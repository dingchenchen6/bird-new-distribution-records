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 rot="0">
            <a:off x="0" y="0"/>
            <a:ext cx="9144000" cy="6858000"/>
            <a:chOff x="0" y="0"/>
            <a:chExt cx="9144000" cy="685800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546595" y="1382023"/>
              <a:ext cx="8234974" cy="1007238"/>
            </a:xfrm>
            <a:custGeom>
              <a:avLst/>
              <a:pathLst>
                <a:path w="8234974" h="1007238">
                  <a:moveTo>
                    <a:pt x="0" y="16333"/>
                  </a:moveTo>
                  <a:lnTo>
                    <a:pt x="538736" y="16333"/>
                  </a:lnTo>
                  <a:lnTo>
                    <a:pt x="540021" y="16366"/>
                  </a:lnTo>
                  <a:lnTo>
                    <a:pt x="548402" y="16598"/>
                  </a:lnTo>
                  <a:lnTo>
                    <a:pt x="569307" y="17241"/>
                  </a:lnTo>
                  <a:lnTo>
                    <a:pt x="606110" y="18503"/>
                  </a:lnTo>
                  <a:lnTo>
                    <a:pt x="659813" y="20565"/>
                  </a:lnTo>
                  <a:lnTo>
                    <a:pt x="729020" y="23561"/>
                  </a:lnTo>
                  <a:lnTo>
                    <a:pt x="810405" y="27562"/>
                  </a:lnTo>
                  <a:lnTo>
                    <a:pt x="899566" y="32585"/>
                  </a:lnTo>
                  <a:lnTo>
                    <a:pt x="991971" y="38615"/>
                  </a:lnTo>
                  <a:lnTo>
                    <a:pt x="1083708" y="45628"/>
                  </a:lnTo>
                  <a:lnTo>
                    <a:pt x="1171884" y="53615"/>
                  </a:lnTo>
                  <a:lnTo>
                    <a:pt x="1254704" y="62603"/>
                  </a:lnTo>
                  <a:lnTo>
                    <a:pt x="1331338" y="72659"/>
                  </a:lnTo>
                  <a:lnTo>
                    <a:pt x="1401691" y="83896"/>
                  </a:lnTo>
                  <a:lnTo>
                    <a:pt x="1466178" y="96474"/>
                  </a:lnTo>
                  <a:lnTo>
                    <a:pt x="1525527" y="110588"/>
                  </a:lnTo>
                  <a:lnTo>
                    <a:pt x="1580632" y="126463"/>
                  </a:lnTo>
                  <a:lnTo>
                    <a:pt x="1632447" y="144329"/>
                  </a:lnTo>
                  <a:lnTo>
                    <a:pt x="1681896" y="164383"/>
                  </a:lnTo>
                  <a:lnTo>
                    <a:pt x="1719082" y="181484"/>
                  </a:lnTo>
                  <a:lnTo>
                    <a:pt x="1766941" y="205986"/>
                  </a:lnTo>
                  <a:lnTo>
                    <a:pt x="1814334" y="232909"/>
                  </a:lnTo>
                  <a:lnTo>
                    <a:pt x="1861725" y="262293"/>
                  </a:lnTo>
                  <a:lnTo>
                    <a:pt x="1909439" y="294097"/>
                  </a:lnTo>
                  <a:lnTo>
                    <a:pt x="1957672" y="328196"/>
                  </a:lnTo>
                  <a:lnTo>
                    <a:pt x="2006514" y="364371"/>
                  </a:lnTo>
                  <a:lnTo>
                    <a:pt x="2055955" y="402312"/>
                  </a:lnTo>
                  <a:lnTo>
                    <a:pt x="2105906" y="441624"/>
                  </a:lnTo>
                  <a:lnTo>
                    <a:pt x="2156213" y="481843"/>
                  </a:lnTo>
                  <a:lnTo>
                    <a:pt x="2206678" y="522455"/>
                  </a:lnTo>
                  <a:lnTo>
                    <a:pt x="2257086" y="562926"/>
                  </a:lnTo>
                  <a:lnTo>
                    <a:pt x="2307228" y="602730"/>
                  </a:lnTo>
                  <a:lnTo>
                    <a:pt x="2356927" y="641376"/>
                  </a:lnTo>
                  <a:lnTo>
                    <a:pt x="2406061" y="678434"/>
                  </a:lnTo>
                  <a:lnTo>
                    <a:pt x="2454578" y="713553"/>
                  </a:lnTo>
                  <a:lnTo>
                    <a:pt x="2502521" y="746468"/>
                  </a:lnTo>
                  <a:lnTo>
                    <a:pt x="2550033" y="777012"/>
                  </a:lnTo>
                  <a:lnTo>
                    <a:pt x="2597376" y="805103"/>
                  </a:lnTo>
                  <a:lnTo>
                    <a:pt x="2644945" y="830746"/>
                  </a:lnTo>
                  <a:lnTo>
                    <a:pt x="2667772" y="842087"/>
                  </a:lnTo>
                  <a:lnTo>
                    <a:pt x="2715954" y="863912"/>
                  </a:lnTo>
                  <a:lnTo>
                    <a:pt x="2765861" y="883459"/>
                  </a:lnTo>
                  <a:lnTo>
                    <a:pt x="2818335" y="900857"/>
                  </a:lnTo>
                  <a:lnTo>
                    <a:pt x="2874315" y="916314"/>
                  </a:lnTo>
                  <a:lnTo>
                    <a:pt x="2934749" y="930063"/>
                  </a:lnTo>
                  <a:lnTo>
                    <a:pt x="3000505" y="942322"/>
                  </a:lnTo>
                  <a:lnTo>
                    <a:pt x="3072254" y="953280"/>
                  </a:lnTo>
                  <a:lnTo>
                    <a:pt x="3150314" y="963087"/>
                  </a:lnTo>
                  <a:lnTo>
                    <a:pt x="3234447" y="971844"/>
                  </a:lnTo>
                  <a:lnTo>
                    <a:pt x="3323621" y="979611"/>
                  </a:lnTo>
                  <a:lnTo>
                    <a:pt x="3415802" y="986403"/>
                  </a:lnTo>
                  <a:lnTo>
                    <a:pt x="3507848" y="992209"/>
                  </a:lnTo>
                  <a:lnTo>
                    <a:pt x="3595659" y="997002"/>
                  </a:lnTo>
                  <a:lnTo>
                    <a:pt x="3674658" y="1000773"/>
                  </a:lnTo>
                  <a:lnTo>
                    <a:pt x="3740600" y="1003549"/>
                  </a:lnTo>
                  <a:lnTo>
                    <a:pt x="3790529" y="1005417"/>
                  </a:lnTo>
                  <a:lnTo>
                    <a:pt x="3823569" y="1006522"/>
                  </a:lnTo>
                  <a:lnTo>
                    <a:pt x="3841274" y="1007054"/>
                  </a:lnTo>
                  <a:lnTo>
                    <a:pt x="3847514" y="1007223"/>
                  </a:lnTo>
                  <a:lnTo>
                    <a:pt x="3848118" y="1007238"/>
                  </a:lnTo>
                  <a:lnTo>
                    <a:pt x="4386855" y="1007238"/>
                  </a:lnTo>
                  <a:lnTo>
                    <a:pt x="4388142" y="1007208"/>
                  </a:lnTo>
                  <a:lnTo>
                    <a:pt x="4396537" y="1006989"/>
                  </a:lnTo>
                  <a:lnTo>
                    <a:pt x="4417474" y="1006384"/>
                  </a:lnTo>
                  <a:lnTo>
                    <a:pt x="4454331" y="1005196"/>
                  </a:lnTo>
                  <a:lnTo>
                    <a:pt x="4508106" y="1003255"/>
                  </a:lnTo>
                  <a:lnTo>
                    <a:pt x="4577396" y="1000436"/>
                  </a:lnTo>
                  <a:lnTo>
                    <a:pt x="4658863" y="996672"/>
                  </a:lnTo>
                  <a:lnTo>
                    <a:pt x="4748097" y="991945"/>
                  </a:lnTo>
                  <a:lnTo>
                    <a:pt x="4840560" y="986272"/>
                  </a:lnTo>
                  <a:lnTo>
                    <a:pt x="4932336" y="979674"/>
                  </a:lnTo>
                  <a:lnTo>
                    <a:pt x="5020534" y="972160"/>
                  </a:lnTo>
                  <a:lnTo>
                    <a:pt x="5103363" y="963705"/>
                  </a:lnTo>
                  <a:lnTo>
                    <a:pt x="5179995" y="954244"/>
                  </a:lnTo>
                  <a:lnTo>
                    <a:pt x="5250341" y="943671"/>
                  </a:lnTo>
                  <a:lnTo>
                    <a:pt x="5314819" y="931836"/>
                  </a:lnTo>
                  <a:lnTo>
                    <a:pt x="5374160" y="918554"/>
                  </a:lnTo>
                  <a:lnTo>
                    <a:pt x="5429262" y="903613"/>
                  </a:lnTo>
                  <a:lnTo>
                    <a:pt x="5481078" y="886798"/>
                  </a:lnTo>
                  <a:lnTo>
                    <a:pt x="5530535" y="867923"/>
                  </a:lnTo>
                  <a:lnTo>
                    <a:pt x="5567201" y="852069"/>
                  </a:lnTo>
                  <a:lnTo>
                    <a:pt x="5615526" y="828811"/>
                  </a:lnTo>
                  <a:lnTo>
                    <a:pt x="5663381" y="803233"/>
                  </a:lnTo>
                  <a:lnTo>
                    <a:pt x="5711242" y="775298"/>
                  </a:lnTo>
                  <a:lnTo>
                    <a:pt x="5759439" y="745045"/>
                  </a:lnTo>
                  <a:lnTo>
                    <a:pt x="5808171" y="712601"/>
                  </a:lnTo>
                  <a:lnTo>
                    <a:pt x="5857525" y="678181"/>
                  </a:lnTo>
                  <a:lnTo>
                    <a:pt x="5907488" y="642089"/>
                  </a:lnTo>
                  <a:lnTo>
                    <a:pt x="5957961" y="604712"/>
                  </a:lnTo>
                  <a:lnTo>
                    <a:pt x="6008782" y="566504"/>
                  </a:lnTo>
                  <a:lnTo>
                    <a:pt x="6059746" y="527964"/>
                  </a:lnTo>
                  <a:lnTo>
                    <a:pt x="6110630" y="489609"/>
                  </a:lnTo>
                  <a:lnTo>
                    <a:pt x="6161221" y="451946"/>
                  </a:lnTo>
                  <a:lnTo>
                    <a:pt x="6211343" y="415443"/>
                  </a:lnTo>
                  <a:lnTo>
                    <a:pt x="6260877" y="380510"/>
                  </a:lnTo>
                  <a:lnTo>
                    <a:pt x="6309782" y="347475"/>
                  </a:lnTo>
                  <a:lnTo>
                    <a:pt x="6358117" y="316580"/>
                  </a:lnTo>
                  <a:lnTo>
                    <a:pt x="6406046" y="287974"/>
                  </a:lnTo>
                  <a:lnTo>
                    <a:pt x="6453861" y="261723"/>
                  </a:lnTo>
                  <a:lnTo>
                    <a:pt x="6501993" y="237809"/>
                  </a:lnTo>
                  <a:lnTo>
                    <a:pt x="6515891" y="231392"/>
                  </a:lnTo>
                  <a:lnTo>
                    <a:pt x="6564101" y="210876"/>
                  </a:lnTo>
                  <a:lnTo>
                    <a:pt x="6614037" y="192502"/>
                  </a:lnTo>
                  <a:lnTo>
                    <a:pt x="6666546" y="176149"/>
                  </a:lnTo>
                  <a:lnTo>
                    <a:pt x="6722565" y="161621"/>
                  </a:lnTo>
                  <a:lnTo>
                    <a:pt x="6783046" y="148700"/>
                  </a:lnTo>
                  <a:lnTo>
                    <a:pt x="6848856" y="137179"/>
                  </a:lnTo>
                  <a:lnTo>
                    <a:pt x="6920669" y="126881"/>
                  </a:lnTo>
                  <a:lnTo>
                    <a:pt x="6998799" y="117667"/>
                  </a:lnTo>
                  <a:lnTo>
                    <a:pt x="7083007" y="109439"/>
                  </a:lnTo>
                  <a:lnTo>
                    <a:pt x="7172254" y="102142"/>
                  </a:lnTo>
                  <a:lnTo>
                    <a:pt x="7264495" y="95762"/>
                  </a:lnTo>
                  <a:lnTo>
                    <a:pt x="7356580" y="90311"/>
                  </a:lnTo>
                  <a:lnTo>
                    <a:pt x="7444394" y="85811"/>
                  </a:lnTo>
                  <a:lnTo>
                    <a:pt x="7523353" y="82274"/>
                  </a:lnTo>
                  <a:lnTo>
                    <a:pt x="7589211" y="79671"/>
                  </a:lnTo>
                  <a:lnTo>
                    <a:pt x="7639021" y="77922"/>
                  </a:lnTo>
                  <a:lnTo>
                    <a:pt x="7671926" y="76889"/>
                  </a:lnTo>
                  <a:lnTo>
                    <a:pt x="7689505" y="76393"/>
                  </a:lnTo>
                  <a:lnTo>
                    <a:pt x="7695657" y="76237"/>
                  </a:lnTo>
                  <a:lnTo>
                    <a:pt x="7696237" y="76223"/>
                  </a:lnTo>
                  <a:lnTo>
                    <a:pt x="8234974" y="76223"/>
                  </a:lnTo>
                  <a:lnTo>
                    <a:pt x="8234974" y="59889"/>
                  </a:lnTo>
                  <a:lnTo>
                    <a:pt x="7696237" y="59889"/>
                  </a:lnTo>
                  <a:lnTo>
                    <a:pt x="7694951" y="59920"/>
                  </a:lnTo>
                  <a:lnTo>
                    <a:pt x="7686555" y="60139"/>
                  </a:lnTo>
                  <a:lnTo>
                    <a:pt x="7665618" y="60744"/>
                  </a:lnTo>
                  <a:lnTo>
                    <a:pt x="7628761" y="61932"/>
                  </a:lnTo>
                  <a:lnTo>
                    <a:pt x="7574986" y="63873"/>
                  </a:lnTo>
                  <a:lnTo>
                    <a:pt x="7505697" y="66691"/>
                  </a:lnTo>
                  <a:lnTo>
                    <a:pt x="7424229" y="70456"/>
                  </a:lnTo>
                  <a:lnTo>
                    <a:pt x="7334995" y="75183"/>
                  </a:lnTo>
                  <a:lnTo>
                    <a:pt x="7242533" y="80856"/>
                  </a:lnTo>
                  <a:lnTo>
                    <a:pt x="7150757" y="87453"/>
                  </a:lnTo>
                  <a:lnTo>
                    <a:pt x="7062558" y="94968"/>
                  </a:lnTo>
                  <a:lnTo>
                    <a:pt x="6979730" y="103423"/>
                  </a:lnTo>
                  <a:lnTo>
                    <a:pt x="6903098" y="112884"/>
                  </a:lnTo>
                  <a:lnTo>
                    <a:pt x="6832752" y="123457"/>
                  </a:lnTo>
                  <a:lnTo>
                    <a:pt x="6768273" y="135292"/>
                  </a:lnTo>
                  <a:lnTo>
                    <a:pt x="6708932" y="148574"/>
                  </a:lnTo>
                  <a:lnTo>
                    <a:pt x="6653831" y="163515"/>
                  </a:lnTo>
                  <a:lnTo>
                    <a:pt x="6602014" y="180330"/>
                  </a:lnTo>
                  <a:lnTo>
                    <a:pt x="6552558" y="199205"/>
                  </a:lnTo>
                  <a:lnTo>
                    <a:pt x="6515891" y="215059"/>
                  </a:lnTo>
                  <a:lnTo>
                    <a:pt x="6467566" y="238316"/>
                  </a:lnTo>
                  <a:lnTo>
                    <a:pt x="6419711" y="263895"/>
                  </a:lnTo>
                  <a:lnTo>
                    <a:pt x="6371850" y="291830"/>
                  </a:lnTo>
                  <a:lnTo>
                    <a:pt x="6323654" y="322082"/>
                  </a:lnTo>
                  <a:lnTo>
                    <a:pt x="6274922" y="354526"/>
                  </a:lnTo>
                  <a:lnTo>
                    <a:pt x="6225567" y="388947"/>
                  </a:lnTo>
                  <a:lnTo>
                    <a:pt x="6175605" y="425039"/>
                  </a:lnTo>
                  <a:lnTo>
                    <a:pt x="6125131" y="462416"/>
                  </a:lnTo>
                  <a:lnTo>
                    <a:pt x="6074310" y="500624"/>
                  </a:lnTo>
                  <a:lnTo>
                    <a:pt x="6023347" y="539164"/>
                  </a:lnTo>
                  <a:lnTo>
                    <a:pt x="5972463" y="577519"/>
                  </a:lnTo>
                  <a:lnTo>
                    <a:pt x="5921871" y="615182"/>
                  </a:lnTo>
                  <a:lnTo>
                    <a:pt x="5871750" y="651684"/>
                  </a:lnTo>
                  <a:lnTo>
                    <a:pt x="5822216" y="686618"/>
                  </a:lnTo>
                  <a:lnTo>
                    <a:pt x="5773310" y="719653"/>
                  </a:lnTo>
                  <a:lnTo>
                    <a:pt x="5724975" y="750548"/>
                  </a:lnTo>
                  <a:lnTo>
                    <a:pt x="5677046" y="779153"/>
                  </a:lnTo>
                  <a:lnTo>
                    <a:pt x="5629232" y="805405"/>
                  </a:lnTo>
                  <a:lnTo>
                    <a:pt x="5581099" y="829319"/>
                  </a:lnTo>
                  <a:lnTo>
                    <a:pt x="5567201" y="835735"/>
                  </a:lnTo>
                  <a:lnTo>
                    <a:pt x="5518992" y="856252"/>
                  </a:lnTo>
                  <a:lnTo>
                    <a:pt x="5469055" y="874626"/>
                  </a:lnTo>
                  <a:lnTo>
                    <a:pt x="5416547" y="890979"/>
                  </a:lnTo>
                  <a:lnTo>
                    <a:pt x="5360527" y="905507"/>
                  </a:lnTo>
                  <a:lnTo>
                    <a:pt x="5300047" y="918428"/>
                  </a:lnTo>
                  <a:lnTo>
                    <a:pt x="5234236" y="929948"/>
                  </a:lnTo>
                  <a:lnTo>
                    <a:pt x="5162424" y="940246"/>
                  </a:lnTo>
                  <a:lnTo>
                    <a:pt x="5084293" y="949461"/>
                  </a:lnTo>
                  <a:lnTo>
                    <a:pt x="5000086" y="957689"/>
                  </a:lnTo>
                  <a:lnTo>
                    <a:pt x="4910839" y="964986"/>
                  </a:lnTo>
                  <a:lnTo>
                    <a:pt x="4818597" y="971366"/>
                  </a:lnTo>
                  <a:lnTo>
                    <a:pt x="4726513" y="976817"/>
                  </a:lnTo>
                  <a:lnTo>
                    <a:pt x="4638698" y="981317"/>
                  </a:lnTo>
                  <a:lnTo>
                    <a:pt x="4559739" y="984854"/>
                  </a:lnTo>
                  <a:lnTo>
                    <a:pt x="4493882" y="987457"/>
                  </a:lnTo>
                  <a:lnTo>
                    <a:pt x="4444072" y="989206"/>
                  </a:lnTo>
                  <a:lnTo>
                    <a:pt x="4411167" y="990239"/>
                  </a:lnTo>
                  <a:lnTo>
                    <a:pt x="4393587" y="990734"/>
                  </a:lnTo>
                  <a:lnTo>
                    <a:pt x="4387435" y="990891"/>
                  </a:lnTo>
                  <a:lnTo>
                    <a:pt x="4386855" y="990905"/>
                  </a:lnTo>
                  <a:lnTo>
                    <a:pt x="3848118" y="990905"/>
                  </a:lnTo>
                  <a:lnTo>
                    <a:pt x="3846834" y="990872"/>
                  </a:lnTo>
                  <a:lnTo>
                    <a:pt x="3838452" y="990640"/>
                  </a:lnTo>
                  <a:lnTo>
                    <a:pt x="3817547" y="989997"/>
                  </a:lnTo>
                  <a:lnTo>
                    <a:pt x="3780745" y="988735"/>
                  </a:lnTo>
                  <a:lnTo>
                    <a:pt x="3727042" y="986672"/>
                  </a:lnTo>
                  <a:lnTo>
                    <a:pt x="3657835" y="983677"/>
                  </a:lnTo>
                  <a:lnTo>
                    <a:pt x="3576450" y="979676"/>
                  </a:lnTo>
                  <a:lnTo>
                    <a:pt x="3487289" y="974653"/>
                  </a:lnTo>
                  <a:lnTo>
                    <a:pt x="3394884" y="968622"/>
                  </a:lnTo>
                  <a:lnTo>
                    <a:pt x="3303147" y="961610"/>
                  </a:lnTo>
                  <a:lnTo>
                    <a:pt x="3214971" y="953622"/>
                  </a:lnTo>
                  <a:lnTo>
                    <a:pt x="3132150" y="944635"/>
                  </a:lnTo>
                  <a:lnTo>
                    <a:pt x="3055517" y="934579"/>
                  </a:lnTo>
                  <a:lnTo>
                    <a:pt x="2985164" y="923342"/>
                  </a:lnTo>
                  <a:lnTo>
                    <a:pt x="2920676" y="910764"/>
                  </a:lnTo>
                  <a:lnTo>
                    <a:pt x="2861328" y="896650"/>
                  </a:lnTo>
                  <a:lnTo>
                    <a:pt x="2806222" y="880775"/>
                  </a:lnTo>
                  <a:lnTo>
                    <a:pt x="2754408" y="862909"/>
                  </a:lnTo>
                  <a:lnTo>
                    <a:pt x="2704958" y="842854"/>
                  </a:lnTo>
                  <a:lnTo>
                    <a:pt x="2667772" y="825754"/>
                  </a:lnTo>
                  <a:lnTo>
                    <a:pt x="2619913" y="801252"/>
                  </a:lnTo>
                  <a:lnTo>
                    <a:pt x="2572521" y="774329"/>
                  </a:lnTo>
                  <a:lnTo>
                    <a:pt x="2525129" y="744945"/>
                  </a:lnTo>
                  <a:lnTo>
                    <a:pt x="2477416" y="713141"/>
                  </a:lnTo>
                  <a:lnTo>
                    <a:pt x="2429183" y="679042"/>
                  </a:lnTo>
                  <a:lnTo>
                    <a:pt x="2380341" y="642867"/>
                  </a:lnTo>
                  <a:lnTo>
                    <a:pt x="2330899" y="604926"/>
                  </a:lnTo>
                  <a:lnTo>
                    <a:pt x="2280948" y="565613"/>
                  </a:lnTo>
                  <a:lnTo>
                    <a:pt x="2230642" y="525395"/>
                  </a:lnTo>
                  <a:lnTo>
                    <a:pt x="2180177" y="484783"/>
                  </a:lnTo>
                  <a:lnTo>
                    <a:pt x="2129769" y="444312"/>
                  </a:lnTo>
                  <a:lnTo>
                    <a:pt x="2079626" y="404508"/>
                  </a:lnTo>
                  <a:lnTo>
                    <a:pt x="2029927" y="365862"/>
                  </a:lnTo>
                  <a:lnTo>
                    <a:pt x="1980794" y="328803"/>
                  </a:lnTo>
                  <a:lnTo>
                    <a:pt x="1932276" y="293685"/>
                  </a:lnTo>
                  <a:lnTo>
                    <a:pt x="1884334" y="260770"/>
                  </a:lnTo>
                  <a:lnTo>
                    <a:pt x="1836822" y="230226"/>
                  </a:lnTo>
                  <a:lnTo>
                    <a:pt x="1789479" y="202134"/>
                  </a:lnTo>
                  <a:lnTo>
                    <a:pt x="1741909" y="176492"/>
                  </a:lnTo>
                  <a:lnTo>
                    <a:pt x="1719082" y="165150"/>
                  </a:lnTo>
                  <a:lnTo>
                    <a:pt x="1670900" y="143326"/>
                  </a:lnTo>
                  <a:lnTo>
                    <a:pt x="1620994" y="123779"/>
                  </a:lnTo>
                  <a:lnTo>
                    <a:pt x="1568519" y="106381"/>
                  </a:lnTo>
                  <a:lnTo>
                    <a:pt x="1512539" y="90924"/>
                  </a:lnTo>
                  <a:lnTo>
                    <a:pt x="1452105" y="77175"/>
                  </a:lnTo>
                  <a:lnTo>
                    <a:pt x="1386349" y="64916"/>
                  </a:lnTo>
                  <a:lnTo>
                    <a:pt x="1314600" y="53958"/>
                  </a:lnTo>
                  <a:lnTo>
                    <a:pt x="1236540" y="44151"/>
                  </a:lnTo>
                  <a:lnTo>
                    <a:pt x="1152408" y="35394"/>
                  </a:lnTo>
                  <a:lnTo>
                    <a:pt x="1063233" y="27627"/>
                  </a:lnTo>
                  <a:lnTo>
                    <a:pt x="971053" y="20834"/>
                  </a:lnTo>
                  <a:lnTo>
                    <a:pt x="879007" y="15029"/>
                  </a:lnTo>
                  <a:lnTo>
                    <a:pt x="791195" y="10236"/>
                  </a:lnTo>
                  <a:lnTo>
                    <a:pt x="712197" y="6465"/>
                  </a:lnTo>
                  <a:lnTo>
                    <a:pt x="646255" y="3689"/>
                  </a:lnTo>
                  <a:lnTo>
                    <a:pt x="596325" y="1821"/>
                  </a:lnTo>
                  <a:lnTo>
                    <a:pt x="563286" y="716"/>
                  </a:lnTo>
                  <a:lnTo>
                    <a:pt x="545581" y="184"/>
                  </a:lnTo>
                  <a:lnTo>
                    <a:pt x="539341" y="1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546595" y="1398356"/>
              <a:ext cx="8234974" cy="990905"/>
            </a:xfrm>
            <a:custGeom>
              <a:avLst/>
              <a:pathLst>
                <a:path w="8234974" h="990905">
                  <a:moveTo>
                    <a:pt x="0" y="0"/>
                  </a:moveTo>
                  <a:lnTo>
                    <a:pt x="538736" y="0"/>
                  </a:lnTo>
                  <a:lnTo>
                    <a:pt x="540021" y="32"/>
                  </a:lnTo>
                  <a:lnTo>
                    <a:pt x="548402" y="265"/>
                  </a:lnTo>
                  <a:lnTo>
                    <a:pt x="569307" y="908"/>
                  </a:lnTo>
                  <a:lnTo>
                    <a:pt x="606110" y="2169"/>
                  </a:lnTo>
                  <a:lnTo>
                    <a:pt x="659813" y="4232"/>
                  </a:lnTo>
                  <a:lnTo>
                    <a:pt x="729020" y="7227"/>
                  </a:lnTo>
                  <a:lnTo>
                    <a:pt x="810405" y="11228"/>
                  </a:lnTo>
                  <a:lnTo>
                    <a:pt x="899566" y="16252"/>
                  </a:lnTo>
                  <a:lnTo>
                    <a:pt x="991971" y="22282"/>
                  </a:lnTo>
                  <a:lnTo>
                    <a:pt x="1083708" y="29294"/>
                  </a:lnTo>
                  <a:lnTo>
                    <a:pt x="1171884" y="37282"/>
                  </a:lnTo>
                  <a:lnTo>
                    <a:pt x="1254704" y="46269"/>
                  </a:lnTo>
                  <a:lnTo>
                    <a:pt x="1331338" y="56325"/>
                  </a:lnTo>
                  <a:lnTo>
                    <a:pt x="1401691" y="67563"/>
                  </a:lnTo>
                  <a:lnTo>
                    <a:pt x="1466178" y="80140"/>
                  </a:lnTo>
                  <a:lnTo>
                    <a:pt x="1525527" y="94254"/>
                  </a:lnTo>
                  <a:lnTo>
                    <a:pt x="1580632" y="110129"/>
                  </a:lnTo>
                  <a:lnTo>
                    <a:pt x="1632447" y="127995"/>
                  </a:lnTo>
                  <a:lnTo>
                    <a:pt x="1681896" y="148050"/>
                  </a:lnTo>
                  <a:lnTo>
                    <a:pt x="1719082" y="165150"/>
                  </a:lnTo>
                  <a:lnTo>
                    <a:pt x="1766941" y="189652"/>
                  </a:lnTo>
                  <a:lnTo>
                    <a:pt x="1814334" y="216575"/>
                  </a:lnTo>
                  <a:lnTo>
                    <a:pt x="1861725" y="245959"/>
                  </a:lnTo>
                  <a:lnTo>
                    <a:pt x="1909439" y="277763"/>
                  </a:lnTo>
                  <a:lnTo>
                    <a:pt x="1957672" y="311862"/>
                  </a:lnTo>
                  <a:lnTo>
                    <a:pt x="2006514" y="348037"/>
                  </a:lnTo>
                  <a:lnTo>
                    <a:pt x="2055955" y="385979"/>
                  </a:lnTo>
                  <a:lnTo>
                    <a:pt x="2105906" y="425291"/>
                  </a:lnTo>
                  <a:lnTo>
                    <a:pt x="2156213" y="465509"/>
                  </a:lnTo>
                  <a:lnTo>
                    <a:pt x="2206678" y="506121"/>
                  </a:lnTo>
                  <a:lnTo>
                    <a:pt x="2257086" y="546592"/>
                  </a:lnTo>
                  <a:lnTo>
                    <a:pt x="2307228" y="586396"/>
                  </a:lnTo>
                  <a:lnTo>
                    <a:pt x="2356927" y="625043"/>
                  </a:lnTo>
                  <a:lnTo>
                    <a:pt x="2406061" y="662101"/>
                  </a:lnTo>
                  <a:lnTo>
                    <a:pt x="2454578" y="697219"/>
                  </a:lnTo>
                  <a:lnTo>
                    <a:pt x="2502521" y="730135"/>
                  </a:lnTo>
                  <a:lnTo>
                    <a:pt x="2550033" y="760678"/>
                  </a:lnTo>
                  <a:lnTo>
                    <a:pt x="2597376" y="788770"/>
                  </a:lnTo>
                  <a:lnTo>
                    <a:pt x="2644945" y="814413"/>
                  </a:lnTo>
                  <a:lnTo>
                    <a:pt x="2667772" y="825754"/>
                  </a:lnTo>
                  <a:lnTo>
                    <a:pt x="2715954" y="847578"/>
                  </a:lnTo>
                  <a:lnTo>
                    <a:pt x="2765861" y="867125"/>
                  </a:lnTo>
                  <a:lnTo>
                    <a:pt x="2818335" y="884523"/>
                  </a:lnTo>
                  <a:lnTo>
                    <a:pt x="2874315" y="899980"/>
                  </a:lnTo>
                  <a:lnTo>
                    <a:pt x="2934749" y="913729"/>
                  </a:lnTo>
                  <a:lnTo>
                    <a:pt x="3000505" y="925988"/>
                  </a:lnTo>
                  <a:lnTo>
                    <a:pt x="3072254" y="936947"/>
                  </a:lnTo>
                  <a:lnTo>
                    <a:pt x="3150314" y="946753"/>
                  </a:lnTo>
                  <a:lnTo>
                    <a:pt x="3234447" y="955511"/>
                  </a:lnTo>
                  <a:lnTo>
                    <a:pt x="3323621" y="963277"/>
                  </a:lnTo>
                  <a:lnTo>
                    <a:pt x="3415802" y="970070"/>
                  </a:lnTo>
                  <a:lnTo>
                    <a:pt x="3507848" y="975875"/>
                  </a:lnTo>
                  <a:lnTo>
                    <a:pt x="3595659" y="980668"/>
                  </a:lnTo>
                  <a:lnTo>
                    <a:pt x="3674658" y="984439"/>
                  </a:lnTo>
                  <a:lnTo>
                    <a:pt x="3740600" y="987215"/>
                  </a:lnTo>
                  <a:lnTo>
                    <a:pt x="3790529" y="989084"/>
                  </a:lnTo>
                  <a:lnTo>
                    <a:pt x="3823569" y="990188"/>
                  </a:lnTo>
                  <a:lnTo>
                    <a:pt x="3841274" y="990720"/>
                  </a:lnTo>
                  <a:lnTo>
                    <a:pt x="3847514" y="990890"/>
                  </a:lnTo>
                  <a:lnTo>
                    <a:pt x="3848118" y="990905"/>
                  </a:lnTo>
                  <a:lnTo>
                    <a:pt x="4386855" y="990905"/>
                  </a:lnTo>
                  <a:lnTo>
                    <a:pt x="4388142" y="990874"/>
                  </a:lnTo>
                  <a:lnTo>
                    <a:pt x="4396537" y="990655"/>
                  </a:lnTo>
                  <a:lnTo>
                    <a:pt x="4417474" y="990050"/>
                  </a:lnTo>
                  <a:lnTo>
                    <a:pt x="4454331" y="988862"/>
                  </a:lnTo>
                  <a:lnTo>
                    <a:pt x="4508106" y="986922"/>
                  </a:lnTo>
                  <a:lnTo>
                    <a:pt x="4577396" y="984103"/>
                  </a:lnTo>
                  <a:lnTo>
                    <a:pt x="4658863" y="980338"/>
                  </a:lnTo>
                  <a:lnTo>
                    <a:pt x="4748097" y="975611"/>
                  </a:lnTo>
                  <a:lnTo>
                    <a:pt x="4840560" y="969938"/>
                  </a:lnTo>
                  <a:lnTo>
                    <a:pt x="4932336" y="963341"/>
                  </a:lnTo>
                  <a:lnTo>
                    <a:pt x="5020534" y="955826"/>
                  </a:lnTo>
                  <a:lnTo>
                    <a:pt x="5103363" y="947371"/>
                  </a:lnTo>
                  <a:lnTo>
                    <a:pt x="5179995" y="937910"/>
                  </a:lnTo>
                  <a:lnTo>
                    <a:pt x="5250341" y="927337"/>
                  </a:lnTo>
                  <a:lnTo>
                    <a:pt x="5314819" y="915502"/>
                  </a:lnTo>
                  <a:lnTo>
                    <a:pt x="5374160" y="902220"/>
                  </a:lnTo>
                  <a:lnTo>
                    <a:pt x="5429262" y="887280"/>
                  </a:lnTo>
                  <a:lnTo>
                    <a:pt x="5481078" y="870464"/>
                  </a:lnTo>
                  <a:lnTo>
                    <a:pt x="5530535" y="851589"/>
                  </a:lnTo>
                  <a:lnTo>
                    <a:pt x="5567201" y="835735"/>
                  </a:lnTo>
                  <a:lnTo>
                    <a:pt x="5615526" y="812478"/>
                  </a:lnTo>
                  <a:lnTo>
                    <a:pt x="5663381" y="786899"/>
                  </a:lnTo>
                  <a:lnTo>
                    <a:pt x="5711242" y="758964"/>
                  </a:lnTo>
                  <a:lnTo>
                    <a:pt x="5759439" y="728712"/>
                  </a:lnTo>
                  <a:lnTo>
                    <a:pt x="5808171" y="696268"/>
                  </a:lnTo>
                  <a:lnTo>
                    <a:pt x="5857525" y="661847"/>
                  </a:lnTo>
                  <a:lnTo>
                    <a:pt x="5907488" y="625755"/>
                  </a:lnTo>
                  <a:lnTo>
                    <a:pt x="5957961" y="588378"/>
                  </a:lnTo>
                  <a:lnTo>
                    <a:pt x="6008782" y="550170"/>
                  </a:lnTo>
                  <a:lnTo>
                    <a:pt x="6059746" y="511630"/>
                  </a:lnTo>
                  <a:lnTo>
                    <a:pt x="6110630" y="473275"/>
                  </a:lnTo>
                  <a:lnTo>
                    <a:pt x="6161221" y="435612"/>
                  </a:lnTo>
                  <a:lnTo>
                    <a:pt x="6211343" y="399110"/>
                  </a:lnTo>
                  <a:lnTo>
                    <a:pt x="6260877" y="364176"/>
                  </a:lnTo>
                  <a:lnTo>
                    <a:pt x="6309782" y="331141"/>
                  </a:lnTo>
                  <a:lnTo>
                    <a:pt x="6358117" y="300246"/>
                  </a:lnTo>
                  <a:lnTo>
                    <a:pt x="6406046" y="271641"/>
                  </a:lnTo>
                  <a:lnTo>
                    <a:pt x="6453861" y="245389"/>
                  </a:lnTo>
                  <a:lnTo>
                    <a:pt x="6501993" y="221475"/>
                  </a:lnTo>
                  <a:lnTo>
                    <a:pt x="6515891" y="215059"/>
                  </a:lnTo>
                  <a:lnTo>
                    <a:pt x="6564101" y="194542"/>
                  </a:lnTo>
                  <a:lnTo>
                    <a:pt x="6614037" y="176168"/>
                  </a:lnTo>
                  <a:lnTo>
                    <a:pt x="6666546" y="159815"/>
                  </a:lnTo>
                  <a:lnTo>
                    <a:pt x="6722565" y="145287"/>
                  </a:lnTo>
                  <a:lnTo>
                    <a:pt x="6783046" y="132366"/>
                  </a:lnTo>
                  <a:lnTo>
                    <a:pt x="6848856" y="120846"/>
                  </a:lnTo>
                  <a:lnTo>
                    <a:pt x="6920669" y="110548"/>
                  </a:lnTo>
                  <a:lnTo>
                    <a:pt x="6998799" y="101333"/>
                  </a:lnTo>
                  <a:lnTo>
                    <a:pt x="7083007" y="93105"/>
                  </a:lnTo>
                  <a:lnTo>
                    <a:pt x="7172254" y="85809"/>
                  </a:lnTo>
                  <a:lnTo>
                    <a:pt x="7264495" y="79428"/>
                  </a:lnTo>
                  <a:lnTo>
                    <a:pt x="7356580" y="73977"/>
                  </a:lnTo>
                  <a:lnTo>
                    <a:pt x="7444394" y="69478"/>
                  </a:lnTo>
                  <a:lnTo>
                    <a:pt x="7523353" y="65940"/>
                  </a:lnTo>
                  <a:lnTo>
                    <a:pt x="7589211" y="63337"/>
                  </a:lnTo>
                  <a:lnTo>
                    <a:pt x="7639021" y="61588"/>
                  </a:lnTo>
                  <a:lnTo>
                    <a:pt x="7671926" y="60555"/>
                  </a:lnTo>
                  <a:lnTo>
                    <a:pt x="7689505" y="60060"/>
                  </a:lnTo>
                  <a:lnTo>
                    <a:pt x="7695657" y="59903"/>
                  </a:lnTo>
                  <a:lnTo>
                    <a:pt x="7696237" y="59889"/>
                  </a:lnTo>
                  <a:lnTo>
                    <a:pt x="8234974" y="59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546595" y="1382023"/>
              <a:ext cx="8234974" cy="990905"/>
            </a:xfrm>
            <a:custGeom>
              <a:avLst/>
              <a:pathLst>
                <a:path w="8234974" h="990905">
                  <a:moveTo>
                    <a:pt x="8234974" y="59889"/>
                  </a:moveTo>
                  <a:lnTo>
                    <a:pt x="7696237" y="59889"/>
                  </a:lnTo>
                  <a:lnTo>
                    <a:pt x="7694951" y="59920"/>
                  </a:lnTo>
                  <a:lnTo>
                    <a:pt x="7686555" y="60139"/>
                  </a:lnTo>
                  <a:lnTo>
                    <a:pt x="7665618" y="60744"/>
                  </a:lnTo>
                  <a:lnTo>
                    <a:pt x="7628761" y="61932"/>
                  </a:lnTo>
                  <a:lnTo>
                    <a:pt x="7574986" y="63873"/>
                  </a:lnTo>
                  <a:lnTo>
                    <a:pt x="7505697" y="66691"/>
                  </a:lnTo>
                  <a:lnTo>
                    <a:pt x="7424229" y="70456"/>
                  </a:lnTo>
                  <a:lnTo>
                    <a:pt x="7334995" y="75183"/>
                  </a:lnTo>
                  <a:lnTo>
                    <a:pt x="7242533" y="80856"/>
                  </a:lnTo>
                  <a:lnTo>
                    <a:pt x="7150757" y="87453"/>
                  </a:lnTo>
                  <a:lnTo>
                    <a:pt x="7062558" y="94968"/>
                  </a:lnTo>
                  <a:lnTo>
                    <a:pt x="6979730" y="103423"/>
                  </a:lnTo>
                  <a:lnTo>
                    <a:pt x="6903098" y="112884"/>
                  </a:lnTo>
                  <a:lnTo>
                    <a:pt x="6832752" y="123457"/>
                  </a:lnTo>
                  <a:lnTo>
                    <a:pt x="6768273" y="135292"/>
                  </a:lnTo>
                  <a:lnTo>
                    <a:pt x="6708932" y="148574"/>
                  </a:lnTo>
                  <a:lnTo>
                    <a:pt x="6653831" y="163515"/>
                  </a:lnTo>
                  <a:lnTo>
                    <a:pt x="6602014" y="180330"/>
                  </a:lnTo>
                  <a:lnTo>
                    <a:pt x="6552558" y="199205"/>
                  </a:lnTo>
                  <a:lnTo>
                    <a:pt x="6515891" y="215059"/>
                  </a:lnTo>
                  <a:lnTo>
                    <a:pt x="6467566" y="238316"/>
                  </a:lnTo>
                  <a:lnTo>
                    <a:pt x="6419711" y="263895"/>
                  </a:lnTo>
                  <a:lnTo>
                    <a:pt x="6371850" y="291830"/>
                  </a:lnTo>
                  <a:lnTo>
                    <a:pt x="6323654" y="322082"/>
                  </a:lnTo>
                  <a:lnTo>
                    <a:pt x="6274922" y="354526"/>
                  </a:lnTo>
                  <a:lnTo>
                    <a:pt x="6225567" y="388947"/>
                  </a:lnTo>
                  <a:lnTo>
                    <a:pt x="6175605" y="425039"/>
                  </a:lnTo>
                  <a:lnTo>
                    <a:pt x="6125131" y="462416"/>
                  </a:lnTo>
                  <a:lnTo>
                    <a:pt x="6074310" y="500624"/>
                  </a:lnTo>
                  <a:lnTo>
                    <a:pt x="6023347" y="539164"/>
                  </a:lnTo>
                  <a:lnTo>
                    <a:pt x="5972463" y="577519"/>
                  </a:lnTo>
                  <a:lnTo>
                    <a:pt x="5921871" y="615182"/>
                  </a:lnTo>
                  <a:lnTo>
                    <a:pt x="5871750" y="651684"/>
                  </a:lnTo>
                  <a:lnTo>
                    <a:pt x="5822216" y="686618"/>
                  </a:lnTo>
                  <a:lnTo>
                    <a:pt x="5773310" y="719653"/>
                  </a:lnTo>
                  <a:lnTo>
                    <a:pt x="5724975" y="750548"/>
                  </a:lnTo>
                  <a:lnTo>
                    <a:pt x="5677046" y="779153"/>
                  </a:lnTo>
                  <a:lnTo>
                    <a:pt x="5629232" y="805405"/>
                  </a:lnTo>
                  <a:lnTo>
                    <a:pt x="5581099" y="829319"/>
                  </a:lnTo>
                  <a:lnTo>
                    <a:pt x="5567201" y="835735"/>
                  </a:lnTo>
                  <a:lnTo>
                    <a:pt x="5518992" y="856252"/>
                  </a:lnTo>
                  <a:lnTo>
                    <a:pt x="5469055" y="874626"/>
                  </a:lnTo>
                  <a:lnTo>
                    <a:pt x="5416547" y="890979"/>
                  </a:lnTo>
                  <a:lnTo>
                    <a:pt x="5360527" y="905507"/>
                  </a:lnTo>
                  <a:lnTo>
                    <a:pt x="5300047" y="918428"/>
                  </a:lnTo>
                  <a:lnTo>
                    <a:pt x="5234236" y="929948"/>
                  </a:lnTo>
                  <a:lnTo>
                    <a:pt x="5162424" y="940246"/>
                  </a:lnTo>
                  <a:lnTo>
                    <a:pt x="5084293" y="949461"/>
                  </a:lnTo>
                  <a:lnTo>
                    <a:pt x="5000086" y="957689"/>
                  </a:lnTo>
                  <a:lnTo>
                    <a:pt x="4910839" y="964986"/>
                  </a:lnTo>
                  <a:lnTo>
                    <a:pt x="4818597" y="971366"/>
                  </a:lnTo>
                  <a:lnTo>
                    <a:pt x="4726513" y="976817"/>
                  </a:lnTo>
                  <a:lnTo>
                    <a:pt x="4638698" y="981317"/>
                  </a:lnTo>
                  <a:lnTo>
                    <a:pt x="4559739" y="984854"/>
                  </a:lnTo>
                  <a:lnTo>
                    <a:pt x="4493882" y="987457"/>
                  </a:lnTo>
                  <a:lnTo>
                    <a:pt x="4444072" y="989206"/>
                  </a:lnTo>
                  <a:lnTo>
                    <a:pt x="4411167" y="990239"/>
                  </a:lnTo>
                  <a:lnTo>
                    <a:pt x="4393587" y="990734"/>
                  </a:lnTo>
                  <a:lnTo>
                    <a:pt x="4387435" y="990891"/>
                  </a:lnTo>
                  <a:lnTo>
                    <a:pt x="4386855" y="990905"/>
                  </a:lnTo>
                  <a:lnTo>
                    <a:pt x="3848118" y="990905"/>
                  </a:lnTo>
                  <a:lnTo>
                    <a:pt x="3846834" y="990872"/>
                  </a:lnTo>
                  <a:lnTo>
                    <a:pt x="3838452" y="990640"/>
                  </a:lnTo>
                  <a:lnTo>
                    <a:pt x="3817547" y="989997"/>
                  </a:lnTo>
                  <a:lnTo>
                    <a:pt x="3780745" y="988735"/>
                  </a:lnTo>
                  <a:lnTo>
                    <a:pt x="3727042" y="986672"/>
                  </a:lnTo>
                  <a:lnTo>
                    <a:pt x="3657835" y="983677"/>
                  </a:lnTo>
                  <a:lnTo>
                    <a:pt x="3576450" y="979676"/>
                  </a:lnTo>
                  <a:lnTo>
                    <a:pt x="3487289" y="974653"/>
                  </a:lnTo>
                  <a:lnTo>
                    <a:pt x="3394884" y="968622"/>
                  </a:lnTo>
                  <a:lnTo>
                    <a:pt x="3303147" y="961610"/>
                  </a:lnTo>
                  <a:lnTo>
                    <a:pt x="3214971" y="953622"/>
                  </a:lnTo>
                  <a:lnTo>
                    <a:pt x="3132150" y="944635"/>
                  </a:lnTo>
                  <a:lnTo>
                    <a:pt x="3055517" y="934579"/>
                  </a:lnTo>
                  <a:lnTo>
                    <a:pt x="2985164" y="923342"/>
                  </a:lnTo>
                  <a:lnTo>
                    <a:pt x="2920676" y="910764"/>
                  </a:lnTo>
                  <a:lnTo>
                    <a:pt x="2861328" y="896650"/>
                  </a:lnTo>
                  <a:lnTo>
                    <a:pt x="2806222" y="880775"/>
                  </a:lnTo>
                  <a:lnTo>
                    <a:pt x="2754408" y="862909"/>
                  </a:lnTo>
                  <a:lnTo>
                    <a:pt x="2704958" y="842854"/>
                  </a:lnTo>
                  <a:lnTo>
                    <a:pt x="2667772" y="825754"/>
                  </a:lnTo>
                  <a:lnTo>
                    <a:pt x="2619913" y="801252"/>
                  </a:lnTo>
                  <a:lnTo>
                    <a:pt x="2572521" y="774329"/>
                  </a:lnTo>
                  <a:lnTo>
                    <a:pt x="2525129" y="744945"/>
                  </a:lnTo>
                  <a:lnTo>
                    <a:pt x="2477416" y="713141"/>
                  </a:lnTo>
                  <a:lnTo>
                    <a:pt x="2429183" y="679042"/>
                  </a:lnTo>
                  <a:lnTo>
                    <a:pt x="2380341" y="642867"/>
                  </a:lnTo>
                  <a:lnTo>
                    <a:pt x="2330899" y="604926"/>
                  </a:lnTo>
                  <a:lnTo>
                    <a:pt x="2280948" y="565613"/>
                  </a:lnTo>
                  <a:lnTo>
                    <a:pt x="2230642" y="525395"/>
                  </a:lnTo>
                  <a:lnTo>
                    <a:pt x="2180177" y="484783"/>
                  </a:lnTo>
                  <a:lnTo>
                    <a:pt x="2129769" y="444312"/>
                  </a:lnTo>
                  <a:lnTo>
                    <a:pt x="2079626" y="404508"/>
                  </a:lnTo>
                  <a:lnTo>
                    <a:pt x="2029927" y="365862"/>
                  </a:lnTo>
                  <a:lnTo>
                    <a:pt x="1980794" y="328803"/>
                  </a:lnTo>
                  <a:lnTo>
                    <a:pt x="1932276" y="293685"/>
                  </a:lnTo>
                  <a:lnTo>
                    <a:pt x="1884334" y="260770"/>
                  </a:lnTo>
                  <a:lnTo>
                    <a:pt x="1836822" y="230226"/>
                  </a:lnTo>
                  <a:lnTo>
                    <a:pt x="1789479" y="202134"/>
                  </a:lnTo>
                  <a:lnTo>
                    <a:pt x="1741909" y="176492"/>
                  </a:lnTo>
                  <a:lnTo>
                    <a:pt x="1719082" y="165150"/>
                  </a:lnTo>
                  <a:lnTo>
                    <a:pt x="1670900" y="143326"/>
                  </a:lnTo>
                  <a:lnTo>
                    <a:pt x="1620994" y="123779"/>
                  </a:lnTo>
                  <a:lnTo>
                    <a:pt x="1568519" y="106381"/>
                  </a:lnTo>
                  <a:lnTo>
                    <a:pt x="1512539" y="90924"/>
                  </a:lnTo>
                  <a:lnTo>
                    <a:pt x="1452105" y="77175"/>
                  </a:lnTo>
                  <a:lnTo>
                    <a:pt x="1386349" y="64916"/>
                  </a:lnTo>
                  <a:lnTo>
                    <a:pt x="1314600" y="53958"/>
                  </a:lnTo>
                  <a:lnTo>
                    <a:pt x="1236540" y="44151"/>
                  </a:lnTo>
                  <a:lnTo>
                    <a:pt x="1152408" y="35394"/>
                  </a:lnTo>
                  <a:lnTo>
                    <a:pt x="1063233" y="27627"/>
                  </a:lnTo>
                  <a:lnTo>
                    <a:pt x="971053" y="20834"/>
                  </a:lnTo>
                  <a:lnTo>
                    <a:pt x="879007" y="15029"/>
                  </a:lnTo>
                  <a:lnTo>
                    <a:pt x="791195" y="10236"/>
                  </a:lnTo>
                  <a:lnTo>
                    <a:pt x="712197" y="6465"/>
                  </a:lnTo>
                  <a:lnTo>
                    <a:pt x="646255" y="3689"/>
                  </a:lnTo>
                  <a:lnTo>
                    <a:pt x="596325" y="1821"/>
                  </a:lnTo>
                  <a:lnTo>
                    <a:pt x="563286" y="716"/>
                  </a:lnTo>
                  <a:lnTo>
                    <a:pt x="545581" y="184"/>
                  </a:lnTo>
                  <a:lnTo>
                    <a:pt x="539341" y="1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546595" y="1398356"/>
              <a:ext cx="8234974" cy="1018127"/>
            </a:xfrm>
            <a:custGeom>
              <a:avLst/>
              <a:pathLst>
                <a:path w="8234974" h="1018127">
                  <a:moveTo>
                    <a:pt x="0" y="5444"/>
                  </a:moveTo>
                  <a:lnTo>
                    <a:pt x="538736" y="5444"/>
                  </a:lnTo>
                  <a:lnTo>
                    <a:pt x="540020" y="5477"/>
                  </a:lnTo>
                  <a:lnTo>
                    <a:pt x="548397" y="5715"/>
                  </a:lnTo>
                  <a:lnTo>
                    <a:pt x="569289" y="6372"/>
                  </a:lnTo>
                  <a:lnTo>
                    <a:pt x="606071" y="7660"/>
                  </a:lnTo>
                  <a:lnTo>
                    <a:pt x="659747" y="9767"/>
                  </a:lnTo>
                  <a:lnTo>
                    <a:pt x="728922" y="12826"/>
                  </a:lnTo>
                  <a:lnTo>
                    <a:pt x="810276" y="16912"/>
                  </a:lnTo>
                  <a:lnTo>
                    <a:pt x="899410" y="22044"/>
                  </a:lnTo>
                  <a:lnTo>
                    <a:pt x="991793" y="28203"/>
                  </a:lnTo>
                  <a:lnTo>
                    <a:pt x="1083515" y="35366"/>
                  </a:lnTo>
                  <a:lnTo>
                    <a:pt x="1171683" y="43525"/>
                  </a:lnTo>
                  <a:lnTo>
                    <a:pt x="1254500" y="52706"/>
                  </a:lnTo>
                  <a:lnTo>
                    <a:pt x="1331134" y="62977"/>
                  </a:lnTo>
                  <a:lnTo>
                    <a:pt x="1401490" y="74456"/>
                  </a:lnTo>
                  <a:lnTo>
                    <a:pt x="1465981" y="87302"/>
                  </a:lnTo>
                  <a:lnTo>
                    <a:pt x="1525332" y="101718"/>
                  </a:lnTo>
                  <a:lnTo>
                    <a:pt x="1580439" y="117932"/>
                  </a:lnTo>
                  <a:lnTo>
                    <a:pt x="1632253" y="136179"/>
                  </a:lnTo>
                  <a:lnTo>
                    <a:pt x="1681700" y="156660"/>
                  </a:lnTo>
                  <a:lnTo>
                    <a:pt x="1719082" y="174225"/>
                  </a:lnTo>
                  <a:lnTo>
                    <a:pt x="1766771" y="199170"/>
                  </a:lnTo>
                  <a:lnTo>
                    <a:pt x="1813994" y="226573"/>
                  </a:lnTo>
                  <a:lnTo>
                    <a:pt x="1861213" y="256472"/>
                  </a:lnTo>
                  <a:lnTo>
                    <a:pt x="1908749" y="288828"/>
                  </a:lnTo>
                  <a:lnTo>
                    <a:pt x="1956800" y="323515"/>
                  </a:lnTo>
                  <a:lnTo>
                    <a:pt x="2005453" y="360313"/>
                  </a:lnTo>
                  <a:lnTo>
                    <a:pt x="2054704" y="398911"/>
                  </a:lnTo>
                  <a:lnTo>
                    <a:pt x="2104464" y="438912"/>
                  </a:lnTo>
                  <a:lnTo>
                    <a:pt x="2154581" y="479846"/>
                  </a:lnTo>
                  <a:lnTo>
                    <a:pt x="2204863" y="521196"/>
                  </a:lnTo>
                  <a:lnTo>
                    <a:pt x="2255096" y="562424"/>
                  </a:lnTo>
                  <a:lnTo>
                    <a:pt x="2305073" y="602995"/>
                  </a:lnTo>
                  <a:lnTo>
                    <a:pt x="2354617" y="642411"/>
                  </a:lnTo>
                  <a:lnTo>
                    <a:pt x="2403602" y="680236"/>
                  </a:lnTo>
                  <a:lnTo>
                    <a:pt x="2451977" y="716107"/>
                  </a:lnTo>
                  <a:lnTo>
                    <a:pt x="2499776" y="749755"/>
                  </a:lnTo>
                  <a:lnTo>
                    <a:pt x="2547137" y="781004"/>
                  </a:lnTo>
                  <a:lnTo>
                    <a:pt x="2594310" y="809768"/>
                  </a:lnTo>
                  <a:lnTo>
                    <a:pt x="2641678" y="836045"/>
                  </a:lnTo>
                  <a:lnTo>
                    <a:pt x="2667772" y="849347"/>
                  </a:lnTo>
                  <a:lnTo>
                    <a:pt x="2715944" y="871646"/>
                  </a:lnTo>
                  <a:lnTo>
                    <a:pt x="2765839" y="891620"/>
                  </a:lnTo>
                  <a:lnTo>
                    <a:pt x="2818301" y="909397"/>
                  </a:lnTo>
                  <a:lnTo>
                    <a:pt x="2874266" y="925192"/>
                  </a:lnTo>
                  <a:lnTo>
                    <a:pt x="2934682" y="939241"/>
                  </a:lnTo>
                  <a:lnTo>
                    <a:pt x="3000417" y="951769"/>
                  </a:lnTo>
                  <a:lnTo>
                    <a:pt x="3072142" y="962968"/>
                  </a:lnTo>
                  <a:lnTo>
                    <a:pt x="3150176" y="972989"/>
                  </a:lnTo>
                  <a:lnTo>
                    <a:pt x="3234280" y="981939"/>
                  </a:lnTo>
                  <a:lnTo>
                    <a:pt x="3323427" y="989877"/>
                  </a:lnTo>
                  <a:lnTo>
                    <a:pt x="3415584" y="996819"/>
                  </a:lnTo>
                  <a:lnTo>
                    <a:pt x="3507616" y="1002753"/>
                  </a:lnTo>
                  <a:lnTo>
                    <a:pt x="3595426" y="1007654"/>
                  </a:lnTo>
                  <a:lnTo>
                    <a:pt x="3674440" y="1011510"/>
                  </a:lnTo>
                  <a:lnTo>
                    <a:pt x="3740413" y="1014350"/>
                  </a:lnTo>
                  <a:lnTo>
                    <a:pt x="3790388" y="1016261"/>
                  </a:lnTo>
                  <a:lnTo>
                    <a:pt x="3823478" y="1017393"/>
                  </a:lnTo>
                  <a:lnTo>
                    <a:pt x="3841231" y="1017938"/>
                  </a:lnTo>
                  <a:lnTo>
                    <a:pt x="3847504" y="1018112"/>
                  </a:lnTo>
                  <a:lnTo>
                    <a:pt x="3848118" y="1018127"/>
                  </a:lnTo>
                  <a:lnTo>
                    <a:pt x="4386855" y="1018127"/>
                  </a:lnTo>
                  <a:lnTo>
                    <a:pt x="4388148" y="1018103"/>
                  </a:lnTo>
                  <a:lnTo>
                    <a:pt x="4396582" y="1017929"/>
                  </a:lnTo>
                  <a:lnTo>
                    <a:pt x="4417612" y="1017449"/>
                  </a:lnTo>
                  <a:lnTo>
                    <a:pt x="4454623" y="1016507"/>
                  </a:lnTo>
                  <a:lnTo>
                    <a:pt x="4508604" y="1014968"/>
                  </a:lnTo>
                  <a:lnTo>
                    <a:pt x="4578129" y="1012732"/>
                  </a:lnTo>
                  <a:lnTo>
                    <a:pt x="4659832" y="1009748"/>
                  </a:lnTo>
                  <a:lnTo>
                    <a:pt x="4749274" y="1006001"/>
                  </a:lnTo>
                  <a:lnTo>
                    <a:pt x="4841900" y="1001505"/>
                  </a:lnTo>
                  <a:lnTo>
                    <a:pt x="4933787" y="996277"/>
                  </a:lnTo>
                  <a:lnTo>
                    <a:pt x="5022048" y="990322"/>
                  </a:lnTo>
                  <a:lnTo>
                    <a:pt x="5104900" y="983622"/>
                  </a:lnTo>
                  <a:lnTo>
                    <a:pt x="5181527" y="976125"/>
                  </a:lnTo>
                  <a:lnTo>
                    <a:pt x="5251853" y="967744"/>
                  </a:lnTo>
                  <a:lnTo>
                    <a:pt x="5316306" y="958360"/>
                  </a:lnTo>
                  <a:lnTo>
                    <a:pt x="5375626" y="947827"/>
                  </a:lnTo>
                  <a:lnTo>
                    <a:pt x="5430716" y="935976"/>
                  </a:lnTo>
                  <a:lnTo>
                    <a:pt x="5482537" y="922635"/>
                  </a:lnTo>
                  <a:lnTo>
                    <a:pt x="5532016" y="907660"/>
                  </a:lnTo>
                  <a:lnTo>
                    <a:pt x="5567201" y="895625"/>
                  </a:lnTo>
                  <a:lnTo>
                    <a:pt x="5616986" y="876677"/>
                  </a:lnTo>
                  <a:lnTo>
                    <a:pt x="5666288" y="855782"/>
                  </a:lnTo>
                  <a:lnTo>
                    <a:pt x="5715621" y="832912"/>
                  </a:lnTo>
                  <a:lnTo>
                    <a:pt x="5765335" y="808107"/>
                  </a:lnTo>
                  <a:lnTo>
                    <a:pt x="5815634" y="781483"/>
                  </a:lnTo>
                  <a:lnTo>
                    <a:pt x="5866597" y="753237"/>
                  </a:lnTo>
                  <a:lnTo>
                    <a:pt x="5918194" y="723644"/>
                  </a:lnTo>
                  <a:lnTo>
                    <a:pt x="5970300" y="693051"/>
                  </a:lnTo>
                  <a:lnTo>
                    <a:pt x="6022725" y="661861"/>
                  </a:lnTo>
                  <a:lnTo>
                    <a:pt x="6075237" y="630511"/>
                  </a:lnTo>
                  <a:lnTo>
                    <a:pt x="6127594" y="599447"/>
                  </a:lnTo>
                  <a:lnTo>
                    <a:pt x="6179573" y="569098"/>
                  </a:lnTo>
                  <a:lnTo>
                    <a:pt x="6230998" y="539855"/>
                  </a:lnTo>
                  <a:lnTo>
                    <a:pt x="6281773" y="512043"/>
                  </a:lnTo>
                  <a:lnTo>
                    <a:pt x="6331893" y="485918"/>
                  </a:lnTo>
                  <a:lnTo>
                    <a:pt x="6381472" y="461653"/>
                  </a:lnTo>
                  <a:lnTo>
                    <a:pt x="6430754" y="439341"/>
                  </a:lnTo>
                  <a:lnTo>
                    <a:pt x="6480133" y="419003"/>
                  </a:lnTo>
                  <a:lnTo>
                    <a:pt x="6515891" y="405617"/>
                  </a:lnTo>
                  <a:lnTo>
                    <a:pt x="6564179" y="389396"/>
                  </a:lnTo>
                  <a:lnTo>
                    <a:pt x="6614202" y="374870"/>
                  </a:lnTo>
                  <a:lnTo>
                    <a:pt x="6666806" y="361946"/>
                  </a:lnTo>
                  <a:lnTo>
                    <a:pt x="6722939" y="350465"/>
                  </a:lnTo>
                  <a:lnTo>
                    <a:pt x="6783552" y="340257"/>
                  </a:lnTo>
                  <a:lnTo>
                    <a:pt x="6849519" y="331156"/>
                  </a:lnTo>
                  <a:lnTo>
                    <a:pt x="6921512" y="323022"/>
                  </a:lnTo>
                  <a:lnTo>
                    <a:pt x="6999844" y="315746"/>
                  </a:lnTo>
                  <a:lnTo>
                    <a:pt x="7084265" y="309250"/>
                  </a:lnTo>
                  <a:lnTo>
                    <a:pt x="7173719" y="303491"/>
                  </a:lnTo>
                  <a:lnTo>
                    <a:pt x="7266135" y="298458"/>
                  </a:lnTo>
                  <a:lnTo>
                    <a:pt x="7358327" y="294161"/>
                  </a:lnTo>
                  <a:lnTo>
                    <a:pt x="7446150" y="290619"/>
                  </a:lnTo>
                  <a:lnTo>
                    <a:pt x="7524993" y="287838"/>
                  </a:lnTo>
                  <a:lnTo>
                    <a:pt x="7590608" y="285797"/>
                  </a:lnTo>
                  <a:lnTo>
                    <a:pt x="7640077" y="284429"/>
                  </a:lnTo>
                  <a:lnTo>
                    <a:pt x="7672596" y="283625"/>
                  </a:lnTo>
                  <a:lnTo>
                    <a:pt x="7689820" y="283243"/>
                  </a:lnTo>
                  <a:lnTo>
                    <a:pt x="7695723" y="283125"/>
                  </a:lnTo>
                  <a:lnTo>
                    <a:pt x="7696237" y="283115"/>
                  </a:lnTo>
                  <a:lnTo>
                    <a:pt x="8234974" y="283115"/>
                  </a:lnTo>
                  <a:lnTo>
                    <a:pt x="8234974" y="277671"/>
                  </a:lnTo>
                  <a:lnTo>
                    <a:pt x="7696237" y="277671"/>
                  </a:lnTo>
                  <a:lnTo>
                    <a:pt x="7694945" y="277695"/>
                  </a:lnTo>
                  <a:lnTo>
                    <a:pt x="7686511" y="277869"/>
                  </a:lnTo>
                  <a:lnTo>
                    <a:pt x="7665481" y="278349"/>
                  </a:lnTo>
                  <a:lnTo>
                    <a:pt x="7628470" y="279291"/>
                  </a:lnTo>
                  <a:lnTo>
                    <a:pt x="7574488" y="280830"/>
                  </a:lnTo>
                  <a:lnTo>
                    <a:pt x="7504963" y="283066"/>
                  </a:lnTo>
                  <a:lnTo>
                    <a:pt x="7423260" y="286051"/>
                  </a:lnTo>
                  <a:lnTo>
                    <a:pt x="7333818" y="289797"/>
                  </a:lnTo>
                  <a:lnTo>
                    <a:pt x="7241193" y="294293"/>
                  </a:lnTo>
                  <a:lnTo>
                    <a:pt x="7149305" y="299521"/>
                  </a:lnTo>
                  <a:lnTo>
                    <a:pt x="7061044" y="305476"/>
                  </a:lnTo>
                  <a:lnTo>
                    <a:pt x="6978193" y="312176"/>
                  </a:lnTo>
                  <a:lnTo>
                    <a:pt x="6901565" y="319673"/>
                  </a:lnTo>
                  <a:lnTo>
                    <a:pt x="6831239" y="328054"/>
                  </a:lnTo>
                  <a:lnTo>
                    <a:pt x="6766786" y="337438"/>
                  </a:lnTo>
                  <a:lnTo>
                    <a:pt x="6707467" y="347971"/>
                  </a:lnTo>
                  <a:lnTo>
                    <a:pt x="6652376" y="359822"/>
                  </a:lnTo>
                  <a:lnTo>
                    <a:pt x="6600556" y="373163"/>
                  </a:lnTo>
                  <a:lnTo>
                    <a:pt x="6551076" y="388138"/>
                  </a:lnTo>
                  <a:lnTo>
                    <a:pt x="6515891" y="400173"/>
                  </a:lnTo>
                  <a:lnTo>
                    <a:pt x="6466107" y="419121"/>
                  </a:lnTo>
                  <a:lnTo>
                    <a:pt x="6416805" y="440016"/>
                  </a:lnTo>
                  <a:lnTo>
                    <a:pt x="6367471" y="462886"/>
                  </a:lnTo>
                  <a:lnTo>
                    <a:pt x="6317758" y="487691"/>
                  </a:lnTo>
                  <a:lnTo>
                    <a:pt x="6267458" y="514315"/>
                  </a:lnTo>
                  <a:lnTo>
                    <a:pt x="6216495" y="542561"/>
                  </a:lnTo>
                  <a:lnTo>
                    <a:pt x="6164899" y="572154"/>
                  </a:lnTo>
                  <a:lnTo>
                    <a:pt x="6112793" y="602747"/>
                  </a:lnTo>
                  <a:lnTo>
                    <a:pt x="6060368" y="633937"/>
                  </a:lnTo>
                  <a:lnTo>
                    <a:pt x="6007855" y="665287"/>
                  </a:lnTo>
                  <a:lnTo>
                    <a:pt x="5955498" y="696351"/>
                  </a:lnTo>
                  <a:lnTo>
                    <a:pt x="5903520" y="726700"/>
                  </a:lnTo>
                  <a:lnTo>
                    <a:pt x="5852094" y="755943"/>
                  </a:lnTo>
                  <a:lnTo>
                    <a:pt x="5801320" y="783755"/>
                  </a:lnTo>
                  <a:lnTo>
                    <a:pt x="5751200" y="809880"/>
                  </a:lnTo>
                  <a:lnTo>
                    <a:pt x="5701620" y="834146"/>
                  </a:lnTo>
                  <a:lnTo>
                    <a:pt x="5652338" y="856457"/>
                  </a:lnTo>
                  <a:lnTo>
                    <a:pt x="5602960" y="876795"/>
                  </a:lnTo>
                  <a:lnTo>
                    <a:pt x="5567201" y="890181"/>
                  </a:lnTo>
                  <a:lnTo>
                    <a:pt x="5518913" y="906403"/>
                  </a:lnTo>
                  <a:lnTo>
                    <a:pt x="5468891" y="920928"/>
                  </a:lnTo>
                  <a:lnTo>
                    <a:pt x="5416286" y="933853"/>
                  </a:lnTo>
                  <a:lnTo>
                    <a:pt x="5360154" y="945333"/>
                  </a:lnTo>
                  <a:lnTo>
                    <a:pt x="5299540" y="955541"/>
                  </a:lnTo>
                  <a:lnTo>
                    <a:pt x="5233573" y="964642"/>
                  </a:lnTo>
                  <a:lnTo>
                    <a:pt x="5161581" y="972776"/>
                  </a:lnTo>
                  <a:lnTo>
                    <a:pt x="5083248" y="980052"/>
                  </a:lnTo>
                  <a:lnTo>
                    <a:pt x="4998828" y="986548"/>
                  </a:lnTo>
                  <a:lnTo>
                    <a:pt x="4909374" y="992307"/>
                  </a:lnTo>
                  <a:lnTo>
                    <a:pt x="4816958" y="997340"/>
                  </a:lnTo>
                  <a:lnTo>
                    <a:pt x="4724765" y="1001637"/>
                  </a:lnTo>
                  <a:lnTo>
                    <a:pt x="4636943" y="1005179"/>
                  </a:lnTo>
                  <a:lnTo>
                    <a:pt x="4558100" y="1007960"/>
                  </a:lnTo>
                  <a:lnTo>
                    <a:pt x="4492485" y="1010002"/>
                  </a:lnTo>
                  <a:lnTo>
                    <a:pt x="4443016" y="1011369"/>
                  </a:lnTo>
                  <a:lnTo>
                    <a:pt x="4410496" y="1012173"/>
                  </a:lnTo>
                  <a:lnTo>
                    <a:pt x="4393273" y="1012555"/>
                  </a:lnTo>
                  <a:lnTo>
                    <a:pt x="4387369" y="1012673"/>
                  </a:lnTo>
                  <a:lnTo>
                    <a:pt x="4386855" y="1012683"/>
                  </a:lnTo>
                  <a:lnTo>
                    <a:pt x="3848118" y="1012683"/>
                  </a:lnTo>
                  <a:lnTo>
                    <a:pt x="3846835" y="1012650"/>
                  </a:lnTo>
                  <a:lnTo>
                    <a:pt x="3838458" y="1012412"/>
                  </a:lnTo>
                  <a:lnTo>
                    <a:pt x="3817566" y="1011755"/>
                  </a:lnTo>
                  <a:lnTo>
                    <a:pt x="3780783" y="1010467"/>
                  </a:lnTo>
                  <a:lnTo>
                    <a:pt x="3727108" y="1008360"/>
                  </a:lnTo>
                  <a:lnTo>
                    <a:pt x="3657932" y="1005301"/>
                  </a:lnTo>
                  <a:lnTo>
                    <a:pt x="3576578" y="1001214"/>
                  </a:lnTo>
                  <a:lnTo>
                    <a:pt x="3487445" y="996083"/>
                  </a:lnTo>
                  <a:lnTo>
                    <a:pt x="3395061" y="989924"/>
                  </a:lnTo>
                  <a:lnTo>
                    <a:pt x="3303339" y="982760"/>
                  </a:lnTo>
                  <a:lnTo>
                    <a:pt x="3215172" y="974601"/>
                  </a:lnTo>
                  <a:lnTo>
                    <a:pt x="3132354" y="965421"/>
                  </a:lnTo>
                  <a:lnTo>
                    <a:pt x="3055720" y="955149"/>
                  </a:lnTo>
                  <a:lnTo>
                    <a:pt x="2985365" y="943671"/>
                  </a:lnTo>
                  <a:lnTo>
                    <a:pt x="2920874" y="930824"/>
                  </a:lnTo>
                  <a:lnTo>
                    <a:pt x="2861522" y="916409"/>
                  </a:lnTo>
                  <a:lnTo>
                    <a:pt x="2806416" y="900195"/>
                  </a:lnTo>
                  <a:lnTo>
                    <a:pt x="2754601" y="881948"/>
                  </a:lnTo>
                  <a:lnTo>
                    <a:pt x="2705155" y="861466"/>
                  </a:lnTo>
                  <a:lnTo>
                    <a:pt x="2667772" y="843902"/>
                  </a:lnTo>
                  <a:lnTo>
                    <a:pt x="2620084" y="818957"/>
                  </a:lnTo>
                  <a:lnTo>
                    <a:pt x="2572861" y="791554"/>
                  </a:lnTo>
                  <a:lnTo>
                    <a:pt x="2525642" y="761655"/>
                  </a:lnTo>
                  <a:lnTo>
                    <a:pt x="2478106" y="729299"/>
                  </a:lnTo>
                  <a:lnTo>
                    <a:pt x="2430055" y="694612"/>
                  </a:lnTo>
                  <a:lnTo>
                    <a:pt x="2381401" y="657814"/>
                  </a:lnTo>
                  <a:lnTo>
                    <a:pt x="2332150" y="619215"/>
                  </a:lnTo>
                  <a:lnTo>
                    <a:pt x="2282391" y="579215"/>
                  </a:lnTo>
                  <a:lnTo>
                    <a:pt x="2232273" y="538281"/>
                  </a:lnTo>
                  <a:lnTo>
                    <a:pt x="2181991" y="496931"/>
                  </a:lnTo>
                  <a:lnTo>
                    <a:pt x="2131759" y="455703"/>
                  </a:lnTo>
                  <a:lnTo>
                    <a:pt x="2081782" y="415132"/>
                  </a:lnTo>
                  <a:lnTo>
                    <a:pt x="2032238" y="375715"/>
                  </a:lnTo>
                  <a:lnTo>
                    <a:pt x="1983252" y="337891"/>
                  </a:lnTo>
                  <a:lnTo>
                    <a:pt x="1934878" y="302020"/>
                  </a:lnTo>
                  <a:lnTo>
                    <a:pt x="1887078" y="268371"/>
                  </a:lnTo>
                  <a:lnTo>
                    <a:pt x="1839718" y="237122"/>
                  </a:lnTo>
                  <a:lnTo>
                    <a:pt x="1792544" y="208359"/>
                  </a:lnTo>
                  <a:lnTo>
                    <a:pt x="1745176" y="182082"/>
                  </a:lnTo>
                  <a:lnTo>
                    <a:pt x="1719082" y="168780"/>
                  </a:lnTo>
                  <a:lnTo>
                    <a:pt x="1670911" y="146480"/>
                  </a:lnTo>
                  <a:lnTo>
                    <a:pt x="1621015" y="126507"/>
                  </a:lnTo>
                  <a:lnTo>
                    <a:pt x="1568554" y="108730"/>
                  </a:lnTo>
                  <a:lnTo>
                    <a:pt x="1512589" y="92935"/>
                  </a:lnTo>
                  <a:lnTo>
                    <a:pt x="1452172" y="78886"/>
                  </a:lnTo>
                  <a:lnTo>
                    <a:pt x="1386437" y="66358"/>
                  </a:lnTo>
                  <a:lnTo>
                    <a:pt x="1314712" y="55159"/>
                  </a:lnTo>
                  <a:lnTo>
                    <a:pt x="1236679" y="45138"/>
                  </a:lnTo>
                  <a:lnTo>
                    <a:pt x="1152574" y="36188"/>
                  </a:lnTo>
                  <a:lnTo>
                    <a:pt x="1063427" y="28250"/>
                  </a:lnTo>
                  <a:lnTo>
                    <a:pt x="971271" y="21307"/>
                  </a:lnTo>
                  <a:lnTo>
                    <a:pt x="879239" y="15373"/>
                  </a:lnTo>
                  <a:lnTo>
                    <a:pt x="791429" y="10473"/>
                  </a:lnTo>
                  <a:lnTo>
                    <a:pt x="712415" y="6617"/>
                  </a:lnTo>
                  <a:lnTo>
                    <a:pt x="646441" y="3777"/>
                  </a:lnTo>
                  <a:lnTo>
                    <a:pt x="596467" y="1866"/>
                  </a:lnTo>
                  <a:lnTo>
                    <a:pt x="563376" y="734"/>
                  </a:lnTo>
                  <a:lnTo>
                    <a:pt x="545624" y="189"/>
                  </a:lnTo>
                  <a:lnTo>
                    <a:pt x="539350" y="1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546595" y="1403801"/>
              <a:ext cx="8234974" cy="1012683"/>
            </a:xfrm>
            <a:custGeom>
              <a:avLst/>
              <a:pathLst>
                <a:path w="8234974" h="1012683">
                  <a:moveTo>
                    <a:pt x="0" y="0"/>
                  </a:moveTo>
                  <a:lnTo>
                    <a:pt x="538736" y="0"/>
                  </a:lnTo>
                  <a:lnTo>
                    <a:pt x="540020" y="33"/>
                  </a:lnTo>
                  <a:lnTo>
                    <a:pt x="548397" y="270"/>
                  </a:lnTo>
                  <a:lnTo>
                    <a:pt x="569289" y="927"/>
                  </a:lnTo>
                  <a:lnTo>
                    <a:pt x="606071" y="2216"/>
                  </a:lnTo>
                  <a:lnTo>
                    <a:pt x="659747" y="4322"/>
                  </a:lnTo>
                  <a:lnTo>
                    <a:pt x="728922" y="7382"/>
                  </a:lnTo>
                  <a:lnTo>
                    <a:pt x="810276" y="11468"/>
                  </a:lnTo>
                  <a:lnTo>
                    <a:pt x="899410" y="16599"/>
                  </a:lnTo>
                  <a:lnTo>
                    <a:pt x="991793" y="22759"/>
                  </a:lnTo>
                  <a:lnTo>
                    <a:pt x="1083515" y="29922"/>
                  </a:lnTo>
                  <a:lnTo>
                    <a:pt x="1171683" y="38081"/>
                  </a:lnTo>
                  <a:lnTo>
                    <a:pt x="1254500" y="47261"/>
                  </a:lnTo>
                  <a:lnTo>
                    <a:pt x="1331134" y="57533"/>
                  </a:lnTo>
                  <a:lnTo>
                    <a:pt x="1401490" y="69011"/>
                  </a:lnTo>
                  <a:lnTo>
                    <a:pt x="1465981" y="81858"/>
                  </a:lnTo>
                  <a:lnTo>
                    <a:pt x="1525332" y="96274"/>
                  </a:lnTo>
                  <a:lnTo>
                    <a:pt x="1580439" y="112487"/>
                  </a:lnTo>
                  <a:lnTo>
                    <a:pt x="1632253" y="130734"/>
                  </a:lnTo>
                  <a:lnTo>
                    <a:pt x="1681700" y="151216"/>
                  </a:lnTo>
                  <a:lnTo>
                    <a:pt x="1719082" y="168780"/>
                  </a:lnTo>
                  <a:lnTo>
                    <a:pt x="1766771" y="193726"/>
                  </a:lnTo>
                  <a:lnTo>
                    <a:pt x="1813994" y="221129"/>
                  </a:lnTo>
                  <a:lnTo>
                    <a:pt x="1861213" y="251027"/>
                  </a:lnTo>
                  <a:lnTo>
                    <a:pt x="1908749" y="283383"/>
                  </a:lnTo>
                  <a:lnTo>
                    <a:pt x="1956800" y="318070"/>
                  </a:lnTo>
                  <a:lnTo>
                    <a:pt x="2005453" y="354869"/>
                  </a:lnTo>
                  <a:lnTo>
                    <a:pt x="2054704" y="393467"/>
                  </a:lnTo>
                  <a:lnTo>
                    <a:pt x="2104464" y="433467"/>
                  </a:lnTo>
                  <a:lnTo>
                    <a:pt x="2154581" y="474401"/>
                  </a:lnTo>
                  <a:lnTo>
                    <a:pt x="2204863" y="515752"/>
                  </a:lnTo>
                  <a:lnTo>
                    <a:pt x="2255096" y="556979"/>
                  </a:lnTo>
                  <a:lnTo>
                    <a:pt x="2305073" y="597550"/>
                  </a:lnTo>
                  <a:lnTo>
                    <a:pt x="2354617" y="636967"/>
                  </a:lnTo>
                  <a:lnTo>
                    <a:pt x="2403602" y="674791"/>
                  </a:lnTo>
                  <a:lnTo>
                    <a:pt x="2451977" y="710662"/>
                  </a:lnTo>
                  <a:lnTo>
                    <a:pt x="2499776" y="744311"/>
                  </a:lnTo>
                  <a:lnTo>
                    <a:pt x="2547137" y="775560"/>
                  </a:lnTo>
                  <a:lnTo>
                    <a:pt x="2594310" y="804324"/>
                  </a:lnTo>
                  <a:lnTo>
                    <a:pt x="2641678" y="830600"/>
                  </a:lnTo>
                  <a:lnTo>
                    <a:pt x="2667772" y="843902"/>
                  </a:lnTo>
                  <a:lnTo>
                    <a:pt x="2715944" y="866202"/>
                  </a:lnTo>
                  <a:lnTo>
                    <a:pt x="2765839" y="886175"/>
                  </a:lnTo>
                  <a:lnTo>
                    <a:pt x="2818301" y="903952"/>
                  </a:lnTo>
                  <a:lnTo>
                    <a:pt x="2874266" y="919748"/>
                  </a:lnTo>
                  <a:lnTo>
                    <a:pt x="2934682" y="933797"/>
                  </a:lnTo>
                  <a:lnTo>
                    <a:pt x="3000417" y="946324"/>
                  </a:lnTo>
                  <a:lnTo>
                    <a:pt x="3072142" y="957523"/>
                  </a:lnTo>
                  <a:lnTo>
                    <a:pt x="3150176" y="967545"/>
                  </a:lnTo>
                  <a:lnTo>
                    <a:pt x="3234280" y="976495"/>
                  </a:lnTo>
                  <a:lnTo>
                    <a:pt x="3323427" y="984432"/>
                  </a:lnTo>
                  <a:lnTo>
                    <a:pt x="3415584" y="991375"/>
                  </a:lnTo>
                  <a:lnTo>
                    <a:pt x="3507616" y="997309"/>
                  </a:lnTo>
                  <a:lnTo>
                    <a:pt x="3595426" y="1002209"/>
                  </a:lnTo>
                  <a:lnTo>
                    <a:pt x="3674440" y="1006065"/>
                  </a:lnTo>
                  <a:lnTo>
                    <a:pt x="3740413" y="1008905"/>
                  </a:lnTo>
                  <a:lnTo>
                    <a:pt x="3790388" y="1010817"/>
                  </a:lnTo>
                  <a:lnTo>
                    <a:pt x="3823478" y="1011948"/>
                  </a:lnTo>
                  <a:lnTo>
                    <a:pt x="3841231" y="1012493"/>
                  </a:lnTo>
                  <a:lnTo>
                    <a:pt x="3847504" y="1012667"/>
                  </a:lnTo>
                  <a:lnTo>
                    <a:pt x="3848118" y="1012683"/>
                  </a:lnTo>
                  <a:lnTo>
                    <a:pt x="4386855" y="1012683"/>
                  </a:lnTo>
                  <a:lnTo>
                    <a:pt x="4388148" y="1012659"/>
                  </a:lnTo>
                  <a:lnTo>
                    <a:pt x="4396582" y="1012485"/>
                  </a:lnTo>
                  <a:lnTo>
                    <a:pt x="4417612" y="1012005"/>
                  </a:lnTo>
                  <a:lnTo>
                    <a:pt x="4454623" y="1011063"/>
                  </a:lnTo>
                  <a:lnTo>
                    <a:pt x="4508604" y="1009523"/>
                  </a:lnTo>
                  <a:lnTo>
                    <a:pt x="4578129" y="1007288"/>
                  </a:lnTo>
                  <a:lnTo>
                    <a:pt x="4659832" y="1004303"/>
                  </a:lnTo>
                  <a:lnTo>
                    <a:pt x="4749274" y="1000556"/>
                  </a:lnTo>
                  <a:lnTo>
                    <a:pt x="4841900" y="996060"/>
                  </a:lnTo>
                  <a:lnTo>
                    <a:pt x="4933787" y="990832"/>
                  </a:lnTo>
                  <a:lnTo>
                    <a:pt x="5022048" y="984878"/>
                  </a:lnTo>
                  <a:lnTo>
                    <a:pt x="5104900" y="978178"/>
                  </a:lnTo>
                  <a:lnTo>
                    <a:pt x="5181527" y="970680"/>
                  </a:lnTo>
                  <a:lnTo>
                    <a:pt x="5251853" y="962299"/>
                  </a:lnTo>
                  <a:lnTo>
                    <a:pt x="5316306" y="952916"/>
                  </a:lnTo>
                  <a:lnTo>
                    <a:pt x="5375626" y="942383"/>
                  </a:lnTo>
                  <a:lnTo>
                    <a:pt x="5430716" y="930531"/>
                  </a:lnTo>
                  <a:lnTo>
                    <a:pt x="5482537" y="917191"/>
                  </a:lnTo>
                  <a:lnTo>
                    <a:pt x="5532016" y="902215"/>
                  </a:lnTo>
                  <a:lnTo>
                    <a:pt x="5567201" y="890181"/>
                  </a:lnTo>
                  <a:lnTo>
                    <a:pt x="5616986" y="871233"/>
                  </a:lnTo>
                  <a:lnTo>
                    <a:pt x="5666288" y="850338"/>
                  </a:lnTo>
                  <a:lnTo>
                    <a:pt x="5715621" y="827468"/>
                  </a:lnTo>
                  <a:lnTo>
                    <a:pt x="5765335" y="802663"/>
                  </a:lnTo>
                  <a:lnTo>
                    <a:pt x="5815634" y="776039"/>
                  </a:lnTo>
                  <a:lnTo>
                    <a:pt x="5866597" y="747792"/>
                  </a:lnTo>
                  <a:lnTo>
                    <a:pt x="5918194" y="718199"/>
                  </a:lnTo>
                  <a:lnTo>
                    <a:pt x="5970300" y="687607"/>
                  </a:lnTo>
                  <a:lnTo>
                    <a:pt x="6022725" y="656417"/>
                  </a:lnTo>
                  <a:lnTo>
                    <a:pt x="6075237" y="625066"/>
                  </a:lnTo>
                  <a:lnTo>
                    <a:pt x="6127594" y="594002"/>
                  </a:lnTo>
                  <a:lnTo>
                    <a:pt x="6179573" y="563654"/>
                  </a:lnTo>
                  <a:lnTo>
                    <a:pt x="6230998" y="534410"/>
                  </a:lnTo>
                  <a:lnTo>
                    <a:pt x="6281773" y="506599"/>
                  </a:lnTo>
                  <a:lnTo>
                    <a:pt x="6331893" y="480473"/>
                  </a:lnTo>
                  <a:lnTo>
                    <a:pt x="6381472" y="456208"/>
                  </a:lnTo>
                  <a:lnTo>
                    <a:pt x="6430754" y="433897"/>
                  </a:lnTo>
                  <a:lnTo>
                    <a:pt x="6480133" y="413559"/>
                  </a:lnTo>
                  <a:lnTo>
                    <a:pt x="6515891" y="400173"/>
                  </a:lnTo>
                  <a:lnTo>
                    <a:pt x="6564179" y="383951"/>
                  </a:lnTo>
                  <a:lnTo>
                    <a:pt x="6614202" y="369426"/>
                  </a:lnTo>
                  <a:lnTo>
                    <a:pt x="6666806" y="356501"/>
                  </a:lnTo>
                  <a:lnTo>
                    <a:pt x="6722939" y="345021"/>
                  </a:lnTo>
                  <a:lnTo>
                    <a:pt x="6783552" y="334812"/>
                  </a:lnTo>
                  <a:lnTo>
                    <a:pt x="6849519" y="325711"/>
                  </a:lnTo>
                  <a:lnTo>
                    <a:pt x="6921512" y="317578"/>
                  </a:lnTo>
                  <a:lnTo>
                    <a:pt x="6999844" y="310301"/>
                  </a:lnTo>
                  <a:lnTo>
                    <a:pt x="7084265" y="303805"/>
                  </a:lnTo>
                  <a:lnTo>
                    <a:pt x="7173719" y="298047"/>
                  </a:lnTo>
                  <a:lnTo>
                    <a:pt x="7266135" y="293014"/>
                  </a:lnTo>
                  <a:lnTo>
                    <a:pt x="7358327" y="288717"/>
                  </a:lnTo>
                  <a:lnTo>
                    <a:pt x="7446150" y="285174"/>
                  </a:lnTo>
                  <a:lnTo>
                    <a:pt x="7524993" y="282393"/>
                  </a:lnTo>
                  <a:lnTo>
                    <a:pt x="7590608" y="280352"/>
                  </a:lnTo>
                  <a:lnTo>
                    <a:pt x="7640077" y="278984"/>
                  </a:lnTo>
                  <a:lnTo>
                    <a:pt x="7672596" y="278181"/>
                  </a:lnTo>
                  <a:lnTo>
                    <a:pt x="7689820" y="277799"/>
                  </a:lnTo>
                  <a:lnTo>
                    <a:pt x="7695723" y="277680"/>
                  </a:lnTo>
                  <a:lnTo>
                    <a:pt x="7696237" y="277671"/>
                  </a:lnTo>
                  <a:lnTo>
                    <a:pt x="8234974" y="2776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546595" y="1398356"/>
              <a:ext cx="8234974" cy="1012683"/>
            </a:xfrm>
            <a:custGeom>
              <a:avLst/>
              <a:pathLst>
                <a:path w="8234974" h="1012683">
                  <a:moveTo>
                    <a:pt x="8234974" y="277671"/>
                  </a:moveTo>
                  <a:lnTo>
                    <a:pt x="7696237" y="277671"/>
                  </a:lnTo>
                  <a:lnTo>
                    <a:pt x="7694945" y="277695"/>
                  </a:lnTo>
                  <a:lnTo>
                    <a:pt x="7686511" y="277869"/>
                  </a:lnTo>
                  <a:lnTo>
                    <a:pt x="7665481" y="278349"/>
                  </a:lnTo>
                  <a:lnTo>
                    <a:pt x="7628470" y="279291"/>
                  </a:lnTo>
                  <a:lnTo>
                    <a:pt x="7574488" y="280830"/>
                  </a:lnTo>
                  <a:lnTo>
                    <a:pt x="7504963" y="283066"/>
                  </a:lnTo>
                  <a:lnTo>
                    <a:pt x="7423260" y="286051"/>
                  </a:lnTo>
                  <a:lnTo>
                    <a:pt x="7333818" y="289797"/>
                  </a:lnTo>
                  <a:lnTo>
                    <a:pt x="7241193" y="294293"/>
                  </a:lnTo>
                  <a:lnTo>
                    <a:pt x="7149305" y="299521"/>
                  </a:lnTo>
                  <a:lnTo>
                    <a:pt x="7061044" y="305476"/>
                  </a:lnTo>
                  <a:lnTo>
                    <a:pt x="6978193" y="312176"/>
                  </a:lnTo>
                  <a:lnTo>
                    <a:pt x="6901565" y="319673"/>
                  </a:lnTo>
                  <a:lnTo>
                    <a:pt x="6831239" y="328054"/>
                  </a:lnTo>
                  <a:lnTo>
                    <a:pt x="6766786" y="337438"/>
                  </a:lnTo>
                  <a:lnTo>
                    <a:pt x="6707467" y="347971"/>
                  </a:lnTo>
                  <a:lnTo>
                    <a:pt x="6652376" y="359822"/>
                  </a:lnTo>
                  <a:lnTo>
                    <a:pt x="6600556" y="373163"/>
                  </a:lnTo>
                  <a:lnTo>
                    <a:pt x="6551076" y="388138"/>
                  </a:lnTo>
                  <a:lnTo>
                    <a:pt x="6515891" y="400173"/>
                  </a:lnTo>
                  <a:lnTo>
                    <a:pt x="6466107" y="419121"/>
                  </a:lnTo>
                  <a:lnTo>
                    <a:pt x="6416805" y="440016"/>
                  </a:lnTo>
                  <a:lnTo>
                    <a:pt x="6367471" y="462886"/>
                  </a:lnTo>
                  <a:lnTo>
                    <a:pt x="6317758" y="487691"/>
                  </a:lnTo>
                  <a:lnTo>
                    <a:pt x="6267458" y="514315"/>
                  </a:lnTo>
                  <a:lnTo>
                    <a:pt x="6216495" y="542561"/>
                  </a:lnTo>
                  <a:lnTo>
                    <a:pt x="6164899" y="572154"/>
                  </a:lnTo>
                  <a:lnTo>
                    <a:pt x="6112793" y="602747"/>
                  </a:lnTo>
                  <a:lnTo>
                    <a:pt x="6060368" y="633937"/>
                  </a:lnTo>
                  <a:lnTo>
                    <a:pt x="6007855" y="665287"/>
                  </a:lnTo>
                  <a:lnTo>
                    <a:pt x="5955498" y="696351"/>
                  </a:lnTo>
                  <a:lnTo>
                    <a:pt x="5903520" y="726700"/>
                  </a:lnTo>
                  <a:lnTo>
                    <a:pt x="5852094" y="755943"/>
                  </a:lnTo>
                  <a:lnTo>
                    <a:pt x="5801320" y="783755"/>
                  </a:lnTo>
                  <a:lnTo>
                    <a:pt x="5751200" y="809880"/>
                  </a:lnTo>
                  <a:lnTo>
                    <a:pt x="5701620" y="834146"/>
                  </a:lnTo>
                  <a:lnTo>
                    <a:pt x="5652338" y="856457"/>
                  </a:lnTo>
                  <a:lnTo>
                    <a:pt x="5602960" y="876795"/>
                  </a:lnTo>
                  <a:lnTo>
                    <a:pt x="5567201" y="890181"/>
                  </a:lnTo>
                  <a:lnTo>
                    <a:pt x="5518913" y="906403"/>
                  </a:lnTo>
                  <a:lnTo>
                    <a:pt x="5468891" y="920928"/>
                  </a:lnTo>
                  <a:lnTo>
                    <a:pt x="5416286" y="933853"/>
                  </a:lnTo>
                  <a:lnTo>
                    <a:pt x="5360154" y="945333"/>
                  </a:lnTo>
                  <a:lnTo>
                    <a:pt x="5299540" y="955541"/>
                  </a:lnTo>
                  <a:lnTo>
                    <a:pt x="5233573" y="964642"/>
                  </a:lnTo>
                  <a:lnTo>
                    <a:pt x="5161581" y="972776"/>
                  </a:lnTo>
                  <a:lnTo>
                    <a:pt x="5083248" y="980052"/>
                  </a:lnTo>
                  <a:lnTo>
                    <a:pt x="4998828" y="986548"/>
                  </a:lnTo>
                  <a:lnTo>
                    <a:pt x="4909374" y="992307"/>
                  </a:lnTo>
                  <a:lnTo>
                    <a:pt x="4816958" y="997340"/>
                  </a:lnTo>
                  <a:lnTo>
                    <a:pt x="4724765" y="1001637"/>
                  </a:lnTo>
                  <a:lnTo>
                    <a:pt x="4636943" y="1005179"/>
                  </a:lnTo>
                  <a:lnTo>
                    <a:pt x="4558100" y="1007960"/>
                  </a:lnTo>
                  <a:lnTo>
                    <a:pt x="4492485" y="1010002"/>
                  </a:lnTo>
                  <a:lnTo>
                    <a:pt x="4443016" y="1011369"/>
                  </a:lnTo>
                  <a:lnTo>
                    <a:pt x="4410496" y="1012173"/>
                  </a:lnTo>
                  <a:lnTo>
                    <a:pt x="4393273" y="1012555"/>
                  </a:lnTo>
                  <a:lnTo>
                    <a:pt x="4387369" y="1012673"/>
                  </a:lnTo>
                  <a:lnTo>
                    <a:pt x="4386855" y="1012683"/>
                  </a:lnTo>
                  <a:lnTo>
                    <a:pt x="3848118" y="1012683"/>
                  </a:lnTo>
                  <a:lnTo>
                    <a:pt x="3846835" y="1012650"/>
                  </a:lnTo>
                  <a:lnTo>
                    <a:pt x="3838458" y="1012412"/>
                  </a:lnTo>
                  <a:lnTo>
                    <a:pt x="3817566" y="1011755"/>
                  </a:lnTo>
                  <a:lnTo>
                    <a:pt x="3780783" y="1010467"/>
                  </a:lnTo>
                  <a:lnTo>
                    <a:pt x="3727108" y="1008360"/>
                  </a:lnTo>
                  <a:lnTo>
                    <a:pt x="3657932" y="1005301"/>
                  </a:lnTo>
                  <a:lnTo>
                    <a:pt x="3576578" y="1001214"/>
                  </a:lnTo>
                  <a:lnTo>
                    <a:pt x="3487445" y="996083"/>
                  </a:lnTo>
                  <a:lnTo>
                    <a:pt x="3395061" y="989924"/>
                  </a:lnTo>
                  <a:lnTo>
                    <a:pt x="3303339" y="982760"/>
                  </a:lnTo>
                  <a:lnTo>
                    <a:pt x="3215172" y="974601"/>
                  </a:lnTo>
                  <a:lnTo>
                    <a:pt x="3132354" y="965421"/>
                  </a:lnTo>
                  <a:lnTo>
                    <a:pt x="3055720" y="955149"/>
                  </a:lnTo>
                  <a:lnTo>
                    <a:pt x="2985365" y="943671"/>
                  </a:lnTo>
                  <a:lnTo>
                    <a:pt x="2920874" y="930824"/>
                  </a:lnTo>
                  <a:lnTo>
                    <a:pt x="2861522" y="916409"/>
                  </a:lnTo>
                  <a:lnTo>
                    <a:pt x="2806416" y="900195"/>
                  </a:lnTo>
                  <a:lnTo>
                    <a:pt x="2754601" y="881948"/>
                  </a:lnTo>
                  <a:lnTo>
                    <a:pt x="2705155" y="861466"/>
                  </a:lnTo>
                  <a:lnTo>
                    <a:pt x="2667772" y="843902"/>
                  </a:lnTo>
                  <a:lnTo>
                    <a:pt x="2620084" y="818957"/>
                  </a:lnTo>
                  <a:lnTo>
                    <a:pt x="2572861" y="791554"/>
                  </a:lnTo>
                  <a:lnTo>
                    <a:pt x="2525642" y="761655"/>
                  </a:lnTo>
                  <a:lnTo>
                    <a:pt x="2478106" y="729299"/>
                  </a:lnTo>
                  <a:lnTo>
                    <a:pt x="2430055" y="694612"/>
                  </a:lnTo>
                  <a:lnTo>
                    <a:pt x="2381401" y="657814"/>
                  </a:lnTo>
                  <a:lnTo>
                    <a:pt x="2332150" y="619215"/>
                  </a:lnTo>
                  <a:lnTo>
                    <a:pt x="2282391" y="579215"/>
                  </a:lnTo>
                  <a:lnTo>
                    <a:pt x="2232273" y="538281"/>
                  </a:lnTo>
                  <a:lnTo>
                    <a:pt x="2181991" y="496931"/>
                  </a:lnTo>
                  <a:lnTo>
                    <a:pt x="2131759" y="455703"/>
                  </a:lnTo>
                  <a:lnTo>
                    <a:pt x="2081782" y="415132"/>
                  </a:lnTo>
                  <a:lnTo>
                    <a:pt x="2032238" y="375715"/>
                  </a:lnTo>
                  <a:lnTo>
                    <a:pt x="1983252" y="337891"/>
                  </a:lnTo>
                  <a:lnTo>
                    <a:pt x="1934878" y="302020"/>
                  </a:lnTo>
                  <a:lnTo>
                    <a:pt x="1887078" y="268371"/>
                  </a:lnTo>
                  <a:lnTo>
                    <a:pt x="1839718" y="237122"/>
                  </a:lnTo>
                  <a:lnTo>
                    <a:pt x="1792544" y="208359"/>
                  </a:lnTo>
                  <a:lnTo>
                    <a:pt x="1745176" y="182082"/>
                  </a:lnTo>
                  <a:lnTo>
                    <a:pt x="1719082" y="168780"/>
                  </a:lnTo>
                  <a:lnTo>
                    <a:pt x="1670911" y="146480"/>
                  </a:lnTo>
                  <a:lnTo>
                    <a:pt x="1621015" y="126507"/>
                  </a:lnTo>
                  <a:lnTo>
                    <a:pt x="1568554" y="108730"/>
                  </a:lnTo>
                  <a:lnTo>
                    <a:pt x="1512589" y="92935"/>
                  </a:lnTo>
                  <a:lnTo>
                    <a:pt x="1452172" y="78886"/>
                  </a:lnTo>
                  <a:lnTo>
                    <a:pt x="1386437" y="66358"/>
                  </a:lnTo>
                  <a:lnTo>
                    <a:pt x="1314712" y="55159"/>
                  </a:lnTo>
                  <a:lnTo>
                    <a:pt x="1236679" y="45138"/>
                  </a:lnTo>
                  <a:lnTo>
                    <a:pt x="1152574" y="36188"/>
                  </a:lnTo>
                  <a:lnTo>
                    <a:pt x="1063427" y="28250"/>
                  </a:lnTo>
                  <a:lnTo>
                    <a:pt x="971271" y="21307"/>
                  </a:lnTo>
                  <a:lnTo>
                    <a:pt x="879239" y="15373"/>
                  </a:lnTo>
                  <a:lnTo>
                    <a:pt x="791429" y="10473"/>
                  </a:lnTo>
                  <a:lnTo>
                    <a:pt x="712415" y="6617"/>
                  </a:lnTo>
                  <a:lnTo>
                    <a:pt x="646441" y="3777"/>
                  </a:lnTo>
                  <a:lnTo>
                    <a:pt x="596467" y="1866"/>
                  </a:lnTo>
                  <a:lnTo>
                    <a:pt x="563376" y="734"/>
                  </a:lnTo>
                  <a:lnTo>
                    <a:pt x="545624" y="189"/>
                  </a:lnTo>
                  <a:lnTo>
                    <a:pt x="539350" y="1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546595" y="1403801"/>
              <a:ext cx="8234974" cy="1034461"/>
            </a:xfrm>
            <a:custGeom>
              <a:avLst/>
              <a:pathLst>
                <a:path w="8234974" h="1034461">
                  <a:moveTo>
                    <a:pt x="0" y="10889"/>
                  </a:moveTo>
                  <a:lnTo>
                    <a:pt x="538736" y="10889"/>
                  </a:lnTo>
                  <a:lnTo>
                    <a:pt x="540019" y="10922"/>
                  </a:lnTo>
                  <a:lnTo>
                    <a:pt x="548394" y="11162"/>
                  </a:lnTo>
                  <a:lnTo>
                    <a:pt x="569280" y="11826"/>
                  </a:lnTo>
                  <a:lnTo>
                    <a:pt x="606052" y="13128"/>
                  </a:lnTo>
                  <a:lnTo>
                    <a:pt x="659713" y="15256"/>
                  </a:lnTo>
                  <a:lnTo>
                    <a:pt x="728873" y="18348"/>
                  </a:lnTo>
                  <a:lnTo>
                    <a:pt x="810211" y="22477"/>
                  </a:lnTo>
                  <a:lnTo>
                    <a:pt x="899330" y="27662"/>
                  </a:lnTo>
                  <a:lnTo>
                    <a:pt x="991703" y="33886"/>
                  </a:lnTo>
                  <a:lnTo>
                    <a:pt x="1083417" y="41124"/>
                  </a:lnTo>
                  <a:lnTo>
                    <a:pt x="1171581" y="49369"/>
                  </a:lnTo>
                  <a:lnTo>
                    <a:pt x="1254397" y="58646"/>
                  </a:lnTo>
                  <a:lnTo>
                    <a:pt x="1331031" y="69025"/>
                  </a:lnTo>
                  <a:lnTo>
                    <a:pt x="1401388" y="80624"/>
                  </a:lnTo>
                  <a:lnTo>
                    <a:pt x="1465880" y="93605"/>
                  </a:lnTo>
                  <a:lnTo>
                    <a:pt x="1525233" y="108171"/>
                  </a:lnTo>
                  <a:lnTo>
                    <a:pt x="1580341" y="124554"/>
                  </a:lnTo>
                  <a:lnTo>
                    <a:pt x="1632155" y="142991"/>
                  </a:lnTo>
                  <a:lnTo>
                    <a:pt x="1681600" y="163686"/>
                  </a:lnTo>
                  <a:lnTo>
                    <a:pt x="1719082" y="181484"/>
                  </a:lnTo>
                  <a:lnTo>
                    <a:pt x="1766685" y="206650"/>
                  </a:lnTo>
                  <a:lnTo>
                    <a:pt x="1813823" y="234291"/>
                  </a:lnTo>
                  <a:lnTo>
                    <a:pt x="1860956" y="264445"/>
                  </a:lnTo>
                  <a:lnTo>
                    <a:pt x="1908403" y="297074"/>
                  </a:lnTo>
                  <a:lnTo>
                    <a:pt x="1956362" y="332052"/>
                  </a:lnTo>
                  <a:lnTo>
                    <a:pt x="2004922" y="369160"/>
                  </a:lnTo>
                  <a:lnTo>
                    <a:pt x="2054077" y="408083"/>
                  </a:lnTo>
                  <a:lnTo>
                    <a:pt x="2103741" y="448424"/>
                  </a:lnTo>
                  <a:lnTo>
                    <a:pt x="2153764" y="489713"/>
                  </a:lnTo>
                  <a:lnTo>
                    <a:pt x="2203953" y="531430"/>
                  </a:lnTo>
                  <a:lnTo>
                    <a:pt x="2254098" y="573033"/>
                  </a:lnTo>
                  <a:lnTo>
                    <a:pt x="2303992" y="613985"/>
                  </a:lnTo>
                  <a:lnTo>
                    <a:pt x="2353457" y="653785"/>
                  </a:lnTo>
                  <a:lnTo>
                    <a:pt x="2402369" y="691991"/>
                  </a:lnTo>
                  <a:lnTo>
                    <a:pt x="2450672" y="728238"/>
                  </a:lnTo>
                  <a:lnTo>
                    <a:pt x="2498400" y="762252"/>
                  </a:lnTo>
                  <a:lnTo>
                    <a:pt x="2545685" y="793854"/>
                  </a:lnTo>
                  <a:lnTo>
                    <a:pt x="2592774" y="822954"/>
                  </a:lnTo>
                  <a:lnTo>
                    <a:pt x="2640042" y="849549"/>
                  </a:lnTo>
                  <a:lnTo>
                    <a:pt x="2667772" y="863866"/>
                  </a:lnTo>
                  <a:lnTo>
                    <a:pt x="2715939" y="886403"/>
                  </a:lnTo>
                  <a:lnTo>
                    <a:pt x="2765828" y="906589"/>
                  </a:lnTo>
                  <a:lnTo>
                    <a:pt x="2818283" y="924556"/>
                  </a:lnTo>
                  <a:lnTo>
                    <a:pt x="2874241" y="940520"/>
                  </a:lnTo>
                  <a:lnTo>
                    <a:pt x="2934648" y="954719"/>
                  </a:lnTo>
                  <a:lnTo>
                    <a:pt x="3000373" y="967381"/>
                  </a:lnTo>
                  <a:lnTo>
                    <a:pt x="3072086" y="978700"/>
                  </a:lnTo>
                  <a:lnTo>
                    <a:pt x="3150106" y="988829"/>
                  </a:lnTo>
                  <a:lnTo>
                    <a:pt x="3234196" y="997875"/>
                  </a:lnTo>
                  <a:lnTo>
                    <a:pt x="3323329" y="1005898"/>
                  </a:lnTo>
                  <a:lnTo>
                    <a:pt x="3415474" y="1012916"/>
                  </a:lnTo>
                  <a:lnTo>
                    <a:pt x="3507498" y="1018915"/>
                  </a:lnTo>
                  <a:lnTo>
                    <a:pt x="3595307" y="1023869"/>
                  </a:lnTo>
                  <a:lnTo>
                    <a:pt x="3674329" y="1027767"/>
                  </a:lnTo>
                  <a:lnTo>
                    <a:pt x="3740319" y="1030639"/>
                  </a:lnTo>
                  <a:lnTo>
                    <a:pt x="3790316" y="1032572"/>
                  </a:lnTo>
                  <a:lnTo>
                    <a:pt x="3823432" y="1033717"/>
                  </a:lnTo>
                  <a:lnTo>
                    <a:pt x="3841209" y="1034269"/>
                  </a:lnTo>
                  <a:lnTo>
                    <a:pt x="3847500" y="1034445"/>
                  </a:lnTo>
                  <a:lnTo>
                    <a:pt x="3848118" y="1034461"/>
                  </a:lnTo>
                  <a:lnTo>
                    <a:pt x="4386855" y="1034461"/>
                  </a:lnTo>
                  <a:lnTo>
                    <a:pt x="4388155" y="1034448"/>
                  </a:lnTo>
                  <a:lnTo>
                    <a:pt x="4396634" y="1034352"/>
                  </a:lnTo>
                  <a:lnTo>
                    <a:pt x="4417773" y="1034087"/>
                  </a:lnTo>
                  <a:lnTo>
                    <a:pt x="4454964" y="1033568"/>
                  </a:lnTo>
                  <a:lnTo>
                    <a:pt x="4509187" y="1032719"/>
                  </a:lnTo>
                  <a:lnTo>
                    <a:pt x="4578987" y="1031488"/>
                  </a:lnTo>
                  <a:lnTo>
                    <a:pt x="4660965" y="1029843"/>
                  </a:lnTo>
                  <a:lnTo>
                    <a:pt x="4750649" y="1027780"/>
                  </a:lnTo>
                  <a:lnTo>
                    <a:pt x="4843464" y="1025304"/>
                  </a:lnTo>
                  <a:lnTo>
                    <a:pt x="4935480" y="1022426"/>
                  </a:lnTo>
                  <a:lnTo>
                    <a:pt x="5023813" y="1019148"/>
                  </a:lnTo>
                  <a:lnTo>
                    <a:pt x="5106691" y="1015460"/>
                  </a:lnTo>
                  <a:lnTo>
                    <a:pt x="5183313" y="1011331"/>
                  </a:lnTo>
                  <a:lnTo>
                    <a:pt x="5253615" y="1006716"/>
                  </a:lnTo>
                  <a:lnTo>
                    <a:pt x="5318038" y="1001547"/>
                  </a:lnTo>
                  <a:lnTo>
                    <a:pt x="5377333" y="995742"/>
                  </a:lnTo>
                  <a:lnTo>
                    <a:pt x="5432411" y="989210"/>
                  </a:lnTo>
                  <a:lnTo>
                    <a:pt x="5484238" y="981856"/>
                  </a:lnTo>
                  <a:lnTo>
                    <a:pt x="5533744" y="973599"/>
                  </a:lnTo>
                  <a:lnTo>
                    <a:pt x="5567201" y="967312"/>
                  </a:lnTo>
                  <a:lnTo>
                    <a:pt x="5618995" y="956481"/>
                  </a:lnTo>
                  <a:lnTo>
                    <a:pt x="5670291" y="944493"/>
                  </a:lnTo>
                  <a:lnTo>
                    <a:pt x="5721657" y="931334"/>
                  </a:lnTo>
                  <a:lnTo>
                    <a:pt x="5773470" y="917032"/>
                  </a:lnTo>
                  <a:lnTo>
                    <a:pt x="5825937" y="901666"/>
                  </a:lnTo>
                  <a:lnTo>
                    <a:pt x="5879126" y="885367"/>
                  </a:lnTo>
                  <a:lnTo>
                    <a:pt x="5932975" y="868316"/>
                  </a:lnTo>
                  <a:lnTo>
                    <a:pt x="5987323" y="850736"/>
                  </a:lnTo>
                  <a:lnTo>
                    <a:pt x="6041938" y="832885"/>
                  </a:lnTo>
                  <a:lnTo>
                    <a:pt x="6096551" y="815036"/>
                  </a:lnTo>
                  <a:lnTo>
                    <a:pt x="6150894" y="797462"/>
                  </a:lnTo>
                  <a:lnTo>
                    <a:pt x="6204734" y="780420"/>
                  </a:lnTo>
                  <a:lnTo>
                    <a:pt x="6257912" y="764133"/>
                  </a:lnTo>
                  <a:lnTo>
                    <a:pt x="6310370" y="748782"/>
                  </a:lnTo>
                  <a:lnTo>
                    <a:pt x="6362174" y="734496"/>
                  </a:lnTo>
                  <a:lnTo>
                    <a:pt x="6413536" y="721353"/>
                  </a:lnTo>
                  <a:lnTo>
                    <a:pt x="6464835" y="709382"/>
                  </a:lnTo>
                  <a:lnTo>
                    <a:pt x="6515891" y="698715"/>
                  </a:lnTo>
                  <a:lnTo>
                    <a:pt x="6564271" y="689807"/>
                  </a:lnTo>
                  <a:lnTo>
                    <a:pt x="6614393" y="681833"/>
                  </a:lnTo>
                  <a:lnTo>
                    <a:pt x="6667111" y="674739"/>
                  </a:lnTo>
                  <a:lnTo>
                    <a:pt x="6723375" y="668439"/>
                  </a:lnTo>
                  <a:lnTo>
                    <a:pt x="6784144" y="662838"/>
                  </a:lnTo>
                  <a:lnTo>
                    <a:pt x="6850293" y="657846"/>
                  </a:lnTo>
                  <a:lnTo>
                    <a:pt x="6922497" y="653385"/>
                  </a:lnTo>
                  <a:lnTo>
                    <a:pt x="7001065" y="649395"/>
                  </a:lnTo>
                  <a:lnTo>
                    <a:pt x="7085735" y="645834"/>
                  </a:lnTo>
                  <a:lnTo>
                    <a:pt x="7175430" y="642679"/>
                  </a:lnTo>
                  <a:lnTo>
                    <a:pt x="7268049" y="639923"/>
                  </a:lnTo>
                  <a:lnTo>
                    <a:pt x="7360365" y="637572"/>
                  </a:lnTo>
                  <a:lnTo>
                    <a:pt x="7448194" y="635636"/>
                  </a:lnTo>
                  <a:lnTo>
                    <a:pt x="7526898" y="634120"/>
                  </a:lnTo>
                  <a:lnTo>
                    <a:pt x="7592227" y="633009"/>
                  </a:lnTo>
                  <a:lnTo>
                    <a:pt x="7641295" y="632268"/>
                  </a:lnTo>
                  <a:lnTo>
                    <a:pt x="7673365" y="631835"/>
                  </a:lnTo>
                  <a:lnTo>
                    <a:pt x="7690175" y="631631"/>
                  </a:lnTo>
                  <a:lnTo>
                    <a:pt x="7695793" y="631570"/>
                  </a:lnTo>
                  <a:lnTo>
                    <a:pt x="7696237" y="631565"/>
                  </a:lnTo>
                  <a:lnTo>
                    <a:pt x="8234974" y="631565"/>
                  </a:lnTo>
                  <a:lnTo>
                    <a:pt x="8234974" y="620676"/>
                  </a:lnTo>
                  <a:lnTo>
                    <a:pt x="7696237" y="620676"/>
                  </a:lnTo>
                  <a:lnTo>
                    <a:pt x="7694938" y="620690"/>
                  </a:lnTo>
                  <a:lnTo>
                    <a:pt x="7686458" y="620786"/>
                  </a:lnTo>
                  <a:lnTo>
                    <a:pt x="7665319" y="621050"/>
                  </a:lnTo>
                  <a:lnTo>
                    <a:pt x="7628128" y="621569"/>
                  </a:lnTo>
                  <a:lnTo>
                    <a:pt x="7573906" y="622418"/>
                  </a:lnTo>
                  <a:lnTo>
                    <a:pt x="7504105" y="623650"/>
                  </a:lnTo>
                  <a:lnTo>
                    <a:pt x="7422128" y="625294"/>
                  </a:lnTo>
                  <a:lnTo>
                    <a:pt x="7332443" y="627357"/>
                  </a:lnTo>
                  <a:lnTo>
                    <a:pt x="7239628" y="629833"/>
                  </a:lnTo>
                  <a:lnTo>
                    <a:pt x="7147612" y="632711"/>
                  </a:lnTo>
                  <a:lnTo>
                    <a:pt x="7059279" y="635989"/>
                  </a:lnTo>
                  <a:lnTo>
                    <a:pt x="6976401" y="639678"/>
                  </a:lnTo>
                  <a:lnTo>
                    <a:pt x="6899779" y="643806"/>
                  </a:lnTo>
                  <a:lnTo>
                    <a:pt x="6829477" y="648422"/>
                  </a:lnTo>
                  <a:lnTo>
                    <a:pt x="6765054" y="653591"/>
                  </a:lnTo>
                  <a:lnTo>
                    <a:pt x="6705760" y="659395"/>
                  </a:lnTo>
                  <a:lnTo>
                    <a:pt x="6650682" y="665927"/>
                  </a:lnTo>
                  <a:lnTo>
                    <a:pt x="6598855" y="673282"/>
                  </a:lnTo>
                  <a:lnTo>
                    <a:pt x="6549348" y="681538"/>
                  </a:lnTo>
                  <a:lnTo>
                    <a:pt x="6515891" y="687826"/>
                  </a:lnTo>
                  <a:lnTo>
                    <a:pt x="6464097" y="698657"/>
                  </a:lnTo>
                  <a:lnTo>
                    <a:pt x="6412801" y="710644"/>
                  </a:lnTo>
                  <a:lnTo>
                    <a:pt x="6361435" y="723804"/>
                  </a:lnTo>
                  <a:lnTo>
                    <a:pt x="6309623" y="738106"/>
                  </a:lnTo>
                  <a:lnTo>
                    <a:pt x="6257155" y="753472"/>
                  </a:lnTo>
                  <a:lnTo>
                    <a:pt x="6203967" y="769770"/>
                  </a:lnTo>
                  <a:lnTo>
                    <a:pt x="6150118" y="786822"/>
                  </a:lnTo>
                  <a:lnTo>
                    <a:pt x="6095770" y="804401"/>
                  </a:lnTo>
                  <a:lnTo>
                    <a:pt x="6041154" y="822252"/>
                  </a:lnTo>
                  <a:lnTo>
                    <a:pt x="5986541" y="840102"/>
                  </a:lnTo>
                  <a:lnTo>
                    <a:pt x="5932199" y="857675"/>
                  </a:lnTo>
                  <a:lnTo>
                    <a:pt x="5878359" y="874717"/>
                  </a:lnTo>
                  <a:lnTo>
                    <a:pt x="5825180" y="891004"/>
                  </a:lnTo>
                  <a:lnTo>
                    <a:pt x="5772723" y="906355"/>
                  </a:lnTo>
                  <a:lnTo>
                    <a:pt x="5720919" y="920641"/>
                  </a:lnTo>
                  <a:lnTo>
                    <a:pt x="5669557" y="933784"/>
                  </a:lnTo>
                  <a:lnTo>
                    <a:pt x="5618258" y="945755"/>
                  </a:lnTo>
                  <a:lnTo>
                    <a:pt x="5567201" y="956423"/>
                  </a:lnTo>
                  <a:lnTo>
                    <a:pt x="5518821" y="965330"/>
                  </a:lnTo>
                  <a:lnTo>
                    <a:pt x="5468699" y="973305"/>
                  </a:lnTo>
                  <a:lnTo>
                    <a:pt x="5415982" y="980399"/>
                  </a:lnTo>
                  <a:lnTo>
                    <a:pt x="5359718" y="986698"/>
                  </a:lnTo>
                  <a:lnTo>
                    <a:pt x="5298949" y="992299"/>
                  </a:lnTo>
                  <a:lnTo>
                    <a:pt x="5232799" y="997291"/>
                  </a:lnTo>
                  <a:lnTo>
                    <a:pt x="5160595" y="1001752"/>
                  </a:lnTo>
                  <a:lnTo>
                    <a:pt x="5082027" y="1005742"/>
                  </a:lnTo>
                  <a:lnTo>
                    <a:pt x="4997358" y="1009303"/>
                  </a:lnTo>
                  <a:lnTo>
                    <a:pt x="4907662" y="1012458"/>
                  </a:lnTo>
                  <a:lnTo>
                    <a:pt x="4815044" y="1015214"/>
                  </a:lnTo>
                  <a:lnTo>
                    <a:pt x="4722727" y="1017565"/>
                  </a:lnTo>
                  <a:lnTo>
                    <a:pt x="4634898" y="1019501"/>
                  </a:lnTo>
                  <a:lnTo>
                    <a:pt x="4556195" y="1021018"/>
                  </a:lnTo>
                  <a:lnTo>
                    <a:pt x="4490866" y="1022128"/>
                  </a:lnTo>
                  <a:lnTo>
                    <a:pt x="4441797" y="1022869"/>
                  </a:lnTo>
                  <a:lnTo>
                    <a:pt x="4409727" y="1023302"/>
                  </a:lnTo>
                  <a:lnTo>
                    <a:pt x="4392918" y="1023506"/>
                  </a:lnTo>
                  <a:lnTo>
                    <a:pt x="4387299" y="1023567"/>
                  </a:lnTo>
                  <a:lnTo>
                    <a:pt x="4386855" y="1023572"/>
                  </a:lnTo>
                  <a:lnTo>
                    <a:pt x="3848118" y="1023572"/>
                  </a:lnTo>
                  <a:lnTo>
                    <a:pt x="3846835" y="1023538"/>
                  </a:lnTo>
                  <a:lnTo>
                    <a:pt x="3838461" y="1023298"/>
                  </a:lnTo>
                  <a:lnTo>
                    <a:pt x="3817575" y="1022635"/>
                  </a:lnTo>
                  <a:lnTo>
                    <a:pt x="3780803" y="1021333"/>
                  </a:lnTo>
                  <a:lnTo>
                    <a:pt x="3727141" y="1019204"/>
                  </a:lnTo>
                  <a:lnTo>
                    <a:pt x="3657981" y="1016113"/>
                  </a:lnTo>
                  <a:lnTo>
                    <a:pt x="3576643" y="1011984"/>
                  </a:lnTo>
                  <a:lnTo>
                    <a:pt x="3487524" y="1006799"/>
                  </a:lnTo>
                  <a:lnTo>
                    <a:pt x="3395152" y="1000575"/>
                  </a:lnTo>
                  <a:lnTo>
                    <a:pt x="3303437" y="993336"/>
                  </a:lnTo>
                  <a:lnTo>
                    <a:pt x="3215274" y="985091"/>
                  </a:lnTo>
                  <a:lnTo>
                    <a:pt x="3132458" y="975814"/>
                  </a:lnTo>
                  <a:lnTo>
                    <a:pt x="3055824" y="965435"/>
                  </a:lnTo>
                  <a:lnTo>
                    <a:pt x="2985467" y="953837"/>
                  </a:lnTo>
                  <a:lnTo>
                    <a:pt x="2920974" y="940856"/>
                  </a:lnTo>
                  <a:lnTo>
                    <a:pt x="2861621" y="926289"/>
                  </a:lnTo>
                  <a:lnTo>
                    <a:pt x="2806514" y="909906"/>
                  </a:lnTo>
                  <a:lnTo>
                    <a:pt x="2754700" y="891470"/>
                  </a:lnTo>
                  <a:lnTo>
                    <a:pt x="2705255" y="870775"/>
                  </a:lnTo>
                  <a:lnTo>
                    <a:pt x="2667772" y="852977"/>
                  </a:lnTo>
                  <a:lnTo>
                    <a:pt x="2620170" y="827810"/>
                  </a:lnTo>
                  <a:lnTo>
                    <a:pt x="2573032" y="800170"/>
                  </a:lnTo>
                  <a:lnTo>
                    <a:pt x="2525898" y="770016"/>
                  </a:lnTo>
                  <a:lnTo>
                    <a:pt x="2478451" y="737386"/>
                  </a:lnTo>
                  <a:lnTo>
                    <a:pt x="2430492" y="702408"/>
                  </a:lnTo>
                  <a:lnTo>
                    <a:pt x="2381932" y="665301"/>
                  </a:lnTo>
                  <a:lnTo>
                    <a:pt x="2332778" y="626378"/>
                  </a:lnTo>
                  <a:lnTo>
                    <a:pt x="2283114" y="586037"/>
                  </a:lnTo>
                  <a:lnTo>
                    <a:pt x="2233091" y="544748"/>
                  </a:lnTo>
                  <a:lnTo>
                    <a:pt x="2182901" y="503031"/>
                  </a:lnTo>
                  <a:lnTo>
                    <a:pt x="2132756" y="461428"/>
                  </a:lnTo>
                  <a:lnTo>
                    <a:pt x="2082863" y="420476"/>
                  </a:lnTo>
                  <a:lnTo>
                    <a:pt x="2033397" y="380675"/>
                  </a:lnTo>
                  <a:lnTo>
                    <a:pt x="1984485" y="342470"/>
                  </a:lnTo>
                  <a:lnTo>
                    <a:pt x="1936182" y="306223"/>
                  </a:lnTo>
                  <a:lnTo>
                    <a:pt x="1888455" y="272208"/>
                  </a:lnTo>
                  <a:lnTo>
                    <a:pt x="1841170" y="240606"/>
                  </a:lnTo>
                  <a:lnTo>
                    <a:pt x="1794081" y="211506"/>
                  </a:lnTo>
                  <a:lnTo>
                    <a:pt x="1746813" y="184912"/>
                  </a:lnTo>
                  <a:lnTo>
                    <a:pt x="1719082" y="170595"/>
                  </a:lnTo>
                  <a:lnTo>
                    <a:pt x="1670916" y="148058"/>
                  </a:lnTo>
                  <a:lnTo>
                    <a:pt x="1621026" y="127872"/>
                  </a:lnTo>
                  <a:lnTo>
                    <a:pt x="1568572" y="109905"/>
                  </a:lnTo>
                  <a:lnTo>
                    <a:pt x="1512614" y="93941"/>
                  </a:lnTo>
                  <a:lnTo>
                    <a:pt x="1452206" y="79741"/>
                  </a:lnTo>
                  <a:lnTo>
                    <a:pt x="1386482" y="67079"/>
                  </a:lnTo>
                  <a:lnTo>
                    <a:pt x="1314769" y="55760"/>
                  </a:lnTo>
                  <a:lnTo>
                    <a:pt x="1236749" y="45631"/>
                  </a:lnTo>
                  <a:lnTo>
                    <a:pt x="1152659" y="36585"/>
                  </a:lnTo>
                  <a:lnTo>
                    <a:pt x="1063526" y="28562"/>
                  </a:lnTo>
                  <a:lnTo>
                    <a:pt x="971381" y="21544"/>
                  </a:lnTo>
                  <a:lnTo>
                    <a:pt x="879357" y="15546"/>
                  </a:lnTo>
                  <a:lnTo>
                    <a:pt x="791547" y="10592"/>
                  </a:lnTo>
                  <a:lnTo>
                    <a:pt x="712526" y="6694"/>
                  </a:lnTo>
                  <a:lnTo>
                    <a:pt x="646536" y="3822"/>
                  </a:lnTo>
                  <a:lnTo>
                    <a:pt x="596539" y="1888"/>
                  </a:lnTo>
                  <a:lnTo>
                    <a:pt x="563422" y="744"/>
                  </a:lnTo>
                  <a:lnTo>
                    <a:pt x="545646" y="192"/>
                  </a:lnTo>
                  <a:lnTo>
                    <a:pt x="539355" y="1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546595" y="1414690"/>
              <a:ext cx="8234974" cy="1023572"/>
            </a:xfrm>
            <a:custGeom>
              <a:avLst/>
              <a:pathLst>
                <a:path w="8234974" h="1023572">
                  <a:moveTo>
                    <a:pt x="0" y="0"/>
                  </a:moveTo>
                  <a:lnTo>
                    <a:pt x="538736" y="0"/>
                  </a:lnTo>
                  <a:lnTo>
                    <a:pt x="540019" y="33"/>
                  </a:lnTo>
                  <a:lnTo>
                    <a:pt x="548394" y="273"/>
                  </a:lnTo>
                  <a:lnTo>
                    <a:pt x="569280" y="937"/>
                  </a:lnTo>
                  <a:lnTo>
                    <a:pt x="606052" y="2239"/>
                  </a:lnTo>
                  <a:lnTo>
                    <a:pt x="659713" y="4367"/>
                  </a:lnTo>
                  <a:lnTo>
                    <a:pt x="728873" y="7459"/>
                  </a:lnTo>
                  <a:lnTo>
                    <a:pt x="810211" y="11588"/>
                  </a:lnTo>
                  <a:lnTo>
                    <a:pt x="899330" y="16773"/>
                  </a:lnTo>
                  <a:lnTo>
                    <a:pt x="991703" y="22997"/>
                  </a:lnTo>
                  <a:lnTo>
                    <a:pt x="1083417" y="30235"/>
                  </a:lnTo>
                  <a:lnTo>
                    <a:pt x="1171581" y="38480"/>
                  </a:lnTo>
                  <a:lnTo>
                    <a:pt x="1254397" y="47757"/>
                  </a:lnTo>
                  <a:lnTo>
                    <a:pt x="1331031" y="58136"/>
                  </a:lnTo>
                  <a:lnTo>
                    <a:pt x="1401388" y="69735"/>
                  </a:lnTo>
                  <a:lnTo>
                    <a:pt x="1465880" y="82716"/>
                  </a:lnTo>
                  <a:lnTo>
                    <a:pt x="1525233" y="97282"/>
                  </a:lnTo>
                  <a:lnTo>
                    <a:pt x="1580341" y="113665"/>
                  </a:lnTo>
                  <a:lnTo>
                    <a:pt x="1632155" y="132102"/>
                  </a:lnTo>
                  <a:lnTo>
                    <a:pt x="1681600" y="152797"/>
                  </a:lnTo>
                  <a:lnTo>
                    <a:pt x="1719082" y="170595"/>
                  </a:lnTo>
                  <a:lnTo>
                    <a:pt x="1766685" y="195761"/>
                  </a:lnTo>
                  <a:lnTo>
                    <a:pt x="1813823" y="223402"/>
                  </a:lnTo>
                  <a:lnTo>
                    <a:pt x="1860956" y="253556"/>
                  </a:lnTo>
                  <a:lnTo>
                    <a:pt x="1908403" y="286185"/>
                  </a:lnTo>
                  <a:lnTo>
                    <a:pt x="1956362" y="321163"/>
                  </a:lnTo>
                  <a:lnTo>
                    <a:pt x="2004922" y="358271"/>
                  </a:lnTo>
                  <a:lnTo>
                    <a:pt x="2054077" y="397194"/>
                  </a:lnTo>
                  <a:lnTo>
                    <a:pt x="2103741" y="437535"/>
                  </a:lnTo>
                  <a:lnTo>
                    <a:pt x="2153764" y="478824"/>
                  </a:lnTo>
                  <a:lnTo>
                    <a:pt x="2203953" y="520541"/>
                  </a:lnTo>
                  <a:lnTo>
                    <a:pt x="2254098" y="562144"/>
                  </a:lnTo>
                  <a:lnTo>
                    <a:pt x="2303992" y="603096"/>
                  </a:lnTo>
                  <a:lnTo>
                    <a:pt x="2353457" y="642896"/>
                  </a:lnTo>
                  <a:lnTo>
                    <a:pt x="2402369" y="681102"/>
                  </a:lnTo>
                  <a:lnTo>
                    <a:pt x="2450672" y="717349"/>
                  </a:lnTo>
                  <a:lnTo>
                    <a:pt x="2498400" y="751363"/>
                  </a:lnTo>
                  <a:lnTo>
                    <a:pt x="2545685" y="782965"/>
                  </a:lnTo>
                  <a:lnTo>
                    <a:pt x="2592774" y="812065"/>
                  </a:lnTo>
                  <a:lnTo>
                    <a:pt x="2640042" y="838659"/>
                  </a:lnTo>
                  <a:lnTo>
                    <a:pt x="2667772" y="852977"/>
                  </a:lnTo>
                  <a:lnTo>
                    <a:pt x="2715939" y="875514"/>
                  </a:lnTo>
                  <a:lnTo>
                    <a:pt x="2765828" y="895700"/>
                  </a:lnTo>
                  <a:lnTo>
                    <a:pt x="2818283" y="913667"/>
                  </a:lnTo>
                  <a:lnTo>
                    <a:pt x="2874241" y="929631"/>
                  </a:lnTo>
                  <a:lnTo>
                    <a:pt x="2934648" y="943830"/>
                  </a:lnTo>
                  <a:lnTo>
                    <a:pt x="3000373" y="956492"/>
                  </a:lnTo>
                  <a:lnTo>
                    <a:pt x="3072086" y="967811"/>
                  </a:lnTo>
                  <a:lnTo>
                    <a:pt x="3150106" y="977940"/>
                  </a:lnTo>
                  <a:lnTo>
                    <a:pt x="3234196" y="986986"/>
                  </a:lnTo>
                  <a:lnTo>
                    <a:pt x="3323329" y="995009"/>
                  </a:lnTo>
                  <a:lnTo>
                    <a:pt x="3415474" y="1002027"/>
                  </a:lnTo>
                  <a:lnTo>
                    <a:pt x="3507498" y="1008026"/>
                  </a:lnTo>
                  <a:lnTo>
                    <a:pt x="3595307" y="1012980"/>
                  </a:lnTo>
                  <a:lnTo>
                    <a:pt x="3674329" y="1016878"/>
                  </a:lnTo>
                  <a:lnTo>
                    <a:pt x="3740319" y="1019750"/>
                  </a:lnTo>
                  <a:lnTo>
                    <a:pt x="3790316" y="1021683"/>
                  </a:lnTo>
                  <a:lnTo>
                    <a:pt x="3823432" y="1022828"/>
                  </a:lnTo>
                  <a:lnTo>
                    <a:pt x="3841209" y="1023380"/>
                  </a:lnTo>
                  <a:lnTo>
                    <a:pt x="3847500" y="1023556"/>
                  </a:lnTo>
                  <a:lnTo>
                    <a:pt x="3848118" y="1023572"/>
                  </a:lnTo>
                  <a:lnTo>
                    <a:pt x="4386855" y="1023572"/>
                  </a:lnTo>
                  <a:lnTo>
                    <a:pt x="4388155" y="1023559"/>
                  </a:lnTo>
                  <a:lnTo>
                    <a:pt x="4396634" y="1023463"/>
                  </a:lnTo>
                  <a:lnTo>
                    <a:pt x="4417773" y="1023198"/>
                  </a:lnTo>
                  <a:lnTo>
                    <a:pt x="4454964" y="1022679"/>
                  </a:lnTo>
                  <a:lnTo>
                    <a:pt x="4509187" y="1021830"/>
                  </a:lnTo>
                  <a:lnTo>
                    <a:pt x="4578987" y="1020599"/>
                  </a:lnTo>
                  <a:lnTo>
                    <a:pt x="4660965" y="1018954"/>
                  </a:lnTo>
                  <a:lnTo>
                    <a:pt x="4750649" y="1016891"/>
                  </a:lnTo>
                  <a:lnTo>
                    <a:pt x="4843464" y="1014415"/>
                  </a:lnTo>
                  <a:lnTo>
                    <a:pt x="4935480" y="1011537"/>
                  </a:lnTo>
                  <a:lnTo>
                    <a:pt x="5023813" y="1008259"/>
                  </a:lnTo>
                  <a:lnTo>
                    <a:pt x="5106691" y="1004571"/>
                  </a:lnTo>
                  <a:lnTo>
                    <a:pt x="5183313" y="1000442"/>
                  </a:lnTo>
                  <a:lnTo>
                    <a:pt x="5253615" y="995827"/>
                  </a:lnTo>
                  <a:lnTo>
                    <a:pt x="5318038" y="990658"/>
                  </a:lnTo>
                  <a:lnTo>
                    <a:pt x="5377333" y="984853"/>
                  </a:lnTo>
                  <a:lnTo>
                    <a:pt x="5432411" y="978321"/>
                  </a:lnTo>
                  <a:lnTo>
                    <a:pt x="5484238" y="970966"/>
                  </a:lnTo>
                  <a:lnTo>
                    <a:pt x="5533744" y="962710"/>
                  </a:lnTo>
                  <a:lnTo>
                    <a:pt x="5567201" y="956423"/>
                  </a:lnTo>
                  <a:lnTo>
                    <a:pt x="5618995" y="945592"/>
                  </a:lnTo>
                  <a:lnTo>
                    <a:pt x="5670291" y="933604"/>
                  </a:lnTo>
                  <a:lnTo>
                    <a:pt x="5721657" y="920445"/>
                  </a:lnTo>
                  <a:lnTo>
                    <a:pt x="5773470" y="906143"/>
                  </a:lnTo>
                  <a:lnTo>
                    <a:pt x="5825937" y="890777"/>
                  </a:lnTo>
                  <a:lnTo>
                    <a:pt x="5879126" y="874478"/>
                  </a:lnTo>
                  <a:lnTo>
                    <a:pt x="5932975" y="857427"/>
                  </a:lnTo>
                  <a:lnTo>
                    <a:pt x="5987323" y="839847"/>
                  </a:lnTo>
                  <a:lnTo>
                    <a:pt x="6041938" y="821996"/>
                  </a:lnTo>
                  <a:lnTo>
                    <a:pt x="6096551" y="804147"/>
                  </a:lnTo>
                  <a:lnTo>
                    <a:pt x="6150894" y="786573"/>
                  </a:lnTo>
                  <a:lnTo>
                    <a:pt x="6204734" y="769531"/>
                  </a:lnTo>
                  <a:lnTo>
                    <a:pt x="6257912" y="753244"/>
                  </a:lnTo>
                  <a:lnTo>
                    <a:pt x="6310370" y="737893"/>
                  </a:lnTo>
                  <a:lnTo>
                    <a:pt x="6362174" y="723607"/>
                  </a:lnTo>
                  <a:lnTo>
                    <a:pt x="6413536" y="710464"/>
                  </a:lnTo>
                  <a:lnTo>
                    <a:pt x="6464835" y="698493"/>
                  </a:lnTo>
                  <a:lnTo>
                    <a:pt x="6515891" y="687826"/>
                  </a:lnTo>
                  <a:lnTo>
                    <a:pt x="6564271" y="678918"/>
                  </a:lnTo>
                  <a:lnTo>
                    <a:pt x="6614393" y="670944"/>
                  </a:lnTo>
                  <a:lnTo>
                    <a:pt x="6667111" y="663850"/>
                  </a:lnTo>
                  <a:lnTo>
                    <a:pt x="6723375" y="657550"/>
                  </a:lnTo>
                  <a:lnTo>
                    <a:pt x="6784144" y="651949"/>
                  </a:lnTo>
                  <a:lnTo>
                    <a:pt x="6850293" y="646957"/>
                  </a:lnTo>
                  <a:lnTo>
                    <a:pt x="6922497" y="642496"/>
                  </a:lnTo>
                  <a:lnTo>
                    <a:pt x="7001065" y="638506"/>
                  </a:lnTo>
                  <a:lnTo>
                    <a:pt x="7085735" y="634945"/>
                  </a:lnTo>
                  <a:lnTo>
                    <a:pt x="7175430" y="631790"/>
                  </a:lnTo>
                  <a:lnTo>
                    <a:pt x="7268049" y="629034"/>
                  </a:lnTo>
                  <a:lnTo>
                    <a:pt x="7360365" y="626683"/>
                  </a:lnTo>
                  <a:lnTo>
                    <a:pt x="7448194" y="624747"/>
                  </a:lnTo>
                  <a:lnTo>
                    <a:pt x="7526898" y="623231"/>
                  </a:lnTo>
                  <a:lnTo>
                    <a:pt x="7592227" y="622120"/>
                  </a:lnTo>
                  <a:lnTo>
                    <a:pt x="7641295" y="621379"/>
                  </a:lnTo>
                  <a:lnTo>
                    <a:pt x="7673365" y="620946"/>
                  </a:lnTo>
                  <a:lnTo>
                    <a:pt x="7690175" y="620742"/>
                  </a:lnTo>
                  <a:lnTo>
                    <a:pt x="7695793" y="620681"/>
                  </a:lnTo>
                  <a:lnTo>
                    <a:pt x="7696237" y="620676"/>
                  </a:lnTo>
                  <a:lnTo>
                    <a:pt x="8234974" y="620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546595" y="1403801"/>
              <a:ext cx="8234974" cy="1023572"/>
            </a:xfrm>
            <a:custGeom>
              <a:avLst/>
              <a:pathLst>
                <a:path w="8234974" h="1023572">
                  <a:moveTo>
                    <a:pt x="8234974" y="620676"/>
                  </a:moveTo>
                  <a:lnTo>
                    <a:pt x="7696237" y="620676"/>
                  </a:lnTo>
                  <a:lnTo>
                    <a:pt x="7694938" y="620690"/>
                  </a:lnTo>
                  <a:lnTo>
                    <a:pt x="7686458" y="620786"/>
                  </a:lnTo>
                  <a:lnTo>
                    <a:pt x="7665319" y="621050"/>
                  </a:lnTo>
                  <a:lnTo>
                    <a:pt x="7628128" y="621569"/>
                  </a:lnTo>
                  <a:lnTo>
                    <a:pt x="7573906" y="622418"/>
                  </a:lnTo>
                  <a:lnTo>
                    <a:pt x="7504105" y="623650"/>
                  </a:lnTo>
                  <a:lnTo>
                    <a:pt x="7422128" y="625294"/>
                  </a:lnTo>
                  <a:lnTo>
                    <a:pt x="7332443" y="627357"/>
                  </a:lnTo>
                  <a:lnTo>
                    <a:pt x="7239628" y="629833"/>
                  </a:lnTo>
                  <a:lnTo>
                    <a:pt x="7147612" y="632711"/>
                  </a:lnTo>
                  <a:lnTo>
                    <a:pt x="7059279" y="635989"/>
                  </a:lnTo>
                  <a:lnTo>
                    <a:pt x="6976401" y="639678"/>
                  </a:lnTo>
                  <a:lnTo>
                    <a:pt x="6899779" y="643806"/>
                  </a:lnTo>
                  <a:lnTo>
                    <a:pt x="6829477" y="648422"/>
                  </a:lnTo>
                  <a:lnTo>
                    <a:pt x="6765054" y="653591"/>
                  </a:lnTo>
                  <a:lnTo>
                    <a:pt x="6705760" y="659395"/>
                  </a:lnTo>
                  <a:lnTo>
                    <a:pt x="6650682" y="665927"/>
                  </a:lnTo>
                  <a:lnTo>
                    <a:pt x="6598855" y="673282"/>
                  </a:lnTo>
                  <a:lnTo>
                    <a:pt x="6549348" y="681538"/>
                  </a:lnTo>
                  <a:lnTo>
                    <a:pt x="6515891" y="687826"/>
                  </a:lnTo>
                  <a:lnTo>
                    <a:pt x="6464097" y="698657"/>
                  </a:lnTo>
                  <a:lnTo>
                    <a:pt x="6412801" y="710644"/>
                  </a:lnTo>
                  <a:lnTo>
                    <a:pt x="6361435" y="723804"/>
                  </a:lnTo>
                  <a:lnTo>
                    <a:pt x="6309623" y="738106"/>
                  </a:lnTo>
                  <a:lnTo>
                    <a:pt x="6257155" y="753472"/>
                  </a:lnTo>
                  <a:lnTo>
                    <a:pt x="6203967" y="769770"/>
                  </a:lnTo>
                  <a:lnTo>
                    <a:pt x="6150118" y="786822"/>
                  </a:lnTo>
                  <a:lnTo>
                    <a:pt x="6095770" y="804401"/>
                  </a:lnTo>
                  <a:lnTo>
                    <a:pt x="6041154" y="822252"/>
                  </a:lnTo>
                  <a:lnTo>
                    <a:pt x="5986541" y="840102"/>
                  </a:lnTo>
                  <a:lnTo>
                    <a:pt x="5932199" y="857675"/>
                  </a:lnTo>
                  <a:lnTo>
                    <a:pt x="5878359" y="874717"/>
                  </a:lnTo>
                  <a:lnTo>
                    <a:pt x="5825180" y="891004"/>
                  </a:lnTo>
                  <a:lnTo>
                    <a:pt x="5772723" y="906355"/>
                  </a:lnTo>
                  <a:lnTo>
                    <a:pt x="5720919" y="920641"/>
                  </a:lnTo>
                  <a:lnTo>
                    <a:pt x="5669557" y="933784"/>
                  </a:lnTo>
                  <a:lnTo>
                    <a:pt x="5618258" y="945755"/>
                  </a:lnTo>
                  <a:lnTo>
                    <a:pt x="5567201" y="956423"/>
                  </a:lnTo>
                  <a:lnTo>
                    <a:pt x="5518821" y="965330"/>
                  </a:lnTo>
                  <a:lnTo>
                    <a:pt x="5468699" y="973305"/>
                  </a:lnTo>
                  <a:lnTo>
                    <a:pt x="5415982" y="980399"/>
                  </a:lnTo>
                  <a:lnTo>
                    <a:pt x="5359718" y="986698"/>
                  </a:lnTo>
                  <a:lnTo>
                    <a:pt x="5298949" y="992299"/>
                  </a:lnTo>
                  <a:lnTo>
                    <a:pt x="5232799" y="997291"/>
                  </a:lnTo>
                  <a:lnTo>
                    <a:pt x="5160595" y="1001752"/>
                  </a:lnTo>
                  <a:lnTo>
                    <a:pt x="5082027" y="1005742"/>
                  </a:lnTo>
                  <a:lnTo>
                    <a:pt x="4997358" y="1009303"/>
                  </a:lnTo>
                  <a:lnTo>
                    <a:pt x="4907662" y="1012458"/>
                  </a:lnTo>
                  <a:lnTo>
                    <a:pt x="4815044" y="1015214"/>
                  </a:lnTo>
                  <a:lnTo>
                    <a:pt x="4722727" y="1017565"/>
                  </a:lnTo>
                  <a:lnTo>
                    <a:pt x="4634898" y="1019501"/>
                  </a:lnTo>
                  <a:lnTo>
                    <a:pt x="4556195" y="1021018"/>
                  </a:lnTo>
                  <a:lnTo>
                    <a:pt x="4490866" y="1022128"/>
                  </a:lnTo>
                  <a:lnTo>
                    <a:pt x="4441797" y="1022869"/>
                  </a:lnTo>
                  <a:lnTo>
                    <a:pt x="4409727" y="1023302"/>
                  </a:lnTo>
                  <a:lnTo>
                    <a:pt x="4392918" y="1023506"/>
                  </a:lnTo>
                  <a:lnTo>
                    <a:pt x="4387299" y="1023567"/>
                  </a:lnTo>
                  <a:lnTo>
                    <a:pt x="4386855" y="1023572"/>
                  </a:lnTo>
                  <a:lnTo>
                    <a:pt x="3848118" y="1023572"/>
                  </a:lnTo>
                  <a:lnTo>
                    <a:pt x="3846835" y="1023538"/>
                  </a:lnTo>
                  <a:lnTo>
                    <a:pt x="3838461" y="1023298"/>
                  </a:lnTo>
                  <a:lnTo>
                    <a:pt x="3817575" y="1022635"/>
                  </a:lnTo>
                  <a:lnTo>
                    <a:pt x="3780803" y="1021333"/>
                  </a:lnTo>
                  <a:lnTo>
                    <a:pt x="3727141" y="1019204"/>
                  </a:lnTo>
                  <a:lnTo>
                    <a:pt x="3657981" y="1016113"/>
                  </a:lnTo>
                  <a:lnTo>
                    <a:pt x="3576643" y="1011984"/>
                  </a:lnTo>
                  <a:lnTo>
                    <a:pt x="3487524" y="1006799"/>
                  </a:lnTo>
                  <a:lnTo>
                    <a:pt x="3395152" y="1000575"/>
                  </a:lnTo>
                  <a:lnTo>
                    <a:pt x="3303437" y="993336"/>
                  </a:lnTo>
                  <a:lnTo>
                    <a:pt x="3215274" y="985091"/>
                  </a:lnTo>
                  <a:lnTo>
                    <a:pt x="3132458" y="975814"/>
                  </a:lnTo>
                  <a:lnTo>
                    <a:pt x="3055824" y="965435"/>
                  </a:lnTo>
                  <a:lnTo>
                    <a:pt x="2985467" y="953837"/>
                  </a:lnTo>
                  <a:lnTo>
                    <a:pt x="2920974" y="940856"/>
                  </a:lnTo>
                  <a:lnTo>
                    <a:pt x="2861621" y="926289"/>
                  </a:lnTo>
                  <a:lnTo>
                    <a:pt x="2806514" y="909906"/>
                  </a:lnTo>
                  <a:lnTo>
                    <a:pt x="2754700" y="891470"/>
                  </a:lnTo>
                  <a:lnTo>
                    <a:pt x="2705255" y="870775"/>
                  </a:lnTo>
                  <a:lnTo>
                    <a:pt x="2667772" y="852977"/>
                  </a:lnTo>
                  <a:lnTo>
                    <a:pt x="2620170" y="827810"/>
                  </a:lnTo>
                  <a:lnTo>
                    <a:pt x="2573032" y="800170"/>
                  </a:lnTo>
                  <a:lnTo>
                    <a:pt x="2525898" y="770016"/>
                  </a:lnTo>
                  <a:lnTo>
                    <a:pt x="2478451" y="737386"/>
                  </a:lnTo>
                  <a:lnTo>
                    <a:pt x="2430492" y="702408"/>
                  </a:lnTo>
                  <a:lnTo>
                    <a:pt x="2381932" y="665301"/>
                  </a:lnTo>
                  <a:lnTo>
                    <a:pt x="2332778" y="626378"/>
                  </a:lnTo>
                  <a:lnTo>
                    <a:pt x="2283114" y="586037"/>
                  </a:lnTo>
                  <a:lnTo>
                    <a:pt x="2233091" y="544748"/>
                  </a:lnTo>
                  <a:lnTo>
                    <a:pt x="2182901" y="503031"/>
                  </a:lnTo>
                  <a:lnTo>
                    <a:pt x="2132756" y="461428"/>
                  </a:lnTo>
                  <a:lnTo>
                    <a:pt x="2082863" y="420476"/>
                  </a:lnTo>
                  <a:lnTo>
                    <a:pt x="2033397" y="380675"/>
                  </a:lnTo>
                  <a:lnTo>
                    <a:pt x="1984485" y="342470"/>
                  </a:lnTo>
                  <a:lnTo>
                    <a:pt x="1936182" y="306223"/>
                  </a:lnTo>
                  <a:lnTo>
                    <a:pt x="1888455" y="272208"/>
                  </a:lnTo>
                  <a:lnTo>
                    <a:pt x="1841170" y="240606"/>
                  </a:lnTo>
                  <a:lnTo>
                    <a:pt x="1794081" y="211506"/>
                  </a:lnTo>
                  <a:lnTo>
                    <a:pt x="1746813" y="184912"/>
                  </a:lnTo>
                  <a:lnTo>
                    <a:pt x="1719082" y="170595"/>
                  </a:lnTo>
                  <a:lnTo>
                    <a:pt x="1670916" y="148058"/>
                  </a:lnTo>
                  <a:lnTo>
                    <a:pt x="1621026" y="127872"/>
                  </a:lnTo>
                  <a:lnTo>
                    <a:pt x="1568572" y="109905"/>
                  </a:lnTo>
                  <a:lnTo>
                    <a:pt x="1512614" y="93941"/>
                  </a:lnTo>
                  <a:lnTo>
                    <a:pt x="1452206" y="79741"/>
                  </a:lnTo>
                  <a:lnTo>
                    <a:pt x="1386482" y="67079"/>
                  </a:lnTo>
                  <a:lnTo>
                    <a:pt x="1314769" y="55760"/>
                  </a:lnTo>
                  <a:lnTo>
                    <a:pt x="1236749" y="45631"/>
                  </a:lnTo>
                  <a:lnTo>
                    <a:pt x="1152659" y="36585"/>
                  </a:lnTo>
                  <a:lnTo>
                    <a:pt x="1063526" y="28562"/>
                  </a:lnTo>
                  <a:lnTo>
                    <a:pt x="971381" y="21544"/>
                  </a:lnTo>
                  <a:lnTo>
                    <a:pt x="879357" y="15546"/>
                  </a:lnTo>
                  <a:lnTo>
                    <a:pt x="791547" y="10592"/>
                  </a:lnTo>
                  <a:lnTo>
                    <a:pt x="712526" y="6694"/>
                  </a:lnTo>
                  <a:lnTo>
                    <a:pt x="646536" y="3822"/>
                  </a:lnTo>
                  <a:lnTo>
                    <a:pt x="596539" y="1888"/>
                  </a:lnTo>
                  <a:lnTo>
                    <a:pt x="563422" y="744"/>
                  </a:lnTo>
                  <a:lnTo>
                    <a:pt x="545646" y="192"/>
                  </a:lnTo>
                  <a:lnTo>
                    <a:pt x="539355" y="1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546595" y="1414690"/>
              <a:ext cx="8234974" cy="1039906"/>
            </a:xfrm>
            <a:custGeom>
              <a:avLst/>
              <a:pathLst>
                <a:path w="8234974" h="1039906">
                  <a:moveTo>
                    <a:pt x="0" y="5444"/>
                  </a:moveTo>
                  <a:lnTo>
                    <a:pt x="538736" y="5444"/>
                  </a:lnTo>
                  <a:lnTo>
                    <a:pt x="540019" y="5478"/>
                  </a:lnTo>
                  <a:lnTo>
                    <a:pt x="548390" y="5720"/>
                  </a:lnTo>
                  <a:lnTo>
                    <a:pt x="569270" y="6391"/>
                  </a:lnTo>
                  <a:lnTo>
                    <a:pt x="606032" y="7706"/>
                  </a:lnTo>
                  <a:lnTo>
                    <a:pt x="659679" y="9857"/>
                  </a:lnTo>
                  <a:lnTo>
                    <a:pt x="728823" y="12980"/>
                  </a:lnTo>
                  <a:lnTo>
                    <a:pt x="810145" y="17152"/>
                  </a:lnTo>
                  <a:lnTo>
                    <a:pt x="899250" y="22391"/>
                  </a:lnTo>
                  <a:lnTo>
                    <a:pt x="991612" y="28679"/>
                  </a:lnTo>
                  <a:lnTo>
                    <a:pt x="1083319" y="35993"/>
                  </a:lnTo>
                  <a:lnTo>
                    <a:pt x="1171478" y="44323"/>
                  </a:lnTo>
                  <a:lnTo>
                    <a:pt x="1254292" y="53697"/>
                  </a:lnTo>
                  <a:lnTo>
                    <a:pt x="1330926" y="64183"/>
                  </a:lnTo>
                  <a:lnTo>
                    <a:pt x="1401285" y="75902"/>
                  </a:lnTo>
                  <a:lnTo>
                    <a:pt x="1465779" y="89017"/>
                  </a:lnTo>
                  <a:lnTo>
                    <a:pt x="1525134" y="103734"/>
                  </a:lnTo>
                  <a:lnTo>
                    <a:pt x="1580242" y="120286"/>
                  </a:lnTo>
                  <a:lnTo>
                    <a:pt x="1632056" y="138913"/>
                  </a:lnTo>
                  <a:lnTo>
                    <a:pt x="1681499" y="159821"/>
                  </a:lnTo>
                  <a:lnTo>
                    <a:pt x="1719082" y="177854"/>
                  </a:lnTo>
                  <a:lnTo>
                    <a:pt x="1766599" y="203240"/>
                  </a:lnTo>
                  <a:lnTo>
                    <a:pt x="1813652" y="231117"/>
                  </a:lnTo>
                  <a:lnTo>
                    <a:pt x="1860699" y="261525"/>
                  </a:lnTo>
                  <a:lnTo>
                    <a:pt x="1908057" y="294426"/>
                  </a:lnTo>
                  <a:lnTo>
                    <a:pt x="1955924" y="329694"/>
                  </a:lnTo>
                  <a:lnTo>
                    <a:pt x="2004390" y="367108"/>
                  </a:lnTo>
                  <a:lnTo>
                    <a:pt x="2053449" y="406354"/>
                  </a:lnTo>
                  <a:lnTo>
                    <a:pt x="2103017" y="447034"/>
                  </a:lnTo>
                  <a:lnTo>
                    <a:pt x="2152945" y="488676"/>
                  </a:lnTo>
                  <a:lnTo>
                    <a:pt x="2203042" y="530757"/>
                  </a:lnTo>
                  <a:lnTo>
                    <a:pt x="2253099" y="572734"/>
                  </a:lnTo>
                  <a:lnTo>
                    <a:pt x="2302909" y="614066"/>
                  </a:lnTo>
                  <a:lnTo>
                    <a:pt x="2352296" y="654248"/>
                  </a:lnTo>
                  <a:lnTo>
                    <a:pt x="2401134" y="692834"/>
                  </a:lnTo>
                  <a:lnTo>
                    <a:pt x="2449365" y="729456"/>
                  </a:lnTo>
                  <a:lnTo>
                    <a:pt x="2497021" y="763837"/>
                  </a:lnTo>
                  <a:lnTo>
                    <a:pt x="2544230" y="795791"/>
                  </a:lnTo>
                  <a:lnTo>
                    <a:pt x="2591235" y="825228"/>
                  </a:lnTo>
                  <a:lnTo>
                    <a:pt x="2638403" y="852141"/>
                  </a:lnTo>
                  <a:lnTo>
                    <a:pt x="2667772" y="867495"/>
                  </a:lnTo>
                  <a:lnTo>
                    <a:pt x="2715933" y="890270"/>
                  </a:lnTo>
                  <a:lnTo>
                    <a:pt x="2765817" y="910669"/>
                  </a:lnTo>
                  <a:lnTo>
                    <a:pt x="2818265" y="928826"/>
                  </a:lnTo>
                  <a:lnTo>
                    <a:pt x="2874215" y="944958"/>
                  </a:lnTo>
                  <a:lnTo>
                    <a:pt x="2934614" y="959308"/>
                  </a:lnTo>
                  <a:lnTo>
                    <a:pt x="3000328" y="972104"/>
                  </a:lnTo>
                  <a:lnTo>
                    <a:pt x="3072028" y="983543"/>
                  </a:lnTo>
                  <a:lnTo>
                    <a:pt x="3150035" y="993780"/>
                  </a:lnTo>
                  <a:lnTo>
                    <a:pt x="3234110" y="1002922"/>
                  </a:lnTo>
                  <a:lnTo>
                    <a:pt x="3323229" y="1011031"/>
                  </a:lnTo>
                  <a:lnTo>
                    <a:pt x="3415362" y="1018124"/>
                  </a:lnTo>
                  <a:lnTo>
                    <a:pt x="3507379" y="1024187"/>
                  </a:lnTo>
                  <a:lnTo>
                    <a:pt x="3595188" y="1029194"/>
                  </a:lnTo>
                  <a:lnTo>
                    <a:pt x="3674217" y="1033135"/>
                  </a:lnTo>
                  <a:lnTo>
                    <a:pt x="3740223" y="1036039"/>
                  </a:lnTo>
                  <a:lnTo>
                    <a:pt x="3790243" y="1037994"/>
                  </a:lnTo>
                  <a:lnTo>
                    <a:pt x="3823386" y="1039152"/>
                  </a:lnTo>
                  <a:lnTo>
                    <a:pt x="3841187" y="1039710"/>
                  </a:lnTo>
                  <a:lnTo>
                    <a:pt x="3847495" y="1039889"/>
                  </a:lnTo>
                  <a:lnTo>
                    <a:pt x="3848118" y="1039906"/>
                  </a:lnTo>
                  <a:lnTo>
                    <a:pt x="4386855" y="1039906"/>
                  </a:lnTo>
                  <a:lnTo>
                    <a:pt x="4388158" y="1039901"/>
                  </a:lnTo>
                  <a:lnTo>
                    <a:pt x="4396654" y="1039866"/>
                  </a:lnTo>
                  <a:lnTo>
                    <a:pt x="4417834" y="1039769"/>
                  </a:lnTo>
                  <a:lnTo>
                    <a:pt x="4455093" y="1039579"/>
                  </a:lnTo>
                  <a:lnTo>
                    <a:pt x="4509406" y="1039269"/>
                  </a:lnTo>
                  <a:lnTo>
                    <a:pt x="4579309" y="1038818"/>
                  </a:lnTo>
                  <a:lnTo>
                    <a:pt x="4661389" y="1038217"/>
                  </a:lnTo>
                  <a:lnTo>
                    <a:pt x="4751164" y="1037463"/>
                  </a:lnTo>
                  <a:lnTo>
                    <a:pt x="4844050" y="1036558"/>
                  </a:lnTo>
                  <a:lnTo>
                    <a:pt x="4936115" y="1035507"/>
                  </a:lnTo>
                  <a:lnTo>
                    <a:pt x="5024474" y="1034309"/>
                  </a:lnTo>
                  <a:lnTo>
                    <a:pt x="5107362" y="1032961"/>
                  </a:lnTo>
                  <a:lnTo>
                    <a:pt x="5183981" y="1031452"/>
                  </a:lnTo>
                  <a:lnTo>
                    <a:pt x="5254274" y="1029765"/>
                  </a:lnTo>
                  <a:lnTo>
                    <a:pt x="5318686" y="1027875"/>
                  </a:lnTo>
                  <a:lnTo>
                    <a:pt x="5377971" y="1025753"/>
                  </a:lnTo>
                  <a:lnTo>
                    <a:pt x="5433045" y="1023365"/>
                  </a:lnTo>
                  <a:lnTo>
                    <a:pt x="5484874" y="1020676"/>
                  </a:lnTo>
                  <a:lnTo>
                    <a:pt x="5534391" y="1017657"/>
                  </a:lnTo>
                  <a:lnTo>
                    <a:pt x="5567201" y="1015405"/>
                  </a:lnTo>
                  <a:lnTo>
                    <a:pt x="5619857" y="1011384"/>
                  </a:lnTo>
                  <a:lnTo>
                    <a:pt x="5672010" y="1006925"/>
                  </a:lnTo>
                  <a:lnTo>
                    <a:pt x="5724250" y="1002025"/>
                  </a:lnTo>
                  <a:lnTo>
                    <a:pt x="5776966" y="996695"/>
                  </a:lnTo>
                  <a:lnTo>
                    <a:pt x="5830368" y="990967"/>
                  </a:lnTo>
                  <a:lnTo>
                    <a:pt x="5884514" y="984892"/>
                  </a:lnTo>
                  <a:lnTo>
                    <a:pt x="5939330" y="978541"/>
                  </a:lnTo>
                  <a:lnTo>
                    <a:pt x="5994637" y="972001"/>
                  </a:lnTo>
                  <a:lnTo>
                    <a:pt x="6050184" y="965372"/>
                  </a:lnTo>
                  <a:lnTo>
                    <a:pt x="6105686" y="958761"/>
                  </a:lnTo>
                  <a:lnTo>
                    <a:pt x="6160865" y="952269"/>
                  </a:lnTo>
                  <a:lnTo>
                    <a:pt x="6215487" y="945995"/>
                  </a:lnTo>
                  <a:lnTo>
                    <a:pt x="6269404" y="940021"/>
                  </a:lnTo>
                  <a:lnTo>
                    <a:pt x="6322580" y="934412"/>
                  </a:lnTo>
                  <a:lnTo>
                    <a:pt x="6375118" y="929213"/>
                  </a:lnTo>
                  <a:lnTo>
                    <a:pt x="6427280" y="924450"/>
                  </a:lnTo>
                  <a:lnTo>
                    <a:pt x="6479515" y="920129"/>
                  </a:lnTo>
                  <a:lnTo>
                    <a:pt x="6515891" y="917404"/>
                  </a:lnTo>
                  <a:lnTo>
                    <a:pt x="6564306" y="914151"/>
                  </a:lnTo>
                  <a:lnTo>
                    <a:pt x="6614465" y="911240"/>
                  </a:lnTo>
                  <a:lnTo>
                    <a:pt x="6667225" y="908650"/>
                  </a:lnTo>
                  <a:lnTo>
                    <a:pt x="6723538" y="906351"/>
                  </a:lnTo>
                  <a:lnTo>
                    <a:pt x="6784365" y="904307"/>
                  </a:lnTo>
                  <a:lnTo>
                    <a:pt x="6850584" y="902485"/>
                  </a:lnTo>
                  <a:lnTo>
                    <a:pt x="6922867" y="900857"/>
                  </a:lnTo>
                  <a:lnTo>
                    <a:pt x="7001523" y="899401"/>
                  </a:lnTo>
                  <a:lnTo>
                    <a:pt x="7086286" y="898102"/>
                  </a:lnTo>
                  <a:lnTo>
                    <a:pt x="7176072" y="896951"/>
                  </a:lnTo>
                  <a:lnTo>
                    <a:pt x="7268766" y="895945"/>
                  </a:lnTo>
                  <a:lnTo>
                    <a:pt x="7361129" y="895088"/>
                  </a:lnTo>
                  <a:lnTo>
                    <a:pt x="7448959" y="894383"/>
                  </a:lnTo>
                  <a:lnTo>
                    <a:pt x="7527609" y="893830"/>
                  </a:lnTo>
                  <a:lnTo>
                    <a:pt x="7592830" y="893426"/>
                  </a:lnTo>
                  <a:lnTo>
                    <a:pt x="7641748" y="893157"/>
                  </a:lnTo>
                  <a:lnTo>
                    <a:pt x="7673649" y="893000"/>
                  </a:lnTo>
                  <a:lnTo>
                    <a:pt x="7690304" y="892927"/>
                  </a:lnTo>
                  <a:lnTo>
                    <a:pt x="7695818" y="892905"/>
                  </a:lnTo>
                  <a:lnTo>
                    <a:pt x="7696237" y="892903"/>
                  </a:lnTo>
                  <a:lnTo>
                    <a:pt x="8234974" y="892903"/>
                  </a:lnTo>
                  <a:lnTo>
                    <a:pt x="8234974" y="887459"/>
                  </a:lnTo>
                  <a:lnTo>
                    <a:pt x="7696237" y="887459"/>
                  </a:lnTo>
                  <a:lnTo>
                    <a:pt x="7694935" y="887463"/>
                  </a:lnTo>
                  <a:lnTo>
                    <a:pt x="7686438" y="887498"/>
                  </a:lnTo>
                  <a:lnTo>
                    <a:pt x="7665259" y="887595"/>
                  </a:lnTo>
                  <a:lnTo>
                    <a:pt x="7628000" y="887785"/>
                  </a:lnTo>
                  <a:lnTo>
                    <a:pt x="7573687" y="888095"/>
                  </a:lnTo>
                  <a:lnTo>
                    <a:pt x="7503783" y="888546"/>
                  </a:lnTo>
                  <a:lnTo>
                    <a:pt x="7421703" y="889147"/>
                  </a:lnTo>
                  <a:lnTo>
                    <a:pt x="7331928" y="889901"/>
                  </a:lnTo>
                  <a:lnTo>
                    <a:pt x="7239042" y="890806"/>
                  </a:lnTo>
                  <a:lnTo>
                    <a:pt x="7146978" y="891858"/>
                  </a:lnTo>
                  <a:lnTo>
                    <a:pt x="7058618" y="893055"/>
                  </a:lnTo>
                  <a:lnTo>
                    <a:pt x="6975730" y="894403"/>
                  </a:lnTo>
                  <a:lnTo>
                    <a:pt x="6899111" y="895912"/>
                  </a:lnTo>
                  <a:lnTo>
                    <a:pt x="6828818" y="897599"/>
                  </a:lnTo>
                  <a:lnTo>
                    <a:pt x="6764406" y="899489"/>
                  </a:lnTo>
                  <a:lnTo>
                    <a:pt x="6705121" y="901611"/>
                  </a:lnTo>
                  <a:lnTo>
                    <a:pt x="6650047" y="903999"/>
                  </a:lnTo>
                  <a:lnTo>
                    <a:pt x="6598218" y="906688"/>
                  </a:lnTo>
                  <a:lnTo>
                    <a:pt x="6548701" y="909707"/>
                  </a:lnTo>
                  <a:lnTo>
                    <a:pt x="6515891" y="911959"/>
                  </a:lnTo>
                  <a:lnTo>
                    <a:pt x="6463235" y="915981"/>
                  </a:lnTo>
                  <a:lnTo>
                    <a:pt x="6411083" y="920439"/>
                  </a:lnTo>
                  <a:lnTo>
                    <a:pt x="6358843" y="925339"/>
                  </a:lnTo>
                  <a:lnTo>
                    <a:pt x="6306127" y="930669"/>
                  </a:lnTo>
                  <a:lnTo>
                    <a:pt x="6252725" y="936397"/>
                  </a:lnTo>
                  <a:lnTo>
                    <a:pt x="6198579" y="942472"/>
                  </a:lnTo>
                  <a:lnTo>
                    <a:pt x="6143763" y="948824"/>
                  </a:lnTo>
                  <a:lnTo>
                    <a:pt x="6088456" y="955363"/>
                  </a:lnTo>
                  <a:lnTo>
                    <a:pt x="6032909" y="961992"/>
                  </a:lnTo>
                  <a:lnTo>
                    <a:pt x="5977406" y="968604"/>
                  </a:lnTo>
                  <a:lnTo>
                    <a:pt x="5922228" y="975095"/>
                  </a:lnTo>
                  <a:lnTo>
                    <a:pt x="5867605" y="981369"/>
                  </a:lnTo>
                  <a:lnTo>
                    <a:pt x="5813688" y="987343"/>
                  </a:lnTo>
                  <a:lnTo>
                    <a:pt x="5760512" y="992952"/>
                  </a:lnTo>
                  <a:lnTo>
                    <a:pt x="5707975" y="998151"/>
                  </a:lnTo>
                  <a:lnTo>
                    <a:pt x="5655812" y="1002914"/>
                  </a:lnTo>
                  <a:lnTo>
                    <a:pt x="5603577" y="1007235"/>
                  </a:lnTo>
                  <a:lnTo>
                    <a:pt x="5567201" y="1009961"/>
                  </a:lnTo>
                  <a:lnTo>
                    <a:pt x="5518787" y="1013213"/>
                  </a:lnTo>
                  <a:lnTo>
                    <a:pt x="5468628" y="1016124"/>
                  </a:lnTo>
                  <a:lnTo>
                    <a:pt x="5415867" y="1018714"/>
                  </a:lnTo>
                  <a:lnTo>
                    <a:pt x="5359554" y="1021013"/>
                  </a:lnTo>
                  <a:lnTo>
                    <a:pt x="5298727" y="1023057"/>
                  </a:lnTo>
                  <a:lnTo>
                    <a:pt x="5232509" y="1024879"/>
                  </a:lnTo>
                  <a:lnTo>
                    <a:pt x="5160226" y="1026507"/>
                  </a:lnTo>
                  <a:lnTo>
                    <a:pt x="5081569" y="1027963"/>
                  </a:lnTo>
                  <a:lnTo>
                    <a:pt x="4996806" y="1029262"/>
                  </a:lnTo>
                  <a:lnTo>
                    <a:pt x="4907021" y="1030414"/>
                  </a:lnTo>
                  <a:lnTo>
                    <a:pt x="4814327" y="1031419"/>
                  </a:lnTo>
                  <a:lnTo>
                    <a:pt x="4721964" y="1032276"/>
                  </a:lnTo>
                  <a:lnTo>
                    <a:pt x="4634133" y="1032981"/>
                  </a:lnTo>
                  <a:lnTo>
                    <a:pt x="4555483" y="1033534"/>
                  </a:lnTo>
                  <a:lnTo>
                    <a:pt x="4490263" y="1033938"/>
                  </a:lnTo>
                  <a:lnTo>
                    <a:pt x="4441345" y="1034207"/>
                  </a:lnTo>
                  <a:lnTo>
                    <a:pt x="4409443" y="1034364"/>
                  </a:lnTo>
                  <a:lnTo>
                    <a:pt x="4392788" y="1034437"/>
                  </a:lnTo>
                  <a:lnTo>
                    <a:pt x="4387274" y="1034459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546595" y="1420134"/>
              <a:ext cx="8234974" cy="1034461"/>
            </a:xfrm>
            <a:custGeom>
              <a:avLst/>
              <a:pathLst>
                <a:path w="8234974" h="1034461">
                  <a:moveTo>
                    <a:pt x="0" y="0"/>
                  </a:moveTo>
                  <a:lnTo>
                    <a:pt x="538736" y="0"/>
                  </a:lnTo>
                  <a:lnTo>
                    <a:pt x="540019" y="33"/>
                  </a:lnTo>
                  <a:lnTo>
                    <a:pt x="548390" y="276"/>
                  </a:lnTo>
                  <a:lnTo>
                    <a:pt x="569270" y="946"/>
                  </a:lnTo>
                  <a:lnTo>
                    <a:pt x="606032" y="2262"/>
                  </a:lnTo>
                  <a:lnTo>
                    <a:pt x="659679" y="4412"/>
                  </a:lnTo>
                  <a:lnTo>
                    <a:pt x="728823" y="7536"/>
                  </a:lnTo>
                  <a:lnTo>
                    <a:pt x="810145" y="11707"/>
                  </a:lnTo>
                  <a:lnTo>
                    <a:pt x="899250" y="16946"/>
                  </a:lnTo>
                  <a:lnTo>
                    <a:pt x="991612" y="23235"/>
                  </a:lnTo>
                  <a:lnTo>
                    <a:pt x="1083319" y="30548"/>
                  </a:lnTo>
                  <a:lnTo>
                    <a:pt x="1171478" y="38879"/>
                  </a:lnTo>
                  <a:lnTo>
                    <a:pt x="1254292" y="48252"/>
                  </a:lnTo>
                  <a:lnTo>
                    <a:pt x="1330926" y="58739"/>
                  </a:lnTo>
                  <a:lnTo>
                    <a:pt x="1401285" y="70458"/>
                  </a:lnTo>
                  <a:lnTo>
                    <a:pt x="1465779" y="83573"/>
                  </a:lnTo>
                  <a:lnTo>
                    <a:pt x="1525134" y="98290"/>
                  </a:lnTo>
                  <a:lnTo>
                    <a:pt x="1580242" y="114842"/>
                  </a:lnTo>
                  <a:lnTo>
                    <a:pt x="1632056" y="133468"/>
                  </a:lnTo>
                  <a:lnTo>
                    <a:pt x="1681499" y="154376"/>
                  </a:lnTo>
                  <a:lnTo>
                    <a:pt x="1719082" y="172410"/>
                  </a:lnTo>
                  <a:lnTo>
                    <a:pt x="1766599" y="197795"/>
                  </a:lnTo>
                  <a:lnTo>
                    <a:pt x="1813652" y="225672"/>
                  </a:lnTo>
                  <a:lnTo>
                    <a:pt x="1860699" y="256081"/>
                  </a:lnTo>
                  <a:lnTo>
                    <a:pt x="1908057" y="288982"/>
                  </a:lnTo>
                  <a:lnTo>
                    <a:pt x="1955924" y="324249"/>
                  </a:lnTo>
                  <a:lnTo>
                    <a:pt x="2004390" y="361663"/>
                  </a:lnTo>
                  <a:lnTo>
                    <a:pt x="2053449" y="400910"/>
                  </a:lnTo>
                  <a:lnTo>
                    <a:pt x="2103017" y="441589"/>
                  </a:lnTo>
                  <a:lnTo>
                    <a:pt x="2152945" y="483231"/>
                  </a:lnTo>
                  <a:lnTo>
                    <a:pt x="2203042" y="525313"/>
                  </a:lnTo>
                  <a:lnTo>
                    <a:pt x="2253099" y="567289"/>
                  </a:lnTo>
                  <a:lnTo>
                    <a:pt x="2302909" y="608621"/>
                  </a:lnTo>
                  <a:lnTo>
                    <a:pt x="2352296" y="648803"/>
                  </a:lnTo>
                  <a:lnTo>
                    <a:pt x="2401134" y="687389"/>
                  </a:lnTo>
                  <a:lnTo>
                    <a:pt x="2449365" y="724012"/>
                  </a:lnTo>
                  <a:lnTo>
                    <a:pt x="2497021" y="758392"/>
                  </a:lnTo>
                  <a:lnTo>
                    <a:pt x="2544230" y="790347"/>
                  </a:lnTo>
                  <a:lnTo>
                    <a:pt x="2591235" y="819784"/>
                  </a:lnTo>
                  <a:lnTo>
                    <a:pt x="2638403" y="846696"/>
                  </a:lnTo>
                  <a:lnTo>
                    <a:pt x="2667772" y="862051"/>
                  </a:lnTo>
                  <a:lnTo>
                    <a:pt x="2715933" y="884825"/>
                  </a:lnTo>
                  <a:lnTo>
                    <a:pt x="2765817" y="905224"/>
                  </a:lnTo>
                  <a:lnTo>
                    <a:pt x="2818265" y="923381"/>
                  </a:lnTo>
                  <a:lnTo>
                    <a:pt x="2874215" y="939514"/>
                  </a:lnTo>
                  <a:lnTo>
                    <a:pt x="2934614" y="953864"/>
                  </a:lnTo>
                  <a:lnTo>
                    <a:pt x="3000328" y="966660"/>
                  </a:lnTo>
                  <a:lnTo>
                    <a:pt x="3072028" y="978099"/>
                  </a:lnTo>
                  <a:lnTo>
                    <a:pt x="3150035" y="988335"/>
                  </a:lnTo>
                  <a:lnTo>
                    <a:pt x="3234110" y="997478"/>
                  </a:lnTo>
                  <a:lnTo>
                    <a:pt x="3323229" y="1005586"/>
                  </a:lnTo>
                  <a:lnTo>
                    <a:pt x="3415362" y="1012679"/>
                  </a:lnTo>
                  <a:lnTo>
                    <a:pt x="3507379" y="1018742"/>
                  </a:lnTo>
                  <a:lnTo>
                    <a:pt x="3595188" y="1023750"/>
                  </a:lnTo>
                  <a:lnTo>
                    <a:pt x="3674217" y="1027691"/>
                  </a:lnTo>
                  <a:lnTo>
                    <a:pt x="3740223" y="1030594"/>
                  </a:lnTo>
                  <a:lnTo>
                    <a:pt x="3790243" y="1032549"/>
                  </a:lnTo>
                  <a:lnTo>
                    <a:pt x="3823386" y="1033707"/>
                  </a:lnTo>
                  <a:lnTo>
                    <a:pt x="3841187" y="1034266"/>
                  </a:lnTo>
                  <a:lnTo>
                    <a:pt x="3847495" y="1034445"/>
                  </a:lnTo>
                  <a:lnTo>
                    <a:pt x="3848118" y="1034461"/>
                  </a:lnTo>
                  <a:lnTo>
                    <a:pt x="4386855" y="1034461"/>
                  </a:lnTo>
                  <a:lnTo>
                    <a:pt x="4388158" y="1034456"/>
                  </a:lnTo>
                  <a:lnTo>
                    <a:pt x="4396654" y="1034421"/>
                  </a:lnTo>
                  <a:lnTo>
                    <a:pt x="4417834" y="1034324"/>
                  </a:lnTo>
                  <a:lnTo>
                    <a:pt x="4455093" y="1034134"/>
                  </a:lnTo>
                  <a:lnTo>
                    <a:pt x="4509406" y="1033824"/>
                  </a:lnTo>
                  <a:lnTo>
                    <a:pt x="4579309" y="1033374"/>
                  </a:lnTo>
                  <a:lnTo>
                    <a:pt x="4661389" y="1032773"/>
                  </a:lnTo>
                  <a:lnTo>
                    <a:pt x="4751164" y="1032019"/>
                  </a:lnTo>
                  <a:lnTo>
                    <a:pt x="4844050" y="1031114"/>
                  </a:lnTo>
                  <a:lnTo>
                    <a:pt x="4936115" y="1030062"/>
                  </a:lnTo>
                  <a:lnTo>
                    <a:pt x="5024474" y="1028864"/>
                  </a:lnTo>
                  <a:lnTo>
                    <a:pt x="5107362" y="1027516"/>
                  </a:lnTo>
                  <a:lnTo>
                    <a:pt x="5183981" y="1026007"/>
                  </a:lnTo>
                  <a:lnTo>
                    <a:pt x="5254274" y="1024320"/>
                  </a:lnTo>
                  <a:lnTo>
                    <a:pt x="5318686" y="1022431"/>
                  </a:lnTo>
                  <a:lnTo>
                    <a:pt x="5377971" y="1020309"/>
                  </a:lnTo>
                  <a:lnTo>
                    <a:pt x="5433045" y="1017920"/>
                  </a:lnTo>
                  <a:lnTo>
                    <a:pt x="5484874" y="1015231"/>
                  </a:lnTo>
                  <a:lnTo>
                    <a:pt x="5534391" y="1012212"/>
                  </a:lnTo>
                  <a:lnTo>
                    <a:pt x="5567201" y="1009961"/>
                  </a:lnTo>
                  <a:lnTo>
                    <a:pt x="5619857" y="1005939"/>
                  </a:lnTo>
                  <a:lnTo>
                    <a:pt x="5672010" y="1001481"/>
                  </a:lnTo>
                  <a:lnTo>
                    <a:pt x="5724250" y="996581"/>
                  </a:lnTo>
                  <a:lnTo>
                    <a:pt x="5776966" y="991251"/>
                  </a:lnTo>
                  <a:lnTo>
                    <a:pt x="5830368" y="985523"/>
                  </a:lnTo>
                  <a:lnTo>
                    <a:pt x="5884514" y="979447"/>
                  </a:lnTo>
                  <a:lnTo>
                    <a:pt x="5939330" y="973096"/>
                  </a:lnTo>
                  <a:lnTo>
                    <a:pt x="5994637" y="966556"/>
                  </a:lnTo>
                  <a:lnTo>
                    <a:pt x="6050184" y="959928"/>
                  </a:lnTo>
                  <a:lnTo>
                    <a:pt x="6105686" y="953316"/>
                  </a:lnTo>
                  <a:lnTo>
                    <a:pt x="6160865" y="946825"/>
                  </a:lnTo>
                  <a:lnTo>
                    <a:pt x="6215487" y="940551"/>
                  </a:lnTo>
                  <a:lnTo>
                    <a:pt x="6269404" y="934576"/>
                  </a:lnTo>
                  <a:lnTo>
                    <a:pt x="6322580" y="928967"/>
                  </a:lnTo>
                  <a:lnTo>
                    <a:pt x="6375118" y="923769"/>
                  </a:lnTo>
                  <a:lnTo>
                    <a:pt x="6427280" y="919006"/>
                  </a:lnTo>
                  <a:lnTo>
                    <a:pt x="6479515" y="914684"/>
                  </a:lnTo>
                  <a:lnTo>
                    <a:pt x="6515891" y="911959"/>
                  </a:lnTo>
                  <a:lnTo>
                    <a:pt x="6564306" y="908707"/>
                  </a:lnTo>
                  <a:lnTo>
                    <a:pt x="6614465" y="905795"/>
                  </a:lnTo>
                  <a:lnTo>
                    <a:pt x="6667225" y="903206"/>
                  </a:lnTo>
                  <a:lnTo>
                    <a:pt x="6723538" y="900906"/>
                  </a:lnTo>
                  <a:lnTo>
                    <a:pt x="6784365" y="898862"/>
                  </a:lnTo>
                  <a:lnTo>
                    <a:pt x="6850584" y="897040"/>
                  </a:lnTo>
                  <a:lnTo>
                    <a:pt x="6922867" y="895412"/>
                  </a:lnTo>
                  <a:lnTo>
                    <a:pt x="7001523" y="893956"/>
                  </a:lnTo>
                  <a:lnTo>
                    <a:pt x="7086286" y="892657"/>
                  </a:lnTo>
                  <a:lnTo>
                    <a:pt x="7176072" y="891506"/>
                  </a:lnTo>
                  <a:lnTo>
                    <a:pt x="7268766" y="890501"/>
                  </a:lnTo>
                  <a:lnTo>
                    <a:pt x="7361129" y="889644"/>
                  </a:lnTo>
                  <a:lnTo>
                    <a:pt x="7448959" y="888938"/>
                  </a:lnTo>
                  <a:lnTo>
                    <a:pt x="7527609" y="888386"/>
                  </a:lnTo>
                  <a:lnTo>
                    <a:pt x="7592830" y="887982"/>
                  </a:lnTo>
                  <a:lnTo>
                    <a:pt x="7641748" y="887713"/>
                  </a:lnTo>
                  <a:lnTo>
                    <a:pt x="7673649" y="887556"/>
                  </a:lnTo>
                  <a:lnTo>
                    <a:pt x="7690304" y="887482"/>
                  </a:lnTo>
                  <a:lnTo>
                    <a:pt x="7695818" y="887460"/>
                  </a:lnTo>
                  <a:lnTo>
                    <a:pt x="7696237" y="887459"/>
                  </a:lnTo>
                  <a:lnTo>
                    <a:pt x="8234974" y="887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546595" y="1414690"/>
              <a:ext cx="8234974" cy="1034461"/>
            </a:xfrm>
            <a:custGeom>
              <a:avLst/>
              <a:pathLst>
                <a:path w="8234974" h="1034461">
                  <a:moveTo>
                    <a:pt x="8234974" y="887459"/>
                  </a:moveTo>
                  <a:lnTo>
                    <a:pt x="7696237" y="887459"/>
                  </a:lnTo>
                  <a:lnTo>
                    <a:pt x="7694935" y="887463"/>
                  </a:lnTo>
                  <a:lnTo>
                    <a:pt x="7686438" y="887498"/>
                  </a:lnTo>
                  <a:lnTo>
                    <a:pt x="7665259" y="887595"/>
                  </a:lnTo>
                  <a:lnTo>
                    <a:pt x="7628000" y="887785"/>
                  </a:lnTo>
                  <a:lnTo>
                    <a:pt x="7573687" y="888095"/>
                  </a:lnTo>
                  <a:lnTo>
                    <a:pt x="7503783" y="888546"/>
                  </a:lnTo>
                  <a:lnTo>
                    <a:pt x="7421703" y="889147"/>
                  </a:lnTo>
                  <a:lnTo>
                    <a:pt x="7331928" y="889901"/>
                  </a:lnTo>
                  <a:lnTo>
                    <a:pt x="7239042" y="890806"/>
                  </a:lnTo>
                  <a:lnTo>
                    <a:pt x="7146978" y="891858"/>
                  </a:lnTo>
                  <a:lnTo>
                    <a:pt x="7058618" y="893055"/>
                  </a:lnTo>
                  <a:lnTo>
                    <a:pt x="6975730" y="894403"/>
                  </a:lnTo>
                  <a:lnTo>
                    <a:pt x="6899111" y="895912"/>
                  </a:lnTo>
                  <a:lnTo>
                    <a:pt x="6828818" y="897599"/>
                  </a:lnTo>
                  <a:lnTo>
                    <a:pt x="6764406" y="899489"/>
                  </a:lnTo>
                  <a:lnTo>
                    <a:pt x="6705121" y="901611"/>
                  </a:lnTo>
                  <a:lnTo>
                    <a:pt x="6650047" y="903999"/>
                  </a:lnTo>
                  <a:lnTo>
                    <a:pt x="6598218" y="906688"/>
                  </a:lnTo>
                  <a:lnTo>
                    <a:pt x="6548701" y="909707"/>
                  </a:lnTo>
                  <a:lnTo>
                    <a:pt x="6515891" y="911959"/>
                  </a:lnTo>
                  <a:lnTo>
                    <a:pt x="6463235" y="915981"/>
                  </a:lnTo>
                  <a:lnTo>
                    <a:pt x="6411083" y="920439"/>
                  </a:lnTo>
                  <a:lnTo>
                    <a:pt x="6358843" y="925339"/>
                  </a:lnTo>
                  <a:lnTo>
                    <a:pt x="6306127" y="930669"/>
                  </a:lnTo>
                  <a:lnTo>
                    <a:pt x="6252725" y="936397"/>
                  </a:lnTo>
                  <a:lnTo>
                    <a:pt x="6198579" y="942472"/>
                  </a:lnTo>
                  <a:lnTo>
                    <a:pt x="6143763" y="948824"/>
                  </a:lnTo>
                  <a:lnTo>
                    <a:pt x="6088456" y="955363"/>
                  </a:lnTo>
                  <a:lnTo>
                    <a:pt x="6032909" y="961992"/>
                  </a:lnTo>
                  <a:lnTo>
                    <a:pt x="5977406" y="968604"/>
                  </a:lnTo>
                  <a:lnTo>
                    <a:pt x="5922228" y="975095"/>
                  </a:lnTo>
                  <a:lnTo>
                    <a:pt x="5867605" y="981369"/>
                  </a:lnTo>
                  <a:lnTo>
                    <a:pt x="5813688" y="987343"/>
                  </a:lnTo>
                  <a:lnTo>
                    <a:pt x="5760512" y="992952"/>
                  </a:lnTo>
                  <a:lnTo>
                    <a:pt x="5707975" y="998151"/>
                  </a:lnTo>
                  <a:lnTo>
                    <a:pt x="5655812" y="1002914"/>
                  </a:lnTo>
                  <a:lnTo>
                    <a:pt x="5603577" y="1007235"/>
                  </a:lnTo>
                  <a:lnTo>
                    <a:pt x="5567201" y="1009961"/>
                  </a:lnTo>
                  <a:lnTo>
                    <a:pt x="5518787" y="1013213"/>
                  </a:lnTo>
                  <a:lnTo>
                    <a:pt x="5468628" y="1016124"/>
                  </a:lnTo>
                  <a:lnTo>
                    <a:pt x="5415867" y="1018714"/>
                  </a:lnTo>
                  <a:lnTo>
                    <a:pt x="5359554" y="1021013"/>
                  </a:lnTo>
                  <a:lnTo>
                    <a:pt x="5298727" y="1023057"/>
                  </a:lnTo>
                  <a:lnTo>
                    <a:pt x="5232509" y="1024879"/>
                  </a:lnTo>
                  <a:lnTo>
                    <a:pt x="5160226" y="1026507"/>
                  </a:lnTo>
                  <a:lnTo>
                    <a:pt x="5081569" y="1027963"/>
                  </a:lnTo>
                  <a:lnTo>
                    <a:pt x="4996806" y="1029262"/>
                  </a:lnTo>
                  <a:lnTo>
                    <a:pt x="4907021" y="1030414"/>
                  </a:lnTo>
                  <a:lnTo>
                    <a:pt x="4814327" y="1031419"/>
                  </a:lnTo>
                  <a:lnTo>
                    <a:pt x="4721964" y="1032276"/>
                  </a:lnTo>
                  <a:lnTo>
                    <a:pt x="4634133" y="1032981"/>
                  </a:lnTo>
                  <a:lnTo>
                    <a:pt x="4555483" y="1033534"/>
                  </a:lnTo>
                  <a:lnTo>
                    <a:pt x="4490263" y="1033938"/>
                  </a:lnTo>
                  <a:lnTo>
                    <a:pt x="4441345" y="1034207"/>
                  </a:lnTo>
                  <a:lnTo>
                    <a:pt x="4409443" y="1034364"/>
                  </a:lnTo>
                  <a:lnTo>
                    <a:pt x="4392788" y="1034437"/>
                  </a:lnTo>
                  <a:lnTo>
                    <a:pt x="4387274" y="1034459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546595" y="1420134"/>
              <a:ext cx="8234974" cy="1344799"/>
            </a:xfrm>
            <a:custGeom>
              <a:avLst/>
              <a:pathLst>
                <a:path w="8234974" h="1344799">
                  <a:moveTo>
                    <a:pt x="0" y="5444"/>
                  </a:moveTo>
                  <a:lnTo>
                    <a:pt x="538736" y="5444"/>
                  </a:lnTo>
                  <a:lnTo>
                    <a:pt x="540019" y="5478"/>
                  </a:lnTo>
                  <a:lnTo>
                    <a:pt x="548390" y="5720"/>
                  </a:lnTo>
                  <a:lnTo>
                    <a:pt x="569270" y="6391"/>
                  </a:lnTo>
                  <a:lnTo>
                    <a:pt x="606032" y="7706"/>
                  </a:lnTo>
                  <a:lnTo>
                    <a:pt x="659679" y="9857"/>
                  </a:lnTo>
                  <a:lnTo>
                    <a:pt x="728823" y="12980"/>
                  </a:lnTo>
                  <a:lnTo>
                    <a:pt x="810145" y="17152"/>
                  </a:lnTo>
                  <a:lnTo>
                    <a:pt x="899250" y="22391"/>
                  </a:lnTo>
                  <a:lnTo>
                    <a:pt x="991612" y="28679"/>
                  </a:lnTo>
                  <a:lnTo>
                    <a:pt x="1083319" y="35993"/>
                  </a:lnTo>
                  <a:lnTo>
                    <a:pt x="1171478" y="44323"/>
                  </a:lnTo>
                  <a:lnTo>
                    <a:pt x="1254292" y="53697"/>
                  </a:lnTo>
                  <a:lnTo>
                    <a:pt x="1330926" y="64183"/>
                  </a:lnTo>
                  <a:lnTo>
                    <a:pt x="1401285" y="75902"/>
                  </a:lnTo>
                  <a:lnTo>
                    <a:pt x="1465779" y="89017"/>
                  </a:lnTo>
                  <a:lnTo>
                    <a:pt x="1525134" y="103734"/>
                  </a:lnTo>
                  <a:lnTo>
                    <a:pt x="1580242" y="120286"/>
                  </a:lnTo>
                  <a:lnTo>
                    <a:pt x="1632056" y="138913"/>
                  </a:lnTo>
                  <a:lnTo>
                    <a:pt x="1681499" y="159821"/>
                  </a:lnTo>
                  <a:lnTo>
                    <a:pt x="1719082" y="177854"/>
                  </a:lnTo>
                  <a:lnTo>
                    <a:pt x="1766599" y="203240"/>
                  </a:lnTo>
                  <a:lnTo>
                    <a:pt x="1813652" y="231117"/>
                  </a:lnTo>
                  <a:lnTo>
                    <a:pt x="1860699" y="261525"/>
                  </a:lnTo>
                  <a:lnTo>
                    <a:pt x="1908057" y="294426"/>
                  </a:lnTo>
                  <a:lnTo>
                    <a:pt x="1955924" y="329694"/>
                  </a:lnTo>
                  <a:lnTo>
                    <a:pt x="2004390" y="367108"/>
                  </a:lnTo>
                  <a:lnTo>
                    <a:pt x="2053449" y="406354"/>
                  </a:lnTo>
                  <a:lnTo>
                    <a:pt x="2103017" y="447034"/>
                  </a:lnTo>
                  <a:lnTo>
                    <a:pt x="2152945" y="488676"/>
                  </a:lnTo>
                  <a:lnTo>
                    <a:pt x="2203042" y="530757"/>
                  </a:lnTo>
                  <a:lnTo>
                    <a:pt x="2253099" y="572734"/>
                  </a:lnTo>
                  <a:lnTo>
                    <a:pt x="2302909" y="614066"/>
                  </a:lnTo>
                  <a:lnTo>
                    <a:pt x="2352296" y="654248"/>
                  </a:lnTo>
                  <a:lnTo>
                    <a:pt x="2401134" y="692834"/>
                  </a:lnTo>
                  <a:lnTo>
                    <a:pt x="2449365" y="729456"/>
                  </a:lnTo>
                  <a:lnTo>
                    <a:pt x="2497021" y="763837"/>
                  </a:lnTo>
                  <a:lnTo>
                    <a:pt x="2544230" y="795791"/>
                  </a:lnTo>
                  <a:lnTo>
                    <a:pt x="2591235" y="825228"/>
                  </a:lnTo>
                  <a:lnTo>
                    <a:pt x="2638403" y="852141"/>
                  </a:lnTo>
                  <a:lnTo>
                    <a:pt x="2667772" y="867495"/>
                  </a:lnTo>
                  <a:lnTo>
                    <a:pt x="2715933" y="890270"/>
                  </a:lnTo>
                  <a:lnTo>
                    <a:pt x="2765817" y="910669"/>
                  </a:lnTo>
                  <a:lnTo>
                    <a:pt x="2818265" y="928826"/>
                  </a:lnTo>
                  <a:lnTo>
                    <a:pt x="2874215" y="944958"/>
                  </a:lnTo>
                  <a:lnTo>
                    <a:pt x="2934614" y="959308"/>
                  </a:lnTo>
                  <a:lnTo>
                    <a:pt x="3000328" y="972104"/>
                  </a:lnTo>
                  <a:lnTo>
                    <a:pt x="3072028" y="983543"/>
                  </a:lnTo>
                  <a:lnTo>
                    <a:pt x="3150035" y="993780"/>
                  </a:lnTo>
                  <a:lnTo>
                    <a:pt x="3234110" y="1002922"/>
                  </a:lnTo>
                  <a:lnTo>
                    <a:pt x="3323229" y="1011031"/>
                  </a:lnTo>
                  <a:lnTo>
                    <a:pt x="3415362" y="1018124"/>
                  </a:lnTo>
                  <a:lnTo>
                    <a:pt x="3507379" y="1024187"/>
                  </a:lnTo>
                  <a:lnTo>
                    <a:pt x="3595188" y="1029194"/>
                  </a:lnTo>
                  <a:lnTo>
                    <a:pt x="3674217" y="1033135"/>
                  </a:lnTo>
                  <a:lnTo>
                    <a:pt x="3740223" y="1036039"/>
                  </a:lnTo>
                  <a:lnTo>
                    <a:pt x="3790243" y="1037994"/>
                  </a:lnTo>
                  <a:lnTo>
                    <a:pt x="3823386" y="1039152"/>
                  </a:lnTo>
                  <a:lnTo>
                    <a:pt x="3841187" y="1039710"/>
                  </a:lnTo>
                  <a:lnTo>
                    <a:pt x="3847495" y="1039889"/>
                  </a:lnTo>
                  <a:lnTo>
                    <a:pt x="3848118" y="1039906"/>
                  </a:lnTo>
                  <a:lnTo>
                    <a:pt x="4386855" y="1039906"/>
                  </a:lnTo>
                  <a:lnTo>
                    <a:pt x="4388156" y="1039916"/>
                  </a:lnTo>
                  <a:lnTo>
                    <a:pt x="4396644" y="1039988"/>
                  </a:lnTo>
                  <a:lnTo>
                    <a:pt x="4417803" y="1040189"/>
                  </a:lnTo>
                  <a:lnTo>
                    <a:pt x="4455028" y="1040582"/>
                  </a:lnTo>
                  <a:lnTo>
                    <a:pt x="4509295" y="1041225"/>
                  </a:lnTo>
                  <a:lnTo>
                    <a:pt x="4579146" y="1042158"/>
                  </a:lnTo>
                  <a:lnTo>
                    <a:pt x="4661174" y="1043403"/>
                  </a:lnTo>
                  <a:lnTo>
                    <a:pt x="4750903" y="1044966"/>
                  </a:lnTo>
                  <a:lnTo>
                    <a:pt x="4843753" y="1046841"/>
                  </a:lnTo>
                  <a:lnTo>
                    <a:pt x="4935793" y="1049021"/>
                  </a:lnTo>
                  <a:lnTo>
                    <a:pt x="5024139" y="1051503"/>
                  </a:lnTo>
                  <a:lnTo>
                    <a:pt x="5107022" y="1054297"/>
                  </a:lnTo>
                  <a:lnTo>
                    <a:pt x="5183642" y="1057424"/>
                  </a:lnTo>
                  <a:lnTo>
                    <a:pt x="5253940" y="1060920"/>
                  </a:lnTo>
                  <a:lnTo>
                    <a:pt x="5318357" y="1064835"/>
                  </a:lnTo>
                  <a:lnTo>
                    <a:pt x="5377647" y="1069232"/>
                  </a:lnTo>
                  <a:lnTo>
                    <a:pt x="5432723" y="1074180"/>
                  </a:lnTo>
                  <a:lnTo>
                    <a:pt x="5484551" y="1079752"/>
                  </a:lnTo>
                  <a:lnTo>
                    <a:pt x="5534063" y="1086006"/>
                  </a:lnTo>
                  <a:lnTo>
                    <a:pt x="5567201" y="1090721"/>
                  </a:lnTo>
                  <a:lnTo>
                    <a:pt x="5619411" y="1098987"/>
                  </a:lnTo>
                  <a:lnTo>
                    <a:pt x="5671120" y="1108143"/>
                  </a:lnTo>
                  <a:lnTo>
                    <a:pt x="5722908" y="1118200"/>
                  </a:lnTo>
                  <a:lnTo>
                    <a:pt x="5775156" y="1129135"/>
                  </a:lnTo>
                  <a:lnTo>
                    <a:pt x="5828075" y="1140885"/>
                  </a:lnTo>
                  <a:lnTo>
                    <a:pt x="5881725" y="1153348"/>
                  </a:lnTo>
                  <a:lnTo>
                    <a:pt x="5936041" y="1166381"/>
                  </a:lnTo>
                  <a:lnTo>
                    <a:pt x="5990852" y="1179811"/>
                  </a:lnTo>
                  <a:lnTo>
                    <a:pt x="6045917" y="1193435"/>
                  </a:lnTo>
                  <a:lnTo>
                    <a:pt x="6100960" y="1207043"/>
                  </a:lnTo>
                  <a:lnTo>
                    <a:pt x="6155708" y="1220423"/>
                  </a:lnTo>
                  <a:lnTo>
                    <a:pt x="6209926" y="1233377"/>
                  </a:lnTo>
                  <a:lnTo>
                    <a:pt x="6263462" y="1245735"/>
                  </a:lnTo>
                  <a:lnTo>
                    <a:pt x="6316267" y="1257361"/>
                  </a:lnTo>
                  <a:lnTo>
                    <a:pt x="6368423" y="1268160"/>
                  </a:lnTo>
                  <a:lnTo>
                    <a:pt x="6420169" y="1278074"/>
                  </a:lnTo>
                  <a:lnTo>
                    <a:pt x="6471913" y="1287088"/>
                  </a:lnTo>
                  <a:lnTo>
                    <a:pt x="6515891" y="1293984"/>
                  </a:lnTo>
                  <a:lnTo>
                    <a:pt x="6564288" y="1300727"/>
                  </a:lnTo>
                  <a:lnTo>
                    <a:pt x="6614429" y="1306763"/>
                  </a:lnTo>
                  <a:lnTo>
                    <a:pt x="6667167" y="1312133"/>
                  </a:lnTo>
                  <a:lnTo>
                    <a:pt x="6723455" y="1316901"/>
                  </a:lnTo>
                  <a:lnTo>
                    <a:pt x="6784253" y="1321141"/>
                  </a:lnTo>
                  <a:lnTo>
                    <a:pt x="6850436" y="1324919"/>
                  </a:lnTo>
                  <a:lnTo>
                    <a:pt x="6922679" y="1328295"/>
                  </a:lnTo>
                  <a:lnTo>
                    <a:pt x="7001291" y="1331314"/>
                  </a:lnTo>
                  <a:lnTo>
                    <a:pt x="7086006" y="1334009"/>
                  </a:lnTo>
                  <a:lnTo>
                    <a:pt x="7175746" y="1336397"/>
                  </a:lnTo>
                  <a:lnTo>
                    <a:pt x="7268402" y="1338482"/>
                  </a:lnTo>
                  <a:lnTo>
                    <a:pt x="7360741" y="1340261"/>
                  </a:lnTo>
                  <a:lnTo>
                    <a:pt x="7448571" y="1341725"/>
                  </a:lnTo>
                  <a:lnTo>
                    <a:pt x="7527248" y="1342871"/>
                  </a:lnTo>
                  <a:lnTo>
                    <a:pt x="7592524" y="1343710"/>
                  </a:lnTo>
                  <a:lnTo>
                    <a:pt x="7641518" y="1344270"/>
                  </a:lnTo>
                  <a:lnTo>
                    <a:pt x="7673505" y="1344597"/>
                  </a:lnTo>
                  <a:lnTo>
                    <a:pt x="7690239" y="1344750"/>
                  </a:lnTo>
                  <a:lnTo>
                    <a:pt x="7695806" y="1344796"/>
                  </a:lnTo>
                  <a:lnTo>
                    <a:pt x="7696237" y="1344799"/>
                  </a:lnTo>
                  <a:lnTo>
                    <a:pt x="8234974" y="1344799"/>
                  </a:lnTo>
                  <a:lnTo>
                    <a:pt x="8234974" y="1339355"/>
                  </a:lnTo>
                  <a:lnTo>
                    <a:pt x="7696237" y="1339355"/>
                  </a:lnTo>
                  <a:lnTo>
                    <a:pt x="7694936" y="1339345"/>
                  </a:lnTo>
                  <a:lnTo>
                    <a:pt x="7686448" y="1339272"/>
                  </a:lnTo>
                  <a:lnTo>
                    <a:pt x="7665290" y="1339072"/>
                  </a:lnTo>
                  <a:lnTo>
                    <a:pt x="7628065" y="1338678"/>
                  </a:lnTo>
                  <a:lnTo>
                    <a:pt x="7573798" y="1338036"/>
                  </a:lnTo>
                  <a:lnTo>
                    <a:pt x="7503947" y="1337103"/>
                  </a:lnTo>
                  <a:lnTo>
                    <a:pt x="7421919" y="1335857"/>
                  </a:lnTo>
                  <a:lnTo>
                    <a:pt x="7332190" y="1334294"/>
                  </a:lnTo>
                  <a:lnTo>
                    <a:pt x="7239340" y="1332419"/>
                  </a:lnTo>
                  <a:lnTo>
                    <a:pt x="7147300" y="1330239"/>
                  </a:lnTo>
                  <a:lnTo>
                    <a:pt x="7058954" y="1327757"/>
                  </a:lnTo>
                  <a:lnTo>
                    <a:pt x="6976071" y="1324963"/>
                  </a:lnTo>
                  <a:lnTo>
                    <a:pt x="6899450" y="1321837"/>
                  </a:lnTo>
                  <a:lnTo>
                    <a:pt x="6829153" y="1318341"/>
                  </a:lnTo>
                  <a:lnTo>
                    <a:pt x="6764735" y="1314425"/>
                  </a:lnTo>
                  <a:lnTo>
                    <a:pt x="6705445" y="1310029"/>
                  </a:lnTo>
                  <a:lnTo>
                    <a:pt x="6650369" y="1305080"/>
                  </a:lnTo>
                  <a:lnTo>
                    <a:pt x="6598541" y="1299509"/>
                  </a:lnTo>
                  <a:lnTo>
                    <a:pt x="6549030" y="1293254"/>
                  </a:lnTo>
                  <a:lnTo>
                    <a:pt x="6515891" y="1288539"/>
                  </a:lnTo>
                  <a:lnTo>
                    <a:pt x="6463681" y="1280273"/>
                  </a:lnTo>
                  <a:lnTo>
                    <a:pt x="6411972" y="1271117"/>
                  </a:lnTo>
                  <a:lnTo>
                    <a:pt x="6360184" y="1261060"/>
                  </a:lnTo>
                  <a:lnTo>
                    <a:pt x="6307936" y="1250125"/>
                  </a:lnTo>
                  <a:lnTo>
                    <a:pt x="6255018" y="1238375"/>
                  </a:lnTo>
                  <a:lnTo>
                    <a:pt x="6201367" y="1225913"/>
                  </a:lnTo>
                  <a:lnTo>
                    <a:pt x="6147052" y="1212879"/>
                  </a:lnTo>
                  <a:lnTo>
                    <a:pt x="6092241" y="1199450"/>
                  </a:lnTo>
                  <a:lnTo>
                    <a:pt x="6037175" y="1185825"/>
                  </a:lnTo>
                  <a:lnTo>
                    <a:pt x="5982132" y="1172217"/>
                  </a:lnTo>
                  <a:lnTo>
                    <a:pt x="5927385" y="1158838"/>
                  </a:lnTo>
                  <a:lnTo>
                    <a:pt x="5873166" y="1145884"/>
                  </a:lnTo>
                  <a:lnTo>
                    <a:pt x="5819630" y="1133526"/>
                  </a:lnTo>
                  <a:lnTo>
                    <a:pt x="5766826" y="1121899"/>
                  </a:lnTo>
                  <a:lnTo>
                    <a:pt x="5714669" y="1111101"/>
                  </a:lnTo>
                  <a:lnTo>
                    <a:pt x="5662924" y="1101186"/>
                  </a:lnTo>
                  <a:lnTo>
                    <a:pt x="5611179" y="1092173"/>
                  </a:lnTo>
                  <a:lnTo>
                    <a:pt x="5567201" y="1085277"/>
                  </a:lnTo>
                  <a:lnTo>
                    <a:pt x="5518804" y="1078533"/>
                  </a:lnTo>
                  <a:lnTo>
                    <a:pt x="5468664" y="1072497"/>
                  </a:lnTo>
                  <a:lnTo>
                    <a:pt x="5415925" y="1067127"/>
                  </a:lnTo>
                  <a:lnTo>
                    <a:pt x="5359637" y="1062359"/>
                  </a:lnTo>
                  <a:lnTo>
                    <a:pt x="5298840" y="1058120"/>
                  </a:lnTo>
                  <a:lnTo>
                    <a:pt x="5232656" y="1054342"/>
                  </a:lnTo>
                  <a:lnTo>
                    <a:pt x="5160413" y="1050966"/>
                  </a:lnTo>
                  <a:lnTo>
                    <a:pt x="5081802" y="1047946"/>
                  </a:lnTo>
                  <a:lnTo>
                    <a:pt x="4997086" y="1045251"/>
                  </a:lnTo>
                  <a:lnTo>
                    <a:pt x="4907346" y="1042864"/>
                  </a:lnTo>
                  <a:lnTo>
                    <a:pt x="4814691" y="1040778"/>
                  </a:lnTo>
                  <a:lnTo>
                    <a:pt x="4722351" y="1039000"/>
                  </a:lnTo>
                  <a:lnTo>
                    <a:pt x="4634521" y="1037536"/>
                  </a:lnTo>
                  <a:lnTo>
                    <a:pt x="4555844" y="1036389"/>
                  </a:lnTo>
                  <a:lnTo>
                    <a:pt x="4490568" y="1035550"/>
                  </a:lnTo>
                  <a:lnTo>
                    <a:pt x="4441574" y="1034990"/>
                  </a:lnTo>
                  <a:lnTo>
                    <a:pt x="4409587" y="1034664"/>
                  </a:lnTo>
                  <a:lnTo>
                    <a:pt x="4392854" y="1034510"/>
                  </a:lnTo>
                  <a:lnTo>
                    <a:pt x="4387287" y="1034464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546595" y="1425579"/>
              <a:ext cx="8234974" cy="1339355"/>
            </a:xfrm>
            <a:custGeom>
              <a:avLst/>
              <a:pathLst>
                <a:path w="8234974" h="1339355">
                  <a:moveTo>
                    <a:pt x="0" y="0"/>
                  </a:moveTo>
                  <a:lnTo>
                    <a:pt x="538736" y="0"/>
                  </a:lnTo>
                  <a:lnTo>
                    <a:pt x="540019" y="33"/>
                  </a:lnTo>
                  <a:lnTo>
                    <a:pt x="548390" y="276"/>
                  </a:lnTo>
                  <a:lnTo>
                    <a:pt x="569270" y="946"/>
                  </a:lnTo>
                  <a:lnTo>
                    <a:pt x="606032" y="2262"/>
                  </a:lnTo>
                  <a:lnTo>
                    <a:pt x="659679" y="4412"/>
                  </a:lnTo>
                  <a:lnTo>
                    <a:pt x="728823" y="7536"/>
                  </a:lnTo>
                  <a:lnTo>
                    <a:pt x="810145" y="11707"/>
                  </a:lnTo>
                  <a:lnTo>
                    <a:pt x="899250" y="16946"/>
                  </a:lnTo>
                  <a:lnTo>
                    <a:pt x="991612" y="23235"/>
                  </a:lnTo>
                  <a:lnTo>
                    <a:pt x="1083319" y="30548"/>
                  </a:lnTo>
                  <a:lnTo>
                    <a:pt x="1171478" y="38879"/>
                  </a:lnTo>
                  <a:lnTo>
                    <a:pt x="1254292" y="48252"/>
                  </a:lnTo>
                  <a:lnTo>
                    <a:pt x="1330926" y="58739"/>
                  </a:lnTo>
                  <a:lnTo>
                    <a:pt x="1401285" y="70458"/>
                  </a:lnTo>
                  <a:lnTo>
                    <a:pt x="1465779" y="83573"/>
                  </a:lnTo>
                  <a:lnTo>
                    <a:pt x="1525134" y="98290"/>
                  </a:lnTo>
                  <a:lnTo>
                    <a:pt x="1580242" y="114842"/>
                  </a:lnTo>
                  <a:lnTo>
                    <a:pt x="1632056" y="133468"/>
                  </a:lnTo>
                  <a:lnTo>
                    <a:pt x="1681499" y="154376"/>
                  </a:lnTo>
                  <a:lnTo>
                    <a:pt x="1719082" y="172410"/>
                  </a:lnTo>
                  <a:lnTo>
                    <a:pt x="1766599" y="197795"/>
                  </a:lnTo>
                  <a:lnTo>
                    <a:pt x="1813652" y="225672"/>
                  </a:lnTo>
                  <a:lnTo>
                    <a:pt x="1860699" y="256081"/>
                  </a:lnTo>
                  <a:lnTo>
                    <a:pt x="1908057" y="288982"/>
                  </a:lnTo>
                  <a:lnTo>
                    <a:pt x="1955924" y="324249"/>
                  </a:lnTo>
                  <a:lnTo>
                    <a:pt x="2004390" y="361663"/>
                  </a:lnTo>
                  <a:lnTo>
                    <a:pt x="2053449" y="400910"/>
                  </a:lnTo>
                  <a:lnTo>
                    <a:pt x="2103017" y="441589"/>
                  </a:lnTo>
                  <a:lnTo>
                    <a:pt x="2152945" y="483231"/>
                  </a:lnTo>
                  <a:lnTo>
                    <a:pt x="2203042" y="525313"/>
                  </a:lnTo>
                  <a:lnTo>
                    <a:pt x="2253099" y="567289"/>
                  </a:lnTo>
                  <a:lnTo>
                    <a:pt x="2302909" y="608621"/>
                  </a:lnTo>
                  <a:lnTo>
                    <a:pt x="2352296" y="648803"/>
                  </a:lnTo>
                  <a:lnTo>
                    <a:pt x="2401134" y="687389"/>
                  </a:lnTo>
                  <a:lnTo>
                    <a:pt x="2449365" y="724012"/>
                  </a:lnTo>
                  <a:lnTo>
                    <a:pt x="2497021" y="758392"/>
                  </a:lnTo>
                  <a:lnTo>
                    <a:pt x="2544230" y="790347"/>
                  </a:lnTo>
                  <a:lnTo>
                    <a:pt x="2591235" y="819784"/>
                  </a:lnTo>
                  <a:lnTo>
                    <a:pt x="2638403" y="846696"/>
                  </a:lnTo>
                  <a:lnTo>
                    <a:pt x="2667772" y="862051"/>
                  </a:lnTo>
                  <a:lnTo>
                    <a:pt x="2715933" y="884825"/>
                  </a:lnTo>
                  <a:lnTo>
                    <a:pt x="2765817" y="905224"/>
                  </a:lnTo>
                  <a:lnTo>
                    <a:pt x="2818265" y="923381"/>
                  </a:lnTo>
                  <a:lnTo>
                    <a:pt x="2874215" y="939514"/>
                  </a:lnTo>
                  <a:lnTo>
                    <a:pt x="2934614" y="953864"/>
                  </a:lnTo>
                  <a:lnTo>
                    <a:pt x="3000328" y="966660"/>
                  </a:lnTo>
                  <a:lnTo>
                    <a:pt x="3072028" y="978099"/>
                  </a:lnTo>
                  <a:lnTo>
                    <a:pt x="3150035" y="988335"/>
                  </a:lnTo>
                  <a:lnTo>
                    <a:pt x="3234110" y="997478"/>
                  </a:lnTo>
                  <a:lnTo>
                    <a:pt x="3323229" y="1005586"/>
                  </a:lnTo>
                  <a:lnTo>
                    <a:pt x="3415362" y="1012679"/>
                  </a:lnTo>
                  <a:lnTo>
                    <a:pt x="3507379" y="1018742"/>
                  </a:lnTo>
                  <a:lnTo>
                    <a:pt x="3595188" y="1023750"/>
                  </a:lnTo>
                  <a:lnTo>
                    <a:pt x="3674217" y="1027691"/>
                  </a:lnTo>
                  <a:lnTo>
                    <a:pt x="3740223" y="1030594"/>
                  </a:lnTo>
                  <a:lnTo>
                    <a:pt x="3790243" y="1032549"/>
                  </a:lnTo>
                  <a:lnTo>
                    <a:pt x="3823386" y="1033707"/>
                  </a:lnTo>
                  <a:lnTo>
                    <a:pt x="3841187" y="1034266"/>
                  </a:lnTo>
                  <a:lnTo>
                    <a:pt x="3847495" y="1034445"/>
                  </a:lnTo>
                  <a:lnTo>
                    <a:pt x="3848118" y="1034461"/>
                  </a:lnTo>
                  <a:lnTo>
                    <a:pt x="4386855" y="1034461"/>
                  </a:lnTo>
                  <a:lnTo>
                    <a:pt x="4388156" y="1034471"/>
                  </a:lnTo>
                  <a:lnTo>
                    <a:pt x="4396644" y="1034544"/>
                  </a:lnTo>
                  <a:lnTo>
                    <a:pt x="4417803" y="1034744"/>
                  </a:lnTo>
                  <a:lnTo>
                    <a:pt x="4455028" y="1035138"/>
                  </a:lnTo>
                  <a:lnTo>
                    <a:pt x="4509295" y="1035780"/>
                  </a:lnTo>
                  <a:lnTo>
                    <a:pt x="4579146" y="1036713"/>
                  </a:lnTo>
                  <a:lnTo>
                    <a:pt x="4661174" y="1037959"/>
                  </a:lnTo>
                  <a:lnTo>
                    <a:pt x="4750903" y="1039522"/>
                  </a:lnTo>
                  <a:lnTo>
                    <a:pt x="4843753" y="1041397"/>
                  </a:lnTo>
                  <a:lnTo>
                    <a:pt x="4935793" y="1043576"/>
                  </a:lnTo>
                  <a:lnTo>
                    <a:pt x="5024139" y="1046059"/>
                  </a:lnTo>
                  <a:lnTo>
                    <a:pt x="5107022" y="1048853"/>
                  </a:lnTo>
                  <a:lnTo>
                    <a:pt x="5183642" y="1051979"/>
                  </a:lnTo>
                  <a:lnTo>
                    <a:pt x="5253940" y="1055475"/>
                  </a:lnTo>
                  <a:lnTo>
                    <a:pt x="5318357" y="1059391"/>
                  </a:lnTo>
                  <a:lnTo>
                    <a:pt x="5377647" y="1063787"/>
                  </a:lnTo>
                  <a:lnTo>
                    <a:pt x="5432723" y="1068736"/>
                  </a:lnTo>
                  <a:lnTo>
                    <a:pt x="5484551" y="1074307"/>
                  </a:lnTo>
                  <a:lnTo>
                    <a:pt x="5534063" y="1080562"/>
                  </a:lnTo>
                  <a:lnTo>
                    <a:pt x="5567201" y="1085277"/>
                  </a:lnTo>
                  <a:lnTo>
                    <a:pt x="5619411" y="1093543"/>
                  </a:lnTo>
                  <a:lnTo>
                    <a:pt x="5671120" y="1102699"/>
                  </a:lnTo>
                  <a:lnTo>
                    <a:pt x="5722908" y="1112756"/>
                  </a:lnTo>
                  <a:lnTo>
                    <a:pt x="5775156" y="1123691"/>
                  </a:lnTo>
                  <a:lnTo>
                    <a:pt x="5828075" y="1135441"/>
                  </a:lnTo>
                  <a:lnTo>
                    <a:pt x="5881725" y="1147903"/>
                  </a:lnTo>
                  <a:lnTo>
                    <a:pt x="5936041" y="1160937"/>
                  </a:lnTo>
                  <a:lnTo>
                    <a:pt x="5990852" y="1174366"/>
                  </a:lnTo>
                  <a:lnTo>
                    <a:pt x="6045917" y="1187991"/>
                  </a:lnTo>
                  <a:lnTo>
                    <a:pt x="6100960" y="1201599"/>
                  </a:lnTo>
                  <a:lnTo>
                    <a:pt x="6155708" y="1214978"/>
                  </a:lnTo>
                  <a:lnTo>
                    <a:pt x="6209926" y="1227932"/>
                  </a:lnTo>
                  <a:lnTo>
                    <a:pt x="6263462" y="1240290"/>
                  </a:lnTo>
                  <a:lnTo>
                    <a:pt x="6316267" y="1251917"/>
                  </a:lnTo>
                  <a:lnTo>
                    <a:pt x="6368423" y="1262715"/>
                  </a:lnTo>
                  <a:lnTo>
                    <a:pt x="6420169" y="1272630"/>
                  </a:lnTo>
                  <a:lnTo>
                    <a:pt x="6471913" y="1281643"/>
                  </a:lnTo>
                  <a:lnTo>
                    <a:pt x="6515891" y="1288539"/>
                  </a:lnTo>
                  <a:lnTo>
                    <a:pt x="6564288" y="1295282"/>
                  </a:lnTo>
                  <a:lnTo>
                    <a:pt x="6614429" y="1301319"/>
                  </a:lnTo>
                  <a:lnTo>
                    <a:pt x="6667167" y="1306689"/>
                  </a:lnTo>
                  <a:lnTo>
                    <a:pt x="6723455" y="1311457"/>
                  </a:lnTo>
                  <a:lnTo>
                    <a:pt x="6784253" y="1315696"/>
                  </a:lnTo>
                  <a:lnTo>
                    <a:pt x="6850436" y="1319474"/>
                  </a:lnTo>
                  <a:lnTo>
                    <a:pt x="6922679" y="1322850"/>
                  </a:lnTo>
                  <a:lnTo>
                    <a:pt x="7001291" y="1325870"/>
                  </a:lnTo>
                  <a:lnTo>
                    <a:pt x="7086006" y="1328565"/>
                  </a:lnTo>
                  <a:lnTo>
                    <a:pt x="7175746" y="1330952"/>
                  </a:lnTo>
                  <a:lnTo>
                    <a:pt x="7268402" y="1333038"/>
                  </a:lnTo>
                  <a:lnTo>
                    <a:pt x="7360741" y="1334816"/>
                  </a:lnTo>
                  <a:lnTo>
                    <a:pt x="7448571" y="1336280"/>
                  </a:lnTo>
                  <a:lnTo>
                    <a:pt x="7527248" y="1337427"/>
                  </a:lnTo>
                  <a:lnTo>
                    <a:pt x="7592524" y="1338266"/>
                  </a:lnTo>
                  <a:lnTo>
                    <a:pt x="7641518" y="1338826"/>
                  </a:lnTo>
                  <a:lnTo>
                    <a:pt x="7673505" y="1339152"/>
                  </a:lnTo>
                  <a:lnTo>
                    <a:pt x="7690239" y="1339305"/>
                  </a:lnTo>
                  <a:lnTo>
                    <a:pt x="7695806" y="1339352"/>
                  </a:lnTo>
                  <a:lnTo>
                    <a:pt x="7696237" y="1339355"/>
                  </a:lnTo>
                  <a:lnTo>
                    <a:pt x="8234974" y="13393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546595" y="1420134"/>
              <a:ext cx="8234974" cy="1339355"/>
            </a:xfrm>
            <a:custGeom>
              <a:avLst/>
              <a:pathLst>
                <a:path w="8234974" h="1339355">
                  <a:moveTo>
                    <a:pt x="8234974" y="1339355"/>
                  </a:moveTo>
                  <a:lnTo>
                    <a:pt x="7696237" y="1339355"/>
                  </a:lnTo>
                  <a:lnTo>
                    <a:pt x="7694936" y="1339345"/>
                  </a:lnTo>
                  <a:lnTo>
                    <a:pt x="7686448" y="1339272"/>
                  </a:lnTo>
                  <a:lnTo>
                    <a:pt x="7665290" y="1339072"/>
                  </a:lnTo>
                  <a:lnTo>
                    <a:pt x="7628065" y="1338678"/>
                  </a:lnTo>
                  <a:lnTo>
                    <a:pt x="7573798" y="1338036"/>
                  </a:lnTo>
                  <a:lnTo>
                    <a:pt x="7503947" y="1337103"/>
                  </a:lnTo>
                  <a:lnTo>
                    <a:pt x="7421919" y="1335857"/>
                  </a:lnTo>
                  <a:lnTo>
                    <a:pt x="7332190" y="1334294"/>
                  </a:lnTo>
                  <a:lnTo>
                    <a:pt x="7239340" y="1332419"/>
                  </a:lnTo>
                  <a:lnTo>
                    <a:pt x="7147300" y="1330239"/>
                  </a:lnTo>
                  <a:lnTo>
                    <a:pt x="7058954" y="1327757"/>
                  </a:lnTo>
                  <a:lnTo>
                    <a:pt x="6976071" y="1324963"/>
                  </a:lnTo>
                  <a:lnTo>
                    <a:pt x="6899450" y="1321837"/>
                  </a:lnTo>
                  <a:lnTo>
                    <a:pt x="6829153" y="1318341"/>
                  </a:lnTo>
                  <a:lnTo>
                    <a:pt x="6764735" y="1314425"/>
                  </a:lnTo>
                  <a:lnTo>
                    <a:pt x="6705445" y="1310029"/>
                  </a:lnTo>
                  <a:lnTo>
                    <a:pt x="6650369" y="1305080"/>
                  </a:lnTo>
                  <a:lnTo>
                    <a:pt x="6598541" y="1299509"/>
                  </a:lnTo>
                  <a:lnTo>
                    <a:pt x="6549030" y="1293254"/>
                  </a:lnTo>
                  <a:lnTo>
                    <a:pt x="6515891" y="1288539"/>
                  </a:lnTo>
                  <a:lnTo>
                    <a:pt x="6463681" y="1280273"/>
                  </a:lnTo>
                  <a:lnTo>
                    <a:pt x="6411972" y="1271117"/>
                  </a:lnTo>
                  <a:lnTo>
                    <a:pt x="6360184" y="1261060"/>
                  </a:lnTo>
                  <a:lnTo>
                    <a:pt x="6307936" y="1250125"/>
                  </a:lnTo>
                  <a:lnTo>
                    <a:pt x="6255018" y="1238375"/>
                  </a:lnTo>
                  <a:lnTo>
                    <a:pt x="6201367" y="1225913"/>
                  </a:lnTo>
                  <a:lnTo>
                    <a:pt x="6147052" y="1212879"/>
                  </a:lnTo>
                  <a:lnTo>
                    <a:pt x="6092241" y="1199450"/>
                  </a:lnTo>
                  <a:lnTo>
                    <a:pt x="6037175" y="1185825"/>
                  </a:lnTo>
                  <a:lnTo>
                    <a:pt x="5982132" y="1172217"/>
                  </a:lnTo>
                  <a:lnTo>
                    <a:pt x="5927385" y="1158838"/>
                  </a:lnTo>
                  <a:lnTo>
                    <a:pt x="5873166" y="1145884"/>
                  </a:lnTo>
                  <a:lnTo>
                    <a:pt x="5819630" y="1133526"/>
                  </a:lnTo>
                  <a:lnTo>
                    <a:pt x="5766826" y="1121899"/>
                  </a:lnTo>
                  <a:lnTo>
                    <a:pt x="5714669" y="1111101"/>
                  </a:lnTo>
                  <a:lnTo>
                    <a:pt x="5662924" y="1101186"/>
                  </a:lnTo>
                  <a:lnTo>
                    <a:pt x="5611179" y="1092173"/>
                  </a:lnTo>
                  <a:lnTo>
                    <a:pt x="5567201" y="1085277"/>
                  </a:lnTo>
                  <a:lnTo>
                    <a:pt x="5518804" y="1078533"/>
                  </a:lnTo>
                  <a:lnTo>
                    <a:pt x="5468664" y="1072497"/>
                  </a:lnTo>
                  <a:lnTo>
                    <a:pt x="5415925" y="1067127"/>
                  </a:lnTo>
                  <a:lnTo>
                    <a:pt x="5359637" y="1062359"/>
                  </a:lnTo>
                  <a:lnTo>
                    <a:pt x="5298840" y="1058120"/>
                  </a:lnTo>
                  <a:lnTo>
                    <a:pt x="5232656" y="1054342"/>
                  </a:lnTo>
                  <a:lnTo>
                    <a:pt x="5160413" y="1050966"/>
                  </a:lnTo>
                  <a:lnTo>
                    <a:pt x="5081802" y="1047946"/>
                  </a:lnTo>
                  <a:lnTo>
                    <a:pt x="4997086" y="1045251"/>
                  </a:lnTo>
                  <a:lnTo>
                    <a:pt x="4907346" y="1042864"/>
                  </a:lnTo>
                  <a:lnTo>
                    <a:pt x="4814691" y="1040778"/>
                  </a:lnTo>
                  <a:lnTo>
                    <a:pt x="4722351" y="1039000"/>
                  </a:lnTo>
                  <a:lnTo>
                    <a:pt x="4634521" y="1037536"/>
                  </a:lnTo>
                  <a:lnTo>
                    <a:pt x="4555844" y="1036389"/>
                  </a:lnTo>
                  <a:lnTo>
                    <a:pt x="4490568" y="1035550"/>
                  </a:lnTo>
                  <a:lnTo>
                    <a:pt x="4441574" y="1034990"/>
                  </a:lnTo>
                  <a:lnTo>
                    <a:pt x="4409587" y="1034664"/>
                  </a:lnTo>
                  <a:lnTo>
                    <a:pt x="4392854" y="1034510"/>
                  </a:lnTo>
                  <a:lnTo>
                    <a:pt x="4387287" y="1034464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546595" y="1425579"/>
              <a:ext cx="8234974" cy="1595248"/>
            </a:xfrm>
            <a:custGeom>
              <a:avLst/>
              <a:pathLst>
                <a:path w="8234974" h="1595248">
                  <a:moveTo>
                    <a:pt x="0" y="27222"/>
                  </a:moveTo>
                  <a:lnTo>
                    <a:pt x="538736" y="27222"/>
                  </a:lnTo>
                  <a:lnTo>
                    <a:pt x="540019" y="27256"/>
                  </a:lnTo>
                  <a:lnTo>
                    <a:pt x="548390" y="27499"/>
                  </a:lnTo>
                  <a:lnTo>
                    <a:pt x="569270" y="28169"/>
                  </a:lnTo>
                  <a:lnTo>
                    <a:pt x="606032" y="29485"/>
                  </a:lnTo>
                  <a:lnTo>
                    <a:pt x="659679" y="31635"/>
                  </a:lnTo>
                  <a:lnTo>
                    <a:pt x="728823" y="34758"/>
                  </a:lnTo>
                  <a:lnTo>
                    <a:pt x="810145" y="38930"/>
                  </a:lnTo>
                  <a:lnTo>
                    <a:pt x="899250" y="44169"/>
                  </a:lnTo>
                  <a:lnTo>
                    <a:pt x="991612" y="50457"/>
                  </a:lnTo>
                  <a:lnTo>
                    <a:pt x="1083319" y="57771"/>
                  </a:lnTo>
                  <a:lnTo>
                    <a:pt x="1171478" y="66101"/>
                  </a:lnTo>
                  <a:lnTo>
                    <a:pt x="1254292" y="75475"/>
                  </a:lnTo>
                  <a:lnTo>
                    <a:pt x="1330926" y="85962"/>
                  </a:lnTo>
                  <a:lnTo>
                    <a:pt x="1401285" y="97680"/>
                  </a:lnTo>
                  <a:lnTo>
                    <a:pt x="1465779" y="110796"/>
                  </a:lnTo>
                  <a:lnTo>
                    <a:pt x="1525134" y="125512"/>
                  </a:lnTo>
                  <a:lnTo>
                    <a:pt x="1580242" y="142064"/>
                  </a:lnTo>
                  <a:lnTo>
                    <a:pt x="1632056" y="160691"/>
                  </a:lnTo>
                  <a:lnTo>
                    <a:pt x="1681499" y="181599"/>
                  </a:lnTo>
                  <a:lnTo>
                    <a:pt x="1719082" y="199632"/>
                  </a:lnTo>
                  <a:lnTo>
                    <a:pt x="1766599" y="225018"/>
                  </a:lnTo>
                  <a:lnTo>
                    <a:pt x="1813652" y="252895"/>
                  </a:lnTo>
                  <a:lnTo>
                    <a:pt x="1860699" y="283303"/>
                  </a:lnTo>
                  <a:lnTo>
                    <a:pt x="1908057" y="316204"/>
                  </a:lnTo>
                  <a:lnTo>
                    <a:pt x="1955924" y="351472"/>
                  </a:lnTo>
                  <a:lnTo>
                    <a:pt x="2004390" y="388886"/>
                  </a:lnTo>
                  <a:lnTo>
                    <a:pt x="2053449" y="428132"/>
                  </a:lnTo>
                  <a:lnTo>
                    <a:pt x="2103017" y="468812"/>
                  </a:lnTo>
                  <a:lnTo>
                    <a:pt x="2152945" y="510454"/>
                  </a:lnTo>
                  <a:lnTo>
                    <a:pt x="2203042" y="552535"/>
                  </a:lnTo>
                  <a:lnTo>
                    <a:pt x="2253099" y="594512"/>
                  </a:lnTo>
                  <a:lnTo>
                    <a:pt x="2302909" y="635844"/>
                  </a:lnTo>
                  <a:lnTo>
                    <a:pt x="2352296" y="676026"/>
                  </a:lnTo>
                  <a:lnTo>
                    <a:pt x="2401134" y="714612"/>
                  </a:lnTo>
                  <a:lnTo>
                    <a:pt x="2449365" y="751234"/>
                  </a:lnTo>
                  <a:lnTo>
                    <a:pt x="2497021" y="785615"/>
                  </a:lnTo>
                  <a:lnTo>
                    <a:pt x="2544230" y="817569"/>
                  </a:lnTo>
                  <a:lnTo>
                    <a:pt x="2591235" y="847006"/>
                  </a:lnTo>
                  <a:lnTo>
                    <a:pt x="2638403" y="873919"/>
                  </a:lnTo>
                  <a:lnTo>
                    <a:pt x="2667772" y="889273"/>
                  </a:lnTo>
                  <a:lnTo>
                    <a:pt x="2715933" y="912048"/>
                  </a:lnTo>
                  <a:lnTo>
                    <a:pt x="2765817" y="932447"/>
                  </a:lnTo>
                  <a:lnTo>
                    <a:pt x="2818265" y="950604"/>
                  </a:lnTo>
                  <a:lnTo>
                    <a:pt x="2874215" y="966736"/>
                  </a:lnTo>
                  <a:lnTo>
                    <a:pt x="2934614" y="981086"/>
                  </a:lnTo>
                  <a:lnTo>
                    <a:pt x="3000328" y="993882"/>
                  </a:lnTo>
                  <a:lnTo>
                    <a:pt x="3072028" y="1005321"/>
                  </a:lnTo>
                  <a:lnTo>
                    <a:pt x="3150035" y="1015558"/>
                  </a:lnTo>
                  <a:lnTo>
                    <a:pt x="3234110" y="1024700"/>
                  </a:lnTo>
                  <a:lnTo>
                    <a:pt x="3323229" y="1032809"/>
                  </a:lnTo>
                  <a:lnTo>
                    <a:pt x="3415362" y="1039902"/>
                  </a:lnTo>
                  <a:lnTo>
                    <a:pt x="3507379" y="1045965"/>
                  </a:lnTo>
                  <a:lnTo>
                    <a:pt x="3595188" y="1050972"/>
                  </a:lnTo>
                  <a:lnTo>
                    <a:pt x="3674217" y="1054913"/>
                  </a:lnTo>
                  <a:lnTo>
                    <a:pt x="3740223" y="1057817"/>
                  </a:lnTo>
                  <a:lnTo>
                    <a:pt x="3790243" y="1059772"/>
                  </a:lnTo>
                  <a:lnTo>
                    <a:pt x="3823386" y="1060930"/>
                  </a:lnTo>
                  <a:lnTo>
                    <a:pt x="3841187" y="1061489"/>
                  </a:lnTo>
                  <a:lnTo>
                    <a:pt x="3847495" y="1061667"/>
                  </a:lnTo>
                  <a:lnTo>
                    <a:pt x="3848118" y="1061684"/>
                  </a:lnTo>
                  <a:lnTo>
                    <a:pt x="4386855" y="1061684"/>
                  </a:lnTo>
                  <a:lnTo>
                    <a:pt x="4388153" y="1061701"/>
                  </a:lnTo>
                  <a:lnTo>
                    <a:pt x="4396617" y="1061828"/>
                  </a:lnTo>
                  <a:lnTo>
                    <a:pt x="4417721" y="1062178"/>
                  </a:lnTo>
                  <a:lnTo>
                    <a:pt x="4454853" y="1062864"/>
                  </a:lnTo>
                  <a:lnTo>
                    <a:pt x="4508997" y="1063986"/>
                  </a:lnTo>
                  <a:lnTo>
                    <a:pt x="4578708" y="1065614"/>
                  </a:lnTo>
                  <a:lnTo>
                    <a:pt x="4660597" y="1067788"/>
                  </a:lnTo>
                  <a:lnTo>
                    <a:pt x="4750202" y="1070517"/>
                  </a:lnTo>
                  <a:lnTo>
                    <a:pt x="4842956" y="1073791"/>
                  </a:lnTo>
                  <a:lnTo>
                    <a:pt x="4934931" y="1077597"/>
                  </a:lnTo>
                  <a:lnTo>
                    <a:pt x="5023240" y="1081932"/>
                  </a:lnTo>
                  <a:lnTo>
                    <a:pt x="5106110" y="1086810"/>
                  </a:lnTo>
                  <a:lnTo>
                    <a:pt x="5182733" y="1092269"/>
                  </a:lnTo>
                  <a:lnTo>
                    <a:pt x="5253043" y="1098372"/>
                  </a:lnTo>
                  <a:lnTo>
                    <a:pt x="5317476" y="1105207"/>
                  </a:lnTo>
                  <a:lnTo>
                    <a:pt x="5376779" y="1112881"/>
                  </a:lnTo>
                  <a:lnTo>
                    <a:pt x="5431861" y="1121516"/>
                  </a:lnTo>
                  <a:lnTo>
                    <a:pt x="5483686" y="1131238"/>
                  </a:lnTo>
                  <a:lnTo>
                    <a:pt x="5533183" y="1142151"/>
                  </a:lnTo>
                  <a:lnTo>
                    <a:pt x="5567201" y="1150611"/>
                  </a:lnTo>
                  <a:lnTo>
                    <a:pt x="5618300" y="1164751"/>
                  </a:lnTo>
                  <a:lnTo>
                    <a:pt x="5668906" y="1180381"/>
                  </a:lnTo>
                  <a:lnTo>
                    <a:pt x="5719568" y="1197521"/>
                  </a:lnTo>
                  <a:lnTo>
                    <a:pt x="5770653" y="1216137"/>
                  </a:lnTo>
                  <a:lnTo>
                    <a:pt x="5822369" y="1236131"/>
                  </a:lnTo>
                  <a:lnTo>
                    <a:pt x="5874786" y="1257341"/>
                  </a:lnTo>
                  <a:lnTo>
                    <a:pt x="5927855" y="1279542"/>
                  </a:lnTo>
                  <a:lnTo>
                    <a:pt x="5981429" y="1302454"/>
                  </a:lnTo>
                  <a:lnTo>
                    <a:pt x="6035289" y="1325753"/>
                  </a:lnTo>
                  <a:lnTo>
                    <a:pt x="6089180" y="1349092"/>
                  </a:lnTo>
                  <a:lnTo>
                    <a:pt x="6142841" y="1372124"/>
                  </a:lnTo>
                  <a:lnTo>
                    <a:pt x="6196043" y="1394516"/>
                  </a:lnTo>
                  <a:lnTo>
                    <a:pt x="6248620" y="1415979"/>
                  </a:lnTo>
                  <a:lnTo>
                    <a:pt x="6300497" y="1436272"/>
                  </a:lnTo>
                  <a:lnTo>
                    <a:pt x="6351716" y="1455219"/>
                  </a:lnTo>
                  <a:lnTo>
                    <a:pt x="6402449" y="1472707"/>
                  </a:lnTo>
                  <a:lnTo>
                    <a:pt x="6453027" y="1488688"/>
                  </a:lnTo>
                  <a:lnTo>
                    <a:pt x="6503951" y="1503169"/>
                  </a:lnTo>
                  <a:lnTo>
                    <a:pt x="6515891" y="1506321"/>
                  </a:lnTo>
                  <a:lnTo>
                    <a:pt x="6564241" y="1518111"/>
                  </a:lnTo>
                  <a:lnTo>
                    <a:pt x="6614331" y="1528666"/>
                  </a:lnTo>
                  <a:lnTo>
                    <a:pt x="6667012" y="1538057"/>
                  </a:lnTo>
                  <a:lnTo>
                    <a:pt x="6723233" y="1546397"/>
                  </a:lnTo>
                  <a:lnTo>
                    <a:pt x="6783951" y="1553812"/>
                  </a:lnTo>
                  <a:lnTo>
                    <a:pt x="6850042" y="1560421"/>
                  </a:lnTo>
                  <a:lnTo>
                    <a:pt x="6922177" y="1566328"/>
                  </a:lnTo>
                  <a:lnTo>
                    <a:pt x="7000669" y="1571611"/>
                  </a:lnTo>
                  <a:lnTo>
                    <a:pt x="7085257" y="1576327"/>
                  </a:lnTo>
                  <a:lnTo>
                    <a:pt x="7174874" y="1580506"/>
                  </a:lnTo>
                  <a:lnTo>
                    <a:pt x="7267427" y="1584157"/>
                  </a:lnTo>
                  <a:lnTo>
                    <a:pt x="7359704" y="1587272"/>
                  </a:lnTo>
                  <a:lnTo>
                    <a:pt x="7447531" y="1589839"/>
                  </a:lnTo>
                  <a:lnTo>
                    <a:pt x="7526280" y="1591850"/>
                  </a:lnTo>
                  <a:lnTo>
                    <a:pt x="7591702" y="1593325"/>
                  </a:lnTo>
                  <a:lnTo>
                    <a:pt x="7640901" y="1594310"/>
                  </a:lnTo>
                  <a:lnTo>
                    <a:pt x="7673117" y="1594887"/>
                  </a:lnTo>
                  <a:lnTo>
                    <a:pt x="7690061" y="1595159"/>
                  </a:lnTo>
                  <a:lnTo>
                    <a:pt x="7695771" y="1595242"/>
                  </a:lnTo>
                  <a:lnTo>
                    <a:pt x="7696237" y="1595248"/>
                  </a:lnTo>
                  <a:lnTo>
                    <a:pt x="8234974" y="1595248"/>
                  </a:lnTo>
                  <a:lnTo>
                    <a:pt x="8234974" y="1568025"/>
                  </a:lnTo>
                  <a:lnTo>
                    <a:pt x="7696237" y="1568025"/>
                  </a:lnTo>
                  <a:lnTo>
                    <a:pt x="7694940" y="1568008"/>
                  </a:lnTo>
                  <a:lnTo>
                    <a:pt x="7686475" y="1567881"/>
                  </a:lnTo>
                  <a:lnTo>
                    <a:pt x="7665372" y="1567531"/>
                  </a:lnTo>
                  <a:lnTo>
                    <a:pt x="7628239" y="1566845"/>
                  </a:lnTo>
                  <a:lnTo>
                    <a:pt x="7574095" y="1565723"/>
                  </a:lnTo>
                  <a:lnTo>
                    <a:pt x="7504384" y="1564095"/>
                  </a:lnTo>
                  <a:lnTo>
                    <a:pt x="7422496" y="1561921"/>
                  </a:lnTo>
                  <a:lnTo>
                    <a:pt x="7332890" y="1559192"/>
                  </a:lnTo>
                  <a:lnTo>
                    <a:pt x="7240136" y="1555918"/>
                  </a:lnTo>
                  <a:lnTo>
                    <a:pt x="7148162" y="1552112"/>
                  </a:lnTo>
                  <a:lnTo>
                    <a:pt x="7059852" y="1547777"/>
                  </a:lnTo>
                  <a:lnTo>
                    <a:pt x="6976983" y="1542899"/>
                  </a:lnTo>
                  <a:lnTo>
                    <a:pt x="6900359" y="1537440"/>
                  </a:lnTo>
                  <a:lnTo>
                    <a:pt x="6830049" y="1531337"/>
                  </a:lnTo>
                  <a:lnTo>
                    <a:pt x="6765616" y="1524502"/>
                  </a:lnTo>
                  <a:lnTo>
                    <a:pt x="6706314" y="1516828"/>
                  </a:lnTo>
                  <a:lnTo>
                    <a:pt x="6651232" y="1508193"/>
                  </a:lnTo>
                  <a:lnTo>
                    <a:pt x="6599407" y="1498471"/>
                  </a:lnTo>
                  <a:lnTo>
                    <a:pt x="6549909" y="1487558"/>
                  </a:lnTo>
                  <a:lnTo>
                    <a:pt x="6515891" y="1479098"/>
                  </a:lnTo>
                  <a:lnTo>
                    <a:pt x="6464793" y="1464958"/>
                  </a:lnTo>
                  <a:lnTo>
                    <a:pt x="6414187" y="1449328"/>
                  </a:lnTo>
                  <a:lnTo>
                    <a:pt x="6363525" y="1432188"/>
                  </a:lnTo>
                  <a:lnTo>
                    <a:pt x="6312440" y="1413572"/>
                  </a:lnTo>
                  <a:lnTo>
                    <a:pt x="6260724" y="1393578"/>
                  </a:lnTo>
                  <a:lnTo>
                    <a:pt x="6208306" y="1372368"/>
                  </a:lnTo>
                  <a:lnTo>
                    <a:pt x="6155237" y="1350167"/>
                  </a:lnTo>
                  <a:lnTo>
                    <a:pt x="6101664" y="1327255"/>
                  </a:lnTo>
                  <a:lnTo>
                    <a:pt x="6047804" y="1303956"/>
                  </a:lnTo>
                  <a:lnTo>
                    <a:pt x="5993913" y="1280617"/>
                  </a:lnTo>
                  <a:lnTo>
                    <a:pt x="5940252" y="1257585"/>
                  </a:lnTo>
                  <a:lnTo>
                    <a:pt x="5887049" y="1235193"/>
                  </a:lnTo>
                  <a:lnTo>
                    <a:pt x="5834472" y="1213730"/>
                  </a:lnTo>
                  <a:lnTo>
                    <a:pt x="5782595" y="1193437"/>
                  </a:lnTo>
                  <a:lnTo>
                    <a:pt x="5731377" y="1174490"/>
                  </a:lnTo>
                  <a:lnTo>
                    <a:pt x="5680643" y="1157002"/>
                  </a:lnTo>
                  <a:lnTo>
                    <a:pt x="5630066" y="1141021"/>
                  </a:lnTo>
                  <a:lnTo>
                    <a:pt x="5579142" y="1126540"/>
                  </a:lnTo>
                  <a:lnTo>
                    <a:pt x="5567201" y="1123388"/>
                  </a:lnTo>
                  <a:lnTo>
                    <a:pt x="5518851" y="1111598"/>
                  </a:lnTo>
                  <a:lnTo>
                    <a:pt x="5468762" y="1101043"/>
                  </a:lnTo>
                  <a:lnTo>
                    <a:pt x="5416081" y="1091652"/>
                  </a:lnTo>
                  <a:lnTo>
                    <a:pt x="5359860" y="1083312"/>
                  </a:lnTo>
                  <a:lnTo>
                    <a:pt x="5299141" y="1075897"/>
                  </a:lnTo>
                  <a:lnTo>
                    <a:pt x="5233051" y="1069288"/>
                  </a:lnTo>
                  <a:lnTo>
                    <a:pt x="5160915" y="1063381"/>
                  </a:lnTo>
                  <a:lnTo>
                    <a:pt x="5082424" y="1058098"/>
                  </a:lnTo>
                  <a:lnTo>
                    <a:pt x="4997835" y="1053382"/>
                  </a:lnTo>
                  <a:lnTo>
                    <a:pt x="4908218" y="1049203"/>
                  </a:lnTo>
                  <a:lnTo>
                    <a:pt x="4815666" y="1045552"/>
                  </a:lnTo>
                  <a:lnTo>
                    <a:pt x="4723389" y="1042437"/>
                  </a:lnTo>
                  <a:lnTo>
                    <a:pt x="4635562" y="1039870"/>
                  </a:lnTo>
                  <a:lnTo>
                    <a:pt x="4556813" y="1037859"/>
                  </a:lnTo>
                  <a:lnTo>
                    <a:pt x="4491390" y="1036384"/>
                  </a:lnTo>
                  <a:lnTo>
                    <a:pt x="4442191" y="1035399"/>
                  </a:lnTo>
                  <a:lnTo>
                    <a:pt x="4409975" y="1034823"/>
                  </a:lnTo>
                  <a:lnTo>
                    <a:pt x="4393032" y="1034550"/>
                  </a:lnTo>
                  <a:lnTo>
                    <a:pt x="4387321" y="1034467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546595" y="1452802"/>
              <a:ext cx="8234974" cy="1568025"/>
            </a:xfrm>
            <a:custGeom>
              <a:avLst/>
              <a:pathLst>
                <a:path w="8234974" h="1568025">
                  <a:moveTo>
                    <a:pt x="0" y="0"/>
                  </a:moveTo>
                  <a:lnTo>
                    <a:pt x="538736" y="0"/>
                  </a:lnTo>
                  <a:lnTo>
                    <a:pt x="540019" y="33"/>
                  </a:lnTo>
                  <a:lnTo>
                    <a:pt x="548390" y="276"/>
                  </a:lnTo>
                  <a:lnTo>
                    <a:pt x="569270" y="946"/>
                  </a:lnTo>
                  <a:lnTo>
                    <a:pt x="606032" y="2262"/>
                  </a:lnTo>
                  <a:lnTo>
                    <a:pt x="659679" y="4412"/>
                  </a:lnTo>
                  <a:lnTo>
                    <a:pt x="728823" y="7536"/>
                  </a:lnTo>
                  <a:lnTo>
                    <a:pt x="810145" y="11707"/>
                  </a:lnTo>
                  <a:lnTo>
                    <a:pt x="899250" y="16946"/>
                  </a:lnTo>
                  <a:lnTo>
                    <a:pt x="991612" y="23235"/>
                  </a:lnTo>
                  <a:lnTo>
                    <a:pt x="1083319" y="30548"/>
                  </a:lnTo>
                  <a:lnTo>
                    <a:pt x="1171478" y="38879"/>
                  </a:lnTo>
                  <a:lnTo>
                    <a:pt x="1254292" y="48252"/>
                  </a:lnTo>
                  <a:lnTo>
                    <a:pt x="1330926" y="58739"/>
                  </a:lnTo>
                  <a:lnTo>
                    <a:pt x="1401285" y="70458"/>
                  </a:lnTo>
                  <a:lnTo>
                    <a:pt x="1465779" y="83573"/>
                  </a:lnTo>
                  <a:lnTo>
                    <a:pt x="1525134" y="98290"/>
                  </a:lnTo>
                  <a:lnTo>
                    <a:pt x="1580242" y="114842"/>
                  </a:lnTo>
                  <a:lnTo>
                    <a:pt x="1632056" y="133468"/>
                  </a:lnTo>
                  <a:lnTo>
                    <a:pt x="1681499" y="154376"/>
                  </a:lnTo>
                  <a:lnTo>
                    <a:pt x="1719082" y="172410"/>
                  </a:lnTo>
                  <a:lnTo>
                    <a:pt x="1766599" y="197795"/>
                  </a:lnTo>
                  <a:lnTo>
                    <a:pt x="1813652" y="225672"/>
                  </a:lnTo>
                  <a:lnTo>
                    <a:pt x="1860699" y="256081"/>
                  </a:lnTo>
                  <a:lnTo>
                    <a:pt x="1908057" y="288982"/>
                  </a:lnTo>
                  <a:lnTo>
                    <a:pt x="1955924" y="324249"/>
                  </a:lnTo>
                  <a:lnTo>
                    <a:pt x="2004390" y="361663"/>
                  </a:lnTo>
                  <a:lnTo>
                    <a:pt x="2053449" y="400910"/>
                  </a:lnTo>
                  <a:lnTo>
                    <a:pt x="2103017" y="441589"/>
                  </a:lnTo>
                  <a:lnTo>
                    <a:pt x="2152945" y="483231"/>
                  </a:lnTo>
                  <a:lnTo>
                    <a:pt x="2203042" y="525313"/>
                  </a:lnTo>
                  <a:lnTo>
                    <a:pt x="2253099" y="567289"/>
                  </a:lnTo>
                  <a:lnTo>
                    <a:pt x="2302909" y="608621"/>
                  </a:lnTo>
                  <a:lnTo>
                    <a:pt x="2352296" y="648803"/>
                  </a:lnTo>
                  <a:lnTo>
                    <a:pt x="2401134" y="687389"/>
                  </a:lnTo>
                  <a:lnTo>
                    <a:pt x="2449365" y="724012"/>
                  </a:lnTo>
                  <a:lnTo>
                    <a:pt x="2497021" y="758392"/>
                  </a:lnTo>
                  <a:lnTo>
                    <a:pt x="2544230" y="790347"/>
                  </a:lnTo>
                  <a:lnTo>
                    <a:pt x="2591235" y="819784"/>
                  </a:lnTo>
                  <a:lnTo>
                    <a:pt x="2638403" y="846696"/>
                  </a:lnTo>
                  <a:lnTo>
                    <a:pt x="2667772" y="862051"/>
                  </a:lnTo>
                  <a:lnTo>
                    <a:pt x="2715933" y="884825"/>
                  </a:lnTo>
                  <a:lnTo>
                    <a:pt x="2765817" y="905224"/>
                  </a:lnTo>
                  <a:lnTo>
                    <a:pt x="2818265" y="923381"/>
                  </a:lnTo>
                  <a:lnTo>
                    <a:pt x="2874215" y="939514"/>
                  </a:lnTo>
                  <a:lnTo>
                    <a:pt x="2934614" y="953864"/>
                  </a:lnTo>
                  <a:lnTo>
                    <a:pt x="3000328" y="966660"/>
                  </a:lnTo>
                  <a:lnTo>
                    <a:pt x="3072028" y="978099"/>
                  </a:lnTo>
                  <a:lnTo>
                    <a:pt x="3150035" y="988335"/>
                  </a:lnTo>
                  <a:lnTo>
                    <a:pt x="3234110" y="997478"/>
                  </a:lnTo>
                  <a:lnTo>
                    <a:pt x="3323229" y="1005586"/>
                  </a:lnTo>
                  <a:lnTo>
                    <a:pt x="3415362" y="1012679"/>
                  </a:lnTo>
                  <a:lnTo>
                    <a:pt x="3507379" y="1018742"/>
                  </a:lnTo>
                  <a:lnTo>
                    <a:pt x="3595188" y="1023750"/>
                  </a:lnTo>
                  <a:lnTo>
                    <a:pt x="3674217" y="1027691"/>
                  </a:lnTo>
                  <a:lnTo>
                    <a:pt x="3740223" y="1030594"/>
                  </a:lnTo>
                  <a:lnTo>
                    <a:pt x="3790243" y="1032549"/>
                  </a:lnTo>
                  <a:lnTo>
                    <a:pt x="3823386" y="1033707"/>
                  </a:lnTo>
                  <a:lnTo>
                    <a:pt x="3841187" y="1034266"/>
                  </a:lnTo>
                  <a:lnTo>
                    <a:pt x="3847495" y="1034445"/>
                  </a:lnTo>
                  <a:lnTo>
                    <a:pt x="3848118" y="1034461"/>
                  </a:lnTo>
                  <a:lnTo>
                    <a:pt x="4386855" y="1034461"/>
                  </a:lnTo>
                  <a:lnTo>
                    <a:pt x="4388153" y="1034479"/>
                  </a:lnTo>
                  <a:lnTo>
                    <a:pt x="4396617" y="1034605"/>
                  </a:lnTo>
                  <a:lnTo>
                    <a:pt x="4417721" y="1034955"/>
                  </a:lnTo>
                  <a:lnTo>
                    <a:pt x="4454853" y="1035642"/>
                  </a:lnTo>
                  <a:lnTo>
                    <a:pt x="4508997" y="1036763"/>
                  </a:lnTo>
                  <a:lnTo>
                    <a:pt x="4578708" y="1038392"/>
                  </a:lnTo>
                  <a:lnTo>
                    <a:pt x="4660597" y="1040566"/>
                  </a:lnTo>
                  <a:lnTo>
                    <a:pt x="4750202" y="1043294"/>
                  </a:lnTo>
                  <a:lnTo>
                    <a:pt x="4842956" y="1046568"/>
                  </a:lnTo>
                  <a:lnTo>
                    <a:pt x="4934931" y="1050374"/>
                  </a:lnTo>
                  <a:lnTo>
                    <a:pt x="5023240" y="1054709"/>
                  </a:lnTo>
                  <a:lnTo>
                    <a:pt x="5106110" y="1059587"/>
                  </a:lnTo>
                  <a:lnTo>
                    <a:pt x="5182733" y="1065046"/>
                  </a:lnTo>
                  <a:lnTo>
                    <a:pt x="5253043" y="1071150"/>
                  </a:lnTo>
                  <a:lnTo>
                    <a:pt x="5317476" y="1077984"/>
                  </a:lnTo>
                  <a:lnTo>
                    <a:pt x="5376779" y="1085658"/>
                  </a:lnTo>
                  <a:lnTo>
                    <a:pt x="5431861" y="1094293"/>
                  </a:lnTo>
                  <a:lnTo>
                    <a:pt x="5483686" y="1104015"/>
                  </a:lnTo>
                  <a:lnTo>
                    <a:pt x="5533183" y="1114928"/>
                  </a:lnTo>
                  <a:lnTo>
                    <a:pt x="5567201" y="1123388"/>
                  </a:lnTo>
                  <a:lnTo>
                    <a:pt x="5618300" y="1137528"/>
                  </a:lnTo>
                  <a:lnTo>
                    <a:pt x="5668906" y="1153158"/>
                  </a:lnTo>
                  <a:lnTo>
                    <a:pt x="5719568" y="1170299"/>
                  </a:lnTo>
                  <a:lnTo>
                    <a:pt x="5770653" y="1188914"/>
                  </a:lnTo>
                  <a:lnTo>
                    <a:pt x="5822369" y="1208908"/>
                  </a:lnTo>
                  <a:lnTo>
                    <a:pt x="5874786" y="1230119"/>
                  </a:lnTo>
                  <a:lnTo>
                    <a:pt x="5927855" y="1252320"/>
                  </a:lnTo>
                  <a:lnTo>
                    <a:pt x="5981429" y="1275231"/>
                  </a:lnTo>
                  <a:lnTo>
                    <a:pt x="6035289" y="1298530"/>
                  </a:lnTo>
                  <a:lnTo>
                    <a:pt x="6089180" y="1321870"/>
                  </a:lnTo>
                  <a:lnTo>
                    <a:pt x="6142841" y="1344901"/>
                  </a:lnTo>
                  <a:lnTo>
                    <a:pt x="6196043" y="1367294"/>
                  </a:lnTo>
                  <a:lnTo>
                    <a:pt x="6248620" y="1388756"/>
                  </a:lnTo>
                  <a:lnTo>
                    <a:pt x="6300497" y="1409049"/>
                  </a:lnTo>
                  <a:lnTo>
                    <a:pt x="6351716" y="1427996"/>
                  </a:lnTo>
                  <a:lnTo>
                    <a:pt x="6402449" y="1445484"/>
                  </a:lnTo>
                  <a:lnTo>
                    <a:pt x="6453027" y="1461465"/>
                  </a:lnTo>
                  <a:lnTo>
                    <a:pt x="6503951" y="1475946"/>
                  </a:lnTo>
                  <a:lnTo>
                    <a:pt x="6515891" y="1479098"/>
                  </a:lnTo>
                  <a:lnTo>
                    <a:pt x="6564241" y="1490888"/>
                  </a:lnTo>
                  <a:lnTo>
                    <a:pt x="6614331" y="1501443"/>
                  </a:lnTo>
                  <a:lnTo>
                    <a:pt x="6667012" y="1510834"/>
                  </a:lnTo>
                  <a:lnTo>
                    <a:pt x="6723233" y="1519174"/>
                  </a:lnTo>
                  <a:lnTo>
                    <a:pt x="6783951" y="1526589"/>
                  </a:lnTo>
                  <a:lnTo>
                    <a:pt x="6850042" y="1533199"/>
                  </a:lnTo>
                  <a:lnTo>
                    <a:pt x="6922177" y="1539105"/>
                  </a:lnTo>
                  <a:lnTo>
                    <a:pt x="7000669" y="1544388"/>
                  </a:lnTo>
                  <a:lnTo>
                    <a:pt x="7085257" y="1549104"/>
                  </a:lnTo>
                  <a:lnTo>
                    <a:pt x="7174874" y="1553283"/>
                  </a:lnTo>
                  <a:lnTo>
                    <a:pt x="7267427" y="1556934"/>
                  </a:lnTo>
                  <a:lnTo>
                    <a:pt x="7359704" y="1560050"/>
                  </a:lnTo>
                  <a:lnTo>
                    <a:pt x="7447531" y="1562616"/>
                  </a:lnTo>
                  <a:lnTo>
                    <a:pt x="7526280" y="1564628"/>
                  </a:lnTo>
                  <a:lnTo>
                    <a:pt x="7591702" y="1566102"/>
                  </a:lnTo>
                  <a:lnTo>
                    <a:pt x="7640901" y="1567087"/>
                  </a:lnTo>
                  <a:lnTo>
                    <a:pt x="7673117" y="1567664"/>
                  </a:lnTo>
                  <a:lnTo>
                    <a:pt x="7690061" y="1567936"/>
                  </a:lnTo>
                  <a:lnTo>
                    <a:pt x="7695771" y="1568019"/>
                  </a:lnTo>
                  <a:lnTo>
                    <a:pt x="7696237" y="1568025"/>
                  </a:lnTo>
                  <a:lnTo>
                    <a:pt x="8234974" y="1568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546595" y="1425579"/>
              <a:ext cx="8234974" cy="1568025"/>
            </a:xfrm>
            <a:custGeom>
              <a:avLst/>
              <a:pathLst>
                <a:path w="8234974" h="1568025">
                  <a:moveTo>
                    <a:pt x="8234974" y="1568025"/>
                  </a:moveTo>
                  <a:lnTo>
                    <a:pt x="7696237" y="1568025"/>
                  </a:lnTo>
                  <a:lnTo>
                    <a:pt x="7694940" y="1568008"/>
                  </a:lnTo>
                  <a:lnTo>
                    <a:pt x="7686475" y="1567881"/>
                  </a:lnTo>
                  <a:lnTo>
                    <a:pt x="7665372" y="1567531"/>
                  </a:lnTo>
                  <a:lnTo>
                    <a:pt x="7628239" y="1566845"/>
                  </a:lnTo>
                  <a:lnTo>
                    <a:pt x="7574095" y="1565723"/>
                  </a:lnTo>
                  <a:lnTo>
                    <a:pt x="7504384" y="1564095"/>
                  </a:lnTo>
                  <a:lnTo>
                    <a:pt x="7422496" y="1561921"/>
                  </a:lnTo>
                  <a:lnTo>
                    <a:pt x="7332890" y="1559192"/>
                  </a:lnTo>
                  <a:lnTo>
                    <a:pt x="7240136" y="1555918"/>
                  </a:lnTo>
                  <a:lnTo>
                    <a:pt x="7148162" y="1552112"/>
                  </a:lnTo>
                  <a:lnTo>
                    <a:pt x="7059852" y="1547777"/>
                  </a:lnTo>
                  <a:lnTo>
                    <a:pt x="6976983" y="1542899"/>
                  </a:lnTo>
                  <a:lnTo>
                    <a:pt x="6900359" y="1537440"/>
                  </a:lnTo>
                  <a:lnTo>
                    <a:pt x="6830049" y="1531337"/>
                  </a:lnTo>
                  <a:lnTo>
                    <a:pt x="6765616" y="1524502"/>
                  </a:lnTo>
                  <a:lnTo>
                    <a:pt x="6706314" y="1516828"/>
                  </a:lnTo>
                  <a:lnTo>
                    <a:pt x="6651232" y="1508193"/>
                  </a:lnTo>
                  <a:lnTo>
                    <a:pt x="6599407" y="1498471"/>
                  </a:lnTo>
                  <a:lnTo>
                    <a:pt x="6549909" y="1487558"/>
                  </a:lnTo>
                  <a:lnTo>
                    <a:pt x="6515891" y="1479098"/>
                  </a:lnTo>
                  <a:lnTo>
                    <a:pt x="6464793" y="1464958"/>
                  </a:lnTo>
                  <a:lnTo>
                    <a:pt x="6414187" y="1449328"/>
                  </a:lnTo>
                  <a:lnTo>
                    <a:pt x="6363525" y="1432188"/>
                  </a:lnTo>
                  <a:lnTo>
                    <a:pt x="6312440" y="1413572"/>
                  </a:lnTo>
                  <a:lnTo>
                    <a:pt x="6260724" y="1393578"/>
                  </a:lnTo>
                  <a:lnTo>
                    <a:pt x="6208306" y="1372368"/>
                  </a:lnTo>
                  <a:lnTo>
                    <a:pt x="6155237" y="1350167"/>
                  </a:lnTo>
                  <a:lnTo>
                    <a:pt x="6101664" y="1327255"/>
                  </a:lnTo>
                  <a:lnTo>
                    <a:pt x="6047804" y="1303956"/>
                  </a:lnTo>
                  <a:lnTo>
                    <a:pt x="5993913" y="1280617"/>
                  </a:lnTo>
                  <a:lnTo>
                    <a:pt x="5940252" y="1257585"/>
                  </a:lnTo>
                  <a:lnTo>
                    <a:pt x="5887049" y="1235193"/>
                  </a:lnTo>
                  <a:lnTo>
                    <a:pt x="5834472" y="1213730"/>
                  </a:lnTo>
                  <a:lnTo>
                    <a:pt x="5782595" y="1193437"/>
                  </a:lnTo>
                  <a:lnTo>
                    <a:pt x="5731377" y="1174490"/>
                  </a:lnTo>
                  <a:lnTo>
                    <a:pt x="5680643" y="1157002"/>
                  </a:lnTo>
                  <a:lnTo>
                    <a:pt x="5630066" y="1141021"/>
                  </a:lnTo>
                  <a:lnTo>
                    <a:pt x="5579142" y="1126540"/>
                  </a:lnTo>
                  <a:lnTo>
                    <a:pt x="5567201" y="1123388"/>
                  </a:lnTo>
                  <a:lnTo>
                    <a:pt x="5518851" y="1111598"/>
                  </a:lnTo>
                  <a:lnTo>
                    <a:pt x="5468762" y="1101043"/>
                  </a:lnTo>
                  <a:lnTo>
                    <a:pt x="5416081" y="1091652"/>
                  </a:lnTo>
                  <a:lnTo>
                    <a:pt x="5359860" y="1083312"/>
                  </a:lnTo>
                  <a:lnTo>
                    <a:pt x="5299141" y="1075897"/>
                  </a:lnTo>
                  <a:lnTo>
                    <a:pt x="5233051" y="1069288"/>
                  </a:lnTo>
                  <a:lnTo>
                    <a:pt x="5160915" y="1063381"/>
                  </a:lnTo>
                  <a:lnTo>
                    <a:pt x="5082424" y="1058098"/>
                  </a:lnTo>
                  <a:lnTo>
                    <a:pt x="4997835" y="1053382"/>
                  </a:lnTo>
                  <a:lnTo>
                    <a:pt x="4908218" y="1049203"/>
                  </a:lnTo>
                  <a:lnTo>
                    <a:pt x="4815666" y="1045552"/>
                  </a:lnTo>
                  <a:lnTo>
                    <a:pt x="4723389" y="1042437"/>
                  </a:lnTo>
                  <a:lnTo>
                    <a:pt x="4635562" y="1039870"/>
                  </a:lnTo>
                  <a:lnTo>
                    <a:pt x="4556813" y="1037859"/>
                  </a:lnTo>
                  <a:lnTo>
                    <a:pt x="4491390" y="1036384"/>
                  </a:lnTo>
                  <a:lnTo>
                    <a:pt x="4442191" y="1035399"/>
                  </a:lnTo>
                  <a:lnTo>
                    <a:pt x="4409975" y="1034823"/>
                  </a:lnTo>
                  <a:lnTo>
                    <a:pt x="4393032" y="1034550"/>
                  </a:lnTo>
                  <a:lnTo>
                    <a:pt x="4387321" y="1034467"/>
                  </a:lnTo>
                  <a:lnTo>
                    <a:pt x="4386855" y="1034461"/>
                  </a:lnTo>
                  <a:lnTo>
                    <a:pt x="3848118" y="1034461"/>
                  </a:lnTo>
                  <a:lnTo>
                    <a:pt x="3846836" y="1034427"/>
                  </a:lnTo>
                  <a:lnTo>
                    <a:pt x="3838464" y="1034185"/>
                  </a:lnTo>
                  <a:lnTo>
                    <a:pt x="3817584" y="1033514"/>
                  </a:lnTo>
                  <a:lnTo>
                    <a:pt x="3780823" y="1032199"/>
                  </a:lnTo>
                  <a:lnTo>
                    <a:pt x="3727175" y="1030048"/>
                  </a:lnTo>
                  <a:lnTo>
                    <a:pt x="3658031" y="1026925"/>
                  </a:lnTo>
                  <a:lnTo>
                    <a:pt x="3576709" y="1022753"/>
                  </a:lnTo>
                  <a:lnTo>
                    <a:pt x="3487604" y="1017514"/>
                  </a:lnTo>
                  <a:lnTo>
                    <a:pt x="3395243" y="1011226"/>
                  </a:lnTo>
                  <a:lnTo>
                    <a:pt x="3303536" y="1003912"/>
                  </a:lnTo>
                  <a:lnTo>
                    <a:pt x="3215377" y="995582"/>
                  </a:lnTo>
                  <a:lnTo>
                    <a:pt x="3132563" y="986209"/>
                  </a:lnTo>
                  <a:lnTo>
                    <a:pt x="3055928" y="975722"/>
                  </a:lnTo>
                  <a:lnTo>
                    <a:pt x="2985570" y="964003"/>
                  </a:lnTo>
                  <a:lnTo>
                    <a:pt x="2921076" y="950888"/>
                  </a:lnTo>
                  <a:lnTo>
                    <a:pt x="2861721" y="936171"/>
                  </a:lnTo>
                  <a:lnTo>
                    <a:pt x="2806613" y="919619"/>
                  </a:lnTo>
                  <a:lnTo>
                    <a:pt x="2754799" y="900992"/>
                  </a:lnTo>
                  <a:lnTo>
                    <a:pt x="2705356" y="880084"/>
                  </a:lnTo>
                  <a:lnTo>
                    <a:pt x="2667772" y="862051"/>
                  </a:lnTo>
                  <a:lnTo>
                    <a:pt x="2620256" y="836665"/>
                  </a:lnTo>
                  <a:lnTo>
                    <a:pt x="2573202" y="808788"/>
                  </a:lnTo>
                  <a:lnTo>
                    <a:pt x="2526156" y="778380"/>
                  </a:lnTo>
                  <a:lnTo>
                    <a:pt x="2478797" y="745479"/>
                  </a:lnTo>
                  <a:lnTo>
                    <a:pt x="2430930" y="710211"/>
                  </a:lnTo>
                  <a:lnTo>
                    <a:pt x="2382465" y="672798"/>
                  </a:lnTo>
                  <a:lnTo>
                    <a:pt x="2333406" y="633551"/>
                  </a:lnTo>
                  <a:lnTo>
                    <a:pt x="2283838" y="592871"/>
                  </a:lnTo>
                  <a:lnTo>
                    <a:pt x="2233910" y="551230"/>
                  </a:lnTo>
                  <a:lnTo>
                    <a:pt x="2183812" y="509148"/>
                  </a:lnTo>
                  <a:lnTo>
                    <a:pt x="2133756" y="467171"/>
                  </a:lnTo>
                  <a:lnTo>
                    <a:pt x="2083945" y="425839"/>
                  </a:lnTo>
                  <a:lnTo>
                    <a:pt x="2034558" y="385657"/>
                  </a:lnTo>
                  <a:lnTo>
                    <a:pt x="1985721" y="347071"/>
                  </a:lnTo>
                  <a:lnTo>
                    <a:pt x="1937489" y="310449"/>
                  </a:lnTo>
                  <a:lnTo>
                    <a:pt x="1889833" y="276068"/>
                  </a:lnTo>
                  <a:lnTo>
                    <a:pt x="1842624" y="244114"/>
                  </a:lnTo>
                  <a:lnTo>
                    <a:pt x="1795620" y="214677"/>
                  </a:lnTo>
                  <a:lnTo>
                    <a:pt x="1748451" y="187764"/>
                  </a:lnTo>
                  <a:lnTo>
                    <a:pt x="1719082" y="172410"/>
                  </a:lnTo>
                  <a:lnTo>
                    <a:pt x="1670921" y="149635"/>
                  </a:lnTo>
                  <a:lnTo>
                    <a:pt x="1621038" y="129236"/>
                  </a:lnTo>
                  <a:lnTo>
                    <a:pt x="1568589" y="111079"/>
                  </a:lnTo>
                  <a:lnTo>
                    <a:pt x="1512639" y="94947"/>
                  </a:lnTo>
                  <a:lnTo>
                    <a:pt x="1452241" y="80597"/>
                  </a:lnTo>
                  <a:lnTo>
                    <a:pt x="1386527" y="67801"/>
                  </a:lnTo>
                  <a:lnTo>
                    <a:pt x="1314826" y="56362"/>
                  </a:lnTo>
                  <a:lnTo>
                    <a:pt x="1236820" y="46125"/>
                  </a:lnTo>
                  <a:lnTo>
                    <a:pt x="1152745" y="36983"/>
                  </a:lnTo>
                  <a:lnTo>
                    <a:pt x="1063626" y="28874"/>
                  </a:lnTo>
                  <a:lnTo>
                    <a:pt x="971492" y="21781"/>
                  </a:lnTo>
                  <a:lnTo>
                    <a:pt x="879476" y="15718"/>
                  </a:lnTo>
                  <a:lnTo>
                    <a:pt x="791667" y="10711"/>
                  </a:lnTo>
                  <a:lnTo>
                    <a:pt x="712638" y="6770"/>
                  </a:lnTo>
                  <a:lnTo>
                    <a:pt x="646632" y="3866"/>
                  </a:lnTo>
                  <a:lnTo>
                    <a:pt x="596611" y="1911"/>
                  </a:lnTo>
                  <a:lnTo>
                    <a:pt x="563469" y="753"/>
                  </a:lnTo>
                  <a:lnTo>
                    <a:pt x="545668" y="195"/>
                  </a:lnTo>
                  <a:lnTo>
                    <a:pt x="539360" y="1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" name="pg23"/>
            <p:cNvSpPr/>
            <p:nvPr/>
          </p:nvSpPr>
          <p:spPr>
            <a:xfrm>
              <a:off x="546595" y="1452802"/>
              <a:ext cx="8234974" cy="1867475"/>
            </a:xfrm>
            <a:custGeom>
              <a:avLst/>
              <a:pathLst>
                <a:path w="8234974" h="1867475">
                  <a:moveTo>
                    <a:pt x="0" y="5444"/>
                  </a:moveTo>
                  <a:lnTo>
                    <a:pt x="538736" y="5444"/>
                  </a:lnTo>
                  <a:lnTo>
                    <a:pt x="540018" y="5479"/>
                  </a:lnTo>
                  <a:lnTo>
                    <a:pt x="548384" y="5726"/>
                  </a:lnTo>
                  <a:lnTo>
                    <a:pt x="569251" y="6410"/>
                  </a:lnTo>
                  <a:lnTo>
                    <a:pt x="605992" y="7753"/>
                  </a:lnTo>
                  <a:lnTo>
                    <a:pt x="659611" y="9947"/>
                  </a:lnTo>
                  <a:lnTo>
                    <a:pt x="728722" y="13134"/>
                  </a:lnTo>
                  <a:lnTo>
                    <a:pt x="810012" y="17391"/>
                  </a:lnTo>
                  <a:lnTo>
                    <a:pt x="899088" y="22737"/>
                  </a:lnTo>
                  <a:lnTo>
                    <a:pt x="991427" y="29155"/>
                  </a:lnTo>
                  <a:lnTo>
                    <a:pt x="1083118" y="36618"/>
                  </a:lnTo>
                  <a:lnTo>
                    <a:pt x="1171268" y="45120"/>
                  </a:lnTo>
                  <a:lnTo>
                    <a:pt x="1254079" y="54685"/>
                  </a:lnTo>
                  <a:lnTo>
                    <a:pt x="1330714" y="65387"/>
                  </a:lnTo>
                  <a:lnTo>
                    <a:pt x="1401076" y="77346"/>
                  </a:lnTo>
                  <a:lnTo>
                    <a:pt x="1465573" y="90730"/>
                  </a:lnTo>
                  <a:lnTo>
                    <a:pt x="1524931" y="105747"/>
                  </a:lnTo>
                  <a:lnTo>
                    <a:pt x="1580041" y="122636"/>
                  </a:lnTo>
                  <a:lnTo>
                    <a:pt x="1631854" y="141642"/>
                  </a:lnTo>
                  <a:lnTo>
                    <a:pt x="1681294" y="162976"/>
                  </a:lnTo>
                  <a:lnTo>
                    <a:pt x="1719082" y="181484"/>
                  </a:lnTo>
                  <a:lnTo>
                    <a:pt x="1766427" y="207305"/>
                  </a:lnTo>
                  <a:lnTo>
                    <a:pt x="1813310" y="235651"/>
                  </a:lnTo>
                  <a:lnTo>
                    <a:pt x="1860183" y="266563"/>
                  </a:lnTo>
                  <a:lnTo>
                    <a:pt x="1907364" y="300003"/>
                  </a:lnTo>
                  <a:lnTo>
                    <a:pt x="1955047" y="335843"/>
                  </a:lnTo>
                  <a:lnTo>
                    <a:pt x="2003324" y="373865"/>
                  </a:lnTo>
                  <a:lnTo>
                    <a:pt x="2052191" y="413752"/>
                  </a:lnTo>
                  <a:lnTo>
                    <a:pt x="2101566" y="455103"/>
                  </a:lnTo>
                  <a:lnTo>
                    <a:pt x="2151303" y="497444"/>
                  </a:lnTo>
                  <a:lnTo>
                    <a:pt x="2201216" y="540249"/>
                  </a:lnTo>
                  <a:lnTo>
                    <a:pt x="2251096" y="582967"/>
                  </a:lnTo>
                  <a:lnTo>
                    <a:pt x="2300739" y="625054"/>
                  </a:lnTo>
                  <a:lnTo>
                    <a:pt x="2349968" y="665997"/>
                  </a:lnTo>
                  <a:lnTo>
                    <a:pt x="2398657" y="705341"/>
                  </a:lnTo>
                  <a:lnTo>
                    <a:pt x="2446744" y="742712"/>
                  </a:lnTo>
                  <a:lnTo>
                    <a:pt x="2494256" y="777823"/>
                  </a:lnTo>
                  <a:lnTo>
                    <a:pt x="2541315" y="810483"/>
                  </a:lnTo>
                  <a:lnTo>
                    <a:pt x="2588151" y="840595"/>
                  </a:lnTo>
                  <a:lnTo>
                    <a:pt x="2635122" y="868145"/>
                  </a:lnTo>
                  <a:lnTo>
                    <a:pt x="2667772" y="885644"/>
                  </a:lnTo>
                  <a:lnTo>
                    <a:pt x="2715922" y="908893"/>
                  </a:lnTo>
                  <a:lnTo>
                    <a:pt x="2765794" y="929717"/>
                  </a:lnTo>
                  <a:lnTo>
                    <a:pt x="2818229" y="948254"/>
                  </a:lnTo>
                  <a:lnTo>
                    <a:pt x="2874164" y="964724"/>
                  </a:lnTo>
                  <a:lnTo>
                    <a:pt x="2934544" y="979374"/>
                  </a:lnTo>
                  <a:lnTo>
                    <a:pt x="3000236" y="992438"/>
                  </a:lnTo>
                  <a:lnTo>
                    <a:pt x="3071912" y="1004117"/>
                  </a:lnTo>
                  <a:lnTo>
                    <a:pt x="3149890" y="1014569"/>
                  </a:lnTo>
                  <a:lnTo>
                    <a:pt x="3233936" y="1023904"/>
                  </a:lnTo>
                  <a:lnTo>
                    <a:pt x="3323027" y="1032184"/>
                  </a:lnTo>
                  <a:lnTo>
                    <a:pt x="3415136" y="1039427"/>
                  </a:lnTo>
                  <a:lnTo>
                    <a:pt x="3507137" y="1045619"/>
                  </a:lnTo>
                  <a:lnTo>
                    <a:pt x="3594944" y="1050734"/>
                  </a:lnTo>
                  <a:lnTo>
                    <a:pt x="3673989" y="1054760"/>
                  </a:lnTo>
                  <a:lnTo>
                    <a:pt x="3740028" y="1057727"/>
                  </a:lnTo>
                  <a:lnTo>
                    <a:pt x="3790095" y="1059726"/>
                  </a:lnTo>
                  <a:lnTo>
                    <a:pt x="3823291" y="1060911"/>
                  </a:lnTo>
                  <a:lnTo>
                    <a:pt x="3841142" y="1061483"/>
                  </a:lnTo>
                  <a:lnTo>
                    <a:pt x="3847485" y="1061667"/>
                  </a:lnTo>
                  <a:lnTo>
                    <a:pt x="3848118" y="1061684"/>
                  </a:lnTo>
                  <a:lnTo>
                    <a:pt x="4386855" y="1061684"/>
                  </a:lnTo>
                  <a:lnTo>
                    <a:pt x="4388146" y="1061710"/>
                  </a:lnTo>
                  <a:lnTo>
                    <a:pt x="4396567" y="1061900"/>
                  </a:lnTo>
                  <a:lnTo>
                    <a:pt x="4417566" y="1062426"/>
                  </a:lnTo>
                  <a:lnTo>
                    <a:pt x="4454525" y="1063457"/>
                  </a:lnTo>
                  <a:lnTo>
                    <a:pt x="4508437" y="1065142"/>
                  </a:lnTo>
                  <a:lnTo>
                    <a:pt x="4577883" y="1067589"/>
                  </a:lnTo>
                  <a:lnTo>
                    <a:pt x="4659508" y="1070857"/>
                  </a:lnTo>
                  <a:lnTo>
                    <a:pt x="4748880" y="1074958"/>
                  </a:lnTo>
                  <a:lnTo>
                    <a:pt x="4841451" y="1079881"/>
                  </a:lnTo>
                  <a:lnTo>
                    <a:pt x="4933301" y="1085606"/>
                  </a:lnTo>
                  <a:lnTo>
                    <a:pt x="5021541" y="1092125"/>
                  </a:lnTo>
                  <a:lnTo>
                    <a:pt x="5104385" y="1099461"/>
                  </a:lnTo>
                  <a:lnTo>
                    <a:pt x="5181014" y="1107670"/>
                  </a:lnTo>
                  <a:lnTo>
                    <a:pt x="5251347" y="1116846"/>
                  </a:lnTo>
                  <a:lnTo>
                    <a:pt x="5315808" y="1127118"/>
                  </a:lnTo>
                  <a:lnTo>
                    <a:pt x="5375135" y="1138649"/>
                  </a:lnTo>
                  <a:lnTo>
                    <a:pt x="5430229" y="1151620"/>
                  </a:lnTo>
                  <a:lnTo>
                    <a:pt x="5482049" y="1166221"/>
                  </a:lnTo>
                  <a:lnTo>
                    <a:pt x="5531520" y="1182612"/>
                  </a:lnTo>
                  <a:lnTo>
                    <a:pt x="5567201" y="1195982"/>
                  </a:lnTo>
                  <a:lnTo>
                    <a:pt x="5616474" y="1216529"/>
                  </a:lnTo>
                  <a:lnTo>
                    <a:pt x="5665268" y="1239166"/>
                  </a:lnTo>
                  <a:lnTo>
                    <a:pt x="5714084" y="1263923"/>
                  </a:lnTo>
                  <a:lnTo>
                    <a:pt x="5763265" y="1290761"/>
                  </a:lnTo>
                  <a:lnTo>
                    <a:pt x="5813014" y="1319559"/>
                  </a:lnTo>
                  <a:lnTo>
                    <a:pt x="5863412" y="1350112"/>
                  </a:lnTo>
                  <a:lnTo>
                    <a:pt x="5914435" y="1382132"/>
                  </a:lnTo>
                  <a:lnTo>
                    <a:pt x="5965968" y="1415254"/>
                  </a:lnTo>
                  <a:lnTo>
                    <a:pt x="6017832" y="1449056"/>
                  </a:lnTo>
                  <a:lnTo>
                    <a:pt x="6069803" y="1483074"/>
                  </a:lnTo>
                  <a:lnTo>
                    <a:pt x="6121646" y="1516834"/>
                  </a:lnTo>
                  <a:lnTo>
                    <a:pt x="6173141" y="1549876"/>
                  </a:lnTo>
                  <a:lnTo>
                    <a:pt x="6224113" y="1581781"/>
                  </a:lnTo>
                  <a:lnTo>
                    <a:pt x="6274454" y="1612191"/>
                  </a:lnTo>
                  <a:lnTo>
                    <a:pt x="6324148" y="1640824"/>
                  </a:lnTo>
                  <a:lnTo>
                    <a:pt x="6373287" y="1667484"/>
                  </a:lnTo>
                  <a:lnTo>
                    <a:pt x="6422086" y="1692057"/>
                  </a:lnTo>
                  <a:lnTo>
                    <a:pt x="6470899" y="1714508"/>
                  </a:lnTo>
                  <a:lnTo>
                    <a:pt x="6515891" y="1733176"/>
                  </a:lnTo>
                  <a:lnTo>
                    <a:pt x="6564153" y="1750951"/>
                  </a:lnTo>
                  <a:lnTo>
                    <a:pt x="6614147" y="1766868"/>
                  </a:lnTo>
                  <a:lnTo>
                    <a:pt x="6666719" y="1781032"/>
                  </a:lnTo>
                  <a:lnTo>
                    <a:pt x="6722813" y="1793614"/>
                  </a:lnTo>
                  <a:lnTo>
                    <a:pt x="6783383" y="1804802"/>
                  </a:lnTo>
                  <a:lnTo>
                    <a:pt x="6849297" y="1814778"/>
                  </a:lnTo>
                  <a:lnTo>
                    <a:pt x="6921229" y="1823693"/>
                  </a:lnTo>
                  <a:lnTo>
                    <a:pt x="6999494" y="1831670"/>
                  </a:lnTo>
                  <a:lnTo>
                    <a:pt x="7083843" y="1838791"/>
                  </a:lnTo>
                  <a:lnTo>
                    <a:pt x="7173228" y="1845105"/>
                  </a:lnTo>
                  <a:lnTo>
                    <a:pt x="7265586" y="1850624"/>
                  </a:lnTo>
                  <a:lnTo>
                    <a:pt x="7357742" y="1855337"/>
                  </a:lnTo>
                  <a:lnTo>
                    <a:pt x="7445563" y="1859224"/>
                  </a:lnTo>
                  <a:lnTo>
                    <a:pt x="7524444" y="1862277"/>
                  </a:lnTo>
                  <a:lnTo>
                    <a:pt x="7590141" y="1864520"/>
                  </a:lnTo>
                  <a:lnTo>
                    <a:pt x="7639724" y="1866025"/>
                  </a:lnTo>
                  <a:lnTo>
                    <a:pt x="7672373" y="1866910"/>
                  </a:lnTo>
                  <a:lnTo>
                    <a:pt x="7689715" y="1867332"/>
                  </a:lnTo>
                  <a:lnTo>
                    <a:pt x="7695701" y="1867464"/>
                  </a:lnTo>
                  <a:lnTo>
                    <a:pt x="7696237" y="1867475"/>
                  </a:lnTo>
                  <a:lnTo>
                    <a:pt x="8234974" y="1867475"/>
                  </a:lnTo>
                  <a:lnTo>
                    <a:pt x="8234974" y="1862030"/>
                  </a:lnTo>
                  <a:lnTo>
                    <a:pt x="7696237" y="1862030"/>
                  </a:lnTo>
                  <a:lnTo>
                    <a:pt x="7694947" y="1862004"/>
                  </a:lnTo>
                  <a:lnTo>
                    <a:pt x="7686526" y="1861814"/>
                  </a:lnTo>
                  <a:lnTo>
                    <a:pt x="7665527" y="1861288"/>
                  </a:lnTo>
                  <a:lnTo>
                    <a:pt x="7628567" y="1860257"/>
                  </a:lnTo>
                  <a:lnTo>
                    <a:pt x="7574655" y="1858572"/>
                  </a:lnTo>
                  <a:lnTo>
                    <a:pt x="7505209" y="1856125"/>
                  </a:lnTo>
                  <a:lnTo>
                    <a:pt x="7423585" y="1852857"/>
                  </a:lnTo>
                  <a:lnTo>
                    <a:pt x="7334212" y="1848755"/>
                  </a:lnTo>
                  <a:lnTo>
                    <a:pt x="7241641" y="1843833"/>
                  </a:lnTo>
                  <a:lnTo>
                    <a:pt x="7149791" y="1838108"/>
                  </a:lnTo>
                  <a:lnTo>
                    <a:pt x="7061551" y="1831589"/>
                  </a:lnTo>
                  <a:lnTo>
                    <a:pt x="6978707" y="1824252"/>
                  </a:lnTo>
                  <a:lnTo>
                    <a:pt x="6902078" y="1816043"/>
                  </a:lnTo>
                  <a:lnTo>
                    <a:pt x="6831745" y="1806868"/>
                  </a:lnTo>
                  <a:lnTo>
                    <a:pt x="6767284" y="1796596"/>
                  </a:lnTo>
                  <a:lnTo>
                    <a:pt x="6707957" y="1785065"/>
                  </a:lnTo>
                  <a:lnTo>
                    <a:pt x="6652863" y="1772094"/>
                  </a:lnTo>
                  <a:lnTo>
                    <a:pt x="6601044" y="1757492"/>
                  </a:lnTo>
                  <a:lnTo>
                    <a:pt x="6551572" y="1741102"/>
                  </a:lnTo>
                  <a:lnTo>
                    <a:pt x="6515891" y="1727732"/>
                  </a:lnTo>
                  <a:lnTo>
                    <a:pt x="6466619" y="1707185"/>
                  </a:lnTo>
                  <a:lnTo>
                    <a:pt x="6417825" y="1684548"/>
                  </a:lnTo>
                  <a:lnTo>
                    <a:pt x="6369008" y="1659791"/>
                  </a:lnTo>
                  <a:lnTo>
                    <a:pt x="6319827" y="1632953"/>
                  </a:lnTo>
                  <a:lnTo>
                    <a:pt x="6270079" y="1604155"/>
                  </a:lnTo>
                  <a:lnTo>
                    <a:pt x="6219680" y="1573602"/>
                  </a:lnTo>
                  <a:lnTo>
                    <a:pt x="6168658" y="1541582"/>
                  </a:lnTo>
                  <a:lnTo>
                    <a:pt x="6117124" y="1508460"/>
                  </a:lnTo>
                  <a:lnTo>
                    <a:pt x="6065261" y="1474658"/>
                  </a:lnTo>
                  <a:lnTo>
                    <a:pt x="6013289" y="1440640"/>
                  </a:lnTo>
                  <a:lnTo>
                    <a:pt x="5961446" y="1406880"/>
                  </a:lnTo>
                  <a:lnTo>
                    <a:pt x="5909951" y="1373838"/>
                  </a:lnTo>
                  <a:lnTo>
                    <a:pt x="5858980" y="1341933"/>
                  </a:lnTo>
                  <a:lnTo>
                    <a:pt x="5808639" y="1311523"/>
                  </a:lnTo>
                  <a:lnTo>
                    <a:pt x="5758944" y="1282889"/>
                  </a:lnTo>
                  <a:lnTo>
                    <a:pt x="5709805" y="1256230"/>
                  </a:lnTo>
                  <a:lnTo>
                    <a:pt x="5661007" y="1231657"/>
                  </a:lnTo>
                  <a:lnTo>
                    <a:pt x="5612193" y="1209205"/>
                  </a:lnTo>
                  <a:lnTo>
                    <a:pt x="5567201" y="1190538"/>
                  </a:lnTo>
                  <a:lnTo>
                    <a:pt x="5518939" y="1172763"/>
                  </a:lnTo>
                  <a:lnTo>
                    <a:pt x="5468946" y="1156846"/>
                  </a:lnTo>
                  <a:lnTo>
                    <a:pt x="5416373" y="1142682"/>
                  </a:lnTo>
                  <a:lnTo>
                    <a:pt x="5360279" y="1130100"/>
                  </a:lnTo>
                  <a:lnTo>
                    <a:pt x="5299710" y="1118911"/>
                  </a:lnTo>
                  <a:lnTo>
                    <a:pt x="5233795" y="1108936"/>
                  </a:lnTo>
                  <a:lnTo>
                    <a:pt x="5161863" y="1100021"/>
                  </a:lnTo>
                  <a:lnTo>
                    <a:pt x="5083598" y="1092044"/>
                  </a:lnTo>
                  <a:lnTo>
                    <a:pt x="4999249" y="1084923"/>
                  </a:lnTo>
                  <a:lnTo>
                    <a:pt x="4909864" y="1078609"/>
                  </a:lnTo>
                  <a:lnTo>
                    <a:pt x="4817507" y="1073090"/>
                  </a:lnTo>
                  <a:lnTo>
                    <a:pt x="4725350" y="1068377"/>
                  </a:lnTo>
                  <a:lnTo>
                    <a:pt x="4637530" y="1064489"/>
                  </a:lnTo>
                  <a:lnTo>
                    <a:pt x="4558648" y="1061436"/>
                  </a:lnTo>
                  <a:lnTo>
                    <a:pt x="4492952" y="1059194"/>
                  </a:lnTo>
                  <a:lnTo>
                    <a:pt x="4443368" y="1057689"/>
                  </a:lnTo>
                  <a:lnTo>
                    <a:pt x="4410719" y="1056804"/>
                  </a:lnTo>
                  <a:lnTo>
                    <a:pt x="4393377" y="1056382"/>
                  </a:lnTo>
                  <a:lnTo>
                    <a:pt x="4387391" y="1056250"/>
                  </a:lnTo>
                  <a:lnTo>
                    <a:pt x="4386855" y="1056239"/>
                  </a:lnTo>
                  <a:lnTo>
                    <a:pt x="3848118" y="1056239"/>
                  </a:lnTo>
                  <a:lnTo>
                    <a:pt x="3846836" y="1056205"/>
                  </a:lnTo>
                  <a:lnTo>
                    <a:pt x="3838470" y="1055957"/>
                  </a:lnTo>
                  <a:lnTo>
                    <a:pt x="3817603" y="1055273"/>
                  </a:lnTo>
                  <a:lnTo>
                    <a:pt x="3780863" y="1053931"/>
                  </a:lnTo>
                  <a:lnTo>
                    <a:pt x="3727244" y="1051736"/>
                  </a:lnTo>
                  <a:lnTo>
                    <a:pt x="3658132" y="1048549"/>
                  </a:lnTo>
                  <a:lnTo>
                    <a:pt x="3576843" y="1044292"/>
                  </a:lnTo>
                  <a:lnTo>
                    <a:pt x="3487767" y="1038946"/>
                  </a:lnTo>
                  <a:lnTo>
                    <a:pt x="3395428" y="1032529"/>
                  </a:lnTo>
                  <a:lnTo>
                    <a:pt x="3303737" y="1025065"/>
                  </a:lnTo>
                  <a:lnTo>
                    <a:pt x="3215586" y="1016563"/>
                  </a:lnTo>
                  <a:lnTo>
                    <a:pt x="3132776" y="1006998"/>
                  </a:lnTo>
                  <a:lnTo>
                    <a:pt x="3056140" y="996296"/>
                  </a:lnTo>
                  <a:lnTo>
                    <a:pt x="2985779" y="984337"/>
                  </a:lnTo>
                  <a:lnTo>
                    <a:pt x="2921282" y="970953"/>
                  </a:lnTo>
                  <a:lnTo>
                    <a:pt x="2861924" y="955936"/>
                  </a:lnTo>
                  <a:lnTo>
                    <a:pt x="2806814" y="939047"/>
                  </a:lnTo>
                  <a:lnTo>
                    <a:pt x="2755001" y="920041"/>
                  </a:lnTo>
                  <a:lnTo>
                    <a:pt x="2705561" y="898707"/>
                  </a:lnTo>
                  <a:lnTo>
                    <a:pt x="2667772" y="880199"/>
                  </a:lnTo>
                  <a:lnTo>
                    <a:pt x="2620428" y="854378"/>
                  </a:lnTo>
                  <a:lnTo>
                    <a:pt x="2573545" y="826032"/>
                  </a:lnTo>
                  <a:lnTo>
                    <a:pt x="2526671" y="795120"/>
                  </a:lnTo>
                  <a:lnTo>
                    <a:pt x="2479491" y="761681"/>
                  </a:lnTo>
                  <a:lnTo>
                    <a:pt x="2431808" y="725840"/>
                  </a:lnTo>
                  <a:lnTo>
                    <a:pt x="2383531" y="687818"/>
                  </a:lnTo>
                  <a:lnTo>
                    <a:pt x="2334664" y="647931"/>
                  </a:lnTo>
                  <a:lnTo>
                    <a:pt x="2285289" y="606580"/>
                  </a:lnTo>
                  <a:lnTo>
                    <a:pt x="2235551" y="564239"/>
                  </a:lnTo>
                  <a:lnTo>
                    <a:pt x="2185639" y="521434"/>
                  </a:lnTo>
                  <a:lnTo>
                    <a:pt x="2135759" y="478716"/>
                  </a:lnTo>
                  <a:lnTo>
                    <a:pt x="2086116" y="436629"/>
                  </a:lnTo>
                  <a:lnTo>
                    <a:pt x="2036886" y="395687"/>
                  </a:lnTo>
                  <a:lnTo>
                    <a:pt x="1988198" y="356342"/>
                  </a:lnTo>
                  <a:lnTo>
                    <a:pt x="1940110" y="318972"/>
                  </a:lnTo>
                  <a:lnTo>
                    <a:pt x="1892598" y="283861"/>
                  </a:lnTo>
                  <a:lnTo>
                    <a:pt x="1845540" y="251200"/>
                  </a:lnTo>
                  <a:lnTo>
                    <a:pt x="1798703" y="221088"/>
                  </a:lnTo>
                  <a:lnTo>
                    <a:pt x="1751732" y="193538"/>
                  </a:lnTo>
                  <a:lnTo>
                    <a:pt x="1719082" y="176039"/>
                  </a:lnTo>
                  <a:lnTo>
                    <a:pt x="1670932" y="152790"/>
                  </a:lnTo>
                  <a:lnTo>
                    <a:pt x="1621060" y="131966"/>
                  </a:lnTo>
                  <a:lnTo>
                    <a:pt x="1568625" y="113430"/>
                  </a:lnTo>
                  <a:lnTo>
                    <a:pt x="1512691" y="96959"/>
                  </a:lnTo>
                  <a:lnTo>
                    <a:pt x="1452311" y="82309"/>
                  </a:lnTo>
                  <a:lnTo>
                    <a:pt x="1386618" y="69245"/>
                  </a:lnTo>
                  <a:lnTo>
                    <a:pt x="1314943" y="57566"/>
                  </a:lnTo>
                  <a:lnTo>
                    <a:pt x="1236964" y="47114"/>
                  </a:lnTo>
                  <a:lnTo>
                    <a:pt x="1152918" y="37779"/>
                  </a:lnTo>
                  <a:lnTo>
                    <a:pt x="1063828" y="29499"/>
                  </a:lnTo>
                  <a:lnTo>
                    <a:pt x="971719" y="22256"/>
                  </a:lnTo>
                  <a:lnTo>
                    <a:pt x="879717" y="16064"/>
                  </a:lnTo>
                  <a:lnTo>
                    <a:pt x="791910" y="10950"/>
                  </a:lnTo>
                  <a:lnTo>
                    <a:pt x="712865" y="6923"/>
                  </a:lnTo>
                  <a:lnTo>
                    <a:pt x="646826" y="3956"/>
                  </a:lnTo>
                  <a:lnTo>
                    <a:pt x="596759" y="1957"/>
                  </a:lnTo>
                  <a:lnTo>
                    <a:pt x="563563" y="772"/>
                  </a:lnTo>
                  <a:lnTo>
                    <a:pt x="545713" y="200"/>
                  </a:lnTo>
                  <a:lnTo>
                    <a:pt x="539370" y="1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546595" y="1458246"/>
              <a:ext cx="8234974" cy="1862030"/>
            </a:xfrm>
            <a:custGeom>
              <a:avLst/>
              <a:pathLst>
                <a:path w="8234974" h="1862030">
                  <a:moveTo>
                    <a:pt x="0" y="0"/>
                  </a:moveTo>
                  <a:lnTo>
                    <a:pt x="538736" y="0"/>
                  </a:lnTo>
                  <a:lnTo>
                    <a:pt x="540018" y="34"/>
                  </a:lnTo>
                  <a:lnTo>
                    <a:pt x="548384" y="282"/>
                  </a:lnTo>
                  <a:lnTo>
                    <a:pt x="569251" y="966"/>
                  </a:lnTo>
                  <a:lnTo>
                    <a:pt x="605992" y="2308"/>
                  </a:lnTo>
                  <a:lnTo>
                    <a:pt x="659611" y="4502"/>
                  </a:lnTo>
                  <a:lnTo>
                    <a:pt x="728722" y="7689"/>
                  </a:lnTo>
                  <a:lnTo>
                    <a:pt x="810012" y="11946"/>
                  </a:lnTo>
                  <a:lnTo>
                    <a:pt x="899088" y="17292"/>
                  </a:lnTo>
                  <a:lnTo>
                    <a:pt x="991427" y="23710"/>
                  </a:lnTo>
                  <a:lnTo>
                    <a:pt x="1083118" y="31174"/>
                  </a:lnTo>
                  <a:lnTo>
                    <a:pt x="1171268" y="39675"/>
                  </a:lnTo>
                  <a:lnTo>
                    <a:pt x="1254079" y="49241"/>
                  </a:lnTo>
                  <a:lnTo>
                    <a:pt x="1330714" y="59943"/>
                  </a:lnTo>
                  <a:lnTo>
                    <a:pt x="1401076" y="71902"/>
                  </a:lnTo>
                  <a:lnTo>
                    <a:pt x="1465573" y="85285"/>
                  </a:lnTo>
                  <a:lnTo>
                    <a:pt x="1524931" y="100302"/>
                  </a:lnTo>
                  <a:lnTo>
                    <a:pt x="1580041" y="117192"/>
                  </a:lnTo>
                  <a:lnTo>
                    <a:pt x="1631854" y="136198"/>
                  </a:lnTo>
                  <a:lnTo>
                    <a:pt x="1681294" y="157531"/>
                  </a:lnTo>
                  <a:lnTo>
                    <a:pt x="1719082" y="176039"/>
                  </a:lnTo>
                  <a:lnTo>
                    <a:pt x="1766427" y="201860"/>
                  </a:lnTo>
                  <a:lnTo>
                    <a:pt x="1813310" y="230206"/>
                  </a:lnTo>
                  <a:lnTo>
                    <a:pt x="1860183" y="261118"/>
                  </a:lnTo>
                  <a:lnTo>
                    <a:pt x="1907364" y="294558"/>
                  </a:lnTo>
                  <a:lnTo>
                    <a:pt x="1955047" y="330399"/>
                  </a:lnTo>
                  <a:lnTo>
                    <a:pt x="2003324" y="368420"/>
                  </a:lnTo>
                  <a:lnTo>
                    <a:pt x="2052191" y="408308"/>
                  </a:lnTo>
                  <a:lnTo>
                    <a:pt x="2101566" y="449659"/>
                  </a:lnTo>
                  <a:lnTo>
                    <a:pt x="2151303" y="492000"/>
                  </a:lnTo>
                  <a:lnTo>
                    <a:pt x="2201216" y="534804"/>
                  </a:lnTo>
                  <a:lnTo>
                    <a:pt x="2251096" y="577523"/>
                  </a:lnTo>
                  <a:lnTo>
                    <a:pt x="2300739" y="619610"/>
                  </a:lnTo>
                  <a:lnTo>
                    <a:pt x="2349968" y="660552"/>
                  </a:lnTo>
                  <a:lnTo>
                    <a:pt x="2398657" y="699896"/>
                  </a:lnTo>
                  <a:lnTo>
                    <a:pt x="2446744" y="737267"/>
                  </a:lnTo>
                  <a:lnTo>
                    <a:pt x="2494256" y="772378"/>
                  </a:lnTo>
                  <a:lnTo>
                    <a:pt x="2541315" y="805038"/>
                  </a:lnTo>
                  <a:lnTo>
                    <a:pt x="2588151" y="835150"/>
                  </a:lnTo>
                  <a:lnTo>
                    <a:pt x="2635122" y="862701"/>
                  </a:lnTo>
                  <a:lnTo>
                    <a:pt x="2667772" y="880199"/>
                  </a:lnTo>
                  <a:lnTo>
                    <a:pt x="2715922" y="903448"/>
                  </a:lnTo>
                  <a:lnTo>
                    <a:pt x="2765794" y="924273"/>
                  </a:lnTo>
                  <a:lnTo>
                    <a:pt x="2818229" y="942809"/>
                  </a:lnTo>
                  <a:lnTo>
                    <a:pt x="2874164" y="959279"/>
                  </a:lnTo>
                  <a:lnTo>
                    <a:pt x="2934544" y="973930"/>
                  </a:lnTo>
                  <a:lnTo>
                    <a:pt x="3000236" y="986994"/>
                  </a:lnTo>
                  <a:lnTo>
                    <a:pt x="3071912" y="998673"/>
                  </a:lnTo>
                  <a:lnTo>
                    <a:pt x="3149890" y="1009125"/>
                  </a:lnTo>
                  <a:lnTo>
                    <a:pt x="3233936" y="1018460"/>
                  </a:lnTo>
                  <a:lnTo>
                    <a:pt x="3323027" y="1026739"/>
                  </a:lnTo>
                  <a:lnTo>
                    <a:pt x="3415136" y="1033982"/>
                  </a:lnTo>
                  <a:lnTo>
                    <a:pt x="3507137" y="1040174"/>
                  </a:lnTo>
                  <a:lnTo>
                    <a:pt x="3594944" y="1045289"/>
                  </a:lnTo>
                  <a:lnTo>
                    <a:pt x="3673989" y="1049315"/>
                  </a:lnTo>
                  <a:lnTo>
                    <a:pt x="3740028" y="1052283"/>
                  </a:lnTo>
                  <a:lnTo>
                    <a:pt x="3790095" y="1054282"/>
                  </a:lnTo>
                  <a:lnTo>
                    <a:pt x="3823291" y="1055466"/>
                  </a:lnTo>
                  <a:lnTo>
                    <a:pt x="3841142" y="1056039"/>
                  </a:lnTo>
                  <a:lnTo>
                    <a:pt x="3847485" y="1056222"/>
                  </a:lnTo>
                  <a:lnTo>
                    <a:pt x="3848118" y="1056239"/>
                  </a:lnTo>
                  <a:lnTo>
                    <a:pt x="4386855" y="1056239"/>
                  </a:lnTo>
                  <a:lnTo>
                    <a:pt x="4388146" y="1056266"/>
                  </a:lnTo>
                  <a:lnTo>
                    <a:pt x="4396567" y="1056456"/>
                  </a:lnTo>
                  <a:lnTo>
                    <a:pt x="4417566" y="1056981"/>
                  </a:lnTo>
                  <a:lnTo>
                    <a:pt x="4454525" y="1058012"/>
                  </a:lnTo>
                  <a:lnTo>
                    <a:pt x="4508437" y="1059698"/>
                  </a:lnTo>
                  <a:lnTo>
                    <a:pt x="4577883" y="1062145"/>
                  </a:lnTo>
                  <a:lnTo>
                    <a:pt x="4659508" y="1065412"/>
                  </a:lnTo>
                  <a:lnTo>
                    <a:pt x="4748880" y="1069514"/>
                  </a:lnTo>
                  <a:lnTo>
                    <a:pt x="4841451" y="1074437"/>
                  </a:lnTo>
                  <a:lnTo>
                    <a:pt x="4933301" y="1080161"/>
                  </a:lnTo>
                  <a:lnTo>
                    <a:pt x="5021541" y="1086681"/>
                  </a:lnTo>
                  <a:lnTo>
                    <a:pt x="5104385" y="1094017"/>
                  </a:lnTo>
                  <a:lnTo>
                    <a:pt x="5181014" y="1102226"/>
                  </a:lnTo>
                  <a:lnTo>
                    <a:pt x="5251347" y="1111402"/>
                  </a:lnTo>
                  <a:lnTo>
                    <a:pt x="5315808" y="1121674"/>
                  </a:lnTo>
                  <a:lnTo>
                    <a:pt x="5375135" y="1133204"/>
                  </a:lnTo>
                  <a:lnTo>
                    <a:pt x="5430229" y="1146176"/>
                  </a:lnTo>
                  <a:lnTo>
                    <a:pt x="5482049" y="1160777"/>
                  </a:lnTo>
                  <a:lnTo>
                    <a:pt x="5531520" y="1177167"/>
                  </a:lnTo>
                  <a:lnTo>
                    <a:pt x="5567201" y="1190538"/>
                  </a:lnTo>
                  <a:lnTo>
                    <a:pt x="5616474" y="1211084"/>
                  </a:lnTo>
                  <a:lnTo>
                    <a:pt x="5665268" y="1233721"/>
                  </a:lnTo>
                  <a:lnTo>
                    <a:pt x="5714084" y="1258479"/>
                  </a:lnTo>
                  <a:lnTo>
                    <a:pt x="5763265" y="1285316"/>
                  </a:lnTo>
                  <a:lnTo>
                    <a:pt x="5813014" y="1314114"/>
                  </a:lnTo>
                  <a:lnTo>
                    <a:pt x="5863412" y="1344667"/>
                  </a:lnTo>
                  <a:lnTo>
                    <a:pt x="5914435" y="1376687"/>
                  </a:lnTo>
                  <a:lnTo>
                    <a:pt x="5965968" y="1409809"/>
                  </a:lnTo>
                  <a:lnTo>
                    <a:pt x="6017832" y="1443611"/>
                  </a:lnTo>
                  <a:lnTo>
                    <a:pt x="6069803" y="1477629"/>
                  </a:lnTo>
                  <a:lnTo>
                    <a:pt x="6121646" y="1511389"/>
                  </a:lnTo>
                  <a:lnTo>
                    <a:pt x="6173141" y="1544432"/>
                  </a:lnTo>
                  <a:lnTo>
                    <a:pt x="6224113" y="1576337"/>
                  </a:lnTo>
                  <a:lnTo>
                    <a:pt x="6274454" y="1606746"/>
                  </a:lnTo>
                  <a:lnTo>
                    <a:pt x="6324148" y="1635380"/>
                  </a:lnTo>
                  <a:lnTo>
                    <a:pt x="6373287" y="1662040"/>
                  </a:lnTo>
                  <a:lnTo>
                    <a:pt x="6422086" y="1686612"/>
                  </a:lnTo>
                  <a:lnTo>
                    <a:pt x="6470899" y="1709064"/>
                  </a:lnTo>
                  <a:lnTo>
                    <a:pt x="6515891" y="1727732"/>
                  </a:lnTo>
                  <a:lnTo>
                    <a:pt x="6564153" y="1745506"/>
                  </a:lnTo>
                  <a:lnTo>
                    <a:pt x="6614147" y="1761423"/>
                  </a:lnTo>
                  <a:lnTo>
                    <a:pt x="6666719" y="1775587"/>
                  </a:lnTo>
                  <a:lnTo>
                    <a:pt x="6722813" y="1788169"/>
                  </a:lnTo>
                  <a:lnTo>
                    <a:pt x="6783383" y="1799358"/>
                  </a:lnTo>
                  <a:lnTo>
                    <a:pt x="6849297" y="1809333"/>
                  </a:lnTo>
                  <a:lnTo>
                    <a:pt x="6921229" y="1818248"/>
                  </a:lnTo>
                  <a:lnTo>
                    <a:pt x="6999494" y="1826225"/>
                  </a:lnTo>
                  <a:lnTo>
                    <a:pt x="7083843" y="1833347"/>
                  </a:lnTo>
                  <a:lnTo>
                    <a:pt x="7173228" y="1839660"/>
                  </a:lnTo>
                  <a:lnTo>
                    <a:pt x="7265586" y="1845179"/>
                  </a:lnTo>
                  <a:lnTo>
                    <a:pt x="7357742" y="1849893"/>
                  </a:lnTo>
                  <a:lnTo>
                    <a:pt x="7445563" y="1853780"/>
                  </a:lnTo>
                  <a:lnTo>
                    <a:pt x="7524444" y="1856833"/>
                  </a:lnTo>
                  <a:lnTo>
                    <a:pt x="7590141" y="1859076"/>
                  </a:lnTo>
                  <a:lnTo>
                    <a:pt x="7639724" y="1860580"/>
                  </a:lnTo>
                  <a:lnTo>
                    <a:pt x="7672373" y="1861465"/>
                  </a:lnTo>
                  <a:lnTo>
                    <a:pt x="7689715" y="1861888"/>
                  </a:lnTo>
                  <a:lnTo>
                    <a:pt x="7695701" y="1862019"/>
                  </a:lnTo>
                  <a:lnTo>
                    <a:pt x="7696237" y="1862030"/>
                  </a:lnTo>
                  <a:lnTo>
                    <a:pt x="8234974" y="18620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546595" y="1452802"/>
              <a:ext cx="8234974" cy="1862030"/>
            </a:xfrm>
            <a:custGeom>
              <a:avLst/>
              <a:pathLst>
                <a:path w="8234974" h="1862030">
                  <a:moveTo>
                    <a:pt x="8234974" y="1862030"/>
                  </a:moveTo>
                  <a:lnTo>
                    <a:pt x="7696237" y="1862030"/>
                  </a:lnTo>
                  <a:lnTo>
                    <a:pt x="7694947" y="1862004"/>
                  </a:lnTo>
                  <a:lnTo>
                    <a:pt x="7686526" y="1861814"/>
                  </a:lnTo>
                  <a:lnTo>
                    <a:pt x="7665527" y="1861288"/>
                  </a:lnTo>
                  <a:lnTo>
                    <a:pt x="7628567" y="1860257"/>
                  </a:lnTo>
                  <a:lnTo>
                    <a:pt x="7574655" y="1858572"/>
                  </a:lnTo>
                  <a:lnTo>
                    <a:pt x="7505209" y="1856125"/>
                  </a:lnTo>
                  <a:lnTo>
                    <a:pt x="7423585" y="1852857"/>
                  </a:lnTo>
                  <a:lnTo>
                    <a:pt x="7334212" y="1848755"/>
                  </a:lnTo>
                  <a:lnTo>
                    <a:pt x="7241641" y="1843833"/>
                  </a:lnTo>
                  <a:lnTo>
                    <a:pt x="7149791" y="1838108"/>
                  </a:lnTo>
                  <a:lnTo>
                    <a:pt x="7061551" y="1831589"/>
                  </a:lnTo>
                  <a:lnTo>
                    <a:pt x="6978707" y="1824252"/>
                  </a:lnTo>
                  <a:lnTo>
                    <a:pt x="6902078" y="1816043"/>
                  </a:lnTo>
                  <a:lnTo>
                    <a:pt x="6831745" y="1806868"/>
                  </a:lnTo>
                  <a:lnTo>
                    <a:pt x="6767284" y="1796596"/>
                  </a:lnTo>
                  <a:lnTo>
                    <a:pt x="6707957" y="1785065"/>
                  </a:lnTo>
                  <a:lnTo>
                    <a:pt x="6652863" y="1772094"/>
                  </a:lnTo>
                  <a:lnTo>
                    <a:pt x="6601044" y="1757492"/>
                  </a:lnTo>
                  <a:lnTo>
                    <a:pt x="6551572" y="1741102"/>
                  </a:lnTo>
                  <a:lnTo>
                    <a:pt x="6515891" y="1727732"/>
                  </a:lnTo>
                  <a:lnTo>
                    <a:pt x="6466619" y="1707185"/>
                  </a:lnTo>
                  <a:lnTo>
                    <a:pt x="6417825" y="1684548"/>
                  </a:lnTo>
                  <a:lnTo>
                    <a:pt x="6369008" y="1659791"/>
                  </a:lnTo>
                  <a:lnTo>
                    <a:pt x="6319827" y="1632953"/>
                  </a:lnTo>
                  <a:lnTo>
                    <a:pt x="6270079" y="1604155"/>
                  </a:lnTo>
                  <a:lnTo>
                    <a:pt x="6219680" y="1573602"/>
                  </a:lnTo>
                  <a:lnTo>
                    <a:pt x="6168658" y="1541582"/>
                  </a:lnTo>
                  <a:lnTo>
                    <a:pt x="6117124" y="1508460"/>
                  </a:lnTo>
                  <a:lnTo>
                    <a:pt x="6065261" y="1474658"/>
                  </a:lnTo>
                  <a:lnTo>
                    <a:pt x="6013289" y="1440640"/>
                  </a:lnTo>
                  <a:lnTo>
                    <a:pt x="5961446" y="1406880"/>
                  </a:lnTo>
                  <a:lnTo>
                    <a:pt x="5909951" y="1373838"/>
                  </a:lnTo>
                  <a:lnTo>
                    <a:pt x="5858980" y="1341933"/>
                  </a:lnTo>
                  <a:lnTo>
                    <a:pt x="5808639" y="1311523"/>
                  </a:lnTo>
                  <a:lnTo>
                    <a:pt x="5758944" y="1282889"/>
                  </a:lnTo>
                  <a:lnTo>
                    <a:pt x="5709805" y="1256230"/>
                  </a:lnTo>
                  <a:lnTo>
                    <a:pt x="5661007" y="1231657"/>
                  </a:lnTo>
                  <a:lnTo>
                    <a:pt x="5612193" y="1209205"/>
                  </a:lnTo>
                  <a:lnTo>
                    <a:pt x="5567201" y="1190538"/>
                  </a:lnTo>
                  <a:lnTo>
                    <a:pt x="5518939" y="1172763"/>
                  </a:lnTo>
                  <a:lnTo>
                    <a:pt x="5468946" y="1156846"/>
                  </a:lnTo>
                  <a:lnTo>
                    <a:pt x="5416373" y="1142682"/>
                  </a:lnTo>
                  <a:lnTo>
                    <a:pt x="5360279" y="1130100"/>
                  </a:lnTo>
                  <a:lnTo>
                    <a:pt x="5299710" y="1118911"/>
                  </a:lnTo>
                  <a:lnTo>
                    <a:pt x="5233795" y="1108936"/>
                  </a:lnTo>
                  <a:lnTo>
                    <a:pt x="5161863" y="1100021"/>
                  </a:lnTo>
                  <a:lnTo>
                    <a:pt x="5083598" y="1092044"/>
                  </a:lnTo>
                  <a:lnTo>
                    <a:pt x="4999249" y="1084923"/>
                  </a:lnTo>
                  <a:lnTo>
                    <a:pt x="4909864" y="1078609"/>
                  </a:lnTo>
                  <a:lnTo>
                    <a:pt x="4817507" y="1073090"/>
                  </a:lnTo>
                  <a:lnTo>
                    <a:pt x="4725350" y="1068377"/>
                  </a:lnTo>
                  <a:lnTo>
                    <a:pt x="4637530" y="1064489"/>
                  </a:lnTo>
                  <a:lnTo>
                    <a:pt x="4558648" y="1061436"/>
                  </a:lnTo>
                  <a:lnTo>
                    <a:pt x="4492952" y="1059194"/>
                  </a:lnTo>
                  <a:lnTo>
                    <a:pt x="4443368" y="1057689"/>
                  </a:lnTo>
                  <a:lnTo>
                    <a:pt x="4410719" y="1056804"/>
                  </a:lnTo>
                  <a:lnTo>
                    <a:pt x="4393377" y="1056382"/>
                  </a:lnTo>
                  <a:lnTo>
                    <a:pt x="4387391" y="1056250"/>
                  </a:lnTo>
                  <a:lnTo>
                    <a:pt x="4386855" y="1056239"/>
                  </a:lnTo>
                  <a:lnTo>
                    <a:pt x="3848118" y="1056239"/>
                  </a:lnTo>
                  <a:lnTo>
                    <a:pt x="3846836" y="1056205"/>
                  </a:lnTo>
                  <a:lnTo>
                    <a:pt x="3838470" y="1055957"/>
                  </a:lnTo>
                  <a:lnTo>
                    <a:pt x="3817603" y="1055273"/>
                  </a:lnTo>
                  <a:lnTo>
                    <a:pt x="3780863" y="1053931"/>
                  </a:lnTo>
                  <a:lnTo>
                    <a:pt x="3727244" y="1051736"/>
                  </a:lnTo>
                  <a:lnTo>
                    <a:pt x="3658132" y="1048549"/>
                  </a:lnTo>
                  <a:lnTo>
                    <a:pt x="3576843" y="1044292"/>
                  </a:lnTo>
                  <a:lnTo>
                    <a:pt x="3487767" y="1038946"/>
                  </a:lnTo>
                  <a:lnTo>
                    <a:pt x="3395428" y="1032529"/>
                  </a:lnTo>
                  <a:lnTo>
                    <a:pt x="3303737" y="1025065"/>
                  </a:lnTo>
                  <a:lnTo>
                    <a:pt x="3215586" y="1016563"/>
                  </a:lnTo>
                  <a:lnTo>
                    <a:pt x="3132776" y="1006998"/>
                  </a:lnTo>
                  <a:lnTo>
                    <a:pt x="3056140" y="996296"/>
                  </a:lnTo>
                  <a:lnTo>
                    <a:pt x="2985779" y="984337"/>
                  </a:lnTo>
                  <a:lnTo>
                    <a:pt x="2921282" y="970953"/>
                  </a:lnTo>
                  <a:lnTo>
                    <a:pt x="2861924" y="955936"/>
                  </a:lnTo>
                  <a:lnTo>
                    <a:pt x="2806814" y="939047"/>
                  </a:lnTo>
                  <a:lnTo>
                    <a:pt x="2755001" y="920041"/>
                  </a:lnTo>
                  <a:lnTo>
                    <a:pt x="2705561" y="898707"/>
                  </a:lnTo>
                  <a:lnTo>
                    <a:pt x="2667772" y="880199"/>
                  </a:lnTo>
                  <a:lnTo>
                    <a:pt x="2620428" y="854378"/>
                  </a:lnTo>
                  <a:lnTo>
                    <a:pt x="2573545" y="826032"/>
                  </a:lnTo>
                  <a:lnTo>
                    <a:pt x="2526671" y="795120"/>
                  </a:lnTo>
                  <a:lnTo>
                    <a:pt x="2479491" y="761681"/>
                  </a:lnTo>
                  <a:lnTo>
                    <a:pt x="2431808" y="725840"/>
                  </a:lnTo>
                  <a:lnTo>
                    <a:pt x="2383531" y="687818"/>
                  </a:lnTo>
                  <a:lnTo>
                    <a:pt x="2334664" y="647931"/>
                  </a:lnTo>
                  <a:lnTo>
                    <a:pt x="2285289" y="606580"/>
                  </a:lnTo>
                  <a:lnTo>
                    <a:pt x="2235551" y="564239"/>
                  </a:lnTo>
                  <a:lnTo>
                    <a:pt x="2185639" y="521434"/>
                  </a:lnTo>
                  <a:lnTo>
                    <a:pt x="2135759" y="478716"/>
                  </a:lnTo>
                  <a:lnTo>
                    <a:pt x="2086116" y="436629"/>
                  </a:lnTo>
                  <a:lnTo>
                    <a:pt x="2036886" y="395687"/>
                  </a:lnTo>
                  <a:lnTo>
                    <a:pt x="1988198" y="356342"/>
                  </a:lnTo>
                  <a:lnTo>
                    <a:pt x="1940110" y="318972"/>
                  </a:lnTo>
                  <a:lnTo>
                    <a:pt x="1892598" y="283861"/>
                  </a:lnTo>
                  <a:lnTo>
                    <a:pt x="1845540" y="251200"/>
                  </a:lnTo>
                  <a:lnTo>
                    <a:pt x="1798703" y="221088"/>
                  </a:lnTo>
                  <a:lnTo>
                    <a:pt x="1751732" y="193538"/>
                  </a:lnTo>
                  <a:lnTo>
                    <a:pt x="1719082" y="176039"/>
                  </a:lnTo>
                  <a:lnTo>
                    <a:pt x="1670932" y="152790"/>
                  </a:lnTo>
                  <a:lnTo>
                    <a:pt x="1621060" y="131966"/>
                  </a:lnTo>
                  <a:lnTo>
                    <a:pt x="1568625" y="113430"/>
                  </a:lnTo>
                  <a:lnTo>
                    <a:pt x="1512691" y="96959"/>
                  </a:lnTo>
                  <a:lnTo>
                    <a:pt x="1452311" y="82309"/>
                  </a:lnTo>
                  <a:lnTo>
                    <a:pt x="1386618" y="69245"/>
                  </a:lnTo>
                  <a:lnTo>
                    <a:pt x="1314943" y="57566"/>
                  </a:lnTo>
                  <a:lnTo>
                    <a:pt x="1236964" y="47114"/>
                  </a:lnTo>
                  <a:lnTo>
                    <a:pt x="1152918" y="37779"/>
                  </a:lnTo>
                  <a:lnTo>
                    <a:pt x="1063828" y="29499"/>
                  </a:lnTo>
                  <a:lnTo>
                    <a:pt x="971719" y="22256"/>
                  </a:lnTo>
                  <a:lnTo>
                    <a:pt x="879717" y="16064"/>
                  </a:lnTo>
                  <a:lnTo>
                    <a:pt x="791910" y="10950"/>
                  </a:lnTo>
                  <a:lnTo>
                    <a:pt x="712865" y="6923"/>
                  </a:lnTo>
                  <a:lnTo>
                    <a:pt x="646826" y="3956"/>
                  </a:lnTo>
                  <a:lnTo>
                    <a:pt x="596759" y="1957"/>
                  </a:lnTo>
                  <a:lnTo>
                    <a:pt x="563563" y="772"/>
                  </a:lnTo>
                  <a:lnTo>
                    <a:pt x="545713" y="200"/>
                  </a:lnTo>
                  <a:lnTo>
                    <a:pt x="539370" y="1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" name="pg26"/>
            <p:cNvSpPr/>
            <p:nvPr/>
          </p:nvSpPr>
          <p:spPr>
            <a:xfrm>
              <a:off x="546595" y="1458246"/>
              <a:ext cx="8234974" cy="2607931"/>
            </a:xfrm>
            <a:custGeom>
              <a:avLst/>
              <a:pathLst>
                <a:path w="8234974" h="2607931">
                  <a:moveTo>
                    <a:pt x="0" y="5444"/>
                  </a:moveTo>
                  <a:lnTo>
                    <a:pt x="538736" y="5444"/>
                  </a:lnTo>
                  <a:lnTo>
                    <a:pt x="540018" y="5479"/>
                  </a:lnTo>
                  <a:lnTo>
                    <a:pt x="548384" y="5726"/>
                  </a:lnTo>
                  <a:lnTo>
                    <a:pt x="569251" y="6410"/>
                  </a:lnTo>
                  <a:lnTo>
                    <a:pt x="605992" y="7753"/>
                  </a:lnTo>
                  <a:lnTo>
                    <a:pt x="659611" y="9947"/>
                  </a:lnTo>
                  <a:lnTo>
                    <a:pt x="728722" y="13134"/>
                  </a:lnTo>
                  <a:lnTo>
                    <a:pt x="810012" y="17391"/>
                  </a:lnTo>
                  <a:lnTo>
                    <a:pt x="899088" y="22737"/>
                  </a:lnTo>
                  <a:lnTo>
                    <a:pt x="991427" y="29155"/>
                  </a:lnTo>
                  <a:lnTo>
                    <a:pt x="1083118" y="36618"/>
                  </a:lnTo>
                  <a:lnTo>
                    <a:pt x="1171268" y="45120"/>
                  </a:lnTo>
                  <a:lnTo>
                    <a:pt x="1254079" y="54685"/>
                  </a:lnTo>
                  <a:lnTo>
                    <a:pt x="1330714" y="65387"/>
                  </a:lnTo>
                  <a:lnTo>
                    <a:pt x="1401076" y="77346"/>
                  </a:lnTo>
                  <a:lnTo>
                    <a:pt x="1465573" y="90730"/>
                  </a:lnTo>
                  <a:lnTo>
                    <a:pt x="1524931" y="105747"/>
                  </a:lnTo>
                  <a:lnTo>
                    <a:pt x="1580041" y="122636"/>
                  </a:lnTo>
                  <a:lnTo>
                    <a:pt x="1631854" y="141642"/>
                  </a:lnTo>
                  <a:lnTo>
                    <a:pt x="1681294" y="162976"/>
                  </a:lnTo>
                  <a:lnTo>
                    <a:pt x="1719082" y="181484"/>
                  </a:lnTo>
                  <a:lnTo>
                    <a:pt x="1766427" y="207305"/>
                  </a:lnTo>
                  <a:lnTo>
                    <a:pt x="1813310" y="235651"/>
                  </a:lnTo>
                  <a:lnTo>
                    <a:pt x="1860183" y="266563"/>
                  </a:lnTo>
                  <a:lnTo>
                    <a:pt x="1907364" y="300003"/>
                  </a:lnTo>
                  <a:lnTo>
                    <a:pt x="1955047" y="335843"/>
                  </a:lnTo>
                  <a:lnTo>
                    <a:pt x="2003324" y="373865"/>
                  </a:lnTo>
                  <a:lnTo>
                    <a:pt x="2052191" y="413752"/>
                  </a:lnTo>
                  <a:lnTo>
                    <a:pt x="2101566" y="455103"/>
                  </a:lnTo>
                  <a:lnTo>
                    <a:pt x="2151303" y="497444"/>
                  </a:lnTo>
                  <a:lnTo>
                    <a:pt x="2201216" y="540249"/>
                  </a:lnTo>
                  <a:lnTo>
                    <a:pt x="2251096" y="582967"/>
                  </a:lnTo>
                  <a:lnTo>
                    <a:pt x="2300739" y="625054"/>
                  </a:lnTo>
                  <a:lnTo>
                    <a:pt x="2349968" y="665997"/>
                  </a:lnTo>
                  <a:lnTo>
                    <a:pt x="2398657" y="705341"/>
                  </a:lnTo>
                  <a:lnTo>
                    <a:pt x="2446744" y="742712"/>
                  </a:lnTo>
                  <a:lnTo>
                    <a:pt x="2494256" y="777823"/>
                  </a:lnTo>
                  <a:lnTo>
                    <a:pt x="2541315" y="810483"/>
                  </a:lnTo>
                  <a:lnTo>
                    <a:pt x="2588151" y="840595"/>
                  </a:lnTo>
                  <a:lnTo>
                    <a:pt x="2635122" y="868145"/>
                  </a:lnTo>
                  <a:lnTo>
                    <a:pt x="2667772" y="885644"/>
                  </a:lnTo>
                  <a:lnTo>
                    <a:pt x="2715922" y="908893"/>
                  </a:lnTo>
                  <a:lnTo>
                    <a:pt x="2765794" y="929717"/>
                  </a:lnTo>
                  <a:lnTo>
                    <a:pt x="2818229" y="948254"/>
                  </a:lnTo>
                  <a:lnTo>
                    <a:pt x="2874164" y="964724"/>
                  </a:lnTo>
                  <a:lnTo>
                    <a:pt x="2934544" y="979374"/>
                  </a:lnTo>
                  <a:lnTo>
                    <a:pt x="3000236" y="992438"/>
                  </a:lnTo>
                  <a:lnTo>
                    <a:pt x="3071912" y="1004117"/>
                  </a:lnTo>
                  <a:lnTo>
                    <a:pt x="3149890" y="1014569"/>
                  </a:lnTo>
                  <a:lnTo>
                    <a:pt x="3233936" y="1023904"/>
                  </a:lnTo>
                  <a:lnTo>
                    <a:pt x="3323027" y="1032184"/>
                  </a:lnTo>
                  <a:lnTo>
                    <a:pt x="3415136" y="1039427"/>
                  </a:lnTo>
                  <a:lnTo>
                    <a:pt x="3507137" y="1045619"/>
                  </a:lnTo>
                  <a:lnTo>
                    <a:pt x="3594944" y="1050734"/>
                  </a:lnTo>
                  <a:lnTo>
                    <a:pt x="3673989" y="1054760"/>
                  </a:lnTo>
                  <a:lnTo>
                    <a:pt x="3740028" y="1057727"/>
                  </a:lnTo>
                  <a:lnTo>
                    <a:pt x="3790095" y="1059726"/>
                  </a:lnTo>
                  <a:lnTo>
                    <a:pt x="3823291" y="1060911"/>
                  </a:lnTo>
                  <a:lnTo>
                    <a:pt x="3841142" y="1061483"/>
                  </a:lnTo>
                  <a:lnTo>
                    <a:pt x="3847485" y="1061667"/>
                  </a:lnTo>
                  <a:lnTo>
                    <a:pt x="3848118" y="1061684"/>
                  </a:lnTo>
                  <a:lnTo>
                    <a:pt x="4386855" y="1061684"/>
                  </a:lnTo>
                  <a:lnTo>
                    <a:pt x="4388114" y="1061733"/>
                  </a:lnTo>
                  <a:lnTo>
                    <a:pt x="4396334" y="1062089"/>
                  </a:lnTo>
                  <a:lnTo>
                    <a:pt x="4416851" y="1063072"/>
                  </a:lnTo>
                  <a:lnTo>
                    <a:pt x="4453008" y="1065001"/>
                  </a:lnTo>
                  <a:lnTo>
                    <a:pt x="4505846" y="1068156"/>
                  </a:lnTo>
                  <a:lnTo>
                    <a:pt x="4574062" y="1072742"/>
                  </a:lnTo>
                  <a:lnTo>
                    <a:pt x="4654454" y="1078873"/>
                  </a:lnTo>
                  <a:lnTo>
                    <a:pt x="4742732" y="1086579"/>
                  </a:lnTo>
                  <a:lnTo>
                    <a:pt x="4834442" y="1095836"/>
                  </a:lnTo>
                  <a:lnTo>
                    <a:pt x="4925700" y="1106608"/>
                  </a:lnTo>
                  <a:lnTo>
                    <a:pt x="5013603" y="1118879"/>
                  </a:lnTo>
                  <a:lnTo>
                    <a:pt x="5096318" y="1132685"/>
                  </a:lnTo>
                  <a:lnTo>
                    <a:pt x="5172965" y="1148124"/>
                  </a:lnTo>
                  <a:lnTo>
                    <a:pt x="5243401" y="1165364"/>
                  </a:lnTo>
                  <a:lnTo>
                    <a:pt x="5307995" y="1184641"/>
                  </a:lnTo>
                  <a:lnTo>
                    <a:pt x="5367437" y="1206250"/>
                  </a:lnTo>
                  <a:lnTo>
                    <a:pt x="5422593" y="1230531"/>
                  </a:lnTo>
                  <a:lnTo>
                    <a:pt x="5474394" y="1257838"/>
                  </a:lnTo>
                  <a:lnTo>
                    <a:pt x="5523755" y="1288482"/>
                  </a:lnTo>
                  <a:lnTo>
                    <a:pt x="5567201" y="1319392"/>
                  </a:lnTo>
                  <a:lnTo>
                    <a:pt x="5610704" y="1353967"/>
                  </a:lnTo>
                  <a:lnTo>
                    <a:pt x="5653782" y="1391653"/>
                  </a:lnTo>
                  <a:lnTo>
                    <a:pt x="5696800" y="1432507"/>
                  </a:lnTo>
                  <a:lnTo>
                    <a:pt x="5740022" y="1476503"/>
                  </a:lnTo>
                  <a:lnTo>
                    <a:pt x="5783627" y="1523530"/>
                  </a:lnTo>
                  <a:lnTo>
                    <a:pt x="5827711" y="1573375"/>
                  </a:lnTo>
                  <a:lnTo>
                    <a:pt x="5872305" y="1625730"/>
                  </a:lnTo>
                  <a:lnTo>
                    <a:pt x="5917375" y="1680189"/>
                  </a:lnTo>
                  <a:lnTo>
                    <a:pt x="5962837" y="1736263"/>
                  </a:lnTo>
                  <a:lnTo>
                    <a:pt x="6008566" y="1793392"/>
                  </a:lnTo>
                  <a:lnTo>
                    <a:pt x="6054411" y="1850971"/>
                  </a:lnTo>
                  <a:lnTo>
                    <a:pt x="6100211" y="1908375"/>
                  </a:lnTo>
                  <a:lnTo>
                    <a:pt x="6145807" y="1964984"/>
                  </a:lnTo>
                  <a:lnTo>
                    <a:pt x="6191062" y="2020217"/>
                  </a:lnTo>
                  <a:lnTo>
                    <a:pt x="6235872" y="2073550"/>
                  </a:lnTo>
                  <a:lnTo>
                    <a:pt x="6280181" y="2124541"/>
                  </a:lnTo>
                  <a:lnTo>
                    <a:pt x="6323988" y="2172836"/>
                  </a:lnTo>
                  <a:lnTo>
                    <a:pt x="6367361" y="2218182"/>
                  </a:lnTo>
                  <a:lnTo>
                    <a:pt x="6410442" y="2260423"/>
                  </a:lnTo>
                  <a:lnTo>
                    <a:pt x="6453454" y="2299497"/>
                  </a:lnTo>
                  <a:lnTo>
                    <a:pt x="6496719" y="2335426"/>
                  </a:lnTo>
                  <a:lnTo>
                    <a:pt x="6515891" y="2350223"/>
                  </a:lnTo>
                  <a:lnTo>
                    <a:pt x="6563742" y="2384061"/>
                  </a:lnTo>
                  <a:lnTo>
                    <a:pt x="6613289" y="2414391"/>
                  </a:lnTo>
                  <a:lnTo>
                    <a:pt x="6665356" y="2441409"/>
                  </a:lnTo>
                  <a:lnTo>
                    <a:pt x="6720863" y="2465433"/>
                  </a:lnTo>
                  <a:lnTo>
                    <a:pt x="6780740" y="2486817"/>
                  </a:lnTo>
                  <a:lnTo>
                    <a:pt x="6845839" y="2505897"/>
                  </a:lnTo>
                  <a:lnTo>
                    <a:pt x="6916830" y="2522965"/>
                  </a:lnTo>
                  <a:lnTo>
                    <a:pt x="6994044" y="2538249"/>
                  </a:lnTo>
                  <a:lnTo>
                    <a:pt x="7077279" y="2551913"/>
                  </a:lnTo>
                  <a:lnTo>
                    <a:pt x="7165578" y="2564048"/>
                  </a:lnTo>
                  <a:lnTo>
                    <a:pt x="7257013" y="2574683"/>
                  </a:lnTo>
                  <a:lnTo>
                    <a:pt x="7348585" y="2583801"/>
                  </a:lnTo>
                  <a:lnTo>
                    <a:pt x="7436334" y="2591364"/>
                  </a:lnTo>
                  <a:lnTo>
                    <a:pt x="7515788" y="2597352"/>
                  </a:lnTo>
                  <a:lnTo>
                    <a:pt x="7582716" y="2601802"/>
                  </a:lnTo>
                  <a:lnTo>
                    <a:pt x="7634058" y="2604836"/>
                  </a:lnTo>
                  <a:lnTo>
                    <a:pt x="7668716" y="2606667"/>
                  </a:lnTo>
                  <a:lnTo>
                    <a:pt x="7687945" y="2607579"/>
                  </a:lnTo>
                  <a:lnTo>
                    <a:pt x="7695286" y="2607894"/>
                  </a:lnTo>
                  <a:lnTo>
                    <a:pt x="7696237" y="2607931"/>
                  </a:lnTo>
                  <a:lnTo>
                    <a:pt x="8234974" y="2607931"/>
                  </a:lnTo>
                  <a:lnTo>
                    <a:pt x="8234974" y="2602487"/>
                  </a:lnTo>
                  <a:lnTo>
                    <a:pt x="7696237" y="2602487"/>
                  </a:lnTo>
                  <a:lnTo>
                    <a:pt x="7694978" y="2602437"/>
                  </a:lnTo>
                  <a:lnTo>
                    <a:pt x="7686758" y="2602082"/>
                  </a:lnTo>
                  <a:lnTo>
                    <a:pt x="7666242" y="2601099"/>
                  </a:lnTo>
                  <a:lnTo>
                    <a:pt x="7630084" y="2599169"/>
                  </a:lnTo>
                  <a:lnTo>
                    <a:pt x="7577247" y="2596014"/>
                  </a:lnTo>
                  <a:lnTo>
                    <a:pt x="7509031" y="2591428"/>
                  </a:lnTo>
                  <a:lnTo>
                    <a:pt x="7428639" y="2585297"/>
                  </a:lnTo>
                  <a:lnTo>
                    <a:pt x="7340360" y="2577592"/>
                  </a:lnTo>
                  <a:lnTo>
                    <a:pt x="7248650" y="2568334"/>
                  </a:lnTo>
                  <a:lnTo>
                    <a:pt x="7157392" y="2557563"/>
                  </a:lnTo>
                  <a:lnTo>
                    <a:pt x="7069489" y="2545291"/>
                  </a:lnTo>
                  <a:lnTo>
                    <a:pt x="6986774" y="2531485"/>
                  </a:lnTo>
                  <a:lnTo>
                    <a:pt x="6910127" y="2516047"/>
                  </a:lnTo>
                  <a:lnTo>
                    <a:pt x="6839691" y="2498807"/>
                  </a:lnTo>
                  <a:lnTo>
                    <a:pt x="6775098" y="2479530"/>
                  </a:lnTo>
                  <a:lnTo>
                    <a:pt x="6715655" y="2457921"/>
                  </a:lnTo>
                  <a:lnTo>
                    <a:pt x="6660500" y="2433639"/>
                  </a:lnTo>
                  <a:lnTo>
                    <a:pt x="6608698" y="2406333"/>
                  </a:lnTo>
                  <a:lnTo>
                    <a:pt x="6559337" y="2375689"/>
                  </a:lnTo>
                  <a:lnTo>
                    <a:pt x="6515891" y="2344779"/>
                  </a:lnTo>
                  <a:lnTo>
                    <a:pt x="6472388" y="2310203"/>
                  </a:lnTo>
                  <a:lnTo>
                    <a:pt x="6429310" y="2272517"/>
                  </a:lnTo>
                  <a:lnTo>
                    <a:pt x="6386293" y="2231664"/>
                  </a:lnTo>
                  <a:lnTo>
                    <a:pt x="6343070" y="2187667"/>
                  </a:lnTo>
                  <a:lnTo>
                    <a:pt x="6299466" y="2140641"/>
                  </a:lnTo>
                  <a:lnTo>
                    <a:pt x="6255381" y="2090796"/>
                  </a:lnTo>
                  <a:lnTo>
                    <a:pt x="6210787" y="2038441"/>
                  </a:lnTo>
                  <a:lnTo>
                    <a:pt x="6165717" y="1983981"/>
                  </a:lnTo>
                  <a:lnTo>
                    <a:pt x="6120255" y="1927907"/>
                  </a:lnTo>
                  <a:lnTo>
                    <a:pt x="6074527" y="1870778"/>
                  </a:lnTo>
                  <a:lnTo>
                    <a:pt x="6028681" y="1813199"/>
                  </a:lnTo>
                  <a:lnTo>
                    <a:pt x="5982882" y="1755796"/>
                  </a:lnTo>
                  <a:lnTo>
                    <a:pt x="5937285" y="1699187"/>
                  </a:lnTo>
                  <a:lnTo>
                    <a:pt x="5892030" y="1643954"/>
                  </a:lnTo>
                  <a:lnTo>
                    <a:pt x="5847220" y="1590620"/>
                  </a:lnTo>
                  <a:lnTo>
                    <a:pt x="5802912" y="1539630"/>
                  </a:lnTo>
                  <a:lnTo>
                    <a:pt x="5759104" y="1491335"/>
                  </a:lnTo>
                  <a:lnTo>
                    <a:pt x="5715731" y="1445989"/>
                  </a:lnTo>
                  <a:lnTo>
                    <a:pt x="5672651" y="1403748"/>
                  </a:lnTo>
                  <a:lnTo>
                    <a:pt x="5629638" y="1364674"/>
                  </a:lnTo>
                  <a:lnTo>
                    <a:pt x="5586374" y="1328745"/>
                  </a:lnTo>
                  <a:lnTo>
                    <a:pt x="5567201" y="1313947"/>
                  </a:lnTo>
                  <a:lnTo>
                    <a:pt x="5519350" y="1280110"/>
                  </a:lnTo>
                  <a:lnTo>
                    <a:pt x="5469804" y="1249779"/>
                  </a:lnTo>
                  <a:lnTo>
                    <a:pt x="5417736" y="1222762"/>
                  </a:lnTo>
                  <a:lnTo>
                    <a:pt x="5362229" y="1198738"/>
                  </a:lnTo>
                  <a:lnTo>
                    <a:pt x="5302353" y="1177354"/>
                  </a:lnTo>
                  <a:lnTo>
                    <a:pt x="5237253" y="1158274"/>
                  </a:lnTo>
                  <a:lnTo>
                    <a:pt x="5166262" y="1141206"/>
                  </a:lnTo>
                  <a:lnTo>
                    <a:pt x="5089049" y="1125921"/>
                  </a:lnTo>
                  <a:lnTo>
                    <a:pt x="5005814" y="1112258"/>
                  </a:lnTo>
                  <a:lnTo>
                    <a:pt x="4917515" y="1100123"/>
                  </a:lnTo>
                  <a:lnTo>
                    <a:pt x="4826079" y="1089488"/>
                  </a:lnTo>
                  <a:lnTo>
                    <a:pt x="4734508" y="1080370"/>
                  </a:lnTo>
                  <a:lnTo>
                    <a:pt x="4646758" y="1072807"/>
                  </a:lnTo>
                  <a:lnTo>
                    <a:pt x="4567305" y="1066818"/>
                  </a:lnTo>
                  <a:lnTo>
                    <a:pt x="4500377" y="1062368"/>
                  </a:lnTo>
                  <a:lnTo>
                    <a:pt x="4449034" y="1059334"/>
                  </a:lnTo>
                  <a:lnTo>
                    <a:pt x="4414376" y="1057504"/>
                  </a:lnTo>
                  <a:lnTo>
                    <a:pt x="4395147" y="1056591"/>
                  </a:lnTo>
                  <a:lnTo>
                    <a:pt x="4387807" y="1056276"/>
                  </a:lnTo>
                  <a:lnTo>
                    <a:pt x="4386855" y="1056239"/>
                  </a:lnTo>
                  <a:lnTo>
                    <a:pt x="3848118" y="1056239"/>
                  </a:lnTo>
                  <a:lnTo>
                    <a:pt x="3846836" y="1056205"/>
                  </a:lnTo>
                  <a:lnTo>
                    <a:pt x="3838470" y="1055957"/>
                  </a:lnTo>
                  <a:lnTo>
                    <a:pt x="3817603" y="1055273"/>
                  </a:lnTo>
                  <a:lnTo>
                    <a:pt x="3780863" y="1053931"/>
                  </a:lnTo>
                  <a:lnTo>
                    <a:pt x="3727244" y="1051736"/>
                  </a:lnTo>
                  <a:lnTo>
                    <a:pt x="3658132" y="1048549"/>
                  </a:lnTo>
                  <a:lnTo>
                    <a:pt x="3576843" y="1044292"/>
                  </a:lnTo>
                  <a:lnTo>
                    <a:pt x="3487767" y="1038946"/>
                  </a:lnTo>
                  <a:lnTo>
                    <a:pt x="3395428" y="1032529"/>
                  </a:lnTo>
                  <a:lnTo>
                    <a:pt x="3303737" y="1025065"/>
                  </a:lnTo>
                  <a:lnTo>
                    <a:pt x="3215586" y="1016563"/>
                  </a:lnTo>
                  <a:lnTo>
                    <a:pt x="3132776" y="1006998"/>
                  </a:lnTo>
                  <a:lnTo>
                    <a:pt x="3056140" y="996296"/>
                  </a:lnTo>
                  <a:lnTo>
                    <a:pt x="2985779" y="984337"/>
                  </a:lnTo>
                  <a:lnTo>
                    <a:pt x="2921282" y="970953"/>
                  </a:lnTo>
                  <a:lnTo>
                    <a:pt x="2861924" y="955936"/>
                  </a:lnTo>
                  <a:lnTo>
                    <a:pt x="2806814" y="939047"/>
                  </a:lnTo>
                  <a:lnTo>
                    <a:pt x="2755001" y="920041"/>
                  </a:lnTo>
                  <a:lnTo>
                    <a:pt x="2705561" y="898707"/>
                  </a:lnTo>
                  <a:lnTo>
                    <a:pt x="2667772" y="880199"/>
                  </a:lnTo>
                  <a:lnTo>
                    <a:pt x="2620428" y="854378"/>
                  </a:lnTo>
                  <a:lnTo>
                    <a:pt x="2573545" y="826032"/>
                  </a:lnTo>
                  <a:lnTo>
                    <a:pt x="2526671" y="795120"/>
                  </a:lnTo>
                  <a:lnTo>
                    <a:pt x="2479491" y="761681"/>
                  </a:lnTo>
                  <a:lnTo>
                    <a:pt x="2431808" y="725840"/>
                  </a:lnTo>
                  <a:lnTo>
                    <a:pt x="2383531" y="687818"/>
                  </a:lnTo>
                  <a:lnTo>
                    <a:pt x="2334664" y="647931"/>
                  </a:lnTo>
                  <a:lnTo>
                    <a:pt x="2285289" y="606580"/>
                  </a:lnTo>
                  <a:lnTo>
                    <a:pt x="2235551" y="564239"/>
                  </a:lnTo>
                  <a:lnTo>
                    <a:pt x="2185639" y="521434"/>
                  </a:lnTo>
                  <a:lnTo>
                    <a:pt x="2135759" y="478716"/>
                  </a:lnTo>
                  <a:lnTo>
                    <a:pt x="2086116" y="436629"/>
                  </a:lnTo>
                  <a:lnTo>
                    <a:pt x="2036886" y="395687"/>
                  </a:lnTo>
                  <a:lnTo>
                    <a:pt x="1988198" y="356342"/>
                  </a:lnTo>
                  <a:lnTo>
                    <a:pt x="1940110" y="318972"/>
                  </a:lnTo>
                  <a:lnTo>
                    <a:pt x="1892598" y="283861"/>
                  </a:lnTo>
                  <a:lnTo>
                    <a:pt x="1845540" y="251200"/>
                  </a:lnTo>
                  <a:lnTo>
                    <a:pt x="1798703" y="221088"/>
                  </a:lnTo>
                  <a:lnTo>
                    <a:pt x="1751732" y="193538"/>
                  </a:lnTo>
                  <a:lnTo>
                    <a:pt x="1719082" y="176039"/>
                  </a:lnTo>
                  <a:lnTo>
                    <a:pt x="1670932" y="152790"/>
                  </a:lnTo>
                  <a:lnTo>
                    <a:pt x="1621060" y="131966"/>
                  </a:lnTo>
                  <a:lnTo>
                    <a:pt x="1568625" y="113430"/>
                  </a:lnTo>
                  <a:lnTo>
                    <a:pt x="1512691" y="96959"/>
                  </a:lnTo>
                  <a:lnTo>
                    <a:pt x="1452311" y="82309"/>
                  </a:lnTo>
                  <a:lnTo>
                    <a:pt x="1386618" y="69245"/>
                  </a:lnTo>
                  <a:lnTo>
                    <a:pt x="1314943" y="57566"/>
                  </a:lnTo>
                  <a:lnTo>
                    <a:pt x="1236964" y="47114"/>
                  </a:lnTo>
                  <a:lnTo>
                    <a:pt x="1152918" y="37779"/>
                  </a:lnTo>
                  <a:lnTo>
                    <a:pt x="1063828" y="29499"/>
                  </a:lnTo>
                  <a:lnTo>
                    <a:pt x="971719" y="22256"/>
                  </a:lnTo>
                  <a:lnTo>
                    <a:pt x="879717" y="16064"/>
                  </a:lnTo>
                  <a:lnTo>
                    <a:pt x="791910" y="10950"/>
                  </a:lnTo>
                  <a:lnTo>
                    <a:pt x="712865" y="6923"/>
                  </a:lnTo>
                  <a:lnTo>
                    <a:pt x="646826" y="3956"/>
                  </a:lnTo>
                  <a:lnTo>
                    <a:pt x="596759" y="1957"/>
                  </a:lnTo>
                  <a:lnTo>
                    <a:pt x="563563" y="772"/>
                  </a:lnTo>
                  <a:lnTo>
                    <a:pt x="545713" y="200"/>
                  </a:lnTo>
                  <a:lnTo>
                    <a:pt x="539370" y="1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546595" y="1463691"/>
              <a:ext cx="8234974" cy="2602487"/>
            </a:xfrm>
            <a:custGeom>
              <a:avLst/>
              <a:pathLst>
                <a:path w="8234974" h="2602487">
                  <a:moveTo>
                    <a:pt x="0" y="0"/>
                  </a:moveTo>
                  <a:lnTo>
                    <a:pt x="538736" y="0"/>
                  </a:lnTo>
                  <a:lnTo>
                    <a:pt x="540018" y="34"/>
                  </a:lnTo>
                  <a:lnTo>
                    <a:pt x="548384" y="282"/>
                  </a:lnTo>
                  <a:lnTo>
                    <a:pt x="569251" y="966"/>
                  </a:lnTo>
                  <a:lnTo>
                    <a:pt x="605992" y="2308"/>
                  </a:lnTo>
                  <a:lnTo>
                    <a:pt x="659611" y="4502"/>
                  </a:lnTo>
                  <a:lnTo>
                    <a:pt x="728722" y="7689"/>
                  </a:lnTo>
                  <a:lnTo>
                    <a:pt x="810012" y="11946"/>
                  </a:lnTo>
                  <a:lnTo>
                    <a:pt x="899088" y="17292"/>
                  </a:lnTo>
                  <a:lnTo>
                    <a:pt x="991427" y="23710"/>
                  </a:lnTo>
                  <a:lnTo>
                    <a:pt x="1083118" y="31174"/>
                  </a:lnTo>
                  <a:lnTo>
                    <a:pt x="1171268" y="39675"/>
                  </a:lnTo>
                  <a:lnTo>
                    <a:pt x="1254079" y="49241"/>
                  </a:lnTo>
                  <a:lnTo>
                    <a:pt x="1330714" y="59943"/>
                  </a:lnTo>
                  <a:lnTo>
                    <a:pt x="1401076" y="71902"/>
                  </a:lnTo>
                  <a:lnTo>
                    <a:pt x="1465573" y="85285"/>
                  </a:lnTo>
                  <a:lnTo>
                    <a:pt x="1524931" y="100302"/>
                  </a:lnTo>
                  <a:lnTo>
                    <a:pt x="1580041" y="117192"/>
                  </a:lnTo>
                  <a:lnTo>
                    <a:pt x="1631854" y="136198"/>
                  </a:lnTo>
                  <a:lnTo>
                    <a:pt x="1681294" y="157531"/>
                  </a:lnTo>
                  <a:lnTo>
                    <a:pt x="1719082" y="176039"/>
                  </a:lnTo>
                  <a:lnTo>
                    <a:pt x="1766427" y="201860"/>
                  </a:lnTo>
                  <a:lnTo>
                    <a:pt x="1813310" y="230206"/>
                  </a:lnTo>
                  <a:lnTo>
                    <a:pt x="1860183" y="261118"/>
                  </a:lnTo>
                  <a:lnTo>
                    <a:pt x="1907364" y="294558"/>
                  </a:lnTo>
                  <a:lnTo>
                    <a:pt x="1955047" y="330399"/>
                  </a:lnTo>
                  <a:lnTo>
                    <a:pt x="2003324" y="368420"/>
                  </a:lnTo>
                  <a:lnTo>
                    <a:pt x="2052191" y="408308"/>
                  </a:lnTo>
                  <a:lnTo>
                    <a:pt x="2101566" y="449659"/>
                  </a:lnTo>
                  <a:lnTo>
                    <a:pt x="2151303" y="492000"/>
                  </a:lnTo>
                  <a:lnTo>
                    <a:pt x="2201216" y="534804"/>
                  </a:lnTo>
                  <a:lnTo>
                    <a:pt x="2251096" y="577523"/>
                  </a:lnTo>
                  <a:lnTo>
                    <a:pt x="2300739" y="619610"/>
                  </a:lnTo>
                  <a:lnTo>
                    <a:pt x="2349968" y="660552"/>
                  </a:lnTo>
                  <a:lnTo>
                    <a:pt x="2398657" y="699896"/>
                  </a:lnTo>
                  <a:lnTo>
                    <a:pt x="2446744" y="737267"/>
                  </a:lnTo>
                  <a:lnTo>
                    <a:pt x="2494256" y="772378"/>
                  </a:lnTo>
                  <a:lnTo>
                    <a:pt x="2541315" y="805038"/>
                  </a:lnTo>
                  <a:lnTo>
                    <a:pt x="2588151" y="835150"/>
                  </a:lnTo>
                  <a:lnTo>
                    <a:pt x="2635122" y="862701"/>
                  </a:lnTo>
                  <a:lnTo>
                    <a:pt x="2667772" y="880199"/>
                  </a:lnTo>
                  <a:lnTo>
                    <a:pt x="2715922" y="903448"/>
                  </a:lnTo>
                  <a:lnTo>
                    <a:pt x="2765794" y="924273"/>
                  </a:lnTo>
                  <a:lnTo>
                    <a:pt x="2818229" y="942809"/>
                  </a:lnTo>
                  <a:lnTo>
                    <a:pt x="2874164" y="959279"/>
                  </a:lnTo>
                  <a:lnTo>
                    <a:pt x="2934544" y="973930"/>
                  </a:lnTo>
                  <a:lnTo>
                    <a:pt x="3000236" y="986994"/>
                  </a:lnTo>
                  <a:lnTo>
                    <a:pt x="3071912" y="998673"/>
                  </a:lnTo>
                  <a:lnTo>
                    <a:pt x="3149890" y="1009125"/>
                  </a:lnTo>
                  <a:lnTo>
                    <a:pt x="3233936" y="1018460"/>
                  </a:lnTo>
                  <a:lnTo>
                    <a:pt x="3323027" y="1026739"/>
                  </a:lnTo>
                  <a:lnTo>
                    <a:pt x="3415136" y="1033982"/>
                  </a:lnTo>
                  <a:lnTo>
                    <a:pt x="3507137" y="1040174"/>
                  </a:lnTo>
                  <a:lnTo>
                    <a:pt x="3594944" y="1045289"/>
                  </a:lnTo>
                  <a:lnTo>
                    <a:pt x="3673989" y="1049315"/>
                  </a:lnTo>
                  <a:lnTo>
                    <a:pt x="3740028" y="1052283"/>
                  </a:lnTo>
                  <a:lnTo>
                    <a:pt x="3790095" y="1054282"/>
                  </a:lnTo>
                  <a:lnTo>
                    <a:pt x="3823291" y="1055466"/>
                  </a:lnTo>
                  <a:lnTo>
                    <a:pt x="3841142" y="1056039"/>
                  </a:lnTo>
                  <a:lnTo>
                    <a:pt x="3847485" y="1056222"/>
                  </a:lnTo>
                  <a:lnTo>
                    <a:pt x="3848118" y="1056239"/>
                  </a:lnTo>
                  <a:lnTo>
                    <a:pt x="4386855" y="1056239"/>
                  </a:lnTo>
                  <a:lnTo>
                    <a:pt x="4388114" y="1056289"/>
                  </a:lnTo>
                  <a:lnTo>
                    <a:pt x="4396334" y="1056644"/>
                  </a:lnTo>
                  <a:lnTo>
                    <a:pt x="4416851" y="1057627"/>
                  </a:lnTo>
                  <a:lnTo>
                    <a:pt x="4453008" y="1059557"/>
                  </a:lnTo>
                  <a:lnTo>
                    <a:pt x="4505846" y="1062712"/>
                  </a:lnTo>
                  <a:lnTo>
                    <a:pt x="4574062" y="1067298"/>
                  </a:lnTo>
                  <a:lnTo>
                    <a:pt x="4654454" y="1073429"/>
                  </a:lnTo>
                  <a:lnTo>
                    <a:pt x="4742732" y="1081134"/>
                  </a:lnTo>
                  <a:lnTo>
                    <a:pt x="4834442" y="1090392"/>
                  </a:lnTo>
                  <a:lnTo>
                    <a:pt x="4925700" y="1101163"/>
                  </a:lnTo>
                  <a:lnTo>
                    <a:pt x="5013603" y="1113435"/>
                  </a:lnTo>
                  <a:lnTo>
                    <a:pt x="5096318" y="1127241"/>
                  </a:lnTo>
                  <a:lnTo>
                    <a:pt x="5172965" y="1142679"/>
                  </a:lnTo>
                  <a:lnTo>
                    <a:pt x="5243401" y="1159919"/>
                  </a:lnTo>
                  <a:lnTo>
                    <a:pt x="5307995" y="1179196"/>
                  </a:lnTo>
                  <a:lnTo>
                    <a:pt x="5367437" y="1200805"/>
                  </a:lnTo>
                  <a:lnTo>
                    <a:pt x="5422593" y="1225087"/>
                  </a:lnTo>
                  <a:lnTo>
                    <a:pt x="5474394" y="1252393"/>
                  </a:lnTo>
                  <a:lnTo>
                    <a:pt x="5523755" y="1283037"/>
                  </a:lnTo>
                  <a:lnTo>
                    <a:pt x="5567201" y="1313947"/>
                  </a:lnTo>
                  <a:lnTo>
                    <a:pt x="5610704" y="1348523"/>
                  </a:lnTo>
                  <a:lnTo>
                    <a:pt x="5653782" y="1386209"/>
                  </a:lnTo>
                  <a:lnTo>
                    <a:pt x="5696800" y="1427062"/>
                  </a:lnTo>
                  <a:lnTo>
                    <a:pt x="5740022" y="1471059"/>
                  </a:lnTo>
                  <a:lnTo>
                    <a:pt x="5783627" y="1518085"/>
                  </a:lnTo>
                  <a:lnTo>
                    <a:pt x="5827711" y="1567930"/>
                  </a:lnTo>
                  <a:lnTo>
                    <a:pt x="5872305" y="1620285"/>
                  </a:lnTo>
                  <a:lnTo>
                    <a:pt x="5917375" y="1674745"/>
                  </a:lnTo>
                  <a:lnTo>
                    <a:pt x="5962837" y="1730819"/>
                  </a:lnTo>
                  <a:lnTo>
                    <a:pt x="6008566" y="1787948"/>
                  </a:lnTo>
                  <a:lnTo>
                    <a:pt x="6054411" y="1845527"/>
                  </a:lnTo>
                  <a:lnTo>
                    <a:pt x="6100211" y="1902930"/>
                  </a:lnTo>
                  <a:lnTo>
                    <a:pt x="6145807" y="1959539"/>
                  </a:lnTo>
                  <a:lnTo>
                    <a:pt x="6191062" y="2014772"/>
                  </a:lnTo>
                  <a:lnTo>
                    <a:pt x="6235872" y="2068106"/>
                  </a:lnTo>
                  <a:lnTo>
                    <a:pt x="6280181" y="2119096"/>
                  </a:lnTo>
                  <a:lnTo>
                    <a:pt x="6323988" y="2167391"/>
                  </a:lnTo>
                  <a:lnTo>
                    <a:pt x="6367361" y="2212737"/>
                  </a:lnTo>
                  <a:lnTo>
                    <a:pt x="6410442" y="2254978"/>
                  </a:lnTo>
                  <a:lnTo>
                    <a:pt x="6453454" y="2294052"/>
                  </a:lnTo>
                  <a:lnTo>
                    <a:pt x="6496719" y="2329981"/>
                  </a:lnTo>
                  <a:lnTo>
                    <a:pt x="6515891" y="2344779"/>
                  </a:lnTo>
                  <a:lnTo>
                    <a:pt x="6563742" y="2378616"/>
                  </a:lnTo>
                  <a:lnTo>
                    <a:pt x="6613289" y="2408947"/>
                  </a:lnTo>
                  <a:lnTo>
                    <a:pt x="6665356" y="2435964"/>
                  </a:lnTo>
                  <a:lnTo>
                    <a:pt x="6720863" y="2459988"/>
                  </a:lnTo>
                  <a:lnTo>
                    <a:pt x="6780740" y="2481372"/>
                  </a:lnTo>
                  <a:lnTo>
                    <a:pt x="6845839" y="2500452"/>
                  </a:lnTo>
                  <a:lnTo>
                    <a:pt x="6916830" y="2517520"/>
                  </a:lnTo>
                  <a:lnTo>
                    <a:pt x="6994044" y="2532805"/>
                  </a:lnTo>
                  <a:lnTo>
                    <a:pt x="7077279" y="2546468"/>
                  </a:lnTo>
                  <a:lnTo>
                    <a:pt x="7165578" y="2558603"/>
                  </a:lnTo>
                  <a:lnTo>
                    <a:pt x="7257013" y="2569238"/>
                  </a:lnTo>
                  <a:lnTo>
                    <a:pt x="7348585" y="2578356"/>
                  </a:lnTo>
                  <a:lnTo>
                    <a:pt x="7436334" y="2585919"/>
                  </a:lnTo>
                  <a:lnTo>
                    <a:pt x="7515788" y="2591908"/>
                  </a:lnTo>
                  <a:lnTo>
                    <a:pt x="7582716" y="2596358"/>
                  </a:lnTo>
                  <a:lnTo>
                    <a:pt x="7634058" y="2599391"/>
                  </a:lnTo>
                  <a:lnTo>
                    <a:pt x="7668716" y="2601222"/>
                  </a:lnTo>
                  <a:lnTo>
                    <a:pt x="7687945" y="2602135"/>
                  </a:lnTo>
                  <a:lnTo>
                    <a:pt x="7695286" y="2602450"/>
                  </a:lnTo>
                  <a:lnTo>
                    <a:pt x="7696237" y="2602487"/>
                  </a:lnTo>
                  <a:lnTo>
                    <a:pt x="8234974" y="26024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546595" y="1458246"/>
              <a:ext cx="8234974" cy="2602487"/>
            </a:xfrm>
            <a:custGeom>
              <a:avLst/>
              <a:pathLst>
                <a:path w="8234974" h="2602487">
                  <a:moveTo>
                    <a:pt x="8234974" y="2602487"/>
                  </a:moveTo>
                  <a:lnTo>
                    <a:pt x="7696237" y="2602487"/>
                  </a:lnTo>
                  <a:lnTo>
                    <a:pt x="7694978" y="2602437"/>
                  </a:lnTo>
                  <a:lnTo>
                    <a:pt x="7686758" y="2602082"/>
                  </a:lnTo>
                  <a:lnTo>
                    <a:pt x="7666242" y="2601099"/>
                  </a:lnTo>
                  <a:lnTo>
                    <a:pt x="7630084" y="2599169"/>
                  </a:lnTo>
                  <a:lnTo>
                    <a:pt x="7577247" y="2596014"/>
                  </a:lnTo>
                  <a:lnTo>
                    <a:pt x="7509031" y="2591428"/>
                  </a:lnTo>
                  <a:lnTo>
                    <a:pt x="7428639" y="2585297"/>
                  </a:lnTo>
                  <a:lnTo>
                    <a:pt x="7340360" y="2577592"/>
                  </a:lnTo>
                  <a:lnTo>
                    <a:pt x="7248650" y="2568334"/>
                  </a:lnTo>
                  <a:lnTo>
                    <a:pt x="7157392" y="2557563"/>
                  </a:lnTo>
                  <a:lnTo>
                    <a:pt x="7069489" y="2545291"/>
                  </a:lnTo>
                  <a:lnTo>
                    <a:pt x="6986774" y="2531485"/>
                  </a:lnTo>
                  <a:lnTo>
                    <a:pt x="6910127" y="2516047"/>
                  </a:lnTo>
                  <a:lnTo>
                    <a:pt x="6839691" y="2498807"/>
                  </a:lnTo>
                  <a:lnTo>
                    <a:pt x="6775098" y="2479530"/>
                  </a:lnTo>
                  <a:lnTo>
                    <a:pt x="6715655" y="2457921"/>
                  </a:lnTo>
                  <a:lnTo>
                    <a:pt x="6660500" y="2433639"/>
                  </a:lnTo>
                  <a:lnTo>
                    <a:pt x="6608698" y="2406333"/>
                  </a:lnTo>
                  <a:lnTo>
                    <a:pt x="6559337" y="2375689"/>
                  </a:lnTo>
                  <a:lnTo>
                    <a:pt x="6515891" y="2344779"/>
                  </a:lnTo>
                  <a:lnTo>
                    <a:pt x="6472388" y="2310203"/>
                  </a:lnTo>
                  <a:lnTo>
                    <a:pt x="6429310" y="2272517"/>
                  </a:lnTo>
                  <a:lnTo>
                    <a:pt x="6386293" y="2231664"/>
                  </a:lnTo>
                  <a:lnTo>
                    <a:pt x="6343070" y="2187667"/>
                  </a:lnTo>
                  <a:lnTo>
                    <a:pt x="6299466" y="2140641"/>
                  </a:lnTo>
                  <a:lnTo>
                    <a:pt x="6255381" y="2090796"/>
                  </a:lnTo>
                  <a:lnTo>
                    <a:pt x="6210787" y="2038441"/>
                  </a:lnTo>
                  <a:lnTo>
                    <a:pt x="6165717" y="1983981"/>
                  </a:lnTo>
                  <a:lnTo>
                    <a:pt x="6120255" y="1927907"/>
                  </a:lnTo>
                  <a:lnTo>
                    <a:pt x="6074527" y="1870778"/>
                  </a:lnTo>
                  <a:lnTo>
                    <a:pt x="6028681" y="1813199"/>
                  </a:lnTo>
                  <a:lnTo>
                    <a:pt x="5982882" y="1755796"/>
                  </a:lnTo>
                  <a:lnTo>
                    <a:pt x="5937285" y="1699187"/>
                  </a:lnTo>
                  <a:lnTo>
                    <a:pt x="5892030" y="1643954"/>
                  </a:lnTo>
                  <a:lnTo>
                    <a:pt x="5847220" y="1590620"/>
                  </a:lnTo>
                  <a:lnTo>
                    <a:pt x="5802912" y="1539630"/>
                  </a:lnTo>
                  <a:lnTo>
                    <a:pt x="5759104" y="1491335"/>
                  </a:lnTo>
                  <a:lnTo>
                    <a:pt x="5715731" y="1445989"/>
                  </a:lnTo>
                  <a:lnTo>
                    <a:pt x="5672651" y="1403748"/>
                  </a:lnTo>
                  <a:lnTo>
                    <a:pt x="5629638" y="1364674"/>
                  </a:lnTo>
                  <a:lnTo>
                    <a:pt x="5586374" y="1328745"/>
                  </a:lnTo>
                  <a:lnTo>
                    <a:pt x="5567201" y="1313947"/>
                  </a:lnTo>
                  <a:lnTo>
                    <a:pt x="5519350" y="1280110"/>
                  </a:lnTo>
                  <a:lnTo>
                    <a:pt x="5469804" y="1249779"/>
                  </a:lnTo>
                  <a:lnTo>
                    <a:pt x="5417736" y="1222762"/>
                  </a:lnTo>
                  <a:lnTo>
                    <a:pt x="5362229" y="1198738"/>
                  </a:lnTo>
                  <a:lnTo>
                    <a:pt x="5302353" y="1177354"/>
                  </a:lnTo>
                  <a:lnTo>
                    <a:pt x="5237253" y="1158274"/>
                  </a:lnTo>
                  <a:lnTo>
                    <a:pt x="5166262" y="1141206"/>
                  </a:lnTo>
                  <a:lnTo>
                    <a:pt x="5089049" y="1125921"/>
                  </a:lnTo>
                  <a:lnTo>
                    <a:pt x="5005814" y="1112258"/>
                  </a:lnTo>
                  <a:lnTo>
                    <a:pt x="4917515" y="1100123"/>
                  </a:lnTo>
                  <a:lnTo>
                    <a:pt x="4826079" y="1089488"/>
                  </a:lnTo>
                  <a:lnTo>
                    <a:pt x="4734508" y="1080370"/>
                  </a:lnTo>
                  <a:lnTo>
                    <a:pt x="4646758" y="1072807"/>
                  </a:lnTo>
                  <a:lnTo>
                    <a:pt x="4567305" y="1066818"/>
                  </a:lnTo>
                  <a:lnTo>
                    <a:pt x="4500377" y="1062368"/>
                  </a:lnTo>
                  <a:lnTo>
                    <a:pt x="4449034" y="1059334"/>
                  </a:lnTo>
                  <a:lnTo>
                    <a:pt x="4414376" y="1057504"/>
                  </a:lnTo>
                  <a:lnTo>
                    <a:pt x="4395147" y="1056591"/>
                  </a:lnTo>
                  <a:lnTo>
                    <a:pt x="4387807" y="1056276"/>
                  </a:lnTo>
                  <a:lnTo>
                    <a:pt x="4386855" y="1056239"/>
                  </a:lnTo>
                  <a:lnTo>
                    <a:pt x="3848118" y="1056239"/>
                  </a:lnTo>
                  <a:lnTo>
                    <a:pt x="3846836" y="1056205"/>
                  </a:lnTo>
                  <a:lnTo>
                    <a:pt x="3838470" y="1055957"/>
                  </a:lnTo>
                  <a:lnTo>
                    <a:pt x="3817603" y="1055273"/>
                  </a:lnTo>
                  <a:lnTo>
                    <a:pt x="3780863" y="1053931"/>
                  </a:lnTo>
                  <a:lnTo>
                    <a:pt x="3727244" y="1051736"/>
                  </a:lnTo>
                  <a:lnTo>
                    <a:pt x="3658132" y="1048549"/>
                  </a:lnTo>
                  <a:lnTo>
                    <a:pt x="3576843" y="1044292"/>
                  </a:lnTo>
                  <a:lnTo>
                    <a:pt x="3487767" y="1038946"/>
                  </a:lnTo>
                  <a:lnTo>
                    <a:pt x="3395428" y="1032529"/>
                  </a:lnTo>
                  <a:lnTo>
                    <a:pt x="3303737" y="1025065"/>
                  </a:lnTo>
                  <a:lnTo>
                    <a:pt x="3215586" y="1016563"/>
                  </a:lnTo>
                  <a:lnTo>
                    <a:pt x="3132776" y="1006998"/>
                  </a:lnTo>
                  <a:lnTo>
                    <a:pt x="3056140" y="996296"/>
                  </a:lnTo>
                  <a:lnTo>
                    <a:pt x="2985779" y="984337"/>
                  </a:lnTo>
                  <a:lnTo>
                    <a:pt x="2921282" y="970953"/>
                  </a:lnTo>
                  <a:lnTo>
                    <a:pt x="2861924" y="955936"/>
                  </a:lnTo>
                  <a:lnTo>
                    <a:pt x="2806814" y="939047"/>
                  </a:lnTo>
                  <a:lnTo>
                    <a:pt x="2755001" y="920041"/>
                  </a:lnTo>
                  <a:lnTo>
                    <a:pt x="2705561" y="898707"/>
                  </a:lnTo>
                  <a:lnTo>
                    <a:pt x="2667772" y="880199"/>
                  </a:lnTo>
                  <a:lnTo>
                    <a:pt x="2620428" y="854378"/>
                  </a:lnTo>
                  <a:lnTo>
                    <a:pt x="2573545" y="826032"/>
                  </a:lnTo>
                  <a:lnTo>
                    <a:pt x="2526671" y="795120"/>
                  </a:lnTo>
                  <a:lnTo>
                    <a:pt x="2479491" y="761681"/>
                  </a:lnTo>
                  <a:lnTo>
                    <a:pt x="2431808" y="725840"/>
                  </a:lnTo>
                  <a:lnTo>
                    <a:pt x="2383531" y="687818"/>
                  </a:lnTo>
                  <a:lnTo>
                    <a:pt x="2334664" y="647931"/>
                  </a:lnTo>
                  <a:lnTo>
                    <a:pt x="2285289" y="606580"/>
                  </a:lnTo>
                  <a:lnTo>
                    <a:pt x="2235551" y="564239"/>
                  </a:lnTo>
                  <a:lnTo>
                    <a:pt x="2185639" y="521434"/>
                  </a:lnTo>
                  <a:lnTo>
                    <a:pt x="2135759" y="478716"/>
                  </a:lnTo>
                  <a:lnTo>
                    <a:pt x="2086116" y="436629"/>
                  </a:lnTo>
                  <a:lnTo>
                    <a:pt x="2036886" y="395687"/>
                  </a:lnTo>
                  <a:lnTo>
                    <a:pt x="1988198" y="356342"/>
                  </a:lnTo>
                  <a:lnTo>
                    <a:pt x="1940110" y="318972"/>
                  </a:lnTo>
                  <a:lnTo>
                    <a:pt x="1892598" y="283861"/>
                  </a:lnTo>
                  <a:lnTo>
                    <a:pt x="1845540" y="251200"/>
                  </a:lnTo>
                  <a:lnTo>
                    <a:pt x="1798703" y="221088"/>
                  </a:lnTo>
                  <a:lnTo>
                    <a:pt x="1751732" y="193538"/>
                  </a:lnTo>
                  <a:lnTo>
                    <a:pt x="1719082" y="176039"/>
                  </a:lnTo>
                  <a:lnTo>
                    <a:pt x="1670932" y="152790"/>
                  </a:lnTo>
                  <a:lnTo>
                    <a:pt x="1621060" y="131966"/>
                  </a:lnTo>
                  <a:lnTo>
                    <a:pt x="1568625" y="113430"/>
                  </a:lnTo>
                  <a:lnTo>
                    <a:pt x="1512691" y="96959"/>
                  </a:lnTo>
                  <a:lnTo>
                    <a:pt x="1452311" y="82309"/>
                  </a:lnTo>
                  <a:lnTo>
                    <a:pt x="1386618" y="69245"/>
                  </a:lnTo>
                  <a:lnTo>
                    <a:pt x="1314943" y="57566"/>
                  </a:lnTo>
                  <a:lnTo>
                    <a:pt x="1236964" y="47114"/>
                  </a:lnTo>
                  <a:lnTo>
                    <a:pt x="1152918" y="37779"/>
                  </a:lnTo>
                  <a:lnTo>
                    <a:pt x="1063828" y="29499"/>
                  </a:lnTo>
                  <a:lnTo>
                    <a:pt x="971719" y="22256"/>
                  </a:lnTo>
                  <a:lnTo>
                    <a:pt x="879717" y="16064"/>
                  </a:lnTo>
                  <a:lnTo>
                    <a:pt x="791910" y="10950"/>
                  </a:lnTo>
                  <a:lnTo>
                    <a:pt x="712865" y="6923"/>
                  </a:lnTo>
                  <a:lnTo>
                    <a:pt x="646826" y="3956"/>
                  </a:lnTo>
                  <a:lnTo>
                    <a:pt x="596759" y="1957"/>
                  </a:lnTo>
                  <a:lnTo>
                    <a:pt x="563563" y="772"/>
                  </a:lnTo>
                  <a:lnTo>
                    <a:pt x="545713" y="200"/>
                  </a:lnTo>
                  <a:lnTo>
                    <a:pt x="539370" y="1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546595" y="1463691"/>
              <a:ext cx="8234974" cy="3500835"/>
            </a:xfrm>
            <a:custGeom>
              <a:avLst/>
              <a:pathLst>
                <a:path w="8234974" h="3500835">
                  <a:moveTo>
                    <a:pt x="0" y="5444"/>
                  </a:moveTo>
                  <a:lnTo>
                    <a:pt x="538736" y="5444"/>
                  </a:lnTo>
                  <a:lnTo>
                    <a:pt x="540017" y="5479"/>
                  </a:lnTo>
                  <a:lnTo>
                    <a:pt x="548378" y="5732"/>
                  </a:lnTo>
                  <a:lnTo>
                    <a:pt x="569232" y="6429"/>
                  </a:lnTo>
                  <a:lnTo>
                    <a:pt x="605951" y="7799"/>
                  </a:lnTo>
                  <a:lnTo>
                    <a:pt x="659541" y="10036"/>
                  </a:lnTo>
                  <a:lnTo>
                    <a:pt x="728619" y="13287"/>
                  </a:lnTo>
                  <a:lnTo>
                    <a:pt x="809875" y="17629"/>
                  </a:lnTo>
                  <a:lnTo>
                    <a:pt x="898922" y="23083"/>
                  </a:lnTo>
                  <a:lnTo>
                    <a:pt x="991238" y="29629"/>
                  </a:lnTo>
                  <a:lnTo>
                    <a:pt x="1082914" y="37243"/>
                  </a:lnTo>
                  <a:lnTo>
                    <a:pt x="1171055" y="45915"/>
                  </a:lnTo>
                  <a:lnTo>
                    <a:pt x="1253862" y="55673"/>
                  </a:lnTo>
                  <a:lnTo>
                    <a:pt x="1330498" y="66589"/>
                  </a:lnTo>
                  <a:lnTo>
                    <a:pt x="1400862" y="78788"/>
                  </a:lnTo>
                  <a:lnTo>
                    <a:pt x="1465363" y="92439"/>
                  </a:lnTo>
                  <a:lnTo>
                    <a:pt x="1524724" y="107756"/>
                  </a:lnTo>
                  <a:lnTo>
                    <a:pt x="1579835" y="124982"/>
                  </a:lnTo>
                  <a:lnTo>
                    <a:pt x="1631648" y="144367"/>
                  </a:lnTo>
                  <a:lnTo>
                    <a:pt x="1681085" y="166125"/>
                  </a:lnTo>
                  <a:lnTo>
                    <a:pt x="1719082" y="185114"/>
                  </a:lnTo>
                  <a:lnTo>
                    <a:pt x="1766255" y="211366"/>
                  </a:lnTo>
                  <a:lnTo>
                    <a:pt x="1812966" y="240176"/>
                  </a:lnTo>
                  <a:lnTo>
                    <a:pt x="1859667" y="271586"/>
                  </a:lnTo>
                  <a:lnTo>
                    <a:pt x="1906669" y="305557"/>
                  </a:lnTo>
                  <a:lnTo>
                    <a:pt x="1954168" y="341964"/>
                  </a:lnTo>
                  <a:lnTo>
                    <a:pt x="2002255" y="380586"/>
                  </a:lnTo>
                  <a:lnTo>
                    <a:pt x="2050930" y="421105"/>
                  </a:lnTo>
                  <a:lnTo>
                    <a:pt x="2100112" y="463120"/>
                  </a:lnTo>
                  <a:lnTo>
                    <a:pt x="2149658" y="506152"/>
                  </a:lnTo>
                  <a:lnTo>
                    <a:pt x="2199385" y="549672"/>
                  </a:lnTo>
                  <a:lnTo>
                    <a:pt x="2249088" y="593126"/>
                  </a:lnTo>
                  <a:lnTo>
                    <a:pt x="2298562" y="635961"/>
                  </a:lnTo>
                  <a:lnTo>
                    <a:pt x="2347634" y="677658"/>
                  </a:lnTo>
                  <a:lnTo>
                    <a:pt x="2396172" y="717757"/>
                  </a:lnTo>
                  <a:lnTo>
                    <a:pt x="2444116" y="755873"/>
                  </a:lnTo>
                  <a:lnTo>
                    <a:pt x="2491484" y="791714"/>
                  </a:lnTo>
                  <a:lnTo>
                    <a:pt x="2538391" y="825080"/>
                  </a:lnTo>
                  <a:lnTo>
                    <a:pt x="2585061" y="855867"/>
                  </a:lnTo>
                  <a:lnTo>
                    <a:pt x="2631837" y="884058"/>
                  </a:lnTo>
                  <a:lnTo>
                    <a:pt x="2667772" y="903792"/>
                  </a:lnTo>
                  <a:lnTo>
                    <a:pt x="2715911" y="927515"/>
                  </a:lnTo>
                  <a:lnTo>
                    <a:pt x="2765771" y="948766"/>
                  </a:lnTo>
                  <a:lnTo>
                    <a:pt x="2818193" y="967681"/>
                  </a:lnTo>
                  <a:lnTo>
                    <a:pt x="2874111" y="984488"/>
                  </a:lnTo>
                  <a:lnTo>
                    <a:pt x="2934473" y="999439"/>
                  </a:lnTo>
                  <a:lnTo>
                    <a:pt x="3000143" y="1012772"/>
                  </a:lnTo>
                  <a:lnTo>
                    <a:pt x="3071793" y="1024691"/>
                  </a:lnTo>
                  <a:lnTo>
                    <a:pt x="3149743" y="1035358"/>
                  </a:lnTo>
                  <a:lnTo>
                    <a:pt x="3233760" y="1044885"/>
                  </a:lnTo>
                  <a:lnTo>
                    <a:pt x="3322821" y="1053336"/>
                  </a:lnTo>
                  <a:lnTo>
                    <a:pt x="3414905" y="1060729"/>
                  </a:lnTo>
                  <a:lnTo>
                    <a:pt x="3506891" y="1067050"/>
                  </a:lnTo>
                  <a:lnTo>
                    <a:pt x="3594697" y="1072272"/>
                  </a:lnTo>
                  <a:lnTo>
                    <a:pt x="3673757" y="1076384"/>
                  </a:lnTo>
                  <a:lnTo>
                    <a:pt x="3739830" y="1079415"/>
                  </a:lnTo>
                  <a:lnTo>
                    <a:pt x="3789945" y="1081458"/>
                  </a:lnTo>
                  <a:lnTo>
                    <a:pt x="3823195" y="1082670"/>
                  </a:lnTo>
                  <a:lnTo>
                    <a:pt x="3841096" y="1083256"/>
                  </a:lnTo>
                  <a:lnTo>
                    <a:pt x="3847474" y="1083444"/>
                  </a:lnTo>
                  <a:lnTo>
                    <a:pt x="3848118" y="1083462"/>
                  </a:lnTo>
                  <a:lnTo>
                    <a:pt x="4386855" y="1083462"/>
                  </a:lnTo>
                  <a:lnTo>
                    <a:pt x="4388057" y="1083536"/>
                  </a:lnTo>
                  <a:lnTo>
                    <a:pt x="4395910" y="1084066"/>
                  </a:lnTo>
                  <a:lnTo>
                    <a:pt x="4415544" y="1085530"/>
                  </a:lnTo>
                  <a:lnTo>
                    <a:pt x="4450231" y="1088405"/>
                  </a:lnTo>
                  <a:lnTo>
                    <a:pt x="4501086" y="1093113"/>
                  </a:lnTo>
                  <a:lnTo>
                    <a:pt x="4567018" y="1099970"/>
                  </a:lnTo>
                  <a:lnTo>
                    <a:pt x="4645101" y="1109155"/>
                  </a:lnTo>
                  <a:lnTo>
                    <a:pt x="4731306" y="1120726"/>
                  </a:lnTo>
                  <a:lnTo>
                    <a:pt x="4821361" y="1134654"/>
                  </a:lnTo>
                  <a:lnTo>
                    <a:pt x="4911457" y="1150881"/>
                  </a:lnTo>
                  <a:lnTo>
                    <a:pt x="4998675" y="1169380"/>
                  </a:lnTo>
                  <a:lnTo>
                    <a:pt x="5081102" y="1190186"/>
                  </a:lnTo>
                  <a:lnTo>
                    <a:pt x="5157748" y="1213429"/>
                  </a:lnTo>
                  <a:lnTo>
                    <a:pt x="5228358" y="1239338"/>
                  </a:lnTo>
                  <a:lnTo>
                    <a:pt x="5293196" y="1268244"/>
                  </a:lnTo>
                  <a:lnTo>
                    <a:pt x="5352866" y="1300569"/>
                  </a:lnTo>
                  <a:lnTo>
                    <a:pt x="5408161" y="1336807"/>
                  </a:lnTo>
                  <a:lnTo>
                    <a:pt x="5459964" y="1377484"/>
                  </a:lnTo>
                  <a:lnTo>
                    <a:pt x="5509157" y="1423095"/>
                  </a:lnTo>
                  <a:lnTo>
                    <a:pt x="5556553" y="1473981"/>
                  </a:lnTo>
                  <a:lnTo>
                    <a:pt x="5567201" y="1486357"/>
                  </a:lnTo>
                  <a:lnTo>
                    <a:pt x="5604888" y="1532863"/>
                  </a:lnTo>
                  <a:lnTo>
                    <a:pt x="5642215" y="1582999"/>
                  </a:lnTo>
                  <a:lnTo>
                    <a:pt x="5679433" y="1636836"/>
                  </a:lnTo>
                  <a:lnTo>
                    <a:pt x="5716735" y="1694381"/>
                  </a:lnTo>
                  <a:lnTo>
                    <a:pt x="5754260" y="1755561"/>
                  </a:lnTo>
                  <a:lnTo>
                    <a:pt x="5792102" y="1820223"/>
                  </a:lnTo>
                  <a:lnTo>
                    <a:pt x="5830313" y="1888129"/>
                  </a:lnTo>
                  <a:lnTo>
                    <a:pt x="5868907" y="1958951"/>
                  </a:lnTo>
                  <a:lnTo>
                    <a:pt x="5907862" y="2032280"/>
                  </a:lnTo>
                  <a:lnTo>
                    <a:pt x="5947126" y="2107630"/>
                  </a:lnTo>
                  <a:lnTo>
                    <a:pt x="5986627" y="2184450"/>
                  </a:lnTo>
                  <a:lnTo>
                    <a:pt x="6026270" y="2262143"/>
                  </a:lnTo>
                  <a:lnTo>
                    <a:pt x="6065955" y="2340081"/>
                  </a:lnTo>
                  <a:lnTo>
                    <a:pt x="6105574" y="2417628"/>
                  </a:lnTo>
                  <a:lnTo>
                    <a:pt x="6145028" y="2494162"/>
                  </a:lnTo>
                  <a:lnTo>
                    <a:pt x="6184227" y="2569093"/>
                  </a:lnTo>
                  <a:lnTo>
                    <a:pt x="6223102" y="2641886"/>
                  </a:lnTo>
                  <a:lnTo>
                    <a:pt x="6261608" y="2712070"/>
                  </a:lnTo>
                  <a:lnTo>
                    <a:pt x="6299732" y="2779255"/>
                  </a:lnTo>
                  <a:lnTo>
                    <a:pt x="6337496" y="2843134"/>
                  </a:lnTo>
                  <a:lnTo>
                    <a:pt x="6374959" y="2903488"/>
                  </a:lnTo>
                  <a:lnTo>
                    <a:pt x="6412227" y="2960182"/>
                  </a:lnTo>
                  <a:lnTo>
                    <a:pt x="6449451" y="3013165"/>
                  </a:lnTo>
                  <a:lnTo>
                    <a:pt x="6486837" y="3062456"/>
                  </a:lnTo>
                  <a:lnTo>
                    <a:pt x="6515891" y="3097939"/>
                  </a:lnTo>
                  <a:lnTo>
                    <a:pt x="6562975" y="3150048"/>
                  </a:lnTo>
                  <a:lnTo>
                    <a:pt x="6611691" y="3196843"/>
                  </a:lnTo>
                  <a:lnTo>
                    <a:pt x="6662821" y="3238607"/>
                  </a:lnTo>
                  <a:lnTo>
                    <a:pt x="6717239" y="3275812"/>
                  </a:lnTo>
                  <a:lnTo>
                    <a:pt x="6775835" y="3308986"/>
                  </a:lnTo>
                  <a:lnTo>
                    <a:pt x="6839430" y="3338633"/>
                  </a:lnTo>
                  <a:lnTo>
                    <a:pt x="6908683" y="3365194"/>
                  </a:lnTo>
                  <a:lnTo>
                    <a:pt x="6983951" y="3389022"/>
                  </a:lnTo>
                  <a:lnTo>
                    <a:pt x="7065114" y="3410370"/>
                  </a:lnTo>
                  <a:lnTo>
                    <a:pt x="7151370" y="3429389"/>
                  </a:lnTo>
                  <a:lnTo>
                    <a:pt x="7241030" y="3446137"/>
                  </a:lnTo>
                  <a:lnTo>
                    <a:pt x="7331402" y="3460594"/>
                  </a:lnTo>
                  <a:lnTo>
                    <a:pt x="7418856" y="3472708"/>
                  </a:lnTo>
                  <a:lnTo>
                    <a:pt x="7499172" y="3482438"/>
                  </a:lnTo>
                  <a:lnTo>
                    <a:pt x="7568191" y="3489815"/>
                  </a:lnTo>
                  <a:lnTo>
                    <a:pt x="7622663" y="3494991"/>
                  </a:lnTo>
                  <a:lnTo>
                    <a:pt x="7661026" y="3498251"/>
                  </a:lnTo>
                  <a:lnTo>
                    <a:pt x="7683885" y="3499997"/>
                  </a:lnTo>
                  <a:lnTo>
                    <a:pt x="7694040" y="3500697"/>
                  </a:lnTo>
                  <a:lnTo>
                    <a:pt x="7696237" y="3500835"/>
                  </a:lnTo>
                  <a:lnTo>
                    <a:pt x="8234974" y="3500835"/>
                  </a:lnTo>
                  <a:lnTo>
                    <a:pt x="8234974" y="3495390"/>
                  </a:lnTo>
                  <a:lnTo>
                    <a:pt x="7696237" y="3495390"/>
                  </a:lnTo>
                  <a:lnTo>
                    <a:pt x="7695036" y="3495316"/>
                  </a:lnTo>
                  <a:lnTo>
                    <a:pt x="7687182" y="3494787"/>
                  </a:lnTo>
                  <a:lnTo>
                    <a:pt x="7667548" y="3493322"/>
                  </a:lnTo>
                  <a:lnTo>
                    <a:pt x="7632862" y="3490447"/>
                  </a:lnTo>
                  <a:lnTo>
                    <a:pt x="7582007" y="3485739"/>
                  </a:lnTo>
                  <a:lnTo>
                    <a:pt x="7516074" y="3478883"/>
                  </a:lnTo>
                  <a:lnTo>
                    <a:pt x="7437992" y="3469697"/>
                  </a:lnTo>
                  <a:lnTo>
                    <a:pt x="7351786" y="3458126"/>
                  </a:lnTo>
                  <a:lnTo>
                    <a:pt x="7261732" y="3444199"/>
                  </a:lnTo>
                  <a:lnTo>
                    <a:pt x="7171635" y="3427971"/>
                  </a:lnTo>
                  <a:lnTo>
                    <a:pt x="7084418" y="3409473"/>
                  </a:lnTo>
                  <a:lnTo>
                    <a:pt x="7001991" y="3388666"/>
                  </a:lnTo>
                  <a:lnTo>
                    <a:pt x="6925344" y="3365424"/>
                  </a:lnTo>
                  <a:lnTo>
                    <a:pt x="6854734" y="3339514"/>
                  </a:lnTo>
                  <a:lnTo>
                    <a:pt x="6789896" y="3310608"/>
                  </a:lnTo>
                  <a:lnTo>
                    <a:pt x="6730227" y="3278283"/>
                  </a:lnTo>
                  <a:lnTo>
                    <a:pt x="6674931" y="3242046"/>
                  </a:lnTo>
                  <a:lnTo>
                    <a:pt x="6623129" y="3201368"/>
                  </a:lnTo>
                  <a:lnTo>
                    <a:pt x="6573936" y="3155757"/>
                  </a:lnTo>
                  <a:lnTo>
                    <a:pt x="6526540" y="3104871"/>
                  </a:lnTo>
                  <a:lnTo>
                    <a:pt x="6515891" y="3092495"/>
                  </a:lnTo>
                  <a:lnTo>
                    <a:pt x="6478204" y="3045989"/>
                  </a:lnTo>
                  <a:lnTo>
                    <a:pt x="6440877" y="2995854"/>
                  </a:lnTo>
                  <a:lnTo>
                    <a:pt x="6403659" y="2942016"/>
                  </a:lnTo>
                  <a:lnTo>
                    <a:pt x="6366358" y="2884472"/>
                  </a:lnTo>
                  <a:lnTo>
                    <a:pt x="6328833" y="2823292"/>
                  </a:lnTo>
                  <a:lnTo>
                    <a:pt x="6290991" y="2758629"/>
                  </a:lnTo>
                  <a:lnTo>
                    <a:pt x="6252779" y="2690723"/>
                  </a:lnTo>
                  <a:lnTo>
                    <a:pt x="6214185" y="2619901"/>
                  </a:lnTo>
                  <a:lnTo>
                    <a:pt x="6175231" y="2546572"/>
                  </a:lnTo>
                  <a:lnTo>
                    <a:pt x="6135966" y="2471222"/>
                  </a:lnTo>
                  <a:lnTo>
                    <a:pt x="6096466" y="2394402"/>
                  </a:lnTo>
                  <a:lnTo>
                    <a:pt x="6056822" y="2316709"/>
                  </a:lnTo>
                  <a:lnTo>
                    <a:pt x="6017138" y="2238771"/>
                  </a:lnTo>
                  <a:lnTo>
                    <a:pt x="5977518" y="2161224"/>
                  </a:lnTo>
                  <a:lnTo>
                    <a:pt x="5938065" y="2084690"/>
                  </a:lnTo>
                  <a:lnTo>
                    <a:pt x="5898865" y="2009759"/>
                  </a:lnTo>
                  <a:lnTo>
                    <a:pt x="5859990" y="1936967"/>
                  </a:lnTo>
                  <a:lnTo>
                    <a:pt x="5821484" y="1866782"/>
                  </a:lnTo>
                  <a:lnTo>
                    <a:pt x="5783360" y="1799597"/>
                  </a:lnTo>
                  <a:lnTo>
                    <a:pt x="5745597" y="1735718"/>
                  </a:lnTo>
                  <a:lnTo>
                    <a:pt x="5708133" y="1675365"/>
                  </a:lnTo>
                  <a:lnTo>
                    <a:pt x="5670865" y="1618670"/>
                  </a:lnTo>
                  <a:lnTo>
                    <a:pt x="5633641" y="1565688"/>
                  </a:lnTo>
                  <a:lnTo>
                    <a:pt x="5596256" y="1516396"/>
                  </a:lnTo>
                  <a:lnTo>
                    <a:pt x="5567201" y="1480913"/>
                  </a:lnTo>
                  <a:lnTo>
                    <a:pt x="5520117" y="1428804"/>
                  </a:lnTo>
                  <a:lnTo>
                    <a:pt x="5471402" y="1382010"/>
                  </a:lnTo>
                  <a:lnTo>
                    <a:pt x="5420272" y="1340245"/>
                  </a:lnTo>
                  <a:lnTo>
                    <a:pt x="5365853" y="1303040"/>
                  </a:lnTo>
                  <a:lnTo>
                    <a:pt x="5307258" y="1269867"/>
                  </a:lnTo>
                  <a:lnTo>
                    <a:pt x="5243663" y="1240220"/>
                  </a:lnTo>
                  <a:lnTo>
                    <a:pt x="5174410" y="1213658"/>
                  </a:lnTo>
                  <a:lnTo>
                    <a:pt x="5099142" y="1189830"/>
                  </a:lnTo>
                  <a:lnTo>
                    <a:pt x="5017978" y="1168482"/>
                  </a:lnTo>
                  <a:lnTo>
                    <a:pt x="4931722" y="1149463"/>
                  </a:lnTo>
                  <a:lnTo>
                    <a:pt x="4842063" y="1132716"/>
                  </a:lnTo>
                  <a:lnTo>
                    <a:pt x="4751690" y="1118258"/>
                  </a:lnTo>
                  <a:lnTo>
                    <a:pt x="4664236" y="1106144"/>
                  </a:lnTo>
                  <a:lnTo>
                    <a:pt x="4583921" y="1096415"/>
                  </a:lnTo>
                  <a:lnTo>
                    <a:pt x="4514901" y="1089037"/>
                  </a:lnTo>
                  <a:lnTo>
                    <a:pt x="4460430" y="1083861"/>
                  </a:lnTo>
                  <a:lnTo>
                    <a:pt x="4422066" y="1080601"/>
                  </a:lnTo>
                  <a:lnTo>
                    <a:pt x="4399208" y="1078856"/>
                  </a:lnTo>
                  <a:lnTo>
                    <a:pt x="4389053" y="1078155"/>
                  </a:lnTo>
                  <a:lnTo>
                    <a:pt x="4386855" y="1078017"/>
                  </a:lnTo>
                  <a:lnTo>
                    <a:pt x="3848118" y="1078017"/>
                  </a:lnTo>
                  <a:lnTo>
                    <a:pt x="3846837" y="1077982"/>
                  </a:lnTo>
                  <a:lnTo>
                    <a:pt x="3838477" y="1077730"/>
                  </a:lnTo>
                  <a:lnTo>
                    <a:pt x="3817623" y="1077032"/>
                  </a:lnTo>
                  <a:lnTo>
                    <a:pt x="3780904" y="1075663"/>
                  </a:lnTo>
                  <a:lnTo>
                    <a:pt x="3727314" y="1073425"/>
                  </a:lnTo>
                  <a:lnTo>
                    <a:pt x="3658236" y="1070174"/>
                  </a:lnTo>
                  <a:lnTo>
                    <a:pt x="3576979" y="1065832"/>
                  </a:lnTo>
                  <a:lnTo>
                    <a:pt x="3487932" y="1060379"/>
                  </a:lnTo>
                  <a:lnTo>
                    <a:pt x="3395617" y="1053832"/>
                  </a:lnTo>
                  <a:lnTo>
                    <a:pt x="3303941" y="1046219"/>
                  </a:lnTo>
                  <a:lnTo>
                    <a:pt x="3215800" y="1037547"/>
                  </a:lnTo>
                  <a:lnTo>
                    <a:pt x="3132992" y="1027789"/>
                  </a:lnTo>
                  <a:lnTo>
                    <a:pt x="3056357" y="1016872"/>
                  </a:lnTo>
                  <a:lnTo>
                    <a:pt x="2985993" y="1004673"/>
                  </a:lnTo>
                  <a:lnTo>
                    <a:pt x="2921492" y="991022"/>
                  </a:lnTo>
                  <a:lnTo>
                    <a:pt x="2862131" y="975705"/>
                  </a:lnTo>
                  <a:lnTo>
                    <a:pt x="2807019" y="958479"/>
                  </a:lnTo>
                  <a:lnTo>
                    <a:pt x="2755207" y="939095"/>
                  </a:lnTo>
                  <a:lnTo>
                    <a:pt x="2705770" y="917336"/>
                  </a:lnTo>
                  <a:lnTo>
                    <a:pt x="2667772" y="898348"/>
                  </a:lnTo>
                  <a:lnTo>
                    <a:pt x="2620600" y="872096"/>
                  </a:lnTo>
                  <a:lnTo>
                    <a:pt x="2573888" y="843286"/>
                  </a:lnTo>
                  <a:lnTo>
                    <a:pt x="2527188" y="811876"/>
                  </a:lnTo>
                  <a:lnTo>
                    <a:pt x="2480186" y="777904"/>
                  </a:lnTo>
                  <a:lnTo>
                    <a:pt x="2432687" y="741497"/>
                  </a:lnTo>
                  <a:lnTo>
                    <a:pt x="2384599" y="702876"/>
                  </a:lnTo>
                  <a:lnTo>
                    <a:pt x="2335925" y="662356"/>
                  </a:lnTo>
                  <a:lnTo>
                    <a:pt x="2286743" y="620341"/>
                  </a:lnTo>
                  <a:lnTo>
                    <a:pt x="2237196" y="577309"/>
                  </a:lnTo>
                  <a:lnTo>
                    <a:pt x="2187469" y="533789"/>
                  </a:lnTo>
                  <a:lnTo>
                    <a:pt x="2137767" y="490335"/>
                  </a:lnTo>
                  <a:lnTo>
                    <a:pt x="2088292" y="447500"/>
                  </a:lnTo>
                  <a:lnTo>
                    <a:pt x="2039221" y="405803"/>
                  </a:lnTo>
                  <a:lnTo>
                    <a:pt x="1990682" y="365704"/>
                  </a:lnTo>
                  <a:lnTo>
                    <a:pt x="1942739" y="327588"/>
                  </a:lnTo>
                  <a:lnTo>
                    <a:pt x="1895371" y="291748"/>
                  </a:lnTo>
                  <a:lnTo>
                    <a:pt x="1848463" y="258382"/>
                  </a:lnTo>
                  <a:lnTo>
                    <a:pt x="1801794" y="227594"/>
                  </a:lnTo>
                  <a:lnTo>
                    <a:pt x="1755018" y="199403"/>
                  </a:lnTo>
                  <a:lnTo>
                    <a:pt x="1719082" y="179669"/>
                  </a:lnTo>
                  <a:lnTo>
                    <a:pt x="1670943" y="155946"/>
                  </a:lnTo>
                  <a:lnTo>
                    <a:pt x="1621083" y="134696"/>
                  </a:lnTo>
                  <a:lnTo>
                    <a:pt x="1568662" y="115780"/>
                  </a:lnTo>
                  <a:lnTo>
                    <a:pt x="1512743" y="98973"/>
                  </a:lnTo>
                  <a:lnTo>
                    <a:pt x="1452382" y="84022"/>
                  </a:lnTo>
                  <a:lnTo>
                    <a:pt x="1386711" y="70690"/>
                  </a:lnTo>
                  <a:lnTo>
                    <a:pt x="1315061" y="58771"/>
                  </a:lnTo>
                  <a:lnTo>
                    <a:pt x="1237111" y="48104"/>
                  </a:lnTo>
                  <a:lnTo>
                    <a:pt x="1153095" y="38576"/>
                  </a:lnTo>
                  <a:lnTo>
                    <a:pt x="1064034" y="30125"/>
                  </a:lnTo>
                  <a:lnTo>
                    <a:pt x="971950" y="22732"/>
                  </a:lnTo>
                  <a:lnTo>
                    <a:pt x="879964" y="16411"/>
                  </a:lnTo>
                  <a:lnTo>
                    <a:pt x="792158" y="11189"/>
                  </a:lnTo>
                  <a:lnTo>
                    <a:pt x="713097" y="7077"/>
                  </a:lnTo>
                  <a:lnTo>
                    <a:pt x="647025" y="4046"/>
                  </a:lnTo>
                  <a:lnTo>
                    <a:pt x="596910" y="2003"/>
                  </a:lnTo>
                  <a:lnTo>
                    <a:pt x="563660" y="792"/>
                  </a:lnTo>
                  <a:lnTo>
                    <a:pt x="545759" y="206"/>
                  </a:lnTo>
                  <a:lnTo>
                    <a:pt x="539380" y="1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546595" y="1469135"/>
              <a:ext cx="8234974" cy="3495390"/>
            </a:xfrm>
            <a:custGeom>
              <a:avLst/>
              <a:pathLst>
                <a:path w="8234974" h="3495390">
                  <a:moveTo>
                    <a:pt x="0" y="0"/>
                  </a:moveTo>
                  <a:lnTo>
                    <a:pt x="538736" y="0"/>
                  </a:lnTo>
                  <a:lnTo>
                    <a:pt x="540017" y="35"/>
                  </a:lnTo>
                  <a:lnTo>
                    <a:pt x="548378" y="287"/>
                  </a:lnTo>
                  <a:lnTo>
                    <a:pt x="569232" y="985"/>
                  </a:lnTo>
                  <a:lnTo>
                    <a:pt x="605951" y="2354"/>
                  </a:lnTo>
                  <a:lnTo>
                    <a:pt x="659541" y="4592"/>
                  </a:lnTo>
                  <a:lnTo>
                    <a:pt x="728619" y="7843"/>
                  </a:lnTo>
                  <a:lnTo>
                    <a:pt x="809875" y="12185"/>
                  </a:lnTo>
                  <a:lnTo>
                    <a:pt x="898922" y="17638"/>
                  </a:lnTo>
                  <a:lnTo>
                    <a:pt x="991238" y="24184"/>
                  </a:lnTo>
                  <a:lnTo>
                    <a:pt x="1082914" y="31798"/>
                  </a:lnTo>
                  <a:lnTo>
                    <a:pt x="1171055" y="40470"/>
                  </a:lnTo>
                  <a:lnTo>
                    <a:pt x="1253862" y="50228"/>
                  </a:lnTo>
                  <a:lnTo>
                    <a:pt x="1330498" y="61145"/>
                  </a:lnTo>
                  <a:lnTo>
                    <a:pt x="1400862" y="73343"/>
                  </a:lnTo>
                  <a:lnTo>
                    <a:pt x="1465363" y="86995"/>
                  </a:lnTo>
                  <a:lnTo>
                    <a:pt x="1524724" y="102312"/>
                  </a:lnTo>
                  <a:lnTo>
                    <a:pt x="1579835" y="119538"/>
                  </a:lnTo>
                  <a:lnTo>
                    <a:pt x="1631648" y="138922"/>
                  </a:lnTo>
                  <a:lnTo>
                    <a:pt x="1681085" y="160680"/>
                  </a:lnTo>
                  <a:lnTo>
                    <a:pt x="1719082" y="179669"/>
                  </a:lnTo>
                  <a:lnTo>
                    <a:pt x="1766255" y="205921"/>
                  </a:lnTo>
                  <a:lnTo>
                    <a:pt x="1812966" y="234731"/>
                  </a:lnTo>
                  <a:lnTo>
                    <a:pt x="1859667" y="266141"/>
                  </a:lnTo>
                  <a:lnTo>
                    <a:pt x="1906669" y="300113"/>
                  </a:lnTo>
                  <a:lnTo>
                    <a:pt x="1954168" y="336520"/>
                  </a:lnTo>
                  <a:lnTo>
                    <a:pt x="2002255" y="375141"/>
                  </a:lnTo>
                  <a:lnTo>
                    <a:pt x="2050930" y="415661"/>
                  </a:lnTo>
                  <a:lnTo>
                    <a:pt x="2100112" y="457675"/>
                  </a:lnTo>
                  <a:lnTo>
                    <a:pt x="2149658" y="500708"/>
                  </a:lnTo>
                  <a:lnTo>
                    <a:pt x="2199385" y="544228"/>
                  </a:lnTo>
                  <a:lnTo>
                    <a:pt x="2249088" y="587681"/>
                  </a:lnTo>
                  <a:lnTo>
                    <a:pt x="2298562" y="630516"/>
                  </a:lnTo>
                  <a:lnTo>
                    <a:pt x="2347634" y="672214"/>
                  </a:lnTo>
                  <a:lnTo>
                    <a:pt x="2396172" y="712312"/>
                  </a:lnTo>
                  <a:lnTo>
                    <a:pt x="2444116" y="750429"/>
                  </a:lnTo>
                  <a:lnTo>
                    <a:pt x="2491484" y="786269"/>
                  </a:lnTo>
                  <a:lnTo>
                    <a:pt x="2538391" y="819635"/>
                  </a:lnTo>
                  <a:lnTo>
                    <a:pt x="2585061" y="850423"/>
                  </a:lnTo>
                  <a:lnTo>
                    <a:pt x="2631837" y="878614"/>
                  </a:lnTo>
                  <a:lnTo>
                    <a:pt x="2667772" y="898348"/>
                  </a:lnTo>
                  <a:lnTo>
                    <a:pt x="2715911" y="922071"/>
                  </a:lnTo>
                  <a:lnTo>
                    <a:pt x="2765771" y="943321"/>
                  </a:lnTo>
                  <a:lnTo>
                    <a:pt x="2818193" y="962236"/>
                  </a:lnTo>
                  <a:lnTo>
                    <a:pt x="2874111" y="979044"/>
                  </a:lnTo>
                  <a:lnTo>
                    <a:pt x="2934473" y="993995"/>
                  </a:lnTo>
                  <a:lnTo>
                    <a:pt x="3000143" y="1007327"/>
                  </a:lnTo>
                  <a:lnTo>
                    <a:pt x="3071793" y="1019246"/>
                  </a:lnTo>
                  <a:lnTo>
                    <a:pt x="3149743" y="1029913"/>
                  </a:lnTo>
                  <a:lnTo>
                    <a:pt x="3233760" y="1039440"/>
                  </a:lnTo>
                  <a:lnTo>
                    <a:pt x="3322821" y="1047891"/>
                  </a:lnTo>
                  <a:lnTo>
                    <a:pt x="3414905" y="1055284"/>
                  </a:lnTo>
                  <a:lnTo>
                    <a:pt x="3506891" y="1061605"/>
                  </a:lnTo>
                  <a:lnTo>
                    <a:pt x="3594697" y="1066828"/>
                  </a:lnTo>
                  <a:lnTo>
                    <a:pt x="3673757" y="1070939"/>
                  </a:lnTo>
                  <a:lnTo>
                    <a:pt x="3739830" y="1073971"/>
                  </a:lnTo>
                  <a:lnTo>
                    <a:pt x="3789945" y="1076014"/>
                  </a:lnTo>
                  <a:lnTo>
                    <a:pt x="3823195" y="1077225"/>
                  </a:lnTo>
                  <a:lnTo>
                    <a:pt x="3841096" y="1077811"/>
                  </a:lnTo>
                  <a:lnTo>
                    <a:pt x="3847474" y="1078000"/>
                  </a:lnTo>
                  <a:lnTo>
                    <a:pt x="3848118" y="1078017"/>
                  </a:lnTo>
                  <a:lnTo>
                    <a:pt x="4386855" y="1078017"/>
                  </a:lnTo>
                  <a:lnTo>
                    <a:pt x="4388057" y="1078091"/>
                  </a:lnTo>
                  <a:lnTo>
                    <a:pt x="4395910" y="1078621"/>
                  </a:lnTo>
                  <a:lnTo>
                    <a:pt x="4415544" y="1080085"/>
                  </a:lnTo>
                  <a:lnTo>
                    <a:pt x="4450231" y="1082961"/>
                  </a:lnTo>
                  <a:lnTo>
                    <a:pt x="4501086" y="1087669"/>
                  </a:lnTo>
                  <a:lnTo>
                    <a:pt x="4567018" y="1094525"/>
                  </a:lnTo>
                  <a:lnTo>
                    <a:pt x="4645101" y="1103711"/>
                  </a:lnTo>
                  <a:lnTo>
                    <a:pt x="4731306" y="1115282"/>
                  </a:lnTo>
                  <a:lnTo>
                    <a:pt x="4821361" y="1129209"/>
                  </a:lnTo>
                  <a:lnTo>
                    <a:pt x="4911457" y="1145437"/>
                  </a:lnTo>
                  <a:lnTo>
                    <a:pt x="4998675" y="1163935"/>
                  </a:lnTo>
                  <a:lnTo>
                    <a:pt x="5081102" y="1184741"/>
                  </a:lnTo>
                  <a:lnTo>
                    <a:pt x="5157748" y="1207984"/>
                  </a:lnTo>
                  <a:lnTo>
                    <a:pt x="5228358" y="1233893"/>
                  </a:lnTo>
                  <a:lnTo>
                    <a:pt x="5293196" y="1262800"/>
                  </a:lnTo>
                  <a:lnTo>
                    <a:pt x="5352866" y="1295125"/>
                  </a:lnTo>
                  <a:lnTo>
                    <a:pt x="5408161" y="1331362"/>
                  </a:lnTo>
                  <a:lnTo>
                    <a:pt x="5459964" y="1372040"/>
                  </a:lnTo>
                  <a:lnTo>
                    <a:pt x="5509157" y="1417651"/>
                  </a:lnTo>
                  <a:lnTo>
                    <a:pt x="5556553" y="1468537"/>
                  </a:lnTo>
                  <a:lnTo>
                    <a:pt x="5567201" y="1480913"/>
                  </a:lnTo>
                  <a:lnTo>
                    <a:pt x="5604888" y="1527419"/>
                  </a:lnTo>
                  <a:lnTo>
                    <a:pt x="5642215" y="1577554"/>
                  </a:lnTo>
                  <a:lnTo>
                    <a:pt x="5679433" y="1631392"/>
                  </a:lnTo>
                  <a:lnTo>
                    <a:pt x="5716735" y="1688936"/>
                  </a:lnTo>
                  <a:lnTo>
                    <a:pt x="5754260" y="1750116"/>
                  </a:lnTo>
                  <a:lnTo>
                    <a:pt x="5792102" y="1814779"/>
                  </a:lnTo>
                  <a:lnTo>
                    <a:pt x="5830313" y="1882684"/>
                  </a:lnTo>
                  <a:lnTo>
                    <a:pt x="5868907" y="1953507"/>
                  </a:lnTo>
                  <a:lnTo>
                    <a:pt x="5907862" y="2026836"/>
                  </a:lnTo>
                  <a:lnTo>
                    <a:pt x="5947126" y="2102185"/>
                  </a:lnTo>
                  <a:lnTo>
                    <a:pt x="5986627" y="2179006"/>
                  </a:lnTo>
                  <a:lnTo>
                    <a:pt x="6026270" y="2256699"/>
                  </a:lnTo>
                  <a:lnTo>
                    <a:pt x="6065955" y="2334637"/>
                  </a:lnTo>
                  <a:lnTo>
                    <a:pt x="6105574" y="2412184"/>
                  </a:lnTo>
                  <a:lnTo>
                    <a:pt x="6145028" y="2488717"/>
                  </a:lnTo>
                  <a:lnTo>
                    <a:pt x="6184227" y="2563649"/>
                  </a:lnTo>
                  <a:lnTo>
                    <a:pt x="6223102" y="2636441"/>
                  </a:lnTo>
                  <a:lnTo>
                    <a:pt x="6261608" y="2706625"/>
                  </a:lnTo>
                  <a:lnTo>
                    <a:pt x="6299732" y="2773810"/>
                  </a:lnTo>
                  <a:lnTo>
                    <a:pt x="6337496" y="2837689"/>
                  </a:lnTo>
                  <a:lnTo>
                    <a:pt x="6374959" y="2898043"/>
                  </a:lnTo>
                  <a:lnTo>
                    <a:pt x="6412227" y="2954738"/>
                  </a:lnTo>
                  <a:lnTo>
                    <a:pt x="6449451" y="3007720"/>
                  </a:lnTo>
                  <a:lnTo>
                    <a:pt x="6486837" y="3057011"/>
                  </a:lnTo>
                  <a:lnTo>
                    <a:pt x="6515891" y="3092495"/>
                  </a:lnTo>
                  <a:lnTo>
                    <a:pt x="6562975" y="3144603"/>
                  </a:lnTo>
                  <a:lnTo>
                    <a:pt x="6611691" y="3191398"/>
                  </a:lnTo>
                  <a:lnTo>
                    <a:pt x="6662821" y="3233162"/>
                  </a:lnTo>
                  <a:lnTo>
                    <a:pt x="6717239" y="3270368"/>
                  </a:lnTo>
                  <a:lnTo>
                    <a:pt x="6775835" y="3303541"/>
                  </a:lnTo>
                  <a:lnTo>
                    <a:pt x="6839430" y="3333188"/>
                  </a:lnTo>
                  <a:lnTo>
                    <a:pt x="6908683" y="3359749"/>
                  </a:lnTo>
                  <a:lnTo>
                    <a:pt x="6983951" y="3383578"/>
                  </a:lnTo>
                  <a:lnTo>
                    <a:pt x="7065114" y="3404926"/>
                  </a:lnTo>
                  <a:lnTo>
                    <a:pt x="7151370" y="3423945"/>
                  </a:lnTo>
                  <a:lnTo>
                    <a:pt x="7241030" y="3440692"/>
                  </a:lnTo>
                  <a:lnTo>
                    <a:pt x="7331402" y="3455150"/>
                  </a:lnTo>
                  <a:lnTo>
                    <a:pt x="7418856" y="3467264"/>
                  </a:lnTo>
                  <a:lnTo>
                    <a:pt x="7499172" y="3476993"/>
                  </a:lnTo>
                  <a:lnTo>
                    <a:pt x="7568191" y="3484370"/>
                  </a:lnTo>
                  <a:lnTo>
                    <a:pt x="7622663" y="3489546"/>
                  </a:lnTo>
                  <a:lnTo>
                    <a:pt x="7661026" y="3492806"/>
                  </a:lnTo>
                  <a:lnTo>
                    <a:pt x="7683885" y="3494552"/>
                  </a:lnTo>
                  <a:lnTo>
                    <a:pt x="7694040" y="3495252"/>
                  </a:lnTo>
                  <a:lnTo>
                    <a:pt x="7696222" y="3495390"/>
                  </a:lnTo>
                  <a:lnTo>
                    <a:pt x="7696237" y="3495390"/>
                  </a:lnTo>
                  <a:lnTo>
                    <a:pt x="8234974" y="34953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546595" y="1463691"/>
              <a:ext cx="8234974" cy="3495390"/>
            </a:xfrm>
            <a:custGeom>
              <a:avLst/>
              <a:pathLst>
                <a:path w="8234974" h="3495390">
                  <a:moveTo>
                    <a:pt x="8234974" y="3495390"/>
                  </a:moveTo>
                  <a:lnTo>
                    <a:pt x="7696237" y="3495390"/>
                  </a:lnTo>
                  <a:lnTo>
                    <a:pt x="7695036" y="3495316"/>
                  </a:lnTo>
                  <a:lnTo>
                    <a:pt x="7687182" y="3494787"/>
                  </a:lnTo>
                  <a:lnTo>
                    <a:pt x="7667548" y="3493322"/>
                  </a:lnTo>
                  <a:lnTo>
                    <a:pt x="7632862" y="3490447"/>
                  </a:lnTo>
                  <a:lnTo>
                    <a:pt x="7582007" y="3485739"/>
                  </a:lnTo>
                  <a:lnTo>
                    <a:pt x="7516074" y="3478883"/>
                  </a:lnTo>
                  <a:lnTo>
                    <a:pt x="7437992" y="3469697"/>
                  </a:lnTo>
                  <a:lnTo>
                    <a:pt x="7351786" y="3458126"/>
                  </a:lnTo>
                  <a:lnTo>
                    <a:pt x="7261732" y="3444199"/>
                  </a:lnTo>
                  <a:lnTo>
                    <a:pt x="7171635" y="3427971"/>
                  </a:lnTo>
                  <a:lnTo>
                    <a:pt x="7084418" y="3409473"/>
                  </a:lnTo>
                  <a:lnTo>
                    <a:pt x="7001991" y="3388666"/>
                  </a:lnTo>
                  <a:lnTo>
                    <a:pt x="6925344" y="3365424"/>
                  </a:lnTo>
                  <a:lnTo>
                    <a:pt x="6854734" y="3339514"/>
                  </a:lnTo>
                  <a:lnTo>
                    <a:pt x="6789896" y="3310608"/>
                  </a:lnTo>
                  <a:lnTo>
                    <a:pt x="6730227" y="3278283"/>
                  </a:lnTo>
                  <a:lnTo>
                    <a:pt x="6674931" y="3242046"/>
                  </a:lnTo>
                  <a:lnTo>
                    <a:pt x="6623129" y="3201368"/>
                  </a:lnTo>
                  <a:lnTo>
                    <a:pt x="6573936" y="3155757"/>
                  </a:lnTo>
                  <a:lnTo>
                    <a:pt x="6526540" y="3104871"/>
                  </a:lnTo>
                  <a:lnTo>
                    <a:pt x="6515891" y="3092495"/>
                  </a:lnTo>
                  <a:lnTo>
                    <a:pt x="6478204" y="3045989"/>
                  </a:lnTo>
                  <a:lnTo>
                    <a:pt x="6440877" y="2995854"/>
                  </a:lnTo>
                  <a:lnTo>
                    <a:pt x="6403659" y="2942016"/>
                  </a:lnTo>
                  <a:lnTo>
                    <a:pt x="6366358" y="2884472"/>
                  </a:lnTo>
                  <a:lnTo>
                    <a:pt x="6328833" y="2823292"/>
                  </a:lnTo>
                  <a:lnTo>
                    <a:pt x="6290991" y="2758629"/>
                  </a:lnTo>
                  <a:lnTo>
                    <a:pt x="6252779" y="2690723"/>
                  </a:lnTo>
                  <a:lnTo>
                    <a:pt x="6214185" y="2619901"/>
                  </a:lnTo>
                  <a:lnTo>
                    <a:pt x="6175231" y="2546572"/>
                  </a:lnTo>
                  <a:lnTo>
                    <a:pt x="6135966" y="2471222"/>
                  </a:lnTo>
                  <a:lnTo>
                    <a:pt x="6096466" y="2394402"/>
                  </a:lnTo>
                  <a:lnTo>
                    <a:pt x="6056822" y="2316709"/>
                  </a:lnTo>
                  <a:lnTo>
                    <a:pt x="6017138" y="2238771"/>
                  </a:lnTo>
                  <a:lnTo>
                    <a:pt x="5977518" y="2161224"/>
                  </a:lnTo>
                  <a:lnTo>
                    <a:pt x="5938065" y="2084690"/>
                  </a:lnTo>
                  <a:lnTo>
                    <a:pt x="5898865" y="2009759"/>
                  </a:lnTo>
                  <a:lnTo>
                    <a:pt x="5859990" y="1936967"/>
                  </a:lnTo>
                  <a:lnTo>
                    <a:pt x="5821484" y="1866782"/>
                  </a:lnTo>
                  <a:lnTo>
                    <a:pt x="5783360" y="1799597"/>
                  </a:lnTo>
                  <a:lnTo>
                    <a:pt x="5745597" y="1735718"/>
                  </a:lnTo>
                  <a:lnTo>
                    <a:pt x="5708133" y="1675365"/>
                  </a:lnTo>
                  <a:lnTo>
                    <a:pt x="5670865" y="1618670"/>
                  </a:lnTo>
                  <a:lnTo>
                    <a:pt x="5633641" y="1565688"/>
                  </a:lnTo>
                  <a:lnTo>
                    <a:pt x="5596256" y="1516396"/>
                  </a:lnTo>
                  <a:lnTo>
                    <a:pt x="5567201" y="1480913"/>
                  </a:lnTo>
                  <a:lnTo>
                    <a:pt x="5520117" y="1428804"/>
                  </a:lnTo>
                  <a:lnTo>
                    <a:pt x="5471402" y="1382010"/>
                  </a:lnTo>
                  <a:lnTo>
                    <a:pt x="5420272" y="1340245"/>
                  </a:lnTo>
                  <a:lnTo>
                    <a:pt x="5365853" y="1303040"/>
                  </a:lnTo>
                  <a:lnTo>
                    <a:pt x="5307258" y="1269867"/>
                  </a:lnTo>
                  <a:lnTo>
                    <a:pt x="5243663" y="1240220"/>
                  </a:lnTo>
                  <a:lnTo>
                    <a:pt x="5174410" y="1213658"/>
                  </a:lnTo>
                  <a:lnTo>
                    <a:pt x="5099142" y="1189830"/>
                  </a:lnTo>
                  <a:lnTo>
                    <a:pt x="5017978" y="1168482"/>
                  </a:lnTo>
                  <a:lnTo>
                    <a:pt x="4931722" y="1149463"/>
                  </a:lnTo>
                  <a:lnTo>
                    <a:pt x="4842063" y="1132716"/>
                  </a:lnTo>
                  <a:lnTo>
                    <a:pt x="4751690" y="1118258"/>
                  </a:lnTo>
                  <a:lnTo>
                    <a:pt x="4664236" y="1106144"/>
                  </a:lnTo>
                  <a:lnTo>
                    <a:pt x="4583921" y="1096415"/>
                  </a:lnTo>
                  <a:lnTo>
                    <a:pt x="4514901" y="1089037"/>
                  </a:lnTo>
                  <a:lnTo>
                    <a:pt x="4460430" y="1083861"/>
                  </a:lnTo>
                  <a:lnTo>
                    <a:pt x="4422066" y="1080601"/>
                  </a:lnTo>
                  <a:lnTo>
                    <a:pt x="4399208" y="1078856"/>
                  </a:lnTo>
                  <a:lnTo>
                    <a:pt x="4389053" y="1078155"/>
                  </a:lnTo>
                  <a:lnTo>
                    <a:pt x="4386870" y="1078018"/>
                  </a:lnTo>
                  <a:lnTo>
                    <a:pt x="4386855" y="1078017"/>
                  </a:lnTo>
                  <a:lnTo>
                    <a:pt x="3848118" y="1078017"/>
                  </a:lnTo>
                  <a:lnTo>
                    <a:pt x="3846837" y="1077982"/>
                  </a:lnTo>
                  <a:lnTo>
                    <a:pt x="3838477" y="1077730"/>
                  </a:lnTo>
                  <a:lnTo>
                    <a:pt x="3817623" y="1077032"/>
                  </a:lnTo>
                  <a:lnTo>
                    <a:pt x="3780904" y="1075663"/>
                  </a:lnTo>
                  <a:lnTo>
                    <a:pt x="3727314" y="1073425"/>
                  </a:lnTo>
                  <a:lnTo>
                    <a:pt x="3658236" y="1070174"/>
                  </a:lnTo>
                  <a:lnTo>
                    <a:pt x="3576979" y="1065832"/>
                  </a:lnTo>
                  <a:lnTo>
                    <a:pt x="3487932" y="1060379"/>
                  </a:lnTo>
                  <a:lnTo>
                    <a:pt x="3395617" y="1053832"/>
                  </a:lnTo>
                  <a:lnTo>
                    <a:pt x="3303941" y="1046219"/>
                  </a:lnTo>
                  <a:lnTo>
                    <a:pt x="3215800" y="1037547"/>
                  </a:lnTo>
                  <a:lnTo>
                    <a:pt x="3132992" y="1027789"/>
                  </a:lnTo>
                  <a:lnTo>
                    <a:pt x="3056357" y="1016872"/>
                  </a:lnTo>
                  <a:lnTo>
                    <a:pt x="2985993" y="1004673"/>
                  </a:lnTo>
                  <a:lnTo>
                    <a:pt x="2921492" y="991022"/>
                  </a:lnTo>
                  <a:lnTo>
                    <a:pt x="2862131" y="975705"/>
                  </a:lnTo>
                  <a:lnTo>
                    <a:pt x="2807019" y="958479"/>
                  </a:lnTo>
                  <a:lnTo>
                    <a:pt x="2755207" y="939095"/>
                  </a:lnTo>
                  <a:lnTo>
                    <a:pt x="2705770" y="917336"/>
                  </a:lnTo>
                  <a:lnTo>
                    <a:pt x="2667772" y="898348"/>
                  </a:lnTo>
                  <a:lnTo>
                    <a:pt x="2620600" y="872096"/>
                  </a:lnTo>
                  <a:lnTo>
                    <a:pt x="2573888" y="843286"/>
                  </a:lnTo>
                  <a:lnTo>
                    <a:pt x="2527188" y="811876"/>
                  </a:lnTo>
                  <a:lnTo>
                    <a:pt x="2480186" y="777904"/>
                  </a:lnTo>
                  <a:lnTo>
                    <a:pt x="2432687" y="741497"/>
                  </a:lnTo>
                  <a:lnTo>
                    <a:pt x="2384599" y="702876"/>
                  </a:lnTo>
                  <a:lnTo>
                    <a:pt x="2335925" y="662356"/>
                  </a:lnTo>
                  <a:lnTo>
                    <a:pt x="2286743" y="620341"/>
                  </a:lnTo>
                  <a:lnTo>
                    <a:pt x="2237196" y="577309"/>
                  </a:lnTo>
                  <a:lnTo>
                    <a:pt x="2187469" y="533789"/>
                  </a:lnTo>
                  <a:lnTo>
                    <a:pt x="2137767" y="490335"/>
                  </a:lnTo>
                  <a:lnTo>
                    <a:pt x="2088292" y="447500"/>
                  </a:lnTo>
                  <a:lnTo>
                    <a:pt x="2039221" y="405803"/>
                  </a:lnTo>
                  <a:lnTo>
                    <a:pt x="1990682" y="365704"/>
                  </a:lnTo>
                  <a:lnTo>
                    <a:pt x="1942739" y="327588"/>
                  </a:lnTo>
                  <a:lnTo>
                    <a:pt x="1895371" y="291748"/>
                  </a:lnTo>
                  <a:lnTo>
                    <a:pt x="1848463" y="258382"/>
                  </a:lnTo>
                  <a:lnTo>
                    <a:pt x="1801794" y="227594"/>
                  </a:lnTo>
                  <a:lnTo>
                    <a:pt x="1755018" y="199403"/>
                  </a:lnTo>
                  <a:lnTo>
                    <a:pt x="1719082" y="179669"/>
                  </a:lnTo>
                  <a:lnTo>
                    <a:pt x="1670943" y="155946"/>
                  </a:lnTo>
                  <a:lnTo>
                    <a:pt x="1621083" y="134696"/>
                  </a:lnTo>
                  <a:lnTo>
                    <a:pt x="1568662" y="115780"/>
                  </a:lnTo>
                  <a:lnTo>
                    <a:pt x="1512743" y="98973"/>
                  </a:lnTo>
                  <a:lnTo>
                    <a:pt x="1452382" y="84022"/>
                  </a:lnTo>
                  <a:lnTo>
                    <a:pt x="1386711" y="70690"/>
                  </a:lnTo>
                  <a:lnTo>
                    <a:pt x="1315061" y="58771"/>
                  </a:lnTo>
                  <a:lnTo>
                    <a:pt x="1237111" y="48104"/>
                  </a:lnTo>
                  <a:lnTo>
                    <a:pt x="1153095" y="38576"/>
                  </a:lnTo>
                  <a:lnTo>
                    <a:pt x="1064034" y="30125"/>
                  </a:lnTo>
                  <a:lnTo>
                    <a:pt x="971950" y="22732"/>
                  </a:lnTo>
                  <a:lnTo>
                    <a:pt x="879964" y="16411"/>
                  </a:lnTo>
                  <a:lnTo>
                    <a:pt x="792158" y="11189"/>
                  </a:lnTo>
                  <a:lnTo>
                    <a:pt x="713097" y="7077"/>
                  </a:lnTo>
                  <a:lnTo>
                    <a:pt x="647025" y="4046"/>
                  </a:lnTo>
                  <a:lnTo>
                    <a:pt x="596910" y="2003"/>
                  </a:lnTo>
                  <a:lnTo>
                    <a:pt x="563660" y="792"/>
                  </a:lnTo>
                  <a:lnTo>
                    <a:pt x="545759" y="206"/>
                  </a:lnTo>
                  <a:lnTo>
                    <a:pt x="539380" y="1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546595" y="1469135"/>
              <a:ext cx="8234974" cy="4012621"/>
            </a:xfrm>
            <a:custGeom>
              <a:avLst/>
              <a:pathLst>
                <a:path w="8234974" h="4012621">
                  <a:moveTo>
                    <a:pt x="0" y="21778"/>
                  </a:moveTo>
                  <a:lnTo>
                    <a:pt x="538736" y="21778"/>
                  </a:lnTo>
                  <a:lnTo>
                    <a:pt x="540017" y="21813"/>
                  </a:lnTo>
                  <a:lnTo>
                    <a:pt x="548373" y="22069"/>
                  </a:lnTo>
                  <a:lnTo>
                    <a:pt x="569217" y="22777"/>
                  </a:lnTo>
                  <a:lnTo>
                    <a:pt x="605920" y="24167"/>
                  </a:lnTo>
                  <a:lnTo>
                    <a:pt x="659487" y="26437"/>
                  </a:lnTo>
                  <a:lnTo>
                    <a:pt x="728540" y="29736"/>
                  </a:lnTo>
                  <a:lnTo>
                    <a:pt x="809772" y="34142"/>
                  </a:lnTo>
                  <a:lnTo>
                    <a:pt x="898796" y="39675"/>
                  </a:lnTo>
                  <a:lnTo>
                    <a:pt x="991094" y="46318"/>
                  </a:lnTo>
                  <a:lnTo>
                    <a:pt x="1082757" y="54044"/>
                  </a:lnTo>
                  <a:lnTo>
                    <a:pt x="1170892" y="62844"/>
                  </a:lnTo>
                  <a:lnTo>
                    <a:pt x="1253697" y="72746"/>
                  </a:lnTo>
                  <a:lnTo>
                    <a:pt x="1330333" y="83823"/>
                  </a:lnTo>
                  <a:lnTo>
                    <a:pt x="1400699" y="96201"/>
                  </a:lnTo>
                  <a:lnTo>
                    <a:pt x="1465203" y="110053"/>
                  </a:lnTo>
                  <a:lnTo>
                    <a:pt x="1524566" y="125594"/>
                  </a:lnTo>
                  <a:lnTo>
                    <a:pt x="1579679" y="143072"/>
                  </a:lnTo>
                  <a:lnTo>
                    <a:pt x="1631491" y="162740"/>
                  </a:lnTo>
                  <a:lnTo>
                    <a:pt x="1680926" y="184816"/>
                  </a:lnTo>
                  <a:lnTo>
                    <a:pt x="1719082" y="204170"/>
                  </a:lnTo>
                  <a:lnTo>
                    <a:pt x="1766125" y="230742"/>
                  </a:lnTo>
                  <a:lnTo>
                    <a:pt x="1812709" y="259897"/>
                  </a:lnTo>
                  <a:lnTo>
                    <a:pt x="1859278" y="291676"/>
                  </a:lnTo>
                  <a:lnTo>
                    <a:pt x="1906146" y="326043"/>
                  </a:lnTo>
                  <a:lnTo>
                    <a:pt x="1953507" y="362870"/>
                  </a:lnTo>
                  <a:lnTo>
                    <a:pt x="2001453" y="401936"/>
                  </a:lnTo>
                  <a:lnTo>
                    <a:pt x="2049983" y="442925"/>
                  </a:lnTo>
                  <a:lnTo>
                    <a:pt x="2099019" y="485432"/>
                  </a:lnTo>
                  <a:lnTo>
                    <a:pt x="2148423" y="528977"/>
                  </a:lnTo>
                  <a:lnTo>
                    <a:pt x="2198010" y="573029"/>
                  </a:lnTo>
                  <a:lnTo>
                    <a:pt x="2247579" y="617029"/>
                  </a:lnTo>
                  <a:lnTo>
                    <a:pt x="2296927" y="660421"/>
                  </a:lnTo>
                  <a:lnTo>
                    <a:pt x="2345879" y="702681"/>
                  </a:lnTo>
                  <a:lnTo>
                    <a:pt x="2394305" y="743343"/>
                  </a:lnTo>
                  <a:lnTo>
                    <a:pt x="2442140" y="782017"/>
                  </a:lnTo>
                  <a:lnTo>
                    <a:pt x="2489400" y="818403"/>
                  </a:lnTo>
                  <a:lnTo>
                    <a:pt x="2536195" y="852299"/>
                  </a:lnTo>
                  <a:lnTo>
                    <a:pt x="2582740" y="883593"/>
                  </a:lnTo>
                  <a:lnTo>
                    <a:pt x="2629370" y="912266"/>
                  </a:lnTo>
                  <a:lnTo>
                    <a:pt x="2667772" y="933737"/>
                  </a:lnTo>
                  <a:lnTo>
                    <a:pt x="2715903" y="957816"/>
                  </a:lnTo>
                  <a:lnTo>
                    <a:pt x="2765754" y="979385"/>
                  </a:lnTo>
                  <a:lnTo>
                    <a:pt x="2818165" y="998584"/>
                  </a:lnTo>
                  <a:lnTo>
                    <a:pt x="2874071" y="1015645"/>
                  </a:lnTo>
                  <a:lnTo>
                    <a:pt x="2934418" y="1030821"/>
                  </a:lnTo>
                  <a:lnTo>
                    <a:pt x="3000072" y="1044355"/>
                  </a:lnTo>
                  <a:lnTo>
                    <a:pt x="3071703" y="1056454"/>
                  </a:lnTo>
                  <a:lnTo>
                    <a:pt x="3149631" y="1067282"/>
                  </a:lnTo>
                  <a:lnTo>
                    <a:pt x="3233625" y="1076953"/>
                  </a:lnTo>
                  <a:lnTo>
                    <a:pt x="3322663" y="1085533"/>
                  </a:lnTo>
                  <a:lnTo>
                    <a:pt x="3414729" y="1093038"/>
                  </a:lnTo>
                  <a:lnTo>
                    <a:pt x="3506703" y="1099456"/>
                  </a:lnTo>
                  <a:lnTo>
                    <a:pt x="3594507" y="1104759"/>
                  </a:lnTo>
                  <a:lnTo>
                    <a:pt x="3673580" y="1108935"/>
                  </a:lnTo>
                  <a:lnTo>
                    <a:pt x="3739678" y="1112014"/>
                  </a:lnTo>
                  <a:lnTo>
                    <a:pt x="3789829" y="1114091"/>
                  </a:lnTo>
                  <a:lnTo>
                    <a:pt x="3823121" y="1115322"/>
                  </a:lnTo>
                  <a:lnTo>
                    <a:pt x="3841061" y="1115919"/>
                  </a:lnTo>
                  <a:lnTo>
                    <a:pt x="3847467" y="1116111"/>
                  </a:lnTo>
                  <a:lnTo>
                    <a:pt x="3848118" y="1116129"/>
                  </a:lnTo>
                  <a:lnTo>
                    <a:pt x="4386855" y="1116129"/>
                  </a:lnTo>
                  <a:lnTo>
                    <a:pt x="4388018" y="1116215"/>
                  </a:lnTo>
                  <a:lnTo>
                    <a:pt x="4395625" y="1116828"/>
                  </a:lnTo>
                  <a:lnTo>
                    <a:pt x="4414664" y="1118525"/>
                  </a:lnTo>
                  <a:lnTo>
                    <a:pt x="4448356" y="1121857"/>
                  </a:lnTo>
                  <a:lnTo>
                    <a:pt x="4497862" y="1127317"/>
                  </a:lnTo>
                  <a:lnTo>
                    <a:pt x="4562229" y="1135279"/>
                  </a:lnTo>
                  <a:lnTo>
                    <a:pt x="4638714" y="1145961"/>
                  </a:lnTo>
                  <a:lnTo>
                    <a:pt x="4723467" y="1159438"/>
                  </a:lnTo>
                  <a:lnTo>
                    <a:pt x="4812344" y="1175682"/>
                  </a:lnTo>
                  <a:lnTo>
                    <a:pt x="4901595" y="1194628"/>
                  </a:lnTo>
                  <a:lnTo>
                    <a:pt x="4988297" y="1216235"/>
                  </a:lnTo>
                  <a:lnTo>
                    <a:pt x="5070488" y="1240535"/>
                  </a:lnTo>
                  <a:lnTo>
                    <a:pt x="5147106" y="1267664"/>
                  </a:lnTo>
                  <a:lnTo>
                    <a:pt x="5217820" y="1297872"/>
                  </a:lnTo>
                  <a:lnTo>
                    <a:pt x="5282823" y="1331524"/>
                  </a:lnTo>
                  <a:lnTo>
                    <a:pt x="5342655" y="1369093"/>
                  </a:lnTo>
                  <a:lnTo>
                    <a:pt x="5398064" y="1411141"/>
                  </a:lnTo>
                  <a:lnTo>
                    <a:pt x="5449892" y="1458275"/>
                  </a:lnTo>
                  <a:lnTo>
                    <a:pt x="5499000" y="1511084"/>
                  </a:lnTo>
                  <a:lnTo>
                    <a:pt x="5546193" y="1570017"/>
                  </a:lnTo>
                  <a:lnTo>
                    <a:pt x="5567201" y="1598878"/>
                  </a:lnTo>
                  <a:lnTo>
                    <a:pt x="5602352" y="1650694"/>
                  </a:lnTo>
                  <a:lnTo>
                    <a:pt x="5637174" y="1706283"/>
                  </a:lnTo>
                  <a:lnTo>
                    <a:pt x="5671875" y="1765723"/>
                  </a:lnTo>
                  <a:lnTo>
                    <a:pt x="5706619" y="1829029"/>
                  </a:lnTo>
                  <a:lnTo>
                    <a:pt x="5741529" y="1896151"/>
                  </a:lnTo>
                  <a:lnTo>
                    <a:pt x="5776692" y="1966965"/>
                  </a:lnTo>
                  <a:lnTo>
                    <a:pt x="5812162" y="2041270"/>
                  </a:lnTo>
                  <a:lnTo>
                    <a:pt x="5847964" y="2118785"/>
                  </a:lnTo>
                  <a:lnTo>
                    <a:pt x="5884092" y="2199154"/>
                  </a:lnTo>
                  <a:lnTo>
                    <a:pt x="5920521" y="2281946"/>
                  </a:lnTo>
                  <a:lnTo>
                    <a:pt x="5957200" y="2366664"/>
                  </a:lnTo>
                  <a:lnTo>
                    <a:pt x="5994065" y="2452759"/>
                  </a:lnTo>
                  <a:lnTo>
                    <a:pt x="6031038" y="2539642"/>
                  </a:lnTo>
                  <a:lnTo>
                    <a:pt x="6068036" y="2626701"/>
                  </a:lnTo>
                  <a:lnTo>
                    <a:pt x="6104972" y="2713318"/>
                  </a:lnTo>
                  <a:lnTo>
                    <a:pt x="6141766" y="2798889"/>
                  </a:lnTo>
                  <a:lnTo>
                    <a:pt x="6178344" y="2882839"/>
                  </a:lnTo>
                  <a:lnTo>
                    <a:pt x="6214647" y="2964641"/>
                  </a:lnTo>
                  <a:lnTo>
                    <a:pt x="6250637" y="3043826"/>
                  </a:lnTo>
                  <a:lnTo>
                    <a:pt x="6286294" y="3119994"/>
                  </a:lnTo>
                  <a:lnTo>
                    <a:pt x="6321627" y="3192820"/>
                  </a:lnTo>
                  <a:lnTo>
                    <a:pt x="6356672" y="3262059"/>
                  </a:lnTo>
                  <a:lnTo>
                    <a:pt x="6391497" y="3327544"/>
                  </a:lnTo>
                  <a:lnTo>
                    <a:pt x="6426206" y="3389182"/>
                  </a:lnTo>
                  <a:lnTo>
                    <a:pt x="6460937" y="3446952"/>
                  </a:lnTo>
                  <a:lnTo>
                    <a:pt x="6495872" y="3500899"/>
                  </a:lnTo>
                  <a:lnTo>
                    <a:pt x="6515891" y="3529872"/>
                  </a:lnTo>
                  <a:lnTo>
                    <a:pt x="6562447" y="3591654"/>
                  </a:lnTo>
                  <a:lnTo>
                    <a:pt x="6610591" y="3647206"/>
                  </a:lnTo>
                  <a:lnTo>
                    <a:pt x="6661077" y="3696852"/>
                  </a:lnTo>
                  <a:lnTo>
                    <a:pt x="6714751" y="3741135"/>
                  </a:lnTo>
                  <a:lnTo>
                    <a:pt x="6772473" y="3780666"/>
                  </a:lnTo>
                  <a:lnTo>
                    <a:pt x="6835043" y="3816035"/>
                  </a:lnTo>
                  <a:lnTo>
                    <a:pt x="6903112" y="3847755"/>
                  </a:lnTo>
                  <a:lnTo>
                    <a:pt x="6977051" y="3876246"/>
                  </a:lnTo>
                  <a:lnTo>
                    <a:pt x="7056792" y="3901809"/>
                  </a:lnTo>
                  <a:lnTo>
                    <a:pt x="7141629" y="3924630"/>
                  </a:lnTo>
                  <a:lnTo>
                    <a:pt x="7230027" y="3944787"/>
                  </a:lnTo>
                  <a:lnTo>
                    <a:pt x="7319496" y="3962267"/>
                  </a:lnTo>
                  <a:lnTo>
                    <a:pt x="7406626" y="3977009"/>
                  </a:lnTo>
                  <a:lnTo>
                    <a:pt x="7487383" y="3988960"/>
                  </a:lnTo>
                  <a:lnTo>
                    <a:pt x="7557683" y="3998141"/>
                  </a:lnTo>
                  <a:lnTo>
                    <a:pt x="7614183" y="4004701"/>
                  </a:lnTo>
                  <a:lnTo>
                    <a:pt x="7655050" y="4008945"/>
                  </a:lnTo>
                  <a:lnTo>
                    <a:pt x="7680468" y="4011319"/>
                  </a:lnTo>
                  <a:lnTo>
                    <a:pt x="7692753" y="4012355"/>
                  </a:lnTo>
                  <a:lnTo>
                    <a:pt x="7696237" y="4012621"/>
                  </a:lnTo>
                  <a:lnTo>
                    <a:pt x="8234974" y="4012621"/>
                  </a:lnTo>
                  <a:lnTo>
                    <a:pt x="8234974" y="3990843"/>
                  </a:lnTo>
                  <a:lnTo>
                    <a:pt x="7696237" y="3990843"/>
                  </a:lnTo>
                  <a:lnTo>
                    <a:pt x="7695075" y="3990757"/>
                  </a:lnTo>
                  <a:lnTo>
                    <a:pt x="7687468" y="3990144"/>
                  </a:lnTo>
                  <a:lnTo>
                    <a:pt x="7668428" y="3988447"/>
                  </a:lnTo>
                  <a:lnTo>
                    <a:pt x="7634737" y="3985115"/>
                  </a:lnTo>
                  <a:lnTo>
                    <a:pt x="7585230" y="3979655"/>
                  </a:lnTo>
                  <a:lnTo>
                    <a:pt x="7520863" y="3971693"/>
                  </a:lnTo>
                  <a:lnTo>
                    <a:pt x="7444378" y="3961011"/>
                  </a:lnTo>
                  <a:lnTo>
                    <a:pt x="7359625" y="3947534"/>
                  </a:lnTo>
                  <a:lnTo>
                    <a:pt x="7270749" y="3931290"/>
                  </a:lnTo>
                  <a:lnTo>
                    <a:pt x="7181497" y="3912344"/>
                  </a:lnTo>
                  <a:lnTo>
                    <a:pt x="7094795" y="3890737"/>
                  </a:lnTo>
                  <a:lnTo>
                    <a:pt x="7012605" y="3866437"/>
                  </a:lnTo>
                  <a:lnTo>
                    <a:pt x="6935986" y="3839308"/>
                  </a:lnTo>
                  <a:lnTo>
                    <a:pt x="6865272" y="3809100"/>
                  </a:lnTo>
                  <a:lnTo>
                    <a:pt x="6800270" y="3775448"/>
                  </a:lnTo>
                  <a:lnTo>
                    <a:pt x="6740437" y="3737879"/>
                  </a:lnTo>
                  <a:lnTo>
                    <a:pt x="6685028" y="3695832"/>
                  </a:lnTo>
                  <a:lnTo>
                    <a:pt x="6633200" y="3648697"/>
                  </a:lnTo>
                  <a:lnTo>
                    <a:pt x="6584093" y="3595888"/>
                  </a:lnTo>
                  <a:lnTo>
                    <a:pt x="6536900" y="3536955"/>
                  </a:lnTo>
                  <a:lnTo>
                    <a:pt x="6515891" y="3508094"/>
                  </a:lnTo>
                  <a:lnTo>
                    <a:pt x="6480741" y="3456278"/>
                  </a:lnTo>
                  <a:lnTo>
                    <a:pt x="6445919" y="3400689"/>
                  </a:lnTo>
                  <a:lnTo>
                    <a:pt x="6411217" y="3341249"/>
                  </a:lnTo>
                  <a:lnTo>
                    <a:pt x="6376473" y="3277943"/>
                  </a:lnTo>
                  <a:lnTo>
                    <a:pt x="6341563" y="3210821"/>
                  </a:lnTo>
                  <a:lnTo>
                    <a:pt x="6306400" y="3140007"/>
                  </a:lnTo>
                  <a:lnTo>
                    <a:pt x="6270930" y="3065702"/>
                  </a:lnTo>
                  <a:lnTo>
                    <a:pt x="6235129" y="2988187"/>
                  </a:lnTo>
                  <a:lnTo>
                    <a:pt x="6199000" y="2907818"/>
                  </a:lnTo>
                  <a:lnTo>
                    <a:pt x="6162572" y="2825026"/>
                  </a:lnTo>
                  <a:lnTo>
                    <a:pt x="6125893" y="2740308"/>
                  </a:lnTo>
                  <a:lnTo>
                    <a:pt x="6089028" y="2654213"/>
                  </a:lnTo>
                  <a:lnTo>
                    <a:pt x="6052054" y="2567330"/>
                  </a:lnTo>
                  <a:lnTo>
                    <a:pt x="6015057" y="2480271"/>
                  </a:lnTo>
                  <a:lnTo>
                    <a:pt x="5978120" y="2393654"/>
                  </a:lnTo>
                  <a:lnTo>
                    <a:pt x="5941327" y="2308083"/>
                  </a:lnTo>
                  <a:lnTo>
                    <a:pt x="5904749" y="2224133"/>
                  </a:lnTo>
                  <a:lnTo>
                    <a:pt x="5868445" y="2142331"/>
                  </a:lnTo>
                  <a:lnTo>
                    <a:pt x="5832456" y="2063146"/>
                  </a:lnTo>
                  <a:lnTo>
                    <a:pt x="5796798" y="1986978"/>
                  </a:lnTo>
                  <a:lnTo>
                    <a:pt x="5761466" y="1914152"/>
                  </a:lnTo>
                  <a:lnTo>
                    <a:pt x="5726421" y="1844913"/>
                  </a:lnTo>
                  <a:lnTo>
                    <a:pt x="5691595" y="1779428"/>
                  </a:lnTo>
                  <a:lnTo>
                    <a:pt x="5656887" y="1717791"/>
                  </a:lnTo>
                  <a:lnTo>
                    <a:pt x="5622156" y="1660020"/>
                  </a:lnTo>
                  <a:lnTo>
                    <a:pt x="5587220" y="1606073"/>
                  </a:lnTo>
                  <a:lnTo>
                    <a:pt x="5567201" y="1577100"/>
                  </a:lnTo>
                  <a:lnTo>
                    <a:pt x="5520645" y="1515319"/>
                  </a:lnTo>
                  <a:lnTo>
                    <a:pt x="5472502" y="1459767"/>
                  </a:lnTo>
                  <a:lnTo>
                    <a:pt x="5422015" y="1410120"/>
                  </a:lnTo>
                  <a:lnTo>
                    <a:pt x="5368341" y="1365837"/>
                  </a:lnTo>
                  <a:lnTo>
                    <a:pt x="5310620" y="1326306"/>
                  </a:lnTo>
                  <a:lnTo>
                    <a:pt x="5248050" y="1290937"/>
                  </a:lnTo>
                  <a:lnTo>
                    <a:pt x="5179981" y="1259217"/>
                  </a:lnTo>
                  <a:lnTo>
                    <a:pt x="5106041" y="1230726"/>
                  </a:lnTo>
                  <a:lnTo>
                    <a:pt x="5026300" y="1205163"/>
                  </a:lnTo>
                  <a:lnTo>
                    <a:pt x="4941463" y="1182342"/>
                  </a:lnTo>
                  <a:lnTo>
                    <a:pt x="4853066" y="1162185"/>
                  </a:lnTo>
                  <a:lnTo>
                    <a:pt x="4763597" y="1144705"/>
                  </a:lnTo>
                  <a:lnTo>
                    <a:pt x="4676466" y="1129963"/>
                  </a:lnTo>
                  <a:lnTo>
                    <a:pt x="4595709" y="1118012"/>
                  </a:lnTo>
                  <a:lnTo>
                    <a:pt x="4525409" y="1108831"/>
                  </a:lnTo>
                  <a:lnTo>
                    <a:pt x="4468909" y="1102271"/>
                  </a:lnTo>
                  <a:lnTo>
                    <a:pt x="4428043" y="1098027"/>
                  </a:lnTo>
                  <a:lnTo>
                    <a:pt x="4402624" y="1095653"/>
                  </a:lnTo>
                  <a:lnTo>
                    <a:pt x="4390340" y="1094617"/>
                  </a:lnTo>
                  <a:lnTo>
                    <a:pt x="4386855" y="1094351"/>
                  </a:lnTo>
                  <a:lnTo>
                    <a:pt x="3848118" y="1094351"/>
                  </a:lnTo>
                  <a:lnTo>
                    <a:pt x="3846838" y="1094315"/>
                  </a:lnTo>
                  <a:lnTo>
                    <a:pt x="3838481" y="1094059"/>
                  </a:lnTo>
                  <a:lnTo>
                    <a:pt x="3817637" y="1093351"/>
                  </a:lnTo>
                  <a:lnTo>
                    <a:pt x="3780935" y="1091962"/>
                  </a:lnTo>
                  <a:lnTo>
                    <a:pt x="3727367" y="1089691"/>
                  </a:lnTo>
                  <a:lnTo>
                    <a:pt x="3658314" y="1086393"/>
                  </a:lnTo>
                  <a:lnTo>
                    <a:pt x="3577083" y="1081987"/>
                  </a:lnTo>
                  <a:lnTo>
                    <a:pt x="3488059" y="1076453"/>
                  </a:lnTo>
                  <a:lnTo>
                    <a:pt x="3395761" y="1069811"/>
                  </a:lnTo>
                  <a:lnTo>
                    <a:pt x="3304097" y="1062085"/>
                  </a:lnTo>
                  <a:lnTo>
                    <a:pt x="3215963" y="1053285"/>
                  </a:lnTo>
                  <a:lnTo>
                    <a:pt x="3133158" y="1043383"/>
                  </a:lnTo>
                  <a:lnTo>
                    <a:pt x="3056522" y="1032305"/>
                  </a:lnTo>
                  <a:lnTo>
                    <a:pt x="2986155" y="1019927"/>
                  </a:lnTo>
                  <a:lnTo>
                    <a:pt x="2921652" y="1006076"/>
                  </a:lnTo>
                  <a:lnTo>
                    <a:pt x="2862289" y="990534"/>
                  </a:lnTo>
                  <a:lnTo>
                    <a:pt x="2807176" y="973056"/>
                  </a:lnTo>
                  <a:lnTo>
                    <a:pt x="2755364" y="953388"/>
                  </a:lnTo>
                  <a:lnTo>
                    <a:pt x="2705929" y="931312"/>
                  </a:lnTo>
                  <a:lnTo>
                    <a:pt x="2667772" y="911959"/>
                  </a:lnTo>
                  <a:lnTo>
                    <a:pt x="2620729" y="885387"/>
                  </a:lnTo>
                  <a:lnTo>
                    <a:pt x="2574146" y="856232"/>
                  </a:lnTo>
                  <a:lnTo>
                    <a:pt x="2527576" y="824452"/>
                  </a:lnTo>
                  <a:lnTo>
                    <a:pt x="2480708" y="790086"/>
                  </a:lnTo>
                  <a:lnTo>
                    <a:pt x="2433347" y="753258"/>
                  </a:lnTo>
                  <a:lnTo>
                    <a:pt x="2385402" y="714192"/>
                  </a:lnTo>
                  <a:lnTo>
                    <a:pt x="2336872" y="673203"/>
                  </a:lnTo>
                  <a:lnTo>
                    <a:pt x="2287835" y="630697"/>
                  </a:lnTo>
                  <a:lnTo>
                    <a:pt x="2238432" y="587151"/>
                  </a:lnTo>
                  <a:lnTo>
                    <a:pt x="2188844" y="543099"/>
                  </a:lnTo>
                  <a:lnTo>
                    <a:pt x="2139276" y="499100"/>
                  </a:lnTo>
                  <a:lnTo>
                    <a:pt x="2089928" y="455707"/>
                  </a:lnTo>
                  <a:lnTo>
                    <a:pt x="2040976" y="413447"/>
                  </a:lnTo>
                  <a:lnTo>
                    <a:pt x="1992550" y="372785"/>
                  </a:lnTo>
                  <a:lnTo>
                    <a:pt x="1944715" y="334112"/>
                  </a:lnTo>
                  <a:lnTo>
                    <a:pt x="1897455" y="297725"/>
                  </a:lnTo>
                  <a:lnTo>
                    <a:pt x="1850660" y="263830"/>
                  </a:lnTo>
                  <a:lnTo>
                    <a:pt x="1804115" y="232535"/>
                  </a:lnTo>
                  <a:lnTo>
                    <a:pt x="1757484" y="203863"/>
                  </a:lnTo>
                  <a:lnTo>
                    <a:pt x="1719082" y="182391"/>
                  </a:lnTo>
                  <a:lnTo>
                    <a:pt x="1670952" y="158313"/>
                  </a:lnTo>
                  <a:lnTo>
                    <a:pt x="1621101" y="136744"/>
                  </a:lnTo>
                  <a:lnTo>
                    <a:pt x="1568690" y="117544"/>
                  </a:lnTo>
                  <a:lnTo>
                    <a:pt x="1512783" y="100484"/>
                  </a:lnTo>
                  <a:lnTo>
                    <a:pt x="1452436" y="85307"/>
                  </a:lnTo>
                  <a:lnTo>
                    <a:pt x="1386783" y="71774"/>
                  </a:lnTo>
                  <a:lnTo>
                    <a:pt x="1315152" y="59675"/>
                  </a:lnTo>
                  <a:lnTo>
                    <a:pt x="1237223" y="48847"/>
                  </a:lnTo>
                  <a:lnTo>
                    <a:pt x="1153230" y="39175"/>
                  </a:lnTo>
                  <a:lnTo>
                    <a:pt x="1064191" y="30596"/>
                  </a:lnTo>
                  <a:lnTo>
                    <a:pt x="972126" y="23090"/>
                  </a:lnTo>
                  <a:lnTo>
                    <a:pt x="880152" y="16672"/>
                  </a:lnTo>
                  <a:lnTo>
                    <a:pt x="792347" y="11369"/>
                  </a:lnTo>
                  <a:lnTo>
                    <a:pt x="713274" y="7193"/>
                  </a:lnTo>
                  <a:lnTo>
                    <a:pt x="647176" y="4114"/>
                  </a:lnTo>
                  <a:lnTo>
                    <a:pt x="597025" y="2038"/>
                  </a:lnTo>
                  <a:lnTo>
                    <a:pt x="563734" y="806"/>
                  </a:lnTo>
                  <a:lnTo>
                    <a:pt x="545794" y="210"/>
                  </a:lnTo>
                  <a:lnTo>
                    <a:pt x="539388" y="1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546595" y="1490913"/>
              <a:ext cx="8234974" cy="3990843"/>
            </a:xfrm>
            <a:custGeom>
              <a:avLst/>
              <a:pathLst>
                <a:path w="8234974" h="3990843">
                  <a:moveTo>
                    <a:pt x="0" y="0"/>
                  </a:moveTo>
                  <a:lnTo>
                    <a:pt x="538736" y="0"/>
                  </a:lnTo>
                  <a:lnTo>
                    <a:pt x="540017" y="35"/>
                  </a:lnTo>
                  <a:lnTo>
                    <a:pt x="548373" y="291"/>
                  </a:lnTo>
                  <a:lnTo>
                    <a:pt x="569217" y="999"/>
                  </a:lnTo>
                  <a:lnTo>
                    <a:pt x="605920" y="2388"/>
                  </a:lnTo>
                  <a:lnTo>
                    <a:pt x="659487" y="4659"/>
                  </a:lnTo>
                  <a:lnTo>
                    <a:pt x="728540" y="7958"/>
                  </a:lnTo>
                  <a:lnTo>
                    <a:pt x="809772" y="12364"/>
                  </a:lnTo>
                  <a:lnTo>
                    <a:pt x="898796" y="17897"/>
                  </a:lnTo>
                  <a:lnTo>
                    <a:pt x="991094" y="24540"/>
                  </a:lnTo>
                  <a:lnTo>
                    <a:pt x="1082757" y="32266"/>
                  </a:lnTo>
                  <a:lnTo>
                    <a:pt x="1170892" y="41066"/>
                  </a:lnTo>
                  <a:lnTo>
                    <a:pt x="1253697" y="50967"/>
                  </a:lnTo>
                  <a:lnTo>
                    <a:pt x="1330333" y="62045"/>
                  </a:lnTo>
                  <a:lnTo>
                    <a:pt x="1400699" y="74423"/>
                  </a:lnTo>
                  <a:lnTo>
                    <a:pt x="1465203" y="88275"/>
                  </a:lnTo>
                  <a:lnTo>
                    <a:pt x="1524566" y="103816"/>
                  </a:lnTo>
                  <a:lnTo>
                    <a:pt x="1579679" y="121294"/>
                  </a:lnTo>
                  <a:lnTo>
                    <a:pt x="1631491" y="140962"/>
                  </a:lnTo>
                  <a:lnTo>
                    <a:pt x="1680926" y="163038"/>
                  </a:lnTo>
                  <a:lnTo>
                    <a:pt x="1719082" y="182391"/>
                  </a:lnTo>
                  <a:lnTo>
                    <a:pt x="1766125" y="208964"/>
                  </a:lnTo>
                  <a:lnTo>
                    <a:pt x="1812709" y="238119"/>
                  </a:lnTo>
                  <a:lnTo>
                    <a:pt x="1859278" y="269898"/>
                  </a:lnTo>
                  <a:lnTo>
                    <a:pt x="1906146" y="304265"/>
                  </a:lnTo>
                  <a:lnTo>
                    <a:pt x="1953507" y="341092"/>
                  </a:lnTo>
                  <a:lnTo>
                    <a:pt x="2001453" y="380158"/>
                  </a:lnTo>
                  <a:lnTo>
                    <a:pt x="2049983" y="421147"/>
                  </a:lnTo>
                  <a:lnTo>
                    <a:pt x="2099019" y="463654"/>
                  </a:lnTo>
                  <a:lnTo>
                    <a:pt x="2148423" y="507199"/>
                  </a:lnTo>
                  <a:lnTo>
                    <a:pt x="2198010" y="551251"/>
                  </a:lnTo>
                  <a:lnTo>
                    <a:pt x="2247579" y="595251"/>
                  </a:lnTo>
                  <a:lnTo>
                    <a:pt x="2296927" y="638643"/>
                  </a:lnTo>
                  <a:lnTo>
                    <a:pt x="2345879" y="680903"/>
                  </a:lnTo>
                  <a:lnTo>
                    <a:pt x="2394305" y="721565"/>
                  </a:lnTo>
                  <a:lnTo>
                    <a:pt x="2442140" y="760239"/>
                  </a:lnTo>
                  <a:lnTo>
                    <a:pt x="2489400" y="796625"/>
                  </a:lnTo>
                  <a:lnTo>
                    <a:pt x="2536195" y="830520"/>
                  </a:lnTo>
                  <a:lnTo>
                    <a:pt x="2582740" y="861815"/>
                  </a:lnTo>
                  <a:lnTo>
                    <a:pt x="2629370" y="890488"/>
                  </a:lnTo>
                  <a:lnTo>
                    <a:pt x="2667772" y="911959"/>
                  </a:lnTo>
                  <a:lnTo>
                    <a:pt x="2715903" y="936038"/>
                  </a:lnTo>
                  <a:lnTo>
                    <a:pt x="2765754" y="957607"/>
                  </a:lnTo>
                  <a:lnTo>
                    <a:pt x="2818165" y="976806"/>
                  </a:lnTo>
                  <a:lnTo>
                    <a:pt x="2874071" y="993867"/>
                  </a:lnTo>
                  <a:lnTo>
                    <a:pt x="2934418" y="1009043"/>
                  </a:lnTo>
                  <a:lnTo>
                    <a:pt x="3000072" y="1022577"/>
                  </a:lnTo>
                  <a:lnTo>
                    <a:pt x="3071703" y="1034676"/>
                  </a:lnTo>
                  <a:lnTo>
                    <a:pt x="3149631" y="1045504"/>
                  </a:lnTo>
                  <a:lnTo>
                    <a:pt x="3233625" y="1055175"/>
                  </a:lnTo>
                  <a:lnTo>
                    <a:pt x="3322663" y="1063755"/>
                  </a:lnTo>
                  <a:lnTo>
                    <a:pt x="3414729" y="1071260"/>
                  </a:lnTo>
                  <a:lnTo>
                    <a:pt x="3506703" y="1077678"/>
                  </a:lnTo>
                  <a:lnTo>
                    <a:pt x="3594507" y="1082981"/>
                  </a:lnTo>
                  <a:lnTo>
                    <a:pt x="3673580" y="1087157"/>
                  </a:lnTo>
                  <a:lnTo>
                    <a:pt x="3739678" y="1090236"/>
                  </a:lnTo>
                  <a:lnTo>
                    <a:pt x="3789829" y="1092312"/>
                  </a:lnTo>
                  <a:lnTo>
                    <a:pt x="3823121" y="1093544"/>
                  </a:lnTo>
                  <a:lnTo>
                    <a:pt x="3841061" y="1094141"/>
                  </a:lnTo>
                  <a:lnTo>
                    <a:pt x="3847467" y="1094333"/>
                  </a:lnTo>
                  <a:lnTo>
                    <a:pt x="3848118" y="1094351"/>
                  </a:lnTo>
                  <a:lnTo>
                    <a:pt x="4386855" y="1094351"/>
                  </a:lnTo>
                  <a:lnTo>
                    <a:pt x="4388018" y="1094437"/>
                  </a:lnTo>
                  <a:lnTo>
                    <a:pt x="4395625" y="1095050"/>
                  </a:lnTo>
                  <a:lnTo>
                    <a:pt x="4414664" y="1096747"/>
                  </a:lnTo>
                  <a:lnTo>
                    <a:pt x="4448356" y="1100079"/>
                  </a:lnTo>
                  <a:lnTo>
                    <a:pt x="4497862" y="1105539"/>
                  </a:lnTo>
                  <a:lnTo>
                    <a:pt x="4562229" y="1113501"/>
                  </a:lnTo>
                  <a:lnTo>
                    <a:pt x="4638714" y="1124183"/>
                  </a:lnTo>
                  <a:lnTo>
                    <a:pt x="4723467" y="1137660"/>
                  </a:lnTo>
                  <a:lnTo>
                    <a:pt x="4812344" y="1153904"/>
                  </a:lnTo>
                  <a:lnTo>
                    <a:pt x="4901595" y="1172850"/>
                  </a:lnTo>
                  <a:lnTo>
                    <a:pt x="4988297" y="1194457"/>
                  </a:lnTo>
                  <a:lnTo>
                    <a:pt x="5070488" y="1218757"/>
                  </a:lnTo>
                  <a:lnTo>
                    <a:pt x="5147106" y="1245886"/>
                  </a:lnTo>
                  <a:lnTo>
                    <a:pt x="5217820" y="1276094"/>
                  </a:lnTo>
                  <a:lnTo>
                    <a:pt x="5282823" y="1309745"/>
                  </a:lnTo>
                  <a:lnTo>
                    <a:pt x="5342655" y="1347315"/>
                  </a:lnTo>
                  <a:lnTo>
                    <a:pt x="5398064" y="1389362"/>
                  </a:lnTo>
                  <a:lnTo>
                    <a:pt x="5449892" y="1436497"/>
                  </a:lnTo>
                  <a:lnTo>
                    <a:pt x="5499000" y="1489306"/>
                  </a:lnTo>
                  <a:lnTo>
                    <a:pt x="5546193" y="1548238"/>
                  </a:lnTo>
                  <a:lnTo>
                    <a:pt x="5567201" y="1577100"/>
                  </a:lnTo>
                  <a:lnTo>
                    <a:pt x="5602352" y="1628916"/>
                  </a:lnTo>
                  <a:lnTo>
                    <a:pt x="5637174" y="1684505"/>
                  </a:lnTo>
                  <a:lnTo>
                    <a:pt x="5671875" y="1743945"/>
                  </a:lnTo>
                  <a:lnTo>
                    <a:pt x="5706619" y="1807251"/>
                  </a:lnTo>
                  <a:lnTo>
                    <a:pt x="5741529" y="1874373"/>
                  </a:lnTo>
                  <a:lnTo>
                    <a:pt x="5776692" y="1945187"/>
                  </a:lnTo>
                  <a:lnTo>
                    <a:pt x="5812162" y="2019492"/>
                  </a:lnTo>
                  <a:lnTo>
                    <a:pt x="5847964" y="2097007"/>
                  </a:lnTo>
                  <a:lnTo>
                    <a:pt x="5884092" y="2177376"/>
                  </a:lnTo>
                  <a:lnTo>
                    <a:pt x="5920521" y="2260167"/>
                  </a:lnTo>
                  <a:lnTo>
                    <a:pt x="5957200" y="2344886"/>
                  </a:lnTo>
                  <a:lnTo>
                    <a:pt x="5994065" y="2430981"/>
                  </a:lnTo>
                  <a:lnTo>
                    <a:pt x="6031038" y="2517864"/>
                  </a:lnTo>
                  <a:lnTo>
                    <a:pt x="6068036" y="2604923"/>
                  </a:lnTo>
                  <a:lnTo>
                    <a:pt x="6104972" y="2691540"/>
                  </a:lnTo>
                  <a:lnTo>
                    <a:pt x="6141766" y="2777111"/>
                  </a:lnTo>
                  <a:lnTo>
                    <a:pt x="6178344" y="2861061"/>
                  </a:lnTo>
                  <a:lnTo>
                    <a:pt x="6214647" y="2942863"/>
                  </a:lnTo>
                  <a:lnTo>
                    <a:pt x="6250637" y="3022048"/>
                  </a:lnTo>
                  <a:lnTo>
                    <a:pt x="6286294" y="3098216"/>
                  </a:lnTo>
                  <a:lnTo>
                    <a:pt x="6321627" y="3171042"/>
                  </a:lnTo>
                  <a:lnTo>
                    <a:pt x="6356672" y="3240281"/>
                  </a:lnTo>
                  <a:lnTo>
                    <a:pt x="6391497" y="3305765"/>
                  </a:lnTo>
                  <a:lnTo>
                    <a:pt x="6426206" y="3367403"/>
                  </a:lnTo>
                  <a:lnTo>
                    <a:pt x="6460937" y="3425174"/>
                  </a:lnTo>
                  <a:lnTo>
                    <a:pt x="6495872" y="3479121"/>
                  </a:lnTo>
                  <a:lnTo>
                    <a:pt x="6515891" y="3508094"/>
                  </a:lnTo>
                  <a:lnTo>
                    <a:pt x="6562447" y="3569875"/>
                  </a:lnTo>
                  <a:lnTo>
                    <a:pt x="6610591" y="3625427"/>
                  </a:lnTo>
                  <a:lnTo>
                    <a:pt x="6661077" y="3675073"/>
                  </a:lnTo>
                  <a:lnTo>
                    <a:pt x="6714751" y="3719357"/>
                  </a:lnTo>
                  <a:lnTo>
                    <a:pt x="6772473" y="3758888"/>
                  </a:lnTo>
                  <a:lnTo>
                    <a:pt x="6835043" y="3794256"/>
                  </a:lnTo>
                  <a:lnTo>
                    <a:pt x="6903112" y="3825977"/>
                  </a:lnTo>
                  <a:lnTo>
                    <a:pt x="6977051" y="3854468"/>
                  </a:lnTo>
                  <a:lnTo>
                    <a:pt x="7056792" y="3880030"/>
                  </a:lnTo>
                  <a:lnTo>
                    <a:pt x="7141629" y="3902852"/>
                  </a:lnTo>
                  <a:lnTo>
                    <a:pt x="7230027" y="3923009"/>
                  </a:lnTo>
                  <a:lnTo>
                    <a:pt x="7319496" y="3940489"/>
                  </a:lnTo>
                  <a:lnTo>
                    <a:pt x="7406626" y="3955231"/>
                  </a:lnTo>
                  <a:lnTo>
                    <a:pt x="7487383" y="3967182"/>
                  </a:lnTo>
                  <a:lnTo>
                    <a:pt x="7557683" y="3976363"/>
                  </a:lnTo>
                  <a:lnTo>
                    <a:pt x="7614183" y="3982923"/>
                  </a:lnTo>
                  <a:lnTo>
                    <a:pt x="7655050" y="3987167"/>
                  </a:lnTo>
                  <a:lnTo>
                    <a:pt x="7680468" y="3989541"/>
                  </a:lnTo>
                  <a:lnTo>
                    <a:pt x="7692753" y="3990577"/>
                  </a:lnTo>
                  <a:lnTo>
                    <a:pt x="7696125" y="3990835"/>
                  </a:lnTo>
                  <a:lnTo>
                    <a:pt x="7696237" y="3990843"/>
                  </a:lnTo>
                  <a:lnTo>
                    <a:pt x="8234974" y="39908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546595" y="1469135"/>
              <a:ext cx="8234974" cy="3990843"/>
            </a:xfrm>
            <a:custGeom>
              <a:avLst/>
              <a:pathLst>
                <a:path w="8234974" h="3990843">
                  <a:moveTo>
                    <a:pt x="8234974" y="3990843"/>
                  </a:moveTo>
                  <a:lnTo>
                    <a:pt x="7696237" y="3990843"/>
                  </a:lnTo>
                  <a:lnTo>
                    <a:pt x="7695075" y="3990757"/>
                  </a:lnTo>
                  <a:lnTo>
                    <a:pt x="7687468" y="3990144"/>
                  </a:lnTo>
                  <a:lnTo>
                    <a:pt x="7668428" y="3988447"/>
                  </a:lnTo>
                  <a:lnTo>
                    <a:pt x="7634737" y="3985115"/>
                  </a:lnTo>
                  <a:lnTo>
                    <a:pt x="7585230" y="3979655"/>
                  </a:lnTo>
                  <a:lnTo>
                    <a:pt x="7520863" y="3971693"/>
                  </a:lnTo>
                  <a:lnTo>
                    <a:pt x="7444378" y="3961011"/>
                  </a:lnTo>
                  <a:lnTo>
                    <a:pt x="7359625" y="3947534"/>
                  </a:lnTo>
                  <a:lnTo>
                    <a:pt x="7270749" y="3931290"/>
                  </a:lnTo>
                  <a:lnTo>
                    <a:pt x="7181497" y="3912344"/>
                  </a:lnTo>
                  <a:lnTo>
                    <a:pt x="7094795" y="3890737"/>
                  </a:lnTo>
                  <a:lnTo>
                    <a:pt x="7012605" y="3866437"/>
                  </a:lnTo>
                  <a:lnTo>
                    <a:pt x="6935986" y="3839308"/>
                  </a:lnTo>
                  <a:lnTo>
                    <a:pt x="6865272" y="3809100"/>
                  </a:lnTo>
                  <a:lnTo>
                    <a:pt x="6800270" y="3775448"/>
                  </a:lnTo>
                  <a:lnTo>
                    <a:pt x="6740437" y="3737879"/>
                  </a:lnTo>
                  <a:lnTo>
                    <a:pt x="6685028" y="3695832"/>
                  </a:lnTo>
                  <a:lnTo>
                    <a:pt x="6633200" y="3648697"/>
                  </a:lnTo>
                  <a:lnTo>
                    <a:pt x="6584093" y="3595888"/>
                  </a:lnTo>
                  <a:lnTo>
                    <a:pt x="6536900" y="3536955"/>
                  </a:lnTo>
                  <a:lnTo>
                    <a:pt x="6515891" y="3508094"/>
                  </a:lnTo>
                  <a:lnTo>
                    <a:pt x="6480741" y="3456278"/>
                  </a:lnTo>
                  <a:lnTo>
                    <a:pt x="6445919" y="3400689"/>
                  </a:lnTo>
                  <a:lnTo>
                    <a:pt x="6411217" y="3341249"/>
                  </a:lnTo>
                  <a:lnTo>
                    <a:pt x="6376473" y="3277943"/>
                  </a:lnTo>
                  <a:lnTo>
                    <a:pt x="6341563" y="3210821"/>
                  </a:lnTo>
                  <a:lnTo>
                    <a:pt x="6306400" y="3140007"/>
                  </a:lnTo>
                  <a:lnTo>
                    <a:pt x="6270930" y="3065702"/>
                  </a:lnTo>
                  <a:lnTo>
                    <a:pt x="6235129" y="2988187"/>
                  </a:lnTo>
                  <a:lnTo>
                    <a:pt x="6199000" y="2907818"/>
                  </a:lnTo>
                  <a:lnTo>
                    <a:pt x="6162572" y="2825026"/>
                  </a:lnTo>
                  <a:lnTo>
                    <a:pt x="6125893" y="2740308"/>
                  </a:lnTo>
                  <a:lnTo>
                    <a:pt x="6089028" y="2654213"/>
                  </a:lnTo>
                  <a:lnTo>
                    <a:pt x="6052054" y="2567330"/>
                  </a:lnTo>
                  <a:lnTo>
                    <a:pt x="6015057" y="2480271"/>
                  </a:lnTo>
                  <a:lnTo>
                    <a:pt x="5978120" y="2393654"/>
                  </a:lnTo>
                  <a:lnTo>
                    <a:pt x="5941327" y="2308083"/>
                  </a:lnTo>
                  <a:lnTo>
                    <a:pt x="5904749" y="2224133"/>
                  </a:lnTo>
                  <a:lnTo>
                    <a:pt x="5868445" y="2142331"/>
                  </a:lnTo>
                  <a:lnTo>
                    <a:pt x="5832456" y="2063146"/>
                  </a:lnTo>
                  <a:lnTo>
                    <a:pt x="5796798" y="1986978"/>
                  </a:lnTo>
                  <a:lnTo>
                    <a:pt x="5761466" y="1914152"/>
                  </a:lnTo>
                  <a:lnTo>
                    <a:pt x="5726421" y="1844913"/>
                  </a:lnTo>
                  <a:lnTo>
                    <a:pt x="5691595" y="1779428"/>
                  </a:lnTo>
                  <a:lnTo>
                    <a:pt x="5656887" y="1717791"/>
                  </a:lnTo>
                  <a:lnTo>
                    <a:pt x="5622156" y="1660020"/>
                  </a:lnTo>
                  <a:lnTo>
                    <a:pt x="5587220" y="1606073"/>
                  </a:lnTo>
                  <a:lnTo>
                    <a:pt x="5567201" y="1577100"/>
                  </a:lnTo>
                  <a:lnTo>
                    <a:pt x="5520645" y="1515319"/>
                  </a:lnTo>
                  <a:lnTo>
                    <a:pt x="5472502" y="1459767"/>
                  </a:lnTo>
                  <a:lnTo>
                    <a:pt x="5422015" y="1410120"/>
                  </a:lnTo>
                  <a:lnTo>
                    <a:pt x="5368341" y="1365837"/>
                  </a:lnTo>
                  <a:lnTo>
                    <a:pt x="5310620" y="1326306"/>
                  </a:lnTo>
                  <a:lnTo>
                    <a:pt x="5248050" y="1290937"/>
                  </a:lnTo>
                  <a:lnTo>
                    <a:pt x="5179981" y="1259217"/>
                  </a:lnTo>
                  <a:lnTo>
                    <a:pt x="5106041" y="1230726"/>
                  </a:lnTo>
                  <a:lnTo>
                    <a:pt x="5026300" y="1205163"/>
                  </a:lnTo>
                  <a:lnTo>
                    <a:pt x="4941463" y="1182342"/>
                  </a:lnTo>
                  <a:lnTo>
                    <a:pt x="4853066" y="1162185"/>
                  </a:lnTo>
                  <a:lnTo>
                    <a:pt x="4763597" y="1144705"/>
                  </a:lnTo>
                  <a:lnTo>
                    <a:pt x="4676466" y="1129963"/>
                  </a:lnTo>
                  <a:lnTo>
                    <a:pt x="4595709" y="1118012"/>
                  </a:lnTo>
                  <a:lnTo>
                    <a:pt x="4525409" y="1108831"/>
                  </a:lnTo>
                  <a:lnTo>
                    <a:pt x="4468909" y="1102271"/>
                  </a:lnTo>
                  <a:lnTo>
                    <a:pt x="4428043" y="1098027"/>
                  </a:lnTo>
                  <a:lnTo>
                    <a:pt x="4402624" y="1095653"/>
                  </a:lnTo>
                  <a:lnTo>
                    <a:pt x="4390340" y="1094617"/>
                  </a:lnTo>
                  <a:lnTo>
                    <a:pt x="4386968" y="1094359"/>
                  </a:lnTo>
                  <a:lnTo>
                    <a:pt x="4386855" y="1094351"/>
                  </a:lnTo>
                  <a:lnTo>
                    <a:pt x="3848118" y="1094351"/>
                  </a:lnTo>
                  <a:lnTo>
                    <a:pt x="3846838" y="1094315"/>
                  </a:lnTo>
                  <a:lnTo>
                    <a:pt x="3838481" y="1094059"/>
                  </a:lnTo>
                  <a:lnTo>
                    <a:pt x="3817637" y="1093351"/>
                  </a:lnTo>
                  <a:lnTo>
                    <a:pt x="3780935" y="1091962"/>
                  </a:lnTo>
                  <a:lnTo>
                    <a:pt x="3727367" y="1089691"/>
                  </a:lnTo>
                  <a:lnTo>
                    <a:pt x="3658314" y="1086393"/>
                  </a:lnTo>
                  <a:lnTo>
                    <a:pt x="3577083" y="1081987"/>
                  </a:lnTo>
                  <a:lnTo>
                    <a:pt x="3488059" y="1076453"/>
                  </a:lnTo>
                  <a:lnTo>
                    <a:pt x="3395761" y="1069811"/>
                  </a:lnTo>
                  <a:lnTo>
                    <a:pt x="3304097" y="1062085"/>
                  </a:lnTo>
                  <a:lnTo>
                    <a:pt x="3215963" y="1053285"/>
                  </a:lnTo>
                  <a:lnTo>
                    <a:pt x="3133158" y="1043383"/>
                  </a:lnTo>
                  <a:lnTo>
                    <a:pt x="3056522" y="1032305"/>
                  </a:lnTo>
                  <a:lnTo>
                    <a:pt x="2986155" y="1019927"/>
                  </a:lnTo>
                  <a:lnTo>
                    <a:pt x="2921652" y="1006076"/>
                  </a:lnTo>
                  <a:lnTo>
                    <a:pt x="2862289" y="990534"/>
                  </a:lnTo>
                  <a:lnTo>
                    <a:pt x="2807176" y="973056"/>
                  </a:lnTo>
                  <a:lnTo>
                    <a:pt x="2755364" y="953388"/>
                  </a:lnTo>
                  <a:lnTo>
                    <a:pt x="2705929" y="931312"/>
                  </a:lnTo>
                  <a:lnTo>
                    <a:pt x="2667772" y="911959"/>
                  </a:lnTo>
                  <a:lnTo>
                    <a:pt x="2620729" y="885387"/>
                  </a:lnTo>
                  <a:lnTo>
                    <a:pt x="2574146" y="856232"/>
                  </a:lnTo>
                  <a:lnTo>
                    <a:pt x="2527576" y="824452"/>
                  </a:lnTo>
                  <a:lnTo>
                    <a:pt x="2480708" y="790086"/>
                  </a:lnTo>
                  <a:lnTo>
                    <a:pt x="2433347" y="753258"/>
                  </a:lnTo>
                  <a:lnTo>
                    <a:pt x="2385402" y="714192"/>
                  </a:lnTo>
                  <a:lnTo>
                    <a:pt x="2336872" y="673203"/>
                  </a:lnTo>
                  <a:lnTo>
                    <a:pt x="2287835" y="630697"/>
                  </a:lnTo>
                  <a:lnTo>
                    <a:pt x="2238432" y="587151"/>
                  </a:lnTo>
                  <a:lnTo>
                    <a:pt x="2188844" y="543099"/>
                  </a:lnTo>
                  <a:lnTo>
                    <a:pt x="2139276" y="499100"/>
                  </a:lnTo>
                  <a:lnTo>
                    <a:pt x="2089928" y="455707"/>
                  </a:lnTo>
                  <a:lnTo>
                    <a:pt x="2040976" y="413447"/>
                  </a:lnTo>
                  <a:lnTo>
                    <a:pt x="1992550" y="372785"/>
                  </a:lnTo>
                  <a:lnTo>
                    <a:pt x="1944715" y="334112"/>
                  </a:lnTo>
                  <a:lnTo>
                    <a:pt x="1897455" y="297725"/>
                  </a:lnTo>
                  <a:lnTo>
                    <a:pt x="1850660" y="263830"/>
                  </a:lnTo>
                  <a:lnTo>
                    <a:pt x="1804115" y="232535"/>
                  </a:lnTo>
                  <a:lnTo>
                    <a:pt x="1757484" y="203863"/>
                  </a:lnTo>
                  <a:lnTo>
                    <a:pt x="1719082" y="182391"/>
                  </a:lnTo>
                  <a:lnTo>
                    <a:pt x="1670952" y="158313"/>
                  </a:lnTo>
                  <a:lnTo>
                    <a:pt x="1621101" y="136744"/>
                  </a:lnTo>
                  <a:lnTo>
                    <a:pt x="1568690" y="117544"/>
                  </a:lnTo>
                  <a:lnTo>
                    <a:pt x="1512783" y="100484"/>
                  </a:lnTo>
                  <a:lnTo>
                    <a:pt x="1452436" y="85307"/>
                  </a:lnTo>
                  <a:lnTo>
                    <a:pt x="1386783" y="71774"/>
                  </a:lnTo>
                  <a:lnTo>
                    <a:pt x="1315152" y="59675"/>
                  </a:lnTo>
                  <a:lnTo>
                    <a:pt x="1237223" y="48847"/>
                  </a:lnTo>
                  <a:lnTo>
                    <a:pt x="1153230" y="39175"/>
                  </a:lnTo>
                  <a:lnTo>
                    <a:pt x="1064191" y="30596"/>
                  </a:lnTo>
                  <a:lnTo>
                    <a:pt x="972126" y="23090"/>
                  </a:lnTo>
                  <a:lnTo>
                    <a:pt x="880152" y="16672"/>
                  </a:lnTo>
                  <a:lnTo>
                    <a:pt x="792347" y="11369"/>
                  </a:lnTo>
                  <a:lnTo>
                    <a:pt x="713274" y="7193"/>
                  </a:lnTo>
                  <a:lnTo>
                    <a:pt x="647176" y="4114"/>
                  </a:lnTo>
                  <a:lnTo>
                    <a:pt x="597025" y="2038"/>
                  </a:lnTo>
                  <a:lnTo>
                    <a:pt x="563734" y="806"/>
                  </a:lnTo>
                  <a:lnTo>
                    <a:pt x="545794" y="210"/>
                  </a:lnTo>
                  <a:lnTo>
                    <a:pt x="539388" y="1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" name="pg35"/>
            <p:cNvSpPr/>
            <p:nvPr/>
          </p:nvSpPr>
          <p:spPr>
            <a:xfrm>
              <a:off x="546595" y="614343"/>
              <a:ext cx="8234974" cy="5128751"/>
            </a:xfrm>
            <a:custGeom>
              <a:avLst/>
              <a:pathLst>
                <a:path w="8234974" h="5128751">
                  <a:moveTo>
                    <a:pt x="0" y="2515374"/>
                  </a:moveTo>
                  <a:lnTo>
                    <a:pt x="538736" y="2515374"/>
                  </a:lnTo>
                  <a:lnTo>
                    <a:pt x="539922" y="2515453"/>
                  </a:lnTo>
                  <a:lnTo>
                    <a:pt x="547678" y="2516018"/>
                  </a:lnTo>
                  <a:lnTo>
                    <a:pt x="567077" y="2517581"/>
                  </a:lnTo>
                  <a:lnTo>
                    <a:pt x="601369" y="2520649"/>
                  </a:lnTo>
                  <a:lnTo>
                    <a:pt x="651692" y="2525674"/>
                  </a:lnTo>
                  <a:lnTo>
                    <a:pt x="717006" y="2532995"/>
                  </a:lnTo>
                  <a:lnTo>
                    <a:pt x="794460" y="2542810"/>
                  </a:lnTo>
                  <a:lnTo>
                    <a:pt x="880096" y="2555181"/>
                  </a:lnTo>
                  <a:lnTo>
                    <a:pt x="969690" y="2570080"/>
                  </a:lnTo>
                  <a:lnTo>
                    <a:pt x="1059458" y="2587445"/>
                  </a:lnTo>
                  <a:lnTo>
                    <a:pt x="1146476" y="2607244"/>
                  </a:lnTo>
                  <a:lnTo>
                    <a:pt x="1228814" y="2629513"/>
                  </a:lnTo>
                  <a:lnTo>
                    <a:pt x="1305452" y="2654383"/>
                  </a:lnTo>
                  <a:lnTo>
                    <a:pt x="1376105" y="2682093"/>
                  </a:lnTo>
                  <a:lnTo>
                    <a:pt x="1441008" y="2712990"/>
                  </a:lnTo>
                  <a:lnTo>
                    <a:pt x="1500741" y="2747520"/>
                  </a:lnTo>
                  <a:lnTo>
                    <a:pt x="1556080" y="2786203"/>
                  </a:lnTo>
                  <a:lnTo>
                    <a:pt x="1607890" y="2829603"/>
                  </a:lnTo>
                  <a:lnTo>
                    <a:pt x="1657047" y="2878253"/>
                  </a:lnTo>
                  <a:lnTo>
                    <a:pt x="1704360" y="2932537"/>
                  </a:lnTo>
                  <a:lnTo>
                    <a:pt x="1719082" y="2950937"/>
                  </a:lnTo>
                  <a:lnTo>
                    <a:pt x="1755679" y="2999696"/>
                  </a:lnTo>
                  <a:lnTo>
                    <a:pt x="1791930" y="3052152"/>
                  </a:lnTo>
                  <a:lnTo>
                    <a:pt x="1828066" y="3108379"/>
                  </a:lnTo>
                  <a:lnTo>
                    <a:pt x="1864267" y="3168385"/>
                  </a:lnTo>
                  <a:lnTo>
                    <a:pt x="1900666" y="3232111"/>
                  </a:lnTo>
                  <a:lnTo>
                    <a:pt x="1937354" y="3299413"/>
                  </a:lnTo>
                  <a:lnTo>
                    <a:pt x="1974384" y="3370071"/>
                  </a:lnTo>
                  <a:lnTo>
                    <a:pt x="2011775" y="3443775"/>
                  </a:lnTo>
                  <a:lnTo>
                    <a:pt x="2049514" y="3520140"/>
                  </a:lnTo>
                  <a:lnTo>
                    <a:pt x="2087560" y="3598700"/>
                  </a:lnTo>
                  <a:lnTo>
                    <a:pt x="2125850" y="3678929"/>
                  </a:lnTo>
                  <a:lnTo>
                    <a:pt x="2164306" y="3760246"/>
                  </a:lnTo>
                  <a:lnTo>
                    <a:pt x="2202833" y="3842038"/>
                  </a:lnTo>
                  <a:lnTo>
                    <a:pt x="2241338" y="3923676"/>
                  </a:lnTo>
                  <a:lnTo>
                    <a:pt x="2279723" y="4004537"/>
                  </a:lnTo>
                  <a:lnTo>
                    <a:pt x="2317904" y="4084020"/>
                  </a:lnTo>
                  <a:lnTo>
                    <a:pt x="2355806" y="4161571"/>
                  </a:lnTo>
                  <a:lnTo>
                    <a:pt x="2393379" y="4236690"/>
                  </a:lnTo>
                  <a:lnTo>
                    <a:pt x="2430593" y="4308951"/>
                  </a:lnTo>
                  <a:lnTo>
                    <a:pt x="2467452" y="4378004"/>
                  </a:lnTo>
                  <a:lnTo>
                    <a:pt x="2503990" y="4443582"/>
                  </a:lnTo>
                  <a:lnTo>
                    <a:pt x="2540278" y="4505505"/>
                  </a:lnTo>
                  <a:lnTo>
                    <a:pt x="2576428" y="4563669"/>
                  </a:lnTo>
                  <a:lnTo>
                    <a:pt x="2612595" y="4618050"/>
                  </a:lnTo>
                  <a:lnTo>
                    <a:pt x="2648982" y="4668688"/>
                  </a:lnTo>
                  <a:lnTo>
                    <a:pt x="2667772" y="4693188"/>
                  </a:lnTo>
                  <a:lnTo>
                    <a:pt x="2714649" y="4749289"/>
                  </a:lnTo>
                  <a:lnTo>
                    <a:pt x="2763139" y="4799694"/>
                  </a:lnTo>
                  <a:lnTo>
                    <a:pt x="2814015" y="4844704"/>
                  </a:lnTo>
                  <a:lnTo>
                    <a:pt x="2868139" y="4884821"/>
                  </a:lnTo>
                  <a:lnTo>
                    <a:pt x="2926389" y="4920608"/>
                  </a:lnTo>
                  <a:lnTo>
                    <a:pt x="2989580" y="4952604"/>
                  </a:lnTo>
                  <a:lnTo>
                    <a:pt x="3058365" y="4981282"/>
                  </a:lnTo>
                  <a:lnTo>
                    <a:pt x="3133108" y="5007021"/>
                  </a:lnTo>
                  <a:lnTo>
                    <a:pt x="3213711" y="5030094"/>
                  </a:lnTo>
                  <a:lnTo>
                    <a:pt x="3299409" y="5050668"/>
                  </a:lnTo>
                  <a:lnTo>
                    <a:pt x="3388575" y="5068806"/>
                  </a:lnTo>
                  <a:lnTo>
                    <a:pt x="3478598" y="5084493"/>
                  </a:lnTo>
                  <a:lnTo>
                    <a:pt x="3565937" y="5097671"/>
                  </a:lnTo>
                  <a:lnTo>
                    <a:pt x="3646441" y="5108294"/>
                  </a:lnTo>
                  <a:lnTo>
                    <a:pt x="3715981" y="5116392"/>
                  </a:lnTo>
                  <a:lnTo>
                    <a:pt x="3771264" y="5122114"/>
                  </a:lnTo>
                  <a:lnTo>
                    <a:pt x="3810620" y="5125758"/>
                  </a:lnTo>
                  <a:lnTo>
                    <a:pt x="3834483" y="5127744"/>
                  </a:lnTo>
                  <a:lnTo>
                    <a:pt x="3845460" y="5128569"/>
                  </a:lnTo>
                  <a:lnTo>
                    <a:pt x="3848118" y="5128751"/>
                  </a:lnTo>
                  <a:lnTo>
                    <a:pt x="4386855" y="5128751"/>
                  </a:lnTo>
                  <a:lnTo>
                    <a:pt x="4387693" y="5128642"/>
                  </a:lnTo>
                  <a:lnTo>
                    <a:pt x="4393215" y="5127868"/>
                  </a:lnTo>
                  <a:lnTo>
                    <a:pt x="4407180" y="5125729"/>
                  </a:lnTo>
                  <a:lnTo>
                    <a:pt x="4432253" y="5121515"/>
                  </a:lnTo>
                  <a:lnTo>
                    <a:pt x="4469833" y="5114562"/>
                  </a:lnTo>
                  <a:lnTo>
                    <a:pt x="4519941" y="5104318"/>
                  </a:lnTo>
                  <a:lnTo>
                    <a:pt x="4581299" y="5090388"/>
                  </a:lnTo>
                  <a:lnTo>
                    <a:pt x="4651619" y="5072558"/>
                  </a:lnTo>
                  <a:lnTo>
                    <a:pt x="4728037" y="5050767"/>
                  </a:lnTo>
                  <a:lnTo>
                    <a:pt x="4807580" y="5025062"/>
                  </a:lnTo>
                  <a:lnTo>
                    <a:pt x="4887558" y="4995527"/>
                  </a:lnTo>
                  <a:lnTo>
                    <a:pt x="4965802" y="4962223"/>
                  </a:lnTo>
                  <a:lnTo>
                    <a:pt x="5040762" y="4925131"/>
                  </a:lnTo>
                  <a:lnTo>
                    <a:pt x="5111488" y="4884127"/>
                  </a:lnTo>
                  <a:lnTo>
                    <a:pt x="5177544" y="4838956"/>
                  </a:lnTo>
                  <a:lnTo>
                    <a:pt x="5238889" y="4789230"/>
                  </a:lnTo>
                  <a:lnTo>
                    <a:pt x="5295772" y="4734435"/>
                  </a:lnTo>
                  <a:lnTo>
                    <a:pt x="5348629" y="4673937"/>
                  </a:lnTo>
                  <a:lnTo>
                    <a:pt x="5398011" y="4607013"/>
                  </a:lnTo>
                  <a:lnTo>
                    <a:pt x="5444527" y="4532886"/>
                  </a:lnTo>
                  <a:lnTo>
                    <a:pt x="5488793" y="4450805"/>
                  </a:lnTo>
                  <a:lnTo>
                    <a:pt x="5531399" y="4360153"/>
                  </a:lnTo>
                  <a:lnTo>
                    <a:pt x="5567201" y="4274866"/>
                  </a:lnTo>
                  <a:lnTo>
                    <a:pt x="5594622" y="4204032"/>
                  </a:lnTo>
                  <a:lnTo>
                    <a:pt x="5621812" y="4129172"/>
                  </a:lnTo>
                  <a:lnTo>
                    <a:pt x="5648878" y="4050205"/>
                  </a:lnTo>
                  <a:lnTo>
                    <a:pt x="5675908" y="3967089"/>
                  </a:lnTo>
                  <a:lnTo>
                    <a:pt x="5702975" y="3879822"/>
                  </a:lnTo>
                  <a:lnTo>
                    <a:pt x="5730136" y="3788446"/>
                  </a:lnTo>
                  <a:lnTo>
                    <a:pt x="5757436" y="3693053"/>
                  </a:lnTo>
                  <a:lnTo>
                    <a:pt x="5784908" y="3593781"/>
                  </a:lnTo>
                  <a:lnTo>
                    <a:pt x="5812572" y="3490821"/>
                  </a:lnTo>
                  <a:lnTo>
                    <a:pt x="5840437" y="3384415"/>
                  </a:lnTo>
                  <a:lnTo>
                    <a:pt x="5868503" y="3274857"/>
                  </a:lnTo>
                  <a:lnTo>
                    <a:pt x="5896761" y="3162487"/>
                  </a:lnTo>
                  <a:lnTo>
                    <a:pt x="5925192" y="3047692"/>
                  </a:lnTo>
                  <a:lnTo>
                    <a:pt x="5953771" y="2930900"/>
                  </a:lnTo>
                  <a:lnTo>
                    <a:pt x="5982467" y="2812570"/>
                  </a:lnTo>
                  <a:lnTo>
                    <a:pt x="6011244" y="2693192"/>
                  </a:lnTo>
                  <a:lnTo>
                    <a:pt x="6040063" y="2573271"/>
                  </a:lnTo>
                  <a:lnTo>
                    <a:pt x="6068885" y="2453323"/>
                  </a:lnTo>
                  <a:lnTo>
                    <a:pt x="6097668" y="2333865"/>
                  </a:lnTo>
                  <a:lnTo>
                    <a:pt x="6126374" y="2215405"/>
                  </a:lnTo>
                  <a:lnTo>
                    <a:pt x="6154967" y="2098433"/>
                  </a:lnTo>
                  <a:lnTo>
                    <a:pt x="6183414" y="1983413"/>
                  </a:lnTo>
                  <a:lnTo>
                    <a:pt x="6211691" y="1870775"/>
                  </a:lnTo>
                  <a:lnTo>
                    <a:pt x="6239777" y="1760910"/>
                  </a:lnTo>
                  <a:lnTo>
                    <a:pt x="6267664" y="1654166"/>
                  </a:lnTo>
                  <a:lnTo>
                    <a:pt x="6295348" y="1550839"/>
                  </a:lnTo>
                  <a:lnTo>
                    <a:pt x="6322839" y="1451178"/>
                  </a:lnTo>
                  <a:lnTo>
                    <a:pt x="6350155" y="1355378"/>
                  </a:lnTo>
                  <a:lnTo>
                    <a:pt x="6377329" y="1263585"/>
                  </a:lnTo>
                  <a:lnTo>
                    <a:pt x="6404403" y="1175893"/>
                  </a:lnTo>
                  <a:lnTo>
                    <a:pt x="6431433" y="1092349"/>
                  </a:lnTo>
                  <a:lnTo>
                    <a:pt x="6458492" y="1012956"/>
                  </a:lnTo>
                  <a:lnTo>
                    <a:pt x="6485665" y="937676"/>
                  </a:lnTo>
                  <a:lnTo>
                    <a:pt x="6513056" y="866433"/>
                  </a:lnTo>
                  <a:lnTo>
                    <a:pt x="6515891" y="859328"/>
                  </a:lnTo>
                  <a:lnTo>
                    <a:pt x="6557481" y="761036"/>
                  </a:lnTo>
                  <a:lnTo>
                    <a:pt x="6600283" y="671591"/>
                  </a:lnTo>
                  <a:lnTo>
                    <a:pt x="6644823" y="590646"/>
                  </a:lnTo>
                  <a:lnTo>
                    <a:pt x="6691696" y="517557"/>
                  </a:lnTo>
                  <a:lnTo>
                    <a:pt x="6741522" y="451563"/>
                  </a:lnTo>
                  <a:lnTo>
                    <a:pt x="6794902" y="391892"/>
                  </a:lnTo>
                  <a:lnTo>
                    <a:pt x="6852377" y="337830"/>
                  </a:lnTo>
                  <a:lnTo>
                    <a:pt x="6914362" y="288759"/>
                  </a:lnTo>
                  <a:lnTo>
                    <a:pt x="6981071" y="244182"/>
                  </a:lnTo>
                  <a:lnTo>
                    <a:pt x="7052416" y="203728"/>
                  </a:lnTo>
                  <a:lnTo>
                    <a:pt x="7127897" y="167163"/>
                  </a:lnTo>
                  <a:lnTo>
                    <a:pt x="7206486" y="134377"/>
                  </a:lnTo>
                  <a:lnTo>
                    <a:pt x="7286546" y="105365"/>
                  </a:lnTo>
                  <a:lnTo>
                    <a:pt x="7365829" y="80194"/>
                  </a:lnTo>
                  <a:lnTo>
                    <a:pt x="7441585" y="58947"/>
                  </a:lnTo>
                  <a:lnTo>
                    <a:pt x="7510833" y="41660"/>
                  </a:lnTo>
                  <a:lnTo>
                    <a:pt x="7570760" y="28254"/>
                  </a:lnTo>
                  <a:lnTo>
                    <a:pt x="7619192" y="18491"/>
                  </a:lnTo>
                  <a:lnTo>
                    <a:pt x="7655017" y="11951"/>
                  </a:lnTo>
                  <a:lnTo>
                    <a:pt x="7678448" y="8064"/>
                  </a:lnTo>
                  <a:lnTo>
                    <a:pt x="7691065" y="6155"/>
                  </a:lnTo>
                  <a:lnTo>
                    <a:pt x="7695696" y="551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9" y="108"/>
                  </a:lnTo>
                  <a:lnTo>
                    <a:pt x="7689877" y="882"/>
                  </a:lnTo>
                  <a:lnTo>
                    <a:pt x="7675913" y="3022"/>
                  </a:lnTo>
                  <a:lnTo>
                    <a:pt x="7650840" y="7236"/>
                  </a:lnTo>
                  <a:lnTo>
                    <a:pt x="7613260" y="14188"/>
                  </a:lnTo>
                  <a:lnTo>
                    <a:pt x="7563152" y="24432"/>
                  </a:lnTo>
                  <a:lnTo>
                    <a:pt x="7501793" y="38362"/>
                  </a:lnTo>
                  <a:lnTo>
                    <a:pt x="7431473" y="56193"/>
                  </a:lnTo>
                  <a:lnTo>
                    <a:pt x="7355056" y="77984"/>
                  </a:lnTo>
                  <a:lnTo>
                    <a:pt x="7275512" y="103689"/>
                  </a:lnTo>
                  <a:lnTo>
                    <a:pt x="7195534" y="133223"/>
                  </a:lnTo>
                  <a:lnTo>
                    <a:pt x="7117291" y="166528"/>
                  </a:lnTo>
                  <a:lnTo>
                    <a:pt x="7042331" y="203619"/>
                  </a:lnTo>
                  <a:lnTo>
                    <a:pt x="6971604" y="244623"/>
                  </a:lnTo>
                  <a:lnTo>
                    <a:pt x="6905549" y="289794"/>
                  </a:lnTo>
                  <a:lnTo>
                    <a:pt x="6844203" y="339520"/>
                  </a:lnTo>
                  <a:lnTo>
                    <a:pt x="6787321" y="394315"/>
                  </a:lnTo>
                  <a:lnTo>
                    <a:pt x="6734464" y="454813"/>
                  </a:lnTo>
                  <a:lnTo>
                    <a:pt x="6685081" y="521737"/>
                  </a:lnTo>
                  <a:lnTo>
                    <a:pt x="6638566" y="595864"/>
                  </a:lnTo>
                  <a:lnTo>
                    <a:pt x="6594299" y="677945"/>
                  </a:lnTo>
                  <a:lnTo>
                    <a:pt x="6551694" y="768597"/>
                  </a:lnTo>
                  <a:lnTo>
                    <a:pt x="6515891" y="853884"/>
                  </a:lnTo>
                  <a:lnTo>
                    <a:pt x="6488470" y="924718"/>
                  </a:lnTo>
                  <a:lnTo>
                    <a:pt x="6461280" y="999579"/>
                  </a:lnTo>
                  <a:lnTo>
                    <a:pt x="6434214" y="1078546"/>
                  </a:lnTo>
                  <a:lnTo>
                    <a:pt x="6407184" y="1161662"/>
                  </a:lnTo>
                  <a:lnTo>
                    <a:pt x="6380118" y="1248929"/>
                  </a:lnTo>
                  <a:lnTo>
                    <a:pt x="6352957" y="1340304"/>
                  </a:lnTo>
                  <a:lnTo>
                    <a:pt x="6325657" y="1435697"/>
                  </a:lnTo>
                  <a:lnTo>
                    <a:pt x="6298185" y="1534969"/>
                  </a:lnTo>
                  <a:lnTo>
                    <a:pt x="6270521" y="1637929"/>
                  </a:lnTo>
                  <a:lnTo>
                    <a:pt x="6242656" y="1744335"/>
                  </a:lnTo>
                  <a:lnTo>
                    <a:pt x="6214589" y="1853893"/>
                  </a:lnTo>
                  <a:lnTo>
                    <a:pt x="6186331" y="1966263"/>
                  </a:lnTo>
                  <a:lnTo>
                    <a:pt x="6157901" y="2081058"/>
                  </a:lnTo>
                  <a:lnTo>
                    <a:pt x="6129322" y="2197850"/>
                  </a:lnTo>
                  <a:lnTo>
                    <a:pt x="6100626" y="2316180"/>
                  </a:lnTo>
                  <a:lnTo>
                    <a:pt x="6071849" y="2435558"/>
                  </a:lnTo>
                  <a:lnTo>
                    <a:pt x="6043029" y="2555479"/>
                  </a:lnTo>
                  <a:lnTo>
                    <a:pt x="6014207" y="2675427"/>
                  </a:lnTo>
                  <a:lnTo>
                    <a:pt x="5985424" y="2794885"/>
                  </a:lnTo>
                  <a:lnTo>
                    <a:pt x="5956718" y="2913345"/>
                  </a:lnTo>
                  <a:lnTo>
                    <a:pt x="5928126" y="3030317"/>
                  </a:lnTo>
                  <a:lnTo>
                    <a:pt x="5899678" y="3145338"/>
                  </a:lnTo>
                  <a:lnTo>
                    <a:pt x="5871402" y="3257976"/>
                  </a:lnTo>
                  <a:lnTo>
                    <a:pt x="5843315" y="3367840"/>
                  </a:lnTo>
                  <a:lnTo>
                    <a:pt x="5815429" y="3474584"/>
                  </a:lnTo>
                  <a:lnTo>
                    <a:pt x="5787745" y="3577911"/>
                  </a:lnTo>
                  <a:lnTo>
                    <a:pt x="5760254" y="3677572"/>
                  </a:lnTo>
                  <a:lnTo>
                    <a:pt x="5732937" y="3773372"/>
                  </a:lnTo>
                  <a:lnTo>
                    <a:pt x="5705764" y="3865165"/>
                  </a:lnTo>
                  <a:lnTo>
                    <a:pt x="5678690" y="3952857"/>
                  </a:lnTo>
                  <a:lnTo>
                    <a:pt x="5651659" y="4036401"/>
                  </a:lnTo>
                  <a:lnTo>
                    <a:pt x="5624601" y="4115794"/>
                  </a:lnTo>
                  <a:lnTo>
                    <a:pt x="5597428" y="4191074"/>
                  </a:lnTo>
                  <a:lnTo>
                    <a:pt x="5570036" y="4262317"/>
                  </a:lnTo>
                  <a:lnTo>
                    <a:pt x="5567201" y="4269422"/>
                  </a:lnTo>
                  <a:lnTo>
                    <a:pt x="5525611" y="4367715"/>
                  </a:lnTo>
                  <a:lnTo>
                    <a:pt x="5482810" y="4457159"/>
                  </a:lnTo>
                  <a:lnTo>
                    <a:pt x="5438269" y="4538104"/>
                  </a:lnTo>
                  <a:lnTo>
                    <a:pt x="5391396" y="4611193"/>
                  </a:lnTo>
                  <a:lnTo>
                    <a:pt x="5341570" y="4677187"/>
                  </a:lnTo>
                  <a:lnTo>
                    <a:pt x="5288190" y="4736859"/>
                  </a:lnTo>
                  <a:lnTo>
                    <a:pt x="5230715" y="4790921"/>
                  </a:lnTo>
                  <a:lnTo>
                    <a:pt x="5168731" y="4839991"/>
                  </a:lnTo>
                  <a:lnTo>
                    <a:pt x="5102022" y="4884569"/>
                  </a:lnTo>
                  <a:lnTo>
                    <a:pt x="5030676" y="4925022"/>
                  </a:lnTo>
                  <a:lnTo>
                    <a:pt x="4955195" y="4961587"/>
                  </a:lnTo>
                  <a:lnTo>
                    <a:pt x="4876607" y="4994374"/>
                  </a:lnTo>
                  <a:lnTo>
                    <a:pt x="4796546" y="5023386"/>
                  </a:lnTo>
                  <a:lnTo>
                    <a:pt x="4717264" y="5048557"/>
                  </a:lnTo>
                  <a:lnTo>
                    <a:pt x="4641507" y="5069803"/>
                  </a:lnTo>
                  <a:lnTo>
                    <a:pt x="4572259" y="5087090"/>
                  </a:lnTo>
                  <a:lnTo>
                    <a:pt x="4512332" y="5100496"/>
                  </a:lnTo>
                  <a:lnTo>
                    <a:pt x="4463901" y="5110260"/>
                  </a:lnTo>
                  <a:lnTo>
                    <a:pt x="4428075" y="5116799"/>
                  </a:lnTo>
                  <a:lnTo>
                    <a:pt x="4404645" y="5120686"/>
                  </a:lnTo>
                  <a:lnTo>
                    <a:pt x="4392027" y="5122595"/>
                  </a:lnTo>
                  <a:lnTo>
                    <a:pt x="4387396" y="5123237"/>
                  </a:lnTo>
                  <a:lnTo>
                    <a:pt x="4386855" y="5123306"/>
                  </a:lnTo>
                  <a:lnTo>
                    <a:pt x="3848118" y="5123306"/>
                  </a:lnTo>
                  <a:lnTo>
                    <a:pt x="3846932" y="5123227"/>
                  </a:lnTo>
                  <a:lnTo>
                    <a:pt x="3839176" y="5122662"/>
                  </a:lnTo>
                  <a:lnTo>
                    <a:pt x="3819778" y="5121100"/>
                  </a:lnTo>
                  <a:lnTo>
                    <a:pt x="3785485" y="5118032"/>
                  </a:lnTo>
                  <a:lnTo>
                    <a:pt x="3735163" y="5113007"/>
                  </a:lnTo>
                  <a:lnTo>
                    <a:pt x="3669848" y="5105685"/>
                  </a:lnTo>
                  <a:lnTo>
                    <a:pt x="3592394" y="5095870"/>
                  </a:lnTo>
                  <a:lnTo>
                    <a:pt x="3506759" y="5083499"/>
                  </a:lnTo>
                  <a:lnTo>
                    <a:pt x="3417165" y="5068601"/>
                  </a:lnTo>
                  <a:lnTo>
                    <a:pt x="3327397" y="5051235"/>
                  </a:lnTo>
                  <a:lnTo>
                    <a:pt x="3240378" y="5031436"/>
                  </a:lnTo>
                  <a:lnTo>
                    <a:pt x="3158041" y="5009168"/>
                  </a:lnTo>
                  <a:lnTo>
                    <a:pt x="3081402" y="4984298"/>
                  </a:lnTo>
                  <a:lnTo>
                    <a:pt x="3010750" y="4956587"/>
                  </a:lnTo>
                  <a:lnTo>
                    <a:pt x="2945846" y="4925690"/>
                  </a:lnTo>
                  <a:lnTo>
                    <a:pt x="2886113" y="4891161"/>
                  </a:lnTo>
                  <a:lnTo>
                    <a:pt x="2830775" y="4852477"/>
                  </a:lnTo>
                  <a:lnTo>
                    <a:pt x="2778965" y="4809077"/>
                  </a:lnTo>
                  <a:lnTo>
                    <a:pt x="2729808" y="4760427"/>
                  </a:lnTo>
                  <a:lnTo>
                    <a:pt x="2682495" y="4706144"/>
                  </a:lnTo>
                  <a:lnTo>
                    <a:pt x="2667772" y="4687743"/>
                  </a:lnTo>
                  <a:lnTo>
                    <a:pt x="2631175" y="4638984"/>
                  </a:lnTo>
                  <a:lnTo>
                    <a:pt x="2594924" y="4586528"/>
                  </a:lnTo>
                  <a:lnTo>
                    <a:pt x="2558788" y="4530302"/>
                  </a:lnTo>
                  <a:lnTo>
                    <a:pt x="2522587" y="4470295"/>
                  </a:lnTo>
                  <a:lnTo>
                    <a:pt x="2486189" y="4406570"/>
                  </a:lnTo>
                  <a:lnTo>
                    <a:pt x="2449501" y="4339267"/>
                  </a:lnTo>
                  <a:lnTo>
                    <a:pt x="2412471" y="4268610"/>
                  </a:lnTo>
                  <a:lnTo>
                    <a:pt x="2375080" y="4194905"/>
                  </a:lnTo>
                  <a:lnTo>
                    <a:pt x="2337341" y="4118541"/>
                  </a:lnTo>
                  <a:lnTo>
                    <a:pt x="2299295" y="4039980"/>
                  </a:lnTo>
                  <a:lnTo>
                    <a:pt x="2261004" y="3959752"/>
                  </a:lnTo>
                  <a:lnTo>
                    <a:pt x="2222549" y="3878435"/>
                  </a:lnTo>
                  <a:lnTo>
                    <a:pt x="2184021" y="3796643"/>
                  </a:lnTo>
                  <a:lnTo>
                    <a:pt x="2145517" y="3715004"/>
                  </a:lnTo>
                  <a:lnTo>
                    <a:pt x="2107131" y="3634144"/>
                  </a:lnTo>
                  <a:lnTo>
                    <a:pt x="2068951" y="3554660"/>
                  </a:lnTo>
                  <a:lnTo>
                    <a:pt x="2031048" y="3477109"/>
                  </a:lnTo>
                  <a:lnTo>
                    <a:pt x="1993476" y="3401990"/>
                  </a:lnTo>
                  <a:lnTo>
                    <a:pt x="1956261" y="3329730"/>
                  </a:lnTo>
                  <a:lnTo>
                    <a:pt x="1919402" y="3260677"/>
                  </a:lnTo>
                  <a:lnTo>
                    <a:pt x="1882865" y="3195098"/>
                  </a:lnTo>
                  <a:lnTo>
                    <a:pt x="1846576" y="3133175"/>
                  </a:lnTo>
                  <a:lnTo>
                    <a:pt x="1810427" y="3075011"/>
                  </a:lnTo>
                  <a:lnTo>
                    <a:pt x="1774260" y="3020631"/>
                  </a:lnTo>
                  <a:lnTo>
                    <a:pt x="1737873" y="2969993"/>
                  </a:lnTo>
                  <a:lnTo>
                    <a:pt x="1719082" y="2945492"/>
                  </a:lnTo>
                  <a:lnTo>
                    <a:pt x="1672206" y="2889392"/>
                  </a:lnTo>
                  <a:lnTo>
                    <a:pt x="1623716" y="2838987"/>
                  </a:lnTo>
                  <a:lnTo>
                    <a:pt x="1572840" y="2793976"/>
                  </a:lnTo>
                  <a:lnTo>
                    <a:pt x="1518715" y="2753859"/>
                  </a:lnTo>
                  <a:lnTo>
                    <a:pt x="1460465" y="2718073"/>
                  </a:lnTo>
                  <a:lnTo>
                    <a:pt x="1397275" y="2686077"/>
                  </a:lnTo>
                  <a:lnTo>
                    <a:pt x="1328490" y="2657399"/>
                  </a:lnTo>
                  <a:lnTo>
                    <a:pt x="1253746" y="2631660"/>
                  </a:lnTo>
                  <a:lnTo>
                    <a:pt x="1173144" y="2608586"/>
                  </a:lnTo>
                  <a:lnTo>
                    <a:pt x="1087446" y="2588012"/>
                  </a:lnTo>
                  <a:lnTo>
                    <a:pt x="998280" y="2569874"/>
                  </a:lnTo>
                  <a:lnTo>
                    <a:pt x="908256" y="2554188"/>
                  </a:lnTo>
                  <a:lnTo>
                    <a:pt x="820918" y="2541010"/>
                  </a:lnTo>
                  <a:lnTo>
                    <a:pt x="740414" y="2530386"/>
                  </a:lnTo>
                  <a:lnTo>
                    <a:pt x="670874" y="2522289"/>
                  </a:lnTo>
                  <a:lnTo>
                    <a:pt x="615590" y="2516566"/>
                  </a:lnTo>
                  <a:lnTo>
                    <a:pt x="576235" y="2512922"/>
                  </a:lnTo>
                  <a:lnTo>
                    <a:pt x="552372" y="2510936"/>
                  </a:lnTo>
                  <a:lnTo>
                    <a:pt x="541395" y="2510111"/>
                  </a:lnTo>
                  <a:lnTo>
                    <a:pt x="538736" y="2509930"/>
                  </a:lnTo>
                  <a:lnTo>
                    <a:pt x="0" y="250993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546595" y="619788"/>
              <a:ext cx="8234974" cy="5123306"/>
            </a:xfrm>
            <a:custGeom>
              <a:avLst/>
              <a:pathLst>
                <a:path w="8234974" h="5123306">
                  <a:moveTo>
                    <a:pt x="0" y="2509930"/>
                  </a:moveTo>
                  <a:lnTo>
                    <a:pt x="538736" y="2509930"/>
                  </a:lnTo>
                  <a:lnTo>
                    <a:pt x="539922" y="2510009"/>
                  </a:lnTo>
                  <a:lnTo>
                    <a:pt x="547678" y="2510574"/>
                  </a:lnTo>
                  <a:lnTo>
                    <a:pt x="567077" y="2512136"/>
                  </a:lnTo>
                  <a:lnTo>
                    <a:pt x="601369" y="2515204"/>
                  </a:lnTo>
                  <a:lnTo>
                    <a:pt x="651692" y="2520229"/>
                  </a:lnTo>
                  <a:lnTo>
                    <a:pt x="717006" y="2527551"/>
                  </a:lnTo>
                  <a:lnTo>
                    <a:pt x="794460" y="2537366"/>
                  </a:lnTo>
                  <a:lnTo>
                    <a:pt x="880096" y="2549737"/>
                  </a:lnTo>
                  <a:lnTo>
                    <a:pt x="969690" y="2564635"/>
                  </a:lnTo>
                  <a:lnTo>
                    <a:pt x="1059458" y="2582001"/>
                  </a:lnTo>
                  <a:lnTo>
                    <a:pt x="1146476" y="2601800"/>
                  </a:lnTo>
                  <a:lnTo>
                    <a:pt x="1228814" y="2624068"/>
                  </a:lnTo>
                  <a:lnTo>
                    <a:pt x="1305452" y="2648938"/>
                  </a:lnTo>
                  <a:lnTo>
                    <a:pt x="1376105" y="2676648"/>
                  </a:lnTo>
                  <a:lnTo>
                    <a:pt x="1441008" y="2707546"/>
                  </a:lnTo>
                  <a:lnTo>
                    <a:pt x="1500741" y="2742075"/>
                  </a:lnTo>
                  <a:lnTo>
                    <a:pt x="1556080" y="2780759"/>
                  </a:lnTo>
                  <a:lnTo>
                    <a:pt x="1607890" y="2824159"/>
                  </a:lnTo>
                  <a:lnTo>
                    <a:pt x="1657047" y="2872809"/>
                  </a:lnTo>
                  <a:lnTo>
                    <a:pt x="1704360" y="2927092"/>
                  </a:lnTo>
                  <a:lnTo>
                    <a:pt x="1719082" y="2945492"/>
                  </a:lnTo>
                  <a:lnTo>
                    <a:pt x="1755679" y="2994252"/>
                  </a:lnTo>
                  <a:lnTo>
                    <a:pt x="1791930" y="3046708"/>
                  </a:lnTo>
                  <a:lnTo>
                    <a:pt x="1828066" y="3102934"/>
                  </a:lnTo>
                  <a:lnTo>
                    <a:pt x="1864267" y="3162941"/>
                  </a:lnTo>
                  <a:lnTo>
                    <a:pt x="1900666" y="3226666"/>
                  </a:lnTo>
                  <a:lnTo>
                    <a:pt x="1937354" y="3293969"/>
                  </a:lnTo>
                  <a:lnTo>
                    <a:pt x="1974384" y="3364626"/>
                  </a:lnTo>
                  <a:lnTo>
                    <a:pt x="2011775" y="3438331"/>
                  </a:lnTo>
                  <a:lnTo>
                    <a:pt x="2049514" y="3514695"/>
                  </a:lnTo>
                  <a:lnTo>
                    <a:pt x="2087560" y="3593256"/>
                  </a:lnTo>
                  <a:lnTo>
                    <a:pt x="2125850" y="3673484"/>
                  </a:lnTo>
                  <a:lnTo>
                    <a:pt x="2164306" y="3754801"/>
                  </a:lnTo>
                  <a:lnTo>
                    <a:pt x="2202833" y="3836593"/>
                  </a:lnTo>
                  <a:lnTo>
                    <a:pt x="2241338" y="3918232"/>
                  </a:lnTo>
                  <a:lnTo>
                    <a:pt x="2279723" y="3999092"/>
                  </a:lnTo>
                  <a:lnTo>
                    <a:pt x="2317904" y="4078576"/>
                  </a:lnTo>
                  <a:lnTo>
                    <a:pt x="2355806" y="4156126"/>
                  </a:lnTo>
                  <a:lnTo>
                    <a:pt x="2393379" y="4231246"/>
                  </a:lnTo>
                  <a:lnTo>
                    <a:pt x="2430593" y="4303506"/>
                  </a:lnTo>
                  <a:lnTo>
                    <a:pt x="2467452" y="4372559"/>
                  </a:lnTo>
                  <a:lnTo>
                    <a:pt x="2503990" y="4438138"/>
                  </a:lnTo>
                  <a:lnTo>
                    <a:pt x="2540278" y="4500060"/>
                  </a:lnTo>
                  <a:lnTo>
                    <a:pt x="2576428" y="4558225"/>
                  </a:lnTo>
                  <a:lnTo>
                    <a:pt x="2612595" y="4612605"/>
                  </a:lnTo>
                  <a:lnTo>
                    <a:pt x="2648982" y="4663243"/>
                  </a:lnTo>
                  <a:lnTo>
                    <a:pt x="2667772" y="4687743"/>
                  </a:lnTo>
                  <a:lnTo>
                    <a:pt x="2714649" y="4743844"/>
                  </a:lnTo>
                  <a:lnTo>
                    <a:pt x="2763139" y="4794249"/>
                  </a:lnTo>
                  <a:lnTo>
                    <a:pt x="2814015" y="4839260"/>
                  </a:lnTo>
                  <a:lnTo>
                    <a:pt x="2868139" y="4879377"/>
                  </a:lnTo>
                  <a:lnTo>
                    <a:pt x="2926389" y="4915163"/>
                  </a:lnTo>
                  <a:lnTo>
                    <a:pt x="2989580" y="4947159"/>
                  </a:lnTo>
                  <a:lnTo>
                    <a:pt x="3058365" y="4975837"/>
                  </a:lnTo>
                  <a:lnTo>
                    <a:pt x="3133108" y="5001576"/>
                  </a:lnTo>
                  <a:lnTo>
                    <a:pt x="3213711" y="5024650"/>
                  </a:lnTo>
                  <a:lnTo>
                    <a:pt x="3299409" y="5045224"/>
                  </a:lnTo>
                  <a:lnTo>
                    <a:pt x="3388575" y="5063362"/>
                  </a:lnTo>
                  <a:lnTo>
                    <a:pt x="3478598" y="5079048"/>
                  </a:lnTo>
                  <a:lnTo>
                    <a:pt x="3565937" y="5092226"/>
                  </a:lnTo>
                  <a:lnTo>
                    <a:pt x="3646441" y="5102850"/>
                  </a:lnTo>
                  <a:lnTo>
                    <a:pt x="3715981" y="5110947"/>
                  </a:lnTo>
                  <a:lnTo>
                    <a:pt x="3771264" y="5116670"/>
                  </a:lnTo>
                  <a:lnTo>
                    <a:pt x="3810620" y="5120314"/>
                  </a:lnTo>
                  <a:lnTo>
                    <a:pt x="3834483" y="5122300"/>
                  </a:lnTo>
                  <a:lnTo>
                    <a:pt x="3845460" y="5123124"/>
                  </a:lnTo>
                  <a:lnTo>
                    <a:pt x="3848079" y="5123304"/>
                  </a:lnTo>
                  <a:lnTo>
                    <a:pt x="3848118" y="5123306"/>
                  </a:lnTo>
                  <a:lnTo>
                    <a:pt x="4386855" y="5123306"/>
                  </a:lnTo>
                  <a:lnTo>
                    <a:pt x="4387693" y="5123198"/>
                  </a:lnTo>
                  <a:lnTo>
                    <a:pt x="4393215" y="5122423"/>
                  </a:lnTo>
                  <a:lnTo>
                    <a:pt x="4407180" y="5120284"/>
                  </a:lnTo>
                  <a:lnTo>
                    <a:pt x="4432253" y="5116070"/>
                  </a:lnTo>
                  <a:lnTo>
                    <a:pt x="4469833" y="5109118"/>
                  </a:lnTo>
                  <a:lnTo>
                    <a:pt x="4519941" y="5098874"/>
                  </a:lnTo>
                  <a:lnTo>
                    <a:pt x="4581299" y="5084944"/>
                  </a:lnTo>
                  <a:lnTo>
                    <a:pt x="4651619" y="5067113"/>
                  </a:lnTo>
                  <a:lnTo>
                    <a:pt x="4728037" y="5045322"/>
                  </a:lnTo>
                  <a:lnTo>
                    <a:pt x="4807580" y="5019617"/>
                  </a:lnTo>
                  <a:lnTo>
                    <a:pt x="4887558" y="4990083"/>
                  </a:lnTo>
                  <a:lnTo>
                    <a:pt x="4965802" y="4956778"/>
                  </a:lnTo>
                  <a:lnTo>
                    <a:pt x="5040762" y="4919687"/>
                  </a:lnTo>
                  <a:lnTo>
                    <a:pt x="5111488" y="4878683"/>
                  </a:lnTo>
                  <a:lnTo>
                    <a:pt x="5177544" y="4833511"/>
                  </a:lnTo>
                  <a:lnTo>
                    <a:pt x="5238889" y="4783786"/>
                  </a:lnTo>
                  <a:lnTo>
                    <a:pt x="5295772" y="4728991"/>
                  </a:lnTo>
                  <a:lnTo>
                    <a:pt x="5348629" y="4668493"/>
                  </a:lnTo>
                  <a:lnTo>
                    <a:pt x="5398011" y="4601568"/>
                  </a:lnTo>
                  <a:lnTo>
                    <a:pt x="5444527" y="4527442"/>
                  </a:lnTo>
                  <a:lnTo>
                    <a:pt x="5488793" y="4445360"/>
                  </a:lnTo>
                  <a:lnTo>
                    <a:pt x="5531399" y="4354708"/>
                  </a:lnTo>
                  <a:lnTo>
                    <a:pt x="5567201" y="4269422"/>
                  </a:lnTo>
                  <a:lnTo>
                    <a:pt x="5594622" y="4198588"/>
                  </a:lnTo>
                  <a:lnTo>
                    <a:pt x="5621812" y="4123727"/>
                  </a:lnTo>
                  <a:lnTo>
                    <a:pt x="5648878" y="4044760"/>
                  </a:lnTo>
                  <a:lnTo>
                    <a:pt x="5675908" y="3961644"/>
                  </a:lnTo>
                  <a:lnTo>
                    <a:pt x="5702975" y="3874377"/>
                  </a:lnTo>
                  <a:lnTo>
                    <a:pt x="5730136" y="3783002"/>
                  </a:lnTo>
                  <a:lnTo>
                    <a:pt x="5757436" y="3687609"/>
                  </a:lnTo>
                  <a:lnTo>
                    <a:pt x="5784908" y="3588337"/>
                  </a:lnTo>
                  <a:lnTo>
                    <a:pt x="5812572" y="3485377"/>
                  </a:lnTo>
                  <a:lnTo>
                    <a:pt x="5840437" y="3378971"/>
                  </a:lnTo>
                  <a:lnTo>
                    <a:pt x="5868503" y="3269412"/>
                  </a:lnTo>
                  <a:lnTo>
                    <a:pt x="5896761" y="3157042"/>
                  </a:lnTo>
                  <a:lnTo>
                    <a:pt x="5925192" y="3042248"/>
                  </a:lnTo>
                  <a:lnTo>
                    <a:pt x="5953771" y="2925455"/>
                  </a:lnTo>
                  <a:lnTo>
                    <a:pt x="5982467" y="2807126"/>
                  </a:lnTo>
                  <a:lnTo>
                    <a:pt x="6011244" y="2687748"/>
                  </a:lnTo>
                  <a:lnTo>
                    <a:pt x="6040063" y="2567826"/>
                  </a:lnTo>
                  <a:lnTo>
                    <a:pt x="6068885" y="2447879"/>
                  </a:lnTo>
                  <a:lnTo>
                    <a:pt x="6097668" y="2328421"/>
                  </a:lnTo>
                  <a:lnTo>
                    <a:pt x="6126374" y="2209961"/>
                  </a:lnTo>
                  <a:lnTo>
                    <a:pt x="6154967" y="2092989"/>
                  </a:lnTo>
                  <a:lnTo>
                    <a:pt x="6183414" y="1977968"/>
                  </a:lnTo>
                  <a:lnTo>
                    <a:pt x="6211691" y="1865330"/>
                  </a:lnTo>
                  <a:lnTo>
                    <a:pt x="6239777" y="1755466"/>
                  </a:lnTo>
                  <a:lnTo>
                    <a:pt x="6267664" y="1648721"/>
                  </a:lnTo>
                  <a:lnTo>
                    <a:pt x="6295348" y="1545395"/>
                  </a:lnTo>
                  <a:lnTo>
                    <a:pt x="6322839" y="1445734"/>
                  </a:lnTo>
                  <a:lnTo>
                    <a:pt x="6350155" y="1349934"/>
                  </a:lnTo>
                  <a:lnTo>
                    <a:pt x="6377329" y="1258140"/>
                  </a:lnTo>
                  <a:lnTo>
                    <a:pt x="6404403" y="1170448"/>
                  </a:lnTo>
                  <a:lnTo>
                    <a:pt x="6431433" y="1086904"/>
                  </a:lnTo>
                  <a:lnTo>
                    <a:pt x="6458492" y="1007512"/>
                  </a:lnTo>
                  <a:lnTo>
                    <a:pt x="6485665" y="932232"/>
                  </a:lnTo>
                  <a:lnTo>
                    <a:pt x="6513056" y="860988"/>
                  </a:lnTo>
                  <a:lnTo>
                    <a:pt x="6515891" y="853884"/>
                  </a:lnTo>
                  <a:lnTo>
                    <a:pt x="6557481" y="755591"/>
                  </a:lnTo>
                  <a:lnTo>
                    <a:pt x="6600283" y="666146"/>
                  </a:lnTo>
                  <a:lnTo>
                    <a:pt x="6644823" y="585201"/>
                  </a:lnTo>
                  <a:lnTo>
                    <a:pt x="6691696" y="512113"/>
                  </a:lnTo>
                  <a:lnTo>
                    <a:pt x="6741522" y="446118"/>
                  </a:lnTo>
                  <a:lnTo>
                    <a:pt x="6794902" y="386447"/>
                  </a:lnTo>
                  <a:lnTo>
                    <a:pt x="6852377" y="332385"/>
                  </a:lnTo>
                  <a:lnTo>
                    <a:pt x="6914362" y="283315"/>
                  </a:lnTo>
                  <a:lnTo>
                    <a:pt x="6981071" y="238737"/>
                  </a:lnTo>
                  <a:lnTo>
                    <a:pt x="7052416" y="198284"/>
                  </a:lnTo>
                  <a:lnTo>
                    <a:pt x="7127897" y="161719"/>
                  </a:lnTo>
                  <a:lnTo>
                    <a:pt x="7206486" y="128932"/>
                  </a:lnTo>
                  <a:lnTo>
                    <a:pt x="7286546" y="99920"/>
                  </a:lnTo>
                  <a:lnTo>
                    <a:pt x="7365829" y="74749"/>
                  </a:lnTo>
                  <a:lnTo>
                    <a:pt x="7441585" y="53502"/>
                  </a:lnTo>
                  <a:lnTo>
                    <a:pt x="7510833" y="36215"/>
                  </a:lnTo>
                  <a:lnTo>
                    <a:pt x="7570760" y="22810"/>
                  </a:lnTo>
                  <a:lnTo>
                    <a:pt x="7619192" y="13046"/>
                  </a:lnTo>
                  <a:lnTo>
                    <a:pt x="7655017" y="6507"/>
                  </a:lnTo>
                  <a:lnTo>
                    <a:pt x="7678448" y="2620"/>
                  </a:lnTo>
                  <a:lnTo>
                    <a:pt x="7691065" y="711"/>
                  </a:lnTo>
                  <a:lnTo>
                    <a:pt x="7695696" y="6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546595" y="614343"/>
              <a:ext cx="8234974" cy="5123306"/>
            </a:xfrm>
            <a:custGeom>
              <a:avLst/>
              <a:pathLst>
                <a:path w="8234974" h="5123306">
                  <a:moveTo>
                    <a:pt x="8234974" y="0"/>
                  </a:moveTo>
                  <a:lnTo>
                    <a:pt x="7696237" y="0"/>
                  </a:lnTo>
                  <a:lnTo>
                    <a:pt x="7695399" y="108"/>
                  </a:lnTo>
                  <a:lnTo>
                    <a:pt x="7689877" y="882"/>
                  </a:lnTo>
                  <a:lnTo>
                    <a:pt x="7675913" y="3022"/>
                  </a:lnTo>
                  <a:lnTo>
                    <a:pt x="7650840" y="7236"/>
                  </a:lnTo>
                  <a:lnTo>
                    <a:pt x="7613260" y="14188"/>
                  </a:lnTo>
                  <a:lnTo>
                    <a:pt x="7563152" y="24432"/>
                  </a:lnTo>
                  <a:lnTo>
                    <a:pt x="7501793" y="38362"/>
                  </a:lnTo>
                  <a:lnTo>
                    <a:pt x="7431473" y="56193"/>
                  </a:lnTo>
                  <a:lnTo>
                    <a:pt x="7355056" y="77984"/>
                  </a:lnTo>
                  <a:lnTo>
                    <a:pt x="7275512" y="103689"/>
                  </a:lnTo>
                  <a:lnTo>
                    <a:pt x="7195534" y="133223"/>
                  </a:lnTo>
                  <a:lnTo>
                    <a:pt x="7117291" y="166528"/>
                  </a:lnTo>
                  <a:lnTo>
                    <a:pt x="7042331" y="203619"/>
                  </a:lnTo>
                  <a:lnTo>
                    <a:pt x="6971604" y="244623"/>
                  </a:lnTo>
                  <a:lnTo>
                    <a:pt x="6905549" y="289794"/>
                  </a:lnTo>
                  <a:lnTo>
                    <a:pt x="6844203" y="339520"/>
                  </a:lnTo>
                  <a:lnTo>
                    <a:pt x="6787321" y="394315"/>
                  </a:lnTo>
                  <a:lnTo>
                    <a:pt x="6734464" y="454813"/>
                  </a:lnTo>
                  <a:lnTo>
                    <a:pt x="6685081" y="521737"/>
                  </a:lnTo>
                  <a:lnTo>
                    <a:pt x="6638566" y="595864"/>
                  </a:lnTo>
                  <a:lnTo>
                    <a:pt x="6594299" y="677945"/>
                  </a:lnTo>
                  <a:lnTo>
                    <a:pt x="6551694" y="768597"/>
                  </a:lnTo>
                  <a:lnTo>
                    <a:pt x="6515891" y="853884"/>
                  </a:lnTo>
                  <a:lnTo>
                    <a:pt x="6488470" y="924718"/>
                  </a:lnTo>
                  <a:lnTo>
                    <a:pt x="6461280" y="999579"/>
                  </a:lnTo>
                  <a:lnTo>
                    <a:pt x="6434214" y="1078546"/>
                  </a:lnTo>
                  <a:lnTo>
                    <a:pt x="6407184" y="1161662"/>
                  </a:lnTo>
                  <a:lnTo>
                    <a:pt x="6380118" y="1248929"/>
                  </a:lnTo>
                  <a:lnTo>
                    <a:pt x="6352957" y="1340304"/>
                  </a:lnTo>
                  <a:lnTo>
                    <a:pt x="6325657" y="1435697"/>
                  </a:lnTo>
                  <a:lnTo>
                    <a:pt x="6298185" y="1534969"/>
                  </a:lnTo>
                  <a:lnTo>
                    <a:pt x="6270521" y="1637929"/>
                  </a:lnTo>
                  <a:lnTo>
                    <a:pt x="6242656" y="1744335"/>
                  </a:lnTo>
                  <a:lnTo>
                    <a:pt x="6214589" y="1853893"/>
                  </a:lnTo>
                  <a:lnTo>
                    <a:pt x="6186331" y="1966263"/>
                  </a:lnTo>
                  <a:lnTo>
                    <a:pt x="6157901" y="2081058"/>
                  </a:lnTo>
                  <a:lnTo>
                    <a:pt x="6129322" y="2197850"/>
                  </a:lnTo>
                  <a:lnTo>
                    <a:pt x="6100626" y="2316180"/>
                  </a:lnTo>
                  <a:lnTo>
                    <a:pt x="6071849" y="2435558"/>
                  </a:lnTo>
                  <a:lnTo>
                    <a:pt x="6043029" y="2555479"/>
                  </a:lnTo>
                  <a:lnTo>
                    <a:pt x="6014207" y="2675427"/>
                  </a:lnTo>
                  <a:lnTo>
                    <a:pt x="5985424" y="2794885"/>
                  </a:lnTo>
                  <a:lnTo>
                    <a:pt x="5956718" y="2913345"/>
                  </a:lnTo>
                  <a:lnTo>
                    <a:pt x="5928126" y="3030317"/>
                  </a:lnTo>
                  <a:lnTo>
                    <a:pt x="5899678" y="3145338"/>
                  </a:lnTo>
                  <a:lnTo>
                    <a:pt x="5871402" y="3257976"/>
                  </a:lnTo>
                  <a:lnTo>
                    <a:pt x="5843315" y="3367840"/>
                  </a:lnTo>
                  <a:lnTo>
                    <a:pt x="5815429" y="3474584"/>
                  </a:lnTo>
                  <a:lnTo>
                    <a:pt x="5787745" y="3577911"/>
                  </a:lnTo>
                  <a:lnTo>
                    <a:pt x="5760254" y="3677572"/>
                  </a:lnTo>
                  <a:lnTo>
                    <a:pt x="5732937" y="3773372"/>
                  </a:lnTo>
                  <a:lnTo>
                    <a:pt x="5705764" y="3865165"/>
                  </a:lnTo>
                  <a:lnTo>
                    <a:pt x="5678690" y="3952857"/>
                  </a:lnTo>
                  <a:lnTo>
                    <a:pt x="5651659" y="4036401"/>
                  </a:lnTo>
                  <a:lnTo>
                    <a:pt x="5624601" y="4115794"/>
                  </a:lnTo>
                  <a:lnTo>
                    <a:pt x="5597428" y="4191074"/>
                  </a:lnTo>
                  <a:lnTo>
                    <a:pt x="5570036" y="4262317"/>
                  </a:lnTo>
                  <a:lnTo>
                    <a:pt x="5567201" y="4269422"/>
                  </a:lnTo>
                  <a:lnTo>
                    <a:pt x="5525611" y="4367715"/>
                  </a:lnTo>
                  <a:lnTo>
                    <a:pt x="5482810" y="4457159"/>
                  </a:lnTo>
                  <a:lnTo>
                    <a:pt x="5438269" y="4538104"/>
                  </a:lnTo>
                  <a:lnTo>
                    <a:pt x="5391396" y="4611193"/>
                  </a:lnTo>
                  <a:lnTo>
                    <a:pt x="5341570" y="4677187"/>
                  </a:lnTo>
                  <a:lnTo>
                    <a:pt x="5288190" y="4736859"/>
                  </a:lnTo>
                  <a:lnTo>
                    <a:pt x="5230715" y="4790921"/>
                  </a:lnTo>
                  <a:lnTo>
                    <a:pt x="5168731" y="4839991"/>
                  </a:lnTo>
                  <a:lnTo>
                    <a:pt x="5102022" y="4884569"/>
                  </a:lnTo>
                  <a:lnTo>
                    <a:pt x="5030676" y="4925022"/>
                  </a:lnTo>
                  <a:lnTo>
                    <a:pt x="4955195" y="4961587"/>
                  </a:lnTo>
                  <a:lnTo>
                    <a:pt x="4876607" y="4994374"/>
                  </a:lnTo>
                  <a:lnTo>
                    <a:pt x="4796546" y="5023386"/>
                  </a:lnTo>
                  <a:lnTo>
                    <a:pt x="4717264" y="5048557"/>
                  </a:lnTo>
                  <a:lnTo>
                    <a:pt x="4641507" y="5069803"/>
                  </a:lnTo>
                  <a:lnTo>
                    <a:pt x="4572259" y="5087090"/>
                  </a:lnTo>
                  <a:lnTo>
                    <a:pt x="4512332" y="5100496"/>
                  </a:lnTo>
                  <a:lnTo>
                    <a:pt x="4463901" y="5110260"/>
                  </a:lnTo>
                  <a:lnTo>
                    <a:pt x="4428075" y="5116799"/>
                  </a:lnTo>
                  <a:lnTo>
                    <a:pt x="4404645" y="5120686"/>
                  </a:lnTo>
                  <a:lnTo>
                    <a:pt x="4392027" y="5122595"/>
                  </a:lnTo>
                  <a:lnTo>
                    <a:pt x="4387396" y="5123237"/>
                  </a:lnTo>
                  <a:lnTo>
                    <a:pt x="4386855" y="5123306"/>
                  </a:lnTo>
                  <a:lnTo>
                    <a:pt x="3848118" y="5123306"/>
                  </a:lnTo>
                  <a:lnTo>
                    <a:pt x="3846932" y="5123227"/>
                  </a:lnTo>
                  <a:lnTo>
                    <a:pt x="3839176" y="5122662"/>
                  </a:lnTo>
                  <a:lnTo>
                    <a:pt x="3819778" y="5121100"/>
                  </a:lnTo>
                  <a:lnTo>
                    <a:pt x="3785485" y="5118032"/>
                  </a:lnTo>
                  <a:lnTo>
                    <a:pt x="3735163" y="5113007"/>
                  </a:lnTo>
                  <a:lnTo>
                    <a:pt x="3669848" y="5105685"/>
                  </a:lnTo>
                  <a:lnTo>
                    <a:pt x="3592394" y="5095870"/>
                  </a:lnTo>
                  <a:lnTo>
                    <a:pt x="3506759" y="5083499"/>
                  </a:lnTo>
                  <a:lnTo>
                    <a:pt x="3417165" y="5068601"/>
                  </a:lnTo>
                  <a:lnTo>
                    <a:pt x="3327397" y="5051235"/>
                  </a:lnTo>
                  <a:lnTo>
                    <a:pt x="3240378" y="5031436"/>
                  </a:lnTo>
                  <a:lnTo>
                    <a:pt x="3158041" y="5009168"/>
                  </a:lnTo>
                  <a:lnTo>
                    <a:pt x="3081402" y="4984298"/>
                  </a:lnTo>
                  <a:lnTo>
                    <a:pt x="3010750" y="4956587"/>
                  </a:lnTo>
                  <a:lnTo>
                    <a:pt x="2945846" y="4925690"/>
                  </a:lnTo>
                  <a:lnTo>
                    <a:pt x="2886113" y="4891161"/>
                  </a:lnTo>
                  <a:lnTo>
                    <a:pt x="2830775" y="4852477"/>
                  </a:lnTo>
                  <a:lnTo>
                    <a:pt x="2778965" y="4809077"/>
                  </a:lnTo>
                  <a:lnTo>
                    <a:pt x="2729808" y="4760427"/>
                  </a:lnTo>
                  <a:lnTo>
                    <a:pt x="2682495" y="4706144"/>
                  </a:lnTo>
                  <a:lnTo>
                    <a:pt x="2667772" y="4687743"/>
                  </a:lnTo>
                  <a:lnTo>
                    <a:pt x="2631175" y="4638984"/>
                  </a:lnTo>
                  <a:lnTo>
                    <a:pt x="2594924" y="4586528"/>
                  </a:lnTo>
                  <a:lnTo>
                    <a:pt x="2558788" y="4530302"/>
                  </a:lnTo>
                  <a:lnTo>
                    <a:pt x="2522587" y="4470295"/>
                  </a:lnTo>
                  <a:lnTo>
                    <a:pt x="2486189" y="4406570"/>
                  </a:lnTo>
                  <a:lnTo>
                    <a:pt x="2449501" y="4339267"/>
                  </a:lnTo>
                  <a:lnTo>
                    <a:pt x="2412471" y="4268610"/>
                  </a:lnTo>
                  <a:lnTo>
                    <a:pt x="2375080" y="4194905"/>
                  </a:lnTo>
                  <a:lnTo>
                    <a:pt x="2337341" y="4118541"/>
                  </a:lnTo>
                  <a:lnTo>
                    <a:pt x="2299295" y="4039980"/>
                  </a:lnTo>
                  <a:lnTo>
                    <a:pt x="2261004" y="3959752"/>
                  </a:lnTo>
                  <a:lnTo>
                    <a:pt x="2222549" y="3878435"/>
                  </a:lnTo>
                  <a:lnTo>
                    <a:pt x="2184021" y="3796643"/>
                  </a:lnTo>
                  <a:lnTo>
                    <a:pt x="2145517" y="3715004"/>
                  </a:lnTo>
                  <a:lnTo>
                    <a:pt x="2107131" y="3634144"/>
                  </a:lnTo>
                  <a:lnTo>
                    <a:pt x="2068951" y="3554660"/>
                  </a:lnTo>
                  <a:lnTo>
                    <a:pt x="2031048" y="3477109"/>
                  </a:lnTo>
                  <a:lnTo>
                    <a:pt x="1993476" y="3401990"/>
                  </a:lnTo>
                  <a:lnTo>
                    <a:pt x="1956261" y="3329730"/>
                  </a:lnTo>
                  <a:lnTo>
                    <a:pt x="1919402" y="3260677"/>
                  </a:lnTo>
                  <a:lnTo>
                    <a:pt x="1882865" y="3195098"/>
                  </a:lnTo>
                  <a:lnTo>
                    <a:pt x="1846576" y="3133175"/>
                  </a:lnTo>
                  <a:lnTo>
                    <a:pt x="1810427" y="3075011"/>
                  </a:lnTo>
                  <a:lnTo>
                    <a:pt x="1774260" y="3020631"/>
                  </a:lnTo>
                  <a:lnTo>
                    <a:pt x="1737873" y="2969993"/>
                  </a:lnTo>
                  <a:lnTo>
                    <a:pt x="1719082" y="2945492"/>
                  </a:lnTo>
                  <a:lnTo>
                    <a:pt x="1672206" y="2889392"/>
                  </a:lnTo>
                  <a:lnTo>
                    <a:pt x="1623716" y="2838987"/>
                  </a:lnTo>
                  <a:lnTo>
                    <a:pt x="1572840" y="2793976"/>
                  </a:lnTo>
                  <a:lnTo>
                    <a:pt x="1518715" y="2753859"/>
                  </a:lnTo>
                  <a:lnTo>
                    <a:pt x="1460465" y="2718073"/>
                  </a:lnTo>
                  <a:lnTo>
                    <a:pt x="1397275" y="2686077"/>
                  </a:lnTo>
                  <a:lnTo>
                    <a:pt x="1328490" y="2657399"/>
                  </a:lnTo>
                  <a:lnTo>
                    <a:pt x="1253746" y="2631660"/>
                  </a:lnTo>
                  <a:lnTo>
                    <a:pt x="1173144" y="2608586"/>
                  </a:lnTo>
                  <a:lnTo>
                    <a:pt x="1087446" y="2588012"/>
                  </a:lnTo>
                  <a:lnTo>
                    <a:pt x="998280" y="2569874"/>
                  </a:lnTo>
                  <a:lnTo>
                    <a:pt x="908256" y="2554188"/>
                  </a:lnTo>
                  <a:lnTo>
                    <a:pt x="820918" y="2541010"/>
                  </a:lnTo>
                  <a:lnTo>
                    <a:pt x="740414" y="2530386"/>
                  </a:lnTo>
                  <a:lnTo>
                    <a:pt x="670874" y="2522289"/>
                  </a:lnTo>
                  <a:lnTo>
                    <a:pt x="615590" y="2516566"/>
                  </a:lnTo>
                  <a:lnTo>
                    <a:pt x="576235" y="2512922"/>
                  </a:lnTo>
                  <a:lnTo>
                    <a:pt x="552372" y="2510936"/>
                  </a:lnTo>
                  <a:lnTo>
                    <a:pt x="541395" y="2510111"/>
                  </a:lnTo>
                  <a:lnTo>
                    <a:pt x="538775" y="2509932"/>
                  </a:lnTo>
                  <a:lnTo>
                    <a:pt x="538736" y="2509930"/>
                  </a:lnTo>
                  <a:lnTo>
                    <a:pt x="0" y="25099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" name="pg38"/>
            <p:cNvSpPr/>
            <p:nvPr/>
          </p:nvSpPr>
          <p:spPr>
            <a:xfrm>
              <a:off x="546595" y="663344"/>
              <a:ext cx="8234974" cy="5090639"/>
            </a:xfrm>
            <a:custGeom>
              <a:avLst/>
              <a:pathLst>
                <a:path w="8234974" h="5090639">
                  <a:moveTo>
                    <a:pt x="0" y="2471818"/>
                  </a:moveTo>
                  <a:lnTo>
                    <a:pt x="538736" y="2471818"/>
                  </a:lnTo>
                  <a:lnTo>
                    <a:pt x="539922" y="2471897"/>
                  </a:lnTo>
                  <a:lnTo>
                    <a:pt x="547675" y="2472463"/>
                  </a:lnTo>
                  <a:lnTo>
                    <a:pt x="567067" y="2474028"/>
                  </a:lnTo>
                  <a:lnTo>
                    <a:pt x="601348" y="2477101"/>
                  </a:lnTo>
                  <a:lnTo>
                    <a:pt x="651655" y="2482135"/>
                  </a:lnTo>
                  <a:lnTo>
                    <a:pt x="716953" y="2489469"/>
                  </a:lnTo>
                  <a:lnTo>
                    <a:pt x="794388" y="2499301"/>
                  </a:lnTo>
                  <a:lnTo>
                    <a:pt x="880007" y="2511694"/>
                  </a:lnTo>
                  <a:lnTo>
                    <a:pt x="969588" y="2526619"/>
                  </a:lnTo>
                  <a:lnTo>
                    <a:pt x="1059347" y="2544016"/>
                  </a:lnTo>
                  <a:lnTo>
                    <a:pt x="1146360" y="2563851"/>
                  </a:lnTo>
                  <a:lnTo>
                    <a:pt x="1228695" y="2586159"/>
                  </a:lnTo>
                  <a:lnTo>
                    <a:pt x="1305333" y="2611073"/>
                  </a:lnTo>
                  <a:lnTo>
                    <a:pt x="1375986" y="2638833"/>
                  </a:lnTo>
                  <a:lnTo>
                    <a:pt x="1440892" y="2669785"/>
                  </a:lnTo>
                  <a:lnTo>
                    <a:pt x="1500627" y="2704374"/>
                  </a:lnTo>
                  <a:lnTo>
                    <a:pt x="1555966" y="2743124"/>
                  </a:lnTo>
                  <a:lnTo>
                    <a:pt x="1607777" y="2786598"/>
                  </a:lnTo>
                  <a:lnTo>
                    <a:pt x="1656933" y="2835331"/>
                  </a:lnTo>
                  <a:lnTo>
                    <a:pt x="1704243" y="2889706"/>
                  </a:lnTo>
                  <a:lnTo>
                    <a:pt x="1719082" y="2908288"/>
                  </a:lnTo>
                  <a:lnTo>
                    <a:pt x="1755650" y="2957109"/>
                  </a:lnTo>
                  <a:lnTo>
                    <a:pt x="1791872" y="3009627"/>
                  </a:lnTo>
                  <a:lnTo>
                    <a:pt x="1827979" y="3065917"/>
                  </a:lnTo>
                  <a:lnTo>
                    <a:pt x="1864151" y="3125991"/>
                  </a:lnTo>
                  <a:lnTo>
                    <a:pt x="1900519" y="3189784"/>
                  </a:lnTo>
                  <a:lnTo>
                    <a:pt x="1937176" y="3257158"/>
                  </a:lnTo>
                  <a:lnTo>
                    <a:pt x="1974175" y="3327888"/>
                  </a:lnTo>
                  <a:lnTo>
                    <a:pt x="2011534" y="3401670"/>
                  </a:lnTo>
                  <a:lnTo>
                    <a:pt x="2049240" y="3478115"/>
                  </a:lnTo>
                  <a:lnTo>
                    <a:pt x="2087253" y="3556762"/>
                  </a:lnTo>
                  <a:lnTo>
                    <a:pt x="2125511" y="3637081"/>
                  </a:lnTo>
                  <a:lnTo>
                    <a:pt x="2163935" y="3718495"/>
                  </a:lnTo>
                  <a:lnTo>
                    <a:pt x="2202431" y="3800390"/>
                  </a:lnTo>
                  <a:lnTo>
                    <a:pt x="2240906" y="3882138"/>
                  </a:lnTo>
                  <a:lnTo>
                    <a:pt x="2279262" y="3963114"/>
                  </a:lnTo>
                  <a:lnTo>
                    <a:pt x="2317415" y="4042720"/>
                  </a:lnTo>
                  <a:lnTo>
                    <a:pt x="2355291" y="4120399"/>
                  </a:lnTo>
                  <a:lnTo>
                    <a:pt x="2392838" y="4195652"/>
                  </a:lnTo>
                  <a:lnTo>
                    <a:pt x="2430029" y="4268050"/>
                  </a:lnTo>
                  <a:lnTo>
                    <a:pt x="2466863" y="4337244"/>
                  </a:lnTo>
                  <a:lnTo>
                    <a:pt x="2503376" y="4402965"/>
                  </a:lnTo>
                  <a:lnTo>
                    <a:pt x="2539639" y="4465032"/>
                  </a:lnTo>
                  <a:lnTo>
                    <a:pt x="2575761" y="4523339"/>
                  </a:lnTo>
                  <a:lnTo>
                    <a:pt x="2611897" y="4577860"/>
                  </a:lnTo>
                  <a:lnTo>
                    <a:pt x="2648248" y="4628636"/>
                  </a:lnTo>
                  <a:lnTo>
                    <a:pt x="2667772" y="4654169"/>
                  </a:lnTo>
                  <a:lnTo>
                    <a:pt x="2714643" y="4710380"/>
                  </a:lnTo>
                  <a:lnTo>
                    <a:pt x="2763126" y="4760885"/>
                  </a:lnTo>
                  <a:lnTo>
                    <a:pt x="2813995" y="4805985"/>
                  </a:lnTo>
                  <a:lnTo>
                    <a:pt x="2868111" y="4846182"/>
                  </a:lnTo>
                  <a:lnTo>
                    <a:pt x="2926352" y="4882041"/>
                  </a:lnTo>
                  <a:lnTo>
                    <a:pt x="2989530" y="4914102"/>
                  </a:lnTo>
                  <a:lnTo>
                    <a:pt x="3058302" y="4942839"/>
                  </a:lnTo>
                  <a:lnTo>
                    <a:pt x="3133031" y="4968631"/>
                  </a:lnTo>
                  <a:lnTo>
                    <a:pt x="3213617" y="4991753"/>
                  </a:lnTo>
                  <a:lnTo>
                    <a:pt x="3299299" y="5012370"/>
                  </a:lnTo>
                  <a:lnTo>
                    <a:pt x="3388451" y="5030546"/>
                  </a:lnTo>
                  <a:lnTo>
                    <a:pt x="3478465" y="5046267"/>
                  </a:lnTo>
                  <a:lnTo>
                    <a:pt x="3565799" y="5059475"/>
                  </a:lnTo>
                  <a:lnTo>
                    <a:pt x="3646308" y="5070123"/>
                  </a:lnTo>
                  <a:lnTo>
                    <a:pt x="3715863" y="5078241"/>
                  </a:lnTo>
                  <a:lnTo>
                    <a:pt x="3771169" y="5083980"/>
                  </a:lnTo>
                  <a:lnTo>
                    <a:pt x="3810553" y="5087634"/>
                  </a:lnTo>
                  <a:lnTo>
                    <a:pt x="3834445" y="5089627"/>
                  </a:lnTo>
                  <a:lnTo>
                    <a:pt x="3845445" y="5090456"/>
                  </a:lnTo>
                  <a:lnTo>
                    <a:pt x="3848118" y="5090639"/>
                  </a:lnTo>
                  <a:lnTo>
                    <a:pt x="4386855" y="5090639"/>
                  </a:lnTo>
                  <a:lnTo>
                    <a:pt x="4387696" y="5090531"/>
                  </a:lnTo>
                  <a:lnTo>
                    <a:pt x="4393238" y="5089760"/>
                  </a:lnTo>
                  <a:lnTo>
                    <a:pt x="4407250" y="5087628"/>
                  </a:lnTo>
                  <a:lnTo>
                    <a:pt x="4432405" y="5083430"/>
                  </a:lnTo>
                  <a:lnTo>
                    <a:pt x="4470101" y="5076505"/>
                  </a:lnTo>
                  <a:lnTo>
                    <a:pt x="4520352" y="5066301"/>
                  </a:lnTo>
                  <a:lnTo>
                    <a:pt x="4581866" y="5052427"/>
                  </a:lnTo>
                  <a:lnTo>
                    <a:pt x="4652341" y="5034672"/>
                  </a:lnTo>
                  <a:lnTo>
                    <a:pt x="4728899" y="5012976"/>
                  </a:lnTo>
                  <a:lnTo>
                    <a:pt x="4808559" y="4987386"/>
                  </a:lnTo>
                  <a:lnTo>
                    <a:pt x="4888625" y="4957987"/>
                  </a:lnTo>
                  <a:lnTo>
                    <a:pt x="4966927" y="4924837"/>
                  </a:lnTo>
                  <a:lnTo>
                    <a:pt x="5041919" y="4887919"/>
                  </a:lnTo>
                  <a:lnTo>
                    <a:pt x="5112657" y="4847104"/>
                  </a:lnTo>
                  <a:lnTo>
                    <a:pt x="5178709" y="4802138"/>
                  </a:lnTo>
                  <a:lnTo>
                    <a:pt x="5240042" y="4752632"/>
                  </a:lnTo>
                  <a:lnTo>
                    <a:pt x="5296908" y="4698070"/>
                  </a:lnTo>
                  <a:lnTo>
                    <a:pt x="5349749" y="4637820"/>
                  </a:lnTo>
                  <a:lnTo>
                    <a:pt x="5399121" y="4571159"/>
                  </a:lnTo>
                  <a:lnTo>
                    <a:pt x="5445632" y="4497314"/>
                  </a:lnTo>
                  <a:lnTo>
                    <a:pt x="5489904" y="4415537"/>
                  </a:lnTo>
                  <a:lnTo>
                    <a:pt x="5532526" y="4325220"/>
                  </a:lnTo>
                  <a:lnTo>
                    <a:pt x="5567201" y="4243106"/>
                  </a:lnTo>
                  <a:lnTo>
                    <a:pt x="5594717" y="4172549"/>
                  </a:lnTo>
                  <a:lnTo>
                    <a:pt x="5622001" y="4097966"/>
                  </a:lnTo>
                  <a:lnTo>
                    <a:pt x="5649160" y="4019279"/>
                  </a:lnTo>
                  <a:lnTo>
                    <a:pt x="5676283" y="3936444"/>
                  </a:lnTo>
                  <a:lnTo>
                    <a:pt x="5703445" y="3849461"/>
                  </a:lnTo>
                  <a:lnTo>
                    <a:pt x="5730702" y="3758374"/>
                  </a:lnTo>
                  <a:lnTo>
                    <a:pt x="5758101" y="3663273"/>
                  </a:lnTo>
                  <a:lnTo>
                    <a:pt x="5785673" y="3564299"/>
                  </a:lnTo>
                  <a:lnTo>
                    <a:pt x="5813439" y="3461646"/>
                  </a:lnTo>
                  <a:lnTo>
                    <a:pt x="5841408" y="3355557"/>
                  </a:lnTo>
                  <a:lnTo>
                    <a:pt x="5869579" y="3246327"/>
                  </a:lnTo>
                  <a:lnTo>
                    <a:pt x="5897942" y="3134303"/>
                  </a:lnTo>
                  <a:lnTo>
                    <a:pt x="5926478" y="3019871"/>
                  </a:lnTo>
                  <a:lnTo>
                    <a:pt x="5955162" y="2903463"/>
                  </a:lnTo>
                  <a:lnTo>
                    <a:pt x="5983963" y="2785542"/>
                  </a:lnTo>
                  <a:lnTo>
                    <a:pt x="6012843" y="2666599"/>
                  </a:lnTo>
                  <a:lnTo>
                    <a:pt x="6041764" y="2547142"/>
                  </a:lnTo>
                  <a:lnTo>
                    <a:pt x="6070685" y="2427688"/>
                  </a:lnTo>
                  <a:lnTo>
                    <a:pt x="6099564" y="2308756"/>
                  </a:lnTo>
                  <a:lnTo>
                    <a:pt x="6128363" y="2190855"/>
                  </a:lnTo>
                  <a:lnTo>
                    <a:pt x="6157045" y="2074473"/>
                  </a:lnTo>
                  <a:lnTo>
                    <a:pt x="6185579" y="1960075"/>
                  </a:lnTo>
                  <a:lnTo>
                    <a:pt x="6213939" y="1848089"/>
                  </a:lnTo>
                  <a:lnTo>
                    <a:pt x="6242108" y="1738905"/>
                  </a:lnTo>
                  <a:lnTo>
                    <a:pt x="6270073" y="1632866"/>
                  </a:lnTo>
                  <a:lnTo>
                    <a:pt x="6297836" y="1530266"/>
                  </a:lnTo>
                  <a:lnTo>
                    <a:pt x="6325405" y="1431349"/>
                  </a:lnTo>
                  <a:lnTo>
                    <a:pt x="6352801" y="1336308"/>
                  </a:lnTo>
                  <a:lnTo>
                    <a:pt x="6380057" y="1245281"/>
                  </a:lnTo>
                  <a:lnTo>
                    <a:pt x="6407217" y="1158361"/>
                  </a:lnTo>
                  <a:lnTo>
                    <a:pt x="6434341" y="1075589"/>
                  </a:lnTo>
                  <a:lnTo>
                    <a:pt x="6461502" y="996964"/>
                  </a:lnTo>
                  <a:lnTo>
                    <a:pt x="6488788" y="922443"/>
                  </a:lnTo>
                  <a:lnTo>
                    <a:pt x="6515891" y="852977"/>
                  </a:lnTo>
                  <a:lnTo>
                    <a:pt x="6557533" y="755301"/>
                  </a:lnTo>
                  <a:lnTo>
                    <a:pt x="6600389" y="666429"/>
                  </a:lnTo>
                  <a:lnTo>
                    <a:pt x="6644990" y="586013"/>
                  </a:lnTo>
                  <a:lnTo>
                    <a:pt x="6691932" y="513411"/>
                  </a:lnTo>
                  <a:lnTo>
                    <a:pt x="6741837" y="447864"/>
                  </a:lnTo>
                  <a:lnTo>
                    <a:pt x="6795308" y="388604"/>
                  </a:lnTo>
                  <a:lnTo>
                    <a:pt x="6852887" y="334920"/>
                  </a:lnTo>
                  <a:lnTo>
                    <a:pt x="6914991" y="286198"/>
                  </a:lnTo>
                  <a:lnTo>
                    <a:pt x="6981830" y="241943"/>
                  </a:lnTo>
                  <a:lnTo>
                    <a:pt x="7053315" y="201787"/>
                  </a:lnTo>
                  <a:lnTo>
                    <a:pt x="7128935" y="165498"/>
                  </a:lnTo>
                  <a:lnTo>
                    <a:pt x="7207653" y="132968"/>
                  </a:lnTo>
                  <a:lnTo>
                    <a:pt x="7287818" y="104195"/>
                  </a:lnTo>
                  <a:lnTo>
                    <a:pt x="7367162" y="79244"/>
                  </a:lnTo>
                  <a:lnTo>
                    <a:pt x="7442921" y="58199"/>
                  </a:lnTo>
                  <a:lnTo>
                    <a:pt x="7512102" y="41094"/>
                  </a:lnTo>
                  <a:lnTo>
                    <a:pt x="7571888" y="27848"/>
                  </a:lnTo>
                  <a:lnTo>
                    <a:pt x="7620117" y="18218"/>
                  </a:lnTo>
                  <a:lnTo>
                    <a:pt x="7655698" y="11786"/>
                  </a:lnTo>
                  <a:lnTo>
                    <a:pt x="7678875" y="7978"/>
                  </a:lnTo>
                  <a:lnTo>
                    <a:pt x="7691269" y="6121"/>
                  </a:lnTo>
                  <a:lnTo>
                    <a:pt x="7695744" y="550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6" y="108"/>
                  </a:lnTo>
                  <a:lnTo>
                    <a:pt x="7689855" y="879"/>
                  </a:lnTo>
                  <a:lnTo>
                    <a:pt x="7675843" y="3010"/>
                  </a:lnTo>
                  <a:lnTo>
                    <a:pt x="7650687" y="7208"/>
                  </a:lnTo>
                  <a:lnTo>
                    <a:pt x="7612991" y="14134"/>
                  </a:lnTo>
                  <a:lnTo>
                    <a:pt x="7562741" y="24338"/>
                  </a:lnTo>
                  <a:lnTo>
                    <a:pt x="7501226" y="38211"/>
                  </a:lnTo>
                  <a:lnTo>
                    <a:pt x="7430751" y="55967"/>
                  </a:lnTo>
                  <a:lnTo>
                    <a:pt x="7354193" y="77663"/>
                  </a:lnTo>
                  <a:lnTo>
                    <a:pt x="7274533" y="103253"/>
                  </a:lnTo>
                  <a:lnTo>
                    <a:pt x="7194468" y="132651"/>
                  </a:lnTo>
                  <a:lnTo>
                    <a:pt x="7116166" y="165801"/>
                  </a:lnTo>
                  <a:lnTo>
                    <a:pt x="7041173" y="202719"/>
                  </a:lnTo>
                  <a:lnTo>
                    <a:pt x="6970435" y="243534"/>
                  </a:lnTo>
                  <a:lnTo>
                    <a:pt x="6904383" y="288501"/>
                  </a:lnTo>
                  <a:lnTo>
                    <a:pt x="6843050" y="338007"/>
                  </a:lnTo>
                  <a:lnTo>
                    <a:pt x="6786184" y="392568"/>
                  </a:lnTo>
                  <a:lnTo>
                    <a:pt x="6733343" y="452818"/>
                  </a:lnTo>
                  <a:lnTo>
                    <a:pt x="6683972" y="519479"/>
                  </a:lnTo>
                  <a:lnTo>
                    <a:pt x="6637460" y="593324"/>
                  </a:lnTo>
                  <a:lnTo>
                    <a:pt x="6593188" y="675101"/>
                  </a:lnTo>
                  <a:lnTo>
                    <a:pt x="6550567" y="765418"/>
                  </a:lnTo>
                  <a:lnTo>
                    <a:pt x="6515891" y="847532"/>
                  </a:lnTo>
                  <a:lnTo>
                    <a:pt x="6488376" y="918090"/>
                  </a:lnTo>
                  <a:lnTo>
                    <a:pt x="6461092" y="992673"/>
                  </a:lnTo>
                  <a:lnTo>
                    <a:pt x="6433933" y="1071360"/>
                  </a:lnTo>
                  <a:lnTo>
                    <a:pt x="6406809" y="1154194"/>
                  </a:lnTo>
                  <a:lnTo>
                    <a:pt x="6379648" y="1241177"/>
                  </a:lnTo>
                  <a:lnTo>
                    <a:pt x="6352390" y="1332264"/>
                  </a:lnTo>
                  <a:lnTo>
                    <a:pt x="6324991" y="1427366"/>
                  </a:lnTo>
                  <a:lnTo>
                    <a:pt x="6297419" y="1526339"/>
                  </a:lnTo>
                  <a:lnTo>
                    <a:pt x="6269654" y="1628993"/>
                  </a:lnTo>
                  <a:lnTo>
                    <a:pt x="6241685" y="1735082"/>
                  </a:lnTo>
                  <a:lnTo>
                    <a:pt x="6213514" y="1844311"/>
                  </a:lnTo>
                  <a:lnTo>
                    <a:pt x="6185151" y="1956336"/>
                  </a:lnTo>
                  <a:lnTo>
                    <a:pt x="6156614" y="2070767"/>
                  </a:lnTo>
                  <a:lnTo>
                    <a:pt x="6127930" y="2187175"/>
                  </a:lnTo>
                  <a:lnTo>
                    <a:pt x="6099130" y="2305096"/>
                  </a:lnTo>
                  <a:lnTo>
                    <a:pt x="6070249" y="2424039"/>
                  </a:lnTo>
                  <a:lnTo>
                    <a:pt x="6041328" y="2543497"/>
                  </a:lnTo>
                  <a:lnTo>
                    <a:pt x="6012408" y="2662950"/>
                  </a:lnTo>
                  <a:lnTo>
                    <a:pt x="5983529" y="2781882"/>
                  </a:lnTo>
                  <a:lnTo>
                    <a:pt x="5954730" y="2899784"/>
                  </a:lnTo>
                  <a:lnTo>
                    <a:pt x="5926047" y="3016165"/>
                  </a:lnTo>
                  <a:lnTo>
                    <a:pt x="5897513" y="3130563"/>
                  </a:lnTo>
                  <a:lnTo>
                    <a:pt x="5869153" y="3242549"/>
                  </a:lnTo>
                  <a:lnTo>
                    <a:pt x="5840985" y="3351733"/>
                  </a:lnTo>
                  <a:lnTo>
                    <a:pt x="5813019" y="3457773"/>
                  </a:lnTo>
                  <a:lnTo>
                    <a:pt x="5785257" y="3560373"/>
                  </a:lnTo>
                  <a:lnTo>
                    <a:pt x="5757687" y="3659289"/>
                  </a:lnTo>
                  <a:lnTo>
                    <a:pt x="5730291" y="3754331"/>
                  </a:lnTo>
                  <a:lnTo>
                    <a:pt x="5703035" y="3845357"/>
                  </a:lnTo>
                  <a:lnTo>
                    <a:pt x="5675875" y="3932277"/>
                  </a:lnTo>
                  <a:lnTo>
                    <a:pt x="5648751" y="4015049"/>
                  </a:lnTo>
                  <a:lnTo>
                    <a:pt x="5621591" y="4093674"/>
                  </a:lnTo>
                  <a:lnTo>
                    <a:pt x="5594304" y="4168196"/>
                  </a:lnTo>
                  <a:lnTo>
                    <a:pt x="5567201" y="4237662"/>
                  </a:lnTo>
                  <a:lnTo>
                    <a:pt x="5525560" y="4335337"/>
                  </a:lnTo>
                  <a:lnTo>
                    <a:pt x="5482703" y="4424209"/>
                  </a:lnTo>
                  <a:lnTo>
                    <a:pt x="5438102" y="4504625"/>
                  </a:lnTo>
                  <a:lnTo>
                    <a:pt x="5391160" y="4577227"/>
                  </a:lnTo>
                  <a:lnTo>
                    <a:pt x="5341256" y="4642774"/>
                  </a:lnTo>
                  <a:lnTo>
                    <a:pt x="5287784" y="4702034"/>
                  </a:lnTo>
                  <a:lnTo>
                    <a:pt x="5230205" y="4755718"/>
                  </a:lnTo>
                  <a:lnTo>
                    <a:pt x="5168102" y="4804440"/>
                  </a:lnTo>
                  <a:lnTo>
                    <a:pt x="5101262" y="4848696"/>
                  </a:lnTo>
                  <a:lnTo>
                    <a:pt x="5029778" y="4888851"/>
                  </a:lnTo>
                  <a:lnTo>
                    <a:pt x="4954157" y="4925140"/>
                  </a:lnTo>
                  <a:lnTo>
                    <a:pt x="4875439" y="4957670"/>
                  </a:lnTo>
                  <a:lnTo>
                    <a:pt x="4795275" y="4986444"/>
                  </a:lnTo>
                  <a:lnTo>
                    <a:pt x="4715930" y="5011394"/>
                  </a:lnTo>
                  <a:lnTo>
                    <a:pt x="4640171" y="5032439"/>
                  </a:lnTo>
                  <a:lnTo>
                    <a:pt x="4570991" y="5049545"/>
                  </a:lnTo>
                  <a:lnTo>
                    <a:pt x="4511204" y="5062791"/>
                  </a:lnTo>
                  <a:lnTo>
                    <a:pt x="4462976" y="5072420"/>
                  </a:lnTo>
                  <a:lnTo>
                    <a:pt x="4427395" y="5078852"/>
                  </a:lnTo>
                  <a:lnTo>
                    <a:pt x="4404217" y="5082661"/>
                  </a:lnTo>
                  <a:lnTo>
                    <a:pt x="4391823" y="5084518"/>
                  </a:lnTo>
                  <a:lnTo>
                    <a:pt x="4387348" y="5085132"/>
                  </a:lnTo>
                  <a:lnTo>
                    <a:pt x="4386855" y="5085194"/>
                  </a:lnTo>
                  <a:lnTo>
                    <a:pt x="3848118" y="5085194"/>
                  </a:lnTo>
                  <a:lnTo>
                    <a:pt x="3846933" y="5085115"/>
                  </a:lnTo>
                  <a:lnTo>
                    <a:pt x="3839180" y="5084549"/>
                  </a:lnTo>
                  <a:lnTo>
                    <a:pt x="3819788" y="5082984"/>
                  </a:lnTo>
                  <a:lnTo>
                    <a:pt x="3785506" y="5079911"/>
                  </a:lnTo>
                  <a:lnTo>
                    <a:pt x="3735199" y="5074877"/>
                  </a:lnTo>
                  <a:lnTo>
                    <a:pt x="3669902" y="5067543"/>
                  </a:lnTo>
                  <a:lnTo>
                    <a:pt x="3592466" y="5057711"/>
                  </a:lnTo>
                  <a:lnTo>
                    <a:pt x="3506847" y="5045318"/>
                  </a:lnTo>
                  <a:lnTo>
                    <a:pt x="3417266" y="5030393"/>
                  </a:lnTo>
                  <a:lnTo>
                    <a:pt x="3327508" y="5012997"/>
                  </a:lnTo>
                  <a:lnTo>
                    <a:pt x="3240495" y="4993162"/>
                  </a:lnTo>
                  <a:lnTo>
                    <a:pt x="3158160" y="4970853"/>
                  </a:lnTo>
                  <a:lnTo>
                    <a:pt x="3081522" y="4945939"/>
                  </a:lnTo>
                  <a:lnTo>
                    <a:pt x="3010868" y="4918180"/>
                  </a:lnTo>
                  <a:lnTo>
                    <a:pt x="2945963" y="4887228"/>
                  </a:lnTo>
                  <a:lnTo>
                    <a:pt x="2886228" y="4852638"/>
                  </a:lnTo>
                  <a:lnTo>
                    <a:pt x="2830888" y="4813888"/>
                  </a:lnTo>
                  <a:lnTo>
                    <a:pt x="2779078" y="4770414"/>
                  </a:lnTo>
                  <a:lnTo>
                    <a:pt x="2729922" y="4721682"/>
                  </a:lnTo>
                  <a:lnTo>
                    <a:pt x="2682611" y="4667306"/>
                  </a:lnTo>
                  <a:lnTo>
                    <a:pt x="2667772" y="4648724"/>
                  </a:lnTo>
                  <a:lnTo>
                    <a:pt x="2631204" y="4599904"/>
                  </a:lnTo>
                  <a:lnTo>
                    <a:pt x="2594982" y="4547386"/>
                  </a:lnTo>
                  <a:lnTo>
                    <a:pt x="2558875" y="4491095"/>
                  </a:lnTo>
                  <a:lnTo>
                    <a:pt x="2522704" y="4431022"/>
                  </a:lnTo>
                  <a:lnTo>
                    <a:pt x="2486335" y="4367228"/>
                  </a:lnTo>
                  <a:lnTo>
                    <a:pt x="2449678" y="4299855"/>
                  </a:lnTo>
                  <a:lnTo>
                    <a:pt x="2412680" y="4229124"/>
                  </a:lnTo>
                  <a:lnTo>
                    <a:pt x="2375321" y="4155342"/>
                  </a:lnTo>
                  <a:lnTo>
                    <a:pt x="2337615" y="4078897"/>
                  </a:lnTo>
                  <a:lnTo>
                    <a:pt x="2299601" y="4000251"/>
                  </a:lnTo>
                  <a:lnTo>
                    <a:pt x="2261343" y="3919931"/>
                  </a:lnTo>
                  <a:lnTo>
                    <a:pt x="2222920" y="3838518"/>
                  </a:lnTo>
                  <a:lnTo>
                    <a:pt x="2184423" y="3756623"/>
                  </a:lnTo>
                  <a:lnTo>
                    <a:pt x="2145949" y="3674875"/>
                  </a:lnTo>
                  <a:lnTo>
                    <a:pt x="2107592" y="3593898"/>
                  </a:lnTo>
                  <a:lnTo>
                    <a:pt x="2069439" y="3514292"/>
                  </a:lnTo>
                  <a:lnTo>
                    <a:pt x="2031563" y="3436613"/>
                  </a:lnTo>
                  <a:lnTo>
                    <a:pt x="1994016" y="3361360"/>
                  </a:lnTo>
                  <a:lnTo>
                    <a:pt x="1956826" y="3288962"/>
                  </a:lnTo>
                  <a:lnTo>
                    <a:pt x="1919991" y="3219769"/>
                  </a:lnTo>
                  <a:lnTo>
                    <a:pt x="1883478" y="3154047"/>
                  </a:lnTo>
                  <a:lnTo>
                    <a:pt x="1847216" y="3091981"/>
                  </a:lnTo>
                  <a:lnTo>
                    <a:pt x="1811094" y="3033674"/>
                  </a:lnTo>
                  <a:lnTo>
                    <a:pt x="1774958" y="2979153"/>
                  </a:lnTo>
                  <a:lnTo>
                    <a:pt x="1738607" y="2928377"/>
                  </a:lnTo>
                  <a:lnTo>
                    <a:pt x="1719082" y="2902844"/>
                  </a:lnTo>
                  <a:lnTo>
                    <a:pt x="1672212" y="2846633"/>
                  </a:lnTo>
                  <a:lnTo>
                    <a:pt x="1623728" y="2796128"/>
                  </a:lnTo>
                  <a:lnTo>
                    <a:pt x="1572860" y="2751028"/>
                  </a:lnTo>
                  <a:lnTo>
                    <a:pt x="1518743" y="2710830"/>
                  </a:lnTo>
                  <a:lnTo>
                    <a:pt x="1460503" y="2674971"/>
                  </a:lnTo>
                  <a:lnTo>
                    <a:pt x="1397324" y="2642910"/>
                  </a:lnTo>
                  <a:lnTo>
                    <a:pt x="1328552" y="2614173"/>
                  </a:lnTo>
                  <a:lnTo>
                    <a:pt x="1253824" y="2588381"/>
                  </a:lnTo>
                  <a:lnTo>
                    <a:pt x="1173237" y="2565260"/>
                  </a:lnTo>
                  <a:lnTo>
                    <a:pt x="1087556" y="2544643"/>
                  </a:lnTo>
                  <a:lnTo>
                    <a:pt x="998403" y="2526466"/>
                  </a:lnTo>
                  <a:lnTo>
                    <a:pt x="908390" y="2510745"/>
                  </a:lnTo>
                  <a:lnTo>
                    <a:pt x="821055" y="2497538"/>
                  </a:lnTo>
                  <a:lnTo>
                    <a:pt x="740546" y="2486889"/>
                  </a:lnTo>
                  <a:lnTo>
                    <a:pt x="670992" y="2478771"/>
                  </a:lnTo>
                  <a:lnTo>
                    <a:pt x="615685" y="2473033"/>
                  </a:lnTo>
                  <a:lnTo>
                    <a:pt x="576301" y="2469378"/>
                  </a:lnTo>
                  <a:lnTo>
                    <a:pt x="552410" y="2467385"/>
                  </a:lnTo>
                  <a:lnTo>
                    <a:pt x="541409" y="2466557"/>
                  </a:lnTo>
                  <a:lnTo>
                    <a:pt x="538736" y="2466373"/>
                  </a:lnTo>
                  <a:lnTo>
                    <a:pt x="0" y="246637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546595" y="668789"/>
              <a:ext cx="8234974" cy="5085194"/>
            </a:xfrm>
            <a:custGeom>
              <a:avLst/>
              <a:pathLst>
                <a:path w="8234974" h="5085194">
                  <a:moveTo>
                    <a:pt x="0" y="2466373"/>
                  </a:moveTo>
                  <a:lnTo>
                    <a:pt x="538736" y="2466373"/>
                  </a:lnTo>
                  <a:lnTo>
                    <a:pt x="539922" y="2466453"/>
                  </a:lnTo>
                  <a:lnTo>
                    <a:pt x="547675" y="2467019"/>
                  </a:lnTo>
                  <a:lnTo>
                    <a:pt x="567067" y="2468583"/>
                  </a:lnTo>
                  <a:lnTo>
                    <a:pt x="601348" y="2471657"/>
                  </a:lnTo>
                  <a:lnTo>
                    <a:pt x="651655" y="2476691"/>
                  </a:lnTo>
                  <a:lnTo>
                    <a:pt x="716953" y="2484025"/>
                  </a:lnTo>
                  <a:lnTo>
                    <a:pt x="794388" y="2493857"/>
                  </a:lnTo>
                  <a:lnTo>
                    <a:pt x="880007" y="2506250"/>
                  </a:lnTo>
                  <a:lnTo>
                    <a:pt x="969588" y="2521174"/>
                  </a:lnTo>
                  <a:lnTo>
                    <a:pt x="1059347" y="2538571"/>
                  </a:lnTo>
                  <a:lnTo>
                    <a:pt x="1146360" y="2558406"/>
                  </a:lnTo>
                  <a:lnTo>
                    <a:pt x="1228695" y="2580714"/>
                  </a:lnTo>
                  <a:lnTo>
                    <a:pt x="1305333" y="2605629"/>
                  </a:lnTo>
                  <a:lnTo>
                    <a:pt x="1375986" y="2633388"/>
                  </a:lnTo>
                  <a:lnTo>
                    <a:pt x="1440892" y="2664340"/>
                  </a:lnTo>
                  <a:lnTo>
                    <a:pt x="1500627" y="2698929"/>
                  </a:lnTo>
                  <a:lnTo>
                    <a:pt x="1555966" y="2737680"/>
                  </a:lnTo>
                  <a:lnTo>
                    <a:pt x="1607777" y="2781154"/>
                  </a:lnTo>
                  <a:lnTo>
                    <a:pt x="1656933" y="2829886"/>
                  </a:lnTo>
                  <a:lnTo>
                    <a:pt x="1704243" y="2884262"/>
                  </a:lnTo>
                  <a:lnTo>
                    <a:pt x="1719082" y="2902844"/>
                  </a:lnTo>
                  <a:lnTo>
                    <a:pt x="1755650" y="2951664"/>
                  </a:lnTo>
                  <a:lnTo>
                    <a:pt x="1791872" y="3004182"/>
                  </a:lnTo>
                  <a:lnTo>
                    <a:pt x="1827979" y="3060473"/>
                  </a:lnTo>
                  <a:lnTo>
                    <a:pt x="1864151" y="3120546"/>
                  </a:lnTo>
                  <a:lnTo>
                    <a:pt x="1900519" y="3184340"/>
                  </a:lnTo>
                  <a:lnTo>
                    <a:pt x="1937176" y="3251713"/>
                  </a:lnTo>
                  <a:lnTo>
                    <a:pt x="1974175" y="3322444"/>
                  </a:lnTo>
                  <a:lnTo>
                    <a:pt x="2011534" y="3396226"/>
                  </a:lnTo>
                  <a:lnTo>
                    <a:pt x="2049240" y="3472671"/>
                  </a:lnTo>
                  <a:lnTo>
                    <a:pt x="2087253" y="3551317"/>
                  </a:lnTo>
                  <a:lnTo>
                    <a:pt x="2125511" y="3631636"/>
                  </a:lnTo>
                  <a:lnTo>
                    <a:pt x="2163935" y="3713050"/>
                  </a:lnTo>
                  <a:lnTo>
                    <a:pt x="2202431" y="3794945"/>
                  </a:lnTo>
                  <a:lnTo>
                    <a:pt x="2240906" y="3876693"/>
                  </a:lnTo>
                  <a:lnTo>
                    <a:pt x="2279262" y="3957670"/>
                  </a:lnTo>
                  <a:lnTo>
                    <a:pt x="2317415" y="4037276"/>
                  </a:lnTo>
                  <a:lnTo>
                    <a:pt x="2355291" y="4114955"/>
                  </a:lnTo>
                  <a:lnTo>
                    <a:pt x="2392838" y="4190207"/>
                  </a:lnTo>
                  <a:lnTo>
                    <a:pt x="2430029" y="4262606"/>
                  </a:lnTo>
                  <a:lnTo>
                    <a:pt x="2466863" y="4331799"/>
                  </a:lnTo>
                  <a:lnTo>
                    <a:pt x="2503376" y="4397521"/>
                  </a:lnTo>
                  <a:lnTo>
                    <a:pt x="2539639" y="4459587"/>
                  </a:lnTo>
                  <a:lnTo>
                    <a:pt x="2575761" y="4517894"/>
                  </a:lnTo>
                  <a:lnTo>
                    <a:pt x="2611897" y="4572415"/>
                  </a:lnTo>
                  <a:lnTo>
                    <a:pt x="2648248" y="4623191"/>
                  </a:lnTo>
                  <a:lnTo>
                    <a:pt x="2667772" y="4648724"/>
                  </a:lnTo>
                  <a:lnTo>
                    <a:pt x="2714643" y="4704935"/>
                  </a:lnTo>
                  <a:lnTo>
                    <a:pt x="2763126" y="4755440"/>
                  </a:lnTo>
                  <a:lnTo>
                    <a:pt x="2813995" y="4800540"/>
                  </a:lnTo>
                  <a:lnTo>
                    <a:pt x="2868111" y="4840738"/>
                  </a:lnTo>
                  <a:lnTo>
                    <a:pt x="2926352" y="4876597"/>
                  </a:lnTo>
                  <a:lnTo>
                    <a:pt x="2989530" y="4908658"/>
                  </a:lnTo>
                  <a:lnTo>
                    <a:pt x="3058302" y="4937395"/>
                  </a:lnTo>
                  <a:lnTo>
                    <a:pt x="3133031" y="4963187"/>
                  </a:lnTo>
                  <a:lnTo>
                    <a:pt x="3213617" y="4986308"/>
                  </a:lnTo>
                  <a:lnTo>
                    <a:pt x="3299299" y="5006925"/>
                  </a:lnTo>
                  <a:lnTo>
                    <a:pt x="3388451" y="5025102"/>
                  </a:lnTo>
                  <a:lnTo>
                    <a:pt x="3478465" y="5040823"/>
                  </a:lnTo>
                  <a:lnTo>
                    <a:pt x="3565799" y="5054030"/>
                  </a:lnTo>
                  <a:lnTo>
                    <a:pt x="3646308" y="5064679"/>
                  </a:lnTo>
                  <a:lnTo>
                    <a:pt x="3715863" y="5072797"/>
                  </a:lnTo>
                  <a:lnTo>
                    <a:pt x="3771169" y="5078535"/>
                  </a:lnTo>
                  <a:lnTo>
                    <a:pt x="3810553" y="5082190"/>
                  </a:lnTo>
                  <a:lnTo>
                    <a:pt x="3834445" y="5084183"/>
                  </a:lnTo>
                  <a:lnTo>
                    <a:pt x="3845445" y="5085011"/>
                  </a:lnTo>
                  <a:lnTo>
                    <a:pt x="3848078" y="5085192"/>
                  </a:lnTo>
                  <a:lnTo>
                    <a:pt x="3848118" y="5085194"/>
                  </a:lnTo>
                  <a:lnTo>
                    <a:pt x="4386855" y="5085194"/>
                  </a:lnTo>
                  <a:lnTo>
                    <a:pt x="4387696" y="5085086"/>
                  </a:lnTo>
                  <a:lnTo>
                    <a:pt x="4393238" y="5084315"/>
                  </a:lnTo>
                  <a:lnTo>
                    <a:pt x="4407250" y="5082184"/>
                  </a:lnTo>
                  <a:lnTo>
                    <a:pt x="4432405" y="5077986"/>
                  </a:lnTo>
                  <a:lnTo>
                    <a:pt x="4470101" y="5071060"/>
                  </a:lnTo>
                  <a:lnTo>
                    <a:pt x="4520352" y="5060856"/>
                  </a:lnTo>
                  <a:lnTo>
                    <a:pt x="4581866" y="5046983"/>
                  </a:lnTo>
                  <a:lnTo>
                    <a:pt x="4652341" y="5029227"/>
                  </a:lnTo>
                  <a:lnTo>
                    <a:pt x="4728899" y="5007531"/>
                  </a:lnTo>
                  <a:lnTo>
                    <a:pt x="4808559" y="4981941"/>
                  </a:lnTo>
                  <a:lnTo>
                    <a:pt x="4888625" y="4952542"/>
                  </a:lnTo>
                  <a:lnTo>
                    <a:pt x="4966927" y="4919393"/>
                  </a:lnTo>
                  <a:lnTo>
                    <a:pt x="5041919" y="4882474"/>
                  </a:lnTo>
                  <a:lnTo>
                    <a:pt x="5112657" y="4841660"/>
                  </a:lnTo>
                  <a:lnTo>
                    <a:pt x="5178709" y="4796693"/>
                  </a:lnTo>
                  <a:lnTo>
                    <a:pt x="5240042" y="4747187"/>
                  </a:lnTo>
                  <a:lnTo>
                    <a:pt x="5296908" y="4692625"/>
                  </a:lnTo>
                  <a:lnTo>
                    <a:pt x="5349749" y="4632376"/>
                  </a:lnTo>
                  <a:lnTo>
                    <a:pt x="5399121" y="4565715"/>
                  </a:lnTo>
                  <a:lnTo>
                    <a:pt x="5445632" y="4491870"/>
                  </a:lnTo>
                  <a:lnTo>
                    <a:pt x="5489904" y="4410093"/>
                  </a:lnTo>
                  <a:lnTo>
                    <a:pt x="5532526" y="4319776"/>
                  </a:lnTo>
                  <a:lnTo>
                    <a:pt x="5567201" y="4237662"/>
                  </a:lnTo>
                  <a:lnTo>
                    <a:pt x="5594717" y="4167104"/>
                  </a:lnTo>
                  <a:lnTo>
                    <a:pt x="5622001" y="4092521"/>
                  </a:lnTo>
                  <a:lnTo>
                    <a:pt x="5649160" y="4013834"/>
                  </a:lnTo>
                  <a:lnTo>
                    <a:pt x="5676283" y="3931000"/>
                  </a:lnTo>
                  <a:lnTo>
                    <a:pt x="5703445" y="3844017"/>
                  </a:lnTo>
                  <a:lnTo>
                    <a:pt x="5730702" y="3752929"/>
                  </a:lnTo>
                  <a:lnTo>
                    <a:pt x="5758101" y="3657828"/>
                  </a:lnTo>
                  <a:lnTo>
                    <a:pt x="5785673" y="3558855"/>
                  </a:lnTo>
                  <a:lnTo>
                    <a:pt x="5813439" y="3456201"/>
                  </a:lnTo>
                  <a:lnTo>
                    <a:pt x="5841408" y="3350112"/>
                  </a:lnTo>
                  <a:lnTo>
                    <a:pt x="5869579" y="3240883"/>
                  </a:lnTo>
                  <a:lnTo>
                    <a:pt x="5897942" y="3128858"/>
                  </a:lnTo>
                  <a:lnTo>
                    <a:pt x="5926478" y="3014427"/>
                  </a:lnTo>
                  <a:lnTo>
                    <a:pt x="5955162" y="2898019"/>
                  </a:lnTo>
                  <a:lnTo>
                    <a:pt x="5983963" y="2780098"/>
                  </a:lnTo>
                  <a:lnTo>
                    <a:pt x="6012843" y="2661154"/>
                  </a:lnTo>
                  <a:lnTo>
                    <a:pt x="6041764" y="2541697"/>
                  </a:lnTo>
                  <a:lnTo>
                    <a:pt x="6070685" y="2422244"/>
                  </a:lnTo>
                  <a:lnTo>
                    <a:pt x="6099564" y="2303312"/>
                  </a:lnTo>
                  <a:lnTo>
                    <a:pt x="6128363" y="2185410"/>
                  </a:lnTo>
                  <a:lnTo>
                    <a:pt x="6157045" y="2069029"/>
                  </a:lnTo>
                  <a:lnTo>
                    <a:pt x="6185579" y="1954631"/>
                  </a:lnTo>
                  <a:lnTo>
                    <a:pt x="6213939" y="1842645"/>
                  </a:lnTo>
                  <a:lnTo>
                    <a:pt x="6242108" y="1733461"/>
                  </a:lnTo>
                  <a:lnTo>
                    <a:pt x="6270073" y="1627421"/>
                  </a:lnTo>
                  <a:lnTo>
                    <a:pt x="6297836" y="1524821"/>
                  </a:lnTo>
                  <a:lnTo>
                    <a:pt x="6325405" y="1425905"/>
                  </a:lnTo>
                  <a:lnTo>
                    <a:pt x="6352801" y="1330863"/>
                  </a:lnTo>
                  <a:lnTo>
                    <a:pt x="6380057" y="1239837"/>
                  </a:lnTo>
                  <a:lnTo>
                    <a:pt x="6407217" y="1152916"/>
                  </a:lnTo>
                  <a:lnTo>
                    <a:pt x="6434341" y="1070145"/>
                  </a:lnTo>
                  <a:lnTo>
                    <a:pt x="6461502" y="991519"/>
                  </a:lnTo>
                  <a:lnTo>
                    <a:pt x="6488788" y="916998"/>
                  </a:lnTo>
                  <a:lnTo>
                    <a:pt x="6515891" y="847532"/>
                  </a:lnTo>
                  <a:lnTo>
                    <a:pt x="6557533" y="749857"/>
                  </a:lnTo>
                  <a:lnTo>
                    <a:pt x="6600389" y="660985"/>
                  </a:lnTo>
                  <a:lnTo>
                    <a:pt x="6644990" y="580568"/>
                  </a:lnTo>
                  <a:lnTo>
                    <a:pt x="6691932" y="507967"/>
                  </a:lnTo>
                  <a:lnTo>
                    <a:pt x="6741837" y="442420"/>
                  </a:lnTo>
                  <a:lnTo>
                    <a:pt x="6795308" y="383160"/>
                  </a:lnTo>
                  <a:lnTo>
                    <a:pt x="6852887" y="329476"/>
                  </a:lnTo>
                  <a:lnTo>
                    <a:pt x="6914991" y="280754"/>
                  </a:lnTo>
                  <a:lnTo>
                    <a:pt x="6981830" y="236498"/>
                  </a:lnTo>
                  <a:lnTo>
                    <a:pt x="7053315" y="196342"/>
                  </a:lnTo>
                  <a:lnTo>
                    <a:pt x="7128935" y="160054"/>
                  </a:lnTo>
                  <a:lnTo>
                    <a:pt x="7207653" y="127524"/>
                  </a:lnTo>
                  <a:lnTo>
                    <a:pt x="7287818" y="98750"/>
                  </a:lnTo>
                  <a:lnTo>
                    <a:pt x="7367162" y="73800"/>
                  </a:lnTo>
                  <a:lnTo>
                    <a:pt x="7442921" y="52755"/>
                  </a:lnTo>
                  <a:lnTo>
                    <a:pt x="7512102" y="35649"/>
                  </a:lnTo>
                  <a:lnTo>
                    <a:pt x="7571888" y="22403"/>
                  </a:lnTo>
                  <a:lnTo>
                    <a:pt x="7620117" y="12774"/>
                  </a:lnTo>
                  <a:lnTo>
                    <a:pt x="7655698" y="6341"/>
                  </a:lnTo>
                  <a:lnTo>
                    <a:pt x="7678875" y="2533"/>
                  </a:lnTo>
                  <a:lnTo>
                    <a:pt x="7691269" y="676"/>
                  </a:lnTo>
                  <a:lnTo>
                    <a:pt x="7695744" y="6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546595" y="663344"/>
              <a:ext cx="8234974" cy="5085194"/>
            </a:xfrm>
            <a:custGeom>
              <a:avLst/>
              <a:pathLst>
                <a:path w="8234974" h="5085194">
                  <a:moveTo>
                    <a:pt x="8234974" y="0"/>
                  </a:moveTo>
                  <a:lnTo>
                    <a:pt x="7696237" y="0"/>
                  </a:lnTo>
                  <a:lnTo>
                    <a:pt x="7695396" y="108"/>
                  </a:lnTo>
                  <a:lnTo>
                    <a:pt x="7689855" y="879"/>
                  </a:lnTo>
                  <a:lnTo>
                    <a:pt x="7675843" y="3010"/>
                  </a:lnTo>
                  <a:lnTo>
                    <a:pt x="7650687" y="7208"/>
                  </a:lnTo>
                  <a:lnTo>
                    <a:pt x="7612991" y="14134"/>
                  </a:lnTo>
                  <a:lnTo>
                    <a:pt x="7562741" y="24338"/>
                  </a:lnTo>
                  <a:lnTo>
                    <a:pt x="7501226" y="38211"/>
                  </a:lnTo>
                  <a:lnTo>
                    <a:pt x="7430751" y="55967"/>
                  </a:lnTo>
                  <a:lnTo>
                    <a:pt x="7354193" y="77663"/>
                  </a:lnTo>
                  <a:lnTo>
                    <a:pt x="7274533" y="103253"/>
                  </a:lnTo>
                  <a:lnTo>
                    <a:pt x="7194468" y="132651"/>
                  </a:lnTo>
                  <a:lnTo>
                    <a:pt x="7116166" y="165801"/>
                  </a:lnTo>
                  <a:lnTo>
                    <a:pt x="7041173" y="202719"/>
                  </a:lnTo>
                  <a:lnTo>
                    <a:pt x="6970435" y="243534"/>
                  </a:lnTo>
                  <a:lnTo>
                    <a:pt x="6904383" y="288501"/>
                  </a:lnTo>
                  <a:lnTo>
                    <a:pt x="6843050" y="338007"/>
                  </a:lnTo>
                  <a:lnTo>
                    <a:pt x="6786184" y="392568"/>
                  </a:lnTo>
                  <a:lnTo>
                    <a:pt x="6733343" y="452818"/>
                  </a:lnTo>
                  <a:lnTo>
                    <a:pt x="6683972" y="519479"/>
                  </a:lnTo>
                  <a:lnTo>
                    <a:pt x="6637460" y="593324"/>
                  </a:lnTo>
                  <a:lnTo>
                    <a:pt x="6593188" y="675101"/>
                  </a:lnTo>
                  <a:lnTo>
                    <a:pt x="6550567" y="765418"/>
                  </a:lnTo>
                  <a:lnTo>
                    <a:pt x="6515891" y="847532"/>
                  </a:lnTo>
                  <a:lnTo>
                    <a:pt x="6488376" y="918090"/>
                  </a:lnTo>
                  <a:lnTo>
                    <a:pt x="6461092" y="992673"/>
                  </a:lnTo>
                  <a:lnTo>
                    <a:pt x="6433933" y="1071360"/>
                  </a:lnTo>
                  <a:lnTo>
                    <a:pt x="6406809" y="1154194"/>
                  </a:lnTo>
                  <a:lnTo>
                    <a:pt x="6379648" y="1241177"/>
                  </a:lnTo>
                  <a:lnTo>
                    <a:pt x="6352390" y="1332264"/>
                  </a:lnTo>
                  <a:lnTo>
                    <a:pt x="6324991" y="1427366"/>
                  </a:lnTo>
                  <a:lnTo>
                    <a:pt x="6297419" y="1526339"/>
                  </a:lnTo>
                  <a:lnTo>
                    <a:pt x="6269654" y="1628993"/>
                  </a:lnTo>
                  <a:lnTo>
                    <a:pt x="6241685" y="1735082"/>
                  </a:lnTo>
                  <a:lnTo>
                    <a:pt x="6213514" y="1844311"/>
                  </a:lnTo>
                  <a:lnTo>
                    <a:pt x="6185151" y="1956336"/>
                  </a:lnTo>
                  <a:lnTo>
                    <a:pt x="6156614" y="2070767"/>
                  </a:lnTo>
                  <a:lnTo>
                    <a:pt x="6127930" y="2187175"/>
                  </a:lnTo>
                  <a:lnTo>
                    <a:pt x="6099130" y="2305096"/>
                  </a:lnTo>
                  <a:lnTo>
                    <a:pt x="6070249" y="2424039"/>
                  </a:lnTo>
                  <a:lnTo>
                    <a:pt x="6041328" y="2543497"/>
                  </a:lnTo>
                  <a:lnTo>
                    <a:pt x="6012408" y="2662950"/>
                  </a:lnTo>
                  <a:lnTo>
                    <a:pt x="5983529" y="2781882"/>
                  </a:lnTo>
                  <a:lnTo>
                    <a:pt x="5954730" y="2899784"/>
                  </a:lnTo>
                  <a:lnTo>
                    <a:pt x="5926047" y="3016165"/>
                  </a:lnTo>
                  <a:lnTo>
                    <a:pt x="5897513" y="3130563"/>
                  </a:lnTo>
                  <a:lnTo>
                    <a:pt x="5869153" y="3242549"/>
                  </a:lnTo>
                  <a:lnTo>
                    <a:pt x="5840985" y="3351733"/>
                  </a:lnTo>
                  <a:lnTo>
                    <a:pt x="5813019" y="3457773"/>
                  </a:lnTo>
                  <a:lnTo>
                    <a:pt x="5785257" y="3560373"/>
                  </a:lnTo>
                  <a:lnTo>
                    <a:pt x="5757687" y="3659289"/>
                  </a:lnTo>
                  <a:lnTo>
                    <a:pt x="5730291" y="3754331"/>
                  </a:lnTo>
                  <a:lnTo>
                    <a:pt x="5703035" y="3845357"/>
                  </a:lnTo>
                  <a:lnTo>
                    <a:pt x="5675875" y="3932277"/>
                  </a:lnTo>
                  <a:lnTo>
                    <a:pt x="5648751" y="4015049"/>
                  </a:lnTo>
                  <a:lnTo>
                    <a:pt x="5621591" y="4093674"/>
                  </a:lnTo>
                  <a:lnTo>
                    <a:pt x="5594304" y="4168196"/>
                  </a:lnTo>
                  <a:lnTo>
                    <a:pt x="5567201" y="4237662"/>
                  </a:lnTo>
                  <a:lnTo>
                    <a:pt x="5525560" y="4335337"/>
                  </a:lnTo>
                  <a:lnTo>
                    <a:pt x="5482703" y="4424209"/>
                  </a:lnTo>
                  <a:lnTo>
                    <a:pt x="5438102" y="4504625"/>
                  </a:lnTo>
                  <a:lnTo>
                    <a:pt x="5391160" y="4577227"/>
                  </a:lnTo>
                  <a:lnTo>
                    <a:pt x="5341256" y="4642774"/>
                  </a:lnTo>
                  <a:lnTo>
                    <a:pt x="5287784" y="4702034"/>
                  </a:lnTo>
                  <a:lnTo>
                    <a:pt x="5230205" y="4755718"/>
                  </a:lnTo>
                  <a:lnTo>
                    <a:pt x="5168102" y="4804440"/>
                  </a:lnTo>
                  <a:lnTo>
                    <a:pt x="5101262" y="4848696"/>
                  </a:lnTo>
                  <a:lnTo>
                    <a:pt x="5029778" y="4888851"/>
                  </a:lnTo>
                  <a:lnTo>
                    <a:pt x="4954157" y="4925140"/>
                  </a:lnTo>
                  <a:lnTo>
                    <a:pt x="4875439" y="4957670"/>
                  </a:lnTo>
                  <a:lnTo>
                    <a:pt x="4795275" y="4986444"/>
                  </a:lnTo>
                  <a:lnTo>
                    <a:pt x="4715930" y="5011394"/>
                  </a:lnTo>
                  <a:lnTo>
                    <a:pt x="4640171" y="5032439"/>
                  </a:lnTo>
                  <a:lnTo>
                    <a:pt x="4570991" y="5049545"/>
                  </a:lnTo>
                  <a:lnTo>
                    <a:pt x="4511204" y="5062791"/>
                  </a:lnTo>
                  <a:lnTo>
                    <a:pt x="4462976" y="5072420"/>
                  </a:lnTo>
                  <a:lnTo>
                    <a:pt x="4427395" y="5078852"/>
                  </a:lnTo>
                  <a:lnTo>
                    <a:pt x="4404217" y="5082661"/>
                  </a:lnTo>
                  <a:lnTo>
                    <a:pt x="4391823" y="5084518"/>
                  </a:lnTo>
                  <a:lnTo>
                    <a:pt x="4387348" y="5085132"/>
                  </a:lnTo>
                  <a:lnTo>
                    <a:pt x="4386855" y="5085194"/>
                  </a:lnTo>
                  <a:lnTo>
                    <a:pt x="3848118" y="5085194"/>
                  </a:lnTo>
                  <a:lnTo>
                    <a:pt x="3846933" y="5085115"/>
                  </a:lnTo>
                  <a:lnTo>
                    <a:pt x="3839180" y="5084549"/>
                  </a:lnTo>
                  <a:lnTo>
                    <a:pt x="3819788" y="5082984"/>
                  </a:lnTo>
                  <a:lnTo>
                    <a:pt x="3785506" y="5079911"/>
                  </a:lnTo>
                  <a:lnTo>
                    <a:pt x="3735199" y="5074877"/>
                  </a:lnTo>
                  <a:lnTo>
                    <a:pt x="3669902" y="5067543"/>
                  </a:lnTo>
                  <a:lnTo>
                    <a:pt x="3592466" y="5057711"/>
                  </a:lnTo>
                  <a:lnTo>
                    <a:pt x="3506847" y="5045318"/>
                  </a:lnTo>
                  <a:lnTo>
                    <a:pt x="3417266" y="5030393"/>
                  </a:lnTo>
                  <a:lnTo>
                    <a:pt x="3327508" y="5012997"/>
                  </a:lnTo>
                  <a:lnTo>
                    <a:pt x="3240495" y="4993162"/>
                  </a:lnTo>
                  <a:lnTo>
                    <a:pt x="3158160" y="4970853"/>
                  </a:lnTo>
                  <a:lnTo>
                    <a:pt x="3081522" y="4945939"/>
                  </a:lnTo>
                  <a:lnTo>
                    <a:pt x="3010868" y="4918180"/>
                  </a:lnTo>
                  <a:lnTo>
                    <a:pt x="2945963" y="4887228"/>
                  </a:lnTo>
                  <a:lnTo>
                    <a:pt x="2886228" y="4852638"/>
                  </a:lnTo>
                  <a:lnTo>
                    <a:pt x="2830888" y="4813888"/>
                  </a:lnTo>
                  <a:lnTo>
                    <a:pt x="2779078" y="4770414"/>
                  </a:lnTo>
                  <a:lnTo>
                    <a:pt x="2729922" y="4721682"/>
                  </a:lnTo>
                  <a:lnTo>
                    <a:pt x="2682611" y="4667306"/>
                  </a:lnTo>
                  <a:lnTo>
                    <a:pt x="2667772" y="4648724"/>
                  </a:lnTo>
                  <a:lnTo>
                    <a:pt x="2631204" y="4599904"/>
                  </a:lnTo>
                  <a:lnTo>
                    <a:pt x="2594982" y="4547386"/>
                  </a:lnTo>
                  <a:lnTo>
                    <a:pt x="2558875" y="4491095"/>
                  </a:lnTo>
                  <a:lnTo>
                    <a:pt x="2522704" y="4431022"/>
                  </a:lnTo>
                  <a:lnTo>
                    <a:pt x="2486335" y="4367228"/>
                  </a:lnTo>
                  <a:lnTo>
                    <a:pt x="2449678" y="4299855"/>
                  </a:lnTo>
                  <a:lnTo>
                    <a:pt x="2412680" y="4229124"/>
                  </a:lnTo>
                  <a:lnTo>
                    <a:pt x="2375321" y="4155342"/>
                  </a:lnTo>
                  <a:lnTo>
                    <a:pt x="2337615" y="4078897"/>
                  </a:lnTo>
                  <a:lnTo>
                    <a:pt x="2299601" y="4000251"/>
                  </a:lnTo>
                  <a:lnTo>
                    <a:pt x="2261343" y="3919931"/>
                  </a:lnTo>
                  <a:lnTo>
                    <a:pt x="2222920" y="3838518"/>
                  </a:lnTo>
                  <a:lnTo>
                    <a:pt x="2184423" y="3756623"/>
                  </a:lnTo>
                  <a:lnTo>
                    <a:pt x="2145949" y="3674875"/>
                  </a:lnTo>
                  <a:lnTo>
                    <a:pt x="2107592" y="3593898"/>
                  </a:lnTo>
                  <a:lnTo>
                    <a:pt x="2069439" y="3514292"/>
                  </a:lnTo>
                  <a:lnTo>
                    <a:pt x="2031563" y="3436613"/>
                  </a:lnTo>
                  <a:lnTo>
                    <a:pt x="1994016" y="3361360"/>
                  </a:lnTo>
                  <a:lnTo>
                    <a:pt x="1956826" y="3288962"/>
                  </a:lnTo>
                  <a:lnTo>
                    <a:pt x="1919991" y="3219769"/>
                  </a:lnTo>
                  <a:lnTo>
                    <a:pt x="1883478" y="3154047"/>
                  </a:lnTo>
                  <a:lnTo>
                    <a:pt x="1847216" y="3091981"/>
                  </a:lnTo>
                  <a:lnTo>
                    <a:pt x="1811094" y="3033674"/>
                  </a:lnTo>
                  <a:lnTo>
                    <a:pt x="1774958" y="2979153"/>
                  </a:lnTo>
                  <a:lnTo>
                    <a:pt x="1738607" y="2928377"/>
                  </a:lnTo>
                  <a:lnTo>
                    <a:pt x="1719082" y="2902844"/>
                  </a:lnTo>
                  <a:lnTo>
                    <a:pt x="1672212" y="2846633"/>
                  </a:lnTo>
                  <a:lnTo>
                    <a:pt x="1623728" y="2796128"/>
                  </a:lnTo>
                  <a:lnTo>
                    <a:pt x="1572860" y="2751028"/>
                  </a:lnTo>
                  <a:lnTo>
                    <a:pt x="1518743" y="2710830"/>
                  </a:lnTo>
                  <a:lnTo>
                    <a:pt x="1460503" y="2674971"/>
                  </a:lnTo>
                  <a:lnTo>
                    <a:pt x="1397324" y="2642910"/>
                  </a:lnTo>
                  <a:lnTo>
                    <a:pt x="1328552" y="2614173"/>
                  </a:lnTo>
                  <a:lnTo>
                    <a:pt x="1253824" y="2588381"/>
                  </a:lnTo>
                  <a:lnTo>
                    <a:pt x="1173237" y="2565260"/>
                  </a:lnTo>
                  <a:lnTo>
                    <a:pt x="1087556" y="2544643"/>
                  </a:lnTo>
                  <a:lnTo>
                    <a:pt x="998403" y="2526466"/>
                  </a:lnTo>
                  <a:lnTo>
                    <a:pt x="908390" y="2510745"/>
                  </a:lnTo>
                  <a:lnTo>
                    <a:pt x="821055" y="2497538"/>
                  </a:lnTo>
                  <a:lnTo>
                    <a:pt x="740546" y="2486889"/>
                  </a:lnTo>
                  <a:lnTo>
                    <a:pt x="670992" y="2478771"/>
                  </a:lnTo>
                  <a:lnTo>
                    <a:pt x="615685" y="2473033"/>
                  </a:lnTo>
                  <a:lnTo>
                    <a:pt x="576301" y="2469378"/>
                  </a:lnTo>
                  <a:lnTo>
                    <a:pt x="552410" y="2467385"/>
                  </a:lnTo>
                  <a:lnTo>
                    <a:pt x="541409" y="2466557"/>
                  </a:lnTo>
                  <a:lnTo>
                    <a:pt x="538776" y="2466376"/>
                  </a:lnTo>
                  <a:lnTo>
                    <a:pt x="538736" y="2466373"/>
                  </a:lnTo>
                  <a:lnTo>
                    <a:pt x="0" y="2466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" name="pg41"/>
            <p:cNvSpPr/>
            <p:nvPr/>
          </p:nvSpPr>
          <p:spPr>
            <a:xfrm>
              <a:off x="546595" y="1812141"/>
              <a:ext cx="8234974" cy="3963620"/>
            </a:xfrm>
            <a:custGeom>
              <a:avLst/>
              <a:pathLst>
                <a:path w="8234974" h="3963620">
                  <a:moveTo>
                    <a:pt x="0" y="1333910"/>
                  </a:moveTo>
                  <a:lnTo>
                    <a:pt x="538736" y="1333910"/>
                  </a:lnTo>
                  <a:lnTo>
                    <a:pt x="539921" y="1333990"/>
                  </a:lnTo>
                  <a:lnTo>
                    <a:pt x="547669" y="1334558"/>
                  </a:lnTo>
                  <a:lnTo>
                    <a:pt x="567047" y="1336128"/>
                  </a:lnTo>
                  <a:lnTo>
                    <a:pt x="601306" y="1339212"/>
                  </a:lnTo>
                  <a:lnTo>
                    <a:pt x="651582" y="1344263"/>
                  </a:lnTo>
                  <a:lnTo>
                    <a:pt x="716844" y="1351622"/>
                  </a:lnTo>
                  <a:lnTo>
                    <a:pt x="794244" y="1361489"/>
                  </a:lnTo>
                  <a:lnTo>
                    <a:pt x="879830" y="1373925"/>
                  </a:lnTo>
                  <a:lnTo>
                    <a:pt x="969385" y="1388903"/>
                  </a:lnTo>
                  <a:lnTo>
                    <a:pt x="1059124" y="1406362"/>
                  </a:lnTo>
                  <a:lnTo>
                    <a:pt x="1146126" y="1426267"/>
                  </a:lnTo>
                  <a:lnTo>
                    <a:pt x="1228455" y="1448656"/>
                  </a:lnTo>
                  <a:lnTo>
                    <a:pt x="1305093" y="1473659"/>
                  </a:lnTo>
                  <a:lnTo>
                    <a:pt x="1375749" y="1501516"/>
                  </a:lnTo>
                  <a:lnTo>
                    <a:pt x="1440658" y="1532577"/>
                  </a:lnTo>
                  <a:lnTo>
                    <a:pt x="1500397" y="1567286"/>
                  </a:lnTo>
                  <a:lnTo>
                    <a:pt x="1555739" y="1606169"/>
                  </a:lnTo>
                  <a:lnTo>
                    <a:pt x="1607550" y="1649791"/>
                  </a:lnTo>
                  <a:lnTo>
                    <a:pt x="1656704" y="1698688"/>
                  </a:lnTo>
                  <a:lnTo>
                    <a:pt x="1704010" y="1753248"/>
                  </a:lnTo>
                  <a:lnTo>
                    <a:pt x="1719082" y="1772195"/>
                  </a:lnTo>
                  <a:lnTo>
                    <a:pt x="1755592" y="1821137"/>
                  </a:lnTo>
                  <a:lnTo>
                    <a:pt x="1791756" y="1873780"/>
                  </a:lnTo>
                  <a:lnTo>
                    <a:pt x="1827806" y="1930199"/>
                  </a:lnTo>
                  <a:lnTo>
                    <a:pt x="1863918" y="1990404"/>
                  </a:lnTo>
                  <a:lnTo>
                    <a:pt x="1900227" y="2054334"/>
                  </a:lnTo>
                  <a:lnTo>
                    <a:pt x="1936822" y="2121849"/>
                  </a:lnTo>
                  <a:lnTo>
                    <a:pt x="1973758" y="2192726"/>
                  </a:lnTo>
                  <a:lnTo>
                    <a:pt x="2011053" y="2266661"/>
                  </a:lnTo>
                  <a:lnTo>
                    <a:pt x="2048694" y="2343268"/>
                  </a:lnTo>
                  <a:lnTo>
                    <a:pt x="2086642" y="2422085"/>
                  </a:lnTo>
                  <a:lnTo>
                    <a:pt x="2124836" y="2502586"/>
                  </a:lnTo>
                  <a:lnTo>
                    <a:pt x="2163195" y="2584193"/>
                  </a:lnTo>
                  <a:lnTo>
                    <a:pt x="2201630" y="2666293"/>
                  </a:lnTo>
                  <a:lnTo>
                    <a:pt x="2240044" y="2748259"/>
                  </a:lnTo>
                  <a:lnTo>
                    <a:pt x="2278343" y="2829467"/>
                  </a:lnTo>
                  <a:lnTo>
                    <a:pt x="2316440" y="2909318"/>
                  </a:lnTo>
                  <a:lnTo>
                    <a:pt x="2354264" y="2987252"/>
                  </a:lnTo>
                  <a:lnTo>
                    <a:pt x="2391761" y="3062771"/>
                  </a:lnTo>
                  <a:lnTo>
                    <a:pt x="2428902" y="3135444"/>
                  </a:lnTo>
                  <a:lnTo>
                    <a:pt x="2465688" y="3204919"/>
                  </a:lnTo>
                  <a:lnTo>
                    <a:pt x="2502153" y="3270926"/>
                  </a:lnTo>
                  <a:lnTo>
                    <a:pt x="2538364" y="3333279"/>
                  </a:lnTo>
                  <a:lnTo>
                    <a:pt x="2574431" y="3391872"/>
                  </a:lnTo>
                  <a:lnTo>
                    <a:pt x="2610505" y="3446674"/>
                  </a:lnTo>
                  <a:lnTo>
                    <a:pt x="2646785" y="3497725"/>
                  </a:lnTo>
                  <a:lnTo>
                    <a:pt x="2667772" y="3525335"/>
                  </a:lnTo>
                  <a:lnTo>
                    <a:pt x="2714631" y="3581767"/>
                  </a:lnTo>
                  <a:lnTo>
                    <a:pt x="2763101" y="3632471"/>
                  </a:lnTo>
                  <a:lnTo>
                    <a:pt x="2813956" y="3677750"/>
                  </a:lnTo>
                  <a:lnTo>
                    <a:pt x="2868055" y="3718109"/>
                  </a:lnTo>
                  <a:lnTo>
                    <a:pt x="2926276" y="3754113"/>
                  </a:lnTo>
                  <a:lnTo>
                    <a:pt x="2989431" y="3786304"/>
                  </a:lnTo>
                  <a:lnTo>
                    <a:pt x="3058177" y="3815158"/>
                  </a:lnTo>
                  <a:lnTo>
                    <a:pt x="3132875" y="3841056"/>
                  </a:lnTo>
                  <a:lnTo>
                    <a:pt x="3213429" y="3864273"/>
                  </a:lnTo>
                  <a:lnTo>
                    <a:pt x="3299079" y="3884977"/>
                  </a:lnTo>
                  <a:lnTo>
                    <a:pt x="3388203" y="3903231"/>
                  </a:lnTo>
                  <a:lnTo>
                    <a:pt x="3478196" y="3919020"/>
                  </a:lnTo>
                  <a:lnTo>
                    <a:pt x="3565524" y="3932288"/>
                  </a:lnTo>
                  <a:lnTo>
                    <a:pt x="3646043" y="3942987"/>
                  </a:lnTo>
                  <a:lnTo>
                    <a:pt x="3715627" y="3951145"/>
                  </a:lnTo>
                  <a:lnTo>
                    <a:pt x="3770979" y="3956915"/>
                  </a:lnTo>
                  <a:lnTo>
                    <a:pt x="3810420" y="3960592"/>
                  </a:lnTo>
                  <a:lnTo>
                    <a:pt x="3834369" y="3962599"/>
                  </a:lnTo>
                  <a:lnTo>
                    <a:pt x="3845417" y="3963435"/>
                  </a:lnTo>
                  <a:lnTo>
                    <a:pt x="3848118" y="3963620"/>
                  </a:lnTo>
                  <a:lnTo>
                    <a:pt x="4386855" y="3963620"/>
                  </a:lnTo>
                  <a:lnTo>
                    <a:pt x="4387786" y="3963527"/>
                  </a:lnTo>
                  <a:lnTo>
                    <a:pt x="4393908" y="3962861"/>
                  </a:lnTo>
                  <a:lnTo>
                    <a:pt x="4409341" y="3961021"/>
                  </a:lnTo>
                  <a:lnTo>
                    <a:pt x="4436932" y="3957399"/>
                  </a:lnTo>
                  <a:lnTo>
                    <a:pt x="4478044" y="3951435"/>
                  </a:lnTo>
                  <a:lnTo>
                    <a:pt x="4532451" y="3942673"/>
                  </a:lnTo>
                  <a:lnTo>
                    <a:pt x="4598479" y="3930806"/>
                  </a:lnTo>
                  <a:lnTo>
                    <a:pt x="4673383" y="3915684"/>
                  </a:lnTo>
                  <a:lnTo>
                    <a:pt x="4753898" y="3897285"/>
                  </a:lnTo>
                  <a:lnTo>
                    <a:pt x="4836778" y="3875664"/>
                  </a:lnTo>
                  <a:lnTo>
                    <a:pt x="4919205" y="3850893"/>
                  </a:lnTo>
                  <a:lnTo>
                    <a:pt x="4999027" y="3823000"/>
                  </a:lnTo>
                  <a:lnTo>
                    <a:pt x="5074804" y="3791936"/>
                  </a:lnTo>
                  <a:lnTo>
                    <a:pt x="5145754" y="3757541"/>
                  </a:lnTo>
                  <a:lnTo>
                    <a:pt x="5211622" y="3719544"/>
                  </a:lnTo>
                  <a:lnTo>
                    <a:pt x="5272545" y="3677550"/>
                  </a:lnTo>
                  <a:lnTo>
                    <a:pt x="5328931" y="3631060"/>
                  </a:lnTo>
                  <a:lnTo>
                    <a:pt x="5381349" y="3579479"/>
                  </a:lnTo>
                  <a:lnTo>
                    <a:pt x="5430459" y="3522153"/>
                  </a:lnTo>
                  <a:lnTo>
                    <a:pt x="5476950" y="3458421"/>
                  </a:lnTo>
                  <a:lnTo>
                    <a:pt x="5521491" y="3387707"/>
                  </a:lnTo>
                  <a:lnTo>
                    <a:pt x="5564680" y="3309675"/>
                  </a:lnTo>
                  <a:lnTo>
                    <a:pt x="5567201" y="3304832"/>
                  </a:lnTo>
                  <a:lnTo>
                    <a:pt x="5598032" y="3243132"/>
                  </a:lnTo>
                  <a:lnTo>
                    <a:pt x="5628588" y="3177490"/>
                  </a:lnTo>
                  <a:lnTo>
                    <a:pt x="5659017" y="3107824"/>
                  </a:lnTo>
                  <a:lnTo>
                    <a:pt x="5689436" y="3034103"/>
                  </a:lnTo>
                  <a:lnTo>
                    <a:pt x="5719940" y="2956344"/>
                  </a:lnTo>
                  <a:lnTo>
                    <a:pt x="5750600" y="2874624"/>
                  </a:lnTo>
                  <a:lnTo>
                    <a:pt x="5781469" y="2789079"/>
                  </a:lnTo>
                  <a:lnTo>
                    <a:pt x="5812578" y="2699907"/>
                  </a:lnTo>
                  <a:lnTo>
                    <a:pt x="5843941" y="2607372"/>
                  </a:lnTo>
                  <a:lnTo>
                    <a:pt x="5875558" y="2511799"/>
                  </a:lnTo>
                  <a:lnTo>
                    <a:pt x="5907412" y="2413572"/>
                  </a:lnTo>
                  <a:lnTo>
                    <a:pt x="5939474" y="2313130"/>
                  </a:lnTo>
                  <a:lnTo>
                    <a:pt x="5971705" y="2210959"/>
                  </a:lnTo>
                  <a:lnTo>
                    <a:pt x="6004055" y="2107583"/>
                  </a:lnTo>
                  <a:lnTo>
                    <a:pt x="6036472" y="2003553"/>
                  </a:lnTo>
                  <a:lnTo>
                    <a:pt x="6068898" y="1899434"/>
                  </a:lnTo>
                  <a:lnTo>
                    <a:pt x="6101275" y="1795793"/>
                  </a:lnTo>
                  <a:lnTo>
                    <a:pt x="6133549" y="1693188"/>
                  </a:lnTo>
                  <a:lnTo>
                    <a:pt x="6165668" y="1592151"/>
                  </a:lnTo>
                  <a:lnTo>
                    <a:pt x="6197591" y="1493181"/>
                  </a:lnTo>
                  <a:lnTo>
                    <a:pt x="6229285" y="1396733"/>
                  </a:lnTo>
                  <a:lnTo>
                    <a:pt x="6260728" y="1303209"/>
                  </a:lnTo>
                  <a:lnTo>
                    <a:pt x="6291916" y="1212954"/>
                  </a:lnTo>
                  <a:lnTo>
                    <a:pt x="6322857" y="1126250"/>
                  </a:lnTo>
                  <a:lnTo>
                    <a:pt x="6353578" y="1043315"/>
                  </a:lnTo>
                  <a:lnTo>
                    <a:pt x="6384125" y="964306"/>
                  </a:lnTo>
                  <a:lnTo>
                    <a:pt x="6414561" y="889317"/>
                  </a:lnTo>
                  <a:lnTo>
                    <a:pt x="6444975" y="818383"/>
                  </a:lnTo>
                  <a:lnTo>
                    <a:pt x="6475477" y="751488"/>
                  </a:lnTo>
                  <a:lnTo>
                    <a:pt x="6506204" y="688566"/>
                  </a:lnTo>
                  <a:lnTo>
                    <a:pt x="6515891" y="669677"/>
                  </a:lnTo>
                  <a:lnTo>
                    <a:pt x="6559016" y="591211"/>
                  </a:lnTo>
                  <a:lnTo>
                    <a:pt x="6603461" y="520070"/>
                  </a:lnTo>
                  <a:lnTo>
                    <a:pt x="6649819" y="455939"/>
                  </a:lnTo>
                  <a:lnTo>
                    <a:pt x="6698755" y="398252"/>
                  </a:lnTo>
                  <a:lnTo>
                    <a:pt x="6750959" y="346350"/>
                  </a:lnTo>
                  <a:lnTo>
                    <a:pt x="6807092" y="299577"/>
                  </a:lnTo>
                  <a:lnTo>
                    <a:pt x="6867735" y="257332"/>
                  </a:lnTo>
                  <a:lnTo>
                    <a:pt x="6933303" y="219110"/>
                  </a:lnTo>
                  <a:lnTo>
                    <a:pt x="7003954" y="184512"/>
                  </a:lnTo>
                  <a:lnTo>
                    <a:pt x="7079463" y="153256"/>
                  </a:lnTo>
                  <a:lnTo>
                    <a:pt x="7159078" y="125179"/>
                  </a:lnTo>
                  <a:lnTo>
                    <a:pt x="7241405" y="100222"/>
                  </a:lnTo>
                  <a:lnTo>
                    <a:pt x="7324330" y="78413"/>
                  </a:lnTo>
                  <a:lnTo>
                    <a:pt x="7405073" y="59822"/>
                  </a:lnTo>
                  <a:lnTo>
                    <a:pt x="7480402" y="44505"/>
                  </a:lnTo>
                  <a:lnTo>
                    <a:pt x="7547038" y="32449"/>
                  </a:lnTo>
                  <a:lnTo>
                    <a:pt x="7602192" y="23511"/>
                  </a:lnTo>
                  <a:lnTo>
                    <a:pt x="7644111" y="17392"/>
                  </a:lnTo>
                  <a:lnTo>
                    <a:pt x="7672479" y="13646"/>
                  </a:lnTo>
                  <a:lnTo>
                    <a:pt x="7688565" y="11718"/>
                  </a:lnTo>
                  <a:lnTo>
                    <a:pt x="7695135" y="1100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934" y="3952652"/>
                  </a:lnTo>
                  <a:lnTo>
                    <a:pt x="3839186" y="3952084"/>
                  </a:lnTo>
                  <a:lnTo>
                    <a:pt x="3819808" y="3950514"/>
                  </a:lnTo>
                  <a:lnTo>
                    <a:pt x="3785549" y="3947430"/>
                  </a:lnTo>
                  <a:lnTo>
                    <a:pt x="3735272" y="3942379"/>
                  </a:lnTo>
                  <a:lnTo>
                    <a:pt x="3670010" y="3935019"/>
                  </a:lnTo>
                  <a:lnTo>
                    <a:pt x="3592610" y="3925153"/>
                  </a:lnTo>
                  <a:lnTo>
                    <a:pt x="3507024" y="3912717"/>
                  </a:lnTo>
                  <a:lnTo>
                    <a:pt x="3417470" y="3897739"/>
                  </a:lnTo>
                  <a:lnTo>
                    <a:pt x="3327730" y="3880280"/>
                  </a:lnTo>
                  <a:lnTo>
                    <a:pt x="3240729" y="3860374"/>
                  </a:lnTo>
                  <a:lnTo>
                    <a:pt x="3158399" y="3837986"/>
                  </a:lnTo>
                  <a:lnTo>
                    <a:pt x="3081762" y="3812983"/>
                  </a:lnTo>
                  <a:lnTo>
                    <a:pt x="3011106" y="3785125"/>
                  </a:lnTo>
                  <a:lnTo>
                    <a:pt x="2946197" y="3754065"/>
                  </a:lnTo>
                  <a:lnTo>
                    <a:pt x="2886458" y="3719355"/>
                  </a:lnTo>
                  <a:lnTo>
                    <a:pt x="2831116" y="3680472"/>
                  </a:lnTo>
                  <a:lnTo>
                    <a:pt x="2779305" y="3636851"/>
                  </a:lnTo>
                  <a:lnTo>
                    <a:pt x="2730151" y="3587953"/>
                  </a:lnTo>
                  <a:lnTo>
                    <a:pt x="2682845" y="3533393"/>
                  </a:lnTo>
                  <a:lnTo>
                    <a:pt x="2667772" y="3514446"/>
                  </a:lnTo>
                  <a:lnTo>
                    <a:pt x="2631263" y="3465504"/>
                  </a:lnTo>
                  <a:lnTo>
                    <a:pt x="2595098" y="3412861"/>
                  </a:lnTo>
                  <a:lnTo>
                    <a:pt x="2559049" y="3356442"/>
                  </a:lnTo>
                  <a:lnTo>
                    <a:pt x="2522936" y="3296237"/>
                  </a:lnTo>
                  <a:lnTo>
                    <a:pt x="2486628" y="3232308"/>
                  </a:lnTo>
                  <a:lnTo>
                    <a:pt x="2450032" y="3164793"/>
                  </a:lnTo>
                  <a:lnTo>
                    <a:pt x="2413097" y="3093916"/>
                  </a:lnTo>
                  <a:lnTo>
                    <a:pt x="2375802" y="3019980"/>
                  </a:lnTo>
                  <a:lnTo>
                    <a:pt x="2338161" y="2943373"/>
                  </a:lnTo>
                  <a:lnTo>
                    <a:pt x="2300212" y="2864556"/>
                  </a:lnTo>
                  <a:lnTo>
                    <a:pt x="2262019" y="2784056"/>
                  </a:lnTo>
                  <a:lnTo>
                    <a:pt x="2223660" y="2702449"/>
                  </a:lnTo>
                  <a:lnTo>
                    <a:pt x="2185225" y="2620349"/>
                  </a:lnTo>
                  <a:lnTo>
                    <a:pt x="2146811" y="2538382"/>
                  </a:lnTo>
                  <a:lnTo>
                    <a:pt x="2108512" y="2457174"/>
                  </a:lnTo>
                  <a:lnTo>
                    <a:pt x="2070414" y="2377324"/>
                  </a:lnTo>
                  <a:lnTo>
                    <a:pt x="2032591" y="2299389"/>
                  </a:lnTo>
                  <a:lnTo>
                    <a:pt x="1995094" y="2223870"/>
                  </a:lnTo>
                  <a:lnTo>
                    <a:pt x="1957953" y="2151197"/>
                  </a:lnTo>
                  <a:lnTo>
                    <a:pt x="1921166" y="2081722"/>
                  </a:lnTo>
                  <a:lnTo>
                    <a:pt x="1884702" y="2015715"/>
                  </a:lnTo>
                  <a:lnTo>
                    <a:pt x="1848490" y="1953363"/>
                  </a:lnTo>
                  <a:lnTo>
                    <a:pt x="1812424" y="1894770"/>
                  </a:lnTo>
                  <a:lnTo>
                    <a:pt x="1776350" y="1839968"/>
                  </a:lnTo>
                  <a:lnTo>
                    <a:pt x="1740070" y="1788917"/>
                  </a:lnTo>
                  <a:lnTo>
                    <a:pt x="1719082" y="1761306"/>
                  </a:lnTo>
                  <a:lnTo>
                    <a:pt x="1672224" y="1704875"/>
                  </a:lnTo>
                  <a:lnTo>
                    <a:pt x="1623753" y="1654171"/>
                  </a:lnTo>
                  <a:lnTo>
                    <a:pt x="1572899" y="1608891"/>
                  </a:lnTo>
                  <a:lnTo>
                    <a:pt x="1518800" y="1568533"/>
                  </a:lnTo>
                  <a:lnTo>
                    <a:pt x="1460579" y="1532529"/>
                  </a:lnTo>
                  <a:lnTo>
                    <a:pt x="1397423" y="1500338"/>
                  </a:lnTo>
                  <a:lnTo>
                    <a:pt x="1328678" y="1471484"/>
                  </a:lnTo>
                  <a:lnTo>
                    <a:pt x="1253980" y="1445586"/>
                  </a:lnTo>
                  <a:lnTo>
                    <a:pt x="1173425" y="1422368"/>
                  </a:lnTo>
                  <a:lnTo>
                    <a:pt x="1087775" y="1401665"/>
                  </a:lnTo>
                  <a:lnTo>
                    <a:pt x="998652" y="1383411"/>
                  </a:lnTo>
                  <a:lnTo>
                    <a:pt x="908659" y="1367621"/>
                  </a:lnTo>
                  <a:lnTo>
                    <a:pt x="821331" y="1354354"/>
                  </a:lnTo>
                  <a:lnTo>
                    <a:pt x="740812" y="1343655"/>
                  </a:lnTo>
                  <a:lnTo>
                    <a:pt x="671228" y="1335497"/>
                  </a:lnTo>
                  <a:lnTo>
                    <a:pt x="615875" y="1329727"/>
                  </a:lnTo>
                  <a:lnTo>
                    <a:pt x="576435" y="1326050"/>
                  </a:lnTo>
                  <a:lnTo>
                    <a:pt x="552486" y="1324043"/>
                  </a:lnTo>
                  <a:lnTo>
                    <a:pt x="541437" y="1323207"/>
                  </a:lnTo>
                  <a:lnTo>
                    <a:pt x="538736" y="1323021"/>
                  </a:lnTo>
                  <a:lnTo>
                    <a:pt x="0" y="132302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546595" y="1823030"/>
              <a:ext cx="8234974" cy="3952731"/>
            </a:xfrm>
            <a:custGeom>
              <a:avLst/>
              <a:pathLst>
                <a:path w="8234974" h="3952731">
                  <a:moveTo>
                    <a:pt x="0" y="1323021"/>
                  </a:moveTo>
                  <a:lnTo>
                    <a:pt x="538736" y="1323021"/>
                  </a:lnTo>
                  <a:lnTo>
                    <a:pt x="539921" y="1323101"/>
                  </a:lnTo>
                  <a:lnTo>
                    <a:pt x="547669" y="1323669"/>
                  </a:lnTo>
                  <a:lnTo>
                    <a:pt x="567047" y="1325239"/>
                  </a:lnTo>
                  <a:lnTo>
                    <a:pt x="601306" y="1328323"/>
                  </a:lnTo>
                  <a:lnTo>
                    <a:pt x="651582" y="1333374"/>
                  </a:lnTo>
                  <a:lnTo>
                    <a:pt x="716844" y="1340733"/>
                  </a:lnTo>
                  <a:lnTo>
                    <a:pt x="794244" y="1350599"/>
                  </a:lnTo>
                  <a:lnTo>
                    <a:pt x="879830" y="1363036"/>
                  </a:lnTo>
                  <a:lnTo>
                    <a:pt x="969385" y="1378014"/>
                  </a:lnTo>
                  <a:lnTo>
                    <a:pt x="1059124" y="1395473"/>
                  </a:lnTo>
                  <a:lnTo>
                    <a:pt x="1146126" y="1415378"/>
                  </a:lnTo>
                  <a:lnTo>
                    <a:pt x="1228455" y="1437767"/>
                  </a:lnTo>
                  <a:lnTo>
                    <a:pt x="1305093" y="1462770"/>
                  </a:lnTo>
                  <a:lnTo>
                    <a:pt x="1375749" y="1490627"/>
                  </a:lnTo>
                  <a:lnTo>
                    <a:pt x="1440658" y="1521688"/>
                  </a:lnTo>
                  <a:lnTo>
                    <a:pt x="1500397" y="1556397"/>
                  </a:lnTo>
                  <a:lnTo>
                    <a:pt x="1555739" y="1595280"/>
                  </a:lnTo>
                  <a:lnTo>
                    <a:pt x="1607550" y="1638902"/>
                  </a:lnTo>
                  <a:lnTo>
                    <a:pt x="1656704" y="1687799"/>
                  </a:lnTo>
                  <a:lnTo>
                    <a:pt x="1704010" y="1742359"/>
                  </a:lnTo>
                  <a:lnTo>
                    <a:pt x="1719082" y="1761306"/>
                  </a:lnTo>
                  <a:lnTo>
                    <a:pt x="1755592" y="1810248"/>
                  </a:lnTo>
                  <a:lnTo>
                    <a:pt x="1791756" y="1862891"/>
                  </a:lnTo>
                  <a:lnTo>
                    <a:pt x="1827806" y="1919310"/>
                  </a:lnTo>
                  <a:lnTo>
                    <a:pt x="1863918" y="1979515"/>
                  </a:lnTo>
                  <a:lnTo>
                    <a:pt x="1900227" y="2043445"/>
                  </a:lnTo>
                  <a:lnTo>
                    <a:pt x="1936822" y="2110959"/>
                  </a:lnTo>
                  <a:lnTo>
                    <a:pt x="1973758" y="2181837"/>
                  </a:lnTo>
                  <a:lnTo>
                    <a:pt x="2011053" y="2255772"/>
                  </a:lnTo>
                  <a:lnTo>
                    <a:pt x="2048694" y="2332379"/>
                  </a:lnTo>
                  <a:lnTo>
                    <a:pt x="2086642" y="2411196"/>
                  </a:lnTo>
                  <a:lnTo>
                    <a:pt x="2124836" y="2491697"/>
                  </a:lnTo>
                  <a:lnTo>
                    <a:pt x="2163195" y="2573304"/>
                  </a:lnTo>
                  <a:lnTo>
                    <a:pt x="2201630" y="2655404"/>
                  </a:lnTo>
                  <a:lnTo>
                    <a:pt x="2240044" y="2737370"/>
                  </a:lnTo>
                  <a:lnTo>
                    <a:pt x="2278343" y="2818578"/>
                  </a:lnTo>
                  <a:lnTo>
                    <a:pt x="2316440" y="2898428"/>
                  </a:lnTo>
                  <a:lnTo>
                    <a:pt x="2354264" y="2976363"/>
                  </a:lnTo>
                  <a:lnTo>
                    <a:pt x="2391761" y="3051882"/>
                  </a:lnTo>
                  <a:lnTo>
                    <a:pt x="2428902" y="3124555"/>
                  </a:lnTo>
                  <a:lnTo>
                    <a:pt x="2465688" y="3194030"/>
                  </a:lnTo>
                  <a:lnTo>
                    <a:pt x="2502153" y="3260037"/>
                  </a:lnTo>
                  <a:lnTo>
                    <a:pt x="2538364" y="3322390"/>
                  </a:lnTo>
                  <a:lnTo>
                    <a:pt x="2574431" y="3380983"/>
                  </a:lnTo>
                  <a:lnTo>
                    <a:pt x="2610505" y="3435785"/>
                  </a:lnTo>
                  <a:lnTo>
                    <a:pt x="2646785" y="3486836"/>
                  </a:lnTo>
                  <a:lnTo>
                    <a:pt x="2667772" y="3514446"/>
                  </a:lnTo>
                  <a:lnTo>
                    <a:pt x="2714631" y="3570877"/>
                  </a:lnTo>
                  <a:lnTo>
                    <a:pt x="2763101" y="3621582"/>
                  </a:lnTo>
                  <a:lnTo>
                    <a:pt x="2813956" y="3666861"/>
                  </a:lnTo>
                  <a:lnTo>
                    <a:pt x="2868055" y="3707220"/>
                  </a:lnTo>
                  <a:lnTo>
                    <a:pt x="2926276" y="3743224"/>
                  </a:lnTo>
                  <a:lnTo>
                    <a:pt x="2989431" y="3775415"/>
                  </a:lnTo>
                  <a:lnTo>
                    <a:pt x="3058177" y="3804269"/>
                  </a:lnTo>
                  <a:lnTo>
                    <a:pt x="3132875" y="3830167"/>
                  </a:lnTo>
                  <a:lnTo>
                    <a:pt x="3213429" y="3853384"/>
                  </a:lnTo>
                  <a:lnTo>
                    <a:pt x="3299079" y="3874088"/>
                  </a:lnTo>
                  <a:lnTo>
                    <a:pt x="3388203" y="3892342"/>
                  </a:lnTo>
                  <a:lnTo>
                    <a:pt x="3478196" y="3908131"/>
                  </a:lnTo>
                  <a:lnTo>
                    <a:pt x="3565524" y="3921399"/>
                  </a:lnTo>
                  <a:lnTo>
                    <a:pt x="3646043" y="3932097"/>
                  </a:lnTo>
                  <a:lnTo>
                    <a:pt x="3715627" y="3940256"/>
                  </a:lnTo>
                  <a:lnTo>
                    <a:pt x="3770979" y="3946026"/>
                  </a:lnTo>
                  <a:lnTo>
                    <a:pt x="3810420" y="3949703"/>
                  </a:lnTo>
                  <a:lnTo>
                    <a:pt x="3834369" y="3951709"/>
                  </a:lnTo>
                  <a:lnTo>
                    <a:pt x="3845417" y="3952545"/>
                  </a:lnTo>
                  <a:lnTo>
                    <a:pt x="3848076" y="3952729"/>
                  </a:lnTo>
                  <a:lnTo>
                    <a:pt x="3848118" y="3952731"/>
                  </a:lnTo>
                  <a:lnTo>
                    <a:pt x="4386855" y="3952731"/>
                  </a:lnTo>
                  <a:lnTo>
                    <a:pt x="4387786" y="3952638"/>
                  </a:lnTo>
                  <a:lnTo>
                    <a:pt x="4393908" y="3951972"/>
                  </a:lnTo>
                  <a:lnTo>
                    <a:pt x="4409341" y="3950132"/>
                  </a:lnTo>
                  <a:lnTo>
                    <a:pt x="4436932" y="3946510"/>
                  </a:lnTo>
                  <a:lnTo>
                    <a:pt x="4478044" y="3940546"/>
                  </a:lnTo>
                  <a:lnTo>
                    <a:pt x="4532451" y="3931784"/>
                  </a:lnTo>
                  <a:lnTo>
                    <a:pt x="4598479" y="3919917"/>
                  </a:lnTo>
                  <a:lnTo>
                    <a:pt x="4673383" y="3904795"/>
                  </a:lnTo>
                  <a:lnTo>
                    <a:pt x="4753898" y="3886396"/>
                  </a:lnTo>
                  <a:lnTo>
                    <a:pt x="4836778" y="3864775"/>
                  </a:lnTo>
                  <a:lnTo>
                    <a:pt x="4919205" y="3840004"/>
                  </a:lnTo>
                  <a:lnTo>
                    <a:pt x="4999027" y="3812111"/>
                  </a:lnTo>
                  <a:lnTo>
                    <a:pt x="5074804" y="3781046"/>
                  </a:lnTo>
                  <a:lnTo>
                    <a:pt x="5145754" y="3746652"/>
                  </a:lnTo>
                  <a:lnTo>
                    <a:pt x="5211622" y="3708654"/>
                  </a:lnTo>
                  <a:lnTo>
                    <a:pt x="5272545" y="3666661"/>
                  </a:lnTo>
                  <a:lnTo>
                    <a:pt x="5328931" y="3620171"/>
                  </a:lnTo>
                  <a:lnTo>
                    <a:pt x="5381349" y="3568590"/>
                  </a:lnTo>
                  <a:lnTo>
                    <a:pt x="5430459" y="3511264"/>
                  </a:lnTo>
                  <a:lnTo>
                    <a:pt x="5476950" y="3447532"/>
                  </a:lnTo>
                  <a:lnTo>
                    <a:pt x="5521491" y="3376818"/>
                  </a:lnTo>
                  <a:lnTo>
                    <a:pt x="5564680" y="3298785"/>
                  </a:lnTo>
                  <a:lnTo>
                    <a:pt x="5567201" y="3293943"/>
                  </a:lnTo>
                  <a:lnTo>
                    <a:pt x="5598032" y="3232243"/>
                  </a:lnTo>
                  <a:lnTo>
                    <a:pt x="5628588" y="3166601"/>
                  </a:lnTo>
                  <a:lnTo>
                    <a:pt x="5659017" y="3096935"/>
                  </a:lnTo>
                  <a:lnTo>
                    <a:pt x="5689436" y="3023214"/>
                  </a:lnTo>
                  <a:lnTo>
                    <a:pt x="5719940" y="2945455"/>
                  </a:lnTo>
                  <a:lnTo>
                    <a:pt x="5750600" y="2863735"/>
                  </a:lnTo>
                  <a:lnTo>
                    <a:pt x="5781469" y="2778190"/>
                  </a:lnTo>
                  <a:lnTo>
                    <a:pt x="5812578" y="2689018"/>
                  </a:lnTo>
                  <a:lnTo>
                    <a:pt x="5843941" y="2596483"/>
                  </a:lnTo>
                  <a:lnTo>
                    <a:pt x="5875558" y="2500910"/>
                  </a:lnTo>
                  <a:lnTo>
                    <a:pt x="5907412" y="2402683"/>
                  </a:lnTo>
                  <a:lnTo>
                    <a:pt x="5939474" y="2302241"/>
                  </a:lnTo>
                  <a:lnTo>
                    <a:pt x="5971705" y="2200070"/>
                  </a:lnTo>
                  <a:lnTo>
                    <a:pt x="6004055" y="2096694"/>
                  </a:lnTo>
                  <a:lnTo>
                    <a:pt x="6036472" y="1992664"/>
                  </a:lnTo>
                  <a:lnTo>
                    <a:pt x="6068898" y="1888545"/>
                  </a:lnTo>
                  <a:lnTo>
                    <a:pt x="6101275" y="1784904"/>
                  </a:lnTo>
                  <a:lnTo>
                    <a:pt x="6133549" y="1682299"/>
                  </a:lnTo>
                  <a:lnTo>
                    <a:pt x="6165668" y="1581261"/>
                  </a:lnTo>
                  <a:lnTo>
                    <a:pt x="6197591" y="1482292"/>
                  </a:lnTo>
                  <a:lnTo>
                    <a:pt x="6229285" y="1385844"/>
                  </a:lnTo>
                  <a:lnTo>
                    <a:pt x="6260728" y="1292320"/>
                  </a:lnTo>
                  <a:lnTo>
                    <a:pt x="6291916" y="1202065"/>
                  </a:lnTo>
                  <a:lnTo>
                    <a:pt x="6322857" y="1115361"/>
                  </a:lnTo>
                  <a:lnTo>
                    <a:pt x="6353578" y="1032426"/>
                  </a:lnTo>
                  <a:lnTo>
                    <a:pt x="6384125" y="953417"/>
                  </a:lnTo>
                  <a:lnTo>
                    <a:pt x="6414561" y="878428"/>
                  </a:lnTo>
                  <a:lnTo>
                    <a:pt x="6444975" y="807494"/>
                  </a:lnTo>
                  <a:lnTo>
                    <a:pt x="6475477" y="740599"/>
                  </a:lnTo>
                  <a:lnTo>
                    <a:pt x="6506204" y="677677"/>
                  </a:lnTo>
                  <a:lnTo>
                    <a:pt x="6515891" y="658788"/>
                  </a:lnTo>
                  <a:lnTo>
                    <a:pt x="6559016" y="580322"/>
                  </a:lnTo>
                  <a:lnTo>
                    <a:pt x="6603461" y="509181"/>
                  </a:lnTo>
                  <a:lnTo>
                    <a:pt x="6649819" y="445050"/>
                  </a:lnTo>
                  <a:lnTo>
                    <a:pt x="6698755" y="387363"/>
                  </a:lnTo>
                  <a:lnTo>
                    <a:pt x="6750959" y="335461"/>
                  </a:lnTo>
                  <a:lnTo>
                    <a:pt x="6807092" y="288688"/>
                  </a:lnTo>
                  <a:lnTo>
                    <a:pt x="6867735" y="246443"/>
                  </a:lnTo>
                  <a:lnTo>
                    <a:pt x="6933303" y="208221"/>
                  </a:lnTo>
                  <a:lnTo>
                    <a:pt x="7003954" y="173623"/>
                  </a:lnTo>
                  <a:lnTo>
                    <a:pt x="7079463" y="142367"/>
                  </a:lnTo>
                  <a:lnTo>
                    <a:pt x="7159078" y="114289"/>
                  </a:lnTo>
                  <a:lnTo>
                    <a:pt x="7241405" y="89333"/>
                  </a:lnTo>
                  <a:lnTo>
                    <a:pt x="7324330" y="67524"/>
                  </a:lnTo>
                  <a:lnTo>
                    <a:pt x="7405073" y="48933"/>
                  </a:lnTo>
                  <a:lnTo>
                    <a:pt x="7480402" y="33616"/>
                  </a:lnTo>
                  <a:lnTo>
                    <a:pt x="7547038" y="21560"/>
                  </a:lnTo>
                  <a:lnTo>
                    <a:pt x="7602192" y="12622"/>
                  </a:lnTo>
                  <a:lnTo>
                    <a:pt x="7644111" y="6503"/>
                  </a:lnTo>
                  <a:lnTo>
                    <a:pt x="7672479" y="2757"/>
                  </a:lnTo>
                  <a:lnTo>
                    <a:pt x="7688565" y="829"/>
                  </a:lnTo>
                  <a:lnTo>
                    <a:pt x="7695135" y="11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546595" y="1812141"/>
              <a:ext cx="8234974" cy="3952731"/>
            </a:xfrm>
            <a:custGeom>
              <a:avLst/>
              <a:pathLst>
                <a:path w="8234974" h="3952731">
                  <a:moveTo>
                    <a:pt x="8234974" y="0"/>
                  </a:move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934" y="3952652"/>
                  </a:lnTo>
                  <a:lnTo>
                    <a:pt x="3839186" y="3952084"/>
                  </a:lnTo>
                  <a:lnTo>
                    <a:pt x="3819808" y="3950514"/>
                  </a:lnTo>
                  <a:lnTo>
                    <a:pt x="3785549" y="3947430"/>
                  </a:lnTo>
                  <a:lnTo>
                    <a:pt x="3735272" y="3942379"/>
                  </a:lnTo>
                  <a:lnTo>
                    <a:pt x="3670010" y="3935019"/>
                  </a:lnTo>
                  <a:lnTo>
                    <a:pt x="3592610" y="3925153"/>
                  </a:lnTo>
                  <a:lnTo>
                    <a:pt x="3507024" y="3912717"/>
                  </a:lnTo>
                  <a:lnTo>
                    <a:pt x="3417470" y="3897739"/>
                  </a:lnTo>
                  <a:lnTo>
                    <a:pt x="3327730" y="3880280"/>
                  </a:lnTo>
                  <a:lnTo>
                    <a:pt x="3240729" y="3860374"/>
                  </a:lnTo>
                  <a:lnTo>
                    <a:pt x="3158399" y="3837986"/>
                  </a:lnTo>
                  <a:lnTo>
                    <a:pt x="3081762" y="3812983"/>
                  </a:lnTo>
                  <a:lnTo>
                    <a:pt x="3011106" y="3785125"/>
                  </a:lnTo>
                  <a:lnTo>
                    <a:pt x="2946197" y="3754065"/>
                  </a:lnTo>
                  <a:lnTo>
                    <a:pt x="2886458" y="3719355"/>
                  </a:lnTo>
                  <a:lnTo>
                    <a:pt x="2831116" y="3680472"/>
                  </a:lnTo>
                  <a:lnTo>
                    <a:pt x="2779305" y="3636851"/>
                  </a:lnTo>
                  <a:lnTo>
                    <a:pt x="2730151" y="3587953"/>
                  </a:lnTo>
                  <a:lnTo>
                    <a:pt x="2682845" y="3533393"/>
                  </a:lnTo>
                  <a:lnTo>
                    <a:pt x="2667772" y="3514446"/>
                  </a:lnTo>
                  <a:lnTo>
                    <a:pt x="2631263" y="3465504"/>
                  </a:lnTo>
                  <a:lnTo>
                    <a:pt x="2595098" y="3412861"/>
                  </a:lnTo>
                  <a:lnTo>
                    <a:pt x="2559049" y="3356442"/>
                  </a:lnTo>
                  <a:lnTo>
                    <a:pt x="2522936" y="3296237"/>
                  </a:lnTo>
                  <a:lnTo>
                    <a:pt x="2486628" y="3232308"/>
                  </a:lnTo>
                  <a:lnTo>
                    <a:pt x="2450032" y="3164793"/>
                  </a:lnTo>
                  <a:lnTo>
                    <a:pt x="2413097" y="3093916"/>
                  </a:lnTo>
                  <a:lnTo>
                    <a:pt x="2375802" y="3019980"/>
                  </a:lnTo>
                  <a:lnTo>
                    <a:pt x="2338161" y="2943373"/>
                  </a:lnTo>
                  <a:lnTo>
                    <a:pt x="2300212" y="2864556"/>
                  </a:lnTo>
                  <a:lnTo>
                    <a:pt x="2262019" y="2784056"/>
                  </a:lnTo>
                  <a:lnTo>
                    <a:pt x="2223660" y="2702449"/>
                  </a:lnTo>
                  <a:lnTo>
                    <a:pt x="2185225" y="2620349"/>
                  </a:lnTo>
                  <a:lnTo>
                    <a:pt x="2146811" y="2538382"/>
                  </a:lnTo>
                  <a:lnTo>
                    <a:pt x="2108512" y="2457174"/>
                  </a:lnTo>
                  <a:lnTo>
                    <a:pt x="2070414" y="2377324"/>
                  </a:lnTo>
                  <a:lnTo>
                    <a:pt x="2032591" y="2299389"/>
                  </a:lnTo>
                  <a:lnTo>
                    <a:pt x="1995094" y="2223870"/>
                  </a:lnTo>
                  <a:lnTo>
                    <a:pt x="1957953" y="2151197"/>
                  </a:lnTo>
                  <a:lnTo>
                    <a:pt x="1921166" y="2081722"/>
                  </a:lnTo>
                  <a:lnTo>
                    <a:pt x="1884702" y="2015715"/>
                  </a:lnTo>
                  <a:lnTo>
                    <a:pt x="1848490" y="1953363"/>
                  </a:lnTo>
                  <a:lnTo>
                    <a:pt x="1812424" y="1894770"/>
                  </a:lnTo>
                  <a:lnTo>
                    <a:pt x="1776350" y="1839968"/>
                  </a:lnTo>
                  <a:lnTo>
                    <a:pt x="1740070" y="1788917"/>
                  </a:lnTo>
                  <a:lnTo>
                    <a:pt x="1719082" y="1761306"/>
                  </a:lnTo>
                  <a:lnTo>
                    <a:pt x="1672224" y="1704875"/>
                  </a:lnTo>
                  <a:lnTo>
                    <a:pt x="1623753" y="1654171"/>
                  </a:lnTo>
                  <a:lnTo>
                    <a:pt x="1572899" y="1608891"/>
                  </a:lnTo>
                  <a:lnTo>
                    <a:pt x="1518800" y="1568533"/>
                  </a:lnTo>
                  <a:lnTo>
                    <a:pt x="1460579" y="1532529"/>
                  </a:lnTo>
                  <a:lnTo>
                    <a:pt x="1397423" y="1500338"/>
                  </a:lnTo>
                  <a:lnTo>
                    <a:pt x="1328678" y="1471484"/>
                  </a:lnTo>
                  <a:lnTo>
                    <a:pt x="1253980" y="1445586"/>
                  </a:lnTo>
                  <a:lnTo>
                    <a:pt x="1173425" y="1422368"/>
                  </a:lnTo>
                  <a:lnTo>
                    <a:pt x="1087775" y="1401665"/>
                  </a:lnTo>
                  <a:lnTo>
                    <a:pt x="998652" y="1383411"/>
                  </a:lnTo>
                  <a:lnTo>
                    <a:pt x="908659" y="1367621"/>
                  </a:lnTo>
                  <a:lnTo>
                    <a:pt x="821331" y="1354354"/>
                  </a:lnTo>
                  <a:lnTo>
                    <a:pt x="740812" y="1343655"/>
                  </a:lnTo>
                  <a:lnTo>
                    <a:pt x="671228" y="1335497"/>
                  </a:lnTo>
                  <a:lnTo>
                    <a:pt x="615875" y="1329727"/>
                  </a:lnTo>
                  <a:lnTo>
                    <a:pt x="576435" y="1326050"/>
                  </a:lnTo>
                  <a:lnTo>
                    <a:pt x="552486" y="1324043"/>
                  </a:lnTo>
                  <a:lnTo>
                    <a:pt x="541437" y="1323207"/>
                  </a:lnTo>
                  <a:lnTo>
                    <a:pt x="538778" y="1323024"/>
                  </a:lnTo>
                  <a:lnTo>
                    <a:pt x="538736" y="1323021"/>
                  </a:lnTo>
                  <a:lnTo>
                    <a:pt x="0" y="13230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546595" y="2176925"/>
              <a:ext cx="8234974" cy="3620615"/>
            </a:xfrm>
            <a:custGeom>
              <a:avLst/>
              <a:pathLst>
                <a:path w="8234974" h="3620615">
                  <a:moveTo>
                    <a:pt x="0" y="974571"/>
                  </a:moveTo>
                  <a:lnTo>
                    <a:pt x="538736" y="974571"/>
                  </a:lnTo>
                  <a:lnTo>
                    <a:pt x="539920" y="974651"/>
                  </a:lnTo>
                  <a:lnTo>
                    <a:pt x="547659" y="975222"/>
                  </a:lnTo>
                  <a:lnTo>
                    <a:pt x="567017" y="976800"/>
                  </a:lnTo>
                  <a:lnTo>
                    <a:pt x="601242" y="979899"/>
                  </a:lnTo>
                  <a:lnTo>
                    <a:pt x="651473" y="984976"/>
                  </a:lnTo>
                  <a:lnTo>
                    <a:pt x="716682" y="992374"/>
                  </a:lnTo>
                  <a:lnTo>
                    <a:pt x="794027" y="1002291"/>
                  </a:lnTo>
                  <a:lnTo>
                    <a:pt x="879564" y="1014792"/>
                  </a:lnTo>
                  <a:lnTo>
                    <a:pt x="969079" y="1029850"/>
                  </a:lnTo>
                  <a:lnTo>
                    <a:pt x="1058790" y="1047401"/>
                  </a:lnTo>
                  <a:lnTo>
                    <a:pt x="1145773" y="1067414"/>
                  </a:lnTo>
                  <a:lnTo>
                    <a:pt x="1228095" y="1089921"/>
                  </a:lnTo>
                  <a:lnTo>
                    <a:pt x="1304732" y="1115057"/>
                  </a:lnTo>
                  <a:lnTo>
                    <a:pt x="1375391" y="1143062"/>
                  </a:lnTo>
                  <a:lnTo>
                    <a:pt x="1440306" y="1174285"/>
                  </a:lnTo>
                  <a:lnTo>
                    <a:pt x="1500050" y="1209174"/>
                  </a:lnTo>
                  <a:lnTo>
                    <a:pt x="1555396" y="1248256"/>
                  </a:lnTo>
                  <a:lnTo>
                    <a:pt x="1607208" y="1292099"/>
                  </a:lnTo>
                  <a:lnTo>
                    <a:pt x="1656359" y="1341242"/>
                  </a:lnTo>
                  <a:lnTo>
                    <a:pt x="1703658" y="1396078"/>
                  </a:lnTo>
                  <a:lnTo>
                    <a:pt x="1719082" y="1415578"/>
                  </a:lnTo>
                  <a:lnTo>
                    <a:pt x="1755505" y="1464702"/>
                  </a:lnTo>
                  <a:lnTo>
                    <a:pt x="1791584" y="1517532"/>
                  </a:lnTo>
                  <a:lnTo>
                    <a:pt x="1827547" y="1574142"/>
                  </a:lnTo>
                  <a:lnTo>
                    <a:pt x="1863572" y="1634544"/>
                  </a:lnTo>
                  <a:lnTo>
                    <a:pt x="1899790" y="1698677"/>
                  </a:lnTo>
                  <a:lnTo>
                    <a:pt x="1936294" y="1766402"/>
                  </a:lnTo>
                  <a:lnTo>
                    <a:pt x="1973136" y="1837499"/>
                  </a:lnTo>
                  <a:lnTo>
                    <a:pt x="2010335" y="1911663"/>
                  </a:lnTo>
                  <a:lnTo>
                    <a:pt x="2047879" y="1988511"/>
                  </a:lnTo>
                  <a:lnTo>
                    <a:pt x="2085730" y="2067583"/>
                  </a:lnTo>
                  <a:lnTo>
                    <a:pt x="2123827" y="2148355"/>
                  </a:lnTo>
                  <a:lnTo>
                    <a:pt x="2162091" y="2230249"/>
                  </a:lnTo>
                  <a:lnTo>
                    <a:pt x="2200433" y="2312656"/>
                  </a:lnTo>
                  <a:lnTo>
                    <a:pt x="2238757" y="2394948"/>
                  </a:lnTo>
                  <a:lnTo>
                    <a:pt x="2276970" y="2476502"/>
                  </a:lnTo>
                  <a:lnTo>
                    <a:pt x="2314985" y="2556716"/>
                  </a:lnTo>
                  <a:lnTo>
                    <a:pt x="2352730" y="2635033"/>
                  </a:lnTo>
                  <a:lnTo>
                    <a:pt x="2390151" y="2710950"/>
                  </a:lnTo>
                  <a:lnTo>
                    <a:pt x="2427220" y="2784035"/>
                  </a:lnTo>
                  <a:lnTo>
                    <a:pt x="2463934" y="2853930"/>
                  </a:lnTo>
                  <a:lnTo>
                    <a:pt x="2500325" y="2920364"/>
                  </a:lnTo>
                  <a:lnTo>
                    <a:pt x="2536461" y="2983146"/>
                  </a:lnTo>
                  <a:lnTo>
                    <a:pt x="2572445" y="3042166"/>
                  </a:lnTo>
                  <a:lnTo>
                    <a:pt x="2608428" y="3097391"/>
                  </a:lnTo>
                  <a:lnTo>
                    <a:pt x="2644602" y="3148854"/>
                  </a:lnTo>
                  <a:lnTo>
                    <a:pt x="2667772" y="3179607"/>
                  </a:lnTo>
                  <a:lnTo>
                    <a:pt x="2714613" y="3236369"/>
                  </a:lnTo>
                  <a:lnTo>
                    <a:pt x="2763064" y="3287372"/>
                  </a:lnTo>
                  <a:lnTo>
                    <a:pt x="2813896" y="3332920"/>
                  </a:lnTo>
                  <a:lnTo>
                    <a:pt x="2867971" y="3373521"/>
                  </a:lnTo>
                  <a:lnTo>
                    <a:pt x="2926162" y="3409741"/>
                  </a:lnTo>
                  <a:lnTo>
                    <a:pt x="2989282" y="3442128"/>
                  </a:lnTo>
                  <a:lnTo>
                    <a:pt x="3057987" y="3471158"/>
                  </a:lnTo>
                  <a:lnTo>
                    <a:pt x="3132641" y="3497215"/>
                  </a:lnTo>
                  <a:lnTo>
                    <a:pt x="3213147" y="3520576"/>
                  </a:lnTo>
                  <a:lnTo>
                    <a:pt x="3298748" y="3541409"/>
                  </a:lnTo>
                  <a:lnTo>
                    <a:pt x="3387829" y="3559779"/>
                  </a:lnTo>
                  <a:lnTo>
                    <a:pt x="3477792" y="3575672"/>
                  </a:lnTo>
                  <a:lnTo>
                    <a:pt x="3565109" y="3589028"/>
                  </a:lnTo>
                  <a:lnTo>
                    <a:pt x="3645643" y="3599803"/>
                  </a:lnTo>
                  <a:lnTo>
                    <a:pt x="3715271" y="3608022"/>
                  </a:lnTo>
                  <a:lnTo>
                    <a:pt x="3770692" y="3613839"/>
                  </a:lnTo>
                  <a:lnTo>
                    <a:pt x="3810218" y="3617549"/>
                  </a:lnTo>
                  <a:lnTo>
                    <a:pt x="3834254" y="3619577"/>
                  </a:lnTo>
                  <a:lnTo>
                    <a:pt x="3845374" y="3620425"/>
                  </a:lnTo>
                  <a:lnTo>
                    <a:pt x="3848118" y="3620615"/>
                  </a:lnTo>
                  <a:lnTo>
                    <a:pt x="4386855" y="3620615"/>
                  </a:lnTo>
                  <a:lnTo>
                    <a:pt x="4387812" y="3620527"/>
                  </a:lnTo>
                  <a:lnTo>
                    <a:pt x="4394103" y="3619900"/>
                  </a:lnTo>
                  <a:lnTo>
                    <a:pt x="4409949" y="3618168"/>
                  </a:lnTo>
                  <a:lnTo>
                    <a:pt x="4438243" y="3614760"/>
                  </a:lnTo>
                  <a:lnTo>
                    <a:pt x="4480334" y="3609150"/>
                  </a:lnTo>
                  <a:lnTo>
                    <a:pt x="4535923" y="3600916"/>
                  </a:lnTo>
                  <a:lnTo>
                    <a:pt x="4603217" y="3589777"/>
                  </a:lnTo>
                  <a:lnTo>
                    <a:pt x="4679345" y="3575599"/>
                  </a:lnTo>
                  <a:lnTo>
                    <a:pt x="4760933" y="3558368"/>
                  </a:lnTo>
                  <a:lnTo>
                    <a:pt x="4844664" y="3538141"/>
                  </a:lnTo>
                  <a:lnTo>
                    <a:pt x="4927696" y="3514983"/>
                  </a:lnTo>
                  <a:lnTo>
                    <a:pt x="5007886" y="3488914"/>
                  </a:lnTo>
                  <a:lnTo>
                    <a:pt x="5083834" y="3459877"/>
                  </a:lnTo>
                  <a:lnTo>
                    <a:pt x="5154804" y="3427711"/>
                  </a:lnTo>
                  <a:lnTo>
                    <a:pt x="5220595" y="3392144"/>
                  </a:lnTo>
                  <a:lnTo>
                    <a:pt x="5281392" y="3352792"/>
                  </a:lnTo>
                  <a:lnTo>
                    <a:pt x="5337645" y="3309169"/>
                  </a:lnTo>
                  <a:lnTo>
                    <a:pt x="5389959" y="3260706"/>
                  </a:lnTo>
                  <a:lnTo>
                    <a:pt x="5439021" y="3206782"/>
                  </a:lnTo>
                  <a:lnTo>
                    <a:pt x="5485540" y="3146780"/>
                  </a:lnTo>
                  <a:lnTo>
                    <a:pt x="5530195" y="3080189"/>
                  </a:lnTo>
                  <a:lnTo>
                    <a:pt x="5567201" y="3018086"/>
                  </a:lnTo>
                  <a:lnTo>
                    <a:pt x="5599254" y="2959332"/>
                  </a:lnTo>
                  <a:lnTo>
                    <a:pt x="5631017" y="2896675"/>
                  </a:lnTo>
                  <a:lnTo>
                    <a:pt x="5662653" y="2830035"/>
                  </a:lnTo>
                  <a:lnTo>
                    <a:pt x="5694292" y="2759384"/>
                  </a:lnTo>
                  <a:lnTo>
                    <a:pt x="5726036" y="2684748"/>
                  </a:lnTo>
                  <a:lnTo>
                    <a:pt x="5757963" y="2606217"/>
                  </a:lnTo>
                  <a:lnTo>
                    <a:pt x="5790124" y="2523945"/>
                  </a:lnTo>
                  <a:lnTo>
                    <a:pt x="5822552" y="2438153"/>
                  </a:lnTo>
                  <a:lnTo>
                    <a:pt x="5855256" y="2349132"/>
                  </a:lnTo>
                  <a:lnTo>
                    <a:pt x="5888229" y="2257235"/>
                  </a:lnTo>
                  <a:lnTo>
                    <a:pt x="5921448" y="2162881"/>
                  </a:lnTo>
                  <a:lnTo>
                    <a:pt x="5954874" y="2066543"/>
                  </a:lnTo>
                  <a:lnTo>
                    <a:pt x="5988458" y="1968739"/>
                  </a:lnTo>
                  <a:lnTo>
                    <a:pt x="6022142" y="1870024"/>
                  </a:lnTo>
                  <a:lnTo>
                    <a:pt x="6055864" y="1770972"/>
                  </a:lnTo>
                  <a:lnTo>
                    <a:pt x="6089558" y="1672168"/>
                  </a:lnTo>
                  <a:lnTo>
                    <a:pt x="6123161" y="1574190"/>
                  </a:lnTo>
                  <a:lnTo>
                    <a:pt x="6156614" y="1477597"/>
                  </a:lnTo>
                  <a:lnTo>
                    <a:pt x="6189867" y="1382912"/>
                  </a:lnTo>
                  <a:lnTo>
                    <a:pt x="6222879" y="1290617"/>
                  </a:lnTo>
                  <a:lnTo>
                    <a:pt x="6255624" y="1201137"/>
                  </a:lnTo>
                  <a:lnTo>
                    <a:pt x="6288093" y="1114838"/>
                  </a:lnTo>
                  <a:lnTo>
                    <a:pt x="6320293" y="1032019"/>
                  </a:lnTo>
                  <a:lnTo>
                    <a:pt x="6352253" y="952912"/>
                  </a:lnTo>
                  <a:lnTo>
                    <a:pt x="6384020" y="877681"/>
                  </a:lnTo>
                  <a:lnTo>
                    <a:pt x="6415669" y="806426"/>
                  </a:lnTo>
                  <a:lnTo>
                    <a:pt x="6447298" y="739181"/>
                  </a:lnTo>
                  <a:lnTo>
                    <a:pt x="6479032" y="675927"/>
                  </a:lnTo>
                  <a:lnTo>
                    <a:pt x="6511029" y="616591"/>
                  </a:lnTo>
                  <a:lnTo>
                    <a:pt x="6515891" y="607972"/>
                  </a:lnTo>
                  <a:lnTo>
                    <a:pt x="6559431" y="535558"/>
                  </a:lnTo>
                  <a:lnTo>
                    <a:pt x="6604321" y="469969"/>
                  </a:lnTo>
                  <a:lnTo>
                    <a:pt x="6651174" y="410906"/>
                  </a:lnTo>
                  <a:lnTo>
                    <a:pt x="6700674" y="357831"/>
                  </a:lnTo>
                  <a:lnTo>
                    <a:pt x="6753530" y="310125"/>
                  </a:lnTo>
                  <a:lnTo>
                    <a:pt x="6810422" y="267170"/>
                  </a:lnTo>
                  <a:lnTo>
                    <a:pt x="6871937" y="228408"/>
                  </a:lnTo>
                  <a:lnTo>
                    <a:pt x="6938492" y="193367"/>
                  </a:lnTo>
                  <a:lnTo>
                    <a:pt x="7010225" y="161680"/>
                  </a:lnTo>
                  <a:lnTo>
                    <a:pt x="7086863" y="133091"/>
                  </a:lnTo>
                  <a:lnTo>
                    <a:pt x="7167582" y="107456"/>
                  </a:lnTo>
                  <a:lnTo>
                    <a:pt x="7250871" y="84729"/>
                  </a:lnTo>
                  <a:lnTo>
                    <a:pt x="7334478" y="64943"/>
                  </a:lnTo>
                  <a:lnTo>
                    <a:pt x="7415473" y="48163"/>
                  </a:lnTo>
                  <a:lnTo>
                    <a:pt x="7490497" y="34439"/>
                  </a:lnTo>
                  <a:lnTo>
                    <a:pt x="7556215" y="23742"/>
                  </a:lnTo>
                  <a:lnTo>
                    <a:pt x="7609882" y="15919"/>
                  </a:lnTo>
                  <a:lnTo>
                    <a:pt x="7649905" y="10666"/>
                  </a:lnTo>
                  <a:lnTo>
                    <a:pt x="7676228" y="7541"/>
                  </a:lnTo>
                  <a:lnTo>
                    <a:pt x="7690438" y="6010"/>
                  </a:lnTo>
                  <a:lnTo>
                    <a:pt x="7695641" y="549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0" y="87"/>
                  </a:lnTo>
                  <a:lnTo>
                    <a:pt x="7688989" y="714"/>
                  </a:lnTo>
                  <a:lnTo>
                    <a:pt x="7673143" y="2446"/>
                  </a:lnTo>
                  <a:lnTo>
                    <a:pt x="7644849" y="5854"/>
                  </a:lnTo>
                  <a:lnTo>
                    <a:pt x="7602758" y="11464"/>
                  </a:lnTo>
                  <a:lnTo>
                    <a:pt x="7547169" y="19698"/>
                  </a:lnTo>
                  <a:lnTo>
                    <a:pt x="7479876" y="30837"/>
                  </a:lnTo>
                  <a:lnTo>
                    <a:pt x="7403748" y="45016"/>
                  </a:lnTo>
                  <a:lnTo>
                    <a:pt x="7322159" y="62246"/>
                  </a:lnTo>
                  <a:lnTo>
                    <a:pt x="7238429" y="82473"/>
                  </a:lnTo>
                  <a:lnTo>
                    <a:pt x="7155397" y="105632"/>
                  </a:lnTo>
                  <a:lnTo>
                    <a:pt x="7075206" y="131700"/>
                  </a:lnTo>
                  <a:lnTo>
                    <a:pt x="6999258" y="160737"/>
                  </a:lnTo>
                  <a:lnTo>
                    <a:pt x="6928288" y="192903"/>
                  </a:lnTo>
                  <a:lnTo>
                    <a:pt x="6862498" y="228470"/>
                  </a:lnTo>
                  <a:lnTo>
                    <a:pt x="6801700" y="267822"/>
                  </a:lnTo>
                  <a:lnTo>
                    <a:pt x="6745447" y="311445"/>
                  </a:lnTo>
                  <a:lnTo>
                    <a:pt x="6693133" y="359908"/>
                  </a:lnTo>
                  <a:lnTo>
                    <a:pt x="6644071" y="413833"/>
                  </a:lnTo>
                  <a:lnTo>
                    <a:pt x="6597552" y="473834"/>
                  </a:lnTo>
                  <a:lnTo>
                    <a:pt x="6552898" y="540425"/>
                  </a:lnTo>
                  <a:lnTo>
                    <a:pt x="6515891" y="602528"/>
                  </a:lnTo>
                  <a:lnTo>
                    <a:pt x="6483838" y="661282"/>
                  </a:lnTo>
                  <a:lnTo>
                    <a:pt x="6452075" y="723939"/>
                  </a:lnTo>
                  <a:lnTo>
                    <a:pt x="6420439" y="790579"/>
                  </a:lnTo>
                  <a:lnTo>
                    <a:pt x="6388800" y="861231"/>
                  </a:lnTo>
                  <a:lnTo>
                    <a:pt x="6357056" y="935866"/>
                  </a:lnTo>
                  <a:lnTo>
                    <a:pt x="6325129" y="1014397"/>
                  </a:lnTo>
                  <a:lnTo>
                    <a:pt x="6292968" y="1096669"/>
                  </a:lnTo>
                  <a:lnTo>
                    <a:pt x="6260541" y="1182461"/>
                  </a:lnTo>
                  <a:lnTo>
                    <a:pt x="6227836" y="1271483"/>
                  </a:lnTo>
                  <a:lnTo>
                    <a:pt x="6194863" y="1363379"/>
                  </a:lnTo>
                  <a:lnTo>
                    <a:pt x="6161645" y="1457733"/>
                  </a:lnTo>
                  <a:lnTo>
                    <a:pt x="6128219" y="1554071"/>
                  </a:lnTo>
                  <a:lnTo>
                    <a:pt x="6094635" y="1651875"/>
                  </a:lnTo>
                  <a:lnTo>
                    <a:pt x="6060950" y="1750591"/>
                  </a:lnTo>
                  <a:lnTo>
                    <a:pt x="6027229" y="1849643"/>
                  </a:lnTo>
                  <a:lnTo>
                    <a:pt x="5993535" y="1948446"/>
                  </a:lnTo>
                  <a:lnTo>
                    <a:pt x="5959932" y="2046424"/>
                  </a:lnTo>
                  <a:lnTo>
                    <a:pt x="5926478" y="2143017"/>
                  </a:lnTo>
                  <a:lnTo>
                    <a:pt x="5893226" y="2237702"/>
                  </a:lnTo>
                  <a:lnTo>
                    <a:pt x="5860214" y="2329997"/>
                  </a:lnTo>
                  <a:lnTo>
                    <a:pt x="5827468" y="2419477"/>
                  </a:lnTo>
                  <a:lnTo>
                    <a:pt x="5794999" y="2505777"/>
                  </a:lnTo>
                  <a:lnTo>
                    <a:pt x="5762799" y="2588595"/>
                  </a:lnTo>
                  <a:lnTo>
                    <a:pt x="5730840" y="2667702"/>
                  </a:lnTo>
                  <a:lnTo>
                    <a:pt x="5699072" y="2742933"/>
                  </a:lnTo>
                  <a:lnTo>
                    <a:pt x="5667423" y="2814189"/>
                  </a:lnTo>
                  <a:lnTo>
                    <a:pt x="5635795" y="2881433"/>
                  </a:lnTo>
                  <a:lnTo>
                    <a:pt x="5604060" y="2944687"/>
                  </a:lnTo>
                  <a:lnTo>
                    <a:pt x="5572063" y="3004023"/>
                  </a:lnTo>
                  <a:lnTo>
                    <a:pt x="5567201" y="3012642"/>
                  </a:lnTo>
                  <a:lnTo>
                    <a:pt x="5523662" y="3085057"/>
                  </a:lnTo>
                  <a:lnTo>
                    <a:pt x="5478771" y="3150645"/>
                  </a:lnTo>
                  <a:lnTo>
                    <a:pt x="5431919" y="3209709"/>
                  </a:lnTo>
                  <a:lnTo>
                    <a:pt x="5382419" y="3262783"/>
                  </a:lnTo>
                  <a:lnTo>
                    <a:pt x="5329562" y="3310489"/>
                  </a:lnTo>
                  <a:lnTo>
                    <a:pt x="5272671" y="3353444"/>
                  </a:lnTo>
                  <a:lnTo>
                    <a:pt x="5211156" y="3392206"/>
                  </a:lnTo>
                  <a:lnTo>
                    <a:pt x="5144600" y="3427247"/>
                  </a:lnTo>
                  <a:lnTo>
                    <a:pt x="5072868" y="3458934"/>
                  </a:lnTo>
                  <a:lnTo>
                    <a:pt x="4996229" y="3487523"/>
                  </a:lnTo>
                  <a:lnTo>
                    <a:pt x="4915511" y="3513158"/>
                  </a:lnTo>
                  <a:lnTo>
                    <a:pt x="4832222" y="3535885"/>
                  </a:lnTo>
                  <a:lnTo>
                    <a:pt x="4748614" y="3555672"/>
                  </a:lnTo>
                  <a:lnTo>
                    <a:pt x="4667620" y="3572451"/>
                  </a:lnTo>
                  <a:lnTo>
                    <a:pt x="4592595" y="3586175"/>
                  </a:lnTo>
                  <a:lnTo>
                    <a:pt x="4526877" y="3596872"/>
                  </a:lnTo>
                  <a:lnTo>
                    <a:pt x="4473210" y="3604695"/>
                  </a:lnTo>
                  <a:lnTo>
                    <a:pt x="4433187" y="3609948"/>
                  </a:lnTo>
                  <a:lnTo>
                    <a:pt x="4406865" y="3613073"/>
                  </a:lnTo>
                  <a:lnTo>
                    <a:pt x="4392654" y="3614605"/>
                  </a:lnTo>
                  <a:lnTo>
                    <a:pt x="4387451" y="3615116"/>
                  </a:lnTo>
                  <a:lnTo>
                    <a:pt x="4386855" y="3615170"/>
                  </a:lnTo>
                  <a:lnTo>
                    <a:pt x="3848118" y="3615170"/>
                  </a:lnTo>
                  <a:lnTo>
                    <a:pt x="3846935" y="3615090"/>
                  </a:lnTo>
                  <a:lnTo>
                    <a:pt x="3839196" y="3614520"/>
                  </a:lnTo>
                  <a:lnTo>
                    <a:pt x="3819837" y="3612941"/>
                  </a:lnTo>
                  <a:lnTo>
                    <a:pt x="3785612" y="3609842"/>
                  </a:lnTo>
                  <a:lnTo>
                    <a:pt x="3735382" y="3604765"/>
                  </a:lnTo>
                  <a:lnTo>
                    <a:pt x="3670173" y="3597368"/>
                  </a:lnTo>
                  <a:lnTo>
                    <a:pt x="3592827" y="3587450"/>
                  </a:lnTo>
                  <a:lnTo>
                    <a:pt x="3507290" y="3574949"/>
                  </a:lnTo>
                  <a:lnTo>
                    <a:pt x="3417776" y="3559892"/>
                  </a:lnTo>
                  <a:lnTo>
                    <a:pt x="3328065" y="3542340"/>
                  </a:lnTo>
                  <a:lnTo>
                    <a:pt x="3241081" y="3522328"/>
                  </a:lnTo>
                  <a:lnTo>
                    <a:pt x="3158760" y="3499820"/>
                  </a:lnTo>
                  <a:lnTo>
                    <a:pt x="3082123" y="3474684"/>
                  </a:lnTo>
                  <a:lnTo>
                    <a:pt x="3011463" y="3446679"/>
                  </a:lnTo>
                  <a:lnTo>
                    <a:pt x="2946549" y="3415456"/>
                  </a:lnTo>
                  <a:lnTo>
                    <a:pt x="2886804" y="3380568"/>
                  </a:lnTo>
                  <a:lnTo>
                    <a:pt x="2831458" y="3341486"/>
                  </a:lnTo>
                  <a:lnTo>
                    <a:pt x="2779647" y="3297643"/>
                  </a:lnTo>
                  <a:lnTo>
                    <a:pt x="2730496" y="3248499"/>
                  </a:lnTo>
                  <a:lnTo>
                    <a:pt x="2683196" y="3193663"/>
                  </a:lnTo>
                  <a:lnTo>
                    <a:pt x="2667772" y="3174163"/>
                  </a:lnTo>
                  <a:lnTo>
                    <a:pt x="2631349" y="3125039"/>
                  </a:lnTo>
                  <a:lnTo>
                    <a:pt x="2595271" y="3072210"/>
                  </a:lnTo>
                  <a:lnTo>
                    <a:pt x="2559308" y="3015599"/>
                  </a:lnTo>
                  <a:lnTo>
                    <a:pt x="2523283" y="2955197"/>
                  </a:lnTo>
                  <a:lnTo>
                    <a:pt x="2487064" y="2891064"/>
                  </a:lnTo>
                  <a:lnTo>
                    <a:pt x="2450561" y="2823339"/>
                  </a:lnTo>
                  <a:lnTo>
                    <a:pt x="2413719" y="2752242"/>
                  </a:lnTo>
                  <a:lnTo>
                    <a:pt x="2376520" y="2678078"/>
                  </a:lnTo>
                  <a:lnTo>
                    <a:pt x="2338976" y="2601230"/>
                  </a:lnTo>
                  <a:lnTo>
                    <a:pt x="2301125" y="2522158"/>
                  </a:lnTo>
                  <a:lnTo>
                    <a:pt x="2263028" y="2441387"/>
                  </a:lnTo>
                  <a:lnTo>
                    <a:pt x="2224764" y="2359492"/>
                  </a:lnTo>
                  <a:lnTo>
                    <a:pt x="2186422" y="2277085"/>
                  </a:lnTo>
                  <a:lnTo>
                    <a:pt x="2148098" y="2194793"/>
                  </a:lnTo>
                  <a:lnTo>
                    <a:pt x="2109885" y="2113240"/>
                  </a:lnTo>
                  <a:lnTo>
                    <a:pt x="2071870" y="2033025"/>
                  </a:lnTo>
                  <a:lnTo>
                    <a:pt x="2034125" y="1954708"/>
                  </a:lnTo>
                  <a:lnTo>
                    <a:pt x="1996703" y="1878791"/>
                  </a:lnTo>
                  <a:lnTo>
                    <a:pt x="1959635" y="1805707"/>
                  </a:lnTo>
                  <a:lnTo>
                    <a:pt x="1922921" y="1735811"/>
                  </a:lnTo>
                  <a:lnTo>
                    <a:pt x="1886529" y="1669377"/>
                  </a:lnTo>
                  <a:lnTo>
                    <a:pt x="1850394" y="1606595"/>
                  </a:lnTo>
                  <a:lnTo>
                    <a:pt x="1814409" y="1547575"/>
                  </a:lnTo>
                  <a:lnTo>
                    <a:pt x="1778427" y="1492351"/>
                  </a:lnTo>
                  <a:lnTo>
                    <a:pt x="1742252" y="1440887"/>
                  </a:lnTo>
                  <a:lnTo>
                    <a:pt x="1719082" y="1410134"/>
                  </a:lnTo>
                  <a:lnTo>
                    <a:pt x="1672242" y="1353373"/>
                  </a:lnTo>
                  <a:lnTo>
                    <a:pt x="1623791" y="1302369"/>
                  </a:lnTo>
                  <a:lnTo>
                    <a:pt x="1572958" y="1256821"/>
                  </a:lnTo>
                  <a:lnTo>
                    <a:pt x="1518884" y="1216221"/>
                  </a:lnTo>
                  <a:lnTo>
                    <a:pt x="1460693" y="1180000"/>
                  </a:lnTo>
                  <a:lnTo>
                    <a:pt x="1397572" y="1147614"/>
                  </a:lnTo>
                  <a:lnTo>
                    <a:pt x="1328867" y="1118584"/>
                  </a:lnTo>
                  <a:lnTo>
                    <a:pt x="1254214" y="1092527"/>
                  </a:lnTo>
                  <a:lnTo>
                    <a:pt x="1173708" y="1069166"/>
                  </a:lnTo>
                  <a:lnTo>
                    <a:pt x="1088106" y="1048333"/>
                  </a:lnTo>
                  <a:lnTo>
                    <a:pt x="999025" y="1029962"/>
                  </a:lnTo>
                  <a:lnTo>
                    <a:pt x="909063" y="1014070"/>
                  </a:lnTo>
                  <a:lnTo>
                    <a:pt x="821746" y="1000713"/>
                  </a:lnTo>
                  <a:lnTo>
                    <a:pt x="741211" y="989939"/>
                  </a:lnTo>
                  <a:lnTo>
                    <a:pt x="671584" y="981719"/>
                  </a:lnTo>
                  <a:lnTo>
                    <a:pt x="616162" y="975902"/>
                  </a:lnTo>
                  <a:lnTo>
                    <a:pt x="576637" y="972192"/>
                  </a:lnTo>
                  <a:lnTo>
                    <a:pt x="552601" y="970164"/>
                  </a:lnTo>
                  <a:lnTo>
                    <a:pt x="541480" y="969317"/>
                  </a:lnTo>
                  <a:lnTo>
                    <a:pt x="538736" y="969127"/>
                  </a:lnTo>
                  <a:lnTo>
                    <a:pt x="0" y="96912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546595" y="2182369"/>
              <a:ext cx="8234974" cy="3615170"/>
            </a:xfrm>
            <a:custGeom>
              <a:avLst/>
              <a:pathLst>
                <a:path w="8234974" h="3615170">
                  <a:moveTo>
                    <a:pt x="0" y="969127"/>
                  </a:moveTo>
                  <a:lnTo>
                    <a:pt x="538736" y="969127"/>
                  </a:lnTo>
                  <a:lnTo>
                    <a:pt x="539920" y="969207"/>
                  </a:lnTo>
                  <a:lnTo>
                    <a:pt x="547659" y="969777"/>
                  </a:lnTo>
                  <a:lnTo>
                    <a:pt x="567017" y="971355"/>
                  </a:lnTo>
                  <a:lnTo>
                    <a:pt x="601242" y="974455"/>
                  </a:lnTo>
                  <a:lnTo>
                    <a:pt x="651473" y="979532"/>
                  </a:lnTo>
                  <a:lnTo>
                    <a:pt x="716682" y="986929"/>
                  </a:lnTo>
                  <a:lnTo>
                    <a:pt x="794027" y="996846"/>
                  </a:lnTo>
                  <a:lnTo>
                    <a:pt x="879564" y="1009348"/>
                  </a:lnTo>
                  <a:lnTo>
                    <a:pt x="969079" y="1024405"/>
                  </a:lnTo>
                  <a:lnTo>
                    <a:pt x="1058790" y="1041957"/>
                  </a:lnTo>
                  <a:lnTo>
                    <a:pt x="1145773" y="1061969"/>
                  </a:lnTo>
                  <a:lnTo>
                    <a:pt x="1228095" y="1084477"/>
                  </a:lnTo>
                  <a:lnTo>
                    <a:pt x="1304732" y="1109613"/>
                  </a:lnTo>
                  <a:lnTo>
                    <a:pt x="1375391" y="1137618"/>
                  </a:lnTo>
                  <a:lnTo>
                    <a:pt x="1440306" y="1168840"/>
                  </a:lnTo>
                  <a:lnTo>
                    <a:pt x="1500050" y="1203729"/>
                  </a:lnTo>
                  <a:lnTo>
                    <a:pt x="1555396" y="1242811"/>
                  </a:lnTo>
                  <a:lnTo>
                    <a:pt x="1607208" y="1286654"/>
                  </a:lnTo>
                  <a:lnTo>
                    <a:pt x="1656359" y="1335798"/>
                  </a:lnTo>
                  <a:lnTo>
                    <a:pt x="1703658" y="1390633"/>
                  </a:lnTo>
                  <a:lnTo>
                    <a:pt x="1719082" y="1410134"/>
                  </a:lnTo>
                  <a:lnTo>
                    <a:pt x="1755505" y="1459257"/>
                  </a:lnTo>
                  <a:lnTo>
                    <a:pt x="1791584" y="1512087"/>
                  </a:lnTo>
                  <a:lnTo>
                    <a:pt x="1827547" y="1568698"/>
                  </a:lnTo>
                  <a:lnTo>
                    <a:pt x="1863572" y="1629100"/>
                  </a:lnTo>
                  <a:lnTo>
                    <a:pt x="1899790" y="1693233"/>
                  </a:lnTo>
                  <a:lnTo>
                    <a:pt x="1936294" y="1760958"/>
                  </a:lnTo>
                  <a:lnTo>
                    <a:pt x="1973136" y="1832054"/>
                  </a:lnTo>
                  <a:lnTo>
                    <a:pt x="2010335" y="1906219"/>
                  </a:lnTo>
                  <a:lnTo>
                    <a:pt x="2047879" y="1983067"/>
                  </a:lnTo>
                  <a:lnTo>
                    <a:pt x="2085730" y="2062139"/>
                  </a:lnTo>
                  <a:lnTo>
                    <a:pt x="2123827" y="2142910"/>
                  </a:lnTo>
                  <a:lnTo>
                    <a:pt x="2162091" y="2224805"/>
                  </a:lnTo>
                  <a:lnTo>
                    <a:pt x="2200433" y="2307211"/>
                  </a:lnTo>
                  <a:lnTo>
                    <a:pt x="2238757" y="2389503"/>
                  </a:lnTo>
                  <a:lnTo>
                    <a:pt x="2276970" y="2471057"/>
                  </a:lnTo>
                  <a:lnTo>
                    <a:pt x="2314985" y="2551272"/>
                  </a:lnTo>
                  <a:lnTo>
                    <a:pt x="2352730" y="2629589"/>
                  </a:lnTo>
                  <a:lnTo>
                    <a:pt x="2390151" y="2705506"/>
                  </a:lnTo>
                  <a:lnTo>
                    <a:pt x="2427220" y="2778590"/>
                  </a:lnTo>
                  <a:lnTo>
                    <a:pt x="2463934" y="2848486"/>
                  </a:lnTo>
                  <a:lnTo>
                    <a:pt x="2500325" y="2914919"/>
                  </a:lnTo>
                  <a:lnTo>
                    <a:pt x="2536461" y="2977701"/>
                  </a:lnTo>
                  <a:lnTo>
                    <a:pt x="2572445" y="3036722"/>
                  </a:lnTo>
                  <a:lnTo>
                    <a:pt x="2608428" y="3091946"/>
                  </a:lnTo>
                  <a:lnTo>
                    <a:pt x="2644602" y="3143410"/>
                  </a:lnTo>
                  <a:lnTo>
                    <a:pt x="2667772" y="3174163"/>
                  </a:lnTo>
                  <a:lnTo>
                    <a:pt x="2714613" y="3230924"/>
                  </a:lnTo>
                  <a:lnTo>
                    <a:pt x="2763064" y="3281928"/>
                  </a:lnTo>
                  <a:lnTo>
                    <a:pt x="2813896" y="3327476"/>
                  </a:lnTo>
                  <a:lnTo>
                    <a:pt x="2867971" y="3368076"/>
                  </a:lnTo>
                  <a:lnTo>
                    <a:pt x="2926162" y="3404297"/>
                  </a:lnTo>
                  <a:lnTo>
                    <a:pt x="2989282" y="3436683"/>
                  </a:lnTo>
                  <a:lnTo>
                    <a:pt x="3057987" y="3465713"/>
                  </a:lnTo>
                  <a:lnTo>
                    <a:pt x="3132641" y="3491770"/>
                  </a:lnTo>
                  <a:lnTo>
                    <a:pt x="3213147" y="3515131"/>
                  </a:lnTo>
                  <a:lnTo>
                    <a:pt x="3298748" y="3535964"/>
                  </a:lnTo>
                  <a:lnTo>
                    <a:pt x="3387829" y="3554335"/>
                  </a:lnTo>
                  <a:lnTo>
                    <a:pt x="3477792" y="3570227"/>
                  </a:lnTo>
                  <a:lnTo>
                    <a:pt x="3565109" y="3583584"/>
                  </a:lnTo>
                  <a:lnTo>
                    <a:pt x="3645643" y="3594358"/>
                  </a:lnTo>
                  <a:lnTo>
                    <a:pt x="3715271" y="3602578"/>
                  </a:lnTo>
                  <a:lnTo>
                    <a:pt x="3770692" y="3608394"/>
                  </a:lnTo>
                  <a:lnTo>
                    <a:pt x="3810218" y="3612105"/>
                  </a:lnTo>
                  <a:lnTo>
                    <a:pt x="3834254" y="3614133"/>
                  </a:lnTo>
                  <a:lnTo>
                    <a:pt x="3845374" y="3614980"/>
                  </a:lnTo>
                  <a:lnTo>
                    <a:pt x="3848073" y="3615167"/>
                  </a:lnTo>
                  <a:lnTo>
                    <a:pt x="3848118" y="3615170"/>
                  </a:lnTo>
                  <a:lnTo>
                    <a:pt x="4386855" y="3615170"/>
                  </a:lnTo>
                  <a:lnTo>
                    <a:pt x="4387812" y="3615082"/>
                  </a:lnTo>
                  <a:lnTo>
                    <a:pt x="4394103" y="3614456"/>
                  </a:lnTo>
                  <a:lnTo>
                    <a:pt x="4409949" y="3612724"/>
                  </a:lnTo>
                  <a:lnTo>
                    <a:pt x="4438243" y="3609315"/>
                  </a:lnTo>
                  <a:lnTo>
                    <a:pt x="4480334" y="3603705"/>
                  </a:lnTo>
                  <a:lnTo>
                    <a:pt x="4535923" y="3595472"/>
                  </a:lnTo>
                  <a:lnTo>
                    <a:pt x="4603217" y="3584332"/>
                  </a:lnTo>
                  <a:lnTo>
                    <a:pt x="4679345" y="3570154"/>
                  </a:lnTo>
                  <a:lnTo>
                    <a:pt x="4760933" y="3552924"/>
                  </a:lnTo>
                  <a:lnTo>
                    <a:pt x="4844664" y="3532697"/>
                  </a:lnTo>
                  <a:lnTo>
                    <a:pt x="4927696" y="3509538"/>
                  </a:lnTo>
                  <a:lnTo>
                    <a:pt x="5007886" y="3483469"/>
                  </a:lnTo>
                  <a:lnTo>
                    <a:pt x="5083834" y="3454433"/>
                  </a:lnTo>
                  <a:lnTo>
                    <a:pt x="5154804" y="3422267"/>
                  </a:lnTo>
                  <a:lnTo>
                    <a:pt x="5220595" y="3386699"/>
                  </a:lnTo>
                  <a:lnTo>
                    <a:pt x="5281392" y="3347347"/>
                  </a:lnTo>
                  <a:lnTo>
                    <a:pt x="5337645" y="3303725"/>
                  </a:lnTo>
                  <a:lnTo>
                    <a:pt x="5389959" y="3255262"/>
                  </a:lnTo>
                  <a:lnTo>
                    <a:pt x="5439021" y="3201337"/>
                  </a:lnTo>
                  <a:lnTo>
                    <a:pt x="5485540" y="3141335"/>
                  </a:lnTo>
                  <a:lnTo>
                    <a:pt x="5530195" y="3074745"/>
                  </a:lnTo>
                  <a:lnTo>
                    <a:pt x="5567201" y="3012642"/>
                  </a:lnTo>
                  <a:lnTo>
                    <a:pt x="5599254" y="2953888"/>
                  </a:lnTo>
                  <a:lnTo>
                    <a:pt x="5631017" y="2891231"/>
                  </a:lnTo>
                  <a:lnTo>
                    <a:pt x="5662653" y="2824591"/>
                  </a:lnTo>
                  <a:lnTo>
                    <a:pt x="5694292" y="2753939"/>
                  </a:lnTo>
                  <a:lnTo>
                    <a:pt x="5726036" y="2679303"/>
                  </a:lnTo>
                  <a:lnTo>
                    <a:pt x="5757963" y="2600773"/>
                  </a:lnTo>
                  <a:lnTo>
                    <a:pt x="5790124" y="2518501"/>
                  </a:lnTo>
                  <a:lnTo>
                    <a:pt x="5822552" y="2432709"/>
                  </a:lnTo>
                  <a:lnTo>
                    <a:pt x="5855256" y="2343687"/>
                  </a:lnTo>
                  <a:lnTo>
                    <a:pt x="5888229" y="2251791"/>
                  </a:lnTo>
                  <a:lnTo>
                    <a:pt x="5921448" y="2157437"/>
                  </a:lnTo>
                  <a:lnTo>
                    <a:pt x="5954874" y="2061099"/>
                  </a:lnTo>
                  <a:lnTo>
                    <a:pt x="5988458" y="1963295"/>
                  </a:lnTo>
                  <a:lnTo>
                    <a:pt x="6022142" y="1864579"/>
                  </a:lnTo>
                  <a:lnTo>
                    <a:pt x="6055864" y="1765527"/>
                  </a:lnTo>
                  <a:lnTo>
                    <a:pt x="6089558" y="1666723"/>
                  </a:lnTo>
                  <a:lnTo>
                    <a:pt x="6123161" y="1568746"/>
                  </a:lnTo>
                  <a:lnTo>
                    <a:pt x="6156614" y="1472152"/>
                  </a:lnTo>
                  <a:lnTo>
                    <a:pt x="6189867" y="1377468"/>
                  </a:lnTo>
                  <a:lnTo>
                    <a:pt x="6222879" y="1285172"/>
                  </a:lnTo>
                  <a:lnTo>
                    <a:pt x="6255624" y="1195692"/>
                  </a:lnTo>
                  <a:lnTo>
                    <a:pt x="6288093" y="1109393"/>
                  </a:lnTo>
                  <a:lnTo>
                    <a:pt x="6320293" y="1026574"/>
                  </a:lnTo>
                  <a:lnTo>
                    <a:pt x="6352253" y="947468"/>
                  </a:lnTo>
                  <a:lnTo>
                    <a:pt x="6384020" y="872237"/>
                  </a:lnTo>
                  <a:lnTo>
                    <a:pt x="6415669" y="800981"/>
                  </a:lnTo>
                  <a:lnTo>
                    <a:pt x="6447298" y="733736"/>
                  </a:lnTo>
                  <a:lnTo>
                    <a:pt x="6479032" y="670482"/>
                  </a:lnTo>
                  <a:lnTo>
                    <a:pt x="6511029" y="611146"/>
                  </a:lnTo>
                  <a:lnTo>
                    <a:pt x="6515891" y="602528"/>
                  </a:lnTo>
                  <a:lnTo>
                    <a:pt x="6559431" y="530113"/>
                  </a:lnTo>
                  <a:lnTo>
                    <a:pt x="6604321" y="464525"/>
                  </a:lnTo>
                  <a:lnTo>
                    <a:pt x="6651174" y="405461"/>
                  </a:lnTo>
                  <a:lnTo>
                    <a:pt x="6700674" y="352387"/>
                  </a:lnTo>
                  <a:lnTo>
                    <a:pt x="6753530" y="304680"/>
                  </a:lnTo>
                  <a:lnTo>
                    <a:pt x="6810422" y="261726"/>
                  </a:lnTo>
                  <a:lnTo>
                    <a:pt x="6871937" y="222964"/>
                  </a:lnTo>
                  <a:lnTo>
                    <a:pt x="6938492" y="187923"/>
                  </a:lnTo>
                  <a:lnTo>
                    <a:pt x="7010225" y="156236"/>
                  </a:lnTo>
                  <a:lnTo>
                    <a:pt x="7086863" y="127647"/>
                  </a:lnTo>
                  <a:lnTo>
                    <a:pt x="7167582" y="102011"/>
                  </a:lnTo>
                  <a:lnTo>
                    <a:pt x="7250871" y="79285"/>
                  </a:lnTo>
                  <a:lnTo>
                    <a:pt x="7334478" y="59498"/>
                  </a:lnTo>
                  <a:lnTo>
                    <a:pt x="7415473" y="42718"/>
                  </a:lnTo>
                  <a:lnTo>
                    <a:pt x="7490497" y="28994"/>
                  </a:lnTo>
                  <a:lnTo>
                    <a:pt x="7556215" y="18298"/>
                  </a:lnTo>
                  <a:lnTo>
                    <a:pt x="7609882" y="10475"/>
                  </a:lnTo>
                  <a:lnTo>
                    <a:pt x="7649905" y="5221"/>
                  </a:lnTo>
                  <a:lnTo>
                    <a:pt x="7676228" y="2097"/>
                  </a:lnTo>
                  <a:lnTo>
                    <a:pt x="7690438" y="565"/>
                  </a:lnTo>
                  <a:lnTo>
                    <a:pt x="7695641" y="5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546595" y="2176925"/>
              <a:ext cx="8234974" cy="3615170"/>
            </a:xfrm>
            <a:custGeom>
              <a:avLst/>
              <a:pathLst>
                <a:path w="8234974" h="3615170">
                  <a:moveTo>
                    <a:pt x="8234974" y="0"/>
                  </a:moveTo>
                  <a:lnTo>
                    <a:pt x="7696237" y="0"/>
                  </a:lnTo>
                  <a:lnTo>
                    <a:pt x="7695280" y="87"/>
                  </a:lnTo>
                  <a:lnTo>
                    <a:pt x="7688989" y="714"/>
                  </a:lnTo>
                  <a:lnTo>
                    <a:pt x="7673143" y="2446"/>
                  </a:lnTo>
                  <a:lnTo>
                    <a:pt x="7644849" y="5854"/>
                  </a:lnTo>
                  <a:lnTo>
                    <a:pt x="7602758" y="11464"/>
                  </a:lnTo>
                  <a:lnTo>
                    <a:pt x="7547169" y="19698"/>
                  </a:lnTo>
                  <a:lnTo>
                    <a:pt x="7479876" y="30837"/>
                  </a:lnTo>
                  <a:lnTo>
                    <a:pt x="7403748" y="45016"/>
                  </a:lnTo>
                  <a:lnTo>
                    <a:pt x="7322159" y="62246"/>
                  </a:lnTo>
                  <a:lnTo>
                    <a:pt x="7238429" y="82473"/>
                  </a:lnTo>
                  <a:lnTo>
                    <a:pt x="7155397" y="105632"/>
                  </a:lnTo>
                  <a:lnTo>
                    <a:pt x="7075206" y="131700"/>
                  </a:lnTo>
                  <a:lnTo>
                    <a:pt x="6999258" y="160737"/>
                  </a:lnTo>
                  <a:lnTo>
                    <a:pt x="6928288" y="192903"/>
                  </a:lnTo>
                  <a:lnTo>
                    <a:pt x="6862498" y="228470"/>
                  </a:lnTo>
                  <a:lnTo>
                    <a:pt x="6801700" y="267822"/>
                  </a:lnTo>
                  <a:lnTo>
                    <a:pt x="6745447" y="311445"/>
                  </a:lnTo>
                  <a:lnTo>
                    <a:pt x="6693133" y="359908"/>
                  </a:lnTo>
                  <a:lnTo>
                    <a:pt x="6644071" y="413833"/>
                  </a:lnTo>
                  <a:lnTo>
                    <a:pt x="6597552" y="473834"/>
                  </a:lnTo>
                  <a:lnTo>
                    <a:pt x="6552898" y="540425"/>
                  </a:lnTo>
                  <a:lnTo>
                    <a:pt x="6515891" y="602528"/>
                  </a:lnTo>
                  <a:lnTo>
                    <a:pt x="6483838" y="661282"/>
                  </a:lnTo>
                  <a:lnTo>
                    <a:pt x="6452075" y="723939"/>
                  </a:lnTo>
                  <a:lnTo>
                    <a:pt x="6420439" y="790579"/>
                  </a:lnTo>
                  <a:lnTo>
                    <a:pt x="6388800" y="861231"/>
                  </a:lnTo>
                  <a:lnTo>
                    <a:pt x="6357056" y="935866"/>
                  </a:lnTo>
                  <a:lnTo>
                    <a:pt x="6325129" y="1014397"/>
                  </a:lnTo>
                  <a:lnTo>
                    <a:pt x="6292968" y="1096669"/>
                  </a:lnTo>
                  <a:lnTo>
                    <a:pt x="6260541" y="1182461"/>
                  </a:lnTo>
                  <a:lnTo>
                    <a:pt x="6227836" y="1271483"/>
                  </a:lnTo>
                  <a:lnTo>
                    <a:pt x="6194863" y="1363379"/>
                  </a:lnTo>
                  <a:lnTo>
                    <a:pt x="6161645" y="1457733"/>
                  </a:lnTo>
                  <a:lnTo>
                    <a:pt x="6128219" y="1554071"/>
                  </a:lnTo>
                  <a:lnTo>
                    <a:pt x="6094635" y="1651875"/>
                  </a:lnTo>
                  <a:lnTo>
                    <a:pt x="6060950" y="1750591"/>
                  </a:lnTo>
                  <a:lnTo>
                    <a:pt x="6027229" y="1849643"/>
                  </a:lnTo>
                  <a:lnTo>
                    <a:pt x="5993535" y="1948446"/>
                  </a:lnTo>
                  <a:lnTo>
                    <a:pt x="5959932" y="2046424"/>
                  </a:lnTo>
                  <a:lnTo>
                    <a:pt x="5926478" y="2143017"/>
                  </a:lnTo>
                  <a:lnTo>
                    <a:pt x="5893226" y="2237702"/>
                  </a:lnTo>
                  <a:lnTo>
                    <a:pt x="5860214" y="2329997"/>
                  </a:lnTo>
                  <a:lnTo>
                    <a:pt x="5827468" y="2419477"/>
                  </a:lnTo>
                  <a:lnTo>
                    <a:pt x="5794999" y="2505777"/>
                  </a:lnTo>
                  <a:lnTo>
                    <a:pt x="5762799" y="2588595"/>
                  </a:lnTo>
                  <a:lnTo>
                    <a:pt x="5730840" y="2667702"/>
                  </a:lnTo>
                  <a:lnTo>
                    <a:pt x="5699072" y="2742933"/>
                  </a:lnTo>
                  <a:lnTo>
                    <a:pt x="5667423" y="2814189"/>
                  </a:lnTo>
                  <a:lnTo>
                    <a:pt x="5635795" y="2881433"/>
                  </a:lnTo>
                  <a:lnTo>
                    <a:pt x="5604060" y="2944687"/>
                  </a:lnTo>
                  <a:lnTo>
                    <a:pt x="5572063" y="3004023"/>
                  </a:lnTo>
                  <a:lnTo>
                    <a:pt x="5567201" y="3012642"/>
                  </a:lnTo>
                  <a:lnTo>
                    <a:pt x="5523662" y="3085057"/>
                  </a:lnTo>
                  <a:lnTo>
                    <a:pt x="5478771" y="3150645"/>
                  </a:lnTo>
                  <a:lnTo>
                    <a:pt x="5431919" y="3209709"/>
                  </a:lnTo>
                  <a:lnTo>
                    <a:pt x="5382419" y="3262783"/>
                  </a:lnTo>
                  <a:lnTo>
                    <a:pt x="5329562" y="3310489"/>
                  </a:lnTo>
                  <a:lnTo>
                    <a:pt x="5272671" y="3353444"/>
                  </a:lnTo>
                  <a:lnTo>
                    <a:pt x="5211156" y="3392206"/>
                  </a:lnTo>
                  <a:lnTo>
                    <a:pt x="5144600" y="3427247"/>
                  </a:lnTo>
                  <a:lnTo>
                    <a:pt x="5072868" y="3458934"/>
                  </a:lnTo>
                  <a:lnTo>
                    <a:pt x="4996229" y="3487523"/>
                  </a:lnTo>
                  <a:lnTo>
                    <a:pt x="4915511" y="3513158"/>
                  </a:lnTo>
                  <a:lnTo>
                    <a:pt x="4832222" y="3535885"/>
                  </a:lnTo>
                  <a:lnTo>
                    <a:pt x="4748614" y="3555672"/>
                  </a:lnTo>
                  <a:lnTo>
                    <a:pt x="4667620" y="3572451"/>
                  </a:lnTo>
                  <a:lnTo>
                    <a:pt x="4592595" y="3586175"/>
                  </a:lnTo>
                  <a:lnTo>
                    <a:pt x="4526877" y="3596872"/>
                  </a:lnTo>
                  <a:lnTo>
                    <a:pt x="4473210" y="3604695"/>
                  </a:lnTo>
                  <a:lnTo>
                    <a:pt x="4433187" y="3609948"/>
                  </a:lnTo>
                  <a:lnTo>
                    <a:pt x="4406865" y="3613073"/>
                  </a:lnTo>
                  <a:lnTo>
                    <a:pt x="4392654" y="3614605"/>
                  </a:lnTo>
                  <a:lnTo>
                    <a:pt x="4387451" y="3615116"/>
                  </a:lnTo>
                  <a:lnTo>
                    <a:pt x="4386855" y="3615170"/>
                  </a:lnTo>
                  <a:lnTo>
                    <a:pt x="3848118" y="3615170"/>
                  </a:lnTo>
                  <a:lnTo>
                    <a:pt x="3846935" y="3615090"/>
                  </a:lnTo>
                  <a:lnTo>
                    <a:pt x="3839196" y="3614520"/>
                  </a:lnTo>
                  <a:lnTo>
                    <a:pt x="3819837" y="3612941"/>
                  </a:lnTo>
                  <a:lnTo>
                    <a:pt x="3785612" y="3609842"/>
                  </a:lnTo>
                  <a:lnTo>
                    <a:pt x="3735382" y="3604765"/>
                  </a:lnTo>
                  <a:lnTo>
                    <a:pt x="3670173" y="3597368"/>
                  </a:lnTo>
                  <a:lnTo>
                    <a:pt x="3592827" y="3587450"/>
                  </a:lnTo>
                  <a:lnTo>
                    <a:pt x="3507290" y="3574949"/>
                  </a:lnTo>
                  <a:lnTo>
                    <a:pt x="3417776" y="3559892"/>
                  </a:lnTo>
                  <a:lnTo>
                    <a:pt x="3328065" y="3542340"/>
                  </a:lnTo>
                  <a:lnTo>
                    <a:pt x="3241081" y="3522328"/>
                  </a:lnTo>
                  <a:lnTo>
                    <a:pt x="3158760" y="3499820"/>
                  </a:lnTo>
                  <a:lnTo>
                    <a:pt x="3082123" y="3474684"/>
                  </a:lnTo>
                  <a:lnTo>
                    <a:pt x="3011463" y="3446679"/>
                  </a:lnTo>
                  <a:lnTo>
                    <a:pt x="2946549" y="3415456"/>
                  </a:lnTo>
                  <a:lnTo>
                    <a:pt x="2886804" y="3380568"/>
                  </a:lnTo>
                  <a:lnTo>
                    <a:pt x="2831458" y="3341486"/>
                  </a:lnTo>
                  <a:lnTo>
                    <a:pt x="2779647" y="3297643"/>
                  </a:lnTo>
                  <a:lnTo>
                    <a:pt x="2730496" y="3248499"/>
                  </a:lnTo>
                  <a:lnTo>
                    <a:pt x="2683196" y="3193663"/>
                  </a:lnTo>
                  <a:lnTo>
                    <a:pt x="2667772" y="3174163"/>
                  </a:lnTo>
                  <a:lnTo>
                    <a:pt x="2631349" y="3125039"/>
                  </a:lnTo>
                  <a:lnTo>
                    <a:pt x="2595271" y="3072210"/>
                  </a:lnTo>
                  <a:lnTo>
                    <a:pt x="2559308" y="3015599"/>
                  </a:lnTo>
                  <a:lnTo>
                    <a:pt x="2523283" y="2955197"/>
                  </a:lnTo>
                  <a:lnTo>
                    <a:pt x="2487064" y="2891064"/>
                  </a:lnTo>
                  <a:lnTo>
                    <a:pt x="2450561" y="2823339"/>
                  </a:lnTo>
                  <a:lnTo>
                    <a:pt x="2413719" y="2752242"/>
                  </a:lnTo>
                  <a:lnTo>
                    <a:pt x="2376520" y="2678078"/>
                  </a:lnTo>
                  <a:lnTo>
                    <a:pt x="2338976" y="2601230"/>
                  </a:lnTo>
                  <a:lnTo>
                    <a:pt x="2301125" y="2522158"/>
                  </a:lnTo>
                  <a:lnTo>
                    <a:pt x="2263028" y="2441387"/>
                  </a:lnTo>
                  <a:lnTo>
                    <a:pt x="2224764" y="2359492"/>
                  </a:lnTo>
                  <a:lnTo>
                    <a:pt x="2186422" y="2277085"/>
                  </a:lnTo>
                  <a:lnTo>
                    <a:pt x="2148098" y="2194793"/>
                  </a:lnTo>
                  <a:lnTo>
                    <a:pt x="2109885" y="2113240"/>
                  </a:lnTo>
                  <a:lnTo>
                    <a:pt x="2071870" y="2033025"/>
                  </a:lnTo>
                  <a:lnTo>
                    <a:pt x="2034125" y="1954708"/>
                  </a:lnTo>
                  <a:lnTo>
                    <a:pt x="1996703" y="1878791"/>
                  </a:lnTo>
                  <a:lnTo>
                    <a:pt x="1959635" y="1805707"/>
                  </a:lnTo>
                  <a:lnTo>
                    <a:pt x="1922921" y="1735811"/>
                  </a:lnTo>
                  <a:lnTo>
                    <a:pt x="1886529" y="1669377"/>
                  </a:lnTo>
                  <a:lnTo>
                    <a:pt x="1850394" y="1606595"/>
                  </a:lnTo>
                  <a:lnTo>
                    <a:pt x="1814409" y="1547575"/>
                  </a:lnTo>
                  <a:lnTo>
                    <a:pt x="1778427" y="1492351"/>
                  </a:lnTo>
                  <a:lnTo>
                    <a:pt x="1742252" y="1440887"/>
                  </a:lnTo>
                  <a:lnTo>
                    <a:pt x="1719082" y="1410134"/>
                  </a:lnTo>
                  <a:lnTo>
                    <a:pt x="1672242" y="1353373"/>
                  </a:lnTo>
                  <a:lnTo>
                    <a:pt x="1623791" y="1302369"/>
                  </a:lnTo>
                  <a:lnTo>
                    <a:pt x="1572958" y="1256821"/>
                  </a:lnTo>
                  <a:lnTo>
                    <a:pt x="1518884" y="1216221"/>
                  </a:lnTo>
                  <a:lnTo>
                    <a:pt x="1460693" y="1180000"/>
                  </a:lnTo>
                  <a:lnTo>
                    <a:pt x="1397572" y="1147614"/>
                  </a:lnTo>
                  <a:lnTo>
                    <a:pt x="1328867" y="1118584"/>
                  </a:lnTo>
                  <a:lnTo>
                    <a:pt x="1254214" y="1092527"/>
                  </a:lnTo>
                  <a:lnTo>
                    <a:pt x="1173708" y="1069166"/>
                  </a:lnTo>
                  <a:lnTo>
                    <a:pt x="1088106" y="1048333"/>
                  </a:lnTo>
                  <a:lnTo>
                    <a:pt x="999025" y="1029962"/>
                  </a:lnTo>
                  <a:lnTo>
                    <a:pt x="909063" y="1014070"/>
                  </a:lnTo>
                  <a:lnTo>
                    <a:pt x="821746" y="1000713"/>
                  </a:lnTo>
                  <a:lnTo>
                    <a:pt x="741211" y="989939"/>
                  </a:lnTo>
                  <a:lnTo>
                    <a:pt x="671584" y="981719"/>
                  </a:lnTo>
                  <a:lnTo>
                    <a:pt x="616162" y="975902"/>
                  </a:lnTo>
                  <a:lnTo>
                    <a:pt x="576637" y="972192"/>
                  </a:lnTo>
                  <a:lnTo>
                    <a:pt x="552601" y="970164"/>
                  </a:lnTo>
                  <a:lnTo>
                    <a:pt x="541480" y="969317"/>
                  </a:lnTo>
                  <a:lnTo>
                    <a:pt x="538781" y="969129"/>
                  </a:lnTo>
                  <a:lnTo>
                    <a:pt x="538736" y="969127"/>
                  </a:lnTo>
                  <a:lnTo>
                    <a:pt x="0" y="9691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546595" y="2432818"/>
              <a:ext cx="8234974" cy="3381055"/>
            </a:xfrm>
            <a:custGeom>
              <a:avLst/>
              <a:pathLst>
                <a:path w="8234974" h="3381055">
                  <a:moveTo>
                    <a:pt x="0" y="724123"/>
                  </a:moveTo>
                  <a:lnTo>
                    <a:pt x="538736" y="724123"/>
                  </a:lnTo>
                  <a:lnTo>
                    <a:pt x="539919" y="724203"/>
                  </a:lnTo>
                  <a:lnTo>
                    <a:pt x="547652" y="724775"/>
                  </a:lnTo>
                  <a:lnTo>
                    <a:pt x="566997" y="726359"/>
                  </a:lnTo>
                  <a:lnTo>
                    <a:pt x="601199" y="729469"/>
                  </a:lnTo>
                  <a:lnTo>
                    <a:pt x="651400" y="734563"/>
                  </a:lnTo>
                  <a:lnTo>
                    <a:pt x="716573" y="741985"/>
                  </a:lnTo>
                  <a:lnTo>
                    <a:pt x="793882" y="751937"/>
                  </a:lnTo>
                  <a:lnTo>
                    <a:pt x="879386" y="764481"/>
                  </a:lnTo>
                  <a:lnTo>
                    <a:pt x="968874" y="779591"/>
                  </a:lnTo>
                  <a:lnTo>
                    <a:pt x="1058566" y="797205"/>
                  </a:lnTo>
                  <a:lnTo>
                    <a:pt x="1145538" y="817288"/>
                  </a:lnTo>
                  <a:lnTo>
                    <a:pt x="1227854" y="839875"/>
                  </a:lnTo>
                  <a:lnTo>
                    <a:pt x="1304490" y="865100"/>
                  </a:lnTo>
                  <a:lnTo>
                    <a:pt x="1375152" y="893202"/>
                  </a:lnTo>
                  <a:lnTo>
                    <a:pt x="1440070" y="924533"/>
                  </a:lnTo>
                  <a:lnTo>
                    <a:pt x="1499818" y="959541"/>
                  </a:lnTo>
                  <a:lnTo>
                    <a:pt x="1555167" y="998755"/>
                  </a:lnTo>
                  <a:lnTo>
                    <a:pt x="1606979" y="1042745"/>
                  </a:lnTo>
                  <a:lnTo>
                    <a:pt x="1656128" y="1092053"/>
                  </a:lnTo>
                  <a:lnTo>
                    <a:pt x="1703423" y="1147071"/>
                  </a:lnTo>
                  <a:lnTo>
                    <a:pt x="1719082" y="1166945"/>
                  </a:lnTo>
                  <a:lnTo>
                    <a:pt x="1755447" y="1216189"/>
                  </a:lnTo>
                  <a:lnTo>
                    <a:pt x="1791469" y="1269142"/>
                  </a:lnTo>
                  <a:lnTo>
                    <a:pt x="1827375" y="1325880"/>
                  </a:lnTo>
                  <a:lnTo>
                    <a:pt x="1863342" y="1386413"/>
                  </a:lnTo>
                  <a:lnTo>
                    <a:pt x="1899501" y="1450681"/>
                  </a:lnTo>
                  <a:lnTo>
                    <a:pt x="1935944" y="1518546"/>
                  </a:lnTo>
                  <a:lnTo>
                    <a:pt x="1972723" y="1589788"/>
                  </a:lnTo>
                  <a:lnTo>
                    <a:pt x="2009858" y="1664104"/>
                  </a:lnTo>
                  <a:lnTo>
                    <a:pt x="2047338" y="1741112"/>
                  </a:lnTo>
                  <a:lnTo>
                    <a:pt x="2085125" y="1820353"/>
                  </a:lnTo>
                  <a:lnTo>
                    <a:pt x="2123158" y="1901304"/>
                  </a:lnTo>
                  <a:lnTo>
                    <a:pt x="2161358" y="1983389"/>
                  </a:lnTo>
                  <a:lnTo>
                    <a:pt x="2199638" y="2065999"/>
                  </a:lnTo>
                  <a:lnTo>
                    <a:pt x="2237903" y="2148508"/>
                  </a:lnTo>
                  <a:lnTo>
                    <a:pt x="2276059" y="2230290"/>
                  </a:lnTo>
                  <a:lnTo>
                    <a:pt x="2314019" y="2310747"/>
                  </a:lnTo>
                  <a:lnTo>
                    <a:pt x="2351712" y="2389318"/>
                  </a:lnTo>
                  <a:lnTo>
                    <a:pt x="2389083" y="2465499"/>
                  </a:lnTo>
                  <a:lnTo>
                    <a:pt x="2426103" y="2538857"/>
                  </a:lnTo>
                  <a:lnTo>
                    <a:pt x="2462769" y="2609032"/>
                  </a:lnTo>
                  <a:lnTo>
                    <a:pt x="2499113" y="2675750"/>
                  </a:lnTo>
                  <a:lnTo>
                    <a:pt x="2535198" y="2738817"/>
                  </a:lnTo>
                  <a:lnTo>
                    <a:pt x="2571128" y="2798122"/>
                  </a:lnTo>
                  <a:lnTo>
                    <a:pt x="2607050" y="2853628"/>
                  </a:lnTo>
                  <a:lnTo>
                    <a:pt x="2643155" y="2905367"/>
                  </a:lnTo>
                  <a:lnTo>
                    <a:pt x="2667772" y="2938233"/>
                  </a:lnTo>
                  <a:lnTo>
                    <a:pt x="2714601" y="2995214"/>
                  </a:lnTo>
                  <a:lnTo>
                    <a:pt x="2763039" y="3046417"/>
                  </a:lnTo>
                  <a:lnTo>
                    <a:pt x="2813857" y="3092144"/>
                  </a:lnTo>
                  <a:lnTo>
                    <a:pt x="2867914" y="3132906"/>
                  </a:lnTo>
                  <a:lnTo>
                    <a:pt x="2926085" y="3169271"/>
                  </a:lnTo>
                  <a:lnTo>
                    <a:pt x="2989183" y="3201787"/>
                  </a:lnTo>
                  <a:lnTo>
                    <a:pt x="3057861" y="3230934"/>
                  </a:lnTo>
                  <a:lnTo>
                    <a:pt x="3132484" y="3257097"/>
                  </a:lnTo>
                  <a:lnTo>
                    <a:pt x="3212958" y="3280554"/>
                  </a:lnTo>
                  <a:lnTo>
                    <a:pt x="3298527" y="3301474"/>
                  </a:lnTo>
                  <a:lnTo>
                    <a:pt x="3387579" y="3319921"/>
                  </a:lnTo>
                  <a:lnTo>
                    <a:pt x="3477521" y="3335883"/>
                  </a:lnTo>
                  <a:lnTo>
                    <a:pt x="3564831" y="3349299"/>
                  </a:lnTo>
                  <a:lnTo>
                    <a:pt x="3645376" y="3360124"/>
                  </a:lnTo>
                  <a:lnTo>
                    <a:pt x="3715032" y="3368384"/>
                  </a:lnTo>
                  <a:lnTo>
                    <a:pt x="3770500" y="3374232"/>
                  </a:lnTo>
                  <a:lnTo>
                    <a:pt x="3810082" y="3377965"/>
                  </a:lnTo>
                  <a:lnTo>
                    <a:pt x="3834176" y="3380007"/>
                  </a:lnTo>
                  <a:lnTo>
                    <a:pt x="3845345" y="3380862"/>
                  </a:lnTo>
                  <a:lnTo>
                    <a:pt x="3848118" y="3381055"/>
                  </a:lnTo>
                  <a:lnTo>
                    <a:pt x="4386855" y="3381055"/>
                  </a:lnTo>
                  <a:lnTo>
                    <a:pt x="4387976" y="3380959"/>
                  </a:lnTo>
                  <a:lnTo>
                    <a:pt x="4395314" y="3380271"/>
                  </a:lnTo>
                  <a:lnTo>
                    <a:pt x="4413705" y="3378367"/>
                  </a:lnTo>
                  <a:lnTo>
                    <a:pt x="4446307" y="3374628"/>
                  </a:lnTo>
                  <a:lnTo>
                    <a:pt x="4494331" y="3368493"/>
                  </a:lnTo>
                  <a:lnTo>
                    <a:pt x="4556966" y="3359537"/>
                  </a:lnTo>
                  <a:lnTo>
                    <a:pt x="4631668" y="3347501"/>
                  </a:lnTo>
                  <a:lnTo>
                    <a:pt x="4714784" y="3332290"/>
                  </a:lnTo>
                  <a:lnTo>
                    <a:pt x="4802315" y="3313928"/>
                  </a:lnTo>
                  <a:lnTo>
                    <a:pt x="4890585" y="3292487"/>
                  </a:lnTo>
                  <a:lnTo>
                    <a:pt x="4976669" y="3268019"/>
                  </a:lnTo>
                  <a:lnTo>
                    <a:pt x="5058559" y="3240500"/>
                  </a:lnTo>
                  <a:lnTo>
                    <a:pt x="5135119" y="3209799"/>
                  </a:lnTo>
                  <a:lnTo>
                    <a:pt x="5205930" y="3175654"/>
                  </a:lnTo>
                  <a:lnTo>
                    <a:pt x="5271109" y="3137675"/>
                  </a:lnTo>
                  <a:lnTo>
                    <a:pt x="5331129" y="3095353"/>
                  </a:lnTo>
                  <a:lnTo>
                    <a:pt x="5386678" y="3048074"/>
                  </a:lnTo>
                  <a:lnTo>
                    <a:pt x="5438557" y="2995162"/>
                  </a:lnTo>
                  <a:lnTo>
                    <a:pt x="5487598" y="2935940"/>
                  </a:lnTo>
                  <a:lnTo>
                    <a:pt x="5534594" y="2869854"/>
                  </a:lnTo>
                  <a:lnTo>
                    <a:pt x="5567201" y="2818453"/>
                  </a:lnTo>
                  <a:lnTo>
                    <a:pt x="5600205" y="2761900"/>
                  </a:lnTo>
                  <a:lnTo>
                    <a:pt x="5632907" y="2701479"/>
                  </a:lnTo>
                  <a:lnTo>
                    <a:pt x="5665483" y="2637111"/>
                  </a:lnTo>
                  <a:lnTo>
                    <a:pt x="5698073" y="2568771"/>
                  </a:lnTo>
                  <a:lnTo>
                    <a:pt x="5730786" y="2496493"/>
                  </a:lnTo>
                  <a:lnTo>
                    <a:pt x="5763702" y="2420376"/>
                  </a:lnTo>
                  <a:lnTo>
                    <a:pt x="5796874" y="2340589"/>
                  </a:lnTo>
                  <a:lnTo>
                    <a:pt x="5830333" y="2257372"/>
                  </a:lnTo>
                  <a:lnTo>
                    <a:pt x="5864085" y="2171034"/>
                  </a:lnTo>
                  <a:lnTo>
                    <a:pt x="5898116" y="2081955"/>
                  </a:lnTo>
                  <a:lnTo>
                    <a:pt x="5932398" y="1990577"/>
                  </a:lnTo>
                  <a:lnTo>
                    <a:pt x="5966883" y="1897398"/>
                  </a:lnTo>
                  <a:lnTo>
                    <a:pt x="6001514" y="1802961"/>
                  </a:lnTo>
                  <a:lnTo>
                    <a:pt x="6036227" y="1707841"/>
                  </a:lnTo>
                  <a:lnTo>
                    <a:pt x="6070951" y="1612629"/>
                  </a:lnTo>
                  <a:lnTo>
                    <a:pt x="6105614" y="1517920"/>
                  </a:lnTo>
                  <a:lnTo>
                    <a:pt x="6140151" y="1424297"/>
                  </a:lnTo>
                  <a:lnTo>
                    <a:pt x="6174500" y="1332312"/>
                  </a:lnTo>
                  <a:lnTo>
                    <a:pt x="6208612" y="1242479"/>
                  </a:lnTo>
                  <a:lnTo>
                    <a:pt x="6242452" y="1155258"/>
                  </a:lnTo>
                  <a:lnTo>
                    <a:pt x="6276001" y="1071049"/>
                  </a:lnTo>
                  <a:lnTo>
                    <a:pt x="6309258" y="990182"/>
                  </a:lnTo>
                  <a:lnTo>
                    <a:pt x="6342248" y="912920"/>
                  </a:lnTo>
                  <a:lnTo>
                    <a:pt x="6375016" y="839453"/>
                  </a:lnTo>
                  <a:lnTo>
                    <a:pt x="6407634" y="769900"/>
                  </a:lnTo>
                  <a:lnTo>
                    <a:pt x="6440201" y="704315"/>
                  </a:lnTo>
                  <a:lnTo>
                    <a:pt x="6472847" y="642691"/>
                  </a:lnTo>
                  <a:lnTo>
                    <a:pt x="6505738" y="584964"/>
                  </a:lnTo>
                  <a:lnTo>
                    <a:pt x="6515891" y="568046"/>
                  </a:lnTo>
                  <a:lnTo>
                    <a:pt x="6561860" y="496896"/>
                  </a:lnTo>
                  <a:lnTo>
                    <a:pt x="6609368" y="432829"/>
                  </a:lnTo>
                  <a:lnTo>
                    <a:pt x="6659142" y="375488"/>
                  </a:lnTo>
                  <a:lnTo>
                    <a:pt x="6711993" y="324268"/>
                  </a:lnTo>
                  <a:lnTo>
                    <a:pt x="6768750" y="278484"/>
                  </a:lnTo>
                  <a:lnTo>
                    <a:pt x="6830191" y="237471"/>
                  </a:lnTo>
                  <a:lnTo>
                    <a:pt x="6896956" y="200643"/>
                  </a:lnTo>
                  <a:lnTo>
                    <a:pt x="6969430" y="167524"/>
                  </a:lnTo>
                  <a:lnTo>
                    <a:pt x="7047595" y="137759"/>
                  </a:lnTo>
                  <a:lnTo>
                    <a:pt x="7130845" y="111128"/>
                  </a:lnTo>
                  <a:lnTo>
                    <a:pt x="7217805" y="87529"/>
                  </a:lnTo>
                  <a:lnTo>
                    <a:pt x="7306201" y="66967"/>
                  </a:lnTo>
                  <a:lnTo>
                    <a:pt x="7392862" y="49505"/>
                  </a:lnTo>
                  <a:lnTo>
                    <a:pt x="7473965" y="35209"/>
                  </a:lnTo>
                  <a:lnTo>
                    <a:pt x="7545533" y="24076"/>
                  </a:lnTo>
                  <a:lnTo>
                    <a:pt x="7604156" y="15967"/>
                  </a:lnTo>
                  <a:lnTo>
                    <a:pt x="7647737" y="10572"/>
                  </a:lnTo>
                  <a:lnTo>
                    <a:pt x="7676034" y="7423"/>
                  </a:lnTo>
                  <a:lnTo>
                    <a:pt x="7690840" y="5934"/>
                  </a:lnTo>
                  <a:lnTo>
                    <a:pt x="7695826" y="547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7" y="96"/>
                  </a:lnTo>
                  <a:lnTo>
                    <a:pt x="7687778" y="784"/>
                  </a:lnTo>
                  <a:lnTo>
                    <a:pt x="7669387" y="2687"/>
                  </a:lnTo>
                  <a:lnTo>
                    <a:pt x="7636786" y="6427"/>
                  </a:lnTo>
                  <a:lnTo>
                    <a:pt x="7588762" y="12561"/>
                  </a:lnTo>
                  <a:lnTo>
                    <a:pt x="7526127" y="21517"/>
                  </a:lnTo>
                  <a:lnTo>
                    <a:pt x="7451425" y="33554"/>
                  </a:lnTo>
                  <a:lnTo>
                    <a:pt x="7368309" y="48765"/>
                  </a:lnTo>
                  <a:lnTo>
                    <a:pt x="7280778" y="67127"/>
                  </a:lnTo>
                  <a:lnTo>
                    <a:pt x="7192508" y="88568"/>
                  </a:lnTo>
                  <a:lnTo>
                    <a:pt x="7106423" y="113036"/>
                  </a:lnTo>
                  <a:lnTo>
                    <a:pt x="7024533" y="140554"/>
                  </a:lnTo>
                  <a:lnTo>
                    <a:pt x="6947974" y="171256"/>
                  </a:lnTo>
                  <a:lnTo>
                    <a:pt x="6877162" y="205401"/>
                  </a:lnTo>
                  <a:lnTo>
                    <a:pt x="6811983" y="243379"/>
                  </a:lnTo>
                  <a:lnTo>
                    <a:pt x="6751964" y="285702"/>
                  </a:lnTo>
                  <a:lnTo>
                    <a:pt x="6696415" y="332980"/>
                  </a:lnTo>
                  <a:lnTo>
                    <a:pt x="6644535" y="385893"/>
                  </a:lnTo>
                  <a:lnTo>
                    <a:pt x="6595495" y="445115"/>
                  </a:lnTo>
                  <a:lnTo>
                    <a:pt x="6548498" y="511201"/>
                  </a:lnTo>
                  <a:lnTo>
                    <a:pt x="6515891" y="562601"/>
                  </a:lnTo>
                  <a:lnTo>
                    <a:pt x="6482887" y="619154"/>
                  </a:lnTo>
                  <a:lnTo>
                    <a:pt x="6450185" y="679575"/>
                  </a:lnTo>
                  <a:lnTo>
                    <a:pt x="6417609" y="743944"/>
                  </a:lnTo>
                  <a:lnTo>
                    <a:pt x="6385019" y="812284"/>
                  </a:lnTo>
                  <a:lnTo>
                    <a:pt x="6352306" y="884562"/>
                  </a:lnTo>
                  <a:lnTo>
                    <a:pt x="6319390" y="960679"/>
                  </a:lnTo>
                  <a:lnTo>
                    <a:pt x="6286218" y="1040466"/>
                  </a:lnTo>
                  <a:lnTo>
                    <a:pt x="6252760" y="1123683"/>
                  </a:lnTo>
                  <a:lnTo>
                    <a:pt x="6219008" y="1210021"/>
                  </a:lnTo>
                  <a:lnTo>
                    <a:pt x="6184976" y="1299100"/>
                  </a:lnTo>
                  <a:lnTo>
                    <a:pt x="6150695" y="1390478"/>
                  </a:lnTo>
                  <a:lnTo>
                    <a:pt x="6116210" y="1483656"/>
                  </a:lnTo>
                  <a:lnTo>
                    <a:pt x="6081578" y="1578093"/>
                  </a:lnTo>
                  <a:lnTo>
                    <a:pt x="6046865" y="1673214"/>
                  </a:lnTo>
                  <a:lnTo>
                    <a:pt x="6012142" y="1768426"/>
                  </a:lnTo>
                  <a:lnTo>
                    <a:pt x="5977478" y="1863135"/>
                  </a:lnTo>
                  <a:lnTo>
                    <a:pt x="5942941" y="1956758"/>
                  </a:lnTo>
                  <a:lnTo>
                    <a:pt x="5908592" y="2048743"/>
                  </a:lnTo>
                  <a:lnTo>
                    <a:pt x="5874480" y="2138576"/>
                  </a:lnTo>
                  <a:lnTo>
                    <a:pt x="5840640" y="2225796"/>
                  </a:lnTo>
                  <a:lnTo>
                    <a:pt x="5807092" y="2310006"/>
                  </a:lnTo>
                  <a:lnTo>
                    <a:pt x="5773834" y="2390872"/>
                  </a:lnTo>
                  <a:lnTo>
                    <a:pt x="5740844" y="2468134"/>
                  </a:lnTo>
                  <a:lnTo>
                    <a:pt x="5708076" y="2541602"/>
                  </a:lnTo>
                  <a:lnTo>
                    <a:pt x="5675459" y="2611155"/>
                  </a:lnTo>
                  <a:lnTo>
                    <a:pt x="5642892" y="2676740"/>
                  </a:lnTo>
                  <a:lnTo>
                    <a:pt x="5610245" y="2738364"/>
                  </a:lnTo>
                  <a:lnTo>
                    <a:pt x="5577355" y="2796090"/>
                  </a:lnTo>
                  <a:lnTo>
                    <a:pt x="5567201" y="2813009"/>
                  </a:lnTo>
                  <a:lnTo>
                    <a:pt x="5521232" y="2884159"/>
                  </a:lnTo>
                  <a:lnTo>
                    <a:pt x="5473724" y="2948226"/>
                  </a:lnTo>
                  <a:lnTo>
                    <a:pt x="5423950" y="3005567"/>
                  </a:lnTo>
                  <a:lnTo>
                    <a:pt x="5371100" y="3056787"/>
                  </a:lnTo>
                  <a:lnTo>
                    <a:pt x="5314343" y="3102571"/>
                  </a:lnTo>
                  <a:lnTo>
                    <a:pt x="5252901" y="3143584"/>
                  </a:lnTo>
                  <a:lnTo>
                    <a:pt x="5186137" y="3180412"/>
                  </a:lnTo>
                  <a:lnTo>
                    <a:pt x="5113662" y="3213531"/>
                  </a:lnTo>
                  <a:lnTo>
                    <a:pt x="5035498" y="3243295"/>
                  </a:lnTo>
                  <a:lnTo>
                    <a:pt x="4952248" y="3269927"/>
                  </a:lnTo>
                  <a:lnTo>
                    <a:pt x="4865287" y="3293526"/>
                  </a:lnTo>
                  <a:lnTo>
                    <a:pt x="4776892" y="3314088"/>
                  </a:lnTo>
                  <a:lnTo>
                    <a:pt x="4690230" y="3331550"/>
                  </a:lnTo>
                  <a:lnTo>
                    <a:pt x="4609128" y="3345845"/>
                  </a:lnTo>
                  <a:lnTo>
                    <a:pt x="4537560" y="3356979"/>
                  </a:lnTo>
                  <a:lnTo>
                    <a:pt x="4478937" y="3365088"/>
                  </a:lnTo>
                  <a:lnTo>
                    <a:pt x="4435356" y="3370482"/>
                  </a:lnTo>
                  <a:lnTo>
                    <a:pt x="4407059" y="3373632"/>
                  </a:lnTo>
                  <a:lnTo>
                    <a:pt x="4392253" y="3375121"/>
                  </a:lnTo>
                  <a:lnTo>
                    <a:pt x="4387267" y="3375576"/>
                  </a:lnTo>
                  <a:lnTo>
                    <a:pt x="4386855" y="3375611"/>
                  </a:lnTo>
                  <a:lnTo>
                    <a:pt x="3848118" y="3375611"/>
                  </a:lnTo>
                  <a:lnTo>
                    <a:pt x="3846936" y="3375531"/>
                  </a:lnTo>
                  <a:lnTo>
                    <a:pt x="3839202" y="3374958"/>
                  </a:lnTo>
                  <a:lnTo>
                    <a:pt x="3819857" y="3373375"/>
                  </a:lnTo>
                  <a:lnTo>
                    <a:pt x="3785655" y="3370265"/>
                  </a:lnTo>
                  <a:lnTo>
                    <a:pt x="3735455" y="3365171"/>
                  </a:lnTo>
                  <a:lnTo>
                    <a:pt x="3670282" y="3357748"/>
                  </a:lnTo>
                  <a:lnTo>
                    <a:pt x="3592973" y="3347797"/>
                  </a:lnTo>
                  <a:lnTo>
                    <a:pt x="3507468" y="3335252"/>
                  </a:lnTo>
                  <a:lnTo>
                    <a:pt x="3417981" y="3320142"/>
                  </a:lnTo>
                  <a:lnTo>
                    <a:pt x="3328289" y="3302528"/>
                  </a:lnTo>
                  <a:lnTo>
                    <a:pt x="3241317" y="3282445"/>
                  </a:lnTo>
                  <a:lnTo>
                    <a:pt x="3159001" y="3259858"/>
                  </a:lnTo>
                  <a:lnTo>
                    <a:pt x="3082364" y="3234634"/>
                  </a:lnTo>
                  <a:lnTo>
                    <a:pt x="3011703" y="3206531"/>
                  </a:lnTo>
                  <a:lnTo>
                    <a:pt x="2946784" y="3175200"/>
                  </a:lnTo>
                  <a:lnTo>
                    <a:pt x="2887036" y="3140192"/>
                  </a:lnTo>
                  <a:lnTo>
                    <a:pt x="2831688" y="3100978"/>
                  </a:lnTo>
                  <a:lnTo>
                    <a:pt x="2779875" y="3056988"/>
                  </a:lnTo>
                  <a:lnTo>
                    <a:pt x="2730726" y="3007681"/>
                  </a:lnTo>
                  <a:lnTo>
                    <a:pt x="2683432" y="2952662"/>
                  </a:lnTo>
                  <a:lnTo>
                    <a:pt x="2667772" y="2932789"/>
                  </a:lnTo>
                  <a:lnTo>
                    <a:pt x="2631407" y="2883544"/>
                  </a:lnTo>
                  <a:lnTo>
                    <a:pt x="2595386" y="2830591"/>
                  </a:lnTo>
                  <a:lnTo>
                    <a:pt x="2559480" y="2773853"/>
                  </a:lnTo>
                  <a:lnTo>
                    <a:pt x="2523513" y="2713320"/>
                  </a:lnTo>
                  <a:lnTo>
                    <a:pt x="2487354" y="2649052"/>
                  </a:lnTo>
                  <a:lnTo>
                    <a:pt x="2450911" y="2581187"/>
                  </a:lnTo>
                  <a:lnTo>
                    <a:pt x="2414132" y="2509945"/>
                  </a:lnTo>
                  <a:lnTo>
                    <a:pt x="2376996" y="2435629"/>
                  </a:lnTo>
                  <a:lnTo>
                    <a:pt x="2339516" y="2358621"/>
                  </a:lnTo>
                  <a:lnTo>
                    <a:pt x="2301730" y="2279380"/>
                  </a:lnTo>
                  <a:lnTo>
                    <a:pt x="2263697" y="2198429"/>
                  </a:lnTo>
                  <a:lnTo>
                    <a:pt x="2225496" y="2116344"/>
                  </a:lnTo>
                  <a:lnTo>
                    <a:pt x="2187216" y="2033734"/>
                  </a:lnTo>
                  <a:lnTo>
                    <a:pt x="2148952" y="1951226"/>
                  </a:lnTo>
                  <a:lnTo>
                    <a:pt x="2110796" y="1869443"/>
                  </a:lnTo>
                  <a:lnTo>
                    <a:pt x="2072835" y="1788986"/>
                  </a:lnTo>
                  <a:lnTo>
                    <a:pt x="2035143" y="1710415"/>
                  </a:lnTo>
                  <a:lnTo>
                    <a:pt x="1997771" y="1634234"/>
                  </a:lnTo>
                  <a:lnTo>
                    <a:pt x="1960752" y="1560877"/>
                  </a:lnTo>
                  <a:lnTo>
                    <a:pt x="1924085" y="1490701"/>
                  </a:lnTo>
                  <a:lnTo>
                    <a:pt x="1887742" y="1423983"/>
                  </a:lnTo>
                  <a:lnTo>
                    <a:pt x="1851657" y="1360916"/>
                  </a:lnTo>
                  <a:lnTo>
                    <a:pt x="1815726" y="1301611"/>
                  </a:lnTo>
                  <a:lnTo>
                    <a:pt x="1779805" y="1246105"/>
                  </a:lnTo>
                  <a:lnTo>
                    <a:pt x="1743700" y="1194366"/>
                  </a:lnTo>
                  <a:lnTo>
                    <a:pt x="1719082" y="1161500"/>
                  </a:lnTo>
                  <a:lnTo>
                    <a:pt x="1672254" y="1104519"/>
                  </a:lnTo>
                  <a:lnTo>
                    <a:pt x="1623816" y="1053316"/>
                  </a:lnTo>
                  <a:lnTo>
                    <a:pt x="1572998" y="1007589"/>
                  </a:lnTo>
                  <a:lnTo>
                    <a:pt x="1518941" y="966828"/>
                  </a:lnTo>
                  <a:lnTo>
                    <a:pt x="1460769" y="930463"/>
                  </a:lnTo>
                  <a:lnTo>
                    <a:pt x="1397672" y="897946"/>
                  </a:lnTo>
                  <a:lnTo>
                    <a:pt x="1328994" y="868799"/>
                  </a:lnTo>
                  <a:lnTo>
                    <a:pt x="1254371" y="842636"/>
                  </a:lnTo>
                  <a:lnTo>
                    <a:pt x="1173897" y="819179"/>
                  </a:lnTo>
                  <a:lnTo>
                    <a:pt x="1088328" y="798260"/>
                  </a:lnTo>
                  <a:lnTo>
                    <a:pt x="999275" y="779812"/>
                  </a:lnTo>
                  <a:lnTo>
                    <a:pt x="909333" y="763851"/>
                  </a:lnTo>
                  <a:lnTo>
                    <a:pt x="822024" y="750434"/>
                  </a:lnTo>
                  <a:lnTo>
                    <a:pt x="741479" y="739609"/>
                  </a:lnTo>
                  <a:lnTo>
                    <a:pt x="671823" y="731349"/>
                  </a:lnTo>
                  <a:lnTo>
                    <a:pt x="616355" y="725501"/>
                  </a:lnTo>
                  <a:lnTo>
                    <a:pt x="576772" y="721768"/>
                  </a:lnTo>
                  <a:lnTo>
                    <a:pt x="552678" y="719726"/>
                  </a:lnTo>
                  <a:lnTo>
                    <a:pt x="541509" y="718871"/>
                  </a:lnTo>
                  <a:lnTo>
                    <a:pt x="538736" y="718678"/>
                  </a:lnTo>
                  <a:lnTo>
                    <a:pt x="0" y="71867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546595" y="2438262"/>
              <a:ext cx="8234974" cy="3375611"/>
            </a:xfrm>
            <a:custGeom>
              <a:avLst/>
              <a:pathLst>
                <a:path w="8234974" h="3375611">
                  <a:moveTo>
                    <a:pt x="0" y="718678"/>
                  </a:moveTo>
                  <a:lnTo>
                    <a:pt x="538736" y="718678"/>
                  </a:lnTo>
                  <a:lnTo>
                    <a:pt x="539919" y="718758"/>
                  </a:lnTo>
                  <a:lnTo>
                    <a:pt x="547652" y="719331"/>
                  </a:lnTo>
                  <a:lnTo>
                    <a:pt x="566997" y="720914"/>
                  </a:lnTo>
                  <a:lnTo>
                    <a:pt x="601199" y="724024"/>
                  </a:lnTo>
                  <a:lnTo>
                    <a:pt x="651400" y="729118"/>
                  </a:lnTo>
                  <a:lnTo>
                    <a:pt x="716573" y="736541"/>
                  </a:lnTo>
                  <a:lnTo>
                    <a:pt x="793882" y="746492"/>
                  </a:lnTo>
                  <a:lnTo>
                    <a:pt x="879386" y="759037"/>
                  </a:lnTo>
                  <a:lnTo>
                    <a:pt x="968874" y="774147"/>
                  </a:lnTo>
                  <a:lnTo>
                    <a:pt x="1058566" y="791760"/>
                  </a:lnTo>
                  <a:lnTo>
                    <a:pt x="1145538" y="811843"/>
                  </a:lnTo>
                  <a:lnTo>
                    <a:pt x="1227854" y="834431"/>
                  </a:lnTo>
                  <a:lnTo>
                    <a:pt x="1304490" y="859655"/>
                  </a:lnTo>
                  <a:lnTo>
                    <a:pt x="1375152" y="887758"/>
                  </a:lnTo>
                  <a:lnTo>
                    <a:pt x="1440070" y="919088"/>
                  </a:lnTo>
                  <a:lnTo>
                    <a:pt x="1499818" y="954096"/>
                  </a:lnTo>
                  <a:lnTo>
                    <a:pt x="1555167" y="993311"/>
                  </a:lnTo>
                  <a:lnTo>
                    <a:pt x="1606979" y="1037301"/>
                  </a:lnTo>
                  <a:lnTo>
                    <a:pt x="1656128" y="1086608"/>
                  </a:lnTo>
                  <a:lnTo>
                    <a:pt x="1703423" y="1141627"/>
                  </a:lnTo>
                  <a:lnTo>
                    <a:pt x="1719082" y="1161500"/>
                  </a:lnTo>
                  <a:lnTo>
                    <a:pt x="1755447" y="1210744"/>
                  </a:lnTo>
                  <a:lnTo>
                    <a:pt x="1791469" y="1263698"/>
                  </a:lnTo>
                  <a:lnTo>
                    <a:pt x="1827375" y="1320436"/>
                  </a:lnTo>
                  <a:lnTo>
                    <a:pt x="1863342" y="1380969"/>
                  </a:lnTo>
                  <a:lnTo>
                    <a:pt x="1899501" y="1445237"/>
                  </a:lnTo>
                  <a:lnTo>
                    <a:pt x="1935944" y="1513102"/>
                  </a:lnTo>
                  <a:lnTo>
                    <a:pt x="1972723" y="1584343"/>
                  </a:lnTo>
                  <a:lnTo>
                    <a:pt x="2009858" y="1658660"/>
                  </a:lnTo>
                  <a:lnTo>
                    <a:pt x="2047338" y="1735668"/>
                  </a:lnTo>
                  <a:lnTo>
                    <a:pt x="2085125" y="1814909"/>
                  </a:lnTo>
                  <a:lnTo>
                    <a:pt x="2123158" y="1895859"/>
                  </a:lnTo>
                  <a:lnTo>
                    <a:pt x="2161358" y="1977945"/>
                  </a:lnTo>
                  <a:lnTo>
                    <a:pt x="2199638" y="2060555"/>
                  </a:lnTo>
                  <a:lnTo>
                    <a:pt x="2237903" y="2143063"/>
                  </a:lnTo>
                  <a:lnTo>
                    <a:pt x="2276059" y="2224846"/>
                  </a:lnTo>
                  <a:lnTo>
                    <a:pt x="2314019" y="2305303"/>
                  </a:lnTo>
                  <a:lnTo>
                    <a:pt x="2351712" y="2383874"/>
                  </a:lnTo>
                  <a:lnTo>
                    <a:pt x="2389083" y="2460055"/>
                  </a:lnTo>
                  <a:lnTo>
                    <a:pt x="2426103" y="2533412"/>
                  </a:lnTo>
                  <a:lnTo>
                    <a:pt x="2462769" y="2603587"/>
                  </a:lnTo>
                  <a:lnTo>
                    <a:pt x="2499113" y="2670305"/>
                  </a:lnTo>
                  <a:lnTo>
                    <a:pt x="2535198" y="2733373"/>
                  </a:lnTo>
                  <a:lnTo>
                    <a:pt x="2571128" y="2792678"/>
                  </a:lnTo>
                  <a:lnTo>
                    <a:pt x="2607050" y="2848183"/>
                  </a:lnTo>
                  <a:lnTo>
                    <a:pt x="2643155" y="2899922"/>
                  </a:lnTo>
                  <a:lnTo>
                    <a:pt x="2667772" y="2932789"/>
                  </a:lnTo>
                  <a:lnTo>
                    <a:pt x="2714601" y="2989770"/>
                  </a:lnTo>
                  <a:lnTo>
                    <a:pt x="2763039" y="3040972"/>
                  </a:lnTo>
                  <a:lnTo>
                    <a:pt x="2813857" y="3086700"/>
                  </a:lnTo>
                  <a:lnTo>
                    <a:pt x="2867914" y="3127461"/>
                  </a:lnTo>
                  <a:lnTo>
                    <a:pt x="2926085" y="3163826"/>
                  </a:lnTo>
                  <a:lnTo>
                    <a:pt x="2989183" y="3196343"/>
                  </a:lnTo>
                  <a:lnTo>
                    <a:pt x="3057861" y="3225490"/>
                  </a:lnTo>
                  <a:lnTo>
                    <a:pt x="3132484" y="3251653"/>
                  </a:lnTo>
                  <a:lnTo>
                    <a:pt x="3212958" y="3275110"/>
                  </a:lnTo>
                  <a:lnTo>
                    <a:pt x="3298527" y="3296029"/>
                  </a:lnTo>
                  <a:lnTo>
                    <a:pt x="3387579" y="3314477"/>
                  </a:lnTo>
                  <a:lnTo>
                    <a:pt x="3477521" y="3330438"/>
                  </a:lnTo>
                  <a:lnTo>
                    <a:pt x="3564831" y="3343854"/>
                  </a:lnTo>
                  <a:lnTo>
                    <a:pt x="3645376" y="3354679"/>
                  </a:lnTo>
                  <a:lnTo>
                    <a:pt x="3715032" y="3362940"/>
                  </a:lnTo>
                  <a:lnTo>
                    <a:pt x="3770500" y="3368788"/>
                  </a:lnTo>
                  <a:lnTo>
                    <a:pt x="3810082" y="3372521"/>
                  </a:lnTo>
                  <a:lnTo>
                    <a:pt x="3834176" y="3374563"/>
                  </a:lnTo>
                  <a:lnTo>
                    <a:pt x="3845345" y="3375418"/>
                  </a:lnTo>
                  <a:lnTo>
                    <a:pt x="3848071" y="3375608"/>
                  </a:lnTo>
                  <a:lnTo>
                    <a:pt x="3848118" y="3375611"/>
                  </a:lnTo>
                  <a:lnTo>
                    <a:pt x="4386855" y="3375611"/>
                  </a:lnTo>
                  <a:lnTo>
                    <a:pt x="4387976" y="3375514"/>
                  </a:lnTo>
                  <a:lnTo>
                    <a:pt x="4395314" y="3374826"/>
                  </a:lnTo>
                  <a:lnTo>
                    <a:pt x="4413705" y="3372923"/>
                  </a:lnTo>
                  <a:lnTo>
                    <a:pt x="4446307" y="3369183"/>
                  </a:lnTo>
                  <a:lnTo>
                    <a:pt x="4494331" y="3363049"/>
                  </a:lnTo>
                  <a:lnTo>
                    <a:pt x="4556966" y="3354093"/>
                  </a:lnTo>
                  <a:lnTo>
                    <a:pt x="4631668" y="3342057"/>
                  </a:lnTo>
                  <a:lnTo>
                    <a:pt x="4714784" y="3326846"/>
                  </a:lnTo>
                  <a:lnTo>
                    <a:pt x="4802315" y="3308483"/>
                  </a:lnTo>
                  <a:lnTo>
                    <a:pt x="4890585" y="3287042"/>
                  </a:lnTo>
                  <a:lnTo>
                    <a:pt x="4976669" y="3262574"/>
                  </a:lnTo>
                  <a:lnTo>
                    <a:pt x="5058559" y="3235056"/>
                  </a:lnTo>
                  <a:lnTo>
                    <a:pt x="5135119" y="3204354"/>
                  </a:lnTo>
                  <a:lnTo>
                    <a:pt x="5205930" y="3170209"/>
                  </a:lnTo>
                  <a:lnTo>
                    <a:pt x="5271109" y="3132231"/>
                  </a:lnTo>
                  <a:lnTo>
                    <a:pt x="5331129" y="3089909"/>
                  </a:lnTo>
                  <a:lnTo>
                    <a:pt x="5386678" y="3042630"/>
                  </a:lnTo>
                  <a:lnTo>
                    <a:pt x="5438557" y="2989717"/>
                  </a:lnTo>
                  <a:lnTo>
                    <a:pt x="5487598" y="2930495"/>
                  </a:lnTo>
                  <a:lnTo>
                    <a:pt x="5534594" y="2864409"/>
                  </a:lnTo>
                  <a:lnTo>
                    <a:pt x="5567201" y="2813009"/>
                  </a:lnTo>
                  <a:lnTo>
                    <a:pt x="5600205" y="2756456"/>
                  </a:lnTo>
                  <a:lnTo>
                    <a:pt x="5632907" y="2696035"/>
                  </a:lnTo>
                  <a:lnTo>
                    <a:pt x="5665483" y="2631667"/>
                  </a:lnTo>
                  <a:lnTo>
                    <a:pt x="5698073" y="2563326"/>
                  </a:lnTo>
                  <a:lnTo>
                    <a:pt x="5730786" y="2491048"/>
                  </a:lnTo>
                  <a:lnTo>
                    <a:pt x="5763702" y="2414931"/>
                  </a:lnTo>
                  <a:lnTo>
                    <a:pt x="5796874" y="2335145"/>
                  </a:lnTo>
                  <a:lnTo>
                    <a:pt x="5830333" y="2251927"/>
                  </a:lnTo>
                  <a:lnTo>
                    <a:pt x="5864085" y="2165589"/>
                  </a:lnTo>
                  <a:lnTo>
                    <a:pt x="5898116" y="2076510"/>
                  </a:lnTo>
                  <a:lnTo>
                    <a:pt x="5932398" y="1985132"/>
                  </a:lnTo>
                  <a:lnTo>
                    <a:pt x="5966883" y="1891954"/>
                  </a:lnTo>
                  <a:lnTo>
                    <a:pt x="6001514" y="1797517"/>
                  </a:lnTo>
                  <a:lnTo>
                    <a:pt x="6036227" y="1702396"/>
                  </a:lnTo>
                  <a:lnTo>
                    <a:pt x="6070951" y="1607184"/>
                  </a:lnTo>
                  <a:lnTo>
                    <a:pt x="6105614" y="1512476"/>
                  </a:lnTo>
                  <a:lnTo>
                    <a:pt x="6140151" y="1418852"/>
                  </a:lnTo>
                  <a:lnTo>
                    <a:pt x="6174500" y="1326867"/>
                  </a:lnTo>
                  <a:lnTo>
                    <a:pt x="6208612" y="1237035"/>
                  </a:lnTo>
                  <a:lnTo>
                    <a:pt x="6242452" y="1149814"/>
                  </a:lnTo>
                  <a:lnTo>
                    <a:pt x="6276001" y="1065604"/>
                  </a:lnTo>
                  <a:lnTo>
                    <a:pt x="6309258" y="984738"/>
                  </a:lnTo>
                  <a:lnTo>
                    <a:pt x="6342248" y="907476"/>
                  </a:lnTo>
                  <a:lnTo>
                    <a:pt x="6375016" y="834008"/>
                  </a:lnTo>
                  <a:lnTo>
                    <a:pt x="6407634" y="764455"/>
                  </a:lnTo>
                  <a:lnTo>
                    <a:pt x="6440201" y="698870"/>
                  </a:lnTo>
                  <a:lnTo>
                    <a:pt x="6472847" y="637246"/>
                  </a:lnTo>
                  <a:lnTo>
                    <a:pt x="6505738" y="579520"/>
                  </a:lnTo>
                  <a:lnTo>
                    <a:pt x="6515891" y="562601"/>
                  </a:lnTo>
                  <a:lnTo>
                    <a:pt x="6561860" y="491451"/>
                  </a:lnTo>
                  <a:lnTo>
                    <a:pt x="6609368" y="427384"/>
                  </a:lnTo>
                  <a:lnTo>
                    <a:pt x="6659142" y="370044"/>
                  </a:lnTo>
                  <a:lnTo>
                    <a:pt x="6711993" y="318824"/>
                  </a:lnTo>
                  <a:lnTo>
                    <a:pt x="6768750" y="273039"/>
                  </a:lnTo>
                  <a:lnTo>
                    <a:pt x="6830191" y="232026"/>
                  </a:lnTo>
                  <a:lnTo>
                    <a:pt x="6896956" y="195199"/>
                  </a:lnTo>
                  <a:lnTo>
                    <a:pt x="6969430" y="162079"/>
                  </a:lnTo>
                  <a:lnTo>
                    <a:pt x="7047595" y="132315"/>
                  </a:lnTo>
                  <a:lnTo>
                    <a:pt x="7130845" y="105683"/>
                  </a:lnTo>
                  <a:lnTo>
                    <a:pt x="7217805" y="82085"/>
                  </a:lnTo>
                  <a:lnTo>
                    <a:pt x="7306201" y="61522"/>
                  </a:lnTo>
                  <a:lnTo>
                    <a:pt x="7392862" y="44060"/>
                  </a:lnTo>
                  <a:lnTo>
                    <a:pt x="7473965" y="29765"/>
                  </a:lnTo>
                  <a:lnTo>
                    <a:pt x="7545533" y="18632"/>
                  </a:lnTo>
                  <a:lnTo>
                    <a:pt x="7604156" y="10522"/>
                  </a:lnTo>
                  <a:lnTo>
                    <a:pt x="7647737" y="5128"/>
                  </a:lnTo>
                  <a:lnTo>
                    <a:pt x="7676034" y="1978"/>
                  </a:lnTo>
                  <a:lnTo>
                    <a:pt x="7690840" y="489"/>
                  </a:lnTo>
                  <a:lnTo>
                    <a:pt x="7695826" y="3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546595" y="2432818"/>
              <a:ext cx="8234974" cy="3375611"/>
            </a:xfrm>
            <a:custGeom>
              <a:avLst/>
              <a:pathLst>
                <a:path w="8234974" h="3375611">
                  <a:moveTo>
                    <a:pt x="8234974" y="0"/>
                  </a:moveTo>
                  <a:lnTo>
                    <a:pt x="7696237" y="0"/>
                  </a:lnTo>
                  <a:lnTo>
                    <a:pt x="7695117" y="96"/>
                  </a:lnTo>
                  <a:lnTo>
                    <a:pt x="7687778" y="784"/>
                  </a:lnTo>
                  <a:lnTo>
                    <a:pt x="7669387" y="2687"/>
                  </a:lnTo>
                  <a:lnTo>
                    <a:pt x="7636786" y="6427"/>
                  </a:lnTo>
                  <a:lnTo>
                    <a:pt x="7588762" y="12561"/>
                  </a:lnTo>
                  <a:lnTo>
                    <a:pt x="7526127" y="21517"/>
                  </a:lnTo>
                  <a:lnTo>
                    <a:pt x="7451425" y="33554"/>
                  </a:lnTo>
                  <a:lnTo>
                    <a:pt x="7368309" y="48765"/>
                  </a:lnTo>
                  <a:lnTo>
                    <a:pt x="7280778" y="67127"/>
                  </a:lnTo>
                  <a:lnTo>
                    <a:pt x="7192508" y="88568"/>
                  </a:lnTo>
                  <a:lnTo>
                    <a:pt x="7106423" y="113036"/>
                  </a:lnTo>
                  <a:lnTo>
                    <a:pt x="7024533" y="140554"/>
                  </a:lnTo>
                  <a:lnTo>
                    <a:pt x="6947974" y="171256"/>
                  </a:lnTo>
                  <a:lnTo>
                    <a:pt x="6877162" y="205401"/>
                  </a:lnTo>
                  <a:lnTo>
                    <a:pt x="6811983" y="243379"/>
                  </a:lnTo>
                  <a:lnTo>
                    <a:pt x="6751964" y="285702"/>
                  </a:lnTo>
                  <a:lnTo>
                    <a:pt x="6696415" y="332980"/>
                  </a:lnTo>
                  <a:lnTo>
                    <a:pt x="6644535" y="385893"/>
                  </a:lnTo>
                  <a:lnTo>
                    <a:pt x="6595495" y="445115"/>
                  </a:lnTo>
                  <a:lnTo>
                    <a:pt x="6548498" y="511201"/>
                  </a:lnTo>
                  <a:lnTo>
                    <a:pt x="6515891" y="562601"/>
                  </a:lnTo>
                  <a:lnTo>
                    <a:pt x="6482887" y="619154"/>
                  </a:lnTo>
                  <a:lnTo>
                    <a:pt x="6450185" y="679575"/>
                  </a:lnTo>
                  <a:lnTo>
                    <a:pt x="6417609" y="743944"/>
                  </a:lnTo>
                  <a:lnTo>
                    <a:pt x="6385019" y="812284"/>
                  </a:lnTo>
                  <a:lnTo>
                    <a:pt x="6352306" y="884562"/>
                  </a:lnTo>
                  <a:lnTo>
                    <a:pt x="6319390" y="960679"/>
                  </a:lnTo>
                  <a:lnTo>
                    <a:pt x="6286218" y="1040466"/>
                  </a:lnTo>
                  <a:lnTo>
                    <a:pt x="6252760" y="1123683"/>
                  </a:lnTo>
                  <a:lnTo>
                    <a:pt x="6219008" y="1210021"/>
                  </a:lnTo>
                  <a:lnTo>
                    <a:pt x="6184976" y="1299100"/>
                  </a:lnTo>
                  <a:lnTo>
                    <a:pt x="6150695" y="1390478"/>
                  </a:lnTo>
                  <a:lnTo>
                    <a:pt x="6116210" y="1483656"/>
                  </a:lnTo>
                  <a:lnTo>
                    <a:pt x="6081578" y="1578093"/>
                  </a:lnTo>
                  <a:lnTo>
                    <a:pt x="6046865" y="1673214"/>
                  </a:lnTo>
                  <a:lnTo>
                    <a:pt x="6012142" y="1768426"/>
                  </a:lnTo>
                  <a:lnTo>
                    <a:pt x="5977478" y="1863135"/>
                  </a:lnTo>
                  <a:lnTo>
                    <a:pt x="5942941" y="1956758"/>
                  </a:lnTo>
                  <a:lnTo>
                    <a:pt x="5908592" y="2048743"/>
                  </a:lnTo>
                  <a:lnTo>
                    <a:pt x="5874480" y="2138576"/>
                  </a:lnTo>
                  <a:lnTo>
                    <a:pt x="5840640" y="2225796"/>
                  </a:lnTo>
                  <a:lnTo>
                    <a:pt x="5807092" y="2310006"/>
                  </a:lnTo>
                  <a:lnTo>
                    <a:pt x="5773834" y="2390872"/>
                  </a:lnTo>
                  <a:lnTo>
                    <a:pt x="5740844" y="2468134"/>
                  </a:lnTo>
                  <a:lnTo>
                    <a:pt x="5708076" y="2541602"/>
                  </a:lnTo>
                  <a:lnTo>
                    <a:pt x="5675459" y="2611155"/>
                  </a:lnTo>
                  <a:lnTo>
                    <a:pt x="5642892" y="2676740"/>
                  </a:lnTo>
                  <a:lnTo>
                    <a:pt x="5610245" y="2738364"/>
                  </a:lnTo>
                  <a:lnTo>
                    <a:pt x="5577355" y="2796090"/>
                  </a:lnTo>
                  <a:lnTo>
                    <a:pt x="5567201" y="2813009"/>
                  </a:lnTo>
                  <a:lnTo>
                    <a:pt x="5521232" y="2884159"/>
                  </a:lnTo>
                  <a:lnTo>
                    <a:pt x="5473724" y="2948226"/>
                  </a:lnTo>
                  <a:lnTo>
                    <a:pt x="5423950" y="3005567"/>
                  </a:lnTo>
                  <a:lnTo>
                    <a:pt x="5371100" y="3056787"/>
                  </a:lnTo>
                  <a:lnTo>
                    <a:pt x="5314343" y="3102571"/>
                  </a:lnTo>
                  <a:lnTo>
                    <a:pt x="5252901" y="3143584"/>
                  </a:lnTo>
                  <a:lnTo>
                    <a:pt x="5186137" y="3180412"/>
                  </a:lnTo>
                  <a:lnTo>
                    <a:pt x="5113662" y="3213531"/>
                  </a:lnTo>
                  <a:lnTo>
                    <a:pt x="5035498" y="3243295"/>
                  </a:lnTo>
                  <a:lnTo>
                    <a:pt x="4952248" y="3269927"/>
                  </a:lnTo>
                  <a:lnTo>
                    <a:pt x="4865287" y="3293526"/>
                  </a:lnTo>
                  <a:lnTo>
                    <a:pt x="4776892" y="3314088"/>
                  </a:lnTo>
                  <a:lnTo>
                    <a:pt x="4690230" y="3331550"/>
                  </a:lnTo>
                  <a:lnTo>
                    <a:pt x="4609128" y="3345845"/>
                  </a:lnTo>
                  <a:lnTo>
                    <a:pt x="4537560" y="3356979"/>
                  </a:lnTo>
                  <a:lnTo>
                    <a:pt x="4478937" y="3365088"/>
                  </a:lnTo>
                  <a:lnTo>
                    <a:pt x="4435356" y="3370482"/>
                  </a:lnTo>
                  <a:lnTo>
                    <a:pt x="4407059" y="3373632"/>
                  </a:lnTo>
                  <a:lnTo>
                    <a:pt x="4392253" y="3375121"/>
                  </a:lnTo>
                  <a:lnTo>
                    <a:pt x="4387267" y="3375576"/>
                  </a:lnTo>
                  <a:lnTo>
                    <a:pt x="4386855" y="3375611"/>
                  </a:lnTo>
                  <a:lnTo>
                    <a:pt x="3848118" y="3375611"/>
                  </a:lnTo>
                  <a:lnTo>
                    <a:pt x="3846936" y="3375531"/>
                  </a:lnTo>
                  <a:lnTo>
                    <a:pt x="3839202" y="3374958"/>
                  </a:lnTo>
                  <a:lnTo>
                    <a:pt x="3819857" y="3373375"/>
                  </a:lnTo>
                  <a:lnTo>
                    <a:pt x="3785655" y="3370265"/>
                  </a:lnTo>
                  <a:lnTo>
                    <a:pt x="3735455" y="3365171"/>
                  </a:lnTo>
                  <a:lnTo>
                    <a:pt x="3670282" y="3357748"/>
                  </a:lnTo>
                  <a:lnTo>
                    <a:pt x="3592973" y="3347797"/>
                  </a:lnTo>
                  <a:lnTo>
                    <a:pt x="3507468" y="3335252"/>
                  </a:lnTo>
                  <a:lnTo>
                    <a:pt x="3417981" y="3320142"/>
                  </a:lnTo>
                  <a:lnTo>
                    <a:pt x="3328289" y="3302528"/>
                  </a:lnTo>
                  <a:lnTo>
                    <a:pt x="3241317" y="3282445"/>
                  </a:lnTo>
                  <a:lnTo>
                    <a:pt x="3159001" y="3259858"/>
                  </a:lnTo>
                  <a:lnTo>
                    <a:pt x="3082364" y="3234634"/>
                  </a:lnTo>
                  <a:lnTo>
                    <a:pt x="3011703" y="3206531"/>
                  </a:lnTo>
                  <a:lnTo>
                    <a:pt x="2946784" y="3175200"/>
                  </a:lnTo>
                  <a:lnTo>
                    <a:pt x="2887036" y="3140192"/>
                  </a:lnTo>
                  <a:lnTo>
                    <a:pt x="2831688" y="3100978"/>
                  </a:lnTo>
                  <a:lnTo>
                    <a:pt x="2779875" y="3056988"/>
                  </a:lnTo>
                  <a:lnTo>
                    <a:pt x="2730726" y="3007681"/>
                  </a:lnTo>
                  <a:lnTo>
                    <a:pt x="2683432" y="2952662"/>
                  </a:lnTo>
                  <a:lnTo>
                    <a:pt x="2667772" y="2932789"/>
                  </a:lnTo>
                  <a:lnTo>
                    <a:pt x="2631407" y="2883544"/>
                  </a:lnTo>
                  <a:lnTo>
                    <a:pt x="2595386" y="2830591"/>
                  </a:lnTo>
                  <a:lnTo>
                    <a:pt x="2559480" y="2773853"/>
                  </a:lnTo>
                  <a:lnTo>
                    <a:pt x="2523513" y="2713320"/>
                  </a:lnTo>
                  <a:lnTo>
                    <a:pt x="2487354" y="2649052"/>
                  </a:lnTo>
                  <a:lnTo>
                    <a:pt x="2450911" y="2581187"/>
                  </a:lnTo>
                  <a:lnTo>
                    <a:pt x="2414132" y="2509945"/>
                  </a:lnTo>
                  <a:lnTo>
                    <a:pt x="2376996" y="2435629"/>
                  </a:lnTo>
                  <a:lnTo>
                    <a:pt x="2339516" y="2358621"/>
                  </a:lnTo>
                  <a:lnTo>
                    <a:pt x="2301730" y="2279380"/>
                  </a:lnTo>
                  <a:lnTo>
                    <a:pt x="2263697" y="2198429"/>
                  </a:lnTo>
                  <a:lnTo>
                    <a:pt x="2225496" y="2116344"/>
                  </a:lnTo>
                  <a:lnTo>
                    <a:pt x="2187216" y="2033734"/>
                  </a:lnTo>
                  <a:lnTo>
                    <a:pt x="2148952" y="1951226"/>
                  </a:lnTo>
                  <a:lnTo>
                    <a:pt x="2110796" y="1869443"/>
                  </a:lnTo>
                  <a:lnTo>
                    <a:pt x="2072835" y="1788986"/>
                  </a:lnTo>
                  <a:lnTo>
                    <a:pt x="2035143" y="1710415"/>
                  </a:lnTo>
                  <a:lnTo>
                    <a:pt x="1997771" y="1634234"/>
                  </a:lnTo>
                  <a:lnTo>
                    <a:pt x="1960752" y="1560877"/>
                  </a:lnTo>
                  <a:lnTo>
                    <a:pt x="1924085" y="1490701"/>
                  </a:lnTo>
                  <a:lnTo>
                    <a:pt x="1887742" y="1423983"/>
                  </a:lnTo>
                  <a:lnTo>
                    <a:pt x="1851657" y="1360916"/>
                  </a:lnTo>
                  <a:lnTo>
                    <a:pt x="1815726" y="1301611"/>
                  </a:lnTo>
                  <a:lnTo>
                    <a:pt x="1779805" y="1246105"/>
                  </a:lnTo>
                  <a:lnTo>
                    <a:pt x="1743700" y="1194366"/>
                  </a:lnTo>
                  <a:lnTo>
                    <a:pt x="1719082" y="1161500"/>
                  </a:lnTo>
                  <a:lnTo>
                    <a:pt x="1672254" y="1104519"/>
                  </a:lnTo>
                  <a:lnTo>
                    <a:pt x="1623816" y="1053316"/>
                  </a:lnTo>
                  <a:lnTo>
                    <a:pt x="1572998" y="1007589"/>
                  </a:lnTo>
                  <a:lnTo>
                    <a:pt x="1518941" y="966828"/>
                  </a:lnTo>
                  <a:lnTo>
                    <a:pt x="1460769" y="930463"/>
                  </a:lnTo>
                  <a:lnTo>
                    <a:pt x="1397672" y="897946"/>
                  </a:lnTo>
                  <a:lnTo>
                    <a:pt x="1328994" y="868799"/>
                  </a:lnTo>
                  <a:lnTo>
                    <a:pt x="1254371" y="842636"/>
                  </a:lnTo>
                  <a:lnTo>
                    <a:pt x="1173897" y="819179"/>
                  </a:lnTo>
                  <a:lnTo>
                    <a:pt x="1088328" y="798260"/>
                  </a:lnTo>
                  <a:lnTo>
                    <a:pt x="999275" y="779812"/>
                  </a:lnTo>
                  <a:lnTo>
                    <a:pt x="909333" y="763851"/>
                  </a:lnTo>
                  <a:lnTo>
                    <a:pt x="822024" y="750434"/>
                  </a:lnTo>
                  <a:lnTo>
                    <a:pt x="741479" y="739609"/>
                  </a:lnTo>
                  <a:lnTo>
                    <a:pt x="671823" y="731349"/>
                  </a:lnTo>
                  <a:lnTo>
                    <a:pt x="616355" y="725501"/>
                  </a:lnTo>
                  <a:lnTo>
                    <a:pt x="576772" y="721768"/>
                  </a:lnTo>
                  <a:lnTo>
                    <a:pt x="552678" y="719726"/>
                  </a:lnTo>
                  <a:lnTo>
                    <a:pt x="541509" y="718871"/>
                  </a:lnTo>
                  <a:lnTo>
                    <a:pt x="538783" y="718681"/>
                  </a:lnTo>
                  <a:lnTo>
                    <a:pt x="538736" y="718678"/>
                  </a:lnTo>
                  <a:lnTo>
                    <a:pt x="0" y="7186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" name="pg50"/>
            <p:cNvSpPr/>
            <p:nvPr/>
          </p:nvSpPr>
          <p:spPr>
            <a:xfrm>
              <a:off x="546595" y="3156941"/>
              <a:ext cx="8234974" cy="2667821"/>
            </a:xfrm>
            <a:custGeom>
              <a:avLst/>
              <a:pathLst>
                <a:path w="8234974" h="2667821">
                  <a:moveTo>
                    <a:pt x="0" y="5444"/>
                  </a:moveTo>
                  <a:lnTo>
                    <a:pt x="538736" y="5444"/>
                  </a:lnTo>
                  <a:lnTo>
                    <a:pt x="539918" y="5524"/>
                  </a:lnTo>
                  <a:lnTo>
                    <a:pt x="547649" y="6098"/>
                  </a:lnTo>
                  <a:lnTo>
                    <a:pt x="566987" y="7684"/>
                  </a:lnTo>
                  <a:lnTo>
                    <a:pt x="601178" y="10799"/>
                  </a:lnTo>
                  <a:lnTo>
                    <a:pt x="651363" y="15901"/>
                  </a:lnTo>
                  <a:lnTo>
                    <a:pt x="716518" y="23337"/>
                  </a:lnTo>
                  <a:lnTo>
                    <a:pt x="793809" y="33305"/>
                  </a:lnTo>
                  <a:lnTo>
                    <a:pt x="879297" y="45872"/>
                  </a:lnTo>
                  <a:lnTo>
                    <a:pt x="968771" y="61008"/>
                  </a:lnTo>
                  <a:lnTo>
                    <a:pt x="1058453" y="78652"/>
                  </a:lnTo>
                  <a:lnTo>
                    <a:pt x="1145420" y="98771"/>
                  </a:lnTo>
                  <a:lnTo>
                    <a:pt x="1227733" y="121398"/>
                  </a:lnTo>
                  <a:lnTo>
                    <a:pt x="1304369" y="146666"/>
                  </a:lnTo>
                  <a:lnTo>
                    <a:pt x="1375032" y="174818"/>
                  </a:lnTo>
                  <a:lnTo>
                    <a:pt x="1439952" y="206202"/>
                  </a:lnTo>
                  <a:lnTo>
                    <a:pt x="1499702" y="241270"/>
                  </a:lnTo>
                  <a:lnTo>
                    <a:pt x="1555052" y="280550"/>
                  </a:lnTo>
                  <a:lnTo>
                    <a:pt x="1606865" y="324613"/>
                  </a:lnTo>
                  <a:lnTo>
                    <a:pt x="1656013" y="374002"/>
                  </a:lnTo>
                  <a:lnTo>
                    <a:pt x="1703305" y="429113"/>
                  </a:lnTo>
                  <a:lnTo>
                    <a:pt x="1719082" y="449174"/>
                  </a:lnTo>
                  <a:lnTo>
                    <a:pt x="1755419" y="498478"/>
                  </a:lnTo>
                  <a:lnTo>
                    <a:pt x="1791412" y="551493"/>
                  </a:lnTo>
                  <a:lnTo>
                    <a:pt x="1827289" y="608295"/>
                  </a:lnTo>
                  <a:lnTo>
                    <a:pt x="1863227" y="668893"/>
                  </a:lnTo>
                  <a:lnTo>
                    <a:pt x="1899357" y="733228"/>
                  </a:lnTo>
                  <a:lnTo>
                    <a:pt x="1935769" y="801163"/>
                  </a:lnTo>
                  <a:lnTo>
                    <a:pt x="1972517" y="872477"/>
                  </a:lnTo>
                  <a:lnTo>
                    <a:pt x="2009621" y="946869"/>
                  </a:lnTo>
                  <a:lnTo>
                    <a:pt x="2047069" y="1023957"/>
                  </a:lnTo>
                  <a:lnTo>
                    <a:pt x="2084823" y="1103282"/>
                  </a:lnTo>
                  <a:lnTo>
                    <a:pt x="2122824" y="1184322"/>
                  </a:lnTo>
                  <a:lnTo>
                    <a:pt x="2160993" y="1266503"/>
                  </a:lnTo>
                  <a:lnTo>
                    <a:pt x="2199243" y="1349214"/>
                  </a:lnTo>
                  <a:lnTo>
                    <a:pt x="2237477" y="1431830"/>
                  </a:lnTo>
                  <a:lnTo>
                    <a:pt x="2275604" y="1513727"/>
                  </a:lnTo>
                  <a:lnTo>
                    <a:pt x="2313538" y="1594305"/>
                  </a:lnTo>
                  <a:lnTo>
                    <a:pt x="2351204" y="1673002"/>
                  </a:lnTo>
                  <a:lnTo>
                    <a:pt x="2388551" y="1749315"/>
                  </a:lnTo>
                  <a:lnTo>
                    <a:pt x="2425546" y="1822809"/>
                  </a:lnTo>
                  <a:lnTo>
                    <a:pt x="2462189" y="1893124"/>
                  </a:lnTo>
                  <a:lnTo>
                    <a:pt x="2498508" y="1959983"/>
                  </a:lnTo>
                  <a:lnTo>
                    <a:pt x="2534568" y="2023194"/>
                  </a:lnTo>
                  <a:lnTo>
                    <a:pt x="2570471" y="2082641"/>
                  </a:lnTo>
                  <a:lnTo>
                    <a:pt x="2606363" y="2138287"/>
                  </a:lnTo>
                  <a:lnTo>
                    <a:pt x="2642434" y="2190163"/>
                  </a:lnTo>
                  <a:lnTo>
                    <a:pt x="2667772" y="2224092"/>
                  </a:lnTo>
                  <a:lnTo>
                    <a:pt x="2714595" y="2281183"/>
                  </a:lnTo>
                  <a:lnTo>
                    <a:pt x="2763026" y="2332485"/>
                  </a:lnTo>
                  <a:lnTo>
                    <a:pt x="2813837" y="2378302"/>
                  </a:lnTo>
                  <a:lnTo>
                    <a:pt x="2867886" y="2419144"/>
                  </a:lnTo>
                  <a:lnTo>
                    <a:pt x="2926047" y="2455581"/>
                  </a:lnTo>
                  <a:lnTo>
                    <a:pt x="2989133" y="2488162"/>
                  </a:lnTo>
                  <a:lnTo>
                    <a:pt x="3057797" y="2517368"/>
                  </a:lnTo>
                  <a:lnTo>
                    <a:pt x="3132405" y="2543584"/>
                  </a:lnTo>
                  <a:lnTo>
                    <a:pt x="3212863" y="2567089"/>
                  </a:lnTo>
                  <a:lnTo>
                    <a:pt x="3298416" y="2588052"/>
                  </a:lnTo>
                  <a:lnTo>
                    <a:pt x="3387454" y="2606538"/>
                  </a:lnTo>
                  <a:lnTo>
                    <a:pt x="3477386" y="2622534"/>
                  </a:lnTo>
                  <a:lnTo>
                    <a:pt x="3564692" y="2635980"/>
                  </a:lnTo>
                  <a:lnTo>
                    <a:pt x="3645241" y="2646830"/>
                  </a:lnTo>
                  <a:lnTo>
                    <a:pt x="3714913" y="2655111"/>
                  </a:lnTo>
                  <a:lnTo>
                    <a:pt x="3770403" y="2660975"/>
                  </a:lnTo>
                  <a:lnTo>
                    <a:pt x="3810014" y="2664719"/>
                  </a:lnTo>
                  <a:lnTo>
                    <a:pt x="3834138" y="2666768"/>
                  </a:lnTo>
                  <a:lnTo>
                    <a:pt x="3845331" y="2667627"/>
                  </a:lnTo>
                  <a:lnTo>
                    <a:pt x="3848118" y="2667821"/>
                  </a:lnTo>
                  <a:lnTo>
                    <a:pt x="4386855" y="2667821"/>
                  </a:lnTo>
                  <a:lnTo>
                    <a:pt x="4388043" y="2667743"/>
                  </a:lnTo>
                  <a:lnTo>
                    <a:pt x="4395807" y="2667180"/>
                  </a:lnTo>
                  <a:lnTo>
                    <a:pt x="4415225" y="2665626"/>
                  </a:lnTo>
                  <a:lnTo>
                    <a:pt x="4449552" y="2662574"/>
                  </a:lnTo>
                  <a:lnTo>
                    <a:pt x="4499919" y="2657575"/>
                  </a:lnTo>
                  <a:lnTo>
                    <a:pt x="4565287" y="2650291"/>
                  </a:lnTo>
                  <a:lnTo>
                    <a:pt x="4642794" y="2640528"/>
                  </a:lnTo>
                  <a:lnTo>
                    <a:pt x="4728479" y="2628223"/>
                  </a:lnTo>
                  <a:lnTo>
                    <a:pt x="4818112" y="2613404"/>
                  </a:lnTo>
                  <a:lnTo>
                    <a:pt x="4907909" y="2596132"/>
                  </a:lnTo>
                  <a:lnTo>
                    <a:pt x="4994944" y="2576439"/>
                  </a:lnTo>
                  <a:lnTo>
                    <a:pt x="5077290" y="2554291"/>
                  </a:lnTo>
                  <a:lnTo>
                    <a:pt x="5153929" y="2529555"/>
                  </a:lnTo>
                  <a:lnTo>
                    <a:pt x="5224578" y="2501992"/>
                  </a:lnTo>
                  <a:lnTo>
                    <a:pt x="5289476" y="2471258"/>
                  </a:lnTo>
                  <a:lnTo>
                    <a:pt x="5349203" y="2436910"/>
                  </a:lnTo>
                  <a:lnTo>
                    <a:pt x="5404538" y="2398426"/>
                  </a:lnTo>
                  <a:lnTo>
                    <a:pt x="5456348" y="2355249"/>
                  </a:lnTo>
                  <a:lnTo>
                    <a:pt x="5505507" y="2306847"/>
                  </a:lnTo>
                  <a:lnTo>
                    <a:pt x="5552827" y="2252841"/>
                  </a:lnTo>
                  <a:lnTo>
                    <a:pt x="5567201" y="2234981"/>
                  </a:lnTo>
                  <a:lnTo>
                    <a:pt x="5603886" y="2186405"/>
                  </a:lnTo>
                  <a:lnTo>
                    <a:pt x="5640224" y="2134137"/>
                  </a:lnTo>
                  <a:lnTo>
                    <a:pt x="5676447" y="2078104"/>
                  </a:lnTo>
                  <a:lnTo>
                    <a:pt x="5712737" y="2018297"/>
                  </a:lnTo>
                  <a:lnTo>
                    <a:pt x="5749226" y="1954777"/>
                  </a:lnTo>
                  <a:lnTo>
                    <a:pt x="5786007" y="1887687"/>
                  </a:lnTo>
                  <a:lnTo>
                    <a:pt x="5823133" y="1817252"/>
                  </a:lnTo>
                  <a:lnTo>
                    <a:pt x="5860620" y="1743779"/>
                  </a:lnTo>
                  <a:lnTo>
                    <a:pt x="5898457" y="1667659"/>
                  </a:lnTo>
                  <a:lnTo>
                    <a:pt x="5936602" y="1589356"/>
                  </a:lnTo>
                  <a:lnTo>
                    <a:pt x="5974990" y="1509402"/>
                  </a:lnTo>
                  <a:lnTo>
                    <a:pt x="6013542" y="1428376"/>
                  </a:lnTo>
                  <a:lnTo>
                    <a:pt x="6052163" y="1346894"/>
                  </a:lnTo>
                  <a:lnTo>
                    <a:pt x="6090758" y="1265586"/>
                  </a:lnTo>
                  <a:lnTo>
                    <a:pt x="6129231" y="1185075"/>
                  </a:lnTo>
                  <a:lnTo>
                    <a:pt x="6167494" y="1105959"/>
                  </a:lnTo>
                  <a:lnTo>
                    <a:pt x="6205476" y="1028795"/>
                  </a:lnTo>
                  <a:lnTo>
                    <a:pt x="6243125" y="954077"/>
                  </a:lnTo>
                  <a:lnTo>
                    <a:pt x="6280413" y="882231"/>
                  </a:lnTo>
                  <a:lnTo>
                    <a:pt x="6317345" y="813602"/>
                  </a:lnTo>
                  <a:lnTo>
                    <a:pt x="6353956" y="748452"/>
                  </a:lnTo>
                  <a:lnTo>
                    <a:pt x="6390322" y="686960"/>
                  </a:lnTo>
                  <a:lnTo>
                    <a:pt x="6426556" y="629225"/>
                  </a:lnTo>
                  <a:lnTo>
                    <a:pt x="6462816" y="575267"/>
                  </a:lnTo>
                  <a:lnTo>
                    <a:pt x="6499312" y="525042"/>
                  </a:lnTo>
                  <a:lnTo>
                    <a:pt x="6515891" y="503619"/>
                  </a:lnTo>
                  <a:lnTo>
                    <a:pt x="6562785" y="447849"/>
                  </a:lnTo>
                  <a:lnTo>
                    <a:pt x="6611294" y="397743"/>
                  </a:lnTo>
                  <a:lnTo>
                    <a:pt x="6662192" y="353002"/>
                  </a:lnTo>
                  <a:lnTo>
                    <a:pt x="6716342" y="313127"/>
                  </a:lnTo>
                  <a:lnTo>
                    <a:pt x="6774622" y="277558"/>
                  </a:lnTo>
                  <a:lnTo>
                    <a:pt x="6837847" y="245757"/>
                  </a:lnTo>
                  <a:lnTo>
                    <a:pt x="6906672" y="217255"/>
                  </a:lnTo>
                  <a:lnTo>
                    <a:pt x="6981460" y="191675"/>
                  </a:lnTo>
                  <a:lnTo>
                    <a:pt x="7062110" y="168745"/>
                  </a:lnTo>
                  <a:lnTo>
                    <a:pt x="7147856" y="148301"/>
                  </a:lnTo>
                  <a:lnTo>
                    <a:pt x="7237064" y="130279"/>
                  </a:lnTo>
                  <a:lnTo>
                    <a:pt x="7327118" y="114695"/>
                  </a:lnTo>
                  <a:lnTo>
                    <a:pt x="7414467" y="101607"/>
                  </a:lnTo>
                  <a:lnTo>
                    <a:pt x="7494955" y="91059"/>
                  </a:lnTo>
                  <a:lnTo>
                    <a:pt x="7564452" y="83022"/>
                  </a:lnTo>
                  <a:lnTo>
                    <a:pt x="7619667" y="77346"/>
                  </a:lnTo>
                  <a:lnTo>
                    <a:pt x="7658938" y="73735"/>
                  </a:lnTo>
                  <a:lnTo>
                    <a:pt x="7682714" y="71770"/>
                  </a:lnTo>
                  <a:lnTo>
                    <a:pt x="7693620" y="70956"/>
                  </a:lnTo>
                  <a:lnTo>
                    <a:pt x="7696237" y="70778"/>
                  </a:lnTo>
                  <a:lnTo>
                    <a:pt x="8234974" y="70778"/>
                  </a:lnTo>
                  <a:lnTo>
                    <a:pt x="8234974" y="65334"/>
                  </a:lnTo>
                  <a:lnTo>
                    <a:pt x="7696237" y="65334"/>
                  </a:lnTo>
                  <a:lnTo>
                    <a:pt x="7695050" y="65413"/>
                  </a:lnTo>
                  <a:lnTo>
                    <a:pt x="7687286" y="65975"/>
                  </a:lnTo>
                  <a:lnTo>
                    <a:pt x="7667867" y="67529"/>
                  </a:lnTo>
                  <a:lnTo>
                    <a:pt x="7633541" y="70581"/>
                  </a:lnTo>
                  <a:lnTo>
                    <a:pt x="7583173" y="75581"/>
                  </a:lnTo>
                  <a:lnTo>
                    <a:pt x="7517806" y="82864"/>
                  </a:lnTo>
                  <a:lnTo>
                    <a:pt x="7440298" y="92627"/>
                  </a:lnTo>
                  <a:lnTo>
                    <a:pt x="7354614" y="104933"/>
                  </a:lnTo>
                  <a:lnTo>
                    <a:pt x="7264980" y="119751"/>
                  </a:lnTo>
                  <a:lnTo>
                    <a:pt x="7175184" y="137023"/>
                  </a:lnTo>
                  <a:lnTo>
                    <a:pt x="7088148" y="156716"/>
                  </a:lnTo>
                  <a:lnTo>
                    <a:pt x="7005803" y="178864"/>
                  </a:lnTo>
                  <a:lnTo>
                    <a:pt x="6929163" y="203600"/>
                  </a:lnTo>
                  <a:lnTo>
                    <a:pt x="6858515" y="231163"/>
                  </a:lnTo>
                  <a:lnTo>
                    <a:pt x="6793617" y="261897"/>
                  </a:lnTo>
                  <a:lnTo>
                    <a:pt x="6733889" y="296246"/>
                  </a:lnTo>
                  <a:lnTo>
                    <a:pt x="6678554" y="334729"/>
                  </a:lnTo>
                  <a:lnTo>
                    <a:pt x="6626745" y="377906"/>
                  </a:lnTo>
                  <a:lnTo>
                    <a:pt x="6577585" y="426308"/>
                  </a:lnTo>
                  <a:lnTo>
                    <a:pt x="6530265" y="480314"/>
                  </a:lnTo>
                  <a:lnTo>
                    <a:pt x="6515891" y="498174"/>
                  </a:lnTo>
                  <a:lnTo>
                    <a:pt x="6479206" y="546751"/>
                  </a:lnTo>
                  <a:lnTo>
                    <a:pt x="6442869" y="599018"/>
                  </a:lnTo>
                  <a:lnTo>
                    <a:pt x="6406645" y="655051"/>
                  </a:lnTo>
                  <a:lnTo>
                    <a:pt x="6370356" y="714859"/>
                  </a:lnTo>
                  <a:lnTo>
                    <a:pt x="6333866" y="778378"/>
                  </a:lnTo>
                  <a:lnTo>
                    <a:pt x="6297085" y="845468"/>
                  </a:lnTo>
                  <a:lnTo>
                    <a:pt x="6259960" y="915904"/>
                  </a:lnTo>
                  <a:lnTo>
                    <a:pt x="6222472" y="989376"/>
                  </a:lnTo>
                  <a:lnTo>
                    <a:pt x="6184635" y="1065497"/>
                  </a:lnTo>
                  <a:lnTo>
                    <a:pt x="6146491" y="1143799"/>
                  </a:lnTo>
                  <a:lnTo>
                    <a:pt x="6108102" y="1223754"/>
                  </a:lnTo>
                  <a:lnTo>
                    <a:pt x="6069551" y="1304779"/>
                  </a:lnTo>
                  <a:lnTo>
                    <a:pt x="6030929" y="1386261"/>
                  </a:lnTo>
                  <a:lnTo>
                    <a:pt x="5992334" y="1467569"/>
                  </a:lnTo>
                  <a:lnTo>
                    <a:pt x="5953862" y="1548080"/>
                  </a:lnTo>
                  <a:lnTo>
                    <a:pt x="5915598" y="1627196"/>
                  </a:lnTo>
                  <a:lnTo>
                    <a:pt x="5877616" y="1704360"/>
                  </a:lnTo>
                  <a:lnTo>
                    <a:pt x="5839968" y="1779078"/>
                  </a:lnTo>
                  <a:lnTo>
                    <a:pt x="5802680" y="1850924"/>
                  </a:lnTo>
                  <a:lnTo>
                    <a:pt x="5765748" y="1919554"/>
                  </a:lnTo>
                  <a:lnTo>
                    <a:pt x="5729136" y="1984703"/>
                  </a:lnTo>
                  <a:lnTo>
                    <a:pt x="5692771" y="2046195"/>
                  </a:lnTo>
                  <a:lnTo>
                    <a:pt x="5656537" y="2103930"/>
                  </a:lnTo>
                  <a:lnTo>
                    <a:pt x="5620276" y="2157888"/>
                  </a:lnTo>
                  <a:lnTo>
                    <a:pt x="5583780" y="2208113"/>
                  </a:lnTo>
                  <a:lnTo>
                    <a:pt x="5567201" y="2229536"/>
                  </a:lnTo>
                  <a:lnTo>
                    <a:pt x="5520307" y="2285306"/>
                  </a:lnTo>
                  <a:lnTo>
                    <a:pt x="5471798" y="2335412"/>
                  </a:lnTo>
                  <a:lnTo>
                    <a:pt x="5420900" y="2380153"/>
                  </a:lnTo>
                  <a:lnTo>
                    <a:pt x="5366751" y="2420028"/>
                  </a:lnTo>
                  <a:lnTo>
                    <a:pt x="5308471" y="2455597"/>
                  </a:lnTo>
                  <a:lnTo>
                    <a:pt x="5245246" y="2487398"/>
                  </a:lnTo>
                  <a:lnTo>
                    <a:pt x="5176421" y="2515900"/>
                  </a:lnTo>
                  <a:lnTo>
                    <a:pt x="5101633" y="2541480"/>
                  </a:lnTo>
                  <a:lnTo>
                    <a:pt x="5020982" y="2564410"/>
                  </a:lnTo>
                  <a:lnTo>
                    <a:pt x="4935237" y="2584854"/>
                  </a:lnTo>
                  <a:lnTo>
                    <a:pt x="4846028" y="2602876"/>
                  </a:lnTo>
                  <a:lnTo>
                    <a:pt x="4755974" y="2618460"/>
                  </a:lnTo>
                  <a:lnTo>
                    <a:pt x="4668626" y="2631548"/>
                  </a:lnTo>
                  <a:lnTo>
                    <a:pt x="4588137" y="2642097"/>
                  </a:lnTo>
                  <a:lnTo>
                    <a:pt x="4518641" y="2650133"/>
                  </a:lnTo>
                  <a:lnTo>
                    <a:pt x="4463426" y="2655809"/>
                  </a:lnTo>
                  <a:lnTo>
                    <a:pt x="4424155" y="2659420"/>
                  </a:lnTo>
                  <a:lnTo>
                    <a:pt x="4400378" y="2661385"/>
                  </a:lnTo>
                  <a:lnTo>
                    <a:pt x="4389472" y="2662199"/>
                  </a:lnTo>
                  <a:lnTo>
                    <a:pt x="4386855" y="2662377"/>
                  </a:lnTo>
                  <a:lnTo>
                    <a:pt x="3848118" y="2662377"/>
                  </a:lnTo>
                  <a:lnTo>
                    <a:pt x="3846936" y="2662296"/>
                  </a:lnTo>
                  <a:lnTo>
                    <a:pt x="3839206" y="2661723"/>
                  </a:lnTo>
                  <a:lnTo>
                    <a:pt x="3819868" y="2660137"/>
                  </a:lnTo>
                  <a:lnTo>
                    <a:pt x="3785676" y="2657022"/>
                  </a:lnTo>
                  <a:lnTo>
                    <a:pt x="3735492" y="2651919"/>
                  </a:lnTo>
                  <a:lnTo>
                    <a:pt x="3670336" y="2644484"/>
                  </a:lnTo>
                  <a:lnTo>
                    <a:pt x="3593045" y="2634516"/>
                  </a:lnTo>
                  <a:lnTo>
                    <a:pt x="3507558" y="2621949"/>
                  </a:lnTo>
                  <a:lnTo>
                    <a:pt x="3418083" y="2606813"/>
                  </a:lnTo>
                  <a:lnTo>
                    <a:pt x="3328401" y="2589168"/>
                  </a:lnTo>
                  <a:lnTo>
                    <a:pt x="3241435" y="2569050"/>
                  </a:lnTo>
                  <a:lnTo>
                    <a:pt x="3159121" y="2546423"/>
                  </a:lnTo>
                  <a:lnTo>
                    <a:pt x="3082486" y="2521155"/>
                  </a:lnTo>
                  <a:lnTo>
                    <a:pt x="3011823" y="2493003"/>
                  </a:lnTo>
                  <a:lnTo>
                    <a:pt x="2946902" y="2461619"/>
                  </a:lnTo>
                  <a:lnTo>
                    <a:pt x="2887152" y="2426551"/>
                  </a:lnTo>
                  <a:lnTo>
                    <a:pt x="2831803" y="2387271"/>
                  </a:lnTo>
                  <a:lnTo>
                    <a:pt x="2779990" y="2343207"/>
                  </a:lnTo>
                  <a:lnTo>
                    <a:pt x="2730842" y="2293818"/>
                  </a:lnTo>
                  <a:lnTo>
                    <a:pt x="2683550" y="2238708"/>
                  </a:lnTo>
                  <a:lnTo>
                    <a:pt x="2667772" y="2218647"/>
                  </a:lnTo>
                  <a:lnTo>
                    <a:pt x="2631436" y="2169343"/>
                  </a:lnTo>
                  <a:lnTo>
                    <a:pt x="2595443" y="2116327"/>
                  </a:lnTo>
                  <a:lnTo>
                    <a:pt x="2559566" y="2059526"/>
                  </a:lnTo>
                  <a:lnTo>
                    <a:pt x="2523628" y="1998928"/>
                  </a:lnTo>
                  <a:lnTo>
                    <a:pt x="2487498" y="1934592"/>
                  </a:lnTo>
                  <a:lnTo>
                    <a:pt x="2451086" y="1866658"/>
                  </a:lnTo>
                  <a:lnTo>
                    <a:pt x="2414337" y="1795344"/>
                  </a:lnTo>
                  <a:lnTo>
                    <a:pt x="2377234" y="1720952"/>
                  </a:lnTo>
                  <a:lnTo>
                    <a:pt x="2339786" y="1643864"/>
                  </a:lnTo>
                  <a:lnTo>
                    <a:pt x="2302031" y="1564539"/>
                  </a:lnTo>
                  <a:lnTo>
                    <a:pt x="2264031" y="1483499"/>
                  </a:lnTo>
                  <a:lnTo>
                    <a:pt x="2225861" y="1401318"/>
                  </a:lnTo>
                  <a:lnTo>
                    <a:pt x="2187612" y="1318607"/>
                  </a:lnTo>
                  <a:lnTo>
                    <a:pt x="2149377" y="1235991"/>
                  </a:lnTo>
                  <a:lnTo>
                    <a:pt x="2111250" y="1154093"/>
                  </a:lnTo>
                  <a:lnTo>
                    <a:pt x="2073317" y="1073516"/>
                  </a:lnTo>
                  <a:lnTo>
                    <a:pt x="2035650" y="994819"/>
                  </a:lnTo>
                  <a:lnTo>
                    <a:pt x="1998304" y="918505"/>
                  </a:lnTo>
                  <a:lnTo>
                    <a:pt x="1961309" y="845012"/>
                  </a:lnTo>
                  <a:lnTo>
                    <a:pt x="1924666" y="774697"/>
                  </a:lnTo>
                  <a:lnTo>
                    <a:pt x="1888347" y="707837"/>
                  </a:lnTo>
                  <a:lnTo>
                    <a:pt x="1852287" y="644627"/>
                  </a:lnTo>
                  <a:lnTo>
                    <a:pt x="1816383" y="585180"/>
                  </a:lnTo>
                  <a:lnTo>
                    <a:pt x="1780492" y="529534"/>
                  </a:lnTo>
                  <a:lnTo>
                    <a:pt x="1744421" y="477657"/>
                  </a:lnTo>
                  <a:lnTo>
                    <a:pt x="1719082" y="443729"/>
                  </a:lnTo>
                  <a:lnTo>
                    <a:pt x="1672260" y="386638"/>
                  </a:lnTo>
                  <a:lnTo>
                    <a:pt x="1623828" y="335336"/>
                  </a:lnTo>
                  <a:lnTo>
                    <a:pt x="1573018" y="289519"/>
                  </a:lnTo>
                  <a:lnTo>
                    <a:pt x="1518969" y="248677"/>
                  </a:lnTo>
                  <a:lnTo>
                    <a:pt x="1460808" y="212240"/>
                  </a:lnTo>
                  <a:lnTo>
                    <a:pt x="1397722" y="179658"/>
                  </a:lnTo>
                  <a:lnTo>
                    <a:pt x="1329057" y="150452"/>
                  </a:lnTo>
                  <a:lnTo>
                    <a:pt x="1254449" y="124236"/>
                  </a:lnTo>
                  <a:lnTo>
                    <a:pt x="1173992" y="100732"/>
                  </a:lnTo>
                  <a:lnTo>
                    <a:pt x="1088438" y="79769"/>
                  </a:lnTo>
                  <a:lnTo>
                    <a:pt x="999401" y="61283"/>
                  </a:lnTo>
                  <a:lnTo>
                    <a:pt x="909469" y="45287"/>
                  </a:lnTo>
                  <a:lnTo>
                    <a:pt x="822163" y="31841"/>
                  </a:lnTo>
                  <a:lnTo>
                    <a:pt x="741613" y="20991"/>
                  </a:lnTo>
                  <a:lnTo>
                    <a:pt x="671942" y="12710"/>
                  </a:lnTo>
                  <a:lnTo>
                    <a:pt x="616451" y="6846"/>
                  </a:lnTo>
                  <a:lnTo>
                    <a:pt x="576840" y="3102"/>
                  </a:lnTo>
                  <a:lnTo>
                    <a:pt x="552717" y="1053"/>
                  </a:lnTo>
                  <a:lnTo>
                    <a:pt x="541524" y="19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546595" y="3162385"/>
              <a:ext cx="8234974" cy="2662377"/>
            </a:xfrm>
            <a:custGeom>
              <a:avLst/>
              <a:pathLst>
                <a:path w="8234974" h="2662377">
                  <a:moveTo>
                    <a:pt x="0" y="0"/>
                  </a:moveTo>
                  <a:lnTo>
                    <a:pt x="538736" y="0"/>
                  </a:lnTo>
                  <a:lnTo>
                    <a:pt x="539918" y="80"/>
                  </a:lnTo>
                  <a:lnTo>
                    <a:pt x="547649" y="653"/>
                  </a:lnTo>
                  <a:lnTo>
                    <a:pt x="566987" y="2239"/>
                  </a:lnTo>
                  <a:lnTo>
                    <a:pt x="601178" y="5354"/>
                  </a:lnTo>
                  <a:lnTo>
                    <a:pt x="651363" y="10457"/>
                  </a:lnTo>
                  <a:lnTo>
                    <a:pt x="716518" y="17892"/>
                  </a:lnTo>
                  <a:lnTo>
                    <a:pt x="793809" y="27861"/>
                  </a:lnTo>
                  <a:lnTo>
                    <a:pt x="879297" y="40427"/>
                  </a:lnTo>
                  <a:lnTo>
                    <a:pt x="968771" y="55563"/>
                  </a:lnTo>
                  <a:lnTo>
                    <a:pt x="1058453" y="73208"/>
                  </a:lnTo>
                  <a:lnTo>
                    <a:pt x="1145420" y="93326"/>
                  </a:lnTo>
                  <a:lnTo>
                    <a:pt x="1227733" y="115953"/>
                  </a:lnTo>
                  <a:lnTo>
                    <a:pt x="1304369" y="141222"/>
                  </a:lnTo>
                  <a:lnTo>
                    <a:pt x="1375032" y="169373"/>
                  </a:lnTo>
                  <a:lnTo>
                    <a:pt x="1439952" y="200758"/>
                  </a:lnTo>
                  <a:lnTo>
                    <a:pt x="1499702" y="235825"/>
                  </a:lnTo>
                  <a:lnTo>
                    <a:pt x="1555052" y="275105"/>
                  </a:lnTo>
                  <a:lnTo>
                    <a:pt x="1606865" y="319169"/>
                  </a:lnTo>
                  <a:lnTo>
                    <a:pt x="1656013" y="368558"/>
                  </a:lnTo>
                  <a:lnTo>
                    <a:pt x="1703305" y="423668"/>
                  </a:lnTo>
                  <a:lnTo>
                    <a:pt x="1719082" y="443729"/>
                  </a:lnTo>
                  <a:lnTo>
                    <a:pt x="1755419" y="493033"/>
                  </a:lnTo>
                  <a:lnTo>
                    <a:pt x="1791412" y="546049"/>
                  </a:lnTo>
                  <a:lnTo>
                    <a:pt x="1827289" y="602850"/>
                  </a:lnTo>
                  <a:lnTo>
                    <a:pt x="1863227" y="663449"/>
                  </a:lnTo>
                  <a:lnTo>
                    <a:pt x="1899357" y="727784"/>
                  </a:lnTo>
                  <a:lnTo>
                    <a:pt x="1935769" y="795718"/>
                  </a:lnTo>
                  <a:lnTo>
                    <a:pt x="1972517" y="867032"/>
                  </a:lnTo>
                  <a:lnTo>
                    <a:pt x="2009621" y="941425"/>
                  </a:lnTo>
                  <a:lnTo>
                    <a:pt x="2047069" y="1018512"/>
                  </a:lnTo>
                  <a:lnTo>
                    <a:pt x="2084823" y="1097837"/>
                  </a:lnTo>
                  <a:lnTo>
                    <a:pt x="2122824" y="1178877"/>
                  </a:lnTo>
                  <a:lnTo>
                    <a:pt x="2160993" y="1261058"/>
                  </a:lnTo>
                  <a:lnTo>
                    <a:pt x="2199243" y="1343770"/>
                  </a:lnTo>
                  <a:lnTo>
                    <a:pt x="2237477" y="1426386"/>
                  </a:lnTo>
                  <a:lnTo>
                    <a:pt x="2275604" y="1508283"/>
                  </a:lnTo>
                  <a:lnTo>
                    <a:pt x="2313538" y="1588860"/>
                  </a:lnTo>
                  <a:lnTo>
                    <a:pt x="2351204" y="1667558"/>
                  </a:lnTo>
                  <a:lnTo>
                    <a:pt x="2388551" y="1743871"/>
                  </a:lnTo>
                  <a:lnTo>
                    <a:pt x="2425546" y="1817364"/>
                  </a:lnTo>
                  <a:lnTo>
                    <a:pt x="2462189" y="1887679"/>
                  </a:lnTo>
                  <a:lnTo>
                    <a:pt x="2498508" y="1954539"/>
                  </a:lnTo>
                  <a:lnTo>
                    <a:pt x="2534568" y="2017749"/>
                  </a:lnTo>
                  <a:lnTo>
                    <a:pt x="2570471" y="2077196"/>
                  </a:lnTo>
                  <a:lnTo>
                    <a:pt x="2606363" y="2132842"/>
                  </a:lnTo>
                  <a:lnTo>
                    <a:pt x="2642434" y="2184719"/>
                  </a:lnTo>
                  <a:lnTo>
                    <a:pt x="2667772" y="2218647"/>
                  </a:lnTo>
                  <a:lnTo>
                    <a:pt x="2714595" y="2275738"/>
                  </a:lnTo>
                  <a:lnTo>
                    <a:pt x="2763026" y="2327040"/>
                  </a:lnTo>
                  <a:lnTo>
                    <a:pt x="2813837" y="2372857"/>
                  </a:lnTo>
                  <a:lnTo>
                    <a:pt x="2867886" y="2413699"/>
                  </a:lnTo>
                  <a:lnTo>
                    <a:pt x="2926047" y="2450136"/>
                  </a:lnTo>
                  <a:lnTo>
                    <a:pt x="2989133" y="2482718"/>
                  </a:lnTo>
                  <a:lnTo>
                    <a:pt x="3057797" y="2511924"/>
                  </a:lnTo>
                  <a:lnTo>
                    <a:pt x="3132405" y="2538140"/>
                  </a:lnTo>
                  <a:lnTo>
                    <a:pt x="3212863" y="2561644"/>
                  </a:lnTo>
                  <a:lnTo>
                    <a:pt x="3298416" y="2582607"/>
                  </a:lnTo>
                  <a:lnTo>
                    <a:pt x="3387454" y="2601094"/>
                  </a:lnTo>
                  <a:lnTo>
                    <a:pt x="3477386" y="2617089"/>
                  </a:lnTo>
                  <a:lnTo>
                    <a:pt x="3564692" y="2630535"/>
                  </a:lnTo>
                  <a:lnTo>
                    <a:pt x="3645241" y="2641386"/>
                  </a:lnTo>
                  <a:lnTo>
                    <a:pt x="3714913" y="2649667"/>
                  </a:lnTo>
                  <a:lnTo>
                    <a:pt x="3770403" y="2655530"/>
                  </a:lnTo>
                  <a:lnTo>
                    <a:pt x="3810014" y="2659274"/>
                  </a:lnTo>
                  <a:lnTo>
                    <a:pt x="3834138" y="2661324"/>
                  </a:lnTo>
                  <a:lnTo>
                    <a:pt x="3845331" y="2662182"/>
                  </a:lnTo>
                  <a:lnTo>
                    <a:pt x="3848070" y="2662374"/>
                  </a:lnTo>
                  <a:lnTo>
                    <a:pt x="3848118" y="2662377"/>
                  </a:lnTo>
                  <a:lnTo>
                    <a:pt x="4386855" y="2662377"/>
                  </a:lnTo>
                  <a:lnTo>
                    <a:pt x="4388043" y="2662298"/>
                  </a:lnTo>
                  <a:lnTo>
                    <a:pt x="4395807" y="2661736"/>
                  </a:lnTo>
                  <a:lnTo>
                    <a:pt x="4415225" y="2660182"/>
                  </a:lnTo>
                  <a:lnTo>
                    <a:pt x="4449552" y="2657129"/>
                  </a:lnTo>
                  <a:lnTo>
                    <a:pt x="4499919" y="2652130"/>
                  </a:lnTo>
                  <a:lnTo>
                    <a:pt x="4565287" y="2644847"/>
                  </a:lnTo>
                  <a:lnTo>
                    <a:pt x="4642794" y="2635083"/>
                  </a:lnTo>
                  <a:lnTo>
                    <a:pt x="4728479" y="2622778"/>
                  </a:lnTo>
                  <a:lnTo>
                    <a:pt x="4818112" y="2607959"/>
                  </a:lnTo>
                  <a:lnTo>
                    <a:pt x="4907909" y="2590687"/>
                  </a:lnTo>
                  <a:lnTo>
                    <a:pt x="4994944" y="2570995"/>
                  </a:lnTo>
                  <a:lnTo>
                    <a:pt x="5077290" y="2548847"/>
                  </a:lnTo>
                  <a:lnTo>
                    <a:pt x="5153929" y="2524110"/>
                  </a:lnTo>
                  <a:lnTo>
                    <a:pt x="5224578" y="2496548"/>
                  </a:lnTo>
                  <a:lnTo>
                    <a:pt x="5289476" y="2465814"/>
                  </a:lnTo>
                  <a:lnTo>
                    <a:pt x="5349203" y="2431465"/>
                  </a:lnTo>
                  <a:lnTo>
                    <a:pt x="5404538" y="2392982"/>
                  </a:lnTo>
                  <a:lnTo>
                    <a:pt x="5456348" y="2349804"/>
                  </a:lnTo>
                  <a:lnTo>
                    <a:pt x="5505507" y="2301403"/>
                  </a:lnTo>
                  <a:lnTo>
                    <a:pt x="5552827" y="2247397"/>
                  </a:lnTo>
                  <a:lnTo>
                    <a:pt x="5567201" y="2229536"/>
                  </a:lnTo>
                  <a:lnTo>
                    <a:pt x="5603886" y="2180960"/>
                  </a:lnTo>
                  <a:lnTo>
                    <a:pt x="5640224" y="2128693"/>
                  </a:lnTo>
                  <a:lnTo>
                    <a:pt x="5676447" y="2072660"/>
                  </a:lnTo>
                  <a:lnTo>
                    <a:pt x="5712737" y="2012852"/>
                  </a:lnTo>
                  <a:lnTo>
                    <a:pt x="5749226" y="1949332"/>
                  </a:lnTo>
                  <a:lnTo>
                    <a:pt x="5786007" y="1882243"/>
                  </a:lnTo>
                  <a:lnTo>
                    <a:pt x="5823133" y="1811807"/>
                  </a:lnTo>
                  <a:lnTo>
                    <a:pt x="5860620" y="1738334"/>
                  </a:lnTo>
                  <a:lnTo>
                    <a:pt x="5898457" y="1662214"/>
                  </a:lnTo>
                  <a:lnTo>
                    <a:pt x="5936602" y="1583912"/>
                  </a:lnTo>
                  <a:lnTo>
                    <a:pt x="5974990" y="1503957"/>
                  </a:lnTo>
                  <a:lnTo>
                    <a:pt x="6013542" y="1422932"/>
                  </a:lnTo>
                  <a:lnTo>
                    <a:pt x="6052163" y="1341450"/>
                  </a:lnTo>
                  <a:lnTo>
                    <a:pt x="6090758" y="1260141"/>
                  </a:lnTo>
                  <a:lnTo>
                    <a:pt x="6129231" y="1179630"/>
                  </a:lnTo>
                  <a:lnTo>
                    <a:pt x="6167494" y="1100515"/>
                  </a:lnTo>
                  <a:lnTo>
                    <a:pt x="6205476" y="1023350"/>
                  </a:lnTo>
                  <a:lnTo>
                    <a:pt x="6243125" y="948632"/>
                  </a:lnTo>
                  <a:lnTo>
                    <a:pt x="6280413" y="876786"/>
                  </a:lnTo>
                  <a:lnTo>
                    <a:pt x="6317345" y="808157"/>
                  </a:lnTo>
                  <a:lnTo>
                    <a:pt x="6353956" y="743007"/>
                  </a:lnTo>
                  <a:lnTo>
                    <a:pt x="6390322" y="681516"/>
                  </a:lnTo>
                  <a:lnTo>
                    <a:pt x="6426556" y="623780"/>
                  </a:lnTo>
                  <a:lnTo>
                    <a:pt x="6462816" y="569823"/>
                  </a:lnTo>
                  <a:lnTo>
                    <a:pt x="6499312" y="519598"/>
                  </a:lnTo>
                  <a:lnTo>
                    <a:pt x="6515891" y="498174"/>
                  </a:lnTo>
                  <a:lnTo>
                    <a:pt x="6562785" y="442405"/>
                  </a:lnTo>
                  <a:lnTo>
                    <a:pt x="6611294" y="392299"/>
                  </a:lnTo>
                  <a:lnTo>
                    <a:pt x="6662192" y="347558"/>
                  </a:lnTo>
                  <a:lnTo>
                    <a:pt x="6716342" y="307683"/>
                  </a:lnTo>
                  <a:lnTo>
                    <a:pt x="6774622" y="272113"/>
                  </a:lnTo>
                  <a:lnTo>
                    <a:pt x="6837847" y="240312"/>
                  </a:lnTo>
                  <a:lnTo>
                    <a:pt x="6906672" y="211810"/>
                  </a:lnTo>
                  <a:lnTo>
                    <a:pt x="6981460" y="186231"/>
                  </a:lnTo>
                  <a:lnTo>
                    <a:pt x="7062110" y="163301"/>
                  </a:lnTo>
                  <a:lnTo>
                    <a:pt x="7147856" y="142857"/>
                  </a:lnTo>
                  <a:lnTo>
                    <a:pt x="7237064" y="124835"/>
                  </a:lnTo>
                  <a:lnTo>
                    <a:pt x="7327118" y="109251"/>
                  </a:lnTo>
                  <a:lnTo>
                    <a:pt x="7414467" y="96162"/>
                  </a:lnTo>
                  <a:lnTo>
                    <a:pt x="7494955" y="85614"/>
                  </a:lnTo>
                  <a:lnTo>
                    <a:pt x="7564452" y="77578"/>
                  </a:lnTo>
                  <a:lnTo>
                    <a:pt x="7619667" y="71901"/>
                  </a:lnTo>
                  <a:lnTo>
                    <a:pt x="7658938" y="68290"/>
                  </a:lnTo>
                  <a:lnTo>
                    <a:pt x="7682714" y="66325"/>
                  </a:lnTo>
                  <a:lnTo>
                    <a:pt x="7693620" y="65512"/>
                  </a:lnTo>
                  <a:lnTo>
                    <a:pt x="7696201" y="65336"/>
                  </a:lnTo>
                  <a:lnTo>
                    <a:pt x="7696237" y="65334"/>
                  </a:lnTo>
                  <a:lnTo>
                    <a:pt x="8234974" y="65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546595" y="3156941"/>
              <a:ext cx="8234974" cy="2662377"/>
            </a:xfrm>
            <a:custGeom>
              <a:avLst/>
              <a:pathLst>
                <a:path w="8234974" h="2662377">
                  <a:moveTo>
                    <a:pt x="8234974" y="65334"/>
                  </a:moveTo>
                  <a:lnTo>
                    <a:pt x="7696237" y="65334"/>
                  </a:lnTo>
                  <a:lnTo>
                    <a:pt x="7695050" y="65413"/>
                  </a:lnTo>
                  <a:lnTo>
                    <a:pt x="7687286" y="65975"/>
                  </a:lnTo>
                  <a:lnTo>
                    <a:pt x="7667867" y="67529"/>
                  </a:lnTo>
                  <a:lnTo>
                    <a:pt x="7633541" y="70581"/>
                  </a:lnTo>
                  <a:lnTo>
                    <a:pt x="7583173" y="75581"/>
                  </a:lnTo>
                  <a:lnTo>
                    <a:pt x="7517806" y="82864"/>
                  </a:lnTo>
                  <a:lnTo>
                    <a:pt x="7440298" y="92627"/>
                  </a:lnTo>
                  <a:lnTo>
                    <a:pt x="7354614" y="104933"/>
                  </a:lnTo>
                  <a:lnTo>
                    <a:pt x="7264980" y="119751"/>
                  </a:lnTo>
                  <a:lnTo>
                    <a:pt x="7175184" y="137023"/>
                  </a:lnTo>
                  <a:lnTo>
                    <a:pt x="7088148" y="156716"/>
                  </a:lnTo>
                  <a:lnTo>
                    <a:pt x="7005803" y="178864"/>
                  </a:lnTo>
                  <a:lnTo>
                    <a:pt x="6929163" y="203600"/>
                  </a:lnTo>
                  <a:lnTo>
                    <a:pt x="6858515" y="231163"/>
                  </a:lnTo>
                  <a:lnTo>
                    <a:pt x="6793617" y="261897"/>
                  </a:lnTo>
                  <a:lnTo>
                    <a:pt x="6733889" y="296246"/>
                  </a:lnTo>
                  <a:lnTo>
                    <a:pt x="6678554" y="334729"/>
                  </a:lnTo>
                  <a:lnTo>
                    <a:pt x="6626745" y="377906"/>
                  </a:lnTo>
                  <a:lnTo>
                    <a:pt x="6577585" y="426308"/>
                  </a:lnTo>
                  <a:lnTo>
                    <a:pt x="6530265" y="480314"/>
                  </a:lnTo>
                  <a:lnTo>
                    <a:pt x="6515891" y="498174"/>
                  </a:lnTo>
                  <a:lnTo>
                    <a:pt x="6479206" y="546751"/>
                  </a:lnTo>
                  <a:lnTo>
                    <a:pt x="6442869" y="599018"/>
                  </a:lnTo>
                  <a:lnTo>
                    <a:pt x="6406645" y="655051"/>
                  </a:lnTo>
                  <a:lnTo>
                    <a:pt x="6370356" y="714859"/>
                  </a:lnTo>
                  <a:lnTo>
                    <a:pt x="6333866" y="778378"/>
                  </a:lnTo>
                  <a:lnTo>
                    <a:pt x="6297085" y="845468"/>
                  </a:lnTo>
                  <a:lnTo>
                    <a:pt x="6259960" y="915904"/>
                  </a:lnTo>
                  <a:lnTo>
                    <a:pt x="6222472" y="989376"/>
                  </a:lnTo>
                  <a:lnTo>
                    <a:pt x="6184635" y="1065497"/>
                  </a:lnTo>
                  <a:lnTo>
                    <a:pt x="6146491" y="1143799"/>
                  </a:lnTo>
                  <a:lnTo>
                    <a:pt x="6108102" y="1223754"/>
                  </a:lnTo>
                  <a:lnTo>
                    <a:pt x="6069551" y="1304779"/>
                  </a:lnTo>
                  <a:lnTo>
                    <a:pt x="6030929" y="1386261"/>
                  </a:lnTo>
                  <a:lnTo>
                    <a:pt x="5992334" y="1467569"/>
                  </a:lnTo>
                  <a:lnTo>
                    <a:pt x="5953862" y="1548080"/>
                  </a:lnTo>
                  <a:lnTo>
                    <a:pt x="5915598" y="1627196"/>
                  </a:lnTo>
                  <a:lnTo>
                    <a:pt x="5877616" y="1704360"/>
                  </a:lnTo>
                  <a:lnTo>
                    <a:pt x="5839968" y="1779078"/>
                  </a:lnTo>
                  <a:lnTo>
                    <a:pt x="5802680" y="1850924"/>
                  </a:lnTo>
                  <a:lnTo>
                    <a:pt x="5765748" y="1919554"/>
                  </a:lnTo>
                  <a:lnTo>
                    <a:pt x="5729136" y="1984703"/>
                  </a:lnTo>
                  <a:lnTo>
                    <a:pt x="5692771" y="2046195"/>
                  </a:lnTo>
                  <a:lnTo>
                    <a:pt x="5656537" y="2103930"/>
                  </a:lnTo>
                  <a:lnTo>
                    <a:pt x="5620276" y="2157888"/>
                  </a:lnTo>
                  <a:lnTo>
                    <a:pt x="5583780" y="2208113"/>
                  </a:lnTo>
                  <a:lnTo>
                    <a:pt x="5567201" y="2229536"/>
                  </a:lnTo>
                  <a:lnTo>
                    <a:pt x="5520307" y="2285306"/>
                  </a:lnTo>
                  <a:lnTo>
                    <a:pt x="5471798" y="2335412"/>
                  </a:lnTo>
                  <a:lnTo>
                    <a:pt x="5420900" y="2380153"/>
                  </a:lnTo>
                  <a:lnTo>
                    <a:pt x="5366751" y="2420028"/>
                  </a:lnTo>
                  <a:lnTo>
                    <a:pt x="5308471" y="2455597"/>
                  </a:lnTo>
                  <a:lnTo>
                    <a:pt x="5245246" y="2487398"/>
                  </a:lnTo>
                  <a:lnTo>
                    <a:pt x="5176421" y="2515900"/>
                  </a:lnTo>
                  <a:lnTo>
                    <a:pt x="5101633" y="2541480"/>
                  </a:lnTo>
                  <a:lnTo>
                    <a:pt x="5020982" y="2564410"/>
                  </a:lnTo>
                  <a:lnTo>
                    <a:pt x="4935237" y="2584854"/>
                  </a:lnTo>
                  <a:lnTo>
                    <a:pt x="4846028" y="2602876"/>
                  </a:lnTo>
                  <a:lnTo>
                    <a:pt x="4755974" y="2618460"/>
                  </a:lnTo>
                  <a:lnTo>
                    <a:pt x="4668626" y="2631548"/>
                  </a:lnTo>
                  <a:lnTo>
                    <a:pt x="4588137" y="2642097"/>
                  </a:lnTo>
                  <a:lnTo>
                    <a:pt x="4518641" y="2650133"/>
                  </a:lnTo>
                  <a:lnTo>
                    <a:pt x="4463426" y="2655809"/>
                  </a:lnTo>
                  <a:lnTo>
                    <a:pt x="4424155" y="2659420"/>
                  </a:lnTo>
                  <a:lnTo>
                    <a:pt x="4400378" y="2661385"/>
                  </a:lnTo>
                  <a:lnTo>
                    <a:pt x="4389472" y="2662199"/>
                  </a:lnTo>
                  <a:lnTo>
                    <a:pt x="4386892" y="2662374"/>
                  </a:lnTo>
                  <a:lnTo>
                    <a:pt x="4386855" y="2662377"/>
                  </a:lnTo>
                  <a:lnTo>
                    <a:pt x="3848118" y="2662377"/>
                  </a:lnTo>
                  <a:lnTo>
                    <a:pt x="3846936" y="2662296"/>
                  </a:lnTo>
                  <a:lnTo>
                    <a:pt x="3839206" y="2661723"/>
                  </a:lnTo>
                  <a:lnTo>
                    <a:pt x="3819868" y="2660137"/>
                  </a:lnTo>
                  <a:lnTo>
                    <a:pt x="3785676" y="2657022"/>
                  </a:lnTo>
                  <a:lnTo>
                    <a:pt x="3735492" y="2651919"/>
                  </a:lnTo>
                  <a:lnTo>
                    <a:pt x="3670336" y="2644484"/>
                  </a:lnTo>
                  <a:lnTo>
                    <a:pt x="3593045" y="2634516"/>
                  </a:lnTo>
                  <a:lnTo>
                    <a:pt x="3507558" y="2621949"/>
                  </a:lnTo>
                  <a:lnTo>
                    <a:pt x="3418083" y="2606813"/>
                  </a:lnTo>
                  <a:lnTo>
                    <a:pt x="3328401" y="2589168"/>
                  </a:lnTo>
                  <a:lnTo>
                    <a:pt x="3241435" y="2569050"/>
                  </a:lnTo>
                  <a:lnTo>
                    <a:pt x="3159121" y="2546423"/>
                  </a:lnTo>
                  <a:lnTo>
                    <a:pt x="3082486" y="2521155"/>
                  </a:lnTo>
                  <a:lnTo>
                    <a:pt x="3011823" y="2493003"/>
                  </a:lnTo>
                  <a:lnTo>
                    <a:pt x="2946902" y="2461619"/>
                  </a:lnTo>
                  <a:lnTo>
                    <a:pt x="2887152" y="2426551"/>
                  </a:lnTo>
                  <a:lnTo>
                    <a:pt x="2831803" y="2387271"/>
                  </a:lnTo>
                  <a:lnTo>
                    <a:pt x="2779990" y="2343207"/>
                  </a:lnTo>
                  <a:lnTo>
                    <a:pt x="2730842" y="2293818"/>
                  </a:lnTo>
                  <a:lnTo>
                    <a:pt x="2683550" y="2238708"/>
                  </a:lnTo>
                  <a:lnTo>
                    <a:pt x="2667772" y="2218647"/>
                  </a:lnTo>
                  <a:lnTo>
                    <a:pt x="2631436" y="2169343"/>
                  </a:lnTo>
                  <a:lnTo>
                    <a:pt x="2595443" y="2116327"/>
                  </a:lnTo>
                  <a:lnTo>
                    <a:pt x="2559566" y="2059526"/>
                  </a:lnTo>
                  <a:lnTo>
                    <a:pt x="2523628" y="1998928"/>
                  </a:lnTo>
                  <a:lnTo>
                    <a:pt x="2487498" y="1934592"/>
                  </a:lnTo>
                  <a:lnTo>
                    <a:pt x="2451086" y="1866658"/>
                  </a:lnTo>
                  <a:lnTo>
                    <a:pt x="2414337" y="1795344"/>
                  </a:lnTo>
                  <a:lnTo>
                    <a:pt x="2377234" y="1720952"/>
                  </a:lnTo>
                  <a:lnTo>
                    <a:pt x="2339786" y="1643864"/>
                  </a:lnTo>
                  <a:lnTo>
                    <a:pt x="2302031" y="1564539"/>
                  </a:lnTo>
                  <a:lnTo>
                    <a:pt x="2264031" y="1483499"/>
                  </a:lnTo>
                  <a:lnTo>
                    <a:pt x="2225861" y="1401318"/>
                  </a:lnTo>
                  <a:lnTo>
                    <a:pt x="2187612" y="1318607"/>
                  </a:lnTo>
                  <a:lnTo>
                    <a:pt x="2149377" y="1235991"/>
                  </a:lnTo>
                  <a:lnTo>
                    <a:pt x="2111250" y="1154093"/>
                  </a:lnTo>
                  <a:lnTo>
                    <a:pt x="2073317" y="1073516"/>
                  </a:lnTo>
                  <a:lnTo>
                    <a:pt x="2035650" y="994819"/>
                  </a:lnTo>
                  <a:lnTo>
                    <a:pt x="1998304" y="918505"/>
                  </a:lnTo>
                  <a:lnTo>
                    <a:pt x="1961309" y="845012"/>
                  </a:lnTo>
                  <a:lnTo>
                    <a:pt x="1924666" y="774697"/>
                  </a:lnTo>
                  <a:lnTo>
                    <a:pt x="1888347" y="707837"/>
                  </a:lnTo>
                  <a:lnTo>
                    <a:pt x="1852287" y="644627"/>
                  </a:lnTo>
                  <a:lnTo>
                    <a:pt x="1816383" y="585180"/>
                  </a:lnTo>
                  <a:lnTo>
                    <a:pt x="1780492" y="529534"/>
                  </a:lnTo>
                  <a:lnTo>
                    <a:pt x="1744421" y="477657"/>
                  </a:lnTo>
                  <a:lnTo>
                    <a:pt x="1719082" y="443729"/>
                  </a:lnTo>
                  <a:lnTo>
                    <a:pt x="1672260" y="386638"/>
                  </a:lnTo>
                  <a:lnTo>
                    <a:pt x="1623828" y="335336"/>
                  </a:lnTo>
                  <a:lnTo>
                    <a:pt x="1573018" y="289519"/>
                  </a:lnTo>
                  <a:lnTo>
                    <a:pt x="1518969" y="248677"/>
                  </a:lnTo>
                  <a:lnTo>
                    <a:pt x="1460808" y="212240"/>
                  </a:lnTo>
                  <a:lnTo>
                    <a:pt x="1397722" y="179658"/>
                  </a:lnTo>
                  <a:lnTo>
                    <a:pt x="1329057" y="150452"/>
                  </a:lnTo>
                  <a:lnTo>
                    <a:pt x="1254449" y="124236"/>
                  </a:lnTo>
                  <a:lnTo>
                    <a:pt x="1173992" y="100732"/>
                  </a:lnTo>
                  <a:lnTo>
                    <a:pt x="1088438" y="79769"/>
                  </a:lnTo>
                  <a:lnTo>
                    <a:pt x="999401" y="61283"/>
                  </a:lnTo>
                  <a:lnTo>
                    <a:pt x="909469" y="45287"/>
                  </a:lnTo>
                  <a:lnTo>
                    <a:pt x="822163" y="31841"/>
                  </a:lnTo>
                  <a:lnTo>
                    <a:pt x="741613" y="20991"/>
                  </a:lnTo>
                  <a:lnTo>
                    <a:pt x="671942" y="12710"/>
                  </a:lnTo>
                  <a:lnTo>
                    <a:pt x="616451" y="6846"/>
                  </a:lnTo>
                  <a:lnTo>
                    <a:pt x="576840" y="3102"/>
                  </a:lnTo>
                  <a:lnTo>
                    <a:pt x="552717" y="1053"/>
                  </a:lnTo>
                  <a:lnTo>
                    <a:pt x="541524" y="194"/>
                  </a:lnTo>
                  <a:lnTo>
                    <a:pt x="538784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546595" y="3162385"/>
              <a:ext cx="8234974" cy="2673266"/>
            </a:xfrm>
            <a:custGeom>
              <a:avLst/>
              <a:pathLst>
                <a:path w="8234974" h="2673266">
                  <a:moveTo>
                    <a:pt x="0" y="5444"/>
                  </a:moveTo>
                  <a:lnTo>
                    <a:pt x="538736" y="5444"/>
                  </a:lnTo>
                  <a:lnTo>
                    <a:pt x="539918" y="5524"/>
                  </a:lnTo>
                  <a:lnTo>
                    <a:pt x="547646" y="6099"/>
                  </a:lnTo>
                  <a:lnTo>
                    <a:pt x="566977" y="7688"/>
                  </a:lnTo>
                  <a:lnTo>
                    <a:pt x="601157" y="10808"/>
                  </a:lnTo>
                  <a:lnTo>
                    <a:pt x="651326" y="15919"/>
                  </a:lnTo>
                  <a:lnTo>
                    <a:pt x="716464" y="23367"/>
                  </a:lnTo>
                  <a:lnTo>
                    <a:pt x="793736" y="33352"/>
                  </a:lnTo>
                  <a:lnTo>
                    <a:pt x="879208" y="45940"/>
                  </a:lnTo>
                  <a:lnTo>
                    <a:pt x="968668" y="61103"/>
                  </a:lnTo>
                  <a:lnTo>
                    <a:pt x="1058341" y="78778"/>
                  </a:lnTo>
                  <a:lnTo>
                    <a:pt x="1145301" y="98932"/>
                  </a:lnTo>
                  <a:lnTo>
                    <a:pt x="1227612" y="121598"/>
                  </a:lnTo>
                  <a:lnTo>
                    <a:pt x="1304248" y="146911"/>
                  </a:lnTo>
                  <a:lnTo>
                    <a:pt x="1374912" y="175111"/>
                  </a:lnTo>
                  <a:lnTo>
                    <a:pt x="1439834" y="206550"/>
                  </a:lnTo>
                  <a:lnTo>
                    <a:pt x="1499586" y="241677"/>
                  </a:lnTo>
                  <a:lnTo>
                    <a:pt x="1554937" y="281023"/>
                  </a:lnTo>
                  <a:lnTo>
                    <a:pt x="1606750" y="325159"/>
                  </a:lnTo>
                  <a:lnTo>
                    <a:pt x="1655897" y="374630"/>
                  </a:lnTo>
                  <a:lnTo>
                    <a:pt x="1703187" y="429832"/>
                  </a:lnTo>
                  <a:lnTo>
                    <a:pt x="1719082" y="450081"/>
                  </a:lnTo>
                  <a:lnTo>
                    <a:pt x="1755390" y="499445"/>
                  </a:lnTo>
                  <a:lnTo>
                    <a:pt x="1791355" y="552523"/>
                  </a:lnTo>
                  <a:lnTo>
                    <a:pt x="1827203" y="609387"/>
                  </a:lnTo>
                  <a:lnTo>
                    <a:pt x="1863112" y="670051"/>
                  </a:lnTo>
                  <a:lnTo>
                    <a:pt x="1899213" y="734453"/>
                  </a:lnTo>
                  <a:lnTo>
                    <a:pt x="1935595" y="802457"/>
                  </a:lnTo>
                  <a:lnTo>
                    <a:pt x="1972312" y="873844"/>
                  </a:lnTo>
                  <a:lnTo>
                    <a:pt x="2009384" y="948312"/>
                  </a:lnTo>
                  <a:lnTo>
                    <a:pt x="2046800" y="1025479"/>
                  </a:lnTo>
                  <a:lnTo>
                    <a:pt x="2084522" y="1104888"/>
                  </a:lnTo>
                  <a:lnTo>
                    <a:pt x="2122491" y="1186017"/>
                  </a:lnTo>
                  <a:lnTo>
                    <a:pt x="2160629" y="1268293"/>
                  </a:lnTo>
                  <a:lnTo>
                    <a:pt x="2198847" y="1351105"/>
                  </a:lnTo>
                  <a:lnTo>
                    <a:pt x="2237052" y="1433829"/>
                  </a:lnTo>
                  <a:lnTo>
                    <a:pt x="2275151" y="1515840"/>
                  </a:lnTo>
                  <a:lnTo>
                    <a:pt x="2313057" y="1596538"/>
                  </a:lnTo>
                  <a:lnTo>
                    <a:pt x="2350698" y="1675362"/>
                  </a:lnTo>
                  <a:lnTo>
                    <a:pt x="2388019" y="1751807"/>
                  </a:lnTo>
                  <a:lnTo>
                    <a:pt x="2424990" y="1825436"/>
                  </a:lnTo>
                  <a:lnTo>
                    <a:pt x="2461609" y="1895891"/>
                  </a:lnTo>
                  <a:lnTo>
                    <a:pt x="2497904" y="1962892"/>
                  </a:lnTo>
                  <a:lnTo>
                    <a:pt x="2533939" y="2026245"/>
                  </a:lnTo>
                  <a:lnTo>
                    <a:pt x="2569816" y="2085834"/>
                  </a:lnTo>
                  <a:lnTo>
                    <a:pt x="2605678" y="2141621"/>
                  </a:lnTo>
                  <a:lnTo>
                    <a:pt x="2641714" y="2193635"/>
                  </a:lnTo>
                  <a:lnTo>
                    <a:pt x="2667772" y="2228629"/>
                  </a:lnTo>
                  <a:lnTo>
                    <a:pt x="2714589" y="2285830"/>
                  </a:lnTo>
                  <a:lnTo>
                    <a:pt x="2763014" y="2337231"/>
                  </a:lnTo>
                  <a:lnTo>
                    <a:pt x="2813817" y="2383138"/>
                  </a:lnTo>
                  <a:lnTo>
                    <a:pt x="2867857" y="2424060"/>
                  </a:lnTo>
                  <a:lnTo>
                    <a:pt x="2926009" y="2460569"/>
                  </a:lnTo>
                  <a:lnTo>
                    <a:pt x="2989083" y="2493216"/>
                  </a:lnTo>
                  <a:lnTo>
                    <a:pt x="3057734" y="2522481"/>
                  </a:lnTo>
                  <a:lnTo>
                    <a:pt x="3132327" y="2548750"/>
                  </a:lnTo>
                  <a:lnTo>
                    <a:pt x="3212768" y="2572302"/>
                  </a:lnTo>
                  <a:lnTo>
                    <a:pt x="3298305" y="2593308"/>
                  </a:lnTo>
                  <a:lnTo>
                    <a:pt x="3387329" y="2611833"/>
                  </a:lnTo>
                  <a:lnTo>
                    <a:pt x="3477250" y="2627863"/>
                  </a:lnTo>
                  <a:lnTo>
                    <a:pt x="3564552" y="2641339"/>
                  </a:lnTo>
                  <a:lnTo>
                    <a:pt x="3645107" y="2652215"/>
                  </a:lnTo>
                  <a:lnTo>
                    <a:pt x="3714793" y="2660516"/>
                  </a:lnTo>
                  <a:lnTo>
                    <a:pt x="3770307" y="2666396"/>
                  </a:lnTo>
                  <a:lnTo>
                    <a:pt x="3809946" y="2670151"/>
                  </a:lnTo>
                  <a:lnTo>
                    <a:pt x="3834099" y="2672207"/>
                  </a:lnTo>
                  <a:lnTo>
                    <a:pt x="3845316" y="2673070"/>
                  </a:lnTo>
                  <a:lnTo>
                    <a:pt x="3848118" y="2673266"/>
                  </a:lnTo>
                  <a:lnTo>
                    <a:pt x="4386855" y="2673266"/>
                  </a:lnTo>
                  <a:lnTo>
                    <a:pt x="4388140" y="2673233"/>
                  </a:lnTo>
                  <a:lnTo>
                    <a:pt x="4396521" y="2673001"/>
                  </a:lnTo>
                  <a:lnTo>
                    <a:pt x="4417426" y="2672358"/>
                  </a:lnTo>
                  <a:lnTo>
                    <a:pt x="4454229" y="2671096"/>
                  </a:lnTo>
                  <a:lnTo>
                    <a:pt x="4507932" y="2669033"/>
                  </a:lnTo>
                  <a:lnTo>
                    <a:pt x="4577139" y="2666038"/>
                  </a:lnTo>
                  <a:lnTo>
                    <a:pt x="4658524" y="2662037"/>
                  </a:lnTo>
                  <a:lnTo>
                    <a:pt x="4747685" y="2657014"/>
                  </a:lnTo>
                  <a:lnTo>
                    <a:pt x="4840090" y="2650984"/>
                  </a:lnTo>
                  <a:lnTo>
                    <a:pt x="4931827" y="2643971"/>
                  </a:lnTo>
                  <a:lnTo>
                    <a:pt x="5020003" y="2635983"/>
                  </a:lnTo>
                  <a:lnTo>
                    <a:pt x="5102823" y="2626996"/>
                  </a:lnTo>
                  <a:lnTo>
                    <a:pt x="5179457" y="2616940"/>
                  </a:lnTo>
                  <a:lnTo>
                    <a:pt x="5249810" y="2605703"/>
                  </a:lnTo>
                  <a:lnTo>
                    <a:pt x="5314297" y="2593125"/>
                  </a:lnTo>
                  <a:lnTo>
                    <a:pt x="5373646" y="2579011"/>
                  </a:lnTo>
                  <a:lnTo>
                    <a:pt x="5428751" y="2563136"/>
                  </a:lnTo>
                  <a:lnTo>
                    <a:pt x="5480566" y="2545270"/>
                  </a:lnTo>
                  <a:lnTo>
                    <a:pt x="5530015" y="2525216"/>
                  </a:lnTo>
                  <a:lnTo>
                    <a:pt x="5567201" y="2508115"/>
                  </a:lnTo>
                  <a:lnTo>
                    <a:pt x="5615060" y="2483613"/>
                  </a:lnTo>
                  <a:lnTo>
                    <a:pt x="5662453" y="2456690"/>
                  </a:lnTo>
                  <a:lnTo>
                    <a:pt x="5709844" y="2427306"/>
                  </a:lnTo>
                  <a:lnTo>
                    <a:pt x="5757558" y="2395502"/>
                  </a:lnTo>
                  <a:lnTo>
                    <a:pt x="5805791" y="2361403"/>
                  </a:lnTo>
                  <a:lnTo>
                    <a:pt x="5854632" y="2325228"/>
                  </a:lnTo>
                  <a:lnTo>
                    <a:pt x="5904074" y="2287287"/>
                  </a:lnTo>
                  <a:lnTo>
                    <a:pt x="5954025" y="2247974"/>
                  </a:lnTo>
                  <a:lnTo>
                    <a:pt x="6004332" y="2207756"/>
                  </a:lnTo>
                  <a:lnTo>
                    <a:pt x="6054797" y="2167144"/>
                  </a:lnTo>
                  <a:lnTo>
                    <a:pt x="6105205" y="2126673"/>
                  </a:lnTo>
                  <a:lnTo>
                    <a:pt x="6155347" y="2086869"/>
                  </a:lnTo>
                  <a:lnTo>
                    <a:pt x="6205046" y="2048223"/>
                  </a:lnTo>
                  <a:lnTo>
                    <a:pt x="6254180" y="2011164"/>
                  </a:lnTo>
                  <a:lnTo>
                    <a:pt x="6302697" y="1976046"/>
                  </a:lnTo>
                  <a:lnTo>
                    <a:pt x="6350640" y="1943131"/>
                  </a:lnTo>
                  <a:lnTo>
                    <a:pt x="6398152" y="1912587"/>
                  </a:lnTo>
                  <a:lnTo>
                    <a:pt x="6445495" y="1884496"/>
                  </a:lnTo>
                  <a:lnTo>
                    <a:pt x="6493064" y="1858853"/>
                  </a:lnTo>
                  <a:lnTo>
                    <a:pt x="6515891" y="1847511"/>
                  </a:lnTo>
                  <a:lnTo>
                    <a:pt x="6564073" y="1825687"/>
                  </a:lnTo>
                  <a:lnTo>
                    <a:pt x="6613980" y="1806140"/>
                  </a:lnTo>
                  <a:lnTo>
                    <a:pt x="6666454" y="1788742"/>
                  </a:lnTo>
                  <a:lnTo>
                    <a:pt x="6722434" y="1773285"/>
                  </a:lnTo>
                  <a:lnTo>
                    <a:pt x="6782868" y="1759536"/>
                  </a:lnTo>
                  <a:lnTo>
                    <a:pt x="6848624" y="1747277"/>
                  </a:lnTo>
                  <a:lnTo>
                    <a:pt x="6920373" y="1736319"/>
                  </a:lnTo>
                  <a:lnTo>
                    <a:pt x="6998433" y="1726512"/>
                  </a:lnTo>
                  <a:lnTo>
                    <a:pt x="7082566" y="1717755"/>
                  </a:lnTo>
                  <a:lnTo>
                    <a:pt x="7171740" y="1709988"/>
                  </a:lnTo>
                  <a:lnTo>
                    <a:pt x="7263920" y="1703196"/>
                  </a:lnTo>
                  <a:lnTo>
                    <a:pt x="7355966" y="1697390"/>
                  </a:lnTo>
                  <a:lnTo>
                    <a:pt x="7443778" y="1692597"/>
                  </a:lnTo>
                  <a:lnTo>
                    <a:pt x="7522777" y="1688826"/>
                  </a:lnTo>
                  <a:lnTo>
                    <a:pt x="7588719" y="1686050"/>
                  </a:lnTo>
                  <a:lnTo>
                    <a:pt x="7638648" y="1684182"/>
                  </a:lnTo>
                  <a:lnTo>
                    <a:pt x="7671688" y="1683077"/>
                  </a:lnTo>
                  <a:lnTo>
                    <a:pt x="7689393" y="1682545"/>
                  </a:lnTo>
                  <a:lnTo>
                    <a:pt x="7695633" y="1682376"/>
                  </a:lnTo>
                  <a:lnTo>
                    <a:pt x="7696237" y="1682361"/>
                  </a:lnTo>
                  <a:lnTo>
                    <a:pt x="8234974" y="1682361"/>
                  </a:lnTo>
                  <a:lnTo>
                    <a:pt x="8234974" y="1676916"/>
                  </a:lnTo>
                  <a:lnTo>
                    <a:pt x="7696237" y="1676916"/>
                  </a:lnTo>
                  <a:lnTo>
                    <a:pt x="7694953" y="1676949"/>
                  </a:lnTo>
                  <a:lnTo>
                    <a:pt x="7686571" y="1677181"/>
                  </a:lnTo>
                  <a:lnTo>
                    <a:pt x="7665666" y="1677824"/>
                  </a:lnTo>
                  <a:lnTo>
                    <a:pt x="7628864" y="1679086"/>
                  </a:lnTo>
                  <a:lnTo>
                    <a:pt x="7575161" y="1681148"/>
                  </a:lnTo>
                  <a:lnTo>
                    <a:pt x="7505954" y="1684144"/>
                  </a:lnTo>
                  <a:lnTo>
                    <a:pt x="7424569" y="1688145"/>
                  </a:lnTo>
                  <a:lnTo>
                    <a:pt x="7335408" y="1693168"/>
                  </a:lnTo>
                  <a:lnTo>
                    <a:pt x="7243003" y="1699198"/>
                  </a:lnTo>
                  <a:lnTo>
                    <a:pt x="7151266" y="1706211"/>
                  </a:lnTo>
                  <a:lnTo>
                    <a:pt x="7063090" y="1714198"/>
                  </a:lnTo>
                  <a:lnTo>
                    <a:pt x="6980269" y="1723186"/>
                  </a:lnTo>
                  <a:lnTo>
                    <a:pt x="6903636" y="1733242"/>
                  </a:lnTo>
                  <a:lnTo>
                    <a:pt x="6833282" y="1744479"/>
                  </a:lnTo>
                  <a:lnTo>
                    <a:pt x="6768795" y="1757057"/>
                  </a:lnTo>
                  <a:lnTo>
                    <a:pt x="6709447" y="1771171"/>
                  </a:lnTo>
                  <a:lnTo>
                    <a:pt x="6654341" y="1787046"/>
                  </a:lnTo>
                  <a:lnTo>
                    <a:pt x="6602526" y="1804912"/>
                  </a:lnTo>
                  <a:lnTo>
                    <a:pt x="6553077" y="1824966"/>
                  </a:lnTo>
                  <a:lnTo>
                    <a:pt x="6515891" y="1842067"/>
                  </a:lnTo>
                  <a:lnTo>
                    <a:pt x="6468032" y="1866568"/>
                  </a:lnTo>
                  <a:lnTo>
                    <a:pt x="6420640" y="1893492"/>
                  </a:lnTo>
                  <a:lnTo>
                    <a:pt x="6373248" y="1922876"/>
                  </a:lnTo>
                  <a:lnTo>
                    <a:pt x="6325535" y="1954680"/>
                  </a:lnTo>
                  <a:lnTo>
                    <a:pt x="6277302" y="1988779"/>
                  </a:lnTo>
                  <a:lnTo>
                    <a:pt x="6228460" y="2024954"/>
                  </a:lnTo>
                  <a:lnTo>
                    <a:pt x="6179018" y="2062895"/>
                  </a:lnTo>
                  <a:lnTo>
                    <a:pt x="6129067" y="2102207"/>
                  </a:lnTo>
                  <a:lnTo>
                    <a:pt x="6078761" y="2142426"/>
                  </a:lnTo>
                  <a:lnTo>
                    <a:pt x="6028296" y="2183038"/>
                  </a:lnTo>
                  <a:lnTo>
                    <a:pt x="5977888" y="2223509"/>
                  </a:lnTo>
                  <a:lnTo>
                    <a:pt x="5927745" y="2263313"/>
                  </a:lnTo>
                  <a:lnTo>
                    <a:pt x="5878046" y="2301959"/>
                  </a:lnTo>
                  <a:lnTo>
                    <a:pt x="5828913" y="2339017"/>
                  </a:lnTo>
                  <a:lnTo>
                    <a:pt x="5780395" y="2374136"/>
                  </a:lnTo>
                  <a:lnTo>
                    <a:pt x="5732453" y="2407051"/>
                  </a:lnTo>
                  <a:lnTo>
                    <a:pt x="5684941" y="2437595"/>
                  </a:lnTo>
                  <a:lnTo>
                    <a:pt x="5637598" y="2465686"/>
                  </a:lnTo>
                  <a:lnTo>
                    <a:pt x="5590028" y="2491329"/>
                  </a:lnTo>
                  <a:lnTo>
                    <a:pt x="5567201" y="2502670"/>
                  </a:lnTo>
                  <a:lnTo>
                    <a:pt x="5519019" y="2524495"/>
                  </a:lnTo>
                  <a:lnTo>
                    <a:pt x="5469113" y="2544042"/>
                  </a:lnTo>
                  <a:lnTo>
                    <a:pt x="5416638" y="2561440"/>
                  </a:lnTo>
                  <a:lnTo>
                    <a:pt x="5360658" y="2576897"/>
                  </a:lnTo>
                  <a:lnTo>
                    <a:pt x="5300224" y="2590646"/>
                  </a:lnTo>
                  <a:lnTo>
                    <a:pt x="5234468" y="2602905"/>
                  </a:lnTo>
                  <a:lnTo>
                    <a:pt x="5162719" y="2613863"/>
                  </a:lnTo>
                  <a:lnTo>
                    <a:pt x="5084659" y="2623670"/>
                  </a:lnTo>
                  <a:lnTo>
                    <a:pt x="5000527" y="2632427"/>
                  </a:lnTo>
                  <a:lnTo>
                    <a:pt x="4911352" y="2640194"/>
                  </a:lnTo>
                  <a:lnTo>
                    <a:pt x="4819172" y="2646986"/>
                  </a:lnTo>
                  <a:lnTo>
                    <a:pt x="4727126" y="2652792"/>
                  </a:lnTo>
                  <a:lnTo>
                    <a:pt x="4639314" y="2657585"/>
                  </a:lnTo>
                  <a:lnTo>
                    <a:pt x="4560316" y="2661356"/>
                  </a:lnTo>
                  <a:lnTo>
                    <a:pt x="4494374" y="2664132"/>
                  </a:lnTo>
                  <a:lnTo>
                    <a:pt x="4444444" y="2666000"/>
                  </a:lnTo>
                  <a:lnTo>
                    <a:pt x="4411405" y="2667105"/>
                  </a:lnTo>
                  <a:lnTo>
                    <a:pt x="4393700" y="2667637"/>
                  </a:lnTo>
                  <a:lnTo>
                    <a:pt x="4387460" y="2667806"/>
                  </a:lnTo>
                  <a:lnTo>
                    <a:pt x="4386855" y="2667821"/>
                  </a:lnTo>
                  <a:lnTo>
                    <a:pt x="3848118" y="2667821"/>
                  </a:lnTo>
                  <a:lnTo>
                    <a:pt x="3846937" y="2667741"/>
                  </a:lnTo>
                  <a:lnTo>
                    <a:pt x="3839209" y="2667166"/>
                  </a:lnTo>
                  <a:lnTo>
                    <a:pt x="3819878" y="2665578"/>
                  </a:lnTo>
                  <a:lnTo>
                    <a:pt x="3785698" y="2662457"/>
                  </a:lnTo>
                  <a:lnTo>
                    <a:pt x="3735528" y="2657346"/>
                  </a:lnTo>
                  <a:lnTo>
                    <a:pt x="3670391" y="2649899"/>
                  </a:lnTo>
                  <a:lnTo>
                    <a:pt x="3593118" y="2639913"/>
                  </a:lnTo>
                  <a:lnTo>
                    <a:pt x="3507647" y="2627325"/>
                  </a:lnTo>
                  <a:lnTo>
                    <a:pt x="3418186" y="2612163"/>
                  </a:lnTo>
                  <a:lnTo>
                    <a:pt x="3328514" y="2594487"/>
                  </a:lnTo>
                  <a:lnTo>
                    <a:pt x="3241553" y="2574334"/>
                  </a:lnTo>
                  <a:lnTo>
                    <a:pt x="3159242" y="2551667"/>
                  </a:lnTo>
                  <a:lnTo>
                    <a:pt x="3082607" y="2526354"/>
                  </a:lnTo>
                  <a:lnTo>
                    <a:pt x="3011943" y="2498154"/>
                  </a:lnTo>
                  <a:lnTo>
                    <a:pt x="2947021" y="2466716"/>
                  </a:lnTo>
                  <a:lnTo>
                    <a:pt x="2887269" y="2431588"/>
                  </a:lnTo>
                  <a:lnTo>
                    <a:pt x="2831918" y="2392242"/>
                  </a:lnTo>
                  <a:lnTo>
                    <a:pt x="2780105" y="2348106"/>
                  </a:lnTo>
                  <a:lnTo>
                    <a:pt x="2730958" y="2298635"/>
                  </a:lnTo>
                  <a:lnTo>
                    <a:pt x="2683668" y="2243433"/>
                  </a:lnTo>
                  <a:lnTo>
                    <a:pt x="2667772" y="2223184"/>
                  </a:lnTo>
                  <a:lnTo>
                    <a:pt x="2631465" y="2173820"/>
                  </a:lnTo>
                  <a:lnTo>
                    <a:pt x="2595500" y="2120743"/>
                  </a:lnTo>
                  <a:lnTo>
                    <a:pt x="2559651" y="2063878"/>
                  </a:lnTo>
                  <a:lnTo>
                    <a:pt x="2523742" y="2003214"/>
                  </a:lnTo>
                  <a:lnTo>
                    <a:pt x="2487642" y="1938812"/>
                  </a:lnTo>
                  <a:lnTo>
                    <a:pt x="2451260" y="1870808"/>
                  </a:lnTo>
                  <a:lnTo>
                    <a:pt x="2414543" y="1799422"/>
                  </a:lnTo>
                  <a:lnTo>
                    <a:pt x="2377471" y="1724954"/>
                  </a:lnTo>
                  <a:lnTo>
                    <a:pt x="2340054" y="1647787"/>
                  </a:lnTo>
                  <a:lnTo>
                    <a:pt x="2302332" y="1568377"/>
                  </a:lnTo>
                  <a:lnTo>
                    <a:pt x="2264364" y="1487248"/>
                  </a:lnTo>
                  <a:lnTo>
                    <a:pt x="2226226" y="1404972"/>
                  </a:lnTo>
                  <a:lnTo>
                    <a:pt x="2188007" y="1322160"/>
                  </a:lnTo>
                  <a:lnTo>
                    <a:pt x="2149802" y="1239436"/>
                  </a:lnTo>
                  <a:lnTo>
                    <a:pt x="2111704" y="1157425"/>
                  </a:lnTo>
                  <a:lnTo>
                    <a:pt x="2073798" y="1076727"/>
                  </a:lnTo>
                  <a:lnTo>
                    <a:pt x="2036157" y="997903"/>
                  </a:lnTo>
                  <a:lnTo>
                    <a:pt x="1998836" y="921458"/>
                  </a:lnTo>
                  <a:lnTo>
                    <a:pt x="1961864" y="847829"/>
                  </a:lnTo>
                  <a:lnTo>
                    <a:pt x="1925246" y="777374"/>
                  </a:lnTo>
                  <a:lnTo>
                    <a:pt x="1888950" y="710373"/>
                  </a:lnTo>
                  <a:lnTo>
                    <a:pt x="1852915" y="647020"/>
                  </a:lnTo>
                  <a:lnTo>
                    <a:pt x="1817039" y="587431"/>
                  </a:lnTo>
                  <a:lnTo>
                    <a:pt x="1781177" y="531645"/>
                  </a:lnTo>
                  <a:lnTo>
                    <a:pt x="1745140" y="479630"/>
                  </a:lnTo>
                  <a:lnTo>
                    <a:pt x="1719082" y="444636"/>
                  </a:lnTo>
                  <a:lnTo>
                    <a:pt x="1672266" y="387435"/>
                  </a:lnTo>
                  <a:lnTo>
                    <a:pt x="1623841" y="336034"/>
                  </a:lnTo>
                  <a:lnTo>
                    <a:pt x="1573037" y="290127"/>
                  </a:lnTo>
                  <a:lnTo>
                    <a:pt x="1518997" y="249205"/>
                  </a:lnTo>
                  <a:lnTo>
                    <a:pt x="1460846" y="212696"/>
                  </a:lnTo>
                  <a:lnTo>
                    <a:pt x="1397772" y="180049"/>
                  </a:lnTo>
                  <a:lnTo>
                    <a:pt x="1329121" y="150785"/>
                  </a:lnTo>
                  <a:lnTo>
                    <a:pt x="1254528" y="124516"/>
                  </a:lnTo>
                  <a:lnTo>
                    <a:pt x="1174086" y="100963"/>
                  </a:lnTo>
                  <a:lnTo>
                    <a:pt x="1088549" y="79957"/>
                  </a:lnTo>
                  <a:lnTo>
                    <a:pt x="999526" y="61432"/>
                  </a:lnTo>
                  <a:lnTo>
                    <a:pt x="909604" y="45402"/>
                  </a:lnTo>
                  <a:lnTo>
                    <a:pt x="822302" y="31926"/>
                  </a:lnTo>
                  <a:lnTo>
                    <a:pt x="741748" y="21051"/>
                  </a:lnTo>
                  <a:lnTo>
                    <a:pt x="672062" y="12749"/>
                  </a:lnTo>
                  <a:lnTo>
                    <a:pt x="616548" y="6869"/>
                  </a:lnTo>
                  <a:lnTo>
                    <a:pt x="576908" y="3114"/>
                  </a:lnTo>
                  <a:lnTo>
                    <a:pt x="552756" y="1058"/>
                  </a:lnTo>
                  <a:lnTo>
                    <a:pt x="541538" y="19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546595" y="3167830"/>
              <a:ext cx="8234974" cy="2667821"/>
            </a:xfrm>
            <a:custGeom>
              <a:avLst/>
              <a:pathLst>
                <a:path w="8234974" h="2667821">
                  <a:moveTo>
                    <a:pt x="0" y="0"/>
                  </a:moveTo>
                  <a:lnTo>
                    <a:pt x="538736" y="0"/>
                  </a:lnTo>
                  <a:lnTo>
                    <a:pt x="539918" y="80"/>
                  </a:lnTo>
                  <a:lnTo>
                    <a:pt x="547646" y="654"/>
                  </a:lnTo>
                  <a:lnTo>
                    <a:pt x="566977" y="2243"/>
                  </a:lnTo>
                  <a:lnTo>
                    <a:pt x="601157" y="5363"/>
                  </a:lnTo>
                  <a:lnTo>
                    <a:pt x="651326" y="10474"/>
                  </a:lnTo>
                  <a:lnTo>
                    <a:pt x="716464" y="17922"/>
                  </a:lnTo>
                  <a:lnTo>
                    <a:pt x="793736" y="27908"/>
                  </a:lnTo>
                  <a:lnTo>
                    <a:pt x="879208" y="40496"/>
                  </a:lnTo>
                  <a:lnTo>
                    <a:pt x="968668" y="55658"/>
                  </a:lnTo>
                  <a:lnTo>
                    <a:pt x="1058341" y="73334"/>
                  </a:lnTo>
                  <a:lnTo>
                    <a:pt x="1145301" y="93487"/>
                  </a:lnTo>
                  <a:lnTo>
                    <a:pt x="1227612" y="116154"/>
                  </a:lnTo>
                  <a:lnTo>
                    <a:pt x="1304248" y="141466"/>
                  </a:lnTo>
                  <a:lnTo>
                    <a:pt x="1374912" y="169667"/>
                  </a:lnTo>
                  <a:lnTo>
                    <a:pt x="1439834" y="201105"/>
                  </a:lnTo>
                  <a:lnTo>
                    <a:pt x="1499586" y="236232"/>
                  </a:lnTo>
                  <a:lnTo>
                    <a:pt x="1554937" y="275578"/>
                  </a:lnTo>
                  <a:lnTo>
                    <a:pt x="1606750" y="319715"/>
                  </a:lnTo>
                  <a:lnTo>
                    <a:pt x="1655897" y="369186"/>
                  </a:lnTo>
                  <a:lnTo>
                    <a:pt x="1703187" y="424387"/>
                  </a:lnTo>
                  <a:lnTo>
                    <a:pt x="1719082" y="444636"/>
                  </a:lnTo>
                  <a:lnTo>
                    <a:pt x="1755390" y="494001"/>
                  </a:lnTo>
                  <a:lnTo>
                    <a:pt x="1791355" y="547078"/>
                  </a:lnTo>
                  <a:lnTo>
                    <a:pt x="1827203" y="603943"/>
                  </a:lnTo>
                  <a:lnTo>
                    <a:pt x="1863112" y="664606"/>
                  </a:lnTo>
                  <a:lnTo>
                    <a:pt x="1899213" y="729009"/>
                  </a:lnTo>
                  <a:lnTo>
                    <a:pt x="1935595" y="797013"/>
                  </a:lnTo>
                  <a:lnTo>
                    <a:pt x="1972312" y="868399"/>
                  </a:lnTo>
                  <a:lnTo>
                    <a:pt x="2009384" y="942867"/>
                  </a:lnTo>
                  <a:lnTo>
                    <a:pt x="2046800" y="1020034"/>
                  </a:lnTo>
                  <a:lnTo>
                    <a:pt x="2084522" y="1099443"/>
                  </a:lnTo>
                  <a:lnTo>
                    <a:pt x="2122491" y="1180573"/>
                  </a:lnTo>
                  <a:lnTo>
                    <a:pt x="2160629" y="1262848"/>
                  </a:lnTo>
                  <a:lnTo>
                    <a:pt x="2198847" y="1345661"/>
                  </a:lnTo>
                  <a:lnTo>
                    <a:pt x="2237052" y="1428384"/>
                  </a:lnTo>
                  <a:lnTo>
                    <a:pt x="2275151" y="1510396"/>
                  </a:lnTo>
                  <a:lnTo>
                    <a:pt x="2313057" y="1591094"/>
                  </a:lnTo>
                  <a:lnTo>
                    <a:pt x="2350698" y="1669917"/>
                  </a:lnTo>
                  <a:lnTo>
                    <a:pt x="2388019" y="1746362"/>
                  </a:lnTo>
                  <a:lnTo>
                    <a:pt x="2424990" y="1819992"/>
                  </a:lnTo>
                  <a:lnTo>
                    <a:pt x="2461609" y="1890446"/>
                  </a:lnTo>
                  <a:lnTo>
                    <a:pt x="2497904" y="1957448"/>
                  </a:lnTo>
                  <a:lnTo>
                    <a:pt x="2533939" y="2020800"/>
                  </a:lnTo>
                  <a:lnTo>
                    <a:pt x="2569816" y="2080390"/>
                  </a:lnTo>
                  <a:lnTo>
                    <a:pt x="2605678" y="2136176"/>
                  </a:lnTo>
                  <a:lnTo>
                    <a:pt x="2641714" y="2188190"/>
                  </a:lnTo>
                  <a:lnTo>
                    <a:pt x="2667772" y="2223184"/>
                  </a:lnTo>
                  <a:lnTo>
                    <a:pt x="2714589" y="2280385"/>
                  </a:lnTo>
                  <a:lnTo>
                    <a:pt x="2763014" y="2331787"/>
                  </a:lnTo>
                  <a:lnTo>
                    <a:pt x="2813817" y="2377693"/>
                  </a:lnTo>
                  <a:lnTo>
                    <a:pt x="2867857" y="2418615"/>
                  </a:lnTo>
                  <a:lnTo>
                    <a:pt x="2926009" y="2455125"/>
                  </a:lnTo>
                  <a:lnTo>
                    <a:pt x="2989083" y="2487772"/>
                  </a:lnTo>
                  <a:lnTo>
                    <a:pt x="3057734" y="2517036"/>
                  </a:lnTo>
                  <a:lnTo>
                    <a:pt x="3132327" y="2543305"/>
                  </a:lnTo>
                  <a:lnTo>
                    <a:pt x="3212768" y="2566858"/>
                  </a:lnTo>
                  <a:lnTo>
                    <a:pt x="3298305" y="2587863"/>
                  </a:lnTo>
                  <a:lnTo>
                    <a:pt x="3387329" y="2606389"/>
                  </a:lnTo>
                  <a:lnTo>
                    <a:pt x="3477250" y="2622419"/>
                  </a:lnTo>
                  <a:lnTo>
                    <a:pt x="3564552" y="2635895"/>
                  </a:lnTo>
                  <a:lnTo>
                    <a:pt x="3645107" y="2646770"/>
                  </a:lnTo>
                  <a:lnTo>
                    <a:pt x="3714793" y="2655072"/>
                  </a:lnTo>
                  <a:lnTo>
                    <a:pt x="3770307" y="2660951"/>
                  </a:lnTo>
                  <a:lnTo>
                    <a:pt x="3809946" y="2664706"/>
                  </a:lnTo>
                  <a:lnTo>
                    <a:pt x="3834099" y="2666763"/>
                  </a:lnTo>
                  <a:lnTo>
                    <a:pt x="3845316" y="2667625"/>
                  </a:lnTo>
                  <a:lnTo>
                    <a:pt x="3848069" y="2667818"/>
                  </a:lnTo>
                  <a:lnTo>
                    <a:pt x="3848118" y="2667821"/>
                  </a:lnTo>
                  <a:lnTo>
                    <a:pt x="4386855" y="2667821"/>
                  </a:lnTo>
                  <a:lnTo>
                    <a:pt x="4388140" y="2667789"/>
                  </a:lnTo>
                  <a:lnTo>
                    <a:pt x="4396521" y="2667556"/>
                  </a:lnTo>
                  <a:lnTo>
                    <a:pt x="4417426" y="2666913"/>
                  </a:lnTo>
                  <a:lnTo>
                    <a:pt x="4454229" y="2665651"/>
                  </a:lnTo>
                  <a:lnTo>
                    <a:pt x="4507932" y="2663589"/>
                  </a:lnTo>
                  <a:lnTo>
                    <a:pt x="4577139" y="2660593"/>
                  </a:lnTo>
                  <a:lnTo>
                    <a:pt x="4658524" y="2656593"/>
                  </a:lnTo>
                  <a:lnTo>
                    <a:pt x="4747685" y="2651569"/>
                  </a:lnTo>
                  <a:lnTo>
                    <a:pt x="4840090" y="2645539"/>
                  </a:lnTo>
                  <a:lnTo>
                    <a:pt x="4931827" y="2638526"/>
                  </a:lnTo>
                  <a:lnTo>
                    <a:pt x="5020003" y="2630539"/>
                  </a:lnTo>
                  <a:lnTo>
                    <a:pt x="5102823" y="2621551"/>
                  </a:lnTo>
                  <a:lnTo>
                    <a:pt x="5179457" y="2611496"/>
                  </a:lnTo>
                  <a:lnTo>
                    <a:pt x="5249810" y="2600258"/>
                  </a:lnTo>
                  <a:lnTo>
                    <a:pt x="5314297" y="2587681"/>
                  </a:lnTo>
                  <a:lnTo>
                    <a:pt x="5373646" y="2573567"/>
                  </a:lnTo>
                  <a:lnTo>
                    <a:pt x="5428751" y="2557691"/>
                  </a:lnTo>
                  <a:lnTo>
                    <a:pt x="5480566" y="2539825"/>
                  </a:lnTo>
                  <a:lnTo>
                    <a:pt x="5530015" y="2519771"/>
                  </a:lnTo>
                  <a:lnTo>
                    <a:pt x="5567201" y="2502670"/>
                  </a:lnTo>
                  <a:lnTo>
                    <a:pt x="5615060" y="2478169"/>
                  </a:lnTo>
                  <a:lnTo>
                    <a:pt x="5662453" y="2451245"/>
                  </a:lnTo>
                  <a:lnTo>
                    <a:pt x="5709844" y="2421862"/>
                  </a:lnTo>
                  <a:lnTo>
                    <a:pt x="5757558" y="2390057"/>
                  </a:lnTo>
                  <a:lnTo>
                    <a:pt x="5805791" y="2355959"/>
                  </a:lnTo>
                  <a:lnTo>
                    <a:pt x="5854632" y="2319783"/>
                  </a:lnTo>
                  <a:lnTo>
                    <a:pt x="5904074" y="2281842"/>
                  </a:lnTo>
                  <a:lnTo>
                    <a:pt x="5954025" y="2242530"/>
                  </a:lnTo>
                  <a:lnTo>
                    <a:pt x="6004332" y="2202312"/>
                  </a:lnTo>
                  <a:lnTo>
                    <a:pt x="6054797" y="2161700"/>
                  </a:lnTo>
                  <a:lnTo>
                    <a:pt x="6105205" y="2121229"/>
                  </a:lnTo>
                  <a:lnTo>
                    <a:pt x="6155347" y="2081424"/>
                  </a:lnTo>
                  <a:lnTo>
                    <a:pt x="6205046" y="2042778"/>
                  </a:lnTo>
                  <a:lnTo>
                    <a:pt x="6254180" y="2005720"/>
                  </a:lnTo>
                  <a:lnTo>
                    <a:pt x="6302697" y="1970602"/>
                  </a:lnTo>
                  <a:lnTo>
                    <a:pt x="6350640" y="1937686"/>
                  </a:lnTo>
                  <a:lnTo>
                    <a:pt x="6398152" y="1907143"/>
                  </a:lnTo>
                  <a:lnTo>
                    <a:pt x="6445495" y="1879051"/>
                  </a:lnTo>
                  <a:lnTo>
                    <a:pt x="6493064" y="1853408"/>
                  </a:lnTo>
                  <a:lnTo>
                    <a:pt x="6515891" y="1842067"/>
                  </a:lnTo>
                  <a:lnTo>
                    <a:pt x="6564073" y="1820242"/>
                  </a:lnTo>
                  <a:lnTo>
                    <a:pt x="6613980" y="1800695"/>
                  </a:lnTo>
                  <a:lnTo>
                    <a:pt x="6666454" y="1783298"/>
                  </a:lnTo>
                  <a:lnTo>
                    <a:pt x="6722434" y="1767840"/>
                  </a:lnTo>
                  <a:lnTo>
                    <a:pt x="6782868" y="1754092"/>
                  </a:lnTo>
                  <a:lnTo>
                    <a:pt x="6848624" y="1741833"/>
                  </a:lnTo>
                  <a:lnTo>
                    <a:pt x="6920373" y="1730874"/>
                  </a:lnTo>
                  <a:lnTo>
                    <a:pt x="6998433" y="1721068"/>
                  </a:lnTo>
                  <a:lnTo>
                    <a:pt x="7082566" y="1712310"/>
                  </a:lnTo>
                  <a:lnTo>
                    <a:pt x="7171740" y="1704544"/>
                  </a:lnTo>
                  <a:lnTo>
                    <a:pt x="7263920" y="1697751"/>
                  </a:lnTo>
                  <a:lnTo>
                    <a:pt x="7355966" y="1691946"/>
                  </a:lnTo>
                  <a:lnTo>
                    <a:pt x="7443778" y="1687152"/>
                  </a:lnTo>
                  <a:lnTo>
                    <a:pt x="7522777" y="1683382"/>
                  </a:lnTo>
                  <a:lnTo>
                    <a:pt x="7588719" y="1680605"/>
                  </a:lnTo>
                  <a:lnTo>
                    <a:pt x="7638648" y="1678737"/>
                  </a:lnTo>
                  <a:lnTo>
                    <a:pt x="7671688" y="1677632"/>
                  </a:lnTo>
                  <a:lnTo>
                    <a:pt x="7689393" y="1677100"/>
                  </a:lnTo>
                  <a:lnTo>
                    <a:pt x="7695633" y="1676931"/>
                  </a:lnTo>
                  <a:lnTo>
                    <a:pt x="7696237" y="1676916"/>
                  </a:lnTo>
                  <a:lnTo>
                    <a:pt x="8234974" y="16769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546595" y="3162385"/>
              <a:ext cx="8234974" cy="2667821"/>
            </a:xfrm>
            <a:custGeom>
              <a:avLst/>
              <a:pathLst>
                <a:path w="8234974" h="2667821">
                  <a:moveTo>
                    <a:pt x="8234974" y="1676916"/>
                  </a:moveTo>
                  <a:lnTo>
                    <a:pt x="7696237" y="1676916"/>
                  </a:lnTo>
                  <a:lnTo>
                    <a:pt x="7694953" y="1676949"/>
                  </a:lnTo>
                  <a:lnTo>
                    <a:pt x="7686571" y="1677181"/>
                  </a:lnTo>
                  <a:lnTo>
                    <a:pt x="7665666" y="1677824"/>
                  </a:lnTo>
                  <a:lnTo>
                    <a:pt x="7628864" y="1679086"/>
                  </a:lnTo>
                  <a:lnTo>
                    <a:pt x="7575161" y="1681148"/>
                  </a:lnTo>
                  <a:lnTo>
                    <a:pt x="7505954" y="1684144"/>
                  </a:lnTo>
                  <a:lnTo>
                    <a:pt x="7424569" y="1688145"/>
                  </a:lnTo>
                  <a:lnTo>
                    <a:pt x="7335408" y="1693168"/>
                  </a:lnTo>
                  <a:lnTo>
                    <a:pt x="7243003" y="1699198"/>
                  </a:lnTo>
                  <a:lnTo>
                    <a:pt x="7151266" y="1706211"/>
                  </a:lnTo>
                  <a:lnTo>
                    <a:pt x="7063090" y="1714198"/>
                  </a:lnTo>
                  <a:lnTo>
                    <a:pt x="6980269" y="1723186"/>
                  </a:lnTo>
                  <a:lnTo>
                    <a:pt x="6903636" y="1733242"/>
                  </a:lnTo>
                  <a:lnTo>
                    <a:pt x="6833282" y="1744479"/>
                  </a:lnTo>
                  <a:lnTo>
                    <a:pt x="6768795" y="1757057"/>
                  </a:lnTo>
                  <a:lnTo>
                    <a:pt x="6709447" y="1771171"/>
                  </a:lnTo>
                  <a:lnTo>
                    <a:pt x="6654341" y="1787046"/>
                  </a:lnTo>
                  <a:lnTo>
                    <a:pt x="6602526" y="1804912"/>
                  </a:lnTo>
                  <a:lnTo>
                    <a:pt x="6553077" y="1824966"/>
                  </a:lnTo>
                  <a:lnTo>
                    <a:pt x="6515891" y="1842067"/>
                  </a:lnTo>
                  <a:lnTo>
                    <a:pt x="6468032" y="1866568"/>
                  </a:lnTo>
                  <a:lnTo>
                    <a:pt x="6420640" y="1893492"/>
                  </a:lnTo>
                  <a:lnTo>
                    <a:pt x="6373248" y="1922876"/>
                  </a:lnTo>
                  <a:lnTo>
                    <a:pt x="6325535" y="1954680"/>
                  </a:lnTo>
                  <a:lnTo>
                    <a:pt x="6277302" y="1988779"/>
                  </a:lnTo>
                  <a:lnTo>
                    <a:pt x="6228460" y="2024954"/>
                  </a:lnTo>
                  <a:lnTo>
                    <a:pt x="6179018" y="2062895"/>
                  </a:lnTo>
                  <a:lnTo>
                    <a:pt x="6129067" y="2102207"/>
                  </a:lnTo>
                  <a:lnTo>
                    <a:pt x="6078761" y="2142426"/>
                  </a:lnTo>
                  <a:lnTo>
                    <a:pt x="6028296" y="2183038"/>
                  </a:lnTo>
                  <a:lnTo>
                    <a:pt x="5977888" y="2223509"/>
                  </a:lnTo>
                  <a:lnTo>
                    <a:pt x="5927745" y="2263313"/>
                  </a:lnTo>
                  <a:lnTo>
                    <a:pt x="5878046" y="2301959"/>
                  </a:lnTo>
                  <a:lnTo>
                    <a:pt x="5828913" y="2339017"/>
                  </a:lnTo>
                  <a:lnTo>
                    <a:pt x="5780395" y="2374136"/>
                  </a:lnTo>
                  <a:lnTo>
                    <a:pt x="5732453" y="2407051"/>
                  </a:lnTo>
                  <a:lnTo>
                    <a:pt x="5684941" y="2437595"/>
                  </a:lnTo>
                  <a:lnTo>
                    <a:pt x="5637598" y="2465686"/>
                  </a:lnTo>
                  <a:lnTo>
                    <a:pt x="5590028" y="2491329"/>
                  </a:lnTo>
                  <a:lnTo>
                    <a:pt x="5567201" y="2502670"/>
                  </a:lnTo>
                  <a:lnTo>
                    <a:pt x="5519019" y="2524495"/>
                  </a:lnTo>
                  <a:lnTo>
                    <a:pt x="5469113" y="2544042"/>
                  </a:lnTo>
                  <a:lnTo>
                    <a:pt x="5416638" y="2561440"/>
                  </a:lnTo>
                  <a:lnTo>
                    <a:pt x="5360658" y="2576897"/>
                  </a:lnTo>
                  <a:lnTo>
                    <a:pt x="5300224" y="2590646"/>
                  </a:lnTo>
                  <a:lnTo>
                    <a:pt x="5234468" y="2602905"/>
                  </a:lnTo>
                  <a:lnTo>
                    <a:pt x="5162719" y="2613863"/>
                  </a:lnTo>
                  <a:lnTo>
                    <a:pt x="5084659" y="2623670"/>
                  </a:lnTo>
                  <a:lnTo>
                    <a:pt x="5000527" y="2632427"/>
                  </a:lnTo>
                  <a:lnTo>
                    <a:pt x="4911352" y="2640194"/>
                  </a:lnTo>
                  <a:lnTo>
                    <a:pt x="4819172" y="2646986"/>
                  </a:lnTo>
                  <a:lnTo>
                    <a:pt x="4727126" y="2652792"/>
                  </a:lnTo>
                  <a:lnTo>
                    <a:pt x="4639314" y="2657585"/>
                  </a:lnTo>
                  <a:lnTo>
                    <a:pt x="4560316" y="2661356"/>
                  </a:lnTo>
                  <a:lnTo>
                    <a:pt x="4494374" y="2664132"/>
                  </a:lnTo>
                  <a:lnTo>
                    <a:pt x="4444444" y="2666000"/>
                  </a:lnTo>
                  <a:lnTo>
                    <a:pt x="4411405" y="2667105"/>
                  </a:lnTo>
                  <a:lnTo>
                    <a:pt x="4393700" y="2667637"/>
                  </a:lnTo>
                  <a:lnTo>
                    <a:pt x="4387460" y="2667806"/>
                  </a:lnTo>
                  <a:lnTo>
                    <a:pt x="4386855" y="2667821"/>
                  </a:lnTo>
                  <a:lnTo>
                    <a:pt x="3848118" y="2667821"/>
                  </a:lnTo>
                  <a:lnTo>
                    <a:pt x="3846937" y="2667741"/>
                  </a:lnTo>
                  <a:lnTo>
                    <a:pt x="3839209" y="2667166"/>
                  </a:lnTo>
                  <a:lnTo>
                    <a:pt x="3819878" y="2665578"/>
                  </a:lnTo>
                  <a:lnTo>
                    <a:pt x="3785698" y="2662457"/>
                  </a:lnTo>
                  <a:lnTo>
                    <a:pt x="3735528" y="2657346"/>
                  </a:lnTo>
                  <a:lnTo>
                    <a:pt x="3670391" y="2649899"/>
                  </a:lnTo>
                  <a:lnTo>
                    <a:pt x="3593118" y="2639913"/>
                  </a:lnTo>
                  <a:lnTo>
                    <a:pt x="3507647" y="2627325"/>
                  </a:lnTo>
                  <a:lnTo>
                    <a:pt x="3418186" y="2612163"/>
                  </a:lnTo>
                  <a:lnTo>
                    <a:pt x="3328514" y="2594487"/>
                  </a:lnTo>
                  <a:lnTo>
                    <a:pt x="3241553" y="2574334"/>
                  </a:lnTo>
                  <a:lnTo>
                    <a:pt x="3159242" y="2551667"/>
                  </a:lnTo>
                  <a:lnTo>
                    <a:pt x="3082607" y="2526354"/>
                  </a:lnTo>
                  <a:lnTo>
                    <a:pt x="3011943" y="2498154"/>
                  </a:lnTo>
                  <a:lnTo>
                    <a:pt x="2947021" y="2466716"/>
                  </a:lnTo>
                  <a:lnTo>
                    <a:pt x="2887269" y="2431588"/>
                  </a:lnTo>
                  <a:lnTo>
                    <a:pt x="2831918" y="2392242"/>
                  </a:lnTo>
                  <a:lnTo>
                    <a:pt x="2780105" y="2348106"/>
                  </a:lnTo>
                  <a:lnTo>
                    <a:pt x="2730958" y="2298635"/>
                  </a:lnTo>
                  <a:lnTo>
                    <a:pt x="2683668" y="2243433"/>
                  </a:lnTo>
                  <a:lnTo>
                    <a:pt x="2667772" y="2223184"/>
                  </a:lnTo>
                  <a:lnTo>
                    <a:pt x="2631465" y="2173820"/>
                  </a:lnTo>
                  <a:lnTo>
                    <a:pt x="2595500" y="2120743"/>
                  </a:lnTo>
                  <a:lnTo>
                    <a:pt x="2559651" y="2063878"/>
                  </a:lnTo>
                  <a:lnTo>
                    <a:pt x="2523742" y="2003214"/>
                  </a:lnTo>
                  <a:lnTo>
                    <a:pt x="2487642" y="1938812"/>
                  </a:lnTo>
                  <a:lnTo>
                    <a:pt x="2451260" y="1870808"/>
                  </a:lnTo>
                  <a:lnTo>
                    <a:pt x="2414543" y="1799422"/>
                  </a:lnTo>
                  <a:lnTo>
                    <a:pt x="2377471" y="1724954"/>
                  </a:lnTo>
                  <a:lnTo>
                    <a:pt x="2340054" y="1647787"/>
                  </a:lnTo>
                  <a:lnTo>
                    <a:pt x="2302332" y="1568377"/>
                  </a:lnTo>
                  <a:lnTo>
                    <a:pt x="2264364" y="1487248"/>
                  </a:lnTo>
                  <a:lnTo>
                    <a:pt x="2226226" y="1404972"/>
                  </a:lnTo>
                  <a:lnTo>
                    <a:pt x="2188007" y="1322160"/>
                  </a:lnTo>
                  <a:lnTo>
                    <a:pt x="2149802" y="1239436"/>
                  </a:lnTo>
                  <a:lnTo>
                    <a:pt x="2111704" y="1157425"/>
                  </a:lnTo>
                  <a:lnTo>
                    <a:pt x="2073798" y="1076727"/>
                  </a:lnTo>
                  <a:lnTo>
                    <a:pt x="2036157" y="997903"/>
                  </a:lnTo>
                  <a:lnTo>
                    <a:pt x="1998836" y="921458"/>
                  </a:lnTo>
                  <a:lnTo>
                    <a:pt x="1961864" y="847829"/>
                  </a:lnTo>
                  <a:lnTo>
                    <a:pt x="1925246" y="777374"/>
                  </a:lnTo>
                  <a:lnTo>
                    <a:pt x="1888950" y="710373"/>
                  </a:lnTo>
                  <a:lnTo>
                    <a:pt x="1852915" y="647020"/>
                  </a:lnTo>
                  <a:lnTo>
                    <a:pt x="1817039" y="587431"/>
                  </a:lnTo>
                  <a:lnTo>
                    <a:pt x="1781177" y="531645"/>
                  </a:lnTo>
                  <a:lnTo>
                    <a:pt x="1745140" y="479630"/>
                  </a:lnTo>
                  <a:lnTo>
                    <a:pt x="1719082" y="444636"/>
                  </a:lnTo>
                  <a:lnTo>
                    <a:pt x="1672266" y="387435"/>
                  </a:lnTo>
                  <a:lnTo>
                    <a:pt x="1623841" y="336034"/>
                  </a:lnTo>
                  <a:lnTo>
                    <a:pt x="1573037" y="290127"/>
                  </a:lnTo>
                  <a:lnTo>
                    <a:pt x="1518997" y="249205"/>
                  </a:lnTo>
                  <a:lnTo>
                    <a:pt x="1460846" y="212696"/>
                  </a:lnTo>
                  <a:lnTo>
                    <a:pt x="1397772" y="180049"/>
                  </a:lnTo>
                  <a:lnTo>
                    <a:pt x="1329121" y="150785"/>
                  </a:lnTo>
                  <a:lnTo>
                    <a:pt x="1254528" y="124516"/>
                  </a:lnTo>
                  <a:lnTo>
                    <a:pt x="1174086" y="100963"/>
                  </a:lnTo>
                  <a:lnTo>
                    <a:pt x="1088549" y="79957"/>
                  </a:lnTo>
                  <a:lnTo>
                    <a:pt x="999526" y="61432"/>
                  </a:lnTo>
                  <a:lnTo>
                    <a:pt x="909604" y="45402"/>
                  </a:lnTo>
                  <a:lnTo>
                    <a:pt x="822302" y="31926"/>
                  </a:lnTo>
                  <a:lnTo>
                    <a:pt x="741748" y="21051"/>
                  </a:lnTo>
                  <a:lnTo>
                    <a:pt x="672062" y="12749"/>
                  </a:lnTo>
                  <a:lnTo>
                    <a:pt x="616548" y="6869"/>
                  </a:lnTo>
                  <a:lnTo>
                    <a:pt x="576908" y="3114"/>
                  </a:lnTo>
                  <a:lnTo>
                    <a:pt x="552756" y="1058"/>
                  </a:lnTo>
                  <a:lnTo>
                    <a:pt x="541538" y="195"/>
                  </a:lnTo>
                  <a:lnTo>
                    <a:pt x="538786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546595" y="968238"/>
              <a:ext cx="8234974" cy="5106973"/>
            </a:xfrm>
            <a:custGeom>
              <a:avLst/>
              <a:pathLst>
                <a:path w="8234974" h="5106973">
                  <a:moveTo>
                    <a:pt x="0" y="2264926"/>
                  </a:moveTo>
                  <a:lnTo>
                    <a:pt x="538736" y="2264926"/>
                  </a:lnTo>
                  <a:lnTo>
                    <a:pt x="539904" y="2265010"/>
                  </a:lnTo>
                  <a:lnTo>
                    <a:pt x="547540" y="2265615"/>
                  </a:lnTo>
                  <a:lnTo>
                    <a:pt x="566650" y="2267286"/>
                  </a:lnTo>
                  <a:lnTo>
                    <a:pt x="600459" y="2270569"/>
                  </a:lnTo>
                  <a:lnTo>
                    <a:pt x="650127" y="2275948"/>
                  </a:lnTo>
                  <a:lnTo>
                    <a:pt x="714681" y="2283789"/>
                  </a:lnTo>
                  <a:lnTo>
                    <a:pt x="791357" y="2294308"/>
                  </a:lnTo>
                  <a:lnTo>
                    <a:pt x="876285" y="2307577"/>
                  </a:lnTo>
                  <a:lnTo>
                    <a:pt x="965304" y="2323568"/>
                  </a:lnTo>
                  <a:lnTo>
                    <a:pt x="1054659" y="2342216"/>
                  </a:lnTo>
                  <a:lnTo>
                    <a:pt x="1141425" y="2363482"/>
                  </a:lnTo>
                  <a:lnTo>
                    <a:pt x="1223645" y="2387399"/>
                  </a:lnTo>
                  <a:lnTo>
                    <a:pt x="1300269" y="2414102"/>
                  </a:lnTo>
                  <a:lnTo>
                    <a:pt x="1370970" y="2443839"/>
                  </a:lnTo>
                  <a:lnTo>
                    <a:pt x="1435954" y="2476972"/>
                  </a:lnTo>
                  <a:lnTo>
                    <a:pt x="1495767" y="2513970"/>
                  </a:lnTo>
                  <a:lnTo>
                    <a:pt x="1551161" y="2555387"/>
                  </a:lnTo>
                  <a:lnTo>
                    <a:pt x="1602985" y="2601821"/>
                  </a:lnTo>
                  <a:lnTo>
                    <a:pt x="1652102" y="2653852"/>
                  </a:lnTo>
                  <a:lnTo>
                    <a:pt x="1699318" y="2711914"/>
                  </a:lnTo>
                  <a:lnTo>
                    <a:pt x="1719082" y="2738600"/>
                  </a:lnTo>
                  <a:lnTo>
                    <a:pt x="1754500" y="2789845"/>
                  </a:lnTo>
                  <a:lnTo>
                    <a:pt x="1789586" y="2844850"/>
                  </a:lnTo>
                  <a:lnTo>
                    <a:pt x="1824552" y="2903691"/>
                  </a:lnTo>
                  <a:lnTo>
                    <a:pt x="1859565" y="2966384"/>
                  </a:lnTo>
                  <a:lnTo>
                    <a:pt x="1894749" y="3032876"/>
                  </a:lnTo>
                  <a:lnTo>
                    <a:pt x="1930193" y="3103039"/>
                  </a:lnTo>
                  <a:lnTo>
                    <a:pt x="1965950" y="3176669"/>
                  </a:lnTo>
                  <a:lnTo>
                    <a:pt x="2002045" y="3253481"/>
                  </a:lnTo>
                  <a:lnTo>
                    <a:pt x="2038470" y="3333111"/>
                  </a:lnTo>
                  <a:lnTo>
                    <a:pt x="2075197" y="3415122"/>
                  </a:lnTo>
                  <a:lnTo>
                    <a:pt x="2112174" y="3499013"/>
                  </a:lnTo>
                  <a:lnTo>
                    <a:pt x="2149334" y="3584228"/>
                  </a:lnTo>
                  <a:lnTo>
                    <a:pt x="2186596" y="3670172"/>
                  </a:lnTo>
                  <a:lnTo>
                    <a:pt x="2223874" y="3756230"/>
                  </a:lnTo>
                  <a:lnTo>
                    <a:pt x="2261081" y="3841782"/>
                  </a:lnTo>
                  <a:lnTo>
                    <a:pt x="2298133" y="3926225"/>
                  </a:lnTo>
                  <a:lnTo>
                    <a:pt x="2334959" y="4008986"/>
                  </a:lnTo>
                  <a:lnTo>
                    <a:pt x="2371500" y="4089543"/>
                  </a:lnTo>
                  <a:lnTo>
                    <a:pt x="2407717" y="4167434"/>
                  </a:lnTo>
                  <a:lnTo>
                    <a:pt x="2443597" y="4242267"/>
                  </a:lnTo>
                  <a:lnTo>
                    <a:pt x="2479151" y="4313729"/>
                  </a:lnTo>
                  <a:lnTo>
                    <a:pt x="2514422" y="4381585"/>
                  </a:lnTo>
                  <a:lnTo>
                    <a:pt x="2549485" y="4445680"/>
                  </a:lnTo>
                  <a:lnTo>
                    <a:pt x="2584452" y="4505934"/>
                  </a:lnTo>
                  <a:lnTo>
                    <a:pt x="2619471" y="4562339"/>
                  </a:lnTo>
                  <a:lnTo>
                    <a:pt x="2654740" y="4614949"/>
                  </a:lnTo>
                  <a:lnTo>
                    <a:pt x="2667772" y="4633298"/>
                  </a:lnTo>
                  <a:lnTo>
                    <a:pt x="2714392" y="4693995"/>
                  </a:lnTo>
                  <a:lnTo>
                    <a:pt x="2762604" y="4748564"/>
                  </a:lnTo>
                  <a:lnTo>
                    <a:pt x="2813167" y="4797323"/>
                  </a:lnTo>
                  <a:lnTo>
                    <a:pt x="2866930" y="4840809"/>
                  </a:lnTo>
                  <a:lnTo>
                    <a:pt x="2924755" y="4879623"/>
                  </a:lnTo>
                  <a:lnTo>
                    <a:pt x="2987448" y="4914345"/>
                  </a:lnTo>
                  <a:lnTo>
                    <a:pt x="3055658" y="4945482"/>
                  </a:lnTo>
                  <a:lnTo>
                    <a:pt x="3129756" y="4973444"/>
                  </a:lnTo>
                  <a:lnTo>
                    <a:pt x="3209667" y="4998528"/>
                  </a:lnTo>
                  <a:lnTo>
                    <a:pt x="3294674" y="5020918"/>
                  </a:lnTo>
                  <a:lnTo>
                    <a:pt x="3383225" y="5040685"/>
                  </a:lnTo>
                  <a:lnTo>
                    <a:pt x="3472805" y="5057819"/>
                  </a:lnTo>
                  <a:lnTo>
                    <a:pt x="3559979" y="5072257"/>
                  </a:lnTo>
                  <a:lnTo>
                    <a:pt x="3640690" y="5083950"/>
                  </a:lnTo>
                  <a:lnTo>
                    <a:pt x="3710844" y="5092918"/>
                  </a:lnTo>
                  <a:lnTo>
                    <a:pt x="3767107" y="5099313"/>
                  </a:lnTo>
                  <a:lnTo>
                    <a:pt x="3807676" y="5103437"/>
                  </a:lnTo>
                  <a:lnTo>
                    <a:pt x="3832786" y="5105732"/>
                  </a:lnTo>
                  <a:lnTo>
                    <a:pt x="3844809" y="5106725"/>
                  </a:lnTo>
                  <a:lnTo>
                    <a:pt x="3848118" y="5106973"/>
                  </a:lnTo>
                  <a:lnTo>
                    <a:pt x="4386855" y="5106973"/>
                  </a:lnTo>
                  <a:lnTo>
                    <a:pt x="4387695" y="5106864"/>
                  </a:lnTo>
                  <a:lnTo>
                    <a:pt x="4393228" y="5106092"/>
                  </a:lnTo>
                  <a:lnTo>
                    <a:pt x="4407220" y="5103957"/>
                  </a:lnTo>
                  <a:lnTo>
                    <a:pt x="4432340" y="5099752"/>
                  </a:lnTo>
                  <a:lnTo>
                    <a:pt x="4469986" y="5092815"/>
                  </a:lnTo>
                  <a:lnTo>
                    <a:pt x="4520176" y="5082594"/>
                  </a:lnTo>
                  <a:lnTo>
                    <a:pt x="4581623" y="5068696"/>
                  </a:lnTo>
                  <a:lnTo>
                    <a:pt x="4652032" y="5050908"/>
                  </a:lnTo>
                  <a:lnTo>
                    <a:pt x="4728529" y="5029171"/>
                  </a:lnTo>
                  <a:lnTo>
                    <a:pt x="4808140" y="5003532"/>
                  </a:lnTo>
                  <a:lnTo>
                    <a:pt x="4888168" y="4974075"/>
                  </a:lnTo>
                  <a:lnTo>
                    <a:pt x="4966445" y="4940859"/>
                  </a:lnTo>
                  <a:lnTo>
                    <a:pt x="5041423" y="4903866"/>
                  </a:lnTo>
                  <a:lnTo>
                    <a:pt x="5112156" y="4862970"/>
                  </a:lnTo>
                  <a:lnTo>
                    <a:pt x="5178210" y="4817915"/>
                  </a:lnTo>
                  <a:lnTo>
                    <a:pt x="5239548" y="4768315"/>
                  </a:lnTo>
                  <a:lnTo>
                    <a:pt x="5296422" y="4713653"/>
                  </a:lnTo>
                  <a:lnTo>
                    <a:pt x="5349270" y="4653297"/>
                  </a:lnTo>
                  <a:lnTo>
                    <a:pt x="5398646" y="4586522"/>
                  </a:lnTo>
                  <a:lnTo>
                    <a:pt x="5445159" y="4512556"/>
                  </a:lnTo>
                  <a:lnTo>
                    <a:pt x="5489428" y="4430648"/>
                  </a:lnTo>
                  <a:lnTo>
                    <a:pt x="5532043" y="4340187"/>
                  </a:lnTo>
                  <a:lnTo>
                    <a:pt x="5567201" y="4256718"/>
                  </a:lnTo>
                  <a:lnTo>
                    <a:pt x="5594676" y="4186041"/>
                  </a:lnTo>
                  <a:lnTo>
                    <a:pt x="5621920" y="4111339"/>
                  </a:lnTo>
                  <a:lnTo>
                    <a:pt x="5649039" y="4032532"/>
                  </a:lnTo>
                  <a:lnTo>
                    <a:pt x="5676122" y="3949577"/>
                  </a:lnTo>
                  <a:lnTo>
                    <a:pt x="5703243" y="3862472"/>
                  </a:lnTo>
                  <a:lnTo>
                    <a:pt x="5730459" y="3771261"/>
                  </a:lnTo>
                  <a:lnTo>
                    <a:pt x="5757815" y="3676035"/>
                  </a:lnTo>
                  <a:lnTo>
                    <a:pt x="5785344" y="3576933"/>
                  </a:lnTo>
                  <a:lnTo>
                    <a:pt x="5813066" y="3474148"/>
                  </a:lnTo>
                  <a:lnTo>
                    <a:pt x="5840990" y="3367923"/>
                  </a:lnTo>
                  <a:lnTo>
                    <a:pt x="5869116" y="3258552"/>
                  </a:lnTo>
                  <a:lnTo>
                    <a:pt x="5897434" y="3146379"/>
                  </a:lnTo>
                  <a:lnTo>
                    <a:pt x="5925925" y="3031792"/>
                  </a:lnTo>
                  <a:lnTo>
                    <a:pt x="5954564" y="2915219"/>
                  </a:lnTo>
                  <a:lnTo>
                    <a:pt x="5983320" y="2797122"/>
                  </a:lnTo>
                  <a:lnTo>
                    <a:pt x="6012156" y="2677992"/>
                  </a:lnTo>
                  <a:lnTo>
                    <a:pt x="6041033" y="2558336"/>
                  </a:lnTo>
                  <a:lnTo>
                    <a:pt x="6069911" y="2438670"/>
                  </a:lnTo>
                  <a:lnTo>
                    <a:pt x="6098749" y="2319512"/>
                  </a:lnTo>
                  <a:lnTo>
                    <a:pt x="6127508" y="2201371"/>
                  </a:lnTo>
                  <a:lnTo>
                    <a:pt x="6156152" y="2084735"/>
                  </a:lnTo>
                  <a:lnTo>
                    <a:pt x="6184649" y="1970070"/>
                  </a:lnTo>
                  <a:lnTo>
                    <a:pt x="6212973" y="1857804"/>
                  </a:lnTo>
                  <a:lnTo>
                    <a:pt x="6241106" y="1748328"/>
                  </a:lnTo>
                  <a:lnTo>
                    <a:pt x="6269038" y="1641986"/>
                  </a:lnTo>
                  <a:lnTo>
                    <a:pt x="6296767" y="1539074"/>
                  </a:lnTo>
                  <a:lnTo>
                    <a:pt x="6324302" y="1439838"/>
                  </a:lnTo>
                  <a:lnTo>
                    <a:pt x="6351664" y="1344471"/>
                  </a:lnTo>
                  <a:lnTo>
                    <a:pt x="6378885" y="1253115"/>
                  </a:lnTo>
                  <a:lnTo>
                    <a:pt x="6406008" y="1165864"/>
                  </a:lnTo>
                  <a:lnTo>
                    <a:pt x="6433091" y="1082761"/>
                  </a:lnTo>
                  <a:lnTo>
                    <a:pt x="6460208" y="1003806"/>
                  </a:lnTo>
                  <a:lnTo>
                    <a:pt x="6487445" y="928960"/>
                  </a:lnTo>
                  <a:lnTo>
                    <a:pt x="6514910" y="858142"/>
                  </a:lnTo>
                  <a:lnTo>
                    <a:pt x="6515891" y="855699"/>
                  </a:lnTo>
                  <a:lnTo>
                    <a:pt x="6557511" y="757759"/>
                  </a:lnTo>
                  <a:lnTo>
                    <a:pt x="6600344" y="668641"/>
                  </a:lnTo>
                  <a:lnTo>
                    <a:pt x="6644918" y="587998"/>
                  </a:lnTo>
                  <a:lnTo>
                    <a:pt x="6691831" y="515187"/>
                  </a:lnTo>
                  <a:lnTo>
                    <a:pt x="6741702" y="449449"/>
                  </a:lnTo>
                  <a:lnTo>
                    <a:pt x="6795134" y="390012"/>
                  </a:lnTo>
                  <a:lnTo>
                    <a:pt x="6852669" y="336166"/>
                  </a:lnTo>
                  <a:lnTo>
                    <a:pt x="6914721" y="287295"/>
                  </a:lnTo>
                  <a:lnTo>
                    <a:pt x="6981505" y="242901"/>
                  </a:lnTo>
                  <a:lnTo>
                    <a:pt x="7052930" y="202618"/>
                  </a:lnTo>
                  <a:lnTo>
                    <a:pt x="7128491" y="166211"/>
                  </a:lnTo>
                  <a:lnTo>
                    <a:pt x="7207153" y="133571"/>
                  </a:lnTo>
                  <a:lnTo>
                    <a:pt x="7287273" y="104695"/>
                  </a:lnTo>
                  <a:lnTo>
                    <a:pt x="7366591" y="79650"/>
                  </a:lnTo>
                  <a:lnTo>
                    <a:pt x="7442349" y="58519"/>
                  </a:lnTo>
                  <a:lnTo>
                    <a:pt x="7511559" y="41336"/>
                  </a:lnTo>
                  <a:lnTo>
                    <a:pt x="7571405" y="28021"/>
                  </a:lnTo>
                  <a:lnTo>
                    <a:pt x="7619721" y="18334"/>
                  </a:lnTo>
                  <a:lnTo>
                    <a:pt x="7655407" y="11856"/>
                  </a:lnTo>
                  <a:lnTo>
                    <a:pt x="7678693" y="8015"/>
                  </a:lnTo>
                  <a:lnTo>
                    <a:pt x="7691182" y="6135"/>
                  </a:lnTo>
                  <a:lnTo>
                    <a:pt x="7695724" y="551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8" y="108"/>
                  </a:lnTo>
                  <a:lnTo>
                    <a:pt x="7689865" y="880"/>
                  </a:lnTo>
                  <a:lnTo>
                    <a:pt x="7675873" y="3015"/>
                  </a:lnTo>
                  <a:lnTo>
                    <a:pt x="7650752" y="7220"/>
                  </a:lnTo>
                  <a:lnTo>
                    <a:pt x="7613106" y="14157"/>
                  </a:lnTo>
                  <a:lnTo>
                    <a:pt x="7562917" y="24378"/>
                  </a:lnTo>
                  <a:lnTo>
                    <a:pt x="7501469" y="38276"/>
                  </a:lnTo>
                  <a:lnTo>
                    <a:pt x="7431061" y="56064"/>
                  </a:lnTo>
                  <a:lnTo>
                    <a:pt x="7354563" y="77801"/>
                  </a:lnTo>
                  <a:lnTo>
                    <a:pt x="7274953" y="103440"/>
                  </a:lnTo>
                  <a:lnTo>
                    <a:pt x="7194925" y="132897"/>
                  </a:lnTo>
                  <a:lnTo>
                    <a:pt x="7116648" y="166113"/>
                  </a:lnTo>
                  <a:lnTo>
                    <a:pt x="7041669" y="203106"/>
                  </a:lnTo>
                  <a:lnTo>
                    <a:pt x="6970936" y="244002"/>
                  </a:lnTo>
                  <a:lnTo>
                    <a:pt x="6904882" y="289057"/>
                  </a:lnTo>
                  <a:lnTo>
                    <a:pt x="6843544" y="338657"/>
                  </a:lnTo>
                  <a:lnTo>
                    <a:pt x="6786671" y="393319"/>
                  </a:lnTo>
                  <a:lnTo>
                    <a:pt x="6733823" y="453675"/>
                  </a:lnTo>
                  <a:lnTo>
                    <a:pt x="6684447" y="520450"/>
                  </a:lnTo>
                  <a:lnTo>
                    <a:pt x="6637934" y="594416"/>
                  </a:lnTo>
                  <a:lnTo>
                    <a:pt x="6593664" y="676324"/>
                  </a:lnTo>
                  <a:lnTo>
                    <a:pt x="6551050" y="766785"/>
                  </a:lnTo>
                  <a:lnTo>
                    <a:pt x="6515891" y="850254"/>
                  </a:lnTo>
                  <a:lnTo>
                    <a:pt x="6488416" y="920931"/>
                  </a:lnTo>
                  <a:lnTo>
                    <a:pt x="6461173" y="995633"/>
                  </a:lnTo>
                  <a:lnTo>
                    <a:pt x="6434054" y="1074440"/>
                  </a:lnTo>
                  <a:lnTo>
                    <a:pt x="6406970" y="1157395"/>
                  </a:lnTo>
                  <a:lnTo>
                    <a:pt x="6379850" y="1244500"/>
                  </a:lnTo>
                  <a:lnTo>
                    <a:pt x="6352634" y="1335711"/>
                  </a:lnTo>
                  <a:lnTo>
                    <a:pt x="6325277" y="1430937"/>
                  </a:lnTo>
                  <a:lnTo>
                    <a:pt x="6297748" y="1530039"/>
                  </a:lnTo>
                  <a:lnTo>
                    <a:pt x="6270026" y="1632824"/>
                  </a:lnTo>
                  <a:lnTo>
                    <a:pt x="6242102" y="1739049"/>
                  </a:lnTo>
                  <a:lnTo>
                    <a:pt x="6213976" y="1848420"/>
                  </a:lnTo>
                  <a:lnTo>
                    <a:pt x="6185658" y="1960593"/>
                  </a:lnTo>
                  <a:lnTo>
                    <a:pt x="6157167" y="2075180"/>
                  </a:lnTo>
                  <a:lnTo>
                    <a:pt x="6128528" y="2191753"/>
                  </a:lnTo>
                  <a:lnTo>
                    <a:pt x="6099773" y="2309850"/>
                  </a:lnTo>
                  <a:lnTo>
                    <a:pt x="6070937" y="2428980"/>
                  </a:lnTo>
                  <a:lnTo>
                    <a:pt x="6042059" y="2548637"/>
                  </a:lnTo>
                  <a:lnTo>
                    <a:pt x="6013181" y="2668302"/>
                  </a:lnTo>
                  <a:lnTo>
                    <a:pt x="5984343" y="2787460"/>
                  </a:lnTo>
                  <a:lnTo>
                    <a:pt x="5955584" y="2905602"/>
                  </a:lnTo>
                  <a:lnTo>
                    <a:pt x="5926940" y="3022237"/>
                  </a:lnTo>
                  <a:lnTo>
                    <a:pt x="5898444" y="3136902"/>
                  </a:lnTo>
                  <a:lnTo>
                    <a:pt x="5870119" y="3249168"/>
                  </a:lnTo>
                  <a:lnTo>
                    <a:pt x="5841986" y="3358644"/>
                  </a:lnTo>
                  <a:lnTo>
                    <a:pt x="5814055" y="3464987"/>
                  </a:lnTo>
                  <a:lnTo>
                    <a:pt x="5786326" y="3567898"/>
                  </a:lnTo>
                  <a:lnTo>
                    <a:pt x="5758790" y="3667135"/>
                  </a:lnTo>
                  <a:lnTo>
                    <a:pt x="5731428" y="3762501"/>
                  </a:lnTo>
                  <a:lnTo>
                    <a:pt x="5704208" y="3853857"/>
                  </a:lnTo>
                  <a:lnTo>
                    <a:pt x="5677085" y="3941108"/>
                  </a:lnTo>
                  <a:lnTo>
                    <a:pt x="5650001" y="4024211"/>
                  </a:lnTo>
                  <a:lnTo>
                    <a:pt x="5622885" y="4103166"/>
                  </a:lnTo>
                  <a:lnTo>
                    <a:pt x="5595647" y="4178012"/>
                  </a:lnTo>
                  <a:lnTo>
                    <a:pt x="5568183" y="4248830"/>
                  </a:lnTo>
                  <a:lnTo>
                    <a:pt x="5567201" y="4251273"/>
                  </a:lnTo>
                  <a:lnTo>
                    <a:pt x="5525582" y="4349213"/>
                  </a:lnTo>
                  <a:lnTo>
                    <a:pt x="5482749" y="4438331"/>
                  </a:lnTo>
                  <a:lnTo>
                    <a:pt x="5438174" y="4518974"/>
                  </a:lnTo>
                  <a:lnTo>
                    <a:pt x="5391261" y="4591785"/>
                  </a:lnTo>
                  <a:lnTo>
                    <a:pt x="5341391" y="4657523"/>
                  </a:lnTo>
                  <a:lnTo>
                    <a:pt x="5287958" y="4716960"/>
                  </a:lnTo>
                  <a:lnTo>
                    <a:pt x="5230424" y="4770806"/>
                  </a:lnTo>
                  <a:lnTo>
                    <a:pt x="5168371" y="4819677"/>
                  </a:lnTo>
                  <a:lnTo>
                    <a:pt x="5101588" y="4864071"/>
                  </a:lnTo>
                  <a:lnTo>
                    <a:pt x="5030163" y="4904354"/>
                  </a:lnTo>
                  <a:lnTo>
                    <a:pt x="4954602" y="4940761"/>
                  </a:lnTo>
                  <a:lnTo>
                    <a:pt x="4875939" y="4973401"/>
                  </a:lnTo>
                  <a:lnTo>
                    <a:pt x="4795820" y="5002277"/>
                  </a:lnTo>
                  <a:lnTo>
                    <a:pt x="4716501" y="5027322"/>
                  </a:lnTo>
                  <a:lnTo>
                    <a:pt x="4640743" y="5048453"/>
                  </a:lnTo>
                  <a:lnTo>
                    <a:pt x="4571534" y="5065636"/>
                  </a:lnTo>
                  <a:lnTo>
                    <a:pt x="4511687" y="5078951"/>
                  </a:lnTo>
                  <a:lnTo>
                    <a:pt x="4463371" y="5088638"/>
                  </a:lnTo>
                  <a:lnTo>
                    <a:pt x="4427685" y="5095116"/>
                  </a:lnTo>
                  <a:lnTo>
                    <a:pt x="4404400" y="5098957"/>
                  </a:lnTo>
                  <a:lnTo>
                    <a:pt x="4391910" y="5100837"/>
                  </a:lnTo>
                  <a:lnTo>
                    <a:pt x="4387368" y="5101462"/>
                  </a:lnTo>
                  <a:lnTo>
                    <a:pt x="4386855" y="5101528"/>
                  </a:lnTo>
                  <a:lnTo>
                    <a:pt x="3848118" y="5101528"/>
                  </a:lnTo>
                  <a:lnTo>
                    <a:pt x="3846951" y="5101443"/>
                  </a:lnTo>
                  <a:lnTo>
                    <a:pt x="3839315" y="5100839"/>
                  </a:lnTo>
                  <a:lnTo>
                    <a:pt x="3820205" y="5099168"/>
                  </a:lnTo>
                  <a:lnTo>
                    <a:pt x="3786395" y="5095885"/>
                  </a:lnTo>
                  <a:lnTo>
                    <a:pt x="3736728" y="5090506"/>
                  </a:lnTo>
                  <a:lnTo>
                    <a:pt x="3672173" y="5082665"/>
                  </a:lnTo>
                  <a:lnTo>
                    <a:pt x="3595497" y="5072145"/>
                  </a:lnTo>
                  <a:lnTo>
                    <a:pt x="3510569" y="5058876"/>
                  </a:lnTo>
                  <a:lnTo>
                    <a:pt x="3421550" y="5042886"/>
                  </a:lnTo>
                  <a:lnTo>
                    <a:pt x="3332195" y="5024238"/>
                  </a:lnTo>
                  <a:lnTo>
                    <a:pt x="3245430" y="5002972"/>
                  </a:lnTo>
                  <a:lnTo>
                    <a:pt x="3163209" y="4979055"/>
                  </a:lnTo>
                  <a:lnTo>
                    <a:pt x="3086586" y="4952352"/>
                  </a:lnTo>
                  <a:lnTo>
                    <a:pt x="3015884" y="4922615"/>
                  </a:lnTo>
                  <a:lnTo>
                    <a:pt x="2950901" y="4889482"/>
                  </a:lnTo>
                  <a:lnTo>
                    <a:pt x="2891088" y="4852483"/>
                  </a:lnTo>
                  <a:lnTo>
                    <a:pt x="2835694" y="4811067"/>
                  </a:lnTo>
                  <a:lnTo>
                    <a:pt x="2783870" y="4764633"/>
                  </a:lnTo>
                  <a:lnTo>
                    <a:pt x="2734753" y="4712602"/>
                  </a:lnTo>
                  <a:lnTo>
                    <a:pt x="2687537" y="4654539"/>
                  </a:lnTo>
                  <a:lnTo>
                    <a:pt x="2667772" y="4627854"/>
                  </a:lnTo>
                  <a:lnTo>
                    <a:pt x="2632355" y="4576609"/>
                  </a:lnTo>
                  <a:lnTo>
                    <a:pt x="2597269" y="4521604"/>
                  </a:lnTo>
                  <a:lnTo>
                    <a:pt x="2562303" y="4462763"/>
                  </a:lnTo>
                  <a:lnTo>
                    <a:pt x="2527290" y="4400070"/>
                  </a:lnTo>
                  <a:lnTo>
                    <a:pt x="2492106" y="4333578"/>
                  </a:lnTo>
                  <a:lnTo>
                    <a:pt x="2456662" y="4263415"/>
                  </a:lnTo>
                  <a:lnTo>
                    <a:pt x="2420904" y="4189785"/>
                  </a:lnTo>
                  <a:lnTo>
                    <a:pt x="2384810" y="4112973"/>
                  </a:lnTo>
                  <a:lnTo>
                    <a:pt x="2348384" y="4033343"/>
                  </a:lnTo>
                  <a:lnTo>
                    <a:pt x="2311657" y="3951332"/>
                  </a:lnTo>
                  <a:lnTo>
                    <a:pt x="2274680" y="3867441"/>
                  </a:lnTo>
                  <a:lnTo>
                    <a:pt x="2237521" y="3782226"/>
                  </a:lnTo>
                  <a:lnTo>
                    <a:pt x="2200259" y="3696282"/>
                  </a:lnTo>
                  <a:lnTo>
                    <a:pt x="2162981" y="3610224"/>
                  </a:lnTo>
                  <a:lnTo>
                    <a:pt x="2125774" y="3524672"/>
                  </a:lnTo>
                  <a:lnTo>
                    <a:pt x="2088721" y="3440229"/>
                  </a:lnTo>
                  <a:lnTo>
                    <a:pt x="2051896" y="3357467"/>
                  </a:lnTo>
                  <a:lnTo>
                    <a:pt x="2015355" y="3276910"/>
                  </a:lnTo>
                  <a:lnTo>
                    <a:pt x="1979137" y="3199020"/>
                  </a:lnTo>
                  <a:lnTo>
                    <a:pt x="1943258" y="3124187"/>
                  </a:lnTo>
                  <a:lnTo>
                    <a:pt x="1907703" y="3052725"/>
                  </a:lnTo>
                  <a:lnTo>
                    <a:pt x="1872432" y="2984869"/>
                  </a:lnTo>
                  <a:lnTo>
                    <a:pt x="1837369" y="2920774"/>
                  </a:lnTo>
                  <a:lnTo>
                    <a:pt x="1802403" y="2860519"/>
                  </a:lnTo>
                  <a:lnTo>
                    <a:pt x="1767383" y="2804115"/>
                  </a:lnTo>
                  <a:lnTo>
                    <a:pt x="1732115" y="2751504"/>
                  </a:lnTo>
                  <a:lnTo>
                    <a:pt x="1719082" y="2733156"/>
                  </a:lnTo>
                  <a:lnTo>
                    <a:pt x="1672463" y="2672459"/>
                  </a:lnTo>
                  <a:lnTo>
                    <a:pt x="1624251" y="2617890"/>
                  </a:lnTo>
                  <a:lnTo>
                    <a:pt x="1573688" y="2569131"/>
                  </a:lnTo>
                  <a:lnTo>
                    <a:pt x="1519925" y="2525645"/>
                  </a:lnTo>
                  <a:lnTo>
                    <a:pt x="1462099" y="2486831"/>
                  </a:lnTo>
                  <a:lnTo>
                    <a:pt x="1399407" y="2452109"/>
                  </a:lnTo>
                  <a:lnTo>
                    <a:pt x="1331197" y="2420972"/>
                  </a:lnTo>
                  <a:lnTo>
                    <a:pt x="1257098" y="2393010"/>
                  </a:lnTo>
                  <a:lnTo>
                    <a:pt x="1177187" y="2367925"/>
                  </a:lnTo>
                  <a:lnTo>
                    <a:pt x="1092180" y="2345536"/>
                  </a:lnTo>
                  <a:lnTo>
                    <a:pt x="1003630" y="2325768"/>
                  </a:lnTo>
                  <a:lnTo>
                    <a:pt x="914050" y="2308635"/>
                  </a:lnTo>
                  <a:lnTo>
                    <a:pt x="826875" y="2294196"/>
                  </a:lnTo>
                  <a:lnTo>
                    <a:pt x="746165" y="2282504"/>
                  </a:lnTo>
                  <a:lnTo>
                    <a:pt x="676011" y="2273536"/>
                  </a:lnTo>
                  <a:lnTo>
                    <a:pt x="619748" y="2267141"/>
                  </a:lnTo>
                  <a:lnTo>
                    <a:pt x="579178" y="2263016"/>
                  </a:lnTo>
                  <a:lnTo>
                    <a:pt x="554068" y="2260721"/>
                  </a:lnTo>
                  <a:lnTo>
                    <a:pt x="542046" y="2259729"/>
                  </a:lnTo>
                  <a:lnTo>
                    <a:pt x="538736" y="2259481"/>
                  </a:lnTo>
                  <a:lnTo>
                    <a:pt x="0" y="225948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546595" y="973683"/>
              <a:ext cx="8234974" cy="5101528"/>
            </a:xfrm>
            <a:custGeom>
              <a:avLst/>
              <a:pathLst>
                <a:path w="8234974" h="5101528">
                  <a:moveTo>
                    <a:pt x="0" y="2259481"/>
                  </a:moveTo>
                  <a:lnTo>
                    <a:pt x="538736" y="2259481"/>
                  </a:lnTo>
                  <a:lnTo>
                    <a:pt x="539904" y="2259566"/>
                  </a:lnTo>
                  <a:lnTo>
                    <a:pt x="547540" y="2260170"/>
                  </a:lnTo>
                  <a:lnTo>
                    <a:pt x="566650" y="2261841"/>
                  </a:lnTo>
                  <a:lnTo>
                    <a:pt x="600459" y="2265124"/>
                  </a:lnTo>
                  <a:lnTo>
                    <a:pt x="650127" y="2270503"/>
                  </a:lnTo>
                  <a:lnTo>
                    <a:pt x="714681" y="2278345"/>
                  </a:lnTo>
                  <a:lnTo>
                    <a:pt x="791357" y="2288864"/>
                  </a:lnTo>
                  <a:lnTo>
                    <a:pt x="876285" y="2302133"/>
                  </a:lnTo>
                  <a:lnTo>
                    <a:pt x="965304" y="2318123"/>
                  </a:lnTo>
                  <a:lnTo>
                    <a:pt x="1054659" y="2336771"/>
                  </a:lnTo>
                  <a:lnTo>
                    <a:pt x="1141425" y="2358037"/>
                  </a:lnTo>
                  <a:lnTo>
                    <a:pt x="1223645" y="2381954"/>
                  </a:lnTo>
                  <a:lnTo>
                    <a:pt x="1300269" y="2408657"/>
                  </a:lnTo>
                  <a:lnTo>
                    <a:pt x="1370970" y="2438394"/>
                  </a:lnTo>
                  <a:lnTo>
                    <a:pt x="1435954" y="2471528"/>
                  </a:lnTo>
                  <a:lnTo>
                    <a:pt x="1495767" y="2508526"/>
                  </a:lnTo>
                  <a:lnTo>
                    <a:pt x="1551161" y="2549942"/>
                  </a:lnTo>
                  <a:lnTo>
                    <a:pt x="1602985" y="2596377"/>
                  </a:lnTo>
                  <a:lnTo>
                    <a:pt x="1652102" y="2648407"/>
                  </a:lnTo>
                  <a:lnTo>
                    <a:pt x="1699318" y="2706470"/>
                  </a:lnTo>
                  <a:lnTo>
                    <a:pt x="1719082" y="2733156"/>
                  </a:lnTo>
                  <a:lnTo>
                    <a:pt x="1754500" y="2784400"/>
                  </a:lnTo>
                  <a:lnTo>
                    <a:pt x="1789586" y="2839405"/>
                  </a:lnTo>
                  <a:lnTo>
                    <a:pt x="1824552" y="2898246"/>
                  </a:lnTo>
                  <a:lnTo>
                    <a:pt x="1859565" y="2960939"/>
                  </a:lnTo>
                  <a:lnTo>
                    <a:pt x="1894749" y="3027431"/>
                  </a:lnTo>
                  <a:lnTo>
                    <a:pt x="1930193" y="3097595"/>
                  </a:lnTo>
                  <a:lnTo>
                    <a:pt x="1965950" y="3171225"/>
                  </a:lnTo>
                  <a:lnTo>
                    <a:pt x="2002045" y="3248036"/>
                  </a:lnTo>
                  <a:lnTo>
                    <a:pt x="2038470" y="3327666"/>
                  </a:lnTo>
                  <a:lnTo>
                    <a:pt x="2075197" y="3409678"/>
                  </a:lnTo>
                  <a:lnTo>
                    <a:pt x="2112174" y="3493568"/>
                  </a:lnTo>
                  <a:lnTo>
                    <a:pt x="2149334" y="3578783"/>
                  </a:lnTo>
                  <a:lnTo>
                    <a:pt x="2186596" y="3664727"/>
                  </a:lnTo>
                  <a:lnTo>
                    <a:pt x="2223874" y="3750785"/>
                  </a:lnTo>
                  <a:lnTo>
                    <a:pt x="2261081" y="3836338"/>
                  </a:lnTo>
                  <a:lnTo>
                    <a:pt x="2298133" y="3920780"/>
                  </a:lnTo>
                  <a:lnTo>
                    <a:pt x="2334959" y="4003542"/>
                  </a:lnTo>
                  <a:lnTo>
                    <a:pt x="2371500" y="4084099"/>
                  </a:lnTo>
                  <a:lnTo>
                    <a:pt x="2407717" y="4161990"/>
                  </a:lnTo>
                  <a:lnTo>
                    <a:pt x="2443597" y="4236823"/>
                  </a:lnTo>
                  <a:lnTo>
                    <a:pt x="2479151" y="4308284"/>
                  </a:lnTo>
                  <a:lnTo>
                    <a:pt x="2514422" y="4376140"/>
                  </a:lnTo>
                  <a:lnTo>
                    <a:pt x="2549485" y="4440235"/>
                  </a:lnTo>
                  <a:lnTo>
                    <a:pt x="2584452" y="4500490"/>
                  </a:lnTo>
                  <a:lnTo>
                    <a:pt x="2619471" y="4556895"/>
                  </a:lnTo>
                  <a:lnTo>
                    <a:pt x="2654740" y="4609505"/>
                  </a:lnTo>
                  <a:lnTo>
                    <a:pt x="2667772" y="4627854"/>
                  </a:lnTo>
                  <a:lnTo>
                    <a:pt x="2714392" y="4688550"/>
                  </a:lnTo>
                  <a:lnTo>
                    <a:pt x="2762604" y="4743119"/>
                  </a:lnTo>
                  <a:lnTo>
                    <a:pt x="2813167" y="4791879"/>
                  </a:lnTo>
                  <a:lnTo>
                    <a:pt x="2866930" y="4835364"/>
                  </a:lnTo>
                  <a:lnTo>
                    <a:pt x="2924755" y="4874179"/>
                  </a:lnTo>
                  <a:lnTo>
                    <a:pt x="2987448" y="4908900"/>
                  </a:lnTo>
                  <a:lnTo>
                    <a:pt x="3055658" y="4940037"/>
                  </a:lnTo>
                  <a:lnTo>
                    <a:pt x="3129756" y="4967999"/>
                  </a:lnTo>
                  <a:lnTo>
                    <a:pt x="3209667" y="4993084"/>
                  </a:lnTo>
                  <a:lnTo>
                    <a:pt x="3294674" y="5015473"/>
                  </a:lnTo>
                  <a:lnTo>
                    <a:pt x="3383225" y="5035241"/>
                  </a:lnTo>
                  <a:lnTo>
                    <a:pt x="3472805" y="5052374"/>
                  </a:lnTo>
                  <a:lnTo>
                    <a:pt x="3559979" y="5066813"/>
                  </a:lnTo>
                  <a:lnTo>
                    <a:pt x="3640690" y="5078505"/>
                  </a:lnTo>
                  <a:lnTo>
                    <a:pt x="3710844" y="5087474"/>
                  </a:lnTo>
                  <a:lnTo>
                    <a:pt x="3767107" y="5093868"/>
                  </a:lnTo>
                  <a:lnTo>
                    <a:pt x="3807676" y="5097993"/>
                  </a:lnTo>
                  <a:lnTo>
                    <a:pt x="3832786" y="5100288"/>
                  </a:lnTo>
                  <a:lnTo>
                    <a:pt x="3844809" y="5101280"/>
                  </a:lnTo>
                  <a:lnTo>
                    <a:pt x="3848024" y="5101521"/>
                  </a:lnTo>
                  <a:lnTo>
                    <a:pt x="3848118" y="5101528"/>
                  </a:lnTo>
                  <a:lnTo>
                    <a:pt x="4386855" y="5101528"/>
                  </a:lnTo>
                  <a:lnTo>
                    <a:pt x="4387695" y="5101420"/>
                  </a:lnTo>
                  <a:lnTo>
                    <a:pt x="4393228" y="5100647"/>
                  </a:lnTo>
                  <a:lnTo>
                    <a:pt x="4407220" y="5098512"/>
                  </a:lnTo>
                  <a:lnTo>
                    <a:pt x="4432340" y="5094308"/>
                  </a:lnTo>
                  <a:lnTo>
                    <a:pt x="4469986" y="5087370"/>
                  </a:lnTo>
                  <a:lnTo>
                    <a:pt x="4520176" y="5077149"/>
                  </a:lnTo>
                  <a:lnTo>
                    <a:pt x="4581623" y="5063252"/>
                  </a:lnTo>
                  <a:lnTo>
                    <a:pt x="4652032" y="5045464"/>
                  </a:lnTo>
                  <a:lnTo>
                    <a:pt x="4728529" y="5023727"/>
                  </a:lnTo>
                  <a:lnTo>
                    <a:pt x="4808140" y="4998087"/>
                  </a:lnTo>
                  <a:lnTo>
                    <a:pt x="4888168" y="4968630"/>
                  </a:lnTo>
                  <a:lnTo>
                    <a:pt x="4966445" y="4935414"/>
                  </a:lnTo>
                  <a:lnTo>
                    <a:pt x="5041423" y="4898422"/>
                  </a:lnTo>
                  <a:lnTo>
                    <a:pt x="5112156" y="4857525"/>
                  </a:lnTo>
                  <a:lnTo>
                    <a:pt x="5178210" y="4812471"/>
                  </a:lnTo>
                  <a:lnTo>
                    <a:pt x="5239548" y="4762871"/>
                  </a:lnTo>
                  <a:lnTo>
                    <a:pt x="5296422" y="4708208"/>
                  </a:lnTo>
                  <a:lnTo>
                    <a:pt x="5349270" y="4647852"/>
                  </a:lnTo>
                  <a:lnTo>
                    <a:pt x="5398646" y="4581078"/>
                  </a:lnTo>
                  <a:lnTo>
                    <a:pt x="5445159" y="4507112"/>
                  </a:lnTo>
                  <a:lnTo>
                    <a:pt x="5489428" y="4425204"/>
                  </a:lnTo>
                  <a:lnTo>
                    <a:pt x="5532043" y="4334743"/>
                  </a:lnTo>
                  <a:lnTo>
                    <a:pt x="5567201" y="4251273"/>
                  </a:lnTo>
                  <a:lnTo>
                    <a:pt x="5594676" y="4180597"/>
                  </a:lnTo>
                  <a:lnTo>
                    <a:pt x="5621920" y="4105895"/>
                  </a:lnTo>
                  <a:lnTo>
                    <a:pt x="5649039" y="4027088"/>
                  </a:lnTo>
                  <a:lnTo>
                    <a:pt x="5676122" y="3944132"/>
                  </a:lnTo>
                  <a:lnTo>
                    <a:pt x="5703243" y="3857028"/>
                  </a:lnTo>
                  <a:lnTo>
                    <a:pt x="5730459" y="3765817"/>
                  </a:lnTo>
                  <a:lnTo>
                    <a:pt x="5757815" y="3670590"/>
                  </a:lnTo>
                  <a:lnTo>
                    <a:pt x="5785344" y="3571488"/>
                  </a:lnTo>
                  <a:lnTo>
                    <a:pt x="5813066" y="3468703"/>
                  </a:lnTo>
                  <a:lnTo>
                    <a:pt x="5840990" y="3362478"/>
                  </a:lnTo>
                  <a:lnTo>
                    <a:pt x="5869116" y="3253108"/>
                  </a:lnTo>
                  <a:lnTo>
                    <a:pt x="5897434" y="3140935"/>
                  </a:lnTo>
                  <a:lnTo>
                    <a:pt x="5925925" y="3026347"/>
                  </a:lnTo>
                  <a:lnTo>
                    <a:pt x="5954564" y="2909774"/>
                  </a:lnTo>
                  <a:lnTo>
                    <a:pt x="5983320" y="2791678"/>
                  </a:lnTo>
                  <a:lnTo>
                    <a:pt x="6012156" y="2672548"/>
                  </a:lnTo>
                  <a:lnTo>
                    <a:pt x="6041033" y="2552891"/>
                  </a:lnTo>
                  <a:lnTo>
                    <a:pt x="6069911" y="2433225"/>
                  </a:lnTo>
                  <a:lnTo>
                    <a:pt x="6098749" y="2314068"/>
                  </a:lnTo>
                  <a:lnTo>
                    <a:pt x="6127508" y="2195926"/>
                  </a:lnTo>
                  <a:lnTo>
                    <a:pt x="6156152" y="2079291"/>
                  </a:lnTo>
                  <a:lnTo>
                    <a:pt x="6184649" y="1964625"/>
                  </a:lnTo>
                  <a:lnTo>
                    <a:pt x="6212973" y="1852359"/>
                  </a:lnTo>
                  <a:lnTo>
                    <a:pt x="6241106" y="1742883"/>
                  </a:lnTo>
                  <a:lnTo>
                    <a:pt x="6269038" y="1636541"/>
                  </a:lnTo>
                  <a:lnTo>
                    <a:pt x="6296767" y="1533629"/>
                  </a:lnTo>
                  <a:lnTo>
                    <a:pt x="6324302" y="1434393"/>
                  </a:lnTo>
                  <a:lnTo>
                    <a:pt x="6351664" y="1339026"/>
                  </a:lnTo>
                  <a:lnTo>
                    <a:pt x="6378885" y="1247671"/>
                  </a:lnTo>
                  <a:lnTo>
                    <a:pt x="6406008" y="1160419"/>
                  </a:lnTo>
                  <a:lnTo>
                    <a:pt x="6433091" y="1077316"/>
                  </a:lnTo>
                  <a:lnTo>
                    <a:pt x="6460208" y="998362"/>
                  </a:lnTo>
                  <a:lnTo>
                    <a:pt x="6487445" y="923515"/>
                  </a:lnTo>
                  <a:lnTo>
                    <a:pt x="6514910" y="852698"/>
                  </a:lnTo>
                  <a:lnTo>
                    <a:pt x="6515891" y="850254"/>
                  </a:lnTo>
                  <a:lnTo>
                    <a:pt x="6557511" y="752314"/>
                  </a:lnTo>
                  <a:lnTo>
                    <a:pt x="6600344" y="663196"/>
                  </a:lnTo>
                  <a:lnTo>
                    <a:pt x="6644918" y="582553"/>
                  </a:lnTo>
                  <a:lnTo>
                    <a:pt x="6691831" y="509743"/>
                  </a:lnTo>
                  <a:lnTo>
                    <a:pt x="6741702" y="444004"/>
                  </a:lnTo>
                  <a:lnTo>
                    <a:pt x="6795134" y="384568"/>
                  </a:lnTo>
                  <a:lnTo>
                    <a:pt x="6852669" y="330722"/>
                  </a:lnTo>
                  <a:lnTo>
                    <a:pt x="6914721" y="281850"/>
                  </a:lnTo>
                  <a:lnTo>
                    <a:pt x="6981505" y="237457"/>
                  </a:lnTo>
                  <a:lnTo>
                    <a:pt x="7052930" y="197173"/>
                  </a:lnTo>
                  <a:lnTo>
                    <a:pt x="7128491" y="160766"/>
                  </a:lnTo>
                  <a:lnTo>
                    <a:pt x="7207153" y="128126"/>
                  </a:lnTo>
                  <a:lnTo>
                    <a:pt x="7287273" y="99251"/>
                  </a:lnTo>
                  <a:lnTo>
                    <a:pt x="7366591" y="74206"/>
                  </a:lnTo>
                  <a:lnTo>
                    <a:pt x="7442349" y="53074"/>
                  </a:lnTo>
                  <a:lnTo>
                    <a:pt x="7511559" y="35891"/>
                  </a:lnTo>
                  <a:lnTo>
                    <a:pt x="7571405" y="22577"/>
                  </a:lnTo>
                  <a:lnTo>
                    <a:pt x="7619721" y="12890"/>
                  </a:lnTo>
                  <a:lnTo>
                    <a:pt x="7655407" y="6412"/>
                  </a:lnTo>
                  <a:lnTo>
                    <a:pt x="7678693" y="2570"/>
                  </a:lnTo>
                  <a:lnTo>
                    <a:pt x="7691182" y="691"/>
                  </a:lnTo>
                  <a:lnTo>
                    <a:pt x="7695724" y="6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546595" y="968238"/>
              <a:ext cx="8234974" cy="5101528"/>
            </a:xfrm>
            <a:custGeom>
              <a:avLst/>
              <a:pathLst>
                <a:path w="8234974" h="5101528">
                  <a:moveTo>
                    <a:pt x="8234974" y="0"/>
                  </a:moveTo>
                  <a:lnTo>
                    <a:pt x="7696237" y="0"/>
                  </a:lnTo>
                  <a:lnTo>
                    <a:pt x="7695398" y="108"/>
                  </a:lnTo>
                  <a:lnTo>
                    <a:pt x="7689865" y="880"/>
                  </a:lnTo>
                  <a:lnTo>
                    <a:pt x="7675873" y="3015"/>
                  </a:lnTo>
                  <a:lnTo>
                    <a:pt x="7650752" y="7220"/>
                  </a:lnTo>
                  <a:lnTo>
                    <a:pt x="7613106" y="14157"/>
                  </a:lnTo>
                  <a:lnTo>
                    <a:pt x="7562917" y="24378"/>
                  </a:lnTo>
                  <a:lnTo>
                    <a:pt x="7501469" y="38276"/>
                  </a:lnTo>
                  <a:lnTo>
                    <a:pt x="7431061" y="56064"/>
                  </a:lnTo>
                  <a:lnTo>
                    <a:pt x="7354563" y="77801"/>
                  </a:lnTo>
                  <a:lnTo>
                    <a:pt x="7274953" y="103440"/>
                  </a:lnTo>
                  <a:lnTo>
                    <a:pt x="7194925" y="132897"/>
                  </a:lnTo>
                  <a:lnTo>
                    <a:pt x="7116648" y="166113"/>
                  </a:lnTo>
                  <a:lnTo>
                    <a:pt x="7041669" y="203106"/>
                  </a:lnTo>
                  <a:lnTo>
                    <a:pt x="6970936" y="244002"/>
                  </a:lnTo>
                  <a:lnTo>
                    <a:pt x="6904882" y="289057"/>
                  </a:lnTo>
                  <a:lnTo>
                    <a:pt x="6843544" y="338657"/>
                  </a:lnTo>
                  <a:lnTo>
                    <a:pt x="6786671" y="393319"/>
                  </a:lnTo>
                  <a:lnTo>
                    <a:pt x="6733823" y="453675"/>
                  </a:lnTo>
                  <a:lnTo>
                    <a:pt x="6684447" y="520450"/>
                  </a:lnTo>
                  <a:lnTo>
                    <a:pt x="6637934" y="594416"/>
                  </a:lnTo>
                  <a:lnTo>
                    <a:pt x="6593664" y="676324"/>
                  </a:lnTo>
                  <a:lnTo>
                    <a:pt x="6551050" y="766785"/>
                  </a:lnTo>
                  <a:lnTo>
                    <a:pt x="6515891" y="850254"/>
                  </a:lnTo>
                  <a:lnTo>
                    <a:pt x="6488416" y="920931"/>
                  </a:lnTo>
                  <a:lnTo>
                    <a:pt x="6461173" y="995633"/>
                  </a:lnTo>
                  <a:lnTo>
                    <a:pt x="6434054" y="1074440"/>
                  </a:lnTo>
                  <a:lnTo>
                    <a:pt x="6406970" y="1157395"/>
                  </a:lnTo>
                  <a:lnTo>
                    <a:pt x="6379850" y="1244500"/>
                  </a:lnTo>
                  <a:lnTo>
                    <a:pt x="6352634" y="1335711"/>
                  </a:lnTo>
                  <a:lnTo>
                    <a:pt x="6325277" y="1430937"/>
                  </a:lnTo>
                  <a:lnTo>
                    <a:pt x="6297748" y="1530039"/>
                  </a:lnTo>
                  <a:lnTo>
                    <a:pt x="6270026" y="1632824"/>
                  </a:lnTo>
                  <a:lnTo>
                    <a:pt x="6242102" y="1739049"/>
                  </a:lnTo>
                  <a:lnTo>
                    <a:pt x="6213976" y="1848420"/>
                  </a:lnTo>
                  <a:lnTo>
                    <a:pt x="6185658" y="1960593"/>
                  </a:lnTo>
                  <a:lnTo>
                    <a:pt x="6157167" y="2075180"/>
                  </a:lnTo>
                  <a:lnTo>
                    <a:pt x="6128528" y="2191753"/>
                  </a:lnTo>
                  <a:lnTo>
                    <a:pt x="6099773" y="2309850"/>
                  </a:lnTo>
                  <a:lnTo>
                    <a:pt x="6070937" y="2428980"/>
                  </a:lnTo>
                  <a:lnTo>
                    <a:pt x="6042059" y="2548637"/>
                  </a:lnTo>
                  <a:lnTo>
                    <a:pt x="6013181" y="2668302"/>
                  </a:lnTo>
                  <a:lnTo>
                    <a:pt x="5984343" y="2787460"/>
                  </a:lnTo>
                  <a:lnTo>
                    <a:pt x="5955584" y="2905602"/>
                  </a:lnTo>
                  <a:lnTo>
                    <a:pt x="5926940" y="3022237"/>
                  </a:lnTo>
                  <a:lnTo>
                    <a:pt x="5898444" y="3136902"/>
                  </a:lnTo>
                  <a:lnTo>
                    <a:pt x="5870119" y="3249168"/>
                  </a:lnTo>
                  <a:lnTo>
                    <a:pt x="5841986" y="3358644"/>
                  </a:lnTo>
                  <a:lnTo>
                    <a:pt x="5814055" y="3464987"/>
                  </a:lnTo>
                  <a:lnTo>
                    <a:pt x="5786326" y="3567898"/>
                  </a:lnTo>
                  <a:lnTo>
                    <a:pt x="5758790" y="3667135"/>
                  </a:lnTo>
                  <a:lnTo>
                    <a:pt x="5731428" y="3762501"/>
                  </a:lnTo>
                  <a:lnTo>
                    <a:pt x="5704208" y="3853857"/>
                  </a:lnTo>
                  <a:lnTo>
                    <a:pt x="5677085" y="3941108"/>
                  </a:lnTo>
                  <a:lnTo>
                    <a:pt x="5650001" y="4024211"/>
                  </a:lnTo>
                  <a:lnTo>
                    <a:pt x="5622885" y="4103166"/>
                  </a:lnTo>
                  <a:lnTo>
                    <a:pt x="5595647" y="4178012"/>
                  </a:lnTo>
                  <a:lnTo>
                    <a:pt x="5568183" y="4248830"/>
                  </a:lnTo>
                  <a:lnTo>
                    <a:pt x="5567201" y="4251273"/>
                  </a:lnTo>
                  <a:lnTo>
                    <a:pt x="5525582" y="4349213"/>
                  </a:lnTo>
                  <a:lnTo>
                    <a:pt x="5482749" y="4438331"/>
                  </a:lnTo>
                  <a:lnTo>
                    <a:pt x="5438174" y="4518974"/>
                  </a:lnTo>
                  <a:lnTo>
                    <a:pt x="5391261" y="4591785"/>
                  </a:lnTo>
                  <a:lnTo>
                    <a:pt x="5341391" y="4657523"/>
                  </a:lnTo>
                  <a:lnTo>
                    <a:pt x="5287958" y="4716960"/>
                  </a:lnTo>
                  <a:lnTo>
                    <a:pt x="5230424" y="4770806"/>
                  </a:lnTo>
                  <a:lnTo>
                    <a:pt x="5168371" y="4819677"/>
                  </a:lnTo>
                  <a:lnTo>
                    <a:pt x="5101588" y="4864071"/>
                  </a:lnTo>
                  <a:lnTo>
                    <a:pt x="5030163" y="4904354"/>
                  </a:lnTo>
                  <a:lnTo>
                    <a:pt x="4954602" y="4940761"/>
                  </a:lnTo>
                  <a:lnTo>
                    <a:pt x="4875939" y="4973401"/>
                  </a:lnTo>
                  <a:lnTo>
                    <a:pt x="4795820" y="5002277"/>
                  </a:lnTo>
                  <a:lnTo>
                    <a:pt x="4716501" y="5027322"/>
                  </a:lnTo>
                  <a:lnTo>
                    <a:pt x="4640743" y="5048453"/>
                  </a:lnTo>
                  <a:lnTo>
                    <a:pt x="4571534" y="5065636"/>
                  </a:lnTo>
                  <a:lnTo>
                    <a:pt x="4511687" y="5078951"/>
                  </a:lnTo>
                  <a:lnTo>
                    <a:pt x="4463371" y="5088638"/>
                  </a:lnTo>
                  <a:lnTo>
                    <a:pt x="4427685" y="5095116"/>
                  </a:lnTo>
                  <a:lnTo>
                    <a:pt x="4404400" y="5098957"/>
                  </a:lnTo>
                  <a:lnTo>
                    <a:pt x="4391910" y="5100837"/>
                  </a:lnTo>
                  <a:lnTo>
                    <a:pt x="4387368" y="5101462"/>
                  </a:lnTo>
                  <a:lnTo>
                    <a:pt x="4386855" y="5101528"/>
                  </a:lnTo>
                  <a:lnTo>
                    <a:pt x="3848118" y="5101528"/>
                  </a:lnTo>
                  <a:lnTo>
                    <a:pt x="3846951" y="5101443"/>
                  </a:lnTo>
                  <a:lnTo>
                    <a:pt x="3839315" y="5100839"/>
                  </a:lnTo>
                  <a:lnTo>
                    <a:pt x="3820205" y="5099168"/>
                  </a:lnTo>
                  <a:lnTo>
                    <a:pt x="3786395" y="5095885"/>
                  </a:lnTo>
                  <a:lnTo>
                    <a:pt x="3736728" y="5090506"/>
                  </a:lnTo>
                  <a:lnTo>
                    <a:pt x="3672173" y="5082665"/>
                  </a:lnTo>
                  <a:lnTo>
                    <a:pt x="3595497" y="5072145"/>
                  </a:lnTo>
                  <a:lnTo>
                    <a:pt x="3510569" y="5058876"/>
                  </a:lnTo>
                  <a:lnTo>
                    <a:pt x="3421550" y="5042886"/>
                  </a:lnTo>
                  <a:lnTo>
                    <a:pt x="3332195" y="5024238"/>
                  </a:lnTo>
                  <a:lnTo>
                    <a:pt x="3245430" y="5002972"/>
                  </a:lnTo>
                  <a:lnTo>
                    <a:pt x="3163209" y="4979055"/>
                  </a:lnTo>
                  <a:lnTo>
                    <a:pt x="3086586" y="4952352"/>
                  </a:lnTo>
                  <a:lnTo>
                    <a:pt x="3015884" y="4922615"/>
                  </a:lnTo>
                  <a:lnTo>
                    <a:pt x="2950901" y="4889482"/>
                  </a:lnTo>
                  <a:lnTo>
                    <a:pt x="2891088" y="4852483"/>
                  </a:lnTo>
                  <a:lnTo>
                    <a:pt x="2835694" y="4811067"/>
                  </a:lnTo>
                  <a:lnTo>
                    <a:pt x="2783870" y="4764633"/>
                  </a:lnTo>
                  <a:lnTo>
                    <a:pt x="2734753" y="4712602"/>
                  </a:lnTo>
                  <a:lnTo>
                    <a:pt x="2687537" y="4654539"/>
                  </a:lnTo>
                  <a:lnTo>
                    <a:pt x="2667772" y="4627854"/>
                  </a:lnTo>
                  <a:lnTo>
                    <a:pt x="2632355" y="4576609"/>
                  </a:lnTo>
                  <a:lnTo>
                    <a:pt x="2597269" y="4521604"/>
                  </a:lnTo>
                  <a:lnTo>
                    <a:pt x="2562303" y="4462763"/>
                  </a:lnTo>
                  <a:lnTo>
                    <a:pt x="2527290" y="4400070"/>
                  </a:lnTo>
                  <a:lnTo>
                    <a:pt x="2492106" y="4333578"/>
                  </a:lnTo>
                  <a:lnTo>
                    <a:pt x="2456662" y="4263415"/>
                  </a:lnTo>
                  <a:lnTo>
                    <a:pt x="2420904" y="4189785"/>
                  </a:lnTo>
                  <a:lnTo>
                    <a:pt x="2384810" y="4112973"/>
                  </a:lnTo>
                  <a:lnTo>
                    <a:pt x="2348384" y="4033343"/>
                  </a:lnTo>
                  <a:lnTo>
                    <a:pt x="2311657" y="3951332"/>
                  </a:lnTo>
                  <a:lnTo>
                    <a:pt x="2274680" y="3867441"/>
                  </a:lnTo>
                  <a:lnTo>
                    <a:pt x="2237521" y="3782226"/>
                  </a:lnTo>
                  <a:lnTo>
                    <a:pt x="2200259" y="3696282"/>
                  </a:lnTo>
                  <a:lnTo>
                    <a:pt x="2162981" y="3610224"/>
                  </a:lnTo>
                  <a:lnTo>
                    <a:pt x="2125774" y="3524672"/>
                  </a:lnTo>
                  <a:lnTo>
                    <a:pt x="2088721" y="3440229"/>
                  </a:lnTo>
                  <a:lnTo>
                    <a:pt x="2051896" y="3357467"/>
                  </a:lnTo>
                  <a:lnTo>
                    <a:pt x="2015355" y="3276910"/>
                  </a:lnTo>
                  <a:lnTo>
                    <a:pt x="1979137" y="3199020"/>
                  </a:lnTo>
                  <a:lnTo>
                    <a:pt x="1943258" y="3124187"/>
                  </a:lnTo>
                  <a:lnTo>
                    <a:pt x="1907703" y="3052725"/>
                  </a:lnTo>
                  <a:lnTo>
                    <a:pt x="1872432" y="2984869"/>
                  </a:lnTo>
                  <a:lnTo>
                    <a:pt x="1837369" y="2920774"/>
                  </a:lnTo>
                  <a:lnTo>
                    <a:pt x="1802403" y="2860519"/>
                  </a:lnTo>
                  <a:lnTo>
                    <a:pt x="1767383" y="2804115"/>
                  </a:lnTo>
                  <a:lnTo>
                    <a:pt x="1732115" y="2751504"/>
                  </a:lnTo>
                  <a:lnTo>
                    <a:pt x="1719082" y="2733156"/>
                  </a:lnTo>
                  <a:lnTo>
                    <a:pt x="1672463" y="2672459"/>
                  </a:lnTo>
                  <a:lnTo>
                    <a:pt x="1624251" y="2617890"/>
                  </a:lnTo>
                  <a:lnTo>
                    <a:pt x="1573688" y="2569131"/>
                  </a:lnTo>
                  <a:lnTo>
                    <a:pt x="1519925" y="2525645"/>
                  </a:lnTo>
                  <a:lnTo>
                    <a:pt x="1462099" y="2486831"/>
                  </a:lnTo>
                  <a:lnTo>
                    <a:pt x="1399407" y="2452109"/>
                  </a:lnTo>
                  <a:lnTo>
                    <a:pt x="1331197" y="2420972"/>
                  </a:lnTo>
                  <a:lnTo>
                    <a:pt x="1257098" y="2393010"/>
                  </a:lnTo>
                  <a:lnTo>
                    <a:pt x="1177187" y="2367925"/>
                  </a:lnTo>
                  <a:lnTo>
                    <a:pt x="1092180" y="2345536"/>
                  </a:lnTo>
                  <a:lnTo>
                    <a:pt x="1003630" y="2325768"/>
                  </a:lnTo>
                  <a:lnTo>
                    <a:pt x="914050" y="2308635"/>
                  </a:lnTo>
                  <a:lnTo>
                    <a:pt x="826875" y="2294196"/>
                  </a:lnTo>
                  <a:lnTo>
                    <a:pt x="746165" y="2282504"/>
                  </a:lnTo>
                  <a:lnTo>
                    <a:pt x="676011" y="2273536"/>
                  </a:lnTo>
                  <a:lnTo>
                    <a:pt x="619748" y="2267141"/>
                  </a:lnTo>
                  <a:lnTo>
                    <a:pt x="579178" y="2263016"/>
                  </a:lnTo>
                  <a:lnTo>
                    <a:pt x="554068" y="2260721"/>
                  </a:lnTo>
                  <a:lnTo>
                    <a:pt x="542046" y="2259729"/>
                  </a:lnTo>
                  <a:lnTo>
                    <a:pt x="538830" y="2259488"/>
                  </a:lnTo>
                  <a:lnTo>
                    <a:pt x="538736" y="2259481"/>
                  </a:lnTo>
                  <a:lnTo>
                    <a:pt x="0" y="2259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546595" y="1333022"/>
              <a:ext cx="8234974" cy="4769411"/>
            </a:xfrm>
            <a:custGeom>
              <a:avLst/>
              <a:pathLst>
                <a:path w="8234974" h="4769411">
                  <a:moveTo>
                    <a:pt x="0" y="1921920"/>
                  </a:moveTo>
                  <a:lnTo>
                    <a:pt x="538736" y="1921920"/>
                  </a:lnTo>
                  <a:lnTo>
                    <a:pt x="539903" y="1922005"/>
                  </a:lnTo>
                  <a:lnTo>
                    <a:pt x="547536" y="1922610"/>
                  </a:lnTo>
                  <a:lnTo>
                    <a:pt x="566640" y="1924284"/>
                  </a:lnTo>
                  <a:lnTo>
                    <a:pt x="600437" y="1927571"/>
                  </a:lnTo>
                  <a:lnTo>
                    <a:pt x="650089" y="1932959"/>
                  </a:lnTo>
                  <a:lnTo>
                    <a:pt x="714624" y="1940812"/>
                  </a:lnTo>
                  <a:lnTo>
                    <a:pt x="791282" y="1951348"/>
                  </a:lnTo>
                  <a:lnTo>
                    <a:pt x="876192" y="1964638"/>
                  </a:lnTo>
                  <a:lnTo>
                    <a:pt x="965197" y="1980654"/>
                  </a:lnTo>
                  <a:lnTo>
                    <a:pt x="1054542" y="1999331"/>
                  </a:lnTo>
                  <a:lnTo>
                    <a:pt x="1141301" y="2020632"/>
                  </a:lnTo>
                  <a:lnTo>
                    <a:pt x="1223518" y="2044587"/>
                  </a:lnTo>
                  <a:lnTo>
                    <a:pt x="1300141" y="2071333"/>
                  </a:lnTo>
                  <a:lnTo>
                    <a:pt x="1370844" y="2101117"/>
                  </a:lnTo>
                  <a:lnTo>
                    <a:pt x="1435829" y="2134303"/>
                  </a:lnTo>
                  <a:lnTo>
                    <a:pt x="1495644" y="2171358"/>
                  </a:lnTo>
                  <a:lnTo>
                    <a:pt x="1551040" y="2212838"/>
                  </a:lnTo>
                  <a:lnTo>
                    <a:pt x="1602865" y="2259343"/>
                  </a:lnTo>
                  <a:lnTo>
                    <a:pt x="1651980" y="2311452"/>
                  </a:lnTo>
                  <a:lnTo>
                    <a:pt x="1699194" y="2369602"/>
                  </a:lnTo>
                  <a:lnTo>
                    <a:pt x="1719082" y="2396502"/>
                  </a:lnTo>
                  <a:lnTo>
                    <a:pt x="1754473" y="2447804"/>
                  </a:lnTo>
                  <a:lnTo>
                    <a:pt x="1789532" y="2502868"/>
                  </a:lnTo>
                  <a:lnTo>
                    <a:pt x="1824472" y="2561769"/>
                  </a:lnTo>
                  <a:lnTo>
                    <a:pt x="1859457" y="2624524"/>
                  </a:lnTo>
                  <a:lnTo>
                    <a:pt x="1894614" y="2691079"/>
                  </a:lnTo>
                  <a:lnTo>
                    <a:pt x="1930029" y="2761308"/>
                  </a:lnTo>
                  <a:lnTo>
                    <a:pt x="1965758" y="2835006"/>
                  </a:lnTo>
                  <a:lnTo>
                    <a:pt x="2001823" y="2911889"/>
                  </a:lnTo>
                  <a:lnTo>
                    <a:pt x="2038218" y="2991593"/>
                  </a:lnTo>
                  <a:lnTo>
                    <a:pt x="2074915" y="3073684"/>
                  </a:lnTo>
                  <a:lnTo>
                    <a:pt x="2111862" y="3157658"/>
                  </a:lnTo>
                  <a:lnTo>
                    <a:pt x="2148992" y="3242961"/>
                  </a:lnTo>
                  <a:lnTo>
                    <a:pt x="2186225" y="3329000"/>
                  </a:lnTo>
                  <a:lnTo>
                    <a:pt x="2223475" y="3415159"/>
                  </a:lnTo>
                  <a:lnTo>
                    <a:pt x="2260654" y="3500819"/>
                  </a:lnTo>
                  <a:lnTo>
                    <a:pt x="2297681" y="3585375"/>
                  </a:lnTo>
                  <a:lnTo>
                    <a:pt x="2334482" y="3668256"/>
                  </a:lnTo>
                  <a:lnTo>
                    <a:pt x="2370998" y="3748939"/>
                  </a:lnTo>
                  <a:lnTo>
                    <a:pt x="2407193" y="3826960"/>
                  </a:lnTo>
                  <a:lnTo>
                    <a:pt x="2443050" y="3901927"/>
                  </a:lnTo>
                  <a:lnTo>
                    <a:pt x="2478582" y="3973526"/>
                  </a:lnTo>
                  <a:lnTo>
                    <a:pt x="2513831" y="4041521"/>
                  </a:lnTo>
                  <a:lnTo>
                    <a:pt x="2548870" y="4105755"/>
                  </a:lnTo>
                  <a:lnTo>
                    <a:pt x="2583810" y="4166148"/>
                  </a:lnTo>
                  <a:lnTo>
                    <a:pt x="2618800" y="4222690"/>
                  </a:lnTo>
                  <a:lnTo>
                    <a:pt x="2654034" y="4275433"/>
                  </a:lnTo>
                  <a:lnTo>
                    <a:pt x="2667772" y="4294830"/>
                  </a:lnTo>
                  <a:lnTo>
                    <a:pt x="2714385" y="4355635"/>
                  </a:lnTo>
                  <a:lnTo>
                    <a:pt x="2762591" y="4410302"/>
                  </a:lnTo>
                  <a:lnTo>
                    <a:pt x="2813146" y="4459150"/>
                  </a:lnTo>
                  <a:lnTo>
                    <a:pt x="2866900" y="4502716"/>
                  </a:lnTo>
                  <a:lnTo>
                    <a:pt x="2924715" y="4541602"/>
                  </a:lnTo>
                  <a:lnTo>
                    <a:pt x="2987396" y="4576388"/>
                  </a:lnTo>
                  <a:lnTo>
                    <a:pt x="3055592" y="4607584"/>
                  </a:lnTo>
                  <a:lnTo>
                    <a:pt x="3129674" y="4635599"/>
                  </a:lnTo>
                  <a:lnTo>
                    <a:pt x="3209568" y="4660731"/>
                  </a:lnTo>
                  <a:lnTo>
                    <a:pt x="3294559" y="4683164"/>
                  </a:lnTo>
                  <a:lnTo>
                    <a:pt x="3383094" y="4702970"/>
                  </a:lnTo>
                  <a:lnTo>
                    <a:pt x="3472663" y="4720138"/>
                  </a:lnTo>
                  <a:lnTo>
                    <a:pt x="3559833" y="4734607"/>
                  </a:lnTo>
                  <a:lnTo>
                    <a:pt x="3640548" y="4746325"/>
                  </a:lnTo>
                  <a:lnTo>
                    <a:pt x="3710717" y="4755315"/>
                  </a:lnTo>
                  <a:lnTo>
                    <a:pt x="3767003" y="4761726"/>
                  </a:lnTo>
                  <a:lnTo>
                    <a:pt x="3807602" y="4765862"/>
                  </a:lnTo>
                  <a:lnTo>
                    <a:pt x="3832743" y="4768165"/>
                  </a:lnTo>
                  <a:lnTo>
                    <a:pt x="3844792" y="4769162"/>
                  </a:lnTo>
                  <a:lnTo>
                    <a:pt x="3848118" y="4769411"/>
                  </a:lnTo>
                  <a:lnTo>
                    <a:pt x="4386855" y="4769411"/>
                  </a:lnTo>
                  <a:lnTo>
                    <a:pt x="4387723" y="4769307"/>
                  </a:lnTo>
                  <a:lnTo>
                    <a:pt x="4393438" y="4768563"/>
                  </a:lnTo>
                  <a:lnTo>
                    <a:pt x="4407875" y="4766508"/>
                  </a:lnTo>
                  <a:lnTo>
                    <a:pt x="4433760" y="4762460"/>
                  </a:lnTo>
                  <a:lnTo>
                    <a:pt x="4472484" y="4755786"/>
                  </a:lnTo>
                  <a:lnTo>
                    <a:pt x="4523992" y="4745961"/>
                  </a:lnTo>
                  <a:lnTo>
                    <a:pt x="4586881" y="4732619"/>
                  </a:lnTo>
                  <a:lnTo>
                    <a:pt x="4658715" y="4715565"/>
                  </a:lnTo>
                  <a:lnTo>
                    <a:pt x="4736501" y="4694754"/>
                  </a:lnTo>
                  <a:lnTo>
                    <a:pt x="4817172" y="4670237"/>
                  </a:lnTo>
                  <a:lnTo>
                    <a:pt x="4897992" y="4642095"/>
                  </a:lnTo>
                  <a:lnTo>
                    <a:pt x="4976792" y="4610378"/>
                  </a:lnTo>
                  <a:lnTo>
                    <a:pt x="5052054" y="4575057"/>
                  </a:lnTo>
                  <a:lnTo>
                    <a:pt x="5122881" y="4535993"/>
                  </a:lnTo>
                  <a:lnTo>
                    <a:pt x="5188893" y="4492921"/>
                  </a:lnTo>
                  <a:lnTo>
                    <a:pt x="5250110" y="4445449"/>
                  </a:lnTo>
                  <a:lnTo>
                    <a:pt x="5306830" y="4393058"/>
                  </a:lnTo>
                  <a:lnTo>
                    <a:pt x="5359535" y="4335122"/>
                  </a:lnTo>
                  <a:lnTo>
                    <a:pt x="5408812" y="4270931"/>
                  </a:lnTo>
                  <a:lnTo>
                    <a:pt x="5455299" y="4199738"/>
                  </a:lnTo>
                  <a:lnTo>
                    <a:pt x="5499630" y="4120839"/>
                  </a:lnTo>
                  <a:lnTo>
                    <a:pt x="5542402" y="4033702"/>
                  </a:lnTo>
                  <a:lnTo>
                    <a:pt x="5567201" y="3978139"/>
                  </a:lnTo>
                  <a:lnTo>
                    <a:pt x="5595598" y="3910082"/>
                  </a:lnTo>
                  <a:lnTo>
                    <a:pt x="5623752" y="3838019"/>
                  </a:lnTo>
                  <a:lnTo>
                    <a:pt x="5651779" y="3761870"/>
                  </a:lnTo>
                  <a:lnTo>
                    <a:pt x="5679777" y="3681593"/>
                  </a:lnTo>
                  <a:lnTo>
                    <a:pt x="5707824" y="3597194"/>
                  </a:lnTo>
                  <a:lnTo>
                    <a:pt x="5735982" y="3508723"/>
                  </a:lnTo>
                  <a:lnTo>
                    <a:pt x="5764298" y="3416283"/>
                  </a:lnTo>
                  <a:lnTo>
                    <a:pt x="5792804" y="3320030"/>
                  </a:lnTo>
                  <a:lnTo>
                    <a:pt x="5821521" y="3220175"/>
                  </a:lnTo>
                  <a:lnTo>
                    <a:pt x="5850454" y="3116983"/>
                  </a:lnTo>
                  <a:lnTo>
                    <a:pt x="5879601" y="3010773"/>
                  </a:lnTo>
                  <a:lnTo>
                    <a:pt x="5908946" y="2901914"/>
                  </a:lnTo>
                  <a:lnTo>
                    <a:pt x="5938466" y="2790822"/>
                  </a:lnTo>
                  <a:lnTo>
                    <a:pt x="5968130" y="2677954"/>
                  </a:lnTo>
                  <a:lnTo>
                    <a:pt x="5997901" y="2563798"/>
                  </a:lnTo>
                  <a:lnTo>
                    <a:pt x="6027737" y="2448868"/>
                  </a:lnTo>
                  <a:lnTo>
                    <a:pt x="6057594" y="2333691"/>
                  </a:lnTo>
                  <a:lnTo>
                    <a:pt x="6087426" y="2218800"/>
                  </a:lnTo>
                  <a:lnTo>
                    <a:pt x="6117190" y="2104724"/>
                  </a:lnTo>
                  <a:lnTo>
                    <a:pt x="6146845" y="1991972"/>
                  </a:lnTo>
                  <a:lnTo>
                    <a:pt x="6176353" y="1881032"/>
                  </a:lnTo>
                  <a:lnTo>
                    <a:pt x="6205683" y="1772358"/>
                  </a:lnTo>
                  <a:lnTo>
                    <a:pt x="6234814" y="1666362"/>
                  </a:lnTo>
                  <a:lnTo>
                    <a:pt x="6263732" y="1563409"/>
                  </a:lnTo>
                  <a:lnTo>
                    <a:pt x="6292432" y="1463816"/>
                  </a:lnTo>
                  <a:lnTo>
                    <a:pt x="6320923" y="1367842"/>
                  </a:lnTo>
                  <a:lnTo>
                    <a:pt x="6349226" y="1275695"/>
                  </a:lnTo>
                  <a:lnTo>
                    <a:pt x="6377374" y="1187527"/>
                  </a:lnTo>
                  <a:lnTo>
                    <a:pt x="6405415" y="1103435"/>
                  </a:lnTo>
                  <a:lnTo>
                    <a:pt x="6433412" y="1023468"/>
                  </a:lnTo>
                  <a:lnTo>
                    <a:pt x="6461445" y="947627"/>
                  </a:lnTo>
                  <a:lnTo>
                    <a:pt x="6489613" y="875868"/>
                  </a:lnTo>
                  <a:lnTo>
                    <a:pt x="6515891" y="813050"/>
                  </a:lnTo>
                  <a:lnTo>
                    <a:pt x="6557985" y="720925"/>
                  </a:lnTo>
                  <a:lnTo>
                    <a:pt x="6601326" y="637194"/>
                  </a:lnTo>
                  <a:lnTo>
                    <a:pt x="6646461" y="561516"/>
                  </a:lnTo>
                  <a:lnTo>
                    <a:pt x="6694008" y="493269"/>
                  </a:lnTo>
                  <a:lnTo>
                    <a:pt x="6744609" y="431719"/>
                  </a:lnTo>
                  <a:lnTo>
                    <a:pt x="6798885" y="376127"/>
                  </a:lnTo>
                  <a:lnTo>
                    <a:pt x="6857390" y="325813"/>
                  </a:lnTo>
                  <a:lnTo>
                    <a:pt x="6920540" y="280191"/>
                  </a:lnTo>
                  <a:lnTo>
                    <a:pt x="6988534" y="238795"/>
                  </a:lnTo>
                  <a:lnTo>
                    <a:pt x="7061242" y="201283"/>
                  </a:lnTo>
                  <a:lnTo>
                    <a:pt x="7138089" y="167442"/>
                  </a:lnTo>
                  <a:lnTo>
                    <a:pt x="7217934" y="137181"/>
                  </a:lnTo>
                  <a:lnTo>
                    <a:pt x="7298991" y="110509"/>
                  </a:lnTo>
                  <a:lnTo>
                    <a:pt x="7378841" y="87494"/>
                  </a:lnTo>
                  <a:lnTo>
                    <a:pt x="7454576" y="68213"/>
                  </a:lnTo>
                  <a:lnTo>
                    <a:pt x="7523102" y="52687"/>
                  </a:lnTo>
                  <a:lnTo>
                    <a:pt x="7581594" y="40812"/>
                  </a:lnTo>
                  <a:lnTo>
                    <a:pt x="7627984" y="32327"/>
                  </a:lnTo>
                  <a:lnTo>
                    <a:pt x="7661395" y="26795"/>
                  </a:lnTo>
                  <a:lnTo>
                    <a:pt x="7682363" y="23640"/>
                  </a:lnTo>
                  <a:lnTo>
                    <a:pt x="7692844" y="22203"/>
                  </a:lnTo>
                  <a:lnTo>
                    <a:pt x="7696053" y="21799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70" y="104"/>
                  </a:lnTo>
                  <a:lnTo>
                    <a:pt x="7689655" y="848"/>
                  </a:lnTo>
                  <a:lnTo>
                    <a:pt x="7675218" y="2903"/>
                  </a:lnTo>
                  <a:lnTo>
                    <a:pt x="7649332" y="6951"/>
                  </a:lnTo>
                  <a:lnTo>
                    <a:pt x="7610608" y="13625"/>
                  </a:lnTo>
                  <a:lnTo>
                    <a:pt x="7559100" y="23450"/>
                  </a:lnTo>
                  <a:lnTo>
                    <a:pt x="7496212" y="36792"/>
                  </a:lnTo>
                  <a:lnTo>
                    <a:pt x="7424377" y="53846"/>
                  </a:lnTo>
                  <a:lnTo>
                    <a:pt x="7346592" y="74657"/>
                  </a:lnTo>
                  <a:lnTo>
                    <a:pt x="7265920" y="99174"/>
                  </a:lnTo>
                  <a:lnTo>
                    <a:pt x="7185100" y="127316"/>
                  </a:lnTo>
                  <a:lnTo>
                    <a:pt x="7106301" y="159033"/>
                  </a:lnTo>
                  <a:lnTo>
                    <a:pt x="7031038" y="194354"/>
                  </a:lnTo>
                  <a:lnTo>
                    <a:pt x="6960212" y="233418"/>
                  </a:lnTo>
                  <a:lnTo>
                    <a:pt x="6894199" y="276490"/>
                  </a:lnTo>
                  <a:lnTo>
                    <a:pt x="6832983" y="323962"/>
                  </a:lnTo>
                  <a:lnTo>
                    <a:pt x="6776263" y="376353"/>
                  </a:lnTo>
                  <a:lnTo>
                    <a:pt x="6723558" y="434289"/>
                  </a:lnTo>
                  <a:lnTo>
                    <a:pt x="6674280" y="498480"/>
                  </a:lnTo>
                  <a:lnTo>
                    <a:pt x="6627794" y="569673"/>
                  </a:lnTo>
                  <a:lnTo>
                    <a:pt x="6583462" y="648572"/>
                  </a:lnTo>
                  <a:lnTo>
                    <a:pt x="6540691" y="735709"/>
                  </a:lnTo>
                  <a:lnTo>
                    <a:pt x="6515891" y="791272"/>
                  </a:lnTo>
                  <a:lnTo>
                    <a:pt x="6487494" y="859329"/>
                  </a:lnTo>
                  <a:lnTo>
                    <a:pt x="6459341" y="931392"/>
                  </a:lnTo>
                  <a:lnTo>
                    <a:pt x="6431313" y="1007541"/>
                  </a:lnTo>
                  <a:lnTo>
                    <a:pt x="6403315" y="1087818"/>
                  </a:lnTo>
                  <a:lnTo>
                    <a:pt x="6375268" y="1172217"/>
                  </a:lnTo>
                  <a:lnTo>
                    <a:pt x="6347110" y="1260688"/>
                  </a:lnTo>
                  <a:lnTo>
                    <a:pt x="6318794" y="1353128"/>
                  </a:lnTo>
                  <a:lnTo>
                    <a:pt x="6290288" y="1449380"/>
                  </a:lnTo>
                  <a:lnTo>
                    <a:pt x="6261572" y="1549236"/>
                  </a:lnTo>
                  <a:lnTo>
                    <a:pt x="6232638" y="1652428"/>
                  </a:lnTo>
                  <a:lnTo>
                    <a:pt x="6203492" y="1758638"/>
                  </a:lnTo>
                  <a:lnTo>
                    <a:pt x="6174147" y="1867497"/>
                  </a:lnTo>
                  <a:lnTo>
                    <a:pt x="6144627" y="1978589"/>
                  </a:lnTo>
                  <a:lnTo>
                    <a:pt x="6114963" y="2091457"/>
                  </a:lnTo>
                  <a:lnTo>
                    <a:pt x="6085192" y="2205613"/>
                  </a:lnTo>
                  <a:lnTo>
                    <a:pt x="6055356" y="2320543"/>
                  </a:lnTo>
                  <a:lnTo>
                    <a:pt x="6025499" y="2435720"/>
                  </a:lnTo>
                  <a:lnTo>
                    <a:pt x="5995666" y="2550610"/>
                  </a:lnTo>
                  <a:lnTo>
                    <a:pt x="5965902" y="2664687"/>
                  </a:lnTo>
                  <a:lnTo>
                    <a:pt x="5936248" y="2777439"/>
                  </a:lnTo>
                  <a:lnTo>
                    <a:pt x="5906740" y="2888378"/>
                  </a:lnTo>
                  <a:lnTo>
                    <a:pt x="5877409" y="2997053"/>
                  </a:lnTo>
                  <a:lnTo>
                    <a:pt x="5848278" y="3103049"/>
                  </a:lnTo>
                  <a:lnTo>
                    <a:pt x="5819361" y="3206001"/>
                  </a:lnTo>
                  <a:lnTo>
                    <a:pt x="5790661" y="3305595"/>
                  </a:lnTo>
                  <a:lnTo>
                    <a:pt x="5762169" y="3401569"/>
                  </a:lnTo>
                  <a:lnTo>
                    <a:pt x="5733867" y="3493716"/>
                  </a:lnTo>
                  <a:lnTo>
                    <a:pt x="5705719" y="3581884"/>
                  </a:lnTo>
                  <a:lnTo>
                    <a:pt x="5677678" y="3665976"/>
                  </a:lnTo>
                  <a:lnTo>
                    <a:pt x="5649681" y="3745943"/>
                  </a:lnTo>
                  <a:lnTo>
                    <a:pt x="5621647" y="3821784"/>
                  </a:lnTo>
                  <a:lnTo>
                    <a:pt x="5593479" y="3893543"/>
                  </a:lnTo>
                  <a:lnTo>
                    <a:pt x="5567201" y="3956361"/>
                  </a:lnTo>
                  <a:lnTo>
                    <a:pt x="5525107" y="4048486"/>
                  </a:lnTo>
                  <a:lnTo>
                    <a:pt x="5481767" y="4132217"/>
                  </a:lnTo>
                  <a:lnTo>
                    <a:pt x="5436631" y="4207895"/>
                  </a:lnTo>
                  <a:lnTo>
                    <a:pt x="5389084" y="4276141"/>
                  </a:lnTo>
                  <a:lnTo>
                    <a:pt x="5338484" y="4337692"/>
                  </a:lnTo>
                  <a:lnTo>
                    <a:pt x="5284207" y="4393284"/>
                  </a:lnTo>
                  <a:lnTo>
                    <a:pt x="5225703" y="4443598"/>
                  </a:lnTo>
                  <a:lnTo>
                    <a:pt x="5162553" y="4489219"/>
                  </a:lnTo>
                  <a:lnTo>
                    <a:pt x="5094559" y="4530616"/>
                  </a:lnTo>
                  <a:lnTo>
                    <a:pt x="5021850" y="4568128"/>
                  </a:lnTo>
                  <a:lnTo>
                    <a:pt x="4945003" y="4601969"/>
                  </a:lnTo>
                  <a:lnTo>
                    <a:pt x="4865159" y="4632230"/>
                  </a:lnTo>
                  <a:lnTo>
                    <a:pt x="4784102" y="4658902"/>
                  </a:lnTo>
                  <a:lnTo>
                    <a:pt x="4704251" y="4681917"/>
                  </a:lnTo>
                  <a:lnTo>
                    <a:pt x="4628517" y="4701198"/>
                  </a:lnTo>
                  <a:lnTo>
                    <a:pt x="4559990" y="4716724"/>
                  </a:lnTo>
                  <a:lnTo>
                    <a:pt x="4501499" y="4728599"/>
                  </a:lnTo>
                  <a:lnTo>
                    <a:pt x="4455108" y="4737084"/>
                  </a:lnTo>
                  <a:lnTo>
                    <a:pt x="4421697" y="4742616"/>
                  </a:lnTo>
                  <a:lnTo>
                    <a:pt x="4400729" y="4745771"/>
                  </a:lnTo>
                  <a:lnTo>
                    <a:pt x="4390249" y="4747208"/>
                  </a:lnTo>
                  <a:lnTo>
                    <a:pt x="4387039" y="4747612"/>
                  </a:lnTo>
                  <a:lnTo>
                    <a:pt x="4386855" y="4747633"/>
                  </a:lnTo>
                  <a:lnTo>
                    <a:pt x="3848118" y="4747633"/>
                  </a:lnTo>
                  <a:lnTo>
                    <a:pt x="3846951" y="4747549"/>
                  </a:lnTo>
                  <a:lnTo>
                    <a:pt x="3839318" y="4746943"/>
                  </a:lnTo>
                  <a:lnTo>
                    <a:pt x="3820215" y="4745270"/>
                  </a:lnTo>
                  <a:lnTo>
                    <a:pt x="3786417" y="4741982"/>
                  </a:lnTo>
                  <a:lnTo>
                    <a:pt x="3736766" y="4736595"/>
                  </a:lnTo>
                  <a:lnTo>
                    <a:pt x="3672230" y="4728741"/>
                  </a:lnTo>
                  <a:lnTo>
                    <a:pt x="3595573" y="4718205"/>
                  </a:lnTo>
                  <a:lnTo>
                    <a:pt x="3510663" y="4704916"/>
                  </a:lnTo>
                  <a:lnTo>
                    <a:pt x="3421658" y="4688900"/>
                  </a:lnTo>
                  <a:lnTo>
                    <a:pt x="3332313" y="4670222"/>
                  </a:lnTo>
                  <a:lnTo>
                    <a:pt x="3245554" y="4648922"/>
                  </a:lnTo>
                  <a:lnTo>
                    <a:pt x="3163336" y="4624966"/>
                  </a:lnTo>
                  <a:lnTo>
                    <a:pt x="3086713" y="4598220"/>
                  </a:lnTo>
                  <a:lnTo>
                    <a:pt x="3016010" y="4568436"/>
                  </a:lnTo>
                  <a:lnTo>
                    <a:pt x="2951025" y="4535250"/>
                  </a:lnTo>
                  <a:lnTo>
                    <a:pt x="2891210" y="4498195"/>
                  </a:lnTo>
                  <a:lnTo>
                    <a:pt x="2835814" y="4456715"/>
                  </a:lnTo>
                  <a:lnTo>
                    <a:pt x="2783990" y="4410210"/>
                  </a:lnTo>
                  <a:lnTo>
                    <a:pt x="2734874" y="4358101"/>
                  </a:lnTo>
                  <a:lnTo>
                    <a:pt x="2687660" y="4299951"/>
                  </a:lnTo>
                  <a:lnTo>
                    <a:pt x="2667772" y="4273051"/>
                  </a:lnTo>
                  <a:lnTo>
                    <a:pt x="2632381" y="4221749"/>
                  </a:lnTo>
                  <a:lnTo>
                    <a:pt x="2597322" y="4166686"/>
                  </a:lnTo>
                  <a:lnTo>
                    <a:pt x="2562383" y="4107784"/>
                  </a:lnTo>
                  <a:lnTo>
                    <a:pt x="2527397" y="4045029"/>
                  </a:lnTo>
                  <a:lnTo>
                    <a:pt x="2492241" y="3978474"/>
                  </a:lnTo>
                  <a:lnTo>
                    <a:pt x="2456825" y="3908245"/>
                  </a:lnTo>
                  <a:lnTo>
                    <a:pt x="2421097" y="3834547"/>
                  </a:lnTo>
                  <a:lnTo>
                    <a:pt x="2385032" y="3757664"/>
                  </a:lnTo>
                  <a:lnTo>
                    <a:pt x="2348636" y="3677960"/>
                  </a:lnTo>
                  <a:lnTo>
                    <a:pt x="2311939" y="3595870"/>
                  </a:lnTo>
                  <a:lnTo>
                    <a:pt x="2274992" y="3511896"/>
                  </a:lnTo>
                  <a:lnTo>
                    <a:pt x="2237862" y="3426592"/>
                  </a:lnTo>
                  <a:lnTo>
                    <a:pt x="2200630" y="3340553"/>
                  </a:lnTo>
                  <a:lnTo>
                    <a:pt x="2163380" y="3254394"/>
                  </a:lnTo>
                  <a:lnTo>
                    <a:pt x="2126200" y="3168735"/>
                  </a:lnTo>
                  <a:lnTo>
                    <a:pt x="2089174" y="3084178"/>
                  </a:lnTo>
                  <a:lnTo>
                    <a:pt x="2052373" y="3001297"/>
                  </a:lnTo>
                  <a:lnTo>
                    <a:pt x="2015856" y="2920615"/>
                  </a:lnTo>
                  <a:lnTo>
                    <a:pt x="1979662" y="2842594"/>
                  </a:lnTo>
                  <a:lnTo>
                    <a:pt x="1943804" y="2767626"/>
                  </a:lnTo>
                  <a:lnTo>
                    <a:pt x="1908272" y="2696027"/>
                  </a:lnTo>
                  <a:lnTo>
                    <a:pt x="1873024" y="2628033"/>
                  </a:lnTo>
                  <a:lnTo>
                    <a:pt x="1837985" y="2563798"/>
                  </a:lnTo>
                  <a:lnTo>
                    <a:pt x="1803045" y="2503405"/>
                  </a:lnTo>
                  <a:lnTo>
                    <a:pt x="1768055" y="2446864"/>
                  </a:lnTo>
                  <a:lnTo>
                    <a:pt x="1732820" y="2394120"/>
                  </a:lnTo>
                  <a:lnTo>
                    <a:pt x="1719082" y="2374724"/>
                  </a:lnTo>
                  <a:lnTo>
                    <a:pt x="1672469" y="2313918"/>
                  </a:lnTo>
                  <a:lnTo>
                    <a:pt x="1624264" y="2259251"/>
                  </a:lnTo>
                  <a:lnTo>
                    <a:pt x="1573708" y="2210403"/>
                  </a:lnTo>
                  <a:lnTo>
                    <a:pt x="1519954" y="2166837"/>
                  </a:lnTo>
                  <a:lnTo>
                    <a:pt x="1462139" y="2127951"/>
                  </a:lnTo>
                  <a:lnTo>
                    <a:pt x="1399459" y="2093165"/>
                  </a:lnTo>
                  <a:lnTo>
                    <a:pt x="1331263" y="2061969"/>
                  </a:lnTo>
                  <a:lnTo>
                    <a:pt x="1257180" y="2033955"/>
                  </a:lnTo>
                  <a:lnTo>
                    <a:pt x="1177286" y="2008822"/>
                  </a:lnTo>
                  <a:lnTo>
                    <a:pt x="1092296" y="1986390"/>
                  </a:lnTo>
                  <a:lnTo>
                    <a:pt x="1003761" y="1966583"/>
                  </a:lnTo>
                  <a:lnTo>
                    <a:pt x="914192" y="1949415"/>
                  </a:lnTo>
                  <a:lnTo>
                    <a:pt x="827021" y="1934946"/>
                  </a:lnTo>
                  <a:lnTo>
                    <a:pt x="746306" y="1923228"/>
                  </a:lnTo>
                  <a:lnTo>
                    <a:pt x="676138" y="1914239"/>
                  </a:lnTo>
                  <a:lnTo>
                    <a:pt x="619851" y="1907827"/>
                  </a:lnTo>
                  <a:lnTo>
                    <a:pt x="579252" y="1903691"/>
                  </a:lnTo>
                  <a:lnTo>
                    <a:pt x="554111" y="1901388"/>
                  </a:lnTo>
                  <a:lnTo>
                    <a:pt x="542063" y="1900392"/>
                  </a:lnTo>
                  <a:lnTo>
                    <a:pt x="538736" y="1900142"/>
                  </a:lnTo>
                  <a:lnTo>
                    <a:pt x="0" y="190014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546595" y="1354800"/>
              <a:ext cx="8234974" cy="4747633"/>
            </a:xfrm>
            <a:custGeom>
              <a:avLst/>
              <a:pathLst>
                <a:path w="8234974" h="4747633">
                  <a:moveTo>
                    <a:pt x="0" y="1900142"/>
                  </a:moveTo>
                  <a:lnTo>
                    <a:pt x="538736" y="1900142"/>
                  </a:lnTo>
                  <a:lnTo>
                    <a:pt x="539903" y="1900227"/>
                  </a:lnTo>
                  <a:lnTo>
                    <a:pt x="547536" y="1900832"/>
                  </a:lnTo>
                  <a:lnTo>
                    <a:pt x="566640" y="1902506"/>
                  </a:lnTo>
                  <a:lnTo>
                    <a:pt x="600437" y="1905793"/>
                  </a:lnTo>
                  <a:lnTo>
                    <a:pt x="650089" y="1911180"/>
                  </a:lnTo>
                  <a:lnTo>
                    <a:pt x="714624" y="1919034"/>
                  </a:lnTo>
                  <a:lnTo>
                    <a:pt x="791282" y="1929570"/>
                  </a:lnTo>
                  <a:lnTo>
                    <a:pt x="876192" y="1942860"/>
                  </a:lnTo>
                  <a:lnTo>
                    <a:pt x="965197" y="1958876"/>
                  </a:lnTo>
                  <a:lnTo>
                    <a:pt x="1054542" y="1977553"/>
                  </a:lnTo>
                  <a:lnTo>
                    <a:pt x="1141301" y="1998853"/>
                  </a:lnTo>
                  <a:lnTo>
                    <a:pt x="1223518" y="2022809"/>
                  </a:lnTo>
                  <a:lnTo>
                    <a:pt x="1300141" y="2049555"/>
                  </a:lnTo>
                  <a:lnTo>
                    <a:pt x="1370844" y="2079339"/>
                  </a:lnTo>
                  <a:lnTo>
                    <a:pt x="1435829" y="2112525"/>
                  </a:lnTo>
                  <a:lnTo>
                    <a:pt x="1495644" y="2149580"/>
                  </a:lnTo>
                  <a:lnTo>
                    <a:pt x="1551040" y="2191060"/>
                  </a:lnTo>
                  <a:lnTo>
                    <a:pt x="1602865" y="2237565"/>
                  </a:lnTo>
                  <a:lnTo>
                    <a:pt x="1651980" y="2289674"/>
                  </a:lnTo>
                  <a:lnTo>
                    <a:pt x="1699194" y="2347824"/>
                  </a:lnTo>
                  <a:lnTo>
                    <a:pt x="1719082" y="2374724"/>
                  </a:lnTo>
                  <a:lnTo>
                    <a:pt x="1754473" y="2426026"/>
                  </a:lnTo>
                  <a:lnTo>
                    <a:pt x="1789532" y="2481090"/>
                  </a:lnTo>
                  <a:lnTo>
                    <a:pt x="1824472" y="2539991"/>
                  </a:lnTo>
                  <a:lnTo>
                    <a:pt x="1859457" y="2602746"/>
                  </a:lnTo>
                  <a:lnTo>
                    <a:pt x="1894614" y="2669301"/>
                  </a:lnTo>
                  <a:lnTo>
                    <a:pt x="1930029" y="2739530"/>
                  </a:lnTo>
                  <a:lnTo>
                    <a:pt x="1965758" y="2813228"/>
                  </a:lnTo>
                  <a:lnTo>
                    <a:pt x="2001823" y="2890111"/>
                  </a:lnTo>
                  <a:lnTo>
                    <a:pt x="2038218" y="2969815"/>
                  </a:lnTo>
                  <a:lnTo>
                    <a:pt x="2074915" y="3051905"/>
                  </a:lnTo>
                  <a:lnTo>
                    <a:pt x="2111862" y="3135880"/>
                  </a:lnTo>
                  <a:lnTo>
                    <a:pt x="2148992" y="3221183"/>
                  </a:lnTo>
                  <a:lnTo>
                    <a:pt x="2186225" y="3307222"/>
                  </a:lnTo>
                  <a:lnTo>
                    <a:pt x="2223475" y="3393381"/>
                  </a:lnTo>
                  <a:lnTo>
                    <a:pt x="2260654" y="3479041"/>
                  </a:lnTo>
                  <a:lnTo>
                    <a:pt x="2297681" y="3563597"/>
                  </a:lnTo>
                  <a:lnTo>
                    <a:pt x="2334482" y="3646478"/>
                  </a:lnTo>
                  <a:lnTo>
                    <a:pt x="2370998" y="3727161"/>
                  </a:lnTo>
                  <a:lnTo>
                    <a:pt x="2407193" y="3805182"/>
                  </a:lnTo>
                  <a:lnTo>
                    <a:pt x="2443050" y="3880149"/>
                  </a:lnTo>
                  <a:lnTo>
                    <a:pt x="2478582" y="3951748"/>
                  </a:lnTo>
                  <a:lnTo>
                    <a:pt x="2513831" y="4019743"/>
                  </a:lnTo>
                  <a:lnTo>
                    <a:pt x="2548870" y="4083977"/>
                  </a:lnTo>
                  <a:lnTo>
                    <a:pt x="2583810" y="4144370"/>
                  </a:lnTo>
                  <a:lnTo>
                    <a:pt x="2618800" y="4200912"/>
                  </a:lnTo>
                  <a:lnTo>
                    <a:pt x="2654034" y="4253655"/>
                  </a:lnTo>
                  <a:lnTo>
                    <a:pt x="2667772" y="4273051"/>
                  </a:lnTo>
                  <a:lnTo>
                    <a:pt x="2714385" y="4333857"/>
                  </a:lnTo>
                  <a:lnTo>
                    <a:pt x="2762591" y="4388524"/>
                  </a:lnTo>
                  <a:lnTo>
                    <a:pt x="2813146" y="4437372"/>
                  </a:lnTo>
                  <a:lnTo>
                    <a:pt x="2866900" y="4480938"/>
                  </a:lnTo>
                  <a:lnTo>
                    <a:pt x="2924715" y="4519824"/>
                  </a:lnTo>
                  <a:lnTo>
                    <a:pt x="2987396" y="4554610"/>
                  </a:lnTo>
                  <a:lnTo>
                    <a:pt x="3055592" y="4585806"/>
                  </a:lnTo>
                  <a:lnTo>
                    <a:pt x="3129674" y="4613821"/>
                  </a:lnTo>
                  <a:lnTo>
                    <a:pt x="3209568" y="4638953"/>
                  </a:lnTo>
                  <a:lnTo>
                    <a:pt x="3294559" y="4661385"/>
                  </a:lnTo>
                  <a:lnTo>
                    <a:pt x="3383094" y="4681192"/>
                  </a:lnTo>
                  <a:lnTo>
                    <a:pt x="3472663" y="4698360"/>
                  </a:lnTo>
                  <a:lnTo>
                    <a:pt x="3559833" y="4712829"/>
                  </a:lnTo>
                  <a:lnTo>
                    <a:pt x="3640548" y="4724547"/>
                  </a:lnTo>
                  <a:lnTo>
                    <a:pt x="3710717" y="4733537"/>
                  </a:lnTo>
                  <a:lnTo>
                    <a:pt x="3767003" y="4739948"/>
                  </a:lnTo>
                  <a:lnTo>
                    <a:pt x="3807602" y="4744084"/>
                  </a:lnTo>
                  <a:lnTo>
                    <a:pt x="3832743" y="4746387"/>
                  </a:lnTo>
                  <a:lnTo>
                    <a:pt x="3844792" y="4747384"/>
                  </a:lnTo>
                  <a:lnTo>
                    <a:pt x="3848022" y="4747627"/>
                  </a:lnTo>
                  <a:lnTo>
                    <a:pt x="3848118" y="4747633"/>
                  </a:lnTo>
                  <a:lnTo>
                    <a:pt x="4386855" y="4747633"/>
                  </a:lnTo>
                  <a:lnTo>
                    <a:pt x="4387723" y="4747529"/>
                  </a:lnTo>
                  <a:lnTo>
                    <a:pt x="4393438" y="4746785"/>
                  </a:lnTo>
                  <a:lnTo>
                    <a:pt x="4407875" y="4744730"/>
                  </a:lnTo>
                  <a:lnTo>
                    <a:pt x="4433760" y="4740682"/>
                  </a:lnTo>
                  <a:lnTo>
                    <a:pt x="4472484" y="4734008"/>
                  </a:lnTo>
                  <a:lnTo>
                    <a:pt x="4523992" y="4724183"/>
                  </a:lnTo>
                  <a:lnTo>
                    <a:pt x="4586881" y="4710841"/>
                  </a:lnTo>
                  <a:lnTo>
                    <a:pt x="4658715" y="4693787"/>
                  </a:lnTo>
                  <a:lnTo>
                    <a:pt x="4736501" y="4672976"/>
                  </a:lnTo>
                  <a:lnTo>
                    <a:pt x="4817172" y="4648459"/>
                  </a:lnTo>
                  <a:lnTo>
                    <a:pt x="4897992" y="4620317"/>
                  </a:lnTo>
                  <a:lnTo>
                    <a:pt x="4976792" y="4588600"/>
                  </a:lnTo>
                  <a:lnTo>
                    <a:pt x="5052054" y="4553278"/>
                  </a:lnTo>
                  <a:lnTo>
                    <a:pt x="5122881" y="4514215"/>
                  </a:lnTo>
                  <a:lnTo>
                    <a:pt x="5188893" y="4471143"/>
                  </a:lnTo>
                  <a:lnTo>
                    <a:pt x="5250110" y="4423671"/>
                  </a:lnTo>
                  <a:lnTo>
                    <a:pt x="5306830" y="4371280"/>
                  </a:lnTo>
                  <a:lnTo>
                    <a:pt x="5359535" y="4313344"/>
                  </a:lnTo>
                  <a:lnTo>
                    <a:pt x="5408812" y="4249153"/>
                  </a:lnTo>
                  <a:lnTo>
                    <a:pt x="5455299" y="4177960"/>
                  </a:lnTo>
                  <a:lnTo>
                    <a:pt x="5499630" y="4099061"/>
                  </a:lnTo>
                  <a:lnTo>
                    <a:pt x="5542402" y="4011924"/>
                  </a:lnTo>
                  <a:lnTo>
                    <a:pt x="5567201" y="3956361"/>
                  </a:lnTo>
                  <a:lnTo>
                    <a:pt x="5595598" y="3888304"/>
                  </a:lnTo>
                  <a:lnTo>
                    <a:pt x="5623752" y="3816241"/>
                  </a:lnTo>
                  <a:lnTo>
                    <a:pt x="5651779" y="3740092"/>
                  </a:lnTo>
                  <a:lnTo>
                    <a:pt x="5679777" y="3659815"/>
                  </a:lnTo>
                  <a:lnTo>
                    <a:pt x="5707824" y="3575416"/>
                  </a:lnTo>
                  <a:lnTo>
                    <a:pt x="5735982" y="3486945"/>
                  </a:lnTo>
                  <a:lnTo>
                    <a:pt x="5764298" y="3394505"/>
                  </a:lnTo>
                  <a:lnTo>
                    <a:pt x="5792804" y="3298252"/>
                  </a:lnTo>
                  <a:lnTo>
                    <a:pt x="5821521" y="3198397"/>
                  </a:lnTo>
                  <a:lnTo>
                    <a:pt x="5850454" y="3095205"/>
                  </a:lnTo>
                  <a:lnTo>
                    <a:pt x="5879601" y="2988994"/>
                  </a:lnTo>
                  <a:lnTo>
                    <a:pt x="5908946" y="2880136"/>
                  </a:lnTo>
                  <a:lnTo>
                    <a:pt x="5938466" y="2769044"/>
                  </a:lnTo>
                  <a:lnTo>
                    <a:pt x="5968130" y="2656176"/>
                  </a:lnTo>
                  <a:lnTo>
                    <a:pt x="5997901" y="2542020"/>
                  </a:lnTo>
                  <a:lnTo>
                    <a:pt x="6027737" y="2427090"/>
                  </a:lnTo>
                  <a:lnTo>
                    <a:pt x="6057594" y="2311913"/>
                  </a:lnTo>
                  <a:lnTo>
                    <a:pt x="6087426" y="2197022"/>
                  </a:lnTo>
                  <a:lnTo>
                    <a:pt x="6117190" y="2082945"/>
                  </a:lnTo>
                  <a:lnTo>
                    <a:pt x="6146845" y="1970194"/>
                  </a:lnTo>
                  <a:lnTo>
                    <a:pt x="6176353" y="1859254"/>
                  </a:lnTo>
                  <a:lnTo>
                    <a:pt x="6205683" y="1750580"/>
                  </a:lnTo>
                  <a:lnTo>
                    <a:pt x="6234814" y="1644584"/>
                  </a:lnTo>
                  <a:lnTo>
                    <a:pt x="6263732" y="1541631"/>
                  </a:lnTo>
                  <a:lnTo>
                    <a:pt x="6292432" y="1442038"/>
                  </a:lnTo>
                  <a:lnTo>
                    <a:pt x="6320923" y="1346064"/>
                  </a:lnTo>
                  <a:lnTo>
                    <a:pt x="6349226" y="1253917"/>
                  </a:lnTo>
                  <a:lnTo>
                    <a:pt x="6377374" y="1165748"/>
                  </a:lnTo>
                  <a:lnTo>
                    <a:pt x="6405415" y="1081657"/>
                  </a:lnTo>
                  <a:lnTo>
                    <a:pt x="6433412" y="1001690"/>
                  </a:lnTo>
                  <a:lnTo>
                    <a:pt x="6461445" y="925849"/>
                  </a:lnTo>
                  <a:lnTo>
                    <a:pt x="6489613" y="854089"/>
                  </a:lnTo>
                  <a:lnTo>
                    <a:pt x="6515891" y="791272"/>
                  </a:lnTo>
                  <a:lnTo>
                    <a:pt x="6557985" y="699147"/>
                  </a:lnTo>
                  <a:lnTo>
                    <a:pt x="6601326" y="615416"/>
                  </a:lnTo>
                  <a:lnTo>
                    <a:pt x="6646461" y="539738"/>
                  </a:lnTo>
                  <a:lnTo>
                    <a:pt x="6694008" y="471491"/>
                  </a:lnTo>
                  <a:lnTo>
                    <a:pt x="6744609" y="409941"/>
                  </a:lnTo>
                  <a:lnTo>
                    <a:pt x="6798885" y="354349"/>
                  </a:lnTo>
                  <a:lnTo>
                    <a:pt x="6857390" y="304035"/>
                  </a:lnTo>
                  <a:lnTo>
                    <a:pt x="6920540" y="258413"/>
                  </a:lnTo>
                  <a:lnTo>
                    <a:pt x="6988534" y="217017"/>
                  </a:lnTo>
                  <a:lnTo>
                    <a:pt x="7061242" y="179504"/>
                  </a:lnTo>
                  <a:lnTo>
                    <a:pt x="7138089" y="145664"/>
                  </a:lnTo>
                  <a:lnTo>
                    <a:pt x="7217934" y="115403"/>
                  </a:lnTo>
                  <a:lnTo>
                    <a:pt x="7298991" y="88730"/>
                  </a:lnTo>
                  <a:lnTo>
                    <a:pt x="7378841" y="65716"/>
                  </a:lnTo>
                  <a:lnTo>
                    <a:pt x="7454576" y="46435"/>
                  </a:lnTo>
                  <a:lnTo>
                    <a:pt x="7523102" y="30908"/>
                  </a:lnTo>
                  <a:lnTo>
                    <a:pt x="7581594" y="19034"/>
                  </a:lnTo>
                  <a:lnTo>
                    <a:pt x="7627984" y="10549"/>
                  </a:lnTo>
                  <a:lnTo>
                    <a:pt x="7661395" y="5017"/>
                  </a:lnTo>
                  <a:lnTo>
                    <a:pt x="7682363" y="1862"/>
                  </a:lnTo>
                  <a:lnTo>
                    <a:pt x="7692844" y="425"/>
                  </a:lnTo>
                  <a:lnTo>
                    <a:pt x="7696053" y="2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546595" y="1333022"/>
              <a:ext cx="8234974" cy="4747633"/>
            </a:xfrm>
            <a:custGeom>
              <a:avLst/>
              <a:pathLst>
                <a:path w="8234974" h="4747633">
                  <a:moveTo>
                    <a:pt x="8234974" y="0"/>
                  </a:moveTo>
                  <a:lnTo>
                    <a:pt x="7696237" y="0"/>
                  </a:lnTo>
                  <a:lnTo>
                    <a:pt x="7695370" y="104"/>
                  </a:lnTo>
                  <a:lnTo>
                    <a:pt x="7689655" y="848"/>
                  </a:lnTo>
                  <a:lnTo>
                    <a:pt x="7675218" y="2903"/>
                  </a:lnTo>
                  <a:lnTo>
                    <a:pt x="7649332" y="6951"/>
                  </a:lnTo>
                  <a:lnTo>
                    <a:pt x="7610608" y="13625"/>
                  </a:lnTo>
                  <a:lnTo>
                    <a:pt x="7559100" y="23450"/>
                  </a:lnTo>
                  <a:lnTo>
                    <a:pt x="7496212" y="36792"/>
                  </a:lnTo>
                  <a:lnTo>
                    <a:pt x="7424377" y="53846"/>
                  </a:lnTo>
                  <a:lnTo>
                    <a:pt x="7346592" y="74657"/>
                  </a:lnTo>
                  <a:lnTo>
                    <a:pt x="7265920" y="99174"/>
                  </a:lnTo>
                  <a:lnTo>
                    <a:pt x="7185100" y="127316"/>
                  </a:lnTo>
                  <a:lnTo>
                    <a:pt x="7106301" y="159033"/>
                  </a:lnTo>
                  <a:lnTo>
                    <a:pt x="7031038" y="194354"/>
                  </a:lnTo>
                  <a:lnTo>
                    <a:pt x="6960212" y="233418"/>
                  </a:lnTo>
                  <a:lnTo>
                    <a:pt x="6894199" y="276490"/>
                  </a:lnTo>
                  <a:lnTo>
                    <a:pt x="6832983" y="323962"/>
                  </a:lnTo>
                  <a:lnTo>
                    <a:pt x="6776263" y="376353"/>
                  </a:lnTo>
                  <a:lnTo>
                    <a:pt x="6723558" y="434289"/>
                  </a:lnTo>
                  <a:lnTo>
                    <a:pt x="6674280" y="498480"/>
                  </a:lnTo>
                  <a:lnTo>
                    <a:pt x="6627794" y="569673"/>
                  </a:lnTo>
                  <a:lnTo>
                    <a:pt x="6583462" y="648572"/>
                  </a:lnTo>
                  <a:lnTo>
                    <a:pt x="6540691" y="735709"/>
                  </a:lnTo>
                  <a:lnTo>
                    <a:pt x="6515891" y="791272"/>
                  </a:lnTo>
                  <a:lnTo>
                    <a:pt x="6487494" y="859329"/>
                  </a:lnTo>
                  <a:lnTo>
                    <a:pt x="6459341" y="931392"/>
                  </a:lnTo>
                  <a:lnTo>
                    <a:pt x="6431313" y="1007541"/>
                  </a:lnTo>
                  <a:lnTo>
                    <a:pt x="6403315" y="1087818"/>
                  </a:lnTo>
                  <a:lnTo>
                    <a:pt x="6375268" y="1172217"/>
                  </a:lnTo>
                  <a:lnTo>
                    <a:pt x="6347110" y="1260688"/>
                  </a:lnTo>
                  <a:lnTo>
                    <a:pt x="6318794" y="1353128"/>
                  </a:lnTo>
                  <a:lnTo>
                    <a:pt x="6290288" y="1449380"/>
                  </a:lnTo>
                  <a:lnTo>
                    <a:pt x="6261572" y="1549236"/>
                  </a:lnTo>
                  <a:lnTo>
                    <a:pt x="6232638" y="1652428"/>
                  </a:lnTo>
                  <a:lnTo>
                    <a:pt x="6203492" y="1758638"/>
                  </a:lnTo>
                  <a:lnTo>
                    <a:pt x="6174147" y="1867497"/>
                  </a:lnTo>
                  <a:lnTo>
                    <a:pt x="6144627" y="1978589"/>
                  </a:lnTo>
                  <a:lnTo>
                    <a:pt x="6114963" y="2091457"/>
                  </a:lnTo>
                  <a:lnTo>
                    <a:pt x="6085192" y="2205613"/>
                  </a:lnTo>
                  <a:lnTo>
                    <a:pt x="6055356" y="2320543"/>
                  </a:lnTo>
                  <a:lnTo>
                    <a:pt x="6025499" y="2435720"/>
                  </a:lnTo>
                  <a:lnTo>
                    <a:pt x="5995666" y="2550610"/>
                  </a:lnTo>
                  <a:lnTo>
                    <a:pt x="5965902" y="2664687"/>
                  </a:lnTo>
                  <a:lnTo>
                    <a:pt x="5936248" y="2777439"/>
                  </a:lnTo>
                  <a:lnTo>
                    <a:pt x="5906740" y="2888378"/>
                  </a:lnTo>
                  <a:lnTo>
                    <a:pt x="5877409" y="2997053"/>
                  </a:lnTo>
                  <a:lnTo>
                    <a:pt x="5848278" y="3103049"/>
                  </a:lnTo>
                  <a:lnTo>
                    <a:pt x="5819361" y="3206001"/>
                  </a:lnTo>
                  <a:lnTo>
                    <a:pt x="5790661" y="3305595"/>
                  </a:lnTo>
                  <a:lnTo>
                    <a:pt x="5762169" y="3401569"/>
                  </a:lnTo>
                  <a:lnTo>
                    <a:pt x="5733867" y="3493716"/>
                  </a:lnTo>
                  <a:lnTo>
                    <a:pt x="5705719" y="3581884"/>
                  </a:lnTo>
                  <a:lnTo>
                    <a:pt x="5677678" y="3665976"/>
                  </a:lnTo>
                  <a:lnTo>
                    <a:pt x="5649681" y="3745943"/>
                  </a:lnTo>
                  <a:lnTo>
                    <a:pt x="5621647" y="3821784"/>
                  </a:lnTo>
                  <a:lnTo>
                    <a:pt x="5593479" y="3893543"/>
                  </a:lnTo>
                  <a:lnTo>
                    <a:pt x="5567201" y="3956361"/>
                  </a:lnTo>
                  <a:lnTo>
                    <a:pt x="5525107" y="4048486"/>
                  </a:lnTo>
                  <a:lnTo>
                    <a:pt x="5481767" y="4132217"/>
                  </a:lnTo>
                  <a:lnTo>
                    <a:pt x="5436631" y="4207895"/>
                  </a:lnTo>
                  <a:lnTo>
                    <a:pt x="5389084" y="4276141"/>
                  </a:lnTo>
                  <a:lnTo>
                    <a:pt x="5338484" y="4337692"/>
                  </a:lnTo>
                  <a:lnTo>
                    <a:pt x="5284207" y="4393284"/>
                  </a:lnTo>
                  <a:lnTo>
                    <a:pt x="5225703" y="4443598"/>
                  </a:lnTo>
                  <a:lnTo>
                    <a:pt x="5162553" y="4489219"/>
                  </a:lnTo>
                  <a:lnTo>
                    <a:pt x="5094559" y="4530616"/>
                  </a:lnTo>
                  <a:lnTo>
                    <a:pt x="5021850" y="4568128"/>
                  </a:lnTo>
                  <a:lnTo>
                    <a:pt x="4945003" y="4601969"/>
                  </a:lnTo>
                  <a:lnTo>
                    <a:pt x="4865159" y="4632230"/>
                  </a:lnTo>
                  <a:lnTo>
                    <a:pt x="4784102" y="4658902"/>
                  </a:lnTo>
                  <a:lnTo>
                    <a:pt x="4704251" y="4681917"/>
                  </a:lnTo>
                  <a:lnTo>
                    <a:pt x="4628517" y="4701198"/>
                  </a:lnTo>
                  <a:lnTo>
                    <a:pt x="4559990" y="4716724"/>
                  </a:lnTo>
                  <a:lnTo>
                    <a:pt x="4501499" y="4728599"/>
                  </a:lnTo>
                  <a:lnTo>
                    <a:pt x="4455108" y="4737084"/>
                  </a:lnTo>
                  <a:lnTo>
                    <a:pt x="4421697" y="4742616"/>
                  </a:lnTo>
                  <a:lnTo>
                    <a:pt x="4400729" y="4745771"/>
                  </a:lnTo>
                  <a:lnTo>
                    <a:pt x="4390249" y="4747208"/>
                  </a:lnTo>
                  <a:lnTo>
                    <a:pt x="4387039" y="4747612"/>
                  </a:lnTo>
                  <a:lnTo>
                    <a:pt x="4386855" y="4747633"/>
                  </a:lnTo>
                  <a:lnTo>
                    <a:pt x="3848118" y="4747633"/>
                  </a:lnTo>
                  <a:lnTo>
                    <a:pt x="3846951" y="4747549"/>
                  </a:lnTo>
                  <a:lnTo>
                    <a:pt x="3839318" y="4746943"/>
                  </a:lnTo>
                  <a:lnTo>
                    <a:pt x="3820215" y="4745270"/>
                  </a:lnTo>
                  <a:lnTo>
                    <a:pt x="3786417" y="4741982"/>
                  </a:lnTo>
                  <a:lnTo>
                    <a:pt x="3736766" y="4736595"/>
                  </a:lnTo>
                  <a:lnTo>
                    <a:pt x="3672230" y="4728741"/>
                  </a:lnTo>
                  <a:lnTo>
                    <a:pt x="3595573" y="4718205"/>
                  </a:lnTo>
                  <a:lnTo>
                    <a:pt x="3510663" y="4704916"/>
                  </a:lnTo>
                  <a:lnTo>
                    <a:pt x="3421658" y="4688900"/>
                  </a:lnTo>
                  <a:lnTo>
                    <a:pt x="3332313" y="4670222"/>
                  </a:lnTo>
                  <a:lnTo>
                    <a:pt x="3245554" y="4648922"/>
                  </a:lnTo>
                  <a:lnTo>
                    <a:pt x="3163336" y="4624966"/>
                  </a:lnTo>
                  <a:lnTo>
                    <a:pt x="3086713" y="4598220"/>
                  </a:lnTo>
                  <a:lnTo>
                    <a:pt x="3016010" y="4568436"/>
                  </a:lnTo>
                  <a:lnTo>
                    <a:pt x="2951025" y="4535250"/>
                  </a:lnTo>
                  <a:lnTo>
                    <a:pt x="2891210" y="4498195"/>
                  </a:lnTo>
                  <a:lnTo>
                    <a:pt x="2835814" y="4456715"/>
                  </a:lnTo>
                  <a:lnTo>
                    <a:pt x="2783990" y="4410210"/>
                  </a:lnTo>
                  <a:lnTo>
                    <a:pt x="2734874" y="4358101"/>
                  </a:lnTo>
                  <a:lnTo>
                    <a:pt x="2687660" y="4299951"/>
                  </a:lnTo>
                  <a:lnTo>
                    <a:pt x="2667772" y="4273051"/>
                  </a:lnTo>
                  <a:lnTo>
                    <a:pt x="2632381" y="4221749"/>
                  </a:lnTo>
                  <a:lnTo>
                    <a:pt x="2597322" y="4166686"/>
                  </a:lnTo>
                  <a:lnTo>
                    <a:pt x="2562383" y="4107784"/>
                  </a:lnTo>
                  <a:lnTo>
                    <a:pt x="2527397" y="4045029"/>
                  </a:lnTo>
                  <a:lnTo>
                    <a:pt x="2492241" y="3978474"/>
                  </a:lnTo>
                  <a:lnTo>
                    <a:pt x="2456825" y="3908245"/>
                  </a:lnTo>
                  <a:lnTo>
                    <a:pt x="2421097" y="3834547"/>
                  </a:lnTo>
                  <a:lnTo>
                    <a:pt x="2385032" y="3757664"/>
                  </a:lnTo>
                  <a:lnTo>
                    <a:pt x="2348636" y="3677960"/>
                  </a:lnTo>
                  <a:lnTo>
                    <a:pt x="2311939" y="3595870"/>
                  </a:lnTo>
                  <a:lnTo>
                    <a:pt x="2274992" y="3511896"/>
                  </a:lnTo>
                  <a:lnTo>
                    <a:pt x="2237862" y="3426592"/>
                  </a:lnTo>
                  <a:lnTo>
                    <a:pt x="2200630" y="3340553"/>
                  </a:lnTo>
                  <a:lnTo>
                    <a:pt x="2163380" y="3254394"/>
                  </a:lnTo>
                  <a:lnTo>
                    <a:pt x="2126200" y="3168735"/>
                  </a:lnTo>
                  <a:lnTo>
                    <a:pt x="2089174" y="3084178"/>
                  </a:lnTo>
                  <a:lnTo>
                    <a:pt x="2052373" y="3001297"/>
                  </a:lnTo>
                  <a:lnTo>
                    <a:pt x="2015856" y="2920615"/>
                  </a:lnTo>
                  <a:lnTo>
                    <a:pt x="1979662" y="2842594"/>
                  </a:lnTo>
                  <a:lnTo>
                    <a:pt x="1943804" y="2767626"/>
                  </a:lnTo>
                  <a:lnTo>
                    <a:pt x="1908272" y="2696027"/>
                  </a:lnTo>
                  <a:lnTo>
                    <a:pt x="1873024" y="2628033"/>
                  </a:lnTo>
                  <a:lnTo>
                    <a:pt x="1837985" y="2563798"/>
                  </a:lnTo>
                  <a:lnTo>
                    <a:pt x="1803045" y="2503405"/>
                  </a:lnTo>
                  <a:lnTo>
                    <a:pt x="1768055" y="2446864"/>
                  </a:lnTo>
                  <a:lnTo>
                    <a:pt x="1732820" y="2394120"/>
                  </a:lnTo>
                  <a:lnTo>
                    <a:pt x="1719082" y="2374724"/>
                  </a:lnTo>
                  <a:lnTo>
                    <a:pt x="1672469" y="2313918"/>
                  </a:lnTo>
                  <a:lnTo>
                    <a:pt x="1624264" y="2259251"/>
                  </a:lnTo>
                  <a:lnTo>
                    <a:pt x="1573708" y="2210403"/>
                  </a:lnTo>
                  <a:lnTo>
                    <a:pt x="1519954" y="2166837"/>
                  </a:lnTo>
                  <a:lnTo>
                    <a:pt x="1462139" y="2127951"/>
                  </a:lnTo>
                  <a:lnTo>
                    <a:pt x="1399459" y="2093165"/>
                  </a:lnTo>
                  <a:lnTo>
                    <a:pt x="1331263" y="2061969"/>
                  </a:lnTo>
                  <a:lnTo>
                    <a:pt x="1257180" y="2033955"/>
                  </a:lnTo>
                  <a:lnTo>
                    <a:pt x="1177286" y="2008822"/>
                  </a:lnTo>
                  <a:lnTo>
                    <a:pt x="1092296" y="1986390"/>
                  </a:lnTo>
                  <a:lnTo>
                    <a:pt x="1003761" y="1966583"/>
                  </a:lnTo>
                  <a:lnTo>
                    <a:pt x="914192" y="1949415"/>
                  </a:lnTo>
                  <a:lnTo>
                    <a:pt x="827021" y="1934946"/>
                  </a:lnTo>
                  <a:lnTo>
                    <a:pt x="746306" y="1923228"/>
                  </a:lnTo>
                  <a:lnTo>
                    <a:pt x="676138" y="1914239"/>
                  </a:lnTo>
                  <a:lnTo>
                    <a:pt x="619851" y="1907827"/>
                  </a:lnTo>
                  <a:lnTo>
                    <a:pt x="579252" y="1903691"/>
                  </a:lnTo>
                  <a:lnTo>
                    <a:pt x="554111" y="1901388"/>
                  </a:lnTo>
                  <a:lnTo>
                    <a:pt x="542063" y="1900392"/>
                  </a:lnTo>
                  <a:lnTo>
                    <a:pt x="538832" y="1900149"/>
                  </a:lnTo>
                  <a:lnTo>
                    <a:pt x="538736" y="1900142"/>
                  </a:lnTo>
                  <a:lnTo>
                    <a:pt x="0" y="19001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" name="pg62"/>
            <p:cNvSpPr/>
            <p:nvPr/>
          </p:nvSpPr>
          <p:spPr>
            <a:xfrm>
              <a:off x="546595" y="1610693"/>
              <a:ext cx="8234974" cy="4497185"/>
            </a:xfrm>
            <a:custGeom>
              <a:avLst/>
              <a:pathLst>
                <a:path w="8234974" h="4497185">
                  <a:moveTo>
                    <a:pt x="0" y="1649693"/>
                  </a:moveTo>
                  <a:lnTo>
                    <a:pt x="538736" y="1649693"/>
                  </a:lnTo>
                  <a:lnTo>
                    <a:pt x="539903" y="1649778"/>
                  </a:lnTo>
                  <a:lnTo>
                    <a:pt x="547536" y="1650383"/>
                  </a:lnTo>
                  <a:lnTo>
                    <a:pt x="566640" y="1652057"/>
                  </a:lnTo>
                  <a:lnTo>
                    <a:pt x="600437" y="1655345"/>
                  </a:lnTo>
                  <a:lnTo>
                    <a:pt x="650089" y="1660732"/>
                  </a:lnTo>
                  <a:lnTo>
                    <a:pt x="714624" y="1668586"/>
                  </a:lnTo>
                  <a:lnTo>
                    <a:pt x="791282" y="1679121"/>
                  </a:lnTo>
                  <a:lnTo>
                    <a:pt x="876192" y="1692411"/>
                  </a:lnTo>
                  <a:lnTo>
                    <a:pt x="965197" y="1708427"/>
                  </a:lnTo>
                  <a:lnTo>
                    <a:pt x="1054542" y="1727105"/>
                  </a:lnTo>
                  <a:lnTo>
                    <a:pt x="1141301" y="1748405"/>
                  </a:lnTo>
                  <a:lnTo>
                    <a:pt x="1223518" y="1772361"/>
                  </a:lnTo>
                  <a:lnTo>
                    <a:pt x="1300141" y="1799106"/>
                  </a:lnTo>
                  <a:lnTo>
                    <a:pt x="1370844" y="1828891"/>
                  </a:lnTo>
                  <a:lnTo>
                    <a:pt x="1435829" y="1862076"/>
                  </a:lnTo>
                  <a:lnTo>
                    <a:pt x="1495644" y="1899132"/>
                  </a:lnTo>
                  <a:lnTo>
                    <a:pt x="1551040" y="1940611"/>
                  </a:lnTo>
                  <a:lnTo>
                    <a:pt x="1602865" y="1987116"/>
                  </a:lnTo>
                  <a:lnTo>
                    <a:pt x="1651980" y="2039226"/>
                  </a:lnTo>
                  <a:lnTo>
                    <a:pt x="1699194" y="2097375"/>
                  </a:lnTo>
                  <a:lnTo>
                    <a:pt x="1719082" y="2124275"/>
                  </a:lnTo>
                  <a:lnTo>
                    <a:pt x="1754473" y="2175577"/>
                  </a:lnTo>
                  <a:lnTo>
                    <a:pt x="1789532" y="2230641"/>
                  </a:lnTo>
                  <a:lnTo>
                    <a:pt x="1824472" y="2289543"/>
                  </a:lnTo>
                  <a:lnTo>
                    <a:pt x="1859457" y="2352297"/>
                  </a:lnTo>
                  <a:lnTo>
                    <a:pt x="1894614" y="2418853"/>
                  </a:lnTo>
                  <a:lnTo>
                    <a:pt x="1930029" y="2489082"/>
                  </a:lnTo>
                  <a:lnTo>
                    <a:pt x="1965758" y="2562780"/>
                  </a:lnTo>
                  <a:lnTo>
                    <a:pt x="2001823" y="2639662"/>
                  </a:lnTo>
                  <a:lnTo>
                    <a:pt x="2038218" y="2719367"/>
                  </a:lnTo>
                  <a:lnTo>
                    <a:pt x="2074915" y="2801457"/>
                  </a:lnTo>
                  <a:lnTo>
                    <a:pt x="2111862" y="2885431"/>
                  </a:lnTo>
                  <a:lnTo>
                    <a:pt x="2148992" y="2970734"/>
                  </a:lnTo>
                  <a:lnTo>
                    <a:pt x="2186225" y="3056773"/>
                  </a:lnTo>
                  <a:lnTo>
                    <a:pt x="2223475" y="3142932"/>
                  </a:lnTo>
                  <a:lnTo>
                    <a:pt x="2260654" y="3228592"/>
                  </a:lnTo>
                  <a:lnTo>
                    <a:pt x="2297681" y="3313148"/>
                  </a:lnTo>
                  <a:lnTo>
                    <a:pt x="2334482" y="3396030"/>
                  </a:lnTo>
                  <a:lnTo>
                    <a:pt x="2370998" y="3476712"/>
                  </a:lnTo>
                  <a:lnTo>
                    <a:pt x="2407193" y="3554733"/>
                  </a:lnTo>
                  <a:lnTo>
                    <a:pt x="2443050" y="3629700"/>
                  </a:lnTo>
                  <a:lnTo>
                    <a:pt x="2478582" y="3701299"/>
                  </a:lnTo>
                  <a:lnTo>
                    <a:pt x="2513831" y="3769294"/>
                  </a:lnTo>
                  <a:lnTo>
                    <a:pt x="2548870" y="3833528"/>
                  </a:lnTo>
                  <a:lnTo>
                    <a:pt x="2583810" y="3893921"/>
                  </a:lnTo>
                  <a:lnTo>
                    <a:pt x="2618800" y="3950463"/>
                  </a:lnTo>
                  <a:lnTo>
                    <a:pt x="2654034" y="4003207"/>
                  </a:lnTo>
                  <a:lnTo>
                    <a:pt x="2667772" y="4022603"/>
                  </a:lnTo>
                  <a:lnTo>
                    <a:pt x="2714385" y="4083408"/>
                  </a:lnTo>
                  <a:lnTo>
                    <a:pt x="2762591" y="4138075"/>
                  </a:lnTo>
                  <a:lnTo>
                    <a:pt x="2813146" y="4186924"/>
                  </a:lnTo>
                  <a:lnTo>
                    <a:pt x="2866900" y="4230489"/>
                  </a:lnTo>
                  <a:lnTo>
                    <a:pt x="2924715" y="4269375"/>
                  </a:lnTo>
                  <a:lnTo>
                    <a:pt x="2987396" y="4304162"/>
                  </a:lnTo>
                  <a:lnTo>
                    <a:pt x="3055592" y="4335357"/>
                  </a:lnTo>
                  <a:lnTo>
                    <a:pt x="3129674" y="4363372"/>
                  </a:lnTo>
                  <a:lnTo>
                    <a:pt x="3209568" y="4388504"/>
                  </a:lnTo>
                  <a:lnTo>
                    <a:pt x="3294559" y="4410937"/>
                  </a:lnTo>
                  <a:lnTo>
                    <a:pt x="3383094" y="4430744"/>
                  </a:lnTo>
                  <a:lnTo>
                    <a:pt x="3472663" y="4447912"/>
                  </a:lnTo>
                  <a:lnTo>
                    <a:pt x="3559833" y="4462381"/>
                  </a:lnTo>
                  <a:lnTo>
                    <a:pt x="3640548" y="4474099"/>
                  </a:lnTo>
                  <a:lnTo>
                    <a:pt x="3710717" y="4483088"/>
                  </a:lnTo>
                  <a:lnTo>
                    <a:pt x="3767003" y="4489499"/>
                  </a:lnTo>
                  <a:lnTo>
                    <a:pt x="3807602" y="4493636"/>
                  </a:lnTo>
                  <a:lnTo>
                    <a:pt x="3832743" y="4495939"/>
                  </a:lnTo>
                  <a:lnTo>
                    <a:pt x="3844792" y="4496935"/>
                  </a:lnTo>
                  <a:lnTo>
                    <a:pt x="3848118" y="4497185"/>
                  </a:lnTo>
                  <a:lnTo>
                    <a:pt x="4386855" y="4497185"/>
                  </a:lnTo>
                  <a:lnTo>
                    <a:pt x="4387743" y="4497084"/>
                  </a:lnTo>
                  <a:lnTo>
                    <a:pt x="4393590" y="4496363"/>
                  </a:lnTo>
                  <a:lnTo>
                    <a:pt x="4408349" y="4494371"/>
                  </a:lnTo>
                  <a:lnTo>
                    <a:pt x="4434788" y="4490449"/>
                  </a:lnTo>
                  <a:lnTo>
                    <a:pt x="4474288" y="4483985"/>
                  </a:lnTo>
                  <a:lnTo>
                    <a:pt x="4526742" y="4474475"/>
                  </a:lnTo>
                  <a:lnTo>
                    <a:pt x="4590660" y="4461573"/>
                  </a:lnTo>
                  <a:lnTo>
                    <a:pt x="4663506" y="4445097"/>
                  </a:lnTo>
                  <a:lnTo>
                    <a:pt x="4742198" y="4425011"/>
                  </a:lnTo>
                  <a:lnTo>
                    <a:pt x="4823608" y="4401369"/>
                  </a:lnTo>
                  <a:lnTo>
                    <a:pt x="4904973" y="4374247"/>
                  </a:lnTo>
                  <a:lnTo>
                    <a:pt x="4984124" y="4343691"/>
                  </a:lnTo>
                  <a:lnTo>
                    <a:pt x="5059571" y="4309662"/>
                  </a:lnTo>
                  <a:lnTo>
                    <a:pt x="5130450" y="4272016"/>
                  </a:lnTo>
                  <a:lnTo>
                    <a:pt x="5196422" y="4230481"/>
                  </a:lnTo>
                  <a:lnTo>
                    <a:pt x="5257547" y="4184664"/>
                  </a:lnTo>
                  <a:lnTo>
                    <a:pt x="5314157" y="4134048"/>
                  </a:lnTo>
                  <a:lnTo>
                    <a:pt x="5366764" y="4078013"/>
                  </a:lnTo>
                  <a:lnTo>
                    <a:pt x="5415979" y="4015865"/>
                  </a:lnTo>
                  <a:lnTo>
                    <a:pt x="5462457" y="3946880"/>
                  </a:lnTo>
                  <a:lnTo>
                    <a:pt x="5506846" y="3870392"/>
                  </a:lnTo>
                  <a:lnTo>
                    <a:pt x="5549743" y="3785929"/>
                  </a:lnTo>
                  <a:lnTo>
                    <a:pt x="5567201" y="3748561"/>
                  </a:lnTo>
                  <a:lnTo>
                    <a:pt x="5596322" y="3682474"/>
                  </a:lnTo>
                  <a:lnTo>
                    <a:pt x="5625190" y="3612396"/>
                  </a:lnTo>
                  <a:lnTo>
                    <a:pt x="5653931" y="3538249"/>
                  </a:lnTo>
                  <a:lnTo>
                    <a:pt x="5682648" y="3459994"/>
                  </a:lnTo>
                  <a:lnTo>
                    <a:pt x="5711424" y="3377639"/>
                  </a:lnTo>
                  <a:lnTo>
                    <a:pt x="5740324" y="3291242"/>
                  </a:lnTo>
                  <a:lnTo>
                    <a:pt x="5769396" y="3200916"/>
                  </a:lnTo>
                  <a:lnTo>
                    <a:pt x="5798673" y="3106829"/>
                  </a:lnTo>
                  <a:lnTo>
                    <a:pt x="5828174" y="3009207"/>
                  </a:lnTo>
                  <a:lnTo>
                    <a:pt x="5857903" y="2908333"/>
                  </a:lnTo>
                  <a:lnTo>
                    <a:pt x="5887852" y="2804545"/>
                  </a:lnTo>
                  <a:lnTo>
                    <a:pt x="5918005" y="2698233"/>
                  </a:lnTo>
                  <a:lnTo>
                    <a:pt x="5948332" y="2589835"/>
                  </a:lnTo>
                  <a:lnTo>
                    <a:pt x="5978799" y="2479828"/>
                  </a:lnTo>
                  <a:lnTo>
                    <a:pt x="6009362" y="2368721"/>
                  </a:lnTo>
                  <a:lnTo>
                    <a:pt x="6039977" y="2257043"/>
                  </a:lnTo>
                  <a:lnTo>
                    <a:pt x="6070594" y="2145338"/>
                  </a:lnTo>
                  <a:lnTo>
                    <a:pt x="6101165" y="2034147"/>
                  </a:lnTo>
                  <a:lnTo>
                    <a:pt x="6131643" y="1924004"/>
                  </a:lnTo>
                  <a:lnTo>
                    <a:pt x="6161986" y="1815418"/>
                  </a:lnTo>
                  <a:lnTo>
                    <a:pt x="6192158" y="1708872"/>
                  </a:lnTo>
                  <a:lnTo>
                    <a:pt x="6222130" y="1604806"/>
                  </a:lnTo>
                  <a:lnTo>
                    <a:pt x="6251882" y="1503617"/>
                  </a:lnTo>
                  <a:lnTo>
                    <a:pt x="6281406" y="1405647"/>
                  </a:lnTo>
                  <a:lnTo>
                    <a:pt x="6310705" y="1311187"/>
                  </a:lnTo>
                  <a:lnTo>
                    <a:pt x="6339797" y="1220467"/>
                  </a:lnTo>
                  <a:lnTo>
                    <a:pt x="6368713" y="1133661"/>
                  </a:lnTo>
                  <a:lnTo>
                    <a:pt x="6397498" y="1050888"/>
                  </a:lnTo>
                  <a:lnTo>
                    <a:pt x="6426218" y="972211"/>
                  </a:lnTo>
                  <a:lnTo>
                    <a:pt x="6454952" y="897644"/>
                  </a:lnTo>
                  <a:lnTo>
                    <a:pt x="6483802" y="827153"/>
                  </a:lnTo>
                  <a:lnTo>
                    <a:pt x="6512890" y="760661"/>
                  </a:lnTo>
                  <a:lnTo>
                    <a:pt x="6515891" y="754067"/>
                  </a:lnTo>
                  <a:lnTo>
                    <a:pt x="6558323" y="666249"/>
                  </a:lnTo>
                  <a:lnTo>
                    <a:pt x="6602026" y="586496"/>
                  </a:lnTo>
                  <a:lnTo>
                    <a:pt x="6647562" y="514476"/>
                  </a:lnTo>
                  <a:lnTo>
                    <a:pt x="6695563" y="449582"/>
                  </a:lnTo>
                  <a:lnTo>
                    <a:pt x="6746687" y="391102"/>
                  </a:lnTo>
                  <a:lnTo>
                    <a:pt x="6801569" y="338321"/>
                  </a:lnTo>
                  <a:lnTo>
                    <a:pt x="6860770" y="290584"/>
                  </a:lnTo>
                  <a:lnTo>
                    <a:pt x="6924709" y="247330"/>
                  </a:lnTo>
                  <a:lnTo>
                    <a:pt x="6993570" y="208113"/>
                  </a:lnTo>
                  <a:lnTo>
                    <a:pt x="7067196" y="172610"/>
                  </a:lnTo>
                  <a:lnTo>
                    <a:pt x="7144956" y="140625"/>
                  </a:lnTo>
                  <a:lnTo>
                    <a:pt x="7225628" y="112079"/>
                  </a:lnTo>
                  <a:lnTo>
                    <a:pt x="7307324" y="86986"/>
                  </a:lnTo>
                  <a:lnTo>
                    <a:pt x="7387508" y="65418"/>
                  </a:lnTo>
                  <a:lnTo>
                    <a:pt x="7463164" y="47444"/>
                  </a:lnTo>
                  <a:lnTo>
                    <a:pt x="7531132" y="33074"/>
                  </a:lnTo>
                  <a:lnTo>
                    <a:pt x="7588586" y="22191"/>
                  </a:lnTo>
                  <a:lnTo>
                    <a:pt x="7633551" y="14518"/>
                  </a:lnTo>
                  <a:lnTo>
                    <a:pt x="7665318" y="9612"/>
                  </a:lnTo>
                  <a:lnTo>
                    <a:pt x="7684656" y="6899"/>
                  </a:lnTo>
                  <a:lnTo>
                    <a:pt x="7693780" y="573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9" y="101"/>
                  </a:lnTo>
                  <a:lnTo>
                    <a:pt x="7689503" y="821"/>
                  </a:lnTo>
                  <a:lnTo>
                    <a:pt x="7674743" y="2813"/>
                  </a:lnTo>
                  <a:lnTo>
                    <a:pt x="7648304" y="6735"/>
                  </a:lnTo>
                  <a:lnTo>
                    <a:pt x="7608804" y="13200"/>
                  </a:lnTo>
                  <a:lnTo>
                    <a:pt x="7556350" y="22709"/>
                  </a:lnTo>
                  <a:lnTo>
                    <a:pt x="7492433" y="35612"/>
                  </a:lnTo>
                  <a:lnTo>
                    <a:pt x="7419586" y="52087"/>
                  </a:lnTo>
                  <a:lnTo>
                    <a:pt x="7340895" y="72173"/>
                  </a:lnTo>
                  <a:lnTo>
                    <a:pt x="7259484" y="95816"/>
                  </a:lnTo>
                  <a:lnTo>
                    <a:pt x="7178120" y="122937"/>
                  </a:lnTo>
                  <a:lnTo>
                    <a:pt x="7098968" y="153493"/>
                  </a:lnTo>
                  <a:lnTo>
                    <a:pt x="7023522" y="187522"/>
                  </a:lnTo>
                  <a:lnTo>
                    <a:pt x="6952643" y="225168"/>
                  </a:lnTo>
                  <a:lnTo>
                    <a:pt x="6886670" y="266703"/>
                  </a:lnTo>
                  <a:lnTo>
                    <a:pt x="6825546" y="312520"/>
                  </a:lnTo>
                  <a:lnTo>
                    <a:pt x="6768936" y="363137"/>
                  </a:lnTo>
                  <a:lnTo>
                    <a:pt x="6716329" y="419171"/>
                  </a:lnTo>
                  <a:lnTo>
                    <a:pt x="6667113" y="481319"/>
                  </a:lnTo>
                  <a:lnTo>
                    <a:pt x="6620635" y="550304"/>
                  </a:lnTo>
                  <a:lnTo>
                    <a:pt x="6576247" y="626792"/>
                  </a:lnTo>
                  <a:lnTo>
                    <a:pt x="6533349" y="711255"/>
                  </a:lnTo>
                  <a:lnTo>
                    <a:pt x="6515891" y="748623"/>
                  </a:lnTo>
                  <a:lnTo>
                    <a:pt x="6486771" y="814711"/>
                  </a:lnTo>
                  <a:lnTo>
                    <a:pt x="6457902" y="884788"/>
                  </a:lnTo>
                  <a:lnTo>
                    <a:pt x="6429161" y="958935"/>
                  </a:lnTo>
                  <a:lnTo>
                    <a:pt x="6400444" y="1037190"/>
                  </a:lnTo>
                  <a:lnTo>
                    <a:pt x="6371668" y="1119545"/>
                  </a:lnTo>
                  <a:lnTo>
                    <a:pt x="6342768" y="1205942"/>
                  </a:lnTo>
                  <a:lnTo>
                    <a:pt x="6313696" y="1296268"/>
                  </a:lnTo>
                  <a:lnTo>
                    <a:pt x="6284419" y="1390355"/>
                  </a:lnTo>
                  <a:lnTo>
                    <a:pt x="6254919" y="1487977"/>
                  </a:lnTo>
                  <a:lnTo>
                    <a:pt x="6225190" y="1588851"/>
                  </a:lnTo>
                  <a:lnTo>
                    <a:pt x="6195240" y="1692640"/>
                  </a:lnTo>
                  <a:lnTo>
                    <a:pt x="6165087" y="1798951"/>
                  </a:lnTo>
                  <a:lnTo>
                    <a:pt x="6134760" y="1907349"/>
                  </a:lnTo>
                  <a:lnTo>
                    <a:pt x="6104294" y="2017356"/>
                  </a:lnTo>
                  <a:lnTo>
                    <a:pt x="6073730" y="2128464"/>
                  </a:lnTo>
                  <a:lnTo>
                    <a:pt x="6043116" y="2240141"/>
                  </a:lnTo>
                  <a:lnTo>
                    <a:pt x="6012499" y="2351846"/>
                  </a:lnTo>
                  <a:lnTo>
                    <a:pt x="5981928" y="2463037"/>
                  </a:lnTo>
                  <a:lnTo>
                    <a:pt x="5951449" y="2573181"/>
                  </a:lnTo>
                  <a:lnTo>
                    <a:pt x="5921106" y="2681766"/>
                  </a:lnTo>
                  <a:lnTo>
                    <a:pt x="5890934" y="2788312"/>
                  </a:lnTo>
                  <a:lnTo>
                    <a:pt x="5860962" y="2892378"/>
                  </a:lnTo>
                  <a:lnTo>
                    <a:pt x="5831210" y="2993567"/>
                  </a:lnTo>
                  <a:lnTo>
                    <a:pt x="5801687" y="3091537"/>
                  </a:lnTo>
                  <a:lnTo>
                    <a:pt x="5772387" y="3185997"/>
                  </a:lnTo>
                  <a:lnTo>
                    <a:pt x="5743295" y="3276718"/>
                  </a:lnTo>
                  <a:lnTo>
                    <a:pt x="5714380" y="3363523"/>
                  </a:lnTo>
                  <a:lnTo>
                    <a:pt x="5685594" y="3446296"/>
                  </a:lnTo>
                  <a:lnTo>
                    <a:pt x="5656875" y="3524973"/>
                  </a:lnTo>
                  <a:lnTo>
                    <a:pt x="5628140" y="3599540"/>
                  </a:lnTo>
                  <a:lnTo>
                    <a:pt x="5599290" y="3670031"/>
                  </a:lnTo>
                  <a:lnTo>
                    <a:pt x="5570202" y="3736523"/>
                  </a:lnTo>
                  <a:lnTo>
                    <a:pt x="5567201" y="3743117"/>
                  </a:lnTo>
                  <a:lnTo>
                    <a:pt x="5524769" y="3830936"/>
                  </a:lnTo>
                  <a:lnTo>
                    <a:pt x="5481066" y="3910688"/>
                  </a:lnTo>
                  <a:lnTo>
                    <a:pt x="5435531" y="3982708"/>
                  </a:lnTo>
                  <a:lnTo>
                    <a:pt x="5387529" y="4047602"/>
                  </a:lnTo>
                  <a:lnTo>
                    <a:pt x="5336405" y="4106082"/>
                  </a:lnTo>
                  <a:lnTo>
                    <a:pt x="5281523" y="4158863"/>
                  </a:lnTo>
                  <a:lnTo>
                    <a:pt x="5222322" y="4206600"/>
                  </a:lnTo>
                  <a:lnTo>
                    <a:pt x="5158384" y="4249854"/>
                  </a:lnTo>
                  <a:lnTo>
                    <a:pt x="5089522" y="4289071"/>
                  </a:lnTo>
                  <a:lnTo>
                    <a:pt x="5015896" y="4324574"/>
                  </a:lnTo>
                  <a:lnTo>
                    <a:pt x="4938137" y="4356559"/>
                  </a:lnTo>
                  <a:lnTo>
                    <a:pt x="4857464" y="4385105"/>
                  </a:lnTo>
                  <a:lnTo>
                    <a:pt x="4775768" y="4410198"/>
                  </a:lnTo>
                  <a:lnTo>
                    <a:pt x="4695584" y="4431767"/>
                  </a:lnTo>
                  <a:lnTo>
                    <a:pt x="4619928" y="4449740"/>
                  </a:lnTo>
                  <a:lnTo>
                    <a:pt x="4551961" y="4464110"/>
                  </a:lnTo>
                  <a:lnTo>
                    <a:pt x="4494506" y="4474993"/>
                  </a:lnTo>
                  <a:lnTo>
                    <a:pt x="4449542" y="4482666"/>
                  </a:lnTo>
                  <a:lnTo>
                    <a:pt x="4417774" y="4487572"/>
                  </a:lnTo>
                  <a:lnTo>
                    <a:pt x="4398436" y="4490285"/>
                  </a:lnTo>
                  <a:lnTo>
                    <a:pt x="4389313" y="4491452"/>
                  </a:lnTo>
                  <a:lnTo>
                    <a:pt x="4386855" y="4491740"/>
                  </a:lnTo>
                  <a:lnTo>
                    <a:pt x="3848118" y="4491740"/>
                  </a:lnTo>
                  <a:lnTo>
                    <a:pt x="3846951" y="4491655"/>
                  </a:lnTo>
                  <a:lnTo>
                    <a:pt x="3839318" y="4491050"/>
                  </a:lnTo>
                  <a:lnTo>
                    <a:pt x="3820215" y="4489376"/>
                  </a:lnTo>
                  <a:lnTo>
                    <a:pt x="3786417" y="4486089"/>
                  </a:lnTo>
                  <a:lnTo>
                    <a:pt x="3736766" y="4480702"/>
                  </a:lnTo>
                  <a:lnTo>
                    <a:pt x="3672230" y="4472848"/>
                  </a:lnTo>
                  <a:lnTo>
                    <a:pt x="3595573" y="4462312"/>
                  </a:lnTo>
                  <a:lnTo>
                    <a:pt x="3510663" y="4449022"/>
                  </a:lnTo>
                  <a:lnTo>
                    <a:pt x="3421658" y="4433007"/>
                  </a:lnTo>
                  <a:lnTo>
                    <a:pt x="3332313" y="4414329"/>
                  </a:lnTo>
                  <a:lnTo>
                    <a:pt x="3245554" y="4393029"/>
                  </a:lnTo>
                  <a:lnTo>
                    <a:pt x="3163336" y="4369073"/>
                  </a:lnTo>
                  <a:lnTo>
                    <a:pt x="3086713" y="4342327"/>
                  </a:lnTo>
                  <a:lnTo>
                    <a:pt x="3016010" y="4312543"/>
                  </a:lnTo>
                  <a:lnTo>
                    <a:pt x="2951025" y="4279357"/>
                  </a:lnTo>
                  <a:lnTo>
                    <a:pt x="2891210" y="4242302"/>
                  </a:lnTo>
                  <a:lnTo>
                    <a:pt x="2835814" y="4200822"/>
                  </a:lnTo>
                  <a:lnTo>
                    <a:pt x="2783990" y="4154317"/>
                  </a:lnTo>
                  <a:lnTo>
                    <a:pt x="2734874" y="4102208"/>
                  </a:lnTo>
                  <a:lnTo>
                    <a:pt x="2687660" y="4044058"/>
                  </a:lnTo>
                  <a:lnTo>
                    <a:pt x="2667772" y="4017158"/>
                  </a:lnTo>
                  <a:lnTo>
                    <a:pt x="2632381" y="3965856"/>
                  </a:lnTo>
                  <a:lnTo>
                    <a:pt x="2597322" y="3910792"/>
                  </a:lnTo>
                  <a:lnTo>
                    <a:pt x="2562383" y="3851891"/>
                  </a:lnTo>
                  <a:lnTo>
                    <a:pt x="2527397" y="3789136"/>
                  </a:lnTo>
                  <a:lnTo>
                    <a:pt x="2492241" y="3722581"/>
                  </a:lnTo>
                  <a:lnTo>
                    <a:pt x="2456825" y="3652352"/>
                  </a:lnTo>
                  <a:lnTo>
                    <a:pt x="2421097" y="3578654"/>
                  </a:lnTo>
                  <a:lnTo>
                    <a:pt x="2385032" y="3501771"/>
                  </a:lnTo>
                  <a:lnTo>
                    <a:pt x="2348636" y="3422067"/>
                  </a:lnTo>
                  <a:lnTo>
                    <a:pt x="2311939" y="3339977"/>
                  </a:lnTo>
                  <a:lnTo>
                    <a:pt x="2274992" y="3256003"/>
                  </a:lnTo>
                  <a:lnTo>
                    <a:pt x="2237862" y="3170699"/>
                  </a:lnTo>
                  <a:lnTo>
                    <a:pt x="2200630" y="3084660"/>
                  </a:lnTo>
                  <a:lnTo>
                    <a:pt x="2163380" y="2998501"/>
                  </a:lnTo>
                  <a:lnTo>
                    <a:pt x="2126200" y="2912841"/>
                  </a:lnTo>
                  <a:lnTo>
                    <a:pt x="2089174" y="2828285"/>
                  </a:lnTo>
                  <a:lnTo>
                    <a:pt x="2052373" y="2745404"/>
                  </a:lnTo>
                  <a:lnTo>
                    <a:pt x="2015856" y="2664721"/>
                  </a:lnTo>
                  <a:lnTo>
                    <a:pt x="1979662" y="2586701"/>
                  </a:lnTo>
                  <a:lnTo>
                    <a:pt x="1943804" y="2511733"/>
                  </a:lnTo>
                  <a:lnTo>
                    <a:pt x="1908272" y="2440134"/>
                  </a:lnTo>
                  <a:lnTo>
                    <a:pt x="1873024" y="2372140"/>
                  </a:lnTo>
                  <a:lnTo>
                    <a:pt x="1837985" y="2307905"/>
                  </a:lnTo>
                  <a:lnTo>
                    <a:pt x="1803045" y="2247512"/>
                  </a:lnTo>
                  <a:lnTo>
                    <a:pt x="1768055" y="2190971"/>
                  </a:lnTo>
                  <a:lnTo>
                    <a:pt x="1732820" y="2138227"/>
                  </a:lnTo>
                  <a:lnTo>
                    <a:pt x="1719082" y="2118831"/>
                  </a:lnTo>
                  <a:lnTo>
                    <a:pt x="1672469" y="2058025"/>
                  </a:lnTo>
                  <a:lnTo>
                    <a:pt x="1624264" y="2003358"/>
                  </a:lnTo>
                  <a:lnTo>
                    <a:pt x="1573708" y="1954510"/>
                  </a:lnTo>
                  <a:lnTo>
                    <a:pt x="1519954" y="1910944"/>
                  </a:lnTo>
                  <a:lnTo>
                    <a:pt x="1462139" y="1872058"/>
                  </a:lnTo>
                  <a:lnTo>
                    <a:pt x="1399459" y="1837272"/>
                  </a:lnTo>
                  <a:lnTo>
                    <a:pt x="1331263" y="1806076"/>
                  </a:lnTo>
                  <a:lnTo>
                    <a:pt x="1257180" y="1778061"/>
                  </a:lnTo>
                  <a:lnTo>
                    <a:pt x="1177286" y="1752929"/>
                  </a:lnTo>
                  <a:lnTo>
                    <a:pt x="1092296" y="1730497"/>
                  </a:lnTo>
                  <a:lnTo>
                    <a:pt x="1003761" y="1710690"/>
                  </a:lnTo>
                  <a:lnTo>
                    <a:pt x="914192" y="1693522"/>
                  </a:lnTo>
                  <a:lnTo>
                    <a:pt x="827021" y="1679053"/>
                  </a:lnTo>
                  <a:lnTo>
                    <a:pt x="746306" y="1667335"/>
                  </a:lnTo>
                  <a:lnTo>
                    <a:pt x="676138" y="1658345"/>
                  </a:lnTo>
                  <a:lnTo>
                    <a:pt x="619851" y="1651934"/>
                  </a:lnTo>
                  <a:lnTo>
                    <a:pt x="579252" y="1647798"/>
                  </a:lnTo>
                  <a:lnTo>
                    <a:pt x="554111" y="1645495"/>
                  </a:lnTo>
                  <a:lnTo>
                    <a:pt x="542063" y="1644499"/>
                  </a:lnTo>
                  <a:lnTo>
                    <a:pt x="538736" y="1644249"/>
                  </a:lnTo>
                  <a:lnTo>
                    <a:pt x="0" y="164424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546595" y="1616138"/>
              <a:ext cx="8234974" cy="4491740"/>
            </a:xfrm>
            <a:custGeom>
              <a:avLst/>
              <a:pathLst>
                <a:path w="8234974" h="4491740">
                  <a:moveTo>
                    <a:pt x="0" y="1644249"/>
                  </a:moveTo>
                  <a:lnTo>
                    <a:pt x="538736" y="1644249"/>
                  </a:lnTo>
                  <a:lnTo>
                    <a:pt x="539903" y="1644334"/>
                  </a:lnTo>
                  <a:lnTo>
                    <a:pt x="547536" y="1644939"/>
                  </a:lnTo>
                  <a:lnTo>
                    <a:pt x="566640" y="1646613"/>
                  </a:lnTo>
                  <a:lnTo>
                    <a:pt x="600437" y="1649900"/>
                  </a:lnTo>
                  <a:lnTo>
                    <a:pt x="650089" y="1655287"/>
                  </a:lnTo>
                  <a:lnTo>
                    <a:pt x="714624" y="1663141"/>
                  </a:lnTo>
                  <a:lnTo>
                    <a:pt x="791282" y="1673677"/>
                  </a:lnTo>
                  <a:lnTo>
                    <a:pt x="876192" y="1686967"/>
                  </a:lnTo>
                  <a:lnTo>
                    <a:pt x="965197" y="1702982"/>
                  </a:lnTo>
                  <a:lnTo>
                    <a:pt x="1054542" y="1721660"/>
                  </a:lnTo>
                  <a:lnTo>
                    <a:pt x="1141301" y="1742960"/>
                  </a:lnTo>
                  <a:lnTo>
                    <a:pt x="1223518" y="1766916"/>
                  </a:lnTo>
                  <a:lnTo>
                    <a:pt x="1300141" y="1793662"/>
                  </a:lnTo>
                  <a:lnTo>
                    <a:pt x="1370844" y="1823446"/>
                  </a:lnTo>
                  <a:lnTo>
                    <a:pt x="1435829" y="1856632"/>
                  </a:lnTo>
                  <a:lnTo>
                    <a:pt x="1495644" y="1893687"/>
                  </a:lnTo>
                  <a:lnTo>
                    <a:pt x="1551040" y="1935167"/>
                  </a:lnTo>
                  <a:lnTo>
                    <a:pt x="1602865" y="1981672"/>
                  </a:lnTo>
                  <a:lnTo>
                    <a:pt x="1651980" y="2033781"/>
                  </a:lnTo>
                  <a:lnTo>
                    <a:pt x="1699194" y="2091931"/>
                  </a:lnTo>
                  <a:lnTo>
                    <a:pt x="1719082" y="2118831"/>
                  </a:lnTo>
                  <a:lnTo>
                    <a:pt x="1754473" y="2170133"/>
                  </a:lnTo>
                  <a:lnTo>
                    <a:pt x="1789532" y="2225197"/>
                  </a:lnTo>
                  <a:lnTo>
                    <a:pt x="1824472" y="2284098"/>
                  </a:lnTo>
                  <a:lnTo>
                    <a:pt x="1859457" y="2346853"/>
                  </a:lnTo>
                  <a:lnTo>
                    <a:pt x="1894614" y="2413408"/>
                  </a:lnTo>
                  <a:lnTo>
                    <a:pt x="1930029" y="2483637"/>
                  </a:lnTo>
                  <a:lnTo>
                    <a:pt x="1965758" y="2557335"/>
                  </a:lnTo>
                  <a:lnTo>
                    <a:pt x="2001823" y="2634218"/>
                  </a:lnTo>
                  <a:lnTo>
                    <a:pt x="2038218" y="2713922"/>
                  </a:lnTo>
                  <a:lnTo>
                    <a:pt x="2074915" y="2796012"/>
                  </a:lnTo>
                  <a:lnTo>
                    <a:pt x="2111862" y="2879986"/>
                  </a:lnTo>
                  <a:lnTo>
                    <a:pt x="2148992" y="2965290"/>
                  </a:lnTo>
                  <a:lnTo>
                    <a:pt x="2186225" y="3051329"/>
                  </a:lnTo>
                  <a:lnTo>
                    <a:pt x="2223475" y="3137488"/>
                  </a:lnTo>
                  <a:lnTo>
                    <a:pt x="2260654" y="3223148"/>
                  </a:lnTo>
                  <a:lnTo>
                    <a:pt x="2297681" y="3307704"/>
                  </a:lnTo>
                  <a:lnTo>
                    <a:pt x="2334482" y="3390585"/>
                  </a:lnTo>
                  <a:lnTo>
                    <a:pt x="2370998" y="3471268"/>
                  </a:lnTo>
                  <a:lnTo>
                    <a:pt x="2407193" y="3549288"/>
                  </a:lnTo>
                  <a:lnTo>
                    <a:pt x="2443050" y="3624256"/>
                  </a:lnTo>
                  <a:lnTo>
                    <a:pt x="2478582" y="3695855"/>
                  </a:lnTo>
                  <a:lnTo>
                    <a:pt x="2513831" y="3763849"/>
                  </a:lnTo>
                  <a:lnTo>
                    <a:pt x="2548870" y="3828084"/>
                  </a:lnTo>
                  <a:lnTo>
                    <a:pt x="2583810" y="3888477"/>
                  </a:lnTo>
                  <a:lnTo>
                    <a:pt x="2618800" y="3945018"/>
                  </a:lnTo>
                  <a:lnTo>
                    <a:pt x="2654034" y="3997762"/>
                  </a:lnTo>
                  <a:lnTo>
                    <a:pt x="2667772" y="4017158"/>
                  </a:lnTo>
                  <a:lnTo>
                    <a:pt x="2714385" y="4077964"/>
                  </a:lnTo>
                  <a:lnTo>
                    <a:pt x="2762591" y="4132631"/>
                  </a:lnTo>
                  <a:lnTo>
                    <a:pt x="2813146" y="4181479"/>
                  </a:lnTo>
                  <a:lnTo>
                    <a:pt x="2866900" y="4225045"/>
                  </a:lnTo>
                  <a:lnTo>
                    <a:pt x="2924715" y="4263931"/>
                  </a:lnTo>
                  <a:lnTo>
                    <a:pt x="2987396" y="4298717"/>
                  </a:lnTo>
                  <a:lnTo>
                    <a:pt x="3055592" y="4329913"/>
                  </a:lnTo>
                  <a:lnTo>
                    <a:pt x="3129674" y="4357928"/>
                  </a:lnTo>
                  <a:lnTo>
                    <a:pt x="3209568" y="4383060"/>
                  </a:lnTo>
                  <a:lnTo>
                    <a:pt x="3294559" y="4405492"/>
                  </a:lnTo>
                  <a:lnTo>
                    <a:pt x="3383094" y="4425299"/>
                  </a:lnTo>
                  <a:lnTo>
                    <a:pt x="3472663" y="4442467"/>
                  </a:lnTo>
                  <a:lnTo>
                    <a:pt x="3559833" y="4456936"/>
                  </a:lnTo>
                  <a:lnTo>
                    <a:pt x="3640548" y="4468654"/>
                  </a:lnTo>
                  <a:lnTo>
                    <a:pt x="3710717" y="4477644"/>
                  </a:lnTo>
                  <a:lnTo>
                    <a:pt x="3767003" y="4484055"/>
                  </a:lnTo>
                  <a:lnTo>
                    <a:pt x="3807602" y="4488191"/>
                  </a:lnTo>
                  <a:lnTo>
                    <a:pt x="3832743" y="4490494"/>
                  </a:lnTo>
                  <a:lnTo>
                    <a:pt x="3844792" y="4491490"/>
                  </a:lnTo>
                  <a:lnTo>
                    <a:pt x="3848022" y="4491734"/>
                  </a:lnTo>
                  <a:lnTo>
                    <a:pt x="3848118" y="4491740"/>
                  </a:lnTo>
                  <a:lnTo>
                    <a:pt x="4386855" y="4491740"/>
                  </a:lnTo>
                  <a:lnTo>
                    <a:pt x="4387743" y="4491639"/>
                  </a:lnTo>
                  <a:lnTo>
                    <a:pt x="4393590" y="4490918"/>
                  </a:lnTo>
                  <a:lnTo>
                    <a:pt x="4408349" y="4488927"/>
                  </a:lnTo>
                  <a:lnTo>
                    <a:pt x="4434788" y="4485004"/>
                  </a:lnTo>
                  <a:lnTo>
                    <a:pt x="4474288" y="4478540"/>
                  </a:lnTo>
                  <a:lnTo>
                    <a:pt x="4526742" y="4469031"/>
                  </a:lnTo>
                  <a:lnTo>
                    <a:pt x="4590660" y="4456128"/>
                  </a:lnTo>
                  <a:lnTo>
                    <a:pt x="4663506" y="4439652"/>
                  </a:lnTo>
                  <a:lnTo>
                    <a:pt x="4742198" y="4419567"/>
                  </a:lnTo>
                  <a:lnTo>
                    <a:pt x="4823608" y="4395924"/>
                  </a:lnTo>
                  <a:lnTo>
                    <a:pt x="4904973" y="4368803"/>
                  </a:lnTo>
                  <a:lnTo>
                    <a:pt x="4984124" y="4338246"/>
                  </a:lnTo>
                  <a:lnTo>
                    <a:pt x="5059571" y="4304218"/>
                  </a:lnTo>
                  <a:lnTo>
                    <a:pt x="5130450" y="4266571"/>
                  </a:lnTo>
                  <a:lnTo>
                    <a:pt x="5196422" y="4225037"/>
                  </a:lnTo>
                  <a:lnTo>
                    <a:pt x="5257547" y="4179219"/>
                  </a:lnTo>
                  <a:lnTo>
                    <a:pt x="5314157" y="4128603"/>
                  </a:lnTo>
                  <a:lnTo>
                    <a:pt x="5366764" y="4072569"/>
                  </a:lnTo>
                  <a:lnTo>
                    <a:pt x="5415979" y="4010420"/>
                  </a:lnTo>
                  <a:lnTo>
                    <a:pt x="5462457" y="3941435"/>
                  </a:lnTo>
                  <a:lnTo>
                    <a:pt x="5506846" y="3864948"/>
                  </a:lnTo>
                  <a:lnTo>
                    <a:pt x="5549743" y="3780485"/>
                  </a:lnTo>
                  <a:lnTo>
                    <a:pt x="5567201" y="3743117"/>
                  </a:lnTo>
                  <a:lnTo>
                    <a:pt x="5596322" y="3677029"/>
                  </a:lnTo>
                  <a:lnTo>
                    <a:pt x="5625190" y="3606952"/>
                  </a:lnTo>
                  <a:lnTo>
                    <a:pt x="5653931" y="3532805"/>
                  </a:lnTo>
                  <a:lnTo>
                    <a:pt x="5682648" y="3454550"/>
                  </a:lnTo>
                  <a:lnTo>
                    <a:pt x="5711424" y="3372194"/>
                  </a:lnTo>
                  <a:lnTo>
                    <a:pt x="5740324" y="3285798"/>
                  </a:lnTo>
                  <a:lnTo>
                    <a:pt x="5769396" y="3195472"/>
                  </a:lnTo>
                  <a:lnTo>
                    <a:pt x="5798673" y="3101385"/>
                  </a:lnTo>
                  <a:lnTo>
                    <a:pt x="5828174" y="3003763"/>
                  </a:lnTo>
                  <a:lnTo>
                    <a:pt x="5857903" y="2902888"/>
                  </a:lnTo>
                  <a:lnTo>
                    <a:pt x="5887852" y="2799100"/>
                  </a:lnTo>
                  <a:lnTo>
                    <a:pt x="5918005" y="2692788"/>
                  </a:lnTo>
                  <a:lnTo>
                    <a:pt x="5948332" y="2584391"/>
                  </a:lnTo>
                  <a:lnTo>
                    <a:pt x="5978799" y="2474384"/>
                  </a:lnTo>
                  <a:lnTo>
                    <a:pt x="6009362" y="2363276"/>
                  </a:lnTo>
                  <a:lnTo>
                    <a:pt x="6039977" y="2251599"/>
                  </a:lnTo>
                  <a:lnTo>
                    <a:pt x="6070594" y="2139893"/>
                  </a:lnTo>
                  <a:lnTo>
                    <a:pt x="6101165" y="2028703"/>
                  </a:lnTo>
                  <a:lnTo>
                    <a:pt x="6131643" y="1918559"/>
                  </a:lnTo>
                  <a:lnTo>
                    <a:pt x="6161986" y="1809974"/>
                  </a:lnTo>
                  <a:lnTo>
                    <a:pt x="6192158" y="1703428"/>
                  </a:lnTo>
                  <a:lnTo>
                    <a:pt x="6222130" y="1599362"/>
                  </a:lnTo>
                  <a:lnTo>
                    <a:pt x="6251882" y="1498172"/>
                  </a:lnTo>
                  <a:lnTo>
                    <a:pt x="6281406" y="1400203"/>
                  </a:lnTo>
                  <a:lnTo>
                    <a:pt x="6310705" y="1305742"/>
                  </a:lnTo>
                  <a:lnTo>
                    <a:pt x="6339797" y="1215022"/>
                  </a:lnTo>
                  <a:lnTo>
                    <a:pt x="6368713" y="1128216"/>
                  </a:lnTo>
                  <a:lnTo>
                    <a:pt x="6397498" y="1045443"/>
                  </a:lnTo>
                  <a:lnTo>
                    <a:pt x="6426218" y="966767"/>
                  </a:lnTo>
                  <a:lnTo>
                    <a:pt x="6454952" y="892200"/>
                  </a:lnTo>
                  <a:lnTo>
                    <a:pt x="6483802" y="821708"/>
                  </a:lnTo>
                  <a:lnTo>
                    <a:pt x="6512890" y="755217"/>
                  </a:lnTo>
                  <a:lnTo>
                    <a:pt x="6515891" y="748623"/>
                  </a:lnTo>
                  <a:lnTo>
                    <a:pt x="6558323" y="660804"/>
                  </a:lnTo>
                  <a:lnTo>
                    <a:pt x="6602026" y="581052"/>
                  </a:lnTo>
                  <a:lnTo>
                    <a:pt x="6647562" y="509032"/>
                  </a:lnTo>
                  <a:lnTo>
                    <a:pt x="6695563" y="444138"/>
                  </a:lnTo>
                  <a:lnTo>
                    <a:pt x="6746687" y="385657"/>
                  </a:lnTo>
                  <a:lnTo>
                    <a:pt x="6801569" y="332877"/>
                  </a:lnTo>
                  <a:lnTo>
                    <a:pt x="6860770" y="285140"/>
                  </a:lnTo>
                  <a:lnTo>
                    <a:pt x="6924709" y="241886"/>
                  </a:lnTo>
                  <a:lnTo>
                    <a:pt x="6993570" y="202668"/>
                  </a:lnTo>
                  <a:lnTo>
                    <a:pt x="7067196" y="167165"/>
                  </a:lnTo>
                  <a:lnTo>
                    <a:pt x="7144956" y="135181"/>
                  </a:lnTo>
                  <a:lnTo>
                    <a:pt x="7225628" y="106635"/>
                  </a:lnTo>
                  <a:lnTo>
                    <a:pt x="7307324" y="81542"/>
                  </a:lnTo>
                  <a:lnTo>
                    <a:pt x="7387508" y="59973"/>
                  </a:lnTo>
                  <a:lnTo>
                    <a:pt x="7463164" y="41999"/>
                  </a:lnTo>
                  <a:lnTo>
                    <a:pt x="7531132" y="27629"/>
                  </a:lnTo>
                  <a:lnTo>
                    <a:pt x="7588586" y="16746"/>
                  </a:lnTo>
                  <a:lnTo>
                    <a:pt x="7633551" y="9073"/>
                  </a:lnTo>
                  <a:lnTo>
                    <a:pt x="7665318" y="4167"/>
                  </a:lnTo>
                  <a:lnTo>
                    <a:pt x="7684656" y="1454"/>
                  </a:lnTo>
                  <a:lnTo>
                    <a:pt x="7693780" y="287"/>
                  </a:lnTo>
                  <a:lnTo>
                    <a:pt x="7696172" y="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546595" y="1610693"/>
              <a:ext cx="8234974" cy="4491740"/>
            </a:xfrm>
            <a:custGeom>
              <a:avLst/>
              <a:pathLst>
                <a:path w="8234974" h="4491740">
                  <a:moveTo>
                    <a:pt x="8234974" y="0"/>
                  </a:moveTo>
                  <a:lnTo>
                    <a:pt x="7696237" y="0"/>
                  </a:lnTo>
                  <a:lnTo>
                    <a:pt x="7695349" y="101"/>
                  </a:lnTo>
                  <a:lnTo>
                    <a:pt x="7689503" y="821"/>
                  </a:lnTo>
                  <a:lnTo>
                    <a:pt x="7674743" y="2813"/>
                  </a:lnTo>
                  <a:lnTo>
                    <a:pt x="7648304" y="6735"/>
                  </a:lnTo>
                  <a:lnTo>
                    <a:pt x="7608804" y="13200"/>
                  </a:lnTo>
                  <a:lnTo>
                    <a:pt x="7556350" y="22709"/>
                  </a:lnTo>
                  <a:lnTo>
                    <a:pt x="7492433" y="35612"/>
                  </a:lnTo>
                  <a:lnTo>
                    <a:pt x="7419586" y="52087"/>
                  </a:lnTo>
                  <a:lnTo>
                    <a:pt x="7340895" y="72173"/>
                  </a:lnTo>
                  <a:lnTo>
                    <a:pt x="7259484" y="95816"/>
                  </a:lnTo>
                  <a:lnTo>
                    <a:pt x="7178120" y="122937"/>
                  </a:lnTo>
                  <a:lnTo>
                    <a:pt x="7098968" y="153493"/>
                  </a:lnTo>
                  <a:lnTo>
                    <a:pt x="7023522" y="187522"/>
                  </a:lnTo>
                  <a:lnTo>
                    <a:pt x="6952643" y="225168"/>
                  </a:lnTo>
                  <a:lnTo>
                    <a:pt x="6886670" y="266703"/>
                  </a:lnTo>
                  <a:lnTo>
                    <a:pt x="6825546" y="312520"/>
                  </a:lnTo>
                  <a:lnTo>
                    <a:pt x="6768936" y="363137"/>
                  </a:lnTo>
                  <a:lnTo>
                    <a:pt x="6716329" y="419171"/>
                  </a:lnTo>
                  <a:lnTo>
                    <a:pt x="6667113" y="481319"/>
                  </a:lnTo>
                  <a:lnTo>
                    <a:pt x="6620635" y="550304"/>
                  </a:lnTo>
                  <a:lnTo>
                    <a:pt x="6576247" y="626792"/>
                  </a:lnTo>
                  <a:lnTo>
                    <a:pt x="6533349" y="711255"/>
                  </a:lnTo>
                  <a:lnTo>
                    <a:pt x="6515891" y="748623"/>
                  </a:lnTo>
                  <a:lnTo>
                    <a:pt x="6486771" y="814711"/>
                  </a:lnTo>
                  <a:lnTo>
                    <a:pt x="6457902" y="884788"/>
                  </a:lnTo>
                  <a:lnTo>
                    <a:pt x="6429161" y="958935"/>
                  </a:lnTo>
                  <a:lnTo>
                    <a:pt x="6400444" y="1037190"/>
                  </a:lnTo>
                  <a:lnTo>
                    <a:pt x="6371668" y="1119545"/>
                  </a:lnTo>
                  <a:lnTo>
                    <a:pt x="6342768" y="1205942"/>
                  </a:lnTo>
                  <a:lnTo>
                    <a:pt x="6313696" y="1296268"/>
                  </a:lnTo>
                  <a:lnTo>
                    <a:pt x="6284419" y="1390355"/>
                  </a:lnTo>
                  <a:lnTo>
                    <a:pt x="6254919" y="1487977"/>
                  </a:lnTo>
                  <a:lnTo>
                    <a:pt x="6225190" y="1588851"/>
                  </a:lnTo>
                  <a:lnTo>
                    <a:pt x="6195240" y="1692640"/>
                  </a:lnTo>
                  <a:lnTo>
                    <a:pt x="6165087" y="1798951"/>
                  </a:lnTo>
                  <a:lnTo>
                    <a:pt x="6134760" y="1907349"/>
                  </a:lnTo>
                  <a:lnTo>
                    <a:pt x="6104294" y="2017356"/>
                  </a:lnTo>
                  <a:lnTo>
                    <a:pt x="6073730" y="2128464"/>
                  </a:lnTo>
                  <a:lnTo>
                    <a:pt x="6043116" y="2240141"/>
                  </a:lnTo>
                  <a:lnTo>
                    <a:pt x="6012499" y="2351846"/>
                  </a:lnTo>
                  <a:lnTo>
                    <a:pt x="5981928" y="2463037"/>
                  </a:lnTo>
                  <a:lnTo>
                    <a:pt x="5951449" y="2573181"/>
                  </a:lnTo>
                  <a:lnTo>
                    <a:pt x="5921106" y="2681766"/>
                  </a:lnTo>
                  <a:lnTo>
                    <a:pt x="5890934" y="2788312"/>
                  </a:lnTo>
                  <a:lnTo>
                    <a:pt x="5860962" y="2892378"/>
                  </a:lnTo>
                  <a:lnTo>
                    <a:pt x="5831210" y="2993567"/>
                  </a:lnTo>
                  <a:lnTo>
                    <a:pt x="5801687" y="3091537"/>
                  </a:lnTo>
                  <a:lnTo>
                    <a:pt x="5772387" y="3185997"/>
                  </a:lnTo>
                  <a:lnTo>
                    <a:pt x="5743295" y="3276718"/>
                  </a:lnTo>
                  <a:lnTo>
                    <a:pt x="5714380" y="3363523"/>
                  </a:lnTo>
                  <a:lnTo>
                    <a:pt x="5685594" y="3446296"/>
                  </a:lnTo>
                  <a:lnTo>
                    <a:pt x="5656875" y="3524973"/>
                  </a:lnTo>
                  <a:lnTo>
                    <a:pt x="5628140" y="3599540"/>
                  </a:lnTo>
                  <a:lnTo>
                    <a:pt x="5599290" y="3670031"/>
                  </a:lnTo>
                  <a:lnTo>
                    <a:pt x="5570202" y="3736523"/>
                  </a:lnTo>
                  <a:lnTo>
                    <a:pt x="5567201" y="3743117"/>
                  </a:lnTo>
                  <a:lnTo>
                    <a:pt x="5524769" y="3830936"/>
                  </a:lnTo>
                  <a:lnTo>
                    <a:pt x="5481066" y="3910688"/>
                  </a:lnTo>
                  <a:lnTo>
                    <a:pt x="5435531" y="3982708"/>
                  </a:lnTo>
                  <a:lnTo>
                    <a:pt x="5387529" y="4047602"/>
                  </a:lnTo>
                  <a:lnTo>
                    <a:pt x="5336405" y="4106082"/>
                  </a:lnTo>
                  <a:lnTo>
                    <a:pt x="5281523" y="4158863"/>
                  </a:lnTo>
                  <a:lnTo>
                    <a:pt x="5222322" y="4206600"/>
                  </a:lnTo>
                  <a:lnTo>
                    <a:pt x="5158384" y="4249854"/>
                  </a:lnTo>
                  <a:lnTo>
                    <a:pt x="5089522" y="4289071"/>
                  </a:lnTo>
                  <a:lnTo>
                    <a:pt x="5015896" y="4324574"/>
                  </a:lnTo>
                  <a:lnTo>
                    <a:pt x="4938137" y="4356559"/>
                  </a:lnTo>
                  <a:lnTo>
                    <a:pt x="4857464" y="4385105"/>
                  </a:lnTo>
                  <a:lnTo>
                    <a:pt x="4775768" y="4410198"/>
                  </a:lnTo>
                  <a:lnTo>
                    <a:pt x="4695584" y="4431767"/>
                  </a:lnTo>
                  <a:lnTo>
                    <a:pt x="4619928" y="4449740"/>
                  </a:lnTo>
                  <a:lnTo>
                    <a:pt x="4551961" y="4464110"/>
                  </a:lnTo>
                  <a:lnTo>
                    <a:pt x="4494506" y="4474993"/>
                  </a:lnTo>
                  <a:lnTo>
                    <a:pt x="4449542" y="4482666"/>
                  </a:lnTo>
                  <a:lnTo>
                    <a:pt x="4417774" y="4487572"/>
                  </a:lnTo>
                  <a:lnTo>
                    <a:pt x="4398436" y="4490285"/>
                  </a:lnTo>
                  <a:lnTo>
                    <a:pt x="4389313" y="4491452"/>
                  </a:lnTo>
                  <a:lnTo>
                    <a:pt x="4386920" y="4491733"/>
                  </a:lnTo>
                  <a:lnTo>
                    <a:pt x="4386855" y="4491740"/>
                  </a:lnTo>
                  <a:lnTo>
                    <a:pt x="3848118" y="4491740"/>
                  </a:lnTo>
                  <a:lnTo>
                    <a:pt x="3846951" y="4491655"/>
                  </a:lnTo>
                  <a:lnTo>
                    <a:pt x="3839318" y="4491050"/>
                  </a:lnTo>
                  <a:lnTo>
                    <a:pt x="3820215" y="4489376"/>
                  </a:lnTo>
                  <a:lnTo>
                    <a:pt x="3786417" y="4486089"/>
                  </a:lnTo>
                  <a:lnTo>
                    <a:pt x="3736766" y="4480702"/>
                  </a:lnTo>
                  <a:lnTo>
                    <a:pt x="3672230" y="4472848"/>
                  </a:lnTo>
                  <a:lnTo>
                    <a:pt x="3595573" y="4462312"/>
                  </a:lnTo>
                  <a:lnTo>
                    <a:pt x="3510663" y="4449022"/>
                  </a:lnTo>
                  <a:lnTo>
                    <a:pt x="3421658" y="4433007"/>
                  </a:lnTo>
                  <a:lnTo>
                    <a:pt x="3332313" y="4414329"/>
                  </a:lnTo>
                  <a:lnTo>
                    <a:pt x="3245554" y="4393029"/>
                  </a:lnTo>
                  <a:lnTo>
                    <a:pt x="3163336" y="4369073"/>
                  </a:lnTo>
                  <a:lnTo>
                    <a:pt x="3086713" y="4342327"/>
                  </a:lnTo>
                  <a:lnTo>
                    <a:pt x="3016010" y="4312543"/>
                  </a:lnTo>
                  <a:lnTo>
                    <a:pt x="2951025" y="4279357"/>
                  </a:lnTo>
                  <a:lnTo>
                    <a:pt x="2891210" y="4242302"/>
                  </a:lnTo>
                  <a:lnTo>
                    <a:pt x="2835814" y="4200822"/>
                  </a:lnTo>
                  <a:lnTo>
                    <a:pt x="2783990" y="4154317"/>
                  </a:lnTo>
                  <a:lnTo>
                    <a:pt x="2734874" y="4102208"/>
                  </a:lnTo>
                  <a:lnTo>
                    <a:pt x="2687660" y="4044058"/>
                  </a:lnTo>
                  <a:lnTo>
                    <a:pt x="2667772" y="4017158"/>
                  </a:lnTo>
                  <a:lnTo>
                    <a:pt x="2632381" y="3965856"/>
                  </a:lnTo>
                  <a:lnTo>
                    <a:pt x="2597322" y="3910792"/>
                  </a:lnTo>
                  <a:lnTo>
                    <a:pt x="2562383" y="3851891"/>
                  </a:lnTo>
                  <a:lnTo>
                    <a:pt x="2527397" y="3789136"/>
                  </a:lnTo>
                  <a:lnTo>
                    <a:pt x="2492241" y="3722581"/>
                  </a:lnTo>
                  <a:lnTo>
                    <a:pt x="2456825" y="3652352"/>
                  </a:lnTo>
                  <a:lnTo>
                    <a:pt x="2421097" y="3578654"/>
                  </a:lnTo>
                  <a:lnTo>
                    <a:pt x="2385032" y="3501771"/>
                  </a:lnTo>
                  <a:lnTo>
                    <a:pt x="2348636" y="3422067"/>
                  </a:lnTo>
                  <a:lnTo>
                    <a:pt x="2311939" y="3339977"/>
                  </a:lnTo>
                  <a:lnTo>
                    <a:pt x="2274992" y="3256003"/>
                  </a:lnTo>
                  <a:lnTo>
                    <a:pt x="2237862" y="3170699"/>
                  </a:lnTo>
                  <a:lnTo>
                    <a:pt x="2200630" y="3084660"/>
                  </a:lnTo>
                  <a:lnTo>
                    <a:pt x="2163380" y="2998501"/>
                  </a:lnTo>
                  <a:lnTo>
                    <a:pt x="2126200" y="2912841"/>
                  </a:lnTo>
                  <a:lnTo>
                    <a:pt x="2089174" y="2828285"/>
                  </a:lnTo>
                  <a:lnTo>
                    <a:pt x="2052373" y="2745404"/>
                  </a:lnTo>
                  <a:lnTo>
                    <a:pt x="2015856" y="2664721"/>
                  </a:lnTo>
                  <a:lnTo>
                    <a:pt x="1979662" y="2586701"/>
                  </a:lnTo>
                  <a:lnTo>
                    <a:pt x="1943804" y="2511733"/>
                  </a:lnTo>
                  <a:lnTo>
                    <a:pt x="1908272" y="2440134"/>
                  </a:lnTo>
                  <a:lnTo>
                    <a:pt x="1873024" y="2372140"/>
                  </a:lnTo>
                  <a:lnTo>
                    <a:pt x="1837985" y="2307905"/>
                  </a:lnTo>
                  <a:lnTo>
                    <a:pt x="1803045" y="2247512"/>
                  </a:lnTo>
                  <a:lnTo>
                    <a:pt x="1768055" y="2190971"/>
                  </a:lnTo>
                  <a:lnTo>
                    <a:pt x="1732820" y="2138227"/>
                  </a:lnTo>
                  <a:lnTo>
                    <a:pt x="1719082" y="2118831"/>
                  </a:lnTo>
                  <a:lnTo>
                    <a:pt x="1672469" y="2058025"/>
                  </a:lnTo>
                  <a:lnTo>
                    <a:pt x="1624264" y="2003358"/>
                  </a:lnTo>
                  <a:lnTo>
                    <a:pt x="1573708" y="1954510"/>
                  </a:lnTo>
                  <a:lnTo>
                    <a:pt x="1519954" y="1910944"/>
                  </a:lnTo>
                  <a:lnTo>
                    <a:pt x="1462139" y="1872058"/>
                  </a:lnTo>
                  <a:lnTo>
                    <a:pt x="1399459" y="1837272"/>
                  </a:lnTo>
                  <a:lnTo>
                    <a:pt x="1331263" y="1806076"/>
                  </a:lnTo>
                  <a:lnTo>
                    <a:pt x="1257180" y="1778061"/>
                  </a:lnTo>
                  <a:lnTo>
                    <a:pt x="1177286" y="1752929"/>
                  </a:lnTo>
                  <a:lnTo>
                    <a:pt x="1092296" y="1730497"/>
                  </a:lnTo>
                  <a:lnTo>
                    <a:pt x="1003761" y="1710690"/>
                  </a:lnTo>
                  <a:lnTo>
                    <a:pt x="914192" y="1693522"/>
                  </a:lnTo>
                  <a:lnTo>
                    <a:pt x="827021" y="1679053"/>
                  </a:lnTo>
                  <a:lnTo>
                    <a:pt x="746306" y="1667335"/>
                  </a:lnTo>
                  <a:lnTo>
                    <a:pt x="676138" y="1658345"/>
                  </a:lnTo>
                  <a:lnTo>
                    <a:pt x="619851" y="1651934"/>
                  </a:lnTo>
                  <a:lnTo>
                    <a:pt x="579252" y="1647798"/>
                  </a:lnTo>
                  <a:lnTo>
                    <a:pt x="554111" y="1645495"/>
                  </a:lnTo>
                  <a:lnTo>
                    <a:pt x="542063" y="1644499"/>
                  </a:lnTo>
                  <a:lnTo>
                    <a:pt x="538832" y="1644255"/>
                  </a:lnTo>
                  <a:lnTo>
                    <a:pt x="538736" y="1644249"/>
                  </a:lnTo>
                  <a:lnTo>
                    <a:pt x="0" y="16442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546595" y="3260387"/>
              <a:ext cx="8234974" cy="2934603"/>
            </a:xfrm>
            <a:custGeom>
              <a:avLst/>
              <a:pathLst>
                <a:path w="8234974" h="2934603">
                  <a:moveTo>
                    <a:pt x="0" y="5444"/>
                  </a:moveTo>
                  <a:lnTo>
                    <a:pt x="538736" y="5444"/>
                  </a:lnTo>
                  <a:lnTo>
                    <a:pt x="539901" y="5529"/>
                  </a:lnTo>
                  <a:lnTo>
                    <a:pt x="547523" y="6138"/>
                  </a:lnTo>
                  <a:lnTo>
                    <a:pt x="566598" y="7822"/>
                  </a:lnTo>
                  <a:lnTo>
                    <a:pt x="600348" y="11129"/>
                  </a:lnTo>
                  <a:lnTo>
                    <a:pt x="649936" y="16549"/>
                  </a:lnTo>
                  <a:lnTo>
                    <a:pt x="714397" y="24451"/>
                  </a:lnTo>
                  <a:lnTo>
                    <a:pt x="790977" y="35052"/>
                  </a:lnTo>
                  <a:lnTo>
                    <a:pt x="875818" y="48425"/>
                  </a:lnTo>
                  <a:lnTo>
                    <a:pt x="964766" y="64543"/>
                  </a:lnTo>
                  <a:lnTo>
                    <a:pt x="1054070" y="83340"/>
                  </a:lnTo>
                  <a:lnTo>
                    <a:pt x="1140803" y="104777"/>
                  </a:lnTo>
                  <a:lnTo>
                    <a:pt x="1223009" y="128886"/>
                  </a:lnTo>
                  <a:lnTo>
                    <a:pt x="1299630" y="155803"/>
                  </a:lnTo>
                  <a:lnTo>
                    <a:pt x="1370338" y="185776"/>
                  </a:lnTo>
                  <a:lnTo>
                    <a:pt x="1435331" y="219169"/>
                  </a:lnTo>
                  <a:lnTo>
                    <a:pt x="1495154" y="256453"/>
                  </a:lnTo>
                  <a:lnTo>
                    <a:pt x="1550555" y="298186"/>
                  </a:lnTo>
                  <a:lnTo>
                    <a:pt x="1602381" y="344972"/>
                  </a:lnTo>
                  <a:lnTo>
                    <a:pt x="1651493" y="397393"/>
                  </a:lnTo>
                  <a:lnTo>
                    <a:pt x="1698698" y="455892"/>
                  </a:lnTo>
                  <a:lnTo>
                    <a:pt x="1719082" y="483656"/>
                  </a:lnTo>
                  <a:lnTo>
                    <a:pt x="1754366" y="535187"/>
                  </a:lnTo>
                  <a:lnTo>
                    <a:pt x="1789319" y="590485"/>
                  </a:lnTo>
                  <a:lnTo>
                    <a:pt x="1824152" y="649627"/>
                  </a:lnTo>
                  <a:lnTo>
                    <a:pt x="1859030" y="712627"/>
                  </a:lnTo>
                  <a:lnTo>
                    <a:pt x="1894076" y="779436"/>
                  </a:lnTo>
                  <a:lnTo>
                    <a:pt x="1929379" y="849926"/>
                  </a:lnTo>
                  <a:lnTo>
                    <a:pt x="1964992" y="923894"/>
                  </a:lnTo>
                  <a:lnTo>
                    <a:pt x="2000939" y="1001060"/>
                  </a:lnTo>
                  <a:lnTo>
                    <a:pt x="2037216" y="1081061"/>
                  </a:lnTo>
                  <a:lnTo>
                    <a:pt x="2073793" y="1163464"/>
                  </a:lnTo>
                  <a:lnTo>
                    <a:pt x="2110620" y="1247771"/>
                  </a:lnTo>
                  <a:lnTo>
                    <a:pt x="2147632" y="1333428"/>
                  </a:lnTo>
                  <a:lnTo>
                    <a:pt x="2184749" y="1419844"/>
                  </a:lnTo>
                  <a:lnTo>
                    <a:pt x="2221886" y="1506404"/>
                  </a:lnTo>
                  <a:lnTo>
                    <a:pt x="2258957" y="1592492"/>
                  </a:lnTo>
                  <a:lnTo>
                    <a:pt x="2295880" y="1677501"/>
                  </a:lnTo>
                  <a:lnTo>
                    <a:pt x="2332581" y="1760859"/>
                  </a:lnTo>
                  <a:lnTo>
                    <a:pt x="2369003" y="1842041"/>
                  </a:lnTo>
                  <a:lnTo>
                    <a:pt x="2405106" y="1920581"/>
                  </a:lnTo>
                  <a:lnTo>
                    <a:pt x="2440874" y="1996083"/>
                  </a:lnTo>
                  <a:lnTo>
                    <a:pt x="2476317" y="2068229"/>
                  </a:lnTo>
                  <a:lnTo>
                    <a:pt x="2511474" y="2136778"/>
                  </a:lnTo>
                  <a:lnTo>
                    <a:pt x="2546418" y="2201569"/>
                  </a:lnTo>
                  <a:lnTo>
                    <a:pt x="2581254" y="2262516"/>
                  </a:lnTo>
                  <a:lnTo>
                    <a:pt x="2616128" y="2319604"/>
                  </a:lnTo>
                  <a:lnTo>
                    <a:pt x="2651227" y="2372883"/>
                  </a:lnTo>
                  <a:lnTo>
                    <a:pt x="2667772" y="2396502"/>
                  </a:lnTo>
                  <a:lnTo>
                    <a:pt x="2714360" y="2457741"/>
                  </a:lnTo>
                  <a:lnTo>
                    <a:pt x="2762538" y="2512802"/>
                  </a:lnTo>
                  <a:lnTo>
                    <a:pt x="2813063" y="2562005"/>
                  </a:lnTo>
                  <a:lnTo>
                    <a:pt x="2866781" y="2605890"/>
                  </a:lnTo>
                  <a:lnTo>
                    <a:pt x="2924555" y="2645063"/>
                  </a:lnTo>
                  <a:lnTo>
                    <a:pt x="2987187" y="2680108"/>
                  </a:lnTo>
                  <a:lnTo>
                    <a:pt x="3055326" y="2711537"/>
                  </a:lnTo>
                  <a:lnTo>
                    <a:pt x="3129345" y="2739763"/>
                  </a:lnTo>
                  <a:lnTo>
                    <a:pt x="3209172" y="2765087"/>
                  </a:lnTo>
                  <a:lnTo>
                    <a:pt x="3294094" y="2787692"/>
                  </a:lnTo>
                  <a:lnTo>
                    <a:pt x="3382568" y="2807655"/>
                  </a:lnTo>
                  <a:lnTo>
                    <a:pt x="3472093" y="2824961"/>
                  </a:lnTo>
                  <a:lnTo>
                    <a:pt x="3559246" y="2839552"/>
                  </a:lnTo>
                  <a:lnTo>
                    <a:pt x="3639980" y="2851373"/>
                  </a:lnTo>
                  <a:lnTo>
                    <a:pt x="3710207" y="2860447"/>
                  </a:lnTo>
                  <a:lnTo>
                    <a:pt x="3766588" y="2866924"/>
                  </a:lnTo>
                  <a:lnTo>
                    <a:pt x="3807306" y="2871109"/>
                  </a:lnTo>
                  <a:lnTo>
                    <a:pt x="3832569" y="2873443"/>
                  </a:lnTo>
                  <a:lnTo>
                    <a:pt x="3844722" y="2874456"/>
                  </a:lnTo>
                  <a:lnTo>
                    <a:pt x="3848118" y="2874714"/>
                  </a:lnTo>
                  <a:lnTo>
                    <a:pt x="4386855" y="2874714"/>
                  </a:lnTo>
                  <a:lnTo>
                    <a:pt x="4388158" y="2874716"/>
                  </a:lnTo>
                  <a:lnTo>
                    <a:pt x="4396657" y="2874730"/>
                  </a:lnTo>
                  <a:lnTo>
                    <a:pt x="4417841" y="2874769"/>
                  </a:lnTo>
                  <a:lnTo>
                    <a:pt x="4455109" y="2874847"/>
                  </a:lnTo>
                  <a:lnTo>
                    <a:pt x="4509434" y="2874973"/>
                  </a:lnTo>
                  <a:lnTo>
                    <a:pt x="4579350" y="2875157"/>
                  </a:lnTo>
                  <a:lnTo>
                    <a:pt x="4661444" y="2875401"/>
                  </a:lnTo>
                  <a:lnTo>
                    <a:pt x="4751231" y="2875709"/>
                  </a:lnTo>
                  <a:lnTo>
                    <a:pt x="4844125" y="2876078"/>
                  </a:lnTo>
                  <a:lnTo>
                    <a:pt x="4936196" y="2876506"/>
                  </a:lnTo>
                  <a:lnTo>
                    <a:pt x="5024559" y="2876994"/>
                  </a:lnTo>
                  <a:lnTo>
                    <a:pt x="5107448" y="2877544"/>
                  </a:lnTo>
                  <a:lnTo>
                    <a:pt x="5184067" y="2878158"/>
                  </a:lnTo>
                  <a:lnTo>
                    <a:pt x="5254359" y="2878846"/>
                  </a:lnTo>
                  <a:lnTo>
                    <a:pt x="5318769" y="2879616"/>
                  </a:lnTo>
                  <a:lnTo>
                    <a:pt x="5378053" y="2880481"/>
                  </a:lnTo>
                  <a:lnTo>
                    <a:pt x="5433126" y="2881454"/>
                  </a:lnTo>
                  <a:lnTo>
                    <a:pt x="5484956" y="2882550"/>
                  </a:lnTo>
                  <a:lnTo>
                    <a:pt x="5534474" y="2883780"/>
                  </a:lnTo>
                  <a:lnTo>
                    <a:pt x="5567201" y="2884695"/>
                  </a:lnTo>
                  <a:lnTo>
                    <a:pt x="5619973" y="2886337"/>
                  </a:lnTo>
                  <a:lnTo>
                    <a:pt x="5672240" y="2888158"/>
                  </a:lnTo>
                  <a:lnTo>
                    <a:pt x="5724598" y="2890160"/>
                  </a:lnTo>
                  <a:lnTo>
                    <a:pt x="5777435" y="2892338"/>
                  </a:lnTo>
                  <a:lnTo>
                    <a:pt x="5830963" y="2894678"/>
                  </a:lnTo>
                  <a:lnTo>
                    <a:pt x="5885238" y="2897160"/>
                  </a:lnTo>
                  <a:lnTo>
                    <a:pt x="5940184" y="2899755"/>
                  </a:lnTo>
                  <a:lnTo>
                    <a:pt x="5995619" y="2902426"/>
                  </a:lnTo>
                  <a:lnTo>
                    <a:pt x="6051291" y="2905133"/>
                  </a:lnTo>
                  <a:lnTo>
                    <a:pt x="6106912" y="2907832"/>
                  </a:lnTo>
                  <a:lnTo>
                    <a:pt x="6162202" y="2910481"/>
                  </a:lnTo>
                  <a:lnTo>
                    <a:pt x="6216929" y="2913040"/>
                  </a:lnTo>
                  <a:lnTo>
                    <a:pt x="6270945" y="2915475"/>
                  </a:lnTo>
                  <a:lnTo>
                    <a:pt x="6324217" y="2917761"/>
                  </a:lnTo>
                  <a:lnTo>
                    <a:pt x="6376854" y="2919878"/>
                  </a:lnTo>
                  <a:lnTo>
                    <a:pt x="6429126" y="2921816"/>
                  </a:lnTo>
                  <a:lnTo>
                    <a:pt x="6481491" y="2923574"/>
                  </a:lnTo>
                  <a:lnTo>
                    <a:pt x="6515891" y="2924622"/>
                  </a:lnTo>
                  <a:lnTo>
                    <a:pt x="6564310" y="2925947"/>
                  </a:lnTo>
                  <a:lnTo>
                    <a:pt x="6614474" y="2927133"/>
                  </a:lnTo>
                  <a:lnTo>
                    <a:pt x="6667240" y="2928188"/>
                  </a:lnTo>
                  <a:lnTo>
                    <a:pt x="6723559" y="2929125"/>
                  </a:lnTo>
                  <a:lnTo>
                    <a:pt x="6784394" y="2929958"/>
                  </a:lnTo>
                  <a:lnTo>
                    <a:pt x="6850621" y="2930700"/>
                  </a:lnTo>
                  <a:lnTo>
                    <a:pt x="6922914" y="2931363"/>
                  </a:lnTo>
                  <a:lnTo>
                    <a:pt x="7001582" y="2931957"/>
                  </a:lnTo>
                  <a:lnTo>
                    <a:pt x="7086357" y="2932486"/>
                  </a:lnTo>
                  <a:lnTo>
                    <a:pt x="7176154" y="2932955"/>
                  </a:lnTo>
                  <a:lnTo>
                    <a:pt x="7268858" y="2933364"/>
                  </a:lnTo>
                  <a:lnTo>
                    <a:pt x="7361226" y="2933714"/>
                  </a:lnTo>
                  <a:lnTo>
                    <a:pt x="7449057" y="2934001"/>
                  </a:lnTo>
                  <a:lnTo>
                    <a:pt x="7527701" y="2934226"/>
                  </a:lnTo>
                  <a:lnTo>
                    <a:pt x="7592907" y="2934390"/>
                  </a:lnTo>
                  <a:lnTo>
                    <a:pt x="7641806" y="2934500"/>
                  </a:lnTo>
                  <a:lnTo>
                    <a:pt x="7673685" y="2934564"/>
                  </a:lnTo>
                  <a:lnTo>
                    <a:pt x="7690321" y="2934594"/>
                  </a:lnTo>
                  <a:lnTo>
                    <a:pt x="7695821" y="2934603"/>
                  </a:lnTo>
                  <a:lnTo>
                    <a:pt x="7696237" y="2934603"/>
                  </a:lnTo>
                  <a:lnTo>
                    <a:pt x="8234974" y="2934603"/>
                  </a:lnTo>
                  <a:lnTo>
                    <a:pt x="8234974" y="2929159"/>
                  </a:lnTo>
                  <a:lnTo>
                    <a:pt x="7696237" y="2929159"/>
                  </a:lnTo>
                  <a:lnTo>
                    <a:pt x="7694935" y="2929157"/>
                  </a:lnTo>
                  <a:lnTo>
                    <a:pt x="7686436" y="2929143"/>
                  </a:lnTo>
                  <a:lnTo>
                    <a:pt x="7665251" y="2929103"/>
                  </a:lnTo>
                  <a:lnTo>
                    <a:pt x="7627983" y="2929026"/>
                  </a:lnTo>
                  <a:lnTo>
                    <a:pt x="7573659" y="2928899"/>
                  </a:lnTo>
                  <a:lnTo>
                    <a:pt x="7503742" y="2928716"/>
                  </a:lnTo>
                  <a:lnTo>
                    <a:pt x="7421649" y="2928471"/>
                  </a:lnTo>
                  <a:lnTo>
                    <a:pt x="7331862" y="2928164"/>
                  </a:lnTo>
                  <a:lnTo>
                    <a:pt x="7238967" y="2927795"/>
                  </a:lnTo>
                  <a:lnTo>
                    <a:pt x="7146897" y="2927366"/>
                  </a:lnTo>
                  <a:lnTo>
                    <a:pt x="7058533" y="2926878"/>
                  </a:lnTo>
                  <a:lnTo>
                    <a:pt x="6975644" y="2926329"/>
                  </a:lnTo>
                  <a:lnTo>
                    <a:pt x="6899025" y="2925714"/>
                  </a:lnTo>
                  <a:lnTo>
                    <a:pt x="6828734" y="2925027"/>
                  </a:lnTo>
                  <a:lnTo>
                    <a:pt x="6764323" y="2924257"/>
                  </a:lnTo>
                  <a:lnTo>
                    <a:pt x="6705039" y="2923392"/>
                  </a:lnTo>
                  <a:lnTo>
                    <a:pt x="6649966" y="2922419"/>
                  </a:lnTo>
                  <a:lnTo>
                    <a:pt x="6598136" y="2921323"/>
                  </a:lnTo>
                  <a:lnTo>
                    <a:pt x="6548618" y="2920092"/>
                  </a:lnTo>
                  <a:lnTo>
                    <a:pt x="6515891" y="2919177"/>
                  </a:lnTo>
                  <a:lnTo>
                    <a:pt x="6463120" y="2917535"/>
                  </a:lnTo>
                  <a:lnTo>
                    <a:pt x="6410852" y="2915714"/>
                  </a:lnTo>
                  <a:lnTo>
                    <a:pt x="6358494" y="2913712"/>
                  </a:lnTo>
                  <a:lnTo>
                    <a:pt x="6305657" y="2911535"/>
                  </a:lnTo>
                  <a:lnTo>
                    <a:pt x="6252129" y="2909194"/>
                  </a:lnTo>
                  <a:lnTo>
                    <a:pt x="6197855" y="2906712"/>
                  </a:lnTo>
                  <a:lnTo>
                    <a:pt x="6142909" y="2904118"/>
                  </a:lnTo>
                  <a:lnTo>
                    <a:pt x="6087473" y="2901446"/>
                  </a:lnTo>
                  <a:lnTo>
                    <a:pt x="6031801" y="2898740"/>
                  </a:lnTo>
                  <a:lnTo>
                    <a:pt x="5976180" y="2896041"/>
                  </a:lnTo>
                  <a:lnTo>
                    <a:pt x="5920890" y="2893392"/>
                  </a:lnTo>
                  <a:lnTo>
                    <a:pt x="5866163" y="2890833"/>
                  </a:lnTo>
                  <a:lnTo>
                    <a:pt x="5812148" y="2888397"/>
                  </a:lnTo>
                  <a:lnTo>
                    <a:pt x="5758875" y="2886112"/>
                  </a:lnTo>
                  <a:lnTo>
                    <a:pt x="5706239" y="2883995"/>
                  </a:lnTo>
                  <a:lnTo>
                    <a:pt x="5653966" y="2882056"/>
                  </a:lnTo>
                  <a:lnTo>
                    <a:pt x="5601602" y="2880298"/>
                  </a:lnTo>
                  <a:lnTo>
                    <a:pt x="5567201" y="2879251"/>
                  </a:lnTo>
                  <a:lnTo>
                    <a:pt x="5518782" y="2877926"/>
                  </a:lnTo>
                  <a:lnTo>
                    <a:pt x="5468618" y="2876739"/>
                  </a:lnTo>
                  <a:lnTo>
                    <a:pt x="5415853" y="2875684"/>
                  </a:lnTo>
                  <a:lnTo>
                    <a:pt x="5359533" y="2874747"/>
                  </a:lnTo>
                  <a:lnTo>
                    <a:pt x="5298699" y="2873915"/>
                  </a:lnTo>
                  <a:lnTo>
                    <a:pt x="5232471" y="2873172"/>
                  </a:lnTo>
                  <a:lnTo>
                    <a:pt x="5160178" y="2872509"/>
                  </a:lnTo>
                  <a:lnTo>
                    <a:pt x="5081510" y="2871916"/>
                  </a:lnTo>
                  <a:lnTo>
                    <a:pt x="4996736" y="2871387"/>
                  </a:lnTo>
                  <a:lnTo>
                    <a:pt x="4906938" y="2870918"/>
                  </a:lnTo>
                  <a:lnTo>
                    <a:pt x="4814235" y="2870508"/>
                  </a:lnTo>
                  <a:lnTo>
                    <a:pt x="4721866" y="2870159"/>
                  </a:lnTo>
                  <a:lnTo>
                    <a:pt x="4634035" y="2869872"/>
                  </a:lnTo>
                  <a:lnTo>
                    <a:pt x="4555392" y="2869647"/>
                  </a:lnTo>
                  <a:lnTo>
                    <a:pt x="4490185" y="2869482"/>
                  </a:lnTo>
                  <a:lnTo>
                    <a:pt x="4441287" y="2869372"/>
                  </a:lnTo>
                  <a:lnTo>
                    <a:pt x="4409407" y="2869309"/>
                  </a:lnTo>
                  <a:lnTo>
                    <a:pt x="4392772" y="2869279"/>
                  </a:lnTo>
                  <a:lnTo>
                    <a:pt x="4387271" y="2869270"/>
                  </a:lnTo>
                  <a:lnTo>
                    <a:pt x="4386855" y="2869269"/>
                  </a:lnTo>
                  <a:lnTo>
                    <a:pt x="3848118" y="2869269"/>
                  </a:lnTo>
                  <a:lnTo>
                    <a:pt x="3846953" y="2869184"/>
                  </a:lnTo>
                  <a:lnTo>
                    <a:pt x="3839332" y="2868575"/>
                  </a:lnTo>
                  <a:lnTo>
                    <a:pt x="3820257" y="2866891"/>
                  </a:lnTo>
                  <a:lnTo>
                    <a:pt x="3786506" y="2863584"/>
                  </a:lnTo>
                  <a:lnTo>
                    <a:pt x="3736919" y="2858164"/>
                  </a:lnTo>
                  <a:lnTo>
                    <a:pt x="3672458" y="2850262"/>
                  </a:lnTo>
                  <a:lnTo>
                    <a:pt x="3595877" y="2839661"/>
                  </a:lnTo>
                  <a:lnTo>
                    <a:pt x="3511036" y="2826288"/>
                  </a:lnTo>
                  <a:lnTo>
                    <a:pt x="3422088" y="2810170"/>
                  </a:lnTo>
                  <a:lnTo>
                    <a:pt x="3332785" y="2791373"/>
                  </a:lnTo>
                  <a:lnTo>
                    <a:pt x="3246051" y="2769936"/>
                  </a:lnTo>
                  <a:lnTo>
                    <a:pt x="3163846" y="2745827"/>
                  </a:lnTo>
                  <a:lnTo>
                    <a:pt x="3087224" y="2718910"/>
                  </a:lnTo>
                  <a:lnTo>
                    <a:pt x="3016517" y="2688938"/>
                  </a:lnTo>
                  <a:lnTo>
                    <a:pt x="2951524" y="2655544"/>
                  </a:lnTo>
                  <a:lnTo>
                    <a:pt x="2891701" y="2618260"/>
                  </a:lnTo>
                  <a:lnTo>
                    <a:pt x="2836299" y="2576527"/>
                  </a:lnTo>
                  <a:lnTo>
                    <a:pt x="2784473" y="2529741"/>
                  </a:lnTo>
                  <a:lnTo>
                    <a:pt x="2735361" y="2477320"/>
                  </a:lnTo>
                  <a:lnTo>
                    <a:pt x="2688157" y="2418821"/>
                  </a:lnTo>
                  <a:lnTo>
                    <a:pt x="2667772" y="2391057"/>
                  </a:lnTo>
                  <a:lnTo>
                    <a:pt x="2632489" y="2339526"/>
                  </a:lnTo>
                  <a:lnTo>
                    <a:pt x="2597536" y="2284228"/>
                  </a:lnTo>
                  <a:lnTo>
                    <a:pt x="2562702" y="2225086"/>
                  </a:lnTo>
                  <a:lnTo>
                    <a:pt x="2527825" y="2162086"/>
                  </a:lnTo>
                  <a:lnTo>
                    <a:pt x="2492778" y="2095278"/>
                  </a:lnTo>
                  <a:lnTo>
                    <a:pt x="2457476" y="2024787"/>
                  </a:lnTo>
                  <a:lnTo>
                    <a:pt x="2421862" y="1950819"/>
                  </a:lnTo>
                  <a:lnTo>
                    <a:pt x="2385915" y="1873653"/>
                  </a:lnTo>
                  <a:lnTo>
                    <a:pt x="2349639" y="1793652"/>
                  </a:lnTo>
                  <a:lnTo>
                    <a:pt x="2313062" y="1711249"/>
                  </a:lnTo>
                  <a:lnTo>
                    <a:pt x="2276234" y="1626942"/>
                  </a:lnTo>
                  <a:lnTo>
                    <a:pt x="2239223" y="1541285"/>
                  </a:lnTo>
                  <a:lnTo>
                    <a:pt x="2202106" y="1454869"/>
                  </a:lnTo>
                  <a:lnTo>
                    <a:pt x="2164969" y="1368309"/>
                  </a:lnTo>
                  <a:lnTo>
                    <a:pt x="2127898" y="1282221"/>
                  </a:lnTo>
                  <a:lnTo>
                    <a:pt x="2090975" y="1197212"/>
                  </a:lnTo>
                  <a:lnTo>
                    <a:pt x="2054274" y="1113854"/>
                  </a:lnTo>
                  <a:lnTo>
                    <a:pt x="2017852" y="1032672"/>
                  </a:lnTo>
                  <a:lnTo>
                    <a:pt x="1981749" y="954132"/>
                  </a:lnTo>
                  <a:lnTo>
                    <a:pt x="1945981" y="878630"/>
                  </a:lnTo>
                  <a:lnTo>
                    <a:pt x="1910538" y="806484"/>
                  </a:lnTo>
                  <a:lnTo>
                    <a:pt x="1875380" y="737935"/>
                  </a:lnTo>
                  <a:lnTo>
                    <a:pt x="1840437" y="673144"/>
                  </a:lnTo>
                  <a:lnTo>
                    <a:pt x="1805601" y="612197"/>
                  </a:lnTo>
                  <a:lnTo>
                    <a:pt x="1770727" y="555109"/>
                  </a:lnTo>
                  <a:lnTo>
                    <a:pt x="1735627" y="501830"/>
                  </a:lnTo>
                  <a:lnTo>
                    <a:pt x="1719082" y="478211"/>
                  </a:lnTo>
                  <a:lnTo>
                    <a:pt x="1672494" y="416972"/>
                  </a:lnTo>
                  <a:lnTo>
                    <a:pt x="1624317" y="361911"/>
                  </a:lnTo>
                  <a:lnTo>
                    <a:pt x="1573792" y="312708"/>
                  </a:lnTo>
                  <a:lnTo>
                    <a:pt x="1520073" y="268823"/>
                  </a:lnTo>
                  <a:lnTo>
                    <a:pt x="1462299" y="229650"/>
                  </a:lnTo>
                  <a:lnTo>
                    <a:pt x="1399668" y="194605"/>
                  </a:lnTo>
                  <a:lnTo>
                    <a:pt x="1331528" y="163176"/>
                  </a:lnTo>
                  <a:lnTo>
                    <a:pt x="1257509" y="134950"/>
                  </a:lnTo>
                  <a:lnTo>
                    <a:pt x="1177683" y="109626"/>
                  </a:lnTo>
                  <a:lnTo>
                    <a:pt x="1092761" y="87021"/>
                  </a:lnTo>
                  <a:lnTo>
                    <a:pt x="1004286" y="67058"/>
                  </a:lnTo>
                  <a:lnTo>
                    <a:pt x="914762" y="49752"/>
                  </a:lnTo>
                  <a:lnTo>
                    <a:pt x="827609" y="35162"/>
                  </a:lnTo>
                  <a:lnTo>
                    <a:pt x="746875" y="23340"/>
                  </a:lnTo>
                  <a:lnTo>
                    <a:pt x="676648" y="14266"/>
                  </a:lnTo>
                  <a:lnTo>
                    <a:pt x="620266" y="7789"/>
                  </a:lnTo>
                  <a:lnTo>
                    <a:pt x="579549" y="3604"/>
                  </a:lnTo>
                  <a:lnTo>
                    <a:pt x="554285" y="1270"/>
                  </a:lnTo>
                  <a:lnTo>
                    <a:pt x="542132" y="25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546595" y="3265831"/>
              <a:ext cx="8234974" cy="2929159"/>
            </a:xfrm>
            <a:custGeom>
              <a:avLst/>
              <a:pathLst>
                <a:path w="8234974" h="2929159">
                  <a:moveTo>
                    <a:pt x="0" y="0"/>
                  </a:moveTo>
                  <a:lnTo>
                    <a:pt x="538736" y="0"/>
                  </a:lnTo>
                  <a:lnTo>
                    <a:pt x="539901" y="85"/>
                  </a:lnTo>
                  <a:lnTo>
                    <a:pt x="547523" y="694"/>
                  </a:lnTo>
                  <a:lnTo>
                    <a:pt x="566598" y="2377"/>
                  </a:lnTo>
                  <a:lnTo>
                    <a:pt x="600348" y="5685"/>
                  </a:lnTo>
                  <a:lnTo>
                    <a:pt x="649936" y="11105"/>
                  </a:lnTo>
                  <a:lnTo>
                    <a:pt x="714397" y="19007"/>
                  </a:lnTo>
                  <a:lnTo>
                    <a:pt x="790977" y="29608"/>
                  </a:lnTo>
                  <a:lnTo>
                    <a:pt x="875818" y="42981"/>
                  </a:lnTo>
                  <a:lnTo>
                    <a:pt x="964766" y="59098"/>
                  </a:lnTo>
                  <a:lnTo>
                    <a:pt x="1054070" y="77895"/>
                  </a:lnTo>
                  <a:lnTo>
                    <a:pt x="1140803" y="99332"/>
                  </a:lnTo>
                  <a:lnTo>
                    <a:pt x="1223009" y="123442"/>
                  </a:lnTo>
                  <a:lnTo>
                    <a:pt x="1299630" y="150358"/>
                  </a:lnTo>
                  <a:lnTo>
                    <a:pt x="1370338" y="180331"/>
                  </a:lnTo>
                  <a:lnTo>
                    <a:pt x="1435331" y="213724"/>
                  </a:lnTo>
                  <a:lnTo>
                    <a:pt x="1495154" y="251009"/>
                  </a:lnTo>
                  <a:lnTo>
                    <a:pt x="1550555" y="292742"/>
                  </a:lnTo>
                  <a:lnTo>
                    <a:pt x="1602381" y="339527"/>
                  </a:lnTo>
                  <a:lnTo>
                    <a:pt x="1651493" y="391949"/>
                  </a:lnTo>
                  <a:lnTo>
                    <a:pt x="1698698" y="450447"/>
                  </a:lnTo>
                  <a:lnTo>
                    <a:pt x="1719082" y="478211"/>
                  </a:lnTo>
                  <a:lnTo>
                    <a:pt x="1754366" y="529742"/>
                  </a:lnTo>
                  <a:lnTo>
                    <a:pt x="1789319" y="585040"/>
                  </a:lnTo>
                  <a:lnTo>
                    <a:pt x="1824152" y="644182"/>
                  </a:lnTo>
                  <a:lnTo>
                    <a:pt x="1859030" y="707183"/>
                  </a:lnTo>
                  <a:lnTo>
                    <a:pt x="1894076" y="773991"/>
                  </a:lnTo>
                  <a:lnTo>
                    <a:pt x="1929379" y="844481"/>
                  </a:lnTo>
                  <a:lnTo>
                    <a:pt x="1964992" y="918450"/>
                  </a:lnTo>
                  <a:lnTo>
                    <a:pt x="2000939" y="995615"/>
                  </a:lnTo>
                  <a:lnTo>
                    <a:pt x="2037216" y="1075616"/>
                  </a:lnTo>
                  <a:lnTo>
                    <a:pt x="2073793" y="1158020"/>
                  </a:lnTo>
                  <a:lnTo>
                    <a:pt x="2110620" y="1242326"/>
                  </a:lnTo>
                  <a:lnTo>
                    <a:pt x="2147632" y="1327983"/>
                  </a:lnTo>
                  <a:lnTo>
                    <a:pt x="2184749" y="1414399"/>
                  </a:lnTo>
                  <a:lnTo>
                    <a:pt x="2221886" y="1500960"/>
                  </a:lnTo>
                  <a:lnTo>
                    <a:pt x="2258957" y="1587047"/>
                  </a:lnTo>
                  <a:lnTo>
                    <a:pt x="2295880" y="1672056"/>
                  </a:lnTo>
                  <a:lnTo>
                    <a:pt x="2332581" y="1755415"/>
                  </a:lnTo>
                  <a:lnTo>
                    <a:pt x="2369003" y="1836596"/>
                  </a:lnTo>
                  <a:lnTo>
                    <a:pt x="2405106" y="1915136"/>
                  </a:lnTo>
                  <a:lnTo>
                    <a:pt x="2440874" y="1990639"/>
                  </a:lnTo>
                  <a:lnTo>
                    <a:pt x="2476317" y="2062785"/>
                  </a:lnTo>
                  <a:lnTo>
                    <a:pt x="2511474" y="2131334"/>
                  </a:lnTo>
                  <a:lnTo>
                    <a:pt x="2546418" y="2196125"/>
                  </a:lnTo>
                  <a:lnTo>
                    <a:pt x="2581254" y="2257072"/>
                  </a:lnTo>
                  <a:lnTo>
                    <a:pt x="2616128" y="2314160"/>
                  </a:lnTo>
                  <a:lnTo>
                    <a:pt x="2651227" y="2367438"/>
                  </a:lnTo>
                  <a:lnTo>
                    <a:pt x="2667772" y="2391057"/>
                  </a:lnTo>
                  <a:lnTo>
                    <a:pt x="2714360" y="2452297"/>
                  </a:lnTo>
                  <a:lnTo>
                    <a:pt x="2762538" y="2507358"/>
                  </a:lnTo>
                  <a:lnTo>
                    <a:pt x="2813063" y="2556561"/>
                  </a:lnTo>
                  <a:lnTo>
                    <a:pt x="2866781" y="2600446"/>
                  </a:lnTo>
                  <a:lnTo>
                    <a:pt x="2924555" y="2639618"/>
                  </a:lnTo>
                  <a:lnTo>
                    <a:pt x="2987187" y="2674664"/>
                  </a:lnTo>
                  <a:lnTo>
                    <a:pt x="3055326" y="2706093"/>
                  </a:lnTo>
                  <a:lnTo>
                    <a:pt x="3129345" y="2734319"/>
                  </a:lnTo>
                  <a:lnTo>
                    <a:pt x="3209172" y="2759643"/>
                  </a:lnTo>
                  <a:lnTo>
                    <a:pt x="3294094" y="2782248"/>
                  </a:lnTo>
                  <a:lnTo>
                    <a:pt x="3382568" y="2802210"/>
                  </a:lnTo>
                  <a:lnTo>
                    <a:pt x="3472093" y="2819517"/>
                  </a:lnTo>
                  <a:lnTo>
                    <a:pt x="3559246" y="2834107"/>
                  </a:lnTo>
                  <a:lnTo>
                    <a:pt x="3639980" y="2845928"/>
                  </a:lnTo>
                  <a:lnTo>
                    <a:pt x="3710207" y="2855003"/>
                  </a:lnTo>
                  <a:lnTo>
                    <a:pt x="3766588" y="2861480"/>
                  </a:lnTo>
                  <a:lnTo>
                    <a:pt x="3807306" y="2865664"/>
                  </a:lnTo>
                  <a:lnTo>
                    <a:pt x="3832569" y="2867998"/>
                  </a:lnTo>
                  <a:lnTo>
                    <a:pt x="3844722" y="2869012"/>
                  </a:lnTo>
                  <a:lnTo>
                    <a:pt x="3848015" y="2869262"/>
                  </a:lnTo>
                  <a:lnTo>
                    <a:pt x="3848118" y="2869269"/>
                  </a:lnTo>
                  <a:lnTo>
                    <a:pt x="4386855" y="2869269"/>
                  </a:lnTo>
                  <a:lnTo>
                    <a:pt x="4388158" y="2869271"/>
                  </a:lnTo>
                  <a:lnTo>
                    <a:pt x="4396657" y="2869285"/>
                  </a:lnTo>
                  <a:lnTo>
                    <a:pt x="4417841" y="2869325"/>
                  </a:lnTo>
                  <a:lnTo>
                    <a:pt x="4455109" y="2869402"/>
                  </a:lnTo>
                  <a:lnTo>
                    <a:pt x="4509434" y="2869529"/>
                  </a:lnTo>
                  <a:lnTo>
                    <a:pt x="4579350" y="2869712"/>
                  </a:lnTo>
                  <a:lnTo>
                    <a:pt x="4661444" y="2869957"/>
                  </a:lnTo>
                  <a:lnTo>
                    <a:pt x="4751231" y="2870264"/>
                  </a:lnTo>
                  <a:lnTo>
                    <a:pt x="4844125" y="2870633"/>
                  </a:lnTo>
                  <a:lnTo>
                    <a:pt x="4936196" y="2871062"/>
                  </a:lnTo>
                  <a:lnTo>
                    <a:pt x="5024559" y="2871550"/>
                  </a:lnTo>
                  <a:lnTo>
                    <a:pt x="5107448" y="2872099"/>
                  </a:lnTo>
                  <a:lnTo>
                    <a:pt x="5184067" y="2872714"/>
                  </a:lnTo>
                  <a:lnTo>
                    <a:pt x="5254359" y="2873401"/>
                  </a:lnTo>
                  <a:lnTo>
                    <a:pt x="5318769" y="2874171"/>
                  </a:lnTo>
                  <a:lnTo>
                    <a:pt x="5378053" y="2875036"/>
                  </a:lnTo>
                  <a:lnTo>
                    <a:pt x="5433126" y="2876009"/>
                  </a:lnTo>
                  <a:lnTo>
                    <a:pt x="5484956" y="2877105"/>
                  </a:lnTo>
                  <a:lnTo>
                    <a:pt x="5534474" y="2878336"/>
                  </a:lnTo>
                  <a:lnTo>
                    <a:pt x="5567201" y="2879251"/>
                  </a:lnTo>
                  <a:lnTo>
                    <a:pt x="5619973" y="2880893"/>
                  </a:lnTo>
                  <a:lnTo>
                    <a:pt x="5672240" y="2882714"/>
                  </a:lnTo>
                  <a:lnTo>
                    <a:pt x="5724598" y="2884716"/>
                  </a:lnTo>
                  <a:lnTo>
                    <a:pt x="5777435" y="2886893"/>
                  </a:lnTo>
                  <a:lnTo>
                    <a:pt x="5830963" y="2889234"/>
                  </a:lnTo>
                  <a:lnTo>
                    <a:pt x="5885238" y="2891716"/>
                  </a:lnTo>
                  <a:lnTo>
                    <a:pt x="5940184" y="2894310"/>
                  </a:lnTo>
                  <a:lnTo>
                    <a:pt x="5995619" y="2896981"/>
                  </a:lnTo>
                  <a:lnTo>
                    <a:pt x="6051291" y="2899688"/>
                  </a:lnTo>
                  <a:lnTo>
                    <a:pt x="6106912" y="2902387"/>
                  </a:lnTo>
                  <a:lnTo>
                    <a:pt x="6162202" y="2905036"/>
                  </a:lnTo>
                  <a:lnTo>
                    <a:pt x="6216929" y="2907595"/>
                  </a:lnTo>
                  <a:lnTo>
                    <a:pt x="6270945" y="2910031"/>
                  </a:lnTo>
                  <a:lnTo>
                    <a:pt x="6324217" y="2912316"/>
                  </a:lnTo>
                  <a:lnTo>
                    <a:pt x="6376854" y="2914433"/>
                  </a:lnTo>
                  <a:lnTo>
                    <a:pt x="6429126" y="2916372"/>
                  </a:lnTo>
                  <a:lnTo>
                    <a:pt x="6481491" y="2918130"/>
                  </a:lnTo>
                  <a:lnTo>
                    <a:pt x="6515891" y="2919177"/>
                  </a:lnTo>
                  <a:lnTo>
                    <a:pt x="6564310" y="2920502"/>
                  </a:lnTo>
                  <a:lnTo>
                    <a:pt x="6614474" y="2921689"/>
                  </a:lnTo>
                  <a:lnTo>
                    <a:pt x="6667240" y="2922744"/>
                  </a:lnTo>
                  <a:lnTo>
                    <a:pt x="6723559" y="2923680"/>
                  </a:lnTo>
                  <a:lnTo>
                    <a:pt x="6784394" y="2924513"/>
                  </a:lnTo>
                  <a:lnTo>
                    <a:pt x="6850621" y="2925256"/>
                  </a:lnTo>
                  <a:lnTo>
                    <a:pt x="6922914" y="2925919"/>
                  </a:lnTo>
                  <a:lnTo>
                    <a:pt x="7001582" y="2926512"/>
                  </a:lnTo>
                  <a:lnTo>
                    <a:pt x="7086357" y="2927041"/>
                  </a:lnTo>
                  <a:lnTo>
                    <a:pt x="7176154" y="2927510"/>
                  </a:lnTo>
                  <a:lnTo>
                    <a:pt x="7268858" y="2927920"/>
                  </a:lnTo>
                  <a:lnTo>
                    <a:pt x="7361226" y="2928269"/>
                  </a:lnTo>
                  <a:lnTo>
                    <a:pt x="7449057" y="2928556"/>
                  </a:lnTo>
                  <a:lnTo>
                    <a:pt x="7527701" y="2928781"/>
                  </a:lnTo>
                  <a:lnTo>
                    <a:pt x="7592907" y="2928946"/>
                  </a:lnTo>
                  <a:lnTo>
                    <a:pt x="7641806" y="2929056"/>
                  </a:lnTo>
                  <a:lnTo>
                    <a:pt x="7673685" y="2929119"/>
                  </a:lnTo>
                  <a:lnTo>
                    <a:pt x="7690321" y="2929149"/>
                  </a:lnTo>
                  <a:lnTo>
                    <a:pt x="7695821" y="2929158"/>
                  </a:lnTo>
                  <a:lnTo>
                    <a:pt x="7696237" y="2929159"/>
                  </a:lnTo>
                  <a:lnTo>
                    <a:pt x="8234974" y="29291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546595" y="3260387"/>
              <a:ext cx="8234974" cy="2929159"/>
            </a:xfrm>
            <a:custGeom>
              <a:avLst/>
              <a:pathLst>
                <a:path w="8234974" h="2929159">
                  <a:moveTo>
                    <a:pt x="8234974" y="2929159"/>
                  </a:moveTo>
                  <a:lnTo>
                    <a:pt x="7696237" y="2929159"/>
                  </a:lnTo>
                  <a:lnTo>
                    <a:pt x="7694935" y="2929157"/>
                  </a:lnTo>
                  <a:lnTo>
                    <a:pt x="7686436" y="2929143"/>
                  </a:lnTo>
                  <a:lnTo>
                    <a:pt x="7665251" y="2929103"/>
                  </a:lnTo>
                  <a:lnTo>
                    <a:pt x="7627983" y="2929026"/>
                  </a:lnTo>
                  <a:lnTo>
                    <a:pt x="7573659" y="2928899"/>
                  </a:lnTo>
                  <a:lnTo>
                    <a:pt x="7503742" y="2928716"/>
                  </a:lnTo>
                  <a:lnTo>
                    <a:pt x="7421649" y="2928471"/>
                  </a:lnTo>
                  <a:lnTo>
                    <a:pt x="7331862" y="2928164"/>
                  </a:lnTo>
                  <a:lnTo>
                    <a:pt x="7238967" y="2927795"/>
                  </a:lnTo>
                  <a:lnTo>
                    <a:pt x="7146897" y="2927366"/>
                  </a:lnTo>
                  <a:lnTo>
                    <a:pt x="7058533" y="2926878"/>
                  </a:lnTo>
                  <a:lnTo>
                    <a:pt x="6975644" y="2926329"/>
                  </a:lnTo>
                  <a:lnTo>
                    <a:pt x="6899025" y="2925714"/>
                  </a:lnTo>
                  <a:lnTo>
                    <a:pt x="6828734" y="2925027"/>
                  </a:lnTo>
                  <a:lnTo>
                    <a:pt x="6764323" y="2924257"/>
                  </a:lnTo>
                  <a:lnTo>
                    <a:pt x="6705039" y="2923392"/>
                  </a:lnTo>
                  <a:lnTo>
                    <a:pt x="6649966" y="2922419"/>
                  </a:lnTo>
                  <a:lnTo>
                    <a:pt x="6598136" y="2921323"/>
                  </a:lnTo>
                  <a:lnTo>
                    <a:pt x="6548618" y="2920092"/>
                  </a:lnTo>
                  <a:lnTo>
                    <a:pt x="6515891" y="2919177"/>
                  </a:lnTo>
                  <a:lnTo>
                    <a:pt x="6463120" y="2917535"/>
                  </a:lnTo>
                  <a:lnTo>
                    <a:pt x="6410852" y="2915714"/>
                  </a:lnTo>
                  <a:lnTo>
                    <a:pt x="6358494" y="2913712"/>
                  </a:lnTo>
                  <a:lnTo>
                    <a:pt x="6305657" y="2911535"/>
                  </a:lnTo>
                  <a:lnTo>
                    <a:pt x="6252129" y="2909194"/>
                  </a:lnTo>
                  <a:lnTo>
                    <a:pt x="6197855" y="2906712"/>
                  </a:lnTo>
                  <a:lnTo>
                    <a:pt x="6142909" y="2904118"/>
                  </a:lnTo>
                  <a:lnTo>
                    <a:pt x="6087473" y="2901446"/>
                  </a:lnTo>
                  <a:lnTo>
                    <a:pt x="6031801" y="2898740"/>
                  </a:lnTo>
                  <a:lnTo>
                    <a:pt x="5976180" y="2896041"/>
                  </a:lnTo>
                  <a:lnTo>
                    <a:pt x="5920890" y="2893392"/>
                  </a:lnTo>
                  <a:lnTo>
                    <a:pt x="5866163" y="2890833"/>
                  </a:lnTo>
                  <a:lnTo>
                    <a:pt x="5812148" y="2888397"/>
                  </a:lnTo>
                  <a:lnTo>
                    <a:pt x="5758875" y="2886112"/>
                  </a:lnTo>
                  <a:lnTo>
                    <a:pt x="5706239" y="2883995"/>
                  </a:lnTo>
                  <a:lnTo>
                    <a:pt x="5653966" y="2882056"/>
                  </a:lnTo>
                  <a:lnTo>
                    <a:pt x="5601602" y="2880298"/>
                  </a:lnTo>
                  <a:lnTo>
                    <a:pt x="5567201" y="2879251"/>
                  </a:lnTo>
                  <a:lnTo>
                    <a:pt x="5518782" y="2877926"/>
                  </a:lnTo>
                  <a:lnTo>
                    <a:pt x="5468618" y="2876739"/>
                  </a:lnTo>
                  <a:lnTo>
                    <a:pt x="5415853" y="2875684"/>
                  </a:lnTo>
                  <a:lnTo>
                    <a:pt x="5359533" y="2874747"/>
                  </a:lnTo>
                  <a:lnTo>
                    <a:pt x="5298699" y="2873915"/>
                  </a:lnTo>
                  <a:lnTo>
                    <a:pt x="5232471" y="2873172"/>
                  </a:lnTo>
                  <a:lnTo>
                    <a:pt x="5160178" y="2872509"/>
                  </a:lnTo>
                  <a:lnTo>
                    <a:pt x="5081510" y="2871916"/>
                  </a:lnTo>
                  <a:lnTo>
                    <a:pt x="4996736" y="2871387"/>
                  </a:lnTo>
                  <a:lnTo>
                    <a:pt x="4906938" y="2870918"/>
                  </a:lnTo>
                  <a:lnTo>
                    <a:pt x="4814235" y="2870508"/>
                  </a:lnTo>
                  <a:lnTo>
                    <a:pt x="4721866" y="2870159"/>
                  </a:lnTo>
                  <a:lnTo>
                    <a:pt x="4634035" y="2869872"/>
                  </a:lnTo>
                  <a:lnTo>
                    <a:pt x="4555392" y="2869647"/>
                  </a:lnTo>
                  <a:lnTo>
                    <a:pt x="4490185" y="2869482"/>
                  </a:lnTo>
                  <a:lnTo>
                    <a:pt x="4441287" y="2869372"/>
                  </a:lnTo>
                  <a:lnTo>
                    <a:pt x="4409407" y="2869309"/>
                  </a:lnTo>
                  <a:lnTo>
                    <a:pt x="4392772" y="2869279"/>
                  </a:lnTo>
                  <a:lnTo>
                    <a:pt x="4387271" y="2869270"/>
                  </a:lnTo>
                  <a:lnTo>
                    <a:pt x="4386855" y="2869269"/>
                  </a:lnTo>
                  <a:lnTo>
                    <a:pt x="3848118" y="2869269"/>
                  </a:lnTo>
                  <a:lnTo>
                    <a:pt x="3846953" y="2869184"/>
                  </a:lnTo>
                  <a:lnTo>
                    <a:pt x="3839332" y="2868575"/>
                  </a:lnTo>
                  <a:lnTo>
                    <a:pt x="3820257" y="2866891"/>
                  </a:lnTo>
                  <a:lnTo>
                    <a:pt x="3786506" y="2863584"/>
                  </a:lnTo>
                  <a:lnTo>
                    <a:pt x="3736919" y="2858164"/>
                  </a:lnTo>
                  <a:lnTo>
                    <a:pt x="3672458" y="2850262"/>
                  </a:lnTo>
                  <a:lnTo>
                    <a:pt x="3595877" y="2839661"/>
                  </a:lnTo>
                  <a:lnTo>
                    <a:pt x="3511036" y="2826288"/>
                  </a:lnTo>
                  <a:lnTo>
                    <a:pt x="3422088" y="2810170"/>
                  </a:lnTo>
                  <a:lnTo>
                    <a:pt x="3332785" y="2791373"/>
                  </a:lnTo>
                  <a:lnTo>
                    <a:pt x="3246051" y="2769936"/>
                  </a:lnTo>
                  <a:lnTo>
                    <a:pt x="3163846" y="2745827"/>
                  </a:lnTo>
                  <a:lnTo>
                    <a:pt x="3087224" y="2718910"/>
                  </a:lnTo>
                  <a:lnTo>
                    <a:pt x="3016517" y="2688938"/>
                  </a:lnTo>
                  <a:lnTo>
                    <a:pt x="2951524" y="2655544"/>
                  </a:lnTo>
                  <a:lnTo>
                    <a:pt x="2891701" y="2618260"/>
                  </a:lnTo>
                  <a:lnTo>
                    <a:pt x="2836299" y="2576527"/>
                  </a:lnTo>
                  <a:lnTo>
                    <a:pt x="2784473" y="2529741"/>
                  </a:lnTo>
                  <a:lnTo>
                    <a:pt x="2735361" y="2477320"/>
                  </a:lnTo>
                  <a:lnTo>
                    <a:pt x="2688157" y="2418821"/>
                  </a:lnTo>
                  <a:lnTo>
                    <a:pt x="2667772" y="2391057"/>
                  </a:lnTo>
                  <a:lnTo>
                    <a:pt x="2632489" y="2339526"/>
                  </a:lnTo>
                  <a:lnTo>
                    <a:pt x="2597536" y="2284228"/>
                  </a:lnTo>
                  <a:lnTo>
                    <a:pt x="2562702" y="2225086"/>
                  </a:lnTo>
                  <a:lnTo>
                    <a:pt x="2527825" y="2162086"/>
                  </a:lnTo>
                  <a:lnTo>
                    <a:pt x="2492778" y="2095278"/>
                  </a:lnTo>
                  <a:lnTo>
                    <a:pt x="2457476" y="2024787"/>
                  </a:lnTo>
                  <a:lnTo>
                    <a:pt x="2421862" y="1950819"/>
                  </a:lnTo>
                  <a:lnTo>
                    <a:pt x="2385915" y="1873653"/>
                  </a:lnTo>
                  <a:lnTo>
                    <a:pt x="2349639" y="1793652"/>
                  </a:lnTo>
                  <a:lnTo>
                    <a:pt x="2313062" y="1711249"/>
                  </a:lnTo>
                  <a:lnTo>
                    <a:pt x="2276234" y="1626942"/>
                  </a:lnTo>
                  <a:lnTo>
                    <a:pt x="2239223" y="1541285"/>
                  </a:lnTo>
                  <a:lnTo>
                    <a:pt x="2202106" y="1454869"/>
                  </a:lnTo>
                  <a:lnTo>
                    <a:pt x="2164969" y="1368309"/>
                  </a:lnTo>
                  <a:lnTo>
                    <a:pt x="2127898" y="1282221"/>
                  </a:lnTo>
                  <a:lnTo>
                    <a:pt x="2090975" y="1197212"/>
                  </a:lnTo>
                  <a:lnTo>
                    <a:pt x="2054274" y="1113854"/>
                  </a:lnTo>
                  <a:lnTo>
                    <a:pt x="2017852" y="1032672"/>
                  </a:lnTo>
                  <a:lnTo>
                    <a:pt x="1981749" y="954132"/>
                  </a:lnTo>
                  <a:lnTo>
                    <a:pt x="1945981" y="878630"/>
                  </a:lnTo>
                  <a:lnTo>
                    <a:pt x="1910538" y="806484"/>
                  </a:lnTo>
                  <a:lnTo>
                    <a:pt x="1875380" y="737935"/>
                  </a:lnTo>
                  <a:lnTo>
                    <a:pt x="1840437" y="673144"/>
                  </a:lnTo>
                  <a:lnTo>
                    <a:pt x="1805601" y="612197"/>
                  </a:lnTo>
                  <a:lnTo>
                    <a:pt x="1770727" y="555109"/>
                  </a:lnTo>
                  <a:lnTo>
                    <a:pt x="1735627" y="501830"/>
                  </a:lnTo>
                  <a:lnTo>
                    <a:pt x="1719082" y="478211"/>
                  </a:lnTo>
                  <a:lnTo>
                    <a:pt x="1672494" y="416972"/>
                  </a:lnTo>
                  <a:lnTo>
                    <a:pt x="1624317" y="361911"/>
                  </a:lnTo>
                  <a:lnTo>
                    <a:pt x="1573792" y="312708"/>
                  </a:lnTo>
                  <a:lnTo>
                    <a:pt x="1520073" y="268823"/>
                  </a:lnTo>
                  <a:lnTo>
                    <a:pt x="1462299" y="229650"/>
                  </a:lnTo>
                  <a:lnTo>
                    <a:pt x="1399668" y="194605"/>
                  </a:lnTo>
                  <a:lnTo>
                    <a:pt x="1331528" y="163176"/>
                  </a:lnTo>
                  <a:lnTo>
                    <a:pt x="1257509" y="134950"/>
                  </a:lnTo>
                  <a:lnTo>
                    <a:pt x="1177683" y="109626"/>
                  </a:lnTo>
                  <a:lnTo>
                    <a:pt x="1092761" y="87021"/>
                  </a:lnTo>
                  <a:lnTo>
                    <a:pt x="1004286" y="67058"/>
                  </a:lnTo>
                  <a:lnTo>
                    <a:pt x="914762" y="49752"/>
                  </a:lnTo>
                  <a:lnTo>
                    <a:pt x="827609" y="35162"/>
                  </a:lnTo>
                  <a:lnTo>
                    <a:pt x="746875" y="23340"/>
                  </a:lnTo>
                  <a:lnTo>
                    <a:pt x="676648" y="14266"/>
                  </a:lnTo>
                  <a:lnTo>
                    <a:pt x="620266" y="7789"/>
                  </a:lnTo>
                  <a:lnTo>
                    <a:pt x="579549" y="3604"/>
                  </a:lnTo>
                  <a:lnTo>
                    <a:pt x="554285" y="1270"/>
                  </a:lnTo>
                  <a:lnTo>
                    <a:pt x="542132" y="257"/>
                  </a:lnTo>
                  <a:lnTo>
                    <a:pt x="538839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546595" y="3167830"/>
              <a:ext cx="8234974" cy="2727711"/>
            </a:xfrm>
            <a:custGeom>
              <a:avLst/>
              <a:pathLst>
                <a:path w="8234974" h="2727711">
                  <a:moveTo>
                    <a:pt x="0" y="5444"/>
                  </a:moveTo>
                  <a:lnTo>
                    <a:pt x="538736" y="5444"/>
                  </a:lnTo>
                  <a:lnTo>
                    <a:pt x="539914" y="5526"/>
                  </a:lnTo>
                  <a:lnTo>
                    <a:pt x="547613" y="6110"/>
                  </a:lnTo>
                  <a:lnTo>
                    <a:pt x="566876" y="7725"/>
                  </a:lnTo>
                  <a:lnTo>
                    <a:pt x="600942" y="10896"/>
                  </a:lnTo>
                  <a:lnTo>
                    <a:pt x="650956" y="16092"/>
                  </a:lnTo>
                  <a:lnTo>
                    <a:pt x="715914" y="23664"/>
                  </a:lnTo>
                  <a:lnTo>
                    <a:pt x="793003" y="33819"/>
                  </a:lnTo>
                  <a:lnTo>
                    <a:pt x="878307" y="46622"/>
                  </a:lnTo>
                  <a:lnTo>
                    <a:pt x="967632" y="62046"/>
                  </a:lnTo>
                  <a:lnTo>
                    <a:pt x="1057208" y="80028"/>
                  </a:lnTo>
                  <a:lnTo>
                    <a:pt x="1144109" y="100533"/>
                  </a:lnTo>
                  <a:lnTo>
                    <a:pt x="1226392" y="123594"/>
                  </a:lnTo>
                  <a:lnTo>
                    <a:pt x="1303024" y="149346"/>
                  </a:lnTo>
                  <a:lnTo>
                    <a:pt x="1373700" y="178031"/>
                  </a:lnTo>
                  <a:lnTo>
                    <a:pt x="1438641" y="210006"/>
                  </a:lnTo>
                  <a:lnTo>
                    <a:pt x="1498412" y="245724"/>
                  </a:lnTo>
                  <a:lnTo>
                    <a:pt x="1553776" y="285726"/>
                  </a:lnTo>
                  <a:lnTo>
                    <a:pt x="1605592" y="330590"/>
                  </a:lnTo>
                  <a:lnTo>
                    <a:pt x="1654729" y="380872"/>
                  </a:lnTo>
                  <a:lnTo>
                    <a:pt x="1701996" y="436980"/>
                  </a:lnTo>
                  <a:lnTo>
                    <a:pt x="1719082" y="459155"/>
                  </a:lnTo>
                  <a:lnTo>
                    <a:pt x="1755106" y="509116"/>
                  </a:lnTo>
                  <a:lnTo>
                    <a:pt x="1790790" y="562805"/>
                  </a:lnTo>
                  <a:lnTo>
                    <a:pt x="1826357" y="620298"/>
                  </a:lnTo>
                  <a:lnTo>
                    <a:pt x="1861980" y="681607"/>
                  </a:lnTo>
                  <a:lnTo>
                    <a:pt x="1897788" y="746675"/>
                  </a:lnTo>
                  <a:lnTo>
                    <a:pt x="1933870" y="815367"/>
                  </a:lnTo>
                  <a:lnTo>
                    <a:pt x="1970281" y="887469"/>
                  </a:lnTo>
                  <a:lnTo>
                    <a:pt x="2007040" y="962685"/>
                  </a:lnTo>
                  <a:lnTo>
                    <a:pt x="2044140" y="1040639"/>
                  </a:lnTo>
                  <a:lnTo>
                    <a:pt x="2081545" y="1120879"/>
                  </a:lnTo>
                  <a:lnTo>
                    <a:pt x="2119197" y="1202891"/>
                  </a:lnTo>
                  <a:lnTo>
                    <a:pt x="2157023" y="1286106"/>
                  </a:lnTo>
                  <a:lnTo>
                    <a:pt x="2194937" y="1369918"/>
                  </a:lnTo>
                  <a:lnTo>
                    <a:pt x="2232848" y="1453706"/>
                  </a:lnTo>
                  <a:lnTo>
                    <a:pt x="2270663" y="1536847"/>
                  </a:lnTo>
                  <a:lnTo>
                    <a:pt x="2308298" y="1618738"/>
                  </a:lnTo>
                  <a:lnTo>
                    <a:pt x="2345681" y="1698814"/>
                  </a:lnTo>
                  <a:lnTo>
                    <a:pt x="2382754" y="1776565"/>
                  </a:lnTo>
                  <a:lnTo>
                    <a:pt x="2419486" y="1851546"/>
                  </a:lnTo>
                  <a:lnTo>
                    <a:pt x="2455870" y="1923386"/>
                  </a:lnTo>
                  <a:lnTo>
                    <a:pt x="2491928" y="1991797"/>
                  </a:lnTo>
                  <a:lnTo>
                    <a:pt x="2527717" y="2056569"/>
                  </a:lnTo>
                  <a:lnTo>
                    <a:pt x="2563330" y="2117575"/>
                  </a:lnTo>
                  <a:lnTo>
                    <a:pt x="2598899" y="2174764"/>
                  </a:lnTo>
                  <a:lnTo>
                    <a:pt x="2634601" y="2228153"/>
                  </a:lnTo>
                  <a:lnTo>
                    <a:pt x="2667772" y="2274000"/>
                  </a:lnTo>
                  <a:lnTo>
                    <a:pt x="2714528" y="2332298"/>
                  </a:lnTo>
                  <a:lnTo>
                    <a:pt x="2762888" y="2384692"/>
                  </a:lnTo>
                  <a:lnTo>
                    <a:pt x="2813617" y="2431493"/>
                  </a:lnTo>
                  <a:lnTo>
                    <a:pt x="2867572" y="2473218"/>
                  </a:lnTo>
                  <a:lnTo>
                    <a:pt x="2925622" y="2510449"/>
                  </a:lnTo>
                  <a:lnTo>
                    <a:pt x="2988579" y="2543745"/>
                  </a:lnTo>
                  <a:lnTo>
                    <a:pt x="3057094" y="2573596"/>
                  </a:lnTo>
                  <a:lnTo>
                    <a:pt x="3131534" y="2600394"/>
                  </a:lnTo>
                  <a:lnTo>
                    <a:pt x="3211813" y="2624426"/>
                  </a:lnTo>
                  <a:lnTo>
                    <a:pt x="3297186" y="2645864"/>
                  </a:lnTo>
                  <a:lnTo>
                    <a:pt x="3386065" y="2664777"/>
                  </a:lnTo>
                  <a:lnTo>
                    <a:pt x="3475882" y="2681151"/>
                  </a:lnTo>
                  <a:lnTo>
                    <a:pt x="3563146" y="2694926"/>
                  </a:lnTo>
                  <a:lnTo>
                    <a:pt x="3643751" y="2706055"/>
                  </a:lnTo>
                  <a:lnTo>
                    <a:pt x="3713583" y="2714563"/>
                  </a:lnTo>
                  <a:lnTo>
                    <a:pt x="3769329" y="2720601"/>
                  </a:lnTo>
                  <a:lnTo>
                    <a:pt x="3809255" y="2724470"/>
                  </a:lnTo>
                  <a:lnTo>
                    <a:pt x="3833702" y="2726599"/>
                  </a:lnTo>
                  <a:lnTo>
                    <a:pt x="3845166" y="2727500"/>
                  </a:lnTo>
                  <a:lnTo>
                    <a:pt x="3848118" y="2727711"/>
                  </a:lnTo>
                  <a:lnTo>
                    <a:pt x="4386855" y="2727711"/>
                  </a:lnTo>
                  <a:lnTo>
                    <a:pt x="4388103" y="2727656"/>
                  </a:lnTo>
                  <a:lnTo>
                    <a:pt x="4396254" y="2727260"/>
                  </a:lnTo>
                  <a:lnTo>
                    <a:pt x="4416604" y="2726166"/>
                  </a:lnTo>
                  <a:lnTo>
                    <a:pt x="4452483" y="2724018"/>
                  </a:lnTo>
                  <a:lnTo>
                    <a:pt x="4504947" y="2720505"/>
                  </a:lnTo>
                  <a:lnTo>
                    <a:pt x="4572735" y="2715396"/>
                  </a:lnTo>
                  <a:lnTo>
                    <a:pt x="4652695" y="2708564"/>
                  </a:lnTo>
                  <a:lnTo>
                    <a:pt x="4740589" y="2699973"/>
                  </a:lnTo>
                  <a:lnTo>
                    <a:pt x="4831994" y="2689648"/>
                  </a:lnTo>
                  <a:lnTo>
                    <a:pt x="4923041" y="2677632"/>
                  </a:lnTo>
                  <a:lnTo>
                    <a:pt x="5010821" y="2663942"/>
                  </a:lnTo>
                  <a:lnTo>
                    <a:pt x="5093487" y="2648540"/>
                  </a:lnTo>
                  <a:lnTo>
                    <a:pt x="5170137" y="2631320"/>
                  </a:lnTo>
                  <a:lnTo>
                    <a:pt x="5240607" y="2612098"/>
                  </a:lnTo>
                  <a:lnTo>
                    <a:pt x="5305247" y="2590613"/>
                  </a:lnTo>
                  <a:lnTo>
                    <a:pt x="5364731" y="2566541"/>
                  </a:lnTo>
                  <a:lnTo>
                    <a:pt x="5419910" y="2539503"/>
                  </a:lnTo>
                  <a:lnTo>
                    <a:pt x="5471709" y="2509106"/>
                  </a:lnTo>
                  <a:lnTo>
                    <a:pt x="5521034" y="2474999"/>
                  </a:lnTo>
                  <a:lnTo>
                    <a:pt x="5567201" y="2438243"/>
                  </a:lnTo>
                  <a:lnTo>
                    <a:pt x="5609296" y="2400727"/>
                  </a:lnTo>
                  <a:lnTo>
                    <a:pt x="5650980" y="2359943"/>
                  </a:lnTo>
                  <a:lnTo>
                    <a:pt x="5692590" y="2315830"/>
                  </a:lnTo>
                  <a:lnTo>
                    <a:pt x="5734371" y="2268406"/>
                  </a:lnTo>
                  <a:lnTo>
                    <a:pt x="5776492" y="2217776"/>
                  </a:lnTo>
                  <a:lnTo>
                    <a:pt x="5819053" y="2164138"/>
                  </a:lnTo>
                  <a:lnTo>
                    <a:pt x="5862091" y="2107790"/>
                  </a:lnTo>
                  <a:lnTo>
                    <a:pt x="5905586" y="2049124"/>
                  </a:lnTo>
                  <a:lnTo>
                    <a:pt x="5949472" y="1988618"/>
                  </a:lnTo>
                  <a:lnTo>
                    <a:pt x="5993646" y="1926824"/>
                  </a:lnTo>
                  <a:lnTo>
                    <a:pt x="6037977" y="1864345"/>
                  </a:lnTo>
                  <a:lnTo>
                    <a:pt x="6082320" y="1801815"/>
                  </a:lnTo>
                  <a:lnTo>
                    <a:pt x="6126529" y="1739869"/>
                  </a:lnTo>
                  <a:lnTo>
                    <a:pt x="6170470" y="1679116"/>
                  </a:lnTo>
                  <a:lnTo>
                    <a:pt x="6214033" y="1620120"/>
                  </a:lnTo>
                  <a:lnTo>
                    <a:pt x="6257147" y="1563370"/>
                  </a:lnTo>
                  <a:lnTo>
                    <a:pt x="6299784" y="1509274"/>
                  </a:lnTo>
                  <a:lnTo>
                    <a:pt x="6341971" y="1458143"/>
                  </a:lnTo>
                  <a:lnTo>
                    <a:pt x="6383797" y="1410194"/>
                  </a:lnTo>
                  <a:lnTo>
                    <a:pt x="6425420" y="1365546"/>
                  </a:lnTo>
                  <a:lnTo>
                    <a:pt x="6467072" y="1324228"/>
                  </a:lnTo>
                  <a:lnTo>
                    <a:pt x="6509074" y="1286193"/>
                  </a:lnTo>
                  <a:lnTo>
                    <a:pt x="6515891" y="1280372"/>
                  </a:lnTo>
                  <a:lnTo>
                    <a:pt x="6563598" y="1242472"/>
                  </a:lnTo>
                  <a:lnTo>
                    <a:pt x="6612990" y="1208487"/>
                  </a:lnTo>
                  <a:lnTo>
                    <a:pt x="6664881" y="1178203"/>
                  </a:lnTo>
                  <a:lnTo>
                    <a:pt x="6720184" y="1151265"/>
                  </a:lnTo>
                  <a:lnTo>
                    <a:pt x="6779819" y="1127281"/>
                  </a:lnTo>
                  <a:lnTo>
                    <a:pt x="6844635" y="1105873"/>
                  </a:lnTo>
                  <a:lnTo>
                    <a:pt x="6915299" y="1086718"/>
                  </a:lnTo>
                  <a:lnTo>
                    <a:pt x="6992147" y="1069559"/>
                  </a:lnTo>
                  <a:lnTo>
                    <a:pt x="7074994" y="1054213"/>
                  </a:lnTo>
                  <a:lnTo>
                    <a:pt x="7162912" y="1040575"/>
                  </a:lnTo>
                  <a:lnTo>
                    <a:pt x="7254020" y="1028613"/>
                  </a:lnTo>
                  <a:lnTo>
                    <a:pt x="7345378" y="1018343"/>
                  </a:lnTo>
                  <a:lnTo>
                    <a:pt x="7433088" y="1009808"/>
                  </a:lnTo>
                  <a:lnTo>
                    <a:pt x="7512723" y="1003031"/>
                  </a:lnTo>
                  <a:lnTo>
                    <a:pt x="7580063" y="997976"/>
                  </a:lnTo>
                  <a:lnTo>
                    <a:pt x="7632007" y="994510"/>
                  </a:lnTo>
                  <a:lnTo>
                    <a:pt x="7667364" y="992401"/>
                  </a:lnTo>
                  <a:lnTo>
                    <a:pt x="7687263" y="991334"/>
                  </a:lnTo>
                  <a:lnTo>
                    <a:pt x="7695102" y="990955"/>
                  </a:lnTo>
                  <a:lnTo>
                    <a:pt x="7696237" y="990905"/>
                  </a:lnTo>
                  <a:lnTo>
                    <a:pt x="8234974" y="990905"/>
                  </a:lnTo>
                  <a:lnTo>
                    <a:pt x="8234974" y="985460"/>
                  </a:lnTo>
                  <a:lnTo>
                    <a:pt x="7696237" y="985460"/>
                  </a:lnTo>
                  <a:lnTo>
                    <a:pt x="7694989" y="985516"/>
                  </a:lnTo>
                  <a:lnTo>
                    <a:pt x="7686838" y="985911"/>
                  </a:lnTo>
                  <a:lnTo>
                    <a:pt x="7666489" y="987006"/>
                  </a:lnTo>
                  <a:lnTo>
                    <a:pt x="7630609" y="989153"/>
                  </a:lnTo>
                  <a:lnTo>
                    <a:pt x="7578145" y="992667"/>
                  </a:lnTo>
                  <a:lnTo>
                    <a:pt x="7510357" y="997775"/>
                  </a:lnTo>
                  <a:lnTo>
                    <a:pt x="7430397" y="1004608"/>
                  </a:lnTo>
                  <a:lnTo>
                    <a:pt x="7342504" y="1013199"/>
                  </a:lnTo>
                  <a:lnTo>
                    <a:pt x="7251098" y="1023523"/>
                  </a:lnTo>
                  <a:lnTo>
                    <a:pt x="7160052" y="1035539"/>
                  </a:lnTo>
                  <a:lnTo>
                    <a:pt x="7072272" y="1049230"/>
                  </a:lnTo>
                  <a:lnTo>
                    <a:pt x="6989606" y="1064631"/>
                  </a:lnTo>
                  <a:lnTo>
                    <a:pt x="6912956" y="1081851"/>
                  </a:lnTo>
                  <a:lnTo>
                    <a:pt x="6842485" y="1101074"/>
                  </a:lnTo>
                  <a:lnTo>
                    <a:pt x="6777845" y="1122558"/>
                  </a:lnTo>
                  <a:lnTo>
                    <a:pt x="6718362" y="1146631"/>
                  </a:lnTo>
                  <a:lnTo>
                    <a:pt x="6663182" y="1173669"/>
                  </a:lnTo>
                  <a:lnTo>
                    <a:pt x="6611384" y="1204065"/>
                  </a:lnTo>
                  <a:lnTo>
                    <a:pt x="6562058" y="1238173"/>
                  </a:lnTo>
                  <a:lnTo>
                    <a:pt x="6515891" y="1274928"/>
                  </a:lnTo>
                  <a:lnTo>
                    <a:pt x="6473797" y="1312445"/>
                  </a:lnTo>
                  <a:lnTo>
                    <a:pt x="6432112" y="1353229"/>
                  </a:lnTo>
                  <a:lnTo>
                    <a:pt x="6390503" y="1397341"/>
                  </a:lnTo>
                  <a:lnTo>
                    <a:pt x="6348722" y="1444765"/>
                  </a:lnTo>
                  <a:lnTo>
                    <a:pt x="6306600" y="1495395"/>
                  </a:lnTo>
                  <a:lnTo>
                    <a:pt x="6264039" y="1549033"/>
                  </a:lnTo>
                  <a:lnTo>
                    <a:pt x="6221002" y="1605381"/>
                  </a:lnTo>
                  <a:lnTo>
                    <a:pt x="6177507" y="1664047"/>
                  </a:lnTo>
                  <a:lnTo>
                    <a:pt x="6133620" y="1724553"/>
                  </a:lnTo>
                  <a:lnTo>
                    <a:pt x="6089446" y="1786348"/>
                  </a:lnTo>
                  <a:lnTo>
                    <a:pt x="6045115" y="1848826"/>
                  </a:lnTo>
                  <a:lnTo>
                    <a:pt x="6000772" y="1911356"/>
                  </a:lnTo>
                  <a:lnTo>
                    <a:pt x="5956564" y="1973303"/>
                  </a:lnTo>
                  <a:lnTo>
                    <a:pt x="5912623" y="2034055"/>
                  </a:lnTo>
                  <a:lnTo>
                    <a:pt x="5869059" y="2093052"/>
                  </a:lnTo>
                  <a:lnTo>
                    <a:pt x="5825945" y="2149801"/>
                  </a:lnTo>
                  <a:lnTo>
                    <a:pt x="5783309" y="2203898"/>
                  </a:lnTo>
                  <a:lnTo>
                    <a:pt x="5741122" y="2255028"/>
                  </a:lnTo>
                  <a:lnTo>
                    <a:pt x="5699295" y="2302977"/>
                  </a:lnTo>
                  <a:lnTo>
                    <a:pt x="5657673" y="2347626"/>
                  </a:lnTo>
                  <a:lnTo>
                    <a:pt x="5616020" y="2388943"/>
                  </a:lnTo>
                  <a:lnTo>
                    <a:pt x="5574019" y="2426979"/>
                  </a:lnTo>
                  <a:lnTo>
                    <a:pt x="5567201" y="2432799"/>
                  </a:lnTo>
                  <a:lnTo>
                    <a:pt x="5519494" y="2470700"/>
                  </a:lnTo>
                  <a:lnTo>
                    <a:pt x="5470103" y="2504685"/>
                  </a:lnTo>
                  <a:lnTo>
                    <a:pt x="5418211" y="2534968"/>
                  </a:lnTo>
                  <a:lnTo>
                    <a:pt x="5362909" y="2561906"/>
                  </a:lnTo>
                  <a:lnTo>
                    <a:pt x="5303274" y="2585891"/>
                  </a:lnTo>
                  <a:lnTo>
                    <a:pt x="5238457" y="2607298"/>
                  </a:lnTo>
                  <a:lnTo>
                    <a:pt x="5167793" y="2626453"/>
                  </a:lnTo>
                  <a:lnTo>
                    <a:pt x="5090946" y="2643613"/>
                  </a:lnTo>
                  <a:lnTo>
                    <a:pt x="5008099" y="2658959"/>
                  </a:lnTo>
                  <a:lnTo>
                    <a:pt x="4920181" y="2672596"/>
                  </a:lnTo>
                  <a:lnTo>
                    <a:pt x="4829072" y="2684559"/>
                  </a:lnTo>
                  <a:lnTo>
                    <a:pt x="4737715" y="2694829"/>
                  </a:lnTo>
                  <a:lnTo>
                    <a:pt x="4650004" y="2703364"/>
                  </a:lnTo>
                  <a:lnTo>
                    <a:pt x="4570369" y="2710140"/>
                  </a:lnTo>
                  <a:lnTo>
                    <a:pt x="4503029" y="2715196"/>
                  </a:lnTo>
                  <a:lnTo>
                    <a:pt x="4451085" y="2718661"/>
                  </a:lnTo>
                  <a:lnTo>
                    <a:pt x="4415729" y="2720770"/>
                  </a:lnTo>
                  <a:lnTo>
                    <a:pt x="4395830" y="2721837"/>
                  </a:lnTo>
                  <a:lnTo>
                    <a:pt x="4387990" y="2722216"/>
                  </a:lnTo>
                  <a:lnTo>
                    <a:pt x="4386855" y="2722267"/>
                  </a:lnTo>
                  <a:lnTo>
                    <a:pt x="3848118" y="2722267"/>
                  </a:lnTo>
                  <a:lnTo>
                    <a:pt x="3846941" y="2722185"/>
                  </a:lnTo>
                  <a:lnTo>
                    <a:pt x="3839241" y="2721601"/>
                  </a:lnTo>
                  <a:lnTo>
                    <a:pt x="3819978" y="2719986"/>
                  </a:lnTo>
                  <a:lnTo>
                    <a:pt x="3785913" y="2716814"/>
                  </a:lnTo>
                  <a:lnTo>
                    <a:pt x="3735898" y="2711619"/>
                  </a:lnTo>
                  <a:lnTo>
                    <a:pt x="3670941" y="2704046"/>
                  </a:lnTo>
                  <a:lnTo>
                    <a:pt x="3593851" y="2693892"/>
                  </a:lnTo>
                  <a:lnTo>
                    <a:pt x="3508547" y="2681089"/>
                  </a:lnTo>
                  <a:lnTo>
                    <a:pt x="3419222" y="2665665"/>
                  </a:lnTo>
                  <a:lnTo>
                    <a:pt x="3329647" y="2647682"/>
                  </a:lnTo>
                  <a:lnTo>
                    <a:pt x="3242746" y="2627178"/>
                  </a:lnTo>
                  <a:lnTo>
                    <a:pt x="3160462" y="2604116"/>
                  </a:lnTo>
                  <a:lnTo>
                    <a:pt x="3083830" y="2578365"/>
                  </a:lnTo>
                  <a:lnTo>
                    <a:pt x="3013154" y="2549679"/>
                  </a:lnTo>
                  <a:lnTo>
                    <a:pt x="2948213" y="2517705"/>
                  </a:lnTo>
                  <a:lnTo>
                    <a:pt x="2888443" y="2481986"/>
                  </a:lnTo>
                  <a:lnTo>
                    <a:pt x="2833078" y="2441985"/>
                  </a:lnTo>
                  <a:lnTo>
                    <a:pt x="2781262" y="2397121"/>
                  </a:lnTo>
                  <a:lnTo>
                    <a:pt x="2732125" y="2346839"/>
                  </a:lnTo>
                  <a:lnTo>
                    <a:pt x="2684858" y="2290731"/>
                  </a:lnTo>
                  <a:lnTo>
                    <a:pt x="2667772" y="2268555"/>
                  </a:lnTo>
                  <a:lnTo>
                    <a:pt x="2631749" y="2218594"/>
                  </a:lnTo>
                  <a:lnTo>
                    <a:pt x="2596064" y="2164905"/>
                  </a:lnTo>
                  <a:lnTo>
                    <a:pt x="2560497" y="2107412"/>
                  </a:lnTo>
                  <a:lnTo>
                    <a:pt x="2524875" y="2046103"/>
                  </a:lnTo>
                  <a:lnTo>
                    <a:pt x="2489067" y="1981035"/>
                  </a:lnTo>
                  <a:lnTo>
                    <a:pt x="2452985" y="1912343"/>
                  </a:lnTo>
                  <a:lnTo>
                    <a:pt x="2416574" y="1840241"/>
                  </a:lnTo>
                  <a:lnTo>
                    <a:pt x="2379814" y="1765025"/>
                  </a:lnTo>
                  <a:lnTo>
                    <a:pt x="2342715" y="1687072"/>
                  </a:lnTo>
                  <a:lnTo>
                    <a:pt x="2305310" y="1606831"/>
                  </a:lnTo>
                  <a:lnTo>
                    <a:pt x="2267657" y="1524820"/>
                  </a:lnTo>
                  <a:lnTo>
                    <a:pt x="2229831" y="1441605"/>
                  </a:lnTo>
                  <a:lnTo>
                    <a:pt x="2191917" y="1357792"/>
                  </a:lnTo>
                  <a:lnTo>
                    <a:pt x="2154007" y="1274004"/>
                  </a:lnTo>
                  <a:lnTo>
                    <a:pt x="2116191" y="1190864"/>
                  </a:lnTo>
                  <a:lnTo>
                    <a:pt x="2078556" y="1108973"/>
                  </a:lnTo>
                  <a:lnTo>
                    <a:pt x="2041174" y="1028897"/>
                  </a:lnTo>
                  <a:lnTo>
                    <a:pt x="2004100" y="951145"/>
                  </a:lnTo>
                  <a:lnTo>
                    <a:pt x="1967368" y="876165"/>
                  </a:lnTo>
                  <a:lnTo>
                    <a:pt x="1930985" y="804324"/>
                  </a:lnTo>
                  <a:lnTo>
                    <a:pt x="1894927" y="735914"/>
                  </a:lnTo>
                  <a:lnTo>
                    <a:pt x="1859138" y="671142"/>
                  </a:lnTo>
                  <a:lnTo>
                    <a:pt x="1823525" y="610135"/>
                  </a:lnTo>
                  <a:lnTo>
                    <a:pt x="1787955" y="552947"/>
                  </a:lnTo>
                  <a:lnTo>
                    <a:pt x="1752253" y="499558"/>
                  </a:lnTo>
                  <a:lnTo>
                    <a:pt x="1719082" y="453711"/>
                  </a:lnTo>
                  <a:lnTo>
                    <a:pt x="1672327" y="395413"/>
                  </a:lnTo>
                  <a:lnTo>
                    <a:pt x="1623967" y="343018"/>
                  </a:lnTo>
                  <a:lnTo>
                    <a:pt x="1573238" y="296218"/>
                  </a:lnTo>
                  <a:lnTo>
                    <a:pt x="1519283" y="254492"/>
                  </a:lnTo>
                  <a:lnTo>
                    <a:pt x="1461232" y="217261"/>
                  </a:lnTo>
                  <a:lnTo>
                    <a:pt x="1398276" y="183965"/>
                  </a:lnTo>
                  <a:lnTo>
                    <a:pt x="1329760" y="154115"/>
                  </a:lnTo>
                  <a:lnTo>
                    <a:pt x="1255320" y="127316"/>
                  </a:lnTo>
                  <a:lnTo>
                    <a:pt x="1175042" y="103285"/>
                  </a:lnTo>
                  <a:lnTo>
                    <a:pt x="1089668" y="81847"/>
                  </a:lnTo>
                  <a:lnTo>
                    <a:pt x="1000790" y="62934"/>
                  </a:lnTo>
                  <a:lnTo>
                    <a:pt x="910973" y="46560"/>
                  </a:lnTo>
                  <a:lnTo>
                    <a:pt x="823708" y="32784"/>
                  </a:lnTo>
                  <a:lnTo>
                    <a:pt x="743104" y="21655"/>
                  </a:lnTo>
                  <a:lnTo>
                    <a:pt x="673272" y="13147"/>
                  </a:lnTo>
                  <a:lnTo>
                    <a:pt x="617526" y="7109"/>
                  </a:lnTo>
                  <a:lnTo>
                    <a:pt x="577599" y="3241"/>
                  </a:lnTo>
                  <a:lnTo>
                    <a:pt x="553152" y="1112"/>
                  </a:lnTo>
                  <a:lnTo>
                    <a:pt x="541689" y="2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546595" y="3173274"/>
              <a:ext cx="8234974" cy="2722267"/>
            </a:xfrm>
            <a:custGeom>
              <a:avLst/>
              <a:pathLst>
                <a:path w="8234974" h="2722267">
                  <a:moveTo>
                    <a:pt x="0" y="0"/>
                  </a:moveTo>
                  <a:lnTo>
                    <a:pt x="538736" y="0"/>
                  </a:lnTo>
                  <a:lnTo>
                    <a:pt x="539914" y="81"/>
                  </a:lnTo>
                  <a:lnTo>
                    <a:pt x="547613" y="665"/>
                  </a:lnTo>
                  <a:lnTo>
                    <a:pt x="566876" y="2280"/>
                  </a:lnTo>
                  <a:lnTo>
                    <a:pt x="600942" y="5452"/>
                  </a:lnTo>
                  <a:lnTo>
                    <a:pt x="650956" y="10648"/>
                  </a:lnTo>
                  <a:lnTo>
                    <a:pt x="715914" y="18220"/>
                  </a:lnTo>
                  <a:lnTo>
                    <a:pt x="793003" y="28374"/>
                  </a:lnTo>
                  <a:lnTo>
                    <a:pt x="878307" y="41178"/>
                  </a:lnTo>
                  <a:lnTo>
                    <a:pt x="967632" y="56601"/>
                  </a:lnTo>
                  <a:lnTo>
                    <a:pt x="1057208" y="74584"/>
                  </a:lnTo>
                  <a:lnTo>
                    <a:pt x="1144109" y="95088"/>
                  </a:lnTo>
                  <a:lnTo>
                    <a:pt x="1226392" y="118150"/>
                  </a:lnTo>
                  <a:lnTo>
                    <a:pt x="1303024" y="143901"/>
                  </a:lnTo>
                  <a:lnTo>
                    <a:pt x="1373700" y="172587"/>
                  </a:lnTo>
                  <a:lnTo>
                    <a:pt x="1438641" y="204561"/>
                  </a:lnTo>
                  <a:lnTo>
                    <a:pt x="1498412" y="240280"/>
                  </a:lnTo>
                  <a:lnTo>
                    <a:pt x="1553776" y="280281"/>
                  </a:lnTo>
                  <a:lnTo>
                    <a:pt x="1605592" y="325145"/>
                  </a:lnTo>
                  <a:lnTo>
                    <a:pt x="1654729" y="375427"/>
                  </a:lnTo>
                  <a:lnTo>
                    <a:pt x="1701996" y="431535"/>
                  </a:lnTo>
                  <a:lnTo>
                    <a:pt x="1719082" y="453711"/>
                  </a:lnTo>
                  <a:lnTo>
                    <a:pt x="1755106" y="503672"/>
                  </a:lnTo>
                  <a:lnTo>
                    <a:pt x="1790790" y="557361"/>
                  </a:lnTo>
                  <a:lnTo>
                    <a:pt x="1826357" y="614854"/>
                  </a:lnTo>
                  <a:lnTo>
                    <a:pt x="1861980" y="676163"/>
                  </a:lnTo>
                  <a:lnTo>
                    <a:pt x="1897788" y="741231"/>
                  </a:lnTo>
                  <a:lnTo>
                    <a:pt x="1933870" y="809923"/>
                  </a:lnTo>
                  <a:lnTo>
                    <a:pt x="1970281" y="882025"/>
                  </a:lnTo>
                  <a:lnTo>
                    <a:pt x="2007040" y="957241"/>
                  </a:lnTo>
                  <a:lnTo>
                    <a:pt x="2044140" y="1035194"/>
                  </a:lnTo>
                  <a:lnTo>
                    <a:pt x="2081545" y="1115435"/>
                  </a:lnTo>
                  <a:lnTo>
                    <a:pt x="2119197" y="1197446"/>
                  </a:lnTo>
                  <a:lnTo>
                    <a:pt x="2157023" y="1280661"/>
                  </a:lnTo>
                  <a:lnTo>
                    <a:pt x="2194937" y="1364474"/>
                  </a:lnTo>
                  <a:lnTo>
                    <a:pt x="2232848" y="1448262"/>
                  </a:lnTo>
                  <a:lnTo>
                    <a:pt x="2270663" y="1531402"/>
                  </a:lnTo>
                  <a:lnTo>
                    <a:pt x="2308298" y="1613293"/>
                  </a:lnTo>
                  <a:lnTo>
                    <a:pt x="2345681" y="1693370"/>
                  </a:lnTo>
                  <a:lnTo>
                    <a:pt x="2382754" y="1771121"/>
                  </a:lnTo>
                  <a:lnTo>
                    <a:pt x="2419486" y="1846101"/>
                  </a:lnTo>
                  <a:lnTo>
                    <a:pt x="2455870" y="1917942"/>
                  </a:lnTo>
                  <a:lnTo>
                    <a:pt x="2491928" y="1986352"/>
                  </a:lnTo>
                  <a:lnTo>
                    <a:pt x="2527717" y="2051124"/>
                  </a:lnTo>
                  <a:lnTo>
                    <a:pt x="2563330" y="2112131"/>
                  </a:lnTo>
                  <a:lnTo>
                    <a:pt x="2598899" y="2169319"/>
                  </a:lnTo>
                  <a:lnTo>
                    <a:pt x="2634601" y="2222708"/>
                  </a:lnTo>
                  <a:lnTo>
                    <a:pt x="2667772" y="2268555"/>
                  </a:lnTo>
                  <a:lnTo>
                    <a:pt x="2714528" y="2326853"/>
                  </a:lnTo>
                  <a:lnTo>
                    <a:pt x="2762888" y="2379248"/>
                  </a:lnTo>
                  <a:lnTo>
                    <a:pt x="2813617" y="2426048"/>
                  </a:lnTo>
                  <a:lnTo>
                    <a:pt x="2867572" y="2467774"/>
                  </a:lnTo>
                  <a:lnTo>
                    <a:pt x="2925622" y="2505005"/>
                  </a:lnTo>
                  <a:lnTo>
                    <a:pt x="2988579" y="2538301"/>
                  </a:lnTo>
                  <a:lnTo>
                    <a:pt x="3057094" y="2568151"/>
                  </a:lnTo>
                  <a:lnTo>
                    <a:pt x="3131534" y="2594950"/>
                  </a:lnTo>
                  <a:lnTo>
                    <a:pt x="3211813" y="2618981"/>
                  </a:lnTo>
                  <a:lnTo>
                    <a:pt x="3297186" y="2640419"/>
                  </a:lnTo>
                  <a:lnTo>
                    <a:pt x="3386065" y="2659332"/>
                  </a:lnTo>
                  <a:lnTo>
                    <a:pt x="3475882" y="2675706"/>
                  </a:lnTo>
                  <a:lnTo>
                    <a:pt x="3563146" y="2689482"/>
                  </a:lnTo>
                  <a:lnTo>
                    <a:pt x="3643751" y="2700611"/>
                  </a:lnTo>
                  <a:lnTo>
                    <a:pt x="3713583" y="2709119"/>
                  </a:lnTo>
                  <a:lnTo>
                    <a:pt x="3769329" y="2715157"/>
                  </a:lnTo>
                  <a:lnTo>
                    <a:pt x="3809255" y="2719025"/>
                  </a:lnTo>
                  <a:lnTo>
                    <a:pt x="3833702" y="2721154"/>
                  </a:lnTo>
                  <a:lnTo>
                    <a:pt x="3845166" y="2722056"/>
                  </a:lnTo>
                  <a:lnTo>
                    <a:pt x="3848057" y="2722263"/>
                  </a:lnTo>
                  <a:lnTo>
                    <a:pt x="3848118" y="2722267"/>
                  </a:lnTo>
                  <a:lnTo>
                    <a:pt x="4386855" y="2722267"/>
                  </a:lnTo>
                  <a:lnTo>
                    <a:pt x="4388103" y="2722211"/>
                  </a:lnTo>
                  <a:lnTo>
                    <a:pt x="4396254" y="2721815"/>
                  </a:lnTo>
                  <a:lnTo>
                    <a:pt x="4416604" y="2720721"/>
                  </a:lnTo>
                  <a:lnTo>
                    <a:pt x="4452483" y="2718573"/>
                  </a:lnTo>
                  <a:lnTo>
                    <a:pt x="4504947" y="2715060"/>
                  </a:lnTo>
                  <a:lnTo>
                    <a:pt x="4572735" y="2709951"/>
                  </a:lnTo>
                  <a:lnTo>
                    <a:pt x="4652695" y="2703119"/>
                  </a:lnTo>
                  <a:lnTo>
                    <a:pt x="4740589" y="2694528"/>
                  </a:lnTo>
                  <a:lnTo>
                    <a:pt x="4831994" y="2684204"/>
                  </a:lnTo>
                  <a:lnTo>
                    <a:pt x="4923041" y="2672188"/>
                  </a:lnTo>
                  <a:lnTo>
                    <a:pt x="5010821" y="2658497"/>
                  </a:lnTo>
                  <a:lnTo>
                    <a:pt x="5093487" y="2643095"/>
                  </a:lnTo>
                  <a:lnTo>
                    <a:pt x="5170137" y="2625875"/>
                  </a:lnTo>
                  <a:lnTo>
                    <a:pt x="5240607" y="2606653"/>
                  </a:lnTo>
                  <a:lnTo>
                    <a:pt x="5305247" y="2585169"/>
                  </a:lnTo>
                  <a:lnTo>
                    <a:pt x="5364731" y="2561096"/>
                  </a:lnTo>
                  <a:lnTo>
                    <a:pt x="5419910" y="2534058"/>
                  </a:lnTo>
                  <a:lnTo>
                    <a:pt x="5471709" y="2503662"/>
                  </a:lnTo>
                  <a:lnTo>
                    <a:pt x="5521034" y="2469554"/>
                  </a:lnTo>
                  <a:lnTo>
                    <a:pt x="5567201" y="2432799"/>
                  </a:lnTo>
                  <a:lnTo>
                    <a:pt x="5609296" y="2395282"/>
                  </a:lnTo>
                  <a:lnTo>
                    <a:pt x="5650980" y="2354498"/>
                  </a:lnTo>
                  <a:lnTo>
                    <a:pt x="5692590" y="2310386"/>
                  </a:lnTo>
                  <a:lnTo>
                    <a:pt x="5734371" y="2262962"/>
                  </a:lnTo>
                  <a:lnTo>
                    <a:pt x="5776492" y="2212331"/>
                  </a:lnTo>
                  <a:lnTo>
                    <a:pt x="5819053" y="2158694"/>
                  </a:lnTo>
                  <a:lnTo>
                    <a:pt x="5862091" y="2102346"/>
                  </a:lnTo>
                  <a:lnTo>
                    <a:pt x="5905586" y="2043680"/>
                  </a:lnTo>
                  <a:lnTo>
                    <a:pt x="5949472" y="1983173"/>
                  </a:lnTo>
                  <a:lnTo>
                    <a:pt x="5993646" y="1921379"/>
                  </a:lnTo>
                  <a:lnTo>
                    <a:pt x="6037977" y="1858900"/>
                  </a:lnTo>
                  <a:lnTo>
                    <a:pt x="6082320" y="1796371"/>
                  </a:lnTo>
                  <a:lnTo>
                    <a:pt x="6126529" y="1734424"/>
                  </a:lnTo>
                  <a:lnTo>
                    <a:pt x="6170470" y="1673672"/>
                  </a:lnTo>
                  <a:lnTo>
                    <a:pt x="6214033" y="1614675"/>
                  </a:lnTo>
                  <a:lnTo>
                    <a:pt x="6257147" y="1557925"/>
                  </a:lnTo>
                  <a:lnTo>
                    <a:pt x="6299784" y="1503829"/>
                  </a:lnTo>
                  <a:lnTo>
                    <a:pt x="6341971" y="1452699"/>
                  </a:lnTo>
                  <a:lnTo>
                    <a:pt x="6383797" y="1404750"/>
                  </a:lnTo>
                  <a:lnTo>
                    <a:pt x="6425420" y="1360101"/>
                  </a:lnTo>
                  <a:lnTo>
                    <a:pt x="6467072" y="1318784"/>
                  </a:lnTo>
                  <a:lnTo>
                    <a:pt x="6509074" y="1280748"/>
                  </a:lnTo>
                  <a:lnTo>
                    <a:pt x="6515891" y="1274928"/>
                  </a:lnTo>
                  <a:lnTo>
                    <a:pt x="6563598" y="1237027"/>
                  </a:lnTo>
                  <a:lnTo>
                    <a:pt x="6612990" y="1203042"/>
                  </a:lnTo>
                  <a:lnTo>
                    <a:pt x="6664881" y="1172758"/>
                  </a:lnTo>
                  <a:lnTo>
                    <a:pt x="6720184" y="1145821"/>
                  </a:lnTo>
                  <a:lnTo>
                    <a:pt x="6779819" y="1121836"/>
                  </a:lnTo>
                  <a:lnTo>
                    <a:pt x="6844635" y="1100429"/>
                  </a:lnTo>
                  <a:lnTo>
                    <a:pt x="6915299" y="1081274"/>
                  </a:lnTo>
                  <a:lnTo>
                    <a:pt x="6992147" y="1064114"/>
                  </a:lnTo>
                  <a:lnTo>
                    <a:pt x="7074994" y="1048768"/>
                  </a:lnTo>
                  <a:lnTo>
                    <a:pt x="7162912" y="1035131"/>
                  </a:lnTo>
                  <a:lnTo>
                    <a:pt x="7254020" y="1023168"/>
                  </a:lnTo>
                  <a:lnTo>
                    <a:pt x="7345378" y="1012898"/>
                  </a:lnTo>
                  <a:lnTo>
                    <a:pt x="7433088" y="1004363"/>
                  </a:lnTo>
                  <a:lnTo>
                    <a:pt x="7512723" y="997587"/>
                  </a:lnTo>
                  <a:lnTo>
                    <a:pt x="7580063" y="992531"/>
                  </a:lnTo>
                  <a:lnTo>
                    <a:pt x="7632007" y="989065"/>
                  </a:lnTo>
                  <a:lnTo>
                    <a:pt x="7667364" y="986956"/>
                  </a:lnTo>
                  <a:lnTo>
                    <a:pt x="7687263" y="985890"/>
                  </a:lnTo>
                  <a:lnTo>
                    <a:pt x="7695102" y="985510"/>
                  </a:lnTo>
                  <a:lnTo>
                    <a:pt x="7696237" y="985460"/>
                  </a:lnTo>
                  <a:lnTo>
                    <a:pt x="8234974" y="9854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546595" y="3167830"/>
              <a:ext cx="8234974" cy="2722267"/>
            </a:xfrm>
            <a:custGeom>
              <a:avLst/>
              <a:pathLst>
                <a:path w="8234974" h="2722267">
                  <a:moveTo>
                    <a:pt x="8234974" y="985460"/>
                  </a:moveTo>
                  <a:lnTo>
                    <a:pt x="7696237" y="985460"/>
                  </a:lnTo>
                  <a:lnTo>
                    <a:pt x="7694989" y="985516"/>
                  </a:lnTo>
                  <a:lnTo>
                    <a:pt x="7686838" y="985911"/>
                  </a:lnTo>
                  <a:lnTo>
                    <a:pt x="7666489" y="987006"/>
                  </a:lnTo>
                  <a:lnTo>
                    <a:pt x="7630609" y="989153"/>
                  </a:lnTo>
                  <a:lnTo>
                    <a:pt x="7578145" y="992667"/>
                  </a:lnTo>
                  <a:lnTo>
                    <a:pt x="7510357" y="997775"/>
                  </a:lnTo>
                  <a:lnTo>
                    <a:pt x="7430397" y="1004608"/>
                  </a:lnTo>
                  <a:lnTo>
                    <a:pt x="7342504" y="1013199"/>
                  </a:lnTo>
                  <a:lnTo>
                    <a:pt x="7251098" y="1023523"/>
                  </a:lnTo>
                  <a:lnTo>
                    <a:pt x="7160052" y="1035539"/>
                  </a:lnTo>
                  <a:lnTo>
                    <a:pt x="7072272" y="1049230"/>
                  </a:lnTo>
                  <a:lnTo>
                    <a:pt x="6989606" y="1064631"/>
                  </a:lnTo>
                  <a:lnTo>
                    <a:pt x="6912956" y="1081851"/>
                  </a:lnTo>
                  <a:lnTo>
                    <a:pt x="6842485" y="1101074"/>
                  </a:lnTo>
                  <a:lnTo>
                    <a:pt x="6777845" y="1122558"/>
                  </a:lnTo>
                  <a:lnTo>
                    <a:pt x="6718362" y="1146631"/>
                  </a:lnTo>
                  <a:lnTo>
                    <a:pt x="6663182" y="1173669"/>
                  </a:lnTo>
                  <a:lnTo>
                    <a:pt x="6611384" y="1204065"/>
                  </a:lnTo>
                  <a:lnTo>
                    <a:pt x="6562058" y="1238173"/>
                  </a:lnTo>
                  <a:lnTo>
                    <a:pt x="6515891" y="1274928"/>
                  </a:lnTo>
                  <a:lnTo>
                    <a:pt x="6473797" y="1312445"/>
                  </a:lnTo>
                  <a:lnTo>
                    <a:pt x="6432112" y="1353229"/>
                  </a:lnTo>
                  <a:lnTo>
                    <a:pt x="6390503" y="1397341"/>
                  </a:lnTo>
                  <a:lnTo>
                    <a:pt x="6348722" y="1444765"/>
                  </a:lnTo>
                  <a:lnTo>
                    <a:pt x="6306600" y="1495395"/>
                  </a:lnTo>
                  <a:lnTo>
                    <a:pt x="6264039" y="1549033"/>
                  </a:lnTo>
                  <a:lnTo>
                    <a:pt x="6221002" y="1605381"/>
                  </a:lnTo>
                  <a:lnTo>
                    <a:pt x="6177507" y="1664047"/>
                  </a:lnTo>
                  <a:lnTo>
                    <a:pt x="6133620" y="1724553"/>
                  </a:lnTo>
                  <a:lnTo>
                    <a:pt x="6089446" y="1786348"/>
                  </a:lnTo>
                  <a:lnTo>
                    <a:pt x="6045115" y="1848826"/>
                  </a:lnTo>
                  <a:lnTo>
                    <a:pt x="6000772" y="1911356"/>
                  </a:lnTo>
                  <a:lnTo>
                    <a:pt x="5956564" y="1973303"/>
                  </a:lnTo>
                  <a:lnTo>
                    <a:pt x="5912623" y="2034055"/>
                  </a:lnTo>
                  <a:lnTo>
                    <a:pt x="5869059" y="2093052"/>
                  </a:lnTo>
                  <a:lnTo>
                    <a:pt x="5825945" y="2149801"/>
                  </a:lnTo>
                  <a:lnTo>
                    <a:pt x="5783309" y="2203898"/>
                  </a:lnTo>
                  <a:lnTo>
                    <a:pt x="5741122" y="2255028"/>
                  </a:lnTo>
                  <a:lnTo>
                    <a:pt x="5699295" y="2302977"/>
                  </a:lnTo>
                  <a:lnTo>
                    <a:pt x="5657673" y="2347626"/>
                  </a:lnTo>
                  <a:lnTo>
                    <a:pt x="5616020" y="2388943"/>
                  </a:lnTo>
                  <a:lnTo>
                    <a:pt x="5574019" y="2426979"/>
                  </a:lnTo>
                  <a:lnTo>
                    <a:pt x="5567201" y="2432799"/>
                  </a:lnTo>
                  <a:lnTo>
                    <a:pt x="5519494" y="2470700"/>
                  </a:lnTo>
                  <a:lnTo>
                    <a:pt x="5470103" y="2504685"/>
                  </a:lnTo>
                  <a:lnTo>
                    <a:pt x="5418211" y="2534968"/>
                  </a:lnTo>
                  <a:lnTo>
                    <a:pt x="5362909" y="2561906"/>
                  </a:lnTo>
                  <a:lnTo>
                    <a:pt x="5303274" y="2585891"/>
                  </a:lnTo>
                  <a:lnTo>
                    <a:pt x="5238457" y="2607298"/>
                  </a:lnTo>
                  <a:lnTo>
                    <a:pt x="5167793" y="2626453"/>
                  </a:lnTo>
                  <a:lnTo>
                    <a:pt x="5090946" y="2643613"/>
                  </a:lnTo>
                  <a:lnTo>
                    <a:pt x="5008099" y="2658959"/>
                  </a:lnTo>
                  <a:lnTo>
                    <a:pt x="4920181" y="2672596"/>
                  </a:lnTo>
                  <a:lnTo>
                    <a:pt x="4829072" y="2684559"/>
                  </a:lnTo>
                  <a:lnTo>
                    <a:pt x="4737715" y="2694829"/>
                  </a:lnTo>
                  <a:lnTo>
                    <a:pt x="4650004" y="2703364"/>
                  </a:lnTo>
                  <a:lnTo>
                    <a:pt x="4570369" y="2710140"/>
                  </a:lnTo>
                  <a:lnTo>
                    <a:pt x="4503029" y="2715196"/>
                  </a:lnTo>
                  <a:lnTo>
                    <a:pt x="4451085" y="2718661"/>
                  </a:lnTo>
                  <a:lnTo>
                    <a:pt x="4415729" y="2720770"/>
                  </a:lnTo>
                  <a:lnTo>
                    <a:pt x="4395830" y="2721837"/>
                  </a:lnTo>
                  <a:lnTo>
                    <a:pt x="4387990" y="2722216"/>
                  </a:lnTo>
                  <a:lnTo>
                    <a:pt x="4386855" y="2722267"/>
                  </a:lnTo>
                  <a:lnTo>
                    <a:pt x="3848118" y="2722267"/>
                  </a:lnTo>
                  <a:lnTo>
                    <a:pt x="3846941" y="2722185"/>
                  </a:lnTo>
                  <a:lnTo>
                    <a:pt x="3839241" y="2721601"/>
                  </a:lnTo>
                  <a:lnTo>
                    <a:pt x="3819978" y="2719986"/>
                  </a:lnTo>
                  <a:lnTo>
                    <a:pt x="3785913" y="2716814"/>
                  </a:lnTo>
                  <a:lnTo>
                    <a:pt x="3735898" y="2711619"/>
                  </a:lnTo>
                  <a:lnTo>
                    <a:pt x="3670941" y="2704046"/>
                  </a:lnTo>
                  <a:lnTo>
                    <a:pt x="3593851" y="2693892"/>
                  </a:lnTo>
                  <a:lnTo>
                    <a:pt x="3508547" y="2681089"/>
                  </a:lnTo>
                  <a:lnTo>
                    <a:pt x="3419222" y="2665665"/>
                  </a:lnTo>
                  <a:lnTo>
                    <a:pt x="3329647" y="2647682"/>
                  </a:lnTo>
                  <a:lnTo>
                    <a:pt x="3242746" y="2627178"/>
                  </a:lnTo>
                  <a:lnTo>
                    <a:pt x="3160462" y="2604116"/>
                  </a:lnTo>
                  <a:lnTo>
                    <a:pt x="3083830" y="2578365"/>
                  </a:lnTo>
                  <a:lnTo>
                    <a:pt x="3013154" y="2549679"/>
                  </a:lnTo>
                  <a:lnTo>
                    <a:pt x="2948213" y="2517705"/>
                  </a:lnTo>
                  <a:lnTo>
                    <a:pt x="2888443" y="2481986"/>
                  </a:lnTo>
                  <a:lnTo>
                    <a:pt x="2833078" y="2441985"/>
                  </a:lnTo>
                  <a:lnTo>
                    <a:pt x="2781262" y="2397121"/>
                  </a:lnTo>
                  <a:lnTo>
                    <a:pt x="2732125" y="2346839"/>
                  </a:lnTo>
                  <a:lnTo>
                    <a:pt x="2684858" y="2290731"/>
                  </a:lnTo>
                  <a:lnTo>
                    <a:pt x="2667772" y="2268555"/>
                  </a:lnTo>
                  <a:lnTo>
                    <a:pt x="2631749" y="2218594"/>
                  </a:lnTo>
                  <a:lnTo>
                    <a:pt x="2596064" y="2164905"/>
                  </a:lnTo>
                  <a:lnTo>
                    <a:pt x="2560497" y="2107412"/>
                  </a:lnTo>
                  <a:lnTo>
                    <a:pt x="2524875" y="2046103"/>
                  </a:lnTo>
                  <a:lnTo>
                    <a:pt x="2489067" y="1981035"/>
                  </a:lnTo>
                  <a:lnTo>
                    <a:pt x="2452985" y="1912343"/>
                  </a:lnTo>
                  <a:lnTo>
                    <a:pt x="2416574" y="1840241"/>
                  </a:lnTo>
                  <a:lnTo>
                    <a:pt x="2379814" y="1765025"/>
                  </a:lnTo>
                  <a:lnTo>
                    <a:pt x="2342715" y="1687072"/>
                  </a:lnTo>
                  <a:lnTo>
                    <a:pt x="2305310" y="1606831"/>
                  </a:lnTo>
                  <a:lnTo>
                    <a:pt x="2267657" y="1524820"/>
                  </a:lnTo>
                  <a:lnTo>
                    <a:pt x="2229831" y="1441605"/>
                  </a:lnTo>
                  <a:lnTo>
                    <a:pt x="2191917" y="1357792"/>
                  </a:lnTo>
                  <a:lnTo>
                    <a:pt x="2154007" y="1274004"/>
                  </a:lnTo>
                  <a:lnTo>
                    <a:pt x="2116191" y="1190864"/>
                  </a:lnTo>
                  <a:lnTo>
                    <a:pt x="2078556" y="1108973"/>
                  </a:lnTo>
                  <a:lnTo>
                    <a:pt x="2041174" y="1028897"/>
                  </a:lnTo>
                  <a:lnTo>
                    <a:pt x="2004100" y="951145"/>
                  </a:lnTo>
                  <a:lnTo>
                    <a:pt x="1967368" y="876165"/>
                  </a:lnTo>
                  <a:lnTo>
                    <a:pt x="1930985" y="804324"/>
                  </a:lnTo>
                  <a:lnTo>
                    <a:pt x="1894927" y="735914"/>
                  </a:lnTo>
                  <a:lnTo>
                    <a:pt x="1859138" y="671142"/>
                  </a:lnTo>
                  <a:lnTo>
                    <a:pt x="1823525" y="610135"/>
                  </a:lnTo>
                  <a:lnTo>
                    <a:pt x="1787955" y="552947"/>
                  </a:lnTo>
                  <a:lnTo>
                    <a:pt x="1752253" y="499558"/>
                  </a:lnTo>
                  <a:lnTo>
                    <a:pt x="1719082" y="453711"/>
                  </a:lnTo>
                  <a:lnTo>
                    <a:pt x="1672327" y="395413"/>
                  </a:lnTo>
                  <a:lnTo>
                    <a:pt x="1623967" y="343018"/>
                  </a:lnTo>
                  <a:lnTo>
                    <a:pt x="1573238" y="296218"/>
                  </a:lnTo>
                  <a:lnTo>
                    <a:pt x="1519283" y="254492"/>
                  </a:lnTo>
                  <a:lnTo>
                    <a:pt x="1461232" y="217261"/>
                  </a:lnTo>
                  <a:lnTo>
                    <a:pt x="1398276" y="183965"/>
                  </a:lnTo>
                  <a:lnTo>
                    <a:pt x="1329760" y="154115"/>
                  </a:lnTo>
                  <a:lnTo>
                    <a:pt x="1255320" y="127316"/>
                  </a:lnTo>
                  <a:lnTo>
                    <a:pt x="1175042" y="103285"/>
                  </a:lnTo>
                  <a:lnTo>
                    <a:pt x="1089668" y="81847"/>
                  </a:lnTo>
                  <a:lnTo>
                    <a:pt x="1000790" y="62934"/>
                  </a:lnTo>
                  <a:lnTo>
                    <a:pt x="910973" y="46560"/>
                  </a:lnTo>
                  <a:lnTo>
                    <a:pt x="823708" y="32784"/>
                  </a:lnTo>
                  <a:lnTo>
                    <a:pt x="743104" y="21655"/>
                  </a:lnTo>
                  <a:lnTo>
                    <a:pt x="673272" y="13147"/>
                  </a:lnTo>
                  <a:lnTo>
                    <a:pt x="617526" y="7109"/>
                  </a:lnTo>
                  <a:lnTo>
                    <a:pt x="577599" y="3241"/>
                  </a:lnTo>
                  <a:lnTo>
                    <a:pt x="553152" y="1112"/>
                  </a:lnTo>
                  <a:lnTo>
                    <a:pt x="541689" y="210"/>
                  </a:lnTo>
                  <a:lnTo>
                    <a:pt x="538797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" name="pg71"/>
            <p:cNvSpPr/>
            <p:nvPr/>
          </p:nvSpPr>
          <p:spPr>
            <a:xfrm>
              <a:off x="546595" y="3173274"/>
              <a:ext cx="8234974" cy="2727711"/>
            </a:xfrm>
            <a:custGeom>
              <a:avLst/>
              <a:pathLst>
                <a:path w="8234974" h="2727711">
                  <a:moveTo>
                    <a:pt x="0" y="5444"/>
                  </a:moveTo>
                  <a:lnTo>
                    <a:pt x="538736" y="5444"/>
                  </a:lnTo>
                  <a:lnTo>
                    <a:pt x="539914" y="5526"/>
                  </a:lnTo>
                  <a:lnTo>
                    <a:pt x="547613" y="6110"/>
                  </a:lnTo>
                  <a:lnTo>
                    <a:pt x="566876" y="7725"/>
                  </a:lnTo>
                  <a:lnTo>
                    <a:pt x="600942" y="10896"/>
                  </a:lnTo>
                  <a:lnTo>
                    <a:pt x="650956" y="16092"/>
                  </a:lnTo>
                  <a:lnTo>
                    <a:pt x="715914" y="23664"/>
                  </a:lnTo>
                  <a:lnTo>
                    <a:pt x="793003" y="33819"/>
                  </a:lnTo>
                  <a:lnTo>
                    <a:pt x="878307" y="46622"/>
                  </a:lnTo>
                  <a:lnTo>
                    <a:pt x="967632" y="62046"/>
                  </a:lnTo>
                  <a:lnTo>
                    <a:pt x="1057208" y="80028"/>
                  </a:lnTo>
                  <a:lnTo>
                    <a:pt x="1144109" y="100533"/>
                  </a:lnTo>
                  <a:lnTo>
                    <a:pt x="1226392" y="123594"/>
                  </a:lnTo>
                  <a:lnTo>
                    <a:pt x="1303024" y="149346"/>
                  </a:lnTo>
                  <a:lnTo>
                    <a:pt x="1373700" y="178031"/>
                  </a:lnTo>
                  <a:lnTo>
                    <a:pt x="1438641" y="210006"/>
                  </a:lnTo>
                  <a:lnTo>
                    <a:pt x="1498412" y="245724"/>
                  </a:lnTo>
                  <a:lnTo>
                    <a:pt x="1553776" y="285726"/>
                  </a:lnTo>
                  <a:lnTo>
                    <a:pt x="1605592" y="330590"/>
                  </a:lnTo>
                  <a:lnTo>
                    <a:pt x="1654729" y="380872"/>
                  </a:lnTo>
                  <a:lnTo>
                    <a:pt x="1701996" y="436980"/>
                  </a:lnTo>
                  <a:lnTo>
                    <a:pt x="1719082" y="459155"/>
                  </a:lnTo>
                  <a:lnTo>
                    <a:pt x="1755106" y="509116"/>
                  </a:lnTo>
                  <a:lnTo>
                    <a:pt x="1790790" y="562805"/>
                  </a:lnTo>
                  <a:lnTo>
                    <a:pt x="1826357" y="620298"/>
                  </a:lnTo>
                  <a:lnTo>
                    <a:pt x="1861980" y="681607"/>
                  </a:lnTo>
                  <a:lnTo>
                    <a:pt x="1897788" y="746675"/>
                  </a:lnTo>
                  <a:lnTo>
                    <a:pt x="1933870" y="815367"/>
                  </a:lnTo>
                  <a:lnTo>
                    <a:pt x="1970281" y="887469"/>
                  </a:lnTo>
                  <a:lnTo>
                    <a:pt x="2007040" y="962685"/>
                  </a:lnTo>
                  <a:lnTo>
                    <a:pt x="2044140" y="1040639"/>
                  </a:lnTo>
                  <a:lnTo>
                    <a:pt x="2081545" y="1120879"/>
                  </a:lnTo>
                  <a:lnTo>
                    <a:pt x="2119197" y="1202891"/>
                  </a:lnTo>
                  <a:lnTo>
                    <a:pt x="2157023" y="1286106"/>
                  </a:lnTo>
                  <a:lnTo>
                    <a:pt x="2194937" y="1369918"/>
                  </a:lnTo>
                  <a:lnTo>
                    <a:pt x="2232848" y="1453706"/>
                  </a:lnTo>
                  <a:lnTo>
                    <a:pt x="2270663" y="1536847"/>
                  </a:lnTo>
                  <a:lnTo>
                    <a:pt x="2308298" y="1618738"/>
                  </a:lnTo>
                  <a:lnTo>
                    <a:pt x="2345681" y="1698814"/>
                  </a:lnTo>
                  <a:lnTo>
                    <a:pt x="2382754" y="1776565"/>
                  </a:lnTo>
                  <a:lnTo>
                    <a:pt x="2419486" y="1851546"/>
                  </a:lnTo>
                  <a:lnTo>
                    <a:pt x="2455870" y="1923386"/>
                  </a:lnTo>
                  <a:lnTo>
                    <a:pt x="2491928" y="1991797"/>
                  </a:lnTo>
                  <a:lnTo>
                    <a:pt x="2527717" y="2056569"/>
                  </a:lnTo>
                  <a:lnTo>
                    <a:pt x="2563330" y="2117575"/>
                  </a:lnTo>
                  <a:lnTo>
                    <a:pt x="2598899" y="2174764"/>
                  </a:lnTo>
                  <a:lnTo>
                    <a:pt x="2634601" y="2228153"/>
                  </a:lnTo>
                  <a:lnTo>
                    <a:pt x="2667772" y="2274000"/>
                  </a:lnTo>
                  <a:lnTo>
                    <a:pt x="2714528" y="2332298"/>
                  </a:lnTo>
                  <a:lnTo>
                    <a:pt x="2762888" y="2384692"/>
                  </a:lnTo>
                  <a:lnTo>
                    <a:pt x="2813617" y="2431493"/>
                  </a:lnTo>
                  <a:lnTo>
                    <a:pt x="2867572" y="2473218"/>
                  </a:lnTo>
                  <a:lnTo>
                    <a:pt x="2925622" y="2510449"/>
                  </a:lnTo>
                  <a:lnTo>
                    <a:pt x="2988579" y="2543745"/>
                  </a:lnTo>
                  <a:lnTo>
                    <a:pt x="3057094" y="2573596"/>
                  </a:lnTo>
                  <a:lnTo>
                    <a:pt x="3131534" y="2600394"/>
                  </a:lnTo>
                  <a:lnTo>
                    <a:pt x="3211813" y="2624426"/>
                  </a:lnTo>
                  <a:lnTo>
                    <a:pt x="3297186" y="2645864"/>
                  </a:lnTo>
                  <a:lnTo>
                    <a:pt x="3386065" y="2664777"/>
                  </a:lnTo>
                  <a:lnTo>
                    <a:pt x="3475882" y="2681151"/>
                  </a:lnTo>
                  <a:lnTo>
                    <a:pt x="3563146" y="2694926"/>
                  </a:lnTo>
                  <a:lnTo>
                    <a:pt x="3643751" y="2706055"/>
                  </a:lnTo>
                  <a:lnTo>
                    <a:pt x="3713583" y="2714563"/>
                  </a:lnTo>
                  <a:lnTo>
                    <a:pt x="3769329" y="2720601"/>
                  </a:lnTo>
                  <a:lnTo>
                    <a:pt x="3809255" y="2724470"/>
                  </a:lnTo>
                  <a:lnTo>
                    <a:pt x="3833702" y="2726599"/>
                  </a:lnTo>
                  <a:lnTo>
                    <a:pt x="3845166" y="2727500"/>
                  </a:lnTo>
                  <a:lnTo>
                    <a:pt x="3848118" y="2727711"/>
                  </a:lnTo>
                  <a:lnTo>
                    <a:pt x="4386855" y="2727711"/>
                  </a:lnTo>
                  <a:lnTo>
                    <a:pt x="4388157" y="2727706"/>
                  </a:lnTo>
                  <a:lnTo>
                    <a:pt x="4396653" y="2727665"/>
                  </a:lnTo>
                  <a:lnTo>
                    <a:pt x="4417831" y="2727554"/>
                  </a:lnTo>
                  <a:lnTo>
                    <a:pt x="4455086" y="2727336"/>
                  </a:lnTo>
                  <a:lnTo>
                    <a:pt x="4509395" y="2726980"/>
                  </a:lnTo>
                  <a:lnTo>
                    <a:pt x="4579293" y="2726463"/>
                  </a:lnTo>
                  <a:lnTo>
                    <a:pt x="4661369" y="2725773"/>
                  </a:lnTo>
                  <a:lnTo>
                    <a:pt x="4751139" y="2724907"/>
                  </a:lnTo>
                  <a:lnTo>
                    <a:pt x="4844021" y="2723868"/>
                  </a:lnTo>
                  <a:lnTo>
                    <a:pt x="4936083" y="2722661"/>
                  </a:lnTo>
                  <a:lnTo>
                    <a:pt x="5024442" y="2721286"/>
                  </a:lnTo>
                  <a:lnTo>
                    <a:pt x="5107329" y="2719738"/>
                  </a:lnTo>
                  <a:lnTo>
                    <a:pt x="5183949" y="2718006"/>
                  </a:lnTo>
                  <a:lnTo>
                    <a:pt x="5254242" y="2716069"/>
                  </a:lnTo>
                  <a:lnTo>
                    <a:pt x="5318655" y="2713900"/>
                  </a:lnTo>
                  <a:lnTo>
                    <a:pt x="5377940" y="2711464"/>
                  </a:lnTo>
                  <a:lnTo>
                    <a:pt x="5433014" y="2708722"/>
                  </a:lnTo>
                  <a:lnTo>
                    <a:pt x="5484843" y="2705635"/>
                  </a:lnTo>
                  <a:lnTo>
                    <a:pt x="5534359" y="2702169"/>
                  </a:lnTo>
                  <a:lnTo>
                    <a:pt x="5567201" y="2699581"/>
                  </a:lnTo>
                  <a:lnTo>
                    <a:pt x="5619813" y="2694968"/>
                  </a:lnTo>
                  <a:lnTo>
                    <a:pt x="5671922" y="2689854"/>
                  </a:lnTo>
                  <a:lnTo>
                    <a:pt x="5724118" y="2684234"/>
                  </a:lnTo>
                  <a:lnTo>
                    <a:pt x="5776788" y="2678121"/>
                  </a:lnTo>
                  <a:lnTo>
                    <a:pt x="5830142" y="2671551"/>
                  </a:lnTo>
                  <a:lnTo>
                    <a:pt x="5884240" y="2664583"/>
                  </a:lnTo>
                  <a:lnTo>
                    <a:pt x="5939006" y="2657299"/>
                  </a:lnTo>
                  <a:lnTo>
                    <a:pt x="5994265" y="2649797"/>
                  </a:lnTo>
                  <a:lnTo>
                    <a:pt x="6049765" y="2642194"/>
                  </a:lnTo>
                  <a:lnTo>
                    <a:pt x="6105222" y="2634608"/>
                  </a:lnTo>
                  <a:lnTo>
                    <a:pt x="6160358" y="2627159"/>
                  </a:lnTo>
                  <a:lnTo>
                    <a:pt x="6214941" y="2619959"/>
                  </a:lnTo>
                  <a:lnTo>
                    <a:pt x="6268821" y="2613101"/>
                  </a:lnTo>
                  <a:lnTo>
                    <a:pt x="6321960" y="2606662"/>
                  </a:lnTo>
                  <a:lnTo>
                    <a:pt x="6374460" y="2600692"/>
                  </a:lnTo>
                  <a:lnTo>
                    <a:pt x="6426581" y="2595221"/>
                  </a:lnTo>
                  <a:lnTo>
                    <a:pt x="6478768" y="2590257"/>
                  </a:lnTo>
                  <a:lnTo>
                    <a:pt x="6515891" y="2587061"/>
                  </a:lnTo>
                  <a:lnTo>
                    <a:pt x="6564304" y="2583327"/>
                  </a:lnTo>
                  <a:lnTo>
                    <a:pt x="6614461" y="2579984"/>
                  </a:lnTo>
                  <a:lnTo>
                    <a:pt x="6667219" y="2577011"/>
                  </a:lnTo>
                  <a:lnTo>
                    <a:pt x="6723530" y="2574371"/>
                  </a:lnTo>
                  <a:lnTo>
                    <a:pt x="6784355" y="2572024"/>
                  </a:lnTo>
                  <a:lnTo>
                    <a:pt x="6850570" y="2569932"/>
                  </a:lnTo>
                  <a:lnTo>
                    <a:pt x="6922849" y="2568063"/>
                  </a:lnTo>
                  <a:lnTo>
                    <a:pt x="7001501" y="2566391"/>
                  </a:lnTo>
                  <a:lnTo>
                    <a:pt x="7086259" y="2564900"/>
                  </a:lnTo>
                  <a:lnTo>
                    <a:pt x="7176040" y="2563578"/>
                  </a:lnTo>
                  <a:lnTo>
                    <a:pt x="7268731" y="2562424"/>
                  </a:lnTo>
                  <a:lnTo>
                    <a:pt x="7361091" y="2561440"/>
                  </a:lnTo>
                  <a:lnTo>
                    <a:pt x="7448922" y="2560630"/>
                  </a:lnTo>
                  <a:lnTo>
                    <a:pt x="7527575" y="2559996"/>
                  </a:lnTo>
                  <a:lnTo>
                    <a:pt x="7592800" y="2559532"/>
                  </a:lnTo>
                  <a:lnTo>
                    <a:pt x="7641726" y="2559222"/>
                  </a:lnTo>
                  <a:lnTo>
                    <a:pt x="7673635" y="2559042"/>
                  </a:lnTo>
                  <a:lnTo>
                    <a:pt x="7690298" y="2558958"/>
                  </a:lnTo>
                  <a:lnTo>
                    <a:pt x="7695817" y="2558932"/>
                  </a:lnTo>
                  <a:lnTo>
                    <a:pt x="7696237" y="2558931"/>
                  </a:lnTo>
                  <a:lnTo>
                    <a:pt x="8234974" y="2558931"/>
                  </a:lnTo>
                  <a:lnTo>
                    <a:pt x="8234974" y="2553486"/>
                  </a:lnTo>
                  <a:lnTo>
                    <a:pt x="7696237" y="2553486"/>
                  </a:lnTo>
                  <a:lnTo>
                    <a:pt x="7694935" y="2553492"/>
                  </a:lnTo>
                  <a:lnTo>
                    <a:pt x="7686439" y="2553532"/>
                  </a:lnTo>
                  <a:lnTo>
                    <a:pt x="7665262" y="2553643"/>
                  </a:lnTo>
                  <a:lnTo>
                    <a:pt x="7628006" y="2553861"/>
                  </a:lnTo>
                  <a:lnTo>
                    <a:pt x="7573698" y="2554217"/>
                  </a:lnTo>
                  <a:lnTo>
                    <a:pt x="7503799" y="2554734"/>
                  </a:lnTo>
                  <a:lnTo>
                    <a:pt x="7421724" y="2555424"/>
                  </a:lnTo>
                  <a:lnTo>
                    <a:pt x="7331953" y="2556290"/>
                  </a:lnTo>
                  <a:lnTo>
                    <a:pt x="7239071" y="2557329"/>
                  </a:lnTo>
                  <a:lnTo>
                    <a:pt x="7147009" y="2558536"/>
                  </a:lnTo>
                  <a:lnTo>
                    <a:pt x="7058651" y="2559911"/>
                  </a:lnTo>
                  <a:lnTo>
                    <a:pt x="6975763" y="2561459"/>
                  </a:lnTo>
                  <a:lnTo>
                    <a:pt x="6899144" y="2563191"/>
                  </a:lnTo>
                  <a:lnTo>
                    <a:pt x="6828851" y="2565128"/>
                  </a:lnTo>
                  <a:lnTo>
                    <a:pt x="6764438" y="2567297"/>
                  </a:lnTo>
                  <a:lnTo>
                    <a:pt x="6705152" y="2569733"/>
                  </a:lnTo>
                  <a:lnTo>
                    <a:pt x="6650079" y="2572475"/>
                  </a:lnTo>
                  <a:lnTo>
                    <a:pt x="6598249" y="2575563"/>
                  </a:lnTo>
                  <a:lnTo>
                    <a:pt x="6548733" y="2579028"/>
                  </a:lnTo>
                  <a:lnTo>
                    <a:pt x="6515891" y="2581616"/>
                  </a:lnTo>
                  <a:lnTo>
                    <a:pt x="6463279" y="2586229"/>
                  </a:lnTo>
                  <a:lnTo>
                    <a:pt x="6411170" y="2591343"/>
                  </a:lnTo>
                  <a:lnTo>
                    <a:pt x="6358974" y="2596963"/>
                  </a:lnTo>
                  <a:lnTo>
                    <a:pt x="6306305" y="2603076"/>
                  </a:lnTo>
                  <a:lnTo>
                    <a:pt x="6252950" y="2609646"/>
                  </a:lnTo>
                  <a:lnTo>
                    <a:pt x="6198853" y="2616614"/>
                  </a:lnTo>
                  <a:lnTo>
                    <a:pt x="6144086" y="2623899"/>
                  </a:lnTo>
                  <a:lnTo>
                    <a:pt x="6088828" y="2631400"/>
                  </a:lnTo>
                  <a:lnTo>
                    <a:pt x="6033328" y="2639003"/>
                  </a:lnTo>
                  <a:lnTo>
                    <a:pt x="5977871" y="2646589"/>
                  </a:lnTo>
                  <a:lnTo>
                    <a:pt x="5922734" y="2654038"/>
                  </a:lnTo>
                  <a:lnTo>
                    <a:pt x="5868151" y="2661238"/>
                  </a:lnTo>
                  <a:lnTo>
                    <a:pt x="5814272" y="2668096"/>
                  </a:lnTo>
                  <a:lnTo>
                    <a:pt x="5761132" y="2674535"/>
                  </a:lnTo>
                  <a:lnTo>
                    <a:pt x="5708632" y="2680505"/>
                  </a:lnTo>
                  <a:lnTo>
                    <a:pt x="5656511" y="2685976"/>
                  </a:lnTo>
                  <a:lnTo>
                    <a:pt x="5604325" y="2690940"/>
                  </a:lnTo>
                  <a:lnTo>
                    <a:pt x="5567201" y="2694136"/>
                  </a:lnTo>
                  <a:lnTo>
                    <a:pt x="5518789" y="2697870"/>
                  </a:lnTo>
                  <a:lnTo>
                    <a:pt x="5468631" y="2701213"/>
                  </a:lnTo>
                  <a:lnTo>
                    <a:pt x="5415873" y="2704186"/>
                  </a:lnTo>
                  <a:lnTo>
                    <a:pt x="5359562" y="2706826"/>
                  </a:lnTo>
                  <a:lnTo>
                    <a:pt x="5298738" y="2709173"/>
                  </a:lnTo>
                  <a:lnTo>
                    <a:pt x="5232523" y="2711265"/>
                  </a:lnTo>
                  <a:lnTo>
                    <a:pt x="5160244" y="2713134"/>
                  </a:lnTo>
                  <a:lnTo>
                    <a:pt x="5081592" y="2714806"/>
                  </a:lnTo>
                  <a:lnTo>
                    <a:pt x="4996833" y="2716297"/>
                  </a:lnTo>
                  <a:lnTo>
                    <a:pt x="4907052" y="2717619"/>
                  </a:lnTo>
                  <a:lnTo>
                    <a:pt x="4814362" y="2718773"/>
                  </a:lnTo>
                  <a:lnTo>
                    <a:pt x="4722001" y="2719757"/>
                  </a:lnTo>
                  <a:lnTo>
                    <a:pt x="4634171" y="2720567"/>
                  </a:lnTo>
                  <a:lnTo>
                    <a:pt x="4555518" y="2721202"/>
                  </a:lnTo>
                  <a:lnTo>
                    <a:pt x="4490292" y="2721666"/>
                  </a:lnTo>
                  <a:lnTo>
                    <a:pt x="4441367" y="2721975"/>
                  </a:lnTo>
                  <a:lnTo>
                    <a:pt x="4409457" y="2722155"/>
                  </a:lnTo>
                  <a:lnTo>
                    <a:pt x="4392794" y="2722240"/>
                  </a:lnTo>
                  <a:lnTo>
                    <a:pt x="4387276" y="2722265"/>
                  </a:lnTo>
                  <a:lnTo>
                    <a:pt x="4386855" y="2722267"/>
                  </a:lnTo>
                  <a:lnTo>
                    <a:pt x="3848118" y="2722267"/>
                  </a:lnTo>
                  <a:lnTo>
                    <a:pt x="3846941" y="2722185"/>
                  </a:lnTo>
                  <a:lnTo>
                    <a:pt x="3839241" y="2721601"/>
                  </a:lnTo>
                  <a:lnTo>
                    <a:pt x="3819978" y="2719986"/>
                  </a:lnTo>
                  <a:lnTo>
                    <a:pt x="3785913" y="2716814"/>
                  </a:lnTo>
                  <a:lnTo>
                    <a:pt x="3735898" y="2711619"/>
                  </a:lnTo>
                  <a:lnTo>
                    <a:pt x="3670941" y="2704046"/>
                  </a:lnTo>
                  <a:lnTo>
                    <a:pt x="3593851" y="2693892"/>
                  </a:lnTo>
                  <a:lnTo>
                    <a:pt x="3508547" y="2681089"/>
                  </a:lnTo>
                  <a:lnTo>
                    <a:pt x="3419222" y="2665665"/>
                  </a:lnTo>
                  <a:lnTo>
                    <a:pt x="3329647" y="2647682"/>
                  </a:lnTo>
                  <a:lnTo>
                    <a:pt x="3242746" y="2627178"/>
                  </a:lnTo>
                  <a:lnTo>
                    <a:pt x="3160462" y="2604116"/>
                  </a:lnTo>
                  <a:lnTo>
                    <a:pt x="3083830" y="2578365"/>
                  </a:lnTo>
                  <a:lnTo>
                    <a:pt x="3013154" y="2549679"/>
                  </a:lnTo>
                  <a:lnTo>
                    <a:pt x="2948213" y="2517705"/>
                  </a:lnTo>
                  <a:lnTo>
                    <a:pt x="2888443" y="2481986"/>
                  </a:lnTo>
                  <a:lnTo>
                    <a:pt x="2833078" y="2441985"/>
                  </a:lnTo>
                  <a:lnTo>
                    <a:pt x="2781262" y="2397121"/>
                  </a:lnTo>
                  <a:lnTo>
                    <a:pt x="2732125" y="2346839"/>
                  </a:lnTo>
                  <a:lnTo>
                    <a:pt x="2684858" y="2290731"/>
                  </a:lnTo>
                  <a:lnTo>
                    <a:pt x="2667772" y="2268555"/>
                  </a:lnTo>
                  <a:lnTo>
                    <a:pt x="2631749" y="2218594"/>
                  </a:lnTo>
                  <a:lnTo>
                    <a:pt x="2596064" y="2164905"/>
                  </a:lnTo>
                  <a:lnTo>
                    <a:pt x="2560497" y="2107412"/>
                  </a:lnTo>
                  <a:lnTo>
                    <a:pt x="2524875" y="2046103"/>
                  </a:lnTo>
                  <a:lnTo>
                    <a:pt x="2489067" y="1981035"/>
                  </a:lnTo>
                  <a:lnTo>
                    <a:pt x="2452985" y="1912343"/>
                  </a:lnTo>
                  <a:lnTo>
                    <a:pt x="2416574" y="1840241"/>
                  </a:lnTo>
                  <a:lnTo>
                    <a:pt x="2379814" y="1765025"/>
                  </a:lnTo>
                  <a:lnTo>
                    <a:pt x="2342715" y="1687072"/>
                  </a:lnTo>
                  <a:lnTo>
                    <a:pt x="2305310" y="1606831"/>
                  </a:lnTo>
                  <a:lnTo>
                    <a:pt x="2267657" y="1524820"/>
                  </a:lnTo>
                  <a:lnTo>
                    <a:pt x="2229831" y="1441605"/>
                  </a:lnTo>
                  <a:lnTo>
                    <a:pt x="2191917" y="1357792"/>
                  </a:lnTo>
                  <a:lnTo>
                    <a:pt x="2154007" y="1274004"/>
                  </a:lnTo>
                  <a:lnTo>
                    <a:pt x="2116191" y="1190864"/>
                  </a:lnTo>
                  <a:lnTo>
                    <a:pt x="2078556" y="1108973"/>
                  </a:lnTo>
                  <a:lnTo>
                    <a:pt x="2041174" y="1028897"/>
                  </a:lnTo>
                  <a:lnTo>
                    <a:pt x="2004100" y="951145"/>
                  </a:lnTo>
                  <a:lnTo>
                    <a:pt x="1967368" y="876165"/>
                  </a:lnTo>
                  <a:lnTo>
                    <a:pt x="1930985" y="804324"/>
                  </a:lnTo>
                  <a:lnTo>
                    <a:pt x="1894927" y="735914"/>
                  </a:lnTo>
                  <a:lnTo>
                    <a:pt x="1859138" y="671142"/>
                  </a:lnTo>
                  <a:lnTo>
                    <a:pt x="1823525" y="610135"/>
                  </a:lnTo>
                  <a:lnTo>
                    <a:pt x="1787955" y="552947"/>
                  </a:lnTo>
                  <a:lnTo>
                    <a:pt x="1752253" y="499558"/>
                  </a:lnTo>
                  <a:lnTo>
                    <a:pt x="1719082" y="453711"/>
                  </a:lnTo>
                  <a:lnTo>
                    <a:pt x="1672327" y="395413"/>
                  </a:lnTo>
                  <a:lnTo>
                    <a:pt x="1623967" y="343018"/>
                  </a:lnTo>
                  <a:lnTo>
                    <a:pt x="1573238" y="296218"/>
                  </a:lnTo>
                  <a:lnTo>
                    <a:pt x="1519283" y="254492"/>
                  </a:lnTo>
                  <a:lnTo>
                    <a:pt x="1461232" y="217261"/>
                  </a:lnTo>
                  <a:lnTo>
                    <a:pt x="1398276" y="183965"/>
                  </a:lnTo>
                  <a:lnTo>
                    <a:pt x="1329760" y="154115"/>
                  </a:lnTo>
                  <a:lnTo>
                    <a:pt x="1255320" y="127316"/>
                  </a:lnTo>
                  <a:lnTo>
                    <a:pt x="1175042" y="103285"/>
                  </a:lnTo>
                  <a:lnTo>
                    <a:pt x="1089668" y="81847"/>
                  </a:lnTo>
                  <a:lnTo>
                    <a:pt x="1000790" y="62934"/>
                  </a:lnTo>
                  <a:lnTo>
                    <a:pt x="910973" y="46560"/>
                  </a:lnTo>
                  <a:lnTo>
                    <a:pt x="823708" y="32784"/>
                  </a:lnTo>
                  <a:lnTo>
                    <a:pt x="743104" y="21655"/>
                  </a:lnTo>
                  <a:lnTo>
                    <a:pt x="673272" y="13147"/>
                  </a:lnTo>
                  <a:lnTo>
                    <a:pt x="617526" y="7109"/>
                  </a:lnTo>
                  <a:lnTo>
                    <a:pt x="577599" y="3241"/>
                  </a:lnTo>
                  <a:lnTo>
                    <a:pt x="553152" y="1112"/>
                  </a:lnTo>
                  <a:lnTo>
                    <a:pt x="541689" y="2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546595" y="3178719"/>
              <a:ext cx="8234974" cy="2722267"/>
            </a:xfrm>
            <a:custGeom>
              <a:avLst/>
              <a:pathLst>
                <a:path w="8234974" h="2722267">
                  <a:moveTo>
                    <a:pt x="0" y="0"/>
                  </a:moveTo>
                  <a:lnTo>
                    <a:pt x="538736" y="0"/>
                  </a:lnTo>
                  <a:lnTo>
                    <a:pt x="539914" y="81"/>
                  </a:lnTo>
                  <a:lnTo>
                    <a:pt x="547613" y="665"/>
                  </a:lnTo>
                  <a:lnTo>
                    <a:pt x="566876" y="2280"/>
                  </a:lnTo>
                  <a:lnTo>
                    <a:pt x="600942" y="5452"/>
                  </a:lnTo>
                  <a:lnTo>
                    <a:pt x="650956" y="10648"/>
                  </a:lnTo>
                  <a:lnTo>
                    <a:pt x="715914" y="18220"/>
                  </a:lnTo>
                  <a:lnTo>
                    <a:pt x="793003" y="28374"/>
                  </a:lnTo>
                  <a:lnTo>
                    <a:pt x="878307" y="41178"/>
                  </a:lnTo>
                  <a:lnTo>
                    <a:pt x="967632" y="56601"/>
                  </a:lnTo>
                  <a:lnTo>
                    <a:pt x="1057208" y="74584"/>
                  </a:lnTo>
                  <a:lnTo>
                    <a:pt x="1144109" y="95088"/>
                  </a:lnTo>
                  <a:lnTo>
                    <a:pt x="1226392" y="118150"/>
                  </a:lnTo>
                  <a:lnTo>
                    <a:pt x="1303024" y="143901"/>
                  </a:lnTo>
                  <a:lnTo>
                    <a:pt x="1373700" y="172587"/>
                  </a:lnTo>
                  <a:lnTo>
                    <a:pt x="1438641" y="204561"/>
                  </a:lnTo>
                  <a:lnTo>
                    <a:pt x="1498412" y="240280"/>
                  </a:lnTo>
                  <a:lnTo>
                    <a:pt x="1553776" y="280281"/>
                  </a:lnTo>
                  <a:lnTo>
                    <a:pt x="1605592" y="325145"/>
                  </a:lnTo>
                  <a:lnTo>
                    <a:pt x="1654729" y="375427"/>
                  </a:lnTo>
                  <a:lnTo>
                    <a:pt x="1701996" y="431535"/>
                  </a:lnTo>
                  <a:lnTo>
                    <a:pt x="1719082" y="453711"/>
                  </a:lnTo>
                  <a:lnTo>
                    <a:pt x="1755106" y="503672"/>
                  </a:lnTo>
                  <a:lnTo>
                    <a:pt x="1790790" y="557361"/>
                  </a:lnTo>
                  <a:lnTo>
                    <a:pt x="1826357" y="614854"/>
                  </a:lnTo>
                  <a:lnTo>
                    <a:pt x="1861980" y="676163"/>
                  </a:lnTo>
                  <a:lnTo>
                    <a:pt x="1897788" y="741231"/>
                  </a:lnTo>
                  <a:lnTo>
                    <a:pt x="1933870" y="809923"/>
                  </a:lnTo>
                  <a:lnTo>
                    <a:pt x="1970281" y="882025"/>
                  </a:lnTo>
                  <a:lnTo>
                    <a:pt x="2007040" y="957241"/>
                  </a:lnTo>
                  <a:lnTo>
                    <a:pt x="2044140" y="1035194"/>
                  </a:lnTo>
                  <a:lnTo>
                    <a:pt x="2081545" y="1115435"/>
                  </a:lnTo>
                  <a:lnTo>
                    <a:pt x="2119197" y="1197446"/>
                  </a:lnTo>
                  <a:lnTo>
                    <a:pt x="2157023" y="1280661"/>
                  </a:lnTo>
                  <a:lnTo>
                    <a:pt x="2194937" y="1364474"/>
                  </a:lnTo>
                  <a:lnTo>
                    <a:pt x="2232848" y="1448262"/>
                  </a:lnTo>
                  <a:lnTo>
                    <a:pt x="2270663" y="1531402"/>
                  </a:lnTo>
                  <a:lnTo>
                    <a:pt x="2308298" y="1613293"/>
                  </a:lnTo>
                  <a:lnTo>
                    <a:pt x="2345681" y="1693370"/>
                  </a:lnTo>
                  <a:lnTo>
                    <a:pt x="2382754" y="1771121"/>
                  </a:lnTo>
                  <a:lnTo>
                    <a:pt x="2419486" y="1846101"/>
                  </a:lnTo>
                  <a:lnTo>
                    <a:pt x="2455870" y="1917942"/>
                  </a:lnTo>
                  <a:lnTo>
                    <a:pt x="2491928" y="1986352"/>
                  </a:lnTo>
                  <a:lnTo>
                    <a:pt x="2527717" y="2051124"/>
                  </a:lnTo>
                  <a:lnTo>
                    <a:pt x="2563330" y="2112131"/>
                  </a:lnTo>
                  <a:lnTo>
                    <a:pt x="2598899" y="2169319"/>
                  </a:lnTo>
                  <a:lnTo>
                    <a:pt x="2634601" y="2222708"/>
                  </a:lnTo>
                  <a:lnTo>
                    <a:pt x="2667772" y="2268555"/>
                  </a:lnTo>
                  <a:lnTo>
                    <a:pt x="2714528" y="2326853"/>
                  </a:lnTo>
                  <a:lnTo>
                    <a:pt x="2762888" y="2379248"/>
                  </a:lnTo>
                  <a:lnTo>
                    <a:pt x="2813617" y="2426048"/>
                  </a:lnTo>
                  <a:lnTo>
                    <a:pt x="2867572" y="2467774"/>
                  </a:lnTo>
                  <a:lnTo>
                    <a:pt x="2925622" y="2505005"/>
                  </a:lnTo>
                  <a:lnTo>
                    <a:pt x="2988579" y="2538301"/>
                  </a:lnTo>
                  <a:lnTo>
                    <a:pt x="3057094" y="2568151"/>
                  </a:lnTo>
                  <a:lnTo>
                    <a:pt x="3131534" y="2594950"/>
                  </a:lnTo>
                  <a:lnTo>
                    <a:pt x="3211813" y="2618981"/>
                  </a:lnTo>
                  <a:lnTo>
                    <a:pt x="3297186" y="2640419"/>
                  </a:lnTo>
                  <a:lnTo>
                    <a:pt x="3386065" y="2659332"/>
                  </a:lnTo>
                  <a:lnTo>
                    <a:pt x="3475882" y="2675706"/>
                  </a:lnTo>
                  <a:lnTo>
                    <a:pt x="3563146" y="2689482"/>
                  </a:lnTo>
                  <a:lnTo>
                    <a:pt x="3643751" y="2700611"/>
                  </a:lnTo>
                  <a:lnTo>
                    <a:pt x="3713583" y="2709119"/>
                  </a:lnTo>
                  <a:lnTo>
                    <a:pt x="3769329" y="2715157"/>
                  </a:lnTo>
                  <a:lnTo>
                    <a:pt x="3809255" y="2719025"/>
                  </a:lnTo>
                  <a:lnTo>
                    <a:pt x="3833702" y="2721154"/>
                  </a:lnTo>
                  <a:lnTo>
                    <a:pt x="3845166" y="2722056"/>
                  </a:lnTo>
                  <a:lnTo>
                    <a:pt x="3848057" y="2722263"/>
                  </a:lnTo>
                  <a:lnTo>
                    <a:pt x="3848118" y="2722267"/>
                  </a:lnTo>
                  <a:lnTo>
                    <a:pt x="4386855" y="2722267"/>
                  </a:lnTo>
                  <a:lnTo>
                    <a:pt x="4388157" y="2722261"/>
                  </a:lnTo>
                  <a:lnTo>
                    <a:pt x="4396653" y="2722221"/>
                  </a:lnTo>
                  <a:lnTo>
                    <a:pt x="4417831" y="2722110"/>
                  </a:lnTo>
                  <a:lnTo>
                    <a:pt x="4455086" y="2721892"/>
                  </a:lnTo>
                  <a:lnTo>
                    <a:pt x="4509395" y="2721536"/>
                  </a:lnTo>
                  <a:lnTo>
                    <a:pt x="4579293" y="2721019"/>
                  </a:lnTo>
                  <a:lnTo>
                    <a:pt x="4661369" y="2720329"/>
                  </a:lnTo>
                  <a:lnTo>
                    <a:pt x="4751139" y="2719463"/>
                  </a:lnTo>
                  <a:lnTo>
                    <a:pt x="4844021" y="2718424"/>
                  </a:lnTo>
                  <a:lnTo>
                    <a:pt x="4936083" y="2717216"/>
                  </a:lnTo>
                  <a:lnTo>
                    <a:pt x="5024442" y="2715841"/>
                  </a:lnTo>
                  <a:lnTo>
                    <a:pt x="5107329" y="2714294"/>
                  </a:lnTo>
                  <a:lnTo>
                    <a:pt x="5183949" y="2712561"/>
                  </a:lnTo>
                  <a:lnTo>
                    <a:pt x="5254242" y="2710625"/>
                  </a:lnTo>
                  <a:lnTo>
                    <a:pt x="5318655" y="2708455"/>
                  </a:lnTo>
                  <a:lnTo>
                    <a:pt x="5377940" y="2706019"/>
                  </a:lnTo>
                  <a:lnTo>
                    <a:pt x="5433014" y="2703277"/>
                  </a:lnTo>
                  <a:lnTo>
                    <a:pt x="5484843" y="2700190"/>
                  </a:lnTo>
                  <a:lnTo>
                    <a:pt x="5534359" y="2696724"/>
                  </a:lnTo>
                  <a:lnTo>
                    <a:pt x="5567201" y="2694136"/>
                  </a:lnTo>
                  <a:lnTo>
                    <a:pt x="5619813" y="2689523"/>
                  </a:lnTo>
                  <a:lnTo>
                    <a:pt x="5671922" y="2684409"/>
                  </a:lnTo>
                  <a:lnTo>
                    <a:pt x="5724118" y="2678789"/>
                  </a:lnTo>
                  <a:lnTo>
                    <a:pt x="5776788" y="2672676"/>
                  </a:lnTo>
                  <a:lnTo>
                    <a:pt x="5830142" y="2666106"/>
                  </a:lnTo>
                  <a:lnTo>
                    <a:pt x="5884240" y="2659139"/>
                  </a:lnTo>
                  <a:lnTo>
                    <a:pt x="5939006" y="2651854"/>
                  </a:lnTo>
                  <a:lnTo>
                    <a:pt x="5994265" y="2644353"/>
                  </a:lnTo>
                  <a:lnTo>
                    <a:pt x="6049765" y="2636749"/>
                  </a:lnTo>
                  <a:lnTo>
                    <a:pt x="6105222" y="2629163"/>
                  </a:lnTo>
                  <a:lnTo>
                    <a:pt x="6160358" y="2621715"/>
                  </a:lnTo>
                  <a:lnTo>
                    <a:pt x="6214941" y="2614514"/>
                  </a:lnTo>
                  <a:lnTo>
                    <a:pt x="6268821" y="2607657"/>
                  </a:lnTo>
                  <a:lnTo>
                    <a:pt x="6321960" y="2601217"/>
                  </a:lnTo>
                  <a:lnTo>
                    <a:pt x="6374460" y="2595247"/>
                  </a:lnTo>
                  <a:lnTo>
                    <a:pt x="6426581" y="2589777"/>
                  </a:lnTo>
                  <a:lnTo>
                    <a:pt x="6478768" y="2584812"/>
                  </a:lnTo>
                  <a:lnTo>
                    <a:pt x="6515891" y="2581616"/>
                  </a:lnTo>
                  <a:lnTo>
                    <a:pt x="6564304" y="2577882"/>
                  </a:lnTo>
                  <a:lnTo>
                    <a:pt x="6614461" y="2574540"/>
                  </a:lnTo>
                  <a:lnTo>
                    <a:pt x="6667219" y="2571567"/>
                  </a:lnTo>
                  <a:lnTo>
                    <a:pt x="6723530" y="2568926"/>
                  </a:lnTo>
                  <a:lnTo>
                    <a:pt x="6784355" y="2566579"/>
                  </a:lnTo>
                  <a:lnTo>
                    <a:pt x="6850570" y="2564488"/>
                  </a:lnTo>
                  <a:lnTo>
                    <a:pt x="6922849" y="2562619"/>
                  </a:lnTo>
                  <a:lnTo>
                    <a:pt x="7001501" y="2560947"/>
                  </a:lnTo>
                  <a:lnTo>
                    <a:pt x="7086259" y="2559455"/>
                  </a:lnTo>
                  <a:lnTo>
                    <a:pt x="7176040" y="2558134"/>
                  </a:lnTo>
                  <a:lnTo>
                    <a:pt x="7268731" y="2556979"/>
                  </a:lnTo>
                  <a:lnTo>
                    <a:pt x="7361091" y="2555995"/>
                  </a:lnTo>
                  <a:lnTo>
                    <a:pt x="7448922" y="2555185"/>
                  </a:lnTo>
                  <a:lnTo>
                    <a:pt x="7527575" y="2554551"/>
                  </a:lnTo>
                  <a:lnTo>
                    <a:pt x="7592800" y="2554087"/>
                  </a:lnTo>
                  <a:lnTo>
                    <a:pt x="7641726" y="2553778"/>
                  </a:lnTo>
                  <a:lnTo>
                    <a:pt x="7673635" y="2553598"/>
                  </a:lnTo>
                  <a:lnTo>
                    <a:pt x="7690298" y="2553513"/>
                  </a:lnTo>
                  <a:lnTo>
                    <a:pt x="7695817" y="2553488"/>
                  </a:lnTo>
                  <a:lnTo>
                    <a:pt x="7696237" y="2553486"/>
                  </a:lnTo>
                  <a:lnTo>
                    <a:pt x="8234974" y="25534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546595" y="3173274"/>
              <a:ext cx="8234974" cy="2722267"/>
            </a:xfrm>
            <a:custGeom>
              <a:avLst/>
              <a:pathLst>
                <a:path w="8234974" h="2722267">
                  <a:moveTo>
                    <a:pt x="8234974" y="2553486"/>
                  </a:moveTo>
                  <a:lnTo>
                    <a:pt x="7696237" y="2553486"/>
                  </a:lnTo>
                  <a:lnTo>
                    <a:pt x="7694935" y="2553492"/>
                  </a:lnTo>
                  <a:lnTo>
                    <a:pt x="7686439" y="2553532"/>
                  </a:lnTo>
                  <a:lnTo>
                    <a:pt x="7665262" y="2553643"/>
                  </a:lnTo>
                  <a:lnTo>
                    <a:pt x="7628006" y="2553861"/>
                  </a:lnTo>
                  <a:lnTo>
                    <a:pt x="7573698" y="2554217"/>
                  </a:lnTo>
                  <a:lnTo>
                    <a:pt x="7503799" y="2554734"/>
                  </a:lnTo>
                  <a:lnTo>
                    <a:pt x="7421724" y="2555424"/>
                  </a:lnTo>
                  <a:lnTo>
                    <a:pt x="7331953" y="2556290"/>
                  </a:lnTo>
                  <a:lnTo>
                    <a:pt x="7239071" y="2557329"/>
                  </a:lnTo>
                  <a:lnTo>
                    <a:pt x="7147009" y="2558536"/>
                  </a:lnTo>
                  <a:lnTo>
                    <a:pt x="7058651" y="2559911"/>
                  </a:lnTo>
                  <a:lnTo>
                    <a:pt x="6975763" y="2561459"/>
                  </a:lnTo>
                  <a:lnTo>
                    <a:pt x="6899144" y="2563191"/>
                  </a:lnTo>
                  <a:lnTo>
                    <a:pt x="6828851" y="2565128"/>
                  </a:lnTo>
                  <a:lnTo>
                    <a:pt x="6764438" y="2567297"/>
                  </a:lnTo>
                  <a:lnTo>
                    <a:pt x="6705152" y="2569733"/>
                  </a:lnTo>
                  <a:lnTo>
                    <a:pt x="6650079" y="2572475"/>
                  </a:lnTo>
                  <a:lnTo>
                    <a:pt x="6598249" y="2575563"/>
                  </a:lnTo>
                  <a:lnTo>
                    <a:pt x="6548733" y="2579028"/>
                  </a:lnTo>
                  <a:lnTo>
                    <a:pt x="6515891" y="2581616"/>
                  </a:lnTo>
                  <a:lnTo>
                    <a:pt x="6463279" y="2586229"/>
                  </a:lnTo>
                  <a:lnTo>
                    <a:pt x="6411170" y="2591343"/>
                  </a:lnTo>
                  <a:lnTo>
                    <a:pt x="6358974" y="2596963"/>
                  </a:lnTo>
                  <a:lnTo>
                    <a:pt x="6306305" y="2603076"/>
                  </a:lnTo>
                  <a:lnTo>
                    <a:pt x="6252950" y="2609646"/>
                  </a:lnTo>
                  <a:lnTo>
                    <a:pt x="6198853" y="2616614"/>
                  </a:lnTo>
                  <a:lnTo>
                    <a:pt x="6144086" y="2623899"/>
                  </a:lnTo>
                  <a:lnTo>
                    <a:pt x="6088828" y="2631400"/>
                  </a:lnTo>
                  <a:lnTo>
                    <a:pt x="6033328" y="2639003"/>
                  </a:lnTo>
                  <a:lnTo>
                    <a:pt x="5977871" y="2646589"/>
                  </a:lnTo>
                  <a:lnTo>
                    <a:pt x="5922734" y="2654038"/>
                  </a:lnTo>
                  <a:lnTo>
                    <a:pt x="5868151" y="2661238"/>
                  </a:lnTo>
                  <a:lnTo>
                    <a:pt x="5814272" y="2668096"/>
                  </a:lnTo>
                  <a:lnTo>
                    <a:pt x="5761132" y="2674535"/>
                  </a:lnTo>
                  <a:lnTo>
                    <a:pt x="5708632" y="2680505"/>
                  </a:lnTo>
                  <a:lnTo>
                    <a:pt x="5656511" y="2685976"/>
                  </a:lnTo>
                  <a:lnTo>
                    <a:pt x="5604325" y="2690940"/>
                  </a:lnTo>
                  <a:lnTo>
                    <a:pt x="5567201" y="2694136"/>
                  </a:lnTo>
                  <a:lnTo>
                    <a:pt x="5518789" y="2697870"/>
                  </a:lnTo>
                  <a:lnTo>
                    <a:pt x="5468631" y="2701213"/>
                  </a:lnTo>
                  <a:lnTo>
                    <a:pt x="5415873" y="2704186"/>
                  </a:lnTo>
                  <a:lnTo>
                    <a:pt x="5359562" y="2706826"/>
                  </a:lnTo>
                  <a:lnTo>
                    <a:pt x="5298738" y="2709173"/>
                  </a:lnTo>
                  <a:lnTo>
                    <a:pt x="5232523" y="2711265"/>
                  </a:lnTo>
                  <a:lnTo>
                    <a:pt x="5160244" y="2713134"/>
                  </a:lnTo>
                  <a:lnTo>
                    <a:pt x="5081592" y="2714806"/>
                  </a:lnTo>
                  <a:lnTo>
                    <a:pt x="4996833" y="2716297"/>
                  </a:lnTo>
                  <a:lnTo>
                    <a:pt x="4907052" y="2717619"/>
                  </a:lnTo>
                  <a:lnTo>
                    <a:pt x="4814362" y="2718773"/>
                  </a:lnTo>
                  <a:lnTo>
                    <a:pt x="4722001" y="2719757"/>
                  </a:lnTo>
                  <a:lnTo>
                    <a:pt x="4634171" y="2720567"/>
                  </a:lnTo>
                  <a:lnTo>
                    <a:pt x="4555518" y="2721202"/>
                  </a:lnTo>
                  <a:lnTo>
                    <a:pt x="4490292" y="2721666"/>
                  </a:lnTo>
                  <a:lnTo>
                    <a:pt x="4441367" y="2721975"/>
                  </a:lnTo>
                  <a:lnTo>
                    <a:pt x="4409457" y="2722155"/>
                  </a:lnTo>
                  <a:lnTo>
                    <a:pt x="4392794" y="2722240"/>
                  </a:lnTo>
                  <a:lnTo>
                    <a:pt x="4387276" y="2722265"/>
                  </a:lnTo>
                  <a:lnTo>
                    <a:pt x="4386855" y="2722267"/>
                  </a:lnTo>
                  <a:lnTo>
                    <a:pt x="3848118" y="2722267"/>
                  </a:lnTo>
                  <a:lnTo>
                    <a:pt x="3846941" y="2722185"/>
                  </a:lnTo>
                  <a:lnTo>
                    <a:pt x="3839241" y="2721601"/>
                  </a:lnTo>
                  <a:lnTo>
                    <a:pt x="3819978" y="2719986"/>
                  </a:lnTo>
                  <a:lnTo>
                    <a:pt x="3785913" y="2716814"/>
                  </a:lnTo>
                  <a:lnTo>
                    <a:pt x="3735898" y="2711619"/>
                  </a:lnTo>
                  <a:lnTo>
                    <a:pt x="3670941" y="2704046"/>
                  </a:lnTo>
                  <a:lnTo>
                    <a:pt x="3593851" y="2693892"/>
                  </a:lnTo>
                  <a:lnTo>
                    <a:pt x="3508547" y="2681089"/>
                  </a:lnTo>
                  <a:lnTo>
                    <a:pt x="3419222" y="2665665"/>
                  </a:lnTo>
                  <a:lnTo>
                    <a:pt x="3329647" y="2647682"/>
                  </a:lnTo>
                  <a:lnTo>
                    <a:pt x="3242746" y="2627178"/>
                  </a:lnTo>
                  <a:lnTo>
                    <a:pt x="3160462" y="2604116"/>
                  </a:lnTo>
                  <a:lnTo>
                    <a:pt x="3083830" y="2578365"/>
                  </a:lnTo>
                  <a:lnTo>
                    <a:pt x="3013154" y="2549679"/>
                  </a:lnTo>
                  <a:lnTo>
                    <a:pt x="2948213" y="2517705"/>
                  </a:lnTo>
                  <a:lnTo>
                    <a:pt x="2888443" y="2481986"/>
                  </a:lnTo>
                  <a:lnTo>
                    <a:pt x="2833078" y="2441985"/>
                  </a:lnTo>
                  <a:lnTo>
                    <a:pt x="2781262" y="2397121"/>
                  </a:lnTo>
                  <a:lnTo>
                    <a:pt x="2732125" y="2346839"/>
                  </a:lnTo>
                  <a:lnTo>
                    <a:pt x="2684858" y="2290731"/>
                  </a:lnTo>
                  <a:lnTo>
                    <a:pt x="2667772" y="2268555"/>
                  </a:lnTo>
                  <a:lnTo>
                    <a:pt x="2631749" y="2218594"/>
                  </a:lnTo>
                  <a:lnTo>
                    <a:pt x="2596064" y="2164905"/>
                  </a:lnTo>
                  <a:lnTo>
                    <a:pt x="2560497" y="2107412"/>
                  </a:lnTo>
                  <a:lnTo>
                    <a:pt x="2524875" y="2046103"/>
                  </a:lnTo>
                  <a:lnTo>
                    <a:pt x="2489067" y="1981035"/>
                  </a:lnTo>
                  <a:lnTo>
                    <a:pt x="2452985" y="1912343"/>
                  </a:lnTo>
                  <a:lnTo>
                    <a:pt x="2416574" y="1840241"/>
                  </a:lnTo>
                  <a:lnTo>
                    <a:pt x="2379814" y="1765025"/>
                  </a:lnTo>
                  <a:lnTo>
                    <a:pt x="2342715" y="1687072"/>
                  </a:lnTo>
                  <a:lnTo>
                    <a:pt x="2305310" y="1606831"/>
                  </a:lnTo>
                  <a:lnTo>
                    <a:pt x="2267657" y="1524820"/>
                  </a:lnTo>
                  <a:lnTo>
                    <a:pt x="2229831" y="1441605"/>
                  </a:lnTo>
                  <a:lnTo>
                    <a:pt x="2191917" y="1357792"/>
                  </a:lnTo>
                  <a:lnTo>
                    <a:pt x="2154007" y="1274004"/>
                  </a:lnTo>
                  <a:lnTo>
                    <a:pt x="2116191" y="1190864"/>
                  </a:lnTo>
                  <a:lnTo>
                    <a:pt x="2078556" y="1108973"/>
                  </a:lnTo>
                  <a:lnTo>
                    <a:pt x="2041174" y="1028897"/>
                  </a:lnTo>
                  <a:lnTo>
                    <a:pt x="2004100" y="951145"/>
                  </a:lnTo>
                  <a:lnTo>
                    <a:pt x="1967368" y="876165"/>
                  </a:lnTo>
                  <a:lnTo>
                    <a:pt x="1930985" y="804324"/>
                  </a:lnTo>
                  <a:lnTo>
                    <a:pt x="1894927" y="735914"/>
                  </a:lnTo>
                  <a:lnTo>
                    <a:pt x="1859138" y="671142"/>
                  </a:lnTo>
                  <a:lnTo>
                    <a:pt x="1823525" y="610135"/>
                  </a:lnTo>
                  <a:lnTo>
                    <a:pt x="1787955" y="552947"/>
                  </a:lnTo>
                  <a:lnTo>
                    <a:pt x="1752253" y="499558"/>
                  </a:lnTo>
                  <a:lnTo>
                    <a:pt x="1719082" y="453711"/>
                  </a:lnTo>
                  <a:lnTo>
                    <a:pt x="1672327" y="395413"/>
                  </a:lnTo>
                  <a:lnTo>
                    <a:pt x="1623967" y="343018"/>
                  </a:lnTo>
                  <a:lnTo>
                    <a:pt x="1573238" y="296218"/>
                  </a:lnTo>
                  <a:lnTo>
                    <a:pt x="1519283" y="254492"/>
                  </a:lnTo>
                  <a:lnTo>
                    <a:pt x="1461232" y="217261"/>
                  </a:lnTo>
                  <a:lnTo>
                    <a:pt x="1398276" y="183965"/>
                  </a:lnTo>
                  <a:lnTo>
                    <a:pt x="1329760" y="154115"/>
                  </a:lnTo>
                  <a:lnTo>
                    <a:pt x="1255320" y="127316"/>
                  </a:lnTo>
                  <a:lnTo>
                    <a:pt x="1175042" y="103285"/>
                  </a:lnTo>
                  <a:lnTo>
                    <a:pt x="1089668" y="81847"/>
                  </a:lnTo>
                  <a:lnTo>
                    <a:pt x="1000790" y="62934"/>
                  </a:lnTo>
                  <a:lnTo>
                    <a:pt x="910973" y="46560"/>
                  </a:lnTo>
                  <a:lnTo>
                    <a:pt x="823708" y="32784"/>
                  </a:lnTo>
                  <a:lnTo>
                    <a:pt x="743104" y="21655"/>
                  </a:lnTo>
                  <a:lnTo>
                    <a:pt x="673272" y="13147"/>
                  </a:lnTo>
                  <a:lnTo>
                    <a:pt x="617526" y="7109"/>
                  </a:lnTo>
                  <a:lnTo>
                    <a:pt x="577599" y="3241"/>
                  </a:lnTo>
                  <a:lnTo>
                    <a:pt x="553152" y="1112"/>
                  </a:lnTo>
                  <a:lnTo>
                    <a:pt x="541689" y="210"/>
                  </a:lnTo>
                  <a:lnTo>
                    <a:pt x="538797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g74"/>
            <p:cNvSpPr/>
            <p:nvPr/>
          </p:nvSpPr>
          <p:spPr>
            <a:xfrm>
              <a:off x="546595" y="1093462"/>
              <a:ext cx="8234974" cy="745901"/>
            </a:xfrm>
            <a:custGeom>
              <a:avLst/>
              <a:pathLst>
                <a:path w="8234974" h="745901">
                  <a:moveTo>
                    <a:pt x="0" y="5444"/>
                  </a:moveTo>
                  <a:lnTo>
                    <a:pt x="538736" y="5444"/>
                  </a:lnTo>
                  <a:lnTo>
                    <a:pt x="540029" y="5469"/>
                  </a:lnTo>
                  <a:lnTo>
                    <a:pt x="548462" y="5643"/>
                  </a:lnTo>
                  <a:lnTo>
                    <a:pt x="569490" y="6127"/>
                  </a:lnTo>
                  <a:lnTo>
                    <a:pt x="606497" y="7076"/>
                  </a:lnTo>
                  <a:lnTo>
                    <a:pt x="660473" y="8627"/>
                  </a:lnTo>
                  <a:lnTo>
                    <a:pt x="729992" y="10878"/>
                  </a:lnTo>
                  <a:lnTo>
                    <a:pt x="811689" y="13885"/>
                  </a:lnTo>
                  <a:lnTo>
                    <a:pt x="901126" y="17659"/>
                  </a:lnTo>
                  <a:lnTo>
                    <a:pt x="993748" y="22188"/>
                  </a:lnTo>
                  <a:lnTo>
                    <a:pt x="1085632" y="27454"/>
                  </a:lnTo>
                  <a:lnTo>
                    <a:pt x="1173892" y="33452"/>
                  </a:lnTo>
                  <a:lnTo>
                    <a:pt x="1256743" y="40201"/>
                  </a:lnTo>
                  <a:lnTo>
                    <a:pt x="1333371" y="47754"/>
                  </a:lnTo>
                  <a:lnTo>
                    <a:pt x="1403697" y="56196"/>
                  </a:lnTo>
                  <a:lnTo>
                    <a:pt x="1468150" y="65648"/>
                  </a:lnTo>
                  <a:lnTo>
                    <a:pt x="1527471" y="76258"/>
                  </a:lnTo>
                  <a:lnTo>
                    <a:pt x="1582561" y="88196"/>
                  </a:lnTo>
                  <a:lnTo>
                    <a:pt x="1634382" y="101633"/>
                  </a:lnTo>
                  <a:lnTo>
                    <a:pt x="1683861" y="116718"/>
                  </a:lnTo>
                  <a:lnTo>
                    <a:pt x="1719082" y="128853"/>
                  </a:lnTo>
                  <a:lnTo>
                    <a:pt x="1768828" y="147926"/>
                  </a:lnTo>
                  <a:lnTo>
                    <a:pt x="1818092" y="168957"/>
                  </a:lnTo>
                  <a:lnTo>
                    <a:pt x="1867386" y="191975"/>
                  </a:lnTo>
                  <a:lnTo>
                    <a:pt x="1917060" y="216939"/>
                  </a:lnTo>
                  <a:lnTo>
                    <a:pt x="1967317" y="243733"/>
                  </a:lnTo>
                  <a:lnTo>
                    <a:pt x="2018238" y="272160"/>
                  </a:lnTo>
                  <a:lnTo>
                    <a:pt x="2069791" y="301943"/>
                  </a:lnTo>
                  <a:lnTo>
                    <a:pt x="2121854" y="332733"/>
                  </a:lnTo>
                  <a:lnTo>
                    <a:pt x="2174237" y="364127"/>
                  </a:lnTo>
                  <a:lnTo>
                    <a:pt x="2226708" y="395686"/>
                  </a:lnTo>
                  <a:lnTo>
                    <a:pt x="2279027" y="426960"/>
                  </a:lnTo>
                  <a:lnTo>
                    <a:pt x="2330969" y="457517"/>
                  </a:lnTo>
                  <a:lnTo>
                    <a:pt x="2382360" y="486967"/>
                  </a:lnTo>
                  <a:lnTo>
                    <a:pt x="2433102" y="514979"/>
                  </a:lnTo>
                  <a:lnTo>
                    <a:pt x="2483190" y="541298"/>
                  </a:lnTo>
                  <a:lnTo>
                    <a:pt x="2532736" y="565747"/>
                  </a:lnTo>
                  <a:lnTo>
                    <a:pt x="2581981" y="588232"/>
                  </a:lnTo>
                  <a:lnTo>
                    <a:pt x="2631316" y="608732"/>
                  </a:lnTo>
                  <a:lnTo>
                    <a:pt x="2667772" y="622491"/>
                  </a:lnTo>
                  <a:lnTo>
                    <a:pt x="2716059" y="638833"/>
                  </a:lnTo>
                  <a:lnTo>
                    <a:pt x="2766079" y="653465"/>
                  </a:lnTo>
                  <a:lnTo>
                    <a:pt x="2818681" y="666485"/>
                  </a:lnTo>
                  <a:lnTo>
                    <a:pt x="2874810" y="678050"/>
                  </a:lnTo>
                  <a:lnTo>
                    <a:pt x="2935421" y="688334"/>
                  </a:lnTo>
                  <a:lnTo>
                    <a:pt x="3001384" y="697502"/>
                  </a:lnTo>
                  <a:lnTo>
                    <a:pt x="3073372" y="705696"/>
                  </a:lnTo>
                  <a:lnTo>
                    <a:pt x="3151700" y="713026"/>
                  </a:lnTo>
                  <a:lnTo>
                    <a:pt x="3236115" y="719570"/>
                  </a:lnTo>
                  <a:lnTo>
                    <a:pt x="3325564" y="725372"/>
                  </a:lnTo>
                  <a:lnTo>
                    <a:pt x="3417975" y="730442"/>
                  </a:lnTo>
                  <a:lnTo>
                    <a:pt x="3510165" y="734771"/>
                  </a:lnTo>
                  <a:lnTo>
                    <a:pt x="3597988" y="738340"/>
                  </a:lnTo>
                  <a:lnTo>
                    <a:pt x="3676833" y="741142"/>
                  </a:lnTo>
                  <a:lnTo>
                    <a:pt x="3742454" y="743199"/>
                  </a:lnTo>
                  <a:lnTo>
                    <a:pt x="3791932" y="744577"/>
                  </a:lnTo>
                  <a:lnTo>
                    <a:pt x="3824461" y="745386"/>
                  </a:lnTo>
                  <a:lnTo>
                    <a:pt x="3841693" y="745772"/>
                  </a:lnTo>
                  <a:lnTo>
                    <a:pt x="3847602" y="745891"/>
                  </a:lnTo>
                  <a:lnTo>
                    <a:pt x="3848118" y="745901"/>
                  </a:lnTo>
                  <a:lnTo>
                    <a:pt x="4386855" y="745901"/>
                  </a:lnTo>
                  <a:lnTo>
                    <a:pt x="4388151" y="745881"/>
                  </a:lnTo>
                  <a:lnTo>
                    <a:pt x="4396609" y="745742"/>
                  </a:lnTo>
                  <a:lnTo>
                    <a:pt x="4417695" y="745357"/>
                  </a:lnTo>
                  <a:lnTo>
                    <a:pt x="4454798" y="744601"/>
                  </a:lnTo>
                  <a:lnTo>
                    <a:pt x="4508903" y="743366"/>
                  </a:lnTo>
                  <a:lnTo>
                    <a:pt x="4578569" y="741573"/>
                  </a:lnTo>
                  <a:lnTo>
                    <a:pt x="4660414" y="739179"/>
                  </a:lnTo>
                  <a:lnTo>
                    <a:pt x="4749980" y="736174"/>
                  </a:lnTo>
                  <a:lnTo>
                    <a:pt x="4842703" y="732569"/>
                  </a:lnTo>
                  <a:lnTo>
                    <a:pt x="4934657" y="728377"/>
                  </a:lnTo>
                  <a:lnTo>
                    <a:pt x="5022955" y="723603"/>
                  </a:lnTo>
                  <a:lnTo>
                    <a:pt x="5105820" y="718231"/>
                  </a:lnTo>
                  <a:lnTo>
                    <a:pt x="5182445" y="712219"/>
                  </a:lnTo>
                  <a:lnTo>
                    <a:pt x="5252758" y="705498"/>
                  </a:lnTo>
                  <a:lnTo>
                    <a:pt x="5317196" y="697972"/>
                  </a:lnTo>
                  <a:lnTo>
                    <a:pt x="5376503" y="689523"/>
                  </a:lnTo>
                  <a:lnTo>
                    <a:pt x="5431587" y="680015"/>
                  </a:lnTo>
                  <a:lnTo>
                    <a:pt x="5483411" y="669311"/>
                  </a:lnTo>
                  <a:lnTo>
                    <a:pt x="5532904" y="657295"/>
                  </a:lnTo>
                  <a:lnTo>
                    <a:pt x="5567201" y="647899"/>
                  </a:lnTo>
                  <a:lnTo>
                    <a:pt x="5617970" y="632423"/>
                  </a:lnTo>
                  <a:lnTo>
                    <a:pt x="5668248" y="615326"/>
                  </a:lnTo>
                  <a:lnTo>
                    <a:pt x="5718577" y="596586"/>
                  </a:lnTo>
                  <a:lnTo>
                    <a:pt x="5769317" y="576240"/>
                  </a:lnTo>
                  <a:lnTo>
                    <a:pt x="5820677" y="554391"/>
                  </a:lnTo>
                  <a:lnTo>
                    <a:pt x="5872728" y="531212"/>
                  </a:lnTo>
                  <a:lnTo>
                    <a:pt x="5925427" y="506945"/>
                  </a:lnTo>
                  <a:lnTo>
                    <a:pt x="5978633" y="481889"/>
                  </a:lnTo>
                  <a:lnTo>
                    <a:pt x="6032133" y="456393"/>
                  </a:lnTo>
                  <a:lnTo>
                    <a:pt x="6085680" y="430831"/>
                  </a:lnTo>
                  <a:lnTo>
                    <a:pt x="6139015" y="405579"/>
                  </a:lnTo>
                  <a:lnTo>
                    <a:pt x="6191913" y="380998"/>
                  </a:lnTo>
                  <a:lnTo>
                    <a:pt x="6244202" y="357406"/>
                  </a:lnTo>
                  <a:lnTo>
                    <a:pt x="6295804" y="335066"/>
                  </a:lnTo>
                  <a:lnTo>
                    <a:pt x="6346745" y="314176"/>
                  </a:lnTo>
                  <a:lnTo>
                    <a:pt x="6397185" y="294864"/>
                  </a:lnTo>
                  <a:lnTo>
                    <a:pt x="6447429" y="277190"/>
                  </a:lnTo>
                  <a:lnTo>
                    <a:pt x="6497952" y="261150"/>
                  </a:lnTo>
                  <a:lnTo>
                    <a:pt x="6515891" y="255893"/>
                  </a:lnTo>
                  <a:lnTo>
                    <a:pt x="6564227" y="242903"/>
                  </a:lnTo>
                  <a:lnTo>
                    <a:pt x="6614300" y="231274"/>
                  </a:lnTo>
                  <a:lnTo>
                    <a:pt x="6666963" y="220927"/>
                  </a:lnTo>
                  <a:lnTo>
                    <a:pt x="6723162" y="211738"/>
                  </a:lnTo>
                  <a:lnTo>
                    <a:pt x="6783856" y="203567"/>
                  </a:lnTo>
                  <a:lnTo>
                    <a:pt x="6849917" y="196284"/>
                  </a:lnTo>
                  <a:lnTo>
                    <a:pt x="6922018" y="189775"/>
                  </a:lnTo>
                  <a:lnTo>
                    <a:pt x="7000471" y="183953"/>
                  </a:lnTo>
                  <a:lnTo>
                    <a:pt x="7085019" y="178756"/>
                  </a:lnTo>
                  <a:lnTo>
                    <a:pt x="7174598" y="174150"/>
                  </a:lnTo>
                  <a:lnTo>
                    <a:pt x="7267117" y="170126"/>
                  </a:lnTo>
                  <a:lnTo>
                    <a:pt x="7359374" y="166692"/>
                  </a:lnTo>
                  <a:lnTo>
                    <a:pt x="7447200" y="163862"/>
                  </a:lnTo>
                  <a:lnTo>
                    <a:pt x="7525972" y="161643"/>
                  </a:lnTo>
                  <a:lnTo>
                    <a:pt x="7591441" y="160017"/>
                  </a:lnTo>
                  <a:lnTo>
                    <a:pt x="7640704" y="158929"/>
                  </a:lnTo>
                  <a:lnTo>
                    <a:pt x="7672993" y="158292"/>
                  </a:lnTo>
                  <a:lnTo>
                    <a:pt x="7690004" y="157990"/>
                  </a:lnTo>
                  <a:lnTo>
                    <a:pt x="7695760" y="157898"/>
                  </a:lnTo>
                  <a:lnTo>
                    <a:pt x="7696237" y="157891"/>
                  </a:lnTo>
                  <a:lnTo>
                    <a:pt x="8234974" y="157891"/>
                  </a:lnTo>
                  <a:lnTo>
                    <a:pt x="8234974" y="152446"/>
                  </a:lnTo>
                  <a:lnTo>
                    <a:pt x="7696237" y="152446"/>
                  </a:lnTo>
                  <a:lnTo>
                    <a:pt x="7694941" y="152466"/>
                  </a:lnTo>
                  <a:lnTo>
                    <a:pt x="7686484" y="152605"/>
                  </a:lnTo>
                  <a:lnTo>
                    <a:pt x="7665398" y="152991"/>
                  </a:lnTo>
                  <a:lnTo>
                    <a:pt x="7628294" y="153746"/>
                  </a:lnTo>
                  <a:lnTo>
                    <a:pt x="7574189" y="154981"/>
                  </a:lnTo>
                  <a:lnTo>
                    <a:pt x="7504523" y="156775"/>
                  </a:lnTo>
                  <a:lnTo>
                    <a:pt x="7422679" y="159168"/>
                  </a:lnTo>
                  <a:lnTo>
                    <a:pt x="7333112" y="162173"/>
                  </a:lnTo>
                  <a:lnTo>
                    <a:pt x="7240389" y="165778"/>
                  </a:lnTo>
                  <a:lnTo>
                    <a:pt x="7148436" y="169970"/>
                  </a:lnTo>
                  <a:lnTo>
                    <a:pt x="7060138" y="174744"/>
                  </a:lnTo>
                  <a:lnTo>
                    <a:pt x="6977272" y="180116"/>
                  </a:lnTo>
                  <a:lnTo>
                    <a:pt x="6900648" y="186128"/>
                  </a:lnTo>
                  <a:lnTo>
                    <a:pt x="6830334" y="192849"/>
                  </a:lnTo>
                  <a:lnTo>
                    <a:pt x="6765897" y="200375"/>
                  </a:lnTo>
                  <a:lnTo>
                    <a:pt x="6706590" y="208824"/>
                  </a:lnTo>
                  <a:lnTo>
                    <a:pt x="6651506" y="218332"/>
                  </a:lnTo>
                  <a:lnTo>
                    <a:pt x="6599682" y="229036"/>
                  </a:lnTo>
                  <a:lnTo>
                    <a:pt x="6550189" y="241052"/>
                  </a:lnTo>
                  <a:lnTo>
                    <a:pt x="6515891" y="250448"/>
                  </a:lnTo>
                  <a:lnTo>
                    <a:pt x="6465123" y="265924"/>
                  </a:lnTo>
                  <a:lnTo>
                    <a:pt x="6414844" y="283021"/>
                  </a:lnTo>
                  <a:lnTo>
                    <a:pt x="6364516" y="301761"/>
                  </a:lnTo>
                  <a:lnTo>
                    <a:pt x="6313776" y="322107"/>
                  </a:lnTo>
                  <a:lnTo>
                    <a:pt x="6262416" y="343956"/>
                  </a:lnTo>
                  <a:lnTo>
                    <a:pt x="6210364" y="367135"/>
                  </a:lnTo>
                  <a:lnTo>
                    <a:pt x="6157665" y="391403"/>
                  </a:lnTo>
                  <a:lnTo>
                    <a:pt x="6104460" y="416458"/>
                  </a:lnTo>
                  <a:lnTo>
                    <a:pt x="6050959" y="441954"/>
                  </a:lnTo>
                  <a:lnTo>
                    <a:pt x="5997413" y="467516"/>
                  </a:lnTo>
                  <a:lnTo>
                    <a:pt x="5944077" y="492768"/>
                  </a:lnTo>
                  <a:lnTo>
                    <a:pt x="5891180" y="517349"/>
                  </a:lnTo>
                  <a:lnTo>
                    <a:pt x="5838890" y="540942"/>
                  </a:lnTo>
                  <a:lnTo>
                    <a:pt x="5787289" y="563281"/>
                  </a:lnTo>
                  <a:lnTo>
                    <a:pt x="5736347" y="584171"/>
                  </a:lnTo>
                  <a:lnTo>
                    <a:pt x="5685907" y="603483"/>
                  </a:lnTo>
                  <a:lnTo>
                    <a:pt x="5635663" y="621157"/>
                  </a:lnTo>
                  <a:lnTo>
                    <a:pt x="5585141" y="637197"/>
                  </a:lnTo>
                  <a:lnTo>
                    <a:pt x="5567201" y="642455"/>
                  </a:lnTo>
                  <a:lnTo>
                    <a:pt x="5518866" y="655444"/>
                  </a:lnTo>
                  <a:lnTo>
                    <a:pt x="5468793" y="667073"/>
                  </a:lnTo>
                  <a:lnTo>
                    <a:pt x="5416130" y="677420"/>
                  </a:lnTo>
                  <a:lnTo>
                    <a:pt x="5359930" y="686609"/>
                  </a:lnTo>
                  <a:lnTo>
                    <a:pt x="5299237" y="694780"/>
                  </a:lnTo>
                  <a:lnTo>
                    <a:pt x="5233176" y="702063"/>
                  </a:lnTo>
                  <a:lnTo>
                    <a:pt x="5161075" y="708572"/>
                  </a:lnTo>
                  <a:lnTo>
                    <a:pt x="5082621" y="714394"/>
                  </a:lnTo>
                  <a:lnTo>
                    <a:pt x="4998073" y="719591"/>
                  </a:lnTo>
                  <a:lnTo>
                    <a:pt x="4908495" y="724197"/>
                  </a:lnTo>
                  <a:lnTo>
                    <a:pt x="4815975" y="728221"/>
                  </a:lnTo>
                  <a:lnTo>
                    <a:pt x="4723719" y="731655"/>
                  </a:lnTo>
                  <a:lnTo>
                    <a:pt x="4635892" y="734485"/>
                  </a:lnTo>
                  <a:lnTo>
                    <a:pt x="4557121" y="736704"/>
                  </a:lnTo>
                  <a:lnTo>
                    <a:pt x="4491652" y="738331"/>
                  </a:lnTo>
                  <a:lnTo>
                    <a:pt x="4442388" y="739418"/>
                  </a:lnTo>
                  <a:lnTo>
                    <a:pt x="4410099" y="740055"/>
                  </a:lnTo>
                  <a:lnTo>
                    <a:pt x="4393089" y="740357"/>
                  </a:lnTo>
                  <a:lnTo>
                    <a:pt x="4387332" y="740449"/>
                  </a:lnTo>
                  <a:lnTo>
                    <a:pt x="4386855" y="740456"/>
                  </a:lnTo>
                  <a:lnTo>
                    <a:pt x="3848118" y="740456"/>
                  </a:lnTo>
                  <a:lnTo>
                    <a:pt x="3846826" y="740432"/>
                  </a:lnTo>
                  <a:lnTo>
                    <a:pt x="3838393" y="740257"/>
                  </a:lnTo>
                  <a:lnTo>
                    <a:pt x="3817365" y="739773"/>
                  </a:lnTo>
                  <a:lnTo>
                    <a:pt x="3780358" y="738824"/>
                  </a:lnTo>
                  <a:lnTo>
                    <a:pt x="3726382" y="737273"/>
                  </a:lnTo>
                  <a:lnTo>
                    <a:pt x="3656862" y="735022"/>
                  </a:lnTo>
                  <a:lnTo>
                    <a:pt x="3575165" y="732015"/>
                  </a:lnTo>
                  <a:lnTo>
                    <a:pt x="3485728" y="728241"/>
                  </a:lnTo>
                  <a:lnTo>
                    <a:pt x="3393107" y="723712"/>
                  </a:lnTo>
                  <a:lnTo>
                    <a:pt x="3301222" y="718446"/>
                  </a:lnTo>
                  <a:lnTo>
                    <a:pt x="3212963" y="712448"/>
                  </a:lnTo>
                  <a:lnTo>
                    <a:pt x="3130112" y="705699"/>
                  </a:lnTo>
                  <a:lnTo>
                    <a:pt x="3053484" y="698146"/>
                  </a:lnTo>
                  <a:lnTo>
                    <a:pt x="2983158" y="689704"/>
                  </a:lnTo>
                  <a:lnTo>
                    <a:pt x="2918704" y="680252"/>
                  </a:lnTo>
                  <a:lnTo>
                    <a:pt x="2859384" y="669642"/>
                  </a:lnTo>
                  <a:lnTo>
                    <a:pt x="2804293" y="657705"/>
                  </a:lnTo>
                  <a:lnTo>
                    <a:pt x="2752473" y="644267"/>
                  </a:lnTo>
                  <a:lnTo>
                    <a:pt x="2702994" y="629182"/>
                  </a:lnTo>
                  <a:lnTo>
                    <a:pt x="2667772" y="617047"/>
                  </a:lnTo>
                  <a:lnTo>
                    <a:pt x="2618026" y="597974"/>
                  </a:lnTo>
                  <a:lnTo>
                    <a:pt x="2568763" y="576943"/>
                  </a:lnTo>
                  <a:lnTo>
                    <a:pt x="2519468" y="553925"/>
                  </a:lnTo>
                  <a:lnTo>
                    <a:pt x="2469795" y="528961"/>
                  </a:lnTo>
                  <a:lnTo>
                    <a:pt x="2419537" y="502167"/>
                  </a:lnTo>
                  <a:lnTo>
                    <a:pt x="2368617" y="473740"/>
                  </a:lnTo>
                  <a:lnTo>
                    <a:pt x="2317064" y="443957"/>
                  </a:lnTo>
                  <a:lnTo>
                    <a:pt x="2265001" y="413167"/>
                  </a:lnTo>
                  <a:lnTo>
                    <a:pt x="2212618" y="381773"/>
                  </a:lnTo>
                  <a:lnTo>
                    <a:pt x="2160146" y="350215"/>
                  </a:lnTo>
                  <a:lnTo>
                    <a:pt x="2107828" y="318941"/>
                  </a:lnTo>
                  <a:lnTo>
                    <a:pt x="2055886" y="288383"/>
                  </a:lnTo>
                  <a:lnTo>
                    <a:pt x="2004494" y="258933"/>
                  </a:lnTo>
                  <a:lnTo>
                    <a:pt x="1953753" y="230921"/>
                  </a:lnTo>
                  <a:lnTo>
                    <a:pt x="1903665" y="204602"/>
                  </a:lnTo>
                  <a:lnTo>
                    <a:pt x="1854119" y="180153"/>
                  </a:lnTo>
                  <a:lnTo>
                    <a:pt x="1804873" y="157668"/>
                  </a:lnTo>
                  <a:lnTo>
                    <a:pt x="1755538" y="137168"/>
                  </a:lnTo>
                  <a:lnTo>
                    <a:pt x="1719082" y="123409"/>
                  </a:lnTo>
                  <a:lnTo>
                    <a:pt x="1670796" y="107068"/>
                  </a:lnTo>
                  <a:lnTo>
                    <a:pt x="1620776" y="92435"/>
                  </a:lnTo>
                  <a:lnTo>
                    <a:pt x="1568174" y="79415"/>
                  </a:lnTo>
                  <a:lnTo>
                    <a:pt x="1512044" y="67850"/>
                  </a:lnTo>
                  <a:lnTo>
                    <a:pt x="1451434" y="57566"/>
                  </a:lnTo>
                  <a:lnTo>
                    <a:pt x="1385471" y="48398"/>
                  </a:lnTo>
                  <a:lnTo>
                    <a:pt x="1313483" y="40204"/>
                  </a:lnTo>
                  <a:lnTo>
                    <a:pt x="1235155" y="32874"/>
                  </a:lnTo>
                  <a:lnTo>
                    <a:pt x="1150740" y="26330"/>
                  </a:lnTo>
                  <a:lnTo>
                    <a:pt x="1061291" y="20528"/>
                  </a:lnTo>
                  <a:lnTo>
                    <a:pt x="968879" y="15458"/>
                  </a:lnTo>
                  <a:lnTo>
                    <a:pt x="876690" y="11129"/>
                  </a:lnTo>
                  <a:lnTo>
                    <a:pt x="788867" y="7560"/>
                  </a:lnTo>
                  <a:lnTo>
                    <a:pt x="710021" y="4759"/>
                  </a:lnTo>
                  <a:lnTo>
                    <a:pt x="644400" y="2702"/>
                  </a:lnTo>
                  <a:lnTo>
                    <a:pt x="594923" y="1324"/>
                  </a:lnTo>
                  <a:lnTo>
                    <a:pt x="562393" y="514"/>
                  </a:lnTo>
                  <a:lnTo>
                    <a:pt x="545162" y="128"/>
                  </a:lnTo>
                  <a:lnTo>
                    <a:pt x="539252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546595" y="1098907"/>
              <a:ext cx="8234974" cy="740456"/>
            </a:xfrm>
            <a:custGeom>
              <a:avLst/>
              <a:pathLst>
                <a:path w="8234974" h="740456">
                  <a:moveTo>
                    <a:pt x="0" y="0"/>
                  </a:moveTo>
                  <a:lnTo>
                    <a:pt x="538736" y="0"/>
                  </a:lnTo>
                  <a:lnTo>
                    <a:pt x="540029" y="24"/>
                  </a:lnTo>
                  <a:lnTo>
                    <a:pt x="548462" y="199"/>
                  </a:lnTo>
                  <a:lnTo>
                    <a:pt x="569490" y="683"/>
                  </a:lnTo>
                  <a:lnTo>
                    <a:pt x="606497" y="1631"/>
                  </a:lnTo>
                  <a:lnTo>
                    <a:pt x="660473" y="3182"/>
                  </a:lnTo>
                  <a:lnTo>
                    <a:pt x="729992" y="5434"/>
                  </a:lnTo>
                  <a:lnTo>
                    <a:pt x="811689" y="8440"/>
                  </a:lnTo>
                  <a:lnTo>
                    <a:pt x="901126" y="12215"/>
                  </a:lnTo>
                  <a:lnTo>
                    <a:pt x="993748" y="16744"/>
                  </a:lnTo>
                  <a:lnTo>
                    <a:pt x="1085632" y="22010"/>
                  </a:lnTo>
                  <a:lnTo>
                    <a:pt x="1173892" y="28008"/>
                  </a:lnTo>
                  <a:lnTo>
                    <a:pt x="1256743" y="34757"/>
                  </a:lnTo>
                  <a:lnTo>
                    <a:pt x="1333371" y="42309"/>
                  </a:lnTo>
                  <a:lnTo>
                    <a:pt x="1403697" y="50751"/>
                  </a:lnTo>
                  <a:lnTo>
                    <a:pt x="1468150" y="60203"/>
                  </a:lnTo>
                  <a:lnTo>
                    <a:pt x="1527471" y="70813"/>
                  </a:lnTo>
                  <a:lnTo>
                    <a:pt x="1582561" y="82751"/>
                  </a:lnTo>
                  <a:lnTo>
                    <a:pt x="1634382" y="96189"/>
                  </a:lnTo>
                  <a:lnTo>
                    <a:pt x="1683861" y="111273"/>
                  </a:lnTo>
                  <a:lnTo>
                    <a:pt x="1719082" y="123409"/>
                  </a:lnTo>
                  <a:lnTo>
                    <a:pt x="1768828" y="142482"/>
                  </a:lnTo>
                  <a:lnTo>
                    <a:pt x="1818092" y="163513"/>
                  </a:lnTo>
                  <a:lnTo>
                    <a:pt x="1867386" y="186530"/>
                  </a:lnTo>
                  <a:lnTo>
                    <a:pt x="1917060" y="211494"/>
                  </a:lnTo>
                  <a:lnTo>
                    <a:pt x="1967317" y="238289"/>
                  </a:lnTo>
                  <a:lnTo>
                    <a:pt x="2018238" y="266715"/>
                  </a:lnTo>
                  <a:lnTo>
                    <a:pt x="2069791" y="296498"/>
                  </a:lnTo>
                  <a:lnTo>
                    <a:pt x="2121854" y="327289"/>
                  </a:lnTo>
                  <a:lnTo>
                    <a:pt x="2174237" y="358683"/>
                  </a:lnTo>
                  <a:lnTo>
                    <a:pt x="2226708" y="390241"/>
                  </a:lnTo>
                  <a:lnTo>
                    <a:pt x="2279027" y="421515"/>
                  </a:lnTo>
                  <a:lnTo>
                    <a:pt x="2330969" y="452073"/>
                  </a:lnTo>
                  <a:lnTo>
                    <a:pt x="2382360" y="481523"/>
                  </a:lnTo>
                  <a:lnTo>
                    <a:pt x="2433102" y="509535"/>
                  </a:lnTo>
                  <a:lnTo>
                    <a:pt x="2483190" y="535853"/>
                  </a:lnTo>
                  <a:lnTo>
                    <a:pt x="2532736" y="560303"/>
                  </a:lnTo>
                  <a:lnTo>
                    <a:pt x="2581981" y="582788"/>
                  </a:lnTo>
                  <a:lnTo>
                    <a:pt x="2631316" y="603287"/>
                  </a:lnTo>
                  <a:lnTo>
                    <a:pt x="2667772" y="617047"/>
                  </a:lnTo>
                  <a:lnTo>
                    <a:pt x="2716059" y="633388"/>
                  </a:lnTo>
                  <a:lnTo>
                    <a:pt x="2766079" y="648020"/>
                  </a:lnTo>
                  <a:lnTo>
                    <a:pt x="2818681" y="661040"/>
                  </a:lnTo>
                  <a:lnTo>
                    <a:pt x="2874810" y="672605"/>
                  </a:lnTo>
                  <a:lnTo>
                    <a:pt x="2935421" y="682890"/>
                  </a:lnTo>
                  <a:lnTo>
                    <a:pt x="3001384" y="692058"/>
                  </a:lnTo>
                  <a:lnTo>
                    <a:pt x="3073372" y="700251"/>
                  </a:lnTo>
                  <a:lnTo>
                    <a:pt x="3151700" y="707582"/>
                  </a:lnTo>
                  <a:lnTo>
                    <a:pt x="3236115" y="714126"/>
                  </a:lnTo>
                  <a:lnTo>
                    <a:pt x="3325564" y="719927"/>
                  </a:lnTo>
                  <a:lnTo>
                    <a:pt x="3417975" y="724997"/>
                  </a:lnTo>
                  <a:lnTo>
                    <a:pt x="3510165" y="729326"/>
                  </a:lnTo>
                  <a:lnTo>
                    <a:pt x="3597988" y="732895"/>
                  </a:lnTo>
                  <a:lnTo>
                    <a:pt x="3676833" y="735697"/>
                  </a:lnTo>
                  <a:lnTo>
                    <a:pt x="3742454" y="737754"/>
                  </a:lnTo>
                  <a:lnTo>
                    <a:pt x="3791932" y="739132"/>
                  </a:lnTo>
                  <a:lnTo>
                    <a:pt x="3824461" y="739942"/>
                  </a:lnTo>
                  <a:lnTo>
                    <a:pt x="3841693" y="740327"/>
                  </a:lnTo>
                  <a:lnTo>
                    <a:pt x="3847602" y="740447"/>
                  </a:lnTo>
                  <a:lnTo>
                    <a:pt x="3848118" y="740456"/>
                  </a:lnTo>
                  <a:lnTo>
                    <a:pt x="4386855" y="740456"/>
                  </a:lnTo>
                  <a:lnTo>
                    <a:pt x="4388151" y="740437"/>
                  </a:lnTo>
                  <a:lnTo>
                    <a:pt x="4396609" y="740297"/>
                  </a:lnTo>
                  <a:lnTo>
                    <a:pt x="4417695" y="739912"/>
                  </a:lnTo>
                  <a:lnTo>
                    <a:pt x="4454798" y="739156"/>
                  </a:lnTo>
                  <a:lnTo>
                    <a:pt x="4508903" y="737921"/>
                  </a:lnTo>
                  <a:lnTo>
                    <a:pt x="4578569" y="736128"/>
                  </a:lnTo>
                  <a:lnTo>
                    <a:pt x="4660414" y="733734"/>
                  </a:lnTo>
                  <a:lnTo>
                    <a:pt x="4749980" y="730730"/>
                  </a:lnTo>
                  <a:lnTo>
                    <a:pt x="4842703" y="727124"/>
                  </a:lnTo>
                  <a:lnTo>
                    <a:pt x="4934657" y="722933"/>
                  </a:lnTo>
                  <a:lnTo>
                    <a:pt x="5022955" y="718159"/>
                  </a:lnTo>
                  <a:lnTo>
                    <a:pt x="5105820" y="712787"/>
                  </a:lnTo>
                  <a:lnTo>
                    <a:pt x="5182445" y="706775"/>
                  </a:lnTo>
                  <a:lnTo>
                    <a:pt x="5252758" y="700054"/>
                  </a:lnTo>
                  <a:lnTo>
                    <a:pt x="5317196" y="692528"/>
                  </a:lnTo>
                  <a:lnTo>
                    <a:pt x="5376503" y="684078"/>
                  </a:lnTo>
                  <a:lnTo>
                    <a:pt x="5431587" y="674570"/>
                  </a:lnTo>
                  <a:lnTo>
                    <a:pt x="5483411" y="663867"/>
                  </a:lnTo>
                  <a:lnTo>
                    <a:pt x="5532904" y="651851"/>
                  </a:lnTo>
                  <a:lnTo>
                    <a:pt x="5567201" y="642455"/>
                  </a:lnTo>
                  <a:lnTo>
                    <a:pt x="5617970" y="626979"/>
                  </a:lnTo>
                  <a:lnTo>
                    <a:pt x="5668248" y="609882"/>
                  </a:lnTo>
                  <a:lnTo>
                    <a:pt x="5718577" y="591142"/>
                  </a:lnTo>
                  <a:lnTo>
                    <a:pt x="5769317" y="570796"/>
                  </a:lnTo>
                  <a:lnTo>
                    <a:pt x="5820677" y="548947"/>
                  </a:lnTo>
                  <a:lnTo>
                    <a:pt x="5872728" y="525768"/>
                  </a:lnTo>
                  <a:lnTo>
                    <a:pt x="5925427" y="501500"/>
                  </a:lnTo>
                  <a:lnTo>
                    <a:pt x="5978633" y="476445"/>
                  </a:lnTo>
                  <a:lnTo>
                    <a:pt x="6032133" y="450949"/>
                  </a:lnTo>
                  <a:lnTo>
                    <a:pt x="6085680" y="425386"/>
                  </a:lnTo>
                  <a:lnTo>
                    <a:pt x="6139015" y="400135"/>
                  </a:lnTo>
                  <a:lnTo>
                    <a:pt x="6191913" y="375553"/>
                  </a:lnTo>
                  <a:lnTo>
                    <a:pt x="6244202" y="351961"/>
                  </a:lnTo>
                  <a:lnTo>
                    <a:pt x="6295804" y="329621"/>
                  </a:lnTo>
                  <a:lnTo>
                    <a:pt x="6346745" y="308732"/>
                  </a:lnTo>
                  <a:lnTo>
                    <a:pt x="6397185" y="289420"/>
                  </a:lnTo>
                  <a:lnTo>
                    <a:pt x="6447429" y="271745"/>
                  </a:lnTo>
                  <a:lnTo>
                    <a:pt x="6497952" y="255706"/>
                  </a:lnTo>
                  <a:lnTo>
                    <a:pt x="6515891" y="250448"/>
                  </a:lnTo>
                  <a:lnTo>
                    <a:pt x="6564227" y="237459"/>
                  </a:lnTo>
                  <a:lnTo>
                    <a:pt x="6614300" y="225829"/>
                  </a:lnTo>
                  <a:lnTo>
                    <a:pt x="6666963" y="215483"/>
                  </a:lnTo>
                  <a:lnTo>
                    <a:pt x="6723162" y="206293"/>
                  </a:lnTo>
                  <a:lnTo>
                    <a:pt x="6783856" y="198123"/>
                  </a:lnTo>
                  <a:lnTo>
                    <a:pt x="6849917" y="190839"/>
                  </a:lnTo>
                  <a:lnTo>
                    <a:pt x="6922018" y="184331"/>
                  </a:lnTo>
                  <a:lnTo>
                    <a:pt x="7000471" y="178509"/>
                  </a:lnTo>
                  <a:lnTo>
                    <a:pt x="7085019" y="173312"/>
                  </a:lnTo>
                  <a:lnTo>
                    <a:pt x="7174598" y="168706"/>
                  </a:lnTo>
                  <a:lnTo>
                    <a:pt x="7267117" y="164681"/>
                  </a:lnTo>
                  <a:lnTo>
                    <a:pt x="7359374" y="161247"/>
                  </a:lnTo>
                  <a:lnTo>
                    <a:pt x="7447200" y="158418"/>
                  </a:lnTo>
                  <a:lnTo>
                    <a:pt x="7525972" y="156199"/>
                  </a:lnTo>
                  <a:lnTo>
                    <a:pt x="7591441" y="154572"/>
                  </a:lnTo>
                  <a:lnTo>
                    <a:pt x="7640704" y="153484"/>
                  </a:lnTo>
                  <a:lnTo>
                    <a:pt x="7672993" y="152847"/>
                  </a:lnTo>
                  <a:lnTo>
                    <a:pt x="7690004" y="152546"/>
                  </a:lnTo>
                  <a:lnTo>
                    <a:pt x="7695760" y="152453"/>
                  </a:lnTo>
                  <a:lnTo>
                    <a:pt x="7696237" y="152446"/>
                  </a:lnTo>
                  <a:lnTo>
                    <a:pt x="8234974" y="1524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546595" y="1093462"/>
              <a:ext cx="8234974" cy="740456"/>
            </a:xfrm>
            <a:custGeom>
              <a:avLst/>
              <a:pathLst>
                <a:path w="8234974" h="740456">
                  <a:moveTo>
                    <a:pt x="8234974" y="152446"/>
                  </a:moveTo>
                  <a:lnTo>
                    <a:pt x="7696237" y="152446"/>
                  </a:lnTo>
                  <a:lnTo>
                    <a:pt x="7694941" y="152466"/>
                  </a:lnTo>
                  <a:lnTo>
                    <a:pt x="7686484" y="152605"/>
                  </a:lnTo>
                  <a:lnTo>
                    <a:pt x="7665398" y="152991"/>
                  </a:lnTo>
                  <a:lnTo>
                    <a:pt x="7628294" y="153746"/>
                  </a:lnTo>
                  <a:lnTo>
                    <a:pt x="7574189" y="154981"/>
                  </a:lnTo>
                  <a:lnTo>
                    <a:pt x="7504523" y="156775"/>
                  </a:lnTo>
                  <a:lnTo>
                    <a:pt x="7422679" y="159168"/>
                  </a:lnTo>
                  <a:lnTo>
                    <a:pt x="7333112" y="162173"/>
                  </a:lnTo>
                  <a:lnTo>
                    <a:pt x="7240389" y="165778"/>
                  </a:lnTo>
                  <a:lnTo>
                    <a:pt x="7148436" y="169970"/>
                  </a:lnTo>
                  <a:lnTo>
                    <a:pt x="7060138" y="174744"/>
                  </a:lnTo>
                  <a:lnTo>
                    <a:pt x="6977272" y="180116"/>
                  </a:lnTo>
                  <a:lnTo>
                    <a:pt x="6900648" y="186128"/>
                  </a:lnTo>
                  <a:lnTo>
                    <a:pt x="6830334" y="192849"/>
                  </a:lnTo>
                  <a:lnTo>
                    <a:pt x="6765897" y="200375"/>
                  </a:lnTo>
                  <a:lnTo>
                    <a:pt x="6706590" y="208824"/>
                  </a:lnTo>
                  <a:lnTo>
                    <a:pt x="6651506" y="218332"/>
                  </a:lnTo>
                  <a:lnTo>
                    <a:pt x="6599682" y="229036"/>
                  </a:lnTo>
                  <a:lnTo>
                    <a:pt x="6550189" y="241052"/>
                  </a:lnTo>
                  <a:lnTo>
                    <a:pt x="6515891" y="250448"/>
                  </a:lnTo>
                  <a:lnTo>
                    <a:pt x="6465123" y="265924"/>
                  </a:lnTo>
                  <a:lnTo>
                    <a:pt x="6414844" y="283021"/>
                  </a:lnTo>
                  <a:lnTo>
                    <a:pt x="6364516" y="301761"/>
                  </a:lnTo>
                  <a:lnTo>
                    <a:pt x="6313776" y="322107"/>
                  </a:lnTo>
                  <a:lnTo>
                    <a:pt x="6262416" y="343956"/>
                  </a:lnTo>
                  <a:lnTo>
                    <a:pt x="6210364" y="367135"/>
                  </a:lnTo>
                  <a:lnTo>
                    <a:pt x="6157665" y="391403"/>
                  </a:lnTo>
                  <a:lnTo>
                    <a:pt x="6104460" y="416458"/>
                  </a:lnTo>
                  <a:lnTo>
                    <a:pt x="6050959" y="441954"/>
                  </a:lnTo>
                  <a:lnTo>
                    <a:pt x="5997413" y="467516"/>
                  </a:lnTo>
                  <a:lnTo>
                    <a:pt x="5944077" y="492768"/>
                  </a:lnTo>
                  <a:lnTo>
                    <a:pt x="5891180" y="517349"/>
                  </a:lnTo>
                  <a:lnTo>
                    <a:pt x="5838890" y="540942"/>
                  </a:lnTo>
                  <a:lnTo>
                    <a:pt x="5787289" y="563281"/>
                  </a:lnTo>
                  <a:lnTo>
                    <a:pt x="5736347" y="584171"/>
                  </a:lnTo>
                  <a:lnTo>
                    <a:pt x="5685907" y="603483"/>
                  </a:lnTo>
                  <a:lnTo>
                    <a:pt x="5635663" y="621157"/>
                  </a:lnTo>
                  <a:lnTo>
                    <a:pt x="5585141" y="637197"/>
                  </a:lnTo>
                  <a:lnTo>
                    <a:pt x="5567201" y="642455"/>
                  </a:lnTo>
                  <a:lnTo>
                    <a:pt x="5518866" y="655444"/>
                  </a:lnTo>
                  <a:lnTo>
                    <a:pt x="5468793" y="667073"/>
                  </a:lnTo>
                  <a:lnTo>
                    <a:pt x="5416130" y="677420"/>
                  </a:lnTo>
                  <a:lnTo>
                    <a:pt x="5359930" y="686609"/>
                  </a:lnTo>
                  <a:lnTo>
                    <a:pt x="5299237" y="694780"/>
                  </a:lnTo>
                  <a:lnTo>
                    <a:pt x="5233176" y="702063"/>
                  </a:lnTo>
                  <a:lnTo>
                    <a:pt x="5161075" y="708572"/>
                  </a:lnTo>
                  <a:lnTo>
                    <a:pt x="5082621" y="714394"/>
                  </a:lnTo>
                  <a:lnTo>
                    <a:pt x="4998073" y="719591"/>
                  </a:lnTo>
                  <a:lnTo>
                    <a:pt x="4908495" y="724197"/>
                  </a:lnTo>
                  <a:lnTo>
                    <a:pt x="4815975" y="728221"/>
                  </a:lnTo>
                  <a:lnTo>
                    <a:pt x="4723719" y="731655"/>
                  </a:lnTo>
                  <a:lnTo>
                    <a:pt x="4635892" y="734485"/>
                  </a:lnTo>
                  <a:lnTo>
                    <a:pt x="4557121" y="736704"/>
                  </a:lnTo>
                  <a:lnTo>
                    <a:pt x="4491652" y="738331"/>
                  </a:lnTo>
                  <a:lnTo>
                    <a:pt x="4442388" y="739418"/>
                  </a:lnTo>
                  <a:lnTo>
                    <a:pt x="4410099" y="740055"/>
                  </a:lnTo>
                  <a:lnTo>
                    <a:pt x="4393089" y="740357"/>
                  </a:lnTo>
                  <a:lnTo>
                    <a:pt x="4387332" y="740449"/>
                  </a:lnTo>
                  <a:lnTo>
                    <a:pt x="4386855" y="740456"/>
                  </a:lnTo>
                  <a:lnTo>
                    <a:pt x="3848118" y="740456"/>
                  </a:lnTo>
                  <a:lnTo>
                    <a:pt x="3846826" y="740432"/>
                  </a:lnTo>
                  <a:lnTo>
                    <a:pt x="3838393" y="740257"/>
                  </a:lnTo>
                  <a:lnTo>
                    <a:pt x="3817365" y="739773"/>
                  </a:lnTo>
                  <a:lnTo>
                    <a:pt x="3780358" y="738824"/>
                  </a:lnTo>
                  <a:lnTo>
                    <a:pt x="3726382" y="737273"/>
                  </a:lnTo>
                  <a:lnTo>
                    <a:pt x="3656862" y="735022"/>
                  </a:lnTo>
                  <a:lnTo>
                    <a:pt x="3575165" y="732015"/>
                  </a:lnTo>
                  <a:lnTo>
                    <a:pt x="3485728" y="728241"/>
                  </a:lnTo>
                  <a:lnTo>
                    <a:pt x="3393107" y="723712"/>
                  </a:lnTo>
                  <a:lnTo>
                    <a:pt x="3301222" y="718446"/>
                  </a:lnTo>
                  <a:lnTo>
                    <a:pt x="3212963" y="712448"/>
                  </a:lnTo>
                  <a:lnTo>
                    <a:pt x="3130112" y="705699"/>
                  </a:lnTo>
                  <a:lnTo>
                    <a:pt x="3053484" y="698146"/>
                  </a:lnTo>
                  <a:lnTo>
                    <a:pt x="2983158" y="689704"/>
                  </a:lnTo>
                  <a:lnTo>
                    <a:pt x="2918704" y="680252"/>
                  </a:lnTo>
                  <a:lnTo>
                    <a:pt x="2859384" y="669642"/>
                  </a:lnTo>
                  <a:lnTo>
                    <a:pt x="2804293" y="657705"/>
                  </a:lnTo>
                  <a:lnTo>
                    <a:pt x="2752473" y="644267"/>
                  </a:lnTo>
                  <a:lnTo>
                    <a:pt x="2702994" y="629182"/>
                  </a:lnTo>
                  <a:lnTo>
                    <a:pt x="2667772" y="617047"/>
                  </a:lnTo>
                  <a:lnTo>
                    <a:pt x="2618026" y="597974"/>
                  </a:lnTo>
                  <a:lnTo>
                    <a:pt x="2568763" y="576943"/>
                  </a:lnTo>
                  <a:lnTo>
                    <a:pt x="2519468" y="553925"/>
                  </a:lnTo>
                  <a:lnTo>
                    <a:pt x="2469795" y="528961"/>
                  </a:lnTo>
                  <a:lnTo>
                    <a:pt x="2419537" y="502167"/>
                  </a:lnTo>
                  <a:lnTo>
                    <a:pt x="2368617" y="473740"/>
                  </a:lnTo>
                  <a:lnTo>
                    <a:pt x="2317064" y="443957"/>
                  </a:lnTo>
                  <a:lnTo>
                    <a:pt x="2265001" y="413167"/>
                  </a:lnTo>
                  <a:lnTo>
                    <a:pt x="2212618" y="381773"/>
                  </a:lnTo>
                  <a:lnTo>
                    <a:pt x="2160146" y="350215"/>
                  </a:lnTo>
                  <a:lnTo>
                    <a:pt x="2107828" y="318941"/>
                  </a:lnTo>
                  <a:lnTo>
                    <a:pt x="2055886" y="288383"/>
                  </a:lnTo>
                  <a:lnTo>
                    <a:pt x="2004494" y="258933"/>
                  </a:lnTo>
                  <a:lnTo>
                    <a:pt x="1953753" y="230921"/>
                  </a:lnTo>
                  <a:lnTo>
                    <a:pt x="1903665" y="204602"/>
                  </a:lnTo>
                  <a:lnTo>
                    <a:pt x="1854119" y="180153"/>
                  </a:lnTo>
                  <a:lnTo>
                    <a:pt x="1804873" y="157668"/>
                  </a:lnTo>
                  <a:lnTo>
                    <a:pt x="1755538" y="137168"/>
                  </a:lnTo>
                  <a:lnTo>
                    <a:pt x="1719082" y="123409"/>
                  </a:lnTo>
                  <a:lnTo>
                    <a:pt x="1670796" y="107068"/>
                  </a:lnTo>
                  <a:lnTo>
                    <a:pt x="1620776" y="92435"/>
                  </a:lnTo>
                  <a:lnTo>
                    <a:pt x="1568174" y="79415"/>
                  </a:lnTo>
                  <a:lnTo>
                    <a:pt x="1512044" y="67850"/>
                  </a:lnTo>
                  <a:lnTo>
                    <a:pt x="1451434" y="57566"/>
                  </a:lnTo>
                  <a:lnTo>
                    <a:pt x="1385471" y="48398"/>
                  </a:lnTo>
                  <a:lnTo>
                    <a:pt x="1313483" y="40204"/>
                  </a:lnTo>
                  <a:lnTo>
                    <a:pt x="1235155" y="32874"/>
                  </a:lnTo>
                  <a:lnTo>
                    <a:pt x="1150740" y="26330"/>
                  </a:lnTo>
                  <a:lnTo>
                    <a:pt x="1061291" y="20528"/>
                  </a:lnTo>
                  <a:lnTo>
                    <a:pt x="968879" y="15458"/>
                  </a:lnTo>
                  <a:lnTo>
                    <a:pt x="876690" y="11129"/>
                  </a:lnTo>
                  <a:lnTo>
                    <a:pt x="788867" y="7560"/>
                  </a:lnTo>
                  <a:lnTo>
                    <a:pt x="710021" y="4759"/>
                  </a:lnTo>
                  <a:lnTo>
                    <a:pt x="644400" y="2702"/>
                  </a:lnTo>
                  <a:lnTo>
                    <a:pt x="594923" y="1324"/>
                  </a:lnTo>
                  <a:lnTo>
                    <a:pt x="562393" y="514"/>
                  </a:lnTo>
                  <a:lnTo>
                    <a:pt x="545162" y="128"/>
                  </a:lnTo>
                  <a:lnTo>
                    <a:pt x="539252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546595" y="1098907"/>
              <a:ext cx="8234974" cy="745901"/>
            </a:xfrm>
            <a:custGeom>
              <a:avLst/>
              <a:pathLst>
                <a:path w="8234974" h="745901">
                  <a:moveTo>
                    <a:pt x="0" y="5444"/>
                  </a:moveTo>
                  <a:lnTo>
                    <a:pt x="538736" y="5444"/>
                  </a:lnTo>
                  <a:lnTo>
                    <a:pt x="540029" y="5469"/>
                  </a:lnTo>
                  <a:lnTo>
                    <a:pt x="548462" y="5643"/>
                  </a:lnTo>
                  <a:lnTo>
                    <a:pt x="569490" y="6127"/>
                  </a:lnTo>
                  <a:lnTo>
                    <a:pt x="606497" y="7076"/>
                  </a:lnTo>
                  <a:lnTo>
                    <a:pt x="660473" y="8627"/>
                  </a:lnTo>
                  <a:lnTo>
                    <a:pt x="729992" y="10878"/>
                  </a:lnTo>
                  <a:lnTo>
                    <a:pt x="811689" y="13885"/>
                  </a:lnTo>
                  <a:lnTo>
                    <a:pt x="901126" y="17659"/>
                  </a:lnTo>
                  <a:lnTo>
                    <a:pt x="993748" y="22188"/>
                  </a:lnTo>
                  <a:lnTo>
                    <a:pt x="1085632" y="27454"/>
                  </a:lnTo>
                  <a:lnTo>
                    <a:pt x="1173892" y="33452"/>
                  </a:lnTo>
                  <a:lnTo>
                    <a:pt x="1256743" y="40201"/>
                  </a:lnTo>
                  <a:lnTo>
                    <a:pt x="1333371" y="47754"/>
                  </a:lnTo>
                  <a:lnTo>
                    <a:pt x="1403697" y="56196"/>
                  </a:lnTo>
                  <a:lnTo>
                    <a:pt x="1468150" y="65648"/>
                  </a:lnTo>
                  <a:lnTo>
                    <a:pt x="1527471" y="76258"/>
                  </a:lnTo>
                  <a:lnTo>
                    <a:pt x="1582561" y="88196"/>
                  </a:lnTo>
                  <a:lnTo>
                    <a:pt x="1634382" y="101633"/>
                  </a:lnTo>
                  <a:lnTo>
                    <a:pt x="1683861" y="116718"/>
                  </a:lnTo>
                  <a:lnTo>
                    <a:pt x="1719082" y="128853"/>
                  </a:lnTo>
                  <a:lnTo>
                    <a:pt x="1768828" y="147926"/>
                  </a:lnTo>
                  <a:lnTo>
                    <a:pt x="1818092" y="168957"/>
                  </a:lnTo>
                  <a:lnTo>
                    <a:pt x="1867386" y="191975"/>
                  </a:lnTo>
                  <a:lnTo>
                    <a:pt x="1917060" y="216939"/>
                  </a:lnTo>
                  <a:lnTo>
                    <a:pt x="1967317" y="243733"/>
                  </a:lnTo>
                  <a:lnTo>
                    <a:pt x="2018238" y="272160"/>
                  </a:lnTo>
                  <a:lnTo>
                    <a:pt x="2069791" y="301943"/>
                  </a:lnTo>
                  <a:lnTo>
                    <a:pt x="2121854" y="332733"/>
                  </a:lnTo>
                  <a:lnTo>
                    <a:pt x="2174237" y="364127"/>
                  </a:lnTo>
                  <a:lnTo>
                    <a:pt x="2226708" y="395686"/>
                  </a:lnTo>
                  <a:lnTo>
                    <a:pt x="2279027" y="426960"/>
                  </a:lnTo>
                  <a:lnTo>
                    <a:pt x="2330969" y="457517"/>
                  </a:lnTo>
                  <a:lnTo>
                    <a:pt x="2382360" y="486967"/>
                  </a:lnTo>
                  <a:lnTo>
                    <a:pt x="2433102" y="514979"/>
                  </a:lnTo>
                  <a:lnTo>
                    <a:pt x="2483190" y="541298"/>
                  </a:lnTo>
                  <a:lnTo>
                    <a:pt x="2532736" y="565747"/>
                  </a:lnTo>
                  <a:lnTo>
                    <a:pt x="2581981" y="588232"/>
                  </a:lnTo>
                  <a:lnTo>
                    <a:pt x="2631316" y="608732"/>
                  </a:lnTo>
                  <a:lnTo>
                    <a:pt x="2667772" y="622491"/>
                  </a:lnTo>
                  <a:lnTo>
                    <a:pt x="2716059" y="638833"/>
                  </a:lnTo>
                  <a:lnTo>
                    <a:pt x="2766079" y="653465"/>
                  </a:lnTo>
                  <a:lnTo>
                    <a:pt x="2818681" y="666485"/>
                  </a:lnTo>
                  <a:lnTo>
                    <a:pt x="2874810" y="678050"/>
                  </a:lnTo>
                  <a:lnTo>
                    <a:pt x="2935421" y="688334"/>
                  </a:lnTo>
                  <a:lnTo>
                    <a:pt x="3001384" y="697502"/>
                  </a:lnTo>
                  <a:lnTo>
                    <a:pt x="3073372" y="705696"/>
                  </a:lnTo>
                  <a:lnTo>
                    <a:pt x="3151700" y="713026"/>
                  </a:lnTo>
                  <a:lnTo>
                    <a:pt x="3236115" y="719570"/>
                  </a:lnTo>
                  <a:lnTo>
                    <a:pt x="3325564" y="725372"/>
                  </a:lnTo>
                  <a:lnTo>
                    <a:pt x="3417975" y="730442"/>
                  </a:lnTo>
                  <a:lnTo>
                    <a:pt x="3510165" y="734771"/>
                  </a:lnTo>
                  <a:lnTo>
                    <a:pt x="3597988" y="738340"/>
                  </a:lnTo>
                  <a:lnTo>
                    <a:pt x="3676833" y="741142"/>
                  </a:lnTo>
                  <a:lnTo>
                    <a:pt x="3742454" y="743199"/>
                  </a:lnTo>
                  <a:lnTo>
                    <a:pt x="3791932" y="744577"/>
                  </a:lnTo>
                  <a:lnTo>
                    <a:pt x="3824461" y="745386"/>
                  </a:lnTo>
                  <a:lnTo>
                    <a:pt x="3841693" y="745772"/>
                  </a:lnTo>
                  <a:lnTo>
                    <a:pt x="3847602" y="745891"/>
                  </a:lnTo>
                  <a:lnTo>
                    <a:pt x="3848118" y="745901"/>
                  </a:lnTo>
                  <a:lnTo>
                    <a:pt x="4386855" y="745901"/>
                  </a:lnTo>
                  <a:lnTo>
                    <a:pt x="4388157" y="745895"/>
                  </a:lnTo>
                  <a:lnTo>
                    <a:pt x="4396653" y="745855"/>
                  </a:lnTo>
                  <a:lnTo>
                    <a:pt x="4417831" y="745744"/>
                  </a:lnTo>
                  <a:lnTo>
                    <a:pt x="4455086" y="745526"/>
                  </a:lnTo>
                  <a:lnTo>
                    <a:pt x="4509395" y="745170"/>
                  </a:lnTo>
                  <a:lnTo>
                    <a:pt x="4579293" y="744653"/>
                  </a:lnTo>
                  <a:lnTo>
                    <a:pt x="4661369" y="743963"/>
                  </a:lnTo>
                  <a:lnTo>
                    <a:pt x="4751139" y="743097"/>
                  </a:lnTo>
                  <a:lnTo>
                    <a:pt x="4844021" y="742058"/>
                  </a:lnTo>
                  <a:lnTo>
                    <a:pt x="4936083" y="740850"/>
                  </a:lnTo>
                  <a:lnTo>
                    <a:pt x="5024442" y="739475"/>
                  </a:lnTo>
                  <a:lnTo>
                    <a:pt x="5107329" y="737928"/>
                  </a:lnTo>
                  <a:lnTo>
                    <a:pt x="5183949" y="736195"/>
                  </a:lnTo>
                  <a:lnTo>
                    <a:pt x="5254242" y="734259"/>
                  </a:lnTo>
                  <a:lnTo>
                    <a:pt x="5318655" y="732089"/>
                  </a:lnTo>
                  <a:lnTo>
                    <a:pt x="5377940" y="729653"/>
                  </a:lnTo>
                  <a:lnTo>
                    <a:pt x="5433014" y="726911"/>
                  </a:lnTo>
                  <a:lnTo>
                    <a:pt x="5484843" y="723824"/>
                  </a:lnTo>
                  <a:lnTo>
                    <a:pt x="5534359" y="720358"/>
                  </a:lnTo>
                  <a:lnTo>
                    <a:pt x="5567201" y="717771"/>
                  </a:lnTo>
                  <a:lnTo>
                    <a:pt x="5619813" y="713157"/>
                  </a:lnTo>
                  <a:lnTo>
                    <a:pt x="5671922" y="708044"/>
                  </a:lnTo>
                  <a:lnTo>
                    <a:pt x="5724118" y="702423"/>
                  </a:lnTo>
                  <a:lnTo>
                    <a:pt x="5776788" y="696310"/>
                  </a:lnTo>
                  <a:lnTo>
                    <a:pt x="5830142" y="689741"/>
                  </a:lnTo>
                  <a:lnTo>
                    <a:pt x="5884240" y="682773"/>
                  </a:lnTo>
                  <a:lnTo>
                    <a:pt x="5939006" y="675488"/>
                  </a:lnTo>
                  <a:lnTo>
                    <a:pt x="5994265" y="667987"/>
                  </a:lnTo>
                  <a:lnTo>
                    <a:pt x="6049765" y="660383"/>
                  </a:lnTo>
                  <a:lnTo>
                    <a:pt x="6105222" y="652797"/>
                  </a:lnTo>
                  <a:lnTo>
                    <a:pt x="6160358" y="645349"/>
                  </a:lnTo>
                  <a:lnTo>
                    <a:pt x="6214941" y="638148"/>
                  </a:lnTo>
                  <a:lnTo>
                    <a:pt x="6268821" y="631291"/>
                  </a:lnTo>
                  <a:lnTo>
                    <a:pt x="6321960" y="624851"/>
                  </a:lnTo>
                  <a:lnTo>
                    <a:pt x="6374460" y="618881"/>
                  </a:lnTo>
                  <a:lnTo>
                    <a:pt x="6426581" y="613411"/>
                  </a:lnTo>
                  <a:lnTo>
                    <a:pt x="6478768" y="608447"/>
                  </a:lnTo>
                  <a:lnTo>
                    <a:pt x="6515891" y="605250"/>
                  </a:lnTo>
                  <a:lnTo>
                    <a:pt x="6564304" y="601516"/>
                  </a:lnTo>
                  <a:lnTo>
                    <a:pt x="6614461" y="598174"/>
                  </a:lnTo>
                  <a:lnTo>
                    <a:pt x="6667219" y="595201"/>
                  </a:lnTo>
                  <a:lnTo>
                    <a:pt x="6723530" y="592560"/>
                  </a:lnTo>
                  <a:lnTo>
                    <a:pt x="6784355" y="590213"/>
                  </a:lnTo>
                  <a:lnTo>
                    <a:pt x="6850570" y="588122"/>
                  </a:lnTo>
                  <a:lnTo>
                    <a:pt x="6922849" y="586253"/>
                  </a:lnTo>
                  <a:lnTo>
                    <a:pt x="7001501" y="584581"/>
                  </a:lnTo>
                  <a:lnTo>
                    <a:pt x="7086259" y="583089"/>
                  </a:lnTo>
                  <a:lnTo>
                    <a:pt x="7176040" y="581768"/>
                  </a:lnTo>
                  <a:lnTo>
                    <a:pt x="7268731" y="580613"/>
                  </a:lnTo>
                  <a:lnTo>
                    <a:pt x="7361091" y="579629"/>
                  </a:lnTo>
                  <a:lnTo>
                    <a:pt x="7448922" y="578819"/>
                  </a:lnTo>
                  <a:lnTo>
                    <a:pt x="7527575" y="578185"/>
                  </a:lnTo>
                  <a:lnTo>
                    <a:pt x="7592800" y="577721"/>
                  </a:lnTo>
                  <a:lnTo>
                    <a:pt x="7641726" y="577412"/>
                  </a:lnTo>
                  <a:lnTo>
                    <a:pt x="7673635" y="577232"/>
                  </a:lnTo>
                  <a:lnTo>
                    <a:pt x="7690298" y="577147"/>
                  </a:lnTo>
                  <a:lnTo>
                    <a:pt x="7695817" y="577122"/>
                  </a:lnTo>
                  <a:lnTo>
                    <a:pt x="7696237" y="577120"/>
                  </a:lnTo>
                  <a:lnTo>
                    <a:pt x="8234974" y="577120"/>
                  </a:lnTo>
                  <a:lnTo>
                    <a:pt x="8234974" y="571676"/>
                  </a:lnTo>
                  <a:lnTo>
                    <a:pt x="7696237" y="571676"/>
                  </a:lnTo>
                  <a:lnTo>
                    <a:pt x="7694935" y="571681"/>
                  </a:lnTo>
                  <a:lnTo>
                    <a:pt x="7686439" y="571721"/>
                  </a:lnTo>
                  <a:lnTo>
                    <a:pt x="7665262" y="571833"/>
                  </a:lnTo>
                  <a:lnTo>
                    <a:pt x="7628006" y="572050"/>
                  </a:lnTo>
                  <a:lnTo>
                    <a:pt x="7573698" y="572407"/>
                  </a:lnTo>
                  <a:lnTo>
                    <a:pt x="7503799" y="572924"/>
                  </a:lnTo>
                  <a:lnTo>
                    <a:pt x="7421724" y="573614"/>
                  </a:lnTo>
                  <a:lnTo>
                    <a:pt x="7331953" y="574479"/>
                  </a:lnTo>
                  <a:lnTo>
                    <a:pt x="7239071" y="575518"/>
                  </a:lnTo>
                  <a:lnTo>
                    <a:pt x="7147009" y="576726"/>
                  </a:lnTo>
                  <a:lnTo>
                    <a:pt x="7058651" y="578101"/>
                  </a:lnTo>
                  <a:lnTo>
                    <a:pt x="6975763" y="579649"/>
                  </a:lnTo>
                  <a:lnTo>
                    <a:pt x="6899144" y="581381"/>
                  </a:lnTo>
                  <a:lnTo>
                    <a:pt x="6828851" y="583318"/>
                  </a:lnTo>
                  <a:lnTo>
                    <a:pt x="6764438" y="585487"/>
                  </a:lnTo>
                  <a:lnTo>
                    <a:pt x="6705152" y="587923"/>
                  </a:lnTo>
                  <a:lnTo>
                    <a:pt x="6650079" y="590665"/>
                  </a:lnTo>
                  <a:lnTo>
                    <a:pt x="6598249" y="593752"/>
                  </a:lnTo>
                  <a:lnTo>
                    <a:pt x="6548733" y="597218"/>
                  </a:lnTo>
                  <a:lnTo>
                    <a:pt x="6515891" y="599806"/>
                  </a:lnTo>
                  <a:lnTo>
                    <a:pt x="6463279" y="604419"/>
                  </a:lnTo>
                  <a:lnTo>
                    <a:pt x="6411170" y="609533"/>
                  </a:lnTo>
                  <a:lnTo>
                    <a:pt x="6358974" y="615153"/>
                  </a:lnTo>
                  <a:lnTo>
                    <a:pt x="6306305" y="621266"/>
                  </a:lnTo>
                  <a:lnTo>
                    <a:pt x="6252950" y="627836"/>
                  </a:lnTo>
                  <a:lnTo>
                    <a:pt x="6198853" y="634804"/>
                  </a:lnTo>
                  <a:lnTo>
                    <a:pt x="6144086" y="642088"/>
                  </a:lnTo>
                  <a:lnTo>
                    <a:pt x="6088828" y="649589"/>
                  </a:lnTo>
                  <a:lnTo>
                    <a:pt x="6033328" y="657193"/>
                  </a:lnTo>
                  <a:lnTo>
                    <a:pt x="5977871" y="664779"/>
                  </a:lnTo>
                  <a:lnTo>
                    <a:pt x="5922734" y="672227"/>
                  </a:lnTo>
                  <a:lnTo>
                    <a:pt x="5868151" y="679428"/>
                  </a:lnTo>
                  <a:lnTo>
                    <a:pt x="5814272" y="686285"/>
                  </a:lnTo>
                  <a:lnTo>
                    <a:pt x="5761132" y="692725"/>
                  </a:lnTo>
                  <a:lnTo>
                    <a:pt x="5708632" y="698695"/>
                  </a:lnTo>
                  <a:lnTo>
                    <a:pt x="5656511" y="704166"/>
                  </a:lnTo>
                  <a:lnTo>
                    <a:pt x="5604325" y="709130"/>
                  </a:lnTo>
                  <a:lnTo>
                    <a:pt x="5567201" y="712326"/>
                  </a:lnTo>
                  <a:lnTo>
                    <a:pt x="5518789" y="716060"/>
                  </a:lnTo>
                  <a:lnTo>
                    <a:pt x="5468631" y="719402"/>
                  </a:lnTo>
                  <a:lnTo>
                    <a:pt x="5415873" y="722376"/>
                  </a:lnTo>
                  <a:lnTo>
                    <a:pt x="5359562" y="725016"/>
                  </a:lnTo>
                  <a:lnTo>
                    <a:pt x="5298738" y="727363"/>
                  </a:lnTo>
                  <a:lnTo>
                    <a:pt x="5232523" y="729455"/>
                  </a:lnTo>
                  <a:lnTo>
                    <a:pt x="5160244" y="731324"/>
                  </a:lnTo>
                  <a:lnTo>
                    <a:pt x="5081592" y="732995"/>
                  </a:lnTo>
                  <a:lnTo>
                    <a:pt x="4996833" y="734487"/>
                  </a:lnTo>
                  <a:lnTo>
                    <a:pt x="4907052" y="735809"/>
                  </a:lnTo>
                  <a:lnTo>
                    <a:pt x="4814362" y="736963"/>
                  </a:lnTo>
                  <a:lnTo>
                    <a:pt x="4722001" y="737947"/>
                  </a:lnTo>
                  <a:lnTo>
                    <a:pt x="4634171" y="738757"/>
                  </a:lnTo>
                  <a:lnTo>
                    <a:pt x="4555518" y="739391"/>
                  </a:lnTo>
                  <a:lnTo>
                    <a:pt x="4490292" y="739855"/>
                  </a:lnTo>
                  <a:lnTo>
                    <a:pt x="4441367" y="740164"/>
                  </a:lnTo>
                  <a:lnTo>
                    <a:pt x="4409457" y="740345"/>
                  </a:lnTo>
                  <a:lnTo>
                    <a:pt x="4392794" y="740429"/>
                  </a:lnTo>
                  <a:lnTo>
                    <a:pt x="4387276" y="740454"/>
                  </a:lnTo>
                  <a:lnTo>
                    <a:pt x="4386855" y="740456"/>
                  </a:lnTo>
                  <a:lnTo>
                    <a:pt x="3848118" y="740456"/>
                  </a:lnTo>
                  <a:lnTo>
                    <a:pt x="3846826" y="740432"/>
                  </a:lnTo>
                  <a:lnTo>
                    <a:pt x="3838393" y="740257"/>
                  </a:lnTo>
                  <a:lnTo>
                    <a:pt x="3817365" y="739773"/>
                  </a:lnTo>
                  <a:lnTo>
                    <a:pt x="3780358" y="738824"/>
                  </a:lnTo>
                  <a:lnTo>
                    <a:pt x="3726382" y="737273"/>
                  </a:lnTo>
                  <a:lnTo>
                    <a:pt x="3656862" y="735022"/>
                  </a:lnTo>
                  <a:lnTo>
                    <a:pt x="3575165" y="732015"/>
                  </a:lnTo>
                  <a:lnTo>
                    <a:pt x="3485728" y="728241"/>
                  </a:lnTo>
                  <a:lnTo>
                    <a:pt x="3393107" y="723712"/>
                  </a:lnTo>
                  <a:lnTo>
                    <a:pt x="3301222" y="718446"/>
                  </a:lnTo>
                  <a:lnTo>
                    <a:pt x="3212963" y="712448"/>
                  </a:lnTo>
                  <a:lnTo>
                    <a:pt x="3130112" y="705699"/>
                  </a:lnTo>
                  <a:lnTo>
                    <a:pt x="3053484" y="698146"/>
                  </a:lnTo>
                  <a:lnTo>
                    <a:pt x="2983158" y="689704"/>
                  </a:lnTo>
                  <a:lnTo>
                    <a:pt x="2918704" y="680252"/>
                  </a:lnTo>
                  <a:lnTo>
                    <a:pt x="2859384" y="669642"/>
                  </a:lnTo>
                  <a:lnTo>
                    <a:pt x="2804293" y="657705"/>
                  </a:lnTo>
                  <a:lnTo>
                    <a:pt x="2752473" y="644267"/>
                  </a:lnTo>
                  <a:lnTo>
                    <a:pt x="2702994" y="629182"/>
                  </a:lnTo>
                  <a:lnTo>
                    <a:pt x="2667772" y="617047"/>
                  </a:lnTo>
                  <a:lnTo>
                    <a:pt x="2618026" y="597974"/>
                  </a:lnTo>
                  <a:lnTo>
                    <a:pt x="2568763" y="576943"/>
                  </a:lnTo>
                  <a:lnTo>
                    <a:pt x="2519468" y="553925"/>
                  </a:lnTo>
                  <a:lnTo>
                    <a:pt x="2469795" y="528961"/>
                  </a:lnTo>
                  <a:lnTo>
                    <a:pt x="2419537" y="502167"/>
                  </a:lnTo>
                  <a:lnTo>
                    <a:pt x="2368617" y="473740"/>
                  </a:lnTo>
                  <a:lnTo>
                    <a:pt x="2317064" y="443957"/>
                  </a:lnTo>
                  <a:lnTo>
                    <a:pt x="2265001" y="413167"/>
                  </a:lnTo>
                  <a:lnTo>
                    <a:pt x="2212618" y="381773"/>
                  </a:lnTo>
                  <a:lnTo>
                    <a:pt x="2160146" y="350215"/>
                  </a:lnTo>
                  <a:lnTo>
                    <a:pt x="2107828" y="318941"/>
                  </a:lnTo>
                  <a:lnTo>
                    <a:pt x="2055886" y="288383"/>
                  </a:lnTo>
                  <a:lnTo>
                    <a:pt x="2004494" y="258933"/>
                  </a:lnTo>
                  <a:lnTo>
                    <a:pt x="1953753" y="230921"/>
                  </a:lnTo>
                  <a:lnTo>
                    <a:pt x="1903665" y="204602"/>
                  </a:lnTo>
                  <a:lnTo>
                    <a:pt x="1854119" y="180153"/>
                  </a:lnTo>
                  <a:lnTo>
                    <a:pt x="1804873" y="157668"/>
                  </a:lnTo>
                  <a:lnTo>
                    <a:pt x="1755538" y="137168"/>
                  </a:lnTo>
                  <a:lnTo>
                    <a:pt x="1719082" y="123409"/>
                  </a:lnTo>
                  <a:lnTo>
                    <a:pt x="1670796" y="107068"/>
                  </a:lnTo>
                  <a:lnTo>
                    <a:pt x="1620776" y="92435"/>
                  </a:lnTo>
                  <a:lnTo>
                    <a:pt x="1568174" y="79415"/>
                  </a:lnTo>
                  <a:lnTo>
                    <a:pt x="1512044" y="67850"/>
                  </a:lnTo>
                  <a:lnTo>
                    <a:pt x="1451434" y="57566"/>
                  </a:lnTo>
                  <a:lnTo>
                    <a:pt x="1385471" y="48398"/>
                  </a:lnTo>
                  <a:lnTo>
                    <a:pt x="1313483" y="40204"/>
                  </a:lnTo>
                  <a:lnTo>
                    <a:pt x="1235155" y="32874"/>
                  </a:lnTo>
                  <a:lnTo>
                    <a:pt x="1150740" y="26330"/>
                  </a:lnTo>
                  <a:lnTo>
                    <a:pt x="1061291" y="20528"/>
                  </a:lnTo>
                  <a:lnTo>
                    <a:pt x="968879" y="15458"/>
                  </a:lnTo>
                  <a:lnTo>
                    <a:pt x="876690" y="11129"/>
                  </a:lnTo>
                  <a:lnTo>
                    <a:pt x="788867" y="7560"/>
                  </a:lnTo>
                  <a:lnTo>
                    <a:pt x="710021" y="4759"/>
                  </a:lnTo>
                  <a:lnTo>
                    <a:pt x="644400" y="2702"/>
                  </a:lnTo>
                  <a:lnTo>
                    <a:pt x="594923" y="1324"/>
                  </a:lnTo>
                  <a:lnTo>
                    <a:pt x="562393" y="514"/>
                  </a:lnTo>
                  <a:lnTo>
                    <a:pt x="545162" y="128"/>
                  </a:lnTo>
                  <a:lnTo>
                    <a:pt x="539252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546595" y="1104351"/>
              <a:ext cx="8234974" cy="740456"/>
            </a:xfrm>
            <a:custGeom>
              <a:avLst/>
              <a:pathLst>
                <a:path w="8234974" h="740456">
                  <a:moveTo>
                    <a:pt x="0" y="0"/>
                  </a:moveTo>
                  <a:lnTo>
                    <a:pt x="538736" y="0"/>
                  </a:lnTo>
                  <a:lnTo>
                    <a:pt x="540029" y="24"/>
                  </a:lnTo>
                  <a:lnTo>
                    <a:pt x="548462" y="199"/>
                  </a:lnTo>
                  <a:lnTo>
                    <a:pt x="569490" y="683"/>
                  </a:lnTo>
                  <a:lnTo>
                    <a:pt x="606497" y="1631"/>
                  </a:lnTo>
                  <a:lnTo>
                    <a:pt x="660473" y="3182"/>
                  </a:lnTo>
                  <a:lnTo>
                    <a:pt x="729992" y="5434"/>
                  </a:lnTo>
                  <a:lnTo>
                    <a:pt x="811689" y="8440"/>
                  </a:lnTo>
                  <a:lnTo>
                    <a:pt x="901126" y="12215"/>
                  </a:lnTo>
                  <a:lnTo>
                    <a:pt x="993748" y="16744"/>
                  </a:lnTo>
                  <a:lnTo>
                    <a:pt x="1085632" y="22010"/>
                  </a:lnTo>
                  <a:lnTo>
                    <a:pt x="1173892" y="28008"/>
                  </a:lnTo>
                  <a:lnTo>
                    <a:pt x="1256743" y="34757"/>
                  </a:lnTo>
                  <a:lnTo>
                    <a:pt x="1333371" y="42309"/>
                  </a:lnTo>
                  <a:lnTo>
                    <a:pt x="1403697" y="50751"/>
                  </a:lnTo>
                  <a:lnTo>
                    <a:pt x="1468150" y="60203"/>
                  </a:lnTo>
                  <a:lnTo>
                    <a:pt x="1527471" y="70813"/>
                  </a:lnTo>
                  <a:lnTo>
                    <a:pt x="1582561" y="82751"/>
                  </a:lnTo>
                  <a:lnTo>
                    <a:pt x="1634382" y="96189"/>
                  </a:lnTo>
                  <a:lnTo>
                    <a:pt x="1683861" y="111273"/>
                  </a:lnTo>
                  <a:lnTo>
                    <a:pt x="1719082" y="123409"/>
                  </a:lnTo>
                  <a:lnTo>
                    <a:pt x="1768828" y="142482"/>
                  </a:lnTo>
                  <a:lnTo>
                    <a:pt x="1818092" y="163513"/>
                  </a:lnTo>
                  <a:lnTo>
                    <a:pt x="1867386" y="186530"/>
                  </a:lnTo>
                  <a:lnTo>
                    <a:pt x="1917060" y="211494"/>
                  </a:lnTo>
                  <a:lnTo>
                    <a:pt x="1967317" y="238289"/>
                  </a:lnTo>
                  <a:lnTo>
                    <a:pt x="2018238" y="266715"/>
                  </a:lnTo>
                  <a:lnTo>
                    <a:pt x="2069791" y="296498"/>
                  </a:lnTo>
                  <a:lnTo>
                    <a:pt x="2121854" y="327289"/>
                  </a:lnTo>
                  <a:lnTo>
                    <a:pt x="2174237" y="358683"/>
                  </a:lnTo>
                  <a:lnTo>
                    <a:pt x="2226708" y="390241"/>
                  </a:lnTo>
                  <a:lnTo>
                    <a:pt x="2279027" y="421515"/>
                  </a:lnTo>
                  <a:lnTo>
                    <a:pt x="2330969" y="452073"/>
                  </a:lnTo>
                  <a:lnTo>
                    <a:pt x="2382360" y="481523"/>
                  </a:lnTo>
                  <a:lnTo>
                    <a:pt x="2433102" y="509535"/>
                  </a:lnTo>
                  <a:lnTo>
                    <a:pt x="2483190" y="535853"/>
                  </a:lnTo>
                  <a:lnTo>
                    <a:pt x="2532736" y="560303"/>
                  </a:lnTo>
                  <a:lnTo>
                    <a:pt x="2581981" y="582788"/>
                  </a:lnTo>
                  <a:lnTo>
                    <a:pt x="2631316" y="603287"/>
                  </a:lnTo>
                  <a:lnTo>
                    <a:pt x="2667772" y="617047"/>
                  </a:lnTo>
                  <a:lnTo>
                    <a:pt x="2716059" y="633388"/>
                  </a:lnTo>
                  <a:lnTo>
                    <a:pt x="2766079" y="648020"/>
                  </a:lnTo>
                  <a:lnTo>
                    <a:pt x="2818681" y="661040"/>
                  </a:lnTo>
                  <a:lnTo>
                    <a:pt x="2874810" y="672605"/>
                  </a:lnTo>
                  <a:lnTo>
                    <a:pt x="2935421" y="682890"/>
                  </a:lnTo>
                  <a:lnTo>
                    <a:pt x="3001384" y="692058"/>
                  </a:lnTo>
                  <a:lnTo>
                    <a:pt x="3073372" y="700251"/>
                  </a:lnTo>
                  <a:lnTo>
                    <a:pt x="3151700" y="707582"/>
                  </a:lnTo>
                  <a:lnTo>
                    <a:pt x="3236115" y="714126"/>
                  </a:lnTo>
                  <a:lnTo>
                    <a:pt x="3325564" y="719927"/>
                  </a:lnTo>
                  <a:lnTo>
                    <a:pt x="3417975" y="724997"/>
                  </a:lnTo>
                  <a:lnTo>
                    <a:pt x="3510165" y="729326"/>
                  </a:lnTo>
                  <a:lnTo>
                    <a:pt x="3597988" y="732895"/>
                  </a:lnTo>
                  <a:lnTo>
                    <a:pt x="3676833" y="735697"/>
                  </a:lnTo>
                  <a:lnTo>
                    <a:pt x="3742454" y="737754"/>
                  </a:lnTo>
                  <a:lnTo>
                    <a:pt x="3791932" y="739132"/>
                  </a:lnTo>
                  <a:lnTo>
                    <a:pt x="3824461" y="739942"/>
                  </a:lnTo>
                  <a:lnTo>
                    <a:pt x="3841693" y="740327"/>
                  </a:lnTo>
                  <a:lnTo>
                    <a:pt x="3847602" y="740447"/>
                  </a:lnTo>
                  <a:lnTo>
                    <a:pt x="3848118" y="740456"/>
                  </a:lnTo>
                  <a:lnTo>
                    <a:pt x="4386855" y="740456"/>
                  </a:lnTo>
                  <a:lnTo>
                    <a:pt x="4388157" y="740451"/>
                  </a:lnTo>
                  <a:lnTo>
                    <a:pt x="4396653" y="740410"/>
                  </a:lnTo>
                  <a:lnTo>
                    <a:pt x="4417831" y="740299"/>
                  </a:lnTo>
                  <a:lnTo>
                    <a:pt x="4455086" y="740081"/>
                  </a:lnTo>
                  <a:lnTo>
                    <a:pt x="4509395" y="739725"/>
                  </a:lnTo>
                  <a:lnTo>
                    <a:pt x="4579293" y="739208"/>
                  </a:lnTo>
                  <a:lnTo>
                    <a:pt x="4661369" y="738518"/>
                  </a:lnTo>
                  <a:lnTo>
                    <a:pt x="4751139" y="737652"/>
                  </a:lnTo>
                  <a:lnTo>
                    <a:pt x="4844021" y="736613"/>
                  </a:lnTo>
                  <a:lnTo>
                    <a:pt x="4936083" y="735406"/>
                  </a:lnTo>
                  <a:lnTo>
                    <a:pt x="5024442" y="734031"/>
                  </a:lnTo>
                  <a:lnTo>
                    <a:pt x="5107329" y="732483"/>
                  </a:lnTo>
                  <a:lnTo>
                    <a:pt x="5183949" y="730751"/>
                  </a:lnTo>
                  <a:lnTo>
                    <a:pt x="5254242" y="728814"/>
                  </a:lnTo>
                  <a:lnTo>
                    <a:pt x="5318655" y="726645"/>
                  </a:lnTo>
                  <a:lnTo>
                    <a:pt x="5377940" y="724209"/>
                  </a:lnTo>
                  <a:lnTo>
                    <a:pt x="5433014" y="721467"/>
                  </a:lnTo>
                  <a:lnTo>
                    <a:pt x="5484843" y="718380"/>
                  </a:lnTo>
                  <a:lnTo>
                    <a:pt x="5534359" y="714914"/>
                  </a:lnTo>
                  <a:lnTo>
                    <a:pt x="5567201" y="712326"/>
                  </a:lnTo>
                  <a:lnTo>
                    <a:pt x="5619813" y="707713"/>
                  </a:lnTo>
                  <a:lnTo>
                    <a:pt x="5671922" y="702599"/>
                  </a:lnTo>
                  <a:lnTo>
                    <a:pt x="5724118" y="696979"/>
                  </a:lnTo>
                  <a:lnTo>
                    <a:pt x="5776788" y="690866"/>
                  </a:lnTo>
                  <a:lnTo>
                    <a:pt x="5830142" y="684296"/>
                  </a:lnTo>
                  <a:lnTo>
                    <a:pt x="5884240" y="677328"/>
                  </a:lnTo>
                  <a:lnTo>
                    <a:pt x="5939006" y="670044"/>
                  </a:lnTo>
                  <a:lnTo>
                    <a:pt x="5994265" y="662542"/>
                  </a:lnTo>
                  <a:lnTo>
                    <a:pt x="6049765" y="654939"/>
                  </a:lnTo>
                  <a:lnTo>
                    <a:pt x="6105222" y="647353"/>
                  </a:lnTo>
                  <a:lnTo>
                    <a:pt x="6160358" y="639904"/>
                  </a:lnTo>
                  <a:lnTo>
                    <a:pt x="6214941" y="632704"/>
                  </a:lnTo>
                  <a:lnTo>
                    <a:pt x="6268821" y="625846"/>
                  </a:lnTo>
                  <a:lnTo>
                    <a:pt x="6321960" y="619407"/>
                  </a:lnTo>
                  <a:lnTo>
                    <a:pt x="6374460" y="613437"/>
                  </a:lnTo>
                  <a:lnTo>
                    <a:pt x="6426581" y="607966"/>
                  </a:lnTo>
                  <a:lnTo>
                    <a:pt x="6478768" y="603002"/>
                  </a:lnTo>
                  <a:lnTo>
                    <a:pt x="6515891" y="599806"/>
                  </a:lnTo>
                  <a:lnTo>
                    <a:pt x="6564304" y="596072"/>
                  </a:lnTo>
                  <a:lnTo>
                    <a:pt x="6614461" y="592729"/>
                  </a:lnTo>
                  <a:lnTo>
                    <a:pt x="6667219" y="589756"/>
                  </a:lnTo>
                  <a:lnTo>
                    <a:pt x="6723530" y="587116"/>
                  </a:lnTo>
                  <a:lnTo>
                    <a:pt x="6784355" y="584769"/>
                  </a:lnTo>
                  <a:lnTo>
                    <a:pt x="6850570" y="582677"/>
                  </a:lnTo>
                  <a:lnTo>
                    <a:pt x="6922849" y="580808"/>
                  </a:lnTo>
                  <a:lnTo>
                    <a:pt x="7001501" y="579136"/>
                  </a:lnTo>
                  <a:lnTo>
                    <a:pt x="7086259" y="577645"/>
                  </a:lnTo>
                  <a:lnTo>
                    <a:pt x="7176040" y="576323"/>
                  </a:lnTo>
                  <a:lnTo>
                    <a:pt x="7268731" y="575169"/>
                  </a:lnTo>
                  <a:lnTo>
                    <a:pt x="7361091" y="574185"/>
                  </a:lnTo>
                  <a:lnTo>
                    <a:pt x="7448922" y="573375"/>
                  </a:lnTo>
                  <a:lnTo>
                    <a:pt x="7527575" y="572741"/>
                  </a:lnTo>
                  <a:lnTo>
                    <a:pt x="7592800" y="572277"/>
                  </a:lnTo>
                  <a:lnTo>
                    <a:pt x="7641726" y="571967"/>
                  </a:lnTo>
                  <a:lnTo>
                    <a:pt x="7673635" y="571787"/>
                  </a:lnTo>
                  <a:lnTo>
                    <a:pt x="7690298" y="571703"/>
                  </a:lnTo>
                  <a:lnTo>
                    <a:pt x="7695817" y="571677"/>
                  </a:lnTo>
                  <a:lnTo>
                    <a:pt x="7696237" y="571676"/>
                  </a:lnTo>
                  <a:lnTo>
                    <a:pt x="8234974" y="571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546595" y="1098907"/>
              <a:ext cx="8234974" cy="740456"/>
            </a:xfrm>
            <a:custGeom>
              <a:avLst/>
              <a:pathLst>
                <a:path w="8234974" h="740456">
                  <a:moveTo>
                    <a:pt x="8234974" y="571676"/>
                  </a:moveTo>
                  <a:lnTo>
                    <a:pt x="7696237" y="571676"/>
                  </a:lnTo>
                  <a:lnTo>
                    <a:pt x="7694935" y="571681"/>
                  </a:lnTo>
                  <a:lnTo>
                    <a:pt x="7686439" y="571721"/>
                  </a:lnTo>
                  <a:lnTo>
                    <a:pt x="7665262" y="571833"/>
                  </a:lnTo>
                  <a:lnTo>
                    <a:pt x="7628006" y="572050"/>
                  </a:lnTo>
                  <a:lnTo>
                    <a:pt x="7573698" y="572407"/>
                  </a:lnTo>
                  <a:lnTo>
                    <a:pt x="7503799" y="572924"/>
                  </a:lnTo>
                  <a:lnTo>
                    <a:pt x="7421724" y="573614"/>
                  </a:lnTo>
                  <a:lnTo>
                    <a:pt x="7331953" y="574479"/>
                  </a:lnTo>
                  <a:lnTo>
                    <a:pt x="7239071" y="575518"/>
                  </a:lnTo>
                  <a:lnTo>
                    <a:pt x="7147009" y="576726"/>
                  </a:lnTo>
                  <a:lnTo>
                    <a:pt x="7058651" y="578101"/>
                  </a:lnTo>
                  <a:lnTo>
                    <a:pt x="6975763" y="579649"/>
                  </a:lnTo>
                  <a:lnTo>
                    <a:pt x="6899144" y="581381"/>
                  </a:lnTo>
                  <a:lnTo>
                    <a:pt x="6828851" y="583318"/>
                  </a:lnTo>
                  <a:lnTo>
                    <a:pt x="6764438" y="585487"/>
                  </a:lnTo>
                  <a:lnTo>
                    <a:pt x="6705152" y="587923"/>
                  </a:lnTo>
                  <a:lnTo>
                    <a:pt x="6650079" y="590665"/>
                  </a:lnTo>
                  <a:lnTo>
                    <a:pt x="6598249" y="593752"/>
                  </a:lnTo>
                  <a:lnTo>
                    <a:pt x="6548733" y="597218"/>
                  </a:lnTo>
                  <a:lnTo>
                    <a:pt x="6515891" y="599806"/>
                  </a:lnTo>
                  <a:lnTo>
                    <a:pt x="6463279" y="604419"/>
                  </a:lnTo>
                  <a:lnTo>
                    <a:pt x="6411170" y="609533"/>
                  </a:lnTo>
                  <a:lnTo>
                    <a:pt x="6358974" y="615153"/>
                  </a:lnTo>
                  <a:lnTo>
                    <a:pt x="6306305" y="621266"/>
                  </a:lnTo>
                  <a:lnTo>
                    <a:pt x="6252950" y="627836"/>
                  </a:lnTo>
                  <a:lnTo>
                    <a:pt x="6198853" y="634804"/>
                  </a:lnTo>
                  <a:lnTo>
                    <a:pt x="6144086" y="642088"/>
                  </a:lnTo>
                  <a:lnTo>
                    <a:pt x="6088828" y="649589"/>
                  </a:lnTo>
                  <a:lnTo>
                    <a:pt x="6033328" y="657193"/>
                  </a:lnTo>
                  <a:lnTo>
                    <a:pt x="5977871" y="664779"/>
                  </a:lnTo>
                  <a:lnTo>
                    <a:pt x="5922734" y="672227"/>
                  </a:lnTo>
                  <a:lnTo>
                    <a:pt x="5868151" y="679428"/>
                  </a:lnTo>
                  <a:lnTo>
                    <a:pt x="5814272" y="686285"/>
                  </a:lnTo>
                  <a:lnTo>
                    <a:pt x="5761132" y="692725"/>
                  </a:lnTo>
                  <a:lnTo>
                    <a:pt x="5708632" y="698695"/>
                  </a:lnTo>
                  <a:lnTo>
                    <a:pt x="5656511" y="704166"/>
                  </a:lnTo>
                  <a:lnTo>
                    <a:pt x="5604325" y="709130"/>
                  </a:lnTo>
                  <a:lnTo>
                    <a:pt x="5567201" y="712326"/>
                  </a:lnTo>
                  <a:lnTo>
                    <a:pt x="5518789" y="716060"/>
                  </a:lnTo>
                  <a:lnTo>
                    <a:pt x="5468631" y="719402"/>
                  </a:lnTo>
                  <a:lnTo>
                    <a:pt x="5415873" y="722376"/>
                  </a:lnTo>
                  <a:lnTo>
                    <a:pt x="5359562" y="725016"/>
                  </a:lnTo>
                  <a:lnTo>
                    <a:pt x="5298738" y="727363"/>
                  </a:lnTo>
                  <a:lnTo>
                    <a:pt x="5232523" y="729455"/>
                  </a:lnTo>
                  <a:lnTo>
                    <a:pt x="5160244" y="731324"/>
                  </a:lnTo>
                  <a:lnTo>
                    <a:pt x="5081592" y="732995"/>
                  </a:lnTo>
                  <a:lnTo>
                    <a:pt x="4996833" y="734487"/>
                  </a:lnTo>
                  <a:lnTo>
                    <a:pt x="4907052" y="735809"/>
                  </a:lnTo>
                  <a:lnTo>
                    <a:pt x="4814362" y="736963"/>
                  </a:lnTo>
                  <a:lnTo>
                    <a:pt x="4722001" y="737947"/>
                  </a:lnTo>
                  <a:lnTo>
                    <a:pt x="4634171" y="738757"/>
                  </a:lnTo>
                  <a:lnTo>
                    <a:pt x="4555518" y="739391"/>
                  </a:lnTo>
                  <a:lnTo>
                    <a:pt x="4490292" y="739855"/>
                  </a:lnTo>
                  <a:lnTo>
                    <a:pt x="4441367" y="740164"/>
                  </a:lnTo>
                  <a:lnTo>
                    <a:pt x="4409457" y="740345"/>
                  </a:lnTo>
                  <a:lnTo>
                    <a:pt x="4392794" y="740429"/>
                  </a:lnTo>
                  <a:lnTo>
                    <a:pt x="4387276" y="740454"/>
                  </a:lnTo>
                  <a:lnTo>
                    <a:pt x="4386855" y="740456"/>
                  </a:lnTo>
                  <a:lnTo>
                    <a:pt x="3848118" y="740456"/>
                  </a:lnTo>
                  <a:lnTo>
                    <a:pt x="3846826" y="740432"/>
                  </a:lnTo>
                  <a:lnTo>
                    <a:pt x="3838393" y="740257"/>
                  </a:lnTo>
                  <a:lnTo>
                    <a:pt x="3817365" y="739773"/>
                  </a:lnTo>
                  <a:lnTo>
                    <a:pt x="3780358" y="738824"/>
                  </a:lnTo>
                  <a:lnTo>
                    <a:pt x="3726382" y="737273"/>
                  </a:lnTo>
                  <a:lnTo>
                    <a:pt x="3656862" y="735022"/>
                  </a:lnTo>
                  <a:lnTo>
                    <a:pt x="3575165" y="732015"/>
                  </a:lnTo>
                  <a:lnTo>
                    <a:pt x="3485728" y="728241"/>
                  </a:lnTo>
                  <a:lnTo>
                    <a:pt x="3393107" y="723712"/>
                  </a:lnTo>
                  <a:lnTo>
                    <a:pt x="3301222" y="718446"/>
                  </a:lnTo>
                  <a:lnTo>
                    <a:pt x="3212963" y="712448"/>
                  </a:lnTo>
                  <a:lnTo>
                    <a:pt x="3130112" y="705699"/>
                  </a:lnTo>
                  <a:lnTo>
                    <a:pt x="3053484" y="698146"/>
                  </a:lnTo>
                  <a:lnTo>
                    <a:pt x="2983158" y="689704"/>
                  </a:lnTo>
                  <a:lnTo>
                    <a:pt x="2918704" y="680252"/>
                  </a:lnTo>
                  <a:lnTo>
                    <a:pt x="2859384" y="669642"/>
                  </a:lnTo>
                  <a:lnTo>
                    <a:pt x="2804293" y="657705"/>
                  </a:lnTo>
                  <a:lnTo>
                    <a:pt x="2752473" y="644267"/>
                  </a:lnTo>
                  <a:lnTo>
                    <a:pt x="2702994" y="629182"/>
                  </a:lnTo>
                  <a:lnTo>
                    <a:pt x="2667772" y="617047"/>
                  </a:lnTo>
                  <a:lnTo>
                    <a:pt x="2618026" y="597974"/>
                  </a:lnTo>
                  <a:lnTo>
                    <a:pt x="2568763" y="576943"/>
                  </a:lnTo>
                  <a:lnTo>
                    <a:pt x="2519468" y="553925"/>
                  </a:lnTo>
                  <a:lnTo>
                    <a:pt x="2469795" y="528961"/>
                  </a:lnTo>
                  <a:lnTo>
                    <a:pt x="2419537" y="502167"/>
                  </a:lnTo>
                  <a:lnTo>
                    <a:pt x="2368617" y="473740"/>
                  </a:lnTo>
                  <a:lnTo>
                    <a:pt x="2317064" y="443957"/>
                  </a:lnTo>
                  <a:lnTo>
                    <a:pt x="2265001" y="413167"/>
                  </a:lnTo>
                  <a:lnTo>
                    <a:pt x="2212618" y="381773"/>
                  </a:lnTo>
                  <a:lnTo>
                    <a:pt x="2160146" y="350215"/>
                  </a:lnTo>
                  <a:lnTo>
                    <a:pt x="2107828" y="318941"/>
                  </a:lnTo>
                  <a:lnTo>
                    <a:pt x="2055886" y="288383"/>
                  </a:lnTo>
                  <a:lnTo>
                    <a:pt x="2004494" y="258933"/>
                  </a:lnTo>
                  <a:lnTo>
                    <a:pt x="1953753" y="230921"/>
                  </a:lnTo>
                  <a:lnTo>
                    <a:pt x="1903665" y="204602"/>
                  </a:lnTo>
                  <a:lnTo>
                    <a:pt x="1854119" y="180153"/>
                  </a:lnTo>
                  <a:lnTo>
                    <a:pt x="1804873" y="157668"/>
                  </a:lnTo>
                  <a:lnTo>
                    <a:pt x="1755538" y="137168"/>
                  </a:lnTo>
                  <a:lnTo>
                    <a:pt x="1719082" y="123409"/>
                  </a:lnTo>
                  <a:lnTo>
                    <a:pt x="1670796" y="107068"/>
                  </a:lnTo>
                  <a:lnTo>
                    <a:pt x="1620776" y="92435"/>
                  </a:lnTo>
                  <a:lnTo>
                    <a:pt x="1568174" y="79415"/>
                  </a:lnTo>
                  <a:lnTo>
                    <a:pt x="1512044" y="67850"/>
                  </a:lnTo>
                  <a:lnTo>
                    <a:pt x="1451434" y="57566"/>
                  </a:lnTo>
                  <a:lnTo>
                    <a:pt x="1385471" y="48398"/>
                  </a:lnTo>
                  <a:lnTo>
                    <a:pt x="1313483" y="40204"/>
                  </a:lnTo>
                  <a:lnTo>
                    <a:pt x="1235155" y="32874"/>
                  </a:lnTo>
                  <a:lnTo>
                    <a:pt x="1150740" y="26330"/>
                  </a:lnTo>
                  <a:lnTo>
                    <a:pt x="1061291" y="20528"/>
                  </a:lnTo>
                  <a:lnTo>
                    <a:pt x="968879" y="15458"/>
                  </a:lnTo>
                  <a:lnTo>
                    <a:pt x="876690" y="11129"/>
                  </a:lnTo>
                  <a:lnTo>
                    <a:pt x="788867" y="7560"/>
                  </a:lnTo>
                  <a:lnTo>
                    <a:pt x="710021" y="4759"/>
                  </a:lnTo>
                  <a:lnTo>
                    <a:pt x="644400" y="2702"/>
                  </a:lnTo>
                  <a:lnTo>
                    <a:pt x="594923" y="1324"/>
                  </a:lnTo>
                  <a:lnTo>
                    <a:pt x="562393" y="514"/>
                  </a:lnTo>
                  <a:lnTo>
                    <a:pt x="545162" y="128"/>
                  </a:lnTo>
                  <a:lnTo>
                    <a:pt x="539252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g80"/>
            <p:cNvSpPr/>
            <p:nvPr/>
          </p:nvSpPr>
          <p:spPr>
            <a:xfrm>
              <a:off x="546595" y="1104351"/>
              <a:ext cx="8234974" cy="1415578"/>
            </a:xfrm>
            <a:custGeom>
              <a:avLst/>
              <a:pathLst>
                <a:path w="8234974" h="1415578">
                  <a:moveTo>
                    <a:pt x="0" y="10889"/>
                  </a:moveTo>
                  <a:lnTo>
                    <a:pt x="538736" y="10889"/>
                  </a:lnTo>
                  <a:lnTo>
                    <a:pt x="540029" y="10913"/>
                  </a:lnTo>
                  <a:lnTo>
                    <a:pt x="548461" y="11089"/>
                  </a:lnTo>
                  <a:lnTo>
                    <a:pt x="569486" y="11577"/>
                  </a:lnTo>
                  <a:lnTo>
                    <a:pt x="606489" y="12532"/>
                  </a:lnTo>
                  <a:lnTo>
                    <a:pt x="660460" y="14094"/>
                  </a:lnTo>
                  <a:lnTo>
                    <a:pt x="729974" y="16362"/>
                  </a:lnTo>
                  <a:lnTo>
                    <a:pt x="811665" y="19391"/>
                  </a:lnTo>
                  <a:lnTo>
                    <a:pt x="901097" y="23192"/>
                  </a:lnTo>
                  <a:lnTo>
                    <a:pt x="993714" y="27754"/>
                  </a:lnTo>
                  <a:lnTo>
                    <a:pt x="1085596" y="33058"/>
                  </a:lnTo>
                  <a:lnTo>
                    <a:pt x="1173854" y="39100"/>
                  </a:lnTo>
                  <a:lnTo>
                    <a:pt x="1256705" y="45898"/>
                  </a:lnTo>
                  <a:lnTo>
                    <a:pt x="1333332" y="53505"/>
                  </a:lnTo>
                  <a:lnTo>
                    <a:pt x="1403659" y="62009"/>
                  </a:lnTo>
                  <a:lnTo>
                    <a:pt x="1468113" y="71529"/>
                  </a:lnTo>
                  <a:lnTo>
                    <a:pt x="1527434" y="82216"/>
                  </a:lnTo>
                  <a:lnTo>
                    <a:pt x="1582525" y="94240"/>
                  </a:lnTo>
                  <a:lnTo>
                    <a:pt x="1634346" y="107775"/>
                  </a:lnTo>
                  <a:lnTo>
                    <a:pt x="1683824" y="122968"/>
                  </a:lnTo>
                  <a:lnTo>
                    <a:pt x="1719082" y="135205"/>
                  </a:lnTo>
                  <a:lnTo>
                    <a:pt x="1768789" y="154403"/>
                  </a:lnTo>
                  <a:lnTo>
                    <a:pt x="1818014" y="175569"/>
                  </a:lnTo>
                  <a:lnTo>
                    <a:pt x="1867270" y="198734"/>
                  </a:lnTo>
                  <a:lnTo>
                    <a:pt x="1916903" y="223857"/>
                  </a:lnTo>
                  <a:lnTo>
                    <a:pt x="1967119" y="250820"/>
                  </a:lnTo>
                  <a:lnTo>
                    <a:pt x="2017997" y="279427"/>
                  </a:lnTo>
                  <a:lnTo>
                    <a:pt x="2069506" y="309399"/>
                  </a:lnTo>
                  <a:lnTo>
                    <a:pt x="2121526" y="340387"/>
                  </a:lnTo>
                  <a:lnTo>
                    <a:pt x="2173866" y="371985"/>
                  </a:lnTo>
                  <a:lnTo>
                    <a:pt x="2226297" y="403751"/>
                  </a:lnTo>
                  <a:lnTo>
                    <a:pt x="2278576" y="435234"/>
                  </a:lnTo>
                  <a:lnTo>
                    <a:pt x="2330482" y="466000"/>
                  </a:lnTo>
                  <a:lnTo>
                    <a:pt x="2381839" y="495656"/>
                  </a:lnTo>
                  <a:lnTo>
                    <a:pt x="2432548" y="523869"/>
                  </a:lnTo>
                  <a:lnTo>
                    <a:pt x="2482604" y="550381"/>
                  </a:lnTo>
                  <a:lnTo>
                    <a:pt x="2532116" y="575015"/>
                  </a:lnTo>
                  <a:lnTo>
                    <a:pt x="2581325" y="597673"/>
                  </a:lnTo>
                  <a:lnTo>
                    <a:pt x="2630617" y="618334"/>
                  </a:lnTo>
                  <a:lnTo>
                    <a:pt x="2667772" y="632473"/>
                  </a:lnTo>
                  <a:lnTo>
                    <a:pt x="2716057" y="648934"/>
                  </a:lnTo>
                  <a:lnTo>
                    <a:pt x="2766074" y="663673"/>
                  </a:lnTo>
                  <a:lnTo>
                    <a:pt x="2818674" y="676789"/>
                  </a:lnTo>
                  <a:lnTo>
                    <a:pt x="2874801" y="688438"/>
                  </a:lnTo>
                  <a:lnTo>
                    <a:pt x="2935408" y="698798"/>
                  </a:lnTo>
                  <a:lnTo>
                    <a:pt x="3001367" y="708033"/>
                  </a:lnTo>
                  <a:lnTo>
                    <a:pt x="3073351" y="716287"/>
                  </a:lnTo>
                  <a:lnTo>
                    <a:pt x="3151674" y="723671"/>
                  </a:lnTo>
                  <a:lnTo>
                    <a:pt x="3236083" y="730264"/>
                  </a:lnTo>
                  <a:lnTo>
                    <a:pt x="3325527" y="736108"/>
                  </a:lnTo>
                  <a:lnTo>
                    <a:pt x="3417934" y="741215"/>
                  </a:lnTo>
                  <a:lnTo>
                    <a:pt x="3510122" y="745576"/>
                  </a:lnTo>
                  <a:lnTo>
                    <a:pt x="3597944" y="749172"/>
                  </a:lnTo>
                  <a:lnTo>
                    <a:pt x="3676792" y="751994"/>
                  </a:lnTo>
                  <a:lnTo>
                    <a:pt x="3742420" y="754067"/>
                  </a:lnTo>
                  <a:lnTo>
                    <a:pt x="3791906" y="755455"/>
                  </a:lnTo>
                  <a:lnTo>
                    <a:pt x="3824445" y="756271"/>
                  </a:lnTo>
                  <a:lnTo>
                    <a:pt x="3841685" y="756660"/>
                  </a:lnTo>
                  <a:lnTo>
                    <a:pt x="3847601" y="756780"/>
                  </a:lnTo>
                  <a:lnTo>
                    <a:pt x="3848118" y="756790"/>
                  </a:lnTo>
                  <a:lnTo>
                    <a:pt x="4386855" y="756790"/>
                  </a:lnTo>
                  <a:lnTo>
                    <a:pt x="4388150" y="756812"/>
                  </a:lnTo>
                  <a:lnTo>
                    <a:pt x="4396597" y="756967"/>
                  </a:lnTo>
                  <a:lnTo>
                    <a:pt x="4417657" y="757399"/>
                  </a:lnTo>
                  <a:lnTo>
                    <a:pt x="4454718" y="758244"/>
                  </a:lnTo>
                  <a:lnTo>
                    <a:pt x="4508767" y="759626"/>
                  </a:lnTo>
                  <a:lnTo>
                    <a:pt x="4578369" y="761633"/>
                  </a:lnTo>
                  <a:lnTo>
                    <a:pt x="4660149" y="764312"/>
                  </a:lnTo>
                  <a:lnTo>
                    <a:pt x="4749659" y="767674"/>
                  </a:lnTo>
                  <a:lnTo>
                    <a:pt x="4842338" y="771709"/>
                  </a:lnTo>
                  <a:lnTo>
                    <a:pt x="4934262" y="776401"/>
                  </a:lnTo>
                  <a:lnTo>
                    <a:pt x="5022543" y="781744"/>
                  </a:lnTo>
                  <a:lnTo>
                    <a:pt x="5105402" y="787757"/>
                  </a:lnTo>
                  <a:lnTo>
                    <a:pt x="5182028" y="794485"/>
                  </a:lnTo>
                  <a:lnTo>
                    <a:pt x="5252347" y="802007"/>
                  </a:lnTo>
                  <a:lnTo>
                    <a:pt x="5316792" y="810429"/>
                  </a:lnTo>
                  <a:lnTo>
                    <a:pt x="5376104" y="819884"/>
                  </a:lnTo>
                  <a:lnTo>
                    <a:pt x="5431191" y="830522"/>
                  </a:lnTo>
                  <a:lnTo>
                    <a:pt x="5483014" y="842499"/>
                  </a:lnTo>
                  <a:lnTo>
                    <a:pt x="5532501" y="855943"/>
                  </a:lnTo>
                  <a:lnTo>
                    <a:pt x="5567201" y="866588"/>
                  </a:lnTo>
                  <a:lnTo>
                    <a:pt x="5617511" y="883761"/>
                  </a:lnTo>
                  <a:lnTo>
                    <a:pt x="5667335" y="902716"/>
                  </a:lnTo>
                  <a:lnTo>
                    <a:pt x="5717199" y="923480"/>
                  </a:lnTo>
                  <a:lnTo>
                    <a:pt x="5767461" y="946013"/>
                  </a:lnTo>
                  <a:lnTo>
                    <a:pt x="5818326" y="970204"/>
                  </a:lnTo>
                  <a:lnTo>
                    <a:pt x="5869870" y="995869"/>
                  </a:lnTo>
                  <a:lnTo>
                    <a:pt x="5922055" y="1022748"/>
                  </a:lnTo>
                  <a:lnTo>
                    <a:pt x="5974749" y="1050516"/>
                  </a:lnTo>
                  <a:lnTo>
                    <a:pt x="6027749" y="1078798"/>
                  </a:lnTo>
                  <a:lnTo>
                    <a:pt x="6080815" y="1107188"/>
                  </a:lnTo>
                  <a:lnTo>
                    <a:pt x="6133696" y="1135273"/>
                  </a:lnTo>
                  <a:lnTo>
                    <a:pt x="6186166" y="1162658"/>
                  </a:lnTo>
                  <a:lnTo>
                    <a:pt x="6238055" y="1188991"/>
                  </a:lnTo>
                  <a:lnTo>
                    <a:pt x="6289272" y="1213976"/>
                  </a:lnTo>
                  <a:lnTo>
                    <a:pt x="6339830" y="1237390"/>
                  </a:lnTo>
                  <a:lnTo>
                    <a:pt x="6389866" y="1259082"/>
                  </a:lnTo>
                  <a:lnTo>
                    <a:pt x="6439657" y="1278978"/>
                  </a:lnTo>
                  <a:lnTo>
                    <a:pt x="6489636" y="1297071"/>
                  </a:lnTo>
                  <a:lnTo>
                    <a:pt x="6515891" y="1305780"/>
                  </a:lnTo>
                  <a:lnTo>
                    <a:pt x="6564205" y="1320327"/>
                  </a:lnTo>
                  <a:lnTo>
                    <a:pt x="6614255" y="1333352"/>
                  </a:lnTo>
                  <a:lnTo>
                    <a:pt x="6666892" y="1344940"/>
                  </a:lnTo>
                  <a:lnTo>
                    <a:pt x="6723061" y="1355233"/>
                  </a:lnTo>
                  <a:lnTo>
                    <a:pt x="6783718" y="1364385"/>
                  </a:lnTo>
                  <a:lnTo>
                    <a:pt x="6849736" y="1372544"/>
                  </a:lnTo>
                  <a:lnTo>
                    <a:pt x="6921788" y="1379835"/>
                  </a:lnTo>
                  <a:lnTo>
                    <a:pt x="7000186" y="1386358"/>
                  </a:lnTo>
                  <a:lnTo>
                    <a:pt x="7084676" y="1392180"/>
                  </a:lnTo>
                  <a:lnTo>
                    <a:pt x="7174198" y="1397341"/>
                  </a:lnTo>
                  <a:lnTo>
                    <a:pt x="7266671" y="1401851"/>
                  </a:lnTo>
                  <a:lnTo>
                    <a:pt x="7358898" y="1405700"/>
                  </a:lnTo>
                  <a:lnTo>
                    <a:pt x="7446723" y="1408872"/>
                  </a:lnTo>
                  <a:lnTo>
                    <a:pt x="7525527" y="1411361"/>
                  </a:lnTo>
                  <a:lnTo>
                    <a:pt x="7591063" y="1413187"/>
                  </a:lnTo>
                  <a:lnTo>
                    <a:pt x="7640420" y="1414409"/>
                  </a:lnTo>
                  <a:lnTo>
                    <a:pt x="7672813" y="1415126"/>
                  </a:lnTo>
                  <a:lnTo>
                    <a:pt x="7689920" y="1415466"/>
                  </a:lnTo>
                  <a:lnTo>
                    <a:pt x="7695743" y="1415570"/>
                  </a:lnTo>
                  <a:lnTo>
                    <a:pt x="7696237" y="1415578"/>
                  </a:lnTo>
                  <a:lnTo>
                    <a:pt x="8234974" y="1415578"/>
                  </a:lnTo>
                  <a:lnTo>
                    <a:pt x="8234974" y="1404689"/>
                  </a:lnTo>
                  <a:lnTo>
                    <a:pt x="7696237" y="1404689"/>
                  </a:lnTo>
                  <a:lnTo>
                    <a:pt x="7694943" y="1404668"/>
                  </a:lnTo>
                  <a:lnTo>
                    <a:pt x="7686496" y="1404512"/>
                  </a:lnTo>
                  <a:lnTo>
                    <a:pt x="7665435" y="1404081"/>
                  </a:lnTo>
                  <a:lnTo>
                    <a:pt x="7628374" y="1403235"/>
                  </a:lnTo>
                  <a:lnTo>
                    <a:pt x="7574325" y="1401853"/>
                  </a:lnTo>
                  <a:lnTo>
                    <a:pt x="7504723" y="1399846"/>
                  </a:lnTo>
                  <a:lnTo>
                    <a:pt x="7422943" y="1397167"/>
                  </a:lnTo>
                  <a:lnTo>
                    <a:pt x="7333433" y="1393805"/>
                  </a:lnTo>
                  <a:lnTo>
                    <a:pt x="7240754" y="1389770"/>
                  </a:lnTo>
                  <a:lnTo>
                    <a:pt x="7148831" y="1385078"/>
                  </a:lnTo>
                  <a:lnTo>
                    <a:pt x="7060550" y="1379735"/>
                  </a:lnTo>
                  <a:lnTo>
                    <a:pt x="6977690" y="1373723"/>
                  </a:lnTo>
                  <a:lnTo>
                    <a:pt x="6901064" y="1366994"/>
                  </a:lnTo>
                  <a:lnTo>
                    <a:pt x="6830745" y="1359472"/>
                  </a:lnTo>
                  <a:lnTo>
                    <a:pt x="6766301" y="1351050"/>
                  </a:lnTo>
                  <a:lnTo>
                    <a:pt x="6706988" y="1341595"/>
                  </a:lnTo>
                  <a:lnTo>
                    <a:pt x="6651901" y="1330957"/>
                  </a:lnTo>
                  <a:lnTo>
                    <a:pt x="6600079" y="1318980"/>
                  </a:lnTo>
                  <a:lnTo>
                    <a:pt x="6550592" y="1305536"/>
                  </a:lnTo>
                  <a:lnTo>
                    <a:pt x="6515891" y="1294891"/>
                  </a:lnTo>
                  <a:lnTo>
                    <a:pt x="6465581" y="1277718"/>
                  </a:lnTo>
                  <a:lnTo>
                    <a:pt x="6415758" y="1258763"/>
                  </a:lnTo>
                  <a:lnTo>
                    <a:pt x="6365893" y="1237999"/>
                  </a:lnTo>
                  <a:lnTo>
                    <a:pt x="6315632" y="1215467"/>
                  </a:lnTo>
                  <a:lnTo>
                    <a:pt x="6264766" y="1191275"/>
                  </a:lnTo>
                  <a:lnTo>
                    <a:pt x="6213222" y="1165610"/>
                  </a:lnTo>
                  <a:lnTo>
                    <a:pt x="6161037" y="1138731"/>
                  </a:lnTo>
                  <a:lnTo>
                    <a:pt x="6108344" y="1110963"/>
                  </a:lnTo>
                  <a:lnTo>
                    <a:pt x="6055344" y="1082681"/>
                  </a:lnTo>
                  <a:lnTo>
                    <a:pt x="6002278" y="1054291"/>
                  </a:lnTo>
                  <a:lnTo>
                    <a:pt x="5949397" y="1026206"/>
                  </a:lnTo>
                  <a:lnTo>
                    <a:pt x="5896926" y="998821"/>
                  </a:lnTo>
                  <a:lnTo>
                    <a:pt x="5845037" y="972488"/>
                  </a:lnTo>
                  <a:lnTo>
                    <a:pt x="5793821" y="947503"/>
                  </a:lnTo>
                  <a:lnTo>
                    <a:pt x="5743262" y="924089"/>
                  </a:lnTo>
                  <a:lnTo>
                    <a:pt x="5693226" y="902397"/>
                  </a:lnTo>
                  <a:lnTo>
                    <a:pt x="5643436" y="882501"/>
                  </a:lnTo>
                  <a:lnTo>
                    <a:pt x="5593456" y="864408"/>
                  </a:lnTo>
                  <a:lnTo>
                    <a:pt x="5567201" y="855699"/>
                  </a:lnTo>
                  <a:lnTo>
                    <a:pt x="5518887" y="841152"/>
                  </a:lnTo>
                  <a:lnTo>
                    <a:pt x="5468837" y="828127"/>
                  </a:lnTo>
                  <a:lnTo>
                    <a:pt x="5416201" y="816539"/>
                  </a:lnTo>
                  <a:lnTo>
                    <a:pt x="5360032" y="806246"/>
                  </a:lnTo>
                  <a:lnTo>
                    <a:pt x="5299375" y="797094"/>
                  </a:lnTo>
                  <a:lnTo>
                    <a:pt x="5233357" y="788935"/>
                  </a:lnTo>
                  <a:lnTo>
                    <a:pt x="5161305" y="781644"/>
                  </a:lnTo>
                  <a:lnTo>
                    <a:pt x="5082906" y="775122"/>
                  </a:lnTo>
                  <a:lnTo>
                    <a:pt x="4998416" y="769299"/>
                  </a:lnTo>
                  <a:lnTo>
                    <a:pt x="4908894" y="764138"/>
                  </a:lnTo>
                  <a:lnTo>
                    <a:pt x="4816422" y="759628"/>
                  </a:lnTo>
                  <a:lnTo>
                    <a:pt x="4724194" y="755779"/>
                  </a:lnTo>
                  <a:lnTo>
                    <a:pt x="4636369" y="752607"/>
                  </a:lnTo>
                  <a:lnTo>
                    <a:pt x="4557565" y="750118"/>
                  </a:lnTo>
                  <a:lnTo>
                    <a:pt x="4492030" y="748292"/>
                  </a:lnTo>
                  <a:lnTo>
                    <a:pt x="4442673" y="747070"/>
                  </a:lnTo>
                  <a:lnTo>
                    <a:pt x="4410279" y="746353"/>
                  </a:lnTo>
                  <a:lnTo>
                    <a:pt x="4393172" y="746013"/>
                  </a:lnTo>
                  <a:lnTo>
                    <a:pt x="4387349" y="745909"/>
                  </a:lnTo>
                  <a:lnTo>
                    <a:pt x="4386855" y="745901"/>
                  </a:lnTo>
                  <a:lnTo>
                    <a:pt x="3848118" y="745901"/>
                  </a:lnTo>
                  <a:lnTo>
                    <a:pt x="3846826" y="745876"/>
                  </a:lnTo>
                  <a:lnTo>
                    <a:pt x="3838394" y="745700"/>
                  </a:lnTo>
                  <a:lnTo>
                    <a:pt x="3817368" y="745213"/>
                  </a:lnTo>
                  <a:lnTo>
                    <a:pt x="3780365" y="744257"/>
                  </a:lnTo>
                  <a:lnTo>
                    <a:pt x="3726394" y="742695"/>
                  </a:lnTo>
                  <a:lnTo>
                    <a:pt x="3656881" y="740427"/>
                  </a:lnTo>
                  <a:lnTo>
                    <a:pt x="3575189" y="737399"/>
                  </a:lnTo>
                  <a:lnTo>
                    <a:pt x="3485758" y="733597"/>
                  </a:lnTo>
                  <a:lnTo>
                    <a:pt x="3393140" y="729035"/>
                  </a:lnTo>
                  <a:lnTo>
                    <a:pt x="3301258" y="723731"/>
                  </a:lnTo>
                  <a:lnTo>
                    <a:pt x="3213000" y="717689"/>
                  </a:lnTo>
                  <a:lnTo>
                    <a:pt x="3130150" y="710891"/>
                  </a:lnTo>
                  <a:lnTo>
                    <a:pt x="3053522" y="703284"/>
                  </a:lnTo>
                  <a:lnTo>
                    <a:pt x="2983195" y="694781"/>
                  </a:lnTo>
                  <a:lnTo>
                    <a:pt x="2918741" y="685260"/>
                  </a:lnTo>
                  <a:lnTo>
                    <a:pt x="2859420" y="674573"/>
                  </a:lnTo>
                  <a:lnTo>
                    <a:pt x="2804330" y="662549"/>
                  </a:lnTo>
                  <a:lnTo>
                    <a:pt x="2752509" y="649015"/>
                  </a:lnTo>
                  <a:lnTo>
                    <a:pt x="2703031" y="633821"/>
                  </a:lnTo>
                  <a:lnTo>
                    <a:pt x="2667772" y="621584"/>
                  </a:lnTo>
                  <a:lnTo>
                    <a:pt x="2618065" y="602387"/>
                  </a:lnTo>
                  <a:lnTo>
                    <a:pt x="2568840" y="581220"/>
                  </a:lnTo>
                  <a:lnTo>
                    <a:pt x="2519585" y="558055"/>
                  </a:lnTo>
                  <a:lnTo>
                    <a:pt x="2469952" y="532933"/>
                  </a:lnTo>
                  <a:lnTo>
                    <a:pt x="2419736" y="505969"/>
                  </a:lnTo>
                  <a:lnTo>
                    <a:pt x="2368858" y="477362"/>
                  </a:lnTo>
                  <a:lnTo>
                    <a:pt x="2317348" y="447390"/>
                  </a:lnTo>
                  <a:lnTo>
                    <a:pt x="2265329" y="416402"/>
                  </a:lnTo>
                  <a:lnTo>
                    <a:pt x="2212989" y="384805"/>
                  </a:lnTo>
                  <a:lnTo>
                    <a:pt x="2160558" y="353039"/>
                  </a:lnTo>
                  <a:lnTo>
                    <a:pt x="2108278" y="321555"/>
                  </a:lnTo>
                  <a:lnTo>
                    <a:pt x="2056373" y="290789"/>
                  </a:lnTo>
                  <a:lnTo>
                    <a:pt x="2005015" y="261133"/>
                  </a:lnTo>
                  <a:lnTo>
                    <a:pt x="1954307" y="232920"/>
                  </a:lnTo>
                  <a:lnTo>
                    <a:pt x="1904251" y="206408"/>
                  </a:lnTo>
                  <a:lnTo>
                    <a:pt x="1854738" y="181775"/>
                  </a:lnTo>
                  <a:lnTo>
                    <a:pt x="1805530" y="159116"/>
                  </a:lnTo>
                  <a:lnTo>
                    <a:pt x="1756238" y="138455"/>
                  </a:lnTo>
                  <a:lnTo>
                    <a:pt x="1719082" y="124316"/>
                  </a:lnTo>
                  <a:lnTo>
                    <a:pt x="1670798" y="107856"/>
                  </a:lnTo>
                  <a:lnTo>
                    <a:pt x="1620780" y="93116"/>
                  </a:lnTo>
                  <a:lnTo>
                    <a:pt x="1568180" y="80001"/>
                  </a:lnTo>
                  <a:lnTo>
                    <a:pt x="1512054" y="68351"/>
                  </a:lnTo>
                  <a:lnTo>
                    <a:pt x="1451447" y="57991"/>
                  </a:lnTo>
                  <a:lnTo>
                    <a:pt x="1385487" y="48756"/>
                  </a:lnTo>
                  <a:lnTo>
                    <a:pt x="1313504" y="40502"/>
                  </a:lnTo>
                  <a:lnTo>
                    <a:pt x="1235181" y="33118"/>
                  </a:lnTo>
                  <a:lnTo>
                    <a:pt x="1150771" y="26526"/>
                  </a:lnTo>
                  <a:lnTo>
                    <a:pt x="1061327" y="20682"/>
                  </a:lnTo>
                  <a:lnTo>
                    <a:pt x="968920" y="15574"/>
                  </a:lnTo>
                  <a:lnTo>
                    <a:pt x="876733" y="11213"/>
                  </a:lnTo>
                  <a:lnTo>
                    <a:pt x="788911" y="7618"/>
                  </a:lnTo>
                  <a:lnTo>
                    <a:pt x="710062" y="4795"/>
                  </a:lnTo>
                  <a:lnTo>
                    <a:pt x="644435" y="2723"/>
                  </a:lnTo>
                  <a:lnTo>
                    <a:pt x="594949" y="1334"/>
                  </a:lnTo>
                  <a:lnTo>
                    <a:pt x="562410" y="518"/>
                  </a:lnTo>
                  <a:lnTo>
                    <a:pt x="545169" y="130"/>
                  </a:lnTo>
                  <a:lnTo>
                    <a:pt x="539254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546595" y="1115240"/>
              <a:ext cx="8234974" cy="1404689"/>
            </a:xfrm>
            <a:custGeom>
              <a:avLst/>
              <a:pathLst>
                <a:path w="8234974" h="1404689">
                  <a:moveTo>
                    <a:pt x="0" y="0"/>
                  </a:moveTo>
                  <a:lnTo>
                    <a:pt x="538736" y="0"/>
                  </a:lnTo>
                  <a:lnTo>
                    <a:pt x="540029" y="24"/>
                  </a:lnTo>
                  <a:lnTo>
                    <a:pt x="548461" y="200"/>
                  </a:lnTo>
                  <a:lnTo>
                    <a:pt x="569486" y="687"/>
                  </a:lnTo>
                  <a:lnTo>
                    <a:pt x="606489" y="1643"/>
                  </a:lnTo>
                  <a:lnTo>
                    <a:pt x="660460" y="3205"/>
                  </a:lnTo>
                  <a:lnTo>
                    <a:pt x="729974" y="5473"/>
                  </a:lnTo>
                  <a:lnTo>
                    <a:pt x="811665" y="8502"/>
                  </a:lnTo>
                  <a:lnTo>
                    <a:pt x="901097" y="12303"/>
                  </a:lnTo>
                  <a:lnTo>
                    <a:pt x="993714" y="16865"/>
                  </a:lnTo>
                  <a:lnTo>
                    <a:pt x="1085596" y="22169"/>
                  </a:lnTo>
                  <a:lnTo>
                    <a:pt x="1173854" y="28211"/>
                  </a:lnTo>
                  <a:lnTo>
                    <a:pt x="1256705" y="35009"/>
                  </a:lnTo>
                  <a:lnTo>
                    <a:pt x="1333332" y="42616"/>
                  </a:lnTo>
                  <a:lnTo>
                    <a:pt x="1403659" y="51120"/>
                  </a:lnTo>
                  <a:lnTo>
                    <a:pt x="1468113" y="60640"/>
                  </a:lnTo>
                  <a:lnTo>
                    <a:pt x="1527434" y="71327"/>
                  </a:lnTo>
                  <a:lnTo>
                    <a:pt x="1582525" y="83351"/>
                  </a:lnTo>
                  <a:lnTo>
                    <a:pt x="1634346" y="96886"/>
                  </a:lnTo>
                  <a:lnTo>
                    <a:pt x="1683824" y="112079"/>
                  </a:lnTo>
                  <a:lnTo>
                    <a:pt x="1719082" y="124316"/>
                  </a:lnTo>
                  <a:lnTo>
                    <a:pt x="1768789" y="143513"/>
                  </a:lnTo>
                  <a:lnTo>
                    <a:pt x="1818014" y="164680"/>
                  </a:lnTo>
                  <a:lnTo>
                    <a:pt x="1867270" y="187845"/>
                  </a:lnTo>
                  <a:lnTo>
                    <a:pt x="1916903" y="212968"/>
                  </a:lnTo>
                  <a:lnTo>
                    <a:pt x="1967119" y="239931"/>
                  </a:lnTo>
                  <a:lnTo>
                    <a:pt x="2017997" y="268538"/>
                  </a:lnTo>
                  <a:lnTo>
                    <a:pt x="2069506" y="298510"/>
                  </a:lnTo>
                  <a:lnTo>
                    <a:pt x="2121526" y="329498"/>
                  </a:lnTo>
                  <a:lnTo>
                    <a:pt x="2173866" y="361096"/>
                  </a:lnTo>
                  <a:lnTo>
                    <a:pt x="2226297" y="392862"/>
                  </a:lnTo>
                  <a:lnTo>
                    <a:pt x="2278576" y="424345"/>
                  </a:lnTo>
                  <a:lnTo>
                    <a:pt x="2330482" y="455111"/>
                  </a:lnTo>
                  <a:lnTo>
                    <a:pt x="2381839" y="484767"/>
                  </a:lnTo>
                  <a:lnTo>
                    <a:pt x="2432548" y="512980"/>
                  </a:lnTo>
                  <a:lnTo>
                    <a:pt x="2482604" y="539492"/>
                  </a:lnTo>
                  <a:lnTo>
                    <a:pt x="2532116" y="564126"/>
                  </a:lnTo>
                  <a:lnTo>
                    <a:pt x="2581325" y="586784"/>
                  </a:lnTo>
                  <a:lnTo>
                    <a:pt x="2630617" y="607445"/>
                  </a:lnTo>
                  <a:lnTo>
                    <a:pt x="2667772" y="621584"/>
                  </a:lnTo>
                  <a:lnTo>
                    <a:pt x="2716057" y="638045"/>
                  </a:lnTo>
                  <a:lnTo>
                    <a:pt x="2766074" y="652784"/>
                  </a:lnTo>
                  <a:lnTo>
                    <a:pt x="2818674" y="665900"/>
                  </a:lnTo>
                  <a:lnTo>
                    <a:pt x="2874801" y="677549"/>
                  </a:lnTo>
                  <a:lnTo>
                    <a:pt x="2935408" y="687909"/>
                  </a:lnTo>
                  <a:lnTo>
                    <a:pt x="3001367" y="697144"/>
                  </a:lnTo>
                  <a:lnTo>
                    <a:pt x="3073351" y="705398"/>
                  </a:lnTo>
                  <a:lnTo>
                    <a:pt x="3151674" y="712782"/>
                  </a:lnTo>
                  <a:lnTo>
                    <a:pt x="3236083" y="719375"/>
                  </a:lnTo>
                  <a:lnTo>
                    <a:pt x="3325527" y="725219"/>
                  </a:lnTo>
                  <a:lnTo>
                    <a:pt x="3417934" y="730326"/>
                  </a:lnTo>
                  <a:lnTo>
                    <a:pt x="3510122" y="734687"/>
                  </a:lnTo>
                  <a:lnTo>
                    <a:pt x="3597944" y="738283"/>
                  </a:lnTo>
                  <a:lnTo>
                    <a:pt x="3676792" y="741105"/>
                  </a:lnTo>
                  <a:lnTo>
                    <a:pt x="3742420" y="743178"/>
                  </a:lnTo>
                  <a:lnTo>
                    <a:pt x="3791906" y="744566"/>
                  </a:lnTo>
                  <a:lnTo>
                    <a:pt x="3824445" y="745382"/>
                  </a:lnTo>
                  <a:lnTo>
                    <a:pt x="3841685" y="745771"/>
                  </a:lnTo>
                  <a:lnTo>
                    <a:pt x="3847601" y="745891"/>
                  </a:lnTo>
                  <a:lnTo>
                    <a:pt x="3848118" y="745901"/>
                  </a:lnTo>
                  <a:lnTo>
                    <a:pt x="4386855" y="745901"/>
                  </a:lnTo>
                  <a:lnTo>
                    <a:pt x="4388150" y="745922"/>
                  </a:lnTo>
                  <a:lnTo>
                    <a:pt x="4396597" y="746078"/>
                  </a:lnTo>
                  <a:lnTo>
                    <a:pt x="4417657" y="746509"/>
                  </a:lnTo>
                  <a:lnTo>
                    <a:pt x="4454718" y="747355"/>
                  </a:lnTo>
                  <a:lnTo>
                    <a:pt x="4508767" y="748737"/>
                  </a:lnTo>
                  <a:lnTo>
                    <a:pt x="4578369" y="750744"/>
                  </a:lnTo>
                  <a:lnTo>
                    <a:pt x="4660149" y="753423"/>
                  </a:lnTo>
                  <a:lnTo>
                    <a:pt x="4749659" y="756785"/>
                  </a:lnTo>
                  <a:lnTo>
                    <a:pt x="4842338" y="760820"/>
                  </a:lnTo>
                  <a:lnTo>
                    <a:pt x="4934262" y="765512"/>
                  </a:lnTo>
                  <a:lnTo>
                    <a:pt x="5022543" y="770855"/>
                  </a:lnTo>
                  <a:lnTo>
                    <a:pt x="5105402" y="776867"/>
                  </a:lnTo>
                  <a:lnTo>
                    <a:pt x="5182028" y="783596"/>
                  </a:lnTo>
                  <a:lnTo>
                    <a:pt x="5252347" y="791118"/>
                  </a:lnTo>
                  <a:lnTo>
                    <a:pt x="5316792" y="799540"/>
                  </a:lnTo>
                  <a:lnTo>
                    <a:pt x="5376104" y="808995"/>
                  </a:lnTo>
                  <a:lnTo>
                    <a:pt x="5431191" y="819633"/>
                  </a:lnTo>
                  <a:lnTo>
                    <a:pt x="5483014" y="831610"/>
                  </a:lnTo>
                  <a:lnTo>
                    <a:pt x="5532501" y="845054"/>
                  </a:lnTo>
                  <a:lnTo>
                    <a:pt x="5567201" y="855699"/>
                  </a:lnTo>
                  <a:lnTo>
                    <a:pt x="5617511" y="872872"/>
                  </a:lnTo>
                  <a:lnTo>
                    <a:pt x="5667335" y="891827"/>
                  </a:lnTo>
                  <a:lnTo>
                    <a:pt x="5717199" y="912591"/>
                  </a:lnTo>
                  <a:lnTo>
                    <a:pt x="5767461" y="935123"/>
                  </a:lnTo>
                  <a:lnTo>
                    <a:pt x="5818326" y="959315"/>
                  </a:lnTo>
                  <a:lnTo>
                    <a:pt x="5869870" y="984980"/>
                  </a:lnTo>
                  <a:lnTo>
                    <a:pt x="5922055" y="1011859"/>
                  </a:lnTo>
                  <a:lnTo>
                    <a:pt x="5974749" y="1039627"/>
                  </a:lnTo>
                  <a:lnTo>
                    <a:pt x="6027749" y="1067909"/>
                  </a:lnTo>
                  <a:lnTo>
                    <a:pt x="6080815" y="1096299"/>
                  </a:lnTo>
                  <a:lnTo>
                    <a:pt x="6133696" y="1124384"/>
                  </a:lnTo>
                  <a:lnTo>
                    <a:pt x="6186166" y="1151769"/>
                  </a:lnTo>
                  <a:lnTo>
                    <a:pt x="6238055" y="1178102"/>
                  </a:lnTo>
                  <a:lnTo>
                    <a:pt x="6289272" y="1203087"/>
                  </a:lnTo>
                  <a:lnTo>
                    <a:pt x="6339830" y="1226501"/>
                  </a:lnTo>
                  <a:lnTo>
                    <a:pt x="6389866" y="1248193"/>
                  </a:lnTo>
                  <a:lnTo>
                    <a:pt x="6439657" y="1268089"/>
                  </a:lnTo>
                  <a:lnTo>
                    <a:pt x="6489636" y="1286182"/>
                  </a:lnTo>
                  <a:lnTo>
                    <a:pt x="6515891" y="1294891"/>
                  </a:lnTo>
                  <a:lnTo>
                    <a:pt x="6564205" y="1309438"/>
                  </a:lnTo>
                  <a:lnTo>
                    <a:pt x="6614255" y="1322463"/>
                  </a:lnTo>
                  <a:lnTo>
                    <a:pt x="6666892" y="1334051"/>
                  </a:lnTo>
                  <a:lnTo>
                    <a:pt x="6723061" y="1344344"/>
                  </a:lnTo>
                  <a:lnTo>
                    <a:pt x="6783718" y="1353496"/>
                  </a:lnTo>
                  <a:lnTo>
                    <a:pt x="6849736" y="1361655"/>
                  </a:lnTo>
                  <a:lnTo>
                    <a:pt x="6921788" y="1368946"/>
                  </a:lnTo>
                  <a:lnTo>
                    <a:pt x="7000186" y="1375468"/>
                  </a:lnTo>
                  <a:lnTo>
                    <a:pt x="7084676" y="1381291"/>
                  </a:lnTo>
                  <a:lnTo>
                    <a:pt x="7174198" y="1386452"/>
                  </a:lnTo>
                  <a:lnTo>
                    <a:pt x="7266671" y="1390962"/>
                  </a:lnTo>
                  <a:lnTo>
                    <a:pt x="7358898" y="1394811"/>
                  </a:lnTo>
                  <a:lnTo>
                    <a:pt x="7446723" y="1397983"/>
                  </a:lnTo>
                  <a:lnTo>
                    <a:pt x="7525527" y="1400472"/>
                  </a:lnTo>
                  <a:lnTo>
                    <a:pt x="7591063" y="1402298"/>
                  </a:lnTo>
                  <a:lnTo>
                    <a:pt x="7640420" y="1403520"/>
                  </a:lnTo>
                  <a:lnTo>
                    <a:pt x="7672813" y="1404237"/>
                  </a:lnTo>
                  <a:lnTo>
                    <a:pt x="7689920" y="1404577"/>
                  </a:lnTo>
                  <a:lnTo>
                    <a:pt x="7695743" y="1404681"/>
                  </a:lnTo>
                  <a:lnTo>
                    <a:pt x="7696237" y="1404689"/>
                  </a:lnTo>
                  <a:lnTo>
                    <a:pt x="8234974" y="1404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546595" y="1104351"/>
              <a:ext cx="8234974" cy="1404689"/>
            </a:xfrm>
            <a:custGeom>
              <a:avLst/>
              <a:pathLst>
                <a:path w="8234974" h="1404689">
                  <a:moveTo>
                    <a:pt x="8234974" y="1404689"/>
                  </a:moveTo>
                  <a:lnTo>
                    <a:pt x="7696237" y="1404689"/>
                  </a:lnTo>
                  <a:lnTo>
                    <a:pt x="7694943" y="1404668"/>
                  </a:lnTo>
                  <a:lnTo>
                    <a:pt x="7686496" y="1404512"/>
                  </a:lnTo>
                  <a:lnTo>
                    <a:pt x="7665435" y="1404081"/>
                  </a:lnTo>
                  <a:lnTo>
                    <a:pt x="7628374" y="1403235"/>
                  </a:lnTo>
                  <a:lnTo>
                    <a:pt x="7574325" y="1401853"/>
                  </a:lnTo>
                  <a:lnTo>
                    <a:pt x="7504723" y="1399846"/>
                  </a:lnTo>
                  <a:lnTo>
                    <a:pt x="7422943" y="1397167"/>
                  </a:lnTo>
                  <a:lnTo>
                    <a:pt x="7333433" y="1393805"/>
                  </a:lnTo>
                  <a:lnTo>
                    <a:pt x="7240754" y="1389770"/>
                  </a:lnTo>
                  <a:lnTo>
                    <a:pt x="7148831" y="1385078"/>
                  </a:lnTo>
                  <a:lnTo>
                    <a:pt x="7060550" y="1379735"/>
                  </a:lnTo>
                  <a:lnTo>
                    <a:pt x="6977690" y="1373723"/>
                  </a:lnTo>
                  <a:lnTo>
                    <a:pt x="6901064" y="1366994"/>
                  </a:lnTo>
                  <a:lnTo>
                    <a:pt x="6830745" y="1359472"/>
                  </a:lnTo>
                  <a:lnTo>
                    <a:pt x="6766301" y="1351050"/>
                  </a:lnTo>
                  <a:lnTo>
                    <a:pt x="6706988" y="1341595"/>
                  </a:lnTo>
                  <a:lnTo>
                    <a:pt x="6651901" y="1330957"/>
                  </a:lnTo>
                  <a:lnTo>
                    <a:pt x="6600079" y="1318980"/>
                  </a:lnTo>
                  <a:lnTo>
                    <a:pt x="6550592" y="1305536"/>
                  </a:lnTo>
                  <a:lnTo>
                    <a:pt x="6515891" y="1294891"/>
                  </a:lnTo>
                  <a:lnTo>
                    <a:pt x="6465581" y="1277718"/>
                  </a:lnTo>
                  <a:lnTo>
                    <a:pt x="6415758" y="1258763"/>
                  </a:lnTo>
                  <a:lnTo>
                    <a:pt x="6365893" y="1237999"/>
                  </a:lnTo>
                  <a:lnTo>
                    <a:pt x="6315632" y="1215467"/>
                  </a:lnTo>
                  <a:lnTo>
                    <a:pt x="6264766" y="1191275"/>
                  </a:lnTo>
                  <a:lnTo>
                    <a:pt x="6213222" y="1165610"/>
                  </a:lnTo>
                  <a:lnTo>
                    <a:pt x="6161037" y="1138731"/>
                  </a:lnTo>
                  <a:lnTo>
                    <a:pt x="6108344" y="1110963"/>
                  </a:lnTo>
                  <a:lnTo>
                    <a:pt x="6055344" y="1082681"/>
                  </a:lnTo>
                  <a:lnTo>
                    <a:pt x="6002278" y="1054291"/>
                  </a:lnTo>
                  <a:lnTo>
                    <a:pt x="5949397" y="1026206"/>
                  </a:lnTo>
                  <a:lnTo>
                    <a:pt x="5896926" y="998821"/>
                  </a:lnTo>
                  <a:lnTo>
                    <a:pt x="5845037" y="972488"/>
                  </a:lnTo>
                  <a:lnTo>
                    <a:pt x="5793821" y="947503"/>
                  </a:lnTo>
                  <a:lnTo>
                    <a:pt x="5743262" y="924089"/>
                  </a:lnTo>
                  <a:lnTo>
                    <a:pt x="5693226" y="902397"/>
                  </a:lnTo>
                  <a:lnTo>
                    <a:pt x="5643436" y="882501"/>
                  </a:lnTo>
                  <a:lnTo>
                    <a:pt x="5593456" y="864408"/>
                  </a:lnTo>
                  <a:lnTo>
                    <a:pt x="5567201" y="855699"/>
                  </a:lnTo>
                  <a:lnTo>
                    <a:pt x="5518887" y="841152"/>
                  </a:lnTo>
                  <a:lnTo>
                    <a:pt x="5468837" y="828127"/>
                  </a:lnTo>
                  <a:lnTo>
                    <a:pt x="5416201" y="816539"/>
                  </a:lnTo>
                  <a:lnTo>
                    <a:pt x="5360032" y="806246"/>
                  </a:lnTo>
                  <a:lnTo>
                    <a:pt x="5299375" y="797094"/>
                  </a:lnTo>
                  <a:lnTo>
                    <a:pt x="5233357" y="788935"/>
                  </a:lnTo>
                  <a:lnTo>
                    <a:pt x="5161305" y="781644"/>
                  </a:lnTo>
                  <a:lnTo>
                    <a:pt x="5082906" y="775122"/>
                  </a:lnTo>
                  <a:lnTo>
                    <a:pt x="4998416" y="769299"/>
                  </a:lnTo>
                  <a:lnTo>
                    <a:pt x="4908894" y="764138"/>
                  </a:lnTo>
                  <a:lnTo>
                    <a:pt x="4816422" y="759628"/>
                  </a:lnTo>
                  <a:lnTo>
                    <a:pt x="4724194" y="755779"/>
                  </a:lnTo>
                  <a:lnTo>
                    <a:pt x="4636369" y="752607"/>
                  </a:lnTo>
                  <a:lnTo>
                    <a:pt x="4557565" y="750118"/>
                  </a:lnTo>
                  <a:lnTo>
                    <a:pt x="4492030" y="748292"/>
                  </a:lnTo>
                  <a:lnTo>
                    <a:pt x="4442673" y="747070"/>
                  </a:lnTo>
                  <a:lnTo>
                    <a:pt x="4410279" y="746353"/>
                  </a:lnTo>
                  <a:lnTo>
                    <a:pt x="4393172" y="746013"/>
                  </a:lnTo>
                  <a:lnTo>
                    <a:pt x="4387349" y="745909"/>
                  </a:lnTo>
                  <a:lnTo>
                    <a:pt x="4386855" y="745901"/>
                  </a:lnTo>
                  <a:lnTo>
                    <a:pt x="3848118" y="745901"/>
                  </a:lnTo>
                  <a:lnTo>
                    <a:pt x="3846826" y="745876"/>
                  </a:lnTo>
                  <a:lnTo>
                    <a:pt x="3838394" y="745700"/>
                  </a:lnTo>
                  <a:lnTo>
                    <a:pt x="3817368" y="745213"/>
                  </a:lnTo>
                  <a:lnTo>
                    <a:pt x="3780365" y="744257"/>
                  </a:lnTo>
                  <a:lnTo>
                    <a:pt x="3726394" y="742695"/>
                  </a:lnTo>
                  <a:lnTo>
                    <a:pt x="3656881" y="740427"/>
                  </a:lnTo>
                  <a:lnTo>
                    <a:pt x="3575189" y="737399"/>
                  </a:lnTo>
                  <a:lnTo>
                    <a:pt x="3485758" y="733597"/>
                  </a:lnTo>
                  <a:lnTo>
                    <a:pt x="3393140" y="729035"/>
                  </a:lnTo>
                  <a:lnTo>
                    <a:pt x="3301258" y="723731"/>
                  </a:lnTo>
                  <a:lnTo>
                    <a:pt x="3213000" y="717689"/>
                  </a:lnTo>
                  <a:lnTo>
                    <a:pt x="3130150" y="710891"/>
                  </a:lnTo>
                  <a:lnTo>
                    <a:pt x="3053522" y="703284"/>
                  </a:lnTo>
                  <a:lnTo>
                    <a:pt x="2983195" y="694781"/>
                  </a:lnTo>
                  <a:lnTo>
                    <a:pt x="2918741" y="685260"/>
                  </a:lnTo>
                  <a:lnTo>
                    <a:pt x="2859420" y="674573"/>
                  </a:lnTo>
                  <a:lnTo>
                    <a:pt x="2804330" y="662549"/>
                  </a:lnTo>
                  <a:lnTo>
                    <a:pt x="2752509" y="649015"/>
                  </a:lnTo>
                  <a:lnTo>
                    <a:pt x="2703031" y="633821"/>
                  </a:lnTo>
                  <a:lnTo>
                    <a:pt x="2667772" y="621584"/>
                  </a:lnTo>
                  <a:lnTo>
                    <a:pt x="2618065" y="602387"/>
                  </a:lnTo>
                  <a:lnTo>
                    <a:pt x="2568840" y="581220"/>
                  </a:lnTo>
                  <a:lnTo>
                    <a:pt x="2519585" y="558055"/>
                  </a:lnTo>
                  <a:lnTo>
                    <a:pt x="2469952" y="532933"/>
                  </a:lnTo>
                  <a:lnTo>
                    <a:pt x="2419736" y="505969"/>
                  </a:lnTo>
                  <a:lnTo>
                    <a:pt x="2368858" y="477362"/>
                  </a:lnTo>
                  <a:lnTo>
                    <a:pt x="2317348" y="447390"/>
                  </a:lnTo>
                  <a:lnTo>
                    <a:pt x="2265329" y="416402"/>
                  </a:lnTo>
                  <a:lnTo>
                    <a:pt x="2212989" y="384805"/>
                  </a:lnTo>
                  <a:lnTo>
                    <a:pt x="2160558" y="353039"/>
                  </a:lnTo>
                  <a:lnTo>
                    <a:pt x="2108278" y="321555"/>
                  </a:lnTo>
                  <a:lnTo>
                    <a:pt x="2056373" y="290789"/>
                  </a:lnTo>
                  <a:lnTo>
                    <a:pt x="2005015" y="261133"/>
                  </a:lnTo>
                  <a:lnTo>
                    <a:pt x="1954307" y="232920"/>
                  </a:lnTo>
                  <a:lnTo>
                    <a:pt x="1904251" y="206408"/>
                  </a:lnTo>
                  <a:lnTo>
                    <a:pt x="1854738" y="181775"/>
                  </a:lnTo>
                  <a:lnTo>
                    <a:pt x="1805530" y="159116"/>
                  </a:lnTo>
                  <a:lnTo>
                    <a:pt x="1756238" y="138455"/>
                  </a:lnTo>
                  <a:lnTo>
                    <a:pt x="1719082" y="124316"/>
                  </a:lnTo>
                  <a:lnTo>
                    <a:pt x="1670798" y="107856"/>
                  </a:lnTo>
                  <a:lnTo>
                    <a:pt x="1620780" y="93116"/>
                  </a:lnTo>
                  <a:lnTo>
                    <a:pt x="1568180" y="80001"/>
                  </a:lnTo>
                  <a:lnTo>
                    <a:pt x="1512054" y="68351"/>
                  </a:lnTo>
                  <a:lnTo>
                    <a:pt x="1451447" y="57991"/>
                  </a:lnTo>
                  <a:lnTo>
                    <a:pt x="1385487" y="48756"/>
                  </a:lnTo>
                  <a:lnTo>
                    <a:pt x="1313504" y="40502"/>
                  </a:lnTo>
                  <a:lnTo>
                    <a:pt x="1235181" y="33118"/>
                  </a:lnTo>
                  <a:lnTo>
                    <a:pt x="1150771" y="26526"/>
                  </a:lnTo>
                  <a:lnTo>
                    <a:pt x="1061327" y="20682"/>
                  </a:lnTo>
                  <a:lnTo>
                    <a:pt x="968920" y="15574"/>
                  </a:lnTo>
                  <a:lnTo>
                    <a:pt x="876733" y="11213"/>
                  </a:lnTo>
                  <a:lnTo>
                    <a:pt x="788911" y="7618"/>
                  </a:lnTo>
                  <a:lnTo>
                    <a:pt x="710062" y="4795"/>
                  </a:lnTo>
                  <a:lnTo>
                    <a:pt x="644435" y="2723"/>
                  </a:lnTo>
                  <a:lnTo>
                    <a:pt x="594949" y="1334"/>
                  </a:lnTo>
                  <a:lnTo>
                    <a:pt x="562410" y="518"/>
                  </a:lnTo>
                  <a:lnTo>
                    <a:pt x="545169" y="130"/>
                  </a:lnTo>
                  <a:lnTo>
                    <a:pt x="539254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" name="pg83"/>
            <p:cNvSpPr/>
            <p:nvPr/>
          </p:nvSpPr>
          <p:spPr>
            <a:xfrm>
              <a:off x="546595" y="1115240"/>
              <a:ext cx="8234974" cy="1638804"/>
            </a:xfrm>
            <a:custGeom>
              <a:avLst/>
              <a:pathLst>
                <a:path w="8234974" h="1638804">
                  <a:moveTo>
                    <a:pt x="0" y="21778"/>
                  </a:moveTo>
                  <a:lnTo>
                    <a:pt x="538736" y="21778"/>
                  </a:lnTo>
                  <a:lnTo>
                    <a:pt x="540028" y="21803"/>
                  </a:lnTo>
                  <a:lnTo>
                    <a:pt x="548458" y="21981"/>
                  </a:lnTo>
                  <a:lnTo>
                    <a:pt x="569479" y="22475"/>
                  </a:lnTo>
                  <a:lnTo>
                    <a:pt x="606475" y="23445"/>
                  </a:lnTo>
                  <a:lnTo>
                    <a:pt x="660435" y="25029"/>
                  </a:lnTo>
                  <a:lnTo>
                    <a:pt x="729937" y="27330"/>
                  </a:lnTo>
                  <a:lnTo>
                    <a:pt x="811617" y="30402"/>
                  </a:lnTo>
                  <a:lnTo>
                    <a:pt x="901038" y="34258"/>
                  </a:lnTo>
                  <a:lnTo>
                    <a:pt x="993647" y="38886"/>
                  </a:lnTo>
                  <a:lnTo>
                    <a:pt x="1085523" y="44267"/>
                  </a:lnTo>
                  <a:lnTo>
                    <a:pt x="1173778" y="50395"/>
                  </a:lnTo>
                  <a:lnTo>
                    <a:pt x="1256628" y="57291"/>
                  </a:lnTo>
                  <a:lnTo>
                    <a:pt x="1333255" y="65008"/>
                  </a:lnTo>
                  <a:lnTo>
                    <a:pt x="1403583" y="73634"/>
                  </a:lnTo>
                  <a:lnTo>
                    <a:pt x="1468039" y="83291"/>
                  </a:lnTo>
                  <a:lnTo>
                    <a:pt x="1527361" y="94131"/>
                  </a:lnTo>
                  <a:lnTo>
                    <a:pt x="1582452" y="106328"/>
                  </a:lnTo>
                  <a:lnTo>
                    <a:pt x="1634272" y="120057"/>
                  </a:lnTo>
                  <a:lnTo>
                    <a:pt x="1683750" y="135469"/>
                  </a:lnTo>
                  <a:lnTo>
                    <a:pt x="1719082" y="147909"/>
                  </a:lnTo>
                  <a:lnTo>
                    <a:pt x="1768712" y="167354"/>
                  </a:lnTo>
                  <a:lnTo>
                    <a:pt x="1817859" y="188791"/>
                  </a:lnTo>
                  <a:lnTo>
                    <a:pt x="1867036" y="212249"/>
                  </a:lnTo>
                  <a:lnTo>
                    <a:pt x="1916588" y="237688"/>
                  </a:lnTo>
                  <a:lnTo>
                    <a:pt x="1966720" y="264989"/>
                  </a:lnTo>
                  <a:lnTo>
                    <a:pt x="2017512" y="293955"/>
                  </a:lnTo>
                  <a:lnTo>
                    <a:pt x="2068934" y="324304"/>
                  </a:lnTo>
                  <a:lnTo>
                    <a:pt x="2120866" y="355685"/>
                  </a:lnTo>
                  <a:lnTo>
                    <a:pt x="2173121" y="387687"/>
                  </a:lnTo>
                  <a:lnTo>
                    <a:pt x="2225470" y="419867"/>
                  </a:lnTo>
                  <a:lnTo>
                    <a:pt x="2277671" y="451768"/>
                  </a:lnTo>
                  <a:lnTo>
                    <a:pt x="2329504" y="482951"/>
                  </a:lnTo>
                  <a:lnTo>
                    <a:pt x="2380792" y="513019"/>
                  </a:lnTo>
                  <a:lnTo>
                    <a:pt x="2431435" y="541632"/>
                  </a:lnTo>
                  <a:lnTo>
                    <a:pt x="2481426" y="568531"/>
                  </a:lnTo>
                  <a:lnTo>
                    <a:pt x="2530871" y="593532"/>
                  </a:lnTo>
                  <a:lnTo>
                    <a:pt x="2580005" y="616538"/>
                  </a:lnTo>
                  <a:lnTo>
                    <a:pt x="2629210" y="637523"/>
                  </a:lnTo>
                  <a:lnTo>
                    <a:pt x="2667772" y="652436"/>
                  </a:lnTo>
                  <a:lnTo>
                    <a:pt x="2716053" y="669136"/>
                  </a:lnTo>
                  <a:lnTo>
                    <a:pt x="2766066" y="684090"/>
                  </a:lnTo>
                  <a:lnTo>
                    <a:pt x="2818661" y="697396"/>
                  </a:lnTo>
                  <a:lnTo>
                    <a:pt x="2874782" y="709215"/>
                  </a:lnTo>
                  <a:lnTo>
                    <a:pt x="2935383" y="719725"/>
                  </a:lnTo>
                  <a:lnTo>
                    <a:pt x="3001334" y="729095"/>
                  </a:lnTo>
                  <a:lnTo>
                    <a:pt x="3073309" y="737469"/>
                  </a:lnTo>
                  <a:lnTo>
                    <a:pt x="3151621" y="744961"/>
                  </a:lnTo>
                  <a:lnTo>
                    <a:pt x="3236020" y="751650"/>
                  </a:lnTo>
                  <a:lnTo>
                    <a:pt x="3325454" y="757579"/>
                  </a:lnTo>
                  <a:lnTo>
                    <a:pt x="3417852" y="762762"/>
                  </a:lnTo>
                  <a:lnTo>
                    <a:pt x="3510034" y="767187"/>
                  </a:lnTo>
                  <a:lnTo>
                    <a:pt x="3597856" y="770835"/>
                  </a:lnTo>
                  <a:lnTo>
                    <a:pt x="3676710" y="773700"/>
                  </a:lnTo>
                  <a:lnTo>
                    <a:pt x="3742350" y="775803"/>
                  </a:lnTo>
                  <a:lnTo>
                    <a:pt x="3791853" y="777213"/>
                  </a:lnTo>
                  <a:lnTo>
                    <a:pt x="3824411" y="778041"/>
                  </a:lnTo>
                  <a:lnTo>
                    <a:pt x="3841670" y="778436"/>
                  </a:lnTo>
                  <a:lnTo>
                    <a:pt x="3847598" y="778558"/>
                  </a:lnTo>
                  <a:lnTo>
                    <a:pt x="3848118" y="778568"/>
                  </a:lnTo>
                  <a:lnTo>
                    <a:pt x="4386855" y="778568"/>
                  </a:lnTo>
                  <a:lnTo>
                    <a:pt x="4388144" y="778596"/>
                  </a:lnTo>
                  <a:lnTo>
                    <a:pt x="4396554" y="778799"/>
                  </a:lnTo>
                  <a:lnTo>
                    <a:pt x="4417528" y="779359"/>
                  </a:lnTo>
                  <a:lnTo>
                    <a:pt x="4454444" y="780458"/>
                  </a:lnTo>
                  <a:lnTo>
                    <a:pt x="4508299" y="782255"/>
                  </a:lnTo>
                  <a:lnTo>
                    <a:pt x="4577680" y="784864"/>
                  </a:lnTo>
                  <a:lnTo>
                    <a:pt x="4659238" y="788348"/>
                  </a:lnTo>
                  <a:lnTo>
                    <a:pt x="4748553" y="792722"/>
                  </a:lnTo>
                  <a:lnTo>
                    <a:pt x="4841079" y="797972"/>
                  </a:lnTo>
                  <a:lnTo>
                    <a:pt x="4932898" y="804077"/>
                  </a:lnTo>
                  <a:lnTo>
                    <a:pt x="5021121" y="811030"/>
                  </a:lnTo>
                  <a:lnTo>
                    <a:pt x="5103958" y="818854"/>
                  </a:lnTo>
                  <a:lnTo>
                    <a:pt x="5180589" y="827608"/>
                  </a:lnTo>
                  <a:lnTo>
                    <a:pt x="5250927" y="837393"/>
                  </a:lnTo>
                  <a:lnTo>
                    <a:pt x="5315395" y="848346"/>
                  </a:lnTo>
                  <a:lnTo>
                    <a:pt x="5374728" y="860640"/>
                  </a:lnTo>
                  <a:lnTo>
                    <a:pt x="5429825" y="874470"/>
                  </a:lnTo>
                  <a:lnTo>
                    <a:pt x="5481643" y="890037"/>
                  </a:lnTo>
                  <a:lnTo>
                    <a:pt x="5531109" y="907510"/>
                  </a:lnTo>
                  <a:lnTo>
                    <a:pt x="5567201" y="921941"/>
                  </a:lnTo>
                  <a:lnTo>
                    <a:pt x="5616067" y="943684"/>
                  </a:lnTo>
                  <a:lnTo>
                    <a:pt x="5664458" y="967622"/>
                  </a:lnTo>
                  <a:lnTo>
                    <a:pt x="5712865" y="993786"/>
                  </a:lnTo>
                  <a:lnTo>
                    <a:pt x="5761623" y="1022137"/>
                  </a:lnTo>
                  <a:lnTo>
                    <a:pt x="5810935" y="1052551"/>
                  </a:lnTo>
                  <a:lnTo>
                    <a:pt x="5860886" y="1084819"/>
                  </a:lnTo>
                  <a:lnTo>
                    <a:pt x="5911453" y="1118644"/>
                  </a:lnTo>
                  <a:lnTo>
                    <a:pt x="5962532" y="1153651"/>
                  </a:lnTo>
                  <a:lnTo>
                    <a:pt x="6013949" y="1189402"/>
                  </a:lnTo>
                  <a:lnTo>
                    <a:pt x="6065489" y="1225418"/>
                  </a:lnTo>
                  <a:lnTo>
                    <a:pt x="6116922" y="1261204"/>
                  </a:lnTo>
                  <a:lnTo>
                    <a:pt x="6168031" y="1296279"/>
                  </a:lnTo>
                  <a:lnTo>
                    <a:pt x="6218639" y="1330201"/>
                  </a:lnTo>
                  <a:lnTo>
                    <a:pt x="6268635" y="1362590"/>
                  </a:lnTo>
                  <a:lnTo>
                    <a:pt x="6317991" y="1393144"/>
                  </a:lnTo>
                  <a:lnTo>
                    <a:pt x="6366784" y="1421646"/>
                  </a:lnTo>
                  <a:lnTo>
                    <a:pt x="6415206" y="1447968"/>
                  </a:lnTo>
                  <a:lnTo>
                    <a:pt x="6463583" y="1472063"/>
                  </a:lnTo>
                  <a:lnTo>
                    <a:pt x="6512396" y="1493960"/>
                  </a:lnTo>
                  <a:lnTo>
                    <a:pt x="6515891" y="1495432"/>
                  </a:lnTo>
                  <a:lnTo>
                    <a:pt x="6564131" y="1514399"/>
                  </a:lnTo>
                  <a:lnTo>
                    <a:pt x="6614101" y="1531386"/>
                  </a:lnTo>
                  <a:lnTo>
                    <a:pt x="6666647" y="1546502"/>
                  </a:lnTo>
                  <a:lnTo>
                    <a:pt x="6722710" y="1559930"/>
                  </a:lnTo>
                  <a:lnTo>
                    <a:pt x="6783242" y="1571872"/>
                  </a:lnTo>
                  <a:lnTo>
                    <a:pt x="6849113" y="1582520"/>
                  </a:lnTo>
                  <a:lnTo>
                    <a:pt x="6920995" y="1592036"/>
                  </a:lnTo>
                  <a:lnTo>
                    <a:pt x="6999204" y="1600551"/>
                  </a:lnTo>
                  <a:lnTo>
                    <a:pt x="7083494" y="1608154"/>
                  </a:lnTo>
                  <a:lnTo>
                    <a:pt x="7172821" y="1614895"/>
                  </a:lnTo>
                  <a:lnTo>
                    <a:pt x="7265130" y="1620788"/>
                  </a:lnTo>
                  <a:lnTo>
                    <a:pt x="7357257" y="1625822"/>
                  </a:lnTo>
                  <a:lnTo>
                    <a:pt x="7445075" y="1629975"/>
                  </a:lnTo>
                  <a:lnTo>
                    <a:pt x="7523989" y="1633238"/>
                  </a:lnTo>
                  <a:lnTo>
                    <a:pt x="7589753" y="1635637"/>
                  </a:lnTo>
                  <a:lnTo>
                    <a:pt x="7639431" y="1637247"/>
                  </a:lnTo>
                  <a:lnTo>
                    <a:pt x="7672187" y="1638196"/>
                  </a:lnTo>
                  <a:lnTo>
                    <a:pt x="7689628" y="1638650"/>
                  </a:lnTo>
                  <a:lnTo>
                    <a:pt x="7695683" y="1638792"/>
                  </a:lnTo>
                  <a:lnTo>
                    <a:pt x="7696237" y="1638804"/>
                  </a:lnTo>
                  <a:lnTo>
                    <a:pt x="8234974" y="1638804"/>
                  </a:lnTo>
                  <a:lnTo>
                    <a:pt x="8234974" y="1617026"/>
                  </a:lnTo>
                  <a:lnTo>
                    <a:pt x="7696237" y="1617026"/>
                  </a:lnTo>
                  <a:lnTo>
                    <a:pt x="7694948" y="1616998"/>
                  </a:lnTo>
                  <a:lnTo>
                    <a:pt x="7686538" y="1616795"/>
                  </a:lnTo>
                  <a:lnTo>
                    <a:pt x="7665565" y="1616235"/>
                  </a:lnTo>
                  <a:lnTo>
                    <a:pt x="7628648" y="1615136"/>
                  </a:lnTo>
                  <a:lnTo>
                    <a:pt x="7574794" y="1613339"/>
                  </a:lnTo>
                  <a:lnTo>
                    <a:pt x="7505413" y="1610730"/>
                  </a:lnTo>
                  <a:lnTo>
                    <a:pt x="7423854" y="1607246"/>
                  </a:lnTo>
                  <a:lnTo>
                    <a:pt x="7334539" y="1602872"/>
                  </a:lnTo>
                  <a:lnTo>
                    <a:pt x="7242014" y="1597622"/>
                  </a:lnTo>
                  <a:lnTo>
                    <a:pt x="7150194" y="1591517"/>
                  </a:lnTo>
                  <a:lnTo>
                    <a:pt x="7061972" y="1584564"/>
                  </a:lnTo>
                  <a:lnTo>
                    <a:pt x="6979134" y="1576740"/>
                  </a:lnTo>
                  <a:lnTo>
                    <a:pt x="6902504" y="1567986"/>
                  </a:lnTo>
                  <a:lnTo>
                    <a:pt x="6832166" y="1558201"/>
                  </a:lnTo>
                  <a:lnTo>
                    <a:pt x="6767697" y="1547248"/>
                  </a:lnTo>
                  <a:lnTo>
                    <a:pt x="6708364" y="1534954"/>
                  </a:lnTo>
                  <a:lnTo>
                    <a:pt x="6653267" y="1521124"/>
                  </a:lnTo>
                  <a:lnTo>
                    <a:pt x="6601449" y="1505558"/>
                  </a:lnTo>
                  <a:lnTo>
                    <a:pt x="6551984" y="1488084"/>
                  </a:lnTo>
                  <a:lnTo>
                    <a:pt x="6515891" y="1473653"/>
                  </a:lnTo>
                  <a:lnTo>
                    <a:pt x="6467025" y="1451910"/>
                  </a:lnTo>
                  <a:lnTo>
                    <a:pt x="6418634" y="1427972"/>
                  </a:lnTo>
                  <a:lnTo>
                    <a:pt x="6370228" y="1401808"/>
                  </a:lnTo>
                  <a:lnTo>
                    <a:pt x="6321469" y="1373457"/>
                  </a:lnTo>
                  <a:lnTo>
                    <a:pt x="6272157" y="1343043"/>
                  </a:lnTo>
                  <a:lnTo>
                    <a:pt x="6222207" y="1310775"/>
                  </a:lnTo>
                  <a:lnTo>
                    <a:pt x="6171639" y="1276950"/>
                  </a:lnTo>
                  <a:lnTo>
                    <a:pt x="6120560" y="1241943"/>
                  </a:lnTo>
                  <a:lnTo>
                    <a:pt x="6069143" y="1206192"/>
                  </a:lnTo>
                  <a:lnTo>
                    <a:pt x="6017604" y="1170176"/>
                  </a:lnTo>
                  <a:lnTo>
                    <a:pt x="5966171" y="1134390"/>
                  </a:lnTo>
                  <a:lnTo>
                    <a:pt x="5915061" y="1099315"/>
                  </a:lnTo>
                  <a:lnTo>
                    <a:pt x="5864453" y="1065393"/>
                  </a:lnTo>
                  <a:lnTo>
                    <a:pt x="5814457" y="1033004"/>
                  </a:lnTo>
                  <a:lnTo>
                    <a:pt x="5765101" y="1002450"/>
                  </a:lnTo>
                  <a:lnTo>
                    <a:pt x="5716309" y="973948"/>
                  </a:lnTo>
                  <a:lnTo>
                    <a:pt x="5667887" y="947626"/>
                  </a:lnTo>
                  <a:lnTo>
                    <a:pt x="5619509" y="923531"/>
                  </a:lnTo>
                  <a:lnTo>
                    <a:pt x="5570697" y="901634"/>
                  </a:lnTo>
                  <a:lnTo>
                    <a:pt x="5567201" y="900162"/>
                  </a:lnTo>
                  <a:lnTo>
                    <a:pt x="5518961" y="881195"/>
                  </a:lnTo>
                  <a:lnTo>
                    <a:pt x="5468991" y="864209"/>
                  </a:lnTo>
                  <a:lnTo>
                    <a:pt x="5416446" y="849092"/>
                  </a:lnTo>
                  <a:lnTo>
                    <a:pt x="5360383" y="835664"/>
                  </a:lnTo>
                  <a:lnTo>
                    <a:pt x="5299851" y="823722"/>
                  </a:lnTo>
                  <a:lnTo>
                    <a:pt x="5233980" y="813074"/>
                  </a:lnTo>
                  <a:lnTo>
                    <a:pt x="5162097" y="803558"/>
                  </a:lnTo>
                  <a:lnTo>
                    <a:pt x="5083889" y="795043"/>
                  </a:lnTo>
                  <a:lnTo>
                    <a:pt x="4999599" y="787440"/>
                  </a:lnTo>
                  <a:lnTo>
                    <a:pt x="4910271" y="780699"/>
                  </a:lnTo>
                  <a:lnTo>
                    <a:pt x="4817962" y="774806"/>
                  </a:lnTo>
                  <a:lnTo>
                    <a:pt x="4725836" y="769772"/>
                  </a:lnTo>
                  <a:lnTo>
                    <a:pt x="4638018" y="765619"/>
                  </a:lnTo>
                  <a:lnTo>
                    <a:pt x="4559104" y="762356"/>
                  </a:lnTo>
                  <a:lnTo>
                    <a:pt x="4493340" y="759957"/>
                  </a:lnTo>
                  <a:lnTo>
                    <a:pt x="4443661" y="758347"/>
                  </a:lnTo>
                  <a:lnTo>
                    <a:pt x="4410906" y="757398"/>
                  </a:lnTo>
                  <a:lnTo>
                    <a:pt x="4393464" y="756944"/>
                  </a:lnTo>
                  <a:lnTo>
                    <a:pt x="4387409" y="756802"/>
                  </a:lnTo>
                  <a:lnTo>
                    <a:pt x="4386855" y="756790"/>
                  </a:lnTo>
                  <a:lnTo>
                    <a:pt x="3848118" y="756790"/>
                  </a:lnTo>
                  <a:lnTo>
                    <a:pt x="3846826" y="756765"/>
                  </a:lnTo>
                  <a:lnTo>
                    <a:pt x="3838396" y="756586"/>
                  </a:lnTo>
                  <a:lnTo>
                    <a:pt x="3817375" y="756092"/>
                  </a:lnTo>
                  <a:lnTo>
                    <a:pt x="3780380" y="755122"/>
                  </a:lnTo>
                  <a:lnTo>
                    <a:pt x="3726419" y="753538"/>
                  </a:lnTo>
                  <a:lnTo>
                    <a:pt x="3656918" y="751237"/>
                  </a:lnTo>
                  <a:lnTo>
                    <a:pt x="3575238" y="748166"/>
                  </a:lnTo>
                  <a:lnTo>
                    <a:pt x="3485817" y="744309"/>
                  </a:lnTo>
                  <a:lnTo>
                    <a:pt x="3393207" y="739682"/>
                  </a:lnTo>
                  <a:lnTo>
                    <a:pt x="3301331" y="734301"/>
                  </a:lnTo>
                  <a:lnTo>
                    <a:pt x="3213077" y="728172"/>
                  </a:lnTo>
                  <a:lnTo>
                    <a:pt x="3130227" y="721276"/>
                  </a:lnTo>
                  <a:lnTo>
                    <a:pt x="3053599" y="713559"/>
                  </a:lnTo>
                  <a:lnTo>
                    <a:pt x="2983271" y="704934"/>
                  </a:lnTo>
                  <a:lnTo>
                    <a:pt x="2918816" y="695276"/>
                  </a:lnTo>
                  <a:lnTo>
                    <a:pt x="2859494" y="684436"/>
                  </a:lnTo>
                  <a:lnTo>
                    <a:pt x="2804403" y="672239"/>
                  </a:lnTo>
                  <a:lnTo>
                    <a:pt x="2752582" y="658510"/>
                  </a:lnTo>
                  <a:lnTo>
                    <a:pt x="2703105" y="643099"/>
                  </a:lnTo>
                  <a:lnTo>
                    <a:pt x="2667772" y="630658"/>
                  </a:lnTo>
                  <a:lnTo>
                    <a:pt x="2618143" y="611213"/>
                  </a:lnTo>
                  <a:lnTo>
                    <a:pt x="2568995" y="589776"/>
                  </a:lnTo>
                  <a:lnTo>
                    <a:pt x="2519819" y="566318"/>
                  </a:lnTo>
                  <a:lnTo>
                    <a:pt x="2470267" y="540880"/>
                  </a:lnTo>
                  <a:lnTo>
                    <a:pt x="2420135" y="513578"/>
                  </a:lnTo>
                  <a:lnTo>
                    <a:pt x="2369343" y="484613"/>
                  </a:lnTo>
                  <a:lnTo>
                    <a:pt x="2317921" y="454263"/>
                  </a:lnTo>
                  <a:lnTo>
                    <a:pt x="2265988" y="422883"/>
                  </a:lnTo>
                  <a:lnTo>
                    <a:pt x="2213733" y="390880"/>
                  </a:lnTo>
                  <a:lnTo>
                    <a:pt x="2161385" y="358700"/>
                  </a:lnTo>
                  <a:lnTo>
                    <a:pt x="2109183" y="326799"/>
                  </a:lnTo>
                  <a:lnTo>
                    <a:pt x="2057351" y="295616"/>
                  </a:lnTo>
                  <a:lnTo>
                    <a:pt x="2006063" y="265549"/>
                  </a:lnTo>
                  <a:lnTo>
                    <a:pt x="1955420" y="236935"/>
                  </a:lnTo>
                  <a:lnTo>
                    <a:pt x="1905429" y="210037"/>
                  </a:lnTo>
                  <a:lnTo>
                    <a:pt x="1855984" y="185035"/>
                  </a:lnTo>
                  <a:lnTo>
                    <a:pt x="1806849" y="162030"/>
                  </a:lnTo>
                  <a:lnTo>
                    <a:pt x="1757644" y="141044"/>
                  </a:lnTo>
                  <a:lnTo>
                    <a:pt x="1719082" y="126131"/>
                  </a:lnTo>
                  <a:lnTo>
                    <a:pt x="1670802" y="109431"/>
                  </a:lnTo>
                  <a:lnTo>
                    <a:pt x="1620788" y="94478"/>
                  </a:lnTo>
                  <a:lnTo>
                    <a:pt x="1568193" y="81172"/>
                  </a:lnTo>
                  <a:lnTo>
                    <a:pt x="1512072" y="69352"/>
                  </a:lnTo>
                  <a:lnTo>
                    <a:pt x="1451472" y="58842"/>
                  </a:lnTo>
                  <a:lnTo>
                    <a:pt x="1385521" y="49472"/>
                  </a:lnTo>
                  <a:lnTo>
                    <a:pt x="1313546" y="41098"/>
                  </a:lnTo>
                  <a:lnTo>
                    <a:pt x="1235234" y="33606"/>
                  </a:lnTo>
                  <a:lnTo>
                    <a:pt x="1150834" y="26917"/>
                  </a:lnTo>
                  <a:lnTo>
                    <a:pt x="1061401" y="20988"/>
                  </a:lnTo>
                  <a:lnTo>
                    <a:pt x="969003" y="15806"/>
                  </a:lnTo>
                  <a:lnTo>
                    <a:pt x="876821" y="11381"/>
                  </a:lnTo>
                  <a:lnTo>
                    <a:pt x="788999" y="7732"/>
                  </a:lnTo>
                  <a:lnTo>
                    <a:pt x="710144" y="4868"/>
                  </a:lnTo>
                  <a:lnTo>
                    <a:pt x="644505" y="2764"/>
                  </a:lnTo>
                  <a:lnTo>
                    <a:pt x="595002" y="1355"/>
                  </a:lnTo>
                  <a:lnTo>
                    <a:pt x="562443" y="526"/>
                  </a:lnTo>
                  <a:lnTo>
                    <a:pt x="545185" y="132"/>
                  </a:lnTo>
                  <a:lnTo>
                    <a:pt x="539257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546595" y="1137019"/>
              <a:ext cx="8234974" cy="1617026"/>
            </a:xfrm>
            <a:custGeom>
              <a:avLst/>
              <a:pathLst>
                <a:path w="8234974" h="1617026">
                  <a:moveTo>
                    <a:pt x="0" y="0"/>
                  </a:moveTo>
                  <a:lnTo>
                    <a:pt x="538736" y="0"/>
                  </a:lnTo>
                  <a:lnTo>
                    <a:pt x="540028" y="25"/>
                  </a:lnTo>
                  <a:lnTo>
                    <a:pt x="548458" y="203"/>
                  </a:lnTo>
                  <a:lnTo>
                    <a:pt x="569479" y="697"/>
                  </a:lnTo>
                  <a:lnTo>
                    <a:pt x="606475" y="1667"/>
                  </a:lnTo>
                  <a:lnTo>
                    <a:pt x="660435" y="3251"/>
                  </a:lnTo>
                  <a:lnTo>
                    <a:pt x="729937" y="5552"/>
                  </a:lnTo>
                  <a:lnTo>
                    <a:pt x="811617" y="8624"/>
                  </a:lnTo>
                  <a:lnTo>
                    <a:pt x="901038" y="12480"/>
                  </a:lnTo>
                  <a:lnTo>
                    <a:pt x="993647" y="17108"/>
                  </a:lnTo>
                  <a:lnTo>
                    <a:pt x="1085523" y="22488"/>
                  </a:lnTo>
                  <a:lnTo>
                    <a:pt x="1173778" y="28617"/>
                  </a:lnTo>
                  <a:lnTo>
                    <a:pt x="1256628" y="35513"/>
                  </a:lnTo>
                  <a:lnTo>
                    <a:pt x="1333255" y="43230"/>
                  </a:lnTo>
                  <a:lnTo>
                    <a:pt x="1403583" y="51856"/>
                  </a:lnTo>
                  <a:lnTo>
                    <a:pt x="1468039" y="61513"/>
                  </a:lnTo>
                  <a:lnTo>
                    <a:pt x="1527361" y="72353"/>
                  </a:lnTo>
                  <a:lnTo>
                    <a:pt x="1582452" y="84550"/>
                  </a:lnTo>
                  <a:lnTo>
                    <a:pt x="1634272" y="98279"/>
                  </a:lnTo>
                  <a:lnTo>
                    <a:pt x="1683750" y="113690"/>
                  </a:lnTo>
                  <a:lnTo>
                    <a:pt x="1719082" y="126131"/>
                  </a:lnTo>
                  <a:lnTo>
                    <a:pt x="1768712" y="145576"/>
                  </a:lnTo>
                  <a:lnTo>
                    <a:pt x="1817859" y="167013"/>
                  </a:lnTo>
                  <a:lnTo>
                    <a:pt x="1867036" y="190471"/>
                  </a:lnTo>
                  <a:lnTo>
                    <a:pt x="1916588" y="215910"/>
                  </a:lnTo>
                  <a:lnTo>
                    <a:pt x="1966720" y="243211"/>
                  </a:lnTo>
                  <a:lnTo>
                    <a:pt x="2017512" y="272177"/>
                  </a:lnTo>
                  <a:lnTo>
                    <a:pt x="2068934" y="302526"/>
                  </a:lnTo>
                  <a:lnTo>
                    <a:pt x="2120866" y="333907"/>
                  </a:lnTo>
                  <a:lnTo>
                    <a:pt x="2173121" y="365909"/>
                  </a:lnTo>
                  <a:lnTo>
                    <a:pt x="2225470" y="398089"/>
                  </a:lnTo>
                  <a:lnTo>
                    <a:pt x="2277671" y="429990"/>
                  </a:lnTo>
                  <a:lnTo>
                    <a:pt x="2329504" y="461173"/>
                  </a:lnTo>
                  <a:lnTo>
                    <a:pt x="2380792" y="491240"/>
                  </a:lnTo>
                  <a:lnTo>
                    <a:pt x="2431435" y="519854"/>
                  </a:lnTo>
                  <a:lnTo>
                    <a:pt x="2481426" y="546753"/>
                  </a:lnTo>
                  <a:lnTo>
                    <a:pt x="2530871" y="571754"/>
                  </a:lnTo>
                  <a:lnTo>
                    <a:pt x="2580005" y="594760"/>
                  </a:lnTo>
                  <a:lnTo>
                    <a:pt x="2629210" y="615745"/>
                  </a:lnTo>
                  <a:lnTo>
                    <a:pt x="2667772" y="630658"/>
                  </a:lnTo>
                  <a:lnTo>
                    <a:pt x="2716053" y="647358"/>
                  </a:lnTo>
                  <a:lnTo>
                    <a:pt x="2766066" y="662312"/>
                  </a:lnTo>
                  <a:lnTo>
                    <a:pt x="2818661" y="675618"/>
                  </a:lnTo>
                  <a:lnTo>
                    <a:pt x="2874782" y="687437"/>
                  </a:lnTo>
                  <a:lnTo>
                    <a:pt x="2935383" y="697947"/>
                  </a:lnTo>
                  <a:lnTo>
                    <a:pt x="3001334" y="707317"/>
                  </a:lnTo>
                  <a:lnTo>
                    <a:pt x="3073309" y="715691"/>
                  </a:lnTo>
                  <a:lnTo>
                    <a:pt x="3151621" y="723183"/>
                  </a:lnTo>
                  <a:lnTo>
                    <a:pt x="3236020" y="729872"/>
                  </a:lnTo>
                  <a:lnTo>
                    <a:pt x="3325454" y="735801"/>
                  </a:lnTo>
                  <a:lnTo>
                    <a:pt x="3417852" y="740984"/>
                  </a:lnTo>
                  <a:lnTo>
                    <a:pt x="3510034" y="745409"/>
                  </a:lnTo>
                  <a:lnTo>
                    <a:pt x="3597856" y="749057"/>
                  </a:lnTo>
                  <a:lnTo>
                    <a:pt x="3676710" y="751922"/>
                  </a:lnTo>
                  <a:lnTo>
                    <a:pt x="3742350" y="754025"/>
                  </a:lnTo>
                  <a:lnTo>
                    <a:pt x="3791853" y="755434"/>
                  </a:lnTo>
                  <a:lnTo>
                    <a:pt x="3824411" y="756263"/>
                  </a:lnTo>
                  <a:lnTo>
                    <a:pt x="3841670" y="756657"/>
                  </a:lnTo>
                  <a:lnTo>
                    <a:pt x="3847598" y="756780"/>
                  </a:lnTo>
                  <a:lnTo>
                    <a:pt x="3848118" y="756790"/>
                  </a:lnTo>
                  <a:lnTo>
                    <a:pt x="4386855" y="756790"/>
                  </a:lnTo>
                  <a:lnTo>
                    <a:pt x="4388144" y="756818"/>
                  </a:lnTo>
                  <a:lnTo>
                    <a:pt x="4396554" y="757021"/>
                  </a:lnTo>
                  <a:lnTo>
                    <a:pt x="4417528" y="757581"/>
                  </a:lnTo>
                  <a:lnTo>
                    <a:pt x="4454444" y="758680"/>
                  </a:lnTo>
                  <a:lnTo>
                    <a:pt x="4508299" y="760477"/>
                  </a:lnTo>
                  <a:lnTo>
                    <a:pt x="4577680" y="763086"/>
                  </a:lnTo>
                  <a:lnTo>
                    <a:pt x="4659238" y="766570"/>
                  </a:lnTo>
                  <a:lnTo>
                    <a:pt x="4748553" y="770944"/>
                  </a:lnTo>
                  <a:lnTo>
                    <a:pt x="4841079" y="776194"/>
                  </a:lnTo>
                  <a:lnTo>
                    <a:pt x="4932898" y="782299"/>
                  </a:lnTo>
                  <a:lnTo>
                    <a:pt x="5021121" y="789252"/>
                  </a:lnTo>
                  <a:lnTo>
                    <a:pt x="5103958" y="797076"/>
                  </a:lnTo>
                  <a:lnTo>
                    <a:pt x="5180589" y="805830"/>
                  </a:lnTo>
                  <a:lnTo>
                    <a:pt x="5250927" y="815615"/>
                  </a:lnTo>
                  <a:lnTo>
                    <a:pt x="5315395" y="826568"/>
                  </a:lnTo>
                  <a:lnTo>
                    <a:pt x="5374728" y="838862"/>
                  </a:lnTo>
                  <a:lnTo>
                    <a:pt x="5429825" y="852692"/>
                  </a:lnTo>
                  <a:lnTo>
                    <a:pt x="5481643" y="868258"/>
                  </a:lnTo>
                  <a:lnTo>
                    <a:pt x="5531109" y="885732"/>
                  </a:lnTo>
                  <a:lnTo>
                    <a:pt x="5567201" y="900162"/>
                  </a:lnTo>
                  <a:lnTo>
                    <a:pt x="5616067" y="921906"/>
                  </a:lnTo>
                  <a:lnTo>
                    <a:pt x="5664458" y="945844"/>
                  </a:lnTo>
                  <a:lnTo>
                    <a:pt x="5712865" y="972008"/>
                  </a:lnTo>
                  <a:lnTo>
                    <a:pt x="5761623" y="1000359"/>
                  </a:lnTo>
                  <a:lnTo>
                    <a:pt x="5810935" y="1030773"/>
                  </a:lnTo>
                  <a:lnTo>
                    <a:pt x="5860886" y="1063041"/>
                  </a:lnTo>
                  <a:lnTo>
                    <a:pt x="5911453" y="1096866"/>
                  </a:lnTo>
                  <a:lnTo>
                    <a:pt x="5962532" y="1131873"/>
                  </a:lnTo>
                  <a:lnTo>
                    <a:pt x="6013949" y="1167624"/>
                  </a:lnTo>
                  <a:lnTo>
                    <a:pt x="6065489" y="1203640"/>
                  </a:lnTo>
                  <a:lnTo>
                    <a:pt x="6116922" y="1239426"/>
                  </a:lnTo>
                  <a:lnTo>
                    <a:pt x="6168031" y="1274501"/>
                  </a:lnTo>
                  <a:lnTo>
                    <a:pt x="6218639" y="1308423"/>
                  </a:lnTo>
                  <a:lnTo>
                    <a:pt x="6268635" y="1340812"/>
                  </a:lnTo>
                  <a:lnTo>
                    <a:pt x="6317991" y="1371366"/>
                  </a:lnTo>
                  <a:lnTo>
                    <a:pt x="6366784" y="1399868"/>
                  </a:lnTo>
                  <a:lnTo>
                    <a:pt x="6415206" y="1426189"/>
                  </a:lnTo>
                  <a:lnTo>
                    <a:pt x="6463583" y="1450285"/>
                  </a:lnTo>
                  <a:lnTo>
                    <a:pt x="6512396" y="1472182"/>
                  </a:lnTo>
                  <a:lnTo>
                    <a:pt x="6515891" y="1473653"/>
                  </a:lnTo>
                  <a:lnTo>
                    <a:pt x="6564131" y="1492621"/>
                  </a:lnTo>
                  <a:lnTo>
                    <a:pt x="6614101" y="1509607"/>
                  </a:lnTo>
                  <a:lnTo>
                    <a:pt x="6666647" y="1524723"/>
                  </a:lnTo>
                  <a:lnTo>
                    <a:pt x="6722710" y="1538152"/>
                  </a:lnTo>
                  <a:lnTo>
                    <a:pt x="6783242" y="1550094"/>
                  </a:lnTo>
                  <a:lnTo>
                    <a:pt x="6849113" y="1560741"/>
                  </a:lnTo>
                  <a:lnTo>
                    <a:pt x="6920995" y="1570258"/>
                  </a:lnTo>
                  <a:lnTo>
                    <a:pt x="6999204" y="1578773"/>
                  </a:lnTo>
                  <a:lnTo>
                    <a:pt x="7083494" y="1586376"/>
                  </a:lnTo>
                  <a:lnTo>
                    <a:pt x="7172821" y="1593117"/>
                  </a:lnTo>
                  <a:lnTo>
                    <a:pt x="7265130" y="1599010"/>
                  </a:lnTo>
                  <a:lnTo>
                    <a:pt x="7357257" y="1604044"/>
                  </a:lnTo>
                  <a:lnTo>
                    <a:pt x="7445075" y="1608197"/>
                  </a:lnTo>
                  <a:lnTo>
                    <a:pt x="7523989" y="1611460"/>
                  </a:lnTo>
                  <a:lnTo>
                    <a:pt x="7589753" y="1613859"/>
                  </a:lnTo>
                  <a:lnTo>
                    <a:pt x="7639431" y="1615469"/>
                  </a:lnTo>
                  <a:lnTo>
                    <a:pt x="7672187" y="1616418"/>
                  </a:lnTo>
                  <a:lnTo>
                    <a:pt x="7689628" y="1616872"/>
                  </a:lnTo>
                  <a:lnTo>
                    <a:pt x="7695683" y="1617014"/>
                  </a:lnTo>
                  <a:lnTo>
                    <a:pt x="7696237" y="1617026"/>
                  </a:lnTo>
                  <a:lnTo>
                    <a:pt x="8234974" y="16170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546595" y="1115240"/>
              <a:ext cx="8234974" cy="1617026"/>
            </a:xfrm>
            <a:custGeom>
              <a:avLst/>
              <a:pathLst>
                <a:path w="8234974" h="1617026">
                  <a:moveTo>
                    <a:pt x="8234974" y="1617026"/>
                  </a:moveTo>
                  <a:lnTo>
                    <a:pt x="7696237" y="1617026"/>
                  </a:lnTo>
                  <a:lnTo>
                    <a:pt x="7694948" y="1616998"/>
                  </a:lnTo>
                  <a:lnTo>
                    <a:pt x="7686538" y="1616795"/>
                  </a:lnTo>
                  <a:lnTo>
                    <a:pt x="7665565" y="1616235"/>
                  </a:lnTo>
                  <a:lnTo>
                    <a:pt x="7628648" y="1615136"/>
                  </a:lnTo>
                  <a:lnTo>
                    <a:pt x="7574794" y="1613339"/>
                  </a:lnTo>
                  <a:lnTo>
                    <a:pt x="7505413" y="1610730"/>
                  </a:lnTo>
                  <a:lnTo>
                    <a:pt x="7423854" y="1607246"/>
                  </a:lnTo>
                  <a:lnTo>
                    <a:pt x="7334539" y="1602872"/>
                  </a:lnTo>
                  <a:lnTo>
                    <a:pt x="7242014" y="1597622"/>
                  </a:lnTo>
                  <a:lnTo>
                    <a:pt x="7150194" y="1591517"/>
                  </a:lnTo>
                  <a:lnTo>
                    <a:pt x="7061972" y="1584564"/>
                  </a:lnTo>
                  <a:lnTo>
                    <a:pt x="6979134" y="1576740"/>
                  </a:lnTo>
                  <a:lnTo>
                    <a:pt x="6902504" y="1567986"/>
                  </a:lnTo>
                  <a:lnTo>
                    <a:pt x="6832166" y="1558201"/>
                  </a:lnTo>
                  <a:lnTo>
                    <a:pt x="6767697" y="1547248"/>
                  </a:lnTo>
                  <a:lnTo>
                    <a:pt x="6708364" y="1534954"/>
                  </a:lnTo>
                  <a:lnTo>
                    <a:pt x="6653267" y="1521124"/>
                  </a:lnTo>
                  <a:lnTo>
                    <a:pt x="6601449" y="1505558"/>
                  </a:lnTo>
                  <a:lnTo>
                    <a:pt x="6551984" y="1488084"/>
                  </a:lnTo>
                  <a:lnTo>
                    <a:pt x="6515891" y="1473653"/>
                  </a:lnTo>
                  <a:lnTo>
                    <a:pt x="6467025" y="1451910"/>
                  </a:lnTo>
                  <a:lnTo>
                    <a:pt x="6418634" y="1427972"/>
                  </a:lnTo>
                  <a:lnTo>
                    <a:pt x="6370228" y="1401808"/>
                  </a:lnTo>
                  <a:lnTo>
                    <a:pt x="6321469" y="1373457"/>
                  </a:lnTo>
                  <a:lnTo>
                    <a:pt x="6272157" y="1343043"/>
                  </a:lnTo>
                  <a:lnTo>
                    <a:pt x="6222207" y="1310775"/>
                  </a:lnTo>
                  <a:lnTo>
                    <a:pt x="6171639" y="1276950"/>
                  </a:lnTo>
                  <a:lnTo>
                    <a:pt x="6120560" y="1241943"/>
                  </a:lnTo>
                  <a:lnTo>
                    <a:pt x="6069143" y="1206192"/>
                  </a:lnTo>
                  <a:lnTo>
                    <a:pt x="6017604" y="1170176"/>
                  </a:lnTo>
                  <a:lnTo>
                    <a:pt x="5966171" y="1134390"/>
                  </a:lnTo>
                  <a:lnTo>
                    <a:pt x="5915061" y="1099315"/>
                  </a:lnTo>
                  <a:lnTo>
                    <a:pt x="5864453" y="1065393"/>
                  </a:lnTo>
                  <a:lnTo>
                    <a:pt x="5814457" y="1033004"/>
                  </a:lnTo>
                  <a:lnTo>
                    <a:pt x="5765101" y="1002450"/>
                  </a:lnTo>
                  <a:lnTo>
                    <a:pt x="5716309" y="973948"/>
                  </a:lnTo>
                  <a:lnTo>
                    <a:pt x="5667887" y="947626"/>
                  </a:lnTo>
                  <a:lnTo>
                    <a:pt x="5619509" y="923531"/>
                  </a:lnTo>
                  <a:lnTo>
                    <a:pt x="5570697" y="901634"/>
                  </a:lnTo>
                  <a:lnTo>
                    <a:pt x="5567201" y="900162"/>
                  </a:lnTo>
                  <a:lnTo>
                    <a:pt x="5518961" y="881195"/>
                  </a:lnTo>
                  <a:lnTo>
                    <a:pt x="5468991" y="864209"/>
                  </a:lnTo>
                  <a:lnTo>
                    <a:pt x="5416446" y="849092"/>
                  </a:lnTo>
                  <a:lnTo>
                    <a:pt x="5360383" y="835664"/>
                  </a:lnTo>
                  <a:lnTo>
                    <a:pt x="5299851" y="823722"/>
                  </a:lnTo>
                  <a:lnTo>
                    <a:pt x="5233980" y="813074"/>
                  </a:lnTo>
                  <a:lnTo>
                    <a:pt x="5162097" y="803558"/>
                  </a:lnTo>
                  <a:lnTo>
                    <a:pt x="5083889" y="795043"/>
                  </a:lnTo>
                  <a:lnTo>
                    <a:pt x="4999599" y="787440"/>
                  </a:lnTo>
                  <a:lnTo>
                    <a:pt x="4910271" y="780699"/>
                  </a:lnTo>
                  <a:lnTo>
                    <a:pt x="4817962" y="774806"/>
                  </a:lnTo>
                  <a:lnTo>
                    <a:pt x="4725836" y="769772"/>
                  </a:lnTo>
                  <a:lnTo>
                    <a:pt x="4638018" y="765619"/>
                  </a:lnTo>
                  <a:lnTo>
                    <a:pt x="4559104" y="762356"/>
                  </a:lnTo>
                  <a:lnTo>
                    <a:pt x="4493340" y="759957"/>
                  </a:lnTo>
                  <a:lnTo>
                    <a:pt x="4443661" y="758347"/>
                  </a:lnTo>
                  <a:lnTo>
                    <a:pt x="4410906" y="757398"/>
                  </a:lnTo>
                  <a:lnTo>
                    <a:pt x="4393464" y="756944"/>
                  </a:lnTo>
                  <a:lnTo>
                    <a:pt x="4387409" y="756802"/>
                  </a:lnTo>
                  <a:lnTo>
                    <a:pt x="4386855" y="756790"/>
                  </a:lnTo>
                  <a:lnTo>
                    <a:pt x="3848118" y="756790"/>
                  </a:lnTo>
                  <a:lnTo>
                    <a:pt x="3846826" y="756765"/>
                  </a:lnTo>
                  <a:lnTo>
                    <a:pt x="3838396" y="756586"/>
                  </a:lnTo>
                  <a:lnTo>
                    <a:pt x="3817375" y="756092"/>
                  </a:lnTo>
                  <a:lnTo>
                    <a:pt x="3780380" y="755122"/>
                  </a:lnTo>
                  <a:lnTo>
                    <a:pt x="3726419" y="753538"/>
                  </a:lnTo>
                  <a:lnTo>
                    <a:pt x="3656918" y="751237"/>
                  </a:lnTo>
                  <a:lnTo>
                    <a:pt x="3575238" y="748166"/>
                  </a:lnTo>
                  <a:lnTo>
                    <a:pt x="3485817" y="744309"/>
                  </a:lnTo>
                  <a:lnTo>
                    <a:pt x="3393207" y="739682"/>
                  </a:lnTo>
                  <a:lnTo>
                    <a:pt x="3301331" y="734301"/>
                  </a:lnTo>
                  <a:lnTo>
                    <a:pt x="3213077" y="728172"/>
                  </a:lnTo>
                  <a:lnTo>
                    <a:pt x="3130227" y="721276"/>
                  </a:lnTo>
                  <a:lnTo>
                    <a:pt x="3053599" y="713559"/>
                  </a:lnTo>
                  <a:lnTo>
                    <a:pt x="2983271" y="704934"/>
                  </a:lnTo>
                  <a:lnTo>
                    <a:pt x="2918816" y="695276"/>
                  </a:lnTo>
                  <a:lnTo>
                    <a:pt x="2859494" y="684436"/>
                  </a:lnTo>
                  <a:lnTo>
                    <a:pt x="2804403" y="672239"/>
                  </a:lnTo>
                  <a:lnTo>
                    <a:pt x="2752582" y="658510"/>
                  </a:lnTo>
                  <a:lnTo>
                    <a:pt x="2703105" y="643099"/>
                  </a:lnTo>
                  <a:lnTo>
                    <a:pt x="2667772" y="630658"/>
                  </a:lnTo>
                  <a:lnTo>
                    <a:pt x="2618143" y="611213"/>
                  </a:lnTo>
                  <a:lnTo>
                    <a:pt x="2568995" y="589776"/>
                  </a:lnTo>
                  <a:lnTo>
                    <a:pt x="2519819" y="566318"/>
                  </a:lnTo>
                  <a:lnTo>
                    <a:pt x="2470267" y="540880"/>
                  </a:lnTo>
                  <a:lnTo>
                    <a:pt x="2420135" y="513578"/>
                  </a:lnTo>
                  <a:lnTo>
                    <a:pt x="2369343" y="484613"/>
                  </a:lnTo>
                  <a:lnTo>
                    <a:pt x="2317921" y="454263"/>
                  </a:lnTo>
                  <a:lnTo>
                    <a:pt x="2265988" y="422883"/>
                  </a:lnTo>
                  <a:lnTo>
                    <a:pt x="2213733" y="390880"/>
                  </a:lnTo>
                  <a:lnTo>
                    <a:pt x="2161385" y="358700"/>
                  </a:lnTo>
                  <a:lnTo>
                    <a:pt x="2109183" y="326799"/>
                  </a:lnTo>
                  <a:lnTo>
                    <a:pt x="2057351" y="295616"/>
                  </a:lnTo>
                  <a:lnTo>
                    <a:pt x="2006063" y="265549"/>
                  </a:lnTo>
                  <a:lnTo>
                    <a:pt x="1955420" y="236935"/>
                  </a:lnTo>
                  <a:lnTo>
                    <a:pt x="1905429" y="210037"/>
                  </a:lnTo>
                  <a:lnTo>
                    <a:pt x="1855984" y="185035"/>
                  </a:lnTo>
                  <a:lnTo>
                    <a:pt x="1806849" y="162030"/>
                  </a:lnTo>
                  <a:lnTo>
                    <a:pt x="1757644" y="141044"/>
                  </a:lnTo>
                  <a:lnTo>
                    <a:pt x="1719082" y="126131"/>
                  </a:lnTo>
                  <a:lnTo>
                    <a:pt x="1670802" y="109431"/>
                  </a:lnTo>
                  <a:lnTo>
                    <a:pt x="1620788" y="94478"/>
                  </a:lnTo>
                  <a:lnTo>
                    <a:pt x="1568193" y="81172"/>
                  </a:lnTo>
                  <a:lnTo>
                    <a:pt x="1512072" y="69352"/>
                  </a:lnTo>
                  <a:lnTo>
                    <a:pt x="1451472" y="58842"/>
                  </a:lnTo>
                  <a:lnTo>
                    <a:pt x="1385521" y="49472"/>
                  </a:lnTo>
                  <a:lnTo>
                    <a:pt x="1313546" y="41098"/>
                  </a:lnTo>
                  <a:lnTo>
                    <a:pt x="1235234" y="33606"/>
                  </a:lnTo>
                  <a:lnTo>
                    <a:pt x="1150834" y="26917"/>
                  </a:lnTo>
                  <a:lnTo>
                    <a:pt x="1061401" y="20988"/>
                  </a:lnTo>
                  <a:lnTo>
                    <a:pt x="969003" y="15806"/>
                  </a:lnTo>
                  <a:lnTo>
                    <a:pt x="876821" y="11381"/>
                  </a:lnTo>
                  <a:lnTo>
                    <a:pt x="788999" y="7732"/>
                  </a:lnTo>
                  <a:lnTo>
                    <a:pt x="710144" y="4868"/>
                  </a:lnTo>
                  <a:lnTo>
                    <a:pt x="644505" y="2764"/>
                  </a:lnTo>
                  <a:lnTo>
                    <a:pt x="595002" y="1355"/>
                  </a:lnTo>
                  <a:lnTo>
                    <a:pt x="562443" y="526"/>
                  </a:lnTo>
                  <a:lnTo>
                    <a:pt x="545185" y="132"/>
                  </a:lnTo>
                  <a:lnTo>
                    <a:pt x="539257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" name="pg86"/>
            <p:cNvSpPr/>
            <p:nvPr/>
          </p:nvSpPr>
          <p:spPr>
            <a:xfrm>
              <a:off x="546595" y="1137019"/>
              <a:ext cx="8234974" cy="1840252"/>
            </a:xfrm>
            <a:custGeom>
              <a:avLst/>
              <a:pathLst>
                <a:path w="8234974" h="1840252">
                  <a:moveTo>
                    <a:pt x="0" y="5444"/>
                  </a:moveTo>
                  <a:lnTo>
                    <a:pt x="538736" y="5444"/>
                  </a:lnTo>
                  <a:lnTo>
                    <a:pt x="540028" y="5469"/>
                  </a:lnTo>
                  <a:lnTo>
                    <a:pt x="548458" y="5648"/>
                  </a:lnTo>
                  <a:lnTo>
                    <a:pt x="569479" y="6142"/>
                  </a:lnTo>
                  <a:lnTo>
                    <a:pt x="606475" y="7111"/>
                  </a:lnTo>
                  <a:lnTo>
                    <a:pt x="660435" y="8696"/>
                  </a:lnTo>
                  <a:lnTo>
                    <a:pt x="729937" y="10996"/>
                  </a:lnTo>
                  <a:lnTo>
                    <a:pt x="811617" y="14068"/>
                  </a:lnTo>
                  <a:lnTo>
                    <a:pt x="901038" y="17924"/>
                  </a:lnTo>
                  <a:lnTo>
                    <a:pt x="993647" y="22552"/>
                  </a:lnTo>
                  <a:lnTo>
                    <a:pt x="1085523" y="27933"/>
                  </a:lnTo>
                  <a:lnTo>
                    <a:pt x="1173778" y="34061"/>
                  </a:lnTo>
                  <a:lnTo>
                    <a:pt x="1256628" y="40957"/>
                  </a:lnTo>
                  <a:lnTo>
                    <a:pt x="1333255" y="48674"/>
                  </a:lnTo>
                  <a:lnTo>
                    <a:pt x="1403583" y="57300"/>
                  </a:lnTo>
                  <a:lnTo>
                    <a:pt x="1468039" y="66957"/>
                  </a:lnTo>
                  <a:lnTo>
                    <a:pt x="1527361" y="77798"/>
                  </a:lnTo>
                  <a:lnTo>
                    <a:pt x="1582452" y="89994"/>
                  </a:lnTo>
                  <a:lnTo>
                    <a:pt x="1634272" y="103723"/>
                  </a:lnTo>
                  <a:lnTo>
                    <a:pt x="1683750" y="119135"/>
                  </a:lnTo>
                  <a:lnTo>
                    <a:pt x="1719082" y="131576"/>
                  </a:lnTo>
                  <a:lnTo>
                    <a:pt x="1768712" y="151021"/>
                  </a:lnTo>
                  <a:lnTo>
                    <a:pt x="1817859" y="172458"/>
                  </a:lnTo>
                  <a:lnTo>
                    <a:pt x="1867036" y="195916"/>
                  </a:lnTo>
                  <a:lnTo>
                    <a:pt x="1916588" y="221354"/>
                  </a:lnTo>
                  <a:lnTo>
                    <a:pt x="1966720" y="248656"/>
                  </a:lnTo>
                  <a:lnTo>
                    <a:pt x="2017512" y="277621"/>
                  </a:lnTo>
                  <a:lnTo>
                    <a:pt x="2068934" y="307970"/>
                  </a:lnTo>
                  <a:lnTo>
                    <a:pt x="2120866" y="339351"/>
                  </a:lnTo>
                  <a:lnTo>
                    <a:pt x="2173121" y="371354"/>
                  </a:lnTo>
                  <a:lnTo>
                    <a:pt x="2225470" y="403534"/>
                  </a:lnTo>
                  <a:lnTo>
                    <a:pt x="2277671" y="435435"/>
                  </a:lnTo>
                  <a:lnTo>
                    <a:pt x="2329504" y="466618"/>
                  </a:lnTo>
                  <a:lnTo>
                    <a:pt x="2380792" y="496685"/>
                  </a:lnTo>
                  <a:lnTo>
                    <a:pt x="2431435" y="525299"/>
                  </a:lnTo>
                  <a:lnTo>
                    <a:pt x="2481426" y="552197"/>
                  </a:lnTo>
                  <a:lnTo>
                    <a:pt x="2530871" y="577199"/>
                  </a:lnTo>
                  <a:lnTo>
                    <a:pt x="2580005" y="600204"/>
                  </a:lnTo>
                  <a:lnTo>
                    <a:pt x="2629210" y="621190"/>
                  </a:lnTo>
                  <a:lnTo>
                    <a:pt x="2667772" y="636103"/>
                  </a:lnTo>
                  <a:lnTo>
                    <a:pt x="2716053" y="652802"/>
                  </a:lnTo>
                  <a:lnTo>
                    <a:pt x="2766066" y="667756"/>
                  </a:lnTo>
                  <a:lnTo>
                    <a:pt x="2818661" y="681062"/>
                  </a:lnTo>
                  <a:lnTo>
                    <a:pt x="2874782" y="692882"/>
                  </a:lnTo>
                  <a:lnTo>
                    <a:pt x="2935383" y="703392"/>
                  </a:lnTo>
                  <a:lnTo>
                    <a:pt x="3001334" y="712762"/>
                  </a:lnTo>
                  <a:lnTo>
                    <a:pt x="3073309" y="721136"/>
                  </a:lnTo>
                  <a:lnTo>
                    <a:pt x="3151621" y="728628"/>
                  </a:lnTo>
                  <a:lnTo>
                    <a:pt x="3236020" y="735316"/>
                  </a:lnTo>
                  <a:lnTo>
                    <a:pt x="3325454" y="741246"/>
                  </a:lnTo>
                  <a:lnTo>
                    <a:pt x="3417852" y="746428"/>
                  </a:lnTo>
                  <a:lnTo>
                    <a:pt x="3510034" y="750853"/>
                  </a:lnTo>
                  <a:lnTo>
                    <a:pt x="3597856" y="754502"/>
                  </a:lnTo>
                  <a:lnTo>
                    <a:pt x="3676710" y="757366"/>
                  </a:lnTo>
                  <a:lnTo>
                    <a:pt x="3742350" y="759469"/>
                  </a:lnTo>
                  <a:lnTo>
                    <a:pt x="3791853" y="760879"/>
                  </a:lnTo>
                  <a:lnTo>
                    <a:pt x="3824411" y="761707"/>
                  </a:lnTo>
                  <a:lnTo>
                    <a:pt x="3841670" y="762102"/>
                  </a:lnTo>
                  <a:lnTo>
                    <a:pt x="3847598" y="762224"/>
                  </a:lnTo>
                  <a:lnTo>
                    <a:pt x="3848118" y="762234"/>
                  </a:lnTo>
                  <a:lnTo>
                    <a:pt x="4386855" y="762234"/>
                  </a:lnTo>
                  <a:lnTo>
                    <a:pt x="4388136" y="762270"/>
                  </a:lnTo>
                  <a:lnTo>
                    <a:pt x="4396497" y="762522"/>
                  </a:lnTo>
                  <a:lnTo>
                    <a:pt x="4417351" y="763220"/>
                  </a:lnTo>
                  <a:lnTo>
                    <a:pt x="4454070" y="764589"/>
                  </a:lnTo>
                  <a:lnTo>
                    <a:pt x="4507660" y="766827"/>
                  </a:lnTo>
                  <a:lnTo>
                    <a:pt x="4576738" y="770078"/>
                  </a:lnTo>
                  <a:lnTo>
                    <a:pt x="4657994" y="774420"/>
                  </a:lnTo>
                  <a:lnTo>
                    <a:pt x="4747041" y="779873"/>
                  </a:lnTo>
                  <a:lnTo>
                    <a:pt x="4839357" y="786419"/>
                  </a:lnTo>
                  <a:lnTo>
                    <a:pt x="4931032" y="794033"/>
                  </a:lnTo>
                  <a:lnTo>
                    <a:pt x="5019174" y="802705"/>
                  </a:lnTo>
                  <a:lnTo>
                    <a:pt x="5101981" y="812463"/>
                  </a:lnTo>
                  <a:lnTo>
                    <a:pt x="5178617" y="823380"/>
                  </a:lnTo>
                  <a:lnTo>
                    <a:pt x="5248981" y="835578"/>
                  </a:lnTo>
                  <a:lnTo>
                    <a:pt x="5313482" y="849229"/>
                  </a:lnTo>
                  <a:lnTo>
                    <a:pt x="5372843" y="864546"/>
                  </a:lnTo>
                  <a:lnTo>
                    <a:pt x="5427954" y="881772"/>
                  </a:lnTo>
                  <a:lnTo>
                    <a:pt x="5479767" y="901157"/>
                  </a:lnTo>
                  <a:lnTo>
                    <a:pt x="5529204" y="922915"/>
                  </a:lnTo>
                  <a:lnTo>
                    <a:pt x="5567201" y="941904"/>
                  </a:lnTo>
                  <a:lnTo>
                    <a:pt x="5614374" y="968156"/>
                  </a:lnTo>
                  <a:lnTo>
                    <a:pt x="5661085" y="996966"/>
                  </a:lnTo>
                  <a:lnTo>
                    <a:pt x="5707786" y="1028376"/>
                  </a:lnTo>
                  <a:lnTo>
                    <a:pt x="5754787" y="1062348"/>
                  </a:lnTo>
                  <a:lnTo>
                    <a:pt x="5802287" y="1098755"/>
                  </a:lnTo>
                  <a:lnTo>
                    <a:pt x="5850374" y="1137376"/>
                  </a:lnTo>
                  <a:lnTo>
                    <a:pt x="5899049" y="1177896"/>
                  </a:lnTo>
                  <a:lnTo>
                    <a:pt x="5948230" y="1219910"/>
                  </a:lnTo>
                  <a:lnTo>
                    <a:pt x="5997777" y="1262942"/>
                  </a:lnTo>
                  <a:lnTo>
                    <a:pt x="6047504" y="1306463"/>
                  </a:lnTo>
                  <a:lnTo>
                    <a:pt x="6097207" y="1349916"/>
                  </a:lnTo>
                  <a:lnTo>
                    <a:pt x="6146681" y="1392751"/>
                  </a:lnTo>
                  <a:lnTo>
                    <a:pt x="6195753" y="1434449"/>
                  </a:lnTo>
                  <a:lnTo>
                    <a:pt x="6244291" y="1474547"/>
                  </a:lnTo>
                  <a:lnTo>
                    <a:pt x="6292235" y="1512663"/>
                  </a:lnTo>
                  <a:lnTo>
                    <a:pt x="6339603" y="1548504"/>
                  </a:lnTo>
                  <a:lnTo>
                    <a:pt x="6386510" y="1581870"/>
                  </a:lnTo>
                  <a:lnTo>
                    <a:pt x="6433180" y="1612657"/>
                  </a:lnTo>
                  <a:lnTo>
                    <a:pt x="6479956" y="1640848"/>
                  </a:lnTo>
                  <a:lnTo>
                    <a:pt x="6515891" y="1660582"/>
                  </a:lnTo>
                  <a:lnTo>
                    <a:pt x="6564030" y="1684306"/>
                  </a:lnTo>
                  <a:lnTo>
                    <a:pt x="6613890" y="1705556"/>
                  </a:lnTo>
                  <a:lnTo>
                    <a:pt x="6666312" y="1724471"/>
                  </a:lnTo>
                  <a:lnTo>
                    <a:pt x="6722230" y="1741279"/>
                  </a:lnTo>
                  <a:lnTo>
                    <a:pt x="6782592" y="1756230"/>
                  </a:lnTo>
                  <a:lnTo>
                    <a:pt x="6848262" y="1769562"/>
                  </a:lnTo>
                  <a:lnTo>
                    <a:pt x="6919912" y="1781481"/>
                  </a:lnTo>
                  <a:lnTo>
                    <a:pt x="6997862" y="1792148"/>
                  </a:lnTo>
                  <a:lnTo>
                    <a:pt x="7081878" y="1801675"/>
                  </a:lnTo>
                  <a:lnTo>
                    <a:pt x="7170939" y="1810126"/>
                  </a:lnTo>
                  <a:lnTo>
                    <a:pt x="7263024" y="1817519"/>
                  </a:lnTo>
                  <a:lnTo>
                    <a:pt x="7355010" y="1823840"/>
                  </a:lnTo>
                  <a:lnTo>
                    <a:pt x="7442815" y="1829063"/>
                  </a:lnTo>
                  <a:lnTo>
                    <a:pt x="7521876" y="1833174"/>
                  </a:lnTo>
                  <a:lnTo>
                    <a:pt x="7587949" y="1836205"/>
                  </a:lnTo>
                  <a:lnTo>
                    <a:pt x="7638064" y="1838248"/>
                  </a:lnTo>
                  <a:lnTo>
                    <a:pt x="7671314" y="1839460"/>
                  </a:lnTo>
                  <a:lnTo>
                    <a:pt x="7689215" y="1840046"/>
                  </a:lnTo>
                  <a:lnTo>
                    <a:pt x="7695593" y="1840235"/>
                  </a:lnTo>
                  <a:lnTo>
                    <a:pt x="7696237" y="1840252"/>
                  </a:lnTo>
                  <a:lnTo>
                    <a:pt x="8234974" y="1840252"/>
                  </a:lnTo>
                  <a:lnTo>
                    <a:pt x="8234974" y="1834808"/>
                  </a:lnTo>
                  <a:lnTo>
                    <a:pt x="7696237" y="1834808"/>
                  </a:lnTo>
                  <a:lnTo>
                    <a:pt x="7694956" y="1834772"/>
                  </a:lnTo>
                  <a:lnTo>
                    <a:pt x="7686595" y="1834520"/>
                  </a:lnTo>
                  <a:lnTo>
                    <a:pt x="7665741" y="1833822"/>
                  </a:lnTo>
                  <a:lnTo>
                    <a:pt x="7629023" y="1832453"/>
                  </a:lnTo>
                  <a:lnTo>
                    <a:pt x="7575433" y="1830215"/>
                  </a:lnTo>
                  <a:lnTo>
                    <a:pt x="7506354" y="1826964"/>
                  </a:lnTo>
                  <a:lnTo>
                    <a:pt x="7425098" y="1822622"/>
                  </a:lnTo>
                  <a:lnTo>
                    <a:pt x="7336051" y="1817169"/>
                  </a:lnTo>
                  <a:lnTo>
                    <a:pt x="7243736" y="1810623"/>
                  </a:lnTo>
                  <a:lnTo>
                    <a:pt x="7152060" y="1803009"/>
                  </a:lnTo>
                  <a:lnTo>
                    <a:pt x="7063919" y="1794337"/>
                  </a:lnTo>
                  <a:lnTo>
                    <a:pt x="6981111" y="1784579"/>
                  </a:lnTo>
                  <a:lnTo>
                    <a:pt x="6904476" y="1773662"/>
                  </a:lnTo>
                  <a:lnTo>
                    <a:pt x="6834112" y="1761464"/>
                  </a:lnTo>
                  <a:lnTo>
                    <a:pt x="6769611" y="1747812"/>
                  </a:lnTo>
                  <a:lnTo>
                    <a:pt x="6710250" y="1732495"/>
                  </a:lnTo>
                  <a:lnTo>
                    <a:pt x="6655138" y="1715269"/>
                  </a:lnTo>
                  <a:lnTo>
                    <a:pt x="6603326" y="1695885"/>
                  </a:lnTo>
                  <a:lnTo>
                    <a:pt x="6553888" y="1674127"/>
                  </a:lnTo>
                  <a:lnTo>
                    <a:pt x="6515891" y="1655138"/>
                  </a:lnTo>
                  <a:lnTo>
                    <a:pt x="6468719" y="1628886"/>
                  </a:lnTo>
                  <a:lnTo>
                    <a:pt x="6422007" y="1600076"/>
                  </a:lnTo>
                  <a:lnTo>
                    <a:pt x="6375307" y="1568666"/>
                  </a:lnTo>
                  <a:lnTo>
                    <a:pt x="6328305" y="1534694"/>
                  </a:lnTo>
                  <a:lnTo>
                    <a:pt x="6280806" y="1498287"/>
                  </a:lnTo>
                  <a:lnTo>
                    <a:pt x="6232718" y="1459666"/>
                  </a:lnTo>
                  <a:lnTo>
                    <a:pt x="6184044" y="1419146"/>
                  </a:lnTo>
                  <a:lnTo>
                    <a:pt x="6134862" y="1377132"/>
                  </a:lnTo>
                  <a:lnTo>
                    <a:pt x="6085315" y="1334099"/>
                  </a:lnTo>
                  <a:lnTo>
                    <a:pt x="6035588" y="1290579"/>
                  </a:lnTo>
                  <a:lnTo>
                    <a:pt x="5985886" y="1247126"/>
                  </a:lnTo>
                  <a:lnTo>
                    <a:pt x="5936411" y="1204291"/>
                  </a:lnTo>
                  <a:lnTo>
                    <a:pt x="5887340" y="1162593"/>
                  </a:lnTo>
                  <a:lnTo>
                    <a:pt x="5838801" y="1122495"/>
                  </a:lnTo>
                  <a:lnTo>
                    <a:pt x="5790858" y="1084378"/>
                  </a:lnTo>
                  <a:lnTo>
                    <a:pt x="5743490" y="1048538"/>
                  </a:lnTo>
                  <a:lnTo>
                    <a:pt x="5696582" y="1015172"/>
                  </a:lnTo>
                  <a:lnTo>
                    <a:pt x="5649913" y="984384"/>
                  </a:lnTo>
                  <a:lnTo>
                    <a:pt x="5603137" y="956193"/>
                  </a:lnTo>
                  <a:lnTo>
                    <a:pt x="5567201" y="936459"/>
                  </a:lnTo>
                  <a:lnTo>
                    <a:pt x="5519062" y="912736"/>
                  </a:lnTo>
                  <a:lnTo>
                    <a:pt x="5469202" y="891486"/>
                  </a:lnTo>
                  <a:lnTo>
                    <a:pt x="5416781" y="872571"/>
                  </a:lnTo>
                  <a:lnTo>
                    <a:pt x="5360862" y="855763"/>
                  </a:lnTo>
                  <a:lnTo>
                    <a:pt x="5300501" y="840812"/>
                  </a:lnTo>
                  <a:lnTo>
                    <a:pt x="5234830" y="827480"/>
                  </a:lnTo>
                  <a:lnTo>
                    <a:pt x="5163180" y="815561"/>
                  </a:lnTo>
                  <a:lnTo>
                    <a:pt x="5085230" y="804894"/>
                  </a:lnTo>
                  <a:lnTo>
                    <a:pt x="5001214" y="795367"/>
                  </a:lnTo>
                  <a:lnTo>
                    <a:pt x="4912153" y="786916"/>
                  </a:lnTo>
                  <a:lnTo>
                    <a:pt x="4820069" y="779523"/>
                  </a:lnTo>
                  <a:lnTo>
                    <a:pt x="4728083" y="773202"/>
                  </a:lnTo>
                  <a:lnTo>
                    <a:pt x="4640277" y="767979"/>
                  </a:lnTo>
                  <a:lnTo>
                    <a:pt x="4561216" y="763868"/>
                  </a:lnTo>
                  <a:lnTo>
                    <a:pt x="4495144" y="760836"/>
                  </a:lnTo>
                  <a:lnTo>
                    <a:pt x="4445029" y="758793"/>
                  </a:lnTo>
                  <a:lnTo>
                    <a:pt x="4411779" y="757582"/>
                  </a:lnTo>
                  <a:lnTo>
                    <a:pt x="4393878" y="756996"/>
                  </a:lnTo>
                  <a:lnTo>
                    <a:pt x="4387499" y="756807"/>
                  </a:lnTo>
                  <a:lnTo>
                    <a:pt x="4386855" y="756790"/>
                  </a:lnTo>
                  <a:lnTo>
                    <a:pt x="3848118" y="756790"/>
                  </a:lnTo>
                  <a:lnTo>
                    <a:pt x="3846826" y="756765"/>
                  </a:lnTo>
                  <a:lnTo>
                    <a:pt x="3838396" y="756586"/>
                  </a:lnTo>
                  <a:lnTo>
                    <a:pt x="3817375" y="756092"/>
                  </a:lnTo>
                  <a:lnTo>
                    <a:pt x="3780380" y="755122"/>
                  </a:lnTo>
                  <a:lnTo>
                    <a:pt x="3726419" y="753538"/>
                  </a:lnTo>
                  <a:lnTo>
                    <a:pt x="3656918" y="751237"/>
                  </a:lnTo>
                  <a:lnTo>
                    <a:pt x="3575238" y="748166"/>
                  </a:lnTo>
                  <a:lnTo>
                    <a:pt x="3485817" y="744309"/>
                  </a:lnTo>
                  <a:lnTo>
                    <a:pt x="3393207" y="739682"/>
                  </a:lnTo>
                  <a:lnTo>
                    <a:pt x="3301331" y="734301"/>
                  </a:lnTo>
                  <a:lnTo>
                    <a:pt x="3213077" y="728172"/>
                  </a:lnTo>
                  <a:lnTo>
                    <a:pt x="3130227" y="721276"/>
                  </a:lnTo>
                  <a:lnTo>
                    <a:pt x="3053599" y="713559"/>
                  </a:lnTo>
                  <a:lnTo>
                    <a:pt x="2983271" y="704934"/>
                  </a:lnTo>
                  <a:lnTo>
                    <a:pt x="2918816" y="695276"/>
                  </a:lnTo>
                  <a:lnTo>
                    <a:pt x="2859494" y="684436"/>
                  </a:lnTo>
                  <a:lnTo>
                    <a:pt x="2804403" y="672239"/>
                  </a:lnTo>
                  <a:lnTo>
                    <a:pt x="2752582" y="658510"/>
                  </a:lnTo>
                  <a:lnTo>
                    <a:pt x="2703105" y="643099"/>
                  </a:lnTo>
                  <a:lnTo>
                    <a:pt x="2667772" y="630658"/>
                  </a:lnTo>
                  <a:lnTo>
                    <a:pt x="2618143" y="611213"/>
                  </a:lnTo>
                  <a:lnTo>
                    <a:pt x="2568995" y="589776"/>
                  </a:lnTo>
                  <a:lnTo>
                    <a:pt x="2519819" y="566318"/>
                  </a:lnTo>
                  <a:lnTo>
                    <a:pt x="2470267" y="540880"/>
                  </a:lnTo>
                  <a:lnTo>
                    <a:pt x="2420135" y="513578"/>
                  </a:lnTo>
                  <a:lnTo>
                    <a:pt x="2369343" y="484613"/>
                  </a:lnTo>
                  <a:lnTo>
                    <a:pt x="2317921" y="454263"/>
                  </a:lnTo>
                  <a:lnTo>
                    <a:pt x="2265988" y="422883"/>
                  </a:lnTo>
                  <a:lnTo>
                    <a:pt x="2213733" y="390880"/>
                  </a:lnTo>
                  <a:lnTo>
                    <a:pt x="2161385" y="358700"/>
                  </a:lnTo>
                  <a:lnTo>
                    <a:pt x="2109183" y="326799"/>
                  </a:lnTo>
                  <a:lnTo>
                    <a:pt x="2057351" y="295616"/>
                  </a:lnTo>
                  <a:lnTo>
                    <a:pt x="2006063" y="265549"/>
                  </a:lnTo>
                  <a:lnTo>
                    <a:pt x="1955420" y="236935"/>
                  </a:lnTo>
                  <a:lnTo>
                    <a:pt x="1905429" y="210037"/>
                  </a:lnTo>
                  <a:lnTo>
                    <a:pt x="1855984" y="185035"/>
                  </a:lnTo>
                  <a:lnTo>
                    <a:pt x="1806849" y="162030"/>
                  </a:lnTo>
                  <a:lnTo>
                    <a:pt x="1757644" y="141044"/>
                  </a:lnTo>
                  <a:lnTo>
                    <a:pt x="1719082" y="126131"/>
                  </a:lnTo>
                  <a:lnTo>
                    <a:pt x="1670802" y="109431"/>
                  </a:lnTo>
                  <a:lnTo>
                    <a:pt x="1620788" y="94478"/>
                  </a:lnTo>
                  <a:lnTo>
                    <a:pt x="1568193" y="81172"/>
                  </a:lnTo>
                  <a:lnTo>
                    <a:pt x="1512072" y="69352"/>
                  </a:lnTo>
                  <a:lnTo>
                    <a:pt x="1451472" y="58842"/>
                  </a:lnTo>
                  <a:lnTo>
                    <a:pt x="1385521" y="49472"/>
                  </a:lnTo>
                  <a:lnTo>
                    <a:pt x="1313546" y="41098"/>
                  </a:lnTo>
                  <a:lnTo>
                    <a:pt x="1235234" y="33606"/>
                  </a:lnTo>
                  <a:lnTo>
                    <a:pt x="1150834" y="26917"/>
                  </a:lnTo>
                  <a:lnTo>
                    <a:pt x="1061401" y="20988"/>
                  </a:lnTo>
                  <a:lnTo>
                    <a:pt x="969003" y="15806"/>
                  </a:lnTo>
                  <a:lnTo>
                    <a:pt x="876821" y="11381"/>
                  </a:lnTo>
                  <a:lnTo>
                    <a:pt x="788999" y="7732"/>
                  </a:lnTo>
                  <a:lnTo>
                    <a:pt x="710144" y="4868"/>
                  </a:lnTo>
                  <a:lnTo>
                    <a:pt x="644505" y="2764"/>
                  </a:lnTo>
                  <a:lnTo>
                    <a:pt x="595002" y="1355"/>
                  </a:lnTo>
                  <a:lnTo>
                    <a:pt x="562443" y="526"/>
                  </a:lnTo>
                  <a:lnTo>
                    <a:pt x="545185" y="132"/>
                  </a:lnTo>
                  <a:lnTo>
                    <a:pt x="539257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546595" y="1142463"/>
              <a:ext cx="8234974" cy="1834808"/>
            </a:xfrm>
            <a:custGeom>
              <a:avLst/>
              <a:pathLst>
                <a:path w="8234974" h="1834808">
                  <a:moveTo>
                    <a:pt x="0" y="0"/>
                  </a:moveTo>
                  <a:lnTo>
                    <a:pt x="538736" y="0"/>
                  </a:lnTo>
                  <a:lnTo>
                    <a:pt x="540028" y="25"/>
                  </a:lnTo>
                  <a:lnTo>
                    <a:pt x="548458" y="203"/>
                  </a:lnTo>
                  <a:lnTo>
                    <a:pt x="569479" y="697"/>
                  </a:lnTo>
                  <a:lnTo>
                    <a:pt x="606475" y="1667"/>
                  </a:lnTo>
                  <a:lnTo>
                    <a:pt x="660435" y="3251"/>
                  </a:lnTo>
                  <a:lnTo>
                    <a:pt x="729937" y="5552"/>
                  </a:lnTo>
                  <a:lnTo>
                    <a:pt x="811617" y="8624"/>
                  </a:lnTo>
                  <a:lnTo>
                    <a:pt x="901038" y="12480"/>
                  </a:lnTo>
                  <a:lnTo>
                    <a:pt x="993647" y="17108"/>
                  </a:lnTo>
                  <a:lnTo>
                    <a:pt x="1085523" y="22488"/>
                  </a:lnTo>
                  <a:lnTo>
                    <a:pt x="1173778" y="28617"/>
                  </a:lnTo>
                  <a:lnTo>
                    <a:pt x="1256628" y="35513"/>
                  </a:lnTo>
                  <a:lnTo>
                    <a:pt x="1333255" y="43230"/>
                  </a:lnTo>
                  <a:lnTo>
                    <a:pt x="1403583" y="51856"/>
                  </a:lnTo>
                  <a:lnTo>
                    <a:pt x="1468039" y="61513"/>
                  </a:lnTo>
                  <a:lnTo>
                    <a:pt x="1527361" y="72353"/>
                  </a:lnTo>
                  <a:lnTo>
                    <a:pt x="1582452" y="84550"/>
                  </a:lnTo>
                  <a:lnTo>
                    <a:pt x="1634272" y="98279"/>
                  </a:lnTo>
                  <a:lnTo>
                    <a:pt x="1683750" y="113690"/>
                  </a:lnTo>
                  <a:lnTo>
                    <a:pt x="1719082" y="126131"/>
                  </a:lnTo>
                  <a:lnTo>
                    <a:pt x="1768712" y="145576"/>
                  </a:lnTo>
                  <a:lnTo>
                    <a:pt x="1817859" y="167013"/>
                  </a:lnTo>
                  <a:lnTo>
                    <a:pt x="1867036" y="190471"/>
                  </a:lnTo>
                  <a:lnTo>
                    <a:pt x="1916588" y="215910"/>
                  </a:lnTo>
                  <a:lnTo>
                    <a:pt x="1966720" y="243211"/>
                  </a:lnTo>
                  <a:lnTo>
                    <a:pt x="2017512" y="272177"/>
                  </a:lnTo>
                  <a:lnTo>
                    <a:pt x="2068934" y="302526"/>
                  </a:lnTo>
                  <a:lnTo>
                    <a:pt x="2120866" y="333907"/>
                  </a:lnTo>
                  <a:lnTo>
                    <a:pt x="2173121" y="365909"/>
                  </a:lnTo>
                  <a:lnTo>
                    <a:pt x="2225470" y="398089"/>
                  </a:lnTo>
                  <a:lnTo>
                    <a:pt x="2277671" y="429990"/>
                  </a:lnTo>
                  <a:lnTo>
                    <a:pt x="2329504" y="461173"/>
                  </a:lnTo>
                  <a:lnTo>
                    <a:pt x="2380792" y="491240"/>
                  </a:lnTo>
                  <a:lnTo>
                    <a:pt x="2431435" y="519854"/>
                  </a:lnTo>
                  <a:lnTo>
                    <a:pt x="2481426" y="546753"/>
                  </a:lnTo>
                  <a:lnTo>
                    <a:pt x="2530871" y="571754"/>
                  </a:lnTo>
                  <a:lnTo>
                    <a:pt x="2580005" y="594760"/>
                  </a:lnTo>
                  <a:lnTo>
                    <a:pt x="2629210" y="615745"/>
                  </a:lnTo>
                  <a:lnTo>
                    <a:pt x="2667772" y="630658"/>
                  </a:lnTo>
                  <a:lnTo>
                    <a:pt x="2716053" y="647358"/>
                  </a:lnTo>
                  <a:lnTo>
                    <a:pt x="2766066" y="662312"/>
                  </a:lnTo>
                  <a:lnTo>
                    <a:pt x="2818661" y="675618"/>
                  </a:lnTo>
                  <a:lnTo>
                    <a:pt x="2874782" y="687437"/>
                  </a:lnTo>
                  <a:lnTo>
                    <a:pt x="2935383" y="697947"/>
                  </a:lnTo>
                  <a:lnTo>
                    <a:pt x="3001334" y="707317"/>
                  </a:lnTo>
                  <a:lnTo>
                    <a:pt x="3073309" y="715691"/>
                  </a:lnTo>
                  <a:lnTo>
                    <a:pt x="3151621" y="723183"/>
                  </a:lnTo>
                  <a:lnTo>
                    <a:pt x="3236020" y="729872"/>
                  </a:lnTo>
                  <a:lnTo>
                    <a:pt x="3325454" y="735801"/>
                  </a:lnTo>
                  <a:lnTo>
                    <a:pt x="3417852" y="740984"/>
                  </a:lnTo>
                  <a:lnTo>
                    <a:pt x="3510034" y="745409"/>
                  </a:lnTo>
                  <a:lnTo>
                    <a:pt x="3597856" y="749057"/>
                  </a:lnTo>
                  <a:lnTo>
                    <a:pt x="3676710" y="751922"/>
                  </a:lnTo>
                  <a:lnTo>
                    <a:pt x="3742350" y="754025"/>
                  </a:lnTo>
                  <a:lnTo>
                    <a:pt x="3791853" y="755434"/>
                  </a:lnTo>
                  <a:lnTo>
                    <a:pt x="3824411" y="756263"/>
                  </a:lnTo>
                  <a:lnTo>
                    <a:pt x="3841670" y="756657"/>
                  </a:lnTo>
                  <a:lnTo>
                    <a:pt x="3847598" y="756780"/>
                  </a:lnTo>
                  <a:lnTo>
                    <a:pt x="3848118" y="756790"/>
                  </a:lnTo>
                  <a:lnTo>
                    <a:pt x="4386855" y="756790"/>
                  </a:lnTo>
                  <a:lnTo>
                    <a:pt x="4388136" y="756825"/>
                  </a:lnTo>
                  <a:lnTo>
                    <a:pt x="4396497" y="757077"/>
                  </a:lnTo>
                  <a:lnTo>
                    <a:pt x="4417351" y="757775"/>
                  </a:lnTo>
                  <a:lnTo>
                    <a:pt x="4454070" y="759144"/>
                  </a:lnTo>
                  <a:lnTo>
                    <a:pt x="4507660" y="761382"/>
                  </a:lnTo>
                  <a:lnTo>
                    <a:pt x="4576738" y="764633"/>
                  </a:lnTo>
                  <a:lnTo>
                    <a:pt x="4657994" y="768975"/>
                  </a:lnTo>
                  <a:lnTo>
                    <a:pt x="4747041" y="774428"/>
                  </a:lnTo>
                  <a:lnTo>
                    <a:pt x="4839357" y="780975"/>
                  </a:lnTo>
                  <a:lnTo>
                    <a:pt x="4931032" y="788588"/>
                  </a:lnTo>
                  <a:lnTo>
                    <a:pt x="5019174" y="797261"/>
                  </a:lnTo>
                  <a:lnTo>
                    <a:pt x="5101981" y="807018"/>
                  </a:lnTo>
                  <a:lnTo>
                    <a:pt x="5178617" y="817935"/>
                  </a:lnTo>
                  <a:lnTo>
                    <a:pt x="5248981" y="830134"/>
                  </a:lnTo>
                  <a:lnTo>
                    <a:pt x="5313482" y="843785"/>
                  </a:lnTo>
                  <a:lnTo>
                    <a:pt x="5372843" y="859102"/>
                  </a:lnTo>
                  <a:lnTo>
                    <a:pt x="5427954" y="876328"/>
                  </a:lnTo>
                  <a:lnTo>
                    <a:pt x="5479767" y="895712"/>
                  </a:lnTo>
                  <a:lnTo>
                    <a:pt x="5529204" y="917471"/>
                  </a:lnTo>
                  <a:lnTo>
                    <a:pt x="5567201" y="936459"/>
                  </a:lnTo>
                  <a:lnTo>
                    <a:pt x="5614374" y="962711"/>
                  </a:lnTo>
                  <a:lnTo>
                    <a:pt x="5661085" y="991521"/>
                  </a:lnTo>
                  <a:lnTo>
                    <a:pt x="5707786" y="1022931"/>
                  </a:lnTo>
                  <a:lnTo>
                    <a:pt x="5754787" y="1056903"/>
                  </a:lnTo>
                  <a:lnTo>
                    <a:pt x="5802287" y="1093310"/>
                  </a:lnTo>
                  <a:lnTo>
                    <a:pt x="5850374" y="1131931"/>
                  </a:lnTo>
                  <a:lnTo>
                    <a:pt x="5899049" y="1172451"/>
                  </a:lnTo>
                  <a:lnTo>
                    <a:pt x="5948230" y="1214466"/>
                  </a:lnTo>
                  <a:lnTo>
                    <a:pt x="5997777" y="1257498"/>
                  </a:lnTo>
                  <a:lnTo>
                    <a:pt x="6047504" y="1301018"/>
                  </a:lnTo>
                  <a:lnTo>
                    <a:pt x="6097207" y="1344472"/>
                  </a:lnTo>
                  <a:lnTo>
                    <a:pt x="6146681" y="1387307"/>
                  </a:lnTo>
                  <a:lnTo>
                    <a:pt x="6195753" y="1429004"/>
                  </a:lnTo>
                  <a:lnTo>
                    <a:pt x="6244291" y="1469103"/>
                  </a:lnTo>
                  <a:lnTo>
                    <a:pt x="6292235" y="1507219"/>
                  </a:lnTo>
                  <a:lnTo>
                    <a:pt x="6339603" y="1543059"/>
                  </a:lnTo>
                  <a:lnTo>
                    <a:pt x="6386510" y="1576425"/>
                  </a:lnTo>
                  <a:lnTo>
                    <a:pt x="6433180" y="1607213"/>
                  </a:lnTo>
                  <a:lnTo>
                    <a:pt x="6479956" y="1635404"/>
                  </a:lnTo>
                  <a:lnTo>
                    <a:pt x="6515891" y="1655138"/>
                  </a:lnTo>
                  <a:lnTo>
                    <a:pt x="6564030" y="1678861"/>
                  </a:lnTo>
                  <a:lnTo>
                    <a:pt x="6613890" y="1700111"/>
                  </a:lnTo>
                  <a:lnTo>
                    <a:pt x="6666312" y="1719027"/>
                  </a:lnTo>
                  <a:lnTo>
                    <a:pt x="6722230" y="1735834"/>
                  </a:lnTo>
                  <a:lnTo>
                    <a:pt x="6782592" y="1750785"/>
                  </a:lnTo>
                  <a:lnTo>
                    <a:pt x="6848262" y="1764117"/>
                  </a:lnTo>
                  <a:lnTo>
                    <a:pt x="6919912" y="1776036"/>
                  </a:lnTo>
                  <a:lnTo>
                    <a:pt x="6997862" y="1786703"/>
                  </a:lnTo>
                  <a:lnTo>
                    <a:pt x="7081878" y="1796231"/>
                  </a:lnTo>
                  <a:lnTo>
                    <a:pt x="7170939" y="1804682"/>
                  </a:lnTo>
                  <a:lnTo>
                    <a:pt x="7263024" y="1812075"/>
                  </a:lnTo>
                  <a:lnTo>
                    <a:pt x="7355010" y="1818396"/>
                  </a:lnTo>
                  <a:lnTo>
                    <a:pt x="7442815" y="1823618"/>
                  </a:lnTo>
                  <a:lnTo>
                    <a:pt x="7521876" y="1827730"/>
                  </a:lnTo>
                  <a:lnTo>
                    <a:pt x="7587949" y="1830761"/>
                  </a:lnTo>
                  <a:lnTo>
                    <a:pt x="7638064" y="1832804"/>
                  </a:lnTo>
                  <a:lnTo>
                    <a:pt x="7671314" y="1834016"/>
                  </a:lnTo>
                  <a:lnTo>
                    <a:pt x="7689215" y="1834601"/>
                  </a:lnTo>
                  <a:lnTo>
                    <a:pt x="7695593" y="1834790"/>
                  </a:lnTo>
                  <a:lnTo>
                    <a:pt x="7696237" y="1834808"/>
                  </a:lnTo>
                  <a:lnTo>
                    <a:pt x="8234974" y="1834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546595" y="1137019"/>
              <a:ext cx="8234974" cy="1834808"/>
            </a:xfrm>
            <a:custGeom>
              <a:avLst/>
              <a:pathLst>
                <a:path w="8234974" h="1834808">
                  <a:moveTo>
                    <a:pt x="8234974" y="1834808"/>
                  </a:moveTo>
                  <a:lnTo>
                    <a:pt x="7696237" y="1834808"/>
                  </a:lnTo>
                  <a:lnTo>
                    <a:pt x="7694956" y="1834772"/>
                  </a:lnTo>
                  <a:lnTo>
                    <a:pt x="7686595" y="1834520"/>
                  </a:lnTo>
                  <a:lnTo>
                    <a:pt x="7665741" y="1833822"/>
                  </a:lnTo>
                  <a:lnTo>
                    <a:pt x="7629023" y="1832453"/>
                  </a:lnTo>
                  <a:lnTo>
                    <a:pt x="7575433" y="1830215"/>
                  </a:lnTo>
                  <a:lnTo>
                    <a:pt x="7506354" y="1826964"/>
                  </a:lnTo>
                  <a:lnTo>
                    <a:pt x="7425098" y="1822622"/>
                  </a:lnTo>
                  <a:lnTo>
                    <a:pt x="7336051" y="1817169"/>
                  </a:lnTo>
                  <a:lnTo>
                    <a:pt x="7243736" y="1810623"/>
                  </a:lnTo>
                  <a:lnTo>
                    <a:pt x="7152060" y="1803009"/>
                  </a:lnTo>
                  <a:lnTo>
                    <a:pt x="7063919" y="1794337"/>
                  </a:lnTo>
                  <a:lnTo>
                    <a:pt x="6981111" y="1784579"/>
                  </a:lnTo>
                  <a:lnTo>
                    <a:pt x="6904476" y="1773662"/>
                  </a:lnTo>
                  <a:lnTo>
                    <a:pt x="6834112" y="1761464"/>
                  </a:lnTo>
                  <a:lnTo>
                    <a:pt x="6769611" y="1747812"/>
                  </a:lnTo>
                  <a:lnTo>
                    <a:pt x="6710250" y="1732495"/>
                  </a:lnTo>
                  <a:lnTo>
                    <a:pt x="6655138" y="1715269"/>
                  </a:lnTo>
                  <a:lnTo>
                    <a:pt x="6603326" y="1695885"/>
                  </a:lnTo>
                  <a:lnTo>
                    <a:pt x="6553888" y="1674127"/>
                  </a:lnTo>
                  <a:lnTo>
                    <a:pt x="6515891" y="1655138"/>
                  </a:lnTo>
                  <a:lnTo>
                    <a:pt x="6468719" y="1628886"/>
                  </a:lnTo>
                  <a:lnTo>
                    <a:pt x="6422007" y="1600076"/>
                  </a:lnTo>
                  <a:lnTo>
                    <a:pt x="6375307" y="1568666"/>
                  </a:lnTo>
                  <a:lnTo>
                    <a:pt x="6328305" y="1534694"/>
                  </a:lnTo>
                  <a:lnTo>
                    <a:pt x="6280806" y="1498287"/>
                  </a:lnTo>
                  <a:lnTo>
                    <a:pt x="6232718" y="1459666"/>
                  </a:lnTo>
                  <a:lnTo>
                    <a:pt x="6184044" y="1419146"/>
                  </a:lnTo>
                  <a:lnTo>
                    <a:pt x="6134862" y="1377132"/>
                  </a:lnTo>
                  <a:lnTo>
                    <a:pt x="6085315" y="1334099"/>
                  </a:lnTo>
                  <a:lnTo>
                    <a:pt x="6035588" y="1290579"/>
                  </a:lnTo>
                  <a:lnTo>
                    <a:pt x="5985886" y="1247126"/>
                  </a:lnTo>
                  <a:lnTo>
                    <a:pt x="5936411" y="1204291"/>
                  </a:lnTo>
                  <a:lnTo>
                    <a:pt x="5887340" y="1162593"/>
                  </a:lnTo>
                  <a:lnTo>
                    <a:pt x="5838801" y="1122495"/>
                  </a:lnTo>
                  <a:lnTo>
                    <a:pt x="5790858" y="1084378"/>
                  </a:lnTo>
                  <a:lnTo>
                    <a:pt x="5743490" y="1048538"/>
                  </a:lnTo>
                  <a:lnTo>
                    <a:pt x="5696582" y="1015172"/>
                  </a:lnTo>
                  <a:lnTo>
                    <a:pt x="5649913" y="984384"/>
                  </a:lnTo>
                  <a:lnTo>
                    <a:pt x="5603137" y="956193"/>
                  </a:lnTo>
                  <a:lnTo>
                    <a:pt x="5567201" y="936459"/>
                  </a:lnTo>
                  <a:lnTo>
                    <a:pt x="5519062" y="912736"/>
                  </a:lnTo>
                  <a:lnTo>
                    <a:pt x="5469202" y="891486"/>
                  </a:lnTo>
                  <a:lnTo>
                    <a:pt x="5416781" y="872571"/>
                  </a:lnTo>
                  <a:lnTo>
                    <a:pt x="5360862" y="855763"/>
                  </a:lnTo>
                  <a:lnTo>
                    <a:pt x="5300501" y="840812"/>
                  </a:lnTo>
                  <a:lnTo>
                    <a:pt x="5234830" y="827480"/>
                  </a:lnTo>
                  <a:lnTo>
                    <a:pt x="5163180" y="815561"/>
                  </a:lnTo>
                  <a:lnTo>
                    <a:pt x="5085230" y="804894"/>
                  </a:lnTo>
                  <a:lnTo>
                    <a:pt x="5001214" y="795367"/>
                  </a:lnTo>
                  <a:lnTo>
                    <a:pt x="4912153" y="786916"/>
                  </a:lnTo>
                  <a:lnTo>
                    <a:pt x="4820069" y="779523"/>
                  </a:lnTo>
                  <a:lnTo>
                    <a:pt x="4728083" y="773202"/>
                  </a:lnTo>
                  <a:lnTo>
                    <a:pt x="4640277" y="767979"/>
                  </a:lnTo>
                  <a:lnTo>
                    <a:pt x="4561216" y="763868"/>
                  </a:lnTo>
                  <a:lnTo>
                    <a:pt x="4495144" y="760836"/>
                  </a:lnTo>
                  <a:lnTo>
                    <a:pt x="4445029" y="758793"/>
                  </a:lnTo>
                  <a:lnTo>
                    <a:pt x="4411779" y="757582"/>
                  </a:lnTo>
                  <a:lnTo>
                    <a:pt x="4393878" y="756996"/>
                  </a:lnTo>
                  <a:lnTo>
                    <a:pt x="4387499" y="756807"/>
                  </a:lnTo>
                  <a:lnTo>
                    <a:pt x="4386855" y="756790"/>
                  </a:lnTo>
                  <a:lnTo>
                    <a:pt x="3848118" y="756790"/>
                  </a:lnTo>
                  <a:lnTo>
                    <a:pt x="3846826" y="756765"/>
                  </a:lnTo>
                  <a:lnTo>
                    <a:pt x="3838396" y="756586"/>
                  </a:lnTo>
                  <a:lnTo>
                    <a:pt x="3817375" y="756092"/>
                  </a:lnTo>
                  <a:lnTo>
                    <a:pt x="3780380" y="755122"/>
                  </a:lnTo>
                  <a:lnTo>
                    <a:pt x="3726419" y="753538"/>
                  </a:lnTo>
                  <a:lnTo>
                    <a:pt x="3656918" y="751237"/>
                  </a:lnTo>
                  <a:lnTo>
                    <a:pt x="3575238" y="748166"/>
                  </a:lnTo>
                  <a:lnTo>
                    <a:pt x="3485817" y="744309"/>
                  </a:lnTo>
                  <a:lnTo>
                    <a:pt x="3393207" y="739682"/>
                  </a:lnTo>
                  <a:lnTo>
                    <a:pt x="3301331" y="734301"/>
                  </a:lnTo>
                  <a:lnTo>
                    <a:pt x="3213077" y="728172"/>
                  </a:lnTo>
                  <a:lnTo>
                    <a:pt x="3130227" y="721276"/>
                  </a:lnTo>
                  <a:lnTo>
                    <a:pt x="3053599" y="713559"/>
                  </a:lnTo>
                  <a:lnTo>
                    <a:pt x="2983271" y="704934"/>
                  </a:lnTo>
                  <a:lnTo>
                    <a:pt x="2918816" y="695276"/>
                  </a:lnTo>
                  <a:lnTo>
                    <a:pt x="2859494" y="684436"/>
                  </a:lnTo>
                  <a:lnTo>
                    <a:pt x="2804403" y="672239"/>
                  </a:lnTo>
                  <a:lnTo>
                    <a:pt x="2752582" y="658510"/>
                  </a:lnTo>
                  <a:lnTo>
                    <a:pt x="2703105" y="643099"/>
                  </a:lnTo>
                  <a:lnTo>
                    <a:pt x="2667772" y="630658"/>
                  </a:lnTo>
                  <a:lnTo>
                    <a:pt x="2618143" y="611213"/>
                  </a:lnTo>
                  <a:lnTo>
                    <a:pt x="2568995" y="589776"/>
                  </a:lnTo>
                  <a:lnTo>
                    <a:pt x="2519819" y="566318"/>
                  </a:lnTo>
                  <a:lnTo>
                    <a:pt x="2470267" y="540880"/>
                  </a:lnTo>
                  <a:lnTo>
                    <a:pt x="2420135" y="513578"/>
                  </a:lnTo>
                  <a:lnTo>
                    <a:pt x="2369343" y="484613"/>
                  </a:lnTo>
                  <a:lnTo>
                    <a:pt x="2317921" y="454263"/>
                  </a:lnTo>
                  <a:lnTo>
                    <a:pt x="2265988" y="422883"/>
                  </a:lnTo>
                  <a:lnTo>
                    <a:pt x="2213733" y="390880"/>
                  </a:lnTo>
                  <a:lnTo>
                    <a:pt x="2161385" y="358700"/>
                  </a:lnTo>
                  <a:lnTo>
                    <a:pt x="2109183" y="326799"/>
                  </a:lnTo>
                  <a:lnTo>
                    <a:pt x="2057351" y="295616"/>
                  </a:lnTo>
                  <a:lnTo>
                    <a:pt x="2006063" y="265549"/>
                  </a:lnTo>
                  <a:lnTo>
                    <a:pt x="1955420" y="236935"/>
                  </a:lnTo>
                  <a:lnTo>
                    <a:pt x="1905429" y="210037"/>
                  </a:lnTo>
                  <a:lnTo>
                    <a:pt x="1855984" y="185035"/>
                  </a:lnTo>
                  <a:lnTo>
                    <a:pt x="1806849" y="162030"/>
                  </a:lnTo>
                  <a:lnTo>
                    <a:pt x="1757644" y="141044"/>
                  </a:lnTo>
                  <a:lnTo>
                    <a:pt x="1719082" y="126131"/>
                  </a:lnTo>
                  <a:lnTo>
                    <a:pt x="1670802" y="109431"/>
                  </a:lnTo>
                  <a:lnTo>
                    <a:pt x="1620788" y="94478"/>
                  </a:lnTo>
                  <a:lnTo>
                    <a:pt x="1568193" y="81172"/>
                  </a:lnTo>
                  <a:lnTo>
                    <a:pt x="1512072" y="69352"/>
                  </a:lnTo>
                  <a:lnTo>
                    <a:pt x="1451472" y="58842"/>
                  </a:lnTo>
                  <a:lnTo>
                    <a:pt x="1385521" y="49472"/>
                  </a:lnTo>
                  <a:lnTo>
                    <a:pt x="1313546" y="41098"/>
                  </a:lnTo>
                  <a:lnTo>
                    <a:pt x="1235234" y="33606"/>
                  </a:lnTo>
                  <a:lnTo>
                    <a:pt x="1150834" y="26917"/>
                  </a:lnTo>
                  <a:lnTo>
                    <a:pt x="1061401" y="20988"/>
                  </a:lnTo>
                  <a:lnTo>
                    <a:pt x="969003" y="15806"/>
                  </a:lnTo>
                  <a:lnTo>
                    <a:pt x="876821" y="11381"/>
                  </a:lnTo>
                  <a:lnTo>
                    <a:pt x="788999" y="7732"/>
                  </a:lnTo>
                  <a:lnTo>
                    <a:pt x="710144" y="4868"/>
                  </a:lnTo>
                  <a:lnTo>
                    <a:pt x="644505" y="2764"/>
                  </a:lnTo>
                  <a:lnTo>
                    <a:pt x="595002" y="1355"/>
                  </a:lnTo>
                  <a:lnTo>
                    <a:pt x="562443" y="526"/>
                  </a:lnTo>
                  <a:lnTo>
                    <a:pt x="545185" y="132"/>
                  </a:lnTo>
                  <a:lnTo>
                    <a:pt x="539257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546595" y="1142463"/>
              <a:ext cx="8234974" cy="2166924"/>
            </a:xfrm>
            <a:custGeom>
              <a:avLst/>
              <a:pathLst>
                <a:path w="8234974" h="2166924">
                  <a:moveTo>
                    <a:pt x="0" y="5444"/>
                  </a:moveTo>
                  <a:lnTo>
                    <a:pt x="538736" y="5444"/>
                  </a:lnTo>
                  <a:lnTo>
                    <a:pt x="540028" y="5469"/>
                  </a:lnTo>
                  <a:lnTo>
                    <a:pt x="548457" y="5649"/>
                  </a:lnTo>
                  <a:lnTo>
                    <a:pt x="569476" y="6147"/>
                  </a:lnTo>
                  <a:lnTo>
                    <a:pt x="606467" y="7123"/>
                  </a:lnTo>
                  <a:lnTo>
                    <a:pt x="660423" y="8719"/>
                  </a:lnTo>
                  <a:lnTo>
                    <a:pt x="729918" y="11036"/>
                  </a:lnTo>
                  <a:lnTo>
                    <a:pt x="811592" y="14129"/>
                  </a:lnTo>
                  <a:lnTo>
                    <a:pt x="901008" y="18013"/>
                  </a:lnTo>
                  <a:lnTo>
                    <a:pt x="993613" y="22673"/>
                  </a:lnTo>
                  <a:lnTo>
                    <a:pt x="1085487" y="28092"/>
                  </a:lnTo>
                  <a:lnTo>
                    <a:pt x="1173740" y="34264"/>
                  </a:lnTo>
                  <a:lnTo>
                    <a:pt x="1256589" y="41209"/>
                  </a:lnTo>
                  <a:lnTo>
                    <a:pt x="1333217" y="48981"/>
                  </a:lnTo>
                  <a:lnTo>
                    <a:pt x="1403545" y="57668"/>
                  </a:lnTo>
                  <a:lnTo>
                    <a:pt x="1468001" y="67394"/>
                  </a:lnTo>
                  <a:lnTo>
                    <a:pt x="1527323" y="78311"/>
                  </a:lnTo>
                  <a:lnTo>
                    <a:pt x="1582415" y="90594"/>
                  </a:lnTo>
                  <a:lnTo>
                    <a:pt x="1634235" y="104420"/>
                  </a:lnTo>
                  <a:lnTo>
                    <a:pt x="1683712" y="119940"/>
                  </a:lnTo>
                  <a:lnTo>
                    <a:pt x="1719082" y="132483"/>
                  </a:lnTo>
                  <a:lnTo>
                    <a:pt x="1768672" y="152052"/>
                  </a:lnTo>
                  <a:lnTo>
                    <a:pt x="1817781" y="173623"/>
                  </a:lnTo>
                  <a:lnTo>
                    <a:pt x="1866918" y="197227"/>
                  </a:lnTo>
                  <a:lnTo>
                    <a:pt x="1916430" y="222823"/>
                  </a:lnTo>
                  <a:lnTo>
                    <a:pt x="1966520" y="250293"/>
                  </a:lnTo>
                  <a:lnTo>
                    <a:pt x="2017268" y="279437"/>
                  </a:lnTo>
                  <a:lnTo>
                    <a:pt x="2068646" y="309974"/>
                  </a:lnTo>
                  <a:lnTo>
                    <a:pt x="2120535" y="341550"/>
                  </a:lnTo>
                  <a:lnTo>
                    <a:pt x="2172747" y="373755"/>
                  </a:lnTo>
                  <a:lnTo>
                    <a:pt x="2225054" y="406141"/>
                  </a:lnTo>
                  <a:lnTo>
                    <a:pt x="2277217" y="438250"/>
                  </a:lnTo>
                  <a:lnTo>
                    <a:pt x="2329012" y="469641"/>
                  </a:lnTo>
                  <a:lnTo>
                    <a:pt x="2380265" y="499913"/>
                  </a:lnTo>
                  <a:lnTo>
                    <a:pt x="2430875" y="528727"/>
                  </a:lnTo>
                  <a:lnTo>
                    <a:pt x="2480834" y="555819"/>
                  </a:lnTo>
                  <a:lnTo>
                    <a:pt x="2530245" y="581005"/>
                  </a:lnTo>
                  <a:lnTo>
                    <a:pt x="2579342" y="604184"/>
                  </a:lnTo>
                  <a:lnTo>
                    <a:pt x="2628504" y="625332"/>
                  </a:lnTo>
                  <a:lnTo>
                    <a:pt x="2667772" y="640640"/>
                  </a:lnTo>
                  <a:lnTo>
                    <a:pt x="2716051" y="657459"/>
                  </a:lnTo>
                  <a:lnTo>
                    <a:pt x="2766062" y="672520"/>
                  </a:lnTo>
                  <a:lnTo>
                    <a:pt x="2818655" y="685921"/>
                  </a:lnTo>
                  <a:lnTo>
                    <a:pt x="2874773" y="697825"/>
                  </a:lnTo>
                  <a:lnTo>
                    <a:pt x="2935370" y="708411"/>
                  </a:lnTo>
                  <a:lnTo>
                    <a:pt x="3001317" y="717848"/>
                  </a:lnTo>
                  <a:lnTo>
                    <a:pt x="3073287" y="726282"/>
                  </a:lnTo>
                  <a:lnTo>
                    <a:pt x="3151594" y="733828"/>
                  </a:lnTo>
                  <a:lnTo>
                    <a:pt x="3235988" y="740565"/>
                  </a:lnTo>
                  <a:lnTo>
                    <a:pt x="3325416" y="746537"/>
                  </a:lnTo>
                  <a:lnTo>
                    <a:pt x="3417810" y="751757"/>
                  </a:lnTo>
                  <a:lnTo>
                    <a:pt x="3509989" y="756214"/>
                  </a:lnTo>
                  <a:lnTo>
                    <a:pt x="3597811" y="759889"/>
                  </a:lnTo>
                  <a:lnTo>
                    <a:pt x="3676669" y="762774"/>
                  </a:lnTo>
                  <a:lnTo>
                    <a:pt x="3742314" y="764893"/>
                  </a:lnTo>
                  <a:lnTo>
                    <a:pt x="3791826" y="766313"/>
                  </a:lnTo>
                  <a:lnTo>
                    <a:pt x="3824394" y="767148"/>
                  </a:lnTo>
                  <a:lnTo>
                    <a:pt x="3841662" y="767545"/>
                  </a:lnTo>
                  <a:lnTo>
                    <a:pt x="3847596" y="767669"/>
                  </a:lnTo>
                  <a:lnTo>
                    <a:pt x="3848118" y="767679"/>
                  </a:lnTo>
                  <a:lnTo>
                    <a:pt x="4386855" y="767679"/>
                  </a:lnTo>
                  <a:lnTo>
                    <a:pt x="4388122" y="767724"/>
                  </a:lnTo>
                  <a:lnTo>
                    <a:pt x="4396391" y="768048"/>
                  </a:lnTo>
                  <a:lnTo>
                    <a:pt x="4417025" y="768943"/>
                  </a:lnTo>
                  <a:lnTo>
                    <a:pt x="4453378" y="770700"/>
                  </a:lnTo>
                  <a:lnTo>
                    <a:pt x="4506477" y="773572"/>
                  </a:lnTo>
                  <a:lnTo>
                    <a:pt x="4574994" y="777746"/>
                  </a:lnTo>
                  <a:lnTo>
                    <a:pt x="4655688" y="783325"/>
                  </a:lnTo>
                  <a:lnTo>
                    <a:pt x="4744235" y="790335"/>
                  </a:lnTo>
                  <a:lnTo>
                    <a:pt x="4836158" y="798754"/>
                  </a:lnTo>
                  <a:lnTo>
                    <a:pt x="4927563" y="808548"/>
                  </a:lnTo>
                  <a:lnTo>
                    <a:pt x="5015550" y="819706"/>
                  </a:lnTo>
                  <a:lnTo>
                    <a:pt x="5098298" y="832259"/>
                  </a:lnTo>
                  <a:lnTo>
                    <a:pt x="5174942" y="846299"/>
                  </a:lnTo>
                  <a:lnTo>
                    <a:pt x="5245353" y="861981"/>
                  </a:lnTo>
                  <a:lnTo>
                    <a:pt x="5309915" y="879520"/>
                  </a:lnTo>
                  <a:lnTo>
                    <a:pt x="5369328" y="899188"/>
                  </a:lnTo>
                  <a:lnTo>
                    <a:pt x="5424468" y="921295"/>
                  </a:lnTo>
                  <a:lnTo>
                    <a:pt x="5476273" y="946162"/>
                  </a:lnTo>
                  <a:lnTo>
                    <a:pt x="5525659" y="974071"/>
                  </a:lnTo>
                  <a:lnTo>
                    <a:pt x="5567201" y="1000886"/>
                  </a:lnTo>
                  <a:lnTo>
                    <a:pt x="5611834" y="1033030"/>
                  </a:lnTo>
                  <a:lnTo>
                    <a:pt x="5656029" y="1068139"/>
                  </a:lnTo>
                  <a:lnTo>
                    <a:pt x="5700179" y="1106267"/>
                  </a:lnTo>
                  <a:lnTo>
                    <a:pt x="5744561" y="1147385"/>
                  </a:lnTo>
                  <a:lnTo>
                    <a:pt x="5789359" y="1191372"/>
                  </a:lnTo>
                  <a:lnTo>
                    <a:pt x="5834671" y="1238011"/>
                  </a:lnTo>
                  <a:lnTo>
                    <a:pt x="5880517" y="1286987"/>
                  </a:lnTo>
                  <a:lnTo>
                    <a:pt x="5926852" y="1337888"/>
                  </a:lnTo>
                  <a:lnTo>
                    <a:pt x="5973575" y="1390220"/>
                  </a:lnTo>
                  <a:lnTo>
                    <a:pt x="6020543" y="1443425"/>
                  </a:lnTo>
                  <a:lnTo>
                    <a:pt x="6067590" y="1496904"/>
                  </a:lnTo>
                  <a:lnTo>
                    <a:pt x="6114540" y="1550044"/>
                  </a:lnTo>
                  <a:lnTo>
                    <a:pt x="6161227" y="1602249"/>
                  </a:lnTo>
                  <a:lnTo>
                    <a:pt x="6207514" y="1652965"/>
                  </a:lnTo>
                  <a:lnTo>
                    <a:pt x="6253304" y="1701709"/>
                  </a:lnTo>
                  <a:lnTo>
                    <a:pt x="6298558" y="1748077"/>
                  </a:lnTo>
                  <a:lnTo>
                    <a:pt x="6343306" y="1791765"/>
                  </a:lnTo>
                  <a:lnTo>
                    <a:pt x="6387653" y="1832566"/>
                  </a:lnTo>
                  <a:lnTo>
                    <a:pt x="6431792" y="1870371"/>
                  </a:lnTo>
                  <a:lnTo>
                    <a:pt x="6476014" y="1905158"/>
                  </a:lnTo>
                  <a:lnTo>
                    <a:pt x="6515891" y="1933717"/>
                  </a:lnTo>
                  <a:lnTo>
                    <a:pt x="6563843" y="1964397"/>
                  </a:lnTo>
                  <a:lnTo>
                    <a:pt x="6613499" y="1991891"/>
                  </a:lnTo>
                  <a:lnTo>
                    <a:pt x="6665690" y="2016376"/>
                  </a:lnTo>
                  <a:lnTo>
                    <a:pt x="6721340" y="2038143"/>
                  </a:lnTo>
                  <a:lnTo>
                    <a:pt x="6781385" y="2057513"/>
                  </a:lnTo>
                  <a:lnTo>
                    <a:pt x="6846684" y="2074793"/>
                  </a:lnTo>
                  <a:lnTo>
                    <a:pt x="6917905" y="2090247"/>
                  </a:lnTo>
                  <a:lnTo>
                    <a:pt x="6995375" y="2104083"/>
                  </a:lnTo>
                  <a:lnTo>
                    <a:pt x="7078883" y="2116448"/>
                  </a:lnTo>
                  <a:lnTo>
                    <a:pt x="7167448" y="2127425"/>
                  </a:lnTo>
                  <a:lnTo>
                    <a:pt x="7259111" y="2137040"/>
                  </a:lnTo>
                  <a:lnTo>
                    <a:pt x="7350829" y="2145275"/>
                  </a:lnTo>
                  <a:lnTo>
                    <a:pt x="7438602" y="2152096"/>
                  </a:lnTo>
                  <a:lnTo>
                    <a:pt x="7517923" y="2157487"/>
                  </a:lnTo>
                  <a:lnTo>
                    <a:pt x="7584556" y="2161481"/>
                  </a:lnTo>
                  <a:lnTo>
                    <a:pt x="7635474" y="2164194"/>
                  </a:lnTo>
                  <a:lnTo>
                    <a:pt x="7669641" y="2165821"/>
                  </a:lnTo>
                  <a:lnTo>
                    <a:pt x="7688404" y="2166624"/>
                  </a:lnTo>
                  <a:lnTo>
                    <a:pt x="7695402" y="2166895"/>
                  </a:lnTo>
                  <a:lnTo>
                    <a:pt x="7696237" y="2166924"/>
                  </a:lnTo>
                  <a:lnTo>
                    <a:pt x="8234974" y="2166924"/>
                  </a:lnTo>
                  <a:lnTo>
                    <a:pt x="8234974" y="2161480"/>
                  </a:lnTo>
                  <a:lnTo>
                    <a:pt x="7696237" y="2161480"/>
                  </a:lnTo>
                  <a:lnTo>
                    <a:pt x="7694971" y="2161434"/>
                  </a:lnTo>
                  <a:lnTo>
                    <a:pt x="7686702" y="2161111"/>
                  </a:lnTo>
                  <a:lnTo>
                    <a:pt x="7666068" y="2160215"/>
                  </a:lnTo>
                  <a:lnTo>
                    <a:pt x="7629715" y="2158459"/>
                  </a:lnTo>
                  <a:lnTo>
                    <a:pt x="7576615" y="2155586"/>
                  </a:lnTo>
                  <a:lnTo>
                    <a:pt x="7508098" y="2151412"/>
                  </a:lnTo>
                  <a:lnTo>
                    <a:pt x="7427405" y="2145833"/>
                  </a:lnTo>
                  <a:lnTo>
                    <a:pt x="7338857" y="2138824"/>
                  </a:lnTo>
                  <a:lnTo>
                    <a:pt x="7246935" y="2130405"/>
                  </a:lnTo>
                  <a:lnTo>
                    <a:pt x="7155530" y="2120610"/>
                  </a:lnTo>
                  <a:lnTo>
                    <a:pt x="7067542" y="2109453"/>
                  </a:lnTo>
                  <a:lnTo>
                    <a:pt x="6984794" y="2096900"/>
                  </a:lnTo>
                  <a:lnTo>
                    <a:pt x="6908151" y="2082859"/>
                  </a:lnTo>
                  <a:lnTo>
                    <a:pt x="6837739" y="2067178"/>
                  </a:lnTo>
                  <a:lnTo>
                    <a:pt x="6773178" y="2049638"/>
                  </a:lnTo>
                  <a:lnTo>
                    <a:pt x="6713764" y="2029970"/>
                  </a:lnTo>
                  <a:lnTo>
                    <a:pt x="6658625" y="2007863"/>
                  </a:lnTo>
                  <a:lnTo>
                    <a:pt x="6606820" y="1982996"/>
                  </a:lnTo>
                  <a:lnTo>
                    <a:pt x="6557433" y="1955088"/>
                  </a:lnTo>
                  <a:lnTo>
                    <a:pt x="6515891" y="1928272"/>
                  </a:lnTo>
                  <a:lnTo>
                    <a:pt x="6471259" y="1896129"/>
                  </a:lnTo>
                  <a:lnTo>
                    <a:pt x="6427063" y="1861019"/>
                  </a:lnTo>
                  <a:lnTo>
                    <a:pt x="6382914" y="1822891"/>
                  </a:lnTo>
                  <a:lnTo>
                    <a:pt x="6338532" y="1781774"/>
                  </a:lnTo>
                  <a:lnTo>
                    <a:pt x="6293734" y="1737787"/>
                  </a:lnTo>
                  <a:lnTo>
                    <a:pt x="6248422" y="1691147"/>
                  </a:lnTo>
                  <a:lnTo>
                    <a:pt x="6202576" y="1642172"/>
                  </a:lnTo>
                  <a:lnTo>
                    <a:pt x="6156241" y="1591271"/>
                  </a:lnTo>
                  <a:lnTo>
                    <a:pt x="6109518" y="1538938"/>
                  </a:lnTo>
                  <a:lnTo>
                    <a:pt x="6062549" y="1485733"/>
                  </a:lnTo>
                  <a:lnTo>
                    <a:pt x="6015502" y="1432254"/>
                  </a:lnTo>
                  <a:lnTo>
                    <a:pt x="5968552" y="1379115"/>
                  </a:lnTo>
                  <a:lnTo>
                    <a:pt x="5921865" y="1326910"/>
                  </a:lnTo>
                  <a:lnTo>
                    <a:pt x="5875579" y="1276193"/>
                  </a:lnTo>
                  <a:lnTo>
                    <a:pt x="5829788" y="1227450"/>
                  </a:lnTo>
                  <a:lnTo>
                    <a:pt x="5784534" y="1181081"/>
                  </a:lnTo>
                  <a:lnTo>
                    <a:pt x="5739787" y="1137393"/>
                  </a:lnTo>
                  <a:lnTo>
                    <a:pt x="5695440" y="1096592"/>
                  </a:lnTo>
                  <a:lnTo>
                    <a:pt x="5651301" y="1058788"/>
                  </a:lnTo>
                  <a:lnTo>
                    <a:pt x="5607079" y="1024000"/>
                  </a:lnTo>
                  <a:lnTo>
                    <a:pt x="5567201" y="995442"/>
                  </a:lnTo>
                  <a:lnTo>
                    <a:pt x="5519250" y="964761"/>
                  </a:lnTo>
                  <a:lnTo>
                    <a:pt x="5469594" y="937267"/>
                  </a:lnTo>
                  <a:lnTo>
                    <a:pt x="5417403" y="912782"/>
                  </a:lnTo>
                  <a:lnTo>
                    <a:pt x="5361752" y="891016"/>
                  </a:lnTo>
                  <a:lnTo>
                    <a:pt x="5301707" y="871646"/>
                  </a:lnTo>
                  <a:lnTo>
                    <a:pt x="5236408" y="854366"/>
                  </a:lnTo>
                  <a:lnTo>
                    <a:pt x="5165188" y="838912"/>
                  </a:lnTo>
                  <a:lnTo>
                    <a:pt x="5087718" y="825075"/>
                  </a:lnTo>
                  <a:lnTo>
                    <a:pt x="5004210" y="812710"/>
                  </a:lnTo>
                  <a:lnTo>
                    <a:pt x="4915645" y="801733"/>
                  </a:lnTo>
                  <a:lnTo>
                    <a:pt x="4823982" y="792119"/>
                  </a:lnTo>
                  <a:lnTo>
                    <a:pt x="4732263" y="783884"/>
                  </a:lnTo>
                  <a:lnTo>
                    <a:pt x="4644490" y="777062"/>
                  </a:lnTo>
                  <a:lnTo>
                    <a:pt x="4565170" y="771672"/>
                  </a:lnTo>
                  <a:lnTo>
                    <a:pt x="4498536" y="767677"/>
                  </a:lnTo>
                  <a:lnTo>
                    <a:pt x="4447619" y="764964"/>
                  </a:lnTo>
                  <a:lnTo>
                    <a:pt x="4413452" y="763337"/>
                  </a:lnTo>
                  <a:lnTo>
                    <a:pt x="4394689" y="762534"/>
                  </a:lnTo>
                  <a:lnTo>
                    <a:pt x="4387690" y="762264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827" y="762209"/>
                  </a:lnTo>
                  <a:lnTo>
                    <a:pt x="3838397" y="762029"/>
                  </a:lnTo>
                  <a:lnTo>
                    <a:pt x="3817379" y="761531"/>
                  </a:lnTo>
                  <a:lnTo>
                    <a:pt x="3780387" y="760555"/>
                  </a:lnTo>
                  <a:lnTo>
                    <a:pt x="3726432" y="758960"/>
                  </a:lnTo>
                  <a:lnTo>
                    <a:pt x="3656936" y="756643"/>
                  </a:lnTo>
                  <a:lnTo>
                    <a:pt x="3575263" y="753549"/>
                  </a:lnTo>
                  <a:lnTo>
                    <a:pt x="3485847" y="749666"/>
                  </a:lnTo>
                  <a:lnTo>
                    <a:pt x="3393242" y="745005"/>
                  </a:lnTo>
                  <a:lnTo>
                    <a:pt x="3301368" y="739586"/>
                  </a:lnTo>
                  <a:lnTo>
                    <a:pt x="3213115" y="733414"/>
                  </a:lnTo>
                  <a:lnTo>
                    <a:pt x="3130266" y="726469"/>
                  </a:lnTo>
                  <a:lnTo>
                    <a:pt x="3053638" y="718697"/>
                  </a:lnTo>
                  <a:lnTo>
                    <a:pt x="2983310" y="710010"/>
                  </a:lnTo>
                  <a:lnTo>
                    <a:pt x="2918854" y="700285"/>
                  </a:lnTo>
                  <a:lnTo>
                    <a:pt x="2859531" y="689367"/>
                  </a:lnTo>
                  <a:lnTo>
                    <a:pt x="2804440" y="677085"/>
                  </a:lnTo>
                  <a:lnTo>
                    <a:pt x="2752619" y="663259"/>
                  </a:lnTo>
                  <a:lnTo>
                    <a:pt x="2703143" y="647738"/>
                  </a:lnTo>
                  <a:lnTo>
                    <a:pt x="2667772" y="635195"/>
                  </a:lnTo>
                  <a:lnTo>
                    <a:pt x="2618182" y="615627"/>
                  </a:lnTo>
                  <a:lnTo>
                    <a:pt x="2569073" y="594055"/>
                  </a:lnTo>
                  <a:lnTo>
                    <a:pt x="2519936" y="570451"/>
                  </a:lnTo>
                  <a:lnTo>
                    <a:pt x="2470425" y="544855"/>
                  </a:lnTo>
                  <a:lnTo>
                    <a:pt x="2420335" y="517385"/>
                  </a:lnTo>
                  <a:lnTo>
                    <a:pt x="2369586" y="488242"/>
                  </a:lnTo>
                  <a:lnTo>
                    <a:pt x="2318208" y="457705"/>
                  </a:lnTo>
                  <a:lnTo>
                    <a:pt x="2266320" y="426128"/>
                  </a:lnTo>
                  <a:lnTo>
                    <a:pt x="2214108" y="393924"/>
                  </a:lnTo>
                  <a:lnTo>
                    <a:pt x="2161800" y="361538"/>
                  </a:lnTo>
                  <a:lnTo>
                    <a:pt x="2109638" y="329428"/>
                  </a:lnTo>
                  <a:lnTo>
                    <a:pt x="2057843" y="298037"/>
                  </a:lnTo>
                  <a:lnTo>
                    <a:pt x="2006589" y="267765"/>
                  </a:lnTo>
                  <a:lnTo>
                    <a:pt x="1955979" y="238951"/>
                  </a:lnTo>
                  <a:lnTo>
                    <a:pt x="1906021" y="211860"/>
                  </a:lnTo>
                  <a:lnTo>
                    <a:pt x="1856610" y="186674"/>
                  </a:lnTo>
                  <a:lnTo>
                    <a:pt x="1807512" y="163495"/>
                  </a:lnTo>
                  <a:lnTo>
                    <a:pt x="1758351" y="142347"/>
                  </a:lnTo>
                  <a:lnTo>
                    <a:pt x="1719082" y="127039"/>
                  </a:lnTo>
                  <a:lnTo>
                    <a:pt x="1670804" y="110219"/>
                  </a:lnTo>
                  <a:lnTo>
                    <a:pt x="1620793" y="95158"/>
                  </a:lnTo>
                  <a:lnTo>
                    <a:pt x="1568200" y="81757"/>
                  </a:lnTo>
                  <a:lnTo>
                    <a:pt x="1512082" y="69853"/>
                  </a:lnTo>
                  <a:lnTo>
                    <a:pt x="1451485" y="59267"/>
                  </a:lnTo>
                  <a:lnTo>
                    <a:pt x="1385538" y="49830"/>
                  </a:lnTo>
                  <a:lnTo>
                    <a:pt x="1313567" y="41396"/>
                  </a:lnTo>
                  <a:lnTo>
                    <a:pt x="1235260" y="33850"/>
                  </a:lnTo>
                  <a:lnTo>
                    <a:pt x="1150866" y="27113"/>
                  </a:lnTo>
                  <a:lnTo>
                    <a:pt x="1061438" y="21141"/>
                  </a:lnTo>
                  <a:lnTo>
                    <a:pt x="969044" y="15922"/>
                  </a:lnTo>
                  <a:lnTo>
                    <a:pt x="876865" y="11465"/>
                  </a:lnTo>
                  <a:lnTo>
                    <a:pt x="789043" y="7790"/>
                  </a:lnTo>
                  <a:lnTo>
                    <a:pt x="710186" y="4904"/>
                  </a:lnTo>
                  <a:lnTo>
                    <a:pt x="644540" y="2785"/>
                  </a:lnTo>
                  <a:lnTo>
                    <a:pt x="595028" y="1365"/>
                  </a:lnTo>
                  <a:lnTo>
                    <a:pt x="562460" y="530"/>
                  </a:lnTo>
                  <a:lnTo>
                    <a:pt x="545193" y="133"/>
                  </a:lnTo>
                  <a:lnTo>
                    <a:pt x="539259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546595" y="1147908"/>
              <a:ext cx="8234974" cy="2161480"/>
            </a:xfrm>
            <a:custGeom>
              <a:avLst/>
              <a:pathLst>
                <a:path w="8234974" h="2161480">
                  <a:moveTo>
                    <a:pt x="0" y="0"/>
                  </a:moveTo>
                  <a:lnTo>
                    <a:pt x="538736" y="0"/>
                  </a:lnTo>
                  <a:lnTo>
                    <a:pt x="540028" y="25"/>
                  </a:lnTo>
                  <a:lnTo>
                    <a:pt x="548457" y="205"/>
                  </a:lnTo>
                  <a:lnTo>
                    <a:pt x="569476" y="702"/>
                  </a:lnTo>
                  <a:lnTo>
                    <a:pt x="606467" y="1679"/>
                  </a:lnTo>
                  <a:lnTo>
                    <a:pt x="660423" y="3274"/>
                  </a:lnTo>
                  <a:lnTo>
                    <a:pt x="729918" y="5591"/>
                  </a:lnTo>
                  <a:lnTo>
                    <a:pt x="811592" y="8685"/>
                  </a:lnTo>
                  <a:lnTo>
                    <a:pt x="901008" y="12568"/>
                  </a:lnTo>
                  <a:lnTo>
                    <a:pt x="993613" y="17229"/>
                  </a:lnTo>
                  <a:lnTo>
                    <a:pt x="1085487" y="22648"/>
                  </a:lnTo>
                  <a:lnTo>
                    <a:pt x="1173740" y="28820"/>
                  </a:lnTo>
                  <a:lnTo>
                    <a:pt x="1256589" y="35765"/>
                  </a:lnTo>
                  <a:lnTo>
                    <a:pt x="1333217" y="43536"/>
                  </a:lnTo>
                  <a:lnTo>
                    <a:pt x="1403545" y="52223"/>
                  </a:lnTo>
                  <a:lnTo>
                    <a:pt x="1468001" y="61949"/>
                  </a:lnTo>
                  <a:lnTo>
                    <a:pt x="1527323" y="72866"/>
                  </a:lnTo>
                  <a:lnTo>
                    <a:pt x="1582415" y="85149"/>
                  </a:lnTo>
                  <a:lnTo>
                    <a:pt x="1634235" y="98975"/>
                  </a:lnTo>
                  <a:lnTo>
                    <a:pt x="1683712" y="114496"/>
                  </a:lnTo>
                  <a:lnTo>
                    <a:pt x="1719082" y="127039"/>
                  </a:lnTo>
                  <a:lnTo>
                    <a:pt x="1768672" y="146607"/>
                  </a:lnTo>
                  <a:lnTo>
                    <a:pt x="1817781" y="168179"/>
                  </a:lnTo>
                  <a:lnTo>
                    <a:pt x="1866918" y="191783"/>
                  </a:lnTo>
                  <a:lnTo>
                    <a:pt x="1916430" y="217378"/>
                  </a:lnTo>
                  <a:lnTo>
                    <a:pt x="1966520" y="244848"/>
                  </a:lnTo>
                  <a:lnTo>
                    <a:pt x="2017268" y="273992"/>
                  </a:lnTo>
                  <a:lnTo>
                    <a:pt x="2068646" y="304529"/>
                  </a:lnTo>
                  <a:lnTo>
                    <a:pt x="2120535" y="336106"/>
                  </a:lnTo>
                  <a:lnTo>
                    <a:pt x="2172747" y="368310"/>
                  </a:lnTo>
                  <a:lnTo>
                    <a:pt x="2225054" y="400696"/>
                  </a:lnTo>
                  <a:lnTo>
                    <a:pt x="2277217" y="432805"/>
                  </a:lnTo>
                  <a:lnTo>
                    <a:pt x="2329012" y="464196"/>
                  </a:lnTo>
                  <a:lnTo>
                    <a:pt x="2380265" y="494469"/>
                  </a:lnTo>
                  <a:lnTo>
                    <a:pt x="2430875" y="523283"/>
                  </a:lnTo>
                  <a:lnTo>
                    <a:pt x="2480834" y="550374"/>
                  </a:lnTo>
                  <a:lnTo>
                    <a:pt x="2530245" y="575560"/>
                  </a:lnTo>
                  <a:lnTo>
                    <a:pt x="2579342" y="598739"/>
                  </a:lnTo>
                  <a:lnTo>
                    <a:pt x="2628504" y="619887"/>
                  </a:lnTo>
                  <a:lnTo>
                    <a:pt x="2667772" y="635195"/>
                  </a:lnTo>
                  <a:lnTo>
                    <a:pt x="2716051" y="652015"/>
                  </a:lnTo>
                  <a:lnTo>
                    <a:pt x="2766062" y="667075"/>
                  </a:lnTo>
                  <a:lnTo>
                    <a:pt x="2818655" y="680477"/>
                  </a:lnTo>
                  <a:lnTo>
                    <a:pt x="2874773" y="692381"/>
                  </a:lnTo>
                  <a:lnTo>
                    <a:pt x="2935370" y="702967"/>
                  </a:lnTo>
                  <a:lnTo>
                    <a:pt x="3001317" y="712404"/>
                  </a:lnTo>
                  <a:lnTo>
                    <a:pt x="3073287" y="720838"/>
                  </a:lnTo>
                  <a:lnTo>
                    <a:pt x="3151594" y="728384"/>
                  </a:lnTo>
                  <a:lnTo>
                    <a:pt x="3235988" y="735120"/>
                  </a:lnTo>
                  <a:lnTo>
                    <a:pt x="3325416" y="741092"/>
                  </a:lnTo>
                  <a:lnTo>
                    <a:pt x="3417810" y="746312"/>
                  </a:lnTo>
                  <a:lnTo>
                    <a:pt x="3509989" y="750769"/>
                  </a:lnTo>
                  <a:lnTo>
                    <a:pt x="3597811" y="754444"/>
                  </a:lnTo>
                  <a:lnTo>
                    <a:pt x="3676669" y="757330"/>
                  </a:lnTo>
                  <a:lnTo>
                    <a:pt x="3742314" y="759448"/>
                  </a:lnTo>
                  <a:lnTo>
                    <a:pt x="3791826" y="760868"/>
                  </a:lnTo>
                  <a:lnTo>
                    <a:pt x="3824394" y="761703"/>
                  </a:lnTo>
                  <a:lnTo>
                    <a:pt x="3841662" y="762101"/>
                  </a:lnTo>
                  <a:lnTo>
                    <a:pt x="3847596" y="762224"/>
                  </a:lnTo>
                  <a:lnTo>
                    <a:pt x="3848118" y="762234"/>
                  </a:lnTo>
                  <a:lnTo>
                    <a:pt x="4386855" y="762234"/>
                  </a:lnTo>
                  <a:lnTo>
                    <a:pt x="4388122" y="762280"/>
                  </a:lnTo>
                  <a:lnTo>
                    <a:pt x="4396391" y="762603"/>
                  </a:lnTo>
                  <a:lnTo>
                    <a:pt x="4417025" y="763498"/>
                  </a:lnTo>
                  <a:lnTo>
                    <a:pt x="4453378" y="765255"/>
                  </a:lnTo>
                  <a:lnTo>
                    <a:pt x="4506477" y="768127"/>
                  </a:lnTo>
                  <a:lnTo>
                    <a:pt x="4574994" y="772302"/>
                  </a:lnTo>
                  <a:lnTo>
                    <a:pt x="4655688" y="777880"/>
                  </a:lnTo>
                  <a:lnTo>
                    <a:pt x="4744235" y="784890"/>
                  </a:lnTo>
                  <a:lnTo>
                    <a:pt x="4836158" y="793309"/>
                  </a:lnTo>
                  <a:lnTo>
                    <a:pt x="4927563" y="803104"/>
                  </a:lnTo>
                  <a:lnTo>
                    <a:pt x="5015550" y="814261"/>
                  </a:lnTo>
                  <a:lnTo>
                    <a:pt x="5098298" y="826814"/>
                  </a:lnTo>
                  <a:lnTo>
                    <a:pt x="5174942" y="840854"/>
                  </a:lnTo>
                  <a:lnTo>
                    <a:pt x="5245353" y="856536"/>
                  </a:lnTo>
                  <a:lnTo>
                    <a:pt x="5309915" y="874076"/>
                  </a:lnTo>
                  <a:lnTo>
                    <a:pt x="5369328" y="893744"/>
                  </a:lnTo>
                  <a:lnTo>
                    <a:pt x="5424468" y="915851"/>
                  </a:lnTo>
                  <a:lnTo>
                    <a:pt x="5476273" y="940718"/>
                  </a:lnTo>
                  <a:lnTo>
                    <a:pt x="5525659" y="968626"/>
                  </a:lnTo>
                  <a:lnTo>
                    <a:pt x="5567201" y="995442"/>
                  </a:lnTo>
                  <a:lnTo>
                    <a:pt x="5611834" y="1027585"/>
                  </a:lnTo>
                  <a:lnTo>
                    <a:pt x="5656029" y="1062695"/>
                  </a:lnTo>
                  <a:lnTo>
                    <a:pt x="5700179" y="1100823"/>
                  </a:lnTo>
                  <a:lnTo>
                    <a:pt x="5744561" y="1141940"/>
                  </a:lnTo>
                  <a:lnTo>
                    <a:pt x="5789359" y="1185927"/>
                  </a:lnTo>
                  <a:lnTo>
                    <a:pt x="5834671" y="1232566"/>
                  </a:lnTo>
                  <a:lnTo>
                    <a:pt x="5880517" y="1281542"/>
                  </a:lnTo>
                  <a:lnTo>
                    <a:pt x="5926852" y="1332443"/>
                  </a:lnTo>
                  <a:lnTo>
                    <a:pt x="5973575" y="1384775"/>
                  </a:lnTo>
                  <a:lnTo>
                    <a:pt x="6020543" y="1437981"/>
                  </a:lnTo>
                  <a:lnTo>
                    <a:pt x="6067590" y="1491459"/>
                  </a:lnTo>
                  <a:lnTo>
                    <a:pt x="6114540" y="1544599"/>
                  </a:lnTo>
                  <a:lnTo>
                    <a:pt x="6161227" y="1596804"/>
                  </a:lnTo>
                  <a:lnTo>
                    <a:pt x="6207514" y="1647521"/>
                  </a:lnTo>
                  <a:lnTo>
                    <a:pt x="6253304" y="1696264"/>
                  </a:lnTo>
                  <a:lnTo>
                    <a:pt x="6298558" y="1742633"/>
                  </a:lnTo>
                  <a:lnTo>
                    <a:pt x="6343306" y="1786321"/>
                  </a:lnTo>
                  <a:lnTo>
                    <a:pt x="6387653" y="1827122"/>
                  </a:lnTo>
                  <a:lnTo>
                    <a:pt x="6431792" y="1864926"/>
                  </a:lnTo>
                  <a:lnTo>
                    <a:pt x="6476014" y="1899714"/>
                  </a:lnTo>
                  <a:lnTo>
                    <a:pt x="6515891" y="1928272"/>
                  </a:lnTo>
                  <a:lnTo>
                    <a:pt x="6563843" y="1958952"/>
                  </a:lnTo>
                  <a:lnTo>
                    <a:pt x="6613499" y="1986447"/>
                  </a:lnTo>
                  <a:lnTo>
                    <a:pt x="6665690" y="2010932"/>
                  </a:lnTo>
                  <a:lnTo>
                    <a:pt x="6721340" y="2032698"/>
                  </a:lnTo>
                  <a:lnTo>
                    <a:pt x="6781385" y="2052068"/>
                  </a:lnTo>
                  <a:lnTo>
                    <a:pt x="6846684" y="2069348"/>
                  </a:lnTo>
                  <a:lnTo>
                    <a:pt x="6917905" y="2084802"/>
                  </a:lnTo>
                  <a:lnTo>
                    <a:pt x="6995375" y="2098639"/>
                  </a:lnTo>
                  <a:lnTo>
                    <a:pt x="7078883" y="2111004"/>
                  </a:lnTo>
                  <a:lnTo>
                    <a:pt x="7167448" y="2121981"/>
                  </a:lnTo>
                  <a:lnTo>
                    <a:pt x="7259111" y="2131595"/>
                  </a:lnTo>
                  <a:lnTo>
                    <a:pt x="7350829" y="2139830"/>
                  </a:lnTo>
                  <a:lnTo>
                    <a:pt x="7438602" y="2146652"/>
                  </a:lnTo>
                  <a:lnTo>
                    <a:pt x="7517923" y="2152042"/>
                  </a:lnTo>
                  <a:lnTo>
                    <a:pt x="7584556" y="2156037"/>
                  </a:lnTo>
                  <a:lnTo>
                    <a:pt x="7635474" y="2158750"/>
                  </a:lnTo>
                  <a:lnTo>
                    <a:pt x="7669641" y="2160377"/>
                  </a:lnTo>
                  <a:lnTo>
                    <a:pt x="7688404" y="2161180"/>
                  </a:lnTo>
                  <a:lnTo>
                    <a:pt x="7695402" y="2161450"/>
                  </a:lnTo>
                  <a:lnTo>
                    <a:pt x="7696237" y="2161480"/>
                  </a:lnTo>
                  <a:lnTo>
                    <a:pt x="8234974" y="21614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546595" y="1142463"/>
              <a:ext cx="8234974" cy="2161480"/>
            </a:xfrm>
            <a:custGeom>
              <a:avLst/>
              <a:pathLst>
                <a:path w="8234974" h="2161480">
                  <a:moveTo>
                    <a:pt x="8234974" y="2161480"/>
                  </a:moveTo>
                  <a:lnTo>
                    <a:pt x="7696237" y="2161480"/>
                  </a:lnTo>
                  <a:lnTo>
                    <a:pt x="7694971" y="2161434"/>
                  </a:lnTo>
                  <a:lnTo>
                    <a:pt x="7686702" y="2161111"/>
                  </a:lnTo>
                  <a:lnTo>
                    <a:pt x="7666068" y="2160215"/>
                  </a:lnTo>
                  <a:lnTo>
                    <a:pt x="7629715" y="2158459"/>
                  </a:lnTo>
                  <a:lnTo>
                    <a:pt x="7576615" y="2155586"/>
                  </a:lnTo>
                  <a:lnTo>
                    <a:pt x="7508098" y="2151412"/>
                  </a:lnTo>
                  <a:lnTo>
                    <a:pt x="7427405" y="2145833"/>
                  </a:lnTo>
                  <a:lnTo>
                    <a:pt x="7338857" y="2138824"/>
                  </a:lnTo>
                  <a:lnTo>
                    <a:pt x="7246935" y="2130405"/>
                  </a:lnTo>
                  <a:lnTo>
                    <a:pt x="7155530" y="2120610"/>
                  </a:lnTo>
                  <a:lnTo>
                    <a:pt x="7067542" y="2109453"/>
                  </a:lnTo>
                  <a:lnTo>
                    <a:pt x="6984794" y="2096900"/>
                  </a:lnTo>
                  <a:lnTo>
                    <a:pt x="6908151" y="2082859"/>
                  </a:lnTo>
                  <a:lnTo>
                    <a:pt x="6837739" y="2067178"/>
                  </a:lnTo>
                  <a:lnTo>
                    <a:pt x="6773178" y="2049638"/>
                  </a:lnTo>
                  <a:lnTo>
                    <a:pt x="6713764" y="2029970"/>
                  </a:lnTo>
                  <a:lnTo>
                    <a:pt x="6658625" y="2007863"/>
                  </a:lnTo>
                  <a:lnTo>
                    <a:pt x="6606820" y="1982996"/>
                  </a:lnTo>
                  <a:lnTo>
                    <a:pt x="6557433" y="1955088"/>
                  </a:lnTo>
                  <a:lnTo>
                    <a:pt x="6515891" y="1928272"/>
                  </a:lnTo>
                  <a:lnTo>
                    <a:pt x="6471259" y="1896129"/>
                  </a:lnTo>
                  <a:lnTo>
                    <a:pt x="6427063" y="1861019"/>
                  </a:lnTo>
                  <a:lnTo>
                    <a:pt x="6382914" y="1822891"/>
                  </a:lnTo>
                  <a:lnTo>
                    <a:pt x="6338532" y="1781774"/>
                  </a:lnTo>
                  <a:lnTo>
                    <a:pt x="6293734" y="1737787"/>
                  </a:lnTo>
                  <a:lnTo>
                    <a:pt x="6248422" y="1691147"/>
                  </a:lnTo>
                  <a:lnTo>
                    <a:pt x="6202576" y="1642172"/>
                  </a:lnTo>
                  <a:lnTo>
                    <a:pt x="6156241" y="1591271"/>
                  </a:lnTo>
                  <a:lnTo>
                    <a:pt x="6109518" y="1538938"/>
                  </a:lnTo>
                  <a:lnTo>
                    <a:pt x="6062549" y="1485733"/>
                  </a:lnTo>
                  <a:lnTo>
                    <a:pt x="6015502" y="1432254"/>
                  </a:lnTo>
                  <a:lnTo>
                    <a:pt x="5968552" y="1379115"/>
                  </a:lnTo>
                  <a:lnTo>
                    <a:pt x="5921865" y="1326910"/>
                  </a:lnTo>
                  <a:lnTo>
                    <a:pt x="5875579" y="1276193"/>
                  </a:lnTo>
                  <a:lnTo>
                    <a:pt x="5829788" y="1227450"/>
                  </a:lnTo>
                  <a:lnTo>
                    <a:pt x="5784534" y="1181081"/>
                  </a:lnTo>
                  <a:lnTo>
                    <a:pt x="5739787" y="1137393"/>
                  </a:lnTo>
                  <a:lnTo>
                    <a:pt x="5695440" y="1096592"/>
                  </a:lnTo>
                  <a:lnTo>
                    <a:pt x="5651301" y="1058788"/>
                  </a:lnTo>
                  <a:lnTo>
                    <a:pt x="5607079" y="1024000"/>
                  </a:lnTo>
                  <a:lnTo>
                    <a:pt x="5567201" y="995442"/>
                  </a:lnTo>
                  <a:lnTo>
                    <a:pt x="5519250" y="964761"/>
                  </a:lnTo>
                  <a:lnTo>
                    <a:pt x="5469594" y="937267"/>
                  </a:lnTo>
                  <a:lnTo>
                    <a:pt x="5417403" y="912782"/>
                  </a:lnTo>
                  <a:lnTo>
                    <a:pt x="5361752" y="891016"/>
                  </a:lnTo>
                  <a:lnTo>
                    <a:pt x="5301707" y="871646"/>
                  </a:lnTo>
                  <a:lnTo>
                    <a:pt x="5236408" y="854366"/>
                  </a:lnTo>
                  <a:lnTo>
                    <a:pt x="5165188" y="838912"/>
                  </a:lnTo>
                  <a:lnTo>
                    <a:pt x="5087718" y="825075"/>
                  </a:lnTo>
                  <a:lnTo>
                    <a:pt x="5004210" y="812710"/>
                  </a:lnTo>
                  <a:lnTo>
                    <a:pt x="4915645" y="801733"/>
                  </a:lnTo>
                  <a:lnTo>
                    <a:pt x="4823982" y="792119"/>
                  </a:lnTo>
                  <a:lnTo>
                    <a:pt x="4732263" y="783884"/>
                  </a:lnTo>
                  <a:lnTo>
                    <a:pt x="4644490" y="777062"/>
                  </a:lnTo>
                  <a:lnTo>
                    <a:pt x="4565170" y="771672"/>
                  </a:lnTo>
                  <a:lnTo>
                    <a:pt x="4498536" y="767677"/>
                  </a:lnTo>
                  <a:lnTo>
                    <a:pt x="4447619" y="764964"/>
                  </a:lnTo>
                  <a:lnTo>
                    <a:pt x="4413452" y="763337"/>
                  </a:lnTo>
                  <a:lnTo>
                    <a:pt x="4394689" y="762534"/>
                  </a:lnTo>
                  <a:lnTo>
                    <a:pt x="4387690" y="762264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827" y="762209"/>
                  </a:lnTo>
                  <a:lnTo>
                    <a:pt x="3838397" y="762029"/>
                  </a:lnTo>
                  <a:lnTo>
                    <a:pt x="3817379" y="761531"/>
                  </a:lnTo>
                  <a:lnTo>
                    <a:pt x="3780387" y="760555"/>
                  </a:lnTo>
                  <a:lnTo>
                    <a:pt x="3726432" y="758960"/>
                  </a:lnTo>
                  <a:lnTo>
                    <a:pt x="3656936" y="756643"/>
                  </a:lnTo>
                  <a:lnTo>
                    <a:pt x="3575263" y="753549"/>
                  </a:lnTo>
                  <a:lnTo>
                    <a:pt x="3485847" y="749666"/>
                  </a:lnTo>
                  <a:lnTo>
                    <a:pt x="3393242" y="745005"/>
                  </a:lnTo>
                  <a:lnTo>
                    <a:pt x="3301368" y="739586"/>
                  </a:lnTo>
                  <a:lnTo>
                    <a:pt x="3213115" y="733414"/>
                  </a:lnTo>
                  <a:lnTo>
                    <a:pt x="3130266" y="726469"/>
                  </a:lnTo>
                  <a:lnTo>
                    <a:pt x="3053638" y="718697"/>
                  </a:lnTo>
                  <a:lnTo>
                    <a:pt x="2983310" y="710010"/>
                  </a:lnTo>
                  <a:lnTo>
                    <a:pt x="2918854" y="700285"/>
                  </a:lnTo>
                  <a:lnTo>
                    <a:pt x="2859531" y="689367"/>
                  </a:lnTo>
                  <a:lnTo>
                    <a:pt x="2804440" y="677085"/>
                  </a:lnTo>
                  <a:lnTo>
                    <a:pt x="2752619" y="663259"/>
                  </a:lnTo>
                  <a:lnTo>
                    <a:pt x="2703143" y="647738"/>
                  </a:lnTo>
                  <a:lnTo>
                    <a:pt x="2667772" y="635195"/>
                  </a:lnTo>
                  <a:lnTo>
                    <a:pt x="2618182" y="615627"/>
                  </a:lnTo>
                  <a:lnTo>
                    <a:pt x="2569073" y="594055"/>
                  </a:lnTo>
                  <a:lnTo>
                    <a:pt x="2519936" y="570451"/>
                  </a:lnTo>
                  <a:lnTo>
                    <a:pt x="2470425" y="544855"/>
                  </a:lnTo>
                  <a:lnTo>
                    <a:pt x="2420335" y="517385"/>
                  </a:lnTo>
                  <a:lnTo>
                    <a:pt x="2369586" y="488242"/>
                  </a:lnTo>
                  <a:lnTo>
                    <a:pt x="2318208" y="457705"/>
                  </a:lnTo>
                  <a:lnTo>
                    <a:pt x="2266320" y="426128"/>
                  </a:lnTo>
                  <a:lnTo>
                    <a:pt x="2214108" y="393924"/>
                  </a:lnTo>
                  <a:lnTo>
                    <a:pt x="2161800" y="361538"/>
                  </a:lnTo>
                  <a:lnTo>
                    <a:pt x="2109638" y="329428"/>
                  </a:lnTo>
                  <a:lnTo>
                    <a:pt x="2057843" y="298037"/>
                  </a:lnTo>
                  <a:lnTo>
                    <a:pt x="2006589" y="267765"/>
                  </a:lnTo>
                  <a:lnTo>
                    <a:pt x="1955979" y="238951"/>
                  </a:lnTo>
                  <a:lnTo>
                    <a:pt x="1906021" y="211860"/>
                  </a:lnTo>
                  <a:lnTo>
                    <a:pt x="1856610" y="186674"/>
                  </a:lnTo>
                  <a:lnTo>
                    <a:pt x="1807512" y="163495"/>
                  </a:lnTo>
                  <a:lnTo>
                    <a:pt x="1758351" y="142347"/>
                  </a:lnTo>
                  <a:lnTo>
                    <a:pt x="1719082" y="127039"/>
                  </a:lnTo>
                  <a:lnTo>
                    <a:pt x="1670804" y="110219"/>
                  </a:lnTo>
                  <a:lnTo>
                    <a:pt x="1620793" y="95158"/>
                  </a:lnTo>
                  <a:lnTo>
                    <a:pt x="1568200" y="81757"/>
                  </a:lnTo>
                  <a:lnTo>
                    <a:pt x="1512082" y="69853"/>
                  </a:lnTo>
                  <a:lnTo>
                    <a:pt x="1451485" y="59267"/>
                  </a:lnTo>
                  <a:lnTo>
                    <a:pt x="1385538" y="49830"/>
                  </a:lnTo>
                  <a:lnTo>
                    <a:pt x="1313567" y="41396"/>
                  </a:lnTo>
                  <a:lnTo>
                    <a:pt x="1235260" y="33850"/>
                  </a:lnTo>
                  <a:lnTo>
                    <a:pt x="1150866" y="27113"/>
                  </a:lnTo>
                  <a:lnTo>
                    <a:pt x="1061438" y="21141"/>
                  </a:lnTo>
                  <a:lnTo>
                    <a:pt x="969044" y="15922"/>
                  </a:lnTo>
                  <a:lnTo>
                    <a:pt x="876865" y="11465"/>
                  </a:lnTo>
                  <a:lnTo>
                    <a:pt x="789043" y="7790"/>
                  </a:lnTo>
                  <a:lnTo>
                    <a:pt x="710186" y="4904"/>
                  </a:lnTo>
                  <a:lnTo>
                    <a:pt x="644540" y="2785"/>
                  </a:lnTo>
                  <a:lnTo>
                    <a:pt x="595028" y="1365"/>
                  </a:lnTo>
                  <a:lnTo>
                    <a:pt x="562460" y="530"/>
                  </a:lnTo>
                  <a:lnTo>
                    <a:pt x="545193" y="133"/>
                  </a:lnTo>
                  <a:lnTo>
                    <a:pt x="539259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" name="pg92"/>
            <p:cNvSpPr/>
            <p:nvPr/>
          </p:nvSpPr>
          <p:spPr>
            <a:xfrm>
              <a:off x="546595" y="1147908"/>
              <a:ext cx="8234974" cy="2520819"/>
            </a:xfrm>
            <a:custGeom>
              <a:avLst/>
              <a:pathLst>
                <a:path w="8234974" h="2520819">
                  <a:moveTo>
                    <a:pt x="0" y="10889"/>
                  </a:moveTo>
                  <a:lnTo>
                    <a:pt x="538736" y="10889"/>
                  </a:lnTo>
                  <a:lnTo>
                    <a:pt x="540028" y="10914"/>
                  </a:lnTo>
                  <a:lnTo>
                    <a:pt x="548457" y="11094"/>
                  </a:lnTo>
                  <a:lnTo>
                    <a:pt x="569476" y="11591"/>
                  </a:lnTo>
                  <a:lnTo>
                    <a:pt x="606467" y="12568"/>
                  </a:lnTo>
                  <a:lnTo>
                    <a:pt x="660423" y="14163"/>
                  </a:lnTo>
                  <a:lnTo>
                    <a:pt x="729918" y="16480"/>
                  </a:lnTo>
                  <a:lnTo>
                    <a:pt x="811592" y="19574"/>
                  </a:lnTo>
                  <a:lnTo>
                    <a:pt x="901008" y="23457"/>
                  </a:lnTo>
                  <a:lnTo>
                    <a:pt x="993613" y="28118"/>
                  </a:lnTo>
                  <a:lnTo>
                    <a:pt x="1085487" y="33537"/>
                  </a:lnTo>
                  <a:lnTo>
                    <a:pt x="1173740" y="39709"/>
                  </a:lnTo>
                  <a:lnTo>
                    <a:pt x="1256589" y="46654"/>
                  </a:lnTo>
                  <a:lnTo>
                    <a:pt x="1333217" y="54425"/>
                  </a:lnTo>
                  <a:lnTo>
                    <a:pt x="1403545" y="63113"/>
                  </a:lnTo>
                  <a:lnTo>
                    <a:pt x="1468001" y="72838"/>
                  </a:lnTo>
                  <a:lnTo>
                    <a:pt x="1527323" y="83755"/>
                  </a:lnTo>
                  <a:lnTo>
                    <a:pt x="1582415" y="96038"/>
                  </a:lnTo>
                  <a:lnTo>
                    <a:pt x="1634235" y="109864"/>
                  </a:lnTo>
                  <a:lnTo>
                    <a:pt x="1683712" y="125385"/>
                  </a:lnTo>
                  <a:lnTo>
                    <a:pt x="1719082" y="137928"/>
                  </a:lnTo>
                  <a:lnTo>
                    <a:pt x="1768672" y="157496"/>
                  </a:lnTo>
                  <a:lnTo>
                    <a:pt x="1817781" y="179068"/>
                  </a:lnTo>
                  <a:lnTo>
                    <a:pt x="1866918" y="202672"/>
                  </a:lnTo>
                  <a:lnTo>
                    <a:pt x="1916430" y="228268"/>
                  </a:lnTo>
                  <a:lnTo>
                    <a:pt x="1966520" y="255737"/>
                  </a:lnTo>
                  <a:lnTo>
                    <a:pt x="2017268" y="284881"/>
                  </a:lnTo>
                  <a:lnTo>
                    <a:pt x="2068646" y="315418"/>
                  </a:lnTo>
                  <a:lnTo>
                    <a:pt x="2120535" y="346995"/>
                  </a:lnTo>
                  <a:lnTo>
                    <a:pt x="2172747" y="379199"/>
                  </a:lnTo>
                  <a:lnTo>
                    <a:pt x="2225054" y="411585"/>
                  </a:lnTo>
                  <a:lnTo>
                    <a:pt x="2277217" y="443694"/>
                  </a:lnTo>
                  <a:lnTo>
                    <a:pt x="2329012" y="475086"/>
                  </a:lnTo>
                  <a:lnTo>
                    <a:pt x="2380265" y="505358"/>
                  </a:lnTo>
                  <a:lnTo>
                    <a:pt x="2430875" y="534172"/>
                  </a:lnTo>
                  <a:lnTo>
                    <a:pt x="2480834" y="561263"/>
                  </a:lnTo>
                  <a:lnTo>
                    <a:pt x="2530245" y="586449"/>
                  </a:lnTo>
                  <a:lnTo>
                    <a:pt x="2579342" y="609628"/>
                  </a:lnTo>
                  <a:lnTo>
                    <a:pt x="2628504" y="630776"/>
                  </a:lnTo>
                  <a:lnTo>
                    <a:pt x="2667772" y="646084"/>
                  </a:lnTo>
                  <a:lnTo>
                    <a:pt x="2716051" y="662904"/>
                  </a:lnTo>
                  <a:lnTo>
                    <a:pt x="2766062" y="677964"/>
                  </a:lnTo>
                  <a:lnTo>
                    <a:pt x="2818655" y="691366"/>
                  </a:lnTo>
                  <a:lnTo>
                    <a:pt x="2874773" y="703270"/>
                  </a:lnTo>
                  <a:lnTo>
                    <a:pt x="2935370" y="713856"/>
                  </a:lnTo>
                  <a:lnTo>
                    <a:pt x="3001317" y="723293"/>
                  </a:lnTo>
                  <a:lnTo>
                    <a:pt x="3073287" y="731727"/>
                  </a:lnTo>
                  <a:lnTo>
                    <a:pt x="3151594" y="739273"/>
                  </a:lnTo>
                  <a:lnTo>
                    <a:pt x="3235988" y="746010"/>
                  </a:lnTo>
                  <a:lnTo>
                    <a:pt x="3325416" y="751982"/>
                  </a:lnTo>
                  <a:lnTo>
                    <a:pt x="3417810" y="757201"/>
                  </a:lnTo>
                  <a:lnTo>
                    <a:pt x="3509989" y="761658"/>
                  </a:lnTo>
                  <a:lnTo>
                    <a:pt x="3597811" y="765333"/>
                  </a:lnTo>
                  <a:lnTo>
                    <a:pt x="3676669" y="768219"/>
                  </a:lnTo>
                  <a:lnTo>
                    <a:pt x="3742314" y="770338"/>
                  </a:lnTo>
                  <a:lnTo>
                    <a:pt x="3791826" y="771758"/>
                  </a:lnTo>
                  <a:lnTo>
                    <a:pt x="3824394" y="772592"/>
                  </a:lnTo>
                  <a:lnTo>
                    <a:pt x="3841662" y="772990"/>
                  </a:lnTo>
                  <a:lnTo>
                    <a:pt x="3847596" y="773113"/>
                  </a:lnTo>
                  <a:lnTo>
                    <a:pt x="3848118" y="773123"/>
                  </a:lnTo>
                  <a:lnTo>
                    <a:pt x="4386855" y="773123"/>
                  </a:lnTo>
                  <a:lnTo>
                    <a:pt x="4388103" y="773179"/>
                  </a:lnTo>
                  <a:lnTo>
                    <a:pt x="4396249" y="773577"/>
                  </a:lnTo>
                  <a:lnTo>
                    <a:pt x="4416589" y="774678"/>
                  </a:lnTo>
                  <a:lnTo>
                    <a:pt x="4452452" y="776838"/>
                  </a:lnTo>
                  <a:lnTo>
                    <a:pt x="4504893" y="780371"/>
                  </a:lnTo>
                  <a:lnTo>
                    <a:pt x="4572655" y="785509"/>
                  </a:lnTo>
                  <a:lnTo>
                    <a:pt x="4652590" y="792381"/>
                  </a:lnTo>
                  <a:lnTo>
                    <a:pt x="4740460" y="801022"/>
                  </a:lnTo>
                  <a:lnTo>
                    <a:pt x="4831847" y="811407"/>
                  </a:lnTo>
                  <a:lnTo>
                    <a:pt x="4922881" y="823493"/>
                  </a:lnTo>
                  <a:lnTo>
                    <a:pt x="5010653" y="837264"/>
                  </a:lnTo>
                  <a:lnTo>
                    <a:pt x="5093316" y="852756"/>
                  </a:lnTo>
                  <a:lnTo>
                    <a:pt x="5169966" y="870076"/>
                  </a:lnTo>
                  <a:lnTo>
                    <a:pt x="5240439" y="889411"/>
                  </a:lnTo>
                  <a:lnTo>
                    <a:pt x="5305082" y="911019"/>
                  </a:lnTo>
                  <a:lnTo>
                    <a:pt x="5364568" y="935231"/>
                  </a:lnTo>
                  <a:lnTo>
                    <a:pt x="5419749" y="962424"/>
                  </a:lnTo>
                  <a:lnTo>
                    <a:pt x="5471547" y="992995"/>
                  </a:lnTo>
                  <a:lnTo>
                    <a:pt x="5520871" y="1027297"/>
                  </a:lnTo>
                  <a:lnTo>
                    <a:pt x="5567201" y="1064406"/>
                  </a:lnTo>
                  <a:lnTo>
                    <a:pt x="5609217" y="1102084"/>
                  </a:lnTo>
                  <a:lnTo>
                    <a:pt x="5650824" y="1143038"/>
                  </a:lnTo>
                  <a:lnTo>
                    <a:pt x="5692356" y="1187328"/>
                  </a:lnTo>
                  <a:lnTo>
                    <a:pt x="5734057" y="1234938"/>
                  </a:lnTo>
                  <a:lnTo>
                    <a:pt x="5776096" y="1285764"/>
                  </a:lnTo>
                  <a:lnTo>
                    <a:pt x="5818572" y="1339607"/>
                  </a:lnTo>
                  <a:lnTo>
                    <a:pt x="5861523" y="1396171"/>
                  </a:lnTo>
                  <a:lnTo>
                    <a:pt x="5904931" y="1455065"/>
                  </a:lnTo>
                  <a:lnTo>
                    <a:pt x="5948730" y="1515812"/>
                  </a:lnTo>
                  <a:lnTo>
                    <a:pt x="5992817" y="1577859"/>
                  </a:lnTo>
                  <a:lnTo>
                    <a:pt x="6037064" y="1640605"/>
                  </a:lnTo>
                  <a:lnTo>
                    <a:pt x="6081325" y="1703414"/>
                  </a:lnTo>
                  <a:lnTo>
                    <a:pt x="6125455" y="1765653"/>
                  </a:lnTo>
                  <a:lnTo>
                    <a:pt x="6169322" y="1826710"/>
                  </a:lnTo>
                  <a:lnTo>
                    <a:pt x="6212815" y="1886020"/>
                  </a:lnTo>
                  <a:lnTo>
                    <a:pt x="6255862" y="1943090"/>
                  </a:lnTo>
                  <a:lnTo>
                    <a:pt x="6298434" y="1997511"/>
                  </a:lnTo>
                  <a:lnTo>
                    <a:pt x="6340555" y="2048968"/>
                  </a:lnTo>
                  <a:lnTo>
                    <a:pt x="6382314" y="2097240"/>
                  </a:lnTo>
                  <a:lnTo>
                    <a:pt x="6423862" y="2142207"/>
                  </a:lnTo>
                  <a:lnTo>
                    <a:pt x="6465430" y="2183833"/>
                  </a:lnTo>
                  <a:lnTo>
                    <a:pt x="6507331" y="2222166"/>
                  </a:lnTo>
                  <a:lnTo>
                    <a:pt x="6515891" y="2229536"/>
                  </a:lnTo>
                  <a:lnTo>
                    <a:pt x="6563590" y="2267668"/>
                  </a:lnTo>
                  <a:lnTo>
                    <a:pt x="6612972" y="2301861"/>
                  </a:lnTo>
                  <a:lnTo>
                    <a:pt x="6664853" y="2332331"/>
                  </a:lnTo>
                  <a:lnTo>
                    <a:pt x="6720143" y="2359434"/>
                  </a:lnTo>
                  <a:lnTo>
                    <a:pt x="6779764" y="2383568"/>
                  </a:lnTo>
                  <a:lnTo>
                    <a:pt x="6844563" y="2405108"/>
                  </a:lnTo>
                  <a:lnTo>
                    <a:pt x="6915207" y="2424382"/>
                  </a:lnTo>
                  <a:lnTo>
                    <a:pt x="6992033" y="2441649"/>
                  </a:lnTo>
                  <a:lnTo>
                    <a:pt x="7074857" y="2457091"/>
                  </a:lnTo>
                  <a:lnTo>
                    <a:pt x="7162752" y="2470814"/>
                  </a:lnTo>
                  <a:lnTo>
                    <a:pt x="7253840" y="2482853"/>
                  </a:lnTo>
                  <a:lnTo>
                    <a:pt x="7345185" y="2493189"/>
                  </a:lnTo>
                  <a:lnTo>
                    <a:pt x="7432892" y="2501780"/>
                  </a:lnTo>
                  <a:lnTo>
                    <a:pt x="7512538" y="2508602"/>
                  </a:lnTo>
                  <a:lnTo>
                    <a:pt x="7579903" y="2513692"/>
                  </a:lnTo>
                  <a:lnTo>
                    <a:pt x="7631883" y="2517183"/>
                  </a:lnTo>
                  <a:lnTo>
                    <a:pt x="7667281" y="2519309"/>
                  </a:lnTo>
                  <a:lnTo>
                    <a:pt x="7687220" y="2520384"/>
                  </a:lnTo>
                  <a:lnTo>
                    <a:pt x="7695091" y="2520768"/>
                  </a:lnTo>
                  <a:lnTo>
                    <a:pt x="7696237" y="2520819"/>
                  </a:lnTo>
                  <a:lnTo>
                    <a:pt x="8234974" y="2520819"/>
                  </a:lnTo>
                  <a:lnTo>
                    <a:pt x="8234974" y="2509930"/>
                  </a:lnTo>
                  <a:lnTo>
                    <a:pt x="7696237" y="2509930"/>
                  </a:lnTo>
                  <a:lnTo>
                    <a:pt x="7694990" y="2509874"/>
                  </a:lnTo>
                  <a:lnTo>
                    <a:pt x="7686843" y="2509476"/>
                  </a:lnTo>
                  <a:lnTo>
                    <a:pt x="7666504" y="2508376"/>
                  </a:lnTo>
                  <a:lnTo>
                    <a:pt x="7630641" y="2506215"/>
                  </a:lnTo>
                  <a:lnTo>
                    <a:pt x="7578199" y="2502682"/>
                  </a:lnTo>
                  <a:lnTo>
                    <a:pt x="7510437" y="2497544"/>
                  </a:lnTo>
                  <a:lnTo>
                    <a:pt x="7430503" y="2490672"/>
                  </a:lnTo>
                  <a:lnTo>
                    <a:pt x="7342632" y="2482031"/>
                  </a:lnTo>
                  <a:lnTo>
                    <a:pt x="7251246" y="2471647"/>
                  </a:lnTo>
                  <a:lnTo>
                    <a:pt x="7160212" y="2459560"/>
                  </a:lnTo>
                  <a:lnTo>
                    <a:pt x="7072439" y="2445789"/>
                  </a:lnTo>
                  <a:lnTo>
                    <a:pt x="6989777" y="2430297"/>
                  </a:lnTo>
                  <a:lnTo>
                    <a:pt x="6913126" y="2412977"/>
                  </a:lnTo>
                  <a:lnTo>
                    <a:pt x="6842654" y="2393642"/>
                  </a:lnTo>
                  <a:lnTo>
                    <a:pt x="6778011" y="2372034"/>
                  </a:lnTo>
                  <a:lnTo>
                    <a:pt x="6718525" y="2347822"/>
                  </a:lnTo>
                  <a:lnTo>
                    <a:pt x="6663344" y="2320629"/>
                  </a:lnTo>
                  <a:lnTo>
                    <a:pt x="6611546" y="2290058"/>
                  </a:lnTo>
                  <a:lnTo>
                    <a:pt x="6562222" y="2255756"/>
                  </a:lnTo>
                  <a:lnTo>
                    <a:pt x="6515891" y="2218647"/>
                  </a:lnTo>
                  <a:lnTo>
                    <a:pt x="6473875" y="2180969"/>
                  </a:lnTo>
                  <a:lnTo>
                    <a:pt x="6432268" y="2140015"/>
                  </a:lnTo>
                  <a:lnTo>
                    <a:pt x="6390737" y="2095725"/>
                  </a:lnTo>
                  <a:lnTo>
                    <a:pt x="6349036" y="2048115"/>
                  </a:lnTo>
                  <a:lnTo>
                    <a:pt x="6306997" y="1997289"/>
                  </a:lnTo>
                  <a:lnTo>
                    <a:pt x="6264520" y="1943446"/>
                  </a:lnTo>
                  <a:lnTo>
                    <a:pt x="6221569" y="1886882"/>
                  </a:lnTo>
                  <a:lnTo>
                    <a:pt x="6178161" y="1827988"/>
                  </a:lnTo>
                  <a:lnTo>
                    <a:pt x="6134362" y="1767241"/>
                  </a:lnTo>
                  <a:lnTo>
                    <a:pt x="6090275" y="1705194"/>
                  </a:lnTo>
                  <a:lnTo>
                    <a:pt x="6046029" y="1642449"/>
                  </a:lnTo>
                  <a:lnTo>
                    <a:pt x="6001768" y="1579639"/>
                  </a:lnTo>
                  <a:lnTo>
                    <a:pt x="5957637" y="1517400"/>
                  </a:lnTo>
                  <a:lnTo>
                    <a:pt x="5913771" y="1456343"/>
                  </a:lnTo>
                  <a:lnTo>
                    <a:pt x="5870277" y="1397033"/>
                  </a:lnTo>
                  <a:lnTo>
                    <a:pt x="5827230" y="1339963"/>
                  </a:lnTo>
                  <a:lnTo>
                    <a:pt x="5784659" y="1285542"/>
                  </a:lnTo>
                  <a:lnTo>
                    <a:pt x="5742537" y="1234086"/>
                  </a:lnTo>
                  <a:lnTo>
                    <a:pt x="5700779" y="1185813"/>
                  </a:lnTo>
                  <a:lnTo>
                    <a:pt x="5659230" y="1140846"/>
                  </a:lnTo>
                  <a:lnTo>
                    <a:pt x="5617663" y="1099220"/>
                  </a:lnTo>
                  <a:lnTo>
                    <a:pt x="5575761" y="1060887"/>
                  </a:lnTo>
                  <a:lnTo>
                    <a:pt x="5567201" y="1053517"/>
                  </a:lnTo>
                  <a:lnTo>
                    <a:pt x="5519503" y="1015385"/>
                  </a:lnTo>
                  <a:lnTo>
                    <a:pt x="5470121" y="981192"/>
                  </a:lnTo>
                  <a:lnTo>
                    <a:pt x="5418240" y="950722"/>
                  </a:lnTo>
                  <a:lnTo>
                    <a:pt x="5362950" y="923619"/>
                  </a:lnTo>
                  <a:lnTo>
                    <a:pt x="5303329" y="899486"/>
                  </a:lnTo>
                  <a:lnTo>
                    <a:pt x="5238529" y="877945"/>
                  </a:lnTo>
                  <a:lnTo>
                    <a:pt x="5167885" y="858671"/>
                  </a:lnTo>
                  <a:lnTo>
                    <a:pt x="5091060" y="841405"/>
                  </a:lnTo>
                  <a:lnTo>
                    <a:pt x="5008236" y="825962"/>
                  </a:lnTo>
                  <a:lnTo>
                    <a:pt x="4920341" y="812239"/>
                  </a:lnTo>
                  <a:lnTo>
                    <a:pt x="4829252" y="800200"/>
                  </a:lnTo>
                  <a:lnTo>
                    <a:pt x="4737908" y="789865"/>
                  </a:lnTo>
                  <a:lnTo>
                    <a:pt x="4650200" y="781274"/>
                  </a:lnTo>
                  <a:lnTo>
                    <a:pt x="4570554" y="774452"/>
                  </a:lnTo>
                  <a:lnTo>
                    <a:pt x="4503190" y="769361"/>
                  </a:lnTo>
                  <a:lnTo>
                    <a:pt x="4451210" y="765870"/>
                  </a:lnTo>
                  <a:lnTo>
                    <a:pt x="4415811" y="763744"/>
                  </a:lnTo>
                  <a:lnTo>
                    <a:pt x="4395872" y="762669"/>
                  </a:lnTo>
                  <a:lnTo>
                    <a:pt x="4388002" y="762285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827" y="762209"/>
                  </a:lnTo>
                  <a:lnTo>
                    <a:pt x="3838397" y="762029"/>
                  </a:lnTo>
                  <a:lnTo>
                    <a:pt x="3817379" y="761531"/>
                  </a:lnTo>
                  <a:lnTo>
                    <a:pt x="3780387" y="760555"/>
                  </a:lnTo>
                  <a:lnTo>
                    <a:pt x="3726432" y="758960"/>
                  </a:lnTo>
                  <a:lnTo>
                    <a:pt x="3656936" y="756643"/>
                  </a:lnTo>
                  <a:lnTo>
                    <a:pt x="3575263" y="753549"/>
                  </a:lnTo>
                  <a:lnTo>
                    <a:pt x="3485847" y="749666"/>
                  </a:lnTo>
                  <a:lnTo>
                    <a:pt x="3393242" y="745005"/>
                  </a:lnTo>
                  <a:lnTo>
                    <a:pt x="3301368" y="739586"/>
                  </a:lnTo>
                  <a:lnTo>
                    <a:pt x="3213115" y="733414"/>
                  </a:lnTo>
                  <a:lnTo>
                    <a:pt x="3130266" y="726469"/>
                  </a:lnTo>
                  <a:lnTo>
                    <a:pt x="3053638" y="718697"/>
                  </a:lnTo>
                  <a:lnTo>
                    <a:pt x="2983310" y="710010"/>
                  </a:lnTo>
                  <a:lnTo>
                    <a:pt x="2918854" y="700285"/>
                  </a:lnTo>
                  <a:lnTo>
                    <a:pt x="2859531" y="689367"/>
                  </a:lnTo>
                  <a:lnTo>
                    <a:pt x="2804440" y="677085"/>
                  </a:lnTo>
                  <a:lnTo>
                    <a:pt x="2752619" y="663259"/>
                  </a:lnTo>
                  <a:lnTo>
                    <a:pt x="2703143" y="647738"/>
                  </a:lnTo>
                  <a:lnTo>
                    <a:pt x="2667772" y="635195"/>
                  </a:lnTo>
                  <a:lnTo>
                    <a:pt x="2618182" y="615627"/>
                  </a:lnTo>
                  <a:lnTo>
                    <a:pt x="2569073" y="594055"/>
                  </a:lnTo>
                  <a:lnTo>
                    <a:pt x="2519936" y="570451"/>
                  </a:lnTo>
                  <a:lnTo>
                    <a:pt x="2470425" y="544855"/>
                  </a:lnTo>
                  <a:lnTo>
                    <a:pt x="2420335" y="517385"/>
                  </a:lnTo>
                  <a:lnTo>
                    <a:pt x="2369586" y="488242"/>
                  </a:lnTo>
                  <a:lnTo>
                    <a:pt x="2318208" y="457705"/>
                  </a:lnTo>
                  <a:lnTo>
                    <a:pt x="2266320" y="426128"/>
                  </a:lnTo>
                  <a:lnTo>
                    <a:pt x="2214108" y="393924"/>
                  </a:lnTo>
                  <a:lnTo>
                    <a:pt x="2161800" y="361538"/>
                  </a:lnTo>
                  <a:lnTo>
                    <a:pt x="2109638" y="329428"/>
                  </a:lnTo>
                  <a:lnTo>
                    <a:pt x="2057843" y="298037"/>
                  </a:lnTo>
                  <a:lnTo>
                    <a:pt x="2006589" y="267765"/>
                  </a:lnTo>
                  <a:lnTo>
                    <a:pt x="1955979" y="238951"/>
                  </a:lnTo>
                  <a:lnTo>
                    <a:pt x="1906021" y="211860"/>
                  </a:lnTo>
                  <a:lnTo>
                    <a:pt x="1856610" y="186674"/>
                  </a:lnTo>
                  <a:lnTo>
                    <a:pt x="1807512" y="163495"/>
                  </a:lnTo>
                  <a:lnTo>
                    <a:pt x="1758351" y="142347"/>
                  </a:lnTo>
                  <a:lnTo>
                    <a:pt x="1719082" y="127039"/>
                  </a:lnTo>
                  <a:lnTo>
                    <a:pt x="1670804" y="110219"/>
                  </a:lnTo>
                  <a:lnTo>
                    <a:pt x="1620793" y="95158"/>
                  </a:lnTo>
                  <a:lnTo>
                    <a:pt x="1568200" y="81757"/>
                  </a:lnTo>
                  <a:lnTo>
                    <a:pt x="1512082" y="69853"/>
                  </a:lnTo>
                  <a:lnTo>
                    <a:pt x="1451485" y="59267"/>
                  </a:lnTo>
                  <a:lnTo>
                    <a:pt x="1385538" y="49830"/>
                  </a:lnTo>
                  <a:lnTo>
                    <a:pt x="1313567" y="41396"/>
                  </a:lnTo>
                  <a:lnTo>
                    <a:pt x="1235260" y="33850"/>
                  </a:lnTo>
                  <a:lnTo>
                    <a:pt x="1150866" y="27113"/>
                  </a:lnTo>
                  <a:lnTo>
                    <a:pt x="1061438" y="21141"/>
                  </a:lnTo>
                  <a:lnTo>
                    <a:pt x="969044" y="15922"/>
                  </a:lnTo>
                  <a:lnTo>
                    <a:pt x="876865" y="11465"/>
                  </a:lnTo>
                  <a:lnTo>
                    <a:pt x="789043" y="7790"/>
                  </a:lnTo>
                  <a:lnTo>
                    <a:pt x="710186" y="4904"/>
                  </a:lnTo>
                  <a:lnTo>
                    <a:pt x="644540" y="2785"/>
                  </a:lnTo>
                  <a:lnTo>
                    <a:pt x="595028" y="1365"/>
                  </a:lnTo>
                  <a:lnTo>
                    <a:pt x="562460" y="530"/>
                  </a:lnTo>
                  <a:lnTo>
                    <a:pt x="545193" y="133"/>
                  </a:lnTo>
                  <a:lnTo>
                    <a:pt x="539259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546595" y="1158797"/>
              <a:ext cx="8234974" cy="2509930"/>
            </a:xfrm>
            <a:custGeom>
              <a:avLst/>
              <a:pathLst>
                <a:path w="8234974" h="2509930">
                  <a:moveTo>
                    <a:pt x="0" y="0"/>
                  </a:moveTo>
                  <a:lnTo>
                    <a:pt x="538736" y="0"/>
                  </a:lnTo>
                  <a:lnTo>
                    <a:pt x="540028" y="25"/>
                  </a:lnTo>
                  <a:lnTo>
                    <a:pt x="548457" y="205"/>
                  </a:lnTo>
                  <a:lnTo>
                    <a:pt x="569476" y="702"/>
                  </a:lnTo>
                  <a:lnTo>
                    <a:pt x="606467" y="1679"/>
                  </a:lnTo>
                  <a:lnTo>
                    <a:pt x="660423" y="3274"/>
                  </a:lnTo>
                  <a:lnTo>
                    <a:pt x="729918" y="5591"/>
                  </a:lnTo>
                  <a:lnTo>
                    <a:pt x="811592" y="8685"/>
                  </a:lnTo>
                  <a:lnTo>
                    <a:pt x="901008" y="12568"/>
                  </a:lnTo>
                  <a:lnTo>
                    <a:pt x="993613" y="17229"/>
                  </a:lnTo>
                  <a:lnTo>
                    <a:pt x="1085487" y="22648"/>
                  </a:lnTo>
                  <a:lnTo>
                    <a:pt x="1173740" y="28820"/>
                  </a:lnTo>
                  <a:lnTo>
                    <a:pt x="1256589" y="35765"/>
                  </a:lnTo>
                  <a:lnTo>
                    <a:pt x="1333217" y="43536"/>
                  </a:lnTo>
                  <a:lnTo>
                    <a:pt x="1403545" y="52223"/>
                  </a:lnTo>
                  <a:lnTo>
                    <a:pt x="1468001" y="61949"/>
                  </a:lnTo>
                  <a:lnTo>
                    <a:pt x="1527323" y="72866"/>
                  </a:lnTo>
                  <a:lnTo>
                    <a:pt x="1582415" y="85149"/>
                  </a:lnTo>
                  <a:lnTo>
                    <a:pt x="1634235" y="98975"/>
                  </a:lnTo>
                  <a:lnTo>
                    <a:pt x="1683712" y="114496"/>
                  </a:lnTo>
                  <a:lnTo>
                    <a:pt x="1719082" y="127039"/>
                  </a:lnTo>
                  <a:lnTo>
                    <a:pt x="1768672" y="146607"/>
                  </a:lnTo>
                  <a:lnTo>
                    <a:pt x="1817781" y="168179"/>
                  </a:lnTo>
                  <a:lnTo>
                    <a:pt x="1866918" y="191783"/>
                  </a:lnTo>
                  <a:lnTo>
                    <a:pt x="1916430" y="217378"/>
                  </a:lnTo>
                  <a:lnTo>
                    <a:pt x="1966520" y="244848"/>
                  </a:lnTo>
                  <a:lnTo>
                    <a:pt x="2017268" y="273992"/>
                  </a:lnTo>
                  <a:lnTo>
                    <a:pt x="2068646" y="304529"/>
                  </a:lnTo>
                  <a:lnTo>
                    <a:pt x="2120535" y="336106"/>
                  </a:lnTo>
                  <a:lnTo>
                    <a:pt x="2172747" y="368310"/>
                  </a:lnTo>
                  <a:lnTo>
                    <a:pt x="2225054" y="400696"/>
                  </a:lnTo>
                  <a:lnTo>
                    <a:pt x="2277217" y="432805"/>
                  </a:lnTo>
                  <a:lnTo>
                    <a:pt x="2329012" y="464196"/>
                  </a:lnTo>
                  <a:lnTo>
                    <a:pt x="2380265" y="494469"/>
                  </a:lnTo>
                  <a:lnTo>
                    <a:pt x="2430875" y="523283"/>
                  </a:lnTo>
                  <a:lnTo>
                    <a:pt x="2480834" y="550374"/>
                  </a:lnTo>
                  <a:lnTo>
                    <a:pt x="2530245" y="575560"/>
                  </a:lnTo>
                  <a:lnTo>
                    <a:pt x="2579342" y="598739"/>
                  </a:lnTo>
                  <a:lnTo>
                    <a:pt x="2628504" y="619887"/>
                  </a:lnTo>
                  <a:lnTo>
                    <a:pt x="2667772" y="635195"/>
                  </a:lnTo>
                  <a:lnTo>
                    <a:pt x="2716051" y="652015"/>
                  </a:lnTo>
                  <a:lnTo>
                    <a:pt x="2766062" y="667075"/>
                  </a:lnTo>
                  <a:lnTo>
                    <a:pt x="2818655" y="680477"/>
                  </a:lnTo>
                  <a:lnTo>
                    <a:pt x="2874773" y="692381"/>
                  </a:lnTo>
                  <a:lnTo>
                    <a:pt x="2935370" y="702967"/>
                  </a:lnTo>
                  <a:lnTo>
                    <a:pt x="3001317" y="712404"/>
                  </a:lnTo>
                  <a:lnTo>
                    <a:pt x="3073287" y="720838"/>
                  </a:lnTo>
                  <a:lnTo>
                    <a:pt x="3151594" y="728384"/>
                  </a:lnTo>
                  <a:lnTo>
                    <a:pt x="3235988" y="735120"/>
                  </a:lnTo>
                  <a:lnTo>
                    <a:pt x="3325416" y="741092"/>
                  </a:lnTo>
                  <a:lnTo>
                    <a:pt x="3417810" y="746312"/>
                  </a:lnTo>
                  <a:lnTo>
                    <a:pt x="3509989" y="750769"/>
                  </a:lnTo>
                  <a:lnTo>
                    <a:pt x="3597811" y="754444"/>
                  </a:lnTo>
                  <a:lnTo>
                    <a:pt x="3676669" y="757330"/>
                  </a:lnTo>
                  <a:lnTo>
                    <a:pt x="3742314" y="759448"/>
                  </a:lnTo>
                  <a:lnTo>
                    <a:pt x="3791826" y="760868"/>
                  </a:lnTo>
                  <a:lnTo>
                    <a:pt x="3824394" y="761703"/>
                  </a:lnTo>
                  <a:lnTo>
                    <a:pt x="3841662" y="762101"/>
                  </a:lnTo>
                  <a:lnTo>
                    <a:pt x="3847596" y="762224"/>
                  </a:lnTo>
                  <a:lnTo>
                    <a:pt x="3848118" y="762234"/>
                  </a:lnTo>
                  <a:lnTo>
                    <a:pt x="4386855" y="762234"/>
                  </a:lnTo>
                  <a:lnTo>
                    <a:pt x="4388103" y="762290"/>
                  </a:lnTo>
                  <a:lnTo>
                    <a:pt x="4396249" y="762688"/>
                  </a:lnTo>
                  <a:lnTo>
                    <a:pt x="4416589" y="763789"/>
                  </a:lnTo>
                  <a:lnTo>
                    <a:pt x="4452452" y="765949"/>
                  </a:lnTo>
                  <a:lnTo>
                    <a:pt x="4504893" y="769482"/>
                  </a:lnTo>
                  <a:lnTo>
                    <a:pt x="4572655" y="774620"/>
                  </a:lnTo>
                  <a:lnTo>
                    <a:pt x="4652590" y="781492"/>
                  </a:lnTo>
                  <a:lnTo>
                    <a:pt x="4740460" y="790133"/>
                  </a:lnTo>
                  <a:lnTo>
                    <a:pt x="4831847" y="800518"/>
                  </a:lnTo>
                  <a:lnTo>
                    <a:pt x="4922881" y="812604"/>
                  </a:lnTo>
                  <a:lnTo>
                    <a:pt x="5010653" y="826375"/>
                  </a:lnTo>
                  <a:lnTo>
                    <a:pt x="5093316" y="841867"/>
                  </a:lnTo>
                  <a:lnTo>
                    <a:pt x="5169966" y="859187"/>
                  </a:lnTo>
                  <a:lnTo>
                    <a:pt x="5240439" y="878522"/>
                  </a:lnTo>
                  <a:lnTo>
                    <a:pt x="5305082" y="900130"/>
                  </a:lnTo>
                  <a:lnTo>
                    <a:pt x="5364568" y="924342"/>
                  </a:lnTo>
                  <a:lnTo>
                    <a:pt x="5419749" y="951535"/>
                  </a:lnTo>
                  <a:lnTo>
                    <a:pt x="5471547" y="982106"/>
                  </a:lnTo>
                  <a:lnTo>
                    <a:pt x="5520871" y="1016408"/>
                  </a:lnTo>
                  <a:lnTo>
                    <a:pt x="5567201" y="1053517"/>
                  </a:lnTo>
                  <a:lnTo>
                    <a:pt x="5609217" y="1091195"/>
                  </a:lnTo>
                  <a:lnTo>
                    <a:pt x="5650824" y="1132149"/>
                  </a:lnTo>
                  <a:lnTo>
                    <a:pt x="5692356" y="1176439"/>
                  </a:lnTo>
                  <a:lnTo>
                    <a:pt x="5734057" y="1224049"/>
                  </a:lnTo>
                  <a:lnTo>
                    <a:pt x="5776096" y="1274875"/>
                  </a:lnTo>
                  <a:lnTo>
                    <a:pt x="5818572" y="1328718"/>
                  </a:lnTo>
                  <a:lnTo>
                    <a:pt x="5861523" y="1385282"/>
                  </a:lnTo>
                  <a:lnTo>
                    <a:pt x="5904931" y="1444176"/>
                  </a:lnTo>
                  <a:lnTo>
                    <a:pt x="5948730" y="1504923"/>
                  </a:lnTo>
                  <a:lnTo>
                    <a:pt x="5992817" y="1566970"/>
                  </a:lnTo>
                  <a:lnTo>
                    <a:pt x="6037064" y="1629716"/>
                  </a:lnTo>
                  <a:lnTo>
                    <a:pt x="6081325" y="1692525"/>
                  </a:lnTo>
                  <a:lnTo>
                    <a:pt x="6125455" y="1754764"/>
                  </a:lnTo>
                  <a:lnTo>
                    <a:pt x="6169322" y="1815821"/>
                  </a:lnTo>
                  <a:lnTo>
                    <a:pt x="6212815" y="1875131"/>
                  </a:lnTo>
                  <a:lnTo>
                    <a:pt x="6255862" y="1932201"/>
                  </a:lnTo>
                  <a:lnTo>
                    <a:pt x="6298434" y="1986622"/>
                  </a:lnTo>
                  <a:lnTo>
                    <a:pt x="6340555" y="2038078"/>
                  </a:lnTo>
                  <a:lnTo>
                    <a:pt x="6382314" y="2086351"/>
                  </a:lnTo>
                  <a:lnTo>
                    <a:pt x="6423862" y="2131318"/>
                  </a:lnTo>
                  <a:lnTo>
                    <a:pt x="6465430" y="2172944"/>
                  </a:lnTo>
                  <a:lnTo>
                    <a:pt x="6507331" y="2211277"/>
                  </a:lnTo>
                  <a:lnTo>
                    <a:pt x="6515891" y="2218647"/>
                  </a:lnTo>
                  <a:lnTo>
                    <a:pt x="6563590" y="2256779"/>
                  </a:lnTo>
                  <a:lnTo>
                    <a:pt x="6612972" y="2290972"/>
                  </a:lnTo>
                  <a:lnTo>
                    <a:pt x="6664853" y="2321442"/>
                  </a:lnTo>
                  <a:lnTo>
                    <a:pt x="6720143" y="2348545"/>
                  </a:lnTo>
                  <a:lnTo>
                    <a:pt x="6779764" y="2372679"/>
                  </a:lnTo>
                  <a:lnTo>
                    <a:pt x="6844563" y="2394219"/>
                  </a:lnTo>
                  <a:lnTo>
                    <a:pt x="6915207" y="2413493"/>
                  </a:lnTo>
                  <a:lnTo>
                    <a:pt x="6992033" y="2430760"/>
                  </a:lnTo>
                  <a:lnTo>
                    <a:pt x="7074857" y="2446202"/>
                  </a:lnTo>
                  <a:lnTo>
                    <a:pt x="7162752" y="2459925"/>
                  </a:lnTo>
                  <a:lnTo>
                    <a:pt x="7253840" y="2471964"/>
                  </a:lnTo>
                  <a:lnTo>
                    <a:pt x="7345185" y="2482299"/>
                  </a:lnTo>
                  <a:lnTo>
                    <a:pt x="7432892" y="2490890"/>
                  </a:lnTo>
                  <a:lnTo>
                    <a:pt x="7512538" y="2497712"/>
                  </a:lnTo>
                  <a:lnTo>
                    <a:pt x="7579903" y="2502803"/>
                  </a:lnTo>
                  <a:lnTo>
                    <a:pt x="7631883" y="2506294"/>
                  </a:lnTo>
                  <a:lnTo>
                    <a:pt x="7667281" y="2508420"/>
                  </a:lnTo>
                  <a:lnTo>
                    <a:pt x="7687220" y="2509495"/>
                  </a:lnTo>
                  <a:lnTo>
                    <a:pt x="7695091" y="2509879"/>
                  </a:lnTo>
                  <a:lnTo>
                    <a:pt x="7696237" y="2509930"/>
                  </a:lnTo>
                  <a:lnTo>
                    <a:pt x="8234974" y="25099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546595" y="1147908"/>
              <a:ext cx="8234974" cy="2509930"/>
            </a:xfrm>
            <a:custGeom>
              <a:avLst/>
              <a:pathLst>
                <a:path w="8234974" h="2509930">
                  <a:moveTo>
                    <a:pt x="8234974" y="2509930"/>
                  </a:moveTo>
                  <a:lnTo>
                    <a:pt x="7696237" y="2509930"/>
                  </a:lnTo>
                  <a:lnTo>
                    <a:pt x="7694990" y="2509874"/>
                  </a:lnTo>
                  <a:lnTo>
                    <a:pt x="7686843" y="2509476"/>
                  </a:lnTo>
                  <a:lnTo>
                    <a:pt x="7666504" y="2508376"/>
                  </a:lnTo>
                  <a:lnTo>
                    <a:pt x="7630641" y="2506215"/>
                  </a:lnTo>
                  <a:lnTo>
                    <a:pt x="7578199" y="2502682"/>
                  </a:lnTo>
                  <a:lnTo>
                    <a:pt x="7510437" y="2497544"/>
                  </a:lnTo>
                  <a:lnTo>
                    <a:pt x="7430503" y="2490672"/>
                  </a:lnTo>
                  <a:lnTo>
                    <a:pt x="7342632" y="2482031"/>
                  </a:lnTo>
                  <a:lnTo>
                    <a:pt x="7251246" y="2471647"/>
                  </a:lnTo>
                  <a:lnTo>
                    <a:pt x="7160212" y="2459560"/>
                  </a:lnTo>
                  <a:lnTo>
                    <a:pt x="7072439" y="2445789"/>
                  </a:lnTo>
                  <a:lnTo>
                    <a:pt x="6989777" y="2430297"/>
                  </a:lnTo>
                  <a:lnTo>
                    <a:pt x="6913126" y="2412977"/>
                  </a:lnTo>
                  <a:lnTo>
                    <a:pt x="6842654" y="2393642"/>
                  </a:lnTo>
                  <a:lnTo>
                    <a:pt x="6778011" y="2372034"/>
                  </a:lnTo>
                  <a:lnTo>
                    <a:pt x="6718525" y="2347822"/>
                  </a:lnTo>
                  <a:lnTo>
                    <a:pt x="6663344" y="2320629"/>
                  </a:lnTo>
                  <a:lnTo>
                    <a:pt x="6611546" y="2290058"/>
                  </a:lnTo>
                  <a:lnTo>
                    <a:pt x="6562222" y="2255756"/>
                  </a:lnTo>
                  <a:lnTo>
                    <a:pt x="6515891" y="2218647"/>
                  </a:lnTo>
                  <a:lnTo>
                    <a:pt x="6473875" y="2180969"/>
                  </a:lnTo>
                  <a:lnTo>
                    <a:pt x="6432268" y="2140015"/>
                  </a:lnTo>
                  <a:lnTo>
                    <a:pt x="6390737" y="2095725"/>
                  </a:lnTo>
                  <a:lnTo>
                    <a:pt x="6349036" y="2048115"/>
                  </a:lnTo>
                  <a:lnTo>
                    <a:pt x="6306997" y="1997289"/>
                  </a:lnTo>
                  <a:lnTo>
                    <a:pt x="6264520" y="1943446"/>
                  </a:lnTo>
                  <a:lnTo>
                    <a:pt x="6221569" y="1886882"/>
                  </a:lnTo>
                  <a:lnTo>
                    <a:pt x="6178161" y="1827988"/>
                  </a:lnTo>
                  <a:lnTo>
                    <a:pt x="6134362" y="1767241"/>
                  </a:lnTo>
                  <a:lnTo>
                    <a:pt x="6090275" y="1705194"/>
                  </a:lnTo>
                  <a:lnTo>
                    <a:pt x="6046029" y="1642449"/>
                  </a:lnTo>
                  <a:lnTo>
                    <a:pt x="6001768" y="1579639"/>
                  </a:lnTo>
                  <a:lnTo>
                    <a:pt x="5957637" y="1517400"/>
                  </a:lnTo>
                  <a:lnTo>
                    <a:pt x="5913771" y="1456343"/>
                  </a:lnTo>
                  <a:lnTo>
                    <a:pt x="5870277" y="1397033"/>
                  </a:lnTo>
                  <a:lnTo>
                    <a:pt x="5827230" y="1339963"/>
                  </a:lnTo>
                  <a:lnTo>
                    <a:pt x="5784659" y="1285542"/>
                  </a:lnTo>
                  <a:lnTo>
                    <a:pt x="5742537" y="1234086"/>
                  </a:lnTo>
                  <a:lnTo>
                    <a:pt x="5700779" y="1185813"/>
                  </a:lnTo>
                  <a:lnTo>
                    <a:pt x="5659230" y="1140846"/>
                  </a:lnTo>
                  <a:lnTo>
                    <a:pt x="5617663" y="1099220"/>
                  </a:lnTo>
                  <a:lnTo>
                    <a:pt x="5575761" y="1060887"/>
                  </a:lnTo>
                  <a:lnTo>
                    <a:pt x="5567201" y="1053517"/>
                  </a:lnTo>
                  <a:lnTo>
                    <a:pt x="5519503" y="1015385"/>
                  </a:lnTo>
                  <a:lnTo>
                    <a:pt x="5470121" y="981192"/>
                  </a:lnTo>
                  <a:lnTo>
                    <a:pt x="5418240" y="950722"/>
                  </a:lnTo>
                  <a:lnTo>
                    <a:pt x="5362950" y="923619"/>
                  </a:lnTo>
                  <a:lnTo>
                    <a:pt x="5303329" y="899486"/>
                  </a:lnTo>
                  <a:lnTo>
                    <a:pt x="5238529" y="877945"/>
                  </a:lnTo>
                  <a:lnTo>
                    <a:pt x="5167885" y="858671"/>
                  </a:lnTo>
                  <a:lnTo>
                    <a:pt x="5091060" y="841405"/>
                  </a:lnTo>
                  <a:lnTo>
                    <a:pt x="5008236" y="825962"/>
                  </a:lnTo>
                  <a:lnTo>
                    <a:pt x="4920341" y="812239"/>
                  </a:lnTo>
                  <a:lnTo>
                    <a:pt x="4829252" y="800200"/>
                  </a:lnTo>
                  <a:lnTo>
                    <a:pt x="4737908" y="789865"/>
                  </a:lnTo>
                  <a:lnTo>
                    <a:pt x="4650200" y="781274"/>
                  </a:lnTo>
                  <a:lnTo>
                    <a:pt x="4570554" y="774452"/>
                  </a:lnTo>
                  <a:lnTo>
                    <a:pt x="4503190" y="769361"/>
                  </a:lnTo>
                  <a:lnTo>
                    <a:pt x="4451210" y="765870"/>
                  </a:lnTo>
                  <a:lnTo>
                    <a:pt x="4415811" y="763744"/>
                  </a:lnTo>
                  <a:lnTo>
                    <a:pt x="4395872" y="762669"/>
                  </a:lnTo>
                  <a:lnTo>
                    <a:pt x="4388002" y="762285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827" y="762209"/>
                  </a:lnTo>
                  <a:lnTo>
                    <a:pt x="3838397" y="762029"/>
                  </a:lnTo>
                  <a:lnTo>
                    <a:pt x="3817379" y="761531"/>
                  </a:lnTo>
                  <a:lnTo>
                    <a:pt x="3780387" y="760555"/>
                  </a:lnTo>
                  <a:lnTo>
                    <a:pt x="3726432" y="758960"/>
                  </a:lnTo>
                  <a:lnTo>
                    <a:pt x="3656936" y="756643"/>
                  </a:lnTo>
                  <a:lnTo>
                    <a:pt x="3575263" y="753549"/>
                  </a:lnTo>
                  <a:lnTo>
                    <a:pt x="3485847" y="749666"/>
                  </a:lnTo>
                  <a:lnTo>
                    <a:pt x="3393242" y="745005"/>
                  </a:lnTo>
                  <a:lnTo>
                    <a:pt x="3301368" y="739586"/>
                  </a:lnTo>
                  <a:lnTo>
                    <a:pt x="3213115" y="733414"/>
                  </a:lnTo>
                  <a:lnTo>
                    <a:pt x="3130266" y="726469"/>
                  </a:lnTo>
                  <a:lnTo>
                    <a:pt x="3053638" y="718697"/>
                  </a:lnTo>
                  <a:lnTo>
                    <a:pt x="2983310" y="710010"/>
                  </a:lnTo>
                  <a:lnTo>
                    <a:pt x="2918854" y="700285"/>
                  </a:lnTo>
                  <a:lnTo>
                    <a:pt x="2859531" y="689367"/>
                  </a:lnTo>
                  <a:lnTo>
                    <a:pt x="2804440" y="677085"/>
                  </a:lnTo>
                  <a:lnTo>
                    <a:pt x="2752619" y="663259"/>
                  </a:lnTo>
                  <a:lnTo>
                    <a:pt x="2703143" y="647738"/>
                  </a:lnTo>
                  <a:lnTo>
                    <a:pt x="2667772" y="635195"/>
                  </a:lnTo>
                  <a:lnTo>
                    <a:pt x="2618182" y="615627"/>
                  </a:lnTo>
                  <a:lnTo>
                    <a:pt x="2569073" y="594055"/>
                  </a:lnTo>
                  <a:lnTo>
                    <a:pt x="2519936" y="570451"/>
                  </a:lnTo>
                  <a:lnTo>
                    <a:pt x="2470425" y="544855"/>
                  </a:lnTo>
                  <a:lnTo>
                    <a:pt x="2420335" y="517385"/>
                  </a:lnTo>
                  <a:lnTo>
                    <a:pt x="2369586" y="488242"/>
                  </a:lnTo>
                  <a:lnTo>
                    <a:pt x="2318208" y="457705"/>
                  </a:lnTo>
                  <a:lnTo>
                    <a:pt x="2266320" y="426128"/>
                  </a:lnTo>
                  <a:lnTo>
                    <a:pt x="2214108" y="393924"/>
                  </a:lnTo>
                  <a:lnTo>
                    <a:pt x="2161800" y="361538"/>
                  </a:lnTo>
                  <a:lnTo>
                    <a:pt x="2109638" y="329428"/>
                  </a:lnTo>
                  <a:lnTo>
                    <a:pt x="2057843" y="298037"/>
                  </a:lnTo>
                  <a:lnTo>
                    <a:pt x="2006589" y="267765"/>
                  </a:lnTo>
                  <a:lnTo>
                    <a:pt x="1955979" y="238951"/>
                  </a:lnTo>
                  <a:lnTo>
                    <a:pt x="1906021" y="211860"/>
                  </a:lnTo>
                  <a:lnTo>
                    <a:pt x="1856610" y="186674"/>
                  </a:lnTo>
                  <a:lnTo>
                    <a:pt x="1807512" y="163495"/>
                  </a:lnTo>
                  <a:lnTo>
                    <a:pt x="1758351" y="142347"/>
                  </a:lnTo>
                  <a:lnTo>
                    <a:pt x="1719082" y="127039"/>
                  </a:lnTo>
                  <a:lnTo>
                    <a:pt x="1670804" y="110219"/>
                  </a:lnTo>
                  <a:lnTo>
                    <a:pt x="1620793" y="95158"/>
                  </a:lnTo>
                  <a:lnTo>
                    <a:pt x="1568200" y="81757"/>
                  </a:lnTo>
                  <a:lnTo>
                    <a:pt x="1512082" y="69853"/>
                  </a:lnTo>
                  <a:lnTo>
                    <a:pt x="1451485" y="59267"/>
                  </a:lnTo>
                  <a:lnTo>
                    <a:pt x="1385538" y="49830"/>
                  </a:lnTo>
                  <a:lnTo>
                    <a:pt x="1313567" y="41396"/>
                  </a:lnTo>
                  <a:lnTo>
                    <a:pt x="1235260" y="33850"/>
                  </a:lnTo>
                  <a:lnTo>
                    <a:pt x="1150866" y="27113"/>
                  </a:lnTo>
                  <a:lnTo>
                    <a:pt x="1061438" y="21141"/>
                  </a:lnTo>
                  <a:lnTo>
                    <a:pt x="969044" y="15922"/>
                  </a:lnTo>
                  <a:lnTo>
                    <a:pt x="876865" y="11465"/>
                  </a:lnTo>
                  <a:lnTo>
                    <a:pt x="789043" y="7790"/>
                  </a:lnTo>
                  <a:lnTo>
                    <a:pt x="710186" y="4904"/>
                  </a:lnTo>
                  <a:lnTo>
                    <a:pt x="644540" y="2785"/>
                  </a:lnTo>
                  <a:lnTo>
                    <a:pt x="595028" y="1365"/>
                  </a:lnTo>
                  <a:lnTo>
                    <a:pt x="562460" y="530"/>
                  </a:lnTo>
                  <a:lnTo>
                    <a:pt x="545193" y="133"/>
                  </a:lnTo>
                  <a:lnTo>
                    <a:pt x="539259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pg95"/>
            <p:cNvSpPr/>
            <p:nvPr/>
          </p:nvSpPr>
          <p:spPr>
            <a:xfrm>
              <a:off x="546595" y="1158797"/>
              <a:ext cx="8234974" cy="2874714"/>
            </a:xfrm>
            <a:custGeom>
              <a:avLst/>
              <a:pathLst>
                <a:path w="8234974" h="2874714">
                  <a:moveTo>
                    <a:pt x="0" y="16333"/>
                  </a:moveTo>
                  <a:lnTo>
                    <a:pt x="538736" y="16333"/>
                  </a:lnTo>
                  <a:lnTo>
                    <a:pt x="540028" y="16359"/>
                  </a:lnTo>
                  <a:lnTo>
                    <a:pt x="548455" y="16541"/>
                  </a:lnTo>
                  <a:lnTo>
                    <a:pt x="569469" y="17046"/>
                  </a:lnTo>
                  <a:lnTo>
                    <a:pt x="606452" y="18036"/>
                  </a:lnTo>
                  <a:lnTo>
                    <a:pt x="660397" y="19654"/>
                  </a:lnTo>
                  <a:lnTo>
                    <a:pt x="729881" y="22003"/>
                  </a:lnTo>
                  <a:lnTo>
                    <a:pt x="811542" y="25140"/>
                  </a:lnTo>
                  <a:lnTo>
                    <a:pt x="900947" y="29079"/>
                  </a:lnTo>
                  <a:lnTo>
                    <a:pt x="993544" y="33805"/>
                  </a:lnTo>
                  <a:lnTo>
                    <a:pt x="1085412" y="39300"/>
                  </a:lnTo>
                  <a:lnTo>
                    <a:pt x="1173662" y="45559"/>
                  </a:lnTo>
                  <a:lnTo>
                    <a:pt x="1256510" y="52602"/>
                  </a:lnTo>
                  <a:lnTo>
                    <a:pt x="1333138" y="60483"/>
                  </a:lnTo>
                  <a:lnTo>
                    <a:pt x="1403467" y="69292"/>
                  </a:lnTo>
                  <a:lnTo>
                    <a:pt x="1467925" y="79155"/>
                  </a:lnTo>
                  <a:lnTo>
                    <a:pt x="1527248" y="90225"/>
                  </a:lnTo>
                  <a:lnTo>
                    <a:pt x="1582340" y="102681"/>
                  </a:lnTo>
                  <a:lnTo>
                    <a:pt x="1634160" y="116701"/>
                  </a:lnTo>
                  <a:lnTo>
                    <a:pt x="1683636" y="132439"/>
                  </a:lnTo>
                  <a:lnTo>
                    <a:pt x="1719082" y="145187"/>
                  </a:lnTo>
                  <a:lnTo>
                    <a:pt x="1768594" y="165002"/>
                  </a:lnTo>
                  <a:lnTo>
                    <a:pt x="1817625" y="186842"/>
                  </a:lnTo>
                  <a:lnTo>
                    <a:pt x="1866682" y="210736"/>
                  </a:lnTo>
                  <a:lnTo>
                    <a:pt x="1916111" y="236645"/>
                  </a:lnTo>
                  <a:lnTo>
                    <a:pt x="1966117" y="264450"/>
                  </a:lnTo>
                  <a:lnTo>
                    <a:pt x="2016779" y="293949"/>
                  </a:lnTo>
                  <a:lnTo>
                    <a:pt x="2068069" y="324860"/>
                  </a:lnTo>
                  <a:lnTo>
                    <a:pt x="2119869" y="356826"/>
                  </a:lnTo>
                  <a:lnTo>
                    <a:pt x="2171995" y="389433"/>
                  </a:lnTo>
                  <a:lnTo>
                    <a:pt x="2224219" y="422230"/>
                  </a:lnTo>
                  <a:lnTo>
                    <a:pt x="2276302" y="454755"/>
                  </a:lnTo>
                  <a:lnTo>
                    <a:pt x="2328024" y="486561"/>
                  </a:lnTo>
                  <a:lnTo>
                    <a:pt x="2379207" y="517243"/>
                  </a:lnTo>
                  <a:lnTo>
                    <a:pt x="2429751" y="546457"/>
                  </a:lnTo>
                  <a:lnTo>
                    <a:pt x="2479643" y="573934"/>
                  </a:lnTo>
                  <a:lnTo>
                    <a:pt x="2528987" y="599488"/>
                  </a:lnTo>
                  <a:lnTo>
                    <a:pt x="2578010" y="623015"/>
                  </a:lnTo>
                  <a:lnTo>
                    <a:pt x="2627085" y="644488"/>
                  </a:lnTo>
                  <a:lnTo>
                    <a:pt x="2667772" y="660603"/>
                  </a:lnTo>
                  <a:lnTo>
                    <a:pt x="2716047" y="677661"/>
                  </a:lnTo>
                  <a:lnTo>
                    <a:pt x="2766054" y="692936"/>
                  </a:lnTo>
                  <a:lnTo>
                    <a:pt x="2818641" y="706528"/>
                  </a:lnTo>
                  <a:lnTo>
                    <a:pt x="2874754" y="718602"/>
                  </a:lnTo>
                  <a:lnTo>
                    <a:pt x="2935344" y="729338"/>
                  </a:lnTo>
                  <a:lnTo>
                    <a:pt x="3001283" y="738910"/>
                  </a:lnTo>
                  <a:lnTo>
                    <a:pt x="3073244" y="747465"/>
                  </a:lnTo>
                  <a:lnTo>
                    <a:pt x="3151541" y="755118"/>
                  </a:lnTo>
                  <a:lnTo>
                    <a:pt x="3235924" y="761951"/>
                  </a:lnTo>
                  <a:lnTo>
                    <a:pt x="3325341" y="768008"/>
                  </a:lnTo>
                  <a:lnTo>
                    <a:pt x="3417726" y="773303"/>
                  </a:lnTo>
                  <a:lnTo>
                    <a:pt x="3509900" y="777824"/>
                  </a:lnTo>
                  <a:lnTo>
                    <a:pt x="3597721" y="781552"/>
                  </a:lnTo>
                  <a:lnTo>
                    <a:pt x="3676585" y="784479"/>
                  </a:lnTo>
                  <a:lnTo>
                    <a:pt x="3742243" y="786629"/>
                  </a:lnTo>
                  <a:lnTo>
                    <a:pt x="3791772" y="788070"/>
                  </a:lnTo>
                  <a:lnTo>
                    <a:pt x="3824360" y="788918"/>
                  </a:lnTo>
                  <a:lnTo>
                    <a:pt x="3841646" y="789321"/>
                  </a:lnTo>
                  <a:lnTo>
                    <a:pt x="3847593" y="789447"/>
                  </a:lnTo>
                  <a:lnTo>
                    <a:pt x="3848118" y="789457"/>
                  </a:lnTo>
                  <a:lnTo>
                    <a:pt x="4386855" y="789457"/>
                  </a:lnTo>
                  <a:lnTo>
                    <a:pt x="4388081" y="789522"/>
                  </a:lnTo>
                  <a:lnTo>
                    <a:pt x="4396088" y="789989"/>
                  </a:lnTo>
                  <a:lnTo>
                    <a:pt x="4416093" y="791278"/>
                  </a:lnTo>
                  <a:lnTo>
                    <a:pt x="4451398" y="793809"/>
                  </a:lnTo>
                  <a:lnTo>
                    <a:pt x="4503089" y="797952"/>
                  </a:lnTo>
                  <a:lnTo>
                    <a:pt x="4569987" y="803980"/>
                  </a:lnTo>
                  <a:lnTo>
                    <a:pt x="4649048" y="812048"/>
                  </a:lnTo>
                  <a:lnTo>
                    <a:pt x="4736136" y="822202"/>
                  </a:lnTo>
                  <a:lnTo>
                    <a:pt x="4826900" y="834415"/>
                  </a:lnTo>
                  <a:lnTo>
                    <a:pt x="4917497" y="848635"/>
                  </a:lnTo>
                  <a:lnTo>
                    <a:pt x="5005014" y="864842"/>
                  </a:lnTo>
                  <a:lnTo>
                    <a:pt x="5087570" y="883071"/>
                  </a:lnTo>
                  <a:lnTo>
                    <a:pt x="5164223" y="903445"/>
                  </a:lnTo>
                  <a:lnTo>
                    <a:pt x="5234762" y="926172"/>
                  </a:lnTo>
                  <a:lnTo>
                    <a:pt x="5299498" y="951551"/>
                  </a:lnTo>
                  <a:lnTo>
                    <a:pt x="5359069" y="979961"/>
                  </a:lnTo>
                  <a:lnTo>
                    <a:pt x="5414302" y="1011841"/>
                  </a:lnTo>
                  <a:lnTo>
                    <a:pt x="5466098" y="1047657"/>
                  </a:lnTo>
                  <a:lnTo>
                    <a:pt x="5515356" y="1087832"/>
                  </a:lnTo>
                  <a:lnTo>
                    <a:pt x="5562889" y="1132641"/>
                  </a:lnTo>
                  <a:lnTo>
                    <a:pt x="5567201" y="1137000"/>
                  </a:lnTo>
                  <a:lnTo>
                    <a:pt x="5606914" y="1179375"/>
                  </a:lnTo>
                  <a:lnTo>
                    <a:pt x="5646244" y="1225235"/>
                  </a:lnTo>
                  <a:lnTo>
                    <a:pt x="5685478" y="1274645"/>
                  </a:lnTo>
                  <a:lnTo>
                    <a:pt x="5724833" y="1327603"/>
                  </a:lnTo>
                  <a:lnTo>
                    <a:pt x="5764463" y="1384019"/>
                  </a:lnTo>
                  <a:lnTo>
                    <a:pt x="5804465" y="1443718"/>
                  </a:lnTo>
                  <a:lnTo>
                    <a:pt x="5844886" y="1506433"/>
                  </a:lnTo>
                  <a:lnTo>
                    <a:pt x="5885727" y="1571803"/>
                  </a:lnTo>
                  <a:lnTo>
                    <a:pt x="5926947" y="1639381"/>
                  </a:lnTo>
                  <a:lnTo>
                    <a:pt x="5968475" y="1708646"/>
                  </a:lnTo>
                  <a:lnTo>
                    <a:pt x="6010211" y="1779015"/>
                  </a:lnTo>
                  <a:lnTo>
                    <a:pt x="6052039" y="1849864"/>
                  </a:lnTo>
                  <a:lnTo>
                    <a:pt x="6093835" y="1920552"/>
                  </a:lnTo>
                  <a:lnTo>
                    <a:pt x="6135480" y="1990443"/>
                  </a:lnTo>
                  <a:lnTo>
                    <a:pt x="6176865" y="2058931"/>
                  </a:lnTo>
                  <a:lnTo>
                    <a:pt x="6217902" y="2125463"/>
                  </a:lnTo>
                  <a:lnTo>
                    <a:pt x="6258535" y="2189552"/>
                  </a:lnTo>
                  <a:lnTo>
                    <a:pt x="6298743" y="2250793"/>
                  </a:lnTo>
                  <a:lnTo>
                    <a:pt x="6338549" y="2308873"/>
                  </a:lnTo>
                  <a:lnTo>
                    <a:pt x="6378026" y="2363571"/>
                  </a:lnTo>
                  <a:lnTo>
                    <a:pt x="6417297" y="2414755"/>
                  </a:lnTo>
                  <a:lnTo>
                    <a:pt x="6456548" y="2462380"/>
                  </a:lnTo>
                  <a:lnTo>
                    <a:pt x="6496029" y="2506479"/>
                  </a:lnTo>
                  <a:lnTo>
                    <a:pt x="6515891" y="2527171"/>
                  </a:lnTo>
                  <a:lnTo>
                    <a:pt x="6563300" y="2572409"/>
                  </a:lnTo>
                  <a:lnTo>
                    <a:pt x="6612367" y="2613003"/>
                  </a:lnTo>
                  <a:lnTo>
                    <a:pt x="6663893" y="2649204"/>
                  </a:lnTo>
                  <a:lnTo>
                    <a:pt x="6718771" y="2681427"/>
                  </a:lnTo>
                  <a:lnTo>
                    <a:pt x="6777907" y="2710138"/>
                  </a:lnTo>
                  <a:lnTo>
                    <a:pt x="6842137" y="2735779"/>
                  </a:lnTo>
                  <a:lnTo>
                    <a:pt x="6912123" y="2758736"/>
                  </a:lnTo>
                  <a:lnTo>
                    <a:pt x="6988212" y="2779316"/>
                  </a:lnTo>
                  <a:lnTo>
                    <a:pt x="7070251" y="2797737"/>
                  </a:lnTo>
                  <a:lnTo>
                    <a:pt x="7157375" y="2814126"/>
                  </a:lnTo>
                  <a:lnTo>
                    <a:pt x="7247795" y="2828530"/>
                  </a:lnTo>
                  <a:lnTo>
                    <a:pt x="7338691" y="2840929"/>
                  </a:lnTo>
                  <a:lnTo>
                    <a:pt x="7426296" y="2851275"/>
                  </a:lnTo>
                  <a:lnTo>
                    <a:pt x="7506279" y="2859535"/>
                  </a:lnTo>
                  <a:lnTo>
                    <a:pt x="7574446" y="2865746"/>
                  </a:lnTo>
                  <a:lnTo>
                    <a:pt x="7627619" y="2870052"/>
                  </a:lnTo>
                  <a:lnTo>
                    <a:pt x="7664422" y="2872718"/>
                  </a:lnTo>
                  <a:lnTo>
                    <a:pt x="7685729" y="2874104"/>
                  </a:lnTo>
                  <a:lnTo>
                    <a:pt x="7694650" y="2874628"/>
                  </a:lnTo>
                  <a:lnTo>
                    <a:pt x="7696237" y="2874714"/>
                  </a:lnTo>
                  <a:lnTo>
                    <a:pt x="8234974" y="2874714"/>
                  </a:lnTo>
                  <a:lnTo>
                    <a:pt x="8234974" y="2858380"/>
                  </a:lnTo>
                  <a:lnTo>
                    <a:pt x="7696237" y="2858380"/>
                  </a:lnTo>
                  <a:lnTo>
                    <a:pt x="7695012" y="2858315"/>
                  </a:lnTo>
                  <a:lnTo>
                    <a:pt x="7687004" y="2857848"/>
                  </a:lnTo>
                  <a:lnTo>
                    <a:pt x="7666999" y="2856559"/>
                  </a:lnTo>
                  <a:lnTo>
                    <a:pt x="7631694" y="2854028"/>
                  </a:lnTo>
                  <a:lnTo>
                    <a:pt x="7580003" y="2849885"/>
                  </a:lnTo>
                  <a:lnTo>
                    <a:pt x="7513106" y="2843857"/>
                  </a:lnTo>
                  <a:lnTo>
                    <a:pt x="7434044" y="2835789"/>
                  </a:lnTo>
                  <a:lnTo>
                    <a:pt x="7346956" y="2825635"/>
                  </a:lnTo>
                  <a:lnTo>
                    <a:pt x="7256193" y="2813422"/>
                  </a:lnTo>
                  <a:lnTo>
                    <a:pt x="7165595" y="2799202"/>
                  </a:lnTo>
                  <a:lnTo>
                    <a:pt x="7078079" y="2782995"/>
                  </a:lnTo>
                  <a:lnTo>
                    <a:pt x="6995522" y="2764766"/>
                  </a:lnTo>
                  <a:lnTo>
                    <a:pt x="6918870" y="2744392"/>
                  </a:lnTo>
                  <a:lnTo>
                    <a:pt x="6848330" y="2721665"/>
                  </a:lnTo>
                  <a:lnTo>
                    <a:pt x="6783595" y="2696286"/>
                  </a:lnTo>
                  <a:lnTo>
                    <a:pt x="6724023" y="2667876"/>
                  </a:lnTo>
                  <a:lnTo>
                    <a:pt x="6668791" y="2635995"/>
                  </a:lnTo>
                  <a:lnTo>
                    <a:pt x="6616994" y="2600180"/>
                  </a:lnTo>
                  <a:lnTo>
                    <a:pt x="6567736" y="2560005"/>
                  </a:lnTo>
                  <a:lnTo>
                    <a:pt x="6520204" y="2515196"/>
                  </a:lnTo>
                  <a:lnTo>
                    <a:pt x="6515891" y="2510837"/>
                  </a:lnTo>
                  <a:lnTo>
                    <a:pt x="6476178" y="2468462"/>
                  </a:lnTo>
                  <a:lnTo>
                    <a:pt x="6436848" y="2422602"/>
                  </a:lnTo>
                  <a:lnTo>
                    <a:pt x="6397614" y="2373192"/>
                  </a:lnTo>
                  <a:lnTo>
                    <a:pt x="6358259" y="2320234"/>
                  </a:lnTo>
                  <a:lnTo>
                    <a:pt x="6318630" y="2263818"/>
                  </a:lnTo>
                  <a:lnTo>
                    <a:pt x="6278627" y="2204119"/>
                  </a:lnTo>
                  <a:lnTo>
                    <a:pt x="6238206" y="2141404"/>
                  </a:lnTo>
                  <a:lnTo>
                    <a:pt x="6197366" y="2076034"/>
                  </a:lnTo>
                  <a:lnTo>
                    <a:pt x="6156145" y="2008456"/>
                  </a:lnTo>
                  <a:lnTo>
                    <a:pt x="6114618" y="1939190"/>
                  </a:lnTo>
                  <a:lnTo>
                    <a:pt x="6072882" y="1868822"/>
                  </a:lnTo>
                  <a:lnTo>
                    <a:pt x="6031054" y="1797973"/>
                  </a:lnTo>
                  <a:lnTo>
                    <a:pt x="5989257" y="1727285"/>
                  </a:lnTo>
                  <a:lnTo>
                    <a:pt x="5947612" y="1657394"/>
                  </a:lnTo>
                  <a:lnTo>
                    <a:pt x="5906227" y="1588905"/>
                  </a:lnTo>
                  <a:lnTo>
                    <a:pt x="5865190" y="1522374"/>
                  </a:lnTo>
                  <a:lnTo>
                    <a:pt x="5824558" y="1458285"/>
                  </a:lnTo>
                  <a:lnTo>
                    <a:pt x="5784350" y="1397044"/>
                  </a:lnTo>
                  <a:lnTo>
                    <a:pt x="5744543" y="1338963"/>
                  </a:lnTo>
                  <a:lnTo>
                    <a:pt x="5705067" y="1284266"/>
                  </a:lnTo>
                  <a:lnTo>
                    <a:pt x="5665795" y="1233082"/>
                  </a:lnTo>
                  <a:lnTo>
                    <a:pt x="5626545" y="1185457"/>
                  </a:lnTo>
                  <a:lnTo>
                    <a:pt x="5587063" y="1141358"/>
                  </a:lnTo>
                  <a:lnTo>
                    <a:pt x="5567201" y="1120666"/>
                  </a:lnTo>
                  <a:lnTo>
                    <a:pt x="5519793" y="1075427"/>
                  </a:lnTo>
                  <a:lnTo>
                    <a:pt x="5470725" y="1034834"/>
                  </a:lnTo>
                  <a:lnTo>
                    <a:pt x="5419199" y="998633"/>
                  </a:lnTo>
                  <a:lnTo>
                    <a:pt x="5364321" y="966410"/>
                  </a:lnTo>
                  <a:lnTo>
                    <a:pt x="5305185" y="937699"/>
                  </a:lnTo>
                  <a:lnTo>
                    <a:pt x="5240956" y="912058"/>
                  </a:lnTo>
                  <a:lnTo>
                    <a:pt x="5170970" y="889101"/>
                  </a:lnTo>
                  <a:lnTo>
                    <a:pt x="5094881" y="868521"/>
                  </a:lnTo>
                  <a:lnTo>
                    <a:pt x="5012841" y="850100"/>
                  </a:lnTo>
                  <a:lnTo>
                    <a:pt x="4925718" y="833711"/>
                  </a:lnTo>
                  <a:lnTo>
                    <a:pt x="4835298" y="819307"/>
                  </a:lnTo>
                  <a:lnTo>
                    <a:pt x="4744401" y="806908"/>
                  </a:lnTo>
                  <a:lnTo>
                    <a:pt x="4656797" y="796562"/>
                  </a:lnTo>
                  <a:lnTo>
                    <a:pt x="4576814" y="788302"/>
                  </a:lnTo>
                  <a:lnTo>
                    <a:pt x="4508646" y="782091"/>
                  </a:lnTo>
                  <a:lnTo>
                    <a:pt x="4455474" y="777785"/>
                  </a:lnTo>
                  <a:lnTo>
                    <a:pt x="4418670" y="775119"/>
                  </a:lnTo>
                  <a:lnTo>
                    <a:pt x="4397363" y="773733"/>
                  </a:lnTo>
                  <a:lnTo>
                    <a:pt x="4388443" y="773209"/>
                  </a:lnTo>
                  <a:lnTo>
                    <a:pt x="4386855" y="773123"/>
                  </a:lnTo>
                  <a:lnTo>
                    <a:pt x="3848118" y="773123"/>
                  </a:lnTo>
                  <a:lnTo>
                    <a:pt x="3846827" y="773098"/>
                  </a:lnTo>
                  <a:lnTo>
                    <a:pt x="3838400" y="772915"/>
                  </a:lnTo>
                  <a:lnTo>
                    <a:pt x="3817386" y="772411"/>
                  </a:lnTo>
                  <a:lnTo>
                    <a:pt x="3780402" y="771421"/>
                  </a:lnTo>
                  <a:lnTo>
                    <a:pt x="3726457" y="769803"/>
                  </a:lnTo>
                  <a:lnTo>
                    <a:pt x="3656974" y="767453"/>
                  </a:lnTo>
                  <a:lnTo>
                    <a:pt x="3575312" y="764316"/>
                  </a:lnTo>
                  <a:lnTo>
                    <a:pt x="3485907" y="760378"/>
                  </a:lnTo>
                  <a:lnTo>
                    <a:pt x="3393310" y="755652"/>
                  </a:lnTo>
                  <a:lnTo>
                    <a:pt x="3301443" y="750156"/>
                  </a:lnTo>
                  <a:lnTo>
                    <a:pt x="3213193" y="743897"/>
                  </a:lnTo>
                  <a:lnTo>
                    <a:pt x="3130345" y="736854"/>
                  </a:lnTo>
                  <a:lnTo>
                    <a:pt x="3053717" y="728973"/>
                  </a:lnTo>
                  <a:lnTo>
                    <a:pt x="2983387" y="720164"/>
                  </a:lnTo>
                  <a:lnTo>
                    <a:pt x="2918930" y="710302"/>
                  </a:lnTo>
                  <a:lnTo>
                    <a:pt x="2859606" y="699231"/>
                  </a:lnTo>
                  <a:lnTo>
                    <a:pt x="2804514" y="686776"/>
                  </a:lnTo>
                  <a:lnTo>
                    <a:pt x="2752694" y="672756"/>
                  </a:lnTo>
                  <a:lnTo>
                    <a:pt x="2703219" y="657018"/>
                  </a:lnTo>
                  <a:lnTo>
                    <a:pt x="2667772" y="644269"/>
                  </a:lnTo>
                  <a:lnTo>
                    <a:pt x="2618261" y="624455"/>
                  </a:lnTo>
                  <a:lnTo>
                    <a:pt x="2569230" y="602615"/>
                  </a:lnTo>
                  <a:lnTo>
                    <a:pt x="2520172" y="578720"/>
                  </a:lnTo>
                  <a:lnTo>
                    <a:pt x="2470743" y="552811"/>
                  </a:lnTo>
                  <a:lnTo>
                    <a:pt x="2420738" y="525006"/>
                  </a:lnTo>
                  <a:lnTo>
                    <a:pt x="2370076" y="495507"/>
                  </a:lnTo>
                  <a:lnTo>
                    <a:pt x="2318786" y="464596"/>
                  </a:lnTo>
                  <a:lnTo>
                    <a:pt x="2266985" y="432630"/>
                  </a:lnTo>
                  <a:lnTo>
                    <a:pt x="2214859" y="400023"/>
                  </a:lnTo>
                  <a:lnTo>
                    <a:pt x="2162635" y="367226"/>
                  </a:lnTo>
                  <a:lnTo>
                    <a:pt x="2110552" y="334702"/>
                  </a:lnTo>
                  <a:lnTo>
                    <a:pt x="2058831" y="302896"/>
                  </a:lnTo>
                  <a:lnTo>
                    <a:pt x="2007647" y="272214"/>
                  </a:lnTo>
                  <a:lnTo>
                    <a:pt x="1957104" y="243000"/>
                  </a:lnTo>
                  <a:lnTo>
                    <a:pt x="1907211" y="215523"/>
                  </a:lnTo>
                  <a:lnTo>
                    <a:pt x="1857867" y="189968"/>
                  </a:lnTo>
                  <a:lnTo>
                    <a:pt x="1808844" y="166441"/>
                  </a:lnTo>
                  <a:lnTo>
                    <a:pt x="1759770" y="144969"/>
                  </a:lnTo>
                  <a:lnTo>
                    <a:pt x="1719082" y="128853"/>
                  </a:lnTo>
                  <a:lnTo>
                    <a:pt x="1670808" y="111795"/>
                  </a:lnTo>
                  <a:lnTo>
                    <a:pt x="1620801" y="96520"/>
                  </a:lnTo>
                  <a:lnTo>
                    <a:pt x="1568213" y="82928"/>
                  </a:lnTo>
                  <a:lnTo>
                    <a:pt x="1512101" y="70855"/>
                  </a:lnTo>
                  <a:lnTo>
                    <a:pt x="1451511" y="60118"/>
                  </a:lnTo>
                  <a:lnTo>
                    <a:pt x="1385572" y="50546"/>
                  </a:lnTo>
                  <a:lnTo>
                    <a:pt x="1313611" y="41992"/>
                  </a:lnTo>
                  <a:lnTo>
                    <a:pt x="1235314" y="34338"/>
                  </a:lnTo>
                  <a:lnTo>
                    <a:pt x="1150931" y="27505"/>
                  </a:lnTo>
                  <a:lnTo>
                    <a:pt x="1061513" y="21448"/>
                  </a:lnTo>
                  <a:lnTo>
                    <a:pt x="969128" y="16153"/>
                  </a:lnTo>
                  <a:lnTo>
                    <a:pt x="876955" y="11632"/>
                  </a:lnTo>
                  <a:lnTo>
                    <a:pt x="789133" y="7904"/>
                  </a:lnTo>
                  <a:lnTo>
                    <a:pt x="710270" y="4977"/>
                  </a:lnTo>
                  <a:lnTo>
                    <a:pt x="644612" y="2827"/>
                  </a:lnTo>
                  <a:lnTo>
                    <a:pt x="595082" y="1386"/>
                  </a:lnTo>
                  <a:lnTo>
                    <a:pt x="562495" y="539"/>
                  </a:lnTo>
                  <a:lnTo>
                    <a:pt x="545209" y="135"/>
                  </a:lnTo>
                  <a:lnTo>
                    <a:pt x="539262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546595" y="1175130"/>
              <a:ext cx="8234974" cy="2858380"/>
            </a:xfrm>
            <a:custGeom>
              <a:avLst/>
              <a:pathLst>
                <a:path w="8234974" h="2858380">
                  <a:moveTo>
                    <a:pt x="0" y="0"/>
                  </a:moveTo>
                  <a:lnTo>
                    <a:pt x="538736" y="0"/>
                  </a:lnTo>
                  <a:lnTo>
                    <a:pt x="540028" y="25"/>
                  </a:lnTo>
                  <a:lnTo>
                    <a:pt x="548455" y="208"/>
                  </a:lnTo>
                  <a:lnTo>
                    <a:pt x="569469" y="712"/>
                  </a:lnTo>
                  <a:lnTo>
                    <a:pt x="606452" y="1702"/>
                  </a:lnTo>
                  <a:lnTo>
                    <a:pt x="660397" y="3320"/>
                  </a:lnTo>
                  <a:lnTo>
                    <a:pt x="729881" y="5670"/>
                  </a:lnTo>
                  <a:lnTo>
                    <a:pt x="811542" y="8807"/>
                  </a:lnTo>
                  <a:lnTo>
                    <a:pt x="900947" y="12745"/>
                  </a:lnTo>
                  <a:lnTo>
                    <a:pt x="993544" y="17471"/>
                  </a:lnTo>
                  <a:lnTo>
                    <a:pt x="1085412" y="22967"/>
                  </a:lnTo>
                  <a:lnTo>
                    <a:pt x="1173662" y="29225"/>
                  </a:lnTo>
                  <a:lnTo>
                    <a:pt x="1256510" y="36268"/>
                  </a:lnTo>
                  <a:lnTo>
                    <a:pt x="1333138" y="44149"/>
                  </a:lnTo>
                  <a:lnTo>
                    <a:pt x="1403467" y="52959"/>
                  </a:lnTo>
                  <a:lnTo>
                    <a:pt x="1467925" y="62821"/>
                  </a:lnTo>
                  <a:lnTo>
                    <a:pt x="1527248" y="73892"/>
                  </a:lnTo>
                  <a:lnTo>
                    <a:pt x="1582340" y="86347"/>
                  </a:lnTo>
                  <a:lnTo>
                    <a:pt x="1634160" y="100367"/>
                  </a:lnTo>
                  <a:lnTo>
                    <a:pt x="1683636" y="116105"/>
                  </a:lnTo>
                  <a:lnTo>
                    <a:pt x="1719082" y="128853"/>
                  </a:lnTo>
                  <a:lnTo>
                    <a:pt x="1768594" y="148668"/>
                  </a:lnTo>
                  <a:lnTo>
                    <a:pt x="1817625" y="170508"/>
                  </a:lnTo>
                  <a:lnTo>
                    <a:pt x="1866682" y="194403"/>
                  </a:lnTo>
                  <a:lnTo>
                    <a:pt x="1916111" y="220312"/>
                  </a:lnTo>
                  <a:lnTo>
                    <a:pt x="1966117" y="248117"/>
                  </a:lnTo>
                  <a:lnTo>
                    <a:pt x="2016779" y="277616"/>
                  </a:lnTo>
                  <a:lnTo>
                    <a:pt x="2068069" y="308527"/>
                  </a:lnTo>
                  <a:lnTo>
                    <a:pt x="2119869" y="340493"/>
                  </a:lnTo>
                  <a:lnTo>
                    <a:pt x="2171995" y="373100"/>
                  </a:lnTo>
                  <a:lnTo>
                    <a:pt x="2224219" y="405897"/>
                  </a:lnTo>
                  <a:lnTo>
                    <a:pt x="2276302" y="438421"/>
                  </a:lnTo>
                  <a:lnTo>
                    <a:pt x="2328024" y="470227"/>
                  </a:lnTo>
                  <a:lnTo>
                    <a:pt x="2379207" y="500909"/>
                  </a:lnTo>
                  <a:lnTo>
                    <a:pt x="2429751" y="530123"/>
                  </a:lnTo>
                  <a:lnTo>
                    <a:pt x="2479643" y="557600"/>
                  </a:lnTo>
                  <a:lnTo>
                    <a:pt x="2528987" y="583154"/>
                  </a:lnTo>
                  <a:lnTo>
                    <a:pt x="2578010" y="606681"/>
                  </a:lnTo>
                  <a:lnTo>
                    <a:pt x="2627085" y="628154"/>
                  </a:lnTo>
                  <a:lnTo>
                    <a:pt x="2667772" y="644269"/>
                  </a:lnTo>
                  <a:lnTo>
                    <a:pt x="2716047" y="661328"/>
                  </a:lnTo>
                  <a:lnTo>
                    <a:pt x="2766054" y="676603"/>
                  </a:lnTo>
                  <a:lnTo>
                    <a:pt x="2818641" y="690195"/>
                  </a:lnTo>
                  <a:lnTo>
                    <a:pt x="2874754" y="702268"/>
                  </a:lnTo>
                  <a:lnTo>
                    <a:pt x="2935344" y="713005"/>
                  </a:lnTo>
                  <a:lnTo>
                    <a:pt x="3001283" y="722576"/>
                  </a:lnTo>
                  <a:lnTo>
                    <a:pt x="3073244" y="731131"/>
                  </a:lnTo>
                  <a:lnTo>
                    <a:pt x="3151541" y="738784"/>
                  </a:lnTo>
                  <a:lnTo>
                    <a:pt x="3235924" y="745617"/>
                  </a:lnTo>
                  <a:lnTo>
                    <a:pt x="3325341" y="751675"/>
                  </a:lnTo>
                  <a:lnTo>
                    <a:pt x="3417726" y="756969"/>
                  </a:lnTo>
                  <a:lnTo>
                    <a:pt x="3509900" y="761490"/>
                  </a:lnTo>
                  <a:lnTo>
                    <a:pt x="3597721" y="765218"/>
                  </a:lnTo>
                  <a:lnTo>
                    <a:pt x="3676585" y="768146"/>
                  </a:lnTo>
                  <a:lnTo>
                    <a:pt x="3742243" y="770296"/>
                  </a:lnTo>
                  <a:lnTo>
                    <a:pt x="3791772" y="771737"/>
                  </a:lnTo>
                  <a:lnTo>
                    <a:pt x="3824360" y="772584"/>
                  </a:lnTo>
                  <a:lnTo>
                    <a:pt x="3841646" y="772988"/>
                  </a:lnTo>
                  <a:lnTo>
                    <a:pt x="3847593" y="773113"/>
                  </a:lnTo>
                  <a:lnTo>
                    <a:pt x="3848118" y="773123"/>
                  </a:lnTo>
                  <a:lnTo>
                    <a:pt x="4386855" y="773123"/>
                  </a:lnTo>
                  <a:lnTo>
                    <a:pt x="4388081" y="773189"/>
                  </a:lnTo>
                  <a:lnTo>
                    <a:pt x="4396088" y="773655"/>
                  </a:lnTo>
                  <a:lnTo>
                    <a:pt x="4416093" y="774944"/>
                  </a:lnTo>
                  <a:lnTo>
                    <a:pt x="4451398" y="777476"/>
                  </a:lnTo>
                  <a:lnTo>
                    <a:pt x="4503089" y="781618"/>
                  </a:lnTo>
                  <a:lnTo>
                    <a:pt x="4569987" y="787646"/>
                  </a:lnTo>
                  <a:lnTo>
                    <a:pt x="4649048" y="795715"/>
                  </a:lnTo>
                  <a:lnTo>
                    <a:pt x="4736136" y="805869"/>
                  </a:lnTo>
                  <a:lnTo>
                    <a:pt x="4826900" y="818081"/>
                  </a:lnTo>
                  <a:lnTo>
                    <a:pt x="4917497" y="832302"/>
                  </a:lnTo>
                  <a:lnTo>
                    <a:pt x="5005014" y="848508"/>
                  </a:lnTo>
                  <a:lnTo>
                    <a:pt x="5087570" y="866738"/>
                  </a:lnTo>
                  <a:lnTo>
                    <a:pt x="5164223" y="887111"/>
                  </a:lnTo>
                  <a:lnTo>
                    <a:pt x="5234762" y="909838"/>
                  </a:lnTo>
                  <a:lnTo>
                    <a:pt x="5299498" y="935217"/>
                  </a:lnTo>
                  <a:lnTo>
                    <a:pt x="5359069" y="963627"/>
                  </a:lnTo>
                  <a:lnTo>
                    <a:pt x="5414302" y="995508"/>
                  </a:lnTo>
                  <a:lnTo>
                    <a:pt x="5466098" y="1031323"/>
                  </a:lnTo>
                  <a:lnTo>
                    <a:pt x="5515356" y="1071499"/>
                  </a:lnTo>
                  <a:lnTo>
                    <a:pt x="5562889" y="1116307"/>
                  </a:lnTo>
                  <a:lnTo>
                    <a:pt x="5567201" y="1120666"/>
                  </a:lnTo>
                  <a:lnTo>
                    <a:pt x="5606914" y="1163042"/>
                  </a:lnTo>
                  <a:lnTo>
                    <a:pt x="5646244" y="1208901"/>
                  </a:lnTo>
                  <a:lnTo>
                    <a:pt x="5685478" y="1258312"/>
                  </a:lnTo>
                  <a:lnTo>
                    <a:pt x="5724833" y="1311269"/>
                  </a:lnTo>
                  <a:lnTo>
                    <a:pt x="5764463" y="1367685"/>
                  </a:lnTo>
                  <a:lnTo>
                    <a:pt x="5804465" y="1427385"/>
                  </a:lnTo>
                  <a:lnTo>
                    <a:pt x="5844886" y="1490099"/>
                  </a:lnTo>
                  <a:lnTo>
                    <a:pt x="5885727" y="1555469"/>
                  </a:lnTo>
                  <a:lnTo>
                    <a:pt x="5926947" y="1623048"/>
                  </a:lnTo>
                  <a:lnTo>
                    <a:pt x="5968475" y="1692313"/>
                  </a:lnTo>
                  <a:lnTo>
                    <a:pt x="6010211" y="1762682"/>
                  </a:lnTo>
                  <a:lnTo>
                    <a:pt x="6052039" y="1833531"/>
                  </a:lnTo>
                  <a:lnTo>
                    <a:pt x="6093835" y="1904218"/>
                  </a:lnTo>
                  <a:lnTo>
                    <a:pt x="6135480" y="1974109"/>
                  </a:lnTo>
                  <a:lnTo>
                    <a:pt x="6176865" y="2042598"/>
                  </a:lnTo>
                  <a:lnTo>
                    <a:pt x="6217902" y="2109129"/>
                  </a:lnTo>
                  <a:lnTo>
                    <a:pt x="6258535" y="2173218"/>
                  </a:lnTo>
                  <a:lnTo>
                    <a:pt x="6298743" y="2234460"/>
                  </a:lnTo>
                  <a:lnTo>
                    <a:pt x="6338549" y="2292540"/>
                  </a:lnTo>
                  <a:lnTo>
                    <a:pt x="6378026" y="2347237"/>
                  </a:lnTo>
                  <a:lnTo>
                    <a:pt x="6417297" y="2398421"/>
                  </a:lnTo>
                  <a:lnTo>
                    <a:pt x="6456548" y="2446047"/>
                  </a:lnTo>
                  <a:lnTo>
                    <a:pt x="6496029" y="2490146"/>
                  </a:lnTo>
                  <a:lnTo>
                    <a:pt x="6515891" y="2510837"/>
                  </a:lnTo>
                  <a:lnTo>
                    <a:pt x="6563300" y="2556076"/>
                  </a:lnTo>
                  <a:lnTo>
                    <a:pt x="6612367" y="2596670"/>
                  </a:lnTo>
                  <a:lnTo>
                    <a:pt x="6663893" y="2632870"/>
                  </a:lnTo>
                  <a:lnTo>
                    <a:pt x="6718771" y="2665094"/>
                  </a:lnTo>
                  <a:lnTo>
                    <a:pt x="6777907" y="2693804"/>
                  </a:lnTo>
                  <a:lnTo>
                    <a:pt x="6842137" y="2719445"/>
                  </a:lnTo>
                  <a:lnTo>
                    <a:pt x="6912123" y="2742403"/>
                  </a:lnTo>
                  <a:lnTo>
                    <a:pt x="6988212" y="2762982"/>
                  </a:lnTo>
                  <a:lnTo>
                    <a:pt x="7070251" y="2781403"/>
                  </a:lnTo>
                  <a:lnTo>
                    <a:pt x="7157375" y="2797793"/>
                  </a:lnTo>
                  <a:lnTo>
                    <a:pt x="7247795" y="2812197"/>
                  </a:lnTo>
                  <a:lnTo>
                    <a:pt x="7338691" y="2824596"/>
                  </a:lnTo>
                  <a:lnTo>
                    <a:pt x="7426296" y="2834941"/>
                  </a:lnTo>
                  <a:lnTo>
                    <a:pt x="7506279" y="2843201"/>
                  </a:lnTo>
                  <a:lnTo>
                    <a:pt x="7574446" y="2849412"/>
                  </a:lnTo>
                  <a:lnTo>
                    <a:pt x="7627619" y="2853719"/>
                  </a:lnTo>
                  <a:lnTo>
                    <a:pt x="7664422" y="2856384"/>
                  </a:lnTo>
                  <a:lnTo>
                    <a:pt x="7685729" y="2857771"/>
                  </a:lnTo>
                  <a:lnTo>
                    <a:pt x="7694650" y="2858295"/>
                  </a:lnTo>
                  <a:lnTo>
                    <a:pt x="7696236" y="2858380"/>
                  </a:lnTo>
                  <a:lnTo>
                    <a:pt x="7696237" y="2858380"/>
                  </a:lnTo>
                  <a:lnTo>
                    <a:pt x="8234974" y="28583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546595" y="1158797"/>
              <a:ext cx="8234974" cy="2858380"/>
            </a:xfrm>
            <a:custGeom>
              <a:avLst/>
              <a:pathLst>
                <a:path w="8234974" h="2858380">
                  <a:moveTo>
                    <a:pt x="8234974" y="2858380"/>
                  </a:moveTo>
                  <a:lnTo>
                    <a:pt x="7696237" y="2858380"/>
                  </a:lnTo>
                  <a:lnTo>
                    <a:pt x="7695012" y="2858315"/>
                  </a:lnTo>
                  <a:lnTo>
                    <a:pt x="7687004" y="2857848"/>
                  </a:lnTo>
                  <a:lnTo>
                    <a:pt x="7666999" y="2856559"/>
                  </a:lnTo>
                  <a:lnTo>
                    <a:pt x="7631694" y="2854028"/>
                  </a:lnTo>
                  <a:lnTo>
                    <a:pt x="7580003" y="2849885"/>
                  </a:lnTo>
                  <a:lnTo>
                    <a:pt x="7513106" y="2843857"/>
                  </a:lnTo>
                  <a:lnTo>
                    <a:pt x="7434044" y="2835789"/>
                  </a:lnTo>
                  <a:lnTo>
                    <a:pt x="7346956" y="2825635"/>
                  </a:lnTo>
                  <a:lnTo>
                    <a:pt x="7256193" y="2813422"/>
                  </a:lnTo>
                  <a:lnTo>
                    <a:pt x="7165595" y="2799202"/>
                  </a:lnTo>
                  <a:lnTo>
                    <a:pt x="7078079" y="2782995"/>
                  </a:lnTo>
                  <a:lnTo>
                    <a:pt x="6995522" y="2764766"/>
                  </a:lnTo>
                  <a:lnTo>
                    <a:pt x="6918870" y="2744392"/>
                  </a:lnTo>
                  <a:lnTo>
                    <a:pt x="6848330" y="2721665"/>
                  </a:lnTo>
                  <a:lnTo>
                    <a:pt x="6783595" y="2696286"/>
                  </a:lnTo>
                  <a:lnTo>
                    <a:pt x="6724023" y="2667876"/>
                  </a:lnTo>
                  <a:lnTo>
                    <a:pt x="6668791" y="2635995"/>
                  </a:lnTo>
                  <a:lnTo>
                    <a:pt x="6616994" y="2600180"/>
                  </a:lnTo>
                  <a:lnTo>
                    <a:pt x="6567736" y="2560005"/>
                  </a:lnTo>
                  <a:lnTo>
                    <a:pt x="6520204" y="2515196"/>
                  </a:lnTo>
                  <a:lnTo>
                    <a:pt x="6515891" y="2510837"/>
                  </a:lnTo>
                  <a:lnTo>
                    <a:pt x="6476178" y="2468462"/>
                  </a:lnTo>
                  <a:lnTo>
                    <a:pt x="6436848" y="2422602"/>
                  </a:lnTo>
                  <a:lnTo>
                    <a:pt x="6397614" y="2373192"/>
                  </a:lnTo>
                  <a:lnTo>
                    <a:pt x="6358259" y="2320234"/>
                  </a:lnTo>
                  <a:lnTo>
                    <a:pt x="6318630" y="2263818"/>
                  </a:lnTo>
                  <a:lnTo>
                    <a:pt x="6278627" y="2204119"/>
                  </a:lnTo>
                  <a:lnTo>
                    <a:pt x="6238206" y="2141404"/>
                  </a:lnTo>
                  <a:lnTo>
                    <a:pt x="6197366" y="2076034"/>
                  </a:lnTo>
                  <a:lnTo>
                    <a:pt x="6156145" y="2008456"/>
                  </a:lnTo>
                  <a:lnTo>
                    <a:pt x="6114618" y="1939190"/>
                  </a:lnTo>
                  <a:lnTo>
                    <a:pt x="6072882" y="1868822"/>
                  </a:lnTo>
                  <a:lnTo>
                    <a:pt x="6031054" y="1797973"/>
                  </a:lnTo>
                  <a:lnTo>
                    <a:pt x="5989257" y="1727285"/>
                  </a:lnTo>
                  <a:lnTo>
                    <a:pt x="5947612" y="1657394"/>
                  </a:lnTo>
                  <a:lnTo>
                    <a:pt x="5906227" y="1588905"/>
                  </a:lnTo>
                  <a:lnTo>
                    <a:pt x="5865190" y="1522374"/>
                  </a:lnTo>
                  <a:lnTo>
                    <a:pt x="5824558" y="1458285"/>
                  </a:lnTo>
                  <a:lnTo>
                    <a:pt x="5784350" y="1397044"/>
                  </a:lnTo>
                  <a:lnTo>
                    <a:pt x="5744543" y="1338963"/>
                  </a:lnTo>
                  <a:lnTo>
                    <a:pt x="5705067" y="1284266"/>
                  </a:lnTo>
                  <a:lnTo>
                    <a:pt x="5665795" y="1233082"/>
                  </a:lnTo>
                  <a:lnTo>
                    <a:pt x="5626545" y="1185457"/>
                  </a:lnTo>
                  <a:lnTo>
                    <a:pt x="5587063" y="1141358"/>
                  </a:lnTo>
                  <a:lnTo>
                    <a:pt x="5567201" y="1120666"/>
                  </a:lnTo>
                  <a:lnTo>
                    <a:pt x="5519793" y="1075427"/>
                  </a:lnTo>
                  <a:lnTo>
                    <a:pt x="5470725" y="1034834"/>
                  </a:lnTo>
                  <a:lnTo>
                    <a:pt x="5419199" y="998633"/>
                  </a:lnTo>
                  <a:lnTo>
                    <a:pt x="5364321" y="966410"/>
                  </a:lnTo>
                  <a:lnTo>
                    <a:pt x="5305185" y="937699"/>
                  </a:lnTo>
                  <a:lnTo>
                    <a:pt x="5240956" y="912058"/>
                  </a:lnTo>
                  <a:lnTo>
                    <a:pt x="5170970" y="889101"/>
                  </a:lnTo>
                  <a:lnTo>
                    <a:pt x="5094881" y="868521"/>
                  </a:lnTo>
                  <a:lnTo>
                    <a:pt x="5012841" y="850100"/>
                  </a:lnTo>
                  <a:lnTo>
                    <a:pt x="4925718" y="833711"/>
                  </a:lnTo>
                  <a:lnTo>
                    <a:pt x="4835298" y="819307"/>
                  </a:lnTo>
                  <a:lnTo>
                    <a:pt x="4744401" y="806908"/>
                  </a:lnTo>
                  <a:lnTo>
                    <a:pt x="4656797" y="796562"/>
                  </a:lnTo>
                  <a:lnTo>
                    <a:pt x="4576814" y="788302"/>
                  </a:lnTo>
                  <a:lnTo>
                    <a:pt x="4508646" y="782091"/>
                  </a:lnTo>
                  <a:lnTo>
                    <a:pt x="4455474" y="777785"/>
                  </a:lnTo>
                  <a:lnTo>
                    <a:pt x="4418670" y="775119"/>
                  </a:lnTo>
                  <a:lnTo>
                    <a:pt x="4397363" y="773733"/>
                  </a:lnTo>
                  <a:lnTo>
                    <a:pt x="4388443" y="773209"/>
                  </a:lnTo>
                  <a:lnTo>
                    <a:pt x="4386856" y="773123"/>
                  </a:lnTo>
                  <a:lnTo>
                    <a:pt x="4386855" y="773123"/>
                  </a:lnTo>
                  <a:lnTo>
                    <a:pt x="3848118" y="773123"/>
                  </a:lnTo>
                  <a:lnTo>
                    <a:pt x="3846827" y="773098"/>
                  </a:lnTo>
                  <a:lnTo>
                    <a:pt x="3838400" y="772915"/>
                  </a:lnTo>
                  <a:lnTo>
                    <a:pt x="3817386" y="772411"/>
                  </a:lnTo>
                  <a:lnTo>
                    <a:pt x="3780402" y="771421"/>
                  </a:lnTo>
                  <a:lnTo>
                    <a:pt x="3726457" y="769803"/>
                  </a:lnTo>
                  <a:lnTo>
                    <a:pt x="3656974" y="767453"/>
                  </a:lnTo>
                  <a:lnTo>
                    <a:pt x="3575312" y="764316"/>
                  </a:lnTo>
                  <a:lnTo>
                    <a:pt x="3485907" y="760378"/>
                  </a:lnTo>
                  <a:lnTo>
                    <a:pt x="3393310" y="755652"/>
                  </a:lnTo>
                  <a:lnTo>
                    <a:pt x="3301443" y="750156"/>
                  </a:lnTo>
                  <a:lnTo>
                    <a:pt x="3213193" y="743897"/>
                  </a:lnTo>
                  <a:lnTo>
                    <a:pt x="3130345" y="736854"/>
                  </a:lnTo>
                  <a:lnTo>
                    <a:pt x="3053717" y="728973"/>
                  </a:lnTo>
                  <a:lnTo>
                    <a:pt x="2983387" y="720164"/>
                  </a:lnTo>
                  <a:lnTo>
                    <a:pt x="2918930" y="710302"/>
                  </a:lnTo>
                  <a:lnTo>
                    <a:pt x="2859606" y="699231"/>
                  </a:lnTo>
                  <a:lnTo>
                    <a:pt x="2804514" y="686776"/>
                  </a:lnTo>
                  <a:lnTo>
                    <a:pt x="2752694" y="672756"/>
                  </a:lnTo>
                  <a:lnTo>
                    <a:pt x="2703219" y="657018"/>
                  </a:lnTo>
                  <a:lnTo>
                    <a:pt x="2667772" y="644269"/>
                  </a:lnTo>
                  <a:lnTo>
                    <a:pt x="2618261" y="624455"/>
                  </a:lnTo>
                  <a:lnTo>
                    <a:pt x="2569230" y="602615"/>
                  </a:lnTo>
                  <a:lnTo>
                    <a:pt x="2520172" y="578720"/>
                  </a:lnTo>
                  <a:lnTo>
                    <a:pt x="2470743" y="552811"/>
                  </a:lnTo>
                  <a:lnTo>
                    <a:pt x="2420738" y="525006"/>
                  </a:lnTo>
                  <a:lnTo>
                    <a:pt x="2370076" y="495507"/>
                  </a:lnTo>
                  <a:lnTo>
                    <a:pt x="2318786" y="464596"/>
                  </a:lnTo>
                  <a:lnTo>
                    <a:pt x="2266985" y="432630"/>
                  </a:lnTo>
                  <a:lnTo>
                    <a:pt x="2214859" y="400023"/>
                  </a:lnTo>
                  <a:lnTo>
                    <a:pt x="2162635" y="367226"/>
                  </a:lnTo>
                  <a:lnTo>
                    <a:pt x="2110552" y="334702"/>
                  </a:lnTo>
                  <a:lnTo>
                    <a:pt x="2058831" y="302896"/>
                  </a:lnTo>
                  <a:lnTo>
                    <a:pt x="2007647" y="272214"/>
                  </a:lnTo>
                  <a:lnTo>
                    <a:pt x="1957104" y="243000"/>
                  </a:lnTo>
                  <a:lnTo>
                    <a:pt x="1907211" y="215523"/>
                  </a:lnTo>
                  <a:lnTo>
                    <a:pt x="1857867" y="189968"/>
                  </a:lnTo>
                  <a:lnTo>
                    <a:pt x="1808844" y="166441"/>
                  </a:lnTo>
                  <a:lnTo>
                    <a:pt x="1759770" y="144969"/>
                  </a:lnTo>
                  <a:lnTo>
                    <a:pt x="1719082" y="128853"/>
                  </a:lnTo>
                  <a:lnTo>
                    <a:pt x="1670808" y="111795"/>
                  </a:lnTo>
                  <a:lnTo>
                    <a:pt x="1620801" y="96520"/>
                  </a:lnTo>
                  <a:lnTo>
                    <a:pt x="1568213" y="82928"/>
                  </a:lnTo>
                  <a:lnTo>
                    <a:pt x="1512101" y="70855"/>
                  </a:lnTo>
                  <a:lnTo>
                    <a:pt x="1451511" y="60118"/>
                  </a:lnTo>
                  <a:lnTo>
                    <a:pt x="1385572" y="50546"/>
                  </a:lnTo>
                  <a:lnTo>
                    <a:pt x="1313611" y="41992"/>
                  </a:lnTo>
                  <a:lnTo>
                    <a:pt x="1235314" y="34338"/>
                  </a:lnTo>
                  <a:lnTo>
                    <a:pt x="1150931" y="27505"/>
                  </a:lnTo>
                  <a:lnTo>
                    <a:pt x="1061513" y="21448"/>
                  </a:lnTo>
                  <a:lnTo>
                    <a:pt x="969128" y="16153"/>
                  </a:lnTo>
                  <a:lnTo>
                    <a:pt x="876955" y="11632"/>
                  </a:lnTo>
                  <a:lnTo>
                    <a:pt x="789133" y="7904"/>
                  </a:lnTo>
                  <a:lnTo>
                    <a:pt x="710270" y="4977"/>
                  </a:lnTo>
                  <a:lnTo>
                    <a:pt x="644612" y="2827"/>
                  </a:lnTo>
                  <a:lnTo>
                    <a:pt x="595082" y="1386"/>
                  </a:lnTo>
                  <a:lnTo>
                    <a:pt x="562495" y="539"/>
                  </a:lnTo>
                  <a:lnTo>
                    <a:pt x="545209" y="135"/>
                  </a:lnTo>
                  <a:lnTo>
                    <a:pt x="539262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" name="pg98"/>
            <p:cNvSpPr/>
            <p:nvPr/>
          </p:nvSpPr>
          <p:spPr>
            <a:xfrm>
              <a:off x="546595" y="1175130"/>
              <a:ext cx="8234974" cy="3097939"/>
            </a:xfrm>
            <a:custGeom>
              <a:avLst/>
              <a:pathLst>
                <a:path w="8234974" h="3097939">
                  <a:moveTo>
                    <a:pt x="0" y="10889"/>
                  </a:moveTo>
                  <a:lnTo>
                    <a:pt x="538736" y="10889"/>
                  </a:lnTo>
                  <a:lnTo>
                    <a:pt x="540027" y="10914"/>
                  </a:lnTo>
                  <a:lnTo>
                    <a:pt x="548453" y="11099"/>
                  </a:lnTo>
                  <a:lnTo>
                    <a:pt x="569461" y="11611"/>
                  </a:lnTo>
                  <a:lnTo>
                    <a:pt x="606437" y="12615"/>
                  </a:lnTo>
                  <a:lnTo>
                    <a:pt x="660371" y="14255"/>
                  </a:lnTo>
                  <a:lnTo>
                    <a:pt x="729842" y="16637"/>
                  </a:lnTo>
                  <a:lnTo>
                    <a:pt x="811492" y="19818"/>
                  </a:lnTo>
                  <a:lnTo>
                    <a:pt x="900886" y="23811"/>
                  </a:lnTo>
                  <a:lnTo>
                    <a:pt x="993475" y="28602"/>
                  </a:lnTo>
                  <a:lnTo>
                    <a:pt x="1085337" y="34174"/>
                  </a:lnTo>
                  <a:lnTo>
                    <a:pt x="1173583" y="40520"/>
                  </a:lnTo>
                  <a:lnTo>
                    <a:pt x="1256430" y="47661"/>
                  </a:lnTo>
                  <a:lnTo>
                    <a:pt x="1333058" y="55651"/>
                  </a:lnTo>
                  <a:lnTo>
                    <a:pt x="1403389" y="64583"/>
                  </a:lnTo>
                  <a:lnTo>
                    <a:pt x="1467847" y="74582"/>
                  </a:lnTo>
                  <a:lnTo>
                    <a:pt x="1527172" y="85806"/>
                  </a:lnTo>
                  <a:lnTo>
                    <a:pt x="1582265" y="98433"/>
                  </a:lnTo>
                  <a:lnTo>
                    <a:pt x="1634085" y="112647"/>
                  </a:lnTo>
                  <a:lnTo>
                    <a:pt x="1683559" y="128603"/>
                  </a:lnTo>
                  <a:lnTo>
                    <a:pt x="1719082" y="141557"/>
                  </a:lnTo>
                  <a:lnTo>
                    <a:pt x="1768515" y="161617"/>
                  </a:lnTo>
                  <a:lnTo>
                    <a:pt x="1817467" y="183724"/>
                  </a:lnTo>
                  <a:lnTo>
                    <a:pt x="1866445" y="207908"/>
                  </a:lnTo>
                  <a:lnTo>
                    <a:pt x="1915792" y="234128"/>
                  </a:lnTo>
                  <a:lnTo>
                    <a:pt x="1965712" y="262266"/>
                  </a:lnTo>
                  <a:lnTo>
                    <a:pt x="2016286" y="292119"/>
                  </a:lnTo>
                  <a:lnTo>
                    <a:pt x="2067488" y="323401"/>
                  </a:lnTo>
                  <a:lnTo>
                    <a:pt x="2119200" y="355755"/>
                  </a:lnTo>
                  <a:lnTo>
                    <a:pt x="2171239" y="388762"/>
                  </a:lnTo>
                  <a:lnTo>
                    <a:pt x="2223379" y="421968"/>
                  </a:lnTo>
                  <a:lnTo>
                    <a:pt x="2275383" y="454906"/>
                  </a:lnTo>
                  <a:lnTo>
                    <a:pt x="2327029" y="487125"/>
                  </a:lnTo>
                  <a:lnTo>
                    <a:pt x="2378143" y="518216"/>
                  </a:lnTo>
                  <a:lnTo>
                    <a:pt x="2428619" y="547829"/>
                  </a:lnTo>
                  <a:lnTo>
                    <a:pt x="2478446" y="575692"/>
                  </a:lnTo>
                  <a:lnTo>
                    <a:pt x="2527722" y="601615"/>
                  </a:lnTo>
                  <a:lnTo>
                    <a:pt x="2576670" y="625490"/>
                  </a:lnTo>
                  <a:lnTo>
                    <a:pt x="2625658" y="647289"/>
                  </a:lnTo>
                  <a:lnTo>
                    <a:pt x="2667772" y="664233"/>
                  </a:lnTo>
                  <a:lnTo>
                    <a:pt x="2716042" y="681530"/>
                  </a:lnTo>
                  <a:lnTo>
                    <a:pt x="2766045" y="697019"/>
                  </a:lnTo>
                  <a:lnTo>
                    <a:pt x="2818628" y="710802"/>
                  </a:lnTo>
                  <a:lnTo>
                    <a:pt x="2874734" y="723044"/>
                  </a:lnTo>
                  <a:lnTo>
                    <a:pt x="2935317" y="733932"/>
                  </a:lnTo>
                  <a:lnTo>
                    <a:pt x="3001249" y="743638"/>
                  </a:lnTo>
                  <a:lnTo>
                    <a:pt x="3073200" y="752313"/>
                  </a:lnTo>
                  <a:lnTo>
                    <a:pt x="3151486" y="760074"/>
                  </a:lnTo>
                  <a:lnTo>
                    <a:pt x="3235858" y="767003"/>
                  </a:lnTo>
                  <a:lnTo>
                    <a:pt x="3325265" y="773146"/>
                  </a:lnTo>
                  <a:lnTo>
                    <a:pt x="3417641" y="778515"/>
                  </a:lnTo>
                  <a:lnTo>
                    <a:pt x="3509809" y="783100"/>
                  </a:lnTo>
                  <a:lnTo>
                    <a:pt x="3597630" y="786882"/>
                  </a:lnTo>
                  <a:lnTo>
                    <a:pt x="3676499" y="789851"/>
                  </a:lnTo>
                  <a:lnTo>
                    <a:pt x="3742170" y="792032"/>
                  </a:lnTo>
                  <a:lnTo>
                    <a:pt x="3791717" y="793494"/>
                  </a:lnTo>
                  <a:lnTo>
                    <a:pt x="3824325" y="794354"/>
                  </a:lnTo>
                  <a:lnTo>
                    <a:pt x="3841630" y="794764"/>
                  </a:lnTo>
                  <a:lnTo>
                    <a:pt x="3847589" y="794891"/>
                  </a:lnTo>
                  <a:lnTo>
                    <a:pt x="3848118" y="794901"/>
                  </a:lnTo>
                  <a:lnTo>
                    <a:pt x="4386855" y="794901"/>
                  </a:lnTo>
                  <a:lnTo>
                    <a:pt x="4388065" y="794973"/>
                  </a:lnTo>
                  <a:lnTo>
                    <a:pt x="4395973" y="795481"/>
                  </a:lnTo>
                  <a:lnTo>
                    <a:pt x="4415740" y="796886"/>
                  </a:lnTo>
                  <a:lnTo>
                    <a:pt x="4450646" y="799646"/>
                  </a:lnTo>
                  <a:lnTo>
                    <a:pt x="4501799" y="804163"/>
                  </a:lnTo>
                  <a:lnTo>
                    <a:pt x="4568076" y="810740"/>
                  </a:lnTo>
                  <a:lnTo>
                    <a:pt x="4646508" y="819548"/>
                  </a:lnTo>
                  <a:lnTo>
                    <a:pt x="4733029" y="830639"/>
                  </a:lnTo>
                  <a:lnTo>
                    <a:pt x="4823338" y="843986"/>
                  </a:lnTo>
                  <a:lnTo>
                    <a:pt x="4913615" y="859534"/>
                  </a:lnTo>
                  <a:lnTo>
                    <a:pt x="5000941" y="877255"/>
                  </a:lnTo>
                  <a:lnTo>
                    <a:pt x="5083416" y="897188"/>
                  </a:lnTo>
                  <a:lnTo>
                    <a:pt x="5160065" y="919459"/>
                  </a:lnTo>
                  <a:lnTo>
                    <a:pt x="5230650" y="944291"/>
                  </a:lnTo>
                  <a:lnTo>
                    <a:pt x="5295452" y="972004"/>
                  </a:lnTo>
                  <a:lnTo>
                    <a:pt x="5355086" y="1003007"/>
                  </a:lnTo>
                  <a:lnTo>
                    <a:pt x="5410359" y="1037774"/>
                  </a:lnTo>
                  <a:lnTo>
                    <a:pt x="5462158" y="1076812"/>
                  </a:lnTo>
                  <a:lnTo>
                    <a:pt x="5511374" y="1120592"/>
                  </a:lnTo>
                  <a:lnTo>
                    <a:pt x="5558817" y="1169431"/>
                  </a:lnTo>
                  <a:lnTo>
                    <a:pt x="5567201" y="1178741"/>
                  </a:lnTo>
                  <a:lnTo>
                    <a:pt x="5605559" y="1223873"/>
                  </a:lnTo>
                  <a:lnTo>
                    <a:pt x="5643550" y="1272589"/>
                  </a:lnTo>
                  <a:lnTo>
                    <a:pt x="5681435" y="1324961"/>
                  </a:lnTo>
                  <a:lnTo>
                    <a:pt x="5719416" y="1380990"/>
                  </a:lnTo>
                  <a:lnTo>
                    <a:pt x="5757637" y="1440600"/>
                  </a:lnTo>
                  <a:lnTo>
                    <a:pt x="5796193" y="1503629"/>
                  </a:lnTo>
                  <a:lnTo>
                    <a:pt x="5835134" y="1569830"/>
                  </a:lnTo>
                  <a:lnTo>
                    <a:pt x="5874471" y="1638863"/>
                  </a:lnTo>
                  <a:lnTo>
                    <a:pt x="5914176" y="1710305"/>
                  </a:lnTo>
                  <a:lnTo>
                    <a:pt x="5954191" y="1783659"/>
                  </a:lnTo>
                  <a:lnTo>
                    <a:pt x="5994434" y="1858362"/>
                  </a:lnTo>
                  <a:lnTo>
                    <a:pt x="6034805" y="1933805"/>
                  </a:lnTo>
                  <a:lnTo>
                    <a:pt x="6075195" y="2009355"/>
                  </a:lnTo>
                  <a:lnTo>
                    <a:pt x="6115493" y="2084374"/>
                  </a:lnTo>
                  <a:lnTo>
                    <a:pt x="6155594" y="2158243"/>
                  </a:lnTo>
                  <a:lnTo>
                    <a:pt x="6195410" y="2230382"/>
                  </a:lnTo>
                  <a:lnTo>
                    <a:pt x="6234875" y="2300270"/>
                  </a:lnTo>
                  <a:lnTo>
                    <a:pt x="6273949" y="2367458"/>
                  </a:lnTo>
                  <a:lnTo>
                    <a:pt x="6312630" y="2431578"/>
                  </a:lnTo>
                  <a:lnTo>
                    <a:pt x="6350954" y="2492351"/>
                  </a:lnTo>
                  <a:lnTo>
                    <a:pt x="6389002" y="2549587"/>
                  </a:lnTo>
                  <a:lnTo>
                    <a:pt x="6426899" y="2603183"/>
                  </a:lnTo>
                  <a:lnTo>
                    <a:pt x="6464829" y="2653115"/>
                  </a:lnTo>
                  <a:lnTo>
                    <a:pt x="6503031" y="2699431"/>
                  </a:lnTo>
                  <a:lnTo>
                    <a:pt x="6515891" y="2714100"/>
                  </a:lnTo>
                  <a:lnTo>
                    <a:pt x="6563091" y="2763858"/>
                  </a:lnTo>
                  <a:lnTo>
                    <a:pt x="6611932" y="2808529"/>
                  </a:lnTo>
                  <a:lnTo>
                    <a:pt x="6663203" y="2848387"/>
                  </a:lnTo>
                  <a:lnTo>
                    <a:pt x="6717786" y="2883884"/>
                  </a:lnTo>
                  <a:lnTo>
                    <a:pt x="6776574" y="2915526"/>
                  </a:lnTo>
                  <a:lnTo>
                    <a:pt x="6840395" y="2943797"/>
                  </a:lnTo>
                  <a:lnTo>
                    <a:pt x="6909909" y="2969120"/>
                  </a:lnTo>
                  <a:lnTo>
                    <a:pt x="6985470" y="2991831"/>
                  </a:lnTo>
                  <a:lnTo>
                    <a:pt x="7066946" y="3012172"/>
                  </a:lnTo>
                  <a:lnTo>
                    <a:pt x="7153512" y="3030285"/>
                  </a:lnTo>
                  <a:lnTo>
                    <a:pt x="7243445" y="3046224"/>
                  </a:lnTo>
                  <a:lnTo>
                    <a:pt x="7334007" y="3059970"/>
                  </a:lnTo>
                  <a:lnTo>
                    <a:pt x="7421519" y="3071470"/>
                  </a:lnTo>
                  <a:lnTo>
                    <a:pt x="7501721" y="3080687"/>
                  </a:lnTo>
                  <a:lnTo>
                    <a:pt x="7570442" y="3087655"/>
                  </a:lnTo>
                  <a:lnTo>
                    <a:pt x="7624454" y="3092524"/>
                  </a:lnTo>
                  <a:lnTo>
                    <a:pt x="7662263" y="3095572"/>
                  </a:lnTo>
                  <a:lnTo>
                    <a:pt x="7684565" y="3097187"/>
                  </a:lnTo>
                  <a:lnTo>
                    <a:pt x="7694273" y="3097822"/>
                  </a:lnTo>
                  <a:lnTo>
                    <a:pt x="7696237" y="3097939"/>
                  </a:lnTo>
                  <a:lnTo>
                    <a:pt x="8234974" y="3097939"/>
                  </a:lnTo>
                  <a:lnTo>
                    <a:pt x="8234974" y="3087050"/>
                  </a:lnTo>
                  <a:lnTo>
                    <a:pt x="7696237" y="3087050"/>
                  </a:lnTo>
                  <a:lnTo>
                    <a:pt x="7695027" y="3086979"/>
                  </a:lnTo>
                  <a:lnTo>
                    <a:pt x="7687119" y="3086471"/>
                  </a:lnTo>
                  <a:lnTo>
                    <a:pt x="7667353" y="3085066"/>
                  </a:lnTo>
                  <a:lnTo>
                    <a:pt x="7632446" y="3082306"/>
                  </a:lnTo>
                  <a:lnTo>
                    <a:pt x="7581293" y="3077789"/>
                  </a:lnTo>
                  <a:lnTo>
                    <a:pt x="7515017" y="3071212"/>
                  </a:lnTo>
                  <a:lnTo>
                    <a:pt x="7436584" y="3062404"/>
                  </a:lnTo>
                  <a:lnTo>
                    <a:pt x="7350063" y="3051312"/>
                  </a:lnTo>
                  <a:lnTo>
                    <a:pt x="7259754" y="3037966"/>
                  </a:lnTo>
                  <a:lnTo>
                    <a:pt x="7169477" y="3022418"/>
                  </a:lnTo>
                  <a:lnTo>
                    <a:pt x="7082151" y="3004697"/>
                  </a:lnTo>
                  <a:lnTo>
                    <a:pt x="6999677" y="2984764"/>
                  </a:lnTo>
                  <a:lnTo>
                    <a:pt x="6923027" y="2962493"/>
                  </a:lnTo>
                  <a:lnTo>
                    <a:pt x="6852442" y="2937661"/>
                  </a:lnTo>
                  <a:lnTo>
                    <a:pt x="6787640" y="2909948"/>
                  </a:lnTo>
                  <a:lnTo>
                    <a:pt x="6728006" y="2878945"/>
                  </a:lnTo>
                  <a:lnTo>
                    <a:pt x="6672734" y="2844178"/>
                  </a:lnTo>
                  <a:lnTo>
                    <a:pt x="6620934" y="2805140"/>
                  </a:lnTo>
                  <a:lnTo>
                    <a:pt x="6571719" y="2761360"/>
                  </a:lnTo>
                  <a:lnTo>
                    <a:pt x="6524275" y="2712521"/>
                  </a:lnTo>
                  <a:lnTo>
                    <a:pt x="6515891" y="2703211"/>
                  </a:lnTo>
                  <a:lnTo>
                    <a:pt x="6477533" y="2658079"/>
                  </a:lnTo>
                  <a:lnTo>
                    <a:pt x="6439543" y="2609363"/>
                  </a:lnTo>
                  <a:lnTo>
                    <a:pt x="6401657" y="2556991"/>
                  </a:lnTo>
                  <a:lnTo>
                    <a:pt x="6363676" y="2500962"/>
                  </a:lnTo>
                  <a:lnTo>
                    <a:pt x="6325456" y="2441352"/>
                  </a:lnTo>
                  <a:lnTo>
                    <a:pt x="6286900" y="2378322"/>
                  </a:lnTo>
                  <a:lnTo>
                    <a:pt x="6247958" y="2312122"/>
                  </a:lnTo>
                  <a:lnTo>
                    <a:pt x="6208621" y="2243089"/>
                  </a:lnTo>
                  <a:lnTo>
                    <a:pt x="6168917" y="2171647"/>
                  </a:lnTo>
                  <a:lnTo>
                    <a:pt x="6128902" y="2098293"/>
                  </a:lnTo>
                  <a:lnTo>
                    <a:pt x="6088658" y="2023590"/>
                  </a:lnTo>
                  <a:lnTo>
                    <a:pt x="6048287" y="1948147"/>
                  </a:lnTo>
                  <a:lnTo>
                    <a:pt x="6007897" y="1872597"/>
                  </a:lnTo>
                  <a:lnTo>
                    <a:pt x="5967599" y="1797578"/>
                  </a:lnTo>
                  <a:lnTo>
                    <a:pt x="5927498" y="1723709"/>
                  </a:lnTo>
                  <a:lnTo>
                    <a:pt x="5887682" y="1651570"/>
                  </a:lnTo>
                  <a:lnTo>
                    <a:pt x="5848218" y="1581681"/>
                  </a:lnTo>
                  <a:lnTo>
                    <a:pt x="5809144" y="1514494"/>
                  </a:lnTo>
                  <a:lnTo>
                    <a:pt x="5770462" y="1450374"/>
                  </a:lnTo>
                  <a:lnTo>
                    <a:pt x="5732138" y="1389601"/>
                  </a:lnTo>
                  <a:lnTo>
                    <a:pt x="5694091" y="1332364"/>
                  </a:lnTo>
                  <a:lnTo>
                    <a:pt x="5656193" y="1278769"/>
                  </a:lnTo>
                  <a:lnTo>
                    <a:pt x="5618263" y="1228837"/>
                  </a:lnTo>
                  <a:lnTo>
                    <a:pt x="5580062" y="1182521"/>
                  </a:lnTo>
                  <a:lnTo>
                    <a:pt x="5567201" y="1167852"/>
                  </a:lnTo>
                  <a:lnTo>
                    <a:pt x="5520001" y="1118094"/>
                  </a:lnTo>
                  <a:lnTo>
                    <a:pt x="5471160" y="1073423"/>
                  </a:lnTo>
                  <a:lnTo>
                    <a:pt x="5419889" y="1033565"/>
                  </a:lnTo>
                  <a:lnTo>
                    <a:pt x="5365307" y="998068"/>
                  </a:lnTo>
                  <a:lnTo>
                    <a:pt x="5306519" y="966426"/>
                  </a:lnTo>
                  <a:lnTo>
                    <a:pt x="5242697" y="938155"/>
                  </a:lnTo>
                  <a:lnTo>
                    <a:pt x="5173183" y="912832"/>
                  </a:lnTo>
                  <a:lnTo>
                    <a:pt x="5097622" y="890121"/>
                  </a:lnTo>
                  <a:lnTo>
                    <a:pt x="5016146" y="869780"/>
                  </a:lnTo>
                  <a:lnTo>
                    <a:pt x="4929581" y="851667"/>
                  </a:lnTo>
                  <a:lnTo>
                    <a:pt x="4839648" y="835728"/>
                  </a:lnTo>
                  <a:lnTo>
                    <a:pt x="4749086" y="821982"/>
                  </a:lnTo>
                  <a:lnTo>
                    <a:pt x="4661574" y="810482"/>
                  </a:lnTo>
                  <a:lnTo>
                    <a:pt x="4581371" y="801265"/>
                  </a:lnTo>
                  <a:lnTo>
                    <a:pt x="4512650" y="794296"/>
                  </a:lnTo>
                  <a:lnTo>
                    <a:pt x="4458638" y="789428"/>
                  </a:lnTo>
                  <a:lnTo>
                    <a:pt x="4420830" y="786380"/>
                  </a:lnTo>
                  <a:lnTo>
                    <a:pt x="4398527" y="784765"/>
                  </a:lnTo>
                  <a:lnTo>
                    <a:pt x="4388820" y="784130"/>
                  </a:lnTo>
                  <a:lnTo>
                    <a:pt x="4386855" y="784012"/>
                  </a:lnTo>
                  <a:lnTo>
                    <a:pt x="3848118" y="784012"/>
                  </a:lnTo>
                  <a:lnTo>
                    <a:pt x="3846827" y="783987"/>
                  </a:lnTo>
                  <a:lnTo>
                    <a:pt x="3838402" y="783802"/>
                  </a:lnTo>
                  <a:lnTo>
                    <a:pt x="3817393" y="783290"/>
                  </a:lnTo>
                  <a:lnTo>
                    <a:pt x="3780417" y="782286"/>
                  </a:lnTo>
                  <a:lnTo>
                    <a:pt x="3726483" y="780646"/>
                  </a:lnTo>
                  <a:lnTo>
                    <a:pt x="3657012" y="778264"/>
                  </a:lnTo>
                  <a:lnTo>
                    <a:pt x="3575363" y="775083"/>
                  </a:lnTo>
                  <a:lnTo>
                    <a:pt x="3485968" y="771090"/>
                  </a:lnTo>
                  <a:lnTo>
                    <a:pt x="3393380" y="766299"/>
                  </a:lnTo>
                  <a:lnTo>
                    <a:pt x="3301518" y="760727"/>
                  </a:lnTo>
                  <a:lnTo>
                    <a:pt x="3213271" y="754381"/>
                  </a:lnTo>
                  <a:lnTo>
                    <a:pt x="3130425" y="747240"/>
                  </a:lnTo>
                  <a:lnTo>
                    <a:pt x="3053796" y="739250"/>
                  </a:lnTo>
                  <a:lnTo>
                    <a:pt x="2983466" y="730318"/>
                  </a:lnTo>
                  <a:lnTo>
                    <a:pt x="2919007" y="720319"/>
                  </a:lnTo>
                  <a:lnTo>
                    <a:pt x="2859683" y="709095"/>
                  </a:lnTo>
                  <a:lnTo>
                    <a:pt x="2804590" y="696468"/>
                  </a:lnTo>
                  <a:lnTo>
                    <a:pt x="2752770" y="682254"/>
                  </a:lnTo>
                  <a:lnTo>
                    <a:pt x="2703296" y="666298"/>
                  </a:lnTo>
                  <a:lnTo>
                    <a:pt x="2667772" y="653344"/>
                  </a:lnTo>
                  <a:lnTo>
                    <a:pt x="2618340" y="633284"/>
                  </a:lnTo>
                  <a:lnTo>
                    <a:pt x="2569388" y="611177"/>
                  </a:lnTo>
                  <a:lnTo>
                    <a:pt x="2520410" y="586993"/>
                  </a:lnTo>
                  <a:lnTo>
                    <a:pt x="2471063" y="560773"/>
                  </a:lnTo>
                  <a:lnTo>
                    <a:pt x="2421143" y="532635"/>
                  </a:lnTo>
                  <a:lnTo>
                    <a:pt x="2370568" y="502782"/>
                  </a:lnTo>
                  <a:lnTo>
                    <a:pt x="2319367" y="471500"/>
                  </a:lnTo>
                  <a:lnTo>
                    <a:pt x="2267655" y="439146"/>
                  </a:lnTo>
                  <a:lnTo>
                    <a:pt x="2215616" y="406139"/>
                  </a:lnTo>
                  <a:lnTo>
                    <a:pt x="2163476" y="372933"/>
                  </a:lnTo>
                  <a:lnTo>
                    <a:pt x="2111472" y="339995"/>
                  </a:lnTo>
                  <a:lnTo>
                    <a:pt x="2059825" y="307775"/>
                  </a:lnTo>
                  <a:lnTo>
                    <a:pt x="2008712" y="276685"/>
                  </a:lnTo>
                  <a:lnTo>
                    <a:pt x="1958236" y="247072"/>
                  </a:lnTo>
                  <a:lnTo>
                    <a:pt x="1908409" y="219209"/>
                  </a:lnTo>
                  <a:lnTo>
                    <a:pt x="1859133" y="193286"/>
                  </a:lnTo>
                  <a:lnTo>
                    <a:pt x="1810184" y="169411"/>
                  </a:lnTo>
                  <a:lnTo>
                    <a:pt x="1761197" y="147612"/>
                  </a:lnTo>
                  <a:lnTo>
                    <a:pt x="1719082" y="130668"/>
                  </a:lnTo>
                  <a:lnTo>
                    <a:pt x="1670812" y="113371"/>
                  </a:lnTo>
                  <a:lnTo>
                    <a:pt x="1620810" y="97882"/>
                  </a:lnTo>
                  <a:lnTo>
                    <a:pt x="1568227" y="84099"/>
                  </a:lnTo>
                  <a:lnTo>
                    <a:pt x="1512120" y="71857"/>
                  </a:lnTo>
                  <a:lnTo>
                    <a:pt x="1451537" y="60969"/>
                  </a:lnTo>
                  <a:lnTo>
                    <a:pt x="1385606" y="51263"/>
                  </a:lnTo>
                  <a:lnTo>
                    <a:pt x="1313655" y="42588"/>
                  </a:lnTo>
                  <a:lnTo>
                    <a:pt x="1235368" y="34827"/>
                  </a:lnTo>
                  <a:lnTo>
                    <a:pt x="1150997" y="27898"/>
                  </a:lnTo>
                  <a:lnTo>
                    <a:pt x="1061590" y="21755"/>
                  </a:lnTo>
                  <a:lnTo>
                    <a:pt x="969214" y="16386"/>
                  </a:lnTo>
                  <a:lnTo>
                    <a:pt x="877046" y="11801"/>
                  </a:lnTo>
                  <a:lnTo>
                    <a:pt x="789225" y="8019"/>
                  </a:lnTo>
                  <a:lnTo>
                    <a:pt x="710355" y="5050"/>
                  </a:lnTo>
                  <a:lnTo>
                    <a:pt x="644684" y="2869"/>
                  </a:lnTo>
                  <a:lnTo>
                    <a:pt x="595137" y="1407"/>
                  </a:lnTo>
                  <a:lnTo>
                    <a:pt x="562529" y="547"/>
                  </a:lnTo>
                  <a:lnTo>
                    <a:pt x="545225" y="137"/>
                  </a:lnTo>
                  <a:lnTo>
                    <a:pt x="539265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546595" y="1186019"/>
              <a:ext cx="8234974" cy="3087050"/>
            </a:xfrm>
            <a:custGeom>
              <a:avLst/>
              <a:pathLst>
                <a:path w="8234974" h="3087050">
                  <a:moveTo>
                    <a:pt x="0" y="0"/>
                  </a:moveTo>
                  <a:lnTo>
                    <a:pt x="538736" y="0"/>
                  </a:lnTo>
                  <a:lnTo>
                    <a:pt x="540027" y="25"/>
                  </a:lnTo>
                  <a:lnTo>
                    <a:pt x="548453" y="210"/>
                  </a:lnTo>
                  <a:lnTo>
                    <a:pt x="569461" y="722"/>
                  </a:lnTo>
                  <a:lnTo>
                    <a:pt x="606437" y="1726"/>
                  </a:lnTo>
                  <a:lnTo>
                    <a:pt x="660371" y="3366"/>
                  </a:lnTo>
                  <a:lnTo>
                    <a:pt x="729842" y="5748"/>
                  </a:lnTo>
                  <a:lnTo>
                    <a:pt x="811492" y="8929"/>
                  </a:lnTo>
                  <a:lnTo>
                    <a:pt x="900886" y="12922"/>
                  </a:lnTo>
                  <a:lnTo>
                    <a:pt x="993475" y="17713"/>
                  </a:lnTo>
                  <a:lnTo>
                    <a:pt x="1085337" y="23285"/>
                  </a:lnTo>
                  <a:lnTo>
                    <a:pt x="1173583" y="29631"/>
                  </a:lnTo>
                  <a:lnTo>
                    <a:pt x="1256430" y="36772"/>
                  </a:lnTo>
                  <a:lnTo>
                    <a:pt x="1333058" y="44762"/>
                  </a:lnTo>
                  <a:lnTo>
                    <a:pt x="1403389" y="53694"/>
                  </a:lnTo>
                  <a:lnTo>
                    <a:pt x="1467847" y="63693"/>
                  </a:lnTo>
                  <a:lnTo>
                    <a:pt x="1527172" y="74917"/>
                  </a:lnTo>
                  <a:lnTo>
                    <a:pt x="1582265" y="87544"/>
                  </a:lnTo>
                  <a:lnTo>
                    <a:pt x="1634085" y="101758"/>
                  </a:lnTo>
                  <a:lnTo>
                    <a:pt x="1683559" y="117714"/>
                  </a:lnTo>
                  <a:lnTo>
                    <a:pt x="1719082" y="130668"/>
                  </a:lnTo>
                  <a:lnTo>
                    <a:pt x="1768515" y="150728"/>
                  </a:lnTo>
                  <a:lnTo>
                    <a:pt x="1817467" y="172835"/>
                  </a:lnTo>
                  <a:lnTo>
                    <a:pt x="1866445" y="197019"/>
                  </a:lnTo>
                  <a:lnTo>
                    <a:pt x="1915792" y="223239"/>
                  </a:lnTo>
                  <a:lnTo>
                    <a:pt x="1965712" y="251377"/>
                  </a:lnTo>
                  <a:lnTo>
                    <a:pt x="2016286" y="281230"/>
                  </a:lnTo>
                  <a:lnTo>
                    <a:pt x="2067488" y="312512"/>
                  </a:lnTo>
                  <a:lnTo>
                    <a:pt x="2119200" y="344866"/>
                  </a:lnTo>
                  <a:lnTo>
                    <a:pt x="2171239" y="377873"/>
                  </a:lnTo>
                  <a:lnTo>
                    <a:pt x="2223379" y="411079"/>
                  </a:lnTo>
                  <a:lnTo>
                    <a:pt x="2275383" y="444017"/>
                  </a:lnTo>
                  <a:lnTo>
                    <a:pt x="2327029" y="476236"/>
                  </a:lnTo>
                  <a:lnTo>
                    <a:pt x="2378143" y="507327"/>
                  </a:lnTo>
                  <a:lnTo>
                    <a:pt x="2428619" y="536940"/>
                  </a:lnTo>
                  <a:lnTo>
                    <a:pt x="2478446" y="564803"/>
                  </a:lnTo>
                  <a:lnTo>
                    <a:pt x="2527722" y="590726"/>
                  </a:lnTo>
                  <a:lnTo>
                    <a:pt x="2576670" y="614601"/>
                  </a:lnTo>
                  <a:lnTo>
                    <a:pt x="2625658" y="636400"/>
                  </a:lnTo>
                  <a:lnTo>
                    <a:pt x="2667772" y="653344"/>
                  </a:lnTo>
                  <a:lnTo>
                    <a:pt x="2716042" y="670641"/>
                  </a:lnTo>
                  <a:lnTo>
                    <a:pt x="2766045" y="686130"/>
                  </a:lnTo>
                  <a:lnTo>
                    <a:pt x="2818628" y="699912"/>
                  </a:lnTo>
                  <a:lnTo>
                    <a:pt x="2874734" y="712155"/>
                  </a:lnTo>
                  <a:lnTo>
                    <a:pt x="2935317" y="723043"/>
                  </a:lnTo>
                  <a:lnTo>
                    <a:pt x="3001249" y="732749"/>
                  </a:lnTo>
                  <a:lnTo>
                    <a:pt x="3073200" y="741424"/>
                  </a:lnTo>
                  <a:lnTo>
                    <a:pt x="3151486" y="749185"/>
                  </a:lnTo>
                  <a:lnTo>
                    <a:pt x="3235858" y="756114"/>
                  </a:lnTo>
                  <a:lnTo>
                    <a:pt x="3325265" y="762257"/>
                  </a:lnTo>
                  <a:lnTo>
                    <a:pt x="3417641" y="767626"/>
                  </a:lnTo>
                  <a:lnTo>
                    <a:pt x="3509809" y="772211"/>
                  </a:lnTo>
                  <a:lnTo>
                    <a:pt x="3597630" y="775993"/>
                  </a:lnTo>
                  <a:lnTo>
                    <a:pt x="3676499" y="778962"/>
                  </a:lnTo>
                  <a:lnTo>
                    <a:pt x="3742170" y="781142"/>
                  </a:lnTo>
                  <a:lnTo>
                    <a:pt x="3791717" y="782605"/>
                  </a:lnTo>
                  <a:lnTo>
                    <a:pt x="3824325" y="783465"/>
                  </a:lnTo>
                  <a:lnTo>
                    <a:pt x="3841630" y="783874"/>
                  </a:lnTo>
                  <a:lnTo>
                    <a:pt x="3847589" y="784002"/>
                  </a:lnTo>
                  <a:lnTo>
                    <a:pt x="3848118" y="784012"/>
                  </a:lnTo>
                  <a:lnTo>
                    <a:pt x="4386855" y="784012"/>
                  </a:lnTo>
                  <a:lnTo>
                    <a:pt x="4388065" y="784084"/>
                  </a:lnTo>
                  <a:lnTo>
                    <a:pt x="4395973" y="784592"/>
                  </a:lnTo>
                  <a:lnTo>
                    <a:pt x="4415740" y="785997"/>
                  </a:lnTo>
                  <a:lnTo>
                    <a:pt x="4450646" y="788757"/>
                  </a:lnTo>
                  <a:lnTo>
                    <a:pt x="4501799" y="793274"/>
                  </a:lnTo>
                  <a:lnTo>
                    <a:pt x="4568076" y="799851"/>
                  </a:lnTo>
                  <a:lnTo>
                    <a:pt x="4646508" y="808659"/>
                  </a:lnTo>
                  <a:lnTo>
                    <a:pt x="4733029" y="819750"/>
                  </a:lnTo>
                  <a:lnTo>
                    <a:pt x="4823338" y="833097"/>
                  </a:lnTo>
                  <a:lnTo>
                    <a:pt x="4913615" y="848645"/>
                  </a:lnTo>
                  <a:lnTo>
                    <a:pt x="5000941" y="866366"/>
                  </a:lnTo>
                  <a:lnTo>
                    <a:pt x="5083416" y="886299"/>
                  </a:lnTo>
                  <a:lnTo>
                    <a:pt x="5160065" y="908570"/>
                  </a:lnTo>
                  <a:lnTo>
                    <a:pt x="5230650" y="933402"/>
                  </a:lnTo>
                  <a:lnTo>
                    <a:pt x="5295452" y="961115"/>
                  </a:lnTo>
                  <a:lnTo>
                    <a:pt x="5355086" y="992118"/>
                  </a:lnTo>
                  <a:lnTo>
                    <a:pt x="5410359" y="1026885"/>
                  </a:lnTo>
                  <a:lnTo>
                    <a:pt x="5462158" y="1065923"/>
                  </a:lnTo>
                  <a:lnTo>
                    <a:pt x="5511374" y="1109703"/>
                  </a:lnTo>
                  <a:lnTo>
                    <a:pt x="5558817" y="1158541"/>
                  </a:lnTo>
                  <a:lnTo>
                    <a:pt x="5567201" y="1167852"/>
                  </a:lnTo>
                  <a:lnTo>
                    <a:pt x="5605559" y="1212984"/>
                  </a:lnTo>
                  <a:lnTo>
                    <a:pt x="5643550" y="1261700"/>
                  </a:lnTo>
                  <a:lnTo>
                    <a:pt x="5681435" y="1314072"/>
                  </a:lnTo>
                  <a:lnTo>
                    <a:pt x="5719416" y="1370101"/>
                  </a:lnTo>
                  <a:lnTo>
                    <a:pt x="5757637" y="1429711"/>
                  </a:lnTo>
                  <a:lnTo>
                    <a:pt x="5796193" y="1492740"/>
                  </a:lnTo>
                  <a:lnTo>
                    <a:pt x="5835134" y="1558941"/>
                  </a:lnTo>
                  <a:lnTo>
                    <a:pt x="5874471" y="1627973"/>
                  </a:lnTo>
                  <a:lnTo>
                    <a:pt x="5914176" y="1699416"/>
                  </a:lnTo>
                  <a:lnTo>
                    <a:pt x="5954191" y="1772770"/>
                  </a:lnTo>
                  <a:lnTo>
                    <a:pt x="5994434" y="1847473"/>
                  </a:lnTo>
                  <a:lnTo>
                    <a:pt x="6034805" y="1922916"/>
                  </a:lnTo>
                  <a:lnTo>
                    <a:pt x="6075195" y="1998466"/>
                  </a:lnTo>
                  <a:lnTo>
                    <a:pt x="6115493" y="2073485"/>
                  </a:lnTo>
                  <a:lnTo>
                    <a:pt x="6155594" y="2147354"/>
                  </a:lnTo>
                  <a:lnTo>
                    <a:pt x="6195410" y="2219493"/>
                  </a:lnTo>
                  <a:lnTo>
                    <a:pt x="6234875" y="2289381"/>
                  </a:lnTo>
                  <a:lnTo>
                    <a:pt x="6273949" y="2356569"/>
                  </a:lnTo>
                  <a:lnTo>
                    <a:pt x="6312630" y="2420688"/>
                  </a:lnTo>
                  <a:lnTo>
                    <a:pt x="6350954" y="2481462"/>
                  </a:lnTo>
                  <a:lnTo>
                    <a:pt x="6389002" y="2538698"/>
                  </a:lnTo>
                  <a:lnTo>
                    <a:pt x="6426899" y="2592294"/>
                  </a:lnTo>
                  <a:lnTo>
                    <a:pt x="6464829" y="2642226"/>
                  </a:lnTo>
                  <a:lnTo>
                    <a:pt x="6503031" y="2688542"/>
                  </a:lnTo>
                  <a:lnTo>
                    <a:pt x="6515891" y="2703211"/>
                  </a:lnTo>
                  <a:lnTo>
                    <a:pt x="6563091" y="2752969"/>
                  </a:lnTo>
                  <a:lnTo>
                    <a:pt x="6611932" y="2797640"/>
                  </a:lnTo>
                  <a:lnTo>
                    <a:pt x="6663203" y="2837498"/>
                  </a:lnTo>
                  <a:lnTo>
                    <a:pt x="6717786" y="2872995"/>
                  </a:lnTo>
                  <a:lnTo>
                    <a:pt x="6776574" y="2904637"/>
                  </a:lnTo>
                  <a:lnTo>
                    <a:pt x="6840395" y="2932908"/>
                  </a:lnTo>
                  <a:lnTo>
                    <a:pt x="6909909" y="2958231"/>
                  </a:lnTo>
                  <a:lnTo>
                    <a:pt x="6985470" y="2980942"/>
                  </a:lnTo>
                  <a:lnTo>
                    <a:pt x="7066946" y="3001283"/>
                  </a:lnTo>
                  <a:lnTo>
                    <a:pt x="7153512" y="3019396"/>
                  </a:lnTo>
                  <a:lnTo>
                    <a:pt x="7243445" y="3035335"/>
                  </a:lnTo>
                  <a:lnTo>
                    <a:pt x="7334007" y="3049081"/>
                  </a:lnTo>
                  <a:lnTo>
                    <a:pt x="7421519" y="3060581"/>
                  </a:lnTo>
                  <a:lnTo>
                    <a:pt x="7501721" y="3069798"/>
                  </a:lnTo>
                  <a:lnTo>
                    <a:pt x="7570442" y="3076766"/>
                  </a:lnTo>
                  <a:lnTo>
                    <a:pt x="7624454" y="3081635"/>
                  </a:lnTo>
                  <a:lnTo>
                    <a:pt x="7662263" y="3084683"/>
                  </a:lnTo>
                  <a:lnTo>
                    <a:pt x="7684565" y="3086298"/>
                  </a:lnTo>
                  <a:lnTo>
                    <a:pt x="7694273" y="3086933"/>
                  </a:lnTo>
                  <a:lnTo>
                    <a:pt x="7696230" y="3087050"/>
                  </a:lnTo>
                  <a:lnTo>
                    <a:pt x="7696237" y="3087050"/>
                  </a:lnTo>
                  <a:lnTo>
                    <a:pt x="8234974" y="30870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546595" y="1175130"/>
              <a:ext cx="8234974" cy="3087050"/>
            </a:xfrm>
            <a:custGeom>
              <a:avLst/>
              <a:pathLst>
                <a:path w="8234974" h="3087050">
                  <a:moveTo>
                    <a:pt x="8234974" y="3087050"/>
                  </a:moveTo>
                  <a:lnTo>
                    <a:pt x="7696237" y="3087050"/>
                  </a:lnTo>
                  <a:lnTo>
                    <a:pt x="7695027" y="3086979"/>
                  </a:lnTo>
                  <a:lnTo>
                    <a:pt x="7687119" y="3086471"/>
                  </a:lnTo>
                  <a:lnTo>
                    <a:pt x="7667353" y="3085066"/>
                  </a:lnTo>
                  <a:lnTo>
                    <a:pt x="7632446" y="3082306"/>
                  </a:lnTo>
                  <a:lnTo>
                    <a:pt x="7581293" y="3077789"/>
                  </a:lnTo>
                  <a:lnTo>
                    <a:pt x="7515017" y="3071212"/>
                  </a:lnTo>
                  <a:lnTo>
                    <a:pt x="7436584" y="3062404"/>
                  </a:lnTo>
                  <a:lnTo>
                    <a:pt x="7350063" y="3051312"/>
                  </a:lnTo>
                  <a:lnTo>
                    <a:pt x="7259754" y="3037966"/>
                  </a:lnTo>
                  <a:lnTo>
                    <a:pt x="7169477" y="3022418"/>
                  </a:lnTo>
                  <a:lnTo>
                    <a:pt x="7082151" y="3004697"/>
                  </a:lnTo>
                  <a:lnTo>
                    <a:pt x="6999677" y="2984764"/>
                  </a:lnTo>
                  <a:lnTo>
                    <a:pt x="6923027" y="2962493"/>
                  </a:lnTo>
                  <a:lnTo>
                    <a:pt x="6852442" y="2937661"/>
                  </a:lnTo>
                  <a:lnTo>
                    <a:pt x="6787640" y="2909948"/>
                  </a:lnTo>
                  <a:lnTo>
                    <a:pt x="6728006" y="2878945"/>
                  </a:lnTo>
                  <a:lnTo>
                    <a:pt x="6672734" y="2844178"/>
                  </a:lnTo>
                  <a:lnTo>
                    <a:pt x="6620934" y="2805140"/>
                  </a:lnTo>
                  <a:lnTo>
                    <a:pt x="6571719" y="2761360"/>
                  </a:lnTo>
                  <a:lnTo>
                    <a:pt x="6524275" y="2712521"/>
                  </a:lnTo>
                  <a:lnTo>
                    <a:pt x="6515891" y="2703211"/>
                  </a:lnTo>
                  <a:lnTo>
                    <a:pt x="6477533" y="2658079"/>
                  </a:lnTo>
                  <a:lnTo>
                    <a:pt x="6439543" y="2609363"/>
                  </a:lnTo>
                  <a:lnTo>
                    <a:pt x="6401657" y="2556991"/>
                  </a:lnTo>
                  <a:lnTo>
                    <a:pt x="6363676" y="2500962"/>
                  </a:lnTo>
                  <a:lnTo>
                    <a:pt x="6325456" y="2441352"/>
                  </a:lnTo>
                  <a:lnTo>
                    <a:pt x="6286900" y="2378322"/>
                  </a:lnTo>
                  <a:lnTo>
                    <a:pt x="6247958" y="2312122"/>
                  </a:lnTo>
                  <a:lnTo>
                    <a:pt x="6208621" y="2243089"/>
                  </a:lnTo>
                  <a:lnTo>
                    <a:pt x="6168917" y="2171647"/>
                  </a:lnTo>
                  <a:lnTo>
                    <a:pt x="6128902" y="2098293"/>
                  </a:lnTo>
                  <a:lnTo>
                    <a:pt x="6088658" y="2023590"/>
                  </a:lnTo>
                  <a:lnTo>
                    <a:pt x="6048287" y="1948147"/>
                  </a:lnTo>
                  <a:lnTo>
                    <a:pt x="6007897" y="1872597"/>
                  </a:lnTo>
                  <a:lnTo>
                    <a:pt x="5967599" y="1797578"/>
                  </a:lnTo>
                  <a:lnTo>
                    <a:pt x="5927498" y="1723709"/>
                  </a:lnTo>
                  <a:lnTo>
                    <a:pt x="5887682" y="1651570"/>
                  </a:lnTo>
                  <a:lnTo>
                    <a:pt x="5848218" y="1581681"/>
                  </a:lnTo>
                  <a:lnTo>
                    <a:pt x="5809144" y="1514494"/>
                  </a:lnTo>
                  <a:lnTo>
                    <a:pt x="5770462" y="1450374"/>
                  </a:lnTo>
                  <a:lnTo>
                    <a:pt x="5732138" y="1389601"/>
                  </a:lnTo>
                  <a:lnTo>
                    <a:pt x="5694091" y="1332364"/>
                  </a:lnTo>
                  <a:lnTo>
                    <a:pt x="5656193" y="1278769"/>
                  </a:lnTo>
                  <a:lnTo>
                    <a:pt x="5618263" y="1228837"/>
                  </a:lnTo>
                  <a:lnTo>
                    <a:pt x="5580062" y="1182521"/>
                  </a:lnTo>
                  <a:lnTo>
                    <a:pt x="5567201" y="1167852"/>
                  </a:lnTo>
                  <a:lnTo>
                    <a:pt x="5520001" y="1118094"/>
                  </a:lnTo>
                  <a:lnTo>
                    <a:pt x="5471160" y="1073423"/>
                  </a:lnTo>
                  <a:lnTo>
                    <a:pt x="5419889" y="1033565"/>
                  </a:lnTo>
                  <a:lnTo>
                    <a:pt x="5365307" y="998068"/>
                  </a:lnTo>
                  <a:lnTo>
                    <a:pt x="5306519" y="966426"/>
                  </a:lnTo>
                  <a:lnTo>
                    <a:pt x="5242697" y="938155"/>
                  </a:lnTo>
                  <a:lnTo>
                    <a:pt x="5173183" y="912832"/>
                  </a:lnTo>
                  <a:lnTo>
                    <a:pt x="5097622" y="890121"/>
                  </a:lnTo>
                  <a:lnTo>
                    <a:pt x="5016146" y="869780"/>
                  </a:lnTo>
                  <a:lnTo>
                    <a:pt x="4929581" y="851667"/>
                  </a:lnTo>
                  <a:lnTo>
                    <a:pt x="4839648" y="835728"/>
                  </a:lnTo>
                  <a:lnTo>
                    <a:pt x="4749086" y="821982"/>
                  </a:lnTo>
                  <a:lnTo>
                    <a:pt x="4661574" y="810482"/>
                  </a:lnTo>
                  <a:lnTo>
                    <a:pt x="4581371" y="801265"/>
                  </a:lnTo>
                  <a:lnTo>
                    <a:pt x="4512650" y="794296"/>
                  </a:lnTo>
                  <a:lnTo>
                    <a:pt x="4458638" y="789428"/>
                  </a:lnTo>
                  <a:lnTo>
                    <a:pt x="4420830" y="786380"/>
                  </a:lnTo>
                  <a:lnTo>
                    <a:pt x="4398527" y="784765"/>
                  </a:lnTo>
                  <a:lnTo>
                    <a:pt x="4388820" y="784130"/>
                  </a:lnTo>
                  <a:lnTo>
                    <a:pt x="4386862" y="784013"/>
                  </a:lnTo>
                  <a:lnTo>
                    <a:pt x="4386855" y="784012"/>
                  </a:lnTo>
                  <a:lnTo>
                    <a:pt x="3848118" y="784012"/>
                  </a:lnTo>
                  <a:lnTo>
                    <a:pt x="3846827" y="783987"/>
                  </a:lnTo>
                  <a:lnTo>
                    <a:pt x="3838402" y="783802"/>
                  </a:lnTo>
                  <a:lnTo>
                    <a:pt x="3817393" y="783290"/>
                  </a:lnTo>
                  <a:lnTo>
                    <a:pt x="3780417" y="782286"/>
                  </a:lnTo>
                  <a:lnTo>
                    <a:pt x="3726483" y="780646"/>
                  </a:lnTo>
                  <a:lnTo>
                    <a:pt x="3657012" y="778264"/>
                  </a:lnTo>
                  <a:lnTo>
                    <a:pt x="3575363" y="775083"/>
                  </a:lnTo>
                  <a:lnTo>
                    <a:pt x="3485968" y="771090"/>
                  </a:lnTo>
                  <a:lnTo>
                    <a:pt x="3393380" y="766299"/>
                  </a:lnTo>
                  <a:lnTo>
                    <a:pt x="3301518" y="760727"/>
                  </a:lnTo>
                  <a:lnTo>
                    <a:pt x="3213271" y="754381"/>
                  </a:lnTo>
                  <a:lnTo>
                    <a:pt x="3130425" y="747240"/>
                  </a:lnTo>
                  <a:lnTo>
                    <a:pt x="3053796" y="739250"/>
                  </a:lnTo>
                  <a:lnTo>
                    <a:pt x="2983466" y="730318"/>
                  </a:lnTo>
                  <a:lnTo>
                    <a:pt x="2919007" y="720319"/>
                  </a:lnTo>
                  <a:lnTo>
                    <a:pt x="2859683" y="709095"/>
                  </a:lnTo>
                  <a:lnTo>
                    <a:pt x="2804590" y="696468"/>
                  </a:lnTo>
                  <a:lnTo>
                    <a:pt x="2752770" y="682254"/>
                  </a:lnTo>
                  <a:lnTo>
                    <a:pt x="2703296" y="666298"/>
                  </a:lnTo>
                  <a:lnTo>
                    <a:pt x="2667772" y="653344"/>
                  </a:lnTo>
                  <a:lnTo>
                    <a:pt x="2618340" y="633284"/>
                  </a:lnTo>
                  <a:lnTo>
                    <a:pt x="2569388" y="611177"/>
                  </a:lnTo>
                  <a:lnTo>
                    <a:pt x="2520410" y="586993"/>
                  </a:lnTo>
                  <a:lnTo>
                    <a:pt x="2471063" y="560773"/>
                  </a:lnTo>
                  <a:lnTo>
                    <a:pt x="2421143" y="532635"/>
                  </a:lnTo>
                  <a:lnTo>
                    <a:pt x="2370568" y="502782"/>
                  </a:lnTo>
                  <a:lnTo>
                    <a:pt x="2319367" y="471500"/>
                  </a:lnTo>
                  <a:lnTo>
                    <a:pt x="2267655" y="439146"/>
                  </a:lnTo>
                  <a:lnTo>
                    <a:pt x="2215616" y="406139"/>
                  </a:lnTo>
                  <a:lnTo>
                    <a:pt x="2163476" y="372933"/>
                  </a:lnTo>
                  <a:lnTo>
                    <a:pt x="2111472" y="339995"/>
                  </a:lnTo>
                  <a:lnTo>
                    <a:pt x="2059825" y="307775"/>
                  </a:lnTo>
                  <a:lnTo>
                    <a:pt x="2008712" y="276685"/>
                  </a:lnTo>
                  <a:lnTo>
                    <a:pt x="1958236" y="247072"/>
                  </a:lnTo>
                  <a:lnTo>
                    <a:pt x="1908409" y="219209"/>
                  </a:lnTo>
                  <a:lnTo>
                    <a:pt x="1859133" y="193286"/>
                  </a:lnTo>
                  <a:lnTo>
                    <a:pt x="1810184" y="169411"/>
                  </a:lnTo>
                  <a:lnTo>
                    <a:pt x="1761197" y="147612"/>
                  </a:lnTo>
                  <a:lnTo>
                    <a:pt x="1719082" y="130668"/>
                  </a:lnTo>
                  <a:lnTo>
                    <a:pt x="1670812" y="113371"/>
                  </a:lnTo>
                  <a:lnTo>
                    <a:pt x="1620810" y="97882"/>
                  </a:lnTo>
                  <a:lnTo>
                    <a:pt x="1568227" y="84099"/>
                  </a:lnTo>
                  <a:lnTo>
                    <a:pt x="1512120" y="71857"/>
                  </a:lnTo>
                  <a:lnTo>
                    <a:pt x="1451537" y="60969"/>
                  </a:lnTo>
                  <a:lnTo>
                    <a:pt x="1385606" y="51263"/>
                  </a:lnTo>
                  <a:lnTo>
                    <a:pt x="1313655" y="42588"/>
                  </a:lnTo>
                  <a:lnTo>
                    <a:pt x="1235368" y="34827"/>
                  </a:lnTo>
                  <a:lnTo>
                    <a:pt x="1150997" y="27898"/>
                  </a:lnTo>
                  <a:lnTo>
                    <a:pt x="1061590" y="21755"/>
                  </a:lnTo>
                  <a:lnTo>
                    <a:pt x="969214" y="16386"/>
                  </a:lnTo>
                  <a:lnTo>
                    <a:pt x="877046" y="11801"/>
                  </a:lnTo>
                  <a:lnTo>
                    <a:pt x="789225" y="8019"/>
                  </a:lnTo>
                  <a:lnTo>
                    <a:pt x="710355" y="5050"/>
                  </a:lnTo>
                  <a:lnTo>
                    <a:pt x="644684" y="2869"/>
                  </a:lnTo>
                  <a:lnTo>
                    <a:pt x="595137" y="1407"/>
                  </a:lnTo>
                  <a:lnTo>
                    <a:pt x="562529" y="547"/>
                  </a:lnTo>
                  <a:lnTo>
                    <a:pt x="545225" y="137"/>
                  </a:lnTo>
                  <a:lnTo>
                    <a:pt x="539265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546595" y="1186019"/>
              <a:ext cx="8234974" cy="3402833"/>
            </a:xfrm>
            <a:custGeom>
              <a:avLst/>
              <a:pathLst>
                <a:path w="8234974" h="3402833">
                  <a:moveTo>
                    <a:pt x="0" y="10889"/>
                  </a:moveTo>
                  <a:lnTo>
                    <a:pt x="538736" y="10889"/>
                  </a:lnTo>
                  <a:lnTo>
                    <a:pt x="540027" y="10915"/>
                  </a:lnTo>
                  <a:lnTo>
                    <a:pt x="548451" y="11101"/>
                  </a:lnTo>
                  <a:lnTo>
                    <a:pt x="569458" y="11616"/>
                  </a:lnTo>
                  <a:lnTo>
                    <a:pt x="606429" y="12627"/>
                  </a:lnTo>
                  <a:lnTo>
                    <a:pt x="660358" y="14278"/>
                  </a:lnTo>
                  <a:lnTo>
                    <a:pt x="729823" y="16676"/>
                  </a:lnTo>
                  <a:lnTo>
                    <a:pt x="811466" y="19879"/>
                  </a:lnTo>
                  <a:lnTo>
                    <a:pt x="900855" y="23899"/>
                  </a:lnTo>
                  <a:lnTo>
                    <a:pt x="993439" y="28723"/>
                  </a:lnTo>
                  <a:lnTo>
                    <a:pt x="1085298" y="34333"/>
                  </a:lnTo>
                  <a:lnTo>
                    <a:pt x="1173543" y="40723"/>
                  </a:lnTo>
                  <a:lnTo>
                    <a:pt x="1256389" y="47912"/>
                  </a:lnTo>
                  <a:lnTo>
                    <a:pt x="1333018" y="55957"/>
                  </a:lnTo>
                  <a:lnTo>
                    <a:pt x="1403349" y="64950"/>
                  </a:lnTo>
                  <a:lnTo>
                    <a:pt x="1467808" y="75017"/>
                  </a:lnTo>
                  <a:lnTo>
                    <a:pt x="1527133" y="86318"/>
                  </a:lnTo>
                  <a:lnTo>
                    <a:pt x="1582226" y="99032"/>
                  </a:lnTo>
                  <a:lnTo>
                    <a:pt x="1634046" y="113342"/>
                  </a:lnTo>
                  <a:lnTo>
                    <a:pt x="1683520" y="129407"/>
                  </a:lnTo>
                  <a:lnTo>
                    <a:pt x="1719082" y="142465"/>
                  </a:lnTo>
                  <a:lnTo>
                    <a:pt x="1768475" y="162647"/>
                  </a:lnTo>
                  <a:lnTo>
                    <a:pt x="1817388" y="184887"/>
                  </a:lnTo>
                  <a:lnTo>
                    <a:pt x="1866325" y="209214"/>
                  </a:lnTo>
                  <a:lnTo>
                    <a:pt x="1915631" y="235590"/>
                  </a:lnTo>
                  <a:lnTo>
                    <a:pt x="1965508" y="263893"/>
                  </a:lnTo>
                  <a:lnTo>
                    <a:pt x="2016039" y="293922"/>
                  </a:lnTo>
                  <a:lnTo>
                    <a:pt x="2067196" y="325390"/>
                  </a:lnTo>
                  <a:lnTo>
                    <a:pt x="2118864" y="357936"/>
                  </a:lnTo>
                  <a:lnTo>
                    <a:pt x="2170859" y="391143"/>
                  </a:lnTo>
                  <a:lnTo>
                    <a:pt x="2222957" y="424552"/>
                  </a:lnTo>
                  <a:lnTo>
                    <a:pt x="2274921" y="457697"/>
                  </a:lnTo>
                  <a:lnTo>
                    <a:pt x="2326530" y="490122"/>
                  </a:lnTo>
                  <a:lnTo>
                    <a:pt x="2377608" y="521417"/>
                  </a:lnTo>
                  <a:lnTo>
                    <a:pt x="2428050" y="551230"/>
                  </a:lnTo>
                  <a:lnTo>
                    <a:pt x="2477844" y="579285"/>
                  </a:lnTo>
                  <a:lnTo>
                    <a:pt x="2527086" y="605392"/>
                  </a:lnTo>
                  <a:lnTo>
                    <a:pt x="2575997" y="629442"/>
                  </a:lnTo>
                  <a:lnTo>
                    <a:pt x="2624941" y="651403"/>
                  </a:lnTo>
                  <a:lnTo>
                    <a:pt x="2667772" y="668770"/>
                  </a:lnTo>
                  <a:lnTo>
                    <a:pt x="2716040" y="686186"/>
                  </a:lnTo>
                  <a:lnTo>
                    <a:pt x="2766041" y="701782"/>
                  </a:lnTo>
                  <a:lnTo>
                    <a:pt x="2818621" y="715660"/>
                  </a:lnTo>
                  <a:lnTo>
                    <a:pt x="2874724" y="727988"/>
                  </a:lnTo>
                  <a:lnTo>
                    <a:pt x="2935304" y="738951"/>
                  </a:lnTo>
                  <a:lnTo>
                    <a:pt x="3001231" y="748724"/>
                  </a:lnTo>
                  <a:lnTo>
                    <a:pt x="3073178" y="757459"/>
                  </a:lnTo>
                  <a:lnTo>
                    <a:pt x="3151459" y="765274"/>
                  </a:lnTo>
                  <a:lnTo>
                    <a:pt x="3235825" y="772252"/>
                  </a:lnTo>
                  <a:lnTo>
                    <a:pt x="3325226" y="778437"/>
                  </a:lnTo>
                  <a:lnTo>
                    <a:pt x="3417598" y="783844"/>
                  </a:lnTo>
                  <a:lnTo>
                    <a:pt x="3509763" y="788461"/>
                  </a:lnTo>
                  <a:lnTo>
                    <a:pt x="3597584" y="792269"/>
                  </a:lnTo>
                  <a:lnTo>
                    <a:pt x="3676456" y="795259"/>
                  </a:lnTo>
                  <a:lnTo>
                    <a:pt x="3742133" y="797455"/>
                  </a:lnTo>
                  <a:lnTo>
                    <a:pt x="3791690" y="798928"/>
                  </a:lnTo>
                  <a:lnTo>
                    <a:pt x="3824308" y="799794"/>
                  </a:lnTo>
                  <a:lnTo>
                    <a:pt x="3841621" y="800207"/>
                  </a:lnTo>
                  <a:lnTo>
                    <a:pt x="3847588" y="800336"/>
                  </a:lnTo>
                  <a:lnTo>
                    <a:pt x="3848118" y="800346"/>
                  </a:lnTo>
                  <a:lnTo>
                    <a:pt x="4386855" y="800346"/>
                  </a:lnTo>
                  <a:lnTo>
                    <a:pt x="4388042" y="800425"/>
                  </a:lnTo>
                  <a:lnTo>
                    <a:pt x="4395804" y="800988"/>
                  </a:lnTo>
                  <a:lnTo>
                    <a:pt x="4415216" y="802545"/>
                  </a:lnTo>
                  <a:lnTo>
                    <a:pt x="4449530" y="805602"/>
                  </a:lnTo>
                  <a:lnTo>
                    <a:pt x="4499883" y="810610"/>
                  </a:lnTo>
                  <a:lnTo>
                    <a:pt x="4565233" y="817907"/>
                  </a:lnTo>
                  <a:lnTo>
                    <a:pt x="4642723" y="827687"/>
                  </a:lnTo>
                  <a:lnTo>
                    <a:pt x="4728391" y="840014"/>
                  </a:lnTo>
                  <a:lnTo>
                    <a:pt x="4818011" y="854859"/>
                  </a:lnTo>
                  <a:lnTo>
                    <a:pt x="4907798" y="872163"/>
                  </a:lnTo>
                  <a:lnTo>
                    <a:pt x="4994828" y="891891"/>
                  </a:lnTo>
                  <a:lnTo>
                    <a:pt x="5077171" y="914079"/>
                  </a:lnTo>
                  <a:lnTo>
                    <a:pt x="5153810" y="938860"/>
                  </a:lnTo>
                  <a:lnTo>
                    <a:pt x="5224460" y="966472"/>
                  </a:lnTo>
                  <a:lnTo>
                    <a:pt x="5289360" y="997260"/>
                  </a:lnTo>
                  <a:lnTo>
                    <a:pt x="5349089" y="1031669"/>
                  </a:lnTo>
                  <a:lnTo>
                    <a:pt x="5404425" y="1070219"/>
                  </a:lnTo>
                  <a:lnTo>
                    <a:pt x="5456235" y="1113471"/>
                  </a:lnTo>
                  <a:lnTo>
                    <a:pt x="5505394" y="1161956"/>
                  </a:lnTo>
                  <a:lnTo>
                    <a:pt x="5552711" y="1216054"/>
                  </a:lnTo>
                  <a:lnTo>
                    <a:pt x="5567201" y="1234094"/>
                  </a:lnTo>
                  <a:lnTo>
                    <a:pt x="5603857" y="1282731"/>
                  </a:lnTo>
                  <a:lnTo>
                    <a:pt x="5640166" y="1335062"/>
                  </a:lnTo>
                  <a:lnTo>
                    <a:pt x="5676360" y="1391159"/>
                  </a:lnTo>
                  <a:lnTo>
                    <a:pt x="5712620" y="1451033"/>
                  </a:lnTo>
                  <a:lnTo>
                    <a:pt x="5749079" y="1514622"/>
                  </a:lnTo>
                  <a:lnTo>
                    <a:pt x="5785829" y="1581782"/>
                  </a:lnTo>
                  <a:lnTo>
                    <a:pt x="5822922" y="1652292"/>
                  </a:lnTo>
                  <a:lnTo>
                    <a:pt x="5860378" y="1725842"/>
                  </a:lnTo>
                  <a:lnTo>
                    <a:pt x="5898182" y="1802044"/>
                  </a:lnTo>
                  <a:lnTo>
                    <a:pt x="5936293" y="1880433"/>
                  </a:lnTo>
                  <a:lnTo>
                    <a:pt x="5974649" y="1960479"/>
                  </a:lnTo>
                  <a:lnTo>
                    <a:pt x="6013168" y="2041602"/>
                  </a:lnTo>
                  <a:lnTo>
                    <a:pt x="6051759" y="2123187"/>
                  </a:lnTo>
                  <a:lnTo>
                    <a:pt x="6090324" y="2204606"/>
                  </a:lnTo>
                  <a:lnTo>
                    <a:pt x="6128767" y="2285234"/>
                  </a:lnTo>
                  <a:lnTo>
                    <a:pt x="6167003" y="2364472"/>
                  </a:lnTo>
                  <a:lnTo>
                    <a:pt x="6204958" y="2441765"/>
                  </a:lnTo>
                  <a:lnTo>
                    <a:pt x="6242581" y="2516617"/>
                  </a:lnTo>
                  <a:lnTo>
                    <a:pt x="6279845" y="2588602"/>
                  </a:lnTo>
                  <a:lnTo>
                    <a:pt x="6316752" y="2657372"/>
                  </a:lnTo>
                  <a:lnTo>
                    <a:pt x="6353339" y="2722665"/>
                  </a:lnTo>
                  <a:lnTo>
                    <a:pt x="6389679" y="2784300"/>
                  </a:lnTo>
                  <a:lnTo>
                    <a:pt x="6425885" y="2842179"/>
                  </a:lnTo>
                  <a:lnTo>
                    <a:pt x="6462114" y="2896277"/>
                  </a:lnTo>
                  <a:lnTo>
                    <a:pt x="6498574" y="2946640"/>
                  </a:lnTo>
                  <a:lnTo>
                    <a:pt x="6515891" y="2969085"/>
                  </a:lnTo>
                  <a:lnTo>
                    <a:pt x="6562779" y="3024966"/>
                  </a:lnTo>
                  <a:lnTo>
                    <a:pt x="6611282" y="3075171"/>
                  </a:lnTo>
                  <a:lnTo>
                    <a:pt x="6662173" y="3120002"/>
                  </a:lnTo>
                  <a:lnTo>
                    <a:pt x="6716314" y="3159958"/>
                  </a:lnTo>
                  <a:lnTo>
                    <a:pt x="6774584" y="3195600"/>
                  </a:lnTo>
                  <a:lnTo>
                    <a:pt x="6837797" y="3227466"/>
                  </a:lnTo>
                  <a:lnTo>
                    <a:pt x="6906609" y="3256026"/>
                  </a:lnTo>
                  <a:lnTo>
                    <a:pt x="6981382" y="3281659"/>
                  </a:lnTo>
                  <a:lnTo>
                    <a:pt x="7062017" y="3304637"/>
                  </a:lnTo>
                  <a:lnTo>
                    <a:pt x="7147747" y="3325124"/>
                  </a:lnTo>
                  <a:lnTo>
                    <a:pt x="7236941" y="3343185"/>
                  </a:lnTo>
                  <a:lnTo>
                    <a:pt x="7326985" y="3358803"/>
                  </a:lnTo>
                  <a:lnTo>
                    <a:pt x="7414330" y="3371921"/>
                  </a:lnTo>
                  <a:lnTo>
                    <a:pt x="7494824" y="3382495"/>
                  </a:lnTo>
                  <a:lnTo>
                    <a:pt x="7564335" y="3390551"/>
                  </a:lnTo>
                  <a:lnTo>
                    <a:pt x="7619572" y="3396243"/>
                  </a:lnTo>
                  <a:lnTo>
                    <a:pt x="7658872" y="3399865"/>
                  </a:lnTo>
                  <a:lnTo>
                    <a:pt x="7682677" y="3401837"/>
                  </a:lnTo>
                  <a:lnTo>
                    <a:pt x="7693606" y="3402654"/>
                  </a:lnTo>
                  <a:lnTo>
                    <a:pt x="7696237" y="3402833"/>
                  </a:lnTo>
                  <a:lnTo>
                    <a:pt x="8234974" y="3402833"/>
                  </a:lnTo>
                  <a:lnTo>
                    <a:pt x="8234974" y="3391944"/>
                  </a:lnTo>
                  <a:lnTo>
                    <a:pt x="7696237" y="3391944"/>
                  </a:lnTo>
                  <a:lnTo>
                    <a:pt x="7695050" y="3391865"/>
                  </a:lnTo>
                  <a:lnTo>
                    <a:pt x="7687289" y="3391302"/>
                  </a:lnTo>
                  <a:lnTo>
                    <a:pt x="7667877" y="3389746"/>
                  </a:lnTo>
                  <a:lnTo>
                    <a:pt x="7633562" y="3386688"/>
                  </a:lnTo>
                  <a:lnTo>
                    <a:pt x="7583209" y="3381680"/>
                  </a:lnTo>
                  <a:lnTo>
                    <a:pt x="7517859" y="3374384"/>
                  </a:lnTo>
                  <a:lnTo>
                    <a:pt x="7440370" y="3364603"/>
                  </a:lnTo>
                  <a:lnTo>
                    <a:pt x="7354702" y="3352276"/>
                  </a:lnTo>
                  <a:lnTo>
                    <a:pt x="7265081" y="3337431"/>
                  </a:lnTo>
                  <a:lnTo>
                    <a:pt x="7175294" y="3320127"/>
                  </a:lnTo>
                  <a:lnTo>
                    <a:pt x="7088264" y="3300400"/>
                  </a:lnTo>
                  <a:lnTo>
                    <a:pt x="7005922" y="3278211"/>
                  </a:lnTo>
                  <a:lnTo>
                    <a:pt x="6929283" y="3253430"/>
                  </a:lnTo>
                  <a:lnTo>
                    <a:pt x="6858633" y="3225819"/>
                  </a:lnTo>
                  <a:lnTo>
                    <a:pt x="6793733" y="3195030"/>
                  </a:lnTo>
                  <a:lnTo>
                    <a:pt x="6734003" y="3160621"/>
                  </a:lnTo>
                  <a:lnTo>
                    <a:pt x="6678667" y="3122071"/>
                  </a:lnTo>
                  <a:lnTo>
                    <a:pt x="6626858" y="3078819"/>
                  </a:lnTo>
                  <a:lnTo>
                    <a:pt x="6577699" y="3030335"/>
                  </a:lnTo>
                  <a:lnTo>
                    <a:pt x="6530381" y="2976236"/>
                  </a:lnTo>
                  <a:lnTo>
                    <a:pt x="6515891" y="2958196"/>
                  </a:lnTo>
                  <a:lnTo>
                    <a:pt x="6479235" y="2909559"/>
                  </a:lnTo>
                  <a:lnTo>
                    <a:pt x="6442927" y="2857229"/>
                  </a:lnTo>
                  <a:lnTo>
                    <a:pt x="6406733" y="2801131"/>
                  </a:lnTo>
                  <a:lnTo>
                    <a:pt x="6370473" y="2741257"/>
                  </a:lnTo>
                  <a:lnTo>
                    <a:pt x="6334014" y="2677669"/>
                  </a:lnTo>
                  <a:lnTo>
                    <a:pt x="6297264" y="2610508"/>
                  </a:lnTo>
                  <a:lnTo>
                    <a:pt x="6260170" y="2539998"/>
                  </a:lnTo>
                  <a:lnTo>
                    <a:pt x="6222715" y="2466448"/>
                  </a:lnTo>
                  <a:lnTo>
                    <a:pt x="6184911" y="2390246"/>
                  </a:lnTo>
                  <a:lnTo>
                    <a:pt x="6146799" y="2311858"/>
                  </a:lnTo>
                  <a:lnTo>
                    <a:pt x="6108443" y="2231812"/>
                  </a:lnTo>
                  <a:lnTo>
                    <a:pt x="6069924" y="2150689"/>
                  </a:lnTo>
                  <a:lnTo>
                    <a:pt x="6031334" y="2069103"/>
                  </a:lnTo>
                  <a:lnTo>
                    <a:pt x="5992769" y="1987685"/>
                  </a:lnTo>
                  <a:lnTo>
                    <a:pt x="5954325" y="1907057"/>
                  </a:lnTo>
                  <a:lnTo>
                    <a:pt x="5916090" y="1827818"/>
                  </a:lnTo>
                  <a:lnTo>
                    <a:pt x="5878134" y="1750525"/>
                  </a:lnTo>
                  <a:lnTo>
                    <a:pt x="5840511" y="1675673"/>
                  </a:lnTo>
                  <a:lnTo>
                    <a:pt x="5803247" y="1603689"/>
                  </a:lnTo>
                  <a:lnTo>
                    <a:pt x="5766340" y="1534918"/>
                  </a:lnTo>
                  <a:lnTo>
                    <a:pt x="5729753" y="1469625"/>
                  </a:lnTo>
                  <a:lnTo>
                    <a:pt x="5693413" y="1407990"/>
                  </a:lnTo>
                  <a:lnTo>
                    <a:pt x="5657208" y="1350111"/>
                  </a:lnTo>
                  <a:lnTo>
                    <a:pt x="5620979" y="1296013"/>
                  </a:lnTo>
                  <a:lnTo>
                    <a:pt x="5584519" y="1245650"/>
                  </a:lnTo>
                  <a:lnTo>
                    <a:pt x="5567201" y="1223205"/>
                  </a:lnTo>
                  <a:lnTo>
                    <a:pt x="5520313" y="1167325"/>
                  </a:lnTo>
                  <a:lnTo>
                    <a:pt x="5471810" y="1117119"/>
                  </a:lnTo>
                  <a:lnTo>
                    <a:pt x="5420920" y="1072288"/>
                  </a:lnTo>
                  <a:lnTo>
                    <a:pt x="5366778" y="1032332"/>
                  </a:lnTo>
                  <a:lnTo>
                    <a:pt x="5308509" y="996691"/>
                  </a:lnTo>
                  <a:lnTo>
                    <a:pt x="5245295" y="964825"/>
                  </a:lnTo>
                  <a:lnTo>
                    <a:pt x="5176483" y="936264"/>
                  </a:lnTo>
                  <a:lnTo>
                    <a:pt x="5101710" y="910631"/>
                  </a:lnTo>
                  <a:lnTo>
                    <a:pt x="5021076" y="887653"/>
                  </a:lnTo>
                  <a:lnTo>
                    <a:pt x="4935346" y="867166"/>
                  </a:lnTo>
                  <a:lnTo>
                    <a:pt x="4846151" y="849105"/>
                  </a:lnTo>
                  <a:lnTo>
                    <a:pt x="4756108" y="833487"/>
                  </a:lnTo>
                  <a:lnTo>
                    <a:pt x="4668763" y="820369"/>
                  </a:lnTo>
                  <a:lnTo>
                    <a:pt x="4588269" y="809796"/>
                  </a:lnTo>
                  <a:lnTo>
                    <a:pt x="4518758" y="801739"/>
                  </a:lnTo>
                  <a:lnTo>
                    <a:pt x="4463520" y="796047"/>
                  </a:lnTo>
                  <a:lnTo>
                    <a:pt x="4424221" y="792425"/>
                  </a:lnTo>
                  <a:lnTo>
                    <a:pt x="4400416" y="790453"/>
                  </a:lnTo>
                  <a:lnTo>
                    <a:pt x="4389486" y="789636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546595" y="1196908"/>
              <a:ext cx="8234974" cy="3391944"/>
            </a:xfrm>
            <a:custGeom>
              <a:avLst/>
              <a:pathLst>
                <a:path w="8234974" h="3391944">
                  <a:moveTo>
                    <a:pt x="0" y="0"/>
                  </a:moveTo>
                  <a:lnTo>
                    <a:pt x="538736" y="0"/>
                  </a:lnTo>
                  <a:lnTo>
                    <a:pt x="540027" y="26"/>
                  </a:lnTo>
                  <a:lnTo>
                    <a:pt x="548451" y="212"/>
                  </a:lnTo>
                  <a:lnTo>
                    <a:pt x="569458" y="727"/>
                  </a:lnTo>
                  <a:lnTo>
                    <a:pt x="606429" y="1738"/>
                  </a:lnTo>
                  <a:lnTo>
                    <a:pt x="660358" y="3389"/>
                  </a:lnTo>
                  <a:lnTo>
                    <a:pt x="729823" y="5787"/>
                  </a:lnTo>
                  <a:lnTo>
                    <a:pt x="811466" y="8990"/>
                  </a:lnTo>
                  <a:lnTo>
                    <a:pt x="900855" y="13010"/>
                  </a:lnTo>
                  <a:lnTo>
                    <a:pt x="993439" y="17834"/>
                  </a:lnTo>
                  <a:lnTo>
                    <a:pt x="1085298" y="23444"/>
                  </a:lnTo>
                  <a:lnTo>
                    <a:pt x="1173543" y="29834"/>
                  </a:lnTo>
                  <a:lnTo>
                    <a:pt x="1256389" y="37023"/>
                  </a:lnTo>
                  <a:lnTo>
                    <a:pt x="1333018" y="45068"/>
                  </a:lnTo>
                  <a:lnTo>
                    <a:pt x="1403349" y="54061"/>
                  </a:lnTo>
                  <a:lnTo>
                    <a:pt x="1467808" y="64128"/>
                  </a:lnTo>
                  <a:lnTo>
                    <a:pt x="1527133" y="75429"/>
                  </a:lnTo>
                  <a:lnTo>
                    <a:pt x="1582226" y="88142"/>
                  </a:lnTo>
                  <a:lnTo>
                    <a:pt x="1634046" y="102453"/>
                  </a:lnTo>
                  <a:lnTo>
                    <a:pt x="1683520" y="118518"/>
                  </a:lnTo>
                  <a:lnTo>
                    <a:pt x="1719082" y="131576"/>
                  </a:lnTo>
                  <a:lnTo>
                    <a:pt x="1768475" y="151758"/>
                  </a:lnTo>
                  <a:lnTo>
                    <a:pt x="1817388" y="173998"/>
                  </a:lnTo>
                  <a:lnTo>
                    <a:pt x="1866325" y="198325"/>
                  </a:lnTo>
                  <a:lnTo>
                    <a:pt x="1915631" y="224701"/>
                  </a:lnTo>
                  <a:lnTo>
                    <a:pt x="1965508" y="253004"/>
                  </a:lnTo>
                  <a:lnTo>
                    <a:pt x="2016039" y="283033"/>
                  </a:lnTo>
                  <a:lnTo>
                    <a:pt x="2067196" y="314501"/>
                  </a:lnTo>
                  <a:lnTo>
                    <a:pt x="2118864" y="347047"/>
                  </a:lnTo>
                  <a:lnTo>
                    <a:pt x="2170859" y="380254"/>
                  </a:lnTo>
                  <a:lnTo>
                    <a:pt x="2222957" y="413663"/>
                  </a:lnTo>
                  <a:lnTo>
                    <a:pt x="2274921" y="446808"/>
                  </a:lnTo>
                  <a:lnTo>
                    <a:pt x="2326530" y="479233"/>
                  </a:lnTo>
                  <a:lnTo>
                    <a:pt x="2377608" y="510528"/>
                  </a:lnTo>
                  <a:lnTo>
                    <a:pt x="2428050" y="540341"/>
                  </a:lnTo>
                  <a:lnTo>
                    <a:pt x="2477844" y="568396"/>
                  </a:lnTo>
                  <a:lnTo>
                    <a:pt x="2527086" y="594503"/>
                  </a:lnTo>
                  <a:lnTo>
                    <a:pt x="2575997" y="618553"/>
                  </a:lnTo>
                  <a:lnTo>
                    <a:pt x="2624941" y="640514"/>
                  </a:lnTo>
                  <a:lnTo>
                    <a:pt x="2667772" y="657881"/>
                  </a:lnTo>
                  <a:lnTo>
                    <a:pt x="2716040" y="675297"/>
                  </a:lnTo>
                  <a:lnTo>
                    <a:pt x="2766041" y="690893"/>
                  </a:lnTo>
                  <a:lnTo>
                    <a:pt x="2818621" y="704771"/>
                  </a:lnTo>
                  <a:lnTo>
                    <a:pt x="2874724" y="717099"/>
                  </a:lnTo>
                  <a:lnTo>
                    <a:pt x="2935304" y="728062"/>
                  </a:lnTo>
                  <a:lnTo>
                    <a:pt x="3001231" y="737835"/>
                  </a:lnTo>
                  <a:lnTo>
                    <a:pt x="3073178" y="746570"/>
                  </a:lnTo>
                  <a:lnTo>
                    <a:pt x="3151459" y="754385"/>
                  </a:lnTo>
                  <a:lnTo>
                    <a:pt x="3235825" y="761362"/>
                  </a:lnTo>
                  <a:lnTo>
                    <a:pt x="3325226" y="767548"/>
                  </a:lnTo>
                  <a:lnTo>
                    <a:pt x="3417598" y="772955"/>
                  </a:lnTo>
                  <a:lnTo>
                    <a:pt x="3509763" y="777572"/>
                  </a:lnTo>
                  <a:lnTo>
                    <a:pt x="3597584" y="781380"/>
                  </a:lnTo>
                  <a:lnTo>
                    <a:pt x="3676456" y="784370"/>
                  </a:lnTo>
                  <a:lnTo>
                    <a:pt x="3742133" y="786566"/>
                  </a:lnTo>
                  <a:lnTo>
                    <a:pt x="3791690" y="788039"/>
                  </a:lnTo>
                  <a:lnTo>
                    <a:pt x="3824308" y="788905"/>
                  </a:lnTo>
                  <a:lnTo>
                    <a:pt x="3841621" y="789318"/>
                  </a:lnTo>
                  <a:lnTo>
                    <a:pt x="3847588" y="789446"/>
                  </a:lnTo>
                  <a:lnTo>
                    <a:pt x="3848118" y="789457"/>
                  </a:lnTo>
                  <a:lnTo>
                    <a:pt x="4386855" y="789457"/>
                  </a:lnTo>
                  <a:lnTo>
                    <a:pt x="4388042" y="789536"/>
                  </a:lnTo>
                  <a:lnTo>
                    <a:pt x="4395804" y="790099"/>
                  </a:lnTo>
                  <a:lnTo>
                    <a:pt x="4415216" y="791656"/>
                  </a:lnTo>
                  <a:lnTo>
                    <a:pt x="4449530" y="794713"/>
                  </a:lnTo>
                  <a:lnTo>
                    <a:pt x="4499883" y="799721"/>
                  </a:lnTo>
                  <a:lnTo>
                    <a:pt x="4565233" y="807017"/>
                  </a:lnTo>
                  <a:lnTo>
                    <a:pt x="4642723" y="816798"/>
                  </a:lnTo>
                  <a:lnTo>
                    <a:pt x="4728391" y="829125"/>
                  </a:lnTo>
                  <a:lnTo>
                    <a:pt x="4818011" y="843970"/>
                  </a:lnTo>
                  <a:lnTo>
                    <a:pt x="4907798" y="861274"/>
                  </a:lnTo>
                  <a:lnTo>
                    <a:pt x="4994828" y="881002"/>
                  </a:lnTo>
                  <a:lnTo>
                    <a:pt x="5077171" y="903190"/>
                  </a:lnTo>
                  <a:lnTo>
                    <a:pt x="5153810" y="927971"/>
                  </a:lnTo>
                  <a:lnTo>
                    <a:pt x="5224460" y="955583"/>
                  </a:lnTo>
                  <a:lnTo>
                    <a:pt x="5289360" y="986371"/>
                  </a:lnTo>
                  <a:lnTo>
                    <a:pt x="5349089" y="1020780"/>
                  </a:lnTo>
                  <a:lnTo>
                    <a:pt x="5404425" y="1059330"/>
                  </a:lnTo>
                  <a:lnTo>
                    <a:pt x="5456235" y="1102582"/>
                  </a:lnTo>
                  <a:lnTo>
                    <a:pt x="5505394" y="1151066"/>
                  </a:lnTo>
                  <a:lnTo>
                    <a:pt x="5552711" y="1205165"/>
                  </a:lnTo>
                  <a:lnTo>
                    <a:pt x="5567201" y="1223205"/>
                  </a:lnTo>
                  <a:lnTo>
                    <a:pt x="5603857" y="1271842"/>
                  </a:lnTo>
                  <a:lnTo>
                    <a:pt x="5640166" y="1324172"/>
                  </a:lnTo>
                  <a:lnTo>
                    <a:pt x="5676360" y="1380270"/>
                  </a:lnTo>
                  <a:lnTo>
                    <a:pt x="5712620" y="1440144"/>
                  </a:lnTo>
                  <a:lnTo>
                    <a:pt x="5749079" y="1503732"/>
                  </a:lnTo>
                  <a:lnTo>
                    <a:pt x="5785829" y="1570893"/>
                  </a:lnTo>
                  <a:lnTo>
                    <a:pt x="5822922" y="1641403"/>
                  </a:lnTo>
                  <a:lnTo>
                    <a:pt x="5860378" y="1714953"/>
                  </a:lnTo>
                  <a:lnTo>
                    <a:pt x="5898182" y="1791155"/>
                  </a:lnTo>
                  <a:lnTo>
                    <a:pt x="5936293" y="1869544"/>
                  </a:lnTo>
                  <a:lnTo>
                    <a:pt x="5974649" y="1949590"/>
                  </a:lnTo>
                  <a:lnTo>
                    <a:pt x="6013168" y="2030713"/>
                  </a:lnTo>
                  <a:lnTo>
                    <a:pt x="6051759" y="2112298"/>
                  </a:lnTo>
                  <a:lnTo>
                    <a:pt x="6090324" y="2193717"/>
                  </a:lnTo>
                  <a:lnTo>
                    <a:pt x="6128767" y="2274344"/>
                  </a:lnTo>
                  <a:lnTo>
                    <a:pt x="6167003" y="2353583"/>
                  </a:lnTo>
                  <a:lnTo>
                    <a:pt x="6204958" y="2430876"/>
                  </a:lnTo>
                  <a:lnTo>
                    <a:pt x="6242581" y="2505728"/>
                  </a:lnTo>
                  <a:lnTo>
                    <a:pt x="6279845" y="2577713"/>
                  </a:lnTo>
                  <a:lnTo>
                    <a:pt x="6316752" y="2646483"/>
                  </a:lnTo>
                  <a:lnTo>
                    <a:pt x="6353339" y="2711776"/>
                  </a:lnTo>
                  <a:lnTo>
                    <a:pt x="6389679" y="2773411"/>
                  </a:lnTo>
                  <a:lnTo>
                    <a:pt x="6425885" y="2831290"/>
                  </a:lnTo>
                  <a:lnTo>
                    <a:pt x="6462114" y="2885388"/>
                  </a:lnTo>
                  <a:lnTo>
                    <a:pt x="6498574" y="2935751"/>
                  </a:lnTo>
                  <a:lnTo>
                    <a:pt x="6515891" y="2958196"/>
                  </a:lnTo>
                  <a:lnTo>
                    <a:pt x="6562779" y="3014076"/>
                  </a:lnTo>
                  <a:lnTo>
                    <a:pt x="6611282" y="3064282"/>
                  </a:lnTo>
                  <a:lnTo>
                    <a:pt x="6662173" y="3109113"/>
                  </a:lnTo>
                  <a:lnTo>
                    <a:pt x="6716314" y="3149069"/>
                  </a:lnTo>
                  <a:lnTo>
                    <a:pt x="6774584" y="3184711"/>
                  </a:lnTo>
                  <a:lnTo>
                    <a:pt x="6837797" y="3216577"/>
                  </a:lnTo>
                  <a:lnTo>
                    <a:pt x="6906609" y="3245137"/>
                  </a:lnTo>
                  <a:lnTo>
                    <a:pt x="6981382" y="3270770"/>
                  </a:lnTo>
                  <a:lnTo>
                    <a:pt x="7062017" y="3293748"/>
                  </a:lnTo>
                  <a:lnTo>
                    <a:pt x="7147747" y="3314235"/>
                  </a:lnTo>
                  <a:lnTo>
                    <a:pt x="7236941" y="3332296"/>
                  </a:lnTo>
                  <a:lnTo>
                    <a:pt x="7326985" y="3347914"/>
                  </a:lnTo>
                  <a:lnTo>
                    <a:pt x="7414330" y="3361032"/>
                  </a:lnTo>
                  <a:lnTo>
                    <a:pt x="7494824" y="3371605"/>
                  </a:lnTo>
                  <a:lnTo>
                    <a:pt x="7564335" y="3379662"/>
                  </a:lnTo>
                  <a:lnTo>
                    <a:pt x="7619572" y="3385354"/>
                  </a:lnTo>
                  <a:lnTo>
                    <a:pt x="7658872" y="3388976"/>
                  </a:lnTo>
                  <a:lnTo>
                    <a:pt x="7682677" y="3390948"/>
                  </a:lnTo>
                  <a:lnTo>
                    <a:pt x="7693606" y="3391765"/>
                  </a:lnTo>
                  <a:lnTo>
                    <a:pt x="7696200" y="3391942"/>
                  </a:lnTo>
                  <a:lnTo>
                    <a:pt x="7696237" y="3391944"/>
                  </a:lnTo>
                  <a:lnTo>
                    <a:pt x="8234974" y="33919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546595" y="1186019"/>
              <a:ext cx="8234974" cy="3391944"/>
            </a:xfrm>
            <a:custGeom>
              <a:avLst/>
              <a:pathLst>
                <a:path w="8234974" h="3391944">
                  <a:moveTo>
                    <a:pt x="8234974" y="3391944"/>
                  </a:moveTo>
                  <a:lnTo>
                    <a:pt x="7696237" y="3391944"/>
                  </a:lnTo>
                  <a:lnTo>
                    <a:pt x="7695050" y="3391865"/>
                  </a:lnTo>
                  <a:lnTo>
                    <a:pt x="7687289" y="3391302"/>
                  </a:lnTo>
                  <a:lnTo>
                    <a:pt x="7667877" y="3389746"/>
                  </a:lnTo>
                  <a:lnTo>
                    <a:pt x="7633562" y="3386688"/>
                  </a:lnTo>
                  <a:lnTo>
                    <a:pt x="7583209" y="3381680"/>
                  </a:lnTo>
                  <a:lnTo>
                    <a:pt x="7517859" y="3374384"/>
                  </a:lnTo>
                  <a:lnTo>
                    <a:pt x="7440370" y="3364603"/>
                  </a:lnTo>
                  <a:lnTo>
                    <a:pt x="7354702" y="3352276"/>
                  </a:lnTo>
                  <a:lnTo>
                    <a:pt x="7265081" y="3337431"/>
                  </a:lnTo>
                  <a:lnTo>
                    <a:pt x="7175294" y="3320127"/>
                  </a:lnTo>
                  <a:lnTo>
                    <a:pt x="7088264" y="3300400"/>
                  </a:lnTo>
                  <a:lnTo>
                    <a:pt x="7005922" y="3278211"/>
                  </a:lnTo>
                  <a:lnTo>
                    <a:pt x="6929283" y="3253430"/>
                  </a:lnTo>
                  <a:lnTo>
                    <a:pt x="6858633" y="3225819"/>
                  </a:lnTo>
                  <a:lnTo>
                    <a:pt x="6793733" y="3195030"/>
                  </a:lnTo>
                  <a:lnTo>
                    <a:pt x="6734003" y="3160621"/>
                  </a:lnTo>
                  <a:lnTo>
                    <a:pt x="6678667" y="3122071"/>
                  </a:lnTo>
                  <a:lnTo>
                    <a:pt x="6626858" y="3078819"/>
                  </a:lnTo>
                  <a:lnTo>
                    <a:pt x="6577699" y="3030335"/>
                  </a:lnTo>
                  <a:lnTo>
                    <a:pt x="6530381" y="2976236"/>
                  </a:lnTo>
                  <a:lnTo>
                    <a:pt x="6515891" y="2958196"/>
                  </a:lnTo>
                  <a:lnTo>
                    <a:pt x="6479235" y="2909559"/>
                  </a:lnTo>
                  <a:lnTo>
                    <a:pt x="6442927" y="2857229"/>
                  </a:lnTo>
                  <a:lnTo>
                    <a:pt x="6406733" y="2801131"/>
                  </a:lnTo>
                  <a:lnTo>
                    <a:pt x="6370473" y="2741257"/>
                  </a:lnTo>
                  <a:lnTo>
                    <a:pt x="6334014" y="2677669"/>
                  </a:lnTo>
                  <a:lnTo>
                    <a:pt x="6297264" y="2610508"/>
                  </a:lnTo>
                  <a:lnTo>
                    <a:pt x="6260170" y="2539998"/>
                  </a:lnTo>
                  <a:lnTo>
                    <a:pt x="6222715" y="2466448"/>
                  </a:lnTo>
                  <a:lnTo>
                    <a:pt x="6184911" y="2390246"/>
                  </a:lnTo>
                  <a:lnTo>
                    <a:pt x="6146799" y="2311858"/>
                  </a:lnTo>
                  <a:lnTo>
                    <a:pt x="6108443" y="2231812"/>
                  </a:lnTo>
                  <a:lnTo>
                    <a:pt x="6069924" y="2150689"/>
                  </a:lnTo>
                  <a:lnTo>
                    <a:pt x="6031334" y="2069103"/>
                  </a:lnTo>
                  <a:lnTo>
                    <a:pt x="5992769" y="1987685"/>
                  </a:lnTo>
                  <a:lnTo>
                    <a:pt x="5954325" y="1907057"/>
                  </a:lnTo>
                  <a:lnTo>
                    <a:pt x="5916090" y="1827818"/>
                  </a:lnTo>
                  <a:lnTo>
                    <a:pt x="5878134" y="1750525"/>
                  </a:lnTo>
                  <a:lnTo>
                    <a:pt x="5840511" y="1675673"/>
                  </a:lnTo>
                  <a:lnTo>
                    <a:pt x="5803247" y="1603689"/>
                  </a:lnTo>
                  <a:lnTo>
                    <a:pt x="5766340" y="1534918"/>
                  </a:lnTo>
                  <a:lnTo>
                    <a:pt x="5729753" y="1469625"/>
                  </a:lnTo>
                  <a:lnTo>
                    <a:pt x="5693413" y="1407990"/>
                  </a:lnTo>
                  <a:lnTo>
                    <a:pt x="5657208" y="1350111"/>
                  </a:lnTo>
                  <a:lnTo>
                    <a:pt x="5620979" y="1296013"/>
                  </a:lnTo>
                  <a:lnTo>
                    <a:pt x="5584519" y="1245650"/>
                  </a:lnTo>
                  <a:lnTo>
                    <a:pt x="5567201" y="1223205"/>
                  </a:lnTo>
                  <a:lnTo>
                    <a:pt x="5520313" y="1167325"/>
                  </a:lnTo>
                  <a:lnTo>
                    <a:pt x="5471810" y="1117119"/>
                  </a:lnTo>
                  <a:lnTo>
                    <a:pt x="5420920" y="1072288"/>
                  </a:lnTo>
                  <a:lnTo>
                    <a:pt x="5366778" y="1032332"/>
                  </a:lnTo>
                  <a:lnTo>
                    <a:pt x="5308509" y="996691"/>
                  </a:lnTo>
                  <a:lnTo>
                    <a:pt x="5245295" y="964825"/>
                  </a:lnTo>
                  <a:lnTo>
                    <a:pt x="5176483" y="936264"/>
                  </a:lnTo>
                  <a:lnTo>
                    <a:pt x="5101710" y="910631"/>
                  </a:lnTo>
                  <a:lnTo>
                    <a:pt x="5021076" y="887653"/>
                  </a:lnTo>
                  <a:lnTo>
                    <a:pt x="4935346" y="867166"/>
                  </a:lnTo>
                  <a:lnTo>
                    <a:pt x="4846151" y="849105"/>
                  </a:lnTo>
                  <a:lnTo>
                    <a:pt x="4756108" y="833487"/>
                  </a:lnTo>
                  <a:lnTo>
                    <a:pt x="4668763" y="820369"/>
                  </a:lnTo>
                  <a:lnTo>
                    <a:pt x="4588269" y="809796"/>
                  </a:lnTo>
                  <a:lnTo>
                    <a:pt x="4518758" y="801739"/>
                  </a:lnTo>
                  <a:lnTo>
                    <a:pt x="4463520" y="796047"/>
                  </a:lnTo>
                  <a:lnTo>
                    <a:pt x="4424221" y="792425"/>
                  </a:lnTo>
                  <a:lnTo>
                    <a:pt x="4400416" y="790453"/>
                  </a:lnTo>
                  <a:lnTo>
                    <a:pt x="4389486" y="789636"/>
                  </a:lnTo>
                  <a:lnTo>
                    <a:pt x="4386893" y="789459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" name="pg104"/>
            <p:cNvSpPr/>
            <p:nvPr/>
          </p:nvSpPr>
          <p:spPr>
            <a:xfrm>
              <a:off x="546595" y="1196908"/>
              <a:ext cx="8234974" cy="3734950"/>
            </a:xfrm>
            <a:custGeom>
              <a:avLst/>
              <a:pathLst>
                <a:path w="8234974" h="3734950">
                  <a:moveTo>
                    <a:pt x="0" y="5444"/>
                  </a:moveTo>
                  <a:lnTo>
                    <a:pt x="538736" y="5444"/>
                  </a:lnTo>
                  <a:lnTo>
                    <a:pt x="540027" y="5471"/>
                  </a:lnTo>
                  <a:lnTo>
                    <a:pt x="548447" y="5662"/>
                  </a:lnTo>
                  <a:lnTo>
                    <a:pt x="569443" y="6191"/>
                  </a:lnTo>
                  <a:lnTo>
                    <a:pt x="606398" y="7229"/>
                  </a:lnTo>
                  <a:lnTo>
                    <a:pt x="660305" y="8925"/>
                  </a:lnTo>
                  <a:lnTo>
                    <a:pt x="729745" y="11389"/>
                  </a:lnTo>
                  <a:lnTo>
                    <a:pt x="811363" y="14678"/>
                  </a:lnTo>
                  <a:lnTo>
                    <a:pt x="900729" y="18807"/>
                  </a:lnTo>
                  <a:lnTo>
                    <a:pt x="993296" y="23763"/>
                  </a:lnTo>
                  <a:lnTo>
                    <a:pt x="1085143" y="29525"/>
                  </a:lnTo>
                  <a:lnTo>
                    <a:pt x="1173381" y="36088"/>
                  </a:lnTo>
                  <a:lnTo>
                    <a:pt x="1256225" y="43473"/>
                  </a:lnTo>
                  <a:lnTo>
                    <a:pt x="1332854" y="51737"/>
                  </a:lnTo>
                  <a:lnTo>
                    <a:pt x="1403187" y="60973"/>
                  </a:lnTo>
                  <a:lnTo>
                    <a:pt x="1467649" y="71314"/>
                  </a:lnTo>
                  <a:lnTo>
                    <a:pt x="1526977" y="82920"/>
                  </a:lnTo>
                  <a:lnTo>
                    <a:pt x="1582071" y="95978"/>
                  </a:lnTo>
                  <a:lnTo>
                    <a:pt x="1633890" y="110676"/>
                  </a:lnTo>
                  <a:lnTo>
                    <a:pt x="1683362" y="127175"/>
                  </a:lnTo>
                  <a:lnTo>
                    <a:pt x="1719082" y="140650"/>
                  </a:lnTo>
                  <a:lnTo>
                    <a:pt x="1768315" y="161318"/>
                  </a:lnTo>
                  <a:lnTo>
                    <a:pt x="1817069" y="184086"/>
                  </a:lnTo>
                  <a:lnTo>
                    <a:pt x="1865845" y="208986"/>
                  </a:lnTo>
                  <a:lnTo>
                    <a:pt x="1914984" y="235977"/>
                  </a:lnTo>
                  <a:lnTo>
                    <a:pt x="1964689" y="264939"/>
                  </a:lnTo>
                  <a:lnTo>
                    <a:pt x="2015043" y="295666"/>
                  </a:lnTo>
                  <a:lnTo>
                    <a:pt x="2066021" y="327868"/>
                  </a:lnTo>
                  <a:lnTo>
                    <a:pt x="2117509" y="361182"/>
                  </a:lnTo>
                  <a:lnTo>
                    <a:pt x="2169329" y="395180"/>
                  </a:lnTo>
                  <a:lnTo>
                    <a:pt x="2221257" y="429400"/>
                  </a:lnTo>
                  <a:lnTo>
                    <a:pt x="2273060" y="463365"/>
                  </a:lnTo>
                  <a:lnTo>
                    <a:pt x="2324517" y="496612"/>
                  </a:lnTo>
                  <a:lnTo>
                    <a:pt x="2375453" y="528720"/>
                  </a:lnTo>
                  <a:lnTo>
                    <a:pt x="2425760" y="559329"/>
                  </a:lnTo>
                  <a:lnTo>
                    <a:pt x="2475421" y="588155"/>
                  </a:lnTo>
                  <a:lnTo>
                    <a:pt x="2524525" y="614998"/>
                  </a:lnTo>
                  <a:lnTo>
                    <a:pt x="2573286" y="639746"/>
                  </a:lnTo>
                  <a:lnTo>
                    <a:pt x="2622056" y="662361"/>
                  </a:lnTo>
                  <a:lnTo>
                    <a:pt x="2667772" y="681474"/>
                  </a:lnTo>
                  <a:lnTo>
                    <a:pt x="2716032" y="699368"/>
                  </a:lnTo>
                  <a:lnTo>
                    <a:pt x="2766023" y="715392"/>
                  </a:lnTo>
                  <a:lnTo>
                    <a:pt x="2818593" y="729651"/>
                  </a:lnTo>
                  <a:lnTo>
                    <a:pt x="2874684" y="742317"/>
                  </a:lnTo>
                  <a:lnTo>
                    <a:pt x="2935250" y="753582"/>
                  </a:lnTo>
                  <a:lnTo>
                    <a:pt x="3001160" y="763624"/>
                  </a:lnTo>
                  <a:lnTo>
                    <a:pt x="3073088" y="772599"/>
                  </a:lnTo>
                  <a:lnTo>
                    <a:pt x="3151347" y="780630"/>
                  </a:lnTo>
                  <a:lnTo>
                    <a:pt x="3235690" y="787800"/>
                  </a:lnTo>
                  <a:lnTo>
                    <a:pt x="3325070" y="794156"/>
                  </a:lnTo>
                  <a:lnTo>
                    <a:pt x="3417422" y="799713"/>
                  </a:lnTo>
                  <a:lnTo>
                    <a:pt x="3509576" y="804458"/>
                  </a:lnTo>
                  <a:lnTo>
                    <a:pt x="3597396" y="808372"/>
                  </a:lnTo>
                  <a:lnTo>
                    <a:pt x="3676281" y="811446"/>
                  </a:lnTo>
                  <a:lnTo>
                    <a:pt x="3741984" y="813704"/>
                  </a:lnTo>
                  <a:lnTo>
                    <a:pt x="3791577" y="815219"/>
                  </a:lnTo>
                  <a:lnTo>
                    <a:pt x="3824236" y="816110"/>
                  </a:lnTo>
                  <a:lnTo>
                    <a:pt x="3841588" y="816536"/>
                  </a:lnTo>
                  <a:lnTo>
                    <a:pt x="3847581" y="816669"/>
                  </a:lnTo>
                  <a:lnTo>
                    <a:pt x="3848118" y="816680"/>
                  </a:lnTo>
                  <a:lnTo>
                    <a:pt x="4386855" y="816680"/>
                  </a:lnTo>
                  <a:lnTo>
                    <a:pt x="4388016" y="816766"/>
                  </a:lnTo>
                  <a:lnTo>
                    <a:pt x="4395611" y="817383"/>
                  </a:lnTo>
                  <a:lnTo>
                    <a:pt x="4414622" y="819089"/>
                  </a:lnTo>
                  <a:lnTo>
                    <a:pt x="4448266" y="822441"/>
                  </a:lnTo>
                  <a:lnTo>
                    <a:pt x="4497708" y="827934"/>
                  </a:lnTo>
                  <a:lnTo>
                    <a:pt x="4561999" y="835943"/>
                  </a:lnTo>
                  <a:lnTo>
                    <a:pt x="4638407" y="846690"/>
                  </a:lnTo>
                  <a:lnTo>
                    <a:pt x="4723089" y="860250"/>
                  </a:lnTo>
                  <a:lnTo>
                    <a:pt x="4811908" y="876594"/>
                  </a:lnTo>
                  <a:lnTo>
                    <a:pt x="4901118" y="895658"/>
                  </a:lnTo>
                  <a:lnTo>
                    <a:pt x="4987794" y="917401"/>
                  </a:lnTo>
                  <a:lnTo>
                    <a:pt x="5069972" y="941854"/>
                  </a:lnTo>
                  <a:lnTo>
                    <a:pt x="5146589" y="969152"/>
                  </a:lnTo>
                  <a:lnTo>
                    <a:pt x="5217307" y="999546"/>
                  </a:lnTo>
                  <a:lnTo>
                    <a:pt x="5282318" y="1033404"/>
                  </a:lnTo>
                  <a:lnTo>
                    <a:pt x="5342158" y="1071200"/>
                  </a:lnTo>
                  <a:lnTo>
                    <a:pt x="5397573" y="1113498"/>
                  </a:lnTo>
                  <a:lnTo>
                    <a:pt x="5449403" y="1160910"/>
                  </a:lnTo>
                  <a:lnTo>
                    <a:pt x="5498507" y="1214028"/>
                  </a:lnTo>
                  <a:lnTo>
                    <a:pt x="5545691" y="1273305"/>
                  </a:lnTo>
                  <a:lnTo>
                    <a:pt x="5567201" y="1303058"/>
                  </a:lnTo>
                  <a:lnTo>
                    <a:pt x="5602246" y="1355100"/>
                  </a:lnTo>
                  <a:lnTo>
                    <a:pt x="5636964" y="1410921"/>
                  </a:lnTo>
                  <a:lnTo>
                    <a:pt x="5671561" y="1470598"/>
                  </a:lnTo>
                  <a:lnTo>
                    <a:pt x="5706199" y="1534147"/>
                  </a:lnTo>
                  <a:lnTo>
                    <a:pt x="5741001" y="1601518"/>
                  </a:lnTo>
                  <a:lnTo>
                    <a:pt x="5776053" y="1672589"/>
                  </a:lnTo>
                  <a:lnTo>
                    <a:pt x="5811410" y="1747161"/>
                  </a:lnTo>
                  <a:lnTo>
                    <a:pt x="5847096" y="1824954"/>
                  </a:lnTo>
                  <a:lnTo>
                    <a:pt x="5883107" y="1905615"/>
                  </a:lnTo>
                  <a:lnTo>
                    <a:pt x="5919418" y="1988714"/>
                  </a:lnTo>
                  <a:lnTo>
                    <a:pt x="5955979" y="2073759"/>
                  </a:lnTo>
                  <a:lnTo>
                    <a:pt x="5992728" y="2160202"/>
                  </a:lnTo>
                  <a:lnTo>
                    <a:pt x="6029587" y="2247455"/>
                  </a:lnTo>
                  <a:lnTo>
                    <a:pt x="6066474" y="2334909"/>
                  </a:lnTo>
                  <a:lnTo>
                    <a:pt x="6103303" y="2421947"/>
                  </a:lnTo>
                  <a:lnTo>
                    <a:pt x="6139994" y="2507963"/>
                  </a:lnTo>
                  <a:lnTo>
                    <a:pt x="6176474" y="2592384"/>
                  </a:lnTo>
                  <a:lnTo>
                    <a:pt x="6212684" y="2674678"/>
                  </a:lnTo>
                  <a:lnTo>
                    <a:pt x="6248583" y="2754376"/>
                  </a:lnTo>
                  <a:lnTo>
                    <a:pt x="6284152" y="2831073"/>
                  </a:lnTo>
                  <a:lnTo>
                    <a:pt x="6319397" y="2904441"/>
                  </a:lnTo>
                  <a:lnTo>
                    <a:pt x="6354354" y="2974230"/>
                  </a:lnTo>
                  <a:lnTo>
                    <a:pt x="6389086" y="3040268"/>
                  </a:lnTo>
                  <a:lnTo>
                    <a:pt x="6423694" y="3102457"/>
                  </a:lnTo>
                  <a:lnTo>
                    <a:pt x="6458313" y="3160773"/>
                  </a:lnTo>
                  <a:lnTo>
                    <a:pt x="6493119" y="3215254"/>
                  </a:lnTo>
                  <a:lnTo>
                    <a:pt x="6515891" y="3248572"/>
                  </a:lnTo>
                  <a:lnTo>
                    <a:pt x="6562422" y="3310785"/>
                  </a:lnTo>
                  <a:lnTo>
                    <a:pt x="6610538" y="3366730"/>
                  </a:lnTo>
                  <a:lnTo>
                    <a:pt x="6660993" y="3416730"/>
                  </a:lnTo>
                  <a:lnTo>
                    <a:pt x="6714631" y="3461331"/>
                  </a:lnTo>
                  <a:lnTo>
                    <a:pt x="6772310" y="3501150"/>
                  </a:lnTo>
                  <a:lnTo>
                    <a:pt x="6834832" y="3536776"/>
                  </a:lnTo>
                  <a:lnTo>
                    <a:pt x="6902843" y="3568730"/>
                  </a:lnTo>
                  <a:lnTo>
                    <a:pt x="6976719" y="3597432"/>
                  </a:lnTo>
                  <a:lnTo>
                    <a:pt x="7056391" y="3623186"/>
                  </a:lnTo>
                  <a:lnTo>
                    <a:pt x="7141160" y="3646181"/>
                  </a:lnTo>
                  <a:lnTo>
                    <a:pt x="7229496" y="3666493"/>
                  </a:lnTo>
                  <a:lnTo>
                    <a:pt x="7318919" y="3684112"/>
                  </a:lnTo>
                  <a:lnTo>
                    <a:pt x="7406032" y="3698976"/>
                  </a:lnTo>
                  <a:lnTo>
                    <a:pt x="7486807" y="3711031"/>
                  </a:lnTo>
                  <a:lnTo>
                    <a:pt x="7557166" y="3720297"/>
                  </a:lnTo>
                  <a:lnTo>
                    <a:pt x="7613761" y="3726923"/>
                  </a:lnTo>
                  <a:lnTo>
                    <a:pt x="7654747" y="3731217"/>
                  </a:lnTo>
                  <a:lnTo>
                    <a:pt x="7680290" y="3733622"/>
                  </a:lnTo>
                  <a:lnTo>
                    <a:pt x="7692681" y="3734676"/>
                  </a:lnTo>
                  <a:lnTo>
                    <a:pt x="7696237" y="3734950"/>
                  </a:lnTo>
                  <a:lnTo>
                    <a:pt x="8234974" y="3734950"/>
                  </a:lnTo>
                  <a:lnTo>
                    <a:pt x="8234974" y="3729505"/>
                  </a:lnTo>
                  <a:lnTo>
                    <a:pt x="7696237" y="3729505"/>
                  </a:lnTo>
                  <a:lnTo>
                    <a:pt x="7695076" y="3729419"/>
                  </a:lnTo>
                  <a:lnTo>
                    <a:pt x="7687481" y="3728802"/>
                  </a:lnTo>
                  <a:lnTo>
                    <a:pt x="7668470" y="3727096"/>
                  </a:lnTo>
                  <a:lnTo>
                    <a:pt x="7634827" y="3723744"/>
                  </a:lnTo>
                  <a:lnTo>
                    <a:pt x="7585385" y="3718251"/>
                  </a:lnTo>
                  <a:lnTo>
                    <a:pt x="7521093" y="3710242"/>
                  </a:lnTo>
                  <a:lnTo>
                    <a:pt x="7444686" y="3699495"/>
                  </a:lnTo>
                  <a:lnTo>
                    <a:pt x="7360003" y="3685935"/>
                  </a:lnTo>
                  <a:lnTo>
                    <a:pt x="7271185" y="3669591"/>
                  </a:lnTo>
                  <a:lnTo>
                    <a:pt x="7181974" y="3650527"/>
                  </a:lnTo>
                  <a:lnTo>
                    <a:pt x="7095299" y="3628784"/>
                  </a:lnTo>
                  <a:lnTo>
                    <a:pt x="7013120" y="3604331"/>
                  </a:lnTo>
                  <a:lnTo>
                    <a:pt x="6936503" y="3577033"/>
                  </a:lnTo>
                  <a:lnTo>
                    <a:pt x="6865785" y="3546639"/>
                  </a:lnTo>
                  <a:lnTo>
                    <a:pt x="6800775" y="3512781"/>
                  </a:lnTo>
                  <a:lnTo>
                    <a:pt x="6740934" y="3474985"/>
                  </a:lnTo>
                  <a:lnTo>
                    <a:pt x="6685519" y="3432687"/>
                  </a:lnTo>
                  <a:lnTo>
                    <a:pt x="6633690" y="3385275"/>
                  </a:lnTo>
                  <a:lnTo>
                    <a:pt x="6584585" y="3332157"/>
                  </a:lnTo>
                  <a:lnTo>
                    <a:pt x="6537402" y="3272880"/>
                  </a:lnTo>
                  <a:lnTo>
                    <a:pt x="6515891" y="3243127"/>
                  </a:lnTo>
                  <a:lnTo>
                    <a:pt x="6480846" y="3191085"/>
                  </a:lnTo>
                  <a:lnTo>
                    <a:pt x="6446128" y="3135264"/>
                  </a:lnTo>
                  <a:lnTo>
                    <a:pt x="6411531" y="3075587"/>
                  </a:lnTo>
                  <a:lnTo>
                    <a:pt x="6376893" y="3012038"/>
                  </a:lnTo>
                  <a:lnTo>
                    <a:pt x="6342092" y="2944667"/>
                  </a:lnTo>
                  <a:lnTo>
                    <a:pt x="6307040" y="2873596"/>
                  </a:lnTo>
                  <a:lnTo>
                    <a:pt x="6271683" y="2799024"/>
                  </a:lnTo>
                  <a:lnTo>
                    <a:pt x="6235997" y="2721231"/>
                  </a:lnTo>
                  <a:lnTo>
                    <a:pt x="6199985" y="2640570"/>
                  </a:lnTo>
                  <a:lnTo>
                    <a:pt x="6163675" y="2557471"/>
                  </a:lnTo>
                  <a:lnTo>
                    <a:pt x="6127113" y="2472426"/>
                  </a:lnTo>
                  <a:lnTo>
                    <a:pt x="6090365" y="2385983"/>
                  </a:lnTo>
                  <a:lnTo>
                    <a:pt x="6053506" y="2298730"/>
                  </a:lnTo>
                  <a:lnTo>
                    <a:pt x="6016619" y="2211276"/>
                  </a:lnTo>
                  <a:lnTo>
                    <a:pt x="5979789" y="2124238"/>
                  </a:lnTo>
                  <a:lnTo>
                    <a:pt x="5943098" y="2038222"/>
                  </a:lnTo>
                  <a:lnTo>
                    <a:pt x="5906619" y="1953801"/>
                  </a:lnTo>
                  <a:lnTo>
                    <a:pt x="5870409" y="1871507"/>
                  </a:lnTo>
                  <a:lnTo>
                    <a:pt x="5834510" y="1791809"/>
                  </a:lnTo>
                  <a:lnTo>
                    <a:pt x="5798941" y="1715112"/>
                  </a:lnTo>
                  <a:lnTo>
                    <a:pt x="5763695" y="1641744"/>
                  </a:lnTo>
                  <a:lnTo>
                    <a:pt x="5728739" y="1571955"/>
                  </a:lnTo>
                  <a:lnTo>
                    <a:pt x="5694006" y="1505917"/>
                  </a:lnTo>
                  <a:lnTo>
                    <a:pt x="5659399" y="1443728"/>
                  </a:lnTo>
                  <a:lnTo>
                    <a:pt x="5624780" y="1385412"/>
                  </a:lnTo>
                  <a:lnTo>
                    <a:pt x="5589973" y="1330931"/>
                  </a:lnTo>
                  <a:lnTo>
                    <a:pt x="5567201" y="1297613"/>
                  </a:lnTo>
                  <a:lnTo>
                    <a:pt x="5520671" y="1235400"/>
                  </a:lnTo>
                  <a:lnTo>
                    <a:pt x="5472555" y="1179455"/>
                  </a:lnTo>
                  <a:lnTo>
                    <a:pt x="5422099" y="1129455"/>
                  </a:lnTo>
                  <a:lnTo>
                    <a:pt x="5368461" y="1084854"/>
                  </a:lnTo>
                  <a:lnTo>
                    <a:pt x="5310782" y="1045035"/>
                  </a:lnTo>
                  <a:lnTo>
                    <a:pt x="5248261" y="1009409"/>
                  </a:lnTo>
                  <a:lnTo>
                    <a:pt x="5180249" y="977455"/>
                  </a:lnTo>
                  <a:lnTo>
                    <a:pt x="5106373" y="948753"/>
                  </a:lnTo>
                  <a:lnTo>
                    <a:pt x="5026701" y="922999"/>
                  </a:lnTo>
                  <a:lnTo>
                    <a:pt x="4941933" y="900004"/>
                  </a:lnTo>
                  <a:lnTo>
                    <a:pt x="4853597" y="879692"/>
                  </a:lnTo>
                  <a:lnTo>
                    <a:pt x="4764173" y="862073"/>
                  </a:lnTo>
                  <a:lnTo>
                    <a:pt x="4677060" y="847209"/>
                  </a:lnTo>
                  <a:lnTo>
                    <a:pt x="4596286" y="835155"/>
                  </a:lnTo>
                  <a:lnTo>
                    <a:pt x="4525927" y="825888"/>
                  </a:lnTo>
                  <a:lnTo>
                    <a:pt x="4469331" y="819262"/>
                  </a:lnTo>
                  <a:lnTo>
                    <a:pt x="4428346" y="814968"/>
                  </a:lnTo>
                  <a:lnTo>
                    <a:pt x="4402803" y="812563"/>
                  </a:lnTo>
                  <a:lnTo>
                    <a:pt x="4390412" y="811509"/>
                  </a:lnTo>
                  <a:lnTo>
                    <a:pt x="4386855" y="811235"/>
                  </a:lnTo>
                  <a:lnTo>
                    <a:pt x="3848118" y="811235"/>
                  </a:lnTo>
                  <a:lnTo>
                    <a:pt x="3846828" y="811208"/>
                  </a:lnTo>
                  <a:lnTo>
                    <a:pt x="3838408" y="811017"/>
                  </a:lnTo>
                  <a:lnTo>
                    <a:pt x="3817411" y="810488"/>
                  </a:lnTo>
                  <a:lnTo>
                    <a:pt x="3780456" y="809450"/>
                  </a:lnTo>
                  <a:lnTo>
                    <a:pt x="3726550" y="807754"/>
                  </a:lnTo>
                  <a:lnTo>
                    <a:pt x="3657110" y="805291"/>
                  </a:lnTo>
                  <a:lnTo>
                    <a:pt x="3575492" y="802001"/>
                  </a:lnTo>
                  <a:lnTo>
                    <a:pt x="3486125" y="797872"/>
                  </a:lnTo>
                  <a:lnTo>
                    <a:pt x="3393559" y="792917"/>
                  </a:lnTo>
                  <a:lnTo>
                    <a:pt x="3301711" y="787154"/>
                  </a:lnTo>
                  <a:lnTo>
                    <a:pt x="3213473" y="780591"/>
                  </a:lnTo>
                  <a:lnTo>
                    <a:pt x="3130630" y="773206"/>
                  </a:lnTo>
                  <a:lnTo>
                    <a:pt x="3054000" y="764942"/>
                  </a:lnTo>
                  <a:lnTo>
                    <a:pt x="2983667" y="755706"/>
                  </a:lnTo>
                  <a:lnTo>
                    <a:pt x="2919205" y="745365"/>
                  </a:lnTo>
                  <a:lnTo>
                    <a:pt x="2859878" y="733759"/>
                  </a:lnTo>
                  <a:lnTo>
                    <a:pt x="2804784" y="720701"/>
                  </a:lnTo>
                  <a:lnTo>
                    <a:pt x="2752964" y="706003"/>
                  </a:lnTo>
                  <a:lnTo>
                    <a:pt x="2703493" y="689504"/>
                  </a:lnTo>
                  <a:lnTo>
                    <a:pt x="2667772" y="676029"/>
                  </a:lnTo>
                  <a:lnTo>
                    <a:pt x="2618540" y="655361"/>
                  </a:lnTo>
                  <a:lnTo>
                    <a:pt x="2569786" y="632593"/>
                  </a:lnTo>
                  <a:lnTo>
                    <a:pt x="2521010" y="607693"/>
                  </a:lnTo>
                  <a:lnTo>
                    <a:pt x="2471871" y="580702"/>
                  </a:lnTo>
                  <a:lnTo>
                    <a:pt x="2422165" y="551740"/>
                  </a:lnTo>
                  <a:lnTo>
                    <a:pt x="2371811" y="521014"/>
                  </a:lnTo>
                  <a:lnTo>
                    <a:pt x="2320834" y="488811"/>
                  </a:lnTo>
                  <a:lnTo>
                    <a:pt x="2269345" y="455498"/>
                  </a:lnTo>
                  <a:lnTo>
                    <a:pt x="2217526" y="421499"/>
                  </a:lnTo>
                  <a:lnTo>
                    <a:pt x="2165597" y="387279"/>
                  </a:lnTo>
                  <a:lnTo>
                    <a:pt x="2113794" y="353314"/>
                  </a:lnTo>
                  <a:lnTo>
                    <a:pt x="2062337" y="320067"/>
                  </a:lnTo>
                  <a:lnTo>
                    <a:pt x="2011402" y="287959"/>
                  </a:lnTo>
                  <a:lnTo>
                    <a:pt x="1961095" y="257350"/>
                  </a:lnTo>
                  <a:lnTo>
                    <a:pt x="1911434" y="228525"/>
                  </a:lnTo>
                  <a:lnTo>
                    <a:pt x="1862329" y="201681"/>
                  </a:lnTo>
                  <a:lnTo>
                    <a:pt x="1813568" y="176934"/>
                  </a:lnTo>
                  <a:lnTo>
                    <a:pt x="1764799" y="154318"/>
                  </a:lnTo>
                  <a:lnTo>
                    <a:pt x="1719082" y="135205"/>
                  </a:lnTo>
                  <a:lnTo>
                    <a:pt x="1670823" y="117311"/>
                  </a:lnTo>
                  <a:lnTo>
                    <a:pt x="1620831" y="101287"/>
                  </a:lnTo>
                  <a:lnTo>
                    <a:pt x="1568262" y="87028"/>
                  </a:lnTo>
                  <a:lnTo>
                    <a:pt x="1512170" y="74362"/>
                  </a:lnTo>
                  <a:lnTo>
                    <a:pt x="1451605" y="63098"/>
                  </a:lnTo>
                  <a:lnTo>
                    <a:pt x="1385694" y="53055"/>
                  </a:lnTo>
                  <a:lnTo>
                    <a:pt x="1313767" y="44080"/>
                  </a:lnTo>
                  <a:lnTo>
                    <a:pt x="1235507" y="36049"/>
                  </a:lnTo>
                  <a:lnTo>
                    <a:pt x="1151164" y="28879"/>
                  </a:lnTo>
                  <a:lnTo>
                    <a:pt x="1061785" y="22523"/>
                  </a:lnTo>
                  <a:lnTo>
                    <a:pt x="969432" y="16967"/>
                  </a:lnTo>
                  <a:lnTo>
                    <a:pt x="877279" y="12221"/>
                  </a:lnTo>
                  <a:lnTo>
                    <a:pt x="789458" y="8308"/>
                  </a:lnTo>
                  <a:lnTo>
                    <a:pt x="710573" y="5234"/>
                  </a:lnTo>
                  <a:lnTo>
                    <a:pt x="644870" y="2975"/>
                  </a:lnTo>
                  <a:lnTo>
                    <a:pt x="595277" y="1460"/>
                  </a:lnTo>
                  <a:lnTo>
                    <a:pt x="562618" y="569"/>
                  </a:lnTo>
                  <a:lnTo>
                    <a:pt x="545267" y="143"/>
                  </a:lnTo>
                  <a:lnTo>
                    <a:pt x="539274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546595" y="1202353"/>
              <a:ext cx="8234974" cy="3729505"/>
            </a:xfrm>
            <a:custGeom>
              <a:avLst/>
              <a:pathLst>
                <a:path w="8234974" h="3729505">
                  <a:moveTo>
                    <a:pt x="0" y="0"/>
                  </a:moveTo>
                  <a:lnTo>
                    <a:pt x="538736" y="0"/>
                  </a:lnTo>
                  <a:lnTo>
                    <a:pt x="540027" y="26"/>
                  </a:lnTo>
                  <a:lnTo>
                    <a:pt x="548447" y="218"/>
                  </a:lnTo>
                  <a:lnTo>
                    <a:pt x="569443" y="747"/>
                  </a:lnTo>
                  <a:lnTo>
                    <a:pt x="606398" y="1785"/>
                  </a:lnTo>
                  <a:lnTo>
                    <a:pt x="660305" y="3481"/>
                  </a:lnTo>
                  <a:lnTo>
                    <a:pt x="729745" y="5944"/>
                  </a:lnTo>
                  <a:lnTo>
                    <a:pt x="811363" y="9233"/>
                  </a:lnTo>
                  <a:lnTo>
                    <a:pt x="900729" y="13362"/>
                  </a:lnTo>
                  <a:lnTo>
                    <a:pt x="993296" y="18318"/>
                  </a:lnTo>
                  <a:lnTo>
                    <a:pt x="1085143" y="24080"/>
                  </a:lnTo>
                  <a:lnTo>
                    <a:pt x="1173381" y="30643"/>
                  </a:lnTo>
                  <a:lnTo>
                    <a:pt x="1256225" y="38028"/>
                  </a:lnTo>
                  <a:lnTo>
                    <a:pt x="1332854" y="46292"/>
                  </a:lnTo>
                  <a:lnTo>
                    <a:pt x="1403187" y="55529"/>
                  </a:lnTo>
                  <a:lnTo>
                    <a:pt x="1467649" y="65869"/>
                  </a:lnTo>
                  <a:lnTo>
                    <a:pt x="1526977" y="77476"/>
                  </a:lnTo>
                  <a:lnTo>
                    <a:pt x="1582071" y="90534"/>
                  </a:lnTo>
                  <a:lnTo>
                    <a:pt x="1633890" y="105231"/>
                  </a:lnTo>
                  <a:lnTo>
                    <a:pt x="1683362" y="121730"/>
                  </a:lnTo>
                  <a:lnTo>
                    <a:pt x="1719082" y="135205"/>
                  </a:lnTo>
                  <a:lnTo>
                    <a:pt x="1768315" y="155873"/>
                  </a:lnTo>
                  <a:lnTo>
                    <a:pt x="1817069" y="178641"/>
                  </a:lnTo>
                  <a:lnTo>
                    <a:pt x="1865845" y="203541"/>
                  </a:lnTo>
                  <a:lnTo>
                    <a:pt x="1914984" y="230532"/>
                  </a:lnTo>
                  <a:lnTo>
                    <a:pt x="1964689" y="259494"/>
                  </a:lnTo>
                  <a:lnTo>
                    <a:pt x="2015043" y="290221"/>
                  </a:lnTo>
                  <a:lnTo>
                    <a:pt x="2066021" y="322424"/>
                  </a:lnTo>
                  <a:lnTo>
                    <a:pt x="2117509" y="355737"/>
                  </a:lnTo>
                  <a:lnTo>
                    <a:pt x="2169329" y="389736"/>
                  </a:lnTo>
                  <a:lnTo>
                    <a:pt x="2221257" y="423956"/>
                  </a:lnTo>
                  <a:lnTo>
                    <a:pt x="2273060" y="457921"/>
                  </a:lnTo>
                  <a:lnTo>
                    <a:pt x="2324517" y="491168"/>
                  </a:lnTo>
                  <a:lnTo>
                    <a:pt x="2375453" y="523276"/>
                  </a:lnTo>
                  <a:lnTo>
                    <a:pt x="2425760" y="553884"/>
                  </a:lnTo>
                  <a:lnTo>
                    <a:pt x="2475421" y="582710"/>
                  </a:lnTo>
                  <a:lnTo>
                    <a:pt x="2524525" y="609554"/>
                  </a:lnTo>
                  <a:lnTo>
                    <a:pt x="2573286" y="634301"/>
                  </a:lnTo>
                  <a:lnTo>
                    <a:pt x="2622056" y="656916"/>
                  </a:lnTo>
                  <a:lnTo>
                    <a:pt x="2667772" y="676029"/>
                  </a:lnTo>
                  <a:lnTo>
                    <a:pt x="2716032" y="693923"/>
                  </a:lnTo>
                  <a:lnTo>
                    <a:pt x="2766023" y="709947"/>
                  </a:lnTo>
                  <a:lnTo>
                    <a:pt x="2818593" y="724206"/>
                  </a:lnTo>
                  <a:lnTo>
                    <a:pt x="2874684" y="736873"/>
                  </a:lnTo>
                  <a:lnTo>
                    <a:pt x="2935250" y="748137"/>
                  </a:lnTo>
                  <a:lnTo>
                    <a:pt x="3001160" y="758179"/>
                  </a:lnTo>
                  <a:lnTo>
                    <a:pt x="3073088" y="767155"/>
                  </a:lnTo>
                  <a:lnTo>
                    <a:pt x="3151347" y="775185"/>
                  </a:lnTo>
                  <a:lnTo>
                    <a:pt x="3235690" y="782355"/>
                  </a:lnTo>
                  <a:lnTo>
                    <a:pt x="3325070" y="788712"/>
                  </a:lnTo>
                  <a:lnTo>
                    <a:pt x="3417422" y="794268"/>
                  </a:lnTo>
                  <a:lnTo>
                    <a:pt x="3509576" y="799013"/>
                  </a:lnTo>
                  <a:lnTo>
                    <a:pt x="3597396" y="802927"/>
                  </a:lnTo>
                  <a:lnTo>
                    <a:pt x="3676281" y="806001"/>
                  </a:lnTo>
                  <a:lnTo>
                    <a:pt x="3741984" y="808260"/>
                  </a:lnTo>
                  <a:lnTo>
                    <a:pt x="3791577" y="809774"/>
                  </a:lnTo>
                  <a:lnTo>
                    <a:pt x="3824236" y="810666"/>
                  </a:lnTo>
                  <a:lnTo>
                    <a:pt x="3841588" y="811091"/>
                  </a:lnTo>
                  <a:lnTo>
                    <a:pt x="3847581" y="811224"/>
                  </a:lnTo>
                  <a:lnTo>
                    <a:pt x="3848118" y="811235"/>
                  </a:lnTo>
                  <a:lnTo>
                    <a:pt x="4386855" y="811235"/>
                  </a:lnTo>
                  <a:lnTo>
                    <a:pt x="4388016" y="811322"/>
                  </a:lnTo>
                  <a:lnTo>
                    <a:pt x="4395611" y="811939"/>
                  </a:lnTo>
                  <a:lnTo>
                    <a:pt x="4414622" y="813645"/>
                  </a:lnTo>
                  <a:lnTo>
                    <a:pt x="4448266" y="816997"/>
                  </a:lnTo>
                  <a:lnTo>
                    <a:pt x="4497708" y="822489"/>
                  </a:lnTo>
                  <a:lnTo>
                    <a:pt x="4561999" y="830499"/>
                  </a:lnTo>
                  <a:lnTo>
                    <a:pt x="4638407" y="841246"/>
                  </a:lnTo>
                  <a:lnTo>
                    <a:pt x="4723089" y="854805"/>
                  </a:lnTo>
                  <a:lnTo>
                    <a:pt x="4811908" y="871150"/>
                  </a:lnTo>
                  <a:lnTo>
                    <a:pt x="4901118" y="890214"/>
                  </a:lnTo>
                  <a:lnTo>
                    <a:pt x="4987794" y="911956"/>
                  </a:lnTo>
                  <a:lnTo>
                    <a:pt x="5069972" y="936409"/>
                  </a:lnTo>
                  <a:lnTo>
                    <a:pt x="5146589" y="963708"/>
                  </a:lnTo>
                  <a:lnTo>
                    <a:pt x="5217307" y="994102"/>
                  </a:lnTo>
                  <a:lnTo>
                    <a:pt x="5282318" y="1027959"/>
                  </a:lnTo>
                  <a:lnTo>
                    <a:pt x="5342158" y="1065756"/>
                  </a:lnTo>
                  <a:lnTo>
                    <a:pt x="5397573" y="1108053"/>
                  </a:lnTo>
                  <a:lnTo>
                    <a:pt x="5449403" y="1155465"/>
                  </a:lnTo>
                  <a:lnTo>
                    <a:pt x="5498507" y="1208583"/>
                  </a:lnTo>
                  <a:lnTo>
                    <a:pt x="5545691" y="1267860"/>
                  </a:lnTo>
                  <a:lnTo>
                    <a:pt x="5567201" y="1297613"/>
                  </a:lnTo>
                  <a:lnTo>
                    <a:pt x="5602246" y="1349656"/>
                  </a:lnTo>
                  <a:lnTo>
                    <a:pt x="5636964" y="1405477"/>
                  </a:lnTo>
                  <a:lnTo>
                    <a:pt x="5671561" y="1465153"/>
                  </a:lnTo>
                  <a:lnTo>
                    <a:pt x="5706199" y="1528702"/>
                  </a:lnTo>
                  <a:lnTo>
                    <a:pt x="5741001" y="1596074"/>
                  </a:lnTo>
                  <a:lnTo>
                    <a:pt x="5776053" y="1667145"/>
                  </a:lnTo>
                  <a:lnTo>
                    <a:pt x="5811410" y="1741716"/>
                  </a:lnTo>
                  <a:lnTo>
                    <a:pt x="5847096" y="1819510"/>
                  </a:lnTo>
                  <a:lnTo>
                    <a:pt x="5883107" y="1900170"/>
                  </a:lnTo>
                  <a:lnTo>
                    <a:pt x="5919418" y="1983270"/>
                  </a:lnTo>
                  <a:lnTo>
                    <a:pt x="5955979" y="2068314"/>
                  </a:lnTo>
                  <a:lnTo>
                    <a:pt x="5992728" y="2154757"/>
                  </a:lnTo>
                  <a:lnTo>
                    <a:pt x="6029587" y="2242011"/>
                  </a:lnTo>
                  <a:lnTo>
                    <a:pt x="6066474" y="2329465"/>
                  </a:lnTo>
                  <a:lnTo>
                    <a:pt x="6103303" y="2416502"/>
                  </a:lnTo>
                  <a:lnTo>
                    <a:pt x="6139994" y="2502518"/>
                  </a:lnTo>
                  <a:lnTo>
                    <a:pt x="6176474" y="2586939"/>
                  </a:lnTo>
                  <a:lnTo>
                    <a:pt x="6212684" y="2669234"/>
                  </a:lnTo>
                  <a:lnTo>
                    <a:pt x="6248583" y="2748932"/>
                  </a:lnTo>
                  <a:lnTo>
                    <a:pt x="6284152" y="2825629"/>
                  </a:lnTo>
                  <a:lnTo>
                    <a:pt x="6319397" y="2898997"/>
                  </a:lnTo>
                  <a:lnTo>
                    <a:pt x="6354354" y="2968786"/>
                  </a:lnTo>
                  <a:lnTo>
                    <a:pt x="6389086" y="3034823"/>
                  </a:lnTo>
                  <a:lnTo>
                    <a:pt x="6423694" y="3097013"/>
                  </a:lnTo>
                  <a:lnTo>
                    <a:pt x="6458313" y="3155328"/>
                  </a:lnTo>
                  <a:lnTo>
                    <a:pt x="6493119" y="3209809"/>
                  </a:lnTo>
                  <a:lnTo>
                    <a:pt x="6515891" y="3243127"/>
                  </a:lnTo>
                  <a:lnTo>
                    <a:pt x="6562422" y="3305341"/>
                  </a:lnTo>
                  <a:lnTo>
                    <a:pt x="6610538" y="3361285"/>
                  </a:lnTo>
                  <a:lnTo>
                    <a:pt x="6660993" y="3411285"/>
                  </a:lnTo>
                  <a:lnTo>
                    <a:pt x="6714631" y="3455887"/>
                  </a:lnTo>
                  <a:lnTo>
                    <a:pt x="6772310" y="3495705"/>
                  </a:lnTo>
                  <a:lnTo>
                    <a:pt x="6834832" y="3531331"/>
                  </a:lnTo>
                  <a:lnTo>
                    <a:pt x="6902843" y="3563286"/>
                  </a:lnTo>
                  <a:lnTo>
                    <a:pt x="6976719" y="3591987"/>
                  </a:lnTo>
                  <a:lnTo>
                    <a:pt x="7056391" y="3617741"/>
                  </a:lnTo>
                  <a:lnTo>
                    <a:pt x="7141160" y="3640736"/>
                  </a:lnTo>
                  <a:lnTo>
                    <a:pt x="7229496" y="3661049"/>
                  </a:lnTo>
                  <a:lnTo>
                    <a:pt x="7318919" y="3678667"/>
                  </a:lnTo>
                  <a:lnTo>
                    <a:pt x="7406032" y="3693531"/>
                  </a:lnTo>
                  <a:lnTo>
                    <a:pt x="7486807" y="3705586"/>
                  </a:lnTo>
                  <a:lnTo>
                    <a:pt x="7557166" y="3714852"/>
                  </a:lnTo>
                  <a:lnTo>
                    <a:pt x="7613761" y="3721479"/>
                  </a:lnTo>
                  <a:lnTo>
                    <a:pt x="7654747" y="3725772"/>
                  </a:lnTo>
                  <a:lnTo>
                    <a:pt x="7680290" y="3728177"/>
                  </a:lnTo>
                  <a:lnTo>
                    <a:pt x="7692681" y="3729231"/>
                  </a:lnTo>
                  <a:lnTo>
                    <a:pt x="7696116" y="3729497"/>
                  </a:lnTo>
                  <a:lnTo>
                    <a:pt x="7696237" y="3729505"/>
                  </a:lnTo>
                  <a:lnTo>
                    <a:pt x="8234974" y="37295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546595" y="1196908"/>
              <a:ext cx="8234974" cy="3729505"/>
            </a:xfrm>
            <a:custGeom>
              <a:avLst/>
              <a:pathLst>
                <a:path w="8234974" h="3729505">
                  <a:moveTo>
                    <a:pt x="8234974" y="3729505"/>
                  </a:moveTo>
                  <a:lnTo>
                    <a:pt x="7696237" y="3729505"/>
                  </a:lnTo>
                  <a:lnTo>
                    <a:pt x="7695076" y="3729419"/>
                  </a:lnTo>
                  <a:lnTo>
                    <a:pt x="7687481" y="3728802"/>
                  </a:lnTo>
                  <a:lnTo>
                    <a:pt x="7668470" y="3727096"/>
                  </a:lnTo>
                  <a:lnTo>
                    <a:pt x="7634827" y="3723744"/>
                  </a:lnTo>
                  <a:lnTo>
                    <a:pt x="7585385" y="3718251"/>
                  </a:lnTo>
                  <a:lnTo>
                    <a:pt x="7521093" y="3710242"/>
                  </a:lnTo>
                  <a:lnTo>
                    <a:pt x="7444686" y="3699495"/>
                  </a:lnTo>
                  <a:lnTo>
                    <a:pt x="7360003" y="3685935"/>
                  </a:lnTo>
                  <a:lnTo>
                    <a:pt x="7271185" y="3669591"/>
                  </a:lnTo>
                  <a:lnTo>
                    <a:pt x="7181974" y="3650527"/>
                  </a:lnTo>
                  <a:lnTo>
                    <a:pt x="7095299" y="3628784"/>
                  </a:lnTo>
                  <a:lnTo>
                    <a:pt x="7013120" y="3604331"/>
                  </a:lnTo>
                  <a:lnTo>
                    <a:pt x="6936503" y="3577033"/>
                  </a:lnTo>
                  <a:lnTo>
                    <a:pt x="6865785" y="3546639"/>
                  </a:lnTo>
                  <a:lnTo>
                    <a:pt x="6800775" y="3512781"/>
                  </a:lnTo>
                  <a:lnTo>
                    <a:pt x="6740934" y="3474985"/>
                  </a:lnTo>
                  <a:lnTo>
                    <a:pt x="6685519" y="3432687"/>
                  </a:lnTo>
                  <a:lnTo>
                    <a:pt x="6633690" y="3385275"/>
                  </a:lnTo>
                  <a:lnTo>
                    <a:pt x="6584585" y="3332157"/>
                  </a:lnTo>
                  <a:lnTo>
                    <a:pt x="6537402" y="3272880"/>
                  </a:lnTo>
                  <a:lnTo>
                    <a:pt x="6515891" y="3243127"/>
                  </a:lnTo>
                  <a:lnTo>
                    <a:pt x="6480846" y="3191085"/>
                  </a:lnTo>
                  <a:lnTo>
                    <a:pt x="6446128" y="3135264"/>
                  </a:lnTo>
                  <a:lnTo>
                    <a:pt x="6411531" y="3075587"/>
                  </a:lnTo>
                  <a:lnTo>
                    <a:pt x="6376893" y="3012038"/>
                  </a:lnTo>
                  <a:lnTo>
                    <a:pt x="6342092" y="2944667"/>
                  </a:lnTo>
                  <a:lnTo>
                    <a:pt x="6307040" y="2873596"/>
                  </a:lnTo>
                  <a:lnTo>
                    <a:pt x="6271683" y="2799024"/>
                  </a:lnTo>
                  <a:lnTo>
                    <a:pt x="6235997" y="2721231"/>
                  </a:lnTo>
                  <a:lnTo>
                    <a:pt x="6199985" y="2640570"/>
                  </a:lnTo>
                  <a:lnTo>
                    <a:pt x="6163675" y="2557471"/>
                  </a:lnTo>
                  <a:lnTo>
                    <a:pt x="6127113" y="2472426"/>
                  </a:lnTo>
                  <a:lnTo>
                    <a:pt x="6090365" y="2385983"/>
                  </a:lnTo>
                  <a:lnTo>
                    <a:pt x="6053506" y="2298730"/>
                  </a:lnTo>
                  <a:lnTo>
                    <a:pt x="6016619" y="2211276"/>
                  </a:lnTo>
                  <a:lnTo>
                    <a:pt x="5979789" y="2124238"/>
                  </a:lnTo>
                  <a:lnTo>
                    <a:pt x="5943098" y="2038222"/>
                  </a:lnTo>
                  <a:lnTo>
                    <a:pt x="5906619" y="1953801"/>
                  </a:lnTo>
                  <a:lnTo>
                    <a:pt x="5870409" y="1871507"/>
                  </a:lnTo>
                  <a:lnTo>
                    <a:pt x="5834510" y="1791809"/>
                  </a:lnTo>
                  <a:lnTo>
                    <a:pt x="5798941" y="1715112"/>
                  </a:lnTo>
                  <a:lnTo>
                    <a:pt x="5763695" y="1641744"/>
                  </a:lnTo>
                  <a:lnTo>
                    <a:pt x="5728739" y="1571955"/>
                  </a:lnTo>
                  <a:lnTo>
                    <a:pt x="5694006" y="1505917"/>
                  </a:lnTo>
                  <a:lnTo>
                    <a:pt x="5659399" y="1443728"/>
                  </a:lnTo>
                  <a:lnTo>
                    <a:pt x="5624780" y="1385412"/>
                  </a:lnTo>
                  <a:lnTo>
                    <a:pt x="5589973" y="1330931"/>
                  </a:lnTo>
                  <a:lnTo>
                    <a:pt x="5567201" y="1297613"/>
                  </a:lnTo>
                  <a:lnTo>
                    <a:pt x="5520671" y="1235400"/>
                  </a:lnTo>
                  <a:lnTo>
                    <a:pt x="5472555" y="1179455"/>
                  </a:lnTo>
                  <a:lnTo>
                    <a:pt x="5422099" y="1129455"/>
                  </a:lnTo>
                  <a:lnTo>
                    <a:pt x="5368461" y="1084854"/>
                  </a:lnTo>
                  <a:lnTo>
                    <a:pt x="5310782" y="1045035"/>
                  </a:lnTo>
                  <a:lnTo>
                    <a:pt x="5248261" y="1009409"/>
                  </a:lnTo>
                  <a:lnTo>
                    <a:pt x="5180249" y="977455"/>
                  </a:lnTo>
                  <a:lnTo>
                    <a:pt x="5106373" y="948753"/>
                  </a:lnTo>
                  <a:lnTo>
                    <a:pt x="5026701" y="922999"/>
                  </a:lnTo>
                  <a:lnTo>
                    <a:pt x="4941933" y="900004"/>
                  </a:lnTo>
                  <a:lnTo>
                    <a:pt x="4853597" y="879692"/>
                  </a:lnTo>
                  <a:lnTo>
                    <a:pt x="4764173" y="862073"/>
                  </a:lnTo>
                  <a:lnTo>
                    <a:pt x="4677060" y="847209"/>
                  </a:lnTo>
                  <a:lnTo>
                    <a:pt x="4596286" y="835155"/>
                  </a:lnTo>
                  <a:lnTo>
                    <a:pt x="4525927" y="825888"/>
                  </a:lnTo>
                  <a:lnTo>
                    <a:pt x="4469331" y="819262"/>
                  </a:lnTo>
                  <a:lnTo>
                    <a:pt x="4428346" y="814968"/>
                  </a:lnTo>
                  <a:lnTo>
                    <a:pt x="4402803" y="812563"/>
                  </a:lnTo>
                  <a:lnTo>
                    <a:pt x="4390412" y="811509"/>
                  </a:lnTo>
                  <a:lnTo>
                    <a:pt x="4386976" y="811244"/>
                  </a:lnTo>
                  <a:lnTo>
                    <a:pt x="4386855" y="811235"/>
                  </a:lnTo>
                  <a:lnTo>
                    <a:pt x="3848118" y="811235"/>
                  </a:lnTo>
                  <a:lnTo>
                    <a:pt x="3846828" y="811208"/>
                  </a:lnTo>
                  <a:lnTo>
                    <a:pt x="3838408" y="811017"/>
                  </a:lnTo>
                  <a:lnTo>
                    <a:pt x="3817411" y="810488"/>
                  </a:lnTo>
                  <a:lnTo>
                    <a:pt x="3780456" y="809450"/>
                  </a:lnTo>
                  <a:lnTo>
                    <a:pt x="3726550" y="807754"/>
                  </a:lnTo>
                  <a:lnTo>
                    <a:pt x="3657110" y="805291"/>
                  </a:lnTo>
                  <a:lnTo>
                    <a:pt x="3575492" y="802001"/>
                  </a:lnTo>
                  <a:lnTo>
                    <a:pt x="3486125" y="797872"/>
                  </a:lnTo>
                  <a:lnTo>
                    <a:pt x="3393559" y="792917"/>
                  </a:lnTo>
                  <a:lnTo>
                    <a:pt x="3301711" y="787154"/>
                  </a:lnTo>
                  <a:lnTo>
                    <a:pt x="3213473" y="780591"/>
                  </a:lnTo>
                  <a:lnTo>
                    <a:pt x="3130630" y="773206"/>
                  </a:lnTo>
                  <a:lnTo>
                    <a:pt x="3054000" y="764942"/>
                  </a:lnTo>
                  <a:lnTo>
                    <a:pt x="2983667" y="755706"/>
                  </a:lnTo>
                  <a:lnTo>
                    <a:pt x="2919205" y="745365"/>
                  </a:lnTo>
                  <a:lnTo>
                    <a:pt x="2859878" y="733759"/>
                  </a:lnTo>
                  <a:lnTo>
                    <a:pt x="2804784" y="720701"/>
                  </a:lnTo>
                  <a:lnTo>
                    <a:pt x="2752964" y="706003"/>
                  </a:lnTo>
                  <a:lnTo>
                    <a:pt x="2703493" y="689504"/>
                  </a:lnTo>
                  <a:lnTo>
                    <a:pt x="2667772" y="676029"/>
                  </a:lnTo>
                  <a:lnTo>
                    <a:pt x="2618540" y="655361"/>
                  </a:lnTo>
                  <a:lnTo>
                    <a:pt x="2569786" y="632593"/>
                  </a:lnTo>
                  <a:lnTo>
                    <a:pt x="2521010" y="607693"/>
                  </a:lnTo>
                  <a:lnTo>
                    <a:pt x="2471871" y="580702"/>
                  </a:lnTo>
                  <a:lnTo>
                    <a:pt x="2422165" y="551740"/>
                  </a:lnTo>
                  <a:lnTo>
                    <a:pt x="2371811" y="521014"/>
                  </a:lnTo>
                  <a:lnTo>
                    <a:pt x="2320834" y="488811"/>
                  </a:lnTo>
                  <a:lnTo>
                    <a:pt x="2269345" y="455498"/>
                  </a:lnTo>
                  <a:lnTo>
                    <a:pt x="2217526" y="421499"/>
                  </a:lnTo>
                  <a:lnTo>
                    <a:pt x="2165597" y="387279"/>
                  </a:lnTo>
                  <a:lnTo>
                    <a:pt x="2113794" y="353314"/>
                  </a:lnTo>
                  <a:lnTo>
                    <a:pt x="2062337" y="320067"/>
                  </a:lnTo>
                  <a:lnTo>
                    <a:pt x="2011402" y="287959"/>
                  </a:lnTo>
                  <a:lnTo>
                    <a:pt x="1961095" y="257350"/>
                  </a:lnTo>
                  <a:lnTo>
                    <a:pt x="1911434" y="228525"/>
                  </a:lnTo>
                  <a:lnTo>
                    <a:pt x="1862329" y="201681"/>
                  </a:lnTo>
                  <a:lnTo>
                    <a:pt x="1813568" y="176934"/>
                  </a:lnTo>
                  <a:lnTo>
                    <a:pt x="1764799" y="154318"/>
                  </a:lnTo>
                  <a:lnTo>
                    <a:pt x="1719082" y="135205"/>
                  </a:lnTo>
                  <a:lnTo>
                    <a:pt x="1670823" y="117311"/>
                  </a:lnTo>
                  <a:lnTo>
                    <a:pt x="1620831" y="101287"/>
                  </a:lnTo>
                  <a:lnTo>
                    <a:pt x="1568262" y="87028"/>
                  </a:lnTo>
                  <a:lnTo>
                    <a:pt x="1512170" y="74362"/>
                  </a:lnTo>
                  <a:lnTo>
                    <a:pt x="1451605" y="63098"/>
                  </a:lnTo>
                  <a:lnTo>
                    <a:pt x="1385694" y="53055"/>
                  </a:lnTo>
                  <a:lnTo>
                    <a:pt x="1313767" y="44080"/>
                  </a:lnTo>
                  <a:lnTo>
                    <a:pt x="1235507" y="36049"/>
                  </a:lnTo>
                  <a:lnTo>
                    <a:pt x="1151164" y="28879"/>
                  </a:lnTo>
                  <a:lnTo>
                    <a:pt x="1061785" y="22523"/>
                  </a:lnTo>
                  <a:lnTo>
                    <a:pt x="969432" y="16967"/>
                  </a:lnTo>
                  <a:lnTo>
                    <a:pt x="877279" y="12221"/>
                  </a:lnTo>
                  <a:lnTo>
                    <a:pt x="789458" y="8308"/>
                  </a:lnTo>
                  <a:lnTo>
                    <a:pt x="710573" y="5234"/>
                  </a:lnTo>
                  <a:lnTo>
                    <a:pt x="644870" y="2975"/>
                  </a:lnTo>
                  <a:lnTo>
                    <a:pt x="595277" y="1460"/>
                  </a:lnTo>
                  <a:lnTo>
                    <a:pt x="562618" y="569"/>
                  </a:lnTo>
                  <a:lnTo>
                    <a:pt x="545267" y="143"/>
                  </a:lnTo>
                  <a:lnTo>
                    <a:pt x="539274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" name="pg107"/>
            <p:cNvSpPr/>
            <p:nvPr/>
          </p:nvSpPr>
          <p:spPr>
            <a:xfrm>
              <a:off x="546595" y="1202353"/>
              <a:ext cx="8234974" cy="4148735"/>
            </a:xfrm>
            <a:custGeom>
              <a:avLst/>
              <a:pathLst>
                <a:path w="8234974" h="4148735">
                  <a:moveTo>
                    <a:pt x="0" y="5444"/>
                  </a:moveTo>
                  <a:lnTo>
                    <a:pt x="538736" y="5444"/>
                  </a:lnTo>
                  <a:lnTo>
                    <a:pt x="540026" y="5472"/>
                  </a:lnTo>
                  <a:lnTo>
                    <a:pt x="548442" y="5668"/>
                  </a:lnTo>
                  <a:lnTo>
                    <a:pt x="569428" y="6211"/>
                  </a:lnTo>
                  <a:lnTo>
                    <a:pt x="606366" y="7276"/>
                  </a:lnTo>
                  <a:lnTo>
                    <a:pt x="660250" y="9017"/>
                  </a:lnTo>
                  <a:lnTo>
                    <a:pt x="729664" y="11545"/>
                  </a:lnTo>
                  <a:lnTo>
                    <a:pt x="811256" y="14921"/>
                  </a:lnTo>
                  <a:lnTo>
                    <a:pt x="900600" y="19159"/>
                  </a:lnTo>
                  <a:lnTo>
                    <a:pt x="993149" y="24246"/>
                  </a:lnTo>
                  <a:lnTo>
                    <a:pt x="1084984" y="30160"/>
                  </a:lnTo>
                  <a:lnTo>
                    <a:pt x="1173215" y="36897"/>
                  </a:lnTo>
                  <a:lnTo>
                    <a:pt x="1256056" y="44477"/>
                  </a:lnTo>
                  <a:lnTo>
                    <a:pt x="1332686" y="52959"/>
                  </a:lnTo>
                  <a:lnTo>
                    <a:pt x="1403021" y="62439"/>
                  </a:lnTo>
                  <a:lnTo>
                    <a:pt x="1467486" y="73052"/>
                  </a:lnTo>
                  <a:lnTo>
                    <a:pt x="1526816" y="84965"/>
                  </a:lnTo>
                  <a:lnTo>
                    <a:pt x="1581911" y="98366"/>
                  </a:lnTo>
                  <a:lnTo>
                    <a:pt x="1633730" y="113450"/>
                  </a:lnTo>
                  <a:lnTo>
                    <a:pt x="1683199" y="130383"/>
                  </a:lnTo>
                  <a:lnTo>
                    <a:pt x="1719082" y="144280"/>
                  </a:lnTo>
                  <a:lnTo>
                    <a:pt x="1768153" y="165428"/>
                  </a:lnTo>
                  <a:lnTo>
                    <a:pt x="1816746" y="188720"/>
                  </a:lnTo>
                  <a:lnTo>
                    <a:pt x="1865359" y="214186"/>
                  </a:lnTo>
                  <a:lnTo>
                    <a:pt x="1914330" y="241785"/>
                  </a:lnTo>
                  <a:lnTo>
                    <a:pt x="1963862" y="271398"/>
                  </a:lnTo>
                  <a:lnTo>
                    <a:pt x="2014037" y="302815"/>
                  </a:lnTo>
                  <a:lnTo>
                    <a:pt x="2064834" y="335743"/>
                  </a:lnTo>
                  <a:lnTo>
                    <a:pt x="2116141" y="369815"/>
                  </a:lnTo>
                  <a:lnTo>
                    <a:pt x="2167783" y="404598"/>
                  </a:lnTo>
                  <a:lnTo>
                    <a:pt x="2219540" y="439621"/>
                  </a:lnTo>
                  <a:lnTo>
                    <a:pt x="2271179" y="474399"/>
                  </a:lnTo>
                  <a:lnTo>
                    <a:pt x="2322483" y="508462"/>
                  </a:lnTo>
                  <a:lnTo>
                    <a:pt x="2373274" y="541379"/>
                  </a:lnTo>
                  <a:lnTo>
                    <a:pt x="2423444" y="572781"/>
                  </a:lnTo>
                  <a:lnTo>
                    <a:pt x="2472970" y="602375"/>
                  </a:lnTo>
                  <a:lnTo>
                    <a:pt x="2521936" y="629956"/>
                  </a:lnTo>
                  <a:lnTo>
                    <a:pt x="2570547" y="655402"/>
                  </a:lnTo>
                  <a:lnTo>
                    <a:pt x="2619143" y="678674"/>
                  </a:lnTo>
                  <a:lnTo>
                    <a:pt x="2667772" y="699622"/>
                  </a:lnTo>
                  <a:lnTo>
                    <a:pt x="2716023" y="717994"/>
                  </a:lnTo>
                  <a:lnTo>
                    <a:pt x="2766005" y="734445"/>
                  </a:lnTo>
                  <a:lnTo>
                    <a:pt x="2818564" y="749085"/>
                  </a:lnTo>
                  <a:lnTo>
                    <a:pt x="2874643" y="762091"/>
                  </a:lnTo>
                  <a:lnTo>
                    <a:pt x="2935194" y="773656"/>
                  </a:lnTo>
                  <a:lnTo>
                    <a:pt x="3001088" y="783967"/>
                  </a:lnTo>
                  <a:lnTo>
                    <a:pt x="3072995" y="793184"/>
                  </a:lnTo>
                  <a:lnTo>
                    <a:pt x="3151232" y="801429"/>
                  </a:lnTo>
                  <a:lnTo>
                    <a:pt x="3235552" y="808792"/>
                  </a:lnTo>
                  <a:lnTo>
                    <a:pt x="3324909" y="815319"/>
                  </a:lnTo>
                  <a:lnTo>
                    <a:pt x="3417243" y="821025"/>
                  </a:lnTo>
                  <a:lnTo>
                    <a:pt x="3509384" y="825898"/>
                  </a:lnTo>
                  <a:lnTo>
                    <a:pt x="3597204" y="829918"/>
                  </a:lnTo>
                  <a:lnTo>
                    <a:pt x="3676101" y="833076"/>
                  </a:lnTo>
                  <a:lnTo>
                    <a:pt x="3741831" y="835397"/>
                  </a:lnTo>
                  <a:lnTo>
                    <a:pt x="3791461" y="836954"/>
                  </a:lnTo>
                  <a:lnTo>
                    <a:pt x="3824163" y="837871"/>
                  </a:lnTo>
                  <a:lnTo>
                    <a:pt x="3841554" y="838309"/>
                  </a:lnTo>
                  <a:lnTo>
                    <a:pt x="3847574" y="838446"/>
                  </a:lnTo>
                  <a:lnTo>
                    <a:pt x="3848118" y="838458"/>
                  </a:lnTo>
                  <a:lnTo>
                    <a:pt x="4386855" y="838458"/>
                  </a:lnTo>
                  <a:lnTo>
                    <a:pt x="4387982" y="838553"/>
                  </a:lnTo>
                  <a:lnTo>
                    <a:pt x="4395358" y="839231"/>
                  </a:lnTo>
                  <a:lnTo>
                    <a:pt x="4413840" y="841108"/>
                  </a:lnTo>
                  <a:lnTo>
                    <a:pt x="4446594" y="844795"/>
                  </a:lnTo>
                  <a:lnTo>
                    <a:pt x="4494827" y="850842"/>
                  </a:lnTo>
                  <a:lnTo>
                    <a:pt x="4557707" y="859669"/>
                  </a:lnTo>
                  <a:lnTo>
                    <a:pt x="4632661" y="871529"/>
                  </a:lnTo>
                  <a:lnTo>
                    <a:pt x="4716010" y="886514"/>
                  </a:lnTo>
                  <a:lnTo>
                    <a:pt x="4803734" y="904600"/>
                  </a:lnTo>
                  <a:lnTo>
                    <a:pt x="4892145" y="925714"/>
                  </a:lnTo>
                  <a:lnTo>
                    <a:pt x="4978320" y="949807"/>
                  </a:lnTo>
                  <a:lnTo>
                    <a:pt x="5060255" y="976903"/>
                  </a:lnTo>
                  <a:lnTo>
                    <a:pt x="5136825" y="1007136"/>
                  </a:lnTo>
                  <a:lnTo>
                    <a:pt x="5207623" y="1040765"/>
                  </a:lnTo>
                  <a:lnTo>
                    <a:pt x="5272778" y="1078179"/>
                  </a:lnTo>
                  <a:lnTo>
                    <a:pt x="5332771" y="1119882"/>
                  </a:lnTo>
                  <a:lnTo>
                    <a:pt x="5388299" y="1166481"/>
                  </a:lnTo>
                  <a:lnTo>
                    <a:pt x="5440170" y="1218646"/>
                  </a:lnTo>
                  <a:lnTo>
                    <a:pt x="5489218" y="1277040"/>
                  </a:lnTo>
                  <a:lnTo>
                    <a:pt x="5536241" y="1342204"/>
                  </a:lnTo>
                  <a:lnTo>
                    <a:pt x="5567201" y="1390171"/>
                  </a:lnTo>
                  <a:lnTo>
                    <a:pt x="5600478" y="1446105"/>
                  </a:lnTo>
                  <a:lnTo>
                    <a:pt x="5633449" y="1505898"/>
                  </a:lnTo>
                  <a:lnTo>
                    <a:pt x="5666295" y="1569626"/>
                  </a:lnTo>
                  <a:lnTo>
                    <a:pt x="5699158" y="1637314"/>
                  </a:lnTo>
                  <a:lnTo>
                    <a:pt x="5732149" y="1708926"/>
                  </a:lnTo>
                  <a:lnTo>
                    <a:pt x="5765349" y="1784360"/>
                  </a:lnTo>
                  <a:lnTo>
                    <a:pt x="5798812" y="1863442"/>
                  </a:lnTo>
                  <a:lnTo>
                    <a:pt x="5832567" y="1945928"/>
                  </a:lnTo>
                  <a:lnTo>
                    <a:pt x="5866620" y="2031503"/>
                  </a:lnTo>
                  <a:lnTo>
                    <a:pt x="5900955" y="2119779"/>
                  </a:lnTo>
                  <a:lnTo>
                    <a:pt x="5935541" y="2210308"/>
                  </a:lnTo>
                  <a:lnTo>
                    <a:pt x="5970329" y="2302584"/>
                  </a:lnTo>
                  <a:lnTo>
                    <a:pt x="6005261" y="2396060"/>
                  </a:lnTo>
                  <a:lnTo>
                    <a:pt x="6040266" y="2490153"/>
                  </a:lnTo>
                  <a:lnTo>
                    <a:pt x="6075275" y="2584269"/>
                  </a:lnTo>
                  <a:lnTo>
                    <a:pt x="6110214" y="2677809"/>
                  </a:lnTo>
                  <a:lnTo>
                    <a:pt x="6145015" y="2770192"/>
                  </a:lnTo>
                  <a:lnTo>
                    <a:pt x="6179617" y="2860867"/>
                  </a:lnTo>
                  <a:lnTo>
                    <a:pt x="6213972" y="2949323"/>
                  </a:lnTo>
                  <a:lnTo>
                    <a:pt x="6248046" y="3035109"/>
                  </a:lnTo>
                  <a:lnTo>
                    <a:pt x="6281823" y="3117833"/>
                  </a:lnTo>
                  <a:lnTo>
                    <a:pt x="6315307" y="3197173"/>
                  </a:lnTo>
                  <a:lnTo>
                    <a:pt x="6348525" y="3272880"/>
                  </a:lnTo>
                  <a:lnTo>
                    <a:pt x="6381529" y="3344776"/>
                  </a:lnTo>
                  <a:lnTo>
                    <a:pt x="6414398" y="3412753"/>
                  </a:lnTo>
                  <a:lnTo>
                    <a:pt x="6447240" y="3476770"/>
                  </a:lnTo>
                  <a:lnTo>
                    <a:pt x="6480197" y="3536848"/>
                  </a:lnTo>
                  <a:lnTo>
                    <a:pt x="6513444" y="3593061"/>
                  </a:lnTo>
                  <a:lnTo>
                    <a:pt x="6515891" y="3597022"/>
                  </a:lnTo>
                  <a:lnTo>
                    <a:pt x="6561943" y="3666913"/>
                  </a:lnTo>
                  <a:lnTo>
                    <a:pt x="6609541" y="3729834"/>
                  </a:lnTo>
                  <a:lnTo>
                    <a:pt x="6659416" y="3786136"/>
                  </a:lnTo>
                  <a:lnTo>
                    <a:pt x="6712382" y="3836419"/>
                  </a:lnTo>
                  <a:lnTo>
                    <a:pt x="6769276" y="3881358"/>
                  </a:lnTo>
                  <a:lnTo>
                    <a:pt x="6830876" y="3921606"/>
                  </a:lnTo>
                  <a:lnTo>
                    <a:pt x="6897824" y="3957740"/>
                  </a:lnTo>
                  <a:lnTo>
                    <a:pt x="6970505" y="3990231"/>
                  </a:lnTo>
                  <a:lnTo>
                    <a:pt x="7048892" y="4019423"/>
                  </a:lnTo>
                  <a:lnTo>
                    <a:pt x="7132368" y="4045535"/>
                  </a:lnTo>
                  <a:lnTo>
                    <a:pt x="7219533" y="4068662"/>
                  </a:lnTo>
                  <a:lnTo>
                    <a:pt x="7308085" y="4088801"/>
                  </a:lnTo>
                  <a:lnTo>
                    <a:pt x="7394820" y="4105887"/>
                  </a:lnTo>
                  <a:lnTo>
                    <a:pt x="7475882" y="4119855"/>
                  </a:lnTo>
                  <a:lnTo>
                    <a:pt x="7547281" y="4130713"/>
                  </a:lnTo>
                  <a:lnTo>
                    <a:pt x="7605613" y="4138601"/>
                  </a:lnTo>
                  <a:lnTo>
                    <a:pt x="7648815" y="4143829"/>
                  </a:lnTo>
                  <a:lnTo>
                    <a:pt x="7676703" y="4146863"/>
                  </a:lnTo>
                  <a:lnTo>
                    <a:pt x="7691144" y="4148282"/>
                  </a:lnTo>
                  <a:lnTo>
                    <a:pt x="7695884" y="4148705"/>
                  </a:lnTo>
                  <a:lnTo>
                    <a:pt x="7696237" y="4148735"/>
                  </a:lnTo>
                  <a:lnTo>
                    <a:pt x="8234974" y="4148735"/>
                  </a:lnTo>
                  <a:lnTo>
                    <a:pt x="8234974" y="4143290"/>
                  </a:lnTo>
                  <a:lnTo>
                    <a:pt x="7696237" y="4143290"/>
                  </a:lnTo>
                  <a:lnTo>
                    <a:pt x="7695111" y="4143195"/>
                  </a:lnTo>
                  <a:lnTo>
                    <a:pt x="7687735" y="4142516"/>
                  </a:lnTo>
                  <a:lnTo>
                    <a:pt x="7669253" y="4140640"/>
                  </a:lnTo>
                  <a:lnTo>
                    <a:pt x="7636498" y="4136953"/>
                  </a:lnTo>
                  <a:lnTo>
                    <a:pt x="7588265" y="4130906"/>
                  </a:lnTo>
                  <a:lnTo>
                    <a:pt x="7525386" y="4122079"/>
                  </a:lnTo>
                  <a:lnTo>
                    <a:pt x="7450431" y="4110218"/>
                  </a:lnTo>
                  <a:lnTo>
                    <a:pt x="7367082" y="4095234"/>
                  </a:lnTo>
                  <a:lnTo>
                    <a:pt x="7279359" y="4077148"/>
                  </a:lnTo>
                  <a:lnTo>
                    <a:pt x="7190947" y="4056034"/>
                  </a:lnTo>
                  <a:lnTo>
                    <a:pt x="7104773" y="4031941"/>
                  </a:lnTo>
                  <a:lnTo>
                    <a:pt x="7022837" y="4004845"/>
                  </a:lnTo>
                  <a:lnTo>
                    <a:pt x="6946268" y="3974612"/>
                  </a:lnTo>
                  <a:lnTo>
                    <a:pt x="6875469" y="3940982"/>
                  </a:lnTo>
                  <a:lnTo>
                    <a:pt x="6810314" y="3903569"/>
                  </a:lnTo>
                  <a:lnTo>
                    <a:pt x="6750322" y="3861866"/>
                  </a:lnTo>
                  <a:lnTo>
                    <a:pt x="6694793" y="3815266"/>
                  </a:lnTo>
                  <a:lnTo>
                    <a:pt x="6642923" y="3763102"/>
                  </a:lnTo>
                  <a:lnTo>
                    <a:pt x="6593874" y="3704708"/>
                  </a:lnTo>
                  <a:lnTo>
                    <a:pt x="6546852" y="3639544"/>
                  </a:lnTo>
                  <a:lnTo>
                    <a:pt x="6515891" y="3591577"/>
                  </a:lnTo>
                  <a:lnTo>
                    <a:pt x="6482615" y="3535642"/>
                  </a:lnTo>
                  <a:lnTo>
                    <a:pt x="6449644" y="3475850"/>
                  </a:lnTo>
                  <a:lnTo>
                    <a:pt x="6416798" y="3412122"/>
                  </a:lnTo>
                  <a:lnTo>
                    <a:pt x="6383935" y="3344434"/>
                  </a:lnTo>
                  <a:lnTo>
                    <a:pt x="6350944" y="3272822"/>
                  </a:lnTo>
                  <a:lnTo>
                    <a:pt x="6317743" y="3197388"/>
                  </a:lnTo>
                  <a:lnTo>
                    <a:pt x="6284280" y="3118306"/>
                  </a:lnTo>
                  <a:lnTo>
                    <a:pt x="6250526" y="3035820"/>
                  </a:lnTo>
                  <a:lnTo>
                    <a:pt x="6216473" y="2950245"/>
                  </a:lnTo>
                  <a:lnTo>
                    <a:pt x="6182137" y="2861969"/>
                  </a:lnTo>
                  <a:lnTo>
                    <a:pt x="6147551" y="2771440"/>
                  </a:lnTo>
                  <a:lnTo>
                    <a:pt x="6112763" y="2679163"/>
                  </a:lnTo>
                  <a:lnTo>
                    <a:pt x="6077832" y="2585688"/>
                  </a:lnTo>
                  <a:lnTo>
                    <a:pt x="6042826" y="2491595"/>
                  </a:lnTo>
                  <a:lnTo>
                    <a:pt x="6007818" y="2397479"/>
                  </a:lnTo>
                  <a:lnTo>
                    <a:pt x="5972879" y="2303939"/>
                  </a:lnTo>
                  <a:lnTo>
                    <a:pt x="5938078" y="2211556"/>
                  </a:lnTo>
                  <a:lnTo>
                    <a:pt x="5903475" y="2120881"/>
                  </a:lnTo>
                  <a:lnTo>
                    <a:pt x="5869120" y="2032424"/>
                  </a:lnTo>
                  <a:lnTo>
                    <a:pt x="5835046" y="1946639"/>
                  </a:lnTo>
                  <a:lnTo>
                    <a:pt x="5801269" y="1863915"/>
                  </a:lnTo>
                  <a:lnTo>
                    <a:pt x="5767786" y="1784575"/>
                  </a:lnTo>
                  <a:lnTo>
                    <a:pt x="5734568" y="1708868"/>
                  </a:lnTo>
                  <a:lnTo>
                    <a:pt x="5701564" y="1636972"/>
                  </a:lnTo>
                  <a:lnTo>
                    <a:pt x="5668695" y="1568995"/>
                  </a:lnTo>
                  <a:lnTo>
                    <a:pt x="5635852" y="1504977"/>
                  </a:lnTo>
                  <a:lnTo>
                    <a:pt x="5602896" y="1444900"/>
                  </a:lnTo>
                  <a:lnTo>
                    <a:pt x="5569649" y="1388686"/>
                  </a:lnTo>
                  <a:lnTo>
                    <a:pt x="5567201" y="1384726"/>
                  </a:lnTo>
                  <a:lnTo>
                    <a:pt x="5521149" y="1314835"/>
                  </a:lnTo>
                  <a:lnTo>
                    <a:pt x="5473551" y="1251914"/>
                  </a:lnTo>
                  <a:lnTo>
                    <a:pt x="5423677" y="1195611"/>
                  </a:lnTo>
                  <a:lnTo>
                    <a:pt x="5370710" y="1145328"/>
                  </a:lnTo>
                  <a:lnTo>
                    <a:pt x="5313817" y="1100390"/>
                  </a:lnTo>
                  <a:lnTo>
                    <a:pt x="5252217" y="1060142"/>
                  </a:lnTo>
                  <a:lnTo>
                    <a:pt x="5185268" y="1024008"/>
                  </a:lnTo>
                  <a:lnTo>
                    <a:pt x="5112587" y="991517"/>
                  </a:lnTo>
                  <a:lnTo>
                    <a:pt x="5034200" y="962325"/>
                  </a:lnTo>
                  <a:lnTo>
                    <a:pt x="4950725" y="936213"/>
                  </a:lnTo>
                  <a:lnTo>
                    <a:pt x="4863559" y="913085"/>
                  </a:lnTo>
                  <a:lnTo>
                    <a:pt x="4775008" y="892947"/>
                  </a:lnTo>
                  <a:lnTo>
                    <a:pt x="4688273" y="875861"/>
                  </a:lnTo>
                  <a:lnTo>
                    <a:pt x="4607210" y="861893"/>
                  </a:lnTo>
                  <a:lnTo>
                    <a:pt x="4535811" y="851035"/>
                  </a:lnTo>
                  <a:lnTo>
                    <a:pt x="4477480" y="843146"/>
                  </a:lnTo>
                  <a:lnTo>
                    <a:pt x="4434278" y="837919"/>
                  </a:lnTo>
                  <a:lnTo>
                    <a:pt x="4406389" y="834885"/>
                  </a:lnTo>
                  <a:lnTo>
                    <a:pt x="4391949" y="833465"/>
                  </a:lnTo>
                  <a:lnTo>
                    <a:pt x="4387209" y="833042"/>
                  </a:lnTo>
                  <a:lnTo>
                    <a:pt x="4386855" y="833013"/>
                  </a:lnTo>
                  <a:lnTo>
                    <a:pt x="3848118" y="833013"/>
                  </a:lnTo>
                  <a:lnTo>
                    <a:pt x="3846829" y="832986"/>
                  </a:lnTo>
                  <a:lnTo>
                    <a:pt x="3838413" y="832789"/>
                  </a:lnTo>
                  <a:lnTo>
                    <a:pt x="3817427" y="832246"/>
                  </a:lnTo>
                  <a:lnTo>
                    <a:pt x="3780488" y="831181"/>
                  </a:lnTo>
                  <a:lnTo>
                    <a:pt x="3726604" y="829440"/>
                  </a:lnTo>
                  <a:lnTo>
                    <a:pt x="3657190" y="826912"/>
                  </a:lnTo>
                  <a:lnTo>
                    <a:pt x="3575598" y="823536"/>
                  </a:lnTo>
                  <a:lnTo>
                    <a:pt x="3486254" y="819298"/>
                  </a:lnTo>
                  <a:lnTo>
                    <a:pt x="3393706" y="814212"/>
                  </a:lnTo>
                  <a:lnTo>
                    <a:pt x="3301871" y="808297"/>
                  </a:lnTo>
                  <a:lnTo>
                    <a:pt x="3213639" y="801561"/>
                  </a:lnTo>
                  <a:lnTo>
                    <a:pt x="3130798" y="793980"/>
                  </a:lnTo>
                  <a:lnTo>
                    <a:pt x="3054169" y="785498"/>
                  </a:lnTo>
                  <a:lnTo>
                    <a:pt x="2983833" y="776018"/>
                  </a:lnTo>
                  <a:lnTo>
                    <a:pt x="2919368" y="765405"/>
                  </a:lnTo>
                  <a:lnTo>
                    <a:pt x="2860039" y="753493"/>
                  </a:lnTo>
                  <a:lnTo>
                    <a:pt x="2804943" y="740091"/>
                  </a:lnTo>
                  <a:lnTo>
                    <a:pt x="2753124" y="725007"/>
                  </a:lnTo>
                  <a:lnTo>
                    <a:pt x="2703656" y="708074"/>
                  </a:lnTo>
                  <a:lnTo>
                    <a:pt x="2667772" y="694178"/>
                  </a:lnTo>
                  <a:lnTo>
                    <a:pt x="2618702" y="673029"/>
                  </a:lnTo>
                  <a:lnTo>
                    <a:pt x="2570108" y="649737"/>
                  </a:lnTo>
                  <a:lnTo>
                    <a:pt x="2521495" y="624272"/>
                  </a:lnTo>
                  <a:lnTo>
                    <a:pt x="2472525" y="596672"/>
                  </a:lnTo>
                  <a:lnTo>
                    <a:pt x="2422993" y="567060"/>
                  </a:lnTo>
                  <a:lnTo>
                    <a:pt x="2372817" y="535643"/>
                  </a:lnTo>
                  <a:lnTo>
                    <a:pt x="2322021" y="502714"/>
                  </a:lnTo>
                  <a:lnTo>
                    <a:pt x="2270713" y="468642"/>
                  </a:lnTo>
                  <a:lnTo>
                    <a:pt x="2219072" y="433860"/>
                  </a:lnTo>
                  <a:lnTo>
                    <a:pt x="2167315" y="398837"/>
                  </a:lnTo>
                  <a:lnTo>
                    <a:pt x="2115675" y="364058"/>
                  </a:lnTo>
                  <a:lnTo>
                    <a:pt x="2064372" y="329995"/>
                  </a:lnTo>
                  <a:lnTo>
                    <a:pt x="2013580" y="297078"/>
                  </a:lnTo>
                  <a:lnTo>
                    <a:pt x="1963411" y="265677"/>
                  </a:lnTo>
                  <a:lnTo>
                    <a:pt x="1913885" y="236082"/>
                  </a:lnTo>
                  <a:lnTo>
                    <a:pt x="1864918" y="208501"/>
                  </a:lnTo>
                  <a:lnTo>
                    <a:pt x="1816307" y="183055"/>
                  </a:lnTo>
                  <a:lnTo>
                    <a:pt x="1767712" y="159783"/>
                  </a:lnTo>
                  <a:lnTo>
                    <a:pt x="1719082" y="138835"/>
                  </a:lnTo>
                  <a:lnTo>
                    <a:pt x="1670831" y="120464"/>
                  </a:lnTo>
                  <a:lnTo>
                    <a:pt x="1620849" y="104012"/>
                  </a:lnTo>
                  <a:lnTo>
                    <a:pt x="1568290" y="89372"/>
                  </a:lnTo>
                  <a:lnTo>
                    <a:pt x="1512211" y="76367"/>
                  </a:lnTo>
                  <a:lnTo>
                    <a:pt x="1451660" y="64801"/>
                  </a:lnTo>
                  <a:lnTo>
                    <a:pt x="1385767" y="54490"/>
                  </a:lnTo>
                  <a:lnTo>
                    <a:pt x="1313860" y="45274"/>
                  </a:lnTo>
                  <a:lnTo>
                    <a:pt x="1235622" y="37028"/>
                  </a:lnTo>
                  <a:lnTo>
                    <a:pt x="1151302" y="29666"/>
                  </a:lnTo>
                  <a:lnTo>
                    <a:pt x="1061946" y="23138"/>
                  </a:lnTo>
                  <a:lnTo>
                    <a:pt x="969612" y="17432"/>
                  </a:lnTo>
                  <a:lnTo>
                    <a:pt x="877470" y="12559"/>
                  </a:lnTo>
                  <a:lnTo>
                    <a:pt x="789651" y="8539"/>
                  </a:lnTo>
                  <a:lnTo>
                    <a:pt x="710753" y="5381"/>
                  </a:lnTo>
                  <a:lnTo>
                    <a:pt x="645024" y="3060"/>
                  </a:lnTo>
                  <a:lnTo>
                    <a:pt x="595393" y="1503"/>
                  </a:lnTo>
                  <a:lnTo>
                    <a:pt x="562692" y="586"/>
                  </a:lnTo>
                  <a:lnTo>
                    <a:pt x="545301" y="148"/>
                  </a:lnTo>
                  <a:lnTo>
                    <a:pt x="539281" y="1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546595" y="1207798"/>
              <a:ext cx="8234974" cy="4143290"/>
            </a:xfrm>
            <a:custGeom>
              <a:avLst/>
              <a:pathLst>
                <a:path w="8234974" h="4143290">
                  <a:moveTo>
                    <a:pt x="0" y="0"/>
                  </a:moveTo>
                  <a:lnTo>
                    <a:pt x="538736" y="0"/>
                  </a:lnTo>
                  <a:lnTo>
                    <a:pt x="540026" y="27"/>
                  </a:lnTo>
                  <a:lnTo>
                    <a:pt x="548442" y="223"/>
                  </a:lnTo>
                  <a:lnTo>
                    <a:pt x="569428" y="766"/>
                  </a:lnTo>
                  <a:lnTo>
                    <a:pt x="606366" y="1831"/>
                  </a:lnTo>
                  <a:lnTo>
                    <a:pt x="660250" y="3572"/>
                  </a:lnTo>
                  <a:lnTo>
                    <a:pt x="729664" y="6101"/>
                  </a:lnTo>
                  <a:lnTo>
                    <a:pt x="811256" y="9476"/>
                  </a:lnTo>
                  <a:lnTo>
                    <a:pt x="900600" y="13715"/>
                  </a:lnTo>
                  <a:lnTo>
                    <a:pt x="993149" y="18801"/>
                  </a:lnTo>
                  <a:lnTo>
                    <a:pt x="1084984" y="24716"/>
                  </a:lnTo>
                  <a:lnTo>
                    <a:pt x="1173215" y="31452"/>
                  </a:lnTo>
                  <a:lnTo>
                    <a:pt x="1256056" y="39032"/>
                  </a:lnTo>
                  <a:lnTo>
                    <a:pt x="1332686" y="47514"/>
                  </a:lnTo>
                  <a:lnTo>
                    <a:pt x="1403021" y="56995"/>
                  </a:lnTo>
                  <a:lnTo>
                    <a:pt x="1467486" y="67608"/>
                  </a:lnTo>
                  <a:lnTo>
                    <a:pt x="1526816" y="79520"/>
                  </a:lnTo>
                  <a:lnTo>
                    <a:pt x="1581911" y="92921"/>
                  </a:lnTo>
                  <a:lnTo>
                    <a:pt x="1633730" y="108006"/>
                  </a:lnTo>
                  <a:lnTo>
                    <a:pt x="1683199" y="124938"/>
                  </a:lnTo>
                  <a:lnTo>
                    <a:pt x="1719082" y="138835"/>
                  </a:lnTo>
                  <a:lnTo>
                    <a:pt x="1768153" y="159984"/>
                  </a:lnTo>
                  <a:lnTo>
                    <a:pt x="1816746" y="183275"/>
                  </a:lnTo>
                  <a:lnTo>
                    <a:pt x="1865359" y="208741"/>
                  </a:lnTo>
                  <a:lnTo>
                    <a:pt x="1914330" y="236341"/>
                  </a:lnTo>
                  <a:lnTo>
                    <a:pt x="1963862" y="265953"/>
                  </a:lnTo>
                  <a:lnTo>
                    <a:pt x="2014037" y="297370"/>
                  </a:lnTo>
                  <a:lnTo>
                    <a:pt x="2064834" y="330299"/>
                  </a:lnTo>
                  <a:lnTo>
                    <a:pt x="2116141" y="364370"/>
                  </a:lnTo>
                  <a:lnTo>
                    <a:pt x="2167783" y="399153"/>
                  </a:lnTo>
                  <a:lnTo>
                    <a:pt x="2219540" y="434176"/>
                  </a:lnTo>
                  <a:lnTo>
                    <a:pt x="2271179" y="468954"/>
                  </a:lnTo>
                  <a:lnTo>
                    <a:pt x="2322483" y="503017"/>
                  </a:lnTo>
                  <a:lnTo>
                    <a:pt x="2373274" y="535934"/>
                  </a:lnTo>
                  <a:lnTo>
                    <a:pt x="2423444" y="567336"/>
                  </a:lnTo>
                  <a:lnTo>
                    <a:pt x="2472970" y="596931"/>
                  </a:lnTo>
                  <a:lnTo>
                    <a:pt x="2521936" y="624512"/>
                  </a:lnTo>
                  <a:lnTo>
                    <a:pt x="2570547" y="649958"/>
                  </a:lnTo>
                  <a:lnTo>
                    <a:pt x="2619143" y="673230"/>
                  </a:lnTo>
                  <a:lnTo>
                    <a:pt x="2667772" y="694178"/>
                  </a:lnTo>
                  <a:lnTo>
                    <a:pt x="2716023" y="712549"/>
                  </a:lnTo>
                  <a:lnTo>
                    <a:pt x="2766005" y="729001"/>
                  </a:lnTo>
                  <a:lnTo>
                    <a:pt x="2818564" y="743641"/>
                  </a:lnTo>
                  <a:lnTo>
                    <a:pt x="2874643" y="756646"/>
                  </a:lnTo>
                  <a:lnTo>
                    <a:pt x="2935194" y="768212"/>
                  </a:lnTo>
                  <a:lnTo>
                    <a:pt x="3001088" y="778523"/>
                  </a:lnTo>
                  <a:lnTo>
                    <a:pt x="3072995" y="787739"/>
                  </a:lnTo>
                  <a:lnTo>
                    <a:pt x="3151232" y="795985"/>
                  </a:lnTo>
                  <a:lnTo>
                    <a:pt x="3235552" y="803347"/>
                  </a:lnTo>
                  <a:lnTo>
                    <a:pt x="3324909" y="809874"/>
                  </a:lnTo>
                  <a:lnTo>
                    <a:pt x="3417243" y="815580"/>
                  </a:lnTo>
                  <a:lnTo>
                    <a:pt x="3509384" y="820454"/>
                  </a:lnTo>
                  <a:lnTo>
                    <a:pt x="3597204" y="824474"/>
                  </a:lnTo>
                  <a:lnTo>
                    <a:pt x="3676101" y="827632"/>
                  </a:lnTo>
                  <a:lnTo>
                    <a:pt x="3741831" y="829953"/>
                  </a:lnTo>
                  <a:lnTo>
                    <a:pt x="3791461" y="831510"/>
                  </a:lnTo>
                  <a:lnTo>
                    <a:pt x="3824163" y="832427"/>
                  </a:lnTo>
                  <a:lnTo>
                    <a:pt x="3841554" y="832865"/>
                  </a:lnTo>
                  <a:lnTo>
                    <a:pt x="3847574" y="833002"/>
                  </a:lnTo>
                  <a:lnTo>
                    <a:pt x="3848118" y="833013"/>
                  </a:lnTo>
                  <a:lnTo>
                    <a:pt x="4386855" y="833013"/>
                  </a:lnTo>
                  <a:lnTo>
                    <a:pt x="4387982" y="833108"/>
                  </a:lnTo>
                  <a:lnTo>
                    <a:pt x="4395358" y="833787"/>
                  </a:lnTo>
                  <a:lnTo>
                    <a:pt x="4413840" y="835663"/>
                  </a:lnTo>
                  <a:lnTo>
                    <a:pt x="4446594" y="839351"/>
                  </a:lnTo>
                  <a:lnTo>
                    <a:pt x="4494827" y="845398"/>
                  </a:lnTo>
                  <a:lnTo>
                    <a:pt x="4557707" y="854225"/>
                  </a:lnTo>
                  <a:lnTo>
                    <a:pt x="4632661" y="866085"/>
                  </a:lnTo>
                  <a:lnTo>
                    <a:pt x="4716010" y="881070"/>
                  </a:lnTo>
                  <a:lnTo>
                    <a:pt x="4803734" y="899155"/>
                  </a:lnTo>
                  <a:lnTo>
                    <a:pt x="4892145" y="920269"/>
                  </a:lnTo>
                  <a:lnTo>
                    <a:pt x="4978320" y="944362"/>
                  </a:lnTo>
                  <a:lnTo>
                    <a:pt x="5060255" y="971458"/>
                  </a:lnTo>
                  <a:lnTo>
                    <a:pt x="5136825" y="1001691"/>
                  </a:lnTo>
                  <a:lnTo>
                    <a:pt x="5207623" y="1035321"/>
                  </a:lnTo>
                  <a:lnTo>
                    <a:pt x="5272778" y="1072734"/>
                  </a:lnTo>
                  <a:lnTo>
                    <a:pt x="5332771" y="1114437"/>
                  </a:lnTo>
                  <a:lnTo>
                    <a:pt x="5388299" y="1161037"/>
                  </a:lnTo>
                  <a:lnTo>
                    <a:pt x="5440170" y="1213202"/>
                  </a:lnTo>
                  <a:lnTo>
                    <a:pt x="5489218" y="1271596"/>
                  </a:lnTo>
                  <a:lnTo>
                    <a:pt x="5536241" y="1336759"/>
                  </a:lnTo>
                  <a:lnTo>
                    <a:pt x="5567201" y="1384726"/>
                  </a:lnTo>
                  <a:lnTo>
                    <a:pt x="5600478" y="1440661"/>
                  </a:lnTo>
                  <a:lnTo>
                    <a:pt x="5633449" y="1500453"/>
                  </a:lnTo>
                  <a:lnTo>
                    <a:pt x="5666295" y="1564181"/>
                  </a:lnTo>
                  <a:lnTo>
                    <a:pt x="5699158" y="1631870"/>
                  </a:lnTo>
                  <a:lnTo>
                    <a:pt x="5732149" y="1703482"/>
                  </a:lnTo>
                  <a:lnTo>
                    <a:pt x="5765349" y="1778915"/>
                  </a:lnTo>
                  <a:lnTo>
                    <a:pt x="5798812" y="1857997"/>
                  </a:lnTo>
                  <a:lnTo>
                    <a:pt x="5832567" y="1940484"/>
                  </a:lnTo>
                  <a:lnTo>
                    <a:pt x="5866620" y="2026058"/>
                  </a:lnTo>
                  <a:lnTo>
                    <a:pt x="5900955" y="2114334"/>
                  </a:lnTo>
                  <a:lnTo>
                    <a:pt x="5935541" y="2204863"/>
                  </a:lnTo>
                  <a:lnTo>
                    <a:pt x="5970329" y="2297140"/>
                  </a:lnTo>
                  <a:lnTo>
                    <a:pt x="6005261" y="2390615"/>
                  </a:lnTo>
                  <a:lnTo>
                    <a:pt x="6040266" y="2484709"/>
                  </a:lnTo>
                  <a:lnTo>
                    <a:pt x="6075275" y="2578824"/>
                  </a:lnTo>
                  <a:lnTo>
                    <a:pt x="6110214" y="2672364"/>
                  </a:lnTo>
                  <a:lnTo>
                    <a:pt x="6145015" y="2764748"/>
                  </a:lnTo>
                  <a:lnTo>
                    <a:pt x="6179617" y="2855422"/>
                  </a:lnTo>
                  <a:lnTo>
                    <a:pt x="6213972" y="2943879"/>
                  </a:lnTo>
                  <a:lnTo>
                    <a:pt x="6248046" y="3029665"/>
                  </a:lnTo>
                  <a:lnTo>
                    <a:pt x="6281823" y="3112388"/>
                  </a:lnTo>
                  <a:lnTo>
                    <a:pt x="6315307" y="3191729"/>
                  </a:lnTo>
                  <a:lnTo>
                    <a:pt x="6348525" y="3267435"/>
                  </a:lnTo>
                  <a:lnTo>
                    <a:pt x="6381529" y="3339331"/>
                  </a:lnTo>
                  <a:lnTo>
                    <a:pt x="6414398" y="3407308"/>
                  </a:lnTo>
                  <a:lnTo>
                    <a:pt x="6447240" y="3471326"/>
                  </a:lnTo>
                  <a:lnTo>
                    <a:pt x="6480197" y="3531404"/>
                  </a:lnTo>
                  <a:lnTo>
                    <a:pt x="6513444" y="3587617"/>
                  </a:lnTo>
                  <a:lnTo>
                    <a:pt x="6515891" y="3591577"/>
                  </a:lnTo>
                  <a:lnTo>
                    <a:pt x="6561943" y="3661468"/>
                  </a:lnTo>
                  <a:lnTo>
                    <a:pt x="6609541" y="3724389"/>
                  </a:lnTo>
                  <a:lnTo>
                    <a:pt x="6659416" y="3780692"/>
                  </a:lnTo>
                  <a:lnTo>
                    <a:pt x="6712382" y="3830975"/>
                  </a:lnTo>
                  <a:lnTo>
                    <a:pt x="6769276" y="3875913"/>
                  </a:lnTo>
                  <a:lnTo>
                    <a:pt x="6830876" y="3916161"/>
                  </a:lnTo>
                  <a:lnTo>
                    <a:pt x="6897824" y="3952296"/>
                  </a:lnTo>
                  <a:lnTo>
                    <a:pt x="6970505" y="3984786"/>
                  </a:lnTo>
                  <a:lnTo>
                    <a:pt x="7048892" y="4013978"/>
                  </a:lnTo>
                  <a:lnTo>
                    <a:pt x="7132368" y="4040090"/>
                  </a:lnTo>
                  <a:lnTo>
                    <a:pt x="7219533" y="4063218"/>
                  </a:lnTo>
                  <a:lnTo>
                    <a:pt x="7308085" y="4083356"/>
                  </a:lnTo>
                  <a:lnTo>
                    <a:pt x="7394820" y="4100442"/>
                  </a:lnTo>
                  <a:lnTo>
                    <a:pt x="7475882" y="4114411"/>
                  </a:lnTo>
                  <a:lnTo>
                    <a:pt x="7547281" y="4125269"/>
                  </a:lnTo>
                  <a:lnTo>
                    <a:pt x="7605613" y="4133157"/>
                  </a:lnTo>
                  <a:lnTo>
                    <a:pt x="7648815" y="4138384"/>
                  </a:lnTo>
                  <a:lnTo>
                    <a:pt x="7676703" y="4141419"/>
                  </a:lnTo>
                  <a:lnTo>
                    <a:pt x="7691144" y="4142838"/>
                  </a:lnTo>
                  <a:lnTo>
                    <a:pt x="7695884" y="4143261"/>
                  </a:lnTo>
                  <a:lnTo>
                    <a:pt x="7696237" y="4143290"/>
                  </a:lnTo>
                  <a:lnTo>
                    <a:pt x="8234974" y="41432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546595" y="1202353"/>
              <a:ext cx="8234974" cy="4143290"/>
            </a:xfrm>
            <a:custGeom>
              <a:avLst/>
              <a:pathLst>
                <a:path w="8234974" h="4143290">
                  <a:moveTo>
                    <a:pt x="8234974" y="4143290"/>
                  </a:moveTo>
                  <a:lnTo>
                    <a:pt x="7696237" y="4143290"/>
                  </a:lnTo>
                  <a:lnTo>
                    <a:pt x="7695111" y="4143195"/>
                  </a:lnTo>
                  <a:lnTo>
                    <a:pt x="7687735" y="4142516"/>
                  </a:lnTo>
                  <a:lnTo>
                    <a:pt x="7669253" y="4140640"/>
                  </a:lnTo>
                  <a:lnTo>
                    <a:pt x="7636498" y="4136953"/>
                  </a:lnTo>
                  <a:lnTo>
                    <a:pt x="7588265" y="4130906"/>
                  </a:lnTo>
                  <a:lnTo>
                    <a:pt x="7525386" y="4122079"/>
                  </a:lnTo>
                  <a:lnTo>
                    <a:pt x="7450431" y="4110218"/>
                  </a:lnTo>
                  <a:lnTo>
                    <a:pt x="7367082" y="4095234"/>
                  </a:lnTo>
                  <a:lnTo>
                    <a:pt x="7279359" y="4077148"/>
                  </a:lnTo>
                  <a:lnTo>
                    <a:pt x="7190947" y="4056034"/>
                  </a:lnTo>
                  <a:lnTo>
                    <a:pt x="7104773" y="4031941"/>
                  </a:lnTo>
                  <a:lnTo>
                    <a:pt x="7022837" y="4004845"/>
                  </a:lnTo>
                  <a:lnTo>
                    <a:pt x="6946268" y="3974612"/>
                  </a:lnTo>
                  <a:lnTo>
                    <a:pt x="6875469" y="3940982"/>
                  </a:lnTo>
                  <a:lnTo>
                    <a:pt x="6810314" y="3903569"/>
                  </a:lnTo>
                  <a:lnTo>
                    <a:pt x="6750322" y="3861866"/>
                  </a:lnTo>
                  <a:lnTo>
                    <a:pt x="6694793" y="3815266"/>
                  </a:lnTo>
                  <a:lnTo>
                    <a:pt x="6642923" y="3763102"/>
                  </a:lnTo>
                  <a:lnTo>
                    <a:pt x="6593874" y="3704708"/>
                  </a:lnTo>
                  <a:lnTo>
                    <a:pt x="6546852" y="3639544"/>
                  </a:lnTo>
                  <a:lnTo>
                    <a:pt x="6515891" y="3591577"/>
                  </a:lnTo>
                  <a:lnTo>
                    <a:pt x="6482615" y="3535642"/>
                  </a:lnTo>
                  <a:lnTo>
                    <a:pt x="6449644" y="3475850"/>
                  </a:lnTo>
                  <a:lnTo>
                    <a:pt x="6416798" y="3412122"/>
                  </a:lnTo>
                  <a:lnTo>
                    <a:pt x="6383935" y="3344434"/>
                  </a:lnTo>
                  <a:lnTo>
                    <a:pt x="6350944" y="3272822"/>
                  </a:lnTo>
                  <a:lnTo>
                    <a:pt x="6317743" y="3197388"/>
                  </a:lnTo>
                  <a:lnTo>
                    <a:pt x="6284280" y="3118306"/>
                  </a:lnTo>
                  <a:lnTo>
                    <a:pt x="6250526" y="3035820"/>
                  </a:lnTo>
                  <a:lnTo>
                    <a:pt x="6216473" y="2950245"/>
                  </a:lnTo>
                  <a:lnTo>
                    <a:pt x="6182137" y="2861969"/>
                  </a:lnTo>
                  <a:lnTo>
                    <a:pt x="6147551" y="2771440"/>
                  </a:lnTo>
                  <a:lnTo>
                    <a:pt x="6112763" y="2679163"/>
                  </a:lnTo>
                  <a:lnTo>
                    <a:pt x="6077832" y="2585688"/>
                  </a:lnTo>
                  <a:lnTo>
                    <a:pt x="6042826" y="2491595"/>
                  </a:lnTo>
                  <a:lnTo>
                    <a:pt x="6007818" y="2397479"/>
                  </a:lnTo>
                  <a:lnTo>
                    <a:pt x="5972879" y="2303939"/>
                  </a:lnTo>
                  <a:lnTo>
                    <a:pt x="5938078" y="2211556"/>
                  </a:lnTo>
                  <a:lnTo>
                    <a:pt x="5903475" y="2120881"/>
                  </a:lnTo>
                  <a:lnTo>
                    <a:pt x="5869120" y="2032424"/>
                  </a:lnTo>
                  <a:lnTo>
                    <a:pt x="5835046" y="1946639"/>
                  </a:lnTo>
                  <a:lnTo>
                    <a:pt x="5801269" y="1863915"/>
                  </a:lnTo>
                  <a:lnTo>
                    <a:pt x="5767786" y="1784575"/>
                  </a:lnTo>
                  <a:lnTo>
                    <a:pt x="5734568" y="1708868"/>
                  </a:lnTo>
                  <a:lnTo>
                    <a:pt x="5701564" y="1636972"/>
                  </a:lnTo>
                  <a:lnTo>
                    <a:pt x="5668695" y="1568995"/>
                  </a:lnTo>
                  <a:lnTo>
                    <a:pt x="5635852" y="1504977"/>
                  </a:lnTo>
                  <a:lnTo>
                    <a:pt x="5602896" y="1444900"/>
                  </a:lnTo>
                  <a:lnTo>
                    <a:pt x="5569649" y="1388686"/>
                  </a:lnTo>
                  <a:lnTo>
                    <a:pt x="5567201" y="1384726"/>
                  </a:lnTo>
                  <a:lnTo>
                    <a:pt x="5521149" y="1314835"/>
                  </a:lnTo>
                  <a:lnTo>
                    <a:pt x="5473551" y="1251914"/>
                  </a:lnTo>
                  <a:lnTo>
                    <a:pt x="5423677" y="1195611"/>
                  </a:lnTo>
                  <a:lnTo>
                    <a:pt x="5370710" y="1145328"/>
                  </a:lnTo>
                  <a:lnTo>
                    <a:pt x="5313817" y="1100390"/>
                  </a:lnTo>
                  <a:lnTo>
                    <a:pt x="5252217" y="1060142"/>
                  </a:lnTo>
                  <a:lnTo>
                    <a:pt x="5185268" y="1024008"/>
                  </a:lnTo>
                  <a:lnTo>
                    <a:pt x="5112587" y="991517"/>
                  </a:lnTo>
                  <a:lnTo>
                    <a:pt x="5034200" y="962325"/>
                  </a:lnTo>
                  <a:lnTo>
                    <a:pt x="4950725" y="936213"/>
                  </a:lnTo>
                  <a:lnTo>
                    <a:pt x="4863559" y="913085"/>
                  </a:lnTo>
                  <a:lnTo>
                    <a:pt x="4775008" y="892947"/>
                  </a:lnTo>
                  <a:lnTo>
                    <a:pt x="4688273" y="875861"/>
                  </a:lnTo>
                  <a:lnTo>
                    <a:pt x="4607210" y="861893"/>
                  </a:lnTo>
                  <a:lnTo>
                    <a:pt x="4535811" y="851035"/>
                  </a:lnTo>
                  <a:lnTo>
                    <a:pt x="4477480" y="843146"/>
                  </a:lnTo>
                  <a:lnTo>
                    <a:pt x="4434278" y="837919"/>
                  </a:lnTo>
                  <a:lnTo>
                    <a:pt x="4406389" y="834885"/>
                  </a:lnTo>
                  <a:lnTo>
                    <a:pt x="4391949" y="833465"/>
                  </a:lnTo>
                  <a:lnTo>
                    <a:pt x="4387209" y="833042"/>
                  </a:lnTo>
                  <a:lnTo>
                    <a:pt x="4386855" y="833013"/>
                  </a:lnTo>
                  <a:lnTo>
                    <a:pt x="3848118" y="833013"/>
                  </a:lnTo>
                  <a:lnTo>
                    <a:pt x="3846829" y="832986"/>
                  </a:lnTo>
                  <a:lnTo>
                    <a:pt x="3838413" y="832789"/>
                  </a:lnTo>
                  <a:lnTo>
                    <a:pt x="3817427" y="832246"/>
                  </a:lnTo>
                  <a:lnTo>
                    <a:pt x="3780488" y="831181"/>
                  </a:lnTo>
                  <a:lnTo>
                    <a:pt x="3726604" y="829440"/>
                  </a:lnTo>
                  <a:lnTo>
                    <a:pt x="3657190" y="826912"/>
                  </a:lnTo>
                  <a:lnTo>
                    <a:pt x="3575598" y="823536"/>
                  </a:lnTo>
                  <a:lnTo>
                    <a:pt x="3486254" y="819298"/>
                  </a:lnTo>
                  <a:lnTo>
                    <a:pt x="3393706" y="814212"/>
                  </a:lnTo>
                  <a:lnTo>
                    <a:pt x="3301871" y="808297"/>
                  </a:lnTo>
                  <a:lnTo>
                    <a:pt x="3213639" y="801561"/>
                  </a:lnTo>
                  <a:lnTo>
                    <a:pt x="3130798" y="793980"/>
                  </a:lnTo>
                  <a:lnTo>
                    <a:pt x="3054169" y="785498"/>
                  </a:lnTo>
                  <a:lnTo>
                    <a:pt x="2983833" y="776018"/>
                  </a:lnTo>
                  <a:lnTo>
                    <a:pt x="2919368" y="765405"/>
                  </a:lnTo>
                  <a:lnTo>
                    <a:pt x="2860039" y="753493"/>
                  </a:lnTo>
                  <a:lnTo>
                    <a:pt x="2804943" y="740091"/>
                  </a:lnTo>
                  <a:lnTo>
                    <a:pt x="2753124" y="725007"/>
                  </a:lnTo>
                  <a:lnTo>
                    <a:pt x="2703656" y="708074"/>
                  </a:lnTo>
                  <a:lnTo>
                    <a:pt x="2667772" y="694178"/>
                  </a:lnTo>
                  <a:lnTo>
                    <a:pt x="2618702" y="673029"/>
                  </a:lnTo>
                  <a:lnTo>
                    <a:pt x="2570108" y="649737"/>
                  </a:lnTo>
                  <a:lnTo>
                    <a:pt x="2521495" y="624272"/>
                  </a:lnTo>
                  <a:lnTo>
                    <a:pt x="2472525" y="596672"/>
                  </a:lnTo>
                  <a:lnTo>
                    <a:pt x="2422993" y="567060"/>
                  </a:lnTo>
                  <a:lnTo>
                    <a:pt x="2372817" y="535643"/>
                  </a:lnTo>
                  <a:lnTo>
                    <a:pt x="2322021" y="502714"/>
                  </a:lnTo>
                  <a:lnTo>
                    <a:pt x="2270713" y="468642"/>
                  </a:lnTo>
                  <a:lnTo>
                    <a:pt x="2219072" y="433860"/>
                  </a:lnTo>
                  <a:lnTo>
                    <a:pt x="2167315" y="398837"/>
                  </a:lnTo>
                  <a:lnTo>
                    <a:pt x="2115675" y="364058"/>
                  </a:lnTo>
                  <a:lnTo>
                    <a:pt x="2064372" y="329995"/>
                  </a:lnTo>
                  <a:lnTo>
                    <a:pt x="2013580" y="297078"/>
                  </a:lnTo>
                  <a:lnTo>
                    <a:pt x="1963411" y="265677"/>
                  </a:lnTo>
                  <a:lnTo>
                    <a:pt x="1913885" y="236082"/>
                  </a:lnTo>
                  <a:lnTo>
                    <a:pt x="1864918" y="208501"/>
                  </a:lnTo>
                  <a:lnTo>
                    <a:pt x="1816307" y="183055"/>
                  </a:lnTo>
                  <a:lnTo>
                    <a:pt x="1767712" y="159783"/>
                  </a:lnTo>
                  <a:lnTo>
                    <a:pt x="1719082" y="138835"/>
                  </a:lnTo>
                  <a:lnTo>
                    <a:pt x="1670831" y="120464"/>
                  </a:lnTo>
                  <a:lnTo>
                    <a:pt x="1620849" y="104012"/>
                  </a:lnTo>
                  <a:lnTo>
                    <a:pt x="1568290" y="89372"/>
                  </a:lnTo>
                  <a:lnTo>
                    <a:pt x="1512211" y="76367"/>
                  </a:lnTo>
                  <a:lnTo>
                    <a:pt x="1451660" y="64801"/>
                  </a:lnTo>
                  <a:lnTo>
                    <a:pt x="1385767" y="54490"/>
                  </a:lnTo>
                  <a:lnTo>
                    <a:pt x="1313860" y="45274"/>
                  </a:lnTo>
                  <a:lnTo>
                    <a:pt x="1235622" y="37028"/>
                  </a:lnTo>
                  <a:lnTo>
                    <a:pt x="1151302" y="29666"/>
                  </a:lnTo>
                  <a:lnTo>
                    <a:pt x="1061946" y="23138"/>
                  </a:lnTo>
                  <a:lnTo>
                    <a:pt x="969612" y="17432"/>
                  </a:lnTo>
                  <a:lnTo>
                    <a:pt x="877470" y="12559"/>
                  </a:lnTo>
                  <a:lnTo>
                    <a:pt x="789651" y="8539"/>
                  </a:lnTo>
                  <a:lnTo>
                    <a:pt x="710753" y="5381"/>
                  </a:lnTo>
                  <a:lnTo>
                    <a:pt x="645024" y="3060"/>
                  </a:lnTo>
                  <a:lnTo>
                    <a:pt x="595393" y="1503"/>
                  </a:lnTo>
                  <a:lnTo>
                    <a:pt x="562692" y="586"/>
                  </a:lnTo>
                  <a:lnTo>
                    <a:pt x="545301" y="148"/>
                  </a:lnTo>
                  <a:lnTo>
                    <a:pt x="539281" y="1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" name="pg110"/>
            <p:cNvSpPr/>
            <p:nvPr/>
          </p:nvSpPr>
          <p:spPr>
            <a:xfrm>
              <a:off x="546595" y="1207798"/>
              <a:ext cx="8234974" cy="4704077"/>
            </a:xfrm>
            <a:custGeom>
              <a:avLst/>
              <a:pathLst>
                <a:path w="8234974" h="4704077">
                  <a:moveTo>
                    <a:pt x="0" y="16333"/>
                  </a:moveTo>
                  <a:lnTo>
                    <a:pt x="538736" y="16333"/>
                  </a:lnTo>
                  <a:lnTo>
                    <a:pt x="540025" y="16361"/>
                  </a:lnTo>
                  <a:lnTo>
                    <a:pt x="548437" y="16563"/>
                  </a:lnTo>
                  <a:lnTo>
                    <a:pt x="569413" y="17119"/>
                  </a:lnTo>
                  <a:lnTo>
                    <a:pt x="606333" y="18212"/>
                  </a:lnTo>
                  <a:lnTo>
                    <a:pt x="660194" y="19997"/>
                  </a:lnTo>
                  <a:lnTo>
                    <a:pt x="729582" y="22590"/>
                  </a:lnTo>
                  <a:lnTo>
                    <a:pt x="811147" y="26053"/>
                  </a:lnTo>
                  <a:lnTo>
                    <a:pt x="900468" y="30400"/>
                  </a:lnTo>
                  <a:lnTo>
                    <a:pt x="992998" y="35617"/>
                  </a:lnTo>
                  <a:lnTo>
                    <a:pt x="1084821" y="41684"/>
                  </a:lnTo>
                  <a:lnTo>
                    <a:pt x="1173045" y="48593"/>
                  </a:lnTo>
                  <a:lnTo>
                    <a:pt x="1255883" y="56369"/>
                  </a:lnTo>
                  <a:lnTo>
                    <a:pt x="1332513" y="65069"/>
                  </a:lnTo>
                  <a:lnTo>
                    <a:pt x="1402851" y="74792"/>
                  </a:lnTo>
                  <a:lnTo>
                    <a:pt x="1467319" y="85678"/>
                  </a:lnTo>
                  <a:lnTo>
                    <a:pt x="1526651" y="97895"/>
                  </a:lnTo>
                  <a:lnTo>
                    <a:pt x="1581748" y="111640"/>
                  </a:lnTo>
                  <a:lnTo>
                    <a:pt x="1633566" y="127110"/>
                  </a:lnTo>
                  <a:lnTo>
                    <a:pt x="1683032" y="144475"/>
                  </a:lnTo>
                  <a:lnTo>
                    <a:pt x="1719082" y="158798"/>
                  </a:lnTo>
                  <a:lnTo>
                    <a:pt x="1767990" y="180424"/>
                  </a:lnTo>
                  <a:lnTo>
                    <a:pt x="1816421" y="204233"/>
                  </a:lnTo>
                  <a:lnTo>
                    <a:pt x="1864869" y="230258"/>
                  </a:lnTo>
                  <a:lnTo>
                    <a:pt x="1913670" y="258460"/>
                  </a:lnTo>
                  <a:lnTo>
                    <a:pt x="1963026" y="288715"/>
                  </a:lnTo>
                  <a:lnTo>
                    <a:pt x="2013022" y="320813"/>
                  </a:lnTo>
                  <a:lnTo>
                    <a:pt x="2063636" y="354460"/>
                  </a:lnTo>
                  <a:lnTo>
                    <a:pt x="2114760" y="389281"/>
                  </a:lnTo>
                  <a:lnTo>
                    <a:pt x="2166222" y="424839"/>
                  </a:lnTo>
                  <a:lnTo>
                    <a:pt x="2217806" y="460658"/>
                  </a:lnTo>
                  <a:lnTo>
                    <a:pt x="2269280" y="496243"/>
                  </a:lnTo>
                  <a:lnTo>
                    <a:pt x="2320429" y="531116"/>
                  </a:lnTo>
                  <a:lnTo>
                    <a:pt x="2371074" y="564838"/>
                  </a:lnTo>
                  <a:lnTo>
                    <a:pt x="2421104" y="597030"/>
                  </a:lnTo>
                  <a:lnTo>
                    <a:pt x="2470495" y="627392"/>
                  </a:lnTo>
                  <a:lnTo>
                    <a:pt x="2519322" y="655710"/>
                  </a:lnTo>
                  <a:lnTo>
                    <a:pt x="2567782" y="681856"/>
                  </a:lnTo>
                  <a:lnTo>
                    <a:pt x="2616203" y="705786"/>
                  </a:lnTo>
                  <a:lnTo>
                    <a:pt x="2665069" y="727529"/>
                  </a:lnTo>
                  <a:lnTo>
                    <a:pt x="2667772" y="728660"/>
                  </a:lnTo>
                  <a:lnTo>
                    <a:pt x="2716015" y="747508"/>
                  </a:lnTo>
                  <a:lnTo>
                    <a:pt x="2765987" y="764388"/>
                  </a:lnTo>
                  <a:lnTo>
                    <a:pt x="2818535" y="779408"/>
                  </a:lnTo>
                  <a:lnTo>
                    <a:pt x="2874601" y="792752"/>
                  </a:lnTo>
                  <a:lnTo>
                    <a:pt x="2935137" y="804619"/>
                  </a:lnTo>
                  <a:lnTo>
                    <a:pt x="3001013" y="815199"/>
                  </a:lnTo>
                  <a:lnTo>
                    <a:pt x="3072900" y="824656"/>
                  </a:lnTo>
                  <a:lnTo>
                    <a:pt x="3151115" y="833117"/>
                  </a:lnTo>
                  <a:lnTo>
                    <a:pt x="3235411" y="840672"/>
                  </a:lnTo>
                  <a:lnTo>
                    <a:pt x="3324744" y="847370"/>
                  </a:lnTo>
                  <a:lnTo>
                    <a:pt x="3417058" y="853226"/>
                  </a:lnTo>
                  <a:lnTo>
                    <a:pt x="3509188" y="858227"/>
                  </a:lnTo>
                  <a:lnTo>
                    <a:pt x="3597006" y="862354"/>
                  </a:lnTo>
                  <a:lnTo>
                    <a:pt x="3675917" y="865596"/>
                  </a:lnTo>
                  <a:lnTo>
                    <a:pt x="3741674" y="867979"/>
                  </a:lnTo>
                  <a:lnTo>
                    <a:pt x="3791342" y="869579"/>
                  </a:lnTo>
                  <a:lnTo>
                    <a:pt x="3824087" y="870521"/>
                  </a:lnTo>
                  <a:lnTo>
                    <a:pt x="3841518" y="870972"/>
                  </a:lnTo>
                  <a:lnTo>
                    <a:pt x="3847566" y="871113"/>
                  </a:lnTo>
                  <a:lnTo>
                    <a:pt x="3848118" y="871125"/>
                  </a:lnTo>
                  <a:lnTo>
                    <a:pt x="4386855" y="871125"/>
                  </a:lnTo>
                  <a:lnTo>
                    <a:pt x="4387796" y="871216"/>
                  </a:lnTo>
                  <a:lnTo>
                    <a:pt x="4393978" y="871869"/>
                  </a:lnTo>
                  <a:lnTo>
                    <a:pt x="4409559" y="873672"/>
                  </a:lnTo>
                  <a:lnTo>
                    <a:pt x="4437401" y="877220"/>
                  </a:lnTo>
                  <a:lnTo>
                    <a:pt x="4478863" y="883063"/>
                  </a:lnTo>
                  <a:lnTo>
                    <a:pt x="4533695" y="891642"/>
                  </a:lnTo>
                  <a:lnTo>
                    <a:pt x="4600177" y="903258"/>
                  </a:lnTo>
                  <a:lnTo>
                    <a:pt x="4675522" y="918054"/>
                  </a:lnTo>
                  <a:lnTo>
                    <a:pt x="4756425" y="936048"/>
                  </a:lnTo>
                  <a:lnTo>
                    <a:pt x="4839613" y="957186"/>
                  </a:lnTo>
                  <a:lnTo>
                    <a:pt x="4922261" y="981398"/>
                  </a:lnTo>
                  <a:lnTo>
                    <a:pt x="5002217" y="1008657"/>
                  </a:lnTo>
                  <a:lnTo>
                    <a:pt x="5078059" y="1039017"/>
                  </a:lnTo>
                  <a:lnTo>
                    <a:pt x="5149017" y="1072638"/>
                  </a:lnTo>
                  <a:lnTo>
                    <a:pt x="5214858" y="1109793"/>
                  </a:lnTo>
                  <a:lnTo>
                    <a:pt x="5275737" y="1150871"/>
                  </a:lnTo>
                  <a:lnTo>
                    <a:pt x="5332075" y="1196369"/>
                  </a:lnTo>
                  <a:lnTo>
                    <a:pt x="5384455" y="1246873"/>
                  </a:lnTo>
                  <a:lnTo>
                    <a:pt x="5433546" y="1303027"/>
                  </a:lnTo>
                  <a:lnTo>
                    <a:pt x="5480046" y="1365476"/>
                  </a:lnTo>
                  <a:lnTo>
                    <a:pt x="5524625" y="1434773"/>
                  </a:lnTo>
                  <a:lnTo>
                    <a:pt x="5567201" y="1509950"/>
                  </a:lnTo>
                  <a:lnTo>
                    <a:pt x="5598451" y="1570624"/>
                  </a:lnTo>
                  <a:lnTo>
                    <a:pt x="5629421" y="1635227"/>
                  </a:lnTo>
                  <a:lnTo>
                    <a:pt x="5660263" y="1703841"/>
                  </a:lnTo>
                  <a:lnTo>
                    <a:pt x="5691100" y="1776496"/>
                  </a:lnTo>
                  <a:lnTo>
                    <a:pt x="5722029" y="1853171"/>
                  </a:lnTo>
                  <a:lnTo>
                    <a:pt x="5753123" y="1933785"/>
                  </a:lnTo>
                  <a:lnTo>
                    <a:pt x="5784434" y="2018197"/>
                  </a:lnTo>
                  <a:lnTo>
                    <a:pt x="5815994" y="2106199"/>
                  </a:lnTo>
                  <a:lnTo>
                    <a:pt x="5847816" y="2197520"/>
                  </a:lnTo>
                  <a:lnTo>
                    <a:pt x="5879897" y="2291824"/>
                  </a:lnTo>
                  <a:lnTo>
                    <a:pt x="5912219" y="2388716"/>
                  </a:lnTo>
                  <a:lnTo>
                    <a:pt x="5944749" y="2487744"/>
                  </a:lnTo>
                  <a:lnTo>
                    <a:pt x="5977444" y="2588412"/>
                  </a:lnTo>
                  <a:lnTo>
                    <a:pt x="6010253" y="2690184"/>
                  </a:lnTo>
                  <a:lnTo>
                    <a:pt x="6043119" y="2792501"/>
                  </a:lnTo>
                  <a:lnTo>
                    <a:pt x="6075983" y="2894791"/>
                  </a:lnTo>
                  <a:lnTo>
                    <a:pt x="6108784" y="2996481"/>
                  </a:lnTo>
                  <a:lnTo>
                    <a:pt x="6141465" y="3097014"/>
                  </a:lnTo>
                  <a:lnTo>
                    <a:pt x="6173977" y="3195859"/>
                  </a:lnTo>
                  <a:lnTo>
                    <a:pt x="6206276" y="3292522"/>
                  </a:lnTo>
                  <a:lnTo>
                    <a:pt x="6238333" y="3386557"/>
                  </a:lnTo>
                  <a:lnTo>
                    <a:pt x="6270131" y="3477574"/>
                  </a:lnTo>
                  <a:lnTo>
                    <a:pt x="6301666" y="3565243"/>
                  </a:lnTo>
                  <a:lnTo>
                    <a:pt x="6332954" y="3649299"/>
                  </a:lnTo>
                  <a:lnTo>
                    <a:pt x="6364030" y="3729542"/>
                  </a:lnTo>
                  <a:lnTo>
                    <a:pt x="6394946" y="3805834"/>
                  </a:lnTo>
                  <a:lnTo>
                    <a:pt x="6425779" y="3878103"/>
                  </a:lnTo>
                  <a:lnTo>
                    <a:pt x="6456628" y="3946330"/>
                  </a:lnTo>
                  <a:lnTo>
                    <a:pt x="6487618" y="4010553"/>
                  </a:lnTo>
                  <a:lnTo>
                    <a:pt x="6515891" y="4065252"/>
                  </a:lnTo>
                  <a:lnTo>
                    <a:pt x="6559165" y="4141588"/>
                  </a:lnTo>
                  <a:lnTo>
                    <a:pt x="6603770" y="4210772"/>
                  </a:lnTo>
                  <a:lnTo>
                    <a:pt x="6650305" y="4273116"/>
                  </a:lnTo>
                  <a:lnTo>
                    <a:pt x="6699444" y="4329175"/>
                  </a:lnTo>
                  <a:lnTo>
                    <a:pt x="6751882" y="4379595"/>
                  </a:lnTo>
                  <a:lnTo>
                    <a:pt x="6808287" y="4425018"/>
                  </a:lnTo>
                  <a:lnTo>
                    <a:pt x="6869243" y="4466030"/>
                  </a:lnTo>
                  <a:lnTo>
                    <a:pt x="6935165" y="4503126"/>
                  </a:lnTo>
                  <a:lnTo>
                    <a:pt x="7006204" y="4536693"/>
                  </a:lnTo>
                  <a:lnTo>
                    <a:pt x="7082118" y="4567003"/>
                  </a:lnTo>
                  <a:lnTo>
                    <a:pt x="7162131" y="4594214"/>
                  </a:lnTo>
                  <a:lnTo>
                    <a:pt x="7244806" y="4618377"/>
                  </a:lnTo>
                  <a:lnTo>
                    <a:pt x="7327982" y="4639465"/>
                  </a:lnTo>
                  <a:lnTo>
                    <a:pt x="7408822" y="4657409"/>
                  </a:lnTo>
                  <a:lnTo>
                    <a:pt x="7484051" y="4672154"/>
                  </a:lnTo>
                  <a:lnTo>
                    <a:pt x="7550368" y="4683719"/>
                  </a:lnTo>
                  <a:lnTo>
                    <a:pt x="7604996" y="4692253"/>
                  </a:lnTo>
                  <a:lnTo>
                    <a:pt x="7646240" y="4698055"/>
                  </a:lnTo>
                  <a:lnTo>
                    <a:pt x="7673872" y="4701571"/>
                  </a:lnTo>
                  <a:lnTo>
                    <a:pt x="7689277" y="4703351"/>
                  </a:lnTo>
                  <a:lnTo>
                    <a:pt x="7695340" y="4703990"/>
                  </a:lnTo>
                  <a:lnTo>
                    <a:pt x="7696237" y="4704077"/>
                  </a:lnTo>
                  <a:lnTo>
                    <a:pt x="8234974" y="4704077"/>
                  </a:lnTo>
                  <a:lnTo>
                    <a:pt x="8234974" y="4687743"/>
                  </a:lnTo>
                  <a:lnTo>
                    <a:pt x="7696237" y="4687743"/>
                  </a:lnTo>
                  <a:lnTo>
                    <a:pt x="7695297" y="4687652"/>
                  </a:lnTo>
                  <a:lnTo>
                    <a:pt x="7689115" y="4687000"/>
                  </a:lnTo>
                  <a:lnTo>
                    <a:pt x="7673534" y="4685197"/>
                  </a:lnTo>
                  <a:lnTo>
                    <a:pt x="7645691" y="4681648"/>
                  </a:lnTo>
                  <a:lnTo>
                    <a:pt x="7604229" y="4675806"/>
                  </a:lnTo>
                  <a:lnTo>
                    <a:pt x="7549397" y="4667226"/>
                  </a:lnTo>
                  <a:lnTo>
                    <a:pt x="7482915" y="4655610"/>
                  </a:lnTo>
                  <a:lnTo>
                    <a:pt x="7407570" y="4640815"/>
                  </a:lnTo>
                  <a:lnTo>
                    <a:pt x="7326667" y="4622820"/>
                  </a:lnTo>
                  <a:lnTo>
                    <a:pt x="7243480" y="4601683"/>
                  </a:lnTo>
                  <a:lnTo>
                    <a:pt x="7160832" y="4577471"/>
                  </a:lnTo>
                  <a:lnTo>
                    <a:pt x="7080875" y="4550212"/>
                  </a:lnTo>
                  <a:lnTo>
                    <a:pt x="7005034" y="4519851"/>
                  </a:lnTo>
                  <a:lnTo>
                    <a:pt x="6934075" y="4486231"/>
                  </a:lnTo>
                  <a:lnTo>
                    <a:pt x="6868234" y="4449076"/>
                  </a:lnTo>
                  <a:lnTo>
                    <a:pt x="6807355" y="4407997"/>
                  </a:lnTo>
                  <a:lnTo>
                    <a:pt x="6751018" y="4362499"/>
                  </a:lnTo>
                  <a:lnTo>
                    <a:pt x="6698638" y="4311995"/>
                  </a:lnTo>
                  <a:lnTo>
                    <a:pt x="6649546" y="4255841"/>
                  </a:lnTo>
                  <a:lnTo>
                    <a:pt x="6603047" y="4193392"/>
                  </a:lnTo>
                  <a:lnTo>
                    <a:pt x="6558467" y="4124096"/>
                  </a:lnTo>
                  <a:lnTo>
                    <a:pt x="6515891" y="4048918"/>
                  </a:lnTo>
                  <a:lnTo>
                    <a:pt x="6484642" y="3988244"/>
                  </a:lnTo>
                  <a:lnTo>
                    <a:pt x="6453672" y="3923641"/>
                  </a:lnTo>
                  <a:lnTo>
                    <a:pt x="6422829" y="3855027"/>
                  </a:lnTo>
                  <a:lnTo>
                    <a:pt x="6391992" y="3782372"/>
                  </a:lnTo>
                  <a:lnTo>
                    <a:pt x="6361064" y="3705698"/>
                  </a:lnTo>
                  <a:lnTo>
                    <a:pt x="6329970" y="3625083"/>
                  </a:lnTo>
                  <a:lnTo>
                    <a:pt x="6298659" y="3540672"/>
                  </a:lnTo>
                  <a:lnTo>
                    <a:pt x="6267099" y="3452670"/>
                  </a:lnTo>
                  <a:lnTo>
                    <a:pt x="6235276" y="3361348"/>
                  </a:lnTo>
                  <a:lnTo>
                    <a:pt x="6203195" y="3267044"/>
                  </a:lnTo>
                  <a:lnTo>
                    <a:pt x="6170874" y="3170152"/>
                  </a:lnTo>
                  <a:lnTo>
                    <a:pt x="6138344" y="3071124"/>
                  </a:lnTo>
                  <a:lnTo>
                    <a:pt x="6105649" y="2970457"/>
                  </a:lnTo>
                  <a:lnTo>
                    <a:pt x="6072839" y="2868684"/>
                  </a:lnTo>
                  <a:lnTo>
                    <a:pt x="6039973" y="2766367"/>
                  </a:lnTo>
                  <a:lnTo>
                    <a:pt x="6007110" y="2664078"/>
                  </a:lnTo>
                  <a:lnTo>
                    <a:pt x="5974309" y="2562387"/>
                  </a:lnTo>
                  <a:lnTo>
                    <a:pt x="5941627" y="2461854"/>
                  </a:lnTo>
                  <a:lnTo>
                    <a:pt x="5909116" y="2363009"/>
                  </a:lnTo>
                  <a:lnTo>
                    <a:pt x="5876816" y="2266346"/>
                  </a:lnTo>
                  <a:lnTo>
                    <a:pt x="5844759" y="2172311"/>
                  </a:lnTo>
                  <a:lnTo>
                    <a:pt x="5812962" y="2081294"/>
                  </a:lnTo>
                  <a:lnTo>
                    <a:pt x="5781427" y="1993625"/>
                  </a:lnTo>
                  <a:lnTo>
                    <a:pt x="5750138" y="1909569"/>
                  </a:lnTo>
                  <a:lnTo>
                    <a:pt x="5719063" y="1829327"/>
                  </a:lnTo>
                  <a:lnTo>
                    <a:pt x="5688146" y="1753034"/>
                  </a:lnTo>
                  <a:lnTo>
                    <a:pt x="5657313" y="1680766"/>
                  </a:lnTo>
                  <a:lnTo>
                    <a:pt x="5626465" y="1612538"/>
                  </a:lnTo>
                  <a:lnTo>
                    <a:pt x="5595475" y="1548315"/>
                  </a:lnTo>
                  <a:lnTo>
                    <a:pt x="5567201" y="1493617"/>
                  </a:lnTo>
                  <a:lnTo>
                    <a:pt x="5523928" y="1417280"/>
                  </a:lnTo>
                  <a:lnTo>
                    <a:pt x="5479322" y="1348096"/>
                  </a:lnTo>
                  <a:lnTo>
                    <a:pt x="5432787" y="1285752"/>
                  </a:lnTo>
                  <a:lnTo>
                    <a:pt x="5383648" y="1229693"/>
                  </a:lnTo>
                  <a:lnTo>
                    <a:pt x="5331211" y="1179274"/>
                  </a:lnTo>
                  <a:lnTo>
                    <a:pt x="5274805" y="1133850"/>
                  </a:lnTo>
                  <a:lnTo>
                    <a:pt x="5213850" y="1092838"/>
                  </a:lnTo>
                  <a:lnTo>
                    <a:pt x="5147928" y="1055742"/>
                  </a:lnTo>
                  <a:lnTo>
                    <a:pt x="5076888" y="1022175"/>
                  </a:lnTo>
                  <a:lnTo>
                    <a:pt x="5000974" y="991865"/>
                  </a:lnTo>
                  <a:lnTo>
                    <a:pt x="4920961" y="964655"/>
                  </a:lnTo>
                  <a:lnTo>
                    <a:pt x="4838286" y="940491"/>
                  </a:lnTo>
                  <a:lnTo>
                    <a:pt x="4755111" y="919403"/>
                  </a:lnTo>
                  <a:lnTo>
                    <a:pt x="4674270" y="901460"/>
                  </a:lnTo>
                  <a:lnTo>
                    <a:pt x="4599041" y="886715"/>
                  </a:lnTo>
                  <a:lnTo>
                    <a:pt x="4532725" y="875149"/>
                  </a:lnTo>
                  <a:lnTo>
                    <a:pt x="4478096" y="866615"/>
                  </a:lnTo>
                  <a:lnTo>
                    <a:pt x="4436853" y="860813"/>
                  </a:lnTo>
                  <a:lnTo>
                    <a:pt x="4409220" y="857297"/>
                  </a:lnTo>
                  <a:lnTo>
                    <a:pt x="4393815" y="855517"/>
                  </a:lnTo>
                  <a:lnTo>
                    <a:pt x="4387752" y="854879"/>
                  </a:lnTo>
                  <a:lnTo>
                    <a:pt x="4386855" y="854791"/>
                  </a:lnTo>
                  <a:lnTo>
                    <a:pt x="3848118" y="854791"/>
                  </a:lnTo>
                  <a:lnTo>
                    <a:pt x="3846829" y="854763"/>
                  </a:lnTo>
                  <a:lnTo>
                    <a:pt x="3838418" y="854562"/>
                  </a:lnTo>
                  <a:lnTo>
                    <a:pt x="3817442" y="854005"/>
                  </a:lnTo>
                  <a:lnTo>
                    <a:pt x="3780521" y="852913"/>
                  </a:lnTo>
                  <a:lnTo>
                    <a:pt x="3726661" y="851127"/>
                  </a:lnTo>
                  <a:lnTo>
                    <a:pt x="3657273" y="848534"/>
                  </a:lnTo>
                  <a:lnTo>
                    <a:pt x="3575707" y="845072"/>
                  </a:lnTo>
                  <a:lnTo>
                    <a:pt x="3486387" y="840725"/>
                  </a:lnTo>
                  <a:lnTo>
                    <a:pt x="3393856" y="835507"/>
                  </a:lnTo>
                  <a:lnTo>
                    <a:pt x="3302034" y="829441"/>
                  </a:lnTo>
                  <a:lnTo>
                    <a:pt x="3213810" y="822531"/>
                  </a:lnTo>
                  <a:lnTo>
                    <a:pt x="3130971" y="814756"/>
                  </a:lnTo>
                  <a:lnTo>
                    <a:pt x="3054341" y="806056"/>
                  </a:lnTo>
                  <a:lnTo>
                    <a:pt x="2984003" y="796332"/>
                  </a:lnTo>
                  <a:lnTo>
                    <a:pt x="2919536" y="785447"/>
                  </a:lnTo>
                  <a:lnTo>
                    <a:pt x="2860203" y="773229"/>
                  </a:lnTo>
                  <a:lnTo>
                    <a:pt x="2805107" y="759485"/>
                  </a:lnTo>
                  <a:lnTo>
                    <a:pt x="2753289" y="744015"/>
                  </a:lnTo>
                  <a:lnTo>
                    <a:pt x="2703822" y="726649"/>
                  </a:lnTo>
                  <a:lnTo>
                    <a:pt x="2667772" y="712326"/>
                  </a:lnTo>
                  <a:lnTo>
                    <a:pt x="2618865" y="690701"/>
                  </a:lnTo>
                  <a:lnTo>
                    <a:pt x="2570433" y="666892"/>
                  </a:lnTo>
                  <a:lnTo>
                    <a:pt x="2521986" y="640866"/>
                  </a:lnTo>
                  <a:lnTo>
                    <a:pt x="2473185" y="612665"/>
                  </a:lnTo>
                  <a:lnTo>
                    <a:pt x="2423828" y="582410"/>
                  </a:lnTo>
                  <a:lnTo>
                    <a:pt x="2373833" y="550311"/>
                  </a:lnTo>
                  <a:lnTo>
                    <a:pt x="2323219" y="516664"/>
                  </a:lnTo>
                  <a:lnTo>
                    <a:pt x="2272094" y="481843"/>
                  </a:lnTo>
                  <a:lnTo>
                    <a:pt x="2220632" y="446285"/>
                  </a:lnTo>
                  <a:lnTo>
                    <a:pt x="2169049" y="410467"/>
                  </a:lnTo>
                  <a:lnTo>
                    <a:pt x="2117574" y="374882"/>
                  </a:lnTo>
                  <a:lnTo>
                    <a:pt x="2066426" y="340008"/>
                  </a:lnTo>
                  <a:lnTo>
                    <a:pt x="2015781" y="306287"/>
                  </a:lnTo>
                  <a:lnTo>
                    <a:pt x="1965750" y="274095"/>
                  </a:lnTo>
                  <a:lnTo>
                    <a:pt x="1916360" y="243733"/>
                  </a:lnTo>
                  <a:lnTo>
                    <a:pt x="1867532" y="215415"/>
                  </a:lnTo>
                  <a:lnTo>
                    <a:pt x="1819073" y="189268"/>
                  </a:lnTo>
                  <a:lnTo>
                    <a:pt x="1770651" y="165338"/>
                  </a:lnTo>
                  <a:lnTo>
                    <a:pt x="1721786" y="143595"/>
                  </a:lnTo>
                  <a:lnTo>
                    <a:pt x="1719082" y="142465"/>
                  </a:lnTo>
                  <a:lnTo>
                    <a:pt x="1670840" y="123616"/>
                  </a:lnTo>
                  <a:lnTo>
                    <a:pt x="1620868" y="106737"/>
                  </a:lnTo>
                  <a:lnTo>
                    <a:pt x="1568320" y="91716"/>
                  </a:lnTo>
                  <a:lnTo>
                    <a:pt x="1512253" y="78372"/>
                  </a:lnTo>
                  <a:lnTo>
                    <a:pt x="1451717" y="66505"/>
                  </a:lnTo>
                  <a:lnTo>
                    <a:pt x="1385842" y="55925"/>
                  </a:lnTo>
                  <a:lnTo>
                    <a:pt x="1313954" y="46469"/>
                  </a:lnTo>
                  <a:lnTo>
                    <a:pt x="1235740" y="38008"/>
                  </a:lnTo>
                  <a:lnTo>
                    <a:pt x="1151444" y="30453"/>
                  </a:lnTo>
                  <a:lnTo>
                    <a:pt x="1062111" y="23755"/>
                  </a:lnTo>
                  <a:lnTo>
                    <a:pt x="969796" y="17899"/>
                  </a:lnTo>
                  <a:lnTo>
                    <a:pt x="877667" y="12897"/>
                  </a:lnTo>
                  <a:lnTo>
                    <a:pt x="789849" y="8771"/>
                  </a:lnTo>
                  <a:lnTo>
                    <a:pt x="710938" y="5529"/>
                  </a:lnTo>
                  <a:lnTo>
                    <a:pt x="645181" y="3145"/>
                  </a:lnTo>
                  <a:lnTo>
                    <a:pt x="595512" y="1546"/>
                  </a:lnTo>
                  <a:lnTo>
                    <a:pt x="562767" y="603"/>
                  </a:lnTo>
                  <a:lnTo>
                    <a:pt x="545336" y="153"/>
                  </a:lnTo>
                  <a:lnTo>
                    <a:pt x="539288" y="1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546595" y="1224131"/>
              <a:ext cx="8234974" cy="4687743"/>
            </a:xfrm>
            <a:custGeom>
              <a:avLst/>
              <a:pathLst>
                <a:path w="8234974" h="4687743">
                  <a:moveTo>
                    <a:pt x="0" y="0"/>
                  </a:moveTo>
                  <a:lnTo>
                    <a:pt x="538736" y="0"/>
                  </a:lnTo>
                  <a:lnTo>
                    <a:pt x="540025" y="28"/>
                  </a:lnTo>
                  <a:lnTo>
                    <a:pt x="548437" y="229"/>
                  </a:lnTo>
                  <a:lnTo>
                    <a:pt x="569413" y="786"/>
                  </a:lnTo>
                  <a:lnTo>
                    <a:pt x="606333" y="1878"/>
                  </a:lnTo>
                  <a:lnTo>
                    <a:pt x="660194" y="3664"/>
                  </a:lnTo>
                  <a:lnTo>
                    <a:pt x="729582" y="6257"/>
                  </a:lnTo>
                  <a:lnTo>
                    <a:pt x="811147" y="9719"/>
                  </a:lnTo>
                  <a:lnTo>
                    <a:pt x="900468" y="14066"/>
                  </a:lnTo>
                  <a:lnTo>
                    <a:pt x="992998" y="19283"/>
                  </a:lnTo>
                  <a:lnTo>
                    <a:pt x="1084821" y="25350"/>
                  </a:lnTo>
                  <a:lnTo>
                    <a:pt x="1173045" y="32260"/>
                  </a:lnTo>
                  <a:lnTo>
                    <a:pt x="1255883" y="40035"/>
                  </a:lnTo>
                  <a:lnTo>
                    <a:pt x="1332513" y="48735"/>
                  </a:lnTo>
                  <a:lnTo>
                    <a:pt x="1402851" y="58459"/>
                  </a:lnTo>
                  <a:lnTo>
                    <a:pt x="1467319" y="69344"/>
                  </a:lnTo>
                  <a:lnTo>
                    <a:pt x="1526651" y="81562"/>
                  </a:lnTo>
                  <a:lnTo>
                    <a:pt x="1581748" y="95306"/>
                  </a:lnTo>
                  <a:lnTo>
                    <a:pt x="1633566" y="110776"/>
                  </a:lnTo>
                  <a:lnTo>
                    <a:pt x="1683032" y="128142"/>
                  </a:lnTo>
                  <a:lnTo>
                    <a:pt x="1719082" y="142465"/>
                  </a:lnTo>
                  <a:lnTo>
                    <a:pt x="1767990" y="164090"/>
                  </a:lnTo>
                  <a:lnTo>
                    <a:pt x="1816421" y="187899"/>
                  </a:lnTo>
                  <a:lnTo>
                    <a:pt x="1864869" y="213925"/>
                  </a:lnTo>
                  <a:lnTo>
                    <a:pt x="1913670" y="242126"/>
                  </a:lnTo>
                  <a:lnTo>
                    <a:pt x="1963026" y="272381"/>
                  </a:lnTo>
                  <a:lnTo>
                    <a:pt x="2013022" y="304480"/>
                  </a:lnTo>
                  <a:lnTo>
                    <a:pt x="2063636" y="338126"/>
                  </a:lnTo>
                  <a:lnTo>
                    <a:pt x="2114760" y="372947"/>
                  </a:lnTo>
                  <a:lnTo>
                    <a:pt x="2166222" y="408506"/>
                  </a:lnTo>
                  <a:lnTo>
                    <a:pt x="2217806" y="444324"/>
                  </a:lnTo>
                  <a:lnTo>
                    <a:pt x="2269280" y="479909"/>
                  </a:lnTo>
                  <a:lnTo>
                    <a:pt x="2320429" y="514782"/>
                  </a:lnTo>
                  <a:lnTo>
                    <a:pt x="2371074" y="548504"/>
                  </a:lnTo>
                  <a:lnTo>
                    <a:pt x="2421104" y="580696"/>
                  </a:lnTo>
                  <a:lnTo>
                    <a:pt x="2470495" y="611058"/>
                  </a:lnTo>
                  <a:lnTo>
                    <a:pt x="2519322" y="639376"/>
                  </a:lnTo>
                  <a:lnTo>
                    <a:pt x="2567782" y="665523"/>
                  </a:lnTo>
                  <a:lnTo>
                    <a:pt x="2616203" y="689453"/>
                  </a:lnTo>
                  <a:lnTo>
                    <a:pt x="2665069" y="711196"/>
                  </a:lnTo>
                  <a:lnTo>
                    <a:pt x="2667772" y="712326"/>
                  </a:lnTo>
                  <a:lnTo>
                    <a:pt x="2716015" y="731175"/>
                  </a:lnTo>
                  <a:lnTo>
                    <a:pt x="2765987" y="748054"/>
                  </a:lnTo>
                  <a:lnTo>
                    <a:pt x="2818535" y="763075"/>
                  </a:lnTo>
                  <a:lnTo>
                    <a:pt x="2874601" y="776419"/>
                  </a:lnTo>
                  <a:lnTo>
                    <a:pt x="2935137" y="788286"/>
                  </a:lnTo>
                  <a:lnTo>
                    <a:pt x="3001013" y="798866"/>
                  </a:lnTo>
                  <a:lnTo>
                    <a:pt x="3072900" y="808322"/>
                  </a:lnTo>
                  <a:lnTo>
                    <a:pt x="3151115" y="816783"/>
                  </a:lnTo>
                  <a:lnTo>
                    <a:pt x="3235411" y="824338"/>
                  </a:lnTo>
                  <a:lnTo>
                    <a:pt x="3324744" y="831036"/>
                  </a:lnTo>
                  <a:lnTo>
                    <a:pt x="3417058" y="836892"/>
                  </a:lnTo>
                  <a:lnTo>
                    <a:pt x="3509188" y="841894"/>
                  </a:lnTo>
                  <a:lnTo>
                    <a:pt x="3597006" y="846020"/>
                  </a:lnTo>
                  <a:lnTo>
                    <a:pt x="3675917" y="849262"/>
                  </a:lnTo>
                  <a:lnTo>
                    <a:pt x="3741674" y="851645"/>
                  </a:lnTo>
                  <a:lnTo>
                    <a:pt x="3791342" y="853245"/>
                  </a:lnTo>
                  <a:lnTo>
                    <a:pt x="3824087" y="854188"/>
                  </a:lnTo>
                  <a:lnTo>
                    <a:pt x="3841518" y="854638"/>
                  </a:lnTo>
                  <a:lnTo>
                    <a:pt x="3847566" y="854780"/>
                  </a:lnTo>
                  <a:lnTo>
                    <a:pt x="3848118" y="854791"/>
                  </a:lnTo>
                  <a:lnTo>
                    <a:pt x="4386855" y="854791"/>
                  </a:lnTo>
                  <a:lnTo>
                    <a:pt x="4387796" y="854883"/>
                  </a:lnTo>
                  <a:lnTo>
                    <a:pt x="4393978" y="855535"/>
                  </a:lnTo>
                  <a:lnTo>
                    <a:pt x="4409559" y="857338"/>
                  </a:lnTo>
                  <a:lnTo>
                    <a:pt x="4437401" y="860887"/>
                  </a:lnTo>
                  <a:lnTo>
                    <a:pt x="4478863" y="866729"/>
                  </a:lnTo>
                  <a:lnTo>
                    <a:pt x="4533695" y="875309"/>
                  </a:lnTo>
                  <a:lnTo>
                    <a:pt x="4600177" y="886924"/>
                  </a:lnTo>
                  <a:lnTo>
                    <a:pt x="4675522" y="901720"/>
                  </a:lnTo>
                  <a:lnTo>
                    <a:pt x="4756425" y="919715"/>
                  </a:lnTo>
                  <a:lnTo>
                    <a:pt x="4839613" y="940852"/>
                  </a:lnTo>
                  <a:lnTo>
                    <a:pt x="4922261" y="965064"/>
                  </a:lnTo>
                  <a:lnTo>
                    <a:pt x="5002217" y="992323"/>
                  </a:lnTo>
                  <a:lnTo>
                    <a:pt x="5078059" y="1022684"/>
                  </a:lnTo>
                  <a:lnTo>
                    <a:pt x="5149017" y="1056304"/>
                  </a:lnTo>
                  <a:lnTo>
                    <a:pt x="5214858" y="1093459"/>
                  </a:lnTo>
                  <a:lnTo>
                    <a:pt x="5275737" y="1134537"/>
                  </a:lnTo>
                  <a:lnTo>
                    <a:pt x="5332075" y="1180036"/>
                  </a:lnTo>
                  <a:lnTo>
                    <a:pt x="5384455" y="1230540"/>
                  </a:lnTo>
                  <a:lnTo>
                    <a:pt x="5433546" y="1286694"/>
                  </a:lnTo>
                  <a:lnTo>
                    <a:pt x="5480046" y="1349142"/>
                  </a:lnTo>
                  <a:lnTo>
                    <a:pt x="5524625" y="1418439"/>
                  </a:lnTo>
                  <a:lnTo>
                    <a:pt x="5567201" y="1493617"/>
                  </a:lnTo>
                  <a:lnTo>
                    <a:pt x="5598451" y="1554290"/>
                  </a:lnTo>
                  <a:lnTo>
                    <a:pt x="5629421" y="1618894"/>
                  </a:lnTo>
                  <a:lnTo>
                    <a:pt x="5660263" y="1687507"/>
                  </a:lnTo>
                  <a:lnTo>
                    <a:pt x="5691100" y="1760162"/>
                  </a:lnTo>
                  <a:lnTo>
                    <a:pt x="5722029" y="1836837"/>
                  </a:lnTo>
                  <a:lnTo>
                    <a:pt x="5753123" y="1917452"/>
                  </a:lnTo>
                  <a:lnTo>
                    <a:pt x="5784434" y="2001863"/>
                  </a:lnTo>
                  <a:lnTo>
                    <a:pt x="5815994" y="2089865"/>
                  </a:lnTo>
                  <a:lnTo>
                    <a:pt x="5847816" y="2181186"/>
                  </a:lnTo>
                  <a:lnTo>
                    <a:pt x="5879897" y="2275491"/>
                  </a:lnTo>
                  <a:lnTo>
                    <a:pt x="5912219" y="2372382"/>
                  </a:lnTo>
                  <a:lnTo>
                    <a:pt x="5944749" y="2471411"/>
                  </a:lnTo>
                  <a:lnTo>
                    <a:pt x="5977444" y="2572078"/>
                  </a:lnTo>
                  <a:lnTo>
                    <a:pt x="6010253" y="2673850"/>
                  </a:lnTo>
                  <a:lnTo>
                    <a:pt x="6043119" y="2776168"/>
                  </a:lnTo>
                  <a:lnTo>
                    <a:pt x="6075983" y="2878457"/>
                  </a:lnTo>
                  <a:lnTo>
                    <a:pt x="6108784" y="2980148"/>
                  </a:lnTo>
                  <a:lnTo>
                    <a:pt x="6141465" y="3080681"/>
                  </a:lnTo>
                  <a:lnTo>
                    <a:pt x="6173977" y="3179526"/>
                  </a:lnTo>
                  <a:lnTo>
                    <a:pt x="6206276" y="3276188"/>
                  </a:lnTo>
                  <a:lnTo>
                    <a:pt x="6238333" y="3370223"/>
                  </a:lnTo>
                  <a:lnTo>
                    <a:pt x="6270131" y="3461240"/>
                  </a:lnTo>
                  <a:lnTo>
                    <a:pt x="6301666" y="3548910"/>
                  </a:lnTo>
                  <a:lnTo>
                    <a:pt x="6332954" y="3632966"/>
                  </a:lnTo>
                  <a:lnTo>
                    <a:pt x="6364030" y="3713208"/>
                  </a:lnTo>
                  <a:lnTo>
                    <a:pt x="6394946" y="3789501"/>
                  </a:lnTo>
                  <a:lnTo>
                    <a:pt x="6425779" y="3861769"/>
                  </a:lnTo>
                  <a:lnTo>
                    <a:pt x="6456628" y="3929997"/>
                  </a:lnTo>
                  <a:lnTo>
                    <a:pt x="6487618" y="3994220"/>
                  </a:lnTo>
                  <a:lnTo>
                    <a:pt x="6515891" y="4048918"/>
                  </a:lnTo>
                  <a:lnTo>
                    <a:pt x="6559165" y="4125254"/>
                  </a:lnTo>
                  <a:lnTo>
                    <a:pt x="6603770" y="4194439"/>
                  </a:lnTo>
                  <a:lnTo>
                    <a:pt x="6650305" y="4256783"/>
                  </a:lnTo>
                  <a:lnTo>
                    <a:pt x="6699444" y="4312841"/>
                  </a:lnTo>
                  <a:lnTo>
                    <a:pt x="6751882" y="4363261"/>
                  </a:lnTo>
                  <a:lnTo>
                    <a:pt x="6808287" y="4408685"/>
                  </a:lnTo>
                  <a:lnTo>
                    <a:pt x="6869243" y="4449697"/>
                  </a:lnTo>
                  <a:lnTo>
                    <a:pt x="6935165" y="4486793"/>
                  </a:lnTo>
                  <a:lnTo>
                    <a:pt x="7006204" y="4520359"/>
                  </a:lnTo>
                  <a:lnTo>
                    <a:pt x="7082118" y="4550670"/>
                  </a:lnTo>
                  <a:lnTo>
                    <a:pt x="7162131" y="4577880"/>
                  </a:lnTo>
                  <a:lnTo>
                    <a:pt x="7244806" y="4602043"/>
                  </a:lnTo>
                  <a:lnTo>
                    <a:pt x="7327982" y="4623131"/>
                  </a:lnTo>
                  <a:lnTo>
                    <a:pt x="7408822" y="4641075"/>
                  </a:lnTo>
                  <a:lnTo>
                    <a:pt x="7484051" y="4655820"/>
                  </a:lnTo>
                  <a:lnTo>
                    <a:pt x="7550368" y="4667386"/>
                  </a:lnTo>
                  <a:lnTo>
                    <a:pt x="7604996" y="4675919"/>
                  </a:lnTo>
                  <a:lnTo>
                    <a:pt x="7646240" y="4681721"/>
                  </a:lnTo>
                  <a:lnTo>
                    <a:pt x="7673872" y="4685238"/>
                  </a:lnTo>
                  <a:lnTo>
                    <a:pt x="7689277" y="4687018"/>
                  </a:lnTo>
                  <a:lnTo>
                    <a:pt x="7695340" y="4687656"/>
                  </a:lnTo>
                  <a:lnTo>
                    <a:pt x="7696237" y="4687743"/>
                  </a:lnTo>
                  <a:lnTo>
                    <a:pt x="8234974" y="46877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546595" y="1207798"/>
              <a:ext cx="8234974" cy="4687743"/>
            </a:xfrm>
            <a:custGeom>
              <a:avLst/>
              <a:pathLst>
                <a:path w="8234974" h="4687743">
                  <a:moveTo>
                    <a:pt x="8234974" y="4687743"/>
                  </a:moveTo>
                  <a:lnTo>
                    <a:pt x="7696237" y="4687743"/>
                  </a:lnTo>
                  <a:lnTo>
                    <a:pt x="7695297" y="4687652"/>
                  </a:lnTo>
                  <a:lnTo>
                    <a:pt x="7689115" y="4687000"/>
                  </a:lnTo>
                  <a:lnTo>
                    <a:pt x="7673534" y="4685197"/>
                  </a:lnTo>
                  <a:lnTo>
                    <a:pt x="7645691" y="4681648"/>
                  </a:lnTo>
                  <a:lnTo>
                    <a:pt x="7604229" y="4675806"/>
                  </a:lnTo>
                  <a:lnTo>
                    <a:pt x="7549397" y="4667226"/>
                  </a:lnTo>
                  <a:lnTo>
                    <a:pt x="7482915" y="4655610"/>
                  </a:lnTo>
                  <a:lnTo>
                    <a:pt x="7407570" y="4640815"/>
                  </a:lnTo>
                  <a:lnTo>
                    <a:pt x="7326667" y="4622820"/>
                  </a:lnTo>
                  <a:lnTo>
                    <a:pt x="7243480" y="4601683"/>
                  </a:lnTo>
                  <a:lnTo>
                    <a:pt x="7160832" y="4577471"/>
                  </a:lnTo>
                  <a:lnTo>
                    <a:pt x="7080875" y="4550212"/>
                  </a:lnTo>
                  <a:lnTo>
                    <a:pt x="7005034" y="4519851"/>
                  </a:lnTo>
                  <a:lnTo>
                    <a:pt x="6934075" y="4486231"/>
                  </a:lnTo>
                  <a:lnTo>
                    <a:pt x="6868234" y="4449076"/>
                  </a:lnTo>
                  <a:lnTo>
                    <a:pt x="6807355" y="4407997"/>
                  </a:lnTo>
                  <a:lnTo>
                    <a:pt x="6751018" y="4362499"/>
                  </a:lnTo>
                  <a:lnTo>
                    <a:pt x="6698638" y="4311995"/>
                  </a:lnTo>
                  <a:lnTo>
                    <a:pt x="6649546" y="4255841"/>
                  </a:lnTo>
                  <a:lnTo>
                    <a:pt x="6603047" y="4193392"/>
                  </a:lnTo>
                  <a:lnTo>
                    <a:pt x="6558467" y="4124096"/>
                  </a:lnTo>
                  <a:lnTo>
                    <a:pt x="6515891" y="4048918"/>
                  </a:lnTo>
                  <a:lnTo>
                    <a:pt x="6484642" y="3988244"/>
                  </a:lnTo>
                  <a:lnTo>
                    <a:pt x="6453672" y="3923641"/>
                  </a:lnTo>
                  <a:lnTo>
                    <a:pt x="6422829" y="3855027"/>
                  </a:lnTo>
                  <a:lnTo>
                    <a:pt x="6391992" y="3782372"/>
                  </a:lnTo>
                  <a:lnTo>
                    <a:pt x="6361064" y="3705698"/>
                  </a:lnTo>
                  <a:lnTo>
                    <a:pt x="6329970" y="3625083"/>
                  </a:lnTo>
                  <a:lnTo>
                    <a:pt x="6298659" y="3540672"/>
                  </a:lnTo>
                  <a:lnTo>
                    <a:pt x="6267099" y="3452670"/>
                  </a:lnTo>
                  <a:lnTo>
                    <a:pt x="6235276" y="3361348"/>
                  </a:lnTo>
                  <a:lnTo>
                    <a:pt x="6203195" y="3267044"/>
                  </a:lnTo>
                  <a:lnTo>
                    <a:pt x="6170874" y="3170152"/>
                  </a:lnTo>
                  <a:lnTo>
                    <a:pt x="6138344" y="3071124"/>
                  </a:lnTo>
                  <a:lnTo>
                    <a:pt x="6105649" y="2970457"/>
                  </a:lnTo>
                  <a:lnTo>
                    <a:pt x="6072839" y="2868684"/>
                  </a:lnTo>
                  <a:lnTo>
                    <a:pt x="6039973" y="2766367"/>
                  </a:lnTo>
                  <a:lnTo>
                    <a:pt x="6007110" y="2664078"/>
                  </a:lnTo>
                  <a:lnTo>
                    <a:pt x="5974309" y="2562387"/>
                  </a:lnTo>
                  <a:lnTo>
                    <a:pt x="5941627" y="2461854"/>
                  </a:lnTo>
                  <a:lnTo>
                    <a:pt x="5909116" y="2363009"/>
                  </a:lnTo>
                  <a:lnTo>
                    <a:pt x="5876816" y="2266346"/>
                  </a:lnTo>
                  <a:lnTo>
                    <a:pt x="5844759" y="2172311"/>
                  </a:lnTo>
                  <a:lnTo>
                    <a:pt x="5812962" y="2081294"/>
                  </a:lnTo>
                  <a:lnTo>
                    <a:pt x="5781427" y="1993625"/>
                  </a:lnTo>
                  <a:lnTo>
                    <a:pt x="5750138" y="1909569"/>
                  </a:lnTo>
                  <a:lnTo>
                    <a:pt x="5719063" y="1829327"/>
                  </a:lnTo>
                  <a:lnTo>
                    <a:pt x="5688146" y="1753034"/>
                  </a:lnTo>
                  <a:lnTo>
                    <a:pt x="5657313" y="1680766"/>
                  </a:lnTo>
                  <a:lnTo>
                    <a:pt x="5626465" y="1612538"/>
                  </a:lnTo>
                  <a:lnTo>
                    <a:pt x="5595475" y="1548315"/>
                  </a:lnTo>
                  <a:lnTo>
                    <a:pt x="5567201" y="1493617"/>
                  </a:lnTo>
                  <a:lnTo>
                    <a:pt x="5523928" y="1417280"/>
                  </a:lnTo>
                  <a:lnTo>
                    <a:pt x="5479322" y="1348096"/>
                  </a:lnTo>
                  <a:lnTo>
                    <a:pt x="5432787" y="1285752"/>
                  </a:lnTo>
                  <a:lnTo>
                    <a:pt x="5383648" y="1229693"/>
                  </a:lnTo>
                  <a:lnTo>
                    <a:pt x="5331211" y="1179274"/>
                  </a:lnTo>
                  <a:lnTo>
                    <a:pt x="5274805" y="1133850"/>
                  </a:lnTo>
                  <a:lnTo>
                    <a:pt x="5213850" y="1092838"/>
                  </a:lnTo>
                  <a:lnTo>
                    <a:pt x="5147928" y="1055742"/>
                  </a:lnTo>
                  <a:lnTo>
                    <a:pt x="5076888" y="1022175"/>
                  </a:lnTo>
                  <a:lnTo>
                    <a:pt x="5000974" y="991865"/>
                  </a:lnTo>
                  <a:lnTo>
                    <a:pt x="4920961" y="964655"/>
                  </a:lnTo>
                  <a:lnTo>
                    <a:pt x="4838286" y="940491"/>
                  </a:lnTo>
                  <a:lnTo>
                    <a:pt x="4755111" y="919403"/>
                  </a:lnTo>
                  <a:lnTo>
                    <a:pt x="4674270" y="901460"/>
                  </a:lnTo>
                  <a:lnTo>
                    <a:pt x="4599041" y="886715"/>
                  </a:lnTo>
                  <a:lnTo>
                    <a:pt x="4532725" y="875149"/>
                  </a:lnTo>
                  <a:lnTo>
                    <a:pt x="4478096" y="866615"/>
                  </a:lnTo>
                  <a:lnTo>
                    <a:pt x="4436853" y="860813"/>
                  </a:lnTo>
                  <a:lnTo>
                    <a:pt x="4409220" y="857297"/>
                  </a:lnTo>
                  <a:lnTo>
                    <a:pt x="4393815" y="855517"/>
                  </a:lnTo>
                  <a:lnTo>
                    <a:pt x="4387752" y="854879"/>
                  </a:lnTo>
                  <a:lnTo>
                    <a:pt x="4386855" y="854791"/>
                  </a:lnTo>
                  <a:lnTo>
                    <a:pt x="3848118" y="854791"/>
                  </a:lnTo>
                  <a:lnTo>
                    <a:pt x="3846829" y="854763"/>
                  </a:lnTo>
                  <a:lnTo>
                    <a:pt x="3838418" y="854562"/>
                  </a:lnTo>
                  <a:lnTo>
                    <a:pt x="3817442" y="854005"/>
                  </a:lnTo>
                  <a:lnTo>
                    <a:pt x="3780521" y="852913"/>
                  </a:lnTo>
                  <a:lnTo>
                    <a:pt x="3726661" y="851127"/>
                  </a:lnTo>
                  <a:lnTo>
                    <a:pt x="3657273" y="848534"/>
                  </a:lnTo>
                  <a:lnTo>
                    <a:pt x="3575707" y="845072"/>
                  </a:lnTo>
                  <a:lnTo>
                    <a:pt x="3486387" y="840725"/>
                  </a:lnTo>
                  <a:lnTo>
                    <a:pt x="3393856" y="835507"/>
                  </a:lnTo>
                  <a:lnTo>
                    <a:pt x="3302034" y="829441"/>
                  </a:lnTo>
                  <a:lnTo>
                    <a:pt x="3213810" y="822531"/>
                  </a:lnTo>
                  <a:lnTo>
                    <a:pt x="3130971" y="814756"/>
                  </a:lnTo>
                  <a:lnTo>
                    <a:pt x="3054341" y="806056"/>
                  </a:lnTo>
                  <a:lnTo>
                    <a:pt x="2984003" y="796332"/>
                  </a:lnTo>
                  <a:lnTo>
                    <a:pt x="2919536" y="785447"/>
                  </a:lnTo>
                  <a:lnTo>
                    <a:pt x="2860203" y="773229"/>
                  </a:lnTo>
                  <a:lnTo>
                    <a:pt x="2805107" y="759485"/>
                  </a:lnTo>
                  <a:lnTo>
                    <a:pt x="2753289" y="744015"/>
                  </a:lnTo>
                  <a:lnTo>
                    <a:pt x="2703822" y="726649"/>
                  </a:lnTo>
                  <a:lnTo>
                    <a:pt x="2667772" y="712326"/>
                  </a:lnTo>
                  <a:lnTo>
                    <a:pt x="2618865" y="690701"/>
                  </a:lnTo>
                  <a:lnTo>
                    <a:pt x="2570433" y="666892"/>
                  </a:lnTo>
                  <a:lnTo>
                    <a:pt x="2521986" y="640866"/>
                  </a:lnTo>
                  <a:lnTo>
                    <a:pt x="2473185" y="612665"/>
                  </a:lnTo>
                  <a:lnTo>
                    <a:pt x="2423828" y="582410"/>
                  </a:lnTo>
                  <a:lnTo>
                    <a:pt x="2373833" y="550311"/>
                  </a:lnTo>
                  <a:lnTo>
                    <a:pt x="2323219" y="516664"/>
                  </a:lnTo>
                  <a:lnTo>
                    <a:pt x="2272094" y="481843"/>
                  </a:lnTo>
                  <a:lnTo>
                    <a:pt x="2220632" y="446285"/>
                  </a:lnTo>
                  <a:lnTo>
                    <a:pt x="2169049" y="410467"/>
                  </a:lnTo>
                  <a:lnTo>
                    <a:pt x="2117574" y="374882"/>
                  </a:lnTo>
                  <a:lnTo>
                    <a:pt x="2066426" y="340008"/>
                  </a:lnTo>
                  <a:lnTo>
                    <a:pt x="2015781" y="306287"/>
                  </a:lnTo>
                  <a:lnTo>
                    <a:pt x="1965750" y="274095"/>
                  </a:lnTo>
                  <a:lnTo>
                    <a:pt x="1916360" y="243733"/>
                  </a:lnTo>
                  <a:lnTo>
                    <a:pt x="1867532" y="215415"/>
                  </a:lnTo>
                  <a:lnTo>
                    <a:pt x="1819073" y="189268"/>
                  </a:lnTo>
                  <a:lnTo>
                    <a:pt x="1770651" y="165338"/>
                  </a:lnTo>
                  <a:lnTo>
                    <a:pt x="1721786" y="143595"/>
                  </a:lnTo>
                  <a:lnTo>
                    <a:pt x="1719082" y="142465"/>
                  </a:lnTo>
                  <a:lnTo>
                    <a:pt x="1670840" y="123616"/>
                  </a:lnTo>
                  <a:lnTo>
                    <a:pt x="1620868" y="106737"/>
                  </a:lnTo>
                  <a:lnTo>
                    <a:pt x="1568320" y="91716"/>
                  </a:lnTo>
                  <a:lnTo>
                    <a:pt x="1512253" y="78372"/>
                  </a:lnTo>
                  <a:lnTo>
                    <a:pt x="1451717" y="66505"/>
                  </a:lnTo>
                  <a:lnTo>
                    <a:pt x="1385842" y="55925"/>
                  </a:lnTo>
                  <a:lnTo>
                    <a:pt x="1313954" y="46469"/>
                  </a:lnTo>
                  <a:lnTo>
                    <a:pt x="1235740" y="38008"/>
                  </a:lnTo>
                  <a:lnTo>
                    <a:pt x="1151444" y="30453"/>
                  </a:lnTo>
                  <a:lnTo>
                    <a:pt x="1062111" y="23755"/>
                  </a:lnTo>
                  <a:lnTo>
                    <a:pt x="969796" y="17899"/>
                  </a:lnTo>
                  <a:lnTo>
                    <a:pt x="877667" y="12897"/>
                  </a:lnTo>
                  <a:lnTo>
                    <a:pt x="789849" y="8771"/>
                  </a:lnTo>
                  <a:lnTo>
                    <a:pt x="710938" y="5529"/>
                  </a:lnTo>
                  <a:lnTo>
                    <a:pt x="645181" y="3145"/>
                  </a:lnTo>
                  <a:lnTo>
                    <a:pt x="595512" y="1546"/>
                  </a:lnTo>
                  <a:lnTo>
                    <a:pt x="562767" y="603"/>
                  </a:lnTo>
                  <a:lnTo>
                    <a:pt x="545336" y="153"/>
                  </a:lnTo>
                  <a:lnTo>
                    <a:pt x="539288" y="1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546595" y="1218687"/>
              <a:ext cx="8234974" cy="4720411"/>
            </a:xfrm>
            <a:custGeom>
              <a:avLst/>
              <a:pathLst>
                <a:path w="8234974" h="4720411">
                  <a:moveTo>
                    <a:pt x="0" y="1965476"/>
                  </a:moveTo>
                  <a:lnTo>
                    <a:pt x="538736" y="1965476"/>
                  </a:lnTo>
                  <a:lnTo>
                    <a:pt x="539911" y="1965559"/>
                  </a:lnTo>
                  <a:lnTo>
                    <a:pt x="547593" y="1966149"/>
                  </a:lnTo>
                  <a:lnTo>
                    <a:pt x="566815" y="1967779"/>
                  </a:lnTo>
                  <a:lnTo>
                    <a:pt x="600811" y="1970981"/>
                  </a:lnTo>
                  <a:lnTo>
                    <a:pt x="650732" y="1976227"/>
                  </a:lnTo>
                  <a:lnTo>
                    <a:pt x="715581" y="1983874"/>
                  </a:lnTo>
                  <a:lnTo>
                    <a:pt x="792559" y="1994129"/>
                  </a:lnTo>
                  <a:lnTo>
                    <a:pt x="877761" y="2007060"/>
                  </a:lnTo>
                  <a:lnTo>
                    <a:pt x="967004" y="2022640"/>
                  </a:lnTo>
                  <a:lnTo>
                    <a:pt x="1056520" y="2040805"/>
                  </a:lnTo>
                  <a:lnTo>
                    <a:pt x="1143385" y="2061519"/>
                  </a:lnTo>
                  <a:lnTo>
                    <a:pt x="1225652" y="2084815"/>
                  </a:lnTo>
                  <a:lnTo>
                    <a:pt x="1302281" y="2110828"/>
                  </a:lnTo>
                  <a:lnTo>
                    <a:pt x="1372965" y="2139803"/>
                  </a:lnTo>
                  <a:lnTo>
                    <a:pt x="1437917" y="2172095"/>
                  </a:lnTo>
                  <a:lnTo>
                    <a:pt x="1497699" y="2208166"/>
                  </a:lnTo>
                  <a:lnTo>
                    <a:pt x="1553071" y="2248557"/>
                  </a:lnTo>
                  <a:lnTo>
                    <a:pt x="1604889" y="2293854"/>
                  </a:lnTo>
                  <a:lnTo>
                    <a:pt x="1654021" y="2344617"/>
                  </a:lnTo>
                  <a:lnTo>
                    <a:pt x="1701274" y="2401264"/>
                  </a:lnTo>
                  <a:lnTo>
                    <a:pt x="1719082" y="2424632"/>
                  </a:lnTo>
                  <a:lnTo>
                    <a:pt x="1754938" y="2474947"/>
                  </a:lnTo>
                  <a:lnTo>
                    <a:pt x="1790457" y="2528999"/>
                  </a:lnTo>
                  <a:lnTo>
                    <a:pt x="1825857" y="2586864"/>
                  </a:lnTo>
                  <a:lnTo>
                    <a:pt x="1861311" y="2648556"/>
                  </a:lnTo>
                  <a:lnTo>
                    <a:pt x="1896946" y="2714017"/>
                  </a:lnTo>
                  <a:lnTo>
                    <a:pt x="1932851" y="2783116"/>
                  </a:lnTo>
                  <a:lnTo>
                    <a:pt x="1969081" y="2855641"/>
                  </a:lnTo>
                  <a:lnTo>
                    <a:pt x="2005656" y="2931299"/>
                  </a:lnTo>
                  <a:lnTo>
                    <a:pt x="2042569" y="3009717"/>
                  </a:lnTo>
                  <a:lnTo>
                    <a:pt x="2079786" y="3090448"/>
                  </a:lnTo>
                  <a:lnTo>
                    <a:pt x="2117252" y="3172980"/>
                  </a:lnTo>
                  <a:lnTo>
                    <a:pt x="2154893" y="3256749"/>
                  </a:lnTo>
                  <a:lnTo>
                    <a:pt x="2192627" y="3341153"/>
                  </a:lnTo>
                  <a:lnTo>
                    <a:pt x="2230363" y="3425569"/>
                  </a:lnTo>
                  <a:lnTo>
                    <a:pt x="2268011" y="3509377"/>
                  </a:lnTo>
                  <a:lnTo>
                    <a:pt x="2305485" y="3591974"/>
                  </a:lnTo>
                  <a:lnTo>
                    <a:pt x="2342714" y="3672792"/>
                  </a:lnTo>
                  <a:lnTo>
                    <a:pt x="2379641" y="3751318"/>
                  </a:lnTo>
                  <a:lnTo>
                    <a:pt x="2416231" y="3827101"/>
                  </a:lnTo>
                  <a:lnTo>
                    <a:pt x="2452475" y="3899765"/>
                  </a:lnTo>
                  <a:lnTo>
                    <a:pt x="2488393" y="3969014"/>
                  </a:lnTo>
                  <a:lnTo>
                    <a:pt x="2524038" y="4034633"/>
                  </a:lnTo>
                  <a:lnTo>
                    <a:pt x="2559497" y="4096486"/>
                  </a:lnTo>
                  <a:lnTo>
                    <a:pt x="2594897" y="4154513"/>
                  </a:lnTo>
                  <a:lnTo>
                    <a:pt x="2630406" y="4208726"/>
                  </a:lnTo>
                  <a:lnTo>
                    <a:pt x="2666242" y="4259197"/>
                  </a:lnTo>
                  <a:lnTo>
                    <a:pt x="2667772" y="4261255"/>
                  </a:lnTo>
                  <a:lnTo>
                    <a:pt x="2714491" y="4320209"/>
                  </a:lnTo>
                  <a:lnTo>
                    <a:pt x="2762811" y="4373198"/>
                  </a:lnTo>
                  <a:lnTo>
                    <a:pt x="2813495" y="4420534"/>
                  </a:lnTo>
                  <a:lnTo>
                    <a:pt x="2867398" y="4462740"/>
                  </a:lnTo>
                  <a:lnTo>
                    <a:pt x="2925388" y="4500404"/>
                  </a:lnTo>
                  <a:lnTo>
                    <a:pt x="2988274" y="4534089"/>
                  </a:lnTo>
                  <a:lnTo>
                    <a:pt x="3056706" y="4564291"/>
                  </a:lnTo>
                  <a:lnTo>
                    <a:pt x="3131054" y="4591407"/>
                  </a:lnTo>
                  <a:lnTo>
                    <a:pt x="3211233" y="4615725"/>
                  </a:lnTo>
                  <a:lnTo>
                    <a:pt x="3296508" y="4637423"/>
                  </a:lnTo>
                  <a:lnTo>
                    <a:pt x="3385298" y="4656569"/>
                  </a:lnTo>
                  <a:lnTo>
                    <a:pt x="3475052" y="4673149"/>
                  </a:lnTo>
                  <a:lnTo>
                    <a:pt x="3562292" y="4687105"/>
                  </a:lnTo>
                  <a:lnTo>
                    <a:pt x="3642926" y="4698387"/>
                  </a:lnTo>
                  <a:lnTo>
                    <a:pt x="3712846" y="4707020"/>
                  </a:lnTo>
                  <a:lnTo>
                    <a:pt x="3768733" y="4713154"/>
                  </a:lnTo>
                  <a:lnTo>
                    <a:pt x="3808833" y="4717091"/>
                  </a:lnTo>
                  <a:lnTo>
                    <a:pt x="3833459" y="4719265"/>
                  </a:lnTo>
                  <a:lnTo>
                    <a:pt x="3845072" y="4720190"/>
                  </a:lnTo>
                  <a:lnTo>
                    <a:pt x="3848118" y="4720411"/>
                  </a:lnTo>
                  <a:lnTo>
                    <a:pt x="4386855" y="4720411"/>
                  </a:lnTo>
                  <a:lnTo>
                    <a:pt x="4387726" y="4720307"/>
                  </a:lnTo>
                  <a:lnTo>
                    <a:pt x="4393457" y="4719566"/>
                  </a:lnTo>
                  <a:lnTo>
                    <a:pt x="4407935" y="4717518"/>
                  </a:lnTo>
                  <a:lnTo>
                    <a:pt x="4433892" y="4713486"/>
                  </a:lnTo>
                  <a:lnTo>
                    <a:pt x="4472715" y="4706837"/>
                  </a:lnTo>
                  <a:lnTo>
                    <a:pt x="4524344" y="4697052"/>
                  </a:lnTo>
                  <a:lnTo>
                    <a:pt x="4587365" y="4683764"/>
                  </a:lnTo>
                  <a:lnTo>
                    <a:pt x="4659329" y="4666781"/>
                  </a:lnTo>
                  <a:lnTo>
                    <a:pt x="4737232" y="4646060"/>
                  </a:lnTo>
                  <a:lnTo>
                    <a:pt x="4817999" y="4621652"/>
                  </a:lnTo>
                  <a:lnTo>
                    <a:pt x="4898890" y="4593637"/>
                  </a:lnTo>
                  <a:lnTo>
                    <a:pt x="4977736" y="4562064"/>
                  </a:lnTo>
                  <a:lnTo>
                    <a:pt x="5053022" y="4526904"/>
                  </a:lnTo>
                  <a:lnTo>
                    <a:pt x="5123856" y="4488017"/>
                  </a:lnTo>
                  <a:lnTo>
                    <a:pt x="5189864" y="4445137"/>
                  </a:lnTo>
                  <a:lnTo>
                    <a:pt x="5251069" y="4397870"/>
                  </a:lnTo>
                  <a:lnTo>
                    <a:pt x="5307775" y="4345699"/>
                  </a:lnTo>
                  <a:lnTo>
                    <a:pt x="5360467" y="4287999"/>
                  </a:lnTo>
                  <a:lnTo>
                    <a:pt x="5409737" y="4224060"/>
                  </a:lnTo>
                  <a:lnTo>
                    <a:pt x="5456221" y="4153139"/>
                  </a:lnTo>
                  <a:lnTo>
                    <a:pt x="5500559" y="4074537"/>
                  </a:lnTo>
                  <a:lnTo>
                    <a:pt x="5543346" y="3987728"/>
                  </a:lnTo>
                  <a:lnTo>
                    <a:pt x="5567201" y="3934583"/>
                  </a:lnTo>
                  <a:lnTo>
                    <a:pt x="5595688" y="3866774"/>
                  </a:lnTo>
                  <a:lnTo>
                    <a:pt x="5623930" y="3794960"/>
                  </a:lnTo>
                  <a:lnTo>
                    <a:pt x="5652046" y="3719062"/>
                  </a:lnTo>
                  <a:lnTo>
                    <a:pt x="5680133" y="3639040"/>
                  </a:lnTo>
                  <a:lnTo>
                    <a:pt x="5708270" y="3554897"/>
                  </a:lnTo>
                  <a:lnTo>
                    <a:pt x="5736519" y="3466686"/>
                  </a:lnTo>
                  <a:lnTo>
                    <a:pt x="5764929" y="3374512"/>
                  </a:lnTo>
                  <a:lnTo>
                    <a:pt x="5793530" y="3278530"/>
                  </a:lnTo>
                  <a:lnTo>
                    <a:pt x="5822344" y="3178954"/>
                  </a:lnTo>
                  <a:lnTo>
                    <a:pt x="5851375" y="3076052"/>
                  </a:lnTo>
                  <a:lnTo>
                    <a:pt x="5880621" y="2970144"/>
                  </a:lnTo>
                  <a:lnTo>
                    <a:pt x="5910066" y="2861603"/>
                  </a:lnTo>
                  <a:lnTo>
                    <a:pt x="5939686" y="2750847"/>
                  </a:lnTo>
                  <a:lnTo>
                    <a:pt x="5969450" y="2638335"/>
                  </a:lnTo>
                  <a:lnTo>
                    <a:pt x="5999319" y="2524558"/>
                  </a:lnTo>
                  <a:lnTo>
                    <a:pt x="6029251" y="2410032"/>
                  </a:lnTo>
                  <a:lnTo>
                    <a:pt x="6059203" y="2295287"/>
                  </a:lnTo>
                  <a:lnTo>
                    <a:pt x="6089127" y="2180857"/>
                  </a:lnTo>
                  <a:lnTo>
                    <a:pt x="6118980" y="2067269"/>
                  </a:lnTo>
                  <a:lnTo>
                    <a:pt x="6148721" y="1955037"/>
                  </a:lnTo>
                  <a:lnTo>
                    <a:pt x="6178312" y="1844644"/>
                  </a:lnTo>
                  <a:lnTo>
                    <a:pt x="6207722" y="1736545"/>
                  </a:lnTo>
                  <a:lnTo>
                    <a:pt x="6236931" y="1631149"/>
                  </a:lnTo>
                  <a:lnTo>
                    <a:pt x="6265923" y="1528820"/>
                  </a:lnTo>
                  <a:lnTo>
                    <a:pt x="6294698" y="1429870"/>
                  </a:lnTo>
                  <a:lnTo>
                    <a:pt x="6323263" y="1334556"/>
                  </a:lnTo>
                  <a:lnTo>
                    <a:pt x="6351641" y="1243081"/>
                  </a:lnTo>
                  <a:lnTo>
                    <a:pt x="6379867" y="1155592"/>
                  </a:lnTo>
                  <a:lnTo>
                    <a:pt x="6407990" y="1072185"/>
                  </a:lnTo>
                  <a:lnTo>
                    <a:pt x="6436076" y="992902"/>
                  </a:lnTo>
                  <a:lnTo>
                    <a:pt x="6464206" y="917739"/>
                  </a:lnTo>
                  <a:lnTo>
                    <a:pt x="6492483" y="846650"/>
                  </a:lnTo>
                  <a:lnTo>
                    <a:pt x="6515891" y="791272"/>
                  </a:lnTo>
                  <a:lnTo>
                    <a:pt x="6558029" y="699692"/>
                  </a:lnTo>
                  <a:lnTo>
                    <a:pt x="6601416" y="616465"/>
                  </a:lnTo>
                  <a:lnTo>
                    <a:pt x="6646602" y="541251"/>
                  </a:lnTo>
                  <a:lnTo>
                    <a:pt x="6694208" y="473430"/>
                  </a:lnTo>
                  <a:lnTo>
                    <a:pt x="6744876" y="412269"/>
                  </a:lnTo>
                  <a:lnTo>
                    <a:pt x="6799229" y="357035"/>
                  </a:lnTo>
                  <a:lnTo>
                    <a:pt x="6857823" y="307048"/>
                  </a:lnTo>
                  <a:lnTo>
                    <a:pt x="6921074" y="261728"/>
                  </a:lnTo>
                  <a:lnTo>
                    <a:pt x="6989179" y="220610"/>
                  </a:lnTo>
                  <a:lnTo>
                    <a:pt x="7062006" y="183353"/>
                  </a:lnTo>
                  <a:lnTo>
                    <a:pt x="7138970" y="149749"/>
                  </a:lnTo>
                  <a:lnTo>
                    <a:pt x="7218921" y="119708"/>
                  </a:lnTo>
                  <a:lnTo>
                    <a:pt x="7300062" y="93238"/>
                  </a:lnTo>
                  <a:lnTo>
                    <a:pt x="7379957" y="70409"/>
                  </a:lnTo>
                  <a:lnTo>
                    <a:pt x="7455685" y="51297"/>
                  </a:lnTo>
                  <a:lnTo>
                    <a:pt x="7524143" y="35919"/>
                  </a:lnTo>
                  <a:lnTo>
                    <a:pt x="7582504" y="24174"/>
                  </a:lnTo>
                  <a:lnTo>
                    <a:pt x="7628714" y="15795"/>
                  </a:lnTo>
                  <a:lnTo>
                    <a:pt x="7661915" y="10346"/>
                  </a:lnTo>
                  <a:lnTo>
                    <a:pt x="7682672" y="7250"/>
                  </a:lnTo>
                  <a:lnTo>
                    <a:pt x="7692975" y="5849"/>
                  </a:lnTo>
                  <a:lnTo>
                    <a:pt x="7696073" y="546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944" y="4714884"/>
                  </a:lnTo>
                  <a:lnTo>
                    <a:pt x="3839261" y="4714294"/>
                  </a:lnTo>
                  <a:lnTo>
                    <a:pt x="3820040" y="4712664"/>
                  </a:lnTo>
                  <a:lnTo>
                    <a:pt x="3786043" y="4709461"/>
                  </a:lnTo>
                  <a:lnTo>
                    <a:pt x="3736122" y="4704215"/>
                  </a:lnTo>
                  <a:lnTo>
                    <a:pt x="3671274" y="4696569"/>
                  </a:lnTo>
                  <a:lnTo>
                    <a:pt x="3594296" y="4686314"/>
                  </a:lnTo>
                  <a:lnTo>
                    <a:pt x="3509093" y="4673383"/>
                  </a:lnTo>
                  <a:lnTo>
                    <a:pt x="3419850" y="4657803"/>
                  </a:lnTo>
                  <a:lnTo>
                    <a:pt x="3330334" y="4639638"/>
                  </a:lnTo>
                  <a:lnTo>
                    <a:pt x="3243470" y="4618924"/>
                  </a:lnTo>
                  <a:lnTo>
                    <a:pt x="3161203" y="4595627"/>
                  </a:lnTo>
                  <a:lnTo>
                    <a:pt x="3084573" y="4569614"/>
                  </a:lnTo>
                  <a:lnTo>
                    <a:pt x="3013890" y="4540640"/>
                  </a:lnTo>
                  <a:lnTo>
                    <a:pt x="2948938" y="4508347"/>
                  </a:lnTo>
                  <a:lnTo>
                    <a:pt x="2889156" y="4472276"/>
                  </a:lnTo>
                  <a:lnTo>
                    <a:pt x="2833783" y="4431886"/>
                  </a:lnTo>
                  <a:lnTo>
                    <a:pt x="2781965" y="4386589"/>
                  </a:lnTo>
                  <a:lnTo>
                    <a:pt x="2732834" y="4335825"/>
                  </a:lnTo>
                  <a:lnTo>
                    <a:pt x="2685581" y="4279178"/>
                  </a:lnTo>
                  <a:lnTo>
                    <a:pt x="2667772" y="4255810"/>
                  </a:lnTo>
                  <a:lnTo>
                    <a:pt x="2631916" y="4205496"/>
                  </a:lnTo>
                  <a:lnTo>
                    <a:pt x="2596398" y="4151443"/>
                  </a:lnTo>
                  <a:lnTo>
                    <a:pt x="2560997" y="4093578"/>
                  </a:lnTo>
                  <a:lnTo>
                    <a:pt x="2525544" y="4031887"/>
                  </a:lnTo>
                  <a:lnTo>
                    <a:pt x="2489909" y="3966425"/>
                  </a:lnTo>
                  <a:lnTo>
                    <a:pt x="2454003" y="3897326"/>
                  </a:lnTo>
                  <a:lnTo>
                    <a:pt x="2417774" y="3824801"/>
                  </a:lnTo>
                  <a:lnTo>
                    <a:pt x="2381198" y="3749144"/>
                  </a:lnTo>
                  <a:lnTo>
                    <a:pt x="2344285" y="3670726"/>
                  </a:lnTo>
                  <a:lnTo>
                    <a:pt x="2307068" y="3589994"/>
                  </a:lnTo>
                  <a:lnTo>
                    <a:pt x="2269603" y="3507462"/>
                  </a:lnTo>
                  <a:lnTo>
                    <a:pt x="2231961" y="3423693"/>
                  </a:lnTo>
                  <a:lnTo>
                    <a:pt x="2194227" y="3339290"/>
                  </a:lnTo>
                  <a:lnTo>
                    <a:pt x="2156491" y="3254873"/>
                  </a:lnTo>
                  <a:lnTo>
                    <a:pt x="2118844" y="3171065"/>
                  </a:lnTo>
                  <a:lnTo>
                    <a:pt x="2081369" y="3088469"/>
                  </a:lnTo>
                  <a:lnTo>
                    <a:pt x="2044141" y="3007650"/>
                  </a:lnTo>
                  <a:lnTo>
                    <a:pt x="2007214" y="2929125"/>
                  </a:lnTo>
                  <a:lnTo>
                    <a:pt x="1970624" y="2853342"/>
                  </a:lnTo>
                  <a:lnTo>
                    <a:pt x="1934380" y="2780678"/>
                  </a:lnTo>
                  <a:lnTo>
                    <a:pt x="1898462" y="2711428"/>
                  </a:lnTo>
                  <a:lnTo>
                    <a:pt x="1862817" y="2645810"/>
                  </a:lnTo>
                  <a:lnTo>
                    <a:pt x="1827358" y="2583957"/>
                  </a:lnTo>
                  <a:lnTo>
                    <a:pt x="1791958" y="2525929"/>
                  </a:lnTo>
                  <a:lnTo>
                    <a:pt x="1756449" y="2471717"/>
                  </a:lnTo>
                  <a:lnTo>
                    <a:pt x="1720612" y="2421246"/>
                  </a:lnTo>
                  <a:lnTo>
                    <a:pt x="1719082" y="2419188"/>
                  </a:lnTo>
                  <a:lnTo>
                    <a:pt x="1672363" y="2360234"/>
                  </a:lnTo>
                  <a:lnTo>
                    <a:pt x="1624044" y="2307245"/>
                  </a:lnTo>
                  <a:lnTo>
                    <a:pt x="1573359" y="2259909"/>
                  </a:lnTo>
                  <a:lnTo>
                    <a:pt x="1519456" y="2217702"/>
                  </a:lnTo>
                  <a:lnTo>
                    <a:pt x="1461466" y="2180039"/>
                  </a:lnTo>
                  <a:lnTo>
                    <a:pt x="1398581" y="2146353"/>
                  </a:lnTo>
                  <a:lnTo>
                    <a:pt x="1330148" y="2116152"/>
                  </a:lnTo>
                  <a:lnTo>
                    <a:pt x="1255800" y="2089036"/>
                  </a:lnTo>
                  <a:lnTo>
                    <a:pt x="1175621" y="2064717"/>
                  </a:lnTo>
                  <a:lnTo>
                    <a:pt x="1090346" y="2043020"/>
                  </a:lnTo>
                  <a:lnTo>
                    <a:pt x="1001556" y="2023874"/>
                  </a:lnTo>
                  <a:lnTo>
                    <a:pt x="911803" y="2007293"/>
                  </a:lnTo>
                  <a:lnTo>
                    <a:pt x="824562" y="1993337"/>
                  </a:lnTo>
                  <a:lnTo>
                    <a:pt x="743928" y="1982055"/>
                  </a:lnTo>
                  <a:lnTo>
                    <a:pt x="674008" y="1973423"/>
                  </a:lnTo>
                  <a:lnTo>
                    <a:pt x="618122" y="1967288"/>
                  </a:lnTo>
                  <a:lnTo>
                    <a:pt x="578022" y="1963351"/>
                  </a:lnTo>
                  <a:lnTo>
                    <a:pt x="553396" y="1961178"/>
                  </a:lnTo>
                  <a:lnTo>
                    <a:pt x="541783" y="1960252"/>
                  </a:lnTo>
                  <a:lnTo>
                    <a:pt x="538736" y="1960032"/>
                  </a:lnTo>
                  <a:lnTo>
                    <a:pt x="0" y="196003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546595" y="1224131"/>
              <a:ext cx="8234974" cy="4714966"/>
            </a:xfrm>
            <a:custGeom>
              <a:avLst/>
              <a:pathLst>
                <a:path w="8234974" h="4714966">
                  <a:moveTo>
                    <a:pt x="0" y="1960032"/>
                  </a:moveTo>
                  <a:lnTo>
                    <a:pt x="538736" y="1960032"/>
                  </a:lnTo>
                  <a:lnTo>
                    <a:pt x="539911" y="1960114"/>
                  </a:lnTo>
                  <a:lnTo>
                    <a:pt x="547593" y="1960704"/>
                  </a:lnTo>
                  <a:lnTo>
                    <a:pt x="566815" y="1962334"/>
                  </a:lnTo>
                  <a:lnTo>
                    <a:pt x="600811" y="1965537"/>
                  </a:lnTo>
                  <a:lnTo>
                    <a:pt x="650732" y="1970783"/>
                  </a:lnTo>
                  <a:lnTo>
                    <a:pt x="715581" y="1978429"/>
                  </a:lnTo>
                  <a:lnTo>
                    <a:pt x="792559" y="1988684"/>
                  </a:lnTo>
                  <a:lnTo>
                    <a:pt x="877761" y="2001615"/>
                  </a:lnTo>
                  <a:lnTo>
                    <a:pt x="967004" y="2017195"/>
                  </a:lnTo>
                  <a:lnTo>
                    <a:pt x="1056520" y="2035360"/>
                  </a:lnTo>
                  <a:lnTo>
                    <a:pt x="1143385" y="2056074"/>
                  </a:lnTo>
                  <a:lnTo>
                    <a:pt x="1225652" y="2079371"/>
                  </a:lnTo>
                  <a:lnTo>
                    <a:pt x="1302281" y="2105384"/>
                  </a:lnTo>
                  <a:lnTo>
                    <a:pt x="1372965" y="2134358"/>
                  </a:lnTo>
                  <a:lnTo>
                    <a:pt x="1437917" y="2166651"/>
                  </a:lnTo>
                  <a:lnTo>
                    <a:pt x="1497699" y="2202722"/>
                  </a:lnTo>
                  <a:lnTo>
                    <a:pt x="1553071" y="2243112"/>
                  </a:lnTo>
                  <a:lnTo>
                    <a:pt x="1604889" y="2288409"/>
                  </a:lnTo>
                  <a:lnTo>
                    <a:pt x="1654021" y="2339173"/>
                  </a:lnTo>
                  <a:lnTo>
                    <a:pt x="1701274" y="2395819"/>
                  </a:lnTo>
                  <a:lnTo>
                    <a:pt x="1719082" y="2419188"/>
                  </a:lnTo>
                  <a:lnTo>
                    <a:pt x="1754938" y="2469502"/>
                  </a:lnTo>
                  <a:lnTo>
                    <a:pt x="1790457" y="2523555"/>
                  </a:lnTo>
                  <a:lnTo>
                    <a:pt x="1825857" y="2581420"/>
                  </a:lnTo>
                  <a:lnTo>
                    <a:pt x="1861311" y="2643111"/>
                  </a:lnTo>
                  <a:lnTo>
                    <a:pt x="1896946" y="2708572"/>
                  </a:lnTo>
                  <a:lnTo>
                    <a:pt x="1932851" y="2777672"/>
                  </a:lnTo>
                  <a:lnTo>
                    <a:pt x="1969081" y="2850197"/>
                  </a:lnTo>
                  <a:lnTo>
                    <a:pt x="2005656" y="2925854"/>
                  </a:lnTo>
                  <a:lnTo>
                    <a:pt x="2042569" y="3004272"/>
                  </a:lnTo>
                  <a:lnTo>
                    <a:pt x="2079786" y="3085004"/>
                  </a:lnTo>
                  <a:lnTo>
                    <a:pt x="2117252" y="3167536"/>
                  </a:lnTo>
                  <a:lnTo>
                    <a:pt x="2154893" y="3251305"/>
                  </a:lnTo>
                  <a:lnTo>
                    <a:pt x="2192627" y="3335708"/>
                  </a:lnTo>
                  <a:lnTo>
                    <a:pt x="2230363" y="3420125"/>
                  </a:lnTo>
                  <a:lnTo>
                    <a:pt x="2268011" y="3503933"/>
                  </a:lnTo>
                  <a:lnTo>
                    <a:pt x="2305485" y="3586529"/>
                  </a:lnTo>
                  <a:lnTo>
                    <a:pt x="2342714" y="3667348"/>
                  </a:lnTo>
                  <a:lnTo>
                    <a:pt x="2379641" y="3745873"/>
                  </a:lnTo>
                  <a:lnTo>
                    <a:pt x="2416231" y="3821656"/>
                  </a:lnTo>
                  <a:lnTo>
                    <a:pt x="2452475" y="3894320"/>
                  </a:lnTo>
                  <a:lnTo>
                    <a:pt x="2488393" y="3963569"/>
                  </a:lnTo>
                  <a:lnTo>
                    <a:pt x="2524038" y="4029188"/>
                  </a:lnTo>
                  <a:lnTo>
                    <a:pt x="2559497" y="4091041"/>
                  </a:lnTo>
                  <a:lnTo>
                    <a:pt x="2594897" y="4149069"/>
                  </a:lnTo>
                  <a:lnTo>
                    <a:pt x="2630406" y="4203281"/>
                  </a:lnTo>
                  <a:lnTo>
                    <a:pt x="2666242" y="4253752"/>
                  </a:lnTo>
                  <a:lnTo>
                    <a:pt x="2667772" y="4255810"/>
                  </a:lnTo>
                  <a:lnTo>
                    <a:pt x="2714491" y="4314764"/>
                  </a:lnTo>
                  <a:lnTo>
                    <a:pt x="2762811" y="4367753"/>
                  </a:lnTo>
                  <a:lnTo>
                    <a:pt x="2813495" y="4415089"/>
                  </a:lnTo>
                  <a:lnTo>
                    <a:pt x="2867398" y="4457296"/>
                  </a:lnTo>
                  <a:lnTo>
                    <a:pt x="2925388" y="4494959"/>
                  </a:lnTo>
                  <a:lnTo>
                    <a:pt x="2988274" y="4528644"/>
                  </a:lnTo>
                  <a:lnTo>
                    <a:pt x="3056706" y="4558846"/>
                  </a:lnTo>
                  <a:lnTo>
                    <a:pt x="3131054" y="4585962"/>
                  </a:lnTo>
                  <a:lnTo>
                    <a:pt x="3211233" y="4610281"/>
                  </a:lnTo>
                  <a:lnTo>
                    <a:pt x="3296508" y="4631978"/>
                  </a:lnTo>
                  <a:lnTo>
                    <a:pt x="3385298" y="4651124"/>
                  </a:lnTo>
                  <a:lnTo>
                    <a:pt x="3475052" y="4667705"/>
                  </a:lnTo>
                  <a:lnTo>
                    <a:pt x="3562292" y="4681661"/>
                  </a:lnTo>
                  <a:lnTo>
                    <a:pt x="3642926" y="4692943"/>
                  </a:lnTo>
                  <a:lnTo>
                    <a:pt x="3712846" y="4701575"/>
                  </a:lnTo>
                  <a:lnTo>
                    <a:pt x="3768733" y="4707709"/>
                  </a:lnTo>
                  <a:lnTo>
                    <a:pt x="3808833" y="4711647"/>
                  </a:lnTo>
                  <a:lnTo>
                    <a:pt x="3833459" y="4713820"/>
                  </a:lnTo>
                  <a:lnTo>
                    <a:pt x="3845072" y="4714746"/>
                  </a:lnTo>
                  <a:lnTo>
                    <a:pt x="3848049" y="4714961"/>
                  </a:lnTo>
                  <a:lnTo>
                    <a:pt x="3848118" y="4714966"/>
                  </a:lnTo>
                  <a:lnTo>
                    <a:pt x="4386855" y="4714966"/>
                  </a:lnTo>
                  <a:lnTo>
                    <a:pt x="4387726" y="4714862"/>
                  </a:lnTo>
                  <a:lnTo>
                    <a:pt x="4393457" y="4714121"/>
                  </a:lnTo>
                  <a:lnTo>
                    <a:pt x="4407935" y="4712074"/>
                  </a:lnTo>
                  <a:lnTo>
                    <a:pt x="4433892" y="4708041"/>
                  </a:lnTo>
                  <a:lnTo>
                    <a:pt x="4472715" y="4701393"/>
                  </a:lnTo>
                  <a:lnTo>
                    <a:pt x="4524344" y="4691607"/>
                  </a:lnTo>
                  <a:lnTo>
                    <a:pt x="4587365" y="4678319"/>
                  </a:lnTo>
                  <a:lnTo>
                    <a:pt x="4659329" y="4661337"/>
                  </a:lnTo>
                  <a:lnTo>
                    <a:pt x="4737232" y="4640616"/>
                  </a:lnTo>
                  <a:lnTo>
                    <a:pt x="4817999" y="4616207"/>
                  </a:lnTo>
                  <a:lnTo>
                    <a:pt x="4898890" y="4588192"/>
                  </a:lnTo>
                  <a:lnTo>
                    <a:pt x="4977736" y="4556620"/>
                  </a:lnTo>
                  <a:lnTo>
                    <a:pt x="5053022" y="4521460"/>
                  </a:lnTo>
                  <a:lnTo>
                    <a:pt x="5123856" y="4482572"/>
                  </a:lnTo>
                  <a:lnTo>
                    <a:pt x="5189864" y="4439692"/>
                  </a:lnTo>
                  <a:lnTo>
                    <a:pt x="5251069" y="4392425"/>
                  </a:lnTo>
                  <a:lnTo>
                    <a:pt x="5307775" y="4340255"/>
                  </a:lnTo>
                  <a:lnTo>
                    <a:pt x="5360467" y="4282554"/>
                  </a:lnTo>
                  <a:lnTo>
                    <a:pt x="5409737" y="4218616"/>
                  </a:lnTo>
                  <a:lnTo>
                    <a:pt x="5456221" y="4147695"/>
                  </a:lnTo>
                  <a:lnTo>
                    <a:pt x="5500559" y="4069093"/>
                  </a:lnTo>
                  <a:lnTo>
                    <a:pt x="5543346" y="3982283"/>
                  </a:lnTo>
                  <a:lnTo>
                    <a:pt x="5567201" y="3929138"/>
                  </a:lnTo>
                  <a:lnTo>
                    <a:pt x="5595688" y="3861329"/>
                  </a:lnTo>
                  <a:lnTo>
                    <a:pt x="5623930" y="3789516"/>
                  </a:lnTo>
                  <a:lnTo>
                    <a:pt x="5652046" y="3713618"/>
                  </a:lnTo>
                  <a:lnTo>
                    <a:pt x="5680133" y="3633595"/>
                  </a:lnTo>
                  <a:lnTo>
                    <a:pt x="5708270" y="3549453"/>
                  </a:lnTo>
                  <a:lnTo>
                    <a:pt x="5736519" y="3461242"/>
                  </a:lnTo>
                  <a:lnTo>
                    <a:pt x="5764929" y="3369067"/>
                  </a:lnTo>
                  <a:lnTo>
                    <a:pt x="5793530" y="3273086"/>
                  </a:lnTo>
                  <a:lnTo>
                    <a:pt x="5822344" y="3173510"/>
                  </a:lnTo>
                  <a:lnTo>
                    <a:pt x="5851375" y="3070607"/>
                  </a:lnTo>
                  <a:lnTo>
                    <a:pt x="5880621" y="2964699"/>
                  </a:lnTo>
                  <a:lnTo>
                    <a:pt x="5910066" y="2856158"/>
                  </a:lnTo>
                  <a:lnTo>
                    <a:pt x="5939686" y="2745402"/>
                  </a:lnTo>
                  <a:lnTo>
                    <a:pt x="5969450" y="2632890"/>
                  </a:lnTo>
                  <a:lnTo>
                    <a:pt x="5999319" y="2519114"/>
                  </a:lnTo>
                  <a:lnTo>
                    <a:pt x="6029251" y="2404588"/>
                  </a:lnTo>
                  <a:lnTo>
                    <a:pt x="6059203" y="2289843"/>
                  </a:lnTo>
                  <a:lnTo>
                    <a:pt x="6089127" y="2175412"/>
                  </a:lnTo>
                  <a:lnTo>
                    <a:pt x="6118980" y="2061825"/>
                  </a:lnTo>
                  <a:lnTo>
                    <a:pt x="6148721" y="1949592"/>
                  </a:lnTo>
                  <a:lnTo>
                    <a:pt x="6178312" y="1839200"/>
                  </a:lnTo>
                  <a:lnTo>
                    <a:pt x="6207722" y="1731101"/>
                  </a:lnTo>
                  <a:lnTo>
                    <a:pt x="6236931" y="1625705"/>
                  </a:lnTo>
                  <a:lnTo>
                    <a:pt x="6265923" y="1523376"/>
                  </a:lnTo>
                  <a:lnTo>
                    <a:pt x="6294698" y="1424425"/>
                  </a:lnTo>
                  <a:lnTo>
                    <a:pt x="6323263" y="1329111"/>
                  </a:lnTo>
                  <a:lnTo>
                    <a:pt x="6351641" y="1237636"/>
                  </a:lnTo>
                  <a:lnTo>
                    <a:pt x="6379867" y="1150148"/>
                  </a:lnTo>
                  <a:lnTo>
                    <a:pt x="6407990" y="1066740"/>
                  </a:lnTo>
                  <a:lnTo>
                    <a:pt x="6436076" y="987457"/>
                  </a:lnTo>
                  <a:lnTo>
                    <a:pt x="6464206" y="912295"/>
                  </a:lnTo>
                  <a:lnTo>
                    <a:pt x="6492483" y="841205"/>
                  </a:lnTo>
                  <a:lnTo>
                    <a:pt x="6515891" y="785827"/>
                  </a:lnTo>
                  <a:lnTo>
                    <a:pt x="6558029" y="694247"/>
                  </a:lnTo>
                  <a:lnTo>
                    <a:pt x="6601416" y="611020"/>
                  </a:lnTo>
                  <a:lnTo>
                    <a:pt x="6646602" y="535806"/>
                  </a:lnTo>
                  <a:lnTo>
                    <a:pt x="6694208" y="467985"/>
                  </a:lnTo>
                  <a:lnTo>
                    <a:pt x="6744876" y="406825"/>
                  </a:lnTo>
                  <a:lnTo>
                    <a:pt x="6799229" y="351590"/>
                  </a:lnTo>
                  <a:lnTo>
                    <a:pt x="6857823" y="301604"/>
                  </a:lnTo>
                  <a:lnTo>
                    <a:pt x="6921074" y="256284"/>
                  </a:lnTo>
                  <a:lnTo>
                    <a:pt x="6989179" y="215165"/>
                  </a:lnTo>
                  <a:lnTo>
                    <a:pt x="7062006" y="177909"/>
                  </a:lnTo>
                  <a:lnTo>
                    <a:pt x="7138970" y="144305"/>
                  </a:lnTo>
                  <a:lnTo>
                    <a:pt x="7218921" y="114263"/>
                  </a:lnTo>
                  <a:lnTo>
                    <a:pt x="7300062" y="87793"/>
                  </a:lnTo>
                  <a:lnTo>
                    <a:pt x="7379957" y="64964"/>
                  </a:lnTo>
                  <a:lnTo>
                    <a:pt x="7455685" y="45852"/>
                  </a:lnTo>
                  <a:lnTo>
                    <a:pt x="7524143" y="30475"/>
                  </a:lnTo>
                  <a:lnTo>
                    <a:pt x="7582504" y="18730"/>
                  </a:lnTo>
                  <a:lnTo>
                    <a:pt x="7628714" y="10350"/>
                  </a:lnTo>
                  <a:lnTo>
                    <a:pt x="7661915" y="4901"/>
                  </a:lnTo>
                  <a:lnTo>
                    <a:pt x="7682672" y="1806"/>
                  </a:lnTo>
                  <a:lnTo>
                    <a:pt x="7692975" y="405"/>
                  </a:lnTo>
                  <a:lnTo>
                    <a:pt x="7696073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546595" y="1218687"/>
              <a:ext cx="8234974" cy="4714966"/>
            </a:xfrm>
            <a:custGeom>
              <a:avLst/>
              <a:pathLst>
                <a:path w="8234974" h="4714966">
                  <a:moveTo>
                    <a:pt x="8234974" y="0"/>
                  </a:move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944" y="4714884"/>
                  </a:lnTo>
                  <a:lnTo>
                    <a:pt x="3839261" y="4714294"/>
                  </a:lnTo>
                  <a:lnTo>
                    <a:pt x="3820040" y="4712664"/>
                  </a:lnTo>
                  <a:lnTo>
                    <a:pt x="3786043" y="4709461"/>
                  </a:lnTo>
                  <a:lnTo>
                    <a:pt x="3736122" y="4704215"/>
                  </a:lnTo>
                  <a:lnTo>
                    <a:pt x="3671274" y="4696569"/>
                  </a:lnTo>
                  <a:lnTo>
                    <a:pt x="3594296" y="4686314"/>
                  </a:lnTo>
                  <a:lnTo>
                    <a:pt x="3509093" y="4673383"/>
                  </a:lnTo>
                  <a:lnTo>
                    <a:pt x="3419850" y="4657803"/>
                  </a:lnTo>
                  <a:lnTo>
                    <a:pt x="3330334" y="4639638"/>
                  </a:lnTo>
                  <a:lnTo>
                    <a:pt x="3243470" y="4618924"/>
                  </a:lnTo>
                  <a:lnTo>
                    <a:pt x="3161203" y="4595627"/>
                  </a:lnTo>
                  <a:lnTo>
                    <a:pt x="3084573" y="4569614"/>
                  </a:lnTo>
                  <a:lnTo>
                    <a:pt x="3013890" y="4540640"/>
                  </a:lnTo>
                  <a:lnTo>
                    <a:pt x="2948938" y="4508347"/>
                  </a:lnTo>
                  <a:lnTo>
                    <a:pt x="2889156" y="4472276"/>
                  </a:lnTo>
                  <a:lnTo>
                    <a:pt x="2833783" y="4431886"/>
                  </a:lnTo>
                  <a:lnTo>
                    <a:pt x="2781965" y="4386589"/>
                  </a:lnTo>
                  <a:lnTo>
                    <a:pt x="2732834" y="4335825"/>
                  </a:lnTo>
                  <a:lnTo>
                    <a:pt x="2685581" y="4279178"/>
                  </a:lnTo>
                  <a:lnTo>
                    <a:pt x="2667772" y="4255810"/>
                  </a:lnTo>
                  <a:lnTo>
                    <a:pt x="2631916" y="4205496"/>
                  </a:lnTo>
                  <a:lnTo>
                    <a:pt x="2596398" y="4151443"/>
                  </a:lnTo>
                  <a:lnTo>
                    <a:pt x="2560997" y="4093578"/>
                  </a:lnTo>
                  <a:lnTo>
                    <a:pt x="2525544" y="4031887"/>
                  </a:lnTo>
                  <a:lnTo>
                    <a:pt x="2489909" y="3966425"/>
                  </a:lnTo>
                  <a:lnTo>
                    <a:pt x="2454003" y="3897326"/>
                  </a:lnTo>
                  <a:lnTo>
                    <a:pt x="2417774" y="3824801"/>
                  </a:lnTo>
                  <a:lnTo>
                    <a:pt x="2381198" y="3749144"/>
                  </a:lnTo>
                  <a:lnTo>
                    <a:pt x="2344285" y="3670726"/>
                  </a:lnTo>
                  <a:lnTo>
                    <a:pt x="2307068" y="3589994"/>
                  </a:lnTo>
                  <a:lnTo>
                    <a:pt x="2269603" y="3507462"/>
                  </a:lnTo>
                  <a:lnTo>
                    <a:pt x="2231961" y="3423693"/>
                  </a:lnTo>
                  <a:lnTo>
                    <a:pt x="2194227" y="3339290"/>
                  </a:lnTo>
                  <a:lnTo>
                    <a:pt x="2156491" y="3254873"/>
                  </a:lnTo>
                  <a:lnTo>
                    <a:pt x="2118844" y="3171065"/>
                  </a:lnTo>
                  <a:lnTo>
                    <a:pt x="2081369" y="3088469"/>
                  </a:lnTo>
                  <a:lnTo>
                    <a:pt x="2044141" y="3007650"/>
                  </a:lnTo>
                  <a:lnTo>
                    <a:pt x="2007214" y="2929125"/>
                  </a:lnTo>
                  <a:lnTo>
                    <a:pt x="1970624" y="2853342"/>
                  </a:lnTo>
                  <a:lnTo>
                    <a:pt x="1934380" y="2780678"/>
                  </a:lnTo>
                  <a:lnTo>
                    <a:pt x="1898462" y="2711428"/>
                  </a:lnTo>
                  <a:lnTo>
                    <a:pt x="1862817" y="2645810"/>
                  </a:lnTo>
                  <a:lnTo>
                    <a:pt x="1827358" y="2583957"/>
                  </a:lnTo>
                  <a:lnTo>
                    <a:pt x="1791958" y="2525929"/>
                  </a:lnTo>
                  <a:lnTo>
                    <a:pt x="1756449" y="2471717"/>
                  </a:lnTo>
                  <a:lnTo>
                    <a:pt x="1720612" y="2421246"/>
                  </a:lnTo>
                  <a:lnTo>
                    <a:pt x="1719082" y="2419188"/>
                  </a:lnTo>
                  <a:lnTo>
                    <a:pt x="1672363" y="2360234"/>
                  </a:lnTo>
                  <a:lnTo>
                    <a:pt x="1624044" y="2307245"/>
                  </a:lnTo>
                  <a:lnTo>
                    <a:pt x="1573359" y="2259909"/>
                  </a:lnTo>
                  <a:lnTo>
                    <a:pt x="1519456" y="2217702"/>
                  </a:lnTo>
                  <a:lnTo>
                    <a:pt x="1461466" y="2180039"/>
                  </a:lnTo>
                  <a:lnTo>
                    <a:pt x="1398581" y="2146353"/>
                  </a:lnTo>
                  <a:lnTo>
                    <a:pt x="1330148" y="2116152"/>
                  </a:lnTo>
                  <a:lnTo>
                    <a:pt x="1255800" y="2089036"/>
                  </a:lnTo>
                  <a:lnTo>
                    <a:pt x="1175621" y="2064717"/>
                  </a:lnTo>
                  <a:lnTo>
                    <a:pt x="1090346" y="2043020"/>
                  </a:lnTo>
                  <a:lnTo>
                    <a:pt x="1001556" y="2023874"/>
                  </a:lnTo>
                  <a:lnTo>
                    <a:pt x="911803" y="2007293"/>
                  </a:lnTo>
                  <a:lnTo>
                    <a:pt x="824562" y="1993337"/>
                  </a:lnTo>
                  <a:lnTo>
                    <a:pt x="743928" y="1982055"/>
                  </a:lnTo>
                  <a:lnTo>
                    <a:pt x="674008" y="1973423"/>
                  </a:lnTo>
                  <a:lnTo>
                    <a:pt x="618122" y="1967288"/>
                  </a:lnTo>
                  <a:lnTo>
                    <a:pt x="578022" y="1963351"/>
                  </a:lnTo>
                  <a:lnTo>
                    <a:pt x="553396" y="1961178"/>
                  </a:lnTo>
                  <a:lnTo>
                    <a:pt x="541783" y="1960252"/>
                  </a:lnTo>
                  <a:lnTo>
                    <a:pt x="538805" y="1960036"/>
                  </a:lnTo>
                  <a:lnTo>
                    <a:pt x="538736" y="1960032"/>
                  </a:lnTo>
                  <a:lnTo>
                    <a:pt x="0" y="19600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" name="pg116"/>
            <p:cNvSpPr/>
            <p:nvPr/>
          </p:nvSpPr>
          <p:spPr>
            <a:xfrm>
              <a:off x="546595" y="3184163"/>
              <a:ext cx="8234974" cy="2765823"/>
            </a:xfrm>
            <a:custGeom>
              <a:avLst/>
              <a:pathLst>
                <a:path w="8234974" h="2765823">
                  <a:moveTo>
                    <a:pt x="0" y="5444"/>
                  </a:moveTo>
                  <a:lnTo>
                    <a:pt x="538736" y="5444"/>
                  </a:lnTo>
                  <a:lnTo>
                    <a:pt x="539910" y="5527"/>
                  </a:lnTo>
                  <a:lnTo>
                    <a:pt x="547590" y="6117"/>
                  </a:lnTo>
                  <a:lnTo>
                    <a:pt x="566805" y="7750"/>
                  </a:lnTo>
                  <a:lnTo>
                    <a:pt x="600789" y="10957"/>
                  </a:lnTo>
                  <a:lnTo>
                    <a:pt x="650695" y="16212"/>
                  </a:lnTo>
                  <a:lnTo>
                    <a:pt x="715525" y="23871"/>
                  </a:lnTo>
                  <a:lnTo>
                    <a:pt x="792484" y="34142"/>
                  </a:lnTo>
                  <a:lnTo>
                    <a:pt x="877670" y="47095"/>
                  </a:lnTo>
                  <a:lnTo>
                    <a:pt x="966899" y="62700"/>
                  </a:lnTo>
                  <a:lnTo>
                    <a:pt x="1056405" y="80896"/>
                  </a:lnTo>
                  <a:lnTo>
                    <a:pt x="1143264" y="101645"/>
                  </a:lnTo>
                  <a:lnTo>
                    <a:pt x="1225527" y="124980"/>
                  </a:lnTo>
                  <a:lnTo>
                    <a:pt x="1302157" y="151037"/>
                  </a:lnTo>
                  <a:lnTo>
                    <a:pt x="1372841" y="180059"/>
                  </a:lnTo>
                  <a:lnTo>
                    <a:pt x="1437796" y="212405"/>
                  </a:lnTo>
                  <a:lnTo>
                    <a:pt x="1497579" y="248534"/>
                  </a:lnTo>
                  <a:lnTo>
                    <a:pt x="1552953" y="288989"/>
                  </a:lnTo>
                  <a:lnTo>
                    <a:pt x="1604772" y="334358"/>
                  </a:lnTo>
                  <a:lnTo>
                    <a:pt x="1653902" y="385202"/>
                  </a:lnTo>
                  <a:lnTo>
                    <a:pt x="1701153" y="441938"/>
                  </a:lnTo>
                  <a:lnTo>
                    <a:pt x="1719082" y="465507"/>
                  </a:lnTo>
                  <a:lnTo>
                    <a:pt x="1754910" y="515881"/>
                  </a:lnTo>
                  <a:lnTo>
                    <a:pt x="1790401" y="569993"/>
                  </a:lnTo>
                  <a:lnTo>
                    <a:pt x="1825775" y="627920"/>
                  </a:lnTo>
                  <a:lnTo>
                    <a:pt x="1861200" y="689675"/>
                  </a:lnTo>
                  <a:lnTo>
                    <a:pt x="1896807" y="755201"/>
                  </a:lnTo>
                  <a:lnTo>
                    <a:pt x="1932683" y="824368"/>
                  </a:lnTo>
                  <a:lnTo>
                    <a:pt x="1968882" y="896963"/>
                  </a:lnTo>
                  <a:lnTo>
                    <a:pt x="2005427" y="972694"/>
                  </a:lnTo>
                  <a:lnTo>
                    <a:pt x="2042309" y="1051189"/>
                  </a:lnTo>
                  <a:lnTo>
                    <a:pt x="2079495" y="1132001"/>
                  </a:lnTo>
                  <a:lnTo>
                    <a:pt x="2116930" y="1214620"/>
                  </a:lnTo>
                  <a:lnTo>
                    <a:pt x="2154541" y="1298480"/>
                  </a:lnTo>
                  <a:lnTo>
                    <a:pt x="2192245" y="1382981"/>
                  </a:lnTo>
                  <a:lnTo>
                    <a:pt x="2229952" y="1467502"/>
                  </a:lnTo>
                  <a:lnTo>
                    <a:pt x="2267571" y="1551420"/>
                  </a:lnTo>
                  <a:lnTo>
                    <a:pt x="2305019" y="1634134"/>
                  </a:lnTo>
                  <a:lnTo>
                    <a:pt x="2342223" y="1715075"/>
                  </a:lnTo>
                  <a:lnTo>
                    <a:pt x="2379125" y="1793729"/>
                  </a:lnTo>
                  <a:lnTo>
                    <a:pt x="2415691" y="1869645"/>
                  </a:lnTo>
                  <a:lnTo>
                    <a:pt x="2451912" y="1942446"/>
                  </a:lnTo>
                  <a:lnTo>
                    <a:pt x="2487808" y="2011835"/>
                  </a:lnTo>
                  <a:lnTo>
                    <a:pt x="2523428" y="2077594"/>
                  </a:lnTo>
                  <a:lnTo>
                    <a:pt x="2558862" y="2139588"/>
                  </a:lnTo>
                  <a:lnTo>
                    <a:pt x="2594234" y="2197755"/>
                  </a:lnTo>
                  <a:lnTo>
                    <a:pt x="2629712" y="2252105"/>
                  </a:lnTo>
                  <a:lnTo>
                    <a:pt x="2665511" y="2302709"/>
                  </a:lnTo>
                  <a:lnTo>
                    <a:pt x="2667772" y="2305760"/>
                  </a:lnTo>
                  <a:lnTo>
                    <a:pt x="2714485" y="2364823"/>
                  </a:lnTo>
                  <a:lnTo>
                    <a:pt x="2762798" y="2417911"/>
                  </a:lnTo>
                  <a:lnTo>
                    <a:pt x="2813475" y="2465336"/>
                  </a:lnTo>
                  <a:lnTo>
                    <a:pt x="2867369" y="2507622"/>
                  </a:lnTo>
                  <a:lnTo>
                    <a:pt x="2925349" y="2545358"/>
                  </a:lnTo>
                  <a:lnTo>
                    <a:pt x="2988223" y="2579108"/>
                  </a:lnTo>
                  <a:lnTo>
                    <a:pt x="3056641" y="2609368"/>
                  </a:lnTo>
                  <a:lnTo>
                    <a:pt x="3130974" y="2636537"/>
                  </a:lnTo>
                  <a:lnTo>
                    <a:pt x="3211136" y="2660904"/>
                  </a:lnTo>
                  <a:lnTo>
                    <a:pt x="3296395" y="2682644"/>
                  </a:lnTo>
                  <a:lnTo>
                    <a:pt x="3385170" y="2701829"/>
                  </a:lnTo>
                  <a:lnTo>
                    <a:pt x="3474913" y="2718444"/>
                  </a:lnTo>
                  <a:lnTo>
                    <a:pt x="3562149" y="2732430"/>
                  </a:lnTo>
                  <a:lnTo>
                    <a:pt x="3642788" y="2743738"/>
                  </a:lnTo>
                  <a:lnTo>
                    <a:pt x="3712723" y="2752391"/>
                  </a:lnTo>
                  <a:lnTo>
                    <a:pt x="3768632" y="2758541"/>
                  </a:lnTo>
                  <a:lnTo>
                    <a:pt x="3808762" y="2762490"/>
                  </a:lnTo>
                  <a:lnTo>
                    <a:pt x="3833418" y="2764671"/>
                  </a:lnTo>
                  <a:lnTo>
                    <a:pt x="3845056" y="2765601"/>
                  </a:lnTo>
                  <a:lnTo>
                    <a:pt x="3848118" y="2765823"/>
                  </a:lnTo>
                  <a:lnTo>
                    <a:pt x="4386855" y="2765823"/>
                  </a:lnTo>
                  <a:lnTo>
                    <a:pt x="4388135" y="2765787"/>
                  </a:lnTo>
                  <a:lnTo>
                    <a:pt x="4396491" y="2765530"/>
                  </a:lnTo>
                  <a:lnTo>
                    <a:pt x="4417331" y="2764818"/>
                  </a:lnTo>
                  <a:lnTo>
                    <a:pt x="4454028" y="2763422"/>
                  </a:lnTo>
                  <a:lnTo>
                    <a:pt x="4507588" y="2761141"/>
                  </a:lnTo>
                  <a:lnTo>
                    <a:pt x="4576633" y="2757827"/>
                  </a:lnTo>
                  <a:lnTo>
                    <a:pt x="4657855" y="2753399"/>
                  </a:lnTo>
                  <a:lnTo>
                    <a:pt x="4746872" y="2747839"/>
                  </a:lnTo>
                  <a:lnTo>
                    <a:pt x="4839164" y="2741164"/>
                  </a:lnTo>
                  <a:lnTo>
                    <a:pt x="4930824" y="2733401"/>
                  </a:lnTo>
                  <a:lnTo>
                    <a:pt x="5018956" y="2724558"/>
                  </a:lnTo>
                  <a:lnTo>
                    <a:pt x="5101760" y="2714609"/>
                  </a:lnTo>
                  <a:lnTo>
                    <a:pt x="5178396" y="2703478"/>
                  </a:lnTo>
                  <a:lnTo>
                    <a:pt x="5248763" y="2691040"/>
                  </a:lnTo>
                  <a:lnTo>
                    <a:pt x="5313268" y="2677121"/>
                  </a:lnTo>
                  <a:lnTo>
                    <a:pt x="5372632" y="2661505"/>
                  </a:lnTo>
                  <a:lnTo>
                    <a:pt x="5427745" y="2643943"/>
                  </a:lnTo>
                  <a:lnTo>
                    <a:pt x="5479557" y="2624181"/>
                  </a:lnTo>
                  <a:lnTo>
                    <a:pt x="5528991" y="2601999"/>
                  </a:lnTo>
                  <a:lnTo>
                    <a:pt x="5567201" y="2582524"/>
                  </a:lnTo>
                  <a:lnTo>
                    <a:pt x="5614201" y="2555845"/>
                  </a:lnTo>
                  <a:lnTo>
                    <a:pt x="5660742" y="2526575"/>
                  </a:lnTo>
                  <a:lnTo>
                    <a:pt x="5707268" y="2494673"/>
                  </a:lnTo>
                  <a:lnTo>
                    <a:pt x="5754091" y="2460176"/>
                  </a:lnTo>
                  <a:lnTo>
                    <a:pt x="5801406" y="2423210"/>
                  </a:lnTo>
                  <a:lnTo>
                    <a:pt x="5849304" y="2383996"/>
                  </a:lnTo>
                  <a:lnTo>
                    <a:pt x="5897786" y="2342852"/>
                  </a:lnTo>
                  <a:lnTo>
                    <a:pt x="5946774" y="2300182"/>
                  </a:lnTo>
                  <a:lnTo>
                    <a:pt x="5996130" y="2256467"/>
                  </a:lnTo>
                  <a:lnTo>
                    <a:pt x="6045671" y="2212239"/>
                  </a:lnTo>
                  <a:lnTo>
                    <a:pt x="6095194" y="2168058"/>
                  </a:lnTo>
                  <a:lnTo>
                    <a:pt x="6144500" y="2124481"/>
                  </a:lnTo>
                  <a:lnTo>
                    <a:pt x="6193412" y="2082033"/>
                  </a:lnTo>
                  <a:lnTo>
                    <a:pt x="6241801" y="2041184"/>
                  </a:lnTo>
                  <a:lnTo>
                    <a:pt x="6289599" y="2002325"/>
                  </a:lnTo>
                  <a:lnTo>
                    <a:pt x="6336823" y="1965757"/>
                  </a:lnTo>
                  <a:lnTo>
                    <a:pt x="6383581" y="1931685"/>
                  </a:lnTo>
                  <a:lnTo>
                    <a:pt x="6430085" y="1900221"/>
                  </a:lnTo>
                  <a:lnTo>
                    <a:pt x="6476667" y="1871388"/>
                  </a:lnTo>
                  <a:lnTo>
                    <a:pt x="6515891" y="1849326"/>
                  </a:lnTo>
                  <a:lnTo>
                    <a:pt x="6564019" y="1825129"/>
                  </a:lnTo>
                  <a:lnTo>
                    <a:pt x="6613867" y="1803454"/>
                  </a:lnTo>
                  <a:lnTo>
                    <a:pt x="6666274" y="1784160"/>
                  </a:lnTo>
                  <a:lnTo>
                    <a:pt x="6722177" y="1767015"/>
                  </a:lnTo>
                  <a:lnTo>
                    <a:pt x="6782519" y="1751763"/>
                  </a:lnTo>
                  <a:lnTo>
                    <a:pt x="6848167" y="1738163"/>
                  </a:lnTo>
                  <a:lnTo>
                    <a:pt x="6919791" y="1726004"/>
                  </a:lnTo>
                  <a:lnTo>
                    <a:pt x="6997713" y="1715122"/>
                  </a:lnTo>
                  <a:lnTo>
                    <a:pt x="7081698" y="1705402"/>
                  </a:lnTo>
                  <a:lnTo>
                    <a:pt x="7170729" y="1696780"/>
                  </a:lnTo>
                  <a:lnTo>
                    <a:pt x="7262788" y="1689237"/>
                  </a:lnTo>
                  <a:lnTo>
                    <a:pt x="7354758" y="1682787"/>
                  </a:lnTo>
                  <a:lnTo>
                    <a:pt x="7442563" y="1677457"/>
                  </a:lnTo>
                  <a:lnTo>
                    <a:pt x="7521639" y="1673260"/>
                  </a:lnTo>
                  <a:lnTo>
                    <a:pt x="7587746" y="1670164"/>
                  </a:lnTo>
                  <a:lnTo>
                    <a:pt x="7637910" y="1668077"/>
                  </a:lnTo>
                  <a:lnTo>
                    <a:pt x="7671215" y="1666838"/>
                  </a:lnTo>
                  <a:lnTo>
                    <a:pt x="7689168" y="1666239"/>
                  </a:lnTo>
                  <a:lnTo>
                    <a:pt x="7695583" y="1666045"/>
                  </a:lnTo>
                  <a:lnTo>
                    <a:pt x="7696237" y="1666027"/>
                  </a:lnTo>
                  <a:lnTo>
                    <a:pt x="8234974" y="1666027"/>
                  </a:lnTo>
                  <a:lnTo>
                    <a:pt x="8234974" y="1660582"/>
                  </a:lnTo>
                  <a:lnTo>
                    <a:pt x="7696237" y="1660582"/>
                  </a:lnTo>
                  <a:lnTo>
                    <a:pt x="7694957" y="1660618"/>
                  </a:lnTo>
                  <a:lnTo>
                    <a:pt x="7686602" y="1660876"/>
                  </a:lnTo>
                  <a:lnTo>
                    <a:pt x="7665761" y="1661587"/>
                  </a:lnTo>
                  <a:lnTo>
                    <a:pt x="7629064" y="1662983"/>
                  </a:lnTo>
                  <a:lnTo>
                    <a:pt x="7575504" y="1665264"/>
                  </a:lnTo>
                  <a:lnTo>
                    <a:pt x="7506460" y="1668579"/>
                  </a:lnTo>
                  <a:lnTo>
                    <a:pt x="7425237" y="1673006"/>
                  </a:lnTo>
                  <a:lnTo>
                    <a:pt x="7336220" y="1678566"/>
                  </a:lnTo>
                  <a:lnTo>
                    <a:pt x="7243928" y="1685241"/>
                  </a:lnTo>
                  <a:lnTo>
                    <a:pt x="7152269" y="1693004"/>
                  </a:lnTo>
                  <a:lnTo>
                    <a:pt x="7064136" y="1701847"/>
                  </a:lnTo>
                  <a:lnTo>
                    <a:pt x="6981332" y="1711797"/>
                  </a:lnTo>
                  <a:lnTo>
                    <a:pt x="6904696" y="1722928"/>
                  </a:lnTo>
                  <a:lnTo>
                    <a:pt x="6834329" y="1735365"/>
                  </a:lnTo>
                  <a:lnTo>
                    <a:pt x="6769825" y="1749284"/>
                  </a:lnTo>
                  <a:lnTo>
                    <a:pt x="6710461" y="1764900"/>
                  </a:lnTo>
                  <a:lnTo>
                    <a:pt x="6655348" y="1782462"/>
                  </a:lnTo>
                  <a:lnTo>
                    <a:pt x="6603535" y="1802224"/>
                  </a:lnTo>
                  <a:lnTo>
                    <a:pt x="6554101" y="1824406"/>
                  </a:lnTo>
                  <a:lnTo>
                    <a:pt x="6515891" y="1843882"/>
                  </a:lnTo>
                  <a:lnTo>
                    <a:pt x="6468892" y="1870561"/>
                  </a:lnTo>
                  <a:lnTo>
                    <a:pt x="6422351" y="1899830"/>
                  </a:lnTo>
                  <a:lnTo>
                    <a:pt x="6375825" y="1931732"/>
                  </a:lnTo>
                  <a:lnTo>
                    <a:pt x="6329001" y="1966229"/>
                  </a:lnTo>
                  <a:lnTo>
                    <a:pt x="6281686" y="2003195"/>
                  </a:lnTo>
                  <a:lnTo>
                    <a:pt x="6233788" y="2042409"/>
                  </a:lnTo>
                  <a:lnTo>
                    <a:pt x="6185306" y="2083553"/>
                  </a:lnTo>
                  <a:lnTo>
                    <a:pt x="6136318" y="2126223"/>
                  </a:lnTo>
                  <a:lnTo>
                    <a:pt x="6086963" y="2169938"/>
                  </a:lnTo>
                  <a:lnTo>
                    <a:pt x="6037422" y="2214166"/>
                  </a:lnTo>
                  <a:lnTo>
                    <a:pt x="5987898" y="2258348"/>
                  </a:lnTo>
                  <a:lnTo>
                    <a:pt x="5938592" y="2301925"/>
                  </a:lnTo>
                  <a:lnTo>
                    <a:pt x="5889680" y="2344372"/>
                  </a:lnTo>
                  <a:lnTo>
                    <a:pt x="5841292" y="2385221"/>
                  </a:lnTo>
                  <a:lnTo>
                    <a:pt x="5793493" y="2424080"/>
                  </a:lnTo>
                  <a:lnTo>
                    <a:pt x="5746269" y="2460648"/>
                  </a:lnTo>
                  <a:lnTo>
                    <a:pt x="5699512" y="2494720"/>
                  </a:lnTo>
                  <a:lnTo>
                    <a:pt x="5653008" y="2526184"/>
                  </a:lnTo>
                  <a:lnTo>
                    <a:pt x="5606426" y="2555017"/>
                  </a:lnTo>
                  <a:lnTo>
                    <a:pt x="5567201" y="2577079"/>
                  </a:lnTo>
                  <a:lnTo>
                    <a:pt x="5519074" y="2601276"/>
                  </a:lnTo>
                  <a:lnTo>
                    <a:pt x="5469226" y="2622951"/>
                  </a:lnTo>
                  <a:lnTo>
                    <a:pt x="5416818" y="2642246"/>
                  </a:lnTo>
                  <a:lnTo>
                    <a:pt x="5360916" y="2659391"/>
                  </a:lnTo>
                  <a:lnTo>
                    <a:pt x="5300573" y="2674642"/>
                  </a:lnTo>
                  <a:lnTo>
                    <a:pt x="5234925" y="2688242"/>
                  </a:lnTo>
                  <a:lnTo>
                    <a:pt x="5163301" y="2700401"/>
                  </a:lnTo>
                  <a:lnTo>
                    <a:pt x="5085380" y="2711283"/>
                  </a:lnTo>
                  <a:lnTo>
                    <a:pt x="5001394" y="2721003"/>
                  </a:lnTo>
                  <a:lnTo>
                    <a:pt x="4912363" y="2729625"/>
                  </a:lnTo>
                  <a:lnTo>
                    <a:pt x="4820304" y="2737168"/>
                  </a:lnTo>
                  <a:lnTo>
                    <a:pt x="4728334" y="2743619"/>
                  </a:lnTo>
                  <a:lnTo>
                    <a:pt x="4640530" y="2748948"/>
                  </a:lnTo>
                  <a:lnTo>
                    <a:pt x="4561453" y="2753146"/>
                  </a:lnTo>
                  <a:lnTo>
                    <a:pt x="4495346" y="2756241"/>
                  </a:lnTo>
                  <a:lnTo>
                    <a:pt x="4445183" y="2758328"/>
                  </a:lnTo>
                  <a:lnTo>
                    <a:pt x="4411877" y="2759567"/>
                  </a:lnTo>
                  <a:lnTo>
                    <a:pt x="4393925" y="2760167"/>
                  </a:lnTo>
                  <a:lnTo>
                    <a:pt x="4387510" y="2760360"/>
                  </a:lnTo>
                  <a:lnTo>
                    <a:pt x="4386855" y="2760378"/>
                  </a:lnTo>
                  <a:lnTo>
                    <a:pt x="3848118" y="2760378"/>
                  </a:lnTo>
                  <a:lnTo>
                    <a:pt x="3846944" y="2760296"/>
                  </a:lnTo>
                  <a:lnTo>
                    <a:pt x="3839265" y="2759705"/>
                  </a:lnTo>
                  <a:lnTo>
                    <a:pt x="3820050" y="2758072"/>
                  </a:lnTo>
                  <a:lnTo>
                    <a:pt x="3786065" y="2754865"/>
                  </a:lnTo>
                  <a:lnTo>
                    <a:pt x="3736160" y="2749610"/>
                  </a:lnTo>
                  <a:lnTo>
                    <a:pt x="3671329" y="2741952"/>
                  </a:lnTo>
                  <a:lnTo>
                    <a:pt x="3594370" y="2731680"/>
                  </a:lnTo>
                  <a:lnTo>
                    <a:pt x="3509185" y="2718727"/>
                  </a:lnTo>
                  <a:lnTo>
                    <a:pt x="3419956" y="2703122"/>
                  </a:lnTo>
                  <a:lnTo>
                    <a:pt x="3330449" y="2684926"/>
                  </a:lnTo>
                  <a:lnTo>
                    <a:pt x="3243591" y="2664178"/>
                  </a:lnTo>
                  <a:lnTo>
                    <a:pt x="3161327" y="2640842"/>
                  </a:lnTo>
                  <a:lnTo>
                    <a:pt x="3084698" y="2614786"/>
                  </a:lnTo>
                  <a:lnTo>
                    <a:pt x="3014013" y="2585763"/>
                  </a:lnTo>
                  <a:lnTo>
                    <a:pt x="2949059" y="2553418"/>
                  </a:lnTo>
                  <a:lnTo>
                    <a:pt x="2889275" y="2517288"/>
                  </a:lnTo>
                  <a:lnTo>
                    <a:pt x="2833901" y="2476833"/>
                  </a:lnTo>
                  <a:lnTo>
                    <a:pt x="2782083" y="2431464"/>
                  </a:lnTo>
                  <a:lnTo>
                    <a:pt x="2732952" y="2380621"/>
                  </a:lnTo>
                  <a:lnTo>
                    <a:pt x="2685702" y="2323885"/>
                  </a:lnTo>
                  <a:lnTo>
                    <a:pt x="2667772" y="2300315"/>
                  </a:lnTo>
                  <a:lnTo>
                    <a:pt x="2631944" y="2249942"/>
                  </a:lnTo>
                  <a:lnTo>
                    <a:pt x="2596453" y="2195829"/>
                  </a:lnTo>
                  <a:lnTo>
                    <a:pt x="2561080" y="2137902"/>
                  </a:lnTo>
                  <a:lnTo>
                    <a:pt x="2525654" y="2076148"/>
                  </a:lnTo>
                  <a:lnTo>
                    <a:pt x="2490048" y="2010621"/>
                  </a:lnTo>
                  <a:lnTo>
                    <a:pt x="2454172" y="1941455"/>
                  </a:lnTo>
                  <a:lnTo>
                    <a:pt x="2417972" y="1868860"/>
                  </a:lnTo>
                  <a:lnTo>
                    <a:pt x="2381427" y="1793129"/>
                  </a:lnTo>
                  <a:lnTo>
                    <a:pt x="2344545" y="1714634"/>
                  </a:lnTo>
                  <a:lnTo>
                    <a:pt x="2307360" y="1633821"/>
                  </a:lnTo>
                  <a:lnTo>
                    <a:pt x="2269925" y="1551203"/>
                  </a:lnTo>
                  <a:lnTo>
                    <a:pt x="2232314" y="1467342"/>
                  </a:lnTo>
                  <a:lnTo>
                    <a:pt x="2194610" y="1382841"/>
                  </a:lnTo>
                  <a:lnTo>
                    <a:pt x="2156903" y="1298321"/>
                  </a:lnTo>
                  <a:lnTo>
                    <a:pt x="2119283" y="1214402"/>
                  </a:lnTo>
                  <a:lnTo>
                    <a:pt x="2081835" y="1131689"/>
                  </a:lnTo>
                  <a:lnTo>
                    <a:pt x="2044632" y="1050747"/>
                  </a:lnTo>
                  <a:lnTo>
                    <a:pt x="2007730" y="972093"/>
                  </a:lnTo>
                  <a:lnTo>
                    <a:pt x="1971163" y="896177"/>
                  </a:lnTo>
                  <a:lnTo>
                    <a:pt x="1934942" y="823376"/>
                  </a:lnTo>
                  <a:lnTo>
                    <a:pt x="1899047" y="753988"/>
                  </a:lnTo>
                  <a:lnTo>
                    <a:pt x="1863426" y="688228"/>
                  </a:lnTo>
                  <a:lnTo>
                    <a:pt x="1827992" y="626235"/>
                  </a:lnTo>
                  <a:lnTo>
                    <a:pt x="1792621" y="568068"/>
                  </a:lnTo>
                  <a:lnTo>
                    <a:pt x="1757143" y="513718"/>
                  </a:lnTo>
                  <a:lnTo>
                    <a:pt x="1721343" y="463113"/>
                  </a:lnTo>
                  <a:lnTo>
                    <a:pt x="1719082" y="460063"/>
                  </a:lnTo>
                  <a:lnTo>
                    <a:pt x="1672369" y="401000"/>
                  </a:lnTo>
                  <a:lnTo>
                    <a:pt x="1624056" y="347912"/>
                  </a:lnTo>
                  <a:lnTo>
                    <a:pt x="1573379" y="300486"/>
                  </a:lnTo>
                  <a:lnTo>
                    <a:pt x="1519485" y="258200"/>
                  </a:lnTo>
                  <a:lnTo>
                    <a:pt x="1461505" y="220465"/>
                  </a:lnTo>
                  <a:lnTo>
                    <a:pt x="1398632" y="186714"/>
                  </a:lnTo>
                  <a:lnTo>
                    <a:pt x="1330213" y="156454"/>
                  </a:lnTo>
                  <a:lnTo>
                    <a:pt x="1255881" y="129285"/>
                  </a:lnTo>
                  <a:lnTo>
                    <a:pt x="1175718" y="104919"/>
                  </a:lnTo>
                  <a:lnTo>
                    <a:pt x="1090460" y="83178"/>
                  </a:lnTo>
                  <a:lnTo>
                    <a:pt x="1001685" y="63993"/>
                  </a:lnTo>
                  <a:lnTo>
                    <a:pt x="911942" y="47378"/>
                  </a:lnTo>
                  <a:lnTo>
                    <a:pt x="824705" y="33392"/>
                  </a:lnTo>
                  <a:lnTo>
                    <a:pt x="744066" y="22085"/>
                  </a:lnTo>
                  <a:lnTo>
                    <a:pt x="674132" y="13431"/>
                  </a:lnTo>
                  <a:lnTo>
                    <a:pt x="618222" y="7281"/>
                  </a:lnTo>
                  <a:lnTo>
                    <a:pt x="578093" y="3332"/>
                  </a:lnTo>
                  <a:lnTo>
                    <a:pt x="553437" y="1151"/>
                  </a:lnTo>
                  <a:lnTo>
                    <a:pt x="541799" y="22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546595" y="3189608"/>
              <a:ext cx="8234974" cy="2760378"/>
            </a:xfrm>
            <a:custGeom>
              <a:avLst/>
              <a:pathLst>
                <a:path w="8234974" h="2760378">
                  <a:moveTo>
                    <a:pt x="0" y="0"/>
                  </a:moveTo>
                  <a:lnTo>
                    <a:pt x="538736" y="0"/>
                  </a:lnTo>
                  <a:lnTo>
                    <a:pt x="539910" y="82"/>
                  </a:lnTo>
                  <a:lnTo>
                    <a:pt x="547590" y="673"/>
                  </a:lnTo>
                  <a:lnTo>
                    <a:pt x="566805" y="2306"/>
                  </a:lnTo>
                  <a:lnTo>
                    <a:pt x="600789" y="5513"/>
                  </a:lnTo>
                  <a:lnTo>
                    <a:pt x="650695" y="10768"/>
                  </a:lnTo>
                  <a:lnTo>
                    <a:pt x="715525" y="18426"/>
                  </a:lnTo>
                  <a:lnTo>
                    <a:pt x="792484" y="28698"/>
                  </a:lnTo>
                  <a:lnTo>
                    <a:pt x="877670" y="41650"/>
                  </a:lnTo>
                  <a:lnTo>
                    <a:pt x="966899" y="57256"/>
                  </a:lnTo>
                  <a:lnTo>
                    <a:pt x="1056405" y="75452"/>
                  </a:lnTo>
                  <a:lnTo>
                    <a:pt x="1143264" y="96200"/>
                  </a:lnTo>
                  <a:lnTo>
                    <a:pt x="1225527" y="119536"/>
                  </a:lnTo>
                  <a:lnTo>
                    <a:pt x="1302157" y="145592"/>
                  </a:lnTo>
                  <a:lnTo>
                    <a:pt x="1372841" y="174614"/>
                  </a:lnTo>
                  <a:lnTo>
                    <a:pt x="1437796" y="206960"/>
                  </a:lnTo>
                  <a:lnTo>
                    <a:pt x="1497579" y="243090"/>
                  </a:lnTo>
                  <a:lnTo>
                    <a:pt x="1552953" y="283545"/>
                  </a:lnTo>
                  <a:lnTo>
                    <a:pt x="1604772" y="328913"/>
                  </a:lnTo>
                  <a:lnTo>
                    <a:pt x="1653902" y="379757"/>
                  </a:lnTo>
                  <a:lnTo>
                    <a:pt x="1701153" y="436493"/>
                  </a:lnTo>
                  <a:lnTo>
                    <a:pt x="1719082" y="460063"/>
                  </a:lnTo>
                  <a:lnTo>
                    <a:pt x="1754910" y="510436"/>
                  </a:lnTo>
                  <a:lnTo>
                    <a:pt x="1790401" y="564549"/>
                  </a:lnTo>
                  <a:lnTo>
                    <a:pt x="1825775" y="622475"/>
                  </a:lnTo>
                  <a:lnTo>
                    <a:pt x="1861200" y="684230"/>
                  </a:lnTo>
                  <a:lnTo>
                    <a:pt x="1896807" y="749757"/>
                  </a:lnTo>
                  <a:lnTo>
                    <a:pt x="1932683" y="818923"/>
                  </a:lnTo>
                  <a:lnTo>
                    <a:pt x="1968882" y="891518"/>
                  </a:lnTo>
                  <a:lnTo>
                    <a:pt x="2005427" y="967249"/>
                  </a:lnTo>
                  <a:lnTo>
                    <a:pt x="2042309" y="1045744"/>
                  </a:lnTo>
                  <a:lnTo>
                    <a:pt x="2079495" y="1126556"/>
                  </a:lnTo>
                  <a:lnTo>
                    <a:pt x="2116930" y="1209175"/>
                  </a:lnTo>
                  <a:lnTo>
                    <a:pt x="2154541" y="1293036"/>
                  </a:lnTo>
                  <a:lnTo>
                    <a:pt x="2192245" y="1377537"/>
                  </a:lnTo>
                  <a:lnTo>
                    <a:pt x="2229952" y="1462057"/>
                  </a:lnTo>
                  <a:lnTo>
                    <a:pt x="2267571" y="1545976"/>
                  </a:lnTo>
                  <a:lnTo>
                    <a:pt x="2305019" y="1628689"/>
                  </a:lnTo>
                  <a:lnTo>
                    <a:pt x="2342223" y="1709631"/>
                  </a:lnTo>
                  <a:lnTo>
                    <a:pt x="2379125" y="1788285"/>
                  </a:lnTo>
                  <a:lnTo>
                    <a:pt x="2415691" y="1864200"/>
                  </a:lnTo>
                  <a:lnTo>
                    <a:pt x="2451912" y="1937002"/>
                  </a:lnTo>
                  <a:lnTo>
                    <a:pt x="2487808" y="2006390"/>
                  </a:lnTo>
                  <a:lnTo>
                    <a:pt x="2523428" y="2072149"/>
                  </a:lnTo>
                  <a:lnTo>
                    <a:pt x="2558862" y="2134143"/>
                  </a:lnTo>
                  <a:lnTo>
                    <a:pt x="2594234" y="2192310"/>
                  </a:lnTo>
                  <a:lnTo>
                    <a:pt x="2629712" y="2246660"/>
                  </a:lnTo>
                  <a:lnTo>
                    <a:pt x="2665511" y="2297265"/>
                  </a:lnTo>
                  <a:lnTo>
                    <a:pt x="2667772" y="2300315"/>
                  </a:lnTo>
                  <a:lnTo>
                    <a:pt x="2714485" y="2359378"/>
                  </a:lnTo>
                  <a:lnTo>
                    <a:pt x="2762798" y="2412466"/>
                  </a:lnTo>
                  <a:lnTo>
                    <a:pt x="2813475" y="2459891"/>
                  </a:lnTo>
                  <a:lnTo>
                    <a:pt x="2867369" y="2502178"/>
                  </a:lnTo>
                  <a:lnTo>
                    <a:pt x="2925349" y="2539913"/>
                  </a:lnTo>
                  <a:lnTo>
                    <a:pt x="2988223" y="2573664"/>
                  </a:lnTo>
                  <a:lnTo>
                    <a:pt x="3056641" y="2603924"/>
                  </a:lnTo>
                  <a:lnTo>
                    <a:pt x="3130974" y="2631093"/>
                  </a:lnTo>
                  <a:lnTo>
                    <a:pt x="3211136" y="2655459"/>
                  </a:lnTo>
                  <a:lnTo>
                    <a:pt x="3296395" y="2677200"/>
                  </a:lnTo>
                  <a:lnTo>
                    <a:pt x="3385170" y="2696385"/>
                  </a:lnTo>
                  <a:lnTo>
                    <a:pt x="3474913" y="2713000"/>
                  </a:lnTo>
                  <a:lnTo>
                    <a:pt x="3562149" y="2726986"/>
                  </a:lnTo>
                  <a:lnTo>
                    <a:pt x="3642788" y="2738293"/>
                  </a:lnTo>
                  <a:lnTo>
                    <a:pt x="3712723" y="2746946"/>
                  </a:lnTo>
                  <a:lnTo>
                    <a:pt x="3768632" y="2753097"/>
                  </a:lnTo>
                  <a:lnTo>
                    <a:pt x="3808762" y="2757046"/>
                  </a:lnTo>
                  <a:lnTo>
                    <a:pt x="3833418" y="2759227"/>
                  </a:lnTo>
                  <a:lnTo>
                    <a:pt x="3845056" y="2760156"/>
                  </a:lnTo>
                  <a:lnTo>
                    <a:pt x="3848048" y="2760374"/>
                  </a:lnTo>
                  <a:lnTo>
                    <a:pt x="3848118" y="2760378"/>
                  </a:lnTo>
                  <a:lnTo>
                    <a:pt x="4386855" y="2760378"/>
                  </a:lnTo>
                  <a:lnTo>
                    <a:pt x="4388135" y="2760342"/>
                  </a:lnTo>
                  <a:lnTo>
                    <a:pt x="4396491" y="2760085"/>
                  </a:lnTo>
                  <a:lnTo>
                    <a:pt x="4417331" y="2759374"/>
                  </a:lnTo>
                  <a:lnTo>
                    <a:pt x="4454028" y="2757978"/>
                  </a:lnTo>
                  <a:lnTo>
                    <a:pt x="4507588" y="2755696"/>
                  </a:lnTo>
                  <a:lnTo>
                    <a:pt x="4576633" y="2752382"/>
                  </a:lnTo>
                  <a:lnTo>
                    <a:pt x="4657855" y="2747955"/>
                  </a:lnTo>
                  <a:lnTo>
                    <a:pt x="4746872" y="2742395"/>
                  </a:lnTo>
                  <a:lnTo>
                    <a:pt x="4839164" y="2735720"/>
                  </a:lnTo>
                  <a:lnTo>
                    <a:pt x="4930824" y="2727956"/>
                  </a:lnTo>
                  <a:lnTo>
                    <a:pt x="5018956" y="2719114"/>
                  </a:lnTo>
                  <a:lnTo>
                    <a:pt x="5101760" y="2709164"/>
                  </a:lnTo>
                  <a:lnTo>
                    <a:pt x="5178396" y="2698033"/>
                  </a:lnTo>
                  <a:lnTo>
                    <a:pt x="5248763" y="2685595"/>
                  </a:lnTo>
                  <a:lnTo>
                    <a:pt x="5313268" y="2671677"/>
                  </a:lnTo>
                  <a:lnTo>
                    <a:pt x="5372632" y="2656060"/>
                  </a:lnTo>
                  <a:lnTo>
                    <a:pt x="5427745" y="2638498"/>
                  </a:lnTo>
                  <a:lnTo>
                    <a:pt x="5479557" y="2618736"/>
                  </a:lnTo>
                  <a:lnTo>
                    <a:pt x="5528991" y="2596554"/>
                  </a:lnTo>
                  <a:lnTo>
                    <a:pt x="5567201" y="2577079"/>
                  </a:lnTo>
                  <a:lnTo>
                    <a:pt x="5614201" y="2550400"/>
                  </a:lnTo>
                  <a:lnTo>
                    <a:pt x="5660742" y="2521131"/>
                  </a:lnTo>
                  <a:lnTo>
                    <a:pt x="5707268" y="2489229"/>
                  </a:lnTo>
                  <a:lnTo>
                    <a:pt x="5754091" y="2454732"/>
                  </a:lnTo>
                  <a:lnTo>
                    <a:pt x="5801406" y="2417765"/>
                  </a:lnTo>
                  <a:lnTo>
                    <a:pt x="5849304" y="2378552"/>
                  </a:lnTo>
                  <a:lnTo>
                    <a:pt x="5897786" y="2337407"/>
                  </a:lnTo>
                  <a:lnTo>
                    <a:pt x="5946774" y="2294738"/>
                  </a:lnTo>
                  <a:lnTo>
                    <a:pt x="5996130" y="2251022"/>
                  </a:lnTo>
                  <a:lnTo>
                    <a:pt x="6045671" y="2206794"/>
                  </a:lnTo>
                  <a:lnTo>
                    <a:pt x="6095194" y="2162613"/>
                  </a:lnTo>
                  <a:lnTo>
                    <a:pt x="6144500" y="2119036"/>
                  </a:lnTo>
                  <a:lnTo>
                    <a:pt x="6193412" y="2076589"/>
                  </a:lnTo>
                  <a:lnTo>
                    <a:pt x="6241801" y="2035740"/>
                  </a:lnTo>
                  <a:lnTo>
                    <a:pt x="6289599" y="1996881"/>
                  </a:lnTo>
                  <a:lnTo>
                    <a:pt x="6336823" y="1960313"/>
                  </a:lnTo>
                  <a:lnTo>
                    <a:pt x="6383581" y="1926241"/>
                  </a:lnTo>
                  <a:lnTo>
                    <a:pt x="6430085" y="1894777"/>
                  </a:lnTo>
                  <a:lnTo>
                    <a:pt x="6476667" y="1865943"/>
                  </a:lnTo>
                  <a:lnTo>
                    <a:pt x="6515891" y="1843882"/>
                  </a:lnTo>
                  <a:lnTo>
                    <a:pt x="6564019" y="1819684"/>
                  </a:lnTo>
                  <a:lnTo>
                    <a:pt x="6613867" y="1798009"/>
                  </a:lnTo>
                  <a:lnTo>
                    <a:pt x="6666274" y="1778715"/>
                  </a:lnTo>
                  <a:lnTo>
                    <a:pt x="6722177" y="1761570"/>
                  </a:lnTo>
                  <a:lnTo>
                    <a:pt x="6782519" y="1746319"/>
                  </a:lnTo>
                  <a:lnTo>
                    <a:pt x="6848167" y="1732718"/>
                  </a:lnTo>
                  <a:lnTo>
                    <a:pt x="6919791" y="1720559"/>
                  </a:lnTo>
                  <a:lnTo>
                    <a:pt x="6997713" y="1709677"/>
                  </a:lnTo>
                  <a:lnTo>
                    <a:pt x="7081698" y="1699958"/>
                  </a:lnTo>
                  <a:lnTo>
                    <a:pt x="7170729" y="1691336"/>
                  </a:lnTo>
                  <a:lnTo>
                    <a:pt x="7262788" y="1683792"/>
                  </a:lnTo>
                  <a:lnTo>
                    <a:pt x="7354758" y="1677342"/>
                  </a:lnTo>
                  <a:lnTo>
                    <a:pt x="7442563" y="1672012"/>
                  </a:lnTo>
                  <a:lnTo>
                    <a:pt x="7521639" y="1667815"/>
                  </a:lnTo>
                  <a:lnTo>
                    <a:pt x="7587746" y="1664720"/>
                  </a:lnTo>
                  <a:lnTo>
                    <a:pt x="7637910" y="1662633"/>
                  </a:lnTo>
                  <a:lnTo>
                    <a:pt x="7671215" y="1661394"/>
                  </a:lnTo>
                  <a:lnTo>
                    <a:pt x="7689168" y="1660794"/>
                  </a:lnTo>
                  <a:lnTo>
                    <a:pt x="7695583" y="1660601"/>
                  </a:lnTo>
                  <a:lnTo>
                    <a:pt x="7696237" y="1660582"/>
                  </a:lnTo>
                  <a:lnTo>
                    <a:pt x="8234974" y="16605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546595" y="3184163"/>
              <a:ext cx="8234974" cy="2760378"/>
            </a:xfrm>
            <a:custGeom>
              <a:avLst/>
              <a:pathLst>
                <a:path w="8234974" h="2760378">
                  <a:moveTo>
                    <a:pt x="8234974" y="1660582"/>
                  </a:moveTo>
                  <a:lnTo>
                    <a:pt x="7696237" y="1660582"/>
                  </a:lnTo>
                  <a:lnTo>
                    <a:pt x="7694957" y="1660618"/>
                  </a:lnTo>
                  <a:lnTo>
                    <a:pt x="7686602" y="1660876"/>
                  </a:lnTo>
                  <a:lnTo>
                    <a:pt x="7665761" y="1661587"/>
                  </a:lnTo>
                  <a:lnTo>
                    <a:pt x="7629064" y="1662983"/>
                  </a:lnTo>
                  <a:lnTo>
                    <a:pt x="7575504" y="1665264"/>
                  </a:lnTo>
                  <a:lnTo>
                    <a:pt x="7506460" y="1668579"/>
                  </a:lnTo>
                  <a:lnTo>
                    <a:pt x="7425237" y="1673006"/>
                  </a:lnTo>
                  <a:lnTo>
                    <a:pt x="7336220" y="1678566"/>
                  </a:lnTo>
                  <a:lnTo>
                    <a:pt x="7243928" y="1685241"/>
                  </a:lnTo>
                  <a:lnTo>
                    <a:pt x="7152269" y="1693004"/>
                  </a:lnTo>
                  <a:lnTo>
                    <a:pt x="7064136" y="1701847"/>
                  </a:lnTo>
                  <a:lnTo>
                    <a:pt x="6981332" y="1711797"/>
                  </a:lnTo>
                  <a:lnTo>
                    <a:pt x="6904696" y="1722928"/>
                  </a:lnTo>
                  <a:lnTo>
                    <a:pt x="6834329" y="1735365"/>
                  </a:lnTo>
                  <a:lnTo>
                    <a:pt x="6769825" y="1749284"/>
                  </a:lnTo>
                  <a:lnTo>
                    <a:pt x="6710461" y="1764900"/>
                  </a:lnTo>
                  <a:lnTo>
                    <a:pt x="6655348" y="1782462"/>
                  </a:lnTo>
                  <a:lnTo>
                    <a:pt x="6603535" y="1802224"/>
                  </a:lnTo>
                  <a:lnTo>
                    <a:pt x="6554101" y="1824406"/>
                  </a:lnTo>
                  <a:lnTo>
                    <a:pt x="6515891" y="1843882"/>
                  </a:lnTo>
                  <a:lnTo>
                    <a:pt x="6468892" y="1870561"/>
                  </a:lnTo>
                  <a:lnTo>
                    <a:pt x="6422351" y="1899830"/>
                  </a:lnTo>
                  <a:lnTo>
                    <a:pt x="6375825" y="1931732"/>
                  </a:lnTo>
                  <a:lnTo>
                    <a:pt x="6329001" y="1966229"/>
                  </a:lnTo>
                  <a:lnTo>
                    <a:pt x="6281686" y="2003195"/>
                  </a:lnTo>
                  <a:lnTo>
                    <a:pt x="6233788" y="2042409"/>
                  </a:lnTo>
                  <a:lnTo>
                    <a:pt x="6185306" y="2083553"/>
                  </a:lnTo>
                  <a:lnTo>
                    <a:pt x="6136318" y="2126223"/>
                  </a:lnTo>
                  <a:lnTo>
                    <a:pt x="6086963" y="2169938"/>
                  </a:lnTo>
                  <a:lnTo>
                    <a:pt x="6037422" y="2214166"/>
                  </a:lnTo>
                  <a:lnTo>
                    <a:pt x="5987898" y="2258348"/>
                  </a:lnTo>
                  <a:lnTo>
                    <a:pt x="5938592" y="2301925"/>
                  </a:lnTo>
                  <a:lnTo>
                    <a:pt x="5889680" y="2344372"/>
                  </a:lnTo>
                  <a:lnTo>
                    <a:pt x="5841292" y="2385221"/>
                  </a:lnTo>
                  <a:lnTo>
                    <a:pt x="5793493" y="2424080"/>
                  </a:lnTo>
                  <a:lnTo>
                    <a:pt x="5746269" y="2460648"/>
                  </a:lnTo>
                  <a:lnTo>
                    <a:pt x="5699512" y="2494720"/>
                  </a:lnTo>
                  <a:lnTo>
                    <a:pt x="5653008" y="2526184"/>
                  </a:lnTo>
                  <a:lnTo>
                    <a:pt x="5606426" y="2555017"/>
                  </a:lnTo>
                  <a:lnTo>
                    <a:pt x="5567201" y="2577079"/>
                  </a:lnTo>
                  <a:lnTo>
                    <a:pt x="5519074" y="2601276"/>
                  </a:lnTo>
                  <a:lnTo>
                    <a:pt x="5469226" y="2622951"/>
                  </a:lnTo>
                  <a:lnTo>
                    <a:pt x="5416818" y="2642246"/>
                  </a:lnTo>
                  <a:lnTo>
                    <a:pt x="5360916" y="2659391"/>
                  </a:lnTo>
                  <a:lnTo>
                    <a:pt x="5300573" y="2674642"/>
                  </a:lnTo>
                  <a:lnTo>
                    <a:pt x="5234925" y="2688242"/>
                  </a:lnTo>
                  <a:lnTo>
                    <a:pt x="5163301" y="2700401"/>
                  </a:lnTo>
                  <a:lnTo>
                    <a:pt x="5085380" y="2711283"/>
                  </a:lnTo>
                  <a:lnTo>
                    <a:pt x="5001394" y="2721003"/>
                  </a:lnTo>
                  <a:lnTo>
                    <a:pt x="4912363" y="2729625"/>
                  </a:lnTo>
                  <a:lnTo>
                    <a:pt x="4820304" y="2737168"/>
                  </a:lnTo>
                  <a:lnTo>
                    <a:pt x="4728334" y="2743619"/>
                  </a:lnTo>
                  <a:lnTo>
                    <a:pt x="4640530" y="2748948"/>
                  </a:lnTo>
                  <a:lnTo>
                    <a:pt x="4561453" y="2753146"/>
                  </a:lnTo>
                  <a:lnTo>
                    <a:pt x="4495346" y="2756241"/>
                  </a:lnTo>
                  <a:lnTo>
                    <a:pt x="4445183" y="2758328"/>
                  </a:lnTo>
                  <a:lnTo>
                    <a:pt x="4411877" y="2759567"/>
                  </a:lnTo>
                  <a:lnTo>
                    <a:pt x="4393925" y="2760167"/>
                  </a:lnTo>
                  <a:lnTo>
                    <a:pt x="4387510" y="2760360"/>
                  </a:lnTo>
                  <a:lnTo>
                    <a:pt x="4386855" y="2760378"/>
                  </a:lnTo>
                  <a:lnTo>
                    <a:pt x="3848118" y="2760378"/>
                  </a:lnTo>
                  <a:lnTo>
                    <a:pt x="3846944" y="2760296"/>
                  </a:lnTo>
                  <a:lnTo>
                    <a:pt x="3839265" y="2759705"/>
                  </a:lnTo>
                  <a:lnTo>
                    <a:pt x="3820050" y="2758072"/>
                  </a:lnTo>
                  <a:lnTo>
                    <a:pt x="3786065" y="2754865"/>
                  </a:lnTo>
                  <a:lnTo>
                    <a:pt x="3736160" y="2749610"/>
                  </a:lnTo>
                  <a:lnTo>
                    <a:pt x="3671329" y="2741952"/>
                  </a:lnTo>
                  <a:lnTo>
                    <a:pt x="3594370" y="2731680"/>
                  </a:lnTo>
                  <a:lnTo>
                    <a:pt x="3509185" y="2718727"/>
                  </a:lnTo>
                  <a:lnTo>
                    <a:pt x="3419956" y="2703122"/>
                  </a:lnTo>
                  <a:lnTo>
                    <a:pt x="3330449" y="2684926"/>
                  </a:lnTo>
                  <a:lnTo>
                    <a:pt x="3243591" y="2664178"/>
                  </a:lnTo>
                  <a:lnTo>
                    <a:pt x="3161327" y="2640842"/>
                  </a:lnTo>
                  <a:lnTo>
                    <a:pt x="3084698" y="2614786"/>
                  </a:lnTo>
                  <a:lnTo>
                    <a:pt x="3014013" y="2585763"/>
                  </a:lnTo>
                  <a:lnTo>
                    <a:pt x="2949059" y="2553418"/>
                  </a:lnTo>
                  <a:lnTo>
                    <a:pt x="2889275" y="2517288"/>
                  </a:lnTo>
                  <a:lnTo>
                    <a:pt x="2833901" y="2476833"/>
                  </a:lnTo>
                  <a:lnTo>
                    <a:pt x="2782083" y="2431464"/>
                  </a:lnTo>
                  <a:lnTo>
                    <a:pt x="2732952" y="2380621"/>
                  </a:lnTo>
                  <a:lnTo>
                    <a:pt x="2685702" y="2323885"/>
                  </a:lnTo>
                  <a:lnTo>
                    <a:pt x="2667772" y="2300315"/>
                  </a:lnTo>
                  <a:lnTo>
                    <a:pt x="2631944" y="2249942"/>
                  </a:lnTo>
                  <a:lnTo>
                    <a:pt x="2596453" y="2195829"/>
                  </a:lnTo>
                  <a:lnTo>
                    <a:pt x="2561080" y="2137902"/>
                  </a:lnTo>
                  <a:lnTo>
                    <a:pt x="2525654" y="2076148"/>
                  </a:lnTo>
                  <a:lnTo>
                    <a:pt x="2490048" y="2010621"/>
                  </a:lnTo>
                  <a:lnTo>
                    <a:pt x="2454172" y="1941455"/>
                  </a:lnTo>
                  <a:lnTo>
                    <a:pt x="2417972" y="1868860"/>
                  </a:lnTo>
                  <a:lnTo>
                    <a:pt x="2381427" y="1793129"/>
                  </a:lnTo>
                  <a:lnTo>
                    <a:pt x="2344545" y="1714634"/>
                  </a:lnTo>
                  <a:lnTo>
                    <a:pt x="2307360" y="1633821"/>
                  </a:lnTo>
                  <a:lnTo>
                    <a:pt x="2269925" y="1551203"/>
                  </a:lnTo>
                  <a:lnTo>
                    <a:pt x="2232314" y="1467342"/>
                  </a:lnTo>
                  <a:lnTo>
                    <a:pt x="2194610" y="1382841"/>
                  </a:lnTo>
                  <a:lnTo>
                    <a:pt x="2156903" y="1298321"/>
                  </a:lnTo>
                  <a:lnTo>
                    <a:pt x="2119283" y="1214402"/>
                  </a:lnTo>
                  <a:lnTo>
                    <a:pt x="2081835" y="1131689"/>
                  </a:lnTo>
                  <a:lnTo>
                    <a:pt x="2044632" y="1050747"/>
                  </a:lnTo>
                  <a:lnTo>
                    <a:pt x="2007730" y="972093"/>
                  </a:lnTo>
                  <a:lnTo>
                    <a:pt x="1971163" y="896177"/>
                  </a:lnTo>
                  <a:lnTo>
                    <a:pt x="1934942" y="823376"/>
                  </a:lnTo>
                  <a:lnTo>
                    <a:pt x="1899047" y="753988"/>
                  </a:lnTo>
                  <a:lnTo>
                    <a:pt x="1863426" y="688228"/>
                  </a:lnTo>
                  <a:lnTo>
                    <a:pt x="1827992" y="626235"/>
                  </a:lnTo>
                  <a:lnTo>
                    <a:pt x="1792621" y="568068"/>
                  </a:lnTo>
                  <a:lnTo>
                    <a:pt x="1757143" y="513718"/>
                  </a:lnTo>
                  <a:lnTo>
                    <a:pt x="1721343" y="463113"/>
                  </a:lnTo>
                  <a:lnTo>
                    <a:pt x="1719082" y="460063"/>
                  </a:lnTo>
                  <a:lnTo>
                    <a:pt x="1672369" y="401000"/>
                  </a:lnTo>
                  <a:lnTo>
                    <a:pt x="1624056" y="347912"/>
                  </a:lnTo>
                  <a:lnTo>
                    <a:pt x="1573379" y="300486"/>
                  </a:lnTo>
                  <a:lnTo>
                    <a:pt x="1519485" y="258200"/>
                  </a:lnTo>
                  <a:lnTo>
                    <a:pt x="1461505" y="220465"/>
                  </a:lnTo>
                  <a:lnTo>
                    <a:pt x="1398632" y="186714"/>
                  </a:lnTo>
                  <a:lnTo>
                    <a:pt x="1330213" y="156454"/>
                  </a:lnTo>
                  <a:lnTo>
                    <a:pt x="1255881" y="129285"/>
                  </a:lnTo>
                  <a:lnTo>
                    <a:pt x="1175718" y="104919"/>
                  </a:lnTo>
                  <a:lnTo>
                    <a:pt x="1090460" y="83178"/>
                  </a:lnTo>
                  <a:lnTo>
                    <a:pt x="1001685" y="63993"/>
                  </a:lnTo>
                  <a:lnTo>
                    <a:pt x="911942" y="47378"/>
                  </a:lnTo>
                  <a:lnTo>
                    <a:pt x="824705" y="33392"/>
                  </a:lnTo>
                  <a:lnTo>
                    <a:pt x="744066" y="22085"/>
                  </a:lnTo>
                  <a:lnTo>
                    <a:pt x="674132" y="13431"/>
                  </a:lnTo>
                  <a:lnTo>
                    <a:pt x="618222" y="7281"/>
                  </a:lnTo>
                  <a:lnTo>
                    <a:pt x="578093" y="3332"/>
                  </a:lnTo>
                  <a:lnTo>
                    <a:pt x="553437" y="1151"/>
                  </a:lnTo>
                  <a:lnTo>
                    <a:pt x="541799" y="222"/>
                  </a:lnTo>
                  <a:lnTo>
                    <a:pt x="538807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" name="pg119"/>
            <p:cNvSpPr/>
            <p:nvPr/>
          </p:nvSpPr>
          <p:spPr>
            <a:xfrm>
              <a:off x="546595" y="3189608"/>
              <a:ext cx="8234974" cy="2978160"/>
            </a:xfrm>
            <a:custGeom>
              <a:avLst/>
              <a:pathLst>
                <a:path w="8234974" h="2978160">
                  <a:moveTo>
                    <a:pt x="0" y="10889"/>
                  </a:moveTo>
                  <a:lnTo>
                    <a:pt x="538736" y="10889"/>
                  </a:lnTo>
                  <a:lnTo>
                    <a:pt x="539909" y="10972"/>
                  </a:lnTo>
                  <a:lnTo>
                    <a:pt x="547577" y="11566"/>
                  </a:lnTo>
                  <a:lnTo>
                    <a:pt x="566764" y="13209"/>
                  </a:lnTo>
                  <a:lnTo>
                    <a:pt x="600702" y="16437"/>
                  </a:lnTo>
                  <a:lnTo>
                    <a:pt x="650544" y="21725"/>
                  </a:lnTo>
                  <a:lnTo>
                    <a:pt x="715302" y="29433"/>
                  </a:lnTo>
                  <a:lnTo>
                    <a:pt x="792186" y="39771"/>
                  </a:lnTo>
                  <a:lnTo>
                    <a:pt x="877303" y="52808"/>
                  </a:lnTo>
                  <a:lnTo>
                    <a:pt x="966477" y="68517"/>
                  </a:lnTo>
                  <a:lnTo>
                    <a:pt x="1055943" y="86834"/>
                  </a:lnTo>
                  <a:lnTo>
                    <a:pt x="1142777" y="107721"/>
                  </a:lnTo>
                  <a:lnTo>
                    <a:pt x="1225029" y="131212"/>
                  </a:lnTo>
                  <a:lnTo>
                    <a:pt x="1301657" y="157442"/>
                  </a:lnTo>
                  <a:lnTo>
                    <a:pt x="1372346" y="186656"/>
                  </a:lnTo>
                  <a:lnTo>
                    <a:pt x="1437308" y="219213"/>
                  </a:lnTo>
                  <a:lnTo>
                    <a:pt x="1497100" y="255575"/>
                  </a:lnTo>
                  <a:lnTo>
                    <a:pt x="1552479" y="296289"/>
                  </a:lnTo>
                  <a:lnTo>
                    <a:pt x="1604299" y="341943"/>
                  </a:lnTo>
                  <a:lnTo>
                    <a:pt x="1653426" y="393106"/>
                  </a:lnTo>
                  <a:lnTo>
                    <a:pt x="1700667" y="450198"/>
                  </a:lnTo>
                  <a:lnTo>
                    <a:pt x="1719082" y="474581"/>
                  </a:lnTo>
                  <a:lnTo>
                    <a:pt x="1754800" y="525189"/>
                  </a:lnTo>
                  <a:lnTo>
                    <a:pt x="1790182" y="579541"/>
                  </a:lnTo>
                  <a:lnTo>
                    <a:pt x="1825445" y="637714"/>
                  </a:lnTo>
                  <a:lnTo>
                    <a:pt x="1860759" y="699721"/>
                  </a:lnTo>
                  <a:lnTo>
                    <a:pt x="1896252" y="765507"/>
                  </a:lnTo>
                  <a:lnTo>
                    <a:pt x="1932012" y="834942"/>
                  </a:lnTo>
                  <a:lnTo>
                    <a:pt x="1968092" y="907816"/>
                  </a:lnTo>
                  <a:lnTo>
                    <a:pt x="2004515" y="983838"/>
                  </a:lnTo>
                  <a:lnTo>
                    <a:pt x="2041274" y="1062639"/>
                  </a:lnTo>
                  <a:lnTo>
                    <a:pt x="2078337" y="1143775"/>
                  </a:lnTo>
                  <a:lnTo>
                    <a:pt x="2115648" y="1226736"/>
                  </a:lnTo>
                  <a:lnTo>
                    <a:pt x="2153137" y="1310962"/>
                  </a:lnTo>
                  <a:lnTo>
                    <a:pt x="2190723" y="1395852"/>
                  </a:lnTo>
                  <a:lnTo>
                    <a:pt x="2228314" y="1480787"/>
                  </a:lnTo>
                  <a:lnTo>
                    <a:pt x="2265823" y="1565145"/>
                  </a:lnTo>
                  <a:lnTo>
                    <a:pt x="2303164" y="1648325"/>
                  </a:lnTo>
                  <a:lnTo>
                    <a:pt x="2340266" y="1729756"/>
                  </a:lnTo>
                  <a:lnTo>
                    <a:pt x="2377071" y="1808921"/>
                  </a:lnTo>
                  <a:lnTo>
                    <a:pt x="2413544" y="1885368"/>
                  </a:lnTo>
                  <a:lnTo>
                    <a:pt x="2449673" y="1958714"/>
                  </a:lnTo>
                  <a:lnTo>
                    <a:pt x="2485476" y="2028659"/>
                  </a:lnTo>
                  <a:lnTo>
                    <a:pt x="2521003" y="2094980"/>
                  </a:lnTo>
                  <a:lnTo>
                    <a:pt x="2556336" y="2157536"/>
                  </a:lnTo>
                  <a:lnTo>
                    <a:pt x="2591597" y="2216261"/>
                  </a:lnTo>
                  <a:lnTo>
                    <a:pt x="2626950" y="2271159"/>
                  </a:lnTo>
                  <a:lnTo>
                    <a:pt x="2662603" y="2322299"/>
                  </a:lnTo>
                  <a:lnTo>
                    <a:pt x="2667772" y="2329353"/>
                  </a:lnTo>
                  <a:lnTo>
                    <a:pt x="2714460" y="2388852"/>
                  </a:lnTo>
                  <a:lnTo>
                    <a:pt x="2762747" y="2442336"/>
                  </a:lnTo>
                  <a:lnTo>
                    <a:pt x="2813394" y="2490117"/>
                  </a:lnTo>
                  <a:lnTo>
                    <a:pt x="2867253" y="2532724"/>
                  </a:lnTo>
                  <a:lnTo>
                    <a:pt x="2925192" y="2570747"/>
                  </a:lnTo>
                  <a:lnTo>
                    <a:pt x="2988017" y="2604757"/>
                  </a:lnTo>
                  <a:lnTo>
                    <a:pt x="3056381" y="2635251"/>
                  </a:lnTo>
                  <a:lnTo>
                    <a:pt x="3130651" y="2662632"/>
                  </a:lnTo>
                  <a:lnTo>
                    <a:pt x="3210747" y="2687190"/>
                  </a:lnTo>
                  <a:lnTo>
                    <a:pt x="3295939" y="2709103"/>
                  </a:lnTo>
                  <a:lnTo>
                    <a:pt x="3384655" y="2728443"/>
                  </a:lnTo>
                  <a:lnTo>
                    <a:pt x="3474355" y="2745197"/>
                  </a:lnTo>
                  <a:lnTo>
                    <a:pt x="3561575" y="2759303"/>
                  </a:lnTo>
                  <a:lnTo>
                    <a:pt x="3642233" y="2770713"/>
                  </a:lnTo>
                  <a:lnTo>
                    <a:pt x="3712226" y="2779450"/>
                  </a:lnTo>
                  <a:lnTo>
                    <a:pt x="3768230" y="2785665"/>
                  </a:lnTo>
                  <a:lnTo>
                    <a:pt x="3808476" y="2789660"/>
                  </a:lnTo>
                  <a:lnTo>
                    <a:pt x="3833252" y="2791871"/>
                  </a:lnTo>
                  <a:lnTo>
                    <a:pt x="3844992" y="2792817"/>
                  </a:lnTo>
                  <a:lnTo>
                    <a:pt x="3848118" y="2793046"/>
                  </a:lnTo>
                  <a:lnTo>
                    <a:pt x="4386855" y="2793046"/>
                  </a:lnTo>
                  <a:lnTo>
                    <a:pt x="4388157" y="2793052"/>
                  </a:lnTo>
                  <a:lnTo>
                    <a:pt x="4396652" y="2793096"/>
                  </a:lnTo>
                  <a:lnTo>
                    <a:pt x="4417828" y="2793218"/>
                  </a:lnTo>
                  <a:lnTo>
                    <a:pt x="4455081" y="2793457"/>
                  </a:lnTo>
                  <a:lnTo>
                    <a:pt x="4509386" y="2793847"/>
                  </a:lnTo>
                  <a:lnTo>
                    <a:pt x="4579280" y="2794414"/>
                  </a:lnTo>
                  <a:lnTo>
                    <a:pt x="4661351" y="2795171"/>
                  </a:lnTo>
                  <a:lnTo>
                    <a:pt x="4751118" y="2796121"/>
                  </a:lnTo>
                  <a:lnTo>
                    <a:pt x="4843997" y="2797260"/>
                  </a:lnTo>
                  <a:lnTo>
                    <a:pt x="4936057" y="2798584"/>
                  </a:lnTo>
                  <a:lnTo>
                    <a:pt x="5024415" y="2800092"/>
                  </a:lnTo>
                  <a:lnTo>
                    <a:pt x="5107302" y="2801790"/>
                  </a:lnTo>
                  <a:lnTo>
                    <a:pt x="5183921" y="2803689"/>
                  </a:lnTo>
                  <a:lnTo>
                    <a:pt x="5254215" y="2805813"/>
                  </a:lnTo>
                  <a:lnTo>
                    <a:pt x="5318628" y="2808192"/>
                  </a:lnTo>
                  <a:lnTo>
                    <a:pt x="5377914" y="2810864"/>
                  </a:lnTo>
                  <a:lnTo>
                    <a:pt x="5432988" y="2813871"/>
                  </a:lnTo>
                  <a:lnTo>
                    <a:pt x="5484817" y="2817257"/>
                  </a:lnTo>
                  <a:lnTo>
                    <a:pt x="5534333" y="2821058"/>
                  </a:lnTo>
                  <a:lnTo>
                    <a:pt x="5567201" y="2823898"/>
                  </a:lnTo>
                  <a:lnTo>
                    <a:pt x="5619777" y="2828954"/>
                  </a:lnTo>
                  <a:lnTo>
                    <a:pt x="5671849" y="2834558"/>
                  </a:lnTo>
                  <a:lnTo>
                    <a:pt x="5724008" y="2840717"/>
                  </a:lnTo>
                  <a:lnTo>
                    <a:pt x="5776639" y="2847415"/>
                  </a:lnTo>
                  <a:lnTo>
                    <a:pt x="5829954" y="2854614"/>
                  </a:lnTo>
                  <a:lnTo>
                    <a:pt x="5884010" y="2862250"/>
                  </a:lnTo>
                  <a:lnTo>
                    <a:pt x="5938736" y="2870232"/>
                  </a:lnTo>
                  <a:lnTo>
                    <a:pt x="5993953" y="2878453"/>
                  </a:lnTo>
                  <a:lnTo>
                    <a:pt x="6049414" y="2886786"/>
                  </a:lnTo>
                  <a:lnTo>
                    <a:pt x="6104833" y="2895101"/>
                  </a:lnTo>
                  <a:lnTo>
                    <a:pt x="6159934" y="2903266"/>
                  </a:lnTo>
                  <a:lnTo>
                    <a:pt x="6214484" y="2911160"/>
                  </a:lnTo>
                  <a:lnTo>
                    <a:pt x="6268332" y="2918680"/>
                  </a:lnTo>
                  <a:lnTo>
                    <a:pt x="6321441" y="2925742"/>
                  </a:lnTo>
                  <a:lnTo>
                    <a:pt x="6373909" y="2932291"/>
                  </a:lnTo>
                  <a:lnTo>
                    <a:pt x="6425996" y="2938293"/>
                  </a:lnTo>
                  <a:lnTo>
                    <a:pt x="6478142" y="2943740"/>
                  </a:lnTo>
                  <a:lnTo>
                    <a:pt x="6515891" y="2947307"/>
                  </a:lnTo>
                  <a:lnTo>
                    <a:pt x="6564303" y="2951403"/>
                  </a:lnTo>
                  <a:lnTo>
                    <a:pt x="6614458" y="2955068"/>
                  </a:lnTo>
                  <a:lnTo>
                    <a:pt x="6667215" y="2958329"/>
                  </a:lnTo>
                  <a:lnTo>
                    <a:pt x="6723523" y="2961225"/>
                  </a:lnTo>
                  <a:lnTo>
                    <a:pt x="6784345" y="2963799"/>
                  </a:lnTo>
                  <a:lnTo>
                    <a:pt x="6850558" y="2966093"/>
                  </a:lnTo>
                  <a:lnTo>
                    <a:pt x="6922834" y="2968143"/>
                  </a:lnTo>
                  <a:lnTo>
                    <a:pt x="7001482" y="2969976"/>
                  </a:lnTo>
                  <a:lnTo>
                    <a:pt x="7086236" y="2971612"/>
                  </a:lnTo>
                  <a:lnTo>
                    <a:pt x="7176014" y="2973062"/>
                  </a:lnTo>
                  <a:lnTo>
                    <a:pt x="7268701" y="2974328"/>
                  </a:lnTo>
                  <a:lnTo>
                    <a:pt x="7361060" y="2975407"/>
                  </a:lnTo>
                  <a:lnTo>
                    <a:pt x="7448890" y="2976296"/>
                  </a:lnTo>
                  <a:lnTo>
                    <a:pt x="7527545" y="2976991"/>
                  </a:lnTo>
                  <a:lnTo>
                    <a:pt x="7592776" y="2977500"/>
                  </a:lnTo>
                  <a:lnTo>
                    <a:pt x="7641707" y="2977840"/>
                  </a:lnTo>
                  <a:lnTo>
                    <a:pt x="7673624" y="2978037"/>
                  </a:lnTo>
                  <a:lnTo>
                    <a:pt x="7690293" y="2978130"/>
                  </a:lnTo>
                  <a:lnTo>
                    <a:pt x="7695816" y="2978158"/>
                  </a:lnTo>
                  <a:lnTo>
                    <a:pt x="7696237" y="2978160"/>
                  </a:lnTo>
                  <a:lnTo>
                    <a:pt x="8234974" y="2978160"/>
                  </a:lnTo>
                  <a:lnTo>
                    <a:pt x="8234974" y="2967271"/>
                  </a:lnTo>
                  <a:lnTo>
                    <a:pt x="7696237" y="2967271"/>
                  </a:lnTo>
                  <a:lnTo>
                    <a:pt x="7694935" y="2967264"/>
                  </a:lnTo>
                  <a:lnTo>
                    <a:pt x="7686440" y="2967220"/>
                  </a:lnTo>
                  <a:lnTo>
                    <a:pt x="7665264" y="2967099"/>
                  </a:lnTo>
                  <a:lnTo>
                    <a:pt x="7628011" y="2966859"/>
                  </a:lnTo>
                  <a:lnTo>
                    <a:pt x="7573707" y="2966469"/>
                  </a:lnTo>
                  <a:lnTo>
                    <a:pt x="7503812" y="2965902"/>
                  </a:lnTo>
                  <a:lnTo>
                    <a:pt x="7421741" y="2965145"/>
                  </a:lnTo>
                  <a:lnTo>
                    <a:pt x="7331974" y="2964196"/>
                  </a:lnTo>
                  <a:lnTo>
                    <a:pt x="7239095" y="2963056"/>
                  </a:lnTo>
                  <a:lnTo>
                    <a:pt x="7147035" y="2961732"/>
                  </a:lnTo>
                  <a:lnTo>
                    <a:pt x="7058678" y="2960224"/>
                  </a:lnTo>
                  <a:lnTo>
                    <a:pt x="6975791" y="2958527"/>
                  </a:lnTo>
                  <a:lnTo>
                    <a:pt x="6899171" y="2956627"/>
                  </a:lnTo>
                  <a:lnTo>
                    <a:pt x="6828878" y="2954503"/>
                  </a:lnTo>
                  <a:lnTo>
                    <a:pt x="6764465" y="2952124"/>
                  </a:lnTo>
                  <a:lnTo>
                    <a:pt x="6705178" y="2949452"/>
                  </a:lnTo>
                  <a:lnTo>
                    <a:pt x="6650105" y="2946445"/>
                  </a:lnTo>
                  <a:lnTo>
                    <a:pt x="6598275" y="2943059"/>
                  </a:lnTo>
                  <a:lnTo>
                    <a:pt x="6548760" y="2939259"/>
                  </a:lnTo>
                  <a:lnTo>
                    <a:pt x="6515891" y="2936418"/>
                  </a:lnTo>
                  <a:lnTo>
                    <a:pt x="6463316" y="2931362"/>
                  </a:lnTo>
                  <a:lnTo>
                    <a:pt x="6411243" y="2925758"/>
                  </a:lnTo>
                  <a:lnTo>
                    <a:pt x="6359085" y="2919599"/>
                  </a:lnTo>
                  <a:lnTo>
                    <a:pt x="6306454" y="2912901"/>
                  </a:lnTo>
                  <a:lnTo>
                    <a:pt x="6253139" y="2905702"/>
                  </a:lnTo>
                  <a:lnTo>
                    <a:pt x="6199082" y="2898067"/>
                  </a:lnTo>
                  <a:lnTo>
                    <a:pt x="6144357" y="2890084"/>
                  </a:lnTo>
                  <a:lnTo>
                    <a:pt x="6089139" y="2881864"/>
                  </a:lnTo>
                  <a:lnTo>
                    <a:pt x="6033679" y="2873530"/>
                  </a:lnTo>
                  <a:lnTo>
                    <a:pt x="5978259" y="2865215"/>
                  </a:lnTo>
                  <a:lnTo>
                    <a:pt x="5923159" y="2857050"/>
                  </a:lnTo>
                  <a:lnTo>
                    <a:pt x="5868609" y="2849156"/>
                  </a:lnTo>
                  <a:lnTo>
                    <a:pt x="5814760" y="2841636"/>
                  </a:lnTo>
                  <a:lnTo>
                    <a:pt x="5761651" y="2834574"/>
                  </a:lnTo>
                  <a:lnTo>
                    <a:pt x="5709183" y="2828025"/>
                  </a:lnTo>
                  <a:lnTo>
                    <a:pt x="5657096" y="2822023"/>
                  </a:lnTo>
                  <a:lnTo>
                    <a:pt x="5604951" y="2816576"/>
                  </a:lnTo>
                  <a:lnTo>
                    <a:pt x="5567201" y="2813009"/>
                  </a:lnTo>
                  <a:lnTo>
                    <a:pt x="5518790" y="2808914"/>
                  </a:lnTo>
                  <a:lnTo>
                    <a:pt x="5468634" y="2805248"/>
                  </a:lnTo>
                  <a:lnTo>
                    <a:pt x="5415878" y="2801987"/>
                  </a:lnTo>
                  <a:lnTo>
                    <a:pt x="5359569" y="2799091"/>
                  </a:lnTo>
                  <a:lnTo>
                    <a:pt x="5298747" y="2796517"/>
                  </a:lnTo>
                  <a:lnTo>
                    <a:pt x="5232535" y="2794223"/>
                  </a:lnTo>
                  <a:lnTo>
                    <a:pt x="5160259" y="2792173"/>
                  </a:lnTo>
                  <a:lnTo>
                    <a:pt x="5081610" y="2790340"/>
                  </a:lnTo>
                  <a:lnTo>
                    <a:pt x="4996856" y="2788704"/>
                  </a:lnTo>
                  <a:lnTo>
                    <a:pt x="4907078" y="2787254"/>
                  </a:lnTo>
                  <a:lnTo>
                    <a:pt x="4814391" y="2785988"/>
                  </a:lnTo>
                  <a:lnTo>
                    <a:pt x="4722033" y="2784909"/>
                  </a:lnTo>
                  <a:lnTo>
                    <a:pt x="4634202" y="2784020"/>
                  </a:lnTo>
                  <a:lnTo>
                    <a:pt x="4555547" y="2783325"/>
                  </a:lnTo>
                  <a:lnTo>
                    <a:pt x="4490317" y="2782816"/>
                  </a:lnTo>
                  <a:lnTo>
                    <a:pt x="4441385" y="2782477"/>
                  </a:lnTo>
                  <a:lnTo>
                    <a:pt x="4409469" y="2782279"/>
                  </a:lnTo>
                  <a:lnTo>
                    <a:pt x="4392800" y="2782186"/>
                  </a:lnTo>
                  <a:lnTo>
                    <a:pt x="4387276" y="2782158"/>
                  </a:lnTo>
                  <a:lnTo>
                    <a:pt x="4386855" y="2782156"/>
                  </a:lnTo>
                  <a:lnTo>
                    <a:pt x="3848118" y="2782156"/>
                  </a:lnTo>
                  <a:lnTo>
                    <a:pt x="3846946" y="2782073"/>
                  </a:lnTo>
                  <a:lnTo>
                    <a:pt x="3839278" y="2781479"/>
                  </a:lnTo>
                  <a:lnTo>
                    <a:pt x="3820091" y="2779836"/>
                  </a:lnTo>
                  <a:lnTo>
                    <a:pt x="3786153" y="2776608"/>
                  </a:lnTo>
                  <a:lnTo>
                    <a:pt x="3736310" y="2771320"/>
                  </a:lnTo>
                  <a:lnTo>
                    <a:pt x="3671553" y="2763612"/>
                  </a:lnTo>
                  <a:lnTo>
                    <a:pt x="3594669" y="2753274"/>
                  </a:lnTo>
                  <a:lnTo>
                    <a:pt x="3509551" y="2740237"/>
                  </a:lnTo>
                  <a:lnTo>
                    <a:pt x="3420378" y="2724528"/>
                  </a:lnTo>
                  <a:lnTo>
                    <a:pt x="3330912" y="2706211"/>
                  </a:lnTo>
                  <a:lnTo>
                    <a:pt x="3244078" y="2685324"/>
                  </a:lnTo>
                  <a:lnTo>
                    <a:pt x="3161825" y="2661833"/>
                  </a:lnTo>
                  <a:lnTo>
                    <a:pt x="3085197" y="2635603"/>
                  </a:lnTo>
                  <a:lnTo>
                    <a:pt x="3014508" y="2606389"/>
                  </a:lnTo>
                  <a:lnTo>
                    <a:pt x="2949546" y="2573832"/>
                  </a:lnTo>
                  <a:lnTo>
                    <a:pt x="2889755" y="2537470"/>
                  </a:lnTo>
                  <a:lnTo>
                    <a:pt x="2834376" y="2496756"/>
                  </a:lnTo>
                  <a:lnTo>
                    <a:pt x="2782556" y="2451102"/>
                  </a:lnTo>
                  <a:lnTo>
                    <a:pt x="2733429" y="2399939"/>
                  </a:lnTo>
                  <a:lnTo>
                    <a:pt x="2686187" y="2342847"/>
                  </a:lnTo>
                  <a:lnTo>
                    <a:pt x="2667772" y="2318464"/>
                  </a:lnTo>
                  <a:lnTo>
                    <a:pt x="2632055" y="2267856"/>
                  </a:lnTo>
                  <a:lnTo>
                    <a:pt x="2596673" y="2213504"/>
                  </a:lnTo>
                  <a:lnTo>
                    <a:pt x="2561410" y="2155331"/>
                  </a:lnTo>
                  <a:lnTo>
                    <a:pt x="2526095" y="2093324"/>
                  </a:lnTo>
                  <a:lnTo>
                    <a:pt x="2490603" y="2027538"/>
                  </a:lnTo>
                  <a:lnTo>
                    <a:pt x="2454843" y="1958103"/>
                  </a:lnTo>
                  <a:lnTo>
                    <a:pt x="2418763" y="1885229"/>
                  </a:lnTo>
                  <a:lnTo>
                    <a:pt x="2382339" y="1809207"/>
                  </a:lnTo>
                  <a:lnTo>
                    <a:pt x="2345580" y="1730406"/>
                  </a:lnTo>
                  <a:lnTo>
                    <a:pt x="2308518" y="1649270"/>
                  </a:lnTo>
                  <a:lnTo>
                    <a:pt x="2271207" y="1566309"/>
                  </a:lnTo>
                  <a:lnTo>
                    <a:pt x="2233717" y="1482083"/>
                  </a:lnTo>
                  <a:lnTo>
                    <a:pt x="2196132" y="1397193"/>
                  </a:lnTo>
                  <a:lnTo>
                    <a:pt x="2158541" y="1312258"/>
                  </a:lnTo>
                  <a:lnTo>
                    <a:pt x="2121032" y="1227900"/>
                  </a:lnTo>
                  <a:lnTo>
                    <a:pt x="2083690" y="1144720"/>
                  </a:lnTo>
                  <a:lnTo>
                    <a:pt x="2046588" y="1063289"/>
                  </a:lnTo>
                  <a:lnTo>
                    <a:pt x="2009783" y="984124"/>
                  </a:lnTo>
                  <a:lnTo>
                    <a:pt x="1973311" y="907677"/>
                  </a:lnTo>
                  <a:lnTo>
                    <a:pt x="1937181" y="834331"/>
                  </a:lnTo>
                  <a:lnTo>
                    <a:pt x="1901378" y="764386"/>
                  </a:lnTo>
                  <a:lnTo>
                    <a:pt x="1865852" y="698065"/>
                  </a:lnTo>
                  <a:lnTo>
                    <a:pt x="1830519" y="635509"/>
                  </a:lnTo>
                  <a:lnTo>
                    <a:pt x="1795257" y="576784"/>
                  </a:lnTo>
                  <a:lnTo>
                    <a:pt x="1759905" y="521886"/>
                  </a:lnTo>
                  <a:lnTo>
                    <a:pt x="1724251" y="470746"/>
                  </a:lnTo>
                  <a:lnTo>
                    <a:pt x="1719082" y="463692"/>
                  </a:lnTo>
                  <a:lnTo>
                    <a:pt x="1672394" y="404193"/>
                  </a:lnTo>
                  <a:lnTo>
                    <a:pt x="1624108" y="350709"/>
                  </a:lnTo>
                  <a:lnTo>
                    <a:pt x="1573461" y="302928"/>
                  </a:lnTo>
                  <a:lnTo>
                    <a:pt x="1519602" y="260321"/>
                  </a:lnTo>
                  <a:lnTo>
                    <a:pt x="1461663" y="222298"/>
                  </a:lnTo>
                  <a:lnTo>
                    <a:pt x="1398837" y="188288"/>
                  </a:lnTo>
                  <a:lnTo>
                    <a:pt x="1330474" y="157794"/>
                  </a:lnTo>
                  <a:lnTo>
                    <a:pt x="1256203" y="130413"/>
                  </a:lnTo>
                  <a:lnTo>
                    <a:pt x="1176107" y="105855"/>
                  </a:lnTo>
                  <a:lnTo>
                    <a:pt x="1090916" y="83942"/>
                  </a:lnTo>
                  <a:lnTo>
                    <a:pt x="1002200" y="64602"/>
                  </a:lnTo>
                  <a:lnTo>
                    <a:pt x="912500" y="47848"/>
                  </a:lnTo>
                  <a:lnTo>
                    <a:pt x="825279" y="33742"/>
                  </a:lnTo>
                  <a:lnTo>
                    <a:pt x="744621" y="22332"/>
                  </a:lnTo>
                  <a:lnTo>
                    <a:pt x="674628" y="13596"/>
                  </a:lnTo>
                  <a:lnTo>
                    <a:pt x="618625" y="7380"/>
                  </a:lnTo>
                  <a:lnTo>
                    <a:pt x="578378" y="3385"/>
                  </a:lnTo>
                  <a:lnTo>
                    <a:pt x="553603" y="1174"/>
                  </a:lnTo>
                  <a:lnTo>
                    <a:pt x="541863" y="22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546595" y="3200497"/>
              <a:ext cx="8234974" cy="2967271"/>
            </a:xfrm>
            <a:custGeom>
              <a:avLst/>
              <a:pathLst>
                <a:path w="8234974" h="2967271">
                  <a:moveTo>
                    <a:pt x="0" y="0"/>
                  </a:moveTo>
                  <a:lnTo>
                    <a:pt x="538736" y="0"/>
                  </a:lnTo>
                  <a:lnTo>
                    <a:pt x="539909" y="83"/>
                  </a:lnTo>
                  <a:lnTo>
                    <a:pt x="547577" y="677"/>
                  </a:lnTo>
                  <a:lnTo>
                    <a:pt x="566764" y="2320"/>
                  </a:lnTo>
                  <a:lnTo>
                    <a:pt x="600702" y="5548"/>
                  </a:lnTo>
                  <a:lnTo>
                    <a:pt x="650544" y="10836"/>
                  </a:lnTo>
                  <a:lnTo>
                    <a:pt x="715302" y="18544"/>
                  </a:lnTo>
                  <a:lnTo>
                    <a:pt x="792186" y="28881"/>
                  </a:lnTo>
                  <a:lnTo>
                    <a:pt x="877303" y="41919"/>
                  </a:lnTo>
                  <a:lnTo>
                    <a:pt x="966477" y="57628"/>
                  </a:lnTo>
                  <a:lnTo>
                    <a:pt x="1055943" y="75944"/>
                  </a:lnTo>
                  <a:lnTo>
                    <a:pt x="1142777" y="96832"/>
                  </a:lnTo>
                  <a:lnTo>
                    <a:pt x="1225029" y="120323"/>
                  </a:lnTo>
                  <a:lnTo>
                    <a:pt x="1301657" y="146553"/>
                  </a:lnTo>
                  <a:lnTo>
                    <a:pt x="1372346" y="175767"/>
                  </a:lnTo>
                  <a:lnTo>
                    <a:pt x="1437308" y="208324"/>
                  </a:lnTo>
                  <a:lnTo>
                    <a:pt x="1497100" y="244686"/>
                  </a:lnTo>
                  <a:lnTo>
                    <a:pt x="1552479" y="285399"/>
                  </a:lnTo>
                  <a:lnTo>
                    <a:pt x="1604299" y="331054"/>
                  </a:lnTo>
                  <a:lnTo>
                    <a:pt x="1653426" y="382217"/>
                  </a:lnTo>
                  <a:lnTo>
                    <a:pt x="1700667" y="439309"/>
                  </a:lnTo>
                  <a:lnTo>
                    <a:pt x="1719082" y="463692"/>
                  </a:lnTo>
                  <a:lnTo>
                    <a:pt x="1754800" y="514300"/>
                  </a:lnTo>
                  <a:lnTo>
                    <a:pt x="1790182" y="568652"/>
                  </a:lnTo>
                  <a:lnTo>
                    <a:pt x="1825445" y="626825"/>
                  </a:lnTo>
                  <a:lnTo>
                    <a:pt x="1860759" y="688832"/>
                  </a:lnTo>
                  <a:lnTo>
                    <a:pt x="1896252" y="754618"/>
                  </a:lnTo>
                  <a:lnTo>
                    <a:pt x="1932012" y="824053"/>
                  </a:lnTo>
                  <a:lnTo>
                    <a:pt x="1968092" y="896927"/>
                  </a:lnTo>
                  <a:lnTo>
                    <a:pt x="2004515" y="972949"/>
                  </a:lnTo>
                  <a:lnTo>
                    <a:pt x="2041274" y="1051750"/>
                  </a:lnTo>
                  <a:lnTo>
                    <a:pt x="2078337" y="1132886"/>
                  </a:lnTo>
                  <a:lnTo>
                    <a:pt x="2115648" y="1215847"/>
                  </a:lnTo>
                  <a:lnTo>
                    <a:pt x="2153137" y="1300073"/>
                  </a:lnTo>
                  <a:lnTo>
                    <a:pt x="2190723" y="1384963"/>
                  </a:lnTo>
                  <a:lnTo>
                    <a:pt x="2228314" y="1469898"/>
                  </a:lnTo>
                  <a:lnTo>
                    <a:pt x="2265823" y="1554256"/>
                  </a:lnTo>
                  <a:lnTo>
                    <a:pt x="2303164" y="1637435"/>
                  </a:lnTo>
                  <a:lnTo>
                    <a:pt x="2340266" y="1718867"/>
                  </a:lnTo>
                  <a:lnTo>
                    <a:pt x="2377071" y="1798032"/>
                  </a:lnTo>
                  <a:lnTo>
                    <a:pt x="2413544" y="1874479"/>
                  </a:lnTo>
                  <a:lnTo>
                    <a:pt x="2449673" y="1947825"/>
                  </a:lnTo>
                  <a:lnTo>
                    <a:pt x="2485476" y="2017770"/>
                  </a:lnTo>
                  <a:lnTo>
                    <a:pt x="2521003" y="2084091"/>
                  </a:lnTo>
                  <a:lnTo>
                    <a:pt x="2556336" y="2146646"/>
                  </a:lnTo>
                  <a:lnTo>
                    <a:pt x="2591597" y="2205372"/>
                  </a:lnTo>
                  <a:lnTo>
                    <a:pt x="2626950" y="2260270"/>
                  </a:lnTo>
                  <a:lnTo>
                    <a:pt x="2662603" y="2311410"/>
                  </a:lnTo>
                  <a:lnTo>
                    <a:pt x="2667772" y="2318464"/>
                  </a:lnTo>
                  <a:lnTo>
                    <a:pt x="2714460" y="2377963"/>
                  </a:lnTo>
                  <a:lnTo>
                    <a:pt x="2762747" y="2431447"/>
                  </a:lnTo>
                  <a:lnTo>
                    <a:pt x="2813394" y="2479228"/>
                  </a:lnTo>
                  <a:lnTo>
                    <a:pt x="2867253" y="2521835"/>
                  </a:lnTo>
                  <a:lnTo>
                    <a:pt x="2925192" y="2559858"/>
                  </a:lnTo>
                  <a:lnTo>
                    <a:pt x="2988017" y="2593868"/>
                  </a:lnTo>
                  <a:lnTo>
                    <a:pt x="3056381" y="2624362"/>
                  </a:lnTo>
                  <a:lnTo>
                    <a:pt x="3130651" y="2651743"/>
                  </a:lnTo>
                  <a:lnTo>
                    <a:pt x="3210747" y="2676301"/>
                  </a:lnTo>
                  <a:lnTo>
                    <a:pt x="3295939" y="2698214"/>
                  </a:lnTo>
                  <a:lnTo>
                    <a:pt x="3384655" y="2717554"/>
                  </a:lnTo>
                  <a:lnTo>
                    <a:pt x="3474355" y="2734307"/>
                  </a:lnTo>
                  <a:lnTo>
                    <a:pt x="3561575" y="2748414"/>
                  </a:lnTo>
                  <a:lnTo>
                    <a:pt x="3642233" y="2759824"/>
                  </a:lnTo>
                  <a:lnTo>
                    <a:pt x="3712226" y="2768560"/>
                  </a:lnTo>
                  <a:lnTo>
                    <a:pt x="3768230" y="2774776"/>
                  </a:lnTo>
                  <a:lnTo>
                    <a:pt x="3808476" y="2778771"/>
                  </a:lnTo>
                  <a:lnTo>
                    <a:pt x="3833252" y="2780982"/>
                  </a:lnTo>
                  <a:lnTo>
                    <a:pt x="3844992" y="2781928"/>
                  </a:lnTo>
                  <a:lnTo>
                    <a:pt x="3848042" y="2782151"/>
                  </a:lnTo>
                  <a:lnTo>
                    <a:pt x="3848118" y="2782156"/>
                  </a:lnTo>
                  <a:lnTo>
                    <a:pt x="4386855" y="2782156"/>
                  </a:lnTo>
                  <a:lnTo>
                    <a:pt x="4388157" y="2782163"/>
                  </a:lnTo>
                  <a:lnTo>
                    <a:pt x="4396652" y="2782207"/>
                  </a:lnTo>
                  <a:lnTo>
                    <a:pt x="4417828" y="2782329"/>
                  </a:lnTo>
                  <a:lnTo>
                    <a:pt x="4455081" y="2782568"/>
                  </a:lnTo>
                  <a:lnTo>
                    <a:pt x="4509386" y="2782958"/>
                  </a:lnTo>
                  <a:lnTo>
                    <a:pt x="4579280" y="2783525"/>
                  </a:lnTo>
                  <a:lnTo>
                    <a:pt x="4661351" y="2784282"/>
                  </a:lnTo>
                  <a:lnTo>
                    <a:pt x="4751118" y="2785231"/>
                  </a:lnTo>
                  <a:lnTo>
                    <a:pt x="4843997" y="2786371"/>
                  </a:lnTo>
                  <a:lnTo>
                    <a:pt x="4936057" y="2787695"/>
                  </a:lnTo>
                  <a:lnTo>
                    <a:pt x="5024415" y="2789203"/>
                  </a:lnTo>
                  <a:lnTo>
                    <a:pt x="5107302" y="2790900"/>
                  </a:lnTo>
                  <a:lnTo>
                    <a:pt x="5183921" y="2792800"/>
                  </a:lnTo>
                  <a:lnTo>
                    <a:pt x="5254215" y="2794924"/>
                  </a:lnTo>
                  <a:lnTo>
                    <a:pt x="5318628" y="2797303"/>
                  </a:lnTo>
                  <a:lnTo>
                    <a:pt x="5377914" y="2799975"/>
                  </a:lnTo>
                  <a:lnTo>
                    <a:pt x="5432988" y="2802982"/>
                  </a:lnTo>
                  <a:lnTo>
                    <a:pt x="5484817" y="2806368"/>
                  </a:lnTo>
                  <a:lnTo>
                    <a:pt x="5534333" y="2810169"/>
                  </a:lnTo>
                  <a:lnTo>
                    <a:pt x="5567201" y="2813009"/>
                  </a:lnTo>
                  <a:lnTo>
                    <a:pt x="5619777" y="2818065"/>
                  </a:lnTo>
                  <a:lnTo>
                    <a:pt x="5671849" y="2823669"/>
                  </a:lnTo>
                  <a:lnTo>
                    <a:pt x="5724008" y="2829828"/>
                  </a:lnTo>
                  <a:lnTo>
                    <a:pt x="5776639" y="2836526"/>
                  </a:lnTo>
                  <a:lnTo>
                    <a:pt x="5829954" y="2843725"/>
                  </a:lnTo>
                  <a:lnTo>
                    <a:pt x="5884010" y="2851361"/>
                  </a:lnTo>
                  <a:lnTo>
                    <a:pt x="5938736" y="2859343"/>
                  </a:lnTo>
                  <a:lnTo>
                    <a:pt x="5993953" y="2867563"/>
                  </a:lnTo>
                  <a:lnTo>
                    <a:pt x="6049414" y="2875897"/>
                  </a:lnTo>
                  <a:lnTo>
                    <a:pt x="6104833" y="2884212"/>
                  </a:lnTo>
                  <a:lnTo>
                    <a:pt x="6159934" y="2892377"/>
                  </a:lnTo>
                  <a:lnTo>
                    <a:pt x="6214484" y="2900271"/>
                  </a:lnTo>
                  <a:lnTo>
                    <a:pt x="6268332" y="2907791"/>
                  </a:lnTo>
                  <a:lnTo>
                    <a:pt x="6321441" y="2914853"/>
                  </a:lnTo>
                  <a:lnTo>
                    <a:pt x="6373909" y="2921402"/>
                  </a:lnTo>
                  <a:lnTo>
                    <a:pt x="6425996" y="2927404"/>
                  </a:lnTo>
                  <a:lnTo>
                    <a:pt x="6478142" y="2932851"/>
                  </a:lnTo>
                  <a:lnTo>
                    <a:pt x="6515891" y="2936418"/>
                  </a:lnTo>
                  <a:lnTo>
                    <a:pt x="6564303" y="2940513"/>
                  </a:lnTo>
                  <a:lnTo>
                    <a:pt x="6614458" y="2944179"/>
                  </a:lnTo>
                  <a:lnTo>
                    <a:pt x="6667215" y="2947440"/>
                  </a:lnTo>
                  <a:lnTo>
                    <a:pt x="6723523" y="2950336"/>
                  </a:lnTo>
                  <a:lnTo>
                    <a:pt x="6784345" y="2952910"/>
                  </a:lnTo>
                  <a:lnTo>
                    <a:pt x="6850558" y="2955204"/>
                  </a:lnTo>
                  <a:lnTo>
                    <a:pt x="6922834" y="2957254"/>
                  </a:lnTo>
                  <a:lnTo>
                    <a:pt x="7001482" y="2959087"/>
                  </a:lnTo>
                  <a:lnTo>
                    <a:pt x="7086236" y="2960723"/>
                  </a:lnTo>
                  <a:lnTo>
                    <a:pt x="7176014" y="2962173"/>
                  </a:lnTo>
                  <a:lnTo>
                    <a:pt x="7268701" y="2963439"/>
                  </a:lnTo>
                  <a:lnTo>
                    <a:pt x="7361060" y="2964518"/>
                  </a:lnTo>
                  <a:lnTo>
                    <a:pt x="7448890" y="2965407"/>
                  </a:lnTo>
                  <a:lnTo>
                    <a:pt x="7527545" y="2966102"/>
                  </a:lnTo>
                  <a:lnTo>
                    <a:pt x="7592776" y="2966611"/>
                  </a:lnTo>
                  <a:lnTo>
                    <a:pt x="7641707" y="2966950"/>
                  </a:lnTo>
                  <a:lnTo>
                    <a:pt x="7673624" y="2967148"/>
                  </a:lnTo>
                  <a:lnTo>
                    <a:pt x="7690293" y="2967241"/>
                  </a:lnTo>
                  <a:lnTo>
                    <a:pt x="7695816" y="2967269"/>
                  </a:lnTo>
                  <a:lnTo>
                    <a:pt x="7696237" y="2967271"/>
                  </a:lnTo>
                  <a:lnTo>
                    <a:pt x="8234974" y="29672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546595" y="3189608"/>
              <a:ext cx="8234974" cy="2967271"/>
            </a:xfrm>
            <a:custGeom>
              <a:avLst/>
              <a:pathLst>
                <a:path w="8234974" h="2967271">
                  <a:moveTo>
                    <a:pt x="8234974" y="2967271"/>
                  </a:moveTo>
                  <a:lnTo>
                    <a:pt x="7696237" y="2967271"/>
                  </a:lnTo>
                  <a:lnTo>
                    <a:pt x="7694935" y="2967264"/>
                  </a:lnTo>
                  <a:lnTo>
                    <a:pt x="7686440" y="2967220"/>
                  </a:lnTo>
                  <a:lnTo>
                    <a:pt x="7665264" y="2967099"/>
                  </a:lnTo>
                  <a:lnTo>
                    <a:pt x="7628011" y="2966859"/>
                  </a:lnTo>
                  <a:lnTo>
                    <a:pt x="7573707" y="2966469"/>
                  </a:lnTo>
                  <a:lnTo>
                    <a:pt x="7503812" y="2965902"/>
                  </a:lnTo>
                  <a:lnTo>
                    <a:pt x="7421741" y="2965145"/>
                  </a:lnTo>
                  <a:lnTo>
                    <a:pt x="7331974" y="2964196"/>
                  </a:lnTo>
                  <a:lnTo>
                    <a:pt x="7239095" y="2963056"/>
                  </a:lnTo>
                  <a:lnTo>
                    <a:pt x="7147035" y="2961732"/>
                  </a:lnTo>
                  <a:lnTo>
                    <a:pt x="7058678" y="2960224"/>
                  </a:lnTo>
                  <a:lnTo>
                    <a:pt x="6975791" y="2958527"/>
                  </a:lnTo>
                  <a:lnTo>
                    <a:pt x="6899171" y="2956627"/>
                  </a:lnTo>
                  <a:lnTo>
                    <a:pt x="6828878" y="2954503"/>
                  </a:lnTo>
                  <a:lnTo>
                    <a:pt x="6764465" y="2952124"/>
                  </a:lnTo>
                  <a:lnTo>
                    <a:pt x="6705178" y="2949452"/>
                  </a:lnTo>
                  <a:lnTo>
                    <a:pt x="6650105" y="2946445"/>
                  </a:lnTo>
                  <a:lnTo>
                    <a:pt x="6598275" y="2943059"/>
                  </a:lnTo>
                  <a:lnTo>
                    <a:pt x="6548760" y="2939259"/>
                  </a:lnTo>
                  <a:lnTo>
                    <a:pt x="6515891" y="2936418"/>
                  </a:lnTo>
                  <a:lnTo>
                    <a:pt x="6463316" y="2931362"/>
                  </a:lnTo>
                  <a:lnTo>
                    <a:pt x="6411243" y="2925758"/>
                  </a:lnTo>
                  <a:lnTo>
                    <a:pt x="6359085" y="2919599"/>
                  </a:lnTo>
                  <a:lnTo>
                    <a:pt x="6306454" y="2912901"/>
                  </a:lnTo>
                  <a:lnTo>
                    <a:pt x="6253139" y="2905702"/>
                  </a:lnTo>
                  <a:lnTo>
                    <a:pt x="6199082" y="2898067"/>
                  </a:lnTo>
                  <a:lnTo>
                    <a:pt x="6144357" y="2890084"/>
                  </a:lnTo>
                  <a:lnTo>
                    <a:pt x="6089139" y="2881864"/>
                  </a:lnTo>
                  <a:lnTo>
                    <a:pt x="6033679" y="2873530"/>
                  </a:lnTo>
                  <a:lnTo>
                    <a:pt x="5978259" y="2865215"/>
                  </a:lnTo>
                  <a:lnTo>
                    <a:pt x="5923159" y="2857050"/>
                  </a:lnTo>
                  <a:lnTo>
                    <a:pt x="5868609" y="2849156"/>
                  </a:lnTo>
                  <a:lnTo>
                    <a:pt x="5814760" y="2841636"/>
                  </a:lnTo>
                  <a:lnTo>
                    <a:pt x="5761651" y="2834574"/>
                  </a:lnTo>
                  <a:lnTo>
                    <a:pt x="5709183" y="2828025"/>
                  </a:lnTo>
                  <a:lnTo>
                    <a:pt x="5657096" y="2822023"/>
                  </a:lnTo>
                  <a:lnTo>
                    <a:pt x="5604951" y="2816576"/>
                  </a:lnTo>
                  <a:lnTo>
                    <a:pt x="5567201" y="2813009"/>
                  </a:lnTo>
                  <a:lnTo>
                    <a:pt x="5518790" y="2808914"/>
                  </a:lnTo>
                  <a:lnTo>
                    <a:pt x="5468634" y="2805248"/>
                  </a:lnTo>
                  <a:lnTo>
                    <a:pt x="5415878" y="2801987"/>
                  </a:lnTo>
                  <a:lnTo>
                    <a:pt x="5359569" y="2799091"/>
                  </a:lnTo>
                  <a:lnTo>
                    <a:pt x="5298747" y="2796517"/>
                  </a:lnTo>
                  <a:lnTo>
                    <a:pt x="5232535" y="2794223"/>
                  </a:lnTo>
                  <a:lnTo>
                    <a:pt x="5160259" y="2792173"/>
                  </a:lnTo>
                  <a:lnTo>
                    <a:pt x="5081610" y="2790340"/>
                  </a:lnTo>
                  <a:lnTo>
                    <a:pt x="4996856" y="2788704"/>
                  </a:lnTo>
                  <a:lnTo>
                    <a:pt x="4907078" y="2787254"/>
                  </a:lnTo>
                  <a:lnTo>
                    <a:pt x="4814391" y="2785988"/>
                  </a:lnTo>
                  <a:lnTo>
                    <a:pt x="4722033" y="2784909"/>
                  </a:lnTo>
                  <a:lnTo>
                    <a:pt x="4634202" y="2784020"/>
                  </a:lnTo>
                  <a:lnTo>
                    <a:pt x="4555547" y="2783325"/>
                  </a:lnTo>
                  <a:lnTo>
                    <a:pt x="4490317" y="2782816"/>
                  </a:lnTo>
                  <a:lnTo>
                    <a:pt x="4441385" y="2782477"/>
                  </a:lnTo>
                  <a:lnTo>
                    <a:pt x="4409469" y="2782279"/>
                  </a:lnTo>
                  <a:lnTo>
                    <a:pt x="4392800" y="2782186"/>
                  </a:lnTo>
                  <a:lnTo>
                    <a:pt x="4387276" y="2782158"/>
                  </a:lnTo>
                  <a:lnTo>
                    <a:pt x="4386855" y="2782156"/>
                  </a:lnTo>
                  <a:lnTo>
                    <a:pt x="3848118" y="2782156"/>
                  </a:lnTo>
                  <a:lnTo>
                    <a:pt x="3846946" y="2782073"/>
                  </a:lnTo>
                  <a:lnTo>
                    <a:pt x="3839278" y="2781479"/>
                  </a:lnTo>
                  <a:lnTo>
                    <a:pt x="3820091" y="2779836"/>
                  </a:lnTo>
                  <a:lnTo>
                    <a:pt x="3786153" y="2776608"/>
                  </a:lnTo>
                  <a:lnTo>
                    <a:pt x="3736310" y="2771320"/>
                  </a:lnTo>
                  <a:lnTo>
                    <a:pt x="3671553" y="2763612"/>
                  </a:lnTo>
                  <a:lnTo>
                    <a:pt x="3594669" y="2753274"/>
                  </a:lnTo>
                  <a:lnTo>
                    <a:pt x="3509551" y="2740237"/>
                  </a:lnTo>
                  <a:lnTo>
                    <a:pt x="3420378" y="2724528"/>
                  </a:lnTo>
                  <a:lnTo>
                    <a:pt x="3330912" y="2706211"/>
                  </a:lnTo>
                  <a:lnTo>
                    <a:pt x="3244078" y="2685324"/>
                  </a:lnTo>
                  <a:lnTo>
                    <a:pt x="3161825" y="2661833"/>
                  </a:lnTo>
                  <a:lnTo>
                    <a:pt x="3085197" y="2635603"/>
                  </a:lnTo>
                  <a:lnTo>
                    <a:pt x="3014508" y="2606389"/>
                  </a:lnTo>
                  <a:lnTo>
                    <a:pt x="2949546" y="2573832"/>
                  </a:lnTo>
                  <a:lnTo>
                    <a:pt x="2889755" y="2537470"/>
                  </a:lnTo>
                  <a:lnTo>
                    <a:pt x="2834376" y="2496756"/>
                  </a:lnTo>
                  <a:lnTo>
                    <a:pt x="2782556" y="2451102"/>
                  </a:lnTo>
                  <a:lnTo>
                    <a:pt x="2733429" y="2399939"/>
                  </a:lnTo>
                  <a:lnTo>
                    <a:pt x="2686187" y="2342847"/>
                  </a:lnTo>
                  <a:lnTo>
                    <a:pt x="2667772" y="2318464"/>
                  </a:lnTo>
                  <a:lnTo>
                    <a:pt x="2632055" y="2267856"/>
                  </a:lnTo>
                  <a:lnTo>
                    <a:pt x="2596673" y="2213504"/>
                  </a:lnTo>
                  <a:lnTo>
                    <a:pt x="2561410" y="2155331"/>
                  </a:lnTo>
                  <a:lnTo>
                    <a:pt x="2526095" y="2093324"/>
                  </a:lnTo>
                  <a:lnTo>
                    <a:pt x="2490603" y="2027538"/>
                  </a:lnTo>
                  <a:lnTo>
                    <a:pt x="2454843" y="1958103"/>
                  </a:lnTo>
                  <a:lnTo>
                    <a:pt x="2418763" y="1885229"/>
                  </a:lnTo>
                  <a:lnTo>
                    <a:pt x="2382339" y="1809207"/>
                  </a:lnTo>
                  <a:lnTo>
                    <a:pt x="2345580" y="1730406"/>
                  </a:lnTo>
                  <a:lnTo>
                    <a:pt x="2308518" y="1649270"/>
                  </a:lnTo>
                  <a:lnTo>
                    <a:pt x="2271207" y="1566309"/>
                  </a:lnTo>
                  <a:lnTo>
                    <a:pt x="2233717" y="1482083"/>
                  </a:lnTo>
                  <a:lnTo>
                    <a:pt x="2196132" y="1397193"/>
                  </a:lnTo>
                  <a:lnTo>
                    <a:pt x="2158541" y="1312258"/>
                  </a:lnTo>
                  <a:lnTo>
                    <a:pt x="2121032" y="1227900"/>
                  </a:lnTo>
                  <a:lnTo>
                    <a:pt x="2083690" y="1144720"/>
                  </a:lnTo>
                  <a:lnTo>
                    <a:pt x="2046588" y="1063289"/>
                  </a:lnTo>
                  <a:lnTo>
                    <a:pt x="2009783" y="984124"/>
                  </a:lnTo>
                  <a:lnTo>
                    <a:pt x="1973311" y="907677"/>
                  </a:lnTo>
                  <a:lnTo>
                    <a:pt x="1937181" y="834331"/>
                  </a:lnTo>
                  <a:lnTo>
                    <a:pt x="1901378" y="764386"/>
                  </a:lnTo>
                  <a:lnTo>
                    <a:pt x="1865852" y="698065"/>
                  </a:lnTo>
                  <a:lnTo>
                    <a:pt x="1830519" y="635509"/>
                  </a:lnTo>
                  <a:lnTo>
                    <a:pt x="1795257" y="576784"/>
                  </a:lnTo>
                  <a:lnTo>
                    <a:pt x="1759905" y="521886"/>
                  </a:lnTo>
                  <a:lnTo>
                    <a:pt x="1724251" y="470746"/>
                  </a:lnTo>
                  <a:lnTo>
                    <a:pt x="1719082" y="463692"/>
                  </a:lnTo>
                  <a:lnTo>
                    <a:pt x="1672394" y="404193"/>
                  </a:lnTo>
                  <a:lnTo>
                    <a:pt x="1624108" y="350709"/>
                  </a:lnTo>
                  <a:lnTo>
                    <a:pt x="1573461" y="302928"/>
                  </a:lnTo>
                  <a:lnTo>
                    <a:pt x="1519602" y="260321"/>
                  </a:lnTo>
                  <a:lnTo>
                    <a:pt x="1461663" y="222298"/>
                  </a:lnTo>
                  <a:lnTo>
                    <a:pt x="1398837" y="188288"/>
                  </a:lnTo>
                  <a:lnTo>
                    <a:pt x="1330474" y="157794"/>
                  </a:lnTo>
                  <a:lnTo>
                    <a:pt x="1256203" y="130413"/>
                  </a:lnTo>
                  <a:lnTo>
                    <a:pt x="1176107" y="105855"/>
                  </a:lnTo>
                  <a:lnTo>
                    <a:pt x="1090916" y="83942"/>
                  </a:lnTo>
                  <a:lnTo>
                    <a:pt x="1002200" y="64602"/>
                  </a:lnTo>
                  <a:lnTo>
                    <a:pt x="912500" y="47848"/>
                  </a:lnTo>
                  <a:lnTo>
                    <a:pt x="825279" y="33742"/>
                  </a:lnTo>
                  <a:lnTo>
                    <a:pt x="744621" y="22332"/>
                  </a:lnTo>
                  <a:lnTo>
                    <a:pt x="674628" y="13596"/>
                  </a:lnTo>
                  <a:lnTo>
                    <a:pt x="618625" y="7380"/>
                  </a:lnTo>
                  <a:lnTo>
                    <a:pt x="578378" y="3385"/>
                  </a:lnTo>
                  <a:lnTo>
                    <a:pt x="553603" y="1174"/>
                  </a:lnTo>
                  <a:lnTo>
                    <a:pt x="541863" y="228"/>
                  </a:lnTo>
                  <a:lnTo>
                    <a:pt x="538813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" name="pg122"/>
            <p:cNvSpPr/>
            <p:nvPr/>
          </p:nvSpPr>
          <p:spPr>
            <a:xfrm>
              <a:off x="546595" y="538120"/>
              <a:ext cx="8234974" cy="2079812"/>
            </a:xfrm>
            <a:custGeom>
              <a:avLst/>
              <a:pathLst>
                <a:path w="8234974" h="2079812">
                  <a:moveTo>
                    <a:pt x="0" y="958238"/>
                  </a:moveTo>
                  <a:lnTo>
                    <a:pt x="538736" y="958238"/>
                  </a:lnTo>
                  <a:lnTo>
                    <a:pt x="540016" y="958274"/>
                  </a:lnTo>
                  <a:lnTo>
                    <a:pt x="548365" y="958536"/>
                  </a:lnTo>
                  <a:lnTo>
                    <a:pt x="569192" y="959261"/>
                  </a:lnTo>
                  <a:lnTo>
                    <a:pt x="605867" y="960684"/>
                  </a:lnTo>
                  <a:lnTo>
                    <a:pt x="659397" y="963009"/>
                  </a:lnTo>
                  <a:lnTo>
                    <a:pt x="728407" y="966387"/>
                  </a:lnTo>
                  <a:lnTo>
                    <a:pt x="809595" y="970899"/>
                  </a:lnTo>
                  <a:lnTo>
                    <a:pt x="898581" y="976565"/>
                  </a:lnTo>
                  <a:lnTo>
                    <a:pt x="990850" y="983369"/>
                  </a:lnTo>
                  <a:lnTo>
                    <a:pt x="1082493" y="991281"/>
                  </a:lnTo>
                  <a:lnTo>
                    <a:pt x="1170615" y="1000294"/>
                  </a:lnTo>
                  <a:lnTo>
                    <a:pt x="1253416" y="1010435"/>
                  </a:lnTo>
                  <a:lnTo>
                    <a:pt x="1330052" y="1021781"/>
                  </a:lnTo>
                  <a:lnTo>
                    <a:pt x="1400422" y="1034457"/>
                  </a:lnTo>
                  <a:lnTo>
                    <a:pt x="1464931" y="1048642"/>
                  </a:lnTo>
                  <a:lnTo>
                    <a:pt x="1524298" y="1064558"/>
                  </a:lnTo>
                  <a:lnTo>
                    <a:pt x="1579413" y="1082455"/>
                  </a:lnTo>
                  <a:lnTo>
                    <a:pt x="1631224" y="1102594"/>
                  </a:lnTo>
                  <a:lnTo>
                    <a:pt x="1680655" y="1125199"/>
                  </a:lnTo>
                  <a:lnTo>
                    <a:pt x="1719082" y="1145167"/>
                  </a:lnTo>
                  <a:lnTo>
                    <a:pt x="1765909" y="1172268"/>
                  </a:lnTo>
                  <a:lnTo>
                    <a:pt x="1812278" y="1201991"/>
                  </a:lnTo>
                  <a:lnTo>
                    <a:pt x="1858631" y="1234380"/>
                  </a:lnTo>
                  <a:lnTo>
                    <a:pt x="1905275" y="1269397"/>
                  </a:lnTo>
                  <a:lnTo>
                    <a:pt x="1952406" y="1306915"/>
                  </a:lnTo>
                  <a:lnTo>
                    <a:pt x="2000114" y="1346713"/>
                  </a:lnTo>
                  <a:lnTo>
                    <a:pt x="2048403" y="1388474"/>
                  </a:lnTo>
                  <a:lnTo>
                    <a:pt x="2097197" y="1431791"/>
                  </a:lnTo>
                  <a:lnTo>
                    <a:pt x="2146361" y="1476182"/>
                  </a:lnTo>
                  <a:lnTo>
                    <a:pt x="2195715" y="1521110"/>
                  </a:lnTo>
                  <a:lnTo>
                    <a:pt x="2245060" y="1566012"/>
                  </a:lnTo>
                  <a:lnTo>
                    <a:pt x="2294197" y="1610325"/>
                  </a:lnTo>
                  <a:lnTo>
                    <a:pt x="2342949" y="1653517"/>
                  </a:lnTo>
                  <a:lnTo>
                    <a:pt x="2391186" y="1695112"/>
                  </a:lnTo>
                  <a:lnTo>
                    <a:pt x="2438840" y="1734711"/>
                  </a:lnTo>
                  <a:lnTo>
                    <a:pt x="2485920" y="1772005"/>
                  </a:lnTo>
                  <a:lnTo>
                    <a:pt x="2532528" y="1806782"/>
                  </a:lnTo>
                  <a:lnTo>
                    <a:pt x="2578867" y="1838924"/>
                  </a:lnTo>
                  <a:lnTo>
                    <a:pt x="2625258" y="1868401"/>
                  </a:lnTo>
                  <a:lnTo>
                    <a:pt x="2667772" y="1892883"/>
                  </a:lnTo>
                  <a:lnTo>
                    <a:pt x="2715888" y="1917553"/>
                  </a:lnTo>
                  <a:lnTo>
                    <a:pt x="2765724" y="1939654"/>
                  </a:lnTo>
                  <a:lnTo>
                    <a:pt x="2818117" y="1959327"/>
                  </a:lnTo>
                  <a:lnTo>
                    <a:pt x="2874003" y="1976809"/>
                  </a:lnTo>
                  <a:lnTo>
                    <a:pt x="2934326" y="1992360"/>
                  </a:lnTo>
                  <a:lnTo>
                    <a:pt x="2999951" y="2006229"/>
                  </a:lnTo>
                  <a:lnTo>
                    <a:pt x="3071549" y="2018628"/>
                  </a:lnTo>
                  <a:lnTo>
                    <a:pt x="3149441" y="2029725"/>
                  </a:lnTo>
                  <a:lnTo>
                    <a:pt x="3233395" y="2039637"/>
                  </a:lnTo>
                  <a:lnTo>
                    <a:pt x="3322396" y="2048430"/>
                  </a:lnTo>
                  <a:lnTo>
                    <a:pt x="3414430" y="2056123"/>
                  </a:lnTo>
                  <a:lnTo>
                    <a:pt x="3506384" y="2062703"/>
                  </a:lnTo>
                  <a:lnTo>
                    <a:pt x="3594186" y="2068140"/>
                  </a:lnTo>
                  <a:lnTo>
                    <a:pt x="3673279" y="2072423"/>
                  </a:lnTo>
                  <a:lnTo>
                    <a:pt x="3739421" y="2075583"/>
                  </a:lnTo>
                  <a:lnTo>
                    <a:pt x="3789634" y="2077715"/>
                  </a:lnTo>
                  <a:lnTo>
                    <a:pt x="3822995" y="2078980"/>
                  </a:lnTo>
                  <a:lnTo>
                    <a:pt x="3841000" y="2079594"/>
                  </a:lnTo>
                  <a:lnTo>
                    <a:pt x="3847453" y="2079793"/>
                  </a:lnTo>
                  <a:lnTo>
                    <a:pt x="3848118" y="2079812"/>
                  </a:lnTo>
                  <a:lnTo>
                    <a:pt x="4386855" y="2079812"/>
                  </a:lnTo>
                  <a:lnTo>
                    <a:pt x="4388081" y="2079747"/>
                  </a:lnTo>
                  <a:lnTo>
                    <a:pt x="4396094" y="2079282"/>
                  </a:lnTo>
                  <a:lnTo>
                    <a:pt x="4416110" y="2077999"/>
                  </a:lnTo>
                  <a:lnTo>
                    <a:pt x="4451435" y="2075479"/>
                  </a:lnTo>
                  <a:lnTo>
                    <a:pt x="4503151" y="2071356"/>
                  </a:lnTo>
                  <a:lnTo>
                    <a:pt x="4570078" y="2065356"/>
                  </a:lnTo>
                  <a:lnTo>
                    <a:pt x="4649170" y="2057325"/>
                  </a:lnTo>
                  <a:lnTo>
                    <a:pt x="4736285" y="2047219"/>
                  </a:lnTo>
                  <a:lnTo>
                    <a:pt x="4827070" y="2035064"/>
                  </a:lnTo>
                  <a:lnTo>
                    <a:pt x="4917683" y="2020911"/>
                  </a:lnTo>
                  <a:lnTo>
                    <a:pt x="5005209" y="2004781"/>
                  </a:lnTo>
                  <a:lnTo>
                    <a:pt x="5087769" y="1986638"/>
                  </a:lnTo>
                  <a:lnTo>
                    <a:pt x="5164422" y="1966361"/>
                  </a:lnTo>
                  <a:lnTo>
                    <a:pt x="5234959" y="1943741"/>
                  </a:lnTo>
                  <a:lnTo>
                    <a:pt x="5299691" y="1918481"/>
                  </a:lnTo>
                  <a:lnTo>
                    <a:pt x="5359259" y="1890203"/>
                  </a:lnTo>
                  <a:lnTo>
                    <a:pt x="5414490" y="1858470"/>
                  </a:lnTo>
                  <a:lnTo>
                    <a:pt x="5466287" y="1822819"/>
                  </a:lnTo>
                  <a:lnTo>
                    <a:pt x="5515547" y="1782828"/>
                  </a:lnTo>
                  <a:lnTo>
                    <a:pt x="5563084" y="1738225"/>
                  </a:lnTo>
                  <a:lnTo>
                    <a:pt x="5567201" y="1734084"/>
                  </a:lnTo>
                  <a:lnTo>
                    <a:pt x="5606985" y="1691851"/>
                  </a:lnTo>
                  <a:lnTo>
                    <a:pt x="5646384" y="1646140"/>
                  </a:lnTo>
                  <a:lnTo>
                    <a:pt x="5685688" y="1596884"/>
                  </a:lnTo>
                  <a:lnTo>
                    <a:pt x="5725115" y="1544088"/>
                  </a:lnTo>
                  <a:lnTo>
                    <a:pt x="5764818" y="1487839"/>
                  </a:lnTo>
                  <a:lnTo>
                    <a:pt x="5804896" y="1428314"/>
                  </a:lnTo>
                  <a:lnTo>
                    <a:pt x="5845394" y="1365783"/>
                  </a:lnTo>
                  <a:lnTo>
                    <a:pt x="5886313" y="1300606"/>
                  </a:lnTo>
                  <a:lnTo>
                    <a:pt x="5927612" y="1233230"/>
                  </a:lnTo>
                  <a:lnTo>
                    <a:pt x="5969218" y="1164181"/>
                  </a:lnTo>
                  <a:lnTo>
                    <a:pt x="6011031" y="1094040"/>
                  </a:lnTo>
                  <a:lnTo>
                    <a:pt x="6052934" y="1023432"/>
                  </a:lnTo>
                  <a:lnTo>
                    <a:pt x="6094804" y="952999"/>
                  </a:lnTo>
                  <a:lnTo>
                    <a:pt x="6136518" y="883375"/>
                  </a:lnTo>
                  <a:lnTo>
                    <a:pt x="6177968" y="815167"/>
                  </a:lnTo>
                  <a:lnTo>
                    <a:pt x="6219068" y="748926"/>
                  </a:lnTo>
                  <a:lnTo>
                    <a:pt x="6259761" y="685136"/>
                  </a:lnTo>
                  <a:lnTo>
                    <a:pt x="6300028" y="624200"/>
                  </a:lnTo>
                  <a:lnTo>
                    <a:pt x="6339893" y="566428"/>
                  </a:lnTo>
                  <a:lnTo>
                    <a:pt x="6379430" y="512039"/>
                  </a:lnTo>
                  <a:lnTo>
                    <a:pt x="6418767" y="461161"/>
                  </a:lnTo>
                  <a:lnTo>
                    <a:pt x="6458092" y="413836"/>
                  </a:lnTo>
                  <a:lnTo>
                    <a:pt x="6497659" y="370028"/>
                  </a:lnTo>
                  <a:lnTo>
                    <a:pt x="6515891" y="351172"/>
                  </a:lnTo>
                  <a:lnTo>
                    <a:pt x="6563310" y="306161"/>
                  </a:lnTo>
                  <a:lnTo>
                    <a:pt x="6612388" y="265772"/>
                  </a:lnTo>
                  <a:lnTo>
                    <a:pt x="6663926" y="229755"/>
                  </a:lnTo>
                  <a:lnTo>
                    <a:pt x="6718819" y="197696"/>
                  </a:lnTo>
                  <a:lnTo>
                    <a:pt x="6777971" y="169133"/>
                  </a:lnTo>
                  <a:lnTo>
                    <a:pt x="6842220" y="143623"/>
                  </a:lnTo>
                  <a:lnTo>
                    <a:pt x="6912229" y="120784"/>
                  </a:lnTo>
                  <a:lnTo>
                    <a:pt x="6988343" y="100311"/>
                  </a:lnTo>
                  <a:lnTo>
                    <a:pt x="7070410" y="81987"/>
                  </a:lnTo>
                  <a:lnTo>
                    <a:pt x="7157560" y="65683"/>
                  </a:lnTo>
                  <a:lnTo>
                    <a:pt x="7248003" y="51356"/>
                  </a:lnTo>
                  <a:lnTo>
                    <a:pt x="7338915" y="39024"/>
                  </a:lnTo>
                  <a:lnTo>
                    <a:pt x="7426524" y="28736"/>
                  </a:lnTo>
                  <a:lnTo>
                    <a:pt x="7506496" y="20523"/>
                  </a:lnTo>
                  <a:lnTo>
                    <a:pt x="7574637" y="14349"/>
                  </a:lnTo>
                  <a:lnTo>
                    <a:pt x="7627768" y="10070"/>
                  </a:lnTo>
                  <a:lnTo>
                    <a:pt x="7664524" y="7423"/>
                  </a:lnTo>
                  <a:lnTo>
                    <a:pt x="7685783" y="6047"/>
                  </a:lnTo>
                  <a:lnTo>
                    <a:pt x="7694667" y="552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1" y="64"/>
                  </a:lnTo>
                  <a:lnTo>
                    <a:pt x="7686999" y="529"/>
                  </a:lnTo>
                  <a:lnTo>
                    <a:pt x="7666982" y="1812"/>
                  </a:lnTo>
                  <a:lnTo>
                    <a:pt x="7631658" y="4332"/>
                  </a:lnTo>
                  <a:lnTo>
                    <a:pt x="7579941" y="8455"/>
                  </a:lnTo>
                  <a:lnTo>
                    <a:pt x="7513014" y="14455"/>
                  </a:lnTo>
                  <a:lnTo>
                    <a:pt x="7433922" y="22486"/>
                  </a:lnTo>
                  <a:lnTo>
                    <a:pt x="7346807" y="32592"/>
                  </a:lnTo>
                  <a:lnTo>
                    <a:pt x="7256022" y="44747"/>
                  </a:lnTo>
                  <a:lnTo>
                    <a:pt x="7165409" y="58900"/>
                  </a:lnTo>
                  <a:lnTo>
                    <a:pt x="7077884" y="75030"/>
                  </a:lnTo>
                  <a:lnTo>
                    <a:pt x="6995323" y="93173"/>
                  </a:lnTo>
                  <a:lnTo>
                    <a:pt x="6918671" y="113450"/>
                  </a:lnTo>
                  <a:lnTo>
                    <a:pt x="6848134" y="136070"/>
                  </a:lnTo>
                  <a:lnTo>
                    <a:pt x="6783402" y="161330"/>
                  </a:lnTo>
                  <a:lnTo>
                    <a:pt x="6723833" y="189608"/>
                  </a:lnTo>
                  <a:lnTo>
                    <a:pt x="6668602" y="221341"/>
                  </a:lnTo>
                  <a:lnTo>
                    <a:pt x="6616806" y="256992"/>
                  </a:lnTo>
                  <a:lnTo>
                    <a:pt x="6567545" y="296984"/>
                  </a:lnTo>
                  <a:lnTo>
                    <a:pt x="6520009" y="341586"/>
                  </a:lnTo>
                  <a:lnTo>
                    <a:pt x="6515891" y="345727"/>
                  </a:lnTo>
                  <a:lnTo>
                    <a:pt x="6476108" y="387960"/>
                  </a:lnTo>
                  <a:lnTo>
                    <a:pt x="6436708" y="433671"/>
                  </a:lnTo>
                  <a:lnTo>
                    <a:pt x="6397404" y="482927"/>
                  </a:lnTo>
                  <a:lnTo>
                    <a:pt x="6357977" y="535723"/>
                  </a:lnTo>
                  <a:lnTo>
                    <a:pt x="6318274" y="591972"/>
                  </a:lnTo>
                  <a:lnTo>
                    <a:pt x="6278197" y="651497"/>
                  </a:lnTo>
                  <a:lnTo>
                    <a:pt x="6237699" y="714028"/>
                  </a:lnTo>
                  <a:lnTo>
                    <a:pt x="6196780" y="779205"/>
                  </a:lnTo>
                  <a:lnTo>
                    <a:pt x="6155480" y="846581"/>
                  </a:lnTo>
                  <a:lnTo>
                    <a:pt x="6113874" y="915630"/>
                  </a:lnTo>
                  <a:lnTo>
                    <a:pt x="6072061" y="985771"/>
                  </a:lnTo>
                  <a:lnTo>
                    <a:pt x="6030158" y="1056379"/>
                  </a:lnTo>
                  <a:lnTo>
                    <a:pt x="5988289" y="1126812"/>
                  </a:lnTo>
                  <a:lnTo>
                    <a:pt x="5946575" y="1196436"/>
                  </a:lnTo>
                  <a:lnTo>
                    <a:pt x="5905124" y="1264644"/>
                  </a:lnTo>
                  <a:lnTo>
                    <a:pt x="5864024" y="1330885"/>
                  </a:lnTo>
                  <a:lnTo>
                    <a:pt x="5823331" y="1394675"/>
                  </a:lnTo>
                  <a:lnTo>
                    <a:pt x="5783065" y="1455611"/>
                  </a:lnTo>
                  <a:lnTo>
                    <a:pt x="5743200" y="1513383"/>
                  </a:lnTo>
                  <a:lnTo>
                    <a:pt x="5703662" y="1567772"/>
                  </a:lnTo>
                  <a:lnTo>
                    <a:pt x="5664325" y="1618650"/>
                  </a:lnTo>
                  <a:lnTo>
                    <a:pt x="5625001" y="1665975"/>
                  </a:lnTo>
                  <a:lnTo>
                    <a:pt x="5585433" y="1709783"/>
                  </a:lnTo>
                  <a:lnTo>
                    <a:pt x="5567201" y="1728639"/>
                  </a:lnTo>
                  <a:lnTo>
                    <a:pt x="5519783" y="1773650"/>
                  </a:lnTo>
                  <a:lnTo>
                    <a:pt x="5470704" y="1814039"/>
                  </a:lnTo>
                  <a:lnTo>
                    <a:pt x="5419166" y="1850056"/>
                  </a:lnTo>
                  <a:lnTo>
                    <a:pt x="5364274" y="1882115"/>
                  </a:lnTo>
                  <a:lnTo>
                    <a:pt x="5305121" y="1910679"/>
                  </a:lnTo>
                  <a:lnTo>
                    <a:pt x="5240872" y="1936188"/>
                  </a:lnTo>
                  <a:lnTo>
                    <a:pt x="5170863" y="1959027"/>
                  </a:lnTo>
                  <a:lnTo>
                    <a:pt x="5094749" y="1979500"/>
                  </a:lnTo>
                  <a:lnTo>
                    <a:pt x="5012682" y="1997824"/>
                  </a:lnTo>
                  <a:lnTo>
                    <a:pt x="4925533" y="2014128"/>
                  </a:lnTo>
                  <a:lnTo>
                    <a:pt x="4835089" y="2028455"/>
                  </a:lnTo>
                  <a:lnTo>
                    <a:pt x="4744177" y="2040787"/>
                  </a:lnTo>
                  <a:lnTo>
                    <a:pt x="4656568" y="2051076"/>
                  </a:lnTo>
                  <a:lnTo>
                    <a:pt x="4576596" y="2059288"/>
                  </a:lnTo>
                  <a:lnTo>
                    <a:pt x="4508456" y="2065462"/>
                  </a:lnTo>
                  <a:lnTo>
                    <a:pt x="4455324" y="2069742"/>
                  </a:lnTo>
                  <a:lnTo>
                    <a:pt x="4418569" y="2072388"/>
                  </a:lnTo>
                  <a:lnTo>
                    <a:pt x="4397309" y="2073764"/>
                  </a:lnTo>
                  <a:lnTo>
                    <a:pt x="4388426" y="2074283"/>
                  </a:lnTo>
                  <a:lnTo>
                    <a:pt x="4386855" y="2074367"/>
                  </a:lnTo>
                  <a:lnTo>
                    <a:pt x="3848118" y="2074367"/>
                  </a:lnTo>
                  <a:lnTo>
                    <a:pt x="3846839" y="2074330"/>
                  </a:lnTo>
                  <a:lnTo>
                    <a:pt x="3838489" y="2074068"/>
                  </a:lnTo>
                  <a:lnTo>
                    <a:pt x="3817662" y="2073343"/>
                  </a:lnTo>
                  <a:lnTo>
                    <a:pt x="3780988" y="2071921"/>
                  </a:lnTo>
                  <a:lnTo>
                    <a:pt x="3727458" y="2069596"/>
                  </a:lnTo>
                  <a:lnTo>
                    <a:pt x="3658448" y="2066218"/>
                  </a:lnTo>
                  <a:lnTo>
                    <a:pt x="3577259" y="2061706"/>
                  </a:lnTo>
                  <a:lnTo>
                    <a:pt x="3488273" y="2056039"/>
                  </a:lnTo>
                  <a:lnTo>
                    <a:pt x="3396005" y="2049236"/>
                  </a:lnTo>
                  <a:lnTo>
                    <a:pt x="3304362" y="2041323"/>
                  </a:lnTo>
                  <a:lnTo>
                    <a:pt x="3216239" y="2032310"/>
                  </a:lnTo>
                  <a:lnTo>
                    <a:pt x="3133439" y="2022169"/>
                  </a:lnTo>
                  <a:lnTo>
                    <a:pt x="3056802" y="2010824"/>
                  </a:lnTo>
                  <a:lnTo>
                    <a:pt x="2986432" y="1998147"/>
                  </a:lnTo>
                  <a:lnTo>
                    <a:pt x="2921924" y="1983962"/>
                  </a:lnTo>
                  <a:lnTo>
                    <a:pt x="2862557" y="1968047"/>
                  </a:lnTo>
                  <a:lnTo>
                    <a:pt x="2807442" y="1950150"/>
                  </a:lnTo>
                  <a:lnTo>
                    <a:pt x="2755630" y="1930011"/>
                  </a:lnTo>
                  <a:lnTo>
                    <a:pt x="2706199" y="1907406"/>
                  </a:lnTo>
                  <a:lnTo>
                    <a:pt x="2667772" y="1887438"/>
                  </a:lnTo>
                  <a:lnTo>
                    <a:pt x="2620946" y="1860337"/>
                  </a:lnTo>
                  <a:lnTo>
                    <a:pt x="2574576" y="1830613"/>
                  </a:lnTo>
                  <a:lnTo>
                    <a:pt x="2528224" y="1798225"/>
                  </a:lnTo>
                  <a:lnTo>
                    <a:pt x="2481579" y="1763208"/>
                  </a:lnTo>
                  <a:lnTo>
                    <a:pt x="2434449" y="1725690"/>
                  </a:lnTo>
                  <a:lnTo>
                    <a:pt x="2386740" y="1685891"/>
                  </a:lnTo>
                  <a:lnTo>
                    <a:pt x="2338452" y="1644130"/>
                  </a:lnTo>
                  <a:lnTo>
                    <a:pt x="2289657" y="1600813"/>
                  </a:lnTo>
                  <a:lnTo>
                    <a:pt x="2240494" y="1556423"/>
                  </a:lnTo>
                  <a:lnTo>
                    <a:pt x="2191139" y="1511495"/>
                  </a:lnTo>
                  <a:lnTo>
                    <a:pt x="2141794" y="1466593"/>
                  </a:lnTo>
                  <a:lnTo>
                    <a:pt x="2092658" y="1422280"/>
                  </a:lnTo>
                  <a:lnTo>
                    <a:pt x="2043905" y="1379088"/>
                  </a:lnTo>
                  <a:lnTo>
                    <a:pt x="1995668" y="1337493"/>
                  </a:lnTo>
                  <a:lnTo>
                    <a:pt x="1948015" y="1297894"/>
                  </a:lnTo>
                  <a:lnTo>
                    <a:pt x="1900935" y="1260599"/>
                  </a:lnTo>
                  <a:lnTo>
                    <a:pt x="1854327" y="1225822"/>
                  </a:lnTo>
                  <a:lnTo>
                    <a:pt x="1807988" y="1193681"/>
                  </a:lnTo>
                  <a:lnTo>
                    <a:pt x="1761597" y="1164203"/>
                  </a:lnTo>
                  <a:lnTo>
                    <a:pt x="1719082" y="1139722"/>
                  </a:lnTo>
                  <a:lnTo>
                    <a:pt x="1670966" y="1115051"/>
                  </a:lnTo>
                  <a:lnTo>
                    <a:pt x="1621131" y="1092951"/>
                  </a:lnTo>
                  <a:lnTo>
                    <a:pt x="1568738" y="1073278"/>
                  </a:lnTo>
                  <a:lnTo>
                    <a:pt x="1512852" y="1055796"/>
                  </a:lnTo>
                  <a:lnTo>
                    <a:pt x="1452528" y="1040245"/>
                  </a:lnTo>
                  <a:lnTo>
                    <a:pt x="1386903" y="1026376"/>
                  </a:lnTo>
                  <a:lnTo>
                    <a:pt x="1315305" y="1013977"/>
                  </a:lnTo>
                  <a:lnTo>
                    <a:pt x="1237414" y="1002880"/>
                  </a:lnTo>
                  <a:lnTo>
                    <a:pt x="1153459" y="992968"/>
                  </a:lnTo>
                  <a:lnTo>
                    <a:pt x="1064458" y="984175"/>
                  </a:lnTo>
                  <a:lnTo>
                    <a:pt x="972425" y="976481"/>
                  </a:lnTo>
                  <a:lnTo>
                    <a:pt x="880471" y="969902"/>
                  </a:lnTo>
                  <a:lnTo>
                    <a:pt x="792668" y="964464"/>
                  </a:lnTo>
                  <a:lnTo>
                    <a:pt x="713575" y="960181"/>
                  </a:lnTo>
                  <a:lnTo>
                    <a:pt x="647434" y="957022"/>
                  </a:lnTo>
                  <a:lnTo>
                    <a:pt x="597221" y="954890"/>
                  </a:lnTo>
                  <a:lnTo>
                    <a:pt x="563859" y="953624"/>
                  </a:lnTo>
                  <a:lnTo>
                    <a:pt x="545854" y="953010"/>
                  </a:lnTo>
                  <a:lnTo>
                    <a:pt x="539402" y="952812"/>
                  </a:lnTo>
                  <a:lnTo>
                    <a:pt x="538736" y="952793"/>
                  </a:lnTo>
                  <a:lnTo>
                    <a:pt x="0" y="95279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546595" y="543564"/>
              <a:ext cx="8234974" cy="2074367"/>
            </a:xfrm>
            <a:custGeom>
              <a:avLst/>
              <a:pathLst>
                <a:path w="8234974" h="2074367">
                  <a:moveTo>
                    <a:pt x="0" y="952793"/>
                  </a:moveTo>
                  <a:lnTo>
                    <a:pt x="538736" y="952793"/>
                  </a:lnTo>
                  <a:lnTo>
                    <a:pt x="540016" y="952830"/>
                  </a:lnTo>
                  <a:lnTo>
                    <a:pt x="548365" y="953092"/>
                  </a:lnTo>
                  <a:lnTo>
                    <a:pt x="569192" y="953817"/>
                  </a:lnTo>
                  <a:lnTo>
                    <a:pt x="605867" y="955239"/>
                  </a:lnTo>
                  <a:lnTo>
                    <a:pt x="659397" y="957564"/>
                  </a:lnTo>
                  <a:lnTo>
                    <a:pt x="728407" y="960942"/>
                  </a:lnTo>
                  <a:lnTo>
                    <a:pt x="809595" y="965454"/>
                  </a:lnTo>
                  <a:lnTo>
                    <a:pt x="898581" y="971121"/>
                  </a:lnTo>
                  <a:lnTo>
                    <a:pt x="990850" y="977924"/>
                  </a:lnTo>
                  <a:lnTo>
                    <a:pt x="1082493" y="985837"/>
                  </a:lnTo>
                  <a:lnTo>
                    <a:pt x="1170615" y="994850"/>
                  </a:lnTo>
                  <a:lnTo>
                    <a:pt x="1253416" y="1004991"/>
                  </a:lnTo>
                  <a:lnTo>
                    <a:pt x="1330052" y="1016336"/>
                  </a:lnTo>
                  <a:lnTo>
                    <a:pt x="1400422" y="1029013"/>
                  </a:lnTo>
                  <a:lnTo>
                    <a:pt x="1464931" y="1043198"/>
                  </a:lnTo>
                  <a:lnTo>
                    <a:pt x="1524298" y="1059113"/>
                  </a:lnTo>
                  <a:lnTo>
                    <a:pt x="1579413" y="1077010"/>
                  </a:lnTo>
                  <a:lnTo>
                    <a:pt x="1631224" y="1097149"/>
                  </a:lnTo>
                  <a:lnTo>
                    <a:pt x="1680655" y="1119754"/>
                  </a:lnTo>
                  <a:lnTo>
                    <a:pt x="1719082" y="1139722"/>
                  </a:lnTo>
                  <a:lnTo>
                    <a:pt x="1765909" y="1166823"/>
                  </a:lnTo>
                  <a:lnTo>
                    <a:pt x="1812278" y="1196547"/>
                  </a:lnTo>
                  <a:lnTo>
                    <a:pt x="1858631" y="1228935"/>
                  </a:lnTo>
                  <a:lnTo>
                    <a:pt x="1905275" y="1263952"/>
                  </a:lnTo>
                  <a:lnTo>
                    <a:pt x="1952406" y="1301470"/>
                  </a:lnTo>
                  <a:lnTo>
                    <a:pt x="2000114" y="1341269"/>
                  </a:lnTo>
                  <a:lnTo>
                    <a:pt x="2048403" y="1383030"/>
                  </a:lnTo>
                  <a:lnTo>
                    <a:pt x="2097197" y="1426347"/>
                  </a:lnTo>
                  <a:lnTo>
                    <a:pt x="2146361" y="1470737"/>
                  </a:lnTo>
                  <a:lnTo>
                    <a:pt x="2195715" y="1515665"/>
                  </a:lnTo>
                  <a:lnTo>
                    <a:pt x="2245060" y="1560567"/>
                  </a:lnTo>
                  <a:lnTo>
                    <a:pt x="2294197" y="1604880"/>
                  </a:lnTo>
                  <a:lnTo>
                    <a:pt x="2342949" y="1648072"/>
                  </a:lnTo>
                  <a:lnTo>
                    <a:pt x="2391186" y="1689667"/>
                  </a:lnTo>
                  <a:lnTo>
                    <a:pt x="2438840" y="1729266"/>
                  </a:lnTo>
                  <a:lnTo>
                    <a:pt x="2485920" y="1766561"/>
                  </a:lnTo>
                  <a:lnTo>
                    <a:pt x="2532528" y="1801338"/>
                  </a:lnTo>
                  <a:lnTo>
                    <a:pt x="2578867" y="1833479"/>
                  </a:lnTo>
                  <a:lnTo>
                    <a:pt x="2625258" y="1862957"/>
                  </a:lnTo>
                  <a:lnTo>
                    <a:pt x="2667772" y="1887438"/>
                  </a:lnTo>
                  <a:lnTo>
                    <a:pt x="2715888" y="1912109"/>
                  </a:lnTo>
                  <a:lnTo>
                    <a:pt x="2765724" y="1934209"/>
                  </a:lnTo>
                  <a:lnTo>
                    <a:pt x="2818117" y="1953882"/>
                  </a:lnTo>
                  <a:lnTo>
                    <a:pt x="2874003" y="1971364"/>
                  </a:lnTo>
                  <a:lnTo>
                    <a:pt x="2934326" y="1986915"/>
                  </a:lnTo>
                  <a:lnTo>
                    <a:pt x="2999951" y="2000784"/>
                  </a:lnTo>
                  <a:lnTo>
                    <a:pt x="3071549" y="2013183"/>
                  </a:lnTo>
                  <a:lnTo>
                    <a:pt x="3149441" y="2024280"/>
                  </a:lnTo>
                  <a:lnTo>
                    <a:pt x="3233395" y="2034192"/>
                  </a:lnTo>
                  <a:lnTo>
                    <a:pt x="3322396" y="2042985"/>
                  </a:lnTo>
                  <a:lnTo>
                    <a:pt x="3414430" y="2050679"/>
                  </a:lnTo>
                  <a:lnTo>
                    <a:pt x="3506384" y="2057258"/>
                  </a:lnTo>
                  <a:lnTo>
                    <a:pt x="3594186" y="2062696"/>
                  </a:lnTo>
                  <a:lnTo>
                    <a:pt x="3673279" y="2066979"/>
                  </a:lnTo>
                  <a:lnTo>
                    <a:pt x="3739421" y="2070139"/>
                  </a:lnTo>
                  <a:lnTo>
                    <a:pt x="3789634" y="2072270"/>
                  </a:lnTo>
                  <a:lnTo>
                    <a:pt x="3822995" y="2073536"/>
                  </a:lnTo>
                  <a:lnTo>
                    <a:pt x="3841000" y="2074150"/>
                  </a:lnTo>
                  <a:lnTo>
                    <a:pt x="3847453" y="2074348"/>
                  </a:lnTo>
                  <a:lnTo>
                    <a:pt x="3848118" y="2074367"/>
                  </a:lnTo>
                  <a:lnTo>
                    <a:pt x="4386855" y="2074367"/>
                  </a:lnTo>
                  <a:lnTo>
                    <a:pt x="4388081" y="2074302"/>
                  </a:lnTo>
                  <a:lnTo>
                    <a:pt x="4396094" y="2073838"/>
                  </a:lnTo>
                  <a:lnTo>
                    <a:pt x="4416110" y="2072554"/>
                  </a:lnTo>
                  <a:lnTo>
                    <a:pt x="4451435" y="2070035"/>
                  </a:lnTo>
                  <a:lnTo>
                    <a:pt x="4503151" y="2065911"/>
                  </a:lnTo>
                  <a:lnTo>
                    <a:pt x="4570078" y="2059911"/>
                  </a:lnTo>
                  <a:lnTo>
                    <a:pt x="4649170" y="2051880"/>
                  </a:lnTo>
                  <a:lnTo>
                    <a:pt x="4736285" y="2041774"/>
                  </a:lnTo>
                  <a:lnTo>
                    <a:pt x="4827070" y="2029620"/>
                  </a:lnTo>
                  <a:lnTo>
                    <a:pt x="4917683" y="2015466"/>
                  </a:lnTo>
                  <a:lnTo>
                    <a:pt x="5005209" y="1999337"/>
                  </a:lnTo>
                  <a:lnTo>
                    <a:pt x="5087769" y="1981194"/>
                  </a:lnTo>
                  <a:lnTo>
                    <a:pt x="5164422" y="1960917"/>
                  </a:lnTo>
                  <a:lnTo>
                    <a:pt x="5234959" y="1938297"/>
                  </a:lnTo>
                  <a:lnTo>
                    <a:pt x="5299691" y="1913037"/>
                  </a:lnTo>
                  <a:lnTo>
                    <a:pt x="5359259" y="1884758"/>
                  </a:lnTo>
                  <a:lnTo>
                    <a:pt x="5414490" y="1853025"/>
                  </a:lnTo>
                  <a:lnTo>
                    <a:pt x="5466287" y="1817374"/>
                  </a:lnTo>
                  <a:lnTo>
                    <a:pt x="5515547" y="1777383"/>
                  </a:lnTo>
                  <a:lnTo>
                    <a:pt x="5563084" y="1732780"/>
                  </a:lnTo>
                  <a:lnTo>
                    <a:pt x="5567201" y="1728639"/>
                  </a:lnTo>
                  <a:lnTo>
                    <a:pt x="5606985" y="1686407"/>
                  </a:lnTo>
                  <a:lnTo>
                    <a:pt x="5646384" y="1640696"/>
                  </a:lnTo>
                  <a:lnTo>
                    <a:pt x="5685688" y="1591440"/>
                  </a:lnTo>
                  <a:lnTo>
                    <a:pt x="5725115" y="1538643"/>
                  </a:lnTo>
                  <a:lnTo>
                    <a:pt x="5764818" y="1482394"/>
                  </a:lnTo>
                  <a:lnTo>
                    <a:pt x="5804896" y="1422869"/>
                  </a:lnTo>
                  <a:lnTo>
                    <a:pt x="5845394" y="1360338"/>
                  </a:lnTo>
                  <a:lnTo>
                    <a:pt x="5886313" y="1295161"/>
                  </a:lnTo>
                  <a:lnTo>
                    <a:pt x="5927612" y="1227786"/>
                  </a:lnTo>
                  <a:lnTo>
                    <a:pt x="5969218" y="1158736"/>
                  </a:lnTo>
                  <a:lnTo>
                    <a:pt x="6011031" y="1088595"/>
                  </a:lnTo>
                  <a:lnTo>
                    <a:pt x="6052934" y="1017987"/>
                  </a:lnTo>
                  <a:lnTo>
                    <a:pt x="6094804" y="947554"/>
                  </a:lnTo>
                  <a:lnTo>
                    <a:pt x="6136518" y="877931"/>
                  </a:lnTo>
                  <a:lnTo>
                    <a:pt x="6177968" y="809722"/>
                  </a:lnTo>
                  <a:lnTo>
                    <a:pt x="6219068" y="743481"/>
                  </a:lnTo>
                  <a:lnTo>
                    <a:pt x="6259761" y="679692"/>
                  </a:lnTo>
                  <a:lnTo>
                    <a:pt x="6300028" y="618756"/>
                  </a:lnTo>
                  <a:lnTo>
                    <a:pt x="6339893" y="560984"/>
                  </a:lnTo>
                  <a:lnTo>
                    <a:pt x="6379430" y="506595"/>
                  </a:lnTo>
                  <a:lnTo>
                    <a:pt x="6418767" y="455717"/>
                  </a:lnTo>
                  <a:lnTo>
                    <a:pt x="6458092" y="408392"/>
                  </a:lnTo>
                  <a:lnTo>
                    <a:pt x="6497659" y="364584"/>
                  </a:lnTo>
                  <a:lnTo>
                    <a:pt x="6515891" y="345727"/>
                  </a:lnTo>
                  <a:lnTo>
                    <a:pt x="6563310" y="300716"/>
                  </a:lnTo>
                  <a:lnTo>
                    <a:pt x="6612388" y="260327"/>
                  </a:lnTo>
                  <a:lnTo>
                    <a:pt x="6663926" y="224311"/>
                  </a:lnTo>
                  <a:lnTo>
                    <a:pt x="6718819" y="192251"/>
                  </a:lnTo>
                  <a:lnTo>
                    <a:pt x="6777971" y="163688"/>
                  </a:lnTo>
                  <a:lnTo>
                    <a:pt x="6842220" y="138179"/>
                  </a:lnTo>
                  <a:lnTo>
                    <a:pt x="6912229" y="115340"/>
                  </a:lnTo>
                  <a:lnTo>
                    <a:pt x="6988343" y="94867"/>
                  </a:lnTo>
                  <a:lnTo>
                    <a:pt x="7070410" y="76542"/>
                  </a:lnTo>
                  <a:lnTo>
                    <a:pt x="7157560" y="60238"/>
                  </a:lnTo>
                  <a:lnTo>
                    <a:pt x="7248003" y="45911"/>
                  </a:lnTo>
                  <a:lnTo>
                    <a:pt x="7338915" y="33579"/>
                  </a:lnTo>
                  <a:lnTo>
                    <a:pt x="7426524" y="23291"/>
                  </a:lnTo>
                  <a:lnTo>
                    <a:pt x="7506496" y="15078"/>
                  </a:lnTo>
                  <a:lnTo>
                    <a:pt x="7574637" y="8904"/>
                  </a:lnTo>
                  <a:lnTo>
                    <a:pt x="7627768" y="4625"/>
                  </a:lnTo>
                  <a:lnTo>
                    <a:pt x="7664524" y="1978"/>
                  </a:lnTo>
                  <a:lnTo>
                    <a:pt x="7685783" y="602"/>
                  </a:lnTo>
                  <a:lnTo>
                    <a:pt x="7694667" y="83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546595" y="538120"/>
              <a:ext cx="8234974" cy="2074367"/>
            </a:xfrm>
            <a:custGeom>
              <a:avLst/>
              <a:pathLst>
                <a:path w="8234974" h="2074367">
                  <a:moveTo>
                    <a:pt x="8234974" y="0"/>
                  </a:moveTo>
                  <a:lnTo>
                    <a:pt x="7696237" y="0"/>
                  </a:lnTo>
                  <a:lnTo>
                    <a:pt x="7695011" y="64"/>
                  </a:lnTo>
                  <a:lnTo>
                    <a:pt x="7686999" y="529"/>
                  </a:lnTo>
                  <a:lnTo>
                    <a:pt x="7666982" y="1812"/>
                  </a:lnTo>
                  <a:lnTo>
                    <a:pt x="7631658" y="4332"/>
                  </a:lnTo>
                  <a:lnTo>
                    <a:pt x="7579941" y="8455"/>
                  </a:lnTo>
                  <a:lnTo>
                    <a:pt x="7513014" y="14455"/>
                  </a:lnTo>
                  <a:lnTo>
                    <a:pt x="7433922" y="22486"/>
                  </a:lnTo>
                  <a:lnTo>
                    <a:pt x="7346807" y="32592"/>
                  </a:lnTo>
                  <a:lnTo>
                    <a:pt x="7256022" y="44747"/>
                  </a:lnTo>
                  <a:lnTo>
                    <a:pt x="7165409" y="58900"/>
                  </a:lnTo>
                  <a:lnTo>
                    <a:pt x="7077884" y="75030"/>
                  </a:lnTo>
                  <a:lnTo>
                    <a:pt x="6995323" y="93173"/>
                  </a:lnTo>
                  <a:lnTo>
                    <a:pt x="6918671" y="113450"/>
                  </a:lnTo>
                  <a:lnTo>
                    <a:pt x="6848134" y="136070"/>
                  </a:lnTo>
                  <a:lnTo>
                    <a:pt x="6783402" y="161330"/>
                  </a:lnTo>
                  <a:lnTo>
                    <a:pt x="6723833" y="189608"/>
                  </a:lnTo>
                  <a:lnTo>
                    <a:pt x="6668602" y="221341"/>
                  </a:lnTo>
                  <a:lnTo>
                    <a:pt x="6616806" y="256992"/>
                  </a:lnTo>
                  <a:lnTo>
                    <a:pt x="6567545" y="296984"/>
                  </a:lnTo>
                  <a:lnTo>
                    <a:pt x="6520009" y="341586"/>
                  </a:lnTo>
                  <a:lnTo>
                    <a:pt x="6515891" y="345727"/>
                  </a:lnTo>
                  <a:lnTo>
                    <a:pt x="6476108" y="387960"/>
                  </a:lnTo>
                  <a:lnTo>
                    <a:pt x="6436708" y="433671"/>
                  </a:lnTo>
                  <a:lnTo>
                    <a:pt x="6397404" y="482927"/>
                  </a:lnTo>
                  <a:lnTo>
                    <a:pt x="6357977" y="535723"/>
                  </a:lnTo>
                  <a:lnTo>
                    <a:pt x="6318274" y="591972"/>
                  </a:lnTo>
                  <a:lnTo>
                    <a:pt x="6278197" y="651497"/>
                  </a:lnTo>
                  <a:lnTo>
                    <a:pt x="6237699" y="714028"/>
                  </a:lnTo>
                  <a:lnTo>
                    <a:pt x="6196780" y="779205"/>
                  </a:lnTo>
                  <a:lnTo>
                    <a:pt x="6155480" y="846581"/>
                  </a:lnTo>
                  <a:lnTo>
                    <a:pt x="6113874" y="915630"/>
                  </a:lnTo>
                  <a:lnTo>
                    <a:pt x="6072061" y="985771"/>
                  </a:lnTo>
                  <a:lnTo>
                    <a:pt x="6030158" y="1056379"/>
                  </a:lnTo>
                  <a:lnTo>
                    <a:pt x="5988289" y="1126812"/>
                  </a:lnTo>
                  <a:lnTo>
                    <a:pt x="5946575" y="1196436"/>
                  </a:lnTo>
                  <a:lnTo>
                    <a:pt x="5905124" y="1264644"/>
                  </a:lnTo>
                  <a:lnTo>
                    <a:pt x="5864024" y="1330885"/>
                  </a:lnTo>
                  <a:lnTo>
                    <a:pt x="5823331" y="1394675"/>
                  </a:lnTo>
                  <a:lnTo>
                    <a:pt x="5783065" y="1455611"/>
                  </a:lnTo>
                  <a:lnTo>
                    <a:pt x="5743200" y="1513383"/>
                  </a:lnTo>
                  <a:lnTo>
                    <a:pt x="5703662" y="1567772"/>
                  </a:lnTo>
                  <a:lnTo>
                    <a:pt x="5664325" y="1618650"/>
                  </a:lnTo>
                  <a:lnTo>
                    <a:pt x="5625001" y="1665975"/>
                  </a:lnTo>
                  <a:lnTo>
                    <a:pt x="5585433" y="1709783"/>
                  </a:lnTo>
                  <a:lnTo>
                    <a:pt x="5567201" y="1728639"/>
                  </a:lnTo>
                  <a:lnTo>
                    <a:pt x="5519783" y="1773650"/>
                  </a:lnTo>
                  <a:lnTo>
                    <a:pt x="5470704" y="1814039"/>
                  </a:lnTo>
                  <a:lnTo>
                    <a:pt x="5419166" y="1850056"/>
                  </a:lnTo>
                  <a:lnTo>
                    <a:pt x="5364274" y="1882115"/>
                  </a:lnTo>
                  <a:lnTo>
                    <a:pt x="5305121" y="1910679"/>
                  </a:lnTo>
                  <a:lnTo>
                    <a:pt x="5240872" y="1936188"/>
                  </a:lnTo>
                  <a:lnTo>
                    <a:pt x="5170863" y="1959027"/>
                  </a:lnTo>
                  <a:lnTo>
                    <a:pt x="5094749" y="1979500"/>
                  </a:lnTo>
                  <a:lnTo>
                    <a:pt x="5012682" y="1997824"/>
                  </a:lnTo>
                  <a:lnTo>
                    <a:pt x="4925533" y="2014128"/>
                  </a:lnTo>
                  <a:lnTo>
                    <a:pt x="4835089" y="2028455"/>
                  </a:lnTo>
                  <a:lnTo>
                    <a:pt x="4744177" y="2040787"/>
                  </a:lnTo>
                  <a:lnTo>
                    <a:pt x="4656568" y="2051076"/>
                  </a:lnTo>
                  <a:lnTo>
                    <a:pt x="4576596" y="2059288"/>
                  </a:lnTo>
                  <a:lnTo>
                    <a:pt x="4508456" y="2065462"/>
                  </a:lnTo>
                  <a:lnTo>
                    <a:pt x="4455324" y="2069742"/>
                  </a:lnTo>
                  <a:lnTo>
                    <a:pt x="4418569" y="2072388"/>
                  </a:lnTo>
                  <a:lnTo>
                    <a:pt x="4397309" y="2073764"/>
                  </a:lnTo>
                  <a:lnTo>
                    <a:pt x="4388426" y="2074283"/>
                  </a:lnTo>
                  <a:lnTo>
                    <a:pt x="4386856" y="2074367"/>
                  </a:lnTo>
                  <a:lnTo>
                    <a:pt x="4386855" y="2074367"/>
                  </a:lnTo>
                  <a:lnTo>
                    <a:pt x="3848118" y="2074367"/>
                  </a:lnTo>
                  <a:lnTo>
                    <a:pt x="3846839" y="2074330"/>
                  </a:lnTo>
                  <a:lnTo>
                    <a:pt x="3838489" y="2074068"/>
                  </a:lnTo>
                  <a:lnTo>
                    <a:pt x="3817662" y="2073343"/>
                  </a:lnTo>
                  <a:lnTo>
                    <a:pt x="3780988" y="2071921"/>
                  </a:lnTo>
                  <a:lnTo>
                    <a:pt x="3727458" y="2069596"/>
                  </a:lnTo>
                  <a:lnTo>
                    <a:pt x="3658448" y="2066218"/>
                  </a:lnTo>
                  <a:lnTo>
                    <a:pt x="3577259" y="2061706"/>
                  </a:lnTo>
                  <a:lnTo>
                    <a:pt x="3488273" y="2056039"/>
                  </a:lnTo>
                  <a:lnTo>
                    <a:pt x="3396005" y="2049236"/>
                  </a:lnTo>
                  <a:lnTo>
                    <a:pt x="3304362" y="2041323"/>
                  </a:lnTo>
                  <a:lnTo>
                    <a:pt x="3216239" y="2032310"/>
                  </a:lnTo>
                  <a:lnTo>
                    <a:pt x="3133439" y="2022169"/>
                  </a:lnTo>
                  <a:lnTo>
                    <a:pt x="3056802" y="2010824"/>
                  </a:lnTo>
                  <a:lnTo>
                    <a:pt x="2986432" y="1998147"/>
                  </a:lnTo>
                  <a:lnTo>
                    <a:pt x="2921924" y="1983962"/>
                  </a:lnTo>
                  <a:lnTo>
                    <a:pt x="2862557" y="1968047"/>
                  </a:lnTo>
                  <a:lnTo>
                    <a:pt x="2807442" y="1950150"/>
                  </a:lnTo>
                  <a:lnTo>
                    <a:pt x="2755630" y="1930011"/>
                  </a:lnTo>
                  <a:lnTo>
                    <a:pt x="2706199" y="1907406"/>
                  </a:lnTo>
                  <a:lnTo>
                    <a:pt x="2667772" y="1887438"/>
                  </a:lnTo>
                  <a:lnTo>
                    <a:pt x="2620946" y="1860337"/>
                  </a:lnTo>
                  <a:lnTo>
                    <a:pt x="2574576" y="1830613"/>
                  </a:lnTo>
                  <a:lnTo>
                    <a:pt x="2528224" y="1798225"/>
                  </a:lnTo>
                  <a:lnTo>
                    <a:pt x="2481579" y="1763208"/>
                  </a:lnTo>
                  <a:lnTo>
                    <a:pt x="2434449" y="1725690"/>
                  </a:lnTo>
                  <a:lnTo>
                    <a:pt x="2386740" y="1685891"/>
                  </a:lnTo>
                  <a:lnTo>
                    <a:pt x="2338452" y="1644130"/>
                  </a:lnTo>
                  <a:lnTo>
                    <a:pt x="2289657" y="1600813"/>
                  </a:lnTo>
                  <a:lnTo>
                    <a:pt x="2240494" y="1556423"/>
                  </a:lnTo>
                  <a:lnTo>
                    <a:pt x="2191139" y="1511495"/>
                  </a:lnTo>
                  <a:lnTo>
                    <a:pt x="2141794" y="1466593"/>
                  </a:lnTo>
                  <a:lnTo>
                    <a:pt x="2092658" y="1422280"/>
                  </a:lnTo>
                  <a:lnTo>
                    <a:pt x="2043905" y="1379088"/>
                  </a:lnTo>
                  <a:lnTo>
                    <a:pt x="1995668" y="1337493"/>
                  </a:lnTo>
                  <a:lnTo>
                    <a:pt x="1948015" y="1297894"/>
                  </a:lnTo>
                  <a:lnTo>
                    <a:pt x="1900935" y="1260599"/>
                  </a:lnTo>
                  <a:lnTo>
                    <a:pt x="1854327" y="1225822"/>
                  </a:lnTo>
                  <a:lnTo>
                    <a:pt x="1807988" y="1193681"/>
                  </a:lnTo>
                  <a:lnTo>
                    <a:pt x="1761597" y="1164203"/>
                  </a:lnTo>
                  <a:lnTo>
                    <a:pt x="1719082" y="1139722"/>
                  </a:lnTo>
                  <a:lnTo>
                    <a:pt x="1670966" y="1115051"/>
                  </a:lnTo>
                  <a:lnTo>
                    <a:pt x="1621131" y="1092951"/>
                  </a:lnTo>
                  <a:lnTo>
                    <a:pt x="1568738" y="1073278"/>
                  </a:lnTo>
                  <a:lnTo>
                    <a:pt x="1512852" y="1055796"/>
                  </a:lnTo>
                  <a:lnTo>
                    <a:pt x="1452528" y="1040245"/>
                  </a:lnTo>
                  <a:lnTo>
                    <a:pt x="1386903" y="1026376"/>
                  </a:lnTo>
                  <a:lnTo>
                    <a:pt x="1315305" y="1013977"/>
                  </a:lnTo>
                  <a:lnTo>
                    <a:pt x="1237414" y="1002880"/>
                  </a:lnTo>
                  <a:lnTo>
                    <a:pt x="1153459" y="992968"/>
                  </a:lnTo>
                  <a:lnTo>
                    <a:pt x="1064458" y="984175"/>
                  </a:lnTo>
                  <a:lnTo>
                    <a:pt x="972425" y="976481"/>
                  </a:lnTo>
                  <a:lnTo>
                    <a:pt x="880471" y="969902"/>
                  </a:lnTo>
                  <a:lnTo>
                    <a:pt x="792668" y="964464"/>
                  </a:lnTo>
                  <a:lnTo>
                    <a:pt x="713575" y="960181"/>
                  </a:lnTo>
                  <a:lnTo>
                    <a:pt x="647434" y="957022"/>
                  </a:lnTo>
                  <a:lnTo>
                    <a:pt x="597221" y="954890"/>
                  </a:lnTo>
                  <a:lnTo>
                    <a:pt x="563859" y="953624"/>
                  </a:lnTo>
                  <a:lnTo>
                    <a:pt x="545854" y="953010"/>
                  </a:lnTo>
                  <a:lnTo>
                    <a:pt x="539402" y="952812"/>
                  </a:lnTo>
                  <a:lnTo>
                    <a:pt x="538736" y="952793"/>
                  </a:lnTo>
                  <a:lnTo>
                    <a:pt x="0" y="9527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546595" y="576232"/>
              <a:ext cx="8234974" cy="2047144"/>
            </a:xfrm>
            <a:custGeom>
              <a:avLst/>
              <a:pathLst>
                <a:path w="8234974" h="2047144">
                  <a:moveTo>
                    <a:pt x="0" y="925570"/>
                  </a:moveTo>
                  <a:lnTo>
                    <a:pt x="538736" y="925570"/>
                  </a:lnTo>
                  <a:lnTo>
                    <a:pt x="540016" y="925607"/>
                  </a:lnTo>
                  <a:lnTo>
                    <a:pt x="548365" y="925869"/>
                  </a:lnTo>
                  <a:lnTo>
                    <a:pt x="569192" y="926594"/>
                  </a:lnTo>
                  <a:lnTo>
                    <a:pt x="605867" y="928016"/>
                  </a:lnTo>
                  <a:lnTo>
                    <a:pt x="659397" y="930342"/>
                  </a:lnTo>
                  <a:lnTo>
                    <a:pt x="728407" y="933719"/>
                  </a:lnTo>
                  <a:lnTo>
                    <a:pt x="809595" y="938231"/>
                  </a:lnTo>
                  <a:lnTo>
                    <a:pt x="898581" y="943898"/>
                  </a:lnTo>
                  <a:lnTo>
                    <a:pt x="990850" y="950702"/>
                  </a:lnTo>
                  <a:lnTo>
                    <a:pt x="1082493" y="958614"/>
                  </a:lnTo>
                  <a:lnTo>
                    <a:pt x="1170615" y="967627"/>
                  </a:lnTo>
                  <a:lnTo>
                    <a:pt x="1253416" y="977768"/>
                  </a:lnTo>
                  <a:lnTo>
                    <a:pt x="1330052" y="989113"/>
                  </a:lnTo>
                  <a:lnTo>
                    <a:pt x="1400422" y="1001790"/>
                  </a:lnTo>
                  <a:lnTo>
                    <a:pt x="1464931" y="1015975"/>
                  </a:lnTo>
                  <a:lnTo>
                    <a:pt x="1524298" y="1031890"/>
                  </a:lnTo>
                  <a:lnTo>
                    <a:pt x="1579413" y="1049788"/>
                  </a:lnTo>
                  <a:lnTo>
                    <a:pt x="1631224" y="1069927"/>
                  </a:lnTo>
                  <a:lnTo>
                    <a:pt x="1680655" y="1092532"/>
                  </a:lnTo>
                  <a:lnTo>
                    <a:pt x="1719082" y="1112499"/>
                  </a:lnTo>
                  <a:lnTo>
                    <a:pt x="1765909" y="1139601"/>
                  </a:lnTo>
                  <a:lnTo>
                    <a:pt x="1812278" y="1169324"/>
                  </a:lnTo>
                  <a:lnTo>
                    <a:pt x="1858631" y="1201713"/>
                  </a:lnTo>
                  <a:lnTo>
                    <a:pt x="1905275" y="1236729"/>
                  </a:lnTo>
                  <a:lnTo>
                    <a:pt x="1952406" y="1274248"/>
                  </a:lnTo>
                  <a:lnTo>
                    <a:pt x="2000114" y="1314046"/>
                  </a:lnTo>
                  <a:lnTo>
                    <a:pt x="2048403" y="1355807"/>
                  </a:lnTo>
                  <a:lnTo>
                    <a:pt x="2097197" y="1399124"/>
                  </a:lnTo>
                  <a:lnTo>
                    <a:pt x="2146361" y="1443515"/>
                  </a:lnTo>
                  <a:lnTo>
                    <a:pt x="2195715" y="1488443"/>
                  </a:lnTo>
                  <a:lnTo>
                    <a:pt x="2245060" y="1533345"/>
                  </a:lnTo>
                  <a:lnTo>
                    <a:pt x="2294197" y="1577658"/>
                  </a:lnTo>
                  <a:lnTo>
                    <a:pt x="2342949" y="1620849"/>
                  </a:lnTo>
                  <a:lnTo>
                    <a:pt x="2391186" y="1662444"/>
                  </a:lnTo>
                  <a:lnTo>
                    <a:pt x="2438840" y="1702044"/>
                  </a:lnTo>
                  <a:lnTo>
                    <a:pt x="2485920" y="1739338"/>
                  </a:lnTo>
                  <a:lnTo>
                    <a:pt x="2532528" y="1774115"/>
                  </a:lnTo>
                  <a:lnTo>
                    <a:pt x="2578867" y="1806257"/>
                  </a:lnTo>
                  <a:lnTo>
                    <a:pt x="2625258" y="1835734"/>
                  </a:lnTo>
                  <a:lnTo>
                    <a:pt x="2667772" y="1860215"/>
                  </a:lnTo>
                  <a:lnTo>
                    <a:pt x="2715888" y="1884886"/>
                  </a:lnTo>
                  <a:lnTo>
                    <a:pt x="2765724" y="1906986"/>
                  </a:lnTo>
                  <a:lnTo>
                    <a:pt x="2818117" y="1926659"/>
                  </a:lnTo>
                  <a:lnTo>
                    <a:pt x="2874003" y="1944141"/>
                  </a:lnTo>
                  <a:lnTo>
                    <a:pt x="2934326" y="1959693"/>
                  </a:lnTo>
                  <a:lnTo>
                    <a:pt x="2999951" y="1973561"/>
                  </a:lnTo>
                  <a:lnTo>
                    <a:pt x="3071549" y="1985960"/>
                  </a:lnTo>
                  <a:lnTo>
                    <a:pt x="3149441" y="1997057"/>
                  </a:lnTo>
                  <a:lnTo>
                    <a:pt x="3233395" y="2006970"/>
                  </a:lnTo>
                  <a:lnTo>
                    <a:pt x="3322396" y="2015763"/>
                  </a:lnTo>
                  <a:lnTo>
                    <a:pt x="3414430" y="2023456"/>
                  </a:lnTo>
                  <a:lnTo>
                    <a:pt x="3506384" y="2030036"/>
                  </a:lnTo>
                  <a:lnTo>
                    <a:pt x="3594186" y="2035473"/>
                  </a:lnTo>
                  <a:lnTo>
                    <a:pt x="3673279" y="2039756"/>
                  </a:lnTo>
                  <a:lnTo>
                    <a:pt x="3739421" y="2042916"/>
                  </a:lnTo>
                  <a:lnTo>
                    <a:pt x="3789634" y="2045047"/>
                  </a:lnTo>
                  <a:lnTo>
                    <a:pt x="3822995" y="2046313"/>
                  </a:lnTo>
                  <a:lnTo>
                    <a:pt x="3841000" y="2046927"/>
                  </a:lnTo>
                  <a:lnTo>
                    <a:pt x="3847453" y="2047126"/>
                  </a:lnTo>
                  <a:lnTo>
                    <a:pt x="3848118" y="2047144"/>
                  </a:lnTo>
                  <a:lnTo>
                    <a:pt x="4386855" y="2047144"/>
                  </a:lnTo>
                  <a:lnTo>
                    <a:pt x="4388084" y="2047080"/>
                  </a:lnTo>
                  <a:lnTo>
                    <a:pt x="4396110" y="2046623"/>
                  </a:lnTo>
                  <a:lnTo>
                    <a:pt x="4416161" y="2045357"/>
                  </a:lnTo>
                  <a:lnTo>
                    <a:pt x="4451542" y="2042872"/>
                  </a:lnTo>
                  <a:lnTo>
                    <a:pt x="4503336" y="2038807"/>
                  </a:lnTo>
                  <a:lnTo>
                    <a:pt x="4570352" y="2032891"/>
                  </a:lnTo>
                  <a:lnTo>
                    <a:pt x="4649533" y="2024973"/>
                  </a:lnTo>
                  <a:lnTo>
                    <a:pt x="4736729" y="2015010"/>
                  </a:lnTo>
                  <a:lnTo>
                    <a:pt x="4827578" y="2003029"/>
                  </a:lnTo>
                  <a:lnTo>
                    <a:pt x="4918236" y="1989079"/>
                  </a:lnTo>
                  <a:lnTo>
                    <a:pt x="5005789" y="1973181"/>
                  </a:lnTo>
                  <a:lnTo>
                    <a:pt x="5088360" y="1955298"/>
                  </a:lnTo>
                  <a:lnTo>
                    <a:pt x="5165013" y="1935311"/>
                  </a:lnTo>
                  <a:lnTo>
                    <a:pt x="5235543" y="1913014"/>
                  </a:lnTo>
                  <a:lnTo>
                    <a:pt x="5300266" y="1888111"/>
                  </a:lnTo>
                  <a:lnTo>
                    <a:pt x="5359826" y="1860230"/>
                  </a:lnTo>
                  <a:lnTo>
                    <a:pt x="5415051" y="1828940"/>
                  </a:lnTo>
                  <a:lnTo>
                    <a:pt x="5466847" y="1793785"/>
                  </a:lnTo>
                  <a:lnTo>
                    <a:pt x="5516114" y="1754348"/>
                  </a:lnTo>
                  <a:lnTo>
                    <a:pt x="5563663" y="1710366"/>
                  </a:lnTo>
                  <a:lnTo>
                    <a:pt x="5567201" y="1706861"/>
                  </a:lnTo>
                  <a:lnTo>
                    <a:pt x="5607198" y="1665061"/>
                  </a:lnTo>
                  <a:lnTo>
                    <a:pt x="5646807" y="1619799"/>
                  </a:lnTo>
                  <a:lnTo>
                    <a:pt x="5686324" y="1571010"/>
                  </a:lnTo>
                  <a:lnTo>
                    <a:pt x="5725967" y="1518700"/>
                  </a:lnTo>
                  <a:lnTo>
                    <a:pt x="5765892" y="1462958"/>
                  </a:lnTo>
                  <a:lnTo>
                    <a:pt x="5806197" y="1403963"/>
                  </a:lnTo>
                  <a:lnTo>
                    <a:pt x="5846928" y="1341987"/>
                  </a:lnTo>
                  <a:lnTo>
                    <a:pt x="5888084" y="1277394"/>
                  </a:lnTo>
                  <a:lnTo>
                    <a:pt x="5929622" y="1210636"/>
                  </a:lnTo>
                  <a:lnTo>
                    <a:pt x="5971465" y="1142238"/>
                  </a:lnTo>
                  <a:lnTo>
                    <a:pt x="6013512" y="1072787"/>
                  </a:lnTo>
                  <a:lnTo>
                    <a:pt x="6055642" y="1002910"/>
                  </a:lnTo>
                  <a:lnTo>
                    <a:pt x="6097730" y="933247"/>
                  </a:lnTo>
                  <a:lnTo>
                    <a:pt x="6139653" y="864434"/>
                  </a:lnTo>
                  <a:lnTo>
                    <a:pt x="6181301" y="797071"/>
                  </a:lnTo>
                  <a:lnTo>
                    <a:pt x="6222590" y="731708"/>
                  </a:lnTo>
                  <a:lnTo>
                    <a:pt x="6263464" y="668821"/>
                  </a:lnTo>
                  <a:lnTo>
                    <a:pt x="6303908" y="608805"/>
                  </a:lnTo>
                  <a:lnTo>
                    <a:pt x="6343950" y="551962"/>
                  </a:lnTo>
                  <a:lnTo>
                    <a:pt x="6383672" y="498502"/>
                  </a:lnTo>
                  <a:lnTo>
                    <a:pt x="6423210" y="448543"/>
                  </a:lnTo>
                  <a:lnTo>
                    <a:pt x="6462760" y="402118"/>
                  </a:lnTo>
                  <a:lnTo>
                    <a:pt x="6502591" y="359184"/>
                  </a:lnTo>
                  <a:lnTo>
                    <a:pt x="6515891" y="345727"/>
                  </a:lnTo>
                  <a:lnTo>
                    <a:pt x="6563340" y="301399"/>
                  </a:lnTo>
                  <a:lnTo>
                    <a:pt x="6612450" y="261626"/>
                  </a:lnTo>
                  <a:lnTo>
                    <a:pt x="6664025" y="226161"/>
                  </a:lnTo>
                  <a:lnTo>
                    <a:pt x="6718959" y="194595"/>
                  </a:lnTo>
                  <a:lnTo>
                    <a:pt x="6778161" y="166473"/>
                  </a:lnTo>
                  <a:lnTo>
                    <a:pt x="6842469" y="141359"/>
                  </a:lnTo>
                  <a:lnTo>
                    <a:pt x="6912545" y="118876"/>
                  </a:lnTo>
                  <a:lnTo>
                    <a:pt x="6988735" y="98723"/>
                  </a:lnTo>
                  <a:lnTo>
                    <a:pt x="7070882" y="80686"/>
                  </a:lnTo>
                  <a:lnTo>
                    <a:pt x="7158111" y="64641"/>
                  </a:lnTo>
                  <a:lnTo>
                    <a:pt x="7248624" y="50543"/>
                  </a:lnTo>
                  <a:lnTo>
                    <a:pt x="7339583" y="38412"/>
                  </a:lnTo>
                  <a:lnTo>
                    <a:pt x="7427203" y="28296"/>
                  </a:lnTo>
                  <a:lnTo>
                    <a:pt x="7507142" y="20224"/>
                  </a:lnTo>
                  <a:lnTo>
                    <a:pt x="7575202" y="14161"/>
                  </a:lnTo>
                  <a:lnTo>
                    <a:pt x="7628212" y="9964"/>
                  </a:lnTo>
                  <a:lnTo>
                    <a:pt x="7664824" y="7371"/>
                  </a:lnTo>
                  <a:lnTo>
                    <a:pt x="7685942" y="6028"/>
                  </a:lnTo>
                  <a:lnTo>
                    <a:pt x="7694716" y="552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9" y="64"/>
                  </a:lnTo>
                  <a:lnTo>
                    <a:pt x="7686982" y="521"/>
                  </a:lnTo>
                  <a:lnTo>
                    <a:pt x="7666932" y="1787"/>
                  </a:lnTo>
                  <a:lnTo>
                    <a:pt x="7631550" y="4271"/>
                  </a:lnTo>
                  <a:lnTo>
                    <a:pt x="7579757" y="8337"/>
                  </a:lnTo>
                  <a:lnTo>
                    <a:pt x="7512741" y="14253"/>
                  </a:lnTo>
                  <a:lnTo>
                    <a:pt x="7433559" y="22171"/>
                  </a:lnTo>
                  <a:lnTo>
                    <a:pt x="7346364" y="32133"/>
                  </a:lnTo>
                  <a:lnTo>
                    <a:pt x="7255514" y="44114"/>
                  </a:lnTo>
                  <a:lnTo>
                    <a:pt x="7164856" y="58065"/>
                  </a:lnTo>
                  <a:lnTo>
                    <a:pt x="7077304" y="73963"/>
                  </a:lnTo>
                  <a:lnTo>
                    <a:pt x="6994732" y="91846"/>
                  </a:lnTo>
                  <a:lnTo>
                    <a:pt x="6918080" y="111833"/>
                  </a:lnTo>
                  <a:lnTo>
                    <a:pt x="6847549" y="134130"/>
                  </a:lnTo>
                  <a:lnTo>
                    <a:pt x="6782827" y="159033"/>
                  </a:lnTo>
                  <a:lnTo>
                    <a:pt x="6723267" y="186914"/>
                  </a:lnTo>
                  <a:lnTo>
                    <a:pt x="6668042" y="218204"/>
                  </a:lnTo>
                  <a:lnTo>
                    <a:pt x="6616245" y="253359"/>
                  </a:lnTo>
                  <a:lnTo>
                    <a:pt x="6566979" y="292796"/>
                  </a:lnTo>
                  <a:lnTo>
                    <a:pt x="6519429" y="336778"/>
                  </a:lnTo>
                  <a:lnTo>
                    <a:pt x="6515891" y="340283"/>
                  </a:lnTo>
                  <a:lnTo>
                    <a:pt x="6475895" y="382083"/>
                  </a:lnTo>
                  <a:lnTo>
                    <a:pt x="6436285" y="427345"/>
                  </a:lnTo>
                  <a:lnTo>
                    <a:pt x="6396769" y="476134"/>
                  </a:lnTo>
                  <a:lnTo>
                    <a:pt x="6357126" y="528444"/>
                  </a:lnTo>
                  <a:lnTo>
                    <a:pt x="6317201" y="584186"/>
                  </a:lnTo>
                  <a:lnTo>
                    <a:pt x="6276895" y="643181"/>
                  </a:lnTo>
                  <a:lnTo>
                    <a:pt x="6236164" y="705157"/>
                  </a:lnTo>
                  <a:lnTo>
                    <a:pt x="6195008" y="769750"/>
                  </a:lnTo>
                  <a:lnTo>
                    <a:pt x="6153471" y="836508"/>
                  </a:lnTo>
                  <a:lnTo>
                    <a:pt x="6111627" y="904906"/>
                  </a:lnTo>
                  <a:lnTo>
                    <a:pt x="6069581" y="974356"/>
                  </a:lnTo>
                  <a:lnTo>
                    <a:pt x="6027451" y="1044234"/>
                  </a:lnTo>
                  <a:lnTo>
                    <a:pt x="5985363" y="1113896"/>
                  </a:lnTo>
                  <a:lnTo>
                    <a:pt x="5943440" y="1182710"/>
                  </a:lnTo>
                  <a:lnTo>
                    <a:pt x="5901791" y="1250073"/>
                  </a:lnTo>
                  <a:lnTo>
                    <a:pt x="5860502" y="1315436"/>
                  </a:lnTo>
                  <a:lnTo>
                    <a:pt x="5819628" y="1378323"/>
                  </a:lnTo>
                  <a:lnTo>
                    <a:pt x="5779185" y="1438339"/>
                  </a:lnTo>
                  <a:lnTo>
                    <a:pt x="5739142" y="1495182"/>
                  </a:lnTo>
                  <a:lnTo>
                    <a:pt x="5699420" y="1548642"/>
                  </a:lnTo>
                  <a:lnTo>
                    <a:pt x="5659883" y="1598601"/>
                  </a:lnTo>
                  <a:lnTo>
                    <a:pt x="5620333" y="1645025"/>
                  </a:lnTo>
                  <a:lnTo>
                    <a:pt x="5580502" y="1687960"/>
                  </a:lnTo>
                  <a:lnTo>
                    <a:pt x="5567201" y="1701416"/>
                  </a:lnTo>
                  <a:lnTo>
                    <a:pt x="5519753" y="1745745"/>
                  </a:lnTo>
                  <a:lnTo>
                    <a:pt x="5470642" y="1785518"/>
                  </a:lnTo>
                  <a:lnTo>
                    <a:pt x="5419068" y="1820983"/>
                  </a:lnTo>
                  <a:lnTo>
                    <a:pt x="5364133" y="1852549"/>
                  </a:lnTo>
                  <a:lnTo>
                    <a:pt x="5304931" y="1880671"/>
                  </a:lnTo>
                  <a:lnTo>
                    <a:pt x="5240623" y="1905785"/>
                  </a:lnTo>
                  <a:lnTo>
                    <a:pt x="5170547" y="1928268"/>
                  </a:lnTo>
                  <a:lnTo>
                    <a:pt x="5094358" y="1948421"/>
                  </a:lnTo>
                  <a:lnTo>
                    <a:pt x="5012210" y="1966457"/>
                  </a:lnTo>
                  <a:lnTo>
                    <a:pt x="4924981" y="1982503"/>
                  </a:lnTo>
                  <a:lnTo>
                    <a:pt x="4834469" y="1996600"/>
                  </a:lnTo>
                  <a:lnTo>
                    <a:pt x="4743510" y="2008732"/>
                  </a:lnTo>
                  <a:lnTo>
                    <a:pt x="4655889" y="2018848"/>
                  </a:lnTo>
                  <a:lnTo>
                    <a:pt x="4575950" y="2026920"/>
                  </a:lnTo>
                  <a:lnTo>
                    <a:pt x="4507891" y="2032983"/>
                  </a:lnTo>
                  <a:lnTo>
                    <a:pt x="4454880" y="2037180"/>
                  </a:lnTo>
                  <a:lnTo>
                    <a:pt x="4418268" y="2039772"/>
                  </a:lnTo>
                  <a:lnTo>
                    <a:pt x="4397150" y="2041116"/>
                  </a:lnTo>
                  <a:lnTo>
                    <a:pt x="4388376" y="2041620"/>
                  </a:lnTo>
                  <a:lnTo>
                    <a:pt x="4386855" y="2041700"/>
                  </a:lnTo>
                  <a:lnTo>
                    <a:pt x="3848118" y="2041700"/>
                  </a:lnTo>
                  <a:lnTo>
                    <a:pt x="3846839" y="2041663"/>
                  </a:lnTo>
                  <a:lnTo>
                    <a:pt x="3838489" y="2041401"/>
                  </a:lnTo>
                  <a:lnTo>
                    <a:pt x="3817662" y="2040676"/>
                  </a:lnTo>
                  <a:lnTo>
                    <a:pt x="3780988" y="2039254"/>
                  </a:lnTo>
                  <a:lnTo>
                    <a:pt x="3727458" y="2036928"/>
                  </a:lnTo>
                  <a:lnTo>
                    <a:pt x="3658448" y="2033551"/>
                  </a:lnTo>
                  <a:lnTo>
                    <a:pt x="3577259" y="2029039"/>
                  </a:lnTo>
                  <a:lnTo>
                    <a:pt x="3488273" y="2023372"/>
                  </a:lnTo>
                  <a:lnTo>
                    <a:pt x="3396005" y="2016569"/>
                  </a:lnTo>
                  <a:lnTo>
                    <a:pt x="3304362" y="2008656"/>
                  </a:lnTo>
                  <a:lnTo>
                    <a:pt x="3216239" y="1999643"/>
                  </a:lnTo>
                  <a:lnTo>
                    <a:pt x="3133439" y="1989502"/>
                  </a:lnTo>
                  <a:lnTo>
                    <a:pt x="3056802" y="1978157"/>
                  </a:lnTo>
                  <a:lnTo>
                    <a:pt x="2986432" y="1965480"/>
                  </a:lnTo>
                  <a:lnTo>
                    <a:pt x="2921924" y="1951295"/>
                  </a:lnTo>
                  <a:lnTo>
                    <a:pt x="2862557" y="1935380"/>
                  </a:lnTo>
                  <a:lnTo>
                    <a:pt x="2807442" y="1917482"/>
                  </a:lnTo>
                  <a:lnTo>
                    <a:pt x="2755630" y="1897343"/>
                  </a:lnTo>
                  <a:lnTo>
                    <a:pt x="2706199" y="1874739"/>
                  </a:lnTo>
                  <a:lnTo>
                    <a:pt x="2667772" y="1854771"/>
                  </a:lnTo>
                  <a:lnTo>
                    <a:pt x="2620946" y="1827669"/>
                  </a:lnTo>
                  <a:lnTo>
                    <a:pt x="2574576" y="1797946"/>
                  </a:lnTo>
                  <a:lnTo>
                    <a:pt x="2528224" y="1765557"/>
                  </a:lnTo>
                  <a:lnTo>
                    <a:pt x="2481579" y="1730541"/>
                  </a:lnTo>
                  <a:lnTo>
                    <a:pt x="2434449" y="1693022"/>
                  </a:lnTo>
                  <a:lnTo>
                    <a:pt x="2386740" y="1653224"/>
                  </a:lnTo>
                  <a:lnTo>
                    <a:pt x="2338452" y="1611463"/>
                  </a:lnTo>
                  <a:lnTo>
                    <a:pt x="2289657" y="1568146"/>
                  </a:lnTo>
                  <a:lnTo>
                    <a:pt x="2240494" y="1523756"/>
                  </a:lnTo>
                  <a:lnTo>
                    <a:pt x="2191139" y="1478827"/>
                  </a:lnTo>
                  <a:lnTo>
                    <a:pt x="2141794" y="1433925"/>
                  </a:lnTo>
                  <a:lnTo>
                    <a:pt x="2092658" y="1389613"/>
                  </a:lnTo>
                  <a:lnTo>
                    <a:pt x="2043905" y="1346421"/>
                  </a:lnTo>
                  <a:lnTo>
                    <a:pt x="1995668" y="1304826"/>
                  </a:lnTo>
                  <a:lnTo>
                    <a:pt x="1948015" y="1265227"/>
                  </a:lnTo>
                  <a:lnTo>
                    <a:pt x="1900935" y="1227932"/>
                  </a:lnTo>
                  <a:lnTo>
                    <a:pt x="1854327" y="1193155"/>
                  </a:lnTo>
                  <a:lnTo>
                    <a:pt x="1807988" y="1161013"/>
                  </a:lnTo>
                  <a:lnTo>
                    <a:pt x="1761597" y="1131536"/>
                  </a:lnTo>
                  <a:lnTo>
                    <a:pt x="1719082" y="1107055"/>
                  </a:lnTo>
                  <a:lnTo>
                    <a:pt x="1670966" y="1082384"/>
                  </a:lnTo>
                  <a:lnTo>
                    <a:pt x="1621131" y="1060284"/>
                  </a:lnTo>
                  <a:lnTo>
                    <a:pt x="1568738" y="1040611"/>
                  </a:lnTo>
                  <a:lnTo>
                    <a:pt x="1512852" y="1023129"/>
                  </a:lnTo>
                  <a:lnTo>
                    <a:pt x="1452528" y="1007577"/>
                  </a:lnTo>
                  <a:lnTo>
                    <a:pt x="1386903" y="993709"/>
                  </a:lnTo>
                  <a:lnTo>
                    <a:pt x="1315305" y="981310"/>
                  </a:lnTo>
                  <a:lnTo>
                    <a:pt x="1237414" y="970213"/>
                  </a:lnTo>
                  <a:lnTo>
                    <a:pt x="1153459" y="960300"/>
                  </a:lnTo>
                  <a:lnTo>
                    <a:pt x="1064458" y="951507"/>
                  </a:lnTo>
                  <a:lnTo>
                    <a:pt x="972425" y="943814"/>
                  </a:lnTo>
                  <a:lnTo>
                    <a:pt x="880471" y="937234"/>
                  </a:lnTo>
                  <a:lnTo>
                    <a:pt x="792668" y="931797"/>
                  </a:lnTo>
                  <a:lnTo>
                    <a:pt x="713575" y="927514"/>
                  </a:lnTo>
                  <a:lnTo>
                    <a:pt x="647434" y="924354"/>
                  </a:lnTo>
                  <a:lnTo>
                    <a:pt x="597221" y="922223"/>
                  </a:lnTo>
                  <a:lnTo>
                    <a:pt x="563859" y="920957"/>
                  </a:lnTo>
                  <a:lnTo>
                    <a:pt x="545854" y="920343"/>
                  </a:lnTo>
                  <a:lnTo>
                    <a:pt x="539402" y="920145"/>
                  </a:lnTo>
                  <a:lnTo>
                    <a:pt x="538736" y="920126"/>
                  </a:lnTo>
                  <a:lnTo>
                    <a:pt x="0" y="92012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546595" y="581676"/>
              <a:ext cx="8234974" cy="2041700"/>
            </a:xfrm>
            <a:custGeom>
              <a:avLst/>
              <a:pathLst>
                <a:path w="8234974" h="2041700">
                  <a:moveTo>
                    <a:pt x="0" y="920126"/>
                  </a:moveTo>
                  <a:lnTo>
                    <a:pt x="538736" y="920126"/>
                  </a:lnTo>
                  <a:lnTo>
                    <a:pt x="540016" y="920162"/>
                  </a:lnTo>
                  <a:lnTo>
                    <a:pt x="548365" y="920425"/>
                  </a:lnTo>
                  <a:lnTo>
                    <a:pt x="569192" y="921150"/>
                  </a:lnTo>
                  <a:lnTo>
                    <a:pt x="605867" y="922572"/>
                  </a:lnTo>
                  <a:lnTo>
                    <a:pt x="659397" y="924897"/>
                  </a:lnTo>
                  <a:lnTo>
                    <a:pt x="728407" y="928275"/>
                  </a:lnTo>
                  <a:lnTo>
                    <a:pt x="809595" y="932787"/>
                  </a:lnTo>
                  <a:lnTo>
                    <a:pt x="898581" y="938454"/>
                  </a:lnTo>
                  <a:lnTo>
                    <a:pt x="990850" y="945257"/>
                  </a:lnTo>
                  <a:lnTo>
                    <a:pt x="1082493" y="953170"/>
                  </a:lnTo>
                  <a:lnTo>
                    <a:pt x="1170615" y="962183"/>
                  </a:lnTo>
                  <a:lnTo>
                    <a:pt x="1253416" y="972324"/>
                  </a:lnTo>
                  <a:lnTo>
                    <a:pt x="1330052" y="983669"/>
                  </a:lnTo>
                  <a:lnTo>
                    <a:pt x="1400422" y="996345"/>
                  </a:lnTo>
                  <a:lnTo>
                    <a:pt x="1464931" y="1010531"/>
                  </a:lnTo>
                  <a:lnTo>
                    <a:pt x="1524298" y="1026446"/>
                  </a:lnTo>
                  <a:lnTo>
                    <a:pt x="1579413" y="1044343"/>
                  </a:lnTo>
                  <a:lnTo>
                    <a:pt x="1631224" y="1064482"/>
                  </a:lnTo>
                  <a:lnTo>
                    <a:pt x="1680655" y="1087087"/>
                  </a:lnTo>
                  <a:lnTo>
                    <a:pt x="1719082" y="1107055"/>
                  </a:lnTo>
                  <a:lnTo>
                    <a:pt x="1765909" y="1134156"/>
                  </a:lnTo>
                  <a:lnTo>
                    <a:pt x="1812278" y="1163880"/>
                  </a:lnTo>
                  <a:lnTo>
                    <a:pt x="1858631" y="1196268"/>
                  </a:lnTo>
                  <a:lnTo>
                    <a:pt x="1905275" y="1231285"/>
                  </a:lnTo>
                  <a:lnTo>
                    <a:pt x="1952406" y="1268803"/>
                  </a:lnTo>
                  <a:lnTo>
                    <a:pt x="2000114" y="1308602"/>
                  </a:lnTo>
                  <a:lnTo>
                    <a:pt x="2048403" y="1350363"/>
                  </a:lnTo>
                  <a:lnTo>
                    <a:pt x="2097197" y="1393679"/>
                  </a:lnTo>
                  <a:lnTo>
                    <a:pt x="2146361" y="1438070"/>
                  </a:lnTo>
                  <a:lnTo>
                    <a:pt x="2195715" y="1482998"/>
                  </a:lnTo>
                  <a:lnTo>
                    <a:pt x="2245060" y="1527900"/>
                  </a:lnTo>
                  <a:lnTo>
                    <a:pt x="2294197" y="1572213"/>
                  </a:lnTo>
                  <a:lnTo>
                    <a:pt x="2342949" y="1615405"/>
                  </a:lnTo>
                  <a:lnTo>
                    <a:pt x="2391186" y="1657000"/>
                  </a:lnTo>
                  <a:lnTo>
                    <a:pt x="2438840" y="1696599"/>
                  </a:lnTo>
                  <a:lnTo>
                    <a:pt x="2485920" y="1733893"/>
                  </a:lnTo>
                  <a:lnTo>
                    <a:pt x="2532528" y="1768670"/>
                  </a:lnTo>
                  <a:lnTo>
                    <a:pt x="2578867" y="1800812"/>
                  </a:lnTo>
                  <a:lnTo>
                    <a:pt x="2625258" y="1830290"/>
                  </a:lnTo>
                  <a:lnTo>
                    <a:pt x="2667772" y="1854771"/>
                  </a:lnTo>
                  <a:lnTo>
                    <a:pt x="2715888" y="1879442"/>
                  </a:lnTo>
                  <a:lnTo>
                    <a:pt x="2765724" y="1901542"/>
                  </a:lnTo>
                  <a:lnTo>
                    <a:pt x="2818117" y="1921215"/>
                  </a:lnTo>
                  <a:lnTo>
                    <a:pt x="2874003" y="1938697"/>
                  </a:lnTo>
                  <a:lnTo>
                    <a:pt x="2934326" y="1954248"/>
                  </a:lnTo>
                  <a:lnTo>
                    <a:pt x="2999951" y="1968117"/>
                  </a:lnTo>
                  <a:lnTo>
                    <a:pt x="3071549" y="1980516"/>
                  </a:lnTo>
                  <a:lnTo>
                    <a:pt x="3149441" y="1991613"/>
                  </a:lnTo>
                  <a:lnTo>
                    <a:pt x="3233395" y="2001525"/>
                  </a:lnTo>
                  <a:lnTo>
                    <a:pt x="3322396" y="2010318"/>
                  </a:lnTo>
                  <a:lnTo>
                    <a:pt x="3414430" y="2018012"/>
                  </a:lnTo>
                  <a:lnTo>
                    <a:pt x="3506384" y="2024591"/>
                  </a:lnTo>
                  <a:lnTo>
                    <a:pt x="3594186" y="2030029"/>
                  </a:lnTo>
                  <a:lnTo>
                    <a:pt x="3673279" y="2034312"/>
                  </a:lnTo>
                  <a:lnTo>
                    <a:pt x="3739421" y="2037471"/>
                  </a:lnTo>
                  <a:lnTo>
                    <a:pt x="3789634" y="2039603"/>
                  </a:lnTo>
                  <a:lnTo>
                    <a:pt x="3822995" y="2040869"/>
                  </a:lnTo>
                  <a:lnTo>
                    <a:pt x="3841000" y="2041482"/>
                  </a:lnTo>
                  <a:lnTo>
                    <a:pt x="3847453" y="2041681"/>
                  </a:lnTo>
                  <a:lnTo>
                    <a:pt x="3848118" y="2041700"/>
                  </a:lnTo>
                  <a:lnTo>
                    <a:pt x="4386855" y="2041700"/>
                  </a:lnTo>
                  <a:lnTo>
                    <a:pt x="4388084" y="2041636"/>
                  </a:lnTo>
                  <a:lnTo>
                    <a:pt x="4396110" y="2041178"/>
                  </a:lnTo>
                  <a:lnTo>
                    <a:pt x="4416161" y="2039912"/>
                  </a:lnTo>
                  <a:lnTo>
                    <a:pt x="4451542" y="2037428"/>
                  </a:lnTo>
                  <a:lnTo>
                    <a:pt x="4503336" y="2033362"/>
                  </a:lnTo>
                  <a:lnTo>
                    <a:pt x="4570352" y="2027446"/>
                  </a:lnTo>
                  <a:lnTo>
                    <a:pt x="4649533" y="2019529"/>
                  </a:lnTo>
                  <a:lnTo>
                    <a:pt x="4736729" y="2009566"/>
                  </a:lnTo>
                  <a:lnTo>
                    <a:pt x="4827578" y="1997585"/>
                  </a:lnTo>
                  <a:lnTo>
                    <a:pt x="4918236" y="1983634"/>
                  </a:lnTo>
                  <a:lnTo>
                    <a:pt x="5005789" y="1967737"/>
                  </a:lnTo>
                  <a:lnTo>
                    <a:pt x="5088360" y="1949854"/>
                  </a:lnTo>
                  <a:lnTo>
                    <a:pt x="5165013" y="1929867"/>
                  </a:lnTo>
                  <a:lnTo>
                    <a:pt x="5235543" y="1907569"/>
                  </a:lnTo>
                  <a:lnTo>
                    <a:pt x="5300266" y="1882666"/>
                  </a:lnTo>
                  <a:lnTo>
                    <a:pt x="5359826" y="1854786"/>
                  </a:lnTo>
                  <a:lnTo>
                    <a:pt x="5415051" y="1823496"/>
                  </a:lnTo>
                  <a:lnTo>
                    <a:pt x="5466847" y="1788340"/>
                  </a:lnTo>
                  <a:lnTo>
                    <a:pt x="5516114" y="1748904"/>
                  </a:lnTo>
                  <a:lnTo>
                    <a:pt x="5563663" y="1704921"/>
                  </a:lnTo>
                  <a:lnTo>
                    <a:pt x="5567201" y="1701416"/>
                  </a:lnTo>
                  <a:lnTo>
                    <a:pt x="5607198" y="1659616"/>
                  </a:lnTo>
                  <a:lnTo>
                    <a:pt x="5646807" y="1614355"/>
                  </a:lnTo>
                  <a:lnTo>
                    <a:pt x="5686324" y="1565566"/>
                  </a:lnTo>
                  <a:lnTo>
                    <a:pt x="5725967" y="1513256"/>
                  </a:lnTo>
                  <a:lnTo>
                    <a:pt x="5765892" y="1457513"/>
                  </a:lnTo>
                  <a:lnTo>
                    <a:pt x="5806197" y="1398519"/>
                  </a:lnTo>
                  <a:lnTo>
                    <a:pt x="5846928" y="1336543"/>
                  </a:lnTo>
                  <a:lnTo>
                    <a:pt x="5888084" y="1271950"/>
                  </a:lnTo>
                  <a:lnTo>
                    <a:pt x="5929622" y="1205191"/>
                  </a:lnTo>
                  <a:lnTo>
                    <a:pt x="5971465" y="1136793"/>
                  </a:lnTo>
                  <a:lnTo>
                    <a:pt x="6013512" y="1067343"/>
                  </a:lnTo>
                  <a:lnTo>
                    <a:pt x="6055642" y="997465"/>
                  </a:lnTo>
                  <a:lnTo>
                    <a:pt x="6097730" y="927803"/>
                  </a:lnTo>
                  <a:lnTo>
                    <a:pt x="6139653" y="858989"/>
                  </a:lnTo>
                  <a:lnTo>
                    <a:pt x="6181301" y="791627"/>
                  </a:lnTo>
                  <a:lnTo>
                    <a:pt x="6222590" y="726263"/>
                  </a:lnTo>
                  <a:lnTo>
                    <a:pt x="6263464" y="663377"/>
                  </a:lnTo>
                  <a:lnTo>
                    <a:pt x="6303908" y="603360"/>
                  </a:lnTo>
                  <a:lnTo>
                    <a:pt x="6343950" y="546518"/>
                  </a:lnTo>
                  <a:lnTo>
                    <a:pt x="6383672" y="493058"/>
                  </a:lnTo>
                  <a:lnTo>
                    <a:pt x="6423210" y="443099"/>
                  </a:lnTo>
                  <a:lnTo>
                    <a:pt x="6462760" y="396674"/>
                  </a:lnTo>
                  <a:lnTo>
                    <a:pt x="6502591" y="353740"/>
                  </a:lnTo>
                  <a:lnTo>
                    <a:pt x="6515891" y="340283"/>
                  </a:lnTo>
                  <a:lnTo>
                    <a:pt x="6563340" y="295954"/>
                  </a:lnTo>
                  <a:lnTo>
                    <a:pt x="6612450" y="256181"/>
                  </a:lnTo>
                  <a:lnTo>
                    <a:pt x="6664025" y="220716"/>
                  </a:lnTo>
                  <a:lnTo>
                    <a:pt x="6718959" y="189150"/>
                  </a:lnTo>
                  <a:lnTo>
                    <a:pt x="6778161" y="161028"/>
                  </a:lnTo>
                  <a:lnTo>
                    <a:pt x="6842469" y="135914"/>
                  </a:lnTo>
                  <a:lnTo>
                    <a:pt x="6912545" y="113431"/>
                  </a:lnTo>
                  <a:lnTo>
                    <a:pt x="6988735" y="93279"/>
                  </a:lnTo>
                  <a:lnTo>
                    <a:pt x="7070882" y="75242"/>
                  </a:lnTo>
                  <a:lnTo>
                    <a:pt x="7158111" y="59197"/>
                  </a:lnTo>
                  <a:lnTo>
                    <a:pt x="7248624" y="45099"/>
                  </a:lnTo>
                  <a:lnTo>
                    <a:pt x="7339583" y="32968"/>
                  </a:lnTo>
                  <a:lnTo>
                    <a:pt x="7427203" y="22851"/>
                  </a:lnTo>
                  <a:lnTo>
                    <a:pt x="7507142" y="14780"/>
                  </a:lnTo>
                  <a:lnTo>
                    <a:pt x="7575202" y="8717"/>
                  </a:lnTo>
                  <a:lnTo>
                    <a:pt x="7628212" y="4519"/>
                  </a:lnTo>
                  <a:lnTo>
                    <a:pt x="7664824" y="1927"/>
                  </a:lnTo>
                  <a:lnTo>
                    <a:pt x="7685942" y="583"/>
                  </a:lnTo>
                  <a:lnTo>
                    <a:pt x="7694716" y="7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546595" y="576232"/>
              <a:ext cx="8234974" cy="2041700"/>
            </a:xfrm>
            <a:custGeom>
              <a:avLst/>
              <a:pathLst>
                <a:path w="8234974" h="2041700">
                  <a:moveTo>
                    <a:pt x="8234974" y="0"/>
                  </a:moveTo>
                  <a:lnTo>
                    <a:pt x="7696237" y="0"/>
                  </a:lnTo>
                  <a:lnTo>
                    <a:pt x="7695009" y="64"/>
                  </a:lnTo>
                  <a:lnTo>
                    <a:pt x="7686982" y="521"/>
                  </a:lnTo>
                  <a:lnTo>
                    <a:pt x="7666932" y="1787"/>
                  </a:lnTo>
                  <a:lnTo>
                    <a:pt x="7631550" y="4271"/>
                  </a:lnTo>
                  <a:lnTo>
                    <a:pt x="7579757" y="8337"/>
                  </a:lnTo>
                  <a:lnTo>
                    <a:pt x="7512741" y="14253"/>
                  </a:lnTo>
                  <a:lnTo>
                    <a:pt x="7433559" y="22171"/>
                  </a:lnTo>
                  <a:lnTo>
                    <a:pt x="7346364" y="32133"/>
                  </a:lnTo>
                  <a:lnTo>
                    <a:pt x="7255514" y="44114"/>
                  </a:lnTo>
                  <a:lnTo>
                    <a:pt x="7164856" y="58065"/>
                  </a:lnTo>
                  <a:lnTo>
                    <a:pt x="7077304" y="73963"/>
                  </a:lnTo>
                  <a:lnTo>
                    <a:pt x="6994732" y="91846"/>
                  </a:lnTo>
                  <a:lnTo>
                    <a:pt x="6918080" y="111833"/>
                  </a:lnTo>
                  <a:lnTo>
                    <a:pt x="6847549" y="134130"/>
                  </a:lnTo>
                  <a:lnTo>
                    <a:pt x="6782827" y="159033"/>
                  </a:lnTo>
                  <a:lnTo>
                    <a:pt x="6723267" y="186914"/>
                  </a:lnTo>
                  <a:lnTo>
                    <a:pt x="6668042" y="218204"/>
                  </a:lnTo>
                  <a:lnTo>
                    <a:pt x="6616245" y="253359"/>
                  </a:lnTo>
                  <a:lnTo>
                    <a:pt x="6566979" y="292796"/>
                  </a:lnTo>
                  <a:lnTo>
                    <a:pt x="6519429" y="336778"/>
                  </a:lnTo>
                  <a:lnTo>
                    <a:pt x="6515891" y="340283"/>
                  </a:lnTo>
                  <a:lnTo>
                    <a:pt x="6475895" y="382083"/>
                  </a:lnTo>
                  <a:lnTo>
                    <a:pt x="6436285" y="427345"/>
                  </a:lnTo>
                  <a:lnTo>
                    <a:pt x="6396769" y="476134"/>
                  </a:lnTo>
                  <a:lnTo>
                    <a:pt x="6357126" y="528444"/>
                  </a:lnTo>
                  <a:lnTo>
                    <a:pt x="6317201" y="584186"/>
                  </a:lnTo>
                  <a:lnTo>
                    <a:pt x="6276895" y="643181"/>
                  </a:lnTo>
                  <a:lnTo>
                    <a:pt x="6236164" y="705157"/>
                  </a:lnTo>
                  <a:lnTo>
                    <a:pt x="6195008" y="769750"/>
                  </a:lnTo>
                  <a:lnTo>
                    <a:pt x="6153471" y="836508"/>
                  </a:lnTo>
                  <a:lnTo>
                    <a:pt x="6111627" y="904906"/>
                  </a:lnTo>
                  <a:lnTo>
                    <a:pt x="6069581" y="974356"/>
                  </a:lnTo>
                  <a:lnTo>
                    <a:pt x="6027451" y="1044234"/>
                  </a:lnTo>
                  <a:lnTo>
                    <a:pt x="5985363" y="1113896"/>
                  </a:lnTo>
                  <a:lnTo>
                    <a:pt x="5943440" y="1182710"/>
                  </a:lnTo>
                  <a:lnTo>
                    <a:pt x="5901791" y="1250073"/>
                  </a:lnTo>
                  <a:lnTo>
                    <a:pt x="5860502" y="1315436"/>
                  </a:lnTo>
                  <a:lnTo>
                    <a:pt x="5819628" y="1378323"/>
                  </a:lnTo>
                  <a:lnTo>
                    <a:pt x="5779185" y="1438339"/>
                  </a:lnTo>
                  <a:lnTo>
                    <a:pt x="5739142" y="1495182"/>
                  </a:lnTo>
                  <a:lnTo>
                    <a:pt x="5699420" y="1548642"/>
                  </a:lnTo>
                  <a:lnTo>
                    <a:pt x="5659883" y="1598601"/>
                  </a:lnTo>
                  <a:lnTo>
                    <a:pt x="5620333" y="1645025"/>
                  </a:lnTo>
                  <a:lnTo>
                    <a:pt x="5580502" y="1687960"/>
                  </a:lnTo>
                  <a:lnTo>
                    <a:pt x="5567201" y="1701416"/>
                  </a:lnTo>
                  <a:lnTo>
                    <a:pt x="5519753" y="1745745"/>
                  </a:lnTo>
                  <a:lnTo>
                    <a:pt x="5470642" y="1785518"/>
                  </a:lnTo>
                  <a:lnTo>
                    <a:pt x="5419068" y="1820983"/>
                  </a:lnTo>
                  <a:lnTo>
                    <a:pt x="5364133" y="1852549"/>
                  </a:lnTo>
                  <a:lnTo>
                    <a:pt x="5304931" y="1880671"/>
                  </a:lnTo>
                  <a:lnTo>
                    <a:pt x="5240623" y="1905785"/>
                  </a:lnTo>
                  <a:lnTo>
                    <a:pt x="5170547" y="1928268"/>
                  </a:lnTo>
                  <a:lnTo>
                    <a:pt x="5094358" y="1948421"/>
                  </a:lnTo>
                  <a:lnTo>
                    <a:pt x="5012210" y="1966457"/>
                  </a:lnTo>
                  <a:lnTo>
                    <a:pt x="4924981" y="1982503"/>
                  </a:lnTo>
                  <a:lnTo>
                    <a:pt x="4834469" y="1996600"/>
                  </a:lnTo>
                  <a:lnTo>
                    <a:pt x="4743510" y="2008732"/>
                  </a:lnTo>
                  <a:lnTo>
                    <a:pt x="4655889" y="2018848"/>
                  </a:lnTo>
                  <a:lnTo>
                    <a:pt x="4575950" y="2026920"/>
                  </a:lnTo>
                  <a:lnTo>
                    <a:pt x="4507891" y="2032983"/>
                  </a:lnTo>
                  <a:lnTo>
                    <a:pt x="4454880" y="2037180"/>
                  </a:lnTo>
                  <a:lnTo>
                    <a:pt x="4418268" y="2039772"/>
                  </a:lnTo>
                  <a:lnTo>
                    <a:pt x="4397150" y="2041116"/>
                  </a:lnTo>
                  <a:lnTo>
                    <a:pt x="4388376" y="2041620"/>
                  </a:lnTo>
                  <a:lnTo>
                    <a:pt x="4386856" y="2041700"/>
                  </a:lnTo>
                  <a:lnTo>
                    <a:pt x="4386855" y="2041700"/>
                  </a:lnTo>
                  <a:lnTo>
                    <a:pt x="3848118" y="2041700"/>
                  </a:lnTo>
                  <a:lnTo>
                    <a:pt x="3846839" y="2041663"/>
                  </a:lnTo>
                  <a:lnTo>
                    <a:pt x="3838489" y="2041401"/>
                  </a:lnTo>
                  <a:lnTo>
                    <a:pt x="3817662" y="2040676"/>
                  </a:lnTo>
                  <a:lnTo>
                    <a:pt x="3780988" y="2039254"/>
                  </a:lnTo>
                  <a:lnTo>
                    <a:pt x="3727458" y="2036928"/>
                  </a:lnTo>
                  <a:lnTo>
                    <a:pt x="3658448" y="2033551"/>
                  </a:lnTo>
                  <a:lnTo>
                    <a:pt x="3577259" y="2029039"/>
                  </a:lnTo>
                  <a:lnTo>
                    <a:pt x="3488273" y="2023372"/>
                  </a:lnTo>
                  <a:lnTo>
                    <a:pt x="3396005" y="2016569"/>
                  </a:lnTo>
                  <a:lnTo>
                    <a:pt x="3304362" y="2008656"/>
                  </a:lnTo>
                  <a:lnTo>
                    <a:pt x="3216239" y="1999643"/>
                  </a:lnTo>
                  <a:lnTo>
                    <a:pt x="3133439" y="1989502"/>
                  </a:lnTo>
                  <a:lnTo>
                    <a:pt x="3056802" y="1978157"/>
                  </a:lnTo>
                  <a:lnTo>
                    <a:pt x="2986432" y="1965480"/>
                  </a:lnTo>
                  <a:lnTo>
                    <a:pt x="2921924" y="1951295"/>
                  </a:lnTo>
                  <a:lnTo>
                    <a:pt x="2862557" y="1935380"/>
                  </a:lnTo>
                  <a:lnTo>
                    <a:pt x="2807442" y="1917482"/>
                  </a:lnTo>
                  <a:lnTo>
                    <a:pt x="2755630" y="1897343"/>
                  </a:lnTo>
                  <a:lnTo>
                    <a:pt x="2706199" y="1874739"/>
                  </a:lnTo>
                  <a:lnTo>
                    <a:pt x="2667772" y="1854771"/>
                  </a:lnTo>
                  <a:lnTo>
                    <a:pt x="2620946" y="1827669"/>
                  </a:lnTo>
                  <a:lnTo>
                    <a:pt x="2574576" y="1797946"/>
                  </a:lnTo>
                  <a:lnTo>
                    <a:pt x="2528224" y="1765557"/>
                  </a:lnTo>
                  <a:lnTo>
                    <a:pt x="2481579" y="1730541"/>
                  </a:lnTo>
                  <a:lnTo>
                    <a:pt x="2434449" y="1693022"/>
                  </a:lnTo>
                  <a:lnTo>
                    <a:pt x="2386740" y="1653224"/>
                  </a:lnTo>
                  <a:lnTo>
                    <a:pt x="2338452" y="1611463"/>
                  </a:lnTo>
                  <a:lnTo>
                    <a:pt x="2289657" y="1568146"/>
                  </a:lnTo>
                  <a:lnTo>
                    <a:pt x="2240494" y="1523756"/>
                  </a:lnTo>
                  <a:lnTo>
                    <a:pt x="2191139" y="1478827"/>
                  </a:lnTo>
                  <a:lnTo>
                    <a:pt x="2141794" y="1433925"/>
                  </a:lnTo>
                  <a:lnTo>
                    <a:pt x="2092658" y="1389613"/>
                  </a:lnTo>
                  <a:lnTo>
                    <a:pt x="2043905" y="1346421"/>
                  </a:lnTo>
                  <a:lnTo>
                    <a:pt x="1995668" y="1304826"/>
                  </a:lnTo>
                  <a:lnTo>
                    <a:pt x="1948015" y="1265227"/>
                  </a:lnTo>
                  <a:lnTo>
                    <a:pt x="1900935" y="1227932"/>
                  </a:lnTo>
                  <a:lnTo>
                    <a:pt x="1854327" y="1193155"/>
                  </a:lnTo>
                  <a:lnTo>
                    <a:pt x="1807988" y="1161013"/>
                  </a:lnTo>
                  <a:lnTo>
                    <a:pt x="1761597" y="1131536"/>
                  </a:lnTo>
                  <a:lnTo>
                    <a:pt x="1719082" y="1107055"/>
                  </a:lnTo>
                  <a:lnTo>
                    <a:pt x="1670966" y="1082384"/>
                  </a:lnTo>
                  <a:lnTo>
                    <a:pt x="1621131" y="1060284"/>
                  </a:lnTo>
                  <a:lnTo>
                    <a:pt x="1568738" y="1040611"/>
                  </a:lnTo>
                  <a:lnTo>
                    <a:pt x="1512852" y="1023129"/>
                  </a:lnTo>
                  <a:lnTo>
                    <a:pt x="1452528" y="1007577"/>
                  </a:lnTo>
                  <a:lnTo>
                    <a:pt x="1386903" y="993709"/>
                  </a:lnTo>
                  <a:lnTo>
                    <a:pt x="1315305" y="981310"/>
                  </a:lnTo>
                  <a:lnTo>
                    <a:pt x="1237414" y="970213"/>
                  </a:lnTo>
                  <a:lnTo>
                    <a:pt x="1153459" y="960300"/>
                  </a:lnTo>
                  <a:lnTo>
                    <a:pt x="1064458" y="951507"/>
                  </a:lnTo>
                  <a:lnTo>
                    <a:pt x="972425" y="943814"/>
                  </a:lnTo>
                  <a:lnTo>
                    <a:pt x="880471" y="937234"/>
                  </a:lnTo>
                  <a:lnTo>
                    <a:pt x="792668" y="931797"/>
                  </a:lnTo>
                  <a:lnTo>
                    <a:pt x="713575" y="927514"/>
                  </a:lnTo>
                  <a:lnTo>
                    <a:pt x="647434" y="924354"/>
                  </a:lnTo>
                  <a:lnTo>
                    <a:pt x="597221" y="922223"/>
                  </a:lnTo>
                  <a:lnTo>
                    <a:pt x="563859" y="920957"/>
                  </a:lnTo>
                  <a:lnTo>
                    <a:pt x="545854" y="920343"/>
                  </a:lnTo>
                  <a:lnTo>
                    <a:pt x="539402" y="920145"/>
                  </a:lnTo>
                  <a:lnTo>
                    <a:pt x="538736" y="920126"/>
                  </a:lnTo>
                  <a:lnTo>
                    <a:pt x="0" y="9201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" name="pg128"/>
            <p:cNvSpPr/>
            <p:nvPr/>
          </p:nvSpPr>
          <p:spPr>
            <a:xfrm>
              <a:off x="546595" y="679678"/>
              <a:ext cx="8234974" cy="1965476"/>
            </a:xfrm>
            <a:custGeom>
              <a:avLst/>
              <a:pathLst>
                <a:path w="8234974" h="1965476">
                  <a:moveTo>
                    <a:pt x="0" y="833013"/>
                  </a:moveTo>
                  <a:lnTo>
                    <a:pt x="538736" y="833013"/>
                  </a:lnTo>
                  <a:lnTo>
                    <a:pt x="540015" y="833050"/>
                  </a:lnTo>
                  <a:lnTo>
                    <a:pt x="548362" y="833315"/>
                  </a:lnTo>
                  <a:lnTo>
                    <a:pt x="569182" y="834047"/>
                  </a:lnTo>
                  <a:lnTo>
                    <a:pt x="605845" y="835482"/>
                  </a:lnTo>
                  <a:lnTo>
                    <a:pt x="659360" y="837829"/>
                  </a:lnTo>
                  <a:lnTo>
                    <a:pt x="728353" y="841239"/>
                  </a:lnTo>
                  <a:lnTo>
                    <a:pt x="809523" y="845793"/>
                  </a:lnTo>
                  <a:lnTo>
                    <a:pt x="898494" y="851513"/>
                  </a:lnTo>
                  <a:lnTo>
                    <a:pt x="990750" y="858380"/>
                  </a:lnTo>
                  <a:lnTo>
                    <a:pt x="1082385" y="866368"/>
                  </a:lnTo>
                  <a:lnTo>
                    <a:pt x="1170503" y="875466"/>
                  </a:lnTo>
                  <a:lnTo>
                    <a:pt x="1253301" y="885702"/>
                  </a:lnTo>
                  <a:lnTo>
                    <a:pt x="1329939" y="897154"/>
                  </a:lnTo>
                  <a:lnTo>
                    <a:pt x="1400310" y="909950"/>
                  </a:lnTo>
                  <a:lnTo>
                    <a:pt x="1464820" y="924269"/>
                  </a:lnTo>
                  <a:lnTo>
                    <a:pt x="1524189" y="940333"/>
                  </a:lnTo>
                  <a:lnTo>
                    <a:pt x="1579305" y="958398"/>
                  </a:lnTo>
                  <a:lnTo>
                    <a:pt x="1631116" y="978725"/>
                  </a:lnTo>
                  <a:lnTo>
                    <a:pt x="1680545" y="1001541"/>
                  </a:lnTo>
                  <a:lnTo>
                    <a:pt x="1719082" y="1021757"/>
                  </a:lnTo>
                  <a:lnTo>
                    <a:pt x="1765822" y="1049068"/>
                  </a:lnTo>
                  <a:lnTo>
                    <a:pt x="1812106" y="1079017"/>
                  </a:lnTo>
                  <a:lnTo>
                    <a:pt x="1858371" y="1111647"/>
                  </a:lnTo>
                  <a:lnTo>
                    <a:pt x="1904926" y="1146921"/>
                  </a:lnTo>
                  <a:lnTo>
                    <a:pt x="1951965" y="1184712"/>
                  </a:lnTo>
                  <a:lnTo>
                    <a:pt x="1999578" y="1224801"/>
                  </a:lnTo>
                  <a:lnTo>
                    <a:pt x="2047771" y="1266867"/>
                  </a:lnTo>
                  <a:lnTo>
                    <a:pt x="2096468" y="1310504"/>
                  </a:lnTo>
                  <a:lnTo>
                    <a:pt x="2145536" y="1355230"/>
                  </a:lnTo>
                  <a:lnTo>
                    <a:pt x="2194797" y="1400505"/>
                  </a:lnTo>
                  <a:lnTo>
                    <a:pt x="2244052" y="1445765"/>
                  </a:lnTo>
                  <a:lnTo>
                    <a:pt x="2293103" y="1490443"/>
                  </a:lnTo>
                  <a:lnTo>
                    <a:pt x="2341776" y="1534005"/>
                  </a:lnTo>
                  <a:lnTo>
                    <a:pt x="2389937" y="1575972"/>
                  </a:lnTo>
                  <a:lnTo>
                    <a:pt x="2437518" y="1615940"/>
                  </a:lnTo>
                  <a:lnTo>
                    <a:pt x="2484526" y="1653597"/>
                  </a:lnTo>
                  <a:lnTo>
                    <a:pt x="2531059" y="1688726"/>
                  </a:lnTo>
                  <a:lnTo>
                    <a:pt x="2577316" y="1721207"/>
                  </a:lnTo>
                  <a:lnTo>
                    <a:pt x="2623612" y="1751007"/>
                  </a:lnTo>
                  <a:lnTo>
                    <a:pt x="2667772" y="1776732"/>
                  </a:lnTo>
                  <a:lnTo>
                    <a:pt x="2715883" y="1801640"/>
                  </a:lnTo>
                  <a:lnTo>
                    <a:pt x="2765712" y="1823953"/>
                  </a:lnTo>
                  <a:lnTo>
                    <a:pt x="2818098" y="1843815"/>
                  </a:lnTo>
                  <a:lnTo>
                    <a:pt x="2873975" y="1861465"/>
                  </a:lnTo>
                  <a:lnTo>
                    <a:pt x="2934289" y="1877167"/>
                  </a:lnTo>
                  <a:lnTo>
                    <a:pt x="2999902" y="1891170"/>
                  </a:lnTo>
                  <a:lnTo>
                    <a:pt x="3071487" y="1903689"/>
                  </a:lnTo>
                  <a:lnTo>
                    <a:pt x="3149364" y="1914893"/>
                  </a:lnTo>
                  <a:lnTo>
                    <a:pt x="3233302" y="1924901"/>
                  </a:lnTo>
                  <a:lnTo>
                    <a:pt x="3322288" y="1933780"/>
                  </a:lnTo>
                  <a:lnTo>
                    <a:pt x="3414308" y="1941549"/>
                  </a:lnTo>
                  <a:lnTo>
                    <a:pt x="3506254" y="1948193"/>
                  </a:lnTo>
                  <a:lnTo>
                    <a:pt x="3594055" y="1953684"/>
                  </a:lnTo>
                  <a:lnTo>
                    <a:pt x="3673157" y="1958010"/>
                  </a:lnTo>
                  <a:lnTo>
                    <a:pt x="3739316" y="1961202"/>
                  </a:lnTo>
                  <a:lnTo>
                    <a:pt x="3789554" y="1963356"/>
                  </a:lnTo>
                  <a:lnTo>
                    <a:pt x="3822944" y="1964635"/>
                  </a:lnTo>
                  <a:lnTo>
                    <a:pt x="3840976" y="1965256"/>
                  </a:lnTo>
                  <a:lnTo>
                    <a:pt x="3847447" y="1965457"/>
                  </a:lnTo>
                  <a:lnTo>
                    <a:pt x="3848118" y="1965476"/>
                  </a:lnTo>
                  <a:lnTo>
                    <a:pt x="4386855" y="1965476"/>
                  </a:lnTo>
                  <a:lnTo>
                    <a:pt x="4388090" y="1965415"/>
                  </a:lnTo>
                  <a:lnTo>
                    <a:pt x="4396153" y="1964974"/>
                  </a:lnTo>
                  <a:lnTo>
                    <a:pt x="4416293" y="1963757"/>
                  </a:lnTo>
                  <a:lnTo>
                    <a:pt x="4451823" y="1961367"/>
                  </a:lnTo>
                  <a:lnTo>
                    <a:pt x="4503817" y="1957456"/>
                  </a:lnTo>
                  <a:lnTo>
                    <a:pt x="4571064" y="1951767"/>
                  </a:lnTo>
                  <a:lnTo>
                    <a:pt x="4650479" y="1944155"/>
                  </a:lnTo>
                  <a:lnTo>
                    <a:pt x="4737884" y="1934578"/>
                  </a:lnTo>
                  <a:lnTo>
                    <a:pt x="4828900" y="1923064"/>
                  </a:lnTo>
                  <a:lnTo>
                    <a:pt x="4919675" y="1909658"/>
                  </a:lnTo>
                  <a:lnTo>
                    <a:pt x="5007297" y="1894383"/>
                  </a:lnTo>
                  <a:lnTo>
                    <a:pt x="5089897" y="1877199"/>
                  </a:lnTo>
                  <a:lnTo>
                    <a:pt x="5166550" y="1857992"/>
                  </a:lnTo>
                  <a:lnTo>
                    <a:pt x="5237063" y="1836560"/>
                  </a:lnTo>
                  <a:lnTo>
                    <a:pt x="5301761" y="1812619"/>
                  </a:lnTo>
                  <a:lnTo>
                    <a:pt x="5361297" y="1785809"/>
                  </a:lnTo>
                  <a:lnTo>
                    <a:pt x="5416509" y="1755713"/>
                  </a:lnTo>
                  <a:lnTo>
                    <a:pt x="5468305" y="1721893"/>
                  </a:lnTo>
                  <a:lnTo>
                    <a:pt x="5517589" y="1683951"/>
                  </a:lnTo>
                  <a:lnTo>
                    <a:pt x="5565172" y="1641640"/>
                  </a:lnTo>
                  <a:lnTo>
                    <a:pt x="5567201" y="1639712"/>
                  </a:lnTo>
                  <a:lnTo>
                    <a:pt x="5607777" y="1599088"/>
                  </a:lnTo>
                  <a:lnTo>
                    <a:pt x="5647959" y="1555052"/>
                  </a:lnTo>
                  <a:lnTo>
                    <a:pt x="5688052" y="1507539"/>
                  </a:lnTo>
                  <a:lnTo>
                    <a:pt x="5728284" y="1456558"/>
                  </a:lnTo>
                  <a:lnTo>
                    <a:pt x="5768814" y="1402204"/>
                  </a:lnTo>
                  <a:lnTo>
                    <a:pt x="5809740" y="1344661"/>
                  </a:lnTo>
                  <a:lnTo>
                    <a:pt x="5851106" y="1284208"/>
                  </a:lnTo>
                  <a:lnTo>
                    <a:pt x="5892906" y="1221219"/>
                  </a:lnTo>
                  <a:lnTo>
                    <a:pt x="5935092" y="1156152"/>
                  </a:lnTo>
                  <a:lnTo>
                    <a:pt x="5977580" y="1089543"/>
                  </a:lnTo>
                  <a:lnTo>
                    <a:pt x="6020260" y="1021984"/>
                  </a:lnTo>
                  <a:lnTo>
                    <a:pt x="6063006" y="954106"/>
                  </a:lnTo>
                  <a:lnTo>
                    <a:pt x="6105685" y="886550"/>
                  </a:lnTo>
                  <a:lnTo>
                    <a:pt x="6148172" y="819946"/>
                  </a:lnTo>
                  <a:lnTo>
                    <a:pt x="6190357" y="754886"/>
                  </a:lnTo>
                  <a:lnTo>
                    <a:pt x="6232155" y="691906"/>
                  </a:lnTo>
                  <a:lnTo>
                    <a:pt x="6273520" y="631464"/>
                  </a:lnTo>
                  <a:lnTo>
                    <a:pt x="6314444" y="573934"/>
                  </a:lnTo>
                  <a:lnTo>
                    <a:pt x="6354972" y="519593"/>
                  </a:lnTo>
                  <a:lnTo>
                    <a:pt x="6395203" y="468626"/>
                  </a:lnTo>
                  <a:lnTo>
                    <a:pt x="6435296" y="421127"/>
                  </a:lnTo>
                  <a:lnTo>
                    <a:pt x="6475479" y="377106"/>
                  </a:lnTo>
                  <a:lnTo>
                    <a:pt x="6515891" y="336653"/>
                  </a:lnTo>
                  <a:lnTo>
                    <a:pt x="6563417" y="294151"/>
                  </a:lnTo>
                  <a:lnTo>
                    <a:pt x="6612611" y="256024"/>
                  </a:lnTo>
                  <a:lnTo>
                    <a:pt x="6664281" y="222033"/>
                  </a:lnTo>
                  <a:lnTo>
                    <a:pt x="6719326" y="191786"/>
                  </a:lnTo>
                  <a:lnTo>
                    <a:pt x="6778657" y="164842"/>
                  </a:lnTo>
                  <a:lnTo>
                    <a:pt x="6843117" y="140785"/>
                  </a:lnTo>
                  <a:lnTo>
                    <a:pt x="6913369" y="119252"/>
                  </a:lnTo>
                  <a:lnTo>
                    <a:pt x="6989755" y="99953"/>
                  </a:lnTo>
                  <a:lnTo>
                    <a:pt x="7072112" y="82685"/>
                  </a:lnTo>
                  <a:lnTo>
                    <a:pt x="7159547" y="67328"/>
                  </a:lnTo>
                  <a:lnTo>
                    <a:pt x="7250239" y="53842"/>
                  </a:lnTo>
                  <a:lnTo>
                    <a:pt x="7341319" y="42245"/>
                  </a:lnTo>
                  <a:lnTo>
                    <a:pt x="7428969" y="32583"/>
                  </a:lnTo>
                  <a:lnTo>
                    <a:pt x="7508820" y="24886"/>
                  </a:lnTo>
                  <a:lnTo>
                    <a:pt x="7576668" y="19116"/>
                  </a:lnTo>
                  <a:lnTo>
                    <a:pt x="7629361" y="15133"/>
                  </a:lnTo>
                  <a:lnTo>
                    <a:pt x="7665598" y="12684"/>
                  </a:lnTo>
                  <a:lnTo>
                    <a:pt x="7686350" y="11424"/>
                  </a:lnTo>
                  <a:lnTo>
                    <a:pt x="7694839" y="10959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40" y="1954550"/>
                  </a:lnTo>
                  <a:lnTo>
                    <a:pt x="3838493" y="1954286"/>
                  </a:lnTo>
                  <a:lnTo>
                    <a:pt x="3817672" y="1953554"/>
                  </a:lnTo>
                  <a:lnTo>
                    <a:pt x="3781010" y="1952118"/>
                  </a:lnTo>
                  <a:lnTo>
                    <a:pt x="3727494" y="1949771"/>
                  </a:lnTo>
                  <a:lnTo>
                    <a:pt x="3658502" y="1946362"/>
                  </a:lnTo>
                  <a:lnTo>
                    <a:pt x="3577331" y="1941807"/>
                  </a:lnTo>
                  <a:lnTo>
                    <a:pt x="3488360" y="1936087"/>
                  </a:lnTo>
                  <a:lnTo>
                    <a:pt x="3396104" y="1929220"/>
                  </a:lnTo>
                  <a:lnTo>
                    <a:pt x="3304470" y="1921233"/>
                  </a:lnTo>
                  <a:lnTo>
                    <a:pt x="3216352" y="1912135"/>
                  </a:lnTo>
                  <a:lnTo>
                    <a:pt x="3133553" y="1901898"/>
                  </a:lnTo>
                  <a:lnTo>
                    <a:pt x="3056916" y="1890446"/>
                  </a:lnTo>
                  <a:lnTo>
                    <a:pt x="2986545" y="1877650"/>
                  </a:lnTo>
                  <a:lnTo>
                    <a:pt x="2922034" y="1863332"/>
                  </a:lnTo>
                  <a:lnTo>
                    <a:pt x="2862666" y="1847267"/>
                  </a:lnTo>
                  <a:lnTo>
                    <a:pt x="2807550" y="1829203"/>
                  </a:lnTo>
                  <a:lnTo>
                    <a:pt x="2755739" y="1808876"/>
                  </a:lnTo>
                  <a:lnTo>
                    <a:pt x="2706309" y="1786060"/>
                  </a:lnTo>
                  <a:lnTo>
                    <a:pt x="2667772" y="1765843"/>
                  </a:lnTo>
                  <a:lnTo>
                    <a:pt x="2621032" y="1738532"/>
                  </a:lnTo>
                  <a:lnTo>
                    <a:pt x="2574749" y="1708583"/>
                  </a:lnTo>
                  <a:lnTo>
                    <a:pt x="2528483" y="1675954"/>
                  </a:lnTo>
                  <a:lnTo>
                    <a:pt x="2481928" y="1640680"/>
                  </a:lnTo>
                  <a:lnTo>
                    <a:pt x="2434890" y="1602888"/>
                  </a:lnTo>
                  <a:lnTo>
                    <a:pt x="2387276" y="1562800"/>
                  </a:lnTo>
                  <a:lnTo>
                    <a:pt x="2339084" y="1520734"/>
                  </a:lnTo>
                  <a:lnTo>
                    <a:pt x="2290387" y="1477096"/>
                  </a:lnTo>
                  <a:lnTo>
                    <a:pt x="2241319" y="1432371"/>
                  </a:lnTo>
                  <a:lnTo>
                    <a:pt x="2192058" y="1387096"/>
                  </a:lnTo>
                  <a:lnTo>
                    <a:pt x="2142803" y="1341836"/>
                  </a:lnTo>
                  <a:lnTo>
                    <a:pt x="2093751" y="1297157"/>
                  </a:lnTo>
                  <a:lnTo>
                    <a:pt x="2045079" y="1253595"/>
                  </a:lnTo>
                  <a:lnTo>
                    <a:pt x="1996917" y="1211629"/>
                  </a:lnTo>
                  <a:lnTo>
                    <a:pt x="1949336" y="1171661"/>
                  </a:lnTo>
                  <a:lnTo>
                    <a:pt x="1902328" y="1134004"/>
                  </a:lnTo>
                  <a:lnTo>
                    <a:pt x="1855796" y="1098875"/>
                  </a:lnTo>
                  <a:lnTo>
                    <a:pt x="1809538" y="1066394"/>
                  </a:lnTo>
                  <a:lnTo>
                    <a:pt x="1763242" y="1036593"/>
                  </a:lnTo>
                  <a:lnTo>
                    <a:pt x="1719082" y="1010868"/>
                  </a:lnTo>
                  <a:lnTo>
                    <a:pt x="1670972" y="985960"/>
                  </a:lnTo>
                  <a:lnTo>
                    <a:pt x="1621143" y="963648"/>
                  </a:lnTo>
                  <a:lnTo>
                    <a:pt x="1568757" y="943786"/>
                  </a:lnTo>
                  <a:lnTo>
                    <a:pt x="1512879" y="926135"/>
                  </a:lnTo>
                  <a:lnTo>
                    <a:pt x="1452566" y="910434"/>
                  </a:lnTo>
                  <a:lnTo>
                    <a:pt x="1386952" y="896431"/>
                  </a:lnTo>
                  <a:lnTo>
                    <a:pt x="1315368" y="883912"/>
                  </a:lnTo>
                  <a:lnTo>
                    <a:pt x="1237491" y="872707"/>
                  </a:lnTo>
                  <a:lnTo>
                    <a:pt x="1153552" y="862699"/>
                  </a:lnTo>
                  <a:lnTo>
                    <a:pt x="1064567" y="853820"/>
                  </a:lnTo>
                  <a:lnTo>
                    <a:pt x="972546" y="846052"/>
                  </a:lnTo>
                  <a:lnTo>
                    <a:pt x="880601" y="839408"/>
                  </a:lnTo>
                  <a:lnTo>
                    <a:pt x="792799" y="833916"/>
                  </a:lnTo>
                  <a:lnTo>
                    <a:pt x="713698" y="829590"/>
                  </a:lnTo>
                  <a:lnTo>
                    <a:pt x="647539" y="826398"/>
                  </a:lnTo>
                  <a:lnTo>
                    <a:pt x="597301" y="824245"/>
                  </a:lnTo>
                  <a:lnTo>
                    <a:pt x="563911" y="822965"/>
                  </a:lnTo>
                  <a:lnTo>
                    <a:pt x="545879" y="822345"/>
                  </a:lnTo>
                  <a:lnTo>
                    <a:pt x="539407" y="822143"/>
                  </a:lnTo>
                  <a:lnTo>
                    <a:pt x="538736" y="822124"/>
                  </a:lnTo>
                  <a:lnTo>
                    <a:pt x="0" y="82212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546595" y="690567"/>
              <a:ext cx="8234974" cy="1954587"/>
            </a:xfrm>
            <a:custGeom>
              <a:avLst/>
              <a:pathLst>
                <a:path w="8234974" h="1954587">
                  <a:moveTo>
                    <a:pt x="0" y="822124"/>
                  </a:moveTo>
                  <a:lnTo>
                    <a:pt x="538736" y="822124"/>
                  </a:lnTo>
                  <a:lnTo>
                    <a:pt x="540015" y="822161"/>
                  </a:lnTo>
                  <a:lnTo>
                    <a:pt x="548362" y="822426"/>
                  </a:lnTo>
                  <a:lnTo>
                    <a:pt x="569182" y="823157"/>
                  </a:lnTo>
                  <a:lnTo>
                    <a:pt x="605845" y="824593"/>
                  </a:lnTo>
                  <a:lnTo>
                    <a:pt x="659360" y="826940"/>
                  </a:lnTo>
                  <a:lnTo>
                    <a:pt x="728353" y="830350"/>
                  </a:lnTo>
                  <a:lnTo>
                    <a:pt x="809523" y="834904"/>
                  </a:lnTo>
                  <a:lnTo>
                    <a:pt x="898494" y="840624"/>
                  </a:lnTo>
                  <a:lnTo>
                    <a:pt x="990750" y="847491"/>
                  </a:lnTo>
                  <a:lnTo>
                    <a:pt x="1082385" y="855479"/>
                  </a:lnTo>
                  <a:lnTo>
                    <a:pt x="1170503" y="864577"/>
                  </a:lnTo>
                  <a:lnTo>
                    <a:pt x="1253301" y="874813"/>
                  </a:lnTo>
                  <a:lnTo>
                    <a:pt x="1329939" y="886265"/>
                  </a:lnTo>
                  <a:lnTo>
                    <a:pt x="1400310" y="899061"/>
                  </a:lnTo>
                  <a:lnTo>
                    <a:pt x="1464820" y="913380"/>
                  </a:lnTo>
                  <a:lnTo>
                    <a:pt x="1524189" y="929444"/>
                  </a:lnTo>
                  <a:lnTo>
                    <a:pt x="1579305" y="947509"/>
                  </a:lnTo>
                  <a:lnTo>
                    <a:pt x="1631116" y="967836"/>
                  </a:lnTo>
                  <a:lnTo>
                    <a:pt x="1680545" y="990652"/>
                  </a:lnTo>
                  <a:lnTo>
                    <a:pt x="1719082" y="1010868"/>
                  </a:lnTo>
                  <a:lnTo>
                    <a:pt x="1765822" y="1038179"/>
                  </a:lnTo>
                  <a:lnTo>
                    <a:pt x="1812106" y="1068128"/>
                  </a:lnTo>
                  <a:lnTo>
                    <a:pt x="1858371" y="1100758"/>
                  </a:lnTo>
                  <a:lnTo>
                    <a:pt x="1904926" y="1136031"/>
                  </a:lnTo>
                  <a:lnTo>
                    <a:pt x="1951965" y="1173823"/>
                  </a:lnTo>
                  <a:lnTo>
                    <a:pt x="1999578" y="1213911"/>
                  </a:lnTo>
                  <a:lnTo>
                    <a:pt x="2047771" y="1255978"/>
                  </a:lnTo>
                  <a:lnTo>
                    <a:pt x="2096468" y="1299615"/>
                  </a:lnTo>
                  <a:lnTo>
                    <a:pt x="2145536" y="1344340"/>
                  </a:lnTo>
                  <a:lnTo>
                    <a:pt x="2194797" y="1389616"/>
                  </a:lnTo>
                  <a:lnTo>
                    <a:pt x="2244052" y="1434875"/>
                  </a:lnTo>
                  <a:lnTo>
                    <a:pt x="2293103" y="1479554"/>
                  </a:lnTo>
                  <a:lnTo>
                    <a:pt x="2341776" y="1523116"/>
                  </a:lnTo>
                  <a:lnTo>
                    <a:pt x="2389937" y="1565083"/>
                  </a:lnTo>
                  <a:lnTo>
                    <a:pt x="2437518" y="1605051"/>
                  </a:lnTo>
                  <a:lnTo>
                    <a:pt x="2484526" y="1642707"/>
                  </a:lnTo>
                  <a:lnTo>
                    <a:pt x="2531059" y="1677837"/>
                  </a:lnTo>
                  <a:lnTo>
                    <a:pt x="2577316" y="1710318"/>
                  </a:lnTo>
                  <a:lnTo>
                    <a:pt x="2623612" y="1740118"/>
                  </a:lnTo>
                  <a:lnTo>
                    <a:pt x="2667772" y="1765843"/>
                  </a:lnTo>
                  <a:lnTo>
                    <a:pt x="2715883" y="1790751"/>
                  </a:lnTo>
                  <a:lnTo>
                    <a:pt x="2765712" y="1813064"/>
                  </a:lnTo>
                  <a:lnTo>
                    <a:pt x="2818098" y="1832926"/>
                  </a:lnTo>
                  <a:lnTo>
                    <a:pt x="2873975" y="1850576"/>
                  </a:lnTo>
                  <a:lnTo>
                    <a:pt x="2934289" y="1866278"/>
                  </a:lnTo>
                  <a:lnTo>
                    <a:pt x="2999902" y="1880281"/>
                  </a:lnTo>
                  <a:lnTo>
                    <a:pt x="3071487" y="1892799"/>
                  </a:lnTo>
                  <a:lnTo>
                    <a:pt x="3149364" y="1904004"/>
                  </a:lnTo>
                  <a:lnTo>
                    <a:pt x="3233302" y="1914012"/>
                  </a:lnTo>
                  <a:lnTo>
                    <a:pt x="3322288" y="1922891"/>
                  </a:lnTo>
                  <a:lnTo>
                    <a:pt x="3414308" y="1930660"/>
                  </a:lnTo>
                  <a:lnTo>
                    <a:pt x="3506254" y="1937304"/>
                  </a:lnTo>
                  <a:lnTo>
                    <a:pt x="3594055" y="1942795"/>
                  </a:lnTo>
                  <a:lnTo>
                    <a:pt x="3673157" y="1947121"/>
                  </a:lnTo>
                  <a:lnTo>
                    <a:pt x="3739316" y="1950313"/>
                  </a:lnTo>
                  <a:lnTo>
                    <a:pt x="3789554" y="1952467"/>
                  </a:lnTo>
                  <a:lnTo>
                    <a:pt x="3822944" y="1953746"/>
                  </a:lnTo>
                  <a:lnTo>
                    <a:pt x="3840976" y="1954367"/>
                  </a:lnTo>
                  <a:lnTo>
                    <a:pt x="3847447" y="1954568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3" y="1954085"/>
                  </a:lnTo>
                  <a:lnTo>
                    <a:pt x="4416293" y="1952868"/>
                  </a:lnTo>
                  <a:lnTo>
                    <a:pt x="4451823" y="1950478"/>
                  </a:lnTo>
                  <a:lnTo>
                    <a:pt x="4503817" y="1946567"/>
                  </a:lnTo>
                  <a:lnTo>
                    <a:pt x="4571064" y="1940878"/>
                  </a:lnTo>
                  <a:lnTo>
                    <a:pt x="4650479" y="1933266"/>
                  </a:lnTo>
                  <a:lnTo>
                    <a:pt x="4737884" y="1923689"/>
                  </a:lnTo>
                  <a:lnTo>
                    <a:pt x="4828900" y="1912175"/>
                  </a:lnTo>
                  <a:lnTo>
                    <a:pt x="4919675" y="1898769"/>
                  </a:lnTo>
                  <a:lnTo>
                    <a:pt x="5007297" y="1883494"/>
                  </a:lnTo>
                  <a:lnTo>
                    <a:pt x="5089897" y="1866310"/>
                  </a:lnTo>
                  <a:lnTo>
                    <a:pt x="5166550" y="1847103"/>
                  </a:lnTo>
                  <a:lnTo>
                    <a:pt x="5237063" y="1825671"/>
                  </a:lnTo>
                  <a:lnTo>
                    <a:pt x="5301761" y="1801730"/>
                  </a:lnTo>
                  <a:lnTo>
                    <a:pt x="5361297" y="1774920"/>
                  </a:lnTo>
                  <a:lnTo>
                    <a:pt x="5416509" y="1744824"/>
                  </a:lnTo>
                  <a:lnTo>
                    <a:pt x="5468305" y="1711004"/>
                  </a:lnTo>
                  <a:lnTo>
                    <a:pt x="5517589" y="1673062"/>
                  </a:lnTo>
                  <a:lnTo>
                    <a:pt x="5565172" y="1630750"/>
                  </a:lnTo>
                  <a:lnTo>
                    <a:pt x="5567201" y="1628823"/>
                  </a:lnTo>
                  <a:lnTo>
                    <a:pt x="5607777" y="1588198"/>
                  </a:lnTo>
                  <a:lnTo>
                    <a:pt x="5647959" y="1544163"/>
                  </a:lnTo>
                  <a:lnTo>
                    <a:pt x="5688052" y="1496650"/>
                  </a:lnTo>
                  <a:lnTo>
                    <a:pt x="5728284" y="1445669"/>
                  </a:lnTo>
                  <a:lnTo>
                    <a:pt x="5768814" y="1391315"/>
                  </a:lnTo>
                  <a:lnTo>
                    <a:pt x="5809740" y="1333772"/>
                  </a:lnTo>
                  <a:lnTo>
                    <a:pt x="5851106" y="1273319"/>
                  </a:lnTo>
                  <a:lnTo>
                    <a:pt x="5892906" y="1210330"/>
                  </a:lnTo>
                  <a:lnTo>
                    <a:pt x="5935092" y="1145263"/>
                  </a:lnTo>
                  <a:lnTo>
                    <a:pt x="5977580" y="1078654"/>
                  </a:lnTo>
                  <a:lnTo>
                    <a:pt x="6020260" y="1011095"/>
                  </a:lnTo>
                  <a:lnTo>
                    <a:pt x="6063006" y="943217"/>
                  </a:lnTo>
                  <a:lnTo>
                    <a:pt x="6105685" y="875661"/>
                  </a:lnTo>
                  <a:lnTo>
                    <a:pt x="6148172" y="809056"/>
                  </a:lnTo>
                  <a:lnTo>
                    <a:pt x="6190357" y="743997"/>
                  </a:lnTo>
                  <a:lnTo>
                    <a:pt x="6232155" y="681017"/>
                  </a:lnTo>
                  <a:lnTo>
                    <a:pt x="6273520" y="620575"/>
                  </a:lnTo>
                  <a:lnTo>
                    <a:pt x="6314444" y="563044"/>
                  </a:lnTo>
                  <a:lnTo>
                    <a:pt x="6354972" y="508704"/>
                  </a:lnTo>
                  <a:lnTo>
                    <a:pt x="6395203" y="457737"/>
                  </a:lnTo>
                  <a:lnTo>
                    <a:pt x="6435296" y="410238"/>
                  </a:lnTo>
                  <a:lnTo>
                    <a:pt x="6475479" y="366217"/>
                  </a:lnTo>
                  <a:lnTo>
                    <a:pt x="6515891" y="325764"/>
                  </a:lnTo>
                  <a:lnTo>
                    <a:pt x="6563417" y="283262"/>
                  </a:lnTo>
                  <a:lnTo>
                    <a:pt x="6612611" y="245135"/>
                  </a:lnTo>
                  <a:lnTo>
                    <a:pt x="6664281" y="211144"/>
                  </a:lnTo>
                  <a:lnTo>
                    <a:pt x="6719326" y="180897"/>
                  </a:lnTo>
                  <a:lnTo>
                    <a:pt x="6778657" y="153953"/>
                  </a:lnTo>
                  <a:lnTo>
                    <a:pt x="6843117" y="129896"/>
                  </a:lnTo>
                  <a:lnTo>
                    <a:pt x="6913369" y="108362"/>
                  </a:lnTo>
                  <a:lnTo>
                    <a:pt x="6989755" y="89064"/>
                  </a:lnTo>
                  <a:lnTo>
                    <a:pt x="7072112" y="71796"/>
                  </a:lnTo>
                  <a:lnTo>
                    <a:pt x="7159547" y="56439"/>
                  </a:lnTo>
                  <a:lnTo>
                    <a:pt x="7250239" y="42953"/>
                  </a:lnTo>
                  <a:lnTo>
                    <a:pt x="7341319" y="31356"/>
                  </a:lnTo>
                  <a:lnTo>
                    <a:pt x="7428969" y="21694"/>
                  </a:lnTo>
                  <a:lnTo>
                    <a:pt x="7508820" y="13997"/>
                  </a:lnTo>
                  <a:lnTo>
                    <a:pt x="7576668" y="8227"/>
                  </a:lnTo>
                  <a:lnTo>
                    <a:pt x="7629361" y="4244"/>
                  </a:lnTo>
                  <a:lnTo>
                    <a:pt x="7665598" y="1795"/>
                  </a:lnTo>
                  <a:lnTo>
                    <a:pt x="7686350" y="535"/>
                  </a:lnTo>
                  <a:lnTo>
                    <a:pt x="7694839" y="70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546595" y="679678"/>
              <a:ext cx="8234974" cy="1954587"/>
            </a:xfrm>
            <a:custGeom>
              <a:avLst/>
              <a:pathLst>
                <a:path w="8234974" h="1954587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40" y="1954550"/>
                  </a:lnTo>
                  <a:lnTo>
                    <a:pt x="3838493" y="1954286"/>
                  </a:lnTo>
                  <a:lnTo>
                    <a:pt x="3817672" y="1953554"/>
                  </a:lnTo>
                  <a:lnTo>
                    <a:pt x="3781010" y="1952118"/>
                  </a:lnTo>
                  <a:lnTo>
                    <a:pt x="3727494" y="1949771"/>
                  </a:lnTo>
                  <a:lnTo>
                    <a:pt x="3658502" y="1946362"/>
                  </a:lnTo>
                  <a:lnTo>
                    <a:pt x="3577331" y="1941807"/>
                  </a:lnTo>
                  <a:lnTo>
                    <a:pt x="3488360" y="1936087"/>
                  </a:lnTo>
                  <a:lnTo>
                    <a:pt x="3396104" y="1929220"/>
                  </a:lnTo>
                  <a:lnTo>
                    <a:pt x="3304470" y="1921233"/>
                  </a:lnTo>
                  <a:lnTo>
                    <a:pt x="3216352" y="1912135"/>
                  </a:lnTo>
                  <a:lnTo>
                    <a:pt x="3133553" y="1901898"/>
                  </a:lnTo>
                  <a:lnTo>
                    <a:pt x="3056916" y="1890446"/>
                  </a:lnTo>
                  <a:lnTo>
                    <a:pt x="2986545" y="1877650"/>
                  </a:lnTo>
                  <a:lnTo>
                    <a:pt x="2922034" y="1863332"/>
                  </a:lnTo>
                  <a:lnTo>
                    <a:pt x="2862666" y="1847267"/>
                  </a:lnTo>
                  <a:lnTo>
                    <a:pt x="2807550" y="1829203"/>
                  </a:lnTo>
                  <a:lnTo>
                    <a:pt x="2755739" y="1808876"/>
                  </a:lnTo>
                  <a:lnTo>
                    <a:pt x="2706309" y="1786060"/>
                  </a:lnTo>
                  <a:lnTo>
                    <a:pt x="2667772" y="1765843"/>
                  </a:lnTo>
                  <a:lnTo>
                    <a:pt x="2621032" y="1738532"/>
                  </a:lnTo>
                  <a:lnTo>
                    <a:pt x="2574749" y="1708583"/>
                  </a:lnTo>
                  <a:lnTo>
                    <a:pt x="2528483" y="1675954"/>
                  </a:lnTo>
                  <a:lnTo>
                    <a:pt x="2481928" y="1640680"/>
                  </a:lnTo>
                  <a:lnTo>
                    <a:pt x="2434890" y="1602888"/>
                  </a:lnTo>
                  <a:lnTo>
                    <a:pt x="2387276" y="1562800"/>
                  </a:lnTo>
                  <a:lnTo>
                    <a:pt x="2339084" y="1520734"/>
                  </a:lnTo>
                  <a:lnTo>
                    <a:pt x="2290387" y="1477096"/>
                  </a:lnTo>
                  <a:lnTo>
                    <a:pt x="2241319" y="1432371"/>
                  </a:lnTo>
                  <a:lnTo>
                    <a:pt x="2192058" y="1387096"/>
                  </a:lnTo>
                  <a:lnTo>
                    <a:pt x="2142803" y="1341836"/>
                  </a:lnTo>
                  <a:lnTo>
                    <a:pt x="2093751" y="1297157"/>
                  </a:lnTo>
                  <a:lnTo>
                    <a:pt x="2045079" y="1253595"/>
                  </a:lnTo>
                  <a:lnTo>
                    <a:pt x="1996917" y="1211629"/>
                  </a:lnTo>
                  <a:lnTo>
                    <a:pt x="1949336" y="1171661"/>
                  </a:lnTo>
                  <a:lnTo>
                    <a:pt x="1902328" y="1134004"/>
                  </a:lnTo>
                  <a:lnTo>
                    <a:pt x="1855796" y="1098875"/>
                  </a:lnTo>
                  <a:lnTo>
                    <a:pt x="1809538" y="1066394"/>
                  </a:lnTo>
                  <a:lnTo>
                    <a:pt x="1763242" y="1036593"/>
                  </a:lnTo>
                  <a:lnTo>
                    <a:pt x="1719082" y="1010868"/>
                  </a:lnTo>
                  <a:lnTo>
                    <a:pt x="1670972" y="985960"/>
                  </a:lnTo>
                  <a:lnTo>
                    <a:pt x="1621143" y="963648"/>
                  </a:lnTo>
                  <a:lnTo>
                    <a:pt x="1568757" y="943786"/>
                  </a:lnTo>
                  <a:lnTo>
                    <a:pt x="1512879" y="926135"/>
                  </a:lnTo>
                  <a:lnTo>
                    <a:pt x="1452566" y="910434"/>
                  </a:lnTo>
                  <a:lnTo>
                    <a:pt x="1386952" y="896431"/>
                  </a:lnTo>
                  <a:lnTo>
                    <a:pt x="1315368" y="883912"/>
                  </a:lnTo>
                  <a:lnTo>
                    <a:pt x="1237491" y="872707"/>
                  </a:lnTo>
                  <a:lnTo>
                    <a:pt x="1153552" y="862699"/>
                  </a:lnTo>
                  <a:lnTo>
                    <a:pt x="1064567" y="853820"/>
                  </a:lnTo>
                  <a:lnTo>
                    <a:pt x="972546" y="846052"/>
                  </a:lnTo>
                  <a:lnTo>
                    <a:pt x="880601" y="839408"/>
                  </a:lnTo>
                  <a:lnTo>
                    <a:pt x="792799" y="833916"/>
                  </a:lnTo>
                  <a:lnTo>
                    <a:pt x="713698" y="829590"/>
                  </a:lnTo>
                  <a:lnTo>
                    <a:pt x="647539" y="826398"/>
                  </a:lnTo>
                  <a:lnTo>
                    <a:pt x="597301" y="824245"/>
                  </a:lnTo>
                  <a:lnTo>
                    <a:pt x="563911" y="822965"/>
                  </a:lnTo>
                  <a:lnTo>
                    <a:pt x="545879" y="822345"/>
                  </a:lnTo>
                  <a:lnTo>
                    <a:pt x="539407" y="822143"/>
                  </a:lnTo>
                  <a:lnTo>
                    <a:pt x="538736" y="822124"/>
                  </a:lnTo>
                  <a:lnTo>
                    <a:pt x="0" y="8221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" name="pg131"/>
            <p:cNvSpPr/>
            <p:nvPr/>
          </p:nvSpPr>
          <p:spPr>
            <a:xfrm>
              <a:off x="546595" y="728679"/>
              <a:ext cx="8234974" cy="1960032"/>
            </a:xfrm>
            <a:custGeom>
              <a:avLst/>
              <a:pathLst>
                <a:path w="8234974" h="1960032">
                  <a:moveTo>
                    <a:pt x="0" y="822124"/>
                  </a:moveTo>
                  <a:lnTo>
                    <a:pt x="538736" y="822124"/>
                  </a:lnTo>
                  <a:lnTo>
                    <a:pt x="540015" y="822161"/>
                  </a:lnTo>
                  <a:lnTo>
                    <a:pt x="548360" y="822427"/>
                  </a:lnTo>
                  <a:lnTo>
                    <a:pt x="569177" y="823162"/>
                  </a:lnTo>
                  <a:lnTo>
                    <a:pt x="605834" y="824605"/>
                  </a:lnTo>
                  <a:lnTo>
                    <a:pt x="659342" y="826962"/>
                  </a:lnTo>
                  <a:lnTo>
                    <a:pt x="728325" y="830388"/>
                  </a:lnTo>
                  <a:lnTo>
                    <a:pt x="809487" y="834963"/>
                  </a:lnTo>
                  <a:lnTo>
                    <a:pt x="898450" y="840710"/>
                  </a:lnTo>
                  <a:lnTo>
                    <a:pt x="990700" y="847609"/>
                  </a:lnTo>
                  <a:lnTo>
                    <a:pt x="1082331" y="855634"/>
                  </a:lnTo>
                  <a:lnTo>
                    <a:pt x="1170446" y="864774"/>
                  </a:lnTo>
                  <a:lnTo>
                    <a:pt x="1253244" y="875059"/>
                  </a:lnTo>
                  <a:lnTo>
                    <a:pt x="1329881" y="886564"/>
                  </a:lnTo>
                  <a:lnTo>
                    <a:pt x="1400253" y="899420"/>
                  </a:lnTo>
                  <a:lnTo>
                    <a:pt x="1464764" y="913805"/>
                  </a:lnTo>
                  <a:lnTo>
                    <a:pt x="1524134" y="929943"/>
                  </a:lnTo>
                  <a:lnTo>
                    <a:pt x="1579250" y="948092"/>
                  </a:lnTo>
                  <a:lnTo>
                    <a:pt x="1631061" y="968513"/>
                  </a:lnTo>
                  <a:lnTo>
                    <a:pt x="1680490" y="991434"/>
                  </a:lnTo>
                  <a:lnTo>
                    <a:pt x="1719082" y="1011775"/>
                  </a:lnTo>
                  <a:lnTo>
                    <a:pt x="1765779" y="1039191"/>
                  </a:lnTo>
                  <a:lnTo>
                    <a:pt x="1812020" y="1069252"/>
                  </a:lnTo>
                  <a:lnTo>
                    <a:pt x="1858242" y="1102002"/>
                  </a:lnTo>
                  <a:lnTo>
                    <a:pt x="1904752" y="1137404"/>
                  </a:lnTo>
                  <a:lnTo>
                    <a:pt x="1951744" y="1175332"/>
                  </a:lnTo>
                  <a:lnTo>
                    <a:pt x="1999310" y="1215564"/>
                  </a:lnTo>
                  <a:lnTo>
                    <a:pt x="2047454" y="1257782"/>
                  </a:lnTo>
                  <a:lnTo>
                    <a:pt x="2096103" y="1301579"/>
                  </a:lnTo>
                  <a:lnTo>
                    <a:pt x="2145123" y="1346471"/>
                  </a:lnTo>
                  <a:lnTo>
                    <a:pt x="2194337" y="1391919"/>
                  </a:lnTo>
                  <a:lnTo>
                    <a:pt x="2243548" y="1437357"/>
                  </a:lnTo>
                  <a:lnTo>
                    <a:pt x="2292557" y="1482218"/>
                  </a:lnTo>
                  <a:lnTo>
                    <a:pt x="2341189" y="1525965"/>
                  </a:lnTo>
                  <a:lnTo>
                    <a:pt x="2389312" y="1568116"/>
                  </a:lnTo>
                  <a:lnTo>
                    <a:pt x="2436857" y="1608268"/>
                  </a:lnTo>
                  <a:lnTo>
                    <a:pt x="2483829" y="1646106"/>
                  </a:lnTo>
                  <a:lnTo>
                    <a:pt x="2530324" y="1681412"/>
                  </a:lnTo>
                  <a:lnTo>
                    <a:pt x="2576541" y="1714062"/>
                  </a:lnTo>
                  <a:lnTo>
                    <a:pt x="2622790" y="1744024"/>
                  </a:lnTo>
                  <a:lnTo>
                    <a:pt x="2667772" y="1770381"/>
                  </a:lnTo>
                  <a:lnTo>
                    <a:pt x="2715880" y="1795406"/>
                  </a:lnTo>
                  <a:lnTo>
                    <a:pt x="2765705" y="1817825"/>
                  </a:lnTo>
                  <a:lnTo>
                    <a:pt x="2818088" y="1837782"/>
                  </a:lnTo>
                  <a:lnTo>
                    <a:pt x="2873961" y="1855517"/>
                  </a:lnTo>
                  <a:lnTo>
                    <a:pt x="2934270" y="1871293"/>
                  </a:lnTo>
                  <a:lnTo>
                    <a:pt x="2999878" y="1885363"/>
                  </a:lnTo>
                  <a:lnTo>
                    <a:pt x="3071456" y="1897942"/>
                  </a:lnTo>
                  <a:lnTo>
                    <a:pt x="3149325" y="1909200"/>
                  </a:lnTo>
                  <a:lnTo>
                    <a:pt x="3233255" y="1919257"/>
                  </a:lnTo>
                  <a:lnTo>
                    <a:pt x="3322233" y="1928178"/>
                  </a:lnTo>
                  <a:lnTo>
                    <a:pt x="3414247" y="1935984"/>
                  </a:lnTo>
                  <a:lnTo>
                    <a:pt x="3506189" y="1942661"/>
                  </a:lnTo>
                  <a:lnTo>
                    <a:pt x="3593990" y="1948179"/>
                  </a:lnTo>
                  <a:lnTo>
                    <a:pt x="3673095" y="1952527"/>
                  </a:lnTo>
                  <a:lnTo>
                    <a:pt x="3739263" y="1955735"/>
                  </a:lnTo>
                  <a:lnTo>
                    <a:pt x="3789514" y="1957899"/>
                  </a:lnTo>
                  <a:lnTo>
                    <a:pt x="3822918" y="1959186"/>
                  </a:lnTo>
                  <a:lnTo>
                    <a:pt x="3840963" y="1959810"/>
                  </a:lnTo>
                  <a:lnTo>
                    <a:pt x="3847445" y="1960012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092" y="1959971"/>
                  </a:lnTo>
                  <a:lnTo>
                    <a:pt x="4396169" y="1959537"/>
                  </a:lnTo>
                  <a:lnTo>
                    <a:pt x="4416341" y="1958338"/>
                  </a:lnTo>
                  <a:lnTo>
                    <a:pt x="4451926" y="1955984"/>
                  </a:lnTo>
                  <a:lnTo>
                    <a:pt x="4503993" y="1952132"/>
                  </a:lnTo>
                  <a:lnTo>
                    <a:pt x="4571325" y="1946529"/>
                  </a:lnTo>
                  <a:lnTo>
                    <a:pt x="4650825" y="1939032"/>
                  </a:lnTo>
                  <a:lnTo>
                    <a:pt x="4738306" y="1929601"/>
                  </a:lnTo>
                  <a:lnTo>
                    <a:pt x="4829384" y="1918263"/>
                  </a:lnTo>
                  <a:lnTo>
                    <a:pt x="4920202" y="1905064"/>
                  </a:lnTo>
                  <a:lnTo>
                    <a:pt x="5007848" y="1890023"/>
                  </a:lnTo>
                  <a:lnTo>
                    <a:pt x="5090459" y="1873104"/>
                  </a:lnTo>
                  <a:lnTo>
                    <a:pt x="5167111" y="1854191"/>
                  </a:lnTo>
                  <a:lnTo>
                    <a:pt x="5237618" y="1833087"/>
                  </a:lnTo>
                  <a:lnTo>
                    <a:pt x="5302307" y="1809510"/>
                  </a:lnTo>
                  <a:lnTo>
                    <a:pt x="5361835" y="1783105"/>
                  </a:lnTo>
                  <a:lnTo>
                    <a:pt x="5417041" y="1753461"/>
                  </a:lnTo>
                  <a:lnTo>
                    <a:pt x="5468838" y="1720147"/>
                  </a:lnTo>
                  <a:lnTo>
                    <a:pt x="5518128" y="1682771"/>
                  </a:lnTo>
                  <a:lnTo>
                    <a:pt x="5565724" y="1641093"/>
                  </a:lnTo>
                  <a:lnTo>
                    <a:pt x="5567201" y="1639712"/>
                  </a:lnTo>
                  <a:lnTo>
                    <a:pt x="5607998" y="1599538"/>
                  </a:lnTo>
                  <a:lnTo>
                    <a:pt x="5648399" y="1555972"/>
                  </a:lnTo>
                  <a:lnTo>
                    <a:pt x="5688713" y="1508950"/>
                  </a:lnTo>
                  <a:lnTo>
                    <a:pt x="5729171" y="1458481"/>
                  </a:lnTo>
                  <a:lnTo>
                    <a:pt x="5769932" y="1404661"/>
                  </a:lnTo>
                  <a:lnTo>
                    <a:pt x="5811096" y="1347678"/>
                  </a:lnTo>
                  <a:lnTo>
                    <a:pt x="5852705" y="1287813"/>
                  </a:lnTo>
                  <a:lnTo>
                    <a:pt x="5894752" y="1225442"/>
                  </a:lnTo>
                  <a:lnTo>
                    <a:pt x="5937186" y="1161028"/>
                  </a:lnTo>
                  <a:lnTo>
                    <a:pt x="5979920" y="1095109"/>
                  </a:lnTo>
                  <a:lnTo>
                    <a:pt x="6022841" y="1028280"/>
                  </a:lnTo>
                  <a:lnTo>
                    <a:pt x="6065821" y="961171"/>
                  </a:lnTo>
                  <a:lnTo>
                    <a:pt x="6108726" y="894425"/>
                  </a:lnTo>
                  <a:lnTo>
                    <a:pt x="6151427" y="828668"/>
                  </a:lnTo>
                  <a:lnTo>
                    <a:pt x="6193815" y="764490"/>
                  </a:lnTo>
                  <a:lnTo>
                    <a:pt x="6235807" y="702420"/>
                  </a:lnTo>
                  <a:lnTo>
                    <a:pt x="6277358" y="642909"/>
                  </a:lnTo>
                  <a:lnTo>
                    <a:pt x="6318466" y="586322"/>
                  </a:lnTo>
                  <a:lnTo>
                    <a:pt x="6359181" y="532928"/>
                  </a:lnTo>
                  <a:lnTo>
                    <a:pt x="6399609" y="482902"/>
                  </a:lnTo>
                  <a:lnTo>
                    <a:pt x="6439920" y="436329"/>
                  </a:lnTo>
                  <a:lnTo>
                    <a:pt x="6480353" y="393208"/>
                  </a:lnTo>
                  <a:lnTo>
                    <a:pt x="6515891" y="358431"/>
                  </a:lnTo>
                  <a:lnTo>
                    <a:pt x="6563446" y="316617"/>
                  </a:lnTo>
                  <a:lnTo>
                    <a:pt x="6612671" y="279108"/>
                  </a:lnTo>
                  <a:lnTo>
                    <a:pt x="6664375" y="245672"/>
                  </a:lnTo>
                  <a:lnTo>
                    <a:pt x="6719460" y="215919"/>
                  </a:lnTo>
                  <a:lnTo>
                    <a:pt x="6778839" y="189419"/>
                  </a:lnTo>
                  <a:lnTo>
                    <a:pt x="6843354" y="165758"/>
                  </a:lnTo>
                  <a:lnTo>
                    <a:pt x="6913670" y="144581"/>
                  </a:lnTo>
                  <a:lnTo>
                    <a:pt x="6990129" y="125603"/>
                  </a:lnTo>
                  <a:lnTo>
                    <a:pt x="7072562" y="108623"/>
                  </a:lnTo>
                  <a:lnTo>
                    <a:pt x="7160073" y="93524"/>
                  </a:lnTo>
                  <a:lnTo>
                    <a:pt x="7250830" y="80267"/>
                  </a:lnTo>
                  <a:lnTo>
                    <a:pt x="7341954" y="68870"/>
                  </a:lnTo>
                  <a:lnTo>
                    <a:pt x="7429614" y="59378"/>
                  </a:lnTo>
                  <a:lnTo>
                    <a:pt x="7509432" y="51821"/>
                  </a:lnTo>
                  <a:lnTo>
                    <a:pt x="7577202" y="46160"/>
                  </a:lnTo>
                  <a:lnTo>
                    <a:pt x="7629779" y="42256"/>
                  </a:lnTo>
                  <a:lnTo>
                    <a:pt x="7665878" y="39859"/>
                  </a:lnTo>
                  <a:lnTo>
                    <a:pt x="7686496" y="38630"/>
                  </a:lnTo>
                  <a:lnTo>
                    <a:pt x="7694883" y="38178"/>
                  </a:lnTo>
                  <a:lnTo>
                    <a:pt x="7696237" y="38111"/>
                  </a:lnTo>
                  <a:lnTo>
                    <a:pt x="8234974" y="38111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6840" y="1921883"/>
                  </a:lnTo>
                  <a:lnTo>
                    <a:pt x="3838494" y="1921617"/>
                  </a:lnTo>
                  <a:lnTo>
                    <a:pt x="3817678" y="1920882"/>
                  </a:lnTo>
                  <a:lnTo>
                    <a:pt x="3781020" y="1919440"/>
                  </a:lnTo>
                  <a:lnTo>
                    <a:pt x="3727513" y="1917082"/>
                  </a:lnTo>
                  <a:lnTo>
                    <a:pt x="3658529" y="1913657"/>
                  </a:lnTo>
                  <a:lnTo>
                    <a:pt x="3577367" y="1909081"/>
                  </a:lnTo>
                  <a:lnTo>
                    <a:pt x="3488404" y="1903334"/>
                  </a:lnTo>
                  <a:lnTo>
                    <a:pt x="3396154" y="1896435"/>
                  </a:lnTo>
                  <a:lnTo>
                    <a:pt x="3304524" y="1888410"/>
                  </a:lnTo>
                  <a:lnTo>
                    <a:pt x="3216408" y="1879270"/>
                  </a:lnTo>
                  <a:lnTo>
                    <a:pt x="3133611" y="1868985"/>
                  </a:lnTo>
                  <a:lnTo>
                    <a:pt x="3056973" y="1857480"/>
                  </a:lnTo>
                  <a:lnTo>
                    <a:pt x="2986601" y="1844625"/>
                  </a:lnTo>
                  <a:lnTo>
                    <a:pt x="2922090" y="1830240"/>
                  </a:lnTo>
                  <a:lnTo>
                    <a:pt x="2862720" y="1814101"/>
                  </a:lnTo>
                  <a:lnTo>
                    <a:pt x="2807604" y="1795952"/>
                  </a:lnTo>
                  <a:lnTo>
                    <a:pt x="2755793" y="1775531"/>
                  </a:lnTo>
                  <a:lnTo>
                    <a:pt x="2706365" y="1752610"/>
                  </a:lnTo>
                  <a:lnTo>
                    <a:pt x="2667772" y="1732269"/>
                  </a:lnTo>
                  <a:lnTo>
                    <a:pt x="2621075" y="1704853"/>
                  </a:lnTo>
                  <a:lnTo>
                    <a:pt x="2574835" y="1674792"/>
                  </a:lnTo>
                  <a:lnTo>
                    <a:pt x="2528613" y="1642042"/>
                  </a:lnTo>
                  <a:lnTo>
                    <a:pt x="2482103" y="1606641"/>
                  </a:lnTo>
                  <a:lnTo>
                    <a:pt x="2435111" y="1568713"/>
                  </a:lnTo>
                  <a:lnTo>
                    <a:pt x="2387544" y="1528480"/>
                  </a:lnTo>
                  <a:lnTo>
                    <a:pt x="2339400" y="1486262"/>
                  </a:lnTo>
                  <a:lnTo>
                    <a:pt x="2290751" y="1442465"/>
                  </a:lnTo>
                  <a:lnTo>
                    <a:pt x="2241732" y="1397573"/>
                  </a:lnTo>
                  <a:lnTo>
                    <a:pt x="2192517" y="1352125"/>
                  </a:lnTo>
                  <a:lnTo>
                    <a:pt x="2143307" y="1306687"/>
                  </a:lnTo>
                  <a:lnTo>
                    <a:pt x="2094298" y="1261826"/>
                  </a:lnTo>
                  <a:lnTo>
                    <a:pt x="2045666" y="1218080"/>
                  </a:lnTo>
                  <a:lnTo>
                    <a:pt x="1997542" y="1175928"/>
                  </a:lnTo>
                  <a:lnTo>
                    <a:pt x="1949998" y="1135776"/>
                  </a:lnTo>
                  <a:lnTo>
                    <a:pt x="1903026" y="1097938"/>
                  </a:lnTo>
                  <a:lnTo>
                    <a:pt x="1856530" y="1062632"/>
                  </a:lnTo>
                  <a:lnTo>
                    <a:pt x="1810314" y="1029982"/>
                  </a:lnTo>
                  <a:lnTo>
                    <a:pt x="1764065" y="1000020"/>
                  </a:lnTo>
                  <a:lnTo>
                    <a:pt x="1719082" y="973664"/>
                  </a:lnTo>
                  <a:lnTo>
                    <a:pt x="1670975" y="948638"/>
                  </a:lnTo>
                  <a:lnTo>
                    <a:pt x="1621149" y="926219"/>
                  </a:lnTo>
                  <a:lnTo>
                    <a:pt x="1568767" y="906262"/>
                  </a:lnTo>
                  <a:lnTo>
                    <a:pt x="1512893" y="888527"/>
                  </a:lnTo>
                  <a:lnTo>
                    <a:pt x="1452585" y="872751"/>
                  </a:lnTo>
                  <a:lnTo>
                    <a:pt x="1386977" y="858681"/>
                  </a:lnTo>
                  <a:lnTo>
                    <a:pt x="1315399" y="846102"/>
                  </a:lnTo>
                  <a:lnTo>
                    <a:pt x="1237530" y="834844"/>
                  </a:lnTo>
                  <a:lnTo>
                    <a:pt x="1153599" y="824788"/>
                  </a:lnTo>
                  <a:lnTo>
                    <a:pt x="1064621" y="815866"/>
                  </a:lnTo>
                  <a:lnTo>
                    <a:pt x="972608" y="808060"/>
                  </a:lnTo>
                  <a:lnTo>
                    <a:pt x="880666" y="801383"/>
                  </a:lnTo>
                  <a:lnTo>
                    <a:pt x="792865" y="795865"/>
                  </a:lnTo>
                  <a:lnTo>
                    <a:pt x="713759" y="791518"/>
                  </a:lnTo>
                  <a:lnTo>
                    <a:pt x="647591" y="788310"/>
                  </a:lnTo>
                  <a:lnTo>
                    <a:pt x="597341" y="786145"/>
                  </a:lnTo>
                  <a:lnTo>
                    <a:pt x="563936" y="784858"/>
                  </a:lnTo>
                  <a:lnTo>
                    <a:pt x="545891" y="784234"/>
                  </a:lnTo>
                  <a:lnTo>
                    <a:pt x="539410" y="784032"/>
                  </a:lnTo>
                  <a:lnTo>
                    <a:pt x="538736" y="784012"/>
                  </a:lnTo>
                  <a:lnTo>
                    <a:pt x="0" y="78401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546595" y="766790"/>
              <a:ext cx="8234974" cy="1921920"/>
            </a:xfrm>
            <a:custGeom>
              <a:avLst/>
              <a:pathLst>
                <a:path w="8234974" h="1921920">
                  <a:moveTo>
                    <a:pt x="0" y="784012"/>
                  </a:moveTo>
                  <a:lnTo>
                    <a:pt x="538736" y="784012"/>
                  </a:lnTo>
                  <a:lnTo>
                    <a:pt x="540015" y="784050"/>
                  </a:lnTo>
                  <a:lnTo>
                    <a:pt x="548360" y="784315"/>
                  </a:lnTo>
                  <a:lnTo>
                    <a:pt x="569177" y="785051"/>
                  </a:lnTo>
                  <a:lnTo>
                    <a:pt x="605834" y="786493"/>
                  </a:lnTo>
                  <a:lnTo>
                    <a:pt x="659342" y="788851"/>
                  </a:lnTo>
                  <a:lnTo>
                    <a:pt x="728325" y="792276"/>
                  </a:lnTo>
                  <a:lnTo>
                    <a:pt x="809487" y="796851"/>
                  </a:lnTo>
                  <a:lnTo>
                    <a:pt x="898450" y="802598"/>
                  </a:lnTo>
                  <a:lnTo>
                    <a:pt x="990700" y="809498"/>
                  </a:lnTo>
                  <a:lnTo>
                    <a:pt x="1082331" y="817522"/>
                  </a:lnTo>
                  <a:lnTo>
                    <a:pt x="1170446" y="826663"/>
                  </a:lnTo>
                  <a:lnTo>
                    <a:pt x="1253244" y="836947"/>
                  </a:lnTo>
                  <a:lnTo>
                    <a:pt x="1329881" y="848453"/>
                  </a:lnTo>
                  <a:lnTo>
                    <a:pt x="1400253" y="861308"/>
                  </a:lnTo>
                  <a:lnTo>
                    <a:pt x="1464764" y="875693"/>
                  </a:lnTo>
                  <a:lnTo>
                    <a:pt x="1524134" y="891832"/>
                  </a:lnTo>
                  <a:lnTo>
                    <a:pt x="1579250" y="909980"/>
                  </a:lnTo>
                  <a:lnTo>
                    <a:pt x="1631061" y="930401"/>
                  </a:lnTo>
                  <a:lnTo>
                    <a:pt x="1680490" y="953323"/>
                  </a:lnTo>
                  <a:lnTo>
                    <a:pt x="1719082" y="973664"/>
                  </a:lnTo>
                  <a:lnTo>
                    <a:pt x="1765779" y="1001079"/>
                  </a:lnTo>
                  <a:lnTo>
                    <a:pt x="1812020" y="1031140"/>
                  </a:lnTo>
                  <a:lnTo>
                    <a:pt x="1858242" y="1063890"/>
                  </a:lnTo>
                  <a:lnTo>
                    <a:pt x="1904752" y="1099292"/>
                  </a:lnTo>
                  <a:lnTo>
                    <a:pt x="1951744" y="1137220"/>
                  </a:lnTo>
                  <a:lnTo>
                    <a:pt x="1999310" y="1177452"/>
                  </a:lnTo>
                  <a:lnTo>
                    <a:pt x="2047454" y="1219671"/>
                  </a:lnTo>
                  <a:lnTo>
                    <a:pt x="2096103" y="1263467"/>
                  </a:lnTo>
                  <a:lnTo>
                    <a:pt x="2145123" y="1308359"/>
                  </a:lnTo>
                  <a:lnTo>
                    <a:pt x="2194337" y="1353808"/>
                  </a:lnTo>
                  <a:lnTo>
                    <a:pt x="2243548" y="1399245"/>
                  </a:lnTo>
                  <a:lnTo>
                    <a:pt x="2292557" y="1444106"/>
                  </a:lnTo>
                  <a:lnTo>
                    <a:pt x="2341189" y="1487853"/>
                  </a:lnTo>
                  <a:lnTo>
                    <a:pt x="2389312" y="1530005"/>
                  </a:lnTo>
                  <a:lnTo>
                    <a:pt x="2436857" y="1570157"/>
                  </a:lnTo>
                  <a:lnTo>
                    <a:pt x="2483829" y="1607995"/>
                  </a:lnTo>
                  <a:lnTo>
                    <a:pt x="2530324" y="1643300"/>
                  </a:lnTo>
                  <a:lnTo>
                    <a:pt x="2576541" y="1675951"/>
                  </a:lnTo>
                  <a:lnTo>
                    <a:pt x="2622790" y="1705913"/>
                  </a:lnTo>
                  <a:lnTo>
                    <a:pt x="2667772" y="1732269"/>
                  </a:lnTo>
                  <a:lnTo>
                    <a:pt x="2715880" y="1757295"/>
                  </a:lnTo>
                  <a:lnTo>
                    <a:pt x="2765705" y="1779713"/>
                  </a:lnTo>
                  <a:lnTo>
                    <a:pt x="2818088" y="1799670"/>
                  </a:lnTo>
                  <a:lnTo>
                    <a:pt x="2873961" y="1817405"/>
                  </a:lnTo>
                  <a:lnTo>
                    <a:pt x="2934270" y="1833182"/>
                  </a:lnTo>
                  <a:lnTo>
                    <a:pt x="2999878" y="1847251"/>
                  </a:lnTo>
                  <a:lnTo>
                    <a:pt x="3071456" y="1859830"/>
                  </a:lnTo>
                  <a:lnTo>
                    <a:pt x="3149325" y="1871089"/>
                  </a:lnTo>
                  <a:lnTo>
                    <a:pt x="3233255" y="1881145"/>
                  </a:lnTo>
                  <a:lnTo>
                    <a:pt x="3322233" y="1890066"/>
                  </a:lnTo>
                  <a:lnTo>
                    <a:pt x="3414247" y="1897873"/>
                  </a:lnTo>
                  <a:lnTo>
                    <a:pt x="3506189" y="1904549"/>
                  </a:lnTo>
                  <a:lnTo>
                    <a:pt x="3593990" y="1910068"/>
                  </a:lnTo>
                  <a:lnTo>
                    <a:pt x="3673095" y="1914415"/>
                  </a:lnTo>
                  <a:lnTo>
                    <a:pt x="3739263" y="1917623"/>
                  </a:lnTo>
                  <a:lnTo>
                    <a:pt x="3789514" y="1919788"/>
                  </a:lnTo>
                  <a:lnTo>
                    <a:pt x="3822918" y="1921074"/>
                  </a:lnTo>
                  <a:lnTo>
                    <a:pt x="3840963" y="1921698"/>
                  </a:lnTo>
                  <a:lnTo>
                    <a:pt x="3847445" y="1921901"/>
                  </a:lnTo>
                  <a:lnTo>
                    <a:pt x="3848118" y="1921920"/>
                  </a:lnTo>
                  <a:lnTo>
                    <a:pt x="4386855" y="1921920"/>
                  </a:lnTo>
                  <a:lnTo>
                    <a:pt x="4388092" y="1921859"/>
                  </a:lnTo>
                  <a:lnTo>
                    <a:pt x="4396169" y="1921426"/>
                  </a:lnTo>
                  <a:lnTo>
                    <a:pt x="4416341" y="1920226"/>
                  </a:lnTo>
                  <a:lnTo>
                    <a:pt x="4451926" y="1917872"/>
                  </a:lnTo>
                  <a:lnTo>
                    <a:pt x="4503993" y="1914020"/>
                  </a:lnTo>
                  <a:lnTo>
                    <a:pt x="4571325" y="1908417"/>
                  </a:lnTo>
                  <a:lnTo>
                    <a:pt x="4650825" y="1900920"/>
                  </a:lnTo>
                  <a:lnTo>
                    <a:pt x="4738306" y="1891489"/>
                  </a:lnTo>
                  <a:lnTo>
                    <a:pt x="4829384" y="1880151"/>
                  </a:lnTo>
                  <a:lnTo>
                    <a:pt x="4920202" y="1866952"/>
                  </a:lnTo>
                  <a:lnTo>
                    <a:pt x="5007848" y="1851912"/>
                  </a:lnTo>
                  <a:lnTo>
                    <a:pt x="5090459" y="1834992"/>
                  </a:lnTo>
                  <a:lnTo>
                    <a:pt x="5167111" y="1816080"/>
                  </a:lnTo>
                  <a:lnTo>
                    <a:pt x="5237618" y="1794975"/>
                  </a:lnTo>
                  <a:lnTo>
                    <a:pt x="5302307" y="1771398"/>
                  </a:lnTo>
                  <a:lnTo>
                    <a:pt x="5361835" y="1744993"/>
                  </a:lnTo>
                  <a:lnTo>
                    <a:pt x="5417041" y="1715349"/>
                  </a:lnTo>
                  <a:lnTo>
                    <a:pt x="5468838" y="1682035"/>
                  </a:lnTo>
                  <a:lnTo>
                    <a:pt x="5518128" y="1644660"/>
                  </a:lnTo>
                  <a:lnTo>
                    <a:pt x="5565724" y="1602981"/>
                  </a:lnTo>
                  <a:lnTo>
                    <a:pt x="5567201" y="1601600"/>
                  </a:lnTo>
                  <a:lnTo>
                    <a:pt x="5607998" y="1561426"/>
                  </a:lnTo>
                  <a:lnTo>
                    <a:pt x="5648399" y="1517861"/>
                  </a:lnTo>
                  <a:lnTo>
                    <a:pt x="5688713" y="1470838"/>
                  </a:lnTo>
                  <a:lnTo>
                    <a:pt x="5729171" y="1420369"/>
                  </a:lnTo>
                  <a:lnTo>
                    <a:pt x="5769932" y="1366549"/>
                  </a:lnTo>
                  <a:lnTo>
                    <a:pt x="5811096" y="1309566"/>
                  </a:lnTo>
                  <a:lnTo>
                    <a:pt x="5852705" y="1249701"/>
                  </a:lnTo>
                  <a:lnTo>
                    <a:pt x="5894752" y="1187330"/>
                  </a:lnTo>
                  <a:lnTo>
                    <a:pt x="5937186" y="1122916"/>
                  </a:lnTo>
                  <a:lnTo>
                    <a:pt x="5979920" y="1056997"/>
                  </a:lnTo>
                  <a:lnTo>
                    <a:pt x="6022841" y="990168"/>
                  </a:lnTo>
                  <a:lnTo>
                    <a:pt x="6065821" y="923059"/>
                  </a:lnTo>
                  <a:lnTo>
                    <a:pt x="6108726" y="856313"/>
                  </a:lnTo>
                  <a:lnTo>
                    <a:pt x="6151427" y="790556"/>
                  </a:lnTo>
                  <a:lnTo>
                    <a:pt x="6193815" y="726378"/>
                  </a:lnTo>
                  <a:lnTo>
                    <a:pt x="6235807" y="664308"/>
                  </a:lnTo>
                  <a:lnTo>
                    <a:pt x="6277358" y="604797"/>
                  </a:lnTo>
                  <a:lnTo>
                    <a:pt x="6318466" y="548210"/>
                  </a:lnTo>
                  <a:lnTo>
                    <a:pt x="6359181" y="494816"/>
                  </a:lnTo>
                  <a:lnTo>
                    <a:pt x="6399609" y="444791"/>
                  </a:lnTo>
                  <a:lnTo>
                    <a:pt x="6439920" y="398217"/>
                  </a:lnTo>
                  <a:lnTo>
                    <a:pt x="6480353" y="355096"/>
                  </a:lnTo>
                  <a:lnTo>
                    <a:pt x="6515891" y="320320"/>
                  </a:lnTo>
                  <a:lnTo>
                    <a:pt x="6563446" y="278505"/>
                  </a:lnTo>
                  <a:lnTo>
                    <a:pt x="6612671" y="240996"/>
                  </a:lnTo>
                  <a:lnTo>
                    <a:pt x="6664375" y="207560"/>
                  </a:lnTo>
                  <a:lnTo>
                    <a:pt x="6719460" y="177807"/>
                  </a:lnTo>
                  <a:lnTo>
                    <a:pt x="6778839" y="151307"/>
                  </a:lnTo>
                  <a:lnTo>
                    <a:pt x="6843354" y="127646"/>
                  </a:lnTo>
                  <a:lnTo>
                    <a:pt x="6913670" y="106469"/>
                  </a:lnTo>
                  <a:lnTo>
                    <a:pt x="6990129" y="87491"/>
                  </a:lnTo>
                  <a:lnTo>
                    <a:pt x="7072562" y="70511"/>
                  </a:lnTo>
                  <a:lnTo>
                    <a:pt x="7160073" y="55413"/>
                  </a:lnTo>
                  <a:lnTo>
                    <a:pt x="7250830" y="42155"/>
                  </a:lnTo>
                  <a:lnTo>
                    <a:pt x="7341954" y="30758"/>
                  </a:lnTo>
                  <a:lnTo>
                    <a:pt x="7429614" y="21267"/>
                  </a:lnTo>
                  <a:lnTo>
                    <a:pt x="7509432" y="13709"/>
                  </a:lnTo>
                  <a:lnTo>
                    <a:pt x="7577202" y="8048"/>
                  </a:lnTo>
                  <a:lnTo>
                    <a:pt x="7629779" y="4144"/>
                  </a:lnTo>
                  <a:lnTo>
                    <a:pt x="7665878" y="1748"/>
                  </a:lnTo>
                  <a:lnTo>
                    <a:pt x="7686496" y="518"/>
                  </a:lnTo>
                  <a:lnTo>
                    <a:pt x="7694883" y="66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546595" y="728679"/>
              <a:ext cx="8234974" cy="1921920"/>
            </a:xfrm>
            <a:custGeom>
              <a:avLst/>
              <a:pathLst>
                <a:path w="8234974" h="1921920">
                  <a:moveTo>
                    <a:pt x="8234974" y="0"/>
                  </a:move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6840" y="1921883"/>
                  </a:lnTo>
                  <a:lnTo>
                    <a:pt x="3838494" y="1921617"/>
                  </a:lnTo>
                  <a:lnTo>
                    <a:pt x="3817678" y="1920882"/>
                  </a:lnTo>
                  <a:lnTo>
                    <a:pt x="3781020" y="1919440"/>
                  </a:lnTo>
                  <a:lnTo>
                    <a:pt x="3727513" y="1917082"/>
                  </a:lnTo>
                  <a:lnTo>
                    <a:pt x="3658529" y="1913657"/>
                  </a:lnTo>
                  <a:lnTo>
                    <a:pt x="3577367" y="1909081"/>
                  </a:lnTo>
                  <a:lnTo>
                    <a:pt x="3488404" y="1903334"/>
                  </a:lnTo>
                  <a:lnTo>
                    <a:pt x="3396154" y="1896435"/>
                  </a:lnTo>
                  <a:lnTo>
                    <a:pt x="3304524" y="1888410"/>
                  </a:lnTo>
                  <a:lnTo>
                    <a:pt x="3216408" y="1879270"/>
                  </a:lnTo>
                  <a:lnTo>
                    <a:pt x="3133611" y="1868985"/>
                  </a:lnTo>
                  <a:lnTo>
                    <a:pt x="3056973" y="1857480"/>
                  </a:lnTo>
                  <a:lnTo>
                    <a:pt x="2986601" y="1844625"/>
                  </a:lnTo>
                  <a:lnTo>
                    <a:pt x="2922090" y="1830240"/>
                  </a:lnTo>
                  <a:lnTo>
                    <a:pt x="2862720" y="1814101"/>
                  </a:lnTo>
                  <a:lnTo>
                    <a:pt x="2807604" y="1795952"/>
                  </a:lnTo>
                  <a:lnTo>
                    <a:pt x="2755793" y="1775531"/>
                  </a:lnTo>
                  <a:lnTo>
                    <a:pt x="2706365" y="1752610"/>
                  </a:lnTo>
                  <a:lnTo>
                    <a:pt x="2667772" y="1732269"/>
                  </a:lnTo>
                  <a:lnTo>
                    <a:pt x="2621075" y="1704853"/>
                  </a:lnTo>
                  <a:lnTo>
                    <a:pt x="2574835" y="1674792"/>
                  </a:lnTo>
                  <a:lnTo>
                    <a:pt x="2528613" y="1642042"/>
                  </a:lnTo>
                  <a:lnTo>
                    <a:pt x="2482103" y="1606641"/>
                  </a:lnTo>
                  <a:lnTo>
                    <a:pt x="2435111" y="1568713"/>
                  </a:lnTo>
                  <a:lnTo>
                    <a:pt x="2387544" y="1528480"/>
                  </a:lnTo>
                  <a:lnTo>
                    <a:pt x="2339400" y="1486262"/>
                  </a:lnTo>
                  <a:lnTo>
                    <a:pt x="2290751" y="1442465"/>
                  </a:lnTo>
                  <a:lnTo>
                    <a:pt x="2241732" y="1397573"/>
                  </a:lnTo>
                  <a:lnTo>
                    <a:pt x="2192517" y="1352125"/>
                  </a:lnTo>
                  <a:lnTo>
                    <a:pt x="2143307" y="1306687"/>
                  </a:lnTo>
                  <a:lnTo>
                    <a:pt x="2094298" y="1261826"/>
                  </a:lnTo>
                  <a:lnTo>
                    <a:pt x="2045666" y="1218080"/>
                  </a:lnTo>
                  <a:lnTo>
                    <a:pt x="1997542" y="1175928"/>
                  </a:lnTo>
                  <a:lnTo>
                    <a:pt x="1949998" y="1135776"/>
                  </a:lnTo>
                  <a:lnTo>
                    <a:pt x="1903026" y="1097938"/>
                  </a:lnTo>
                  <a:lnTo>
                    <a:pt x="1856530" y="1062632"/>
                  </a:lnTo>
                  <a:lnTo>
                    <a:pt x="1810314" y="1029982"/>
                  </a:lnTo>
                  <a:lnTo>
                    <a:pt x="1764065" y="1000020"/>
                  </a:lnTo>
                  <a:lnTo>
                    <a:pt x="1719082" y="973664"/>
                  </a:lnTo>
                  <a:lnTo>
                    <a:pt x="1670975" y="948638"/>
                  </a:lnTo>
                  <a:lnTo>
                    <a:pt x="1621149" y="926219"/>
                  </a:lnTo>
                  <a:lnTo>
                    <a:pt x="1568767" y="906262"/>
                  </a:lnTo>
                  <a:lnTo>
                    <a:pt x="1512893" y="888527"/>
                  </a:lnTo>
                  <a:lnTo>
                    <a:pt x="1452585" y="872751"/>
                  </a:lnTo>
                  <a:lnTo>
                    <a:pt x="1386977" y="858681"/>
                  </a:lnTo>
                  <a:lnTo>
                    <a:pt x="1315399" y="846102"/>
                  </a:lnTo>
                  <a:lnTo>
                    <a:pt x="1237530" y="834844"/>
                  </a:lnTo>
                  <a:lnTo>
                    <a:pt x="1153599" y="824788"/>
                  </a:lnTo>
                  <a:lnTo>
                    <a:pt x="1064621" y="815866"/>
                  </a:lnTo>
                  <a:lnTo>
                    <a:pt x="972608" y="808060"/>
                  </a:lnTo>
                  <a:lnTo>
                    <a:pt x="880666" y="801383"/>
                  </a:lnTo>
                  <a:lnTo>
                    <a:pt x="792865" y="795865"/>
                  </a:lnTo>
                  <a:lnTo>
                    <a:pt x="713759" y="791518"/>
                  </a:lnTo>
                  <a:lnTo>
                    <a:pt x="647591" y="788310"/>
                  </a:lnTo>
                  <a:lnTo>
                    <a:pt x="597341" y="786145"/>
                  </a:lnTo>
                  <a:lnTo>
                    <a:pt x="563936" y="784858"/>
                  </a:lnTo>
                  <a:lnTo>
                    <a:pt x="545891" y="784234"/>
                  </a:lnTo>
                  <a:lnTo>
                    <a:pt x="539410" y="784032"/>
                  </a:lnTo>
                  <a:lnTo>
                    <a:pt x="538736" y="784012"/>
                  </a:lnTo>
                  <a:lnTo>
                    <a:pt x="0" y="784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" name="pg134"/>
            <p:cNvSpPr/>
            <p:nvPr/>
          </p:nvSpPr>
          <p:spPr>
            <a:xfrm>
              <a:off x="546595" y="1153352"/>
              <a:ext cx="8234974" cy="1557136"/>
            </a:xfrm>
            <a:custGeom>
              <a:avLst/>
              <a:pathLst>
                <a:path w="8234974" h="1557136">
                  <a:moveTo>
                    <a:pt x="0" y="408340"/>
                  </a:moveTo>
                  <a:lnTo>
                    <a:pt x="538736" y="408340"/>
                  </a:lnTo>
                  <a:lnTo>
                    <a:pt x="540014" y="408377"/>
                  </a:lnTo>
                  <a:lnTo>
                    <a:pt x="548357" y="408645"/>
                  </a:lnTo>
                  <a:lnTo>
                    <a:pt x="569167" y="409387"/>
                  </a:lnTo>
                  <a:lnTo>
                    <a:pt x="605812" y="410843"/>
                  </a:lnTo>
                  <a:lnTo>
                    <a:pt x="659304" y="413222"/>
                  </a:lnTo>
                  <a:lnTo>
                    <a:pt x="728270" y="416679"/>
                  </a:lnTo>
                  <a:lnTo>
                    <a:pt x="809415" y="421297"/>
                  </a:lnTo>
                  <a:lnTo>
                    <a:pt x="898362" y="427097"/>
                  </a:lnTo>
                  <a:lnTo>
                    <a:pt x="990599" y="434060"/>
                  </a:lnTo>
                  <a:lnTo>
                    <a:pt x="1082221" y="442160"/>
                  </a:lnTo>
                  <a:lnTo>
                    <a:pt x="1170332" y="451385"/>
                  </a:lnTo>
                  <a:lnTo>
                    <a:pt x="1253128" y="461765"/>
                  </a:lnTo>
                  <a:lnTo>
                    <a:pt x="1329766" y="473377"/>
                  </a:lnTo>
                  <a:lnTo>
                    <a:pt x="1400139" y="486352"/>
                  </a:lnTo>
                  <a:lnTo>
                    <a:pt x="1464652" y="500870"/>
                  </a:lnTo>
                  <a:lnTo>
                    <a:pt x="1524024" y="517157"/>
                  </a:lnTo>
                  <a:lnTo>
                    <a:pt x="1579141" y="535473"/>
                  </a:lnTo>
                  <a:lnTo>
                    <a:pt x="1630951" y="556082"/>
                  </a:lnTo>
                  <a:lnTo>
                    <a:pt x="1680378" y="579214"/>
                  </a:lnTo>
                  <a:lnTo>
                    <a:pt x="1719082" y="599806"/>
                  </a:lnTo>
                  <a:lnTo>
                    <a:pt x="1765693" y="627430"/>
                  </a:lnTo>
                  <a:lnTo>
                    <a:pt x="1811848" y="657714"/>
                  </a:lnTo>
                  <a:lnTo>
                    <a:pt x="1857982" y="690703"/>
                  </a:lnTo>
                  <a:lnTo>
                    <a:pt x="1904403" y="726360"/>
                  </a:lnTo>
                  <a:lnTo>
                    <a:pt x="1951303" y="764559"/>
                  </a:lnTo>
                  <a:lnTo>
                    <a:pt x="1998774" y="805078"/>
                  </a:lnTo>
                  <a:lnTo>
                    <a:pt x="2046822" y="847599"/>
                  </a:lnTo>
                  <a:lnTo>
                    <a:pt x="2095374" y="891713"/>
                  </a:lnTo>
                  <a:lnTo>
                    <a:pt x="2144297" y="936937"/>
                  </a:lnTo>
                  <a:lnTo>
                    <a:pt x="2193418" y="982729"/>
                  </a:lnTo>
                  <a:lnTo>
                    <a:pt x="2242539" y="1028522"/>
                  </a:lnTo>
                  <a:lnTo>
                    <a:pt x="2291462" y="1073746"/>
                  </a:lnTo>
                  <a:lnTo>
                    <a:pt x="2340014" y="1117861"/>
                  </a:lnTo>
                  <a:lnTo>
                    <a:pt x="2388062" y="1160383"/>
                  </a:lnTo>
                  <a:lnTo>
                    <a:pt x="2435534" y="1200902"/>
                  </a:lnTo>
                  <a:lnTo>
                    <a:pt x="2482434" y="1239102"/>
                  </a:lnTo>
                  <a:lnTo>
                    <a:pt x="2528855" y="1274760"/>
                  </a:lnTo>
                  <a:lnTo>
                    <a:pt x="2574990" y="1307750"/>
                  </a:lnTo>
                  <a:lnTo>
                    <a:pt x="2621145" y="1338035"/>
                  </a:lnTo>
                  <a:lnTo>
                    <a:pt x="2667772" y="1365670"/>
                  </a:lnTo>
                  <a:lnTo>
                    <a:pt x="2715874" y="1390933"/>
                  </a:lnTo>
                  <a:lnTo>
                    <a:pt x="2765693" y="1413564"/>
                  </a:lnTo>
                  <a:lnTo>
                    <a:pt x="2818068" y="1433710"/>
                  </a:lnTo>
                  <a:lnTo>
                    <a:pt x="2873933" y="1451613"/>
                  </a:lnTo>
                  <a:lnTo>
                    <a:pt x="2934232" y="1467540"/>
                  </a:lnTo>
                  <a:lnTo>
                    <a:pt x="2999828" y="1481743"/>
                  </a:lnTo>
                  <a:lnTo>
                    <a:pt x="3071392" y="1494442"/>
                  </a:lnTo>
                  <a:lnTo>
                    <a:pt x="3149246" y="1505808"/>
                  </a:lnTo>
                  <a:lnTo>
                    <a:pt x="3233161" y="1515961"/>
                  </a:lnTo>
                  <a:lnTo>
                    <a:pt x="3322123" y="1524968"/>
                  </a:lnTo>
                  <a:lnTo>
                    <a:pt x="3414124" y="1532849"/>
                  </a:lnTo>
                  <a:lnTo>
                    <a:pt x="3506057" y="1539590"/>
                  </a:lnTo>
                  <a:lnTo>
                    <a:pt x="3593857" y="1545162"/>
                  </a:lnTo>
                  <a:lnTo>
                    <a:pt x="3672971" y="1549553"/>
                  </a:lnTo>
                  <a:lnTo>
                    <a:pt x="3739157" y="1552793"/>
                  </a:lnTo>
                  <a:lnTo>
                    <a:pt x="3789433" y="1554980"/>
                  </a:lnTo>
                  <a:lnTo>
                    <a:pt x="3822866" y="1556280"/>
                  </a:lnTo>
                  <a:lnTo>
                    <a:pt x="3840938" y="1556911"/>
                  </a:lnTo>
                  <a:lnTo>
                    <a:pt x="3847439" y="1557117"/>
                  </a:lnTo>
                  <a:lnTo>
                    <a:pt x="3848118" y="1557136"/>
                  </a:lnTo>
                  <a:lnTo>
                    <a:pt x="4386855" y="1557136"/>
                  </a:lnTo>
                  <a:lnTo>
                    <a:pt x="4388114" y="1557087"/>
                  </a:lnTo>
                  <a:lnTo>
                    <a:pt x="4396334" y="1556731"/>
                  </a:lnTo>
                  <a:lnTo>
                    <a:pt x="4416851" y="1555748"/>
                  </a:lnTo>
                  <a:lnTo>
                    <a:pt x="4453008" y="1553819"/>
                  </a:lnTo>
                  <a:lnTo>
                    <a:pt x="4505846" y="1550664"/>
                  </a:lnTo>
                  <a:lnTo>
                    <a:pt x="4574062" y="1546078"/>
                  </a:lnTo>
                  <a:lnTo>
                    <a:pt x="4654454" y="1539947"/>
                  </a:lnTo>
                  <a:lnTo>
                    <a:pt x="4742732" y="1532241"/>
                  </a:lnTo>
                  <a:lnTo>
                    <a:pt x="4834442" y="1522984"/>
                  </a:lnTo>
                  <a:lnTo>
                    <a:pt x="4925700" y="1512212"/>
                  </a:lnTo>
                  <a:lnTo>
                    <a:pt x="5013603" y="1499941"/>
                  </a:lnTo>
                  <a:lnTo>
                    <a:pt x="5096318" y="1486135"/>
                  </a:lnTo>
                  <a:lnTo>
                    <a:pt x="5172965" y="1470696"/>
                  </a:lnTo>
                  <a:lnTo>
                    <a:pt x="5243401" y="1453456"/>
                  </a:lnTo>
                  <a:lnTo>
                    <a:pt x="5307995" y="1434179"/>
                  </a:lnTo>
                  <a:lnTo>
                    <a:pt x="5367437" y="1412570"/>
                  </a:lnTo>
                  <a:lnTo>
                    <a:pt x="5422593" y="1388289"/>
                  </a:lnTo>
                  <a:lnTo>
                    <a:pt x="5474394" y="1360982"/>
                  </a:lnTo>
                  <a:lnTo>
                    <a:pt x="5523755" y="1330338"/>
                  </a:lnTo>
                  <a:lnTo>
                    <a:pt x="5567201" y="1299428"/>
                  </a:lnTo>
                  <a:lnTo>
                    <a:pt x="5610704" y="1264853"/>
                  </a:lnTo>
                  <a:lnTo>
                    <a:pt x="5653782" y="1227167"/>
                  </a:lnTo>
                  <a:lnTo>
                    <a:pt x="5696800" y="1186313"/>
                  </a:lnTo>
                  <a:lnTo>
                    <a:pt x="5740022" y="1142316"/>
                  </a:lnTo>
                  <a:lnTo>
                    <a:pt x="5783627" y="1095290"/>
                  </a:lnTo>
                  <a:lnTo>
                    <a:pt x="5827711" y="1045445"/>
                  </a:lnTo>
                  <a:lnTo>
                    <a:pt x="5872305" y="993090"/>
                  </a:lnTo>
                  <a:lnTo>
                    <a:pt x="5917375" y="938631"/>
                  </a:lnTo>
                  <a:lnTo>
                    <a:pt x="5962837" y="882557"/>
                  </a:lnTo>
                  <a:lnTo>
                    <a:pt x="6008566" y="825428"/>
                  </a:lnTo>
                  <a:lnTo>
                    <a:pt x="6054411" y="767848"/>
                  </a:lnTo>
                  <a:lnTo>
                    <a:pt x="6100211" y="710445"/>
                  </a:lnTo>
                  <a:lnTo>
                    <a:pt x="6145807" y="653836"/>
                  </a:lnTo>
                  <a:lnTo>
                    <a:pt x="6191062" y="598603"/>
                  </a:lnTo>
                  <a:lnTo>
                    <a:pt x="6235872" y="545270"/>
                  </a:lnTo>
                  <a:lnTo>
                    <a:pt x="6280181" y="494279"/>
                  </a:lnTo>
                  <a:lnTo>
                    <a:pt x="6323988" y="445984"/>
                  </a:lnTo>
                  <a:lnTo>
                    <a:pt x="6367361" y="400638"/>
                  </a:lnTo>
                  <a:lnTo>
                    <a:pt x="6410442" y="358397"/>
                  </a:lnTo>
                  <a:lnTo>
                    <a:pt x="6453454" y="319323"/>
                  </a:lnTo>
                  <a:lnTo>
                    <a:pt x="6496719" y="283394"/>
                  </a:lnTo>
                  <a:lnTo>
                    <a:pt x="6515891" y="268597"/>
                  </a:lnTo>
                  <a:lnTo>
                    <a:pt x="6563742" y="234759"/>
                  </a:lnTo>
                  <a:lnTo>
                    <a:pt x="6613289" y="204429"/>
                  </a:lnTo>
                  <a:lnTo>
                    <a:pt x="6665356" y="177411"/>
                  </a:lnTo>
                  <a:lnTo>
                    <a:pt x="6720863" y="153387"/>
                  </a:lnTo>
                  <a:lnTo>
                    <a:pt x="6780740" y="132003"/>
                  </a:lnTo>
                  <a:lnTo>
                    <a:pt x="6845839" y="112923"/>
                  </a:lnTo>
                  <a:lnTo>
                    <a:pt x="6916830" y="95855"/>
                  </a:lnTo>
                  <a:lnTo>
                    <a:pt x="6994044" y="80571"/>
                  </a:lnTo>
                  <a:lnTo>
                    <a:pt x="7077279" y="66907"/>
                  </a:lnTo>
                  <a:lnTo>
                    <a:pt x="7165578" y="54772"/>
                  </a:lnTo>
                  <a:lnTo>
                    <a:pt x="7257013" y="44137"/>
                  </a:lnTo>
                  <a:lnTo>
                    <a:pt x="7348585" y="35019"/>
                  </a:lnTo>
                  <a:lnTo>
                    <a:pt x="7436334" y="27456"/>
                  </a:lnTo>
                  <a:lnTo>
                    <a:pt x="7515788" y="21468"/>
                  </a:lnTo>
                  <a:lnTo>
                    <a:pt x="7582716" y="17018"/>
                  </a:lnTo>
                  <a:lnTo>
                    <a:pt x="7634058" y="13984"/>
                  </a:lnTo>
                  <a:lnTo>
                    <a:pt x="7668716" y="12153"/>
                  </a:lnTo>
                  <a:lnTo>
                    <a:pt x="7687945" y="11241"/>
                  </a:lnTo>
                  <a:lnTo>
                    <a:pt x="7695286" y="10926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8" y="49"/>
                  </a:lnTo>
                  <a:lnTo>
                    <a:pt x="7686758" y="405"/>
                  </a:lnTo>
                  <a:lnTo>
                    <a:pt x="7666242" y="1388"/>
                  </a:lnTo>
                  <a:lnTo>
                    <a:pt x="7630084" y="3317"/>
                  </a:lnTo>
                  <a:lnTo>
                    <a:pt x="7577247" y="6472"/>
                  </a:lnTo>
                  <a:lnTo>
                    <a:pt x="7509031" y="11058"/>
                  </a:lnTo>
                  <a:lnTo>
                    <a:pt x="7428639" y="17189"/>
                  </a:lnTo>
                  <a:lnTo>
                    <a:pt x="7340360" y="24895"/>
                  </a:lnTo>
                  <a:lnTo>
                    <a:pt x="7248650" y="34152"/>
                  </a:lnTo>
                  <a:lnTo>
                    <a:pt x="7157392" y="44924"/>
                  </a:lnTo>
                  <a:lnTo>
                    <a:pt x="7069489" y="57195"/>
                  </a:lnTo>
                  <a:lnTo>
                    <a:pt x="6986774" y="71001"/>
                  </a:lnTo>
                  <a:lnTo>
                    <a:pt x="6910127" y="86440"/>
                  </a:lnTo>
                  <a:lnTo>
                    <a:pt x="6839691" y="103680"/>
                  </a:lnTo>
                  <a:lnTo>
                    <a:pt x="6775098" y="122956"/>
                  </a:lnTo>
                  <a:lnTo>
                    <a:pt x="6715655" y="144566"/>
                  </a:lnTo>
                  <a:lnTo>
                    <a:pt x="6660500" y="168847"/>
                  </a:lnTo>
                  <a:lnTo>
                    <a:pt x="6608698" y="196153"/>
                  </a:lnTo>
                  <a:lnTo>
                    <a:pt x="6559337" y="226797"/>
                  </a:lnTo>
                  <a:lnTo>
                    <a:pt x="6515891" y="257707"/>
                  </a:lnTo>
                  <a:lnTo>
                    <a:pt x="6472388" y="292283"/>
                  </a:lnTo>
                  <a:lnTo>
                    <a:pt x="6429310" y="329969"/>
                  </a:lnTo>
                  <a:lnTo>
                    <a:pt x="6386293" y="370823"/>
                  </a:lnTo>
                  <a:lnTo>
                    <a:pt x="6343070" y="414819"/>
                  </a:lnTo>
                  <a:lnTo>
                    <a:pt x="6299466" y="461846"/>
                  </a:lnTo>
                  <a:lnTo>
                    <a:pt x="6255381" y="511691"/>
                  </a:lnTo>
                  <a:lnTo>
                    <a:pt x="6210787" y="564046"/>
                  </a:lnTo>
                  <a:lnTo>
                    <a:pt x="6165717" y="618505"/>
                  </a:lnTo>
                  <a:lnTo>
                    <a:pt x="6120255" y="674579"/>
                  </a:lnTo>
                  <a:lnTo>
                    <a:pt x="6074527" y="731708"/>
                  </a:lnTo>
                  <a:lnTo>
                    <a:pt x="6028681" y="789287"/>
                  </a:lnTo>
                  <a:lnTo>
                    <a:pt x="5982882" y="846690"/>
                  </a:lnTo>
                  <a:lnTo>
                    <a:pt x="5937285" y="903300"/>
                  </a:lnTo>
                  <a:lnTo>
                    <a:pt x="5892030" y="958532"/>
                  </a:lnTo>
                  <a:lnTo>
                    <a:pt x="5847220" y="1011866"/>
                  </a:lnTo>
                  <a:lnTo>
                    <a:pt x="5802912" y="1062857"/>
                  </a:lnTo>
                  <a:lnTo>
                    <a:pt x="5759104" y="1111152"/>
                  </a:lnTo>
                  <a:lnTo>
                    <a:pt x="5715731" y="1156498"/>
                  </a:lnTo>
                  <a:lnTo>
                    <a:pt x="5672651" y="1198739"/>
                  </a:lnTo>
                  <a:lnTo>
                    <a:pt x="5629638" y="1237812"/>
                  </a:lnTo>
                  <a:lnTo>
                    <a:pt x="5586374" y="1273742"/>
                  </a:lnTo>
                  <a:lnTo>
                    <a:pt x="5567201" y="1288539"/>
                  </a:lnTo>
                  <a:lnTo>
                    <a:pt x="5519350" y="1322376"/>
                  </a:lnTo>
                  <a:lnTo>
                    <a:pt x="5469804" y="1352707"/>
                  </a:lnTo>
                  <a:lnTo>
                    <a:pt x="5417736" y="1379725"/>
                  </a:lnTo>
                  <a:lnTo>
                    <a:pt x="5362229" y="1403749"/>
                  </a:lnTo>
                  <a:lnTo>
                    <a:pt x="5302353" y="1425133"/>
                  </a:lnTo>
                  <a:lnTo>
                    <a:pt x="5237253" y="1444213"/>
                  </a:lnTo>
                  <a:lnTo>
                    <a:pt x="5166262" y="1461280"/>
                  </a:lnTo>
                  <a:lnTo>
                    <a:pt x="5089049" y="1476565"/>
                  </a:lnTo>
                  <a:lnTo>
                    <a:pt x="5005814" y="1490229"/>
                  </a:lnTo>
                  <a:lnTo>
                    <a:pt x="4917515" y="1502363"/>
                  </a:lnTo>
                  <a:lnTo>
                    <a:pt x="4826079" y="1512999"/>
                  </a:lnTo>
                  <a:lnTo>
                    <a:pt x="4734508" y="1522117"/>
                  </a:lnTo>
                  <a:lnTo>
                    <a:pt x="4646758" y="1529680"/>
                  </a:lnTo>
                  <a:lnTo>
                    <a:pt x="4567305" y="1535668"/>
                  </a:lnTo>
                  <a:lnTo>
                    <a:pt x="4500377" y="1540118"/>
                  </a:lnTo>
                  <a:lnTo>
                    <a:pt x="4449034" y="1543152"/>
                  </a:lnTo>
                  <a:lnTo>
                    <a:pt x="4414376" y="1544983"/>
                  </a:lnTo>
                  <a:lnTo>
                    <a:pt x="4395147" y="1545895"/>
                  </a:lnTo>
                  <a:lnTo>
                    <a:pt x="4387807" y="1546210"/>
                  </a:lnTo>
                  <a:lnTo>
                    <a:pt x="4386855" y="1546247"/>
                  </a:lnTo>
                  <a:lnTo>
                    <a:pt x="3848118" y="1546247"/>
                  </a:lnTo>
                  <a:lnTo>
                    <a:pt x="3846840" y="1546210"/>
                  </a:lnTo>
                  <a:lnTo>
                    <a:pt x="3838498" y="1545941"/>
                  </a:lnTo>
                  <a:lnTo>
                    <a:pt x="3817688" y="1545200"/>
                  </a:lnTo>
                  <a:lnTo>
                    <a:pt x="3781042" y="1543744"/>
                  </a:lnTo>
                  <a:lnTo>
                    <a:pt x="3727550" y="1541364"/>
                  </a:lnTo>
                  <a:lnTo>
                    <a:pt x="3658584" y="1537908"/>
                  </a:lnTo>
                  <a:lnTo>
                    <a:pt x="3577440" y="1533290"/>
                  </a:lnTo>
                  <a:lnTo>
                    <a:pt x="3488493" y="1527490"/>
                  </a:lnTo>
                  <a:lnTo>
                    <a:pt x="3396255" y="1520526"/>
                  </a:lnTo>
                  <a:lnTo>
                    <a:pt x="3304633" y="1512427"/>
                  </a:lnTo>
                  <a:lnTo>
                    <a:pt x="3216522" y="1503202"/>
                  </a:lnTo>
                  <a:lnTo>
                    <a:pt x="3133726" y="1492822"/>
                  </a:lnTo>
                  <a:lnTo>
                    <a:pt x="3057089" y="1481210"/>
                  </a:lnTo>
                  <a:lnTo>
                    <a:pt x="2986715" y="1468235"/>
                  </a:lnTo>
                  <a:lnTo>
                    <a:pt x="2922202" y="1453717"/>
                  </a:lnTo>
                  <a:lnTo>
                    <a:pt x="2862831" y="1437430"/>
                  </a:lnTo>
                  <a:lnTo>
                    <a:pt x="2807714" y="1419114"/>
                  </a:lnTo>
                  <a:lnTo>
                    <a:pt x="2755903" y="1398505"/>
                  </a:lnTo>
                  <a:lnTo>
                    <a:pt x="2706476" y="1375373"/>
                  </a:lnTo>
                  <a:lnTo>
                    <a:pt x="2667772" y="1354781"/>
                  </a:lnTo>
                  <a:lnTo>
                    <a:pt x="2621162" y="1327157"/>
                  </a:lnTo>
                  <a:lnTo>
                    <a:pt x="2575007" y="1296873"/>
                  </a:lnTo>
                  <a:lnTo>
                    <a:pt x="2528872" y="1263884"/>
                  </a:lnTo>
                  <a:lnTo>
                    <a:pt x="2482451" y="1228227"/>
                  </a:lnTo>
                  <a:lnTo>
                    <a:pt x="2435552" y="1190028"/>
                  </a:lnTo>
                  <a:lnTo>
                    <a:pt x="2388080" y="1149509"/>
                  </a:lnTo>
                  <a:lnTo>
                    <a:pt x="2340033" y="1106988"/>
                  </a:lnTo>
                  <a:lnTo>
                    <a:pt x="2291481" y="1062874"/>
                  </a:lnTo>
                  <a:lnTo>
                    <a:pt x="2242557" y="1017650"/>
                  </a:lnTo>
                  <a:lnTo>
                    <a:pt x="2193437" y="971857"/>
                  </a:lnTo>
                  <a:lnTo>
                    <a:pt x="2144316" y="926065"/>
                  </a:lnTo>
                  <a:lnTo>
                    <a:pt x="2095392" y="880841"/>
                  </a:lnTo>
                  <a:lnTo>
                    <a:pt x="2046840" y="836726"/>
                  </a:lnTo>
                  <a:lnTo>
                    <a:pt x="1998792" y="794204"/>
                  </a:lnTo>
                  <a:lnTo>
                    <a:pt x="1951321" y="753684"/>
                  </a:lnTo>
                  <a:lnTo>
                    <a:pt x="1904421" y="715484"/>
                  </a:lnTo>
                  <a:lnTo>
                    <a:pt x="1858000" y="679827"/>
                  </a:lnTo>
                  <a:lnTo>
                    <a:pt x="1811865" y="646837"/>
                  </a:lnTo>
                  <a:lnTo>
                    <a:pt x="1765710" y="616551"/>
                  </a:lnTo>
                  <a:lnTo>
                    <a:pt x="1719082" y="588917"/>
                  </a:lnTo>
                  <a:lnTo>
                    <a:pt x="1670981" y="563654"/>
                  </a:lnTo>
                  <a:lnTo>
                    <a:pt x="1621161" y="541023"/>
                  </a:lnTo>
                  <a:lnTo>
                    <a:pt x="1568786" y="520877"/>
                  </a:lnTo>
                  <a:lnTo>
                    <a:pt x="1512921" y="502974"/>
                  </a:lnTo>
                  <a:lnTo>
                    <a:pt x="1452623" y="487047"/>
                  </a:lnTo>
                  <a:lnTo>
                    <a:pt x="1387027" y="472844"/>
                  </a:lnTo>
                  <a:lnTo>
                    <a:pt x="1315462" y="460145"/>
                  </a:lnTo>
                  <a:lnTo>
                    <a:pt x="1237608" y="448779"/>
                  </a:lnTo>
                  <a:lnTo>
                    <a:pt x="1153694" y="438626"/>
                  </a:lnTo>
                  <a:lnTo>
                    <a:pt x="1064731" y="429619"/>
                  </a:lnTo>
                  <a:lnTo>
                    <a:pt x="972731" y="421738"/>
                  </a:lnTo>
                  <a:lnTo>
                    <a:pt x="880798" y="414997"/>
                  </a:lnTo>
                  <a:lnTo>
                    <a:pt x="792997" y="409424"/>
                  </a:lnTo>
                  <a:lnTo>
                    <a:pt x="713883" y="405034"/>
                  </a:lnTo>
                  <a:lnTo>
                    <a:pt x="647698" y="401794"/>
                  </a:lnTo>
                  <a:lnTo>
                    <a:pt x="597422" y="399607"/>
                  </a:lnTo>
                  <a:lnTo>
                    <a:pt x="563988" y="398307"/>
                  </a:lnTo>
                  <a:lnTo>
                    <a:pt x="545916" y="397675"/>
                  </a:lnTo>
                  <a:lnTo>
                    <a:pt x="539416" y="397470"/>
                  </a:lnTo>
                  <a:lnTo>
                    <a:pt x="538736" y="397450"/>
                  </a:lnTo>
                  <a:lnTo>
                    <a:pt x="0" y="39745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546595" y="1164241"/>
              <a:ext cx="8234974" cy="1546247"/>
            </a:xfrm>
            <a:custGeom>
              <a:avLst/>
              <a:pathLst>
                <a:path w="8234974" h="1546247">
                  <a:moveTo>
                    <a:pt x="0" y="397450"/>
                  </a:moveTo>
                  <a:lnTo>
                    <a:pt x="538736" y="397450"/>
                  </a:lnTo>
                  <a:lnTo>
                    <a:pt x="540014" y="397488"/>
                  </a:lnTo>
                  <a:lnTo>
                    <a:pt x="548357" y="397756"/>
                  </a:lnTo>
                  <a:lnTo>
                    <a:pt x="569167" y="398498"/>
                  </a:lnTo>
                  <a:lnTo>
                    <a:pt x="605812" y="399954"/>
                  </a:lnTo>
                  <a:lnTo>
                    <a:pt x="659304" y="402333"/>
                  </a:lnTo>
                  <a:lnTo>
                    <a:pt x="728270" y="405790"/>
                  </a:lnTo>
                  <a:lnTo>
                    <a:pt x="809415" y="410408"/>
                  </a:lnTo>
                  <a:lnTo>
                    <a:pt x="898362" y="416208"/>
                  </a:lnTo>
                  <a:lnTo>
                    <a:pt x="990599" y="423171"/>
                  </a:lnTo>
                  <a:lnTo>
                    <a:pt x="1082221" y="431270"/>
                  </a:lnTo>
                  <a:lnTo>
                    <a:pt x="1170332" y="440496"/>
                  </a:lnTo>
                  <a:lnTo>
                    <a:pt x="1253128" y="450876"/>
                  </a:lnTo>
                  <a:lnTo>
                    <a:pt x="1329766" y="462488"/>
                  </a:lnTo>
                  <a:lnTo>
                    <a:pt x="1400139" y="475462"/>
                  </a:lnTo>
                  <a:lnTo>
                    <a:pt x="1464652" y="489980"/>
                  </a:lnTo>
                  <a:lnTo>
                    <a:pt x="1524024" y="506268"/>
                  </a:lnTo>
                  <a:lnTo>
                    <a:pt x="1579141" y="524584"/>
                  </a:lnTo>
                  <a:lnTo>
                    <a:pt x="1630951" y="545193"/>
                  </a:lnTo>
                  <a:lnTo>
                    <a:pt x="1680378" y="568325"/>
                  </a:lnTo>
                  <a:lnTo>
                    <a:pt x="1719082" y="588917"/>
                  </a:lnTo>
                  <a:lnTo>
                    <a:pt x="1765693" y="616541"/>
                  </a:lnTo>
                  <a:lnTo>
                    <a:pt x="1811848" y="646825"/>
                  </a:lnTo>
                  <a:lnTo>
                    <a:pt x="1857982" y="679814"/>
                  </a:lnTo>
                  <a:lnTo>
                    <a:pt x="1904403" y="715471"/>
                  </a:lnTo>
                  <a:lnTo>
                    <a:pt x="1951303" y="753670"/>
                  </a:lnTo>
                  <a:lnTo>
                    <a:pt x="1998774" y="794189"/>
                  </a:lnTo>
                  <a:lnTo>
                    <a:pt x="2046822" y="836710"/>
                  </a:lnTo>
                  <a:lnTo>
                    <a:pt x="2095374" y="880824"/>
                  </a:lnTo>
                  <a:lnTo>
                    <a:pt x="2144297" y="926048"/>
                  </a:lnTo>
                  <a:lnTo>
                    <a:pt x="2193418" y="971840"/>
                  </a:lnTo>
                  <a:lnTo>
                    <a:pt x="2242539" y="1017633"/>
                  </a:lnTo>
                  <a:lnTo>
                    <a:pt x="2291462" y="1062857"/>
                  </a:lnTo>
                  <a:lnTo>
                    <a:pt x="2340014" y="1106972"/>
                  </a:lnTo>
                  <a:lnTo>
                    <a:pt x="2388062" y="1149493"/>
                  </a:lnTo>
                  <a:lnTo>
                    <a:pt x="2435534" y="1190013"/>
                  </a:lnTo>
                  <a:lnTo>
                    <a:pt x="2482434" y="1228213"/>
                  </a:lnTo>
                  <a:lnTo>
                    <a:pt x="2528855" y="1263871"/>
                  </a:lnTo>
                  <a:lnTo>
                    <a:pt x="2574990" y="1296861"/>
                  </a:lnTo>
                  <a:lnTo>
                    <a:pt x="2621145" y="1327146"/>
                  </a:lnTo>
                  <a:lnTo>
                    <a:pt x="2667754" y="1354771"/>
                  </a:lnTo>
                  <a:lnTo>
                    <a:pt x="2667772" y="1354781"/>
                  </a:lnTo>
                  <a:lnTo>
                    <a:pt x="2715874" y="1380044"/>
                  </a:lnTo>
                  <a:lnTo>
                    <a:pt x="2765693" y="1402675"/>
                  </a:lnTo>
                  <a:lnTo>
                    <a:pt x="2818068" y="1422821"/>
                  </a:lnTo>
                  <a:lnTo>
                    <a:pt x="2873933" y="1440724"/>
                  </a:lnTo>
                  <a:lnTo>
                    <a:pt x="2934232" y="1456651"/>
                  </a:lnTo>
                  <a:lnTo>
                    <a:pt x="2999828" y="1470854"/>
                  </a:lnTo>
                  <a:lnTo>
                    <a:pt x="3071392" y="1483553"/>
                  </a:lnTo>
                  <a:lnTo>
                    <a:pt x="3149246" y="1494919"/>
                  </a:lnTo>
                  <a:lnTo>
                    <a:pt x="3233161" y="1505071"/>
                  </a:lnTo>
                  <a:lnTo>
                    <a:pt x="3322123" y="1514079"/>
                  </a:lnTo>
                  <a:lnTo>
                    <a:pt x="3414124" y="1521960"/>
                  </a:lnTo>
                  <a:lnTo>
                    <a:pt x="3506057" y="1528701"/>
                  </a:lnTo>
                  <a:lnTo>
                    <a:pt x="3593857" y="1534273"/>
                  </a:lnTo>
                  <a:lnTo>
                    <a:pt x="3672971" y="1538664"/>
                  </a:lnTo>
                  <a:lnTo>
                    <a:pt x="3739157" y="1541904"/>
                  </a:lnTo>
                  <a:lnTo>
                    <a:pt x="3789433" y="1544091"/>
                  </a:lnTo>
                  <a:lnTo>
                    <a:pt x="3822866" y="1545391"/>
                  </a:lnTo>
                  <a:lnTo>
                    <a:pt x="3840938" y="1546022"/>
                  </a:lnTo>
                  <a:lnTo>
                    <a:pt x="3847439" y="1546228"/>
                  </a:lnTo>
                  <a:lnTo>
                    <a:pt x="3848118" y="1546247"/>
                  </a:lnTo>
                  <a:lnTo>
                    <a:pt x="4386855" y="1546247"/>
                  </a:lnTo>
                  <a:lnTo>
                    <a:pt x="4388114" y="1546197"/>
                  </a:lnTo>
                  <a:lnTo>
                    <a:pt x="4396334" y="1545842"/>
                  </a:lnTo>
                  <a:lnTo>
                    <a:pt x="4416851" y="1544859"/>
                  </a:lnTo>
                  <a:lnTo>
                    <a:pt x="4453008" y="1542930"/>
                  </a:lnTo>
                  <a:lnTo>
                    <a:pt x="4505846" y="1539775"/>
                  </a:lnTo>
                  <a:lnTo>
                    <a:pt x="4574062" y="1535189"/>
                  </a:lnTo>
                  <a:lnTo>
                    <a:pt x="4654454" y="1529058"/>
                  </a:lnTo>
                  <a:lnTo>
                    <a:pt x="4742732" y="1521352"/>
                  </a:lnTo>
                  <a:lnTo>
                    <a:pt x="4834442" y="1512095"/>
                  </a:lnTo>
                  <a:lnTo>
                    <a:pt x="4925700" y="1501323"/>
                  </a:lnTo>
                  <a:lnTo>
                    <a:pt x="5013603" y="1489052"/>
                  </a:lnTo>
                  <a:lnTo>
                    <a:pt x="5096318" y="1475246"/>
                  </a:lnTo>
                  <a:lnTo>
                    <a:pt x="5172965" y="1459807"/>
                  </a:lnTo>
                  <a:lnTo>
                    <a:pt x="5243401" y="1442567"/>
                  </a:lnTo>
                  <a:lnTo>
                    <a:pt x="5307995" y="1423290"/>
                  </a:lnTo>
                  <a:lnTo>
                    <a:pt x="5367437" y="1401681"/>
                  </a:lnTo>
                  <a:lnTo>
                    <a:pt x="5422593" y="1377400"/>
                  </a:lnTo>
                  <a:lnTo>
                    <a:pt x="5474394" y="1350093"/>
                  </a:lnTo>
                  <a:lnTo>
                    <a:pt x="5523755" y="1319449"/>
                  </a:lnTo>
                  <a:lnTo>
                    <a:pt x="5567201" y="1288539"/>
                  </a:lnTo>
                  <a:lnTo>
                    <a:pt x="5610704" y="1253964"/>
                  </a:lnTo>
                  <a:lnTo>
                    <a:pt x="5653782" y="1216277"/>
                  </a:lnTo>
                  <a:lnTo>
                    <a:pt x="5696800" y="1175424"/>
                  </a:lnTo>
                  <a:lnTo>
                    <a:pt x="5740022" y="1131427"/>
                  </a:lnTo>
                  <a:lnTo>
                    <a:pt x="5783627" y="1084401"/>
                  </a:lnTo>
                  <a:lnTo>
                    <a:pt x="5827711" y="1034556"/>
                  </a:lnTo>
                  <a:lnTo>
                    <a:pt x="5872305" y="982201"/>
                  </a:lnTo>
                  <a:lnTo>
                    <a:pt x="5917375" y="927742"/>
                  </a:lnTo>
                  <a:lnTo>
                    <a:pt x="5962837" y="871668"/>
                  </a:lnTo>
                  <a:lnTo>
                    <a:pt x="6008566" y="814539"/>
                  </a:lnTo>
                  <a:lnTo>
                    <a:pt x="6054411" y="756959"/>
                  </a:lnTo>
                  <a:lnTo>
                    <a:pt x="6100211" y="699556"/>
                  </a:lnTo>
                  <a:lnTo>
                    <a:pt x="6145807" y="642947"/>
                  </a:lnTo>
                  <a:lnTo>
                    <a:pt x="6191062" y="587714"/>
                  </a:lnTo>
                  <a:lnTo>
                    <a:pt x="6235872" y="534381"/>
                  </a:lnTo>
                  <a:lnTo>
                    <a:pt x="6280181" y="483390"/>
                  </a:lnTo>
                  <a:lnTo>
                    <a:pt x="6323988" y="435095"/>
                  </a:lnTo>
                  <a:lnTo>
                    <a:pt x="6367361" y="389749"/>
                  </a:lnTo>
                  <a:lnTo>
                    <a:pt x="6410442" y="347508"/>
                  </a:lnTo>
                  <a:lnTo>
                    <a:pt x="6453454" y="308434"/>
                  </a:lnTo>
                  <a:lnTo>
                    <a:pt x="6496719" y="272505"/>
                  </a:lnTo>
                  <a:lnTo>
                    <a:pt x="6515891" y="257707"/>
                  </a:lnTo>
                  <a:lnTo>
                    <a:pt x="6563742" y="223870"/>
                  </a:lnTo>
                  <a:lnTo>
                    <a:pt x="6613289" y="193540"/>
                  </a:lnTo>
                  <a:lnTo>
                    <a:pt x="6665356" y="166522"/>
                  </a:lnTo>
                  <a:lnTo>
                    <a:pt x="6720863" y="142498"/>
                  </a:lnTo>
                  <a:lnTo>
                    <a:pt x="6780740" y="121114"/>
                  </a:lnTo>
                  <a:lnTo>
                    <a:pt x="6845839" y="102034"/>
                  </a:lnTo>
                  <a:lnTo>
                    <a:pt x="6916830" y="84966"/>
                  </a:lnTo>
                  <a:lnTo>
                    <a:pt x="6994044" y="69682"/>
                  </a:lnTo>
                  <a:lnTo>
                    <a:pt x="7077279" y="56018"/>
                  </a:lnTo>
                  <a:lnTo>
                    <a:pt x="7165578" y="43883"/>
                  </a:lnTo>
                  <a:lnTo>
                    <a:pt x="7257013" y="33248"/>
                  </a:lnTo>
                  <a:lnTo>
                    <a:pt x="7348585" y="24130"/>
                  </a:lnTo>
                  <a:lnTo>
                    <a:pt x="7436334" y="16567"/>
                  </a:lnTo>
                  <a:lnTo>
                    <a:pt x="7515788" y="10579"/>
                  </a:lnTo>
                  <a:lnTo>
                    <a:pt x="7582716" y="6129"/>
                  </a:lnTo>
                  <a:lnTo>
                    <a:pt x="7634058" y="3095"/>
                  </a:lnTo>
                  <a:lnTo>
                    <a:pt x="7668716" y="1264"/>
                  </a:lnTo>
                  <a:lnTo>
                    <a:pt x="7687945" y="351"/>
                  </a:lnTo>
                  <a:lnTo>
                    <a:pt x="7695286" y="3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546595" y="1153352"/>
              <a:ext cx="8234974" cy="1546247"/>
            </a:xfrm>
            <a:custGeom>
              <a:avLst/>
              <a:pathLst>
                <a:path w="8234974" h="1546247">
                  <a:moveTo>
                    <a:pt x="8234974" y="0"/>
                  </a:moveTo>
                  <a:lnTo>
                    <a:pt x="7696237" y="0"/>
                  </a:lnTo>
                  <a:lnTo>
                    <a:pt x="7694978" y="49"/>
                  </a:lnTo>
                  <a:lnTo>
                    <a:pt x="7686758" y="405"/>
                  </a:lnTo>
                  <a:lnTo>
                    <a:pt x="7666242" y="1388"/>
                  </a:lnTo>
                  <a:lnTo>
                    <a:pt x="7630084" y="3317"/>
                  </a:lnTo>
                  <a:lnTo>
                    <a:pt x="7577247" y="6472"/>
                  </a:lnTo>
                  <a:lnTo>
                    <a:pt x="7509031" y="11058"/>
                  </a:lnTo>
                  <a:lnTo>
                    <a:pt x="7428639" y="17189"/>
                  </a:lnTo>
                  <a:lnTo>
                    <a:pt x="7340360" y="24895"/>
                  </a:lnTo>
                  <a:lnTo>
                    <a:pt x="7248650" y="34152"/>
                  </a:lnTo>
                  <a:lnTo>
                    <a:pt x="7157392" y="44924"/>
                  </a:lnTo>
                  <a:lnTo>
                    <a:pt x="7069489" y="57195"/>
                  </a:lnTo>
                  <a:lnTo>
                    <a:pt x="6986774" y="71001"/>
                  </a:lnTo>
                  <a:lnTo>
                    <a:pt x="6910127" y="86440"/>
                  </a:lnTo>
                  <a:lnTo>
                    <a:pt x="6839691" y="103680"/>
                  </a:lnTo>
                  <a:lnTo>
                    <a:pt x="6775098" y="122956"/>
                  </a:lnTo>
                  <a:lnTo>
                    <a:pt x="6715655" y="144566"/>
                  </a:lnTo>
                  <a:lnTo>
                    <a:pt x="6660500" y="168847"/>
                  </a:lnTo>
                  <a:lnTo>
                    <a:pt x="6608698" y="196153"/>
                  </a:lnTo>
                  <a:lnTo>
                    <a:pt x="6559337" y="226797"/>
                  </a:lnTo>
                  <a:lnTo>
                    <a:pt x="6515891" y="257707"/>
                  </a:lnTo>
                  <a:lnTo>
                    <a:pt x="6472388" y="292283"/>
                  </a:lnTo>
                  <a:lnTo>
                    <a:pt x="6429310" y="329969"/>
                  </a:lnTo>
                  <a:lnTo>
                    <a:pt x="6386293" y="370823"/>
                  </a:lnTo>
                  <a:lnTo>
                    <a:pt x="6343070" y="414819"/>
                  </a:lnTo>
                  <a:lnTo>
                    <a:pt x="6299466" y="461846"/>
                  </a:lnTo>
                  <a:lnTo>
                    <a:pt x="6255381" y="511691"/>
                  </a:lnTo>
                  <a:lnTo>
                    <a:pt x="6210787" y="564046"/>
                  </a:lnTo>
                  <a:lnTo>
                    <a:pt x="6165717" y="618505"/>
                  </a:lnTo>
                  <a:lnTo>
                    <a:pt x="6120255" y="674579"/>
                  </a:lnTo>
                  <a:lnTo>
                    <a:pt x="6074527" y="731708"/>
                  </a:lnTo>
                  <a:lnTo>
                    <a:pt x="6028681" y="789287"/>
                  </a:lnTo>
                  <a:lnTo>
                    <a:pt x="5982882" y="846690"/>
                  </a:lnTo>
                  <a:lnTo>
                    <a:pt x="5937285" y="903300"/>
                  </a:lnTo>
                  <a:lnTo>
                    <a:pt x="5892030" y="958532"/>
                  </a:lnTo>
                  <a:lnTo>
                    <a:pt x="5847220" y="1011866"/>
                  </a:lnTo>
                  <a:lnTo>
                    <a:pt x="5802912" y="1062857"/>
                  </a:lnTo>
                  <a:lnTo>
                    <a:pt x="5759104" y="1111152"/>
                  </a:lnTo>
                  <a:lnTo>
                    <a:pt x="5715731" y="1156498"/>
                  </a:lnTo>
                  <a:lnTo>
                    <a:pt x="5672651" y="1198739"/>
                  </a:lnTo>
                  <a:lnTo>
                    <a:pt x="5629638" y="1237812"/>
                  </a:lnTo>
                  <a:lnTo>
                    <a:pt x="5586374" y="1273742"/>
                  </a:lnTo>
                  <a:lnTo>
                    <a:pt x="5567201" y="1288539"/>
                  </a:lnTo>
                  <a:lnTo>
                    <a:pt x="5519350" y="1322376"/>
                  </a:lnTo>
                  <a:lnTo>
                    <a:pt x="5469804" y="1352707"/>
                  </a:lnTo>
                  <a:lnTo>
                    <a:pt x="5417736" y="1379725"/>
                  </a:lnTo>
                  <a:lnTo>
                    <a:pt x="5362229" y="1403749"/>
                  </a:lnTo>
                  <a:lnTo>
                    <a:pt x="5302353" y="1425133"/>
                  </a:lnTo>
                  <a:lnTo>
                    <a:pt x="5237253" y="1444213"/>
                  </a:lnTo>
                  <a:lnTo>
                    <a:pt x="5166262" y="1461280"/>
                  </a:lnTo>
                  <a:lnTo>
                    <a:pt x="5089049" y="1476565"/>
                  </a:lnTo>
                  <a:lnTo>
                    <a:pt x="5005814" y="1490229"/>
                  </a:lnTo>
                  <a:lnTo>
                    <a:pt x="4917515" y="1502363"/>
                  </a:lnTo>
                  <a:lnTo>
                    <a:pt x="4826079" y="1512999"/>
                  </a:lnTo>
                  <a:lnTo>
                    <a:pt x="4734508" y="1522117"/>
                  </a:lnTo>
                  <a:lnTo>
                    <a:pt x="4646758" y="1529680"/>
                  </a:lnTo>
                  <a:lnTo>
                    <a:pt x="4567305" y="1535668"/>
                  </a:lnTo>
                  <a:lnTo>
                    <a:pt x="4500377" y="1540118"/>
                  </a:lnTo>
                  <a:lnTo>
                    <a:pt x="4449034" y="1543152"/>
                  </a:lnTo>
                  <a:lnTo>
                    <a:pt x="4414376" y="1544983"/>
                  </a:lnTo>
                  <a:lnTo>
                    <a:pt x="4395147" y="1545895"/>
                  </a:lnTo>
                  <a:lnTo>
                    <a:pt x="4387807" y="1546210"/>
                  </a:lnTo>
                  <a:lnTo>
                    <a:pt x="4386855" y="1546247"/>
                  </a:lnTo>
                  <a:lnTo>
                    <a:pt x="3848118" y="1546247"/>
                  </a:lnTo>
                  <a:lnTo>
                    <a:pt x="3846840" y="1546210"/>
                  </a:lnTo>
                  <a:lnTo>
                    <a:pt x="3838498" y="1545941"/>
                  </a:lnTo>
                  <a:lnTo>
                    <a:pt x="3817688" y="1545200"/>
                  </a:lnTo>
                  <a:lnTo>
                    <a:pt x="3781042" y="1543744"/>
                  </a:lnTo>
                  <a:lnTo>
                    <a:pt x="3727550" y="1541364"/>
                  </a:lnTo>
                  <a:lnTo>
                    <a:pt x="3658584" y="1537908"/>
                  </a:lnTo>
                  <a:lnTo>
                    <a:pt x="3577440" y="1533290"/>
                  </a:lnTo>
                  <a:lnTo>
                    <a:pt x="3488493" y="1527490"/>
                  </a:lnTo>
                  <a:lnTo>
                    <a:pt x="3396255" y="1520526"/>
                  </a:lnTo>
                  <a:lnTo>
                    <a:pt x="3304633" y="1512427"/>
                  </a:lnTo>
                  <a:lnTo>
                    <a:pt x="3216522" y="1503202"/>
                  </a:lnTo>
                  <a:lnTo>
                    <a:pt x="3133726" y="1492822"/>
                  </a:lnTo>
                  <a:lnTo>
                    <a:pt x="3057089" y="1481210"/>
                  </a:lnTo>
                  <a:lnTo>
                    <a:pt x="2986715" y="1468235"/>
                  </a:lnTo>
                  <a:lnTo>
                    <a:pt x="2922202" y="1453717"/>
                  </a:lnTo>
                  <a:lnTo>
                    <a:pt x="2862831" y="1437430"/>
                  </a:lnTo>
                  <a:lnTo>
                    <a:pt x="2807714" y="1419114"/>
                  </a:lnTo>
                  <a:lnTo>
                    <a:pt x="2755903" y="1398505"/>
                  </a:lnTo>
                  <a:lnTo>
                    <a:pt x="2706476" y="1375373"/>
                  </a:lnTo>
                  <a:lnTo>
                    <a:pt x="2667772" y="1354781"/>
                  </a:lnTo>
                  <a:lnTo>
                    <a:pt x="2621162" y="1327157"/>
                  </a:lnTo>
                  <a:lnTo>
                    <a:pt x="2575007" y="1296873"/>
                  </a:lnTo>
                  <a:lnTo>
                    <a:pt x="2528872" y="1263884"/>
                  </a:lnTo>
                  <a:lnTo>
                    <a:pt x="2482451" y="1228227"/>
                  </a:lnTo>
                  <a:lnTo>
                    <a:pt x="2435552" y="1190028"/>
                  </a:lnTo>
                  <a:lnTo>
                    <a:pt x="2388080" y="1149509"/>
                  </a:lnTo>
                  <a:lnTo>
                    <a:pt x="2340033" y="1106988"/>
                  </a:lnTo>
                  <a:lnTo>
                    <a:pt x="2291481" y="1062874"/>
                  </a:lnTo>
                  <a:lnTo>
                    <a:pt x="2242557" y="1017650"/>
                  </a:lnTo>
                  <a:lnTo>
                    <a:pt x="2193437" y="971857"/>
                  </a:lnTo>
                  <a:lnTo>
                    <a:pt x="2144316" y="926065"/>
                  </a:lnTo>
                  <a:lnTo>
                    <a:pt x="2095392" y="880841"/>
                  </a:lnTo>
                  <a:lnTo>
                    <a:pt x="2046840" y="836726"/>
                  </a:lnTo>
                  <a:lnTo>
                    <a:pt x="1998792" y="794204"/>
                  </a:lnTo>
                  <a:lnTo>
                    <a:pt x="1951321" y="753684"/>
                  </a:lnTo>
                  <a:lnTo>
                    <a:pt x="1904421" y="715484"/>
                  </a:lnTo>
                  <a:lnTo>
                    <a:pt x="1858000" y="679827"/>
                  </a:lnTo>
                  <a:lnTo>
                    <a:pt x="1811865" y="646837"/>
                  </a:lnTo>
                  <a:lnTo>
                    <a:pt x="1765710" y="616551"/>
                  </a:lnTo>
                  <a:lnTo>
                    <a:pt x="1719100" y="588927"/>
                  </a:lnTo>
                  <a:lnTo>
                    <a:pt x="1719082" y="588917"/>
                  </a:lnTo>
                  <a:lnTo>
                    <a:pt x="1670981" y="563654"/>
                  </a:lnTo>
                  <a:lnTo>
                    <a:pt x="1621161" y="541023"/>
                  </a:lnTo>
                  <a:lnTo>
                    <a:pt x="1568786" y="520877"/>
                  </a:lnTo>
                  <a:lnTo>
                    <a:pt x="1512921" y="502974"/>
                  </a:lnTo>
                  <a:lnTo>
                    <a:pt x="1452623" y="487047"/>
                  </a:lnTo>
                  <a:lnTo>
                    <a:pt x="1387027" y="472844"/>
                  </a:lnTo>
                  <a:lnTo>
                    <a:pt x="1315462" y="460145"/>
                  </a:lnTo>
                  <a:lnTo>
                    <a:pt x="1237608" y="448779"/>
                  </a:lnTo>
                  <a:lnTo>
                    <a:pt x="1153694" y="438626"/>
                  </a:lnTo>
                  <a:lnTo>
                    <a:pt x="1064731" y="429619"/>
                  </a:lnTo>
                  <a:lnTo>
                    <a:pt x="972731" y="421738"/>
                  </a:lnTo>
                  <a:lnTo>
                    <a:pt x="880798" y="414997"/>
                  </a:lnTo>
                  <a:lnTo>
                    <a:pt x="792997" y="409424"/>
                  </a:lnTo>
                  <a:lnTo>
                    <a:pt x="713883" y="405034"/>
                  </a:lnTo>
                  <a:lnTo>
                    <a:pt x="647698" y="401794"/>
                  </a:lnTo>
                  <a:lnTo>
                    <a:pt x="597422" y="399607"/>
                  </a:lnTo>
                  <a:lnTo>
                    <a:pt x="563988" y="398307"/>
                  </a:lnTo>
                  <a:lnTo>
                    <a:pt x="545916" y="397675"/>
                  </a:lnTo>
                  <a:lnTo>
                    <a:pt x="539416" y="397470"/>
                  </a:lnTo>
                  <a:lnTo>
                    <a:pt x="538736" y="397450"/>
                  </a:lnTo>
                  <a:lnTo>
                    <a:pt x="0" y="3974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546595" y="1480024"/>
              <a:ext cx="8234974" cy="1241353"/>
            </a:xfrm>
            <a:custGeom>
              <a:avLst/>
              <a:pathLst>
                <a:path w="8234974" h="1241353">
                  <a:moveTo>
                    <a:pt x="0" y="87112"/>
                  </a:moveTo>
                  <a:lnTo>
                    <a:pt x="538736" y="87112"/>
                  </a:lnTo>
                  <a:lnTo>
                    <a:pt x="540014" y="87150"/>
                  </a:lnTo>
                  <a:lnTo>
                    <a:pt x="548355" y="87419"/>
                  </a:lnTo>
                  <a:lnTo>
                    <a:pt x="569162" y="88164"/>
                  </a:lnTo>
                  <a:lnTo>
                    <a:pt x="605801" y="89627"/>
                  </a:lnTo>
                  <a:lnTo>
                    <a:pt x="659286" y="92017"/>
                  </a:lnTo>
                  <a:lnTo>
                    <a:pt x="728243" y="95490"/>
                  </a:lnTo>
                  <a:lnTo>
                    <a:pt x="809378" y="100129"/>
                  </a:lnTo>
                  <a:lnTo>
                    <a:pt x="898317" y="105955"/>
                  </a:lnTo>
                  <a:lnTo>
                    <a:pt x="990549" y="112951"/>
                  </a:lnTo>
                  <a:lnTo>
                    <a:pt x="1082166" y="121087"/>
                  </a:lnTo>
                  <a:lnTo>
                    <a:pt x="1170275" y="130355"/>
                  </a:lnTo>
                  <a:lnTo>
                    <a:pt x="1253070" y="140782"/>
                  </a:lnTo>
                  <a:lnTo>
                    <a:pt x="1329707" y="152448"/>
                  </a:lnTo>
                  <a:lnTo>
                    <a:pt x="1400082" y="165482"/>
                  </a:lnTo>
                  <a:lnTo>
                    <a:pt x="1464596" y="180066"/>
                  </a:lnTo>
                  <a:lnTo>
                    <a:pt x="1523968" y="196429"/>
                  </a:lnTo>
                  <a:lnTo>
                    <a:pt x="1579085" y="214828"/>
                  </a:lnTo>
                  <a:lnTo>
                    <a:pt x="1630896" y="235530"/>
                  </a:lnTo>
                  <a:lnTo>
                    <a:pt x="1680322" y="258768"/>
                  </a:lnTo>
                  <a:lnTo>
                    <a:pt x="1719082" y="279486"/>
                  </a:lnTo>
                  <a:lnTo>
                    <a:pt x="1765649" y="307213"/>
                  </a:lnTo>
                  <a:lnTo>
                    <a:pt x="1811761" y="337609"/>
                  </a:lnTo>
                  <a:lnTo>
                    <a:pt x="1857853" y="370717"/>
                  </a:lnTo>
                  <a:lnTo>
                    <a:pt x="1904229" y="406500"/>
                  </a:lnTo>
                  <a:lnTo>
                    <a:pt x="1951082" y="444834"/>
                  </a:lnTo>
                  <a:lnTo>
                    <a:pt x="1998507" y="485496"/>
                  </a:lnTo>
                  <a:lnTo>
                    <a:pt x="2046506" y="528168"/>
                  </a:lnTo>
                  <a:lnTo>
                    <a:pt x="2095009" y="572440"/>
                  </a:lnTo>
                  <a:lnTo>
                    <a:pt x="2143885" y="617829"/>
                  </a:lnTo>
                  <a:lnTo>
                    <a:pt x="2192958" y="663793"/>
                  </a:lnTo>
                  <a:lnTo>
                    <a:pt x="2242034" y="709763"/>
                  </a:lnTo>
                  <a:lnTo>
                    <a:pt x="2290915" y="755167"/>
                  </a:lnTo>
                  <a:lnTo>
                    <a:pt x="2339427" y="799466"/>
                  </a:lnTo>
                  <a:lnTo>
                    <a:pt x="2387437" y="842172"/>
                  </a:lnTo>
                  <a:lnTo>
                    <a:pt x="2434872" y="882876"/>
                  </a:lnTo>
                  <a:lnTo>
                    <a:pt x="2481736" y="921256"/>
                  </a:lnTo>
                  <a:lnTo>
                    <a:pt x="2528120" y="957090"/>
                  </a:lnTo>
                  <a:lnTo>
                    <a:pt x="2574214" y="990250"/>
                  </a:lnTo>
                  <a:lnTo>
                    <a:pt x="2620322" y="1020697"/>
                  </a:lnTo>
                  <a:lnTo>
                    <a:pt x="2666875" y="1048475"/>
                  </a:lnTo>
                  <a:lnTo>
                    <a:pt x="2667772" y="1048980"/>
                  </a:lnTo>
                  <a:lnTo>
                    <a:pt x="2715871" y="1074361"/>
                  </a:lnTo>
                  <a:lnTo>
                    <a:pt x="2765687" y="1097098"/>
                  </a:lnTo>
                  <a:lnTo>
                    <a:pt x="2818059" y="1117338"/>
                  </a:lnTo>
                  <a:lnTo>
                    <a:pt x="2873919" y="1135326"/>
                  </a:lnTo>
                  <a:lnTo>
                    <a:pt x="2934213" y="1151327"/>
                  </a:lnTo>
                  <a:lnTo>
                    <a:pt x="2999803" y="1165598"/>
                  </a:lnTo>
                  <a:lnTo>
                    <a:pt x="3071360" y="1178357"/>
                  </a:lnTo>
                  <a:lnTo>
                    <a:pt x="3149207" y="1189776"/>
                  </a:lnTo>
                  <a:lnTo>
                    <a:pt x="3233114" y="1199977"/>
                  </a:lnTo>
                  <a:lnTo>
                    <a:pt x="3322068" y="1209027"/>
                  </a:lnTo>
                  <a:lnTo>
                    <a:pt x="3414062" y="1216946"/>
                  </a:lnTo>
                  <a:lnTo>
                    <a:pt x="3505991" y="1223719"/>
                  </a:lnTo>
                  <a:lnTo>
                    <a:pt x="3593791" y="1229319"/>
                  </a:lnTo>
                  <a:lnTo>
                    <a:pt x="3672909" y="1233731"/>
                  </a:lnTo>
                  <a:lnTo>
                    <a:pt x="3739103" y="1236987"/>
                  </a:lnTo>
                  <a:lnTo>
                    <a:pt x="3789392" y="1239185"/>
                  </a:lnTo>
                  <a:lnTo>
                    <a:pt x="3822840" y="1240492"/>
                  </a:lnTo>
                  <a:lnTo>
                    <a:pt x="3840926" y="1241127"/>
                  </a:lnTo>
                  <a:lnTo>
                    <a:pt x="3847436" y="1241333"/>
                  </a:lnTo>
                  <a:lnTo>
                    <a:pt x="3848118" y="1241353"/>
                  </a:lnTo>
                  <a:lnTo>
                    <a:pt x="4386855" y="1241353"/>
                  </a:lnTo>
                  <a:lnTo>
                    <a:pt x="4388130" y="1241313"/>
                  </a:lnTo>
                  <a:lnTo>
                    <a:pt x="4396448" y="1241025"/>
                  </a:lnTo>
                  <a:lnTo>
                    <a:pt x="4417200" y="1240230"/>
                  </a:lnTo>
                  <a:lnTo>
                    <a:pt x="4453750" y="1238668"/>
                  </a:lnTo>
                  <a:lnTo>
                    <a:pt x="4507113" y="1236116"/>
                  </a:lnTo>
                  <a:lnTo>
                    <a:pt x="4575932" y="1232407"/>
                  </a:lnTo>
                  <a:lnTo>
                    <a:pt x="4656929" y="1227453"/>
                  </a:lnTo>
                  <a:lnTo>
                    <a:pt x="4745746" y="1221229"/>
                  </a:lnTo>
                  <a:lnTo>
                    <a:pt x="4837880" y="1213755"/>
                  </a:lnTo>
                  <a:lnTo>
                    <a:pt x="4929432" y="1205062"/>
                  </a:lnTo>
                  <a:lnTo>
                    <a:pt x="5017503" y="1195160"/>
                  </a:lnTo>
                  <a:lnTo>
                    <a:pt x="5100283" y="1184019"/>
                  </a:lnTo>
                  <a:lnTo>
                    <a:pt x="5176923" y="1171557"/>
                  </a:lnTo>
                  <a:lnTo>
                    <a:pt x="5247309" y="1157633"/>
                  </a:lnTo>
                  <a:lnTo>
                    <a:pt x="5311838" y="1142056"/>
                  </a:lnTo>
                  <a:lnTo>
                    <a:pt x="5371223" y="1124583"/>
                  </a:lnTo>
                  <a:lnTo>
                    <a:pt x="5426347" y="1104937"/>
                  </a:lnTo>
                  <a:lnTo>
                    <a:pt x="5478156" y="1082833"/>
                  </a:lnTo>
                  <a:lnTo>
                    <a:pt x="5527569" y="1058024"/>
                  </a:lnTo>
                  <a:lnTo>
                    <a:pt x="5567201" y="1035368"/>
                  </a:lnTo>
                  <a:lnTo>
                    <a:pt x="5613119" y="1006115"/>
                  </a:lnTo>
                  <a:lnTo>
                    <a:pt x="5658588" y="974085"/>
                  </a:lnTo>
                  <a:lnTo>
                    <a:pt x="5704028" y="939233"/>
                  </a:lnTo>
                  <a:lnTo>
                    <a:pt x="5749734" y="901591"/>
                  </a:lnTo>
                  <a:lnTo>
                    <a:pt x="5795897" y="861284"/>
                  </a:lnTo>
                  <a:lnTo>
                    <a:pt x="5842611" y="818535"/>
                  </a:lnTo>
                  <a:lnTo>
                    <a:pt x="5889887" y="773662"/>
                  </a:lnTo>
                  <a:lnTo>
                    <a:pt x="5937663" y="727076"/>
                  </a:lnTo>
                  <a:lnTo>
                    <a:pt x="5985818" y="679269"/>
                  </a:lnTo>
                  <a:lnTo>
                    <a:pt x="6034188" y="630789"/>
                  </a:lnTo>
                  <a:lnTo>
                    <a:pt x="6082588" y="582219"/>
                  </a:lnTo>
                  <a:lnTo>
                    <a:pt x="6130827" y="534147"/>
                  </a:lnTo>
                  <a:lnTo>
                    <a:pt x="6178733" y="487135"/>
                  </a:lnTo>
                  <a:lnTo>
                    <a:pt x="6226170" y="441694"/>
                  </a:lnTo>
                  <a:lnTo>
                    <a:pt x="6273058" y="398261"/>
                  </a:lnTo>
                  <a:lnTo>
                    <a:pt x="6319382" y="357184"/>
                  </a:lnTo>
                  <a:lnTo>
                    <a:pt x="6365212" y="318714"/>
                  </a:lnTo>
                  <a:lnTo>
                    <a:pt x="6410706" y="283006"/>
                  </a:lnTo>
                  <a:lnTo>
                    <a:pt x="6456128" y="250120"/>
                  </a:lnTo>
                  <a:lnTo>
                    <a:pt x="6501857" y="220032"/>
                  </a:lnTo>
                  <a:lnTo>
                    <a:pt x="6515891" y="211429"/>
                  </a:lnTo>
                  <a:lnTo>
                    <a:pt x="6563944" y="184277"/>
                  </a:lnTo>
                  <a:lnTo>
                    <a:pt x="6613709" y="159950"/>
                  </a:lnTo>
                  <a:lnTo>
                    <a:pt x="6666024" y="138291"/>
                  </a:lnTo>
                  <a:lnTo>
                    <a:pt x="6721819" y="119042"/>
                  </a:lnTo>
                  <a:lnTo>
                    <a:pt x="6782035" y="101916"/>
                  </a:lnTo>
                  <a:lnTo>
                    <a:pt x="6847533" y="86641"/>
                  </a:lnTo>
                  <a:lnTo>
                    <a:pt x="6918985" y="72983"/>
                  </a:lnTo>
                  <a:lnTo>
                    <a:pt x="6996714" y="60758"/>
                  </a:lnTo>
                  <a:lnTo>
                    <a:pt x="7080495" y="49835"/>
                  </a:lnTo>
                  <a:lnTo>
                    <a:pt x="7169327" y="40144"/>
                  </a:lnTo>
                  <a:lnTo>
                    <a:pt x="7261218" y="31660"/>
                  </a:lnTo>
                  <a:lnTo>
                    <a:pt x="7353081" y="24401"/>
                  </a:lnTo>
                  <a:lnTo>
                    <a:pt x="7440874" y="18396"/>
                  </a:lnTo>
                  <a:lnTo>
                    <a:pt x="7520056" y="13660"/>
                  </a:lnTo>
                  <a:lnTo>
                    <a:pt x="7586390" y="10160"/>
                  </a:lnTo>
                  <a:lnTo>
                    <a:pt x="7636876" y="7793"/>
                  </a:lnTo>
                  <a:lnTo>
                    <a:pt x="7670550" y="6382"/>
                  </a:lnTo>
                  <a:lnTo>
                    <a:pt x="7688848" y="5693"/>
                  </a:lnTo>
                  <a:lnTo>
                    <a:pt x="7695509" y="546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3" y="40"/>
                  </a:lnTo>
                  <a:lnTo>
                    <a:pt x="7686645" y="328"/>
                  </a:lnTo>
                  <a:lnTo>
                    <a:pt x="7665892" y="1123"/>
                  </a:lnTo>
                  <a:lnTo>
                    <a:pt x="7629343" y="2684"/>
                  </a:lnTo>
                  <a:lnTo>
                    <a:pt x="7575979" y="5237"/>
                  </a:lnTo>
                  <a:lnTo>
                    <a:pt x="7507160" y="8945"/>
                  </a:lnTo>
                  <a:lnTo>
                    <a:pt x="7426163" y="13900"/>
                  </a:lnTo>
                  <a:lnTo>
                    <a:pt x="7337347" y="20124"/>
                  </a:lnTo>
                  <a:lnTo>
                    <a:pt x="7245212" y="27597"/>
                  </a:lnTo>
                  <a:lnTo>
                    <a:pt x="7153661" y="36290"/>
                  </a:lnTo>
                  <a:lnTo>
                    <a:pt x="7065590" y="46192"/>
                  </a:lnTo>
                  <a:lnTo>
                    <a:pt x="6982809" y="57333"/>
                  </a:lnTo>
                  <a:lnTo>
                    <a:pt x="6906170" y="69796"/>
                  </a:lnTo>
                  <a:lnTo>
                    <a:pt x="6835784" y="83719"/>
                  </a:lnTo>
                  <a:lnTo>
                    <a:pt x="6771255" y="99297"/>
                  </a:lnTo>
                  <a:lnTo>
                    <a:pt x="6711870" y="116770"/>
                  </a:lnTo>
                  <a:lnTo>
                    <a:pt x="6656745" y="136416"/>
                  </a:lnTo>
                  <a:lnTo>
                    <a:pt x="6604937" y="158520"/>
                  </a:lnTo>
                  <a:lnTo>
                    <a:pt x="6555523" y="183328"/>
                  </a:lnTo>
                  <a:lnTo>
                    <a:pt x="6515891" y="205984"/>
                  </a:lnTo>
                  <a:lnTo>
                    <a:pt x="6469973" y="235238"/>
                  </a:lnTo>
                  <a:lnTo>
                    <a:pt x="6424504" y="267267"/>
                  </a:lnTo>
                  <a:lnTo>
                    <a:pt x="6379065" y="302120"/>
                  </a:lnTo>
                  <a:lnTo>
                    <a:pt x="6333359" y="339762"/>
                  </a:lnTo>
                  <a:lnTo>
                    <a:pt x="6287196" y="380068"/>
                  </a:lnTo>
                  <a:lnTo>
                    <a:pt x="6240482" y="422818"/>
                  </a:lnTo>
                  <a:lnTo>
                    <a:pt x="6193205" y="467691"/>
                  </a:lnTo>
                  <a:lnTo>
                    <a:pt x="6145430" y="514277"/>
                  </a:lnTo>
                  <a:lnTo>
                    <a:pt x="6097275" y="562084"/>
                  </a:lnTo>
                  <a:lnTo>
                    <a:pt x="6048904" y="610564"/>
                  </a:lnTo>
                  <a:lnTo>
                    <a:pt x="6000505" y="659134"/>
                  </a:lnTo>
                  <a:lnTo>
                    <a:pt x="5952266" y="707206"/>
                  </a:lnTo>
                  <a:lnTo>
                    <a:pt x="5904360" y="754218"/>
                  </a:lnTo>
                  <a:lnTo>
                    <a:pt x="5856922" y="799659"/>
                  </a:lnTo>
                  <a:lnTo>
                    <a:pt x="5810035" y="843092"/>
                  </a:lnTo>
                  <a:lnTo>
                    <a:pt x="5763710" y="884169"/>
                  </a:lnTo>
                  <a:lnTo>
                    <a:pt x="5717881" y="922638"/>
                  </a:lnTo>
                  <a:lnTo>
                    <a:pt x="5672387" y="958346"/>
                  </a:lnTo>
                  <a:lnTo>
                    <a:pt x="5626965" y="991233"/>
                  </a:lnTo>
                  <a:lnTo>
                    <a:pt x="5581236" y="1021320"/>
                  </a:lnTo>
                  <a:lnTo>
                    <a:pt x="5567201" y="1029924"/>
                  </a:lnTo>
                  <a:lnTo>
                    <a:pt x="5519149" y="1057076"/>
                  </a:lnTo>
                  <a:lnTo>
                    <a:pt x="5469383" y="1081403"/>
                  </a:lnTo>
                  <a:lnTo>
                    <a:pt x="5417068" y="1103061"/>
                  </a:lnTo>
                  <a:lnTo>
                    <a:pt x="5361273" y="1122311"/>
                  </a:lnTo>
                  <a:lnTo>
                    <a:pt x="5301058" y="1139437"/>
                  </a:lnTo>
                  <a:lnTo>
                    <a:pt x="5235559" y="1154712"/>
                  </a:lnTo>
                  <a:lnTo>
                    <a:pt x="5164107" y="1168369"/>
                  </a:lnTo>
                  <a:lnTo>
                    <a:pt x="5086379" y="1180595"/>
                  </a:lnTo>
                  <a:lnTo>
                    <a:pt x="5002597" y="1191517"/>
                  </a:lnTo>
                  <a:lnTo>
                    <a:pt x="4913765" y="1201209"/>
                  </a:lnTo>
                  <a:lnTo>
                    <a:pt x="4821875" y="1209693"/>
                  </a:lnTo>
                  <a:lnTo>
                    <a:pt x="4730011" y="1216952"/>
                  </a:lnTo>
                  <a:lnTo>
                    <a:pt x="4642219" y="1222957"/>
                  </a:lnTo>
                  <a:lnTo>
                    <a:pt x="4563036" y="1227693"/>
                  </a:lnTo>
                  <a:lnTo>
                    <a:pt x="4496703" y="1231192"/>
                  </a:lnTo>
                  <a:lnTo>
                    <a:pt x="4446216" y="1233559"/>
                  </a:lnTo>
                  <a:lnTo>
                    <a:pt x="4412543" y="1234971"/>
                  </a:lnTo>
                  <a:lnTo>
                    <a:pt x="4394245" y="1235660"/>
                  </a:lnTo>
                  <a:lnTo>
                    <a:pt x="4387583" y="1235886"/>
                  </a:lnTo>
                  <a:lnTo>
                    <a:pt x="4386855" y="1235909"/>
                  </a:lnTo>
                  <a:lnTo>
                    <a:pt x="3848118" y="1235909"/>
                  </a:lnTo>
                  <a:lnTo>
                    <a:pt x="3846840" y="1235871"/>
                  </a:lnTo>
                  <a:lnTo>
                    <a:pt x="3838499" y="1235602"/>
                  </a:lnTo>
                  <a:lnTo>
                    <a:pt x="3817693" y="1234856"/>
                  </a:lnTo>
                  <a:lnTo>
                    <a:pt x="3781053" y="1233394"/>
                  </a:lnTo>
                  <a:lnTo>
                    <a:pt x="3727569" y="1231004"/>
                  </a:lnTo>
                  <a:lnTo>
                    <a:pt x="3658612" y="1227531"/>
                  </a:lnTo>
                  <a:lnTo>
                    <a:pt x="3577477" y="1222892"/>
                  </a:lnTo>
                  <a:lnTo>
                    <a:pt x="3488537" y="1217066"/>
                  </a:lnTo>
                  <a:lnTo>
                    <a:pt x="3396306" y="1210070"/>
                  </a:lnTo>
                  <a:lnTo>
                    <a:pt x="3304688" y="1201934"/>
                  </a:lnTo>
                  <a:lnTo>
                    <a:pt x="3216580" y="1192666"/>
                  </a:lnTo>
                  <a:lnTo>
                    <a:pt x="3133785" y="1182238"/>
                  </a:lnTo>
                  <a:lnTo>
                    <a:pt x="3057147" y="1170573"/>
                  </a:lnTo>
                  <a:lnTo>
                    <a:pt x="2986773" y="1157539"/>
                  </a:lnTo>
                  <a:lnTo>
                    <a:pt x="2922259" y="1142954"/>
                  </a:lnTo>
                  <a:lnTo>
                    <a:pt x="2862887" y="1126592"/>
                  </a:lnTo>
                  <a:lnTo>
                    <a:pt x="2807769" y="1108193"/>
                  </a:lnTo>
                  <a:lnTo>
                    <a:pt x="2755959" y="1087491"/>
                  </a:lnTo>
                  <a:lnTo>
                    <a:pt x="2706533" y="1064253"/>
                  </a:lnTo>
                  <a:lnTo>
                    <a:pt x="2667772" y="1043535"/>
                  </a:lnTo>
                  <a:lnTo>
                    <a:pt x="2621205" y="1015808"/>
                  </a:lnTo>
                  <a:lnTo>
                    <a:pt x="2575093" y="985412"/>
                  </a:lnTo>
                  <a:lnTo>
                    <a:pt x="2529002" y="952304"/>
                  </a:lnTo>
                  <a:lnTo>
                    <a:pt x="2482626" y="916520"/>
                  </a:lnTo>
                  <a:lnTo>
                    <a:pt x="2435772" y="878187"/>
                  </a:lnTo>
                  <a:lnTo>
                    <a:pt x="2388348" y="837525"/>
                  </a:lnTo>
                  <a:lnTo>
                    <a:pt x="2340349" y="794853"/>
                  </a:lnTo>
                  <a:lnTo>
                    <a:pt x="2291846" y="750581"/>
                  </a:lnTo>
                  <a:lnTo>
                    <a:pt x="2242970" y="705192"/>
                  </a:lnTo>
                  <a:lnTo>
                    <a:pt x="2193896" y="659228"/>
                  </a:lnTo>
                  <a:lnTo>
                    <a:pt x="2144820" y="613258"/>
                  </a:lnTo>
                  <a:lnTo>
                    <a:pt x="2095939" y="567853"/>
                  </a:lnTo>
                  <a:lnTo>
                    <a:pt x="2047427" y="523555"/>
                  </a:lnTo>
                  <a:lnTo>
                    <a:pt x="1999418" y="480849"/>
                  </a:lnTo>
                  <a:lnTo>
                    <a:pt x="1951982" y="440145"/>
                  </a:lnTo>
                  <a:lnTo>
                    <a:pt x="1905118" y="401765"/>
                  </a:lnTo>
                  <a:lnTo>
                    <a:pt x="1858735" y="365931"/>
                  </a:lnTo>
                  <a:lnTo>
                    <a:pt x="1812640" y="332771"/>
                  </a:lnTo>
                  <a:lnTo>
                    <a:pt x="1766532" y="302324"/>
                  </a:lnTo>
                  <a:lnTo>
                    <a:pt x="1719979" y="274546"/>
                  </a:lnTo>
                  <a:lnTo>
                    <a:pt x="1719082" y="274041"/>
                  </a:lnTo>
                  <a:lnTo>
                    <a:pt x="1670984" y="248660"/>
                  </a:lnTo>
                  <a:lnTo>
                    <a:pt x="1621168" y="225923"/>
                  </a:lnTo>
                  <a:lnTo>
                    <a:pt x="1568796" y="205682"/>
                  </a:lnTo>
                  <a:lnTo>
                    <a:pt x="1512935" y="187695"/>
                  </a:lnTo>
                  <a:lnTo>
                    <a:pt x="1452642" y="171693"/>
                  </a:lnTo>
                  <a:lnTo>
                    <a:pt x="1387052" y="157423"/>
                  </a:lnTo>
                  <a:lnTo>
                    <a:pt x="1315494" y="144664"/>
                  </a:lnTo>
                  <a:lnTo>
                    <a:pt x="1237648" y="133244"/>
                  </a:lnTo>
                  <a:lnTo>
                    <a:pt x="1153741" y="123044"/>
                  </a:lnTo>
                  <a:lnTo>
                    <a:pt x="1064787" y="113994"/>
                  </a:lnTo>
                  <a:lnTo>
                    <a:pt x="972793" y="106075"/>
                  </a:lnTo>
                  <a:lnTo>
                    <a:pt x="880864" y="99301"/>
                  </a:lnTo>
                  <a:lnTo>
                    <a:pt x="793064" y="93702"/>
                  </a:lnTo>
                  <a:lnTo>
                    <a:pt x="713946" y="89290"/>
                  </a:lnTo>
                  <a:lnTo>
                    <a:pt x="647751" y="86034"/>
                  </a:lnTo>
                  <a:lnTo>
                    <a:pt x="597462" y="83836"/>
                  </a:lnTo>
                  <a:lnTo>
                    <a:pt x="564015" y="82529"/>
                  </a:lnTo>
                  <a:lnTo>
                    <a:pt x="545929" y="81894"/>
                  </a:lnTo>
                  <a:lnTo>
                    <a:pt x="539419" y="81687"/>
                  </a:lnTo>
                  <a:lnTo>
                    <a:pt x="538736" y="81668"/>
                  </a:lnTo>
                  <a:lnTo>
                    <a:pt x="0" y="8166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546595" y="1485469"/>
              <a:ext cx="8234974" cy="1235909"/>
            </a:xfrm>
            <a:custGeom>
              <a:avLst/>
              <a:pathLst>
                <a:path w="8234974" h="1235909">
                  <a:moveTo>
                    <a:pt x="0" y="81668"/>
                  </a:moveTo>
                  <a:lnTo>
                    <a:pt x="538736" y="81668"/>
                  </a:lnTo>
                  <a:lnTo>
                    <a:pt x="540014" y="81705"/>
                  </a:lnTo>
                  <a:lnTo>
                    <a:pt x="548355" y="81975"/>
                  </a:lnTo>
                  <a:lnTo>
                    <a:pt x="569162" y="82720"/>
                  </a:lnTo>
                  <a:lnTo>
                    <a:pt x="605801" y="84182"/>
                  </a:lnTo>
                  <a:lnTo>
                    <a:pt x="659286" y="86573"/>
                  </a:lnTo>
                  <a:lnTo>
                    <a:pt x="728243" y="90045"/>
                  </a:lnTo>
                  <a:lnTo>
                    <a:pt x="809378" y="94684"/>
                  </a:lnTo>
                  <a:lnTo>
                    <a:pt x="898317" y="100511"/>
                  </a:lnTo>
                  <a:lnTo>
                    <a:pt x="990549" y="107506"/>
                  </a:lnTo>
                  <a:lnTo>
                    <a:pt x="1082166" y="115642"/>
                  </a:lnTo>
                  <a:lnTo>
                    <a:pt x="1170275" y="124910"/>
                  </a:lnTo>
                  <a:lnTo>
                    <a:pt x="1253070" y="135338"/>
                  </a:lnTo>
                  <a:lnTo>
                    <a:pt x="1329707" y="147003"/>
                  </a:lnTo>
                  <a:lnTo>
                    <a:pt x="1400082" y="160037"/>
                  </a:lnTo>
                  <a:lnTo>
                    <a:pt x="1464596" y="174622"/>
                  </a:lnTo>
                  <a:lnTo>
                    <a:pt x="1523968" y="190984"/>
                  </a:lnTo>
                  <a:lnTo>
                    <a:pt x="1579085" y="209383"/>
                  </a:lnTo>
                  <a:lnTo>
                    <a:pt x="1630896" y="230086"/>
                  </a:lnTo>
                  <a:lnTo>
                    <a:pt x="1680322" y="253323"/>
                  </a:lnTo>
                  <a:lnTo>
                    <a:pt x="1719082" y="274041"/>
                  </a:lnTo>
                  <a:lnTo>
                    <a:pt x="1765649" y="301769"/>
                  </a:lnTo>
                  <a:lnTo>
                    <a:pt x="1811761" y="332164"/>
                  </a:lnTo>
                  <a:lnTo>
                    <a:pt x="1857853" y="365272"/>
                  </a:lnTo>
                  <a:lnTo>
                    <a:pt x="1904229" y="401056"/>
                  </a:lnTo>
                  <a:lnTo>
                    <a:pt x="1951082" y="439390"/>
                  </a:lnTo>
                  <a:lnTo>
                    <a:pt x="1998507" y="480052"/>
                  </a:lnTo>
                  <a:lnTo>
                    <a:pt x="2046506" y="522723"/>
                  </a:lnTo>
                  <a:lnTo>
                    <a:pt x="2095009" y="566996"/>
                  </a:lnTo>
                  <a:lnTo>
                    <a:pt x="2143885" y="612384"/>
                  </a:lnTo>
                  <a:lnTo>
                    <a:pt x="2192958" y="658348"/>
                  </a:lnTo>
                  <a:lnTo>
                    <a:pt x="2242034" y="704318"/>
                  </a:lnTo>
                  <a:lnTo>
                    <a:pt x="2290915" y="749723"/>
                  </a:lnTo>
                  <a:lnTo>
                    <a:pt x="2339427" y="794021"/>
                  </a:lnTo>
                  <a:lnTo>
                    <a:pt x="2387437" y="836728"/>
                  </a:lnTo>
                  <a:lnTo>
                    <a:pt x="2434872" y="877431"/>
                  </a:lnTo>
                  <a:lnTo>
                    <a:pt x="2481736" y="915812"/>
                  </a:lnTo>
                  <a:lnTo>
                    <a:pt x="2528120" y="951646"/>
                  </a:lnTo>
                  <a:lnTo>
                    <a:pt x="2574214" y="984805"/>
                  </a:lnTo>
                  <a:lnTo>
                    <a:pt x="2620322" y="1015252"/>
                  </a:lnTo>
                  <a:lnTo>
                    <a:pt x="2666875" y="1043030"/>
                  </a:lnTo>
                  <a:lnTo>
                    <a:pt x="2667772" y="1043535"/>
                  </a:lnTo>
                  <a:lnTo>
                    <a:pt x="2715871" y="1068916"/>
                  </a:lnTo>
                  <a:lnTo>
                    <a:pt x="2765687" y="1091653"/>
                  </a:lnTo>
                  <a:lnTo>
                    <a:pt x="2818059" y="1111894"/>
                  </a:lnTo>
                  <a:lnTo>
                    <a:pt x="2873919" y="1129881"/>
                  </a:lnTo>
                  <a:lnTo>
                    <a:pt x="2934213" y="1145883"/>
                  </a:lnTo>
                  <a:lnTo>
                    <a:pt x="2999803" y="1160153"/>
                  </a:lnTo>
                  <a:lnTo>
                    <a:pt x="3071360" y="1172912"/>
                  </a:lnTo>
                  <a:lnTo>
                    <a:pt x="3149207" y="1184332"/>
                  </a:lnTo>
                  <a:lnTo>
                    <a:pt x="3233114" y="1194533"/>
                  </a:lnTo>
                  <a:lnTo>
                    <a:pt x="3322068" y="1203582"/>
                  </a:lnTo>
                  <a:lnTo>
                    <a:pt x="3414062" y="1211502"/>
                  </a:lnTo>
                  <a:lnTo>
                    <a:pt x="3505991" y="1218275"/>
                  </a:lnTo>
                  <a:lnTo>
                    <a:pt x="3593791" y="1223874"/>
                  </a:lnTo>
                  <a:lnTo>
                    <a:pt x="3672909" y="1228286"/>
                  </a:lnTo>
                  <a:lnTo>
                    <a:pt x="3739103" y="1231542"/>
                  </a:lnTo>
                  <a:lnTo>
                    <a:pt x="3789392" y="1233741"/>
                  </a:lnTo>
                  <a:lnTo>
                    <a:pt x="3822840" y="1235048"/>
                  </a:lnTo>
                  <a:lnTo>
                    <a:pt x="3840926" y="1235683"/>
                  </a:lnTo>
                  <a:lnTo>
                    <a:pt x="3847436" y="1235889"/>
                  </a:lnTo>
                  <a:lnTo>
                    <a:pt x="3848118" y="1235909"/>
                  </a:lnTo>
                  <a:lnTo>
                    <a:pt x="4386855" y="1235909"/>
                  </a:lnTo>
                  <a:lnTo>
                    <a:pt x="4388130" y="1235868"/>
                  </a:lnTo>
                  <a:lnTo>
                    <a:pt x="4396448" y="1235581"/>
                  </a:lnTo>
                  <a:lnTo>
                    <a:pt x="4417200" y="1234785"/>
                  </a:lnTo>
                  <a:lnTo>
                    <a:pt x="4453750" y="1233224"/>
                  </a:lnTo>
                  <a:lnTo>
                    <a:pt x="4507113" y="1230671"/>
                  </a:lnTo>
                  <a:lnTo>
                    <a:pt x="4575932" y="1226963"/>
                  </a:lnTo>
                  <a:lnTo>
                    <a:pt x="4656929" y="1222008"/>
                  </a:lnTo>
                  <a:lnTo>
                    <a:pt x="4745746" y="1215784"/>
                  </a:lnTo>
                  <a:lnTo>
                    <a:pt x="4837880" y="1208311"/>
                  </a:lnTo>
                  <a:lnTo>
                    <a:pt x="4929432" y="1199618"/>
                  </a:lnTo>
                  <a:lnTo>
                    <a:pt x="5017503" y="1189716"/>
                  </a:lnTo>
                  <a:lnTo>
                    <a:pt x="5100283" y="1178575"/>
                  </a:lnTo>
                  <a:lnTo>
                    <a:pt x="5176923" y="1166112"/>
                  </a:lnTo>
                  <a:lnTo>
                    <a:pt x="5247309" y="1152189"/>
                  </a:lnTo>
                  <a:lnTo>
                    <a:pt x="5311838" y="1136612"/>
                  </a:lnTo>
                  <a:lnTo>
                    <a:pt x="5371223" y="1119138"/>
                  </a:lnTo>
                  <a:lnTo>
                    <a:pt x="5426347" y="1099492"/>
                  </a:lnTo>
                  <a:lnTo>
                    <a:pt x="5478156" y="1077389"/>
                  </a:lnTo>
                  <a:lnTo>
                    <a:pt x="5527569" y="1052580"/>
                  </a:lnTo>
                  <a:lnTo>
                    <a:pt x="5567201" y="1029924"/>
                  </a:lnTo>
                  <a:lnTo>
                    <a:pt x="5613119" y="1000670"/>
                  </a:lnTo>
                  <a:lnTo>
                    <a:pt x="5658588" y="968641"/>
                  </a:lnTo>
                  <a:lnTo>
                    <a:pt x="5704028" y="933788"/>
                  </a:lnTo>
                  <a:lnTo>
                    <a:pt x="5749734" y="896146"/>
                  </a:lnTo>
                  <a:lnTo>
                    <a:pt x="5795897" y="855840"/>
                  </a:lnTo>
                  <a:lnTo>
                    <a:pt x="5842611" y="813090"/>
                  </a:lnTo>
                  <a:lnTo>
                    <a:pt x="5889887" y="768217"/>
                  </a:lnTo>
                  <a:lnTo>
                    <a:pt x="5937663" y="721632"/>
                  </a:lnTo>
                  <a:lnTo>
                    <a:pt x="5985818" y="673824"/>
                  </a:lnTo>
                  <a:lnTo>
                    <a:pt x="6034188" y="625344"/>
                  </a:lnTo>
                  <a:lnTo>
                    <a:pt x="6082588" y="576774"/>
                  </a:lnTo>
                  <a:lnTo>
                    <a:pt x="6130827" y="528702"/>
                  </a:lnTo>
                  <a:lnTo>
                    <a:pt x="6178733" y="481690"/>
                  </a:lnTo>
                  <a:lnTo>
                    <a:pt x="6226170" y="436249"/>
                  </a:lnTo>
                  <a:lnTo>
                    <a:pt x="6273058" y="392816"/>
                  </a:lnTo>
                  <a:lnTo>
                    <a:pt x="6319382" y="351739"/>
                  </a:lnTo>
                  <a:lnTo>
                    <a:pt x="6365212" y="313270"/>
                  </a:lnTo>
                  <a:lnTo>
                    <a:pt x="6410706" y="277562"/>
                  </a:lnTo>
                  <a:lnTo>
                    <a:pt x="6456128" y="244676"/>
                  </a:lnTo>
                  <a:lnTo>
                    <a:pt x="6501857" y="214588"/>
                  </a:lnTo>
                  <a:lnTo>
                    <a:pt x="6515891" y="205984"/>
                  </a:lnTo>
                  <a:lnTo>
                    <a:pt x="6563944" y="178832"/>
                  </a:lnTo>
                  <a:lnTo>
                    <a:pt x="6613709" y="154505"/>
                  </a:lnTo>
                  <a:lnTo>
                    <a:pt x="6666024" y="132847"/>
                  </a:lnTo>
                  <a:lnTo>
                    <a:pt x="6721819" y="113598"/>
                  </a:lnTo>
                  <a:lnTo>
                    <a:pt x="6782035" y="96472"/>
                  </a:lnTo>
                  <a:lnTo>
                    <a:pt x="6847533" y="81197"/>
                  </a:lnTo>
                  <a:lnTo>
                    <a:pt x="6918985" y="67539"/>
                  </a:lnTo>
                  <a:lnTo>
                    <a:pt x="6996714" y="55313"/>
                  </a:lnTo>
                  <a:lnTo>
                    <a:pt x="7080495" y="44391"/>
                  </a:lnTo>
                  <a:lnTo>
                    <a:pt x="7169327" y="34699"/>
                  </a:lnTo>
                  <a:lnTo>
                    <a:pt x="7261218" y="26216"/>
                  </a:lnTo>
                  <a:lnTo>
                    <a:pt x="7353081" y="18956"/>
                  </a:lnTo>
                  <a:lnTo>
                    <a:pt x="7440874" y="12951"/>
                  </a:lnTo>
                  <a:lnTo>
                    <a:pt x="7520056" y="8216"/>
                  </a:lnTo>
                  <a:lnTo>
                    <a:pt x="7586390" y="4716"/>
                  </a:lnTo>
                  <a:lnTo>
                    <a:pt x="7636876" y="2349"/>
                  </a:lnTo>
                  <a:lnTo>
                    <a:pt x="7670550" y="938"/>
                  </a:lnTo>
                  <a:lnTo>
                    <a:pt x="7688848" y="249"/>
                  </a:lnTo>
                  <a:lnTo>
                    <a:pt x="7695509" y="2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546595" y="1480024"/>
              <a:ext cx="8234974" cy="1235909"/>
            </a:xfrm>
            <a:custGeom>
              <a:avLst/>
              <a:pathLst>
                <a:path w="8234974" h="1235909">
                  <a:moveTo>
                    <a:pt x="8234974" y="0"/>
                  </a:moveTo>
                  <a:lnTo>
                    <a:pt x="7696237" y="0"/>
                  </a:lnTo>
                  <a:lnTo>
                    <a:pt x="7694963" y="40"/>
                  </a:lnTo>
                  <a:lnTo>
                    <a:pt x="7686645" y="328"/>
                  </a:lnTo>
                  <a:lnTo>
                    <a:pt x="7665892" y="1123"/>
                  </a:lnTo>
                  <a:lnTo>
                    <a:pt x="7629343" y="2684"/>
                  </a:lnTo>
                  <a:lnTo>
                    <a:pt x="7575979" y="5237"/>
                  </a:lnTo>
                  <a:lnTo>
                    <a:pt x="7507160" y="8945"/>
                  </a:lnTo>
                  <a:lnTo>
                    <a:pt x="7426163" y="13900"/>
                  </a:lnTo>
                  <a:lnTo>
                    <a:pt x="7337347" y="20124"/>
                  </a:lnTo>
                  <a:lnTo>
                    <a:pt x="7245212" y="27597"/>
                  </a:lnTo>
                  <a:lnTo>
                    <a:pt x="7153661" y="36290"/>
                  </a:lnTo>
                  <a:lnTo>
                    <a:pt x="7065590" y="46192"/>
                  </a:lnTo>
                  <a:lnTo>
                    <a:pt x="6982809" y="57333"/>
                  </a:lnTo>
                  <a:lnTo>
                    <a:pt x="6906170" y="69796"/>
                  </a:lnTo>
                  <a:lnTo>
                    <a:pt x="6835784" y="83719"/>
                  </a:lnTo>
                  <a:lnTo>
                    <a:pt x="6771255" y="99297"/>
                  </a:lnTo>
                  <a:lnTo>
                    <a:pt x="6711870" y="116770"/>
                  </a:lnTo>
                  <a:lnTo>
                    <a:pt x="6656745" y="136416"/>
                  </a:lnTo>
                  <a:lnTo>
                    <a:pt x="6604937" y="158520"/>
                  </a:lnTo>
                  <a:lnTo>
                    <a:pt x="6555523" y="183328"/>
                  </a:lnTo>
                  <a:lnTo>
                    <a:pt x="6515891" y="205984"/>
                  </a:lnTo>
                  <a:lnTo>
                    <a:pt x="6469973" y="235238"/>
                  </a:lnTo>
                  <a:lnTo>
                    <a:pt x="6424504" y="267267"/>
                  </a:lnTo>
                  <a:lnTo>
                    <a:pt x="6379065" y="302120"/>
                  </a:lnTo>
                  <a:lnTo>
                    <a:pt x="6333359" y="339762"/>
                  </a:lnTo>
                  <a:lnTo>
                    <a:pt x="6287196" y="380068"/>
                  </a:lnTo>
                  <a:lnTo>
                    <a:pt x="6240482" y="422818"/>
                  </a:lnTo>
                  <a:lnTo>
                    <a:pt x="6193205" y="467691"/>
                  </a:lnTo>
                  <a:lnTo>
                    <a:pt x="6145430" y="514277"/>
                  </a:lnTo>
                  <a:lnTo>
                    <a:pt x="6097275" y="562084"/>
                  </a:lnTo>
                  <a:lnTo>
                    <a:pt x="6048904" y="610564"/>
                  </a:lnTo>
                  <a:lnTo>
                    <a:pt x="6000505" y="659134"/>
                  </a:lnTo>
                  <a:lnTo>
                    <a:pt x="5952266" y="707206"/>
                  </a:lnTo>
                  <a:lnTo>
                    <a:pt x="5904360" y="754218"/>
                  </a:lnTo>
                  <a:lnTo>
                    <a:pt x="5856922" y="799659"/>
                  </a:lnTo>
                  <a:lnTo>
                    <a:pt x="5810035" y="843092"/>
                  </a:lnTo>
                  <a:lnTo>
                    <a:pt x="5763710" y="884169"/>
                  </a:lnTo>
                  <a:lnTo>
                    <a:pt x="5717881" y="922638"/>
                  </a:lnTo>
                  <a:lnTo>
                    <a:pt x="5672387" y="958346"/>
                  </a:lnTo>
                  <a:lnTo>
                    <a:pt x="5626965" y="991233"/>
                  </a:lnTo>
                  <a:lnTo>
                    <a:pt x="5581236" y="1021320"/>
                  </a:lnTo>
                  <a:lnTo>
                    <a:pt x="5567201" y="1029924"/>
                  </a:lnTo>
                  <a:lnTo>
                    <a:pt x="5519149" y="1057076"/>
                  </a:lnTo>
                  <a:lnTo>
                    <a:pt x="5469383" y="1081403"/>
                  </a:lnTo>
                  <a:lnTo>
                    <a:pt x="5417068" y="1103061"/>
                  </a:lnTo>
                  <a:lnTo>
                    <a:pt x="5361273" y="1122311"/>
                  </a:lnTo>
                  <a:lnTo>
                    <a:pt x="5301058" y="1139437"/>
                  </a:lnTo>
                  <a:lnTo>
                    <a:pt x="5235559" y="1154712"/>
                  </a:lnTo>
                  <a:lnTo>
                    <a:pt x="5164107" y="1168369"/>
                  </a:lnTo>
                  <a:lnTo>
                    <a:pt x="5086379" y="1180595"/>
                  </a:lnTo>
                  <a:lnTo>
                    <a:pt x="5002597" y="1191517"/>
                  </a:lnTo>
                  <a:lnTo>
                    <a:pt x="4913765" y="1201209"/>
                  </a:lnTo>
                  <a:lnTo>
                    <a:pt x="4821875" y="1209693"/>
                  </a:lnTo>
                  <a:lnTo>
                    <a:pt x="4730011" y="1216952"/>
                  </a:lnTo>
                  <a:lnTo>
                    <a:pt x="4642219" y="1222957"/>
                  </a:lnTo>
                  <a:lnTo>
                    <a:pt x="4563036" y="1227693"/>
                  </a:lnTo>
                  <a:lnTo>
                    <a:pt x="4496703" y="1231192"/>
                  </a:lnTo>
                  <a:lnTo>
                    <a:pt x="4446216" y="1233559"/>
                  </a:lnTo>
                  <a:lnTo>
                    <a:pt x="4412543" y="1234971"/>
                  </a:lnTo>
                  <a:lnTo>
                    <a:pt x="4394245" y="1235660"/>
                  </a:lnTo>
                  <a:lnTo>
                    <a:pt x="4387583" y="1235886"/>
                  </a:lnTo>
                  <a:lnTo>
                    <a:pt x="4386855" y="1235909"/>
                  </a:lnTo>
                  <a:lnTo>
                    <a:pt x="3848118" y="1235909"/>
                  </a:lnTo>
                  <a:lnTo>
                    <a:pt x="3846840" y="1235871"/>
                  </a:lnTo>
                  <a:lnTo>
                    <a:pt x="3838499" y="1235602"/>
                  </a:lnTo>
                  <a:lnTo>
                    <a:pt x="3817693" y="1234856"/>
                  </a:lnTo>
                  <a:lnTo>
                    <a:pt x="3781053" y="1233394"/>
                  </a:lnTo>
                  <a:lnTo>
                    <a:pt x="3727569" y="1231004"/>
                  </a:lnTo>
                  <a:lnTo>
                    <a:pt x="3658612" y="1227531"/>
                  </a:lnTo>
                  <a:lnTo>
                    <a:pt x="3577477" y="1222892"/>
                  </a:lnTo>
                  <a:lnTo>
                    <a:pt x="3488537" y="1217066"/>
                  </a:lnTo>
                  <a:lnTo>
                    <a:pt x="3396306" y="1210070"/>
                  </a:lnTo>
                  <a:lnTo>
                    <a:pt x="3304688" y="1201934"/>
                  </a:lnTo>
                  <a:lnTo>
                    <a:pt x="3216580" y="1192666"/>
                  </a:lnTo>
                  <a:lnTo>
                    <a:pt x="3133785" y="1182238"/>
                  </a:lnTo>
                  <a:lnTo>
                    <a:pt x="3057147" y="1170573"/>
                  </a:lnTo>
                  <a:lnTo>
                    <a:pt x="2986773" y="1157539"/>
                  </a:lnTo>
                  <a:lnTo>
                    <a:pt x="2922259" y="1142954"/>
                  </a:lnTo>
                  <a:lnTo>
                    <a:pt x="2862887" y="1126592"/>
                  </a:lnTo>
                  <a:lnTo>
                    <a:pt x="2807769" y="1108193"/>
                  </a:lnTo>
                  <a:lnTo>
                    <a:pt x="2755959" y="1087491"/>
                  </a:lnTo>
                  <a:lnTo>
                    <a:pt x="2706533" y="1064253"/>
                  </a:lnTo>
                  <a:lnTo>
                    <a:pt x="2667772" y="1043535"/>
                  </a:lnTo>
                  <a:lnTo>
                    <a:pt x="2621205" y="1015808"/>
                  </a:lnTo>
                  <a:lnTo>
                    <a:pt x="2575093" y="985412"/>
                  </a:lnTo>
                  <a:lnTo>
                    <a:pt x="2529002" y="952304"/>
                  </a:lnTo>
                  <a:lnTo>
                    <a:pt x="2482626" y="916520"/>
                  </a:lnTo>
                  <a:lnTo>
                    <a:pt x="2435772" y="878187"/>
                  </a:lnTo>
                  <a:lnTo>
                    <a:pt x="2388348" y="837525"/>
                  </a:lnTo>
                  <a:lnTo>
                    <a:pt x="2340349" y="794853"/>
                  </a:lnTo>
                  <a:lnTo>
                    <a:pt x="2291846" y="750581"/>
                  </a:lnTo>
                  <a:lnTo>
                    <a:pt x="2242970" y="705192"/>
                  </a:lnTo>
                  <a:lnTo>
                    <a:pt x="2193896" y="659228"/>
                  </a:lnTo>
                  <a:lnTo>
                    <a:pt x="2144820" y="613258"/>
                  </a:lnTo>
                  <a:lnTo>
                    <a:pt x="2095939" y="567853"/>
                  </a:lnTo>
                  <a:lnTo>
                    <a:pt x="2047427" y="523555"/>
                  </a:lnTo>
                  <a:lnTo>
                    <a:pt x="1999418" y="480849"/>
                  </a:lnTo>
                  <a:lnTo>
                    <a:pt x="1951982" y="440145"/>
                  </a:lnTo>
                  <a:lnTo>
                    <a:pt x="1905118" y="401765"/>
                  </a:lnTo>
                  <a:lnTo>
                    <a:pt x="1858735" y="365931"/>
                  </a:lnTo>
                  <a:lnTo>
                    <a:pt x="1812640" y="332771"/>
                  </a:lnTo>
                  <a:lnTo>
                    <a:pt x="1766532" y="302324"/>
                  </a:lnTo>
                  <a:lnTo>
                    <a:pt x="1719979" y="274546"/>
                  </a:lnTo>
                  <a:lnTo>
                    <a:pt x="1719082" y="274041"/>
                  </a:lnTo>
                  <a:lnTo>
                    <a:pt x="1670984" y="248660"/>
                  </a:lnTo>
                  <a:lnTo>
                    <a:pt x="1621168" y="225923"/>
                  </a:lnTo>
                  <a:lnTo>
                    <a:pt x="1568796" y="205682"/>
                  </a:lnTo>
                  <a:lnTo>
                    <a:pt x="1512935" y="187695"/>
                  </a:lnTo>
                  <a:lnTo>
                    <a:pt x="1452642" y="171693"/>
                  </a:lnTo>
                  <a:lnTo>
                    <a:pt x="1387052" y="157423"/>
                  </a:lnTo>
                  <a:lnTo>
                    <a:pt x="1315494" y="144664"/>
                  </a:lnTo>
                  <a:lnTo>
                    <a:pt x="1237648" y="133244"/>
                  </a:lnTo>
                  <a:lnTo>
                    <a:pt x="1153741" y="123044"/>
                  </a:lnTo>
                  <a:lnTo>
                    <a:pt x="1064787" y="113994"/>
                  </a:lnTo>
                  <a:lnTo>
                    <a:pt x="972793" y="106075"/>
                  </a:lnTo>
                  <a:lnTo>
                    <a:pt x="880864" y="99301"/>
                  </a:lnTo>
                  <a:lnTo>
                    <a:pt x="793064" y="93702"/>
                  </a:lnTo>
                  <a:lnTo>
                    <a:pt x="713946" y="89290"/>
                  </a:lnTo>
                  <a:lnTo>
                    <a:pt x="647751" y="86034"/>
                  </a:lnTo>
                  <a:lnTo>
                    <a:pt x="597462" y="83836"/>
                  </a:lnTo>
                  <a:lnTo>
                    <a:pt x="564015" y="82529"/>
                  </a:lnTo>
                  <a:lnTo>
                    <a:pt x="545929" y="81894"/>
                  </a:lnTo>
                  <a:lnTo>
                    <a:pt x="539419" y="81687"/>
                  </a:lnTo>
                  <a:lnTo>
                    <a:pt x="538736" y="81668"/>
                  </a:lnTo>
                  <a:lnTo>
                    <a:pt x="0" y="816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" name="pg140"/>
            <p:cNvSpPr/>
            <p:nvPr/>
          </p:nvSpPr>
          <p:spPr>
            <a:xfrm>
              <a:off x="546595" y="1567137"/>
              <a:ext cx="8234974" cy="1165130"/>
            </a:xfrm>
            <a:custGeom>
              <a:avLst/>
              <a:pathLst>
                <a:path w="8234974" h="1165130">
                  <a:moveTo>
                    <a:pt x="0" y="10889"/>
                  </a:moveTo>
                  <a:lnTo>
                    <a:pt x="538736" y="10889"/>
                  </a:lnTo>
                  <a:lnTo>
                    <a:pt x="540014" y="10926"/>
                  </a:lnTo>
                  <a:lnTo>
                    <a:pt x="548355" y="11196"/>
                  </a:lnTo>
                  <a:lnTo>
                    <a:pt x="569162" y="11941"/>
                  </a:lnTo>
                  <a:lnTo>
                    <a:pt x="605801" y="13403"/>
                  </a:lnTo>
                  <a:lnTo>
                    <a:pt x="659286" y="15794"/>
                  </a:lnTo>
                  <a:lnTo>
                    <a:pt x="728243" y="19266"/>
                  </a:lnTo>
                  <a:lnTo>
                    <a:pt x="809378" y="23905"/>
                  </a:lnTo>
                  <a:lnTo>
                    <a:pt x="898317" y="29732"/>
                  </a:lnTo>
                  <a:lnTo>
                    <a:pt x="990549" y="36727"/>
                  </a:lnTo>
                  <a:lnTo>
                    <a:pt x="1082166" y="44864"/>
                  </a:lnTo>
                  <a:lnTo>
                    <a:pt x="1170275" y="54131"/>
                  </a:lnTo>
                  <a:lnTo>
                    <a:pt x="1253070" y="64559"/>
                  </a:lnTo>
                  <a:lnTo>
                    <a:pt x="1329707" y="76225"/>
                  </a:lnTo>
                  <a:lnTo>
                    <a:pt x="1400082" y="89259"/>
                  </a:lnTo>
                  <a:lnTo>
                    <a:pt x="1464596" y="103843"/>
                  </a:lnTo>
                  <a:lnTo>
                    <a:pt x="1523968" y="120205"/>
                  </a:lnTo>
                  <a:lnTo>
                    <a:pt x="1579085" y="138604"/>
                  </a:lnTo>
                  <a:lnTo>
                    <a:pt x="1630896" y="159307"/>
                  </a:lnTo>
                  <a:lnTo>
                    <a:pt x="1680322" y="182544"/>
                  </a:lnTo>
                  <a:lnTo>
                    <a:pt x="1719082" y="203262"/>
                  </a:lnTo>
                  <a:lnTo>
                    <a:pt x="1765649" y="230990"/>
                  </a:lnTo>
                  <a:lnTo>
                    <a:pt x="1811761" y="261385"/>
                  </a:lnTo>
                  <a:lnTo>
                    <a:pt x="1857853" y="294493"/>
                  </a:lnTo>
                  <a:lnTo>
                    <a:pt x="1904229" y="330277"/>
                  </a:lnTo>
                  <a:lnTo>
                    <a:pt x="1951082" y="368611"/>
                  </a:lnTo>
                  <a:lnTo>
                    <a:pt x="1998507" y="409273"/>
                  </a:lnTo>
                  <a:lnTo>
                    <a:pt x="2046506" y="451944"/>
                  </a:lnTo>
                  <a:lnTo>
                    <a:pt x="2095009" y="496217"/>
                  </a:lnTo>
                  <a:lnTo>
                    <a:pt x="2143885" y="541605"/>
                  </a:lnTo>
                  <a:lnTo>
                    <a:pt x="2192958" y="587569"/>
                  </a:lnTo>
                  <a:lnTo>
                    <a:pt x="2242034" y="633539"/>
                  </a:lnTo>
                  <a:lnTo>
                    <a:pt x="2290915" y="678944"/>
                  </a:lnTo>
                  <a:lnTo>
                    <a:pt x="2339427" y="723242"/>
                  </a:lnTo>
                  <a:lnTo>
                    <a:pt x="2387437" y="765949"/>
                  </a:lnTo>
                  <a:lnTo>
                    <a:pt x="2434872" y="806652"/>
                  </a:lnTo>
                  <a:lnTo>
                    <a:pt x="2481736" y="845033"/>
                  </a:lnTo>
                  <a:lnTo>
                    <a:pt x="2528120" y="880867"/>
                  </a:lnTo>
                  <a:lnTo>
                    <a:pt x="2574214" y="914026"/>
                  </a:lnTo>
                  <a:lnTo>
                    <a:pt x="2620322" y="944473"/>
                  </a:lnTo>
                  <a:lnTo>
                    <a:pt x="2666875" y="972251"/>
                  </a:lnTo>
                  <a:lnTo>
                    <a:pt x="2667772" y="972756"/>
                  </a:lnTo>
                  <a:lnTo>
                    <a:pt x="2715871" y="998137"/>
                  </a:lnTo>
                  <a:lnTo>
                    <a:pt x="2765687" y="1020874"/>
                  </a:lnTo>
                  <a:lnTo>
                    <a:pt x="2818059" y="1041115"/>
                  </a:lnTo>
                  <a:lnTo>
                    <a:pt x="2873919" y="1059102"/>
                  </a:lnTo>
                  <a:lnTo>
                    <a:pt x="2934213" y="1075104"/>
                  </a:lnTo>
                  <a:lnTo>
                    <a:pt x="2999803" y="1089375"/>
                  </a:lnTo>
                  <a:lnTo>
                    <a:pt x="3071360" y="1102133"/>
                  </a:lnTo>
                  <a:lnTo>
                    <a:pt x="3149207" y="1113553"/>
                  </a:lnTo>
                  <a:lnTo>
                    <a:pt x="3233114" y="1123754"/>
                  </a:lnTo>
                  <a:lnTo>
                    <a:pt x="3322068" y="1132804"/>
                  </a:lnTo>
                  <a:lnTo>
                    <a:pt x="3414062" y="1140723"/>
                  </a:lnTo>
                  <a:lnTo>
                    <a:pt x="3505991" y="1147496"/>
                  </a:lnTo>
                  <a:lnTo>
                    <a:pt x="3593791" y="1153095"/>
                  </a:lnTo>
                  <a:lnTo>
                    <a:pt x="3672909" y="1157507"/>
                  </a:lnTo>
                  <a:lnTo>
                    <a:pt x="3739103" y="1160763"/>
                  </a:lnTo>
                  <a:lnTo>
                    <a:pt x="3789392" y="1162962"/>
                  </a:lnTo>
                  <a:lnTo>
                    <a:pt x="3822840" y="1164269"/>
                  </a:lnTo>
                  <a:lnTo>
                    <a:pt x="3840926" y="1164904"/>
                  </a:lnTo>
                  <a:lnTo>
                    <a:pt x="3847436" y="1165110"/>
                  </a:lnTo>
                  <a:lnTo>
                    <a:pt x="3848118" y="1165130"/>
                  </a:lnTo>
                  <a:lnTo>
                    <a:pt x="4386855" y="1165130"/>
                  </a:lnTo>
                  <a:lnTo>
                    <a:pt x="4388149" y="1165107"/>
                  </a:lnTo>
                  <a:lnTo>
                    <a:pt x="4396594" y="1164948"/>
                  </a:lnTo>
                  <a:lnTo>
                    <a:pt x="4417648" y="1164506"/>
                  </a:lnTo>
                  <a:lnTo>
                    <a:pt x="4454699" y="1163640"/>
                  </a:lnTo>
                  <a:lnTo>
                    <a:pt x="4508734" y="1162224"/>
                  </a:lnTo>
                  <a:lnTo>
                    <a:pt x="4578320" y="1160168"/>
                  </a:lnTo>
                  <a:lnTo>
                    <a:pt x="4660084" y="1157424"/>
                  </a:lnTo>
                  <a:lnTo>
                    <a:pt x="4749580" y="1153979"/>
                  </a:lnTo>
                  <a:lnTo>
                    <a:pt x="4842248" y="1149845"/>
                  </a:lnTo>
                  <a:lnTo>
                    <a:pt x="4934164" y="1145038"/>
                  </a:lnTo>
                  <a:lnTo>
                    <a:pt x="5022441" y="1139564"/>
                  </a:lnTo>
                  <a:lnTo>
                    <a:pt x="5105299" y="1133404"/>
                  </a:lnTo>
                  <a:lnTo>
                    <a:pt x="5181925" y="1126510"/>
                  </a:lnTo>
                  <a:lnTo>
                    <a:pt x="5252246" y="1118804"/>
                  </a:lnTo>
                  <a:lnTo>
                    <a:pt x="5316692" y="1110176"/>
                  </a:lnTo>
                  <a:lnTo>
                    <a:pt x="5376006" y="1100489"/>
                  </a:lnTo>
                  <a:lnTo>
                    <a:pt x="5431094" y="1089590"/>
                  </a:lnTo>
                  <a:lnTo>
                    <a:pt x="5482916" y="1077321"/>
                  </a:lnTo>
                  <a:lnTo>
                    <a:pt x="5532401" y="1063548"/>
                  </a:lnTo>
                  <a:lnTo>
                    <a:pt x="5567201" y="1052609"/>
                  </a:lnTo>
                  <a:lnTo>
                    <a:pt x="5617401" y="1035052"/>
                  </a:lnTo>
                  <a:lnTo>
                    <a:pt x="5667115" y="1015675"/>
                  </a:lnTo>
                  <a:lnTo>
                    <a:pt x="5716869" y="994453"/>
                  </a:lnTo>
                  <a:lnTo>
                    <a:pt x="5767015" y="971427"/>
                  </a:lnTo>
                  <a:lnTo>
                    <a:pt x="5817762" y="946706"/>
                  </a:lnTo>
                  <a:lnTo>
                    <a:pt x="5869185" y="920479"/>
                  </a:lnTo>
                  <a:lnTo>
                    <a:pt x="5921246" y="893010"/>
                  </a:lnTo>
                  <a:lnTo>
                    <a:pt x="5973817" y="864628"/>
                  </a:lnTo>
                  <a:lnTo>
                    <a:pt x="6026697" y="835715"/>
                  </a:lnTo>
                  <a:lnTo>
                    <a:pt x="6079647" y="806683"/>
                  </a:lnTo>
                  <a:lnTo>
                    <a:pt x="6132418" y="777954"/>
                  </a:lnTo>
                  <a:lnTo>
                    <a:pt x="6184786" y="749928"/>
                  </a:lnTo>
                  <a:lnTo>
                    <a:pt x="6236578" y="722968"/>
                  </a:lnTo>
                  <a:lnTo>
                    <a:pt x="6287702" y="697375"/>
                  </a:lnTo>
                  <a:lnTo>
                    <a:pt x="6338169" y="673379"/>
                  </a:lnTo>
                  <a:lnTo>
                    <a:pt x="6388109" y="651136"/>
                  </a:lnTo>
                  <a:lnTo>
                    <a:pt x="6437792" y="630724"/>
                  </a:lnTo>
                  <a:lnTo>
                    <a:pt x="6487644" y="612153"/>
                  </a:lnTo>
                  <a:lnTo>
                    <a:pt x="6515891" y="602528"/>
                  </a:lnTo>
                  <a:lnTo>
                    <a:pt x="6564200" y="587622"/>
                  </a:lnTo>
                  <a:lnTo>
                    <a:pt x="6614244" y="574276"/>
                  </a:lnTo>
                  <a:lnTo>
                    <a:pt x="6666874" y="562401"/>
                  </a:lnTo>
                  <a:lnTo>
                    <a:pt x="6723036" y="551853"/>
                  </a:lnTo>
                  <a:lnTo>
                    <a:pt x="6783684" y="542475"/>
                  </a:lnTo>
                  <a:lnTo>
                    <a:pt x="6849691" y="534114"/>
                  </a:lnTo>
                  <a:lnTo>
                    <a:pt x="6921731" y="526642"/>
                  </a:lnTo>
                  <a:lnTo>
                    <a:pt x="7000116" y="519958"/>
                  </a:lnTo>
                  <a:lnTo>
                    <a:pt x="7084592" y="513991"/>
                  </a:lnTo>
                  <a:lnTo>
                    <a:pt x="7174100" y="508703"/>
                  </a:lnTo>
                  <a:lnTo>
                    <a:pt x="7266561" y="504081"/>
                  </a:lnTo>
                  <a:lnTo>
                    <a:pt x="7358781" y="500136"/>
                  </a:lnTo>
                  <a:lnTo>
                    <a:pt x="7446606" y="496884"/>
                  </a:lnTo>
                  <a:lnTo>
                    <a:pt x="7525418" y="494333"/>
                  </a:lnTo>
                  <a:lnTo>
                    <a:pt x="7590969" y="492461"/>
                  </a:lnTo>
                  <a:lnTo>
                    <a:pt x="7640349" y="491208"/>
                  </a:lnTo>
                  <a:lnTo>
                    <a:pt x="7672769" y="490472"/>
                  </a:lnTo>
                  <a:lnTo>
                    <a:pt x="7689900" y="490123"/>
                  </a:lnTo>
                  <a:lnTo>
                    <a:pt x="7695739" y="490016"/>
                  </a:lnTo>
                  <a:lnTo>
                    <a:pt x="7696237" y="490008"/>
                  </a:lnTo>
                  <a:lnTo>
                    <a:pt x="8234974" y="490008"/>
                  </a:lnTo>
                  <a:lnTo>
                    <a:pt x="8234974" y="479119"/>
                  </a:lnTo>
                  <a:lnTo>
                    <a:pt x="7696237" y="479119"/>
                  </a:lnTo>
                  <a:lnTo>
                    <a:pt x="7694943" y="479141"/>
                  </a:lnTo>
                  <a:lnTo>
                    <a:pt x="7686499" y="479301"/>
                  </a:lnTo>
                  <a:lnTo>
                    <a:pt x="7665445" y="479742"/>
                  </a:lnTo>
                  <a:lnTo>
                    <a:pt x="7628394" y="480609"/>
                  </a:lnTo>
                  <a:lnTo>
                    <a:pt x="7574359" y="482024"/>
                  </a:lnTo>
                  <a:lnTo>
                    <a:pt x="7504772" y="484080"/>
                  </a:lnTo>
                  <a:lnTo>
                    <a:pt x="7423008" y="486825"/>
                  </a:lnTo>
                  <a:lnTo>
                    <a:pt x="7333512" y="490270"/>
                  </a:lnTo>
                  <a:lnTo>
                    <a:pt x="7240844" y="494404"/>
                  </a:lnTo>
                  <a:lnTo>
                    <a:pt x="7148928" y="499210"/>
                  </a:lnTo>
                  <a:lnTo>
                    <a:pt x="7060651" y="504684"/>
                  </a:lnTo>
                  <a:lnTo>
                    <a:pt x="6977793" y="510845"/>
                  </a:lnTo>
                  <a:lnTo>
                    <a:pt x="6901167" y="517738"/>
                  </a:lnTo>
                  <a:lnTo>
                    <a:pt x="6830847" y="525444"/>
                  </a:lnTo>
                  <a:lnTo>
                    <a:pt x="6766400" y="534073"/>
                  </a:lnTo>
                  <a:lnTo>
                    <a:pt x="6707086" y="543759"/>
                  </a:lnTo>
                  <a:lnTo>
                    <a:pt x="6651999" y="554658"/>
                  </a:lnTo>
                  <a:lnTo>
                    <a:pt x="6600177" y="566927"/>
                  </a:lnTo>
                  <a:lnTo>
                    <a:pt x="6550691" y="580700"/>
                  </a:lnTo>
                  <a:lnTo>
                    <a:pt x="6515891" y="591639"/>
                  </a:lnTo>
                  <a:lnTo>
                    <a:pt x="6465691" y="609197"/>
                  </a:lnTo>
                  <a:lnTo>
                    <a:pt x="6415977" y="628574"/>
                  </a:lnTo>
                  <a:lnTo>
                    <a:pt x="6366224" y="649795"/>
                  </a:lnTo>
                  <a:lnTo>
                    <a:pt x="6316077" y="672822"/>
                  </a:lnTo>
                  <a:lnTo>
                    <a:pt x="6265330" y="697542"/>
                  </a:lnTo>
                  <a:lnTo>
                    <a:pt x="6213908" y="723769"/>
                  </a:lnTo>
                  <a:lnTo>
                    <a:pt x="6161846" y="751238"/>
                  </a:lnTo>
                  <a:lnTo>
                    <a:pt x="6109276" y="779620"/>
                  </a:lnTo>
                  <a:lnTo>
                    <a:pt x="6056396" y="808534"/>
                  </a:lnTo>
                  <a:lnTo>
                    <a:pt x="6003446" y="837565"/>
                  </a:lnTo>
                  <a:lnTo>
                    <a:pt x="5950674" y="866295"/>
                  </a:lnTo>
                  <a:lnTo>
                    <a:pt x="5898306" y="894320"/>
                  </a:lnTo>
                  <a:lnTo>
                    <a:pt x="5846514" y="921281"/>
                  </a:lnTo>
                  <a:lnTo>
                    <a:pt x="5795390" y="946874"/>
                  </a:lnTo>
                  <a:lnTo>
                    <a:pt x="5744924" y="970869"/>
                  </a:lnTo>
                  <a:lnTo>
                    <a:pt x="5694983" y="993112"/>
                  </a:lnTo>
                  <a:lnTo>
                    <a:pt x="5645300" y="1013524"/>
                  </a:lnTo>
                  <a:lnTo>
                    <a:pt x="5595449" y="1032095"/>
                  </a:lnTo>
                  <a:lnTo>
                    <a:pt x="5567201" y="1041720"/>
                  </a:lnTo>
                  <a:lnTo>
                    <a:pt x="5518893" y="1056626"/>
                  </a:lnTo>
                  <a:lnTo>
                    <a:pt x="5468848" y="1069973"/>
                  </a:lnTo>
                  <a:lnTo>
                    <a:pt x="5416218" y="1081848"/>
                  </a:lnTo>
                  <a:lnTo>
                    <a:pt x="5360057" y="1092395"/>
                  </a:lnTo>
                  <a:lnTo>
                    <a:pt x="5299409" y="1101774"/>
                  </a:lnTo>
                  <a:lnTo>
                    <a:pt x="5233401" y="1110134"/>
                  </a:lnTo>
                  <a:lnTo>
                    <a:pt x="5161361" y="1117606"/>
                  </a:lnTo>
                  <a:lnTo>
                    <a:pt x="5082976" y="1124290"/>
                  </a:lnTo>
                  <a:lnTo>
                    <a:pt x="4998501" y="1130257"/>
                  </a:lnTo>
                  <a:lnTo>
                    <a:pt x="4908993" y="1135546"/>
                  </a:lnTo>
                  <a:lnTo>
                    <a:pt x="4816532" y="1140168"/>
                  </a:lnTo>
                  <a:lnTo>
                    <a:pt x="4724311" y="1144113"/>
                  </a:lnTo>
                  <a:lnTo>
                    <a:pt x="4636487" y="1147364"/>
                  </a:lnTo>
                  <a:lnTo>
                    <a:pt x="4557675" y="1149916"/>
                  </a:lnTo>
                  <a:lnTo>
                    <a:pt x="4492123" y="1151788"/>
                  </a:lnTo>
                  <a:lnTo>
                    <a:pt x="4442743" y="1153041"/>
                  </a:lnTo>
                  <a:lnTo>
                    <a:pt x="4410323" y="1153776"/>
                  </a:lnTo>
                  <a:lnTo>
                    <a:pt x="4393193" y="1154125"/>
                  </a:lnTo>
                  <a:lnTo>
                    <a:pt x="4387353" y="1154232"/>
                  </a:lnTo>
                  <a:lnTo>
                    <a:pt x="4386855" y="1154241"/>
                  </a:lnTo>
                  <a:lnTo>
                    <a:pt x="3848118" y="1154241"/>
                  </a:lnTo>
                  <a:lnTo>
                    <a:pt x="3846840" y="1154203"/>
                  </a:lnTo>
                  <a:lnTo>
                    <a:pt x="3838499" y="1153934"/>
                  </a:lnTo>
                  <a:lnTo>
                    <a:pt x="3817693" y="1153188"/>
                  </a:lnTo>
                  <a:lnTo>
                    <a:pt x="3781053" y="1151726"/>
                  </a:lnTo>
                  <a:lnTo>
                    <a:pt x="3727569" y="1149336"/>
                  </a:lnTo>
                  <a:lnTo>
                    <a:pt x="3658612" y="1145863"/>
                  </a:lnTo>
                  <a:lnTo>
                    <a:pt x="3577477" y="1141224"/>
                  </a:lnTo>
                  <a:lnTo>
                    <a:pt x="3488537" y="1135398"/>
                  </a:lnTo>
                  <a:lnTo>
                    <a:pt x="3396306" y="1128402"/>
                  </a:lnTo>
                  <a:lnTo>
                    <a:pt x="3304688" y="1120266"/>
                  </a:lnTo>
                  <a:lnTo>
                    <a:pt x="3216580" y="1110998"/>
                  </a:lnTo>
                  <a:lnTo>
                    <a:pt x="3133785" y="1100570"/>
                  </a:lnTo>
                  <a:lnTo>
                    <a:pt x="3057147" y="1088905"/>
                  </a:lnTo>
                  <a:lnTo>
                    <a:pt x="2986773" y="1075871"/>
                  </a:lnTo>
                  <a:lnTo>
                    <a:pt x="2922259" y="1061286"/>
                  </a:lnTo>
                  <a:lnTo>
                    <a:pt x="2862887" y="1044924"/>
                  </a:lnTo>
                  <a:lnTo>
                    <a:pt x="2807769" y="1026525"/>
                  </a:lnTo>
                  <a:lnTo>
                    <a:pt x="2755959" y="1005823"/>
                  </a:lnTo>
                  <a:lnTo>
                    <a:pt x="2706533" y="982585"/>
                  </a:lnTo>
                  <a:lnTo>
                    <a:pt x="2667772" y="961867"/>
                  </a:lnTo>
                  <a:lnTo>
                    <a:pt x="2621205" y="934140"/>
                  </a:lnTo>
                  <a:lnTo>
                    <a:pt x="2575093" y="903744"/>
                  </a:lnTo>
                  <a:lnTo>
                    <a:pt x="2529002" y="870636"/>
                  </a:lnTo>
                  <a:lnTo>
                    <a:pt x="2482626" y="834852"/>
                  </a:lnTo>
                  <a:lnTo>
                    <a:pt x="2435772" y="796519"/>
                  </a:lnTo>
                  <a:lnTo>
                    <a:pt x="2388348" y="755857"/>
                  </a:lnTo>
                  <a:lnTo>
                    <a:pt x="2340349" y="713185"/>
                  </a:lnTo>
                  <a:lnTo>
                    <a:pt x="2291846" y="668913"/>
                  </a:lnTo>
                  <a:lnTo>
                    <a:pt x="2242970" y="623524"/>
                  </a:lnTo>
                  <a:lnTo>
                    <a:pt x="2193896" y="577560"/>
                  </a:lnTo>
                  <a:lnTo>
                    <a:pt x="2144820" y="531590"/>
                  </a:lnTo>
                  <a:lnTo>
                    <a:pt x="2095939" y="486185"/>
                  </a:lnTo>
                  <a:lnTo>
                    <a:pt x="2047427" y="441887"/>
                  </a:lnTo>
                  <a:lnTo>
                    <a:pt x="1999418" y="399181"/>
                  </a:lnTo>
                  <a:lnTo>
                    <a:pt x="1951982" y="358477"/>
                  </a:lnTo>
                  <a:lnTo>
                    <a:pt x="1905118" y="320097"/>
                  </a:lnTo>
                  <a:lnTo>
                    <a:pt x="1858735" y="284263"/>
                  </a:lnTo>
                  <a:lnTo>
                    <a:pt x="1812640" y="251103"/>
                  </a:lnTo>
                  <a:lnTo>
                    <a:pt x="1766532" y="220656"/>
                  </a:lnTo>
                  <a:lnTo>
                    <a:pt x="1719979" y="192878"/>
                  </a:lnTo>
                  <a:lnTo>
                    <a:pt x="1719082" y="192373"/>
                  </a:lnTo>
                  <a:lnTo>
                    <a:pt x="1670984" y="166992"/>
                  </a:lnTo>
                  <a:lnTo>
                    <a:pt x="1621168" y="144255"/>
                  </a:lnTo>
                  <a:lnTo>
                    <a:pt x="1568796" y="124014"/>
                  </a:lnTo>
                  <a:lnTo>
                    <a:pt x="1512935" y="106027"/>
                  </a:lnTo>
                  <a:lnTo>
                    <a:pt x="1452642" y="90025"/>
                  </a:lnTo>
                  <a:lnTo>
                    <a:pt x="1387052" y="75755"/>
                  </a:lnTo>
                  <a:lnTo>
                    <a:pt x="1315494" y="62996"/>
                  </a:lnTo>
                  <a:lnTo>
                    <a:pt x="1237648" y="51576"/>
                  </a:lnTo>
                  <a:lnTo>
                    <a:pt x="1153741" y="41376"/>
                  </a:lnTo>
                  <a:lnTo>
                    <a:pt x="1064787" y="32326"/>
                  </a:lnTo>
                  <a:lnTo>
                    <a:pt x="972793" y="24407"/>
                  </a:lnTo>
                  <a:lnTo>
                    <a:pt x="880864" y="17633"/>
                  </a:lnTo>
                  <a:lnTo>
                    <a:pt x="793064" y="12034"/>
                  </a:lnTo>
                  <a:lnTo>
                    <a:pt x="713946" y="7622"/>
                  </a:lnTo>
                  <a:lnTo>
                    <a:pt x="647751" y="4366"/>
                  </a:lnTo>
                  <a:lnTo>
                    <a:pt x="597462" y="2168"/>
                  </a:lnTo>
                  <a:lnTo>
                    <a:pt x="564015" y="861"/>
                  </a:lnTo>
                  <a:lnTo>
                    <a:pt x="545929" y="226"/>
                  </a:lnTo>
                  <a:lnTo>
                    <a:pt x="539419" y="1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546595" y="1578026"/>
              <a:ext cx="8234974" cy="1154241"/>
            </a:xfrm>
            <a:custGeom>
              <a:avLst/>
              <a:pathLst>
                <a:path w="8234974" h="1154241">
                  <a:moveTo>
                    <a:pt x="0" y="0"/>
                  </a:moveTo>
                  <a:lnTo>
                    <a:pt x="538736" y="0"/>
                  </a:lnTo>
                  <a:lnTo>
                    <a:pt x="540014" y="37"/>
                  </a:lnTo>
                  <a:lnTo>
                    <a:pt x="548355" y="307"/>
                  </a:lnTo>
                  <a:lnTo>
                    <a:pt x="569162" y="1052"/>
                  </a:lnTo>
                  <a:lnTo>
                    <a:pt x="605801" y="2514"/>
                  </a:lnTo>
                  <a:lnTo>
                    <a:pt x="659286" y="4905"/>
                  </a:lnTo>
                  <a:lnTo>
                    <a:pt x="728243" y="8377"/>
                  </a:lnTo>
                  <a:lnTo>
                    <a:pt x="809378" y="13016"/>
                  </a:lnTo>
                  <a:lnTo>
                    <a:pt x="898317" y="18843"/>
                  </a:lnTo>
                  <a:lnTo>
                    <a:pt x="990549" y="25838"/>
                  </a:lnTo>
                  <a:lnTo>
                    <a:pt x="1082166" y="33974"/>
                  </a:lnTo>
                  <a:lnTo>
                    <a:pt x="1170275" y="43242"/>
                  </a:lnTo>
                  <a:lnTo>
                    <a:pt x="1253070" y="53670"/>
                  </a:lnTo>
                  <a:lnTo>
                    <a:pt x="1329707" y="65335"/>
                  </a:lnTo>
                  <a:lnTo>
                    <a:pt x="1400082" y="78369"/>
                  </a:lnTo>
                  <a:lnTo>
                    <a:pt x="1464596" y="92954"/>
                  </a:lnTo>
                  <a:lnTo>
                    <a:pt x="1523968" y="109316"/>
                  </a:lnTo>
                  <a:lnTo>
                    <a:pt x="1579085" y="127715"/>
                  </a:lnTo>
                  <a:lnTo>
                    <a:pt x="1630896" y="148418"/>
                  </a:lnTo>
                  <a:lnTo>
                    <a:pt x="1680322" y="171655"/>
                  </a:lnTo>
                  <a:lnTo>
                    <a:pt x="1719082" y="192373"/>
                  </a:lnTo>
                  <a:lnTo>
                    <a:pt x="1765649" y="220101"/>
                  </a:lnTo>
                  <a:lnTo>
                    <a:pt x="1811761" y="250496"/>
                  </a:lnTo>
                  <a:lnTo>
                    <a:pt x="1857853" y="283604"/>
                  </a:lnTo>
                  <a:lnTo>
                    <a:pt x="1904229" y="319388"/>
                  </a:lnTo>
                  <a:lnTo>
                    <a:pt x="1951082" y="357722"/>
                  </a:lnTo>
                  <a:lnTo>
                    <a:pt x="1998507" y="398384"/>
                  </a:lnTo>
                  <a:lnTo>
                    <a:pt x="2046506" y="441055"/>
                  </a:lnTo>
                  <a:lnTo>
                    <a:pt x="2095009" y="485328"/>
                  </a:lnTo>
                  <a:lnTo>
                    <a:pt x="2143885" y="530716"/>
                  </a:lnTo>
                  <a:lnTo>
                    <a:pt x="2192958" y="576680"/>
                  </a:lnTo>
                  <a:lnTo>
                    <a:pt x="2242034" y="622650"/>
                  </a:lnTo>
                  <a:lnTo>
                    <a:pt x="2290915" y="668055"/>
                  </a:lnTo>
                  <a:lnTo>
                    <a:pt x="2339427" y="712353"/>
                  </a:lnTo>
                  <a:lnTo>
                    <a:pt x="2387437" y="755060"/>
                  </a:lnTo>
                  <a:lnTo>
                    <a:pt x="2434872" y="795763"/>
                  </a:lnTo>
                  <a:lnTo>
                    <a:pt x="2481736" y="834144"/>
                  </a:lnTo>
                  <a:lnTo>
                    <a:pt x="2528120" y="869978"/>
                  </a:lnTo>
                  <a:lnTo>
                    <a:pt x="2574214" y="903137"/>
                  </a:lnTo>
                  <a:lnTo>
                    <a:pt x="2620322" y="933584"/>
                  </a:lnTo>
                  <a:lnTo>
                    <a:pt x="2666875" y="961362"/>
                  </a:lnTo>
                  <a:lnTo>
                    <a:pt x="2667772" y="961867"/>
                  </a:lnTo>
                  <a:lnTo>
                    <a:pt x="2715871" y="987248"/>
                  </a:lnTo>
                  <a:lnTo>
                    <a:pt x="2765687" y="1009985"/>
                  </a:lnTo>
                  <a:lnTo>
                    <a:pt x="2818059" y="1030226"/>
                  </a:lnTo>
                  <a:lnTo>
                    <a:pt x="2873919" y="1048213"/>
                  </a:lnTo>
                  <a:lnTo>
                    <a:pt x="2934213" y="1064215"/>
                  </a:lnTo>
                  <a:lnTo>
                    <a:pt x="2999803" y="1078485"/>
                  </a:lnTo>
                  <a:lnTo>
                    <a:pt x="3071360" y="1091244"/>
                  </a:lnTo>
                  <a:lnTo>
                    <a:pt x="3149207" y="1102664"/>
                  </a:lnTo>
                  <a:lnTo>
                    <a:pt x="3233114" y="1112865"/>
                  </a:lnTo>
                  <a:lnTo>
                    <a:pt x="3322068" y="1121914"/>
                  </a:lnTo>
                  <a:lnTo>
                    <a:pt x="3414062" y="1129834"/>
                  </a:lnTo>
                  <a:lnTo>
                    <a:pt x="3505991" y="1136607"/>
                  </a:lnTo>
                  <a:lnTo>
                    <a:pt x="3593791" y="1142206"/>
                  </a:lnTo>
                  <a:lnTo>
                    <a:pt x="3672909" y="1146618"/>
                  </a:lnTo>
                  <a:lnTo>
                    <a:pt x="3739103" y="1149874"/>
                  </a:lnTo>
                  <a:lnTo>
                    <a:pt x="3789392" y="1152073"/>
                  </a:lnTo>
                  <a:lnTo>
                    <a:pt x="3822840" y="1153380"/>
                  </a:lnTo>
                  <a:lnTo>
                    <a:pt x="3840926" y="1154014"/>
                  </a:lnTo>
                  <a:lnTo>
                    <a:pt x="3847436" y="1154221"/>
                  </a:lnTo>
                  <a:lnTo>
                    <a:pt x="3848118" y="1154241"/>
                  </a:lnTo>
                  <a:lnTo>
                    <a:pt x="4386855" y="1154241"/>
                  </a:lnTo>
                  <a:lnTo>
                    <a:pt x="4388149" y="1154218"/>
                  </a:lnTo>
                  <a:lnTo>
                    <a:pt x="4396594" y="1154059"/>
                  </a:lnTo>
                  <a:lnTo>
                    <a:pt x="4417648" y="1153617"/>
                  </a:lnTo>
                  <a:lnTo>
                    <a:pt x="4454699" y="1152751"/>
                  </a:lnTo>
                  <a:lnTo>
                    <a:pt x="4508734" y="1151335"/>
                  </a:lnTo>
                  <a:lnTo>
                    <a:pt x="4578320" y="1149279"/>
                  </a:lnTo>
                  <a:lnTo>
                    <a:pt x="4660084" y="1146535"/>
                  </a:lnTo>
                  <a:lnTo>
                    <a:pt x="4749580" y="1143090"/>
                  </a:lnTo>
                  <a:lnTo>
                    <a:pt x="4842248" y="1138956"/>
                  </a:lnTo>
                  <a:lnTo>
                    <a:pt x="4934164" y="1134149"/>
                  </a:lnTo>
                  <a:lnTo>
                    <a:pt x="5022441" y="1128675"/>
                  </a:lnTo>
                  <a:lnTo>
                    <a:pt x="5105299" y="1122515"/>
                  </a:lnTo>
                  <a:lnTo>
                    <a:pt x="5181925" y="1115621"/>
                  </a:lnTo>
                  <a:lnTo>
                    <a:pt x="5252246" y="1107915"/>
                  </a:lnTo>
                  <a:lnTo>
                    <a:pt x="5316692" y="1099287"/>
                  </a:lnTo>
                  <a:lnTo>
                    <a:pt x="5376006" y="1089600"/>
                  </a:lnTo>
                  <a:lnTo>
                    <a:pt x="5431094" y="1078701"/>
                  </a:lnTo>
                  <a:lnTo>
                    <a:pt x="5482916" y="1066432"/>
                  </a:lnTo>
                  <a:lnTo>
                    <a:pt x="5532401" y="1052659"/>
                  </a:lnTo>
                  <a:lnTo>
                    <a:pt x="5567201" y="1041720"/>
                  </a:lnTo>
                  <a:lnTo>
                    <a:pt x="5617401" y="1024162"/>
                  </a:lnTo>
                  <a:lnTo>
                    <a:pt x="5667115" y="1004786"/>
                  </a:lnTo>
                  <a:lnTo>
                    <a:pt x="5716869" y="983564"/>
                  </a:lnTo>
                  <a:lnTo>
                    <a:pt x="5767015" y="960538"/>
                  </a:lnTo>
                  <a:lnTo>
                    <a:pt x="5817762" y="935817"/>
                  </a:lnTo>
                  <a:lnTo>
                    <a:pt x="5869185" y="909590"/>
                  </a:lnTo>
                  <a:lnTo>
                    <a:pt x="5921246" y="882121"/>
                  </a:lnTo>
                  <a:lnTo>
                    <a:pt x="5973817" y="853739"/>
                  </a:lnTo>
                  <a:lnTo>
                    <a:pt x="6026697" y="824826"/>
                  </a:lnTo>
                  <a:lnTo>
                    <a:pt x="6079647" y="795794"/>
                  </a:lnTo>
                  <a:lnTo>
                    <a:pt x="6132418" y="767065"/>
                  </a:lnTo>
                  <a:lnTo>
                    <a:pt x="6184786" y="739039"/>
                  </a:lnTo>
                  <a:lnTo>
                    <a:pt x="6236578" y="712079"/>
                  </a:lnTo>
                  <a:lnTo>
                    <a:pt x="6287702" y="686486"/>
                  </a:lnTo>
                  <a:lnTo>
                    <a:pt x="6338169" y="662490"/>
                  </a:lnTo>
                  <a:lnTo>
                    <a:pt x="6388109" y="640247"/>
                  </a:lnTo>
                  <a:lnTo>
                    <a:pt x="6437792" y="619835"/>
                  </a:lnTo>
                  <a:lnTo>
                    <a:pt x="6487644" y="601264"/>
                  </a:lnTo>
                  <a:lnTo>
                    <a:pt x="6515891" y="591639"/>
                  </a:lnTo>
                  <a:lnTo>
                    <a:pt x="6564200" y="576733"/>
                  </a:lnTo>
                  <a:lnTo>
                    <a:pt x="6614244" y="563387"/>
                  </a:lnTo>
                  <a:lnTo>
                    <a:pt x="6666874" y="551512"/>
                  </a:lnTo>
                  <a:lnTo>
                    <a:pt x="6723036" y="540964"/>
                  </a:lnTo>
                  <a:lnTo>
                    <a:pt x="6783684" y="531586"/>
                  </a:lnTo>
                  <a:lnTo>
                    <a:pt x="6849691" y="523225"/>
                  </a:lnTo>
                  <a:lnTo>
                    <a:pt x="6921731" y="515753"/>
                  </a:lnTo>
                  <a:lnTo>
                    <a:pt x="7000116" y="509069"/>
                  </a:lnTo>
                  <a:lnTo>
                    <a:pt x="7084592" y="503102"/>
                  </a:lnTo>
                  <a:lnTo>
                    <a:pt x="7174100" y="497813"/>
                  </a:lnTo>
                  <a:lnTo>
                    <a:pt x="7266561" y="493192"/>
                  </a:lnTo>
                  <a:lnTo>
                    <a:pt x="7358781" y="489247"/>
                  </a:lnTo>
                  <a:lnTo>
                    <a:pt x="7446606" y="485995"/>
                  </a:lnTo>
                  <a:lnTo>
                    <a:pt x="7525418" y="483444"/>
                  </a:lnTo>
                  <a:lnTo>
                    <a:pt x="7590969" y="481572"/>
                  </a:lnTo>
                  <a:lnTo>
                    <a:pt x="7640349" y="480319"/>
                  </a:lnTo>
                  <a:lnTo>
                    <a:pt x="7672769" y="479583"/>
                  </a:lnTo>
                  <a:lnTo>
                    <a:pt x="7689900" y="479234"/>
                  </a:lnTo>
                  <a:lnTo>
                    <a:pt x="7695739" y="479127"/>
                  </a:lnTo>
                  <a:lnTo>
                    <a:pt x="7696237" y="479119"/>
                  </a:lnTo>
                  <a:lnTo>
                    <a:pt x="8234974" y="479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546595" y="1567137"/>
              <a:ext cx="8234974" cy="1154241"/>
            </a:xfrm>
            <a:custGeom>
              <a:avLst/>
              <a:pathLst>
                <a:path w="8234974" h="1154241">
                  <a:moveTo>
                    <a:pt x="8234974" y="479119"/>
                  </a:moveTo>
                  <a:lnTo>
                    <a:pt x="7696237" y="479119"/>
                  </a:lnTo>
                  <a:lnTo>
                    <a:pt x="7694943" y="479141"/>
                  </a:lnTo>
                  <a:lnTo>
                    <a:pt x="7686499" y="479301"/>
                  </a:lnTo>
                  <a:lnTo>
                    <a:pt x="7665445" y="479742"/>
                  </a:lnTo>
                  <a:lnTo>
                    <a:pt x="7628394" y="480609"/>
                  </a:lnTo>
                  <a:lnTo>
                    <a:pt x="7574359" y="482024"/>
                  </a:lnTo>
                  <a:lnTo>
                    <a:pt x="7504772" y="484080"/>
                  </a:lnTo>
                  <a:lnTo>
                    <a:pt x="7423008" y="486825"/>
                  </a:lnTo>
                  <a:lnTo>
                    <a:pt x="7333512" y="490270"/>
                  </a:lnTo>
                  <a:lnTo>
                    <a:pt x="7240844" y="494404"/>
                  </a:lnTo>
                  <a:lnTo>
                    <a:pt x="7148928" y="499210"/>
                  </a:lnTo>
                  <a:lnTo>
                    <a:pt x="7060651" y="504684"/>
                  </a:lnTo>
                  <a:lnTo>
                    <a:pt x="6977793" y="510845"/>
                  </a:lnTo>
                  <a:lnTo>
                    <a:pt x="6901167" y="517738"/>
                  </a:lnTo>
                  <a:lnTo>
                    <a:pt x="6830847" y="525444"/>
                  </a:lnTo>
                  <a:lnTo>
                    <a:pt x="6766400" y="534073"/>
                  </a:lnTo>
                  <a:lnTo>
                    <a:pt x="6707086" y="543759"/>
                  </a:lnTo>
                  <a:lnTo>
                    <a:pt x="6651999" y="554658"/>
                  </a:lnTo>
                  <a:lnTo>
                    <a:pt x="6600177" y="566927"/>
                  </a:lnTo>
                  <a:lnTo>
                    <a:pt x="6550691" y="580700"/>
                  </a:lnTo>
                  <a:lnTo>
                    <a:pt x="6515891" y="591639"/>
                  </a:lnTo>
                  <a:lnTo>
                    <a:pt x="6465691" y="609197"/>
                  </a:lnTo>
                  <a:lnTo>
                    <a:pt x="6415977" y="628574"/>
                  </a:lnTo>
                  <a:lnTo>
                    <a:pt x="6366224" y="649795"/>
                  </a:lnTo>
                  <a:lnTo>
                    <a:pt x="6316077" y="672822"/>
                  </a:lnTo>
                  <a:lnTo>
                    <a:pt x="6265330" y="697542"/>
                  </a:lnTo>
                  <a:lnTo>
                    <a:pt x="6213908" y="723769"/>
                  </a:lnTo>
                  <a:lnTo>
                    <a:pt x="6161846" y="751238"/>
                  </a:lnTo>
                  <a:lnTo>
                    <a:pt x="6109276" y="779620"/>
                  </a:lnTo>
                  <a:lnTo>
                    <a:pt x="6056396" y="808534"/>
                  </a:lnTo>
                  <a:lnTo>
                    <a:pt x="6003446" y="837565"/>
                  </a:lnTo>
                  <a:lnTo>
                    <a:pt x="5950674" y="866295"/>
                  </a:lnTo>
                  <a:lnTo>
                    <a:pt x="5898306" y="894320"/>
                  </a:lnTo>
                  <a:lnTo>
                    <a:pt x="5846514" y="921281"/>
                  </a:lnTo>
                  <a:lnTo>
                    <a:pt x="5795390" y="946874"/>
                  </a:lnTo>
                  <a:lnTo>
                    <a:pt x="5744924" y="970869"/>
                  </a:lnTo>
                  <a:lnTo>
                    <a:pt x="5694983" y="993112"/>
                  </a:lnTo>
                  <a:lnTo>
                    <a:pt x="5645300" y="1013524"/>
                  </a:lnTo>
                  <a:lnTo>
                    <a:pt x="5595449" y="1032095"/>
                  </a:lnTo>
                  <a:lnTo>
                    <a:pt x="5567201" y="1041720"/>
                  </a:lnTo>
                  <a:lnTo>
                    <a:pt x="5518893" y="1056626"/>
                  </a:lnTo>
                  <a:lnTo>
                    <a:pt x="5468848" y="1069973"/>
                  </a:lnTo>
                  <a:lnTo>
                    <a:pt x="5416218" y="1081848"/>
                  </a:lnTo>
                  <a:lnTo>
                    <a:pt x="5360057" y="1092395"/>
                  </a:lnTo>
                  <a:lnTo>
                    <a:pt x="5299409" y="1101774"/>
                  </a:lnTo>
                  <a:lnTo>
                    <a:pt x="5233401" y="1110134"/>
                  </a:lnTo>
                  <a:lnTo>
                    <a:pt x="5161361" y="1117606"/>
                  </a:lnTo>
                  <a:lnTo>
                    <a:pt x="5082976" y="1124290"/>
                  </a:lnTo>
                  <a:lnTo>
                    <a:pt x="4998501" y="1130257"/>
                  </a:lnTo>
                  <a:lnTo>
                    <a:pt x="4908993" y="1135546"/>
                  </a:lnTo>
                  <a:lnTo>
                    <a:pt x="4816532" y="1140168"/>
                  </a:lnTo>
                  <a:lnTo>
                    <a:pt x="4724311" y="1144113"/>
                  </a:lnTo>
                  <a:lnTo>
                    <a:pt x="4636487" y="1147364"/>
                  </a:lnTo>
                  <a:lnTo>
                    <a:pt x="4557675" y="1149916"/>
                  </a:lnTo>
                  <a:lnTo>
                    <a:pt x="4492123" y="1151788"/>
                  </a:lnTo>
                  <a:lnTo>
                    <a:pt x="4442743" y="1153041"/>
                  </a:lnTo>
                  <a:lnTo>
                    <a:pt x="4410323" y="1153776"/>
                  </a:lnTo>
                  <a:lnTo>
                    <a:pt x="4393193" y="1154125"/>
                  </a:lnTo>
                  <a:lnTo>
                    <a:pt x="4387353" y="1154232"/>
                  </a:lnTo>
                  <a:lnTo>
                    <a:pt x="4386855" y="1154241"/>
                  </a:lnTo>
                  <a:lnTo>
                    <a:pt x="3848118" y="1154241"/>
                  </a:lnTo>
                  <a:lnTo>
                    <a:pt x="3846840" y="1154203"/>
                  </a:lnTo>
                  <a:lnTo>
                    <a:pt x="3838499" y="1153934"/>
                  </a:lnTo>
                  <a:lnTo>
                    <a:pt x="3817693" y="1153188"/>
                  </a:lnTo>
                  <a:lnTo>
                    <a:pt x="3781053" y="1151726"/>
                  </a:lnTo>
                  <a:lnTo>
                    <a:pt x="3727569" y="1149336"/>
                  </a:lnTo>
                  <a:lnTo>
                    <a:pt x="3658612" y="1145863"/>
                  </a:lnTo>
                  <a:lnTo>
                    <a:pt x="3577477" y="1141224"/>
                  </a:lnTo>
                  <a:lnTo>
                    <a:pt x="3488537" y="1135398"/>
                  </a:lnTo>
                  <a:lnTo>
                    <a:pt x="3396306" y="1128402"/>
                  </a:lnTo>
                  <a:lnTo>
                    <a:pt x="3304688" y="1120266"/>
                  </a:lnTo>
                  <a:lnTo>
                    <a:pt x="3216580" y="1110998"/>
                  </a:lnTo>
                  <a:lnTo>
                    <a:pt x="3133785" y="1100570"/>
                  </a:lnTo>
                  <a:lnTo>
                    <a:pt x="3057147" y="1088905"/>
                  </a:lnTo>
                  <a:lnTo>
                    <a:pt x="2986773" y="1075871"/>
                  </a:lnTo>
                  <a:lnTo>
                    <a:pt x="2922259" y="1061286"/>
                  </a:lnTo>
                  <a:lnTo>
                    <a:pt x="2862887" y="1044924"/>
                  </a:lnTo>
                  <a:lnTo>
                    <a:pt x="2807769" y="1026525"/>
                  </a:lnTo>
                  <a:lnTo>
                    <a:pt x="2755959" y="1005823"/>
                  </a:lnTo>
                  <a:lnTo>
                    <a:pt x="2706533" y="982585"/>
                  </a:lnTo>
                  <a:lnTo>
                    <a:pt x="2667772" y="961867"/>
                  </a:lnTo>
                  <a:lnTo>
                    <a:pt x="2621205" y="934140"/>
                  </a:lnTo>
                  <a:lnTo>
                    <a:pt x="2575093" y="903744"/>
                  </a:lnTo>
                  <a:lnTo>
                    <a:pt x="2529002" y="870636"/>
                  </a:lnTo>
                  <a:lnTo>
                    <a:pt x="2482626" y="834852"/>
                  </a:lnTo>
                  <a:lnTo>
                    <a:pt x="2435772" y="796519"/>
                  </a:lnTo>
                  <a:lnTo>
                    <a:pt x="2388348" y="755857"/>
                  </a:lnTo>
                  <a:lnTo>
                    <a:pt x="2340349" y="713185"/>
                  </a:lnTo>
                  <a:lnTo>
                    <a:pt x="2291846" y="668913"/>
                  </a:lnTo>
                  <a:lnTo>
                    <a:pt x="2242970" y="623524"/>
                  </a:lnTo>
                  <a:lnTo>
                    <a:pt x="2193896" y="577560"/>
                  </a:lnTo>
                  <a:lnTo>
                    <a:pt x="2144820" y="531590"/>
                  </a:lnTo>
                  <a:lnTo>
                    <a:pt x="2095939" y="486185"/>
                  </a:lnTo>
                  <a:lnTo>
                    <a:pt x="2047427" y="441887"/>
                  </a:lnTo>
                  <a:lnTo>
                    <a:pt x="1999418" y="399181"/>
                  </a:lnTo>
                  <a:lnTo>
                    <a:pt x="1951982" y="358477"/>
                  </a:lnTo>
                  <a:lnTo>
                    <a:pt x="1905118" y="320097"/>
                  </a:lnTo>
                  <a:lnTo>
                    <a:pt x="1858735" y="284263"/>
                  </a:lnTo>
                  <a:lnTo>
                    <a:pt x="1812640" y="251103"/>
                  </a:lnTo>
                  <a:lnTo>
                    <a:pt x="1766532" y="220656"/>
                  </a:lnTo>
                  <a:lnTo>
                    <a:pt x="1719979" y="192878"/>
                  </a:lnTo>
                  <a:lnTo>
                    <a:pt x="1719082" y="192373"/>
                  </a:lnTo>
                  <a:lnTo>
                    <a:pt x="1670984" y="166992"/>
                  </a:lnTo>
                  <a:lnTo>
                    <a:pt x="1621168" y="144255"/>
                  </a:lnTo>
                  <a:lnTo>
                    <a:pt x="1568796" y="124014"/>
                  </a:lnTo>
                  <a:lnTo>
                    <a:pt x="1512935" y="106027"/>
                  </a:lnTo>
                  <a:lnTo>
                    <a:pt x="1452642" y="90025"/>
                  </a:lnTo>
                  <a:lnTo>
                    <a:pt x="1387052" y="75755"/>
                  </a:lnTo>
                  <a:lnTo>
                    <a:pt x="1315494" y="62996"/>
                  </a:lnTo>
                  <a:lnTo>
                    <a:pt x="1237648" y="51576"/>
                  </a:lnTo>
                  <a:lnTo>
                    <a:pt x="1153741" y="41376"/>
                  </a:lnTo>
                  <a:lnTo>
                    <a:pt x="1064787" y="32326"/>
                  </a:lnTo>
                  <a:lnTo>
                    <a:pt x="972793" y="24407"/>
                  </a:lnTo>
                  <a:lnTo>
                    <a:pt x="880864" y="17633"/>
                  </a:lnTo>
                  <a:lnTo>
                    <a:pt x="793064" y="12034"/>
                  </a:lnTo>
                  <a:lnTo>
                    <a:pt x="713946" y="7622"/>
                  </a:lnTo>
                  <a:lnTo>
                    <a:pt x="647751" y="4366"/>
                  </a:lnTo>
                  <a:lnTo>
                    <a:pt x="597462" y="2168"/>
                  </a:lnTo>
                  <a:lnTo>
                    <a:pt x="564015" y="861"/>
                  </a:lnTo>
                  <a:lnTo>
                    <a:pt x="545929" y="226"/>
                  </a:lnTo>
                  <a:lnTo>
                    <a:pt x="539419" y="1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" name="pg143"/>
            <p:cNvSpPr/>
            <p:nvPr/>
          </p:nvSpPr>
          <p:spPr>
            <a:xfrm>
              <a:off x="546595" y="1578026"/>
              <a:ext cx="8234974" cy="1176019"/>
            </a:xfrm>
            <a:custGeom>
              <a:avLst/>
              <a:pathLst>
                <a:path w="8234974" h="1176019">
                  <a:moveTo>
                    <a:pt x="0" y="10889"/>
                  </a:moveTo>
                  <a:lnTo>
                    <a:pt x="538736" y="10889"/>
                  </a:lnTo>
                  <a:lnTo>
                    <a:pt x="540014" y="10927"/>
                  </a:lnTo>
                  <a:lnTo>
                    <a:pt x="548352" y="11199"/>
                  </a:lnTo>
                  <a:lnTo>
                    <a:pt x="569151" y="11951"/>
                  </a:lnTo>
                  <a:lnTo>
                    <a:pt x="605779" y="13426"/>
                  </a:lnTo>
                  <a:lnTo>
                    <a:pt x="659248" y="15838"/>
                  </a:lnTo>
                  <a:lnTo>
                    <a:pt x="728187" y="19342"/>
                  </a:lnTo>
                  <a:lnTo>
                    <a:pt x="809304" y="24024"/>
                  </a:lnTo>
                  <a:lnTo>
                    <a:pt x="898228" y="29903"/>
                  </a:lnTo>
                  <a:lnTo>
                    <a:pt x="990447" y="36963"/>
                  </a:lnTo>
                  <a:lnTo>
                    <a:pt x="1082056" y="45173"/>
                  </a:lnTo>
                  <a:lnTo>
                    <a:pt x="1170159" y="54526"/>
                  </a:lnTo>
                  <a:lnTo>
                    <a:pt x="1252952" y="65049"/>
                  </a:lnTo>
                  <a:lnTo>
                    <a:pt x="1329590" y="76821"/>
                  </a:lnTo>
                  <a:lnTo>
                    <a:pt x="1399966" y="89974"/>
                  </a:lnTo>
                  <a:lnTo>
                    <a:pt x="1464482" y="104691"/>
                  </a:lnTo>
                  <a:lnTo>
                    <a:pt x="1523856" y="121202"/>
                  </a:lnTo>
                  <a:lnTo>
                    <a:pt x="1578974" y="139768"/>
                  </a:lnTo>
                  <a:lnTo>
                    <a:pt x="1630785" y="160658"/>
                  </a:lnTo>
                  <a:lnTo>
                    <a:pt x="1680209" y="184106"/>
                  </a:lnTo>
                  <a:lnTo>
                    <a:pt x="1719082" y="205077"/>
                  </a:lnTo>
                  <a:lnTo>
                    <a:pt x="1765563" y="233011"/>
                  </a:lnTo>
                  <a:lnTo>
                    <a:pt x="1811589" y="263629"/>
                  </a:lnTo>
                  <a:lnTo>
                    <a:pt x="1857593" y="296973"/>
                  </a:lnTo>
                  <a:lnTo>
                    <a:pt x="1903880" y="333010"/>
                  </a:lnTo>
                  <a:lnTo>
                    <a:pt x="1950641" y="371612"/>
                  </a:lnTo>
                  <a:lnTo>
                    <a:pt x="1997971" y="412558"/>
                  </a:lnTo>
                  <a:lnTo>
                    <a:pt x="2045873" y="455529"/>
                  </a:lnTo>
                  <a:lnTo>
                    <a:pt x="2094280" y="500116"/>
                  </a:lnTo>
                  <a:lnTo>
                    <a:pt x="2143059" y="545834"/>
                  </a:lnTo>
                  <a:lnTo>
                    <a:pt x="2192039" y="592139"/>
                  </a:lnTo>
                  <a:lnTo>
                    <a:pt x="2241025" y="638461"/>
                  </a:lnTo>
                  <a:lnTo>
                    <a:pt x="2289821" y="684227"/>
                  </a:lnTo>
                  <a:lnTo>
                    <a:pt x="2338252" y="728892"/>
                  </a:lnTo>
                  <a:lnTo>
                    <a:pt x="2386186" y="771966"/>
                  </a:lnTo>
                  <a:lnTo>
                    <a:pt x="2433548" y="813036"/>
                  </a:lnTo>
                  <a:lnTo>
                    <a:pt x="2480340" y="851778"/>
                  </a:lnTo>
                  <a:lnTo>
                    <a:pt x="2526650" y="887964"/>
                  </a:lnTo>
                  <a:lnTo>
                    <a:pt x="2572663" y="921463"/>
                  </a:lnTo>
                  <a:lnTo>
                    <a:pt x="2618678" y="952234"/>
                  </a:lnTo>
                  <a:lnTo>
                    <a:pt x="2665118" y="980318"/>
                  </a:lnTo>
                  <a:lnTo>
                    <a:pt x="2667772" y="981830"/>
                  </a:lnTo>
                  <a:lnTo>
                    <a:pt x="2715865" y="1007448"/>
                  </a:lnTo>
                  <a:lnTo>
                    <a:pt x="2765674" y="1030397"/>
                  </a:lnTo>
                  <a:lnTo>
                    <a:pt x="2818039" y="1050827"/>
                  </a:lnTo>
                  <a:lnTo>
                    <a:pt x="2873891" y="1068983"/>
                  </a:lnTo>
                  <a:lnTo>
                    <a:pt x="2934174" y="1085134"/>
                  </a:lnTo>
                  <a:lnTo>
                    <a:pt x="2999752" y="1099539"/>
                  </a:lnTo>
                  <a:lnTo>
                    <a:pt x="3071296" y="1112418"/>
                  </a:lnTo>
                  <a:lnTo>
                    <a:pt x="3149128" y="1123945"/>
                  </a:lnTo>
                  <a:lnTo>
                    <a:pt x="3233018" y="1134242"/>
                  </a:lnTo>
                  <a:lnTo>
                    <a:pt x="3321956" y="1143377"/>
                  </a:lnTo>
                  <a:lnTo>
                    <a:pt x="3413937" y="1151371"/>
                  </a:lnTo>
                  <a:lnTo>
                    <a:pt x="3505858" y="1158210"/>
                  </a:lnTo>
                  <a:lnTo>
                    <a:pt x="3593656" y="1163863"/>
                  </a:lnTo>
                  <a:lnTo>
                    <a:pt x="3672783" y="1168318"/>
                  </a:lnTo>
                  <a:lnTo>
                    <a:pt x="3738996" y="1171606"/>
                  </a:lnTo>
                  <a:lnTo>
                    <a:pt x="3789310" y="1173827"/>
                  </a:lnTo>
                  <a:lnTo>
                    <a:pt x="3822787" y="1175148"/>
                  </a:lnTo>
                  <a:lnTo>
                    <a:pt x="3840901" y="1175790"/>
                  </a:lnTo>
                  <a:lnTo>
                    <a:pt x="3847430" y="1175999"/>
                  </a:lnTo>
                  <a:lnTo>
                    <a:pt x="3848118" y="1176019"/>
                  </a:lnTo>
                  <a:lnTo>
                    <a:pt x="4386855" y="1176019"/>
                  </a:lnTo>
                  <a:lnTo>
                    <a:pt x="4388154" y="1176004"/>
                  </a:lnTo>
                  <a:lnTo>
                    <a:pt x="4396630" y="1175901"/>
                  </a:lnTo>
                  <a:lnTo>
                    <a:pt x="4417761" y="1175615"/>
                  </a:lnTo>
                  <a:lnTo>
                    <a:pt x="4454940" y="1175054"/>
                  </a:lnTo>
                  <a:lnTo>
                    <a:pt x="4509144" y="1174137"/>
                  </a:lnTo>
                  <a:lnTo>
                    <a:pt x="4578925" y="1172806"/>
                  </a:lnTo>
                  <a:lnTo>
                    <a:pt x="4660882" y="1171029"/>
                  </a:lnTo>
                  <a:lnTo>
                    <a:pt x="4750549" y="1168799"/>
                  </a:lnTo>
                  <a:lnTo>
                    <a:pt x="4843350" y="1166123"/>
                  </a:lnTo>
                  <a:lnTo>
                    <a:pt x="4935357" y="1163013"/>
                  </a:lnTo>
                  <a:lnTo>
                    <a:pt x="5023685" y="1159470"/>
                  </a:lnTo>
                  <a:lnTo>
                    <a:pt x="5106561" y="1155484"/>
                  </a:lnTo>
                  <a:lnTo>
                    <a:pt x="5183183" y="1151022"/>
                  </a:lnTo>
                  <a:lnTo>
                    <a:pt x="5253487" y="1146034"/>
                  </a:lnTo>
                  <a:lnTo>
                    <a:pt x="5317912" y="1140448"/>
                  </a:lnTo>
                  <a:lnTo>
                    <a:pt x="5377209" y="1134175"/>
                  </a:lnTo>
                  <a:lnTo>
                    <a:pt x="5432287" y="1127116"/>
                  </a:lnTo>
                  <a:lnTo>
                    <a:pt x="5484114" y="1119169"/>
                  </a:lnTo>
                  <a:lnTo>
                    <a:pt x="5533618" y="1110247"/>
                  </a:lnTo>
                  <a:lnTo>
                    <a:pt x="5567201" y="1103425"/>
                  </a:lnTo>
                  <a:lnTo>
                    <a:pt x="5618835" y="1091754"/>
                  </a:lnTo>
                  <a:lnTo>
                    <a:pt x="5669973" y="1078841"/>
                  </a:lnTo>
                  <a:lnTo>
                    <a:pt x="5721177" y="1064668"/>
                  </a:lnTo>
                  <a:lnTo>
                    <a:pt x="5772822" y="1049268"/>
                  </a:lnTo>
                  <a:lnTo>
                    <a:pt x="5825117" y="1032723"/>
                  </a:lnTo>
                  <a:lnTo>
                    <a:pt x="5878128" y="1015173"/>
                  </a:lnTo>
                  <a:lnTo>
                    <a:pt x="5931798" y="996810"/>
                  </a:lnTo>
                  <a:lnTo>
                    <a:pt x="5985968" y="977874"/>
                  </a:lnTo>
                  <a:lnTo>
                    <a:pt x="6040410" y="958640"/>
                  </a:lnTo>
                  <a:lnTo>
                    <a:pt x="6094858" y="939399"/>
                  </a:lnTo>
                  <a:lnTo>
                    <a:pt x="6149044" y="920445"/>
                  </a:lnTo>
                  <a:lnTo>
                    <a:pt x="6202738" y="902054"/>
                  </a:lnTo>
                  <a:lnTo>
                    <a:pt x="6255779" y="884465"/>
                  </a:lnTo>
                  <a:lnTo>
                    <a:pt x="6308103" y="867875"/>
                  </a:lnTo>
                  <a:lnTo>
                    <a:pt x="6359772" y="852425"/>
                  </a:lnTo>
                  <a:lnTo>
                    <a:pt x="6410988" y="838200"/>
                  </a:lnTo>
                  <a:lnTo>
                    <a:pt x="6462119" y="825234"/>
                  </a:lnTo>
                  <a:lnTo>
                    <a:pt x="6513718" y="813512"/>
                  </a:lnTo>
                  <a:lnTo>
                    <a:pt x="6515891" y="813050"/>
                  </a:lnTo>
                  <a:lnTo>
                    <a:pt x="6564265" y="803421"/>
                  </a:lnTo>
                  <a:lnTo>
                    <a:pt x="6614379" y="794801"/>
                  </a:lnTo>
                  <a:lnTo>
                    <a:pt x="6667089" y="787133"/>
                  </a:lnTo>
                  <a:lnTo>
                    <a:pt x="6723343" y="780323"/>
                  </a:lnTo>
                  <a:lnTo>
                    <a:pt x="6784101" y="774268"/>
                  </a:lnTo>
                  <a:lnTo>
                    <a:pt x="6850237" y="768872"/>
                  </a:lnTo>
                  <a:lnTo>
                    <a:pt x="6922426" y="764049"/>
                  </a:lnTo>
                  <a:lnTo>
                    <a:pt x="7000976" y="759736"/>
                  </a:lnTo>
                  <a:lnTo>
                    <a:pt x="7085628" y="755887"/>
                  </a:lnTo>
                  <a:lnTo>
                    <a:pt x="7175306" y="752475"/>
                  </a:lnTo>
                  <a:lnTo>
                    <a:pt x="7267909" y="749496"/>
                  </a:lnTo>
                  <a:lnTo>
                    <a:pt x="7360217" y="746954"/>
                  </a:lnTo>
                  <a:lnTo>
                    <a:pt x="7448046" y="744861"/>
                  </a:lnTo>
                  <a:lnTo>
                    <a:pt x="7526759" y="743220"/>
                  </a:lnTo>
                  <a:lnTo>
                    <a:pt x="7592109" y="742019"/>
                  </a:lnTo>
                  <a:lnTo>
                    <a:pt x="7641207" y="741217"/>
                  </a:lnTo>
                  <a:lnTo>
                    <a:pt x="7673310" y="740749"/>
                  </a:lnTo>
                  <a:lnTo>
                    <a:pt x="7690149" y="740528"/>
                  </a:lnTo>
                  <a:lnTo>
                    <a:pt x="7695789" y="740461"/>
                  </a:lnTo>
                  <a:lnTo>
                    <a:pt x="7696237" y="740456"/>
                  </a:lnTo>
                  <a:lnTo>
                    <a:pt x="8234974" y="740456"/>
                  </a:lnTo>
                  <a:lnTo>
                    <a:pt x="8234974" y="729567"/>
                  </a:lnTo>
                  <a:lnTo>
                    <a:pt x="7696237" y="729567"/>
                  </a:lnTo>
                  <a:lnTo>
                    <a:pt x="7694938" y="729582"/>
                  </a:lnTo>
                  <a:lnTo>
                    <a:pt x="7686462" y="729685"/>
                  </a:lnTo>
                  <a:lnTo>
                    <a:pt x="7665331" y="729971"/>
                  </a:lnTo>
                  <a:lnTo>
                    <a:pt x="7628153" y="730532"/>
                  </a:lnTo>
                  <a:lnTo>
                    <a:pt x="7573948" y="731449"/>
                  </a:lnTo>
                  <a:lnTo>
                    <a:pt x="7504168" y="732780"/>
                  </a:lnTo>
                  <a:lnTo>
                    <a:pt x="7422210" y="734557"/>
                  </a:lnTo>
                  <a:lnTo>
                    <a:pt x="7332543" y="736787"/>
                  </a:lnTo>
                  <a:lnTo>
                    <a:pt x="7239742" y="739463"/>
                  </a:lnTo>
                  <a:lnTo>
                    <a:pt x="7147735" y="742573"/>
                  </a:lnTo>
                  <a:lnTo>
                    <a:pt x="7059408" y="746116"/>
                  </a:lnTo>
                  <a:lnTo>
                    <a:pt x="6976531" y="750102"/>
                  </a:lnTo>
                  <a:lnTo>
                    <a:pt x="6899909" y="754564"/>
                  </a:lnTo>
                  <a:lnTo>
                    <a:pt x="6829606" y="759552"/>
                  </a:lnTo>
                  <a:lnTo>
                    <a:pt x="6765180" y="765138"/>
                  </a:lnTo>
                  <a:lnTo>
                    <a:pt x="6705884" y="771411"/>
                  </a:lnTo>
                  <a:lnTo>
                    <a:pt x="6650805" y="778470"/>
                  </a:lnTo>
                  <a:lnTo>
                    <a:pt x="6598978" y="786417"/>
                  </a:lnTo>
                  <a:lnTo>
                    <a:pt x="6549474" y="795339"/>
                  </a:lnTo>
                  <a:lnTo>
                    <a:pt x="6515891" y="802161"/>
                  </a:lnTo>
                  <a:lnTo>
                    <a:pt x="6464257" y="813832"/>
                  </a:lnTo>
                  <a:lnTo>
                    <a:pt x="6413120" y="826745"/>
                  </a:lnTo>
                  <a:lnTo>
                    <a:pt x="6361915" y="840918"/>
                  </a:lnTo>
                  <a:lnTo>
                    <a:pt x="6310270" y="856318"/>
                  </a:lnTo>
                  <a:lnTo>
                    <a:pt x="6257975" y="872863"/>
                  </a:lnTo>
                  <a:lnTo>
                    <a:pt x="6204964" y="890413"/>
                  </a:lnTo>
                  <a:lnTo>
                    <a:pt x="6151295" y="908776"/>
                  </a:lnTo>
                  <a:lnTo>
                    <a:pt x="6097125" y="927711"/>
                  </a:lnTo>
                  <a:lnTo>
                    <a:pt x="6042683" y="946946"/>
                  </a:lnTo>
                  <a:lnTo>
                    <a:pt x="5988235" y="966187"/>
                  </a:lnTo>
                  <a:lnTo>
                    <a:pt x="5934048" y="985141"/>
                  </a:lnTo>
                  <a:lnTo>
                    <a:pt x="5880354" y="1003532"/>
                  </a:lnTo>
                  <a:lnTo>
                    <a:pt x="5827314" y="1021121"/>
                  </a:lnTo>
                  <a:lnTo>
                    <a:pt x="5774989" y="1037711"/>
                  </a:lnTo>
                  <a:lnTo>
                    <a:pt x="5723320" y="1053161"/>
                  </a:lnTo>
                  <a:lnTo>
                    <a:pt x="5672104" y="1067386"/>
                  </a:lnTo>
                  <a:lnTo>
                    <a:pt x="5620974" y="1080352"/>
                  </a:lnTo>
                  <a:lnTo>
                    <a:pt x="5569374" y="1092073"/>
                  </a:lnTo>
                  <a:lnTo>
                    <a:pt x="5567201" y="1092536"/>
                  </a:lnTo>
                  <a:lnTo>
                    <a:pt x="5518828" y="1102165"/>
                  </a:lnTo>
                  <a:lnTo>
                    <a:pt x="5468713" y="1110785"/>
                  </a:lnTo>
                  <a:lnTo>
                    <a:pt x="5416004" y="1118453"/>
                  </a:lnTo>
                  <a:lnTo>
                    <a:pt x="5359750" y="1125263"/>
                  </a:lnTo>
                  <a:lnTo>
                    <a:pt x="5298992" y="1131318"/>
                  </a:lnTo>
                  <a:lnTo>
                    <a:pt x="5232855" y="1136714"/>
                  </a:lnTo>
                  <a:lnTo>
                    <a:pt x="5160667" y="1141536"/>
                  </a:lnTo>
                  <a:lnTo>
                    <a:pt x="5082116" y="1145850"/>
                  </a:lnTo>
                  <a:lnTo>
                    <a:pt x="4997465" y="1149699"/>
                  </a:lnTo>
                  <a:lnTo>
                    <a:pt x="4907787" y="1153111"/>
                  </a:lnTo>
                  <a:lnTo>
                    <a:pt x="4815183" y="1156090"/>
                  </a:lnTo>
                  <a:lnTo>
                    <a:pt x="4722875" y="1158632"/>
                  </a:lnTo>
                  <a:lnTo>
                    <a:pt x="4635047" y="1160725"/>
                  </a:lnTo>
                  <a:lnTo>
                    <a:pt x="4556333" y="1162366"/>
                  </a:lnTo>
                  <a:lnTo>
                    <a:pt x="4490983" y="1163567"/>
                  </a:lnTo>
                  <a:lnTo>
                    <a:pt x="4441885" y="1164369"/>
                  </a:lnTo>
                  <a:lnTo>
                    <a:pt x="4409783" y="1164837"/>
                  </a:lnTo>
                  <a:lnTo>
                    <a:pt x="4392943" y="1165058"/>
                  </a:lnTo>
                  <a:lnTo>
                    <a:pt x="4387304" y="1165125"/>
                  </a:lnTo>
                  <a:lnTo>
                    <a:pt x="4386855" y="1165130"/>
                  </a:lnTo>
                  <a:lnTo>
                    <a:pt x="3848118" y="1165130"/>
                  </a:lnTo>
                  <a:lnTo>
                    <a:pt x="3846841" y="1165092"/>
                  </a:lnTo>
                  <a:lnTo>
                    <a:pt x="3838503" y="1164820"/>
                  </a:lnTo>
                  <a:lnTo>
                    <a:pt x="3817703" y="1164068"/>
                  </a:lnTo>
                  <a:lnTo>
                    <a:pt x="3781075" y="1162592"/>
                  </a:lnTo>
                  <a:lnTo>
                    <a:pt x="3727607" y="1160180"/>
                  </a:lnTo>
                  <a:lnTo>
                    <a:pt x="3658667" y="1156676"/>
                  </a:lnTo>
                  <a:lnTo>
                    <a:pt x="3577550" y="1151995"/>
                  </a:lnTo>
                  <a:lnTo>
                    <a:pt x="3488627" y="1146115"/>
                  </a:lnTo>
                  <a:lnTo>
                    <a:pt x="3396408" y="1139056"/>
                  </a:lnTo>
                  <a:lnTo>
                    <a:pt x="3304799" y="1130845"/>
                  </a:lnTo>
                  <a:lnTo>
                    <a:pt x="3216695" y="1121493"/>
                  </a:lnTo>
                  <a:lnTo>
                    <a:pt x="3133902" y="1110969"/>
                  </a:lnTo>
                  <a:lnTo>
                    <a:pt x="3057264" y="1099197"/>
                  </a:lnTo>
                  <a:lnTo>
                    <a:pt x="2986888" y="1086044"/>
                  </a:lnTo>
                  <a:lnTo>
                    <a:pt x="2922372" y="1071327"/>
                  </a:lnTo>
                  <a:lnTo>
                    <a:pt x="2862999" y="1054816"/>
                  </a:lnTo>
                  <a:lnTo>
                    <a:pt x="2807880" y="1036251"/>
                  </a:lnTo>
                  <a:lnTo>
                    <a:pt x="2756070" y="1015360"/>
                  </a:lnTo>
                  <a:lnTo>
                    <a:pt x="2706646" y="991913"/>
                  </a:lnTo>
                  <a:lnTo>
                    <a:pt x="2667772" y="970941"/>
                  </a:lnTo>
                  <a:lnTo>
                    <a:pt x="2621292" y="943007"/>
                  </a:lnTo>
                  <a:lnTo>
                    <a:pt x="2575266" y="912390"/>
                  </a:lnTo>
                  <a:lnTo>
                    <a:pt x="2529261" y="879045"/>
                  </a:lnTo>
                  <a:lnTo>
                    <a:pt x="2482975" y="843009"/>
                  </a:lnTo>
                  <a:lnTo>
                    <a:pt x="2436213" y="804406"/>
                  </a:lnTo>
                  <a:lnTo>
                    <a:pt x="2388884" y="763460"/>
                  </a:lnTo>
                  <a:lnTo>
                    <a:pt x="2340981" y="720489"/>
                  </a:lnTo>
                  <a:lnTo>
                    <a:pt x="2292575" y="675902"/>
                  </a:lnTo>
                  <a:lnTo>
                    <a:pt x="2243796" y="630185"/>
                  </a:lnTo>
                  <a:lnTo>
                    <a:pt x="2194815" y="583879"/>
                  </a:lnTo>
                  <a:lnTo>
                    <a:pt x="2145830" y="537557"/>
                  </a:lnTo>
                  <a:lnTo>
                    <a:pt x="2097034" y="491791"/>
                  </a:lnTo>
                  <a:lnTo>
                    <a:pt x="2048602" y="447126"/>
                  </a:lnTo>
                  <a:lnTo>
                    <a:pt x="2000669" y="404052"/>
                  </a:lnTo>
                  <a:lnTo>
                    <a:pt x="1953306" y="362982"/>
                  </a:lnTo>
                  <a:lnTo>
                    <a:pt x="1906514" y="324240"/>
                  </a:lnTo>
                  <a:lnTo>
                    <a:pt x="1860205" y="288054"/>
                  </a:lnTo>
                  <a:lnTo>
                    <a:pt x="1814192" y="254555"/>
                  </a:lnTo>
                  <a:lnTo>
                    <a:pt x="1768177" y="223784"/>
                  </a:lnTo>
                  <a:lnTo>
                    <a:pt x="1721736" y="195700"/>
                  </a:lnTo>
                  <a:lnTo>
                    <a:pt x="1719082" y="194188"/>
                  </a:lnTo>
                  <a:lnTo>
                    <a:pt x="1670990" y="168571"/>
                  </a:lnTo>
                  <a:lnTo>
                    <a:pt x="1621180" y="145621"/>
                  </a:lnTo>
                  <a:lnTo>
                    <a:pt x="1568816" y="125191"/>
                  </a:lnTo>
                  <a:lnTo>
                    <a:pt x="1512964" y="107036"/>
                  </a:lnTo>
                  <a:lnTo>
                    <a:pt x="1452680" y="90884"/>
                  </a:lnTo>
                  <a:lnTo>
                    <a:pt x="1387102" y="76479"/>
                  </a:lnTo>
                  <a:lnTo>
                    <a:pt x="1315558" y="63601"/>
                  </a:lnTo>
                  <a:lnTo>
                    <a:pt x="1237727" y="52074"/>
                  </a:lnTo>
                  <a:lnTo>
                    <a:pt x="1153837" y="41777"/>
                  </a:lnTo>
                  <a:lnTo>
                    <a:pt x="1064898" y="32641"/>
                  </a:lnTo>
                  <a:lnTo>
                    <a:pt x="972918" y="24647"/>
                  </a:lnTo>
                  <a:lnTo>
                    <a:pt x="880997" y="17809"/>
                  </a:lnTo>
                  <a:lnTo>
                    <a:pt x="793198" y="12156"/>
                  </a:lnTo>
                  <a:lnTo>
                    <a:pt x="714072" y="7701"/>
                  </a:lnTo>
                  <a:lnTo>
                    <a:pt x="647859" y="4412"/>
                  </a:lnTo>
                  <a:lnTo>
                    <a:pt x="597545" y="2191"/>
                  </a:lnTo>
                  <a:lnTo>
                    <a:pt x="564067" y="871"/>
                  </a:lnTo>
                  <a:lnTo>
                    <a:pt x="545954" y="229"/>
                  </a:lnTo>
                  <a:lnTo>
                    <a:pt x="539424" y="2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546595" y="1588915"/>
              <a:ext cx="8234974" cy="1165130"/>
            </a:xfrm>
            <a:custGeom>
              <a:avLst/>
              <a:pathLst>
                <a:path w="8234974" h="1165130">
                  <a:moveTo>
                    <a:pt x="0" y="0"/>
                  </a:moveTo>
                  <a:lnTo>
                    <a:pt x="538736" y="0"/>
                  </a:lnTo>
                  <a:lnTo>
                    <a:pt x="540014" y="38"/>
                  </a:lnTo>
                  <a:lnTo>
                    <a:pt x="548352" y="310"/>
                  </a:lnTo>
                  <a:lnTo>
                    <a:pt x="569151" y="1061"/>
                  </a:lnTo>
                  <a:lnTo>
                    <a:pt x="605779" y="2537"/>
                  </a:lnTo>
                  <a:lnTo>
                    <a:pt x="659248" y="4949"/>
                  </a:lnTo>
                  <a:lnTo>
                    <a:pt x="728187" y="8453"/>
                  </a:lnTo>
                  <a:lnTo>
                    <a:pt x="809304" y="13134"/>
                  </a:lnTo>
                  <a:lnTo>
                    <a:pt x="898228" y="19014"/>
                  </a:lnTo>
                  <a:lnTo>
                    <a:pt x="990447" y="26073"/>
                  </a:lnTo>
                  <a:lnTo>
                    <a:pt x="1082056" y="34284"/>
                  </a:lnTo>
                  <a:lnTo>
                    <a:pt x="1170159" y="43637"/>
                  </a:lnTo>
                  <a:lnTo>
                    <a:pt x="1252952" y="54160"/>
                  </a:lnTo>
                  <a:lnTo>
                    <a:pt x="1329590" y="65932"/>
                  </a:lnTo>
                  <a:lnTo>
                    <a:pt x="1399966" y="79085"/>
                  </a:lnTo>
                  <a:lnTo>
                    <a:pt x="1464482" y="93802"/>
                  </a:lnTo>
                  <a:lnTo>
                    <a:pt x="1523856" y="110313"/>
                  </a:lnTo>
                  <a:lnTo>
                    <a:pt x="1578974" y="128879"/>
                  </a:lnTo>
                  <a:lnTo>
                    <a:pt x="1630785" y="149769"/>
                  </a:lnTo>
                  <a:lnTo>
                    <a:pt x="1680209" y="173217"/>
                  </a:lnTo>
                  <a:lnTo>
                    <a:pt x="1719082" y="194188"/>
                  </a:lnTo>
                  <a:lnTo>
                    <a:pt x="1765563" y="222122"/>
                  </a:lnTo>
                  <a:lnTo>
                    <a:pt x="1811589" y="252740"/>
                  </a:lnTo>
                  <a:lnTo>
                    <a:pt x="1857593" y="286084"/>
                  </a:lnTo>
                  <a:lnTo>
                    <a:pt x="1903880" y="322121"/>
                  </a:lnTo>
                  <a:lnTo>
                    <a:pt x="1950641" y="360723"/>
                  </a:lnTo>
                  <a:lnTo>
                    <a:pt x="1997971" y="401669"/>
                  </a:lnTo>
                  <a:lnTo>
                    <a:pt x="2045873" y="444640"/>
                  </a:lnTo>
                  <a:lnTo>
                    <a:pt x="2094280" y="489227"/>
                  </a:lnTo>
                  <a:lnTo>
                    <a:pt x="2143059" y="534945"/>
                  </a:lnTo>
                  <a:lnTo>
                    <a:pt x="2192039" y="581250"/>
                  </a:lnTo>
                  <a:lnTo>
                    <a:pt x="2241025" y="627572"/>
                  </a:lnTo>
                  <a:lnTo>
                    <a:pt x="2289821" y="673338"/>
                  </a:lnTo>
                  <a:lnTo>
                    <a:pt x="2338252" y="718003"/>
                  </a:lnTo>
                  <a:lnTo>
                    <a:pt x="2386186" y="761077"/>
                  </a:lnTo>
                  <a:lnTo>
                    <a:pt x="2433548" y="802147"/>
                  </a:lnTo>
                  <a:lnTo>
                    <a:pt x="2480340" y="840889"/>
                  </a:lnTo>
                  <a:lnTo>
                    <a:pt x="2526650" y="877075"/>
                  </a:lnTo>
                  <a:lnTo>
                    <a:pt x="2572663" y="910574"/>
                  </a:lnTo>
                  <a:lnTo>
                    <a:pt x="2618678" y="941345"/>
                  </a:lnTo>
                  <a:lnTo>
                    <a:pt x="2665118" y="969429"/>
                  </a:lnTo>
                  <a:lnTo>
                    <a:pt x="2667772" y="970941"/>
                  </a:lnTo>
                  <a:lnTo>
                    <a:pt x="2715865" y="996559"/>
                  </a:lnTo>
                  <a:lnTo>
                    <a:pt x="2765674" y="1019508"/>
                  </a:lnTo>
                  <a:lnTo>
                    <a:pt x="2818039" y="1039938"/>
                  </a:lnTo>
                  <a:lnTo>
                    <a:pt x="2873891" y="1058094"/>
                  </a:lnTo>
                  <a:lnTo>
                    <a:pt x="2934174" y="1074245"/>
                  </a:lnTo>
                  <a:lnTo>
                    <a:pt x="2999752" y="1088650"/>
                  </a:lnTo>
                  <a:lnTo>
                    <a:pt x="3071296" y="1101529"/>
                  </a:lnTo>
                  <a:lnTo>
                    <a:pt x="3149128" y="1113056"/>
                  </a:lnTo>
                  <a:lnTo>
                    <a:pt x="3233018" y="1123353"/>
                  </a:lnTo>
                  <a:lnTo>
                    <a:pt x="3321956" y="1132488"/>
                  </a:lnTo>
                  <a:lnTo>
                    <a:pt x="3413937" y="1140482"/>
                  </a:lnTo>
                  <a:lnTo>
                    <a:pt x="3505858" y="1147320"/>
                  </a:lnTo>
                  <a:lnTo>
                    <a:pt x="3593656" y="1152974"/>
                  </a:lnTo>
                  <a:lnTo>
                    <a:pt x="3672783" y="1157429"/>
                  </a:lnTo>
                  <a:lnTo>
                    <a:pt x="3738996" y="1160717"/>
                  </a:lnTo>
                  <a:lnTo>
                    <a:pt x="3789310" y="1162938"/>
                  </a:lnTo>
                  <a:lnTo>
                    <a:pt x="3822787" y="1164259"/>
                  </a:lnTo>
                  <a:lnTo>
                    <a:pt x="3840901" y="1164901"/>
                  </a:lnTo>
                  <a:lnTo>
                    <a:pt x="3847430" y="1165110"/>
                  </a:lnTo>
                  <a:lnTo>
                    <a:pt x="3848118" y="1165130"/>
                  </a:lnTo>
                  <a:lnTo>
                    <a:pt x="4386855" y="1165130"/>
                  </a:lnTo>
                  <a:lnTo>
                    <a:pt x="4388154" y="1165115"/>
                  </a:lnTo>
                  <a:lnTo>
                    <a:pt x="4396630" y="1165012"/>
                  </a:lnTo>
                  <a:lnTo>
                    <a:pt x="4417761" y="1164726"/>
                  </a:lnTo>
                  <a:lnTo>
                    <a:pt x="4454940" y="1164165"/>
                  </a:lnTo>
                  <a:lnTo>
                    <a:pt x="4509144" y="1163248"/>
                  </a:lnTo>
                  <a:lnTo>
                    <a:pt x="4578925" y="1161917"/>
                  </a:lnTo>
                  <a:lnTo>
                    <a:pt x="4660882" y="1160140"/>
                  </a:lnTo>
                  <a:lnTo>
                    <a:pt x="4750549" y="1157910"/>
                  </a:lnTo>
                  <a:lnTo>
                    <a:pt x="4843350" y="1155234"/>
                  </a:lnTo>
                  <a:lnTo>
                    <a:pt x="4935357" y="1152124"/>
                  </a:lnTo>
                  <a:lnTo>
                    <a:pt x="5023685" y="1148581"/>
                  </a:lnTo>
                  <a:lnTo>
                    <a:pt x="5106561" y="1144595"/>
                  </a:lnTo>
                  <a:lnTo>
                    <a:pt x="5183183" y="1140133"/>
                  </a:lnTo>
                  <a:lnTo>
                    <a:pt x="5253487" y="1135145"/>
                  </a:lnTo>
                  <a:lnTo>
                    <a:pt x="5317912" y="1129559"/>
                  </a:lnTo>
                  <a:lnTo>
                    <a:pt x="5377209" y="1123286"/>
                  </a:lnTo>
                  <a:lnTo>
                    <a:pt x="5432287" y="1116227"/>
                  </a:lnTo>
                  <a:lnTo>
                    <a:pt x="5484114" y="1108280"/>
                  </a:lnTo>
                  <a:lnTo>
                    <a:pt x="5533618" y="1099358"/>
                  </a:lnTo>
                  <a:lnTo>
                    <a:pt x="5567201" y="1092536"/>
                  </a:lnTo>
                  <a:lnTo>
                    <a:pt x="5618835" y="1080865"/>
                  </a:lnTo>
                  <a:lnTo>
                    <a:pt x="5669973" y="1067952"/>
                  </a:lnTo>
                  <a:lnTo>
                    <a:pt x="5721177" y="1053779"/>
                  </a:lnTo>
                  <a:lnTo>
                    <a:pt x="5772822" y="1038378"/>
                  </a:lnTo>
                  <a:lnTo>
                    <a:pt x="5825117" y="1021834"/>
                  </a:lnTo>
                  <a:lnTo>
                    <a:pt x="5878128" y="1004284"/>
                  </a:lnTo>
                  <a:lnTo>
                    <a:pt x="5931798" y="985921"/>
                  </a:lnTo>
                  <a:lnTo>
                    <a:pt x="5985968" y="966985"/>
                  </a:lnTo>
                  <a:lnTo>
                    <a:pt x="6040410" y="947751"/>
                  </a:lnTo>
                  <a:lnTo>
                    <a:pt x="6094858" y="928510"/>
                  </a:lnTo>
                  <a:lnTo>
                    <a:pt x="6149044" y="909556"/>
                  </a:lnTo>
                  <a:lnTo>
                    <a:pt x="6202738" y="891164"/>
                  </a:lnTo>
                  <a:lnTo>
                    <a:pt x="6255779" y="873576"/>
                  </a:lnTo>
                  <a:lnTo>
                    <a:pt x="6308103" y="856986"/>
                  </a:lnTo>
                  <a:lnTo>
                    <a:pt x="6359772" y="841536"/>
                  </a:lnTo>
                  <a:lnTo>
                    <a:pt x="6410988" y="827311"/>
                  </a:lnTo>
                  <a:lnTo>
                    <a:pt x="6462119" y="814345"/>
                  </a:lnTo>
                  <a:lnTo>
                    <a:pt x="6513718" y="802623"/>
                  </a:lnTo>
                  <a:lnTo>
                    <a:pt x="6515891" y="802161"/>
                  </a:lnTo>
                  <a:lnTo>
                    <a:pt x="6564265" y="792532"/>
                  </a:lnTo>
                  <a:lnTo>
                    <a:pt x="6614379" y="783912"/>
                  </a:lnTo>
                  <a:lnTo>
                    <a:pt x="6667089" y="776244"/>
                  </a:lnTo>
                  <a:lnTo>
                    <a:pt x="6723343" y="769434"/>
                  </a:lnTo>
                  <a:lnTo>
                    <a:pt x="6784101" y="763379"/>
                  </a:lnTo>
                  <a:lnTo>
                    <a:pt x="6850237" y="757983"/>
                  </a:lnTo>
                  <a:lnTo>
                    <a:pt x="6922426" y="753160"/>
                  </a:lnTo>
                  <a:lnTo>
                    <a:pt x="7000976" y="748847"/>
                  </a:lnTo>
                  <a:lnTo>
                    <a:pt x="7085628" y="744997"/>
                  </a:lnTo>
                  <a:lnTo>
                    <a:pt x="7175306" y="741586"/>
                  </a:lnTo>
                  <a:lnTo>
                    <a:pt x="7267909" y="738607"/>
                  </a:lnTo>
                  <a:lnTo>
                    <a:pt x="7360217" y="736065"/>
                  </a:lnTo>
                  <a:lnTo>
                    <a:pt x="7448046" y="733971"/>
                  </a:lnTo>
                  <a:lnTo>
                    <a:pt x="7526759" y="732331"/>
                  </a:lnTo>
                  <a:lnTo>
                    <a:pt x="7592109" y="731130"/>
                  </a:lnTo>
                  <a:lnTo>
                    <a:pt x="7641207" y="730328"/>
                  </a:lnTo>
                  <a:lnTo>
                    <a:pt x="7673310" y="729860"/>
                  </a:lnTo>
                  <a:lnTo>
                    <a:pt x="7690149" y="729639"/>
                  </a:lnTo>
                  <a:lnTo>
                    <a:pt x="7695789" y="729572"/>
                  </a:lnTo>
                  <a:lnTo>
                    <a:pt x="7696237" y="729567"/>
                  </a:lnTo>
                  <a:lnTo>
                    <a:pt x="8234974" y="7295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546595" y="1578026"/>
              <a:ext cx="8234974" cy="1165130"/>
            </a:xfrm>
            <a:custGeom>
              <a:avLst/>
              <a:pathLst>
                <a:path w="8234974" h="1165130">
                  <a:moveTo>
                    <a:pt x="8234974" y="729567"/>
                  </a:moveTo>
                  <a:lnTo>
                    <a:pt x="7696237" y="729567"/>
                  </a:lnTo>
                  <a:lnTo>
                    <a:pt x="7694938" y="729582"/>
                  </a:lnTo>
                  <a:lnTo>
                    <a:pt x="7686462" y="729685"/>
                  </a:lnTo>
                  <a:lnTo>
                    <a:pt x="7665331" y="729971"/>
                  </a:lnTo>
                  <a:lnTo>
                    <a:pt x="7628153" y="730532"/>
                  </a:lnTo>
                  <a:lnTo>
                    <a:pt x="7573948" y="731449"/>
                  </a:lnTo>
                  <a:lnTo>
                    <a:pt x="7504168" y="732780"/>
                  </a:lnTo>
                  <a:lnTo>
                    <a:pt x="7422210" y="734557"/>
                  </a:lnTo>
                  <a:lnTo>
                    <a:pt x="7332543" y="736787"/>
                  </a:lnTo>
                  <a:lnTo>
                    <a:pt x="7239742" y="739463"/>
                  </a:lnTo>
                  <a:lnTo>
                    <a:pt x="7147735" y="742573"/>
                  </a:lnTo>
                  <a:lnTo>
                    <a:pt x="7059408" y="746116"/>
                  </a:lnTo>
                  <a:lnTo>
                    <a:pt x="6976531" y="750102"/>
                  </a:lnTo>
                  <a:lnTo>
                    <a:pt x="6899909" y="754564"/>
                  </a:lnTo>
                  <a:lnTo>
                    <a:pt x="6829606" y="759552"/>
                  </a:lnTo>
                  <a:lnTo>
                    <a:pt x="6765180" y="765138"/>
                  </a:lnTo>
                  <a:lnTo>
                    <a:pt x="6705884" y="771411"/>
                  </a:lnTo>
                  <a:lnTo>
                    <a:pt x="6650805" y="778470"/>
                  </a:lnTo>
                  <a:lnTo>
                    <a:pt x="6598978" y="786417"/>
                  </a:lnTo>
                  <a:lnTo>
                    <a:pt x="6549474" y="795339"/>
                  </a:lnTo>
                  <a:lnTo>
                    <a:pt x="6515891" y="802161"/>
                  </a:lnTo>
                  <a:lnTo>
                    <a:pt x="6464257" y="813832"/>
                  </a:lnTo>
                  <a:lnTo>
                    <a:pt x="6413120" y="826745"/>
                  </a:lnTo>
                  <a:lnTo>
                    <a:pt x="6361915" y="840918"/>
                  </a:lnTo>
                  <a:lnTo>
                    <a:pt x="6310270" y="856318"/>
                  </a:lnTo>
                  <a:lnTo>
                    <a:pt x="6257975" y="872863"/>
                  </a:lnTo>
                  <a:lnTo>
                    <a:pt x="6204964" y="890413"/>
                  </a:lnTo>
                  <a:lnTo>
                    <a:pt x="6151295" y="908776"/>
                  </a:lnTo>
                  <a:lnTo>
                    <a:pt x="6097125" y="927711"/>
                  </a:lnTo>
                  <a:lnTo>
                    <a:pt x="6042683" y="946946"/>
                  </a:lnTo>
                  <a:lnTo>
                    <a:pt x="5988235" y="966187"/>
                  </a:lnTo>
                  <a:lnTo>
                    <a:pt x="5934048" y="985141"/>
                  </a:lnTo>
                  <a:lnTo>
                    <a:pt x="5880354" y="1003532"/>
                  </a:lnTo>
                  <a:lnTo>
                    <a:pt x="5827314" y="1021121"/>
                  </a:lnTo>
                  <a:lnTo>
                    <a:pt x="5774989" y="1037711"/>
                  </a:lnTo>
                  <a:lnTo>
                    <a:pt x="5723320" y="1053161"/>
                  </a:lnTo>
                  <a:lnTo>
                    <a:pt x="5672104" y="1067386"/>
                  </a:lnTo>
                  <a:lnTo>
                    <a:pt x="5620974" y="1080352"/>
                  </a:lnTo>
                  <a:lnTo>
                    <a:pt x="5569374" y="1092073"/>
                  </a:lnTo>
                  <a:lnTo>
                    <a:pt x="5567201" y="1092536"/>
                  </a:lnTo>
                  <a:lnTo>
                    <a:pt x="5518828" y="1102165"/>
                  </a:lnTo>
                  <a:lnTo>
                    <a:pt x="5468713" y="1110785"/>
                  </a:lnTo>
                  <a:lnTo>
                    <a:pt x="5416004" y="1118453"/>
                  </a:lnTo>
                  <a:lnTo>
                    <a:pt x="5359750" y="1125263"/>
                  </a:lnTo>
                  <a:lnTo>
                    <a:pt x="5298992" y="1131318"/>
                  </a:lnTo>
                  <a:lnTo>
                    <a:pt x="5232855" y="1136714"/>
                  </a:lnTo>
                  <a:lnTo>
                    <a:pt x="5160667" y="1141536"/>
                  </a:lnTo>
                  <a:lnTo>
                    <a:pt x="5082116" y="1145850"/>
                  </a:lnTo>
                  <a:lnTo>
                    <a:pt x="4997465" y="1149699"/>
                  </a:lnTo>
                  <a:lnTo>
                    <a:pt x="4907787" y="1153111"/>
                  </a:lnTo>
                  <a:lnTo>
                    <a:pt x="4815183" y="1156090"/>
                  </a:lnTo>
                  <a:lnTo>
                    <a:pt x="4722875" y="1158632"/>
                  </a:lnTo>
                  <a:lnTo>
                    <a:pt x="4635047" y="1160725"/>
                  </a:lnTo>
                  <a:lnTo>
                    <a:pt x="4556333" y="1162366"/>
                  </a:lnTo>
                  <a:lnTo>
                    <a:pt x="4490983" y="1163567"/>
                  </a:lnTo>
                  <a:lnTo>
                    <a:pt x="4441885" y="1164369"/>
                  </a:lnTo>
                  <a:lnTo>
                    <a:pt x="4409783" y="1164837"/>
                  </a:lnTo>
                  <a:lnTo>
                    <a:pt x="4392943" y="1165058"/>
                  </a:lnTo>
                  <a:lnTo>
                    <a:pt x="4387304" y="1165125"/>
                  </a:lnTo>
                  <a:lnTo>
                    <a:pt x="4386855" y="1165130"/>
                  </a:lnTo>
                  <a:lnTo>
                    <a:pt x="3848118" y="1165130"/>
                  </a:lnTo>
                  <a:lnTo>
                    <a:pt x="3846841" y="1165092"/>
                  </a:lnTo>
                  <a:lnTo>
                    <a:pt x="3838503" y="1164820"/>
                  </a:lnTo>
                  <a:lnTo>
                    <a:pt x="3817703" y="1164068"/>
                  </a:lnTo>
                  <a:lnTo>
                    <a:pt x="3781075" y="1162592"/>
                  </a:lnTo>
                  <a:lnTo>
                    <a:pt x="3727607" y="1160180"/>
                  </a:lnTo>
                  <a:lnTo>
                    <a:pt x="3658667" y="1156676"/>
                  </a:lnTo>
                  <a:lnTo>
                    <a:pt x="3577550" y="1151995"/>
                  </a:lnTo>
                  <a:lnTo>
                    <a:pt x="3488627" y="1146115"/>
                  </a:lnTo>
                  <a:lnTo>
                    <a:pt x="3396408" y="1139056"/>
                  </a:lnTo>
                  <a:lnTo>
                    <a:pt x="3304799" y="1130845"/>
                  </a:lnTo>
                  <a:lnTo>
                    <a:pt x="3216695" y="1121493"/>
                  </a:lnTo>
                  <a:lnTo>
                    <a:pt x="3133902" y="1110969"/>
                  </a:lnTo>
                  <a:lnTo>
                    <a:pt x="3057264" y="1099197"/>
                  </a:lnTo>
                  <a:lnTo>
                    <a:pt x="2986888" y="1086044"/>
                  </a:lnTo>
                  <a:lnTo>
                    <a:pt x="2922372" y="1071327"/>
                  </a:lnTo>
                  <a:lnTo>
                    <a:pt x="2862999" y="1054816"/>
                  </a:lnTo>
                  <a:lnTo>
                    <a:pt x="2807880" y="1036251"/>
                  </a:lnTo>
                  <a:lnTo>
                    <a:pt x="2756070" y="1015360"/>
                  </a:lnTo>
                  <a:lnTo>
                    <a:pt x="2706646" y="991913"/>
                  </a:lnTo>
                  <a:lnTo>
                    <a:pt x="2667772" y="970941"/>
                  </a:lnTo>
                  <a:lnTo>
                    <a:pt x="2621292" y="943007"/>
                  </a:lnTo>
                  <a:lnTo>
                    <a:pt x="2575266" y="912390"/>
                  </a:lnTo>
                  <a:lnTo>
                    <a:pt x="2529261" y="879045"/>
                  </a:lnTo>
                  <a:lnTo>
                    <a:pt x="2482975" y="843009"/>
                  </a:lnTo>
                  <a:lnTo>
                    <a:pt x="2436213" y="804406"/>
                  </a:lnTo>
                  <a:lnTo>
                    <a:pt x="2388884" y="763460"/>
                  </a:lnTo>
                  <a:lnTo>
                    <a:pt x="2340981" y="720489"/>
                  </a:lnTo>
                  <a:lnTo>
                    <a:pt x="2292575" y="675902"/>
                  </a:lnTo>
                  <a:lnTo>
                    <a:pt x="2243796" y="630185"/>
                  </a:lnTo>
                  <a:lnTo>
                    <a:pt x="2194815" y="583879"/>
                  </a:lnTo>
                  <a:lnTo>
                    <a:pt x="2145830" y="537557"/>
                  </a:lnTo>
                  <a:lnTo>
                    <a:pt x="2097034" y="491791"/>
                  </a:lnTo>
                  <a:lnTo>
                    <a:pt x="2048602" y="447126"/>
                  </a:lnTo>
                  <a:lnTo>
                    <a:pt x="2000669" y="404052"/>
                  </a:lnTo>
                  <a:lnTo>
                    <a:pt x="1953306" y="362982"/>
                  </a:lnTo>
                  <a:lnTo>
                    <a:pt x="1906514" y="324240"/>
                  </a:lnTo>
                  <a:lnTo>
                    <a:pt x="1860205" y="288054"/>
                  </a:lnTo>
                  <a:lnTo>
                    <a:pt x="1814192" y="254555"/>
                  </a:lnTo>
                  <a:lnTo>
                    <a:pt x="1768177" y="223784"/>
                  </a:lnTo>
                  <a:lnTo>
                    <a:pt x="1721736" y="195700"/>
                  </a:lnTo>
                  <a:lnTo>
                    <a:pt x="1719082" y="194188"/>
                  </a:lnTo>
                  <a:lnTo>
                    <a:pt x="1670990" y="168571"/>
                  </a:lnTo>
                  <a:lnTo>
                    <a:pt x="1621180" y="145621"/>
                  </a:lnTo>
                  <a:lnTo>
                    <a:pt x="1568816" y="125191"/>
                  </a:lnTo>
                  <a:lnTo>
                    <a:pt x="1512964" y="107036"/>
                  </a:lnTo>
                  <a:lnTo>
                    <a:pt x="1452680" y="90884"/>
                  </a:lnTo>
                  <a:lnTo>
                    <a:pt x="1387102" y="76479"/>
                  </a:lnTo>
                  <a:lnTo>
                    <a:pt x="1315558" y="63601"/>
                  </a:lnTo>
                  <a:lnTo>
                    <a:pt x="1237727" y="52074"/>
                  </a:lnTo>
                  <a:lnTo>
                    <a:pt x="1153837" y="41777"/>
                  </a:lnTo>
                  <a:lnTo>
                    <a:pt x="1064898" y="32641"/>
                  </a:lnTo>
                  <a:lnTo>
                    <a:pt x="972918" y="24647"/>
                  </a:lnTo>
                  <a:lnTo>
                    <a:pt x="880997" y="17809"/>
                  </a:lnTo>
                  <a:lnTo>
                    <a:pt x="793198" y="12156"/>
                  </a:lnTo>
                  <a:lnTo>
                    <a:pt x="714072" y="7701"/>
                  </a:lnTo>
                  <a:lnTo>
                    <a:pt x="647859" y="4412"/>
                  </a:lnTo>
                  <a:lnTo>
                    <a:pt x="597545" y="2191"/>
                  </a:lnTo>
                  <a:lnTo>
                    <a:pt x="564067" y="871"/>
                  </a:lnTo>
                  <a:lnTo>
                    <a:pt x="545954" y="229"/>
                  </a:lnTo>
                  <a:lnTo>
                    <a:pt x="539424" y="2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" name="pg146"/>
            <p:cNvSpPr/>
            <p:nvPr/>
          </p:nvSpPr>
          <p:spPr>
            <a:xfrm>
              <a:off x="546595" y="1588915"/>
              <a:ext cx="8234974" cy="1176019"/>
            </a:xfrm>
            <a:custGeom>
              <a:avLst/>
              <a:pathLst>
                <a:path w="8234974" h="1176019">
                  <a:moveTo>
                    <a:pt x="0" y="5444"/>
                  </a:moveTo>
                  <a:lnTo>
                    <a:pt x="538736" y="5444"/>
                  </a:lnTo>
                  <a:lnTo>
                    <a:pt x="540013" y="5482"/>
                  </a:lnTo>
                  <a:lnTo>
                    <a:pt x="548350" y="5755"/>
                  </a:lnTo>
                  <a:lnTo>
                    <a:pt x="569146" y="6511"/>
                  </a:lnTo>
                  <a:lnTo>
                    <a:pt x="605768" y="7993"/>
                  </a:lnTo>
                  <a:lnTo>
                    <a:pt x="659229" y="10416"/>
                  </a:lnTo>
                  <a:lnTo>
                    <a:pt x="728159" y="13936"/>
                  </a:lnTo>
                  <a:lnTo>
                    <a:pt x="809267" y="18638"/>
                  </a:lnTo>
                  <a:lnTo>
                    <a:pt x="898183" y="24544"/>
                  </a:lnTo>
                  <a:lnTo>
                    <a:pt x="990395" y="31636"/>
                  </a:lnTo>
                  <a:lnTo>
                    <a:pt x="1082000" y="39884"/>
                  </a:lnTo>
                  <a:lnTo>
                    <a:pt x="1170101" y="49278"/>
                  </a:lnTo>
                  <a:lnTo>
                    <a:pt x="1252893" y="59849"/>
                  </a:lnTo>
                  <a:lnTo>
                    <a:pt x="1329531" y="71675"/>
                  </a:lnTo>
                  <a:lnTo>
                    <a:pt x="1399908" y="84887"/>
                  </a:lnTo>
                  <a:lnTo>
                    <a:pt x="1464425" y="99671"/>
                  </a:lnTo>
                  <a:lnTo>
                    <a:pt x="1523800" y="116256"/>
                  </a:lnTo>
                  <a:lnTo>
                    <a:pt x="1578918" y="134905"/>
                  </a:lnTo>
                  <a:lnTo>
                    <a:pt x="1630729" y="155889"/>
                  </a:lnTo>
                  <a:lnTo>
                    <a:pt x="1680152" y="179441"/>
                  </a:lnTo>
                  <a:lnTo>
                    <a:pt x="1719082" y="200540"/>
                  </a:lnTo>
                  <a:lnTo>
                    <a:pt x="1765519" y="228577"/>
                  </a:lnTo>
                  <a:lnTo>
                    <a:pt x="1811503" y="259305"/>
                  </a:lnTo>
                  <a:lnTo>
                    <a:pt x="1857464" y="292768"/>
                  </a:lnTo>
                  <a:lnTo>
                    <a:pt x="1903706" y="328930"/>
                  </a:lnTo>
                  <a:lnTo>
                    <a:pt x="1950421" y="367666"/>
                  </a:lnTo>
                  <a:lnTo>
                    <a:pt x="1997703" y="408753"/>
                  </a:lnTo>
                  <a:lnTo>
                    <a:pt x="2045557" y="451873"/>
                  </a:lnTo>
                  <a:lnTo>
                    <a:pt x="2093915" y="496617"/>
                  </a:lnTo>
                  <a:lnTo>
                    <a:pt x="2142646" y="542498"/>
                  </a:lnTo>
                  <a:lnTo>
                    <a:pt x="2191580" y="588974"/>
                  </a:lnTo>
                  <a:lnTo>
                    <a:pt x="2240520" y="635471"/>
                  </a:lnTo>
                  <a:lnTo>
                    <a:pt x="2289273" y="681417"/>
                  </a:lnTo>
                  <a:lnTo>
                    <a:pt x="2337665" y="726264"/>
                  </a:lnTo>
                  <a:lnTo>
                    <a:pt x="2385560" y="769522"/>
                  </a:lnTo>
                  <a:lnTo>
                    <a:pt x="2432886" y="810775"/>
                  </a:lnTo>
                  <a:lnTo>
                    <a:pt x="2479642" y="849698"/>
                  </a:lnTo>
                  <a:lnTo>
                    <a:pt x="2525914" y="886060"/>
                  </a:lnTo>
                  <a:lnTo>
                    <a:pt x="2571887" y="919728"/>
                  </a:lnTo>
                  <a:lnTo>
                    <a:pt x="2617856" y="950662"/>
                  </a:lnTo>
                  <a:lnTo>
                    <a:pt x="2664240" y="978899"/>
                  </a:lnTo>
                  <a:lnTo>
                    <a:pt x="2667772" y="980923"/>
                  </a:lnTo>
                  <a:lnTo>
                    <a:pt x="2715862" y="1006659"/>
                  </a:lnTo>
                  <a:lnTo>
                    <a:pt x="2765668" y="1029714"/>
                  </a:lnTo>
                  <a:lnTo>
                    <a:pt x="2818029" y="1050238"/>
                  </a:lnTo>
                  <a:lnTo>
                    <a:pt x="2873877" y="1068478"/>
                  </a:lnTo>
                  <a:lnTo>
                    <a:pt x="2934155" y="1084705"/>
                  </a:lnTo>
                  <a:lnTo>
                    <a:pt x="2999727" y="1099176"/>
                  </a:lnTo>
                  <a:lnTo>
                    <a:pt x="3071264" y="1112115"/>
                  </a:lnTo>
                  <a:lnTo>
                    <a:pt x="3149088" y="1123696"/>
                  </a:lnTo>
                  <a:lnTo>
                    <a:pt x="3232970" y="1134041"/>
                  </a:lnTo>
                  <a:lnTo>
                    <a:pt x="3321900" y="1143219"/>
                  </a:lnTo>
                  <a:lnTo>
                    <a:pt x="3413874" y="1151251"/>
                  </a:lnTo>
                  <a:lnTo>
                    <a:pt x="3505790" y="1158122"/>
                  </a:lnTo>
                  <a:lnTo>
                    <a:pt x="3593589" y="1163802"/>
                  </a:lnTo>
                  <a:lnTo>
                    <a:pt x="3672720" y="1168278"/>
                  </a:lnTo>
                  <a:lnTo>
                    <a:pt x="3738941" y="1171583"/>
                  </a:lnTo>
                  <a:lnTo>
                    <a:pt x="3789269" y="1173815"/>
                  </a:lnTo>
                  <a:lnTo>
                    <a:pt x="3822761" y="1175143"/>
                  </a:lnTo>
                  <a:lnTo>
                    <a:pt x="3840888" y="1175788"/>
                  </a:lnTo>
                  <a:lnTo>
                    <a:pt x="3847427" y="1175998"/>
                  </a:lnTo>
                  <a:lnTo>
                    <a:pt x="3848118" y="1176019"/>
                  </a:lnTo>
                  <a:lnTo>
                    <a:pt x="4386855" y="1176019"/>
                  </a:lnTo>
                  <a:lnTo>
                    <a:pt x="4388157" y="1176011"/>
                  </a:lnTo>
                  <a:lnTo>
                    <a:pt x="4396650" y="1175957"/>
                  </a:lnTo>
                  <a:lnTo>
                    <a:pt x="4417820" y="1175806"/>
                  </a:lnTo>
                  <a:lnTo>
                    <a:pt x="4455065" y="1175511"/>
                  </a:lnTo>
                  <a:lnTo>
                    <a:pt x="4509358" y="1175029"/>
                  </a:lnTo>
                  <a:lnTo>
                    <a:pt x="4579239" y="1174329"/>
                  </a:lnTo>
                  <a:lnTo>
                    <a:pt x="4661297" y="1173394"/>
                  </a:lnTo>
                  <a:lnTo>
                    <a:pt x="4751052" y="1172221"/>
                  </a:lnTo>
                  <a:lnTo>
                    <a:pt x="4843922" y="1170814"/>
                  </a:lnTo>
                  <a:lnTo>
                    <a:pt x="4935976" y="1169179"/>
                  </a:lnTo>
                  <a:lnTo>
                    <a:pt x="5024330" y="1167316"/>
                  </a:lnTo>
                  <a:lnTo>
                    <a:pt x="5107216" y="1165220"/>
                  </a:lnTo>
                  <a:lnTo>
                    <a:pt x="5183835" y="1162874"/>
                  </a:lnTo>
                  <a:lnTo>
                    <a:pt x="5254130" y="1160250"/>
                  </a:lnTo>
                  <a:lnTo>
                    <a:pt x="5318545" y="1157312"/>
                  </a:lnTo>
                  <a:lnTo>
                    <a:pt x="5377832" y="1154013"/>
                  </a:lnTo>
                  <a:lnTo>
                    <a:pt x="5432907" y="1150299"/>
                  </a:lnTo>
                  <a:lnTo>
                    <a:pt x="5484735" y="1146118"/>
                  </a:lnTo>
                  <a:lnTo>
                    <a:pt x="5534250" y="1141424"/>
                  </a:lnTo>
                  <a:lnTo>
                    <a:pt x="5567201" y="1137907"/>
                  </a:lnTo>
                  <a:lnTo>
                    <a:pt x="5619663" y="1131676"/>
                  </a:lnTo>
                  <a:lnTo>
                    <a:pt x="5671623" y="1124770"/>
                  </a:lnTo>
                  <a:lnTo>
                    <a:pt x="5723666" y="1117183"/>
                  </a:lnTo>
                  <a:lnTo>
                    <a:pt x="5776178" y="1108931"/>
                  </a:lnTo>
                  <a:lnTo>
                    <a:pt x="5829369" y="1100063"/>
                  </a:lnTo>
                  <a:lnTo>
                    <a:pt x="5883300" y="1090658"/>
                  </a:lnTo>
                  <a:lnTo>
                    <a:pt x="5937898" y="1080823"/>
                  </a:lnTo>
                  <a:lnTo>
                    <a:pt x="5992989" y="1070695"/>
                  </a:lnTo>
                  <a:lnTo>
                    <a:pt x="6048327" y="1060424"/>
                  </a:lnTo>
                  <a:lnTo>
                    <a:pt x="6103630" y="1050173"/>
                  </a:lnTo>
                  <a:lnTo>
                    <a:pt x="6158621" y="1040103"/>
                  </a:lnTo>
                  <a:lnTo>
                    <a:pt x="6213068" y="1030362"/>
                  </a:lnTo>
                  <a:lnTo>
                    <a:pt x="6266819" y="1021079"/>
                  </a:lnTo>
                  <a:lnTo>
                    <a:pt x="6319833" y="1012356"/>
                  </a:lnTo>
                  <a:lnTo>
                    <a:pt x="6372205" y="1004264"/>
                  </a:lnTo>
                  <a:lnTo>
                    <a:pt x="6424185" y="996842"/>
                  </a:lnTo>
                  <a:lnTo>
                    <a:pt x="6476205" y="990104"/>
                  </a:lnTo>
                  <a:lnTo>
                    <a:pt x="6515891" y="985460"/>
                  </a:lnTo>
                  <a:lnTo>
                    <a:pt x="6564298" y="980402"/>
                  </a:lnTo>
                  <a:lnTo>
                    <a:pt x="6614449" y="975874"/>
                  </a:lnTo>
                  <a:lnTo>
                    <a:pt x="6667200" y="971846"/>
                  </a:lnTo>
                  <a:lnTo>
                    <a:pt x="6723502" y="968269"/>
                  </a:lnTo>
                  <a:lnTo>
                    <a:pt x="6784317" y="965090"/>
                  </a:lnTo>
                  <a:lnTo>
                    <a:pt x="6850520" y="962256"/>
                  </a:lnTo>
                  <a:lnTo>
                    <a:pt x="6922786" y="959724"/>
                  </a:lnTo>
                  <a:lnTo>
                    <a:pt x="7001423" y="957459"/>
                  </a:lnTo>
                  <a:lnTo>
                    <a:pt x="7086166" y="955438"/>
                  </a:lnTo>
                  <a:lnTo>
                    <a:pt x="7175932" y="953647"/>
                  </a:lnTo>
                  <a:lnTo>
                    <a:pt x="7268609" y="952083"/>
                  </a:lnTo>
                  <a:lnTo>
                    <a:pt x="7360962" y="950750"/>
                  </a:lnTo>
                  <a:lnTo>
                    <a:pt x="7448792" y="949652"/>
                  </a:lnTo>
                  <a:lnTo>
                    <a:pt x="7527454" y="948793"/>
                  </a:lnTo>
                  <a:lnTo>
                    <a:pt x="7592698" y="948164"/>
                  </a:lnTo>
                  <a:lnTo>
                    <a:pt x="7641649" y="947744"/>
                  </a:lnTo>
                  <a:lnTo>
                    <a:pt x="7673587" y="947500"/>
                  </a:lnTo>
                  <a:lnTo>
                    <a:pt x="7690276" y="947385"/>
                  </a:lnTo>
                  <a:lnTo>
                    <a:pt x="7695813" y="947351"/>
                  </a:lnTo>
                  <a:lnTo>
                    <a:pt x="7696237" y="947348"/>
                  </a:lnTo>
                  <a:lnTo>
                    <a:pt x="8234974" y="947348"/>
                  </a:lnTo>
                  <a:lnTo>
                    <a:pt x="8234974" y="941904"/>
                  </a:lnTo>
                  <a:lnTo>
                    <a:pt x="7696237" y="941904"/>
                  </a:lnTo>
                  <a:lnTo>
                    <a:pt x="7694935" y="941912"/>
                  </a:lnTo>
                  <a:lnTo>
                    <a:pt x="7686443" y="941966"/>
                  </a:lnTo>
                  <a:lnTo>
                    <a:pt x="7665272" y="942116"/>
                  </a:lnTo>
                  <a:lnTo>
                    <a:pt x="7628028" y="942412"/>
                  </a:lnTo>
                  <a:lnTo>
                    <a:pt x="7573735" y="942894"/>
                  </a:lnTo>
                  <a:lnTo>
                    <a:pt x="7503854" y="943594"/>
                  </a:lnTo>
                  <a:lnTo>
                    <a:pt x="7421796" y="944529"/>
                  </a:lnTo>
                  <a:lnTo>
                    <a:pt x="7332041" y="945701"/>
                  </a:lnTo>
                  <a:lnTo>
                    <a:pt x="7239170" y="947108"/>
                  </a:lnTo>
                  <a:lnTo>
                    <a:pt x="7147116" y="948744"/>
                  </a:lnTo>
                  <a:lnTo>
                    <a:pt x="7058762" y="950607"/>
                  </a:lnTo>
                  <a:lnTo>
                    <a:pt x="6975877" y="952703"/>
                  </a:lnTo>
                  <a:lnTo>
                    <a:pt x="6899257" y="955049"/>
                  </a:lnTo>
                  <a:lnTo>
                    <a:pt x="6828962" y="957672"/>
                  </a:lnTo>
                  <a:lnTo>
                    <a:pt x="6764548" y="960611"/>
                  </a:lnTo>
                  <a:lnTo>
                    <a:pt x="6705260" y="963910"/>
                  </a:lnTo>
                  <a:lnTo>
                    <a:pt x="6650186" y="967623"/>
                  </a:lnTo>
                  <a:lnTo>
                    <a:pt x="6598357" y="971805"/>
                  </a:lnTo>
                  <a:lnTo>
                    <a:pt x="6548843" y="976499"/>
                  </a:lnTo>
                  <a:lnTo>
                    <a:pt x="6515891" y="980016"/>
                  </a:lnTo>
                  <a:lnTo>
                    <a:pt x="6463429" y="986247"/>
                  </a:lnTo>
                  <a:lnTo>
                    <a:pt x="6411470" y="993152"/>
                  </a:lnTo>
                  <a:lnTo>
                    <a:pt x="6359426" y="1000740"/>
                  </a:lnTo>
                  <a:lnTo>
                    <a:pt x="6306915" y="1008992"/>
                  </a:lnTo>
                  <a:lnTo>
                    <a:pt x="6253723" y="1017860"/>
                  </a:lnTo>
                  <a:lnTo>
                    <a:pt x="6199793" y="1027265"/>
                  </a:lnTo>
                  <a:lnTo>
                    <a:pt x="6145195" y="1037099"/>
                  </a:lnTo>
                  <a:lnTo>
                    <a:pt x="6090103" y="1047228"/>
                  </a:lnTo>
                  <a:lnTo>
                    <a:pt x="6034766" y="1057499"/>
                  </a:lnTo>
                  <a:lnTo>
                    <a:pt x="5979463" y="1067750"/>
                  </a:lnTo>
                  <a:lnTo>
                    <a:pt x="5924472" y="1077820"/>
                  </a:lnTo>
                  <a:lnTo>
                    <a:pt x="5870025" y="1087561"/>
                  </a:lnTo>
                  <a:lnTo>
                    <a:pt x="5816273" y="1096844"/>
                  </a:lnTo>
                  <a:lnTo>
                    <a:pt x="5763259" y="1105567"/>
                  </a:lnTo>
                  <a:lnTo>
                    <a:pt x="5710888" y="1113659"/>
                  </a:lnTo>
                  <a:lnTo>
                    <a:pt x="5658908" y="1121080"/>
                  </a:lnTo>
                  <a:lnTo>
                    <a:pt x="5606888" y="1127819"/>
                  </a:lnTo>
                  <a:lnTo>
                    <a:pt x="5567201" y="1132463"/>
                  </a:lnTo>
                  <a:lnTo>
                    <a:pt x="5518794" y="1137521"/>
                  </a:lnTo>
                  <a:lnTo>
                    <a:pt x="5468643" y="1142049"/>
                  </a:lnTo>
                  <a:lnTo>
                    <a:pt x="5415892" y="1146077"/>
                  </a:lnTo>
                  <a:lnTo>
                    <a:pt x="5359590" y="1149654"/>
                  </a:lnTo>
                  <a:lnTo>
                    <a:pt x="5298775" y="1152833"/>
                  </a:lnTo>
                  <a:lnTo>
                    <a:pt x="5232572" y="1155667"/>
                  </a:lnTo>
                  <a:lnTo>
                    <a:pt x="5160306" y="1158199"/>
                  </a:lnTo>
                  <a:lnTo>
                    <a:pt x="5081669" y="1160464"/>
                  </a:lnTo>
                  <a:lnTo>
                    <a:pt x="4996927" y="1162485"/>
                  </a:lnTo>
                  <a:lnTo>
                    <a:pt x="4907161" y="1164276"/>
                  </a:lnTo>
                  <a:lnTo>
                    <a:pt x="4814483" y="1165840"/>
                  </a:lnTo>
                  <a:lnTo>
                    <a:pt x="4722131" y="1167173"/>
                  </a:lnTo>
                  <a:lnTo>
                    <a:pt x="4634300" y="1168271"/>
                  </a:lnTo>
                  <a:lnTo>
                    <a:pt x="4555638" y="1169130"/>
                  </a:lnTo>
                  <a:lnTo>
                    <a:pt x="4490394" y="1169759"/>
                  </a:lnTo>
                  <a:lnTo>
                    <a:pt x="4441443" y="1170178"/>
                  </a:lnTo>
                  <a:lnTo>
                    <a:pt x="4409505" y="1170423"/>
                  </a:lnTo>
                  <a:lnTo>
                    <a:pt x="4392816" y="1170538"/>
                  </a:lnTo>
                  <a:lnTo>
                    <a:pt x="4387280" y="1170572"/>
                  </a:lnTo>
                  <a:lnTo>
                    <a:pt x="4386855" y="1170574"/>
                  </a:lnTo>
                  <a:lnTo>
                    <a:pt x="3848118" y="1170574"/>
                  </a:lnTo>
                  <a:lnTo>
                    <a:pt x="3846841" y="1170536"/>
                  </a:lnTo>
                  <a:lnTo>
                    <a:pt x="3838505" y="1170263"/>
                  </a:lnTo>
                  <a:lnTo>
                    <a:pt x="3817709" y="1169508"/>
                  </a:lnTo>
                  <a:lnTo>
                    <a:pt x="3781086" y="1168026"/>
                  </a:lnTo>
                  <a:lnTo>
                    <a:pt x="3727626" y="1165603"/>
                  </a:lnTo>
                  <a:lnTo>
                    <a:pt x="3658695" y="1162083"/>
                  </a:lnTo>
                  <a:lnTo>
                    <a:pt x="3577587" y="1157380"/>
                  </a:lnTo>
                  <a:lnTo>
                    <a:pt x="3488672" y="1151474"/>
                  </a:lnTo>
                  <a:lnTo>
                    <a:pt x="3396459" y="1144383"/>
                  </a:lnTo>
                  <a:lnTo>
                    <a:pt x="3304854" y="1136135"/>
                  </a:lnTo>
                  <a:lnTo>
                    <a:pt x="3216753" y="1126740"/>
                  </a:lnTo>
                  <a:lnTo>
                    <a:pt x="3133961" y="1116169"/>
                  </a:lnTo>
                  <a:lnTo>
                    <a:pt x="3057323" y="1104344"/>
                  </a:lnTo>
                  <a:lnTo>
                    <a:pt x="2986947" y="1091131"/>
                  </a:lnTo>
                  <a:lnTo>
                    <a:pt x="2922430" y="1076348"/>
                  </a:lnTo>
                  <a:lnTo>
                    <a:pt x="2863055" y="1059763"/>
                  </a:lnTo>
                  <a:lnTo>
                    <a:pt x="2807936" y="1041114"/>
                  </a:lnTo>
                  <a:lnTo>
                    <a:pt x="2756126" y="1020130"/>
                  </a:lnTo>
                  <a:lnTo>
                    <a:pt x="2706702" y="996577"/>
                  </a:lnTo>
                  <a:lnTo>
                    <a:pt x="2667772" y="975479"/>
                  </a:lnTo>
                  <a:lnTo>
                    <a:pt x="2621335" y="947441"/>
                  </a:lnTo>
                  <a:lnTo>
                    <a:pt x="2575352" y="916713"/>
                  </a:lnTo>
                  <a:lnTo>
                    <a:pt x="2529391" y="883251"/>
                  </a:lnTo>
                  <a:lnTo>
                    <a:pt x="2483149" y="847089"/>
                  </a:lnTo>
                  <a:lnTo>
                    <a:pt x="2436434" y="808353"/>
                  </a:lnTo>
                  <a:lnTo>
                    <a:pt x="2389152" y="767265"/>
                  </a:lnTo>
                  <a:lnTo>
                    <a:pt x="2341297" y="724145"/>
                  </a:lnTo>
                  <a:lnTo>
                    <a:pt x="2292940" y="679401"/>
                  </a:lnTo>
                  <a:lnTo>
                    <a:pt x="2244208" y="633520"/>
                  </a:lnTo>
                  <a:lnTo>
                    <a:pt x="2195275" y="587045"/>
                  </a:lnTo>
                  <a:lnTo>
                    <a:pt x="2146334" y="540547"/>
                  </a:lnTo>
                  <a:lnTo>
                    <a:pt x="2097581" y="494602"/>
                  </a:lnTo>
                  <a:lnTo>
                    <a:pt x="2049190" y="449754"/>
                  </a:lnTo>
                  <a:lnTo>
                    <a:pt x="2001294" y="406496"/>
                  </a:lnTo>
                  <a:lnTo>
                    <a:pt x="1953968" y="365243"/>
                  </a:lnTo>
                  <a:lnTo>
                    <a:pt x="1907213" y="326321"/>
                  </a:lnTo>
                  <a:lnTo>
                    <a:pt x="1860940" y="289959"/>
                  </a:lnTo>
                  <a:lnTo>
                    <a:pt x="1814967" y="256290"/>
                  </a:lnTo>
                  <a:lnTo>
                    <a:pt x="1768999" y="225357"/>
                  </a:lnTo>
                  <a:lnTo>
                    <a:pt x="1722615" y="197119"/>
                  </a:lnTo>
                  <a:lnTo>
                    <a:pt x="1719082" y="195095"/>
                  </a:lnTo>
                  <a:lnTo>
                    <a:pt x="1670993" y="169360"/>
                  </a:lnTo>
                  <a:lnTo>
                    <a:pt x="1621186" y="146305"/>
                  </a:lnTo>
                  <a:lnTo>
                    <a:pt x="1568826" y="125780"/>
                  </a:lnTo>
                  <a:lnTo>
                    <a:pt x="1512978" y="107540"/>
                  </a:lnTo>
                  <a:lnTo>
                    <a:pt x="1452700" y="91313"/>
                  </a:lnTo>
                  <a:lnTo>
                    <a:pt x="1387127" y="76842"/>
                  </a:lnTo>
                  <a:lnTo>
                    <a:pt x="1315591" y="63903"/>
                  </a:lnTo>
                  <a:lnTo>
                    <a:pt x="1237767" y="52322"/>
                  </a:lnTo>
                  <a:lnTo>
                    <a:pt x="1153885" y="41977"/>
                  </a:lnTo>
                  <a:lnTo>
                    <a:pt x="1064954" y="32799"/>
                  </a:lnTo>
                  <a:lnTo>
                    <a:pt x="972980" y="24767"/>
                  </a:lnTo>
                  <a:lnTo>
                    <a:pt x="881064" y="17897"/>
                  </a:lnTo>
                  <a:lnTo>
                    <a:pt x="793266" y="12216"/>
                  </a:lnTo>
                  <a:lnTo>
                    <a:pt x="714135" y="7740"/>
                  </a:lnTo>
                  <a:lnTo>
                    <a:pt x="647913" y="4435"/>
                  </a:lnTo>
                  <a:lnTo>
                    <a:pt x="597586" y="2203"/>
                  </a:lnTo>
                  <a:lnTo>
                    <a:pt x="564094" y="876"/>
                  </a:lnTo>
                  <a:lnTo>
                    <a:pt x="545967" y="230"/>
                  </a:lnTo>
                  <a:lnTo>
                    <a:pt x="539427" y="2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546595" y="1594359"/>
              <a:ext cx="8234974" cy="1170574"/>
            </a:xfrm>
            <a:custGeom>
              <a:avLst/>
              <a:pathLst>
                <a:path w="8234974" h="1170574">
                  <a:moveTo>
                    <a:pt x="0" y="0"/>
                  </a:moveTo>
                  <a:lnTo>
                    <a:pt x="538736" y="0"/>
                  </a:lnTo>
                  <a:lnTo>
                    <a:pt x="540013" y="38"/>
                  </a:lnTo>
                  <a:lnTo>
                    <a:pt x="548350" y="311"/>
                  </a:lnTo>
                  <a:lnTo>
                    <a:pt x="569146" y="1066"/>
                  </a:lnTo>
                  <a:lnTo>
                    <a:pt x="605768" y="2548"/>
                  </a:lnTo>
                  <a:lnTo>
                    <a:pt x="659229" y="4971"/>
                  </a:lnTo>
                  <a:lnTo>
                    <a:pt x="728159" y="8491"/>
                  </a:lnTo>
                  <a:lnTo>
                    <a:pt x="809267" y="13194"/>
                  </a:lnTo>
                  <a:lnTo>
                    <a:pt x="898183" y="19100"/>
                  </a:lnTo>
                  <a:lnTo>
                    <a:pt x="990395" y="26191"/>
                  </a:lnTo>
                  <a:lnTo>
                    <a:pt x="1082000" y="34439"/>
                  </a:lnTo>
                  <a:lnTo>
                    <a:pt x="1170101" y="43834"/>
                  </a:lnTo>
                  <a:lnTo>
                    <a:pt x="1252893" y="54405"/>
                  </a:lnTo>
                  <a:lnTo>
                    <a:pt x="1329531" y="66230"/>
                  </a:lnTo>
                  <a:lnTo>
                    <a:pt x="1399908" y="79442"/>
                  </a:lnTo>
                  <a:lnTo>
                    <a:pt x="1464425" y="94226"/>
                  </a:lnTo>
                  <a:lnTo>
                    <a:pt x="1523800" y="110811"/>
                  </a:lnTo>
                  <a:lnTo>
                    <a:pt x="1578918" y="129460"/>
                  </a:lnTo>
                  <a:lnTo>
                    <a:pt x="1630729" y="150444"/>
                  </a:lnTo>
                  <a:lnTo>
                    <a:pt x="1680152" y="173997"/>
                  </a:lnTo>
                  <a:lnTo>
                    <a:pt x="1719082" y="195095"/>
                  </a:lnTo>
                  <a:lnTo>
                    <a:pt x="1765519" y="223133"/>
                  </a:lnTo>
                  <a:lnTo>
                    <a:pt x="1811503" y="253860"/>
                  </a:lnTo>
                  <a:lnTo>
                    <a:pt x="1857464" y="287323"/>
                  </a:lnTo>
                  <a:lnTo>
                    <a:pt x="1903706" y="323485"/>
                  </a:lnTo>
                  <a:lnTo>
                    <a:pt x="1950421" y="362221"/>
                  </a:lnTo>
                  <a:lnTo>
                    <a:pt x="1997703" y="403308"/>
                  </a:lnTo>
                  <a:lnTo>
                    <a:pt x="2045557" y="446429"/>
                  </a:lnTo>
                  <a:lnTo>
                    <a:pt x="2093915" y="491173"/>
                  </a:lnTo>
                  <a:lnTo>
                    <a:pt x="2142646" y="537054"/>
                  </a:lnTo>
                  <a:lnTo>
                    <a:pt x="2191580" y="583529"/>
                  </a:lnTo>
                  <a:lnTo>
                    <a:pt x="2240520" y="630027"/>
                  </a:lnTo>
                  <a:lnTo>
                    <a:pt x="2289273" y="675972"/>
                  </a:lnTo>
                  <a:lnTo>
                    <a:pt x="2337665" y="720820"/>
                  </a:lnTo>
                  <a:lnTo>
                    <a:pt x="2385560" y="764078"/>
                  </a:lnTo>
                  <a:lnTo>
                    <a:pt x="2432886" y="805331"/>
                  </a:lnTo>
                  <a:lnTo>
                    <a:pt x="2479642" y="844253"/>
                  </a:lnTo>
                  <a:lnTo>
                    <a:pt x="2525914" y="880615"/>
                  </a:lnTo>
                  <a:lnTo>
                    <a:pt x="2571887" y="914284"/>
                  </a:lnTo>
                  <a:lnTo>
                    <a:pt x="2617856" y="945217"/>
                  </a:lnTo>
                  <a:lnTo>
                    <a:pt x="2664240" y="973454"/>
                  </a:lnTo>
                  <a:lnTo>
                    <a:pt x="2667772" y="975479"/>
                  </a:lnTo>
                  <a:lnTo>
                    <a:pt x="2715862" y="1001214"/>
                  </a:lnTo>
                  <a:lnTo>
                    <a:pt x="2765668" y="1024269"/>
                  </a:lnTo>
                  <a:lnTo>
                    <a:pt x="2818029" y="1044794"/>
                  </a:lnTo>
                  <a:lnTo>
                    <a:pt x="2873877" y="1063034"/>
                  </a:lnTo>
                  <a:lnTo>
                    <a:pt x="2934155" y="1079260"/>
                  </a:lnTo>
                  <a:lnTo>
                    <a:pt x="2999727" y="1093732"/>
                  </a:lnTo>
                  <a:lnTo>
                    <a:pt x="3071264" y="1106671"/>
                  </a:lnTo>
                  <a:lnTo>
                    <a:pt x="3149088" y="1118251"/>
                  </a:lnTo>
                  <a:lnTo>
                    <a:pt x="3232970" y="1128597"/>
                  </a:lnTo>
                  <a:lnTo>
                    <a:pt x="3321900" y="1137775"/>
                  </a:lnTo>
                  <a:lnTo>
                    <a:pt x="3413874" y="1145807"/>
                  </a:lnTo>
                  <a:lnTo>
                    <a:pt x="3505790" y="1152677"/>
                  </a:lnTo>
                  <a:lnTo>
                    <a:pt x="3593589" y="1158357"/>
                  </a:lnTo>
                  <a:lnTo>
                    <a:pt x="3672720" y="1162834"/>
                  </a:lnTo>
                  <a:lnTo>
                    <a:pt x="3738941" y="1166139"/>
                  </a:lnTo>
                  <a:lnTo>
                    <a:pt x="3789269" y="1168371"/>
                  </a:lnTo>
                  <a:lnTo>
                    <a:pt x="3822761" y="1169698"/>
                  </a:lnTo>
                  <a:lnTo>
                    <a:pt x="3840888" y="1170344"/>
                  </a:lnTo>
                  <a:lnTo>
                    <a:pt x="3847427" y="1170554"/>
                  </a:lnTo>
                  <a:lnTo>
                    <a:pt x="3848118" y="1170574"/>
                  </a:lnTo>
                  <a:lnTo>
                    <a:pt x="4386855" y="1170574"/>
                  </a:lnTo>
                  <a:lnTo>
                    <a:pt x="4388157" y="1170567"/>
                  </a:lnTo>
                  <a:lnTo>
                    <a:pt x="4396650" y="1170512"/>
                  </a:lnTo>
                  <a:lnTo>
                    <a:pt x="4417820" y="1170362"/>
                  </a:lnTo>
                  <a:lnTo>
                    <a:pt x="4455065" y="1170067"/>
                  </a:lnTo>
                  <a:lnTo>
                    <a:pt x="4509358" y="1169584"/>
                  </a:lnTo>
                  <a:lnTo>
                    <a:pt x="4579239" y="1168884"/>
                  </a:lnTo>
                  <a:lnTo>
                    <a:pt x="4661297" y="1167950"/>
                  </a:lnTo>
                  <a:lnTo>
                    <a:pt x="4751052" y="1166777"/>
                  </a:lnTo>
                  <a:lnTo>
                    <a:pt x="4843922" y="1165370"/>
                  </a:lnTo>
                  <a:lnTo>
                    <a:pt x="4935976" y="1163734"/>
                  </a:lnTo>
                  <a:lnTo>
                    <a:pt x="5024330" y="1161871"/>
                  </a:lnTo>
                  <a:lnTo>
                    <a:pt x="5107216" y="1159775"/>
                  </a:lnTo>
                  <a:lnTo>
                    <a:pt x="5183835" y="1157429"/>
                  </a:lnTo>
                  <a:lnTo>
                    <a:pt x="5254130" y="1154806"/>
                  </a:lnTo>
                  <a:lnTo>
                    <a:pt x="5318545" y="1151868"/>
                  </a:lnTo>
                  <a:lnTo>
                    <a:pt x="5377832" y="1148568"/>
                  </a:lnTo>
                  <a:lnTo>
                    <a:pt x="5432907" y="1144855"/>
                  </a:lnTo>
                  <a:lnTo>
                    <a:pt x="5484735" y="1140674"/>
                  </a:lnTo>
                  <a:lnTo>
                    <a:pt x="5534250" y="1135980"/>
                  </a:lnTo>
                  <a:lnTo>
                    <a:pt x="5567201" y="1132463"/>
                  </a:lnTo>
                  <a:lnTo>
                    <a:pt x="5619663" y="1126231"/>
                  </a:lnTo>
                  <a:lnTo>
                    <a:pt x="5671623" y="1119326"/>
                  </a:lnTo>
                  <a:lnTo>
                    <a:pt x="5723666" y="1111738"/>
                  </a:lnTo>
                  <a:lnTo>
                    <a:pt x="5776178" y="1103487"/>
                  </a:lnTo>
                  <a:lnTo>
                    <a:pt x="5829369" y="1094619"/>
                  </a:lnTo>
                  <a:lnTo>
                    <a:pt x="5883300" y="1085213"/>
                  </a:lnTo>
                  <a:lnTo>
                    <a:pt x="5937898" y="1075379"/>
                  </a:lnTo>
                  <a:lnTo>
                    <a:pt x="5992989" y="1065250"/>
                  </a:lnTo>
                  <a:lnTo>
                    <a:pt x="6048327" y="1054979"/>
                  </a:lnTo>
                  <a:lnTo>
                    <a:pt x="6103630" y="1044728"/>
                  </a:lnTo>
                  <a:lnTo>
                    <a:pt x="6158621" y="1034658"/>
                  </a:lnTo>
                  <a:lnTo>
                    <a:pt x="6213068" y="1024917"/>
                  </a:lnTo>
                  <a:lnTo>
                    <a:pt x="6266819" y="1015635"/>
                  </a:lnTo>
                  <a:lnTo>
                    <a:pt x="6319833" y="1006911"/>
                  </a:lnTo>
                  <a:lnTo>
                    <a:pt x="6372205" y="998819"/>
                  </a:lnTo>
                  <a:lnTo>
                    <a:pt x="6424185" y="991398"/>
                  </a:lnTo>
                  <a:lnTo>
                    <a:pt x="6476205" y="984659"/>
                  </a:lnTo>
                  <a:lnTo>
                    <a:pt x="6515891" y="980016"/>
                  </a:lnTo>
                  <a:lnTo>
                    <a:pt x="6564298" y="974957"/>
                  </a:lnTo>
                  <a:lnTo>
                    <a:pt x="6614449" y="970429"/>
                  </a:lnTo>
                  <a:lnTo>
                    <a:pt x="6667200" y="966401"/>
                  </a:lnTo>
                  <a:lnTo>
                    <a:pt x="6723502" y="962825"/>
                  </a:lnTo>
                  <a:lnTo>
                    <a:pt x="6784317" y="959645"/>
                  </a:lnTo>
                  <a:lnTo>
                    <a:pt x="6850520" y="956811"/>
                  </a:lnTo>
                  <a:lnTo>
                    <a:pt x="6922786" y="954279"/>
                  </a:lnTo>
                  <a:lnTo>
                    <a:pt x="7001423" y="952014"/>
                  </a:lnTo>
                  <a:lnTo>
                    <a:pt x="7086166" y="949993"/>
                  </a:lnTo>
                  <a:lnTo>
                    <a:pt x="7175932" y="948203"/>
                  </a:lnTo>
                  <a:lnTo>
                    <a:pt x="7268609" y="946639"/>
                  </a:lnTo>
                  <a:lnTo>
                    <a:pt x="7360962" y="945305"/>
                  </a:lnTo>
                  <a:lnTo>
                    <a:pt x="7448792" y="944208"/>
                  </a:lnTo>
                  <a:lnTo>
                    <a:pt x="7527454" y="943348"/>
                  </a:lnTo>
                  <a:lnTo>
                    <a:pt x="7592698" y="942719"/>
                  </a:lnTo>
                  <a:lnTo>
                    <a:pt x="7641649" y="942300"/>
                  </a:lnTo>
                  <a:lnTo>
                    <a:pt x="7673587" y="942055"/>
                  </a:lnTo>
                  <a:lnTo>
                    <a:pt x="7690276" y="941941"/>
                  </a:lnTo>
                  <a:lnTo>
                    <a:pt x="7695813" y="941906"/>
                  </a:lnTo>
                  <a:lnTo>
                    <a:pt x="7696237" y="941904"/>
                  </a:lnTo>
                  <a:lnTo>
                    <a:pt x="8234974" y="941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546595" y="1588915"/>
              <a:ext cx="8234974" cy="1170574"/>
            </a:xfrm>
            <a:custGeom>
              <a:avLst/>
              <a:pathLst>
                <a:path w="8234974" h="1170574">
                  <a:moveTo>
                    <a:pt x="8234974" y="941904"/>
                  </a:moveTo>
                  <a:lnTo>
                    <a:pt x="7696237" y="941904"/>
                  </a:lnTo>
                  <a:lnTo>
                    <a:pt x="7694935" y="941912"/>
                  </a:lnTo>
                  <a:lnTo>
                    <a:pt x="7686443" y="941966"/>
                  </a:lnTo>
                  <a:lnTo>
                    <a:pt x="7665272" y="942116"/>
                  </a:lnTo>
                  <a:lnTo>
                    <a:pt x="7628028" y="942412"/>
                  </a:lnTo>
                  <a:lnTo>
                    <a:pt x="7573735" y="942894"/>
                  </a:lnTo>
                  <a:lnTo>
                    <a:pt x="7503854" y="943594"/>
                  </a:lnTo>
                  <a:lnTo>
                    <a:pt x="7421796" y="944529"/>
                  </a:lnTo>
                  <a:lnTo>
                    <a:pt x="7332041" y="945701"/>
                  </a:lnTo>
                  <a:lnTo>
                    <a:pt x="7239170" y="947108"/>
                  </a:lnTo>
                  <a:lnTo>
                    <a:pt x="7147116" y="948744"/>
                  </a:lnTo>
                  <a:lnTo>
                    <a:pt x="7058762" y="950607"/>
                  </a:lnTo>
                  <a:lnTo>
                    <a:pt x="6975877" y="952703"/>
                  </a:lnTo>
                  <a:lnTo>
                    <a:pt x="6899257" y="955049"/>
                  </a:lnTo>
                  <a:lnTo>
                    <a:pt x="6828962" y="957672"/>
                  </a:lnTo>
                  <a:lnTo>
                    <a:pt x="6764548" y="960611"/>
                  </a:lnTo>
                  <a:lnTo>
                    <a:pt x="6705260" y="963910"/>
                  </a:lnTo>
                  <a:lnTo>
                    <a:pt x="6650186" y="967623"/>
                  </a:lnTo>
                  <a:lnTo>
                    <a:pt x="6598357" y="971805"/>
                  </a:lnTo>
                  <a:lnTo>
                    <a:pt x="6548843" y="976499"/>
                  </a:lnTo>
                  <a:lnTo>
                    <a:pt x="6515891" y="980016"/>
                  </a:lnTo>
                  <a:lnTo>
                    <a:pt x="6463429" y="986247"/>
                  </a:lnTo>
                  <a:lnTo>
                    <a:pt x="6411470" y="993152"/>
                  </a:lnTo>
                  <a:lnTo>
                    <a:pt x="6359426" y="1000740"/>
                  </a:lnTo>
                  <a:lnTo>
                    <a:pt x="6306915" y="1008992"/>
                  </a:lnTo>
                  <a:lnTo>
                    <a:pt x="6253723" y="1017860"/>
                  </a:lnTo>
                  <a:lnTo>
                    <a:pt x="6199793" y="1027265"/>
                  </a:lnTo>
                  <a:lnTo>
                    <a:pt x="6145195" y="1037099"/>
                  </a:lnTo>
                  <a:lnTo>
                    <a:pt x="6090103" y="1047228"/>
                  </a:lnTo>
                  <a:lnTo>
                    <a:pt x="6034766" y="1057499"/>
                  </a:lnTo>
                  <a:lnTo>
                    <a:pt x="5979463" y="1067750"/>
                  </a:lnTo>
                  <a:lnTo>
                    <a:pt x="5924472" y="1077820"/>
                  </a:lnTo>
                  <a:lnTo>
                    <a:pt x="5870025" y="1087561"/>
                  </a:lnTo>
                  <a:lnTo>
                    <a:pt x="5816273" y="1096844"/>
                  </a:lnTo>
                  <a:lnTo>
                    <a:pt x="5763259" y="1105567"/>
                  </a:lnTo>
                  <a:lnTo>
                    <a:pt x="5710888" y="1113659"/>
                  </a:lnTo>
                  <a:lnTo>
                    <a:pt x="5658908" y="1121080"/>
                  </a:lnTo>
                  <a:lnTo>
                    <a:pt x="5606888" y="1127819"/>
                  </a:lnTo>
                  <a:lnTo>
                    <a:pt x="5567201" y="1132463"/>
                  </a:lnTo>
                  <a:lnTo>
                    <a:pt x="5518794" y="1137521"/>
                  </a:lnTo>
                  <a:lnTo>
                    <a:pt x="5468643" y="1142049"/>
                  </a:lnTo>
                  <a:lnTo>
                    <a:pt x="5415892" y="1146077"/>
                  </a:lnTo>
                  <a:lnTo>
                    <a:pt x="5359590" y="1149654"/>
                  </a:lnTo>
                  <a:lnTo>
                    <a:pt x="5298775" y="1152833"/>
                  </a:lnTo>
                  <a:lnTo>
                    <a:pt x="5232572" y="1155667"/>
                  </a:lnTo>
                  <a:lnTo>
                    <a:pt x="5160306" y="1158199"/>
                  </a:lnTo>
                  <a:lnTo>
                    <a:pt x="5081669" y="1160464"/>
                  </a:lnTo>
                  <a:lnTo>
                    <a:pt x="4996927" y="1162485"/>
                  </a:lnTo>
                  <a:lnTo>
                    <a:pt x="4907161" y="1164276"/>
                  </a:lnTo>
                  <a:lnTo>
                    <a:pt x="4814483" y="1165840"/>
                  </a:lnTo>
                  <a:lnTo>
                    <a:pt x="4722131" y="1167173"/>
                  </a:lnTo>
                  <a:lnTo>
                    <a:pt x="4634300" y="1168271"/>
                  </a:lnTo>
                  <a:lnTo>
                    <a:pt x="4555638" y="1169130"/>
                  </a:lnTo>
                  <a:lnTo>
                    <a:pt x="4490394" y="1169759"/>
                  </a:lnTo>
                  <a:lnTo>
                    <a:pt x="4441443" y="1170178"/>
                  </a:lnTo>
                  <a:lnTo>
                    <a:pt x="4409505" y="1170423"/>
                  </a:lnTo>
                  <a:lnTo>
                    <a:pt x="4392816" y="1170538"/>
                  </a:lnTo>
                  <a:lnTo>
                    <a:pt x="4387280" y="1170572"/>
                  </a:lnTo>
                  <a:lnTo>
                    <a:pt x="4386855" y="1170574"/>
                  </a:lnTo>
                  <a:lnTo>
                    <a:pt x="3848118" y="1170574"/>
                  </a:lnTo>
                  <a:lnTo>
                    <a:pt x="3846841" y="1170536"/>
                  </a:lnTo>
                  <a:lnTo>
                    <a:pt x="3838505" y="1170263"/>
                  </a:lnTo>
                  <a:lnTo>
                    <a:pt x="3817709" y="1169508"/>
                  </a:lnTo>
                  <a:lnTo>
                    <a:pt x="3781086" y="1168026"/>
                  </a:lnTo>
                  <a:lnTo>
                    <a:pt x="3727626" y="1165603"/>
                  </a:lnTo>
                  <a:lnTo>
                    <a:pt x="3658695" y="1162083"/>
                  </a:lnTo>
                  <a:lnTo>
                    <a:pt x="3577587" y="1157380"/>
                  </a:lnTo>
                  <a:lnTo>
                    <a:pt x="3488672" y="1151474"/>
                  </a:lnTo>
                  <a:lnTo>
                    <a:pt x="3396459" y="1144383"/>
                  </a:lnTo>
                  <a:lnTo>
                    <a:pt x="3304854" y="1136135"/>
                  </a:lnTo>
                  <a:lnTo>
                    <a:pt x="3216753" y="1126740"/>
                  </a:lnTo>
                  <a:lnTo>
                    <a:pt x="3133961" y="1116169"/>
                  </a:lnTo>
                  <a:lnTo>
                    <a:pt x="3057323" y="1104344"/>
                  </a:lnTo>
                  <a:lnTo>
                    <a:pt x="2986947" y="1091131"/>
                  </a:lnTo>
                  <a:lnTo>
                    <a:pt x="2922430" y="1076348"/>
                  </a:lnTo>
                  <a:lnTo>
                    <a:pt x="2863055" y="1059763"/>
                  </a:lnTo>
                  <a:lnTo>
                    <a:pt x="2807936" y="1041114"/>
                  </a:lnTo>
                  <a:lnTo>
                    <a:pt x="2756126" y="1020130"/>
                  </a:lnTo>
                  <a:lnTo>
                    <a:pt x="2706702" y="996577"/>
                  </a:lnTo>
                  <a:lnTo>
                    <a:pt x="2667772" y="975479"/>
                  </a:lnTo>
                  <a:lnTo>
                    <a:pt x="2621335" y="947441"/>
                  </a:lnTo>
                  <a:lnTo>
                    <a:pt x="2575352" y="916713"/>
                  </a:lnTo>
                  <a:lnTo>
                    <a:pt x="2529391" y="883251"/>
                  </a:lnTo>
                  <a:lnTo>
                    <a:pt x="2483149" y="847089"/>
                  </a:lnTo>
                  <a:lnTo>
                    <a:pt x="2436434" y="808353"/>
                  </a:lnTo>
                  <a:lnTo>
                    <a:pt x="2389152" y="767265"/>
                  </a:lnTo>
                  <a:lnTo>
                    <a:pt x="2341297" y="724145"/>
                  </a:lnTo>
                  <a:lnTo>
                    <a:pt x="2292940" y="679401"/>
                  </a:lnTo>
                  <a:lnTo>
                    <a:pt x="2244208" y="633520"/>
                  </a:lnTo>
                  <a:lnTo>
                    <a:pt x="2195275" y="587045"/>
                  </a:lnTo>
                  <a:lnTo>
                    <a:pt x="2146334" y="540547"/>
                  </a:lnTo>
                  <a:lnTo>
                    <a:pt x="2097581" y="494602"/>
                  </a:lnTo>
                  <a:lnTo>
                    <a:pt x="2049190" y="449754"/>
                  </a:lnTo>
                  <a:lnTo>
                    <a:pt x="2001294" y="406496"/>
                  </a:lnTo>
                  <a:lnTo>
                    <a:pt x="1953968" y="365243"/>
                  </a:lnTo>
                  <a:lnTo>
                    <a:pt x="1907213" y="326321"/>
                  </a:lnTo>
                  <a:lnTo>
                    <a:pt x="1860940" y="289959"/>
                  </a:lnTo>
                  <a:lnTo>
                    <a:pt x="1814967" y="256290"/>
                  </a:lnTo>
                  <a:lnTo>
                    <a:pt x="1768999" y="225357"/>
                  </a:lnTo>
                  <a:lnTo>
                    <a:pt x="1722615" y="197119"/>
                  </a:lnTo>
                  <a:lnTo>
                    <a:pt x="1719082" y="195095"/>
                  </a:lnTo>
                  <a:lnTo>
                    <a:pt x="1670993" y="169360"/>
                  </a:lnTo>
                  <a:lnTo>
                    <a:pt x="1621186" y="146305"/>
                  </a:lnTo>
                  <a:lnTo>
                    <a:pt x="1568826" y="125780"/>
                  </a:lnTo>
                  <a:lnTo>
                    <a:pt x="1512978" y="107540"/>
                  </a:lnTo>
                  <a:lnTo>
                    <a:pt x="1452700" y="91313"/>
                  </a:lnTo>
                  <a:lnTo>
                    <a:pt x="1387127" y="76842"/>
                  </a:lnTo>
                  <a:lnTo>
                    <a:pt x="1315591" y="63903"/>
                  </a:lnTo>
                  <a:lnTo>
                    <a:pt x="1237767" y="52322"/>
                  </a:lnTo>
                  <a:lnTo>
                    <a:pt x="1153885" y="41977"/>
                  </a:lnTo>
                  <a:lnTo>
                    <a:pt x="1064954" y="32799"/>
                  </a:lnTo>
                  <a:lnTo>
                    <a:pt x="972980" y="24767"/>
                  </a:lnTo>
                  <a:lnTo>
                    <a:pt x="881064" y="17897"/>
                  </a:lnTo>
                  <a:lnTo>
                    <a:pt x="793266" y="12216"/>
                  </a:lnTo>
                  <a:lnTo>
                    <a:pt x="714135" y="7740"/>
                  </a:lnTo>
                  <a:lnTo>
                    <a:pt x="647913" y="4435"/>
                  </a:lnTo>
                  <a:lnTo>
                    <a:pt x="597586" y="2203"/>
                  </a:lnTo>
                  <a:lnTo>
                    <a:pt x="564094" y="876"/>
                  </a:lnTo>
                  <a:lnTo>
                    <a:pt x="545967" y="230"/>
                  </a:lnTo>
                  <a:lnTo>
                    <a:pt x="539427" y="2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" name="pg149"/>
            <p:cNvSpPr/>
            <p:nvPr/>
          </p:nvSpPr>
          <p:spPr>
            <a:xfrm>
              <a:off x="546595" y="1594359"/>
              <a:ext cx="8234974" cy="2117923"/>
            </a:xfrm>
            <a:custGeom>
              <a:avLst/>
              <a:pathLst>
                <a:path w="8234974" h="2117923">
                  <a:moveTo>
                    <a:pt x="0" y="5444"/>
                  </a:moveTo>
                  <a:lnTo>
                    <a:pt x="538736" y="5444"/>
                  </a:lnTo>
                  <a:lnTo>
                    <a:pt x="540013" y="5482"/>
                  </a:lnTo>
                  <a:lnTo>
                    <a:pt x="548348" y="5757"/>
                  </a:lnTo>
                  <a:lnTo>
                    <a:pt x="569141" y="6516"/>
                  </a:lnTo>
                  <a:lnTo>
                    <a:pt x="605757" y="8004"/>
                  </a:lnTo>
                  <a:lnTo>
                    <a:pt x="659210" y="10438"/>
                  </a:lnTo>
                  <a:lnTo>
                    <a:pt x="728131" y="13974"/>
                  </a:lnTo>
                  <a:lnTo>
                    <a:pt x="809230" y="18697"/>
                  </a:lnTo>
                  <a:lnTo>
                    <a:pt x="898138" y="24630"/>
                  </a:lnTo>
                  <a:lnTo>
                    <a:pt x="990344" y="31753"/>
                  </a:lnTo>
                  <a:lnTo>
                    <a:pt x="1081944" y="40038"/>
                  </a:lnTo>
                  <a:lnTo>
                    <a:pt x="1170043" y="49475"/>
                  </a:lnTo>
                  <a:lnTo>
                    <a:pt x="1252834" y="60094"/>
                  </a:lnTo>
                  <a:lnTo>
                    <a:pt x="1329472" y="71973"/>
                  </a:lnTo>
                  <a:lnTo>
                    <a:pt x="1399850" y="85244"/>
                  </a:lnTo>
                  <a:lnTo>
                    <a:pt x="1464368" y="100094"/>
                  </a:lnTo>
                  <a:lnTo>
                    <a:pt x="1523743" y="116754"/>
                  </a:lnTo>
                  <a:lnTo>
                    <a:pt x="1578862" y="135486"/>
                  </a:lnTo>
                  <a:lnTo>
                    <a:pt x="1630672" y="156564"/>
                  </a:lnTo>
                  <a:lnTo>
                    <a:pt x="1680095" y="180221"/>
                  </a:lnTo>
                  <a:lnTo>
                    <a:pt x="1719082" y="201447"/>
                  </a:lnTo>
                  <a:lnTo>
                    <a:pt x="1765476" y="229587"/>
                  </a:lnTo>
                  <a:lnTo>
                    <a:pt x="1811417" y="260425"/>
                  </a:lnTo>
                  <a:lnTo>
                    <a:pt x="1857334" y="294006"/>
                  </a:lnTo>
                  <a:lnTo>
                    <a:pt x="1903531" y="330293"/>
                  </a:lnTo>
                  <a:lnTo>
                    <a:pt x="1950200" y="369162"/>
                  </a:lnTo>
                  <a:lnTo>
                    <a:pt x="1997435" y="410390"/>
                  </a:lnTo>
                  <a:lnTo>
                    <a:pt x="2045241" y="453659"/>
                  </a:lnTo>
                  <a:lnTo>
                    <a:pt x="2093550" y="498559"/>
                  </a:lnTo>
                  <a:lnTo>
                    <a:pt x="2142234" y="544603"/>
                  </a:lnTo>
                  <a:lnTo>
                    <a:pt x="2191120" y="591249"/>
                  </a:lnTo>
                  <a:lnTo>
                    <a:pt x="2240016" y="637921"/>
                  </a:lnTo>
                  <a:lnTo>
                    <a:pt x="2288726" y="684046"/>
                  </a:lnTo>
                  <a:lnTo>
                    <a:pt x="2337077" y="729076"/>
                  </a:lnTo>
                  <a:lnTo>
                    <a:pt x="2384935" y="772517"/>
                  </a:lnTo>
                  <a:lnTo>
                    <a:pt x="2432224" y="813953"/>
                  </a:lnTo>
                  <a:lnTo>
                    <a:pt x="2478944" y="853056"/>
                  </a:lnTo>
                  <a:lnTo>
                    <a:pt x="2525179" y="889594"/>
                  </a:lnTo>
                  <a:lnTo>
                    <a:pt x="2571112" y="923432"/>
                  </a:lnTo>
                  <a:lnTo>
                    <a:pt x="2617034" y="954528"/>
                  </a:lnTo>
                  <a:lnTo>
                    <a:pt x="2663362" y="982919"/>
                  </a:lnTo>
                  <a:lnTo>
                    <a:pt x="2667772" y="985460"/>
                  </a:lnTo>
                  <a:lnTo>
                    <a:pt x="2715859" y="1011314"/>
                  </a:lnTo>
                  <a:lnTo>
                    <a:pt x="2765662" y="1034475"/>
                  </a:lnTo>
                  <a:lnTo>
                    <a:pt x="2818019" y="1055094"/>
                  </a:lnTo>
                  <a:lnTo>
                    <a:pt x="2873862" y="1073418"/>
                  </a:lnTo>
                  <a:lnTo>
                    <a:pt x="2934135" y="1089720"/>
                  </a:lnTo>
                  <a:lnTo>
                    <a:pt x="2999702" y="1104258"/>
                  </a:lnTo>
                  <a:lnTo>
                    <a:pt x="3071232" y="1117257"/>
                  </a:lnTo>
                  <a:lnTo>
                    <a:pt x="3149047" y="1128892"/>
                  </a:lnTo>
                  <a:lnTo>
                    <a:pt x="3232921" y="1139285"/>
                  </a:lnTo>
                  <a:lnTo>
                    <a:pt x="3321844" y="1148506"/>
                  </a:lnTo>
                  <a:lnTo>
                    <a:pt x="3413811" y="1156575"/>
                  </a:lnTo>
                  <a:lnTo>
                    <a:pt x="3505723" y="1163478"/>
                  </a:lnTo>
                  <a:lnTo>
                    <a:pt x="3593521" y="1169186"/>
                  </a:lnTo>
                  <a:lnTo>
                    <a:pt x="3672656" y="1173684"/>
                  </a:lnTo>
                  <a:lnTo>
                    <a:pt x="3738887" y="1177005"/>
                  </a:lnTo>
                  <a:lnTo>
                    <a:pt x="3789227" y="1179248"/>
                  </a:lnTo>
                  <a:lnTo>
                    <a:pt x="3822734" y="1180582"/>
                  </a:lnTo>
                  <a:lnTo>
                    <a:pt x="3840875" y="1181231"/>
                  </a:lnTo>
                  <a:lnTo>
                    <a:pt x="3847424" y="1181443"/>
                  </a:lnTo>
                  <a:lnTo>
                    <a:pt x="3848118" y="1181463"/>
                  </a:lnTo>
                  <a:lnTo>
                    <a:pt x="4386855" y="1181463"/>
                  </a:lnTo>
                  <a:lnTo>
                    <a:pt x="4388141" y="1181494"/>
                  </a:lnTo>
                  <a:lnTo>
                    <a:pt x="4396536" y="1181714"/>
                  </a:lnTo>
                  <a:lnTo>
                    <a:pt x="4417470" y="1182323"/>
                  </a:lnTo>
                  <a:lnTo>
                    <a:pt x="4454322" y="1183517"/>
                  </a:lnTo>
                  <a:lnTo>
                    <a:pt x="4508091" y="1185469"/>
                  </a:lnTo>
                  <a:lnTo>
                    <a:pt x="4577373" y="1188304"/>
                  </a:lnTo>
                  <a:lnTo>
                    <a:pt x="4658833" y="1192090"/>
                  </a:lnTo>
                  <a:lnTo>
                    <a:pt x="4748061" y="1196844"/>
                  </a:lnTo>
                  <a:lnTo>
                    <a:pt x="4840518" y="1202550"/>
                  </a:lnTo>
                  <a:lnTo>
                    <a:pt x="4932291" y="1209185"/>
                  </a:lnTo>
                  <a:lnTo>
                    <a:pt x="5020487" y="1216743"/>
                  </a:lnTo>
                  <a:lnTo>
                    <a:pt x="5103315" y="1225246"/>
                  </a:lnTo>
                  <a:lnTo>
                    <a:pt x="5179947" y="1234761"/>
                  </a:lnTo>
                  <a:lnTo>
                    <a:pt x="5250294" y="1245395"/>
                  </a:lnTo>
                  <a:lnTo>
                    <a:pt x="5314773" y="1257298"/>
                  </a:lnTo>
                  <a:lnTo>
                    <a:pt x="5374115" y="1270656"/>
                  </a:lnTo>
                  <a:lnTo>
                    <a:pt x="5429216" y="1285681"/>
                  </a:lnTo>
                  <a:lnTo>
                    <a:pt x="5481033" y="1302592"/>
                  </a:lnTo>
                  <a:lnTo>
                    <a:pt x="5530489" y="1321575"/>
                  </a:lnTo>
                  <a:lnTo>
                    <a:pt x="5567201" y="1337540"/>
                  </a:lnTo>
                  <a:lnTo>
                    <a:pt x="5615484" y="1360912"/>
                  </a:lnTo>
                  <a:lnTo>
                    <a:pt x="5663297" y="1386615"/>
                  </a:lnTo>
                  <a:lnTo>
                    <a:pt x="5711116" y="1414684"/>
                  </a:lnTo>
                  <a:lnTo>
                    <a:pt x="5759269" y="1445079"/>
                  </a:lnTo>
                  <a:lnTo>
                    <a:pt x="5807956" y="1477676"/>
                  </a:lnTo>
                  <a:lnTo>
                    <a:pt x="5857264" y="1512258"/>
                  </a:lnTo>
                  <a:lnTo>
                    <a:pt x="5907179" y="1548521"/>
                  </a:lnTo>
                  <a:lnTo>
                    <a:pt x="5957606" y="1586077"/>
                  </a:lnTo>
                  <a:lnTo>
                    <a:pt x="6008380" y="1624470"/>
                  </a:lnTo>
                  <a:lnTo>
                    <a:pt x="6059299" y="1663201"/>
                  </a:lnTo>
                  <a:lnTo>
                    <a:pt x="6110140" y="1701750"/>
                  </a:lnTo>
                  <a:lnTo>
                    <a:pt x="6160691" y="1739610"/>
                  </a:lnTo>
                  <a:lnTo>
                    <a:pt x="6210775" y="1776309"/>
                  </a:lnTo>
                  <a:lnTo>
                    <a:pt x="6260272" y="1811436"/>
                  </a:lnTo>
                  <a:lnTo>
                    <a:pt x="6309143" y="1844661"/>
                  </a:lnTo>
                  <a:lnTo>
                    <a:pt x="6357442" y="1875741"/>
                  </a:lnTo>
                  <a:lnTo>
                    <a:pt x="6405333" y="1904522"/>
                  </a:lnTo>
                  <a:lnTo>
                    <a:pt x="6453105" y="1930940"/>
                  </a:lnTo>
                  <a:lnTo>
                    <a:pt x="6501185" y="1955010"/>
                  </a:lnTo>
                  <a:lnTo>
                    <a:pt x="6515891" y="1961847"/>
                  </a:lnTo>
                  <a:lnTo>
                    <a:pt x="6564098" y="1982482"/>
                  </a:lnTo>
                  <a:lnTo>
                    <a:pt x="6614032" y="2000963"/>
                  </a:lnTo>
                  <a:lnTo>
                    <a:pt x="6666537" y="2017411"/>
                  </a:lnTo>
                  <a:lnTo>
                    <a:pt x="6722554" y="2032023"/>
                  </a:lnTo>
                  <a:lnTo>
                    <a:pt x="6783030" y="2045019"/>
                  </a:lnTo>
                  <a:lnTo>
                    <a:pt x="6848836" y="2056607"/>
                  </a:lnTo>
                  <a:lnTo>
                    <a:pt x="6920642" y="2066965"/>
                  </a:lnTo>
                  <a:lnTo>
                    <a:pt x="6998767" y="2076233"/>
                  </a:lnTo>
                  <a:lnTo>
                    <a:pt x="7082968" y="2084510"/>
                  </a:lnTo>
                  <a:lnTo>
                    <a:pt x="7172208" y="2091849"/>
                  </a:lnTo>
                  <a:lnTo>
                    <a:pt x="7264444" y="2098267"/>
                  </a:lnTo>
                  <a:lnTo>
                    <a:pt x="7356525" y="2103750"/>
                  </a:lnTo>
                  <a:lnTo>
                    <a:pt x="7444340" y="2108276"/>
                  </a:lnTo>
                  <a:lnTo>
                    <a:pt x="7523302" y="2111835"/>
                  </a:lnTo>
                  <a:lnTo>
                    <a:pt x="7589167" y="2114454"/>
                  </a:lnTo>
                  <a:lnTo>
                    <a:pt x="7638988" y="2116214"/>
                  </a:lnTo>
                  <a:lnTo>
                    <a:pt x="7671905" y="2117253"/>
                  </a:lnTo>
                  <a:lnTo>
                    <a:pt x="7689495" y="2117752"/>
                  </a:lnTo>
                  <a:lnTo>
                    <a:pt x="7695655" y="2117910"/>
                  </a:lnTo>
                  <a:lnTo>
                    <a:pt x="7696237" y="2117923"/>
                  </a:lnTo>
                  <a:lnTo>
                    <a:pt x="8234974" y="2117923"/>
                  </a:lnTo>
                  <a:lnTo>
                    <a:pt x="8234974" y="2112479"/>
                  </a:lnTo>
                  <a:lnTo>
                    <a:pt x="7696237" y="2112479"/>
                  </a:lnTo>
                  <a:lnTo>
                    <a:pt x="7694951" y="2112448"/>
                  </a:lnTo>
                  <a:lnTo>
                    <a:pt x="7686557" y="2112228"/>
                  </a:lnTo>
                  <a:lnTo>
                    <a:pt x="7665622" y="2111619"/>
                  </a:lnTo>
                  <a:lnTo>
                    <a:pt x="7628770" y="2110425"/>
                  </a:lnTo>
                  <a:lnTo>
                    <a:pt x="7575002" y="2108473"/>
                  </a:lnTo>
                  <a:lnTo>
                    <a:pt x="7505720" y="2105638"/>
                  </a:lnTo>
                  <a:lnTo>
                    <a:pt x="7424259" y="2101852"/>
                  </a:lnTo>
                  <a:lnTo>
                    <a:pt x="7335032" y="2097098"/>
                  </a:lnTo>
                  <a:lnTo>
                    <a:pt x="7242574" y="2091392"/>
                  </a:lnTo>
                  <a:lnTo>
                    <a:pt x="7150802" y="2084757"/>
                  </a:lnTo>
                  <a:lnTo>
                    <a:pt x="7062605" y="2077200"/>
                  </a:lnTo>
                  <a:lnTo>
                    <a:pt x="6979777" y="2068696"/>
                  </a:lnTo>
                  <a:lnTo>
                    <a:pt x="6903145" y="2059181"/>
                  </a:lnTo>
                  <a:lnTo>
                    <a:pt x="6832799" y="2048547"/>
                  </a:lnTo>
                  <a:lnTo>
                    <a:pt x="6768320" y="2036645"/>
                  </a:lnTo>
                  <a:lnTo>
                    <a:pt x="6708978" y="2023287"/>
                  </a:lnTo>
                  <a:lnTo>
                    <a:pt x="6653876" y="2008261"/>
                  </a:lnTo>
                  <a:lnTo>
                    <a:pt x="6602060" y="1991350"/>
                  </a:lnTo>
                  <a:lnTo>
                    <a:pt x="6552604" y="1972368"/>
                  </a:lnTo>
                  <a:lnTo>
                    <a:pt x="6515891" y="1956402"/>
                  </a:lnTo>
                  <a:lnTo>
                    <a:pt x="6467608" y="1933030"/>
                  </a:lnTo>
                  <a:lnTo>
                    <a:pt x="6419795" y="1907328"/>
                  </a:lnTo>
                  <a:lnTo>
                    <a:pt x="6371977" y="1879259"/>
                  </a:lnTo>
                  <a:lnTo>
                    <a:pt x="6323824" y="1848863"/>
                  </a:lnTo>
                  <a:lnTo>
                    <a:pt x="6275137" y="1816267"/>
                  </a:lnTo>
                  <a:lnTo>
                    <a:pt x="6225829" y="1781684"/>
                  </a:lnTo>
                  <a:lnTo>
                    <a:pt x="6175913" y="1745421"/>
                  </a:lnTo>
                  <a:lnTo>
                    <a:pt x="6125487" y="1707866"/>
                  </a:lnTo>
                  <a:lnTo>
                    <a:pt x="6074712" y="1669472"/>
                  </a:lnTo>
                  <a:lnTo>
                    <a:pt x="6023794" y="1630742"/>
                  </a:lnTo>
                  <a:lnTo>
                    <a:pt x="5972953" y="1592192"/>
                  </a:lnTo>
                  <a:lnTo>
                    <a:pt x="5922402" y="1554332"/>
                  </a:lnTo>
                  <a:lnTo>
                    <a:pt x="5872318" y="1517634"/>
                  </a:lnTo>
                  <a:lnTo>
                    <a:pt x="5822820" y="1482506"/>
                  </a:lnTo>
                  <a:lnTo>
                    <a:pt x="5773949" y="1449281"/>
                  </a:lnTo>
                  <a:lnTo>
                    <a:pt x="5725650" y="1418202"/>
                  </a:lnTo>
                  <a:lnTo>
                    <a:pt x="5677759" y="1389420"/>
                  </a:lnTo>
                  <a:lnTo>
                    <a:pt x="5629987" y="1363002"/>
                  </a:lnTo>
                  <a:lnTo>
                    <a:pt x="5581907" y="1338932"/>
                  </a:lnTo>
                  <a:lnTo>
                    <a:pt x="5567201" y="1332096"/>
                  </a:lnTo>
                  <a:lnTo>
                    <a:pt x="5518994" y="1311460"/>
                  </a:lnTo>
                  <a:lnTo>
                    <a:pt x="5469060" y="1292979"/>
                  </a:lnTo>
                  <a:lnTo>
                    <a:pt x="5416555" y="1276532"/>
                  </a:lnTo>
                  <a:lnTo>
                    <a:pt x="5360539" y="1261919"/>
                  </a:lnTo>
                  <a:lnTo>
                    <a:pt x="5300062" y="1248923"/>
                  </a:lnTo>
                  <a:lnTo>
                    <a:pt x="5234257" y="1237335"/>
                  </a:lnTo>
                  <a:lnTo>
                    <a:pt x="5162450" y="1226977"/>
                  </a:lnTo>
                  <a:lnTo>
                    <a:pt x="5084325" y="1217709"/>
                  </a:lnTo>
                  <a:lnTo>
                    <a:pt x="5000125" y="1209432"/>
                  </a:lnTo>
                  <a:lnTo>
                    <a:pt x="4910884" y="1202093"/>
                  </a:lnTo>
                  <a:lnTo>
                    <a:pt x="4818648" y="1195675"/>
                  </a:lnTo>
                  <a:lnTo>
                    <a:pt x="4726567" y="1190192"/>
                  </a:lnTo>
                  <a:lnTo>
                    <a:pt x="4638753" y="1185666"/>
                  </a:lnTo>
                  <a:lnTo>
                    <a:pt x="4559790" y="1182107"/>
                  </a:lnTo>
                  <a:lnTo>
                    <a:pt x="4493925" y="1179489"/>
                  </a:lnTo>
                  <a:lnTo>
                    <a:pt x="4444104" y="1177729"/>
                  </a:lnTo>
                  <a:lnTo>
                    <a:pt x="4411188" y="1176689"/>
                  </a:lnTo>
                  <a:lnTo>
                    <a:pt x="4393597" y="1176190"/>
                  </a:lnTo>
                  <a:lnTo>
                    <a:pt x="4387438" y="1176033"/>
                  </a:lnTo>
                  <a:lnTo>
                    <a:pt x="4386855" y="1176019"/>
                  </a:lnTo>
                  <a:lnTo>
                    <a:pt x="3848118" y="1176019"/>
                  </a:lnTo>
                  <a:lnTo>
                    <a:pt x="3846841" y="1175980"/>
                  </a:lnTo>
                  <a:lnTo>
                    <a:pt x="3838506" y="1175706"/>
                  </a:lnTo>
                  <a:lnTo>
                    <a:pt x="3817714" y="1174947"/>
                  </a:lnTo>
                  <a:lnTo>
                    <a:pt x="3781098" y="1173459"/>
                  </a:lnTo>
                  <a:lnTo>
                    <a:pt x="3727645" y="1171025"/>
                  </a:lnTo>
                  <a:lnTo>
                    <a:pt x="3658724" y="1167489"/>
                  </a:lnTo>
                  <a:lnTo>
                    <a:pt x="3577624" y="1162766"/>
                  </a:lnTo>
                  <a:lnTo>
                    <a:pt x="3488717" y="1156833"/>
                  </a:lnTo>
                  <a:lnTo>
                    <a:pt x="3396511" y="1149710"/>
                  </a:lnTo>
                  <a:lnTo>
                    <a:pt x="3304910" y="1141425"/>
                  </a:lnTo>
                  <a:lnTo>
                    <a:pt x="3216812" y="1131987"/>
                  </a:lnTo>
                  <a:lnTo>
                    <a:pt x="3134021" y="1121369"/>
                  </a:lnTo>
                  <a:lnTo>
                    <a:pt x="3057382" y="1109490"/>
                  </a:lnTo>
                  <a:lnTo>
                    <a:pt x="2987005" y="1096219"/>
                  </a:lnTo>
                  <a:lnTo>
                    <a:pt x="2922487" y="1081369"/>
                  </a:lnTo>
                  <a:lnTo>
                    <a:pt x="2863112" y="1064709"/>
                  </a:lnTo>
                  <a:lnTo>
                    <a:pt x="2807992" y="1045977"/>
                  </a:lnTo>
                  <a:lnTo>
                    <a:pt x="2756182" y="1024899"/>
                  </a:lnTo>
                  <a:lnTo>
                    <a:pt x="2706760" y="1001242"/>
                  </a:lnTo>
                  <a:lnTo>
                    <a:pt x="2667772" y="980016"/>
                  </a:lnTo>
                  <a:lnTo>
                    <a:pt x="2621378" y="951876"/>
                  </a:lnTo>
                  <a:lnTo>
                    <a:pt x="2575438" y="921038"/>
                  </a:lnTo>
                  <a:lnTo>
                    <a:pt x="2529521" y="887457"/>
                  </a:lnTo>
                  <a:lnTo>
                    <a:pt x="2483323" y="851170"/>
                  </a:lnTo>
                  <a:lnTo>
                    <a:pt x="2436654" y="812301"/>
                  </a:lnTo>
                  <a:lnTo>
                    <a:pt x="2389420" y="771073"/>
                  </a:lnTo>
                  <a:lnTo>
                    <a:pt x="2341614" y="727804"/>
                  </a:lnTo>
                  <a:lnTo>
                    <a:pt x="2293304" y="682904"/>
                  </a:lnTo>
                  <a:lnTo>
                    <a:pt x="2244621" y="636860"/>
                  </a:lnTo>
                  <a:lnTo>
                    <a:pt x="2195735" y="590214"/>
                  </a:lnTo>
                  <a:lnTo>
                    <a:pt x="2146839" y="543542"/>
                  </a:lnTo>
                  <a:lnTo>
                    <a:pt x="2098128" y="497417"/>
                  </a:lnTo>
                  <a:lnTo>
                    <a:pt x="2049778" y="452387"/>
                  </a:lnTo>
                  <a:lnTo>
                    <a:pt x="2001920" y="408946"/>
                  </a:lnTo>
                  <a:lnTo>
                    <a:pt x="1954631" y="367510"/>
                  </a:lnTo>
                  <a:lnTo>
                    <a:pt x="1907911" y="328407"/>
                  </a:lnTo>
                  <a:lnTo>
                    <a:pt x="1861676" y="291869"/>
                  </a:lnTo>
                  <a:lnTo>
                    <a:pt x="1815743" y="258031"/>
                  </a:lnTo>
                  <a:lnTo>
                    <a:pt x="1769821" y="226935"/>
                  </a:lnTo>
                  <a:lnTo>
                    <a:pt x="1723492" y="198544"/>
                  </a:lnTo>
                  <a:lnTo>
                    <a:pt x="1719082" y="196003"/>
                  </a:lnTo>
                  <a:lnTo>
                    <a:pt x="1670996" y="170149"/>
                  </a:lnTo>
                  <a:lnTo>
                    <a:pt x="1621193" y="146988"/>
                  </a:lnTo>
                  <a:lnTo>
                    <a:pt x="1568836" y="126369"/>
                  </a:lnTo>
                  <a:lnTo>
                    <a:pt x="1512992" y="108045"/>
                  </a:lnTo>
                  <a:lnTo>
                    <a:pt x="1452719" y="91743"/>
                  </a:lnTo>
                  <a:lnTo>
                    <a:pt x="1387153" y="77204"/>
                  </a:lnTo>
                  <a:lnTo>
                    <a:pt x="1315623" y="64206"/>
                  </a:lnTo>
                  <a:lnTo>
                    <a:pt x="1237807" y="52571"/>
                  </a:lnTo>
                  <a:lnTo>
                    <a:pt x="1153933" y="42178"/>
                  </a:lnTo>
                  <a:lnTo>
                    <a:pt x="1065011" y="32957"/>
                  </a:lnTo>
                  <a:lnTo>
                    <a:pt x="973044" y="24888"/>
                  </a:lnTo>
                  <a:lnTo>
                    <a:pt x="881132" y="17985"/>
                  </a:lnTo>
                  <a:lnTo>
                    <a:pt x="793334" y="12277"/>
                  </a:lnTo>
                  <a:lnTo>
                    <a:pt x="714199" y="7779"/>
                  </a:lnTo>
                  <a:lnTo>
                    <a:pt x="647968" y="4458"/>
                  </a:lnTo>
                  <a:lnTo>
                    <a:pt x="597627" y="2215"/>
                  </a:lnTo>
                  <a:lnTo>
                    <a:pt x="564121" y="881"/>
                  </a:lnTo>
                  <a:lnTo>
                    <a:pt x="545980" y="232"/>
                  </a:lnTo>
                  <a:lnTo>
                    <a:pt x="539430" y="2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546595" y="1599804"/>
              <a:ext cx="8234974" cy="2112479"/>
            </a:xfrm>
            <a:custGeom>
              <a:avLst/>
              <a:pathLst>
                <a:path w="8234974" h="2112479">
                  <a:moveTo>
                    <a:pt x="0" y="0"/>
                  </a:moveTo>
                  <a:lnTo>
                    <a:pt x="538736" y="0"/>
                  </a:lnTo>
                  <a:lnTo>
                    <a:pt x="540013" y="38"/>
                  </a:lnTo>
                  <a:lnTo>
                    <a:pt x="548348" y="312"/>
                  </a:lnTo>
                  <a:lnTo>
                    <a:pt x="569141" y="1071"/>
                  </a:lnTo>
                  <a:lnTo>
                    <a:pt x="605757" y="2560"/>
                  </a:lnTo>
                  <a:lnTo>
                    <a:pt x="659210" y="4993"/>
                  </a:lnTo>
                  <a:lnTo>
                    <a:pt x="728131" y="8529"/>
                  </a:lnTo>
                  <a:lnTo>
                    <a:pt x="809230" y="13253"/>
                  </a:lnTo>
                  <a:lnTo>
                    <a:pt x="898138" y="19185"/>
                  </a:lnTo>
                  <a:lnTo>
                    <a:pt x="990344" y="26309"/>
                  </a:lnTo>
                  <a:lnTo>
                    <a:pt x="1081944" y="34594"/>
                  </a:lnTo>
                  <a:lnTo>
                    <a:pt x="1170043" y="44031"/>
                  </a:lnTo>
                  <a:lnTo>
                    <a:pt x="1252834" y="54649"/>
                  </a:lnTo>
                  <a:lnTo>
                    <a:pt x="1329472" y="66528"/>
                  </a:lnTo>
                  <a:lnTo>
                    <a:pt x="1399850" y="79800"/>
                  </a:lnTo>
                  <a:lnTo>
                    <a:pt x="1464368" y="94650"/>
                  </a:lnTo>
                  <a:lnTo>
                    <a:pt x="1523743" y="111309"/>
                  </a:lnTo>
                  <a:lnTo>
                    <a:pt x="1578862" y="130042"/>
                  </a:lnTo>
                  <a:lnTo>
                    <a:pt x="1630672" y="151119"/>
                  </a:lnTo>
                  <a:lnTo>
                    <a:pt x="1680095" y="174777"/>
                  </a:lnTo>
                  <a:lnTo>
                    <a:pt x="1719082" y="196003"/>
                  </a:lnTo>
                  <a:lnTo>
                    <a:pt x="1765476" y="224143"/>
                  </a:lnTo>
                  <a:lnTo>
                    <a:pt x="1811417" y="254981"/>
                  </a:lnTo>
                  <a:lnTo>
                    <a:pt x="1857334" y="288561"/>
                  </a:lnTo>
                  <a:lnTo>
                    <a:pt x="1903531" y="324849"/>
                  </a:lnTo>
                  <a:lnTo>
                    <a:pt x="1950200" y="363717"/>
                  </a:lnTo>
                  <a:lnTo>
                    <a:pt x="1997435" y="404946"/>
                  </a:lnTo>
                  <a:lnTo>
                    <a:pt x="2045241" y="448215"/>
                  </a:lnTo>
                  <a:lnTo>
                    <a:pt x="2093550" y="493115"/>
                  </a:lnTo>
                  <a:lnTo>
                    <a:pt x="2142234" y="539159"/>
                  </a:lnTo>
                  <a:lnTo>
                    <a:pt x="2191120" y="585804"/>
                  </a:lnTo>
                  <a:lnTo>
                    <a:pt x="2240016" y="632477"/>
                  </a:lnTo>
                  <a:lnTo>
                    <a:pt x="2288726" y="678602"/>
                  </a:lnTo>
                  <a:lnTo>
                    <a:pt x="2337077" y="723631"/>
                  </a:lnTo>
                  <a:lnTo>
                    <a:pt x="2384935" y="767073"/>
                  </a:lnTo>
                  <a:lnTo>
                    <a:pt x="2432224" y="808509"/>
                  </a:lnTo>
                  <a:lnTo>
                    <a:pt x="2478944" y="847611"/>
                  </a:lnTo>
                  <a:lnTo>
                    <a:pt x="2525179" y="884149"/>
                  </a:lnTo>
                  <a:lnTo>
                    <a:pt x="2571112" y="917988"/>
                  </a:lnTo>
                  <a:lnTo>
                    <a:pt x="2617034" y="949083"/>
                  </a:lnTo>
                  <a:lnTo>
                    <a:pt x="2663362" y="977474"/>
                  </a:lnTo>
                  <a:lnTo>
                    <a:pt x="2667772" y="980016"/>
                  </a:lnTo>
                  <a:lnTo>
                    <a:pt x="2715859" y="1005869"/>
                  </a:lnTo>
                  <a:lnTo>
                    <a:pt x="2765662" y="1029031"/>
                  </a:lnTo>
                  <a:lnTo>
                    <a:pt x="2818019" y="1049650"/>
                  </a:lnTo>
                  <a:lnTo>
                    <a:pt x="2873862" y="1067974"/>
                  </a:lnTo>
                  <a:lnTo>
                    <a:pt x="2934135" y="1084275"/>
                  </a:lnTo>
                  <a:lnTo>
                    <a:pt x="2999702" y="1098814"/>
                  </a:lnTo>
                  <a:lnTo>
                    <a:pt x="3071232" y="1111813"/>
                  </a:lnTo>
                  <a:lnTo>
                    <a:pt x="3149047" y="1123447"/>
                  </a:lnTo>
                  <a:lnTo>
                    <a:pt x="3232921" y="1133840"/>
                  </a:lnTo>
                  <a:lnTo>
                    <a:pt x="3321844" y="1143061"/>
                  </a:lnTo>
                  <a:lnTo>
                    <a:pt x="3413811" y="1151131"/>
                  </a:lnTo>
                  <a:lnTo>
                    <a:pt x="3505723" y="1158034"/>
                  </a:lnTo>
                  <a:lnTo>
                    <a:pt x="3593521" y="1163741"/>
                  </a:lnTo>
                  <a:lnTo>
                    <a:pt x="3672656" y="1168239"/>
                  </a:lnTo>
                  <a:lnTo>
                    <a:pt x="3738887" y="1171560"/>
                  </a:lnTo>
                  <a:lnTo>
                    <a:pt x="3789227" y="1173803"/>
                  </a:lnTo>
                  <a:lnTo>
                    <a:pt x="3822734" y="1175138"/>
                  </a:lnTo>
                  <a:lnTo>
                    <a:pt x="3840875" y="1175787"/>
                  </a:lnTo>
                  <a:lnTo>
                    <a:pt x="3847424" y="1175998"/>
                  </a:lnTo>
                  <a:lnTo>
                    <a:pt x="3848118" y="1176019"/>
                  </a:lnTo>
                  <a:lnTo>
                    <a:pt x="4386855" y="1176019"/>
                  </a:lnTo>
                  <a:lnTo>
                    <a:pt x="4388141" y="1176050"/>
                  </a:lnTo>
                  <a:lnTo>
                    <a:pt x="4396536" y="1176270"/>
                  </a:lnTo>
                  <a:lnTo>
                    <a:pt x="4417470" y="1176879"/>
                  </a:lnTo>
                  <a:lnTo>
                    <a:pt x="4454322" y="1178073"/>
                  </a:lnTo>
                  <a:lnTo>
                    <a:pt x="4508091" y="1180025"/>
                  </a:lnTo>
                  <a:lnTo>
                    <a:pt x="4577373" y="1182860"/>
                  </a:lnTo>
                  <a:lnTo>
                    <a:pt x="4658833" y="1186646"/>
                  </a:lnTo>
                  <a:lnTo>
                    <a:pt x="4748061" y="1191399"/>
                  </a:lnTo>
                  <a:lnTo>
                    <a:pt x="4840518" y="1197105"/>
                  </a:lnTo>
                  <a:lnTo>
                    <a:pt x="4932291" y="1203741"/>
                  </a:lnTo>
                  <a:lnTo>
                    <a:pt x="5020487" y="1211298"/>
                  </a:lnTo>
                  <a:lnTo>
                    <a:pt x="5103315" y="1219802"/>
                  </a:lnTo>
                  <a:lnTo>
                    <a:pt x="5179947" y="1229317"/>
                  </a:lnTo>
                  <a:lnTo>
                    <a:pt x="5250294" y="1239950"/>
                  </a:lnTo>
                  <a:lnTo>
                    <a:pt x="5314773" y="1251853"/>
                  </a:lnTo>
                  <a:lnTo>
                    <a:pt x="5374115" y="1265211"/>
                  </a:lnTo>
                  <a:lnTo>
                    <a:pt x="5429216" y="1280237"/>
                  </a:lnTo>
                  <a:lnTo>
                    <a:pt x="5481033" y="1297148"/>
                  </a:lnTo>
                  <a:lnTo>
                    <a:pt x="5530489" y="1316130"/>
                  </a:lnTo>
                  <a:lnTo>
                    <a:pt x="5567201" y="1332096"/>
                  </a:lnTo>
                  <a:lnTo>
                    <a:pt x="5615484" y="1355468"/>
                  </a:lnTo>
                  <a:lnTo>
                    <a:pt x="5663297" y="1381170"/>
                  </a:lnTo>
                  <a:lnTo>
                    <a:pt x="5711116" y="1409239"/>
                  </a:lnTo>
                  <a:lnTo>
                    <a:pt x="5759269" y="1439634"/>
                  </a:lnTo>
                  <a:lnTo>
                    <a:pt x="5807956" y="1472231"/>
                  </a:lnTo>
                  <a:lnTo>
                    <a:pt x="5857264" y="1506814"/>
                  </a:lnTo>
                  <a:lnTo>
                    <a:pt x="5907179" y="1543077"/>
                  </a:lnTo>
                  <a:lnTo>
                    <a:pt x="5957606" y="1580632"/>
                  </a:lnTo>
                  <a:lnTo>
                    <a:pt x="6008380" y="1619025"/>
                  </a:lnTo>
                  <a:lnTo>
                    <a:pt x="6059299" y="1657756"/>
                  </a:lnTo>
                  <a:lnTo>
                    <a:pt x="6110140" y="1696306"/>
                  </a:lnTo>
                  <a:lnTo>
                    <a:pt x="6160691" y="1734165"/>
                  </a:lnTo>
                  <a:lnTo>
                    <a:pt x="6210775" y="1770864"/>
                  </a:lnTo>
                  <a:lnTo>
                    <a:pt x="6260272" y="1805992"/>
                  </a:lnTo>
                  <a:lnTo>
                    <a:pt x="6309143" y="1839217"/>
                  </a:lnTo>
                  <a:lnTo>
                    <a:pt x="6357442" y="1870296"/>
                  </a:lnTo>
                  <a:lnTo>
                    <a:pt x="6405333" y="1899077"/>
                  </a:lnTo>
                  <a:lnTo>
                    <a:pt x="6453105" y="1925496"/>
                  </a:lnTo>
                  <a:lnTo>
                    <a:pt x="6501185" y="1949566"/>
                  </a:lnTo>
                  <a:lnTo>
                    <a:pt x="6515891" y="1956402"/>
                  </a:lnTo>
                  <a:lnTo>
                    <a:pt x="6564098" y="1977037"/>
                  </a:lnTo>
                  <a:lnTo>
                    <a:pt x="6614032" y="1995518"/>
                  </a:lnTo>
                  <a:lnTo>
                    <a:pt x="6666537" y="2011966"/>
                  </a:lnTo>
                  <a:lnTo>
                    <a:pt x="6722554" y="2026579"/>
                  </a:lnTo>
                  <a:lnTo>
                    <a:pt x="6783030" y="2039575"/>
                  </a:lnTo>
                  <a:lnTo>
                    <a:pt x="6848836" y="2051163"/>
                  </a:lnTo>
                  <a:lnTo>
                    <a:pt x="6920642" y="2061521"/>
                  </a:lnTo>
                  <a:lnTo>
                    <a:pt x="6998767" y="2070789"/>
                  </a:lnTo>
                  <a:lnTo>
                    <a:pt x="7082968" y="2079065"/>
                  </a:lnTo>
                  <a:lnTo>
                    <a:pt x="7172208" y="2086405"/>
                  </a:lnTo>
                  <a:lnTo>
                    <a:pt x="7264444" y="2092822"/>
                  </a:lnTo>
                  <a:lnTo>
                    <a:pt x="7356525" y="2098306"/>
                  </a:lnTo>
                  <a:lnTo>
                    <a:pt x="7444340" y="2102832"/>
                  </a:lnTo>
                  <a:lnTo>
                    <a:pt x="7523302" y="2106390"/>
                  </a:lnTo>
                  <a:lnTo>
                    <a:pt x="7589167" y="2109009"/>
                  </a:lnTo>
                  <a:lnTo>
                    <a:pt x="7638988" y="2110769"/>
                  </a:lnTo>
                  <a:lnTo>
                    <a:pt x="7671905" y="2111808"/>
                  </a:lnTo>
                  <a:lnTo>
                    <a:pt x="7689495" y="2112307"/>
                  </a:lnTo>
                  <a:lnTo>
                    <a:pt x="7695655" y="2112465"/>
                  </a:lnTo>
                  <a:lnTo>
                    <a:pt x="7696237" y="2112479"/>
                  </a:lnTo>
                  <a:lnTo>
                    <a:pt x="8234974" y="21124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546595" y="1594359"/>
              <a:ext cx="8234974" cy="2112479"/>
            </a:xfrm>
            <a:custGeom>
              <a:avLst/>
              <a:pathLst>
                <a:path w="8234974" h="2112479">
                  <a:moveTo>
                    <a:pt x="8234974" y="2112479"/>
                  </a:moveTo>
                  <a:lnTo>
                    <a:pt x="7696237" y="2112479"/>
                  </a:lnTo>
                  <a:lnTo>
                    <a:pt x="7694951" y="2112448"/>
                  </a:lnTo>
                  <a:lnTo>
                    <a:pt x="7686557" y="2112228"/>
                  </a:lnTo>
                  <a:lnTo>
                    <a:pt x="7665622" y="2111619"/>
                  </a:lnTo>
                  <a:lnTo>
                    <a:pt x="7628770" y="2110425"/>
                  </a:lnTo>
                  <a:lnTo>
                    <a:pt x="7575002" y="2108473"/>
                  </a:lnTo>
                  <a:lnTo>
                    <a:pt x="7505720" y="2105638"/>
                  </a:lnTo>
                  <a:lnTo>
                    <a:pt x="7424259" y="2101852"/>
                  </a:lnTo>
                  <a:lnTo>
                    <a:pt x="7335032" y="2097098"/>
                  </a:lnTo>
                  <a:lnTo>
                    <a:pt x="7242574" y="2091392"/>
                  </a:lnTo>
                  <a:lnTo>
                    <a:pt x="7150802" y="2084757"/>
                  </a:lnTo>
                  <a:lnTo>
                    <a:pt x="7062605" y="2077200"/>
                  </a:lnTo>
                  <a:lnTo>
                    <a:pt x="6979777" y="2068696"/>
                  </a:lnTo>
                  <a:lnTo>
                    <a:pt x="6903145" y="2059181"/>
                  </a:lnTo>
                  <a:lnTo>
                    <a:pt x="6832799" y="2048547"/>
                  </a:lnTo>
                  <a:lnTo>
                    <a:pt x="6768320" y="2036645"/>
                  </a:lnTo>
                  <a:lnTo>
                    <a:pt x="6708978" y="2023287"/>
                  </a:lnTo>
                  <a:lnTo>
                    <a:pt x="6653876" y="2008261"/>
                  </a:lnTo>
                  <a:lnTo>
                    <a:pt x="6602060" y="1991350"/>
                  </a:lnTo>
                  <a:lnTo>
                    <a:pt x="6552604" y="1972368"/>
                  </a:lnTo>
                  <a:lnTo>
                    <a:pt x="6515891" y="1956402"/>
                  </a:lnTo>
                  <a:lnTo>
                    <a:pt x="6467608" y="1933030"/>
                  </a:lnTo>
                  <a:lnTo>
                    <a:pt x="6419795" y="1907328"/>
                  </a:lnTo>
                  <a:lnTo>
                    <a:pt x="6371977" y="1879259"/>
                  </a:lnTo>
                  <a:lnTo>
                    <a:pt x="6323824" y="1848863"/>
                  </a:lnTo>
                  <a:lnTo>
                    <a:pt x="6275137" y="1816267"/>
                  </a:lnTo>
                  <a:lnTo>
                    <a:pt x="6225829" y="1781684"/>
                  </a:lnTo>
                  <a:lnTo>
                    <a:pt x="6175913" y="1745421"/>
                  </a:lnTo>
                  <a:lnTo>
                    <a:pt x="6125487" y="1707866"/>
                  </a:lnTo>
                  <a:lnTo>
                    <a:pt x="6074712" y="1669472"/>
                  </a:lnTo>
                  <a:lnTo>
                    <a:pt x="6023794" y="1630742"/>
                  </a:lnTo>
                  <a:lnTo>
                    <a:pt x="5972953" y="1592192"/>
                  </a:lnTo>
                  <a:lnTo>
                    <a:pt x="5922402" y="1554332"/>
                  </a:lnTo>
                  <a:lnTo>
                    <a:pt x="5872318" y="1517634"/>
                  </a:lnTo>
                  <a:lnTo>
                    <a:pt x="5822820" y="1482506"/>
                  </a:lnTo>
                  <a:lnTo>
                    <a:pt x="5773949" y="1449281"/>
                  </a:lnTo>
                  <a:lnTo>
                    <a:pt x="5725650" y="1418202"/>
                  </a:lnTo>
                  <a:lnTo>
                    <a:pt x="5677759" y="1389420"/>
                  </a:lnTo>
                  <a:lnTo>
                    <a:pt x="5629987" y="1363002"/>
                  </a:lnTo>
                  <a:lnTo>
                    <a:pt x="5581907" y="1338932"/>
                  </a:lnTo>
                  <a:lnTo>
                    <a:pt x="5567201" y="1332096"/>
                  </a:lnTo>
                  <a:lnTo>
                    <a:pt x="5518994" y="1311460"/>
                  </a:lnTo>
                  <a:lnTo>
                    <a:pt x="5469060" y="1292979"/>
                  </a:lnTo>
                  <a:lnTo>
                    <a:pt x="5416555" y="1276532"/>
                  </a:lnTo>
                  <a:lnTo>
                    <a:pt x="5360539" y="1261919"/>
                  </a:lnTo>
                  <a:lnTo>
                    <a:pt x="5300062" y="1248923"/>
                  </a:lnTo>
                  <a:lnTo>
                    <a:pt x="5234257" y="1237335"/>
                  </a:lnTo>
                  <a:lnTo>
                    <a:pt x="5162450" y="1226977"/>
                  </a:lnTo>
                  <a:lnTo>
                    <a:pt x="5084325" y="1217709"/>
                  </a:lnTo>
                  <a:lnTo>
                    <a:pt x="5000125" y="1209432"/>
                  </a:lnTo>
                  <a:lnTo>
                    <a:pt x="4910884" y="1202093"/>
                  </a:lnTo>
                  <a:lnTo>
                    <a:pt x="4818648" y="1195675"/>
                  </a:lnTo>
                  <a:lnTo>
                    <a:pt x="4726567" y="1190192"/>
                  </a:lnTo>
                  <a:lnTo>
                    <a:pt x="4638753" y="1185666"/>
                  </a:lnTo>
                  <a:lnTo>
                    <a:pt x="4559790" y="1182107"/>
                  </a:lnTo>
                  <a:lnTo>
                    <a:pt x="4493925" y="1179489"/>
                  </a:lnTo>
                  <a:lnTo>
                    <a:pt x="4444104" y="1177729"/>
                  </a:lnTo>
                  <a:lnTo>
                    <a:pt x="4411188" y="1176689"/>
                  </a:lnTo>
                  <a:lnTo>
                    <a:pt x="4393597" y="1176190"/>
                  </a:lnTo>
                  <a:lnTo>
                    <a:pt x="4387438" y="1176033"/>
                  </a:lnTo>
                  <a:lnTo>
                    <a:pt x="4386855" y="1176019"/>
                  </a:lnTo>
                  <a:lnTo>
                    <a:pt x="3848118" y="1176019"/>
                  </a:lnTo>
                  <a:lnTo>
                    <a:pt x="3846841" y="1175980"/>
                  </a:lnTo>
                  <a:lnTo>
                    <a:pt x="3838506" y="1175706"/>
                  </a:lnTo>
                  <a:lnTo>
                    <a:pt x="3817714" y="1174947"/>
                  </a:lnTo>
                  <a:lnTo>
                    <a:pt x="3781098" y="1173459"/>
                  </a:lnTo>
                  <a:lnTo>
                    <a:pt x="3727645" y="1171025"/>
                  </a:lnTo>
                  <a:lnTo>
                    <a:pt x="3658724" y="1167489"/>
                  </a:lnTo>
                  <a:lnTo>
                    <a:pt x="3577624" y="1162766"/>
                  </a:lnTo>
                  <a:lnTo>
                    <a:pt x="3488717" y="1156833"/>
                  </a:lnTo>
                  <a:lnTo>
                    <a:pt x="3396511" y="1149710"/>
                  </a:lnTo>
                  <a:lnTo>
                    <a:pt x="3304910" y="1141425"/>
                  </a:lnTo>
                  <a:lnTo>
                    <a:pt x="3216812" y="1131987"/>
                  </a:lnTo>
                  <a:lnTo>
                    <a:pt x="3134021" y="1121369"/>
                  </a:lnTo>
                  <a:lnTo>
                    <a:pt x="3057382" y="1109490"/>
                  </a:lnTo>
                  <a:lnTo>
                    <a:pt x="2987005" y="1096219"/>
                  </a:lnTo>
                  <a:lnTo>
                    <a:pt x="2922487" y="1081369"/>
                  </a:lnTo>
                  <a:lnTo>
                    <a:pt x="2863112" y="1064709"/>
                  </a:lnTo>
                  <a:lnTo>
                    <a:pt x="2807992" y="1045977"/>
                  </a:lnTo>
                  <a:lnTo>
                    <a:pt x="2756182" y="1024899"/>
                  </a:lnTo>
                  <a:lnTo>
                    <a:pt x="2706760" y="1001242"/>
                  </a:lnTo>
                  <a:lnTo>
                    <a:pt x="2667772" y="980016"/>
                  </a:lnTo>
                  <a:lnTo>
                    <a:pt x="2621378" y="951876"/>
                  </a:lnTo>
                  <a:lnTo>
                    <a:pt x="2575438" y="921038"/>
                  </a:lnTo>
                  <a:lnTo>
                    <a:pt x="2529521" y="887457"/>
                  </a:lnTo>
                  <a:lnTo>
                    <a:pt x="2483323" y="851170"/>
                  </a:lnTo>
                  <a:lnTo>
                    <a:pt x="2436654" y="812301"/>
                  </a:lnTo>
                  <a:lnTo>
                    <a:pt x="2389420" y="771073"/>
                  </a:lnTo>
                  <a:lnTo>
                    <a:pt x="2341614" y="727804"/>
                  </a:lnTo>
                  <a:lnTo>
                    <a:pt x="2293304" y="682904"/>
                  </a:lnTo>
                  <a:lnTo>
                    <a:pt x="2244621" y="636860"/>
                  </a:lnTo>
                  <a:lnTo>
                    <a:pt x="2195735" y="590214"/>
                  </a:lnTo>
                  <a:lnTo>
                    <a:pt x="2146839" y="543542"/>
                  </a:lnTo>
                  <a:lnTo>
                    <a:pt x="2098128" y="497417"/>
                  </a:lnTo>
                  <a:lnTo>
                    <a:pt x="2049778" y="452387"/>
                  </a:lnTo>
                  <a:lnTo>
                    <a:pt x="2001920" y="408946"/>
                  </a:lnTo>
                  <a:lnTo>
                    <a:pt x="1954631" y="367510"/>
                  </a:lnTo>
                  <a:lnTo>
                    <a:pt x="1907911" y="328407"/>
                  </a:lnTo>
                  <a:lnTo>
                    <a:pt x="1861676" y="291869"/>
                  </a:lnTo>
                  <a:lnTo>
                    <a:pt x="1815743" y="258031"/>
                  </a:lnTo>
                  <a:lnTo>
                    <a:pt x="1769821" y="226935"/>
                  </a:lnTo>
                  <a:lnTo>
                    <a:pt x="1723492" y="198544"/>
                  </a:lnTo>
                  <a:lnTo>
                    <a:pt x="1719082" y="196003"/>
                  </a:lnTo>
                  <a:lnTo>
                    <a:pt x="1670996" y="170149"/>
                  </a:lnTo>
                  <a:lnTo>
                    <a:pt x="1621193" y="146988"/>
                  </a:lnTo>
                  <a:lnTo>
                    <a:pt x="1568836" y="126369"/>
                  </a:lnTo>
                  <a:lnTo>
                    <a:pt x="1512992" y="108045"/>
                  </a:lnTo>
                  <a:lnTo>
                    <a:pt x="1452719" y="91743"/>
                  </a:lnTo>
                  <a:lnTo>
                    <a:pt x="1387153" y="77204"/>
                  </a:lnTo>
                  <a:lnTo>
                    <a:pt x="1315623" y="64206"/>
                  </a:lnTo>
                  <a:lnTo>
                    <a:pt x="1237807" y="52571"/>
                  </a:lnTo>
                  <a:lnTo>
                    <a:pt x="1153933" y="42178"/>
                  </a:lnTo>
                  <a:lnTo>
                    <a:pt x="1065011" y="32957"/>
                  </a:lnTo>
                  <a:lnTo>
                    <a:pt x="973044" y="24888"/>
                  </a:lnTo>
                  <a:lnTo>
                    <a:pt x="881132" y="17985"/>
                  </a:lnTo>
                  <a:lnTo>
                    <a:pt x="793334" y="12277"/>
                  </a:lnTo>
                  <a:lnTo>
                    <a:pt x="714199" y="7779"/>
                  </a:lnTo>
                  <a:lnTo>
                    <a:pt x="647968" y="4458"/>
                  </a:lnTo>
                  <a:lnTo>
                    <a:pt x="597627" y="2215"/>
                  </a:lnTo>
                  <a:lnTo>
                    <a:pt x="564121" y="881"/>
                  </a:lnTo>
                  <a:lnTo>
                    <a:pt x="545980" y="232"/>
                  </a:lnTo>
                  <a:lnTo>
                    <a:pt x="539430" y="2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" name="pg152"/>
            <p:cNvSpPr/>
            <p:nvPr/>
          </p:nvSpPr>
          <p:spPr>
            <a:xfrm>
              <a:off x="546595" y="1599804"/>
              <a:ext cx="8234974" cy="3898286"/>
            </a:xfrm>
            <a:custGeom>
              <a:avLst/>
              <a:pathLst>
                <a:path w="8234974" h="3898286">
                  <a:moveTo>
                    <a:pt x="0" y="5444"/>
                  </a:moveTo>
                  <a:lnTo>
                    <a:pt x="538736" y="5444"/>
                  </a:lnTo>
                  <a:lnTo>
                    <a:pt x="540012" y="5483"/>
                  </a:lnTo>
                  <a:lnTo>
                    <a:pt x="548341" y="5762"/>
                  </a:lnTo>
                  <a:lnTo>
                    <a:pt x="569119" y="6535"/>
                  </a:lnTo>
                  <a:lnTo>
                    <a:pt x="605712" y="8050"/>
                  </a:lnTo>
                  <a:lnTo>
                    <a:pt x="659133" y="10527"/>
                  </a:lnTo>
                  <a:lnTo>
                    <a:pt x="728017" y="14125"/>
                  </a:lnTo>
                  <a:lnTo>
                    <a:pt x="809080" y="18933"/>
                  </a:lnTo>
                  <a:lnTo>
                    <a:pt x="897955" y="24972"/>
                  </a:lnTo>
                  <a:lnTo>
                    <a:pt x="990135" y="32223"/>
                  </a:lnTo>
                  <a:lnTo>
                    <a:pt x="1081718" y="40656"/>
                  </a:lnTo>
                  <a:lnTo>
                    <a:pt x="1169807" y="50263"/>
                  </a:lnTo>
                  <a:lnTo>
                    <a:pt x="1252594" y="61072"/>
                  </a:lnTo>
                  <a:lnTo>
                    <a:pt x="1329233" y="73163"/>
                  </a:lnTo>
                  <a:lnTo>
                    <a:pt x="1399613" y="86672"/>
                  </a:lnTo>
                  <a:lnTo>
                    <a:pt x="1464135" y="101787"/>
                  </a:lnTo>
                  <a:lnTo>
                    <a:pt x="1523514" y="118743"/>
                  </a:lnTo>
                  <a:lnTo>
                    <a:pt x="1578635" y="137808"/>
                  </a:lnTo>
                  <a:lnTo>
                    <a:pt x="1630445" y="159259"/>
                  </a:lnTo>
                  <a:lnTo>
                    <a:pt x="1679864" y="183337"/>
                  </a:lnTo>
                  <a:lnTo>
                    <a:pt x="1719082" y="205077"/>
                  </a:lnTo>
                  <a:lnTo>
                    <a:pt x="1765303" y="233625"/>
                  </a:lnTo>
                  <a:lnTo>
                    <a:pt x="1811072" y="264901"/>
                  </a:lnTo>
                  <a:lnTo>
                    <a:pt x="1856815" y="298948"/>
                  </a:lnTo>
                  <a:lnTo>
                    <a:pt x="1902834" y="335734"/>
                  </a:lnTo>
                  <a:lnTo>
                    <a:pt x="1949319" y="375131"/>
                  </a:lnTo>
                  <a:lnTo>
                    <a:pt x="1996364" y="416919"/>
                  </a:lnTo>
                  <a:lnTo>
                    <a:pt x="2043977" y="460777"/>
                  </a:lnTo>
                  <a:lnTo>
                    <a:pt x="2092092" y="506297"/>
                  </a:lnTo>
                  <a:lnTo>
                    <a:pt x="2140583" y="552989"/>
                  </a:lnTo>
                  <a:lnTo>
                    <a:pt x="2189282" y="600308"/>
                  </a:lnTo>
                  <a:lnTo>
                    <a:pt x="2237998" y="647677"/>
                  </a:lnTo>
                  <a:lnTo>
                    <a:pt x="2286537" y="694515"/>
                  </a:lnTo>
                  <a:lnTo>
                    <a:pt x="2334726" y="740270"/>
                  </a:lnTo>
                  <a:lnTo>
                    <a:pt x="2382431" y="784443"/>
                  </a:lnTo>
                  <a:lnTo>
                    <a:pt x="2429575" y="826608"/>
                  </a:lnTo>
                  <a:lnTo>
                    <a:pt x="2476151" y="866430"/>
                  </a:lnTo>
                  <a:lnTo>
                    <a:pt x="2522238" y="903671"/>
                  </a:lnTo>
                  <a:lnTo>
                    <a:pt x="2568010" y="938189"/>
                  </a:lnTo>
                  <a:lnTo>
                    <a:pt x="2613748" y="969935"/>
                  </a:lnTo>
                  <a:lnTo>
                    <a:pt x="2659856" y="998941"/>
                  </a:lnTo>
                  <a:lnTo>
                    <a:pt x="2667772" y="1003609"/>
                  </a:lnTo>
                  <a:lnTo>
                    <a:pt x="2715847" y="1029935"/>
                  </a:lnTo>
                  <a:lnTo>
                    <a:pt x="2765636" y="1053520"/>
                  </a:lnTo>
                  <a:lnTo>
                    <a:pt x="2817978" y="1074517"/>
                  </a:lnTo>
                  <a:lnTo>
                    <a:pt x="2873804" y="1093178"/>
                  </a:lnTo>
                  <a:lnTo>
                    <a:pt x="2934057" y="1109780"/>
                  </a:lnTo>
                  <a:lnTo>
                    <a:pt x="2999599" y="1124586"/>
                  </a:lnTo>
                  <a:lnTo>
                    <a:pt x="3071101" y="1137824"/>
                  </a:lnTo>
                  <a:lnTo>
                    <a:pt x="3148885" y="1149674"/>
                  </a:lnTo>
                  <a:lnTo>
                    <a:pt x="3232726" y="1160259"/>
                  </a:lnTo>
                  <a:lnTo>
                    <a:pt x="3321616" y="1169652"/>
                  </a:lnTo>
                  <a:lnTo>
                    <a:pt x="3413556" y="1177872"/>
                  </a:lnTo>
                  <a:lnTo>
                    <a:pt x="3505451" y="1184904"/>
                  </a:lnTo>
                  <a:lnTo>
                    <a:pt x="3593246" y="1190719"/>
                  </a:lnTo>
                  <a:lnTo>
                    <a:pt x="3672399" y="1195304"/>
                  </a:lnTo>
                  <a:lnTo>
                    <a:pt x="3738666" y="1198690"/>
                  </a:lnTo>
                  <a:lnTo>
                    <a:pt x="3789059" y="1200978"/>
                  </a:lnTo>
                  <a:lnTo>
                    <a:pt x="3822626" y="1202340"/>
                  </a:lnTo>
                  <a:lnTo>
                    <a:pt x="3840823" y="1203003"/>
                  </a:lnTo>
                  <a:lnTo>
                    <a:pt x="3847412" y="1203220"/>
                  </a:lnTo>
                  <a:lnTo>
                    <a:pt x="3848118" y="1203242"/>
                  </a:lnTo>
                  <a:lnTo>
                    <a:pt x="4386855" y="1203242"/>
                  </a:lnTo>
                  <a:lnTo>
                    <a:pt x="4388035" y="1203323"/>
                  </a:lnTo>
                  <a:lnTo>
                    <a:pt x="4395748" y="1203902"/>
                  </a:lnTo>
                  <a:lnTo>
                    <a:pt x="4415046" y="1205504"/>
                  </a:lnTo>
                  <a:lnTo>
                    <a:pt x="4449168" y="1208650"/>
                  </a:lnTo>
                  <a:lnTo>
                    <a:pt x="4499261" y="1213803"/>
                  </a:lnTo>
                  <a:lnTo>
                    <a:pt x="4564309" y="1221313"/>
                  </a:lnTo>
                  <a:lnTo>
                    <a:pt x="4641490" y="1231384"/>
                  </a:lnTo>
                  <a:lnTo>
                    <a:pt x="4726878" y="1244080"/>
                  </a:lnTo>
                  <a:lnTo>
                    <a:pt x="4816271" y="1259373"/>
                  </a:lnTo>
                  <a:lnTo>
                    <a:pt x="4905895" y="1277202"/>
                  </a:lnTo>
                  <a:lnTo>
                    <a:pt x="4992826" y="1297532"/>
                  </a:lnTo>
                  <a:lnTo>
                    <a:pt x="5075123" y="1320396"/>
                  </a:lnTo>
                  <a:lnTo>
                    <a:pt x="5151757" y="1345929"/>
                  </a:lnTo>
                  <a:lnTo>
                    <a:pt x="5222427" y="1374372"/>
                  </a:lnTo>
                  <a:lnTo>
                    <a:pt x="5287359" y="1406079"/>
                  </a:lnTo>
                  <a:lnTo>
                    <a:pt x="5347120" y="1441503"/>
                  </a:lnTo>
                  <a:lnTo>
                    <a:pt x="5402478" y="1481178"/>
                  </a:lnTo>
                  <a:lnTo>
                    <a:pt x="5454292" y="1525679"/>
                  </a:lnTo>
                  <a:lnTo>
                    <a:pt x="5503434" y="1575557"/>
                  </a:lnTo>
                  <a:lnTo>
                    <a:pt x="5550713" y="1631213"/>
                  </a:lnTo>
                  <a:lnTo>
                    <a:pt x="5567201" y="1652416"/>
                  </a:lnTo>
                  <a:lnTo>
                    <a:pt x="5603366" y="1702079"/>
                  </a:lnTo>
                  <a:lnTo>
                    <a:pt x="5639190" y="1755464"/>
                  </a:lnTo>
                  <a:lnTo>
                    <a:pt x="5674897" y="1812644"/>
                  </a:lnTo>
                  <a:lnTo>
                    <a:pt x="5710662" y="1873631"/>
                  </a:lnTo>
                  <a:lnTo>
                    <a:pt x="5746616" y="1938368"/>
                  </a:lnTo>
                  <a:lnTo>
                    <a:pt x="5782847" y="2006718"/>
                  </a:lnTo>
                  <a:lnTo>
                    <a:pt x="5819410" y="2078464"/>
                  </a:lnTo>
                  <a:lnTo>
                    <a:pt x="5856325" y="2153307"/>
                  </a:lnTo>
                  <a:lnTo>
                    <a:pt x="5893582" y="2230870"/>
                  </a:lnTo>
                  <a:lnTo>
                    <a:pt x="5931145" y="2310697"/>
                  </a:lnTo>
                  <a:lnTo>
                    <a:pt x="5968955" y="2392269"/>
                  </a:lnTo>
                  <a:lnTo>
                    <a:pt x="6006936" y="2475017"/>
                  </a:lnTo>
                  <a:lnTo>
                    <a:pt x="6045002" y="2558332"/>
                  </a:lnTo>
                  <a:lnTo>
                    <a:pt x="6083059" y="2641590"/>
                  </a:lnTo>
                  <a:lnTo>
                    <a:pt x="6121016" y="2724169"/>
                  </a:lnTo>
                  <a:lnTo>
                    <a:pt x="6158786" y="2805466"/>
                  </a:lnTo>
                  <a:lnTo>
                    <a:pt x="6196297" y="2884919"/>
                  </a:lnTo>
                  <a:lnTo>
                    <a:pt x="6233494" y="2962019"/>
                  </a:lnTo>
                  <a:lnTo>
                    <a:pt x="6270345" y="3036326"/>
                  </a:lnTo>
                  <a:lnTo>
                    <a:pt x="6306845" y="3107476"/>
                  </a:lnTo>
                  <a:lnTo>
                    <a:pt x="6343021" y="3175183"/>
                  </a:lnTo>
                  <a:lnTo>
                    <a:pt x="6378933" y="3239247"/>
                  </a:lnTo>
                  <a:lnTo>
                    <a:pt x="6414676" y="3299546"/>
                  </a:lnTo>
                  <a:lnTo>
                    <a:pt x="6450390" y="3356034"/>
                  </a:lnTo>
                  <a:lnTo>
                    <a:pt x="6486258" y="3408736"/>
                  </a:lnTo>
                  <a:lnTo>
                    <a:pt x="6515891" y="3449112"/>
                  </a:lnTo>
                  <a:lnTo>
                    <a:pt x="6562677" y="3506862"/>
                  </a:lnTo>
                  <a:lnTo>
                    <a:pt x="6611070" y="3558760"/>
                  </a:lnTo>
                  <a:lnTo>
                    <a:pt x="6661836" y="3605114"/>
                  </a:lnTo>
                  <a:lnTo>
                    <a:pt x="6715834" y="3646438"/>
                  </a:lnTo>
                  <a:lnTo>
                    <a:pt x="6773935" y="3683308"/>
                  </a:lnTo>
                  <a:lnTo>
                    <a:pt x="6836951" y="3716280"/>
                  </a:lnTo>
                  <a:lnTo>
                    <a:pt x="6905534" y="3745837"/>
                  </a:lnTo>
                  <a:lnTo>
                    <a:pt x="6980051" y="3772371"/>
                  </a:lnTo>
                  <a:lnTo>
                    <a:pt x="7060411" y="3796163"/>
                  </a:lnTo>
                  <a:lnTo>
                    <a:pt x="7145867" y="3817385"/>
                  </a:lnTo>
                  <a:lnTo>
                    <a:pt x="7234818" y="3836104"/>
                  </a:lnTo>
                  <a:lnTo>
                    <a:pt x="7324687" y="3852306"/>
                  </a:lnTo>
                  <a:lnTo>
                    <a:pt x="7411971" y="3865932"/>
                  </a:lnTo>
                  <a:lnTo>
                    <a:pt x="7492551" y="3876934"/>
                  </a:lnTo>
                  <a:lnTo>
                    <a:pt x="7562309" y="3885338"/>
                  </a:lnTo>
                  <a:lnTo>
                    <a:pt x="7617939" y="3891297"/>
                  </a:lnTo>
                  <a:lnTo>
                    <a:pt x="7657722" y="3895108"/>
                  </a:lnTo>
                  <a:lnTo>
                    <a:pt x="7682021" y="3897201"/>
                  </a:lnTo>
                  <a:lnTo>
                    <a:pt x="7693361" y="3898083"/>
                  </a:lnTo>
                  <a:lnTo>
                    <a:pt x="7696237" y="3898286"/>
                  </a:lnTo>
                  <a:lnTo>
                    <a:pt x="8234974" y="3898286"/>
                  </a:lnTo>
                  <a:lnTo>
                    <a:pt x="8234974" y="3892841"/>
                  </a:lnTo>
                  <a:lnTo>
                    <a:pt x="7696237" y="3892841"/>
                  </a:lnTo>
                  <a:lnTo>
                    <a:pt x="7695058" y="3892760"/>
                  </a:lnTo>
                  <a:lnTo>
                    <a:pt x="7687344" y="3892181"/>
                  </a:lnTo>
                  <a:lnTo>
                    <a:pt x="7668047" y="3890579"/>
                  </a:lnTo>
                  <a:lnTo>
                    <a:pt x="7633924" y="3887433"/>
                  </a:lnTo>
                  <a:lnTo>
                    <a:pt x="7583832" y="3882280"/>
                  </a:lnTo>
                  <a:lnTo>
                    <a:pt x="7518784" y="3874770"/>
                  </a:lnTo>
                  <a:lnTo>
                    <a:pt x="7441603" y="3864699"/>
                  </a:lnTo>
                  <a:lnTo>
                    <a:pt x="7356215" y="3852003"/>
                  </a:lnTo>
                  <a:lnTo>
                    <a:pt x="7266821" y="3836710"/>
                  </a:lnTo>
                  <a:lnTo>
                    <a:pt x="7177197" y="3818881"/>
                  </a:lnTo>
                  <a:lnTo>
                    <a:pt x="7090266" y="3798551"/>
                  </a:lnTo>
                  <a:lnTo>
                    <a:pt x="7007969" y="3775687"/>
                  </a:lnTo>
                  <a:lnTo>
                    <a:pt x="6931335" y="3750154"/>
                  </a:lnTo>
                  <a:lnTo>
                    <a:pt x="6860665" y="3721711"/>
                  </a:lnTo>
                  <a:lnTo>
                    <a:pt x="6795734" y="3690004"/>
                  </a:lnTo>
                  <a:lnTo>
                    <a:pt x="6735973" y="3654580"/>
                  </a:lnTo>
                  <a:lnTo>
                    <a:pt x="6680615" y="3614905"/>
                  </a:lnTo>
                  <a:lnTo>
                    <a:pt x="6628800" y="3570404"/>
                  </a:lnTo>
                  <a:lnTo>
                    <a:pt x="6579658" y="3520526"/>
                  </a:lnTo>
                  <a:lnTo>
                    <a:pt x="6532380" y="3464870"/>
                  </a:lnTo>
                  <a:lnTo>
                    <a:pt x="6515891" y="3443667"/>
                  </a:lnTo>
                  <a:lnTo>
                    <a:pt x="6479726" y="3394004"/>
                  </a:lnTo>
                  <a:lnTo>
                    <a:pt x="6443902" y="3340619"/>
                  </a:lnTo>
                  <a:lnTo>
                    <a:pt x="6408195" y="3283439"/>
                  </a:lnTo>
                  <a:lnTo>
                    <a:pt x="6372430" y="3222452"/>
                  </a:lnTo>
                  <a:lnTo>
                    <a:pt x="6336477" y="3157715"/>
                  </a:lnTo>
                  <a:lnTo>
                    <a:pt x="6300246" y="3089365"/>
                  </a:lnTo>
                  <a:lnTo>
                    <a:pt x="6263682" y="3017619"/>
                  </a:lnTo>
                  <a:lnTo>
                    <a:pt x="6226767" y="2942776"/>
                  </a:lnTo>
                  <a:lnTo>
                    <a:pt x="6189510" y="2865213"/>
                  </a:lnTo>
                  <a:lnTo>
                    <a:pt x="6151947" y="2785386"/>
                  </a:lnTo>
                  <a:lnTo>
                    <a:pt x="6114138" y="2703814"/>
                  </a:lnTo>
                  <a:lnTo>
                    <a:pt x="6076156" y="2621066"/>
                  </a:lnTo>
                  <a:lnTo>
                    <a:pt x="6038091" y="2537751"/>
                  </a:lnTo>
                  <a:lnTo>
                    <a:pt x="6000033" y="2454493"/>
                  </a:lnTo>
                  <a:lnTo>
                    <a:pt x="5962077" y="2371914"/>
                  </a:lnTo>
                  <a:lnTo>
                    <a:pt x="5924307" y="2290617"/>
                  </a:lnTo>
                  <a:lnTo>
                    <a:pt x="5886796" y="2211164"/>
                  </a:lnTo>
                  <a:lnTo>
                    <a:pt x="5849599" y="2134064"/>
                  </a:lnTo>
                  <a:lnTo>
                    <a:pt x="5812748" y="2059757"/>
                  </a:lnTo>
                  <a:lnTo>
                    <a:pt x="5776247" y="1988607"/>
                  </a:lnTo>
                  <a:lnTo>
                    <a:pt x="5740071" y="1920900"/>
                  </a:lnTo>
                  <a:lnTo>
                    <a:pt x="5704160" y="1856836"/>
                  </a:lnTo>
                  <a:lnTo>
                    <a:pt x="5668416" y="1796537"/>
                  </a:lnTo>
                  <a:lnTo>
                    <a:pt x="5632702" y="1740049"/>
                  </a:lnTo>
                  <a:lnTo>
                    <a:pt x="5596835" y="1687347"/>
                  </a:lnTo>
                  <a:lnTo>
                    <a:pt x="5567201" y="1646971"/>
                  </a:lnTo>
                  <a:lnTo>
                    <a:pt x="5520415" y="1589221"/>
                  </a:lnTo>
                  <a:lnTo>
                    <a:pt x="5472023" y="1537323"/>
                  </a:lnTo>
                  <a:lnTo>
                    <a:pt x="5421256" y="1490969"/>
                  </a:lnTo>
                  <a:lnTo>
                    <a:pt x="5367259" y="1449645"/>
                  </a:lnTo>
                  <a:lnTo>
                    <a:pt x="5309157" y="1412775"/>
                  </a:lnTo>
                  <a:lnTo>
                    <a:pt x="5246142" y="1379803"/>
                  </a:lnTo>
                  <a:lnTo>
                    <a:pt x="5177559" y="1350245"/>
                  </a:lnTo>
                  <a:lnTo>
                    <a:pt x="5103042" y="1323712"/>
                  </a:lnTo>
                  <a:lnTo>
                    <a:pt x="5022682" y="1299920"/>
                  </a:lnTo>
                  <a:lnTo>
                    <a:pt x="4937226" y="1278698"/>
                  </a:lnTo>
                  <a:lnTo>
                    <a:pt x="4848275" y="1259979"/>
                  </a:lnTo>
                  <a:lnTo>
                    <a:pt x="4758405" y="1243777"/>
                  </a:lnTo>
                  <a:lnTo>
                    <a:pt x="4671122" y="1230151"/>
                  </a:lnTo>
                  <a:lnTo>
                    <a:pt x="4590542" y="1219149"/>
                  </a:lnTo>
                  <a:lnTo>
                    <a:pt x="4520783" y="1210745"/>
                  </a:lnTo>
                  <a:lnTo>
                    <a:pt x="4465153" y="1204786"/>
                  </a:lnTo>
                  <a:lnTo>
                    <a:pt x="4425371" y="1200975"/>
                  </a:lnTo>
                  <a:lnTo>
                    <a:pt x="4401071" y="1198882"/>
                  </a:lnTo>
                  <a:lnTo>
                    <a:pt x="4389732" y="1198000"/>
                  </a:lnTo>
                  <a:lnTo>
                    <a:pt x="4386855" y="1197797"/>
                  </a:lnTo>
                  <a:lnTo>
                    <a:pt x="3848118" y="1197797"/>
                  </a:lnTo>
                  <a:lnTo>
                    <a:pt x="3846842" y="1197758"/>
                  </a:lnTo>
                  <a:lnTo>
                    <a:pt x="3838513" y="1197479"/>
                  </a:lnTo>
                  <a:lnTo>
                    <a:pt x="3817735" y="1196707"/>
                  </a:lnTo>
                  <a:lnTo>
                    <a:pt x="3781143" y="1195191"/>
                  </a:lnTo>
                  <a:lnTo>
                    <a:pt x="3727722" y="1192714"/>
                  </a:lnTo>
                  <a:lnTo>
                    <a:pt x="3658837" y="1189116"/>
                  </a:lnTo>
                  <a:lnTo>
                    <a:pt x="3577775" y="1184308"/>
                  </a:lnTo>
                  <a:lnTo>
                    <a:pt x="3488900" y="1178269"/>
                  </a:lnTo>
                  <a:lnTo>
                    <a:pt x="3396719" y="1171018"/>
                  </a:lnTo>
                  <a:lnTo>
                    <a:pt x="3305137" y="1162585"/>
                  </a:lnTo>
                  <a:lnTo>
                    <a:pt x="3217048" y="1152978"/>
                  </a:lnTo>
                  <a:lnTo>
                    <a:pt x="3134261" y="1142169"/>
                  </a:lnTo>
                  <a:lnTo>
                    <a:pt x="3057622" y="1130078"/>
                  </a:lnTo>
                  <a:lnTo>
                    <a:pt x="2987241" y="1116569"/>
                  </a:lnTo>
                  <a:lnTo>
                    <a:pt x="2922719" y="1101454"/>
                  </a:lnTo>
                  <a:lnTo>
                    <a:pt x="2863341" y="1084498"/>
                  </a:lnTo>
                  <a:lnTo>
                    <a:pt x="2808220" y="1065433"/>
                  </a:lnTo>
                  <a:lnTo>
                    <a:pt x="2756410" y="1043982"/>
                  </a:lnTo>
                  <a:lnTo>
                    <a:pt x="2706991" y="1019904"/>
                  </a:lnTo>
                  <a:lnTo>
                    <a:pt x="2667772" y="998164"/>
                  </a:lnTo>
                  <a:lnTo>
                    <a:pt x="2621552" y="969616"/>
                  </a:lnTo>
                  <a:lnTo>
                    <a:pt x="2575783" y="938340"/>
                  </a:lnTo>
                  <a:lnTo>
                    <a:pt x="2530039" y="904293"/>
                  </a:lnTo>
                  <a:lnTo>
                    <a:pt x="2484021" y="867508"/>
                  </a:lnTo>
                  <a:lnTo>
                    <a:pt x="2437536" y="828110"/>
                  </a:lnTo>
                  <a:lnTo>
                    <a:pt x="2390491" y="786323"/>
                  </a:lnTo>
                  <a:lnTo>
                    <a:pt x="2342878" y="742464"/>
                  </a:lnTo>
                  <a:lnTo>
                    <a:pt x="2294762" y="696944"/>
                  </a:lnTo>
                  <a:lnTo>
                    <a:pt x="2246271" y="650252"/>
                  </a:lnTo>
                  <a:lnTo>
                    <a:pt x="2197573" y="602933"/>
                  </a:lnTo>
                  <a:lnTo>
                    <a:pt x="2148857" y="555565"/>
                  </a:lnTo>
                  <a:lnTo>
                    <a:pt x="2100318" y="508726"/>
                  </a:lnTo>
                  <a:lnTo>
                    <a:pt x="2052128" y="462971"/>
                  </a:lnTo>
                  <a:lnTo>
                    <a:pt x="2004423" y="418798"/>
                  </a:lnTo>
                  <a:lnTo>
                    <a:pt x="1957280" y="376633"/>
                  </a:lnTo>
                  <a:lnTo>
                    <a:pt x="1910704" y="336811"/>
                  </a:lnTo>
                  <a:lnTo>
                    <a:pt x="1864617" y="299570"/>
                  </a:lnTo>
                  <a:lnTo>
                    <a:pt x="1818845" y="265052"/>
                  </a:lnTo>
                  <a:lnTo>
                    <a:pt x="1773107" y="233306"/>
                  </a:lnTo>
                  <a:lnTo>
                    <a:pt x="1726999" y="204300"/>
                  </a:lnTo>
                  <a:lnTo>
                    <a:pt x="1719082" y="199632"/>
                  </a:lnTo>
                  <a:lnTo>
                    <a:pt x="1671008" y="173306"/>
                  </a:lnTo>
                  <a:lnTo>
                    <a:pt x="1621218" y="149721"/>
                  </a:lnTo>
                  <a:lnTo>
                    <a:pt x="1568876" y="128724"/>
                  </a:lnTo>
                  <a:lnTo>
                    <a:pt x="1513050" y="110063"/>
                  </a:lnTo>
                  <a:lnTo>
                    <a:pt x="1452798" y="93462"/>
                  </a:lnTo>
                  <a:lnTo>
                    <a:pt x="1387256" y="78655"/>
                  </a:lnTo>
                  <a:lnTo>
                    <a:pt x="1315754" y="65417"/>
                  </a:lnTo>
                  <a:lnTo>
                    <a:pt x="1237969" y="53567"/>
                  </a:lnTo>
                  <a:lnTo>
                    <a:pt x="1154129" y="42982"/>
                  </a:lnTo>
                  <a:lnTo>
                    <a:pt x="1065238" y="33589"/>
                  </a:lnTo>
                  <a:lnTo>
                    <a:pt x="973299" y="25369"/>
                  </a:lnTo>
                  <a:lnTo>
                    <a:pt x="881404" y="18337"/>
                  </a:lnTo>
                  <a:lnTo>
                    <a:pt x="793608" y="12522"/>
                  </a:lnTo>
                  <a:lnTo>
                    <a:pt x="714456" y="7937"/>
                  </a:lnTo>
                  <a:lnTo>
                    <a:pt x="648188" y="4552"/>
                  </a:lnTo>
                  <a:lnTo>
                    <a:pt x="597796" y="2264"/>
                  </a:lnTo>
                  <a:lnTo>
                    <a:pt x="564229" y="901"/>
                  </a:lnTo>
                  <a:lnTo>
                    <a:pt x="546032" y="238"/>
                  </a:lnTo>
                  <a:lnTo>
                    <a:pt x="539442" y="2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546595" y="1605249"/>
              <a:ext cx="8234974" cy="3892841"/>
            </a:xfrm>
            <a:custGeom>
              <a:avLst/>
              <a:pathLst>
                <a:path w="8234974" h="3892841">
                  <a:moveTo>
                    <a:pt x="0" y="0"/>
                  </a:moveTo>
                  <a:lnTo>
                    <a:pt x="538736" y="0"/>
                  </a:lnTo>
                  <a:lnTo>
                    <a:pt x="540012" y="39"/>
                  </a:lnTo>
                  <a:lnTo>
                    <a:pt x="548341" y="318"/>
                  </a:lnTo>
                  <a:lnTo>
                    <a:pt x="569119" y="1090"/>
                  </a:lnTo>
                  <a:lnTo>
                    <a:pt x="605712" y="2605"/>
                  </a:lnTo>
                  <a:lnTo>
                    <a:pt x="659133" y="5082"/>
                  </a:lnTo>
                  <a:lnTo>
                    <a:pt x="728017" y="8681"/>
                  </a:lnTo>
                  <a:lnTo>
                    <a:pt x="809080" y="13489"/>
                  </a:lnTo>
                  <a:lnTo>
                    <a:pt x="897955" y="19527"/>
                  </a:lnTo>
                  <a:lnTo>
                    <a:pt x="990135" y="26778"/>
                  </a:lnTo>
                  <a:lnTo>
                    <a:pt x="1081718" y="35212"/>
                  </a:lnTo>
                  <a:lnTo>
                    <a:pt x="1169807" y="44818"/>
                  </a:lnTo>
                  <a:lnTo>
                    <a:pt x="1252594" y="55627"/>
                  </a:lnTo>
                  <a:lnTo>
                    <a:pt x="1329233" y="67718"/>
                  </a:lnTo>
                  <a:lnTo>
                    <a:pt x="1399613" y="81227"/>
                  </a:lnTo>
                  <a:lnTo>
                    <a:pt x="1464135" y="96342"/>
                  </a:lnTo>
                  <a:lnTo>
                    <a:pt x="1523514" y="113298"/>
                  </a:lnTo>
                  <a:lnTo>
                    <a:pt x="1578635" y="132364"/>
                  </a:lnTo>
                  <a:lnTo>
                    <a:pt x="1630445" y="153815"/>
                  </a:lnTo>
                  <a:lnTo>
                    <a:pt x="1679864" y="177892"/>
                  </a:lnTo>
                  <a:lnTo>
                    <a:pt x="1719082" y="199632"/>
                  </a:lnTo>
                  <a:lnTo>
                    <a:pt x="1765303" y="228181"/>
                  </a:lnTo>
                  <a:lnTo>
                    <a:pt x="1811072" y="259456"/>
                  </a:lnTo>
                  <a:lnTo>
                    <a:pt x="1856815" y="293504"/>
                  </a:lnTo>
                  <a:lnTo>
                    <a:pt x="1902834" y="330289"/>
                  </a:lnTo>
                  <a:lnTo>
                    <a:pt x="1949319" y="369686"/>
                  </a:lnTo>
                  <a:lnTo>
                    <a:pt x="1996364" y="411474"/>
                  </a:lnTo>
                  <a:lnTo>
                    <a:pt x="2043977" y="455333"/>
                  </a:lnTo>
                  <a:lnTo>
                    <a:pt x="2092092" y="500852"/>
                  </a:lnTo>
                  <a:lnTo>
                    <a:pt x="2140583" y="547544"/>
                  </a:lnTo>
                  <a:lnTo>
                    <a:pt x="2189282" y="594863"/>
                  </a:lnTo>
                  <a:lnTo>
                    <a:pt x="2237998" y="642232"/>
                  </a:lnTo>
                  <a:lnTo>
                    <a:pt x="2286537" y="689070"/>
                  </a:lnTo>
                  <a:lnTo>
                    <a:pt x="2334726" y="734826"/>
                  </a:lnTo>
                  <a:lnTo>
                    <a:pt x="2382431" y="778998"/>
                  </a:lnTo>
                  <a:lnTo>
                    <a:pt x="2429575" y="821163"/>
                  </a:lnTo>
                  <a:lnTo>
                    <a:pt x="2476151" y="860986"/>
                  </a:lnTo>
                  <a:lnTo>
                    <a:pt x="2522238" y="898227"/>
                  </a:lnTo>
                  <a:lnTo>
                    <a:pt x="2568010" y="932745"/>
                  </a:lnTo>
                  <a:lnTo>
                    <a:pt x="2613748" y="964491"/>
                  </a:lnTo>
                  <a:lnTo>
                    <a:pt x="2659856" y="993496"/>
                  </a:lnTo>
                  <a:lnTo>
                    <a:pt x="2667772" y="998164"/>
                  </a:lnTo>
                  <a:lnTo>
                    <a:pt x="2715847" y="1024490"/>
                  </a:lnTo>
                  <a:lnTo>
                    <a:pt x="2765636" y="1048076"/>
                  </a:lnTo>
                  <a:lnTo>
                    <a:pt x="2817978" y="1069073"/>
                  </a:lnTo>
                  <a:lnTo>
                    <a:pt x="2873804" y="1087733"/>
                  </a:lnTo>
                  <a:lnTo>
                    <a:pt x="2934057" y="1104335"/>
                  </a:lnTo>
                  <a:lnTo>
                    <a:pt x="2999599" y="1119141"/>
                  </a:lnTo>
                  <a:lnTo>
                    <a:pt x="3071101" y="1132380"/>
                  </a:lnTo>
                  <a:lnTo>
                    <a:pt x="3148885" y="1144229"/>
                  </a:lnTo>
                  <a:lnTo>
                    <a:pt x="3232726" y="1154815"/>
                  </a:lnTo>
                  <a:lnTo>
                    <a:pt x="3321616" y="1164207"/>
                  </a:lnTo>
                  <a:lnTo>
                    <a:pt x="3413556" y="1172427"/>
                  </a:lnTo>
                  <a:lnTo>
                    <a:pt x="3505451" y="1179459"/>
                  </a:lnTo>
                  <a:lnTo>
                    <a:pt x="3593246" y="1185275"/>
                  </a:lnTo>
                  <a:lnTo>
                    <a:pt x="3672399" y="1189859"/>
                  </a:lnTo>
                  <a:lnTo>
                    <a:pt x="3738666" y="1193245"/>
                  </a:lnTo>
                  <a:lnTo>
                    <a:pt x="3789059" y="1195533"/>
                  </a:lnTo>
                  <a:lnTo>
                    <a:pt x="3822626" y="1196895"/>
                  </a:lnTo>
                  <a:lnTo>
                    <a:pt x="3840823" y="1197559"/>
                  </a:lnTo>
                  <a:lnTo>
                    <a:pt x="3847412" y="1197776"/>
                  </a:lnTo>
                  <a:lnTo>
                    <a:pt x="3848118" y="1197797"/>
                  </a:lnTo>
                  <a:lnTo>
                    <a:pt x="4386855" y="1197797"/>
                  </a:lnTo>
                  <a:lnTo>
                    <a:pt x="4388035" y="1197878"/>
                  </a:lnTo>
                  <a:lnTo>
                    <a:pt x="4395748" y="1198457"/>
                  </a:lnTo>
                  <a:lnTo>
                    <a:pt x="4415046" y="1200059"/>
                  </a:lnTo>
                  <a:lnTo>
                    <a:pt x="4449168" y="1203205"/>
                  </a:lnTo>
                  <a:lnTo>
                    <a:pt x="4499261" y="1208359"/>
                  </a:lnTo>
                  <a:lnTo>
                    <a:pt x="4564309" y="1215869"/>
                  </a:lnTo>
                  <a:lnTo>
                    <a:pt x="4641490" y="1225939"/>
                  </a:lnTo>
                  <a:lnTo>
                    <a:pt x="4726878" y="1238635"/>
                  </a:lnTo>
                  <a:lnTo>
                    <a:pt x="4816271" y="1253929"/>
                  </a:lnTo>
                  <a:lnTo>
                    <a:pt x="4905895" y="1271758"/>
                  </a:lnTo>
                  <a:lnTo>
                    <a:pt x="4992826" y="1292087"/>
                  </a:lnTo>
                  <a:lnTo>
                    <a:pt x="5075123" y="1314952"/>
                  </a:lnTo>
                  <a:lnTo>
                    <a:pt x="5151757" y="1340484"/>
                  </a:lnTo>
                  <a:lnTo>
                    <a:pt x="5222427" y="1368928"/>
                  </a:lnTo>
                  <a:lnTo>
                    <a:pt x="5287359" y="1400635"/>
                  </a:lnTo>
                  <a:lnTo>
                    <a:pt x="5347120" y="1436059"/>
                  </a:lnTo>
                  <a:lnTo>
                    <a:pt x="5402478" y="1475733"/>
                  </a:lnTo>
                  <a:lnTo>
                    <a:pt x="5454292" y="1520235"/>
                  </a:lnTo>
                  <a:lnTo>
                    <a:pt x="5503434" y="1570112"/>
                  </a:lnTo>
                  <a:lnTo>
                    <a:pt x="5550713" y="1625769"/>
                  </a:lnTo>
                  <a:lnTo>
                    <a:pt x="5567201" y="1646971"/>
                  </a:lnTo>
                  <a:lnTo>
                    <a:pt x="5603366" y="1696635"/>
                  </a:lnTo>
                  <a:lnTo>
                    <a:pt x="5639190" y="1750019"/>
                  </a:lnTo>
                  <a:lnTo>
                    <a:pt x="5674897" y="1807199"/>
                  </a:lnTo>
                  <a:lnTo>
                    <a:pt x="5710662" y="1868187"/>
                  </a:lnTo>
                  <a:lnTo>
                    <a:pt x="5746616" y="1932923"/>
                  </a:lnTo>
                  <a:lnTo>
                    <a:pt x="5782847" y="2001273"/>
                  </a:lnTo>
                  <a:lnTo>
                    <a:pt x="5819410" y="2073019"/>
                  </a:lnTo>
                  <a:lnTo>
                    <a:pt x="5856325" y="2147863"/>
                  </a:lnTo>
                  <a:lnTo>
                    <a:pt x="5893582" y="2225425"/>
                  </a:lnTo>
                  <a:lnTo>
                    <a:pt x="5931145" y="2305252"/>
                  </a:lnTo>
                  <a:lnTo>
                    <a:pt x="5968955" y="2386825"/>
                  </a:lnTo>
                  <a:lnTo>
                    <a:pt x="6006936" y="2469572"/>
                  </a:lnTo>
                  <a:lnTo>
                    <a:pt x="6045002" y="2552888"/>
                  </a:lnTo>
                  <a:lnTo>
                    <a:pt x="6083059" y="2636146"/>
                  </a:lnTo>
                  <a:lnTo>
                    <a:pt x="6121016" y="2718724"/>
                  </a:lnTo>
                  <a:lnTo>
                    <a:pt x="6158786" y="2800021"/>
                  </a:lnTo>
                  <a:lnTo>
                    <a:pt x="6196297" y="2879474"/>
                  </a:lnTo>
                  <a:lnTo>
                    <a:pt x="6233494" y="2956575"/>
                  </a:lnTo>
                  <a:lnTo>
                    <a:pt x="6270345" y="3030882"/>
                  </a:lnTo>
                  <a:lnTo>
                    <a:pt x="6306845" y="3102031"/>
                  </a:lnTo>
                  <a:lnTo>
                    <a:pt x="6343021" y="3169739"/>
                  </a:lnTo>
                  <a:lnTo>
                    <a:pt x="6378933" y="3233803"/>
                  </a:lnTo>
                  <a:lnTo>
                    <a:pt x="6414676" y="3294101"/>
                  </a:lnTo>
                  <a:lnTo>
                    <a:pt x="6450390" y="3350590"/>
                  </a:lnTo>
                  <a:lnTo>
                    <a:pt x="6486258" y="3403291"/>
                  </a:lnTo>
                  <a:lnTo>
                    <a:pt x="6515891" y="3443667"/>
                  </a:lnTo>
                  <a:lnTo>
                    <a:pt x="6562677" y="3501417"/>
                  </a:lnTo>
                  <a:lnTo>
                    <a:pt x="6611070" y="3553316"/>
                  </a:lnTo>
                  <a:lnTo>
                    <a:pt x="6661836" y="3599670"/>
                  </a:lnTo>
                  <a:lnTo>
                    <a:pt x="6715834" y="3640993"/>
                  </a:lnTo>
                  <a:lnTo>
                    <a:pt x="6773935" y="3677864"/>
                  </a:lnTo>
                  <a:lnTo>
                    <a:pt x="6836951" y="3710835"/>
                  </a:lnTo>
                  <a:lnTo>
                    <a:pt x="6905534" y="3740393"/>
                  </a:lnTo>
                  <a:lnTo>
                    <a:pt x="6980051" y="3766927"/>
                  </a:lnTo>
                  <a:lnTo>
                    <a:pt x="7060411" y="3790719"/>
                  </a:lnTo>
                  <a:lnTo>
                    <a:pt x="7145867" y="3811941"/>
                  </a:lnTo>
                  <a:lnTo>
                    <a:pt x="7234818" y="3830660"/>
                  </a:lnTo>
                  <a:lnTo>
                    <a:pt x="7324687" y="3846862"/>
                  </a:lnTo>
                  <a:lnTo>
                    <a:pt x="7411971" y="3860487"/>
                  </a:lnTo>
                  <a:lnTo>
                    <a:pt x="7492551" y="3871489"/>
                  </a:lnTo>
                  <a:lnTo>
                    <a:pt x="7562309" y="3879894"/>
                  </a:lnTo>
                  <a:lnTo>
                    <a:pt x="7617939" y="3885852"/>
                  </a:lnTo>
                  <a:lnTo>
                    <a:pt x="7657722" y="3889664"/>
                  </a:lnTo>
                  <a:lnTo>
                    <a:pt x="7682021" y="3891756"/>
                  </a:lnTo>
                  <a:lnTo>
                    <a:pt x="7693361" y="3892638"/>
                  </a:lnTo>
                  <a:lnTo>
                    <a:pt x="7696182" y="3892838"/>
                  </a:lnTo>
                  <a:lnTo>
                    <a:pt x="7696237" y="3892841"/>
                  </a:lnTo>
                  <a:lnTo>
                    <a:pt x="8234974" y="38928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546595" y="1599804"/>
              <a:ext cx="8234974" cy="3892841"/>
            </a:xfrm>
            <a:custGeom>
              <a:avLst/>
              <a:pathLst>
                <a:path w="8234974" h="3892841">
                  <a:moveTo>
                    <a:pt x="8234974" y="3892841"/>
                  </a:moveTo>
                  <a:lnTo>
                    <a:pt x="7696237" y="3892841"/>
                  </a:lnTo>
                  <a:lnTo>
                    <a:pt x="7695058" y="3892760"/>
                  </a:lnTo>
                  <a:lnTo>
                    <a:pt x="7687344" y="3892181"/>
                  </a:lnTo>
                  <a:lnTo>
                    <a:pt x="7668047" y="3890579"/>
                  </a:lnTo>
                  <a:lnTo>
                    <a:pt x="7633924" y="3887433"/>
                  </a:lnTo>
                  <a:lnTo>
                    <a:pt x="7583832" y="3882280"/>
                  </a:lnTo>
                  <a:lnTo>
                    <a:pt x="7518784" y="3874770"/>
                  </a:lnTo>
                  <a:lnTo>
                    <a:pt x="7441603" y="3864699"/>
                  </a:lnTo>
                  <a:lnTo>
                    <a:pt x="7356215" y="3852003"/>
                  </a:lnTo>
                  <a:lnTo>
                    <a:pt x="7266821" y="3836710"/>
                  </a:lnTo>
                  <a:lnTo>
                    <a:pt x="7177197" y="3818881"/>
                  </a:lnTo>
                  <a:lnTo>
                    <a:pt x="7090266" y="3798551"/>
                  </a:lnTo>
                  <a:lnTo>
                    <a:pt x="7007969" y="3775687"/>
                  </a:lnTo>
                  <a:lnTo>
                    <a:pt x="6931335" y="3750154"/>
                  </a:lnTo>
                  <a:lnTo>
                    <a:pt x="6860665" y="3721711"/>
                  </a:lnTo>
                  <a:lnTo>
                    <a:pt x="6795734" y="3690004"/>
                  </a:lnTo>
                  <a:lnTo>
                    <a:pt x="6735973" y="3654580"/>
                  </a:lnTo>
                  <a:lnTo>
                    <a:pt x="6680615" y="3614905"/>
                  </a:lnTo>
                  <a:lnTo>
                    <a:pt x="6628800" y="3570404"/>
                  </a:lnTo>
                  <a:lnTo>
                    <a:pt x="6579658" y="3520526"/>
                  </a:lnTo>
                  <a:lnTo>
                    <a:pt x="6532380" y="3464870"/>
                  </a:lnTo>
                  <a:lnTo>
                    <a:pt x="6515891" y="3443667"/>
                  </a:lnTo>
                  <a:lnTo>
                    <a:pt x="6479726" y="3394004"/>
                  </a:lnTo>
                  <a:lnTo>
                    <a:pt x="6443902" y="3340619"/>
                  </a:lnTo>
                  <a:lnTo>
                    <a:pt x="6408195" y="3283439"/>
                  </a:lnTo>
                  <a:lnTo>
                    <a:pt x="6372430" y="3222452"/>
                  </a:lnTo>
                  <a:lnTo>
                    <a:pt x="6336477" y="3157715"/>
                  </a:lnTo>
                  <a:lnTo>
                    <a:pt x="6300246" y="3089365"/>
                  </a:lnTo>
                  <a:lnTo>
                    <a:pt x="6263682" y="3017619"/>
                  </a:lnTo>
                  <a:lnTo>
                    <a:pt x="6226767" y="2942776"/>
                  </a:lnTo>
                  <a:lnTo>
                    <a:pt x="6189510" y="2865213"/>
                  </a:lnTo>
                  <a:lnTo>
                    <a:pt x="6151947" y="2785386"/>
                  </a:lnTo>
                  <a:lnTo>
                    <a:pt x="6114138" y="2703814"/>
                  </a:lnTo>
                  <a:lnTo>
                    <a:pt x="6076156" y="2621066"/>
                  </a:lnTo>
                  <a:lnTo>
                    <a:pt x="6038091" y="2537751"/>
                  </a:lnTo>
                  <a:lnTo>
                    <a:pt x="6000033" y="2454493"/>
                  </a:lnTo>
                  <a:lnTo>
                    <a:pt x="5962077" y="2371914"/>
                  </a:lnTo>
                  <a:lnTo>
                    <a:pt x="5924307" y="2290617"/>
                  </a:lnTo>
                  <a:lnTo>
                    <a:pt x="5886796" y="2211164"/>
                  </a:lnTo>
                  <a:lnTo>
                    <a:pt x="5849599" y="2134064"/>
                  </a:lnTo>
                  <a:lnTo>
                    <a:pt x="5812748" y="2059757"/>
                  </a:lnTo>
                  <a:lnTo>
                    <a:pt x="5776247" y="1988607"/>
                  </a:lnTo>
                  <a:lnTo>
                    <a:pt x="5740071" y="1920900"/>
                  </a:lnTo>
                  <a:lnTo>
                    <a:pt x="5704160" y="1856836"/>
                  </a:lnTo>
                  <a:lnTo>
                    <a:pt x="5668416" y="1796537"/>
                  </a:lnTo>
                  <a:lnTo>
                    <a:pt x="5632702" y="1740049"/>
                  </a:lnTo>
                  <a:lnTo>
                    <a:pt x="5596835" y="1687347"/>
                  </a:lnTo>
                  <a:lnTo>
                    <a:pt x="5567201" y="1646971"/>
                  </a:lnTo>
                  <a:lnTo>
                    <a:pt x="5520415" y="1589221"/>
                  </a:lnTo>
                  <a:lnTo>
                    <a:pt x="5472023" y="1537323"/>
                  </a:lnTo>
                  <a:lnTo>
                    <a:pt x="5421256" y="1490969"/>
                  </a:lnTo>
                  <a:lnTo>
                    <a:pt x="5367259" y="1449645"/>
                  </a:lnTo>
                  <a:lnTo>
                    <a:pt x="5309157" y="1412775"/>
                  </a:lnTo>
                  <a:lnTo>
                    <a:pt x="5246142" y="1379803"/>
                  </a:lnTo>
                  <a:lnTo>
                    <a:pt x="5177559" y="1350245"/>
                  </a:lnTo>
                  <a:lnTo>
                    <a:pt x="5103042" y="1323712"/>
                  </a:lnTo>
                  <a:lnTo>
                    <a:pt x="5022682" y="1299920"/>
                  </a:lnTo>
                  <a:lnTo>
                    <a:pt x="4937226" y="1278698"/>
                  </a:lnTo>
                  <a:lnTo>
                    <a:pt x="4848275" y="1259979"/>
                  </a:lnTo>
                  <a:lnTo>
                    <a:pt x="4758405" y="1243777"/>
                  </a:lnTo>
                  <a:lnTo>
                    <a:pt x="4671122" y="1230151"/>
                  </a:lnTo>
                  <a:lnTo>
                    <a:pt x="4590542" y="1219149"/>
                  </a:lnTo>
                  <a:lnTo>
                    <a:pt x="4520783" y="1210745"/>
                  </a:lnTo>
                  <a:lnTo>
                    <a:pt x="4465153" y="1204786"/>
                  </a:lnTo>
                  <a:lnTo>
                    <a:pt x="4425371" y="1200975"/>
                  </a:lnTo>
                  <a:lnTo>
                    <a:pt x="4401071" y="1198882"/>
                  </a:lnTo>
                  <a:lnTo>
                    <a:pt x="4389732" y="1198000"/>
                  </a:lnTo>
                  <a:lnTo>
                    <a:pt x="4386910" y="1197801"/>
                  </a:lnTo>
                  <a:lnTo>
                    <a:pt x="4386855" y="1197797"/>
                  </a:lnTo>
                  <a:lnTo>
                    <a:pt x="3848118" y="1197797"/>
                  </a:lnTo>
                  <a:lnTo>
                    <a:pt x="3846842" y="1197758"/>
                  </a:lnTo>
                  <a:lnTo>
                    <a:pt x="3838513" y="1197479"/>
                  </a:lnTo>
                  <a:lnTo>
                    <a:pt x="3817735" y="1196707"/>
                  </a:lnTo>
                  <a:lnTo>
                    <a:pt x="3781143" y="1195191"/>
                  </a:lnTo>
                  <a:lnTo>
                    <a:pt x="3727722" y="1192714"/>
                  </a:lnTo>
                  <a:lnTo>
                    <a:pt x="3658837" y="1189116"/>
                  </a:lnTo>
                  <a:lnTo>
                    <a:pt x="3577775" y="1184308"/>
                  </a:lnTo>
                  <a:lnTo>
                    <a:pt x="3488900" y="1178269"/>
                  </a:lnTo>
                  <a:lnTo>
                    <a:pt x="3396719" y="1171018"/>
                  </a:lnTo>
                  <a:lnTo>
                    <a:pt x="3305137" y="1162585"/>
                  </a:lnTo>
                  <a:lnTo>
                    <a:pt x="3217048" y="1152978"/>
                  </a:lnTo>
                  <a:lnTo>
                    <a:pt x="3134261" y="1142169"/>
                  </a:lnTo>
                  <a:lnTo>
                    <a:pt x="3057622" y="1130078"/>
                  </a:lnTo>
                  <a:lnTo>
                    <a:pt x="2987241" y="1116569"/>
                  </a:lnTo>
                  <a:lnTo>
                    <a:pt x="2922719" y="1101454"/>
                  </a:lnTo>
                  <a:lnTo>
                    <a:pt x="2863341" y="1084498"/>
                  </a:lnTo>
                  <a:lnTo>
                    <a:pt x="2808220" y="1065433"/>
                  </a:lnTo>
                  <a:lnTo>
                    <a:pt x="2756410" y="1043982"/>
                  </a:lnTo>
                  <a:lnTo>
                    <a:pt x="2706991" y="1019904"/>
                  </a:lnTo>
                  <a:lnTo>
                    <a:pt x="2667772" y="998164"/>
                  </a:lnTo>
                  <a:lnTo>
                    <a:pt x="2621552" y="969616"/>
                  </a:lnTo>
                  <a:lnTo>
                    <a:pt x="2575783" y="938340"/>
                  </a:lnTo>
                  <a:lnTo>
                    <a:pt x="2530039" y="904293"/>
                  </a:lnTo>
                  <a:lnTo>
                    <a:pt x="2484021" y="867508"/>
                  </a:lnTo>
                  <a:lnTo>
                    <a:pt x="2437536" y="828110"/>
                  </a:lnTo>
                  <a:lnTo>
                    <a:pt x="2390491" y="786323"/>
                  </a:lnTo>
                  <a:lnTo>
                    <a:pt x="2342878" y="742464"/>
                  </a:lnTo>
                  <a:lnTo>
                    <a:pt x="2294762" y="696944"/>
                  </a:lnTo>
                  <a:lnTo>
                    <a:pt x="2246271" y="650252"/>
                  </a:lnTo>
                  <a:lnTo>
                    <a:pt x="2197573" y="602933"/>
                  </a:lnTo>
                  <a:lnTo>
                    <a:pt x="2148857" y="555565"/>
                  </a:lnTo>
                  <a:lnTo>
                    <a:pt x="2100318" y="508726"/>
                  </a:lnTo>
                  <a:lnTo>
                    <a:pt x="2052128" y="462971"/>
                  </a:lnTo>
                  <a:lnTo>
                    <a:pt x="2004423" y="418798"/>
                  </a:lnTo>
                  <a:lnTo>
                    <a:pt x="1957280" y="376633"/>
                  </a:lnTo>
                  <a:lnTo>
                    <a:pt x="1910704" y="336811"/>
                  </a:lnTo>
                  <a:lnTo>
                    <a:pt x="1864617" y="299570"/>
                  </a:lnTo>
                  <a:lnTo>
                    <a:pt x="1818845" y="265052"/>
                  </a:lnTo>
                  <a:lnTo>
                    <a:pt x="1773107" y="233306"/>
                  </a:lnTo>
                  <a:lnTo>
                    <a:pt x="1726999" y="204300"/>
                  </a:lnTo>
                  <a:lnTo>
                    <a:pt x="1719082" y="199632"/>
                  </a:lnTo>
                  <a:lnTo>
                    <a:pt x="1671008" y="173306"/>
                  </a:lnTo>
                  <a:lnTo>
                    <a:pt x="1621218" y="149721"/>
                  </a:lnTo>
                  <a:lnTo>
                    <a:pt x="1568876" y="128724"/>
                  </a:lnTo>
                  <a:lnTo>
                    <a:pt x="1513050" y="110063"/>
                  </a:lnTo>
                  <a:lnTo>
                    <a:pt x="1452798" y="93462"/>
                  </a:lnTo>
                  <a:lnTo>
                    <a:pt x="1387256" y="78655"/>
                  </a:lnTo>
                  <a:lnTo>
                    <a:pt x="1315754" y="65417"/>
                  </a:lnTo>
                  <a:lnTo>
                    <a:pt x="1237969" y="53567"/>
                  </a:lnTo>
                  <a:lnTo>
                    <a:pt x="1154129" y="42982"/>
                  </a:lnTo>
                  <a:lnTo>
                    <a:pt x="1065238" y="33589"/>
                  </a:lnTo>
                  <a:lnTo>
                    <a:pt x="973299" y="25369"/>
                  </a:lnTo>
                  <a:lnTo>
                    <a:pt x="881404" y="18337"/>
                  </a:lnTo>
                  <a:lnTo>
                    <a:pt x="793608" y="12522"/>
                  </a:lnTo>
                  <a:lnTo>
                    <a:pt x="714456" y="7937"/>
                  </a:lnTo>
                  <a:lnTo>
                    <a:pt x="648188" y="4552"/>
                  </a:lnTo>
                  <a:lnTo>
                    <a:pt x="597796" y="2264"/>
                  </a:lnTo>
                  <a:lnTo>
                    <a:pt x="564229" y="901"/>
                  </a:lnTo>
                  <a:lnTo>
                    <a:pt x="546032" y="238"/>
                  </a:lnTo>
                  <a:lnTo>
                    <a:pt x="539442" y="2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" name="pg155"/>
            <p:cNvSpPr/>
            <p:nvPr/>
          </p:nvSpPr>
          <p:spPr>
            <a:xfrm>
              <a:off x="546595" y="1605249"/>
              <a:ext cx="8234974" cy="4393739"/>
            </a:xfrm>
            <a:custGeom>
              <a:avLst/>
              <a:pathLst>
                <a:path w="8234974" h="4393739">
                  <a:moveTo>
                    <a:pt x="0" y="5444"/>
                  </a:moveTo>
                  <a:lnTo>
                    <a:pt x="538736" y="5444"/>
                  </a:lnTo>
                  <a:lnTo>
                    <a:pt x="540012" y="5483"/>
                  </a:lnTo>
                  <a:lnTo>
                    <a:pt x="548341" y="5762"/>
                  </a:lnTo>
                  <a:lnTo>
                    <a:pt x="569119" y="6535"/>
                  </a:lnTo>
                  <a:lnTo>
                    <a:pt x="605712" y="8050"/>
                  </a:lnTo>
                  <a:lnTo>
                    <a:pt x="659133" y="10527"/>
                  </a:lnTo>
                  <a:lnTo>
                    <a:pt x="728017" y="14125"/>
                  </a:lnTo>
                  <a:lnTo>
                    <a:pt x="809080" y="18933"/>
                  </a:lnTo>
                  <a:lnTo>
                    <a:pt x="897955" y="24972"/>
                  </a:lnTo>
                  <a:lnTo>
                    <a:pt x="990135" y="32223"/>
                  </a:lnTo>
                  <a:lnTo>
                    <a:pt x="1081718" y="40656"/>
                  </a:lnTo>
                  <a:lnTo>
                    <a:pt x="1169807" y="50263"/>
                  </a:lnTo>
                  <a:lnTo>
                    <a:pt x="1252594" y="61072"/>
                  </a:lnTo>
                  <a:lnTo>
                    <a:pt x="1329233" y="73163"/>
                  </a:lnTo>
                  <a:lnTo>
                    <a:pt x="1399613" y="86672"/>
                  </a:lnTo>
                  <a:lnTo>
                    <a:pt x="1464135" y="101787"/>
                  </a:lnTo>
                  <a:lnTo>
                    <a:pt x="1523514" y="118743"/>
                  </a:lnTo>
                  <a:lnTo>
                    <a:pt x="1578635" y="137808"/>
                  </a:lnTo>
                  <a:lnTo>
                    <a:pt x="1630445" y="159259"/>
                  </a:lnTo>
                  <a:lnTo>
                    <a:pt x="1679864" y="183337"/>
                  </a:lnTo>
                  <a:lnTo>
                    <a:pt x="1719082" y="205077"/>
                  </a:lnTo>
                  <a:lnTo>
                    <a:pt x="1765303" y="233625"/>
                  </a:lnTo>
                  <a:lnTo>
                    <a:pt x="1811072" y="264901"/>
                  </a:lnTo>
                  <a:lnTo>
                    <a:pt x="1856815" y="298948"/>
                  </a:lnTo>
                  <a:lnTo>
                    <a:pt x="1902834" y="335734"/>
                  </a:lnTo>
                  <a:lnTo>
                    <a:pt x="1949319" y="375131"/>
                  </a:lnTo>
                  <a:lnTo>
                    <a:pt x="1996364" y="416919"/>
                  </a:lnTo>
                  <a:lnTo>
                    <a:pt x="2043977" y="460777"/>
                  </a:lnTo>
                  <a:lnTo>
                    <a:pt x="2092092" y="506297"/>
                  </a:lnTo>
                  <a:lnTo>
                    <a:pt x="2140583" y="552989"/>
                  </a:lnTo>
                  <a:lnTo>
                    <a:pt x="2189282" y="600308"/>
                  </a:lnTo>
                  <a:lnTo>
                    <a:pt x="2237998" y="647677"/>
                  </a:lnTo>
                  <a:lnTo>
                    <a:pt x="2286537" y="694515"/>
                  </a:lnTo>
                  <a:lnTo>
                    <a:pt x="2334726" y="740270"/>
                  </a:lnTo>
                  <a:lnTo>
                    <a:pt x="2382431" y="784443"/>
                  </a:lnTo>
                  <a:lnTo>
                    <a:pt x="2429575" y="826608"/>
                  </a:lnTo>
                  <a:lnTo>
                    <a:pt x="2476151" y="866430"/>
                  </a:lnTo>
                  <a:lnTo>
                    <a:pt x="2522238" y="903671"/>
                  </a:lnTo>
                  <a:lnTo>
                    <a:pt x="2568010" y="938189"/>
                  </a:lnTo>
                  <a:lnTo>
                    <a:pt x="2613748" y="969935"/>
                  </a:lnTo>
                  <a:lnTo>
                    <a:pt x="2659856" y="998941"/>
                  </a:lnTo>
                  <a:lnTo>
                    <a:pt x="2667772" y="1003609"/>
                  </a:lnTo>
                  <a:lnTo>
                    <a:pt x="2715847" y="1029935"/>
                  </a:lnTo>
                  <a:lnTo>
                    <a:pt x="2765636" y="1053520"/>
                  </a:lnTo>
                  <a:lnTo>
                    <a:pt x="2817978" y="1074517"/>
                  </a:lnTo>
                  <a:lnTo>
                    <a:pt x="2873804" y="1093178"/>
                  </a:lnTo>
                  <a:lnTo>
                    <a:pt x="2934057" y="1109780"/>
                  </a:lnTo>
                  <a:lnTo>
                    <a:pt x="2999599" y="1124586"/>
                  </a:lnTo>
                  <a:lnTo>
                    <a:pt x="3071101" y="1137824"/>
                  </a:lnTo>
                  <a:lnTo>
                    <a:pt x="3148885" y="1149674"/>
                  </a:lnTo>
                  <a:lnTo>
                    <a:pt x="3232726" y="1160259"/>
                  </a:lnTo>
                  <a:lnTo>
                    <a:pt x="3321616" y="1169652"/>
                  </a:lnTo>
                  <a:lnTo>
                    <a:pt x="3413556" y="1177872"/>
                  </a:lnTo>
                  <a:lnTo>
                    <a:pt x="3505451" y="1184904"/>
                  </a:lnTo>
                  <a:lnTo>
                    <a:pt x="3593246" y="1190719"/>
                  </a:lnTo>
                  <a:lnTo>
                    <a:pt x="3672399" y="1195304"/>
                  </a:lnTo>
                  <a:lnTo>
                    <a:pt x="3738666" y="1198690"/>
                  </a:lnTo>
                  <a:lnTo>
                    <a:pt x="3789059" y="1200978"/>
                  </a:lnTo>
                  <a:lnTo>
                    <a:pt x="3822626" y="1202340"/>
                  </a:lnTo>
                  <a:lnTo>
                    <a:pt x="3840823" y="1203003"/>
                  </a:lnTo>
                  <a:lnTo>
                    <a:pt x="3847412" y="1203220"/>
                  </a:lnTo>
                  <a:lnTo>
                    <a:pt x="3848118" y="1203242"/>
                  </a:lnTo>
                  <a:lnTo>
                    <a:pt x="4386855" y="1203242"/>
                  </a:lnTo>
                  <a:lnTo>
                    <a:pt x="4387992" y="1203334"/>
                  </a:lnTo>
                  <a:lnTo>
                    <a:pt x="4395437" y="1203995"/>
                  </a:lnTo>
                  <a:lnTo>
                    <a:pt x="4414083" y="1205821"/>
                  </a:lnTo>
                  <a:lnTo>
                    <a:pt x="4447115" y="1209409"/>
                  </a:lnTo>
                  <a:lnTo>
                    <a:pt x="4495726" y="1215292"/>
                  </a:lnTo>
                  <a:lnTo>
                    <a:pt x="4559047" y="1223877"/>
                  </a:lnTo>
                  <a:lnTo>
                    <a:pt x="4634457" y="1235408"/>
                  </a:lnTo>
                  <a:lnTo>
                    <a:pt x="4718226" y="1249970"/>
                  </a:lnTo>
                  <a:lnTo>
                    <a:pt x="4806295" y="1267538"/>
                  </a:lnTo>
                  <a:lnTo>
                    <a:pt x="4894960" y="1288041"/>
                  </a:lnTo>
                  <a:lnTo>
                    <a:pt x="4981295" y="1311434"/>
                  </a:lnTo>
                  <a:lnTo>
                    <a:pt x="5063309" y="1337742"/>
                  </a:lnTo>
                  <a:lnTo>
                    <a:pt x="5139896" y="1367101"/>
                  </a:lnTo>
                  <a:lnTo>
                    <a:pt x="5210671" y="1399768"/>
                  </a:lnTo>
                  <a:lnTo>
                    <a:pt x="5275781" y="1436125"/>
                  </a:lnTo>
                  <a:lnTo>
                    <a:pt x="5335726" y="1476669"/>
                  </a:lnTo>
                  <a:lnTo>
                    <a:pt x="5391217" y="1521996"/>
                  </a:lnTo>
                  <a:lnTo>
                    <a:pt x="5443074" y="1572757"/>
                  </a:lnTo>
                  <a:lnTo>
                    <a:pt x="5492137" y="1629595"/>
                  </a:lnTo>
                  <a:lnTo>
                    <a:pt x="5539208" y="1693024"/>
                  </a:lnTo>
                  <a:lnTo>
                    <a:pt x="5567201" y="1734991"/>
                  </a:lnTo>
                  <a:lnTo>
                    <a:pt x="5600993" y="1789771"/>
                  </a:lnTo>
                  <a:lnTo>
                    <a:pt x="5634474" y="1848387"/>
                  </a:lnTo>
                  <a:lnTo>
                    <a:pt x="5667830" y="1910918"/>
                  </a:lnTo>
                  <a:lnTo>
                    <a:pt x="5701209" y="1977384"/>
                  </a:lnTo>
                  <a:lnTo>
                    <a:pt x="5734727" y="2047747"/>
                  </a:lnTo>
                  <a:lnTo>
                    <a:pt x="5768466" y="2121897"/>
                  </a:lnTo>
                  <a:lnTo>
                    <a:pt x="5802480" y="2199655"/>
                  </a:lnTo>
                  <a:lnTo>
                    <a:pt x="5836796" y="2280765"/>
                  </a:lnTo>
                  <a:lnTo>
                    <a:pt x="5871418" y="2364901"/>
                  </a:lnTo>
                  <a:lnTo>
                    <a:pt x="5906329" y="2451664"/>
                  </a:lnTo>
                  <a:lnTo>
                    <a:pt x="5941491" y="2540591"/>
                  </a:lnTo>
                  <a:lnTo>
                    <a:pt x="5976852" y="2631165"/>
                  </a:lnTo>
                  <a:lnTo>
                    <a:pt x="6012348" y="2722824"/>
                  </a:lnTo>
                  <a:lnTo>
                    <a:pt x="6047906" y="2814979"/>
                  </a:lnTo>
                  <a:lnTo>
                    <a:pt x="6083450" y="2907025"/>
                  </a:lnTo>
                  <a:lnTo>
                    <a:pt x="6118906" y="2998363"/>
                  </a:lnTo>
                  <a:lnTo>
                    <a:pt x="6154203" y="3088410"/>
                  </a:lnTo>
                  <a:lnTo>
                    <a:pt x="6189280" y="3176620"/>
                  </a:lnTo>
                  <a:lnTo>
                    <a:pt x="6224091" y="3262493"/>
                  </a:lnTo>
                  <a:lnTo>
                    <a:pt x="6258605" y="3345589"/>
                  </a:lnTo>
                  <a:lnTo>
                    <a:pt x="6292811" y="3425535"/>
                  </a:lnTo>
                  <a:lnTo>
                    <a:pt x="6326722" y="3502028"/>
                  </a:lnTo>
                  <a:lnTo>
                    <a:pt x="6360374" y="3574840"/>
                  </a:lnTo>
                  <a:lnTo>
                    <a:pt x="6393832" y="3643818"/>
                  </a:lnTo>
                  <a:lnTo>
                    <a:pt x="6427188" y="3708878"/>
                  </a:lnTo>
                  <a:lnTo>
                    <a:pt x="6460570" y="3770003"/>
                  </a:lnTo>
                  <a:lnTo>
                    <a:pt x="6494138" y="3827236"/>
                  </a:lnTo>
                  <a:lnTo>
                    <a:pt x="6515891" y="3861989"/>
                  </a:lnTo>
                  <a:lnTo>
                    <a:pt x="6562093" y="3929557"/>
                  </a:lnTo>
                  <a:lnTo>
                    <a:pt x="6609854" y="3990363"/>
                  </a:lnTo>
                  <a:lnTo>
                    <a:pt x="6659910" y="4044754"/>
                  </a:lnTo>
                  <a:lnTo>
                    <a:pt x="6713087" y="4093312"/>
                  </a:lnTo>
                  <a:lnTo>
                    <a:pt x="6770225" y="4136693"/>
                  </a:lnTo>
                  <a:lnTo>
                    <a:pt x="6832113" y="4175535"/>
                  </a:lnTo>
                  <a:lnTo>
                    <a:pt x="6899394" y="4210396"/>
                  </a:lnTo>
                  <a:lnTo>
                    <a:pt x="6972448" y="4241731"/>
                  </a:lnTo>
                  <a:lnTo>
                    <a:pt x="7051238" y="4269874"/>
                  </a:lnTo>
                  <a:lnTo>
                    <a:pt x="7135119" y="4295033"/>
                  </a:lnTo>
                  <a:lnTo>
                    <a:pt x="7222654" y="4317299"/>
                  </a:lnTo>
                  <a:lnTo>
                    <a:pt x="7311483" y="4336663"/>
                  </a:lnTo>
                  <a:lnTo>
                    <a:pt x="7398345" y="4353063"/>
                  </a:lnTo>
                  <a:lnTo>
                    <a:pt x="7479328" y="4366439"/>
                  </a:lnTo>
                  <a:lnTo>
                    <a:pt x="7550413" y="4376799"/>
                  </a:lnTo>
                  <a:lnTo>
                    <a:pt x="7608211" y="4384290"/>
                  </a:lnTo>
                  <a:lnTo>
                    <a:pt x="7650724" y="4389220"/>
                  </a:lnTo>
                  <a:lnTo>
                    <a:pt x="7677876" y="4392051"/>
                  </a:lnTo>
                  <a:lnTo>
                    <a:pt x="7691664" y="4393349"/>
                  </a:lnTo>
                  <a:lnTo>
                    <a:pt x="7695974" y="4393718"/>
                  </a:lnTo>
                  <a:lnTo>
                    <a:pt x="7696237" y="4393739"/>
                  </a:lnTo>
                  <a:lnTo>
                    <a:pt x="8234974" y="4393739"/>
                  </a:lnTo>
                  <a:lnTo>
                    <a:pt x="8234974" y="4388294"/>
                  </a:lnTo>
                  <a:lnTo>
                    <a:pt x="7696237" y="4388294"/>
                  </a:lnTo>
                  <a:lnTo>
                    <a:pt x="7695100" y="4388202"/>
                  </a:lnTo>
                  <a:lnTo>
                    <a:pt x="7687656" y="4387541"/>
                  </a:lnTo>
                  <a:lnTo>
                    <a:pt x="7669009" y="4385715"/>
                  </a:lnTo>
                  <a:lnTo>
                    <a:pt x="7635977" y="4382127"/>
                  </a:lnTo>
                  <a:lnTo>
                    <a:pt x="7587367" y="4376243"/>
                  </a:lnTo>
                  <a:lnTo>
                    <a:pt x="7524045" y="4367658"/>
                  </a:lnTo>
                  <a:lnTo>
                    <a:pt x="7448635" y="4356128"/>
                  </a:lnTo>
                  <a:lnTo>
                    <a:pt x="7364867" y="4341566"/>
                  </a:lnTo>
                  <a:lnTo>
                    <a:pt x="7276797" y="4323998"/>
                  </a:lnTo>
                  <a:lnTo>
                    <a:pt x="7188132" y="4303494"/>
                  </a:lnTo>
                  <a:lnTo>
                    <a:pt x="7101797" y="4280102"/>
                  </a:lnTo>
                  <a:lnTo>
                    <a:pt x="7019783" y="4253793"/>
                  </a:lnTo>
                  <a:lnTo>
                    <a:pt x="6943197" y="4224434"/>
                  </a:lnTo>
                  <a:lnTo>
                    <a:pt x="6872422" y="4191767"/>
                  </a:lnTo>
                  <a:lnTo>
                    <a:pt x="6807312" y="4155411"/>
                  </a:lnTo>
                  <a:lnTo>
                    <a:pt x="6747367" y="4114866"/>
                  </a:lnTo>
                  <a:lnTo>
                    <a:pt x="6691875" y="4069540"/>
                  </a:lnTo>
                  <a:lnTo>
                    <a:pt x="6640019" y="4018779"/>
                  </a:lnTo>
                  <a:lnTo>
                    <a:pt x="6590955" y="3961941"/>
                  </a:lnTo>
                  <a:lnTo>
                    <a:pt x="6543884" y="3898512"/>
                  </a:lnTo>
                  <a:lnTo>
                    <a:pt x="6515891" y="3856545"/>
                  </a:lnTo>
                  <a:lnTo>
                    <a:pt x="6482099" y="3801764"/>
                  </a:lnTo>
                  <a:lnTo>
                    <a:pt x="6448619" y="3743148"/>
                  </a:lnTo>
                  <a:lnTo>
                    <a:pt x="6415263" y="3680618"/>
                  </a:lnTo>
                  <a:lnTo>
                    <a:pt x="6381883" y="3614151"/>
                  </a:lnTo>
                  <a:lnTo>
                    <a:pt x="6348365" y="3543789"/>
                  </a:lnTo>
                  <a:lnTo>
                    <a:pt x="6314626" y="3469639"/>
                  </a:lnTo>
                  <a:lnTo>
                    <a:pt x="6280613" y="3391881"/>
                  </a:lnTo>
                  <a:lnTo>
                    <a:pt x="6246297" y="3310770"/>
                  </a:lnTo>
                  <a:lnTo>
                    <a:pt x="6211674" y="3226634"/>
                  </a:lnTo>
                  <a:lnTo>
                    <a:pt x="6176763" y="3139871"/>
                  </a:lnTo>
                  <a:lnTo>
                    <a:pt x="6141601" y="3050944"/>
                  </a:lnTo>
                  <a:lnTo>
                    <a:pt x="6106240" y="2960370"/>
                  </a:lnTo>
                  <a:lnTo>
                    <a:pt x="6070744" y="2868711"/>
                  </a:lnTo>
                  <a:lnTo>
                    <a:pt x="6035187" y="2776557"/>
                  </a:lnTo>
                  <a:lnTo>
                    <a:pt x="5999642" y="2684511"/>
                  </a:lnTo>
                  <a:lnTo>
                    <a:pt x="5964187" y="2593173"/>
                  </a:lnTo>
                  <a:lnTo>
                    <a:pt x="5928890" y="2503126"/>
                  </a:lnTo>
                  <a:lnTo>
                    <a:pt x="5893812" y="2414916"/>
                  </a:lnTo>
                  <a:lnTo>
                    <a:pt x="5859001" y="2329042"/>
                  </a:lnTo>
                  <a:lnTo>
                    <a:pt x="5824487" y="2245946"/>
                  </a:lnTo>
                  <a:lnTo>
                    <a:pt x="5790281" y="2166001"/>
                  </a:lnTo>
                  <a:lnTo>
                    <a:pt x="5756370" y="2089508"/>
                  </a:lnTo>
                  <a:lnTo>
                    <a:pt x="5722718" y="2016695"/>
                  </a:lnTo>
                  <a:lnTo>
                    <a:pt x="5689261" y="1947717"/>
                  </a:lnTo>
                  <a:lnTo>
                    <a:pt x="5655904" y="1882657"/>
                  </a:lnTo>
                  <a:lnTo>
                    <a:pt x="5622523" y="1821533"/>
                  </a:lnTo>
                  <a:lnTo>
                    <a:pt x="5588955" y="1764300"/>
                  </a:lnTo>
                  <a:lnTo>
                    <a:pt x="5567201" y="1729547"/>
                  </a:lnTo>
                  <a:lnTo>
                    <a:pt x="5520999" y="1661979"/>
                  </a:lnTo>
                  <a:lnTo>
                    <a:pt x="5473239" y="1601172"/>
                  </a:lnTo>
                  <a:lnTo>
                    <a:pt x="5423183" y="1546781"/>
                  </a:lnTo>
                  <a:lnTo>
                    <a:pt x="5370006" y="1498224"/>
                  </a:lnTo>
                  <a:lnTo>
                    <a:pt x="5312867" y="1454842"/>
                  </a:lnTo>
                  <a:lnTo>
                    <a:pt x="5250979" y="1416001"/>
                  </a:lnTo>
                  <a:lnTo>
                    <a:pt x="5183698" y="1381139"/>
                  </a:lnTo>
                  <a:lnTo>
                    <a:pt x="5110644" y="1349804"/>
                  </a:lnTo>
                  <a:lnTo>
                    <a:pt x="5031855" y="1321661"/>
                  </a:lnTo>
                  <a:lnTo>
                    <a:pt x="4947974" y="1296502"/>
                  </a:lnTo>
                  <a:lnTo>
                    <a:pt x="4860439" y="1274237"/>
                  </a:lnTo>
                  <a:lnTo>
                    <a:pt x="4771609" y="1254872"/>
                  </a:lnTo>
                  <a:lnTo>
                    <a:pt x="4684748" y="1238472"/>
                  </a:lnTo>
                  <a:lnTo>
                    <a:pt x="4603764" y="1225097"/>
                  </a:lnTo>
                  <a:lnTo>
                    <a:pt x="4532679" y="1214736"/>
                  </a:lnTo>
                  <a:lnTo>
                    <a:pt x="4474882" y="1207245"/>
                  </a:lnTo>
                  <a:lnTo>
                    <a:pt x="4432368" y="1202316"/>
                  </a:lnTo>
                  <a:lnTo>
                    <a:pt x="4405216" y="1199485"/>
                  </a:lnTo>
                  <a:lnTo>
                    <a:pt x="4391429" y="1198187"/>
                  </a:lnTo>
                  <a:lnTo>
                    <a:pt x="4387118" y="1197818"/>
                  </a:lnTo>
                  <a:lnTo>
                    <a:pt x="4386855" y="1197797"/>
                  </a:lnTo>
                  <a:lnTo>
                    <a:pt x="3848118" y="1197797"/>
                  </a:lnTo>
                  <a:lnTo>
                    <a:pt x="3846842" y="1197758"/>
                  </a:lnTo>
                  <a:lnTo>
                    <a:pt x="3838513" y="1197479"/>
                  </a:lnTo>
                  <a:lnTo>
                    <a:pt x="3817735" y="1196707"/>
                  </a:lnTo>
                  <a:lnTo>
                    <a:pt x="3781143" y="1195191"/>
                  </a:lnTo>
                  <a:lnTo>
                    <a:pt x="3727722" y="1192714"/>
                  </a:lnTo>
                  <a:lnTo>
                    <a:pt x="3658837" y="1189116"/>
                  </a:lnTo>
                  <a:lnTo>
                    <a:pt x="3577775" y="1184308"/>
                  </a:lnTo>
                  <a:lnTo>
                    <a:pt x="3488900" y="1178269"/>
                  </a:lnTo>
                  <a:lnTo>
                    <a:pt x="3396719" y="1171018"/>
                  </a:lnTo>
                  <a:lnTo>
                    <a:pt x="3305137" y="1162585"/>
                  </a:lnTo>
                  <a:lnTo>
                    <a:pt x="3217048" y="1152978"/>
                  </a:lnTo>
                  <a:lnTo>
                    <a:pt x="3134261" y="1142169"/>
                  </a:lnTo>
                  <a:lnTo>
                    <a:pt x="3057622" y="1130078"/>
                  </a:lnTo>
                  <a:lnTo>
                    <a:pt x="2987241" y="1116569"/>
                  </a:lnTo>
                  <a:lnTo>
                    <a:pt x="2922719" y="1101454"/>
                  </a:lnTo>
                  <a:lnTo>
                    <a:pt x="2863341" y="1084498"/>
                  </a:lnTo>
                  <a:lnTo>
                    <a:pt x="2808220" y="1065433"/>
                  </a:lnTo>
                  <a:lnTo>
                    <a:pt x="2756410" y="1043982"/>
                  </a:lnTo>
                  <a:lnTo>
                    <a:pt x="2706991" y="1019904"/>
                  </a:lnTo>
                  <a:lnTo>
                    <a:pt x="2667772" y="998164"/>
                  </a:lnTo>
                  <a:lnTo>
                    <a:pt x="2621552" y="969616"/>
                  </a:lnTo>
                  <a:lnTo>
                    <a:pt x="2575783" y="938340"/>
                  </a:lnTo>
                  <a:lnTo>
                    <a:pt x="2530039" y="904293"/>
                  </a:lnTo>
                  <a:lnTo>
                    <a:pt x="2484021" y="867508"/>
                  </a:lnTo>
                  <a:lnTo>
                    <a:pt x="2437536" y="828110"/>
                  </a:lnTo>
                  <a:lnTo>
                    <a:pt x="2390491" y="786323"/>
                  </a:lnTo>
                  <a:lnTo>
                    <a:pt x="2342878" y="742464"/>
                  </a:lnTo>
                  <a:lnTo>
                    <a:pt x="2294762" y="696944"/>
                  </a:lnTo>
                  <a:lnTo>
                    <a:pt x="2246271" y="650252"/>
                  </a:lnTo>
                  <a:lnTo>
                    <a:pt x="2197573" y="602933"/>
                  </a:lnTo>
                  <a:lnTo>
                    <a:pt x="2148857" y="555565"/>
                  </a:lnTo>
                  <a:lnTo>
                    <a:pt x="2100318" y="508726"/>
                  </a:lnTo>
                  <a:lnTo>
                    <a:pt x="2052128" y="462971"/>
                  </a:lnTo>
                  <a:lnTo>
                    <a:pt x="2004423" y="418798"/>
                  </a:lnTo>
                  <a:lnTo>
                    <a:pt x="1957280" y="376633"/>
                  </a:lnTo>
                  <a:lnTo>
                    <a:pt x="1910704" y="336811"/>
                  </a:lnTo>
                  <a:lnTo>
                    <a:pt x="1864617" y="299570"/>
                  </a:lnTo>
                  <a:lnTo>
                    <a:pt x="1818845" y="265052"/>
                  </a:lnTo>
                  <a:lnTo>
                    <a:pt x="1773107" y="233306"/>
                  </a:lnTo>
                  <a:lnTo>
                    <a:pt x="1726999" y="204300"/>
                  </a:lnTo>
                  <a:lnTo>
                    <a:pt x="1719082" y="199632"/>
                  </a:lnTo>
                  <a:lnTo>
                    <a:pt x="1671008" y="173306"/>
                  </a:lnTo>
                  <a:lnTo>
                    <a:pt x="1621218" y="149721"/>
                  </a:lnTo>
                  <a:lnTo>
                    <a:pt x="1568876" y="128724"/>
                  </a:lnTo>
                  <a:lnTo>
                    <a:pt x="1513050" y="110063"/>
                  </a:lnTo>
                  <a:lnTo>
                    <a:pt x="1452798" y="93462"/>
                  </a:lnTo>
                  <a:lnTo>
                    <a:pt x="1387256" y="78655"/>
                  </a:lnTo>
                  <a:lnTo>
                    <a:pt x="1315754" y="65417"/>
                  </a:lnTo>
                  <a:lnTo>
                    <a:pt x="1237969" y="53567"/>
                  </a:lnTo>
                  <a:lnTo>
                    <a:pt x="1154129" y="42982"/>
                  </a:lnTo>
                  <a:lnTo>
                    <a:pt x="1065238" y="33589"/>
                  </a:lnTo>
                  <a:lnTo>
                    <a:pt x="973299" y="25369"/>
                  </a:lnTo>
                  <a:lnTo>
                    <a:pt x="881404" y="18337"/>
                  </a:lnTo>
                  <a:lnTo>
                    <a:pt x="793608" y="12522"/>
                  </a:lnTo>
                  <a:lnTo>
                    <a:pt x="714456" y="7937"/>
                  </a:lnTo>
                  <a:lnTo>
                    <a:pt x="648188" y="4552"/>
                  </a:lnTo>
                  <a:lnTo>
                    <a:pt x="597796" y="2264"/>
                  </a:lnTo>
                  <a:lnTo>
                    <a:pt x="564229" y="901"/>
                  </a:lnTo>
                  <a:lnTo>
                    <a:pt x="546032" y="238"/>
                  </a:lnTo>
                  <a:lnTo>
                    <a:pt x="539442" y="2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546595" y="1610693"/>
              <a:ext cx="8234974" cy="4388294"/>
            </a:xfrm>
            <a:custGeom>
              <a:avLst/>
              <a:pathLst>
                <a:path w="8234974" h="4388294">
                  <a:moveTo>
                    <a:pt x="0" y="0"/>
                  </a:moveTo>
                  <a:lnTo>
                    <a:pt x="538736" y="0"/>
                  </a:lnTo>
                  <a:lnTo>
                    <a:pt x="540012" y="39"/>
                  </a:lnTo>
                  <a:lnTo>
                    <a:pt x="548341" y="318"/>
                  </a:lnTo>
                  <a:lnTo>
                    <a:pt x="569119" y="1090"/>
                  </a:lnTo>
                  <a:lnTo>
                    <a:pt x="605712" y="2605"/>
                  </a:lnTo>
                  <a:lnTo>
                    <a:pt x="659133" y="5082"/>
                  </a:lnTo>
                  <a:lnTo>
                    <a:pt x="728017" y="8681"/>
                  </a:lnTo>
                  <a:lnTo>
                    <a:pt x="809080" y="13489"/>
                  </a:lnTo>
                  <a:lnTo>
                    <a:pt x="897955" y="19527"/>
                  </a:lnTo>
                  <a:lnTo>
                    <a:pt x="990135" y="26778"/>
                  </a:lnTo>
                  <a:lnTo>
                    <a:pt x="1081718" y="35212"/>
                  </a:lnTo>
                  <a:lnTo>
                    <a:pt x="1169807" y="44818"/>
                  </a:lnTo>
                  <a:lnTo>
                    <a:pt x="1252594" y="55627"/>
                  </a:lnTo>
                  <a:lnTo>
                    <a:pt x="1329233" y="67718"/>
                  </a:lnTo>
                  <a:lnTo>
                    <a:pt x="1399613" y="81227"/>
                  </a:lnTo>
                  <a:lnTo>
                    <a:pt x="1464135" y="96342"/>
                  </a:lnTo>
                  <a:lnTo>
                    <a:pt x="1523514" y="113298"/>
                  </a:lnTo>
                  <a:lnTo>
                    <a:pt x="1578635" y="132364"/>
                  </a:lnTo>
                  <a:lnTo>
                    <a:pt x="1630445" y="153815"/>
                  </a:lnTo>
                  <a:lnTo>
                    <a:pt x="1679864" y="177892"/>
                  </a:lnTo>
                  <a:lnTo>
                    <a:pt x="1719082" y="199632"/>
                  </a:lnTo>
                  <a:lnTo>
                    <a:pt x="1765303" y="228181"/>
                  </a:lnTo>
                  <a:lnTo>
                    <a:pt x="1811072" y="259456"/>
                  </a:lnTo>
                  <a:lnTo>
                    <a:pt x="1856815" y="293504"/>
                  </a:lnTo>
                  <a:lnTo>
                    <a:pt x="1902834" y="330289"/>
                  </a:lnTo>
                  <a:lnTo>
                    <a:pt x="1949319" y="369686"/>
                  </a:lnTo>
                  <a:lnTo>
                    <a:pt x="1996364" y="411474"/>
                  </a:lnTo>
                  <a:lnTo>
                    <a:pt x="2043977" y="455333"/>
                  </a:lnTo>
                  <a:lnTo>
                    <a:pt x="2092092" y="500852"/>
                  </a:lnTo>
                  <a:lnTo>
                    <a:pt x="2140583" y="547544"/>
                  </a:lnTo>
                  <a:lnTo>
                    <a:pt x="2189282" y="594863"/>
                  </a:lnTo>
                  <a:lnTo>
                    <a:pt x="2237998" y="642232"/>
                  </a:lnTo>
                  <a:lnTo>
                    <a:pt x="2286537" y="689070"/>
                  </a:lnTo>
                  <a:lnTo>
                    <a:pt x="2334726" y="734826"/>
                  </a:lnTo>
                  <a:lnTo>
                    <a:pt x="2382431" y="778998"/>
                  </a:lnTo>
                  <a:lnTo>
                    <a:pt x="2429575" y="821163"/>
                  </a:lnTo>
                  <a:lnTo>
                    <a:pt x="2476151" y="860986"/>
                  </a:lnTo>
                  <a:lnTo>
                    <a:pt x="2522238" y="898227"/>
                  </a:lnTo>
                  <a:lnTo>
                    <a:pt x="2568010" y="932745"/>
                  </a:lnTo>
                  <a:lnTo>
                    <a:pt x="2613748" y="964491"/>
                  </a:lnTo>
                  <a:lnTo>
                    <a:pt x="2659856" y="993496"/>
                  </a:lnTo>
                  <a:lnTo>
                    <a:pt x="2667772" y="998164"/>
                  </a:lnTo>
                  <a:lnTo>
                    <a:pt x="2715847" y="1024490"/>
                  </a:lnTo>
                  <a:lnTo>
                    <a:pt x="2765636" y="1048076"/>
                  </a:lnTo>
                  <a:lnTo>
                    <a:pt x="2817978" y="1069073"/>
                  </a:lnTo>
                  <a:lnTo>
                    <a:pt x="2873804" y="1087733"/>
                  </a:lnTo>
                  <a:lnTo>
                    <a:pt x="2934057" y="1104335"/>
                  </a:lnTo>
                  <a:lnTo>
                    <a:pt x="2999599" y="1119141"/>
                  </a:lnTo>
                  <a:lnTo>
                    <a:pt x="3071101" y="1132380"/>
                  </a:lnTo>
                  <a:lnTo>
                    <a:pt x="3148885" y="1144229"/>
                  </a:lnTo>
                  <a:lnTo>
                    <a:pt x="3232726" y="1154815"/>
                  </a:lnTo>
                  <a:lnTo>
                    <a:pt x="3321616" y="1164207"/>
                  </a:lnTo>
                  <a:lnTo>
                    <a:pt x="3413556" y="1172427"/>
                  </a:lnTo>
                  <a:lnTo>
                    <a:pt x="3505451" y="1179459"/>
                  </a:lnTo>
                  <a:lnTo>
                    <a:pt x="3593246" y="1185275"/>
                  </a:lnTo>
                  <a:lnTo>
                    <a:pt x="3672399" y="1189859"/>
                  </a:lnTo>
                  <a:lnTo>
                    <a:pt x="3738666" y="1193245"/>
                  </a:lnTo>
                  <a:lnTo>
                    <a:pt x="3789059" y="1195533"/>
                  </a:lnTo>
                  <a:lnTo>
                    <a:pt x="3822626" y="1196895"/>
                  </a:lnTo>
                  <a:lnTo>
                    <a:pt x="3840823" y="1197559"/>
                  </a:lnTo>
                  <a:lnTo>
                    <a:pt x="3847412" y="1197776"/>
                  </a:lnTo>
                  <a:lnTo>
                    <a:pt x="3848118" y="1197797"/>
                  </a:lnTo>
                  <a:lnTo>
                    <a:pt x="4386855" y="1197797"/>
                  </a:lnTo>
                  <a:lnTo>
                    <a:pt x="4387992" y="1197890"/>
                  </a:lnTo>
                  <a:lnTo>
                    <a:pt x="4395437" y="1198550"/>
                  </a:lnTo>
                  <a:lnTo>
                    <a:pt x="4414083" y="1200376"/>
                  </a:lnTo>
                  <a:lnTo>
                    <a:pt x="4447115" y="1203964"/>
                  </a:lnTo>
                  <a:lnTo>
                    <a:pt x="4495726" y="1209848"/>
                  </a:lnTo>
                  <a:lnTo>
                    <a:pt x="4559047" y="1218433"/>
                  </a:lnTo>
                  <a:lnTo>
                    <a:pt x="4634457" y="1229963"/>
                  </a:lnTo>
                  <a:lnTo>
                    <a:pt x="4718226" y="1244525"/>
                  </a:lnTo>
                  <a:lnTo>
                    <a:pt x="4806295" y="1262093"/>
                  </a:lnTo>
                  <a:lnTo>
                    <a:pt x="4894960" y="1282597"/>
                  </a:lnTo>
                  <a:lnTo>
                    <a:pt x="4981295" y="1305989"/>
                  </a:lnTo>
                  <a:lnTo>
                    <a:pt x="5063309" y="1332298"/>
                  </a:lnTo>
                  <a:lnTo>
                    <a:pt x="5139896" y="1361657"/>
                  </a:lnTo>
                  <a:lnTo>
                    <a:pt x="5210671" y="1394324"/>
                  </a:lnTo>
                  <a:lnTo>
                    <a:pt x="5275781" y="1430680"/>
                  </a:lnTo>
                  <a:lnTo>
                    <a:pt x="5335726" y="1471225"/>
                  </a:lnTo>
                  <a:lnTo>
                    <a:pt x="5391217" y="1516551"/>
                  </a:lnTo>
                  <a:lnTo>
                    <a:pt x="5443074" y="1567312"/>
                  </a:lnTo>
                  <a:lnTo>
                    <a:pt x="5492137" y="1624150"/>
                  </a:lnTo>
                  <a:lnTo>
                    <a:pt x="5539208" y="1687579"/>
                  </a:lnTo>
                  <a:lnTo>
                    <a:pt x="5567201" y="1729547"/>
                  </a:lnTo>
                  <a:lnTo>
                    <a:pt x="5600993" y="1784327"/>
                  </a:lnTo>
                  <a:lnTo>
                    <a:pt x="5634474" y="1842943"/>
                  </a:lnTo>
                  <a:lnTo>
                    <a:pt x="5667830" y="1905473"/>
                  </a:lnTo>
                  <a:lnTo>
                    <a:pt x="5701209" y="1971940"/>
                  </a:lnTo>
                  <a:lnTo>
                    <a:pt x="5734727" y="2042302"/>
                  </a:lnTo>
                  <a:lnTo>
                    <a:pt x="5768466" y="2116452"/>
                  </a:lnTo>
                  <a:lnTo>
                    <a:pt x="5802480" y="2194210"/>
                  </a:lnTo>
                  <a:lnTo>
                    <a:pt x="5836796" y="2275321"/>
                  </a:lnTo>
                  <a:lnTo>
                    <a:pt x="5871418" y="2359457"/>
                  </a:lnTo>
                  <a:lnTo>
                    <a:pt x="5906329" y="2446220"/>
                  </a:lnTo>
                  <a:lnTo>
                    <a:pt x="5941491" y="2535147"/>
                  </a:lnTo>
                  <a:lnTo>
                    <a:pt x="5976852" y="2625721"/>
                  </a:lnTo>
                  <a:lnTo>
                    <a:pt x="6012348" y="2717380"/>
                  </a:lnTo>
                  <a:lnTo>
                    <a:pt x="6047906" y="2809534"/>
                  </a:lnTo>
                  <a:lnTo>
                    <a:pt x="6083450" y="2901581"/>
                  </a:lnTo>
                  <a:lnTo>
                    <a:pt x="6118906" y="2992918"/>
                  </a:lnTo>
                  <a:lnTo>
                    <a:pt x="6154203" y="3082965"/>
                  </a:lnTo>
                  <a:lnTo>
                    <a:pt x="6189280" y="3171175"/>
                  </a:lnTo>
                  <a:lnTo>
                    <a:pt x="6224091" y="3257049"/>
                  </a:lnTo>
                  <a:lnTo>
                    <a:pt x="6258605" y="3340145"/>
                  </a:lnTo>
                  <a:lnTo>
                    <a:pt x="6292811" y="3420090"/>
                  </a:lnTo>
                  <a:lnTo>
                    <a:pt x="6326722" y="3496583"/>
                  </a:lnTo>
                  <a:lnTo>
                    <a:pt x="6360374" y="3569396"/>
                  </a:lnTo>
                  <a:lnTo>
                    <a:pt x="6393832" y="3638374"/>
                  </a:lnTo>
                  <a:lnTo>
                    <a:pt x="6427188" y="3703434"/>
                  </a:lnTo>
                  <a:lnTo>
                    <a:pt x="6460570" y="3764558"/>
                  </a:lnTo>
                  <a:lnTo>
                    <a:pt x="6494138" y="3821791"/>
                  </a:lnTo>
                  <a:lnTo>
                    <a:pt x="6515891" y="3856545"/>
                  </a:lnTo>
                  <a:lnTo>
                    <a:pt x="6562093" y="3924112"/>
                  </a:lnTo>
                  <a:lnTo>
                    <a:pt x="6609854" y="3984919"/>
                  </a:lnTo>
                  <a:lnTo>
                    <a:pt x="6659910" y="4039310"/>
                  </a:lnTo>
                  <a:lnTo>
                    <a:pt x="6713087" y="4087867"/>
                  </a:lnTo>
                  <a:lnTo>
                    <a:pt x="6770225" y="4131249"/>
                  </a:lnTo>
                  <a:lnTo>
                    <a:pt x="6832113" y="4170090"/>
                  </a:lnTo>
                  <a:lnTo>
                    <a:pt x="6899394" y="4204952"/>
                  </a:lnTo>
                  <a:lnTo>
                    <a:pt x="6972448" y="4236287"/>
                  </a:lnTo>
                  <a:lnTo>
                    <a:pt x="7051238" y="4264430"/>
                  </a:lnTo>
                  <a:lnTo>
                    <a:pt x="7135119" y="4289589"/>
                  </a:lnTo>
                  <a:lnTo>
                    <a:pt x="7222654" y="4311854"/>
                  </a:lnTo>
                  <a:lnTo>
                    <a:pt x="7311483" y="4331219"/>
                  </a:lnTo>
                  <a:lnTo>
                    <a:pt x="7398345" y="4347619"/>
                  </a:lnTo>
                  <a:lnTo>
                    <a:pt x="7479328" y="4360994"/>
                  </a:lnTo>
                  <a:lnTo>
                    <a:pt x="7550413" y="4371355"/>
                  </a:lnTo>
                  <a:lnTo>
                    <a:pt x="7608211" y="4378846"/>
                  </a:lnTo>
                  <a:lnTo>
                    <a:pt x="7650724" y="4383775"/>
                  </a:lnTo>
                  <a:lnTo>
                    <a:pt x="7677876" y="4386606"/>
                  </a:lnTo>
                  <a:lnTo>
                    <a:pt x="7691664" y="4387905"/>
                  </a:lnTo>
                  <a:lnTo>
                    <a:pt x="7695974" y="4388273"/>
                  </a:lnTo>
                  <a:lnTo>
                    <a:pt x="7696237" y="4388294"/>
                  </a:lnTo>
                  <a:lnTo>
                    <a:pt x="8234974" y="43882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546595" y="1605249"/>
              <a:ext cx="8234974" cy="4388294"/>
            </a:xfrm>
            <a:custGeom>
              <a:avLst/>
              <a:pathLst>
                <a:path w="8234974" h="4388294">
                  <a:moveTo>
                    <a:pt x="8234974" y="4388294"/>
                  </a:moveTo>
                  <a:lnTo>
                    <a:pt x="7696237" y="4388294"/>
                  </a:lnTo>
                  <a:lnTo>
                    <a:pt x="7695100" y="4388202"/>
                  </a:lnTo>
                  <a:lnTo>
                    <a:pt x="7687656" y="4387541"/>
                  </a:lnTo>
                  <a:lnTo>
                    <a:pt x="7669009" y="4385715"/>
                  </a:lnTo>
                  <a:lnTo>
                    <a:pt x="7635977" y="4382127"/>
                  </a:lnTo>
                  <a:lnTo>
                    <a:pt x="7587367" y="4376243"/>
                  </a:lnTo>
                  <a:lnTo>
                    <a:pt x="7524045" y="4367658"/>
                  </a:lnTo>
                  <a:lnTo>
                    <a:pt x="7448635" y="4356128"/>
                  </a:lnTo>
                  <a:lnTo>
                    <a:pt x="7364867" y="4341566"/>
                  </a:lnTo>
                  <a:lnTo>
                    <a:pt x="7276797" y="4323998"/>
                  </a:lnTo>
                  <a:lnTo>
                    <a:pt x="7188132" y="4303494"/>
                  </a:lnTo>
                  <a:lnTo>
                    <a:pt x="7101797" y="4280102"/>
                  </a:lnTo>
                  <a:lnTo>
                    <a:pt x="7019783" y="4253793"/>
                  </a:lnTo>
                  <a:lnTo>
                    <a:pt x="6943197" y="4224434"/>
                  </a:lnTo>
                  <a:lnTo>
                    <a:pt x="6872422" y="4191767"/>
                  </a:lnTo>
                  <a:lnTo>
                    <a:pt x="6807312" y="4155411"/>
                  </a:lnTo>
                  <a:lnTo>
                    <a:pt x="6747367" y="4114866"/>
                  </a:lnTo>
                  <a:lnTo>
                    <a:pt x="6691875" y="4069540"/>
                  </a:lnTo>
                  <a:lnTo>
                    <a:pt x="6640019" y="4018779"/>
                  </a:lnTo>
                  <a:lnTo>
                    <a:pt x="6590955" y="3961941"/>
                  </a:lnTo>
                  <a:lnTo>
                    <a:pt x="6543884" y="3898512"/>
                  </a:lnTo>
                  <a:lnTo>
                    <a:pt x="6515891" y="3856545"/>
                  </a:lnTo>
                  <a:lnTo>
                    <a:pt x="6482099" y="3801764"/>
                  </a:lnTo>
                  <a:lnTo>
                    <a:pt x="6448619" y="3743148"/>
                  </a:lnTo>
                  <a:lnTo>
                    <a:pt x="6415263" y="3680618"/>
                  </a:lnTo>
                  <a:lnTo>
                    <a:pt x="6381883" y="3614151"/>
                  </a:lnTo>
                  <a:lnTo>
                    <a:pt x="6348365" y="3543789"/>
                  </a:lnTo>
                  <a:lnTo>
                    <a:pt x="6314626" y="3469639"/>
                  </a:lnTo>
                  <a:lnTo>
                    <a:pt x="6280613" y="3391881"/>
                  </a:lnTo>
                  <a:lnTo>
                    <a:pt x="6246297" y="3310770"/>
                  </a:lnTo>
                  <a:lnTo>
                    <a:pt x="6211674" y="3226634"/>
                  </a:lnTo>
                  <a:lnTo>
                    <a:pt x="6176763" y="3139871"/>
                  </a:lnTo>
                  <a:lnTo>
                    <a:pt x="6141601" y="3050944"/>
                  </a:lnTo>
                  <a:lnTo>
                    <a:pt x="6106240" y="2960370"/>
                  </a:lnTo>
                  <a:lnTo>
                    <a:pt x="6070744" y="2868711"/>
                  </a:lnTo>
                  <a:lnTo>
                    <a:pt x="6035187" y="2776557"/>
                  </a:lnTo>
                  <a:lnTo>
                    <a:pt x="5999642" y="2684511"/>
                  </a:lnTo>
                  <a:lnTo>
                    <a:pt x="5964187" y="2593173"/>
                  </a:lnTo>
                  <a:lnTo>
                    <a:pt x="5928890" y="2503126"/>
                  </a:lnTo>
                  <a:lnTo>
                    <a:pt x="5893812" y="2414916"/>
                  </a:lnTo>
                  <a:lnTo>
                    <a:pt x="5859001" y="2329042"/>
                  </a:lnTo>
                  <a:lnTo>
                    <a:pt x="5824487" y="2245946"/>
                  </a:lnTo>
                  <a:lnTo>
                    <a:pt x="5790281" y="2166001"/>
                  </a:lnTo>
                  <a:lnTo>
                    <a:pt x="5756370" y="2089508"/>
                  </a:lnTo>
                  <a:lnTo>
                    <a:pt x="5722718" y="2016695"/>
                  </a:lnTo>
                  <a:lnTo>
                    <a:pt x="5689261" y="1947717"/>
                  </a:lnTo>
                  <a:lnTo>
                    <a:pt x="5655904" y="1882657"/>
                  </a:lnTo>
                  <a:lnTo>
                    <a:pt x="5622523" y="1821533"/>
                  </a:lnTo>
                  <a:lnTo>
                    <a:pt x="5588955" y="1764300"/>
                  </a:lnTo>
                  <a:lnTo>
                    <a:pt x="5567201" y="1729547"/>
                  </a:lnTo>
                  <a:lnTo>
                    <a:pt x="5520999" y="1661979"/>
                  </a:lnTo>
                  <a:lnTo>
                    <a:pt x="5473239" y="1601172"/>
                  </a:lnTo>
                  <a:lnTo>
                    <a:pt x="5423183" y="1546781"/>
                  </a:lnTo>
                  <a:lnTo>
                    <a:pt x="5370006" y="1498224"/>
                  </a:lnTo>
                  <a:lnTo>
                    <a:pt x="5312867" y="1454842"/>
                  </a:lnTo>
                  <a:lnTo>
                    <a:pt x="5250979" y="1416001"/>
                  </a:lnTo>
                  <a:lnTo>
                    <a:pt x="5183698" y="1381139"/>
                  </a:lnTo>
                  <a:lnTo>
                    <a:pt x="5110644" y="1349804"/>
                  </a:lnTo>
                  <a:lnTo>
                    <a:pt x="5031855" y="1321661"/>
                  </a:lnTo>
                  <a:lnTo>
                    <a:pt x="4947974" y="1296502"/>
                  </a:lnTo>
                  <a:lnTo>
                    <a:pt x="4860439" y="1274237"/>
                  </a:lnTo>
                  <a:lnTo>
                    <a:pt x="4771609" y="1254872"/>
                  </a:lnTo>
                  <a:lnTo>
                    <a:pt x="4684748" y="1238472"/>
                  </a:lnTo>
                  <a:lnTo>
                    <a:pt x="4603764" y="1225097"/>
                  </a:lnTo>
                  <a:lnTo>
                    <a:pt x="4532679" y="1214736"/>
                  </a:lnTo>
                  <a:lnTo>
                    <a:pt x="4474882" y="1207245"/>
                  </a:lnTo>
                  <a:lnTo>
                    <a:pt x="4432368" y="1202316"/>
                  </a:lnTo>
                  <a:lnTo>
                    <a:pt x="4405216" y="1199485"/>
                  </a:lnTo>
                  <a:lnTo>
                    <a:pt x="4391429" y="1198187"/>
                  </a:lnTo>
                  <a:lnTo>
                    <a:pt x="4387118" y="1197818"/>
                  </a:lnTo>
                  <a:lnTo>
                    <a:pt x="4386855" y="1197797"/>
                  </a:lnTo>
                  <a:lnTo>
                    <a:pt x="3848118" y="1197797"/>
                  </a:lnTo>
                  <a:lnTo>
                    <a:pt x="3846842" y="1197758"/>
                  </a:lnTo>
                  <a:lnTo>
                    <a:pt x="3838513" y="1197479"/>
                  </a:lnTo>
                  <a:lnTo>
                    <a:pt x="3817735" y="1196707"/>
                  </a:lnTo>
                  <a:lnTo>
                    <a:pt x="3781143" y="1195191"/>
                  </a:lnTo>
                  <a:lnTo>
                    <a:pt x="3727722" y="1192714"/>
                  </a:lnTo>
                  <a:lnTo>
                    <a:pt x="3658837" y="1189116"/>
                  </a:lnTo>
                  <a:lnTo>
                    <a:pt x="3577775" y="1184308"/>
                  </a:lnTo>
                  <a:lnTo>
                    <a:pt x="3488900" y="1178269"/>
                  </a:lnTo>
                  <a:lnTo>
                    <a:pt x="3396719" y="1171018"/>
                  </a:lnTo>
                  <a:lnTo>
                    <a:pt x="3305137" y="1162585"/>
                  </a:lnTo>
                  <a:lnTo>
                    <a:pt x="3217048" y="1152978"/>
                  </a:lnTo>
                  <a:lnTo>
                    <a:pt x="3134261" y="1142169"/>
                  </a:lnTo>
                  <a:lnTo>
                    <a:pt x="3057622" y="1130078"/>
                  </a:lnTo>
                  <a:lnTo>
                    <a:pt x="2987241" y="1116569"/>
                  </a:lnTo>
                  <a:lnTo>
                    <a:pt x="2922719" y="1101454"/>
                  </a:lnTo>
                  <a:lnTo>
                    <a:pt x="2863341" y="1084498"/>
                  </a:lnTo>
                  <a:lnTo>
                    <a:pt x="2808220" y="1065433"/>
                  </a:lnTo>
                  <a:lnTo>
                    <a:pt x="2756410" y="1043982"/>
                  </a:lnTo>
                  <a:lnTo>
                    <a:pt x="2706991" y="1019904"/>
                  </a:lnTo>
                  <a:lnTo>
                    <a:pt x="2667772" y="998164"/>
                  </a:lnTo>
                  <a:lnTo>
                    <a:pt x="2621552" y="969616"/>
                  </a:lnTo>
                  <a:lnTo>
                    <a:pt x="2575783" y="938340"/>
                  </a:lnTo>
                  <a:lnTo>
                    <a:pt x="2530039" y="904293"/>
                  </a:lnTo>
                  <a:lnTo>
                    <a:pt x="2484021" y="867508"/>
                  </a:lnTo>
                  <a:lnTo>
                    <a:pt x="2437536" y="828110"/>
                  </a:lnTo>
                  <a:lnTo>
                    <a:pt x="2390491" y="786323"/>
                  </a:lnTo>
                  <a:lnTo>
                    <a:pt x="2342878" y="742464"/>
                  </a:lnTo>
                  <a:lnTo>
                    <a:pt x="2294762" y="696944"/>
                  </a:lnTo>
                  <a:lnTo>
                    <a:pt x="2246271" y="650252"/>
                  </a:lnTo>
                  <a:lnTo>
                    <a:pt x="2197573" y="602933"/>
                  </a:lnTo>
                  <a:lnTo>
                    <a:pt x="2148857" y="555565"/>
                  </a:lnTo>
                  <a:lnTo>
                    <a:pt x="2100318" y="508726"/>
                  </a:lnTo>
                  <a:lnTo>
                    <a:pt x="2052128" y="462971"/>
                  </a:lnTo>
                  <a:lnTo>
                    <a:pt x="2004423" y="418798"/>
                  </a:lnTo>
                  <a:lnTo>
                    <a:pt x="1957280" y="376633"/>
                  </a:lnTo>
                  <a:lnTo>
                    <a:pt x="1910704" y="336811"/>
                  </a:lnTo>
                  <a:lnTo>
                    <a:pt x="1864617" y="299570"/>
                  </a:lnTo>
                  <a:lnTo>
                    <a:pt x="1818845" y="265052"/>
                  </a:lnTo>
                  <a:lnTo>
                    <a:pt x="1773107" y="233306"/>
                  </a:lnTo>
                  <a:lnTo>
                    <a:pt x="1726999" y="204300"/>
                  </a:lnTo>
                  <a:lnTo>
                    <a:pt x="1719082" y="199632"/>
                  </a:lnTo>
                  <a:lnTo>
                    <a:pt x="1671008" y="173306"/>
                  </a:lnTo>
                  <a:lnTo>
                    <a:pt x="1621218" y="149721"/>
                  </a:lnTo>
                  <a:lnTo>
                    <a:pt x="1568876" y="128724"/>
                  </a:lnTo>
                  <a:lnTo>
                    <a:pt x="1513050" y="110063"/>
                  </a:lnTo>
                  <a:lnTo>
                    <a:pt x="1452798" y="93462"/>
                  </a:lnTo>
                  <a:lnTo>
                    <a:pt x="1387256" y="78655"/>
                  </a:lnTo>
                  <a:lnTo>
                    <a:pt x="1315754" y="65417"/>
                  </a:lnTo>
                  <a:lnTo>
                    <a:pt x="1237969" y="53567"/>
                  </a:lnTo>
                  <a:lnTo>
                    <a:pt x="1154129" y="42982"/>
                  </a:lnTo>
                  <a:lnTo>
                    <a:pt x="1065238" y="33589"/>
                  </a:lnTo>
                  <a:lnTo>
                    <a:pt x="973299" y="25369"/>
                  </a:lnTo>
                  <a:lnTo>
                    <a:pt x="881404" y="18337"/>
                  </a:lnTo>
                  <a:lnTo>
                    <a:pt x="793608" y="12522"/>
                  </a:lnTo>
                  <a:lnTo>
                    <a:pt x="714456" y="7937"/>
                  </a:lnTo>
                  <a:lnTo>
                    <a:pt x="648188" y="4552"/>
                  </a:lnTo>
                  <a:lnTo>
                    <a:pt x="597796" y="2264"/>
                  </a:lnTo>
                  <a:lnTo>
                    <a:pt x="564229" y="901"/>
                  </a:lnTo>
                  <a:lnTo>
                    <a:pt x="546032" y="238"/>
                  </a:lnTo>
                  <a:lnTo>
                    <a:pt x="539442" y="2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" name="pg158"/>
            <p:cNvSpPr/>
            <p:nvPr/>
          </p:nvSpPr>
          <p:spPr>
            <a:xfrm>
              <a:off x="546595" y="1490913"/>
              <a:ext cx="8234974" cy="1960032"/>
            </a:xfrm>
            <a:custGeom>
              <a:avLst/>
              <a:pathLst>
                <a:path w="8234974" h="1960032">
                  <a:moveTo>
                    <a:pt x="0" y="451896"/>
                  </a:moveTo>
                  <a:lnTo>
                    <a:pt x="538736" y="451896"/>
                  </a:lnTo>
                  <a:lnTo>
                    <a:pt x="539997" y="451944"/>
                  </a:lnTo>
                  <a:lnTo>
                    <a:pt x="548231" y="452292"/>
                  </a:lnTo>
                  <a:lnTo>
                    <a:pt x="568778" y="453252"/>
                  </a:lnTo>
                  <a:lnTo>
                    <a:pt x="604988" y="455137"/>
                  </a:lnTo>
                  <a:lnTo>
                    <a:pt x="657896" y="458219"/>
                  </a:lnTo>
                  <a:lnTo>
                    <a:pt x="726192" y="462699"/>
                  </a:lnTo>
                  <a:lnTo>
                    <a:pt x="806665" y="468688"/>
                  </a:lnTo>
                  <a:lnTo>
                    <a:pt x="895016" y="476214"/>
                  </a:lnTo>
                  <a:lnTo>
                    <a:pt x="986783" y="485255"/>
                  </a:lnTo>
                  <a:lnTo>
                    <a:pt x="1078080" y="495775"/>
                  </a:lnTo>
                  <a:lnTo>
                    <a:pt x="1166006" y="507759"/>
                  </a:lnTo>
                  <a:lnTo>
                    <a:pt x="1248730" y="521242"/>
                  </a:lnTo>
                  <a:lnTo>
                    <a:pt x="1325376" y="536320"/>
                  </a:lnTo>
                  <a:lnTo>
                    <a:pt x="1395805" y="553159"/>
                  </a:lnTo>
                  <a:lnTo>
                    <a:pt x="1460391" y="571988"/>
                  </a:lnTo>
                  <a:lnTo>
                    <a:pt x="1519825" y="593097"/>
                  </a:lnTo>
                  <a:lnTo>
                    <a:pt x="1574977" y="616818"/>
                  </a:lnTo>
                  <a:lnTo>
                    <a:pt x="1626779" y="643497"/>
                  </a:lnTo>
                  <a:lnTo>
                    <a:pt x="1676147" y="673437"/>
                  </a:lnTo>
                  <a:lnTo>
                    <a:pt x="1719082" y="703252"/>
                  </a:lnTo>
                  <a:lnTo>
                    <a:pt x="1762875" y="737211"/>
                  </a:lnTo>
                  <a:lnTo>
                    <a:pt x="1806239" y="774246"/>
                  </a:lnTo>
                  <a:lnTo>
                    <a:pt x="1849547" y="814412"/>
                  </a:lnTo>
                  <a:lnTo>
                    <a:pt x="1893067" y="857683"/>
                  </a:lnTo>
                  <a:lnTo>
                    <a:pt x="1936977" y="903944"/>
                  </a:lnTo>
                  <a:lnTo>
                    <a:pt x="1981375" y="952983"/>
                  </a:lnTo>
                  <a:lnTo>
                    <a:pt x="2026290" y="1004488"/>
                  </a:lnTo>
                  <a:lnTo>
                    <a:pt x="2071684" y="1058053"/>
                  </a:lnTo>
                  <a:lnTo>
                    <a:pt x="2117470" y="1113185"/>
                  </a:lnTo>
                  <a:lnTo>
                    <a:pt x="2163517" y="1169326"/>
                  </a:lnTo>
                  <a:lnTo>
                    <a:pt x="2209672" y="1225870"/>
                  </a:lnTo>
                  <a:lnTo>
                    <a:pt x="2255768" y="1282194"/>
                  </a:lnTo>
                  <a:lnTo>
                    <a:pt x="2301646" y="1337686"/>
                  </a:lnTo>
                  <a:lnTo>
                    <a:pt x="2347167" y="1391769"/>
                  </a:lnTo>
                  <a:lnTo>
                    <a:pt x="2392230" y="1443931"/>
                  </a:lnTo>
                  <a:lnTo>
                    <a:pt x="2436782" y="1493737"/>
                  </a:lnTo>
                  <a:lnTo>
                    <a:pt x="2480830" y="1540848"/>
                  </a:lnTo>
                  <a:lnTo>
                    <a:pt x="2524450" y="1585021"/>
                  </a:lnTo>
                  <a:lnTo>
                    <a:pt x="2567797" y="1626113"/>
                  </a:lnTo>
                  <a:lnTo>
                    <a:pt x="2611111" y="1664072"/>
                  </a:lnTo>
                  <a:lnTo>
                    <a:pt x="2654731" y="1698933"/>
                  </a:lnTo>
                  <a:lnTo>
                    <a:pt x="2667772" y="1708676"/>
                  </a:lnTo>
                  <a:lnTo>
                    <a:pt x="2715650" y="1741696"/>
                  </a:lnTo>
                  <a:lnTo>
                    <a:pt x="2765226" y="1771293"/>
                  </a:lnTo>
                  <a:lnTo>
                    <a:pt x="2817327" y="1797655"/>
                  </a:lnTo>
                  <a:lnTo>
                    <a:pt x="2872872" y="1821095"/>
                  </a:lnTo>
                  <a:lnTo>
                    <a:pt x="2932794" y="1841957"/>
                  </a:lnTo>
                  <a:lnTo>
                    <a:pt x="2997946" y="1860571"/>
                  </a:lnTo>
                  <a:lnTo>
                    <a:pt x="3068999" y="1877220"/>
                  </a:lnTo>
                  <a:lnTo>
                    <a:pt x="3146281" y="1892130"/>
                  </a:lnTo>
                  <a:lnTo>
                    <a:pt x="3229589" y="1905457"/>
                  </a:lnTo>
                  <a:lnTo>
                    <a:pt x="3317960" y="1917291"/>
                  </a:lnTo>
                  <a:lnTo>
                    <a:pt x="3409456" y="1927661"/>
                  </a:lnTo>
                  <a:lnTo>
                    <a:pt x="3501067" y="1936550"/>
                  </a:lnTo>
                  <a:lnTo>
                    <a:pt x="3588823" y="1943920"/>
                  </a:lnTo>
                  <a:lnTo>
                    <a:pt x="3668242" y="1949753"/>
                  </a:lnTo>
                  <a:lnTo>
                    <a:pt x="3735091" y="1954084"/>
                  </a:lnTo>
                  <a:lnTo>
                    <a:pt x="3786320" y="1957033"/>
                  </a:lnTo>
                  <a:lnTo>
                    <a:pt x="3820847" y="1958811"/>
                  </a:lnTo>
                  <a:lnTo>
                    <a:pt x="3839951" y="1959694"/>
                  </a:lnTo>
                  <a:lnTo>
                    <a:pt x="3847199" y="1959997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090" y="1959970"/>
                  </a:lnTo>
                  <a:lnTo>
                    <a:pt x="4396156" y="1959531"/>
                  </a:lnTo>
                  <a:lnTo>
                    <a:pt x="4416301" y="1958317"/>
                  </a:lnTo>
                  <a:lnTo>
                    <a:pt x="4451840" y="1955933"/>
                  </a:lnTo>
                  <a:lnTo>
                    <a:pt x="4503847" y="1952032"/>
                  </a:lnTo>
                  <a:lnTo>
                    <a:pt x="4571108" y="1946357"/>
                  </a:lnTo>
                  <a:lnTo>
                    <a:pt x="4650537" y="1938764"/>
                  </a:lnTo>
                  <a:lnTo>
                    <a:pt x="4737955" y="1929211"/>
                  </a:lnTo>
                  <a:lnTo>
                    <a:pt x="4828981" y="1917726"/>
                  </a:lnTo>
                  <a:lnTo>
                    <a:pt x="4919764" y="1904355"/>
                  </a:lnTo>
                  <a:lnTo>
                    <a:pt x="5007389" y="1889119"/>
                  </a:lnTo>
                  <a:lnTo>
                    <a:pt x="5089992" y="1871979"/>
                  </a:lnTo>
                  <a:lnTo>
                    <a:pt x="5166644" y="1852821"/>
                  </a:lnTo>
                  <a:lnTo>
                    <a:pt x="5237156" y="1831444"/>
                  </a:lnTo>
                  <a:lnTo>
                    <a:pt x="5301852" y="1807563"/>
                  </a:lnTo>
                  <a:lnTo>
                    <a:pt x="5361388" y="1780820"/>
                  </a:lnTo>
                  <a:lnTo>
                    <a:pt x="5416598" y="1750800"/>
                  </a:lnTo>
                  <a:lnTo>
                    <a:pt x="5468394" y="1717064"/>
                  </a:lnTo>
                  <a:lnTo>
                    <a:pt x="5517679" y="1679216"/>
                  </a:lnTo>
                  <a:lnTo>
                    <a:pt x="5565265" y="1637010"/>
                  </a:lnTo>
                  <a:lnTo>
                    <a:pt x="5567201" y="1635175"/>
                  </a:lnTo>
                  <a:lnTo>
                    <a:pt x="5607813" y="1594625"/>
                  </a:lnTo>
                  <a:lnTo>
                    <a:pt x="5648032" y="1550667"/>
                  </a:lnTo>
                  <a:lnTo>
                    <a:pt x="5688162" y="1503236"/>
                  </a:lnTo>
                  <a:lnTo>
                    <a:pt x="5728431" y="1452340"/>
                  </a:lnTo>
                  <a:lnTo>
                    <a:pt x="5768999" y="1398074"/>
                  </a:lnTo>
                  <a:lnTo>
                    <a:pt x="5809965" y="1340624"/>
                  </a:lnTo>
                  <a:lnTo>
                    <a:pt x="5851371" y="1280268"/>
                  </a:lnTo>
                  <a:lnTo>
                    <a:pt x="5893212" y="1217381"/>
                  </a:lnTo>
                  <a:lnTo>
                    <a:pt x="5935440" y="1152422"/>
                  </a:lnTo>
                  <a:lnTo>
                    <a:pt x="5977968" y="1085928"/>
                  </a:lnTo>
                  <a:lnTo>
                    <a:pt x="6020688" y="1018490"/>
                  </a:lnTo>
                  <a:lnTo>
                    <a:pt x="6063473" y="950739"/>
                  </a:lnTo>
                  <a:lnTo>
                    <a:pt x="6106190" y="883317"/>
                  </a:lnTo>
                  <a:lnTo>
                    <a:pt x="6148712" y="816853"/>
                  </a:lnTo>
                  <a:lnTo>
                    <a:pt x="6190931" y="751940"/>
                  </a:lnTo>
                  <a:lnTo>
                    <a:pt x="6232761" y="689111"/>
                  </a:lnTo>
                  <a:lnTo>
                    <a:pt x="6274157" y="628824"/>
                  </a:lnTo>
                  <a:lnTo>
                    <a:pt x="6315112" y="571450"/>
                  </a:lnTo>
                  <a:lnTo>
                    <a:pt x="6355671" y="517267"/>
                  </a:lnTo>
                  <a:lnTo>
                    <a:pt x="6395934" y="466457"/>
                  </a:lnTo>
                  <a:lnTo>
                    <a:pt x="6436063" y="419112"/>
                  </a:lnTo>
                  <a:lnTo>
                    <a:pt x="6476288" y="375241"/>
                  </a:lnTo>
                  <a:lnTo>
                    <a:pt x="6515891" y="335746"/>
                  </a:lnTo>
                  <a:lnTo>
                    <a:pt x="6563422" y="293358"/>
                  </a:lnTo>
                  <a:lnTo>
                    <a:pt x="6612621" y="255334"/>
                  </a:lnTo>
                  <a:lnTo>
                    <a:pt x="6664297" y="221436"/>
                  </a:lnTo>
                  <a:lnTo>
                    <a:pt x="6719348" y="191271"/>
                  </a:lnTo>
                  <a:lnTo>
                    <a:pt x="6778688" y="164401"/>
                  </a:lnTo>
                  <a:lnTo>
                    <a:pt x="6843157" y="140410"/>
                  </a:lnTo>
                  <a:lnTo>
                    <a:pt x="6913419" y="118936"/>
                  </a:lnTo>
                  <a:lnTo>
                    <a:pt x="6989818" y="99691"/>
                  </a:lnTo>
                  <a:lnTo>
                    <a:pt x="7072187" y="82471"/>
                  </a:lnTo>
                  <a:lnTo>
                    <a:pt x="7159636" y="67157"/>
                  </a:lnTo>
                  <a:lnTo>
                    <a:pt x="7250338" y="53709"/>
                  </a:lnTo>
                  <a:lnTo>
                    <a:pt x="7341425" y="42145"/>
                  </a:lnTo>
                  <a:lnTo>
                    <a:pt x="7429077" y="32512"/>
                  </a:lnTo>
                  <a:lnTo>
                    <a:pt x="7508923" y="24838"/>
                  </a:lnTo>
                  <a:lnTo>
                    <a:pt x="7576757" y="19086"/>
                  </a:lnTo>
                  <a:lnTo>
                    <a:pt x="7629431" y="15117"/>
                  </a:lnTo>
                  <a:lnTo>
                    <a:pt x="7665645" y="12676"/>
                  </a:lnTo>
                  <a:lnTo>
                    <a:pt x="7686374" y="11421"/>
                  </a:lnTo>
                  <a:lnTo>
                    <a:pt x="7694847" y="10958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57" y="1949094"/>
                  </a:lnTo>
                  <a:lnTo>
                    <a:pt x="3838624" y="1948747"/>
                  </a:lnTo>
                  <a:lnTo>
                    <a:pt x="3818076" y="1947786"/>
                  </a:lnTo>
                  <a:lnTo>
                    <a:pt x="3781866" y="1945902"/>
                  </a:lnTo>
                  <a:lnTo>
                    <a:pt x="3728959" y="1942819"/>
                  </a:lnTo>
                  <a:lnTo>
                    <a:pt x="3660662" y="1938339"/>
                  </a:lnTo>
                  <a:lnTo>
                    <a:pt x="3580189" y="1932351"/>
                  </a:lnTo>
                  <a:lnTo>
                    <a:pt x="3491839" y="1924824"/>
                  </a:lnTo>
                  <a:lnTo>
                    <a:pt x="3400072" y="1915783"/>
                  </a:lnTo>
                  <a:lnTo>
                    <a:pt x="3308774" y="1905264"/>
                  </a:lnTo>
                  <a:lnTo>
                    <a:pt x="3220849" y="1893279"/>
                  </a:lnTo>
                  <a:lnTo>
                    <a:pt x="3138125" y="1879797"/>
                  </a:lnTo>
                  <a:lnTo>
                    <a:pt x="3061478" y="1864718"/>
                  </a:lnTo>
                  <a:lnTo>
                    <a:pt x="2991049" y="1847880"/>
                  </a:lnTo>
                  <a:lnTo>
                    <a:pt x="2926464" y="1829051"/>
                  </a:lnTo>
                  <a:lnTo>
                    <a:pt x="2867029" y="1807942"/>
                  </a:lnTo>
                  <a:lnTo>
                    <a:pt x="2811878" y="1784220"/>
                  </a:lnTo>
                  <a:lnTo>
                    <a:pt x="2760076" y="1757542"/>
                  </a:lnTo>
                  <a:lnTo>
                    <a:pt x="2710708" y="1727602"/>
                  </a:lnTo>
                  <a:lnTo>
                    <a:pt x="2667772" y="1697787"/>
                  </a:lnTo>
                  <a:lnTo>
                    <a:pt x="2623980" y="1663827"/>
                  </a:lnTo>
                  <a:lnTo>
                    <a:pt x="2580615" y="1626793"/>
                  </a:lnTo>
                  <a:lnTo>
                    <a:pt x="2537307" y="1586627"/>
                  </a:lnTo>
                  <a:lnTo>
                    <a:pt x="2493788" y="1543356"/>
                  </a:lnTo>
                  <a:lnTo>
                    <a:pt x="2449878" y="1497094"/>
                  </a:lnTo>
                  <a:lnTo>
                    <a:pt x="2405479" y="1448055"/>
                  </a:lnTo>
                  <a:lnTo>
                    <a:pt x="2360565" y="1396550"/>
                  </a:lnTo>
                  <a:lnTo>
                    <a:pt x="2315170" y="1342985"/>
                  </a:lnTo>
                  <a:lnTo>
                    <a:pt x="2269385" y="1287853"/>
                  </a:lnTo>
                  <a:lnTo>
                    <a:pt x="2223337" y="1231713"/>
                  </a:lnTo>
                  <a:lnTo>
                    <a:pt x="2177183" y="1175169"/>
                  </a:lnTo>
                  <a:lnTo>
                    <a:pt x="2131087" y="1118845"/>
                  </a:lnTo>
                  <a:lnTo>
                    <a:pt x="2085209" y="1063353"/>
                  </a:lnTo>
                  <a:lnTo>
                    <a:pt x="2039687" y="1009269"/>
                  </a:lnTo>
                  <a:lnTo>
                    <a:pt x="1994624" y="957108"/>
                  </a:lnTo>
                  <a:lnTo>
                    <a:pt x="1950072" y="907301"/>
                  </a:lnTo>
                  <a:lnTo>
                    <a:pt x="1906025" y="860191"/>
                  </a:lnTo>
                  <a:lnTo>
                    <a:pt x="1862404" y="816018"/>
                  </a:lnTo>
                  <a:lnTo>
                    <a:pt x="1819058" y="774926"/>
                  </a:lnTo>
                  <a:lnTo>
                    <a:pt x="1775744" y="736966"/>
                  </a:lnTo>
                  <a:lnTo>
                    <a:pt x="1732123" y="702106"/>
                  </a:lnTo>
                  <a:lnTo>
                    <a:pt x="1719082" y="692363"/>
                  </a:lnTo>
                  <a:lnTo>
                    <a:pt x="1671205" y="659342"/>
                  </a:lnTo>
                  <a:lnTo>
                    <a:pt x="1621628" y="629746"/>
                  </a:lnTo>
                  <a:lnTo>
                    <a:pt x="1569528" y="603383"/>
                  </a:lnTo>
                  <a:lnTo>
                    <a:pt x="1513983" y="579944"/>
                  </a:lnTo>
                  <a:lnTo>
                    <a:pt x="1454061" y="559082"/>
                  </a:lnTo>
                  <a:lnTo>
                    <a:pt x="1388908" y="540468"/>
                  </a:lnTo>
                  <a:lnTo>
                    <a:pt x="1317856" y="523818"/>
                  </a:lnTo>
                  <a:lnTo>
                    <a:pt x="1240574" y="508909"/>
                  </a:lnTo>
                  <a:lnTo>
                    <a:pt x="1157265" y="495582"/>
                  </a:lnTo>
                  <a:lnTo>
                    <a:pt x="1068895" y="483747"/>
                  </a:lnTo>
                  <a:lnTo>
                    <a:pt x="977398" y="473377"/>
                  </a:lnTo>
                  <a:lnTo>
                    <a:pt x="885788" y="464488"/>
                  </a:lnTo>
                  <a:lnTo>
                    <a:pt x="798031" y="457118"/>
                  </a:lnTo>
                  <a:lnTo>
                    <a:pt x="718613" y="451286"/>
                  </a:lnTo>
                  <a:lnTo>
                    <a:pt x="651763" y="446955"/>
                  </a:lnTo>
                  <a:lnTo>
                    <a:pt x="600534" y="444005"/>
                  </a:lnTo>
                  <a:lnTo>
                    <a:pt x="566008" y="442228"/>
                  </a:lnTo>
                  <a:lnTo>
                    <a:pt x="546904" y="441345"/>
                  </a:lnTo>
                  <a:lnTo>
                    <a:pt x="539655" y="441042"/>
                  </a:lnTo>
                  <a:lnTo>
                    <a:pt x="538736" y="441007"/>
                  </a:lnTo>
                  <a:lnTo>
                    <a:pt x="0" y="44100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546595" y="1501802"/>
              <a:ext cx="8234974" cy="1949143"/>
            </a:xfrm>
            <a:custGeom>
              <a:avLst/>
              <a:pathLst>
                <a:path w="8234974" h="1949143">
                  <a:moveTo>
                    <a:pt x="0" y="441007"/>
                  </a:moveTo>
                  <a:lnTo>
                    <a:pt x="538736" y="441007"/>
                  </a:lnTo>
                  <a:lnTo>
                    <a:pt x="539997" y="441055"/>
                  </a:lnTo>
                  <a:lnTo>
                    <a:pt x="548231" y="441403"/>
                  </a:lnTo>
                  <a:lnTo>
                    <a:pt x="568778" y="442363"/>
                  </a:lnTo>
                  <a:lnTo>
                    <a:pt x="604988" y="444248"/>
                  </a:lnTo>
                  <a:lnTo>
                    <a:pt x="657896" y="447330"/>
                  </a:lnTo>
                  <a:lnTo>
                    <a:pt x="726192" y="451810"/>
                  </a:lnTo>
                  <a:lnTo>
                    <a:pt x="806665" y="457799"/>
                  </a:lnTo>
                  <a:lnTo>
                    <a:pt x="895016" y="465325"/>
                  </a:lnTo>
                  <a:lnTo>
                    <a:pt x="986783" y="474366"/>
                  </a:lnTo>
                  <a:lnTo>
                    <a:pt x="1078080" y="484886"/>
                  </a:lnTo>
                  <a:lnTo>
                    <a:pt x="1166006" y="496870"/>
                  </a:lnTo>
                  <a:lnTo>
                    <a:pt x="1248730" y="510353"/>
                  </a:lnTo>
                  <a:lnTo>
                    <a:pt x="1325376" y="525431"/>
                  </a:lnTo>
                  <a:lnTo>
                    <a:pt x="1395805" y="542270"/>
                  </a:lnTo>
                  <a:lnTo>
                    <a:pt x="1460391" y="561099"/>
                  </a:lnTo>
                  <a:lnTo>
                    <a:pt x="1519825" y="582208"/>
                  </a:lnTo>
                  <a:lnTo>
                    <a:pt x="1574977" y="605929"/>
                  </a:lnTo>
                  <a:lnTo>
                    <a:pt x="1626779" y="632608"/>
                  </a:lnTo>
                  <a:lnTo>
                    <a:pt x="1676147" y="662548"/>
                  </a:lnTo>
                  <a:lnTo>
                    <a:pt x="1719082" y="692363"/>
                  </a:lnTo>
                  <a:lnTo>
                    <a:pt x="1762875" y="726322"/>
                  </a:lnTo>
                  <a:lnTo>
                    <a:pt x="1806239" y="763357"/>
                  </a:lnTo>
                  <a:lnTo>
                    <a:pt x="1849547" y="803523"/>
                  </a:lnTo>
                  <a:lnTo>
                    <a:pt x="1893067" y="846794"/>
                  </a:lnTo>
                  <a:lnTo>
                    <a:pt x="1936977" y="893055"/>
                  </a:lnTo>
                  <a:lnTo>
                    <a:pt x="1981375" y="942094"/>
                  </a:lnTo>
                  <a:lnTo>
                    <a:pt x="2026290" y="993599"/>
                  </a:lnTo>
                  <a:lnTo>
                    <a:pt x="2071684" y="1047164"/>
                  </a:lnTo>
                  <a:lnTo>
                    <a:pt x="2117470" y="1102296"/>
                  </a:lnTo>
                  <a:lnTo>
                    <a:pt x="2163517" y="1158437"/>
                  </a:lnTo>
                  <a:lnTo>
                    <a:pt x="2209672" y="1214981"/>
                  </a:lnTo>
                  <a:lnTo>
                    <a:pt x="2255768" y="1271305"/>
                  </a:lnTo>
                  <a:lnTo>
                    <a:pt x="2301646" y="1326797"/>
                  </a:lnTo>
                  <a:lnTo>
                    <a:pt x="2347167" y="1380880"/>
                  </a:lnTo>
                  <a:lnTo>
                    <a:pt x="2392230" y="1433042"/>
                  </a:lnTo>
                  <a:lnTo>
                    <a:pt x="2436782" y="1482848"/>
                  </a:lnTo>
                  <a:lnTo>
                    <a:pt x="2480830" y="1529959"/>
                  </a:lnTo>
                  <a:lnTo>
                    <a:pt x="2524450" y="1574132"/>
                  </a:lnTo>
                  <a:lnTo>
                    <a:pt x="2567797" y="1615224"/>
                  </a:lnTo>
                  <a:lnTo>
                    <a:pt x="2611111" y="1653183"/>
                  </a:lnTo>
                  <a:lnTo>
                    <a:pt x="2654731" y="1688044"/>
                  </a:lnTo>
                  <a:lnTo>
                    <a:pt x="2667772" y="1697787"/>
                  </a:lnTo>
                  <a:lnTo>
                    <a:pt x="2715650" y="1730807"/>
                  </a:lnTo>
                  <a:lnTo>
                    <a:pt x="2765226" y="1760404"/>
                  </a:lnTo>
                  <a:lnTo>
                    <a:pt x="2817327" y="1786766"/>
                  </a:lnTo>
                  <a:lnTo>
                    <a:pt x="2872872" y="1810206"/>
                  </a:lnTo>
                  <a:lnTo>
                    <a:pt x="2932794" y="1831068"/>
                  </a:lnTo>
                  <a:lnTo>
                    <a:pt x="2997946" y="1849682"/>
                  </a:lnTo>
                  <a:lnTo>
                    <a:pt x="3068999" y="1866331"/>
                  </a:lnTo>
                  <a:lnTo>
                    <a:pt x="3146281" y="1881241"/>
                  </a:lnTo>
                  <a:lnTo>
                    <a:pt x="3229589" y="1894568"/>
                  </a:lnTo>
                  <a:lnTo>
                    <a:pt x="3317960" y="1906402"/>
                  </a:lnTo>
                  <a:lnTo>
                    <a:pt x="3409456" y="1916772"/>
                  </a:lnTo>
                  <a:lnTo>
                    <a:pt x="3501067" y="1925661"/>
                  </a:lnTo>
                  <a:lnTo>
                    <a:pt x="3588823" y="1933031"/>
                  </a:lnTo>
                  <a:lnTo>
                    <a:pt x="3668242" y="1938864"/>
                  </a:lnTo>
                  <a:lnTo>
                    <a:pt x="3735091" y="1943195"/>
                  </a:lnTo>
                  <a:lnTo>
                    <a:pt x="3786320" y="1946144"/>
                  </a:lnTo>
                  <a:lnTo>
                    <a:pt x="3820847" y="1947921"/>
                  </a:lnTo>
                  <a:lnTo>
                    <a:pt x="3839951" y="1948805"/>
                  </a:lnTo>
                  <a:lnTo>
                    <a:pt x="3847199" y="1949108"/>
                  </a:lnTo>
                  <a:lnTo>
                    <a:pt x="3848118" y="1949143"/>
                  </a:lnTo>
                  <a:lnTo>
                    <a:pt x="4386855" y="1949143"/>
                  </a:lnTo>
                  <a:lnTo>
                    <a:pt x="4388090" y="1949081"/>
                  </a:lnTo>
                  <a:lnTo>
                    <a:pt x="4396156" y="1948642"/>
                  </a:lnTo>
                  <a:lnTo>
                    <a:pt x="4416301" y="1947428"/>
                  </a:lnTo>
                  <a:lnTo>
                    <a:pt x="4451840" y="1945043"/>
                  </a:lnTo>
                  <a:lnTo>
                    <a:pt x="4503847" y="1941143"/>
                  </a:lnTo>
                  <a:lnTo>
                    <a:pt x="4571108" y="1935468"/>
                  </a:lnTo>
                  <a:lnTo>
                    <a:pt x="4650537" y="1927875"/>
                  </a:lnTo>
                  <a:lnTo>
                    <a:pt x="4737955" y="1918322"/>
                  </a:lnTo>
                  <a:lnTo>
                    <a:pt x="4828981" y="1906837"/>
                  </a:lnTo>
                  <a:lnTo>
                    <a:pt x="4919764" y="1893466"/>
                  </a:lnTo>
                  <a:lnTo>
                    <a:pt x="5007389" y="1878230"/>
                  </a:lnTo>
                  <a:lnTo>
                    <a:pt x="5089992" y="1861090"/>
                  </a:lnTo>
                  <a:lnTo>
                    <a:pt x="5166644" y="1841932"/>
                  </a:lnTo>
                  <a:lnTo>
                    <a:pt x="5237156" y="1820555"/>
                  </a:lnTo>
                  <a:lnTo>
                    <a:pt x="5301852" y="1796674"/>
                  </a:lnTo>
                  <a:lnTo>
                    <a:pt x="5361388" y="1769931"/>
                  </a:lnTo>
                  <a:lnTo>
                    <a:pt x="5416598" y="1739911"/>
                  </a:lnTo>
                  <a:lnTo>
                    <a:pt x="5468394" y="1706175"/>
                  </a:lnTo>
                  <a:lnTo>
                    <a:pt x="5517679" y="1668327"/>
                  </a:lnTo>
                  <a:lnTo>
                    <a:pt x="5565265" y="1626121"/>
                  </a:lnTo>
                  <a:lnTo>
                    <a:pt x="5567201" y="1624286"/>
                  </a:lnTo>
                  <a:lnTo>
                    <a:pt x="5607813" y="1583736"/>
                  </a:lnTo>
                  <a:lnTo>
                    <a:pt x="5648032" y="1539778"/>
                  </a:lnTo>
                  <a:lnTo>
                    <a:pt x="5688162" y="1492347"/>
                  </a:lnTo>
                  <a:lnTo>
                    <a:pt x="5728431" y="1441451"/>
                  </a:lnTo>
                  <a:lnTo>
                    <a:pt x="5768999" y="1387185"/>
                  </a:lnTo>
                  <a:lnTo>
                    <a:pt x="5809965" y="1329735"/>
                  </a:lnTo>
                  <a:lnTo>
                    <a:pt x="5851371" y="1269379"/>
                  </a:lnTo>
                  <a:lnTo>
                    <a:pt x="5893212" y="1206492"/>
                  </a:lnTo>
                  <a:lnTo>
                    <a:pt x="5935440" y="1141533"/>
                  </a:lnTo>
                  <a:lnTo>
                    <a:pt x="5977968" y="1075038"/>
                  </a:lnTo>
                  <a:lnTo>
                    <a:pt x="6020688" y="1007601"/>
                  </a:lnTo>
                  <a:lnTo>
                    <a:pt x="6063473" y="939850"/>
                  </a:lnTo>
                  <a:lnTo>
                    <a:pt x="6106190" y="872428"/>
                  </a:lnTo>
                  <a:lnTo>
                    <a:pt x="6148712" y="805964"/>
                  </a:lnTo>
                  <a:lnTo>
                    <a:pt x="6190931" y="741051"/>
                  </a:lnTo>
                  <a:lnTo>
                    <a:pt x="6232761" y="678222"/>
                  </a:lnTo>
                  <a:lnTo>
                    <a:pt x="6274157" y="617935"/>
                  </a:lnTo>
                  <a:lnTo>
                    <a:pt x="6315112" y="560561"/>
                  </a:lnTo>
                  <a:lnTo>
                    <a:pt x="6355671" y="506378"/>
                  </a:lnTo>
                  <a:lnTo>
                    <a:pt x="6395934" y="455568"/>
                  </a:lnTo>
                  <a:lnTo>
                    <a:pt x="6436063" y="408223"/>
                  </a:lnTo>
                  <a:lnTo>
                    <a:pt x="6476288" y="364352"/>
                  </a:lnTo>
                  <a:lnTo>
                    <a:pt x="6515891" y="324857"/>
                  </a:lnTo>
                  <a:lnTo>
                    <a:pt x="6563422" y="282469"/>
                  </a:lnTo>
                  <a:lnTo>
                    <a:pt x="6612621" y="244445"/>
                  </a:lnTo>
                  <a:lnTo>
                    <a:pt x="6664297" y="210547"/>
                  </a:lnTo>
                  <a:lnTo>
                    <a:pt x="6719348" y="180381"/>
                  </a:lnTo>
                  <a:lnTo>
                    <a:pt x="6778688" y="153512"/>
                  </a:lnTo>
                  <a:lnTo>
                    <a:pt x="6843157" y="129521"/>
                  </a:lnTo>
                  <a:lnTo>
                    <a:pt x="6913419" y="108047"/>
                  </a:lnTo>
                  <a:lnTo>
                    <a:pt x="6989818" y="88801"/>
                  </a:lnTo>
                  <a:lnTo>
                    <a:pt x="7072187" y="71581"/>
                  </a:lnTo>
                  <a:lnTo>
                    <a:pt x="7159636" y="56268"/>
                  </a:lnTo>
                  <a:lnTo>
                    <a:pt x="7250338" y="42820"/>
                  </a:lnTo>
                  <a:lnTo>
                    <a:pt x="7341425" y="31256"/>
                  </a:lnTo>
                  <a:lnTo>
                    <a:pt x="7429077" y="21623"/>
                  </a:lnTo>
                  <a:lnTo>
                    <a:pt x="7508923" y="13949"/>
                  </a:lnTo>
                  <a:lnTo>
                    <a:pt x="7576757" y="8197"/>
                  </a:lnTo>
                  <a:lnTo>
                    <a:pt x="7629431" y="4228"/>
                  </a:lnTo>
                  <a:lnTo>
                    <a:pt x="7665645" y="1787"/>
                  </a:lnTo>
                  <a:lnTo>
                    <a:pt x="7686374" y="532"/>
                  </a:lnTo>
                  <a:lnTo>
                    <a:pt x="7694847" y="6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546595" y="1490913"/>
              <a:ext cx="8234974" cy="1949143"/>
            </a:xfrm>
            <a:custGeom>
              <a:avLst/>
              <a:pathLst>
                <a:path w="8234974" h="1949143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57" y="1949094"/>
                  </a:lnTo>
                  <a:lnTo>
                    <a:pt x="3838624" y="1948747"/>
                  </a:lnTo>
                  <a:lnTo>
                    <a:pt x="3818076" y="1947786"/>
                  </a:lnTo>
                  <a:lnTo>
                    <a:pt x="3781866" y="1945902"/>
                  </a:lnTo>
                  <a:lnTo>
                    <a:pt x="3728959" y="1942819"/>
                  </a:lnTo>
                  <a:lnTo>
                    <a:pt x="3660662" y="1938339"/>
                  </a:lnTo>
                  <a:lnTo>
                    <a:pt x="3580189" y="1932351"/>
                  </a:lnTo>
                  <a:lnTo>
                    <a:pt x="3491839" y="1924824"/>
                  </a:lnTo>
                  <a:lnTo>
                    <a:pt x="3400072" y="1915783"/>
                  </a:lnTo>
                  <a:lnTo>
                    <a:pt x="3308774" y="1905264"/>
                  </a:lnTo>
                  <a:lnTo>
                    <a:pt x="3220849" y="1893279"/>
                  </a:lnTo>
                  <a:lnTo>
                    <a:pt x="3138125" y="1879797"/>
                  </a:lnTo>
                  <a:lnTo>
                    <a:pt x="3061478" y="1864718"/>
                  </a:lnTo>
                  <a:lnTo>
                    <a:pt x="2991049" y="1847880"/>
                  </a:lnTo>
                  <a:lnTo>
                    <a:pt x="2926464" y="1829051"/>
                  </a:lnTo>
                  <a:lnTo>
                    <a:pt x="2867029" y="1807942"/>
                  </a:lnTo>
                  <a:lnTo>
                    <a:pt x="2811878" y="1784220"/>
                  </a:lnTo>
                  <a:lnTo>
                    <a:pt x="2760076" y="1757542"/>
                  </a:lnTo>
                  <a:lnTo>
                    <a:pt x="2710708" y="1727602"/>
                  </a:lnTo>
                  <a:lnTo>
                    <a:pt x="2667772" y="1697787"/>
                  </a:lnTo>
                  <a:lnTo>
                    <a:pt x="2623980" y="1663827"/>
                  </a:lnTo>
                  <a:lnTo>
                    <a:pt x="2580615" y="1626793"/>
                  </a:lnTo>
                  <a:lnTo>
                    <a:pt x="2537307" y="1586627"/>
                  </a:lnTo>
                  <a:lnTo>
                    <a:pt x="2493788" y="1543356"/>
                  </a:lnTo>
                  <a:lnTo>
                    <a:pt x="2449878" y="1497094"/>
                  </a:lnTo>
                  <a:lnTo>
                    <a:pt x="2405479" y="1448055"/>
                  </a:lnTo>
                  <a:lnTo>
                    <a:pt x="2360565" y="1396550"/>
                  </a:lnTo>
                  <a:lnTo>
                    <a:pt x="2315170" y="1342985"/>
                  </a:lnTo>
                  <a:lnTo>
                    <a:pt x="2269385" y="1287853"/>
                  </a:lnTo>
                  <a:lnTo>
                    <a:pt x="2223337" y="1231713"/>
                  </a:lnTo>
                  <a:lnTo>
                    <a:pt x="2177183" y="1175169"/>
                  </a:lnTo>
                  <a:lnTo>
                    <a:pt x="2131087" y="1118845"/>
                  </a:lnTo>
                  <a:lnTo>
                    <a:pt x="2085209" y="1063353"/>
                  </a:lnTo>
                  <a:lnTo>
                    <a:pt x="2039687" y="1009269"/>
                  </a:lnTo>
                  <a:lnTo>
                    <a:pt x="1994624" y="957108"/>
                  </a:lnTo>
                  <a:lnTo>
                    <a:pt x="1950072" y="907301"/>
                  </a:lnTo>
                  <a:lnTo>
                    <a:pt x="1906025" y="860191"/>
                  </a:lnTo>
                  <a:lnTo>
                    <a:pt x="1862404" y="816018"/>
                  </a:lnTo>
                  <a:lnTo>
                    <a:pt x="1819058" y="774926"/>
                  </a:lnTo>
                  <a:lnTo>
                    <a:pt x="1775744" y="736966"/>
                  </a:lnTo>
                  <a:lnTo>
                    <a:pt x="1732123" y="702106"/>
                  </a:lnTo>
                  <a:lnTo>
                    <a:pt x="1719082" y="692363"/>
                  </a:lnTo>
                  <a:lnTo>
                    <a:pt x="1671205" y="659342"/>
                  </a:lnTo>
                  <a:lnTo>
                    <a:pt x="1621628" y="629746"/>
                  </a:lnTo>
                  <a:lnTo>
                    <a:pt x="1569528" y="603383"/>
                  </a:lnTo>
                  <a:lnTo>
                    <a:pt x="1513983" y="579944"/>
                  </a:lnTo>
                  <a:lnTo>
                    <a:pt x="1454061" y="559082"/>
                  </a:lnTo>
                  <a:lnTo>
                    <a:pt x="1388908" y="540468"/>
                  </a:lnTo>
                  <a:lnTo>
                    <a:pt x="1317856" y="523818"/>
                  </a:lnTo>
                  <a:lnTo>
                    <a:pt x="1240574" y="508909"/>
                  </a:lnTo>
                  <a:lnTo>
                    <a:pt x="1157265" y="495582"/>
                  </a:lnTo>
                  <a:lnTo>
                    <a:pt x="1068895" y="483747"/>
                  </a:lnTo>
                  <a:lnTo>
                    <a:pt x="977398" y="473377"/>
                  </a:lnTo>
                  <a:lnTo>
                    <a:pt x="885788" y="464488"/>
                  </a:lnTo>
                  <a:lnTo>
                    <a:pt x="798031" y="457118"/>
                  </a:lnTo>
                  <a:lnTo>
                    <a:pt x="718613" y="451286"/>
                  </a:lnTo>
                  <a:lnTo>
                    <a:pt x="651763" y="446955"/>
                  </a:lnTo>
                  <a:lnTo>
                    <a:pt x="600534" y="444005"/>
                  </a:lnTo>
                  <a:lnTo>
                    <a:pt x="566008" y="442228"/>
                  </a:lnTo>
                  <a:lnTo>
                    <a:pt x="546904" y="441345"/>
                  </a:lnTo>
                  <a:lnTo>
                    <a:pt x="539655" y="441042"/>
                  </a:lnTo>
                  <a:lnTo>
                    <a:pt x="538736" y="441007"/>
                  </a:lnTo>
                  <a:lnTo>
                    <a:pt x="0" y="4410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" name="pg161"/>
            <p:cNvSpPr/>
            <p:nvPr/>
          </p:nvSpPr>
          <p:spPr>
            <a:xfrm>
              <a:off x="546595" y="1882920"/>
              <a:ext cx="8234974" cy="1578914"/>
            </a:xfrm>
            <a:custGeom>
              <a:avLst/>
              <a:pathLst>
                <a:path w="8234974" h="1578914">
                  <a:moveTo>
                    <a:pt x="0" y="65334"/>
                  </a:moveTo>
                  <a:lnTo>
                    <a:pt x="538736" y="65334"/>
                  </a:lnTo>
                  <a:lnTo>
                    <a:pt x="539997" y="65383"/>
                  </a:lnTo>
                  <a:lnTo>
                    <a:pt x="548228" y="65731"/>
                  </a:lnTo>
                  <a:lnTo>
                    <a:pt x="568772" y="66695"/>
                  </a:lnTo>
                  <a:lnTo>
                    <a:pt x="604974" y="68586"/>
                  </a:lnTo>
                  <a:lnTo>
                    <a:pt x="657872" y="71679"/>
                  </a:lnTo>
                  <a:lnTo>
                    <a:pt x="726157" y="76174"/>
                  </a:lnTo>
                  <a:lnTo>
                    <a:pt x="806618" y="82183"/>
                  </a:lnTo>
                  <a:lnTo>
                    <a:pt x="894959" y="89735"/>
                  </a:lnTo>
                  <a:lnTo>
                    <a:pt x="986718" y="98807"/>
                  </a:lnTo>
                  <a:lnTo>
                    <a:pt x="1078010" y="109363"/>
                  </a:lnTo>
                  <a:lnTo>
                    <a:pt x="1165932" y="121388"/>
                  </a:lnTo>
                  <a:lnTo>
                    <a:pt x="1248655" y="134917"/>
                  </a:lnTo>
                  <a:lnTo>
                    <a:pt x="1325301" y="150047"/>
                  </a:lnTo>
                  <a:lnTo>
                    <a:pt x="1395731" y="166943"/>
                  </a:lnTo>
                  <a:lnTo>
                    <a:pt x="1460318" y="185836"/>
                  </a:lnTo>
                  <a:lnTo>
                    <a:pt x="1519753" y="207017"/>
                  </a:lnTo>
                  <a:lnTo>
                    <a:pt x="1574905" y="230818"/>
                  </a:lnTo>
                  <a:lnTo>
                    <a:pt x="1626708" y="257587"/>
                  </a:lnTo>
                  <a:lnTo>
                    <a:pt x="1676074" y="287627"/>
                  </a:lnTo>
                  <a:lnTo>
                    <a:pt x="1719082" y="317597"/>
                  </a:lnTo>
                  <a:lnTo>
                    <a:pt x="1762833" y="351645"/>
                  </a:lnTo>
                  <a:lnTo>
                    <a:pt x="1806157" y="388774"/>
                  </a:lnTo>
                  <a:lnTo>
                    <a:pt x="1849423" y="429039"/>
                  </a:lnTo>
                  <a:lnTo>
                    <a:pt x="1892900" y="472414"/>
                  </a:lnTo>
                  <a:lnTo>
                    <a:pt x="1936766" y="518786"/>
                  </a:lnTo>
                  <a:lnTo>
                    <a:pt x="1981120" y="567941"/>
                  </a:lnTo>
                  <a:lnTo>
                    <a:pt x="2025988" y="619569"/>
                  </a:lnTo>
                  <a:lnTo>
                    <a:pt x="2071336" y="673262"/>
                  </a:lnTo>
                  <a:lnTo>
                    <a:pt x="2117075" y="728530"/>
                  </a:lnTo>
                  <a:lnTo>
                    <a:pt x="2163077" y="784813"/>
                  </a:lnTo>
                  <a:lnTo>
                    <a:pt x="2209187" y="841506"/>
                  </a:lnTo>
                  <a:lnTo>
                    <a:pt x="2255241" y="897986"/>
                  </a:lnTo>
                  <a:lnTo>
                    <a:pt x="2301079" y="953638"/>
                  </a:lnTo>
                  <a:lnTo>
                    <a:pt x="2346562" y="1007887"/>
                  </a:lnTo>
                  <a:lnTo>
                    <a:pt x="2391589" y="1060217"/>
                  </a:lnTo>
                  <a:lnTo>
                    <a:pt x="2436106" y="1110193"/>
                  </a:lnTo>
                  <a:lnTo>
                    <a:pt x="2480119" y="1157473"/>
                  </a:lnTo>
                  <a:lnTo>
                    <a:pt x="2523704" y="1201814"/>
                  </a:lnTo>
                  <a:lnTo>
                    <a:pt x="2567012" y="1243070"/>
                  </a:lnTo>
                  <a:lnTo>
                    <a:pt x="2610283" y="1281189"/>
                  </a:lnTo>
                  <a:lnTo>
                    <a:pt x="2653851" y="1316201"/>
                  </a:lnTo>
                  <a:lnTo>
                    <a:pt x="2667772" y="1326651"/>
                  </a:lnTo>
                  <a:lnTo>
                    <a:pt x="2715646" y="1359788"/>
                  </a:lnTo>
                  <a:lnTo>
                    <a:pt x="2765218" y="1389490"/>
                  </a:lnTo>
                  <a:lnTo>
                    <a:pt x="2817314" y="1415946"/>
                  </a:lnTo>
                  <a:lnTo>
                    <a:pt x="2872854" y="1439469"/>
                  </a:lnTo>
                  <a:lnTo>
                    <a:pt x="2932769" y="1460406"/>
                  </a:lnTo>
                  <a:lnTo>
                    <a:pt x="2997914" y="1479086"/>
                  </a:lnTo>
                  <a:lnTo>
                    <a:pt x="3068958" y="1495795"/>
                  </a:lnTo>
                  <a:lnTo>
                    <a:pt x="3146231" y="1510758"/>
                  </a:lnTo>
                  <a:lnTo>
                    <a:pt x="3229529" y="1524133"/>
                  </a:lnTo>
                  <a:lnTo>
                    <a:pt x="3317889" y="1536011"/>
                  </a:lnTo>
                  <a:lnTo>
                    <a:pt x="3409377" y="1546419"/>
                  </a:lnTo>
                  <a:lnTo>
                    <a:pt x="3500982" y="1555340"/>
                  </a:lnTo>
                  <a:lnTo>
                    <a:pt x="3588737" y="1562738"/>
                  </a:lnTo>
                  <a:lnTo>
                    <a:pt x="3668161" y="1568593"/>
                  </a:lnTo>
                  <a:lnTo>
                    <a:pt x="3735022" y="1572941"/>
                  </a:lnTo>
                  <a:lnTo>
                    <a:pt x="3786267" y="1575902"/>
                  </a:lnTo>
                  <a:lnTo>
                    <a:pt x="3820812" y="1577687"/>
                  </a:lnTo>
                  <a:lnTo>
                    <a:pt x="3839933" y="1578575"/>
                  </a:lnTo>
                  <a:lnTo>
                    <a:pt x="3847195" y="1578879"/>
                  </a:lnTo>
                  <a:lnTo>
                    <a:pt x="3848118" y="1578914"/>
                  </a:lnTo>
                  <a:lnTo>
                    <a:pt x="4386855" y="1578914"/>
                  </a:lnTo>
                  <a:lnTo>
                    <a:pt x="4388113" y="1578864"/>
                  </a:lnTo>
                  <a:lnTo>
                    <a:pt x="4396323" y="1578503"/>
                  </a:lnTo>
                  <a:lnTo>
                    <a:pt x="4416817" y="1577503"/>
                  </a:lnTo>
                  <a:lnTo>
                    <a:pt x="4452936" y="1575543"/>
                  </a:lnTo>
                  <a:lnTo>
                    <a:pt x="4505723" y="1572336"/>
                  </a:lnTo>
                  <a:lnTo>
                    <a:pt x="4573880" y="1567674"/>
                  </a:lnTo>
                  <a:lnTo>
                    <a:pt x="4654213" y="1561442"/>
                  </a:lnTo>
                  <a:lnTo>
                    <a:pt x="4742439" y="1553609"/>
                  </a:lnTo>
                  <a:lnTo>
                    <a:pt x="4834108" y="1544198"/>
                  </a:lnTo>
                  <a:lnTo>
                    <a:pt x="4925337" y="1533247"/>
                  </a:lnTo>
                  <a:lnTo>
                    <a:pt x="5013223" y="1520771"/>
                  </a:lnTo>
                  <a:lnTo>
                    <a:pt x="5095932" y="1506735"/>
                  </a:lnTo>
                  <a:lnTo>
                    <a:pt x="5172579" y="1491039"/>
                  </a:lnTo>
                  <a:lnTo>
                    <a:pt x="5243020" y="1473513"/>
                  </a:lnTo>
                  <a:lnTo>
                    <a:pt x="5307620" y="1453918"/>
                  </a:lnTo>
                  <a:lnTo>
                    <a:pt x="5367068" y="1431953"/>
                  </a:lnTo>
                  <a:lnTo>
                    <a:pt x="5422227" y="1407274"/>
                  </a:lnTo>
                  <a:lnTo>
                    <a:pt x="5474028" y="1379521"/>
                  </a:lnTo>
                  <a:lnTo>
                    <a:pt x="5523384" y="1348376"/>
                  </a:lnTo>
                  <a:lnTo>
                    <a:pt x="5567201" y="1316669"/>
                  </a:lnTo>
                  <a:lnTo>
                    <a:pt x="5610499" y="1281660"/>
                  </a:lnTo>
                  <a:lnTo>
                    <a:pt x="5653373" y="1243515"/>
                  </a:lnTo>
                  <a:lnTo>
                    <a:pt x="5696186" y="1202178"/>
                  </a:lnTo>
                  <a:lnTo>
                    <a:pt x="5739198" y="1157672"/>
                  </a:lnTo>
                  <a:lnTo>
                    <a:pt x="5782585" y="1110108"/>
                  </a:lnTo>
                  <a:lnTo>
                    <a:pt x="5826447" y="1059698"/>
                  </a:lnTo>
                  <a:lnTo>
                    <a:pt x="5870814" y="1006747"/>
                  </a:lnTo>
                  <a:lnTo>
                    <a:pt x="5915654" y="951660"/>
                  </a:lnTo>
                  <a:lnTo>
                    <a:pt x="5960887" y="894925"/>
                  </a:lnTo>
                  <a:lnTo>
                    <a:pt x="6006389" y="837101"/>
                  </a:lnTo>
                  <a:lnTo>
                    <a:pt x="6052015" y="778794"/>
                  </a:lnTo>
                  <a:lnTo>
                    <a:pt x="6097604" y="720631"/>
                  </a:lnTo>
                  <a:lnTo>
                    <a:pt x="6142999" y="663234"/>
                  </a:lnTo>
                  <a:lnTo>
                    <a:pt x="6188065" y="607190"/>
                  </a:lnTo>
                  <a:lnTo>
                    <a:pt x="6232695" y="553027"/>
                  </a:lnTo>
                  <a:lnTo>
                    <a:pt x="6276831" y="501197"/>
                  </a:lnTo>
                  <a:lnTo>
                    <a:pt x="6320467" y="452060"/>
                  </a:lnTo>
                  <a:lnTo>
                    <a:pt x="6363666" y="405880"/>
                  </a:lnTo>
                  <a:lnTo>
                    <a:pt x="6406559" y="362819"/>
                  </a:lnTo>
                  <a:lnTo>
                    <a:pt x="6449362" y="322949"/>
                  </a:lnTo>
                  <a:lnTo>
                    <a:pt x="6492380" y="286254"/>
                  </a:lnTo>
                  <a:lnTo>
                    <a:pt x="6515891" y="267689"/>
                  </a:lnTo>
                  <a:lnTo>
                    <a:pt x="6563722" y="233269"/>
                  </a:lnTo>
                  <a:lnTo>
                    <a:pt x="6613248" y="202415"/>
                  </a:lnTo>
                  <a:lnTo>
                    <a:pt x="6665291" y="174930"/>
                  </a:lnTo>
                  <a:lnTo>
                    <a:pt x="6720770" y="150488"/>
                  </a:lnTo>
                  <a:lnTo>
                    <a:pt x="6780614" y="128732"/>
                  </a:lnTo>
                  <a:lnTo>
                    <a:pt x="6845675" y="109319"/>
                  </a:lnTo>
                  <a:lnTo>
                    <a:pt x="6916621" y="91953"/>
                  </a:lnTo>
                  <a:lnTo>
                    <a:pt x="6993784" y="76400"/>
                  </a:lnTo>
                  <a:lnTo>
                    <a:pt x="7076967" y="62496"/>
                  </a:lnTo>
                  <a:lnTo>
                    <a:pt x="7165213" y="50147"/>
                  </a:lnTo>
                  <a:lnTo>
                    <a:pt x="7256604" y="39323"/>
                  </a:lnTo>
                  <a:lnTo>
                    <a:pt x="7348147" y="30041"/>
                  </a:lnTo>
                  <a:lnTo>
                    <a:pt x="7435891" y="22339"/>
                  </a:lnTo>
                  <a:lnTo>
                    <a:pt x="7515370" y="16240"/>
                  </a:lnTo>
                  <a:lnTo>
                    <a:pt x="7582355" y="11704"/>
                  </a:lnTo>
                  <a:lnTo>
                    <a:pt x="7633780" y="8610"/>
                  </a:lnTo>
                  <a:lnTo>
                    <a:pt x="7668534" y="6740"/>
                  </a:lnTo>
                  <a:lnTo>
                    <a:pt x="7687854" y="5806"/>
                  </a:lnTo>
                  <a:lnTo>
                    <a:pt x="7695262" y="548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0" y="50"/>
                  </a:lnTo>
                  <a:lnTo>
                    <a:pt x="7686769" y="411"/>
                  </a:lnTo>
                  <a:lnTo>
                    <a:pt x="7666276" y="1410"/>
                  </a:lnTo>
                  <a:lnTo>
                    <a:pt x="7630156" y="3371"/>
                  </a:lnTo>
                  <a:lnTo>
                    <a:pt x="7577370" y="6578"/>
                  </a:lnTo>
                  <a:lnTo>
                    <a:pt x="7509212" y="11240"/>
                  </a:lnTo>
                  <a:lnTo>
                    <a:pt x="7428879" y="17472"/>
                  </a:lnTo>
                  <a:lnTo>
                    <a:pt x="7340653" y="25305"/>
                  </a:lnTo>
                  <a:lnTo>
                    <a:pt x="7248985" y="34716"/>
                  </a:lnTo>
                  <a:lnTo>
                    <a:pt x="7157755" y="45667"/>
                  </a:lnTo>
                  <a:lnTo>
                    <a:pt x="7069869" y="58143"/>
                  </a:lnTo>
                  <a:lnTo>
                    <a:pt x="6987161" y="72179"/>
                  </a:lnTo>
                  <a:lnTo>
                    <a:pt x="6910513" y="87875"/>
                  </a:lnTo>
                  <a:lnTo>
                    <a:pt x="6840073" y="105400"/>
                  </a:lnTo>
                  <a:lnTo>
                    <a:pt x="6775472" y="124996"/>
                  </a:lnTo>
                  <a:lnTo>
                    <a:pt x="6716024" y="146960"/>
                  </a:lnTo>
                  <a:lnTo>
                    <a:pt x="6660865" y="171640"/>
                  </a:lnTo>
                  <a:lnTo>
                    <a:pt x="6609065" y="199393"/>
                  </a:lnTo>
                  <a:lnTo>
                    <a:pt x="6559709" y="230538"/>
                  </a:lnTo>
                  <a:lnTo>
                    <a:pt x="6515891" y="262245"/>
                  </a:lnTo>
                  <a:lnTo>
                    <a:pt x="6472594" y="297254"/>
                  </a:lnTo>
                  <a:lnTo>
                    <a:pt x="6429719" y="335399"/>
                  </a:lnTo>
                  <a:lnTo>
                    <a:pt x="6386907" y="376736"/>
                  </a:lnTo>
                  <a:lnTo>
                    <a:pt x="6343895" y="421242"/>
                  </a:lnTo>
                  <a:lnTo>
                    <a:pt x="6300507" y="468806"/>
                  </a:lnTo>
                  <a:lnTo>
                    <a:pt x="6256645" y="519216"/>
                  </a:lnTo>
                  <a:lnTo>
                    <a:pt x="6212278" y="572167"/>
                  </a:lnTo>
                  <a:lnTo>
                    <a:pt x="6167438" y="627254"/>
                  </a:lnTo>
                  <a:lnTo>
                    <a:pt x="6122206" y="683989"/>
                  </a:lnTo>
                  <a:lnTo>
                    <a:pt x="6076703" y="741813"/>
                  </a:lnTo>
                  <a:lnTo>
                    <a:pt x="6031077" y="800120"/>
                  </a:lnTo>
                  <a:lnTo>
                    <a:pt x="5985489" y="858282"/>
                  </a:lnTo>
                  <a:lnTo>
                    <a:pt x="5940093" y="915680"/>
                  </a:lnTo>
                  <a:lnTo>
                    <a:pt x="5895028" y="971724"/>
                  </a:lnTo>
                  <a:lnTo>
                    <a:pt x="5850397" y="1025887"/>
                  </a:lnTo>
                  <a:lnTo>
                    <a:pt x="5806262" y="1077717"/>
                  </a:lnTo>
                  <a:lnTo>
                    <a:pt x="5762625" y="1126854"/>
                  </a:lnTo>
                  <a:lnTo>
                    <a:pt x="5719427" y="1173034"/>
                  </a:lnTo>
                  <a:lnTo>
                    <a:pt x="5676533" y="1216095"/>
                  </a:lnTo>
                  <a:lnTo>
                    <a:pt x="5633730" y="1255965"/>
                  </a:lnTo>
                  <a:lnTo>
                    <a:pt x="5590713" y="1292660"/>
                  </a:lnTo>
                  <a:lnTo>
                    <a:pt x="5567201" y="1311225"/>
                  </a:lnTo>
                  <a:lnTo>
                    <a:pt x="5519370" y="1345645"/>
                  </a:lnTo>
                  <a:lnTo>
                    <a:pt x="5469844" y="1376499"/>
                  </a:lnTo>
                  <a:lnTo>
                    <a:pt x="5417801" y="1403984"/>
                  </a:lnTo>
                  <a:lnTo>
                    <a:pt x="5362322" y="1428425"/>
                  </a:lnTo>
                  <a:lnTo>
                    <a:pt x="5302479" y="1450181"/>
                  </a:lnTo>
                  <a:lnTo>
                    <a:pt x="5237418" y="1469595"/>
                  </a:lnTo>
                  <a:lnTo>
                    <a:pt x="5166472" y="1486961"/>
                  </a:lnTo>
                  <a:lnTo>
                    <a:pt x="5089308" y="1502514"/>
                  </a:lnTo>
                  <a:lnTo>
                    <a:pt x="5006126" y="1516417"/>
                  </a:lnTo>
                  <a:lnTo>
                    <a:pt x="4917879" y="1528767"/>
                  </a:lnTo>
                  <a:lnTo>
                    <a:pt x="4826488" y="1539591"/>
                  </a:lnTo>
                  <a:lnTo>
                    <a:pt x="4734946" y="1548873"/>
                  </a:lnTo>
                  <a:lnTo>
                    <a:pt x="4647201" y="1556574"/>
                  </a:lnTo>
                  <a:lnTo>
                    <a:pt x="4567722" y="1562674"/>
                  </a:lnTo>
                  <a:lnTo>
                    <a:pt x="4500737" y="1567210"/>
                  </a:lnTo>
                  <a:lnTo>
                    <a:pt x="4449312" y="1570304"/>
                  </a:lnTo>
                  <a:lnTo>
                    <a:pt x="4414558" y="1572174"/>
                  </a:lnTo>
                  <a:lnTo>
                    <a:pt x="4395238" y="1573108"/>
                  </a:lnTo>
                  <a:lnTo>
                    <a:pt x="4387830" y="1573431"/>
                  </a:lnTo>
                  <a:lnTo>
                    <a:pt x="4386855" y="1573470"/>
                  </a:lnTo>
                  <a:lnTo>
                    <a:pt x="3848118" y="1573470"/>
                  </a:lnTo>
                  <a:lnTo>
                    <a:pt x="3846858" y="1573421"/>
                  </a:lnTo>
                  <a:lnTo>
                    <a:pt x="3838626" y="1573073"/>
                  </a:lnTo>
                  <a:lnTo>
                    <a:pt x="3818083" y="1572109"/>
                  </a:lnTo>
                  <a:lnTo>
                    <a:pt x="3781880" y="1570218"/>
                  </a:lnTo>
                  <a:lnTo>
                    <a:pt x="3728983" y="1567125"/>
                  </a:lnTo>
                  <a:lnTo>
                    <a:pt x="3660697" y="1562630"/>
                  </a:lnTo>
                  <a:lnTo>
                    <a:pt x="3580236" y="1556621"/>
                  </a:lnTo>
                  <a:lnTo>
                    <a:pt x="3491896" y="1549069"/>
                  </a:lnTo>
                  <a:lnTo>
                    <a:pt x="3400137" y="1539997"/>
                  </a:lnTo>
                  <a:lnTo>
                    <a:pt x="3308845" y="1529441"/>
                  </a:lnTo>
                  <a:lnTo>
                    <a:pt x="3220922" y="1517416"/>
                  </a:lnTo>
                  <a:lnTo>
                    <a:pt x="3138200" y="1503887"/>
                  </a:lnTo>
                  <a:lnTo>
                    <a:pt x="3061553" y="1488757"/>
                  </a:lnTo>
                  <a:lnTo>
                    <a:pt x="2991123" y="1471861"/>
                  </a:lnTo>
                  <a:lnTo>
                    <a:pt x="2926537" y="1452968"/>
                  </a:lnTo>
                  <a:lnTo>
                    <a:pt x="2867101" y="1431787"/>
                  </a:lnTo>
                  <a:lnTo>
                    <a:pt x="2811949" y="1407986"/>
                  </a:lnTo>
                  <a:lnTo>
                    <a:pt x="2760147" y="1381217"/>
                  </a:lnTo>
                  <a:lnTo>
                    <a:pt x="2710780" y="1351176"/>
                  </a:lnTo>
                  <a:lnTo>
                    <a:pt x="2667772" y="1321206"/>
                  </a:lnTo>
                  <a:lnTo>
                    <a:pt x="2624021" y="1287158"/>
                  </a:lnTo>
                  <a:lnTo>
                    <a:pt x="2580698" y="1250030"/>
                  </a:lnTo>
                  <a:lnTo>
                    <a:pt x="2537432" y="1209765"/>
                  </a:lnTo>
                  <a:lnTo>
                    <a:pt x="2493955" y="1166390"/>
                  </a:lnTo>
                  <a:lnTo>
                    <a:pt x="2450089" y="1120018"/>
                  </a:lnTo>
                  <a:lnTo>
                    <a:pt x="2405735" y="1070863"/>
                  </a:lnTo>
                  <a:lnTo>
                    <a:pt x="2360866" y="1019235"/>
                  </a:lnTo>
                  <a:lnTo>
                    <a:pt x="2315518" y="965541"/>
                  </a:lnTo>
                  <a:lnTo>
                    <a:pt x="2269779" y="910273"/>
                  </a:lnTo>
                  <a:lnTo>
                    <a:pt x="2223778" y="853991"/>
                  </a:lnTo>
                  <a:lnTo>
                    <a:pt x="2177667" y="797298"/>
                  </a:lnTo>
                  <a:lnTo>
                    <a:pt x="2131614" y="740818"/>
                  </a:lnTo>
                  <a:lnTo>
                    <a:pt x="2085776" y="685166"/>
                  </a:lnTo>
                  <a:lnTo>
                    <a:pt x="2040293" y="630917"/>
                  </a:lnTo>
                  <a:lnTo>
                    <a:pt x="1995266" y="578587"/>
                  </a:lnTo>
                  <a:lnTo>
                    <a:pt x="1950749" y="528611"/>
                  </a:lnTo>
                  <a:lnTo>
                    <a:pt x="1906735" y="481331"/>
                  </a:lnTo>
                  <a:lnTo>
                    <a:pt x="1863151" y="436990"/>
                  </a:lnTo>
                  <a:lnTo>
                    <a:pt x="1819842" y="395734"/>
                  </a:lnTo>
                  <a:lnTo>
                    <a:pt x="1776572" y="357615"/>
                  </a:lnTo>
                  <a:lnTo>
                    <a:pt x="1733003" y="322602"/>
                  </a:lnTo>
                  <a:lnTo>
                    <a:pt x="1719082" y="312153"/>
                  </a:lnTo>
                  <a:lnTo>
                    <a:pt x="1671208" y="279016"/>
                  </a:lnTo>
                  <a:lnTo>
                    <a:pt x="1621636" y="249314"/>
                  </a:lnTo>
                  <a:lnTo>
                    <a:pt x="1569541" y="222858"/>
                  </a:lnTo>
                  <a:lnTo>
                    <a:pt x="1514001" y="199335"/>
                  </a:lnTo>
                  <a:lnTo>
                    <a:pt x="1454086" y="178398"/>
                  </a:lnTo>
                  <a:lnTo>
                    <a:pt x="1388940" y="159718"/>
                  </a:lnTo>
                  <a:lnTo>
                    <a:pt x="1317896" y="143008"/>
                  </a:lnTo>
                  <a:lnTo>
                    <a:pt x="1240624" y="128045"/>
                  </a:lnTo>
                  <a:lnTo>
                    <a:pt x="1157326" y="114670"/>
                  </a:lnTo>
                  <a:lnTo>
                    <a:pt x="1068966" y="102793"/>
                  </a:lnTo>
                  <a:lnTo>
                    <a:pt x="977478" y="92385"/>
                  </a:lnTo>
                  <a:lnTo>
                    <a:pt x="885873" y="83464"/>
                  </a:lnTo>
                  <a:lnTo>
                    <a:pt x="798117" y="76066"/>
                  </a:lnTo>
                  <a:lnTo>
                    <a:pt x="718694" y="70211"/>
                  </a:lnTo>
                  <a:lnTo>
                    <a:pt x="651833" y="65863"/>
                  </a:lnTo>
                  <a:lnTo>
                    <a:pt x="600588" y="62902"/>
                  </a:lnTo>
                  <a:lnTo>
                    <a:pt x="566043" y="61117"/>
                  </a:lnTo>
                  <a:lnTo>
                    <a:pt x="546921" y="60229"/>
                  </a:lnTo>
                  <a:lnTo>
                    <a:pt x="539660" y="59925"/>
                  </a:lnTo>
                  <a:lnTo>
                    <a:pt x="538736" y="59889"/>
                  </a:lnTo>
                  <a:lnTo>
                    <a:pt x="0" y="5988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546595" y="1888364"/>
              <a:ext cx="8234974" cy="1573470"/>
            </a:xfrm>
            <a:custGeom>
              <a:avLst/>
              <a:pathLst>
                <a:path w="8234974" h="1573470">
                  <a:moveTo>
                    <a:pt x="0" y="59889"/>
                  </a:moveTo>
                  <a:lnTo>
                    <a:pt x="538736" y="59889"/>
                  </a:lnTo>
                  <a:lnTo>
                    <a:pt x="539997" y="59938"/>
                  </a:lnTo>
                  <a:lnTo>
                    <a:pt x="548228" y="60287"/>
                  </a:lnTo>
                  <a:lnTo>
                    <a:pt x="568772" y="61250"/>
                  </a:lnTo>
                  <a:lnTo>
                    <a:pt x="604974" y="63141"/>
                  </a:lnTo>
                  <a:lnTo>
                    <a:pt x="657872" y="66234"/>
                  </a:lnTo>
                  <a:lnTo>
                    <a:pt x="726157" y="70729"/>
                  </a:lnTo>
                  <a:lnTo>
                    <a:pt x="806618" y="76738"/>
                  </a:lnTo>
                  <a:lnTo>
                    <a:pt x="894959" y="84290"/>
                  </a:lnTo>
                  <a:lnTo>
                    <a:pt x="986718" y="93362"/>
                  </a:lnTo>
                  <a:lnTo>
                    <a:pt x="1078010" y="103918"/>
                  </a:lnTo>
                  <a:lnTo>
                    <a:pt x="1165932" y="115943"/>
                  </a:lnTo>
                  <a:lnTo>
                    <a:pt x="1248655" y="129472"/>
                  </a:lnTo>
                  <a:lnTo>
                    <a:pt x="1325301" y="144602"/>
                  </a:lnTo>
                  <a:lnTo>
                    <a:pt x="1395731" y="161498"/>
                  </a:lnTo>
                  <a:lnTo>
                    <a:pt x="1460318" y="180391"/>
                  </a:lnTo>
                  <a:lnTo>
                    <a:pt x="1519753" y="201572"/>
                  </a:lnTo>
                  <a:lnTo>
                    <a:pt x="1574905" y="225374"/>
                  </a:lnTo>
                  <a:lnTo>
                    <a:pt x="1626708" y="252142"/>
                  </a:lnTo>
                  <a:lnTo>
                    <a:pt x="1676074" y="282183"/>
                  </a:lnTo>
                  <a:lnTo>
                    <a:pt x="1719082" y="312153"/>
                  </a:lnTo>
                  <a:lnTo>
                    <a:pt x="1762833" y="346201"/>
                  </a:lnTo>
                  <a:lnTo>
                    <a:pt x="1806157" y="383329"/>
                  </a:lnTo>
                  <a:lnTo>
                    <a:pt x="1849423" y="423594"/>
                  </a:lnTo>
                  <a:lnTo>
                    <a:pt x="1892900" y="466970"/>
                  </a:lnTo>
                  <a:lnTo>
                    <a:pt x="1936766" y="513341"/>
                  </a:lnTo>
                  <a:lnTo>
                    <a:pt x="1981120" y="562497"/>
                  </a:lnTo>
                  <a:lnTo>
                    <a:pt x="2025988" y="614124"/>
                  </a:lnTo>
                  <a:lnTo>
                    <a:pt x="2071336" y="667818"/>
                  </a:lnTo>
                  <a:lnTo>
                    <a:pt x="2117075" y="723086"/>
                  </a:lnTo>
                  <a:lnTo>
                    <a:pt x="2163077" y="779369"/>
                  </a:lnTo>
                  <a:lnTo>
                    <a:pt x="2209187" y="836062"/>
                  </a:lnTo>
                  <a:lnTo>
                    <a:pt x="2255241" y="892541"/>
                  </a:lnTo>
                  <a:lnTo>
                    <a:pt x="2301079" y="948194"/>
                  </a:lnTo>
                  <a:lnTo>
                    <a:pt x="2346562" y="1002442"/>
                  </a:lnTo>
                  <a:lnTo>
                    <a:pt x="2391589" y="1054772"/>
                  </a:lnTo>
                  <a:lnTo>
                    <a:pt x="2436106" y="1104748"/>
                  </a:lnTo>
                  <a:lnTo>
                    <a:pt x="2480119" y="1152029"/>
                  </a:lnTo>
                  <a:lnTo>
                    <a:pt x="2523704" y="1196369"/>
                  </a:lnTo>
                  <a:lnTo>
                    <a:pt x="2567012" y="1237626"/>
                  </a:lnTo>
                  <a:lnTo>
                    <a:pt x="2610283" y="1275744"/>
                  </a:lnTo>
                  <a:lnTo>
                    <a:pt x="2653851" y="1310757"/>
                  </a:lnTo>
                  <a:lnTo>
                    <a:pt x="2667772" y="1321206"/>
                  </a:lnTo>
                  <a:lnTo>
                    <a:pt x="2715646" y="1354344"/>
                  </a:lnTo>
                  <a:lnTo>
                    <a:pt x="2765218" y="1384045"/>
                  </a:lnTo>
                  <a:lnTo>
                    <a:pt x="2817314" y="1410501"/>
                  </a:lnTo>
                  <a:lnTo>
                    <a:pt x="2872854" y="1434024"/>
                  </a:lnTo>
                  <a:lnTo>
                    <a:pt x="2932769" y="1454961"/>
                  </a:lnTo>
                  <a:lnTo>
                    <a:pt x="2997914" y="1473642"/>
                  </a:lnTo>
                  <a:lnTo>
                    <a:pt x="3068958" y="1490351"/>
                  </a:lnTo>
                  <a:lnTo>
                    <a:pt x="3146231" y="1505314"/>
                  </a:lnTo>
                  <a:lnTo>
                    <a:pt x="3229529" y="1518689"/>
                  </a:lnTo>
                  <a:lnTo>
                    <a:pt x="3317889" y="1530566"/>
                  </a:lnTo>
                  <a:lnTo>
                    <a:pt x="3409377" y="1540974"/>
                  </a:lnTo>
                  <a:lnTo>
                    <a:pt x="3500982" y="1549896"/>
                  </a:lnTo>
                  <a:lnTo>
                    <a:pt x="3588737" y="1557293"/>
                  </a:lnTo>
                  <a:lnTo>
                    <a:pt x="3668161" y="1563148"/>
                  </a:lnTo>
                  <a:lnTo>
                    <a:pt x="3735022" y="1567496"/>
                  </a:lnTo>
                  <a:lnTo>
                    <a:pt x="3786267" y="1570458"/>
                  </a:lnTo>
                  <a:lnTo>
                    <a:pt x="3820812" y="1572243"/>
                  </a:lnTo>
                  <a:lnTo>
                    <a:pt x="3839933" y="1573130"/>
                  </a:lnTo>
                  <a:lnTo>
                    <a:pt x="3847195" y="1573434"/>
                  </a:lnTo>
                  <a:lnTo>
                    <a:pt x="3848118" y="1573470"/>
                  </a:lnTo>
                  <a:lnTo>
                    <a:pt x="4386855" y="1573470"/>
                  </a:lnTo>
                  <a:lnTo>
                    <a:pt x="4388113" y="1573419"/>
                  </a:lnTo>
                  <a:lnTo>
                    <a:pt x="4396323" y="1573058"/>
                  </a:lnTo>
                  <a:lnTo>
                    <a:pt x="4416817" y="1572059"/>
                  </a:lnTo>
                  <a:lnTo>
                    <a:pt x="4452936" y="1570098"/>
                  </a:lnTo>
                  <a:lnTo>
                    <a:pt x="4505723" y="1566891"/>
                  </a:lnTo>
                  <a:lnTo>
                    <a:pt x="4573880" y="1562230"/>
                  </a:lnTo>
                  <a:lnTo>
                    <a:pt x="4654213" y="1555998"/>
                  </a:lnTo>
                  <a:lnTo>
                    <a:pt x="4742439" y="1548164"/>
                  </a:lnTo>
                  <a:lnTo>
                    <a:pt x="4834108" y="1538753"/>
                  </a:lnTo>
                  <a:lnTo>
                    <a:pt x="4925337" y="1527802"/>
                  </a:lnTo>
                  <a:lnTo>
                    <a:pt x="5013223" y="1515326"/>
                  </a:lnTo>
                  <a:lnTo>
                    <a:pt x="5095932" y="1501290"/>
                  </a:lnTo>
                  <a:lnTo>
                    <a:pt x="5172579" y="1485595"/>
                  </a:lnTo>
                  <a:lnTo>
                    <a:pt x="5243020" y="1468069"/>
                  </a:lnTo>
                  <a:lnTo>
                    <a:pt x="5307620" y="1448474"/>
                  </a:lnTo>
                  <a:lnTo>
                    <a:pt x="5367068" y="1426509"/>
                  </a:lnTo>
                  <a:lnTo>
                    <a:pt x="5422227" y="1401829"/>
                  </a:lnTo>
                  <a:lnTo>
                    <a:pt x="5474028" y="1374076"/>
                  </a:lnTo>
                  <a:lnTo>
                    <a:pt x="5523384" y="1342932"/>
                  </a:lnTo>
                  <a:lnTo>
                    <a:pt x="5567201" y="1311225"/>
                  </a:lnTo>
                  <a:lnTo>
                    <a:pt x="5610499" y="1276215"/>
                  </a:lnTo>
                  <a:lnTo>
                    <a:pt x="5653373" y="1238070"/>
                  </a:lnTo>
                  <a:lnTo>
                    <a:pt x="5696186" y="1196733"/>
                  </a:lnTo>
                  <a:lnTo>
                    <a:pt x="5739198" y="1152227"/>
                  </a:lnTo>
                  <a:lnTo>
                    <a:pt x="5782585" y="1104664"/>
                  </a:lnTo>
                  <a:lnTo>
                    <a:pt x="5826447" y="1054253"/>
                  </a:lnTo>
                  <a:lnTo>
                    <a:pt x="5870814" y="1001302"/>
                  </a:lnTo>
                  <a:lnTo>
                    <a:pt x="5915654" y="946215"/>
                  </a:lnTo>
                  <a:lnTo>
                    <a:pt x="5960887" y="889480"/>
                  </a:lnTo>
                  <a:lnTo>
                    <a:pt x="6006389" y="831656"/>
                  </a:lnTo>
                  <a:lnTo>
                    <a:pt x="6052015" y="773349"/>
                  </a:lnTo>
                  <a:lnTo>
                    <a:pt x="6097604" y="715187"/>
                  </a:lnTo>
                  <a:lnTo>
                    <a:pt x="6142999" y="657790"/>
                  </a:lnTo>
                  <a:lnTo>
                    <a:pt x="6188065" y="601745"/>
                  </a:lnTo>
                  <a:lnTo>
                    <a:pt x="6232695" y="547582"/>
                  </a:lnTo>
                  <a:lnTo>
                    <a:pt x="6276831" y="495752"/>
                  </a:lnTo>
                  <a:lnTo>
                    <a:pt x="6320467" y="446616"/>
                  </a:lnTo>
                  <a:lnTo>
                    <a:pt x="6363666" y="400435"/>
                  </a:lnTo>
                  <a:lnTo>
                    <a:pt x="6406559" y="357374"/>
                  </a:lnTo>
                  <a:lnTo>
                    <a:pt x="6449362" y="317504"/>
                  </a:lnTo>
                  <a:lnTo>
                    <a:pt x="6492380" y="280809"/>
                  </a:lnTo>
                  <a:lnTo>
                    <a:pt x="6515891" y="262245"/>
                  </a:lnTo>
                  <a:lnTo>
                    <a:pt x="6563722" y="227825"/>
                  </a:lnTo>
                  <a:lnTo>
                    <a:pt x="6613248" y="196971"/>
                  </a:lnTo>
                  <a:lnTo>
                    <a:pt x="6665291" y="169485"/>
                  </a:lnTo>
                  <a:lnTo>
                    <a:pt x="6720770" y="145044"/>
                  </a:lnTo>
                  <a:lnTo>
                    <a:pt x="6780614" y="123288"/>
                  </a:lnTo>
                  <a:lnTo>
                    <a:pt x="6845675" y="103875"/>
                  </a:lnTo>
                  <a:lnTo>
                    <a:pt x="6916621" y="86509"/>
                  </a:lnTo>
                  <a:lnTo>
                    <a:pt x="6993784" y="70956"/>
                  </a:lnTo>
                  <a:lnTo>
                    <a:pt x="7076967" y="57052"/>
                  </a:lnTo>
                  <a:lnTo>
                    <a:pt x="7165213" y="44703"/>
                  </a:lnTo>
                  <a:lnTo>
                    <a:pt x="7256604" y="33878"/>
                  </a:lnTo>
                  <a:lnTo>
                    <a:pt x="7348147" y="24596"/>
                  </a:lnTo>
                  <a:lnTo>
                    <a:pt x="7435891" y="16895"/>
                  </a:lnTo>
                  <a:lnTo>
                    <a:pt x="7515370" y="10795"/>
                  </a:lnTo>
                  <a:lnTo>
                    <a:pt x="7582355" y="6260"/>
                  </a:lnTo>
                  <a:lnTo>
                    <a:pt x="7633780" y="3165"/>
                  </a:lnTo>
                  <a:lnTo>
                    <a:pt x="7668534" y="1296"/>
                  </a:lnTo>
                  <a:lnTo>
                    <a:pt x="7687854" y="362"/>
                  </a:lnTo>
                  <a:lnTo>
                    <a:pt x="7695262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546595" y="1882920"/>
              <a:ext cx="8234974" cy="1573470"/>
            </a:xfrm>
            <a:custGeom>
              <a:avLst/>
              <a:pathLst>
                <a:path w="8234974" h="1573470">
                  <a:moveTo>
                    <a:pt x="8234974" y="0"/>
                  </a:moveTo>
                  <a:lnTo>
                    <a:pt x="7696237" y="0"/>
                  </a:lnTo>
                  <a:lnTo>
                    <a:pt x="7694980" y="50"/>
                  </a:lnTo>
                  <a:lnTo>
                    <a:pt x="7686769" y="411"/>
                  </a:lnTo>
                  <a:lnTo>
                    <a:pt x="7666276" y="1410"/>
                  </a:lnTo>
                  <a:lnTo>
                    <a:pt x="7630156" y="3371"/>
                  </a:lnTo>
                  <a:lnTo>
                    <a:pt x="7577370" y="6578"/>
                  </a:lnTo>
                  <a:lnTo>
                    <a:pt x="7509212" y="11240"/>
                  </a:lnTo>
                  <a:lnTo>
                    <a:pt x="7428879" y="17472"/>
                  </a:lnTo>
                  <a:lnTo>
                    <a:pt x="7340653" y="25305"/>
                  </a:lnTo>
                  <a:lnTo>
                    <a:pt x="7248985" y="34716"/>
                  </a:lnTo>
                  <a:lnTo>
                    <a:pt x="7157755" y="45667"/>
                  </a:lnTo>
                  <a:lnTo>
                    <a:pt x="7069869" y="58143"/>
                  </a:lnTo>
                  <a:lnTo>
                    <a:pt x="6987161" y="72179"/>
                  </a:lnTo>
                  <a:lnTo>
                    <a:pt x="6910513" y="87875"/>
                  </a:lnTo>
                  <a:lnTo>
                    <a:pt x="6840073" y="105400"/>
                  </a:lnTo>
                  <a:lnTo>
                    <a:pt x="6775472" y="124996"/>
                  </a:lnTo>
                  <a:lnTo>
                    <a:pt x="6716024" y="146960"/>
                  </a:lnTo>
                  <a:lnTo>
                    <a:pt x="6660865" y="171640"/>
                  </a:lnTo>
                  <a:lnTo>
                    <a:pt x="6609065" y="199393"/>
                  </a:lnTo>
                  <a:lnTo>
                    <a:pt x="6559709" y="230538"/>
                  </a:lnTo>
                  <a:lnTo>
                    <a:pt x="6515891" y="262245"/>
                  </a:lnTo>
                  <a:lnTo>
                    <a:pt x="6472594" y="297254"/>
                  </a:lnTo>
                  <a:lnTo>
                    <a:pt x="6429719" y="335399"/>
                  </a:lnTo>
                  <a:lnTo>
                    <a:pt x="6386907" y="376736"/>
                  </a:lnTo>
                  <a:lnTo>
                    <a:pt x="6343895" y="421242"/>
                  </a:lnTo>
                  <a:lnTo>
                    <a:pt x="6300507" y="468806"/>
                  </a:lnTo>
                  <a:lnTo>
                    <a:pt x="6256645" y="519216"/>
                  </a:lnTo>
                  <a:lnTo>
                    <a:pt x="6212278" y="572167"/>
                  </a:lnTo>
                  <a:lnTo>
                    <a:pt x="6167438" y="627254"/>
                  </a:lnTo>
                  <a:lnTo>
                    <a:pt x="6122206" y="683989"/>
                  </a:lnTo>
                  <a:lnTo>
                    <a:pt x="6076703" y="741813"/>
                  </a:lnTo>
                  <a:lnTo>
                    <a:pt x="6031077" y="800120"/>
                  </a:lnTo>
                  <a:lnTo>
                    <a:pt x="5985489" y="858282"/>
                  </a:lnTo>
                  <a:lnTo>
                    <a:pt x="5940093" y="915680"/>
                  </a:lnTo>
                  <a:lnTo>
                    <a:pt x="5895028" y="971724"/>
                  </a:lnTo>
                  <a:lnTo>
                    <a:pt x="5850397" y="1025887"/>
                  </a:lnTo>
                  <a:lnTo>
                    <a:pt x="5806262" y="1077717"/>
                  </a:lnTo>
                  <a:lnTo>
                    <a:pt x="5762625" y="1126854"/>
                  </a:lnTo>
                  <a:lnTo>
                    <a:pt x="5719427" y="1173034"/>
                  </a:lnTo>
                  <a:lnTo>
                    <a:pt x="5676533" y="1216095"/>
                  </a:lnTo>
                  <a:lnTo>
                    <a:pt x="5633730" y="1255965"/>
                  </a:lnTo>
                  <a:lnTo>
                    <a:pt x="5590713" y="1292660"/>
                  </a:lnTo>
                  <a:lnTo>
                    <a:pt x="5567201" y="1311225"/>
                  </a:lnTo>
                  <a:lnTo>
                    <a:pt x="5519370" y="1345645"/>
                  </a:lnTo>
                  <a:lnTo>
                    <a:pt x="5469844" y="1376499"/>
                  </a:lnTo>
                  <a:lnTo>
                    <a:pt x="5417801" y="1403984"/>
                  </a:lnTo>
                  <a:lnTo>
                    <a:pt x="5362322" y="1428425"/>
                  </a:lnTo>
                  <a:lnTo>
                    <a:pt x="5302479" y="1450181"/>
                  </a:lnTo>
                  <a:lnTo>
                    <a:pt x="5237418" y="1469595"/>
                  </a:lnTo>
                  <a:lnTo>
                    <a:pt x="5166472" y="1486961"/>
                  </a:lnTo>
                  <a:lnTo>
                    <a:pt x="5089308" y="1502514"/>
                  </a:lnTo>
                  <a:lnTo>
                    <a:pt x="5006126" y="1516417"/>
                  </a:lnTo>
                  <a:lnTo>
                    <a:pt x="4917879" y="1528767"/>
                  </a:lnTo>
                  <a:lnTo>
                    <a:pt x="4826488" y="1539591"/>
                  </a:lnTo>
                  <a:lnTo>
                    <a:pt x="4734946" y="1548873"/>
                  </a:lnTo>
                  <a:lnTo>
                    <a:pt x="4647201" y="1556574"/>
                  </a:lnTo>
                  <a:lnTo>
                    <a:pt x="4567722" y="1562674"/>
                  </a:lnTo>
                  <a:lnTo>
                    <a:pt x="4500737" y="1567210"/>
                  </a:lnTo>
                  <a:lnTo>
                    <a:pt x="4449312" y="1570304"/>
                  </a:lnTo>
                  <a:lnTo>
                    <a:pt x="4414558" y="1572174"/>
                  </a:lnTo>
                  <a:lnTo>
                    <a:pt x="4395238" y="1573108"/>
                  </a:lnTo>
                  <a:lnTo>
                    <a:pt x="4387830" y="1573431"/>
                  </a:lnTo>
                  <a:lnTo>
                    <a:pt x="4386855" y="1573470"/>
                  </a:lnTo>
                  <a:lnTo>
                    <a:pt x="3848118" y="1573470"/>
                  </a:lnTo>
                  <a:lnTo>
                    <a:pt x="3846858" y="1573421"/>
                  </a:lnTo>
                  <a:lnTo>
                    <a:pt x="3838626" y="1573073"/>
                  </a:lnTo>
                  <a:lnTo>
                    <a:pt x="3818083" y="1572109"/>
                  </a:lnTo>
                  <a:lnTo>
                    <a:pt x="3781880" y="1570218"/>
                  </a:lnTo>
                  <a:lnTo>
                    <a:pt x="3728983" y="1567125"/>
                  </a:lnTo>
                  <a:lnTo>
                    <a:pt x="3660697" y="1562630"/>
                  </a:lnTo>
                  <a:lnTo>
                    <a:pt x="3580236" y="1556621"/>
                  </a:lnTo>
                  <a:lnTo>
                    <a:pt x="3491896" y="1549069"/>
                  </a:lnTo>
                  <a:lnTo>
                    <a:pt x="3400137" y="1539997"/>
                  </a:lnTo>
                  <a:lnTo>
                    <a:pt x="3308845" y="1529441"/>
                  </a:lnTo>
                  <a:lnTo>
                    <a:pt x="3220922" y="1517416"/>
                  </a:lnTo>
                  <a:lnTo>
                    <a:pt x="3138200" y="1503887"/>
                  </a:lnTo>
                  <a:lnTo>
                    <a:pt x="3061553" y="1488757"/>
                  </a:lnTo>
                  <a:lnTo>
                    <a:pt x="2991123" y="1471861"/>
                  </a:lnTo>
                  <a:lnTo>
                    <a:pt x="2926537" y="1452968"/>
                  </a:lnTo>
                  <a:lnTo>
                    <a:pt x="2867101" y="1431787"/>
                  </a:lnTo>
                  <a:lnTo>
                    <a:pt x="2811949" y="1407986"/>
                  </a:lnTo>
                  <a:lnTo>
                    <a:pt x="2760147" y="1381217"/>
                  </a:lnTo>
                  <a:lnTo>
                    <a:pt x="2710780" y="1351176"/>
                  </a:lnTo>
                  <a:lnTo>
                    <a:pt x="2667772" y="1321206"/>
                  </a:lnTo>
                  <a:lnTo>
                    <a:pt x="2624021" y="1287158"/>
                  </a:lnTo>
                  <a:lnTo>
                    <a:pt x="2580698" y="1250030"/>
                  </a:lnTo>
                  <a:lnTo>
                    <a:pt x="2537432" y="1209765"/>
                  </a:lnTo>
                  <a:lnTo>
                    <a:pt x="2493955" y="1166390"/>
                  </a:lnTo>
                  <a:lnTo>
                    <a:pt x="2450089" y="1120018"/>
                  </a:lnTo>
                  <a:lnTo>
                    <a:pt x="2405735" y="1070863"/>
                  </a:lnTo>
                  <a:lnTo>
                    <a:pt x="2360866" y="1019235"/>
                  </a:lnTo>
                  <a:lnTo>
                    <a:pt x="2315518" y="965541"/>
                  </a:lnTo>
                  <a:lnTo>
                    <a:pt x="2269779" y="910273"/>
                  </a:lnTo>
                  <a:lnTo>
                    <a:pt x="2223778" y="853991"/>
                  </a:lnTo>
                  <a:lnTo>
                    <a:pt x="2177667" y="797298"/>
                  </a:lnTo>
                  <a:lnTo>
                    <a:pt x="2131614" y="740818"/>
                  </a:lnTo>
                  <a:lnTo>
                    <a:pt x="2085776" y="685166"/>
                  </a:lnTo>
                  <a:lnTo>
                    <a:pt x="2040293" y="630917"/>
                  </a:lnTo>
                  <a:lnTo>
                    <a:pt x="1995266" y="578587"/>
                  </a:lnTo>
                  <a:lnTo>
                    <a:pt x="1950749" y="528611"/>
                  </a:lnTo>
                  <a:lnTo>
                    <a:pt x="1906735" y="481331"/>
                  </a:lnTo>
                  <a:lnTo>
                    <a:pt x="1863151" y="436990"/>
                  </a:lnTo>
                  <a:lnTo>
                    <a:pt x="1819842" y="395734"/>
                  </a:lnTo>
                  <a:lnTo>
                    <a:pt x="1776572" y="357615"/>
                  </a:lnTo>
                  <a:lnTo>
                    <a:pt x="1733003" y="322602"/>
                  </a:lnTo>
                  <a:lnTo>
                    <a:pt x="1719082" y="312153"/>
                  </a:lnTo>
                  <a:lnTo>
                    <a:pt x="1671208" y="279016"/>
                  </a:lnTo>
                  <a:lnTo>
                    <a:pt x="1621636" y="249314"/>
                  </a:lnTo>
                  <a:lnTo>
                    <a:pt x="1569541" y="222858"/>
                  </a:lnTo>
                  <a:lnTo>
                    <a:pt x="1514001" y="199335"/>
                  </a:lnTo>
                  <a:lnTo>
                    <a:pt x="1454086" y="178398"/>
                  </a:lnTo>
                  <a:lnTo>
                    <a:pt x="1388940" y="159718"/>
                  </a:lnTo>
                  <a:lnTo>
                    <a:pt x="1317896" y="143008"/>
                  </a:lnTo>
                  <a:lnTo>
                    <a:pt x="1240624" y="128045"/>
                  </a:lnTo>
                  <a:lnTo>
                    <a:pt x="1157326" y="114670"/>
                  </a:lnTo>
                  <a:lnTo>
                    <a:pt x="1068966" y="102793"/>
                  </a:lnTo>
                  <a:lnTo>
                    <a:pt x="977478" y="92385"/>
                  </a:lnTo>
                  <a:lnTo>
                    <a:pt x="885873" y="83464"/>
                  </a:lnTo>
                  <a:lnTo>
                    <a:pt x="798117" y="76066"/>
                  </a:lnTo>
                  <a:lnTo>
                    <a:pt x="718694" y="70211"/>
                  </a:lnTo>
                  <a:lnTo>
                    <a:pt x="651833" y="65863"/>
                  </a:lnTo>
                  <a:lnTo>
                    <a:pt x="600588" y="62902"/>
                  </a:lnTo>
                  <a:lnTo>
                    <a:pt x="566043" y="61117"/>
                  </a:lnTo>
                  <a:lnTo>
                    <a:pt x="546921" y="60229"/>
                  </a:lnTo>
                  <a:lnTo>
                    <a:pt x="539660" y="59925"/>
                  </a:lnTo>
                  <a:lnTo>
                    <a:pt x="538736" y="59889"/>
                  </a:lnTo>
                  <a:lnTo>
                    <a:pt x="0" y="59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" name="pg164"/>
            <p:cNvSpPr/>
            <p:nvPr/>
          </p:nvSpPr>
          <p:spPr>
            <a:xfrm>
              <a:off x="546595" y="1948254"/>
              <a:ext cx="8234974" cy="1519025"/>
            </a:xfrm>
            <a:custGeom>
              <a:avLst/>
              <a:pathLst>
                <a:path w="8234974" h="1519025">
                  <a:moveTo>
                    <a:pt x="0" y="5444"/>
                  </a:moveTo>
                  <a:lnTo>
                    <a:pt x="538736" y="5444"/>
                  </a:lnTo>
                  <a:lnTo>
                    <a:pt x="539997" y="5493"/>
                  </a:lnTo>
                  <a:lnTo>
                    <a:pt x="548228" y="5841"/>
                  </a:lnTo>
                  <a:lnTo>
                    <a:pt x="568772" y="6805"/>
                  </a:lnTo>
                  <a:lnTo>
                    <a:pt x="604974" y="8696"/>
                  </a:lnTo>
                  <a:lnTo>
                    <a:pt x="657872" y="11789"/>
                  </a:lnTo>
                  <a:lnTo>
                    <a:pt x="726157" y="16284"/>
                  </a:lnTo>
                  <a:lnTo>
                    <a:pt x="806618" y="22293"/>
                  </a:lnTo>
                  <a:lnTo>
                    <a:pt x="894959" y="29845"/>
                  </a:lnTo>
                  <a:lnTo>
                    <a:pt x="986718" y="38917"/>
                  </a:lnTo>
                  <a:lnTo>
                    <a:pt x="1078010" y="49473"/>
                  </a:lnTo>
                  <a:lnTo>
                    <a:pt x="1165932" y="61498"/>
                  </a:lnTo>
                  <a:lnTo>
                    <a:pt x="1248655" y="75027"/>
                  </a:lnTo>
                  <a:lnTo>
                    <a:pt x="1325301" y="90157"/>
                  </a:lnTo>
                  <a:lnTo>
                    <a:pt x="1395731" y="107053"/>
                  </a:lnTo>
                  <a:lnTo>
                    <a:pt x="1460318" y="125946"/>
                  </a:lnTo>
                  <a:lnTo>
                    <a:pt x="1519753" y="147127"/>
                  </a:lnTo>
                  <a:lnTo>
                    <a:pt x="1574905" y="170928"/>
                  </a:lnTo>
                  <a:lnTo>
                    <a:pt x="1626708" y="197697"/>
                  </a:lnTo>
                  <a:lnTo>
                    <a:pt x="1676074" y="227737"/>
                  </a:lnTo>
                  <a:lnTo>
                    <a:pt x="1719082" y="257707"/>
                  </a:lnTo>
                  <a:lnTo>
                    <a:pt x="1762833" y="291755"/>
                  </a:lnTo>
                  <a:lnTo>
                    <a:pt x="1806157" y="328884"/>
                  </a:lnTo>
                  <a:lnTo>
                    <a:pt x="1849423" y="369149"/>
                  </a:lnTo>
                  <a:lnTo>
                    <a:pt x="1892900" y="412524"/>
                  </a:lnTo>
                  <a:lnTo>
                    <a:pt x="1936766" y="458896"/>
                  </a:lnTo>
                  <a:lnTo>
                    <a:pt x="1981120" y="508051"/>
                  </a:lnTo>
                  <a:lnTo>
                    <a:pt x="2025988" y="559679"/>
                  </a:lnTo>
                  <a:lnTo>
                    <a:pt x="2071336" y="613373"/>
                  </a:lnTo>
                  <a:lnTo>
                    <a:pt x="2117075" y="668641"/>
                  </a:lnTo>
                  <a:lnTo>
                    <a:pt x="2163077" y="724923"/>
                  </a:lnTo>
                  <a:lnTo>
                    <a:pt x="2209187" y="781616"/>
                  </a:lnTo>
                  <a:lnTo>
                    <a:pt x="2255241" y="838096"/>
                  </a:lnTo>
                  <a:lnTo>
                    <a:pt x="2301079" y="893748"/>
                  </a:lnTo>
                  <a:lnTo>
                    <a:pt x="2346562" y="947997"/>
                  </a:lnTo>
                  <a:lnTo>
                    <a:pt x="2391589" y="1000327"/>
                  </a:lnTo>
                  <a:lnTo>
                    <a:pt x="2436106" y="1050303"/>
                  </a:lnTo>
                  <a:lnTo>
                    <a:pt x="2480119" y="1097583"/>
                  </a:lnTo>
                  <a:lnTo>
                    <a:pt x="2523704" y="1141924"/>
                  </a:lnTo>
                  <a:lnTo>
                    <a:pt x="2567012" y="1183180"/>
                  </a:lnTo>
                  <a:lnTo>
                    <a:pt x="2610283" y="1221299"/>
                  </a:lnTo>
                  <a:lnTo>
                    <a:pt x="2653851" y="1256312"/>
                  </a:lnTo>
                  <a:lnTo>
                    <a:pt x="2667772" y="1266761"/>
                  </a:lnTo>
                  <a:lnTo>
                    <a:pt x="2715646" y="1299898"/>
                  </a:lnTo>
                  <a:lnTo>
                    <a:pt x="2765218" y="1329600"/>
                  </a:lnTo>
                  <a:lnTo>
                    <a:pt x="2817314" y="1356056"/>
                  </a:lnTo>
                  <a:lnTo>
                    <a:pt x="2872854" y="1379579"/>
                  </a:lnTo>
                  <a:lnTo>
                    <a:pt x="2932769" y="1400516"/>
                  </a:lnTo>
                  <a:lnTo>
                    <a:pt x="2997914" y="1419196"/>
                  </a:lnTo>
                  <a:lnTo>
                    <a:pt x="3068958" y="1435906"/>
                  </a:lnTo>
                  <a:lnTo>
                    <a:pt x="3146231" y="1450869"/>
                  </a:lnTo>
                  <a:lnTo>
                    <a:pt x="3229529" y="1464244"/>
                  </a:lnTo>
                  <a:lnTo>
                    <a:pt x="3317889" y="1476121"/>
                  </a:lnTo>
                  <a:lnTo>
                    <a:pt x="3409377" y="1486529"/>
                  </a:lnTo>
                  <a:lnTo>
                    <a:pt x="3500982" y="1495450"/>
                  </a:lnTo>
                  <a:lnTo>
                    <a:pt x="3588737" y="1502848"/>
                  </a:lnTo>
                  <a:lnTo>
                    <a:pt x="3668161" y="1508703"/>
                  </a:lnTo>
                  <a:lnTo>
                    <a:pt x="3735022" y="1513051"/>
                  </a:lnTo>
                  <a:lnTo>
                    <a:pt x="3786267" y="1516012"/>
                  </a:lnTo>
                  <a:lnTo>
                    <a:pt x="3820812" y="1517797"/>
                  </a:lnTo>
                  <a:lnTo>
                    <a:pt x="3839933" y="1518685"/>
                  </a:lnTo>
                  <a:lnTo>
                    <a:pt x="3847195" y="1518989"/>
                  </a:lnTo>
                  <a:lnTo>
                    <a:pt x="3848118" y="1519025"/>
                  </a:lnTo>
                  <a:lnTo>
                    <a:pt x="4386855" y="1519025"/>
                  </a:lnTo>
                  <a:lnTo>
                    <a:pt x="4388135" y="1518988"/>
                  </a:lnTo>
                  <a:lnTo>
                    <a:pt x="4396487" y="1518728"/>
                  </a:lnTo>
                  <a:lnTo>
                    <a:pt x="4417321" y="1518010"/>
                  </a:lnTo>
                  <a:lnTo>
                    <a:pt x="4454007" y="1516601"/>
                  </a:lnTo>
                  <a:lnTo>
                    <a:pt x="4507552" y="1514298"/>
                  </a:lnTo>
                  <a:lnTo>
                    <a:pt x="4576580" y="1510952"/>
                  </a:lnTo>
                  <a:lnTo>
                    <a:pt x="4657785" y="1506482"/>
                  </a:lnTo>
                  <a:lnTo>
                    <a:pt x="4746787" y="1500869"/>
                  </a:lnTo>
                  <a:lnTo>
                    <a:pt x="4839067" y="1494130"/>
                  </a:lnTo>
                  <a:lnTo>
                    <a:pt x="4930718" y="1486291"/>
                  </a:lnTo>
                  <a:lnTo>
                    <a:pt x="5018846" y="1477364"/>
                  </a:lnTo>
                  <a:lnTo>
                    <a:pt x="5101648" y="1467318"/>
                  </a:lnTo>
                  <a:lnTo>
                    <a:pt x="5178284" y="1456080"/>
                  </a:lnTo>
                  <a:lnTo>
                    <a:pt x="5248653" y="1443523"/>
                  </a:lnTo>
                  <a:lnTo>
                    <a:pt x="5313159" y="1429471"/>
                  </a:lnTo>
                  <a:lnTo>
                    <a:pt x="5372525" y="1413705"/>
                  </a:lnTo>
                  <a:lnTo>
                    <a:pt x="5427639" y="1395975"/>
                  </a:lnTo>
                  <a:lnTo>
                    <a:pt x="5479451" y="1376025"/>
                  </a:lnTo>
                  <a:lnTo>
                    <a:pt x="5528883" y="1353631"/>
                  </a:lnTo>
                  <a:lnTo>
                    <a:pt x="5567201" y="1333910"/>
                  </a:lnTo>
                  <a:lnTo>
                    <a:pt x="5614114" y="1307020"/>
                  </a:lnTo>
                  <a:lnTo>
                    <a:pt x="5660569" y="1277523"/>
                  </a:lnTo>
                  <a:lnTo>
                    <a:pt x="5707009" y="1245377"/>
                  </a:lnTo>
                  <a:lnTo>
                    <a:pt x="5753743" y="1210619"/>
                  </a:lnTo>
                  <a:lnTo>
                    <a:pt x="5800965" y="1173376"/>
                  </a:lnTo>
                  <a:lnTo>
                    <a:pt x="5848769" y="1133869"/>
                  </a:lnTo>
                  <a:lnTo>
                    <a:pt x="5897154" y="1092415"/>
                  </a:lnTo>
                  <a:lnTo>
                    <a:pt x="5946045" y="1049421"/>
                  </a:lnTo>
                  <a:lnTo>
                    <a:pt x="5995305" y="1005367"/>
                  </a:lnTo>
                  <a:lnTo>
                    <a:pt x="6044753" y="960788"/>
                  </a:lnTo>
                  <a:lnTo>
                    <a:pt x="6094187" y="916246"/>
                  </a:lnTo>
                  <a:lnTo>
                    <a:pt x="6143408" y="872300"/>
                  </a:lnTo>
                  <a:lnTo>
                    <a:pt x="6192241" y="829479"/>
                  </a:lnTo>
                  <a:lnTo>
                    <a:pt x="6240553" y="788257"/>
                  </a:lnTo>
                  <a:lnTo>
                    <a:pt x="6288280" y="749028"/>
                  </a:lnTo>
                  <a:lnTo>
                    <a:pt x="6335432" y="712096"/>
                  </a:lnTo>
                  <a:lnTo>
                    <a:pt x="6382114" y="677672"/>
                  </a:lnTo>
                  <a:lnTo>
                    <a:pt x="6428536" y="645869"/>
                  </a:lnTo>
                  <a:lnTo>
                    <a:pt x="6475022" y="616714"/>
                  </a:lnTo>
                  <a:lnTo>
                    <a:pt x="6515891" y="593454"/>
                  </a:lnTo>
                  <a:lnTo>
                    <a:pt x="6564013" y="569020"/>
                  </a:lnTo>
                  <a:lnTo>
                    <a:pt x="6613855" y="547132"/>
                  </a:lnTo>
                  <a:lnTo>
                    <a:pt x="6666255" y="527648"/>
                  </a:lnTo>
                  <a:lnTo>
                    <a:pt x="6722149" y="510335"/>
                  </a:lnTo>
                  <a:lnTo>
                    <a:pt x="6782482" y="494933"/>
                  </a:lnTo>
                  <a:lnTo>
                    <a:pt x="6848119" y="481199"/>
                  </a:lnTo>
                  <a:lnTo>
                    <a:pt x="6919730" y="468920"/>
                  </a:lnTo>
                  <a:lnTo>
                    <a:pt x="6997637" y="457930"/>
                  </a:lnTo>
                  <a:lnTo>
                    <a:pt x="7081607" y="448114"/>
                  </a:lnTo>
                  <a:lnTo>
                    <a:pt x="7170623" y="439407"/>
                  </a:lnTo>
                  <a:lnTo>
                    <a:pt x="7262669" y="431788"/>
                  </a:lnTo>
                  <a:lnTo>
                    <a:pt x="7354631" y="425274"/>
                  </a:lnTo>
                  <a:lnTo>
                    <a:pt x="7442434" y="419890"/>
                  </a:lnTo>
                  <a:lnTo>
                    <a:pt x="7521519" y="415650"/>
                  </a:lnTo>
                  <a:lnTo>
                    <a:pt x="7587643" y="412522"/>
                  </a:lnTo>
                  <a:lnTo>
                    <a:pt x="7637831" y="410413"/>
                  </a:lnTo>
                  <a:lnTo>
                    <a:pt x="7671165" y="409161"/>
                  </a:lnTo>
                  <a:lnTo>
                    <a:pt x="7689144" y="408554"/>
                  </a:lnTo>
                  <a:lnTo>
                    <a:pt x="7695577" y="408358"/>
                  </a:lnTo>
                  <a:lnTo>
                    <a:pt x="7696237" y="408340"/>
                  </a:lnTo>
                  <a:lnTo>
                    <a:pt x="8234974" y="408340"/>
                  </a:lnTo>
                  <a:lnTo>
                    <a:pt x="8234974" y="402895"/>
                  </a:lnTo>
                  <a:lnTo>
                    <a:pt x="7696237" y="402895"/>
                  </a:lnTo>
                  <a:lnTo>
                    <a:pt x="7694958" y="402931"/>
                  </a:lnTo>
                  <a:lnTo>
                    <a:pt x="7686605" y="403191"/>
                  </a:lnTo>
                  <a:lnTo>
                    <a:pt x="7665771" y="403909"/>
                  </a:lnTo>
                  <a:lnTo>
                    <a:pt x="7629086" y="405318"/>
                  </a:lnTo>
                  <a:lnTo>
                    <a:pt x="7575540" y="407622"/>
                  </a:lnTo>
                  <a:lnTo>
                    <a:pt x="7506513" y="410968"/>
                  </a:lnTo>
                  <a:lnTo>
                    <a:pt x="7425307" y="415437"/>
                  </a:lnTo>
                  <a:lnTo>
                    <a:pt x="7336306" y="421051"/>
                  </a:lnTo>
                  <a:lnTo>
                    <a:pt x="7244026" y="427790"/>
                  </a:lnTo>
                  <a:lnTo>
                    <a:pt x="7152374" y="435628"/>
                  </a:lnTo>
                  <a:lnTo>
                    <a:pt x="7064247" y="444556"/>
                  </a:lnTo>
                  <a:lnTo>
                    <a:pt x="6981445" y="454601"/>
                  </a:lnTo>
                  <a:lnTo>
                    <a:pt x="6904808" y="465839"/>
                  </a:lnTo>
                  <a:lnTo>
                    <a:pt x="6834440" y="478397"/>
                  </a:lnTo>
                  <a:lnTo>
                    <a:pt x="6769933" y="492449"/>
                  </a:lnTo>
                  <a:lnTo>
                    <a:pt x="6710568" y="508214"/>
                  </a:lnTo>
                  <a:lnTo>
                    <a:pt x="6655454" y="525944"/>
                  </a:lnTo>
                  <a:lnTo>
                    <a:pt x="6603642" y="545895"/>
                  </a:lnTo>
                  <a:lnTo>
                    <a:pt x="6554209" y="568288"/>
                  </a:lnTo>
                  <a:lnTo>
                    <a:pt x="6515891" y="588009"/>
                  </a:lnTo>
                  <a:lnTo>
                    <a:pt x="6468978" y="614900"/>
                  </a:lnTo>
                  <a:lnTo>
                    <a:pt x="6422523" y="644397"/>
                  </a:lnTo>
                  <a:lnTo>
                    <a:pt x="6376084" y="676543"/>
                  </a:lnTo>
                  <a:lnTo>
                    <a:pt x="6329350" y="711301"/>
                  </a:lnTo>
                  <a:lnTo>
                    <a:pt x="6282127" y="748544"/>
                  </a:lnTo>
                  <a:lnTo>
                    <a:pt x="6234324" y="788051"/>
                  </a:lnTo>
                  <a:lnTo>
                    <a:pt x="6185938" y="829504"/>
                  </a:lnTo>
                  <a:lnTo>
                    <a:pt x="6137047" y="872499"/>
                  </a:lnTo>
                  <a:lnTo>
                    <a:pt x="6087788" y="916552"/>
                  </a:lnTo>
                  <a:lnTo>
                    <a:pt x="6038340" y="961132"/>
                  </a:lnTo>
                  <a:lnTo>
                    <a:pt x="5988905" y="1005674"/>
                  </a:lnTo>
                  <a:lnTo>
                    <a:pt x="5939684" y="1049620"/>
                  </a:lnTo>
                  <a:lnTo>
                    <a:pt x="5890852" y="1092440"/>
                  </a:lnTo>
                  <a:lnTo>
                    <a:pt x="5842539" y="1133663"/>
                  </a:lnTo>
                  <a:lnTo>
                    <a:pt x="5794813" y="1172892"/>
                  </a:lnTo>
                  <a:lnTo>
                    <a:pt x="5747661" y="1209824"/>
                  </a:lnTo>
                  <a:lnTo>
                    <a:pt x="5700978" y="1244248"/>
                  </a:lnTo>
                  <a:lnTo>
                    <a:pt x="5654557" y="1276051"/>
                  </a:lnTo>
                  <a:lnTo>
                    <a:pt x="5608071" y="1305206"/>
                  </a:lnTo>
                  <a:lnTo>
                    <a:pt x="5567201" y="1328466"/>
                  </a:lnTo>
                  <a:lnTo>
                    <a:pt x="5519079" y="1352900"/>
                  </a:lnTo>
                  <a:lnTo>
                    <a:pt x="5469238" y="1374788"/>
                  </a:lnTo>
                  <a:lnTo>
                    <a:pt x="5416837" y="1394271"/>
                  </a:lnTo>
                  <a:lnTo>
                    <a:pt x="5360943" y="1411585"/>
                  </a:lnTo>
                  <a:lnTo>
                    <a:pt x="5300610" y="1426986"/>
                  </a:lnTo>
                  <a:lnTo>
                    <a:pt x="5234974" y="1440721"/>
                  </a:lnTo>
                  <a:lnTo>
                    <a:pt x="5163362" y="1453000"/>
                  </a:lnTo>
                  <a:lnTo>
                    <a:pt x="5085456" y="1463989"/>
                  </a:lnTo>
                  <a:lnTo>
                    <a:pt x="5001486" y="1473805"/>
                  </a:lnTo>
                  <a:lnTo>
                    <a:pt x="4912470" y="1482513"/>
                  </a:lnTo>
                  <a:lnTo>
                    <a:pt x="4820423" y="1490131"/>
                  </a:lnTo>
                  <a:lnTo>
                    <a:pt x="4728461" y="1496646"/>
                  </a:lnTo>
                  <a:lnTo>
                    <a:pt x="4640658" y="1502030"/>
                  </a:lnTo>
                  <a:lnTo>
                    <a:pt x="4561573" y="1506270"/>
                  </a:lnTo>
                  <a:lnTo>
                    <a:pt x="4495449" y="1509397"/>
                  </a:lnTo>
                  <a:lnTo>
                    <a:pt x="4445261" y="1511506"/>
                  </a:lnTo>
                  <a:lnTo>
                    <a:pt x="4411928" y="1512759"/>
                  </a:lnTo>
                  <a:lnTo>
                    <a:pt x="4393949" y="1513365"/>
                  </a:lnTo>
                  <a:lnTo>
                    <a:pt x="4387515" y="1513562"/>
                  </a:lnTo>
                  <a:lnTo>
                    <a:pt x="4386855" y="1513580"/>
                  </a:lnTo>
                  <a:lnTo>
                    <a:pt x="3848118" y="1513580"/>
                  </a:lnTo>
                  <a:lnTo>
                    <a:pt x="3846858" y="1513531"/>
                  </a:lnTo>
                  <a:lnTo>
                    <a:pt x="3838626" y="1513183"/>
                  </a:lnTo>
                  <a:lnTo>
                    <a:pt x="3818083" y="1512219"/>
                  </a:lnTo>
                  <a:lnTo>
                    <a:pt x="3781880" y="1510328"/>
                  </a:lnTo>
                  <a:lnTo>
                    <a:pt x="3728983" y="1507235"/>
                  </a:lnTo>
                  <a:lnTo>
                    <a:pt x="3660697" y="1502740"/>
                  </a:lnTo>
                  <a:lnTo>
                    <a:pt x="3580236" y="1496731"/>
                  </a:lnTo>
                  <a:lnTo>
                    <a:pt x="3491896" y="1489179"/>
                  </a:lnTo>
                  <a:lnTo>
                    <a:pt x="3400137" y="1480107"/>
                  </a:lnTo>
                  <a:lnTo>
                    <a:pt x="3308845" y="1469551"/>
                  </a:lnTo>
                  <a:lnTo>
                    <a:pt x="3220922" y="1457526"/>
                  </a:lnTo>
                  <a:lnTo>
                    <a:pt x="3138200" y="1443997"/>
                  </a:lnTo>
                  <a:lnTo>
                    <a:pt x="3061553" y="1428867"/>
                  </a:lnTo>
                  <a:lnTo>
                    <a:pt x="2991123" y="1411971"/>
                  </a:lnTo>
                  <a:lnTo>
                    <a:pt x="2926537" y="1393078"/>
                  </a:lnTo>
                  <a:lnTo>
                    <a:pt x="2867101" y="1371897"/>
                  </a:lnTo>
                  <a:lnTo>
                    <a:pt x="2811949" y="1348096"/>
                  </a:lnTo>
                  <a:lnTo>
                    <a:pt x="2760147" y="1321327"/>
                  </a:lnTo>
                  <a:lnTo>
                    <a:pt x="2710780" y="1291287"/>
                  </a:lnTo>
                  <a:lnTo>
                    <a:pt x="2667772" y="1261317"/>
                  </a:lnTo>
                  <a:lnTo>
                    <a:pt x="2624021" y="1227269"/>
                  </a:lnTo>
                  <a:lnTo>
                    <a:pt x="2580698" y="1190140"/>
                  </a:lnTo>
                  <a:lnTo>
                    <a:pt x="2537432" y="1149875"/>
                  </a:lnTo>
                  <a:lnTo>
                    <a:pt x="2493955" y="1106500"/>
                  </a:lnTo>
                  <a:lnTo>
                    <a:pt x="2450089" y="1060128"/>
                  </a:lnTo>
                  <a:lnTo>
                    <a:pt x="2405735" y="1010973"/>
                  </a:lnTo>
                  <a:lnTo>
                    <a:pt x="2360866" y="959345"/>
                  </a:lnTo>
                  <a:lnTo>
                    <a:pt x="2315518" y="905652"/>
                  </a:lnTo>
                  <a:lnTo>
                    <a:pt x="2269779" y="850384"/>
                  </a:lnTo>
                  <a:lnTo>
                    <a:pt x="2223778" y="794101"/>
                  </a:lnTo>
                  <a:lnTo>
                    <a:pt x="2177667" y="737408"/>
                  </a:lnTo>
                  <a:lnTo>
                    <a:pt x="2131614" y="680928"/>
                  </a:lnTo>
                  <a:lnTo>
                    <a:pt x="2085776" y="625276"/>
                  </a:lnTo>
                  <a:lnTo>
                    <a:pt x="2040293" y="571027"/>
                  </a:lnTo>
                  <a:lnTo>
                    <a:pt x="1995266" y="518697"/>
                  </a:lnTo>
                  <a:lnTo>
                    <a:pt x="1950749" y="468721"/>
                  </a:lnTo>
                  <a:lnTo>
                    <a:pt x="1906735" y="421441"/>
                  </a:lnTo>
                  <a:lnTo>
                    <a:pt x="1863151" y="377100"/>
                  </a:lnTo>
                  <a:lnTo>
                    <a:pt x="1819842" y="335844"/>
                  </a:lnTo>
                  <a:lnTo>
                    <a:pt x="1776572" y="297725"/>
                  </a:lnTo>
                  <a:lnTo>
                    <a:pt x="1733003" y="262712"/>
                  </a:lnTo>
                  <a:lnTo>
                    <a:pt x="1719082" y="252263"/>
                  </a:lnTo>
                  <a:lnTo>
                    <a:pt x="1671208" y="219126"/>
                  </a:lnTo>
                  <a:lnTo>
                    <a:pt x="1621636" y="189424"/>
                  </a:lnTo>
                  <a:lnTo>
                    <a:pt x="1569541" y="162968"/>
                  </a:lnTo>
                  <a:lnTo>
                    <a:pt x="1514001" y="139445"/>
                  </a:lnTo>
                  <a:lnTo>
                    <a:pt x="1454086" y="118508"/>
                  </a:lnTo>
                  <a:lnTo>
                    <a:pt x="1388940" y="99828"/>
                  </a:lnTo>
                  <a:lnTo>
                    <a:pt x="1317896" y="83119"/>
                  </a:lnTo>
                  <a:lnTo>
                    <a:pt x="1240624" y="68155"/>
                  </a:lnTo>
                  <a:lnTo>
                    <a:pt x="1157326" y="54780"/>
                  </a:lnTo>
                  <a:lnTo>
                    <a:pt x="1068966" y="42903"/>
                  </a:lnTo>
                  <a:lnTo>
                    <a:pt x="977478" y="32495"/>
                  </a:lnTo>
                  <a:lnTo>
                    <a:pt x="885873" y="23574"/>
                  </a:lnTo>
                  <a:lnTo>
                    <a:pt x="798117" y="16176"/>
                  </a:lnTo>
                  <a:lnTo>
                    <a:pt x="718694" y="10321"/>
                  </a:lnTo>
                  <a:lnTo>
                    <a:pt x="651833" y="5973"/>
                  </a:lnTo>
                  <a:lnTo>
                    <a:pt x="600588" y="3012"/>
                  </a:lnTo>
                  <a:lnTo>
                    <a:pt x="566043" y="1227"/>
                  </a:lnTo>
                  <a:lnTo>
                    <a:pt x="546921" y="339"/>
                  </a:lnTo>
                  <a:lnTo>
                    <a:pt x="539660" y="3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546595" y="1953699"/>
              <a:ext cx="8234974" cy="1513580"/>
            </a:xfrm>
            <a:custGeom>
              <a:avLst/>
              <a:pathLst>
                <a:path w="8234974" h="1513580">
                  <a:moveTo>
                    <a:pt x="0" y="0"/>
                  </a:moveTo>
                  <a:lnTo>
                    <a:pt x="538736" y="0"/>
                  </a:lnTo>
                  <a:lnTo>
                    <a:pt x="539997" y="48"/>
                  </a:lnTo>
                  <a:lnTo>
                    <a:pt x="548228" y="397"/>
                  </a:lnTo>
                  <a:lnTo>
                    <a:pt x="568772" y="1360"/>
                  </a:lnTo>
                  <a:lnTo>
                    <a:pt x="604974" y="3252"/>
                  </a:lnTo>
                  <a:lnTo>
                    <a:pt x="657872" y="6344"/>
                  </a:lnTo>
                  <a:lnTo>
                    <a:pt x="726157" y="10839"/>
                  </a:lnTo>
                  <a:lnTo>
                    <a:pt x="806618" y="16848"/>
                  </a:lnTo>
                  <a:lnTo>
                    <a:pt x="894959" y="24400"/>
                  </a:lnTo>
                  <a:lnTo>
                    <a:pt x="986718" y="33472"/>
                  </a:lnTo>
                  <a:lnTo>
                    <a:pt x="1078010" y="44028"/>
                  </a:lnTo>
                  <a:lnTo>
                    <a:pt x="1165932" y="56053"/>
                  </a:lnTo>
                  <a:lnTo>
                    <a:pt x="1248655" y="69583"/>
                  </a:lnTo>
                  <a:lnTo>
                    <a:pt x="1325301" y="84712"/>
                  </a:lnTo>
                  <a:lnTo>
                    <a:pt x="1395731" y="101608"/>
                  </a:lnTo>
                  <a:lnTo>
                    <a:pt x="1460318" y="120501"/>
                  </a:lnTo>
                  <a:lnTo>
                    <a:pt x="1519753" y="141682"/>
                  </a:lnTo>
                  <a:lnTo>
                    <a:pt x="1574905" y="165484"/>
                  </a:lnTo>
                  <a:lnTo>
                    <a:pt x="1626708" y="192252"/>
                  </a:lnTo>
                  <a:lnTo>
                    <a:pt x="1676074" y="222293"/>
                  </a:lnTo>
                  <a:lnTo>
                    <a:pt x="1719082" y="252263"/>
                  </a:lnTo>
                  <a:lnTo>
                    <a:pt x="1762833" y="286311"/>
                  </a:lnTo>
                  <a:lnTo>
                    <a:pt x="1806157" y="323440"/>
                  </a:lnTo>
                  <a:lnTo>
                    <a:pt x="1849423" y="363704"/>
                  </a:lnTo>
                  <a:lnTo>
                    <a:pt x="1892900" y="407080"/>
                  </a:lnTo>
                  <a:lnTo>
                    <a:pt x="1936766" y="453451"/>
                  </a:lnTo>
                  <a:lnTo>
                    <a:pt x="1981120" y="502607"/>
                  </a:lnTo>
                  <a:lnTo>
                    <a:pt x="2025988" y="554234"/>
                  </a:lnTo>
                  <a:lnTo>
                    <a:pt x="2071336" y="607928"/>
                  </a:lnTo>
                  <a:lnTo>
                    <a:pt x="2117075" y="663196"/>
                  </a:lnTo>
                  <a:lnTo>
                    <a:pt x="2163077" y="719479"/>
                  </a:lnTo>
                  <a:lnTo>
                    <a:pt x="2209187" y="776172"/>
                  </a:lnTo>
                  <a:lnTo>
                    <a:pt x="2255241" y="832651"/>
                  </a:lnTo>
                  <a:lnTo>
                    <a:pt x="2301079" y="888304"/>
                  </a:lnTo>
                  <a:lnTo>
                    <a:pt x="2346562" y="942552"/>
                  </a:lnTo>
                  <a:lnTo>
                    <a:pt x="2391589" y="994882"/>
                  </a:lnTo>
                  <a:lnTo>
                    <a:pt x="2436106" y="1044858"/>
                  </a:lnTo>
                  <a:lnTo>
                    <a:pt x="2480119" y="1092139"/>
                  </a:lnTo>
                  <a:lnTo>
                    <a:pt x="2523704" y="1136480"/>
                  </a:lnTo>
                  <a:lnTo>
                    <a:pt x="2567012" y="1177736"/>
                  </a:lnTo>
                  <a:lnTo>
                    <a:pt x="2610283" y="1215854"/>
                  </a:lnTo>
                  <a:lnTo>
                    <a:pt x="2653851" y="1250867"/>
                  </a:lnTo>
                  <a:lnTo>
                    <a:pt x="2667772" y="1261317"/>
                  </a:lnTo>
                  <a:lnTo>
                    <a:pt x="2715646" y="1294454"/>
                  </a:lnTo>
                  <a:lnTo>
                    <a:pt x="2765218" y="1324155"/>
                  </a:lnTo>
                  <a:lnTo>
                    <a:pt x="2817314" y="1350611"/>
                  </a:lnTo>
                  <a:lnTo>
                    <a:pt x="2872854" y="1374134"/>
                  </a:lnTo>
                  <a:lnTo>
                    <a:pt x="2932769" y="1395071"/>
                  </a:lnTo>
                  <a:lnTo>
                    <a:pt x="2997914" y="1413752"/>
                  </a:lnTo>
                  <a:lnTo>
                    <a:pt x="3068958" y="1430461"/>
                  </a:lnTo>
                  <a:lnTo>
                    <a:pt x="3146231" y="1445424"/>
                  </a:lnTo>
                  <a:lnTo>
                    <a:pt x="3229529" y="1458799"/>
                  </a:lnTo>
                  <a:lnTo>
                    <a:pt x="3317889" y="1470676"/>
                  </a:lnTo>
                  <a:lnTo>
                    <a:pt x="3409377" y="1481084"/>
                  </a:lnTo>
                  <a:lnTo>
                    <a:pt x="3500982" y="1490006"/>
                  </a:lnTo>
                  <a:lnTo>
                    <a:pt x="3588737" y="1497404"/>
                  </a:lnTo>
                  <a:lnTo>
                    <a:pt x="3668161" y="1503258"/>
                  </a:lnTo>
                  <a:lnTo>
                    <a:pt x="3735022" y="1507606"/>
                  </a:lnTo>
                  <a:lnTo>
                    <a:pt x="3786267" y="1510568"/>
                  </a:lnTo>
                  <a:lnTo>
                    <a:pt x="3820812" y="1512353"/>
                  </a:lnTo>
                  <a:lnTo>
                    <a:pt x="3839933" y="1513240"/>
                  </a:lnTo>
                  <a:lnTo>
                    <a:pt x="3847195" y="1513545"/>
                  </a:lnTo>
                  <a:lnTo>
                    <a:pt x="3848118" y="1513580"/>
                  </a:lnTo>
                  <a:lnTo>
                    <a:pt x="4386855" y="1513580"/>
                  </a:lnTo>
                  <a:lnTo>
                    <a:pt x="4388135" y="1513544"/>
                  </a:lnTo>
                  <a:lnTo>
                    <a:pt x="4396487" y="1513284"/>
                  </a:lnTo>
                  <a:lnTo>
                    <a:pt x="4417321" y="1512566"/>
                  </a:lnTo>
                  <a:lnTo>
                    <a:pt x="4454007" y="1511157"/>
                  </a:lnTo>
                  <a:lnTo>
                    <a:pt x="4507552" y="1508853"/>
                  </a:lnTo>
                  <a:lnTo>
                    <a:pt x="4576580" y="1505507"/>
                  </a:lnTo>
                  <a:lnTo>
                    <a:pt x="4657785" y="1501038"/>
                  </a:lnTo>
                  <a:lnTo>
                    <a:pt x="4746787" y="1495424"/>
                  </a:lnTo>
                  <a:lnTo>
                    <a:pt x="4839067" y="1488685"/>
                  </a:lnTo>
                  <a:lnTo>
                    <a:pt x="4930718" y="1480847"/>
                  </a:lnTo>
                  <a:lnTo>
                    <a:pt x="5018846" y="1471919"/>
                  </a:lnTo>
                  <a:lnTo>
                    <a:pt x="5101648" y="1461874"/>
                  </a:lnTo>
                  <a:lnTo>
                    <a:pt x="5178284" y="1450636"/>
                  </a:lnTo>
                  <a:lnTo>
                    <a:pt x="5248653" y="1438078"/>
                  </a:lnTo>
                  <a:lnTo>
                    <a:pt x="5313159" y="1424026"/>
                  </a:lnTo>
                  <a:lnTo>
                    <a:pt x="5372525" y="1408261"/>
                  </a:lnTo>
                  <a:lnTo>
                    <a:pt x="5427639" y="1390531"/>
                  </a:lnTo>
                  <a:lnTo>
                    <a:pt x="5479451" y="1370580"/>
                  </a:lnTo>
                  <a:lnTo>
                    <a:pt x="5528883" y="1348187"/>
                  </a:lnTo>
                  <a:lnTo>
                    <a:pt x="5567201" y="1328466"/>
                  </a:lnTo>
                  <a:lnTo>
                    <a:pt x="5614114" y="1301575"/>
                  </a:lnTo>
                  <a:lnTo>
                    <a:pt x="5660569" y="1272078"/>
                  </a:lnTo>
                  <a:lnTo>
                    <a:pt x="5707009" y="1239932"/>
                  </a:lnTo>
                  <a:lnTo>
                    <a:pt x="5753743" y="1205175"/>
                  </a:lnTo>
                  <a:lnTo>
                    <a:pt x="5800965" y="1167931"/>
                  </a:lnTo>
                  <a:lnTo>
                    <a:pt x="5848769" y="1128424"/>
                  </a:lnTo>
                  <a:lnTo>
                    <a:pt x="5897154" y="1086971"/>
                  </a:lnTo>
                  <a:lnTo>
                    <a:pt x="5946045" y="1043976"/>
                  </a:lnTo>
                  <a:lnTo>
                    <a:pt x="5995305" y="999923"/>
                  </a:lnTo>
                  <a:lnTo>
                    <a:pt x="6044753" y="955343"/>
                  </a:lnTo>
                  <a:lnTo>
                    <a:pt x="6094187" y="910801"/>
                  </a:lnTo>
                  <a:lnTo>
                    <a:pt x="6143408" y="866855"/>
                  </a:lnTo>
                  <a:lnTo>
                    <a:pt x="6192241" y="824035"/>
                  </a:lnTo>
                  <a:lnTo>
                    <a:pt x="6240553" y="782812"/>
                  </a:lnTo>
                  <a:lnTo>
                    <a:pt x="6288280" y="743583"/>
                  </a:lnTo>
                  <a:lnTo>
                    <a:pt x="6335432" y="706652"/>
                  </a:lnTo>
                  <a:lnTo>
                    <a:pt x="6382114" y="672227"/>
                  </a:lnTo>
                  <a:lnTo>
                    <a:pt x="6428536" y="640424"/>
                  </a:lnTo>
                  <a:lnTo>
                    <a:pt x="6475022" y="611269"/>
                  </a:lnTo>
                  <a:lnTo>
                    <a:pt x="6515891" y="588009"/>
                  </a:lnTo>
                  <a:lnTo>
                    <a:pt x="6564013" y="563575"/>
                  </a:lnTo>
                  <a:lnTo>
                    <a:pt x="6613855" y="541687"/>
                  </a:lnTo>
                  <a:lnTo>
                    <a:pt x="6666255" y="522204"/>
                  </a:lnTo>
                  <a:lnTo>
                    <a:pt x="6722149" y="504890"/>
                  </a:lnTo>
                  <a:lnTo>
                    <a:pt x="6782482" y="489489"/>
                  </a:lnTo>
                  <a:lnTo>
                    <a:pt x="6848119" y="475754"/>
                  </a:lnTo>
                  <a:lnTo>
                    <a:pt x="6919730" y="463475"/>
                  </a:lnTo>
                  <a:lnTo>
                    <a:pt x="6997637" y="452486"/>
                  </a:lnTo>
                  <a:lnTo>
                    <a:pt x="7081607" y="442670"/>
                  </a:lnTo>
                  <a:lnTo>
                    <a:pt x="7170623" y="433962"/>
                  </a:lnTo>
                  <a:lnTo>
                    <a:pt x="7262669" y="426344"/>
                  </a:lnTo>
                  <a:lnTo>
                    <a:pt x="7354631" y="419829"/>
                  </a:lnTo>
                  <a:lnTo>
                    <a:pt x="7442434" y="414445"/>
                  </a:lnTo>
                  <a:lnTo>
                    <a:pt x="7521519" y="410205"/>
                  </a:lnTo>
                  <a:lnTo>
                    <a:pt x="7587643" y="407078"/>
                  </a:lnTo>
                  <a:lnTo>
                    <a:pt x="7637831" y="404969"/>
                  </a:lnTo>
                  <a:lnTo>
                    <a:pt x="7671165" y="403716"/>
                  </a:lnTo>
                  <a:lnTo>
                    <a:pt x="7689144" y="403110"/>
                  </a:lnTo>
                  <a:lnTo>
                    <a:pt x="7695577" y="402913"/>
                  </a:lnTo>
                  <a:lnTo>
                    <a:pt x="7696237" y="402895"/>
                  </a:lnTo>
                  <a:lnTo>
                    <a:pt x="8234974" y="4028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546595" y="1948254"/>
              <a:ext cx="8234974" cy="1513580"/>
            </a:xfrm>
            <a:custGeom>
              <a:avLst/>
              <a:pathLst>
                <a:path w="8234974" h="1513580">
                  <a:moveTo>
                    <a:pt x="8234974" y="402895"/>
                  </a:moveTo>
                  <a:lnTo>
                    <a:pt x="7696237" y="402895"/>
                  </a:lnTo>
                  <a:lnTo>
                    <a:pt x="7694958" y="402931"/>
                  </a:lnTo>
                  <a:lnTo>
                    <a:pt x="7686605" y="403191"/>
                  </a:lnTo>
                  <a:lnTo>
                    <a:pt x="7665771" y="403909"/>
                  </a:lnTo>
                  <a:lnTo>
                    <a:pt x="7629086" y="405318"/>
                  </a:lnTo>
                  <a:lnTo>
                    <a:pt x="7575540" y="407622"/>
                  </a:lnTo>
                  <a:lnTo>
                    <a:pt x="7506513" y="410968"/>
                  </a:lnTo>
                  <a:lnTo>
                    <a:pt x="7425307" y="415437"/>
                  </a:lnTo>
                  <a:lnTo>
                    <a:pt x="7336306" y="421051"/>
                  </a:lnTo>
                  <a:lnTo>
                    <a:pt x="7244026" y="427790"/>
                  </a:lnTo>
                  <a:lnTo>
                    <a:pt x="7152374" y="435628"/>
                  </a:lnTo>
                  <a:lnTo>
                    <a:pt x="7064247" y="444556"/>
                  </a:lnTo>
                  <a:lnTo>
                    <a:pt x="6981445" y="454601"/>
                  </a:lnTo>
                  <a:lnTo>
                    <a:pt x="6904808" y="465839"/>
                  </a:lnTo>
                  <a:lnTo>
                    <a:pt x="6834440" y="478397"/>
                  </a:lnTo>
                  <a:lnTo>
                    <a:pt x="6769933" y="492449"/>
                  </a:lnTo>
                  <a:lnTo>
                    <a:pt x="6710568" y="508214"/>
                  </a:lnTo>
                  <a:lnTo>
                    <a:pt x="6655454" y="525944"/>
                  </a:lnTo>
                  <a:lnTo>
                    <a:pt x="6603642" y="545895"/>
                  </a:lnTo>
                  <a:lnTo>
                    <a:pt x="6554209" y="568288"/>
                  </a:lnTo>
                  <a:lnTo>
                    <a:pt x="6515891" y="588009"/>
                  </a:lnTo>
                  <a:lnTo>
                    <a:pt x="6468978" y="614900"/>
                  </a:lnTo>
                  <a:lnTo>
                    <a:pt x="6422523" y="644397"/>
                  </a:lnTo>
                  <a:lnTo>
                    <a:pt x="6376084" y="676543"/>
                  </a:lnTo>
                  <a:lnTo>
                    <a:pt x="6329350" y="711301"/>
                  </a:lnTo>
                  <a:lnTo>
                    <a:pt x="6282127" y="748544"/>
                  </a:lnTo>
                  <a:lnTo>
                    <a:pt x="6234324" y="788051"/>
                  </a:lnTo>
                  <a:lnTo>
                    <a:pt x="6185938" y="829504"/>
                  </a:lnTo>
                  <a:lnTo>
                    <a:pt x="6137047" y="872499"/>
                  </a:lnTo>
                  <a:lnTo>
                    <a:pt x="6087788" y="916552"/>
                  </a:lnTo>
                  <a:lnTo>
                    <a:pt x="6038340" y="961132"/>
                  </a:lnTo>
                  <a:lnTo>
                    <a:pt x="5988905" y="1005674"/>
                  </a:lnTo>
                  <a:lnTo>
                    <a:pt x="5939684" y="1049620"/>
                  </a:lnTo>
                  <a:lnTo>
                    <a:pt x="5890852" y="1092440"/>
                  </a:lnTo>
                  <a:lnTo>
                    <a:pt x="5842539" y="1133663"/>
                  </a:lnTo>
                  <a:lnTo>
                    <a:pt x="5794813" y="1172892"/>
                  </a:lnTo>
                  <a:lnTo>
                    <a:pt x="5747661" y="1209824"/>
                  </a:lnTo>
                  <a:lnTo>
                    <a:pt x="5700978" y="1244248"/>
                  </a:lnTo>
                  <a:lnTo>
                    <a:pt x="5654557" y="1276051"/>
                  </a:lnTo>
                  <a:lnTo>
                    <a:pt x="5608071" y="1305206"/>
                  </a:lnTo>
                  <a:lnTo>
                    <a:pt x="5567201" y="1328466"/>
                  </a:lnTo>
                  <a:lnTo>
                    <a:pt x="5519079" y="1352900"/>
                  </a:lnTo>
                  <a:lnTo>
                    <a:pt x="5469238" y="1374788"/>
                  </a:lnTo>
                  <a:lnTo>
                    <a:pt x="5416837" y="1394271"/>
                  </a:lnTo>
                  <a:lnTo>
                    <a:pt x="5360943" y="1411585"/>
                  </a:lnTo>
                  <a:lnTo>
                    <a:pt x="5300610" y="1426986"/>
                  </a:lnTo>
                  <a:lnTo>
                    <a:pt x="5234974" y="1440721"/>
                  </a:lnTo>
                  <a:lnTo>
                    <a:pt x="5163362" y="1453000"/>
                  </a:lnTo>
                  <a:lnTo>
                    <a:pt x="5085456" y="1463989"/>
                  </a:lnTo>
                  <a:lnTo>
                    <a:pt x="5001486" y="1473805"/>
                  </a:lnTo>
                  <a:lnTo>
                    <a:pt x="4912470" y="1482513"/>
                  </a:lnTo>
                  <a:lnTo>
                    <a:pt x="4820423" y="1490131"/>
                  </a:lnTo>
                  <a:lnTo>
                    <a:pt x="4728461" y="1496646"/>
                  </a:lnTo>
                  <a:lnTo>
                    <a:pt x="4640658" y="1502030"/>
                  </a:lnTo>
                  <a:lnTo>
                    <a:pt x="4561573" y="1506270"/>
                  </a:lnTo>
                  <a:lnTo>
                    <a:pt x="4495449" y="1509397"/>
                  </a:lnTo>
                  <a:lnTo>
                    <a:pt x="4445261" y="1511506"/>
                  </a:lnTo>
                  <a:lnTo>
                    <a:pt x="4411928" y="1512759"/>
                  </a:lnTo>
                  <a:lnTo>
                    <a:pt x="4393949" y="1513365"/>
                  </a:lnTo>
                  <a:lnTo>
                    <a:pt x="4387515" y="1513562"/>
                  </a:lnTo>
                  <a:lnTo>
                    <a:pt x="4386855" y="1513580"/>
                  </a:lnTo>
                  <a:lnTo>
                    <a:pt x="3848118" y="1513580"/>
                  </a:lnTo>
                  <a:lnTo>
                    <a:pt x="3846858" y="1513531"/>
                  </a:lnTo>
                  <a:lnTo>
                    <a:pt x="3838626" y="1513183"/>
                  </a:lnTo>
                  <a:lnTo>
                    <a:pt x="3818083" y="1512219"/>
                  </a:lnTo>
                  <a:lnTo>
                    <a:pt x="3781880" y="1510328"/>
                  </a:lnTo>
                  <a:lnTo>
                    <a:pt x="3728983" y="1507235"/>
                  </a:lnTo>
                  <a:lnTo>
                    <a:pt x="3660697" y="1502740"/>
                  </a:lnTo>
                  <a:lnTo>
                    <a:pt x="3580236" y="1496731"/>
                  </a:lnTo>
                  <a:lnTo>
                    <a:pt x="3491896" y="1489179"/>
                  </a:lnTo>
                  <a:lnTo>
                    <a:pt x="3400137" y="1480107"/>
                  </a:lnTo>
                  <a:lnTo>
                    <a:pt x="3308845" y="1469551"/>
                  </a:lnTo>
                  <a:lnTo>
                    <a:pt x="3220922" y="1457526"/>
                  </a:lnTo>
                  <a:lnTo>
                    <a:pt x="3138200" y="1443997"/>
                  </a:lnTo>
                  <a:lnTo>
                    <a:pt x="3061553" y="1428867"/>
                  </a:lnTo>
                  <a:lnTo>
                    <a:pt x="2991123" y="1411971"/>
                  </a:lnTo>
                  <a:lnTo>
                    <a:pt x="2926537" y="1393078"/>
                  </a:lnTo>
                  <a:lnTo>
                    <a:pt x="2867101" y="1371897"/>
                  </a:lnTo>
                  <a:lnTo>
                    <a:pt x="2811949" y="1348096"/>
                  </a:lnTo>
                  <a:lnTo>
                    <a:pt x="2760147" y="1321327"/>
                  </a:lnTo>
                  <a:lnTo>
                    <a:pt x="2710780" y="1291287"/>
                  </a:lnTo>
                  <a:lnTo>
                    <a:pt x="2667772" y="1261317"/>
                  </a:lnTo>
                  <a:lnTo>
                    <a:pt x="2624021" y="1227269"/>
                  </a:lnTo>
                  <a:lnTo>
                    <a:pt x="2580698" y="1190140"/>
                  </a:lnTo>
                  <a:lnTo>
                    <a:pt x="2537432" y="1149875"/>
                  </a:lnTo>
                  <a:lnTo>
                    <a:pt x="2493955" y="1106500"/>
                  </a:lnTo>
                  <a:lnTo>
                    <a:pt x="2450089" y="1060128"/>
                  </a:lnTo>
                  <a:lnTo>
                    <a:pt x="2405735" y="1010973"/>
                  </a:lnTo>
                  <a:lnTo>
                    <a:pt x="2360866" y="959345"/>
                  </a:lnTo>
                  <a:lnTo>
                    <a:pt x="2315518" y="905652"/>
                  </a:lnTo>
                  <a:lnTo>
                    <a:pt x="2269779" y="850384"/>
                  </a:lnTo>
                  <a:lnTo>
                    <a:pt x="2223778" y="794101"/>
                  </a:lnTo>
                  <a:lnTo>
                    <a:pt x="2177667" y="737408"/>
                  </a:lnTo>
                  <a:lnTo>
                    <a:pt x="2131614" y="680928"/>
                  </a:lnTo>
                  <a:lnTo>
                    <a:pt x="2085776" y="625276"/>
                  </a:lnTo>
                  <a:lnTo>
                    <a:pt x="2040293" y="571027"/>
                  </a:lnTo>
                  <a:lnTo>
                    <a:pt x="1995266" y="518697"/>
                  </a:lnTo>
                  <a:lnTo>
                    <a:pt x="1950749" y="468721"/>
                  </a:lnTo>
                  <a:lnTo>
                    <a:pt x="1906735" y="421441"/>
                  </a:lnTo>
                  <a:lnTo>
                    <a:pt x="1863151" y="377100"/>
                  </a:lnTo>
                  <a:lnTo>
                    <a:pt x="1819842" y="335844"/>
                  </a:lnTo>
                  <a:lnTo>
                    <a:pt x="1776572" y="297725"/>
                  </a:lnTo>
                  <a:lnTo>
                    <a:pt x="1733003" y="262712"/>
                  </a:lnTo>
                  <a:lnTo>
                    <a:pt x="1719082" y="252263"/>
                  </a:lnTo>
                  <a:lnTo>
                    <a:pt x="1671208" y="219126"/>
                  </a:lnTo>
                  <a:lnTo>
                    <a:pt x="1621636" y="189424"/>
                  </a:lnTo>
                  <a:lnTo>
                    <a:pt x="1569541" y="162968"/>
                  </a:lnTo>
                  <a:lnTo>
                    <a:pt x="1514001" y="139445"/>
                  </a:lnTo>
                  <a:lnTo>
                    <a:pt x="1454086" y="118508"/>
                  </a:lnTo>
                  <a:lnTo>
                    <a:pt x="1388940" y="99828"/>
                  </a:lnTo>
                  <a:lnTo>
                    <a:pt x="1317896" y="83119"/>
                  </a:lnTo>
                  <a:lnTo>
                    <a:pt x="1240624" y="68155"/>
                  </a:lnTo>
                  <a:lnTo>
                    <a:pt x="1157326" y="54780"/>
                  </a:lnTo>
                  <a:lnTo>
                    <a:pt x="1068966" y="42903"/>
                  </a:lnTo>
                  <a:lnTo>
                    <a:pt x="977478" y="32495"/>
                  </a:lnTo>
                  <a:lnTo>
                    <a:pt x="885873" y="23574"/>
                  </a:lnTo>
                  <a:lnTo>
                    <a:pt x="798117" y="16176"/>
                  </a:lnTo>
                  <a:lnTo>
                    <a:pt x="718694" y="10321"/>
                  </a:lnTo>
                  <a:lnTo>
                    <a:pt x="651833" y="5973"/>
                  </a:lnTo>
                  <a:lnTo>
                    <a:pt x="600588" y="3012"/>
                  </a:lnTo>
                  <a:lnTo>
                    <a:pt x="566043" y="1227"/>
                  </a:lnTo>
                  <a:lnTo>
                    <a:pt x="546921" y="339"/>
                  </a:lnTo>
                  <a:lnTo>
                    <a:pt x="539660" y="3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" name="pg167"/>
            <p:cNvSpPr/>
            <p:nvPr/>
          </p:nvSpPr>
          <p:spPr>
            <a:xfrm>
              <a:off x="546595" y="1953699"/>
              <a:ext cx="8234974" cy="1524469"/>
            </a:xfrm>
            <a:custGeom>
              <a:avLst/>
              <a:pathLst>
                <a:path w="8234974" h="1524469">
                  <a:moveTo>
                    <a:pt x="0" y="5444"/>
                  </a:moveTo>
                  <a:lnTo>
                    <a:pt x="538736" y="5444"/>
                  </a:lnTo>
                  <a:lnTo>
                    <a:pt x="539997" y="5493"/>
                  </a:lnTo>
                  <a:lnTo>
                    <a:pt x="548226" y="5843"/>
                  </a:lnTo>
                  <a:lnTo>
                    <a:pt x="568765" y="6809"/>
                  </a:lnTo>
                  <a:lnTo>
                    <a:pt x="604960" y="8707"/>
                  </a:lnTo>
                  <a:lnTo>
                    <a:pt x="657848" y="11810"/>
                  </a:lnTo>
                  <a:lnTo>
                    <a:pt x="726122" y="16320"/>
                  </a:lnTo>
                  <a:lnTo>
                    <a:pt x="806571" y="22350"/>
                  </a:lnTo>
                  <a:lnTo>
                    <a:pt x="894901" y="29927"/>
                  </a:lnTo>
                  <a:lnTo>
                    <a:pt x="986652" y="39030"/>
                  </a:lnTo>
                  <a:lnTo>
                    <a:pt x="1077939" y="49622"/>
                  </a:lnTo>
                  <a:lnTo>
                    <a:pt x="1165858" y="61689"/>
                  </a:lnTo>
                  <a:lnTo>
                    <a:pt x="1248580" y="75264"/>
                  </a:lnTo>
                  <a:lnTo>
                    <a:pt x="1325226" y="90445"/>
                  </a:lnTo>
                  <a:lnTo>
                    <a:pt x="1395657" y="107399"/>
                  </a:lnTo>
                  <a:lnTo>
                    <a:pt x="1460245" y="126356"/>
                  </a:lnTo>
                  <a:lnTo>
                    <a:pt x="1519682" y="147608"/>
                  </a:lnTo>
                  <a:lnTo>
                    <a:pt x="1574834" y="171490"/>
                  </a:lnTo>
                  <a:lnTo>
                    <a:pt x="1626636" y="198348"/>
                  </a:lnTo>
                  <a:lnTo>
                    <a:pt x="1676002" y="228489"/>
                  </a:lnTo>
                  <a:lnTo>
                    <a:pt x="1719082" y="258615"/>
                  </a:lnTo>
                  <a:lnTo>
                    <a:pt x="1762792" y="292751"/>
                  </a:lnTo>
                  <a:lnTo>
                    <a:pt x="1806074" y="329973"/>
                  </a:lnTo>
                  <a:lnTo>
                    <a:pt x="1849299" y="370337"/>
                  </a:lnTo>
                  <a:lnTo>
                    <a:pt x="1892733" y="413817"/>
                  </a:lnTo>
                  <a:lnTo>
                    <a:pt x="1936556" y="460298"/>
                  </a:lnTo>
                  <a:lnTo>
                    <a:pt x="1980864" y="509569"/>
                  </a:lnTo>
                  <a:lnTo>
                    <a:pt x="2025687" y="561319"/>
                  </a:lnTo>
                  <a:lnTo>
                    <a:pt x="2070988" y="615141"/>
                  </a:lnTo>
                  <a:lnTo>
                    <a:pt x="2116681" y="670545"/>
                  </a:lnTo>
                  <a:lnTo>
                    <a:pt x="2162637" y="726970"/>
                  </a:lnTo>
                  <a:lnTo>
                    <a:pt x="2208703" y="783811"/>
                  </a:lnTo>
                  <a:lnTo>
                    <a:pt x="2254715" y="840446"/>
                  </a:lnTo>
                  <a:lnTo>
                    <a:pt x="2300512" y="896258"/>
                  </a:lnTo>
                  <a:lnTo>
                    <a:pt x="2345957" y="950672"/>
                  </a:lnTo>
                  <a:lnTo>
                    <a:pt x="2390948" y="1003170"/>
                  </a:lnTo>
                  <a:lnTo>
                    <a:pt x="2435430" y="1053315"/>
                  </a:lnTo>
                  <a:lnTo>
                    <a:pt x="2479409" y="1100765"/>
                  </a:lnTo>
                  <a:lnTo>
                    <a:pt x="2522958" y="1145274"/>
                  </a:lnTo>
                  <a:lnTo>
                    <a:pt x="2566228" y="1186694"/>
                  </a:lnTo>
                  <a:lnTo>
                    <a:pt x="2609455" y="1224972"/>
                  </a:lnTo>
                  <a:lnTo>
                    <a:pt x="2652973" y="1260137"/>
                  </a:lnTo>
                  <a:lnTo>
                    <a:pt x="2667772" y="1271298"/>
                  </a:lnTo>
                  <a:lnTo>
                    <a:pt x="2715642" y="1304552"/>
                  </a:lnTo>
                  <a:lnTo>
                    <a:pt x="2765210" y="1334359"/>
                  </a:lnTo>
                  <a:lnTo>
                    <a:pt x="2817301" y="1360908"/>
                  </a:lnTo>
                  <a:lnTo>
                    <a:pt x="2872836" y="1384515"/>
                  </a:lnTo>
                  <a:lnTo>
                    <a:pt x="2932745" y="1405526"/>
                  </a:lnTo>
                  <a:lnTo>
                    <a:pt x="2997882" y="1424273"/>
                  </a:lnTo>
                  <a:lnTo>
                    <a:pt x="3068917" y="1441042"/>
                  </a:lnTo>
                  <a:lnTo>
                    <a:pt x="3146180" y="1456059"/>
                  </a:lnTo>
                  <a:lnTo>
                    <a:pt x="3229468" y="1469482"/>
                  </a:lnTo>
                  <a:lnTo>
                    <a:pt x="3317818" y="1481402"/>
                  </a:lnTo>
                  <a:lnTo>
                    <a:pt x="3409297" y="1491848"/>
                  </a:lnTo>
                  <a:lnTo>
                    <a:pt x="3500897" y="1500802"/>
                  </a:lnTo>
                  <a:lnTo>
                    <a:pt x="3588651" y="1508228"/>
                  </a:lnTo>
                  <a:lnTo>
                    <a:pt x="3668079" y="1514104"/>
                  </a:lnTo>
                  <a:lnTo>
                    <a:pt x="3734951" y="1518469"/>
                  </a:lnTo>
                  <a:lnTo>
                    <a:pt x="3786213" y="1521443"/>
                  </a:lnTo>
                  <a:lnTo>
                    <a:pt x="3820776" y="1523236"/>
                  </a:lnTo>
                  <a:lnTo>
                    <a:pt x="3839916" y="1524127"/>
                  </a:lnTo>
                  <a:lnTo>
                    <a:pt x="3847190" y="1524433"/>
                  </a:lnTo>
                  <a:lnTo>
                    <a:pt x="3848118" y="1524469"/>
                  </a:lnTo>
                  <a:lnTo>
                    <a:pt x="4386855" y="1524469"/>
                  </a:lnTo>
                  <a:lnTo>
                    <a:pt x="4388143" y="1524439"/>
                  </a:lnTo>
                  <a:lnTo>
                    <a:pt x="4396544" y="1524227"/>
                  </a:lnTo>
                  <a:lnTo>
                    <a:pt x="4417495" y="1523639"/>
                  </a:lnTo>
                  <a:lnTo>
                    <a:pt x="4454376" y="1522485"/>
                  </a:lnTo>
                  <a:lnTo>
                    <a:pt x="4508182" y="1520600"/>
                  </a:lnTo>
                  <a:lnTo>
                    <a:pt x="4577507" y="1517861"/>
                  </a:lnTo>
                  <a:lnTo>
                    <a:pt x="4659011" y="1514204"/>
                  </a:lnTo>
                  <a:lnTo>
                    <a:pt x="4748277" y="1509613"/>
                  </a:lnTo>
                  <a:lnTo>
                    <a:pt x="4840764" y="1504102"/>
                  </a:lnTo>
                  <a:lnTo>
                    <a:pt x="4932557" y="1497694"/>
                  </a:lnTo>
                  <a:lnTo>
                    <a:pt x="5020765" y="1490395"/>
                  </a:lnTo>
                  <a:lnTo>
                    <a:pt x="5103597" y="1482183"/>
                  </a:lnTo>
                  <a:lnTo>
                    <a:pt x="5180229" y="1472993"/>
                  </a:lnTo>
                  <a:lnTo>
                    <a:pt x="5250572" y="1462723"/>
                  </a:lnTo>
                  <a:lnTo>
                    <a:pt x="5315046" y="1451227"/>
                  </a:lnTo>
                  <a:lnTo>
                    <a:pt x="5374384" y="1438324"/>
                  </a:lnTo>
                  <a:lnTo>
                    <a:pt x="5429483" y="1423810"/>
                  </a:lnTo>
                  <a:lnTo>
                    <a:pt x="5481300" y="1407474"/>
                  </a:lnTo>
                  <a:lnTo>
                    <a:pt x="5530761" y="1389137"/>
                  </a:lnTo>
                  <a:lnTo>
                    <a:pt x="5567201" y="1373837"/>
                  </a:lnTo>
                  <a:lnTo>
                    <a:pt x="5615736" y="1351156"/>
                  </a:lnTo>
                  <a:lnTo>
                    <a:pt x="5663798" y="1326202"/>
                  </a:lnTo>
                  <a:lnTo>
                    <a:pt x="5711871" y="1298940"/>
                  </a:lnTo>
                  <a:lnTo>
                    <a:pt x="5760285" y="1269410"/>
                  </a:lnTo>
                  <a:lnTo>
                    <a:pt x="5809241" y="1237738"/>
                  </a:lnTo>
                  <a:lnTo>
                    <a:pt x="5858826" y="1204135"/>
                  </a:lnTo>
                  <a:lnTo>
                    <a:pt x="5909023" y="1168904"/>
                  </a:lnTo>
                  <a:lnTo>
                    <a:pt x="5959731" y="1132428"/>
                  </a:lnTo>
                  <a:lnTo>
                    <a:pt x="6010783" y="1095155"/>
                  </a:lnTo>
                  <a:lnTo>
                    <a:pt x="6061970" y="1057576"/>
                  </a:lnTo>
                  <a:lnTo>
                    <a:pt x="6113067" y="1020200"/>
                  </a:lnTo>
                  <a:lnTo>
                    <a:pt x="6163860" y="983525"/>
                  </a:lnTo>
                  <a:lnTo>
                    <a:pt x="6214170" y="948009"/>
                  </a:lnTo>
                  <a:lnTo>
                    <a:pt x="6263883" y="914051"/>
                  </a:lnTo>
                  <a:lnTo>
                    <a:pt x="6312964" y="881968"/>
                  </a:lnTo>
                  <a:lnTo>
                    <a:pt x="6361475" y="851992"/>
                  </a:lnTo>
                  <a:lnTo>
                    <a:pt x="6409594" y="824266"/>
                  </a:lnTo>
                  <a:lnTo>
                    <a:pt x="6457625" y="798846"/>
                  </a:lnTo>
                  <a:lnTo>
                    <a:pt x="6506017" y="775712"/>
                  </a:lnTo>
                  <a:lnTo>
                    <a:pt x="6515891" y="771309"/>
                  </a:lnTo>
                  <a:lnTo>
                    <a:pt x="6564113" y="751387"/>
                  </a:lnTo>
                  <a:lnTo>
                    <a:pt x="6614062" y="733547"/>
                  </a:lnTo>
                  <a:lnTo>
                    <a:pt x="6666585" y="717670"/>
                  </a:lnTo>
                  <a:lnTo>
                    <a:pt x="6722622" y="703564"/>
                  </a:lnTo>
                  <a:lnTo>
                    <a:pt x="6783123" y="691020"/>
                  </a:lnTo>
                  <a:lnTo>
                    <a:pt x="6848957" y="679835"/>
                  </a:lnTo>
                  <a:lnTo>
                    <a:pt x="6920797" y="669837"/>
                  </a:lnTo>
                  <a:lnTo>
                    <a:pt x="6998959" y="660892"/>
                  </a:lnTo>
                  <a:lnTo>
                    <a:pt x="7083198" y="652904"/>
                  </a:lnTo>
                  <a:lnTo>
                    <a:pt x="7172477" y="645821"/>
                  </a:lnTo>
                  <a:lnTo>
                    <a:pt x="7264745" y="639629"/>
                  </a:lnTo>
                  <a:lnTo>
                    <a:pt x="7356846" y="634338"/>
                  </a:lnTo>
                  <a:lnTo>
                    <a:pt x="7444662" y="629972"/>
                  </a:lnTo>
                  <a:lnTo>
                    <a:pt x="7523604" y="626540"/>
                  </a:lnTo>
                  <a:lnTo>
                    <a:pt x="7589424" y="624016"/>
                  </a:lnTo>
                  <a:lnTo>
                    <a:pt x="7639183" y="622320"/>
                  </a:lnTo>
                  <a:lnTo>
                    <a:pt x="7672029" y="621320"/>
                  </a:lnTo>
                  <a:lnTo>
                    <a:pt x="7689554" y="620840"/>
                  </a:lnTo>
                  <a:lnTo>
                    <a:pt x="7695667" y="620689"/>
                  </a:lnTo>
                  <a:lnTo>
                    <a:pt x="7696237" y="620676"/>
                  </a:lnTo>
                  <a:lnTo>
                    <a:pt x="8234974" y="620676"/>
                  </a:lnTo>
                  <a:lnTo>
                    <a:pt x="8234974" y="615232"/>
                  </a:lnTo>
                  <a:lnTo>
                    <a:pt x="7696237" y="615232"/>
                  </a:lnTo>
                  <a:lnTo>
                    <a:pt x="7694950" y="615262"/>
                  </a:lnTo>
                  <a:lnTo>
                    <a:pt x="7686549" y="615474"/>
                  </a:lnTo>
                  <a:lnTo>
                    <a:pt x="7665597" y="616062"/>
                  </a:lnTo>
                  <a:lnTo>
                    <a:pt x="7628717" y="617216"/>
                  </a:lnTo>
                  <a:lnTo>
                    <a:pt x="7574911" y="619101"/>
                  </a:lnTo>
                  <a:lnTo>
                    <a:pt x="7505585" y="621840"/>
                  </a:lnTo>
                  <a:lnTo>
                    <a:pt x="7424082" y="625497"/>
                  </a:lnTo>
                  <a:lnTo>
                    <a:pt x="7334816" y="630088"/>
                  </a:lnTo>
                  <a:lnTo>
                    <a:pt x="7242328" y="635599"/>
                  </a:lnTo>
                  <a:lnTo>
                    <a:pt x="7150535" y="642007"/>
                  </a:lnTo>
                  <a:lnTo>
                    <a:pt x="7062327" y="649305"/>
                  </a:lnTo>
                  <a:lnTo>
                    <a:pt x="6979495" y="657518"/>
                  </a:lnTo>
                  <a:lnTo>
                    <a:pt x="6902864" y="666708"/>
                  </a:lnTo>
                  <a:lnTo>
                    <a:pt x="6832521" y="676978"/>
                  </a:lnTo>
                  <a:lnTo>
                    <a:pt x="6768046" y="688474"/>
                  </a:lnTo>
                  <a:lnTo>
                    <a:pt x="6708709" y="701377"/>
                  </a:lnTo>
                  <a:lnTo>
                    <a:pt x="6653609" y="715891"/>
                  </a:lnTo>
                  <a:lnTo>
                    <a:pt x="6601792" y="732227"/>
                  </a:lnTo>
                  <a:lnTo>
                    <a:pt x="6552332" y="750564"/>
                  </a:lnTo>
                  <a:lnTo>
                    <a:pt x="6515891" y="765864"/>
                  </a:lnTo>
                  <a:lnTo>
                    <a:pt x="6467356" y="788545"/>
                  </a:lnTo>
                  <a:lnTo>
                    <a:pt x="6419294" y="813499"/>
                  </a:lnTo>
                  <a:lnTo>
                    <a:pt x="6371222" y="840761"/>
                  </a:lnTo>
                  <a:lnTo>
                    <a:pt x="6322808" y="870290"/>
                  </a:lnTo>
                  <a:lnTo>
                    <a:pt x="6273851" y="901963"/>
                  </a:lnTo>
                  <a:lnTo>
                    <a:pt x="6224266" y="935566"/>
                  </a:lnTo>
                  <a:lnTo>
                    <a:pt x="6174069" y="970797"/>
                  </a:lnTo>
                  <a:lnTo>
                    <a:pt x="6123361" y="1007273"/>
                  </a:lnTo>
                  <a:lnTo>
                    <a:pt x="6072309" y="1044546"/>
                  </a:lnTo>
                  <a:lnTo>
                    <a:pt x="6021122" y="1082125"/>
                  </a:lnTo>
                  <a:lnTo>
                    <a:pt x="5970025" y="1119501"/>
                  </a:lnTo>
                  <a:lnTo>
                    <a:pt x="5919233" y="1156176"/>
                  </a:lnTo>
                  <a:lnTo>
                    <a:pt x="5868922" y="1191691"/>
                  </a:lnTo>
                  <a:lnTo>
                    <a:pt x="5819209" y="1225650"/>
                  </a:lnTo>
                  <a:lnTo>
                    <a:pt x="5770129" y="1257733"/>
                  </a:lnTo>
                  <a:lnTo>
                    <a:pt x="5721617" y="1287709"/>
                  </a:lnTo>
                  <a:lnTo>
                    <a:pt x="5673498" y="1315435"/>
                  </a:lnTo>
                  <a:lnTo>
                    <a:pt x="5625468" y="1340855"/>
                  </a:lnTo>
                  <a:lnTo>
                    <a:pt x="5577076" y="1363989"/>
                  </a:lnTo>
                  <a:lnTo>
                    <a:pt x="5567201" y="1368392"/>
                  </a:lnTo>
                  <a:lnTo>
                    <a:pt x="5518980" y="1388313"/>
                  </a:lnTo>
                  <a:lnTo>
                    <a:pt x="5469030" y="1406154"/>
                  </a:lnTo>
                  <a:lnTo>
                    <a:pt x="5416507" y="1422031"/>
                  </a:lnTo>
                  <a:lnTo>
                    <a:pt x="5360470" y="1436137"/>
                  </a:lnTo>
                  <a:lnTo>
                    <a:pt x="5299969" y="1448681"/>
                  </a:lnTo>
                  <a:lnTo>
                    <a:pt x="5234135" y="1459866"/>
                  </a:lnTo>
                  <a:lnTo>
                    <a:pt x="5162295" y="1469864"/>
                  </a:lnTo>
                  <a:lnTo>
                    <a:pt x="5084134" y="1478809"/>
                  </a:lnTo>
                  <a:lnTo>
                    <a:pt x="4999894" y="1486797"/>
                  </a:lnTo>
                  <a:lnTo>
                    <a:pt x="4910615" y="1493879"/>
                  </a:lnTo>
                  <a:lnTo>
                    <a:pt x="4818347" y="1500072"/>
                  </a:lnTo>
                  <a:lnTo>
                    <a:pt x="4726246" y="1505363"/>
                  </a:lnTo>
                  <a:lnTo>
                    <a:pt x="4638430" y="1509729"/>
                  </a:lnTo>
                  <a:lnTo>
                    <a:pt x="4559489" y="1513161"/>
                  </a:lnTo>
                  <a:lnTo>
                    <a:pt x="4493668" y="1515685"/>
                  </a:lnTo>
                  <a:lnTo>
                    <a:pt x="4443910" y="1517381"/>
                  </a:lnTo>
                  <a:lnTo>
                    <a:pt x="4411064" y="1518381"/>
                  </a:lnTo>
                  <a:lnTo>
                    <a:pt x="4393539" y="1518860"/>
                  </a:lnTo>
                  <a:lnTo>
                    <a:pt x="4387425" y="1519012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546595" y="1959143"/>
              <a:ext cx="8234974" cy="1519025"/>
            </a:xfrm>
            <a:custGeom>
              <a:avLst/>
              <a:pathLst>
                <a:path w="8234974" h="1519025">
                  <a:moveTo>
                    <a:pt x="0" y="0"/>
                  </a:moveTo>
                  <a:lnTo>
                    <a:pt x="538736" y="0"/>
                  </a:lnTo>
                  <a:lnTo>
                    <a:pt x="539997" y="48"/>
                  </a:lnTo>
                  <a:lnTo>
                    <a:pt x="548226" y="398"/>
                  </a:lnTo>
                  <a:lnTo>
                    <a:pt x="568765" y="1365"/>
                  </a:lnTo>
                  <a:lnTo>
                    <a:pt x="604960" y="3262"/>
                  </a:lnTo>
                  <a:lnTo>
                    <a:pt x="657848" y="6365"/>
                  </a:lnTo>
                  <a:lnTo>
                    <a:pt x="726122" y="10876"/>
                  </a:lnTo>
                  <a:lnTo>
                    <a:pt x="806571" y="16905"/>
                  </a:lnTo>
                  <a:lnTo>
                    <a:pt x="894901" y="24483"/>
                  </a:lnTo>
                  <a:lnTo>
                    <a:pt x="986652" y="33586"/>
                  </a:lnTo>
                  <a:lnTo>
                    <a:pt x="1077939" y="44178"/>
                  </a:lnTo>
                  <a:lnTo>
                    <a:pt x="1165858" y="56244"/>
                  </a:lnTo>
                  <a:lnTo>
                    <a:pt x="1248580" y="69819"/>
                  </a:lnTo>
                  <a:lnTo>
                    <a:pt x="1325226" y="85001"/>
                  </a:lnTo>
                  <a:lnTo>
                    <a:pt x="1395657" y="101954"/>
                  </a:lnTo>
                  <a:lnTo>
                    <a:pt x="1460245" y="120911"/>
                  </a:lnTo>
                  <a:lnTo>
                    <a:pt x="1519682" y="142163"/>
                  </a:lnTo>
                  <a:lnTo>
                    <a:pt x="1574834" y="166045"/>
                  </a:lnTo>
                  <a:lnTo>
                    <a:pt x="1626636" y="192903"/>
                  </a:lnTo>
                  <a:lnTo>
                    <a:pt x="1676002" y="223045"/>
                  </a:lnTo>
                  <a:lnTo>
                    <a:pt x="1719082" y="253170"/>
                  </a:lnTo>
                  <a:lnTo>
                    <a:pt x="1762792" y="287307"/>
                  </a:lnTo>
                  <a:lnTo>
                    <a:pt x="1806074" y="324529"/>
                  </a:lnTo>
                  <a:lnTo>
                    <a:pt x="1849299" y="364892"/>
                  </a:lnTo>
                  <a:lnTo>
                    <a:pt x="1892733" y="408372"/>
                  </a:lnTo>
                  <a:lnTo>
                    <a:pt x="1936556" y="454854"/>
                  </a:lnTo>
                  <a:lnTo>
                    <a:pt x="1980864" y="504125"/>
                  </a:lnTo>
                  <a:lnTo>
                    <a:pt x="2025687" y="555875"/>
                  </a:lnTo>
                  <a:lnTo>
                    <a:pt x="2070988" y="609697"/>
                  </a:lnTo>
                  <a:lnTo>
                    <a:pt x="2116681" y="665100"/>
                  </a:lnTo>
                  <a:lnTo>
                    <a:pt x="2162637" y="721525"/>
                  </a:lnTo>
                  <a:lnTo>
                    <a:pt x="2208703" y="778367"/>
                  </a:lnTo>
                  <a:lnTo>
                    <a:pt x="2254715" y="835001"/>
                  </a:lnTo>
                  <a:lnTo>
                    <a:pt x="2300512" y="890814"/>
                  </a:lnTo>
                  <a:lnTo>
                    <a:pt x="2345957" y="945227"/>
                  </a:lnTo>
                  <a:lnTo>
                    <a:pt x="2390948" y="997725"/>
                  </a:lnTo>
                  <a:lnTo>
                    <a:pt x="2435430" y="1047871"/>
                  </a:lnTo>
                  <a:lnTo>
                    <a:pt x="2479409" y="1095321"/>
                  </a:lnTo>
                  <a:lnTo>
                    <a:pt x="2522958" y="1139829"/>
                  </a:lnTo>
                  <a:lnTo>
                    <a:pt x="2566228" y="1181250"/>
                  </a:lnTo>
                  <a:lnTo>
                    <a:pt x="2609455" y="1219527"/>
                  </a:lnTo>
                  <a:lnTo>
                    <a:pt x="2652973" y="1254693"/>
                  </a:lnTo>
                  <a:lnTo>
                    <a:pt x="2667772" y="1265854"/>
                  </a:lnTo>
                  <a:lnTo>
                    <a:pt x="2715642" y="1299108"/>
                  </a:lnTo>
                  <a:lnTo>
                    <a:pt x="2765210" y="1328914"/>
                  </a:lnTo>
                  <a:lnTo>
                    <a:pt x="2817301" y="1355464"/>
                  </a:lnTo>
                  <a:lnTo>
                    <a:pt x="2872836" y="1379070"/>
                  </a:lnTo>
                  <a:lnTo>
                    <a:pt x="2932745" y="1400082"/>
                  </a:lnTo>
                  <a:lnTo>
                    <a:pt x="2997882" y="1418829"/>
                  </a:lnTo>
                  <a:lnTo>
                    <a:pt x="3068917" y="1435598"/>
                  </a:lnTo>
                  <a:lnTo>
                    <a:pt x="3146180" y="1450614"/>
                  </a:lnTo>
                  <a:lnTo>
                    <a:pt x="3229468" y="1464038"/>
                  </a:lnTo>
                  <a:lnTo>
                    <a:pt x="3317818" y="1475958"/>
                  </a:lnTo>
                  <a:lnTo>
                    <a:pt x="3409297" y="1486404"/>
                  </a:lnTo>
                  <a:lnTo>
                    <a:pt x="3500897" y="1495358"/>
                  </a:lnTo>
                  <a:lnTo>
                    <a:pt x="3588651" y="1502783"/>
                  </a:lnTo>
                  <a:lnTo>
                    <a:pt x="3668079" y="1508660"/>
                  </a:lnTo>
                  <a:lnTo>
                    <a:pt x="3734951" y="1513025"/>
                  </a:lnTo>
                  <a:lnTo>
                    <a:pt x="3786213" y="1515999"/>
                  </a:lnTo>
                  <a:lnTo>
                    <a:pt x="3820776" y="1517791"/>
                  </a:lnTo>
                  <a:lnTo>
                    <a:pt x="3839916" y="1518683"/>
                  </a:lnTo>
                  <a:lnTo>
                    <a:pt x="3847190" y="1518989"/>
                  </a:lnTo>
                  <a:lnTo>
                    <a:pt x="3848118" y="1519025"/>
                  </a:lnTo>
                  <a:lnTo>
                    <a:pt x="4386855" y="1519025"/>
                  </a:lnTo>
                  <a:lnTo>
                    <a:pt x="4388143" y="1518995"/>
                  </a:lnTo>
                  <a:lnTo>
                    <a:pt x="4396544" y="1518782"/>
                  </a:lnTo>
                  <a:lnTo>
                    <a:pt x="4417495" y="1518194"/>
                  </a:lnTo>
                  <a:lnTo>
                    <a:pt x="4454376" y="1517041"/>
                  </a:lnTo>
                  <a:lnTo>
                    <a:pt x="4508182" y="1515155"/>
                  </a:lnTo>
                  <a:lnTo>
                    <a:pt x="4577507" y="1512417"/>
                  </a:lnTo>
                  <a:lnTo>
                    <a:pt x="4659011" y="1508760"/>
                  </a:lnTo>
                  <a:lnTo>
                    <a:pt x="4748277" y="1504169"/>
                  </a:lnTo>
                  <a:lnTo>
                    <a:pt x="4840764" y="1498658"/>
                  </a:lnTo>
                  <a:lnTo>
                    <a:pt x="4932557" y="1492250"/>
                  </a:lnTo>
                  <a:lnTo>
                    <a:pt x="5020765" y="1484951"/>
                  </a:lnTo>
                  <a:lnTo>
                    <a:pt x="5103597" y="1476738"/>
                  </a:lnTo>
                  <a:lnTo>
                    <a:pt x="5180229" y="1467549"/>
                  </a:lnTo>
                  <a:lnTo>
                    <a:pt x="5250572" y="1457278"/>
                  </a:lnTo>
                  <a:lnTo>
                    <a:pt x="5315046" y="1445782"/>
                  </a:lnTo>
                  <a:lnTo>
                    <a:pt x="5374384" y="1432879"/>
                  </a:lnTo>
                  <a:lnTo>
                    <a:pt x="5429483" y="1418365"/>
                  </a:lnTo>
                  <a:lnTo>
                    <a:pt x="5481300" y="1402030"/>
                  </a:lnTo>
                  <a:lnTo>
                    <a:pt x="5530761" y="1383692"/>
                  </a:lnTo>
                  <a:lnTo>
                    <a:pt x="5567201" y="1368392"/>
                  </a:lnTo>
                  <a:lnTo>
                    <a:pt x="5615736" y="1345711"/>
                  </a:lnTo>
                  <a:lnTo>
                    <a:pt x="5663798" y="1320757"/>
                  </a:lnTo>
                  <a:lnTo>
                    <a:pt x="5711871" y="1293495"/>
                  </a:lnTo>
                  <a:lnTo>
                    <a:pt x="5760285" y="1263966"/>
                  </a:lnTo>
                  <a:lnTo>
                    <a:pt x="5809241" y="1232293"/>
                  </a:lnTo>
                  <a:lnTo>
                    <a:pt x="5858826" y="1198690"/>
                  </a:lnTo>
                  <a:lnTo>
                    <a:pt x="5909023" y="1163460"/>
                  </a:lnTo>
                  <a:lnTo>
                    <a:pt x="5959731" y="1126983"/>
                  </a:lnTo>
                  <a:lnTo>
                    <a:pt x="6010783" y="1089710"/>
                  </a:lnTo>
                  <a:lnTo>
                    <a:pt x="6061970" y="1052131"/>
                  </a:lnTo>
                  <a:lnTo>
                    <a:pt x="6113067" y="1014756"/>
                  </a:lnTo>
                  <a:lnTo>
                    <a:pt x="6163860" y="978081"/>
                  </a:lnTo>
                  <a:lnTo>
                    <a:pt x="6214170" y="942565"/>
                  </a:lnTo>
                  <a:lnTo>
                    <a:pt x="6263883" y="908606"/>
                  </a:lnTo>
                  <a:lnTo>
                    <a:pt x="6312964" y="876523"/>
                  </a:lnTo>
                  <a:lnTo>
                    <a:pt x="6361475" y="846548"/>
                  </a:lnTo>
                  <a:lnTo>
                    <a:pt x="6409594" y="818822"/>
                  </a:lnTo>
                  <a:lnTo>
                    <a:pt x="6457625" y="793402"/>
                  </a:lnTo>
                  <a:lnTo>
                    <a:pt x="6506017" y="770268"/>
                  </a:lnTo>
                  <a:lnTo>
                    <a:pt x="6515891" y="765864"/>
                  </a:lnTo>
                  <a:lnTo>
                    <a:pt x="6564113" y="745943"/>
                  </a:lnTo>
                  <a:lnTo>
                    <a:pt x="6614062" y="728102"/>
                  </a:lnTo>
                  <a:lnTo>
                    <a:pt x="6666585" y="712225"/>
                  </a:lnTo>
                  <a:lnTo>
                    <a:pt x="6722622" y="698120"/>
                  </a:lnTo>
                  <a:lnTo>
                    <a:pt x="6783123" y="685575"/>
                  </a:lnTo>
                  <a:lnTo>
                    <a:pt x="6848957" y="674390"/>
                  </a:lnTo>
                  <a:lnTo>
                    <a:pt x="6920797" y="664393"/>
                  </a:lnTo>
                  <a:lnTo>
                    <a:pt x="6998959" y="655447"/>
                  </a:lnTo>
                  <a:lnTo>
                    <a:pt x="7083198" y="647460"/>
                  </a:lnTo>
                  <a:lnTo>
                    <a:pt x="7172477" y="640377"/>
                  </a:lnTo>
                  <a:lnTo>
                    <a:pt x="7264745" y="634184"/>
                  </a:lnTo>
                  <a:lnTo>
                    <a:pt x="7356846" y="628893"/>
                  </a:lnTo>
                  <a:lnTo>
                    <a:pt x="7444662" y="624527"/>
                  </a:lnTo>
                  <a:lnTo>
                    <a:pt x="7523604" y="621095"/>
                  </a:lnTo>
                  <a:lnTo>
                    <a:pt x="7589424" y="618571"/>
                  </a:lnTo>
                  <a:lnTo>
                    <a:pt x="7639183" y="616876"/>
                  </a:lnTo>
                  <a:lnTo>
                    <a:pt x="7672029" y="615875"/>
                  </a:lnTo>
                  <a:lnTo>
                    <a:pt x="7689554" y="615396"/>
                  </a:lnTo>
                  <a:lnTo>
                    <a:pt x="7695667" y="615245"/>
                  </a:lnTo>
                  <a:lnTo>
                    <a:pt x="7696237" y="615232"/>
                  </a:lnTo>
                  <a:lnTo>
                    <a:pt x="8234974" y="6152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546595" y="1953699"/>
              <a:ext cx="8234974" cy="1519025"/>
            </a:xfrm>
            <a:custGeom>
              <a:avLst/>
              <a:pathLst>
                <a:path w="8234974" h="1519025">
                  <a:moveTo>
                    <a:pt x="8234974" y="615232"/>
                  </a:moveTo>
                  <a:lnTo>
                    <a:pt x="7696237" y="615232"/>
                  </a:lnTo>
                  <a:lnTo>
                    <a:pt x="7694950" y="615262"/>
                  </a:lnTo>
                  <a:lnTo>
                    <a:pt x="7686549" y="615474"/>
                  </a:lnTo>
                  <a:lnTo>
                    <a:pt x="7665597" y="616062"/>
                  </a:lnTo>
                  <a:lnTo>
                    <a:pt x="7628717" y="617216"/>
                  </a:lnTo>
                  <a:lnTo>
                    <a:pt x="7574911" y="619101"/>
                  </a:lnTo>
                  <a:lnTo>
                    <a:pt x="7505585" y="621840"/>
                  </a:lnTo>
                  <a:lnTo>
                    <a:pt x="7424082" y="625497"/>
                  </a:lnTo>
                  <a:lnTo>
                    <a:pt x="7334816" y="630088"/>
                  </a:lnTo>
                  <a:lnTo>
                    <a:pt x="7242328" y="635599"/>
                  </a:lnTo>
                  <a:lnTo>
                    <a:pt x="7150535" y="642007"/>
                  </a:lnTo>
                  <a:lnTo>
                    <a:pt x="7062327" y="649305"/>
                  </a:lnTo>
                  <a:lnTo>
                    <a:pt x="6979495" y="657518"/>
                  </a:lnTo>
                  <a:lnTo>
                    <a:pt x="6902864" y="666708"/>
                  </a:lnTo>
                  <a:lnTo>
                    <a:pt x="6832521" y="676978"/>
                  </a:lnTo>
                  <a:lnTo>
                    <a:pt x="6768046" y="688474"/>
                  </a:lnTo>
                  <a:lnTo>
                    <a:pt x="6708709" y="701377"/>
                  </a:lnTo>
                  <a:lnTo>
                    <a:pt x="6653609" y="715891"/>
                  </a:lnTo>
                  <a:lnTo>
                    <a:pt x="6601792" y="732227"/>
                  </a:lnTo>
                  <a:lnTo>
                    <a:pt x="6552332" y="750564"/>
                  </a:lnTo>
                  <a:lnTo>
                    <a:pt x="6515891" y="765864"/>
                  </a:lnTo>
                  <a:lnTo>
                    <a:pt x="6467356" y="788545"/>
                  </a:lnTo>
                  <a:lnTo>
                    <a:pt x="6419294" y="813499"/>
                  </a:lnTo>
                  <a:lnTo>
                    <a:pt x="6371222" y="840761"/>
                  </a:lnTo>
                  <a:lnTo>
                    <a:pt x="6322808" y="870290"/>
                  </a:lnTo>
                  <a:lnTo>
                    <a:pt x="6273851" y="901963"/>
                  </a:lnTo>
                  <a:lnTo>
                    <a:pt x="6224266" y="935566"/>
                  </a:lnTo>
                  <a:lnTo>
                    <a:pt x="6174069" y="970797"/>
                  </a:lnTo>
                  <a:lnTo>
                    <a:pt x="6123361" y="1007273"/>
                  </a:lnTo>
                  <a:lnTo>
                    <a:pt x="6072309" y="1044546"/>
                  </a:lnTo>
                  <a:lnTo>
                    <a:pt x="6021122" y="1082125"/>
                  </a:lnTo>
                  <a:lnTo>
                    <a:pt x="5970025" y="1119501"/>
                  </a:lnTo>
                  <a:lnTo>
                    <a:pt x="5919233" y="1156176"/>
                  </a:lnTo>
                  <a:lnTo>
                    <a:pt x="5868922" y="1191691"/>
                  </a:lnTo>
                  <a:lnTo>
                    <a:pt x="5819209" y="1225650"/>
                  </a:lnTo>
                  <a:lnTo>
                    <a:pt x="5770129" y="1257733"/>
                  </a:lnTo>
                  <a:lnTo>
                    <a:pt x="5721617" y="1287709"/>
                  </a:lnTo>
                  <a:lnTo>
                    <a:pt x="5673498" y="1315435"/>
                  </a:lnTo>
                  <a:lnTo>
                    <a:pt x="5625468" y="1340855"/>
                  </a:lnTo>
                  <a:lnTo>
                    <a:pt x="5577076" y="1363989"/>
                  </a:lnTo>
                  <a:lnTo>
                    <a:pt x="5567201" y="1368392"/>
                  </a:lnTo>
                  <a:lnTo>
                    <a:pt x="5518980" y="1388313"/>
                  </a:lnTo>
                  <a:lnTo>
                    <a:pt x="5469030" y="1406154"/>
                  </a:lnTo>
                  <a:lnTo>
                    <a:pt x="5416507" y="1422031"/>
                  </a:lnTo>
                  <a:lnTo>
                    <a:pt x="5360470" y="1436137"/>
                  </a:lnTo>
                  <a:lnTo>
                    <a:pt x="5299969" y="1448681"/>
                  </a:lnTo>
                  <a:lnTo>
                    <a:pt x="5234135" y="1459866"/>
                  </a:lnTo>
                  <a:lnTo>
                    <a:pt x="5162295" y="1469864"/>
                  </a:lnTo>
                  <a:lnTo>
                    <a:pt x="5084134" y="1478809"/>
                  </a:lnTo>
                  <a:lnTo>
                    <a:pt x="4999894" y="1486797"/>
                  </a:lnTo>
                  <a:lnTo>
                    <a:pt x="4910615" y="1493879"/>
                  </a:lnTo>
                  <a:lnTo>
                    <a:pt x="4818347" y="1500072"/>
                  </a:lnTo>
                  <a:lnTo>
                    <a:pt x="4726246" y="1505363"/>
                  </a:lnTo>
                  <a:lnTo>
                    <a:pt x="4638430" y="1509729"/>
                  </a:lnTo>
                  <a:lnTo>
                    <a:pt x="4559489" y="1513161"/>
                  </a:lnTo>
                  <a:lnTo>
                    <a:pt x="4493668" y="1515685"/>
                  </a:lnTo>
                  <a:lnTo>
                    <a:pt x="4443910" y="1517381"/>
                  </a:lnTo>
                  <a:lnTo>
                    <a:pt x="4411064" y="1518381"/>
                  </a:lnTo>
                  <a:lnTo>
                    <a:pt x="4393539" y="1518860"/>
                  </a:lnTo>
                  <a:lnTo>
                    <a:pt x="4387425" y="1519012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" name="pg170"/>
            <p:cNvSpPr/>
            <p:nvPr/>
          </p:nvSpPr>
          <p:spPr>
            <a:xfrm>
              <a:off x="546595" y="1959143"/>
              <a:ext cx="8234974" cy="1529914"/>
            </a:xfrm>
            <a:custGeom>
              <a:avLst/>
              <a:pathLst>
                <a:path w="8234974" h="1529914">
                  <a:moveTo>
                    <a:pt x="0" y="10889"/>
                  </a:moveTo>
                  <a:lnTo>
                    <a:pt x="538736" y="10889"/>
                  </a:lnTo>
                  <a:lnTo>
                    <a:pt x="539997" y="10938"/>
                  </a:lnTo>
                  <a:lnTo>
                    <a:pt x="548226" y="11287"/>
                  </a:lnTo>
                  <a:lnTo>
                    <a:pt x="568765" y="12254"/>
                  </a:lnTo>
                  <a:lnTo>
                    <a:pt x="604960" y="14152"/>
                  </a:lnTo>
                  <a:lnTo>
                    <a:pt x="657848" y="17255"/>
                  </a:lnTo>
                  <a:lnTo>
                    <a:pt x="726122" y="21765"/>
                  </a:lnTo>
                  <a:lnTo>
                    <a:pt x="806571" y="27794"/>
                  </a:lnTo>
                  <a:lnTo>
                    <a:pt x="894901" y="35372"/>
                  </a:lnTo>
                  <a:lnTo>
                    <a:pt x="986652" y="44475"/>
                  </a:lnTo>
                  <a:lnTo>
                    <a:pt x="1077939" y="55067"/>
                  </a:lnTo>
                  <a:lnTo>
                    <a:pt x="1165858" y="67133"/>
                  </a:lnTo>
                  <a:lnTo>
                    <a:pt x="1248580" y="80708"/>
                  </a:lnTo>
                  <a:lnTo>
                    <a:pt x="1325226" y="95890"/>
                  </a:lnTo>
                  <a:lnTo>
                    <a:pt x="1395657" y="112843"/>
                  </a:lnTo>
                  <a:lnTo>
                    <a:pt x="1460245" y="131800"/>
                  </a:lnTo>
                  <a:lnTo>
                    <a:pt x="1519682" y="153053"/>
                  </a:lnTo>
                  <a:lnTo>
                    <a:pt x="1574834" y="176934"/>
                  </a:lnTo>
                  <a:lnTo>
                    <a:pt x="1626636" y="203793"/>
                  </a:lnTo>
                  <a:lnTo>
                    <a:pt x="1676002" y="233934"/>
                  </a:lnTo>
                  <a:lnTo>
                    <a:pt x="1719082" y="264059"/>
                  </a:lnTo>
                  <a:lnTo>
                    <a:pt x="1762792" y="298196"/>
                  </a:lnTo>
                  <a:lnTo>
                    <a:pt x="1806074" y="335418"/>
                  </a:lnTo>
                  <a:lnTo>
                    <a:pt x="1849299" y="375781"/>
                  </a:lnTo>
                  <a:lnTo>
                    <a:pt x="1892733" y="419261"/>
                  </a:lnTo>
                  <a:lnTo>
                    <a:pt x="1936556" y="465743"/>
                  </a:lnTo>
                  <a:lnTo>
                    <a:pt x="1980864" y="515014"/>
                  </a:lnTo>
                  <a:lnTo>
                    <a:pt x="2025687" y="566764"/>
                  </a:lnTo>
                  <a:lnTo>
                    <a:pt x="2070988" y="620586"/>
                  </a:lnTo>
                  <a:lnTo>
                    <a:pt x="2116681" y="675989"/>
                  </a:lnTo>
                  <a:lnTo>
                    <a:pt x="2162637" y="732414"/>
                  </a:lnTo>
                  <a:lnTo>
                    <a:pt x="2208703" y="789256"/>
                  </a:lnTo>
                  <a:lnTo>
                    <a:pt x="2254715" y="845890"/>
                  </a:lnTo>
                  <a:lnTo>
                    <a:pt x="2300512" y="901703"/>
                  </a:lnTo>
                  <a:lnTo>
                    <a:pt x="2345957" y="956116"/>
                  </a:lnTo>
                  <a:lnTo>
                    <a:pt x="2390948" y="1008614"/>
                  </a:lnTo>
                  <a:lnTo>
                    <a:pt x="2435430" y="1058760"/>
                  </a:lnTo>
                  <a:lnTo>
                    <a:pt x="2479409" y="1106210"/>
                  </a:lnTo>
                  <a:lnTo>
                    <a:pt x="2522958" y="1150718"/>
                  </a:lnTo>
                  <a:lnTo>
                    <a:pt x="2566228" y="1192139"/>
                  </a:lnTo>
                  <a:lnTo>
                    <a:pt x="2609455" y="1230416"/>
                  </a:lnTo>
                  <a:lnTo>
                    <a:pt x="2652973" y="1265582"/>
                  </a:lnTo>
                  <a:lnTo>
                    <a:pt x="2667772" y="1276743"/>
                  </a:lnTo>
                  <a:lnTo>
                    <a:pt x="2715642" y="1309997"/>
                  </a:lnTo>
                  <a:lnTo>
                    <a:pt x="2765210" y="1339803"/>
                  </a:lnTo>
                  <a:lnTo>
                    <a:pt x="2817301" y="1366353"/>
                  </a:lnTo>
                  <a:lnTo>
                    <a:pt x="2872836" y="1389959"/>
                  </a:lnTo>
                  <a:lnTo>
                    <a:pt x="2932745" y="1410971"/>
                  </a:lnTo>
                  <a:lnTo>
                    <a:pt x="2997882" y="1429718"/>
                  </a:lnTo>
                  <a:lnTo>
                    <a:pt x="3068917" y="1446487"/>
                  </a:lnTo>
                  <a:lnTo>
                    <a:pt x="3146180" y="1461504"/>
                  </a:lnTo>
                  <a:lnTo>
                    <a:pt x="3229468" y="1474927"/>
                  </a:lnTo>
                  <a:lnTo>
                    <a:pt x="3317818" y="1486847"/>
                  </a:lnTo>
                  <a:lnTo>
                    <a:pt x="3409297" y="1497293"/>
                  </a:lnTo>
                  <a:lnTo>
                    <a:pt x="3500897" y="1506247"/>
                  </a:lnTo>
                  <a:lnTo>
                    <a:pt x="3588651" y="1513672"/>
                  </a:lnTo>
                  <a:lnTo>
                    <a:pt x="3668079" y="1519549"/>
                  </a:lnTo>
                  <a:lnTo>
                    <a:pt x="3734951" y="1523914"/>
                  </a:lnTo>
                  <a:lnTo>
                    <a:pt x="3786213" y="1526888"/>
                  </a:lnTo>
                  <a:lnTo>
                    <a:pt x="3820776" y="1528680"/>
                  </a:lnTo>
                  <a:lnTo>
                    <a:pt x="3839916" y="1529572"/>
                  </a:lnTo>
                  <a:lnTo>
                    <a:pt x="3847190" y="1529878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49" y="1529891"/>
                  </a:lnTo>
                  <a:lnTo>
                    <a:pt x="4396590" y="1529727"/>
                  </a:lnTo>
                  <a:lnTo>
                    <a:pt x="4417638" y="1529275"/>
                  </a:lnTo>
                  <a:lnTo>
                    <a:pt x="4454679" y="1528388"/>
                  </a:lnTo>
                  <a:lnTo>
                    <a:pt x="4508699" y="1526939"/>
                  </a:lnTo>
                  <a:lnTo>
                    <a:pt x="4578270" y="1524834"/>
                  </a:lnTo>
                  <a:lnTo>
                    <a:pt x="4660018" y="1522024"/>
                  </a:lnTo>
                  <a:lnTo>
                    <a:pt x="4749499" y="1518496"/>
                  </a:lnTo>
                  <a:lnTo>
                    <a:pt x="4842156" y="1514263"/>
                  </a:lnTo>
                  <a:lnTo>
                    <a:pt x="4934065" y="1509342"/>
                  </a:lnTo>
                  <a:lnTo>
                    <a:pt x="5022337" y="1503736"/>
                  </a:lnTo>
                  <a:lnTo>
                    <a:pt x="5105193" y="1497429"/>
                  </a:lnTo>
                  <a:lnTo>
                    <a:pt x="5181820" y="1490370"/>
                  </a:lnTo>
                  <a:lnTo>
                    <a:pt x="5252142" y="1482480"/>
                  </a:lnTo>
                  <a:lnTo>
                    <a:pt x="5316590" y="1473645"/>
                  </a:lnTo>
                  <a:lnTo>
                    <a:pt x="5375905" y="1463728"/>
                  </a:lnTo>
                  <a:lnTo>
                    <a:pt x="5430994" y="1452569"/>
                  </a:lnTo>
                  <a:lnTo>
                    <a:pt x="5482816" y="1440007"/>
                  </a:lnTo>
                  <a:lnTo>
                    <a:pt x="5532299" y="1425906"/>
                  </a:lnTo>
                  <a:lnTo>
                    <a:pt x="5567201" y="1414671"/>
                  </a:lnTo>
                  <a:lnTo>
                    <a:pt x="5617290" y="1396731"/>
                  </a:lnTo>
                  <a:lnTo>
                    <a:pt x="5666893" y="1376936"/>
                  </a:lnTo>
                  <a:lnTo>
                    <a:pt x="5716534" y="1355260"/>
                  </a:lnTo>
                  <a:lnTo>
                    <a:pt x="5766564" y="1331743"/>
                  </a:lnTo>
                  <a:lnTo>
                    <a:pt x="5817191" y="1306497"/>
                  </a:lnTo>
                  <a:lnTo>
                    <a:pt x="5868490" y="1279714"/>
                  </a:lnTo>
                  <a:lnTo>
                    <a:pt x="5920427" y="1251659"/>
                  </a:lnTo>
                  <a:lnTo>
                    <a:pt x="5972872" y="1222668"/>
                  </a:lnTo>
                  <a:lnTo>
                    <a:pt x="6025630" y="1193128"/>
                  </a:lnTo>
                  <a:lnTo>
                    <a:pt x="6078463" y="1163458"/>
                  </a:lnTo>
                  <a:lnTo>
                    <a:pt x="6131124" y="1134087"/>
                  </a:lnTo>
                  <a:lnTo>
                    <a:pt x="6183388" y="1105424"/>
                  </a:lnTo>
                  <a:lnTo>
                    <a:pt x="6235081" y="1077839"/>
                  </a:lnTo>
                  <a:lnTo>
                    <a:pt x="6286112" y="1051639"/>
                  </a:lnTo>
                  <a:lnTo>
                    <a:pt x="6336485" y="1027062"/>
                  </a:lnTo>
                  <a:lnTo>
                    <a:pt x="6386328" y="1004268"/>
                  </a:lnTo>
                  <a:lnTo>
                    <a:pt x="6435903" y="983339"/>
                  </a:lnTo>
                  <a:lnTo>
                    <a:pt x="6485626" y="964288"/>
                  </a:lnTo>
                  <a:lnTo>
                    <a:pt x="6515891" y="953700"/>
                  </a:lnTo>
                  <a:lnTo>
                    <a:pt x="6564194" y="938436"/>
                  </a:lnTo>
                  <a:lnTo>
                    <a:pt x="6614233" y="924767"/>
                  </a:lnTo>
                  <a:lnTo>
                    <a:pt x="6666856" y="912606"/>
                  </a:lnTo>
                  <a:lnTo>
                    <a:pt x="6723010" y="901804"/>
                  </a:lnTo>
                  <a:lnTo>
                    <a:pt x="6783649" y="892199"/>
                  </a:lnTo>
                  <a:lnTo>
                    <a:pt x="6849646" y="883637"/>
                  </a:lnTo>
                  <a:lnTo>
                    <a:pt x="6921673" y="875985"/>
                  </a:lnTo>
                  <a:lnTo>
                    <a:pt x="7000044" y="869139"/>
                  </a:lnTo>
                  <a:lnTo>
                    <a:pt x="7084505" y="863028"/>
                  </a:lnTo>
                  <a:lnTo>
                    <a:pt x="7173999" y="857611"/>
                  </a:lnTo>
                  <a:lnTo>
                    <a:pt x="7266448" y="852877"/>
                  </a:lnTo>
                  <a:lnTo>
                    <a:pt x="7358661" y="848836"/>
                  </a:lnTo>
                  <a:lnTo>
                    <a:pt x="7446485" y="845505"/>
                  </a:lnTo>
                  <a:lnTo>
                    <a:pt x="7525305" y="842891"/>
                  </a:lnTo>
                  <a:lnTo>
                    <a:pt x="7590874" y="840973"/>
                  </a:lnTo>
                  <a:lnTo>
                    <a:pt x="7640277" y="839689"/>
                  </a:lnTo>
                  <a:lnTo>
                    <a:pt x="7672723" y="838935"/>
                  </a:lnTo>
                  <a:lnTo>
                    <a:pt x="7689879" y="838577"/>
                  </a:lnTo>
                  <a:lnTo>
                    <a:pt x="7695735" y="838466"/>
                  </a:lnTo>
                  <a:lnTo>
                    <a:pt x="7696237" y="838458"/>
                  </a:lnTo>
                  <a:lnTo>
                    <a:pt x="8234974" y="838458"/>
                  </a:lnTo>
                  <a:lnTo>
                    <a:pt x="8234974" y="827569"/>
                  </a:lnTo>
                  <a:lnTo>
                    <a:pt x="7696237" y="827569"/>
                  </a:lnTo>
                  <a:lnTo>
                    <a:pt x="7694944" y="827592"/>
                  </a:lnTo>
                  <a:lnTo>
                    <a:pt x="7686502" y="827755"/>
                  </a:lnTo>
                  <a:lnTo>
                    <a:pt x="7665454" y="828207"/>
                  </a:lnTo>
                  <a:lnTo>
                    <a:pt x="7628414" y="829094"/>
                  </a:lnTo>
                  <a:lnTo>
                    <a:pt x="7574393" y="830544"/>
                  </a:lnTo>
                  <a:lnTo>
                    <a:pt x="7504823" y="832649"/>
                  </a:lnTo>
                  <a:lnTo>
                    <a:pt x="7423075" y="835459"/>
                  </a:lnTo>
                  <a:lnTo>
                    <a:pt x="7333593" y="838986"/>
                  </a:lnTo>
                  <a:lnTo>
                    <a:pt x="7240936" y="843219"/>
                  </a:lnTo>
                  <a:lnTo>
                    <a:pt x="7149028" y="848141"/>
                  </a:lnTo>
                  <a:lnTo>
                    <a:pt x="7060755" y="853746"/>
                  </a:lnTo>
                  <a:lnTo>
                    <a:pt x="6977899" y="860054"/>
                  </a:lnTo>
                  <a:lnTo>
                    <a:pt x="6901272" y="867112"/>
                  </a:lnTo>
                  <a:lnTo>
                    <a:pt x="6830950" y="875002"/>
                  </a:lnTo>
                  <a:lnTo>
                    <a:pt x="6766502" y="883837"/>
                  </a:lnTo>
                  <a:lnTo>
                    <a:pt x="6707187" y="893755"/>
                  </a:lnTo>
                  <a:lnTo>
                    <a:pt x="6652099" y="904914"/>
                  </a:lnTo>
                  <a:lnTo>
                    <a:pt x="6600277" y="917475"/>
                  </a:lnTo>
                  <a:lnTo>
                    <a:pt x="6550793" y="931577"/>
                  </a:lnTo>
                  <a:lnTo>
                    <a:pt x="6515891" y="942811"/>
                  </a:lnTo>
                  <a:lnTo>
                    <a:pt x="6465803" y="960752"/>
                  </a:lnTo>
                  <a:lnTo>
                    <a:pt x="6416199" y="980547"/>
                  </a:lnTo>
                  <a:lnTo>
                    <a:pt x="6366559" y="1002222"/>
                  </a:lnTo>
                  <a:lnTo>
                    <a:pt x="6316528" y="1025739"/>
                  </a:lnTo>
                  <a:lnTo>
                    <a:pt x="6265902" y="1050985"/>
                  </a:lnTo>
                  <a:lnTo>
                    <a:pt x="6214602" y="1077768"/>
                  </a:lnTo>
                  <a:lnTo>
                    <a:pt x="6162666" y="1105823"/>
                  </a:lnTo>
                  <a:lnTo>
                    <a:pt x="6110220" y="1134814"/>
                  </a:lnTo>
                  <a:lnTo>
                    <a:pt x="6057462" y="1164355"/>
                  </a:lnTo>
                  <a:lnTo>
                    <a:pt x="6004629" y="1194024"/>
                  </a:lnTo>
                  <a:lnTo>
                    <a:pt x="5951968" y="1223395"/>
                  </a:lnTo>
                  <a:lnTo>
                    <a:pt x="5899705" y="1252058"/>
                  </a:lnTo>
                  <a:lnTo>
                    <a:pt x="5848011" y="1279644"/>
                  </a:lnTo>
                  <a:lnTo>
                    <a:pt x="5796981" y="1305844"/>
                  </a:lnTo>
                  <a:lnTo>
                    <a:pt x="5746607" y="1330420"/>
                  </a:lnTo>
                  <a:lnTo>
                    <a:pt x="5696764" y="1353214"/>
                  </a:lnTo>
                  <a:lnTo>
                    <a:pt x="5647190" y="1374143"/>
                  </a:lnTo>
                  <a:lnTo>
                    <a:pt x="5597466" y="1393194"/>
                  </a:lnTo>
                  <a:lnTo>
                    <a:pt x="5567201" y="1403782"/>
                  </a:lnTo>
                  <a:lnTo>
                    <a:pt x="5518898" y="1419047"/>
                  </a:lnTo>
                  <a:lnTo>
                    <a:pt x="5468860" y="1432715"/>
                  </a:lnTo>
                  <a:lnTo>
                    <a:pt x="5416236" y="1444876"/>
                  </a:lnTo>
                  <a:lnTo>
                    <a:pt x="5360083" y="1455678"/>
                  </a:lnTo>
                  <a:lnTo>
                    <a:pt x="5299444" y="1465283"/>
                  </a:lnTo>
                  <a:lnTo>
                    <a:pt x="5233447" y="1473846"/>
                  </a:lnTo>
                  <a:lnTo>
                    <a:pt x="5161419" y="1481498"/>
                  </a:lnTo>
                  <a:lnTo>
                    <a:pt x="5083048" y="1488343"/>
                  </a:lnTo>
                  <a:lnTo>
                    <a:pt x="4998587" y="1494455"/>
                  </a:lnTo>
                  <a:lnTo>
                    <a:pt x="4909093" y="1499872"/>
                  </a:lnTo>
                  <a:lnTo>
                    <a:pt x="4816644" y="1504605"/>
                  </a:lnTo>
                  <a:lnTo>
                    <a:pt x="4724431" y="1508647"/>
                  </a:lnTo>
                  <a:lnTo>
                    <a:pt x="4636607" y="1511977"/>
                  </a:lnTo>
                  <a:lnTo>
                    <a:pt x="4557787" y="1514591"/>
                  </a:lnTo>
                  <a:lnTo>
                    <a:pt x="4492219" y="1516509"/>
                  </a:lnTo>
                  <a:lnTo>
                    <a:pt x="4442815" y="1517794"/>
                  </a:lnTo>
                  <a:lnTo>
                    <a:pt x="4410369" y="1518547"/>
                  </a:lnTo>
                  <a:lnTo>
                    <a:pt x="4393214" y="1518905"/>
                  </a:lnTo>
                  <a:lnTo>
                    <a:pt x="4387357" y="1519016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546595" y="1970032"/>
              <a:ext cx="8234974" cy="1519025"/>
            </a:xfrm>
            <a:custGeom>
              <a:avLst/>
              <a:pathLst>
                <a:path w="8234974" h="1519025">
                  <a:moveTo>
                    <a:pt x="0" y="0"/>
                  </a:moveTo>
                  <a:lnTo>
                    <a:pt x="538736" y="0"/>
                  </a:lnTo>
                  <a:lnTo>
                    <a:pt x="539997" y="48"/>
                  </a:lnTo>
                  <a:lnTo>
                    <a:pt x="548226" y="398"/>
                  </a:lnTo>
                  <a:lnTo>
                    <a:pt x="568765" y="1365"/>
                  </a:lnTo>
                  <a:lnTo>
                    <a:pt x="604960" y="3262"/>
                  </a:lnTo>
                  <a:lnTo>
                    <a:pt x="657848" y="6365"/>
                  </a:lnTo>
                  <a:lnTo>
                    <a:pt x="726122" y="10876"/>
                  </a:lnTo>
                  <a:lnTo>
                    <a:pt x="806571" y="16905"/>
                  </a:lnTo>
                  <a:lnTo>
                    <a:pt x="894901" y="24483"/>
                  </a:lnTo>
                  <a:lnTo>
                    <a:pt x="986652" y="33586"/>
                  </a:lnTo>
                  <a:lnTo>
                    <a:pt x="1077939" y="44178"/>
                  </a:lnTo>
                  <a:lnTo>
                    <a:pt x="1165858" y="56244"/>
                  </a:lnTo>
                  <a:lnTo>
                    <a:pt x="1248580" y="69819"/>
                  </a:lnTo>
                  <a:lnTo>
                    <a:pt x="1325226" y="85001"/>
                  </a:lnTo>
                  <a:lnTo>
                    <a:pt x="1395657" y="101954"/>
                  </a:lnTo>
                  <a:lnTo>
                    <a:pt x="1460245" y="120911"/>
                  </a:lnTo>
                  <a:lnTo>
                    <a:pt x="1519682" y="142163"/>
                  </a:lnTo>
                  <a:lnTo>
                    <a:pt x="1574834" y="166045"/>
                  </a:lnTo>
                  <a:lnTo>
                    <a:pt x="1626636" y="192903"/>
                  </a:lnTo>
                  <a:lnTo>
                    <a:pt x="1676002" y="223045"/>
                  </a:lnTo>
                  <a:lnTo>
                    <a:pt x="1719082" y="253170"/>
                  </a:lnTo>
                  <a:lnTo>
                    <a:pt x="1762792" y="287307"/>
                  </a:lnTo>
                  <a:lnTo>
                    <a:pt x="1806074" y="324529"/>
                  </a:lnTo>
                  <a:lnTo>
                    <a:pt x="1849299" y="364892"/>
                  </a:lnTo>
                  <a:lnTo>
                    <a:pt x="1892733" y="408372"/>
                  </a:lnTo>
                  <a:lnTo>
                    <a:pt x="1936556" y="454854"/>
                  </a:lnTo>
                  <a:lnTo>
                    <a:pt x="1980864" y="504125"/>
                  </a:lnTo>
                  <a:lnTo>
                    <a:pt x="2025687" y="555875"/>
                  </a:lnTo>
                  <a:lnTo>
                    <a:pt x="2070988" y="609697"/>
                  </a:lnTo>
                  <a:lnTo>
                    <a:pt x="2116681" y="665100"/>
                  </a:lnTo>
                  <a:lnTo>
                    <a:pt x="2162637" y="721525"/>
                  </a:lnTo>
                  <a:lnTo>
                    <a:pt x="2208703" y="778367"/>
                  </a:lnTo>
                  <a:lnTo>
                    <a:pt x="2254715" y="835001"/>
                  </a:lnTo>
                  <a:lnTo>
                    <a:pt x="2300512" y="890814"/>
                  </a:lnTo>
                  <a:lnTo>
                    <a:pt x="2345957" y="945227"/>
                  </a:lnTo>
                  <a:lnTo>
                    <a:pt x="2390948" y="997725"/>
                  </a:lnTo>
                  <a:lnTo>
                    <a:pt x="2435430" y="1047871"/>
                  </a:lnTo>
                  <a:lnTo>
                    <a:pt x="2479409" y="1095321"/>
                  </a:lnTo>
                  <a:lnTo>
                    <a:pt x="2522958" y="1139829"/>
                  </a:lnTo>
                  <a:lnTo>
                    <a:pt x="2566228" y="1181250"/>
                  </a:lnTo>
                  <a:lnTo>
                    <a:pt x="2609455" y="1219527"/>
                  </a:lnTo>
                  <a:lnTo>
                    <a:pt x="2652973" y="1254693"/>
                  </a:lnTo>
                  <a:lnTo>
                    <a:pt x="2667772" y="1265854"/>
                  </a:lnTo>
                  <a:lnTo>
                    <a:pt x="2715642" y="1299108"/>
                  </a:lnTo>
                  <a:lnTo>
                    <a:pt x="2765210" y="1328914"/>
                  </a:lnTo>
                  <a:lnTo>
                    <a:pt x="2817301" y="1355464"/>
                  </a:lnTo>
                  <a:lnTo>
                    <a:pt x="2872836" y="1379070"/>
                  </a:lnTo>
                  <a:lnTo>
                    <a:pt x="2932745" y="1400082"/>
                  </a:lnTo>
                  <a:lnTo>
                    <a:pt x="2997882" y="1418829"/>
                  </a:lnTo>
                  <a:lnTo>
                    <a:pt x="3068917" y="1435598"/>
                  </a:lnTo>
                  <a:lnTo>
                    <a:pt x="3146180" y="1450614"/>
                  </a:lnTo>
                  <a:lnTo>
                    <a:pt x="3229468" y="1464038"/>
                  </a:lnTo>
                  <a:lnTo>
                    <a:pt x="3317818" y="1475958"/>
                  </a:lnTo>
                  <a:lnTo>
                    <a:pt x="3409297" y="1486404"/>
                  </a:lnTo>
                  <a:lnTo>
                    <a:pt x="3500897" y="1495358"/>
                  </a:lnTo>
                  <a:lnTo>
                    <a:pt x="3588651" y="1502783"/>
                  </a:lnTo>
                  <a:lnTo>
                    <a:pt x="3668079" y="1508660"/>
                  </a:lnTo>
                  <a:lnTo>
                    <a:pt x="3734951" y="1513025"/>
                  </a:lnTo>
                  <a:lnTo>
                    <a:pt x="3786213" y="1515999"/>
                  </a:lnTo>
                  <a:lnTo>
                    <a:pt x="3820776" y="1517791"/>
                  </a:lnTo>
                  <a:lnTo>
                    <a:pt x="3839916" y="1518683"/>
                  </a:lnTo>
                  <a:lnTo>
                    <a:pt x="3847190" y="1518989"/>
                  </a:lnTo>
                  <a:lnTo>
                    <a:pt x="3848118" y="1519025"/>
                  </a:lnTo>
                  <a:lnTo>
                    <a:pt x="4386855" y="1519025"/>
                  </a:lnTo>
                  <a:lnTo>
                    <a:pt x="4388149" y="1519002"/>
                  </a:lnTo>
                  <a:lnTo>
                    <a:pt x="4396590" y="1518838"/>
                  </a:lnTo>
                  <a:lnTo>
                    <a:pt x="4417638" y="1518386"/>
                  </a:lnTo>
                  <a:lnTo>
                    <a:pt x="4454679" y="1517499"/>
                  </a:lnTo>
                  <a:lnTo>
                    <a:pt x="4508699" y="1516049"/>
                  </a:lnTo>
                  <a:lnTo>
                    <a:pt x="4578270" y="1513945"/>
                  </a:lnTo>
                  <a:lnTo>
                    <a:pt x="4660018" y="1511135"/>
                  </a:lnTo>
                  <a:lnTo>
                    <a:pt x="4749499" y="1507607"/>
                  </a:lnTo>
                  <a:lnTo>
                    <a:pt x="4842156" y="1503374"/>
                  </a:lnTo>
                  <a:lnTo>
                    <a:pt x="4934065" y="1498453"/>
                  </a:lnTo>
                  <a:lnTo>
                    <a:pt x="5022337" y="1492847"/>
                  </a:lnTo>
                  <a:lnTo>
                    <a:pt x="5105193" y="1486540"/>
                  </a:lnTo>
                  <a:lnTo>
                    <a:pt x="5181820" y="1479481"/>
                  </a:lnTo>
                  <a:lnTo>
                    <a:pt x="5252142" y="1471591"/>
                  </a:lnTo>
                  <a:lnTo>
                    <a:pt x="5316590" y="1462756"/>
                  </a:lnTo>
                  <a:lnTo>
                    <a:pt x="5375905" y="1452839"/>
                  </a:lnTo>
                  <a:lnTo>
                    <a:pt x="5430994" y="1441680"/>
                  </a:lnTo>
                  <a:lnTo>
                    <a:pt x="5482816" y="1429118"/>
                  </a:lnTo>
                  <a:lnTo>
                    <a:pt x="5532299" y="1415017"/>
                  </a:lnTo>
                  <a:lnTo>
                    <a:pt x="5567201" y="1403782"/>
                  </a:lnTo>
                  <a:lnTo>
                    <a:pt x="5617290" y="1385842"/>
                  </a:lnTo>
                  <a:lnTo>
                    <a:pt x="5666893" y="1366047"/>
                  </a:lnTo>
                  <a:lnTo>
                    <a:pt x="5716534" y="1344371"/>
                  </a:lnTo>
                  <a:lnTo>
                    <a:pt x="5766564" y="1320854"/>
                  </a:lnTo>
                  <a:lnTo>
                    <a:pt x="5817191" y="1295608"/>
                  </a:lnTo>
                  <a:lnTo>
                    <a:pt x="5868490" y="1268825"/>
                  </a:lnTo>
                  <a:lnTo>
                    <a:pt x="5920427" y="1240770"/>
                  </a:lnTo>
                  <a:lnTo>
                    <a:pt x="5972872" y="1211779"/>
                  </a:lnTo>
                  <a:lnTo>
                    <a:pt x="6025630" y="1182238"/>
                  </a:lnTo>
                  <a:lnTo>
                    <a:pt x="6078463" y="1152569"/>
                  </a:lnTo>
                  <a:lnTo>
                    <a:pt x="6131124" y="1123198"/>
                  </a:lnTo>
                  <a:lnTo>
                    <a:pt x="6183388" y="1094535"/>
                  </a:lnTo>
                  <a:lnTo>
                    <a:pt x="6235081" y="1066949"/>
                  </a:lnTo>
                  <a:lnTo>
                    <a:pt x="6286112" y="1040750"/>
                  </a:lnTo>
                  <a:lnTo>
                    <a:pt x="6336485" y="1016173"/>
                  </a:lnTo>
                  <a:lnTo>
                    <a:pt x="6386328" y="993379"/>
                  </a:lnTo>
                  <a:lnTo>
                    <a:pt x="6435903" y="972450"/>
                  </a:lnTo>
                  <a:lnTo>
                    <a:pt x="6485626" y="953399"/>
                  </a:lnTo>
                  <a:lnTo>
                    <a:pt x="6515891" y="942811"/>
                  </a:lnTo>
                  <a:lnTo>
                    <a:pt x="6564194" y="927546"/>
                  </a:lnTo>
                  <a:lnTo>
                    <a:pt x="6614233" y="913878"/>
                  </a:lnTo>
                  <a:lnTo>
                    <a:pt x="6666856" y="901717"/>
                  </a:lnTo>
                  <a:lnTo>
                    <a:pt x="6723010" y="890915"/>
                  </a:lnTo>
                  <a:lnTo>
                    <a:pt x="6783649" y="881310"/>
                  </a:lnTo>
                  <a:lnTo>
                    <a:pt x="6849646" y="872748"/>
                  </a:lnTo>
                  <a:lnTo>
                    <a:pt x="6921673" y="865095"/>
                  </a:lnTo>
                  <a:lnTo>
                    <a:pt x="7000044" y="858250"/>
                  </a:lnTo>
                  <a:lnTo>
                    <a:pt x="7084505" y="852139"/>
                  </a:lnTo>
                  <a:lnTo>
                    <a:pt x="7173999" y="846722"/>
                  </a:lnTo>
                  <a:lnTo>
                    <a:pt x="7266448" y="841988"/>
                  </a:lnTo>
                  <a:lnTo>
                    <a:pt x="7358661" y="837947"/>
                  </a:lnTo>
                  <a:lnTo>
                    <a:pt x="7446485" y="834616"/>
                  </a:lnTo>
                  <a:lnTo>
                    <a:pt x="7525305" y="832002"/>
                  </a:lnTo>
                  <a:lnTo>
                    <a:pt x="7590874" y="830084"/>
                  </a:lnTo>
                  <a:lnTo>
                    <a:pt x="7640277" y="828800"/>
                  </a:lnTo>
                  <a:lnTo>
                    <a:pt x="7672723" y="828046"/>
                  </a:lnTo>
                  <a:lnTo>
                    <a:pt x="7689879" y="827688"/>
                  </a:lnTo>
                  <a:lnTo>
                    <a:pt x="7695735" y="827577"/>
                  </a:lnTo>
                  <a:lnTo>
                    <a:pt x="7696237" y="827569"/>
                  </a:lnTo>
                  <a:lnTo>
                    <a:pt x="8234974" y="8275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546595" y="1959143"/>
              <a:ext cx="8234974" cy="1519025"/>
            </a:xfrm>
            <a:custGeom>
              <a:avLst/>
              <a:pathLst>
                <a:path w="8234974" h="1519025">
                  <a:moveTo>
                    <a:pt x="8234974" y="827569"/>
                  </a:moveTo>
                  <a:lnTo>
                    <a:pt x="7696237" y="827569"/>
                  </a:lnTo>
                  <a:lnTo>
                    <a:pt x="7694944" y="827592"/>
                  </a:lnTo>
                  <a:lnTo>
                    <a:pt x="7686502" y="827755"/>
                  </a:lnTo>
                  <a:lnTo>
                    <a:pt x="7665454" y="828207"/>
                  </a:lnTo>
                  <a:lnTo>
                    <a:pt x="7628414" y="829094"/>
                  </a:lnTo>
                  <a:lnTo>
                    <a:pt x="7574393" y="830544"/>
                  </a:lnTo>
                  <a:lnTo>
                    <a:pt x="7504823" y="832649"/>
                  </a:lnTo>
                  <a:lnTo>
                    <a:pt x="7423075" y="835459"/>
                  </a:lnTo>
                  <a:lnTo>
                    <a:pt x="7333593" y="838986"/>
                  </a:lnTo>
                  <a:lnTo>
                    <a:pt x="7240936" y="843219"/>
                  </a:lnTo>
                  <a:lnTo>
                    <a:pt x="7149028" y="848141"/>
                  </a:lnTo>
                  <a:lnTo>
                    <a:pt x="7060755" y="853746"/>
                  </a:lnTo>
                  <a:lnTo>
                    <a:pt x="6977899" y="860054"/>
                  </a:lnTo>
                  <a:lnTo>
                    <a:pt x="6901272" y="867112"/>
                  </a:lnTo>
                  <a:lnTo>
                    <a:pt x="6830950" y="875002"/>
                  </a:lnTo>
                  <a:lnTo>
                    <a:pt x="6766502" y="883837"/>
                  </a:lnTo>
                  <a:lnTo>
                    <a:pt x="6707187" y="893755"/>
                  </a:lnTo>
                  <a:lnTo>
                    <a:pt x="6652099" y="904914"/>
                  </a:lnTo>
                  <a:lnTo>
                    <a:pt x="6600277" y="917475"/>
                  </a:lnTo>
                  <a:lnTo>
                    <a:pt x="6550793" y="931577"/>
                  </a:lnTo>
                  <a:lnTo>
                    <a:pt x="6515891" y="942811"/>
                  </a:lnTo>
                  <a:lnTo>
                    <a:pt x="6465803" y="960752"/>
                  </a:lnTo>
                  <a:lnTo>
                    <a:pt x="6416199" y="980547"/>
                  </a:lnTo>
                  <a:lnTo>
                    <a:pt x="6366559" y="1002222"/>
                  </a:lnTo>
                  <a:lnTo>
                    <a:pt x="6316528" y="1025739"/>
                  </a:lnTo>
                  <a:lnTo>
                    <a:pt x="6265902" y="1050985"/>
                  </a:lnTo>
                  <a:lnTo>
                    <a:pt x="6214602" y="1077768"/>
                  </a:lnTo>
                  <a:lnTo>
                    <a:pt x="6162666" y="1105823"/>
                  </a:lnTo>
                  <a:lnTo>
                    <a:pt x="6110220" y="1134814"/>
                  </a:lnTo>
                  <a:lnTo>
                    <a:pt x="6057462" y="1164355"/>
                  </a:lnTo>
                  <a:lnTo>
                    <a:pt x="6004629" y="1194024"/>
                  </a:lnTo>
                  <a:lnTo>
                    <a:pt x="5951968" y="1223395"/>
                  </a:lnTo>
                  <a:lnTo>
                    <a:pt x="5899705" y="1252058"/>
                  </a:lnTo>
                  <a:lnTo>
                    <a:pt x="5848011" y="1279644"/>
                  </a:lnTo>
                  <a:lnTo>
                    <a:pt x="5796981" y="1305844"/>
                  </a:lnTo>
                  <a:lnTo>
                    <a:pt x="5746607" y="1330420"/>
                  </a:lnTo>
                  <a:lnTo>
                    <a:pt x="5696764" y="1353214"/>
                  </a:lnTo>
                  <a:lnTo>
                    <a:pt x="5647190" y="1374143"/>
                  </a:lnTo>
                  <a:lnTo>
                    <a:pt x="5597466" y="1393194"/>
                  </a:lnTo>
                  <a:lnTo>
                    <a:pt x="5567201" y="1403782"/>
                  </a:lnTo>
                  <a:lnTo>
                    <a:pt x="5518898" y="1419047"/>
                  </a:lnTo>
                  <a:lnTo>
                    <a:pt x="5468860" y="1432715"/>
                  </a:lnTo>
                  <a:lnTo>
                    <a:pt x="5416236" y="1444876"/>
                  </a:lnTo>
                  <a:lnTo>
                    <a:pt x="5360083" y="1455678"/>
                  </a:lnTo>
                  <a:lnTo>
                    <a:pt x="5299444" y="1465283"/>
                  </a:lnTo>
                  <a:lnTo>
                    <a:pt x="5233447" y="1473846"/>
                  </a:lnTo>
                  <a:lnTo>
                    <a:pt x="5161419" y="1481498"/>
                  </a:lnTo>
                  <a:lnTo>
                    <a:pt x="5083048" y="1488343"/>
                  </a:lnTo>
                  <a:lnTo>
                    <a:pt x="4998587" y="1494455"/>
                  </a:lnTo>
                  <a:lnTo>
                    <a:pt x="4909093" y="1499872"/>
                  </a:lnTo>
                  <a:lnTo>
                    <a:pt x="4816644" y="1504605"/>
                  </a:lnTo>
                  <a:lnTo>
                    <a:pt x="4724431" y="1508647"/>
                  </a:lnTo>
                  <a:lnTo>
                    <a:pt x="4636607" y="1511977"/>
                  </a:lnTo>
                  <a:lnTo>
                    <a:pt x="4557787" y="1514591"/>
                  </a:lnTo>
                  <a:lnTo>
                    <a:pt x="4492219" y="1516509"/>
                  </a:lnTo>
                  <a:lnTo>
                    <a:pt x="4442815" y="1517794"/>
                  </a:lnTo>
                  <a:lnTo>
                    <a:pt x="4410369" y="1518547"/>
                  </a:lnTo>
                  <a:lnTo>
                    <a:pt x="4393214" y="1518905"/>
                  </a:lnTo>
                  <a:lnTo>
                    <a:pt x="4387357" y="1519016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" name="pg173"/>
            <p:cNvSpPr/>
            <p:nvPr/>
          </p:nvSpPr>
          <p:spPr>
            <a:xfrm>
              <a:off x="546595" y="1970032"/>
              <a:ext cx="8234974" cy="1524469"/>
            </a:xfrm>
            <a:custGeom>
              <a:avLst/>
              <a:pathLst>
                <a:path w="8234974" h="1524469">
                  <a:moveTo>
                    <a:pt x="0" y="5444"/>
                  </a:moveTo>
                  <a:lnTo>
                    <a:pt x="538736" y="5444"/>
                  </a:lnTo>
                  <a:lnTo>
                    <a:pt x="539997" y="5493"/>
                  </a:lnTo>
                  <a:lnTo>
                    <a:pt x="548226" y="5843"/>
                  </a:lnTo>
                  <a:lnTo>
                    <a:pt x="568765" y="6809"/>
                  </a:lnTo>
                  <a:lnTo>
                    <a:pt x="604960" y="8707"/>
                  </a:lnTo>
                  <a:lnTo>
                    <a:pt x="657848" y="11810"/>
                  </a:lnTo>
                  <a:lnTo>
                    <a:pt x="726122" y="16320"/>
                  </a:lnTo>
                  <a:lnTo>
                    <a:pt x="806571" y="22350"/>
                  </a:lnTo>
                  <a:lnTo>
                    <a:pt x="894901" y="29927"/>
                  </a:lnTo>
                  <a:lnTo>
                    <a:pt x="986652" y="39030"/>
                  </a:lnTo>
                  <a:lnTo>
                    <a:pt x="1077939" y="49622"/>
                  </a:lnTo>
                  <a:lnTo>
                    <a:pt x="1165858" y="61689"/>
                  </a:lnTo>
                  <a:lnTo>
                    <a:pt x="1248580" y="75264"/>
                  </a:lnTo>
                  <a:lnTo>
                    <a:pt x="1325226" y="90445"/>
                  </a:lnTo>
                  <a:lnTo>
                    <a:pt x="1395657" y="107399"/>
                  </a:lnTo>
                  <a:lnTo>
                    <a:pt x="1460245" y="126356"/>
                  </a:lnTo>
                  <a:lnTo>
                    <a:pt x="1519682" y="147608"/>
                  </a:lnTo>
                  <a:lnTo>
                    <a:pt x="1574834" y="171490"/>
                  </a:lnTo>
                  <a:lnTo>
                    <a:pt x="1626636" y="198348"/>
                  </a:lnTo>
                  <a:lnTo>
                    <a:pt x="1676002" y="228489"/>
                  </a:lnTo>
                  <a:lnTo>
                    <a:pt x="1719082" y="258615"/>
                  </a:lnTo>
                  <a:lnTo>
                    <a:pt x="1762792" y="292751"/>
                  </a:lnTo>
                  <a:lnTo>
                    <a:pt x="1806074" y="329973"/>
                  </a:lnTo>
                  <a:lnTo>
                    <a:pt x="1849299" y="370337"/>
                  </a:lnTo>
                  <a:lnTo>
                    <a:pt x="1892733" y="413817"/>
                  </a:lnTo>
                  <a:lnTo>
                    <a:pt x="1936556" y="460298"/>
                  </a:lnTo>
                  <a:lnTo>
                    <a:pt x="1980864" y="509569"/>
                  </a:lnTo>
                  <a:lnTo>
                    <a:pt x="2025687" y="561319"/>
                  </a:lnTo>
                  <a:lnTo>
                    <a:pt x="2070988" y="615141"/>
                  </a:lnTo>
                  <a:lnTo>
                    <a:pt x="2116681" y="670545"/>
                  </a:lnTo>
                  <a:lnTo>
                    <a:pt x="2162637" y="726970"/>
                  </a:lnTo>
                  <a:lnTo>
                    <a:pt x="2208703" y="783811"/>
                  </a:lnTo>
                  <a:lnTo>
                    <a:pt x="2254715" y="840446"/>
                  </a:lnTo>
                  <a:lnTo>
                    <a:pt x="2300512" y="896258"/>
                  </a:lnTo>
                  <a:lnTo>
                    <a:pt x="2345957" y="950672"/>
                  </a:lnTo>
                  <a:lnTo>
                    <a:pt x="2390948" y="1003170"/>
                  </a:lnTo>
                  <a:lnTo>
                    <a:pt x="2435430" y="1053315"/>
                  </a:lnTo>
                  <a:lnTo>
                    <a:pt x="2479409" y="1100765"/>
                  </a:lnTo>
                  <a:lnTo>
                    <a:pt x="2522958" y="1145274"/>
                  </a:lnTo>
                  <a:lnTo>
                    <a:pt x="2566228" y="1186694"/>
                  </a:lnTo>
                  <a:lnTo>
                    <a:pt x="2609455" y="1224972"/>
                  </a:lnTo>
                  <a:lnTo>
                    <a:pt x="2652973" y="1260137"/>
                  </a:lnTo>
                  <a:lnTo>
                    <a:pt x="2667772" y="1271298"/>
                  </a:lnTo>
                  <a:lnTo>
                    <a:pt x="2715642" y="1304552"/>
                  </a:lnTo>
                  <a:lnTo>
                    <a:pt x="2765210" y="1334359"/>
                  </a:lnTo>
                  <a:lnTo>
                    <a:pt x="2817301" y="1360908"/>
                  </a:lnTo>
                  <a:lnTo>
                    <a:pt x="2872836" y="1384515"/>
                  </a:lnTo>
                  <a:lnTo>
                    <a:pt x="2932745" y="1405526"/>
                  </a:lnTo>
                  <a:lnTo>
                    <a:pt x="2997882" y="1424273"/>
                  </a:lnTo>
                  <a:lnTo>
                    <a:pt x="3068917" y="1441042"/>
                  </a:lnTo>
                  <a:lnTo>
                    <a:pt x="3146180" y="1456059"/>
                  </a:lnTo>
                  <a:lnTo>
                    <a:pt x="3229468" y="1469482"/>
                  </a:lnTo>
                  <a:lnTo>
                    <a:pt x="3317818" y="1481402"/>
                  </a:lnTo>
                  <a:lnTo>
                    <a:pt x="3409297" y="1491848"/>
                  </a:lnTo>
                  <a:lnTo>
                    <a:pt x="3500897" y="1500802"/>
                  </a:lnTo>
                  <a:lnTo>
                    <a:pt x="3588651" y="1508228"/>
                  </a:lnTo>
                  <a:lnTo>
                    <a:pt x="3668079" y="1514104"/>
                  </a:lnTo>
                  <a:lnTo>
                    <a:pt x="3734951" y="1518469"/>
                  </a:lnTo>
                  <a:lnTo>
                    <a:pt x="3786213" y="1521443"/>
                  </a:lnTo>
                  <a:lnTo>
                    <a:pt x="3820776" y="1523236"/>
                  </a:lnTo>
                  <a:lnTo>
                    <a:pt x="3839916" y="1524127"/>
                  </a:lnTo>
                  <a:lnTo>
                    <a:pt x="3847190" y="1524433"/>
                  </a:lnTo>
                  <a:lnTo>
                    <a:pt x="3848118" y="1524469"/>
                  </a:lnTo>
                  <a:lnTo>
                    <a:pt x="4386855" y="1524469"/>
                  </a:lnTo>
                  <a:lnTo>
                    <a:pt x="4388155" y="1524456"/>
                  </a:lnTo>
                  <a:lnTo>
                    <a:pt x="4396636" y="1524364"/>
                  </a:lnTo>
                  <a:lnTo>
                    <a:pt x="4417779" y="1524110"/>
                  </a:lnTo>
                  <a:lnTo>
                    <a:pt x="4454976" y="1523612"/>
                  </a:lnTo>
                  <a:lnTo>
                    <a:pt x="4509207" y="1522798"/>
                  </a:lnTo>
                  <a:lnTo>
                    <a:pt x="4579017" y="1521616"/>
                  </a:lnTo>
                  <a:lnTo>
                    <a:pt x="4661004" y="1520038"/>
                  </a:lnTo>
                  <a:lnTo>
                    <a:pt x="4750696" y="1518058"/>
                  </a:lnTo>
                  <a:lnTo>
                    <a:pt x="4843518" y="1515682"/>
                  </a:lnTo>
                  <a:lnTo>
                    <a:pt x="4935538" y="1512920"/>
                  </a:lnTo>
                  <a:lnTo>
                    <a:pt x="5023874" y="1509775"/>
                  </a:lnTo>
                  <a:lnTo>
                    <a:pt x="5106753" y="1506235"/>
                  </a:lnTo>
                  <a:lnTo>
                    <a:pt x="5183374" y="1502274"/>
                  </a:lnTo>
                  <a:lnTo>
                    <a:pt x="5253675" y="1497844"/>
                  </a:lnTo>
                  <a:lnTo>
                    <a:pt x="5318097" y="1492884"/>
                  </a:lnTo>
                  <a:lnTo>
                    <a:pt x="5377391" y="1487314"/>
                  </a:lnTo>
                  <a:lnTo>
                    <a:pt x="5432469" y="1481045"/>
                  </a:lnTo>
                  <a:lnTo>
                    <a:pt x="5484296" y="1473988"/>
                  </a:lnTo>
                  <a:lnTo>
                    <a:pt x="5533803" y="1466065"/>
                  </a:lnTo>
                  <a:lnTo>
                    <a:pt x="5567201" y="1460042"/>
                  </a:lnTo>
                  <a:lnTo>
                    <a:pt x="5619071" y="1449634"/>
                  </a:lnTo>
                  <a:lnTo>
                    <a:pt x="5670443" y="1438113"/>
                  </a:lnTo>
                  <a:lnTo>
                    <a:pt x="5721886" y="1425464"/>
                  </a:lnTo>
                  <a:lnTo>
                    <a:pt x="5773778" y="1411716"/>
                  </a:lnTo>
                  <a:lnTo>
                    <a:pt x="5826328" y="1396945"/>
                  </a:lnTo>
                  <a:lnTo>
                    <a:pt x="5879601" y="1381277"/>
                  </a:lnTo>
                  <a:lnTo>
                    <a:pt x="5933535" y="1364887"/>
                  </a:lnTo>
                  <a:lnTo>
                    <a:pt x="5987968" y="1347991"/>
                  </a:lnTo>
                  <a:lnTo>
                    <a:pt x="6042666" y="1330836"/>
                  </a:lnTo>
                  <a:lnTo>
                    <a:pt x="6097358" y="1313687"/>
                  </a:lnTo>
                  <a:lnTo>
                    <a:pt x="6151774" y="1296807"/>
                  </a:lnTo>
                  <a:lnTo>
                    <a:pt x="6205684" y="1280443"/>
                  </a:lnTo>
                  <a:lnTo>
                    <a:pt x="6258928" y="1264809"/>
                  </a:lnTo>
                  <a:lnTo>
                    <a:pt x="6311449" y="1250077"/>
                  </a:lnTo>
                  <a:lnTo>
                    <a:pt x="6363317" y="1236373"/>
                  </a:lnTo>
                  <a:lnTo>
                    <a:pt x="6414749" y="1223770"/>
                  </a:lnTo>
                  <a:lnTo>
                    <a:pt x="6466128" y="1212295"/>
                  </a:lnTo>
                  <a:lnTo>
                    <a:pt x="6515891" y="1202334"/>
                  </a:lnTo>
                  <a:lnTo>
                    <a:pt x="6564274" y="1193787"/>
                  </a:lnTo>
                  <a:lnTo>
                    <a:pt x="6614400" y="1186136"/>
                  </a:lnTo>
                  <a:lnTo>
                    <a:pt x="6667121" y="1179329"/>
                  </a:lnTo>
                  <a:lnTo>
                    <a:pt x="6723390" y="1173284"/>
                  </a:lnTo>
                  <a:lnTo>
                    <a:pt x="6784164" y="1167910"/>
                  </a:lnTo>
                  <a:lnTo>
                    <a:pt x="6850320" y="1163120"/>
                  </a:lnTo>
                  <a:lnTo>
                    <a:pt x="6922531" y="1158841"/>
                  </a:lnTo>
                  <a:lnTo>
                    <a:pt x="7001107" y="1155012"/>
                  </a:lnTo>
                  <a:lnTo>
                    <a:pt x="7085785" y="1151596"/>
                  </a:lnTo>
                  <a:lnTo>
                    <a:pt x="7175489" y="1148568"/>
                  </a:lnTo>
                  <a:lnTo>
                    <a:pt x="7268114" y="1145924"/>
                  </a:lnTo>
                  <a:lnTo>
                    <a:pt x="7360435" y="1143669"/>
                  </a:lnTo>
                  <a:lnTo>
                    <a:pt x="7448264" y="1141812"/>
                  </a:lnTo>
                  <a:lnTo>
                    <a:pt x="7526963" y="1140357"/>
                  </a:lnTo>
                  <a:lnTo>
                    <a:pt x="7592282" y="1139292"/>
                  </a:lnTo>
                  <a:lnTo>
                    <a:pt x="7641337" y="1138581"/>
                  </a:lnTo>
                  <a:lnTo>
                    <a:pt x="7673391" y="1138166"/>
                  </a:lnTo>
                  <a:lnTo>
                    <a:pt x="7690187" y="1137970"/>
                  </a:lnTo>
                  <a:lnTo>
                    <a:pt x="7695796" y="1137911"/>
                  </a:lnTo>
                  <a:lnTo>
                    <a:pt x="7696237" y="1137907"/>
                  </a:lnTo>
                  <a:lnTo>
                    <a:pt x="8234974" y="1137907"/>
                  </a:lnTo>
                  <a:lnTo>
                    <a:pt x="8234974" y="1132463"/>
                  </a:lnTo>
                  <a:lnTo>
                    <a:pt x="7696237" y="1132463"/>
                  </a:lnTo>
                  <a:lnTo>
                    <a:pt x="7694937" y="1132475"/>
                  </a:lnTo>
                  <a:lnTo>
                    <a:pt x="7686456" y="1132567"/>
                  </a:lnTo>
                  <a:lnTo>
                    <a:pt x="7665314" y="1132821"/>
                  </a:lnTo>
                  <a:lnTo>
                    <a:pt x="7628116" y="1133320"/>
                  </a:lnTo>
                  <a:lnTo>
                    <a:pt x="7573886" y="1134134"/>
                  </a:lnTo>
                  <a:lnTo>
                    <a:pt x="7504076" y="1135316"/>
                  </a:lnTo>
                  <a:lnTo>
                    <a:pt x="7422089" y="1136894"/>
                  </a:lnTo>
                  <a:lnTo>
                    <a:pt x="7332396" y="1138874"/>
                  </a:lnTo>
                  <a:lnTo>
                    <a:pt x="7239575" y="1141250"/>
                  </a:lnTo>
                  <a:lnTo>
                    <a:pt x="7147554" y="1144011"/>
                  </a:lnTo>
                  <a:lnTo>
                    <a:pt x="7059219" y="1147157"/>
                  </a:lnTo>
                  <a:lnTo>
                    <a:pt x="6976340" y="1150696"/>
                  </a:lnTo>
                  <a:lnTo>
                    <a:pt x="6899718" y="1154658"/>
                  </a:lnTo>
                  <a:lnTo>
                    <a:pt x="6829417" y="1159087"/>
                  </a:lnTo>
                  <a:lnTo>
                    <a:pt x="6764995" y="1164048"/>
                  </a:lnTo>
                  <a:lnTo>
                    <a:pt x="6705701" y="1169618"/>
                  </a:lnTo>
                  <a:lnTo>
                    <a:pt x="6650624" y="1175886"/>
                  </a:lnTo>
                  <a:lnTo>
                    <a:pt x="6598797" y="1182944"/>
                  </a:lnTo>
                  <a:lnTo>
                    <a:pt x="6549289" y="1190867"/>
                  </a:lnTo>
                  <a:lnTo>
                    <a:pt x="6515891" y="1196890"/>
                  </a:lnTo>
                  <a:lnTo>
                    <a:pt x="6464021" y="1207298"/>
                  </a:lnTo>
                  <a:lnTo>
                    <a:pt x="6412650" y="1218819"/>
                  </a:lnTo>
                  <a:lnTo>
                    <a:pt x="6361206" y="1231468"/>
                  </a:lnTo>
                  <a:lnTo>
                    <a:pt x="6309315" y="1245216"/>
                  </a:lnTo>
                  <a:lnTo>
                    <a:pt x="6256764" y="1259987"/>
                  </a:lnTo>
                  <a:lnTo>
                    <a:pt x="6203491" y="1275655"/>
                  </a:lnTo>
                  <a:lnTo>
                    <a:pt x="6149557" y="1292045"/>
                  </a:lnTo>
                  <a:lnTo>
                    <a:pt x="6095124" y="1308941"/>
                  </a:lnTo>
                  <a:lnTo>
                    <a:pt x="6040427" y="1326095"/>
                  </a:lnTo>
                  <a:lnTo>
                    <a:pt x="5985735" y="1343244"/>
                  </a:lnTo>
                  <a:lnTo>
                    <a:pt x="5931318" y="1360124"/>
                  </a:lnTo>
                  <a:lnTo>
                    <a:pt x="5877409" y="1376489"/>
                  </a:lnTo>
                  <a:lnTo>
                    <a:pt x="5824165" y="1392123"/>
                  </a:lnTo>
                  <a:lnTo>
                    <a:pt x="5771644" y="1406854"/>
                  </a:lnTo>
                  <a:lnTo>
                    <a:pt x="5719775" y="1420559"/>
                  </a:lnTo>
                  <a:lnTo>
                    <a:pt x="5668344" y="1433162"/>
                  </a:lnTo>
                  <a:lnTo>
                    <a:pt x="5616964" y="1444637"/>
                  </a:lnTo>
                  <a:lnTo>
                    <a:pt x="5567201" y="1454598"/>
                  </a:lnTo>
                  <a:lnTo>
                    <a:pt x="5518818" y="1463145"/>
                  </a:lnTo>
                  <a:lnTo>
                    <a:pt x="5468693" y="1470796"/>
                  </a:lnTo>
                  <a:lnTo>
                    <a:pt x="5415971" y="1477603"/>
                  </a:lnTo>
                  <a:lnTo>
                    <a:pt x="5359703" y="1483647"/>
                  </a:lnTo>
                  <a:lnTo>
                    <a:pt x="5298929" y="1489021"/>
                  </a:lnTo>
                  <a:lnTo>
                    <a:pt x="5232773" y="1493811"/>
                  </a:lnTo>
                  <a:lnTo>
                    <a:pt x="5160561" y="1498091"/>
                  </a:lnTo>
                  <a:lnTo>
                    <a:pt x="5081985" y="1501919"/>
                  </a:lnTo>
                  <a:lnTo>
                    <a:pt x="4997307" y="1505336"/>
                  </a:lnTo>
                  <a:lnTo>
                    <a:pt x="4907603" y="1508363"/>
                  </a:lnTo>
                  <a:lnTo>
                    <a:pt x="4814978" y="1511007"/>
                  </a:lnTo>
                  <a:lnTo>
                    <a:pt x="4722657" y="1513263"/>
                  </a:lnTo>
                  <a:lnTo>
                    <a:pt x="4634828" y="1515120"/>
                  </a:lnTo>
                  <a:lnTo>
                    <a:pt x="4556130" y="1516575"/>
                  </a:lnTo>
                  <a:lnTo>
                    <a:pt x="4490811" y="1517640"/>
                  </a:lnTo>
                  <a:lnTo>
                    <a:pt x="4441756" y="1518351"/>
                  </a:lnTo>
                  <a:lnTo>
                    <a:pt x="4409701" y="1518766"/>
                  </a:lnTo>
                  <a:lnTo>
                    <a:pt x="4392906" y="1518961"/>
                  </a:lnTo>
                  <a:lnTo>
                    <a:pt x="4387297" y="1519020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546595" y="1975477"/>
              <a:ext cx="8234974" cy="1519025"/>
            </a:xfrm>
            <a:custGeom>
              <a:avLst/>
              <a:pathLst>
                <a:path w="8234974" h="1519025">
                  <a:moveTo>
                    <a:pt x="0" y="0"/>
                  </a:moveTo>
                  <a:lnTo>
                    <a:pt x="538736" y="0"/>
                  </a:lnTo>
                  <a:lnTo>
                    <a:pt x="539997" y="48"/>
                  </a:lnTo>
                  <a:lnTo>
                    <a:pt x="548226" y="398"/>
                  </a:lnTo>
                  <a:lnTo>
                    <a:pt x="568765" y="1365"/>
                  </a:lnTo>
                  <a:lnTo>
                    <a:pt x="604960" y="3262"/>
                  </a:lnTo>
                  <a:lnTo>
                    <a:pt x="657848" y="6365"/>
                  </a:lnTo>
                  <a:lnTo>
                    <a:pt x="726122" y="10876"/>
                  </a:lnTo>
                  <a:lnTo>
                    <a:pt x="806571" y="16905"/>
                  </a:lnTo>
                  <a:lnTo>
                    <a:pt x="894901" y="24483"/>
                  </a:lnTo>
                  <a:lnTo>
                    <a:pt x="986652" y="33586"/>
                  </a:lnTo>
                  <a:lnTo>
                    <a:pt x="1077939" y="44178"/>
                  </a:lnTo>
                  <a:lnTo>
                    <a:pt x="1165858" y="56244"/>
                  </a:lnTo>
                  <a:lnTo>
                    <a:pt x="1248580" y="69819"/>
                  </a:lnTo>
                  <a:lnTo>
                    <a:pt x="1325226" y="85001"/>
                  </a:lnTo>
                  <a:lnTo>
                    <a:pt x="1395657" y="101954"/>
                  </a:lnTo>
                  <a:lnTo>
                    <a:pt x="1460245" y="120911"/>
                  </a:lnTo>
                  <a:lnTo>
                    <a:pt x="1519682" y="142163"/>
                  </a:lnTo>
                  <a:lnTo>
                    <a:pt x="1574834" y="166045"/>
                  </a:lnTo>
                  <a:lnTo>
                    <a:pt x="1626636" y="192903"/>
                  </a:lnTo>
                  <a:lnTo>
                    <a:pt x="1676002" y="223045"/>
                  </a:lnTo>
                  <a:lnTo>
                    <a:pt x="1719082" y="253170"/>
                  </a:lnTo>
                  <a:lnTo>
                    <a:pt x="1762792" y="287307"/>
                  </a:lnTo>
                  <a:lnTo>
                    <a:pt x="1806074" y="324529"/>
                  </a:lnTo>
                  <a:lnTo>
                    <a:pt x="1849299" y="364892"/>
                  </a:lnTo>
                  <a:lnTo>
                    <a:pt x="1892733" y="408372"/>
                  </a:lnTo>
                  <a:lnTo>
                    <a:pt x="1936556" y="454854"/>
                  </a:lnTo>
                  <a:lnTo>
                    <a:pt x="1980864" y="504125"/>
                  </a:lnTo>
                  <a:lnTo>
                    <a:pt x="2025687" y="555875"/>
                  </a:lnTo>
                  <a:lnTo>
                    <a:pt x="2070988" y="609697"/>
                  </a:lnTo>
                  <a:lnTo>
                    <a:pt x="2116681" y="665100"/>
                  </a:lnTo>
                  <a:lnTo>
                    <a:pt x="2162637" y="721525"/>
                  </a:lnTo>
                  <a:lnTo>
                    <a:pt x="2208703" y="778367"/>
                  </a:lnTo>
                  <a:lnTo>
                    <a:pt x="2254715" y="835001"/>
                  </a:lnTo>
                  <a:lnTo>
                    <a:pt x="2300512" y="890814"/>
                  </a:lnTo>
                  <a:lnTo>
                    <a:pt x="2345957" y="945227"/>
                  </a:lnTo>
                  <a:lnTo>
                    <a:pt x="2390948" y="997725"/>
                  </a:lnTo>
                  <a:lnTo>
                    <a:pt x="2435430" y="1047871"/>
                  </a:lnTo>
                  <a:lnTo>
                    <a:pt x="2479409" y="1095321"/>
                  </a:lnTo>
                  <a:lnTo>
                    <a:pt x="2522958" y="1139829"/>
                  </a:lnTo>
                  <a:lnTo>
                    <a:pt x="2566228" y="1181250"/>
                  </a:lnTo>
                  <a:lnTo>
                    <a:pt x="2609455" y="1219527"/>
                  </a:lnTo>
                  <a:lnTo>
                    <a:pt x="2652973" y="1254693"/>
                  </a:lnTo>
                  <a:lnTo>
                    <a:pt x="2667772" y="1265854"/>
                  </a:lnTo>
                  <a:lnTo>
                    <a:pt x="2715642" y="1299108"/>
                  </a:lnTo>
                  <a:lnTo>
                    <a:pt x="2765210" y="1328914"/>
                  </a:lnTo>
                  <a:lnTo>
                    <a:pt x="2817301" y="1355464"/>
                  </a:lnTo>
                  <a:lnTo>
                    <a:pt x="2872836" y="1379070"/>
                  </a:lnTo>
                  <a:lnTo>
                    <a:pt x="2932745" y="1400082"/>
                  </a:lnTo>
                  <a:lnTo>
                    <a:pt x="2997882" y="1418829"/>
                  </a:lnTo>
                  <a:lnTo>
                    <a:pt x="3068917" y="1435598"/>
                  </a:lnTo>
                  <a:lnTo>
                    <a:pt x="3146180" y="1450614"/>
                  </a:lnTo>
                  <a:lnTo>
                    <a:pt x="3229468" y="1464038"/>
                  </a:lnTo>
                  <a:lnTo>
                    <a:pt x="3317818" y="1475958"/>
                  </a:lnTo>
                  <a:lnTo>
                    <a:pt x="3409297" y="1486404"/>
                  </a:lnTo>
                  <a:lnTo>
                    <a:pt x="3500897" y="1495358"/>
                  </a:lnTo>
                  <a:lnTo>
                    <a:pt x="3588651" y="1502783"/>
                  </a:lnTo>
                  <a:lnTo>
                    <a:pt x="3668079" y="1508660"/>
                  </a:lnTo>
                  <a:lnTo>
                    <a:pt x="3734951" y="1513025"/>
                  </a:lnTo>
                  <a:lnTo>
                    <a:pt x="3786213" y="1515999"/>
                  </a:lnTo>
                  <a:lnTo>
                    <a:pt x="3820776" y="1517791"/>
                  </a:lnTo>
                  <a:lnTo>
                    <a:pt x="3839916" y="1518683"/>
                  </a:lnTo>
                  <a:lnTo>
                    <a:pt x="3847190" y="1518989"/>
                  </a:lnTo>
                  <a:lnTo>
                    <a:pt x="3848118" y="1519025"/>
                  </a:lnTo>
                  <a:lnTo>
                    <a:pt x="4386855" y="1519025"/>
                  </a:lnTo>
                  <a:lnTo>
                    <a:pt x="4388155" y="1519012"/>
                  </a:lnTo>
                  <a:lnTo>
                    <a:pt x="4396636" y="1518920"/>
                  </a:lnTo>
                  <a:lnTo>
                    <a:pt x="4417779" y="1518666"/>
                  </a:lnTo>
                  <a:lnTo>
                    <a:pt x="4454976" y="1518167"/>
                  </a:lnTo>
                  <a:lnTo>
                    <a:pt x="4509207" y="1517353"/>
                  </a:lnTo>
                  <a:lnTo>
                    <a:pt x="4579017" y="1516171"/>
                  </a:lnTo>
                  <a:lnTo>
                    <a:pt x="4661004" y="1514593"/>
                  </a:lnTo>
                  <a:lnTo>
                    <a:pt x="4750696" y="1512613"/>
                  </a:lnTo>
                  <a:lnTo>
                    <a:pt x="4843518" y="1510238"/>
                  </a:lnTo>
                  <a:lnTo>
                    <a:pt x="4935538" y="1507476"/>
                  </a:lnTo>
                  <a:lnTo>
                    <a:pt x="5023874" y="1504330"/>
                  </a:lnTo>
                  <a:lnTo>
                    <a:pt x="5106753" y="1500791"/>
                  </a:lnTo>
                  <a:lnTo>
                    <a:pt x="5183374" y="1496829"/>
                  </a:lnTo>
                  <a:lnTo>
                    <a:pt x="5253675" y="1492400"/>
                  </a:lnTo>
                  <a:lnTo>
                    <a:pt x="5318097" y="1487440"/>
                  </a:lnTo>
                  <a:lnTo>
                    <a:pt x="5377391" y="1481870"/>
                  </a:lnTo>
                  <a:lnTo>
                    <a:pt x="5432469" y="1475601"/>
                  </a:lnTo>
                  <a:lnTo>
                    <a:pt x="5484296" y="1468543"/>
                  </a:lnTo>
                  <a:lnTo>
                    <a:pt x="5533803" y="1460620"/>
                  </a:lnTo>
                  <a:lnTo>
                    <a:pt x="5567201" y="1454598"/>
                  </a:lnTo>
                  <a:lnTo>
                    <a:pt x="5619071" y="1444190"/>
                  </a:lnTo>
                  <a:lnTo>
                    <a:pt x="5670443" y="1432668"/>
                  </a:lnTo>
                  <a:lnTo>
                    <a:pt x="5721886" y="1420019"/>
                  </a:lnTo>
                  <a:lnTo>
                    <a:pt x="5773778" y="1406271"/>
                  </a:lnTo>
                  <a:lnTo>
                    <a:pt x="5826328" y="1391500"/>
                  </a:lnTo>
                  <a:lnTo>
                    <a:pt x="5879601" y="1375833"/>
                  </a:lnTo>
                  <a:lnTo>
                    <a:pt x="5933535" y="1359442"/>
                  </a:lnTo>
                  <a:lnTo>
                    <a:pt x="5987968" y="1342546"/>
                  </a:lnTo>
                  <a:lnTo>
                    <a:pt x="6042666" y="1325392"/>
                  </a:lnTo>
                  <a:lnTo>
                    <a:pt x="6097358" y="1308243"/>
                  </a:lnTo>
                  <a:lnTo>
                    <a:pt x="6151774" y="1291363"/>
                  </a:lnTo>
                  <a:lnTo>
                    <a:pt x="6205684" y="1274998"/>
                  </a:lnTo>
                  <a:lnTo>
                    <a:pt x="6258928" y="1259364"/>
                  </a:lnTo>
                  <a:lnTo>
                    <a:pt x="6311449" y="1244633"/>
                  </a:lnTo>
                  <a:lnTo>
                    <a:pt x="6363317" y="1230928"/>
                  </a:lnTo>
                  <a:lnTo>
                    <a:pt x="6414749" y="1218325"/>
                  </a:lnTo>
                  <a:lnTo>
                    <a:pt x="6466128" y="1206850"/>
                  </a:lnTo>
                  <a:lnTo>
                    <a:pt x="6515891" y="1196890"/>
                  </a:lnTo>
                  <a:lnTo>
                    <a:pt x="6564274" y="1188343"/>
                  </a:lnTo>
                  <a:lnTo>
                    <a:pt x="6614400" y="1180691"/>
                  </a:lnTo>
                  <a:lnTo>
                    <a:pt x="6667121" y="1173884"/>
                  </a:lnTo>
                  <a:lnTo>
                    <a:pt x="6723390" y="1167840"/>
                  </a:lnTo>
                  <a:lnTo>
                    <a:pt x="6784164" y="1162466"/>
                  </a:lnTo>
                  <a:lnTo>
                    <a:pt x="6850320" y="1157676"/>
                  </a:lnTo>
                  <a:lnTo>
                    <a:pt x="6922531" y="1153396"/>
                  </a:lnTo>
                  <a:lnTo>
                    <a:pt x="7001107" y="1149568"/>
                  </a:lnTo>
                  <a:lnTo>
                    <a:pt x="7085785" y="1146151"/>
                  </a:lnTo>
                  <a:lnTo>
                    <a:pt x="7175489" y="1143124"/>
                  </a:lnTo>
                  <a:lnTo>
                    <a:pt x="7268114" y="1140480"/>
                  </a:lnTo>
                  <a:lnTo>
                    <a:pt x="7360435" y="1138224"/>
                  </a:lnTo>
                  <a:lnTo>
                    <a:pt x="7448264" y="1136367"/>
                  </a:lnTo>
                  <a:lnTo>
                    <a:pt x="7526963" y="1134912"/>
                  </a:lnTo>
                  <a:lnTo>
                    <a:pt x="7592282" y="1133847"/>
                  </a:lnTo>
                  <a:lnTo>
                    <a:pt x="7641337" y="1133136"/>
                  </a:lnTo>
                  <a:lnTo>
                    <a:pt x="7673391" y="1132721"/>
                  </a:lnTo>
                  <a:lnTo>
                    <a:pt x="7690187" y="1132526"/>
                  </a:lnTo>
                  <a:lnTo>
                    <a:pt x="7695796" y="1132467"/>
                  </a:lnTo>
                  <a:lnTo>
                    <a:pt x="7696237" y="1132463"/>
                  </a:lnTo>
                  <a:lnTo>
                    <a:pt x="8234974" y="11324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546595" y="1970032"/>
              <a:ext cx="8234974" cy="1519025"/>
            </a:xfrm>
            <a:custGeom>
              <a:avLst/>
              <a:pathLst>
                <a:path w="8234974" h="1519025">
                  <a:moveTo>
                    <a:pt x="8234974" y="1132463"/>
                  </a:moveTo>
                  <a:lnTo>
                    <a:pt x="7696237" y="1132463"/>
                  </a:lnTo>
                  <a:lnTo>
                    <a:pt x="7694937" y="1132475"/>
                  </a:lnTo>
                  <a:lnTo>
                    <a:pt x="7686456" y="1132567"/>
                  </a:lnTo>
                  <a:lnTo>
                    <a:pt x="7665314" y="1132821"/>
                  </a:lnTo>
                  <a:lnTo>
                    <a:pt x="7628116" y="1133320"/>
                  </a:lnTo>
                  <a:lnTo>
                    <a:pt x="7573886" y="1134134"/>
                  </a:lnTo>
                  <a:lnTo>
                    <a:pt x="7504076" y="1135316"/>
                  </a:lnTo>
                  <a:lnTo>
                    <a:pt x="7422089" y="1136894"/>
                  </a:lnTo>
                  <a:lnTo>
                    <a:pt x="7332396" y="1138874"/>
                  </a:lnTo>
                  <a:lnTo>
                    <a:pt x="7239575" y="1141250"/>
                  </a:lnTo>
                  <a:lnTo>
                    <a:pt x="7147554" y="1144011"/>
                  </a:lnTo>
                  <a:lnTo>
                    <a:pt x="7059219" y="1147157"/>
                  </a:lnTo>
                  <a:lnTo>
                    <a:pt x="6976340" y="1150696"/>
                  </a:lnTo>
                  <a:lnTo>
                    <a:pt x="6899718" y="1154658"/>
                  </a:lnTo>
                  <a:lnTo>
                    <a:pt x="6829417" y="1159087"/>
                  </a:lnTo>
                  <a:lnTo>
                    <a:pt x="6764995" y="1164048"/>
                  </a:lnTo>
                  <a:lnTo>
                    <a:pt x="6705701" y="1169618"/>
                  </a:lnTo>
                  <a:lnTo>
                    <a:pt x="6650624" y="1175886"/>
                  </a:lnTo>
                  <a:lnTo>
                    <a:pt x="6598797" y="1182944"/>
                  </a:lnTo>
                  <a:lnTo>
                    <a:pt x="6549289" y="1190867"/>
                  </a:lnTo>
                  <a:lnTo>
                    <a:pt x="6515891" y="1196890"/>
                  </a:lnTo>
                  <a:lnTo>
                    <a:pt x="6464021" y="1207298"/>
                  </a:lnTo>
                  <a:lnTo>
                    <a:pt x="6412650" y="1218819"/>
                  </a:lnTo>
                  <a:lnTo>
                    <a:pt x="6361206" y="1231468"/>
                  </a:lnTo>
                  <a:lnTo>
                    <a:pt x="6309315" y="1245216"/>
                  </a:lnTo>
                  <a:lnTo>
                    <a:pt x="6256764" y="1259987"/>
                  </a:lnTo>
                  <a:lnTo>
                    <a:pt x="6203491" y="1275655"/>
                  </a:lnTo>
                  <a:lnTo>
                    <a:pt x="6149557" y="1292045"/>
                  </a:lnTo>
                  <a:lnTo>
                    <a:pt x="6095124" y="1308941"/>
                  </a:lnTo>
                  <a:lnTo>
                    <a:pt x="6040427" y="1326095"/>
                  </a:lnTo>
                  <a:lnTo>
                    <a:pt x="5985735" y="1343244"/>
                  </a:lnTo>
                  <a:lnTo>
                    <a:pt x="5931318" y="1360124"/>
                  </a:lnTo>
                  <a:lnTo>
                    <a:pt x="5877409" y="1376489"/>
                  </a:lnTo>
                  <a:lnTo>
                    <a:pt x="5824165" y="1392123"/>
                  </a:lnTo>
                  <a:lnTo>
                    <a:pt x="5771644" y="1406854"/>
                  </a:lnTo>
                  <a:lnTo>
                    <a:pt x="5719775" y="1420559"/>
                  </a:lnTo>
                  <a:lnTo>
                    <a:pt x="5668344" y="1433162"/>
                  </a:lnTo>
                  <a:lnTo>
                    <a:pt x="5616964" y="1444637"/>
                  </a:lnTo>
                  <a:lnTo>
                    <a:pt x="5567201" y="1454598"/>
                  </a:lnTo>
                  <a:lnTo>
                    <a:pt x="5518818" y="1463145"/>
                  </a:lnTo>
                  <a:lnTo>
                    <a:pt x="5468693" y="1470796"/>
                  </a:lnTo>
                  <a:lnTo>
                    <a:pt x="5415971" y="1477603"/>
                  </a:lnTo>
                  <a:lnTo>
                    <a:pt x="5359703" y="1483647"/>
                  </a:lnTo>
                  <a:lnTo>
                    <a:pt x="5298929" y="1489021"/>
                  </a:lnTo>
                  <a:lnTo>
                    <a:pt x="5232773" y="1493811"/>
                  </a:lnTo>
                  <a:lnTo>
                    <a:pt x="5160561" y="1498091"/>
                  </a:lnTo>
                  <a:lnTo>
                    <a:pt x="5081985" y="1501919"/>
                  </a:lnTo>
                  <a:lnTo>
                    <a:pt x="4997307" y="1505336"/>
                  </a:lnTo>
                  <a:lnTo>
                    <a:pt x="4907603" y="1508363"/>
                  </a:lnTo>
                  <a:lnTo>
                    <a:pt x="4814978" y="1511007"/>
                  </a:lnTo>
                  <a:lnTo>
                    <a:pt x="4722657" y="1513263"/>
                  </a:lnTo>
                  <a:lnTo>
                    <a:pt x="4634828" y="1515120"/>
                  </a:lnTo>
                  <a:lnTo>
                    <a:pt x="4556130" y="1516575"/>
                  </a:lnTo>
                  <a:lnTo>
                    <a:pt x="4490811" y="1517640"/>
                  </a:lnTo>
                  <a:lnTo>
                    <a:pt x="4441756" y="1518351"/>
                  </a:lnTo>
                  <a:lnTo>
                    <a:pt x="4409701" y="1518766"/>
                  </a:lnTo>
                  <a:lnTo>
                    <a:pt x="4392906" y="1518961"/>
                  </a:lnTo>
                  <a:lnTo>
                    <a:pt x="4387297" y="1519020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" name="pg176"/>
            <p:cNvSpPr/>
            <p:nvPr/>
          </p:nvSpPr>
          <p:spPr>
            <a:xfrm>
              <a:off x="546595" y="1975477"/>
              <a:ext cx="8234974" cy="1529914"/>
            </a:xfrm>
            <a:custGeom>
              <a:avLst/>
              <a:pathLst>
                <a:path w="8234974" h="1529914">
                  <a:moveTo>
                    <a:pt x="0" y="10889"/>
                  </a:moveTo>
                  <a:lnTo>
                    <a:pt x="538736" y="10889"/>
                  </a:lnTo>
                  <a:lnTo>
                    <a:pt x="539997" y="10938"/>
                  </a:lnTo>
                  <a:lnTo>
                    <a:pt x="548226" y="11287"/>
                  </a:lnTo>
                  <a:lnTo>
                    <a:pt x="568765" y="12254"/>
                  </a:lnTo>
                  <a:lnTo>
                    <a:pt x="604960" y="14152"/>
                  </a:lnTo>
                  <a:lnTo>
                    <a:pt x="657848" y="17255"/>
                  </a:lnTo>
                  <a:lnTo>
                    <a:pt x="726122" y="21765"/>
                  </a:lnTo>
                  <a:lnTo>
                    <a:pt x="806571" y="27794"/>
                  </a:lnTo>
                  <a:lnTo>
                    <a:pt x="894901" y="35372"/>
                  </a:lnTo>
                  <a:lnTo>
                    <a:pt x="986652" y="44475"/>
                  </a:lnTo>
                  <a:lnTo>
                    <a:pt x="1077939" y="55067"/>
                  </a:lnTo>
                  <a:lnTo>
                    <a:pt x="1165858" y="67133"/>
                  </a:lnTo>
                  <a:lnTo>
                    <a:pt x="1248580" y="80708"/>
                  </a:lnTo>
                  <a:lnTo>
                    <a:pt x="1325226" y="95890"/>
                  </a:lnTo>
                  <a:lnTo>
                    <a:pt x="1395657" y="112843"/>
                  </a:lnTo>
                  <a:lnTo>
                    <a:pt x="1460245" y="131800"/>
                  </a:lnTo>
                  <a:lnTo>
                    <a:pt x="1519682" y="153053"/>
                  </a:lnTo>
                  <a:lnTo>
                    <a:pt x="1574834" y="176934"/>
                  </a:lnTo>
                  <a:lnTo>
                    <a:pt x="1626636" y="203793"/>
                  </a:lnTo>
                  <a:lnTo>
                    <a:pt x="1676002" y="233934"/>
                  </a:lnTo>
                  <a:lnTo>
                    <a:pt x="1719082" y="264059"/>
                  </a:lnTo>
                  <a:lnTo>
                    <a:pt x="1762792" y="298196"/>
                  </a:lnTo>
                  <a:lnTo>
                    <a:pt x="1806074" y="335418"/>
                  </a:lnTo>
                  <a:lnTo>
                    <a:pt x="1849299" y="375781"/>
                  </a:lnTo>
                  <a:lnTo>
                    <a:pt x="1892733" y="419261"/>
                  </a:lnTo>
                  <a:lnTo>
                    <a:pt x="1936556" y="465743"/>
                  </a:lnTo>
                  <a:lnTo>
                    <a:pt x="1980864" y="515014"/>
                  </a:lnTo>
                  <a:lnTo>
                    <a:pt x="2025687" y="566764"/>
                  </a:lnTo>
                  <a:lnTo>
                    <a:pt x="2070988" y="620586"/>
                  </a:lnTo>
                  <a:lnTo>
                    <a:pt x="2116681" y="675989"/>
                  </a:lnTo>
                  <a:lnTo>
                    <a:pt x="2162637" y="732414"/>
                  </a:lnTo>
                  <a:lnTo>
                    <a:pt x="2208703" y="789256"/>
                  </a:lnTo>
                  <a:lnTo>
                    <a:pt x="2254715" y="845890"/>
                  </a:lnTo>
                  <a:lnTo>
                    <a:pt x="2300512" y="901703"/>
                  </a:lnTo>
                  <a:lnTo>
                    <a:pt x="2345957" y="956116"/>
                  </a:lnTo>
                  <a:lnTo>
                    <a:pt x="2390948" y="1008614"/>
                  </a:lnTo>
                  <a:lnTo>
                    <a:pt x="2435430" y="1058760"/>
                  </a:lnTo>
                  <a:lnTo>
                    <a:pt x="2479409" y="1106210"/>
                  </a:lnTo>
                  <a:lnTo>
                    <a:pt x="2522958" y="1150718"/>
                  </a:lnTo>
                  <a:lnTo>
                    <a:pt x="2566228" y="1192139"/>
                  </a:lnTo>
                  <a:lnTo>
                    <a:pt x="2609455" y="1230416"/>
                  </a:lnTo>
                  <a:lnTo>
                    <a:pt x="2652973" y="1265582"/>
                  </a:lnTo>
                  <a:lnTo>
                    <a:pt x="2667772" y="1276743"/>
                  </a:lnTo>
                  <a:lnTo>
                    <a:pt x="2715642" y="1309997"/>
                  </a:lnTo>
                  <a:lnTo>
                    <a:pt x="2765210" y="1339803"/>
                  </a:lnTo>
                  <a:lnTo>
                    <a:pt x="2817301" y="1366353"/>
                  </a:lnTo>
                  <a:lnTo>
                    <a:pt x="2872836" y="1389959"/>
                  </a:lnTo>
                  <a:lnTo>
                    <a:pt x="2932745" y="1410971"/>
                  </a:lnTo>
                  <a:lnTo>
                    <a:pt x="2997882" y="1429718"/>
                  </a:lnTo>
                  <a:lnTo>
                    <a:pt x="3068917" y="1446487"/>
                  </a:lnTo>
                  <a:lnTo>
                    <a:pt x="3146180" y="1461504"/>
                  </a:lnTo>
                  <a:lnTo>
                    <a:pt x="3229468" y="1474927"/>
                  </a:lnTo>
                  <a:lnTo>
                    <a:pt x="3317818" y="1486847"/>
                  </a:lnTo>
                  <a:lnTo>
                    <a:pt x="3409297" y="1497293"/>
                  </a:lnTo>
                  <a:lnTo>
                    <a:pt x="3500897" y="1506247"/>
                  </a:lnTo>
                  <a:lnTo>
                    <a:pt x="3588651" y="1513672"/>
                  </a:lnTo>
                  <a:lnTo>
                    <a:pt x="3668079" y="1519549"/>
                  </a:lnTo>
                  <a:lnTo>
                    <a:pt x="3734951" y="1523914"/>
                  </a:lnTo>
                  <a:lnTo>
                    <a:pt x="3786213" y="1526888"/>
                  </a:lnTo>
                  <a:lnTo>
                    <a:pt x="3820776" y="1528680"/>
                  </a:lnTo>
                  <a:lnTo>
                    <a:pt x="3839916" y="1529572"/>
                  </a:lnTo>
                  <a:lnTo>
                    <a:pt x="3847190" y="1529878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58" y="1529909"/>
                  </a:lnTo>
                  <a:lnTo>
                    <a:pt x="4396654" y="1529877"/>
                  </a:lnTo>
                  <a:lnTo>
                    <a:pt x="4417835" y="1529787"/>
                  </a:lnTo>
                  <a:lnTo>
                    <a:pt x="4455095" y="1529611"/>
                  </a:lnTo>
                  <a:lnTo>
                    <a:pt x="4509410" y="1529324"/>
                  </a:lnTo>
                  <a:lnTo>
                    <a:pt x="4579316" y="1528907"/>
                  </a:lnTo>
                  <a:lnTo>
                    <a:pt x="4661399" y="1528350"/>
                  </a:lnTo>
                  <a:lnTo>
                    <a:pt x="4751176" y="1527652"/>
                  </a:lnTo>
                  <a:lnTo>
                    <a:pt x="4844063" y="1526814"/>
                  </a:lnTo>
                  <a:lnTo>
                    <a:pt x="4936128" y="1525840"/>
                  </a:lnTo>
                  <a:lnTo>
                    <a:pt x="5024489" y="1524731"/>
                  </a:lnTo>
                  <a:lnTo>
                    <a:pt x="5107377" y="1523483"/>
                  </a:lnTo>
                  <a:lnTo>
                    <a:pt x="5183996" y="1522086"/>
                  </a:lnTo>
                  <a:lnTo>
                    <a:pt x="5254289" y="1520524"/>
                  </a:lnTo>
                  <a:lnTo>
                    <a:pt x="5318700" y="1518774"/>
                  </a:lnTo>
                  <a:lnTo>
                    <a:pt x="5377986" y="1516809"/>
                  </a:lnTo>
                  <a:lnTo>
                    <a:pt x="5433059" y="1514598"/>
                  </a:lnTo>
                  <a:lnTo>
                    <a:pt x="5484888" y="1512108"/>
                  </a:lnTo>
                  <a:lnTo>
                    <a:pt x="5534405" y="1509312"/>
                  </a:lnTo>
                  <a:lnTo>
                    <a:pt x="5567201" y="1507228"/>
                  </a:lnTo>
                  <a:lnTo>
                    <a:pt x="5619877" y="1503503"/>
                  </a:lnTo>
                  <a:lnTo>
                    <a:pt x="5672049" y="1499373"/>
                  </a:lnTo>
                  <a:lnTo>
                    <a:pt x="5724309" y="1494834"/>
                  </a:lnTo>
                  <a:lnTo>
                    <a:pt x="5777045" y="1489897"/>
                  </a:lnTo>
                  <a:lnTo>
                    <a:pt x="5830469" y="1484590"/>
                  </a:lnTo>
                  <a:lnTo>
                    <a:pt x="5884637" y="1478962"/>
                  </a:lnTo>
                  <a:lnTo>
                    <a:pt x="5939475" y="1473078"/>
                  </a:lnTo>
                  <a:lnTo>
                    <a:pt x="5994804" y="1467021"/>
                  </a:lnTo>
                  <a:lnTo>
                    <a:pt x="6050372" y="1460881"/>
                  </a:lnTo>
                  <a:lnTo>
                    <a:pt x="6105895" y="1454756"/>
                  </a:lnTo>
                  <a:lnTo>
                    <a:pt x="6161092" y="1448744"/>
                  </a:lnTo>
                  <a:lnTo>
                    <a:pt x="6215733" y="1442934"/>
                  </a:lnTo>
                  <a:lnTo>
                    <a:pt x="6269667" y="1437402"/>
                  </a:lnTo>
                  <a:lnTo>
                    <a:pt x="6322859" y="1432208"/>
                  </a:lnTo>
                  <a:lnTo>
                    <a:pt x="6375413" y="1427395"/>
                  </a:lnTo>
                  <a:lnTo>
                    <a:pt x="6427595" y="1422985"/>
                  </a:lnTo>
                  <a:lnTo>
                    <a:pt x="6479852" y="1418985"/>
                  </a:lnTo>
                  <a:lnTo>
                    <a:pt x="6515891" y="1416486"/>
                  </a:lnTo>
                  <a:lnTo>
                    <a:pt x="6564306" y="1413474"/>
                  </a:lnTo>
                  <a:lnTo>
                    <a:pt x="6614467" y="1410779"/>
                  </a:lnTo>
                  <a:lnTo>
                    <a:pt x="6667228" y="1408381"/>
                  </a:lnTo>
                  <a:lnTo>
                    <a:pt x="6723542" y="1406252"/>
                  </a:lnTo>
                  <a:lnTo>
                    <a:pt x="6784370" y="1404359"/>
                  </a:lnTo>
                  <a:lnTo>
                    <a:pt x="6850590" y="1402672"/>
                  </a:lnTo>
                  <a:lnTo>
                    <a:pt x="6922875" y="1401165"/>
                  </a:lnTo>
                  <a:lnTo>
                    <a:pt x="7001533" y="1399817"/>
                  </a:lnTo>
                  <a:lnTo>
                    <a:pt x="7086298" y="1398614"/>
                  </a:lnTo>
                  <a:lnTo>
                    <a:pt x="7176086" y="1397548"/>
                  </a:lnTo>
                  <a:lnTo>
                    <a:pt x="7268781" y="1396617"/>
                  </a:lnTo>
                  <a:lnTo>
                    <a:pt x="7361145" y="1395823"/>
                  </a:lnTo>
                  <a:lnTo>
                    <a:pt x="7448976" y="1395170"/>
                  </a:lnTo>
                  <a:lnTo>
                    <a:pt x="7527625" y="1394659"/>
                  </a:lnTo>
                  <a:lnTo>
                    <a:pt x="7592843" y="1394285"/>
                  </a:lnTo>
                  <a:lnTo>
                    <a:pt x="7641758" y="1394035"/>
                  </a:lnTo>
                  <a:lnTo>
                    <a:pt x="7673655" y="1393890"/>
                  </a:lnTo>
                  <a:lnTo>
                    <a:pt x="7690307" y="1393822"/>
                  </a:lnTo>
                  <a:lnTo>
                    <a:pt x="7695819" y="1393802"/>
                  </a:lnTo>
                  <a:lnTo>
                    <a:pt x="7696237" y="1393800"/>
                  </a:lnTo>
                  <a:lnTo>
                    <a:pt x="8234974" y="1393800"/>
                  </a:lnTo>
                  <a:lnTo>
                    <a:pt x="8234974" y="1382911"/>
                  </a:lnTo>
                  <a:lnTo>
                    <a:pt x="7696237" y="1382911"/>
                  </a:lnTo>
                  <a:lnTo>
                    <a:pt x="7694935" y="1382916"/>
                  </a:lnTo>
                  <a:lnTo>
                    <a:pt x="7686438" y="1382948"/>
                  </a:lnTo>
                  <a:lnTo>
                    <a:pt x="7665258" y="1383038"/>
                  </a:lnTo>
                  <a:lnTo>
                    <a:pt x="7627997" y="1383214"/>
                  </a:lnTo>
                  <a:lnTo>
                    <a:pt x="7573682" y="1383501"/>
                  </a:lnTo>
                  <a:lnTo>
                    <a:pt x="7503776" y="1383918"/>
                  </a:lnTo>
                  <a:lnTo>
                    <a:pt x="7421694" y="1384474"/>
                  </a:lnTo>
                  <a:lnTo>
                    <a:pt x="7331917" y="1385173"/>
                  </a:lnTo>
                  <a:lnTo>
                    <a:pt x="7239029" y="1386010"/>
                  </a:lnTo>
                  <a:lnTo>
                    <a:pt x="7146964" y="1386984"/>
                  </a:lnTo>
                  <a:lnTo>
                    <a:pt x="7058604" y="1388094"/>
                  </a:lnTo>
                  <a:lnTo>
                    <a:pt x="6975716" y="1389342"/>
                  </a:lnTo>
                  <a:lnTo>
                    <a:pt x="6899097" y="1390739"/>
                  </a:lnTo>
                  <a:lnTo>
                    <a:pt x="6828804" y="1392301"/>
                  </a:lnTo>
                  <a:lnTo>
                    <a:pt x="6764392" y="1394051"/>
                  </a:lnTo>
                  <a:lnTo>
                    <a:pt x="6705107" y="1396016"/>
                  </a:lnTo>
                  <a:lnTo>
                    <a:pt x="6650034" y="1398227"/>
                  </a:lnTo>
                  <a:lnTo>
                    <a:pt x="6598204" y="1400717"/>
                  </a:lnTo>
                  <a:lnTo>
                    <a:pt x="6548687" y="1403513"/>
                  </a:lnTo>
                  <a:lnTo>
                    <a:pt x="6515891" y="1405597"/>
                  </a:lnTo>
                  <a:lnTo>
                    <a:pt x="6463216" y="1409322"/>
                  </a:lnTo>
                  <a:lnTo>
                    <a:pt x="6411044" y="1413452"/>
                  </a:lnTo>
                  <a:lnTo>
                    <a:pt x="6358783" y="1417991"/>
                  </a:lnTo>
                  <a:lnTo>
                    <a:pt x="6306047" y="1422928"/>
                  </a:lnTo>
                  <a:lnTo>
                    <a:pt x="6252623" y="1428235"/>
                  </a:lnTo>
                  <a:lnTo>
                    <a:pt x="6198455" y="1433863"/>
                  </a:lnTo>
                  <a:lnTo>
                    <a:pt x="6143617" y="1439746"/>
                  </a:lnTo>
                  <a:lnTo>
                    <a:pt x="6088288" y="1445804"/>
                  </a:lnTo>
                  <a:lnTo>
                    <a:pt x="6032720" y="1451944"/>
                  </a:lnTo>
                  <a:lnTo>
                    <a:pt x="5977198" y="1458068"/>
                  </a:lnTo>
                  <a:lnTo>
                    <a:pt x="5922000" y="1464080"/>
                  </a:lnTo>
                  <a:lnTo>
                    <a:pt x="5867360" y="1469891"/>
                  </a:lnTo>
                  <a:lnTo>
                    <a:pt x="5813426" y="1475423"/>
                  </a:lnTo>
                  <a:lnTo>
                    <a:pt x="5760233" y="1480617"/>
                  </a:lnTo>
                  <a:lnTo>
                    <a:pt x="5707679" y="1485430"/>
                  </a:lnTo>
                  <a:lnTo>
                    <a:pt x="5655498" y="1489840"/>
                  </a:lnTo>
                  <a:lnTo>
                    <a:pt x="5603241" y="1493840"/>
                  </a:lnTo>
                  <a:lnTo>
                    <a:pt x="5567201" y="1496339"/>
                  </a:lnTo>
                  <a:lnTo>
                    <a:pt x="5518786" y="1499350"/>
                  </a:lnTo>
                  <a:lnTo>
                    <a:pt x="5468626" y="1502046"/>
                  </a:lnTo>
                  <a:lnTo>
                    <a:pt x="5415865" y="1504444"/>
                  </a:lnTo>
                  <a:lnTo>
                    <a:pt x="5359551" y="1506573"/>
                  </a:lnTo>
                  <a:lnTo>
                    <a:pt x="5298722" y="1508466"/>
                  </a:lnTo>
                  <a:lnTo>
                    <a:pt x="5232502" y="1510153"/>
                  </a:lnTo>
                  <a:lnTo>
                    <a:pt x="5160217" y="1511660"/>
                  </a:lnTo>
                  <a:lnTo>
                    <a:pt x="5081559" y="1513008"/>
                  </a:lnTo>
                  <a:lnTo>
                    <a:pt x="4996794" y="1514211"/>
                  </a:lnTo>
                  <a:lnTo>
                    <a:pt x="4907006" y="1515277"/>
                  </a:lnTo>
                  <a:lnTo>
                    <a:pt x="4814311" y="1516208"/>
                  </a:lnTo>
                  <a:lnTo>
                    <a:pt x="4721947" y="1517001"/>
                  </a:lnTo>
                  <a:lnTo>
                    <a:pt x="4634117" y="1517655"/>
                  </a:lnTo>
                  <a:lnTo>
                    <a:pt x="4555467" y="1518166"/>
                  </a:lnTo>
                  <a:lnTo>
                    <a:pt x="4490249" y="1518540"/>
                  </a:lnTo>
                  <a:lnTo>
                    <a:pt x="4441335" y="1518789"/>
                  </a:lnTo>
                  <a:lnTo>
                    <a:pt x="4409437" y="1518935"/>
                  </a:lnTo>
                  <a:lnTo>
                    <a:pt x="4392785" y="1519003"/>
                  </a:lnTo>
                  <a:lnTo>
                    <a:pt x="4387274" y="1519023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546595" y="1986366"/>
              <a:ext cx="8234974" cy="1519025"/>
            </a:xfrm>
            <a:custGeom>
              <a:avLst/>
              <a:pathLst>
                <a:path w="8234974" h="1519025">
                  <a:moveTo>
                    <a:pt x="0" y="0"/>
                  </a:moveTo>
                  <a:lnTo>
                    <a:pt x="538736" y="0"/>
                  </a:lnTo>
                  <a:lnTo>
                    <a:pt x="539997" y="48"/>
                  </a:lnTo>
                  <a:lnTo>
                    <a:pt x="548226" y="398"/>
                  </a:lnTo>
                  <a:lnTo>
                    <a:pt x="568765" y="1365"/>
                  </a:lnTo>
                  <a:lnTo>
                    <a:pt x="604960" y="3262"/>
                  </a:lnTo>
                  <a:lnTo>
                    <a:pt x="657848" y="6365"/>
                  </a:lnTo>
                  <a:lnTo>
                    <a:pt x="726122" y="10876"/>
                  </a:lnTo>
                  <a:lnTo>
                    <a:pt x="806571" y="16905"/>
                  </a:lnTo>
                  <a:lnTo>
                    <a:pt x="894901" y="24483"/>
                  </a:lnTo>
                  <a:lnTo>
                    <a:pt x="986652" y="33586"/>
                  </a:lnTo>
                  <a:lnTo>
                    <a:pt x="1077939" y="44178"/>
                  </a:lnTo>
                  <a:lnTo>
                    <a:pt x="1165858" y="56244"/>
                  </a:lnTo>
                  <a:lnTo>
                    <a:pt x="1248580" y="69819"/>
                  </a:lnTo>
                  <a:lnTo>
                    <a:pt x="1325226" y="85001"/>
                  </a:lnTo>
                  <a:lnTo>
                    <a:pt x="1395657" y="101954"/>
                  </a:lnTo>
                  <a:lnTo>
                    <a:pt x="1460245" y="120911"/>
                  </a:lnTo>
                  <a:lnTo>
                    <a:pt x="1519682" y="142163"/>
                  </a:lnTo>
                  <a:lnTo>
                    <a:pt x="1574834" y="166045"/>
                  </a:lnTo>
                  <a:lnTo>
                    <a:pt x="1626636" y="192903"/>
                  </a:lnTo>
                  <a:lnTo>
                    <a:pt x="1676002" y="223045"/>
                  </a:lnTo>
                  <a:lnTo>
                    <a:pt x="1719082" y="253170"/>
                  </a:lnTo>
                  <a:lnTo>
                    <a:pt x="1762792" y="287307"/>
                  </a:lnTo>
                  <a:lnTo>
                    <a:pt x="1806074" y="324529"/>
                  </a:lnTo>
                  <a:lnTo>
                    <a:pt x="1849299" y="364892"/>
                  </a:lnTo>
                  <a:lnTo>
                    <a:pt x="1892733" y="408372"/>
                  </a:lnTo>
                  <a:lnTo>
                    <a:pt x="1936556" y="454854"/>
                  </a:lnTo>
                  <a:lnTo>
                    <a:pt x="1980864" y="504125"/>
                  </a:lnTo>
                  <a:lnTo>
                    <a:pt x="2025687" y="555875"/>
                  </a:lnTo>
                  <a:lnTo>
                    <a:pt x="2070988" y="609697"/>
                  </a:lnTo>
                  <a:lnTo>
                    <a:pt x="2116681" y="665100"/>
                  </a:lnTo>
                  <a:lnTo>
                    <a:pt x="2162637" y="721525"/>
                  </a:lnTo>
                  <a:lnTo>
                    <a:pt x="2208703" y="778367"/>
                  </a:lnTo>
                  <a:lnTo>
                    <a:pt x="2254715" y="835001"/>
                  </a:lnTo>
                  <a:lnTo>
                    <a:pt x="2300512" y="890814"/>
                  </a:lnTo>
                  <a:lnTo>
                    <a:pt x="2345957" y="945227"/>
                  </a:lnTo>
                  <a:lnTo>
                    <a:pt x="2390948" y="997725"/>
                  </a:lnTo>
                  <a:lnTo>
                    <a:pt x="2435430" y="1047871"/>
                  </a:lnTo>
                  <a:lnTo>
                    <a:pt x="2479409" y="1095321"/>
                  </a:lnTo>
                  <a:lnTo>
                    <a:pt x="2522958" y="1139829"/>
                  </a:lnTo>
                  <a:lnTo>
                    <a:pt x="2566228" y="1181250"/>
                  </a:lnTo>
                  <a:lnTo>
                    <a:pt x="2609455" y="1219527"/>
                  </a:lnTo>
                  <a:lnTo>
                    <a:pt x="2652973" y="1254693"/>
                  </a:lnTo>
                  <a:lnTo>
                    <a:pt x="2667772" y="1265854"/>
                  </a:lnTo>
                  <a:lnTo>
                    <a:pt x="2715642" y="1299108"/>
                  </a:lnTo>
                  <a:lnTo>
                    <a:pt x="2765210" y="1328914"/>
                  </a:lnTo>
                  <a:lnTo>
                    <a:pt x="2817301" y="1355464"/>
                  </a:lnTo>
                  <a:lnTo>
                    <a:pt x="2872836" y="1379070"/>
                  </a:lnTo>
                  <a:lnTo>
                    <a:pt x="2932745" y="1400082"/>
                  </a:lnTo>
                  <a:lnTo>
                    <a:pt x="2997882" y="1418829"/>
                  </a:lnTo>
                  <a:lnTo>
                    <a:pt x="3068917" y="1435598"/>
                  </a:lnTo>
                  <a:lnTo>
                    <a:pt x="3146180" y="1450614"/>
                  </a:lnTo>
                  <a:lnTo>
                    <a:pt x="3229468" y="1464038"/>
                  </a:lnTo>
                  <a:lnTo>
                    <a:pt x="3317818" y="1475958"/>
                  </a:lnTo>
                  <a:lnTo>
                    <a:pt x="3409297" y="1486404"/>
                  </a:lnTo>
                  <a:lnTo>
                    <a:pt x="3500897" y="1495358"/>
                  </a:lnTo>
                  <a:lnTo>
                    <a:pt x="3588651" y="1502783"/>
                  </a:lnTo>
                  <a:lnTo>
                    <a:pt x="3668079" y="1508660"/>
                  </a:lnTo>
                  <a:lnTo>
                    <a:pt x="3734951" y="1513025"/>
                  </a:lnTo>
                  <a:lnTo>
                    <a:pt x="3786213" y="1515999"/>
                  </a:lnTo>
                  <a:lnTo>
                    <a:pt x="3820776" y="1517791"/>
                  </a:lnTo>
                  <a:lnTo>
                    <a:pt x="3839916" y="1518683"/>
                  </a:lnTo>
                  <a:lnTo>
                    <a:pt x="3847190" y="1518989"/>
                  </a:lnTo>
                  <a:lnTo>
                    <a:pt x="3848118" y="1519025"/>
                  </a:lnTo>
                  <a:lnTo>
                    <a:pt x="4386855" y="1519025"/>
                  </a:lnTo>
                  <a:lnTo>
                    <a:pt x="4388158" y="1519020"/>
                  </a:lnTo>
                  <a:lnTo>
                    <a:pt x="4396654" y="1518988"/>
                  </a:lnTo>
                  <a:lnTo>
                    <a:pt x="4417835" y="1518898"/>
                  </a:lnTo>
                  <a:lnTo>
                    <a:pt x="4455095" y="1518722"/>
                  </a:lnTo>
                  <a:lnTo>
                    <a:pt x="4509410" y="1518435"/>
                  </a:lnTo>
                  <a:lnTo>
                    <a:pt x="4579316" y="1518018"/>
                  </a:lnTo>
                  <a:lnTo>
                    <a:pt x="4661399" y="1517461"/>
                  </a:lnTo>
                  <a:lnTo>
                    <a:pt x="4751176" y="1516763"/>
                  </a:lnTo>
                  <a:lnTo>
                    <a:pt x="4844063" y="1515925"/>
                  </a:lnTo>
                  <a:lnTo>
                    <a:pt x="4936128" y="1514951"/>
                  </a:lnTo>
                  <a:lnTo>
                    <a:pt x="5024489" y="1513842"/>
                  </a:lnTo>
                  <a:lnTo>
                    <a:pt x="5107377" y="1512594"/>
                  </a:lnTo>
                  <a:lnTo>
                    <a:pt x="5183996" y="1511197"/>
                  </a:lnTo>
                  <a:lnTo>
                    <a:pt x="5254289" y="1509635"/>
                  </a:lnTo>
                  <a:lnTo>
                    <a:pt x="5318700" y="1507885"/>
                  </a:lnTo>
                  <a:lnTo>
                    <a:pt x="5377986" y="1505920"/>
                  </a:lnTo>
                  <a:lnTo>
                    <a:pt x="5433059" y="1503709"/>
                  </a:lnTo>
                  <a:lnTo>
                    <a:pt x="5484888" y="1501218"/>
                  </a:lnTo>
                  <a:lnTo>
                    <a:pt x="5534405" y="1498423"/>
                  </a:lnTo>
                  <a:lnTo>
                    <a:pt x="5567201" y="1496339"/>
                  </a:lnTo>
                  <a:lnTo>
                    <a:pt x="5619877" y="1492614"/>
                  </a:lnTo>
                  <a:lnTo>
                    <a:pt x="5672049" y="1488484"/>
                  </a:lnTo>
                  <a:lnTo>
                    <a:pt x="5724309" y="1483945"/>
                  </a:lnTo>
                  <a:lnTo>
                    <a:pt x="5777045" y="1479007"/>
                  </a:lnTo>
                  <a:lnTo>
                    <a:pt x="5830469" y="1473701"/>
                  </a:lnTo>
                  <a:lnTo>
                    <a:pt x="5884637" y="1468073"/>
                  </a:lnTo>
                  <a:lnTo>
                    <a:pt x="5939475" y="1462189"/>
                  </a:lnTo>
                  <a:lnTo>
                    <a:pt x="5994804" y="1456132"/>
                  </a:lnTo>
                  <a:lnTo>
                    <a:pt x="6050372" y="1449992"/>
                  </a:lnTo>
                  <a:lnTo>
                    <a:pt x="6105895" y="1443867"/>
                  </a:lnTo>
                  <a:lnTo>
                    <a:pt x="6161092" y="1437855"/>
                  </a:lnTo>
                  <a:lnTo>
                    <a:pt x="6215733" y="1432045"/>
                  </a:lnTo>
                  <a:lnTo>
                    <a:pt x="6269667" y="1426512"/>
                  </a:lnTo>
                  <a:lnTo>
                    <a:pt x="6322859" y="1421319"/>
                  </a:lnTo>
                  <a:lnTo>
                    <a:pt x="6375413" y="1416506"/>
                  </a:lnTo>
                  <a:lnTo>
                    <a:pt x="6427595" y="1412096"/>
                  </a:lnTo>
                  <a:lnTo>
                    <a:pt x="6479852" y="1408096"/>
                  </a:lnTo>
                  <a:lnTo>
                    <a:pt x="6515891" y="1405597"/>
                  </a:lnTo>
                  <a:lnTo>
                    <a:pt x="6564306" y="1402585"/>
                  </a:lnTo>
                  <a:lnTo>
                    <a:pt x="6614467" y="1399890"/>
                  </a:lnTo>
                  <a:lnTo>
                    <a:pt x="6667228" y="1397492"/>
                  </a:lnTo>
                  <a:lnTo>
                    <a:pt x="6723542" y="1395363"/>
                  </a:lnTo>
                  <a:lnTo>
                    <a:pt x="6784370" y="1393470"/>
                  </a:lnTo>
                  <a:lnTo>
                    <a:pt x="6850590" y="1391783"/>
                  </a:lnTo>
                  <a:lnTo>
                    <a:pt x="6922875" y="1390276"/>
                  </a:lnTo>
                  <a:lnTo>
                    <a:pt x="7001533" y="1388928"/>
                  </a:lnTo>
                  <a:lnTo>
                    <a:pt x="7086298" y="1387724"/>
                  </a:lnTo>
                  <a:lnTo>
                    <a:pt x="7176086" y="1386659"/>
                  </a:lnTo>
                  <a:lnTo>
                    <a:pt x="7268781" y="1385728"/>
                  </a:lnTo>
                  <a:lnTo>
                    <a:pt x="7361145" y="1384934"/>
                  </a:lnTo>
                  <a:lnTo>
                    <a:pt x="7448976" y="1384281"/>
                  </a:lnTo>
                  <a:lnTo>
                    <a:pt x="7527625" y="1383770"/>
                  </a:lnTo>
                  <a:lnTo>
                    <a:pt x="7592843" y="1383396"/>
                  </a:lnTo>
                  <a:lnTo>
                    <a:pt x="7641758" y="1383146"/>
                  </a:lnTo>
                  <a:lnTo>
                    <a:pt x="7673655" y="1383001"/>
                  </a:lnTo>
                  <a:lnTo>
                    <a:pt x="7690307" y="1382933"/>
                  </a:lnTo>
                  <a:lnTo>
                    <a:pt x="7695819" y="1382913"/>
                  </a:lnTo>
                  <a:lnTo>
                    <a:pt x="7696237" y="1382911"/>
                  </a:lnTo>
                  <a:lnTo>
                    <a:pt x="8234974" y="1382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546595" y="1975477"/>
              <a:ext cx="8234974" cy="1519025"/>
            </a:xfrm>
            <a:custGeom>
              <a:avLst/>
              <a:pathLst>
                <a:path w="8234974" h="1519025">
                  <a:moveTo>
                    <a:pt x="8234974" y="1382911"/>
                  </a:moveTo>
                  <a:lnTo>
                    <a:pt x="7696237" y="1382911"/>
                  </a:lnTo>
                  <a:lnTo>
                    <a:pt x="7694935" y="1382916"/>
                  </a:lnTo>
                  <a:lnTo>
                    <a:pt x="7686438" y="1382948"/>
                  </a:lnTo>
                  <a:lnTo>
                    <a:pt x="7665258" y="1383038"/>
                  </a:lnTo>
                  <a:lnTo>
                    <a:pt x="7627997" y="1383214"/>
                  </a:lnTo>
                  <a:lnTo>
                    <a:pt x="7573682" y="1383501"/>
                  </a:lnTo>
                  <a:lnTo>
                    <a:pt x="7503776" y="1383918"/>
                  </a:lnTo>
                  <a:lnTo>
                    <a:pt x="7421694" y="1384474"/>
                  </a:lnTo>
                  <a:lnTo>
                    <a:pt x="7331917" y="1385173"/>
                  </a:lnTo>
                  <a:lnTo>
                    <a:pt x="7239029" y="1386010"/>
                  </a:lnTo>
                  <a:lnTo>
                    <a:pt x="7146964" y="1386984"/>
                  </a:lnTo>
                  <a:lnTo>
                    <a:pt x="7058604" y="1388094"/>
                  </a:lnTo>
                  <a:lnTo>
                    <a:pt x="6975716" y="1389342"/>
                  </a:lnTo>
                  <a:lnTo>
                    <a:pt x="6899097" y="1390739"/>
                  </a:lnTo>
                  <a:lnTo>
                    <a:pt x="6828804" y="1392301"/>
                  </a:lnTo>
                  <a:lnTo>
                    <a:pt x="6764392" y="1394051"/>
                  </a:lnTo>
                  <a:lnTo>
                    <a:pt x="6705107" y="1396016"/>
                  </a:lnTo>
                  <a:lnTo>
                    <a:pt x="6650034" y="1398227"/>
                  </a:lnTo>
                  <a:lnTo>
                    <a:pt x="6598204" y="1400717"/>
                  </a:lnTo>
                  <a:lnTo>
                    <a:pt x="6548687" y="1403513"/>
                  </a:lnTo>
                  <a:lnTo>
                    <a:pt x="6515891" y="1405597"/>
                  </a:lnTo>
                  <a:lnTo>
                    <a:pt x="6463216" y="1409322"/>
                  </a:lnTo>
                  <a:lnTo>
                    <a:pt x="6411044" y="1413452"/>
                  </a:lnTo>
                  <a:lnTo>
                    <a:pt x="6358783" y="1417991"/>
                  </a:lnTo>
                  <a:lnTo>
                    <a:pt x="6306047" y="1422928"/>
                  </a:lnTo>
                  <a:lnTo>
                    <a:pt x="6252623" y="1428235"/>
                  </a:lnTo>
                  <a:lnTo>
                    <a:pt x="6198455" y="1433863"/>
                  </a:lnTo>
                  <a:lnTo>
                    <a:pt x="6143617" y="1439746"/>
                  </a:lnTo>
                  <a:lnTo>
                    <a:pt x="6088288" y="1445804"/>
                  </a:lnTo>
                  <a:lnTo>
                    <a:pt x="6032720" y="1451944"/>
                  </a:lnTo>
                  <a:lnTo>
                    <a:pt x="5977198" y="1458068"/>
                  </a:lnTo>
                  <a:lnTo>
                    <a:pt x="5922000" y="1464080"/>
                  </a:lnTo>
                  <a:lnTo>
                    <a:pt x="5867360" y="1469891"/>
                  </a:lnTo>
                  <a:lnTo>
                    <a:pt x="5813426" y="1475423"/>
                  </a:lnTo>
                  <a:lnTo>
                    <a:pt x="5760233" y="1480617"/>
                  </a:lnTo>
                  <a:lnTo>
                    <a:pt x="5707679" y="1485430"/>
                  </a:lnTo>
                  <a:lnTo>
                    <a:pt x="5655498" y="1489840"/>
                  </a:lnTo>
                  <a:lnTo>
                    <a:pt x="5603241" y="1493840"/>
                  </a:lnTo>
                  <a:lnTo>
                    <a:pt x="5567201" y="1496339"/>
                  </a:lnTo>
                  <a:lnTo>
                    <a:pt x="5518786" y="1499350"/>
                  </a:lnTo>
                  <a:lnTo>
                    <a:pt x="5468626" y="1502046"/>
                  </a:lnTo>
                  <a:lnTo>
                    <a:pt x="5415865" y="1504444"/>
                  </a:lnTo>
                  <a:lnTo>
                    <a:pt x="5359551" y="1506573"/>
                  </a:lnTo>
                  <a:lnTo>
                    <a:pt x="5298722" y="1508466"/>
                  </a:lnTo>
                  <a:lnTo>
                    <a:pt x="5232502" y="1510153"/>
                  </a:lnTo>
                  <a:lnTo>
                    <a:pt x="5160217" y="1511660"/>
                  </a:lnTo>
                  <a:lnTo>
                    <a:pt x="5081559" y="1513008"/>
                  </a:lnTo>
                  <a:lnTo>
                    <a:pt x="4996794" y="1514211"/>
                  </a:lnTo>
                  <a:lnTo>
                    <a:pt x="4907006" y="1515277"/>
                  </a:lnTo>
                  <a:lnTo>
                    <a:pt x="4814311" y="1516208"/>
                  </a:lnTo>
                  <a:lnTo>
                    <a:pt x="4721947" y="1517001"/>
                  </a:lnTo>
                  <a:lnTo>
                    <a:pt x="4634117" y="1517655"/>
                  </a:lnTo>
                  <a:lnTo>
                    <a:pt x="4555467" y="1518166"/>
                  </a:lnTo>
                  <a:lnTo>
                    <a:pt x="4490249" y="1518540"/>
                  </a:lnTo>
                  <a:lnTo>
                    <a:pt x="4441335" y="1518789"/>
                  </a:lnTo>
                  <a:lnTo>
                    <a:pt x="4409437" y="1518935"/>
                  </a:lnTo>
                  <a:lnTo>
                    <a:pt x="4392785" y="1519003"/>
                  </a:lnTo>
                  <a:lnTo>
                    <a:pt x="4387274" y="1519023"/>
                  </a:lnTo>
                  <a:lnTo>
                    <a:pt x="4386855" y="1519025"/>
                  </a:lnTo>
                  <a:lnTo>
                    <a:pt x="3848118" y="1519025"/>
                  </a:lnTo>
                  <a:lnTo>
                    <a:pt x="3846858" y="1518976"/>
                  </a:lnTo>
                  <a:lnTo>
                    <a:pt x="3838628" y="1518626"/>
                  </a:lnTo>
                  <a:lnTo>
                    <a:pt x="3818089" y="1517659"/>
                  </a:lnTo>
                  <a:lnTo>
                    <a:pt x="3781894" y="1515762"/>
                  </a:lnTo>
                  <a:lnTo>
                    <a:pt x="3729007" y="1512659"/>
                  </a:lnTo>
                  <a:lnTo>
                    <a:pt x="3660733" y="1508148"/>
                  </a:lnTo>
                  <a:lnTo>
                    <a:pt x="3580283" y="1502119"/>
                  </a:lnTo>
                  <a:lnTo>
                    <a:pt x="3491953" y="1494541"/>
                  </a:lnTo>
                  <a:lnTo>
                    <a:pt x="3400202" y="1485438"/>
                  </a:lnTo>
                  <a:lnTo>
                    <a:pt x="3308916" y="1474846"/>
                  </a:lnTo>
                  <a:lnTo>
                    <a:pt x="3220997" y="1462780"/>
                  </a:lnTo>
                  <a:lnTo>
                    <a:pt x="3138275" y="1449205"/>
                  </a:lnTo>
                  <a:lnTo>
                    <a:pt x="3061629" y="1434023"/>
                  </a:lnTo>
                  <a:lnTo>
                    <a:pt x="2991198" y="1417070"/>
                  </a:lnTo>
                  <a:lnTo>
                    <a:pt x="2926610" y="1398113"/>
                  </a:lnTo>
                  <a:lnTo>
                    <a:pt x="2867173" y="1376861"/>
                  </a:lnTo>
                  <a:lnTo>
                    <a:pt x="2812020" y="1352979"/>
                  </a:lnTo>
                  <a:lnTo>
                    <a:pt x="2760218" y="1326121"/>
                  </a:lnTo>
                  <a:lnTo>
                    <a:pt x="2710853" y="1295979"/>
                  </a:lnTo>
                  <a:lnTo>
                    <a:pt x="2667772" y="1265854"/>
                  </a:lnTo>
                  <a:lnTo>
                    <a:pt x="2624063" y="1231717"/>
                  </a:lnTo>
                  <a:lnTo>
                    <a:pt x="2580780" y="1194495"/>
                  </a:lnTo>
                  <a:lnTo>
                    <a:pt x="2537556" y="1154132"/>
                  </a:lnTo>
                  <a:lnTo>
                    <a:pt x="2494121" y="1110652"/>
                  </a:lnTo>
                  <a:lnTo>
                    <a:pt x="2450299" y="1064170"/>
                  </a:lnTo>
                  <a:lnTo>
                    <a:pt x="2405990" y="1014899"/>
                  </a:lnTo>
                  <a:lnTo>
                    <a:pt x="2361168" y="963149"/>
                  </a:lnTo>
                  <a:lnTo>
                    <a:pt x="2315866" y="909327"/>
                  </a:lnTo>
                  <a:lnTo>
                    <a:pt x="2270173" y="853924"/>
                  </a:lnTo>
                  <a:lnTo>
                    <a:pt x="2224217" y="797499"/>
                  </a:lnTo>
                  <a:lnTo>
                    <a:pt x="2178151" y="740657"/>
                  </a:lnTo>
                  <a:lnTo>
                    <a:pt x="2132140" y="684023"/>
                  </a:lnTo>
                  <a:lnTo>
                    <a:pt x="2086343" y="628210"/>
                  </a:lnTo>
                  <a:lnTo>
                    <a:pt x="2040897" y="573797"/>
                  </a:lnTo>
                  <a:lnTo>
                    <a:pt x="1995907" y="521299"/>
                  </a:lnTo>
                  <a:lnTo>
                    <a:pt x="1951425" y="471153"/>
                  </a:lnTo>
                  <a:lnTo>
                    <a:pt x="1907446" y="423703"/>
                  </a:lnTo>
                  <a:lnTo>
                    <a:pt x="1863896" y="379195"/>
                  </a:lnTo>
                  <a:lnTo>
                    <a:pt x="1820626" y="337775"/>
                  </a:lnTo>
                  <a:lnTo>
                    <a:pt x="1777399" y="299497"/>
                  </a:lnTo>
                  <a:lnTo>
                    <a:pt x="1733882" y="264331"/>
                  </a:lnTo>
                  <a:lnTo>
                    <a:pt x="1719082" y="253170"/>
                  </a:lnTo>
                  <a:lnTo>
                    <a:pt x="1671212" y="219916"/>
                  </a:lnTo>
                  <a:lnTo>
                    <a:pt x="1621644" y="190110"/>
                  </a:lnTo>
                  <a:lnTo>
                    <a:pt x="1569553" y="163560"/>
                  </a:lnTo>
                  <a:lnTo>
                    <a:pt x="1514019" y="139954"/>
                  </a:lnTo>
                  <a:lnTo>
                    <a:pt x="1454110" y="118942"/>
                  </a:lnTo>
                  <a:lnTo>
                    <a:pt x="1388972" y="100195"/>
                  </a:lnTo>
                  <a:lnTo>
                    <a:pt x="1317937" y="83426"/>
                  </a:lnTo>
                  <a:lnTo>
                    <a:pt x="1240675" y="68410"/>
                  </a:lnTo>
                  <a:lnTo>
                    <a:pt x="1157387" y="54986"/>
                  </a:lnTo>
                  <a:lnTo>
                    <a:pt x="1069037" y="43066"/>
                  </a:lnTo>
                  <a:lnTo>
                    <a:pt x="977558" y="32620"/>
                  </a:lnTo>
                  <a:lnTo>
                    <a:pt x="885958" y="23666"/>
                  </a:lnTo>
                  <a:lnTo>
                    <a:pt x="798204" y="16241"/>
                  </a:lnTo>
                  <a:lnTo>
                    <a:pt x="718775" y="10364"/>
                  </a:lnTo>
                  <a:lnTo>
                    <a:pt x="651903" y="5999"/>
                  </a:lnTo>
                  <a:lnTo>
                    <a:pt x="600642" y="3025"/>
                  </a:lnTo>
                  <a:lnTo>
                    <a:pt x="566078" y="1233"/>
                  </a:lnTo>
                  <a:lnTo>
                    <a:pt x="546939" y="341"/>
                  </a:lnTo>
                  <a:lnTo>
                    <a:pt x="539664" y="3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" name="pg179"/>
            <p:cNvSpPr/>
            <p:nvPr/>
          </p:nvSpPr>
          <p:spPr>
            <a:xfrm>
              <a:off x="546595" y="1986366"/>
              <a:ext cx="8234974" cy="1769473"/>
            </a:xfrm>
            <a:custGeom>
              <a:avLst/>
              <a:pathLst>
                <a:path w="8234974" h="1769473">
                  <a:moveTo>
                    <a:pt x="0" y="5444"/>
                  </a:moveTo>
                  <a:lnTo>
                    <a:pt x="538736" y="5444"/>
                  </a:lnTo>
                  <a:lnTo>
                    <a:pt x="539996" y="5493"/>
                  </a:lnTo>
                  <a:lnTo>
                    <a:pt x="548224" y="5844"/>
                  </a:lnTo>
                  <a:lnTo>
                    <a:pt x="568759" y="6814"/>
                  </a:lnTo>
                  <a:lnTo>
                    <a:pt x="604946" y="8718"/>
                  </a:lnTo>
                  <a:lnTo>
                    <a:pt x="657824" y="11831"/>
                  </a:lnTo>
                  <a:lnTo>
                    <a:pt x="726086" y="16357"/>
                  </a:lnTo>
                  <a:lnTo>
                    <a:pt x="806524" y="22407"/>
                  </a:lnTo>
                  <a:lnTo>
                    <a:pt x="894844" y="30010"/>
                  </a:lnTo>
                  <a:lnTo>
                    <a:pt x="986587" y="39144"/>
                  </a:lnTo>
                  <a:lnTo>
                    <a:pt x="1077868" y="49771"/>
                  </a:lnTo>
                  <a:lnTo>
                    <a:pt x="1165784" y="61879"/>
                  </a:lnTo>
                  <a:lnTo>
                    <a:pt x="1248504" y="75500"/>
                  </a:lnTo>
                  <a:lnTo>
                    <a:pt x="1325150" y="90733"/>
                  </a:lnTo>
                  <a:lnTo>
                    <a:pt x="1395583" y="107744"/>
                  </a:lnTo>
                  <a:lnTo>
                    <a:pt x="1460171" y="126765"/>
                  </a:lnTo>
                  <a:lnTo>
                    <a:pt x="1519609" y="148089"/>
                  </a:lnTo>
                  <a:lnTo>
                    <a:pt x="1574763" y="172051"/>
                  </a:lnTo>
                  <a:lnTo>
                    <a:pt x="1626564" y="198999"/>
                  </a:lnTo>
                  <a:lnTo>
                    <a:pt x="1675929" y="229241"/>
                  </a:lnTo>
                  <a:lnTo>
                    <a:pt x="1719082" y="259522"/>
                  </a:lnTo>
                  <a:lnTo>
                    <a:pt x="1762750" y="293747"/>
                  </a:lnTo>
                  <a:lnTo>
                    <a:pt x="1805992" y="331062"/>
                  </a:lnTo>
                  <a:lnTo>
                    <a:pt x="1849175" y="371524"/>
                  </a:lnTo>
                  <a:lnTo>
                    <a:pt x="1892567" y="415108"/>
                  </a:lnTo>
                  <a:lnTo>
                    <a:pt x="1936345" y="461699"/>
                  </a:lnTo>
                  <a:lnTo>
                    <a:pt x="1980609" y="511086"/>
                  </a:lnTo>
                  <a:lnTo>
                    <a:pt x="2025386" y="562957"/>
                  </a:lnTo>
                  <a:lnTo>
                    <a:pt x="2070641" y="616908"/>
                  </a:lnTo>
                  <a:lnTo>
                    <a:pt x="2116288" y="672446"/>
                  </a:lnTo>
                  <a:lnTo>
                    <a:pt x="2162198" y="729013"/>
                  </a:lnTo>
                  <a:lnTo>
                    <a:pt x="2208220" y="786002"/>
                  </a:lnTo>
                  <a:lnTo>
                    <a:pt x="2254189" y="842791"/>
                  </a:lnTo>
                  <a:lnTo>
                    <a:pt x="2299946" y="898764"/>
                  </a:lnTo>
                  <a:lnTo>
                    <a:pt x="2345353" y="953342"/>
                  </a:lnTo>
                  <a:lnTo>
                    <a:pt x="2390308" y="1006008"/>
                  </a:lnTo>
                  <a:lnTo>
                    <a:pt x="2434755" y="1056323"/>
                  </a:lnTo>
                  <a:lnTo>
                    <a:pt x="2478699" y="1103942"/>
                  </a:lnTo>
                  <a:lnTo>
                    <a:pt x="2522213" y="1148618"/>
                  </a:lnTo>
                  <a:lnTo>
                    <a:pt x="2565445" y="1190203"/>
                  </a:lnTo>
                  <a:lnTo>
                    <a:pt x="2608629" y="1228640"/>
                  </a:lnTo>
                  <a:lnTo>
                    <a:pt x="2652095" y="1263957"/>
                  </a:lnTo>
                  <a:lnTo>
                    <a:pt x="2667772" y="1275835"/>
                  </a:lnTo>
                  <a:lnTo>
                    <a:pt x="2715639" y="1309206"/>
                  </a:lnTo>
                  <a:lnTo>
                    <a:pt x="2765202" y="1339117"/>
                  </a:lnTo>
                  <a:lnTo>
                    <a:pt x="2817289" y="1365761"/>
                  </a:lnTo>
                  <a:lnTo>
                    <a:pt x="2872818" y="1389451"/>
                  </a:lnTo>
                  <a:lnTo>
                    <a:pt x="2932720" y="1410536"/>
                  </a:lnTo>
                  <a:lnTo>
                    <a:pt x="2997850" y="1429350"/>
                  </a:lnTo>
                  <a:lnTo>
                    <a:pt x="3068876" y="1446179"/>
                  </a:lnTo>
                  <a:lnTo>
                    <a:pt x="3146129" y="1461249"/>
                  </a:lnTo>
                  <a:lnTo>
                    <a:pt x="3229406" y="1474720"/>
                  </a:lnTo>
                  <a:lnTo>
                    <a:pt x="3317746" y="1486684"/>
                  </a:lnTo>
                  <a:lnTo>
                    <a:pt x="3409217" y="1497167"/>
                  </a:lnTo>
                  <a:lnTo>
                    <a:pt x="3500811" y="1506154"/>
                  </a:lnTo>
                  <a:lnTo>
                    <a:pt x="3588564" y="1513607"/>
                  </a:lnTo>
                  <a:lnTo>
                    <a:pt x="3667998" y="1519506"/>
                  </a:lnTo>
                  <a:lnTo>
                    <a:pt x="3734881" y="1523888"/>
                  </a:lnTo>
                  <a:lnTo>
                    <a:pt x="3786158" y="1526874"/>
                  </a:lnTo>
                  <a:lnTo>
                    <a:pt x="3820741" y="1528674"/>
                  </a:lnTo>
                  <a:lnTo>
                    <a:pt x="3839898" y="1529570"/>
                  </a:lnTo>
                  <a:lnTo>
                    <a:pt x="3847186" y="1529878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57" y="1529922"/>
                  </a:lnTo>
                  <a:lnTo>
                    <a:pt x="4396649" y="1529979"/>
                  </a:lnTo>
                  <a:lnTo>
                    <a:pt x="4417818" y="1530136"/>
                  </a:lnTo>
                  <a:lnTo>
                    <a:pt x="4455060" y="1530445"/>
                  </a:lnTo>
                  <a:lnTo>
                    <a:pt x="4509350" y="1530951"/>
                  </a:lnTo>
                  <a:lnTo>
                    <a:pt x="4579227" y="1531684"/>
                  </a:lnTo>
                  <a:lnTo>
                    <a:pt x="4661281" y="1532663"/>
                  </a:lnTo>
                  <a:lnTo>
                    <a:pt x="4751033" y="1533892"/>
                  </a:lnTo>
                  <a:lnTo>
                    <a:pt x="4843901" y="1535366"/>
                  </a:lnTo>
                  <a:lnTo>
                    <a:pt x="4935953" y="1537079"/>
                  </a:lnTo>
                  <a:lnTo>
                    <a:pt x="5024306" y="1539030"/>
                  </a:lnTo>
                  <a:lnTo>
                    <a:pt x="5107191" y="1541226"/>
                  </a:lnTo>
                  <a:lnTo>
                    <a:pt x="5183811" y="1543684"/>
                  </a:lnTo>
                  <a:lnTo>
                    <a:pt x="5254106" y="1546432"/>
                  </a:lnTo>
                  <a:lnTo>
                    <a:pt x="5318521" y="1549510"/>
                  </a:lnTo>
                  <a:lnTo>
                    <a:pt x="5377809" y="1552966"/>
                  </a:lnTo>
                  <a:lnTo>
                    <a:pt x="5432884" y="1556856"/>
                  </a:lnTo>
                  <a:lnTo>
                    <a:pt x="5484712" y="1561236"/>
                  </a:lnTo>
                  <a:lnTo>
                    <a:pt x="5534226" y="1566153"/>
                  </a:lnTo>
                  <a:lnTo>
                    <a:pt x="5567201" y="1569840"/>
                  </a:lnTo>
                  <a:lnTo>
                    <a:pt x="5619631" y="1576364"/>
                  </a:lnTo>
                  <a:lnTo>
                    <a:pt x="5671559" y="1583593"/>
                  </a:lnTo>
                  <a:lnTo>
                    <a:pt x="5723570" y="1591536"/>
                  </a:lnTo>
                  <a:lnTo>
                    <a:pt x="5776048" y="1600174"/>
                  </a:lnTo>
                  <a:lnTo>
                    <a:pt x="5829205" y="1609457"/>
                  </a:lnTo>
                  <a:lnTo>
                    <a:pt x="5883100" y="1619303"/>
                  </a:lnTo>
                  <a:lnTo>
                    <a:pt x="5937663" y="1629597"/>
                  </a:lnTo>
                  <a:lnTo>
                    <a:pt x="5992718" y="1640201"/>
                  </a:lnTo>
                  <a:lnTo>
                    <a:pt x="6048022" y="1650954"/>
                  </a:lnTo>
                  <a:lnTo>
                    <a:pt x="6103291" y="1661687"/>
                  </a:lnTo>
                  <a:lnTo>
                    <a:pt x="6158252" y="1672232"/>
                  </a:lnTo>
                  <a:lnTo>
                    <a:pt x="6212670" y="1682433"/>
                  </a:lnTo>
                  <a:lnTo>
                    <a:pt x="6266394" y="1692156"/>
                  </a:lnTo>
                  <a:lnTo>
                    <a:pt x="6319382" y="1701294"/>
                  </a:lnTo>
                  <a:lnTo>
                    <a:pt x="6371726" y="1709773"/>
                  </a:lnTo>
                  <a:lnTo>
                    <a:pt x="6423676" y="1717550"/>
                  </a:lnTo>
                  <a:lnTo>
                    <a:pt x="6475661" y="1724612"/>
                  </a:lnTo>
                  <a:lnTo>
                    <a:pt x="6515891" y="1729547"/>
                  </a:lnTo>
                  <a:lnTo>
                    <a:pt x="6564297" y="1734846"/>
                  </a:lnTo>
                  <a:lnTo>
                    <a:pt x="6614447" y="1739589"/>
                  </a:lnTo>
                  <a:lnTo>
                    <a:pt x="6667196" y="1743809"/>
                  </a:lnTo>
                  <a:lnTo>
                    <a:pt x="6723497" y="1747556"/>
                  </a:lnTo>
                  <a:lnTo>
                    <a:pt x="6784309" y="1750887"/>
                  </a:lnTo>
                  <a:lnTo>
                    <a:pt x="6850510" y="1753856"/>
                  </a:lnTo>
                  <a:lnTo>
                    <a:pt x="6922773" y="1756508"/>
                  </a:lnTo>
                  <a:lnTo>
                    <a:pt x="7001407" y="1758881"/>
                  </a:lnTo>
                  <a:lnTo>
                    <a:pt x="7086146" y="1760998"/>
                  </a:lnTo>
                  <a:lnTo>
                    <a:pt x="7175909" y="1762874"/>
                  </a:lnTo>
                  <a:lnTo>
                    <a:pt x="7268583" y="1764512"/>
                  </a:lnTo>
                  <a:lnTo>
                    <a:pt x="7360934" y="1765910"/>
                  </a:lnTo>
                  <a:lnTo>
                    <a:pt x="7448765" y="1767059"/>
                  </a:lnTo>
                  <a:lnTo>
                    <a:pt x="7527428" y="1767960"/>
                  </a:lnTo>
                  <a:lnTo>
                    <a:pt x="7592677" y="1768619"/>
                  </a:lnTo>
                  <a:lnTo>
                    <a:pt x="7641633" y="1769058"/>
                  </a:lnTo>
                  <a:lnTo>
                    <a:pt x="7673577" y="1769314"/>
                  </a:lnTo>
                  <a:lnTo>
                    <a:pt x="7690271" y="1769435"/>
                  </a:lnTo>
                  <a:lnTo>
                    <a:pt x="7695812" y="1769471"/>
                  </a:lnTo>
                  <a:lnTo>
                    <a:pt x="7696237" y="1769473"/>
                  </a:lnTo>
                  <a:lnTo>
                    <a:pt x="8234974" y="1769473"/>
                  </a:lnTo>
                  <a:lnTo>
                    <a:pt x="8234974" y="1764029"/>
                  </a:lnTo>
                  <a:lnTo>
                    <a:pt x="7696237" y="1764029"/>
                  </a:lnTo>
                  <a:lnTo>
                    <a:pt x="7694936" y="1764021"/>
                  </a:lnTo>
                  <a:lnTo>
                    <a:pt x="7686443" y="1763964"/>
                  </a:lnTo>
                  <a:lnTo>
                    <a:pt x="7665274" y="1763806"/>
                  </a:lnTo>
                  <a:lnTo>
                    <a:pt x="7628032" y="1763497"/>
                  </a:lnTo>
                  <a:lnTo>
                    <a:pt x="7573743" y="1762991"/>
                  </a:lnTo>
                  <a:lnTo>
                    <a:pt x="7503865" y="1762258"/>
                  </a:lnTo>
                  <a:lnTo>
                    <a:pt x="7421811" y="1761279"/>
                  </a:lnTo>
                  <a:lnTo>
                    <a:pt x="7332059" y="1760050"/>
                  </a:lnTo>
                  <a:lnTo>
                    <a:pt x="7239191" y="1758577"/>
                  </a:lnTo>
                  <a:lnTo>
                    <a:pt x="7147139" y="1756863"/>
                  </a:lnTo>
                  <a:lnTo>
                    <a:pt x="7058786" y="1754912"/>
                  </a:lnTo>
                  <a:lnTo>
                    <a:pt x="6975901" y="1752716"/>
                  </a:lnTo>
                  <a:lnTo>
                    <a:pt x="6899281" y="1750258"/>
                  </a:lnTo>
                  <a:lnTo>
                    <a:pt x="6828986" y="1747510"/>
                  </a:lnTo>
                  <a:lnTo>
                    <a:pt x="6764571" y="1744432"/>
                  </a:lnTo>
                  <a:lnTo>
                    <a:pt x="6705284" y="1740976"/>
                  </a:lnTo>
                  <a:lnTo>
                    <a:pt x="6650209" y="1737086"/>
                  </a:lnTo>
                  <a:lnTo>
                    <a:pt x="6598380" y="1732706"/>
                  </a:lnTo>
                  <a:lnTo>
                    <a:pt x="6548866" y="1727789"/>
                  </a:lnTo>
                  <a:lnTo>
                    <a:pt x="6515891" y="1724102"/>
                  </a:lnTo>
                  <a:lnTo>
                    <a:pt x="6463461" y="1717578"/>
                  </a:lnTo>
                  <a:lnTo>
                    <a:pt x="6411534" y="1710349"/>
                  </a:lnTo>
                  <a:lnTo>
                    <a:pt x="6359522" y="1702406"/>
                  </a:lnTo>
                  <a:lnTo>
                    <a:pt x="6307044" y="1693768"/>
                  </a:lnTo>
                  <a:lnTo>
                    <a:pt x="6253887" y="1684485"/>
                  </a:lnTo>
                  <a:lnTo>
                    <a:pt x="6199992" y="1674640"/>
                  </a:lnTo>
                  <a:lnTo>
                    <a:pt x="6145430" y="1664345"/>
                  </a:lnTo>
                  <a:lnTo>
                    <a:pt x="6090374" y="1653741"/>
                  </a:lnTo>
                  <a:lnTo>
                    <a:pt x="6035071" y="1642988"/>
                  </a:lnTo>
                  <a:lnTo>
                    <a:pt x="5979801" y="1632255"/>
                  </a:lnTo>
                  <a:lnTo>
                    <a:pt x="5924841" y="1621710"/>
                  </a:lnTo>
                  <a:lnTo>
                    <a:pt x="5870423" y="1611509"/>
                  </a:lnTo>
                  <a:lnTo>
                    <a:pt x="5816698" y="1601786"/>
                  </a:lnTo>
                  <a:lnTo>
                    <a:pt x="5763711" y="1592648"/>
                  </a:lnTo>
                  <a:lnTo>
                    <a:pt x="5711367" y="1584169"/>
                  </a:lnTo>
                  <a:lnTo>
                    <a:pt x="5659416" y="1576393"/>
                  </a:lnTo>
                  <a:lnTo>
                    <a:pt x="5607432" y="1569330"/>
                  </a:lnTo>
                  <a:lnTo>
                    <a:pt x="5567201" y="1564396"/>
                  </a:lnTo>
                  <a:lnTo>
                    <a:pt x="5518796" y="1559097"/>
                  </a:lnTo>
                  <a:lnTo>
                    <a:pt x="5468646" y="1554353"/>
                  </a:lnTo>
                  <a:lnTo>
                    <a:pt x="5415897" y="1550133"/>
                  </a:lnTo>
                  <a:lnTo>
                    <a:pt x="5359596" y="1546386"/>
                  </a:lnTo>
                  <a:lnTo>
                    <a:pt x="5298784" y="1543055"/>
                  </a:lnTo>
                  <a:lnTo>
                    <a:pt x="5232583" y="1540087"/>
                  </a:lnTo>
                  <a:lnTo>
                    <a:pt x="5160320" y="1537434"/>
                  </a:lnTo>
                  <a:lnTo>
                    <a:pt x="5081686" y="1535061"/>
                  </a:lnTo>
                  <a:lnTo>
                    <a:pt x="4996947" y="1532944"/>
                  </a:lnTo>
                  <a:lnTo>
                    <a:pt x="4907184" y="1531068"/>
                  </a:lnTo>
                  <a:lnTo>
                    <a:pt x="4814509" y="1529430"/>
                  </a:lnTo>
                  <a:lnTo>
                    <a:pt x="4722158" y="1528033"/>
                  </a:lnTo>
                  <a:lnTo>
                    <a:pt x="4634328" y="1526883"/>
                  </a:lnTo>
                  <a:lnTo>
                    <a:pt x="4555664" y="1525982"/>
                  </a:lnTo>
                  <a:lnTo>
                    <a:pt x="4490416" y="1525323"/>
                  </a:lnTo>
                  <a:lnTo>
                    <a:pt x="4441460" y="1524884"/>
                  </a:lnTo>
                  <a:lnTo>
                    <a:pt x="4409516" y="1524628"/>
                  </a:lnTo>
                  <a:lnTo>
                    <a:pt x="4392821" y="1524508"/>
                  </a:lnTo>
                  <a:lnTo>
                    <a:pt x="4387281" y="1524472"/>
                  </a:lnTo>
                  <a:lnTo>
                    <a:pt x="4386855" y="1524469"/>
                  </a:lnTo>
                  <a:lnTo>
                    <a:pt x="3848118" y="1524469"/>
                  </a:lnTo>
                  <a:lnTo>
                    <a:pt x="3846858" y="1524420"/>
                  </a:lnTo>
                  <a:lnTo>
                    <a:pt x="3838630" y="1524069"/>
                  </a:lnTo>
                  <a:lnTo>
                    <a:pt x="3818096" y="1523099"/>
                  </a:lnTo>
                  <a:lnTo>
                    <a:pt x="3781908" y="1521195"/>
                  </a:lnTo>
                  <a:lnTo>
                    <a:pt x="3729031" y="1518082"/>
                  </a:lnTo>
                  <a:lnTo>
                    <a:pt x="3660768" y="1513556"/>
                  </a:lnTo>
                  <a:lnTo>
                    <a:pt x="3580330" y="1507507"/>
                  </a:lnTo>
                  <a:lnTo>
                    <a:pt x="3492010" y="1499903"/>
                  </a:lnTo>
                  <a:lnTo>
                    <a:pt x="3400268" y="1490769"/>
                  </a:lnTo>
                  <a:lnTo>
                    <a:pt x="3308987" y="1480142"/>
                  </a:lnTo>
                  <a:lnTo>
                    <a:pt x="3221071" y="1468034"/>
                  </a:lnTo>
                  <a:lnTo>
                    <a:pt x="3138351" y="1454413"/>
                  </a:lnTo>
                  <a:lnTo>
                    <a:pt x="3061704" y="1439180"/>
                  </a:lnTo>
                  <a:lnTo>
                    <a:pt x="2991272" y="1422169"/>
                  </a:lnTo>
                  <a:lnTo>
                    <a:pt x="2926683" y="1403148"/>
                  </a:lnTo>
                  <a:lnTo>
                    <a:pt x="2867245" y="1381824"/>
                  </a:lnTo>
                  <a:lnTo>
                    <a:pt x="2812092" y="1357862"/>
                  </a:lnTo>
                  <a:lnTo>
                    <a:pt x="2760290" y="1330914"/>
                  </a:lnTo>
                  <a:lnTo>
                    <a:pt x="2710925" y="1300672"/>
                  </a:lnTo>
                  <a:lnTo>
                    <a:pt x="2667772" y="1270391"/>
                  </a:lnTo>
                  <a:lnTo>
                    <a:pt x="2624104" y="1236166"/>
                  </a:lnTo>
                  <a:lnTo>
                    <a:pt x="2580863" y="1198851"/>
                  </a:lnTo>
                  <a:lnTo>
                    <a:pt x="2537680" y="1158389"/>
                  </a:lnTo>
                  <a:lnTo>
                    <a:pt x="2494288" y="1114805"/>
                  </a:lnTo>
                  <a:lnTo>
                    <a:pt x="2450509" y="1068214"/>
                  </a:lnTo>
                  <a:lnTo>
                    <a:pt x="2406245" y="1018827"/>
                  </a:lnTo>
                  <a:lnTo>
                    <a:pt x="2361469" y="966956"/>
                  </a:lnTo>
                  <a:lnTo>
                    <a:pt x="2316213" y="913005"/>
                  </a:lnTo>
                  <a:lnTo>
                    <a:pt x="2270567" y="857467"/>
                  </a:lnTo>
                  <a:lnTo>
                    <a:pt x="2224656" y="800901"/>
                  </a:lnTo>
                  <a:lnTo>
                    <a:pt x="2178635" y="743911"/>
                  </a:lnTo>
                  <a:lnTo>
                    <a:pt x="2132666" y="687122"/>
                  </a:lnTo>
                  <a:lnTo>
                    <a:pt x="2086909" y="631149"/>
                  </a:lnTo>
                  <a:lnTo>
                    <a:pt x="2041502" y="576571"/>
                  </a:lnTo>
                  <a:lnTo>
                    <a:pt x="1996547" y="523906"/>
                  </a:lnTo>
                  <a:lnTo>
                    <a:pt x="1952100" y="473590"/>
                  </a:lnTo>
                  <a:lnTo>
                    <a:pt x="1908155" y="425971"/>
                  </a:lnTo>
                  <a:lnTo>
                    <a:pt x="1864641" y="381295"/>
                  </a:lnTo>
                  <a:lnTo>
                    <a:pt x="1821409" y="339711"/>
                  </a:lnTo>
                  <a:lnTo>
                    <a:pt x="1778225" y="301274"/>
                  </a:lnTo>
                  <a:lnTo>
                    <a:pt x="1734759" y="265956"/>
                  </a:lnTo>
                  <a:lnTo>
                    <a:pt x="1719082" y="254078"/>
                  </a:lnTo>
                  <a:lnTo>
                    <a:pt x="1671216" y="220707"/>
                  </a:lnTo>
                  <a:lnTo>
                    <a:pt x="1621652" y="190796"/>
                  </a:lnTo>
                  <a:lnTo>
                    <a:pt x="1569566" y="164153"/>
                  </a:lnTo>
                  <a:lnTo>
                    <a:pt x="1514037" y="140463"/>
                  </a:lnTo>
                  <a:lnTo>
                    <a:pt x="1454135" y="119377"/>
                  </a:lnTo>
                  <a:lnTo>
                    <a:pt x="1389004" y="100563"/>
                  </a:lnTo>
                  <a:lnTo>
                    <a:pt x="1317978" y="83734"/>
                  </a:lnTo>
                  <a:lnTo>
                    <a:pt x="1240725" y="68664"/>
                  </a:lnTo>
                  <a:lnTo>
                    <a:pt x="1157448" y="55193"/>
                  </a:lnTo>
                  <a:lnTo>
                    <a:pt x="1069108" y="43230"/>
                  </a:lnTo>
                  <a:lnTo>
                    <a:pt x="977638" y="32746"/>
                  </a:lnTo>
                  <a:lnTo>
                    <a:pt x="886044" y="23759"/>
                  </a:lnTo>
                  <a:lnTo>
                    <a:pt x="798290" y="16306"/>
                  </a:lnTo>
                  <a:lnTo>
                    <a:pt x="718857" y="10407"/>
                  </a:lnTo>
                  <a:lnTo>
                    <a:pt x="651974" y="6025"/>
                  </a:lnTo>
                  <a:lnTo>
                    <a:pt x="600696" y="3039"/>
                  </a:lnTo>
                  <a:lnTo>
                    <a:pt x="566114" y="1239"/>
                  </a:lnTo>
                  <a:lnTo>
                    <a:pt x="546956" y="343"/>
                  </a:lnTo>
                  <a:lnTo>
                    <a:pt x="539669" y="3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546595" y="1991810"/>
              <a:ext cx="8234974" cy="1764029"/>
            </a:xfrm>
            <a:custGeom>
              <a:avLst/>
              <a:pathLst>
                <a:path w="8234974" h="1764029">
                  <a:moveTo>
                    <a:pt x="0" y="0"/>
                  </a:moveTo>
                  <a:lnTo>
                    <a:pt x="538736" y="0"/>
                  </a:lnTo>
                  <a:lnTo>
                    <a:pt x="539996" y="49"/>
                  </a:lnTo>
                  <a:lnTo>
                    <a:pt x="548224" y="399"/>
                  </a:lnTo>
                  <a:lnTo>
                    <a:pt x="568759" y="1370"/>
                  </a:lnTo>
                  <a:lnTo>
                    <a:pt x="604946" y="3273"/>
                  </a:lnTo>
                  <a:lnTo>
                    <a:pt x="657824" y="6387"/>
                  </a:lnTo>
                  <a:lnTo>
                    <a:pt x="726086" y="10912"/>
                  </a:lnTo>
                  <a:lnTo>
                    <a:pt x="806524" y="16962"/>
                  </a:lnTo>
                  <a:lnTo>
                    <a:pt x="894844" y="24565"/>
                  </a:lnTo>
                  <a:lnTo>
                    <a:pt x="986587" y="33699"/>
                  </a:lnTo>
                  <a:lnTo>
                    <a:pt x="1077868" y="44327"/>
                  </a:lnTo>
                  <a:lnTo>
                    <a:pt x="1165784" y="56434"/>
                  </a:lnTo>
                  <a:lnTo>
                    <a:pt x="1248504" y="70056"/>
                  </a:lnTo>
                  <a:lnTo>
                    <a:pt x="1325150" y="85289"/>
                  </a:lnTo>
                  <a:lnTo>
                    <a:pt x="1395583" y="102300"/>
                  </a:lnTo>
                  <a:lnTo>
                    <a:pt x="1460171" y="121321"/>
                  </a:lnTo>
                  <a:lnTo>
                    <a:pt x="1519609" y="142644"/>
                  </a:lnTo>
                  <a:lnTo>
                    <a:pt x="1574763" y="166606"/>
                  </a:lnTo>
                  <a:lnTo>
                    <a:pt x="1626564" y="193554"/>
                  </a:lnTo>
                  <a:lnTo>
                    <a:pt x="1675929" y="223796"/>
                  </a:lnTo>
                  <a:lnTo>
                    <a:pt x="1719082" y="254078"/>
                  </a:lnTo>
                  <a:lnTo>
                    <a:pt x="1762750" y="288302"/>
                  </a:lnTo>
                  <a:lnTo>
                    <a:pt x="1805992" y="325618"/>
                  </a:lnTo>
                  <a:lnTo>
                    <a:pt x="1849175" y="366080"/>
                  </a:lnTo>
                  <a:lnTo>
                    <a:pt x="1892567" y="409664"/>
                  </a:lnTo>
                  <a:lnTo>
                    <a:pt x="1936345" y="456255"/>
                  </a:lnTo>
                  <a:lnTo>
                    <a:pt x="1980609" y="505641"/>
                  </a:lnTo>
                  <a:lnTo>
                    <a:pt x="2025386" y="557513"/>
                  </a:lnTo>
                  <a:lnTo>
                    <a:pt x="2070641" y="611463"/>
                  </a:lnTo>
                  <a:lnTo>
                    <a:pt x="2116288" y="667001"/>
                  </a:lnTo>
                  <a:lnTo>
                    <a:pt x="2162198" y="723568"/>
                  </a:lnTo>
                  <a:lnTo>
                    <a:pt x="2208220" y="780558"/>
                  </a:lnTo>
                  <a:lnTo>
                    <a:pt x="2254189" y="837347"/>
                  </a:lnTo>
                  <a:lnTo>
                    <a:pt x="2299946" y="893319"/>
                  </a:lnTo>
                  <a:lnTo>
                    <a:pt x="2345353" y="947897"/>
                  </a:lnTo>
                  <a:lnTo>
                    <a:pt x="2390308" y="1000563"/>
                  </a:lnTo>
                  <a:lnTo>
                    <a:pt x="2434755" y="1050878"/>
                  </a:lnTo>
                  <a:lnTo>
                    <a:pt x="2478699" y="1098497"/>
                  </a:lnTo>
                  <a:lnTo>
                    <a:pt x="2522213" y="1143173"/>
                  </a:lnTo>
                  <a:lnTo>
                    <a:pt x="2565445" y="1184758"/>
                  </a:lnTo>
                  <a:lnTo>
                    <a:pt x="2608629" y="1223195"/>
                  </a:lnTo>
                  <a:lnTo>
                    <a:pt x="2652095" y="1258513"/>
                  </a:lnTo>
                  <a:lnTo>
                    <a:pt x="2667772" y="1270391"/>
                  </a:lnTo>
                  <a:lnTo>
                    <a:pt x="2715639" y="1303761"/>
                  </a:lnTo>
                  <a:lnTo>
                    <a:pt x="2765202" y="1333673"/>
                  </a:lnTo>
                  <a:lnTo>
                    <a:pt x="2817289" y="1360316"/>
                  </a:lnTo>
                  <a:lnTo>
                    <a:pt x="2872818" y="1384006"/>
                  </a:lnTo>
                  <a:lnTo>
                    <a:pt x="2932720" y="1405092"/>
                  </a:lnTo>
                  <a:lnTo>
                    <a:pt x="2997850" y="1423906"/>
                  </a:lnTo>
                  <a:lnTo>
                    <a:pt x="3068876" y="1440734"/>
                  </a:lnTo>
                  <a:lnTo>
                    <a:pt x="3146129" y="1455805"/>
                  </a:lnTo>
                  <a:lnTo>
                    <a:pt x="3229406" y="1469276"/>
                  </a:lnTo>
                  <a:lnTo>
                    <a:pt x="3317746" y="1481239"/>
                  </a:lnTo>
                  <a:lnTo>
                    <a:pt x="3409217" y="1491723"/>
                  </a:lnTo>
                  <a:lnTo>
                    <a:pt x="3500811" y="1500710"/>
                  </a:lnTo>
                  <a:lnTo>
                    <a:pt x="3588564" y="1508163"/>
                  </a:lnTo>
                  <a:lnTo>
                    <a:pt x="3667998" y="1514062"/>
                  </a:lnTo>
                  <a:lnTo>
                    <a:pt x="3734881" y="1518444"/>
                  </a:lnTo>
                  <a:lnTo>
                    <a:pt x="3786158" y="1521429"/>
                  </a:lnTo>
                  <a:lnTo>
                    <a:pt x="3820741" y="1523229"/>
                  </a:lnTo>
                  <a:lnTo>
                    <a:pt x="3839898" y="1524125"/>
                  </a:lnTo>
                  <a:lnTo>
                    <a:pt x="3847186" y="1524433"/>
                  </a:lnTo>
                  <a:lnTo>
                    <a:pt x="3848118" y="1524469"/>
                  </a:lnTo>
                  <a:lnTo>
                    <a:pt x="4386855" y="1524469"/>
                  </a:lnTo>
                  <a:lnTo>
                    <a:pt x="4388157" y="1524477"/>
                  </a:lnTo>
                  <a:lnTo>
                    <a:pt x="4396649" y="1524534"/>
                  </a:lnTo>
                  <a:lnTo>
                    <a:pt x="4417818" y="1524692"/>
                  </a:lnTo>
                  <a:lnTo>
                    <a:pt x="4455060" y="1525001"/>
                  </a:lnTo>
                  <a:lnTo>
                    <a:pt x="4509350" y="1525506"/>
                  </a:lnTo>
                  <a:lnTo>
                    <a:pt x="4579227" y="1526240"/>
                  </a:lnTo>
                  <a:lnTo>
                    <a:pt x="4661281" y="1527219"/>
                  </a:lnTo>
                  <a:lnTo>
                    <a:pt x="4751033" y="1528447"/>
                  </a:lnTo>
                  <a:lnTo>
                    <a:pt x="4843901" y="1529921"/>
                  </a:lnTo>
                  <a:lnTo>
                    <a:pt x="4935953" y="1531634"/>
                  </a:lnTo>
                  <a:lnTo>
                    <a:pt x="5024306" y="1533586"/>
                  </a:lnTo>
                  <a:lnTo>
                    <a:pt x="5107191" y="1535782"/>
                  </a:lnTo>
                  <a:lnTo>
                    <a:pt x="5183811" y="1538239"/>
                  </a:lnTo>
                  <a:lnTo>
                    <a:pt x="5254106" y="1540987"/>
                  </a:lnTo>
                  <a:lnTo>
                    <a:pt x="5318521" y="1544065"/>
                  </a:lnTo>
                  <a:lnTo>
                    <a:pt x="5377809" y="1547522"/>
                  </a:lnTo>
                  <a:lnTo>
                    <a:pt x="5432884" y="1551412"/>
                  </a:lnTo>
                  <a:lnTo>
                    <a:pt x="5484712" y="1555792"/>
                  </a:lnTo>
                  <a:lnTo>
                    <a:pt x="5534226" y="1560709"/>
                  </a:lnTo>
                  <a:lnTo>
                    <a:pt x="5567201" y="1564396"/>
                  </a:lnTo>
                  <a:lnTo>
                    <a:pt x="5619631" y="1570920"/>
                  </a:lnTo>
                  <a:lnTo>
                    <a:pt x="5671559" y="1578149"/>
                  </a:lnTo>
                  <a:lnTo>
                    <a:pt x="5723570" y="1586092"/>
                  </a:lnTo>
                  <a:lnTo>
                    <a:pt x="5776048" y="1594730"/>
                  </a:lnTo>
                  <a:lnTo>
                    <a:pt x="5829205" y="1604012"/>
                  </a:lnTo>
                  <a:lnTo>
                    <a:pt x="5883100" y="1613858"/>
                  </a:lnTo>
                  <a:lnTo>
                    <a:pt x="5937663" y="1624153"/>
                  </a:lnTo>
                  <a:lnTo>
                    <a:pt x="5992718" y="1634756"/>
                  </a:lnTo>
                  <a:lnTo>
                    <a:pt x="6048022" y="1645509"/>
                  </a:lnTo>
                  <a:lnTo>
                    <a:pt x="6103291" y="1656242"/>
                  </a:lnTo>
                  <a:lnTo>
                    <a:pt x="6158252" y="1666788"/>
                  </a:lnTo>
                  <a:lnTo>
                    <a:pt x="6212670" y="1676989"/>
                  </a:lnTo>
                  <a:lnTo>
                    <a:pt x="6266394" y="1686712"/>
                  </a:lnTo>
                  <a:lnTo>
                    <a:pt x="6319382" y="1695850"/>
                  </a:lnTo>
                  <a:lnTo>
                    <a:pt x="6371726" y="1704328"/>
                  </a:lnTo>
                  <a:lnTo>
                    <a:pt x="6423676" y="1712105"/>
                  </a:lnTo>
                  <a:lnTo>
                    <a:pt x="6475661" y="1719167"/>
                  </a:lnTo>
                  <a:lnTo>
                    <a:pt x="6515891" y="1724102"/>
                  </a:lnTo>
                  <a:lnTo>
                    <a:pt x="6564297" y="1729401"/>
                  </a:lnTo>
                  <a:lnTo>
                    <a:pt x="6614447" y="1734145"/>
                  </a:lnTo>
                  <a:lnTo>
                    <a:pt x="6667196" y="1738364"/>
                  </a:lnTo>
                  <a:lnTo>
                    <a:pt x="6723497" y="1742111"/>
                  </a:lnTo>
                  <a:lnTo>
                    <a:pt x="6784309" y="1745442"/>
                  </a:lnTo>
                  <a:lnTo>
                    <a:pt x="6850510" y="1748411"/>
                  </a:lnTo>
                  <a:lnTo>
                    <a:pt x="6922773" y="1751064"/>
                  </a:lnTo>
                  <a:lnTo>
                    <a:pt x="7001407" y="1753436"/>
                  </a:lnTo>
                  <a:lnTo>
                    <a:pt x="7086146" y="1755554"/>
                  </a:lnTo>
                  <a:lnTo>
                    <a:pt x="7175909" y="1757430"/>
                  </a:lnTo>
                  <a:lnTo>
                    <a:pt x="7268583" y="1759068"/>
                  </a:lnTo>
                  <a:lnTo>
                    <a:pt x="7360934" y="1760465"/>
                  </a:lnTo>
                  <a:lnTo>
                    <a:pt x="7448765" y="1761615"/>
                  </a:lnTo>
                  <a:lnTo>
                    <a:pt x="7527428" y="1762515"/>
                  </a:lnTo>
                  <a:lnTo>
                    <a:pt x="7592677" y="1763174"/>
                  </a:lnTo>
                  <a:lnTo>
                    <a:pt x="7641633" y="1763614"/>
                  </a:lnTo>
                  <a:lnTo>
                    <a:pt x="7673577" y="1763870"/>
                  </a:lnTo>
                  <a:lnTo>
                    <a:pt x="7690271" y="1763990"/>
                  </a:lnTo>
                  <a:lnTo>
                    <a:pt x="7695812" y="1764026"/>
                  </a:lnTo>
                  <a:lnTo>
                    <a:pt x="7696237" y="1764029"/>
                  </a:lnTo>
                  <a:lnTo>
                    <a:pt x="8234974" y="17640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546595" y="1986366"/>
              <a:ext cx="8234974" cy="1764029"/>
            </a:xfrm>
            <a:custGeom>
              <a:avLst/>
              <a:pathLst>
                <a:path w="8234974" h="1764029">
                  <a:moveTo>
                    <a:pt x="8234974" y="1764029"/>
                  </a:moveTo>
                  <a:lnTo>
                    <a:pt x="7696237" y="1764029"/>
                  </a:lnTo>
                  <a:lnTo>
                    <a:pt x="7694936" y="1764021"/>
                  </a:lnTo>
                  <a:lnTo>
                    <a:pt x="7686443" y="1763964"/>
                  </a:lnTo>
                  <a:lnTo>
                    <a:pt x="7665274" y="1763806"/>
                  </a:lnTo>
                  <a:lnTo>
                    <a:pt x="7628032" y="1763497"/>
                  </a:lnTo>
                  <a:lnTo>
                    <a:pt x="7573743" y="1762991"/>
                  </a:lnTo>
                  <a:lnTo>
                    <a:pt x="7503865" y="1762258"/>
                  </a:lnTo>
                  <a:lnTo>
                    <a:pt x="7421811" y="1761279"/>
                  </a:lnTo>
                  <a:lnTo>
                    <a:pt x="7332059" y="1760050"/>
                  </a:lnTo>
                  <a:lnTo>
                    <a:pt x="7239191" y="1758577"/>
                  </a:lnTo>
                  <a:lnTo>
                    <a:pt x="7147139" y="1756863"/>
                  </a:lnTo>
                  <a:lnTo>
                    <a:pt x="7058786" y="1754912"/>
                  </a:lnTo>
                  <a:lnTo>
                    <a:pt x="6975901" y="1752716"/>
                  </a:lnTo>
                  <a:lnTo>
                    <a:pt x="6899281" y="1750258"/>
                  </a:lnTo>
                  <a:lnTo>
                    <a:pt x="6828986" y="1747510"/>
                  </a:lnTo>
                  <a:lnTo>
                    <a:pt x="6764571" y="1744432"/>
                  </a:lnTo>
                  <a:lnTo>
                    <a:pt x="6705284" y="1740976"/>
                  </a:lnTo>
                  <a:lnTo>
                    <a:pt x="6650209" y="1737086"/>
                  </a:lnTo>
                  <a:lnTo>
                    <a:pt x="6598380" y="1732706"/>
                  </a:lnTo>
                  <a:lnTo>
                    <a:pt x="6548866" y="1727789"/>
                  </a:lnTo>
                  <a:lnTo>
                    <a:pt x="6515891" y="1724102"/>
                  </a:lnTo>
                  <a:lnTo>
                    <a:pt x="6463461" y="1717578"/>
                  </a:lnTo>
                  <a:lnTo>
                    <a:pt x="6411534" y="1710349"/>
                  </a:lnTo>
                  <a:lnTo>
                    <a:pt x="6359522" y="1702406"/>
                  </a:lnTo>
                  <a:lnTo>
                    <a:pt x="6307044" y="1693768"/>
                  </a:lnTo>
                  <a:lnTo>
                    <a:pt x="6253887" y="1684485"/>
                  </a:lnTo>
                  <a:lnTo>
                    <a:pt x="6199992" y="1674640"/>
                  </a:lnTo>
                  <a:lnTo>
                    <a:pt x="6145430" y="1664345"/>
                  </a:lnTo>
                  <a:lnTo>
                    <a:pt x="6090374" y="1653741"/>
                  </a:lnTo>
                  <a:lnTo>
                    <a:pt x="6035071" y="1642988"/>
                  </a:lnTo>
                  <a:lnTo>
                    <a:pt x="5979801" y="1632255"/>
                  </a:lnTo>
                  <a:lnTo>
                    <a:pt x="5924841" y="1621710"/>
                  </a:lnTo>
                  <a:lnTo>
                    <a:pt x="5870423" y="1611509"/>
                  </a:lnTo>
                  <a:lnTo>
                    <a:pt x="5816698" y="1601786"/>
                  </a:lnTo>
                  <a:lnTo>
                    <a:pt x="5763711" y="1592648"/>
                  </a:lnTo>
                  <a:lnTo>
                    <a:pt x="5711367" y="1584169"/>
                  </a:lnTo>
                  <a:lnTo>
                    <a:pt x="5659416" y="1576393"/>
                  </a:lnTo>
                  <a:lnTo>
                    <a:pt x="5607432" y="1569330"/>
                  </a:lnTo>
                  <a:lnTo>
                    <a:pt x="5567201" y="1564396"/>
                  </a:lnTo>
                  <a:lnTo>
                    <a:pt x="5518796" y="1559097"/>
                  </a:lnTo>
                  <a:lnTo>
                    <a:pt x="5468646" y="1554353"/>
                  </a:lnTo>
                  <a:lnTo>
                    <a:pt x="5415897" y="1550133"/>
                  </a:lnTo>
                  <a:lnTo>
                    <a:pt x="5359596" y="1546386"/>
                  </a:lnTo>
                  <a:lnTo>
                    <a:pt x="5298784" y="1543055"/>
                  </a:lnTo>
                  <a:lnTo>
                    <a:pt x="5232583" y="1540087"/>
                  </a:lnTo>
                  <a:lnTo>
                    <a:pt x="5160320" y="1537434"/>
                  </a:lnTo>
                  <a:lnTo>
                    <a:pt x="5081686" y="1535061"/>
                  </a:lnTo>
                  <a:lnTo>
                    <a:pt x="4996947" y="1532944"/>
                  </a:lnTo>
                  <a:lnTo>
                    <a:pt x="4907184" y="1531068"/>
                  </a:lnTo>
                  <a:lnTo>
                    <a:pt x="4814509" y="1529430"/>
                  </a:lnTo>
                  <a:lnTo>
                    <a:pt x="4722158" y="1528033"/>
                  </a:lnTo>
                  <a:lnTo>
                    <a:pt x="4634328" y="1526883"/>
                  </a:lnTo>
                  <a:lnTo>
                    <a:pt x="4555664" y="1525982"/>
                  </a:lnTo>
                  <a:lnTo>
                    <a:pt x="4490416" y="1525323"/>
                  </a:lnTo>
                  <a:lnTo>
                    <a:pt x="4441460" y="1524884"/>
                  </a:lnTo>
                  <a:lnTo>
                    <a:pt x="4409516" y="1524628"/>
                  </a:lnTo>
                  <a:lnTo>
                    <a:pt x="4392821" y="1524508"/>
                  </a:lnTo>
                  <a:lnTo>
                    <a:pt x="4387281" y="1524472"/>
                  </a:lnTo>
                  <a:lnTo>
                    <a:pt x="4386855" y="1524469"/>
                  </a:lnTo>
                  <a:lnTo>
                    <a:pt x="3848118" y="1524469"/>
                  </a:lnTo>
                  <a:lnTo>
                    <a:pt x="3846858" y="1524420"/>
                  </a:lnTo>
                  <a:lnTo>
                    <a:pt x="3838630" y="1524069"/>
                  </a:lnTo>
                  <a:lnTo>
                    <a:pt x="3818096" y="1523099"/>
                  </a:lnTo>
                  <a:lnTo>
                    <a:pt x="3781908" y="1521195"/>
                  </a:lnTo>
                  <a:lnTo>
                    <a:pt x="3729031" y="1518082"/>
                  </a:lnTo>
                  <a:lnTo>
                    <a:pt x="3660768" y="1513556"/>
                  </a:lnTo>
                  <a:lnTo>
                    <a:pt x="3580330" y="1507507"/>
                  </a:lnTo>
                  <a:lnTo>
                    <a:pt x="3492010" y="1499903"/>
                  </a:lnTo>
                  <a:lnTo>
                    <a:pt x="3400268" y="1490769"/>
                  </a:lnTo>
                  <a:lnTo>
                    <a:pt x="3308987" y="1480142"/>
                  </a:lnTo>
                  <a:lnTo>
                    <a:pt x="3221071" y="1468034"/>
                  </a:lnTo>
                  <a:lnTo>
                    <a:pt x="3138351" y="1454413"/>
                  </a:lnTo>
                  <a:lnTo>
                    <a:pt x="3061704" y="1439180"/>
                  </a:lnTo>
                  <a:lnTo>
                    <a:pt x="2991272" y="1422169"/>
                  </a:lnTo>
                  <a:lnTo>
                    <a:pt x="2926683" y="1403148"/>
                  </a:lnTo>
                  <a:lnTo>
                    <a:pt x="2867245" y="1381824"/>
                  </a:lnTo>
                  <a:lnTo>
                    <a:pt x="2812092" y="1357862"/>
                  </a:lnTo>
                  <a:lnTo>
                    <a:pt x="2760290" y="1330914"/>
                  </a:lnTo>
                  <a:lnTo>
                    <a:pt x="2710925" y="1300672"/>
                  </a:lnTo>
                  <a:lnTo>
                    <a:pt x="2667772" y="1270391"/>
                  </a:lnTo>
                  <a:lnTo>
                    <a:pt x="2624104" y="1236166"/>
                  </a:lnTo>
                  <a:lnTo>
                    <a:pt x="2580863" y="1198851"/>
                  </a:lnTo>
                  <a:lnTo>
                    <a:pt x="2537680" y="1158389"/>
                  </a:lnTo>
                  <a:lnTo>
                    <a:pt x="2494288" y="1114805"/>
                  </a:lnTo>
                  <a:lnTo>
                    <a:pt x="2450509" y="1068214"/>
                  </a:lnTo>
                  <a:lnTo>
                    <a:pt x="2406245" y="1018827"/>
                  </a:lnTo>
                  <a:lnTo>
                    <a:pt x="2361469" y="966956"/>
                  </a:lnTo>
                  <a:lnTo>
                    <a:pt x="2316213" y="913005"/>
                  </a:lnTo>
                  <a:lnTo>
                    <a:pt x="2270567" y="857467"/>
                  </a:lnTo>
                  <a:lnTo>
                    <a:pt x="2224656" y="800901"/>
                  </a:lnTo>
                  <a:lnTo>
                    <a:pt x="2178635" y="743911"/>
                  </a:lnTo>
                  <a:lnTo>
                    <a:pt x="2132666" y="687122"/>
                  </a:lnTo>
                  <a:lnTo>
                    <a:pt x="2086909" y="631149"/>
                  </a:lnTo>
                  <a:lnTo>
                    <a:pt x="2041502" y="576571"/>
                  </a:lnTo>
                  <a:lnTo>
                    <a:pt x="1996547" y="523906"/>
                  </a:lnTo>
                  <a:lnTo>
                    <a:pt x="1952100" y="473590"/>
                  </a:lnTo>
                  <a:lnTo>
                    <a:pt x="1908155" y="425971"/>
                  </a:lnTo>
                  <a:lnTo>
                    <a:pt x="1864641" y="381295"/>
                  </a:lnTo>
                  <a:lnTo>
                    <a:pt x="1821409" y="339711"/>
                  </a:lnTo>
                  <a:lnTo>
                    <a:pt x="1778225" y="301274"/>
                  </a:lnTo>
                  <a:lnTo>
                    <a:pt x="1734759" y="265956"/>
                  </a:lnTo>
                  <a:lnTo>
                    <a:pt x="1719082" y="254078"/>
                  </a:lnTo>
                  <a:lnTo>
                    <a:pt x="1671216" y="220707"/>
                  </a:lnTo>
                  <a:lnTo>
                    <a:pt x="1621652" y="190796"/>
                  </a:lnTo>
                  <a:lnTo>
                    <a:pt x="1569566" y="164153"/>
                  </a:lnTo>
                  <a:lnTo>
                    <a:pt x="1514037" y="140463"/>
                  </a:lnTo>
                  <a:lnTo>
                    <a:pt x="1454135" y="119377"/>
                  </a:lnTo>
                  <a:lnTo>
                    <a:pt x="1389004" y="100563"/>
                  </a:lnTo>
                  <a:lnTo>
                    <a:pt x="1317978" y="83734"/>
                  </a:lnTo>
                  <a:lnTo>
                    <a:pt x="1240725" y="68664"/>
                  </a:lnTo>
                  <a:lnTo>
                    <a:pt x="1157448" y="55193"/>
                  </a:lnTo>
                  <a:lnTo>
                    <a:pt x="1069108" y="43230"/>
                  </a:lnTo>
                  <a:lnTo>
                    <a:pt x="977638" y="32746"/>
                  </a:lnTo>
                  <a:lnTo>
                    <a:pt x="886044" y="23759"/>
                  </a:lnTo>
                  <a:lnTo>
                    <a:pt x="798290" y="16306"/>
                  </a:lnTo>
                  <a:lnTo>
                    <a:pt x="718857" y="10407"/>
                  </a:lnTo>
                  <a:lnTo>
                    <a:pt x="651974" y="6025"/>
                  </a:lnTo>
                  <a:lnTo>
                    <a:pt x="600696" y="3039"/>
                  </a:lnTo>
                  <a:lnTo>
                    <a:pt x="566114" y="1239"/>
                  </a:lnTo>
                  <a:lnTo>
                    <a:pt x="546956" y="343"/>
                  </a:lnTo>
                  <a:lnTo>
                    <a:pt x="539669" y="3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" name="pg182"/>
            <p:cNvSpPr/>
            <p:nvPr/>
          </p:nvSpPr>
          <p:spPr>
            <a:xfrm>
              <a:off x="546595" y="1991810"/>
              <a:ext cx="8234974" cy="2112479"/>
            </a:xfrm>
            <a:custGeom>
              <a:avLst/>
              <a:pathLst>
                <a:path w="8234974" h="2112479">
                  <a:moveTo>
                    <a:pt x="0" y="5444"/>
                  </a:moveTo>
                  <a:lnTo>
                    <a:pt x="538736" y="5444"/>
                  </a:lnTo>
                  <a:lnTo>
                    <a:pt x="539996" y="5493"/>
                  </a:lnTo>
                  <a:lnTo>
                    <a:pt x="548222" y="5845"/>
                  </a:lnTo>
                  <a:lnTo>
                    <a:pt x="568752" y="6819"/>
                  </a:lnTo>
                  <a:lnTo>
                    <a:pt x="604932" y="8729"/>
                  </a:lnTo>
                  <a:lnTo>
                    <a:pt x="657800" y="11853"/>
                  </a:lnTo>
                  <a:lnTo>
                    <a:pt x="726051" y="16393"/>
                  </a:lnTo>
                  <a:lnTo>
                    <a:pt x="806477" y="22463"/>
                  </a:lnTo>
                  <a:lnTo>
                    <a:pt x="894787" y="30092"/>
                  </a:lnTo>
                  <a:lnTo>
                    <a:pt x="986521" y="39257"/>
                  </a:lnTo>
                  <a:lnTo>
                    <a:pt x="1077797" y="49921"/>
                  </a:lnTo>
                  <a:lnTo>
                    <a:pt x="1165709" y="62069"/>
                  </a:lnTo>
                  <a:lnTo>
                    <a:pt x="1248428" y="75737"/>
                  </a:lnTo>
                  <a:lnTo>
                    <a:pt x="1325075" y="91021"/>
                  </a:lnTo>
                  <a:lnTo>
                    <a:pt x="1395508" y="108089"/>
                  </a:lnTo>
                  <a:lnTo>
                    <a:pt x="1460098" y="127175"/>
                  </a:lnTo>
                  <a:lnTo>
                    <a:pt x="1519537" y="148570"/>
                  </a:lnTo>
                  <a:lnTo>
                    <a:pt x="1574691" y="172611"/>
                  </a:lnTo>
                  <a:lnTo>
                    <a:pt x="1626493" y="199649"/>
                  </a:lnTo>
                  <a:lnTo>
                    <a:pt x="1675856" y="229992"/>
                  </a:lnTo>
                  <a:lnTo>
                    <a:pt x="1719082" y="260430"/>
                  </a:lnTo>
                  <a:lnTo>
                    <a:pt x="1762709" y="294742"/>
                  </a:lnTo>
                  <a:lnTo>
                    <a:pt x="1805909" y="332151"/>
                  </a:lnTo>
                  <a:lnTo>
                    <a:pt x="1849051" y="372711"/>
                  </a:lnTo>
                  <a:lnTo>
                    <a:pt x="1892401" y="416399"/>
                  </a:lnTo>
                  <a:lnTo>
                    <a:pt x="1936136" y="463099"/>
                  </a:lnTo>
                  <a:lnTo>
                    <a:pt x="1980355" y="512601"/>
                  </a:lnTo>
                  <a:lnTo>
                    <a:pt x="2025086" y="564593"/>
                  </a:lnTo>
                  <a:lnTo>
                    <a:pt x="2070294" y="618672"/>
                  </a:lnTo>
                  <a:lnTo>
                    <a:pt x="2115894" y="674344"/>
                  </a:lnTo>
                  <a:lnTo>
                    <a:pt x="2161760" y="731052"/>
                  </a:lnTo>
                  <a:lnTo>
                    <a:pt x="2207737" y="788190"/>
                  </a:lnTo>
                  <a:lnTo>
                    <a:pt x="2253664" y="845133"/>
                  </a:lnTo>
                  <a:lnTo>
                    <a:pt x="2299380" y="901265"/>
                  </a:lnTo>
                  <a:lnTo>
                    <a:pt x="2344750" y="956008"/>
                  </a:lnTo>
                  <a:lnTo>
                    <a:pt x="2389668" y="1008841"/>
                  </a:lnTo>
                  <a:lnTo>
                    <a:pt x="2434081" y="1059325"/>
                  </a:lnTo>
                  <a:lnTo>
                    <a:pt x="2477991" y="1107113"/>
                  </a:lnTo>
                  <a:lnTo>
                    <a:pt x="2521469" y="1151957"/>
                  </a:lnTo>
                  <a:lnTo>
                    <a:pt x="2564663" y="1193706"/>
                  </a:lnTo>
                  <a:lnTo>
                    <a:pt x="2607804" y="1232302"/>
                  </a:lnTo>
                  <a:lnTo>
                    <a:pt x="2651219" y="1267772"/>
                  </a:lnTo>
                  <a:lnTo>
                    <a:pt x="2667772" y="1280372"/>
                  </a:lnTo>
                  <a:lnTo>
                    <a:pt x="2715635" y="1313860"/>
                  </a:lnTo>
                  <a:lnTo>
                    <a:pt x="2765194" y="1343876"/>
                  </a:lnTo>
                  <a:lnTo>
                    <a:pt x="2817276" y="1370613"/>
                  </a:lnTo>
                  <a:lnTo>
                    <a:pt x="2872799" y="1394386"/>
                  </a:lnTo>
                  <a:lnTo>
                    <a:pt x="2932695" y="1415547"/>
                  </a:lnTo>
                  <a:lnTo>
                    <a:pt x="2997818" y="1434427"/>
                  </a:lnTo>
                  <a:lnTo>
                    <a:pt x="3068835" y="1451316"/>
                  </a:lnTo>
                  <a:lnTo>
                    <a:pt x="3146078" y="1466440"/>
                  </a:lnTo>
                  <a:lnTo>
                    <a:pt x="3229345" y="1479959"/>
                  </a:lnTo>
                  <a:lnTo>
                    <a:pt x="3317675" y="1491965"/>
                  </a:lnTo>
                  <a:lnTo>
                    <a:pt x="3409137" y="1502486"/>
                  </a:lnTo>
                  <a:lnTo>
                    <a:pt x="3500725" y="1511506"/>
                  </a:lnTo>
                  <a:lnTo>
                    <a:pt x="3588478" y="1518986"/>
                  </a:lnTo>
                  <a:lnTo>
                    <a:pt x="3667916" y="1524908"/>
                  </a:lnTo>
                  <a:lnTo>
                    <a:pt x="3734810" y="1529307"/>
                  </a:lnTo>
                  <a:lnTo>
                    <a:pt x="3786104" y="1532305"/>
                  </a:lnTo>
                  <a:lnTo>
                    <a:pt x="3820705" y="1534112"/>
                  </a:lnTo>
                  <a:lnTo>
                    <a:pt x="3839880" y="1535012"/>
                  </a:lnTo>
                  <a:lnTo>
                    <a:pt x="3847181" y="1535322"/>
                  </a:lnTo>
                  <a:lnTo>
                    <a:pt x="3848118" y="1535358"/>
                  </a:lnTo>
                  <a:lnTo>
                    <a:pt x="4386855" y="1535358"/>
                  </a:lnTo>
                  <a:lnTo>
                    <a:pt x="4388152" y="1535377"/>
                  </a:lnTo>
                  <a:lnTo>
                    <a:pt x="4396611" y="1535514"/>
                  </a:lnTo>
                  <a:lnTo>
                    <a:pt x="4417700" y="1535892"/>
                  </a:lnTo>
                  <a:lnTo>
                    <a:pt x="4454810" y="1536634"/>
                  </a:lnTo>
                  <a:lnTo>
                    <a:pt x="4508923" y="1537847"/>
                  </a:lnTo>
                  <a:lnTo>
                    <a:pt x="4578598" y="1539607"/>
                  </a:lnTo>
                  <a:lnTo>
                    <a:pt x="4660452" y="1541957"/>
                  </a:lnTo>
                  <a:lnTo>
                    <a:pt x="4750026" y="1544906"/>
                  </a:lnTo>
                  <a:lnTo>
                    <a:pt x="4842756" y="1548445"/>
                  </a:lnTo>
                  <a:lnTo>
                    <a:pt x="4934714" y="1552560"/>
                  </a:lnTo>
                  <a:lnTo>
                    <a:pt x="5023014" y="1557246"/>
                  </a:lnTo>
                  <a:lnTo>
                    <a:pt x="5105880" y="1562519"/>
                  </a:lnTo>
                  <a:lnTo>
                    <a:pt x="5182505" y="1568421"/>
                  </a:lnTo>
                  <a:lnTo>
                    <a:pt x="5252817" y="1575019"/>
                  </a:lnTo>
                  <a:lnTo>
                    <a:pt x="5317254" y="1582406"/>
                  </a:lnTo>
                  <a:lnTo>
                    <a:pt x="5376560" y="1590701"/>
                  </a:lnTo>
                  <a:lnTo>
                    <a:pt x="5431643" y="1600034"/>
                  </a:lnTo>
                  <a:lnTo>
                    <a:pt x="5483468" y="1610542"/>
                  </a:lnTo>
                  <a:lnTo>
                    <a:pt x="5532962" y="1622338"/>
                  </a:lnTo>
                  <a:lnTo>
                    <a:pt x="5567201" y="1631545"/>
                  </a:lnTo>
                  <a:lnTo>
                    <a:pt x="5618038" y="1646756"/>
                  </a:lnTo>
                  <a:lnTo>
                    <a:pt x="5668383" y="1663562"/>
                  </a:lnTo>
                  <a:lnTo>
                    <a:pt x="5718780" y="1681985"/>
                  </a:lnTo>
                  <a:lnTo>
                    <a:pt x="5769591" y="1701988"/>
                  </a:lnTo>
                  <a:lnTo>
                    <a:pt x="5821024" y="1723470"/>
                  </a:lnTo>
                  <a:lnTo>
                    <a:pt x="5873150" y="1746259"/>
                  </a:lnTo>
                  <a:lnTo>
                    <a:pt x="5925925" y="1770117"/>
                  </a:lnTo>
                  <a:lnTo>
                    <a:pt x="5979206" y="1794748"/>
                  </a:lnTo>
                  <a:lnTo>
                    <a:pt x="6032781" y="1819808"/>
                  </a:lnTo>
                  <a:lnTo>
                    <a:pt x="6086398" y="1844929"/>
                  </a:lnTo>
                  <a:lnTo>
                    <a:pt x="6139800" y="1869739"/>
                  </a:lnTo>
                  <a:lnTo>
                    <a:pt x="6192760" y="1893885"/>
                  </a:lnTo>
                  <a:lnTo>
                    <a:pt x="6245109" y="1917053"/>
                  </a:lnTo>
                  <a:lnTo>
                    <a:pt x="6296767" y="1938984"/>
                  </a:lnTo>
                  <a:lnTo>
                    <a:pt x="6347765" y="1959485"/>
                  </a:lnTo>
                  <a:lnTo>
                    <a:pt x="6398265" y="1978432"/>
                  </a:lnTo>
                  <a:lnTo>
                    <a:pt x="6448577" y="1995766"/>
                  </a:lnTo>
                  <a:lnTo>
                    <a:pt x="6499181" y="2011493"/>
                  </a:lnTo>
                  <a:lnTo>
                    <a:pt x="6515891" y="2016292"/>
                  </a:lnTo>
                  <a:lnTo>
                    <a:pt x="6564230" y="2029041"/>
                  </a:lnTo>
                  <a:lnTo>
                    <a:pt x="6614306" y="2040456"/>
                  </a:lnTo>
                  <a:lnTo>
                    <a:pt x="6666973" y="2050612"/>
                  </a:lnTo>
                  <a:lnTo>
                    <a:pt x="6723177" y="2059631"/>
                  </a:lnTo>
                  <a:lnTo>
                    <a:pt x="6783876" y="2067651"/>
                  </a:lnTo>
                  <a:lnTo>
                    <a:pt x="6849943" y="2074799"/>
                  </a:lnTo>
                  <a:lnTo>
                    <a:pt x="6922051" y="2081188"/>
                  </a:lnTo>
                  <a:lnTo>
                    <a:pt x="7000512" y="2086902"/>
                  </a:lnTo>
                  <a:lnTo>
                    <a:pt x="7085069" y="2092003"/>
                  </a:lnTo>
                  <a:lnTo>
                    <a:pt x="7174655" y="2096523"/>
                  </a:lnTo>
                  <a:lnTo>
                    <a:pt x="7267182" y="2100473"/>
                  </a:lnTo>
                  <a:lnTo>
                    <a:pt x="7359442" y="2103843"/>
                  </a:lnTo>
                  <a:lnTo>
                    <a:pt x="7447269" y="2106620"/>
                  </a:lnTo>
                  <a:lnTo>
                    <a:pt x="7526036" y="2108798"/>
                  </a:lnTo>
                  <a:lnTo>
                    <a:pt x="7591495" y="2110394"/>
                  </a:lnTo>
                  <a:lnTo>
                    <a:pt x="7640745" y="2111461"/>
                  </a:lnTo>
                  <a:lnTo>
                    <a:pt x="7673019" y="2112086"/>
                  </a:lnTo>
                  <a:lnTo>
                    <a:pt x="7690015" y="2112382"/>
                  </a:lnTo>
                  <a:lnTo>
                    <a:pt x="7695762" y="2112472"/>
                  </a:lnTo>
                  <a:lnTo>
                    <a:pt x="7696237" y="2112479"/>
                  </a:lnTo>
                  <a:lnTo>
                    <a:pt x="8234974" y="2112479"/>
                  </a:lnTo>
                  <a:lnTo>
                    <a:pt x="8234974" y="2107034"/>
                  </a:lnTo>
                  <a:lnTo>
                    <a:pt x="7696237" y="2107034"/>
                  </a:lnTo>
                  <a:lnTo>
                    <a:pt x="7694941" y="2107015"/>
                  </a:lnTo>
                  <a:lnTo>
                    <a:pt x="7686482" y="2106878"/>
                  </a:lnTo>
                  <a:lnTo>
                    <a:pt x="7665392" y="2106500"/>
                  </a:lnTo>
                  <a:lnTo>
                    <a:pt x="7628283" y="2105758"/>
                  </a:lnTo>
                  <a:lnTo>
                    <a:pt x="7574170" y="2104546"/>
                  </a:lnTo>
                  <a:lnTo>
                    <a:pt x="7504494" y="2102785"/>
                  </a:lnTo>
                  <a:lnTo>
                    <a:pt x="7422641" y="2100436"/>
                  </a:lnTo>
                  <a:lnTo>
                    <a:pt x="7333066" y="2097486"/>
                  </a:lnTo>
                  <a:lnTo>
                    <a:pt x="7240337" y="2093947"/>
                  </a:lnTo>
                  <a:lnTo>
                    <a:pt x="7148379" y="2089832"/>
                  </a:lnTo>
                  <a:lnTo>
                    <a:pt x="7060078" y="2085146"/>
                  </a:lnTo>
                  <a:lnTo>
                    <a:pt x="6977212" y="2079873"/>
                  </a:lnTo>
                  <a:lnTo>
                    <a:pt x="6900588" y="2073971"/>
                  </a:lnTo>
                  <a:lnTo>
                    <a:pt x="6830275" y="2067374"/>
                  </a:lnTo>
                  <a:lnTo>
                    <a:pt x="6765838" y="2059986"/>
                  </a:lnTo>
                  <a:lnTo>
                    <a:pt x="6706532" y="2051692"/>
                  </a:lnTo>
                  <a:lnTo>
                    <a:pt x="6651449" y="2042358"/>
                  </a:lnTo>
                  <a:lnTo>
                    <a:pt x="6599625" y="2031850"/>
                  </a:lnTo>
                  <a:lnTo>
                    <a:pt x="6550131" y="2020055"/>
                  </a:lnTo>
                  <a:lnTo>
                    <a:pt x="6515891" y="2010847"/>
                  </a:lnTo>
                  <a:lnTo>
                    <a:pt x="6465055" y="1995637"/>
                  </a:lnTo>
                  <a:lnTo>
                    <a:pt x="6414709" y="1978831"/>
                  </a:lnTo>
                  <a:lnTo>
                    <a:pt x="6364313" y="1960408"/>
                  </a:lnTo>
                  <a:lnTo>
                    <a:pt x="6313502" y="1940404"/>
                  </a:lnTo>
                  <a:lnTo>
                    <a:pt x="6262069" y="1918923"/>
                  </a:lnTo>
                  <a:lnTo>
                    <a:pt x="6209942" y="1896134"/>
                  </a:lnTo>
                  <a:lnTo>
                    <a:pt x="6157167" y="1872275"/>
                  </a:lnTo>
                  <a:lnTo>
                    <a:pt x="6103886" y="1847645"/>
                  </a:lnTo>
                  <a:lnTo>
                    <a:pt x="6050312" y="1822585"/>
                  </a:lnTo>
                  <a:lnTo>
                    <a:pt x="5996695" y="1797464"/>
                  </a:lnTo>
                  <a:lnTo>
                    <a:pt x="5943292" y="1772653"/>
                  </a:lnTo>
                  <a:lnTo>
                    <a:pt x="5890332" y="1748507"/>
                  </a:lnTo>
                  <a:lnTo>
                    <a:pt x="5837984" y="1725340"/>
                  </a:lnTo>
                  <a:lnTo>
                    <a:pt x="5786326" y="1703409"/>
                  </a:lnTo>
                  <a:lnTo>
                    <a:pt x="5735327" y="1682907"/>
                  </a:lnTo>
                  <a:lnTo>
                    <a:pt x="5684827" y="1663961"/>
                  </a:lnTo>
                  <a:lnTo>
                    <a:pt x="5634515" y="1646626"/>
                  </a:lnTo>
                  <a:lnTo>
                    <a:pt x="5583911" y="1630900"/>
                  </a:lnTo>
                  <a:lnTo>
                    <a:pt x="5567201" y="1626100"/>
                  </a:lnTo>
                  <a:lnTo>
                    <a:pt x="5518863" y="1613351"/>
                  </a:lnTo>
                  <a:lnTo>
                    <a:pt x="5468786" y="1601936"/>
                  </a:lnTo>
                  <a:lnTo>
                    <a:pt x="5416120" y="1591781"/>
                  </a:lnTo>
                  <a:lnTo>
                    <a:pt x="5359915" y="1582761"/>
                  </a:lnTo>
                  <a:lnTo>
                    <a:pt x="5299217" y="1574741"/>
                  </a:lnTo>
                  <a:lnTo>
                    <a:pt x="5233150" y="1567593"/>
                  </a:lnTo>
                  <a:lnTo>
                    <a:pt x="5161042" y="1561205"/>
                  </a:lnTo>
                  <a:lnTo>
                    <a:pt x="5082580" y="1555490"/>
                  </a:lnTo>
                  <a:lnTo>
                    <a:pt x="4998024" y="1550390"/>
                  </a:lnTo>
                  <a:lnTo>
                    <a:pt x="4908437" y="1545869"/>
                  </a:lnTo>
                  <a:lnTo>
                    <a:pt x="4815911" y="1541919"/>
                  </a:lnTo>
                  <a:lnTo>
                    <a:pt x="4723650" y="1538549"/>
                  </a:lnTo>
                  <a:lnTo>
                    <a:pt x="4635823" y="1535772"/>
                  </a:lnTo>
                  <a:lnTo>
                    <a:pt x="4557057" y="1533595"/>
                  </a:lnTo>
                  <a:lnTo>
                    <a:pt x="4491598" y="1531999"/>
                  </a:lnTo>
                  <a:lnTo>
                    <a:pt x="4442347" y="1530931"/>
                  </a:lnTo>
                  <a:lnTo>
                    <a:pt x="4410074" y="1530306"/>
                  </a:lnTo>
                  <a:lnTo>
                    <a:pt x="4393077" y="1530011"/>
                  </a:lnTo>
                  <a:lnTo>
                    <a:pt x="4387330" y="1529920"/>
                  </a:lnTo>
                  <a:lnTo>
                    <a:pt x="4386855" y="1529914"/>
                  </a:lnTo>
                  <a:lnTo>
                    <a:pt x="3848118" y="1529914"/>
                  </a:lnTo>
                  <a:lnTo>
                    <a:pt x="3846859" y="1529864"/>
                  </a:lnTo>
                  <a:lnTo>
                    <a:pt x="3838633" y="1529512"/>
                  </a:lnTo>
                  <a:lnTo>
                    <a:pt x="3818103" y="1528539"/>
                  </a:lnTo>
                  <a:lnTo>
                    <a:pt x="3781923" y="1526629"/>
                  </a:lnTo>
                  <a:lnTo>
                    <a:pt x="3729055" y="1523505"/>
                  </a:lnTo>
                  <a:lnTo>
                    <a:pt x="3660804" y="1518964"/>
                  </a:lnTo>
                  <a:lnTo>
                    <a:pt x="3580377" y="1512894"/>
                  </a:lnTo>
                  <a:lnTo>
                    <a:pt x="3492068" y="1505265"/>
                  </a:lnTo>
                  <a:lnTo>
                    <a:pt x="3400333" y="1496101"/>
                  </a:lnTo>
                  <a:lnTo>
                    <a:pt x="3309058" y="1485437"/>
                  </a:lnTo>
                  <a:lnTo>
                    <a:pt x="3221145" y="1473288"/>
                  </a:lnTo>
                  <a:lnTo>
                    <a:pt x="3138426" y="1459621"/>
                  </a:lnTo>
                  <a:lnTo>
                    <a:pt x="3061780" y="1444336"/>
                  </a:lnTo>
                  <a:lnTo>
                    <a:pt x="2991347" y="1427268"/>
                  </a:lnTo>
                  <a:lnTo>
                    <a:pt x="2926757" y="1408183"/>
                  </a:lnTo>
                  <a:lnTo>
                    <a:pt x="2867318" y="1386788"/>
                  </a:lnTo>
                  <a:lnTo>
                    <a:pt x="2812164" y="1362746"/>
                  </a:lnTo>
                  <a:lnTo>
                    <a:pt x="2760362" y="1335708"/>
                  </a:lnTo>
                  <a:lnTo>
                    <a:pt x="2710998" y="1305366"/>
                  </a:lnTo>
                  <a:lnTo>
                    <a:pt x="2667772" y="1274928"/>
                  </a:lnTo>
                  <a:lnTo>
                    <a:pt x="2624146" y="1240615"/>
                  </a:lnTo>
                  <a:lnTo>
                    <a:pt x="2580945" y="1203207"/>
                  </a:lnTo>
                  <a:lnTo>
                    <a:pt x="2537803" y="1162647"/>
                  </a:lnTo>
                  <a:lnTo>
                    <a:pt x="2494454" y="1118959"/>
                  </a:lnTo>
                  <a:lnTo>
                    <a:pt x="2450719" y="1072259"/>
                  </a:lnTo>
                  <a:lnTo>
                    <a:pt x="2406500" y="1022757"/>
                  </a:lnTo>
                  <a:lnTo>
                    <a:pt x="2361769" y="970764"/>
                  </a:lnTo>
                  <a:lnTo>
                    <a:pt x="2316560" y="916686"/>
                  </a:lnTo>
                  <a:lnTo>
                    <a:pt x="2270960" y="861013"/>
                  </a:lnTo>
                  <a:lnTo>
                    <a:pt x="2225095" y="804305"/>
                  </a:lnTo>
                  <a:lnTo>
                    <a:pt x="2179117" y="747168"/>
                  </a:lnTo>
                  <a:lnTo>
                    <a:pt x="2133191" y="690225"/>
                  </a:lnTo>
                  <a:lnTo>
                    <a:pt x="2087474" y="634092"/>
                  </a:lnTo>
                  <a:lnTo>
                    <a:pt x="2042105" y="579350"/>
                  </a:lnTo>
                  <a:lnTo>
                    <a:pt x="1997186" y="526517"/>
                  </a:lnTo>
                  <a:lnTo>
                    <a:pt x="1952774" y="476033"/>
                  </a:lnTo>
                  <a:lnTo>
                    <a:pt x="1908864" y="428244"/>
                  </a:lnTo>
                  <a:lnTo>
                    <a:pt x="1865385" y="383401"/>
                  </a:lnTo>
                  <a:lnTo>
                    <a:pt x="1822191" y="341652"/>
                  </a:lnTo>
                  <a:lnTo>
                    <a:pt x="1779050" y="303056"/>
                  </a:lnTo>
                  <a:lnTo>
                    <a:pt x="1735635" y="267585"/>
                  </a:lnTo>
                  <a:lnTo>
                    <a:pt x="1719082" y="254985"/>
                  </a:lnTo>
                  <a:lnTo>
                    <a:pt x="1671220" y="221498"/>
                  </a:lnTo>
                  <a:lnTo>
                    <a:pt x="1621660" y="191482"/>
                  </a:lnTo>
                  <a:lnTo>
                    <a:pt x="1569579" y="164745"/>
                  </a:lnTo>
                  <a:lnTo>
                    <a:pt x="1514055" y="140971"/>
                  </a:lnTo>
                  <a:lnTo>
                    <a:pt x="1454159" y="119811"/>
                  </a:lnTo>
                  <a:lnTo>
                    <a:pt x="1389037" y="100930"/>
                  </a:lnTo>
                  <a:lnTo>
                    <a:pt x="1318019" y="84042"/>
                  </a:lnTo>
                  <a:lnTo>
                    <a:pt x="1240776" y="68918"/>
                  </a:lnTo>
                  <a:lnTo>
                    <a:pt x="1157509" y="55399"/>
                  </a:lnTo>
                  <a:lnTo>
                    <a:pt x="1069180" y="43393"/>
                  </a:lnTo>
                  <a:lnTo>
                    <a:pt x="977718" y="32871"/>
                  </a:lnTo>
                  <a:lnTo>
                    <a:pt x="886130" y="23852"/>
                  </a:lnTo>
                  <a:lnTo>
                    <a:pt x="798377" y="16371"/>
                  </a:lnTo>
                  <a:lnTo>
                    <a:pt x="718939" y="10450"/>
                  </a:lnTo>
                  <a:lnTo>
                    <a:pt x="652044" y="6051"/>
                  </a:lnTo>
                  <a:lnTo>
                    <a:pt x="600751" y="3053"/>
                  </a:lnTo>
                  <a:lnTo>
                    <a:pt x="566149" y="1245"/>
                  </a:lnTo>
                  <a:lnTo>
                    <a:pt x="546974" y="345"/>
                  </a:lnTo>
                  <a:lnTo>
                    <a:pt x="539674" y="3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546595" y="1997255"/>
              <a:ext cx="8234974" cy="2107034"/>
            </a:xfrm>
            <a:custGeom>
              <a:avLst/>
              <a:pathLst>
                <a:path w="8234974" h="2107034">
                  <a:moveTo>
                    <a:pt x="0" y="0"/>
                  </a:moveTo>
                  <a:lnTo>
                    <a:pt x="538736" y="0"/>
                  </a:lnTo>
                  <a:lnTo>
                    <a:pt x="539996" y="49"/>
                  </a:lnTo>
                  <a:lnTo>
                    <a:pt x="548222" y="401"/>
                  </a:lnTo>
                  <a:lnTo>
                    <a:pt x="568752" y="1374"/>
                  </a:lnTo>
                  <a:lnTo>
                    <a:pt x="604932" y="3284"/>
                  </a:lnTo>
                  <a:lnTo>
                    <a:pt x="657800" y="6408"/>
                  </a:lnTo>
                  <a:lnTo>
                    <a:pt x="726051" y="10949"/>
                  </a:lnTo>
                  <a:lnTo>
                    <a:pt x="806477" y="17019"/>
                  </a:lnTo>
                  <a:lnTo>
                    <a:pt x="894787" y="24648"/>
                  </a:lnTo>
                  <a:lnTo>
                    <a:pt x="986521" y="33812"/>
                  </a:lnTo>
                  <a:lnTo>
                    <a:pt x="1077797" y="44476"/>
                  </a:lnTo>
                  <a:lnTo>
                    <a:pt x="1165709" y="56625"/>
                  </a:lnTo>
                  <a:lnTo>
                    <a:pt x="1248428" y="70292"/>
                  </a:lnTo>
                  <a:lnTo>
                    <a:pt x="1325075" y="85577"/>
                  </a:lnTo>
                  <a:lnTo>
                    <a:pt x="1395508" y="102645"/>
                  </a:lnTo>
                  <a:lnTo>
                    <a:pt x="1460098" y="121730"/>
                  </a:lnTo>
                  <a:lnTo>
                    <a:pt x="1519537" y="143125"/>
                  </a:lnTo>
                  <a:lnTo>
                    <a:pt x="1574691" y="167167"/>
                  </a:lnTo>
                  <a:lnTo>
                    <a:pt x="1626493" y="194205"/>
                  </a:lnTo>
                  <a:lnTo>
                    <a:pt x="1675856" y="224547"/>
                  </a:lnTo>
                  <a:lnTo>
                    <a:pt x="1719082" y="254985"/>
                  </a:lnTo>
                  <a:lnTo>
                    <a:pt x="1762709" y="289298"/>
                  </a:lnTo>
                  <a:lnTo>
                    <a:pt x="1805909" y="326706"/>
                  </a:lnTo>
                  <a:lnTo>
                    <a:pt x="1849051" y="367266"/>
                  </a:lnTo>
                  <a:lnTo>
                    <a:pt x="1892401" y="410954"/>
                  </a:lnTo>
                  <a:lnTo>
                    <a:pt x="1936136" y="457654"/>
                  </a:lnTo>
                  <a:lnTo>
                    <a:pt x="1980355" y="507156"/>
                  </a:lnTo>
                  <a:lnTo>
                    <a:pt x="2025086" y="559149"/>
                  </a:lnTo>
                  <a:lnTo>
                    <a:pt x="2070294" y="613227"/>
                  </a:lnTo>
                  <a:lnTo>
                    <a:pt x="2115894" y="668900"/>
                  </a:lnTo>
                  <a:lnTo>
                    <a:pt x="2161760" y="725608"/>
                  </a:lnTo>
                  <a:lnTo>
                    <a:pt x="2207737" y="782746"/>
                  </a:lnTo>
                  <a:lnTo>
                    <a:pt x="2253664" y="839689"/>
                  </a:lnTo>
                  <a:lnTo>
                    <a:pt x="2299380" y="895821"/>
                  </a:lnTo>
                  <a:lnTo>
                    <a:pt x="2344750" y="950563"/>
                  </a:lnTo>
                  <a:lnTo>
                    <a:pt x="2389668" y="1003396"/>
                  </a:lnTo>
                  <a:lnTo>
                    <a:pt x="2434081" y="1053880"/>
                  </a:lnTo>
                  <a:lnTo>
                    <a:pt x="2477991" y="1101669"/>
                  </a:lnTo>
                  <a:lnTo>
                    <a:pt x="2521469" y="1146512"/>
                  </a:lnTo>
                  <a:lnTo>
                    <a:pt x="2564663" y="1188261"/>
                  </a:lnTo>
                  <a:lnTo>
                    <a:pt x="2607804" y="1226857"/>
                  </a:lnTo>
                  <a:lnTo>
                    <a:pt x="2651219" y="1262328"/>
                  </a:lnTo>
                  <a:lnTo>
                    <a:pt x="2667772" y="1274928"/>
                  </a:lnTo>
                  <a:lnTo>
                    <a:pt x="2715635" y="1308415"/>
                  </a:lnTo>
                  <a:lnTo>
                    <a:pt x="2765194" y="1338431"/>
                  </a:lnTo>
                  <a:lnTo>
                    <a:pt x="2817276" y="1365168"/>
                  </a:lnTo>
                  <a:lnTo>
                    <a:pt x="2872799" y="1388942"/>
                  </a:lnTo>
                  <a:lnTo>
                    <a:pt x="2932695" y="1410102"/>
                  </a:lnTo>
                  <a:lnTo>
                    <a:pt x="2997818" y="1428983"/>
                  </a:lnTo>
                  <a:lnTo>
                    <a:pt x="3068835" y="1445871"/>
                  </a:lnTo>
                  <a:lnTo>
                    <a:pt x="3146078" y="1460995"/>
                  </a:lnTo>
                  <a:lnTo>
                    <a:pt x="3229345" y="1474514"/>
                  </a:lnTo>
                  <a:lnTo>
                    <a:pt x="3317675" y="1486520"/>
                  </a:lnTo>
                  <a:lnTo>
                    <a:pt x="3409137" y="1497042"/>
                  </a:lnTo>
                  <a:lnTo>
                    <a:pt x="3500725" y="1506062"/>
                  </a:lnTo>
                  <a:lnTo>
                    <a:pt x="3588478" y="1513542"/>
                  </a:lnTo>
                  <a:lnTo>
                    <a:pt x="3667916" y="1519463"/>
                  </a:lnTo>
                  <a:lnTo>
                    <a:pt x="3734810" y="1523862"/>
                  </a:lnTo>
                  <a:lnTo>
                    <a:pt x="3786104" y="1526860"/>
                  </a:lnTo>
                  <a:lnTo>
                    <a:pt x="3820705" y="1528668"/>
                  </a:lnTo>
                  <a:lnTo>
                    <a:pt x="3839880" y="1529568"/>
                  </a:lnTo>
                  <a:lnTo>
                    <a:pt x="3847181" y="1529877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52" y="1529933"/>
                  </a:lnTo>
                  <a:lnTo>
                    <a:pt x="4396611" y="1530070"/>
                  </a:lnTo>
                  <a:lnTo>
                    <a:pt x="4417700" y="1530448"/>
                  </a:lnTo>
                  <a:lnTo>
                    <a:pt x="4454810" y="1531190"/>
                  </a:lnTo>
                  <a:lnTo>
                    <a:pt x="4508923" y="1532402"/>
                  </a:lnTo>
                  <a:lnTo>
                    <a:pt x="4578598" y="1534162"/>
                  </a:lnTo>
                  <a:lnTo>
                    <a:pt x="4660452" y="1536512"/>
                  </a:lnTo>
                  <a:lnTo>
                    <a:pt x="4750026" y="1539462"/>
                  </a:lnTo>
                  <a:lnTo>
                    <a:pt x="4842756" y="1543001"/>
                  </a:lnTo>
                  <a:lnTo>
                    <a:pt x="4934714" y="1547115"/>
                  </a:lnTo>
                  <a:lnTo>
                    <a:pt x="5023014" y="1551802"/>
                  </a:lnTo>
                  <a:lnTo>
                    <a:pt x="5105880" y="1557075"/>
                  </a:lnTo>
                  <a:lnTo>
                    <a:pt x="5182505" y="1562976"/>
                  </a:lnTo>
                  <a:lnTo>
                    <a:pt x="5252817" y="1569574"/>
                  </a:lnTo>
                  <a:lnTo>
                    <a:pt x="5317254" y="1576962"/>
                  </a:lnTo>
                  <a:lnTo>
                    <a:pt x="5376560" y="1585256"/>
                  </a:lnTo>
                  <a:lnTo>
                    <a:pt x="5431643" y="1594590"/>
                  </a:lnTo>
                  <a:lnTo>
                    <a:pt x="5483468" y="1605097"/>
                  </a:lnTo>
                  <a:lnTo>
                    <a:pt x="5532962" y="1616893"/>
                  </a:lnTo>
                  <a:lnTo>
                    <a:pt x="5567201" y="1626100"/>
                  </a:lnTo>
                  <a:lnTo>
                    <a:pt x="5618038" y="1641311"/>
                  </a:lnTo>
                  <a:lnTo>
                    <a:pt x="5668383" y="1658117"/>
                  </a:lnTo>
                  <a:lnTo>
                    <a:pt x="5718780" y="1676540"/>
                  </a:lnTo>
                  <a:lnTo>
                    <a:pt x="5769591" y="1696544"/>
                  </a:lnTo>
                  <a:lnTo>
                    <a:pt x="5821024" y="1718025"/>
                  </a:lnTo>
                  <a:lnTo>
                    <a:pt x="5873150" y="1740814"/>
                  </a:lnTo>
                  <a:lnTo>
                    <a:pt x="5925925" y="1764673"/>
                  </a:lnTo>
                  <a:lnTo>
                    <a:pt x="5979206" y="1789303"/>
                  </a:lnTo>
                  <a:lnTo>
                    <a:pt x="6032781" y="1814363"/>
                  </a:lnTo>
                  <a:lnTo>
                    <a:pt x="6086398" y="1839484"/>
                  </a:lnTo>
                  <a:lnTo>
                    <a:pt x="6139800" y="1864294"/>
                  </a:lnTo>
                  <a:lnTo>
                    <a:pt x="6192760" y="1888440"/>
                  </a:lnTo>
                  <a:lnTo>
                    <a:pt x="6245109" y="1911608"/>
                  </a:lnTo>
                  <a:lnTo>
                    <a:pt x="6296767" y="1933539"/>
                  </a:lnTo>
                  <a:lnTo>
                    <a:pt x="6347765" y="1954040"/>
                  </a:lnTo>
                  <a:lnTo>
                    <a:pt x="6398265" y="1972987"/>
                  </a:lnTo>
                  <a:lnTo>
                    <a:pt x="6448577" y="1990322"/>
                  </a:lnTo>
                  <a:lnTo>
                    <a:pt x="6499181" y="2006048"/>
                  </a:lnTo>
                  <a:lnTo>
                    <a:pt x="6515891" y="2010847"/>
                  </a:lnTo>
                  <a:lnTo>
                    <a:pt x="6564230" y="2023597"/>
                  </a:lnTo>
                  <a:lnTo>
                    <a:pt x="6614306" y="2035012"/>
                  </a:lnTo>
                  <a:lnTo>
                    <a:pt x="6666973" y="2045167"/>
                  </a:lnTo>
                  <a:lnTo>
                    <a:pt x="6723177" y="2054187"/>
                  </a:lnTo>
                  <a:lnTo>
                    <a:pt x="6783876" y="2062206"/>
                  </a:lnTo>
                  <a:lnTo>
                    <a:pt x="6849943" y="2069355"/>
                  </a:lnTo>
                  <a:lnTo>
                    <a:pt x="6922051" y="2075743"/>
                  </a:lnTo>
                  <a:lnTo>
                    <a:pt x="7000512" y="2081457"/>
                  </a:lnTo>
                  <a:lnTo>
                    <a:pt x="7085069" y="2086558"/>
                  </a:lnTo>
                  <a:lnTo>
                    <a:pt x="7174655" y="2091079"/>
                  </a:lnTo>
                  <a:lnTo>
                    <a:pt x="7267182" y="2095028"/>
                  </a:lnTo>
                  <a:lnTo>
                    <a:pt x="7359442" y="2098399"/>
                  </a:lnTo>
                  <a:lnTo>
                    <a:pt x="7447269" y="2101176"/>
                  </a:lnTo>
                  <a:lnTo>
                    <a:pt x="7526036" y="2103353"/>
                  </a:lnTo>
                  <a:lnTo>
                    <a:pt x="7591495" y="2104949"/>
                  </a:lnTo>
                  <a:lnTo>
                    <a:pt x="7640745" y="2106016"/>
                  </a:lnTo>
                  <a:lnTo>
                    <a:pt x="7673019" y="2106641"/>
                  </a:lnTo>
                  <a:lnTo>
                    <a:pt x="7690015" y="2106937"/>
                  </a:lnTo>
                  <a:lnTo>
                    <a:pt x="7695762" y="2107027"/>
                  </a:lnTo>
                  <a:lnTo>
                    <a:pt x="7696237" y="2107034"/>
                  </a:lnTo>
                  <a:lnTo>
                    <a:pt x="8234974" y="2107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546595" y="1991810"/>
              <a:ext cx="8234974" cy="2107034"/>
            </a:xfrm>
            <a:custGeom>
              <a:avLst/>
              <a:pathLst>
                <a:path w="8234974" h="2107034">
                  <a:moveTo>
                    <a:pt x="8234974" y="2107034"/>
                  </a:moveTo>
                  <a:lnTo>
                    <a:pt x="7696237" y="2107034"/>
                  </a:lnTo>
                  <a:lnTo>
                    <a:pt x="7694941" y="2107015"/>
                  </a:lnTo>
                  <a:lnTo>
                    <a:pt x="7686482" y="2106878"/>
                  </a:lnTo>
                  <a:lnTo>
                    <a:pt x="7665392" y="2106500"/>
                  </a:lnTo>
                  <a:lnTo>
                    <a:pt x="7628283" y="2105758"/>
                  </a:lnTo>
                  <a:lnTo>
                    <a:pt x="7574170" y="2104546"/>
                  </a:lnTo>
                  <a:lnTo>
                    <a:pt x="7504494" y="2102785"/>
                  </a:lnTo>
                  <a:lnTo>
                    <a:pt x="7422641" y="2100436"/>
                  </a:lnTo>
                  <a:lnTo>
                    <a:pt x="7333066" y="2097486"/>
                  </a:lnTo>
                  <a:lnTo>
                    <a:pt x="7240337" y="2093947"/>
                  </a:lnTo>
                  <a:lnTo>
                    <a:pt x="7148379" y="2089832"/>
                  </a:lnTo>
                  <a:lnTo>
                    <a:pt x="7060078" y="2085146"/>
                  </a:lnTo>
                  <a:lnTo>
                    <a:pt x="6977212" y="2079873"/>
                  </a:lnTo>
                  <a:lnTo>
                    <a:pt x="6900588" y="2073971"/>
                  </a:lnTo>
                  <a:lnTo>
                    <a:pt x="6830275" y="2067374"/>
                  </a:lnTo>
                  <a:lnTo>
                    <a:pt x="6765838" y="2059986"/>
                  </a:lnTo>
                  <a:lnTo>
                    <a:pt x="6706532" y="2051692"/>
                  </a:lnTo>
                  <a:lnTo>
                    <a:pt x="6651449" y="2042358"/>
                  </a:lnTo>
                  <a:lnTo>
                    <a:pt x="6599625" y="2031850"/>
                  </a:lnTo>
                  <a:lnTo>
                    <a:pt x="6550131" y="2020055"/>
                  </a:lnTo>
                  <a:lnTo>
                    <a:pt x="6515891" y="2010847"/>
                  </a:lnTo>
                  <a:lnTo>
                    <a:pt x="6465055" y="1995637"/>
                  </a:lnTo>
                  <a:lnTo>
                    <a:pt x="6414709" y="1978831"/>
                  </a:lnTo>
                  <a:lnTo>
                    <a:pt x="6364313" y="1960408"/>
                  </a:lnTo>
                  <a:lnTo>
                    <a:pt x="6313502" y="1940404"/>
                  </a:lnTo>
                  <a:lnTo>
                    <a:pt x="6262069" y="1918923"/>
                  </a:lnTo>
                  <a:lnTo>
                    <a:pt x="6209942" y="1896134"/>
                  </a:lnTo>
                  <a:lnTo>
                    <a:pt x="6157167" y="1872275"/>
                  </a:lnTo>
                  <a:lnTo>
                    <a:pt x="6103886" y="1847645"/>
                  </a:lnTo>
                  <a:lnTo>
                    <a:pt x="6050312" y="1822585"/>
                  </a:lnTo>
                  <a:lnTo>
                    <a:pt x="5996695" y="1797464"/>
                  </a:lnTo>
                  <a:lnTo>
                    <a:pt x="5943292" y="1772653"/>
                  </a:lnTo>
                  <a:lnTo>
                    <a:pt x="5890332" y="1748507"/>
                  </a:lnTo>
                  <a:lnTo>
                    <a:pt x="5837984" y="1725340"/>
                  </a:lnTo>
                  <a:lnTo>
                    <a:pt x="5786326" y="1703409"/>
                  </a:lnTo>
                  <a:lnTo>
                    <a:pt x="5735327" y="1682907"/>
                  </a:lnTo>
                  <a:lnTo>
                    <a:pt x="5684827" y="1663961"/>
                  </a:lnTo>
                  <a:lnTo>
                    <a:pt x="5634515" y="1646626"/>
                  </a:lnTo>
                  <a:lnTo>
                    <a:pt x="5583911" y="1630900"/>
                  </a:lnTo>
                  <a:lnTo>
                    <a:pt x="5567201" y="1626100"/>
                  </a:lnTo>
                  <a:lnTo>
                    <a:pt x="5518863" y="1613351"/>
                  </a:lnTo>
                  <a:lnTo>
                    <a:pt x="5468786" y="1601936"/>
                  </a:lnTo>
                  <a:lnTo>
                    <a:pt x="5416120" y="1591781"/>
                  </a:lnTo>
                  <a:lnTo>
                    <a:pt x="5359915" y="1582761"/>
                  </a:lnTo>
                  <a:lnTo>
                    <a:pt x="5299217" y="1574741"/>
                  </a:lnTo>
                  <a:lnTo>
                    <a:pt x="5233150" y="1567593"/>
                  </a:lnTo>
                  <a:lnTo>
                    <a:pt x="5161042" y="1561205"/>
                  </a:lnTo>
                  <a:lnTo>
                    <a:pt x="5082580" y="1555490"/>
                  </a:lnTo>
                  <a:lnTo>
                    <a:pt x="4998024" y="1550390"/>
                  </a:lnTo>
                  <a:lnTo>
                    <a:pt x="4908437" y="1545869"/>
                  </a:lnTo>
                  <a:lnTo>
                    <a:pt x="4815911" y="1541919"/>
                  </a:lnTo>
                  <a:lnTo>
                    <a:pt x="4723650" y="1538549"/>
                  </a:lnTo>
                  <a:lnTo>
                    <a:pt x="4635823" y="1535772"/>
                  </a:lnTo>
                  <a:lnTo>
                    <a:pt x="4557057" y="1533595"/>
                  </a:lnTo>
                  <a:lnTo>
                    <a:pt x="4491598" y="1531999"/>
                  </a:lnTo>
                  <a:lnTo>
                    <a:pt x="4442347" y="1530931"/>
                  </a:lnTo>
                  <a:lnTo>
                    <a:pt x="4410074" y="1530306"/>
                  </a:lnTo>
                  <a:lnTo>
                    <a:pt x="4393077" y="1530011"/>
                  </a:lnTo>
                  <a:lnTo>
                    <a:pt x="4387330" y="1529920"/>
                  </a:lnTo>
                  <a:lnTo>
                    <a:pt x="4386855" y="1529914"/>
                  </a:lnTo>
                  <a:lnTo>
                    <a:pt x="3848118" y="1529914"/>
                  </a:lnTo>
                  <a:lnTo>
                    <a:pt x="3846859" y="1529864"/>
                  </a:lnTo>
                  <a:lnTo>
                    <a:pt x="3838633" y="1529512"/>
                  </a:lnTo>
                  <a:lnTo>
                    <a:pt x="3818103" y="1528539"/>
                  </a:lnTo>
                  <a:lnTo>
                    <a:pt x="3781923" y="1526629"/>
                  </a:lnTo>
                  <a:lnTo>
                    <a:pt x="3729055" y="1523505"/>
                  </a:lnTo>
                  <a:lnTo>
                    <a:pt x="3660804" y="1518964"/>
                  </a:lnTo>
                  <a:lnTo>
                    <a:pt x="3580377" y="1512894"/>
                  </a:lnTo>
                  <a:lnTo>
                    <a:pt x="3492068" y="1505265"/>
                  </a:lnTo>
                  <a:lnTo>
                    <a:pt x="3400333" y="1496101"/>
                  </a:lnTo>
                  <a:lnTo>
                    <a:pt x="3309058" y="1485437"/>
                  </a:lnTo>
                  <a:lnTo>
                    <a:pt x="3221145" y="1473288"/>
                  </a:lnTo>
                  <a:lnTo>
                    <a:pt x="3138426" y="1459621"/>
                  </a:lnTo>
                  <a:lnTo>
                    <a:pt x="3061780" y="1444336"/>
                  </a:lnTo>
                  <a:lnTo>
                    <a:pt x="2991347" y="1427268"/>
                  </a:lnTo>
                  <a:lnTo>
                    <a:pt x="2926757" y="1408183"/>
                  </a:lnTo>
                  <a:lnTo>
                    <a:pt x="2867318" y="1386788"/>
                  </a:lnTo>
                  <a:lnTo>
                    <a:pt x="2812164" y="1362746"/>
                  </a:lnTo>
                  <a:lnTo>
                    <a:pt x="2760362" y="1335708"/>
                  </a:lnTo>
                  <a:lnTo>
                    <a:pt x="2710998" y="1305366"/>
                  </a:lnTo>
                  <a:lnTo>
                    <a:pt x="2667772" y="1274928"/>
                  </a:lnTo>
                  <a:lnTo>
                    <a:pt x="2624146" y="1240615"/>
                  </a:lnTo>
                  <a:lnTo>
                    <a:pt x="2580945" y="1203207"/>
                  </a:lnTo>
                  <a:lnTo>
                    <a:pt x="2537803" y="1162647"/>
                  </a:lnTo>
                  <a:lnTo>
                    <a:pt x="2494454" y="1118959"/>
                  </a:lnTo>
                  <a:lnTo>
                    <a:pt x="2450719" y="1072259"/>
                  </a:lnTo>
                  <a:lnTo>
                    <a:pt x="2406500" y="1022757"/>
                  </a:lnTo>
                  <a:lnTo>
                    <a:pt x="2361769" y="970764"/>
                  </a:lnTo>
                  <a:lnTo>
                    <a:pt x="2316560" y="916686"/>
                  </a:lnTo>
                  <a:lnTo>
                    <a:pt x="2270960" y="861013"/>
                  </a:lnTo>
                  <a:lnTo>
                    <a:pt x="2225095" y="804305"/>
                  </a:lnTo>
                  <a:lnTo>
                    <a:pt x="2179117" y="747168"/>
                  </a:lnTo>
                  <a:lnTo>
                    <a:pt x="2133191" y="690225"/>
                  </a:lnTo>
                  <a:lnTo>
                    <a:pt x="2087474" y="634092"/>
                  </a:lnTo>
                  <a:lnTo>
                    <a:pt x="2042105" y="579350"/>
                  </a:lnTo>
                  <a:lnTo>
                    <a:pt x="1997186" y="526517"/>
                  </a:lnTo>
                  <a:lnTo>
                    <a:pt x="1952774" y="476033"/>
                  </a:lnTo>
                  <a:lnTo>
                    <a:pt x="1908864" y="428244"/>
                  </a:lnTo>
                  <a:lnTo>
                    <a:pt x="1865385" y="383401"/>
                  </a:lnTo>
                  <a:lnTo>
                    <a:pt x="1822191" y="341652"/>
                  </a:lnTo>
                  <a:lnTo>
                    <a:pt x="1779050" y="303056"/>
                  </a:lnTo>
                  <a:lnTo>
                    <a:pt x="1735635" y="267585"/>
                  </a:lnTo>
                  <a:lnTo>
                    <a:pt x="1719082" y="254985"/>
                  </a:lnTo>
                  <a:lnTo>
                    <a:pt x="1671220" y="221498"/>
                  </a:lnTo>
                  <a:lnTo>
                    <a:pt x="1621660" y="191482"/>
                  </a:lnTo>
                  <a:lnTo>
                    <a:pt x="1569579" y="164745"/>
                  </a:lnTo>
                  <a:lnTo>
                    <a:pt x="1514055" y="140971"/>
                  </a:lnTo>
                  <a:lnTo>
                    <a:pt x="1454159" y="119811"/>
                  </a:lnTo>
                  <a:lnTo>
                    <a:pt x="1389037" y="100930"/>
                  </a:lnTo>
                  <a:lnTo>
                    <a:pt x="1318019" y="84042"/>
                  </a:lnTo>
                  <a:lnTo>
                    <a:pt x="1240776" y="68918"/>
                  </a:lnTo>
                  <a:lnTo>
                    <a:pt x="1157509" y="55399"/>
                  </a:lnTo>
                  <a:lnTo>
                    <a:pt x="1069180" y="43393"/>
                  </a:lnTo>
                  <a:lnTo>
                    <a:pt x="977718" y="32871"/>
                  </a:lnTo>
                  <a:lnTo>
                    <a:pt x="886130" y="23852"/>
                  </a:lnTo>
                  <a:lnTo>
                    <a:pt x="798377" y="16371"/>
                  </a:lnTo>
                  <a:lnTo>
                    <a:pt x="718939" y="10450"/>
                  </a:lnTo>
                  <a:lnTo>
                    <a:pt x="652044" y="6051"/>
                  </a:lnTo>
                  <a:lnTo>
                    <a:pt x="600751" y="3053"/>
                  </a:lnTo>
                  <a:lnTo>
                    <a:pt x="566149" y="1245"/>
                  </a:lnTo>
                  <a:lnTo>
                    <a:pt x="546974" y="345"/>
                  </a:lnTo>
                  <a:lnTo>
                    <a:pt x="539674" y="3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" name="pg185"/>
            <p:cNvSpPr/>
            <p:nvPr/>
          </p:nvSpPr>
          <p:spPr>
            <a:xfrm>
              <a:off x="546595" y="1997255"/>
              <a:ext cx="8234974" cy="3560725"/>
            </a:xfrm>
            <a:custGeom>
              <a:avLst/>
              <a:pathLst>
                <a:path w="8234974" h="3560725">
                  <a:moveTo>
                    <a:pt x="0" y="27222"/>
                  </a:moveTo>
                  <a:lnTo>
                    <a:pt x="538736" y="27222"/>
                  </a:lnTo>
                  <a:lnTo>
                    <a:pt x="539995" y="27272"/>
                  </a:lnTo>
                  <a:lnTo>
                    <a:pt x="548218" y="27626"/>
                  </a:lnTo>
                  <a:lnTo>
                    <a:pt x="568739" y="28606"/>
                  </a:lnTo>
                  <a:lnTo>
                    <a:pt x="604904" y="30529"/>
                  </a:lnTo>
                  <a:lnTo>
                    <a:pt x="657751" y="33673"/>
                  </a:lnTo>
                  <a:lnTo>
                    <a:pt x="725979" y="38244"/>
                  </a:lnTo>
                  <a:lnTo>
                    <a:pt x="806382" y="44355"/>
                  </a:lnTo>
                  <a:lnTo>
                    <a:pt x="894671" y="52035"/>
                  </a:lnTo>
                  <a:lnTo>
                    <a:pt x="986389" y="61262"/>
                  </a:lnTo>
                  <a:lnTo>
                    <a:pt x="1077653" y="71997"/>
                  </a:lnTo>
                  <a:lnTo>
                    <a:pt x="1165559" y="84228"/>
                  </a:lnTo>
                  <a:lnTo>
                    <a:pt x="1248276" y="97988"/>
                  </a:lnTo>
                  <a:lnTo>
                    <a:pt x="1324923" y="113375"/>
                  </a:lnTo>
                  <a:lnTo>
                    <a:pt x="1395358" y="130558"/>
                  </a:lnTo>
                  <a:lnTo>
                    <a:pt x="1459950" y="149771"/>
                  </a:lnTo>
                  <a:lnTo>
                    <a:pt x="1519391" y="171308"/>
                  </a:lnTo>
                  <a:lnTo>
                    <a:pt x="1574547" y="195510"/>
                  </a:lnTo>
                  <a:lnTo>
                    <a:pt x="1626348" y="222727"/>
                  </a:lnTo>
                  <a:lnTo>
                    <a:pt x="1675710" y="253271"/>
                  </a:lnTo>
                  <a:lnTo>
                    <a:pt x="1719082" y="284023"/>
                  </a:lnTo>
                  <a:lnTo>
                    <a:pt x="1762626" y="318511"/>
                  </a:lnTo>
                  <a:lnTo>
                    <a:pt x="1805745" y="356105"/>
                  </a:lnTo>
                  <a:lnTo>
                    <a:pt x="1848804" y="396861"/>
                  </a:lnTo>
                  <a:lnTo>
                    <a:pt x="1892069" y="440755"/>
                  </a:lnTo>
                  <a:lnTo>
                    <a:pt x="1935717" y="487672"/>
                  </a:lnTo>
                  <a:lnTo>
                    <a:pt x="1979846" y="537403"/>
                  </a:lnTo>
                  <a:lnTo>
                    <a:pt x="2024486" y="589638"/>
                  </a:lnTo>
                  <a:lnTo>
                    <a:pt x="2069602" y="643971"/>
                  </a:lnTo>
                  <a:lnTo>
                    <a:pt x="2115110" y="699911"/>
                  </a:lnTo>
                  <a:lnTo>
                    <a:pt x="2160884" y="756901"/>
                  </a:lnTo>
                  <a:lnTo>
                    <a:pt x="2206773" y="814333"/>
                  </a:lnTo>
                  <a:lnTo>
                    <a:pt x="2252615" y="871583"/>
                  </a:lnTo>
                  <a:lnTo>
                    <a:pt x="2298252" y="928034"/>
                  </a:lnTo>
                  <a:lnTo>
                    <a:pt x="2343545" y="983103"/>
                  </a:lnTo>
                  <a:lnTo>
                    <a:pt x="2388391" y="1036270"/>
                  </a:lnTo>
                  <a:lnTo>
                    <a:pt x="2432734" y="1087092"/>
                  </a:lnTo>
                  <a:lnTo>
                    <a:pt x="2476576" y="1135219"/>
                  </a:lnTo>
                  <a:lnTo>
                    <a:pt x="2519984" y="1180397"/>
                  </a:lnTo>
                  <a:lnTo>
                    <a:pt x="2563102" y="1222474"/>
                  </a:lnTo>
                  <a:lnTo>
                    <a:pt x="2606157" y="1261389"/>
                  </a:lnTo>
                  <a:lnTo>
                    <a:pt x="2649472" y="1297165"/>
                  </a:lnTo>
                  <a:lnTo>
                    <a:pt x="2667772" y="1311225"/>
                  </a:lnTo>
                  <a:lnTo>
                    <a:pt x="2715627" y="1344945"/>
                  </a:lnTo>
                  <a:lnTo>
                    <a:pt x="2765178" y="1375171"/>
                  </a:lnTo>
                  <a:lnTo>
                    <a:pt x="2817250" y="1402095"/>
                  </a:lnTo>
                  <a:lnTo>
                    <a:pt x="2872763" y="1426036"/>
                  </a:lnTo>
                  <a:lnTo>
                    <a:pt x="2932646" y="1447345"/>
                  </a:lnTo>
                  <a:lnTo>
                    <a:pt x="2997753" y="1466359"/>
                  </a:lnTo>
                  <a:lnTo>
                    <a:pt x="3068753" y="1483367"/>
                  </a:lnTo>
                  <a:lnTo>
                    <a:pt x="3145976" y="1498598"/>
                  </a:lnTo>
                  <a:lnTo>
                    <a:pt x="3229222" y="1512213"/>
                  </a:lnTo>
                  <a:lnTo>
                    <a:pt x="3317531" y="1524305"/>
                  </a:lnTo>
                  <a:lnTo>
                    <a:pt x="3408975" y="1534902"/>
                  </a:lnTo>
                  <a:lnTo>
                    <a:pt x="3500552" y="1543988"/>
                  </a:lnTo>
                  <a:lnTo>
                    <a:pt x="3588303" y="1551523"/>
                  </a:lnTo>
                  <a:lnTo>
                    <a:pt x="3667751" y="1557489"/>
                  </a:lnTo>
                  <a:lnTo>
                    <a:pt x="3734668" y="1561922"/>
                  </a:lnTo>
                  <a:lnTo>
                    <a:pt x="3785995" y="1564944"/>
                  </a:lnTo>
                  <a:lnTo>
                    <a:pt x="3820634" y="1566767"/>
                  </a:lnTo>
                  <a:lnTo>
                    <a:pt x="3839845" y="1567675"/>
                  </a:lnTo>
                  <a:lnTo>
                    <a:pt x="3847172" y="1567988"/>
                  </a:lnTo>
                  <a:lnTo>
                    <a:pt x="3848118" y="1568025"/>
                  </a:lnTo>
                  <a:lnTo>
                    <a:pt x="4386855" y="1568025"/>
                  </a:lnTo>
                  <a:lnTo>
                    <a:pt x="4388087" y="1568088"/>
                  </a:lnTo>
                  <a:lnTo>
                    <a:pt x="4396134" y="1568536"/>
                  </a:lnTo>
                  <a:lnTo>
                    <a:pt x="4416236" y="1569775"/>
                  </a:lnTo>
                  <a:lnTo>
                    <a:pt x="4451702" y="1572206"/>
                  </a:lnTo>
                  <a:lnTo>
                    <a:pt x="4503608" y="1576185"/>
                  </a:lnTo>
                  <a:lnTo>
                    <a:pt x="4570755" y="1581974"/>
                  </a:lnTo>
                  <a:lnTo>
                    <a:pt x="4650069" y="1589720"/>
                  </a:lnTo>
                  <a:lnTo>
                    <a:pt x="4737383" y="1599466"/>
                  </a:lnTo>
                  <a:lnTo>
                    <a:pt x="4828328" y="1611185"/>
                  </a:lnTo>
                  <a:lnTo>
                    <a:pt x="4919052" y="1624830"/>
                  </a:lnTo>
                  <a:lnTo>
                    <a:pt x="5006644" y="1640379"/>
                  </a:lnTo>
                  <a:lnTo>
                    <a:pt x="5089232" y="1657869"/>
                  </a:lnTo>
                  <a:lnTo>
                    <a:pt x="5165884" y="1677419"/>
                  </a:lnTo>
                  <a:lnTo>
                    <a:pt x="5236405" y="1699231"/>
                  </a:lnTo>
                  <a:lnTo>
                    <a:pt x="5301114" y="1723594"/>
                  </a:lnTo>
                  <a:lnTo>
                    <a:pt x="5360660" y="1750874"/>
                  </a:lnTo>
                  <a:lnTo>
                    <a:pt x="5415878" y="1781495"/>
                  </a:lnTo>
                  <a:lnTo>
                    <a:pt x="5467674" y="1815901"/>
                  </a:lnTo>
                  <a:lnTo>
                    <a:pt x="5516950" y="1854500"/>
                  </a:lnTo>
                  <a:lnTo>
                    <a:pt x="5564519" y="1897546"/>
                  </a:lnTo>
                  <a:lnTo>
                    <a:pt x="5567201" y="1900142"/>
                  </a:lnTo>
                  <a:lnTo>
                    <a:pt x="5607521" y="1941285"/>
                  </a:lnTo>
                  <a:lnTo>
                    <a:pt x="5647451" y="1985862"/>
                  </a:lnTo>
                  <a:lnTo>
                    <a:pt x="5687290" y="2033939"/>
                  </a:lnTo>
                  <a:lnTo>
                    <a:pt x="5727262" y="2085507"/>
                  </a:lnTo>
                  <a:lnTo>
                    <a:pt x="5767525" y="2140475"/>
                  </a:lnTo>
                  <a:lnTo>
                    <a:pt x="5808177" y="2198660"/>
                  </a:lnTo>
                  <a:lnTo>
                    <a:pt x="5849263" y="2259787"/>
                  </a:lnTo>
                  <a:lnTo>
                    <a:pt x="5890779" y="2323487"/>
                  </a:lnTo>
                  <a:lnTo>
                    <a:pt x="5932679" y="2389302"/>
                  </a:lnTo>
                  <a:lnTo>
                    <a:pt x="5974883" y="2456703"/>
                  </a:lnTo>
                  <a:lnTo>
                    <a:pt x="6017284" y="2525099"/>
                  </a:lnTo>
                  <a:lnTo>
                    <a:pt x="6059758" y="2593861"/>
                  </a:lnTo>
                  <a:lnTo>
                    <a:pt x="6102177" y="2662348"/>
                  </a:lnTo>
                  <a:lnTo>
                    <a:pt x="6144416" y="2729928"/>
                  </a:lnTo>
                  <a:lnTo>
                    <a:pt x="6186365" y="2796003"/>
                  </a:lnTo>
                  <a:lnTo>
                    <a:pt x="6227940" y="2860034"/>
                  </a:lnTo>
                  <a:lnTo>
                    <a:pt x="6269088" y="2921552"/>
                  </a:lnTo>
                  <a:lnTo>
                    <a:pt x="6309800" y="2980176"/>
                  </a:lnTo>
                  <a:lnTo>
                    <a:pt x="6350114" y="3035615"/>
                  </a:lnTo>
                  <a:lnTo>
                    <a:pt x="6390119" y="3087676"/>
                  </a:lnTo>
                  <a:lnTo>
                    <a:pt x="6429965" y="3136252"/>
                  </a:lnTo>
                  <a:lnTo>
                    <a:pt x="6469866" y="3181325"/>
                  </a:lnTo>
                  <a:lnTo>
                    <a:pt x="6510108" y="3222951"/>
                  </a:lnTo>
                  <a:lnTo>
                    <a:pt x="6515891" y="3228608"/>
                  </a:lnTo>
                  <a:lnTo>
                    <a:pt x="6563384" y="3271910"/>
                  </a:lnTo>
                  <a:lnTo>
                    <a:pt x="6612542" y="3310758"/>
                  </a:lnTo>
                  <a:lnTo>
                    <a:pt x="6664170" y="3345395"/>
                  </a:lnTo>
                  <a:lnTo>
                    <a:pt x="6719167" y="3376220"/>
                  </a:lnTo>
                  <a:lnTo>
                    <a:pt x="6778443" y="3403679"/>
                  </a:lnTo>
                  <a:lnTo>
                    <a:pt x="6842836" y="3428199"/>
                  </a:lnTo>
                  <a:lnTo>
                    <a:pt x="6913012" y="3450148"/>
                  </a:lnTo>
                  <a:lnTo>
                    <a:pt x="6989313" y="3469820"/>
                  </a:lnTo>
                  <a:lnTo>
                    <a:pt x="7071579" y="3487425"/>
                  </a:lnTo>
                  <a:lnTo>
                    <a:pt x="7158925" y="3503082"/>
                  </a:lnTo>
                  <a:lnTo>
                    <a:pt x="7249539" y="3516836"/>
                  </a:lnTo>
                  <a:lnTo>
                    <a:pt x="7340567" y="3528667"/>
                  </a:lnTo>
                  <a:lnTo>
                    <a:pt x="7428205" y="3538527"/>
                  </a:lnTo>
                  <a:lnTo>
                    <a:pt x="7508094" y="3546387"/>
                  </a:lnTo>
                  <a:lnTo>
                    <a:pt x="7576034" y="3552285"/>
                  </a:lnTo>
                  <a:lnTo>
                    <a:pt x="7628865" y="3556361"/>
                  </a:lnTo>
                  <a:lnTo>
                    <a:pt x="7665264" y="3558872"/>
                  </a:lnTo>
                  <a:lnTo>
                    <a:pt x="7686175" y="3560169"/>
                  </a:lnTo>
                  <a:lnTo>
                    <a:pt x="7694787" y="3560651"/>
                  </a:lnTo>
                  <a:lnTo>
                    <a:pt x="7696237" y="3560725"/>
                  </a:lnTo>
                  <a:lnTo>
                    <a:pt x="8234974" y="3560725"/>
                  </a:lnTo>
                  <a:lnTo>
                    <a:pt x="8234974" y="3533502"/>
                  </a:lnTo>
                  <a:lnTo>
                    <a:pt x="7696237" y="3533502"/>
                  </a:lnTo>
                  <a:lnTo>
                    <a:pt x="7695005" y="3533439"/>
                  </a:lnTo>
                  <a:lnTo>
                    <a:pt x="7686958" y="3532992"/>
                  </a:lnTo>
                  <a:lnTo>
                    <a:pt x="7666857" y="3531753"/>
                  </a:lnTo>
                  <a:lnTo>
                    <a:pt x="7631391" y="3529321"/>
                  </a:lnTo>
                  <a:lnTo>
                    <a:pt x="7579484" y="3525342"/>
                  </a:lnTo>
                  <a:lnTo>
                    <a:pt x="7512337" y="3519554"/>
                  </a:lnTo>
                  <a:lnTo>
                    <a:pt x="7433023" y="3511807"/>
                  </a:lnTo>
                  <a:lnTo>
                    <a:pt x="7345709" y="3502061"/>
                  </a:lnTo>
                  <a:lnTo>
                    <a:pt x="7254765" y="3490342"/>
                  </a:lnTo>
                  <a:lnTo>
                    <a:pt x="7164040" y="3476697"/>
                  </a:lnTo>
                  <a:lnTo>
                    <a:pt x="7076449" y="3461149"/>
                  </a:lnTo>
                  <a:lnTo>
                    <a:pt x="6993861" y="3443658"/>
                  </a:lnTo>
                  <a:lnTo>
                    <a:pt x="6917208" y="3424109"/>
                  </a:lnTo>
                  <a:lnTo>
                    <a:pt x="6846688" y="3402297"/>
                  </a:lnTo>
                  <a:lnTo>
                    <a:pt x="6781979" y="3377934"/>
                  </a:lnTo>
                  <a:lnTo>
                    <a:pt x="6722432" y="3350653"/>
                  </a:lnTo>
                  <a:lnTo>
                    <a:pt x="6667215" y="3320033"/>
                  </a:lnTo>
                  <a:lnTo>
                    <a:pt x="6615419" y="3285626"/>
                  </a:lnTo>
                  <a:lnTo>
                    <a:pt x="6566142" y="3247028"/>
                  </a:lnTo>
                  <a:lnTo>
                    <a:pt x="6518573" y="3203982"/>
                  </a:lnTo>
                  <a:lnTo>
                    <a:pt x="6515891" y="3201386"/>
                  </a:lnTo>
                  <a:lnTo>
                    <a:pt x="6475571" y="3160242"/>
                  </a:lnTo>
                  <a:lnTo>
                    <a:pt x="6435641" y="3115666"/>
                  </a:lnTo>
                  <a:lnTo>
                    <a:pt x="6395803" y="3067589"/>
                  </a:lnTo>
                  <a:lnTo>
                    <a:pt x="6355831" y="3016021"/>
                  </a:lnTo>
                  <a:lnTo>
                    <a:pt x="6315568" y="2961053"/>
                  </a:lnTo>
                  <a:lnTo>
                    <a:pt x="6274915" y="2902867"/>
                  </a:lnTo>
                  <a:lnTo>
                    <a:pt x="6233830" y="2841740"/>
                  </a:lnTo>
                  <a:lnTo>
                    <a:pt x="6192314" y="2778041"/>
                  </a:lnTo>
                  <a:lnTo>
                    <a:pt x="6150414" y="2712225"/>
                  </a:lnTo>
                  <a:lnTo>
                    <a:pt x="6108210" y="2644825"/>
                  </a:lnTo>
                  <a:lnTo>
                    <a:pt x="6065809" y="2576429"/>
                  </a:lnTo>
                  <a:lnTo>
                    <a:pt x="6023334" y="2507666"/>
                  </a:lnTo>
                  <a:lnTo>
                    <a:pt x="5980915" y="2439180"/>
                  </a:lnTo>
                  <a:lnTo>
                    <a:pt x="5938676" y="2371600"/>
                  </a:lnTo>
                  <a:lnTo>
                    <a:pt x="5896727" y="2305524"/>
                  </a:lnTo>
                  <a:lnTo>
                    <a:pt x="5855153" y="2241494"/>
                  </a:lnTo>
                  <a:lnTo>
                    <a:pt x="5814004" y="2179976"/>
                  </a:lnTo>
                  <a:lnTo>
                    <a:pt x="5773292" y="2121352"/>
                  </a:lnTo>
                  <a:lnTo>
                    <a:pt x="5732978" y="2065912"/>
                  </a:lnTo>
                  <a:lnTo>
                    <a:pt x="5692973" y="2013852"/>
                  </a:lnTo>
                  <a:lnTo>
                    <a:pt x="5653127" y="1965275"/>
                  </a:lnTo>
                  <a:lnTo>
                    <a:pt x="5613227" y="1920202"/>
                  </a:lnTo>
                  <a:lnTo>
                    <a:pt x="5572984" y="1878576"/>
                  </a:lnTo>
                  <a:lnTo>
                    <a:pt x="5567201" y="1872919"/>
                  </a:lnTo>
                  <a:lnTo>
                    <a:pt x="5519709" y="1829617"/>
                  </a:lnTo>
                  <a:lnTo>
                    <a:pt x="5470551" y="1790769"/>
                  </a:lnTo>
                  <a:lnTo>
                    <a:pt x="5418922" y="1756133"/>
                  </a:lnTo>
                  <a:lnTo>
                    <a:pt x="5363926" y="1725308"/>
                  </a:lnTo>
                  <a:lnTo>
                    <a:pt x="5304650" y="1697849"/>
                  </a:lnTo>
                  <a:lnTo>
                    <a:pt x="5240256" y="1673329"/>
                  </a:lnTo>
                  <a:lnTo>
                    <a:pt x="5170081" y="1651380"/>
                  </a:lnTo>
                  <a:lnTo>
                    <a:pt x="5093779" y="1631707"/>
                  </a:lnTo>
                  <a:lnTo>
                    <a:pt x="5011513" y="1614103"/>
                  </a:lnTo>
                  <a:lnTo>
                    <a:pt x="4924167" y="1598445"/>
                  </a:lnTo>
                  <a:lnTo>
                    <a:pt x="4833553" y="1584691"/>
                  </a:lnTo>
                  <a:lnTo>
                    <a:pt x="4742525" y="1572861"/>
                  </a:lnTo>
                  <a:lnTo>
                    <a:pt x="4654888" y="1563001"/>
                  </a:lnTo>
                  <a:lnTo>
                    <a:pt x="4574998" y="1555140"/>
                  </a:lnTo>
                  <a:lnTo>
                    <a:pt x="4507059" y="1549243"/>
                  </a:lnTo>
                  <a:lnTo>
                    <a:pt x="4454227" y="1545166"/>
                  </a:lnTo>
                  <a:lnTo>
                    <a:pt x="4417828" y="1542655"/>
                  </a:lnTo>
                  <a:lnTo>
                    <a:pt x="4396918" y="1541359"/>
                  </a:lnTo>
                  <a:lnTo>
                    <a:pt x="4388306" y="1540877"/>
                  </a:lnTo>
                  <a:lnTo>
                    <a:pt x="4386855" y="1540803"/>
                  </a:lnTo>
                  <a:lnTo>
                    <a:pt x="3848118" y="1540803"/>
                  </a:lnTo>
                  <a:lnTo>
                    <a:pt x="3846859" y="1540753"/>
                  </a:lnTo>
                  <a:lnTo>
                    <a:pt x="3838637" y="1540399"/>
                  </a:lnTo>
                  <a:lnTo>
                    <a:pt x="3818116" y="1539419"/>
                  </a:lnTo>
                  <a:lnTo>
                    <a:pt x="3781951" y="1537496"/>
                  </a:lnTo>
                  <a:lnTo>
                    <a:pt x="3729104" y="1534352"/>
                  </a:lnTo>
                  <a:lnTo>
                    <a:pt x="3660876" y="1529781"/>
                  </a:lnTo>
                  <a:lnTo>
                    <a:pt x="3580472" y="1523670"/>
                  </a:lnTo>
                  <a:lnTo>
                    <a:pt x="3492183" y="1515990"/>
                  </a:lnTo>
                  <a:lnTo>
                    <a:pt x="3400465" y="1506763"/>
                  </a:lnTo>
                  <a:lnTo>
                    <a:pt x="3309201" y="1496028"/>
                  </a:lnTo>
                  <a:lnTo>
                    <a:pt x="3221295" y="1483797"/>
                  </a:lnTo>
                  <a:lnTo>
                    <a:pt x="3138579" y="1470037"/>
                  </a:lnTo>
                  <a:lnTo>
                    <a:pt x="3061932" y="1454650"/>
                  </a:lnTo>
                  <a:lnTo>
                    <a:pt x="2991497" y="1437467"/>
                  </a:lnTo>
                  <a:lnTo>
                    <a:pt x="2926904" y="1418254"/>
                  </a:lnTo>
                  <a:lnTo>
                    <a:pt x="2867463" y="1396716"/>
                  </a:lnTo>
                  <a:lnTo>
                    <a:pt x="2812308" y="1372515"/>
                  </a:lnTo>
                  <a:lnTo>
                    <a:pt x="2760507" y="1345298"/>
                  </a:lnTo>
                  <a:lnTo>
                    <a:pt x="2711145" y="1314754"/>
                  </a:lnTo>
                  <a:lnTo>
                    <a:pt x="2667772" y="1284002"/>
                  </a:lnTo>
                  <a:lnTo>
                    <a:pt x="2624228" y="1249514"/>
                  </a:lnTo>
                  <a:lnTo>
                    <a:pt x="2581110" y="1211920"/>
                  </a:lnTo>
                  <a:lnTo>
                    <a:pt x="2538050" y="1171164"/>
                  </a:lnTo>
                  <a:lnTo>
                    <a:pt x="2494786" y="1127270"/>
                  </a:lnTo>
                  <a:lnTo>
                    <a:pt x="2451138" y="1080352"/>
                  </a:lnTo>
                  <a:lnTo>
                    <a:pt x="2407009" y="1030621"/>
                  </a:lnTo>
                  <a:lnTo>
                    <a:pt x="2362369" y="978387"/>
                  </a:lnTo>
                  <a:lnTo>
                    <a:pt x="2317253" y="924054"/>
                  </a:lnTo>
                  <a:lnTo>
                    <a:pt x="2271745" y="868113"/>
                  </a:lnTo>
                  <a:lnTo>
                    <a:pt x="2225971" y="811124"/>
                  </a:lnTo>
                  <a:lnTo>
                    <a:pt x="2180081" y="753692"/>
                  </a:lnTo>
                  <a:lnTo>
                    <a:pt x="2134239" y="696442"/>
                  </a:lnTo>
                  <a:lnTo>
                    <a:pt x="2088603" y="639991"/>
                  </a:lnTo>
                  <a:lnTo>
                    <a:pt x="2043310" y="584922"/>
                  </a:lnTo>
                  <a:lnTo>
                    <a:pt x="1998464" y="531755"/>
                  </a:lnTo>
                  <a:lnTo>
                    <a:pt x="1954120" y="480933"/>
                  </a:lnTo>
                  <a:lnTo>
                    <a:pt x="1910279" y="432806"/>
                  </a:lnTo>
                  <a:lnTo>
                    <a:pt x="1866871" y="387628"/>
                  </a:lnTo>
                  <a:lnTo>
                    <a:pt x="1823753" y="345551"/>
                  </a:lnTo>
                  <a:lnTo>
                    <a:pt x="1780697" y="306636"/>
                  </a:lnTo>
                  <a:lnTo>
                    <a:pt x="1737383" y="270860"/>
                  </a:lnTo>
                  <a:lnTo>
                    <a:pt x="1719082" y="256800"/>
                  </a:lnTo>
                  <a:lnTo>
                    <a:pt x="1671228" y="223079"/>
                  </a:lnTo>
                  <a:lnTo>
                    <a:pt x="1621677" y="192854"/>
                  </a:lnTo>
                  <a:lnTo>
                    <a:pt x="1569604" y="165929"/>
                  </a:lnTo>
                  <a:lnTo>
                    <a:pt x="1514092" y="141989"/>
                  </a:lnTo>
                  <a:lnTo>
                    <a:pt x="1454209" y="120680"/>
                  </a:lnTo>
                  <a:lnTo>
                    <a:pt x="1389102" y="101666"/>
                  </a:lnTo>
                  <a:lnTo>
                    <a:pt x="1318102" y="84658"/>
                  </a:lnTo>
                  <a:lnTo>
                    <a:pt x="1240879" y="69427"/>
                  </a:lnTo>
                  <a:lnTo>
                    <a:pt x="1157633" y="55812"/>
                  </a:lnTo>
                  <a:lnTo>
                    <a:pt x="1069324" y="43720"/>
                  </a:lnTo>
                  <a:lnTo>
                    <a:pt x="977879" y="33122"/>
                  </a:lnTo>
                  <a:lnTo>
                    <a:pt x="886302" y="24037"/>
                  </a:lnTo>
                  <a:lnTo>
                    <a:pt x="798552" y="16502"/>
                  </a:lnTo>
                  <a:lnTo>
                    <a:pt x="719103" y="10536"/>
                  </a:lnTo>
                  <a:lnTo>
                    <a:pt x="652186" y="6103"/>
                  </a:lnTo>
                  <a:lnTo>
                    <a:pt x="600860" y="3081"/>
                  </a:lnTo>
                  <a:lnTo>
                    <a:pt x="566221" y="1258"/>
                  </a:lnTo>
                  <a:lnTo>
                    <a:pt x="547010" y="349"/>
                  </a:lnTo>
                  <a:lnTo>
                    <a:pt x="539683" y="3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546595" y="2024478"/>
              <a:ext cx="8234974" cy="3533502"/>
            </a:xfrm>
            <a:custGeom>
              <a:avLst/>
              <a:pathLst>
                <a:path w="8234974" h="3533502">
                  <a:moveTo>
                    <a:pt x="0" y="0"/>
                  </a:moveTo>
                  <a:lnTo>
                    <a:pt x="538736" y="0"/>
                  </a:lnTo>
                  <a:lnTo>
                    <a:pt x="539995" y="49"/>
                  </a:lnTo>
                  <a:lnTo>
                    <a:pt x="548218" y="403"/>
                  </a:lnTo>
                  <a:lnTo>
                    <a:pt x="568739" y="1383"/>
                  </a:lnTo>
                  <a:lnTo>
                    <a:pt x="604904" y="3306"/>
                  </a:lnTo>
                  <a:lnTo>
                    <a:pt x="657751" y="6451"/>
                  </a:lnTo>
                  <a:lnTo>
                    <a:pt x="725979" y="11022"/>
                  </a:lnTo>
                  <a:lnTo>
                    <a:pt x="806382" y="17132"/>
                  </a:lnTo>
                  <a:lnTo>
                    <a:pt x="894671" y="24812"/>
                  </a:lnTo>
                  <a:lnTo>
                    <a:pt x="986389" y="34039"/>
                  </a:lnTo>
                  <a:lnTo>
                    <a:pt x="1077653" y="44775"/>
                  </a:lnTo>
                  <a:lnTo>
                    <a:pt x="1165559" y="57005"/>
                  </a:lnTo>
                  <a:lnTo>
                    <a:pt x="1248276" y="70765"/>
                  </a:lnTo>
                  <a:lnTo>
                    <a:pt x="1324923" y="86152"/>
                  </a:lnTo>
                  <a:lnTo>
                    <a:pt x="1395358" y="103335"/>
                  </a:lnTo>
                  <a:lnTo>
                    <a:pt x="1459950" y="122548"/>
                  </a:lnTo>
                  <a:lnTo>
                    <a:pt x="1519391" y="144086"/>
                  </a:lnTo>
                  <a:lnTo>
                    <a:pt x="1574547" y="168287"/>
                  </a:lnTo>
                  <a:lnTo>
                    <a:pt x="1626348" y="195504"/>
                  </a:lnTo>
                  <a:lnTo>
                    <a:pt x="1675710" y="226048"/>
                  </a:lnTo>
                  <a:lnTo>
                    <a:pt x="1719082" y="256800"/>
                  </a:lnTo>
                  <a:lnTo>
                    <a:pt x="1762626" y="291288"/>
                  </a:lnTo>
                  <a:lnTo>
                    <a:pt x="1805745" y="328882"/>
                  </a:lnTo>
                  <a:lnTo>
                    <a:pt x="1848804" y="369638"/>
                  </a:lnTo>
                  <a:lnTo>
                    <a:pt x="1892069" y="413532"/>
                  </a:lnTo>
                  <a:lnTo>
                    <a:pt x="1935717" y="460450"/>
                  </a:lnTo>
                  <a:lnTo>
                    <a:pt x="1979846" y="510181"/>
                  </a:lnTo>
                  <a:lnTo>
                    <a:pt x="2024486" y="562415"/>
                  </a:lnTo>
                  <a:lnTo>
                    <a:pt x="2069602" y="616748"/>
                  </a:lnTo>
                  <a:lnTo>
                    <a:pt x="2115110" y="672689"/>
                  </a:lnTo>
                  <a:lnTo>
                    <a:pt x="2160884" y="729678"/>
                  </a:lnTo>
                  <a:lnTo>
                    <a:pt x="2206773" y="787110"/>
                  </a:lnTo>
                  <a:lnTo>
                    <a:pt x="2252615" y="844360"/>
                  </a:lnTo>
                  <a:lnTo>
                    <a:pt x="2298252" y="900811"/>
                  </a:lnTo>
                  <a:lnTo>
                    <a:pt x="2343545" y="955881"/>
                  </a:lnTo>
                  <a:lnTo>
                    <a:pt x="2388391" y="1009048"/>
                  </a:lnTo>
                  <a:lnTo>
                    <a:pt x="2432734" y="1059870"/>
                  </a:lnTo>
                  <a:lnTo>
                    <a:pt x="2476576" y="1107996"/>
                  </a:lnTo>
                  <a:lnTo>
                    <a:pt x="2519984" y="1153175"/>
                  </a:lnTo>
                  <a:lnTo>
                    <a:pt x="2563102" y="1195251"/>
                  </a:lnTo>
                  <a:lnTo>
                    <a:pt x="2606157" y="1234166"/>
                  </a:lnTo>
                  <a:lnTo>
                    <a:pt x="2649472" y="1269942"/>
                  </a:lnTo>
                  <a:lnTo>
                    <a:pt x="2667772" y="1284002"/>
                  </a:lnTo>
                  <a:lnTo>
                    <a:pt x="2715627" y="1317723"/>
                  </a:lnTo>
                  <a:lnTo>
                    <a:pt x="2765178" y="1347949"/>
                  </a:lnTo>
                  <a:lnTo>
                    <a:pt x="2817250" y="1374873"/>
                  </a:lnTo>
                  <a:lnTo>
                    <a:pt x="2872763" y="1398813"/>
                  </a:lnTo>
                  <a:lnTo>
                    <a:pt x="2932646" y="1420122"/>
                  </a:lnTo>
                  <a:lnTo>
                    <a:pt x="2997753" y="1439136"/>
                  </a:lnTo>
                  <a:lnTo>
                    <a:pt x="3068753" y="1456144"/>
                  </a:lnTo>
                  <a:lnTo>
                    <a:pt x="3145976" y="1471375"/>
                  </a:lnTo>
                  <a:lnTo>
                    <a:pt x="3229222" y="1484991"/>
                  </a:lnTo>
                  <a:lnTo>
                    <a:pt x="3317531" y="1497082"/>
                  </a:lnTo>
                  <a:lnTo>
                    <a:pt x="3408975" y="1507680"/>
                  </a:lnTo>
                  <a:lnTo>
                    <a:pt x="3500552" y="1516765"/>
                  </a:lnTo>
                  <a:lnTo>
                    <a:pt x="3588303" y="1524301"/>
                  </a:lnTo>
                  <a:lnTo>
                    <a:pt x="3667751" y="1530266"/>
                  </a:lnTo>
                  <a:lnTo>
                    <a:pt x="3734668" y="1534699"/>
                  </a:lnTo>
                  <a:lnTo>
                    <a:pt x="3785995" y="1537721"/>
                  </a:lnTo>
                  <a:lnTo>
                    <a:pt x="3820634" y="1539544"/>
                  </a:lnTo>
                  <a:lnTo>
                    <a:pt x="3839845" y="1540453"/>
                  </a:lnTo>
                  <a:lnTo>
                    <a:pt x="3847172" y="1540766"/>
                  </a:lnTo>
                  <a:lnTo>
                    <a:pt x="3848118" y="1540803"/>
                  </a:lnTo>
                  <a:lnTo>
                    <a:pt x="4386855" y="1540803"/>
                  </a:lnTo>
                  <a:lnTo>
                    <a:pt x="4388087" y="1540865"/>
                  </a:lnTo>
                  <a:lnTo>
                    <a:pt x="4396134" y="1541313"/>
                  </a:lnTo>
                  <a:lnTo>
                    <a:pt x="4416236" y="1542552"/>
                  </a:lnTo>
                  <a:lnTo>
                    <a:pt x="4451702" y="1544984"/>
                  </a:lnTo>
                  <a:lnTo>
                    <a:pt x="4503608" y="1548962"/>
                  </a:lnTo>
                  <a:lnTo>
                    <a:pt x="4570755" y="1554751"/>
                  </a:lnTo>
                  <a:lnTo>
                    <a:pt x="4650069" y="1562497"/>
                  </a:lnTo>
                  <a:lnTo>
                    <a:pt x="4737383" y="1572244"/>
                  </a:lnTo>
                  <a:lnTo>
                    <a:pt x="4828328" y="1583963"/>
                  </a:lnTo>
                  <a:lnTo>
                    <a:pt x="4919052" y="1597607"/>
                  </a:lnTo>
                  <a:lnTo>
                    <a:pt x="5006644" y="1613156"/>
                  </a:lnTo>
                  <a:lnTo>
                    <a:pt x="5089232" y="1630647"/>
                  </a:lnTo>
                  <a:lnTo>
                    <a:pt x="5165884" y="1650196"/>
                  </a:lnTo>
                  <a:lnTo>
                    <a:pt x="5236405" y="1672008"/>
                  </a:lnTo>
                  <a:lnTo>
                    <a:pt x="5301114" y="1696371"/>
                  </a:lnTo>
                  <a:lnTo>
                    <a:pt x="5360660" y="1723651"/>
                  </a:lnTo>
                  <a:lnTo>
                    <a:pt x="5415878" y="1754272"/>
                  </a:lnTo>
                  <a:lnTo>
                    <a:pt x="5467674" y="1788679"/>
                  </a:lnTo>
                  <a:lnTo>
                    <a:pt x="5516950" y="1827277"/>
                  </a:lnTo>
                  <a:lnTo>
                    <a:pt x="5564519" y="1870323"/>
                  </a:lnTo>
                  <a:lnTo>
                    <a:pt x="5567201" y="1872919"/>
                  </a:lnTo>
                  <a:lnTo>
                    <a:pt x="5607521" y="1914062"/>
                  </a:lnTo>
                  <a:lnTo>
                    <a:pt x="5647451" y="1958639"/>
                  </a:lnTo>
                  <a:lnTo>
                    <a:pt x="5687290" y="2006716"/>
                  </a:lnTo>
                  <a:lnTo>
                    <a:pt x="5727262" y="2058284"/>
                  </a:lnTo>
                  <a:lnTo>
                    <a:pt x="5767525" y="2113252"/>
                  </a:lnTo>
                  <a:lnTo>
                    <a:pt x="5808177" y="2171438"/>
                  </a:lnTo>
                  <a:lnTo>
                    <a:pt x="5849263" y="2232565"/>
                  </a:lnTo>
                  <a:lnTo>
                    <a:pt x="5890779" y="2296264"/>
                  </a:lnTo>
                  <a:lnTo>
                    <a:pt x="5932679" y="2362080"/>
                  </a:lnTo>
                  <a:lnTo>
                    <a:pt x="5974883" y="2429480"/>
                  </a:lnTo>
                  <a:lnTo>
                    <a:pt x="6017284" y="2497876"/>
                  </a:lnTo>
                  <a:lnTo>
                    <a:pt x="6059758" y="2566638"/>
                  </a:lnTo>
                  <a:lnTo>
                    <a:pt x="6102177" y="2635125"/>
                  </a:lnTo>
                  <a:lnTo>
                    <a:pt x="6144416" y="2702705"/>
                  </a:lnTo>
                  <a:lnTo>
                    <a:pt x="6186365" y="2768781"/>
                  </a:lnTo>
                  <a:lnTo>
                    <a:pt x="6227940" y="2832811"/>
                  </a:lnTo>
                  <a:lnTo>
                    <a:pt x="6269088" y="2894329"/>
                  </a:lnTo>
                  <a:lnTo>
                    <a:pt x="6309800" y="2952953"/>
                  </a:lnTo>
                  <a:lnTo>
                    <a:pt x="6350114" y="3008393"/>
                  </a:lnTo>
                  <a:lnTo>
                    <a:pt x="6390119" y="3060453"/>
                  </a:lnTo>
                  <a:lnTo>
                    <a:pt x="6429965" y="3109030"/>
                  </a:lnTo>
                  <a:lnTo>
                    <a:pt x="6469866" y="3154103"/>
                  </a:lnTo>
                  <a:lnTo>
                    <a:pt x="6510108" y="3195729"/>
                  </a:lnTo>
                  <a:lnTo>
                    <a:pt x="6515891" y="3201386"/>
                  </a:lnTo>
                  <a:lnTo>
                    <a:pt x="6563384" y="3244688"/>
                  </a:lnTo>
                  <a:lnTo>
                    <a:pt x="6612542" y="3283536"/>
                  </a:lnTo>
                  <a:lnTo>
                    <a:pt x="6664170" y="3318172"/>
                  </a:lnTo>
                  <a:lnTo>
                    <a:pt x="6719167" y="3348997"/>
                  </a:lnTo>
                  <a:lnTo>
                    <a:pt x="6778443" y="3376456"/>
                  </a:lnTo>
                  <a:lnTo>
                    <a:pt x="6842836" y="3400976"/>
                  </a:lnTo>
                  <a:lnTo>
                    <a:pt x="6913012" y="3422925"/>
                  </a:lnTo>
                  <a:lnTo>
                    <a:pt x="6989313" y="3442598"/>
                  </a:lnTo>
                  <a:lnTo>
                    <a:pt x="7071579" y="3460202"/>
                  </a:lnTo>
                  <a:lnTo>
                    <a:pt x="7158925" y="3475860"/>
                  </a:lnTo>
                  <a:lnTo>
                    <a:pt x="7249539" y="3489613"/>
                  </a:lnTo>
                  <a:lnTo>
                    <a:pt x="7340567" y="3501444"/>
                  </a:lnTo>
                  <a:lnTo>
                    <a:pt x="7428205" y="3511304"/>
                  </a:lnTo>
                  <a:lnTo>
                    <a:pt x="7508094" y="3519165"/>
                  </a:lnTo>
                  <a:lnTo>
                    <a:pt x="7576034" y="3525062"/>
                  </a:lnTo>
                  <a:lnTo>
                    <a:pt x="7628865" y="3529139"/>
                  </a:lnTo>
                  <a:lnTo>
                    <a:pt x="7665264" y="3531650"/>
                  </a:lnTo>
                  <a:lnTo>
                    <a:pt x="7686175" y="3532946"/>
                  </a:lnTo>
                  <a:lnTo>
                    <a:pt x="7694787" y="3533428"/>
                  </a:lnTo>
                  <a:lnTo>
                    <a:pt x="7696237" y="3533502"/>
                  </a:lnTo>
                  <a:lnTo>
                    <a:pt x="7696237" y="3533502"/>
                  </a:lnTo>
                  <a:lnTo>
                    <a:pt x="8234974" y="3533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546595" y="1997255"/>
              <a:ext cx="8234974" cy="3533502"/>
            </a:xfrm>
            <a:custGeom>
              <a:avLst/>
              <a:pathLst>
                <a:path w="8234974" h="3533502">
                  <a:moveTo>
                    <a:pt x="8234974" y="3533502"/>
                  </a:moveTo>
                  <a:lnTo>
                    <a:pt x="7696237" y="3533502"/>
                  </a:lnTo>
                  <a:lnTo>
                    <a:pt x="7695005" y="3533439"/>
                  </a:lnTo>
                  <a:lnTo>
                    <a:pt x="7686958" y="3532992"/>
                  </a:lnTo>
                  <a:lnTo>
                    <a:pt x="7666857" y="3531753"/>
                  </a:lnTo>
                  <a:lnTo>
                    <a:pt x="7631391" y="3529321"/>
                  </a:lnTo>
                  <a:lnTo>
                    <a:pt x="7579484" y="3525342"/>
                  </a:lnTo>
                  <a:lnTo>
                    <a:pt x="7512337" y="3519554"/>
                  </a:lnTo>
                  <a:lnTo>
                    <a:pt x="7433023" y="3511807"/>
                  </a:lnTo>
                  <a:lnTo>
                    <a:pt x="7345709" y="3502061"/>
                  </a:lnTo>
                  <a:lnTo>
                    <a:pt x="7254765" y="3490342"/>
                  </a:lnTo>
                  <a:lnTo>
                    <a:pt x="7164040" y="3476697"/>
                  </a:lnTo>
                  <a:lnTo>
                    <a:pt x="7076449" y="3461149"/>
                  </a:lnTo>
                  <a:lnTo>
                    <a:pt x="6993861" y="3443658"/>
                  </a:lnTo>
                  <a:lnTo>
                    <a:pt x="6917208" y="3424109"/>
                  </a:lnTo>
                  <a:lnTo>
                    <a:pt x="6846688" y="3402297"/>
                  </a:lnTo>
                  <a:lnTo>
                    <a:pt x="6781979" y="3377934"/>
                  </a:lnTo>
                  <a:lnTo>
                    <a:pt x="6722432" y="3350653"/>
                  </a:lnTo>
                  <a:lnTo>
                    <a:pt x="6667215" y="3320033"/>
                  </a:lnTo>
                  <a:lnTo>
                    <a:pt x="6615419" y="3285626"/>
                  </a:lnTo>
                  <a:lnTo>
                    <a:pt x="6566142" y="3247028"/>
                  </a:lnTo>
                  <a:lnTo>
                    <a:pt x="6518573" y="3203982"/>
                  </a:lnTo>
                  <a:lnTo>
                    <a:pt x="6515891" y="3201386"/>
                  </a:lnTo>
                  <a:lnTo>
                    <a:pt x="6475571" y="3160242"/>
                  </a:lnTo>
                  <a:lnTo>
                    <a:pt x="6435641" y="3115666"/>
                  </a:lnTo>
                  <a:lnTo>
                    <a:pt x="6395803" y="3067589"/>
                  </a:lnTo>
                  <a:lnTo>
                    <a:pt x="6355831" y="3016021"/>
                  </a:lnTo>
                  <a:lnTo>
                    <a:pt x="6315568" y="2961053"/>
                  </a:lnTo>
                  <a:lnTo>
                    <a:pt x="6274915" y="2902867"/>
                  </a:lnTo>
                  <a:lnTo>
                    <a:pt x="6233830" y="2841740"/>
                  </a:lnTo>
                  <a:lnTo>
                    <a:pt x="6192314" y="2778041"/>
                  </a:lnTo>
                  <a:lnTo>
                    <a:pt x="6150414" y="2712225"/>
                  </a:lnTo>
                  <a:lnTo>
                    <a:pt x="6108210" y="2644825"/>
                  </a:lnTo>
                  <a:lnTo>
                    <a:pt x="6065809" y="2576429"/>
                  </a:lnTo>
                  <a:lnTo>
                    <a:pt x="6023334" y="2507666"/>
                  </a:lnTo>
                  <a:lnTo>
                    <a:pt x="5980915" y="2439180"/>
                  </a:lnTo>
                  <a:lnTo>
                    <a:pt x="5938676" y="2371600"/>
                  </a:lnTo>
                  <a:lnTo>
                    <a:pt x="5896727" y="2305524"/>
                  </a:lnTo>
                  <a:lnTo>
                    <a:pt x="5855153" y="2241494"/>
                  </a:lnTo>
                  <a:lnTo>
                    <a:pt x="5814004" y="2179976"/>
                  </a:lnTo>
                  <a:lnTo>
                    <a:pt x="5773292" y="2121352"/>
                  </a:lnTo>
                  <a:lnTo>
                    <a:pt x="5732978" y="2065912"/>
                  </a:lnTo>
                  <a:lnTo>
                    <a:pt x="5692973" y="2013852"/>
                  </a:lnTo>
                  <a:lnTo>
                    <a:pt x="5653127" y="1965275"/>
                  </a:lnTo>
                  <a:lnTo>
                    <a:pt x="5613227" y="1920202"/>
                  </a:lnTo>
                  <a:lnTo>
                    <a:pt x="5572984" y="1878576"/>
                  </a:lnTo>
                  <a:lnTo>
                    <a:pt x="5567201" y="1872919"/>
                  </a:lnTo>
                  <a:lnTo>
                    <a:pt x="5519709" y="1829617"/>
                  </a:lnTo>
                  <a:lnTo>
                    <a:pt x="5470551" y="1790769"/>
                  </a:lnTo>
                  <a:lnTo>
                    <a:pt x="5418922" y="1756133"/>
                  </a:lnTo>
                  <a:lnTo>
                    <a:pt x="5363926" y="1725308"/>
                  </a:lnTo>
                  <a:lnTo>
                    <a:pt x="5304650" y="1697849"/>
                  </a:lnTo>
                  <a:lnTo>
                    <a:pt x="5240256" y="1673329"/>
                  </a:lnTo>
                  <a:lnTo>
                    <a:pt x="5170081" y="1651380"/>
                  </a:lnTo>
                  <a:lnTo>
                    <a:pt x="5093779" y="1631707"/>
                  </a:lnTo>
                  <a:lnTo>
                    <a:pt x="5011513" y="1614103"/>
                  </a:lnTo>
                  <a:lnTo>
                    <a:pt x="4924167" y="1598445"/>
                  </a:lnTo>
                  <a:lnTo>
                    <a:pt x="4833553" y="1584691"/>
                  </a:lnTo>
                  <a:lnTo>
                    <a:pt x="4742525" y="1572861"/>
                  </a:lnTo>
                  <a:lnTo>
                    <a:pt x="4654888" y="1563001"/>
                  </a:lnTo>
                  <a:lnTo>
                    <a:pt x="4574998" y="1555140"/>
                  </a:lnTo>
                  <a:lnTo>
                    <a:pt x="4507059" y="1549243"/>
                  </a:lnTo>
                  <a:lnTo>
                    <a:pt x="4454227" y="1545166"/>
                  </a:lnTo>
                  <a:lnTo>
                    <a:pt x="4417828" y="1542655"/>
                  </a:lnTo>
                  <a:lnTo>
                    <a:pt x="4396918" y="1541359"/>
                  </a:lnTo>
                  <a:lnTo>
                    <a:pt x="4388306" y="1540877"/>
                  </a:lnTo>
                  <a:lnTo>
                    <a:pt x="4386855" y="1540803"/>
                  </a:lnTo>
                  <a:lnTo>
                    <a:pt x="4386855" y="1540803"/>
                  </a:lnTo>
                  <a:lnTo>
                    <a:pt x="3848118" y="1540803"/>
                  </a:lnTo>
                  <a:lnTo>
                    <a:pt x="3846859" y="1540753"/>
                  </a:lnTo>
                  <a:lnTo>
                    <a:pt x="3838637" y="1540399"/>
                  </a:lnTo>
                  <a:lnTo>
                    <a:pt x="3818116" y="1539419"/>
                  </a:lnTo>
                  <a:lnTo>
                    <a:pt x="3781951" y="1537496"/>
                  </a:lnTo>
                  <a:lnTo>
                    <a:pt x="3729104" y="1534352"/>
                  </a:lnTo>
                  <a:lnTo>
                    <a:pt x="3660876" y="1529781"/>
                  </a:lnTo>
                  <a:lnTo>
                    <a:pt x="3580472" y="1523670"/>
                  </a:lnTo>
                  <a:lnTo>
                    <a:pt x="3492183" y="1515990"/>
                  </a:lnTo>
                  <a:lnTo>
                    <a:pt x="3400465" y="1506763"/>
                  </a:lnTo>
                  <a:lnTo>
                    <a:pt x="3309201" y="1496028"/>
                  </a:lnTo>
                  <a:lnTo>
                    <a:pt x="3221295" y="1483797"/>
                  </a:lnTo>
                  <a:lnTo>
                    <a:pt x="3138579" y="1470037"/>
                  </a:lnTo>
                  <a:lnTo>
                    <a:pt x="3061932" y="1454650"/>
                  </a:lnTo>
                  <a:lnTo>
                    <a:pt x="2991497" y="1437467"/>
                  </a:lnTo>
                  <a:lnTo>
                    <a:pt x="2926904" y="1418254"/>
                  </a:lnTo>
                  <a:lnTo>
                    <a:pt x="2867463" y="1396716"/>
                  </a:lnTo>
                  <a:lnTo>
                    <a:pt x="2812308" y="1372515"/>
                  </a:lnTo>
                  <a:lnTo>
                    <a:pt x="2760507" y="1345298"/>
                  </a:lnTo>
                  <a:lnTo>
                    <a:pt x="2711145" y="1314754"/>
                  </a:lnTo>
                  <a:lnTo>
                    <a:pt x="2667772" y="1284002"/>
                  </a:lnTo>
                  <a:lnTo>
                    <a:pt x="2624228" y="1249514"/>
                  </a:lnTo>
                  <a:lnTo>
                    <a:pt x="2581110" y="1211920"/>
                  </a:lnTo>
                  <a:lnTo>
                    <a:pt x="2538050" y="1171164"/>
                  </a:lnTo>
                  <a:lnTo>
                    <a:pt x="2494786" y="1127270"/>
                  </a:lnTo>
                  <a:lnTo>
                    <a:pt x="2451138" y="1080352"/>
                  </a:lnTo>
                  <a:lnTo>
                    <a:pt x="2407009" y="1030621"/>
                  </a:lnTo>
                  <a:lnTo>
                    <a:pt x="2362369" y="978387"/>
                  </a:lnTo>
                  <a:lnTo>
                    <a:pt x="2317253" y="924054"/>
                  </a:lnTo>
                  <a:lnTo>
                    <a:pt x="2271745" y="868113"/>
                  </a:lnTo>
                  <a:lnTo>
                    <a:pt x="2225971" y="811124"/>
                  </a:lnTo>
                  <a:lnTo>
                    <a:pt x="2180081" y="753692"/>
                  </a:lnTo>
                  <a:lnTo>
                    <a:pt x="2134239" y="696442"/>
                  </a:lnTo>
                  <a:lnTo>
                    <a:pt x="2088603" y="639991"/>
                  </a:lnTo>
                  <a:lnTo>
                    <a:pt x="2043310" y="584922"/>
                  </a:lnTo>
                  <a:lnTo>
                    <a:pt x="1998464" y="531755"/>
                  </a:lnTo>
                  <a:lnTo>
                    <a:pt x="1954120" y="480933"/>
                  </a:lnTo>
                  <a:lnTo>
                    <a:pt x="1910279" y="432806"/>
                  </a:lnTo>
                  <a:lnTo>
                    <a:pt x="1866871" y="387628"/>
                  </a:lnTo>
                  <a:lnTo>
                    <a:pt x="1823753" y="345551"/>
                  </a:lnTo>
                  <a:lnTo>
                    <a:pt x="1780697" y="306636"/>
                  </a:lnTo>
                  <a:lnTo>
                    <a:pt x="1737383" y="270860"/>
                  </a:lnTo>
                  <a:lnTo>
                    <a:pt x="1719082" y="256800"/>
                  </a:lnTo>
                  <a:lnTo>
                    <a:pt x="1671228" y="223079"/>
                  </a:lnTo>
                  <a:lnTo>
                    <a:pt x="1621677" y="192854"/>
                  </a:lnTo>
                  <a:lnTo>
                    <a:pt x="1569604" y="165929"/>
                  </a:lnTo>
                  <a:lnTo>
                    <a:pt x="1514092" y="141989"/>
                  </a:lnTo>
                  <a:lnTo>
                    <a:pt x="1454209" y="120680"/>
                  </a:lnTo>
                  <a:lnTo>
                    <a:pt x="1389102" y="101666"/>
                  </a:lnTo>
                  <a:lnTo>
                    <a:pt x="1318102" y="84658"/>
                  </a:lnTo>
                  <a:lnTo>
                    <a:pt x="1240879" y="69427"/>
                  </a:lnTo>
                  <a:lnTo>
                    <a:pt x="1157633" y="55812"/>
                  </a:lnTo>
                  <a:lnTo>
                    <a:pt x="1069324" y="43720"/>
                  </a:lnTo>
                  <a:lnTo>
                    <a:pt x="977879" y="33122"/>
                  </a:lnTo>
                  <a:lnTo>
                    <a:pt x="886302" y="24037"/>
                  </a:lnTo>
                  <a:lnTo>
                    <a:pt x="798552" y="16502"/>
                  </a:lnTo>
                  <a:lnTo>
                    <a:pt x="719103" y="10536"/>
                  </a:lnTo>
                  <a:lnTo>
                    <a:pt x="652186" y="6103"/>
                  </a:lnTo>
                  <a:lnTo>
                    <a:pt x="600860" y="3081"/>
                  </a:lnTo>
                  <a:lnTo>
                    <a:pt x="566221" y="1258"/>
                  </a:lnTo>
                  <a:lnTo>
                    <a:pt x="547010" y="349"/>
                  </a:lnTo>
                  <a:lnTo>
                    <a:pt x="539683" y="3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" name="pg188"/>
            <p:cNvSpPr/>
            <p:nvPr/>
          </p:nvSpPr>
          <p:spPr>
            <a:xfrm>
              <a:off x="546595" y="2024478"/>
              <a:ext cx="8234974" cy="4012621"/>
            </a:xfrm>
            <a:custGeom>
              <a:avLst/>
              <a:pathLst>
                <a:path w="8234974" h="4012621">
                  <a:moveTo>
                    <a:pt x="0" y="5444"/>
                  </a:moveTo>
                  <a:lnTo>
                    <a:pt x="538736" y="5444"/>
                  </a:lnTo>
                  <a:lnTo>
                    <a:pt x="539993" y="5495"/>
                  </a:lnTo>
                  <a:lnTo>
                    <a:pt x="548202" y="5857"/>
                  </a:lnTo>
                  <a:lnTo>
                    <a:pt x="568691" y="6860"/>
                  </a:lnTo>
                  <a:lnTo>
                    <a:pt x="604803" y="8827"/>
                  </a:lnTo>
                  <a:lnTo>
                    <a:pt x="657579" y="12044"/>
                  </a:lnTo>
                  <a:lnTo>
                    <a:pt x="725725" y="16720"/>
                  </a:lnTo>
                  <a:lnTo>
                    <a:pt x="806046" y="22973"/>
                  </a:lnTo>
                  <a:lnTo>
                    <a:pt x="894261" y="30831"/>
                  </a:lnTo>
                  <a:lnTo>
                    <a:pt x="985921" y="40273"/>
                  </a:lnTo>
                  <a:lnTo>
                    <a:pt x="1077145" y="51260"/>
                  </a:lnTo>
                  <a:lnTo>
                    <a:pt x="1165028" y="63777"/>
                  </a:lnTo>
                  <a:lnTo>
                    <a:pt x="1247735" y="77859"/>
                  </a:lnTo>
                  <a:lnTo>
                    <a:pt x="1324382" y="93606"/>
                  </a:lnTo>
                  <a:lnTo>
                    <a:pt x="1394824" y="111188"/>
                  </a:lnTo>
                  <a:lnTo>
                    <a:pt x="1459426" y="130847"/>
                  </a:lnTo>
                  <a:lnTo>
                    <a:pt x="1518875" y="152883"/>
                  </a:lnTo>
                  <a:lnTo>
                    <a:pt x="1574034" y="177642"/>
                  </a:lnTo>
                  <a:lnTo>
                    <a:pt x="1625835" y="205484"/>
                  </a:lnTo>
                  <a:lnTo>
                    <a:pt x="1675190" y="236729"/>
                  </a:lnTo>
                  <a:lnTo>
                    <a:pt x="1719082" y="268597"/>
                  </a:lnTo>
                  <a:lnTo>
                    <a:pt x="1762339" y="303692"/>
                  </a:lnTo>
                  <a:lnTo>
                    <a:pt x="1805173" y="341928"/>
                  </a:lnTo>
                  <a:lnTo>
                    <a:pt x="1847945" y="383361"/>
                  </a:lnTo>
                  <a:lnTo>
                    <a:pt x="1890915" y="427969"/>
                  </a:lnTo>
                  <a:lnTo>
                    <a:pt x="1934259" y="475638"/>
                  </a:lnTo>
                  <a:lnTo>
                    <a:pt x="1978077" y="526161"/>
                  </a:lnTo>
                  <a:lnTo>
                    <a:pt x="2022398" y="579230"/>
                  </a:lnTo>
                  <a:lnTo>
                    <a:pt x="2067193" y="634442"/>
                  </a:lnTo>
                  <a:lnTo>
                    <a:pt x="2112379" y="691308"/>
                  </a:lnTo>
                  <a:lnTo>
                    <a:pt x="2157837" y="749269"/>
                  </a:lnTo>
                  <a:lnTo>
                    <a:pt x="2203419" y="807721"/>
                  </a:lnTo>
                  <a:lnTo>
                    <a:pt x="2248965" y="866034"/>
                  </a:lnTo>
                  <a:lnTo>
                    <a:pt x="2294321" y="923588"/>
                  </a:lnTo>
                  <a:lnTo>
                    <a:pt x="2339349" y="979794"/>
                  </a:lnTo>
                  <a:lnTo>
                    <a:pt x="2383943" y="1034121"/>
                  </a:lnTo>
                  <a:lnTo>
                    <a:pt x="2428044" y="1086119"/>
                  </a:lnTo>
                  <a:lnTo>
                    <a:pt x="2471647" y="1135423"/>
                  </a:lnTo>
                  <a:lnTo>
                    <a:pt x="2514810" y="1181771"/>
                  </a:lnTo>
                  <a:lnTo>
                    <a:pt x="2557667" y="1224995"/>
                  </a:lnTo>
                  <a:lnTo>
                    <a:pt x="2600428" y="1265025"/>
                  </a:lnTo>
                  <a:lnTo>
                    <a:pt x="2643397" y="1301873"/>
                  </a:lnTo>
                  <a:lnTo>
                    <a:pt x="2667772" y="1321206"/>
                  </a:lnTo>
                  <a:lnTo>
                    <a:pt x="2715599" y="1355743"/>
                  </a:lnTo>
                  <a:lnTo>
                    <a:pt x="2765121" y="1386702"/>
                  </a:lnTo>
                  <a:lnTo>
                    <a:pt x="2817159" y="1414281"/>
                  </a:lnTo>
                  <a:lnTo>
                    <a:pt x="2872633" y="1438805"/>
                  </a:lnTo>
                  <a:lnTo>
                    <a:pt x="2932469" y="1460636"/>
                  </a:lnTo>
                  <a:lnTo>
                    <a:pt x="2997522" y="1480115"/>
                  </a:lnTo>
                  <a:lnTo>
                    <a:pt x="3068460" y="1497541"/>
                  </a:lnTo>
                  <a:lnTo>
                    <a:pt x="3145613" y="1513147"/>
                  </a:lnTo>
                  <a:lnTo>
                    <a:pt x="3228785" y="1527099"/>
                  </a:lnTo>
                  <a:lnTo>
                    <a:pt x="3317021" y="1539492"/>
                  </a:lnTo>
                  <a:lnTo>
                    <a:pt x="3408403" y="1550354"/>
                  </a:lnTo>
                  <a:lnTo>
                    <a:pt x="3499939" y="1559669"/>
                  </a:lnTo>
                  <a:lnTo>
                    <a:pt x="3587683" y="1567398"/>
                  </a:lnTo>
                  <a:lnTo>
                    <a:pt x="3667167" y="1573520"/>
                  </a:lnTo>
                  <a:lnTo>
                    <a:pt x="3734164" y="1578073"/>
                  </a:lnTo>
                  <a:lnTo>
                    <a:pt x="3785605" y="1581179"/>
                  </a:lnTo>
                  <a:lnTo>
                    <a:pt x="3820378" y="1583057"/>
                  </a:lnTo>
                  <a:lnTo>
                    <a:pt x="3839717" y="1583995"/>
                  </a:lnTo>
                  <a:lnTo>
                    <a:pt x="3847138" y="1584320"/>
                  </a:lnTo>
                  <a:lnTo>
                    <a:pt x="3848118" y="1584359"/>
                  </a:lnTo>
                  <a:lnTo>
                    <a:pt x="4386855" y="1584359"/>
                  </a:lnTo>
                  <a:lnTo>
                    <a:pt x="4388056" y="1584433"/>
                  </a:lnTo>
                  <a:lnTo>
                    <a:pt x="4395904" y="1584965"/>
                  </a:lnTo>
                  <a:lnTo>
                    <a:pt x="4415525" y="1586435"/>
                  </a:lnTo>
                  <a:lnTo>
                    <a:pt x="4450190" y="1589321"/>
                  </a:lnTo>
                  <a:lnTo>
                    <a:pt x="4501017" y="1594047"/>
                  </a:lnTo>
                  <a:lnTo>
                    <a:pt x="4566916" y="1600930"/>
                  </a:lnTo>
                  <a:lnTo>
                    <a:pt x="4644964" y="1610151"/>
                  </a:lnTo>
                  <a:lnTo>
                    <a:pt x="4731139" y="1621767"/>
                  </a:lnTo>
                  <a:lnTo>
                    <a:pt x="4821169" y="1635749"/>
                  </a:lnTo>
                  <a:lnTo>
                    <a:pt x="4911248" y="1652041"/>
                  </a:lnTo>
                  <a:lnTo>
                    <a:pt x="4998455" y="1670613"/>
                  </a:lnTo>
                  <a:lnTo>
                    <a:pt x="5080877" y="1691501"/>
                  </a:lnTo>
                  <a:lnTo>
                    <a:pt x="5157523" y="1714836"/>
                  </a:lnTo>
                  <a:lnTo>
                    <a:pt x="5228135" y="1740847"/>
                  </a:lnTo>
                  <a:lnTo>
                    <a:pt x="5292977" y="1769865"/>
                  </a:lnTo>
                  <a:lnTo>
                    <a:pt x="5352650" y="1802315"/>
                  </a:lnTo>
                  <a:lnTo>
                    <a:pt x="5407947" y="1838691"/>
                  </a:lnTo>
                  <a:lnTo>
                    <a:pt x="5459750" y="1879522"/>
                  </a:lnTo>
                  <a:lnTo>
                    <a:pt x="5508941" y="1925306"/>
                  </a:lnTo>
                  <a:lnTo>
                    <a:pt x="5556333" y="1976384"/>
                  </a:lnTo>
                  <a:lnTo>
                    <a:pt x="5567201" y="1989069"/>
                  </a:lnTo>
                  <a:lnTo>
                    <a:pt x="5604825" y="2035704"/>
                  </a:lnTo>
                  <a:lnTo>
                    <a:pt x="5642091" y="2085972"/>
                  </a:lnTo>
                  <a:lnTo>
                    <a:pt x="5679247" y="2139946"/>
                  </a:lnTo>
                  <a:lnTo>
                    <a:pt x="5716485" y="2197631"/>
                  </a:lnTo>
                  <a:lnTo>
                    <a:pt x="5753945" y="2258958"/>
                  </a:lnTo>
                  <a:lnTo>
                    <a:pt x="5791721" y="2323772"/>
                  </a:lnTo>
                  <a:lnTo>
                    <a:pt x="5829865" y="2391836"/>
                  </a:lnTo>
                  <a:lnTo>
                    <a:pt x="5868389" y="2462824"/>
                  </a:lnTo>
                  <a:lnTo>
                    <a:pt x="5907274" y="2536328"/>
                  </a:lnTo>
                  <a:lnTo>
                    <a:pt x="5946469" y="2611863"/>
                  </a:lnTo>
                  <a:lnTo>
                    <a:pt x="5985900" y="2688880"/>
                  </a:lnTo>
                  <a:lnTo>
                    <a:pt x="6025475" y="2766782"/>
                  </a:lnTo>
                  <a:lnTo>
                    <a:pt x="6065094" y="2844942"/>
                  </a:lnTo>
                  <a:lnTo>
                    <a:pt x="6104650" y="2922724"/>
                  </a:lnTo>
                  <a:lnTo>
                    <a:pt x="6144043" y="2999506"/>
                  </a:lnTo>
                  <a:lnTo>
                    <a:pt x="6183184" y="3074697"/>
                  </a:lnTo>
                  <a:lnTo>
                    <a:pt x="6222004" y="3147762"/>
                  </a:lnTo>
                  <a:lnTo>
                    <a:pt x="6260457" y="3218227"/>
                  </a:lnTo>
                  <a:lnTo>
                    <a:pt x="6298529" y="3285700"/>
                  </a:lnTo>
                  <a:lnTo>
                    <a:pt x="6336240" y="3349871"/>
                  </a:lnTo>
                  <a:lnTo>
                    <a:pt x="6373650" y="3410519"/>
                  </a:lnTo>
                  <a:lnTo>
                    <a:pt x="6410860" y="3467507"/>
                  </a:lnTo>
                  <a:lnTo>
                    <a:pt x="6448021" y="3520779"/>
                  </a:lnTo>
                  <a:lnTo>
                    <a:pt x="6485333" y="3570354"/>
                  </a:lnTo>
                  <a:lnTo>
                    <a:pt x="6515891" y="3607911"/>
                  </a:lnTo>
                  <a:lnTo>
                    <a:pt x="6562964" y="3660242"/>
                  </a:lnTo>
                  <a:lnTo>
                    <a:pt x="6611667" y="3707239"/>
                  </a:lnTo>
                  <a:lnTo>
                    <a:pt x="6662784" y="3749184"/>
                  </a:lnTo>
                  <a:lnTo>
                    <a:pt x="6717186" y="3786552"/>
                  </a:lnTo>
                  <a:lnTo>
                    <a:pt x="6775763" y="3819871"/>
                  </a:lnTo>
                  <a:lnTo>
                    <a:pt x="6839336" y="3849649"/>
                  </a:lnTo>
                  <a:lnTo>
                    <a:pt x="6908564" y="3876328"/>
                  </a:lnTo>
                  <a:lnTo>
                    <a:pt x="6983803" y="3900262"/>
                  </a:lnTo>
                  <a:lnTo>
                    <a:pt x="7064936" y="3921706"/>
                  </a:lnTo>
                  <a:lnTo>
                    <a:pt x="7151162" y="3940811"/>
                  </a:lnTo>
                  <a:lnTo>
                    <a:pt x="7240795" y="3957636"/>
                  </a:lnTo>
                  <a:lnTo>
                    <a:pt x="7331149" y="3972162"/>
                  </a:lnTo>
                  <a:lnTo>
                    <a:pt x="7418597" y="3984334"/>
                  </a:lnTo>
                  <a:lnTo>
                    <a:pt x="7498923" y="3994113"/>
                  </a:lnTo>
                  <a:lnTo>
                    <a:pt x="7567972" y="4001529"/>
                  </a:lnTo>
                  <a:lnTo>
                    <a:pt x="7622487" y="4006735"/>
                  </a:lnTo>
                  <a:lnTo>
                    <a:pt x="7660905" y="4010016"/>
                  </a:lnTo>
                  <a:lnTo>
                    <a:pt x="7683818" y="4011774"/>
                  </a:lnTo>
                  <a:lnTo>
                    <a:pt x="7694016" y="4012481"/>
                  </a:lnTo>
                  <a:lnTo>
                    <a:pt x="7696237" y="4012621"/>
                  </a:lnTo>
                  <a:lnTo>
                    <a:pt x="8234974" y="4012621"/>
                  </a:lnTo>
                  <a:lnTo>
                    <a:pt x="8234974" y="4007177"/>
                  </a:lnTo>
                  <a:lnTo>
                    <a:pt x="7696237" y="4007177"/>
                  </a:lnTo>
                  <a:lnTo>
                    <a:pt x="7695037" y="4007102"/>
                  </a:lnTo>
                  <a:lnTo>
                    <a:pt x="7687188" y="4006571"/>
                  </a:lnTo>
                  <a:lnTo>
                    <a:pt x="7667567" y="4005101"/>
                  </a:lnTo>
                  <a:lnTo>
                    <a:pt x="7632902" y="4002215"/>
                  </a:lnTo>
                  <a:lnTo>
                    <a:pt x="7582076" y="3997488"/>
                  </a:lnTo>
                  <a:lnTo>
                    <a:pt x="7516177" y="3990606"/>
                  </a:lnTo>
                  <a:lnTo>
                    <a:pt x="7438128" y="3981385"/>
                  </a:lnTo>
                  <a:lnTo>
                    <a:pt x="7351953" y="3969769"/>
                  </a:lnTo>
                  <a:lnTo>
                    <a:pt x="7261924" y="3955786"/>
                  </a:lnTo>
                  <a:lnTo>
                    <a:pt x="7171845" y="3939494"/>
                  </a:lnTo>
                  <a:lnTo>
                    <a:pt x="7084638" y="3920923"/>
                  </a:lnTo>
                  <a:lnTo>
                    <a:pt x="7002216" y="3900034"/>
                  </a:lnTo>
                  <a:lnTo>
                    <a:pt x="6925570" y="3876700"/>
                  </a:lnTo>
                  <a:lnTo>
                    <a:pt x="6854957" y="3850689"/>
                  </a:lnTo>
                  <a:lnTo>
                    <a:pt x="6790116" y="3821670"/>
                  </a:lnTo>
                  <a:lnTo>
                    <a:pt x="6730443" y="3789221"/>
                  </a:lnTo>
                  <a:lnTo>
                    <a:pt x="6675145" y="3752845"/>
                  </a:lnTo>
                  <a:lnTo>
                    <a:pt x="6623342" y="3712013"/>
                  </a:lnTo>
                  <a:lnTo>
                    <a:pt x="6574151" y="3666230"/>
                  </a:lnTo>
                  <a:lnTo>
                    <a:pt x="6526760" y="3615151"/>
                  </a:lnTo>
                  <a:lnTo>
                    <a:pt x="6515891" y="3602466"/>
                  </a:lnTo>
                  <a:lnTo>
                    <a:pt x="6478267" y="3555832"/>
                  </a:lnTo>
                  <a:lnTo>
                    <a:pt x="6441002" y="3505564"/>
                  </a:lnTo>
                  <a:lnTo>
                    <a:pt x="6403845" y="3451590"/>
                  </a:lnTo>
                  <a:lnTo>
                    <a:pt x="6366607" y="3393904"/>
                  </a:lnTo>
                  <a:lnTo>
                    <a:pt x="6329147" y="3332578"/>
                  </a:lnTo>
                  <a:lnTo>
                    <a:pt x="6291371" y="3267764"/>
                  </a:lnTo>
                  <a:lnTo>
                    <a:pt x="6253228" y="3199700"/>
                  </a:lnTo>
                  <a:lnTo>
                    <a:pt x="6214703" y="3128711"/>
                  </a:lnTo>
                  <a:lnTo>
                    <a:pt x="6175819" y="3055207"/>
                  </a:lnTo>
                  <a:lnTo>
                    <a:pt x="6136624" y="2979672"/>
                  </a:lnTo>
                  <a:lnTo>
                    <a:pt x="6097193" y="2902655"/>
                  </a:lnTo>
                  <a:lnTo>
                    <a:pt x="6057617" y="2824754"/>
                  </a:lnTo>
                  <a:lnTo>
                    <a:pt x="6017999" y="2746594"/>
                  </a:lnTo>
                  <a:lnTo>
                    <a:pt x="5978443" y="2668812"/>
                  </a:lnTo>
                  <a:lnTo>
                    <a:pt x="5939050" y="2592030"/>
                  </a:lnTo>
                  <a:lnTo>
                    <a:pt x="5899908" y="2516838"/>
                  </a:lnTo>
                  <a:lnTo>
                    <a:pt x="5861089" y="2443774"/>
                  </a:lnTo>
                  <a:lnTo>
                    <a:pt x="5822635" y="2373309"/>
                  </a:lnTo>
                  <a:lnTo>
                    <a:pt x="5784563" y="2305836"/>
                  </a:lnTo>
                  <a:lnTo>
                    <a:pt x="5746852" y="2241664"/>
                  </a:lnTo>
                  <a:lnTo>
                    <a:pt x="5709443" y="2181016"/>
                  </a:lnTo>
                  <a:lnTo>
                    <a:pt x="5672232" y="2124028"/>
                  </a:lnTo>
                  <a:lnTo>
                    <a:pt x="5635072" y="2070756"/>
                  </a:lnTo>
                  <a:lnTo>
                    <a:pt x="5597760" y="2021182"/>
                  </a:lnTo>
                  <a:lnTo>
                    <a:pt x="5567201" y="1983625"/>
                  </a:lnTo>
                  <a:lnTo>
                    <a:pt x="5520128" y="1931293"/>
                  </a:lnTo>
                  <a:lnTo>
                    <a:pt x="5471425" y="1884297"/>
                  </a:lnTo>
                  <a:lnTo>
                    <a:pt x="5420309" y="1842352"/>
                  </a:lnTo>
                  <a:lnTo>
                    <a:pt x="5365906" y="1804984"/>
                  </a:lnTo>
                  <a:lnTo>
                    <a:pt x="5307330" y="1771665"/>
                  </a:lnTo>
                  <a:lnTo>
                    <a:pt x="5243756" y="1741887"/>
                  </a:lnTo>
                  <a:lnTo>
                    <a:pt x="5174529" y="1715208"/>
                  </a:lnTo>
                  <a:lnTo>
                    <a:pt x="5099289" y="1691274"/>
                  </a:lnTo>
                  <a:lnTo>
                    <a:pt x="5018156" y="1669830"/>
                  </a:lnTo>
                  <a:lnTo>
                    <a:pt x="4931930" y="1650724"/>
                  </a:lnTo>
                  <a:lnTo>
                    <a:pt x="4842297" y="1633900"/>
                  </a:lnTo>
                  <a:lnTo>
                    <a:pt x="4751944" y="1619374"/>
                  </a:lnTo>
                  <a:lnTo>
                    <a:pt x="4664495" y="1607202"/>
                  </a:lnTo>
                  <a:lnTo>
                    <a:pt x="4584169" y="1597423"/>
                  </a:lnTo>
                  <a:lnTo>
                    <a:pt x="4515121" y="1590006"/>
                  </a:lnTo>
                  <a:lnTo>
                    <a:pt x="4460605" y="1584801"/>
                  </a:lnTo>
                  <a:lnTo>
                    <a:pt x="4422188" y="1581520"/>
                  </a:lnTo>
                  <a:lnTo>
                    <a:pt x="4399275" y="1579761"/>
                  </a:lnTo>
                  <a:lnTo>
                    <a:pt x="4389076" y="1579055"/>
                  </a:lnTo>
                  <a:lnTo>
                    <a:pt x="4386855" y="1578914"/>
                  </a:lnTo>
                  <a:lnTo>
                    <a:pt x="3848118" y="1578914"/>
                  </a:lnTo>
                  <a:lnTo>
                    <a:pt x="3846861" y="1578864"/>
                  </a:lnTo>
                  <a:lnTo>
                    <a:pt x="3838652" y="1578501"/>
                  </a:lnTo>
                  <a:lnTo>
                    <a:pt x="3818163" y="1577499"/>
                  </a:lnTo>
                  <a:lnTo>
                    <a:pt x="3782052" y="1575532"/>
                  </a:lnTo>
                  <a:lnTo>
                    <a:pt x="3729276" y="1572315"/>
                  </a:lnTo>
                  <a:lnTo>
                    <a:pt x="3661130" y="1567638"/>
                  </a:lnTo>
                  <a:lnTo>
                    <a:pt x="3580809" y="1561386"/>
                  </a:lnTo>
                  <a:lnTo>
                    <a:pt x="3492594" y="1553527"/>
                  </a:lnTo>
                  <a:lnTo>
                    <a:pt x="3400933" y="1544085"/>
                  </a:lnTo>
                  <a:lnTo>
                    <a:pt x="3309710" y="1533098"/>
                  </a:lnTo>
                  <a:lnTo>
                    <a:pt x="3221827" y="1520582"/>
                  </a:lnTo>
                  <a:lnTo>
                    <a:pt x="3139120" y="1506500"/>
                  </a:lnTo>
                  <a:lnTo>
                    <a:pt x="3062472" y="1490753"/>
                  </a:lnTo>
                  <a:lnTo>
                    <a:pt x="2992031" y="1473170"/>
                  </a:lnTo>
                  <a:lnTo>
                    <a:pt x="2927429" y="1453511"/>
                  </a:lnTo>
                  <a:lnTo>
                    <a:pt x="2867980" y="1431475"/>
                  </a:lnTo>
                  <a:lnTo>
                    <a:pt x="2812820" y="1406716"/>
                  </a:lnTo>
                  <a:lnTo>
                    <a:pt x="2761020" y="1378874"/>
                  </a:lnTo>
                  <a:lnTo>
                    <a:pt x="2711665" y="1347630"/>
                  </a:lnTo>
                  <a:lnTo>
                    <a:pt x="2667772" y="1315762"/>
                  </a:lnTo>
                  <a:lnTo>
                    <a:pt x="2624516" y="1280666"/>
                  </a:lnTo>
                  <a:lnTo>
                    <a:pt x="2581681" y="1242430"/>
                  </a:lnTo>
                  <a:lnTo>
                    <a:pt x="2538910" y="1200997"/>
                  </a:lnTo>
                  <a:lnTo>
                    <a:pt x="2495940" y="1156390"/>
                  </a:lnTo>
                  <a:lnTo>
                    <a:pt x="2452596" y="1108720"/>
                  </a:lnTo>
                  <a:lnTo>
                    <a:pt x="2408778" y="1058197"/>
                  </a:lnTo>
                  <a:lnTo>
                    <a:pt x="2364457" y="1005128"/>
                  </a:lnTo>
                  <a:lnTo>
                    <a:pt x="2319662" y="949917"/>
                  </a:lnTo>
                  <a:lnTo>
                    <a:pt x="2274475" y="893051"/>
                  </a:lnTo>
                  <a:lnTo>
                    <a:pt x="2229018" y="835089"/>
                  </a:lnTo>
                  <a:lnTo>
                    <a:pt x="2183436" y="776638"/>
                  </a:lnTo>
                  <a:lnTo>
                    <a:pt x="2137889" y="718325"/>
                  </a:lnTo>
                  <a:lnTo>
                    <a:pt x="2092534" y="660771"/>
                  </a:lnTo>
                  <a:lnTo>
                    <a:pt x="2047506" y="604565"/>
                  </a:lnTo>
                  <a:lnTo>
                    <a:pt x="2002912" y="550237"/>
                  </a:lnTo>
                  <a:lnTo>
                    <a:pt x="1958811" y="498240"/>
                  </a:lnTo>
                  <a:lnTo>
                    <a:pt x="1915208" y="448935"/>
                  </a:lnTo>
                  <a:lnTo>
                    <a:pt x="1872044" y="402588"/>
                  </a:lnTo>
                  <a:lnTo>
                    <a:pt x="1829188" y="359363"/>
                  </a:lnTo>
                  <a:lnTo>
                    <a:pt x="1786426" y="319334"/>
                  </a:lnTo>
                  <a:lnTo>
                    <a:pt x="1743458" y="282486"/>
                  </a:lnTo>
                  <a:lnTo>
                    <a:pt x="1719082" y="263152"/>
                  </a:lnTo>
                  <a:lnTo>
                    <a:pt x="1671255" y="228616"/>
                  </a:lnTo>
                  <a:lnTo>
                    <a:pt x="1621734" y="197657"/>
                  </a:lnTo>
                  <a:lnTo>
                    <a:pt x="1569695" y="170078"/>
                  </a:lnTo>
                  <a:lnTo>
                    <a:pt x="1514222" y="145553"/>
                  </a:lnTo>
                  <a:lnTo>
                    <a:pt x="1454385" y="123723"/>
                  </a:lnTo>
                  <a:lnTo>
                    <a:pt x="1389332" y="104243"/>
                  </a:lnTo>
                  <a:lnTo>
                    <a:pt x="1318395" y="86817"/>
                  </a:lnTo>
                  <a:lnTo>
                    <a:pt x="1241242" y="71211"/>
                  </a:lnTo>
                  <a:lnTo>
                    <a:pt x="1158070" y="57259"/>
                  </a:lnTo>
                  <a:lnTo>
                    <a:pt x="1069834" y="44867"/>
                  </a:lnTo>
                  <a:lnTo>
                    <a:pt x="978452" y="34004"/>
                  </a:lnTo>
                  <a:lnTo>
                    <a:pt x="886915" y="24690"/>
                  </a:lnTo>
                  <a:lnTo>
                    <a:pt x="799171" y="16961"/>
                  </a:lnTo>
                  <a:lnTo>
                    <a:pt x="719688" y="10838"/>
                  </a:lnTo>
                  <a:lnTo>
                    <a:pt x="652691" y="6286"/>
                  </a:lnTo>
                  <a:lnTo>
                    <a:pt x="601249" y="3179"/>
                  </a:lnTo>
                  <a:lnTo>
                    <a:pt x="566476" y="1302"/>
                  </a:lnTo>
                  <a:lnTo>
                    <a:pt x="547138" y="364"/>
                  </a:lnTo>
                  <a:lnTo>
                    <a:pt x="539716" y="3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546595" y="2029922"/>
              <a:ext cx="8234974" cy="4007177"/>
            </a:xfrm>
            <a:custGeom>
              <a:avLst/>
              <a:pathLst>
                <a:path w="8234974" h="4007177">
                  <a:moveTo>
                    <a:pt x="0" y="0"/>
                  </a:moveTo>
                  <a:lnTo>
                    <a:pt x="538736" y="0"/>
                  </a:lnTo>
                  <a:lnTo>
                    <a:pt x="539993" y="50"/>
                  </a:lnTo>
                  <a:lnTo>
                    <a:pt x="548202" y="413"/>
                  </a:lnTo>
                  <a:lnTo>
                    <a:pt x="568691" y="1415"/>
                  </a:lnTo>
                  <a:lnTo>
                    <a:pt x="604803" y="3382"/>
                  </a:lnTo>
                  <a:lnTo>
                    <a:pt x="657579" y="6599"/>
                  </a:lnTo>
                  <a:lnTo>
                    <a:pt x="725725" y="11276"/>
                  </a:lnTo>
                  <a:lnTo>
                    <a:pt x="806046" y="17528"/>
                  </a:lnTo>
                  <a:lnTo>
                    <a:pt x="894261" y="25387"/>
                  </a:lnTo>
                  <a:lnTo>
                    <a:pt x="985921" y="34829"/>
                  </a:lnTo>
                  <a:lnTo>
                    <a:pt x="1077145" y="45816"/>
                  </a:lnTo>
                  <a:lnTo>
                    <a:pt x="1165028" y="58332"/>
                  </a:lnTo>
                  <a:lnTo>
                    <a:pt x="1247735" y="72414"/>
                  </a:lnTo>
                  <a:lnTo>
                    <a:pt x="1324382" y="88161"/>
                  </a:lnTo>
                  <a:lnTo>
                    <a:pt x="1394824" y="105744"/>
                  </a:lnTo>
                  <a:lnTo>
                    <a:pt x="1459426" y="125403"/>
                  </a:lnTo>
                  <a:lnTo>
                    <a:pt x="1518875" y="147439"/>
                  </a:lnTo>
                  <a:lnTo>
                    <a:pt x="1574034" y="172197"/>
                  </a:lnTo>
                  <a:lnTo>
                    <a:pt x="1625835" y="200040"/>
                  </a:lnTo>
                  <a:lnTo>
                    <a:pt x="1675190" y="231284"/>
                  </a:lnTo>
                  <a:lnTo>
                    <a:pt x="1719082" y="263152"/>
                  </a:lnTo>
                  <a:lnTo>
                    <a:pt x="1762339" y="298248"/>
                  </a:lnTo>
                  <a:lnTo>
                    <a:pt x="1805173" y="336484"/>
                  </a:lnTo>
                  <a:lnTo>
                    <a:pt x="1847945" y="377917"/>
                  </a:lnTo>
                  <a:lnTo>
                    <a:pt x="1890915" y="422524"/>
                  </a:lnTo>
                  <a:lnTo>
                    <a:pt x="1934259" y="470194"/>
                  </a:lnTo>
                  <a:lnTo>
                    <a:pt x="1978077" y="520717"/>
                  </a:lnTo>
                  <a:lnTo>
                    <a:pt x="2022398" y="573786"/>
                  </a:lnTo>
                  <a:lnTo>
                    <a:pt x="2067193" y="628997"/>
                  </a:lnTo>
                  <a:lnTo>
                    <a:pt x="2112379" y="685863"/>
                  </a:lnTo>
                  <a:lnTo>
                    <a:pt x="2157837" y="743825"/>
                  </a:lnTo>
                  <a:lnTo>
                    <a:pt x="2203419" y="802276"/>
                  </a:lnTo>
                  <a:lnTo>
                    <a:pt x="2248965" y="860589"/>
                  </a:lnTo>
                  <a:lnTo>
                    <a:pt x="2294321" y="918143"/>
                  </a:lnTo>
                  <a:lnTo>
                    <a:pt x="2339349" y="974349"/>
                  </a:lnTo>
                  <a:lnTo>
                    <a:pt x="2383943" y="1028677"/>
                  </a:lnTo>
                  <a:lnTo>
                    <a:pt x="2428044" y="1080674"/>
                  </a:lnTo>
                  <a:lnTo>
                    <a:pt x="2471647" y="1129979"/>
                  </a:lnTo>
                  <a:lnTo>
                    <a:pt x="2514810" y="1176326"/>
                  </a:lnTo>
                  <a:lnTo>
                    <a:pt x="2557667" y="1219550"/>
                  </a:lnTo>
                  <a:lnTo>
                    <a:pt x="2600428" y="1259580"/>
                  </a:lnTo>
                  <a:lnTo>
                    <a:pt x="2643397" y="1296428"/>
                  </a:lnTo>
                  <a:lnTo>
                    <a:pt x="2667772" y="1315762"/>
                  </a:lnTo>
                  <a:lnTo>
                    <a:pt x="2715599" y="1350298"/>
                  </a:lnTo>
                  <a:lnTo>
                    <a:pt x="2765121" y="1381257"/>
                  </a:lnTo>
                  <a:lnTo>
                    <a:pt x="2817159" y="1408836"/>
                  </a:lnTo>
                  <a:lnTo>
                    <a:pt x="2872633" y="1433361"/>
                  </a:lnTo>
                  <a:lnTo>
                    <a:pt x="2932469" y="1455191"/>
                  </a:lnTo>
                  <a:lnTo>
                    <a:pt x="2997522" y="1474671"/>
                  </a:lnTo>
                  <a:lnTo>
                    <a:pt x="3068460" y="1492097"/>
                  </a:lnTo>
                  <a:lnTo>
                    <a:pt x="3145613" y="1507703"/>
                  </a:lnTo>
                  <a:lnTo>
                    <a:pt x="3228785" y="1521655"/>
                  </a:lnTo>
                  <a:lnTo>
                    <a:pt x="3317021" y="1534047"/>
                  </a:lnTo>
                  <a:lnTo>
                    <a:pt x="3408403" y="1544910"/>
                  </a:lnTo>
                  <a:lnTo>
                    <a:pt x="3499939" y="1554224"/>
                  </a:lnTo>
                  <a:lnTo>
                    <a:pt x="3587683" y="1561953"/>
                  </a:lnTo>
                  <a:lnTo>
                    <a:pt x="3667167" y="1568075"/>
                  </a:lnTo>
                  <a:lnTo>
                    <a:pt x="3734164" y="1572628"/>
                  </a:lnTo>
                  <a:lnTo>
                    <a:pt x="3785605" y="1575735"/>
                  </a:lnTo>
                  <a:lnTo>
                    <a:pt x="3820378" y="1577612"/>
                  </a:lnTo>
                  <a:lnTo>
                    <a:pt x="3839717" y="1578550"/>
                  </a:lnTo>
                  <a:lnTo>
                    <a:pt x="3847138" y="1578875"/>
                  </a:lnTo>
                  <a:lnTo>
                    <a:pt x="3848118" y="1578914"/>
                  </a:lnTo>
                  <a:lnTo>
                    <a:pt x="4386855" y="1578914"/>
                  </a:lnTo>
                  <a:lnTo>
                    <a:pt x="4388056" y="1578989"/>
                  </a:lnTo>
                  <a:lnTo>
                    <a:pt x="4395904" y="1579520"/>
                  </a:lnTo>
                  <a:lnTo>
                    <a:pt x="4415525" y="1580990"/>
                  </a:lnTo>
                  <a:lnTo>
                    <a:pt x="4450190" y="1583877"/>
                  </a:lnTo>
                  <a:lnTo>
                    <a:pt x="4501017" y="1588603"/>
                  </a:lnTo>
                  <a:lnTo>
                    <a:pt x="4566916" y="1595485"/>
                  </a:lnTo>
                  <a:lnTo>
                    <a:pt x="4644964" y="1604706"/>
                  </a:lnTo>
                  <a:lnTo>
                    <a:pt x="4731139" y="1616322"/>
                  </a:lnTo>
                  <a:lnTo>
                    <a:pt x="4821169" y="1630305"/>
                  </a:lnTo>
                  <a:lnTo>
                    <a:pt x="4911248" y="1646597"/>
                  </a:lnTo>
                  <a:lnTo>
                    <a:pt x="4998455" y="1665168"/>
                  </a:lnTo>
                  <a:lnTo>
                    <a:pt x="5080877" y="1686057"/>
                  </a:lnTo>
                  <a:lnTo>
                    <a:pt x="5157523" y="1709391"/>
                  </a:lnTo>
                  <a:lnTo>
                    <a:pt x="5228135" y="1735402"/>
                  </a:lnTo>
                  <a:lnTo>
                    <a:pt x="5292977" y="1764421"/>
                  </a:lnTo>
                  <a:lnTo>
                    <a:pt x="5352650" y="1796870"/>
                  </a:lnTo>
                  <a:lnTo>
                    <a:pt x="5407947" y="1833246"/>
                  </a:lnTo>
                  <a:lnTo>
                    <a:pt x="5459750" y="1874078"/>
                  </a:lnTo>
                  <a:lnTo>
                    <a:pt x="5508941" y="1919861"/>
                  </a:lnTo>
                  <a:lnTo>
                    <a:pt x="5556333" y="1970940"/>
                  </a:lnTo>
                  <a:lnTo>
                    <a:pt x="5567201" y="1983625"/>
                  </a:lnTo>
                  <a:lnTo>
                    <a:pt x="5604825" y="2030259"/>
                  </a:lnTo>
                  <a:lnTo>
                    <a:pt x="5642091" y="2080527"/>
                  </a:lnTo>
                  <a:lnTo>
                    <a:pt x="5679247" y="2134501"/>
                  </a:lnTo>
                  <a:lnTo>
                    <a:pt x="5716485" y="2192187"/>
                  </a:lnTo>
                  <a:lnTo>
                    <a:pt x="5753945" y="2253513"/>
                  </a:lnTo>
                  <a:lnTo>
                    <a:pt x="5791721" y="2318327"/>
                  </a:lnTo>
                  <a:lnTo>
                    <a:pt x="5829865" y="2386391"/>
                  </a:lnTo>
                  <a:lnTo>
                    <a:pt x="5868389" y="2457380"/>
                  </a:lnTo>
                  <a:lnTo>
                    <a:pt x="5907274" y="2530884"/>
                  </a:lnTo>
                  <a:lnTo>
                    <a:pt x="5946469" y="2606419"/>
                  </a:lnTo>
                  <a:lnTo>
                    <a:pt x="5985900" y="2683436"/>
                  </a:lnTo>
                  <a:lnTo>
                    <a:pt x="6025475" y="2761337"/>
                  </a:lnTo>
                  <a:lnTo>
                    <a:pt x="6065094" y="2839497"/>
                  </a:lnTo>
                  <a:lnTo>
                    <a:pt x="6104650" y="2917279"/>
                  </a:lnTo>
                  <a:lnTo>
                    <a:pt x="6144043" y="2994061"/>
                  </a:lnTo>
                  <a:lnTo>
                    <a:pt x="6183184" y="3069253"/>
                  </a:lnTo>
                  <a:lnTo>
                    <a:pt x="6222004" y="3142317"/>
                  </a:lnTo>
                  <a:lnTo>
                    <a:pt x="6260457" y="3212782"/>
                  </a:lnTo>
                  <a:lnTo>
                    <a:pt x="6298529" y="3280255"/>
                  </a:lnTo>
                  <a:lnTo>
                    <a:pt x="6336240" y="3344427"/>
                  </a:lnTo>
                  <a:lnTo>
                    <a:pt x="6373650" y="3405075"/>
                  </a:lnTo>
                  <a:lnTo>
                    <a:pt x="6410860" y="3462063"/>
                  </a:lnTo>
                  <a:lnTo>
                    <a:pt x="6448021" y="3515335"/>
                  </a:lnTo>
                  <a:lnTo>
                    <a:pt x="6485333" y="3564909"/>
                  </a:lnTo>
                  <a:lnTo>
                    <a:pt x="6515891" y="3602466"/>
                  </a:lnTo>
                  <a:lnTo>
                    <a:pt x="6562964" y="3654798"/>
                  </a:lnTo>
                  <a:lnTo>
                    <a:pt x="6611667" y="3701794"/>
                  </a:lnTo>
                  <a:lnTo>
                    <a:pt x="6662784" y="3743739"/>
                  </a:lnTo>
                  <a:lnTo>
                    <a:pt x="6717186" y="3781107"/>
                  </a:lnTo>
                  <a:lnTo>
                    <a:pt x="6775763" y="3814426"/>
                  </a:lnTo>
                  <a:lnTo>
                    <a:pt x="6839336" y="3844204"/>
                  </a:lnTo>
                  <a:lnTo>
                    <a:pt x="6908564" y="3870883"/>
                  </a:lnTo>
                  <a:lnTo>
                    <a:pt x="6983803" y="3894817"/>
                  </a:lnTo>
                  <a:lnTo>
                    <a:pt x="7064936" y="3916261"/>
                  </a:lnTo>
                  <a:lnTo>
                    <a:pt x="7151162" y="3935367"/>
                  </a:lnTo>
                  <a:lnTo>
                    <a:pt x="7240795" y="3952191"/>
                  </a:lnTo>
                  <a:lnTo>
                    <a:pt x="7331149" y="3966717"/>
                  </a:lnTo>
                  <a:lnTo>
                    <a:pt x="7418597" y="3978889"/>
                  </a:lnTo>
                  <a:lnTo>
                    <a:pt x="7498923" y="3988668"/>
                  </a:lnTo>
                  <a:lnTo>
                    <a:pt x="7567972" y="3996085"/>
                  </a:lnTo>
                  <a:lnTo>
                    <a:pt x="7622487" y="4001290"/>
                  </a:lnTo>
                  <a:lnTo>
                    <a:pt x="7660905" y="4004571"/>
                  </a:lnTo>
                  <a:lnTo>
                    <a:pt x="7683818" y="4006330"/>
                  </a:lnTo>
                  <a:lnTo>
                    <a:pt x="7694016" y="4007036"/>
                  </a:lnTo>
                  <a:lnTo>
                    <a:pt x="7696221" y="4007176"/>
                  </a:lnTo>
                  <a:lnTo>
                    <a:pt x="7696237" y="4007177"/>
                  </a:lnTo>
                  <a:lnTo>
                    <a:pt x="8234974" y="4007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546595" y="2024478"/>
              <a:ext cx="8234974" cy="4007177"/>
            </a:xfrm>
            <a:custGeom>
              <a:avLst/>
              <a:pathLst>
                <a:path w="8234974" h="4007177">
                  <a:moveTo>
                    <a:pt x="8234974" y="4007177"/>
                  </a:moveTo>
                  <a:lnTo>
                    <a:pt x="7696237" y="4007177"/>
                  </a:lnTo>
                  <a:lnTo>
                    <a:pt x="7695037" y="4007102"/>
                  </a:lnTo>
                  <a:lnTo>
                    <a:pt x="7687188" y="4006571"/>
                  </a:lnTo>
                  <a:lnTo>
                    <a:pt x="7667567" y="4005101"/>
                  </a:lnTo>
                  <a:lnTo>
                    <a:pt x="7632902" y="4002215"/>
                  </a:lnTo>
                  <a:lnTo>
                    <a:pt x="7582076" y="3997488"/>
                  </a:lnTo>
                  <a:lnTo>
                    <a:pt x="7516177" y="3990606"/>
                  </a:lnTo>
                  <a:lnTo>
                    <a:pt x="7438128" y="3981385"/>
                  </a:lnTo>
                  <a:lnTo>
                    <a:pt x="7351953" y="3969769"/>
                  </a:lnTo>
                  <a:lnTo>
                    <a:pt x="7261924" y="3955786"/>
                  </a:lnTo>
                  <a:lnTo>
                    <a:pt x="7171845" y="3939494"/>
                  </a:lnTo>
                  <a:lnTo>
                    <a:pt x="7084638" y="3920923"/>
                  </a:lnTo>
                  <a:lnTo>
                    <a:pt x="7002216" y="3900034"/>
                  </a:lnTo>
                  <a:lnTo>
                    <a:pt x="6925570" y="3876700"/>
                  </a:lnTo>
                  <a:lnTo>
                    <a:pt x="6854957" y="3850689"/>
                  </a:lnTo>
                  <a:lnTo>
                    <a:pt x="6790116" y="3821670"/>
                  </a:lnTo>
                  <a:lnTo>
                    <a:pt x="6730443" y="3789221"/>
                  </a:lnTo>
                  <a:lnTo>
                    <a:pt x="6675145" y="3752845"/>
                  </a:lnTo>
                  <a:lnTo>
                    <a:pt x="6623342" y="3712013"/>
                  </a:lnTo>
                  <a:lnTo>
                    <a:pt x="6574151" y="3666230"/>
                  </a:lnTo>
                  <a:lnTo>
                    <a:pt x="6526760" y="3615151"/>
                  </a:lnTo>
                  <a:lnTo>
                    <a:pt x="6515891" y="3602466"/>
                  </a:lnTo>
                  <a:lnTo>
                    <a:pt x="6478267" y="3555832"/>
                  </a:lnTo>
                  <a:lnTo>
                    <a:pt x="6441002" y="3505564"/>
                  </a:lnTo>
                  <a:lnTo>
                    <a:pt x="6403845" y="3451590"/>
                  </a:lnTo>
                  <a:lnTo>
                    <a:pt x="6366607" y="3393904"/>
                  </a:lnTo>
                  <a:lnTo>
                    <a:pt x="6329147" y="3332578"/>
                  </a:lnTo>
                  <a:lnTo>
                    <a:pt x="6291371" y="3267764"/>
                  </a:lnTo>
                  <a:lnTo>
                    <a:pt x="6253228" y="3199700"/>
                  </a:lnTo>
                  <a:lnTo>
                    <a:pt x="6214703" y="3128711"/>
                  </a:lnTo>
                  <a:lnTo>
                    <a:pt x="6175819" y="3055207"/>
                  </a:lnTo>
                  <a:lnTo>
                    <a:pt x="6136624" y="2979672"/>
                  </a:lnTo>
                  <a:lnTo>
                    <a:pt x="6097193" y="2902655"/>
                  </a:lnTo>
                  <a:lnTo>
                    <a:pt x="6057617" y="2824754"/>
                  </a:lnTo>
                  <a:lnTo>
                    <a:pt x="6017999" y="2746594"/>
                  </a:lnTo>
                  <a:lnTo>
                    <a:pt x="5978443" y="2668812"/>
                  </a:lnTo>
                  <a:lnTo>
                    <a:pt x="5939050" y="2592030"/>
                  </a:lnTo>
                  <a:lnTo>
                    <a:pt x="5899908" y="2516838"/>
                  </a:lnTo>
                  <a:lnTo>
                    <a:pt x="5861089" y="2443774"/>
                  </a:lnTo>
                  <a:lnTo>
                    <a:pt x="5822635" y="2373309"/>
                  </a:lnTo>
                  <a:lnTo>
                    <a:pt x="5784563" y="2305836"/>
                  </a:lnTo>
                  <a:lnTo>
                    <a:pt x="5746852" y="2241664"/>
                  </a:lnTo>
                  <a:lnTo>
                    <a:pt x="5709443" y="2181016"/>
                  </a:lnTo>
                  <a:lnTo>
                    <a:pt x="5672232" y="2124028"/>
                  </a:lnTo>
                  <a:lnTo>
                    <a:pt x="5635072" y="2070756"/>
                  </a:lnTo>
                  <a:lnTo>
                    <a:pt x="5597760" y="2021182"/>
                  </a:lnTo>
                  <a:lnTo>
                    <a:pt x="5567201" y="1983625"/>
                  </a:lnTo>
                  <a:lnTo>
                    <a:pt x="5520128" y="1931293"/>
                  </a:lnTo>
                  <a:lnTo>
                    <a:pt x="5471425" y="1884297"/>
                  </a:lnTo>
                  <a:lnTo>
                    <a:pt x="5420309" y="1842352"/>
                  </a:lnTo>
                  <a:lnTo>
                    <a:pt x="5365906" y="1804984"/>
                  </a:lnTo>
                  <a:lnTo>
                    <a:pt x="5307330" y="1771665"/>
                  </a:lnTo>
                  <a:lnTo>
                    <a:pt x="5243756" y="1741887"/>
                  </a:lnTo>
                  <a:lnTo>
                    <a:pt x="5174529" y="1715208"/>
                  </a:lnTo>
                  <a:lnTo>
                    <a:pt x="5099289" y="1691274"/>
                  </a:lnTo>
                  <a:lnTo>
                    <a:pt x="5018156" y="1669830"/>
                  </a:lnTo>
                  <a:lnTo>
                    <a:pt x="4931930" y="1650724"/>
                  </a:lnTo>
                  <a:lnTo>
                    <a:pt x="4842297" y="1633900"/>
                  </a:lnTo>
                  <a:lnTo>
                    <a:pt x="4751944" y="1619374"/>
                  </a:lnTo>
                  <a:lnTo>
                    <a:pt x="4664495" y="1607202"/>
                  </a:lnTo>
                  <a:lnTo>
                    <a:pt x="4584169" y="1597423"/>
                  </a:lnTo>
                  <a:lnTo>
                    <a:pt x="4515121" y="1590006"/>
                  </a:lnTo>
                  <a:lnTo>
                    <a:pt x="4460605" y="1584801"/>
                  </a:lnTo>
                  <a:lnTo>
                    <a:pt x="4422188" y="1581520"/>
                  </a:lnTo>
                  <a:lnTo>
                    <a:pt x="4399275" y="1579761"/>
                  </a:lnTo>
                  <a:lnTo>
                    <a:pt x="4389076" y="1579055"/>
                  </a:lnTo>
                  <a:lnTo>
                    <a:pt x="4386871" y="1578915"/>
                  </a:lnTo>
                  <a:lnTo>
                    <a:pt x="4386855" y="1578914"/>
                  </a:lnTo>
                  <a:lnTo>
                    <a:pt x="3848118" y="1578914"/>
                  </a:lnTo>
                  <a:lnTo>
                    <a:pt x="3846861" y="1578864"/>
                  </a:lnTo>
                  <a:lnTo>
                    <a:pt x="3838652" y="1578501"/>
                  </a:lnTo>
                  <a:lnTo>
                    <a:pt x="3818163" y="1577499"/>
                  </a:lnTo>
                  <a:lnTo>
                    <a:pt x="3782052" y="1575532"/>
                  </a:lnTo>
                  <a:lnTo>
                    <a:pt x="3729276" y="1572315"/>
                  </a:lnTo>
                  <a:lnTo>
                    <a:pt x="3661130" y="1567638"/>
                  </a:lnTo>
                  <a:lnTo>
                    <a:pt x="3580809" y="1561386"/>
                  </a:lnTo>
                  <a:lnTo>
                    <a:pt x="3492594" y="1553527"/>
                  </a:lnTo>
                  <a:lnTo>
                    <a:pt x="3400933" y="1544085"/>
                  </a:lnTo>
                  <a:lnTo>
                    <a:pt x="3309710" y="1533098"/>
                  </a:lnTo>
                  <a:lnTo>
                    <a:pt x="3221827" y="1520582"/>
                  </a:lnTo>
                  <a:lnTo>
                    <a:pt x="3139120" y="1506500"/>
                  </a:lnTo>
                  <a:lnTo>
                    <a:pt x="3062472" y="1490753"/>
                  </a:lnTo>
                  <a:lnTo>
                    <a:pt x="2992031" y="1473170"/>
                  </a:lnTo>
                  <a:lnTo>
                    <a:pt x="2927429" y="1453511"/>
                  </a:lnTo>
                  <a:lnTo>
                    <a:pt x="2867980" y="1431475"/>
                  </a:lnTo>
                  <a:lnTo>
                    <a:pt x="2812820" y="1406716"/>
                  </a:lnTo>
                  <a:lnTo>
                    <a:pt x="2761020" y="1378874"/>
                  </a:lnTo>
                  <a:lnTo>
                    <a:pt x="2711665" y="1347630"/>
                  </a:lnTo>
                  <a:lnTo>
                    <a:pt x="2667772" y="1315762"/>
                  </a:lnTo>
                  <a:lnTo>
                    <a:pt x="2624516" y="1280666"/>
                  </a:lnTo>
                  <a:lnTo>
                    <a:pt x="2581681" y="1242430"/>
                  </a:lnTo>
                  <a:lnTo>
                    <a:pt x="2538910" y="1200997"/>
                  </a:lnTo>
                  <a:lnTo>
                    <a:pt x="2495940" y="1156390"/>
                  </a:lnTo>
                  <a:lnTo>
                    <a:pt x="2452596" y="1108720"/>
                  </a:lnTo>
                  <a:lnTo>
                    <a:pt x="2408778" y="1058197"/>
                  </a:lnTo>
                  <a:lnTo>
                    <a:pt x="2364457" y="1005128"/>
                  </a:lnTo>
                  <a:lnTo>
                    <a:pt x="2319662" y="949917"/>
                  </a:lnTo>
                  <a:lnTo>
                    <a:pt x="2274475" y="893051"/>
                  </a:lnTo>
                  <a:lnTo>
                    <a:pt x="2229018" y="835089"/>
                  </a:lnTo>
                  <a:lnTo>
                    <a:pt x="2183436" y="776638"/>
                  </a:lnTo>
                  <a:lnTo>
                    <a:pt x="2137889" y="718325"/>
                  </a:lnTo>
                  <a:lnTo>
                    <a:pt x="2092534" y="660771"/>
                  </a:lnTo>
                  <a:lnTo>
                    <a:pt x="2047506" y="604565"/>
                  </a:lnTo>
                  <a:lnTo>
                    <a:pt x="2002912" y="550237"/>
                  </a:lnTo>
                  <a:lnTo>
                    <a:pt x="1958811" y="498240"/>
                  </a:lnTo>
                  <a:lnTo>
                    <a:pt x="1915208" y="448935"/>
                  </a:lnTo>
                  <a:lnTo>
                    <a:pt x="1872044" y="402588"/>
                  </a:lnTo>
                  <a:lnTo>
                    <a:pt x="1829188" y="359363"/>
                  </a:lnTo>
                  <a:lnTo>
                    <a:pt x="1786426" y="319334"/>
                  </a:lnTo>
                  <a:lnTo>
                    <a:pt x="1743458" y="282486"/>
                  </a:lnTo>
                  <a:lnTo>
                    <a:pt x="1719082" y="263152"/>
                  </a:lnTo>
                  <a:lnTo>
                    <a:pt x="1671255" y="228616"/>
                  </a:lnTo>
                  <a:lnTo>
                    <a:pt x="1621734" y="197657"/>
                  </a:lnTo>
                  <a:lnTo>
                    <a:pt x="1569695" y="170078"/>
                  </a:lnTo>
                  <a:lnTo>
                    <a:pt x="1514222" y="145553"/>
                  </a:lnTo>
                  <a:lnTo>
                    <a:pt x="1454385" y="123723"/>
                  </a:lnTo>
                  <a:lnTo>
                    <a:pt x="1389332" y="104243"/>
                  </a:lnTo>
                  <a:lnTo>
                    <a:pt x="1318395" y="86817"/>
                  </a:lnTo>
                  <a:lnTo>
                    <a:pt x="1241242" y="71211"/>
                  </a:lnTo>
                  <a:lnTo>
                    <a:pt x="1158070" y="57259"/>
                  </a:lnTo>
                  <a:lnTo>
                    <a:pt x="1069834" y="44867"/>
                  </a:lnTo>
                  <a:lnTo>
                    <a:pt x="978452" y="34004"/>
                  </a:lnTo>
                  <a:lnTo>
                    <a:pt x="886915" y="24690"/>
                  </a:lnTo>
                  <a:lnTo>
                    <a:pt x="799171" y="16961"/>
                  </a:lnTo>
                  <a:lnTo>
                    <a:pt x="719688" y="10838"/>
                  </a:lnTo>
                  <a:lnTo>
                    <a:pt x="652691" y="6286"/>
                  </a:lnTo>
                  <a:lnTo>
                    <a:pt x="601249" y="3179"/>
                  </a:lnTo>
                  <a:lnTo>
                    <a:pt x="566476" y="1302"/>
                  </a:lnTo>
                  <a:lnTo>
                    <a:pt x="547138" y="364"/>
                  </a:lnTo>
                  <a:lnTo>
                    <a:pt x="539716" y="3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" name="pg191"/>
            <p:cNvSpPr/>
            <p:nvPr/>
          </p:nvSpPr>
          <p:spPr>
            <a:xfrm>
              <a:off x="546595" y="821236"/>
              <a:ext cx="8234974" cy="3587948"/>
            </a:xfrm>
            <a:custGeom>
              <a:avLst/>
              <a:pathLst>
                <a:path w="8234974" h="3587948">
                  <a:moveTo>
                    <a:pt x="0" y="1611582"/>
                  </a:moveTo>
                  <a:lnTo>
                    <a:pt x="538736" y="1611582"/>
                  </a:lnTo>
                  <a:lnTo>
                    <a:pt x="539969" y="1611644"/>
                  </a:lnTo>
                  <a:lnTo>
                    <a:pt x="548024" y="1612089"/>
                  </a:lnTo>
                  <a:lnTo>
                    <a:pt x="568141" y="1613318"/>
                  </a:lnTo>
                  <a:lnTo>
                    <a:pt x="603635" y="1615732"/>
                  </a:lnTo>
                  <a:lnTo>
                    <a:pt x="655579" y="1619682"/>
                  </a:lnTo>
                  <a:lnTo>
                    <a:pt x="722769" y="1625428"/>
                  </a:lnTo>
                  <a:lnTo>
                    <a:pt x="802126" y="1633117"/>
                  </a:lnTo>
                  <a:lnTo>
                    <a:pt x="889480" y="1642790"/>
                  </a:lnTo>
                  <a:lnTo>
                    <a:pt x="980455" y="1654422"/>
                  </a:lnTo>
                  <a:lnTo>
                    <a:pt x="1071202" y="1667964"/>
                  </a:lnTo>
                  <a:lnTo>
                    <a:pt x="1158806" y="1683396"/>
                  </a:lnTo>
                  <a:lnTo>
                    <a:pt x="1241400" y="1700755"/>
                  </a:lnTo>
                  <a:lnTo>
                    <a:pt x="1318052" y="1720158"/>
                  </a:lnTo>
                  <a:lnTo>
                    <a:pt x="1388569" y="1741807"/>
                  </a:lnTo>
                  <a:lnTo>
                    <a:pt x="1453273" y="1765990"/>
                  </a:lnTo>
                  <a:lnTo>
                    <a:pt x="1512816" y="1793069"/>
                  </a:lnTo>
                  <a:lnTo>
                    <a:pt x="1568030" y="1823465"/>
                  </a:lnTo>
                  <a:lnTo>
                    <a:pt x="1619827" y="1857621"/>
                  </a:lnTo>
                  <a:lnTo>
                    <a:pt x="1669106" y="1895939"/>
                  </a:lnTo>
                  <a:lnTo>
                    <a:pt x="1716681" y="1938670"/>
                  </a:lnTo>
                  <a:lnTo>
                    <a:pt x="1719082" y="1940976"/>
                  </a:lnTo>
                  <a:lnTo>
                    <a:pt x="1759511" y="1981898"/>
                  </a:lnTo>
                  <a:lnTo>
                    <a:pt x="1799549" y="2026243"/>
                  </a:lnTo>
                  <a:lnTo>
                    <a:pt x="1839497" y="2074080"/>
                  </a:lnTo>
                  <a:lnTo>
                    <a:pt x="1879579" y="2125397"/>
                  </a:lnTo>
                  <a:lnTo>
                    <a:pt x="1919956" y="2180103"/>
                  </a:lnTo>
                  <a:lnTo>
                    <a:pt x="1960725" y="2238015"/>
                  </a:lnTo>
                  <a:lnTo>
                    <a:pt x="2001931" y="2298854"/>
                  </a:lnTo>
                  <a:lnTo>
                    <a:pt x="2043568" y="2362251"/>
                  </a:lnTo>
                  <a:lnTo>
                    <a:pt x="2085590" y="2427748"/>
                  </a:lnTo>
                  <a:lnTo>
                    <a:pt x="2127916" y="2494811"/>
                  </a:lnTo>
                  <a:lnTo>
                    <a:pt x="2170436" y="2562850"/>
                  </a:lnTo>
                  <a:lnTo>
                    <a:pt x="2213026" y="2631235"/>
                  </a:lnTo>
                  <a:lnTo>
                    <a:pt x="2255557" y="2699325"/>
                  </a:lnTo>
                  <a:lnTo>
                    <a:pt x="2297901" y="2766488"/>
                  </a:lnTo>
                  <a:lnTo>
                    <a:pt x="2339951" y="2832130"/>
                  </a:lnTo>
                  <a:lnTo>
                    <a:pt x="2381621" y="2895712"/>
                  </a:lnTo>
                  <a:lnTo>
                    <a:pt x="2422862" y="2956770"/>
                  </a:lnTo>
                  <a:lnTo>
                    <a:pt x="2463665" y="3014926"/>
                  </a:lnTo>
                  <a:lnTo>
                    <a:pt x="2504070" y="3069896"/>
                  </a:lnTo>
                  <a:lnTo>
                    <a:pt x="2544172" y="3121488"/>
                  </a:lnTo>
                  <a:lnTo>
                    <a:pt x="2584123" y="3169603"/>
                  </a:lnTo>
                  <a:lnTo>
                    <a:pt x="2624143" y="3214225"/>
                  </a:lnTo>
                  <a:lnTo>
                    <a:pt x="2664528" y="3255415"/>
                  </a:lnTo>
                  <a:lnTo>
                    <a:pt x="2667772" y="3258553"/>
                  </a:lnTo>
                  <a:lnTo>
                    <a:pt x="2715279" y="3301512"/>
                  </a:lnTo>
                  <a:lnTo>
                    <a:pt x="2764453" y="3340052"/>
                  </a:lnTo>
                  <a:lnTo>
                    <a:pt x="2816099" y="3374412"/>
                  </a:lnTo>
                  <a:lnTo>
                    <a:pt x="2871116" y="3404989"/>
                  </a:lnTo>
                  <a:lnTo>
                    <a:pt x="2930416" y="3432227"/>
                  </a:lnTo>
                  <a:lnTo>
                    <a:pt x="2994838" y="3456549"/>
                  </a:lnTo>
                  <a:lnTo>
                    <a:pt x="3065047" y="3478320"/>
                  </a:lnTo>
                  <a:lnTo>
                    <a:pt x="3141385" y="3497832"/>
                  </a:lnTo>
                  <a:lnTo>
                    <a:pt x="3223689" y="3515292"/>
                  </a:lnTo>
                  <a:lnTo>
                    <a:pt x="3311074" y="3530821"/>
                  </a:lnTo>
                  <a:lnTo>
                    <a:pt x="3401722" y="3544460"/>
                  </a:lnTo>
                  <a:lnTo>
                    <a:pt x="3492772" y="3556191"/>
                  </a:lnTo>
                  <a:lnTo>
                    <a:pt x="3580415" y="3565966"/>
                  </a:lnTo>
                  <a:lnTo>
                    <a:pt x="3660288" y="3573756"/>
                  </a:lnTo>
                  <a:lnTo>
                    <a:pt x="3728188" y="3579599"/>
                  </a:lnTo>
                  <a:lnTo>
                    <a:pt x="3780960" y="3583635"/>
                  </a:lnTo>
                  <a:lnTo>
                    <a:pt x="3817289" y="3586120"/>
                  </a:lnTo>
                  <a:lnTo>
                    <a:pt x="3838131" y="3587400"/>
                  </a:lnTo>
                  <a:lnTo>
                    <a:pt x="3846691" y="3587875"/>
                  </a:lnTo>
                  <a:lnTo>
                    <a:pt x="3848118" y="3587948"/>
                  </a:lnTo>
                  <a:lnTo>
                    <a:pt x="4386855" y="3587948"/>
                  </a:lnTo>
                  <a:lnTo>
                    <a:pt x="4387817" y="3587861"/>
                  </a:lnTo>
                  <a:lnTo>
                    <a:pt x="4394134" y="3587241"/>
                  </a:lnTo>
                  <a:lnTo>
                    <a:pt x="4410046" y="3585527"/>
                  </a:lnTo>
                  <a:lnTo>
                    <a:pt x="4438451" y="3582155"/>
                  </a:lnTo>
                  <a:lnTo>
                    <a:pt x="4480697" y="3576605"/>
                  </a:lnTo>
                  <a:lnTo>
                    <a:pt x="4536473" y="3568461"/>
                  </a:lnTo>
                  <a:lnTo>
                    <a:pt x="4603966" y="3557445"/>
                  </a:lnTo>
                  <a:lnTo>
                    <a:pt x="4680286" y="3543426"/>
                  </a:lnTo>
                  <a:lnTo>
                    <a:pt x="4762041" y="3526392"/>
                  </a:lnTo>
                  <a:lnTo>
                    <a:pt x="4845904" y="3506400"/>
                  </a:lnTo>
                  <a:lnTo>
                    <a:pt x="4929029" y="3483511"/>
                  </a:lnTo>
                  <a:lnTo>
                    <a:pt x="5009275" y="3457748"/>
                  </a:lnTo>
                  <a:lnTo>
                    <a:pt x="5085248" y="3429051"/>
                  </a:lnTo>
                  <a:lnTo>
                    <a:pt x="5156220" y="3397258"/>
                  </a:lnTo>
                  <a:lnTo>
                    <a:pt x="5221997" y="3362099"/>
                  </a:lnTo>
                  <a:lnTo>
                    <a:pt x="5282775" y="3323192"/>
                  </a:lnTo>
                  <a:lnTo>
                    <a:pt x="5339007" y="3280053"/>
                  </a:lnTo>
                  <a:lnTo>
                    <a:pt x="5391305" y="3232117"/>
                  </a:lnTo>
                  <a:lnTo>
                    <a:pt x="5440361" y="3178770"/>
                  </a:lnTo>
                  <a:lnTo>
                    <a:pt x="5486886" y="3119403"/>
                  </a:lnTo>
                  <a:lnTo>
                    <a:pt x="5531559" y="3053515"/>
                  </a:lnTo>
                  <a:lnTo>
                    <a:pt x="5567201" y="2994493"/>
                  </a:lnTo>
                  <a:lnTo>
                    <a:pt x="5599464" y="2936231"/>
                  </a:lnTo>
                  <a:lnTo>
                    <a:pt x="5631434" y="2874073"/>
                  </a:lnTo>
                  <a:lnTo>
                    <a:pt x="5663277" y="2807939"/>
                  </a:lnTo>
                  <a:lnTo>
                    <a:pt x="5695125" y="2737803"/>
                  </a:lnTo>
                  <a:lnTo>
                    <a:pt x="5727083" y="2663692"/>
                  </a:lnTo>
                  <a:lnTo>
                    <a:pt x="5759228" y="2585698"/>
                  </a:lnTo>
                  <a:lnTo>
                    <a:pt x="5791612" y="2503978"/>
                  </a:lnTo>
                  <a:lnTo>
                    <a:pt x="5824266" y="2418757"/>
                  </a:lnTo>
                  <a:lnTo>
                    <a:pt x="5857201" y="2330330"/>
                  </a:lnTo>
                  <a:lnTo>
                    <a:pt x="5890407" y="2239058"/>
                  </a:lnTo>
                  <a:lnTo>
                    <a:pt x="5923860" y="2145362"/>
                  </a:lnTo>
                  <a:lnTo>
                    <a:pt x="5957519" y="2049723"/>
                  </a:lnTo>
                  <a:lnTo>
                    <a:pt x="5991335" y="1952663"/>
                  </a:lnTo>
                  <a:lnTo>
                    <a:pt x="6025247" y="1854742"/>
                  </a:lnTo>
                  <a:lnTo>
                    <a:pt x="6059190" y="1756539"/>
                  </a:lnTo>
                  <a:lnTo>
                    <a:pt x="6093100" y="1658641"/>
                  </a:lnTo>
                  <a:lnTo>
                    <a:pt x="6126910" y="1561627"/>
                  </a:lnTo>
                  <a:lnTo>
                    <a:pt x="6160562" y="1466055"/>
                  </a:lnTo>
                  <a:lnTo>
                    <a:pt x="6194006" y="1372447"/>
                  </a:lnTo>
                  <a:lnTo>
                    <a:pt x="6227202" y="1281279"/>
                  </a:lnTo>
                  <a:lnTo>
                    <a:pt x="6260126" y="1192973"/>
                  </a:lnTo>
                  <a:lnTo>
                    <a:pt x="6292769" y="1107886"/>
                  </a:lnTo>
                  <a:lnTo>
                    <a:pt x="6325143" y="1026310"/>
                  </a:lnTo>
                  <a:lnTo>
                    <a:pt x="6357279" y="948467"/>
                  </a:lnTo>
                  <a:lnTo>
                    <a:pt x="6389230" y="874512"/>
                  </a:lnTo>
                  <a:lnTo>
                    <a:pt x="6421077" y="804534"/>
                  </a:lnTo>
                  <a:lnTo>
                    <a:pt x="6452922" y="738559"/>
                  </a:lnTo>
                  <a:lnTo>
                    <a:pt x="6484900" y="676557"/>
                  </a:lnTo>
                  <a:lnTo>
                    <a:pt x="6515891" y="620676"/>
                  </a:lnTo>
                  <a:lnTo>
                    <a:pt x="6559496" y="549252"/>
                  </a:lnTo>
                  <a:lnTo>
                    <a:pt x="6604457" y="484570"/>
                  </a:lnTo>
                  <a:lnTo>
                    <a:pt x="6651387" y="426333"/>
                  </a:lnTo>
                  <a:lnTo>
                    <a:pt x="6700976" y="374009"/>
                  </a:lnTo>
                  <a:lnTo>
                    <a:pt x="6753935" y="326985"/>
                  </a:lnTo>
                  <a:lnTo>
                    <a:pt x="6810947" y="284651"/>
                  </a:lnTo>
                  <a:lnTo>
                    <a:pt x="6872600" y="246453"/>
                  </a:lnTo>
                  <a:lnTo>
                    <a:pt x="6939311" y="211927"/>
                  </a:lnTo>
                  <a:lnTo>
                    <a:pt x="7011214" y="180711"/>
                  </a:lnTo>
                  <a:lnTo>
                    <a:pt x="7088031" y="152553"/>
                  </a:lnTo>
                  <a:lnTo>
                    <a:pt x="7168922" y="127310"/>
                  </a:lnTo>
                  <a:lnTo>
                    <a:pt x="7252361" y="104942"/>
                  </a:lnTo>
                  <a:lnTo>
                    <a:pt x="7336071" y="85479"/>
                  </a:lnTo>
                  <a:lnTo>
                    <a:pt x="7417099" y="68987"/>
                  </a:lnTo>
                  <a:lnTo>
                    <a:pt x="7492069" y="55514"/>
                  </a:lnTo>
                  <a:lnTo>
                    <a:pt x="7557634" y="45031"/>
                  </a:lnTo>
                  <a:lnTo>
                    <a:pt x="7611060" y="37380"/>
                  </a:lnTo>
                  <a:lnTo>
                    <a:pt x="7650781" y="32258"/>
                  </a:lnTo>
                  <a:lnTo>
                    <a:pt x="7676781" y="29226"/>
                  </a:lnTo>
                  <a:lnTo>
                    <a:pt x="7690703" y="27753"/>
                  </a:lnTo>
                  <a:lnTo>
                    <a:pt x="7695703" y="27270"/>
                  </a:lnTo>
                  <a:lnTo>
                    <a:pt x="7696237" y="27222"/>
                  </a:lnTo>
                  <a:lnTo>
                    <a:pt x="8234974" y="27222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85" y="3560663"/>
                  </a:lnTo>
                  <a:lnTo>
                    <a:pt x="3838831" y="3560218"/>
                  </a:lnTo>
                  <a:lnTo>
                    <a:pt x="3818713" y="3558988"/>
                  </a:lnTo>
                  <a:lnTo>
                    <a:pt x="3783220" y="3556575"/>
                  </a:lnTo>
                  <a:lnTo>
                    <a:pt x="3731275" y="3552625"/>
                  </a:lnTo>
                  <a:lnTo>
                    <a:pt x="3664085" y="3546879"/>
                  </a:lnTo>
                  <a:lnTo>
                    <a:pt x="3584728" y="3539190"/>
                  </a:lnTo>
                  <a:lnTo>
                    <a:pt x="3497375" y="3529516"/>
                  </a:lnTo>
                  <a:lnTo>
                    <a:pt x="3406399" y="3517885"/>
                  </a:lnTo>
                  <a:lnTo>
                    <a:pt x="3315653" y="3504342"/>
                  </a:lnTo>
                  <a:lnTo>
                    <a:pt x="3228048" y="3488911"/>
                  </a:lnTo>
                  <a:lnTo>
                    <a:pt x="3145455" y="3471551"/>
                  </a:lnTo>
                  <a:lnTo>
                    <a:pt x="3068803" y="3452148"/>
                  </a:lnTo>
                  <a:lnTo>
                    <a:pt x="2998286" y="3430499"/>
                  </a:lnTo>
                  <a:lnTo>
                    <a:pt x="2933581" y="3406317"/>
                  </a:lnTo>
                  <a:lnTo>
                    <a:pt x="2874039" y="3379237"/>
                  </a:lnTo>
                  <a:lnTo>
                    <a:pt x="2818824" y="3348841"/>
                  </a:lnTo>
                  <a:lnTo>
                    <a:pt x="2767028" y="3314686"/>
                  </a:lnTo>
                  <a:lnTo>
                    <a:pt x="2717748" y="3276368"/>
                  </a:lnTo>
                  <a:lnTo>
                    <a:pt x="2670173" y="3233636"/>
                  </a:lnTo>
                  <a:lnTo>
                    <a:pt x="2667772" y="3231331"/>
                  </a:lnTo>
                  <a:lnTo>
                    <a:pt x="2627343" y="3190409"/>
                  </a:lnTo>
                  <a:lnTo>
                    <a:pt x="2587306" y="3146063"/>
                  </a:lnTo>
                  <a:lnTo>
                    <a:pt x="2547358" y="3098227"/>
                  </a:lnTo>
                  <a:lnTo>
                    <a:pt x="2507275" y="3046909"/>
                  </a:lnTo>
                  <a:lnTo>
                    <a:pt x="2466898" y="2992203"/>
                  </a:lnTo>
                  <a:lnTo>
                    <a:pt x="2426129" y="2934291"/>
                  </a:lnTo>
                  <a:lnTo>
                    <a:pt x="2384924" y="2873452"/>
                  </a:lnTo>
                  <a:lnTo>
                    <a:pt x="2343286" y="2810055"/>
                  </a:lnTo>
                  <a:lnTo>
                    <a:pt x="2301264" y="2744559"/>
                  </a:lnTo>
                  <a:lnTo>
                    <a:pt x="2258939" y="2677496"/>
                  </a:lnTo>
                  <a:lnTo>
                    <a:pt x="2216419" y="2609457"/>
                  </a:lnTo>
                  <a:lnTo>
                    <a:pt x="2173828" y="2541072"/>
                  </a:lnTo>
                  <a:lnTo>
                    <a:pt x="2131298" y="2472982"/>
                  </a:lnTo>
                  <a:lnTo>
                    <a:pt x="2088953" y="2405819"/>
                  </a:lnTo>
                  <a:lnTo>
                    <a:pt x="2046903" y="2340177"/>
                  </a:lnTo>
                  <a:lnTo>
                    <a:pt x="2005233" y="2276595"/>
                  </a:lnTo>
                  <a:lnTo>
                    <a:pt x="1963992" y="2215537"/>
                  </a:lnTo>
                  <a:lnTo>
                    <a:pt x="1923189" y="2157381"/>
                  </a:lnTo>
                  <a:lnTo>
                    <a:pt x="1882784" y="2102411"/>
                  </a:lnTo>
                  <a:lnTo>
                    <a:pt x="1842683" y="2050819"/>
                  </a:lnTo>
                  <a:lnTo>
                    <a:pt x="1802732" y="2002704"/>
                  </a:lnTo>
                  <a:lnTo>
                    <a:pt x="1762711" y="1958081"/>
                  </a:lnTo>
                  <a:lnTo>
                    <a:pt x="1722327" y="1916891"/>
                  </a:lnTo>
                  <a:lnTo>
                    <a:pt x="1719082" y="1913753"/>
                  </a:lnTo>
                  <a:lnTo>
                    <a:pt x="1671575" y="1870794"/>
                  </a:lnTo>
                  <a:lnTo>
                    <a:pt x="1622402" y="1832255"/>
                  </a:lnTo>
                  <a:lnTo>
                    <a:pt x="1570756" y="1797895"/>
                  </a:lnTo>
                  <a:lnTo>
                    <a:pt x="1515738" y="1767317"/>
                  </a:lnTo>
                  <a:lnTo>
                    <a:pt x="1456439" y="1740079"/>
                  </a:lnTo>
                  <a:lnTo>
                    <a:pt x="1392016" y="1715758"/>
                  </a:lnTo>
                  <a:lnTo>
                    <a:pt x="1321808" y="1693986"/>
                  </a:lnTo>
                  <a:lnTo>
                    <a:pt x="1245470" y="1674474"/>
                  </a:lnTo>
                  <a:lnTo>
                    <a:pt x="1163165" y="1657014"/>
                  </a:lnTo>
                  <a:lnTo>
                    <a:pt x="1075780" y="1641485"/>
                  </a:lnTo>
                  <a:lnTo>
                    <a:pt x="985133" y="1627846"/>
                  </a:lnTo>
                  <a:lnTo>
                    <a:pt x="894083" y="1616116"/>
                  </a:lnTo>
                  <a:lnTo>
                    <a:pt x="806440" y="1606341"/>
                  </a:lnTo>
                  <a:lnTo>
                    <a:pt x="726567" y="1598551"/>
                  </a:lnTo>
                  <a:lnTo>
                    <a:pt x="658667" y="1592708"/>
                  </a:lnTo>
                  <a:lnTo>
                    <a:pt x="605895" y="1588671"/>
                  </a:lnTo>
                  <a:lnTo>
                    <a:pt x="569565" y="1586187"/>
                  </a:lnTo>
                  <a:lnTo>
                    <a:pt x="548723" y="1584906"/>
                  </a:lnTo>
                  <a:lnTo>
                    <a:pt x="540164" y="1584431"/>
                  </a:lnTo>
                  <a:lnTo>
                    <a:pt x="538736" y="1584359"/>
                  </a:lnTo>
                  <a:lnTo>
                    <a:pt x="0" y="158435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546595" y="848458"/>
              <a:ext cx="8234974" cy="3560725"/>
            </a:xfrm>
            <a:custGeom>
              <a:avLst/>
              <a:pathLst>
                <a:path w="8234974" h="3560725">
                  <a:moveTo>
                    <a:pt x="0" y="1584359"/>
                  </a:moveTo>
                  <a:lnTo>
                    <a:pt x="538736" y="1584359"/>
                  </a:lnTo>
                  <a:lnTo>
                    <a:pt x="539969" y="1584421"/>
                  </a:lnTo>
                  <a:lnTo>
                    <a:pt x="548024" y="1584866"/>
                  </a:lnTo>
                  <a:lnTo>
                    <a:pt x="568141" y="1586095"/>
                  </a:lnTo>
                  <a:lnTo>
                    <a:pt x="603635" y="1588509"/>
                  </a:lnTo>
                  <a:lnTo>
                    <a:pt x="655579" y="1592459"/>
                  </a:lnTo>
                  <a:lnTo>
                    <a:pt x="722769" y="1598205"/>
                  </a:lnTo>
                  <a:lnTo>
                    <a:pt x="802126" y="1605894"/>
                  </a:lnTo>
                  <a:lnTo>
                    <a:pt x="889480" y="1615568"/>
                  </a:lnTo>
                  <a:lnTo>
                    <a:pt x="980455" y="1627199"/>
                  </a:lnTo>
                  <a:lnTo>
                    <a:pt x="1071202" y="1640741"/>
                  </a:lnTo>
                  <a:lnTo>
                    <a:pt x="1158806" y="1656173"/>
                  </a:lnTo>
                  <a:lnTo>
                    <a:pt x="1241400" y="1673532"/>
                  </a:lnTo>
                  <a:lnTo>
                    <a:pt x="1318052" y="1692935"/>
                  </a:lnTo>
                  <a:lnTo>
                    <a:pt x="1388569" y="1714585"/>
                  </a:lnTo>
                  <a:lnTo>
                    <a:pt x="1453273" y="1738767"/>
                  </a:lnTo>
                  <a:lnTo>
                    <a:pt x="1512816" y="1765846"/>
                  </a:lnTo>
                  <a:lnTo>
                    <a:pt x="1568030" y="1796242"/>
                  </a:lnTo>
                  <a:lnTo>
                    <a:pt x="1619827" y="1830398"/>
                  </a:lnTo>
                  <a:lnTo>
                    <a:pt x="1669106" y="1868716"/>
                  </a:lnTo>
                  <a:lnTo>
                    <a:pt x="1716681" y="1911448"/>
                  </a:lnTo>
                  <a:lnTo>
                    <a:pt x="1719082" y="1913753"/>
                  </a:lnTo>
                  <a:lnTo>
                    <a:pt x="1759511" y="1954675"/>
                  </a:lnTo>
                  <a:lnTo>
                    <a:pt x="1799549" y="1999021"/>
                  </a:lnTo>
                  <a:lnTo>
                    <a:pt x="1839497" y="2046857"/>
                  </a:lnTo>
                  <a:lnTo>
                    <a:pt x="1879579" y="2098174"/>
                  </a:lnTo>
                  <a:lnTo>
                    <a:pt x="1919956" y="2152881"/>
                  </a:lnTo>
                  <a:lnTo>
                    <a:pt x="1960725" y="2210792"/>
                  </a:lnTo>
                  <a:lnTo>
                    <a:pt x="2001931" y="2271632"/>
                  </a:lnTo>
                  <a:lnTo>
                    <a:pt x="2043568" y="2335028"/>
                  </a:lnTo>
                  <a:lnTo>
                    <a:pt x="2085590" y="2400525"/>
                  </a:lnTo>
                  <a:lnTo>
                    <a:pt x="2127916" y="2467588"/>
                  </a:lnTo>
                  <a:lnTo>
                    <a:pt x="2170436" y="2535627"/>
                  </a:lnTo>
                  <a:lnTo>
                    <a:pt x="2213026" y="2604012"/>
                  </a:lnTo>
                  <a:lnTo>
                    <a:pt x="2255557" y="2672102"/>
                  </a:lnTo>
                  <a:lnTo>
                    <a:pt x="2297901" y="2739265"/>
                  </a:lnTo>
                  <a:lnTo>
                    <a:pt x="2339951" y="2804907"/>
                  </a:lnTo>
                  <a:lnTo>
                    <a:pt x="2381621" y="2868489"/>
                  </a:lnTo>
                  <a:lnTo>
                    <a:pt x="2422862" y="2929547"/>
                  </a:lnTo>
                  <a:lnTo>
                    <a:pt x="2463665" y="2987703"/>
                  </a:lnTo>
                  <a:lnTo>
                    <a:pt x="2504070" y="3042673"/>
                  </a:lnTo>
                  <a:lnTo>
                    <a:pt x="2544172" y="3094265"/>
                  </a:lnTo>
                  <a:lnTo>
                    <a:pt x="2584123" y="3142380"/>
                  </a:lnTo>
                  <a:lnTo>
                    <a:pt x="2624143" y="3187002"/>
                  </a:lnTo>
                  <a:lnTo>
                    <a:pt x="2664528" y="3228193"/>
                  </a:lnTo>
                  <a:lnTo>
                    <a:pt x="2667772" y="3231331"/>
                  </a:lnTo>
                  <a:lnTo>
                    <a:pt x="2715279" y="3274290"/>
                  </a:lnTo>
                  <a:lnTo>
                    <a:pt x="2764453" y="3312829"/>
                  </a:lnTo>
                  <a:lnTo>
                    <a:pt x="2816099" y="3347189"/>
                  </a:lnTo>
                  <a:lnTo>
                    <a:pt x="2871116" y="3377767"/>
                  </a:lnTo>
                  <a:lnTo>
                    <a:pt x="2930416" y="3405005"/>
                  </a:lnTo>
                  <a:lnTo>
                    <a:pt x="2994838" y="3429326"/>
                  </a:lnTo>
                  <a:lnTo>
                    <a:pt x="3065047" y="3451097"/>
                  </a:lnTo>
                  <a:lnTo>
                    <a:pt x="3141385" y="3470610"/>
                  </a:lnTo>
                  <a:lnTo>
                    <a:pt x="3223689" y="3488070"/>
                  </a:lnTo>
                  <a:lnTo>
                    <a:pt x="3311074" y="3503599"/>
                  </a:lnTo>
                  <a:lnTo>
                    <a:pt x="3401722" y="3517238"/>
                  </a:lnTo>
                  <a:lnTo>
                    <a:pt x="3492772" y="3528968"/>
                  </a:lnTo>
                  <a:lnTo>
                    <a:pt x="3580415" y="3538743"/>
                  </a:lnTo>
                  <a:lnTo>
                    <a:pt x="3660288" y="3546533"/>
                  </a:lnTo>
                  <a:lnTo>
                    <a:pt x="3728188" y="3552376"/>
                  </a:lnTo>
                  <a:lnTo>
                    <a:pt x="3780960" y="3556412"/>
                  </a:lnTo>
                  <a:lnTo>
                    <a:pt x="3817289" y="3558897"/>
                  </a:lnTo>
                  <a:lnTo>
                    <a:pt x="3838131" y="3560178"/>
                  </a:lnTo>
                  <a:lnTo>
                    <a:pt x="3846691" y="3560652"/>
                  </a:lnTo>
                  <a:lnTo>
                    <a:pt x="3848118" y="3560725"/>
                  </a:lnTo>
                  <a:lnTo>
                    <a:pt x="3848118" y="3560725"/>
                  </a:lnTo>
                  <a:lnTo>
                    <a:pt x="4386855" y="3560725"/>
                  </a:lnTo>
                  <a:lnTo>
                    <a:pt x="4387817" y="3560638"/>
                  </a:lnTo>
                  <a:lnTo>
                    <a:pt x="4394134" y="3560018"/>
                  </a:lnTo>
                  <a:lnTo>
                    <a:pt x="4410046" y="3558304"/>
                  </a:lnTo>
                  <a:lnTo>
                    <a:pt x="4438451" y="3554932"/>
                  </a:lnTo>
                  <a:lnTo>
                    <a:pt x="4480697" y="3549383"/>
                  </a:lnTo>
                  <a:lnTo>
                    <a:pt x="4536473" y="3541238"/>
                  </a:lnTo>
                  <a:lnTo>
                    <a:pt x="4603966" y="3530222"/>
                  </a:lnTo>
                  <a:lnTo>
                    <a:pt x="4680286" y="3516203"/>
                  </a:lnTo>
                  <a:lnTo>
                    <a:pt x="4762041" y="3499170"/>
                  </a:lnTo>
                  <a:lnTo>
                    <a:pt x="4845904" y="3479177"/>
                  </a:lnTo>
                  <a:lnTo>
                    <a:pt x="4929029" y="3456289"/>
                  </a:lnTo>
                  <a:lnTo>
                    <a:pt x="5009275" y="3430525"/>
                  </a:lnTo>
                  <a:lnTo>
                    <a:pt x="5085248" y="3401828"/>
                  </a:lnTo>
                  <a:lnTo>
                    <a:pt x="5156220" y="3370036"/>
                  </a:lnTo>
                  <a:lnTo>
                    <a:pt x="5221997" y="3334877"/>
                  </a:lnTo>
                  <a:lnTo>
                    <a:pt x="5282775" y="3295969"/>
                  </a:lnTo>
                  <a:lnTo>
                    <a:pt x="5339007" y="3252830"/>
                  </a:lnTo>
                  <a:lnTo>
                    <a:pt x="5391305" y="3204895"/>
                  </a:lnTo>
                  <a:lnTo>
                    <a:pt x="5440361" y="3151547"/>
                  </a:lnTo>
                  <a:lnTo>
                    <a:pt x="5486886" y="3092180"/>
                  </a:lnTo>
                  <a:lnTo>
                    <a:pt x="5531559" y="3026293"/>
                  </a:lnTo>
                  <a:lnTo>
                    <a:pt x="5567201" y="2967271"/>
                  </a:lnTo>
                  <a:lnTo>
                    <a:pt x="5599464" y="2909008"/>
                  </a:lnTo>
                  <a:lnTo>
                    <a:pt x="5631434" y="2846850"/>
                  </a:lnTo>
                  <a:lnTo>
                    <a:pt x="5663277" y="2780717"/>
                  </a:lnTo>
                  <a:lnTo>
                    <a:pt x="5695125" y="2710580"/>
                  </a:lnTo>
                  <a:lnTo>
                    <a:pt x="5727083" y="2636469"/>
                  </a:lnTo>
                  <a:lnTo>
                    <a:pt x="5759228" y="2558475"/>
                  </a:lnTo>
                  <a:lnTo>
                    <a:pt x="5791612" y="2476755"/>
                  </a:lnTo>
                  <a:lnTo>
                    <a:pt x="5824266" y="2391534"/>
                  </a:lnTo>
                  <a:lnTo>
                    <a:pt x="5857201" y="2303107"/>
                  </a:lnTo>
                  <a:lnTo>
                    <a:pt x="5890407" y="2211835"/>
                  </a:lnTo>
                  <a:lnTo>
                    <a:pt x="5923860" y="2118140"/>
                  </a:lnTo>
                  <a:lnTo>
                    <a:pt x="5957519" y="2022500"/>
                  </a:lnTo>
                  <a:lnTo>
                    <a:pt x="5991335" y="1925440"/>
                  </a:lnTo>
                  <a:lnTo>
                    <a:pt x="6025247" y="1827519"/>
                  </a:lnTo>
                  <a:lnTo>
                    <a:pt x="6059190" y="1729316"/>
                  </a:lnTo>
                  <a:lnTo>
                    <a:pt x="6093100" y="1631418"/>
                  </a:lnTo>
                  <a:lnTo>
                    <a:pt x="6126910" y="1534404"/>
                  </a:lnTo>
                  <a:lnTo>
                    <a:pt x="6160562" y="1438832"/>
                  </a:lnTo>
                  <a:lnTo>
                    <a:pt x="6194006" y="1345224"/>
                  </a:lnTo>
                  <a:lnTo>
                    <a:pt x="6227202" y="1254057"/>
                  </a:lnTo>
                  <a:lnTo>
                    <a:pt x="6260126" y="1165750"/>
                  </a:lnTo>
                  <a:lnTo>
                    <a:pt x="6292769" y="1080663"/>
                  </a:lnTo>
                  <a:lnTo>
                    <a:pt x="6325143" y="999087"/>
                  </a:lnTo>
                  <a:lnTo>
                    <a:pt x="6357279" y="921244"/>
                  </a:lnTo>
                  <a:lnTo>
                    <a:pt x="6389230" y="847289"/>
                  </a:lnTo>
                  <a:lnTo>
                    <a:pt x="6421077" y="777311"/>
                  </a:lnTo>
                  <a:lnTo>
                    <a:pt x="6452922" y="711336"/>
                  </a:lnTo>
                  <a:lnTo>
                    <a:pt x="6484900" y="649334"/>
                  </a:lnTo>
                  <a:lnTo>
                    <a:pt x="6515891" y="593454"/>
                  </a:lnTo>
                  <a:lnTo>
                    <a:pt x="6559496" y="522029"/>
                  </a:lnTo>
                  <a:lnTo>
                    <a:pt x="6604457" y="457347"/>
                  </a:lnTo>
                  <a:lnTo>
                    <a:pt x="6651387" y="399110"/>
                  </a:lnTo>
                  <a:lnTo>
                    <a:pt x="6700976" y="346787"/>
                  </a:lnTo>
                  <a:lnTo>
                    <a:pt x="6753935" y="299762"/>
                  </a:lnTo>
                  <a:lnTo>
                    <a:pt x="6810947" y="257428"/>
                  </a:lnTo>
                  <a:lnTo>
                    <a:pt x="6872600" y="219230"/>
                  </a:lnTo>
                  <a:lnTo>
                    <a:pt x="6939311" y="184705"/>
                  </a:lnTo>
                  <a:lnTo>
                    <a:pt x="7011214" y="153488"/>
                  </a:lnTo>
                  <a:lnTo>
                    <a:pt x="7088031" y="125330"/>
                  </a:lnTo>
                  <a:lnTo>
                    <a:pt x="7168922" y="100088"/>
                  </a:lnTo>
                  <a:lnTo>
                    <a:pt x="7252361" y="77719"/>
                  </a:lnTo>
                  <a:lnTo>
                    <a:pt x="7336071" y="58256"/>
                  </a:lnTo>
                  <a:lnTo>
                    <a:pt x="7417099" y="41764"/>
                  </a:lnTo>
                  <a:lnTo>
                    <a:pt x="7492069" y="28292"/>
                  </a:lnTo>
                  <a:lnTo>
                    <a:pt x="7557634" y="17808"/>
                  </a:lnTo>
                  <a:lnTo>
                    <a:pt x="7611060" y="10157"/>
                  </a:lnTo>
                  <a:lnTo>
                    <a:pt x="7650781" y="5036"/>
                  </a:lnTo>
                  <a:lnTo>
                    <a:pt x="7676781" y="2004"/>
                  </a:lnTo>
                  <a:lnTo>
                    <a:pt x="7690703" y="530"/>
                  </a:lnTo>
                  <a:lnTo>
                    <a:pt x="7695703" y="4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546595" y="821236"/>
              <a:ext cx="8234974" cy="3560725"/>
            </a:xfrm>
            <a:custGeom>
              <a:avLst/>
              <a:pathLst>
                <a:path w="8234974" h="3560725">
                  <a:moveTo>
                    <a:pt x="8234974" y="0"/>
                  </a:move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85" y="3560663"/>
                  </a:lnTo>
                  <a:lnTo>
                    <a:pt x="3838831" y="3560218"/>
                  </a:lnTo>
                  <a:lnTo>
                    <a:pt x="3818713" y="3558988"/>
                  </a:lnTo>
                  <a:lnTo>
                    <a:pt x="3783220" y="3556575"/>
                  </a:lnTo>
                  <a:lnTo>
                    <a:pt x="3731275" y="3552625"/>
                  </a:lnTo>
                  <a:lnTo>
                    <a:pt x="3664085" y="3546879"/>
                  </a:lnTo>
                  <a:lnTo>
                    <a:pt x="3584728" y="3539190"/>
                  </a:lnTo>
                  <a:lnTo>
                    <a:pt x="3497375" y="3529516"/>
                  </a:lnTo>
                  <a:lnTo>
                    <a:pt x="3406399" y="3517885"/>
                  </a:lnTo>
                  <a:lnTo>
                    <a:pt x="3315653" y="3504342"/>
                  </a:lnTo>
                  <a:lnTo>
                    <a:pt x="3228048" y="3488911"/>
                  </a:lnTo>
                  <a:lnTo>
                    <a:pt x="3145455" y="3471551"/>
                  </a:lnTo>
                  <a:lnTo>
                    <a:pt x="3068803" y="3452148"/>
                  </a:lnTo>
                  <a:lnTo>
                    <a:pt x="2998286" y="3430499"/>
                  </a:lnTo>
                  <a:lnTo>
                    <a:pt x="2933581" y="3406317"/>
                  </a:lnTo>
                  <a:lnTo>
                    <a:pt x="2874039" y="3379237"/>
                  </a:lnTo>
                  <a:lnTo>
                    <a:pt x="2818824" y="3348841"/>
                  </a:lnTo>
                  <a:lnTo>
                    <a:pt x="2767028" y="3314686"/>
                  </a:lnTo>
                  <a:lnTo>
                    <a:pt x="2717748" y="3276368"/>
                  </a:lnTo>
                  <a:lnTo>
                    <a:pt x="2670173" y="3233636"/>
                  </a:lnTo>
                  <a:lnTo>
                    <a:pt x="2667772" y="3231331"/>
                  </a:lnTo>
                  <a:lnTo>
                    <a:pt x="2627343" y="3190409"/>
                  </a:lnTo>
                  <a:lnTo>
                    <a:pt x="2587306" y="3146063"/>
                  </a:lnTo>
                  <a:lnTo>
                    <a:pt x="2547358" y="3098227"/>
                  </a:lnTo>
                  <a:lnTo>
                    <a:pt x="2507275" y="3046909"/>
                  </a:lnTo>
                  <a:lnTo>
                    <a:pt x="2466898" y="2992203"/>
                  </a:lnTo>
                  <a:lnTo>
                    <a:pt x="2426129" y="2934291"/>
                  </a:lnTo>
                  <a:lnTo>
                    <a:pt x="2384924" y="2873452"/>
                  </a:lnTo>
                  <a:lnTo>
                    <a:pt x="2343286" y="2810055"/>
                  </a:lnTo>
                  <a:lnTo>
                    <a:pt x="2301264" y="2744559"/>
                  </a:lnTo>
                  <a:lnTo>
                    <a:pt x="2258939" y="2677496"/>
                  </a:lnTo>
                  <a:lnTo>
                    <a:pt x="2216419" y="2609457"/>
                  </a:lnTo>
                  <a:lnTo>
                    <a:pt x="2173828" y="2541072"/>
                  </a:lnTo>
                  <a:lnTo>
                    <a:pt x="2131298" y="2472982"/>
                  </a:lnTo>
                  <a:lnTo>
                    <a:pt x="2088953" y="2405819"/>
                  </a:lnTo>
                  <a:lnTo>
                    <a:pt x="2046903" y="2340177"/>
                  </a:lnTo>
                  <a:lnTo>
                    <a:pt x="2005233" y="2276595"/>
                  </a:lnTo>
                  <a:lnTo>
                    <a:pt x="1963992" y="2215537"/>
                  </a:lnTo>
                  <a:lnTo>
                    <a:pt x="1923189" y="2157381"/>
                  </a:lnTo>
                  <a:lnTo>
                    <a:pt x="1882784" y="2102411"/>
                  </a:lnTo>
                  <a:lnTo>
                    <a:pt x="1842683" y="2050819"/>
                  </a:lnTo>
                  <a:lnTo>
                    <a:pt x="1802732" y="2002704"/>
                  </a:lnTo>
                  <a:lnTo>
                    <a:pt x="1762711" y="1958081"/>
                  </a:lnTo>
                  <a:lnTo>
                    <a:pt x="1722327" y="1916891"/>
                  </a:lnTo>
                  <a:lnTo>
                    <a:pt x="1719082" y="1913753"/>
                  </a:lnTo>
                  <a:lnTo>
                    <a:pt x="1671575" y="1870794"/>
                  </a:lnTo>
                  <a:lnTo>
                    <a:pt x="1622402" y="1832255"/>
                  </a:lnTo>
                  <a:lnTo>
                    <a:pt x="1570756" y="1797895"/>
                  </a:lnTo>
                  <a:lnTo>
                    <a:pt x="1515738" y="1767317"/>
                  </a:lnTo>
                  <a:lnTo>
                    <a:pt x="1456439" y="1740079"/>
                  </a:lnTo>
                  <a:lnTo>
                    <a:pt x="1392016" y="1715758"/>
                  </a:lnTo>
                  <a:lnTo>
                    <a:pt x="1321808" y="1693986"/>
                  </a:lnTo>
                  <a:lnTo>
                    <a:pt x="1245470" y="1674474"/>
                  </a:lnTo>
                  <a:lnTo>
                    <a:pt x="1163165" y="1657014"/>
                  </a:lnTo>
                  <a:lnTo>
                    <a:pt x="1075780" y="1641485"/>
                  </a:lnTo>
                  <a:lnTo>
                    <a:pt x="985133" y="1627846"/>
                  </a:lnTo>
                  <a:lnTo>
                    <a:pt x="894083" y="1616116"/>
                  </a:lnTo>
                  <a:lnTo>
                    <a:pt x="806440" y="1606341"/>
                  </a:lnTo>
                  <a:lnTo>
                    <a:pt x="726567" y="1598551"/>
                  </a:lnTo>
                  <a:lnTo>
                    <a:pt x="658667" y="1592708"/>
                  </a:lnTo>
                  <a:lnTo>
                    <a:pt x="605895" y="1588671"/>
                  </a:lnTo>
                  <a:lnTo>
                    <a:pt x="569565" y="1586187"/>
                  </a:lnTo>
                  <a:lnTo>
                    <a:pt x="548723" y="1584906"/>
                  </a:lnTo>
                  <a:lnTo>
                    <a:pt x="540164" y="1584431"/>
                  </a:lnTo>
                  <a:lnTo>
                    <a:pt x="538736" y="1584359"/>
                  </a:lnTo>
                  <a:lnTo>
                    <a:pt x="538736" y="1584359"/>
                  </a:lnTo>
                  <a:lnTo>
                    <a:pt x="0" y="15843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" name="pg194"/>
            <p:cNvSpPr/>
            <p:nvPr/>
          </p:nvSpPr>
          <p:spPr>
            <a:xfrm>
              <a:off x="546595" y="1082573"/>
              <a:ext cx="8234974" cy="3370166"/>
            </a:xfrm>
            <a:custGeom>
              <a:avLst/>
              <a:pathLst>
                <a:path w="8234974" h="3370166">
                  <a:moveTo>
                    <a:pt x="0" y="1355689"/>
                  </a:moveTo>
                  <a:lnTo>
                    <a:pt x="538736" y="1355689"/>
                  </a:lnTo>
                  <a:lnTo>
                    <a:pt x="539967" y="1355752"/>
                  </a:lnTo>
                  <a:lnTo>
                    <a:pt x="548005" y="1356204"/>
                  </a:lnTo>
                  <a:lnTo>
                    <a:pt x="568084" y="1357455"/>
                  </a:lnTo>
                  <a:lnTo>
                    <a:pt x="603512" y="1359910"/>
                  </a:lnTo>
                  <a:lnTo>
                    <a:pt x="655369" y="1363928"/>
                  </a:lnTo>
                  <a:lnTo>
                    <a:pt x="722458" y="1369773"/>
                  </a:lnTo>
                  <a:lnTo>
                    <a:pt x="801713" y="1377595"/>
                  </a:lnTo>
                  <a:lnTo>
                    <a:pt x="888975" y="1387438"/>
                  </a:lnTo>
                  <a:lnTo>
                    <a:pt x="979877" y="1399274"/>
                  </a:lnTo>
                  <a:lnTo>
                    <a:pt x="1070573" y="1413055"/>
                  </a:lnTo>
                  <a:lnTo>
                    <a:pt x="1158147" y="1428759"/>
                  </a:lnTo>
                  <a:lnTo>
                    <a:pt x="1240728" y="1446424"/>
                  </a:lnTo>
                  <a:lnTo>
                    <a:pt x="1317380" y="1466168"/>
                  </a:lnTo>
                  <a:lnTo>
                    <a:pt x="1387905" y="1488196"/>
                  </a:lnTo>
                  <a:lnTo>
                    <a:pt x="1452620" y="1512800"/>
                  </a:lnTo>
                  <a:lnTo>
                    <a:pt x="1512173" y="1540348"/>
                  </a:lnTo>
                  <a:lnTo>
                    <a:pt x="1567393" y="1571266"/>
                  </a:lnTo>
                  <a:lnTo>
                    <a:pt x="1619190" y="1606007"/>
                  </a:lnTo>
                  <a:lnTo>
                    <a:pt x="1668462" y="1644979"/>
                  </a:lnTo>
                  <a:lnTo>
                    <a:pt x="1716022" y="1688442"/>
                  </a:lnTo>
                  <a:lnTo>
                    <a:pt x="1719082" y="1691435"/>
                  </a:lnTo>
                  <a:lnTo>
                    <a:pt x="1759258" y="1732871"/>
                  </a:lnTo>
                  <a:lnTo>
                    <a:pt x="1799045" y="1777754"/>
                  </a:lnTo>
                  <a:lnTo>
                    <a:pt x="1838740" y="1826149"/>
                  </a:lnTo>
                  <a:lnTo>
                    <a:pt x="1878565" y="1878049"/>
                  </a:lnTo>
                  <a:lnTo>
                    <a:pt x="1918677" y="1933363"/>
                  </a:lnTo>
                  <a:lnTo>
                    <a:pt x="1959174" y="1991911"/>
                  </a:lnTo>
                  <a:lnTo>
                    <a:pt x="2000102" y="2053417"/>
                  </a:lnTo>
                  <a:lnTo>
                    <a:pt x="2041457" y="2117516"/>
                  </a:lnTo>
                  <a:lnTo>
                    <a:pt x="2083195" y="2183754"/>
                  </a:lnTo>
                  <a:lnTo>
                    <a:pt x="2125238" y="2251600"/>
                  </a:lnTo>
                  <a:lnTo>
                    <a:pt x="2167481" y="2320468"/>
                  </a:lnTo>
                  <a:lnTo>
                    <a:pt x="2209802" y="2389729"/>
                  </a:lnTo>
                  <a:lnTo>
                    <a:pt x="2252073" y="2458741"/>
                  </a:lnTo>
                  <a:lnTo>
                    <a:pt x="2294171" y="2526872"/>
                  </a:lnTo>
                  <a:lnTo>
                    <a:pt x="2335986" y="2593522"/>
                  </a:lnTo>
                  <a:lnTo>
                    <a:pt x="2377433" y="2658148"/>
                  </a:lnTo>
                  <a:lnTo>
                    <a:pt x="2418459" y="2720276"/>
                  </a:lnTo>
                  <a:lnTo>
                    <a:pt x="2459052" y="2779520"/>
                  </a:lnTo>
                  <a:lnTo>
                    <a:pt x="2499244" y="2835585"/>
                  </a:lnTo>
                  <a:lnTo>
                    <a:pt x="2539123" y="2888269"/>
                  </a:lnTo>
                  <a:lnTo>
                    <a:pt x="2578830" y="2937460"/>
                  </a:lnTo>
                  <a:lnTo>
                    <a:pt x="2618573" y="2983134"/>
                  </a:lnTo>
                  <a:lnTo>
                    <a:pt x="2658630" y="3025341"/>
                  </a:lnTo>
                  <a:lnTo>
                    <a:pt x="2667772" y="3034420"/>
                  </a:lnTo>
                  <a:lnTo>
                    <a:pt x="2715245" y="3078178"/>
                  </a:lnTo>
                  <a:lnTo>
                    <a:pt x="2764382" y="3117438"/>
                  </a:lnTo>
                  <a:lnTo>
                    <a:pt x="2815987" y="3152443"/>
                  </a:lnTo>
                  <a:lnTo>
                    <a:pt x="2870956" y="3183597"/>
                  </a:lnTo>
                  <a:lnTo>
                    <a:pt x="2930199" y="3211351"/>
                  </a:lnTo>
                  <a:lnTo>
                    <a:pt x="2994555" y="3236135"/>
                  </a:lnTo>
                  <a:lnTo>
                    <a:pt x="3064687" y="3258321"/>
                  </a:lnTo>
                  <a:lnTo>
                    <a:pt x="3140939" y="3278207"/>
                  </a:lnTo>
                  <a:lnTo>
                    <a:pt x="3223152" y="3296004"/>
                  </a:lnTo>
                  <a:lnTo>
                    <a:pt x="3310447" y="3311834"/>
                  </a:lnTo>
                  <a:lnTo>
                    <a:pt x="3401016" y="3325740"/>
                  </a:lnTo>
                  <a:lnTo>
                    <a:pt x="3492013" y="3337705"/>
                  </a:lnTo>
                  <a:lnTo>
                    <a:pt x="3579643" y="3347679"/>
                  </a:lnTo>
                  <a:lnTo>
                    <a:pt x="3659555" y="3355633"/>
                  </a:lnTo>
                  <a:lnTo>
                    <a:pt x="3727548" y="3361604"/>
                  </a:lnTo>
                  <a:lnTo>
                    <a:pt x="3780458" y="3365734"/>
                  </a:lnTo>
                  <a:lnTo>
                    <a:pt x="3816951" y="3368281"/>
                  </a:lnTo>
                  <a:lnTo>
                    <a:pt x="3837953" y="3369598"/>
                  </a:lnTo>
                  <a:lnTo>
                    <a:pt x="3846637" y="3370090"/>
                  </a:lnTo>
                  <a:lnTo>
                    <a:pt x="3848118" y="3370166"/>
                  </a:lnTo>
                  <a:lnTo>
                    <a:pt x="4386855" y="3370166"/>
                  </a:lnTo>
                  <a:lnTo>
                    <a:pt x="4387977" y="3370070"/>
                  </a:lnTo>
                  <a:lnTo>
                    <a:pt x="4395322" y="3369383"/>
                  </a:lnTo>
                  <a:lnTo>
                    <a:pt x="4413728" y="3367485"/>
                  </a:lnTo>
                  <a:lnTo>
                    <a:pt x="4446355" y="3363753"/>
                  </a:lnTo>
                  <a:lnTo>
                    <a:pt x="4494414" y="3357634"/>
                  </a:lnTo>
                  <a:lnTo>
                    <a:pt x="4557090" y="3348699"/>
                  </a:lnTo>
                  <a:lnTo>
                    <a:pt x="4631834" y="3336692"/>
                  </a:lnTo>
                  <a:lnTo>
                    <a:pt x="4714989" y="3321518"/>
                  </a:lnTo>
                  <a:lnTo>
                    <a:pt x="4802552" y="3303202"/>
                  </a:lnTo>
                  <a:lnTo>
                    <a:pt x="4890846" y="3281815"/>
                  </a:lnTo>
                  <a:lnTo>
                    <a:pt x="4976946" y="3257409"/>
                  </a:lnTo>
                  <a:lnTo>
                    <a:pt x="5058843" y="3229961"/>
                  </a:lnTo>
                  <a:lnTo>
                    <a:pt x="5135404" y="3199337"/>
                  </a:lnTo>
                  <a:lnTo>
                    <a:pt x="5206214" y="3165277"/>
                  </a:lnTo>
                  <a:lnTo>
                    <a:pt x="5271389" y="3127393"/>
                  </a:lnTo>
                  <a:lnTo>
                    <a:pt x="5331404" y="3085173"/>
                  </a:lnTo>
                  <a:lnTo>
                    <a:pt x="5386949" y="3038007"/>
                  </a:lnTo>
                  <a:lnTo>
                    <a:pt x="5438827" y="2985218"/>
                  </a:lnTo>
                  <a:lnTo>
                    <a:pt x="5487869" y="2926133"/>
                  </a:lnTo>
                  <a:lnTo>
                    <a:pt x="5534870" y="2860199"/>
                  </a:lnTo>
                  <a:lnTo>
                    <a:pt x="5567201" y="2809379"/>
                  </a:lnTo>
                  <a:lnTo>
                    <a:pt x="5600250" y="2752929"/>
                  </a:lnTo>
                  <a:lnTo>
                    <a:pt x="5632997" y="2692612"/>
                  </a:lnTo>
                  <a:lnTo>
                    <a:pt x="5665617" y="2628350"/>
                  </a:lnTo>
                  <a:lnTo>
                    <a:pt x="5698252" y="2560117"/>
                  </a:lnTo>
                  <a:lnTo>
                    <a:pt x="5731011" y="2487949"/>
                  </a:lnTo>
                  <a:lnTo>
                    <a:pt x="5763974" y="2411946"/>
                  </a:lnTo>
                  <a:lnTo>
                    <a:pt x="5797194" y="2332276"/>
                  </a:lnTo>
                  <a:lnTo>
                    <a:pt x="5830702" y="2249179"/>
                  </a:lnTo>
                  <a:lnTo>
                    <a:pt x="5864503" y="2162967"/>
                  </a:lnTo>
                  <a:lnTo>
                    <a:pt x="5898585" y="2074021"/>
                  </a:lnTo>
                  <a:lnTo>
                    <a:pt x="5932917" y="1982784"/>
                  </a:lnTo>
                  <a:lnTo>
                    <a:pt x="5967452" y="1889754"/>
                  </a:lnTo>
                  <a:lnTo>
                    <a:pt x="6002133" y="1795476"/>
                  </a:lnTo>
                  <a:lnTo>
                    <a:pt x="6036894" y="1700525"/>
                  </a:lnTo>
                  <a:lnTo>
                    <a:pt x="6071665" y="1605494"/>
                  </a:lnTo>
                  <a:lnTo>
                    <a:pt x="6106374" y="1510979"/>
                  </a:lnTo>
                  <a:lnTo>
                    <a:pt x="6140955" y="1417560"/>
                  </a:lnTo>
                  <a:lnTo>
                    <a:pt x="6175346" y="1325793"/>
                  </a:lnTo>
                  <a:lnTo>
                    <a:pt x="6209498" y="1236187"/>
                  </a:lnTo>
                  <a:lnTo>
                    <a:pt x="6243377" y="1149204"/>
                  </a:lnTo>
                  <a:lnTo>
                    <a:pt x="6276963" y="1065241"/>
                  </a:lnTo>
                  <a:lnTo>
                    <a:pt x="6310258" y="984627"/>
                  </a:lnTo>
                  <a:lnTo>
                    <a:pt x="6343285" y="907624"/>
                  </a:lnTo>
                  <a:lnTo>
                    <a:pt x="6376092" y="834417"/>
                  </a:lnTo>
                  <a:lnTo>
                    <a:pt x="6408751" y="765126"/>
                  </a:lnTo>
                  <a:lnTo>
                    <a:pt x="6441363" y="699802"/>
                  </a:lnTo>
                  <a:lnTo>
                    <a:pt x="6474060" y="638435"/>
                  </a:lnTo>
                  <a:lnTo>
                    <a:pt x="6507009" y="580961"/>
                  </a:lnTo>
                  <a:lnTo>
                    <a:pt x="6515891" y="566231"/>
                  </a:lnTo>
                  <a:lnTo>
                    <a:pt x="6561874" y="495290"/>
                  </a:lnTo>
                  <a:lnTo>
                    <a:pt x="6609397" y="431414"/>
                  </a:lnTo>
                  <a:lnTo>
                    <a:pt x="6659188" y="374246"/>
                  </a:lnTo>
                  <a:lnTo>
                    <a:pt x="6712058" y="323182"/>
                  </a:lnTo>
                  <a:lnTo>
                    <a:pt x="6768838" y="277538"/>
                  </a:lnTo>
                  <a:lnTo>
                    <a:pt x="6830306" y="236653"/>
                  </a:lnTo>
                  <a:lnTo>
                    <a:pt x="6897101" y="199941"/>
                  </a:lnTo>
                  <a:lnTo>
                    <a:pt x="6969610" y="166926"/>
                  </a:lnTo>
                  <a:lnTo>
                    <a:pt x="7047812" y="137257"/>
                  </a:lnTo>
                  <a:lnTo>
                    <a:pt x="7131100" y="110712"/>
                  </a:lnTo>
                  <a:lnTo>
                    <a:pt x="7218095" y="87192"/>
                  </a:lnTo>
                  <a:lnTo>
                    <a:pt x="7306516" y="66700"/>
                  </a:lnTo>
                  <a:lnTo>
                    <a:pt x="7393190" y="49301"/>
                  </a:lnTo>
                  <a:lnTo>
                    <a:pt x="7474286" y="35060"/>
                  </a:lnTo>
                  <a:lnTo>
                    <a:pt x="7545826" y="23973"/>
                  </a:lnTo>
                  <a:lnTo>
                    <a:pt x="7604401" y="15901"/>
                  </a:lnTo>
                  <a:lnTo>
                    <a:pt x="7647918" y="10535"/>
                  </a:lnTo>
                  <a:lnTo>
                    <a:pt x="7676147" y="7404"/>
                  </a:lnTo>
                  <a:lnTo>
                    <a:pt x="7690891" y="5927"/>
                  </a:lnTo>
                  <a:lnTo>
                    <a:pt x="7695836" y="547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6" y="96"/>
                  </a:lnTo>
                  <a:lnTo>
                    <a:pt x="7687771" y="782"/>
                  </a:lnTo>
                  <a:lnTo>
                    <a:pt x="7669365" y="2681"/>
                  </a:lnTo>
                  <a:lnTo>
                    <a:pt x="7636738" y="6412"/>
                  </a:lnTo>
                  <a:lnTo>
                    <a:pt x="7588679" y="12532"/>
                  </a:lnTo>
                  <a:lnTo>
                    <a:pt x="7526003" y="21467"/>
                  </a:lnTo>
                  <a:lnTo>
                    <a:pt x="7451259" y="33474"/>
                  </a:lnTo>
                  <a:lnTo>
                    <a:pt x="7368104" y="48647"/>
                  </a:lnTo>
                  <a:lnTo>
                    <a:pt x="7280540" y="66964"/>
                  </a:lnTo>
                  <a:lnTo>
                    <a:pt x="7192247" y="88351"/>
                  </a:lnTo>
                  <a:lnTo>
                    <a:pt x="7106147" y="112757"/>
                  </a:lnTo>
                  <a:lnTo>
                    <a:pt x="7024249" y="140205"/>
                  </a:lnTo>
                  <a:lnTo>
                    <a:pt x="6947688" y="170829"/>
                  </a:lnTo>
                  <a:lnTo>
                    <a:pt x="6876879" y="204888"/>
                  </a:lnTo>
                  <a:lnTo>
                    <a:pt x="6811704" y="242773"/>
                  </a:lnTo>
                  <a:lnTo>
                    <a:pt x="6751689" y="284993"/>
                  </a:lnTo>
                  <a:lnTo>
                    <a:pt x="6696143" y="332159"/>
                  </a:lnTo>
                  <a:lnTo>
                    <a:pt x="6644265" y="384948"/>
                  </a:lnTo>
                  <a:lnTo>
                    <a:pt x="6595223" y="444033"/>
                  </a:lnTo>
                  <a:lnTo>
                    <a:pt x="6548222" y="509966"/>
                  </a:lnTo>
                  <a:lnTo>
                    <a:pt x="6515891" y="560787"/>
                  </a:lnTo>
                  <a:lnTo>
                    <a:pt x="6482842" y="617237"/>
                  </a:lnTo>
                  <a:lnTo>
                    <a:pt x="6450096" y="677554"/>
                  </a:lnTo>
                  <a:lnTo>
                    <a:pt x="6417475" y="741816"/>
                  </a:lnTo>
                  <a:lnTo>
                    <a:pt x="6384840" y="810048"/>
                  </a:lnTo>
                  <a:lnTo>
                    <a:pt x="6352081" y="882216"/>
                  </a:lnTo>
                  <a:lnTo>
                    <a:pt x="6319118" y="958220"/>
                  </a:lnTo>
                  <a:lnTo>
                    <a:pt x="6285898" y="1037890"/>
                  </a:lnTo>
                  <a:lnTo>
                    <a:pt x="6252391" y="1120987"/>
                  </a:lnTo>
                  <a:lnTo>
                    <a:pt x="6218589" y="1207198"/>
                  </a:lnTo>
                  <a:lnTo>
                    <a:pt x="6184507" y="1296145"/>
                  </a:lnTo>
                  <a:lnTo>
                    <a:pt x="6150176" y="1387382"/>
                  </a:lnTo>
                  <a:lnTo>
                    <a:pt x="6115641" y="1480412"/>
                  </a:lnTo>
                  <a:lnTo>
                    <a:pt x="6080959" y="1574690"/>
                  </a:lnTo>
                  <a:lnTo>
                    <a:pt x="6046198" y="1669641"/>
                  </a:lnTo>
                  <a:lnTo>
                    <a:pt x="6011428" y="1764671"/>
                  </a:lnTo>
                  <a:lnTo>
                    <a:pt x="5976718" y="1859187"/>
                  </a:lnTo>
                  <a:lnTo>
                    <a:pt x="5942138" y="1952605"/>
                  </a:lnTo>
                  <a:lnTo>
                    <a:pt x="5907747" y="2044373"/>
                  </a:lnTo>
                  <a:lnTo>
                    <a:pt x="5873594" y="2133978"/>
                  </a:lnTo>
                  <a:lnTo>
                    <a:pt x="5839716" y="2220961"/>
                  </a:lnTo>
                  <a:lnTo>
                    <a:pt x="5806130" y="2304925"/>
                  </a:lnTo>
                  <a:lnTo>
                    <a:pt x="5772834" y="2385538"/>
                  </a:lnTo>
                  <a:lnTo>
                    <a:pt x="5739807" y="2462542"/>
                  </a:lnTo>
                  <a:lnTo>
                    <a:pt x="5707000" y="2535749"/>
                  </a:lnTo>
                  <a:lnTo>
                    <a:pt x="5674341" y="2605040"/>
                  </a:lnTo>
                  <a:lnTo>
                    <a:pt x="5641729" y="2670364"/>
                  </a:lnTo>
                  <a:lnTo>
                    <a:pt x="5609032" y="2731731"/>
                  </a:lnTo>
                  <a:lnTo>
                    <a:pt x="5576084" y="2789205"/>
                  </a:lnTo>
                  <a:lnTo>
                    <a:pt x="5567201" y="2803935"/>
                  </a:lnTo>
                  <a:lnTo>
                    <a:pt x="5521218" y="2874875"/>
                  </a:lnTo>
                  <a:lnTo>
                    <a:pt x="5473695" y="2938752"/>
                  </a:lnTo>
                  <a:lnTo>
                    <a:pt x="5423905" y="2995919"/>
                  </a:lnTo>
                  <a:lnTo>
                    <a:pt x="5371035" y="3046984"/>
                  </a:lnTo>
                  <a:lnTo>
                    <a:pt x="5314255" y="3092627"/>
                  </a:lnTo>
                  <a:lnTo>
                    <a:pt x="5252787" y="3133513"/>
                  </a:lnTo>
                  <a:lnTo>
                    <a:pt x="5185991" y="3170225"/>
                  </a:lnTo>
                  <a:lnTo>
                    <a:pt x="5113483" y="3203240"/>
                  </a:lnTo>
                  <a:lnTo>
                    <a:pt x="5035281" y="3232909"/>
                  </a:lnTo>
                  <a:lnTo>
                    <a:pt x="4951993" y="3259454"/>
                  </a:lnTo>
                  <a:lnTo>
                    <a:pt x="4864998" y="3282974"/>
                  </a:lnTo>
                  <a:lnTo>
                    <a:pt x="4776576" y="3303465"/>
                  </a:lnTo>
                  <a:lnTo>
                    <a:pt x="4689902" y="3320864"/>
                  </a:lnTo>
                  <a:lnTo>
                    <a:pt x="4608806" y="3335105"/>
                  </a:lnTo>
                  <a:lnTo>
                    <a:pt x="4537266" y="3346192"/>
                  </a:lnTo>
                  <a:lnTo>
                    <a:pt x="4478692" y="3354265"/>
                  </a:lnTo>
                  <a:lnTo>
                    <a:pt x="4435174" y="3359631"/>
                  </a:lnTo>
                  <a:lnTo>
                    <a:pt x="4406946" y="3362761"/>
                  </a:lnTo>
                  <a:lnTo>
                    <a:pt x="4392201" y="3364238"/>
                  </a:lnTo>
                  <a:lnTo>
                    <a:pt x="4387257" y="3364688"/>
                  </a:lnTo>
                  <a:lnTo>
                    <a:pt x="4386855" y="3364722"/>
                  </a:lnTo>
                  <a:lnTo>
                    <a:pt x="3848118" y="3364722"/>
                  </a:lnTo>
                  <a:lnTo>
                    <a:pt x="3846888" y="3364658"/>
                  </a:lnTo>
                  <a:lnTo>
                    <a:pt x="3838850" y="3364206"/>
                  </a:lnTo>
                  <a:lnTo>
                    <a:pt x="3818771" y="3362955"/>
                  </a:lnTo>
                  <a:lnTo>
                    <a:pt x="3783342" y="3360500"/>
                  </a:lnTo>
                  <a:lnTo>
                    <a:pt x="3731486" y="3356483"/>
                  </a:lnTo>
                  <a:lnTo>
                    <a:pt x="3664397" y="3350637"/>
                  </a:lnTo>
                  <a:lnTo>
                    <a:pt x="3585141" y="3342815"/>
                  </a:lnTo>
                  <a:lnTo>
                    <a:pt x="3497879" y="3332972"/>
                  </a:lnTo>
                  <a:lnTo>
                    <a:pt x="3406977" y="3321136"/>
                  </a:lnTo>
                  <a:lnTo>
                    <a:pt x="3316282" y="3307355"/>
                  </a:lnTo>
                  <a:lnTo>
                    <a:pt x="3228708" y="3291651"/>
                  </a:lnTo>
                  <a:lnTo>
                    <a:pt x="3146127" y="3273986"/>
                  </a:lnTo>
                  <a:lnTo>
                    <a:pt x="3069474" y="3254242"/>
                  </a:lnTo>
                  <a:lnTo>
                    <a:pt x="2998950" y="3232214"/>
                  </a:lnTo>
                  <a:lnTo>
                    <a:pt x="2934235" y="3207610"/>
                  </a:lnTo>
                  <a:lnTo>
                    <a:pt x="2874682" y="3180062"/>
                  </a:lnTo>
                  <a:lnTo>
                    <a:pt x="2819461" y="3149144"/>
                  </a:lnTo>
                  <a:lnTo>
                    <a:pt x="2767665" y="3114404"/>
                  </a:lnTo>
                  <a:lnTo>
                    <a:pt x="2718393" y="3075432"/>
                  </a:lnTo>
                  <a:lnTo>
                    <a:pt x="2670833" y="3031969"/>
                  </a:lnTo>
                  <a:lnTo>
                    <a:pt x="2667772" y="3028975"/>
                  </a:lnTo>
                  <a:lnTo>
                    <a:pt x="2627597" y="2987539"/>
                  </a:lnTo>
                  <a:lnTo>
                    <a:pt x="2587810" y="2942656"/>
                  </a:lnTo>
                  <a:lnTo>
                    <a:pt x="2548115" y="2894261"/>
                  </a:lnTo>
                  <a:lnTo>
                    <a:pt x="2508290" y="2842361"/>
                  </a:lnTo>
                  <a:lnTo>
                    <a:pt x="2468178" y="2787047"/>
                  </a:lnTo>
                  <a:lnTo>
                    <a:pt x="2427681" y="2728500"/>
                  </a:lnTo>
                  <a:lnTo>
                    <a:pt x="2386753" y="2666993"/>
                  </a:lnTo>
                  <a:lnTo>
                    <a:pt x="2345398" y="2602894"/>
                  </a:lnTo>
                  <a:lnTo>
                    <a:pt x="2303660" y="2536657"/>
                  </a:lnTo>
                  <a:lnTo>
                    <a:pt x="2261617" y="2468810"/>
                  </a:lnTo>
                  <a:lnTo>
                    <a:pt x="2219374" y="2399942"/>
                  </a:lnTo>
                  <a:lnTo>
                    <a:pt x="2177053" y="2330681"/>
                  </a:lnTo>
                  <a:lnTo>
                    <a:pt x="2134782" y="2261669"/>
                  </a:lnTo>
                  <a:lnTo>
                    <a:pt x="2092684" y="2193538"/>
                  </a:lnTo>
                  <a:lnTo>
                    <a:pt x="2050868" y="2126888"/>
                  </a:lnTo>
                  <a:lnTo>
                    <a:pt x="2009421" y="2062263"/>
                  </a:lnTo>
                  <a:lnTo>
                    <a:pt x="1968395" y="2000134"/>
                  </a:lnTo>
                  <a:lnTo>
                    <a:pt x="1927803" y="1940890"/>
                  </a:lnTo>
                  <a:lnTo>
                    <a:pt x="1887610" y="1884825"/>
                  </a:lnTo>
                  <a:lnTo>
                    <a:pt x="1847732" y="1832142"/>
                  </a:lnTo>
                  <a:lnTo>
                    <a:pt x="1808024" y="1782950"/>
                  </a:lnTo>
                  <a:lnTo>
                    <a:pt x="1768281" y="1737276"/>
                  </a:lnTo>
                  <a:lnTo>
                    <a:pt x="1728224" y="1695069"/>
                  </a:lnTo>
                  <a:lnTo>
                    <a:pt x="1719082" y="1685990"/>
                  </a:lnTo>
                  <a:lnTo>
                    <a:pt x="1671609" y="1642232"/>
                  </a:lnTo>
                  <a:lnTo>
                    <a:pt x="1622472" y="1602972"/>
                  </a:lnTo>
                  <a:lnTo>
                    <a:pt x="1570868" y="1567967"/>
                  </a:lnTo>
                  <a:lnTo>
                    <a:pt x="1515898" y="1536813"/>
                  </a:lnTo>
                  <a:lnTo>
                    <a:pt x="1456655" y="1509059"/>
                  </a:lnTo>
                  <a:lnTo>
                    <a:pt x="1392299" y="1484275"/>
                  </a:lnTo>
                  <a:lnTo>
                    <a:pt x="1322168" y="1462089"/>
                  </a:lnTo>
                  <a:lnTo>
                    <a:pt x="1245916" y="1442203"/>
                  </a:lnTo>
                  <a:lnTo>
                    <a:pt x="1163703" y="1424406"/>
                  </a:lnTo>
                  <a:lnTo>
                    <a:pt x="1076408" y="1408576"/>
                  </a:lnTo>
                  <a:lnTo>
                    <a:pt x="985839" y="1394670"/>
                  </a:lnTo>
                  <a:lnTo>
                    <a:pt x="894841" y="1382706"/>
                  </a:lnTo>
                  <a:lnTo>
                    <a:pt x="807211" y="1372732"/>
                  </a:lnTo>
                  <a:lnTo>
                    <a:pt x="727300" y="1364777"/>
                  </a:lnTo>
                  <a:lnTo>
                    <a:pt x="659307" y="1358806"/>
                  </a:lnTo>
                  <a:lnTo>
                    <a:pt x="606396" y="1354676"/>
                  </a:lnTo>
                  <a:lnTo>
                    <a:pt x="569903" y="1352129"/>
                  </a:lnTo>
                  <a:lnTo>
                    <a:pt x="548901" y="1350812"/>
                  </a:lnTo>
                  <a:lnTo>
                    <a:pt x="540218" y="1350321"/>
                  </a:lnTo>
                  <a:lnTo>
                    <a:pt x="538736" y="1350244"/>
                  </a:lnTo>
                  <a:lnTo>
                    <a:pt x="0" y="135024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546595" y="1088018"/>
              <a:ext cx="8234974" cy="3364722"/>
            </a:xfrm>
            <a:custGeom>
              <a:avLst/>
              <a:pathLst>
                <a:path w="8234974" h="3364722">
                  <a:moveTo>
                    <a:pt x="0" y="1350244"/>
                  </a:moveTo>
                  <a:lnTo>
                    <a:pt x="538736" y="1350244"/>
                  </a:lnTo>
                  <a:lnTo>
                    <a:pt x="539967" y="1350307"/>
                  </a:lnTo>
                  <a:lnTo>
                    <a:pt x="548005" y="1350760"/>
                  </a:lnTo>
                  <a:lnTo>
                    <a:pt x="568084" y="1352010"/>
                  </a:lnTo>
                  <a:lnTo>
                    <a:pt x="603512" y="1354465"/>
                  </a:lnTo>
                  <a:lnTo>
                    <a:pt x="655369" y="1358483"/>
                  </a:lnTo>
                  <a:lnTo>
                    <a:pt x="722458" y="1364328"/>
                  </a:lnTo>
                  <a:lnTo>
                    <a:pt x="801713" y="1372151"/>
                  </a:lnTo>
                  <a:lnTo>
                    <a:pt x="888975" y="1381994"/>
                  </a:lnTo>
                  <a:lnTo>
                    <a:pt x="979877" y="1393829"/>
                  </a:lnTo>
                  <a:lnTo>
                    <a:pt x="1070573" y="1407610"/>
                  </a:lnTo>
                  <a:lnTo>
                    <a:pt x="1158147" y="1423314"/>
                  </a:lnTo>
                  <a:lnTo>
                    <a:pt x="1240728" y="1440979"/>
                  </a:lnTo>
                  <a:lnTo>
                    <a:pt x="1317380" y="1460724"/>
                  </a:lnTo>
                  <a:lnTo>
                    <a:pt x="1387905" y="1482752"/>
                  </a:lnTo>
                  <a:lnTo>
                    <a:pt x="1452620" y="1507356"/>
                  </a:lnTo>
                  <a:lnTo>
                    <a:pt x="1512173" y="1534903"/>
                  </a:lnTo>
                  <a:lnTo>
                    <a:pt x="1567393" y="1565822"/>
                  </a:lnTo>
                  <a:lnTo>
                    <a:pt x="1619190" y="1600562"/>
                  </a:lnTo>
                  <a:lnTo>
                    <a:pt x="1668462" y="1639534"/>
                  </a:lnTo>
                  <a:lnTo>
                    <a:pt x="1716022" y="1682997"/>
                  </a:lnTo>
                  <a:lnTo>
                    <a:pt x="1719082" y="1685990"/>
                  </a:lnTo>
                  <a:lnTo>
                    <a:pt x="1759258" y="1727427"/>
                  </a:lnTo>
                  <a:lnTo>
                    <a:pt x="1799045" y="1772309"/>
                  </a:lnTo>
                  <a:lnTo>
                    <a:pt x="1838740" y="1820704"/>
                  </a:lnTo>
                  <a:lnTo>
                    <a:pt x="1878565" y="1872604"/>
                  </a:lnTo>
                  <a:lnTo>
                    <a:pt x="1918677" y="1927918"/>
                  </a:lnTo>
                  <a:lnTo>
                    <a:pt x="1959174" y="1986466"/>
                  </a:lnTo>
                  <a:lnTo>
                    <a:pt x="2000102" y="2047973"/>
                  </a:lnTo>
                  <a:lnTo>
                    <a:pt x="2041457" y="2112072"/>
                  </a:lnTo>
                  <a:lnTo>
                    <a:pt x="2083195" y="2178309"/>
                  </a:lnTo>
                  <a:lnTo>
                    <a:pt x="2125238" y="2246156"/>
                  </a:lnTo>
                  <a:lnTo>
                    <a:pt x="2167481" y="2315023"/>
                  </a:lnTo>
                  <a:lnTo>
                    <a:pt x="2209802" y="2384284"/>
                  </a:lnTo>
                  <a:lnTo>
                    <a:pt x="2252073" y="2453296"/>
                  </a:lnTo>
                  <a:lnTo>
                    <a:pt x="2294171" y="2521427"/>
                  </a:lnTo>
                  <a:lnTo>
                    <a:pt x="2335986" y="2588078"/>
                  </a:lnTo>
                  <a:lnTo>
                    <a:pt x="2377433" y="2652703"/>
                  </a:lnTo>
                  <a:lnTo>
                    <a:pt x="2418459" y="2714831"/>
                  </a:lnTo>
                  <a:lnTo>
                    <a:pt x="2459052" y="2774076"/>
                  </a:lnTo>
                  <a:lnTo>
                    <a:pt x="2499244" y="2830141"/>
                  </a:lnTo>
                  <a:lnTo>
                    <a:pt x="2539123" y="2882824"/>
                  </a:lnTo>
                  <a:lnTo>
                    <a:pt x="2578830" y="2932016"/>
                  </a:lnTo>
                  <a:lnTo>
                    <a:pt x="2618573" y="2977689"/>
                  </a:lnTo>
                  <a:lnTo>
                    <a:pt x="2658630" y="3019896"/>
                  </a:lnTo>
                  <a:lnTo>
                    <a:pt x="2667772" y="3028975"/>
                  </a:lnTo>
                  <a:lnTo>
                    <a:pt x="2715245" y="3072734"/>
                  </a:lnTo>
                  <a:lnTo>
                    <a:pt x="2764382" y="3111993"/>
                  </a:lnTo>
                  <a:lnTo>
                    <a:pt x="2815987" y="3146998"/>
                  </a:lnTo>
                  <a:lnTo>
                    <a:pt x="2870956" y="3178153"/>
                  </a:lnTo>
                  <a:lnTo>
                    <a:pt x="2930199" y="3205907"/>
                  </a:lnTo>
                  <a:lnTo>
                    <a:pt x="2994555" y="3230690"/>
                  </a:lnTo>
                  <a:lnTo>
                    <a:pt x="3064687" y="3252877"/>
                  </a:lnTo>
                  <a:lnTo>
                    <a:pt x="3140939" y="3272763"/>
                  </a:lnTo>
                  <a:lnTo>
                    <a:pt x="3223152" y="3290559"/>
                  </a:lnTo>
                  <a:lnTo>
                    <a:pt x="3310447" y="3306389"/>
                  </a:lnTo>
                  <a:lnTo>
                    <a:pt x="3401016" y="3320296"/>
                  </a:lnTo>
                  <a:lnTo>
                    <a:pt x="3492013" y="3332260"/>
                  </a:lnTo>
                  <a:lnTo>
                    <a:pt x="3579643" y="3342234"/>
                  </a:lnTo>
                  <a:lnTo>
                    <a:pt x="3659555" y="3350188"/>
                  </a:lnTo>
                  <a:lnTo>
                    <a:pt x="3727548" y="3356159"/>
                  </a:lnTo>
                  <a:lnTo>
                    <a:pt x="3780458" y="3360289"/>
                  </a:lnTo>
                  <a:lnTo>
                    <a:pt x="3816951" y="3362836"/>
                  </a:lnTo>
                  <a:lnTo>
                    <a:pt x="3837953" y="3364153"/>
                  </a:lnTo>
                  <a:lnTo>
                    <a:pt x="3846637" y="3364645"/>
                  </a:lnTo>
                  <a:lnTo>
                    <a:pt x="3848118" y="3364722"/>
                  </a:lnTo>
                  <a:lnTo>
                    <a:pt x="3848118" y="3364722"/>
                  </a:lnTo>
                  <a:lnTo>
                    <a:pt x="4386855" y="3364722"/>
                  </a:lnTo>
                  <a:lnTo>
                    <a:pt x="4387977" y="3364625"/>
                  </a:lnTo>
                  <a:lnTo>
                    <a:pt x="4395322" y="3363939"/>
                  </a:lnTo>
                  <a:lnTo>
                    <a:pt x="4413728" y="3362040"/>
                  </a:lnTo>
                  <a:lnTo>
                    <a:pt x="4446355" y="3358309"/>
                  </a:lnTo>
                  <a:lnTo>
                    <a:pt x="4494414" y="3352189"/>
                  </a:lnTo>
                  <a:lnTo>
                    <a:pt x="4557090" y="3343254"/>
                  </a:lnTo>
                  <a:lnTo>
                    <a:pt x="4631834" y="3331247"/>
                  </a:lnTo>
                  <a:lnTo>
                    <a:pt x="4714989" y="3316074"/>
                  </a:lnTo>
                  <a:lnTo>
                    <a:pt x="4802552" y="3297757"/>
                  </a:lnTo>
                  <a:lnTo>
                    <a:pt x="4890846" y="3276370"/>
                  </a:lnTo>
                  <a:lnTo>
                    <a:pt x="4976946" y="3251965"/>
                  </a:lnTo>
                  <a:lnTo>
                    <a:pt x="5058843" y="3224516"/>
                  </a:lnTo>
                  <a:lnTo>
                    <a:pt x="5135404" y="3193893"/>
                  </a:lnTo>
                  <a:lnTo>
                    <a:pt x="5206214" y="3159833"/>
                  </a:lnTo>
                  <a:lnTo>
                    <a:pt x="5271389" y="3121948"/>
                  </a:lnTo>
                  <a:lnTo>
                    <a:pt x="5331404" y="3079729"/>
                  </a:lnTo>
                  <a:lnTo>
                    <a:pt x="5386949" y="3032562"/>
                  </a:lnTo>
                  <a:lnTo>
                    <a:pt x="5438827" y="2979773"/>
                  </a:lnTo>
                  <a:lnTo>
                    <a:pt x="5487869" y="2920688"/>
                  </a:lnTo>
                  <a:lnTo>
                    <a:pt x="5534870" y="2854755"/>
                  </a:lnTo>
                  <a:lnTo>
                    <a:pt x="5567201" y="2803935"/>
                  </a:lnTo>
                  <a:lnTo>
                    <a:pt x="5600250" y="2747484"/>
                  </a:lnTo>
                  <a:lnTo>
                    <a:pt x="5632997" y="2687167"/>
                  </a:lnTo>
                  <a:lnTo>
                    <a:pt x="5665617" y="2622905"/>
                  </a:lnTo>
                  <a:lnTo>
                    <a:pt x="5698252" y="2554673"/>
                  </a:lnTo>
                  <a:lnTo>
                    <a:pt x="5731011" y="2482505"/>
                  </a:lnTo>
                  <a:lnTo>
                    <a:pt x="5763974" y="2406501"/>
                  </a:lnTo>
                  <a:lnTo>
                    <a:pt x="5797194" y="2326831"/>
                  </a:lnTo>
                  <a:lnTo>
                    <a:pt x="5830702" y="2243734"/>
                  </a:lnTo>
                  <a:lnTo>
                    <a:pt x="5864503" y="2157523"/>
                  </a:lnTo>
                  <a:lnTo>
                    <a:pt x="5898585" y="2068577"/>
                  </a:lnTo>
                  <a:lnTo>
                    <a:pt x="5932917" y="1977339"/>
                  </a:lnTo>
                  <a:lnTo>
                    <a:pt x="5967452" y="1884310"/>
                  </a:lnTo>
                  <a:lnTo>
                    <a:pt x="6002133" y="1790031"/>
                  </a:lnTo>
                  <a:lnTo>
                    <a:pt x="6036894" y="1695081"/>
                  </a:lnTo>
                  <a:lnTo>
                    <a:pt x="6071665" y="1600050"/>
                  </a:lnTo>
                  <a:lnTo>
                    <a:pt x="6106374" y="1505534"/>
                  </a:lnTo>
                  <a:lnTo>
                    <a:pt x="6140955" y="1412116"/>
                  </a:lnTo>
                  <a:lnTo>
                    <a:pt x="6175346" y="1320348"/>
                  </a:lnTo>
                  <a:lnTo>
                    <a:pt x="6209498" y="1230743"/>
                  </a:lnTo>
                  <a:lnTo>
                    <a:pt x="6243377" y="1143760"/>
                  </a:lnTo>
                  <a:lnTo>
                    <a:pt x="6276963" y="1059796"/>
                  </a:lnTo>
                  <a:lnTo>
                    <a:pt x="6310258" y="979183"/>
                  </a:lnTo>
                  <a:lnTo>
                    <a:pt x="6343285" y="902179"/>
                  </a:lnTo>
                  <a:lnTo>
                    <a:pt x="6376092" y="828972"/>
                  </a:lnTo>
                  <a:lnTo>
                    <a:pt x="6408751" y="759681"/>
                  </a:lnTo>
                  <a:lnTo>
                    <a:pt x="6441363" y="694357"/>
                  </a:lnTo>
                  <a:lnTo>
                    <a:pt x="6474060" y="632990"/>
                  </a:lnTo>
                  <a:lnTo>
                    <a:pt x="6507009" y="575516"/>
                  </a:lnTo>
                  <a:lnTo>
                    <a:pt x="6515891" y="560787"/>
                  </a:lnTo>
                  <a:lnTo>
                    <a:pt x="6561874" y="489846"/>
                  </a:lnTo>
                  <a:lnTo>
                    <a:pt x="6609397" y="425970"/>
                  </a:lnTo>
                  <a:lnTo>
                    <a:pt x="6659188" y="368802"/>
                  </a:lnTo>
                  <a:lnTo>
                    <a:pt x="6712058" y="317738"/>
                  </a:lnTo>
                  <a:lnTo>
                    <a:pt x="6768838" y="272094"/>
                  </a:lnTo>
                  <a:lnTo>
                    <a:pt x="6830306" y="231208"/>
                  </a:lnTo>
                  <a:lnTo>
                    <a:pt x="6897101" y="194496"/>
                  </a:lnTo>
                  <a:lnTo>
                    <a:pt x="6969610" y="161481"/>
                  </a:lnTo>
                  <a:lnTo>
                    <a:pt x="7047812" y="131812"/>
                  </a:lnTo>
                  <a:lnTo>
                    <a:pt x="7131100" y="105267"/>
                  </a:lnTo>
                  <a:lnTo>
                    <a:pt x="7218095" y="81748"/>
                  </a:lnTo>
                  <a:lnTo>
                    <a:pt x="7306516" y="61256"/>
                  </a:lnTo>
                  <a:lnTo>
                    <a:pt x="7393190" y="43857"/>
                  </a:lnTo>
                  <a:lnTo>
                    <a:pt x="7474286" y="29616"/>
                  </a:lnTo>
                  <a:lnTo>
                    <a:pt x="7545826" y="18529"/>
                  </a:lnTo>
                  <a:lnTo>
                    <a:pt x="7604401" y="10456"/>
                  </a:lnTo>
                  <a:lnTo>
                    <a:pt x="7647918" y="5090"/>
                  </a:lnTo>
                  <a:lnTo>
                    <a:pt x="7676147" y="1960"/>
                  </a:lnTo>
                  <a:lnTo>
                    <a:pt x="7690891" y="483"/>
                  </a:lnTo>
                  <a:lnTo>
                    <a:pt x="7695836" y="3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546595" y="1082573"/>
              <a:ext cx="8234974" cy="3364722"/>
            </a:xfrm>
            <a:custGeom>
              <a:avLst/>
              <a:pathLst>
                <a:path w="8234974" h="3364722">
                  <a:moveTo>
                    <a:pt x="8234974" y="0"/>
                  </a:moveTo>
                  <a:lnTo>
                    <a:pt x="7696237" y="0"/>
                  </a:lnTo>
                  <a:lnTo>
                    <a:pt x="7695116" y="96"/>
                  </a:lnTo>
                  <a:lnTo>
                    <a:pt x="7687771" y="782"/>
                  </a:lnTo>
                  <a:lnTo>
                    <a:pt x="7669365" y="2681"/>
                  </a:lnTo>
                  <a:lnTo>
                    <a:pt x="7636738" y="6412"/>
                  </a:lnTo>
                  <a:lnTo>
                    <a:pt x="7588679" y="12532"/>
                  </a:lnTo>
                  <a:lnTo>
                    <a:pt x="7526003" y="21467"/>
                  </a:lnTo>
                  <a:lnTo>
                    <a:pt x="7451259" y="33474"/>
                  </a:lnTo>
                  <a:lnTo>
                    <a:pt x="7368104" y="48647"/>
                  </a:lnTo>
                  <a:lnTo>
                    <a:pt x="7280540" y="66964"/>
                  </a:lnTo>
                  <a:lnTo>
                    <a:pt x="7192247" y="88351"/>
                  </a:lnTo>
                  <a:lnTo>
                    <a:pt x="7106147" y="112757"/>
                  </a:lnTo>
                  <a:lnTo>
                    <a:pt x="7024249" y="140205"/>
                  </a:lnTo>
                  <a:lnTo>
                    <a:pt x="6947688" y="170829"/>
                  </a:lnTo>
                  <a:lnTo>
                    <a:pt x="6876879" y="204888"/>
                  </a:lnTo>
                  <a:lnTo>
                    <a:pt x="6811704" y="242773"/>
                  </a:lnTo>
                  <a:lnTo>
                    <a:pt x="6751689" y="284993"/>
                  </a:lnTo>
                  <a:lnTo>
                    <a:pt x="6696143" y="332159"/>
                  </a:lnTo>
                  <a:lnTo>
                    <a:pt x="6644265" y="384948"/>
                  </a:lnTo>
                  <a:lnTo>
                    <a:pt x="6595223" y="444033"/>
                  </a:lnTo>
                  <a:lnTo>
                    <a:pt x="6548222" y="509966"/>
                  </a:lnTo>
                  <a:lnTo>
                    <a:pt x="6515891" y="560787"/>
                  </a:lnTo>
                  <a:lnTo>
                    <a:pt x="6482842" y="617237"/>
                  </a:lnTo>
                  <a:lnTo>
                    <a:pt x="6450096" y="677554"/>
                  </a:lnTo>
                  <a:lnTo>
                    <a:pt x="6417475" y="741816"/>
                  </a:lnTo>
                  <a:lnTo>
                    <a:pt x="6384840" y="810048"/>
                  </a:lnTo>
                  <a:lnTo>
                    <a:pt x="6352081" y="882216"/>
                  </a:lnTo>
                  <a:lnTo>
                    <a:pt x="6319118" y="958220"/>
                  </a:lnTo>
                  <a:lnTo>
                    <a:pt x="6285898" y="1037890"/>
                  </a:lnTo>
                  <a:lnTo>
                    <a:pt x="6252391" y="1120987"/>
                  </a:lnTo>
                  <a:lnTo>
                    <a:pt x="6218589" y="1207198"/>
                  </a:lnTo>
                  <a:lnTo>
                    <a:pt x="6184507" y="1296145"/>
                  </a:lnTo>
                  <a:lnTo>
                    <a:pt x="6150176" y="1387382"/>
                  </a:lnTo>
                  <a:lnTo>
                    <a:pt x="6115641" y="1480412"/>
                  </a:lnTo>
                  <a:lnTo>
                    <a:pt x="6080959" y="1574690"/>
                  </a:lnTo>
                  <a:lnTo>
                    <a:pt x="6046198" y="1669641"/>
                  </a:lnTo>
                  <a:lnTo>
                    <a:pt x="6011428" y="1764671"/>
                  </a:lnTo>
                  <a:lnTo>
                    <a:pt x="5976718" y="1859187"/>
                  </a:lnTo>
                  <a:lnTo>
                    <a:pt x="5942138" y="1952605"/>
                  </a:lnTo>
                  <a:lnTo>
                    <a:pt x="5907747" y="2044373"/>
                  </a:lnTo>
                  <a:lnTo>
                    <a:pt x="5873594" y="2133978"/>
                  </a:lnTo>
                  <a:lnTo>
                    <a:pt x="5839716" y="2220961"/>
                  </a:lnTo>
                  <a:lnTo>
                    <a:pt x="5806130" y="2304925"/>
                  </a:lnTo>
                  <a:lnTo>
                    <a:pt x="5772834" y="2385538"/>
                  </a:lnTo>
                  <a:lnTo>
                    <a:pt x="5739807" y="2462542"/>
                  </a:lnTo>
                  <a:lnTo>
                    <a:pt x="5707000" y="2535749"/>
                  </a:lnTo>
                  <a:lnTo>
                    <a:pt x="5674341" y="2605040"/>
                  </a:lnTo>
                  <a:lnTo>
                    <a:pt x="5641729" y="2670364"/>
                  </a:lnTo>
                  <a:lnTo>
                    <a:pt x="5609032" y="2731731"/>
                  </a:lnTo>
                  <a:lnTo>
                    <a:pt x="5576084" y="2789205"/>
                  </a:lnTo>
                  <a:lnTo>
                    <a:pt x="5567201" y="2803935"/>
                  </a:lnTo>
                  <a:lnTo>
                    <a:pt x="5521218" y="2874875"/>
                  </a:lnTo>
                  <a:lnTo>
                    <a:pt x="5473695" y="2938752"/>
                  </a:lnTo>
                  <a:lnTo>
                    <a:pt x="5423905" y="2995919"/>
                  </a:lnTo>
                  <a:lnTo>
                    <a:pt x="5371035" y="3046984"/>
                  </a:lnTo>
                  <a:lnTo>
                    <a:pt x="5314255" y="3092627"/>
                  </a:lnTo>
                  <a:lnTo>
                    <a:pt x="5252787" y="3133513"/>
                  </a:lnTo>
                  <a:lnTo>
                    <a:pt x="5185991" y="3170225"/>
                  </a:lnTo>
                  <a:lnTo>
                    <a:pt x="5113483" y="3203240"/>
                  </a:lnTo>
                  <a:lnTo>
                    <a:pt x="5035281" y="3232909"/>
                  </a:lnTo>
                  <a:lnTo>
                    <a:pt x="4951993" y="3259454"/>
                  </a:lnTo>
                  <a:lnTo>
                    <a:pt x="4864998" y="3282974"/>
                  </a:lnTo>
                  <a:lnTo>
                    <a:pt x="4776576" y="3303465"/>
                  </a:lnTo>
                  <a:lnTo>
                    <a:pt x="4689902" y="3320864"/>
                  </a:lnTo>
                  <a:lnTo>
                    <a:pt x="4608806" y="3335105"/>
                  </a:lnTo>
                  <a:lnTo>
                    <a:pt x="4537266" y="3346192"/>
                  </a:lnTo>
                  <a:lnTo>
                    <a:pt x="4478692" y="3354265"/>
                  </a:lnTo>
                  <a:lnTo>
                    <a:pt x="4435174" y="3359631"/>
                  </a:lnTo>
                  <a:lnTo>
                    <a:pt x="4406946" y="3362761"/>
                  </a:lnTo>
                  <a:lnTo>
                    <a:pt x="4392201" y="3364238"/>
                  </a:lnTo>
                  <a:lnTo>
                    <a:pt x="4387257" y="3364688"/>
                  </a:lnTo>
                  <a:lnTo>
                    <a:pt x="4386855" y="3364722"/>
                  </a:lnTo>
                  <a:lnTo>
                    <a:pt x="3848118" y="3364722"/>
                  </a:lnTo>
                  <a:lnTo>
                    <a:pt x="3846888" y="3364658"/>
                  </a:lnTo>
                  <a:lnTo>
                    <a:pt x="3838850" y="3364206"/>
                  </a:lnTo>
                  <a:lnTo>
                    <a:pt x="3818771" y="3362955"/>
                  </a:lnTo>
                  <a:lnTo>
                    <a:pt x="3783342" y="3360500"/>
                  </a:lnTo>
                  <a:lnTo>
                    <a:pt x="3731486" y="3356483"/>
                  </a:lnTo>
                  <a:lnTo>
                    <a:pt x="3664397" y="3350637"/>
                  </a:lnTo>
                  <a:lnTo>
                    <a:pt x="3585141" y="3342815"/>
                  </a:lnTo>
                  <a:lnTo>
                    <a:pt x="3497879" y="3332972"/>
                  </a:lnTo>
                  <a:lnTo>
                    <a:pt x="3406977" y="3321136"/>
                  </a:lnTo>
                  <a:lnTo>
                    <a:pt x="3316282" y="3307355"/>
                  </a:lnTo>
                  <a:lnTo>
                    <a:pt x="3228708" y="3291651"/>
                  </a:lnTo>
                  <a:lnTo>
                    <a:pt x="3146127" y="3273986"/>
                  </a:lnTo>
                  <a:lnTo>
                    <a:pt x="3069474" y="3254242"/>
                  </a:lnTo>
                  <a:lnTo>
                    <a:pt x="2998950" y="3232214"/>
                  </a:lnTo>
                  <a:lnTo>
                    <a:pt x="2934235" y="3207610"/>
                  </a:lnTo>
                  <a:lnTo>
                    <a:pt x="2874682" y="3180062"/>
                  </a:lnTo>
                  <a:lnTo>
                    <a:pt x="2819461" y="3149144"/>
                  </a:lnTo>
                  <a:lnTo>
                    <a:pt x="2767665" y="3114404"/>
                  </a:lnTo>
                  <a:lnTo>
                    <a:pt x="2718393" y="3075432"/>
                  </a:lnTo>
                  <a:lnTo>
                    <a:pt x="2670833" y="3031969"/>
                  </a:lnTo>
                  <a:lnTo>
                    <a:pt x="2667772" y="3028975"/>
                  </a:lnTo>
                  <a:lnTo>
                    <a:pt x="2627597" y="2987539"/>
                  </a:lnTo>
                  <a:lnTo>
                    <a:pt x="2587810" y="2942656"/>
                  </a:lnTo>
                  <a:lnTo>
                    <a:pt x="2548115" y="2894261"/>
                  </a:lnTo>
                  <a:lnTo>
                    <a:pt x="2508290" y="2842361"/>
                  </a:lnTo>
                  <a:lnTo>
                    <a:pt x="2468178" y="2787047"/>
                  </a:lnTo>
                  <a:lnTo>
                    <a:pt x="2427681" y="2728500"/>
                  </a:lnTo>
                  <a:lnTo>
                    <a:pt x="2386753" y="2666993"/>
                  </a:lnTo>
                  <a:lnTo>
                    <a:pt x="2345398" y="2602894"/>
                  </a:lnTo>
                  <a:lnTo>
                    <a:pt x="2303660" y="2536657"/>
                  </a:lnTo>
                  <a:lnTo>
                    <a:pt x="2261617" y="2468810"/>
                  </a:lnTo>
                  <a:lnTo>
                    <a:pt x="2219374" y="2399942"/>
                  </a:lnTo>
                  <a:lnTo>
                    <a:pt x="2177053" y="2330681"/>
                  </a:lnTo>
                  <a:lnTo>
                    <a:pt x="2134782" y="2261669"/>
                  </a:lnTo>
                  <a:lnTo>
                    <a:pt x="2092684" y="2193538"/>
                  </a:lnTo>
                  <a:lnTo>
                    <a:pt x="2050868" y="2126888"/>
                  </a:lnTo>
                  <a:lnTo>
                    <a:pt x="2009421" y="2062263"/>
                  </a:lnTo>
                  <a:lnTo>
                    <a:pt x="1968395" y="2000134"/>
                  </a:lnTo>
                  <a:lnTo>
                    <a:pt x="1927803" y="1940890"/>
                  </a:lnTo>
                  <a:lnTo>
                    <a:pt x="1887610" y="1884825"/>
                  </a:lnTo>
                  <a:lnTo>
                    <a:pt x="1847732" y="1832142"/>
                  </a:lnTo>
                  <a:lnTo>
                    <a:pt x="1808024" y="1782950"/>
                  </a:lnTo>
                  <a:lnTo>
                    <a:pt x="1768281" y="1737276"/>
                  </a:lnTo>
                  <a:lnTo>
                    <a:pt x="1728224" y="1695069"/>
                  </a:lnTo>
                  <a:lnTo>
                    <a:pt x="1719082" y="1685990"/>
                  </a:lnTo>
                  <a:lnTo>
                    <a:pt x="1671609" y="1642232"/>
                  </a:lnTo>
                  <a:lnTo>
                    <a:pt x="1622472" y="1602972"/>
                  </a:lnTo>
                  <a:lnTo>
                    <a:pt x="1570868" y="1567967"/>
                  </a:lnTo>
                  <a:lnTo>
                    <a:pt x="1515898" y="1536813"/>
                  </a:lnTo>
                  <a:lnTo>
                    <a:pt x="1456655" y="1509059"/>
                  </a:lnTo>
                  <a:lnTo>
                    <a:pt x="1392299" y="1484275"/>
                  </a:lnTo>
                  <a:lnTo>
                    <a:pt x="1322168" y="1462089"/>
                  </a:lnTo>
                  <a:lnTo>
                    <a:pt x="1245916" y="1442203"/>
                  </a:lnTo>
                  <a:lnTo>
                    <a:pt x="1163703" y="1424406"/>
                  </a:lnTo>
                  <a:lnTo>
                    <a:pt x="1076408" y="1408576"/>
                  </a:lnTo>
                  <a:lnTo>
                    <a:pt x="985839" y="1394670"/>
                  </a:lnTo>
                  <a:lnTo>
                    <a:pt x="894841" y="1382706"/>
                  </a:lnTo>
                  <a:lnTo>
                    <a:pt x="807211" y="1372732"/>
                  </a:lnTo>
                  <a:lnTo>
                    <a:pt x="727300" y="1364777"/>
                  </a:lnTo>
                  <a:lnTo>
                    <a:pt x="659307" y="1358806"/>
                  </a:lnTo>
                  <a:lnTo>
                    <a:pt x="606396" y="1354676"/>
                  </a:lnTo>
                  <a:lnTo>
                    <a:pt x="569903" y="1352129"/>
                  </a:lnTo>
                  <a:lnTo>
                    <a:pt x="548901" y="1350812"/>
                  </a:lnTo>
                  <a:lnTo>
                    <a:pt x="540218" y="1350321"/>
                  </a:lnTo>
                  <a:lnTo>
                    <a:pt x="538737" y="1350244"/>
                  </a:lnTo>
                  <a:lnTo>
                    <a:pt x="538736" y="1350244"/>
                  </a:lnTo>
                  <a:lnTo>
                    <a:pt x="0" y="1350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" name="pg197"/>
            <p:cNvSpPr/>
            <p:nvPr/>
          </p:nvSpPr>
          <p:spPr>
            <a:xfrm>
              <a:off x="546595" y="1284021"/>
              <a:ext cx="8234974" cy="3174163"/>
            </a:xfrm>
            <a:custGeom>
              <a:avLst/>
              <a:pathLst>
                <a:path w="8234974" h="3174163">
                  <a:moveTo>
                    <a:pt x="0" y="1159685"/>
                  </a:moveTo>
                  <a:lnTo>
                    <a:pt x="538736" y="1159685"/>
                  </a:lnTo>
                  <a:lnTo>
                    <a:pt x="539967" y="1159749"/>
                  </a:lnTo>
                  <a:lnTo>
                    <a:pt x="548005" y="1160201"/>
                  </a:lnTo>
                  <a:lnTo>
                    <a:pt x="568084" y="1161452"/>
                  </a:lnTo>
                  <a:lnTo>
                    <a:pt x="603512" y="1163907"/>
                  </a:lnTo>
                  <a:lnTo>
                    <a:pt x="655369" y="1167924"/>
                  </a:lnTo>
                  <a:lnTo>
                    <a:pt x="722458" y="1173770"/>
                  </a:lnTo>
                  <a:lnTo>
                    <a:pt x="801713" y="1181592"/>
                  </a:lnTo>
                  <a:lnTo>
                    <a:pt x="888975" y="1191435"/>
                  </a:lnTo>
                  <a:lnTo>
                    <a:pt x="979877" y="1203271"/>
                  </a:lnTo>
                  <a:lnTo>
                    <a:pt x="1070573" y="1217051"/>
                  </a:lnTo>
                  <a:lnTo>
                    <a:pt x="1158147" y="1232756"/>
                  </a:lnTo>
                  <a:lnTo>
                    <a:pt x="1240728" y="1250421"/>
                  </a:lnTo>
                  <a:lnTo>
                    <a:pt x="1317380" y="1270165"/>
                  </a:lnTo>
                  <a:lnTo>
                    <a:pt x="1387905" y="1292193"/>
                  </a:lnTo>
                  <a:lnTo>
                    <a:pt x="1452620" y="1316797"/>
                  </a:lnTo>
                  <a:lnTo>
                    <a:pt x="1512173" y="1344344"/>
                  </a:lnTo>
                  <a:lnTo>
                    <a:pt x="1567393" y="1375263"/>
                  </a:lnTo>
                  <a:lnTo>
                    <a:pt x="1619190" y="1410003"/>
                  </a:lnTo>
                  <a:lnTo>
                    <a:pt x="1668462" y="1448975"/>
                  </a:lnTo>
                  <a:lnTo>
                    <a:pt x="1716022" y="1492438"/>
                  </a:lnTo>
                  <a:lnTo>
                    <a:pt x="1719082" y="1495432"/>
                  </a:lnTo>
                  <a:lnTo>
                    <a:pt x="1759258" y="1536868"/>
                  </a:lnTo>
                  <a:lnTo>
                    <a:pt x="1799045" y="1581751"/>
                  </a:lnTo>
                  <a:lnTo>
                    <a:pt x="1838740" y="1630146"/>
                  </a:lnTo>
                  <a:lnTo>
                    <a:pt x="1878565" y="1682046"/>
                  </a:lnTo>
                  <a:lnTo>
                    <a:pt x="1918677" y="1737360"/>
                  </a:lnTo>
                  <a:lnTo>
                    <a:pt x="1959174" y="1795907"/>
                  </a:lnTo>
                  <a:lnTo>
                    <a:pt x="2000102" y="1857414"/>
                  </a:lnTo>
                  <a:lnTo>
                    <a:pt x="2041457" y="1921513"/>
                  </a:lnTo>
                  <a:lnTo>
                    <a:pt x="2083195" y="1987750"/>
                  </a:lnTo>
                  <a:lnTo>
                    <a:pt x="2125238" y="2055597"/>
                  </a:lnTo>
                  <a:lnTo>
                    <a:pt x="2167481" y="2124464"/>
                  </a:lnTo>
                  <a:lnTo>
                    <a:pt x="2209802" y="2193725"/>
                  </a:lnTo>
                  <a:lnTo>
                    <a:pt x="2252073" y="2262738"/>
                  </a:lnTo>
                  <a:lnTo>
                    <a:pt x="2294171" y="2330869"/>
                  </a:lnTo>
                  <a:lnTo>
                    <a:pt x="2335986" y="2397519"/>
                  </a:lnTo>
                  <a:lnTo>
                    <a:pt x="2377433" y="2462144"/>
                  </a:lnTo>
                  <a:lnTo>
                    <a:pt x="2418459" y="2524273"/>
                  </a:lnTo>
                  <a:lnTo>
                    <a:pt x="2459052" y="2583517"/>
                  </a:lnTo>
                  <a:lnTo>
                    <a:pt x="2499244" y="2639582"/>
                  </a:lnTo>
                  <a:lnTo>
                    <a:pt x="2539123" y="2692265"/>
                  </a:lnTo>
                  <a:lnTo>
                    <a:pt x="2578830" y="2741457"/>
                  </a:lnTo>
                  <a:lnTo>
                    <a:pt x="2618573" y="2787131"/>
                  </a:lnTo>
                  <a:lnTo>
                    <a:pt x="2658630" y="2829338"/>
                  </a:lnTo>
                  <a:lnTo>
                    <a:pt x="2667772" y="2838417"/>
                  </a:lnTo>
                  <a:lnTo>
                    <a:pt x="2715245" y="2882175"/>
                  </a:lnTo>
                  <a:lnTo>
                    <a:pt x="2764382" y="2921435"/>
                  </a:lnTo>
                  <a:lnTo>
                    <a:pt x="2815987" y="2956440"/>
                  </a:lnTo>
                  <a:lnTo>
                    <a:pt x="2870956" y="2987594"/>
                  </a:lnTo>
                  <a:lnTo>
                    <a:pt x="2930199" y="3015348"/>
                  </a:lnTo>
                  <a:lnTo>
                    <a:pt x="2994555" y="3040132"/>
                  </a:lnTo>
                  <a:lnTo>
                    <a:pt x="3064687" y="3062318"/>
                  </a:lnTo>
                  <a:lnTo>
                    <a:pt x="3140939" y="3082204"/>
                  </a:lnTo>
                  <a:lnTo>
                    <a:pt x="3223152" y="3100001"/>
                  </a:lnTo>
                  <a:lnTo>
                    <a:pt x="3310447" y="3115831"/>
                  </a:lnTo>
                  <a:lnTo>
                    <a:pt x="3401016" y="3129737"/>
                  </a:lnTo>
                  <a:lnTo>
                    <a:pt x="3492013" y="3141701"/>
                  </a:lnTo>
                  <a:lnTo>
                    <a:pt x="3579643" y="3151675"/>
                  </a:lnTo>
                  <a:lnTo>
                    <a:pt x="3659555" y="3159629"/>
                  </a:lnTo>
                  <a:lnTo>
                    <a:pt x="3727548" y="3165600"/>
                  </a:lnTo>
                  <a:lnTo>
                    <a:pt x="3780458" y="3169730"/>
                  </a:lnTo>
                  <a:lnTo>
                    <a:pt x="3816951" y="3172277"/>
                  </a:lnTo>
                  <a:lnTo>
                    <a:pt x="3837953" y="3173595"/>
                  </a:lnTo>
                  <a:lnTo>
                    <a:pt x="3846637" y="3174086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88" y="3168655"/>
                  </a:lnTo>
                  <a:lnTo>
                    <a:pt x="3838850" y="3168203"/>
                  </a:lnTo>
                  <a:lnTo>
                    <a:pt x="3818771" y="3166952"/>
                  </a:lnTo>
                  <a:lnTo>
                    <a:pt x="3783342" y="3164497"/>
                  </a:lnTo>
                  <a:lnTo>
                    <a:pt x="3731486" y="3160479"/>
                  </a:lnTo>
                  <a:lnTo>
                    <a:pt x="3664397" y="3154634"/>
                  </a:lnTo>
                  <a:lnTo>
                    <a:pt x="3585141" y="3146812"/>
                  </a:lnTo>
                  <a:lnTo>
                    <a:pt x="3497879" y="3136969"/>
                  </a:lnTo>
                  <a:lnTo>
                    <a:pt x="3406977" y="3125133"/>
                  </a:lnTo>
                  <a:lnTo>
                    <a:pt x="3316282" y="3111352"/>
                  </a:lnTo>
                  <a:lnTo>
                    <a:pt x="3228708" y="3095648"/>
                  </a:lnTo>
                  <a:lnTo>
                    <a:pt x="3146127" y="3077983"/>
                  </a:lnTo>
                  <a:lnTo>
                    <a:pt x="3069474" y="3058239"/>
                  </a:lnTo>
                  <a:lnTo>
                    <a:pt x="2998950" y="3036210"/>
                  </a:lnTo>
                  <a:lnTo>
                    <a:pt x="2934235" y="3011607"/>
                  </a:lnTo>
                  <a:lnTo>
                    <a:pt x="2874682" y="2984059"/>
                  </a:lnTo>
                  <a:lnTo>
                    <a:pt x="2819461" y="2953141"/>
                  </a:lnTo>
                  <a:lnTo>
                    <a:pt x="2767665" y="2918400"/>
                  </a:lnTo>
                  <a:lnTo>
                    <a:pt x="2718393" y="2879428"/>
                  </a:lnTo>
                  <a:lnTo>
                    <a:pt x="2670833" y="2835965"/>
                  </a:lnTo>
                  <a:lnTo>
                    <a:pt x="2667772" y="2832972"/>
                  </a:lnTo>
                  <a:lnTo>
                    <a:pt x="2627597" y="2791535"/>
                  </a:lnTo>
                  <a:lnTo>
                    <a:pt x="2587810" y="2746653"/>
                  </a:lnTo>
                  <a:lnTo>
                    <a:pt x="2548115" y="2698258"/>
                  </a:lnTo>
                  <a:lnTo>
                    <a:pt x="2508290" y="2646358"/>
                  </a:lnTo>
                  <a:lnTo>
                    <a:pt x="2468178" y="2591044"/>
                  </a:lnTo>
                  <a:lnTo>
                    <a:pt x="2427681" y="2532496"/>
                  </a:lnTo>
                  <a:lnTo>
                    <a:pt x="2386753" y="2470990"/>
                  </a:lnTo>
                  <a:lnTo>
                    <a:pt x="2345398" y="2406891"/>
                  </a:lnTo>
                  <a:lnTo>
                    <a:pt x="2303660" y="2340653"/>
                  </a:lnTo>
                  <a:lnTo>
                    <a:pt x="2261617" y="2272807"/>
                  </a:lnTo>
                  <a:lnTo>
                    <a:pt x="2219374" y="2203939"/>
                  </a:lnTo>
                  <a:lnTo>
                    <a:pt x="2177053" y="2134678"/>
                  </a:lnTo>
                  <a:lnTo>
                    <a:pt x="2134782" y="2065666"/>
                  </a:lnTo>
                  <a:lnTo>
                    <a:pt x="2092684" y="1997535"/>
                  </a:lnTo>
                  <a:lnTo>
                    <a:pt x="2050868" y="1930885"/>
                  </a:lnTo>
                  <a:lnTo>
                    <a:pt x="2009421" y="1866259"/>
                  </a:lnTo>
                  <a:lnTo>
                    <a:pt x="1968395" y="1804131"/>
                  </a:lnTo>
                  <a:lnTo>
                    <a:pt x="1927803" y="1744887"/>
                  </a:lnTo>
                  <a:lnTo>
                    <a:pt x="1887610" y="1688822"/>
                  </a:lnTo>
                  <a:lnTo>
                    <a:pt x="1847732" y="1636138"/>
                  </a:lnTo>
                  <a:lnTo>
                    <a:pt x="1808024" y="1586947"/>
                  </a:lnTo>
                  <a:lnTo>
                    <a:pt x="1768281" y="1541273"/>
                  </a:lnTo>
                  <a:lnTo>
                    <a:pt x="1728224" y="1499066"/>
                  </a:lnTo>
                  <a:lnTo>
                    <a:pt x="1719082" y="1489987"/>
                  </a:lnTo>
                  <a:lnTo>
                    <a:pt x="1671609" y="1446229"/>
                  </a:lnTo>
                  <a:lnTo>
                    <a:pt x="1622472" y="1406969"/>
                  </a:lnTo>
                  <a:lnTo>
                    <a:pt x="1570868" y="1371964"/>
                  </a:lnTo>
                  <a:lnTo>
                    <a:pt x="1515898" y="1340810"/>
                  </a:lnTo>
                  <a:lnTo>
                    <a:pt x="1456655" y="1313056"/>
                  </a:lnTo>
                  <a:lnTo>
                    <a:pt x="1392299" y="1288272"/>
                  </a:lnTo>
                  <a:lnTo>
                    <a:pt x="1322168" y="1266086"/>
                  </a:lnTo>
                  <a:lnTo>
                    <a:pt x="1245916" y="1246199"/>
                  </a:lnTo>
                  <a:lnTo>
                    <a:pt x="1163703" y="1228403"/>
                  </a:lnTo>
                  <a:lnTo>
                    <a:pt x="1076408" y="1212573"/>
                  </a:lnTo>
                  <a:lnTo>
                    <a:pt x="985839" y="1198666"/>
                  </a:lnTo>
                  <a:lnTo>
                    <a:pt x="894841" y="1186702"/>
                  </a:lnTo>
                  <a:lnTo>
                    <a:pt x="807211" y="1176728"/>
                  </a:lnTo>
                  <a:lnTo>
                    <a:pt x="727300" y="1168774"/>
                  </a:lnTo>
                  <a:lnTo>
                    <a:pt x="659307" y="1162803"/>
                  </a:lnTo>
                  <a:lnTo>
                    <a:pt x="606396" y="1158673"/>
                  </a:lnTo>
                  <a:lnTo>
                    <a:pt x="569903" y="1156126"/>
                  </a:lnTo>
                  <a:lnTo>
                    <a:pt x="548901" y="1154809"/>
                  </a:lnTo>
                  <a:lnTo>
                    <a:pt x="540218" y="1154317"/>
                  </a:lnTo>
                  <a:lnTo>
                    <a:pt x="538736" y="1154241"/>
                  </a:lnTo>
                  <a:lnTo>
                    <a:pt x="0" y="115424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546595" y="1289466"/>
              <a:ext cx="8234974" cy="3168718"/>
            </a:xfrm>
            <a:custGeom>
              <a:avLst/>
              <a:pathLst>
                <a:path w="8234974" h="3168718">
                  <a:moveTo>
                    <a:pt x="0" y="1154241"/>
                  </a:moveTo>
                  <a:lnTo>
                    <a:pt x="538736" y="1154241"/>
                  </a:lnTo>
                  <a:lnTo>
                    <a:pt x="539967" y="1154304"/>
                  </a:lnTo>
                  <a:lnTo>
                    <a:pt x="548005" y="1154756"/>
                  </a:lnTo>
                  <a:lnTo>
                    <a:pt x="568084" y="1156007"/>
                  </a:lnTo>
                  <a:lnTo>
                    <a:pt x="603512" y="1158462"/>
                  </a:lnTo>
                  <a:lnTo>
                    <a:pt x="655369" y="1162480"/>
                  </a:lnTo>
                  <a:lnTo>
                    <a:pt x="722458" y="1168325"/>
                  </a:lnTo>
                  <a:lnTo>
                    <a:pt x="801713" y="1176148"/>
                  </a:lnTo>
                  <a:lnTo>
                    <a:pt x="888975" y="1185990"/>
                  </a:lnTo>
                  <a:lnTo>
                    <a:pt x="979877" y="1197826"/>
                  </a:lnTo>
                  <a:lnTo>
                    <a:pt x="1070573" y="1211607"/>
                  </a:lnTo>
                  <a:lnTo>
                    <a:pt x="1158147" y="1227311"/>
                  </a:lnTo>
                  <a:lnTo>
                    <a:pt x="1240728" y="1244976"/>
                  </a:lnTo>
                  <a:lnTo>
                    <a:pt x="1317380" y="1264720"/>
                  </a:lnTo>
                  <a:lnTo>
                    <a:pt x="1387905" y="1286749"/>
                  </a:lnTo>
                  <a:lnTo>
                    <a:pt x="1452620" y="1311352"/>
                  </a:lnTo>
                  <a:lnTo>
                    <a:pt x="1512173" y="1338900"/>
                  </a:lnTo>
                  <a:lnTo>
                    <a:pt x="1567393" y="1369819"/>
                  </a:lnTo>
                  <a:lnTo>
                    <a:pt x="1619190" y="1404559"/>
                  </a:lnTo>
                  <a:lnTo>
                    <a:pt x="1668462" y="1443531"/>
                  </a:lnTo>
                  <a:lnTo>
                    <a:pt x="1716022" y="1486994"/>
                  </a:lnTo>
                  <a:lnTo>
                    <a:pt x="1719082" y="1489987"/>
                  </a:lnTo>
                  <a:lnTo>
                    <a:pt x="1759258" y="1531424"/>
                  </a:lnTo>
                  <a:lnTo>
                    <a:pt x="1799045" y="1576306"/>
                  </a:lnTo>
                  <a:lnTo>
                    <a:pt x="1838740" y="1624701"/>
                  </a:lnTo>
                  <a:lnTo>
                    <a:pt x="1878565" y="1676601"/>
                  </a:lnTo>
                  <a:lnTo>
                    <a:pt x="1918677" y="1731915"/>
                  </a:lnTo>
                  <a:lnTo>
                    <a:pt x="1959174" y="1790463"/>
                  </a:lnTo>
                  <a:lnTo>
                    <a:pt x="2000102" y="1851969"/>
                  </a:lnTo>
                  <a:lnTo>
                    <a:pt x="2041457" y="1916068"/>
                  </a:lnTo>
                  <a:lnTo>
                    <a:pt x="2083195" y="1982306"/>
                  </a:lnTo>
                  <a:lnTo>
                    <a:pt x="2125238" y="2050153"/>
                  </a:lnTo>
                  <a:lnTo>
                    <a:pt x="2167481" y="2119020"/>
                  </a:lnTo>
                  <a:lnTo>
                    <a:pt x="2209802" y="2188281"/>
                  </a:lnTo>
                  <a:lnTo>
                    <a:pt x="2252073" y="2257293"/>
                  </a:lnTo>
                  <a:lnTo>
                    <a:pt x="2294171" y="2325424"/>
                  </a:lnTo>
                  <a:lnTo>
                    <a:pt x="2335986" y="2392074"/>
                  </a:lnTo>
                  <a:lnTo>
                    <a:pt x="2377433" y="2456700"/>
                  </a:lnTo>
                  <a:lnTo>
                    <a:pt x="2418459" y="2518828"/>
                  </a:lnTo>
                  <a:lnTo>
                    <a:pt x="2459052" y="2578073"/>
                  </a:lnTo>
                  <a:lnTo>
                    <a:pt x="2499244" y="2634137"/>
                  </a:lnTo>
                  <a:lnTo>
                    <a:pt x="2539123" y="2686821"/>
                  </a:lnTo>
                  <a:lnTo>
                    <a:pt x="2578830" y="2736012"/>
                  </a:lnTo>
                  <a:lnTo>
                    <a:pt x="2618573" y="2781686"/>
                  </a:lnTo>
                  <a:lnTo>
                    <a:pt x="2658630" y="2823893"/>
                  </a:lnTo>
                  <a:lnTo>
                    <a:pt x="2667772" y="2832972"/>
                  </a:lnTo>
                  <a:lnTo>
                    <a:pt x="2715245" y="2876731"/>
                  </a:lnTo>
                  <a:lnTo>
                    <a:pt x="2764382" y="2915990"/>
                  </a:lnTo>
                  <a:lnTo>
                    <a:pt x="2815987" y="2950995"/>
                  </a:lnTo>
                  <a:lnTo>
                    <a:pt x="2870956" y="2982149"/>
                  </a:lnTo>
                  <a:lnTo>
                    <a:pt x="2930199" y="3009903"/>
                  </a:lnTo>
                  <a:lnTo>
                    <a:pt x="2994555" y="3034687"/>
                  </a:lnTo>
                  <a:lnTo>
                    <a:pt x="3064687" y="3056874"/>
                  </a:lnTo>
                  <a:lnTo>
                    <a:pt x="3140939" y="3076760"/>
                  </a:lnTo>
                  <a:lnTo>
                    <a:pt x="3223152" y="3094556"/>
                  </a:lnTo>
                  <a:lnTo>
                    <a:pt x="3310447" y="3110386"/>
                  </a:lnTo>
                  <a:lnTo>
                    <a:pt x="3401016" y="3124293"/>
                  </a:lnTo>
                  <a:lnTo>
                    <a:pt x="3492013" y="3136257"/>
                  </a:lnTo>
                  <a:lnTo>
                    <a:pt x="3579643" y="3146231"/>
                  </a:lnTo>
                  <a:lnTo>
                    <a:pt x="3659555" y="3154185"/>
                  </a:lnTo>
                  <a:lnTo>
                    <a:pt x="3727548" y="3160156"/>
                  </a:lnTo>
                  <a:lnTo>
                    <a:pt x="3780458" y="3164286"/>
                  </a:lnTo>
                  <a:lnTo>
                    <a:pt x="3816951" y="3166833"/>
                  </a:lnTo>
                  <a:lnTo>
                    <a:pt x="3837953" y="3168150"/>
                  </a:lnTo>
                  <a:lnTo>
                    <a:pt x="3846637" y="3168642"/>
                  </a:lnTo>
                  <a:lnTo>
                    <a:pt x="3848118" y="3168718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" name="pl199"/>
            <p:cNvSpPr/>
            <p:nvPr/>
          </p:nvSpPr>
          <p:spPr>
            <a:xfrm>
              <a:off x="546595" y="1284021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88" y="3168655"/>
                  </a:lnTo>
                  <a:lnTo>
                    <a:pt x="3838850" y="3168203"/>
                  </a:lnTo>
                  <a:lnTo>
                    <a:pt x="3818771" y="3166952"/>
                  </a:lnTo>
                  <a:lnTo>
                    <a:pt x="3783342" y="3164497"/>
                  </a:lnTo>
                  <a:lnTo>
                    <a:pt x="3731486" y="3160479"/>
                  </a:lnTo>
                  <a:lnTo>
                    <a:pt x="3664397" y="3154634"/>
                  </a:lnTo>
                  <a:lnTo>
                    <a:pt x="3585141" y="3146812"/>
                  </a:lnTo>
                  <a:lnTo>
                    <a:pt x="3497879" y="3136969"/>
                  </a:lnTo>
                  <a:lnTo>
                    <a:pt x="3406977" y="3125133"/>
                  </a:lnTo>
                  <a:lnTo>
                    <a:pt x="3316282" y="3111352"/>
                  </a:lnTo>
                  <a:lnTo>
                    <a:pt x="3228708" y="3095648"/>
                  </a:lnTo>
                  <a:lnTo>
                    <a:pt x="3146127" y="3077983"/>
                  </a:lnTo>
                  <a:lnTo>
                    <a:pt x="3069474" y="3058239"/>
                  </a:lnTo>
                  <a:lnTo>
                    <a:pt x="2998950" y="3036210"/>
                  </a:lnTo>
                  <a:lnTo>
                    <a:pt x="2934235" y="3011607"/>
                  </a:lnTo>
                  <a:lnTo>
                    <a:pt x="2874682" y="2984059"/>
                  </a:lnTo>
                  <a:lnTo>
                    <a:pt x="2819461" y="2953141"/>
                  </a:lnTo>
                  <a:lnTo>
                    <a:pt x="2767665" y="2918400"/>
                  </a:lnTo>
                  <a:lnTo>
                    <a:pt x="2718393" y="2879428"/>
                  </a:lnTo>
                  <a:lnTo>
                    <a:pt x="2670833" y="2835965"/>
                  </a:lnTo>
                  <a:lnTo>
                    <a:pt x="2667772" y="2832972"/>
                  </a:lnTo>
                  <a:lnTo>
                    <a:pt x="2627597" y="2791535"/>
                  </a:lnTo>
                  <a:lnTo>
                    <a:pt x="2587810" y="2746653"/>
                  </a:lnTo>
                  <a:lnTo>
                    <a:pt x="2548115" y="2698258"/>
                  </a:lnTo>
                  <a:lnTo>
                    <a:pt x="2508290" y="2646358"/>
                  </a:lnTo>
                  <a:lnTo>
                    <a:pt x="2468178" y="2591044"/>
                  </a:lnTo>
                  <a:lnTo>
                    <a:pt x="2427681" y="2532496"/>
                  </a:lnTo>
                  <a:lnTo>
                    <a:pt x="2386753" y="2470990"/>
                  </a:lnTo>
                  <a:lnTo>
                    <a:pt x="2345398" y="2406891"/>
                  </a:lnTo>
                  <a:lnTo>
                    <a:pt x="2303660" y="2340653"/>
                  </a:lnTo>
                  <a:lnTo>
                    <a:pt x="2261617" y="2272807"/>
                  </a:lnTo>
                  <a:lnTo>
                    <a:pt x="2219374" y="2203939"/>
                  </a:lnTo>
                  <a:lnTo>
                    <a:pt x="2177053" y="2134678"/>
                  </a:lnTo>
                  <a:lnTo>
                    <a:pt x="2134782" y="2065666"/>
                  </a:lnTo>
                  <a:lnTo>
                    <a:pt x="2092684" y="1997535"/>
                  </a:lnTo>
                  <a:lnTo>
                    <a:pt x="2050868" y="1930885"/>
                  </a:lnTo>
                  <a:lnTo>
                    <a:pt x="2009421" y="1866259"/>
                  </a:lnTo>
                  <a:lnTo>
                    <a:pt x="1968395" y="1804131"/>
                  </a:lnTo>
                  <a:lnTo>
                    <a:pt x="1927803" y="1744887"/>
                  </a:lnTo>
                  <a:lnTo>
                    <a:pt x="1887610" y="1688822"/>
                  </a:lnTo>
                  <a:lnTo>
                    <a:pt x="1847732" y="1636138"/>
                  </a:lnTo>
                  <a:lnTo>
                    <a:pt x="1808024" y="1586947"/>
                  </a:lnTo>
                  <a:lnTo>
                    <a:pt x="1768281" y="1541273"/>
                  </a:lnTo>
                  <a:lnTo>
                    <a:pt x="1728224" y="1499066"/>
                  </a:lnTo>
                  <a:lnTo>
                    <a:pt x="1719082" y="1489987"/>
                  </a:lnTo>
                  <a:lnTo>
                    <a:pt x="1671609" y="1446229"/>
                  </a:lnTo>
                  <a:lnTo>
                    <a:pt x="1622472" y="1406969"/>
                  </a:lnTo>
                  <a:lnTo>
                    <a:pt x="1570868" y="1371964"/>
                  </a:lnTo>
                  <a:lnTo>
                    <a:pt x="1515898" y="1340810"/>
                  </a:lnTo>
                  <a:lnTo>
                    <a:pt x="1456655" y="1313056"/>
                  </a:lnTo>
                  <a:lnTo>
                    <a:pt x="1392299" y="1288272"/>
                  </a:lnTo>
                  <a:lnTo>
                    <a:pt x="1322168" y="1266086"/>
                  </a:lnTo>
                  <a:lnTo>
                    <a:pt x="1245916" y="1246199"/>
                  </a:lnTo>
                  <a:lnTo>
                    <a:pt x="1163703" y="1228403"/>
                  </a:lnTo>
                  <a:lnTo>
                    <a:pt x="1076408" y="1212573"/>
                  </a:lnTo>
                  <a:lnTo>
                    <a:pt x="985839" y="1198666"/>
                  </a:lnTo>
                  <a:lnTo>
                    <a:pt x="894841" y="1186702"/>
                  </a:lnTo>
                  <a:lnTo>
                    <a:pt x="807211" y="1176728"/>
                  </a:lnTo>
                  <a:lnTo>
                    <a:pt x="727300" y="1168774"/>
                  </a:lnTo>
                  <a:lnTo>
                    <a:pt x="659307" y="1162803"/>
                  </a:lnTo>
                  <a:lnTo>
                    <a:pt x="606396" y="1158673"/>
                  </a:lnTo>
                  <a:lnTo>
                    <a:pt x="569903" y="1156126"/>
                  </a:lnTo>
                  <a:lnTo>
                    <a:pt x="548901" y="1154809"/>
                  </a:lnTo>
                  <a:lnTo>
                    <a:pt x="540218" y="1154317"/>
                  </a:lnTo>
                  <a:lnTo>
                    <a:pt x="538737" y="1154241"/>
                  </a:lnTo>
                  <a:lnTo>
                    <a:pt x="538736" y="1154241"/>
                  </a:lnTo>
                  <a:lnTo>
                    <a:pt x="0" y="11542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" name="pg200"/>
            <p:cNvSpPr/>
            <p:nvPr/>
          </p:nvSpPr>
          <p:spPr>
            <a:xfrm>
              <a:off x="546595" y="1714139"/>
              <a:ext cx="8234974" cy="2754934"/>
            </a:xfrm>
            <a:custGeom>
              <a:avLst/>
              <a:pathLst>
                <a:path w="8234974" h="2754934">
                  <a:moveTo>
                    <a:pt x="0" y="735012"/>
                  </a:moveTo>
                  <a:lnTo>
                    <a:pt x="538736" y="735012"/>
                  </a:lnTo>
                  <a:lnTo>
                    <a:pt x="539966" y="735075"/>
                  </a:lnTo>
                  <a:lnTo>
                    <a:pt x="548002" y="735528"/>
                  </a:lnTo>
                  <a:lnTo>
                    <a:pt x="568075" y="736782"/>
                  </a:lnTo>
                  <a:lnTo>
                    <a:pt x="603495" y="739243"/>
                  </a:lnTo>
                  <a:lnTo>
                    <a:pt x="655339" y="743270"/>
                  </a:lnTo>
                  <a:lnTo>
                    <a:pt x="722413" y="749130"/>
                  </a:lnTo>
                  <a:lnTo>
                    <a:pt x="801654" y="756971"/>
                  </a:lnTo>
                  <a:lnTo>
                    <a:pt x="888902" y="766838"/>
                  </a:lnTo>
                  <a:lnTo>
                    <a:pt x="979794" y="778703"/>
                  </a:lnTo>
                  <a:lnTo>
                    <a:pt x="1070482" y="792518"/>
                  </a:lnTo>
                  <a:lnTo>
                    <a:pt x="1158052" y="808261"/>
                  </a:lnTo>
                  <a:lnTo>
                    <a:pt x="1240631" y="825970"/>
                  </a:lnTo>
                  <a:lnTo>
                    <a:pt x="1317283" y="845762"/>
                  </a:lnTo>
                  <a:lnTo>
                    <a:pt x="1387809" y="867845"/>
                  </a:lnTo>
                  <a:lnTo>
                    <a:pt x="1452526" y="892508"/>
                  </a:lnTo>
                  <a:lnTo>
                    <a:pt x="1512080" y="920122"/>
                  </a:lnTo>
                  <a:lnTo>
                    <a:pt x="1567301" y="951116"/>
                  </a:lnTo>
                  <a:lnTo>
                    <a:pt x="1619098" y="985939"/>
                  </a:lnTo>
                  <a:lnTo>
                    <a:pt x="1668369" y="1025004"/>
                  </a:lnTo>
                  <a:lnTo>
                    <a:pt x="1715927" y="1068571"/>
                  </a:lnTo>
                  <a:lnTo>
                    <a:pt x="1719082" y="1071665"/>
                  </a:lnTo>
                  <a:lnTo>
                    <a:pt x="1759222" y="1113175"/>
                  </a:lnTo>
                  <a:lnTo>
                    <a:pt x="1798973" y="1158134"/>
                  </a:lnTo>
                  <a:lnTo>
                    <a:pt x="1838632" y="1206608"/>
                  </a:lnTo>
                  <a:lnTo>
                    <a:pt x="1878421" y="1258590"/>
                  </a:lnTo>
                  <a:lnTo>
                    <a:pt x="1918495" y="1313990"/>
                  </a:lnTo>
                  <a:lnTo>
                    <a:pt x="1958954" y="1372628"/>
                  </a:lnTo>
                  <a:lnTo>
                    <a:pt x="1999842" y="1434229"/>
                  </a:lnTo>
                  <a:lnTo>
                    <a:pt x="2041157" y="1498427"/>
                  </a:lnTo>
                  <a:lnTo>
                    <a:pt x="2082855" y="1564769"/>
                  </a:lnTo>
                  <a:lnTo>
                    <a:pt x="2124858" y="1632727"/>
                  </a:lnTo>
                  <a:lnTo>
                    <a:pt x="2167061" y="1701711"/>
                  </a:lnTo>
                  <a:lnTo>
                    <a:pt x="2209344" y="1771096"/>
                  </a:lnTo>
                  <a:lnTo>
                    <a:pt x="2251579" y="1840239"/>
                  </a:lnTo>
                  <a:lnTo>
                    <a:pt x="2293642" y="1908507"/>
                  </a:lnTo>
                  <a:lnTo>
                    <a:pt x="2335424" y="1975300"/>
                  </a:lnTo>
                  <a:lnTo>
                    <a:pt x="2376839" y="2040074"/>
                  </a:lnTo>
                  <a:lnTo>
                    <a:pt x="2417834" y="2102354"/>
                  </a:lnTo>
                  <a:lnTo>
                    <a:pt x="2458397" y="2161753"/>
                  </a:lnTo>
                  <a:lnTo>
                    <a:pt x="2498560" y="2217974"/>
                  </a:lnTo>
                  <a:lnTo>
                    <a:pt x="2538406" y="2270813"/>
                  </a:lnTo>
                  <a:lnTo>
                    <a:pt x="2578080" y="2320158"/>
                  </a:lnTo>
                  <a:lnTo>
                    <a:pt x="2617784" y="2365982"/>
                  </a:lnTo>
                  <a:lnTo>
                    <a:pt x="2657795" y="2408334"/>
                  </a:lnTo>
                  <a:lnTo>
                    <a:pt x="2667772" y="2418280"/>
                  </a:lnTo>
                  <a:lnTo>
                    <a:pt x="2715240" y="2462153"/>
                  </a:lnTo>
                  <a:lnTo>
                    <a:pt x="2764372" y="2501515"/>
                  </a:lnTo>
                  <a:lnTo>
                    <a:pt x="2815971" y="2536612"/>
                  </a:lnTo>
                  <a:lnTo>
                    <a:pt x="2870933" y="2567849"/>
                  </a:lnTo>
                  <a:lnTo>
                    <a:pt x="2930168" y="2595676"/>
                  </a:lnTo>
                  <a:lnTo>
                    <a:pt x="2994514" y="2620526"/>
                  </a:lnTo>
                  <a:lnTo>
                    <a:pt x="3064635" y="2642772"/>
                  </a:lnTo>
                  <a:lnTo>
                    <a:pt x="3140874" y="2662711"/>
                  </a:lnTo>
                  <a:lnTo>
                    <a:pt x="3223075" y="2680556"/>
                  </a:lnTo>
                  <a:lnTo>
                    <a:pt x="3310356" y="2696429"/>
                  </a:lnTo>
                  <a:lnTo>
                    <a:pt x="3400914" y="2710374"/>
                  </a:lnTo>
                  <a:lnTo>
                    <a:pt x="3491904" y="2722371"/>
                  </a:lnTo>
                  <a:lnTo>
                    <a:pt x="3579532" y="2732374"/>
                  </a:lnTo>
                  <a:lnTo>
                    <a:pt x="3659449" y="2740351"/>
                  </a:lnTo>
                  <a:lnTo>
                    <a:pt x="3727455" y="2746341"/>
                  </a:lnTo>
                  <a:lnTo>
                    <a:pt x="3780386" y="2750484"/>
                  </a:lnTo>
                  <a:lnTo>
                    <a:pt x="3816902" y="2753040"/>
                  </a:lnTo>
                  <a:lnTo>
                    <a:pt x="3837928" y="2754362"/>
                  </a:lnTo>
                  <a:lnTo>
                    <a:pt x="3846629" y="2754857"/>
                  </a:lnTo>
                  <a:lnTo>
                    <a:pt x="3848118" y="2754934"/>
                  </a:lnTo>
                  <a:lnTo>
                    <a:pt x="4386855" y="2754934"/>
                  </a:lnTo>
                  <a:lnTo>
                    <a:pt x="4388030" y="2754851"/>
                  </a:lnTo>
                  <a:lnTo>
                    <a:pt x="4395716" y="2754263"/>
                  </a:lnTo>
                  <a:lnTo>
                    <a:pt x="4414944" y="2752635"/>
                  </a:lnTo>
                  <a:lnTo>
                    <a:pt x="4448952" y="2749438"/>
                  </a:lnTo>
                  <a:lnTo>
                    <a:pt x="4498889" y="2744200"/>
                  </a:lnTo>
                  <a:lnTo>
                    <a:pt x="4563756" y="2736566"/>
                  </a:lnTo>
                  <a:lnTo>
                    <a:pt x="4640752" y="2726328"/>
                  </a:lnTo>
                  <a:lnTo>
                    <a:pt x="4725972" y="2713418"/>
                  </a:lnTo>
                  <a:lnTo>
                    <a:pt x="4815228" y="2697864"/>
                  </a:lnTo>
                  <a:lnTo>
                    <a:pt x="4904754" y="2679729"/>
                  </a:lnTo>
                  <a:lnTo>
                    <a:pt x="4991625" y="2659050"/>
                  </a:lnTo>
                  <a:lnTo>
                    <a:pt x="5073894" y="2635793"/>
                  </a:lnTo>
                  <a:lnTo>
                    <a:pt x="5150525" y="2609823"/>
                  </a:lnTo>
                  <a:lnTo>
                    <a:pt x="5221207" y="2580897"/>
                  </a:lnTo>
                  <a:lnTo>
                    <a:pt x="5286157" y="2548657"/>
                  </a:lnTo>
                  <a:lnTo>
                    <a:pt x="5345937" y="2512645"/>
                  </a:lnTo>
                  <a:lnTo>
                    <a:pt x="5401308" y="2472319"/>
                  </a:lnTo>
                  <a:lnTo>
                    <a:pt x="5453126" y="2427094"/>
                  </a:lnTo>
                  <a:lnTo>
                    <a:pt x="5502258" y="2376410"/>
                  </a:lnTo>
                  <a:lnTo>
                    <a:pt x="5549514" y="2319853"/>
                  </a:lnTo>
                  <a:lnTo>
                    <a:pt x="5567201" y="2296686"/>
                  </a:lnTo>
                  <a:lnTo>
                    <a:pt x="5603085" y="2246429"/>
                  </a:lnTo>
                  <a:lnTo>
                    <a:pt x="5638631" y="2192438"/>
                  </a:lnTo>
                  <a:lnTo>
                    <a:pt x="5674059" y="2134634"/>
                  </a:lnTo>
                  <a:lnTo>
                    <a:pt x="5709541" y="2073006"/>
                  </a:lnTo>
                  <a:lnTo>
                    <a:pt x="5745204" y="2007610"/>
                  </a:lnTo>
                  <a:lnTo>
                    <a:pt x="5781139" y="1938579"/>
                  </a:lnTo>
                  <a:lnTo>
                    <a:pt x="5817399" y="1866124"/>
                  </a:lnTo>
                  <a:lnTo>
                    <a:pt x="5854005" y="1790539"/>
                  </a:lnTo>
                  <a:lnTo>
                    <a:pt x="5890949" y="1712198"/>
                  </a:lnTo>
                  <a:lnTo>
                    <a:pt x="5928197" y="1631548"/>
                  </a:lnTo>
                  <a:lnTo>
                    <a:pt x="5965693" y="1549102"/>
                  </a:lnTo>
                  <a:lnTo>
                    <a:pt x="6003366" y="1465426"/>
                  </a:lnTo>
                  <a:lnTo>
                    <a:pt x="6041129" y="1381120"/>
                  </a:lnTo>
                  <a:lnTo>
                    <a:pt x="6078894" y="1296808"/>
                  </a:lnTo>
                  <a:lnTo>
                    <a:pt x="6116570" y="1213111"/>
                  </a:lnTo>
                  <a:lnTo>
                    <a:pt x="6154071" y="1130631"/>
                  </a:lnTo>
                  <a:lnTo>
                    <a:pt x="6191325" y="1049936"/>
                  </a:lnTo>
                  <a:lnTo>
                    <a:pt x="6228276" y="971539"/>
                  </a:lnTo>
                  <a:lnTo>
                    <a:pt x="6264890" y="895889"/>
                  </a:lnTo>
                  <a:lnTo>
                    <a:pt x="6301157" y="823362"/>
                  </a:lnTo>
                  <a:lnTo>
                    <a:pt x="6337098" y="754252"/>
                  </a:lnTo>
                  <a:lnTo>
                    <a:pt x="6372767" y="688774"/>
                  </a:lnTo>
                  <a:lnTo>
                    <a:pt x="6408252" y="627062"/>
                  </a:lnTo>
                  <a:lnTo>
                    <a:pt x="6443679" y="569174"/>
                  </a:lnTo>
                  <a:lnTo>
                    <a:pt x="6479220" y="515099"/>
                  </a:lnTo>
                  <a:lnTo>
                    <a:pt x="6515094" y="464762"/>
                  </a:lnTo>
                  <a:lnTo>
                    <a:pt x="6515891" y="463692"/>
                  </a:lnTo>
                  <a:lnTo>
                    <a:pt x="6562616" y="404848"/>
                  </a:lnTo>
                  <a:lnTo>
                    <a:pt x="6610943" y="351958"/>
                  </a:lnTo>
                  <a:lnTo>
                    <a:pt x="6661635" y="304711"/>
                  </a:lnTo>
                  <a:lnTo>
                    <a:pt x="6715546" y="262585"/>
                  </a:lnTo>
                  <a:lnTo>
                    <a:pt x="6773546" y="224993"/>
                  </a:lnTo>
                  <a:lnTo>
                    <a:pt x="6836444" y="191373"/>
                  </a:lnTo>
                  <a:lnTo>
                    <a:pt x="6904890" y="161230"/>
                  </a:lnTo>
                  <a:lnTo>
                    <a:pt x="6979253" y="134166"/>
                  </a:lnTo>
                  <a:lnTo>
                    <a:pt x="7059449" y="109896"/>
                  </a:lnTo>
                  <a:lnTo>
                    <a:pt x="7144741" y="88242"/>
                  </a:lnTo>
                  <a:lnTo>
                    <a:pt x="7233545" y="69134"/>
                  </a:lnTo>
                  <a:lnTo>
                    <a:pt x="7323310" y="52588"/>
                  </a:lnTo>
                  <a:lnTo>
                    <a:pt x="7410554" y="38662"/>
                  </a:lnTo>
                  <a:lnTo>
                    <a:pt x="7491183" y="27406"/>
                  </a:lnTo>
                  <a:lnTo>
                    <a:pt x="7561088" y="18794"/>
                  </a:lnTo>
                  <a:lnTo>
                    <a:pt x="7616951" y="12676"/>
                  </a:lnTo>
                  <a:lnTo>
                    <a:pt x="7657023" y="8750"/>
                  </a:lnTo>
                  <a:lnTo>
                    <a:pt x="7681619" y="6584"/>
                  </a:lnTo>
                  <a:lnTo>
                    <a:pt x="7693207" y="566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62" y="82"/>
                  </a:lnTo>
                  <a:lnTo>
                    <a:pt x="7687377" y="671"/>
                  </a:lnTo>
                  <a:lnTo>
                    <a:pt x="7668148" y="2298"/>
                  </a:lnTo>
                  <a:lnTo>
                    <a:pt x="7634140" y="5495"/>
                  </a:lnTo>
                  <a:lnTo>
                    <a:pt x="7584204" y="10733"/>
                  </a:lnTo>
                  <a:lnTo>
                    <a:pt x="7519337" y="18368"/>
                  </a:lnTo>
                  <a:lnTo>
                    <a:pt x="7442341" y="28606"/>
                  </a:lnTo>
                  <a:lnTo>
                    <a:pt x="7357121" y="41516"/>
                  </a:lnTo>
                  <a:lnTo>
                    <a:pt x="7267864" y="57069"/>
                  </a:lnTo>
                  <a:lnTo>
                    <a:pt x="7178338" y="75204"/>
                  </a:lnTo>
                  <a:lnTo>
                    <a:pt x="7091468" y="95883"/>
                  </a:lnTo>
                  <a:lnTo>
                    <a:pt x="7009198" y="119141"/>
                  </a:lnTo>
                  <a:lnTo>
                    <a:pt x="6932568" y="145110"/>
                  </a:lnTo>
                  <a:lnTo>
                    <a:pt x="6861886" y="174037"/>
                  </a:lnTo>
                  <a:lnTo>
                    <a:pt x="6796935" y="206276"/>
                  </a:lnTo>
                  <a:lnTo>
                    <a:pt x="6737155" y="242289"/>
                  </a:lnTo>
                  <a:lnTo>
                    <a:pt x="6681784" y="282615"/>
                  </a:lnTo>
                  <a:lnTo>
                    <a:pt x="6629967" y="327840"/>
                  </a:lnTo>
                  <a:lnTo>
                    <a:pt x="6580834" y="378523"/>
                  </a:lnTo>
                  <a:lnTo>
                    <a:pt x="6533579" y="435081"/>
                  </a:lnTo>
                  <a:lnTo>
                    <a:pt x="6515891" y="458248"/>
                  </a:lnTo>
                  <a:lnTo>
                    <a:pt x="6480007" y="508504"/>
                  </a:lnTo>
                  <a:lnTo>
                    <a:pt x="6444462" y="562496"/>
                  </a:lnTo>
                  <a:lnTo>
                    <a:pt x="6409033" y="620299"/>
                  </a:lnTo>
                  <a:lnTo>
                    <a:pt x="6373552" y="681927"/>
                  </a:lnTo>
                  <a:lnTo>
                    <a:pt x="6337888" y="747323"/>
                  </a:lnTo>
                  <a:lnTo>
                    <a:pt x="6301953" y="816355"/>
                  </a:lnTo>
                  <a:lnTo>
                    <a:pt x="6265694" y="888810"/>
                  </a:lnTo>
                  <a:lnTo>
                    <a:pt x="6229088" y="964394"/>
                  </a:lnTo>
                  <a:lnTo>
                    <a:pt x="6192144" y="1042735"/>
                  </a:lnTo>
                  <a:lnTo>
                    <a:pt x="6154896" y="1123385"/>
                  </a:lnTo>
                  <a:lnTo>
                    <a:pt x="6117399" y="1205831"/>
                  </a:lnTo>
                  <a:lnTo>
                    <a:pt x="6079727" y="1289508"/>
                  </a:lnTo>
                  <a:lnTo>
                    <a:pt x="6041963" y="1373813"/>
                  </a:lnTo>
                  <a:lnTo>
                    <a:pt x="6004198" y="1458125"/>
                  </a:lnTo>
                  <a:lnTo>
                    <a:pt x="5966523" y="1541823"/>
                  </a:lnTo>
                  <a:lnTo>
                    <a:pt x="5929022" y="1624302"/>
                  </a:lnTo>
                  <a:lnTo>
                    <a:pt x="5891767" y="1704997"/>
                  </a:lnTo>
                  <a:lnTo>
                    <a:pt x="5854816" y="1783394"/>
                  </a:lnTo>
                  <a:lnTo>
                    <a:pt x="5818203" y="1859044"/>
                  </a:lnTo>
                  <a:lnTo>
                    <a:pt x="5781936" y="1931571"/>
                  </a:lnTo>
                  <a:lnTo>
                    <a:pt x="5745994" y="2000681"/>
                  </a:lnTo>
                  <a:lnTo>
                    <a:pt x="5710325" y="2066159"/>
                  </a:lnTo>
                  <a:lnTo>
                    <a:pt x="5674841" y="2127871"/>
                  </a:lnTo>
                  <a:lnTo>
                    <a:pt x="5639413" y="2185759"/>
                  </a:lnTo>
                  <a:lnTo>
                    <a:pt x="5603872" y="2239834"/>
                  </a:lnTo>
                  <a:lnTo>
                    <a:pt x="5567999" y="2290172"/>
                  </a:lnTo>
                  <a:lnTo>
                    <a:pt x="5567201" y="2291241"/>
                  </a:lnTo>
                  <a:lnTo>
                    <a:pt x="5520476" y="2350086"/>
                  </a:lnTo>
                  <a:lnTo>
                    <a:pt x="5472150" y="2402976"/>
                  </a:lnTo>
                  <a:lnTo>
                    <a:pt x="5421458" y="2450222"/>
                  </a:lnTo>
                  <a:lnTo>
                    <a:pt x="5367546" y="2492349"/>
                  </a:lnTo>
                  <a:lnTo>
                    <a:pt x="5309546" y="2529940"/>
                  </a:lnTo>
                  <a:lnTo>
                    <a:pt x="5246649" y="2563561"/>
                  </a:lnTo>
                  <a:lnTo>
                    <a:pt x="5178202" y="2593704"/>
                  </a:lnTo>
                  <a:lnTo>
                    <a:pt x="5103839" y="2620767"/>
                  </a:lnTo>
                  <a:lnTo>
                    <a:pt x="5023643" y="2645038"/>
                  </a:lnTo>
                  <a:lnTo>
                    <a:pt x="4938352" y="2666692"/>
                  </a:lnTo>
                  <a:lnTo>
                    <a:pt x="4849547" y="2685799"/>
                  </a:lnTo>
                  <a:lnTo>
                    <a:pt x="4759783" y="2702345"/>
                  </a:lnTo>
                  <a:lnTo>
                    <a:pt x="4672538" y="2716271"/>
                  </a:lnTo>
                  <a:lnTo>
                    <a:pt x="4591909" y="2727527"/>
                  </a:lnTo>
                  <a:lnTo>
                    <a:pt x="4522004" y="2736139"/>
                  </a:lnTo>
                  <a:lnTo>
                    <a:pt x="4466141" y="2742257"/>
                  </a:lnTo>
                  <a:lnTo>
                    <a:pt x="4426070" y="2746183"/>
                  </a:lnTo>
                  <a:lnTo>
                    <a:pt x="4401474" y="2748349"/>
                  </a:lnTo>
                  <a:lnTo>
                    <a:pt x="4389886" y="2749270"/>
                  </a:lnTo>
                  <a:lnTo>
                    <a:pt x="4386855" y="2749489"/>
                  </a:lnTo>
                  <a:lnTo>
                    <a:pt x="3848118" y="2749489"/>
                  </a:lnTo>
                  <a:lnTo>
                    <a:pt x="3846888" y="2749426"/>
                  </a:lnTo>
                  <a:lnTo>
                    <a:pt x="3838852" y="2748972"/>
                  </a:lnTo>
                  <a:lnTo>
                    <a:pt x="3818779" y="2747719"/>
                  </a:lnTo>
                  <a:lnTo>
                    <a:pt x="3783360" y="2745258"/>
                  </a:lnTo>
                  <a:lnTo>
                    <a:pt x="3731516" y="2741230"/>
                  </a:lnTo>
                  <a:lnTo>
                    <a:pt x="3664442" y="2735371"/>
                  </a:lnTo>
                  <a:lnTo>
                    <a:pt x="3585201" y="2727529"/>
                  </a:lnTo>
                  <a:lnTo>
                    <a:pt x="3497952" y="2717663"/>
                  </a:lnTo>
                  <a:lnTo>
                    <a:pt x="3407060" y="2705798"/>
                  </a:lnTo>
                  <a:lnTo>
                    <a:pt x="3316373" y="2691983"/>
                  </a:lnTo>
                  <a:lnTo>
                    <a:pt x="3228803" y="2676240"/>
                  </a:lnTo>
                  <a:lnTo>
                    <a:pt x="3146224" y="2658531"/>
                  </a:lnTo>
                  <a:lnTo>
                    <a:pt x="3069571" y="2638738"/>
                  </a:lnTo>
                  <a:lnTo>
                    <a:pt x="2999045" y="2616656"/>
                  </a:lnTo>
                  <a:lnTo>
                    <a:pt x="2934329" y="2591993"/>
                  </a:lnTo>
                  <a:lnTo>
                    <a:pt x="2874775" y="2564378"/>
                  </a:lnTo>
                  <a:lnTo>
                    <a:pt x="2819553" y="2533385"/>
                  </a:lnTo>
                  <a:lnTo>
                    <a:pt x="2767757" y="2498562"/>
                  </a:lnTo>
                  <a:lnTo>
                    <a:pt x="2718486" y="2459497"/>
                  </a:lnTo>
                  <a:lnTo>
                    <a:pt x="2670928" y="2415930"/>
                  </a:lnTo>
                  <a:lnTo>
                    <a:pt x="2667772" y="2412836"/>
                  </a:lnTo>
                  <a:lnTo>
                    <a:pt x="2627633" y="2371326"/>
                  </a:lnTo>
                  <a:lnTo>
                    <a:pt x="2587881" y="2326367"/>
                  </a:lnTo>
                  <a:lnTo>
                    <a:pt x="2548222" y="2277893"/>
                  </a:lnTo>
                  <a:lnTo>
                    <a:pt x="2508434" y="2225911"/>
                  </a:lnTo>
                  <a:lnTo>
                    <a:pt x="2468359" y="2170511"/>
                  </a:lnTo>
                  <a:lnTo>
                    <a:pt x="2427901" y="2111873"/>
                  </a:lnTo>
                  <a:lnTo>
                    <a:pt x="2387012" y="2050272"/>
                  </a:lnTo>
                  <a:lnTo>
                    <a:pt x="2345697" y="1986074"/>
                  </a:lnTo>
                  <a:lnTo>
                    <a:pt x="2303999" y="1919732"/>
                  </a:lnTo>
                  <a:lnTo>
                    <a:pt x="2261996" y="1851774"/>
                  </a:lnTo>
                  <a:lnTo>
                    <a:pt x="2219793" y="1782790"/>
                  </a:lnTo>
                  <a:lnTo>
                    <a:pt x="2177510" y="1713405"/>
                  </a:lnTo>
                  <a:lnTo>
                    <a:pt x="2135276" y="1644262"/>
                  </a:lnTo>
                  <a:lnTo>
                    <a:pt x="2093213" y="1575994"/>
                  </a:lnTo>
                  <a:lnTo>
                    <a:pt x="2051431" y="1509201"/>
                  </a:lnTo>
                  <a:lnTo>
                    <a:pt x="2010016" y="1444427"/>
                  </a:lnTo>
                  <a:lnTo>
                    <a:pt x="1969020" y="1382147"/>
                  </a:lnTo>
                  <a:lnTo>
                    <a:pt x="1928458" y="1322748"/>
                  </a:lnTo>
                  <a:lnTo>
                    <a:pt x="1888295" y="1266527"/>
                  </a:lnTo>
                  <a:lnTo>
                    <a:pt x="1848448" y="1213688"/>
                  </a:lnTo>
                  <a:lnTo>
                    <a:pt x="1808775" y="1164343"/>
                  </a:lnTo>
                  <a:lnTo>
                    <a:pt x="1769071" y="1118519"/>
                  </a:lnTo>
                  <a:lnTo>
                    <a:pt x="1729059" y="1076166"/>
                  </a:lnTo>
                  <a:lnTo>
                    <a:pt x="1719082" y="1066221"/>
                  </a:lnTo>
                  <a:lnTo>
                    <a:pt x="1671614" y="1022348"/>
                  </a:lnTo>
                  <a:lnTo>
                    <a:pt x="1622483" y="982986"/>
                  </a:lnTo>
                  <a:lnTo>
                    <a:pt x="1570884" y="947889"/>
                  </a:lnTo>
                  <a:lnTo>
                    <a:pt x="1515921" y="916652"/>
                  </a:lnTo>
                  <a:lnTo>
                    <a:pt x="1456686" y="888825"/>
                  </a:lnTo>
                  <a:lnTo>
                    <a:pt x="1392340" y="863975"/>
                  </a:lnTo>
                  <a:lnTo>
                    <a:pt x="1322220" y="841729"/>
                  </a:lnTo>
                  <a:lnTo>
                    <a:pt x="1245980" y="821790"/>
                  </a:lnTo>
                  <a:lnTo>
                    <a:pt x="1163780" y="803945"/>
                  </a:lnTo>
                  <a:lnTo>
                    <a:pt x="1076498" y="788072"/>
                  </a:lnTo>
                  <a:lnTo>
                    <a:pt x="985941" y="774127"/>
                  </a:lnTo>
                  <a:lnTo>
                    <a:pt x="894951" y="762130"/>
                  </a:lnTo>
                  <a:lnTo>
                    <a:pt x="807323" y="752127"/>
                  </a:lnTo>
                  <a:lnTo>
                    <a:pt x="727406" y="744150"/>
                  </a:lnTo>
                  <a:lnTo>
                    <a:pt x="659399" y="738160"/>
                  </a:lnTo>
                  <a:lnTo>
                    <a:pt x="606469" y="734017"/>
                  </a:lnTo>
                  <a:lnTo>
                    <a:pt x="569952" y="731461"/>
                  </a:lnTo>
                  <a:lnTo>
                    <a:pt x="548927" y="730139"/>
                  </a:lnTo>
                  <a:lnTo>
                    <a:pt x="540226" y="729644"/>
                  </a:lnTo>
                  <a:lnTo>
                    <a:pt x="538736" y="729567"/>
                  </a:lnTo>
                  <a:lnTo>
                    <a:pt x="0" y="72956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1" name="pl201"/>
            <p:cNvSpPr/>
            <p:nvPr/>
          </p:nvSpPr>
          <p:spPr>
            <a:xfrm>
              <a:off x="546595" y="1719584"/>
              <a:ext cx="8234974" cy="2749489"/>
            </a:xfrm>
            <a:custGeom>
              <a:avLst/>
              <a:pathLst>
                <a:path w="8234974" h="2749489">
                  <a:moveTo>
                    <a:pt x="0" y="729567"/>
                  </a:moveTo>
                  <a:lnTo>
                    <a:pt x="538736" y="729567"/>
                  </a:lnTo>
                  <a:lnTo>
                    <a:pt x="539966" y="729631"/>
                  </a:lnTo>
                  <a:lnTo>
                    <a:pt x="548002" y="730084"/>
                  </a:lnTo>
                  <a:lnTo>
                    <a:pt x="568075" y="731338"/>
                  </a:lnTo>
                  <a:lnTo>
                    <a:pt x="603495" y="733799"/>
                  </a:lnTo>
                  <a:lnTo>
                    <a:pt x="655339" y="737826"/>
                  </a:lnTo>
                  <a:lnTo>
                    <a:pt x="722413" y="743685"/>
                  </a:lnTo>
                  <a:lnTo>
                    <a:pt x="801654" y="751527"/>
                  </a:lnTo>
                  <a:lnTo>
                    <a:pt x="888902" y="761394"/>
                  </a:lnTo>
                  <a:lnTo>
                    <a:pt x="979794" y="773258"/>
                  </a:lnTo>
                  <a:lnTo>
                    <a:pt x="1070482" y="787073"/>
                  </a:lnTo>
                  <a:lnTo>
                    <a:pt x="1158052" y="802816"/>
                  </a:lnTo>
                  <a:lnTo>
                    <a:pt x="1240631" y="820525"/>
                  </a:lnTo>
                  <a:lnTo>
                    <a:pt x="1317283" y="840318"/>
                  </a:lnTo>
                  <a:lnTo>
                    <a:pt x="1387809" y="862400"/>
                  </a:lnTo>
                  <a:lnTo>
                    <a:pt x="1452526" y="887064"/>
                  </a:lnTo>
                  <a:lnTo>
                    <a:pt x="1512080" y="914678"/>
                  </a:lnTo>
                  <a:lnTo>
                    <a:pt x="1567301" y="945671"/>
                  </a:lnTo>
                  <a:lnTo>
                    <a:pt x="1619098" y="980494"/>
                  </a:lnTo>
                  <a:lnTo>
                    <a:pt x="1668369" y="1019560"/>
                  </a:lnTo>
                  <a:lnTo>
                    <a:pt x="1715927" y="1063127"/>
                  </a:lnTo>
                  <a:lnTo>
                    <a:pt x="1719082" y="1066221"/>
                  </a:lnTo>
                  <a:lnTo>
                    <a:pt x="1759222" y="1107730"/>
                  </a:lnTo>
                  <a:lnTo>
                    <a:pt x="1798973" y="1152689"/>
                  </a:lnTo>
                  <a:lnTo>
                    <a:pt x="1838632" y="1201163"/>
                  </a:lnTo>
                  <a:lnTo>
                    <a:pt x="1878421" y="1253146"/>
                  </a:lnTo>
                  <a:lnTo>
                    <a:pt x="1918495" y="1308546"/>
                  </a:lnTo>
                  <a:lnTo>
                    <a:pt x="1958954" y="1367183"/>
                  </a:lnTo>
                  <a:lnTo>
                    <a:pt x="1999842" y="1428784"/>
                  </a:lnTo>
                  <a:lnTo>
                    <a:pt x="2041157" y="1492982"/>
                  </a:lnTo>
                  <a:lnTo>
                    <a:pt x="2082855" y="1559325"/>
                  </a:lnTo>
                  <a:lnTo>
                    <a:pt x="2124858" y="1627282"/>
                  </a:lnTo>
                  <a:lnTo>
                    <a:pt x="2167061" y="1696267"/>
                  </a:lnTo>
                  <a:lnTo>
                    <a:pt x="2209344" y="1765652"/>
                  </a:lnTo>
                  <a:lnTo>
                    <a:pt x="2251579" y="1834794"/>
                  </a:lnTo>
                  <a:lnTo>
                    <a:pt x="2293642" y="1903062"/>
                  </a:lnTo>
                  <a:lnTo>
                    <a:pt x="2335424" y="1969856"/>
                  </a:lnTo>
                  <a:lnTo>
                    <a:pt x="2376839" y="2034629"/>
                  </a:lnTo>
                  <a:lnTo>
                    <a:pt x="2417834" y="2096910"/>
                  </a:lnTo>
                  <a:lnTo>
                    <a:pt x="2458397" y="2156309"/>
                  </a:lnTo>
                  <a:lnTo>
                    <a:pt x="2498560" y="2212529"/>
                  </a:lnTo>
                  <a:lnTo>
                    <a:pt x="2538406" y="2265368"/>
                  </a:lnTo>
                  <a:lnTo>
                    <a:pt x="2578080" y="2314714"/>
                  </a:lnTo>
                  <a:lnTo>
                    <a:pt x="2617784" y="2360538"/>
                  </a:lnTo>
                  <a:lnTo>
                    <a:pt x="2657795" y="2402890"/>
                  </a:lnTo>
                  <a:lnTo>
                    <a:pt x="2667772" y="2412836"/>
                  </a:lnTo>
                  <a:lnTo>
                    <a:pt x="2715240" y="2456708"/>
                  </a:lnTo>
                  <a:lnTo>
                    <a:pt x="2764372" y="2496071"/>
                  </a:lnTo>
                  <a:lnTo>
                    <a:pt x="2815971" y="2531167"/>
                  </a:lnTo>
                  <a:lnTo>
                    <a:pt x="2870933" y="2562404"/>
                  </a:lnTo>
                  <a:lnTo>
                    <a:pt x="2930168" y="2590232"/>
                  </a:lnTo>
                  <a:lnTo>
                    <a:pt x="2994514" y="2615081"/>
                  </a:lnTo>
                  <a:lnTo>
                    <a:pt x="3064635" y="2637327"/>
                  </a:lnTo>
                  <a:lnTo>
                    <a:pt x="3140874" y="2657267"/>
                  </a:lnTo>
                  <a:lnTo>
                    <a:pt x="3223075" y="2675111"/>
                  </a:lnTo>
                  <a:lnTo>
                    <a:pt x="3310356" y="2690984"/>
                  </a:lnTo>
                  <a:lnTo>
                    <a:pt x="3400914" y="2704929"/>
                  </a:lnTo>
                  <a:lnTo>
                    <a:pt x="3491904" y="2716926"/>
                  </a:lnTo>
                  <a:lnTo>
                    <a:pt x="3579532" y="2726929"/>
                  </a:lnTo>
                  <a:lnTo>
                    <a:pt x="3659449" y="2734907"/>
                  </a:lnTo>
                  <a:lnTo>
                    <a:pt x="3727455" y="2740896"/>
                  </a:lnTo>
                  <a:lnTo>
                    <a:pt x="3780386" y="2745039"/>
                  </a:lnTo>
                  <a:lnTo>
                    <a:pt x="3816902" y="2747595"/>
                  </a:lnTo>
                  <a:lnTo>
                    <a:pt x="3837928" y="2748918"/>
                  </a:lnTo>
                  <a:lnTo>
                    <a:pt x="3846629" y="2749412"/>
                  </a:lnTo>
                  <a:lnTo>
                    <a:pt x="3848118" y="2749489"/>
                  </a:lnTo>
                  <a:lnTo>
                    <a:pt x="3848118" y="2749489"/>
                  </a:lnTo>
                  <a:lnTo>
                    <a:pt x="4386855" y="2749489"/>
                  </a:lnTo>
                  <a:lnTo>
                    <a:pt x="4388030" y="2749407"/>
                  </a:lnTo>
                  <a:lnTo>
                    <a:pt x="4395716" y="2748818"/>
                  </a:lnTo>
                  <a:lnTo>
                    <a:pt x="4414944" y="2747190"/>
                  </a:lnTo>
                  <a:lnTo>
                    <a:pt x="4448952" y="2743993"/>
                  </a:lnTo>
                  <a:lnTo>
                    <a:pt x="4498889" y="2738755"/>
                  </a:lnTo>
                  <a:lnTo>
                    <a:pt x="4563756" y="2731121"/>
                  </a:lnTo>
                  <a:lnTo>
                    <a:pt x="4640752" y="2720883"/>
                  </a:lnTo>
                  <a:lnTo>
                    <a:pt x="4725972" y="2707973"/>
                  </a:lnTo>
                  <a:lnTo>
                    <a:pt x="4815228" y="2692419"/>
                  </a:lnTo>
                  <a:lnTo>
                    <a:pt x="4904754" y="2674284"/>
                  </a:lnTo>
                  <a:lnTo>
                    <a:pt x="4991625" y="2653606"/>
                  </a:lnTo>
                  <a:lnTo>
                    <a:pt x="5073894" y="2630348"/>
                  </a:lnTo>
                  <a:lnTo>
                    <a:pt x="5150525" y="2604379"/>
                  </a:lnTo>
                  <a:lnTo>
                    <a:pt x="5221207" y="2575452"/>
                  </a:lnTo>
                  <a:lnTo>
                    <a:pt x="5286157" y="2543212"/>
                  </a:lnTo>
                  <a:lnTo>
                    <a:pt x="5345937" y="2507200"/>
                  </a:lnTo>
                  <a:lnTo>
                    <a:pt x="5401308" y="2466874"/>
                  </a:lnTo>
                  <a:lnTo>
                    <a:pt x="5453126" y="2421649"/>
                  </a:lnTo>
                  <a:lnTo>
                    <a:pt x="5502258" y="2370965"/>
                  </a:lnTo>
                  <a:lnTo>
                    <a:pt x="5549514" y="2314408"/>
                  </a:lnTo>
                  <a:lnTo>
                    <a:pt x="5567201" y="2291241"/>
                  </a:lnTo>
                  <a:lnTo>
                    <a:pt x="5603085" y="2240985"/>
                  </a:lnTo>
                  <a:lnTo>
                    <a:pt x="5638631" y="2186993"/>
                  </a:lnTo>
                  <a:lnTo>
                    <a:pt x="5674059" y="2129190"/>
                  </a:lnTo>
                  <a:lnTo>
                    <a:pt x="5709541" y="2067562"/>
                  </a:lnTo>
                  <a:lnTo>
                    <a:pt x="5745204" y="2002166"/>
                  </a:lnTo>
                  <a:lnTo>
                    <a:pt x="5781139" y="1933134"/>
                  </a:lnTo>
                  <a:lnTo>
                    <a:pt x="5817399" y="1860679"/>
                  </a:lnTo>
                  <a:lnTo>
                    <a:pt x="5854005" y="1785095"/>
                  </a:lnTo>
                  <a:lnTo>
                    <a:pt x="5890949" y="1706754"/>
                  </a:lnTo>
                  <a:lnTo>
                    <a:pt x="5928197" y="1626104"/>
                  </a:lnTo>
                  <a:lnTo>
                    <a:pt x="5965693" y="1543658"/>
                  </a:lnTo>
                  <a:lnTo>
                    <a:pt x="6003366" y="1459981"/>
                  </a:lnTo>
                  <a:lnTo>
                    <a:pt x="6041129" y="1375676"/>
                  </a:lnTo>
                  <a:lnTo>
                    <a:pt x="6078894" y="1291363"/>
                  </a:lnTo>
                  <a:lnTo>
                    <a:pt x="6116570" y="1207666"/>
                  </a:lnTo>
                  <a:lnTo>
                    <a:pt x="6154071" y="1125187"/>
                  </a:lnTo>
                  <a:lnTo>
                    <a:pt x="6191325" y="1044491"/>
                  </a:lnTo>
                  <a:lnTo>
                    <a:pt x="6228276" y="966094"/>
                  </a:lnTo>
                  <a:lnTo>
                    <a:pt x="6264890" y="890445"/>
                  </a:lnTo>
                  <a:lnTo>
                    <a:pt x="6301157" y="817917"/>
                  </a:lnTo>
                  <a:lnTo>
                    <a:pt x="6337098" y="748808"/>
                  </a:lnTo>
                  <a:lnTo>
                    <a:pt x="6372767" y="683330"/>
                  </a:lnTo>
                  <a:lnTo>
                    <a:pt x="6408252" y="621618"/>
                  </a:lnTo>
                  <a:lnTo>
                    <a:pt x="6443679" y="563730"/>
                  </a:lnTo>
                  <a:lnTo>
                    <a:pt x="6479220" y="509654"/>
                  </a:lnTo>
                  <a:lnTo>
                    <a:pt x="6515094" y="459317"/>
                  </a:lnTo>
                  <a:lnTo>
                    <a:pt x="6515891" y="458248"/>
                  </a:lnTo>
                  <a:lnTo>
                    <a:pt x="6562616" y="399403"/>
                  </a:lnTo>
                  <a:lnTo>
                    <a:pt x="6610943" y="346513"/>
                  </a:lnTo>
                  <a:lnTo>
                    <a:pt x="6661635" y="299266"/>
                  </a:lnTo>
                  <a:lnTo>
                    <a:pt x="6715546" y="257140"/>
                  </a:lnTo>
                  <a:lnTo>
                    <a:pt x="6773546" y="219549"/>
                  </a:lnTo>
                  <a:lnTo>
                    <a:pt x="6836444" y="185928"/>
                  </a:lnTo>
                  <a:lnTo>
                    <a:pt x="6904890" y="155785"/>
                  </a:lnTo>
                  <a:lnTo>
                    <a:pt x="6979253" y="128722"/>
                  </a:lnTo>
                  <a:lnTo>
                    <a:pt x="7059449" y="104451"/>
                  </a:lnTo>
                  <a:lnTo>
                    <a:pt x="7144741" y="82797"/>
                  </a:lnTo>
                  <a:lnTo>
                    <a:pt x="7233545" y="63690"/>
                  </a:lnTo>
                  <a:lnTo>
                    <a:pt x="7323310" y="47144"/>
                  </a:lnTo>
                  <a:lnTo>
                    <a:pt x="7410554" y="33218"/>
                  </a:lnTo>
                  <a:lnTo>
                    <a:pt x="7491183" y="21962"/>
                  </a:lnTo>
                  <a:lnTo>
                    <a:pt x="7561088" y="13350"/>
                  </a:lnTo>
                  <a:lnTo>
                    <a:pt x="7616951" y="7232"/>
                  </a:lnTo>
                  <a:lnTo>
                    <a:pt x="7657023" y="3306"/>
                  </a:lnTo>
                  <a:lnTo>
                    <a:pt x="7681619" y="1140"/>
                  </a:lnTo>
                  <a:lnTo>
                    <a:pt x="7693207" y="218"/>
                  </a:lnTo>
                  <a:lnTo>
                    <a:pt x="7696170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" name="pl202"/>
            <p:cNvSpPr/>
            <p:nvPr/>
          </p:nvSpPr>
          <p:spPr>
            <a:xfrm>
              <a:off x="546595" y="1714139"/>
              <a:ext cx="8234974" cy="2749489"/>
            </a:xfrm>
            <a:custGeom>
              <a:avLst/>
              <a:pathLst>
                <a:path w="8234974" h="2749489">
                  <a:moveTo>
                    <a:pt x="8234974" y="0"/>
                  </a:moveTo>
                  <a:lnTo>
                    <a:pt x="7696237" y="0"/>
                  </a:lnTo>
                  <a:lnTo>
                    <a:pt x="7695062" y="82"/>
                  </a:lnTo>
                  <a:lnTo>
                    <a:pt x="7687377" y="671"/>
                  </a:lnTo>
                  <a:lnTo>
                    <a:pt x="7668148" y="2298"/>
                  </a:lnTo>
                  <a:lnTo>
                    <a:pt x="7634140" y="5495"/>
                  </a:lnTo>
                  <a:lnTo>
                    <a:pt x="7584204" y="10733"/>
                  </a:lnTo>
                  <a:lnTo>
                    <a:pt x="7519337" y="18368"/>
                  </a:lnTo>
                  <a:lnTo>
                    <a:pt x="7442341" y="28606"/>
                  </a:lnTo>
                  <a:lnTo>
                    <a:pt x="7357121" y="41516"/>
                  </a:lnTo>
                  <a:lnTo>
                    <a:pt x="7267864" y="57069"/>
                  </a:lnTo>
                  <a:lnTo>
                    <a:pt x="7178338" y="75204"/>
                  </a:lnTo>
                  <a:lnTo>
                    <a:pt x="7091468" y="95883"/>
                  </a:lnTo>
                  <a:lnTo>
                    <a:pt x="7009198" y="119141"/>
                  </a:lnTo>
                  <a:lnTo>
                    <a:pt x="6932568" y="145110"/>
                  </a:lnTo>
                  <a:lnTo>
                    <a:pt x="6861886" y="174037"/>
                  </a:lnTo>
                  <a:lnTo>
                    <a:pt x="6796935" y="206276"/>
                  </a:lnTo>
                  <a:lnTo>
                    <a:pt x="6737155" y="242289"/>
                  </a:lnTo>
                  <a:lnTo>
                    <a:pt x="6681784" y="282615"/>
                  </a:lnTo>
                  <a:lnTo>
                    <a:pt x="6629967" y="327840"/>
                  </a:lnTo>
                  <a:lnTo>
                    <a:pt x="6580834" y="378523"/>
                  </a:lnTo>
                  <a:lnTo>
                    <a:pt x="6533579" y="435081"/>
                  </a:lnTo>
                  <a:lnTo>
                    <a:pt x="6515891" y="458248"/>
                  </a:lnTo>
                  <a:lnTo>
                    <a:pt x="6480007" y="508504"/>
                  </a:lnTo>
                  <a:lnTo>
                    <a:pt x="6444462" y="562496"/>
                  </a:lnTo>
                  <a:lnTo>
                    <a:pt x="6409033" y="620299"/>
                  </a:lnTo>
                  <a:lnTo>
                    <a:pt x="6373552" y="681927"/>
                  </a:lnTo>
                  <a:lnTo>
                    <a:pt x="6337888" y="747323"/>
                  </a:lnTo>
                  <a:lnTo>
                    <a:pt x="6301953" y="816355"/>
                  </a:lnTo>
                  <a:lnTo>
                    <a:pt x="6265694" y="888810"/>
                  </a:lnTo>
                  <a:lnTo>
                    <a:pt x="6229088" y="964394"/>
                  </a:lnTo>
                  <a:lnTo>
                    <a:pt x="6192144" y="1042735"/>
                  </a:lnTo>
                  <a:lnTo>
                    <a:pt x="6154896" y="1123385"/>
                  </a:lnTo>
                  <a:lnTo>
                    <a:pt x="6117399" y="1205831"/>
                  </a:lnTo>
                  <a:lnTo>
                    <a:pt x="6079727" y="1289508"/>
                  </a:lnTo>
                  <a:lnTo>
                    <a:pt x="6041963" y="1373813"/>
                  </a:lnTo>
                  <a:lnTo>
                    <a:pt x="6004198" y="1458125"/>
                  </a:lnTo>
                  <a:lnTo>
                    <a:pt x="5966523" y="1541823"/>
                  </a:lnTo>
                  <a:lnTo>
                    <a:pt x="5929022" y="1624302"/>
                  </a:lnTo>
                  <a:lnTo>
                    <a:pt x="5891767" y="1704997"/>
                  </a:lnTo>
                  <a:lnTo>
                    <a:pt x="5854816" y="1783394"/>
                  </a:lnTo>
                  <a:lnTo>
                    <a:pt x="5818203" y="1859044"/>
                  </a:lnTo>
                  <a:lnTo>
                    <a:pt x="5781936" y="1931571"/>
                  </a:lnTo>
                  <a:lnTo>
                    <a:pt x="5745994" y="2000681"/>
                  </a:lnTo>
                  <a:lnTo>
                    <a:pt x="5710325" y="2066159"/>
                  </a:lnTo>
                  <a:lnTo>
                    <a:pt x="5674841" y="2127871"/>
                  </a:lnTo>
                  <a:lnTo>
                    <a:pt x="5639413" y="2185759"/>
                  </a:lnTo>
                  <a:lnTo>
                    <a:pt x="5603872" y="2239834"/>
                  </a:lnTo>
                  <a:lnTo>
                    <a:pt x="5567999" y="2290172"/>
                  </a:lnTo>
                  <a:lnTo>
                    <a:pt x="5567201" y="2291241"/>
                  </a:lnTo>
                  <a:lnTo>
                    <a:pt x="5520476" y="2350086"/>
                  </a:lnTo>
                  <a:lnTo>
                    <a:pt x="5472150" y="2402976"/>
                  </a:lnTo>
                  <a:lnTo>
                    <a:pt x="5421458" y="2450222"/>
                  </a:lnTo>
                  <a:lnTo>
                    <a:pt x="5367546" y="2492349"/>
                  </a:lnTo>
                  <a:lnTo>
                    <a:pt x="5309546" y="2529940"/>
                  </a:lnTo>
                  <a:lnTo>
                    <a:pt x="5246649" y="2563561"/>
                  </a:lnTo>
                  <a:lnTo>
                    <a:pt x="5178202" y="2593704"/>
                  </a:lnTo>
                  <a:lnTo>
                    <a:pt x="5103839" y="2620767"/>
                  </a:lnTo>
                  <a:lnTo>
                    <a:pt x="5023643" y="2645038"/>
                  </a:lnTo>
                  <a:lnTo>
                    <a:pt x="4938352" y="2666692"/>
                  </a:lnTo>
                  <a:lnTo>
                    <a:pt x="4849547" y="2685799"/>
                  </a:lnTo>
                  <a:lnTo>
                    <a:pt x="4759783" y="2702345"/>
                  </a:lnTo>
                  <a:lnTo>
                    <a:pt x="4672538" y="2716271"/>
                  </a:lnTo>
                  <a:lnTo>
                    <a:pt x="4591909" y="2727527"/>
                  </a:lnTo>
                  <a:lnTo>
                    <a:pt x="4522004" y="2736139"/>
                  </a:lnTo>
                  <a:lnTo>
                    <a:pt x="4466141" y="2742257"/>
                  </a:lnTo>
                  <a:lnTo>
                    <a:pt x="4426070" y="2746183"/>
                  </a:lnTo>
                  <a:lnTo>
                    <a:pt x="4401474" y="2748349"/>
                  </a:lnTo>
                  <a:lnTo>
                    <a:pt x="4389886" y="2749270"/>
                  </a:lnTo>
                  <a:lnTo>
                    <a:pt x="4386923" y="2749485"/>
                  </a:lnTo>
                  <a:lnTo>
                    <a:pt x="4386855" y="2749489"/>
                  </a:lnTo>
                  <a:lnTo>
                    <a:pt x="3848118" y="2749489"/>
                  </a:lnTo>
                  <a:lnTo>
                    <a:pt x="3846888" y="2749426"/>
                  </a:lnTo>
                  <a:lnTo>
                    <a:pt x="3838852" y="2748972"/>
                  </a:lnTo>
                  <a:lnTo>
                    <a:pt x="3818779" y="2747719"/>
                  </a:lnTo>
                  <a:lnTo>
                    <a:pt x="3783360" y="2745258"/>
                  </a:lnTo>
                  <a:lnTo>
                    <a:pt x="3731516" y="2741230"/>
                  </a:lnTo>
                  <a:lnTo>
                    <a:pt x="3664442" y="2735371"/>
                  </a:lnTo>
                  <a:lnTo>
                    <a:pt x="3585201" y="2727529"/>
                  </a:lnTo>
                  <a:lnTo>
                    <a:pt x="3497952" y="2717663"/>
                  </a:lnTo>
                  <a:lnTo>
                    <a:pt x="3407060" y="2705798"/>
                  </a:lnTo>
                  <a:lnTo>
                    <a:pt x="3316373" y="2691983"/>
                  </a:lnTo>
                  <a:lnTo>
                    <a:pt x="3228803" y="2676240"/>
                  </a:lnTo>
                  <a:lnTo>
                    <a:pt x="3146224" y="2658531"/>
                  </a:lnTo>
                  <a:lnTo>
                    <a:pt x="3069571" y="2638738"/>
                  </a:lnTo>
                  <a:lnTo>
                    <a:pt x="2999045" y="2616656"/>
                  </a:lnTo>
                  <a:lnTo>
                    <a:pt x="2934329" y="2591993"/>
                  </a:lnTo>
                  <a:lnTo>
                    <a:pt x="2874775" y="2564378"/>
                  </a:lnTo>
                  <a:lnTo>
                    <a:pt x="2819553" y="2533385"/>
                  </a:lnTo>
                  <a:lnTo>
                    <a:pt x="2767757" y="2498562"/>
                  </a:lnTo>
                  <a:lnTo>
                    <a:pt x="2718486" y="2459497"/>
                  </a:lnTo>
                  <a:lnTo>
                    <a:pt x="2670928" y="2415930"/>
                  </a:lnTo>
                  <a:lnTo>
                    <a:pt x="2667772" y="2412836"/>
                  </a:lnTo>
                  <a:lnTo>
                    <a:pt x="2627633" y="2371326"/>
                  </a:lnTo>
                  <a:lnTo>
                    <a:pt x="2587881" y="2326367"/>
                  </a:lnTo>
                  <a:lnTo>
                    <a:pt x="2548222" y="2277893"/>
                  </a:lnTo>
                  <a:lnTo>
                    <a:pt x="2508434" y="2225911"/>
                  </a:lnTo>
                  <a:lnTo>
                    <a:pt x="2468359" y="2170511"/>
                  </a:lnTo>
                  <a:lnTo>
                    <a:pt x="2427901" y="2111873"/>
                  </a:lnTo>
                  <a:lnTo>
                    <a:pt x="2387012" y="2050272"/>
                  </a:lnTo>
                  <a:lnTo>
                    <a:pt x="2345697" y="1986074"/>
                  </a:lnTo>
                  <a:lnTo>
                    <a:pt x="2303999" y="1919732"/>
                  </a:lnTo>
                  <a:lnTo>
                    <a:pt x="2261996" y="1851774"/>
                  </a:lnTo>
                  <a:lnTo>
                    <a:pt x="2219793" y="1782790"/>
                  </a:lnTo>
                  <a:lnTo>
                    <a:pt x="2177510" y="1713405"/>
                  </a:lnTo>
                  <a:lnTo>
                    <a:pt x="2135276" y="1644262"/>
                  </a:lnTo>
                  <a:lnTo>
                    <a:pt x="2093213" y="1575994"/>
                  </a:lnTo>
                  <a:lnTo>
                    <a:pt x="2051431" y="1509201"/>
                  </a:lnTo>
                  <a:lnTo>
                    <a:pt x="2010016" y="1444427"/>
                  </a:lnTo>
                  <a:lnTo>
                    <a:pt x="1969020" y="1382147"/>
                  </a:lnTo>
                  <a:lnTo>
                    <a:pt x="1928458" y="1322748"/>
                  </a:lnTo>
                  <a:lnTo>
                    <a:pt x="1888295" y="1266527"/>
                  </a:lnTo>
                  <a:lnTo>
                    <a:pt x="1848448" y="1213688"/>
                  </a:lnTo>
                  <a:lnTo>
                    <a:pt x="1808775" y="1164343"/>
                  </a:lnTo>
                  <a:lnTo>
                    <a:pt x="1769071" y="1118519"/>
                  </a:lnTo>
                  <a:lnTo>
                    <a:pt x="1729059" y="1076166"/>
                  </a:lnTo>
                  <a:lnTo>
                    <a:pt x="1719082" y="1066221"/>
                  </a:lnTo>
                  <a:lnTo>
                    <a:pt x="1671614" y="1022348"/>
                  </a:lnTo>
                  <a:lnTo>
                    <a:pt x="1622483" y="982986"/>
                  </a:lnTo>
                  <a:lnTo>
                    <a:pt x="1570884" y="947889"/>
                  </a:lnTo>
                  <a:lnTo>
                    <a:pt x="1515921" y="916652"/>
                  </a:lnTo>
                  <a:lnTo>
                    <a:pt x="1456686" y="888825"/>
                  </a:lnTo>
                  <a:lnTo>
                    <a:pt x="1392340" y="863975"/>
                  </a:lnTo>
                  <a:lnTo>
                    <a:pt x="1322220" y="841729"/>
                  </a:lnTo>
                  <a:lnTo>
                    <a:pt x="1245980" y="821790"/>
                  </a:lnTo>
                  <a:lnTo>
                    <a:pt x="1163780" y="803945"/>
                  </a:lnTo>
                  <a:lnTo>
                    <a:pt x="1076498" y="788072"/>
                  </a:lnTo>
                  <a:lnTo>
                    <a:pt x="985941" y="774127"/>
                  </a:lnTo>
                  <a:lnTo>
                    <a:pt x="894951" y="762130"/>
                  </a:lnTo>
                  <a:lnTo>
                    <a:pt x="807323" y="752127"/>
                  </a:lnTo>
                  <a:lnTo>
                    <a:pt x="727406" y="744150"/>
                  </a:lnTo>
                  <a:lnTo>
                    <a:pt x="659399" y="738160"/>
                  </a:lnTo>
                  <a:lnTo>
                    <a:pt x="606469" y="734017"/>
                  </a:lnTo>
                  <a:lnTo>
                    <a:pt x="569952" y="731461"/>
                  </a:lnTo>
                  <a:lnTo>
                    <a:pt x="548927" y="730139"/>
                  </a:lnTo>
                  <a:lnTo>
                    <a:pt x="540226" y="729644"/>
                  </a:lnTo>
                  <a:lnTo>
                    <a:pt x="538737" y="729567"/>
                  </a:lnTo>
                  <a:lnTo>
                    <a:pt x="538736" y="729567"/>
                  </a:lnTo>
                  <a:lnTo>
                    <a:pt x="0" y="7295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" name="pg203"/>
            <p:cNvSpPr/>
            <p:nvPr/>
          </p:nvSpPr>
          <p:spPr>
            <a:xfrm>
              <a:off x="546595" y="2449151"/>
              <a:ext cx="8234974" cy="2030811"/>
            </a:xfrm>
            <a:custGeom>
              <a:avLst/>
              <a:pathLst>
                <a:path w="8234974" h="2030811">
                  <a:moveTo>
                    <a:pt x="0" y="5444"/>
                  </a:moveTo>
                  <a:lnTo>
                    <a:pt x="538736" y="5444"/>
                  </a:lnTo>
                  <a:lnTo>
                    <a:pt x="539966" y="5508"/>
                  </a:lnTo>
                  <a:lnTo>
                    <a:pt x="547999" y="5962"/>
                  </a:lnTo>
                  <a:lnTo>
                    <a:pt x="568067" y="7219"/>
                  </a:lnTo>
                  <a:lnTo>
                    <a:pt x="603477" y="9686"/>
                  </a:lnTo>
                  <a:lnTo>
                    <a:pt x="655308" y="13723"/>
                  </a:lnTo>
                  <a:lnTo>
                    <a:pt x="722368" y="19596"/>
                  </a:lnTo>
                  <a:lnTo>
                    <a:pt x="801594" y="27457"/>
                  </a:lnTo>
                  <a:lnTo>
                    <a:pt x="888830" y="37348"/>
                  </a:lnTo>
                  <a:lnTo>
                    <a:pt x="979711" y="49241"/>
                  </a:lnTo>
                  <a:lnTo>
                    <a:pt x="1070391" y="63090"/>
                  </a:lnTo>
                  <a:lnTo>
                    <a:pt x="1157957" y="78872"/>
                  </a:lnTo>
                  <a:lnTo>
                    <a:pt x="1240534" y="96624"/>
                  </a:lnTo>
                  <a:lnTo>
                    <a:pt x="1317186" y="116466"/>
                  </a:lnTo>
                  <a:lnTo>
                    <a:pt x="1387713" y="138602"/>
                  </a:lnTo>
                  <a:lnTo>
                    <a:pt x="1452431" y="163325"/>
                  </a:lnTo>
                  <a:lnTo>
                    <a:pt x="1511987" y="191006"/>
                  </a:lnTo>
                  <a:lnTo>
                    <a:pt x="1567209" y="222074"/>
                  </a:lnTo>
                  <a:lnTo>
                    <a:pt x="1619006" y="256980"/>
                  </a:lnTo>
                  <a:lnTo>
                    <a:pt x="1668276" y="296138"/>
                  </a:lnTo>
                  <a:lnTo>
                    <a:pt x="1715832" y="339809"/>
                  </a:lnTo>
                  <a:lnTo>
                    <a:pt x="1719082" y="343005"/>
                  </a:lnTo>
                  <a:lnTo>
                    <a:pt x="1759186" y="384588"/>
                  </a:lnTo>
                  <a:lnTo>
                    <a:pt x="1798902" y="429622"/>
                  </a:lnTo>
                  <a:lnTo>
                    <a:pt x="1838525" y="478175"/>
                  </a:lnTo>
                  <a:lnTo>
                    <a:pt x="1878277" y="530240"/>
                  </a:lnTo>
                  <a:lnTo>
                    <a:pt x="1918314" y="585726"/>
                  </a:lnTo>
                  <a:lnTo>
                    <a:pt x="1958734" y="644453"/>
                  </a:lnTo>
                  <a:lnTo>
                    <a:pt x="1999583" y="706148"/>
                  </a:lnTo>
                  <a:lnTo>
                    <a:pt x="2040858" y="770445"/>
                  </a:lnTo>
                  <a:lnTo>
                    <a:pt x="2082516" y="836892"/>
                  </a:lnTo>
                  <a:lnTo>
                    <a:pt x="2124479" y="904960"/>
                  </a:lnTo>
                  <a:lnTo>
                    <a:pt x="2166643" y="974062"/>
                  </a:lnTo>
                  <a:lnTo>
                    <a:pt x="2208888" y="1043570"/>
                  </a:lnTo>
                  <a:lnTo>
                    <a:pt x="2251085" y="1112843"/>
                  </a:lnTo>
                  <a:lnTo>
                    <a:pt x="2293113" y="1181248"/>
                  </a:lnTo>
                  <a:lnTo>
                    <a:pt x="2334862" y="1248184"/>
                  </a:lnTo>
                  <a:lnTo>
                    <a:pt x="2376245" y="1313105"/>
                  </a:lnTo>
                  <a:lnTo>
                    <a:pt x="2417211" y="1375538"/>
                  </a:lnTo>
                  <a:lnTo>
                    <a:pt x="2457743" y="1435091"/>
                  </a:lnTo>
                  <a:lnTo>
                    <a:pt x="2497876" y="1491468"/>
                  </a:lnTo>
                  <a:lnTo>
                    <a:pt x="2537691" y="1544462"/>
                  </a:lnTo>
                  <a:lnTo>
                    <a:pt x="2577330" y="1593961"/>
                  </a:lnTo>
                  <a:lnTo>
                    <a:pt x="2616996" y="1639935"/>
                  </a:lnTo>
                  <a:lnTo>
                    <a:pt x="2656962" y="1682433"/>
                  </a:lnTo>
                  <a:lnTo>
                    <a:pt x="2667772" y="1693250"/>
                  </a:lnTo>
                  <a:lnTo>
                    <a:pt x="2715236" y="1737236"/>
                  </a:lnTo>
                  <a:lnTo>
                    <a:pt x="2764362" y="1776701"/>
                  </a:lnTo>
                  <a:lnTo>
                    <a:pt x="2815955" y="1811890"/>
                  </a:lnTo>
                  <a:lnTo>
                    <a:pt x="2870910" y="1843209"/>
                  </a:lnTo>
                  <a:lnTo>
                    <a:pt x="2930137" y="1871111"/>
                  </a:lnTo>
                  <a:lnTo>
                    <a:pt x="2994473" y="1896026"/>
                  </a:lnTo>
                  <a:lnTo>
                    <a:pt x="3064583" y="1918331"/>
                  </a:lnTo>
                  <a:lnTo>
                    <a:pt x="3140810" y="1938324"/>
                  </a:lnTo>
                  <a:lnTo>
                    <a:pt x="3222997" y="1956217"/>
                  </a:lnTo>
                  <a:lnTo>
                    <a:pt x="3310265" y="1972133"/>
                  </a:lnTo>
                  <a:lnTo>
                    <a:pt x="3400812" y="1986116"/>
                  </a:lnTo>
                  <a:lnTo>
                    <a:pt x="3491794" y="1998147"/>
                  </a:lnTo>
                  <a:lnTo>
                    <a:pt x="3579421" y="2008178"/>
                  </a:lnTo>
                  <a:lnTo>
                    <a:pt x="3659343" y="2016179"/>
                  </a:lnTo>
                  <a:lnTo>
                    <a:pt x="3727362" y="2022187"/>
                  </a:lnTo>
                  <a:lnTo>
                    <a:pt x="3780313" y="2026344"/>
                  </a:lnTo>
                  <a:lnTo>
                    <a:pt x="3816853" y="2028909"/>
                  </a:lnTo>
                  <a:lnTo>
                    <a:pt x="3837902" y="2030236"/>
                  </a:lnTo>
                  <a:lnTo>
                    <a:pt x="3846621" y="2030733"/>
                  </a:lnTo>
                  <a:lnTo>
                    <a:pt x="3848118" y="2030811"/>
                  </a:lnTo>
                  <a:lnTo>
                    <a:pt x="4386855" y="2030811"/>
                  </a:lnTo>
                  <a:lnTo>
                    <a:pt x="4388125" y="2030767"/>
                  </a:lnTo>
                  <a:lnTo>
                    <a:pt x="4396414" y="2030458"/>
                  </a:lnTo>
                  <a:lnTo>
                    <a:pt x="4417097" y="2029602"/>
                  </a:lnTo>
                  <a:lnTo>
                    <a:pt x="4453532" y="2027924"/>
                  </a:lnTo>
                  <a:lnTo>
                    <a:pt x="4506740" y="2025178"/>
                  </a:lnTo>
                  <a:lnTo>
                    <a:pt x="4575382" y="2021189"/>
                  </a:lnTo>
                  <a:lnTo>
                    <a:pt x="4656201" y="2015859"/>
                  </a:lnTo>
                  <a:lnTo>
                    <a:pt x="4744860" y="2009162"/>
                  </a:lnTo>
                  <a:lnTo>
                    <a:pt x="4836870" y="2001120"/>
                  </a:lnTo>
                  <a:lnTo>
                    <a:pt x="4928336" y="1991764"/>
                  </a:lnTo>
                  <a:lnTo>
                    <a:pt x="5016358" y="1981107"/>
                  </a:lnTo>
                  <a:lnTo>
                    <a:pt x="5099120" y="1969116"/>
                  </a:lnTo>
                  <a:lnTo>
                    <a:pt x="5175762" y="1955704"/>
                  </a:lnTo>
                  <a:lnTo>
                    <a:pt x="5246163" y="1940722"/>
                  </a:lnTo>
                  <a:lnTo>
                    <a:pt x="5310711" y="1923963"/>
                  </a:lnTo>
                  <a:lnTo>
                    <a:pt x="5370112" y="1905169"/>
                  </a:lnTo>
                  <a:lnTo>
                    <a:pt x="5425246" y="1884041"/>
                  </a:lnTo>
                  <a:lnTo>
                    <a:pt x="5477052" y="1860273"/>
                  </a:lnTo>
                  <a:lnTo>
                    <a:pt x="5526450" y="1833597"/>
                  </a:lnTo>
                  <a:lnTo>
                    <a:pt x="5567201" y="1808492"/>
                  </a:lnTo>
                  <a:lnTo>
                    <a:pt x="5612345" y="1777480"/>
                  </a:lnTo>
                  <a:lnTo>
                    <a:pt x="5657047" y="1743573"/>
                  </a:lnTo>
                  <a:lnTo>
                    <a:pt x="5701709" y="1706723"/>
                  </a:lnTo>
                  <a:lnTo>
                    <a:pt x="5746617" y="1666959"/>
                  </a:lnTo>
                  <a:lnTo>
                    <a:pt x="5791957" y="1624404"/>
                  </a:lnTo>
                  <a:lnTo>
                    <a:pt x="5837826" y="1579276"/>
                  </a:lnTo>
                  <a:lnTo>
                    <a:pt x="5884241" y="1531895"/>
                  </a:lnTo>
                  <a:lnTo>
                    <a:pt x="5931149" y="1482673"/>
                  </a:lnTo>
                  <a:lnTo>
                    <a:pt x="5978441" y="1432102"/>
                  </a:lnTo>
                  <a:lnTo>
                    <a:pt x="6025969" y="1380739"/>
                  </a:lnTo>
                  <a:lnTo>
                    <a:pt x="6073556" y="1329178"/>
                  </a:lnTo>
                  <a:lnTo>
                    <a:pt x="6121021" y="1278023"/>
                  </a:lnTo>
                  <a:lnTo>
                    <a:pt x="6168196" y="1227858"/>
                  </a:lnTo>
                  <a:lnTo>
                    <a:pt x="6214943" y="1179219"/>
                  </a:lnTo>
                  <a:lnTo>
                    <a:pt x="6261172" y="1132575"/>
                  </a:lnTo>
                  <a:lnTo>
                    <a:pt x="6306852" y="1088305"/>
                  </a:lnTo>
                  <a:lnTo>
                    <a:pt x="6352028" y="1046694"/>
                  </a:lnTo>
                  <a:lnTo>
                    <a:pt x="6396825" y="1007927"/>
                  </a:lnTo>
                  <a:lnTo>
                    <a:pt x="6441463" y="972094"/>
                  </a:lnTo>
                  <a:lnTo>
                    <a:pt x="6486266" y="939197"/>
                  </a:lnTo>
                  <a:lnTo>
                    <a:pt x="6515891" y="919218"/>
                  </a:lnTo>
                  <a:lnTo>
                    <a:pt x="6563884" y="889947"/>
                  </a:lnTo>
                  <a:lnTo>
                    <a:pt x="6613586" y="863718"/>
                  </a:lnTo>
                  <a:lnTo>
                    <a:pt x="6665828" y="840362"/>
                  </a:lnTo>
                  <a:lnTo>
                    <a:pt x="6721538" y="819601"/>
                  </a:lnTo>
                  <a:lnTo>
                    <a:pt x="6781654" y="801128"/>
                  </a:lnTo>
                  <a:lnTo>
                    <a:pt x="6847035" y="784649"/>
                  </a:lnTo>
                  <a:lnTo>
                    <a:pt x="6918351" y="769913"/>
                  </a:lnTo>
                  <a:lnTo>
                    <a:pt x="6995928" y="756721"/>
                  </a:lnTo>
                  <a:lnTo>
                    <a:pt x="7079549" y="744933"/>
                  </a:lnTo>
                  <a:lnTo>
                    <a:pt x="7168225" y="734470"/>
                  </a:lnTo>
                  <a:lnTo>
                    <a:pt x="7259982" y="725308"/>
                  </a:lnTo>
                  <a:lnTo>
                    <a:pt x="7351761" y="717464"/>
                  </a:lnTo>
                  <a:lnTo>
                    <a:pt x="7439542" y="710971"/>
                  </a:lnTo>
                  <a:lnTo>
                    <a:pt x="7518806" y="705843"/>
                  </a:lnTo>
                  <a:lnTo>
                    <a:pt x="7585317" y="702048"/>
                  </a:lnTo>
                  <a:lnTo>
                    <a:pt x="7636056" y="699475"/>
                  </a:lnTo>
                  <a:lnTo>
                    <a:pt x="7670019" y="697935"/>
                  </a:lnTo>
                  <a:lnTo>
                    <a:pt x="7688589" y="697179"/>
                  </a:lnTo>
                  <a:lnTo>
                    <a:pt x="7695448" y="696926"/>
                  </a:lnTo>
                  <a:lnTo>
                    <a:pt x="7696237" y="696900"/>
                  </a:lnTo>
                  <a:lnTo>
                    <a:pt x="8234974" y="696900"/>
                  </a:lnTo>
                  <a:lnTo>
                    <a:pt x="8234974" y="691455"/>
                  </a:lnTo>
                  <a:lnTo>
                    <a:pt x="7696237" y="691455"/>
                  </a:lnTo>
                  <a:lnTo>
                    <a:pt x="7694967" y="691499"/>
                  </a:lnTo>
                  <a:lnTo>
                    <a:pt x="7686678" y="691808"/>
                  </a:lnTo>
                  <a:lnTo>
                    <a:pt x="7665995" y="692664"/>
                  </a:lnTo>
                  <a:lnTo>
                    <a:pt x="7629561" y="694343"/>
                  </a:lnTo>
                  <a:lnTo>
                    <a:pt x="7576352" y="697088"/>
                  </a:lnTo>
                  <a:lnTo>
                    <a:pt x="7507710" y="701077"/>
                  </a:lnTo>
                  <a:lnTo>
                    <a:pt x="7426891" y="706407"/>
                  </a:lnTo>
                  <a:lnTo>
                    <a:pt x="7338233" y="713104"/>
                  </a:lnTo>
                  <a:lnTo>
                    <a:pt x="7246222" y="721146"/>
                  </a:lnTo>
                  <a:lnTo>
                    <a:pt x="7154756" y="730502"/>
                  </a:lnTo>
                  <a:lnTo>
                    <a:pt x="7066735" y="741160"/>
                  </a:lnTo>
                  <a:lnTo>
                    <a:pt x="6983973" y="753150"/>
                  </a:lnTo>
                  <a:lnTo>
                    <a:pt x="6907331" y="766562"/>
                  </a:lnTo>
                  <a:lnTo>
                    <a:pt x="6836930" y="781544"/>
                  </a:lnTo>
                  <a:lnTo>
                    <a:pt x="6772382" y="798303"/>
                  </a:lnTo>
                  <a:lnTo>
                    <a:pt x="6712980" y="817097"/>
                  </a:lnTo>
                  <a:lnTo>
                    <a:pt x="6657847" y="838225"/>
                  </a:lnTo>
                  <a:lnTo>
                    <a:pt x="6606041" y="861993"/>
                  </a:lnTo>
                  <a:lnTo>
                    <a:pt x="6556643" y="888669"/>
                  </a:lnTo>
                  <a:lnTo>
                    <a:pt x="6515891" y="913774"/>
                  </a:lnTo>
                  <a:lnTo>
                    <a:pt x="6470748" y="944786"/>
                  </a:lnTo>
                  <a:lnTo>
                    <a:pt x="6426045" y="978693"/>
                  </a:lnTo>
                  <a:lnTo>
                    <a:pt x="6381383" y="1015543"/>
                  </a:lnTo>
                  <a:lnTo>
                    <a:pt x="6336475" y="1055307"/>
                  </a:lnTo>
                  <a:lnTo>
                    <a:pt x="6291135" y="1097863"/>
                  </a:lnTo>
                  <a:lnTo>
                    <a:pt x="6245266" y="1142990"/>
                  </a:lnTo>
                  <a:lnTo>
                    <a:pt x="6198852" y="1190371"/>
                  </a:lnTo>
                  <a:lnTo>
                    <a:pt x="6151944" y="1239593"/>
                  </a:lnTo>
                  <a:lnTo>
                    <a:pt x="6104651" y="1290164"/>
                  </a:lnTo>
                  <a:lnTo>
                    <a:pt x="6057124" y="1341527"/>
                  </a:lnTo>
                  <a:lnTo>
                    <a:pt x="6009537" y="1393088"/>
                  </a:lnTo>
                  <a:lnTo>
                    <a:pt x="5962072" y="1444243"/>
                  </a:lnTo>
                  <a:lnTo>
                    <a:pt x="5914897" y="1494409"/>
                  </a:lnTo>
                  <a:lnTo>
                    <a:pt x="5868149" y="1543047"/>
                  </a:lnTo>
                  <a:lnTo>
                    <a:pt x="5821921" y="1589692"/>
                  </a:lnTo>
                  <a:lnTo>
                    <a:pt x="5776240" y="1633961"/>
                  </a:lnTo>
                  <a:lnTo>
                    <a:pt x="5731065" y="1675572"/>
                  </a:lnTo>
                  <a:lnTo>
                    <a:pt x="5686267" y="1714339"/>
                  </a:lnTo>
                  <a:lnTo>
                    <a:pt x="5641629" y="1750172"/>
                  </a:lnTo>
                  <a:lnTo>
                    <a:pt x="5596827" y="1783069"/>
                  </a:lnTo>
                  <a:lnTo>
                    <a:pt x="5567201" y="1803048"/>
                  </a:lnTo>
                  <a:lnTo>
                    <a:pt x="5519208" y="1832319"/>
                  </a:lnTo>
                  <a:lnTo>
                    <a:pt x="5469507" y="1858548"/>
                  </a:lnTo>
                  <a:lnTo>
                    <a:pt x="5417264" y="1881904"/>
                  </a:lnTo>
                  <a:lnTo>
                    <a:pt x="5361554" y="1902665"/>
                  </a:lnTo>
                  <a:lnTo>
                    <a:pt x="5301439" y="1921138"/>
                  </a:lnTo>
                  <a:lnTo>
                    <a:pt x="5236057" y="1937617"/>
                  </a:lnTo>
                  <a:lnTo>
                    <a:pt x="5164741" y="1952353"/>
                  </a:lnTo>
                  <a:lnTo>
                    <a:pt x="5087164" y="1965545"/>
                  </a:lnTo>
                  <a:lnTo>
                    <a:pt x="5003543" y="1977333"/>
                  </a:lnTo>
                  <a:lnTo>
                    <a:pt x="4914867" y="1987796"/>
                  </a:lnTo>
                  <a:lnTo>
                    <a:pt x="4823110" y="1996958"/>
                  </a:lnTo>
                  <a:lnTo>
                    <a:pt x="4731331" y="2004802"/>
                  </a:lnTo>
                  <a:lnTo>
                    <a:pt x="4643550" y="2011296"/>
                  </a:lnTo>
                  <a:lnTo>
                    <a:pt x="4564286" y="2016423"/>
                  </a:lnTo>
                  <a:lnTo>
                    <a:pt x="4497776" y="2020218"/>
                  </a:lnTo>
                  <a:lnTo>
                    <a:pt x="4447036" y="2022791"/>
                  </a:lnTo>
                  <a:lnTo>
                    <a:pt x="4413073" y="2024331"/>
                  </a:lnTo>
                  <a:lnTo>
                    <a:pt x="4394503" y="2025087"/>
                  </a:lnTo>
                  <a:lnTo>
                    <a:pt x="4387645" y="2025340"/>
                  </a:lnTo>
                  <a:lnTo>
                    <a:pt x="4386855" y="2025366"/>
                  </a:lnTo>
                  <a:lnTo>
                    <a:pt x="3848118" y="2025366"/>
                  </a:lnTo>
                  <a:lnTo>
                    <a:pt x="3846889" y="2025303"/>
                  </a:lnTo>
                  <a:lnTo>
                    <a:pt x="3838855" y="2024848"/>
                  </a:lnTo>
                  <a:lnTo>
                    <a:pt x="3818788" y="2023592"/>
                  </a:lnTo>
                  <a:lnTo>
                    <a:pt x="3783378" y="2021125"/>
                  </a:lnTo>
                  <a:lnTo>
                    <a:pt x="3731546" y="2017088"/>
                  </a:lnTo>
                  <a:lnTo>
                    <a:pt x="3664486" y="2011214"/>
                  </a:lnTo>
                  <a:lnTo>
                    <a:pt x="3585261" y="2003354"/>
                  </a:lnTo>
                  <a:lnTo>
                    <a:pt x="3498025" y="1993463"/>
                  </a:lnTo>
                  <a:lnTo>
                    <a:pt x="3407144" y="1981569"/>
                  </a:lnTo>
                  <a:lnTo>
                    <a:pt x="3316463" y="1967720"/>
                  </a:lnTo>
                  <a:lnTo>
                    <a:pt x="3228898" y="1951938"/>
                  </a:lnTo>
                  <a:lnTo>
                    <a:pt x="3146321" y="1934186"/>
                  </a:lnTo>
                  <a:lnTo>
                    <a:pt x="3069668" y="1914345"/>
                  </a:lnTo>
                  <a:lnTo>
                    <a:pt x="2999141" y="1892208"/>
                  </a:lnTo>
                  <a:lnTo>
                    <a:pt x="2934423" y="1867485"/>
                  </a:lnTo>
                  <a:lnTo>
                    <a:pt x="2874868" y="1839804"/>
                  </a:lnTo>
                  <a:lnTo>
                    <a:pt x="2819645" y="1808737"/>
                  </a:lnTo>
                  <a:lnTo>
                    <a:pt x="2767849" y="1773830"/>
                  </a:lnTo>
                  <a:lnTo>
                    <a:pt x="2718579" y="1734672"/>
                  </a:lnTo>
                  <a:lnTo>
                    <a:pt x="2671023" y="1691001"/>
                  </a:lnTo>
                  <a:lnTo>
                    <a:pt x="2667772" y="1687805"/>
                  </a:lnTo>
                  <a:lnTo>
                    <a:pt x="2627669" y="1646223"/>
                  </a:lnTo>
                  <a:lnTo>
                    <a:pt x="2587953" y="1601188"/>
                  </a:lnTo>
                  <a:lnTo>
                    <a:pt x="2548329" y="1552635"/>
                  </a:lnTo>
                  <a:lnTo>
                    <a:pt x="2508578" y="1500570"/>
                  </a:lnTo>
                  <a:lnTo>
                    <a:pt x="2468540" y="1445084"/>
                  </a:lnTo>
                  <a:lnTo>
                    <a:pt x="2428120" y="1386357"/>
                  </a:lnTo>
                  <a:lnTo>
                    <a:pt x="2387271" y="1324662"/>
                  </a:lnTo>
                  <a:lnTo>
                    <a:pt x="2345996" y="1260365"/>
                  </a:lnTo>
                  <a:lnTo>
                    <a:pt x="2304338" y="1193918"/>
                  </a:lnTo>
                  <a:lnTo>
                    <a:pt x="2262376" y="1125850"/>
                  </a:lnTo>
                  <a:lnTo>
                    <a:pt x="2220212" y="1056749"/>
                  </a:lnTo>
                  <a:lnTo>
                    <a:pt x="2177967" y="987240"/>
                  </a:lnTo>
                  <a:lnTo>
                    <a:pt x="2135769" y="917967"/>
                  </a:lnTo>
                  <a:lnTo>
                    <a:pt x="2093741" y="849562"/>
                  </a:lnTo>
                  <a:lnTo>
                    <a:pt x="2051993" y="782626"/>
                  </a:lnTo>
                  <a:lnTo>
                    <a:pt x="2010609" y="717705"/>
                  </a:lnTo>
                  <a:lnTo>
                    <a:pt x="1969644" y="655272"/>
                  </a:lnTo>
                  <a:lnTo>
                    <a:pt x="1929111" y="595719"/>
                  </a:lnTo>
                  <a:lnTo>
                    <a:pt x="1888979" y="539342"/>
                  </a:lnTo>
                  <a:lnTo>
                    <a:pt x="1849163" y="486348"/>
                  </a:lnTo>
                  <a:lnTo>
                    <a:pt x="1809524" y="436849"/>
                  </a:lnTo>
                  <a:lnTo>
                    <a:pt x="1769859" y="390875"/>
                  </a:lnTo>
                  <a:lnTo>
                    <a:pt x="1729893" y="348377"/>
                  </a:lnTo>
                  <a:lnTo>
                    <a:pt x="1719082" y="337561"/>
                  </a:lnTo>
                  <a:lnTo>
                    <a:pt x="1671619" y="293574"/>
                  </a:lnTo>
                  <a:lnTo>
                    <a:pt x="1622493" y="254109"/>
                  </a:lnTo>
                  <a:lnTo>
                    <a:pt x="1570900" y="218920"/>
                  </a:lnTo>
                  <a:lnTo>
                    <a:pt x="1515945" y="187601"/>
                  </a:lnTo>
                  <a:lnTo>
                    <a:pt x="1456718" y="159700"/>
                  </a:lnTo>
                  <a:lnTo>
                    <a:pt x="1392381" y="134784"/>
                  </a:lnTo>
                  <a:lnTo>
                    <a:pt x="1322272" y="112479"/>
                  </a:lnTo>
                  <a:lnTo>
                    <a:pt x="1246045" y="92486"/>
                  </a:lnTo>
                  <a:lnTo>
                    <a:pt x="1163858" y="74594"/>
                  </a:lnTo>
                  <a:lnTo>
                    <a:pt x="1076589" y="58677"/>
                  </a:lnTo>
                  <a:lnTo>
                    <a:pt x="986043" y="44694"/>
                  </a:lnTo>
                  <a:lnTo>
                    <a:pt x="895060" y="32663"/>
                  </a:lnTo>
                  <a:lnTo>
                    <a:pt x="807434" y="22632"/>
                  </a:lnTo>
                  <a:lnTo>
                    <a:pt x="727512" y="14631"/>
                  </a:lnTo>
                  <a:lnTo>
                    <a:pt x="659492" y="8624"/>
                  </a:lnTo>
                  <a:lnTo>
                    <a:pt x="606542" y="4467"/>
                  </a:lnTo>
                  <a:lnTo>
                    <a:pt x="570001" y="1902"/>
                  </a:lnTo>
                  <a:lnTo>
                    <a:pt x="548953" y="574"/>
                  </a:lnTo>
                  <a:lnTo>
                    <a:pt x="540234" y="7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4" name="pl204"/>
            <p:cNvSpPr/>
            <p:nvPr/>
          </p:nvSpPr>
          <p:spPr>
            <a:xfrm>
              <a:off x="546595" y="2454596"/>
              <a:ext cx="8234974" cy="2025366"/>
            </a:xfrm>
            <a:custGeom>
              <a:avLst/>
              <a:pathLst>
                <a:path w="8234974" h="2025366">
                  <a:moveTo>
                    <a:pt x="0" y="0"/>
                  </a:moveTo>
                  <a:lnTo>
                    <a:pt x="538736" y="0"/>
                  </a:lnTo>
                  <a:lnTo>
                    <a:pt x="539966" y="63"/>
                  </a:lnTo>
                  <a:lnTo>
                    <a:pt x="547999" y="518"/>
                  </a:lnTo>
                  <a:lnTo>
                    <a:pt x="568067" y="1774"/>
                  </a:lnTo>
                  <a:lnTo>
                    <a:pt x="603477" y="4241"/>
                  </a:lnTo>
                  <a:lnTo>
                    <a:pt x="655308" y="8278"/>
                  </a:lnTo>
                  <a:lnTo>
                    <a:pt x="722368" y="14152"/>
                  </a:lnTo>
                  <a:lnTo>
                    <a:pt x="801594" y="22012"/>
                  </a:lnTo>
                  <a:lnTo>
                    <a:pt x="888830" y="31903"/>
                  </a:lnTo>
                  <a:lnTo>
                    <a:pt x="979711" y="43797"/>
                  </a:lnTo>
                  <a:lnTo>
                    <a:pt x="1070391" y="57646"/>
                  </a:lnTo>
                  <a:lnTo>
                    <a:pt x="1157957" y="73427"/>
                  </a:lnTo>
                  <a:lnTo>
                    <a:pt x="1240534" y="91180"/>
                  </a:lnTo>
                  <a:lnTo>
                    <a:pt x="1317186" y="111021"/>
                  </a:lnTo>
                  <a:lnTo>
                    <a:pt x="1387713" y="133157"/>
                  </a:lnTo>
                  <a:lnTo>
                    <a:pt x="1452431" y="157881"/>
                  </a:lnTo>
                  <a:lnTo>
                    <a:pt x="1511987" y="185562"/>
                  </a:lnTo>
                  <a:lnTo>
                    <a:pt x="1567209" y="216629"/>
                  </a:lnTo>
                  <a:lnTo>
                    <a:pt x="1619006" y="251536"/>
                  </a:lnTo>
                  <a:lnTo>
                    <a:pt x="1668276" y="290694"/>
                  </a:lnTo>
                  <a:lnTo>
                    <a:pt x="1715832" y="334365"/>
                  </a:lnTo>
                  <a:lnTo>
                    <a:pt x="1719082" y="337561"/>
                  </a:lnTo>
                  <a:lnTo>
                    <a:pt x="1759186" y="379143"/>
                  </a:lnTo>
                  <a:lnTo>
                    <a:pt x="1798902" y="424178"/>
                  </a:lnTo>
                  <a:lnTo>
                    <a:pt x="1838525" y="472731"/>
                  </a:lnTo>
                  <a:lnTo>
                    <a:pt x="1878277" y="524795"/>
                  </a:lnTo>
                  <a:lnTo>
                    <a:pt x="1918314" y="580281"/>
                  </a:lnTo>
                  <a:lnTo>
                    <a:pt x="1958734" y="639008"/>
                  </a:lnTo>
                  <a:lnTo>
                    <a:pt x="1999583" y="700704"/>
                  </a:lnTo>
                  <a:lnTo>
                    <a:pt x="2040858" y="765001"/>
                  </a:lnTo>
                  <a:lnTo>
                    <a:pt x="2082516" y="831447"/>
                  </a:lnTo>
                  <a:lnTo>
                    <a:pt x="2124479" y="899515"/>
                  </a:lnTo>
                  <a:lnTo>
                    <a:pt x="2166643" y="968617"/>
                  </a:lnTo>
                  <a:lnTo>
                    <a:pt x="2208888" y="1038125"/>
                  </a:lnTo>
                  <a:lnTo>
                    <a:pt x="2251085" y="1107399"/>
                  </a:lnTo>
                  <a:lnTo>
                    <a:pt x="2293113" y="1175803"/>
                  </a:lnTo>
                  <a:lnTo>
                    <a:pt x="2334862" y="1242740"/>
                  </a:lnTo>
                  <a:lnTo>
                    <a:pt x="2376245" y="1307661"/>
                  </a:lnTo>
                  <a:lnTo>
                    <a:pt x="2417211" y="1370093"/>
                  </a:lnTo>
                  <a:lnTo>
                    <a:pt x="2457743" y="1429647"/>
                  </a:lnTo>
                  <a:lnTo>
                    <a:pt x="2497876" y="1486023"/>
                  </a:lnTo>
                  <a:lnTo>
                    <a:pt x="2537691" y="1539018"/>
                  </a:lnTo>
                  <a:lnTo>
                    <a:pt x="2577330" y="1588516"/>
                  </a:lnTo>
                  <a:lnTo>
                    <a:pt x="2616996" y="1634491"/>
                  </a:lnTo>
                  <a:lnTo>
                    <a:pt x="2656962" y="1676988"/>
                  </a:lnTo>
                  <a:lnTo>
                    <a:pt x="2667772" y="1687805"/>
                  </a:lnTo>
                  <a:lnTo>
                    <a:pt x="2715236" y="1731792"/>
                  </a:lnTo>
                  <a:lnTo>
                    <a:pt x="2764362" y="1771257"/>
                  </a:lnTo>
                  <a:lnTo>
                    <a:pt x="2815955" y="1806446"/>
                  </a:lnTo>
                  <a:lnTo>
                    <a:pt x="2870910" y="1837765"/>
                  </a:lnTo>
                  <a:lnTo>
                    <a:pt x="2930137" y="1865666"/>
                  </a:lnTo>
                  <a:lnTo>
                    <a:pt x="2994473" y="1890582"/>
                  </a:lnTo>
                  <a:lnTo>
                    <a:pt x="3064583" y="1912887"/>
                  </a:lnTo>
                  <a:lnTo>
                    <a:pt x="3140810" y="1932880"/>
                  </a:lnTo>
                  <a:lnTo>
                    <a:pt x="3222997" y="1950772"/>
                  </a:lnTo>
                  <a:lnTo>
                    <a:pt x="3310265" y="1966688"/>
                  </a:lnTo>
                  <a:lnTo>
                    <a:pt x="3400812" y="1980671"/>
                  </a:lnTo>
                  <a:lnTo>
                    <a:pt x="3491794" y="1992702"/>
                  </a:lnTo>
                  <a:lnTo>
                    <a:pt x="3579421" y="2002733"/>
                  </a:lnTo>
                  <a:lnTo>
                    <a:pt x="3659343" y="2010734"/>
                  </a:lnTo>
                  <a:lnTo>
                    <a:pt x="3727362" y="2016742"/>
                  </a:lnTo>
                  <a:lnTo>
                    <a:pt x="3780313" y="2020899"/>
                  </a:lnTo>
                  <a:lnTo>
                    <a:pt x="3816853" y="2023464"/>
                  </a:lnTo>
                  <a:lnTo>
                    <a:pt x="3837902" y="2024792"/>
                  </a:lnTo>
                  <a:lnTo>
                    <a:pt x="3846621" y="2025288"/>
                  </a:lnTo>
                  <a:lnTo>
                    <a:pt x="3848118" y="2025366"/>
                  </a:lnTo>
                  <a:lnTo>
                    <a:pt x="3848118" y="2025366"/>
                  </a:lnTo>
                  <a:lnTo>
                    <a:pt x="4386855" y="2025366"/>
                  </a:lnTo>
                  <a:lnTo>
                    <a:pt x="4388125" y="2025323"/>
                  </a:lnTo>
                  <a:lnTo>
                    <a:pt x="4396414" y="2025013"/>
                  </a:lnTo>
                  <a:lnTo>
                    <a:pt x="4417097" y="2024158"/>
                  </a:lnTo>
                  <a:lnTo>
                    <a:pt x="4453532" y="2022479"/>
                  </a:lnTo>
                  <a:lnTo>
                    <a:pt x="4506740" y="2019734"/>
                  </a:lnTo>
                  <a:lnTo>
                    <a:pt x="4575382" y="2015745"/>
                  </a:lnTo>
                  <a:lnTo>
                    <a:pt x="4656201" y="2010415"/>
                  </a:lnTo>
                  <a:lnTo>
                    <a:pt x="4744860" y="2003718"/>
                  </a:lnTo>
                  <a:lnTo>
                    <a:pt x="4836870" y="1995675"/>
                  </a:lnTo>
                  <a:lnTo>
                    <a:pt x="4928336" y="1986319"/>
                  </a:lnTo>
                  <a:lnTo>
                    <a:pt x="5016358" y="1975662"/>
                  </a:lnTo>
                  <a:lnTo>
                    <a:pt x="5099120" y="1963671"/>
                  </a:lnTo>
                  <a:lnTo>
                    <a:pt x="5175762" y="1950259"/>
                  </a:lnTo>
                  <a:lnTo>
                    <a:pt x="5246163" y="1935278"/>
                  </a:lnTo>
                  <a:lnTo>
                    <a:pt x="5310711" y="1918519"/>
                  </a:lnTo>
                  <a:lnTo>
                    <a:pt x="5370112" y="1899724"/>
                  </a:lnTo>
                  <a:lnTo>
                    <a:pt x="5425246" y="1878596"/>
                  </a:lnTo>
                  <a:lnTo>
                    <a:pt x="5477052" y="1854828"/>
                  </a:lnTo>
                  <a:lnTo>
                    <a:pt x="5526450" y="1828152"/>
                  </a:lnTo>
                  <a:lnTo>
                    <a:pt x="5567201" y="1803048"/>
                  </a:lnTo>
                  <a:lnTo>
                    <a:pt x="5612345" y="1772035"/>
                  </a:lnTo>
                  <a:lnTo>
                    <a:pt x="5657047" y="1738129"/>
                  </a:lnTo>
                  <a:lnTo>
                    <a:pt x="5701709" y="1701278"/>
                  </a:lnTo>
                  <a:lnTo>
                    <a:pt x="5746617" y="1661514"/>
                  </a:lnTo>
                  <a:lnTo>
                    <a:pt x="5791957" y="1618959"/>
                  </a:lnTo>
                  <a:lnTo>
                    <a:pt x="5837826" y="1573832"/>
                  </a:lnTo>
                  <a:lnTo>
                    <a:pt x="5884241" y="1526451"/>
                  </a:lnTo>
                  <a:lnTo>
                    <a:pt x="5931149" y="1477228"/>
                  </a:lnTo>
                  <a:lnTo>
                    <a:pt x="5978441" y="1426657"/>
                  </a:lnTo>
                  <a:lnTo>
                    <a:pt x="6025969" y="1375294"/>
                  </a:lnTo>
                  <a:lnTo>
                    <a:pt x="6073556" y="1323734"/>
                  </a:lnTo>
                  <a:lnTo>
                    <a:pt x="6121021" y="1272578"/>
                  </a:lnTo>
                  <a:lnTo>
                    <a:pt x="6168196" y="1222413"/>
                  </a:lnTo>
                  <a:lnTo>
                    <a:pt x="6214943" y="1173774"/>
                  </a:lnTo>
                  <a:lnTo>
                    <a:pt x="6261172" y="1127130"/>
                  </a:lnTo>
                  <a:lnTo>
                    <a:pt x="6306852" y="1082860"/>
                  </a:lnTo>
                  <a:lnTo>
                    <a:pt x="6352028" y="1041249"/>
                  </a:lnTo>
                  <a:lnTo>
                    <a:pt x="6396825" y="1002483"/>
                  </a:lnTo>
                  <a:lnTo>
                    <a:pt x="6441463" y="966650"/>
                  </a:lnTo>
                  <a:lnTo>
                    <a:pt x="6486266" y="933752"/>
                  </a:lnTo>
                  <a:lnTo>
                    <a:pt x="6515891" y="913774"/>
                  </a:lnTo>
                  <a:lnTo>
                    <a:pt x="6563884" y="884502"/>
                  </a:lnTo>
                  <a:lnTo>
                    <a:pt x="6613586" y="858273"/>
                  </a:lnTo>
                  <a:lnTo>
                    <a:pt x="6665828" y="834917"/>
                  </a:lnTo>
                  <a:lnTo>
                    <a:pt x="6721538" y="814156"/>
                  </a:lnTo>
                  <a:lnTo>
                    <a:pt x="6781654" y="795683"/>
                  </a:lnTo>
                  <a:lnTo>
                    <a:pt x="6847035" y="779205"/>
                  </a:lnTo>
                  <a:lnTo>
                    <a:pt x="6918351" y="764469"/>
                  </a:lnTo>
                  <a:lnTo>
                    <a:pt x="6995928" y="751276"/>
                  </a:lnTo>
                  <a:lnTo>
                    <a:pt x="7079549" y="739488"/>
                  </a:lnTo>
                  <a:lnTo>
                    <a:pt x="7168225" y="729026"/>
                  </a:lnTo>
                  <a:lnTo>
                    <a:pt x="7259982" y="719864"/>
                  </a:lnTo>
                  <a:lnTo>
                    <a:pt x="7351761" y="712020"/>
                  </a:lnTo>
                  <a:lnTo>
                    <a:pt x="7439542" y="705526"/>
                  </a:lnTo>
                  <a:lnTo>
                    <a:pt x="7518806" y="700399"/>
                  </a:lnTo>
                  <a:lnTo>
                    <a:pt x="7585317" y="696603"/>
                  </a:lnTo>
                  <a:lnTo>
                    <a:pt x="7636056" y="694030"/>
                  </a:lnTo>
                  <a:lnTo>
                    <a:pt x="7670019" y="692490"/>
                  </a:lnTo>
                  <a:lnTo>
                    <a:pt x="7688589" y="691734"/>
                  </a:lnTo>
                  <a:lnTo>
                    <a:pt x="7695448" y="691482"/>
                  </a:lnTo>
                  <a:lnTo>
                    <a:pt x="7696237" y="691455"/>
                  </a:lnTo>
                  <a:lnTo>
                    <a:pt x="8234974" y="6914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" name="pl205"/>
            <p:cNvSpPr/>
            <p:nvPr/>
          </p:nvSpPr>
          <p:spPr>
            <a:xfrm>
              <a:off x="546595" y="2449151"/>
              <a:ext cx="8234974" cy="2025366"/>
            </a:xfrm>
            <a:custGeom>
              <a:avLst/>
              <a:pathLst>
                <a:path w="8234974" h="2025366">
                  <a:moveTo>
                    <a:pt x="8234974" y="691455"/>
                  </a:moveTo>
                  <a:lnTo>
                    <a:pt x="7696237" y="691455"/>
                  </a:lnTo>
                  <a:lnTo>
                    <a:pt x="7694967" y="691499"/>
                  </a:lnTo>
                  <a:lnTo>
                    <a:pt x="7686678" y="691808"/>
                  </a:lnTo>
                  <a:lnTo>
                    <a:pt x="7665995" y="692664"/>
                  </a:lnTo>
                  <a:lnTo>
                    <a:pt x="7629561" y="694343"/>
                  </a:lnTo>
                  <a:lnTo>
                    <a:pt x="7576352" y="697088"/>
                  </a:lnTo>
                  <a:lnTo>
                    <a:pt x="7507710" y="701077"/>
                  </a:lnTo>
                  <a:lnTo>
                    <a:pt x="7426891" y="706407"/>
                  </a:lnTo>
                  <a:lnTo>
                    <a:pt x="7338233" y="713104"/>
                  </a:lnTo>
                  <a:lnTo>
                    <a:pt x="7246222" y="721146"/>
                  </a:lnTo>
                  <a:lnTo>
                    <a:pt x="7154756" y="730502"/>
                  </a:lnTo>
                  <a:lnTo>
                    <a:pt x="7066735" y="741160"/>
                  </a:lnTo>
                  <a:lnTo>
                    <a:pt x="6983973" y="753150"/>
                  </a:lnTo>
                  <a:lnTo>
                    <a:pt x="6907331" y="766562"/>
                  </a:lnTo>
                  <a:lnTo>
                    <a:pt x="6836930" y="781544"/>
                  </a:lnTo>
                  <a:lnTo>
                    <a:pt x="6772382" y="798303"/>
                  </a:lnTo>
                  <a:lnTo>
                    <a:pt x="6712980" y="817097"/>
                  </a:lnTo>
                  <a:lnTo>
                    <a:pt x="6657847" y="838225"/>
                  </a:lnTo>
                  <a:lnTo>
                    <a:pt x="6606041" y="861993"/>
                  </a:lnTo>
                  <a:lnTo>
                    <a:pt x="6556643" y="888669"/>
                  </a:lnTo>
                  <a:lnTo>
                    <a:pt x="6515891" y="913774"/>
                  </a:lnTo>
                  <a:lnTo>
                    <a:pt x="6470748" y="944786"/>
                  </a:lnTo>
                  <a:lnTo>
                    <a:pt x="6426045" y="978693"/>
                  </a:lnTo>
                  <a:lnTo>
                    <a:pt x="6381383" y="1015543"/>
                  </a:lnTo>
                  <a:lnTo>
                    <a:pt x="6336475" y="1055307"/>
                  </a:lnTo>
                  <a:lnTo>
                    <a:pt x="6291135" y="1097863"/>
                  </a:lnTo>
                  <a:lnTo>
                    <a:pt x="6245266" y="1142990"/>
                  </a:lnTo>
                  <a:lnTo>
                    <a:pt x="6198852" y="1190371"/>
                  </a:lnTo>
                  <a:lnTo>
                    <a:pt x="6151944" y="1239593"/>
                  </a:lnTo>
                  <a:lnTo>
                    <a:pt x="6104651" y="1290164"/>
                  </a:lnTo>
                  <a:lnTo>
                    <a:pt x="6057124" y="1341527"/>
                  </a:lnTo>
                  <a:lnTo>
                    <a:pt x="6009537" y="1393088"/>
                  </a:lnTo>
                  <a:lnTo>
                    <a:pt x="5962072" y="1444243"/>
                  </a:lnTo>
                  <a:lnTo>
                    <a:pt x="5914897" y="1494409"/>
                  </a:lnTo>
                  <a:lnTo>
                    <a:pt x="5868149" y="1543047"/>
                  </a:lnTo>
                  <a:lnTo>
                    <a:pt x="5821921" y="1589692"/>
                  </a:lnTo>
                  <a:lnTo>
                    <a:pt x="5776240" y="1633961"/>
                  </a:lnTo>
                  <a:lnTo>
                    <a:pt x="5731065" y="1675572"/>
                  </a:lnTo>
                  <a:lnTo>
                    <a:pt x="5686267" y="1714339"/>
                  </a:lnTo>
                  <a:lnTo>
                    <a:pt x="5641629" y="1750172"/>
                  </a:lnTo>
                  <a:lnTo>
                    <a:pt x="5596827" y="1783069"/>
                  </a:lnTo>
                  <a:lnTo>
                    <a:pt x="5567201" y="1803048"/>
                  </a:lnTo>
                  <a:lnTo>
                    <a:pt x="5519208" y="1832319"/>
                  </a:lnTo>
                  <a:lnTo>
                    <a:pt x="5469507" y="1858548"/>
                  </a:lnTo>
                  <a:lnTo>
                    <a:pt x="5417264" y="1881904"/>
                  </a:lnTo>
                  <a:lnTo>
                    <a:pt x="5361554" y="1902665"/>
                  </a:lnTo>
                  <a:lnTo>
                    <a:pt x="5301439" y="1921138"/>
                  </a:lnTo>
                  <a:lnTo>
                    <a:pt x="5236057" y="1937617"/>
                  </a:lnTo>
                  <a:lnTo>
                    <a:pt x="5164741" y="1952353"/>
                  </a:lnTo>
                  <a:lnTo>
                    <a:pt x="5087164" y="1965545"/>
                  </a:lnTo>
                  <a:lnTo>
                    <a:pt x="5003543" y="1977333"/>
                  </a:lnTo>
                  <a:lnTo>
                    <a:pt x="4914867" y="1987796"/>
                  </a:lnTo>
                  <a:lnTo>
                    <a:pt x="4823110" y="1996958"/>
                  </a:lnTo>
                  <a:lnTo>
                    <a:pt x="4731331" y="2004802"/>
                  </a:lnTo>
                  <a:lnTo>
                    <a:pt x="4643550" y="2011296"/>
                  </a:lnTo>
                  <a:lnTo>
                    <a:pt x="4564286" y="2016423"/>
                  </a:lnTo>
                  <a:lnTo>
                    <a:pt x="4497776" y="2020218"/>
                  </a:lnTo>
                  <a:lnTo>
                    <a:pt x="4447036" y="2022791"/>
                  </a:lnTo>
                  <a:lnTo>
                    <a:pt x="4413073" y="2024331"/>
                  </a:lnTo>
                  <a:lnTo>
                    <a:pt x="4394503" y="2025087"/>
                  </a:lnTo>
                  <a:lnTo>
                    <a:pt x="4387645" y="2025340"/>
                  </a:lnTo>
                  <a:lnTo>
                    <a:pt x="4386855" y="2025366"/>
                  </a:lnTo>
                  <a:lnTo>
                    <a:pt x="3848118" y="2025366"/>
                  </a:lnTo>
                  <a:lnTo>
                    <a:pt x="3846889" y="2025303"/>
                  </a:lnTo>
                  <a:lnTo>
                    <a:pt x="3838855" y="2024848"/>
                  </a:lnTo>
                  <a:lnTo>
                    <a:pt x="3818788" y="2023592"/>
                  </a:lnTo>
                  <a:lnTo>
                    <a:pt x="3783378" y="2021125"/>
                  </a:lnTo>
                  <a:lnTo>
                    <a:pt x="3731546" y="2017088"/>
                  </a:lnTo>
                  <a:lnTo>
                    <a:pt x="3664486" y="2011214"/>
                  </a:lnTo>
                  <a:lnTo>
                    <a:pt x="3585261" y="2003354"/>
                  </a:lnTo>
                  <a:lnTo>
                    <a:pt x="3498025" y="1993463"/>
                  </a:lnTo>
                  <a:lnTo>
                    <a:pt x="3407144" y="1981569"/>
                  </a:lnTo>
                  <a:lnTo>
                    <a:pt x="3316463" y="1967720"/>
                  </a:lnTo>
                  <a:lnTo>
                    <a:pt x="3228898" y="1951938"/>
                  </a:lnTo>
                  <a:lnTo>
                    <a:pt x="3146321" y="1934186"/>
                  </a:lnTo>
                  <a:lnTo>
                    <a:pt x="3069668" y="1914345"/>
                  </a:lnTo>
                  <a:lnTo>
                    <a:pt x="2999141" y="1892208"/>
                  </a:lnTo>
                  <a:lnTo>
                    <a:pt x="2934423" y="1867485"/>
                  </a:lnTo>
                  <a:lnTo>
                    <a:pt x="2874868" y="1839804"/>
                  </a:lnTo>
                  <a:lnTo>
                    <a:pt x="2819645" y="1808737"/>
                  </a:lnTo>
                  <a:lnTo>
                    <a:pt x="2767849" y="1773830"/>
                  </a:lnTo>
                  <a:lnTo>
                    <a:pt x="2718579" y="1734672"/>
                  </a:lnTo>
                  <a:lnTo>
                    <a:pt x="2671023" y="1691001"/>
                  </a:lnTo>
                  <a:lnTo>
                    <a:pt x="2667772" y="1687805"/>
                  </a:lnTo>
                  <a:lnTo>
                    <a:pt x="2627669" y="1646223"/>
                  </a:lnTo>
                  <a:lnTo>
                    <a:pt x="2587953" y="1601188"/>
                  </a:lnTo>
                  <a:lnTo>
                    <a:pt x="2548329" y="1552635"/>
                  </a:lnTo>
                  <a:lnTo>
                    <a:pt x="2508578" y="1500570"/>
                  </a:lnTo>
                  <a:lnTo>
                    <a:pt x="2468540" y="1445084"/>
                  </a:lnTo>
                  <a:lnTo>
                    <a:pt x="2428120" y="1386357"/>
                  </a:lnTo>
                  <a:lnTo>
                    <a:pt x="2387271" y="1324662"/>
                  </a:lnTo>
                  <a:lnTo>
                    <a:pt x="2345996" y="1260365"/>
                  </a:lnTo>
                  <a:lnTo>
                    <a:pt x="2304338" y="1193918"/>
                  </a:lnTo>
                  <a:lnTo>
                    <a:pt x="2262376" y="1125850"/>
                  </a:lnTo>
                  <a:lnTo>
                    <a:pt x="2220212" y="1056749"/>
                  </a:lnTo>
                  <a:lnTo>
                    <a:pt x="2177967" y="987240"/>
                  </a:lnTo>
                  <a:lnTo>
                    <a:pt x="2135769" y="917967"/>
                  </a:lnTo>
                  <a:lnTo>
                    <a:pt x="2093741" y="849562"/>
                  </a:lnTo>
                  <a:lnTo>
                    <a:pt x="2051993" y="782626"/>
                  </a:lnTo>
                  <a:lnTo>
                    <a:pt x="2010609" y="717705"/>
                  </a:lnTo>
                  <a:lnTo>
                    <a:pt x="1969644" y="655272"/>
                  </a:lnTo>
                  <a:lnTo>
                    <a:pt x="1929111" y="595719"/>
                  </a:lnTo>
                  <a:lnTo>
                    <a:pt x="1888979" y="539342"/>
                  </a:lnTo>
                  <a:lnTo>
                    <a:pt x="1849163" y="486348"/>
                  </a:lnTo>
                  <a:lnTo>
                    <a:pt x="1809524" y="436849"/>
                  </a:lnTo>
                  <a:lnTo>
                    <a:pt x="1769859" y="390875"/>
                  </a:lnTo>
                  <a:lnTo>
                    <a:pt x="1729893" y="348377"/>
                  </a:lnTo>
                  <a:lnTo>
                    <a:pt x="1719082" y="337561"/>
                  </a:lnTo>
                  <a:lnTo>
                    <a:pt x="1671619" y="293574"/>
                  </a:lnTo>
                  <a:lnTo>
                    <a:pt x="1622493" y="254109"/>
                  </a:lnTo>
                  <a:lnTo>
                    <a:pt x="1570900" y="218920"/>
                  </a:lnTo>
                  <a:lnTo>
                    <a:pt x="1515945" y="187601"/>
                  </a:lnTo>
                  <a:lnTo>
                    <a:pt x="1456718" y="159700"/>
                  </a:lnTo>
                  <a:lnTo>
                    <a:pt x="1392381" y="134784"/>
                  </a:lnTo>
                  <a:lnTo>
                    <a:pt x="1322272" y="112479"/>
                  </a:lnTo>
                  <a:lnTo>
                    <a:pt x="1246045" y="92486"/>
                  </a:lnTo>
                  <a:lnTo>
                    <a:pt x="1163858" y="74594"/>
                  </a:lnTo>
                  <a:lnTo>
                    <a:pt x="1076589" y="58677"/>
                  </a:lnTo>
                  <a:lnTo>
                    <a:pt x="986043" y="44694"/>
                  </a:lnTo>
                  <a:lnTo>
                    <a:pt x="895060" y="32663"/>
                  </a:lnTo>
                  <a:lnTo>
                    <a:pt x="807434" y="22632"/>
                  </a:lnTo>
                  <a:lnTo>
                    <a:pt x="727512" y="14631"/>
                  </a:lnTo>
                  <a:lnTo>
                    <a:pt x="659492" y="8624"/>
                  </a:lnTo>
                  <a:lnTo>
                    <a:pt x="606542" y="4467"/>
                  </a:lnTo>
                  <a:lnTo>
                    <a:pt x="570001" y="1902"/>
                  </a:lnTo>
                  <a:lnTo>
                    <a:pt x="548953" y="574"/>
                  </a:lnTo>
                  <a:lnTo>
                    <a:pt x="540234" y="77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" name="pg206"/>
            <p:cNvSpPr/>
            <p:nvPr/>
          </p:nvSpPr>
          <p:spPr>
            <a:xfrm>
              <a:off x="546595" y="2454596"/>
              <a:ext cx="8234974" cy="2036255"/>
            </a:xfrm>
            <a:custGeom>
              <a:avLst/>
              <a:pathLst>
                <a:path w="8234974" h="2036255">
                  <a:moveTo>
                    <a:pt x="0" y="10889"/>
                  </a:moveTo>
                  <a:lnTo>
                    <a:pt x="538736" y="10889"/>
                  </a:lnTo>
                  <a:lnTo>
                    <a:pt x="539966" y="10952"/>
                  </a:lnTo>
                  <a:lnTo>
                    <a:pt x="547999" y="11407"/>
                  </a:lnTo>
                  <a:lnTo>
                    <a:pt x="568067" y="12663"/>
                  </a:lnTo>
                  <a:lnTo>
                    <a:pt x="603477" y="15130"/>
                  </a:lnTo>
                  <a:lnTo>
                    <a:pt x="655308" y="19167"/>
                  </a:lnTo>
                  <a:lnTo>
                    <a:pt x="722368" y="25041"/>
                  </a:lnTo>
                  <a:lnTo>
                    <a:pt x="801594" y="32901"/>
                  </a:lnTo>
                  <a:lnTo>
                    <a:pt x="888830" y="42792"/>
                  </a:lnTo>
                  <a:lnTo>
                    <a:pt x="979711" y="54686"/>
                  </a:lnTo>
                  <a:lnTo>
                    <a:pt x="1070391" y="68535"/>
                  </a:lnTo>
                  <a:lnTo>
                    <a:pt x="1157957" y="84316"/>
                  </a:lnTo>
                  <a:lnTo>
                    <a:pt x="1240534" y="102069"/>
                  </a:lnTo>
                  <a:lnTo>
                    <a:pt x="1317186" y="121910"/>
                  </a:lnTo>
                  <a:lnTo>
                    <a:pt x="1387713" y="144046"/>
                  </a:lnTo>
                  <a:lnTo>
                    <a:pt x="1452431" y="168770"/>
                  </a:lnTo>
                  <a:lnTo>
                    <a:pt x="1511987" y="196451"/>
                  </a:lnTo>
                  <a:lnTo>
                    <a:pt x="1567209" y="227518"/>
                  </a:lnTo>
                  <a:lnTo>
                    <a:pt x="1619006" y="262425"/>
                  </a:lnTo>
                  <a:lnTo>
                    <a:pt x="1668276" y="301583"/>
                  </a:lnTo>
                  <a:lnTo>
                    <a:pt x="1715832" y="345254"/>
                  </a:lnTo>
                  <a:lnTo>
                    <a:pt x="1719082" y="348450"/>
                  </a:lnTo>
                  <a:lnTo>
                    <a:pt x="1759186" y="390032"/>
                  </a:lnTo>
                  <a:lnTo>
                    <a:pt x="1798902" y="435067"/>
                  </a:lnTo>
                  <a:lnTo>
                    <a:pt x="1838525" y="483620"/>
                  </a:lnTo>
                  <a:lnTo>
                    <a:pt x="1878277" y="535684"/>
                  </a:lnTo>
                  <a:lnTo>
                    <a:pt x="1918314" y="591170"/>
                  </a:lnTo>
                  <a:lnTo>
                    <a:pt x="1958734" y="649897"/>
                  </a:lnTo>
                  <a:lnTo>
                    <a:pt x="1999583" y="711593"/>
                  </a:lnTo>
                  <a:lnTo>
                    <a:pt x="2040858" y="775890"/>
                  </a:lnTo>
                  <a:lnTo>
                    <a:pt x="2082516" y="842337"/>
                  </a:lnTo>
                  <a:lnTo>
                    <a:pt x="2124479" y="910405"/>
                  </a:lnTo>
                  <a:lnTo>
                    <a:pt x="2166643" y="979506"/>
                  </a:lnTo>
                  <a:lnTo>
                    <a:pt x="2208888" y="1049015"/>
                  </a:lnTo>
                  <a:lnTo>
                    <a:pt x="2251085" y="1118288"/>
                  </a:lnTo>
                  <a:lnTo>
                    <a:pt x="2293113" y="1186693"/>
                  </a:lnTo>
                  <a:lnTo>
                    <a:pt x="2334862" y="1253629"/>
                  </a:lnTo>
                  <a:lnTo>
                    <a:pt x="2376245" y="1318550"/>
                  </a:lnTo>
                  <a:lnTo>
                    <a:pt x="2417211" y="1380982"/>
                  </a:lnTo>
                  <a:lnTo>
                    <a:pt x="2457743" y="1440536"/>
                  </a:lnTo>
                  <a:lnTo>
                    <a:pt x="2497876" y="1496912"/>
                  </a:lnTo>
                  <a:lnTo>
                    <a:pt x="2537691" y="1549907"/>
                  </a:lnTo>
                  <a:lnTo>
                    <a:pt x="2577330" y="1599405"/>
                  </a:lnTo>
                  <a:lnTo>
                    <a:pt x="2616996" y="1645380"/>
                  </a:lnTo>
                  <a:lnTo>
                    <a:pt x="2656962" y="1687877"/>
                  </a:lnTo>
                  <a:lnTo>
                    <a:pt x="2667772" y="1698694"/>
                  </a:lnTo>
                  <a:lnTo>
                    <a:pt x="2715236" y="1742681"/>
                  </a:lnTo>
                  <a:lnTo>
                    <a:pt x="2764362" y="1782146"/>
                  </a:lnTo>
                  <a:lnTo>
                    <a:pt x="2815955" y="1817335"/>
                  </a:lnTo>
                  <a:lnTo>
                    <a:pt x="2870910" y="1848654"/>
                  </a:lnTo>
                  <a:lnTo>
                    <a:pt x="2930137" y="1876555"/>
                  </a:lnTo>
                  <a:lnTo>
                    <a:pt x="2994473" y="1901471"/>
                  </a:lnTo>
                  <a:lnTo>
                    <a:pt x="3064583" y="1923776"/>
                  </a:lnTo>
                  <a:lnTo>
                    <a:pt x="3140810" y="1943769"/>
                  </a:lnTo>
                  <a:lnTo>
                    <a:pt x="3222997" y="1961661"/>
                  </a:lnTo>
                  <a:lnTo>
                    <a:pt x="3310265" y="1977577"/>
                  </a:lnTo>
                  <a:lnTo>
                    <a:pt x="3400812" y="1991560"/>
                  </a:lnTo>
                  <a:lnTo>
                    <a:pt x="3491794" y="2003591"/>
                  </a:lnTo>
                  <a:lnTo>
                    <a:pt x="3579421" y="2013622"/>
                  </a:lnTo>
                  <a:lnTo>
                    <a:pt x="3659343" y="2021623"/>
                  </a:lnTo>
                  <a:lnTo>
                    <a:pt x="3727362" y="2027631"/>
                  </a:lnTo>
                  <a:lnTo>
                    <a:pt x="3780313" y="2031788"/>
                  </a:lnTo>
                  <a:lnTo>
                    <a:pt x="3816853" y="2034353"/>
                  </a:lnTo>
                  <a:lnTo>
                    <a:pt x="3837902" y="2035681"/>
                  </a:lnTo>
                  <a:lnTo>
                    <a:pt x="3846621" y="2036177"/>
                  </a:lnTo>
                  <a:lnTo>
                    <a:pt x="3848118" y="2036255"/>
                  </a:lnTo>
                  <a:lnTo>
                    <a:pt x="4386855" y="2036255"/>
                  </a:lnTo>
                  <a:lnTo>
                    <a:pt x="4388149" y="2036233"/>
                  </a:lnTo>
                  <a:lnTo>
                    <a:pt x="4396594" y="2036073"/>
                  </a:lnTo>
                  <a:lnTo>
                    <a:pt x="4417648" y="2035632"/>
                  </a:lnTo>
                  <a:lnTo>
                    <a:pt x="4454699" y="2034765"/>
                  </a:lnTo>
                  <a:lnTo>
                    <a:pt x="4508734" y="2033350"/>
                  </a:lnTo>
                  <a:lnTo>
                    <a:pt x="4578320" y="2031294"/>
                  </a:lnTo>
                  <a:lnTo>
                    <a:pt x="4660084" y="2028549"/>
                  </a:lnTo>
                  <a:lnTo>
                    <a:pt x="4749580" y="2025104"/>
                  </a:lnTo>
                  <a:lnTo>
                    <a:pt x="4842248" y="2020970"/>
                  </a:lnTo>
                  <a:lnTo>
                    <a:pt x="4934164" y="2016164"/>
                  </a:lnTo>
                  <a:lnTo>
                    <a:pt x="5022441" y="2010689"/>
                  </a:lnTo>
                  <a:lnTo>
                    <a:pt x="5105299" y="2004529"/>
                  </a:lnTo>
                  <a:lnTo>
                    <a:pt x="5181925" y="1997636"/>
                  </a:lnTo>
                  <a:lnTo>
                    <a:pt x="5252246" y="1989929"/>
                  </a:lnTo>
                  <a:lnTo>
                    <a:pt x="5316692" y="1981301"/>
                  </a:lnTo>
                  <a:lnTo>
                    <a:pt x="5376006" y="1971615"/>
                  </a:lnTo>
                  <a:lnTo>
                    <a:pt x="5431094" y="1960716"/>
                  </a:lnTo>
                  <a:lnTo>
                    <a:pt x="5482916" y="1948447"/>
                  </a:lnTo>
                  <a:lnTo>
                    <a:pt x="5532401" y="1934674"/>
                  </a:lnTo>
                  <a:lnTo>
                    <a:pt x="5567201" y="1923735"/>
                  </a:lnTo>
                  <a:lnTo>
                    <a:pt x="5617401" y="1906177"/>
                  </a:lnTo>
                  <a:lnTo>
                    <a:pt x="5667115" y="1886800"/>
                  </a:lnTo>
                  <a:lnTo>
                    <a:pt x="5716869" y="1865579"/>
                  </a:lnTo>
                  <a:lnTo>
                    <a:pt x="5767015" y="1842552"/>
                  </a:lnTo>
                  <a:lnTo>
                    <a:pt x="5817762" y="1817831"/>
                  </a:lnTo>
                  <a:lnTo>
                    <a:pt x="5869185" y="1791605"/>
                  </a:lnTo>
                  <a:lnTo>
                    <a:pt x="5921246" y="1764136"/>
                  </a:lnTo>
                  <a:lnTo>
                    <a:pt x="5973817" y="1735754"/>
                  </a:lnTo>
                  <a:lnTo>
                    <a:pt x="6026697" y="1706840"/>
                  </a:lnTo>
                  <a:lnTo>
                    <a:pt x="6079647" y="1677809"/>
                  </a:lnTo>
                  <a:lnTo>
                    <a:pt x="6132418" y="1649079"/>
                  </a:lnTo>
                  <a:lnTo>
                    <a:pt x="6184786" y="1621054"/>
                  </a:lnTo>
                  <a:lnTo>
                    <a:pt x="6236578" y="1594093"/>
                  </a:lnTo>
                  <a:lnTo>
                    <a:pt x="6287702" y="1568500"/>
                  </a:lnTo>
                  <a:lnTo>
                    <a:pt x="6338169" y="1544505"/>
                  </a:lnTo>
                  <a:lnTo>
                    <a:pt x="6388109" y="1522262"/>
                  </a:lnTo>
                  <a:lnTo>
                    <a:pt x="6437792" y="1501850"/>
                  </a:lnTo>
                  <a:lnTo>
                    <a:pt x="6487644" y="1483279"/>
                  </a:lnTo>
                  <a:lnTo>
                    <a:pt x="6515891" y="1473653"/>
                  </a:lnTo>
                  <a:lnTo>
                    <a:pt x="6564200" y="1458748"/>
                  </a:lnTo>
                  <a:lnTo>
                    <a:pt x="6614244" y="1445401"/>
                  </a:lnTo>
                  <a:lnTo>
                    <a:pt x="6666874" y="1433526"/>
                  </a:lnTo>
                  <a:lnTo>
                    <a:pt x="6723036" y="1422979"/>
                  </a:lnTo>
                  <a:lnTo>
                    <a:pt x="6783684" y="1413600"/>
                  </a:lnTo>
                  <a:lnTo>
                    <a:pt x="6849691" y="1405240"/>
                  </a:lnTo>
                  <a:lnTo>
                    <a:pt x="6921731" y="1397768"/>
                  </a:lnTo>
                  <a:lnTo>
                    <a:pt x="7000116" y="1391084"/>
                  </a:lnTo>
                  <a:lnTo>
                    <a:pt x="7084592" y="1385117"/>
                  </a:lnTo>
                  <a:lnTo>
                    <a:pt x="7174100" y="1379828"/>
                  </a:lnTo>
                  <a:lnTo>
                    <a:pt x="7266561" y="1375206"/>
                  </a:lnTo>
                  <a:lnTo>
                    <a:pt x="7358781" y="1371261"/>
                  </a:lnTo>
                  <a:lnTo>
                    <a:pt x="7446606" y="1368009"/>
                  </a:lnTo>
                  <a:lnTo>
                    <a:pt x="7525418" y="1365458"/>
                  </a:lnTo>
                  <a:lnTo>
                    <a:pt x="7590969" y="1363586"/>
                  </a:lnTo>
                  <a:lnTo>
                    <a:pt x="7640349" y="1362333"/>
                  </a:lnTo>
                  <a:lnTo>
                    <a:pt x="7672769" y="1361598"/>
                  </a:lnTo>
                  <a:lnTo>
                    <a:pt x="7689900" y="1361249"/>
                  </a:lnTo>
                  <a:lnTo>
                    <a:pt x="7695739" y="1361141"/>
                  </a:lnTo>
                  <a:lnTo>
                    <a:pt x="7696237" y="1361133"/>
                  </a:lnTo>
                  <a:lnTo>
                    <a:pt x="8234974" y="1361133"/>
                  </a:lnTo>
                  <a:lnTo>
                    <a:pt x="8234974" y="1350244"/>
                  </a:lnTo>
                  <a:lnTo>
                    <a:pt x="7696237" y="1350244"/>
                  </a:lnTo>
                  <a:lnTo>
                    <a:pt x="7694943" y="1350266"/>
                  </a:lnTo>
                  <a:lnTo>
                    <a:pt x="7686499" y="1350426"/>
                  </a:lnTo>
                  <a:lnTo>
                    <a:pt x="7665445" y="1350868"/>
                  </a:lnTo>
                  <a:lnTo>
                    <a:pt x="7628394" y="1351734"/>
                  </a:lnTo>
                  <a:lnTo>
                    <a:pt x="7574359" y="1353150"/>
                  </a:lnTo>
                  <a:lnTo>
                    <a:pt x="7504772" y="1355205"/>
                  </a:lnTo>
                  <a:lnTo>
                    <a:pt x="7423008" y="1357950"/>
                  </a:lnTo>
                  <a:lnTo>
                    <a:pt x="7333512" y="1361395"/>
                  </a:lnTo>
                  <a:lnTo>
                    <a:pt x="7240844" y="1365529"/>
                  </a:lnTo>
                  <a:lnTo>
                    <a:pt x="7148928" y="1370336"/>
                  </a:lnTo>
                  <a:lnTo>
                    <a:pt x="7060651" y="1375810"/>
                  </a:lnTo>
                  <a:lnTo>
                    <a:pt x="6977793" y="1381970"/>
                  </a:lnTo>
                  <a:lnTo>
                    <a:pt x="6901167" y="1388864"/>
                  </a:lnTo>
                  <a:lnTo>
                    <a:pt x="6830847" y="1396570"/>
                  </a:lnTo>
                  <a:lnTo>
                    <a:pt x="6766400" y="1405198"/>
                  </a:lnTo>
                  <a:lnTo>
                    <a:pt x="6707086" y="1414885"/>
                  </a:lnTo>
                  <a:lnTo>
                    <a:pt x="6651999" y="1425783"/>
                  </a:lnTo>
                  <a:lnTo>
                    <a:pt x="6600177" y="1438053"/>
                  </a:lnTo>
                  <a:lnTo>
                    <a:pt x="6550691" y="1451825"/>
                  </a:lnTo>
                  <a:lnTo>
                    <a:pt x="6515891" y="1462764"/>
                  </a:lnTo>
                  <a:lnTo>
                    <a:pt x="6465691" y="1480322"/>
                  </a:lnTo>
                  <a:lnTo>
                    <a:pt x="6415977" y="1499699"/>
                  </a:lnTo>
                  <a:lnTo>
                    <a:pt x="6366224" y="1520920"/>
                  </a:lnTo>
                  <a:lnTo>
                    <a:pt x="6316077" y="1543947"/>
                  </a:lnTo>
                  <a:lnTo>
                    <a:pt x="6265330" y="1568668"/>
                  </a:lnTo>
                  <a:lnTo>
                    <a:pt x="6213908" y="1594894"/>
                  </a:lnTo>
                  <a:lnTo>
                    <a:pt x="6161846" y="1622364"/>
                  </a:lnTo>
                  <a:lnTo>
                    <a:pt x="6109276" y="1650746"/>
                  </a:lnTo>
                  <a:lnTo>
                    <a:pt x="6056396" y="1679659"/>
                  </a:lnTo>
                  <a:lnTo>
                    <a:pt x="6003446" y="1708691"/>
                  </a:lnTo>
                  <a:lnTo>
                    <a:pt x="5950674" y="1737420"/>
                  </a:lnTo>
                  <a:lnTo>
                    <a:pt x="5898306" y="1765446"/>
                  </a:lnTo>
                  <a:lnTo>
                    <a:pt x="5846514" y="1792406"/>
                  </a:lnTo>
                  <a:lnTo>
                    <a:pt x="5795390" y="1817999"/>
                  </a:lnTo>
                  <a:lnTo>
                    <a:pt x="5744924" y="1841994"/>
                  </a:lnTo>
                  <a:lnTo>
                    <a:pt x="5694983" y="1864238"/>
                  </a:lnTo>
                  <a:lnTo>
                    <a:pt x="5645300" y="1884649"/>
                  </a:lnTo>
                  <a:lnTo>
                    <a:pt x="5595449" y="1903221"/>
                  </a:lnTo>
                  <a:lnTo>
                    <a:pt x="5567201" y="1912846"/>
                  </a:lnTo>
                  <a:lnTo>
                    <a:pt x="5518893" y="1927752"/>
                  </a:lnTo>
                  <a:lnTo>
                    <a:pt x="5468848" y="1941098"/>
                  </a:lnTo>
                  <a:lnTo>
                    <a:pt x="5416218" y="1952973"/>
                  </a:lnTo>
                  <a:lnTo>
                    <a:pt x="5360057" y="1963520"/>
                  </a:lnTo>
                  <a:lnTo>
                    <a:pt x="5299409" y="1972899"/>
                  </a:lnTo>
                  <a:lnTo>
                    <a:pt x="5233401" y="1981260"/>
                  </a:lnTo>
                  <a:lnTo>
                    <a:pt x="5161361" y="1988731"/>
                  </a:lnTo>
                  <a:lnTo>
                    <a:pt x="5082976" y="1995415"/>
                  </a:lnTo>
                  <a:lnTo>
                    <a:pt x="4998501" y="2001382"/>
                  </a:lnTo>
                  <a:lnTo>
                    <a:pt x="4908993" y="2006671"/>
                  </a:lnTo>
                  <a:lnTo>
                    <a:pt x="4816532" y="2011293"/>
                  </a:lnTo>
                  <a:lnTo>
                    <a:pt x="4724311" y="2015238"/>
                  </a:lnTo>
                  <a:lnTo>
                    <a:pt x="4636487" y="2018490"/>
                  </a:lnTo>
                  <a:lnTo>
                    <a:pt x="4557675" y="2021041"/>
                  </a:lnTo>
                  <a:lnTo>
                    <a:pt x="4492123" y="2022913"/>
                  </a:lnTo>
                  <a:lnTo>
                    <a:pt x="4442743" y="2024166"/>
                  </a:lnTo>
                  <a:lnTo>
                    <a:pt x="4410323" y="2024901"/>
                  </a:lnTo>
                  <a:lnTo>
                    <a:pt x="4393193" y="2025250"/>
                  </a:lnTo>
                  <a:lnTo>
                    <a:pt x="4387353" y="2025358"/>
                  </a:lnTo>
                  <a:lnTo>
                    <a:pt x="4386855" y="2025366"/>
                  </a:lnTo>
                  <a:lnTo>
                    <a:pt x="3848118" y="2025366"/>
                  </a:lnTo>
                  <a:lnTo>
                    <a:pt x="3846889" y="2025303"/>
                  </a:lnTo>
                  <a:lnTo>
                    <a:pt x="3838855" y="2024848"/>
                  </a:lnTo>
                  <a:lnTo>
                    <a:pt x="3818788" y="2023592"/>
                  </a:lnTo>
                  <a:lnTo>
                    <a:pt x="3783378" y="2021125"/>
                  </a:lnTo>
                  <a:lnTo>
                    <a:pt x="3731546" y="2017088"/>
                  </a:lnTo>
                  <a:lnTo>
                    <a:pt x="3664486" y="2011214"/>
                  </a:lnTo>
                  <a:lnTo>
                    <a:pt x="3585261" y="2003354"/>
                  </a:lnTo>
                  <a:lnTo>
                    <a:pt x="3498025" y="1993463"/>
                  </a:lnTo>
                  <a:lnTo>
                    <a:pt x="3407144" y="1981569"/>
                  </a:lnTo>
                  <a:lnTo>
                    <a:pt x="3316463" y="1967720"/>
                  </a:lnTo>
                  <a:lnTo>
                    <a:pt x="3228898" y="1951938"/>
                  </a:lnTo>
                  <a:lnTo>
                    <a:pt x="3146321" y="1934186"/>
                  </a:lnTo>
                  <a:lnTo>
                    <a:pt x="3069668" y="1914345"/>
                  </a:lnTo>
                  <a:lnTo>
                    <a:pt x="2999141" y="1892208"/>
                  </a:lnTo>
                  <a:lnTo>
                    <a:pt x="2934423" y="1867485"/>
                  </a:lnTo>
                  <a:lnTo>
                    <a:pt x="2874868" y="1839804"/>
                  </a:lnTo>
                  <a:lnTo>
                    <a:pt x="2819645" y="1808737"/>
                  </a:lnTo>
                  <a:lnTo>
                    <a:pt x="2767849" y="1773830"/>
                  </a:lnTo>
                  <a:lnTo>
                    <a:pt x="2718579" y="1734672"/>
                  </a:lnTo>
                  <a:lnTo>
                    <a:pt x="2671023" y="1691001"/>
                  </a:lnTo>
                  <a:lnTo>
                    <a:pt x="2667772" y="1687805"/>
                  </a:lnTo>
                  <a:lnTo>
                    <a:pt x="2627669" y="1646223"/>
                  </a:lnTo>
                  <a:lnTo>
                    <a:pt x="2587953" y="1601188"/>
                  </a:lnTo>
                  <a:lnTo>
                    <a:pt x="2548329" y="1552635"/>
                  </a:lnTo>
                  <a:lnTo>
                    <a:pt x="2508578" y="1500570"/>
                  </a:lnTo>
                  <a:lnTo>
                    <a:pt x="2468540" y="1445084"/>
                  </a:lnTo>
                  <a:lnTo>
                    <a:pt x="2428120" y="1386357"/>
                  </a:lnTo>
                  <a:lnTo>
                    <a:pt x="2387271" y="1324662"/>
                  </a:lnTo>
                  <a:lnTo>
                    <a:pt x="2345996" y="1260365"/>
                  </a:lnTo>
                  <a:lnTo>
                    <a:pt x="2304338" y="1193918"/>
                  </a:lnTo>
                  <a:lnTo>
                    <a:pt x="2262376" y="1125850"/>
                  </a:lnTo>
                  <a:lnTo>
                    <a:pt x="2220212" y="1056749"/>
                  </a:lnTo>
                  <a:lnTo>
                    <a:pt x="2177967" y="987240"/>
                  </a:lnTo>
                  <a:lnTo>
                    <a:pt x="2135769" y="917967"/>
                  </a:lnTo>
                  <a:lnTo>
                    <a:pt x="2093741" y="849562"/>
                  </a:lnTo>
                  <a:lnTo>
                    <a:pt x="2051993" y="782626"/>
                  </a:lnTo>
                  <a:lnTo>
                    <a:pt x="2010609" y="717705"/>
                  </a:lnTo>
                  <a:lnTo>
                    <a:pt x="1969644" y="655272"/>
                  </a:lnTo>
                  <a:lnTo>
                    <a:pt x="1929111" y="595719"/>
                  </a:lnTo>
                  <a:lnTo>
                    <a:pt x="1888979" y="539342"/>
                  </a:lnTo>
                  <a:lnTo>
                    <a:pt x="1849163" y="486348"/>
                  </a:lnTo>
                  <a:lnTo>
                    <a:pt x="1809524" y="436849"/>
                  </a:lnTo>
                  <a:lnTo>
                    <a:pt x="1769859" y="390875"/>
                  </a:lnTo>
                  <a:lnTo>
                    <a:pt x="1729893" y="348377"/>
                  </a:lnTo>
                  <a:lnTo>
                    <a:pt x="1719082" y="337561"/>
                  </a:lnTo>
                  <a:lnTo>
                    <a:pt x="1671619" y="293574"/>
                  </a:lnTo>
                  <a:lnTo>
                    <a:pt x="1622493" y="254109"/>
                  </a:lnTo>
                  <a:lnTo>
                    <a:pt x="1570900" y="218920"/>
                  </a:lnTo>
                  <a:lnTo>
                    <a:pt x="1515945" y="187601"/>
                  </a:lnTo>
                  <a:lnTo>
                    <a:pt x="1456718" y="159700"/>
                  </a:lnTo>
                  <a:lnTo>
                    <a:pt x="1392381" y="134784"/>
                  </a:lnTo>
                  <a:lnTo>
                    <a:pt x="1322272" y="112479"/>
                  </a:lnTo>
                  <a:lnTo>
                    <a:pt x="1246045" y="92486"/>
                  </a:lnTo>
                  <a:lnTo>
                    <a:pt x="1163858" y="74594"/>
                  </a:lnTo>
                  <a:lnTo>
                    <a:pt x="1076589" y="58677"/>
                  </a:lnTo>
                  <a:lnTo>
                    <a:pt x="986043" y="44694"/>
                  </a:lnTo>
                  <a:lnTo>
                    <a:pt x="895060" y="32663"/>
                  </a:lnTo>
                  <a:lnTo>
                    <a:pt x="807434" y="22632"/>
                  </a:lnTo>
                  <a:lnTo>
                    <a:pt x="727512" y="14631"/>
                  </a:lnTo>
                  <a:lnTo>
                    <a:pt x="659492" y="8624"/>
                  </a:lnTo>
                  <a:lnTo>
                    <a:pt x="606542" y="4467"/>
                  </a:lnTo>
                  <a:lnTo>
                    <a:pt x="570001" y="1902"/>
                  </a:lnTo>
                  <a:lnTo>
                    <a:pt x="548953" y="574"/>
                  </a:lnTo>
                  <a:lnTo>
                    <a:pt x="540234" y="7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7" name="pl207"/>
            <p:cNvSpPr/>
            <p:nvPr/>
          </p:nvSpPr>
          <p:spPr>
            <a:xfrm>
              <a:off x="546595" y="2465485"/>
              <a:ext cx="8234974" cy="2025366"/>
            </a:xfrm>
            <a:custGeom>
              <a:avLst/>
              <a:pathLst>
                <a:path w="8234974" h="2025366">
                  <a:moveTo>
                    <a:pt x="0" y="0"/>
                  </a:moveTo>
                  <a:lnTo>
                    <a:pt x="538736" y="0"/>
                  </a:lnTo>
                  <a:lnTo>
                    <a:pt x="539966" y="63"/>
                  </a:lnTo>
                  <a:lnTo>
                    <a:pt x="547999" y="518"/>
                  </a:lnTo>
                  <a:lnTo>
                    <a:pt x="568067" y="1774"/>
                  </a:lnTo>
                  <a:lnTo>
                    <a:pt x="603477" y="4241"/>
                  </a:lnTo>
                  <a:lnTo>
                    <a:pt x="655308" y="8278"/>
                  </a:lnTo>
                  <a:lnTo>
                    <a:pt x="722368" y="14152"/>
                  </a:lnTo>
                  <a:lnTo>
                    <a:pt x="801594" y="22012"/>
                  </a:lnTo>
                  <a:lnTo>
                    <a:pt x="888830" y="31903"/>
                  </a:lnTo>
                  <a:lnTo>
                    <a:pt x="979711" y="43797"/>
                  </a:lnTo>
                  <a:lnTo>
                    <a:pt x="1070391" y="57646"/>
                  </a:lnTo>
                  <a:lnTo>
                    <a:pt x="1157957" y="73427"/>
                  </a:lnTo>
                  <a:lnTo>
                    <a:pt x="1240534" y="91180"/>
                  </a:lnTo>
                  <a:lnTo>
                    <a:pt x="1317186" y="111021"/>
                  </a:lnTo>
                  <a:lnTo>
                    <a:pt x="1387713" y="133157"/>
                  </a:lnTo>
                  <a:lnTo>
                    <a:pt x="1452431" y="157881"/>
                  </a:lnTo>
                  <a:lnTo>
                    <a:pt x="1511987" y="185562"/>
                  </a:lnTo>
                  <a:lnTo>
                    <a:pt x="1567209" y="216629"/>
                  </a:lnTo>
                  <a:lnTo>
                    <a:pt x="1619006" y="251536"/>
                  </a:lnTo>
                  <a:lnTo>
                    <a:pt x="1668276" y="290694"/>
                  </a:lnTo>
                  <a:lnTo>
                    <a:pt x="1715832" y="334365"/>
                  </a:lnTo>
                  <a:lnTo>
                    <a:pt x="1719082" y="337561"/>
                  </a:lnTo>
                  <a:lnTo>
                    <a:pt x="1759186" y="379143"/>
                  </a:lnTo>
                  <a:lnTo>
                    <a:pt x="1798902" y="424178"/>
                  </a:lnTo>
                  <a:lnTo>
                    <a:pt x="1838525" y="472731"/>
                  </a:lnTo>
                  <a:lnTo>
                    <a:pt x="1878277" y="524795"/>
                  </a:lnTo>
                  <a:lnTo>
                    <a:pt x="1918314" y="580281"/>
                  </a:lnTo>
                  <a:lnTo>
                    <a:pt x="1958734" y="639008"/>
                  </a:lnTo>
                  <a:lnTo>
                    <a:pt x="1999583" y="700704"/>
                  </a:lnTo>
                  <a:lnTo>
                    <a:pt x="2040858" y="765001"/>
                  </a:lnTo>
                  <a:lnTo>
                    <a:pt x="2082516" y="831447"/>
                  </a:lnTo>
                  <a:lnTo>
                    <a:pt x="2124479" y="899515"/>
                  </a:lnTo>
                  <a:lnTo>
                    <a:pt x="2166643" y="968617"/>
                  </a:lnTo>
                  <a:lnTo>
                    <a:pt x="2208888" y="1038125"/>
                  </a:lnTo>
                  <a:lnTo>
                    <a:pt x="2251085" y="1107399"/>
                  </a:lnTo>
                  <a:lnTo>
                    <a:pt x="2293113" y="1175803"/>
                  </a:lnTo>
                  <a:lnTo>
                    <a:pt x="2334862" y="1242740"/>
                  </a:lnTo>
                  <a:lnTo>
                    <a:pt x="2376245" y="1307661"/>
                  </a:lnTo>
                  <a:lnTo>
                    <a:pt x="2417211" y="1370093"/>
                  </a:lnTo>
                  <a:lnTo>
                    <a:pt x="2457743" y="1429647"/>
                  </a:lnTo>
                  <a:lnTo>
                    <a:pt x="2497876" y="1486023"/>
                  </a:lnTo>
                  <a:lnTo>
                    <a:pt x="2537691" y="1539018"/>
                  </a:lnTo>
                  <a:lnTo>
                    <a:pt x="2577330" y="1588516"/>
                  </a:lnTo>
                  <a:lnTo>
                    <a:pt x="2616996" y="1634491"/>
                  </a:lnTo>
                  <a:lnTo>
                    <a:pt x="2656962" y="1676988"/>
                  </a:lnTo>
                  <a:lnTo>
                    <a:pt x="2667772" y="1687805"/>
                  </a:lnTo>
                  <a:lnTo>
                    <a:pt x="2715236" y="1731792"/>
                  </a:lnTo>
                  <a:lnTo>
                    <a:pt x="2764362" y="1771257"/>
                  </a:lnTo>
                  <a:lnTo>
                    <a:pt x="2815955" y="1806446"/>
                  </a:lnTo>
                  <a:lnTo>
                    <a:pt x="2870910" y="1837765"/>
                  </a:lnTo>
                  <a:lnTo>
                    <a:pt x="2930137" y="1865666"/>
                  </a:lnTo>
                  <a:lnTo>
                    <a:pt x="2994473" y="1890582"/>
                  </a:lnTo>
                  <a:lnTo>
                    <a:pt x="3064583" y="1912887"/>
                  </a:lnTo>
                  <a:lnTo>
                    <a:pt x="3140810" y="1932880"/>
                  </a:lnTo>
                  <a:lnTo>
                    <a:pt x="3222997" y="1950772"/>
                  </a:lnTo>
                  <a:lnTo>
                    <a:pt x="3310265" y="1966688"/>
                  </a:lnTo>
                  <a:lnTo>
                    <a:pt x="3400812" y="1980671"/>
                  </a:lnTo>
                  <a:lnTo>
                    <a:pt x="3491794" y="1992702"/>
                  </a:lnTo>
                  <a:lnTo>
                    <a:pt x="3579421" y="2002733"/>
                  </a:lnTo>
                  <a:lnTo>
                    <a:pt x="3659343" y="2010734"/>
                  </a:lnTo>
                  <a:lnTo>
                    <a:pt x="3727362" y="2016742"/>
                  </a:lnTo>
                  <a:lnTo>
                    <a:pt x="3780313" y="2020899"/>
                  </a:lnTo>
                  <a:lnTo>
                    <a:pt x="3816853" y="2023464"/>
                  </a:lnTo>
                  <a:lnTo>
                    <a:pt x="3837902" y="2024792"/>
                  </a:lnTo>
                  <a:lnTo>
                    <a:pt x="3846621" y="2025288"/>
                  </a:lnTo>
                  <a:lnTo>
                    <a:pt x="3848118" y="2025366"/>
                  </a:lnTo>
                  <a:lnTo>
                    <a:pt x="3848118" y="2025366"/>
                  </a:lnTo>
                  <a:lnTo>
                    <a:pt x="4386855" y="2025366"/>
                  </a:lnTo>
                  <a:lnTo>
                    <a:pt x="4388149" y="2025344"/>
                  </a:lnTo>
                  <a:lnTo>
                    <a:pt x="4396594" y="2025184"/>
                  </a:lnTo>
                  <a:lnTo>
                    <a:pt x="4417648" y="2024743"/>
                  </a:lnTo>
                  <a:lnTo>
                    <a:pt x="4454699" y="2023876"/>
                  </a:lnTo>
                  <a:lnTo>
                    <a:pt x="4508734" y="2022460"/>
                  </a:lnTo>
                  <a:lnTo>
                    <a:pt x="4578320" y="2020405"/>
                  </a:lnTo>
                  <a:lnTo>
                    <a:pt x="4660084" y="2017660"/>
                  </a:lnTo>
                  <a:lnTo>
                    <a:pt x="4749580" y="2014215"/>
                  </a:lnTo>
                  <a:lnTo>
                    <a:pt x="4842248" y="2010081"/>
                  </a:lnTo>
                  <a:lnTo>
                    <a:pt x="4934164" y="2005275"/>
                  </a:lnTo>
                  <a:lnTo>
                    <a:pt x="5022441" y="1999800"/>
                  </a:lnTo>
                  <a:lnTo>
                    <a:pt x="5105299" y="1993640"/>
                  </a:lnTo>
                  <a:lnTo>
                    <a:pt x="5181925" y="1986746"/>
                  </a:lnTo>
                  <a:lnTo>
                    <a:pt x="5252246" y="1979040"/>
                  </a:lnTo>
                  <a:lnTo>
                    <a:pt x="5316692" y="1970412"/>
                  </a:lnTo>
                  <a:lnTo>
                    <a:pt x="5376006" y="1960726"/>
                  </a:lnTo>
                  <a:lnTo>
                    <a:pt x="5431094" y="1949827"/>
                  </a:lnTo>
                  <a:lnTo>
                    <a:pt x="5482916" y="1937558"/>
                  </a:lnTo>
                  <a:lnTo>
                    <a:pt x="5532401" y="1923785"/>
                  </a:lnTo>
                  <a:lnTo>
                    <a:pt x="5567201" y="1912846"/>
                  </a:lnTo>
                  <a:lnTo>
                    <a:pt x="5617401" y="1895288"/>
                  </a:lnTo>
                  <a:lnTo>
                    <a:pt x="5667115" y="1875911"/>
                  </a:lnTo>
                  <a:lnTo>
                    <a:pt x="5716869" y="1854690"/>
                  </a:lnTo>
                  <a:lnTo>
                    <a:pt x="5767015" y="1831663"/>
                  </a:lnTo>
                  <a:lnTo>
                    <a:pt x="5817762" y="1806942"/>
                  </a:lnTo>
                  <a:lnTo>
                    <a:pt x="5869185" y="1780716"/>
                  </a:lnTo>
                  <a:lnTo>
                    <a:pt x="5921246" y="1753247"/>
                  </a:lnTo>
                  <a:lnTo>
                    <a:pt x="5973817" y="1724864"/>
                  </a:lnTo>
                  <a:lnTo>
                    <a:pt x="6026697" y="1695951"/>
                  </a:lnTo>
                  <a:lnTo>
                    <a:pt x="6079647" y="1666920"/>
                  </a:lnTo>
                  <a:lnTo>
                    <a:pt x="6132418" y="1638190"/>
                  </a:lnTo>
                  <a:lnTo>
                    <a:pt x="6184786" y="1610164"/>
                  </a:lnTo>
                  <a:lnTo>
                    <a:pt x="6236578" y="1583204"/>
                  </a:lnTo>
                  <a:lnTo>
                    <a:pt x="6287702" y="1557611"/>
                  </a:lnTo>
                  <a:lnTo>
                    <a:pt x="6338169" y="1533616"/>
                  </a:lnTo>
                  <a:lnTo>
                    <a:pt x="6388109" y="1511373"/>
                  </a:lnTo>
                  <a:lnTo>
                    <a:pt x="6437792" y="1490961"/>
                  </a:lnTo>
                  <a:lnTo>
                    <a:pt x="6487644" y="1472390"/>
                  </a:lnTo>
                  <a:lnTo>
                    <a:pt x="6515891" y="1462764"/>
                  </a:lnTo>
                  <a:lnTo>
                    <a:pt x="6564200" y="1447858"/>
                  </a:lnTo>
                  <a:lnTo>
                    <a:pt x="6614244" y="1434512"/>
                  </a:lnTo>
                  <a:lnTo>
                    <a:pt x="6666874" y="1422637"/>
                  </a:lnTo>
                  <a:lnTo>
                    <a:pt x="6723036" y="1412090"/>
                  </a:lnTo>
                  <a:lnTo>
                    <a:pt x="6783684" y="1402711"/>
                  </a:lnTo>
                  <a:lnTo>
                    <a:pt x="6849691" y="1394350"/>
                  </a:lnTo>
                  <a:lnTo>
                    <a:pt x="6921731" y="1386879"/>
                  </a:lnTo>
                  <a:lnTo>
                    <a:pt x="7000116" y="1380195"/>
                  </a:lnTo>
                  <a:lnTo>
                    <a:pt x="7084592" y="1374228"/>
                  </a:lnTo>
                  <a:lnTo>
                    <a:pt x="7174100" y="1368939"/>
                  </a:lnTo>
                  <a:lnTo>
                    <a:pt x="7266561" y="1364317"/>
                  </a:lnTo>
                  <a:lnTo>
                    <a:pt x="7358781" y="1360372"/>
                  </a:lnTo>
                  <a:lnTo>
                    <a:pt x="7446606" y="1357120"/>
                  </a:lnTo>
                  <a:lnTo>
                    <a:pt x="7525418" y="1354569"/>
                  </a:lnTo>
                  <a:lnTo>
                    <a:pt x="7590969" y="1352697"/>
                  </a:lnTo>
                  <a:lnTo>
                    <a:pt x="7640349" y="1351444"/>
                  </a:lnTo>
                  <a:lnTo>
                    <a:pt x="7672769" y="1350709"/>
                  </a:lnTo>
                  <a:lnTo>
                    <a:pt x="7689900" y="1350360"/>
                  </a:lnTo>
                  <a:lnTo>
                    <a:pt x="7695739" y="1350252"/>
                  </a:lnTo>
                  <a:lnTo>
                    <a:pt x="7696237" y="1350244"/>
                  </a:lnTo>
                  <a:lnTo>
                    <a:pt x="8234974" y="1350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546595" y="2454596"/>
              <a:ext cx="8234974" cy="2025366"/>
            </a:xfrm>
            <a:custGeom>
              <a:avLst/>
              <a:pathLst>
                <a:path w="8234974" h="2025366">
                  <a:moveTo>
                    <a:pt x="8234974" y="1350244"/>
                  </a:moveTo>
                  <a:lnTo>
                    <a:pt x="7696237" y="1350244"/>
                  </a:lnTo>
                  <a:lnTo>
                    <a:pt x="7694943" y="1350266"/>
                  </a:lnTo>
                  <a:lnTo>
                    <a:pt x="7686499" y="1350426"/>
                  </a:lnTo>
                  <a:lnTo>
                    <a:pt x="7665445" y="1350868"/>
                  </a:lnTo>
                  <a:lnTo>
                    <a:pt x="7628394" y="1351734"/>
                  </a:lnTo>
                  <a:lnTo>
                    <a:pt x="7574359" y="1353150"/>
                  </a:lnTo>
                  <a:lnTo>
                    <a:pt x="7504772" y="1355205"/>
                  </a:lnTo>
                  <a:lnTo>
                    <a:pt x="7423008" y="1357950"/>
                  </a:lnTo>
                  <a:lnTo>
                    <a:pt x="7333512" y="1361395"/>
                  </a:lnTo>
                  <a:lnTo>
                    <a:pt x="7240844" y="1365529"/>
                  </a:lnTo>
                  <a:lnTo>
                    <a:pt x="7148928" y="1370336"/>
                  </a:lnTo>
                  <a:lnTo>
                    <a:pt x="7060651" y="1375810"/>
                  </a:lnTo>
                  <a:lnTo>
                    <a:pt x="6977793" y="1381970"/>
                  </a:lnTo>
                  <a:lnTo>
                    <a:pt x="6901167" y="1388864"/>
                  </a:lnTo>
                  <a:lnTo>
                    <a:pt x="6830847" y="1396570"/>
                  </a:lnTo>
                  <a:lnTo>
                    <a:pt x="6766400" y="1405198"/>
                  </a:lnTo>
                  <a:lnTo>
                    <a:pt x="6707086" y="1414885"/>
                  </a:lnTo>
                  <a:lnTo>
                    <a:pt x="6651999" y="1425783"/>
                  </a:lnTo>
                  <a:lnTo>
                    <a:pt x="6600177" y="1438053"/>
                  </a:lnTo>
                  <a:lnTo>
                    <a:pt x="6550691" y="1451825"/>
                  </a:lnTo>
                  <a:lnTo>
                    <a:pt x="6515891" y="1462764"/>
                  </a:lnTo>
                  <a:lnTo>
                    <a:pt x="6465691" y="1480322"/>
                  </a:lnTo>
                  <a:lnTo>
                    <a:pt x="6415977" y="1499699"/>
                  </a:lnTo>
                  <a:lnTo>
                    <a:pt x="6366224" y="1520920"/>
                  </a:lnTo>
                  <a:lnTo>
                    <a:pt x="6316077" y="1543947"/>
                  </a:lnTo>
                  <a:lnTo>
                    <a:pt x="6265330" y="1568668"/>
                  </a:lnTo>
                  <a:lnTo>
                    <a:pt x="6213908" y="1594894"/>
                  </a:lnTo>
                  <a:lnTo>
                    <a:pt x="6161846" y="1622364"/>
                  </a:lnTo>
                  <a:lnTo>
                    <a:pt x="6109276" y="1650746"/>
                  </a:lnTo>
                  <a:lnTo>
                    <a:pt x="6056396" y="1679659"/>
                  </a:lnTo>
                  <a:lnTo>
                    <a:pt x="6003446" y="1708691"/>
                  </a:lnTo>
                  <a:lnTo>
                    <a:pt x="5950674" y="1737420"/>
                  </a:lnTo>
                  <a:lnTo>
                    <a:pt x="5898306" y="1765446"/>
                  </a:lnTo>
                  <a:lnTo>
                    <a:pt x="5846514" y="1792406"/>
                  </a:lnTo>
                  <a:lnTo>
                    <a:pt x="5795390" y="1817999"/>
                  </a:lnTo>
                  <a:lnTo>
                    <a:pt x="5744924" y="1841994"/>
                  </a:lnTo>
                  <a:lnTo>
                    <a:pt x="5694983" y="1864238"/>
                  </a:lnTo>
                  <a:lnTo>
                    <a:pt x="5645300" y="1884649"/>
                  </a:lnTo>
                  <a:lnTo>
                    <a:pt x="5595449" y="1903221"/>
                  </a:lnTo>
                  <a:lnTo>
                    <a:pt x="5567201" y="1912846"/>
                  </a:lnTo>
                  <a:lnTo>
                    <a:pt x="5518893" y="1927752"/>
                  </a:lnTo>
                  <a:lnTo>
                    <a:pt x="5468848" y="1941098"/>
                  </a:lnTo>
                  <a:lnTo>
                    <a:pt x="5416218" y="1952973"/>
                  </a:lnTo>
                  <a:lnTo>
                    <a:pt x="5360057" y="1963520"/>
                  </a:lnTo>
                  <a:lnTo>
                    <a:pt x="5299409" y="1972899"/>
                  </a:lnTo>
                  <a:lnTo>
                    <a:pt x="5233401" y="1981260"/>
                  </a:lnTo>
                  <a:lnTo>
                    <a:pt x="5161361" y="1988731"/>
                  </a:lnTo>
                  <a:lnTo>
                    <a:pt x="5082976" y="1995415"/>
                  </a:lnTo>
                  <a:lnTo>
                    <a:pt x="4998501" y="2001382"/>
                  </a:lnTo>
                  <a:lnTo>
                    <a:pt x="4908993" y="2006671"/>
                  </a:lnTo>
                  <a:lnTo>
                    <a:pt x="4816532" y="2011293"/>
                  </a:lnTo>
                  <a:lnTo>
                    <a:pt x="4724311" y="2015238"/>
                  </a:lnTo>
                  <a:lnTo>
                    <a:pt x="4636487" y="2018490"/>
                  </a:lnTo>
                  <a:lnTo>
                    <a:pt x="4557675" y="2021041"/>
                  </a:lnTo>
                  <a:lnTo>
                    <a:pt x="4492123" y="2022913"/>
                  </a:lnTo>
                  <a:lnTo>
                    <a:pt x="4442743" y="2024166"/>
                  </a:lnTo>
                  <a:lnTo>
                    <a:pt x="4410323" y="2024901"/>
                  </a:lnTo>
                  <a:lnTo>
                    <a:pt x="4393193" y="2025250"/>
                  </a:lnTo>
                  <a:lnTo>
                    <a:pt x="4387353" y="2025358"/>
                  </a:lnTo>
                  <a:lnTo>
                    <a:pt x="4386855" y="2025366"/>
                  </a:lnTo>
                  <a:lnTo>
                    <a:pt x="3848118" y="2025366"/>
                  </a:lnTo>
                  <a:lnTo>
                    <a:pt x="3846889" y="2025303"/>
                  </a:lnTo>
                  <a:lnTo>
                    <a:pt x="3838855" y="2024848"/>
                  </a:lnTo>
                  <a:lnTo>
                    <a:pt x="3818788" y="2023592"/>
                  </a:lnTo>
                  <a:lnTo>
                    <a:pt x="3783378" y="2021125"/>
                  </a:lnTo>
                  <a:lnTo>
                    <a:pt x="3731546" y="2017088"/>
                  </a:lnTo>
                  <a:lnTo>
                    <a:pt x="3664486" y="2011214"/>
                  </a:lnTo>
                  <a:lnTo>
                    <a:pt x="3585261" y="2003354"/>
                  </a:lnTo>
                  <a:lnTo>
                    <a:pt x="3498025" y="1993463"/>
                  </a:lnTo>
                  <a:lnTo>
                    <a:pt x="3407144" y="1981569"/>
                  </a:lnTo>
                  <a:lnTo>
                    <a:pt x="3316463" y="1967720"/>
                  </a:lnTo>
                  <a:lnTo>
                    <a:pt x="3228898" y="1951938"/>
                  </a:lnTo>
                  <a:lnTo>
                    <a:pt x="3146321" y="1934186"/>
                  </a:lnTo>
                  <a:lnTo>
                    <a:pt x="3069668" y="1914345"/>
                  </a:lnTo>
                  <a:lnTo>
                    <a:pt x="2999141" y="1892208"/>
                  </a:lnTo>
                  <a:lnTo>
                    <a:pt x="2934423" y="1867485"/>
                  </a:lnTo>
                  <a:lnTo>
                    <a:pt x="2874868" y="1839804"/>
                  </a:lnTo>
                  <a:lnTo>
                    <a:pt x="2819645" y="1808737"/>
                  </a:lnTo>
                  <a:lnTo>
                    <a:pt x="2767849" y="1773830"/>
                  </a:lnTo>
                  <a:lnTo>
                    <a:pt x="2718579" y="1734672"/>
                  </a:lnTo>
                  <a:lnTo>
                    <a:pt x="2671023" y="1691001"/>
                  </a:lnTo>
                  <a:lnTo>
                    <a:pt x="2667772" y="1687805"/>
                  </a:lnTo>
                  <a:lnTo>
                    <a:pt x="2627669" y="1646223"/>
                  </a:lnTo>
                  <a:lnTo>
                    <a:pt x="2587953" y="1601188"/>
                  </a:lnTo>
                  <a:lnTo>
                    <a:pt x="2548329" y="1552635"/>
                  </a:lnTo>
                  <a:lnTo>
                    <a:pt x="2508578" y="1500570"/>
                  </a:lnTo>
                  <a:lnTo>
                    <a:pt x="2468540" y="1445084"/>
                  </a:lnTo>
                  <a:lnTo>
                    <a:pt x="2428120" y="1386357"/>
                  </a:lnTo>
                  <a:lnTo>
                    <a:pt x="2387271" y="1324662"/>
                  </a:lnTo>
                  <a:lnTo>
                    <a:pt x="2345996" y="1260365"/>
                  </a:lnTo>
                  <a:lnTo>
                    <a:pt x="2304338" y="1193918"/>
                  </a:lnTo>
                  <a:lnTo>
                    <a:pt x="2262376" y="1125850"/>
                  </a:lnTo>
                  <a:lnTo>
                    <a:pt x="2220212" y="1056749"/>
                  </a:lnTo>
                  <a:lnTo>
                    <a:pt x="2177967" y="987240"/>
                  </a:lnTo>
                  <a:lnTo>
                    <a:pt x="2135769" y="917967"/>
                  </a:lnTo>
                  <a:lnTo>
                    <a:pt x="2093741" y="849562"/>
                  </a:lnTo>
                  <a:lnTo>
                    <a:pt x="2051993" y="782626"/>
                  </a:lnTo>
                  <a:lnTo>
                    <a:pt x="2010609" y="717705"/>
                  </a:lnTo>
                  <a:lnTo>
                    <a:pt x="1969644" y="655272"/>
                  </a:lnTo>
                  <a:lnTo>
                    <a:pt x="1929111" y="595719"/>
                  </a:lnTo>
                  <a:lnTo>
                    <a:pt x="1888979" y="539342"/>
                  </a:lnTo>
                  <a:lnTo>
                    <a:pt x="1849163" y="486348"/>
                  </a:lnTo>
                  <a:lnTo>
                    <a:pt x="1809524" y="436849"/>
                  </a:lnTo>
                  <a:lnTo>
                    <a:pt x="1769859" y="390875"/>
                  </a:lnTo>
                  <a:lnTo>
                    <a:pt x="1729893" y="348377"/>
                  </a:lnTo>
                  <a:lnTo>
                    <a:pt x="1719082" y="337561"/>
                  </a:lnTo>
                  <a:lnTo>
                    <a:pt x="1671619" y="293574"/>
                  </a:lnTo>
                  <a:lnTo>
                    <a:pt x="1622493" y="254109"/>
                  </a:lnTo>
                  <a:lnTo>
                    <a:pt x="1570900" y="218920"/>
                  </a:lnTo>
                  <a:lnTo>
                    <a:pt x="1515945" y="187601"/>
                  </a:lnTo>
                  <a:lnTo>
                    <a:pt x="1456718" y="159700"/>
                  </a:lnTo>
                  <a:lnTo>
                    <a:pt x="1392381" y="134784"/>
                  </a:lnTo>
                  <a:lnTo>
                    <a:pt x="1322272" y="112479"/>
                  </a:lnTo>
                  <a:lnTo>
                    <a:pt x="1246045" y="92486"/>
                  </a:lnTo>
                  <a:lnTo>
                    <a:pt x="1163858" y="74594"/>
                  </a:lnTo>
                  <a:lnTo>
                    <a:pt x="1076589" y="58677"/>
                  </a:lnTo>
                  <a:lnTo>
                    <a:pt x="986043" y="44694"/>
                  </a:lnTo>
                  <a:lnTo>
                    <a:pt x="895060" y="32663"/>
                  </a:lnTo>
                  <a:lnTo>
                    <a:pt x="807434" y="22632"/>
                  </a:lnTo>
                  <a:lnTo>
                    <a:pt x="727512" y="14631"/>
                  </a:lnTo>
                  <a:lnTo>
                    <a:pt x="659492" y="8624"/>
                  </a:lnTo>
                  <a:lnTo>
                    <a:pt x="606542" y="4467"/>
                  </a:lnTo>
                  <a:lnTo>
                    <a:pt x="570001" y="1902"/>
                  </a:lnTo>
                  <a:lnTo>
                    <a:pt x="548953" y="574"/>
                  </a:lnTo>
                  <a:lnTo>
                    <a:pt x="540234" y="77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" name="pg209"/>
            <p:cNvSpPr/>
            <p:nvPr/>
          </p:nvSpPr>
          <p:spPr>
            <a:xfrm>
              <a:off x="546595" y="2465485"/>
              <a:ext cx="8234974" cy="2041700"/>
            </a:xfrm>
            <a:custGeom>
              <a:avLst/>
              <a:pathLst>
                <a:path w="8234974" h="2041700">
                  <a:moveTo>
                    <a:pt x="0" y="5444"/>
                  </a:moveTo>
                  <a:lnTo>
                    <a:pt x="538736" y="5444"/>
                  </a:lnTo>
                  <a:lnTo>
                    <a:pt x="539965" y="5508"/>
                  </a:lnTo>
                  <a:lnTo>
                    <a:pt x="547994" y="5965"/>
                  </a:lnTo>
                  <a:lnTo>
                    <a:pt x="568050" y="7227"/>
                  </a:lnTo>
                  <a:lnTo>
                    <a:pt x="603441" y="9706"/>
                  </a:lnTo>
                  <a:lnTo>
                    <a:pt x="655247" y="13762"/>
                  </a:lnTo>
                  <a:lnTo>
                    <a:pt x="722278" y="19664"/>
                  </a:lnTo>
                  <a:lnTo>
                    <a:pt x="801474" y="27562"/>
                  </a:lnTo>
                  <a:lnTo>
                    <a:pt x="888683" y="37501"/>
                  </a:lnTo>
                  <a:lnTo>
                    <a:pt x="979543" y="49453"/>
                  </a:lnTo>
                  <a:lnTo>
                    <a:pt x="1070209" y="63370"/>
                  </a:lnTo>
                  <a:lnTo>
                    <a:pt x="1157766" y="79229"/>
                  </a:lnTo>
                  <a:lnTo>
                    <a:pt x="1240339" y="97068"/>
                  </a:lnTo>
                  <a:lnTo>
                    <a:pt x="1316992" y="117007"/>
                  </a:lnTo>
                  <a:lnTo>
                    <a:pt x="1387521" y="139251"/>
                  </a:lnTo>
                  <a:lnTo>
                    <a:pt x="1452242" y="164094"/>
                  </a:lnTo>
                  <a:lnTo>
                    <a:pt x="1511800" y="191908"/>
                  </a:lnTo>
                  <a:lnTo>
                    <a:pt x="1567025" y="223124"/>
                  </a:lnTo>
                  <a:lnTo>
                    <a:pt x="1618821" y="258196"/>
                  </a:lnTo>
                  <a:lnTo>
                    <a:pt x="1668089" y="297540"/>
                  </a:lnTo>
                  <a:lnTo>
                    <a:pt x="1715640" y="341419"/>
                  </a:lnTo>
                  <a:lnTo>
                    <a:pt x="1719082" y="344820"/>
                  </a:lnTo>
                  <a:lnTo>
                    <a:pt x="1759114" y="386548"/>
                  </a:lnTo>
                  <a:lnTo>
                    <a:pt x="1798759" y="431734"/>
                  </a:lnTo>
                  <a:lnTo>
                    <a:pt x="1838311" y="480444"/>
                  </a:lnTo>
                  <a:lnTo>
                    <a:pt x="1877991" y="532673"/>
                  </a:lnTo>
                  <a:lnTo>
                    <a:pt x="1917953" y="588330"/>
                  </a:lnTo>
                  <a:lnTo>
                    <a:pt x="1958297" y="647236"/>
                  </a:lnTo>
                  <a:lnTo>
                    <a:pt x="1999067" y="709118"/>
                  </a:lnTo>
                  <a:lnTo>
                    <a:pt x="2040262" y="773613"/>
                  </a:lnTo>
                  <a:lnTo>
                    <a:pt x="2081840" y="840268"/>
                  </a:lnTo>
                  <a:lnTo>
                    <a:pt x="2123723" y="908556"/>
                  </a:lnTo>
                  <a:lnTo>
                    <a:pt x="2165809" y="977890"/>
                  </a:lnTo>
                  <a:lnTo>
                    <a:pt x="2207977" y="1047645"/>
                  </a:lnTo>
                  <a:lnTo>
                    <a:pt x="2250101" y="1117178"/>
                  </a:lnTo>
                  <a:lnTo>
                    <a:pt x="2292059" y="1185856"/>
                  </a:lnTo>
                  <a:lnTo>
                    <a:pt x="2333741" y="1253076"/>
                  </a:lnTo>
                  <a:lnTo>
                    <a:pt x="2375062" y="1318293"/>
                  </a:lnTo>
                  <a:lnTo>
                    <a:pt x="2415966" y="1381028"/>
                  </a:lnTo>
                  <a:lnTo>
                    <a:pt x="2456439" y="1440890"/>
                  </a:lnTo>
                  <a:lnTo>
                    <a:pt x="2496512" y="1497578"/>
                  </a:lnTo>
                  <a:lnTo>
                    <a:pt x="2536265" y="1550883"/>
                  </a:lnTo>
                  <a:lnTo>
                    <a:pt x="2575836" y="1600688"/>
                  </a:lnTo>
                  <a:lnTo>
                    <a:pt x="2615424" y="1646963"/>
                  </a:lnTo>
                  <a:lnTo>
                    <a:pt x="2655300" y="1689751"/>
                  </a:lnTo>
                  <a:lnTo>
                    <a:pt x="2667772" y="1702324"/>
                  </a:lnTo>
                  <a:lnTo>
                    <a:pt x="2715226" y="1746538"/>
                  </a:lnTo>
                  <a:lnTo>
                    <a:pt x="2764341" y="1786209"/>
                  </a:lnTo>
                  <a:lnTo>
                    <a:pt x="2815922" y="1821582"/>
                  </a:lnTo>
                  <a:lnTo>
                    <a:pt x="2870864" y="1853066"/>
                  </a:lnTo>
                  <a:lnTo>
                    <a:pt x="2930074" y="1881114"/>
                  </a:lnTo>
                  <a:lnTo>
                    <a:pt x="2994391" y="1906162"/>
                  </a:lnTo>
                  <a:lnTo>
                    <a:pt x="3064478" y="1928586"/>
                  </a:lnTo>
                  <a:lnTo>
                    <a:pt x="3140681" y="1948685"/>
                  </a:lnTo>
                  <a:lnTo>
                    <a:pt x="3222841" y="1966674"/>
                  </a:lnTo>
                  <a:lnTo>
                    <a:pt x="3310084" y="1982676"/>
                  </a:lnTo>
                  <a:lnTo>
                    <a:pt x="3400607" y="1996735"/>
                  </a:lnTo>
                  <a:lnTo>
                    <a:pt x="3491574" y="2008833"/>
                  </a:lnTo>
                  <a:lnTo>
                    <a:pt x="3579197" y="2018921"/>
                  </a:lnTo>
                  <a:lnTo>
                    <a:pt x="3659130" y="2026969"/>
                  </a:lnTo>
                  <a:lnTo>
                    <a:pt x="3727176" y="2033014"/>
                  </a:lnTo>
                  <a:lnTo>
                    <a:pt x="3780167" y="2037198"/>
                  </a:lnTo>
                  <a:lnTo>
                    <a:pt x="3816755" y="2039781"/>
                  </a:lnTo>
                  <a:lnTo>
                    <a:pt x="3837850" y="2041119"/>
                  </a:lnTo>
                  <a:lnTo>
                    <a:pt x="3846605" y="2041621"/>
                  </a:lnTo>
                  <a:lnTo>
                    <a:pt x="3848118" y="2041700"/>
                  </a:lnTo>
                  <a:lnTo>
                    <a:pt x="4386855" y="2041700"/>
                  </a:lnTo>
                  <a:lnTo>
                    <a:pt x="4388155" y="2041687"/>
                  </a:lnTo>
                  <a:lnTo>
                    <a:pt x="4396637" y="2041597"/>
                  </a:lnTo>
                  <a:lnTo>
                    <a:pt x="4417780" y="2041346"/>
                  </a:lnTo>
                  <a:lnTo>
                    <a:pt x="4454980" y="2040855"/>
                  </a:lnTo>
                  <a:lnTo>
                    <a:pt x="4509213" y="2040052"/>
                  </a:lnTo>
                  <a:lnTo>
                    <a:pt x="4579026" y="2038886"/>
                  </a:lnTo>
                  <a:lnTo>
                    <a:pt x="4661016" y="2037331"/>
                  </a:lnTo>
                  <a:lnTo>
                    <a:pt x="4750712" y="2035378"/>
                  </a:lnTo>
                  <a:lnTo>
                    <a:pt x="4843535" y="2033036"/>
                  </a:lnTo>
                  <a:lnTo>
                    <a:pt x="4935557" y="2030313"/>
                  </a:lnTo>
                  <a:lnTo>
                    <a:pt x="5023893" y="2027212"/>
                  </a:lnTo>
                  <a:lnTo>
                    <a:pt x="5106773" y="2023722"/>
                  </a:lnTo>
                  <a:lnTo>
                    <a:pt x="5183394" y="2019816"/>
                  </a:lnTo>
                  <a:lnTo>
                    <a:pt x="5253695" y="2015449"/>
                  </a:lnTo>
                  <a:lnTo>
                    <a:pt x="5318117" y="2010558"/>
                  </a:lnTo>
                  <a:lnTo>
                    <a:pt x="5377410" y="2005066"/>
                  </a:lnTo>
                  <a:lnTo>
                    <a:pt x="5432488" y="1998885"/>
                  </a:lnTo>
                  <a:lnTo>
                    <a:pt x="5484315" y="1991927"/>
                  </a:lnTo>
                  <a:lnTo>
                    <a:pt x="5533823" y="1984115"/>
                  </a:lnTo>
                  <a:lnTo>
                    <a:pt x="5567201" y="1978180"/>
                  </a:lnTo>
                  <a:lnTo>
                    <a:pt x="5619096" y="1967914"/>
                  </a:lnTo>
                  <a:lnTo>
                    <a:pt x="5670492" y="1956548"/>
                  </a:lnTo>
                  <a:lnTo>
                    <a:pt x="5721961" y="1944070"/>
                  </a:lnTo>
                  <a:lnTo>
                    <a:pt x="5773878" y="1930508"/>
                  </a:lnTo>
                  <a:lnTo>
                    <a:pt x="5826456" y="1915936"/>
                  </a:lnTo>
                  <a:lnTo>
                    <a:pt x="5879756" y="1900479"/>
                  </a:lnTo>
                  <a:lnTo>
                    <a:pt x="5933718" y="1884310"/>
                  </a:lnTo>
                  <a:lnTo>
                    <a:pt x="5988178" y="1867642"/>
                  </a:lnTo>
                  <a:lnTo>
                    <a:pt x="6042903" y="1850721"/>
                  </a:lnTo>
                  <a:lnTo>
                    <a:pt x="6097620" y="1833806"/>
                  </a:lnTo>
                  <a:lnTo>
                    <a:pt x="6152061" y="1817158"/>
                  </a:lnTo>
                  <a:lnTo>
                    <a:pt x="6205993" y="1801019"/>
                  </a:lnTo>
                  <a:lnTo>
                    <a:pt x="6259258" y="1785603"/>
                  </a:lnTo>
                  <a:lnTo>
                    <a:pt x="6311800" y="1771078"/>
                  </a:lnTo>
                  <a:lnTo>
                    <a:pt x="6363689" y="1757568"/>
                  </a:lnTo>
                  <a:lnTo>
                    <a:pt x="6415144" y="1745145"/>
                  </a:lnTo>
                  <a:lnTo>
                    <a:pt x="6466550" y="1733834"/>
                  </a:lnTo>
                  <a:lnTo>
                    <a:pt x="6515891" y="1724102"/>
                  </a:lnTo>
                  <a:lnTo>
                    <a:pt x="6564275" y="1715675"/>
                  </a:lnTo>
                  <a:lnTo>
                    <a:pt x="6614402" y="1708131"/>
                  </a:lnTo>
                  <a:lnTo>
                    <a:pt x="6667125" y="1701420"/>
                  </a:lnTo>
                  <a:lnTo>
                    <a:pt x="6723394" y="1695461"/>
                  </a:lnTo>
                  <a:lnTo>
                    <a:pt x="6784170" y="1690162"/>
                  </a:lnTo>
                  <a:lnTo>
                    <a:pt x="6850329" y="1685440"/>
                  </a:lnTo>
                  <a:lnTo>
                    <a:pt x="6922542" y="1681220"/>
                  </a:lnTo>
                  <a:lnTo>
                    <a:pt x="7001121" y="1677446"/>
                  </a:lnTo>
                  <a:lnTo>
                    <a:pt x="7085802" y="1674078"/>
                  </a:lnTo>
                  <a:lnTo>
                    <a:pt x="7175508" y="1671093"/>
                  </a:lnTo>
                  <a:lnTo>
                    <a:pt x="7268135" y="1668486"/>
                  </a:lnTo>
                  <a:lnTo>
                    <a:pt x="7360458" y="1666262"/>
                  </a:lnTo>
                  <a:lnTo>
                    <a:pt x="7448287" y="1664432"/>
                  </a:lnTo>
                  <a:lnTo>
                    <a:pt x="7526984" y="1662997"/>
                  </a:lnTo>
                  <a:lnTo>
                    <a:pt x="7592300" y="1661947"/>
                  </a:lnTo>
                  <a:lnTo>
                    <a:pt x="7641350" y="1661246"/>
                  </a:lnTo>
                  <a:lnTo>
                    <a:pt x="7673400" y="1660837"/>
                  </a:lnTo>
                  <a:lnTo>
                    <a:pt x="7690190" y="1660645"/>
                  </a:lnTo>
                  <a:lnTo>
                    <a:pt x="7695797" y="1660587"/>
                  </a:lnTo>
                  <a:lnTo>
                    <a:pt x="7696237" y="1660582"/>
                  </a:lnTo>
                  <a:lnTo>
                    <a:pt x="8234974" y="1660582"/>
                  </a:lnTo>
                  <a:lnTo>
                    <a:pt x="8234974" y="1655138"/>
                  </a:lnTo>
                  <a:lnTo>
                    <a:pt x="7696237" y="1655138"/>
                  </a:lnTo>
                  <a:lnTo>
                    <a:pt x="7694937" y="1655151"/>
                  </a:lnTo>
                  <a:lnTo>
                    <a:pt x="7686456" y="1655241"/>
                  </a:lnTo>
                  <a:lnTo>
                    <a:pt x="7665312" y="1655492"/>
                  </a:lnTo>
                  <a:lnTo>
                    <a:pt x="7628112" y="1655983"/>
                  </a:lnTo>
                  <a:lnTo>
                    <a:pt x="7573879" y="1656786"/>
                  </a:lnTo>
                  <a:lnTo>
                    <a:pt x="7504066" y="1657951"/>
                  </a:lnTo>
                  <a:lnTo>
                    <a:pt x="7422076" y="1659507"/>
                  </a:lnTo>
                  <a:lnTo>
                    <a:pt x="7332381" y="1661459"/>
                  </a:lnTo>
                  <a:lnTo>
                    <a:pt x="7239557" y="1663802"/>
                  </a:lnTo>
                  <a:lnTo>
                    <a:pt x="7147535" y="1666525"/>
                  </a:lnTo>
                  <a:lnTo>
                    <a:pt x="7059199" y="1669626"/>
                  </a:lnTo>
                  <a:lnTo>
                    <a:pt x="6976320" y="1673116"/>
                  </a:lnTo>
                  <a:lnTo>
                    <a:pt x="6899698" y="1677022"/>
                  </a:lnTo>
                  <a:lnTo>
                    <a:pt x="6829398" y="1681389"/>
                  </a:lnTo>
                  <a:lnTo>
                    <a:pt x="6764976" y="1686280"/>
                  </a:lnTo>
                  <a:lnTo>
                    <a:pt x="6705682" y="1691772"/>
                  </a:lnTo>
                  <a:lnTo>
                    <a:pt x="6650605" y="1697952"/>
                  </a:lnTo>
                  <a:lnTo>
                    <a:pt x="6598778" y="1704911"/>
                  </a:lnTo>
                  <a:lnTo>
                    <a:pt x="6549270" y="1712723"/>
                  </a:lnTo>
                  <a:lnTo>
                    <a:pt x="6515891" y="1718657"/>
                  </a:lnTo>
                  <a:lnTo>
                    <a:pt x="6463996" y="1728924"/>
                  </a:lnTo>
                  <a:lnTo>
                    <a:pt x="6412600" y="1740289"/>
                  </a:lnTo>
                  <a:lnTo>
                    <a:pt x="6361132" y="1752767"/>
                  </a:lnTo>
                  <a:lnTo>
                    <a:pt x="6309214" y="1766330"/>
                  </a:lnTo>
                  <a:lnTo>
                    <a:pt x="6256637" y="1780902"/>
                  </a:lnTo>
                  <a:lnTo>
                    <a:pt x="6203337" y="1796359"/>
                  </a:lnTo>
                  <a:lnTo>
                    <a:pt x="6149375" y="1812528"/>
                  </a:lnTo>
                  <a:lnTo>
                    <a:pt x="6094914" y="1829195"/>
                  </a:lnTo>
                  <a:lnTo>
                    <a:pt x="6040190" y="1846117"/>
                  </a:lnTo>
                  <a:lnTo>
                    <a:pt x="5985472" y="1863032"/>
                  </a:lnTo>
                  <a:lnTo>
                    <a:pt x="5931031" y="1879680"/>
                  </a:lnTo>
                  <a:lnTo>
                    <a:pt x="5877099" y="1895818"/>
                  </a:lnTo>
                  <a:lnTo>
                    <a:pt x="5823834" y="1911235"/>
                  </a:lnTo>
                  <a:lnTo>
                    <a:pt x="5771292" y="1925760"/>
                  </a:lnTo>
                  <a:lnTo>
                    <a:pt x="5719403" y="1939270"/>
                  </a:lnTo>
                  <a:lnTo>
                    <a:pt x="5667949" y="1951693"/>
                  </a:lnTo>
                  <a:lnTo>
                    <a:pt x="5616543" y="1963003"/>
                  </a:lnTo>
                  <a:lnTo>
                    <a:pt x="5567201" y="1972736"/>
                  </a:lnTo>
                  <a:lnTo>
                    <a:pt x="5518817" y="1981163"/>
                  </a:lnTo>
                  <a:lnTo>
                    <a:pt x="5468691" y="1988706"/>
                  </a:lnTo>
                  <a:lnTo>
                    <a:pt x="5415968" y="1995417"/>
                  </a:lnTo>
                  <a:lnTo>
                    <a:pt x="5359698" y="2001377"/>
                  </a:lnTo>
                  <a:lnTo>
                    <a:pt x="5298922" y="2006675"/>
                  </a:lnTo>
                  <a:lnTo>
                    <a:pt x="5232764" y="2011398"/>
                  </a:lnTo>
                  <a:lnTo>
                    <a:pt x="5160550" y="2015617"/>
                  </a:lnTo>
                  <a:lnTo>
                    <a:pt x="5081972" y="2019391"/>
                  </a:lnTo>
                  <a:lnTo>
                    <a:pt x="4997291" y="2022760"/>
                  </a:lnTo>
                  <a:lnTo>
                    <a:pt x="4907584" y="2025745"/>
                  </a:lnTo>
                  <a:lnTo>
                    <a:pt x="4814957" y="2028352"/>
                  </a:lnTo>
                  <a:lnTo>
                    <a:pt x="4722635" y="2030575"/>
                  </a:lnTo>
                  <a:lnTo>
                    <a:pt x="4634805" y="2032406"/>
                  </a:lnTo>
                  <a:lnTo>
                    <a:pt x="4556108" y="2033840"/>
                  </a:lnTo>
                  <a:lnTo>
                    <a:pt x="4490793" y="2034891"/>
                  </a:lnTo>
                  <a:lnTo>
                    <a:pt x="4441742" y="2035591"/>
                  </a:lnTo>
                  <a:lnTo>
                    <a:pt x="4409693" y="2036000"/>
                  </a:lnTo>
                  <a:lnTo>
                    <a:pt x="4392902" y="2036193"/>
                  </a:lnTo>
                  <a:lnTo>
                    <a:pt x="4387296" y="2036251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546595" y="2470929"/>
              <a:ext cx="8234974" cy="2036255"/>
            </a:xfrm>
            <a:custGeom>
              <a:avLst/>
              <a:pathLst>
                <a:path w="8234974" h="2036255">
                  <a:moveTo>
                    <a:pt x="0" y="0"/>
                  </a:moveTo>
                  <a:lnTo>
                    <a:pt x="538736" y="0"/>
                  </a:lnTo>
                  <a:lnTo>
                    <a:pt x="539965" y="63"/>
                  </a:lnTo>
                  <a:lnTo>
                    <a:pt x="547994" y="520"/>
                  </a:lnTo>
                  <a:lnTo>
                    <a:pt x="568050" y="1783"/>
                  </a:lnTo>
                  <a:lnTo>
                    <a:pt x="603441" y="4261"/>
                  </a:lnTo>
                  <a:lnTo>
                    <a:pt x="655247" y="8318"/>
                  </a:lnTo>
                  <a:lnTo>
                    <a:pt x="722278" y="14219"/>
                  </a:lnTo>
                  <a:lnTo>
                    <a:pt x="801474" y="22118"/>
                  </a:lnTo>
                  <a:lnTo>
                    <a:pt x="888683" y="32057"/>
                  </a:lnTo>
                  <a:lnTo>
                    <a:pt x="979543" y="44009"/>
                  </a:lnTo>
                  <a:lnTo>
                    <a:pt x="1070209" y="57925"/>
                  </a:lnTo>
                  <a:lnTo>
                    <a:pt x="1157766" y="73784"/>
                  </a:lnTo>
                  <a:lnTo>
                    <a:pt x="1240339" y="91624"/>
                  </a:lnTo>
                  <a:lnTo>
                    <a:pt x="1316992" y="111562"/>
                  </a:lnTo>
                  <a:lnTo>
                    <a:pt x="1387521" y="133806"/>
                  </a:lnTo>
                  <a:lnTo>
                    <a:pt x="1452242" y="158649"/>
                  </a:lnTo>
                  <a:lnTo>
                    <a:pt x="1511800" y="186463"/>
                  </a:lnTo>
                  <a:lnTo>
                    <a:pt x="1567025" y="217679"/>
                  </a:lnTo>
                  <a:lnTo>
                    <a:pt x="1618821" y="252752"/>
                  </a:lnTo>
                  <a:lnTo>
                    <a:pt x="1668089" y="292096"/>
                  </a:lnTo>
                  <a:lnTo>
                    <a:pt x="1715640" y="335974"/>
                  </a:lnTo>
                  <a:lnTo>
                    <a:pt x="1719082" y="339375"/>
                  </a:lnTo>
                  <a:lnTo>
                    <a:pt x="1759114" y="381103"/>
                  </a:lnTo>
                  <a:lnTo>
                    <a:pt x="1798759" y="426289"/>
                  </a:lnTo>
                  <a:lnTo>
                    <a:pt x="1838311" y="475000"/>
                  </a:lnTo>
                  <a:lnTo>
                    <a:pt x="1877991" y="527228"/>
                  </a:lnTo>
                  <a:lnTo>
                    <a:pt x="1917953" y="582885"/>
                  </a:lnTo>
                  <a:lnTo>
                    <a:pt x="1958297" y="641791"/>
                  </a:lnTo>
                  <a:lnTo>
                    <a:pt x="1999067" y="703674"/>
                  </a:lnTo>
                  <a:lnTo>
                    <a:pt x="2040262" y="768168"/>
                  </a:lnTo>
                  <a:lnTo>
                    <a:pt x="2081840" y="834823"/>
                  </a:lnTo>
                  <a:lnTo>
                    <a:pt x="2123723" y="903111"/>
                  </a:lnTo>
                  <a:lnTo>
                    <a:pt x="2165809" y="972446"/>
                  </a:lnTo>
                  <a:lnTo>
                    <a:pt x="2207977" y="1042200"/>
                  </a:lnTo>
                  <a:lnTo>
                    <a:pt x="2250101" y="1111733"/>
                  </a:lnTo>
                  <a:lnTo>
                    <a:pt x="2292059" y="1180411"/>
                  </a:lnTo>
                  <a:lnTo>
                    <a:pt x="2333741" y="1247632"/>
                  </a:lnTo>
                  <a:lnTo>
                    <a:pt x="2375062" y="1312848"/>
                  </a:lnTo>
                  <a:lnTo>
                    <a:pt x="2415966" y="1375584"/>
                  </a:lnTo>
                  <a:lnTo>
                    <a:pt x="2456439" y="1435446"/>
                  </a:lnTo>
                  <a:lnTo>
                    <a:pt x="2496512" y="1492133"/>
                  </a:lnTo>
                  <a:lnTo>
                    <a:pt x="2536265" y="1545438"/>
                  </a:lnTo>
                  <a:lnTo>
                    <a:pt x="2575836" y="1595244"/>
                  </a:lnTo>
                  <a:lnTo>
                    <a:pt x="2615424" y="1641518"/>
                  </a:lnTo>
                  <a:lnTo>
                    <a:pt x="2655300" y="1684307"/>
                  </a:lnTo>
                  <a:lnTo>
                    <a:pt x="2667772" y="1696879"/>
                  </a:lnTo>
                  <a:lnTo>
                    <a:pt x="2715226" y="1741094"/>
                  </a:lnTo>
                  <a:lnTo>
                    <a:pt x="2764341" y="1780764"/>
                  </a:lnTo>
                  <a:lnTo>
                    <a:pt x="2815922" y="1816138"/>
                  </a:lnTo>
                  <a:lnTo>
                    <a:pt x="2870864" y="1847621"/>
                  </a:lnTo>
                  <a:lnTo>
                    <a:pt x="2930074" y="1875670"/>
                  </a:lnTo>
                  <a:lnTo>
                    <a:pt x="2994391" y="1900717"/>
                  </a:lnTo>
                  <a:lnTo>
                    <a:pt x="3064478" y="1923141"/>
                  </a:lnTo>
                  <a:lnTo>
                    <a:pt x="3140681" y="1943241"/>
                  </a:lnTo>
                  <a:lnTo>
                    <a:pt x="3222841" y="1961229"/>
                  </a:lnTo>
                  <a:lnTo>
                    <a:pt x="3310084" y="1977231"/>
                  </a:lnTo>
                  <a:lnTo>
                    <a:pt x="3400607" y="1991291"/>
                  </a:lnTo>
                  <a:lnTo>
                    <a:pt x="3491574" y="2003389"/>
                  </a:lnTo>
                  <a:lnTo>
                    <a:pt x="3579197" y="2013477"/>
                  </a:lnTo>
                  <a:lnTo>
                    <a:pt x="3659130" y="2021525"/>
                  </a:lnTo>
                  <a:lnTo>
                    <a:pt x="3727176" y="2027569"/>
                  </a:lnTo>
                  <a:lnTo>
                    <a:pt x="3780167" y="2031753"/>
                  </a:lnTo>
                  <a:lnTo>
                    <a:pt x="3816755" y="2034336"/>
                  </a:lnTo>
                  <a:lnTo>
                    <a:pt x="3837850" y="2035675"/>
                  </a:lnTo>
                  <a:lnTo>
                    <a:pt x="3846605" y="2036176"/>
                  </a:lnTo>
                  <a:lnTo>
                    <a:pt x="3848118" y="2036255"/>
                  </a:lnTo>
                  <a:lnTo>
                    <a:pt x="3848118" y="2036255"/>
                  </a:lnTo>
                  <a:lnTo>
                    <a:pt x="4386855" y="2036255"/>
                  </a:lnTo>
                  <a:lnTo>
                    <a:pt x="4388155" y="2036243"/>
                  </a:lnTo>
                  <a:lnTo>
                    <a:pt x="4396637" y="2036152"/>
                  </a:lnTo>
                  <a:lnTo>
                    <a:pt x="4417780" y="2035902"/>
                  </a:lnTo>
                  <a:lnTo>
                    <a:pt x="4454980" y="2035410"/>
                  </a:lnTo>
                  <a:lnTo>
                    <a:pt x="4509213" y="2034607"/>
                  </a:lnTo>
                  <a:lnTo>
                    <a:pt x="4579026" y="2033442"/>
                  </a:lnTo>
                  <a:lnTo>
                    <a:pt x="4661016" y="2031886"/>
                  </a:lnTo>
                  <a:lnTo>
                    <a:pt x="4750712" y="2029934"/>
                  </a:lnTo>
                  <a:lnTo>
                    <a:pt x="4843535" y="2027592"/>
                  </a:lnTo>
                  <a:lnTo>
                    <a:pt x="4935557" y="2024868"/>
                  </a:lnTo>
                  <a:lnTo>
                    <a:pt x="5023893" y="2021767"/>
                  </a:lnTo>
                  <a:lnTo>
                    <a:pt x="5106773" y="2018277"/>
                  </a:lnTo>
                  <a:lnTo>
                    <a:pt x="5183394" y="2014371"/>
                  </a:lnTo>
                  <a:lnTo>
                    <a:pt x="5253695" y="2010004"/>
                  </a:lnTo>
                  <a:lnTo>
                    <a:pt x="5318117" y="2005114"/>
                  </a:lnTo>
                  <a:lnTo>
                    <a:pt x="5377410" y="1999622"/>
                  </a:lnTo>
                  <a:lnTo>
                    <a:pt x="5432488" y="1993441"/>
                  </a:lnTo>
                  <a:lnTo>
                    <a:pt x="5484315" y="1986482"/>
                  </a:lnTo>
                  <a:lnTo>
                    <a:pt x="5533823" y="1978670"/>
                  </a:lnTo>
                  <a:lnTo>
                    <a:pt x="5567201" y="1972736"/>
                  </a:lnTo>
                  <a:lnTo>
                    <a:pt x="5619096" y="1962469"/>
                  </a:lnTo>
                  <a:lnTo>
                    <a:pt x="5670492" y="1951104"/>
                  </a:lnTo>
                  <a:lnTo>
                    <a:pt x="5721961" y="1938626"/>
                  </a:lnTo>
                  <a:lnTo>
                    <a:pt x="5773878" y="1925063"/>
                  </a:lnTo>
                  <a:lnTo>
                    <a:pt x="5826456" y="1910491"/>
                  </a:lnTo>
                  <a:lnTo>
                    <a:pt x="5879756" y="1895034"/>
                  </a:lnTo>
                  <a:lnTo>
                    <a:pt x="5933718" y="1878865"/>
                  </a:lnTo>
                  <a:lnTo>
                    <a:pt x="5988178" y="1862198"/>
                  </a:lnTo>
                  <a:lnTo>
                    <a:pt x="6042903" y="1845276"/>
                  </a:lnTo>
                  <a:lnTo>
                    <a:pt x="6097620" y="1828362"/>
                  </a:lnTo>
                  <a:lnTo>
                    <a:pt x="6152061" y="1811713"/>
                  </a:lnTo>
                  <a:lnTo>
                    <a:pt x="6205993" y="1795575"/>
                  </a:lnTo>
                  <a:lnTo>
                    <a:pt x="6259258" y="1780158"/>
                  </a:lnTo>
                  <a:lnTo>
                    <a:pt x="6311800" y="1765634"/>
                  </a:lnTo>
                  <a:lnTo>
                    <a:pt x="6363689" y="1752123"/>
                  </a:lnTo>
                  <a:lnTo>
                    <a:pt x="6415144" y="1739700"/>
                  </a:lnTo>
                  <a:lnTo>
                    <a:pt x="6466550" y="1728390"/>
                  </a:lnTo>
                  <a:lnTo>
                    <a:pt x="6515891" y="1718657"/>
                  </a:lnTo>
                  <a:lnTo>
                    <a:pt x="6564275" y="1710231"/>
                  </a:lnTo>
                  <a:lnTo>
                    <a:pt x="6614402" y="1702687"/>
                  </a:lnTo>
                  <a:lnTo>
                    <a:pt x="6667125" y="1695976"/>
                  </a:lnTo>
                  <a:lnTo>
                    <a:pt x="6723394" y="1690016"/>
                  </a:lnTo>
                  <a:lnTo>
                    <a:pt x="6784170" y="1684718"/>
                  </a:lnTo>
                  <a:lnTo>
                    <a:pt x="6850329" y="1679996"/>
                  </a:lnTo>
                  <a:lnTo>
                    <a:pt x="6922542" y="1675776"/>
                  </a:lnTo>
                  <a:lnTo>
                    <a:pt x="7001121" y="1672002"/>
                  </a:lnTo>
                  <a:lnTo>
                    <a:pt x="7085802" y="1668633"/>
                  </a:lnTo>
                  <a:lnTo>
                    <a:pt x="7175508" y="1665648"/>
                  </a:lnTo>
                  <a:lnTo>
                    <a:pt x="7268135" y="1663042"/>
                  </a:lnTo>
                  <a:lnTo>
                    <a:pt x="7360458" y="1660818"/>
                  </a:lnTo>
                  <a:lnTo>
                    <a:pt x="7448287" y="1658987"/>
                  </a:lnTo>
                  <a:lnTo>
                    <a:pt x="7526984" y="1657553"/>
                  </a:lnTo>
                  <a:lnTo>
                    <a:pt x="7592300" y="1656503"/>
                  </a:lnTo>
                  <a:lnTo>
                    <a:pt x="7641350" y="1655802"/>
                  </a:lnTo>
                  <a:lnTo>
                    <a:pt x="7673400" y="1655393"/>
                  </a:lnTo>
                  <a:lnTo>
                    <a:pt x="7690190" y="1655200"/>
                  </a:lnTo>
                  <a:lnTo>
                    <a:pt x="7695797" y="1655142"/>
                  </a:lnTo>
                  <a:lnTo>
                    <a:pt x="7696237" y="1655138"/>
                  </a:lnTo>
                  <a:lnTo>
                    <a:pt x="8234974" y="16551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546595" y="2465485"/>
              <a:ext cx="8234974" cy="2036255"/>
            </a:xfrm>
            <a:custGeom>
              <a:avLst/>
              <a:pathLst>
                <a:path w="8234974" h="2036255">
                  <a:moveTo>
                    <a:pt x="8234974" y="1655138"/>
                  </a:moveTo>
                  <a:lnTo>
                    <a:pt x="7696237" y="1655138"/>
                  </a:lnTo>
                  <a:lnTo>
                    <a:pt x="7694937" y="1655151"/>
                  </a:lnTo>
                  <a:lnTo>
                    <a:pt x="7686456" y="1655241"/>
                  </a:lnTo>
                  <a:lnTo>
                    <a:pt x="7665312" y="1655492"/>
                  </a:lnTo>
                  <a:lnTo>
                    <a:pt x="7628112" y="1655983"/>
                  </a:lnTo>
                  <a:lnTo>
                    <a:pt x="7573879" y="1656786"/>
                  </a:lnTo>
                  <a:lnTo>
                    <a:pt x="7504066" y="1657951"/>
                  </a:lnTo>
                  <a:lnTo>
                    <a:pt x="7422076" y="1659507"/>
                  </a:lnTo>
                  <a:lnTo>
                    <a:pt x="7332381" y="1661459"/>
                  </a:lnTo>
                  <a:lnTo>
                    <a:pt x="7239557" y="1663802"/>
                  </a:lnTo>
                  <a:lnTo>
                    <a:pt x="7147535" y="1666525"/>
                  </a:lnTo>
                  <a:lnTo>
                    <a:pt x="7059199" y="1669626"/>
                  </a:lnTo>
                  <a:lnTo>
                    <a:pt x="6976320" y="1673116"/>
                  </a:lnTo>
                  <a:lnTo>
                    <a:pt x="6899698" y="1677022"/>
                  </a:lnTo>
                  <a:lnTo>
                    <a:pt x="6829398" y="1681389"/>
                  </a:lnTo>
                  <a:lnTo>
                    <a:pt x="6764976" y="1686280"/>
                  </a:lnTo>
                  <a:lnTo>
                    <a:pt x="6705682" y="1691772"/>
                  </a:lnTo>
                  <a:lnTo>
                    <a:pt x="6650605" y="1697952"/>
                  </a:lnTo>
                  <a:lnTo>
                    <a:pt x="6598778" y="1704911"/>
                  </a:lnTo>
                  <a:lnTo>
                    <a:pt x="6549270" y="1712723"/>
                  </a:lnTo>
                  <a:lnTo>
                    <a:pt x="6515891" y="1718657"/>
                  </a:lnTo>
                  <a:lnTo>
                    <a:pt x="6463996" y="1728924"/>
                  </a:lnTo>
                  <a:lnTo>
                    <a:pt x="6412600" y="1740289"/>
                  </a:lnTo>
                  <a:lnTo>
                    <a:pt x="6361132" y="1752767"/>
                  </a:lnTo>
                  <a:lnTo>
                    <a:pt x="6309214" y="1766330"/>
                  </a:lnTo>
                  <a:lnTo>
                    <a:pt x="6256637" y="1780902"/>
                  </a:lnTo>
                  <a:lnTo>
                    <a:pt x="6203337" y="1796359"/>
                  </a:lnTo>
                  <a:lnTo>
                    <a:pt x="6149375" y="1812528"/>
                  </a:lnTo>
                  <a:lnTo>
                    <a:pt x="6094914" y="1829195"/>
                  </a:lnTo>
                  <a:lnTo>
                    <a:pt x="6040190" y="1846117"/>
                  </a:lnTo>
                  <a:lnTo>
                    <a:pt x="5985472" y="1863032"/>
                  </a:lnTo>
                  <a:lnTo>
                    <a:pt x="5931031" y="1879680"/>
                  </a:lnTo>
                  <a:lnTo>
                    <a:pt x="5877099" y="1895818"/>
                  </a:lnTo>
                  <a:lnTo>
                    <a:pt x="5823834" y="1911235"/>
                  </a:lnTo>
                  <a:lnTo>
                    <a:pt x="5771292" y="1925760"/>
                  </a:lnTo>
                  <a:lnTo>
                    <a:pt x="5719403" y="1939270"/>
                  </a:lnTo>
                  <a:lnTo>
                    <a:pt x="5667949" y="1951693"/>
                  </a:lnTo>
                  <a:lnTo>
                    <a:pt x="5616543" y="1963003"/>
                  </a:lnTo>
                  <a:lnTo>
                    <a:pt x="5567201" y="1972736"/>
                  </a:lnTo>
                  <a:lnTo>
                    <a:pt x="5518817" y="1981163"/>
                  </a:lnTo>
                  <a:lnTo>
                    <a:pt x="5468691" y="1988706"/>
                  </a:lnTo>
                  <a:lnTo>
                    <a:pt x="5415968" y="1995417"/>
                  </a:lnTo>
                  <a:lnTo>
                    <a:pt x="5359698" y="2001377"/>
                  </a:lnTo>
                  <a:lnTo>
                    <a:pt x="5298922" y="2006675"/>
                  </a:lnTo>
                  <a:lnTo>
                    <a:pt x="5232764" y="2011398"/>
                  </a:lnTo>
                  <a:lnTo>
                    <a:pt x="5160550" y="2015617"/>
                  </a:lnTo>
                  <a:lnTo>
                    <a:pt x="5081972" y="2019391"/>
                  </a:lnTo>
                  <a:lnTo>
                    <a:pt x="4997291" y="2022760"/>
                  </a:lnTo>
                  <a:lnTo>
                    <a:pt x="4907584" y="2025745"/>
                  </a:lnTo>
                  <a:lnTo>
                    <a:pt x="4814957" y="2028352"/>
                  </a:lnTo>
                  <a:lnTo>
                    <a:pt x="4722635" y="2030575"/>
                  </a:lnTo>
                  <a:lnTo>
                    <a:pt x="4634805" y="2032406"/>
                  </a:lnTo>
                  <a:lnTo>
                    <a:pt x="4556108" y="2033840"/>
                  </a:lnTo>
                  <a:lnTo>
                    <a:pt x="4490793" y="2034891"/>
                  </a:lnTo>
                  <a:lnTo>
                    <a:pt x="4441742" y="2035591"/>
                  </a:lnTo>
                  <a:lnTo>
                    <a:pt x="4409693" y="2036000"/>
                  </a:lnTo>
                  <a:lnTo>
                    <a:pt x="4392902" y="2036193"/>
                  </a:lnTo>
                  <a:lnTo>
                    <a:pt x="4387296" y="2036251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" name="pg212"/>
            <p:cNvSpPr/>
            <p:nvPr/>
          </p:nvSpPr>
          <p:spPr>
            <a:xfrm>
              <a:off x="546595" y="2470929"/>
              <a:ext cx="8234974" cy="2297593"/>
            </a:xfrm>
            <a:custGeom>
              <a:avLst/>
              <a:pathLst>
                <a:path w="8234974" h="2297593">
                  <a:moveTo>
                    <a:pt x="0" y="16333"/>
                  </a:moveTo>
                  <a:lnTo>
                    <a:pt x="538736" y="16333"/>
                  </a:lnTo>
                  <a:lnTo>
                    <a:pt x="539965" y="16397"/>
                  </a:lnTo>
                  <a:lnTo>
                    <a:pt x="547994" y="16854"/>
                  </a:lnTo>
                  <a:lnTo>
                    <a:pt x="568050" y="18116"/>
                  </a:lnTo>
                  <a:lnTo>
                    <a:pt x="603441" y="20595"/>
                  </a:lnTo>
                  <a:lnTo>
                    <a:pt x="655247" y="24651"/>
                  </a:lnTo>
                  <a:lnTo>
                    <a:pt x="722278" y="30553"/>
                  </a:lnTo>
                  <a:lnTo>
                    <a:pt x="801474" y="38451"/>
                  </a:lnTo>
                  <a:lnTo>
                    <a:pt x="888683" y="48390"/>
                  </a:lnTo>
                  <a:lnTo>
                    <a:pt x="979543" y="60342"/>
                  </a:lnTo>
                  <a:lnTo>
                    <a:pt x="1070209" y="74259"/>
                  </a:lnTo>
                  <a:lnTo>
                    <a:pt x="1157766" y="90118"/>
                  </a:lnTo>
                  <a:lnTo>
                    <a:pt x="1240339" y="107957"/>
                  </a:lnTo>
                  <a:lnTo>
                    <a:pt x="1316992" y="127896"/>
                  </a:lnTo>
                  <a:lnTo>
                    <a:pt x="1387521" y="150140"/>
                  </a:lnTo>
                  <a:lnTo>
                    <a:pt x="1452242" y="174983"/>
                  </a:lnTo>
                  <a:lnTo>
                    <a:pt x="1511800" y="202797"/>
                  </a:lnTo>
                  <a:lnTo>
                    <a:pt x="1567025" y="234013"/>
                  </a:lnTo>
                  <a:lnTo>
                    <a:pt x="1618821" y="269085"/>
                  </a:lnTo>
                  <a:lnTo>
                    <a:pt x="1668089" y="308429"/>
                  </a:lnTo>
                  <a:lnTo>
                    <a:pt x="1715640" y="352308"/>
                  </a:lnTo>
                  <a:lnTo>
                    <a:pt x="1719082" y="355709"/>
                  </a:lnTo>
                  <a:lnTo>
                    <a:pt x="1759114" y="397437"/>
                  </a:lnTo>
                  <a:lnTo>
                    <a:pt x="1798759" y="442623"/>
                  </a:lnTo>
                  <a:lnTo>
                    <a:pt x="1838311" y="491333"/>
                  </a:lnTo>
                  <a:lnTo>
                    <a:pt x="1877991" y="543562"/>
                  </a:lnTo>
                  <a:lnTo>
                    <a:pt x="1917953" y="599219"/>
                  </a:lnTo>
                  <a:lnTo>
                    <a:pt x="1958297" y="658125"/>
                  </a:lnTo>
                  <a:lnTo>
                    <a:pt x="1999067" y="720007"/>
                  </a:lnTo>
                  <a:lnTo>
                    <a:pt x="2040262" y="784502"/>
                  </a:lnTo>
                  <a:lnTo>
                    <a:pt x="2081840" y="851157"/>
                  </a:lnTo>
                  <a:lnTo>
                    <a:pt x="2123723" y="919445"/>
                  </a:lnTo>
                  <a:lnTo>
                    <a:pt x="2165809" y="988779"/>
                  </a:lnTo>
                  <a:lnTo>
                    <a:pt x="2207977" y="1058534"/>
                  </a:lnTo>
                  <a:lnTo>
                    <a:pt x="2250101" y="1128067"/>
                  </a:lnTo>
                  <a:lnTo>
                    <a:pt x="2292059" y="1196745"/>
                  </a:lnTo>
                  <a:lnTo>
                    <a:pt x="2333741" y="1263965"/>
                  </a:lnTo>
                  <a:lnTo>
                    <a:pt x="2375062" y="1329182"/>
                  </a:lnTo>
                  <a:lnTo>
                    <a:pt x="2415966" y="1391917"/>
                  </a:lnTo>
                  <a:lnTo>
                    <a:pt x="2456439" y="1451779"/>
                  </a:lnTo>
                  <a:lnTo>
                    <a:pt x="2496512" y="1508467"/>
                  </a:lnTo>
                  <a:lnTo>
                    <a:pt x="2536265" y="1561772"/>
                  </a:lnTo>
                  <a:lnTo>
                    <a:pt x="2575836" y="1611577"/>
                  </a:lnTo>
                  <a:lnTo>
                    <a:pt x="2615424" y="1657852"/>
                  </a:lnTo>
                  <a:lnTo>
                    <a:pt x="2655300" y="1700641"/>
                  </a:lnTo>
                  <a:lnTo>
                    <a:pt x="2667772" y="1713213"/>
                  </a:lnTo>
                  <a:lnTo>
                    <a:pt x="2715226" y="1757427"/>
                  </a:lnTo>
                  <a:lnTo>
                    <a:pt x="2764341" y="1797098"/>
                  </a:lnTo>
                  <a:lnTo>
                    <a:pt x="2815922" y="1832471"/>
                  </a:lnTo>
                  <a:lnTo>
                    <a:pt x="2870864" y="1863955"/>
                  </a:lnTo>
                  <a:lnTo>
                    <a:pt x="2930074" y="1892003"/>
                  </a:lnTo>
                  <a:lnTo>
                    <a:pt x="2994391" y="1917051"/>
                  </a:lnTo>
                  <a:lnTo>
                    <a:pt x="3064478" y="1939475"/>
                  </a:lnTo>
                  <a:lnTo>
                    <a:pt x="3140681" y="1959574"/>
                  </a:lnTo>
                  <a:lnTo>
                    <a:pt x="3222841" y="1977563"/>
                  </a:lnTo>
                  <a:lnTo>
                    <a:pt x="3310084" y="1993565"/>
                  </a:lnTo>
                  <a:lnTo>
                    <a:pt x="3400607" y="2007624"/>
                  </a:lnTo>
                  <a:lnTo>
                    <a:pt x="3491574" y="2019722"/>
                  </a:lnTo>
                  <a:lnTo>
                    <a:pt x="3579197" y="2029810"/>
                  </a:lnTo>
                  <a:lnTo>
                    <a:pt x="3659130" y="2037858"/>
                  </a:lnTo>
                  <a:lnTo>
                    <a:pt x="3727176" y="2043903"/>
                  </a:lnTo>
                  <a:lnTo>
                    <a:pt x="3780167" y="2048087"/>
                  </a:lnTo>
                  <a:lnTo>
                    <a:pt x="3816755" y="2050670"/>
                  </a:lnTo>
                  <a:lnTo>
                    <a:pt x="3837850" y="2052008"/>
                  </a:lnTo>
                  <a:lnTo>
                    <a:pt x="3846605" y="2052510"/>
                  </a:lnTo>
                  <a:lnTo>
                    <a:pt x="3848118" y="2052589"/>
                  </a:lnTo>
                  <a:lnTo>
                    <a:pt x="4386855" y="2052589"/>
                  </a:lnTo>
                  <a:lnTo>
                    <a:pt x="4388157" y="2052597"/>
                  </a:lnTo>
                  <a:lnTo>
                    <a:pt x="4396649" y="2052655"/>
                  </a:lnTo>
                  <a:lnTo>
                    <a:pt x="4417817" y="2052817"/>
                  </a:lnTo>
                  <a:lnTo>
                    <a:pt x="4455058" y="2053133"/>
                  </a:lnTo>
                  <a:lnTo>
                    <a:pt x="4509346" y="2053650"/>
                  </a:lnTo>
                  <a:lnTo>
                    <a:pt x="4579221" y="2054400"/>
                  </a:lnTo>
                  <a:lnTo>
                    <a:pt x="4661273" y="2055401"/>
                  </a:lnTo>
                  <a:lnTo>
                    <a:pt x="4751024" y="2056657"/>
                  </a:lnTo>
                  <a:lnTo>
                    <a:pt x="4843890" y="2058165"/>
                  </a:lnTo>
                  <a:lnTo>
                    <a:pt x="4935941" y="2059917"/>
                  </a:lnTo>
                  <a:lnTo>
                    <a:pt x="5024294" y="2061912"/>
                  </a:lnTo>
                  <a:lnTo>
                    <a:pt x="5107179" y="2064158"/>
                  </a:lnTo>
                  <a:lnTo>
                    <a:pt x="5183799" y="2066672"/>
                  </a:lnTo>
                  <a:lnTo>
                    <a:pt x="5254094" y="2069482"/>
                  </a:lnTo>
                  <a:lnTo>
                    <a:pt x="5318509" y="2072630"/>
                  </a:lnTo>
                  <a:lnTo>
                    <a:pt x="5377797" y="2076164"/>
                  </a:lnTo>
                  <a:lnTo>
                    <a:pt x="5432872" y="2080143"/>
                  </a:lnTo>
                  <a:lnTo>
                    <a:pt x="5484700" y="2084622"/>
                  </a:lnTo>
                  <a:lnTo>
                    <a:pt x="5534214" y="2089651"/>
                  </a:lnTo>
                  <a:lnTo>
                    <a:pt x="5567201" y="2093423"/>
                  </a:lnTo>
                  <a:lnTo>
                    <a:pt x="5619615" y="2100093"/>
                  </a:lnTo>
                  <a:lnTo>
                    <a:pt x="5671526" y="2107484"/>
                  </a:lnTo>
                  <a:lnTo>
                    <a:pt x="5723520" y="2115604"/>
                  </a:lnTo>
                  <a:lnTo>
                    <a:pt x="5775982" y="2124435"/>
                  </a:lnTo>
                  <a:lnTo>
                    <a:pt x="5829121" y="2133925"/>
                  </a:lnTo>
                  <a:lnTo>
                    <a:pt x="5882997" y="2143990"/>
                  </a:lnTo>
                  <a:lnTo>
                    <a:pt x="5937541" y="2154514"/>
                  </a:lnTo>
                  <a:lnTo>
                    <a:pt x="5992578" y="2165355"/>
                  </a:lnTo>
                  <a:lnTo>
                    <a:pt x="6047864" y="2176349"/>
                  </a:lnTo>
                  <a:lnTo>
                    <a:pt x="6103117" y="2187323"/>
                  </a:lnTo>
                  <a:lnTo>
                    <a:pt x="6158061" y="2198105"/>
                  </a:lnTo>
                  <a:lnTo>
                    <a:pt x="6212465" y="2208536"/>
                  </a:lnTo>
                  <a:lnTo>
                    <a:pt x="6266174" y="2218479"/>
                  </a:lnTo>
                  <a:lnTo>
                    <a:pt x="6319148" y="2227825"/>
                  </a:lnTo>
                  <a:lnTo>
                    <a:pt x="6371478" y="2236496"/>
                  </a:lnTo>
                  <a:lnTo>
                    <a:pt x="6423413" y="2244451"/>
                  </a:lnTo>
                  <a:lnTo>
                    <a:pt x="6475380" y="2251675"/>
                  </a:lnTo>
                  <a:lnTo>
                    <a:pt x="6515891" y="2256759"/>
                  </a:lnTo>
                  <a:lnTo>
                    <a:pt x="6564296" y="2262178"/>
                  </a:lnTo>
                  <a:lnTo>
                    <a:pt x="6614445" y="2267030"/>
                  </a:lnTo>
                  <a:lnTo>
                    <a:pt x="6667194" y="2271345"/>
                  </a:lnTo>
                  <a:lnTo>
                    <a:pt x="6723493" y="2275177"/>
                  </a:lnTo>
                  <a:lnTo>
                    <a:pt x="6784305" y="2278584"/>
                  </a:lnTo>
                  <a:lnTo>
                    <a:pt x="6850504" y="2281620"/>
                  </a:lnTo>
                  <a:lnTo>
                    <a:pt x="6922766" y="2284333"/>
                  </a:lnTo>
                  <a:lnTo>
                    <a:pt x="7001398" y="2286760"/>
                  </a:lnTo>
                  <a:lnTo>
                    <a:pt x="7086135" y="2288925"/>
                  </a:lnTo>
                  <a:lnTo>
                    <a:pt x="7175896" y="2290844"/>
                  </a:lnTo>
                  <a:lnTo>
                    <a:pt x="7268570" y="2292519"/>
                  </a:lnTo>
                  <a:lnTo>
                    <a:pt x="7360920" y="2293948"/>
                  </a:lnTo>
                  <a:lnTo>
                    <a:pt x="7448750" y="2295124"/>
                  </a:lnTo>
                  <a:lnTo>
                    <a:pt x="7527415" y="2296045"/>
                  </a:lnTo>
                  <a:lnTo>
                    <a:pt x="7592665" y="2296719"/>
                  </a:lnTo>
                  <a:lnTo>
                    <a:pt x="7641624" y="2297168"/>
                  </a:lnTo>
                  <a:lnTo>
                    <a:pt x="7673572" y="2297430"/>
                  </a:lnTo>
                  <a:lnTo>
                    <a:pt x="7690269" y="2297553"/>
                  </a:lnTo>
                  <a:lnTo>
                    <a:pt x="7695811" y="2297590"/>
                  </a:lnTo>
                  <a:lnTo>
                    <a:pt x="7696237" y="2297593"/>
                  </a:lnTo>
                  <a:lnTo>
                    <a:pt x="8234974" y="2297593"/>
                  </a:lnTo>
                  <a:lnTo>
                    <a:pt x="8234974" y="2281259"/>
                  </a:lnTo>
                  <a:lnTo>
                    <a:pt x="7696237" y="2281259"/>
                  </a:lnTo>
                  <a:lnTo>
                    <a:pt x="7694936" y="2281251"/>
                  </a:lnTo>
                  <a:lnTo>
                    <a:pt x="7686444" y="2281193"/>
                  </a:lnTo>
                  <a:lnTo>
                    <a:pt x="7665275" y="2281032"/>
                  </a:lnTo>
                  <a:lnTo>
                    <a:pt x="7628035" y="2280715"/>
                  </a:lnTo>
                  <a:lnTo>
                    <a:pt x="7573747" y="2280199"/>
                  </a:lnTo>
                  <a:lnTo>
                    <a:pt x="7503871" y="2279449"/>
                  </a:lnTo>
                  <a:lnTo>
                    <a:pt x="7421819" y="2278447"/>
                  </a:lnTo>
                  <a:lnTo>
                    <a:pt x="7332069" y="2277191"/>
                  </a:lnTo>
                  <a:lnTo>
                    <a:pt x="7239202" y="2275684"/>
                  </a:lnTo>
                  <a:lnTo>
                    <a:pt x="7147151" y="2273931"/>
                  </a:lnTo>
                  <a:lnTo>
                    <a:pt x="7058799" y="2271936"/>
                  </a:lnTo>
                  <a:lnTo>
                    <a:pt x="6975914" y="2269690"/>
                  </a:lnTo>
                  <a:lnTo>
                    <a:pt x="6899294" y="2267176"/>
                  </a:lnTo>
                  <a:lnTo>
                    <a:pt x="6828998" y="2264366"/>
                  </a:lnTo>
                  <a:lnTo>
                    <a:pt x="6764583" y="2261218"/>
                  </a:lnTo>
                  <a:lnTo>
                    <a:pt x="6705296" y="2257684"/>
                  </a:lnTo>
                  <a:lnTo>
                    <a:pt x="6650221" y="2253705"/>
                  </a:lnTo>
                  <a:lnTo>
                    <a:pt x="6598392" y="2249226"/>
                  </a:lnTo>
                  <a:lnTo>
                    <a:pt x="6548878" y="2244198"/>
                  </a:lnTo>
                  <a:lnTo>
                    <a:pt x="6515891" y="2240425"/>
                  </a:lnTo>
                  <a:lnTo>
                    <a:pt x="6463478" y="2233755"/>
                  </a:lnTo>
                  <a:lnTo>
                    <a:pt x="6411566" y="2226365"/>
                  </a:lnTo>
                  <a:lnTo>
                    <a:pt x="6359572" y="2218244"/>
                  </a:lnTo>
                  <a:lnTo>
                    <a:pt x="6307111" y="2209414"/>
                  </a:lnTo>
                  <a:lnTo>
                    <a:pt x="6253972" y="2199924"/>
                  </a:lnTo>
                  <a:lnTo>
                    <a:pt x="6200095" y="2189858"/>
                  </a:lnTo>
                  <a:lnTo>
                    <a:pt x="6145551" y="2179334"/>
                  </a:lnTo>
                  <a:lnTo>
                    <a:pt x="6090514" y="2168493"/>
                  </a:lnTo>
                  <a:lnTo>
                    <a:pt x="6035229" y="2157499"/>
                  </a:lnTo>
                  <a:lnTo>
                    <a:pt x="5979976" y="2146526"/>
                  </a:lnTo>
                  <a:lnTo>
                    <a:pt x="5925031" y="2135743"/>
                  </a:lnTo>
                  <a:lnTo>
                    <a:pt x="5870628" y="2125312"/>
                  </a:lnTo>
                  <a:lnTo>
                    <a:pt x="5816918" y="2115369"/>
                  </a:lnTo>
                  <a:lnTo>
                    <a:pt x="5763944" y="2106023"/>
                  </a:lnTo>
                  <a:lnTo>
                    <a:pt x="5711614" y="2097352"/>
                  </a:lnTo>
                  <a:lnTo>
                    <a:pt x="5659679" y="2089397"/>
                  </a:lnTo>
                  <a:lnTo>
                    <a:pt x="5607713" y="2082173"/>
                  </a:lnTo>
                  <a:lnTo>
                    <a:pt x="5567201" y="2077089"/>
                  </a:lnTo>
                  <a:lnTo>
                    <a:pt x="5518796" y="2071670"/>
                  </a:lnTo>
                  <a:lnTo>
                    <a:pt x="5468647" y="2066819"/>
                  </a:lnTo>
                  <a:lnTo>
                    <a:pt x="5415899" y="2062503"/>
                  </a:lnTo>
                  <a:lnTo>
                    <a:pt x="5359599" y="2058671"/>
                  </a:lnTo>
                  <a:lnTo>
                    <a:pt x="5298788" y="2055264"/>
                  </a:lnTo>
                  <a:lnTo>
                    <a:pt x="5232588" y="2052228"/>
                  </a:lnTo>
                  <a:lnTo>
                    <a:pt x="5160327" y="2049515"/>
                  </a:lnTo>
                  <a:lnTo>
                    <a:pt x="5081694" y="2047089"/>
                  </a:lnTo>
                  <a:lnTo>
                    <a:pt x="4996957" y="2044923"/>
                  </a:lnTo>
                  <a:lnTo>
                    <a:pt x="4907196" y="2043004"/>
                  </a:lnTo>
                  <a:lnTo>
                    <a:pt x="4814523" y="2041329"/>
                  </a:lnTo>
                  <a:lnTo>
                    <a:pt x="4722173" y="2039900"/>
                  </a:lnTo>
                  <a:lnTo>
                    <a:pt x="4634342" y="2038724"/>
                  </a:lnTo>
                  <a:lnTo>
                    <a:pt x="4555677" y="2037803"/>
                  </a:lnTo>
                  <a:lnTo>
                    <a:pt x="4490427" y="2037129"/>
                  </a:lnTo>
                  <a:lnTo>
                    <a:pt x="4441468" y="2036680"/>
                  </a:lnTo>
                  <a:lnTo>
                    <a:pt x="4409521" y="2036418"/>
                  </a:lnTo>
                  <a:lnTo>
                    <a:pt x="4392823" y="2036295"/>
                  </a:lnTo>
                  <a:lnTo>
                    <a:pt x="4387281" y="2036258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546595" y="2487263"/>
              <a:ext cx="8234974" cy="2281259"/>
            </a:xfrm>
            <a:custGeom>
              <a:avLst/>
              <a:pathLst>
                <a:path w="8234974" h="2281259">
                  <a:moveTo>
                    <a:pt x="0" y="0"/>
                  </a:moveTo>
                  <a:lnTo>
                    <a:pt x="538736" y="0"/>
                  </a:lnTo>
                  <a:lnTo>
                    <a:pt x="539965" y="63"/>
                  </a:lnTo>
                  <a:lnTo>
                    <a:pt x="547994" y="520"/>
                  </a:lnTo>
                  <a:lnTo>
                    <a:pt x="568050" y="1783"/>
                  </a:lnTo>
                  <a:lnTo>
                    <a:pt x="603441" y="4261"/>
                  </a:lnTo>
                  <a:lnTo>
                    <a:pt x="655247" y="8318"/>
                  </a:lnTo>
                  <a:lnTo>
                    <a:pt x="722278" y="14219"/>
                  </a:lnTo>
                  <a:lnTo>
                    <a:pt x="801474" y="22118"/>
                  </a:lnTo>
                  <a:lnTo>
                    <a:pt x="888683" y="32057"/>
                  </a:lnTo>
                  <a:lnTo>
                    <a:pt x="979543" y="44009"/>
                  </a:lnTo>
                  <a:lnTo>
                    <a:pt x="1070209" y="57925"/>
                  </a:lnTo>
                  <a:lnTo>
                    <a:pt x="1157766" y="73784"/>
                  </a:lnTo>
                  <a:lnTo>
                    <a:pt x="1240339" y="91624"/>
                  </a:lnTo>
                  <a:lnTo>
                    <a:pt x="1316992" y="111562"/>
                  </a:lnTo>
                  <a:lnTo>
                    <a:pt x="1387521" y="133806"/>
                  </a:lnTo>
                  <a:lnTo>
                    <a:pt x="1452242" y="158649"/>
                  </a:lnTo>
                  <a:lnTo>
                    <a:pt x="1511800" y="186463"/>
                  </a:lnTo>
                  <a:lnTo>
                    <a:pt x="1567025" y="217679"/>
                  </a:lnTo>
                  <a:lnTo>
                    <a:pt x="1618821" y="252752"/>
                  </a:lnTo>
                  <a:lnTo>
                    <a:pt x="1668089" y="292096"/>
                  </a:lnTo>
                  <a:lnTo>
                    <a:pt x="1715640" y="335974"/>
                  </a:lnTo>
                  <a:lnTo>
                    <a:pt x="1719082" y="339375"/>
                  </a:lnTo>
                  <a:lnTo>
                    <a:pt x="1759114" y="381103"/>
                  </a:lnTo>
                  <a:lnTo>
                    <a:pt x="1798759" y="426289"/>
                  </a:lnTo>
                  <a:lnTo>
                    <a:pt x="1838311" y="475000"/>
                  </a:lnTo>
                  <a:lnTo>
                    <a:pt x="1877991" y="527228"/>
                  </a:lnTo>
                  <a:lnTo>
                    <a:pt x="1917953" y="582885"/>
                  </a:lnTo>
                  <a:lnTo>
                    <a:pt x="1958297" y="641791"/>
                  </a:lnTo>
                  <a:lnTo>
                    <a:pt x="1999067" y="703674"/>
                  </a:lnTo>
                  <a:lnTo>
                    <a:pt x="2040262" y="768168"/>
                  </a:lnTo>
                  <a:lnTo>
                    <a:pt x="2081840" y="834823"/>
                  </a:lnTo>
                  <a:lnTo>
                    <a:pt x="2123723" y="903111"/>
                  </a:lnTo>
                  <a:lnTo>
                    <a:pt x="2165809" y="972446"/>
                  </a:lnTo>
                  <a:lnTo>
                    <a:pt x="2207977" y="1042200"/>
                  </a:lnTo>
                  <a:lnTo>
                    <a:pt x="2250101" y="1111733"/>
                  </a:lnTo>
                  <a:lnTo>
                    <a:pt x="2292059" y="1180411"/>
                  </a:lnTo>
                  <a:lnTo>
                    <a:pt x="2333741" y="1247632"/>
                  </a:lnTo>
                  <a:lnTo>
                    <a:pt x="2375062" y="1312848"/>
                  </a:lnTo>
                  <a:lnTo>
                    <a:pt x="2415966" y="1375584"/>
                  </a:lnTo>
                  <a:lnTo>
                    <a:pt x="2456439" y="1435446"/>
                  </a:lnTo>
                  <a:lnTo>
                    <a:pt x="2496512" y="1492133"/>
                  </a:lnTo>
                  <a:lnTo>
                    <a:pt x="2536265" y="1545438"/>
                  </a:lnTo>
                  <a:lnTo>
                    <a:pt x="2575836" y="1595244"/>
                  </a:lnTo>
                  <a:lnTo>
                    <a:pt x="2615424" y="1641518"/>
                  </a:lnTo>
                  <a:lnTo>
                    <a:pt x="2655300" y="1684307"/>
                  </a:lnTo>
                  <a:lnTo>
                    <a:pt x="2667772" y="1696879"/>
                  </a:lnTo>
                  <a:lnTo>
                    <a:pt x="2715226" y="1741094"/>
                  </a:lnTo>
                  <a:lnTo>
                    <a:pt x="2764341" y="1780764"/>
                  </a:lnTo>
                  <a:lnTo>
                    <a:pt x="2815922" y="1816138"/>
                  </a:lnTo>
                  <a:lnTo>
                    <a:pt x="2870864" y="1847621"/>
                  </a:lnTo>
                  <a:lnTo>
                    <a:pt x="2930074" y="1875670"/>
                  </a:lnTo>
                  <a:lnTo>
                    <a:pt x="2994391" y="1900717"/>
                  </a:lnTo>
                  <a:lnTo>
                    <a:pt x="3064478" y="1923141"/>
                  </a:lnTo>
                  <a:lnTo>
                    <a:pt x="3140681" y="1943241"/>
                  </a:lnTo>
                  <a:lnTo>
                    <a:pt x="3222841" y="1961229"/>
                  </a:lnTo>
                  <a:lnTo>
                    <a:pt x="3310084" y="1977231"/>
                  </a:lnTo>
                  <a:lnTo>
                    <a:pt x="3400607" y="1991291"/>
                  </a:lnTo>
                  <a:lnTo>
                    <a:pt x="3491574" y="2003389"/>
                  </a:lnTo>
                  <a:lnTo>
                    <a:pt x="3579197" y="2013477"/>
                  </a:lnTo>
                  <a:lnTo>
                    <a:pt x="3659130" y="2021525"/>
                  </a:lnTo>
                  <a:lnTo>
                    <a:pt x="3727176" y="2027569"/>
                  </a:lnTo>
                  <a:lnTo>
                    <a:pt x="3780167" y="2031753"/>
                  </a:lnTo>
                  <a:lnTo>
                    <a:pt x="3816755" y="2034336"/>
                  </a:lnTo>
                  <a:lnTo>
                    <a:pt x="3837850" y="2035675"/>
                  </a:lnTo>
                  <a:lnTo>
                    <a:pt x="3846605" y="2036176"/>
                  </a:lnTo>
                  <a:lnTo>
                    <a:pt x="3848118" y="2036255"/>
                  </a:lnTo>
                  <a:lnTo>
                    <a:pt x="3848118" y="2036255"/>
                  </a:lnTo>
                  <a:lnTo>
                    <a:pt x="4386855" y="2036255"/>
                  </a:lnTo>
                  <a:lnTo>
                    <a:pt x="4388157" y="2036263"/>
                  </a:lnTo>
                  <a:lnTo>
                    <a:pt x="4396649" y="2036322"/>
                  </a:lnTo>
                  <a:lnTo>
                    <a:pt x="4417817" y="2036483"/>
                  </a:lnTo>
                  <a:lnTo>
                    <a:pt x="4455058" y="2036799"/>
                  </a:lnTo>
                  <a:lnTo>
                    <a:pt x="4509346" y="2037316"/>
                  </a:lnTo>
                  <a:lnTo>
                    <a:pt x="4579221" y="2038066"/>
                  </a:lnTo>
                  <a:lnTo>
                    <a:pt x="4661273" y="2039067"/>
                  </a:lnTo>
                  <a:lnTo>
                    <a:pt x="4751024" y="2040324"/>
                  </a:lnTo>
                  <a:lnTo>
                    <a:pt x="4843890" y="2041831"/>
                  </a:lnTo>
                  <a:lnTo>
                    <a:pt x="4935941" y="2043583"/>
                  </a:lnTo>
                  <a:lnTo>
                    <a:pt x="5024294" y="2045579"/>
                  </a:lnTo>
                  <a:lnTo>
                    <a:pt x="5107179" y="2047825"/>
                  </a:lnTo>
                  <a:lnTo>
                    <a:pt x="5183799" y="2050338"/>
                  </a:lnTo>
                  <a:lnTo>
                    <a:pt x="5254094" y="2053149"/>
                  </a:lnTo>
                  <a:lnTo>
                    <a:pt x="5318509" y="2056296"/>
                  </a:lnTo>
                  <a:lnTo>
                    <a:pt x="5377797" y="2059831"/>
                  </a:lnTo>
                  <a:lnTo>
                    <a:pt x="5432872" y="2063809"/>
                  </a:lnTo>
                  <a:lnTo>
                    <a:pt x="5484700" y="2068289"/>
                  </a:lnTo>
                  <a:lnTo>
                    <a:pt x="5534214" y="2073317"/>
                  </a:lnTo>
                  <a:lnTo>
                    <a:pt x="5567201" y="2077089"/>
                  </a:lnTo>
                  <a:lnTo>
                    <a:pt x="5619615" y="2083759"/>
                  </a:lnTo>
                  <a:lnTo>
                    <a:pt x="5671526" y="2091150"/>
                  </a:lnTo>
                  <a:lnTo>
                    <a:pt x="5723520" y="2099270"/>
                  </a:lnTo>
                  <a:lnTo>
                    <a:pt x="5775982" y="2108101"/>
                  </a:lnTo>
                  <a:lnTo>
                    <a:pt x="5829121" y="2117591"/>
                  </a:lnTo>
                  <a:lnTo>
                    <a:pt x="5882997" y="2127656"/>
                  </a:lnTo>
                  <a:lnTo>
                    <a:pt x="5937541" y="2138181"/>
                  </a:lnTo>
                  <a:lnTo>
                    <a:pt x="5992578" y="2149021"/>
                  </a:lnTo>
                  <a:lnTo>
                    <a:pt x="6047864" y="2160015"/>
                  </a:lnTo>
                  <a:lnTo>
                    <a:pt x="6103117" y="2170989"/>
                  </a:lnTo>
                  <a:lnTo>
                    <a:pt x="6158061" y="2181771"/>
                  </a:lnTo>
                  <a:lnTo>
                    <a:pt x="6212465" y="2192203"/>
                  </a:lnTo>
                  <a:lnTo>
                    <a:pt x="6266174" y="2202146"/>
                  </a:lnTo>
                  <a:lnTo>
                    <a:pt x="6319148" y="2211491"/>
                  </a:lnTo>
                  <a:lnTo>
                    <a:pt x="6371478" y="2220163"/>
                  </a:lnTo>
                  <a:lnTo>
                    <a:pt x="6423413" y="2228117"/>
                  </a:lnTo>
                  <a:lnTo>
                    <a:pt x="6475380" y="2235342"/>
                  </a:lnTo>
                  <a:lnTo>
                    <a:pt x="6515891" y="2240425"/>
                  </a:lnTo>
                  <a:lnTo>
                    <a:pt x="6564296" y="2245845"/>
                  </a:lnTo>
                  <a:lnTo>
                    <a:pt x="6614445" y="2250696"/>
                  </a:lnTo>
                  <a:lnTo>
                    <a:pt x="6667194" y="2255012"/>
                  </a:lnTo>
                  <a:lnTo>
                    <a:pt x="6723493" y="2258844"/>
                  </a:lnTo>
                  <a:lnTo>
                    <a:pt x="6784305" y="2262250"/>
                  </a:lnTo>
                  <a:lnTo>
                    <a:pt x="6850504" y="2265287"/>
                  </a:lnTo>
                  <a:lnTo>
                    <a:pt x="6922766" y="2268000"/>
                  </a:lnTo>
                  <a:lnTo>
                    <a:pt x="7001398" y="2270426"/>
                  </a:lnTo>
                  <a:lnTo>
                    <a:pt x="7086135" y="2272592"/>
                  </a:lnTo>
                  <a:lnTo>
                    <a:pt x="7175896" y="2274510"/>
                  </a:lnTo>
                  <a:lnTo>
                    <a:pt x="7268570" y="2276186"/>
                  </a:lnTo>
                  <a:lnTo>
                    <a:pt x="7360920" y="2277615"/>
                  </a:lnTo>
                  <a:lnTo>
                    <a:pt x="7448750" y="2278791"/>
                  </a:lnTo>
                  <a:lnTo>
                    <a:pt x="7527415" y="2279712"/>
                  </a:lnTo>
                  <a:lnTo>
                    <a:pt x="7592665" y="2280386"/>
                  </a:lnTo>
                  <a:lnTo>
                    <a:pt x="7641624" y="2280835"/>
                  </a:lnTo>
                  <a:lnTo>
                    <a:pt x="7673572" y="2281097"/>
                  </a:lnTo>
                  <a:lnTo>
                    <a:pt x="7690269" y="2281220"/>
                  </a:lnTo>
                  <a:lnTo>
                    <a:pt x="7695811" y="2281257"/>
                  </a:lnTo>
                  <a:lnTo>
                    <a:pt x="7696237" y="2281259"/>
                  </a:lnTo>
                  <a:lnTo>
                    <a:pt x="8234974" y="2281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546595" y="2470929"/>
              <a:ext cx="8234974" cy="2281259"/>
            </a:xfrm>
            <a:custGeom>
              <a:avLst/>
              <a:pathLst>
                <a:path w="8234974" h="2281259">
                  <a:moveTo>
                    <a:pt x="8234974" y="2281259"/>
                  </a:moveTo>
                  <a:lnTo>
                    <a:pt x="7696237" y="2281259"/>
                  </a:lnTo>
                  <a:lnTo>
                    <a:pt x="7694936" y="2281251"/>
                  </a:lnTo>
                  <a:lnTo>
                    <a:pt x="7686444" y="2281193"/>
                  </a:lnTo>
                  <a:lnTo>
                    <a:pt x="7665275" y="2281032"/>
                  </a:lnTo>
                  <a:lnTo>
                    <a:pt x="7628035" y="2280715"/>
                  </a:lnTo>
                  <a:lnTo>
                    <a:pt x="7573747" y="2280199"/>
                  </a:lnTo>
                  <a:lnTo>
                    <a:pt x="7503871" y="2279449"/>
                  </a:lnTo>
                  <a:lnTo>
                    <a:pt x="7421819" y="2278447"/>
                  </a:lnTo>
                  <a:lnTo>
                    <a:pt x="7332069" y="2277191"/>
                  </a:lnTo>
                  <a:lnTo>
                    <a:pt x="7239202" y="2275684"/>
                  </a:lnTo>
                  <a:lnTo>
                    <a:pt x="7147151" y="2273931"/>
                  </a:lnTo>
                  <a:lnTo>
                    <a:pt x="7058799" y="2271936"/>
                  </a:lnTo>
                  <a:lnTo>
                    <a:pt x="6975914" y="2269690"/>
                  </a:lnTo>
                  <a:lnTo>
                    <a:pt x="6899294" y="2267176"/>
                  </a:lnTo>
                  <a:lnTo>
                    <a:pt x="6828998" y="2264366"/>
                  </a:lnTo>
                  <a:lnTo>
                    <a:pt x="6764583" y="2261218"/>
                  </a:lnTo>
                  <a:lnTo>
                    <a:pt x="6705296" y="2257684"/>
                  </a:lnTo>
                  <a:lnTo>
                    <a:pt x="6650221" y="2253705"/>
                  </a:lnTo>
                  <a:lnTo>
                    <a:pt x="6598392" y="2249226"/>
                  </a:lnTo>
                  <a:lnTo>
                    <a:pt x="6548878" y="2244198"/>
                  </a:lnTo>
                  <a:lnTo>
                    <a:pt x="6515891" y="2240425"/>
                  </a:lnTo>
                  <a:lnTo>
                    <a:pt x="6463478" y="2233755"/>
                  </a:lnTo>
                  <a:lnTo>
                    <a:pt x="6411566" y="2226365"/>
                  </a:lnTo>
                  <a:lnTo>
                    <a:pt x="6359572" y="2218244"/>
                  </a:lnTo>
                  <a:lnTo>
                    <a:pt x="6307111" y="2209414"/>
                  </a:lnTo>
                  <a:lnTo>
                    <a:pt x="6253972" y="2199924"/>
                  </a:lnTo>
                  <a:lnTo>
                    <a:pt x="6200095" y="2189858"/>
                  </a:lnTo>
                  <a:lnTo>
                    <a:pt x="6145551" y="2179334"/>
                  </a:lnTo>
                  <a:lnTo>
                    <a:pt x="6090514" y="2168493"/>
                  </a:lnTo>
                  <a:lnTo>
                    <a:pt x="6035229" y="2157499"/>
                  </a:lnTo>
                  <a:lnTo>
                    <a:pt x="5979976" y="2146526"/>
                  </a:lnTo>
                  <a:lnTo>
                    <a:pt x="5925031" y="2135743"/>
                  </a:lnTo>
                  <a:lnTo>
                    <a:pt x="5870628" y="2125312"/>
                  </a:lnTo>
                  <a:lnTo>
                    <a:pt x="5816918" y="2115369"/>
                  </a:lnTo>
                  <a:lnTo>
                    <a:pt x="5763944" y="2106023"/>
                  </a:lnTo>
                  <a:lnTo>
                    <a:pt x="5711614" y="2097352"/>
                  </a:lnTo>
                  <a:lnTo>
                    <a:pt x="5659679" y="2089397"/>
                  </a:lnTo>
                  <a:lnTo>
                    <a:pt x="5607713" y="2082173"/>
                  </a:lnTo>
                  <a:lnTo>
                    <a:pt x="5567201" y="2077089"/>
                  </a:lnTo>
                  <a:lnTo>
                    <a:pt x="5518796" y="2071670"/>
                  </a:lnTo>
                  <a:lnTo>
                    <a:pt x="5468647" y="2066819"/>
                  </a:lnTo>
                  <a:lnTo>
                    <a:pt x="5415899" y="2062503"/>
                  </a:lnTo>
                  <a:lnTo>
                    <a:pt x="5359599" y="2058671"/>
                  </a:lnTo>
                  <a:lnTo>
                    <a:pt x="5298788" y="2055264"/>
                  </a:lnTo>
                  <a:lnTo>
                    <a:pt x="5232588" y="2052228"/>
                  </a:lnTo>
                  <a:lnTo>
                    <a:pt x="5160327" y="2049515"/>
                  </a:lnTo>
                  <a:lnTo>
                    <a:pt x="5081694" y="2047089"/>
                  </a:lnTo>
                  <a:lnTo>
                    <a:pt x="4996957" y="2044923"/>
                  </a:lnTo>
                  <a:lnTo>
                    <a:pt x="4907196" y="2043004"/>
                  </a:lnTo>
                  <a:lnTo>
                    <a:pt x="4814523" y="2041329"/>
                  </a:lnTo>
                  <a:lnTo>
                    <a:pt x="4722173" y="2039900"/>
                  </a:lnTo>
                  <a:lnTo>
                    <a:pt x="4634342" y="2038724"/>
                  </a:lnTo>
                  <a:lnTo>
                    <a:pt x="4555677" y="2037803"/>
                  </a:lnTo>
                  <a:lnTo>
                    <a:pt x="4490427" y="2037129"/>
                  </a:lnTo>
                  <a:lnTo>
                    <a:pt x="4441468" y="2036680"/>
                  </a:lnTo>
                  <a:lnTo>
                    <a:pt x="4409521" y="2036418"/>
                  </a:lnTo>
                  <a:lnTo>
                    <a:pt x="4392823" y="2036295"/>
                  </a:lnTo>
                  <a:lnTo>
                    <a:pt x="4387281" y="2036258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" name="pg215"/>
            <p:cNvSpPr/>
            <p:nvPr/>
          </p:nvSpPr>
          <p:spPr>
            <a:xfrm>
              <a:off x="546595" y="1224131"/>
              <a:ext cx="8234974" cy="4791190"/>
            </a:xfrm>
            <a:custGeom>
              <a:avLst/>
              <a:pathLst>
                <a:path w="8234974" h="4791190">
                  <a:moveTo>
                    <a:pt x="0" y="1981810"/>
                  </a:moveTo>
                  <a:lnTo>
                    <a:pt x="538736" y="1981810"/>
                  </a:lnTo>
                  <a:lnTo>
                    <a:pt x="539906" y="1981894"/>
                  </a:lnTo>
                  <a:lnTo>
                    <a:pt x="547560" y="1982493"/>
                  </a:lnTo>
                  <a:lnTo>
                    <a:pt x="566712" y="1984149"/>
                  </a:lnTo>
                  <a:lnTo>
                    <a:pt x="600592" y="1987401"/>
                  </a:lnTo>
                  <a:lnTo>
                    <a:pt x="650355" y="1992731"/>
                  </a:lnTo>
                  <a:lnTo>
                    <a:pt x="715021" y="2000500"/>
                  </a:lnTo>
                  <a:lnTo>
                    <a:pt x="791811" y="2010920"/>
                  </a:lnTo>
                  <a:lnTo>
                    <a:pt x="876842" y="2024063"/>
                  </a:lnTo>
                  <a:lnTo>
                    <a:pt x="965946" y="2039900"/>
                  </a:lnTo>
                  <a:lnTo>
                    <a:pt x="1055362" y="2058368"/>
                  </a:lnTo>
                  <a:lnTo>
                    <a:pt x="1142165" y="2079428"/>
                  </a:lnTo>
                  <a:lnTo>
                    <a:pt x="1224403" y="2103114"/>
                  </a:lnTo>
                  <a:lnTo>
                    <a:pt x="1301029" y="2129559"/>
                  </a:lnTo>
                  <a:lnTo>
                    <a:pt x="1371724" y="2159011"/>
                  </a:lnTo>
                  <a:lnTo>
                    <a:pt x="1436695" y="2191831"/>
                  </a:lnTo>
                  <a:lnTo>
                    <a:pt x="1496496" y="2228484"/>
                  </a:lnTo>
                  <a:lnTo>
                    <a:pt x="1551883" y="2269517"/>
                  </a:lnTo>
                  <a:lnTo>
                    <a:pt x="1603704" y="2315528"/>
                  </a:lnTo>
                  <a:lnTo>
                    <a:pt x="1652826" y="2367087"/>
                  </a:lnTo>
                  <a:lnTo>
                    <a:pt x="1700056" y="2424622"/>
                  </a:lnTo>
                  <a:lnTo>
                    <a:pt x="1719082" y="2450040"/>
                  </a:lnTo>
                  <a:lnTo>
                    <a:pt x="1754663" y="2500938"/>
                  </a:lnTo>
                  <a:lnTo>
                    <a:pt x="1789909" y="2555588"/>
                  </a:lnTo>
                  <a:lnTo>
                    <a:pt x="1825037" y="2614066"/>
                  </a:lnTo>
                  <a:lnTo>
                    <a:pt x="1860213" y="2676387"/>
                  </a:lnTo>
                  <a:lnTo>
                    <a:pt x="1895565" y="2742495"/>
                  </a:lnTo>
                  <a:lnTo>
                    <a:pt x="1931180" y="2812263"/>
                  </a:lnTo>
                  <a:lnTo>
                    <a:pt x="1967113" y="2885482"/>
                  </a:lnTo>
                  <a:lnTo>
                    <a:pt x="2003386" y="2961865"/>
                  </a:lnTo>
                  <a:lnTo>
                    <a:pt x="2039992" y="3041045"/>
                  </a:lnTo>
                  <a:lnTo>
                    <a:pt x="2076901" y="3122581"/>
                  </a:lnTo>
                  <a:lnTo>
                    <a:pt x="2114060" y="3205968"/>
                  </a:lnTo>
                  <a:lnTo>
                    <a:pt x="2151399" y="3290646"/>
                  </a:lnTo>
                  <a:lnTo>
                    <a:pt x="2188836" y="3376018"/>
                  </a:lnTo>
                  <a:lnTo>
                    <a:pt x="2226284" y="3461466"/>
                  </a:lnTo>
                  <a:lnTo>
                    <a:pt x="2263655" y="3546370"/>
                  </a:lnTo>
                  <a:lnTo>
                    <a:pt x="2300865" y="3630127"/>
                  </a:lnTo>
                  <a:lnTo>
                    <a:pt x="2337841" y="3712166"/>
                  </a:lnTo>
                  <a:lnTo>
                    <a:pt x="2374525" y="3791966"/>
                  </a:lnTo>
                  <a:lnTo>
                    <a:pt x="2410881" y="3869072"/>
                  </a:lnTo>
                  <a:lnTo>
                    <a:pt x="2446897" y="3943097"/>
                  </a:lnTo>
                  <a:lnTo>
                    <a:pt x="2482586" y="4013733"/>
                  </a:lnTo>
                  <a:lnTo>
                    <a:pt x="2517995" y="4080753"/>
                  </a:lnTo>
                  <a:lnTo>
                    <a:pt x="2553205" y="4144010"/>
                  </a:lnTo>
                  <a:lnTo>
                    <a:pt x="2588330" y="4203431"/>
                  </a:lnTo>
                  <a:lnTo>
                    <a:pt x="2623530" y="4259015"/>
                  </a:lnTo>
                  <a:lnTo>
                    <a:pt x="2659005" y="4310823"/>
                  </a:lnTo>
                  <a:lnTo>
                    <a:pt x="2667772" y="4322960"/>
                  </a:lnTo>
                  <a:lnTo>
                    <a:pt x="2714429" y="4383004"/>
                  </a:lnTo>
                  <a:lnTo>
                    <a:pt x="2762682" y="4436981"/>
                  </a:lnTo>
                  <a:lnTo>
                    <a:pt x="2813291" y="4485208"/>
                  </a:lnTo>
                  <a:lnTo>
                    <a:pt x="2867107" y="4528214"/>
                  </a:lnTo>
                  <a:lnTo>
                    <a:pt x="2924994" y="4566597"/>
                  </a:lnTo>
                  <a:lnTo>
                    <a:pt x="2987760" y="4600931"/>
                  </a:lnTo>
                  <a:lnTo>
                    <a:pt x="3056054" y="4631717"/>
                  </a:lnTo>
                  <a:lnTo>
                    <a:pt x="3130246" y="4659362"/>
                  </a:lnTo>
                  <a:lnTo>
                    <a:pt x="3210258" y="4684159"/>
                  </a:lnTo>
                  <a:lnTo>
                    <a:pt x="3295366" y="4706289"/>
                  </a:lnTo>
                  <a:lnTo>
                    <a:pt x="3384007" y="4725824"/>
                  </a:lnTo>
                  <a:lnTo>
                    <a:pt x="3473653" y="4742750"/>
                  </a:lnTo>
                  <a:lnTo>
                    <a:pt x="3560853" y="4757007"/>
                  </a:lnTo>
                  <a:lnTo>
                    <a:pt x="3641535" y="4768545"/>
                  </a:lnTo>
                  <a:lnTo>
                    <a:pt x="3711601" y="4777386"/>
                  </a:lnTo>
                  <a:lnTo>
                    <a:pt x="3767723" y="4783683"/>
                  </a:lnTo>
                  <a:lnTo>
                    <a:pt x="3808115" y="4787737"/>
                  </a:lnTo>
                  <a:lnTo>
                    <a:pt x="3833042" y="4789985"/>
                  </a:lnTo>
                  <a:lnTo>
                    <a:pt x="3844910" y="4790952"/>
                  </a:lnTo>
                  <a:lnTo>
                    <a:pt x="3848118" y="4791190"/>
                  </a:lnTo>
                  <a:lnTo>
                    <a:pt x="4386855" y="4791190"/>
                  </a:lnTo>
                  <a:lnTo>
                    <a:pt x="4387720" y="4791085"/>
                  </a:lnTo>
                  <a:lnTo>
                    <a:pt x="4393415" y="4790338"/>
                  </a:lnTo>
                  <a:lnTo>
                    <a:pt x="4407804" y="4788273"/>
                  </a:lnTo>
                  <a:lnTo>
                    <a:pt x="4433607" y="4784208"/>
                  </a:lnTo>
                  <a:lnTo>
                    <a:pt x="4472215" y="4777504"/>
                  </a:lnTo>
                  <a:lnTo>
                    <a:pt x="4523581" y="4767634"/>
                  </a:lnTo>
                  <a:lnTo>
                    <a:pt x="4586316" y="4754229"/>
                  </a:lnTo>
                  <a:lnTo>
                    <a:pt x="4657998" y="4737093"/>
                  </a:lnTo>
                  <a:lnTo>
                    <a:pt x="4735647" y="4716178"/>
                  </a:lnTo>
                  <a:lnTo>
                    <a:pt x="4816206" y="4691535"/>
                  </a:lnTo>
                  <a:lnTo>
                    <a:pt x="4896943" y="4663246"/>
                  </a:lnTo>
                  <a:lnTo>
                    <a:pt x="4975688" y="4631361"/>
                  </a:lnTo>
                  <a:lnTo>
                    <a:pt x="5050921" y="4595854"/>
                  </a:lnTo>
                  <a:lnTo>
                    <a:pt x="5121739" y="4556586"/>
                  </a:lnTo>
                  <a:lnTo>
                    <a:pt x="5187757" y="4513293"/>
                  </a:lnTo>
                  <a:lnTo>
                    <a:pt x="5248987" y="4465583"/>
                  </a:lnTo>
                  <a:lnTo>
                    <a:pt x="5305723" y="4412937"/>
                  </a:lnTo>
                  <a:lnTo>
                    <a:pt x="5358443" y="4354729"/>
                  </a:lnTo>
                  <a:lnTo>
                    <a:pt x="5407731" y="4290247"/>
                  </a:lnTo>
                  <a:lnTo>
                    <a:pt x="5454219" y="4218740"/>
                  </a:lnTo>
                  <a:lnTo>
                    <a:pt x="5498543" y="4139499"/>
                  </a:lnTo>
                  <a:lnTo>
                    <a:pt x="5541297" y="4051983"/>
                  </a:lnTo>
                  <a:lnTo>
                    <a:pt x="5567201" y="3993565"/>
                  </a:lnTo>
                  <a:lnTo>
                    <a:pt x="5595494" y="3925221"/>
                  </a:lnTo>
                  <a:lnTo>
                    <a:pt x="5623546" y="3852868"/>
                  </a:lnTo>
                  <a:lnTo>
                    <a:pt x="5651472" y="3776426"/>
                  </a:lnTo>
                  <a:lnTo>
                    <a:pt x="5679367" y="3695855"/>
                  </a:lnTo>
                  <a:lnTo>
                    <a:pt x="5707310" y="3611158"/>
                  </a:lnTo>
                  <a:lnTo>
                    <a:pt x="5735362" y="3522385"/>
                  </a:lnTo>
                  <a:lnTo>
                    <a:pt x="5763570" y="3429638"/>
                  </a:lnTo>
                  <a:lnTo>
                    <a:pt x="5791966" y="3333070"/>
                  </a:lnTo>
                  <a:lnTo>
                    <a:pt x="5820571" y="3232891"/>
                  </a:lnTo>
                  <a:lnTo>
                    <a:pt x="5849391" y="3129363"/>
                  </a:lnTo>
                  <a:lnTo>
                    <a:pt x="5878422" y="3022802"/>
                  </a:lnTo>
                  <a:lnTo>
                    <a:pt x="5907652" y="2913576"/>
                  </a:lnTo>
                  <a:lnTo>
                    <a:pt x="5937056" y="2802095"/>
                  </a:lnTo>
                  <a:lnTo>
                    <a:pt x="5966605" y="2688815"/>
                  </a:lnTo>
                  <a:lnTo>
                    <a:pt x="5996262" y="2574220"/>
                  </a:lnTo>
                  <a:lnTo>
                    <a:pt x="6025987" y="2458821"/>
                  </a:lnTo>
                  <a:lnTo>
                    <a:pt x="6055734" y="2343145"/>
                  </a:lnTo>
                  <a:lnTo>
                    <a:pt x="6085460" y="2227722"/>
                  </a:lnTo>
                  <a:lnTo>
                    <a:pt x="6115121" y="2113078"/>
                  </a:lnTo>
                  <a:lnTo>
                    <a:pt x="6144676" y="1999726"/>
                  </a:lnTo>
                  <a:lnTo>
                    <a:pt x="6174088" y="1888153"/>
                  </a:lnTo>
                  <a:lnTo>
                    <a:pt x="6203326" y="1778813"/>
                  </a:lnTo>
                  <a:lnTo>
                    <a:pt x="6232368" y="1672121"/>
                  </a:lnTo>
                  <a:lnTo>
                    <a:pt x="6261198" y="1568445"/>
                  </a:lnTo>
                  <a:lnTo>
                    <a:pt x="6289812" y="1468106"/>
                  </a:lnTo>
                  <a:lnTo>
                    <a:pt x="6318218" y="1371367"/>
                  </a:lnTo>
                  <a:lnTo>
                    <a:pt x="6346434" y="1278439"/>
                  </a:lnTo>
                  <a:lnTo>
                    <a:pt x="6374492" y="1189481"/>
                  </a:lnTo>
                  <a:lnTo>
                    <a:pt x="6402439" y="1104594"/>
                  </a:lnTo>
                  <a:lnTo>
                    <a:pt x="6430334" y="1023832"/>
                  </a:lnTo>
                  <a:lnTo>
                    <a:pt x="6458257" y="947201"/>
                  </a:lnTo>
                  <a:lnTo>
                    <a:pt x="6486300" y="874660"/>
                  </a:lnTo>
                  <a:lnTo>
                    <a:pt x="6514579" y="806133"/>
                  </a:lnTo>
                  <a:lnTo>
                    <a:pt x="6515891" y="803068"/>
                  </a:lnTo>
                  <a:lnTo>
                    <a:pt x="6557935" y="710309"/>
                  </a:lnTo>
                  <a:lnTo>
                    <a:pt x="6601221" y="625992"/>
                  </a:lnTo>
                  <a:lnTo>
                    <a:pt x="6646296" y="549774"/>
                  </a:lnTo>
                  <a:lnTo>
                    <a:pt x="6693775" y="481032"/>
                  </a:lnTo>
                  <a:lnTo>
                    <a:pt x="6744297" y="419027"/>
                  </a:lnTo>
                  <a:lnTo>
                    <a:pt x="6798483" y="363019"/>
                  </a:lnTo>
                  <a:lnTo>
                    <a:pt x="6856883" y="312322"/>
                  </a:lnTo>
                  <a:lnTo>
                    <a:pt x="6919916" y="266350"/>
                  </a:lnTo>
                  <a:lnTo>
                    <a:pt x="6987779" y="224629"/>
                  </a:lnTo>
                  <a:lnTo>
                    <a:pt x="7060351" y="186818"/>
                  </a:lnTo>
                  <a:lnTo>
                    <a:pt x="7137060" y="152701"/>
                  </a:lnTo>
                  <a:lnTo>
                    <a:pt x="7216779" y="122184"/>
                  </a:lnTo>
                  <a:lnTo>
                    <a:pt x="7297738" y="95275"/>
                  </a:lnTo>
                  <a:lnTo>
                    <a:pt x="7377535" y="72044"/>
                  </a:lnTo>
                  <a:lnTo>
                    <a:pt x="7453277" y="52566"/>
                  </a:lnTo>
                  <a:lnTo>
                    <a:pt x="7521883" y="36864"/>
                  </a:lnTo>
                  <a:lnTo>
                    <a:pt x="7580524" y="24839"/>
                  </a:lnTo>
                  <a:lnTo>
                    <a:pt x="7627126" y="16228"/>
                  </a:lnTo>
                  <a:lnTo>
                    <a:pt x="7660782" y="10599"/>
                  </a:lnTo>
                  <a:lnTo>
                    <a:pt x="7681996" y="7374"/>
                  </a:lnTo>
                  <a:lnTo>
                    <a:pt x="7692686" y="5893"/>
                  </a:lnTo>
                  <a:lnTo>
                    <a:pt x="7696028" y="54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73" y="104"/>
                  </a:lnTo>
                  <a:lnTo>
                    <a:pt x="7689677" y="851"/>
                  </a:lnTo>
                  <a:lnTo>
                    <a:pt x="7675288" y="2916"/>
                  </a:lnTo>
                  <a:lnTo>
                    <a:pt x="7649485" y="6981"/>
                  </a:lnTo>
                  <a:lnTo>
                    <a:pt x="7610877" y="13685"/>
                  </a:lnTo>
                  <a:lnTo>
                    <a:pt x="7559511" y="23555"/>
                  </a:lnTo>
                  <a:lnTo>
                    <a:pt x="7496777" y="36960"/>
                  </a:lnTo>
                  <a:lnTo>
                    <a:pt x="7425094" y="54096"/>
                  </a:lnTo>
                  <a:lnTo>
                    <a:pt x="7347446" y="75011"/>
                  </a:lnTo>
                  <a:lnTo>
                    <a:pt x="7266887" y="99654"/>
                  </a:lnTo>
                  <a:lnTo>
                    <a:pt x="7186150" y="127943"/>
                  </a:lnTo>
                  <a:lnTo>
                    <a:pt x="7107404" y="159828"/>
                  </a:lnTo>
                  <a:lnTo>
                    <a:pt x="7032171" y="195335"/>
                  </a:lnTo>
                  <a:lnTo>
                    <a:pt x="6961353" y="234604"/>
                  </a:lnTo>
                  <a:lnTo>
                    <a:pt x="6895336" y="277896"/>
                  </a:lnTo>
                  <a:lnTo>
                    <a:pt x="6834106" y="325607"/>
                  </a:lnTo>
                  <a:lnTo>
                    <a:pt x="6777369" y="378252"/>
                  </a:lnTo>
                  <a:lnTo>
                    <a:pt x="6724649" y="436460"/>
                  </a:lnTo>
                  <a:lnTo>
                    <a:pt x="6675361" y="500943"/>
                  </a:lnTo>
                  <a:lnTo>
                    <a:pt x="6628873" y="572449"/>
                  </a:lnTo>
                  <a:lnTo>
                    <a:pt x="6584549" y="651690"/>
                  </a:lnTo>
                  <a:lnTo>
                    <a:pt x="6541796" y="739206"/>
                  </a:lnTo>
                  <a:lnTo>
                    <a:pt x="6515891" y="797624"/>
                  </a:lnTo>
                  <a:lnTo>
                    <a:pt x="6487598" y="865968"/>
                  </a:lnTo>
                  <a:lnTo>
                    <a:pt x="6459546" y="938321"/>
                  </a:lnTo>
                  <a:lnTo>
                    <a:pt x="6431621" y="1014763"/>
                  </a:lnTo>
                  <a:lnTo>
                    <a:pt x="6403726" y="1095334"/>
                  </a:lnTo>
                  <a:lnTo>
                    <a:pt x="6375783" y="1180031"/>
                  </a:lnTo>
                  <a:lnTo>
                    <a:pt x="6347731" y="1268804"/>
                  </a:lnTo>
                  <a:lnTo>
                    <a:pt x="6319523" y="1361551"/>
                  </a:lnTo>
                  <a:lnTo>
                    <a:pt x="6291126" y="1458119"/>
                  </a:lnTo>
                  <a:lnTo>
                    <a:pt x="6262522" y="1558298"/>
                  </a:lnTo>
                  <a:lnTo>
                    <a:pt x="6233702" y="1661826"/>
                  </a:lnTo>
                  <a:lnTo>
                    <a:pt x="6204670" y="1768387"/>
                  </a:lnTo>
                  <a:lnTo>
                    <a:pt x="6175441" y="1877613"/>
                  </a:lnTo>
                  <a:lnTo>
                    <a:pt x="6146036" y="1989094"/>
                  </a:lnTo>
                  <a:lnTo>
                    <a:pt x="6116487" y="2102374"/>
                  </a:lnTo>
                  <a:lnTo>
                    <a:pt x="6086830" y="2216969"/>
                  </a:lnTo>
                  <a:lnTo>
                    <a:pt x="6057106" y="2332368"/>
                  </a:lnTo>
                  <a:lnTo>
                    <a:pt x="6027358" y="2448044"/>
                  </a:lnTo>
                  <a:lnTo>
                    <a:pt x="5997632" y="2563467"/>
                  </a:lnTo>
                  <a:lnTo>
                    <a:pt x="5967971" y="2678111"/>
                  </a:lnTo>
                  <a:lnTo>
                    <a:pt x="5938416" y="2791463"/>
                  </a:lnTo>
                  <a:lnTo>
                    <a:pt x="5909004" y="2903036"/>
                  </a:lnTo>
                  <a:lnTo>
                    <a:pt x="5879766" y="3012376"/>
                  </a:lnTo>
                  <a:lnTo>
                    <a:pt x="5850725" y="3119068"/>
                  </a:lnTo>
                  <a:lnTo>
                    <a:pt x="5821895" y="3222744"/>
                  </a:lnTo>
                  <a:lnTo>
                    <a:pt x="5793280" y="3323084"/>
                  </a:lnTo>
                  <a:lnTo>
                    <a:pt x="5764875" y="3419822"/>
                  </a:lnTo>
                  <a:lnTo>
                    <a:pt x="5736659" y="3512750"/>
                  </a:lnTo>
                  <a:lnTo>
                    <a:pt x="5708601" y="3601708"/>
                  </a:lnTo>
                  <a:lnTo>
                    <a:pt x="5680654" y="3686595"/>
                  </a:lnTo>
                  <a:lnTo>
                    <a:pt x="5652758" y="3767357"/>
                  </a:lnTo>
                  <a:lnTo>
                    <a:pt x="5624836" y="3843989"/>
                  </a:lnTo>
                  <a:lnTo>
                    <a:pt x="5596792" y="3916529"/>
                  </a:lnTo>
                  <a:lnTo>
                    <a:pt x="5568513" y="3985056"/>
                  </a:lnTo>
                  <a:lnTo>
                    <a:pt x="5567201" y="3988121"/>
                  </a:lnTo>
                  <a:lnTo>
                    <a:pt x="5525158" y="4080880"/>
                  </a:lnTo>
                  <a:lnTo>
                    <a:pt x="5481872" y="4165197"/>
                  </a:lnTo>
                  <a:lnTo>
                    <a:pt x="5436797" y="4241415"/>
                  </a:lnTo>
                  <a:lnTo>
                    <a:pt x="5389317" y="4310157"/>
                  </a:lnTo>
                  <a:lnTo>
                    <a:pt x="5338795" y="4372162"/>
                  </a:lnTo>
                  <a:lnTo>
                    <a:pt x="5284609" y="4428170"/>
                  </a:lnTo>
                  <a:lnTo>
                    <a:pt x="5226209" y="4478867"/>
                  </a:lnTo>
                  <a:lnTo>
                    <a:pt x="5163177" y="4524840"/>
                  </a:lnTo>
                  <a:lnTo>
                    <a:pt x="5095313" y="4566560"/>
                  </a:lnTo>
                  <a:lnTo>
                    <a:pt x="5022742" y="4604371"/>
                  </a:lnTo>
                  <a:lnTo>
                    <a:pt x="4946032" y="4638488"/>
                  </a:lnTo>
                  <a:lnTo>
                    <a:pt x="4866313" y="4669005"/>
                  </a:lnTo>
                  <a:lnTo>
                    <a:pt x="4785354" y="4695914"/>
                  </a:lnTo>
                  <a:lnTo>
                    <a:pt x="4705557" y="4719145"/>
                  </a:lnTo>
                  <a:lnTo>
                    <a:pt x="4629815" y="4738623"/>
                  </a:lnTo>
                  <a:lnTo>
                    <a:pt x="4561210" y="4754325"/>
                  </a:lnTo>
                  <a:lnTo>
                    <a:pt x="4502568" y="4766350"/>
                  </a:lnTo>
                  <a:lnTo>
                    <a:pt x="4455967" y="4774961"/>
                  </a:lnTo>
                  <a:lnTo>
                    <a:pt x="4422311" y="4780590"/>
                  </a:lnTo>
                  <a:lnTo>
                    <a:pt x="4401096" y="4783815"/>
                  </a:lnTo>
                  <a:lnTo>
                    <a:pt x="4390406" y="4785296"/>
                  </a:lnTo>
                  <a:lnTo>
                    <a:pt x="4387064" y="4785720"/>
                  </a:lnTo>
                  <a:lnTo>
                    <a:pt x="4386855" y="4785745"/>
                  </a:lnTo>
                  <a:lnTo>
                    <a:pt x="3848118" y="4785745"/>
                  </a:lnTo>
                  <a:lnTo>
                    <a:pt x="3846948" y="4785661"/>
                  </a:lnTo>
                  <a:lnTo>
                    <a:pt x="3839295" y="4785062"/>
                  </a:lnTo>
                  <a:lnTo>
                    <a:pt x="3820142" y="4783406"/>
                  </a:lnTo>
                  <a:lnTo>
                    <a:pt x="3786262" y="4780154"/>
                  </a:lnTo>
                  <a:lnTo>
                    <a:pt x="3736499" y="4774824"/>
                  </a:lnTo>
                  <a:lnTo>
                    <a:pt x="3671834" y="4767055"/>
                  </a:lnTo>
                  <a:lnTo>
                    <a:pt x="3595044" y="4756635"/>
                  </a:lnTo>
                  <a:lnTo>
                    <a:pt x="3510012" y="4743492"/>
                  </a:lnTo>
                  <a:lnTo>
                    <a:pt x="3420909" y="4727654"/>
                  </a:lnTo>
                  <a:lnTo>
                    <a:pt x="3331493" y="4709187"/>
                  </a:lnTo>
                  <a:lnTo>
                    <a:pt x="3244690" y="4688127"/>
                  </a:lnTo>
                  <a:lnTo>
                    <a:pt x="3162452" y="4664441"/>
                  </a:lnTo>
                  <a:lnTo>
                    <a:pt x="3085826" y="4637996"/>
                  </a:lnTo>
                  <a:lnTo>
                    <a:pt x="3015131" y="4608544"/>
                  </a:lnTo>
                  <a:lnTo>
                    <a:pt x="2950159" y="4575724"/>
                  </a:lnTo>
                  <a:lnTo>
                    <a:pt x="2890358" y="4539071"/>
                  </a:lnTo>
                  <a:lnTo>
                    <a:pt x="2834972" y="4498038"/>
                  </a:lnTo>
                  <a:lnTo>
                    <a:pt x="2783150" y="4452027"/>
                  </a:lnTo>
                  <a:lnTo>
                    <a:pt x="2734028" y="4400468"/>
                  </a:lnTo>
                  <a:lnTo>
                    <a:pt x="2686798" y="4342933"/>
                  </a:lnTo>
                  <a:lnTo>
                    <a:pt x="2667772" y="4317515"/>
                  </a:lnTo>
                  <a:lnTo>
                    <a:pt x="2632192" y="4266617"/>
                  </a:lnTo>
                  <a:lnTo>
                    <a:pt x="2596945" y="4211967"/>
                  </a:lnTo>
                  <a:lnTo>
                    <a:pt x="2561818" y="4153489"/>
                  </a:lnTo>
                  <a:lnTo>
                    <a:pt x="2526641" y="4091168"/>
                  </a:lnTo>
                  <a:lnTo>
                    <a:pt x="2491290" y="4025060"/>
                  </a:lnTo>
                  <a:lnTo>
                    <a:pt x="2455675" y="3955292"/>
                  </a:lnTo>
                  <a:lnTo>
                    <a:pt x="2419742" y="3882073"/>
                  </a:lnTo>
                  <a:lnTo>
                    <a:pt x="2383469" y="3805689"/>
                  </a:lnTo>
                  <a:lnTo>
                    <a:pt x="2346862" y="3726510"/>
                  </a:lnTo>
                  <a:lnTo>
                    <a:pt x="2309953" y="3644974"/>
                  </a:lnTo>
                  <a:lnTo>
                    <a:pt x="2272795" y="3561587"/>
                  </a:lnTo>
                  <a:lnTo>
                    <a:pt x="2235456" y="3476909"/>
                  </a:lnTo>
                  <a:lnTo>
                    <a:pt x="2198019" y="3391537"/>
                  </a:lnTo>
                  <a:lnTo>
                    <a:pt x="2160570" y="3306089"/>
                  </a:lnTo>
                  <a:lnTo>
                    <a:pt x="2123200" y="3221185"/>
                  </a:lnTo>
                  <a:lnTo>
                    <a:pt x="2085990" y="3137428"/>
                  </a:lnTo>
                  <a:lnTo>
                    <a:pt x="2049014" y="3055389"/>
                  </a:lnTo>
                  <a:lnTo>
                    <a:pt x="2012329" y="2975588"/>
                  </a:lnTo>
                  <a:lnTo>
                    <a:pt x="1975973" y="2898483"/>
                  </a:lnTo>
                  <a:lnTo>
                    <a:pt x="1939958" y="2824458"/>
                  </a:lnTo>
                  <a:lnTo>
                    <a:pt x="1904269" y="2753822"/>
                  </a:lnTo>
                  <a:lnTo>
                    <a:pt x="1868859" y="2686802"/>
                  </a:lnTo>
                  <a:lnTo>
                    <a:pt x="1833650" y="2623545"/>
                  </a:lnTo>
                  <a:lnTo>
                    <a:pt x="1798524" y="2564124"/>
                  </a:lnTo>
                  <a:lnTo>
                    <a:pt x="1763325" y="2508540"/>
                  </a:lnTo>
                  <a:lnTo>
                    <a:pt x="1727849" y="2456732"/>
                  </a:lnTo>
                  <a:lnTo>
                    <a:pt x="1719082" y="2444595"/>
                  </a:lnTo>
                  <a:lnTo>
                    <a:pt x="1672425" y="2384551"/>
                  </a:lnTo>
                  <a:lnTo>
                    <a:pt x="1624173" y="2330574"/>
                  </a:lnTo>
                  <a:lnTo>
                    <a:pt x="1573564" y="2282347"/>
                  </a:lnTo>
                  <a:lnTo>
                    <a:pt x="1519748" y="2239341"/>
                  </a:lnTo>
                  <a:lnTo>
                    <a:pt x="1461860" y="2200958"/>
                  </a:lnTo>
                  <a:lnTo>
                    <a:pt x="1399095" y="2166624"/>
                  </a:lnTo>
                  <a:lnTo>
                    <a:pt x="1330801" y="2135838"/>
                  </a:lnTo>
                  <a:lnTo>
                    <a:pt x="1256609" y="2108193"/>
                  </a:lnTo>
                  <a:lnTo>
                    <a:pt x="1176597" y="2083396"/>
                  </a:lnTo>
                  <a:lnTo>
                    <a:pt x="1091488" y="2061266"/>
                  </a:lnTo>
                  <a:lnTo>
                    <a:pt x="1002847" y="2041731"/>
                  </a:lnTo>
                  <a:lnTo>
                    <a:pt x="913201" y="2024805"/>
                  </a:lnTo>
                  <a:lnTo>
                    <a:pt x="826002" y="2010548"/>
                  </a:lnTo>
                  <a:lnTo>
                    <a:pt x="745320" y="1999010"/>
                  </a:lnTo>
                  <a:lnTo>
                    <a:pt x="675253" y="1990168"/>
                  </a:lnTo>
                  <a:lnTo>
                    <a:pt x="619132" y="1983872"/>
                  </a:lnTo>
                  <a:lnTo>
                    <a:pt x="578740" y="1979818"/>
                  </a:lnTo>
                  <a:lnTo>
                    <a:pt x="553812" y="1977569"/>
                  </a:lnTo>
                  <a:lnTo>
                    <a:pt x="541945" y="1976603"/>
                  </a:lnTo>
                  <a:lnTo>
                    <a:pt x="538736" y="1976365"/>
                  </a:lnTo>
                  <a:lnTo>
                    <a:pt x="0" y="1976365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546595" y="1229576"/>
              <a:ext cx="8234974" cy="4785745"/>
            </a:xfrm>
            <a:custGeom>
              <a:avLst/>
              <a:pathLst>
                <a:path w="8234974" h="4785745">
                  <a:moveTo>
                    <a:pt x="0" y="1976365"/>
                  </a:moveTo>
                  <a:lnTo>
                    <a:pt x="538736" y="1976365"/>
                  </a:lnTo>
                  <a:lnTo>
                    <a:pt x="539906" y="1976449"/>
                  </a:lnTo>
                  <a:lnTo>
                    <a:pt x="547560" y="1977048"/>
                  </a:lnTo>
                  <a:lnTo>
                    <a:pt x="566712" y="1978704"/>
                  </a:lnTo>
                  <a:lnTo>
                    <a:pt x="600592" y="1981957"/>
                  </a:lnTo>
                  <a:lnTo>
                    <a:pt x="650355" y="1987286"/>
                  </a:lnTo>
                  <a:lnTo>
                    <a:pt x="715021" y="1995055"/>
                  </a:lnTo>
                  <a:lnTo>
                    <a:pt x="791811" y="2005476"/>
                  </a:lnTo>
                  <a:lnTo>
                    <a:pt x="876842" y="2018619"/>
                  </a:lnTo>
                  <a:lnTo>
                    <a:pt x="965946" y="2034456"/>
                  </a:lnTo>
                  <a:lnTo>
                    <a:pt x="1055362" y="2052924"/>
                  </a:lnTo>
                  <a:lnTo>
                    <a:pt x="1142165" y="2073983"/>
                  </a:lnTo>
                  <a:lnTo>
                    <a:pt x="1224403" y="2097669"/>
                  </a:lnTo>
                  <a:lnTo>
                    <a:pt x="1301029" y="2124114"/>
                  </a:lnTo>
                  <a:lnTo>
                    <a:pt x="1371724" y="2153567"/>
                  </a:lnTo>
                  <a:lnTo>
                    <a:pt x="1436695" y="2186387"/>
                  </a:lnTo>
                  <a:lnTo>
                    <a:pt x="1496496" y="2223039"/>
                  </a:lnTo>
                  <a:lnTo>
                    <a:pt x="1551883" y="2264073"/>
                  </a:lnTo>
                  <a:lnTo>
                    <a:pt x="1603704" y="2310083"/>
                  </a:lnTo>
                  <a:lnTo>
                    <a:pt x="1652826" y="2361642"/>
                  </a:lnTo>
                  <a:lnTo>
                    <a:pt x="1700056" y="2419177"/>
                  </a:lnTo>
                  <a:lnTo>
                    <a:pt x="1719082" y="2444595"/>
                  </a:lnTo>
                  <a:lnTo>
                    <a:pt x="1754663" y="2495494"/>
                  </a:lnTo>
                  <a:lnTo>
                    <a:pt x="1789909" y="2550144"/>
                  </a:lnTo>
                  <a:lnTo>
                    <a:pt x="1825037" y="2608622"/>
                  </a:lnTo>
                  <a:lnTo>
                    <a:pt x="1860213" y="2670942"/>
                  </a:lnTo>
                  <a:lnTo>
                    <a:pt x="1895565" y="2737051"/>
                  </a:lnTo>
                  <a:lnTo>
                    <a:pt x="1931180" y="2806819"/>
                  </a:lnTo>
                  <a:lnTo>
                    <a:pt x="1967113" y="2880038"/>
                  </a:lnTo>
                  <a:lnTo>
                    <a:pt x="2003386" y="2956421"/>
                  </a:lnTo>
                  <a:lnTo>
                    <a:pt x="2039992" y="3035601"/>
                  </a:lnTo>
                  <a:lnTo>
                    <a:pt x="2076901" y="3117137"/>
                  </a:lnTo>
                  <a:lnTo>
                    <a:pt x="2114060" y="3200523"/>
                  </a:lnTo>
                  <a:lnTo>
                    <a:pt x="2151399" y="3285201"/>
                  </a:lnTo>
                  <a:lnTo>
                    <a:pt x="2188836" y="3370573"/>
                  </a:lnTo>
                  <a:lnTo>
                    <a:pt x="2226284" y="3456021"/>
                  </a:lnTo>
                  <a:lnTo>
                    <a:pt x="2263655" y="3540926"/>
                  </a:lnTo>
                  <a:lnTo>
                    <a:pt x="2300865" y="3624682"/>
                  </a:lnTo>
                  <a:lnTo>
                    <a:pt x="2337841" y="3706721"/>
                  </a:lnTo>
                  <a:lnTo>
                    <a:pt x="2374525" y="3786522"/>
                  </a:lnTo>
                  <a:lnTo>
                    <a:pt x="2410881" y="3863628"/>
                  </a:lnTo>
                  <a:lnTo>
                    <a:pt x="2446897" y="3937652"/>
                  </a:lnTo>
                  <a:lnTo>
                    <a:pt x="2482586" y="4008288"/>
                  </a:lnTo>
                  <a:lnTo>
                    <a:pt x="2517995" y="4075309"/>
                  </a:lnTo>
                  <a:lnTo>
                    <a:pt x="2553205" y="4138566"/>
                  </a:lnTo>
                  <a:lnTo>
                    <a:pt x="2588330" y="4197987"/>
                  </a:lnTo>
                  <a:lnTo>
                    <a:pt x="2623530" y="4253571"/>
                  </a:lnTo>
                  <a:lnTo>
                    <a:pt x="2659005" y="4305379"/>
                  </a:lnTo>
                  <a:lnTo>
                    <a:pt x="2667772" y="4317515"/>
                  </a:lnTo>
                  <a:lnTo>
                    <a:pt x="2714429" y="4377559"/>
                  </a:lnTo>
                  <a:lnTo>
                    <a:pt x="2762682" y="4431537"/>
                  </a:lnTo>
                  <a:lnTo>
                    <a:pt x="2813291" y="4479763"/>
                  </a:lnTo>
                  <a:lnTo>
                    <a:pt x="2867107" y="4522770"/>
                  </a:lnTo>
                  <a:lnTo>
                    <a:pt x="2924994" y="4561153"/>
                  </a:lnTo>
                  <a:lnTo>
                    <a:pt x="2987760" y="4595486"/>
                  </a:lnTo>
                  <a:lnTo>
                    <a:pt x="3056054" y="4626273"/>
                  </a:lnTo>
                  <a:lnTo>
                    <a:pt x="3130246" y="4653918"/>
                  </a:lnTo>
                  <a:lnTo>
                    <a:pt x="3210258" y="4678715"/>
                  </a:lnTo>
                  <a:lnTo>
                    <a:pt x="3295366" y="4700845"/>
                  </a:lnTo>
                  <a:lnTo>
                    <a:pt x="3384007" y="4720379"/>
                  </a:lnTo>
                  <a:lnTo>
                    <a:pt x="3473653" y="4737305"/>
                  </a:lnTo>
                  <a:lnTo>
                    <a:pt x="3560853" y="4751562"/>
                  </a:lnTo>
                  <a:lnTo>
                    <a:pt x="3641535" y="4763100"/>
                  </a:lnTo>
                  <a:lnTo>
                    <a:pt x="3711601" y="4771942"/>
                  </a:lnTo>
                  <a:lnTo>
                    <a:pt x="3767723" y="4778238"/>
                  </a:lnTo>
                  <a:lnTo>
                    <a:pt x="3808115" y="4782292"/>
                  </a:lnTo>
                  <a:lnTo>
                    <a:pt x="3833042" y="4784541"/>
                  </a:lnTo>
                  <a:lnTo>
                    <a:pt x="3844910" y="4785508"/>
                  </a:lnTo>
                  <a:lnTo>
                    <a:pt x="3848034" y="4785739"/>
                  </a:lnTo>
                  <a:lnTo>
                    <a:pt x="3848118" y="4785745"/>
                  </a:lnTo>
                  <a:lnTo>
                    <a:pt x="4386855" y="4785745"/>
                  </a:lnTo>
                  <a:lnTo>
                    <a:pt x="4387720" y="4785640"/>
                  </a:lnTo>
                  <a:lnTo>
                    <a:pt x="4393415" y="4784893"/>
                  </a:lnTo>
                  <a:lnTo>
                    <a:pt x="4407804" y="4782829"/>
                  </a:lnTo>
                  <a:lnTo>
                    <a:pt x="4433607" y="4778763"/>
                  </a:lnTo>
                  <a:lnTo>
                    <a:pt x="4472215" y="4772059"/>
                  </a:lnTo>
                  <a:lnTo>
                    <a:pt x="4523581" y="4762189"/>
                  </a:lnTo>
                  <a:lnTo>
                    <a:pt x="4586316" y="4748785"/>
                  </a:lnTo>
                  <a:lnTo>
                    <a:pt x="4657998" y="4731648"/>
                  </a:lnTo>
                  <a:lnTo>
                    <a:pt x="4735647" y="4710733"/>
                  </a:lnTo>
                  <a:lnTo>
                    <a:pt x="4816206" y="4686090"/>
                  </a:lnTo>
                  <a:lnTo>
                    <a:pt x="4896943" y="4657801"/>
                  </a:lnTo>
                  <a:lnTo>
                    <a:pt x="4975688" y="4625917"/>
                  </a:lnTo>
                  <a:lnTo>
                    <a:pt x="5050921" y="4590409"/>
                  </a:lnTo>
                  <a:lnTo>
                    <a:pt x="5121739" y="4551141"/>
                  </a:lnTo>
                  <a:lnTo>
                    <a:pt x="5187757" y="4507848"/>
                  </a:lnTo>
                  <a:lnTo>
                    <a:pt x="5248987" y="4460138"/>
                  </a:lnTo>
                  <a:lnTo>
                    <a:pt x="5305723" y="4407493"/>
                  </a:lnTo>
                  <a:lnTo>
                    <a:pt x="5358443" y="4349285"/>
                  </a:lnTo>
                  <a:lnTo>
                    <a:pt x="5407731" y="4284802"/>
                  </a:lnTo>
                  <a:lnTo>
                    <a:pt x="5454219" y="4213295"/>
                  </a:lnTo>
                  <a:lnTo>
                    <a:pt x="5498543" y="4134055"/>
                  </a:lnTo>
                  <a:lnTo>
                    <a:pt x="5541297" y="4046538"/>
                  </a:lnTo>
                  <a:lnTo>
                    <a:pt x="5567201" y="3988121"/>
                  </a:lnTo>
                  <a:lnTo>
                    <a:pt x="5595494" y="3919776"/>
                  </a:lnTo>
                  <a:lnTo>
                    <a:pt x="5623546" y="3847423"/>
                  </a:lnTo>
                  <a:lnTo>
                    <a:pt x="5651472" y="3770982"/>
                  </a:lnTo>
                  <a:lnTo>
                    <a:pt x="5679367" y="3690410"/>
                  </a:lnTo>
                  <a:lnTo>
                    <a:pt x="5707310" y="3605713"/>
                  </a:lnTo>
                  <a:lnTo>
                    <a:pt x="5735362" y="3516940"/>
                  </a:lnTo>
                  <a:lnTo>
                    <a:pt x="5763570" y="3424193"/>
                  </a:lnTo>
                  <a:lnTo>
                    <a:pt x="5791966" y="3327626"/>
                  </a:lnTo>
                  <a:lnTo>
                    <a:pt x="5820571" y="3227447"/>
                  </a:lnTo>
                  <a:lnTo>
                    <a:pt x="5849391" y="3123919"/>
                  </a:lnTo>
                  <a:lnTo>
                    <a:pt x="5878422" y="3017358"/>
                  </a:lnTo>
                  <a:lnTo>
                    <a:pt x="5907652" y="2908131"/>
                  </a:lnTo>
                  <a:lnTo>
                    <a:pt x="5937056" y="2796651"/>
                  </a:lnTo>
                  <a:lnTo>
                    <a:pt x="5966605" y="2683370"/>
                  </a:lnTo>
                  <a:lnTo>
                    <a:pt x="5996262" y="2568775"/>
                  </a:lnTo>
                  <a:lnTo>
                    <a:pt x="6025987" y="2453377"/>
                  </a:lnTo>
                  <a:lnTo>
                    <a:pt x="6055734" y="2337700"/>
                  </a:lnTo>
                  <a:lnTo>
                    <a:pt x="6085460" y="2222277"/>
                  </a:lnTo>
                  <a:lnTo>
                    <a:pt x="6115121" y="2107634"/>
                  </a:lnTo>
                  <a:lnTo>
                    <a:pt x="6144676" y="1994282"/>
                  </a:lnTo>
                  <a:lnTo>
                    <a:pt x="6174088" y="1882708"/>
                  </a:lnTo>
                  <a:lnTo>
                    <a:pt x="6203326" y="1773368"/>
                  </a:lnTo>
                  <a:lnTo>
                    <a:pt x="6232368" y="1666676"/>
                  </a:lnTo>
                  <a:lnTo>
                    <a:pt x="6261198" y="1563001"/>
                  </a:lnTo>
                  <a:lnTo>
                    <a:pt x="6289812" y="1462661"/>
                  </a:lnTo>
                  <a:lnTo>
                    <a:pt x="6318218" y="1365922"/>
                  </a:lnTo>
                  <a:lnTo>
                    <a:pt x="6346434" y="1272995"/>
                  </a:lnTo>
                  <a:lnTo>
                    <a:pt x="6374492" y="1184036"/>
                  </a:lnTo>
                  <a:lnTo>
                    <a:pt x="6402439" y="1099150"/>
                  </a:lnTo>
                  <a:lnTo>
                    <a:pt x="6430334" y="1018388"/>
                  </a:lnTo>
                  <a:lnTo>
                    <a:pt x="6458257" y="941756"/>
                  </a:lnTo>
                  <a:lnTo>
                    <a:pt x="6486300" y="869216"/>
                  </a:lnTo>
                  <a:lnTo>
                    <a:pt x="6514579" y="800689"/>
                  </a:lnTo>
                  <a:lnTo>
                    <a:pt x="6515891" y="797624"/>
                  </a:lnTo>
                  <a:lnTo>
                    <a:pt x="6557935" y="704865"/>
                  </a:lnTo>
                  <a:lnTo>
                    <a:pt x="6601221" y="620547"/>
                  </a:lnTo>
                  <a:lnTo>
                    <a:pt x="6646296" y="544330"/>
                  </a:lnTo>
                  <a:lnTo>
                    <a:pt x="6693775" y="475587"/>
                  </a:lnTo>
                  <a:lnTo>
                    <a:pt x="6744297" y="413583"/>
                  </a:lnTo>
                  <a:lnTo>
                    <a:pt x="6798483" y="357574"/>
                  </a:lnTo>
                  <a:lnTo>
                    <a:pt x="6856883" y="306878"/>
                  </a:lnTo>
                  <a:lnTo>
                    <a:pt x="6919916" y="260905"/>
                  </a:lnTo>
                  <a:lnTo>
                    <a:pt x="6987779" y="219185"/>
                  </a:lnTo>
                  <a:lnTo>
                    <a:pt x="7060351" y="181374"/>
                  </a:lnTo>
                  <a:lnTo>
                    <a:pt x="7137060" y="147256"/>
                  </a:lnTo>
                  <a:lnTo>
                    <a:pt x="7216779" y="116740"/>
                  </a:lnTo>
                  <a:lnTo>
                    <a:pt x="7297738" y="89831"/>
                  </a:lnTo>
                  <a:lnTo>
                    <a:pt x="7377535" y="66599"/>
                  </a:lnTo>
                  <a:lnTo>
                    <a:pt x="7453277" y="47122"/>
                  </a:lnTo>
                  <a:lnTo>
                    <a:pt x="7521883" y="31420"/>
                  </a:lnTo>
                  <a:lnTo>
                    <a:pt x="7580524" y="19394"/>
                  </a:lnTo>
                  <a:lnTo>
                    <a:pt x="7627126" y="10783"/>
                  </a:lnTo>
                  <a:lnTo>
                    <a:pt x="7660782" y="5154"/>
                  </a:lnTo>
                  <a:lnTo>
                    <a:pt x="7681996" y="1930"/>
                  </a:lnTo>
                  <a:lnTo>
                    <a:pt x="7692686" y="449"/>
                  </a:lnTo>
                  <a:lnTo>
                    <a:pt x="7696028" y="2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546595" y="1224131"/>
              <a:ext cx="8234974" cy="4785745"/>
            </a:xfrm>
            <a:custGeom>
              <a:avLst/>
              <a:pathLst>
                <a:path w="8234974" h="4785745">
                  <a:moveTo>
                    <a:pt x="8234974" y="0"/>
                  </a:moveTo>
                  <a:lnTo>
                    <a:pt x="7696237" y="0"/>
                  </a:lnTo>
                  <a:lnTo>
                    <a:pt x="7695373" y="104"/>
                  </a:lnTo>
                  <a:lnTo>
                    <a:pt x="7689677" y="851"/>
                  </a:lnTo>
                  <a:lnTo>
                    <a:pt x="7675288" y="2916"/>
                  </a:lnTo>
                  <a:lnTo>
                    <a:pt x="7649485" y="6981"/>
                  </a:lnTo>
                  <a:lnTo>
                    <a:pt x="7610877" y="13685"/>
                  </a:lnTo>
                  <a:lnTo>
                    <a:pt x="7559511" y="23555"/>
                  </a:lnTo>
                  <a:lnTo>
                    <a:pt x="7496777" y="36960"/>
                  </a:lnTo>
                  <a:lnTo>
                    <a:pt x="7425094" y="54096"/>
                  </a:lnTo>
                  <a:lnTo>
                    <a:pt x="7347446" y="75011"/>
                  </a:lnTo>
                  <a:lnTo>
                    <a:pt x="7266887" y="99654"/>
                  </a:lnTo>
                  <a:lnTo>
                    <a:pt x="7186150" y="127943"/>
                  </a:lnTo>
                  <a:lnTo>
                    <a:pt x="7107404" y="159828"/>
                  </a:lnTo>
                  <a:lnTo>
                    <a:pt x="7032171" y="195335"/>
                  </a:lnTo>
                  <a:lnTo>
                    <a:pt x="6961353" y="234604"/>
                  </a:lnTo>
                  <a:lnTo>
                    <a:pt x="6895336" y="277896"/>
                  </a:lnTo>
                  <a:lnTo>
                    <a:pt x="6834106" y="325607"/>
                  </a:lnTo>
                  <a:lnTo>
                    <a:pt x="6777369" y="378252"/>
                  </a:lnTo>
                  <a:lnTo>
                    <a:pt x="6724649" y="436460"/>
                  </a:lnTo>
                  <a:lnTo>
                    <a:pt x="6675361" y="500943"/>
                  </a:lnTo>
                  <a:lnTo>
                    <a:pt x="6628873" y="572449"/>
                  </a:lnTo>
                  <a:lnTo>
                    <a:pt x="6584549" y="651690"/>
                  </a:lnTo>
                  <a:lnTo>
                    <a:pt x="6541796" y="739206"/>
                  </a:lnTo>
                  <a:lnTo>
                    <a:pt x="6515891" y="797624"/>
                  </a:lnTo>
                  <a:lnTo>
                    <a:pt x="6487598" y="865968"/>
                  </a:lnTo>
                  <a:lnTo>
                    <a:pt x="6459546" y="938321"/>
                  </a:lnTo>
                  <a:lnTo>
                    <a:pt x="6431621" y="1014763"/>
                  </a:lnTo>
                  <a:lnTo>
                    <a:pt x="6403726" y="1095334"/>
                  </a:lnTo>
                  <a:lnTo>
                    <a:pt x="6375783" y="1180031"/>
                  </a:lnTo>
                  <a:lnTo>
                    <a:pt x="6347731" y="1268804"/>
                  </a:lnTo>
                  <a:lnTo>
                    <a:pt x="6319523" y="1361551"/>
                  </a:lnTo>
                  <a:lnTo>
                    <a:pt x="6291126" y="1458119"/>
                  </a:lnTo>
                  <a:lnTo>
                    <a:pt x="6262522" y="1558298"/>
                  </a:lnTo>
                  <a:lnTo>
                    <a:pt x="6233702" y="1661826"/>
                  </a:lnTo>
                  <a:lnTo>
                    <a:pt x="6204670" y="1768387"/>
                  </a:lnTo>
                  <a:lnTo>
                    <a:pt x="6175441" y="1877613"/>
                  </a:lnTo>
                  <a:lnTo>
                    <a:pt x="6146036" y="1989094"/>
                  </a:lnTo>
                  <a:lnTo>
                    <a:pt x="6116487" y="2102374"/>
                  </a:lnTo>
                  <a:lnTo>
                    <a:pt x="6086830" y="2216969"/>
                  </a:lnTo>
                  <a:lnTo>
                    <a:pt x="6057106" y="2332368"/>
                  </a:lnTo>
                  <a:lnTo>
                    <a:pt x="6027358" y="2448044"/>
                  </a:lnTo>
                  <a:lnTo>
                    <a:pt x="5997632" y="2563467"/>
                  </a:lnTo>
                  <a:lnTo>
                    <a:pt x="5967971" y="2678111"/>
                  </a:lnTo>
                  <a:lnTo>
                    <a:pt x="5938416" y="2791463"/>
                  </a:lnTo>
                  <a:lnTo>
                    <a:pt x="5909004" y="2903036"/>
                  </a:lnTo>
                  <a:lnTo>
                    <a:pt x="5879766" y="3012376"/>
                  </a:lnTo>
                  <a:lnTo>
                    <a:pt x="5850725" y="3119068"/>
                  </a:lnTo>
                  <a:lnTo>
                    <a:pt x="5821895" y="3222744"/>
                  </a:lnTo>
                  <a:lnTo>
                    <a:pt x="5793280" y="3323084"/>
                  </a:lnTo>
                  <a:lnTo>
                    <a:pt x="5764875" y="3419822"/>
                  </a:lnTo>
                  <a:lnTo>
                    <a:pt x="5736659" y="3512750"/>
                  </a:lnTo>
                  <a:lnTo>
                    <a:pt x="5708601" y="3601708"/>
                  </a:lnTo>
                  <a:lnTo>
                    <a:pt x="5680654" y="3686595"/>
                  </a:lnTo>
                  <a:lnTo>
                    <a:pt x="5652758" y="3767357"/>
                  </a:lnTo>
                  <a:lnTo>
                    <a:pt x="5624836" y="3843989"/>
                  </a:lnTo>
                  <a:lnTo>
                    <a:pt x="5596792" y="3916529"/>
                  </a:lnTo>
                  <a:lnTo>
                    <a:pt x="5568513" y="3985056"/>
                  </a:lnTo>
                  <a:lnTo>
                    <a:pt x="5567201" y="3988121"/>
                  </a:lnTo>
                  <a:lnTo>
                    <a:pt x="5525158" y="4080880"/>
                  </a:lnTo>
                  <a:lnTo>
                    <a:pt x="5481872" y="4165197"/>
                  </a:lnTo>
                  <a:lnTo>
                    <a:pt x="5436797" y="4241415"/>
                  </a:lnTo>
                  <a:lnTo>
                    <a:pt x="5389317" y="4310157"/>
                  </a:lnTo>
                  <a:lnTo>
                    <a:pt x="5338795" y="4372162"/>
                  </a:lnTo>
                  <a:lnTo>
                    <a:pt x="5284609" y="4428170"/>
                  </a:lnTo>
                  <a:lnTo>
                    <a:pt x="5226209" y="4478867"/>
                  </a:lnTo>
                  <a:lnTo>
                    <a:pt x="5163177" y="4524840"/>
                  </a:lnTo>
                  <a:lnTo>
                    <a:pt x="5095313" y="4566560"/>
                  </a:lnTo>
                  <a:lnTo>
                    <a:pt x="5022742" y="4604371"/>
                  </a:lnTo>
                  <a:lnTo>
                    <a:pt x="4946032" y="4638488"/>
                  </a:lnTo>
                  <a:lnTo>
                    <a:pt x="4866313" y="4669005"/>
                  </a:lnTo>
                  <a:lnTo>
                    <a:pt x="4785354" y="4695914"/>
                  </a:lnTo>
                  <a:lnTo>
                    <a:pt x="4705557" y="4719145"/>
                  </a:lnTo>
                  <a:lnTo>
                    <a:pt x="4629815" y="4738623"/>
                  </a:lnTo>
                  <a:lnTo>
                    <a:pt x="4561210" y="4754325"/>
                  </a:lnTo>
                  <a:lnTo>
                    <a:pt x="4502568" y="4766350"/>
                  </a:lnTo>
                  <a:lnTo>
                    <a:pt x="4455967" y="4774961"/>
                  </a:lnTo>
                  <a:lnTo>
                    <a:pt x="4422311" y="4780590"/>
                  </a:lnTo>
                  <a:lnTo>
                    <a:pt x="4401096" y="4783815"/>
                  </a:lnTo>
                  <a:lnTo>
                    <a:pt x="4390406" y="4785296"/>
                  </a:lnTo>
                  <a:lnTo>
                    <a:pt x="4387064" y="4785720"/>
                  </a:lnTo>
                  <a:lnTo>
                    <a:pt x="4386855" y="4785745"/>
                  </a:lnTo>
                  <a:lnTo>
                    <a:pt x="3848118" y="4785745"/>
                  </a:lnTo>
                  <a:lnTo>
                    <a:pt x="3846948" y="4785661"/>
                  </a:lnTo>
                  <a:lnTo>
                    <a:pt x="3839295" y="4785062"/>
                  </a:lnTo>
                  <a:lnTo>
                    <a:pt x="3820142" y="4783406"/>
                  </a:lnTo>
                  <a:lnTo>
                    <a:pt x="3786262" y="4780154"/>
                  </a:lnTo>
                  <a:lnTo>
                    <a:pt x="3736499" y="4774824"/>
                  </a:lnTo>
                  <a:lnTo>
                    <a:pt x="3671834" y="4767055"/>
                  </a:lnTo>
                  <a:lnTo>
                    <a:pt x="3595044" y="4756635"/>
                  </a:lnTo>
                  <a:lnTo>
                    <a:pt x="3510012" y="4743492"/>
                  </a:lnTo>
                  <a:lnTo>
                    <a:pt x="3420909" y="4727654"/>
                  </a:lnTo>
                  <a:lnTo>
                    <a:pt x="3331493" y="4709187"/>
                  </a:lnTo>
                  <a:lnTo>
                    <a:pt x="3244690" y="4688127"/>
                  </a:lnTo>
                  <a:lnTo>
                    <a:pt x="3162452" y="4664441"/>
                  </a:lnTo>
                  <a:lnTo>
                    <a:pt x="3085826" y="4637996"/>
                  </a:lnTo>
                  <a:lnTo>
                    <a:pt x="3015131" y="4608544"/>
                  </a:lnTo>
                  <a:lnTo>
                    <a:pt x="2950159" y="4575724"/>
                  </a:lnTo>
                  <a:lnTo>
                    <a:pt x="2890358" y="4539071"/>
                  </a:lnTo>
                  <a:lnTo>
                    <a:pt x="2834972" y="4498038"/>
                  </a:lnTo>
                  <a:lnTo>
                    <a:pt x="2783150" y="4452027"/>
                  </a:lnTo>
                  <a:lnTo>
                    <a:pt x="2734028" y="4400468"/>
                  </a:lnTo>
                  <a:lnTo>
                    <a:pt x="2686798" y="4342933"/>
                  </a:lnTo>
                  <a:lnTo>
                    <a:pt x="2667772" y="4317515"/>
                  </a:lnTo>
                  <a:lnTo>
                    <a:pt x="2632192" y="4266617"/>
                  </a:lnTo>
                  <a:lnTo>
                    <a:pt x="2596945" y="4211967"/>
                  </a:lnTo>
                  <a:lnTo>
                    <a:pt x="2561818" y="4153489"/>
                  </a:lnTo>
                  <a:lnTo>
                    <a:pt x="2526641" y="4091168"/>
                  </a:lnTo>
                  <a:lnTo>
                    <a:pt x="2491290" y="4025060"/>
                  </a:lnTo>
                  <a:lnTo>
                    <a:pt x="2455675" y="3955292"/>
                  </a:lnTo>
                  <a:lnTo>
                    <a:pt x="2419742" y="3882073"/>
                  </a:lnTo>
                  <a:lnTo>
                    <a:pt x="2383469" y="3805689"/>
                  </a:lnTo>
                  <a:lnTo>
                    <a:pt x="2346862" y="3726510"/>
                  </a:lnTo>
                  <a:lnTo>
                    <a:pt x="2309953" y="3644974"/>
                  </a:lnTo>
                  <a:lnTo>
                    <a:pt x="2272795" y="3561587"/>
                  </a:lnTo>
                  <a:lnTo>
                    <a:pt x="2235456" y="3476909"/>
                  </a:lnTo>
                  <a:lnTo>
                    <a:pt x="2198019" y="3391537"/>
                  </a:lnTo>
                  <a:lnTo>
                    <a:pt x="2160570" y="3306089"/>
                  </a:lnTo>
                  <a:lnTo>
                    <a:pt x="2123200" y="3221185"/>
                  </a:lnTo>
                  <a:lnTo>
                    <a:pt x="2085990" y="3137428"/>
                  </a:lnTo>
                  <a:lnTo>
                    <a:pt x="2049014" y="3055389"/>
                  </a:lnTo>
                  <a:lnTo>
                    <a:pt x="2012329" y="2975588"/>
                  </a:lnTo>
                  <a:lnTo>
                    <a:pt x="1975973" y="2898483"/>
                  </a:lnTo>
                  <a:lnTo>
                    <a:pt x="1939958" y="2824458"/>
                  </a:lnTo>
                  <a:lnTo>
                    <a:pt x="1904269" y="2753822"/>
                  </a:lnTo>
                  <a:lnTo>
                    <a:pt x="1868859" y="2686802"/>
                  </a:lnTo>
                  <a:lnTo>
                    <a:pt x="1833650" y="2623545"/>
                  </a:lnTo>
                  <a:lnTo>
                    <a:pt x="1798524" y="2564124"/>
                  </a:lnTo>
                  <a:lnTo>
                    <a:pt x="1763325" y="2508540"/>
                  </a:lnTo>
                  <a:lnTo>
                    <a:pt x="1727849" y="2456732"/>
                  </a:lnTo>
                  <a:lnTo>
                    <a:pt x="1719082" y="2444595"/>
                  </a:lnTo>
                  <a:lnTo>
                    <a:pt x="1672425" y="2384551"/>
                  </a:lnTo>
                  <a:lnTo>
                    <a:pt x="1624173" y="2330574"/>
                  </a:lnTo>
                  <a:lnTo>
                    <a:pt x="1573564" y="2282347"/>
                  </a:lnTo>
                  <a:lnTo>
                    <a:pt x="1519748" y="2239341"/>
                  </a:lnTo>
                  <a:lnTo>
                    <a:pt x="1461860" y="2200958"/>
                  </a:lnTo>
                  <a:lnTo>
                    <a:pt x="1399095" y="2166624"/>
                  </a:lnTo>
                  <a:lnTo>
                    <a:pt x="1330801" y="2135838"/>
                  </a:lnTo>
                  <a:lnTo>
                    <a:pt x="1256609" y="2108193"/>
                  </a:lnTo>
                  <a:lnTo>
                    <a:pt x="1176597" y="2083396"/>
                  </a:lnTo>
                  <a:lnTo>
                    <a:pt x="1091488" y="2061266"/>
                  </a:lnTo>
                  <a:lnTo>
                    <a:pt x="1002847" y="2041731"/>
                  </a:lnTo>
                  <a:lnTo>
                    <a:pt x="913201" y="2024805"/>
                  </a:lnTo>
                  <a:lnTo>
                    <a:pt x="826002" y="2010548"/>
                  </a:lnTo>
                  <a:lnTo>
                    <a:pt x="745320" y="1999010"/>
                  </a:lnTo>
                  <a:lnTo>
                    <a:pt x="675253" y="1990168"/>
                  </a:lnTo>
                  <a:lnTo>
                    <a:pt x="619132" y="1983872"/>
                  </a:lnTo>
                  <a:lnTo>
                    <a:pt x="578740" y="1979818"/>
                  </a:lnTo>
                  <a:lnTo>
                    <a:pt x="553812" y="1977569"/>
                  </a:lnTo>
                  <a:lnTo>
                    <a:pt x="541945" y="1976603"/>
                  </a:lnTo>
                  <a:lnTo>
                    <a:pt x="538820" y="1976371"/>
                  </a:lnTo>
                  <a:lnTo>
                    <a:pt x="538736" y="1976365"/>
                  </a:lnTo>
                  <a:lnTo>
                    <a:pt x="0" y="19763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" name="pg218"/>
            <p:cNvSpPr/>
            <p:nvPr/>
          </p:nvSpPr>
          <p:spPr>
            <a:xfrm>
              <a:off x="546595" y="2852047"/>
              <a:ext cx="8234974" cy="3174163"/>
            </a:xfrm>
            <a:custGeom>
              <a:avLst/>
              <a:pathLst>
                <a:path w="8234974" h="3174163">
                  <a:moveTo>
                    <a:pt x="0" y="359339"/>
                  </a:moveTo>
                  <a:lnTo>
                    <a:pt x="538736" y="359339"/>
                  </a:lnTo>
                  <a:lnTo>
                    <a:pt x="539906" y="359423"/>
                  </a:lnTo>
                  <a:lnTo>
                    <a:pt x="547557" y="360023"/>
                  </a:lnTo>
                  <a:lnTo>
                    <a:pt x="566702" y="361681"/>
                  </a:lnTo>
                  <a:lnTo>
                    <a:pt x="600570" y="364939"/>
                  </a:lnTo>
                  <a:lnTo>
                    <a:pt x="650317" y="370277"/>
                  </a:lnTo>
                  <a:lnTo>
                    <a:pt x="714964" y="378057"/>
                  </a:lnTo>
                  <a:lnTo>
                    <a:pt x="791735" y="388495"/>
                  </a:lnTo>
                  <a:lnTo>
                    <a:pt x="876750" y="401659"/>
                  </a:lnTo>
                  <a:lnTo>
                    <a:pt x="965839" y="417521"/>
                  </a:lnTo>
                  <a:lnTo>
                    <a:pt x="1055245" y="436019"/>
                  </a:lnTo>
                  <a:lnTo>
                    <a:pt x="1142042" y="457114"/>
                  </a:lnTo>
                  <a:lnTo>
                    <a:pt x="1224277" y="480838"/>
                  </a:lnTo>
                  <a:lnTo>
                    <a:pt x="1300902" y="507326"/>
                  </a:lnTo>
                  <a:lnTo>
                    <a:pt x="1371599" y="536826"/>
                  </a:lnTo>
                  <a:lnTo>
                    <a:pt x="1436572" y="569698"/>
                  </a:lnTo>
                  <a:lnTo>
                    <a:pt x="1496375" y="606409"/>
                  </a:lnTo>
                  <a:lnTo>
                    <a:pt x="1551763" y="647506"/>
                  </a:lnTo>
                  <a:lnTo>
                    <a:pt x="1603585" y="693588"/>
                  </a:lnTo>
                  <a:lnTo>
                    <a:pt x="1652706" y="745225"/>
                  </a:lnTo>
                  <a:lnTo>
                    <a:pt x="1699934" y="802849"/>
                  </a:lnTo>
                  <a:lnTo>
                    <a:pt x="1719082" y="828476"/>
                  </a:lnTo>
                  <a:lnTo>
                    <a:pt x="1754636" y="879432"/>
                  </a:lnTo>
                  <a:lnTo>
                    <a:pt x="1789855" y="934142"/>
                  </a:lnTo>
                  <a:lnTo>
                    <a:pt x="1824956" y="992681"/>
                  </a:lnTo>
                  <a:lnTo>
                    <a:pt x="1860105" y="1055063"/>
                  </a:lnTo>
                  <a:lnTo>
                    <a:pt x="1895428" y="1121236"/>
                  </a:lnTo>
                  <a:lnTo>
                    <a:pt x="1931015" y="1191070"/>
                  </a:lnTo>
                  <a:lnTo>
                    <a:pt x="1966918" y="1264358"/>
                  </a:lnTo>
                  <a:lnTo>
                    <a:pt x="2003161" y="1340813"/>
                  </a:lnTo>
                  <a:lnTo>
                    <a:pt x="2039737" y="1420068"/>
                  </a:lnTo>
                  <a:lnTo>
                    <a:pt x="2076616" y="1501684"/>
                  </a:lnTo>
                  <a:lnTo>
                    <a:pt x="2113744" y="1585155"/>
                  </a:lnTo>
                  <a:lnTo>
                    <a:pt x="2151053" y="1669923"/>
                  </a:lnTo>
                  <a:lnTo>
                    <a:pt x="2188461" y="1755390"/>
                  </a:lnTo>
                  <a:lnTo>
                    <a:pt x="2225881" y="1840941"/>
                  </a:lnTo>
                  <a:lnTo>
                    <a:pt x="2263224" y="1925954"/>
                  </a:lnTo>
                  <a:lnTo>
                    <a:pt x="2300407" y="2009825"/>
                  </a:lnTo>
                  <a:lnTo>
                    <a:pt x="2337358" y="2091985"/>
                  </a:lnTo>
                  <a:lnTo>
                    <a:pt x="2374019" y="2171912"/>
                  </a:lnTo>
                  <a:lnTo>
                    <a:pt x="2410352" y="2249149"/>
                  </a:lnTo>
                  <a:lnTo>
                    <a:pt x="2446344" y="2323309"/>
                  </a:lnTo>
                  <a:lnTo>
                    <a:pt x="2482011" y="2394083"/>
                  </a:lnTo>
                  <a:lnTo>
                    <a:pt x="2517397" y="2461243"/>
                  </a:lnTo>
                  <a:lnTo>
                    <a:pt x="2552582" y="2524640"/>
                  </a:lnTo>
                  <a:lnTo>
                    <a:pt x="2587681" y="2584200"/>
                  </a:lnTo>
                  <a:lnTo>
                    <a:pt x="2622850" y="2639920"/>
                  </a:lnTo>
                  <a:lnTo>
                    <a:pt x="2658290" y="2691862"/>
                  </a:lnTo>
                  <a:lnTo>
                    <a:pt x="2667772" y="2705026"/>
                  </a:lnTo>
                  <a:lnTo>
                    <a:pt x="2714423" y="2765179"/>
                  </a:lnTo>
                  <a:lnTo>
                    <a:pt x="2762669" y="2819255"/>
                  </a:lnTo>
                  <a:lnTo>
                    <a:pt x="2813270" y="2867570"/>
                  </a:lnTo>
                  <a:lnTo>
                    <a:pt x="2867077" y="2910657"/>
                  </a:lnTo>
                  <a:lnTo>
                    <a:pt x="2924955" y="2949111"/>
                  </a:lnTo>
                  <a:lnTo>
                    <a:pt x="2987708" y="2983510"/>
                  </a:lnTo>
                  <a:lnTo>
                    <a:pt x="3055988" y="3014355"/>
                  </a:lnTo>
                  <a:lnTo>
                    <a:pt x="3130165" y="3042052"/>
                  </a:lnTo>
                  <a:lnTo>
                    <a:pt x="3210160" y="3066898"/>
                  </a:lnTo>
                  <a:lnTo>
                    <a:pt x="3295251" y="3089070"/>
                  </a:lnTo>
                  <a:lnTo>
                    <a:pt x="3383877" y="3108644"/>
                  </a:lnTo>
                  <a:lnTo>
                    <a:pt x="3473512" y="3125604"/>
                  </a:lnTo>
                  <a:lnTo>
                    <a:pt x="3560708" y="3139892"/>
                  </a:lnTo>
                  <a:lnTo>
                    <a:pt x="3641395" y="3151455"/>
                  </a:lnTo>
                  <a:lnTo>
                    <a:pt x="3711475" y="3160318"/>
                  </a:lnTo>
                  <a:lnTo>
                    <a:pt x="3767620" y="3166631"/>
                  </a:lnTo>
                  <a:lnTo>
                    <a:pt x="3808042" y="3170696"/>
                  </a:lnTo>
                  <a:lnTo>
                    <a:pt x="3833000" y="3172953"/>
                  </a:lnTo>
                  <a:lnTo>
                    <a:pt x="3844893" y="3173924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949" y="3168634"/>
                  </a:lnTo>
                  <a:lnTo>
                    <a:pt x="3839298" y="3168035"/>
                  </a:lnTo>
                  <a:lnTo>
                    <a:pt x="3820153" y="3166376"/>
                  </a:lnTo>
                  <a:lnTo>
                    <a:pt x="3786285" y="3163118"/>
                  </a:lnTo>
                  <a:lnTo>
                    <a:pt x="3736537" y="3157781"/>
                  </a:lnTo>
                  <a:lnTo>
                    <a:pt x="3671890" y="3150000"/>
                  </a:lnTo>
                  <a:lnTo>
                    <a:pt x="3595119" y="3139562"/>
                  </a:lnTo>
                  <a:lnTo>
                    <a:pt x="3510105" y="3126398"/>
                  </a:lnTo>
                  <a:lnTo>
                    <a:pt x="3421015" y="3110536"/>
                  </a:lnTo>
                  <a:lnTo>
                    <a:pt x="3331609" y="3092038"/>
                  </a:lnTo>
                  <a:lnTo>
                    <a:pt x="3244813" y="3070944"/>
                  </a:lnTo>
                  <a:lnTo>
                    <a:pt x="3162578" y="3047219"/>
                  </a:lnTo>
                  <a:lnTo>
                    <a:pt x="3085952" y="3020731"/>
                  </a:lnTo>
                  <a:lnTo>
                    <a:pt x="3015256" y="2991231"/>
                  </a:lnTo>
                  <a:lnTo>
                    <a:pt x="2950283" y="2958359"/>
                  </a:lnTo>
                  <a:lnTo>
                    <a:pt x="2890479" y="2921649"/>
                  </a:lnTo>
                  <a:lnTo>
                    <a:pt x="2835092" y="2880551"/>
                  </a:lnTo>
                  <a:lnTo>
                    <a:pt x="2783270" y="2834469"/>
                  </a:lnTo>
                  <a:lnTo>
                    <a:pt x="2734149" y="2782832"/>
                  </a:lnTo>
                  <a:lnTo>
                    <a:pt x="2686921" y="2725209"/>
                  </a:lnTo>
                  <a:lnTo>
                    <a:pt x="2667772" y="2699581"/>
                  </a:lnTo>
                  <a:lnTo>
                    <a:pt x="2632219" y="2648625"/>
                  </a:lnTo>
                  <a:lnTo>
                    <a:pt x="2596999" y="2593915"/>
                  </a:lnTo>
                  <a:lnTo>
                    <a:pt x="2561899" y="2535377"/>
                  </a:lnTo>
                  <a:lnTo>
                    <a:pt x="2526750" y="2472994"/>
                  </a:lnTo>
                  <a:lnTo>
                    <a:pt x="2491426" y="2406821"/>
                  </a:lnTo>
                  <a:lnTo>
                    <a:pt x="2455840" y="2336987"/>
                  </a:lnTo>
                  <a:lnTo>
                    <a:pt x="2419936" y="2263699"/>
                  </a:lnTo>
                  <a:lnTo>
                    <a:pt x="2383694" y="2187244"/>
                  </a:lnTo>
                  <a:lnTo>
                    <a:pt x="2347117" y="2107989"/>
                  </a:lnTo>
                  <a:lnTo>
                    <a:pt x="2310239" y="2026373"/>
                  </a:lnTo>
                  <a:lnTo>
                    <a:pt x="2273111" y="1942902"/>
                  </a:lnTo>
                  <a:lnTo>
                    <a:pt x="2235802" y="1858135"/>
                  </a:lnTo>
                  <a:lnTo>
                    <a:pt x="2198394" y="1772667"/>
                  </a:lnTo>
                  <a:lnTo>
                    <a:pt x="2160974" y="1687116"/>
                  </a:lnTo>
                  <a:lnTo>
                    <a:pt x="2123631" y="1602104"/>
                  </a:lnTo>
                  <a:lnTo>
                    <a:pt x="2086447" y="1518232"/>
                  </a:lnTo>
                  <a:lnTo>
                    <a:pt x="2049496" y="1436072"/>
                  </a:lnTo>
                  <a:lnTo>
                    <a:pt x="2012836" y="1356145"/>
                  </a:lnTo>
                  <a:lnTo>
                    <a:pt x="1976503" y="1278908"/>
                  </a:lnTo>
                  <a:lnTo>
                    <a:pt x="1940510" y="1204748"/>
                  </a:lnTo>
                  <a:lnTo>
                    <a:pt x="1904844" y="1133974"/>
                  </a:lnTo>
                  <a:lnTo>
                    <a:pt x="1869457" y="1066814"/>
                  </a:lnTo>
                  <a:lnTo>
                    <a:pt x="1834273" y="1003417"/>
                  </a:lnTo>
                  <a:lnTo>
                    <a:pt x="1799174" y="943857"/>
                  </a:lnTo>
                  <a:lnTo>
                    <a:pt x="1764005" y="888137"/>
                  </a:lnTo>
                  <a:lnTo>
                    <a:pt x="1728564" y="836195"/>
                  </a:lnTo>
                  <a:lnTo>
                    <a:pt x="1719082" y="823032"/>
                  </a:lnTo>
                  <a:lnTo>
                    <a:pt x="1672432" y="762878"/>
                  </a:lnTo>
                  <a:lnTo>
                    <a:pt x="1624186" y="708803"/>
                  </a:lnTo>
                  <a:lnTo>
                    <a:pt x="1573584" y="660487"/>
                  </a:lnTo>
                  <a:lnTo>
                    <a:pt x="1519777" y="617401"/>
                  </a:lnTo>
                  <a:lnTo>
                    <a:pt x="1461900" y="578946"/>
                  </a:lnTo>
                  <a:lnTo>
                    <a:pt x="1399147" y="544548"/>
                  </a:lnTo>
                  <a:lnTo>
                    <a:pt x="1330867" y="513703"/>
                  </a:lnTo>
                  <a:lnTo>
                    <a:pt x="1256690" y="486005"/>
                  </a:lnTo>
                  <a:lnTo>
                    <a:pt x="1176695" y="461160"/>
                  </a:lnTo>
                  <a:lnTo>
                    <a:pt x="1091603" y="438987"/>
                  </a:lnTo>
                  <a:lnTo>
                    <a:pt x="1002977" y="419413"/>
                  </a:lnTo>
                  <a:lnTo>
                    <a:pt x="913342" y="402453"/>
                  </a:lnTo>
                  <a:lnTo>
                    <a:pt x="826147" y="388165"/>
                  </a:lnTo>
                  <a:lnTo>
                    <a:pt x="745460" y="376602"/>
                  </a:lnTo>
                  <a:lnTo>
                    <a:pt x="675379" y="367739"/>
                  </a:lnTo>
                  <a:lnTo>
                    <a:pt x="619234" y="361426"/>
                  </a:lnTo>
                  <a:lnTo>
                    <a:pt x="578812" y="357361"/>
                  </a:lnTo>
                  <a:lnTo>
                    <a:pt x="553855" y="355104"/>
                  </a:lnTo>
                  <a:lnTo>
                    <a:pt x="541962" y="354133"/>
                  </a:lnTo>
                  <a:lnTo>
                    <a:pt x="538736" y="353894"/>
                  </a:lnTo>
                  <a:lnTo>
                    <a:pt x="0" y="35389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546595" y="2857491"/>
              <a:ext cx="8234974" cy="3168718"/>
            </a:xfrm>
            <a:custGeom>
              <a:avLst/>
              <a:pathLst>
                <a:path w="8234974" h="3168718">
                  <a:moveTo>
                    <a:pt x="0" y="353894"/>
                  </a:moveTo>
                  <a:lnTo>
                    <a:pt x="538736" y="353894"/>
                  </a:lnTo>
                  <a:lnTo>
                    <a:pt x="539906" y="353978"/>
                  </a:lnTo>
                  <a:lnTo>
                    <a:pt x="547557" y="354578"/>
                  </a:lnTo>
                  <a:lnTo>
                    <a:pt x="566702" y="356236"/>
                  </a:lnTo>
                  <a:lnTo>
                    <a:pt x="600570" y="359494"/>
                  </a:lnTo>
                  <a:lnTo>
                    <a:pt x="650317" y="364832"/>
                  </a:lnTo>
                  <a:lnTo>
                    <a:pt x="714964" y="372613"/>
                  </a:lnTo>
                  <a:lnTo>
                    <a:pt x="791735" y="383050"/>
                  </a:lnTo>
                  <a:lnTo>
                    <a:pt x="876750" y="396214"/>
                  </a:lnTo>
                  <a:lnTo>
                    <a:pt x="965839" y="412077"/>
                  </a:lnTo>
                  <a:lnTo>
                    <a:pt x="1055245" y="430575"/>
                  </a:lnTo>
                  <a:lnTo>
                    <a:pt x="1142042" y="451669"/>
                  </a:lnTo>
                  <a:lnTo>
                    <a:pt x="1224277" y="475393"/>
                  </a:lnTo>
                  <a:lnTo>
                    <a:pt x="1300902" y="501882"/>
                  </a:lnTo>
                  <a:lnTo>
                    <a:pt x="1371599" y="531382"/>
                  </a:lnTo>
                  <a:lnTo>
                    <a:pt x="1436572" y="564254"/>
                  </a:lnTo>
                  <a:lnTo>
                    <a:pt x="1496375" y="600964"/>
                  </a:lnTo>
                  <a:lnTo>
                    <a:pt x="1551763" y="642062"/>
                  </a:lnTo>
                  <a:lnTo>
                    <a:pt x="1603585" y="688143"/>
                  </a:lnTo>
                  <a:lnTo>
                    <a:pt x="1652706" y="739781"/>
                  </a:lnTo>
                  <a:lnTo>
                    <a:pt x="1699934" y="797404"/>
                  </a:lnTo>
                  <a:lnTo>
                    <a:pt x="1719082" y="823032"/>
                  </a:lnTo>
                  <a:lnTo>
                    <a:pt x="1754636" y="873988"/>
                  </a:lnTo>
                  <a:lnTo>
                    <a:pt x="1789855" y="928697"/>
                  </a:lnTo>
                  <a:lnTo>
                    <a:pt x="1824956" y="987236"/>
                  </a:lnTo>
                  <a:lnTo>
                    <a:pt x="1860105" y="1049619"/>
                  </a:lnTo>
                  <a:lnTo>
                    <a:pt x="1895428" y="1115791"/>
                  </a:lnTo>
                  <a:lnTo>
                    <a:pt x="1931015" y="1185625"/>
                  </a:lnTo>
                  <a:lnTo>
                    <a:pt x="1966918" y="1258914"/>
                  </a:lnTo>
                  <a:lnTo>
                    <a:pt x="2003161" y="1335368"/>
                  </a:lnTo>
                  <a:lnTo>
                    <a:pt x="2039737" y="1414624"/>
                  </a:lnTo>
                  <a:lnTo>
                    <a:pt x="2076616" y="1496239"/>
                  </a:lnTo>
                  <a:lnTo>
                    <a:pt x="2113744" y="1579710"/>
                  </a:lnTo>
                  <a:lnTo>
                    <a:pt x="2151053" y="1664478"/>
                  </a:lnTo>
                  <a:lnTo>
                    <a:pt x="2188461" y="1749946"/>
                  </a:lnTo>
                  <a:lnTo>
                    <a:pt x="2225881" y="1835496"/>
                  </a:lnTo>
                  <a:lnTo>
                    <a:pt x="2263224" y="1920509"/>
                  </a:lnTo>
                  <a:lnTo>
                    <a:pt x="2300407" y="2004380"/>
                  </a:lnTo>
                  <a:lnTo>
                    <a:pt x="2337358" y="2086540"/>
                  </a:lnTo>
                  <a:lnTo>
                    <a:pt x="2374019" y="2166468"/>
                  </a:lnTo>
                  <a:lnTo>
                    <a:pt x="2410352" y="2243704"/>
                  </a:lnTo>
                  <a:lnTo>
                    <a:pt x="2446344" y="2317864"/>
                  </a:lnTo>
                  <a:lnTo>
                    <a:pt x="2482011" y="2388638"/>
                  </a:lnTo>
                  <a:lnTo>
                    <a:pt x="2517397" y="2455798"/>
                  </a:lnTo>
                  <a:lnTo>
                    <a:pt x="2552582" y="2519195"/>
                  </a:lnTo>
                  <a:lnTo>
                    <a:pt x="2587681" y="2578755"/>
                  </a:lnTo>
                  <a:lnTo>
                    <a:pt x="2622850" y="2634476"/>
                  </a:lnTo>
                  <a:lnTo>
                    <a:pt x="2658290" y="2686418"/>
                  </a:lnTo>
                  <a:lnTo>
                    <a:pt x="2667772" y="2699581"/>
                  </a:lnTo>
                  <a:lnTo>
                    <a:pt x="2714423" y="2759734"/>
                  </a:lnTo>
                  <a:lnTo>
                    <a:pt x="2762669" y="2813810"/>
                  </a:lnTo>
                  <a:lnTo>
                    <a:pt x="2813270" y="2862125"/>
                  </a:lnTo>
                  <a:lnTo>
                    <a:pt x="2867077" y="2905212"/>
                  </a:lnTo>
                  <a:lnTo>
                    <a:pt x="2924955" y="2943667"/>
                  </a:lnTo>
                  <a:lnTo>
                    <a:pt x="2987708" y="2978065"/>
                  </a:lnTo>
                  <a:lnTo>
                    <a:pt x="3055988" y="3008910"/>
                  </a:lnTo>
                  <a:lnTo>
                    <a:pt x="3130165" y="3036608"/>
                  </a:lnTo>
                  <a:lnTo>
                    <a:pt x="3210160" y="3061453"/>
                  </a:lnTo>
                  <a:lnTo>
                    <a:pt x="3295251" y="3083626"/>
                  </a:lnTo>
                  <a:lnTo>
                    <a:pt x="3383877" y="3103199"/>
                  </a:lnTo>
                  <a:lnTo>
                    <a:pt x="3473512" y="3120160"/>
                  </a:lnTo>
                  <a:lnTo>
                    <a:pt x="3560708" y="3134447"/>
                  </a:lnTo>
                  <a:lnTo>
                    <a:pt x="3641395" y="3146011"/>
                  </a:lnTo>
                  <a:lnTo>
                    <a:pt x="3711475" y="3154874"/>
                  </a:lnTo>
                  <a:lnTo>
                    <a:pt x="3767620" y="3161186"/>
                  </a:lnTo>
                  <a:lnTo>
                    <a:pt x="3808042" y="3165252"/>
                  </a:lnTo>
                  <a:lnTo>
                    <a:pt x="3833000" y="3167508"/>
                  </a:lnTo>
                  <a:lnTo>
                    <a:pt x="3844893" y="3168479"/>
                  </a:lnTo>
                  <a:lnTo>
                    <a:pt x="3848033" y="3168713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546595" y="2852047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949" y="3168634"/>
                  </a:lnTo>
                  <a:lnTo>
                    <a:pt x="3839298" y="3168035"/>
                  </a:lnTo>
                  <a:lnTo>
                    <a:pt x="3820153" y="3166376"/>
                  </a:lnTo>
                  <a:lnTo>
                    <a:pt x="3786285" y="3163118"/>
                  </a:lnTo>
                  <a:lnTo>
                    <a:pt x="3736537" y="3157781"/>
                  </a:lnTo>
                  <a:lnTo>
                    <a:pt x="3671890" y="3150000"/>
                  </a:lnTo>
                  <a:lnTo>
                    <a:pt x="3595119" y="3139562"/>
                  </a:lnTo>
                  <a:lnTo>
                    <a:pt x="3510105" y="3126398"/>
                  </a:lnTo>
                  <a:lnTo>
                    <a:pt x="3421015" y="3110536"/>
                  </a:lnTo>
                  <a:lnTo>
                    <a:pt x="3331609" y="3092038"/>
                  </a:lnTo>
                  <a:lnTo>
                    <a:pt x="3244813" y="3070944"/>
                  </a:lnTo>
                  <a:lnTo>
                    <a:pt x="3162578" y="3047219"/>
                  </a:lnTo>
                  <a:lnTo>
                    <a:pt x="3085952" y="3020731"/>
                  </a:lnTo>
                  <a:lnTo>
                    <a:pt x="3015256" y="2991231"/>
                  </a:lnTo>
                  <a:lnTo>
                    <a:pt x="2950283" y="2958359"/>
                  </a:lnTo>
                  <a:lnTo>
                    <a:pt x="2890479" y="2921649"/>
                  </a:lnTo>
                  <a:lnTo>
                    <a:pt x="2835092" y="2880551"/>
                  </a:lnTo>
                  <a:lnTo>
                    <a:pt x="2783270" y="2834469"/>
                  </a:lnTo>
                  <a:lnTo>
                    <a:pt x="2734149" y="2782832"/>
                  </a:lnTo>
                  <a:lnTo>
                    <a:pt x="2686921" y="2725209"/>
                  </a:lnTo>
                  <a:lnTo>
                    <a:pt x="2667772" y="2699581"/>
                  </a:lnTo>
                  <a:lnTo>
                    <a:pt x="2632219" y="2648625"/>
                  </a:lnTo>
                  <a:lnTo>
                    <a:pt x="2596999" y="2593915"/>
                  </a:lnTo>
                  <a:lnTo>
                    <a:pt x="2561899" y="2535377"/>
                  </a:lnTo>
                  <a:lnTo>
                    <a:pt x="2526750" y="2472994"/>
                  </a:lnTo>
                  <a:lnTo>
                    <a:pt x="2491426" y="2406821"/>
                  </a:lnTo>
                  <a:lnTo>
                    <a:pt x="2455840" y="2336987"/>
                  </a:lnTo>
                  <a:lnTo>
                    <a:pt x="2419936" y="2263699"/>
                  </a:lnTo>
                  <a:lnTo>
                    <a:pt x="2383694" y="2187244"/>
                  </a:lnTo>
                  <a:lnTo>
                    <a:pt x="2347117" y="2107989"/>
                  </a:lnTo>
                  <a:lnTo>
                    <a:pt x="2310239" y="2026373"/>
                  </a:lnTo>
                  <a:lnTo>
                    <a:pt x="2273111" y="1942902"/>
                  </a:lnTo>
                  <a:lnTo>
                    <a:pt x="2235802" y="1858135"/>
                  </a:lnTo>
                  <a:lnTo>
                    <a:pt x="2198394" y="1772667"/>
                  </a:lnTo>
                  <a:lnTo>
                    <a:pt x="2160974" y="1687116"/>
                  </a:lnTo>
                  <a:lnTo>
                    <a:pt x="2123631" y="1602104"/>
                  </a:lnTo>
                  <a:lnTo>
                    <a:pt x="2086447" y="1518232"/>
                  </a:lnTo>
                  <a:lnTo>
                    <a:pt x="2049496" y="1436072"/>
                  </a:lnTo>
                  <a:lnTo>
                    <a:pt x="2012836" y="1356145"/>
                  </a:lnTo>
                  <a:lnTo>
                    <a:pt x="1976503" y="1278908"/>
                  </a:lnTo>
                  <a:lnTo>
                    <a:pt x="1940510" y="1204748"/>
                  </a:lnTo>
                  <a:lnTo>
                    <a:pt x="1904844" y="1133974"/>
                  </a:lnTo>
                  <a:lnTo>
                    <a:pt x="1869457" y="1066814"/>
                  </a:lnTo>
                  <a:lnTo>
                    <a:pt x="1834273" y="1003417"/>
                  </a:lnTo>
                  <a:lnTo>
                    <a:pt x="1799174" y="943857"/>
                  </a:lnTo>
                  <a:lnTo>
                    <a:pt x="1764005" y="888137"/>
                  </a:lnTo>
                  <a:lnTo>
                    <a:pt x="1728564" y="836195"/>
                  </a:lnTo>
                  <a:lnTo>
                    <a:pt x="1719082" y="823032"/>
                  </a:lnTo>
                  <a:lnTo>
                    <a:pt x="1672432" y="762878"/>
                  </a:lnTo>
                  <a:lnTo>
                    <a:pt x="1624186" y="708803"/>
                  </a:lnTo>
                  <a:lnTo>
                    <a:pt x="1573584" y="660487"/>
                  </a:lnTo>
                  <a:lnTo>
                    <a:pt x="1519777" y="617401"/>
                  </a:lnTo>
                  <a:lnTo>
                    <a:pt x="1461900" y="578946"/>
                  </a:lnTo>
                  <a:lnTo>
                    <a:pt x="1399147" y="544548"/>
                  </a:lnTo>
                  <a:lnTo>
                    <a:pt x="1330867" y="513703"/>
                  </a:lnTo>
                  <a:lnTo>
                    <a:pt x="1256690" y="486005"/>
                  </a:lnTo>
                  <a:lnTo>
                    <a:pt x="1176695" y="461160"/>
                  </a:lnTo>
                  <a:lnTo>
                    <a:pt x="1091603" y="438987"/>
                  </a:lnTo>
                  <a:lnTo>
                    <a:pt x="1002977" y="419413"/>
                  </a:lnTo>
                  <a:lnTo>
                    <a:pt x="913342" y="402453"/>
                  </a:lnTo>
                  <a:lnTo>
                    <a:pt x="826147" y="388165"/>
                  </a:lnTo>
                  <a:lnTo>
                    <a:pt x="745460" y="376602"/>
                  </a:lnTo>
                  <a:lnTo>
                    <a:pt x="675379" y="367739"/>
                  </a:lnTo>
                  <a:lnTo>
                    <a:pt x="619234" y="361426"/>
                  </a:lnTo>
                  <a:lnTo>
                    <a:pt x="578812" y="357361"/>
                  </a:lnTo>
                  <a:lnTo>
                    <a:pt x="553855" y="355104"/>
                  </a:lnTo>
                  <a:lnTo>
                    <a:pt x="541962" y="354133"/>
                  </a:lnTo>
                  <a:lnTo>
                    <a:pt x="538822" y="353900"/>
                  </a:lnTo>
                  <a:lnTo>
                    <a:pt x="538736" y="353894"/>
                  </a:lnTo>
                  <a:lnTo>
                    <a:pt x="0" y="3538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" name="pg221"/>
            <p:cNvSpPr/>
            <p:nvPr/>
          </p:nvSpPr>
          <p:spPr>
            <a:xfrm>
              <a:off x="546595" y="3211386"/>
              <a:ext cx="8234974" cy="2831157"/>
            </a:xfrm>
            <a:custGeom>
              <a:avLst/>
              <a:pathLst>
                <a:path w="8234974" h="2831157">
                  <a:moveTo>
                    <a:pt x="0" y="5444"/>
                  </a:moveTo>
                  <a:lnTo>
                    <a:pt x="538736" y="5444"/>
                  </a:lnTo>
                  <a:lnTo>
                    <a:pt x="539905" y="5528"/>
                  </a:lnTo>
                  <a:lnTo>
                    <a:pt x="547550" y="6130"/>
                  </a:lnTo>
                  <a:lnTo>
                    <a:pt x="566681" y="7793"/>
                  </a:lnTo>
                  <a:lnTo>
                    <a:pt x="600526" y="11061"/>
                  </a:lnTo>
                  <a:lnTo>
                    <a:pt x="650241" y="16415"/>
                  </a:lnTo>
                  <a:lnTo>
                    <a:pt x="714851" y="24221"/>
                  </a:lnTo>
                  <a:lnTo>
                    <a:pt x="791584" y="34691"/>
                  </a:lnTo>
                  <a:lnTo>
                    <a:pt x="876564" y="47897"/>
                  </a:lnTo>
                  <a:lnTo>
                    <a:pt x="965626" y="63811"/>
                  </a:lnTo>
                  <a:lnTo>
                    <a:pt x="1055011" y="82369"/>
                  </a:lnTo>
                  <a:lnTo>
                    <a:pt x="1141795" y="103532"/>
                  </a:lnTo>
                  <a:lnTo>
                    <a:pt x="1224025" y="127333"/>
                  </a:lnTo>
                  <a:lnTo>
                    <a:pt x="1300649" y="153908"/>
                  </a:lnTo>
                  <a:lnTo>
                    <a:pt x="1371348" y="183503"/>
                  </a:lnTo>
                  <a:lnTo>
                    <a:pt x="1436325" y="216479"/>
                  </a:lnTo>
                  <a:lnTo>
                    <a:pt x="1496132" y="253305"/>
                  </a:lnTo>
                  <a:lnTo>
                    <a:pt x="1551523" y="294530"/>
                  </a:lnTo>
                  <a:lnTo>
                    <a:pt x="1603345" y="340753"/>
                  </a:lnTo>
                  <a:lnTo>
                    <a:pt x="1652465" y="392549"/>
                  </a:lnTo>
                  <a:lnTo>
                    <a:pt x="1699688" y="450348"/>
                  </a:lnTo>
                  <a:lnTo>
                    <a:pt x="1719082" y="476396"/>
                  </a:lnTo>
                  <a:lnTo>
                    <a:pt x="1754581" y="527468"/>
                  </a:lnTo>
                  <a:lnTo>
                    <a:pt x="1789747" y="582296"/>
                  </a:lnTo>
                  <a:lnTo>
                    <a:pt x="1824794" y="640956"/>
                  </a:lnTo>
                  <a:lnTo>
                    <a:pt x="1859888" y="703463"/>
                  </a:lnTo>
                  <a:lnTo>
                    <a:pt x="1895156" y="769764"/>
                  </a:lnTo>
                  <a:lnTo>
                    <a:pt x="1930685" y="839730"/>
                  </a:lnTo>
                  <a:lnTo>
                    <a:pt x="1966530" y="913155"/>
                  </a:lnTo>
                  <a:lnTo>
                    <a:pt x="2002713" y="989753"/>
                  </a:lnTo>
                  <a:lnTo>
                    <a:pt x="2039229" y="1069159"/>
                  </a:lnTo>
                  <a:lnTo>
                    <a:pt x="2076047" y="1150933"/>
                  </a:lnTo>
                  <a:lnTo>
                    <a:pt x="2113114" y="1234572"/>
                  </a:lnTo>
                  <a:lnTo>
                    <a:pt x="2150363" y="1319519"/>
                  </a:lnTo>
                  <a:lnTo>
                    <a:pt x="2187713" y="1405178"/>
                  </a:lnTo>
                  <a:lnTo>
                    <a:pt x="2225076" y="1490932"/>
                  </a:lnTo>
                  <a:lnTo>
                    <a:pt x="2262364" y="1576162"/>
                  </a:lnTo>
                  <a:lnTo>
                    <a:pt x="2299495" y="1660262"/>
                  </a:lnTo>
                  <a:lnTo>
                    <a:pt x="2336396" y="1742663"/>
                  </a:lnTo>
                  <a:lnTo>
                    <a:pt x="2373008" y="1822843"/>
                  </a:lnTo>
                  <a:lnTo>
                    <a:pt x="2409295" y="1900342"/>
                  </a:lnTo>
                  <a:lnTo>
                    <a:pt x="2445242" y="1974772"/>
                  </a:lnTo>
                  <a:lnTo>
                    <a:pt x="2480864" y="2045821"/>
                  </a:lnTo>
                  <a:lnTo>
                    <a:pt x="2516204" y="2113260"/>
                  </a:lnTo>
                  <a:lnTo>
                    <a:pt x="2551340" y="2176936"/>
                  </a:lnTo>
                  <a:lnTo>
                    <a:pt x="2586385" y="2236774"/>
                  </a:lnTo>
                  <a:lnTo>
                    <a:pt x="2621494" y="2292769"/>
                  </a:lnTo>
                  <a:lnTo>
                    <a:pt x="2656865" y="2344978"/>
                  </a:lnTo>
                  <a:lnTo>
                    <a:pt x="2667772" y="2360205"/>
                  </a:lnTo>
                  <a:lnTo>
                    <a:pt x="2714411" y="2420576"/>
                  </a:lnTo>
                  <a:lnTo>
                    <a:pt x="2762643" y="2474849"/>
                  </a:lnTo>
                  <a:lnTo>
                    <a:pt x="2813229" y="2523342"/>
                  </a:lnTo>
                  <a:lnTo>
                    <a:pt x="2867018" y="2566588"/>
                  </a:lnTo>
                  <a:lnTo>
                    <a:pt x="2924875" y="2605187"/>
                  </a:lnTo>
                  <a:lnTo>
                    <a:pt x="2987604" y="2639715"/>
                  </a:lnTo>
                  <a:lnTo>
                    <a:pt x="3055856" y="2670676"/>
                  </a:lnTo>
                  <a:lnTo>
                    <a:pt x="3130001" y="2698480"/>
                  </a:lnTo>
                  <a:lnTo>
                    <a:pt x="3209963" y="2723421"/>
                  </a:lnTo>
                  <a:lnTo>
                    <a:pt x="3295021" y="2745680"/>
                  </a:lnTo>
                  <a:lnTo>
                    <a:pt x="3383617" y="2765331"/>
                  </a:lnTo>
                  <a:lnTo>
                    <a:pt x="3473230" y="2782361"/>
                  </a:lnTo>
                  <a:lnTo>
                    <a:pt x="3560417" y="2796709"/>
                  </a:lnTo>
                  <a:lnTo>
                    <a:pt x="3641113" y="2808324"/>
                  </a:lnTo>
                  <a:lnTo>
                    <a:pt x="3711223" y="2817229"/>
                  </a:lnTo>
                  <a:lnTo>
                    <a:pt x="3767416" y="2823574"/>
                  </a:lnTo>
                  <a:lnTo>
                    <a:pt x="3807896" y="2827663"/>
                  </a:lnTo>
                  <a:lnTo>
                    <a:pt x="3832915" y="2829935"/>
                  </a:lnTo>
                  <a:lnTo>
                    <a:pt x="3844859" y="2830915"/>
                  </a:lnTo>
                  <a:lnTo>
                    <a:pt x="3848118" y="2831157"/>
                  </a:lnTo>
                  <a:lnTo>
                    <a:pt x="4386855" y="2831157"/>
                  </a:lnTo>
                  <a:lnTo>
                    <a:pt x="4388094" y="2831098"/>
                  </a:lnTo>
                  <a:lnTo>
                    <a:pt x="4396189" y="2830673"/>
                  </a:lnTo>
                  <a:lnTo>
                    <a:pt x="4416405" y="2829498"/>
                  </a:lnTo>
                  <a:lnTo>
                    <a:pt x="4452061" y="2827192"/>
                  </a:lnTo>
                  <a:lnTo>
                    <a:pt x="4504225" y="2823419"/>
                  </a:lnTo>
                  <a:lnTo>
                    <a:pt x="4571667" y="2817931"/>
                  </a:lnTo>
                  <a:lnTo>
                    <a:pt x="4651279" y="2810589"/>
                  </a:lnTo>
                  <a:lnTo>
                    <a:pt x="4738861" y="2801354"/>
                  </a:lnTo>
                  <a:lnTo>
                    <a:pt x="4830018" y="2790252"/>
                  </a:lnTo>
                  <a:lnTo>
                    <a:pt x="4920892" y="2777329"/>
                  </a:lnTo>
                  <a:lnTo>
                    <a:pt x="5008571" y="2762603"/>
                  </a:lnTo>
                  <a:lnTo>
                    <a:pt x="5091195" y="2746038"/>
                  </a:lnTo>
                  <a:lnTo>
                    <a:pt x="5167847" y="2727520"/>
                  </a:lnTo>
                  <a:lnTo>
                    <a:pt x="5238345" y="2706855"/>
                  </a:lnTo>
                  <a:lnTo>
                    <a:pt x="5303022" y="2683765"/>
                  </a:lnTo>
                  <a:lnTo>
                    <a:pt x="5362540" y="2657903"/>
                  </a:lnTo>
                  <a:lnTo>
                    <a:pt x="5417739" y="2628866"/>
                  </a:lnTo>
                  <a:lnTo>
                    <a:pt x="5469536" y="2596230"/>
                  </a:lnTo>
                  <a:lnTo>
                    <a:pt x="5518834" y="2559615"/>
                  </a:lnTo>
                  <a:lnTo>
                    <a:pt x="5566447" y="2518786"/>
                  </a:lnTo>
                  <a:lnTo>
                    <a:pt x="5567201" y="2518097"/>
                  </a:lnTo>
                  <a:lnTo>
                    <a:pt x="5608297" y="2478532"/>
                  </a:lnTo>
                  <a:lnTo>
                    <a:pt x="5648993" y="2435602"/>
                  </a:lnTo>
                  <a:lnTo>
                    <a:pt x="5689606" y="2389244"/>
                  </a:lnTo>
                  <a:lnTo>
                    <a:pt x="5730367" y="2339468"/>
                  </a:lnTo>
                  <a:lnTo>
                    <a:pt x="5771441" y="2286374"/>
                  </a:lnTo>
                  <a:lnTo>
                    <a:pt x="5812926" y="2230151"/>
                  </a:lnTo>
                  <a:lnTo>
                    <a:pt x="5854863" y="2171084"/>
                  </a:lnTo>
                  <a:lnTo>
                    <a:pt x="5897243" y="2109554"/>
                  </a:lnTo>
                  <a:lnTo>
                    <a:pt x="5940012" y="2046028"/>
                  </a:lnTo>
                  <a:lnTo>
                    <a:pt x="5983078" y="1981046"/>
                  </a:lnTo>
                  <a:lnTo>
                    <a:pt x="6026325" y="1915206"/>
                  </a:lnTo>
                  <a:lnTo>
                    <a:pt x="6069621" y="1849141"/>
                  </a:lnTo>
                  <a:lnTo>
                    <a:pt x="6112827" y="1783491"/>
                  </a:lnTo>
                  <a:lnTo>
                    <a:pt x="6155816" y="1718881"/>
                  </a:lnTo>
                  <a:lnTo>
                    <a:pt x="6198477" y="1655894"/>
                  </a:lnTo>
                  <a:lnTo>
                    <a:pt x="6240730" y="1595050"/>
                  </a:lnTo>
                  <a:lnTo>
                    <a:pt x="6282532" y="1536792"/>
                  </a:lnTo>
                  <a:lnTo>
                    <a:pt x="6323888" y="1481473"/>
                  </a:lnTo>
                  <a:lnTo>
                    <a:pt x="6364856" y="1429349"/>
                  </a:lnTo>
                  <a:lnTo>
                    <a:pt x="6405553" y="1380582"/>
                  </a:lnTo>
                  <a:lnTo>
                    <a:pt x="6446163" y="1335244"/>
                  </a:lnTo>
                  <a:lnTo>
                    <a:pt x="6486941" y="1293323"/>
                  </a:lnTo>
                  <a:lnTo>
                    <a:pt x="6515891" y="1265854"/>
                  </a:lnTo>
                  <a:lnTo>
                    <a:pt x="6563483" y="1224957"/>
                  </a:lnTo>
                  <a:lnTo>
                    <a:pt x="6612748" y="1188275"/>
                  </a:lnTo>
                  <a:lnTo>
                    <a:pt x="6664498" y="1155578"/>
                  </a:lnTo>
                  <a:lnTo>
                    <a:pt x="6719635" y="1126487"/>
                  </a:lnTo>
                  <a:lnTo>
                    <a:pt x="6779077" y="1100577"/>
                  </a:lnTo>
                  <a:lnTo>
                    <a:pt x="6843665" y="1077446"/>
                  </a:lnTo>
                  <a:lnTo>
                    <a:pt x="6914066" y="1056744"/>
                  </a:lnTo>
                  <a:lnTo>
                    <a:pt x="6990619" y="1038194"/>
                  </a:lnTo>
                  <a:lnTo>
                    <a:pt x="7073152" y="1021598"/>
                  </a:lnTo>
                  <a:lnTo>
                    <a:pt x="7160762" y="1006844"/>
                  </a:lnTo>
                  <a:lnTo>
                    <a:pt x="7251605" y="993891"/>
                  </a:lnTo>
                  <a:lnTo>
                    <a:pt x="7342786" y="982760"/>
                  </a:lnTo>
                  <a:lnTo>
                    <a:pt x="7430459" y="973495"/>
                  </a:lnTo>
                  <a:lnTo>
                    <a:pt x="7510234" y="966123"/>
                  </a:lnTo>
                  <a:lnTo>
                    <a:pt x="7577900" y="960606"/>
                  </a:lnTo>
                  <a:lnTo>
                    <a:pt x="7630324" y="956807"/>
                  </a:lnTo>
                  <a:lnTo>
                    <a:pt x="7666243" y="954479"/>
                  </a:lnTo>
                  <a:lnTo>
                    <a:pt x="7686686" y="953289"/>
                  </a:lnTo>
                  <a:lnTo>
                    <a:pt x="7694939" y="952855"/>
                  </a:lnTo>
                  <a:lnTo>
                    <a:pt x="7696237" y="952793"/>
                  </a:lnTo>
                  <a:lnTo>
                    <a:pt x="8234974" y="952793"/>
                  </a:lnTo>
                  <a:lnTo>
                    <a:pt x="8234974" y="947348"/>
                  </a:lnTo>
                  <a:lnTo>
                    <a:pt x="7696237" y="947348"/>
                  </a:lnTo>
                  <a:lnTo>
                    <a:pt x="7694998" y="947408"/>
                  </a:lnTo>
                  <a:lnTo>
                    <a:pt x="7686903" y="947833"/>
                  </a:lnTo>
                  <a:lnTo>
                    <a:pt x="7666688" y="949008"/>
                  </a:lnTo>
                  <a:lnTo>
                    <a:pt x="7631031" y="951314"/>
                  </a:lnTo>
                  <a:lnTo>
                    <a:pt x="7578868" y="955087"/>
                  </a:lnTo>
                  <a:lnTo>
                    <a:pt x="7511426" y="960575"/>
                  </a:lnTo>
                  <a:lnTo>
                    <a:pt x="7431814" y="967917"/>
                  </a:lnTo>
                  <a:lnTo>
                    <a:pt x="7344232" y="977152"/>
                  </a:lnTo>
                  <a:lnTo>
                    <a:pt x="7253075" y="988254"/>
                  </a:lnTo>
                  <a:lnTo>
                    <a:pt x="7162201" y="1001177"/>
                  </a:lnTo>
                  <a:lnTo>
                    <a:pt x="7074522" y="1015903"/>
                  </a:lnTo>
                  <a:lnTo>
                    <a:pt x="6991897" y="1032468"/>
                  </a:lnTo>
                  <a:lnTo>
                    <a:pt x="6915245" y="1050986"/>
                  </a:lnTo>
                  <a:lnTo>
                    <a:pt x="6844748" y="1071651"/>
                  </a:lnTo>
                  <a:lnTo>
                    <a:pt x="6780070" y="1094741"/>
                  </a:lnTo>
                  <a:lnTo>
                    <a:pt x="6720553" y="1120603"/>
                  </a:lnTo>
                  <a:lnTo>
                    <a:pt x="6665353" y="1149640"/>
                  </a:lnTo>
                  <a:lnTo>
                    <a:pt x="6613556" y="1182275"/>
                  </a:lnTo>
                  <a:lnTo>
                    <a:pt x="6564258" y="1218891"/>
                  </a:lnTo>
                  <a:lnTo>
                    <a:pt x="6516645" y="1259720"/>
                  </a:lnTo>
                  <a:lnTo>
                    <a:pt x="6515891" y="1260409"/>
                  </a:lnTo>
                  <a:lnTo>
                    <a:pt x="6474796" y="1299974"/>
                  </a:lnTo>
                  <a:lnTo>
                    <a:pt x="6434099" y="1342904"/>
                  </a:lnTo>
                  <a:lnTo>
                    <a:pt x="6393487" y="1389262"/>
                  </a:lnTo>
                  <a:lnTo>
                    <a:pt x="6352725" y="1439037"/>
                  </a:lnTo>
                  <a:lnTo>
                    <a:pt x="6311651" y="1492132"/>
                  </a:lnTo>
                  <a:lnTo>
                    <a:pt x="6270167" y="1548355"/>
                  </a:lnTo>
                  <a:lnTo>
                    <a:pt x="6228229" y="1607421"/>
                  </a:lnTo>
                  <a:lnTo>
                    <a:pt x="6185849" y="1668951"/>
                  </a:lnTo>
                  <a:lnTo>
                    <a:pt x="6143081" y="1732478"/>
                  </a:lnTo>
                  <a:lnTo>
                    <a:pt x="6100014" y="1797460"/>
                  </a:lnTo>
                  <a:lnTo>
                    <a:pt x="6056767" y="1863300"/>
                  </a:lnTo>
                  <a:lnTo>
                    <a:pt x="6013472" y="1929365"/>
                  </a:lnTo>
                  <a:lnTo>
                    <a:pt x="5970265" y="1995015"/>
                  </a:lnTo>
                  <a:lnTo>
                    <a:pt x="5927276" y="2059625"/>
                  </a:lnTo>
                  <a:lnTo>
                    <a:pt x="5884615" y="2122612"/>
                  </a:lnTo>
                  <a:lnTo>
                    <a:pt x="5842363" y="2183456"/>
                  </a:lnTo>
                  <a:lnTo>
                    <a:pt x="5800561" y="2241713"/>
                  </a:lnTo>
                  <a:lnTo>
                    <a:pt x="5759205" y="2297033"/>
                  </a:lnTo>
                  <a:lnTo>
                    <a:pt x="5718237" y="2349157"/>
                  </a:lnTo>
                  <a:lnTo>
                    <a:pt x="5677539" y="2397924"/>
                  </a:lnTo>
                  <a:lnTo>
                    <a:pt x="5636930" y="2443262"/>
                  </a:lnTo>
                  <a:lnTo>
                    <a:pt x="5596152" y="2485182"/>
                  </a:lnTo>
                  <a:lnTo>
                    <a:pt x="5567201" y="2512652"/>
                  </a:lnTo>
                  <a:lnTo>
                    <a:pt x="5519610" y="2553549"/>
                  </a:lnTo>
                  <a:lnTo>
                    <a:pt x="5470344" y="2590231"/>
                  </a:lnTo>
                  <a:lnTo>
                    <a:pt x="5418595" y="2622927"/>
                  </a:lnTo>
                  <a:lnTo>
                    <a:pt x="5363457" y="2652019"/>
                  </a:lnTo>
                  <a:lnTo>
                    <a:pt x="5304016" y="2677929"/>
                  </a:lnTo>
                  <a:lnTo>
                    <a:pt x="5239427" y="2701060"/>
                  </a:lnTo>
                  <a:lnTo>
                    <a:pt x="5169027" y="2721762"/>
                  </a:lnTo>
                  <a:lnTo>
                    <a:pt x="5092474" y="2740312"/>
                  </a:lnTo>
                  <a:lnTo>
                    <a:pt x="5009940" y="2756908"/>
                  </a:lnTo>
                  <a:lnTo>
                    <a:pt x="4922330" y="2771662"/>
                  </a:lnTo>
                  <a:lnTo>
                    <a:pt x="4831487" y="2784614"/>
                  </a:lnTo>
                  <a:lnTo>
                    <a:pt x="4740306" y="2795746"/>
                  </a:lnTo>
                  <a:lnTo>
                    <a:pt x="4652633" y="2805011"/>
                  </a:lnTo>
                  <a:lnTo>
                    <a:pt x="4572858" y="2812383"/>
                  </a:lnTo>
                  <a:lnTo>
                    <a:pt x="4505192" y="2817900"/>
                  </a:lnTo>
                  <a:lnTo>
                    <a:pt x="4452768" y="2821699"/>
                  </a:lnTo>
                  <a:lnTo>
                    <a:pt x="4416849" y="2824026"/>
                  </a:lnTo>
                  <a:lnTo>
                    <a:pt x="4396407" y="2825216"/>
                  </a:lnTo>
                  <a:lnTo>
                    <a:pt x="4388154" y="2825650"/>
                  </a:lnTo>
                  <a:lnTo>
                    <a:pt x="4386855" y="2825713"/>
                  </a:lnTo>
                  <a:lnTo>
                    <a:pt x="3848118" y="2825713"/>
                  </a:lnTo>
                  <a:lnTo>
                    <a:pt x="3846950" y="2825628"/>
                  </a:lnTo>
                  <a:lnTo>
                    <a:pt x="3839305" y="2825027"/>
                  </a:lnTo>
                  <a:lnTo>
                    <a:pt x="3820173" y="2823363"/>
                  </a:lnTo>
                  <a:lnTo>
                    <a:pt x="3786329" y="2820096"/>
                  </a:lnTo>
                  <a:lnTo>
                    <a:pt x="3736613" y="2814741"/>
                  </a:lnTo>
                  <a:lnTo>
                    <a:pt x="3672003" y="2806936"/>
                  </a:lnTo>
                  <a:lnTo>
                    <a:pt x="3595270" y="2796466"/>
                  </a:lnTo>
                  <a:lnTo>
                    <a:pt x="3510290" y="2783260"/>
                  </a:lnTo>
                  <a:lnTo>
                    <a:pt x="3421229" y="2767346"/>
                  </a:lnTo>
                  <a:lnTo>
                    <a:pt x="3331843" y="2748788"/>
                  </a:lnTo>
                  <a:lnTo>
                    <a:pt x="3245059" y="2727625"/>
                  </a:lnTo>
                  <a:lnTo>
                    <a:pt x="3162830" y="2703823"/>
                  </a:lnTo>
                  <a:lnTo>
                    <a:pt x="3086205" y="2677249"/>
                  </a:lnTo>
                  <a:lnTo>
                    <a:pt x="3015507" y="2647654"/>
                  </a:lnTo>
                  <a:lnTo>
                    <a:pt x="2950529" y="2614677"/>
                  </a:lnTo>
                  <a:lnTo>
                    <a:pt x="2890722" y="2577852"/>
                  </a:lnTo>
                  <a:lnTo>
                    <a:pt x="2835332" y="2536626"/>
                  </a:lnTo>
                  <a:lnTo>
                    <a:pt x="2783509" y="2490404"/>
                  </a:lnTo>
                  <a:lnTo>
                    <a:pt x="2734390" y="2438608"/>
                  </a:lnTo>
                  <a:lnTo>
                    <a:pt x="2687167" y="2380809"/>
                  </a:lnTo>
                  <a:lnTo>
                    <a:pt x="2667772" y="2354761"/>
                  </a:lnTo>
                  <a:lnTo>
                    <a:pt x="2632273" y="2303689"/>
                  </a:lnTo>
                  <a:lnTo>
                    <a:pt x="2597108" y="2248861"/>
                  </a:lnTo>
                  <a:lnTo>
                    <a:pt x="2562061" y="2190201"/>
                  </a:lnTo>
                  <a:lnTo>
                    <a:pt x="2526967" y="2127694"/>
                  </a:lnTo>
                  <a:lnTo>
                    <a:pt x="2491699" y="2061393"/>
                  </a:lnTo>
                  <a:lnTo>
                    <a:pt x="2456170" y="1991427"/>
                  </a:lnTo>
                  <a:lnTo>
                    <a:pt x="2420325" y="1918002"/>
                  </a:lnTo>
                  <a:lnTo>
                    <a:pt x="2384141" y="1841404"/>
                  </a:lnTo>
                  <a:lnTo>
                    <a:pt x="2347626" y="1761998"/>
                  </a:lnTo>
                  <a:lnTo>
                    <a:pt x="2310808" y="1680224"/>
                  </a:lnTo>
                  <a:lnTo>
                    <a:pt x="2273740" y="1596584"/>
                  </a:lnTo>
                  <a:lnTo>
                    <a:pt x="2236491" y="1511637"/>
                  </a:lnTo>
                  <a:lnTo>
                    <a:pt x="2199142" y="1425978"/>
                  </a:lnTo>
                  <a:lnTo>
                    <a:pt x="2161779" y="1340224"/>
                  </a:lnTo>
                  <a:lnTo>
                    <a:pt x="2124490" y="1254995"/>
                  </a:lnTo>
                  <a:lnTo>
                    <a:pt x="2087359" y="1170895"/>
                  </a:lnTo>
                  <a:lnTo>
                    <a:pt x="2050459" y="1088494"/>
                  </a:lnTo>
                  <a:lnTo>
                    <a:pt x="2013846" y="1008314"/>
                  </a:lnTo>
                  <a:lnTo>
                    <a:pt x="1977560" y="930815"/>
                  </a:lnTo>
                  <a:lnTo>
                    <a:pt x="1941612" y="856385"/>
                  </a:lnTo>
                  <a:lnTo>
                    <a:pt x="1905991" y="785336"/>
                  </a:lnTo>
                  <a:lnTo>
                    <a:pt x="1870651" y="717897"/>
                  </a:lnTo>
                  <a:lnTo>
                    <a:pt x="1835515" y="654221"/>
                  </a:lnTo>
                  <a:lnTo>
                    <a:pt x="1800469" y="594383"/>
                  </a:lnTo>
                  <a:lnTo>
                    <a:pt x="1765360" y="538388"/>
                  </a:lnTo>
                  <a:lnTo>
                    <a:pt x="1729989" y="486179"/>
                  </a:lnTo>
                  <a:lnTo>
                    <a:pt x="1719082" y="470952"/>
                  </a:lnTo>
                  <a:lnTo>
                    <a:pt x="1672444" y="410581"/>
                  </a:lnTo>
                  <a:lnTo>
                    <a:pt x="1624212" y="356308"/>
                  </a:lnTo>
                  <a:lnTo>
                    <a:pt x="1573625" y="307815"/>
                  </a:lnTo>
                  <a:lnTo>
                    <a:pt x="1519836" y="264568"/>
                  </a:lnTo>
                  <a:lnTo>
                    <a:pt x="1461980" y="225970"/>
                  </a:lnTo>
                  <a:lnTo>
                    <a:pt x="1399251" y="191442"/>
                  </a:lnTo>
                  <a:lnTo>
                    <a:pt x="1330998" y="160480"/>
                  </a:lnTo>
                  <a:lnTo>
                    <a:pt x="1256853" y="132677"/>
                  </a:lnTo>
                  <a:lnTo>
                    <a:pt x="1176891" y="107736"/>
                  </a:lnTo>
                  <a:lnTo>
                    <a:pt x="1091834" y="85477"/>
                  </a:lnTo>
                  <a:lnTo>
                    <a:pt x="1003238" y="65825"/>
                  </a:lnTo>
                  <a:lnTo>
                    <a:pt x="913625" y="48796"/>
                  </a:lnTo>
                  <a:lnTo>
                    <a:pt x="826437" y="34448"/>
                  </a:lnTo>
                  <a:lnTo>
                    <a:pt x="745741" y="22833"/>
                  </a:lnTo>
                  <a:lnTo>
                    <a:pt x="675631" y="13928"/>
                  </a:lnTo>
                  <a:lnTo>
                    <a:pt x="619439" y="7582"/>
                  </a:lnTo>
                  <a:lnTo>
                    <a:pt x="578958" y="3493"/>
                  </a:lnTo>
                  <a:lnTo>
                    <a:pt x="553940" y="1221"/>
                  </a:lnTo>
                  <a:lnTo>
                    <a:pt x="541995" y="24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546595" y="3216831"/>
              <a:ext cx="8234974" cy="2825713"/>
            </a:xfrm>
            <a:custGeom>
              <a:avLst/>
              <a:pathLst>
                <a:path w="8234974" h="2825713">
                  <a:moveTo>
                    <a:pt x="0" y="0"/>
                  </a:moveTo>
                  <a:lnTo>
                    <a:pt x="538736" y="0"/>
                  </a:lnTo>
                  <a:lnTo>
                    <a:pt x="539905" y="84"/>
                  </a:lnTo>
                  <a:lnTo>
                    <a:pt x="547550" y="685"/>
                  </a:lnTo>
                  <a:lnTo>
                    <a:pt x="566681" y="2349"/>
                  </a:lnTo>
                  <a:lnTo>
                    <a:pt x="600526" y="5617"/>
                  </a:lnTo>
                  <a:lnTo>
                    <a:pt x="650241" y="10971"/>
                  </a:lnTo>
                  <a:lnTo>
                    <a:pt x="714851" y="18776"/>
                  </a:lnTo>
                  <a:lnTo>
                    <a:pt x="791584" y="29246"/>
                  </a:lnTo>
                  <a:lnTo>
                    <a:pt x="876564" y="42452"/>
                  </a:lnTo>
                  <a:lnTo>
                    <a:pt x="965626" y="58366"/>
                  </a:lnTo>
                  <a:lnTo>
                    <a:pt x="1055011" y="76924"/>
                  </a:lnTo>
                  <a:lnTo>
                    <a:pt x="1141795" y="98087"/>
                  </a:lnTo>
                  <a:lnTo>
                    <a:pt x="1224025" y="121889"/>
                  </a:lnTo>
                  <a:lnTo>
                    <a:pt x="1300649" y="148463"/>
                  </a:lnTo>
                  <a:lnTo>
                    <a:pt x="1371348" y="178058"/>
                  </a:lnTo>
                  <a:lnTo>
                    <a:pt x="1436325" y="211035"/>
                  </a:lnTo>
                  <a:lnTo>
                    <a:pt x="1496132" y="247860"/>
                  </a:lnTo>
                  <a:lnTo>
                    <a:pt x="1551523" y="289086"/>
                  </a:lnTo>
                  <a:lnTo>
                    <a:pt x="1603345" y="335309"/>
                  </a:lnTo>
                  <a:lnTo>
                    <a:pt x="1652465" y="387104"/>
                  </a:lnTo>
                  <a:lnTo>
                    <a:pt x="1699688" y="444903"/>
                  </a:lnTo>
                  <a:lnTo>
                    <a:pt x="1719082" y="470952"/>
                  </a:lnTo>
                  <a:lnTo>
                    <a:pt x="1754581" y="522024"/>
                  </a:lnTo>
                  <a:lnTo>
                    <a:pt x="1789747" y="576851"/>
                  </a:lnTo>
                  <a:lnTo>
                    <a:pt x="1824794" y="635511"/>
                  </a:lnTo>
                  <a:lnTo>
                    <a:pt x="1859888" y="698019"/>
                  </a:lnTo>
                  <a:lnTo>
                    <a:pt x="1895156" y="764319"/>
                  </a:lnTo>
                  <a:lnTo>
                    <a:pt x="1930685" y="834285"/>
                  </a:lnTo>
                  <a:lnTo>
                    <a:pt x="1966530" y="907711"/>
                  </a:lnTo>
                  <a:lnTo>
                    <a:pt x="2002713" y="984309"/>
                  </a:lnTo>
                  <a:lnTo>
                    <a:pt x="2039229" y="1063714"/>
                  </a:lnTo>
                  <a:lnTo>
                    <a:pt x="2076047" y="1145489"/>
                  </a:lnTo>
                  <a:lnTo>
                    <a:pt x="2113114" y="1229128"/>
                  </a:lnTo>
                  <a:lnTo>
                    <a:pt x="2150363" y="1314075"/>
                  </a:lnTo>
                  <a:lnTo>
                    <a:pt x="2187713" y="1399734"/>
                  </a:lnTo>
                  <a:lnTo>
                    <a:pt x="2225076" y="1485488"/>
                  </a:lnTo>
                  <a:lnTo>
                    <a:pt x="2262364" y="1570717"/>
                  </a:lnTo>
                  <a:lnTo>
                    <a:pt x="2299495" y="1654818"/>
                  </a:lnTo>
                  <a:lnTo>
                    <a:pt x="2336396" y="1737219"/>
                  </a:lnTo>
                  <a:lnTo>
                    <a:pt x="2373008" y="1817398"/>
                  </a:lnTo>
                  <a:lnTo>
                    <a:pt x="2409295" y="1894897"/>
                  </a:lnTo>
                  <a:lnTo>
                    <a:pt x="2445242" y="1969327"/>
                  </a:lnTo>
                  <a:lnTo>
                    <a:pt x="2480864" y="2040377"/>
                  </a:lnTo>
                  <a:lnTo>
                    <a:pt x="2516204" y="2107815"/>
                  </a:lnTo>
                  <a:lnTo>
                    <a:pt x="2551340" y="2171492"/>
                  </a:lnTo>
                  <a:lnTo>
                    <a:pt x="2586385" y="2231330"/>
                  </a:lnTo>
                  <a:lnTo>
                    <a:pt x="2621494" y="2287324"/>
                  </a:lnTo>
                  <a:lnTo>
                    <a:pt x="2656865" y="2339533"/>
                  </a:lnTo>
                  <a:lnTo>
                    <a:pt x="2667772" y="2354761"/>
                  </a:lnTo>
                  <a:lnTo>
                    <a:pt x="2714411" y="2415131"/>
                  </a:lnTo>
                  <a:lnTo>
                    <a:pt x="2762643" y="2469404"/>
                  </a:lnTo>
                  <a:lnTo>
                    <a:pt x="2813229" y="2517897"/>
                  </a:lnTo>
                  <a:lnTo>
                    <a:pt x="2867018" y="2561144"/>
                  </a:lnTo>
                  <a:lnTo>
                    <a:pt x="2924875" y="2599742"/>
                  </a:lnTo>
                  <a:lnTo>
                    <a:pt x="2987604" y="2634270"/>
                  </a:lnTo>
                  <a:lnTo>
                    <a:pt x="3055856" y="2665232"/>
                  </a:lnTo>
                  <a:lnTo>
                    <a:pt x="3130001" y="2693035"/>
                  </a:lnTo>
                  <a:lnTo>
                    <a:pt x="3209963" y="2717976"/>
                  </a:lnTo>
                  <a:lnTo>
                    <a:pt x="3295021" y="2740236"/>
                  </a:lnTo>
                  <a:lnTo>
                    <a:pt x="3383617" y="2759887"/>
                  </a:lnTo>
                  <a:lnTo>
                    <a:pt x="3473230" y="2776916"/>
                  </a:lnTo>
                  <a:lnTo>
                    <a:pt x="3560417" y="2791264"/>
                  </a:lnTo>
                  <a:lnTo>
                    <a:pt x="3641113" y="2802879"/>
                  </a:lnTo>
                  <a:lnTo>
                    <a:pt x="3711223" y="2811784"/>
                  </a:lnTo>
                  <a:lnTo>
                    <a:pt x="3767416" y="2818130"/>
                  </a:lnTo>
                  <a:lnTo>
                    <a:pt x="3807896" y="2822219"/>
                  </a:lnTo>
                  <a:lnTo>
                    <a:pt x="3832915" y="2824491"/>
                  </a:lnTo>
                  <a:lnTo>
                    <a:pt x="3844859" y="2825470"/>
                  </a:lnTo>
                  <a:lnTo>
                    <a:pt x="3848029" y="2825707"/>
                  </a:lnTo>
                  <a:lnTo>
                    <a:pt x="3848118" y="2825713"/>
                  </a:lnTo>
                  <a:lnTo>
                    <a:pt x="4386855" y="2825713"/>
                  </a:lnTo>
                  <a:lnTo>
                    <a:pt x="4388094" y="2825653"/>
                  </a:lnTo>
                  <a:lnTo>
                    <a:pt x="4396189" y="2825228"/>
                  </a:lnTo>
                  <a:lnTo>
                    <a:pt x="4416405" y="2824054"/>
                  </a:lnTo>
                  <a:lnTo>
                    <a:pt x="4452061" y="2821747"/>
                  </a:lnTo>
                  <a:lnTo>
                    <a:pt x="4504225" y="2817974"/>
                  </a:lnTo>
                  <a:lnTo>
                    <a:pt x="4571667" y="2812486"/>
                  </a:lnTo>
                  <a:lnTo>
                    <a:pt x="4651279" y="2805144"/>
                  </a:lnTo>
                  <a:lnTo>
                    <a:pt x="4738861" y="2795909"/>
                  </a:lnTo>
                  <a:lnTo>
                    <a:pt x="4830018" y="2784808"/>
                  </a:lnTo>
                  <a:lnTo>
                    <a:pt x="4920892" y="2771884"/>
                  </a:lnTo>
                  <a:lnTo>
                    <a:pt x="5008571" y="2757159"/>
                  </a:lnTo>
                  <a:lnTo>
                    <a:pt x="5091195" y="2740593"/>
                  </a:lnTo>
                  <a:lnTo>
                    <a:pt x="5167847" y="2722076"/>
                  </a:lnTo>
                  <a:lnTo>
                    <a:pt x="5238345" y="2701410"/>
                  </a:lnTo>
                  <a:lnTo>
                    <a:pt x="5303022" y="2678321"/>
                  </a:lnTo>
                  <a:lnTo>
                    <a:pt x="5362540" y="2652459"/>
                  </a:lnTo>
                  <a:lnTo>
                    <a:pt x="5417739" y="2623421"/>
                  </a:lnTo>
                  <a:lnTo>
                    <a:pt x="5469536" y="2590786"/>
                  </a:lnTo>
                  <a:lnTo>
                    <a:pt x="5518834" y="2554171"/>
                  </a:lnTo>
                  <a:lnTo>
                    <a:pt x="5566447" y="2513342"/>
                  </a:lnTo>
                  <a:lnTo>
                    <a:pt x="5567201" y="2512652"/>
                  </a:lnTo>
                  <a:lnTo>
                    <a:pt x="5608297" y="2473087"/>
                  </a:lnTo>
                  <a:lnTo>
                    <a:pt x="5648993" y="2430158"/>
                  </a:lnTo>
                  <a:lnTo>
                    <a:pt x="5689606" y="2383799"/>
                  </a:lnTo>
                  <a:lnTo>
                    <a:pt x="5730367" y="2334024"/>
                  </a:lnTo>
                  <a:lnTo>
                    <a:pt x="5771441" y="2280930"/>
                  </a:lnTo>
                  <a:lnTo>
                    <a:pt x="5812926" y="2224706"/>
                  </a:lnTo>
                  <a:lnTo>
                    <a:pt x="5854863" y="2165640"/>
                  </a:lnTo>
                  <a:lnTo>
                    <a:pt x="5897243" y="2104110"/>
                  </a:lnTo>
                  <a:lnTo>
                    <a:pt x="5940012" y="2040583"/>
                  </a:lnTo>
                  <a:lnTo>
                    <a:pt x="5983078" y="1975601"/>
                  </a:lnTo>
                  <a:lnTo>
                    <a:pt x="6026325" y="1909761"/>
                  </a:lnTo>
                  <a:lnTo>
                    <a:pt x="6069621" y="1843696"/>
                  </a:lnTo>
                  <a:lnTo>
                    <a:pt x="6112827" y="1778047"/>
                  </a:lnTo>
                  <a:lnTo>
                    <a:pt x="6155816" y="1713437"/>
                  </a:lnTo>
                  <a:lnTo>
                    <a:pt x="6198477" y="1650449"/>
                  </a:lnTo>
                  <a:lnTo>
                    <a:pt x="6240730" y="1589606"/>
                  </a:lnTo>
                  <a:lnTo>
                    <a:pt x="6282532" y="1531348"/>
                  </a:lnTo>
                  <a:lnTo>
                    <a:pt x="6323888" y="1476028"/>
                  </a:lnTo>
                  <a:lnTo>
                    <a:pt x="6364856" y="1423904"/>
                  </a:lnTo>
                  <a:lnTo>
                    <a:pt x="6405553" y="1375137"/>
                  </a:lnTo>
                  <a:lnTo>
                    <a:pt x="6446163" y="1329799"/>
                  </a:lnTo>
                  <a:lnTo>
                    <a:pt x="6486941" y="1287879"/>
                  </a:lnTo>
                  <a:lnTo>
                    <a:pt x="6515891" y="1260409"/>
                  </a:lnTo>
                  <a:lnTo>
                    <a:pt x="6563483" y="1219512"/>
                  </a:lnTo>
                  <a:lnTo>
                    <a:pt x="6612748" y="1182830"/>
                  </a:lnTo>
                  <a:lnTo>
                    <a:pt x="6664498" y="1150134"/>
                  </a:lnTo>
                  <a:lnTo>
                    <a:pt x="6719635" y="1121042"/>
                  </a:lnTo>
                  <a:lnTo>
                    <a:pt x="6779077" y="1095133"/>
                  </a:lnTo>
                  <a:lnTo>
                    <a:pt x="6843665" y="1072002"/>
                  </a:lnTo>
                  <a:lnTo>
                    <a:pt x="6914066" y="1051300"/>
                  </a:lnTo>
                  <a:lnTo>
                    <a:pt x="6990619" y="1032749"/>
                  </a:lnTo>
                  <a:lnTo>
                    <a:pt x="7073152" y="1016154"/>
                  </a:lnTo>
                  <a:lnTo>
                    <a:pt x="7160762" y="1001399"/>
                  </a:lnTo>
                  <a:lnTo>
                    <a:pt x="7251605" y="988447"/>
                  </a:lnTo>
                  <a:lnTo>
                    <a:pt x="7342786" y="977316"/>
                  </a:lnTo>
                  <a:lnTo>
                    <a:pt x="7430459" y="968050"/>
                  </a:lnTo>
                  <a:lnTo>
                    <a:pt x="7510234" y="960678"/>
                  </a:lnTo>
                  <a:lnTo>
                    <a:pt x="7577900" y="955161"/>
                  </a:lnTo>
                  <a:lnTo>
                    <a:pt x="7630324" y="951362"/>
                  </a:lnTo>
                  <a:lnTo>
                    <a:pt x="7666243" y="949035"/>
                  </a:lnTo>
                  <a:lnTo>
                    <a:pt x="7686686" y="947845"/>
                  </a:lnTo>
                  <a:lnTo>
                    <a:pt x="7694939" y="947411"/>
                  </a:lnTo>
                  <a:lnTo>
                    <a:pt x="7696237" y="947348"/>
                  </a:lnTo>
                  <a:lnTo>
                    <a:pt x="7696237" y="947348"/>
                  </a:lnTo>
                  <a:lnTo>
                    <a:pt x="8234974" y="9473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3" name="pl223"/>
            <p:cNvSpPr/>
            <p:nvPr/>
          </p:nvSpPr>
          <p:spPr>
            <a:xfrm>
              <a:off x="546595" y="3211386"/>
              <a:ext cx="8234974" cy="2825713"/>
            </a:xfrm>
            <a:custGeom>
              <a:avLst/>
              <a:pathLst>
                <a:path w="8234974" h="2825713">
                  <a:moveTo>
                    <a:pt x="8234974" y="947348"/>
                  </a:moveTo>
                  <a:lnTo>
                    <a:pt x="7696237" y="947348"/>
                  </a:lnTo>
                  <a:lnTo>
                    <a:pt x="7694998" y="947408"/>
                  </a:lnTo>
                  <a:lnTo>
                    <a:pt x="7686903" y="947833"/>
                  </a:lnTo>
                  <a:lnTo>
                    <a:pt x="7666688" y="949008"/>
                  </a:lnTo>
                  <a:lnTo>
                    <a:pt x="7631031" y="951314"/>
                  </a:lnTo>
                  <a:lnTo>
                    <a:pt x="7578868" y="955087"/>
                  </a:lnTo>
                  <a:lnTo>
                    <a:pt x="7511426" y="960575"/>
                  </a:lnTo>
                  <a:lnTo>
                    <a:pt x="7431814" y="967917"/>
                  </a:lnTo>
                  <a:lnTo>
                    <a:pt x="7344232" y="977152"/>
                  </a:lnTo>
                  <a:lnTo>
                    <a:pt x="7253075" y="988254"/>
                  </a:lnTo>
                  <a:lnTo>
                    <a:pt x="7162201" y="1001177"/>
                  </a:lnTo>
                  <a:lnTo>
                    <a:pt x="7074522" y="1015903"/>
                  </a:lnTo>
                  <a:lnTo>
                    <a:pt x="6991897" y="1032468"/>
                  </a:lnTo>
                  <a:lnTo>
                    <a:pt x="6915245" y="1050986"/>
                  </a:lnTo>
                  <a:lnTo>
                    <a:pt x="6844748" y="1071651"/>
                  </a:lnTo>
                  <a:lnTo>
                    <a:pt x="6780070" y="1094741"/>
                  </a:lnTo>
                  <a:lnTo>
                    <a:pt x="6720553" y="1120603"/>
                  </a:lnTo>
                  <a:lnTo>
                    <a:pt x="6665353" y="1149640"/>
                  </a:lnTo>
                  <a:lnTo>
                    <a:pt x="6613556" y="1182275"/>
                  </a:lnTo>
                  <a:lnTo>
                    <a:pt x="6564258" y="1218891"/>
                  </a:lnTo>
                  <a:lnTo>
                    <a:pt x="6516645" y="1259720"/>
                  </a:lnTo>
                  <a:lnTo>
                    <a:pt x="6515891" y="1260409"/>
                  </a:lnTo>
                  <a:lnTo>
                    <a:pt x="6474796" y="1299974"/>
                  </a:lnTo>
                  <a:lnTo>
                    <a:pt x="6434099" y="1342904"/>
                  </a:lnTo>
                  <a:lnTo>
                    <a:pt x="6393487" y="1389262"/>
                  </a:lnTo>
                  <a:lnTo>
                    <a:pt x="6352725" y="1439037"/>
                  </a:lnTo>
                  <a:lnTo>
                    <a:pt x="6311651" y="1492132"/>
                  </a:lnTo>
                  <a:lnTo>
                    <a:pt x="6270167" y="1548355"/>
                  </a:lnTo>
                  <a:lnTo>
                    <a:pt x="6228229" y="1607421"/>
                  </a:lnTo>
                  <a:lnTo>
                    <a:pt x="6185849" y="1668951"/>
                  </a:lnTo>
                  <a:lnTo>
                    <a:pt x="6143081" y="1732478"/>
                  </a:lnTo>
                  <a:lnTo>
                    <a:pt x="6100014" y="1797460"/>
                  </a:lnTo>
                  <a:lnTo>
                    <a:pt x="6056767" y="1863300"/>
                  </a:lnTo>
                  <a:lnTo>
                    <a:pt x="6013472" y="1929365"/>
                  </a:lnTo>
                  <a:lnTo>
                    <a:pt x="5970265" y="1995015"/>
                  </a:lnTo>
                  <a:lnTo>
                    <a:pt x="5927276" y="2059625"/>
                  </a:lnTo>
                  <a:lnTo>
                    <a:pt x="5884615" y="2122612"/>
                  </a:lnTo>
                  <a:lnTo>
                    <a:pt x="5842363" y="2183456"/>
                  </a:lnTo>
                  <a:lnTo>
                    <a:pt x="5800561" y="2241713"/>
                  </a:lnTo>
                  <a:lnTo>
                    <a:pt x="5759205" y="2297033"/>
                  </a:lnTo>
                  <a:lnTo>
                    <a:pt x="5718237" y="2349157"/>
                  </a:lnTo>
                  <a:lnTo>
                    <a:pt x="5677539" y="2397924"/>
                  </a:lnTo>
                  <a:lnTo>
                    <a:pt x="5636930" y="2443262"/>
                  </a:lnTo>
                  <a:lnTo>
                    <a:pt x="5596152" y="2485182"/>
                  </a:lnTo>
                  <a:lnTo>
                    <a:pt x="5567201" y="2512652"/>
                  </a:lnTo>
                  <a:lnTo>
                    <a:pt x="5519610" y="2553549"/>
                  </a:lnTo>
                  <a:lnTo>
                    <a:pt x="5470344" y="2590231"/>
                  </a:lnTo>
                  <a:lnTo>
                    <a:pt x="5418595" y="2622927"/>
                  </a:lnTo>
                  <a:lnTo>
                    <a:pt x="5363457" y="2652019"/>
                  </a:lnTo>
                  <a:lnTo>
                    <a:pt x="5304016" y="2677929"/>
                  </a:lnTo>
                  <a:lnTo>
                    <a:pt x="5239427" y="2701060"/>
                  </a:lnTo>
                  <a:lnTo>
                    <a:pt x="5169027" y="2721762"/>
                  </a:lnTo>
                  <a:lnTo>
                    <a:pt x="5092474" y="2740312"/>
                  </a:lnTo>
                  <a:lnTo>
                    <a:pt x="5009940" y="2756908"/>
                  </a:lnTo>
                  <a:lnTo>
                    <a:pt x="4922330" y="2771662"/>
                  </a:lnTo>
                  <a:lnTo>
                    <a:pt x="4831487" y="2784614"/>
                  </a:lnTo>
                  <a:lnTo>
                    <a:pt x="4740306" y="2795746"/>
                  </a:lnTo>
                  <a:lnTo>
                    <a:pt x="4652633" y="2805011"/>
                  </a:lnTo>
                  <a:lnTo>
                    <a:pt x="4572858" y="2812383"/>
                  </a:lnTo>
                  <a:lnTo>
                    <a:pt x="4505192" y="2817900"/>
                  </a:lnTo>
                  <a:lnTo>
                    <a:pt x="4452768" y="2821699"/>
                  </a:lnTo>
                  <a:lnTo>
                    <a:pt x="4416849" y="2824026"/>
                  </a:lnTo>
                  <a:lnTo>
                    <a:pt x="4396407" y="2825216"/>
                  </a:lnTo>
                  <a:lnTo>
                    <a:pt x="4388154" y="2825650"/>
                  </a:lnTo>
                  <a:lnTo>
                    <a:pt x="4386855" y="2825713"/>
                  </a:lnTo>
                  <a:lnTo>
                    <a:pt x="4386855" y="2825713"/>
                  </a:lnTo>
                  <a:lnTo>
                    <a:pt x="3848118" y="2825713"/>
                  </a:lnTo>
                  <a:lnTo>
                    <a:pt x="3846950" y="2825628"/>
                  </a:lnTo>
                  <a:lnTo>
                    <a:pt x="3839305" y="2825027"/>
                  </a:lnTo>
                  <a:lnTo>
                    <a:pt x="3820173" y="2823363"/>
                  </a:lnTo>
                  <a:lnTo>
                    <a:pt x="3786329" y="2820096"/>
                  </a:lnTo>
                  <a:lnTo>
                    <a:pt x="3736613" y="2814741"/>
                  </a:lnTo>
                  <a:lnTo>
                    <a:pt x="3672003" y="2806936"/>
                  </a:lnTo>
                  <a:lnTo>
                    <a:pt x="3595270" y="2796466"/>
                  </a:lnTo>
                  <a:lnTo>
                    <a:pt x="3510290" y="2783260"/>
                  </a:lnTo>
                  <a:lnTo>
                    <a:pt x="3421229" y="2767346"/>
                  </a:lnTo>
                  <a:lnTo>
                    <a:pt x="3331843" y="2748788"/>
                  </a:lnTo>
                  <a:lnTo>
                    <a:pt x="3245059" y="2727625"/>
                  </a:lnTo>
                  <a:lnTo>
                    <a:pt x="3162830" y="2703823"/>
                  </a:lnTo>
                  <a:lnTo>
                    <a:pt x="3086205" y="2677249"/>
                  </a:lnTo>
                  <a:lnTo>
                    <a:pt x="3015507" y="2647654"/>
                  </a:lnTo>
                  <a:lnTo>
                    <a:pt x="2950529" y="2614677"/>
                  </a:lnTo>
                  <a:lnTo>
                    <a:pt x="2890722" y="2577852"/>
                  </a:lnTo>
                  <a:lnTo>
                    <a:pt x="2835332" y="2536626"/>
                  </a:lnTo>
                  <a:lnTo>
                    <a:pt x="2783509" y="2490404"/>
                  </a:lnTo>
                  <a:lnTo>
                    <a:pt x="2734390" y="2438608"/>
                  </a:lnTo>
                  <a:lnTo>
                    <a:pt x="2687167" y="2380809"/>
                  </a:lnTo>
                  <a:lnTo>
                    <a:pt x="2667772" y="2354761"/>
                  </a:lnTo>
                  <a:lnTo>
                    <a:pt x="2632273" y="2303689"/>
                  </a:lnTo>
                  <a:lnTo>
                    <a:pt x="2597108" y="2248861"/>
                  </a:lnTo>
                  <a:lnTo>
                    <a:pt x="2562061" y="2190201"/>
                  </a:lnTo>
                  <a:lnTo>
                    <a:pt x="2526967" y="2127694"/>
                  </a:lnTo>
                  <a:lnTo>
                    <a:pt x="2491699" y="2061393"/>
                  </a:lnTo>
                  <a:lnTo>
                    <a:pt x="2456170" y="1991427"/>
                  </a:lnTo>
                  <a:lnTo>
                    <a:pt x="2420325" y="1918002"/>
                  </a:lnTo>
                  <a:lnTo>
                    <a:pt x="2384141" y="1841404"/>
                  </a:lnTo>
                  <a:lnTo>
                    <a:pt x="2347626" y="1761998"/>
                  </a:lnTo>
                  <a:lnTo>
                    <a:pt x="2310808" y="1680224"/>
                  </a:lnTo>
                  <a:lnTo>
                    <a:pt x="2273740" y="1596584"/>
                  </a:lnTo>
                  <a:lnTo>
                    <a:pt x="2236491" y="1511637"/>
                  </a:lnTo>
                  <a:lnTo>
                    <a:pt x="2199142" y="1425978"/>
                  </a:lnTo>
                  <a:lnTo>
                    <a:pt x="2161779" y="1340224"/>
                  </a:lnTo>
                  <a:lnTo>
                    <a:pt x="2124490" y="1254995"/>
                  </a:lnTo>
                  <a:lnTo>
                    <a:pt x="2087359" y="1170895"/>
                  </a:lnTo>
                  <a:lnTo>
                    <a:pt x="2050459" y="1088494"/>
                  </a:lnTo>
                  <a:lnTo>
                    <a:pt x="2013846" y="1008314"/>
                  </a:lnTo>
                  <a:lnTo>
                    <a:pt x="1977560" y="930815"/>
                  </a:lnTo>
                  <a:lnTo>
                    <a:pt x="1941612" y="856385"/>
                  </a:lnTo>
                  <a:lnTo>
                    <a:pt x="1905991" y="785336"/>
                  </a:lnTo>
                  <a:lnTo>
                    <a:pt x="1870651" y="717897"/>
                  </a:lnTo>
                  <a:lnTo>
                    <a:pt x="1835515" y="654221"/>
                  </a:lnTo>
                  <a:lnTo>
                    <a:pt x="1800469" y="594383"/>
                  </a:lnTo>
                  <a:lnTo>
                    <a:pt x="1765360" y="538388"/>
                  </a:lnTo>
                  <a:lnTo>
                    <a:pt x="1729989" y="486179"/>
                  </a:lnTo>
                  <a:lnTo>
                    <a:pt x="1719082" y="470952"/>
                  </a:lnTo>
                  <a:lnTo>
                    <a:pt x="1672444" y="410581"/>
                  </a:lnTo>
                  <a:lnTo>
                    <a:pt x="1624212" y="356308"/>
                  </a:lnTo>
                  <a:lnTo>
                    <a:pt x="1573625" y="307815"/>
                  </a:lnTo>
                  <a:lnTo>
                    <a:pt x="1519836" y="264568"/>
                  </a:lnTo>
                  <a:lnTo>
                    <a:pt x="1461980" y="225970"/>
                  </a:lnTo>
                  <a:lnTo>
                    <a:pt x="1399251" y="191442"/>
                  </a:lnTo>
                  <a:lnTo>
                    <a:pt x="1330998" y="160480"/>
                  </a:lnTo>
                  <a:lnTo>
                    <a:pt x="1256853" y="132677"/>
                  </a:lnTo>
                  <a:lnTo>
                    <a:pt x="1176891" y="107736"/>
                  </a:lnTo>
                  <a:lnTo>
                    <a:pt x="1091834" y="85477"/>
                  </a:lnTo>
                  <a:lnTo>
                    <a:pt x="1003238" y="65825"/>
                  </a:lnTo>
                  <a:lnTo>
                    <a:pt x="913625" y="48796"/>
                  </a:lnTo>
                  <a:lnTo>
                    <a:pt x="826437" y="34448"/>
                  </a:lnTo>
                  <a:lnTo>
                    <a:pt x="745741" y="22833"/>
                  </a:lnTo>
                  <a:lnTo>
                    <a:pt x="675631" y="13928"/>
                  </a:lnTo>
                  <a:lnTo>
                    <a:pt x="619439" y="7582"/>
                  </a:lnTo>
                  <a:lnTo>
                    <a:pt x="578958" y="3493"/>
                  </a:lnTo>
                  <a:lnTo>
                    <a:pt x="553940" y="1221"/>
                  </a:lnTo>
                  <a:lnTo>
                    <a:pt x="541995" y="242"/>
                  </a:lnTo>
                  <a:lnTo>
                    <a:pt x="538825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4" name="pg224"/>
            <p:cNvSpPr/>
            <p:nvPr/>
          </p:nvSpPr>
          <p:spPr>
            <a:xfrm>
              <a:off x="546595" y="3216831"/>
              <a:ext cx="8234974" cy="2836602"/>
            </a:xfrm>
            <a:custGeom>
              <a:avLst/>
              <a:pathLst>
                <a:path w="8234974" h="2836602">
                  <a:moveTo>
                    <a:pt x="0" y="5444"/>
                  </a:moveTo>
                  <a:lnTo>
                    <a:pt x="538736" y="5444"/>
                  </a:lnTo>
                  <a:lnTo>
                    <a:pt x="539905" y="5528"/>
                  </a:lnTo>
                  <a:lnTo>
                    <a:pt x="547547" y="6131"/>
                  </a:lnTo>
                  <a:lnTo>
                    <a:pt x="566671" y="7797"/>
                  </a:lnTo>
                  <a:lnTo>
                    <a:pt x="600504" y="11070"/>
                  </a:lnTo>
                  <a:lnTo>
                    <a:pt x="650203" y="16432"/>
                  </a:lnTo>
                  <a:lnTo>
                    <a:pt x="714795" y="24250"/>
                  </a:lnTo>
                  <a:lnTo>
                    <a:pt x="791509" y="34736"/>
                  </a:lnTo>
                  <a:lnTo>
                    <a:pt x="876471" y="47963"/>
                  </a:lnTo>
                  <a:lnTo>
                    <a:pt x="965519" y="63903"/>
                  </a:lnTo>
                  <a:lnTo>
                    <a:pt x="1054894" y="82491"/>
                  </a:lnTo>
                  <a:lnTo>
                    <a:pt x="1141672" y="103688"/>
                  </a:lnTo>
                  <a:lnTo>
                    <a:pt x="1223898" y="127528"/>
                  </a:lnTo>
                  <a:lnTo>
                    <a:pt x="1300523" y="154145"/>
                  </a:lnTo>
                  <a:lnTo>
                    <a:pt x="1371222" y="183788"/>
                  </a:lnTo>
                  <a:lnTo>
                    <a:pt x="1436202" y="216817"/>
                  </a:lnTo>
                  <a:lnTo>
                    <a:pt x="1496011" y="253700"/>
                  </a:lnTo>
                  <a:lnTo>
                    <a:pt x="1551402" y="294989"/>
                  </a:lnTo>
                  <a:lnTo>
                    <a:pt x="1603225" y="341283"/>
                  </a:lnTo>
                  <a:lnTo>
                    <a:pt x="1652344" y="393156"/>
                  </a:lnTo>
                  <a:lnTo>
                    <a:pt x="1699565" y="451043"/>
                  </a:lnTo>
                  <a:lnTo>
                    <a:pt x="1719082" y="477304"/>
                  </a:lnTo>
                  <a:lnTo>
                    <a:pt x="1754554" y="528433"/>
                  </a:lnTo>
                  <a:lnTo>
                    <a:pt x="1789693" y="583320"/>
                  </a:lnTo>
                  <a:lnTo>
                    <a:pt x="1824713" y="642041"/>
                  </a:lnTo>
                  <a:lnTo>
                    <a:pt x="1859780" y="704610"/>
                  </a:lnTo>
                  <a:lnTo>
                    <a:pt x="1895020" y="770974"/>
                  </a:lnTo>
                  <a:lnTo>
                    <a:pt x="1930521" y="841006"/>
                  </a:lnTo>
                  <a:lnTo>
                    <a:pt x="1966336" y="914500"/>
                  </a:lnTo>
                  <a:lnTo>
                    <a:pt x="2002490" y="991169"/>
                  </a:lnTo>
                  <a:lnTo>
                    <a:pt x="2038976" y="1070650"/>
                  </a:lnTo>
                  <a:lnTo>
                    <a:pt x="2075763" y="1152503"/>
                  </a:lnTo>
                  <a:lnTo>
                    <a:pt x="2112800" y="1236227"/>
                  </a:lnTo>
                  <a:lnTo>
                    <a:pt x="2150019" y="1321263"/>
                  </a:lnTo>
                  <a:lnTo>
                    <a:pt x="2187340" y="1407017"/>
                  </a:lnTo>
                  <a:lnTo>
                    <a:pt x="2224674" y="1492873"/>
                  </a:lnTo>
                  <a:lnTo>
                    <a:pt x="2261936" y="1578210"/>
                  </a:lnTo>
                  <a:lnTo>
                    <a:pt x="2299040" y="1662425"/>
                  </a:lnTo>
                  <a:lnTo>
                    <a:pt x="2335916" y="1744946"/>
                  </a:lnTo>
                  <a:lnTo>
                    <a:pt x="2372504" y="1825252"/>
                  </a:lnTo>
                  <a:lnTo>
                    <a:pt x="2408768" y="1902881"/>
                  </a:lnTo>
                  <a:lnTo>
                    <a:pt x="2444693" y="1977446"/>
                  </a:lnTo>
                  <a:lnTo>
                    <a:pt x="2480292" y="2048633"/>
                  </a:lnTo>
                  <a:lnTo>
                    <a:pt x="2515609" y="2116211"/>
                  </a:lnTo>
                  <a:lnTo>
                    <a:pt x="2550720" y="2180027"/>
                  </a:lnTo>
                  <a:lnTo>
                    <a:pt x="2585739" y="2240004"/>
                  </a:lnTo>
                  <a:lnTo>
                    <a:pt x="2620819" y="2296135"/>
                  </a:lnTo>
                  <a:lnTo>
                    <a:pt x="2656155" y="2348478"/>
                  </a:lnTo>
                  <a:lnTo>
                    <a:pt x="2667772" y="2364742"/>
                  </a:lnTo>
                  <a:lnTo>
                    <a:pt x="2714404" y="2425222"/>
                  </a:lnTo>
                  <a:lnTo>
                    <a:pt x="2762630" y="2479593"/>
                  </a:lnTo>
                  <a:lnTo>
                    <a:pt x="2813208" y="2528175"/>
                  </a:lnTo>
                  <a:lnTo>
                    <a:pt x="2866989" y="2571501"/>
                  </a:lnTo>
                  <a:lnTo>
                    <a:pt x="2924835" y="2610172"/>
                  </a:lnTo>
                  <a:lnTo>
                    <a:pt x="2987552" y="2644764"/>
                  </a:lnTo>
                  <a:lnTo>
                    <a:pt x="3055790" y="2675784"/>
                  </a:lnTo>
                  <a:lnTo>
                    <a:pt x="3129920" y="2703641"/>
                  </a:lnTo>
                  <a:lnTo>
                    <a:pt x="3209865" y="2728630"/>
                  </a:lnTo>
                  <a:lnTo>
                    <a:pt x="3294906" y="2750932"/>
                  </a:lnTo>
                  <a:lnTo>
                    <a:pt x="3383486" y="2770622"/>
                  </a:lnTo>
                  <a:lnTo>
                    <a:pt x="3473088" y="2787687"/>
                  </a:lnTo>
                  <a:lnTo>
                    <a:pt x="3560271" y="2802065"/>
                  </a:lnTo>
                  <a:lnTo>
                    <a:pt x="3640972" y="2813705"/>
                  </a:lnTo>
                  <a:lnTo>
                    <a:pt x="3711097" y="2822631"/>
                  </a:lnTo>
                  <a:lnTo>
                    <a:pt x="3767313" y="2828993"/>
                  </a:lnTo>
                  <a:lnTo>
                    <a:pt x="3807823" y="2833094"/>
                  </a:lnTo>
                  <a:lnTo>
                    <a:pt x="3832872" y="2835374"/>
                  </a:lnTo>
                  <a:lnTo>
                    <a:pt x="3844843" y="2836357"/>
                  </a:lnTo>
                  <a:lnTo>
                    <a:pt x="3848118" y="2836602"/>
                  </a:lnTo>
                  <a:lnTo>
                    <a:pt x="4386855" y="2836602"/>
                  </a:lnTo>
                  <a:lnTo>
                    <a:pt x="4388146" y="2836576"/>
                  </a:lnTo>
                  <a:lnTo>
                    <a:pt x="4396569" y="2836388"/>
                  </a:lnTo>
                  <a:lnTo>
                    <a:pt x="4417573" y="2835869"/>
                  </a:lnTo>
                  <a:lnTo>
                    <a:pt x="4454541" y="2834852"/>
                  </a:lnTo>
                  <a:lnTo>
                    <a:pt x="4508464" y="2833189"/>
                  </a:lnTo>
                  <a:lnTo>
                    <a:pt x="4577923" y="2830775"/>
                  </a:lnTo>
                  <a:lnTo>
                    <a:pt x="4659559" y="2827551"/>
                  </a:lnTo>
                  <a:lnTo>
                    <a:pt x="4748943" y="2823503"/>
                  </a:lnTo>
                  <a:lnTo>
                    <a:pt x="4841523" y="2818646"/>
                  </a:lnTo>
                  <a:lnTo>
                    <a:pt x="4933379" y="2812998"/>
                  </a:lnTo>
                  <a:lnTo>
                    <a:pt x="5021622" y="2806565"/>
                  </a:lnTo>
                  <a:lnTo>
                    <a:pt x="5104468" y="2799327"/>
                  </a:lnTo>
                  <a:lnTo>
                    <a:pt x="5181096" y="2791227"/>
                  </a:lnTo>
                  <a:lnTo>
                    <a:pt x="5251428" y="2782173"/>
                  </a:lnTo>
                  <a:lnTo>
                    <a:pt x="5315888" y="2772038"/>
                  </a:lnTo>
                  <a:lnTo>
                    <a:pt x="5375214" y="2760660"/>
                  </a:lnTo>
                  <a:lnTo>
                    <a:pt x="5430307" y="2747861"/>
                  </a:lnTo>
                  <a:lnTo>
                    <a:pt x="5482127" y="2733453"/>
                  </a:lnTo>
                  <a:lnTo>
                    <a:pt x="5531600" y="2717280"/>
                  </a:lnTo>
                  <a:lnTo>
                    <a:pt x="5567201" y="2704118"/>
                  </a:lnTo>
                  <a:lnTo>
                    <a:pt x="5616554" y="2683814"/>
                  </a:lnTo>
                  <a:lnTo>
                    <a:pt x="5665427" y="2661442"/>
                  </a:lnTo>
                  <a:lnTo>
                    <a:pt x="5714325" y="2636970"/>
                  </a:lnTo>
                  <a:lnTo>
                    <a:pt x="5763589" y="2610440"/>
                  </a:lnTo>
                  <a:lnTo>
                    <a:pt x="5813423" y="2581972"/>
                  </a:lnTo>
                  <a:lnTo>
                    <a:pt x="5863910" y="2551768"/>
                  </a:lnTo>
                  <a:lnTo>
                    <a:pt x="5915022" y="2520116"/>
                  </a:lnTo>
                  <a:lnTo>
                    <a:pt x="5966645" y="2487376"/>
                  </a:lnTo>
                  <a:lnTo>
                    <a:pt x="6018597" y="2453971"/>
                  </a:lnTo>
                  <a:lnTo>
                    <a:pt x="6070653" y="2420358"/>
                  </a:lnTo>
                  <a:lnTo>
                    <a:pt x="6122577" y="2387008"/>
                  </a:lnTo>
                  <a:lnTo>
                    <a:pt x="6174148" y="2354377"/>
                  </a:lnTo>
                  <a:lnTo>
                    <a:pt x="6225190" y="2322878"/>
                  </a:lnTo>
                  <a:lnTo>
                    <a:pt x="6275599" y="2292866"/>
                  </a:lnTo>
                  <a:lnTo>
                    <a:pt x="6325360" y="2264618"/>
                  </a:lnTo>
                  <a:lnTo>
                    <a:pt x="6374567" y="2238327"/>
                  </a:lnTo>
                  <a:lnTo>
                    <a:pt x="6423441" y="2214103"/>
                  </a:lnTo>
                  <a:lnTo>
                    <a:pt x="6472342" y="2191978"/>
                  </a:lnTo>
                  <a:lnTo>
                    <a:pt x="6515891" y="2174183"/>
                  </a:lnTo>
                  <a:lnTo>
                    <a:pt x="6564157" y="2156647"/>
                  </a:lnTo>
                  <a:lnTo>
                    <a:pt x="6614155" y="2140944"/>
                  </a:lnTo>
                  <a:lnTo>
                    <a:pt x="6666733" y="2126971"/>
                  </a:lnTo>
                  <a:lnTo>
                    <a:pt x="6722833" y="2114559"/>
                  </a:lnTo>
                  <a:lnTo>
                    <a:pt x="6783410" y="2103521"/>
                  </a:lnTo>
                  <a:lnTo>
                    <a:pt x="6849333" y="2093680"/>
                  </a:lnTo>
                  <a:lnTo>
                    <a:pt x="6921274" y="2084885"/>
                  </a:lnTo>
                  <a:lnTo>
                    <a:pt x="6999550" y="2077016"/>
                  </a:lnTo>
                  <a:lnTo>
                    <a:pt x="7083911" y="2069991"/>
                  </a:lnTo>
                  <a:lnTo>
                    <a:pt x="7173307" y="2063762"/>
                  </a:lnTo>
                  <a:lnTo>
                    <a:pt x="7265673" y="2058318"/>
                  </a:lnTo>
                  <a:lnTo>
                    <a:pt x="7357836" y="2053669"/>
                  </a:lnTo>
                  <a:lnTo>
                    <a:pt x="7445656" y="2049835"/>
                  </a:lnTo>
                  <a:lnTo>
                    <a:pt x="7524532" y="2046824"/>
                  </a:lnTo>
                  <a:lnTo>
                    <a:pt x="7590215" y="2044612"/>
                  </a:lnTo>
                  <a:lnTo>
                    <a:pt x="7639781" y="2043129"/>
                  </a:lnTo>
                  <a:lnTo>
                    <a:pt x="7672409" y="2042256"/>
                  </a:lnTo>
                  <a:lnTo>
                    <a:pt x="7689732" y="2041840"/>
                  </a:lnTo>
                  <a:lnTo>
                    <a:pt x="7695705" y="2041710"/>
                  </a:lnTo>
                  <a:lnTo>
                    <a:pt x="7696237" y="2041700"/>
                  </a:lnTo>
                  <a:lnTo>
                    <a:pt x="8234974" y="2041700"/>
                  </a:lnTo>
                  <a:lnTo>
                    <a:pt x="8234974" y="2036255"/>
                  </a:lnTo>
                  <a:lnTo>
                    <a:pt x="7696237" y="2036255"/>
                  </a:lnTo>
                  <a:lnTo>
                    <a:pt x="7694946" y="2036282"/>
                  </a:lnTo>
                  <a:lnTo>
                    <a:pt x="7686523" y="2036469"/>
                  </a:lnTo>
                  <a:lnTo>
                    <a:pt x="7665519" y="2036988"/>
                  </a:lnTo>
                  <a:lnTo>
                    <a:pt x="7628552" y="2038005"/>
                  </a:lnTo>
                  <a:lnTo>
                    <a:pt x="7574629" y="2039668"/>
                  </a:lnTo>
                  <a:lnTo>
                    <a:pt x="7505170" y="2042082"/>
                  </a:lnTo>
                  <a:lnTo>
                    <a:pt x="7423533" y="2045306"/>
                  </a:lnTo>
                  <a:lnTo>
                    <a:pt x="7334149" y="2049354"/>
                  </a:lnTo>
                  <a:lnTo>
                    <a:pt x="7241570" y="2054211"/>
                  </a:lnTo>
                  <a:lnTo>
                    <a:pt x="7149714" y="2059859"/>
                  </a:lnTo>
                  <a:lnTo>
                    <a:pt x="7061470" y="2066292"/>
                  </a:lnTo>
                  <a:lnTo>
                    <a:pt x="6978625" y="2073530"/>
                  </a:lnTo>
                  <a:lnTo>
                    <a:pt x="6901996" y="2081630"/>
                  </a:lnTo>
                  <a:lnTo>
                    <a:pt x="6831665" y="2090684"/>
                  </a:lnTo>
                  <a:lnTo>
                    <a:pt x="6767205" y="2100819"/>
                  </a:lnTo>
                  <a:lnTo>
                    <a:pt x="6707879" y="2112197"/>
                  </a:lnTo>
                  <a:lnTo>
                    <a:pt x="6652786" y="2124996"/>
                  </a:lnTo>
                  <a:lnTo>
                    <a:pt x="6600966" y="2139404"/>
                  </a:lnTo>
                  <a:lnTo>
                    <a:pt x="6551493" y="2155577"/>
                  </a:lnTo>
                  <a:lnTo>
                    <a:pt x="6515891" y="2168739"/>
                  </a:lnTo>
                  <a:lnTo>
                    <a:pt x="6466539" y="2189043"/>
                  </a:lnTo>
                  <a:lnTo>
                    <a:pt x="6417665" y="2211415"/>
                  </a:lnTo>
                  <a:lnTo>
                    <a:pt x="6368768" y="2235887"/>
                  </a:lnTo>
                  <a:lnTo>
                    <a:pt x="6319504" y="2262417"/>
                  </a:lnTo>
                  <a:lnTo>
                    <a:pt x="6269669" y="2290886"/>
                  </a:lnTo>
                  <a:lnTo>
                    <a:pt x="6219182" y="2321089"/>
                  </a:lnTo>
                  <a:lnTo>
                    <a:pt x="6168070" y="2352742"/>
                  </a:lnTo>
                  <a:lnTo>
                    <a:pt x="6116447" y="2385481"/>
                  </a:lnTo>
                  <a:lnTo>
                    <a:pt x="6064496" y="2418886"/>
                  </a:lnTo>
                  <a:lnTo>
                    <a:pt x="6012440" y="2452499"/>
                  </a:lnTo>
                  <a:lnTo>
                    <a:pt x="5960516" y="2485849"/>
                  </a:lnTo>
                  <a:lnTo>
                    <a:pt x="5908945" y="2518481"/>
                  </a:lnTo>
                  <a:lnTo>
                    <a:pt x="5857902" y="2549979"/>
                  </a:lnTo>
                  <a:lnTo>
                    <a:pt x="5807493" y="2579991"/>
                  </a:lnTo>
                  <a:lnTo>
                    <a:pt x="5757733" y="2608239"/>
                  </a:lnTo>
                  <a:lnTo>
                    <a:pt x="5708525" y="2634530"/>
                  </a:lnTo>
                  <a:lnTo>
                    <a:pt x="5659651" y="2658754"/>
                  </a:lnTo>
                  <a:lnTo>
                    <a:pt x="5610751" y="2680879"/>
                  </a:lnTo>
                  <a:lnTo>
                    <a:pt x="5567201" y="2698674"/>
                  </a:lnTo>
                  <a:lnTo>
                    <a:pt x="5518935" y="2716210"/>
                  </a:lnTo>
                  <a:lnTo>
                    <a:pt x="5468937" y="2731913"/>
                  </a:lnTo>
                  <a:lnTo>
                    <a:pt x="5416360" y="2745886"/>
                  </a:lnTo>
                  <a:lnTo>
                    <a:pt x="5360259" y="2758298"/>
                  </a:lnTo>
                  <a:lnTo>
                    <a:pt x="5299683" y="2769336"/>
                  </a:lnTo>
                  <a:lnTo>
                    <a:pt x="5233760" y="2779177"/>
                  </a:lnTo>
                  <a:lnTo>
                    <a:pt x="5161818" y="2787972"/>
                  </a:lnTo>
                  <a:lnTo>
                    <a:pt x="5083542" y="2795841"/>
                  </a:lnTo>
                  <a:lnTo>
                    <a:pt x="4999182" y="2802866"/>
                  </a:lnTo>
                  <a:lnTo>
                    <a:pt x="4909786" y="2809095"/>
                  </a:lnTo>
                  <a:lnTo>
                    <a:pt x="4817419" y="2814539"/>
                  </a:lnTo>
                  <a:lnTo>
                    <a:pt x="4725257" y="2819188"/>
                  </a:lnTo>
                  <a:lnTo>
                    <a:pt x="4637436" y="2823022"/>
                  </a:lnTo>
                  <a:lnTo>
                    <a:pt x="4558561" y="2826033"/>
                  </a:lnTo>
                  <a:lnTo>
                    <a:pt x="4492877" y="2828245"/>
                  </a:lnTo>
                  <a:lnTo>
                    <a:pt x="4443312" y="2829728"/>
                  </a:lnTo>
                  <a:lnTo>
                    <a:pt x="4410684" y="2830601"/>
                  </a:lnTo>
                  <a:lnTo>
                    <a:pt x="4393360" y="2831017"/>
                  </a:lnTo>
                  <a:lnTo>
                    <a:pt x="4387388" y="2831147"/>
                  </a:lnTo>
                  <a:lnTo>
                    <a:pt x="4386855" y="2831157"/>
                  </a:lnTo>
                  <a:lnTo>
                    <a:pt x="3848118" y="2831157"/>
                  </a:lnTo>
                  <a:lnTo>
                    <a:pt x="3846950" y="2831073"/>
                  </a:lnTo>
                  <a:lnTo>
                    <a:pt x="3839308" y="2830470"/>
                  </a:lnTo>
                  <a:lnTo>
                    <a:pt x="3820184" y="2828804"/>
                  </a:lnTo>
                  <a:lnTo>
                    <a:pt x="3786351" y="2825532"/>
                  </a:lnTo>
                  <a:lnTo>
                    <a:pt x="3736651" y="2820169"/>
                  </a:lnTo>
                  <a:lnTo>
                    <a:pt x="3672060" y="2812352"/>
                  </a:lnTo>
                  <a:lnTo>
                    <a:pt x="3595346" y="2801865"/>
                  </a:lnTo>
                  <a:lnTo>
                    <a:pt x="3510383" y="2788638"/>
                  </a:lnTo>
                  <a:lnTo>
                    <a:pt x="3421336" y="2772699"/>
                  </a:lnTo>
                  <a:lnTo>
                    <a:pt x="3331960" y="2754111"/>
                  </a:lnTo>
                  <a:lnTo>
                    <a:pt x="3245183" y="2732913"/>
                  </a:lnTo>
                  <a:lnTo>
                    <a:pt x="3162956" y="2709073"/>
                  </a:lnTo>
                  <a:lnTo>
                    <a:pt x="3086332" y="2682456"/>
                  </a:lnTo>
                  <a:lnTo>
                    <a:pt x="3015632" y="2652814"/>
                  </a:lnTo>
                  <a:lnTo>
                    <a:pt x="2950653" y="2619785"/>
                  </a:lnTo>
                  <a:lnTo>
                    <a:pt x="2890844" y="2582901"/>
                  </a:lnTo>
                  <a:lnTo>
                    <a:pt x="2835452" y="2541612"/>
                  </a:lnTo>
                  <a:lnTo>
                    <a:pt x="2783629" y="2495319"/>
                  </a:lnTo>
                  <a:lnTo>
                    <a:pt x="2734511" y="2443445"/>
                  </a:lnTo>
                  <a:lnTo>
                    <a:pt x="2687290" y="2385558"/>
                  </a:lnTo>
                  <a:lnTo>
                    <a:pt x="2667772" y="2359298"/>
                  </a:lnTo>
                  <a:lnTo>
                    <a:pt x="2632300" y="2308168"/>
                  </a:lnTo>
                  <a:lnTo>
                    <a:pt x="2597161" y="2253281"/>
                  </a:lnTo>
                  <a:lnTo>
                    <a:pt x="2562142" y="2194561"/>
                  </a:lnTo>
                  <a:lnTo>
                    <a:pt x="2527075" y="2131991"/>
                  </a:lnTo>
                  <a:lnTo>
                    <a:pt x="2491835" y="2065627"/>
                  </a:lnTo>
                  <a:lnTo>
                    <a:pt x="2456334" y="1995595"/>
                  </a:lnTo>
                  <a:lnTo>
                    <a:pt x="2420518" y="1922101"/>
                  </a:lnTo>
                  <a:lnTo>
                    <a:pt x="2384365" y="1845432"/>
                  </a:lnTo>
                  <a:lnTo>
                    <a:pt x="2347879" y="1765952"/>
                  </a:lnTo>
                  <a:lnTo>
                    <a:pt x="2311092" y="1684098"/>
                  </a:lnTo>
                  <a:lnTo>
                    <a:pt x="2274054" y="1600375"/>
                  </a:lnTo>
                  <a:lnTo>
                    <a:pt x="2236835" y="1515338"/>
                  </a:lnTo>
                  <a:lnTo>
                    <a:pt x="2199515" y="1429584"/>
                  </a:lnTo>
                  <a:lnTo>
                    <a:pt x="2162180" y="1343729"/>
                  </a:lnTo>
                  <a:lnTo>
                    <a:pt x="2124919" y="1258391"/>
                  </a:lnTo>
                  <a:lnTo>
                    <a:pt x="2087814" y="1174177"/>
                  </a:lnTo>
                  <a:lnTo>
                    <a:pt x="2050939" y="1091655"/>
                  </a:lnTo>
                  <a:lnTo>
                    <a:pt x="2014350" y="1011349"/>
                  </a:lnTo>
                  <a:lnTo>
                    <a:pt x="1978086" y="933720"/>
                  </a:lnTo>
                  <a:lnTo>
                    <a:pt x="1942162" y="859155"/>
                  </a:lnTo>
                  <a:lnTo>
                    <a:pt x="1906563" y="787968"/>
                  </a:lnTo>
                  <a:lnTo>
                    <a:pt x="1871246" y="720390"/>
                  </a:lnTo>
                  <a:lnTo>
                    <a:pt x="1836134" y="656574"/>
                  </a:lnTo>
                  <a:lnTo>
                    <a:pt x="1801115" y="596598"/>
                  </a:lnTo>
                  <a:lnTo>
                    <a:pt x="1766036" y="540466"/>
                  </a:lnTo>
                  <a:lnTo>
                    <a:pt x="1730699" y="488124"/>
                  </a:lnTo>
                  <a:lnTo>
                    <a:pt x="1719082" y="471859"/>
                  </a:lnTo>
                  <a:lnTo>
                    <a:pt x="1672450" y="411380"/>
                  </a:lnTo>
                  <a:lnTo>
                    <a:pt x="1624225" y="357008"/>
                  </a:lnTo>
                  <a:lnTo>
                    <a:pt x="1573646" y="308426"/>
                  </a:lnTo>
                  <a:lnTo>
                    <a:pt x="1519866" y="265100"/>
                  </a:lnTo>
                  <a:lnTo>
                    <a:pt x="1462019" y="226429"/>
                  </a:lnTo>
                  <a:lnTo>
                    <a:pt x="1399302" y="191837"/>
                  </a:lnTo>
                  <a:lnTo>
                    <a:pt x="1331064" y="160817"/>
                  </a:lnTo>
                  <a:lnTo>
                    <a:pt x="1256935" y="132960"/>
                  </a:lnTo>
                  <a:lnTo>
                    <a:pt x="1176990" y="107972"/>
                  </a:lnTo>
                  <a:lnTo>
                    <a:pt x="1091949" y="85669"/>
                  </a:lnTo>
                  <a:lnTo>
                    <a:pt x="1003368" y="65979"/>
                  </a:lnTo>
                  <a:lnTo>
                    <a:pt x="913766" y="48915"/>
                  </a:lnTo>
                  <a:lnTo>
                    <a:pt x="826583" y="34537"/>
                  </a:lnTo>
                  <a:lnTo>
                    <a:pt x="745882" y="22896"/>
                  </a:lnTo>
                  <a:lnTo>
                    <a:pt x="675757" y="13970"/>
                  </a:lnTo>
                  <a:lnTo>
                    <a:pt x="619542" y="7608"/>
                  </a:lnTo>
                  <a:lnTo>
                    <a:pt x="579031" y="3507"/>
                  </a:lnTo>
                  <a:lnTo>
                    <a:pt x="553982" y="1228"/>
                  </a:lnTo>
                  <a:lnTo>
                    <a:pt x="542012" y="24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546595" y="3222275"/>
              <a:ext cx="8234974" cy="2831157"/>
            </a:xfrm>
            <a:custGeom>
              <a:avLst/>
              <a:pathLst>
                <a:path w="8234974" h="2831157">
                  <a:moveTo>
                    <a:pt x="0" y="0"/>
                  </a:moveTo>
                  <a:lnTo>
                    <a:pt x="538736" y="0"/>
                  </a:lnTo>
                  <a:lnTo>
                    <a:pt x="539905" y="84"/>
                  </a:lnTo>
                  <a:lnTo>
                    <a:pt x="547547" y="686"/>
                  </a:lnTo>
                  <a:lnTo>
                    <a:pt x="566671" y="2353"/>
                  </a:lnTo>
                  <a:lnTo>
                    <a:pt x="600504" y="5625"/>
                  </a:lnTo>
                  <a:lnTo>
                    <a:pt x="650203" y="10988"/>
                  </a:lnTo>
                  <a:lnTo>
                    <a:pt x="714795" y="18805"/>
                  </a:lnTo>
                  <a:lnTo>
                    <a:pt x="791509" y="29292"/>
                  </a:lnTo>
                  <a:lnTo>
                    <a:pt x="876471" y="42519"/>
                  </a:lnTo>
                  <a:lnTo>
                    <a:pt x="965519" y="58458"/>
                  </a:lnTo>
                  <a:lnTo>
                    <a:pt x="1054894" y="77046"/>
                  </a:lnTo>
                  <a:lnTo>
                    <a:pt x="1141672" y="98243"/>
                  </a:lnTo>
                  <a:lnTo>
                    <a:pt x="1223898" y="122084"/>
                  </a:lnTo>
                  <a:lnTo>
                    <a:pt x="1300523" y="148701"/>
                  </a:lnTo>
                  <a:lnTo>
                    <a:pt x="1371222" y="178343"/>
                  </a:lnTo>
                  <a:lnTo>
                    <a:pt x="1436202" y="211372"/>
                  </a:lnTo>
                  <a:lnTo>
                    <a:pt x="1496011" y="248255"/>
                  </a:lnTo>
                  <a:lnTo>
                    <a:pt x="1551402" y="289544"/>
                  </a:lnTo>
                  <a:lnTo>
                    <a:pt x="1603225" y="335838"/>
                  </a:lnTo>
                  <a:lnTo>
                    <a:pt x="1652344" y="387712"/>
                  </a:lnTo>
                  <a:lnTo>
                    <a:pt x="1699565" y="445599"/>
                  </a:lnTo>
                  <a:lnTo>
                    <a:pt x="1719082" y="471859"/>
                  </a:lnTo>
                  <a:lnTo>
                    <a:pt x="1754554" y="522989"/>
                  </a:lnTo>
                  <a:lnTo>
                    <a:pt x="1789693" y="577876"/>
                  </a:lnTo>
                  <a:lnTo>
                    <a:pt x="1824713" y="636596"/>
                  </a:lnTo>
                  <a:lnTo>
                    <a:pt x="1859780" y="699165"/>
                  </a:lnTo>
                  <a:lnTo>
                    <a:pt x="1895020" y="765530"/>
                  </a:lnTo>
                  <a:lnTo>
                    <a:pt x="1930521" y="835562"/>
                  </a:lnTo>
                  <a:lnTo>
                    <a:pt x="1966336" y="909055"/>
                  </a:lnTo>
                  <a:lnTo>
                    <a:pt x="2002490" y="985725"/>
                  </a:lnTo>
                  <a:lnTo>
                    <a:pt x="2038976" y="1065205"/>
                  </a:lnTo>
                  <a:lnTo>
                    <a:pt x="2075763" y="1147059"/>
                  </a:lnTo>
                  <a:lnTo>
                    <a:pt x="2112800" y="1230782"/>
                  </a:lnTo>
                  <a:lnTo>
                    <a:pt x="2150019" y="1315818"/>
                  </a:lnTo>
                  <a:lnTo>
                    <a:pt x="2187340" y="1401573"/>
                  </a:lnTo>
                  <a:lnTo>
                    <a:pt x="2224674" y="1487428"/>
                  </a:lnTo>
                  <a:lnTo>
                    <a:pt x="2261936" y="1572765"/>
                  </a:lnTo>
                  <a:lnTo>
                    <a:pt x="2299040" y="1656980"/>
                  </a:lnTo>
                  <a:lnTo>
                    <a:pt x="2335916" y="1739502"/>
                  </a:lnTo>
                  <a:lnTo>
                    <a:pt x="2372504" y="1819807"/>
                  </a:lnTo>
                  <a:lnTo>
                    <a:pt x="2408768" y="1897437"/>
                  </a:lnTo>
                  <a:lnTo>
                    <a:pt x="2444693" y="1972001"/>
                  </a:lnTo>
                  <a:lnTo>
                    <a:pt x="2480292" y="2043188"/>
                  </a:lnTo>
                  <a:lnTo>
                    <a:pt x="2515609" y="2110766"/>
                  </a:lnTo>
                  <a:lnTo>
                    <a:pt x="2550720" y="2174582"/>
                  </a:lnTo>
                  <a:lnTo>
                    <a:pt x="2585739" y="2234559"/>
                  </a:lnTo>
                  <a:lnTo>
                    <a:pt x="2620819" y="2290690"/>
                  </a:lnTo>
                  <a:lnTo>
                    <a:pt x="2656155" y="2343033"/>
                  </a:lnTo>
                  <a:lnTo>
                    <a:pt x="2667772" y="2359298"/>
                  </a:lnTo>
                  <a:lnTo>
                    <a:pt x="2714404" y="2419777"/>
                  </a:lnTo>
                  <a:lnTo>
                    <a:pt x="2762630" y="2474149"/>
                  </a:lnTo>
                  <a:lnTo>
                    <a:pt x="2813208" y="2522731"/>
                  </a:lnTo>
                  <a:lnTo>
                    <a:pt x="2866989" y="2566057"/>
                  </a:lnTo>
                  <a:lnTo>
                    <a:pt x="2924835" y="2604727"/>
                  </a:lnTo>
                  <a:lnTo>
                    <a:pt x="2987552" y="2639320"/>
                  </a:lnTo>
                  <a:lnTo>
                    <a:pt x="3055790" y="2670340"/>
                  </a:lnTo>
                  <a:lnTo>
                    <a:pt x="3129920" y="2698196"/>
                  </a:lnTo>
                  <a:lnTo>
                    <a:pt x="3209865" y="2723185"/>
                  </a:lnTo>
                  <a:lnTo>
                    <a:pt x="3294906" y="2745488"/>
                  </a:lnTo>
                  <a:lnTo>
                    <a:pt x="3383486" y="2765178"/>
                  </a:lnTo>
                  <a:lnTo>
                    <a:pt x="3473088" y="2782242"/>
                  </a:lnTo>
                  <a:lnTo>
                    <a:pt x="3560271" y="2796620"/>
                  </a:lnTo>
                  <a:lnTo>
                    <a:pt x="3640972" y="2808261"/>
                  </a:lnTo>
                  <a:lnTo>
                    <a:pt x="3711097" y="2817187"/>
                  </a:lnTo>
                  <a:lnTo>
                    <a:pt x="3767313" y="2823549"/>
                  </a:lnTo>
                  <a:lnTo>
                    <a:pt x="3807823" y="2827650"/>
                  </a:lnTo>
                  <a:lnTo>
                    <a:pt x="3832872" y="2829929"/>
                  </a:lnTo>
                  <a:lnTo>
                    <a:pt x="3844843" y="2830913"/>
                  </a:lnTo>
                  <a:lnTo>
                    <a:pt x="3848028" y="2831151"/>
                  </a:lnTo>
                  <a:lnTo>
                    <a:pt x="3848118" y="2831157"/>
                  </a:lnTo>
                  <a:lnTo>
                    <a:pt x="4386855" y="2831157"/>
                  </a:lnTo>
                  <a:lnTo>
                    <a:pt x="4388146" y="2831131"/>
                  </a:lnTo>
                  <a:lnTo>
                    <a:pt x="4396569" y="2830943"/>
                  </a:lnTo>
                  <a:lnTo>
                    <a:pt x="4417573" y="2830425"/>
                  </a:lnTo>
                  <a:lnTo>
                    <a:pt x="4454541" y="2829408"/>
                  </a:lnTo>
                  <a:lnTo>
                    <a:pt x="4508464" y="2827745"/>
                  </a:lnTo>
                  <a:lnTo>
                    <a:pt x="4577923" y="2825330"/>
                  </a:lnTo>
                  <a:lnTo>
                    <a:pt x="4659559" y="2822106"/>
                  </a:lnTo>
                  <a:lnTo>
                    <a:pt x="4748943" y="2818059"/>
                  </a:lnTo>
                  <a:lnTo>
                    <a:pt x="4841523" y="2813201"/>
                  </a:lnTo>
                  <a:lnTo>
                    <a:pt x="4933379" y="2807553"/>
                  </a:lnTo>
                  <a:lnTo>
                    <a:pt x="5021622" y="2801121"/>
                  </a:lnTo>
                  <a:lnTo>
                    <a:pt x="5104468" y="2793882"/>
                  </a:lnTo>
                  <a:lnTo>
                    <a:pt x="5181096" y="2785782"/>
                  </a:lnTo>
                  <a:lnTo>
                    <a:pt x="5251428" y="2776729"/>
                  </a:lnTo>
                  <a:lnTo>
                    <a:pt x="5315888" y="2766593"/>
                  </a:lnTo>
                  <a:lnTo>
                    <a:pt x="5375214" y="2755216"/>
                  </a:lnTo>
                  <a:lnTo>
                    <a:pt x="5430307" y="2742416"/>
                  </a:lnTo>
                  <a:lnTo>
                    <a:pt x="5482127" y="2728009"/>
                  </a:lnTo>
                  <a:lnTo>
                    <a:pt x="5531600" y="2711836"/>
                  </a:lnTo>
                  <a:lnTo>
                    <a:pt x="5567201" y="2698674"/>
                  </a:lnTo>
                  <a:lnTo>
                    <a:pt x="5616554" y="2678370"/>
                  </a:lnTo>
                  <a:lnTo>
                    <a:pt x="5665427" y="2655997"/>
                  </a:lnTo>
                  <a:lnTo>
                    <a:pt x="5714325" y="2631526"/>
                  </a:lnTo>
                  <a:lnTo>
                    <a:pt x="5763589" y="2604996"/>
                  </a:lnTo>
                  <a:lnTo>
                    <a:pt x="5813423" y="2576527"/>
                  </a:lnTo>
                  <a:lnTo>
                    <a:pt x="5863910" y="2546323"/>
                  </a:lnTo>
                  <a:lnTo>
                    <a:pt x="5915022" y="2514671"/>
                  </a:lnTo>
                  <a:lnTo>
                    <a:pt x="5966645" y="2481932"/>
                  </a:lnTo>
                  <a:lnTo>
                    <a:pt x="6018597" y="2448526"/>
                  </a:lnTo>
                  <a:lnTo>
                    <a:pt x="6070653" y="2414913"/>
                  </a:lnTo>
                  <a:lnTo>
                    <a:pt x="6122577" y="2381564"/>
                  </a:lnTo>
                  <a:lnTo>
                    <a:pt x="6174148" y="2348932"/>
                  </a:lnTo>
                  <a:lnTo>
                    <a:pt x="6225190" y="2317434"/>
                  </a:lnTo>
                  <a:lnTo>
                    <a:pt x="6275599" y="2287422"/>
                  </a:lnTo>
                  <a:lnTo>
                    <a:pt x="6325360" y="2259173"/>
                  </a:lnTo>
                  <a:lnTo>
                    <a:pt x="6374567" y="2232882"/>
                  </a:lnTo>
                  <a:lnTo>
                    <a:pt x="6423441" y="2208659"/>
                  </a:lnTo>
                  <a:lnTo>
                    <a:pt x="6472342" y="2186534"/>
                  </a:lnTo>
                  <a:lnTo>
                    <a:pt x="6515891" y="2168739"/>
                  </a:lnTo>
                  <a:lnTo>
                    <a:pt x="6564157" y="2151203"/>
                  </a:lnTo>
                  <a:lnTo>
                    <a:pt x="6614155" y="2135500"/>
                  </a:lnTo>
                  <a:lnTo>
                    <a:pt x="6666733" y="2121527"/>
                  </a:lnTo>
                  <a:lnTo>
                    <a:pt x="6722833" y="2109114"/>
                  </a:lnTo>
                  <a:lnTo>
                    <a:pt x="6783410" y="2098076"/>
                  </a:lnTo>
                  <a:lnTo>
                    <a:pt x="6849333" y="2088236"/>
                  </a:lnTo>
                  <a:lnTo>
                    <a:pt x="6921274" y="2079440"/>
                  </a:lnTo>
                  <a:lnTo>
                    <a:pt x="6999550" y="2071572"/>
                  </a:lnTo>
                  <a:lnTo>
                    <a:pt x="7083911" y="2064546"/>
                  </a:lnTo>
                  <a:lnTo>
                    <a:pt x="7173307" y="2058318"/>
                  </a:lnTo>
                  <a:lnTo>
                    <a:pt x="7265673" y="2052874"/>
                  </a:lnTo>
                  <a:lnTo>
                    <a:pt x="7357836" y="2048225"/>
                  </a:lnTo>
                  <a:lnTo>
                    <a:pt x="7445656" y="2044390"/>
                  </a:lnTo>
                  <a:lnTo>
                    <a:pt x="7524532" y="2041379"/>
                  </a:lnTo>
                  <a:lnTo>
                    <a:pt x="7590215" y="2039167"/>
                  </a:lnTo>
                  <a:lnTo>
                    <a:pt x="7639781" y="2037684"/>
                  </a:lnTo>
                  <a:lnTo>
                    <a:pt x="7672409" y="2036812"/>
                  </a:lnTo>
                  <a:lnTo>
                    <a:pt x="7689732" y="2036396"/>
                  </a:lnTo>
                  <a:lnTo>
                    <a:pt x="7695705" y="2036266"/>
                  </a:lnTo>
                  <a:lnTo>
                    <a:pt x="7696237" y="2036255"/>
                  </a:lnTo>
                  <a:lnTo>
                    <a:pt x="8234974" y="20362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546595" y="3216831"/>
              <a:ext cx="8234974" cy="2831157"/>
            </a:xfrm>
            <a:custGeom>
              <a:avLst/>
              <a:pathLst>
                <a:path w="8234974" h="2831157">
                  <a:moveTo>
                    <a:pt x="8234974" y="2036255"/>
                  </a:moveTo>
                  <a:lnTo>
                    <a:pt x="7696237" y="2036255"/>
                  </a:lnTo>
                  <a:lnTo>
                    <a:pt x="7694946" y="2036282"/>
                  </a:lnTo>
                  <a:lnTo>
                    <a:pt x="7686523" y="2036469"/>
                  </a:lnTo>
                  <a:lnTo>
                    <a:pt x="7665519" y="2036988"/>
                  </a:lnTo>
                  <a:lnTo>
                    <a:pt x="7628552" y="2038005"/>
                  </a:lnTo>
                  <a:lnTo>
                    <a:pt x="7574629" y="2039668"/>
                  </a:lnTo>
                  <a:lnTo>
                    <a:pt x="7505170" y="2042082"/>
                  </a:lnTo>
                  <a:lnTo>
                    <a:pt x="7423533" y="2045306"/>
                  </a:lnTo>
                  <a:lnTo>
                    <a:pt x="7334149" y="2049354"/>
                  </a:lnTo>
                  <a:lnTo>
                    <a:pt x="7241570" y="2054211"/>
                  </a:lnTo>
                  <a:lnTo>
                    <a:pt x="7149714" y="2059859"/>
                  </a:lnTo>
                  <a:lnTo>
                    <a:pt x="7061470" y="2066292"/>
                  </a:lnTo>
                  <a:lnTo>
                    <a:pt x="6978625" y="2073530"/>
                  </a:lnTo>
                  <a:lnTo>
                    <a:pt x="6901996" y="2081630"/>
                  </a:lnTo>
                  <a:lnTo>
                    <a:pt x="6831665" y="2090684"/>
                  </a:lnTo>
                  <a:lnTo>
                    <a:pt x="6767205" y="2100819"/>
                  </a:lnTo>
                  <a:lnTo>
                    <a:pt x="6707879" y="2112197"/>
                  </a:lnTo>
                  <a:lnTo>
                    <a:pt x="6652786" y="2124996"/>
                  </a:lnTo>
                  <a:lnTo>
                    <a:pt x="6600966" y="2139404"/>
                  </a:lnTo>
                  <a:lnTo>
                    <a:pt x="6551493" y="2155577"/>
                  </a:lnTo>
                  <a:lnTo>
                    <a:pt x="6515891" y="2168739"/>
                  </a:lnTo>
                  <a:lnTo>
                    <a:pt x="6466539" y="2189043"/>
                  </a:lnTo>
                  <a:lnTo>
                    <a:pt x="6417665" y="2211415"/>
                  </a:lnTo>
                  <a:lnTo>
                    <a:pt x="6368768" y="2235887"/>
                  </a:lnTo>
                  <a:lnTo>
                    <a:pt x="6319504" y="2262417"/>
                  </a:lnTo>
                  <a:lnTo>
                    <a:pt x="6269669" y="2290886"/>
                  </a:lnTo>
                  <a:lnTo>
                    <a:pt x="6219182" y="2321089"/>
                  </a:lnTo>
                  <a:lnTo>
                    <a:pt x="6168070" y="2352742"/>
                  </a:lnTo>
                  <a:lnTo>
                    <a:pt x="6116447" y="2385481"/>
                  </a:lnTo>
                  <a:lnTo>
                    <a:pt x="6064496" y="2418886"/>
                  </a:lnTo>
                  <a:lnTo>
                    <a:pt x="6012440" y="2452499"/>
                  </a:lnTo>
                  <a:lnTo>
                    <a:pt x="5960516" y="2485849"/>
                  </a:lnTo>
                  <a:lnTo>
                    <a:pt x="5908945" y="2518481"/>
                  </a:lnTo>
                  <a:lnTo>
                    <a:pt x="5857902" y="2549979"/>
                  </a:lnTo>
                  <a:lnTo>
                    <a:pt x="5807493" y="2579991"/>
                  </a:lnTo>
                  <a:lnTo>
                    <a:pt x="5757733" y="2608239"/>
                  </a:lnTo>
                  <a:lnTo>
                    <a:pt x="5708525" y="2634530"/>
                  </a:lnTo>
                  <a:lnTo>
                    <a:pt x="5659651" y="2658754"/>
                  </a:lnTo>
                  <a:lnTo>
                    <a:pt x="5610751" y="2680879"/>
                  </a:lnTo>
                  <a:lnTo>
                    <a:pt x="5567201" y="2698674"/>
                  </a:lnTo>
                  <a:lnTo>
                    <a:pt x="5518935" y="2716210"/>
                  </a:lnTo>
                  <a:lnTo>
                    <a:pt x="5468937" y="2731913"/>
                  </a:lnTo>
                  <a:lnTo>
                    <a:pt x="5416360" y="2745886"/>
                  </a:lnTo>
                  <a:lnTo>
                    <a:pt x="5360259" y="2758298"/>
                  </a:lnTo>
                  <a:lnTo>
                    <a:pt x="5299683" y="2769336"/>
                  </a:lnTo>
                  <a:lnTo>
                    <a:pt x="5233760" y="2779177"/>
                  </a:lnTo>
                  <a:lnTo>
                    <a:pt x="5161818" y="2787972"/>
                  </a:lnTo>
                  <a:lnTo>
                    <a:pt x="5083542" y="2795841"/>
                  </a:lnTo>
                  <a:lnTo>
                    <a:pt x="4999182" y="2802866"/>
                  </a:lnTo>
                  <a:lnTo>
                    <a:pt x="4909786" y="2809095"/>
                  </a:lnTo>
                  <a:lnTo>
                    <a:pt x="4817419" y="2814539"/>
                  </a:lnTo>
                  <a:lnTo>
                    <a:pt x="4725257" y="2819188"/>
                  </a:lnTo>
                  <a:lnTo>
                    <a:pt x="4637436" y="2823022"/>
                  </a:lnTo>
                  <a:lnTo>
                    <a:pt x="4558561" y="2826033"/>
                  </a:lnTo>
                  <a:lnTo>
                    <a:pt x="4492877" y="2828245"/>
                  </a:lnTo>
                  <a:lnTo>
                    <a:pt x="4443312" y="2829728"/>
                  </a:lnTo>
                  <a:lnTo>
                    <a:pt x="4410684" y="2830601"/>
                  </a:lnTo>
                  <a:lnTo>
                    <a:pt x="4393360" y="2831017"/>
                  </a:lnTo>
                  <a:lnTo>
                    <a:pt x="4387388" y="2831147"/>
                  </a:lnTo>
                  <a:lnTo>
                    <a:pt x="4386855" y="2831157"/>
                  </a:lnTo>
                  <a:lnTo>
                    <a:pt x="3848118" y="2831157"/>
                  </a:lnTo>
                  <a:lnTo>
                    <a:pt x="3846950" y="2831073"/>
                  </a:lnTo>
                  <a:lnTo>
                    <a:pt x="3839308" y="2830470"/>
                  </a:lnTo>
                  <a:lnTo>
                    <a:pt x="3820184" y="2828804"/>
                  </a:lnTo>
                  <a:lnTo>
                    <a:pt x="3786351" y="2825532"/>
                  </a:lnTo>
                  <a:lnTo>
                    <a:pt x="3736651" y="2820169"/>
                  </a:lnTo>
                  <a:lnTo>
                    <a:pt x="3672060" y="2812352"/>
                  </a:lnTo>
                  <a:lnTo>
                    <a:pt x="3595346" y="2801865"/>
                  </a:lnTo>
                  <a:lnTo>
                    <a:pt x="3510383" y="2788638"/>
                  </a:lnTo>
                  <a:lnTo>
                    <a:pt x="3421336" y="2772699"/>
                  </a:lnTo>
                  <a:lnTo>
                    <a:pt x="3331960" y="2754111"/>
                  </a:lnTo>
                  <a:lnTo>
                    <a:pt x="3245183" y="2732913"/>
                  </a:lnTo>
                  <a:lnTo>
                    <a:pt x="3162956" y="2709073"/>
                  </a:lnTo>
                  <a:lnTo>
                    <a:pt x="3086332" y="2682456"/>
                  </a:lnTo>
                  <a:lnTo>
                    <a:pt x="3015632" y="2652814"/>
                  </a:lnTo>
                  <a:lnTo>
                    <a:pt x="2950653" y="2619785"/>
                  </a:lnTo>
                  <a:lnTo>
                    <a:pt x="2890844" y="2582901"/>
                  </a:lnTo>
                  <a:lnTo>
                    <a:pt x="2835452" y="2541612"/>
                  </a:lnTo>
                  <a:lnTo>
                    <a:pt x="2783629" y="2495319"/>
                  </a:lnTo>
                  <a:lnTo>
                    <a:pt x="2734511" y="2443445"/>
                  </a:lnTo>
                  <a:lnTo>
                    <a:pt x="2687290" y="2385558"/>
                  </a:lnTo>
                  <a:lnTo>
                    <a:pt x="2667772" y="2359298"/>
                  </a:lnTo>
                  <a:lnTo>
                    <a:pt x="2632300" y="2308168"/>
                  </a:lnTo>
                  <a:lnTo>
                    <a:pt x="2597161" y="2253281"/>
                  </a:lnTo>
                  <a:lnTo>
                    <a:pt x="2562142" y="2194561"/>
                  </a:lnTo>
                  <a:lnTo>
                    <a:pt x="2527075" y="2131991"/>
                  </a:lnTo>
                  <a:lnTo>
                    <a:pt x="2491835" y="2065627"/>
                  </a:lnTo>
                  <a:lnTo>
                    <a:pt x="2456334" y="1995595"/>
                  </a:lnTo>
                  <a:lnTo>
                    <a:pt x="2420518" y="1922101"/>
                  </a:lnTo>
                  <a:lnTo>
                    <a:pt x="2384365" y="1845432"/>
                  </a:lnTo>
                  <a:lnTo>
                    <a:pt x="2347879" y="1765952"/>
                  </a:lnTo>
                  <a:lnTo>
                    <a:pt x="2311092" y="1684098"/>
                  </a:lnTo>
                  <a:lnTo>
                    <a:pt x="2274054" y="1600375"/>
                  </a:lnTo>
                  <a:lnTo>
                    <a:pt x="2236835" y="1515338"/>
                  </a:lnTo>
                  <a:lnTo>
                    <a:pt x="2199515" y="1429584"/>
                  </a:lnTo>
                  <a:lnTo>
                    <a:pt x="2162180" y="1343729"/>
                  </a:lnTo>
                  <a:lnTo>
                    <a:pt x="2124919" y="1258391"/>
                  </a:lnTo>
                  <a:lnTo>
                    <a:pt x="2087814" y="1174177"/>
                  </a:lnTo>
                  <a:lnTo>
                    <a:pt x="2050939" y="1091655"/>
                  </a:lnTo>
                  <a:lnTo>
                    <a:pt x="2014350" y="1011349"/>
                  </a:lnTo>
                  <a:lnTo>
                    <a:pt x="1978086" y="933720"/>
                  </a:lnTo>
                  <a:lnTo>
                    <a:pt x="1942162" y="859155"/>
                  </a:lnTo>
                  <a:lnTo>
                    <a:pt x="1906563" y="787968"/>
                  </a:lnTo>
                  <a:lnTo>
                    <a:pt x="1871246" y="720390"/>
                  </a:lnTo>
                  <a:lnTo>
                    <a:pt x="1836134" y="656574"/>
                  </a:lnTo>
                  <a:lnTo>
                    <a:pt x="1801115" y="596598"/>
                  </a:lnTo>
                  <a:lnTo>
                    <a:pt x="1766036" y="540466"/>
                  </a:lnTo>
                  <a:lnTo>
                    <a:pt x="1730699" y="488124"/>
                  </a:lnTo>
                  <a:lnTo>
                    <a:pt x="1719082" y="471859"/>
                  </a:lnTo>
                  <a:lnTo>
                    <a:pt x="1672450" y="411380"/>
                  </a:lnTo>
                  <a:lnTo>
                    <a:pt x="1624225" y="357008"/>
                  </a:lnTo>
                  <a:lnTo>
                    <a:pt x="1573646" y="308426"/>
                  </a:lnTo>
                  <a:lnTo>
                    <a:pt x="1519866" y="265100"/>
                  </a:lnTo>
                  <a:lnTo>
                    <a:pt x="1462019" y="226429"/>
                  </a:lnTo>
                  <a:lnTo>
                    <a:pt x="1399302" y="191837"/>
                  </a:lnTo>
                  <a:lnTo>
                    <a:pt x="1331064" y="160817"/>
                  </a:lnTo>
                  <a:lnTo>
                    <a:pt x="1256935" y="132960"/>
                  </a:lnTo>
                  <a:lnTo>
                    <a:pt x="1176990" y="107972"/>
                  </a:lnTo>
                  <a:lnTo>
                    <a:pt x="1091949" y="85669"/>
                  </a:lnTo>
                  <a:lnTo>
                    <a:pt x="1003368" y="65979"/>
                  </a:lnTo>
                  <a:lnTo>
                    <a:pt x="913766" y="48915"/>
                  </a:lnTo>
                  <a:lnTo>
                    <a:pt x="826583" y="34537"/>
                  </a:lnTo>
                  <a:lnTo>
                    <a:pt x="745882" y="22896"/>
                  </a:lnTo>
                  <a:lnTo>
                    <a:pt x="675757" y="13970"/>
                  </a:lnTo>
                  <a:lnTo>
                    <a:pt x="619542" y="7608"/>
                  </a:lnTo>
                  <a:lnTo>
                    <a:pt x="579031" y="3507"/>
                  </a:lnTo>
                  <a:lnTo>
                    <a:pt x="553982" y="1228"/>
                  </a:lnTo>
                  <a:lnTo>
                    <a:pt x="542012" y="244"/>
                  </a:lnTo>
                  <a:lnTo>
                    <a:pt x="538827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7" name="pg227"/>
            <p:cNvSpPr/>
            <p:nvPr/>
          </p:nvSpPr>
          <p:spPr>
            <a:xfrm>
              <a:off x="546595" y="3222275"/>
              <a:ext cx="8234974" cy="2842046"/>
            </a:xfrm>
            <a:custGeom>
              <a:avLst/>
              <a:pathLst>
                <a:path w="8234974" h="2842046">
                  <a:moveTo>
                    <a:pt x="0" y="5444"/>
                  </a:moveTo>
                  <a:lnTo>
                    <a:pt x="538736" y="5444"/>
                  </a:lnTo>
                  <a:lnTo>
                    <a:pt x="539904" y="5529"/>
                  </a:lnTo>
                  <a:lnTo>
                    <a:pt x="547543" y="6132"/>
                  </a:lnTo>
                  <a:lnTo>
                    <a:pt x="566660" y="7801"/>
                  </a:lnTo>
                  <a:lnTo>
                    <a:pt x="600482" y="11078"/>
                  </a:lnTo>
                  <a:lnTo>
                    <a:pt x="650165" y="16449"/>
                  </a:lnTo>
                  <a:lnTo>
                    <a:pt x="714738" y="24279"/>
                  </a:lnTo>
                  <a:lnTo>
                    <a:pt x="791433" y="34782"/>
                  </a:lnTo>
                  <a:lnTo>
                    <a:pt x="876378" y="48029"/>
                  </a:lnTo>
                  <a:lnTo>
                    <a:pt x="965412" y="63994"/>
                  </a:lnTo>
                  <a:lnTo>
                    <a:pt x="1054777" y="82612"/>
                  </a:lnTo>
                  <a:lnTo>
                    <a:pt x="1141548" y="103844"/>
                  </a:lnTo>
                  <a:lnTo>
                    <a:pt x="1223772" y="127723"/>
                  </a:lnTo>
                  <a:lnTo>
                    <a:pt x="1300396" y="154383"/>
                  </a:lnTo>
                  <a:lnTo>
                    <a:pt x="1371096" y="184073"/>
                  </a:lnTo>
                  <a:lnTo>
                    <a:pt x="1436078" y="217154"/>
                  </a:lnTo>
                  <a:lnTo>
                    <a:pt x="1495889" y="254095"/>
                  </a:lnTo>
                  <a:lnTo>
                    <a:pt x="1551282" y="295447"/>
                  </a:lnTo>
                  <a:lnTo>
                    <a:pt x="1603105" y="341811"/>
                  </a:lnTo>
                  <a:lnTo>
                    <a:pt x="1652223" y="393764"/>
                  </a:lnTo>
                  <a:lnTo>
                    <a:pt x="1699441" y="451738"/>
                  </a:lnTo>
                  <a:lnTo>
                    <a:pt x="1719082" y="478211"/>
                  </a:lnTo>
                  <a:lnTo>
                    <a:pt x="1754527" y="529398"/>
                  </a:lnTo>
                  <a:lnTo>
                    <a:pt x="1789639" y="584344"/>
                  </a:lnTo>
                  <a:lnTo>
                    <a:pt x="1824632" y="643125"/>
                  </a:lnTo>
                  <a:lnTo>
                    <a:pt x="1859672" y="705756"/>
                  </a:lnTo>
                  <a:lnTo>
                    <a:pt x="1894884" y="772184"/>
                  </a:lnTo>
                  <a:lnTo>
                    <a:pt x="1930357" y="842282"/>
                  </a:lnTo>
                  <a:lnTo>
                    <a:pt x="1966143" y="915844"/>
                  </a:lnTo>
                  <a:lnTo>
                    <a:pt x="2002267" y="992585"/>
                  </a:lnTo>
                  <a:lnTo>
                    <a:pt x="2038723" y="1072140"/>
                  </a:lnTo>
                  <a:lnTo>
                    <a:pt x="2075480" y="1154073"/>
                  </a:lnTo>
                  <a:lnTo>
                    <a:pt x="2112487" y="1237880"/>
                  </a:lnTo>
                  <a:lnTo>
                    <a:pt x="2149676" y="1323005"/>
                  </a:lnTo>
                  <a:lnTo>
                    <a:pt x="2186967" y="1408854"/>
                  </a:lnTo>
                  <a:lnTo>
                    <a:pt x="2224274" y="1494811"/>
                  </a:lnTo>
                  <a:lnTo>
                    <a:pt x="2261508" y="1580256"/>
                  </a:lnTo>
                  <a:lnTo>
                    <a:pt x="2298586" y="1664585"/>
                  </a:lnTo>
                  <a:lnTo>
                    <a:pt x="2335437" y="1747227"/>
                  </a:lnTo>
                  <a:lnTo>
                    <a:pt x="2372002" y="1827658"/>
                  </a:lnTo>
                  <a:lnTo>
                    <a:pt x="2408242" y="1905418"/>
                  </a:lnTo>
                  <a:lnTo>
                    <a:pt x="2444144" y="1980117"/>
                  </a:lnTo>
                  <a:lnTo>
                    <a:pt x="2479721" y="2051442"/>
                  </a:lnTo>
                  <a:lnTo>
                    <a:pt x="2515015" y="2119159"/>
                  </a:lnTo>
                  <a:lnTo>
                    <a:pt x="2550102" y="2183114"/>
                  </a:lnTo>
                  <a:lnTo>
                    <a:pt x="2585095" y="2243230"/>
                  </a:lnTo>
                  <a:lnTo>
                    <a:pt x="2620144" y="2299498"/>
                  </a:lnTo>
                  <a:lnTo>
                    <a:pt x="2655447" y="2351974"/>
                  </a:lnTo>
                  <a:lnTo>
                    <a:pt x="2667772" y="2369279"/>
                  </a:lnTo>
                  <a:lnTo>
                    <a:pt x="2714398" y="2429867"/>
                  </a:lnTo>
                  <a:lnTo>
                    <a:pt x="2762617" y="2484338"/>
                  </a:lnTo>
                  <a:lnTo>
                    <a:pt x="2813188" y="2533008"/>
                  </a:lnTo>
                  <a:lnTo>
                    <a:pt x="2866959" y="2576414"/>
                  </a:lnTo>
                  <a:lnTo>
                    <a:pt x="2924795" y="2615157"/>
                  </a:lnTo>
                  <a:lnTo>
                    <a:pt x="2987500" y="2649814"/>
                  </a:lnTo>
                  <a:lnTo>
                    <a:pt x="3055724" y="2680892"/>
                  </a:lnTo>
                  <a:lnTo>
                    <a:pt x="3129838" y="2708802"/>
                  </a:lnTo>
                  <a:lnTo>
                    <a:pt x="3209766" y="2733838"/>
                  </a:lnTo>
                  <a:lnTo>
                    <a:pt x="3294790" y="2756184"/>
                  </a:lnTo>
                  <a:lnTo>
                    <a:pt x="3383356" y="2775913"/>
                  </a:lnTo>
                  <a:lnTo>
                    <a:pt x="3472947" y="2793012"/>
                  </a:lnTo>
                  <a:lnTo>
                    <a:pt x="3560126" y="2807420"/>
                  </a:lnTo>
                  <a:lnTo>
                    <a:pt x="3640831" y="2819087"/>
                  </a:lnTo>
                  <a:lnTo>
                    <a:pt x="3710971" y="2828034"/>
                  </a:lnTo>
                  <a:lnTo>
                    <a:pt x="3767210" y="2834412"/>
                  </a:lnTo>
                  <a:lnTo>
                    <a:pt x="3807750" y="2838525"/>
                  </a:lnTo>
                  <a:lnTo>
                    <a:pt x="3832829" y="2840812"/>
                  </a:lnTo>
                  <a:lnTo>
                    <a:pt x="3844826" y="2841800"/>
                  </a:lnTo>
                  <a:lnTo>
                    <a:pt x="3848118" y="2842046"/>
                  </a:lnTo>
                  <a:lnTo>
                    <a:pt x="4386855" y="2842046"/>
                  </a:lnTo>
                  <a:lnTo>
                    <a:pt x="4388156" y="2842036"/>
                  </a:lnTo>
                  <a:lnTo>
                    <a:pt x="4396644" y="2841965"/>
                  </a:lnTo>
                  <a:lnTo>
                    <a:pt x="4417804" y="2841768"/>
                  </a:lnTo>
                  <a:lnTo>
                    <a:pt x="4455031" y="2841382"/>
                  </a:lnTo>
                  <a:lnTo>
                    <a:pt x="4509300" y="2840751"/>
                  </a:lnTo>
                  <a:lnTo>
                    <a:pt x="4579153" y="2839834"/>
                  </a:lnTo>
                  <a:lnTo>
                    <a:pt x="4661184" y="2838611"/>
                  </a:lnTo>
                  <a:lnTo>
                    <a:pt x="4750915" y="2837076"/>
                  </a:lnTo>
                  <a:lnTo>
                    <a:pt x="4843766" y="2835234"/>
                  </a:lnTo>
                  <a:lnTo>
                    <a:pt x="4935808" y="2833093"/>
                  </a:lnTo>
                  <a:lnTo>
                    <a:pt x="5024154" y="2830655"/>
                  </a:lnTo>
                  <a:lnTo>
                    <a:pt x="5107037" y="2827911"/>
                  </a:lnTo>
                  <a:lnTo>
                    <a:pt x="5183658" y="2824840"/>
                  </a:lnTo>
                  <a:lnTo>
                    <a:pt x="5253955" y="2821407"/>
                  </a:lnTo>
                  <a:lnTo>
                    <a:pt x="5318373" y="2817561"/>
                  </a:lnTo>
                  <a:lnTo>
                    <a:pt x="5377662" y="2813243"/>
                  </a:lnTo>
                  <a:lnTo>
                    <a:pt x="5432738" y="2808382"/>
                  </a:lnTo>
                  <a:lnTo>
                    <a:pt x="5484566" y="2802910"/>
                  </a:lnTo>
                  <a:lnTo>
                    <a:pt x="5534078" y="2796767"/>
                  </a:lnTo>
                  <a:lnTo>
                    <a:pt x="5567201" y="2792138"/>
                  </a:lnTo>
                  <a:lnTo>
                    <a:pt x="5619431" y="2784016"/>
                  </a:lnTo>
                  <a:lnTo>
                    <a:pt x="5671161" y="2775020"/>
                  </a:lnTo>
                  <a:lnTo>
                    <a:pt x="5722969" y="2765138"/>
                  </a:lnTo>
                  <a:lnTo>
                    <a:pt x="5775238" y="2754393"/>
                  </a:lnTo>
                  <a:lnTo>
                    <a:pt x="5828178" y="2742847"/>
                  </a:lnTo>
                  <a:lnTo>
                    <a:pt x="5881851" y="2730601"/>
                  </a:lnTo>
                  <a:lnTo>
                    <a:pt x="5936189" y="2717793"/>
                  </a:lnTo>
                  <a:lnTo>
                    <a:pt x="5991023" y="2704598"/>
                  </a:lnTo>
                  <a:lnTo>
                    <a:pt x="6046110" y="2691211"/>
                  </a:lnTo>
                  <a:lnTo>
                    <a:pt x="6101174" y="2677842"/>
                  </a:lnTo>
                  <a:lnTo>
                    <a:pt x="6155941" y="2664697"/>
                  </a:lnTo>
                  <a:lnTo>
                    <a:pt x="6210178" y="2651972"/>
                  </a:lnTo>
                  <a:lnTo>
                    <a:pt x="6263731" y="2639833"/>
                  </a:lnTo>
                  <a:lnTo>
                    <a:pt x="6316552" y="2628414"/>
                  </a:lnTo>
                  <a:lnTo>
                    <a:pt x="6368726" y="2617809"/>
                  </a:lnTo>
                  <a:lnTo>
                    <a:pt x="6420490" y="2608073"/>
                  </a:lnTo>
                  <a:lnTo>
                    <a:pt x="6472256" y="2599223"/>
                  </a:lnTo>
                  <a:lnTo>
                    <a:pt x="6515891" y="2592505"/>
                  </a:lnTo>
                  <a:lnTo>
                    <a:pt x="6564289" y="2585882"/>
                  </a:lnTo>
                  <a:lnTo>
                    <a:pt x="6614430" y="2579954"/>
                  </a:lnTo>
                  <a:lnTo>
                    <a:pt x="6667170" y="2574680"/>
                  </a:lnTo>
                  <a:lnTo>
                    <a:pt x="6723459" y="2569997"/>
                  </a:lnTo>
                  <a:lnTo>
                    <a:pt x="6784258" y="2565833"/>
                  </a:lnTo>
                  <a:lnTo>
                    <a:pt x="6850443" y="2562122"/>
                  </a:lnTo>
                  <a:lnTo>
                    <a:pt x="6922688" y="2558806"/>
                  </a:lnTo>
                  <a:lnTo>
                    <a:pt x="7001302" y="2555841"/>
                  </a:lnTo>
                  <a:lnTo>
                    <a:pt x="7086019" y="2553194"/>
                  </a:lnTo>
                  <a:lnTo>
                    <a:pt x="7175761" y="2550849"/>
                  </a:lnTo>
                  <a:lnTo>
                    <a:pt x="7268419" y="2548801"/>
                  </a:lnTo>
                  <a:lnTo>
                    <a:pt x="7360759" y="2547055"/>
                  </a:lnTo>
                  <a:lnTo>
                    <a:pt x="7448589" y="2545617"/>
                  </a:lnTo>
                  <a:lnTo>
                    <a:pt x="7527265" y="2544491"/>
                  </a:lnTo>
                  <a:lnTo>
                    <a:pt x="7592538" y="2543666"/>
                  </a:lnTo>
                  <a:lnTo>
                    <a:pt x="7641529" y="2543117"/>
                  </a:lnTo>
                  <a:lnTo>
                    <a:pt x="7673512" y="2542796"/>
                  </a:lnTo>
                  <a:lnTo>
                    <a:pt x="7690242" y="2542645"/>
                  </a:lnTo>
                  <a:lnTo>
                    <a:pt x="7695806" y="2542600"/>
                  </a:lnTo>
                  <a:lnTo>
                    <a:pt x="7696237" y="2542597"/>
                  </a:lnTo>
                  <a:lnTo>
                    <a:pt x="8234974" y="2542597"/>
                  </a:lnTo>
                  <a:lnTo>
                    <a:pt x="8234974" y="2537152"/>
                  </a:lnTo>
                  <a:lnTo>
                    <a:pt x="7696237" y="2537152"/>
                  </a:lnTo>
                  <a:lnTo>
                    <a:pt x="7694936" y="2537162"/>
                  </a:lnTo>
                  <a:lnTo>
                    <a:pt x="7686448" y="2537234"/>
                  </a:lnTo>
                  <a:lnTo>
                    <a:pt x="7665288" y="2537431"/>
                  </a:lnTo>
                  <a:lnTo>
                    <a:pt x="7628062" y="2537817"/>
                  </a:lnTo>
                  <a:lnTo>
                    <a:pt x="7573793" y="2538448"/>
                  </a:lnTo>
                  <a:lnTo>
                    <a:pt x="7503939" y="2539365"/>
                  </a:lnTo>
                  <a:lnTo>
                    <a:pt x="7421909" y="2540588"/>
                  </a:lnTo>
                  <a:lnTo>
                    <a:pt x="7332177" y="2542123"/>
                  </a:lnTo>
                  <a:lnTo>
                    <a:pt x="7239326" y="2543965"/>
                  </a:lnTo>
                  <a:lnTo>
                    <a:pt x="7147285" y="2546106"/>
                  </a:lnTo>
                  <a:lnTo>
                    <a:pt x="7058938" y="2548544"/>
                  </a:lnTo>
                  <a:lnTo>
                    <a:pt x="6976055" y="2551288"/>
                  </a:lnTo>
                  <a:lnTo>
                    <a:pt x="6899435" y="2554359"/>
                  </a:lnTo>
                  <a:lnTo>
                    <a:pt x="6829137" y="2557792"/>
                  </a:lnTo>
                  <a:lnTo>
                    <a:pt x="6764720" y="2561638"/>
                  </a:lnTo>
                  <a:lnTo>
                    <a:pt x="6705430" y="2565956"/>
                  </a:lnTo>
                  <a:lnTo>
                    <a:pt x="6650354" y="2570816"/>
                  </a:lnTo>
                  <a:lnTo>
                    <a:pt x="6598526" y="2576289"/>
                  </a:lnTo>
                  <a:lnTo>
                    <a:pt x="6549015" y="2582432"/>
                  </a:lnTo>
                  <a:lnTo>
                    <a:pt x="6515891" y="2587061"/>
                  </a:lnTo>
                  <a:lnTo>
                    <a:pt x="6463661" y="2595183"/>
                  </a:lnTo>
                  <a:lnTo>
                    <a:pt x="6411932" y="2604179"/>
                  </a:lnTo>
                  <a:lnTo>
                    <a:pt x="6360123" y="2614061"/>
                  </a:lnTo>
                  <a:lnTo>
                    <a:pt x="6307855" y="2624806"/>
                  </a:lnTo>
                  <a:lnTo>
                    <a:pt x="6254914" y="2636352"/>
                  </a:lnTo>
                  <a:lnTo>
                    <a:pt x="6201241" y="2648598"/>
                  </a:lnTo>
                  <a:lnTo>
                    <a:pt x="6146903" y="2661405"/>
                  </a:lnTo>
                  <a:lnTo>
                    <a:pt x="6092070" y="2674601"/>
                  </a:lnTo>
                  <a:lnTo>
                    <a:pt x="6036982" y="2687988"/>
                  </a:lnTo>
                  <a:lnTo>
                    <a:pt x="5981918" y="2701357"/>
                  </a:lnTo>
                  <a:lnTo>
                    <a:pt x="5927152" y="2714501"/>
                  </a:lnTo>
                  <a:lnTo>
                    <a:pt x="5872915" y="2727227"/>
                  </a:lnTo>
                  <a:lnTo>
                    <a:pt x="5819362" y="2739366"/>
                  </a:lnTo>
                  <a:lnTo>
                    <a:pt x="5766540" y="2750785"/>
                  </a:lnTo>
                  <a:lnTo>
                    <a:pt x="5714367" y="2761390"/>
                  </a:lnTo>
                  <a:lnTo>
                    <a:pt x="5662603" y="2771126"/>
                  </a:lnTo>
                  <a:lnTo>
                    <a:pt x="5610836" y="2779976"/>
                  </a:lnTo>
                  <a:lnTo>
                    <a:pt x="5567201" y="2786694"/>
                  </a:lnTo>
                  <a:lnTo>
                    <a:pt x="5518804" y="2793316"/>
                  </a:lnTo>
                  <a:lnTo>
                    <a:pt x="5468662" y="2799245"/>
                  </a:lnTo>
                  <a:lnTo>
                    <a:pt x="5415923" y="2804519"/>
                  </a:lnTo>
                  <a:lnTo>
                    <a:pt x="5359633" y="2809202"/>
                  </a:lnTo>
                  <a:lnTo>
                    <a:pt x="5298834" y="2813366"/>
                  </a:lnTo>
                  <a:lnTo>
                    <a:pt x="5232649" y="2817077"/>
                  </a:lnTo>
                  <a:lnTo>
                    <a:pt x="5160404" y="2820392"/>
                  </a:lnTo>
                  <a:lnTo>
                    <a:pt x="5081791" y="2823358"/>
                  </a:lnTo>
                  <a:lnTo>
                    <a:pt x="4997073" y="2826005"/>
                  </a:lnTo>
                  <a:lnTo>
                    <a:pt x="4907331" y="2828350"/>
                  </a:lnTo>
                  <a:lnTo>
                    <a:pt x="4814674" y="2830398"/>
                  </a:lnTo>
                  <a:lnTo>
                    <a:pt x="4722333" y="2832144"/>
                  </a:lnTo>
                  <a:lnTo>
                    <a:pt x="4634503" y="2833582"/>
                  </a:lnTo>
                  <a:lnTo>
                    <a:pt x="4555827" y="2834708"/>
                  </a:lnTo>
                  <a:lnTo>
                    <a:pt x="4490554" y="2835532"/>
                  </a:lnTo>
                  <a:lnTo>
                    <a:pt x="4441564" y="2836082"/>
                  </a:lnTo>
                  <a:lnTo>
                    <a:pt x="4409581" y="2836403"/>
                  </a:lnTo>
                  <a:lnTo>
                    <a:pt x="4392851" y="2836553"/>
                  </a:lnTo>
                  <a:lnTo>
                    <a:pt x="4387286" y="2836599"/>
                  </a:lnTo>
                  <a:lnTo>
                    <a:pt x="4386855" y="2836602"/>
                  </a:lnTo>
                  <a:lnTo>
                    <a:pt x="3848118" y="2836602"/>
                  </a:lnTo>
                  <a:lnTo>
                    <a:pt x="3846951" y="2836517"/>
                  </a:lnTo>
                  <a:lnTo>
                    <a:pt x="3839311" y="2835914"/>
                  </a:lnTo>
                  <a:lnTo>
                    <a:pt x="3820194" y="2834245"/>
                  </a:lnTo>
                  <a:lnTo>
                    <a:pt x="3786373" y="2830968"/>
                  </a:lnTo>
                  <a:lnTo>
                    <a:pt x="3736689" y="2825597"/>
                  </a:lnTo>
                  <a:lnTo>
                    <a:pt x="3672117" y="2817767"/>
                  </a:lnTo>
                  <a:lnTo>
                    <a:pt x="3595421" y="2807264"/>
                  </a:lnTo>
                  <a:lnTo>
                    <a:pt x="3510476" y="2794016"/>
                  </a:lnTo>
                  <a:lnTo>
                    <a:pt x="3421443" y="2778051"/>
                  </a:lnTo>
                  <a:lnTo>
                    <a:pt x="3332078" y="2759434"/>
                  </a:lnTo>
                  <a:lnTo>
                    <a:pt x="3245306" y="2738202"/>
                  </a:lnTo>
                  <a:lnTo>
                    <a:pt x="3163083" y="2714323"/>
                  </a:lnTo>
                  <a:lnTo>
                    <a:pt x="3086459" y="2687663"/>
                  </a:lnTo>
                  <a:lnTo>
                    <a:pt x="3015758" y="2657973"/>
                  </a:lnTo>
                  <a:lnTo>
                    <a:pt x="2950777" y="2624892"/>
                  </a:lnTo>
                  <a:lnTo>
                    <a:pt x="2890966" y="2587951"/>
                  </a:lnTo>
                  <a:lnTo>
                    <a:pt x="2835573" y="2546599"/>
                  </a:lnTo>
                  <a:lnTo>
                    <a:pt x="2783749" y="2500235"/>
                  </a:lnTo>
                  <a:lnTo>
                    <a:pt x="2734632" y="2448282"/>
                  </a:lnTo>
                  <a:lnTo>
                    <a:pt x="2687413" y="2390307"/>
                  </a:lnTo>
                  <a:lnTo>
                    <a:pt x="2667772" y="2363835"/>
                  </a:lnTo>
                  <a:lnTo>
                    <a:pt x="2632328" y="2312648"/>
                  </a:lnTo>
                  <a:lnTo>
                    <a:pt x="2597215" y="2257702"/>
                  </a:lnTo>
                  <a:lnTo>
                    <a:pt x="2562222" y="2198921"/>
                  </a:lnTo>
                  <a:lnTo>
                    <a:pt x="2527182" y="2136290"/>
                  </a:lnTo>
                  <a:lnTo>
                    <a:pt x="2491970" y="2069861"/>
                  </a:lnTo>
                  <a:lnTo>
                    <a:pt x="2456498" y="1999764"/>
                  </a:lnTo>
                  <a:lnTo>
                    <a:pt x="2420711" y="1926202"/>
                  </a:lnTo>
                  <a:lnTo>
                    <a:pt x="2384588" y="1849461"/>
                  </a:lnTo>
                  <a:lnTo>
                    <a:pt x="2348132" y="1769906"/>
                  </a:lnTo>
                  <a:lnTo>
                    <a:pt x="2311375" y="1687973"/>
                  </a:lnTo>
                  <a:lnTo>
                    <a:pt x="2274367" y="1604166"/>
                  </a:lnTo>
                  <a:lnTo>
                    <a:pt x="2237178" y="1519041"/>
                  </a:lnTo>
                  <a:lnTo>
                    <a:pt x="2199887" y="1433191"/>
                  </a:lnTo>
                  <a:lnTo>
                    <a:pt x="2162581" y="1347235"/>
                  </a:lnTo>
                  <a:lnTo>
                    <a:pt x="2125347" y="1261790"/>
                  </a:lnTo>
                  <a:lnTo>
                    <a:pt x="2088268" y="1177461"/>
                  </a:lnTo>
                  <a:lnTo>
                    <a:pt x="2051418" y="1094819"/>
                  </a:lnTo>
                  <a:lnTo>
                    <a:pt x="2014853" y="1014388"/>
                  </a:lnTo>
                  <a:lnTo>
                    <a:pt x="1978612" y="936628"/>
                  </a:lnTo>
                  <a:lnTo>
                    <a:pt x="1942710" y="861929"/>
                  </a:lnTo>
                  <a:lnTo>
                    <a:pt x="1907133" y="790604"/>
                  </a:lnTo>
                  <a:lnTo>
                    <a:pt x="1871839" y="722887"/>
                  </a:lnTo>
                  <a:lnTo>
                    <a:pt x="1836752" y="658932"/>
                  </a:lnTo>
                  <a:lnTo>
                    <a:pt x="1801760" y="598816"/>
                  </a:lnTo>
                  <a:lnTo>
                    <a:pt x="1766710" y="542548"/>
                  </a:lnTo>
                  <a:lnTo>
                    <a:pt x="1731408" y="490071"/>
                  </a:lnTo>
                  <a:lnTo>
                    <a:pt x="1719082" y="472767"/>
                  </a:lnTo>
                  <a:lnTo>
                    <a:pt x="1672457" y="412178"/>
                  </a:lnTo>
                  <a:lnTo>
                    <a:pt x="1624238" y="357708"/>
                  </a:lnTo>
                  <a:lnTo>
                    <a:pt x="1573667" y="309037"/>
                  </a:lnTo>
                  <a:lnTo>
                    <a:pt x="1519895" y="265631"/>
                  </a:lnTo>
                  <a:lnTo>
                    <a:pt x="1462059" y="226889"/>
                  </a:lnTo>
                  <a:lnTo>
                    <a:pt x="1399355" y="192232"/>
                  </a:lnTo>
                  <a:lnTo>
                    <a:pt x="1331130" y="161153"/>
                  </a:lnTo>
                  <a:lnTo>
                    <a:pt x="1257017" y="133244"/>
                  </a:lnTo>
                  <a:lnTo>
                    <a:pt x="1177089" y="108208"/>
                  </a:lnTo>
                  <a:lnTo>
                    <a:pt x="1092065" y="85862"/>
                  </a:lnTo>
                  <a:lnTo>
                    <a:pt x="1003499" y="66133"/>
                  </a:lnTo>
                  <a:lnTo>
                    <a:pt x="913908" y="49034"/>
                  </a:lnTo>
                  <a:lnTo>
                    <a:pt x="826729" y="34626"/>
                  </a:lnTo>
                  <a:lnTo>
                    <a:pt x="746023" y="22959"/>
                  </a:lnTo>
                  <a:lnTo>
                    <a:pt x="675884" y="14012"/>
                  </a:lnTo>
                  <a:lnTo>
                    <a:pt x="619645" y="7634"/>
                  </a:lnTo>
                  <a:lnTo>
                    <a:pt x="579105" y="3521"/>
                  </a:lnTo>
                  <a:lnTo>
                    <a:pt x="554025" y="1234"/>
                  </a:lnTo>
                  <a:lnTo>
                    <a:pt x="542029" y="24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546595" y="3227720"/>
              <a:ext cx="8234974" cy="2836602"/>
            </a:xfrm>
            <a:custGeom>
              <a:avLst/>
              <a:pathLst>
                <a:path w="8234974" h="2836602">
                  <a:moveTo>
                    <a:pt x="0" y="0"/>
                  </a:moveTo>
                  <a:lnTo>
                    <a:pt x="538736" y="0"/>
                  </a:lnTo>
                  <a:lnTo>
                    <a:pt x="539904" y="84"/>
                  </a:lnTo>
                  <a:lnTo>
                    <a:pt x="547543" y="687"/>
                  </a:lnTo>
                  <a:lnTo>
                    <a:pt x="566660" y="2356"/>
                  </a:lnTo>
                  <a:lnTo>
                    <a:pt x="600482" y="5634"/>
                  </a:lnTo>
                  <a:lnTo>
                    <a:pt x="650165" y="11005"/>
                  </a:lnTo>
                  <a:lnTo>
                    <a:pt x="714738" y="18834"/>
                  </a:lnTo>
                  <a:lnTo>
                    <a:pt x="791433" y="29337"/>
                  </a:lnTo>
                  <a:lnTo>
                    <a:pt x="876378" y="42585"/>
                  </a:lnTo>
                  <a:lnTo>
                    <a:pt x="965412" y="58550"/>
                  </a:lnTo>
                  <a:lnTo>
                    <a:pt x="1054777" y="77168"/>
                  </a:lnTo>
                  <a:lnTo>
                    <a:pt x="1141548" y="98399"/>
                  </a:lnTo>
                  <a:lnTo>
                    <a:pt x="1223772" y="122278"/>
                  </a:lnTo>
                  <a:lnTo>
                    <a:pt x="1300396" y="148938"/>
                  </a:lnTo>
                  <a:lnTo>
                    <a:pt x="1371096" y="178628"/>
                  </a:lnTo>
                  <a:lnTo>
                    <a:pt x="1436078" y="211709"/>
                  </a:lnTo>
                  <a:lnTo>
                    <a:pt x="1495889" y="248650"/>
                  </a:lnTo>
                  <a:lnTo>
                    <a:pt x="1551282" y="290003"/>
                  </a:lnTo>
                  <a:lnTo>
                    <a:pt x="1603105" y="336367"/>
                  </a:lnTo>
                  <a:lnTo>
                    <a:pt x="1652223" y="388319"/>
                  </a:lnTo>
                  <a:lnTo>
                    <a:pt x="1699441" y="446294"/>
                  </a:lnTo>
                  <a:lnTo>
                    <a:pt x="1719082" y="472767"/>
                  </a:lnTo>
                  <a:lnTo>
                    <a:pt x="1754527" y="523954"/>
                  </a:lnTo>
                  <a:lnTo>
                    <a:pt x="1789639" y="578900"/>
                  </a:lnTo>
                  <a:lnTo>
                    <a:pt x="1824632" y="637681"/>
                  </a:lnTo>
                  <a:lnTo>
                    <a:pt x="1859672" y="700312"/>
                  </a:lnTo>
                  <a:lnTo>
                    <a:pt x="1894884" y="766740"/>
                  </a:lnTo>
                  <a:lnTo>
                    <a:pt x="1930357" y="836838"/>
                  </a:lnTo>
                  <a:lnTo>
                    <a:pt x="1966143" y="910400"/>
                  </a:lnTo>
                  <a:lnTo>
                    <a:pt x="2002267" y="987140"/>
                  </a:lnTo>
                  <a:lnTo>
                    <a:pt x="2038723" y="1066695"/>
                  </a:lnTo>
                  <a:lnTo>
                    <a:pt x="2075480" y="1148628"/>
                  </a:lnTo>
                  <a:lnTo>
                    <a:pt x="2112487" y="1232435"/>
                  </a:lnTo>
                  <a:lnTo>
                    <a:pt x="2149676" y="1317561"/>
                  </a:lnTo>
                  <a:lnTo>
                    <a:pt x="2186967" y="1403410"/>
                  </a:lnTo>
                  <a:lnTo>
                    <a:pt x="2224274" y="1489367"/>
                  </a:lnTo>
                  <a:lnTo>
                    <a:pt x="2261508" y="1574812"/>
                  </a:lnTo>
                  <a:lnTo>
                    <a:pt x="2298586" y="1659141"/>
                  </a:lnTo>
                  <a:lnTo>
                    <a:pt x="2335437" y="1741782"/>
                  </a:lnTo>
                  <a:lnTo>
                    <a:pt x="2372002" y="1822214"/>
                  </a:lnTo>
                  <a:lnTo>
                    <a:pt x="2408242" y="1899974"/>
                  </a:lnTo>
                  <a:lnTo>
                    <a:pt x="2444144" y="1974673"/>
                  </a:lnTo>
                  <a:lnTo>
                    <a:pt x="2479721" y="2045997"/>
                  </a:lnTo>
                  <a:lnTo>
                    <a:pt x="2515015" y="2113714"/>
                  </a:lnTo>
                  <a:lnTo>
                    <a:pt x="2550102" y="2177670"/>
                  </a:lnTo>
                  <a:lnTo>
                    <a:pt x="2585095" y="2237785"/>
                  </a:lnTo>
                  <a:lnTo>
                    <a:pt x="2620144" y="2294053"/>
                  </a:lnTo>
                  <a:lnTo>
                    <a:pt x="2655447" y="2346530"/>
                  </a:lnTo>
                  <a:lnTo>
                    <a:pt x="2667772" y="2363835"/>
                  </a:lnTo>
                  <a:lnTo>
                    <a:pt x="2714398" y="2424423"/>
                  </a:lnTo>
                  <a:lnTo>
                    <a:pt x="2762617" y="2478893"/>
                  </a:lnTo>
                  <a:lnTo>
                    <a:pt x="2813188" y="2527564"/>
                  </a:lnTo>
                  <a:lnTo>
                    <a:pt x="2866959" y="2570970"/>
                  </a:lnTo>
                  <a:lnTo>
                    <a:pt x="2924795" y="2609712"/>
                  </a:lnTo>
                  <a:lnTo>
                    <a:pt x="2987500" y="2644369"/>
                  </a:lnTo>
                  <a:lnTo>
                    <a:pt x="3055724" y="2675448"/>
                  </a:lnTo>
                  <a:lnTo>
                    <a:pt x="3129838" y="2703357"/>
                  </a:lnTo>
                  <a:lnTo>
                    <a:pt x="3209766" y="2728394"/>
                  </a:lnTo>
                  <a:lnTo>
                    <a:pt x="3294790" y="2750740"/>
                  </a:lnTo>
                  <a:lnTo>
                    <a:pt x="3383356" y="2770469"/>
                  </a:lnTo>
                  <a:lnTo>
                    <a:pt x="3472947" y="2787567"/>
                  </a:lnTo>
                  <a:lnTo>
                    <a:pt x="3560126" y="2801976"/>
                  </a:lnTo>
                  <a:lnTo>
                    <a:pt x="3640831" y="2813642"/>
                  </a:lnTo>
                  <a:lnTo>
                    <a:pt x="3710971" y="2822589"/>
                  </a:lnTo>
                  <a:lnTo>
                    <a:pt x="3767210" y="2828968"/>
                  </a:lnTo>
                  <a:lnTo>
                    <a:pt x="3807750" y="2833080"/>
                  </a:lnTo>
                  <a:lnTo>
                    <a:pt x="3832829" y="2835368"/>
                  </a:lnTo>
                  <a:lnTo>
                    <a:pt x="3844826" y="2836356"/>
                  </a:lnTo>
                  <a:lnTo>
                    <a:pt x="3848026" y="2836595"/>
                  </a:lnTo>
                  <a:lnTo>
                    <a:pt x="3848118" y="2836602"/>
                  </a:lnTo>
                  <a:lnTo>
                    <a:pt x="4386855" y="2836602"/>
                  </a:lnTo>
                  <a:lnTo>
                    <a:pt x="4388156" y="2836592"/>
                  </a:lnTo>
                  <a:lnTo>
                    <a:pt x="4396644" y="2836521"/>
                  </a:lnTo>
                  <a:lnTo>
                    <a:pt x="4417804" y="2836324"/>
                  </a:lnTo>
                  <a:lnTo>
                    <a:pt x="4455031" y="2835937"/>
                  </a:lnTo>
                  <a:lnTo>
                    <a:pt x="4509300" y="2835306"/>
                  </a:lnTo>
                  <a:lnTo>
                    <a:pt x="4579153" y="2834390"/>
                  </a:lnTo>
                  <a:lnTo>
                    <a:pt x="4661184" y="2833166"/>
                  </a:lnTo>
                  <a:lnTo>
                    <a:pt x="4750915" y="2831631"/>
                  </a:lnTo>
                  <a:lnTo>
                    <a:pt x="4843766" y="2829790"/>
                  </a:lnTo>
                  <a:lnTo>
                    <a:pt x="4935808" y="2827649"/>
                  </a:lnTo>
                  <a:lnTo>
                    <a:pt x="5024154" y="2825210"/>
                  </a:lnTo>
                  <a:lnTo>
                    <a:pt x="5107037" y="2822467"/>
                  </a:lnTo>
                  <a:lnTo>
                    <a:pt x="5183658" y="2819396"/>
                  </a:lnTo>
                  <a:lnTo>
                    <a:pt x="5253955" y="2815962"/>
                  </a:lnTo>
                  <a:lnTo>
                    <a:pt x="5318373" y="2812116"/>
                  </a:lnTo>
                  <a:lnTo>
                    <a:pt x="5377662" y="2807798"/>
                  </a:lnTo>
                  <a:lnTo>
                    <a:pt x="5432738" y="2802938"/>
                  </a:lnTo>
                  <a:lnTo>
                    <a:pt x="5484566" y="2797465"/>
                  </a:lnTo>
                  <a:lnTo>
                    <a:pt x="5534078" y="2791322"/>
                  </a:lnTo>
                  <a:lnTo>
                    <a:pt x="5567201" y="2786694"/>
                  </a:lnTo>
                  <a:lnTo>
                    <a:pt x="5619431" y="2778572"/>
                  </a:lnTo>
                  <a:lnTo>
                    <a:pt x="5671161" y="2769575"/>
                  </a:lnTo>
                  <a:lnTo>
                    <a:pt x="5722969" y="2759693"/>
                  </a:lnTo>
                  <a:lnTo>
                    <a:pt x="5775238" y="2748948"/>
                  </a:lnTo>
                  <a:lnTo>
                    <a:pt x="5828178" y="2737402"/>
                  </a:lnTo>
                  <a:lnTo>
                    <a:pt x="5881851" y="2725156"/>
                  </a:lnTo>
                  <a:lnTo>
                    <a:pt x="5936189" y="2712349"/>
                  </a:lnTo>
                  <a:lnTo>
                    <a:pt x="5991023" y="2699154"/>
                  </a:lnTo>
                  <a:lnTo>
                    <a:pt x="6046110" y="2685767"/>
                  </a:lnTo>
                  <a:lnTo>
                    <a:pt x="6101174" y="2672397"/>
                  </a:lnTo>
                  <a:lnTo>
                    <a:pt x="6155941" y="2659253"/>
                  </a:lnTo>
                  <a:lnTo>
                    <a:pt x="6210178" y="2646528"/>
                  </a:lnTo>
                  <a:lnTo>
                    <a:pt x="6263731" y="2634389"/>
                  </a:lnTo>
                  <a:lnTo>
                    <a:pt x="6316552" y="2622969"/>
                  </a:lnTo>
                  <a:lnTo>
                    <a:pt x="6368726" y="2612364"/>
                  </a:lnTo>
                  <a:lnTo>
                    <a:pt x="6420490" y="2602628"/>
                  </a:lnTo>
                  <a:lnTo>
                    <a:pt x="6472256" y="2593778"/>
                  </a:lnTo>
                  <a:lnTo>
                    <a:pt x="6515891" y="2587061"/>
                  </a:lnTo>
                  <a:lnTo>
                    <a:pt x="6564289" y="2580438"/>
                  </a:lnTo>
                  <a:lnTo>
                    <a:pt x="6614430" y="2574509"/>
                  </a:lnTo>
                  <a:lnTo>
                    <a:pt x="6667170" y="2569235"/>
                  </a:lnTo>
                  <a:lnTo>
                    <a:pt x="6723459" y="2564552"/>
                  </a:lnTo>
                  <a:lnTo>
                    <a:pt x="6784258" y="2560388"/>
                  </a:lnTo>
                  <a:lnTo>
                    <a:pt x="6850443" y="2556678"/>
                  </a:lnTo>
                  <a:lnTo>
                    <a:pt x="6922688" y="2553362"/>
                  </a:lnTo>
                  <a:lnTo>
                    <a:pt x="7001302" y="2550396"/>
                  </a:lnTo>
                  <a:lnTo>
                    <a:pt x="7086019" y="2547750"/>
                  </a:lnTo>
                  <a:lnTo>
                    <a:pt x="7175761" y="2545405"/>
                  </a:lnTo>
                  <a:lnTo>
                    <a:pt x="7268419" y="2543357"/>
                  </a:lnTo>
                  <a:lnTo>
                    <a:pt x="7360759" y="2541610"/>
                  </a:lnTo>
                  <a:lnTo>
                    <a:pt x="7448589" y="2540172"/>
                  </a:lnTo>
                  <a:lnTo>
                    <a:pt x="7527265" y="2539046"/>
                  </a:lnTo>
                  <a:lnTo>
                    <a:pt x="7592538" y="2538222"/>
                  </a:lnTo>
                  <a:lnTo>
                    <a:pt x="7641529" y="2537672"/>
                  </a:lnTo>
                  <a:lnTo>
                    <a:pt x="7673512" y="2537352"/>
                  </a:lnTo>
                  <a:lnTo>
                    <a:pt x="7690242" y="2537201"/>
                  </a:lnTo>
                  <a:lnTo>
                    <a:pt x="7695806" y="2537156"/>
                  </a:lnTo>
                  <a:lnTo>
                    <a:pt x="7696237" y="2537152"/>
                  </a:lnTo>
                  <a:lnTo>
                    <a:pt x="8234974" y="25371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546595" y="3222275"/>
              <a:ext cx="8234974" cy="2836602"/>
            </a:xfrm>
            <a:custGeom>
              <a:avLst/>
              <a:pathLst>
                <a:path w="8234974" h="2836602">
                  <a:moveTo>
                    <a:pt x="8234974" y="2537152"/>
                  </a:moveTo>
                  <a:lnTo>
                    <a:pt x="7696237" y="2537152"/>
                  </a:lnTo>
                  <a:lnTo>
                    <a:pt x="7694936" y="2537162"/>
                  </a:lnTo>
                  <a:lnTo>
                    <a:pt x="7686448" y="2537234"/>
                  </a:lnTo>
                  <a:lnTo>
                    <a:pt x="7665288" y="2537431"/>
                  </a:lnTo>
                  <a:lnTo>
                    <a:pt x="7628062" y="2537817"/>
                  </a:lnTo>
                  <a:lnTo>
                    <a:pt x="7573793" y="2538448"/>
                  </a:lnTo>
                  <a:lnTo>
                    <a:pt x="7503939" y="2539365"/>
                  </a:lnTo>
                  <a:lnTo>
                    <a:pt x="7421909" y="2540588"/>
                  </a:lnTo>
                  <a:lnTo>
                    <a:pt x="7332177" y="2542123"/>
                  </a:lnTo>
                  <a:lnTo>
                    <a:pt x="7239326" y="2543965"/>
                  </a:lnTo>
                  <a:lnTo>
                    <a:pt x="7147285" y="2546106"/>
                  </a:lnTo>
                  <a:lnTo>
                    <a:pt x="7058938" y="2548544"/>
                  </a:lnTo>
                  <a:lnTo>
                    <a:pt x="6976055" y="2551288"/>
                  </a:lnTo>
                  <a:lnTo>
                    <a:pt x="6899435" y="2554359"/>
                  </a:lnTo>
                  <a:lnTo>
                    <a:pt x="6829137" y="2557792"/>
                  </a:lnTo>
                  <a:lnTo>
                    <a:pt x="6764720" y="2561638"/>
                  </a:lnTo>
                  <a:lnTo>
                    <a:pt x="6705430" y="2565956"/>
                  </a:lnTo>
                  <a:lnTo>
                    <a:pt x="6650354" y="2570816"/>
                  </a:lnTo>
                  <a:lnTo>
                    <a:pt x="6598526" y="2576289"/>
                  </a:lnTo>
                  <a:lnTo>
                    <a:pt x="6549015" y="2582432"/>
                  </a:lnTo>
                  <a:lnTo>
                    <a:pt x="6515891" y="2587061"/>
                  </a:lnTo>
                  <a:lnTo>
                    <a:pt x="6463661" y="2595183"/>
                  </a:lnTo>
                  <a:lnTo>
                    <a:pt x="6411932" y="2604179"/>
                  </a:lnTo>
                  <a:lnTo>
                    <a:pt x="6360123" y="2614061"/>
                  </a:lnTo>
                  <a:lnTo>
                    <a:pt x="6307855" y="2624806"/>
                  </a:lnTo>
                  <a:lnTo>
                    <a:pt x="6254914" y="2636352"/>
                  </a:lnTo>
                  <a:lnTo>
                    <a:pt x="6201241" y="2648598"/>
                  </a:lnTo>
                  <a:lnTo>
                    <a:pt x="6146903" y="2661405"/>
                  </a:lnTo>
                  <a:lnTo>
                    <a:pt x="6092070" y="2674601"/>
                  </a:lnTo>
                  <a:lnTo>
                    <a:pt x="6036982" y="2687988"/>
                  </a:lnTo>
                  <a:lnTo>
                    <a:pt x="5981918" y="2701357"/>
                  </a:lnTo>
                  <a:lnTo>
                    <a:pt x="5927152" y="2714501"/>
                  </a:lnTo>
                  <a:lnTo>
                    <a:pt x="5872915" y="2727227"/>
                  </a:lnTo>
                  <a:lnTo>
                    <a:pt x="5819362" y="2739366"/>
                  </a:lnTo>
                  <a:lnTo>
                    <a:pt x="5766540" y="2750785"/>
                  </a:lnTo>
                  <a:lnTo>
                    <a:pt x="5714367" y="2761390"/>
                  </a:lnTo>
                  <a:lnTo>
                    <a:pt x="5662603" y="2771126"/>
                  </a:lnTo>
                  <a:lnTo>
                    <a:pt x="5610836" y="2779976"/>
                  </a:lnTo>
                  <a:lnTo>
                    <a:pt x="5567201" y="2786694"/>
                  </a:lnTo>
                  <a:lnTo>
                    <a:pt x="5518804" y="2793316"/>
                  </a:lnTo>
                  <a:lnTo>
                    <a:pt x="5468662" y="2799245"/>
                  </a:lnTo>
                  <a:lnTo>
                    <a:pt x="5415923" y="2804519"/>
                  </a:lnTo>
                  <a:lnTo>
                    <a:pt x="5359633" y="2809202"/>
                  </a:lnTo>
                  <a:lnTo>
                    <a:pt x="5298834" y="2813366"/>
                  </a:lnTo>
                  <a:lnTo>
                    <a:pt x="5232649" y="2817077"/>
                  </a:lnTo>
                  <a:lnTo>
                    <a:pt x="5160404" y="2820392"/>
                  </a:lnTo>
                  <a:lnTo>
                    <a:pt x="5081791" y="2823358"/>
                  </a:lnTo>
                  <a:lnTo>
                    <a:pt x="4997073" y="2826005"/>
                  </a:lnTo>
                  <a:lnTo>
                    <a:pt x="4907331" y="2828350"/>
                  </a:lnTo>
                  <a:lnTo>
                    <a:pt x="4814674" y="2830398"/>
                  </a:lnTo>
                  <a:lnTo>
                    <a:pt x="4722333" y="2832144"/>
                  </a:lnTo>
                  <a:lnTo>
                    <a:pt x="4634503" y="2833582"/>
                  </a:lnTo>
                  <a:lnTo>
                    <a:pt x="4555827" y="2834708"/>
                  </a:lnTo>
                  <a:lnTo>
                    <a:pt x="4490554" y="2835532"/>
                  </a:lnTo>
                  <a:lnTo>
                    <a:pt x="4441564" y="2836082"/>
                  </a:lnTo>
                  <a:lnTo>
                    <a:pt x="4409581" y="2836403"/>
                  </a:lnTo>
                  <a:lnTo>
                    <a:pt x="4392851" y="2836553"/>
                  </a:lnTo>
                  <a:lnTo>
                    <a:pt x="4387286" y="2836599"/>
                  </a:lnTo>
                  <a:lnTo>
                    <a:pt x="4386855" y="2836602"/>
                  </a:lnTo>
                  <a:lnTo>
                    <a:pt x="3848118" y="2836602"/>
                  </a:lnTo>
                  <a:lnTo>
                    <a:pt x="3846951" y="2836517"/>
                  </a:lnTo>
                  <a:lnTo>
                    <a:pt x="3839311" y="2835914"/>
                  </a:lnTo>
                  <a:lnTo>
                    <a:pt x="3820194" y="2834245"/>
                  </a:lnTo>
                  <a:lnTo>
                    <a:pt x="3786373" y="2830968"/>
                  </a:lnTo>
                  <a:lnTo>
                    <a:pt x="3736689" y="2825597"/>
                  </a:lnTo>
                  <a:lnTo>
                    <a:pt x="3672117" y="2817767"/>
                  </a:lnTo>
                  <a:lnTo>
                    <a:pt x="3595421" y="2807264"/>
                  </a:lnTo>
                  <a:lnTo>
                    <a:pt x="3510476" y="2794016"/>
                  </a:lnTo>
                  <a:lnTo>
                    <a:pt x="3421443" y="2778051"/>
                  </a:lnTo>
                  <a:lnTo>
                    <a:pt x="3332078" y="2759434"/>
                  </a:lnTo>
                  <a:lnTo>
                    <a:pt x="3245306" y="2738202"/>
                  </a:lnTo>
                  <a:lnTo>
                    <a:pt x="3163083" y="2714323"/>
                  </a:lnTo>
                  <a:lnTo>
                    <a:pt x="3086459" y="2687663"/>
                  </a:lnTo>
                  <a:lnTo>
                    <a:pt x="3015758" y="2657973"/>
                  </a:lnTo>
                  <a:lnTo>
                    <a:pt x="2950777" y="2624892"/>
                  </a:lnTo>
                  <a:lnTo>
                    <a:pt x="2890966" y="2587951"/>
                  </a:lnTo>
                  <a:lnTo>
                    <a:pt x="2835573" y="2546599"/>
                  </a:lnTo>
                  <a:lnTo>
                    <a:pt x="2783749" y="2500235"/>
                  </a:lnTo>
                  <a:lnTo>
                    <a:pt x="2734632" y="2448282"/>
                  </a:lnTo>
                  <a:lnTo>
                    <a:pt x="2687413" y="2390307"/>
                  </a:lnTo>
                  <a:lnTo>
                    <a:pt x="2667772" y="2363835"/>
                  </a:lnTo>
                  <a:lnTo>
                    <a:pt x="2632328" y="2312648"/>
                  </a:lnTo>
                  <a:lnTo>
                    <a:pt x="2597215" y="2257702"/>
                  </a:lnTo>
                  <a:lnTo>
                    <a:pt x="2562222" y="2198921"/>
                  </a:lnTo>
                  <a:lnTo>
                    <a:pt x="2527182" y="2136290"/>
                  </a:lnTo>
                  <a:lnTo>
                    <a:pt x="2491970" y="2069861"/>
                  </a:lnTo>
                  <a:lnTo>
                    <a:pt x="2456498" y="1999764"/>
                  </a:lnTo>
                  <a:lnTo>
                    <a:pt x="2420711" y="1926202"/>
                  </a:lnTo>
                  <a:lnTo>
                    <a:pt x="2384588" y="1849461"/>
                  </a:lnTo>
                  <a:lnTo>
                    <a:pt x="2348132" y="1769906"/>
                  </a:lnTo>
                  <a:lnTo>
                    <a:pt x="2311375" y="1687973"/>
                  </a:lnTo>
                  <a:lnTo>
                    <a:pt x="2274367" y="1604166"/>
                  </a:lnTo>
                  <a:lnTo>
                    <a:pt x="2237178" y="1519041"/>
                  </a:lnTo>
                  <a:lnTo>
                    <a:pt x="2199887" y="1433191"/>
                  </a:lnTo>
                  <a:lnTo>
                    <a:pt x="2162581" y="1347235"/>
                  </a:lnTo>
                  <a:lnTo>
                    <a:pt x="2125347" y="1261790"/>
                  </a:lnTo>
                  <a:lnTo>
                    <a:pt x="2088268" y="1177461"/>
                  </a:lnTo>
                  <a:lnTo>
                    <a:pt x="2051418" y="1094819"/>
                  </a:lnTo>
                  <a:lnTo>
                    <a:pt x="2014853" y="1014388"/>
                  </a:lnTo>
                  <a:lnTo>
                    <a:pt x="1978612" y="936628"/>
                  </a:lnTo>
                  <a:lnTo>
                    <a:pt x="1942710" y="861929"/>
                  </a:lnTo>
                  <a:lnTo>
                    <a:pt x="1907133" y="790604"/>
                  </a:lnTo>
                  <a:lnTo>
                    <a:pt x="1871839" y="722887"/>
                  </a:lnTo>
                  <a:lnTo>
                    <a:pt x="1836752" y="658932"/>
                  </a:lnTo>
                  <a:lnTo>
                    <a:pt x="1801760" y="598816"/>
                  </a:lnTo>
                  <a:lnTo>
                    <a:pt x="1766710" y="542548"/>
                  </a:lnTo>
                  <a:lnTo>
                    <a:pt x="1731408" y="490071"/>
                  </a:lnTo>
                  <a:lnTo>
                    <a:pt x="1719082" y="472767"/>
                  </a:lnTo>
                  <a:lnTo>
                    <a:pt x="1672457" y="412178"/>
                  </a:lnTo>
                  <a:lnTo>
                    <a:pt x="1624238" y="357708"/>
                  </a:lnTo>
                  <a:lnTo>
                    <a:pt x="1573667" y="309037"/>
                  </a:lnTo>
                  <a:lnTo>
                    <a:pt x="1519895" y="265631"/>
                  </a:lnTo>
                  <a:lnTo>
                    <a:pt x="1462059" y="226889"/>
                  </a:lnTo>
                  <a:lnTo>
                    <a:pt x="1399355" y="192232"/>
                  </a:lnTo>
                  <a:lnTo>
                    <a:pt x="1331130" y="161153"/>
                  </a:lnTo>
                  <a:lnTo>
                    <a:pt x="1257017" y="133244"/>
                  </a:lnTo>
                  <a:lnTo>
                    <a:pt x="1177089" y="108208"/>
                  </a:lnTo>
                  <a:lnTo>
                    <a:pt x="1092065" y="85862"/>
                  </a:lnTo>
                  <a:lnTo>
                    <a:pt x="1003499" y="66133"/>
                  </a:lnTo>
                  <a:lnTo>
                    <a:pt x="913908" y="49034"/>
                  </a:lnTo>
                  <a:lnTo>
                    <a:pt x="826729" y="34626"/>
                  </a:lnTo>
                  <a:lnTo>
                    <a:pt x="746023" y="22959"/>
                  </a:lnTo>
                  <a:lnTo>
                    <a:pt x="675884" y="14012"/>
                  </a:lnTo>
                  <a:lnTo>
                    <a:pt x="619645" y="7634"/>
                  </a:lnTo>
                  <a:lnTo>
                    <a:pt x="579105" y="3521"/>
                  </a:lnTo>
                  <a:lnTo>
                    <a:pt x="554025" y="1234"/>
                  </a:lnTo>
                  <a:lnTo>
                    <a:pt x="542029" y="246"/>
                  </a:lnTo>
                  <a:lnTo>
                    <a:pt x="538829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0" name="pg230"/>
            <p:cNvSpPr/>
            <p:nvPr/>
          </p:nvSpPr>
          <p:spPr>
            <a:xfrm>
              <a:off x="546595" y="608899"/>
              <a:ext cx="8234974" cy="5014415"/>
            </a:xfrm>
            <a:custGeom>
              <a:avLst/>
              <a:pathLst>
                <a:path w="8234974" h="5014415">
                  <a:moveTo>
                    <a:pt x="0" y="2444595"/>
                  </a:moveTo>
                  <a:lnTo>
                    <a:pt x="538736" y="2444595"/>
                  </a:lnTo>
                  <a:lnTo>
                    <a:pt x="539926" y="2444673"/>
                  </a:lnTo>
                  <a:lnTo>
                    <a:pt x="547704" y="2445231"/>
                  </a:lnTo>
                  <a:lnTo>
                    <a:pt x="567156" y="2446771"/>
                  </a:lnTo>
                  <a:lnTo>
                    <a:pt x="601537" y="2449797"/>
                  </a:lnTo>
                  <a:lnTo>
                    <a:pt x="651981" y="2454753"/>
                  </a:lnTo>
                  <a:lnTo>
                    <a:pt x="717436" y="2461973"/>
                  </a:lnTo>
                  <a:lnTo>
                    <a:pt x="795032" y="2471650"/>
                  </a:lnTo>
                  <a:lnTo>
                    <a:pt x="880797" y="2483845"/>
                  </a:lnTo>
                  <a:lnTo>
                    <a:pt x="970496" y="2498531"/>
                  </a:lnTo>
                  <a:lnTo>
                    <a:pt x="1060339" y="2515647"/>
                  </a:lnTo>
                  <a:lnTo>
                    <a:pt x="1147404" y="2535160"/>
                  </a:lnTo>
                  <a:lnTo>
                    <a:pt x="1229762" y="2557108"/>
                  </a:lnTo>
                  <a:lnTo>
                    <a:pt x="1306402" y="2581620"/>
                  </a:lnTo>
                  <a:lnTo>
                    <a:pt x="1377045" y="2608935"/>
                  </a:lnTo>
                  <a:lnTo>
                    <a:pt x="1441934" y="2639396"/>
                  </a:lnTo>
                  <a:lnTo>
                    <a:pt x="1501653" y="2673443"/>
                  </a:lnTo>
                  <a:lnTo>
                    <a:pt x="1556981" y="2711591"/>
                  </a:lnTo>
                  <a:lnTo>
                    <a:pt x="1608789" y="2754396"/>
                  </a:lnTo>
                  <a:lnTo>
                    <a:pt x="1657954" y="2802381"/>
                  </a:lnTo>
                  <a:lnTo>
                    <a:pt x="1705286" y="2855922"/>
                  </a:lnTo>
                  <a:lnTo>
                    <a:pt x="1719082" y="2872899"/>
                  </a:lnTo>
                  <a:lnTo>
                    <a:pt x="1755915" y="2921168"/>
                  </a:lnTo>
                  <a:lnTo>
                    <a:pt x="1792399" y="2973119"/>
                  </a:lnTo>
                  <a:lnTo>
                    <a:pt x="1828769" y="3028828"/>
                  </a:lnTo>
                  <a:lnTo>
                    <a:pt x="1865207" y="3088301"/>
                  </a:lnTo>
                  <a:lnTo>
                    <a:pt x="1901849" y="3151475"/>
                  </a:lnTo>
                  <a:lnTo>
                    <a:pt x="1938786" y="3218208"/>
                  </a:lnTo>
                  <a:lnTo>
                    <a:pt x="1976072" y="3288271"/>
                  </a:lnTo>
                  <a:lnTo>
                    <a:pt x="2013722" y="3361354"/>
                  </a:lnTo>
                  <a:lnTo>
                    <a:pt x="2051724" y="3437064"/>
                  </a:lnTo>
                  <a:lnTo>
                    <a:pt x="2090033" y="3514932"/>
                  </a:lnTo>
                  <a:lnTo>
                    <a:pt x="2128586" y="3594426"/>
                  </a:lnTo>
                  <a:lnTo>
                    <a:pt x="2167299" y="3674962"/>
                  </a:lnTo>
                  <a:lnTo>
                    <a:pt x="2206078" y="3755922"/>
                  </a:lnTo>
                  <a:lnTo>
                    <a:pt x="2244825" y="3836677"/>
                  </a:lnTo>
                  <a:lnTo>
                    <a:pt x="2283444" y="3916601"/>
                  </a:lnTo>
                  <a:lnTo>
                    <a:pt x="2321846" y="3995098"/>
                  </a:lnTo>
                  <a:lnTo>
                    <a:pt x="2359961" y="4071615"/>
                  </a:lnTo>
                  <a:lnTo>
                    <a:pt x="2397737" y="4145660"/>
                  </a:lnTo>
                  <a:lnTo>
                    <a:pt x="2435149" y="4216812"/>
                  </a:lnTo>
                  <a:lnTo>
                    <a:pt x="2472203" y="4284732"/>
                  </a:lnTo>
                  <a:lnTo>
                    <a:pt x="2508939" y="4349164"/>
                  </a:lnTo>
                  <a:lnTo>
                    <a:pt x="2545435" y="4409935"/>
                  </a:lnTo>
                  <a:lnTo>
                    <a:pt x="2581811" y="4466955"/>
                  </a:lnTo>
                  <a:lnTo>
                    <a:pt x="2618231" y="4520207"/>
                  </a:lnTo>
                  <a:lnTo>
                    <a:pt x="2654912" y="4569744"/>
                  </a:lnTo>
                  <a:lnTo>
                    <a:pt x="2667772" y="4586112"/>
                  </a:lnTo>
                  <a:lnTo>
                    <a:pt x="2714696" y="4641330"/>
                  </a:lnTo>
                  <a:lnTo>
                    <a:pt x="2763237" y="4690936"/>
                  </a:lnTo>
                  <a:lnTo>
                    <a:pt x="2814171" y="4735227"/>
                  </a:lnTo>
                  <a:lnTo>
                    <a:pt x="2868362" y="4774699"/>
                  </a:lnTo>
                  <a:lnTo>
                    <a:pt x="2926690" y="4809907"/>
                  </a:lnTo>
                  <a:lnTo>
                    <a:pt x="2989973" y="4841382"/>
                  </a:lnTo>
                  <a:lnTo>
                    <a:pt x="3058864" y="4869590"/>
                  </a:lnTo>
                  <a:lnTo>
                    <a:pt x="3133726" y="4894905"/>
                  </a:lnTo>
                  <a:lnTo>
                    <a:pt x="3214456" y="4917595"/>
                  </a:lnTo>
                  <a:lnTo>
                    <a:pt x="3300280" y="4937823"/>
                  </a:lnTo>
                  <a:lnTo>
                    <a:pt x="3389559" y="4955652"/>
                  </a:lnTo>
                  <a:lnTo>
                    <a:pt x="3479663" y="4971064"/>
                  </a:lnTo>
                  <a:lnTo>
                    <a:pt x="3567028" y="4984004"/>
                  </a:lnTo>
                  <a:lnTo>
                    <a:pt x="3647492" y="4994427"/>
                  </a:lnTo>
                  <a:lnTo>
                    <a:pt x="3716915" y="5002363"/>
                  </a:lnTo>
                  <a:lnTo>
                    <a:pt x="3772016" y="5007962"/>
                  </a:lnTo>
                  <a:lnTo>
                    <a:pt x="3811147" y="5011518"/>
                  </a:lnTo>
                  <a:lnTo>
                    <a:pt x="3834781" y="5013449"/>
                  </a:lnTo>
                  <a:lnTo>
                    <a:pt x="3845569" y="5014244"/>
                  </a:lnTo>
                  <a:lnTo>
                    <a:pt x="3848118" y="5014415"/>
                  </a:lnTo>
                  <a:lnTo>
                    <a:pt x="4386855" y="5014415"/>
                  </a:lnTo>
                  <a:lnTo>
                    <a:pt x="4387702" y="5014308"/>
                  </a:lnTo>
                  <a:lnTo>
                    <a:pt x="4393283" y="5013543"/>
                  </a:lnTo>
                  <a:lnTo>
                    <a:pt x="4407391" y="5011428"/>
                  </a:lnTo>
                  <a:lnTo>
                    <a:pt x="4432711" y="5007262"/>
                  </a:lnTo>
                  <a:lnTo>
                    <a:pt x="4470639" y="5000391"/>
                  </a:lnTo>
                  <a:lnTo>
                    <a:pt x="4521174" y="4990269"/>
                  </a:lnTo>
                  <a:lnTo>
                    <a:pt x="4583000" y="4976511"/>
                  </a:lnTo>
                  <a:lnTo>
                    <a:pt x="4653784" y="4958908"/>
                  </a:lnTo>
                  <a:lnTo>
                    <a:pt x="4730622" y="4937405"/>
                  </a:lnTo>
                  <a:lnTo>
                    <a:pt x="4810514" y="4912049"/>
                  </a:lnTo>
                  <a:lnTo>
                    <a:pt x="4890753" y="4882925"/>
                  </a:lnTo>
                  <a:lnTo>
                    <a:pt x="4969171" y="4850090"/>
                  </a:lnTo>
                  <a:lnTo>
                    <a:pt x="5044227" y="4813521"/>
                  </a:lnTo>
                  <a:lnTo>
                    <a:pt x="5114987" y="4773090"/>
                  </a:lnTo>
                  <a:lnTo>
                    <a:pt x="5181031" y="4728539"/>
                  </a:lnTo>
                  <a:lnTo>
                    <a:pt x="5242339" y="4679478"/>
                  </a:lnTo>
                  <a:lnTo>
                    <a:pt x="5299172" y="4625390"/>
                  </a:lnTo>
                  <a:lnTo>
                    <a:pt x="5351982" y="4565644"/>
                  </a:lnTo>
                  <a:lnTo>
                    <a:pt x="5401331" y="4499519"/>
                  </a:lnTo>
                  <a:lnTo>
                    <a:pt x="5447835" y="4426248"/>
                  </a:lnTo>
                  <a:lnTo>
                    <a:pt x="5492119" y="4345092"/>
                  </a:lnTo>
                  <a:lnTo>
                    <a:pt x="5534772" y="4255460"/>
                  </a:lnTo>
                  <a:lnTo>
                    <a:pt x="5567201" y="4179587"/>
                  </a:lnTo>
                  <a:lnTo>
                    <a:pt x="5594909" y="4109585"/>
                  </a:lnTo>
                  <a:lnTo>
                    <a:pt x="5622382" y="4035562"/>
                  </a:lnTo>
                  <a:lnTo>
                    <a:pt x="5649731" y="3957438"/>
                  </a:lnTo>
                  <a:lnTo>
                    <a:pt x="5677045" y="3875171"/>
                  </a:lnTo>
                  <a:lnTo>
                    <a:pt x="5704400" y="3788761"/>
                  </a:lnTo>
                  <a:lnTo>
                    <a:pt x="5731853" y="3698254"/>
                  </a:lnTo>
                  <a:lnTo>
                    <a:pt x="5759452" y="3603742"/>
                  </a:lnTo>
                  <a:lnTo>
                    <a:pt x="5787227" y="3505370"/>
                  </a:lnTo>
                  <a:lnTo>
                    <a:pt x="5815200" y="3403335"/>
                  </a:lnTo>
                  <a:lnTo>
                    <a:pt x="5843379" y="3297885"/>
                  </a:lnTo>
                  <a:lnTo>
                    <a:pt x="5871762" y="3189322"/>
                  </a:lnTo>
                  <a:lnTo>
                    <a:pt x="5900339" y="3077994"/>
                  </a:lnTo>
                  <a:lnTo>
                    <a:pt x="5929090" y="2964297"/>
                  </a:lnTo>
                  <a:lnTo>
                    <a:pt x="5957988" y="2848667"/>
                  </a:lnTo>
                  <a:lnTo>
                    <a:pt x="5987001" y="2731573"/>
                  </a:lnTo>
                  <a:lnTo>
                    <a:pt x="6016090" y="2613510"/>
                  </a:lnTo>
                  <a:lnTo>
                    <a:pt x="6045216" y="2494992"/>
                  </a:lnTo>
                  <a:lnTo>
                    <a:pt x="6074337" y="2376539"/>
                  </a:lnTo>
                  <a:lnTo>
                    <a:pt x="6103410" y="2258673"/>
                  </a:lnTo>
                  <a:lnTo>
                    <a:pt x="6132398" y="2141901"/>
                  </a:lnTo>
                  <a:lnTo>
                    <a:pt x="6161261" y="2026715"/>
                  </a:lnTo>
                  <a:lnTo>
                    <a:pt x="6189971" y="1913576"/>
                  </a:lnTo>
                  <a:lnTo>
                    <a:pt x="6218501" y="1802909"/>
                  </a:lnTo>
                  <a:lnTo>
                    <a:pt x="6246833" y="1695099"/>
                  </a:lnTo>
                  <a:lnTo>
                    <a:pt x="6274960" y="1590483"/>
                  </a:lnTo>
                  <a:lnTo>
                    <a:pt x="6302882" y="1489350"/>
                  </a:lnTo>
                  <a:lnTo>
                    <a:pt x="6330610" y="1391934"/>
                  </a:lnTo>
                  <a:lnTo>
                    <a:pt x="6358168" y="1298420"/>
                  </a:lnTo>
                  <a:lnTo>
                    <a:pt x="6385592" y="1208938"/>
                  </a:lnTo>
                  <a:lnTo>
                    <a:pt x="6412930" y="1123569"/>
                  </a:lnTo>
                  <a:lnTo>
                    <a:pt x="6440246" y="1042348"/>
                  </a:lnTo>
                  <a:lnTo>
                    <a:pt x="6467616" y="965263"/>
                  </a:lnTo>
                  <a:lnTo>
                    <a:pt x="6495138" y="892262"/>
                  </a:lnTo>
                  <a:lnTo>
                    <a:pt x="6515891" y="840273"/>
                  </a:lnTo>
                  <a:lnTo>
                    <a:pt x="6557636" y="743838"/>
                  </a:lnTo>
                  <a:lnTo>
                    <a:pt x="6600602" y="656116"/>
                  </a:lnTo>
                  <a:lnTo>
                    <a:pt x="6645324" y="576761"/>
                  </a:lnTo>
                  <a:lnTo>
                    <a:pt x="6692403" y="505136"/>
                  </a:lnTo>
                  <a:lnTo>
                    <a:pt x="6742465" y="440486"/>
                  </a:lnTo>
                  <a:lnTo>
                    <a:pt x="6796119" y="382051"/>
                  </a:lnTo>
                  <a:lnTo>
                    <a:pt x="6853907" y="329124"/>
                  </a:lnTo>
                  <a:lnTo>
                    <a:pt x="6916247" y="281100"/>
                  </a:lnTo>
                  <a:lnTo>
                    <a:pt x="6983348" y="237489"/>
                  </a:lnTo>
                  <a:lnTo>
                    <a:pt x="7055110" y="197929"/>
                  </a:lnTo>
                  <a:lnTo>
                    <a:pt x="7131009" y="162193"/>
                  </a:lnTo>
                  <a:lnTo>
                    <a:pt x="7209985" y="130176"/>
                  </a:lnTo>
                  <a:lnTo>
                    <a:pt x="7290355" y="101878"/>
                  </a:lnTo>
                  <a:lnTo>
                    <a:pt x="7369820" y="77368"/>
                  </a:lnTo>
                  <a:lnTo>
                    <a:pt x="7445582" y="56725"/>
                  </a:lnTo>
                  <a:lnTo>
                    <a:pt x="7514624" y="39981"/>
                  </a:lnTo>
                  <a:lnTo>
                    <a:pt x="7574125" y="27051"/>
                  </a:lnTo>
                  <a:lnTo>
                    <a:pt x="7621944" y="17687"/>
                  </a:lnTo>
                  <a:lnTo>
                    <a:pt x="7657036" y="11465"/>
                  </a:lnTo>
                  <a:lnTo>
                    <a:pt x="7679710" y="7812"/>
                  </a:lnTo>
                  <a:lnTo>
                    <a:pt x="7691661" y="6056"/>
                  </a:lnTo>
                  <a:lnTo>
                    <a:pt x="7695832" y="549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0" y="107"/>
                  </a:lnTo>
                  <a:lnTo>
                    <a:pt x="7689810" y="872"/>
                  </a:lnTo>
                  <a:lnTo>
                    <a:pt x="7675702" y="2987"/>
                  </a:lnTo>
                  <a:lnTo>
                    <a:pt x="7650382" y="7153"/>
                  </a:lnTo>
                  <a:lnTo>
                    <a:pt x="7612454" y="14024"/>
                  </a:lnTo>
                  <a:lnTo>
                    <a:pt x="7561919" y="24146"/>
                  </a:lnTo>
                  <a:lnTo>
                    <a:pt x="7500093" y="37904"/>
                  </a:lnTo>
                  <a:lnTo>
                    <a:pt x="7429309" y="55507"/>
                  </a:lnTo>
                  <a:lnTo>
                    <a:pt x="7352470" y="77010"/>
                  </a:lnTo>
                  <a:lnTo>
                    <a:pt x="7272579" y="102366"/>
                  </a:lnTo>
                  <a:lnTo>
                    <a:pt x="7192339" y="131490"/>
                  </a:lnTo>
                  <a:lnTo>
                    <a:pt x="7113922" y="164325"/>
                  </a:lnTo>
                  <a:lnTo>
                    <a:pt x="7038866" y="200894"/>
                  </a:lnTo>
                  <a:lnTo>
                    <a:pt x="6968105" y="241325"/>
                  </a:lnTo>
                  <a:lnTo>
                    <a:pt x="6902061" y="285876"/>
                  </a:lnTo>
                  <a:lnTo>
                    <a:pt x="6840754" y="334937"/>
                  </a:lnTo>
                  <a:lnTo>
                    <a:pt x="6783921" y="389025"/>
                  </a:lnTo>
                  <a:lnTo>
                    <a:pt x="6731111" y="448771"/>
                  </a:lnTo>
                  <a:lnTo>
                    <a:pt x="6681762" y="514896"/>
                  </a:lnTo>
                  <a:lnTo>
                    <a:pt x="6635257" y="588167"/>
                  </a:lnTo>
                  <a:lnTo>
                    <a:pt x="6590974" y="669323"/>
                  </a:lnTo>
                  <a:lnTo>
                    <a:pt x="6548320" y="758955"/>
                  </a:lnTo>
                  <a:lnTo>
                    <a:pt x="6515891" y="834828"/>
                  </a:lnTo>
                  <a:lnTo>
                    <a:pt x="6488184" y="904830"/>
                  </a:lnTo>
                  <a:lnTo>
                    <a:pt x="6460710" y="978853"/>
                  </a:lnTo>
                  <a:lnTo>
                    <a:pt x="6433361" y="1056977"/>
                  </a:lnTo>
                  <a:lnTo>
                    <a:pt x="6406047" y="1139244"/>
                  </a:lnTo>
                  <a:lnTo>
                    <a:pt x="6378693" y="1225654"/>
                  </a:lnTo>
                  <a:lnTo>
                    <a:pt x="6351239" y="1316161"/>
                  </a:lnTo>
                  <a:lnTo>
                    <a:pt x="6323641" y="1410673"/>
                  </a:lnTo>
                  <a:lnTo>
                    <a:pt x="6295865" y="1509045"/>
                  </a:lnTo>
                  <a:lnTo>
                    <a:pt x="6267893" y="1611080"/>
                  </a:lnTo>
                  <a:lnTo>
                    <a:pt x="6239714" y="1716530"/>
                  </a:lnTo>
                  <a:lnTo>
                    <a:pt x="6211330" y="1825093"/>
                  </a:lnTo>
                  <a:lnTo>
                    <a:pt x="6182753" y="1936421"/>
                  </a:lnTo>
                  <a:lnTo>
                    <a:pt x="6154002" y="2050118"/>
                  </a:lnTo>
                  <a:lnTo>
                    <a:pt x="6125104" y="2165748"/>
                  </a:lnTo>
                  <a:lnTo>
                    <a:pt x="6096092" y="2282842"/>
                  </a:lnTo>
                  <a:lnTo>
                    <a:pt x="6067002" y="2400905"/>
                  </a:lnTo>
                  <a:lnTo>
                    <a:pt x="6037876" y="2519423"/>
                  </a:lnTo>
                  <a:lnTo>
                    <a:pt x="6008756" y="2637876"/>
                  </a:lnTo>
                  <a:lnTo>
                    <a:pt x="5979682" y="2755742"/>
                  </a:lnTo>
                  <a:lnTo>
                    <a:pt x="5950695" y="2872514"/>
                  </a:lnTo>
                  <a:lnTo>
                    <a:pt x="5921831" y="2987700"/>
                  </a:lnTo>
                  <a:lnTo>
                    <a:pt x="5893122" y="3100839"/>
                  </a:lnTo>
                  <a:lnTo>
                    <a:pt x="5864592" y="3211506"/>
                  </a:lnTo>
                  <a:lnTo>
                    <a:pt x="5836259" y="3319316"/>
                  </a:lnTo>
                  <a:lnTo>
                    <a:pt x="5808132" y="3423932"/>
                  </a:lnTo>
                  <a:lnTo>
                    <a:pt x="5780211" y="3525065"/>
                  </a:lnTo>
                  <a:lnTo>
                    <a:pt x="5752482" y="3622481"/>
                  </a:lnTo>
                  <a:lnTo>
                    <a:pt x="5724924" y="3715995"/>
                  </a:lnTo>
                  <a:lnTo>
                    <a:pt x="5697500" y="3805477"/>
                  </a:lnTo>
                  <a:lnTo>
                    <a:pt x="5670162" y="3890846"/>
                  </a:lnTo>
                  <a:lnTo>
                    <a:pt x="5642847" y="3972067"/>
                  </a:lnTo>
                  <a:lnTo>
                    <a:pt x="5615476" y="4049152"/>
                  </a:lnTo>
                  <a:lnTo>
                    <a:pt x="5587955" y="4122153"/>
                  </a:lnTo>
                  <a:lnTo>
                    <a:pt x="5567201" y="4174142"/>
                  </a:lnTo>
                  <a:lnTo>
                    <a:pt x="5525457" y="4270577"/>
                  </a:lnTo>
                  <a:lnTo>
                    <a:pt x="5482491" y="4358299"/>
                  </a:lnTo>
                  <a:lnTo>
                    <a:pt x="5437769" y="4437654"/>
                  </a:lnTo>
                  <a:lnTo>
                    <a:pt x="5390690" y="4509279"/>
                  </a:lnTo>
                  <a:lnTo>
                    <a:pt x="5340628" y="4573929"/>
                  </a:lnTo>
                  <a:lnTo>
                    <a:pt x="5286974" y="4632364"/>
                  </a:lnTo>
                  <a:lnTo>
                    <a:pt x="5229185" y="4685291"/>
                  </a:lnTo>
                  <a:lnTo>
                    <a:pt x="5166845" y="4733315"/>
                  </a:lnTo>
                  <a:lnTo>
                    <a:pt x="5099745" y="4776926"/>
                  </a:lnTo>
                  <a:lnTo>
                    <a:pt x="5027983" y="4816486"/>
                  </a:lnTo>
                  <a:lnTo>
                    <a:pt x="4952083" y="4852222"/>
                  </a:lnTo>
                  <a:lnTo>
                    <a:pt x="4873108" y="4884239"/>
                  </a:lnTo>
                  <a:lnTo>
                    <a:pt x="4792737" y="4912537"/>
                  </a:lnTo>
                  <a:lnTo>
                    <a:pt x="4713272" y="4937047"/>
                  </a:lnTo>
                  <a:lnTo>
                    <a:pt x="4637510" y="4957690"/>
                  </a:lnTo>
                  <a:lnTo>
                    <a:pt x="4568469" y="4974434"/>
                  </a:lnTo>
                  <a:lnTo>
                    <a:pt x="4508967" y="4987364"/>
                  </a:lnTo>
                  <a:lnTo>
                    <a:pt x="4461148" y="4996728"/>
                  </a:lnTo>
                  <a:lnTo>
                    <a:pt x="4426056" y="5002950"/>
                  </a:lnTo>
                  <a:lnTo>
                    <a:pt x="4403382" y="5006603"/>
                  </a:lnTo>
                  <a:lnTo>
                    <a:pt x="4391432" y="5008359"/>
                  </a:lnTo>
                  <a:lnTo>
                    <a:pt x="4387260" y="5008920"/>
                  </a:lnTo>
                  <a:lnTo>
                    <a:pt x="4386855" y="5008971"/>
                  </a:lnTo>
                  <a:lnTo>
                    <a:pt x="3848118" y="5008971"/>
                  </a:lnTo>
                  <a:lnTo>
                    <a:pt x="3846929" y="5008893"/>
                  </a:lnTo>
                  <a:lnTo>
                    <a:pt x="3839151" y="5008336"/>
                  </a:lnTo>
                  <a:lnTo>
                    <a:pt x="3819699" y="5006795"/>
                  </a:lnTo>
                  <a:lnTo>
                    <a:pt x="3785317" y="5003769"/>
                  </a:lnTo>
                  <a:lnTo>
                    <a:pt x="3734874" y="4998813"/>
                  </a:lnTo>
                  <a:lnTo>
                    <a:pt x="3669419" y="4991593"/>
                  </a:lnTo>
                  <a:lnTo>
                    <a:pt x="3591823" y="4981916"/>
                  </a:lnTo>
                  <a:lnTo>
                    <a:pt x="3506057" y="4969721"/>
                  </a:lnTo>
                  <a:lnTo>
                    <a:pt x="3416358" y="4955036"/>
                  </a:lnTo>
                  <a:lnTo>
                    <a:pt x="3326515" y="4937920"/>
                  </a:lnTo>
                  <a:lnTo>
                    <a:pt x="3239451" y="4918406"/>
                  </a:lnTo>
                  <a:lnTo>
                    <a:pt x="3157093" y="4896459"/>
                  </a:lnTo>
                  <a:lnTo>
                    <a:pt x="3080452" y="4871946"/>
                  </a:lnTo>
                  <a:lnTo>
                    <a:pt x="3009809" y="4844631"/>
                  </a:lnTo>
                  <a:lnTo>
                    <a:pt x="2944921" y="4814170"/>
                  </a:lnTo>
                  <a:lnTo>
                    <a:pt x="2885202" y="4780124"/>
                  </a:lnTo>
                  <a:lnTo>
                    <a:pt x="2829873" y="4741975"/>
                  </a:lnTo>
                  <a:lnTo>
                    <a:pt x="2778065" y="4699171"/>
                  </a:lnTo>
                  <a:lnTo>
                    <a:pt x="2728901" y="4651185"/>
                  </a:lnTo>
                  <a:lnTo>
                    <a:pt x="2681569" y="4597644"/>
                  </a:lnTo>
                  <a:lnTo>
                    <a:pt x="2667772" y="4580668"/>
                  </a:lnTo>
                  <a:lnTo>
                    <a:pt x="2630939" y="4532398"/>
                  </a:lnTo>
                  <a:lnTo>
                    <a:pt x="2594456" y="4480447"/>
                  </a:lnTo>
                  <a:lnTo>
                    <a:pt x="2558086" y="4424739"/>
                  </a:lnTo>
                  <a:lnTo>
                    <a:pt x="2521647" y="4365265"/>
                  </a:lnTo>
                  <a:lnTo>
                    <a:pt x="2485005" y="4302091"/>
                  </a:lnTo>
                  <a:lnTo>
                    <a:pt x="2448068" y="4235359"/>
                  </a:lnTo>
                  <a:lnTo>
                    <a:pt x="2410783" y="4165296"/>
                  </a:lnTo>
                  <a:lnTo>
                    <a:pt x="2373132" y="4092213"/>
                  </a:lnTo>
                  <a:lnTo>
                    <a:pt x="2335131" y="4016503"/>
                  </a:lnTo>
                  <a:lnTo>
                    <a:pt x="2296821" y="3938634"/>
                  </a:lnTo>
                  <a:lnTo>
                    <a:pt x="2258269" y="3859140"/>
                  </a:lnTo>
                  <a:lnTo>
                    <a:pt x="2219556" y="3778604"/>
                  </a:lnTo>
                  <a:lnTo>
                    <a:pt x="2180776" y="3697644"/>
                  </a:lnTo>
                  <a:lnTo>
                    <a:pt x="2142030" y="3616890"/>
                  </a:lnTo>
                  <a:lnTo>
                    <a:pt x="2103411" y="3536965"/>
                  </a:lnTo>
                  <a:lnTo>
                    <a:pt x="2065009" y="3458468"/>
                  </a:lnTo>
                  <a:lnTo>
                    <a:pt x="2026894" y="3381951"/>
                  </a:lnTo>
                  <a:lnTo>
                    <a:pt x="1989118" y="3307907"/>
                  </a:lnTo>
                  <a:lnTo>
                    <a:pt x="1951706" y="3236754"/>
                  </a:lnTo>
                  <a:lnTo>
                    <a:pt x="1914652" y="3168834"/>
                  </a:lnTo>
                  <a:lnTo>
                    <a:pt x="1877916" y="3104402"/>
                  </a:lnTo>
                  <a:lnTo>
                    <a:pt x="1841419" y="3043631"/>
                  </a:lnTo>
                  <a:lnTo>
                    <a:pt x="1805044" y="2986612"/>
                  </a:lnTo>
                  <a:lnTo>
                    <a:pt x="1768624" y="2933360"/>
                  </a:lnTo>
                  <a:lnTo>
                    <a:pt x="1731943" y="2883823"/>
                  </a:lnTo>
                  <a:lnTo>
                    <a:pt x="1719082" y="2867454"/>
                  </a:lnTo>
                  <a:lnTo>
                    <a:pt x="1672159" y="2812237"/>
                  </a:lnTo>
                  <a:lnTo>
                    <a:pt x="1623618" y="2762630"/>
                  </a:lnTo>
                  <a:lnTo>
                    <a:pt x="1572684" y="2718339"/>
                  </a:lnTo>
                  <a:lnTo>
                    <a:pt x="1518493" y="2678867"/>
                  </a:lnTo>
                  <a:lnTo>
                    <a:pt x="1460164" y="2643660"/>
                  </a:lnTo>
                  <a:lnTo>
                    <a:pt x="1396882" y="2612185"/>
                  </a:lnTo>
                  <a:lnTo>
                    <a:pt x="1327991" y="2583976"/>
                  </a:lnTo>
                  <a:lnTo>
                    <a:pt x="1253128" y="2558662"/>
                  </a:lnTo>
                  <a:lnTo>
                    <a:pt x="1172399" y="2535971"/>
                  </a:lnTo>
                  <a:lnTo>
                    <a:pt x="1086574" y="2515743"/>
                  </a:lnTo>
                  <a:lnTo>
                    <a:pt x="997295" y="2497915"/>
                  </a:lnTo>
                  <a:lnTo>
                    <a:pt x="907192" y="2482502"/>
                  </a:lnTo>
                  <a:lnTo>
                    <a:pt x="819826" y="2469562"/>
                  </a:lnTo>
                  <a:lnTo>
                    <a:pt x="739363" y="2459139"/>
                  </a:lnTo>
                  <a:lnTo>
                    <a:pt x="669939" y="2451204"/>
                  </a:lnTo>
                  <a:lnTo>
                    <a:pt x="614839" y="2445605"/>
                  </a:lnTo>
                  <a:lnTo>
                    <a:pt x="575708" y="2442048"/>
                  </a:lnTo>
                  <a:lnTo>
                    <a:pt x="552074" y="2440118"/>
                  </a:lnTo>
                  <a:lnTo>
                    <a:pt x="541285" y="2439322"/>
                  </a:lnTo>
                  <a:lnTo>
                    <a:pt x="538736" y="2439151"/>
                  </a:lnTo>
                  <a:lnTo>
                    <a:pt x="0" y="243915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546595" y="614343"/>
              <a:ext cx="8234974" cy="5008971"/>
            </a:xfrm>
            <a:custGeom>
              <a:avLst/>
              <a:pathLst>
                <a:path w="8234974" h="5008971">
                  <a:moveTo>
                    <a:pt x="0" y="2439151"/>
                  </a:moveTo>
                  <a:lnTo>
                    <a:pt x="538736" y="2439151"/>
                  </a:lnTo>
                  <a:lnTo>
                    <a:pt x="539926" y="2439229"/>
                  </a:lnTo>
                  <a:lnTo>
                    <a:pt x="547704" y="2439786"/>
                  </a:lnTo>
                  <a:lnTo>
                    <a:pt x="567156" y="2441327"/>
                  </a:lnTo>
                  <a:lnTo>
                    <a:pt x="601537" y="2444353"/>
                  </a:lnTo>
                  <a:lnTo>
                    <a:pt x="651981" y="2449309"/>
                  </a:lnTo>
                  <a:lnTo>
                    <a:pt x="717436" y="2456528"/>
                  </a:lnTo>
                  <a:lnTo>
                    <a:pt x="795032" y="2466205"/>
                  </a:lnTo>
                  <a:lnTo>
                    <a:pt x="880797" y="2478401"/>
                  </a:lnTo>
                  <a:lnTo>
                    <a:pt x="970496" y="2493086"/>
                  </a:lnTo>
                  <a:lnTo>
                    <a:pt x="1060339" y="2510202"/>
                  </a:lnTo>
                  <a:lnTo>
                    <a:pt x="1147404" y="2529716"/>
                  </a:lnTo>
                  <a:lnTo>
                    <a:pt x="1229762" y="2551663"/>
                  </a:lnTo>
                  <a:lnTo>
                    <a:pt x="1306402" y="2576176"/>
                  </a:lnTo>
                  <a:lnTo>
                    <a:pt x="1377045" y="2603491"/>
                  </a:lnTo>
                  <a:lnTo>
                    <a:pt x="1441934" y="2633952"/>
                  </a:lnTo>
                  <a:lnTo>
                    <a:pt x="1501653" y="2667998"/>
                  </a:lnTo>
                  <a:lnTo>
                    <a:pt x="1556981" y="2706146"/>
                  </a:lnTo>
                  <a:lnTo>
                    <a:pt x="1608789" y="2748951"/>
                  </a:lnTo>
                  <a:lnTo>
                    <a:pt x="1657954" y="2796937"/>
                  </a:lnTo>
                  <a:lnTo>
                    <a:pt x="1705286" y="2850478"/>
                  </a:lnTo>
                  <a:lnTo>
                    <a:pt x="1719082" y="2867454"/>
                  </a:lnTo>
                  <a:lnTo>
                    <a:pt x="1755915" y="2915723"/>
                  </a:lnTo>
                  <a:lnTo>
                    <a:pt x="1792399" y="2967675"/>
                  </a:lnTo>
                  <a:lnTo>
                    <a:pt x="1828769" y="3023383"/>
                  </a:lnTo>
                  <a:lnTo>
                    <a:pt x="1865207" y="3082856"/>
                  </a:lnTo>
                  <a:lnTo>
                    <a:pt x="1901849" y="3146031"/>
                  </a:lnTo>
                  <a:lnTo>
                    <a:pt x="1938786" y="3212763"/>
                  </a:lnTo>
                  <a:lnTo>
                    <a:pt x="1976072" y="3282826"/>
                  </a:lnTo>
                  <a:lnTo>
                    <a:pt x="2013722" y="3355909"/>
                  </a:lnTo>
                  <a:lnTo>
                    <a:pt x="2051724" y="3431619"/>
                  </a:lnTo>
                  <a:lnTo>
                    <a:pt x="2090033" y="3509488"/>
                  </a:lnTo>
                  <a:lnTo>
                    <a:pt x="2128586" y="3588982"/>
                  </a:lnTo>
                  <a:lnTo>
                    <a:pt x="2167299" y="3669517"/>
                  </a:lnTo>
                  <a:lnTo>
                    <a:pt x="2206078" y="3750478"/>
                  </a:lnTo>
                  <a:lnTo>
                    <a:pt x="2244825" y="3831232"/>
                  </a:lnTo>
                  <a:lnTo>
                    <a:pt x="2283444" y="3911157"/>
                  </a:lnTo>
                  <a:lnTo>
                    <a:pt x="2321846" y="3989653"/>
                  </a:lnTo>
                  <a:lnTo>
                    <a:pt x="2359961" y="4066170"/>
                  </a:lnTo>
                  <a:lnTo>
                    <a:pt x="2397737" y="4140215"/>
                  </a:lnTo>
                  <a:lnTo>
                    <a:pt x="2435149" y="4211368"/>
                  </a:lnTo>
                  <a:lnTo>
                    <a:pt x="2472203" y="4279288"/>
                  </a:lnTo>
                  <a:lnTo>
                    <a:pt x="2508939" y="4343719"/>
                  </a:lnTo>
                  <a:lnTo>
                    <a:pt x="2545435" y="4404490"/>
                  </a:lnTo>
                  <a:lnTo>
                    <a:pt x="2581811" y="4461510"/>
                  </a:lnTo>
                  <a:lnTo>
                    <a:pt x="2618231" y="4514762"/>
                  </a:lnTo>
                  <a:lnTo>
                    <a:pt x="2654912" y="4564299"/>
                  </a:lnTo>
                  <a:lnTo>
                    <a:pt x="2667772" y="4580668"/>
                  </a:lnTo>
                  <a:lnTo>
                    <a:pt x="2714696" y="4635885"/>
                  </a:lnTo>
                  <a:lnTo>
                    <a:pt x="2763237" y="4685491"/>
                  </a:lnTo>
                  <a:lnTo>
                    <a:pt x="2814171" y="4729783"/>
                  </a:lnTo>
                  <a:lnTo>
                    <a:pt x="2868362" y="4769255"/>
                  </a:lnTo>
                  <a:lnTo>
                    <a:pt x="2926690" y="4804462"/>
                  </a:lnTo>
                  <a:lnTo>
                    <a:pt x="2989973" y="4835937"/>
                  </a:lnTo>
                  <a:lnTo>
                    <a:pt x="3058864" y="4864145"/>
                  </a:lnTo>
                  <a:lnTo>
                    <a:pt x="3133726" y="4889460"/>
                  </a:lnTo>
                  <a:lnTo>
                    <a:pt x="3214456" y="4912151"/>
                  </a:lnTo>
                  <a:lnTo>
                    <a:pt x="3300280" y="4932379"/>
                  </a:lnTo>
                  <a:lnTo>
                    <a:pt x="3389559" y="4950207"/>
                  </a:lnTo>
                  <a:lnTo>
                    <a:pt x="3479663" y="4965620"/>
                  </a:lnTo>
                  <a:lnTo>
                    <a:pt x="3567028" y="4978560"/>
                  </a:lnTo>
                  <a:lnTo>
                    <a:pt x="3647492" y="4988983"/>
                  </a:lnTo>
                  <a:lnTo>
                    <a:pt x="3716915" y="4996918"/>
                  </a:lnTo>
                  <a:lnTo>
                    <a:pt x="3772016" y="5002517"/>
                  </a:lnTo>
                  <a:lnTo>
                    <a:pt x="3811147" y="5006074"/>
                  </a:lnTo>
                  <a:lnTo>
                    <a:pt x="3834781" y="5008004"/>
                  </a:lnTo>
                  <a:lnTo>
                    <a:pt x="3845569" y="5008800"/>
                  </a:lnTo>
                  <a:lnTo>
                    <a:pt x="3848086" y="5008969"/>
                  </a:lnTo>
                  <a:lnTo>
                    <a:pt x="3848118" y="5008971"/>
                  </a:lnTo>
                  <a:lnTo>
                    <a:pt x="4386855" y="5008971"/>
                  </a:lnTo>
                  <a:lnTo>
                    <a:pt x="4387702" y="5008864"/>
                  </a:lnTo>
                  <a:lnTo>
                    <a:pt x="4393283" y="5008098"/>
                  </a:lnTo>
                  <a:lnTo>
                    <a:pt x="4407391" y="5005983"/>
                  </a:lnTo>
                  <a:lnTo>
                    <a:pt x="4432711" y="5001818"/>
                  </a:lnTo>
                  <a:lnTo>
                    <a:pt x="4470639" y="4994946"/>
                  </a:lnTo>
                  <a:lnTo>
                    <a:pt x="4521174" y="4984824"/>
                  </a:lnTo>
                  <a:lnTo>
                    <a:pt x="4583000" y="4971066"/>
                  </a:lnTo>
                  <a:lnTo>
                    <a:pt x="4653784" y="4953463"/>
                  </a:lnTo>
                  <a:lnTo>
                    <a:pt x="4730622" y="4931960"/>
                  </a:lnTo>
                  <a:lnTo>
                    <a:pt x="4810514" y="4906605"/>
                  </a:lnTo>
                  <a:lnTo>
                    <a:pt x="4890753" y="4877481"/>
                  </a:lnTo>
                  <a:lnTo>
                    <a:pt x="4969171" y="4844645"/>
                  </a:lnTo>
                  <a:lnTo>
                    <a:pt x="5044227" y="4808077"/>
                  </a:lnTo>
                  <a:lnTo>
                    <a:pt x="5114987" y="4767646"/>
                  </a:lnTo>
                  <a:lnTo>
                    <a:pt x="5181031" y="4723095"/>
                  </a:lnTo>
                  <a:lnTo>
                    <a:pt x="5242339" y="4674034"/>
                  </a:lnTo>
                  <a:lnTo>
                    <a:pt x="5299172" y="4619946"/>
                  </a:lnTo>
                  <a:lnTo>
                    <a:pt x="5351982" y="4560200"/>
                  </a:lnTo>
                  <a:lnTo>
                    <a:pt x="5401331" y="4494075"/>
                  </a:lnTo>
                  <a:lnTo>
                    <a:pt x="5447835" y="4420804"/>
                  </a:lnTo>
                  <a:lnTo>
                    <a:pt x="5492119" y="4339648"/>
                  </a:lnTo>
                  <a:lnTo>
                    <a:pt x="5534772" y="4250015"/>
                  </a:lnTo>
                  <a:lnTo>
                    <a:pt x="5567201" y="4174142"/>
                  </a:lnTo>
                  <a:lnTo>
                    <a:pt x="5594909" y="4104140"/>
                  </a:lnTo>
                  <a:lnTo>
                    <a:pt x="5622382" y="4030117"/>
                  </a:lnTo>
                  <a:lnTo>
                    <a:pt x="5649731" y="3951993"/>
                  </a:lnTo>
                  <a:lnTo>
                    <a:pt x="5677045" y="3869727"/>
                  </a:lnTo>
                  <a:lnTo>
                    <a:pt x="5704400" y="3783317"/>
                  </a:lnTo>
                  <a:lnTo>
                    <a:pt x="5731853" y="3692809"/>
                  </a:lnTo>
                  <a:lnTo>
                    <a:pt x="5759452" y="3598297"/>
                  </a:lnTo>
                  <a:lnTo>
                    <a:pt x="5787227" y="3499926"/>
                  </a:lnTo>
                  <a:lnTo>
                    <a:pt x="5815200" y="3397890"/>
                  </a:lnTo>
                  <a:lnTo>
                    <a:pt x="5843379" y="3292441"/>
                  </a:lnTo>
                  <a:lnTo>
                    <a:pt x="5871762" y="3183877"/>
                  </a:lnTo>
                  <a:lnTo>
                    <a:pt x="5900339" y="3072549"/>
                  </a:lnTo>
                  <a:lnTo>
                    <a:pt x="5929090" y="2958853"/>
                  </a:lnTo>
                  <a:lnTo>
                    <a:pt x="5957988" y="2843223"/>
                  </a:lnTo>
                  <a:lnTo>
                    <a:pt x="5987001" y="2726128"/>
                  </a:lnTo>
                  <a:lnTo>
                    <a:pt x="6016090" y="2608066"/>
                  </a:lnTo>
                  <a:lnTo>
                    <a:pt x="6045216" y="2489547"/>
                  </a:lnTo>
                  <a:lnTo>
                    <a:pt x="6074337" y="2371095"/>
                  </a:lnTo>
                  <a:lnTo>
                    <a:pt x="6103410" y="2253228"/>
                  </a:lnTo>
                  <a:lnTo>
                    <a:pt x="6132398" y="2136457"/>
                  </a:lnTo>
                  <a:lnTo>
                    <a:pt x="6161261" y="2021271"/>
                  </a:lnTo>
                  <a:lnTo>
                    <a:pt x="6189971" y="1908131"/>
                  </a:lnTo>
                  <a:lnTo>
                    <a:pt x="6218501" y="1797465"/>
                  </a:lnTo>
                  <a:lnTo>
                    <a:pt x="6246833" y="1689655"/>
                  </a:lnTo>
                  <a:lnTo>
                    <a:pt x="6274960" y="1585039"/>
                  </a:lnTo>
                  <a:lnTo>
                    <a:pt x="6302882" y="1483905"/>
                  </a:lnTo>
                  <a:lnTo>
                    <a:pt x="6330610" y="1386490"/>
                  </a:lnTo>
                  <a:lnTo>
                    <a:pt x="6358168" y="1292975"/>
                  </a:lnTo>
                  <a:lnTo>
                    <a:pt x="6385592" y="1203493"/>
                  </a:lnTo>
                  <a:lnTo>
                    <a:pt x="6412930" y="1118125"/>
                  </a:lnTo>
                  <a:lnTo>
                    <a:pt x="6440246" y="1036904"/>
                  </a:lnTo>
                  <a:lnTo>
                    <a:pt x="6467616" y="959819"/>
                  </a:lnTo>
                  <a:lnTo>
                    <a:pt x="6495138" y="886818"/>
                  </a:lnTo>
                  <a:lnTo>
                    <a:pt x="6515891" y="834828"/>
                  </a:lnTo>
                  <a:lnTo>
                    <a:pt x="6557636" y="738393"/>
                  </a:lnTo>
                  <a:lnTo>
                    <a:pt x="6600602" y="650672"/>
                  </a:lnTo>
                  <a:lnTo>
                    <a:pt x="6645324" y="571317"/>
                  </a:lnTo>
                  <a:lnTo>
                    <a:pt x="6692403" y="499692"/>
                  </a:lnTo>
                  <a:lnTo>
                    <a:pt x="6742465" y="435042"/>
                  </a:lnTo>
                  <a:lnTo>
                    <a:pt x="6796119" y="376606"/>
                  </a:lnTo>
                  <a:lnTo>
                    <a:pt x="6853907" y="323680"/>
                  </a:lnTo>
                  <a:lnTo>
                    <a:pt x="6916247" y="275656"/>
                  </a:lnTo>
                  <a:lnTo>
                    <a:pt x="6983348" y="232044"/>
                  </a:lnTo>
                  <a:lnTo>
                    <a:pt x="7055110" y="192485"/>
                  </a:lnTo>
                  <a:lnTo>
                    <a:pt x="7131009" y="156748"/>
                  </a:lnTo>
                  <a:lnTo>
                    <a:pt x="7209985" y="124732"/>
                  </a:lnTo>
                  <a:lnTo>
                    <a:pt x="7290355" y="96434"/>
                  </a:lnTo>
                  <a:lnTo>
                    <a:pt x="7369820" y="71923"/>
                  </a:lnTo>
                  <a:lnTo>
                    <a:pt x="7445582" y="51280"/>
                  </a:lnTo>
                  <a:lnTo>
                    <a:pt x="7514624" y="34537"/>
                  </a:lnTo>
                  <a:lnTo>
                    <a:pt x="7574125" y="21606"/>
                  </a:lnTo>
                  <a:lnTo>
                    <a:pt x="7621944" y="12242"/>
                  </a:lnTo>
                  <a:lnTo>
                    <a:pt x="7657036" y="6021"/>
                  </a:lnTo>
                  <a:lnTo>
                    <a:pt x="7679710" y="2367"/>
                  </a:lnTo>
                  <a:lnTo>
                    <a:pt x="7691661" y="612"/>
                  </a:lnTo>
                  <a:lnTo>
                    <a:pt x="7695832" y="5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2" name="pl232"/>
            <p:cNvSpPr/>
            <p:nvPr/>
          </p:nvSpPr>
          <p:spPr>
            <a:xfrm>
              <a:off x="546595" y="608899"/>
              <a:ext cx="8234974" cy="5008971"/>
            </a:xfrm>
            <a:custGeom>
              <a:avLst/>
              <a:pathLst>
                <a:path w="8234974" h="5008971">
                  <a:moveTo>
                    <a:pt x="8234974" y="0"/>
                  </a:moveTo>
                  <a:lnTo>
                    <a:pt x="7696237" y="0"/>
                  </a:lnTo>
                  <a:lnTo>
                    <a:pt x="7695390" y="107"/>
                  </a:lnTo>
                  <a:lnTo>
                    <a:pt x="7689810" y="872"/>
                  </a:lnTo>
                  <a:lnTo>
                    <a:pt x="7675702" y="2987"/>
                  </a:lnTo>
                  <a:lnTo>
                    <a:pt x="7650382" y="7153"/>
                  </a:lnTo>
                  <a:lnTo>
                    <a:pt x="7612454" y="14024"/>
                  </a:lnTo>
                  <a:lnTo>
                    <a:pt x="7561919" y="24146"/>
                  </a:lnTo>
                  <a:lnTo>
                    <a:pt x="7500093" y="37904"/>
                  </a:lnTo>
                  <a:lnTo>
                    <a:pt x="7429309" y="55507"/>
                  </a:lnTo>
                  <a:lnTo>
                    <a:pt x="7352470" y="77010"/>
                  </a:lnTo>
                  <a:lnTo>
                    <a:pt x="7272579" y="102366"/>
                  </a:lnTo>
                  <a:lnTo>
                    <a:pt x="7192339" y="131490"/>
                  </a:lnTo>
                  <a:lnTo>
                    <a:pt x="7113922" y="164325"/>
                  </a:lnTo>
                  <a:lnTo>
                    <a:pt x="7038866" y="200894"/>
                  </a:lnTo>
                  <a:lnTo>
                    <a:pt x="6968105" y="241325"/>
                  </a:lnTo>
                  <a:lnTo>
                    <a:pt x="6902061" y="285876"/>
                  </a:lnTo>
                  <a:lnTo>
                    <a:pt x="6840754" y="334937"/>
                  </a:lnTo>
                  <a:lnTo>
                    <a:pt x="6783921" y="389025"/>
                  </a:lnTo>
                  <a:lnTo>
                    <a:pt x="6731111" y="448771"/>
                  </a:lnTo>
                  <a:lnTo>
                    <a:pt x="6681762" y="514896"/>
                  </a:lnTo>
                  <a:lnTo>
                    <a:pt x="6635257" y="588167"/>
                  </a:lnTo>
                  <a:lnTo>
                    <a:pt x="6590974" y="669323"/>
                  </a:lnTo>
                  <a:lnTo>
                    <a:pt x="6548320" y="758955"/>
                  </a:lnTo>
                  <a:lnTo>
                    <a:pt x="6515891" y="834828"/>
                  </a:lnTo>
                  <a:lnTo>
                    <a:pt x="6488184" y="904830"/>
                  </a:lnTo>
                  <a:lnTo>
                    <a:pt x="6460710" y="978853"/>
                  </a:lnTo>
                  <a:lnTo>
                    <a:pt x="6433361" y="1056977"/>
                  </a:lnTo>
                  <a:lnTo>
                    <a:pt x="6406047" y="1139244"/>
                  </a:lnTo>
                  <a:lnTo>
                    <a:pt x="6378693" y="1225654"/>
                  </a:lnTo>
                  <a:lnTo>
                    <a:pt x="6351239" y="1316161"/>
                  </a:lnTo>
                  <a:lnTo>
                    <a:pt x="6323641" y="1410673"/>
                  </a:lnTo>
                  <a:lnTo>
                    <a:pt x="6295865" y="1509045"/>
                  </a:lnTo>
                  <a:lnTo>
                    <a:pt x="6267893" y="1611080"/>
                  </a:lnTo>
                  <a:lnTo>
                    <a:pt x="6239714" y="1716530"/>
                  </a:lnTo>
                  <a:lnTo>
                    <a:pt x="6211330" y="1825093"/>
                  </a:lnTo>
                  <a:lnTo>
                    <a:pt x="6182753" y="1936421"/>
                  </a:lnTo>
                  <a:lnTo>
                    <a:pt x="6154002" y="2050118"/>
                  </a:lnTo>
                  <a:lnTo>
                    <a:pt x="6125104" y="2165748"/>
                  </a:lnTo>
                  <a:lnTo>
                    <a:pt x="6096092" y="2282842"/>
                  </a:lnTo>
                  <a:lnTo>
                    <a:pt x="6067002" y="2400905"/>
                  </a:lnTo>
                  <a:lnTo>
                    <a:pt x="6037876" y="2519423"/>
                  </a:lnTo>
                  <a:lnTo>
                    <a:pt x="6008756" y="2637876"/>
                  </a:lnTo>
                  <a:lnTo>
                    <a:pt x="5979682" y="2755742"/>
                  </a:lnTo>
                  <a:lnTo>
                    <a:pt x="5950695" y="2872514"/>
                  </a:lnTo>
                  <a:lnTo>
                    <a:pt x="5921831" y="2987700"/>
                  </a:lnTo>
                  <a:lnTo>
                    <a:pt x="5893122" y="3100839"/>
                  </a:lnTo>
                  <a:lnTo>
                    <a:pt x="5864592" y="3211506"/>
                  </a:lnTo>
                  <a:lnTo>
                    <a:pt x="5836259" y="3319316"/>
                  </a:lnTo>
                  <a:lnTo>
                    <a:pt x="5808132" y="3423932"/>
                  </a:lnTo>
                  <a:lnTo>
                    <a:pt x="5780211" y="3525065"/>
                  </a:lnTo>
                  <a:lnTo>
                    <a:pt x="5752482" y="3622481"/>
                  </a:lnTo>
                  <a:lnTo>
                    <a:pt x="5724924" y="3715995"/>
                  </a:lnTo>
                  <a:lnTo>
                    <a:pt x="5697500" y="3805477"/>
                  </a:lnTo>
                  <a:lnTo>
                    <a:pt x="5670162" y="3890846"/>
                  </a:lnTo>
                  <a:lnTo>
                    <a:pt x="5642847" y="3972067"/>
                  </a:lnTo>
                  <a:lnTo>
                    <a:pt x="5615476" y="4049152"/>
                  </a:lnTo>
                  <a:lnTo>
                    <a:pt x="5587955" y="4122153"/>
                  </a:lnTo>
                  <a:lnTo>
                    <a:pt x="5567201" y="4174142"/>
                  </a:lnTo>
                  <a:lnTo>
                    <a:pt x="5525457" y="4270577"/>
                  </a:lnTo>
                  <a:lnTo>
                    <a:pt x="5482491" y="4358299"/>
                  </a:lnTo>
                  <a:lnTo>
                    <a:pt x="5437769" y="4437654"/>
                  </a:lnTo>
                  <a:lnTo>
                    <a:pt x="5390690" y="4509279"/>
                  </a:lnTo>
                  <a:lnTo>
                    <a:pt x="5340628" y="4573929"/>
                  </a:lnTo>
                  <a:lnTo>
                    <a:pt x="5286974" y="4632364"/>
                  </a:lnTo>
                  <a:lnTo>
                    <a:pt x="5229185" y="4685291"/>
                  </a:lnTo>
                  <a:lnTo>
                    <a:pt x="5166845" y="4733315"/>
                  </a:lnTo>
                  <a:lnTo>
                    <a:pt x="5099745" y="4776926"/>
                  </a:lnTo>
                  <a:lnTo>
                    <a:pt x="5027983" y="4816486"/>
                  </a:lnTo>
                  <a:lnTo>
                    <a:pt x="4952083" y="4852222"/>
                  </a:lnTo>
                  <a:lnTo>
                    <a:pt x="4873108" y="4884239"/>
                  </a:lnTo>
                  <a:lnTo>
                    <a:pt x="4792737" y="4912537"/>
                  </a:lnTo>
                  <a:lnTo>
                    <a:pt x="4713272" y="4937047"/>
                  </a:lnTo>
                  <a:lnTo>
                    <a:pt x="4637510" y="4957690"/>
                  </a:lnTo>
                  <a:lnTo>
                    <a:pt x="4568469" y="4974434"/>
                  </a:lnTo>
                  <a:lnTo>
                    <a:pt x="4508967" y="4987364"/>
                  </a:lnTo>
                  <a:lnTo>
                    <a:pt x="4461148" y="4996728"/>
                  </a:lnTo>
                  <a:lnTo>
                    <a:pt x="4426056" y="5002950"/>
                  </a:lnTo>
                  <a:lnTo>
                    <a:pt x="4403382" y="5006603"/>
                  </a:lnTo>
                  <a:lnTo>
                    <a:pt x="4391432" y="5008359"/>
                  </a:lnTo>
                  <a:lnTo>
                    <a:pt x="4387260" y="5008920"/>
                  </a:lnTo>
                  <a:lnTo>
                    <a:pt x="4386855" y="5008971"/>
                  </a:lnTo>
                  <a:lnTo>
                    <a:pt x="3848118" y="5008971"/>
                  </a:lnTo>
                  <a:lnTo>
                    <a:pt x="3846929" y="5008893"/>
                  </a:lnTo>
                  <a:lnTo>
                    <a:pt x="3839151" y="5008336"/>
                  </a:lnTo>
                  <a:lnTo>
                    <a:pt x="3819699" y="5006795"/>
                  </a:lnTo>
                  <a:lnTo>
                    <a:pt x="3785317" y="5003769"/>
                  </a:lnTo>
                  <a:lnTo>
                    <a:pt x="3734874" y="4998813"/>
                  </a:lnTo>
                  <a:lnTo>
                    <a:pt x="3669419" y="4991593"/>
                  </a:lnTo>
                  <a:lnTo>
                    <a:pt x="3591823" y="4981916"/>
                  </a:lnTo>
                  <a:lnTo>
                    <a:pt x="3506057" y="4969721"/>
                  </a:lnTo>
                  <a:lnTo>
                    <a:pt x="3416358" y="4955036"/>
                  </a:lnTo>
                  <a:lnTo>
                    <a:pt x="3326515" y="4937920"/>
                  </a:lnTo>
                  <a:lnTo>
                    <a:pt x="3239451" y="4918406"/>
                  </a:lnTo>
                  <a:lnTo>
                    <a:pt x="3157093" y="4896459"/>
                  </a:lnTo>
                  <a:lnTo>
                    <a:pt x="3080452" y="4871946"/>
                  </a:lnTo>
                  <a:lnTo>
                    <a:pt x="3009809" y="4844631"/>
                  </a:lnTo>
                  <a:lnTo>
                    <a:pt x="2944921" y="4814170"/>
                  </a:lnTo>
                  <a:lnTo>
                    <a:pt x="2885202" y="4780124"/>
                  </a:lnTo>
                  <a:lnTo>
                    <a:pt x="2829873" y="4741975"/>
                  </a:lnTo>
                  <a:lnTo>
                    <a:pt x="2778065" y="4699171"/>
                  </a:lnTo>
                  <a:lnTo>
                    <a:pt x="2728901" y="4651185"/>
                  </a:lnTo>
                  <a:lnTo>
                    <a:pt x="2681569" y="4597644"/>
                  </a:lnTo>
                  <a:lnTo>
                    <a:pt x="2667772" y="4580668"/>
                  </a:lnTo>
                  <a:lnTo>
                    <a:pt x="2630939" y="4532398"/>
                  </a:lnTo>
                  <a:lnTo>
                    <a:pt x="2594456" y="4480447"/>
                  </a:lnTo>
                  <a:lnTo>
                    <a:pt x="2558086" y="4424739"/>
                  </a:lnTo>
                  <a:lnTo>
                    <a:pt x="2521647" y="4365265"/>
                  </a:lnTo>
                  <a:lnTo>
                    <a:pt x="2485005" y="4302091"/>
                  </a:lnTo>
                  <a:lnTo>
                    <a:pt x="2448068" y="4235359"/>
                  </a:lnTo>
                  <a:lnTo>
                    <a:pt x="2410783" y="4165296"/>
                  </a:lnTo>
                  <a:lnTo>
                    <a:pt x="2373132" y="4092213"/>
                  </a:lnTo>
                  <a:lnTo>
                    <a:pt x="2335131" y="4016503"/>
                  </a:lnTo>
                  <a:lnTo>
                    <a:pt x="2296821" y="3938634"/>
                  </a:lnTo>
                  <a:lnTo>
                    <a:pt x="2258269" y="3859140"/>
                  </a:lnTo>
                  <a:lnTo>
                    <a:pt x="2219556" y="3778604"/>
                  </a:lnTo>
                  <a:lnTo>
                    <a:pt x="2180776" y="3697644"/>
                  </a:lnTo>
                  <a:lnTo>
                    <a:pt x="2142030" y="3616890"/>
                  </a:lnTo>
                  <a:lnTo>
                    <a:pt x="2103411" y="3536965"/>
                  </a:lnTo>
                  <a:lnTo>
                    <a:pt x="2065009" y="3458468"/>
                  </a:lnTo>
                  <a:lnTo>
                    <a:pt x="2026894" y="3381951"/>
                  </a:lnTo>
                  <a:lnTo>
                    <a:pt x="1989118" y="3307907"/>
                  </a:lnTo>
                  <a:lnTo>
                    <a:pt x="1951706" y="3236754"/>
                  </a:lnTo>
                  <a:lnTo>
                    <a:pt x="1914652" y="3168834"/>
                  </a:lnTo>
                  <a:lnTo>
                    <a:pt x="1877916" y="3104402"/>
                  </a:lnTo>
                  <a:lnTo>
                    <a:pt x="1841419" y="3043631"/>
                  </a:lnTo>
                  <a:lnTo>
                    <a:pt x="1805044" y="2986612"/>
                  </a:lnTo>
                  <a:lnTo>
                    <a:pt x="1768624" y="2933360"/>
                  </a:lnTo>
                  <a:lnTo>
                    <a:pt x="1731943" y="2883823"/>
                  </a:lnTo>
                  <a:lnTo>
                    <a:pt x="1719082" y="2867454"/>
                  </a:lnTo>
                  <a:lnTo>
                    <a:pt x="1672159" y="2812237"/>
                  </a:lnTo>
                  <a:lnTo>
                    <a:pt x="1623618" y="2762630"/>
                  </a:lnTo>
                  <a:lnTo>
                    <a:pt x="1572684" y="2718339"/>
                  </a:lnTo>
                  <a:lnTo>
                    <a:pt x="1518493" y="2678867"/>
                  </a:lnTo>
                  <a:lnTo>
                    <a:pt x="1460164" y="2643660"/>
                  </a:lnTo>
                  <a:lnTo>
                    <a:pt x="1396882" y="2612185"/>
                  </a:lnTo>
                  <a:lnTo>
                    <a:pt x="1327991" y="2583976"/>
                  </a:lnTo>
                  <a:lnTo>
                    <a:pt x="1253128" y="2558662"/>
                  </a:lnTo>
                  <a:lnTo>
                    <a:pt x="1172399" y="2535971"/>
                  </a:lnTo>
                  <a:lnTo>
                    <a:pt x="1086574" y="2515743"/>
                  </a:lnTo>
                  <a:lnTo>
                    <a:pt x="997295" y="2497915"/>
                  </a:lnTo>
                  <a:lnTo>
                    <a:pt x="907192" y="2482502"/>
                  </a:lnTo>
                  <a:lnTo>
                    <a:pt x="819826" y="2469562"/>
                  </a:lnTo>
                  <a:lnTo>
                    <a:pt x="739363" y="2459139"/>
                  </a:lnTo>
                  <a:lnTo>
                    <a:pt x="669939" y="2451204"/>
                  </a:lnTo>
                  <a:lnTo>
                    <a:pt x="614839" y="2445605"/>
                  </a:lnTo>
                  <a:lnTo>
                    <a:pt x="575708" y="2442048"/>
                  </a:lnTo>
                  <a:lnTo>
                    <a:pt x="552074" y="2440118"/>
                  </a:lnTo>
                  <a:lnTo>
                    <a:pt x="541285" y="2439322"/>
                  </a:lnTo>
                  <a:lnTo>
                    <a:pt x="538769" y="2439153"/>
                  </a:lnTo>
                  <a:lnTo>
                    <a:pt x="538736" y="2439151"/>
                  </a:lnTo>
                  <a:lnTo>
                    <a:pt x="0" y="2439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3" name="pg233"/>
            <p:cNvSpPr/>
            <p:nvPr/>
          </p:nvSpPr>
          <p:spPr>
            <a:xfrm>
              <a:off x="546595" y="919237"/>
              <a:ext cx="8234974" cy="4714966"/>
            </a:xfrm>
            <a:custGeom>
              <a:avLst/>
              <a:pathLst>
                <a:path w="8234974" h="4714966">
                  <a:moveTo>
                    <a:pt x="0" y="2145146"/>
                  </a:moveTo>
                  <a:lnTo>
                    <a:pt x="538736" y="2145146"/>
                  </a:lnTo>
                  <a:lnTo>
                    <a:pt x="539926" y="2145224"/>
                  </a:lnTo>
                  <a:lnTo>
                    <a:pt x="547704" y="2145781"/>
                  </a:lnTo>
                  <a:lnTo>
                    <a:pt x="567156" y="2147322"/>
                  </a:lnTo>
                  <a:lnTo>
                    <a:pt x="601537" y="2150348"/>
                  </a:lnTo>
                  <a:lnTo>
                    <a:pt x="651981" y="2155304"/>
                  </a:lnTo>
                  <a:lnTo>
                    <a:pt x="717436" y="2162524"/>
                  </a:lnTo>
                  <a:lnTo>
                    <a:pt x="795032" y="2172201"/>
                  </a:lnTo>
                  <a:lnTo>
                    <a:pt x="880797" y="2184396"/>
                  </a:lnTo>
                  <a:lnTo>
                    <a:pt x="970496" y="2199081"/>
                  </a:lnTo>
                  <a:lnTo>
                    <a:pt x="1060339" y="2216197"/>
                  </a:lnTo>
                  <a:lnTo>
                    <a:pt x="1147404" y="2235711"/>
                  </a:lnTo>
                  <a:lnTo>
                    <a:pt x="1229762" y="2257658"/>
                  </a:lnTo>
                  <a:lnTo>
                    <a:pt x="1306402" y="2282171"/>
                  </a:lnTo>
                  <a:lnTo>
                    <a:pt x="1377045" y="2309486"/>
                  </a:lnTo>
                  <a:lnTo>
                    <a:pt x="1441934" y="2339947"/>
                  </a:lnTo>
                  <a:lnTo>
                    <a:pt x="1501653" y="2373993"/>
                  </a:lnTo>
                  <a:lnTo>
                    <a:pt x="1556981" y="2412141"/>
                  </a:lnTo>
                  <a:lnTo>
                    <a:pt x="1608789" y="2454946"/>
                  </a:lnTo>
                  <a:lnTo>
                    <a:pt x="1657954" y="2502932"/>
                  </a:lnTo>
                  <a:lnTo>
                    <a:pt x="1705286" y="2556473"/>
                  </a:lnTo>
                  <a:lnTo>
                    <a:pt x="1719082" y="2573449"/>
                  </a:lnTo>
                  <a:lnTo>
                    <a:pt x="1755915" y="2621718"/>
                  </a:lnTo>
                  <a:lnTo>
                    <a:pt x="1792399" y="2673670"/>
                  </a:lnTo>
                  <a:lnTo>
                    <a:pt x="1828769" y="2729378"/>
                  </a:lnTo>
                  <a:lnTo>
                    <a:pt x="1865207" y="2788852"/>
                  </a:lnTo>
                  <a:lnTo>
                    <a:pt x="1901849" y="2852026"/>
                  </a:lnTo>
                  <a:lnTo>
                    <a:pt x="1938786" y="2918758"/>
                  </a:lnTo>
                  <a:lnTo>
                    <a:pt x="1976072" y="2988821"/>
                  </a:lnTo>
                  <a:lnTo>
                    <a:pt x="2013722" y="3061904"/>
                  </a:lnTo>
                  <a:lnTo>
                    <a:pt x="2051724" y="3137614"/>
                  </a:lnTo>
                  <a:lnTo>
                    <a:pt x="2090033" y="3215483"/>
                  </a:lnTo>
                  <a:lnTo>
                    <a:pt x="2128586" y="3294977"/>
                  </a:lnTo>
                  <a:lnTo>
                    <a:pt x="2167299" y="3375513"/>
                  </a:lnTo>
                  <a:lnTo>
                    <a:pt x="2206078" y="3456473"/>
                  </a:lnTo>
                  <a:lnTo>
                    <a:pt x="2244825" y="3537227"/>
                  </a:lnTo>
                  <a:lnTo>
                    <a:pt x="2283444" y="3617152"/>
                  </a:lnTo>
                  <a:lnTo>
                    <a:pt x="2321846" y="3695649"/>
                  </a:lnTo>
                  <a:lnTo>
                    <a:pt x="2359961" y="3772166"/>
                  </a:lnTo>
                  <a:lnTo>
                    <a:pt x="2397737" y="3846210"/>
                  </a:lnTo>
                  <a:lnTo>
                    <a:pt x="2435149" y="3917363"/>
                  </a:lnTo>
                  <a:lnTo>
                    <a:pt x="2472203" y="3985283"/>
                  </a:lnTo>
                  <a:lnTo>
                    <a:pt x="2508939" y="4049714"/>
                  </a:lnTo>
                  <a:lnTo>
                    <a:pt x="2545435" y="4110486"/>
                  </a:lnTo>
                  <a:lnTo>
                    <a:pt x="2581811" y="4167505"/>
                  </a:lnTo>
                  <a:lnTo>
                    <a:pt x="2618231" y="4220757"/>
                  </a:lnTo>
                  <a:lnTo>
                    <a:pt x="2654912" y="4270294"/>
                  </a:lnTo>
                  <a:lnTo>
                    <a:pt x="2667772" y="4286663"/>
                  </a:lnTo>
                  <a:lnTo>
                    <a:pt x="2714696" y="4341880"/>
                  </a:lnTo>
                  <a:lnTo>
                    <a:pt x="2763237" y="4391487"/>
                  </a:lnTo>
                  <a:lnTo>
                    <a:pt x="2814171" y="4435778"/>
                  </a:lnTo>
                  <a:lnTo>
                    <a:pt x="2868362" y="4475250"/>
                  </a:lnTo>
                  <a:lnTo>
                    <a:pt x="2926690" y="4510457"/>
                  </a:lnTo>
                  <a:lnTo>
                    <a:pt x="2989973" y="4541932"/>
                  </a:lnTo>
                  <a:lnTo>
                    <a:pt x="3058864" y="4570141"/>
                  </a:lnTo>
                  <a:lnTo>
                    <a:pt x="3133726" y="4595455"/>
                  </a:lnTo>
                  <a:lnTo>
                    <a:pt x="3214456" y="4618146"/>
                  </a:lnTo>
                  <a:lnTo>
                    <a:pt x="3300280" y="4638374"/>
                  </a:lnTo>
                  <a:lnTo>
                    <a:pt x="3389559" y="4656202"/>
                  </a:lnTo>
                  <a:lnTo>
                    <a:pt x="3479663" y="4671615"/>
                  </a:lnTo>
                  <a:lnTo>
                    <a:pt x="3567028" y="4684555"/>
                  </a:lnTo>
                  <a:lnTo>
                    <a:pt x="3647492" y="4694978"/>
                  </a:lnTo>
                  <a:lnTo>
                    <a:pt x="3716915" y="4702913"/>
                  </a:lnTo>
                  <a:lnTo>
                    <a:pt x="3772016" y="4708512"/>
                  </a:lnTo>
                  <a:lnTo>
                    <a:pt x="3811147" y="4712069"/>
                  </a:lnTo>
                  <a:lnTo>
                    <a:pt x="3834781" y="4713999"/>
                  </a:lnTo>
                  <a:lnTo>
                    <a:pt x="3845569" y="4714795"/>
                  </a:lnTo>
                  <a:lnTo>
                    <a:pt x="3848118" y="4714966"/>
                  </a:lnTo>
                  <a:lnTo>
                    <a:pt x="4386855" y="4714966"/>
                  </a:lnTo>
                  <a:lnTo>
                    <a:pt x="4387726" y="4714862"/>
                  </a:lnTo>
                  <a:lnTo>
                    <a:pt x="4393464" y="4714122"/>
                  </a:lnTo>
                  <a:lnTo>
                    <a:pt x="4407956" y="4712077"/>
                  </a:lnTo>
                  <a:lnTo>
                    <a:pt x="4433935" y="4708050"/>
                  </a:lnTo>
                  <a:lnTo>
                    <a:pt x="4472792" y="4701411"/>
                  </a:lnTo>
                  <a:lnTo>
                    <a:pt x="4524461" y="4691638"/>
                  </a:lnTo>
                  <a:lnTo>
                    <a:pt x="4587526" y="4678368"/>
                  </a:lnTo>
                  <a:lnTo>
                    <a:pt x="4659534" y="4661410"/>
                  </a:lnTo>
                  <a:lnTo>
                    <a:pt x="4737475" y="4640719"/>
                  </a:lnTo>
                  <a:lnTo>
                    <a:pt x="4818274" y="4616347"/>
                  </a:lnTo>
                  <a:lnTo>
                    <a:pt x="4899189" y="4588374"/>
                  </a:lnTo>
                  <a:lnTo>
                    <a:pt x="4978050" y="4556850"/>
                  </a:lnTo>
                  <a:lnTo>
                    <a:pt x="5053345" y="4521744"/>
                  </a:lnTo>
                  <a:lnTo>
                    <a:pt x="5124181" y="4482916"/>
                  </a:lnTo>
                  <a:lnTo>
                    <a:pt x="5190187" y="4440100"/>
                  </a:lnTo>
                  <a:lnTo>
                    <a:pt x="5251388" y="4392902"/>
                  </a:lnTo>
                  <a:lnTo>
                    <a:pt x="5308089" y="4340805"/>
                  </a:lnTo>
                  <a:lnTo>
                    <a:pt x="5360777" y="4283184"/>
                  </a:lnTo>
                  <a:lnTo>
                    <a:pt x="5410044" y="4219329"/>
                  </a:lnTo>
                  <a:lnTo>
                    <a:pt x="5456528" y="4148500"/>
                  </a:lnTo>
                  <a:lnTo>
                    <a:pt x="5500869" y="4069997"/>
                  </a:lnTo>
                  <a:lnTo>
                    <a:pt x="5543661" y="3983298"/>
                  </a:lnTo>
                  <a:lnTo>
                    <a:pt x="5567201" y="3930953"/>
                  </a:lnTo>
                  <a:lnTo>
                    <a:pt x="5595718" y="3863227"/>
                  </a:lnTo>
                  <a:lnTo>
                    <a:pt x="5623990" y="3791497"/>
                  </a:lnTo>
                  <a:lnTo>
                    <a:pt x="5652135" y="3715683"/>
                  </a:lnTo>
                  <a:lnTo>
                    <a:pt x="5680252" y="3635746"/>
                  </a:lnTo>
                  <a:lnTo>
                    <a:pt x="5708419" y="3551689"/>
                  </a:lnTo>
                  <a:lnTo>
                    <a:pt x="5736699" y="3463565"/>
                  </a:lnTo>
                  <a:lnTo>
                    <a:pt x="5765140" y="3371479"/>
                  </a:lnTo>
                  <a:lnTo>
                    <a:pt x="5793774" y="3275588"/>
                  </a:lnTo>
                  <a:lnTo>
                    <a:pt x="5822619" y="3176105"/>
                  </a:lnTo>
                  <a:lnTo>
                    <a:pt x="5851684" y="3073300"/>
                  </a:lnTo>
                  <a:lnTo>
                    <a:pt x="5880963" y="2967493"/>
                  </a:lnTo>
                  <a:lnTo>
                    <a:pt x="5910442" y="2859058"/>
                  </a:lnTo>
                  <a:lnTo>
                    <a:pt x="5940095" y="2748415"/>
                  </a:lnTo>
                  <a:lnTo>
                    <a:pt x="5969892" y="2636022"/>
                  </a:lnTo>
                  <a:lnTo>
                    <a:pt x="5999794" y="2522373"/>
                  </a:lnTo>
                  <a:lnTo>
                    <a:pt x="6029759" y="2407982"/>
                  </a:lnTo>
                  <a:lnTo>
                    <a:pt x="6059742" y="2293382"/>
                  </a:lnTo>
                  <a:lnTo>
                    <a:pt x="6089698" y="2179106"/>
                  </a:lnTo>
                  <a:lnTo>
                    <a:pt x="6119581" y="2065682"/>
                  </a:lnTo>
                  <a:lnTo>
                    <a:pt x="6149350" y="1953623"/>
                  </a:lnTo>
                  <a:lnTo>
                    <a:pt x="6178968" y="1843414"/>
                  </a:lnTo>
                  <a:lnTo>
                    <a:pt x="6208406" y="1735508"/>
                  </a:lnTo>
                  <a:lnTo>
                    <a:pt x="6237640" y="1630313"/>
                  </a:lnTo>
                  <a:lnTo>
                    <a:pt x="6266658" y="1528192"/>
                  </a:lnTo>
                  <a:lnTo>
                    <a:pt x="6295457" y="1429457"/>
                  </a:lnTo>
                  <a:lnTo>
                    <a:pt x="6324048" y="1334364"/>
                  </a:lnTo>
                  <a:lnTo>
                    <a:pt x="6352451" y="1243113"/>
                  </a:lnTo>
                  <a:lnTo>
                    <a:pt x="6380703" y="1155852"/>
                  </a:lnTo>
                  <a:lnTo>
                    <a:pt x="6408853" y="1072673"/>
                  </a:lnTo>
                  <a:lnTo>
                    <a:pt x="6436969" y="993618"/>
                  </a:lnTo>
                  <a:lnTo>
                    <a:pt x="6465133" y="918682"/>
                  </a:lnTo>
                  <a:lnTo>
                    <a:pt x="6493446" y="847816"/>
                  </a:lnTo>
                  <a:lnTo>
                    <a:pt x="6515891" y="794901"/>
                  </a:lnTo>
                  <a:lnTo>
                    <a:pt x="6558043" y="703503"/>
                  </a:lnTo>
                  <a:lnTo>
                    <a:pt x="6601446" y="620445"/>
                  </a:lnTo>
                  <a:lnTo>
                    <a:pt x="6646649" y="545386"/>
                  </a:lnTo>
                  <a:lnTo>
                    <a:pt x="6694274" y="477706"/>
                  </a:lnTo>
                  <a:lnTo>
                    <a:pt x="6744964" y="416676"/>
                  </a:lnTo>
                  <a:lnTo>
                    <a:pt x="6799344" y="361561"/>
                  </a:lnTo>
                  <a:lnTo>
                    <a:pt x="6857967" y="311684"/>
                  </a:lnTo>
                  <a:lnTo>
                    <a:pt x="6921252" y="266464"/>
                  </a:lnTo>
                  <a:lnTo>
                    <a:pt x="6989394" y="225438"/>
                  </a:lnTo>
                  <a:lnTo>
                    <a:pt x="7062260" y="188267"/>
                  </a:lnTo>
                  <a:lnTo>
                    <a:pt x="7139264" y="154742"/>
                  </a:lnTo>
                  <a:lnTo>
                    <a:pt x="7219250" y="124774"/>
                  </a:lnTo>
                  <a:lnTo>
                    <a:pt x="7300418" y="98371"/>
                  </a:lnTo>
                  <a:lnTo>
                    <a:pt x="7380329" y="75604"/>
                  </a:lnTo>
                  <a:lnTo>
                    <a:pt x="7456054" y="56548"/>
                  </a:lnTo>
                  <a:lnTo>
                    <a:pt x="7524489" y="41220"/>
                  </a:lnTo>
                  <a:lnTo>
                    <a:pt x="7582807" y="29518"/>
                  </a:lnTo>
                  <a:lnTo>
                    <a:pt x="7628956" y="21174"/>
                  </a:lnTo>
                  <a:lnTo>
                    <a:pt x="7662087" y="15752"/>
                  </a:lnTo>
                  <a:lnTo>
                    <a:pt x="7682774" y="12676"/>
                  </a:lnTo>
                  <a:lnTo>
                    <a:pt x="7693018" y="11287"/>
                  </a:lnTo>
                  <a:lnTo>
                    <a:pt x="7696079" y="10907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6" y="103"/>
                  </a:lnTo>
                  <a:lnTo>
                    <a:pt x="7689629" y="843"/>
                  </a:lnTo>
                  <a:lnTo>
                    <a:pt x="7675137" y="2888"/>
                  </a:lnTo>
                  <a:lnTo>
                    <a:pt x="7649157" y="6915"/>
                  </a:lnTo>
                  <a:lnTo>
                    <a:pt x="7610301" y="13555"/>
                  </a:lnTo>
                  <a:lnTo>
                    <a:pt x="7558631" y="23328"/>
                  </a:lnTo>
                  <a:lnTo>
                    <a:pt x="7495567" y="36598"/>
                  </a:lnTo>
                  <a:lnTo>
                    <a:pt x="7423558" y="53556"/>
                  </a:lnTo>
                  <a:lnTo>
                    <a:pt x="7345617" y="74247"/>
                  </a:lnTo>
                  <a:lnTo>
                    <a:pt x="7264818" y="98619"/>
                  </a:lnTo>
                  <a:lnTo>
                    <a:pt x="7183904" y="126591"/>
                  </a:lnTo>
                  <a:lnTo>
                    <a:pt x="7105043" y="158116"/>
                  </a:lnTo>
                  <a:lnTo>
                    <a:pt x="7029748" y="193222"/>
                  </a:lnTo>
                  <a:lnTo>
                    <a:pt x="6958911" y="232050"/>
                  </a:lnTo>
                  <a:lnTo>
                    <a:pt x="6892905" y="274866"/>
                  </a:lnTo>
                  <a:lnTo>
                    <a:pt x="6831704" y="322064"/>
                  </a:lnTo>
                  <a:lnTo>
                    <a:pt x="6775003" y="374160"/>
                  </a:lnTo>
                  <a:lnTo>
                    <a:pt x="6722315" y="431782"/>
                  </a:lnTo>
                  <a:lnTo>
                    <a:pt x="6673048" y="495636"/>
                  </a:lnTo>
                  <a:lnTo>
                    <a:pt x="6626564" y="566466"/>
                  </a:lnTo>
                  <a:lnTo>
                    <a:pt x="6582224" y="644968"/>
                  </a:lnTo>
                  <a:lnTo>
                    <a:pt x="6539432" y="731667"/>
                  </a:lnTo>
                  <a:lnTo>
                    <a:pt x="6515891" y="784012"/>
                  </a:lnTo>
                  <a:lnTo>
                    <a:pt x="6487375" y="851739"/>
                  </a:lnTo>
                  <a:lnTo>
                    <a:pt x="6459103" y="923469"/>
                  </a:lnTo>
                  <a:lnTo>
                    <a:pt x="6430957" y="999282"/>
                  </a:lnTo>
                  <a:lnTo>
                    <a:pt x="6402841" y="1079220"/>
                  </a:lnTo>
                  <a:lnTo>
                    <a:pt x="6374673" y="1163277"/>
                  </a:lnTo>
                  <a:lnTo>
                    <a:pt x="6346393" y="1251401"/>
                  </a:lnTo>
                  <a:lnTo>
                    <a:pt x="6317952" y="1343487"/>
                  </a:lnTo>
                  <a:lnTo>
                    <a:pt x="6289319" y="1439378"/>
                  </a:lnTo>
                  <a:lnTo>
                    <a:pt x="6260473" y="1538860"/>
                  </a:lnTo>
                  <a:lnTo>
                    <a:pt x="6231408" y="1641666"/>
                  </a:lnTo>
                  <a:lnTo>
                    <a:pt x="6202129" y="1747472"/>
                  </a:lnTo>
                  <a:lnTo>
                    <a:pt x="6172651" y="1855907"/>
                  </a:lnTo>
                  <a:lnTo>
                    <a:pt x="6142997" y="1966551"/>
                  </a:lnTo>
                  <a:lnTo>
                    <a:pt x="6113200" y="2078943"/>
                  </a:lnTo>
                  <a:lnTo>
                    <a:pt x="6083298" y="2192593"/>
                  </a:lnTo>
                  <a:lnTo>
                    <a:pt x="6053333" y="2306983"/>
                  </a:lnTo>
                  <a:lnTo>
                    <a:pt x="6023350" y="2421584"/>
                  </a:lnTo>
                  <a:lnTo>
                    <a:pt x="5993395" y="2535860"/>
                  </a:lnTo>
                  <a:lnTo>
                    <a:pt x="5963512" y="2649283"/>
                  </a:lnTo>
                  <a:lnTo>
                    <a:pt x="5933743" y="2761342"/>
                  </a:lnTo>
                  <a:lnTo>
                    <a:pt x="5904124" y="2871551"/>
                  </a:lnTo>
                  <a:lnTo>
                    <a:pt x="5874687" y="2979458"/>
                  </a:lnTo>
                  <a:lnTo>
                    <a:pt x="5845452" y="3084653"/>
                  </a:lnTo>
                  <a:lnTo>
                    <a:pt x="5816434" y="3186773"/>
                  </a:lnTo>
                  <a:lnTo>
                    <a:pt x="5787635" y="3285508"/>
                  </a:lnTo>
                  <a:lnTo>
                    <a:pt x="5759045" y="3380602"/>
                  </a:lnTo>
                  <a:lnTo>
                    <a:pt x="5730642" y="3471852"/>
                  </a:lnTo>
                  <a:lnTo>
                    <a:pt x="5702390" y="3559114"/>
                  </a:lnTo>
                  <a:lnTo>
                    <a:pt x="5674239" y="3642293"/>
                  </a:lnTo>
                  <a:lnTo>
                    <a:pt x="5646124" y="3721348"/>
                  </a:lnTo>
                  <a:lnTo>
                    <a:pt x="5617960" y="3796284"/>
                  </a:lnTo>
                  <a:lnTo>
                    <a:pt x="5589646" y="3867149"/>
                  </a:lnTo>
                  <a:lnTo>
                    <a:pt x="5567201" y="3920064"/>
                  </a:lnTo>
                  <a:lnTo>
                    <a:pt x="5525049" y="4011462"/>
                  </a:lnTo>
                  <a:lnTo>
                    <a:pt x="5481647" y="4094521"/>
                  </a:lnTo>
                  <a:lnTo>
                    <a:pt x="5436443" y="4169580"/>
                  </a:lnTo>
                  <a:lnTo>
                    <a:pt x="5388818" y="4237259"/>
                  </a:lnTo>
                  <a:lnTo>
                    <a:pt x="5338128" y="4298289"/>
                  </a:lnTo>
                  <a:lnTo>
                    <a:pt x="5283748" y="4353405"/>
                  </a:lnTo>
                  <a:lnTo>
                    <a:pt x="5225125" y="4403282"/>
                  </a:lnTo>
                  <a:lnTo>
                    <a:pt x="5161840" y="4448501"/>
                  </a:lnTo>
                  <a:lnTo>
                    <a:pt x="5093698" y="4489527"/>
                  </a:lnTo>
                  <a:lnTo>
                    <a:pt x="5020833" y="4526698"/>
                  </a:lnTo>
                  <a:lnTo>
                    <a:pt x="4943829" y="4560223"/>
                  </a:lnTo>
                  <a:lnTo>
                    <a:pt x="4863842" y="4590192"/>
                  </a:lnTo>
                  <a:lnTo>
                    <a:pt x="4782674" y="4616594"/>
                  </a:lnTo>
                  <a:lnTo>
                    <a:pt x="4702764" y="4639362"/>
                  </a:lnTo>
                  <a:lnTo>
                    <a:pt x="4627039" y="4658418"/>
                  </a:lnTo>
                  <a:lnTo>
                    <a:pt x="4558604" y="4673745"/>
                  </a:lnTo>
                  <a:lnTo>
                    <a:pt x="4500286" y="4685448"/>
                  </a:lnTo>
                  <a:lnTo>
                    <a:pt x="4454136" y="4693792"/>
                  </a:lnTo>
                  <a:lnTo>
                    <a:pt x="4421005" y="4699214"/>
                  </a:lnTo>
                  <a:lnTo>
                    <a:pt x="4400318" y="4702290"/>
                  </a:lnTo>
                  <a:lnTo>
                    <a:pt x="4390074" y="4703678"/>
                  </a:lnTo>
                  <a:lnTo>
                    <a:pt x="4387013" y="4704059"/>
                  </a:lnTo>
                  <a:lnTo>
                    <a:pt x="4386855" y="4704077"/>
                  </a:lnTo>
                  <a:lnTo>
                    <a:pt x="3848118" y="4704077"/>
                  </a:lnTo>
                  <a:lnTo>
                    <a:pt x="3846929" y="4703999"/>
                  </a:lnTo>
                  <a:lnTo>
                    <a:pt x="3839151" y="4703442"/>
                  </a:lnTo>
                  <a:lnTo>
                    <a:pt x="3819699" y="4701901"/>
                  </a:lnTo>
                  <a:lnTo>
                    <a:pt x="3785317" y="4698875"/>
                  </a:lnTo>
                  <a:lnTo>
                    <a:pt x="3734874" y="4693919"/>
                  </a:lnTo>
                  <a:lnTo>
                    <a:pt x="3669419" y="4686699"/>
                  </a:lnTo>
                  <a:lnTo>
                    <a:pt x="3591823" y="4677022"/>
                  </a:lnTo>
                  <a:lnTo>
                    <a:pt x="3506057" y="4664827"/>
                  </a:lnTo>
                  <a:lnTo>
                    <a:pt x="3416358" y="4650142"/>
                  </a:lnTo>
                  <a:lnTo>
                    <a:pt x="3326515" y="4633026"/>
                  </a:lnTo>
                  <a:lnTo>
                    <a:pt x="3239451" y="4613512"/>
                  </a:lnTo>
                  <a:lnTo>
                    <a:pt x="3157093" y="4591565"/>
                  </a:lnTo>
                  <a:lnTo>
                    <a:pt x="3080452" y="4567052"/>
                  </a:lnTo>
                  <a:lnTo>
                    <a:pt x="3009809" y="4539737"/>
                  </a:lnTo>
                  <a:lnTo>
                    <a:pt x="2944921" y="4509276"/>
                  </a:lnTo>
                  <a:lnTo>
                    <a:pt x="2885202" y="4475230"/>
                  </a:lnTo>
                  <a:lnTo>
                    <a:pt x="2829873" y="4437082"/>
                  </a:lnTo>
                  <a:lnTo>
                    <a:pt x="2778065" y="4394277"/>
                  </a:lnTo>
                  <a:lnTo>
                    <a:pt x="2728901" y="4346291"/>
                  </a:lnTo>
                  <a:lnTo>
                    <a:pt x="2681569" y="4292750"/>
                  </a:lnTo>
                  <a:lnTo>
                    <a:pt x="2667772" y="4275774"/>
                  </a:lnTo>
                  <a:lnTo>
                    <a:pt x="2630939" y="4227505"/>
                  </a:lnTo>
                  <a:lnTo>
                    <a:pt x="2594456" y="4175553"/>
                  </a:lnTo>
                  <a:lnTo>
                    <a:pt x="2558086" y="4119845"/>
                  </a:lnTo>
                  <a:lnTo>
                    <a:pt x="2521647" y="4060371"/>
                  </a:lnTo>
                  <a:lnTo>
                    <a:pt x="2485005" y="3997197"/>
                  </a:lnTo>
                  <a:lnTo>
                    <a:pt x="2448068" y="3930465"/>
                  </a:lnTo>
                  <a:lnTo>
                    <a:pt x="2410783" y="3860402"/>
                  </a:lnTo>
                  <a:lnTo>
                    <a:pt x="2373132" y="3787319"/>
                  </a:lnTo>
                  <a:lnTo>
                    <a:pt x="2335131" y="3711609"/>
                  </a:lnTo>
                  <a:lnTo>
                    <a:pt x="2296821" y="3633740"/>
                  </a:lnTo>
                  <a:lnTo>
                    <a:pt x="2258269" y="3554246"/>
                  </a:lnTo>
                  <a:lnTo>
                    <a:pt x="2219556" y="3473710"/>
                  </a:lnTo>
                  <a:lnTo>
                    <a:pt x="2180776" y="3392750"/>
                  </a:lnTo>
                  <a:lnTo>
                    <a:pt x="2142030" y="3311996"/>
                  </a:lnTo>
                  <a:lnTo>
                    <a:pt x="2103411" y="3232071"/>
                  </a:lnTo>
                  <a:lnTo>
                    <a:pt x="2065009" y="3153574"/>
                  </a:lnTo>
                  <a:lnTo>
                    <a:pt x="2026894" y="3077057"/>
                  </a:lnTo>
                  <a:lnTo>
                    <a:pt x="1989118" y="3003013"/>
                  </a:lnTo>
                  <a:lnTo>
                    <a:pt x="1951706" y="2931860"/>
                  </a:lnTo>
                  <a:lnTo>
                    <a:pt x="1914652" y="2863940"/>
                  </a:lnTo>
                  <a:lnTo>
                    <a:pt x="1877916" y="2799509"/>
                  </a:lnTo>
                  <a:lnTo>
                    <a:pt x="1841419" y="2738737"/>
                  </a:lnTo>
                  <a:lnTo>
                    <a:pt x="1805044" y="2681718"/>
                  </a:lnTo>
                  <a:lnTo>
                    <a:pt x="1768624" y="2628466"/>
                  </a:lnTo>
                  <a:lnTo>
                    <a:pt x="1731943" y="2578929"/>
                  </a:lnTo>
                  <a:lnTo>
                    <a:pt x="1719082" y="2562560"/>
                  </a:lnTo>
                  <a:lnTo>
                    <a:pt x="1672159" y="2507343"/>
                  </a:lnTo>
                  <a:lnTo>
                    <a:pt x="1623618" y="2457736"/>
                  </a:lnTo>
                  <a:lnTo>
                    <a:pt x="1572684" y="2413445"/>
                  </a:lnTo>
                  <a:lnTo>
                    <a:pt x="1518493" y="2373973"/>
                  </a:lnTo>
                  <a:lnTo>
                    <a:pt x="1460164" y="2338766"/>
                  </a:lnTo>
                  <a:lnTo>
                    <a:pt x="1396882" y="2307291"/>
                  </a:lnTo>
                  <a:lnTo>
                    <a:pt x="1327991" y="2279082"/>
                  </a:lnTo>
                  <a:lnTo>
                    <a:pt x="1253128" y="2253768"/>
                  </a:lnTo>
                  <a:lnTo>
                    <a:pt x="1172399" y="2231077"/>
                  </a:lnTo>
                  <a:lnTo>
                    <a:pt x="1086574" y="2210849"/>
                  </a:lnTo>
                  <a:lnTo>
                    <a:pt x="997295" y="2193021"/>
                  </a:lnTo>
                  <a:lnTo>
                    <a:pt x="907192" y="2177608"/>
                  </a:lnTo>
                  <a:lnTo>
                    <a:pt x="819826" y="2164668"/>
                  </a:lnTo>
                  <a:lnTo>
                    <a:pt x="739363" y="2154245"/>
                  </a:lnTo>
                  <a:lnTo>
                    <a:pt x="669939" y="2146310"/>
                  </a:lnTo>
                  <a:lnTo>
                    <a:pt x="614839" y="2140711"/>
                  </a:lnTo>
                  <a:lnTo>
                    <a:pt x="575708" y="2137154"/>
                  </a:lnTo>
                  <a:lnTo>
                    <a:pt x="552074" y="2135224"/>
                  </a:lnTo>
                  <a:lnTo>
                    <a:pt x="541285" y="2134428"/>
                  </a:lnTo>
                  <a:lnTo>
                    <a:pt x="538736" y="2134257"/>
                  </a:lnTo>
                  <a:lnTo>
                    <a:pt x="0" y="213425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34" name="pl234"/>
            <p:cNvSpPr/>
            <p:nvPr/>
          </p:nvSpPr>
          <p:spPr>
            <a:xfrm>
              <a:off x="546595" y="930126"/>
              <a:ext cx="8234974" cy="4704077"/>
            </a:xfrm>
            <a:custGeom>
              <a:avLst/>
              <a:pathLst>
                <a:path w="8234974" h="4704077">
                  <a:moveTo>
                    <a:pt x="0" y="2134257"/>
                  </a:moveTo>
                  <a:lnTo>
                    <a:pt x="538736" y="2134257"/>
                  </a:lnTo>
                  <a:lnTo>
                    <a:pt x="539926" y="2134335"/>
                  </a:lnTo>
                  <a:lnTo>
                    <a:pt x="547704" y="2134892"/>
                  </a:lnTo>
                  <a:lnTo>
                    <a:pt x="567156" y="2136433"/>
                  </a:lnTo>
                  <a:lnTo>
                    <a:pt x="601537" y="2139459"/>
                  </a:lnTo>
                  <a:lnTo>
                    <a:pt x="651981" y="2144415"/>
                  </a:lnTo>
                  <a:lnTo>
                    <a:pt x="717436" y="2151635"/>
                  </a:lnTo>
                  <a:lnTo>
                    <a:pt x="795032" y="2161311"/>
                  </a:lnTo>
                  <a:lnTo>
                    <a:pt x="880797" y="2173507"/>
                  </a:lnTo>
                  <a:lnTo>
                    <a:pt x="970496" y="2188192"/>
                  </a:lnTo>
                  <a:lnTo>
                    <a:pt x="1060339" y="2205308"/>
                  </a:lnTo>
                  <a:lnTo>
                    <a:pt x="1147404" y="2224822"/>
                  </a:lnTo>
                  <a:lnTo>
                    <a:pt x="1229762" y="2246769"/>
                  </a:lnTo>
                  <a:lnTo>
                    <a:pt x="1306402" y="2271282"/>
                  </a:lnTo>
                  <a:lnTo>
                    <a:pt x="1377045" y="2298597"/>
                  </a:lnTo>
                  <a:lnTo>
                    <a:pt x="1441934" y="2329058"/>
                  </a:lnTo>
                  <a:lnTo>
                    <a:pt x="1501653" y="2363104"/>
                  </a:lnTo>
                  <a:lnTo>
                    <a:pt x="1556981" y="2401252"/>
                  </a:lnTo>
                  <a:lnTo>
                    <a:pt x="1608789" y="2444057"/>
                  </a:lnTo>
                  <a:lnTo>
                    <a:pt x="1657954" y="2492043"/>
                  </a:lnTo>
                  <a:lnTo>
                    <a:pt x="1705286" y="2545584"/>
                  </a:lnTo>
                  <a:lnTo>
                    <a:pt x="1719082" y="2562560"/>
                  </a:lnTo>
                  <a:lnTo>
                    <a:pt x="1755915" y="2610829"/>
                  </a:lnTo>
                  <a:lnTo>
                    <a:pt x="1792399" y="2662781"/>
                  </a:lnTo>
                  <a:lnTo>
                    <a:pt x="1828769" y="2718489"/>
                  </a:lnTo>
                  <a:lnTo>
                    <a:pt x="1865207" y="2777962"/>
                  </a:lnTo>
                  <a:lnTo>
                    <a:pt x="1901849" y="2841137"/>
                  </a:lnTo>
                  <a:lnTo>
                    <a:pt x="1938786" y="2907869"/>
                  </a:lnTo>
                  <a:lnTo>
                    <a:pt x="1976072" y="2977932"/>
                  </a:lnTo>
                  <a:lnTo>
                    <a:pt x="2013722" y="3051015"/>
                  </a:lnTo>
                  <a:lnTo>
                    <a:pt x="2051724" y="3126725"/>
                  </a:lnTo>
                  <a:lnTo>
                    <a:pt x="2090033" y="3204594"/>
                  </a:lnTo>
                  <a:lnTo>
                    <a:pt x="2128586" y="3284088"/>
                  </a:lnTo>
                  <a:lnTo>
                    <a:pt x="2167299" y="3364623"/>
                  </a:lnTo>
                  <a:lnTo>
                    <a:pt x="2206078" y="3445584"/>
                  </a:lnTo>
                  <a:lnTo>
                    <a:pt x="2244825" y="3526338"/>
                  </a:lnTo>
                  <a:lnTo>
                    <a:pt x="2283444" y="3606263"/>
                  </a:lnTo>
                  <a:lnTo>
                    <a:pt x="2321846" y="3684760"/>
                  </a:lnTo>
                  <a:lnTo>
                    <a:pt x="2359961" y="3761277"/>
                  </a:lnTo>
                  <a:lnTo>
                    <a:pt x="2397737" y="3835321"/>
                  </a:lnTo>
                  <a:lnTo>
                    <a:pt x="2435149" y="3906474"/>
                  </a:lnTo>
                  <a:lnTo>
                    <a:pt x="2472203" y="3974394"/>
                  </a:lnTo>
                  <a:lnTo>
                    <a:pt x="2508939" y="4038825"/>
                  </a:lnTo>
                  <a:lnTo>
                    <a:pt x="2545435" y="4099597"/>
                  </a:lnTo>
                  <a:lnTo>
                    <a:pt x="2581811" y="4156616"/>
                  </a:lnTo>
                  <a:lnTo>
                    <a:pt x="2618231" y="4209868"/>
                  </a:lnTo>
                  <a:lnTo>
                    <a:pt x="2654912" y="4259405"/>
                  </a:lnTo>
                  <a:lnTo>
                    <a:pt x="2667772" y="4275774"/>
                  </a:lnTo>
                  <a:lnTo>
                    <a:pt x="2714696" y="4330991"/>
                  </a:lnTo>
                  <a:lnTo>
                    <a:pt x="2763237" y="4380598"/>
                  </a:lnTo>
                  <a:lnTo>
                    <a:pt x="2814171" y="4424889"/>
                  </a:lnTo>
                  <a:lnTo>
                    <a:pt x="2868362" y="4464361"/>
                  </a:lnTo>
                  <a:lnTo>
                    <a:pt x="2926690" y="4499568"/>
                  </a:lnTo>
                  <a:lnTo>
                    <a:pt x="2989973" y="4531043"/>
                  </a:lnTo>
                  <a:lnTo>
                    <a:pt x="3058864" y="4559252"/>
                  </a:lnTo>
                  <a:lnTo>
                    <a:pt x="3133726" y="4584566"/>
                  </a:lnTo>
                  <a:lnTo>
                    <a:pt x="3214456" y="4607257"/>
                  </a:lnTo>
                  <a:lnTo>
                    <a:pt x="3300280" y="4627485"/>
                  </a:lnTo>
                  <a:lnTo>
                    <a:pt x="3389559" y="4645313"/>
                  </a:lnTo>
                  <a:lnTo>
                    <a:pt x="3479663" y="4660726"/>
                  </a:lnTo>
                  <a:lnTo>
                    <a:pt x="3567028" y="4673666"/>
                  </a:lnTo>
                  <a:lnTo>
                    <a:pt x="3647492" y="4684089"/>
                  </a:lnTo>
                  <a:lnTo>
                    <a:pt x="3716915" y="4692024"/>
                  </a:lnTo>
                  <a:lnTo>
                    <a:pt x="3772016" y="4697623"/>
                  </a:lnTo>
                  <a:lnTo>
                    <a:pt x="3811147" y="4701180"/>
                  </a:lnTo>
                  <a:lnTo>
                    <a:pt x="3834781" y="4703110"/>
                  </a:lnTo>
                  <a:lnTo>
                    <a:pt x="3845569" y="4703906"/>
                  </a:lnTo>
                  <a:lnTo>
                    <a:pt x="3848086" y="4704075"/>
                  </a:lnTo>
                  <a:lnTo>
                    <a:pt x="3848118" y="4704077"/>
                  </a:lnTo>
                  <a:lnTo>
                    <a:pt x="4386855" y="4704077"/>
                  </a:lnTo>
                  <a:lnTo>
                    <a:pt x="4387726" y="4703973"/>
                  </a:lnTo>
                  <a:lnTo>
                    <a:pt x="4393464" y="4703233"/>
                  </a:lnTo>
                  <a:lnTo>
                    <a:pt x="4407956" y="4701188"/>
                  </a:lnTo>
                  <a:lnTo>
                    <a:pt x="4433935" y="4697161"/>
                  </a:lnTo>
                  <a:lnTo>
                    <a:pt x="4472792" y="4690521"/>
                  </a:lnTo>
                  <a:lnTo>
                    <a:pt x="4524461" y="4680749"/>
                  </a:lnTo>
                  <a:lnTo>
                    <a:pt x="4587526" y="4667479"/>
                  </a:lnTo>
                  <a:lnTo>
                    <a:pt x="4659534" y="4650521"/>
                  </a:lnTo>
                  <a:lnTo>
                    <a:pt x="4737475" y="4629830"/>
                  </a:lnTo>
                  <a:lnTo>
                    <a:pt x="4818274" y="4605458"/>
                  </a:lnTo>
                  <a:lnTo>
                    <a:pt x="4899189" y="4577485"/>
                  </a:lnTo>
                  <a:lnTo>
                    <a:pt x="4978050" y="4545961"/>
                  </a:lnTo>
                  <a:lnTo>
                    <a:pt x="5053345" y="4510855"/>
                  </a:lnTo>
                  <a:lnTo>
                    <a:pt x="5124181" y="4472026"/>
                  </a:lnTo>
                  <a:lnTo>
                    <a:pt x="5190187" y="4429211"/>
                  </a:lnTo>
                  <a:lnTo>
                    <a:pt x="5251388" y="4382013"/>
                  </a:lnTo>
                  <a:lnTo>
                    <a:pt x="5308089" y="4329916"/>
                  </a:lnTo>
                  <a:lnTo>
                    <a:pt x="5360777" y="4272295"/>
                  </a:lnTo>
                  <a:lnTo>
                    <a:pt x="5410044" y="4208440"/>
                  </a:lnTo>
                  <a:lnTo>
                    <a:pt x="5456528" y="4137611"/>
                  </a:lnTo>
                  <a:lnTo>
                    <a:pt x="5500869" y="4059108"/>
                  </a:lnTo>
                  <a:lnTo>
                    <a:pt x="5543661" y="3972409"/>
                  </a:lnTo>
                  <a:lnTo>
                    <a:pt x="5567201" y="3920064"/>
                  </a:lnTo>
                  <a:lnTo>
                    <a:pt x="5595718" y="3852338"/>
                  </a:lnTo>
                  <a:lnTo>
                    <a:pt x="5623990" y="3780608"/>
                  </a:lnTo>
                  <a:lnTo>
                    <a:pt x="5652135" y="3704794"/>
                  </a:lnTo>
                  <a:lnTo>
                    <a:pt x="5680252" y="3624856"/>
                  </a:lnTo>
                  <a:lnTo>
                    <a:pt x="5708419" y="3540799"/>
                  </a:lnTo>
                  <a:lnTo>
                    <a:pt x="5736699" y="3452676"/>
                  </a:lnTo>
                  <a:lnTo>
                    <a:pt x="5765140" y="3360590"/>
                  </a:lnTo>
                  <a:lnTo>
                    <a:pt x="5793774" y="3264699"/>
                  </a:lnTo>
                  <a:lnTo>
                    <a:pt x="5822619" y="3165216"/>
                  </a:lnTo>
                  <a:lnTo>
                    <a:pt x="5851684" y="3062411"/>
                  </a:lnTo>
                  <a:lnTo>
                    <a:pt x="5880963" y="2956604"/>
                  </a:lnTo>
                  <a:lnTo>
                    <a:pt x="5910442" y="2848169"/>
                  </a:lnTo>
                  <a:lnTo>
                    <a:pt x="5940095" y="2737526"/>
                  </a:lnTo>
                  <a:lnTo>
                    <a:pt x="5969892" y="2625133"/>
                  </a:lnTo>
                  <a:lnTo>
                    <a:pt x="5999794" y="2511484"/>
                  </a:lnTo>
                  <a:lnTo>
                    <a:pt x="6029759" y="2397093"/>
                  </a:lnTo>
                  <a:lnTo>
                    <a:pt x="6059742" y="2282493"/>
                  </a:lnTo>
                  <a:lnTo>
                    <a:pt x="6089698" y="2168217"/>
                  </a:lnTo>
                  <a:lnTo>
                    <a:pt x="6119581" y="2054793"/>
                  </a:lnTo>
                  <a:lnTo>
                    <a:pt x="6149350" y="1942734"/>
                  </a:lnTo>
                  <a:lnTo>
                    <a:pt x="6178968" y="1832525"/>
                  </a:lnTo>
                  <a:lnTo>
                    <a:pt x="6208406" y="1724619"/>
                  </a:lnTo>
                  <a:lnTo>
                    <a:pt x="6237640" y="1619424"/>
                  </a:lnTo>
                  <a:lnTo>
                    <a:pt x="6266658" y="1517303"/>
                  </a:lnTo>
                  <a:lnTo>
                    <a:pt x="6295457" y="1418568"/>
                  </a:lnTo>
                  <a:lnTo>
                    <a:pt x="6324048" y="1323475"/>
                  </a:lnTo>
                  <a:lnTo>
                    <a:pt x="6352451" y="1232224"/>
                  </a:lnTo>
                  <a:lnTo>
                    <a:pt x="6380703" y="1144963"/>
                  </a:lnTo>
                  <a:lnTo>
                    <a:pt x="6408853" y="1061784"/>
                  </a:lnTo>
                  <a:lnTo>
                    <a:pt x="6436969" y="982729"/>
                  </a:lnTo>
                  <a:lnTo>
                    <a:pt x="6465133" y="907793"/>
                  </a:lnTo>
                  <a:lnTo>
                    <a:pt x="6493446" y="836927"/>
                  </a:lnTo>
                  <a:lnTo>
                    <a:pt x="6515891" y="784012"/>
                  </a:lnTo>
                  <a:lnTo>
                    <a:pt x="6558043" y="692614"/>
                  </a:lnTo>
                  <a:lnTo>
                    <a:pt x="6601446" y="609556"/>
                  </a:lnTo>
                  <a:lnTo>
                    <a:pt x="6646649" y="534497"/>
                  </a:lnTo>
                  <a:lnTo>
                    <a:pt x="6694274" y="466817"/>
                  </a:lnTo>
                  <a:lnTo>
                    <a:pt x="6744964" y="405787"/>
                  </a:lnTo>
                  <a:lnTo>
                    <a:pt x="6799344" y="350672"/>
                  </a:lnTo>
                  <a:lnTo>
                    <a:pt x="6857967" y="300795"/>
                  </a:lnTo>
                  <a:lnTo>
                    <a:pt x="6921252" y="255575"/>
                  </a:lnTo>
                  <a:lnTo>
                    <a:pt x="6989394" y="214549"/>
                  </a:lnTo>
                  <a:lnTo>
                    <a:pt x="7062260" y="177378"/>
                  </a:lnTo>
                  <a:lnTo>
                    <a:pt x="7139264" y="143853"/>
                  </a:lnTo>
                  <a:lnTo>
                    <a:pt x="7219250" y="113885"/>
                  </a:lnTo>
                  <a:lnTo>
                    <a:pt x="7300418" y="87482"/>
                  </a:lnTo>
                  <a:lnTo>
                    <a:pt x="7380329" y="64715"/>
                  </a:lnTo>
                  <a:lnTo>
                    <a:pt x="7456054" y="45659"/>
                  </a:lnTo>
                  <a:lnTo>
                    <a:pt x="7524489" y="30331"/>
                  </a:lnTo>
                  <a:lnTo>
                    <a:pt x="7582807" y="18629"/>
                  </a:lnTo>
                  <a:lnTo>
                    <a:pt x="7628956" y="10285"/>
                  </a:lnTo>
                  <a:lnTo>
                    <a:pt x="7662087" y="4863"/>
                  </a:lnTo>
                  <a:lnTo>
                    <a:pt x="7682774" y="1787"/>
                  </a:lnTo>
                  <a:lnTo>
                    <a:pt x="7693018" y="398"/>
                  </a:lnTo>
                  <a:lnTo>
                    <a:pt x="7696079" y="1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5" name="pl235"/>
            <p:cNvSpPr/>
            <p:nvPr/>
          </p:nvSpPr>
          <p:spPr>
            <a:xfrm>
              <a:off x="546595" y="919237"/>
              <a:ext cx="8234974" cy="4704077"/>
            </a:xfrm>
            <a:custGeom>
              <a:avLst/>
              <a:pathLst>
                <a:path w="8234974" h="4704077">
                  <a:moveTo>
                    <a:pt x="8234974" y="0"/>
                  </a:moveTo>
                  <a:lnTo>
                    <a:pt x="7696237" y="0"/>
                  </a:lnTo>
                  <a:lnTo>
                    <a:pt x="7695366" y="103"/>
                  </a:lnTo>
                  <a:lnTo>
                    <a:pt x="7689629" y="843"/>
                  </a:lnTo>
                  <a:lnTo>
                    <a:pt x="7675137" y="2888"/>
                  </a:lnTo>
                  <a:lnTo>
                    <a:pt x="7649157" y="6915"/>
                  </a:lnTo>
                  <a:lnTo>
                    <a:pt x="7610301" y="13555"/>
                  </a:lnTo>
                  <a:lnTo>
                    <a:pt x="7558631" y="23328"/>
                  </a:lnTo>
                  <a:lnTo>
                    <a:pt x="7495567" y="36598"/>
                  </a:lnTo>
                  <a:lnTo>
                    <a:pt x="7423558" y="53556"/>
                  </a:lnTo>
                  <a:lnTo>
                    <a:pt x="7345617" y="74247"/>
                  </a:lnTo>
                  <a:lnTo>
                    <a:pt x="7264818" y="98619"/>
                  </a:lnTo>
                  <a:lnTo>
                    <a:pt x="7183904" y="126591"/>
                  </a:lnTo>
                  <a:lnTo>
                    <a:pt x="7105043" y="158116"/>
                  </a:lnTo>
                  <a:lnTo>
                    <a:pt x="7029748" y="193222"/>
                  </a:lnTo>
                  <a:lnTo>
                    <a:pt x="6958911" y="232050"/>
                  </a:lnTo>
                  <a:lnTo>
                    <a:pt x="6892905" y="274866"/>
                  </a:lnTo>
                  <a:lnTo>
                    <a:pt x="6831704" y="322064"/>
                  </a:lnTo>
                  <a:lnTo>
                    <a:pt x="6775003" y="374160"/>
                  </a:lnTo>
                  <a:lnTo>
                    <a:pt x="6722315" y="431782"/>
                  </a:lnTo>
                  <a:lnTo>
                    <a:pt x="6673048" y="495636"/>
                  </a:lnTo>
                  <a:lnTo>
                    <a:pt x="6626564" y="566466"/>
                  </a:lnTo>
                  <a:lnTo>
                    <a:pt x="6582224" y="644968"/>
                  </a:lnTo>
                  <a:lnTo>
                    <a:pt x="6539432" y="731667"/>
                  </a:lnTo>
                  <a:lnTo>
                    <a:pt x="6515891" y="784012"/>
                  </a:lnTo>
                  <a:lnTo>
                    <a:pt x="6487375" y="851739"/>
                  </a:lnTo>
                  <a:lnTo>
                    <a:pt x="6459103" y="923469"/>
                  </a:lnTo>
                  <a:lnTo>
                    <a:pt x="6430957" y="999282"/>
                  </a:lnTo>
                  <a:lnTo>
                    <a:pt x="6402841" y="1079220"/>
                  </a:lnTo>
                  <a:lnTo>
                    <a:pt x="6374673" y="1163277"/>
                  </a:lnTo>
                  <a:lnTo>
                    <a:pt x="6346393" y="1251401"/>
                  </a:lnTo>
                  <a:lnTo>
                    <a:pt x="6317952" y="1343487"/>
                  </a:lnTo>
                  <a:lnTo>
                    <a:pt x="6289319" y="1439378"/>
                  </a:lnTo>
                  <a:lnTo>
                    <a:pt x="6260473" y="1538860"/>
                  </a:lnTo>
                  <a:lnTo>
                    <a:pt x="6231408" y="1641666"/>
                  </a:lnTo>
                  <a:lnTo>
                    <a:pt x="6202129" y="1747472"/>
                  </a:lnTo>
                  <a:lnTo>
                    <a:pt x="6172651" y="1855907"/>
                  </a:lnTo>
                  <a:lnTo>
                    <a:pt x="6142997" y="1966551"/>
                  </a:lnTo>
                  <a:lnTo>
                    <a:pt x="6113200" y="2078943"/>
                  </a:lnTo>
                  <a:lnTo>
                    <a:pt x="6083298" y="2192593"/>
                  </a:lnTo>
                  <a:lnTo>
                    <a:pt x="6053333" y="2306983"/>
                  </a:lnTo>
                  <a:lnTo>
                    <a:pt x="6023350" y="2421584"/>
                  </a:lnTo>
                  <a:lnTo>
                    <a:pt x="5993395" y="2535860"/>
                  </a:lnTo>
                  <a:lnTo>
                    <a:pt x="5963512" y="2649283"/>
                  </a:lnTo>
                  <a:lnTo>
                    <a:pt x="5933743" y="2761342"/>
                  </a:lnTo>
                  <a:lnTo>
                    <a:pt x="5904124" y="2871551"/>
                  </a:lnTo>
                  <a:lnTo>
                    <a:pt x="5874687" y="2979458"/>
                  </a:lnTo>
                  <a:lnTo>
                    <a:pt x="5845452" y="3084653"/>
                  </a:lnTo>
                  <a:lnTo>
                    <a:pt x="5816434" y="3186773"/>
                  </a:lnTo>
                  <a:lnTo>
                    <a:pt x="5787635" y="3285508"/>
                  </a:lnTo>
                  <a:lnTo>
                    <a:pt x="5759045" y="3380602"/>
                  </a:lnTo>
                  <a:lnTo>
                    <a:pt x="5730642" y="3471852"/>
                  </a:lnTo>
                  <a:lnTo>
                    <a:pt x="5702390" y="3559114"/>
                  </a:lnTo>
                  <a:lnTo>
                    <a:pt x="5674239" y="3642293"/>
                  </a:lnTo>
                  <a:lnTo>
                    <a:pt x="5646124" y="3721348"/>
                  </a:lnTo>
                  <a:lnTo>
                    <a:pt x="5617960" y="3796284"/>
                  </a:lnTo>
                  <a:lnTo>
                    <a:pt x="5589646" y="3867149"/>
                  </a:lnTo>
                  <a:lnTo>
                    <a:pt x="5567201" y="3920064"/>
                  </a:lnTo>
                  <a:lnTo>
                    <a:pt x="5525049" y="4011462"/>
                  </a:lnTo>
                  <a:lnTo>
                    <a:pt x="5481647" y="4094521"/>
                  </a:lnTo>
                  <a:lnTo>
                    <a:pt x="5436443" y="4169580"/>
                  </a:lnTo>
                  <a:lnTo>
                    <a:pt x="5388818" y="4237259"/>
                  </a:lnTo>
                  <a:lnTo>
                    <a:pt x="5338128" y="4298289"/>
                  </a:lnTo>
                  <a:lnTo>
                    <a:pt x="5283748" y="4353405"/>
                  </a:lnTo>
                  <a:lnTo>
                    <a:pt x="5225125" y="4403282"/>
                  </a:lnTo>
                  <a:lnTo>
                    <a:pt x="5161840" y="4448501"/>
                  </a:lnTo>
                  <a:lnTo>
                    <a:pt x="5093698" y="4489527"/>
                  </a:lnTo>
                  <a:lnTo>
                    <a:pt x="5020833" y="4526698"/>
                  </a:lnTo>
                  <a:lnTo>
                    <a:pt x="4943829" y="4560223"/>
                  </a:lnTo>
                  <a:lnTo>
                    <a:pt x="4863842" y="4590192"/>
                  </a:lnTo>
                  <a:lnTo>
                    <a:pt x="4782674" y="4616594"/>
                  </a:lnTo>
                  <a:lnTo>
                    <a:pt x="4702764" y="4639362"/>
                  </a:lnTo>
                  <a:lnTo>
                    <a:pt x="4627039" y="4658418"/>
                  </a:lnTo>
                  <a:lnTo>
                    <a:pt x="4558604" y="4673745"/>
                  </a:lnTo>
                  <a:lnTo>
                    <a:pt x="4500286" y="4685448"/>
                  </a:lnTo>
                  <a:lnTo>
                    <a:pt x="4454136" y="4693792"/>
                  </a:lnTo>
                  <a:lnTo>
                    <a:pt x="4421005" y="4699214"/>
                  </a:lnTo>
                  <a:lnTo>
                    <a:pt x="4400318" y="4702290"/>
                  </a:lnTo>
                  <a:lnTo>
                    <a:pt x="4390074" y="4703678"/>
                  </a:lnTo>
                  <a:lnTo>
                    <a:pt x="4387013" y="4704059"/>
                  </a:lnTo>
                  <a:lnTo>
                    <a:pt x="4386855" y="4704077"/>
                  </a:lnTo>
                  <a:lnTo>
                    <a:pt x="3848118" y="4704077"/>
                  </a:lnTo>
                  <a:lnTo>
                    <a:pt x="3846929" y="4703999"/>
                  </a:lnTo>
                  <a:lnTo>
                    <a:pt x="3839151" y="4703442"/>
                  </a:lnTo>
                  <a:lnTo>
                    <a:pt x="3819699" y="4701901"/>
                  </a:lnTo>
                  <a:lnTo>
                    <a:pt x="3785317" y="4698875"/>
                  </a:lnTo>
                  <a:lnTo>
                    <a:pt x="3734874" y="4693919"/>
                  </a:lnTo>
                  <a:lnTo>
                    <a:pt x="3669419" y="4686699"/>
                  </a:lnTo>
                  <a:lnTo>
                    <a:pt x="3591823" y="4677022"/>
                  </a:lnTo>
                  <a:lnTo>
                    <a:pt x="3506057" y="4664827"/>
                  </a:lnTo>
                  <a:lnTo>
                    <a:pt x="3416358" y="4650142"/>
                  </a:lnTo>
                  <a:lnTo>
                    <a:pt x="3326515" y="4633026"/>
                  </a:lnTo>
                  <a:lnTo>
                    <a:pt x="3239451" y="4613512"/>
                  </a:lnTo>
                  <a:lnTo>
                    <a:pt x="3157093" y="4591565"/>
                  </a:lnTo>
                  <a:lnTo>
                    <a:pt x="3080452" y="4567052"/>
                  </a:lnTo>
                  <a:lnTo>
                    <a:pt x="3009809" y="4539737"/>
                  </a:lnTo>
                  <a:lnTo>
                    <a:pt x="2944921" y="4509276"/>
                  </a:lnTo>
                  <a:lnTo>
                    <a:pt x="2885202" y="4475230"/>
                  </a:lnTo>
                  <a:lnTo>
                    <a:pt x="2829873" y="4437082"/>
                  </a:lnTo>
                  <a:lnTo>
                    <a:pt x="2778065" y="4394277"/>
                  </a:lnTo>
                  <a:lnTo>
                    <a:pt x="2728901" y="4346291"/>
                  </a:lnTo>
                  <a:lnTo>
                    <a:pt x="2681569" y="4292750"/>
                  </a:lnTo>
                  <a:lnTo>
                    <a:pt x="2667772" y="4275774"/>
                  </a:lnTo>
                  <a:lnTo>
                    <a:pt x="2630939" y="4227505"/>
                  </a:lnTo>
                  <a:lnTo>
                    <a:pt x="2594456" y="4175553"/>
                  </a:lnTo>
                  <a:lnTo>
                    <a:pt x="2558086" y="4119845"/>
                  </a:lnTo>
                  <a:lnTo>
                    <a:pt x="2521647" y="4060371"/>
                  </a:lnTo>
                  <a:lnTo>
                    <a:pt x="2485005" y="3997197"/>
                  </a:lnTo>
                  <a:lnTo>
                    <a:pt x="2448068" y="3930465"/>
                  </a:lnTo>
                  <a:lnTo>
                    <a:pt x="2410783" y="3860402"/>
                  </a:lnTo>
                  <a:lnTo>
                    <a:pt x="2373132" y="3787319"/>
                  </a:lnTo>
                  <a:lnTo>
                    <a:pt x="2335131" y="3711609"/>
                  </a:lnTo>
                  <a:lnTo>
                    <a:pt x="2296821" y="3633740"/>
                  </a:lnTo>
                  <a:lnTo>
                    <a:pt x="2258269" y="3554246"/>
                  </a:lnTo>
                  <a:lnTo>
                    <a:pt x="2219556" y="3473710"/>
                  </a:lnTo>
                  <a:lnTo>
                    <a:pt x="2180776" y="3392750"/>
                  </a:lnTo>
                  <a:lnTo>
                    <a:pt x="2142030" y="3311996"/>
                  </a:lnTo>
                  <a:lnTo>
                    <a:pt x="2103411" y="3232071"/>
                  </a:lnTo>
                  <a:lnTo>
                    <a:pt x="2065009" y="3153574"/>
                  </a:lnTo>
                  <a:lnTo>
                    <a:pt x="2026894" y="3077057"/>
                  </a:lnTo>
                  <a:lnTo>
                    <a:pt x="1989118" y="3003013"/>
                  </a:lnTo>
                  <a:lnTo>
                    <a:pt x="1951706" y="2931860"/>
                  </a:lnTo>
                  <a:lnTo>
                    <a:pt x="1914652" y="2863940"/>
                  </a:lnTo>
                  <a:lnTo>
                    <a:pt x="1877916" y="2799509"/>
                  </a:lnTo>
                  <a:lnTo>
                    <a:pt x="1841419" y="2738737"/>
                  </a:lnTo>
                  <a:lnTo>
                    <a:pt x="1805044" y="2681718"/>
                  </a:lnTo>
                  <a:lnTo>
                    <a:pt x="1768624" y="2628466"/>
                  </a:lnTo>
                  <a:lnTo>
                    <a:pt x="1731943" y="2578929"/>
                  </a:lnTo>
                  <a:lnTo>
                    <a:pt x="1719082" y="2562560"/>
                  </a:lnTo>
                  <a:lnTo>
                    <a:pt x="1672159" y="2507343"/>
                  </a:lnTo>
                  <a:lnTo>
                    <a:pt x="1623618" y="2457736"/>
                  </a:lnTo>
                  <a:lnTo>
                    <a:pt x="1572684" y="2413445"/>
                  </a:lnTo>
                  <a:lnTo>
                    <a:pt x="1518493" y="2373973"/>
                  </a:lnTo>
                  <a:lnTo>
                    <a:pt x="1460164" y="2338766"/>
                  </a:lnTo>
                  <a:lnTo>
                    <a:pt x="1396882" y="2307291"/>
                  </a:lnTo>
                  <a:lnTo>
                    <a:pt x="1327991" y="2279082"/>
                  </a:lnTo>
                  <a:lnTo>
                    <a:pt x="1253128" y="2253768"/>
                  </a:lnTo>
                  <a:lnTo>
                    <a:pt x="1172399" y="2231077"/>
                  </a:lnTo>
                  <a:lnTo>
                    <a:pt x="1086574" y="2210849"/>
                  </a:lnTo>
                  <a:lnTo>
                    <a:pt x="997295" y="2193021"/>
                  </a:lnTo>
                  <a:lnTo>
                    <a:pt x="907192" y="2177608"/>
                  </a:lnTo>
                  <a:lnTo>
                    <a:pt x="819826" y="2164668"/>
                  </a:lnTo>
                  <a:lnTo>
                    <a:pt x="739363" y="2154245"/>
                  </a:lnTo>
                  <a:lnTo>
                    <a:pt x="669939" y="2146310"/>
                  </a:lnTo>
                  <a:lnTo>
                    <a:pt x="614839" y="2140711"/>
                  </a:lnTo>
                  <a:lnTo>
                    <a:pt x="575708" y="2137154"/>
                  </a:lnTo>
                  <a:lnTo>
                    <a:pt x="552074" y="2135224"/>
                  </a:lnTo>
                  <a:lnTo>
                    <a:pt x="541285" y="2134428"/>
                  </a:lnTo>
                  <a:lnTo>
                    <a:pt x="538769" y="2134259"/>
                  </a:lnTo>
                  <a:lnTo>
                    <a:pt x="538736" y="2134257"/>
                  </a:lnTo>
                  <a:lnTo>
                    <a:pt x="0" y="21342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6" name="pg236"/>
            <p:cNvSpPr/>
            <p:nvPr/>
          </p:nvSpPr>
          <p:spPr>
            <a:xfrm>
              <a:off x="546595" y="1207798"/>
              <a:ext cx="8234974" cy="4437295"/>
            </a:xfrm>
            <a:custGeom>
              <a:avLst/>
              <a:pathLst>
                <a:path w="8234974" h="4437295">
                  <a:moveTo>
                    <a:pt x="0" y="1862030"/>
                  </a:moveTo>
                  <a:lnTo>
                    <a:pt x="538736" y="1862030"/>
                  </a:lnTo>
                  <a:lnTo>
                    <a:pt x="539925" y="1862108"/>
                  </a:lnTo>
                  <a:lnTo>
                    <a:pt x="547701" y="1862667"/>
                  </a:lnTo>
                  <a:lnTo>
                    <a:pt x="567146" y="1864210"/>
                  </a:lnTo>
                  <a:lnTo>
                    <a:pt x="601517" y="1867241"/>
                  </a:lnTo>
                  <a:lnTo>
                    <a:pt x="651945" y="1872206"/>
                  </a:lnTo>
                  <a:lnTo>
                    <a:pt x="717382" y="1879438"/>
                  </a:lnTo>
                  <a:lnTo>
                    <a:pt x="794961" y="1889133"/>
                  </a:lnTo>
                  <a:lnTo>
                    <a:pt x="880710" y="1901350"/>
                  </a:lnTo>
                  <a:lnTo>
                    <a:pt x="970396" y="1916062"/>
                  </a:lnTo>
                  <a:lnTo>
                    <a:pt x="1060230" y="1933209"/>
                  </a:lnTo>
                  <a:lnTo>
                    <a:pt x="1147288" y="1952759"/>
                  </a:lnTo>
                  <a:lnTo>
                    <a:pt x="1229644" y="1974746"/>
                  </a:lnTo>
                  <a:lnTo>
                    <a:pt x="1306284" y="1999304"/>
                  </a:lnTo>
                  <a:lnTo>
                    <a:pt x="1376928" y="2026668"/>
                  </a:lnTo>
                  <a:lnTo>
                    <a:pt x="1441819" y="2057184"/>
                  </a:lnTo>
                  <a:lnTo>
                    <a:pt x="1501539" y="2091291"/>
                  </a:lnTo>
                  <a:lnTo>
                    <a:pt x="1556869" y="2129507"/>
                  </a:lnTo>
                  <a:lnTo>
                    <a:pt x="1608678" y="2172386"/>
                  </a:lnTo>
                  <a:lnTo>
                    <a:pt x="1657841" y="2220455"/>
                  </a:lnTo>
                  <a:lnTo>
                    <a:pt x="1705170" y="2274089"/>
                  </a:lnTo>
                  <a:lnTo>
                    <a:pt x="1719082" y="2291241"/>
                  </a:lnTo>
                  <a:lnTo>
                    <a:pt x="1755885" y="2339572"/>
                  </a:lnTo>
                  <a:lnTo>
                    <a:pt x="1792340" y="2391587"/>
                  </a:lnTo>
                  <a:lnTo>
                    <a:pt x="1828680" y="2447360"/>
                  </a:lnTo>
                  <a:lnTo>
                    <a:pt x="1865089" y="2506900"/>
                  </a:lnTo>
                  <a:lnTo>
                    <a:pt x="1901700" y="2570144"/>
                  </a:lnTo>
                  <a:lnTo>
                    <a:pt x="1938606" y="2636948"/>
                  </a:lnTo>
                  <a:lnTo>
                    <a:pt x="1975859" y="2707086"/>
                  </a:lnTo>
                  <a:lnTo>
                    <a:pt x="2013477" y="2780247"/>
                  </a:lnTo>
                  <a:lnTo>
                    <a:pt x="2051445" y="2856040"/>
                  </a:lnTo>
                  <a:lnTo>
                    <a:pt x="2089722" y="2933995"/>
                  </a:lnTo>
                  <a:lnTo>
                    <a:pt x="2128242" y="3013582"/>
                  </a:lnTo>
                  <a:lnTo>
                    <a:pt x="2166922" y="3094216"/>
                  </a:lnTo>
                  <a:lnTo>
                    <a:pt x="2205670" y="3175281"/>
                  </a:lnTo>
                  <a:lnTo>
                    <a:pt x="2244386" y="3256147"/>
                  </a:lnTo>
                  <a:lnTo>
                    <a:pt x="2282975" y="3336189"/>
                  </a:lnTo>
                  <a:lnTo>
                    <a:pt x="2321350" y="3414810"/>
                  </a:lnTo>
                  <a:lnTo>
                    <a:pt x="2359438" y="3491457"/>
                  </a:lnTo>
                  <a:lnTo>
                    <a:pt x="2397188" y="3565637"/>
                  </a:lnTo>
                  <a:lnTo>
                    <a:pt x="2434576" y="3636928"/>
                  </a:lnTo>
                  <a:lnTo>
                    <a:pt x="2471605" y="3704990"/>
                  </a:lnTo>
                  <a:lnTo>
                    <a:pt x="2508316" y="3769566"/>
                  </a:lnTo>
                  <a:lnTo>
                    <a:pt x="2544786" y="3830481"/>
                  </a:lnTo>
                  <a:lnTo>
                    <a:pt x="2581133" y="3887644"/>
                  </a:lnTo>
                  <a:lnTo>
                    <a:pt x="2617521" y="3941037"/>
                  </a:lnTo>
                  <a:lnTo>
                    <a:pt x="2654165" y="3990712"/>
                  </a:lnTo>
                  <a:lnTo>
                    <a:pt x="2667772" y="4008084"/>
                  </a:lnTo>
                  <a:lnTo>
                    <a:pt x="2714690" y="4063412"/>
                  </a:lnTo>
                  <a:lnTo>
                    <a:pt x="2763225" y="4113118"/>
                  </a:lnTo>
                  <a:lnTo>
                    <a:pt x="2814151" y="4157500"/>
                  </a:lnTo>
                  <a:lnTo>
                    <a:pt x="2868334" y="4197052"/>
                  </a:lnTo>
                  <a:lnTo>
                    <a:pt x="2926653" y="4232332"/>
                  </a:lnTo>
                  <a:lnTo>
                    <a:pt x="2989924" y="4263872"/>
                  </a:lnTo>
                  <a:lnTo>
                    <a:pt x="3058802" y="4292139"/>
                  </a:lnTo>
                  <a:lnTo>
                    <a:pt x="3133649" y="4317507"/>
                  </a:lnTo>
                  <a:lnTo>
                    <a:pt x="3214363" y="4340245"/>
                  </a:lnTo>
                  <a:lnTo>
                    <a:pt x="3300172" y="4360517"/>
                  </a:lnTo>
                  <a:lnTo>
                    <a:pt x="3389437" y="4378384"/>
                  </a:lnTo>
                  <a:lnTo>
                    <a:pt x="3479530" y="4393831"/>
                  </a:lnTo>
                  <a:lnTo>
                    <a:pt x="3566893" y="4406800"/>
                  </a:lnTo>
                  <a:lnTo>
                    <a:pt x="3647361" y="4417249"/>
                  </a:lnTo>
                  <a:lnTo>
                    <a:pt x="3716799" y="4425204"/>
                  </a:lnTo>
                  <a:lnTo>
                    <a:pt x="3771923" y="4430818"/>
                  </a:lnTo>
                  <a:lnTo>
                    <a:pt x="3811082" y="4434386"/>
                  </a:lnTo>
                  <a:lnTo>
                    <a:pt x="3834744" y="4436323"/>
                  </a:lnTo>
                  <a:lnTo>
                    <a:pt x="3845556" y="4437123"/>
                  </a:lnTo>
                  <a:lnTo>
                    <a:pt x="3848118" y="4437295"/>
                  </a:lnTo>
                  <a:lnTo>
                    <a:pt x="4386855" y="4437295"/>
                  </a:lnTo>
                  <a:lnTo>
                    <a:pt x="4387748" y="4437195"/>
                  </a:lnTo>
                  <a:lnTo>
                    <a:pt x="4393625" y="4436480"/>
                  </a:lnTo>
                  <a:lnTo>
                    <a:pt x="4408460" y="4434503"/>
                  </a:lnTo>
                  <a:lnTo>
                    <a:pt x="4435028" y="4430612"/>
                  </a:lnTo>
                  <a:lnTo>
                    <a:pt x="4474709" y="4424199"/>
                  </a:lnTo>
                  <a:lnTo>
                    <a:pt x="4527383" y="4414767"/>
                  </a:lnTo>
                  <a:lnTo>
                    <a:pt x="4591539" y="4401973"/>
                  </a:lnTo>
                  <a:lnTo>
                    <a:pt x="4664620" y="4385638"/>
                  </a:lnTo>
                  <a:lnTo>
                    <a:pt x="4743520" y="4365729"/>
                  </a:lnTo>
                  <a:lnTo>
                    <a:pt x="4825100" y="4342299"/>
                  </a:lnTo>
                  <a:lnTo>
                    <a:pt x="4906588" y="4315425"/>
                  </a:lnTo>
                  <a:lnTo>
                    <a:pt x="4985819" y="4285150"/>
                  </a:lnTo>
                  <a:lnTo>
                    <a:pt x="5061306" y="4251434"/>
                  </a:lnTo>
                  <a:lnTo>
                    <a:pt x="5132195" y="4214131"/>
                  </a:lnTo>
                  <a:lnTo>
                    <a:pt x="5198158" y="4172969"/>
                  </a:lnTo>
                  <a:lnTo>
                    <a:pt x="5259260" y="4127554"/>
                  </a:lnTo>
                  <a:lnTo>
                    <a:pt x="5315845" y="4077369"/>
                  </a:lnTo>
                  <a:lnTo>
                    <a:pt x="5368429" y="4021799"/>
                  </a:lnTo>
                  <a:lnTo>
                    <a:pt x="5417631" y="3960151"/>
                  </a:lnTo>
                  <a:lnTo>
                    <a:pt x="5464109" y="3891709"/>
                  </a:lnTo>
                  <a:lnTo>
                    <a:pt x="5508512" y="3815815"/>
                  </a:lnTo>
                  <a:lnTo>
                    <a:pt x="5551440" y="3732013"/>
                  </a:lnTo>
                  <a:lnTo>
                    <a:pt x="5567201" y="3698653"/>
                  </a:lnTo>
                  <a:lnTo>
                    <a:pt x="5596499" y="3633036"/>
                  </a:lnTo>
                  <a:lnTo>
                    <a:pt x="5625542" y="3563434"/>
                  </a:lnTo>
                  <a:lnTo>
                    <a:pt x="5654458" y="3489766"/>
                  </a:lnTo>
                  <a:lnTo>
                    <a:pt x="5683351" y="3411996"/>
                  </a:lnTo>
                  <a:lnTo>
                    <a:pt x="5712305" y="3330131"/>
                  </a:lnTo>
                  <a:lnTo>
                    <a:pt x="5741387" y="3244232"/>
                  </a:lnTo>
                  <a:lnTo>
                    <a:pt x="5770644" y="3154414"/>
                  </a:lnTo>
                  <a:lnTo>
                    <a:pt x="5800110" y="3060848"/>
                  </a:lnTo>
                  <a:lnTo>
                    <a:pt x="5829803" y="2963764"/>
                  </a:lnTo>
                  <a:lnTo>
                    <a:pt x="5859726" y="2863449"/>
                  </a:lnTo>
                  <a:lnTo>
                    <a:pt x="5889873" y="2760246"/>
                  </a:lnTo>
                  <a:lnTo>
                    <a:pt x="5920223" y="2654551"/>
                  </a:lnTo>
                  <a:lnTo>
                    <a:pt x="5950748" y="2546806"/>
                  </a:lnTo>
                  <a:lnTo>
                    <a:pt x="5981410" y="2437494"/>
                  </a:lnTo>
                  <a:lnTo>
                    <a:pt x="6012167" y="2327126"/>
                  </a:lnTo>
                  <a:lnTo>
                    <a:pt x="6042971" y="2216239"/>
                  </a:lnTo>
                  <a:lnTo>
                    <a:pt x="6073772" y="2105377"/>
                  </a:lnTo>
                  <a:lnTo>
                    <a:pt x="6104522" y="1995085"/>
                  </a:lnTo>
                  <a:lnTo>
                    <a:pt x="6135173" y="1885896"/>
                  </a:lnTo>
                  <a:lnTo>
                    <a:pt x="6165683" y="1778321"/>
                  </a:lnTo>
                  <a:lnTo>
                    <a:pt x="6196016" y="1672839"/>
                  </a:lnTo>
                  <a:lnTo>
                    <a:pt x="6226143" y="1569887"/>
                  </a:lnTo>
                  <a:lnTo>
                    <a:pt x="6256045" y="1469857"/>
                  </a:lnTo>
                  <a:lnTo>
                    <a:pt x="6285716" y="1373087"/>
                  </a:lnTo>
                  <a:lnTo>
                    <a:pt x="6315162" y="1279859"/>
                  </a:lnTo>
                  <a:lnTo>
                    <a:pt x="6344402" y="1190398"/>
                  </a:lnTo>
                  <a:lnTo>
                    <a:pt x="6373469" y="1104868"/>
                  </a:lnTo>
                  <a:lnTo>
                    <a:pt x="6402415" y="1023380"/>
                  </a:lnTo>
                  <a:lnTo>
                    <a:pt x="6431306" y="945989"/>
                  </a:lnTo>
                  <a:lnTo>
                    <a:pt x="6460229" y="872699"/>
                  </a:lnTo>
                  <a:lnTo>
                    <a:pt x="6489290" y="803470"/>
                  </a:lnTo>
                  <a:lnTo>
                    <a:pt x="6515891" y="744086"/>
                  </a:lnTo>
                  <a:lnTo>
                    <a:pt x="6558402" y="657287"/>
                  </a:lnTo>
                  <a:lnTo>
                    <a:pt x="6602188" y="578476"/>
                  </a:lnTo>
                  <a:lnTo>
                    <a:pt x="6647817" y="507320"/>
                  </a:lnTo>
                  <a:lnTo>
                    <a:pt x="6695924" y="443217"/>
                  </a:lnTo>
                  <a:lnTo>
                    <a:pt x="6747169" y="385461"/>
                  </a:lnTo>
                  <a:lnTo>
                    <a:pt x="6802193" y="333342"/>
                  </a:lnTo>
                  <a:lnTo>
                    <a:pt x="6861556" y="286211"/>
                  </a:lnTo>
                  <a:lnTo>
                    <a:pt x="6925678" y="243513"/>
                  </a:lnTo>
                  <a:lnTo>
                    <a:pt x="6994741" y="204807"/>
                  </a:lnTo>
                  <a:lnTo>
                    <a:pt x="7068580" y="169775"/>
                  </a:lnTo>
                  <a:lnTo>
                    <a:pt x="7146551" y="138225"/>
                  </a:lnTo>
                  <a:lnTo>
                    <a:pt x="7227413" y="110079"/>
                  </a:lnTo>
                  <a:lnTo>
                    <a:pt x="7309254" y="85354"/>
                  </a:lnTo>
                  <a:lnTo>
                    <a:pt x="7389510" y="64121"/>
                  </a:lnTo>
                  <a:lnTo>
                    <a:pt x="7465139" y="46449"/>
                  </a:lnTo>
                  <a:lnTo>
                    <a:pt x="7532969" y="32344"/>
                  </a:lnTo>
                  <a:lnTo>
                    <a:pt x="7590175" y="21687"/>
                  </a:lnTo>
                  <a:lnTo>
                    <a:pt x="7634803" y="14197"/>
                  </a:lnTo>
                  <a:lnTo>
                    <a:pt x="7666187" y="9431"/>
                  </a:lnTo>
                  <a:lnTo>
                    <a:pt x="7685151" y="6815"/>
                  </a:lnTo>
                  <a:lnTo>
                    <a:pt x="7693969" y="570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4" y="100"/>
                  </a:lnTo>
                  <a:lnTo>
                    <a:pt x="7689467" y="815"/>
                  </a:lnTo>
                  <a:lnTo>
                    <a:pt x="7674632" y="2791"/>
                  </a:lnTo>
                  <a:lnTo>
                    <a:pt x="7648064" y="6682"/>
                  </a:lnTo>
                  <a:lnTo>
                    <a:pt x="7608383" y="13095"/>
                  </a:lnTo>
                  <a:lnTo>
                    <a:pt x="7555709" y="22527"/>
                  </a:lnTo>
                  <a:lnTo>
                    <a:pt x="7491553" y="35322"/>
                  </a:lnTo>
                  <a:lnTo>
                    <a:pt x="7418473" y="51656"/>
                  </a:lnTo>
                  <a:lnTo>
                    <a:pt x="7339572" y="71565"/>
                  </a:lnTo>
                  <a:lnTo>
                    <a:pt x="7257993" y="94996"/>
                  </a:lnTo>
                  <a:lnTo>
                    <a:pt x="7176504" y="121869"/>
                  </a:lnTo>
                  <a:lnTo>
                    <a:pt x="7097273" y="152144"/>
                  </a:lnTo>
                  <a:lnTo>
                    <a:pt x="7021786" y="185860"/>
                  </a:lnTo>
                  <a:lnTo>
                    <a:pt x="6950897" y="223163"/>
                  </a:lnTo>
                  <a:lnTo>
                    <a:pt x="6884935" y="264325"/>
                  </a:lnTo>
                  <a:lnTo>
                    <a:pt x="6823832" y="309741"/>
                  </a:lnTo>
                  <a:lnTo>
                    <a:pt x="6767248" y="359925"/>
                  </a:lnTo>
                  <a:lnTo>
                    <a:pt x="6714663" y="415495"/>
                  </a:lnTo>
                  <a:lnTo>
                    <a:pt x="6665461" y="477143"/>
                  </a:lnTo>
                  <a:lnTo>
                    <a:pt x="6618984" y="545586"/>
                  </a:lnTo>
                  <a:lnTo>
                    <a:pt x="6574580" y="621479"/>
                  </a:lnTo>
                  <a:lnTo>
                    <a:pt x="6531652" y="705282"/>
                  </a:lnTo>
                  <a:lnTo>
                    <a:pt x="6515891" y="738641"/>
                  </a:lnTo>
                  <a:lnTo>
                    <a:pt x="6486594" y="804258"/>
                  </a:lnTo>
                  <a:lnTo>
                    <a:pt x="6457550" y="873860"/>
                  </a:lnTo>
                  <a:lnTo>
                    <a:pt x="6428635" y="947528"/>
                  </a:lnTo>
                  <a:lnTo>
                    <a:pt x="6399742" y="1025299"/>
                  </a:lnTo>
                  <a:lnTo>
                    <a:pt x="6370787" y="1107164"/>
                  </a:lnTo>
                  <a:lnTo>
                    <a:pt x="6341706" y="1193063"/>
                  </a:lnTo>
                  <a:lnTo>
                    <a:pt x="6312448" y="1282880"/>
                  </a:lnTo>
                  <a:lnTo>
                    <a:pt x="6282982" y="1376446"/>
                  </a:lnTo>
                  <a:lnTo>
                    <a:pt x="6253290" y="1473530"/>
                  </a:lnTo>
                  <a:lnTo>
                    <a:pt x="6223366" y="1573845"/>
                  </a:lnTo>
                  <a:lnTo>
                    <a:pt x="6193219" y="1677048"/>
                  </a:lnTo>
                  <a:lnTo>
                    <a:pt x="6162869" y="1782743"/>
                  </a:lnTo>
                  <a:lnTo>
                    <a:pt x="6132345" y="1890488"/>
                  </a:lnTo>
                  <a:lnTo>
                    <a:pt x="6101682" y="1999801"/>
                  </a:lnTo>
                  <a:lnTo>
                    <a:pt x="6070926" y="2110168"/>
                  </a:lnTo>
                  <a:lnTo>
                    <a:pt x="6040122" y="2221055"/>
                  </a:lnTo>
                  <a:lnTo>
                    <a:pt x="6009320" y="2331917"/>
                  </a:lnTo>
                  <a:lnTo>
                    <a:pt x="5978570" y="2442209"/>
                  </a:lnTo>
                  <a:lnTo>
                    <a:pt x="5947919" y="2551398"/>
                  </a:lnTo>
                  <a:lnTo>
                    <a:pt x="5917409" y="2658973"/>
                  </a:lnTo>
                  <a:lnTo>
                    <a:pt x="5887077" y="2764456"/>
                  </a:lnTo>
                  <a:lnTo>
                    <a:pt x="5856950" y="2867407"/>
                  </a:lnTo>
                  <a:lnTo>
                    <a:pt x="5827047" y="2967437"/>
                  </a:lnTo>
                  <a:lnTo>
                    <a:pt x="5797376" y="3064207"/>
                  </a:lnTo>
                  <a:lnTo>
                    <a:pt x="5767930" y="3157435"/>
                  </a:lnTo>
                  <a:lnTo>
                    <a:pt x="5738691" y="3246897"/>
                  </a:lnTo>
                  <a:lnTo>
                    <a:pt x="5709623" y="3332426"/>
                  </a:lnTo>
                  <a:lnTo>
                    <a:pt x="5680678" y="3413915"/>
                  </a:lnTo>
                  <a:lnTo>
                    <a:pt x="5651786" y="3491306"/>
                  </a:lnTo>
                  <a:lnTo>
                    <a:pt x="5622864" y="3564595"/>
                  </a:lnTo>
                  <a:lnTo>
                    <a:pt x="5593803" y="3633825"/>
                  </a:lnTo>
                  <a:lnTo>
                    <a:pt x="5567201" y="3693209"/>
                  </a:lnTo>
                  <a:lnTo>
                    <a:pt x="5524691" y="3780007"/>
                  </a:lnTo>
                  <a:lnTo>
                    <a:pt x="5480904" y="3858818"/>
                  </a:lnTo>
                  <a:lnTo>
                    <a:pt x="5435276" y="3929974"/>
                  </a:lnTo>
                  <a:lnTo>
                    <a:pt x="5387169" y="3994077"/>
                  </a:lnTo>
                  <a:lnTo>
                    <a:pt x="5335923" y="4051834"/>
                  </a:lnTo>
                  <a:lnTo>
                    <a:pt x="5280900" y="4103953"/>
                  </a:lnTo>
                  <a:lnTo>
                    <a:pt x="5221537" y="4151083"/>
                  </a:lnTo>
                  <a:lnTo>
                    <a:pt x="5157415" y="4193781"/>
                  </a:lnTo>
                  <a:lnTo>
                    <a:pt x="5088351" y="4232488"/>
                  </a:lnTo>
                  <a:lnTo>
                    <a:pt x="5014513" y="4267519"/>
                  </a:lnTo>
                  <a:lnTo>
                    <a:pt x="4936542" y="4299070"/>
                  </a:lnTo>
                  <a:lnTo>
                    <a:pt x="4855680" y="4327215"/>
                  </a:lnTo>
                  <a:lnTo>
                    <a:pt x="4773839" y="4351940"/>
                  </a:lnTo>
                  <a:lnTo>
                    <a:pt x="4693583" y="4373174"/>
                  </a:lnTo>
                  <a:lnTo>
                    <a:pt x="4617953" y="4390845"/>
                  </a:lnTo>
                  <a:lnTo>
                    <a:pt x="4550123" y="4404950"/>
                  </a:lnTo>
                  <a:lnTo>
                    <a:pt x="4492918" y="4415607"/>
                  </a:lnTo>
                  <a:lnTo>
                    <a:pt x="4448290" y="4423097"/>
                  </a:lnTo>
                  <a:lnTo>
                    <a:pt x="4416905" y="4427863"/>
                  </a:lnTo>
                  <a:lnTo>
                    <a:pt x="4397942" y="4430480"/>
                  </a:lnTo>
                  <a:lnTo>
                    <a:pt x="4389123" y="4431589"/>
                  </a:lnTo>
                  <a:lnTo>
                    <a:pt x="4386855" y="4431850"/>
                  </a:lnTo>
                  <a:lnTo>
                    <a:pt x="3848118" y="4431850"/>
                  </a:lnTo>
                  <a:lnTo>
                    <a:pt x="3846929" y="4431772"/>
                  </a:lnTo>
                  <a:lnTo>
                    <a:pt x="3839154" y="4431214"/>
                  </a:lnTo>
                  <a:lnTo>
                    <a:pt x="3819709" y="4429671"/>
                  </a:lnTo>
                  <a:lnTo>
                    <a:pt x="3785338" y="4426639"/>
                  </a:lnTo>
                  <a:lnTo>
                    <a:pt x="3734910" y="4421675"/>
                  </a:lnTo>
                  <a:lnTo>
                    <a:pt x="3669472" y="4414442"/>
                  </a:lnTo>
                  <a:lnTo>
                    <a:pt x="3591894" y="4404748"/>
                  </a:lnTo>
                  <a:lnTo>
                    <a:pt x="3506145" y="4392530"/>
                  </a:lnTo>
                  <a:lnTo>
                    <a:pt x="3416459" y="4377818"/>
                  </a:lnTo>
                  <a:lnTo>
                    <a:pt x="3326625" y="4360671"/>
                  </a:lnTo>
                  <a:lnTo>
                    <a:pt x="3239566" y="4341122"/>
                  </a:lnTo>
                  <a:lnTo>
                    <a:pt x="3157211" y="4319134"/>
                  </a:lnTo>
                  <a:lnTo>
                    <a:pt x="3080570" y="4294577"/>
                  </a:lnTo>
                  <a:lnTo>
                    <a:pt x="3009926" y="4267212"/>
                  </a:lnTo>
                  <a:lnTo>
                    <a:pt x="2945036" y="4236696"/>
                  </a:lnTo>
                  <a:lnTo>
                    <a:pt x="2885315" y="4202589"/>
                  </a:lnTo>
                  <a:lnTo>
                    <a:pt x="2829985" y="4164374"/>
                  </a:lnTo>
                  <a:lnTo>
                    <a:pt x="2778177" y="4121495"/>
                  </a:lnTo>
                  <a:lnTo>
                    <a:pt x="2729013" y="4073426"/>
                  </a:lnTo>
                  <a:lnTo>
                    <a:pt x="2681684" y="4019791"/>
                  </a:lnTo>
                  <a:lnTo>
                    <a:pt x="2667772" y="4002640"/>
                  </a:lnTo>
                  <a:lnTo>
                    <a:pt x="2630969" y="3954309"/>
                  </a:lnTo>
                  <a:lnTo>
                    <a:pt x="2594515" y="3902294"/>
                  </a:lnTo>
                  <a:lnTo>
                    <a:pt x="2558174" y="3846521"/>
                  </a:lnTo>
                  <a:lnTo>
                    <a:pt x="2521766" y="3786980"/>
                  </a:lnTo>
                  <a:lnTo>
                    <a:pt x="2485154" y="3723736"/>
                  </a:lnTo>
                  <a:lnTo>
                    <a:pt x="2448249" y="3656932"/>
                  </a:lnTo>
                  <a:lnTo>
                    <a:pt x="2410995" y="3586794"/>
                  </a:lnTo>
                  <a:lnTo>
                    <a:pt x="2373377" y="3513633"/>
                  </a:lnTo>
                  <a:lnTo>
                    <a:pt x="2335409" y="3437841"/>
                  </a:lnTo>
                  <a:lnTo>
                    <a:pt x="2297133" y="3359885"/>
                  </a:lnTo>
                  <a:lnTo>
                    <a:pt x="2258613" y="3280299"/>
                  </a:lnTo>
                  <a:lnTo>
                    <a:pt x="2219932" y="3199665"/>
                  </a:lnTo>
                  <a:lnTo>
                    <a:pt x="2181185" y="3118599"/>
                  </a:lnTo>
                  <a:lnTo>
                    <a:pt x="2142468" y="3037734"/>
                  </a:lnTo>
                  <a:lnTo>
                    <a:pt x="2103879" y="2957692"/>
                  </a:lnTo>
                  <a:lnTo>
                    <a:pt x="2065504" y="2879071"/>
                  </a:lnTo>
                  <a:lnTo>
                    <a:pt x="2027416" y="2802424"/>
                  </a:lnTo>
                  <a:lnTo>
                    <a:pt x="1989666" y="2728244"/>
                  </a:lnTo>
                  <a:lnTo>
                    <a:pt x="1952279" y="2656952"/>
                  </a:lnTo>
                  <a:lnTo>
                    <a:pt x="1915249" y="2588890"/>
                  </a:lnTo>
                  <a:lnTo>
                    <a:pt x="1878538" y="2524315"/>
                  </a:lnTo>
                  <a:lnTo>
                    <a:pt x="1842068" y="2463399"/>
                  </a:lnTo>
                  <a:lnTo>
                    <a:pt x="1805721" y="2406236"/>
                  </a:lnTo>
                  <a:lnTo>
                    <a:pt x="1769333" y="2352843"/>
                  </a:lnTo>
                  <a:lnTo>
                    <a:pt x="1732690" y="2303168"/>
                  </a:lnTo>
                  <a:lnTo>
                    <a:pt x="1719082" y="2285796"/>
                  </a:lnTo>
                  <a:lnTo>
                    <a:pt x="1672165" y="2230468"/>
                  </a:lnTo>
                  <a:lnTo>
                    <a:pt x="1623630" y="2180762"/>
                  </a:lnTo>
                  <a:lnTo>
                    <a:pt x="1572703" y="2136381"/>
                  </a:lnTo>
                  <a:lnTo>
                    <a:pt x="1518520" y="2096828"/>
                  </a:lnTo>
                  <a:lnTo>
                    <a:pt x="1460202" y="2061548"/>
                  </a:lnTo>
                  <a:lnTo>
                    <a:pt x="1396931" y="2030008"/>
                  </a:lnTo>
                  <a:lnTo>
                    <a:pt x="1328053" y="2001741"/>
                  </a:lnTo>
                  <a:lnTo>
                    <a:pt x="1253205" y="1976373"/>
                  </a:lnTo>
                  <a:lnTo>
                    <a:pt x="1172491" y="1953635"/>
                  </a:lnTo>
                  <a:lnTo>
                    <a:pt x="1086683" y="1933364"/>
                  </a:lnTo>
                  <a:lnTo>
                    <a:pt x="997418" y="1915497"/>
                  </a:lnTo>
                  <a:lnTo>
                    <a:pt x="907324" y="1900050"/>
                  </a:lnTo>
                  <a:lnTo>
                    <a:pt x="819962" y="1887080"/>
                  </a:lnTo>
                  <a:lnTo>
                    <a:pt x="739494" y="1876632"/>
                  </a:lnTo>
                  <a:lnTo>
                    <a:pt x="670055" y="1868676"/>
                  </a:lnTo>
                  <a:lnTo>
                    <a:pt x="614932" y="1863062"/>
                  </a:lnTo>
                  <a:lnTo>
                    <a:pt x="575773" y="1859495"/>
                  </a:lnTo>
                  <a:lnTo>
                    <a:pt x="552110" y="1857557"/>
                  </a:lnTo>
                  <a:lnTo>
                    <a:pt x="541299" y="1856758"/>
                  </a:lnTo>
                  <a:lnTo>
                    <a:pt x="538736" y="1856586"/>
                  </a:lnTo>
                  <a:lnTo>
                    <a:pt x="0" y="185658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546595" y="1213242"/>
              <a:ext cx="8234974" cy="4431850"/>
            </a:xfrm>
            <a:custGeom>
              <a:avLst/>
              <a:pathLst>
                <a:path w="8234974" h="4431850">
                  <a:moveTo>
                    <a:pt x="0" y="1856586"/>
                  </a:moveTo>
                  <a:lnTo>
                    <a:pt x="538736" y="1856586"/>
                  </a:lnTo>
                  <a:lnTo>
                    <a:pt x="539925" y="1856664"/>
                  </a:lnTo>
                  <a:lnTo>
                    <a:pt x="547701" y="1857222"/>
                  </a:lnTo>
                  <a:lnTo>
                    <a:pt x="567146" y="1858765"/>
                  </a:lnTo>
                  <a:lnTo>
                    <a:pt x="601517" y="1861797"/>
                  </a:lnTo>
                  <a:lnTo>
                    <a:pt x="651945" y="1866761"/>
                  </a:lnTo>
                  <a:lnTo>
                    <a:pt x="717382" y="1873994"/>
                  </a:lnTo>
                  <a:lnTo>
                    <a:pt x="794961" y="1883688"/>
                  </a:lnTo>
                  <a:lnTo>
                    <a:pt x="880710" y="1895906"/>
                  </a:lnTo>
                  <a:lnTo>
                    <a:pt x="970396" y="1910618"/>
                  </a:lnTo>
                  <a:lnTo>
                    <a:pt x="1060230" y="1927765"/>
                  </a:lnTo>
                  <a:lnTo>
                    <a:pt x="1147288" y="1947314"/>
                  </a:lnTo>
                  <a:lnTo>
                    <a:pt x="1229644" y="1969302"/>
                  </a:lnTo>
                  <a:lnTo>
                    <a:pt x="1306284" y="1993859"/>
                  </a:lnTo>
                  <a:lnTo>
                    <a:pt x="1376928" y="2021224"/>
                  </a:lnTo>
                  <a:lnTo>
                    <a:pt x="1441819" y="2051740"/>
                  </a:lnTo>
                  <a:lnTo>
                    <a:pt x="1501539" y="2085847"/>
                  </a:lnTo>
                  <a:lnTo>
                    <a:pt x="1556869" y="2124062"/>
                  </a:lnTo>
                  <a:lnTo>
                    <a:pt x="1608678" y="2166941"/>
                  </a:lnTo>
                  <a:lnTo>
                    <a:pt x="1657841" y="2215010"/>
                  </a:lnTo>
                  <a:lnTo>
                    <a:pt x="1705170" y="2268645"/>
                  </a:lnTo>
                  <a:lnTo>
                    <a:pt x="1719082" y="2285796"/>
                  </a:lnTo>
                  <a:lnTo>
                    <a:pt x="1755885" y="2334127"/>
                  </a:lnTo>
                  <a:lnTo>
                    <a:pt x="1792340" y="2386142"/>
                  </a:lnTo>
                  <a:lnTo>
                    <a:pt x="1828680" y="2441915"/>
                  </a:lnTo>
                  <a:lnTo>
                    <a:pt x="1865089" y="2501456"/>
                  </a:lnTo>
                  <a:lnTo>
                    <a:pt x="1901700" y="2564700"/>
                  </a:lnTo>
                  <a:lnTo>
                    <a:pt x="1938606" y="2631504"/>
                  </a:lnTo>
                  <a:lnTo>
                    <a:pt x="1975859" y="2701642"/>
                  </a:lnTo>
                  <a:lnTo>
                    <a:pt x="2013477" y="2774803"/>
                  </a:lnTo>
                  <a:lnTo>
                    <a:pt x="2051445" y="2850595"/>
                  </a:lnTo>
                  <a:lnTo>
                    <a:pt x="2089722" y="2928551"/>
                  </a:lnTo>
                  <a:lnTo>
                    <a:pt x="2128242" y="3008137"/>
                  </a:lnTo>
                  <a:lnTo>
                    <a:pt x="2166922" y="3088771"/>
                  </a:lnTo>
                  <a:lnTo>
                    <a:pt x="2205670" y="3169837"/>
                  </a:lnTo>
                  <a:lnTo>
                    <a:pt x="2244386" y="3250702"/>
                  </a:lnTo>
                  <a:lnTo>
                    <a:pt x="2282975" y="3330744"/>
                  </a:lnTo>
                  <a:lnTo>
                    <a:pt x="2321350" y="3409365"/>
                  </a:lnTo>
                  <a:lnTo>
                    <a:pt x="2359438" y="3486012"/>
                  </a:lnTo>
                  <a:lnTo>
                    <a:pt x="2397188" y="3560192"/>
                  </a:lnTo>
                  <a:lnTo>
                    <a:pt x="2434576" y="3631484"/>
                  </a:lnTo>
                  <a:lnTo>
                    <a:pt x="2471605" y="3699546"/>
                  </a:lnTo>
                  <a:lnTo>
                    <a:pt x="2508316" y="3764121"/>
                  </a:lnTo>
                  <a:lnTo>
                    <a:pt x="2544786" y="3825037"/>
                  </a:lnTo>
                  <a:lnTo>
                    <a:pt x="2581133" y="3882200"/>
                  </a:lnTo>
                  <a:lnTo>
                    <a:pt x="2617521" y="3935593"/>
                  </a:lnTo>
                  <a:lnTo>
                    <a:pt x="2654165" y="3985268"/>
                  </a:lnTo>
                  <a:lnTo>
                    <a:pt x="2667772" y="4002640"/>
                  </a:lnTo>
                  <a:lnTo>
                    <a:pt x="2714690" y="4057968"/>
                  </a:lnTo>
                  <a:lnTo>
                    <a:pt x="2763225" y="4107674"/>
                  </a:lnTo>
                  <a:lnTo>
                    <a:pt x="2814151" y="4152055"/>
                  </a:lnTo>
                  <a:lnTo>
                    <a:pt x="2868334" y="4191608"/>
                  </a:lnTo>
                  <a:lnTo>
                    <a:pt x="2926653" y="4226888"/>
                  </a:lnTo>
                  <a:lnTo>
                    <a:pt x="2989924" y="4258428"/>
                  </a:lnTo>
                  <a:lnTo>
                    <a:pt x="3058802" y="4286695"/>
                  </a:lnTo>
                  <a:lnTo>
                    <a:pt x="3133649" y="4312063"/>
                  </a:lnTo>
                  <a:lnTo>
                    <a:pt x="3214363" y="4334801"/>
                  </a:lnTo>
                  <a:lnTo>
                    <a:pt x="3300172" y="4355072"/>
                  </a:lnTo>
                  <a:lnTo>
                    <a:pt x="3389437" y="4372939"/>
                  </a:lnTo>
                  <a:lnTo>
                    <a:pt x="3479530" y="4388386"/>
                  </a:lnTo>
                  <a:lnTo>
                    <a:pt x="3566893" y="4401356"/>
                  </a:lnTo>
                  <a:lnTo>
                    <a:pt x="3647361" y="4411804"/>
                  </a:lnTo>
                  <a:lnTo>
                    <a:pt x="3716799" y="4419760"/>
                  </a:lnTo>
                  <a:lnTo>
                    <a:pt x="3771923" y="4425374"/>
                  </a:lnTo>
                  <a:lnTo>
                    <a:pt x="3811082" y="4428941"/>
                  </a:lnTo>
                  <a:lnTo>
                    <a:pt x="3834744" y="4430879"/>
                  </a:lnTo>
                  <a:lnTo>
                    <a:pt x="3845556" y="4431678"/>
                  </a:lnTo>
                  <a:lnTo>
                    <a:pt x="3848085" y="4431848"/>
                  </a:lnTo>
                  <a:lnTo>
                    <a:pt x="3848118" y="4431850"/>
                  </a:lnTo>
                  <a:lnTo>
                    <a:pt x="4386855" y="4431850"/>
                  </a:lnTo>
                  <a:lnTo>
                    <a:pt x="4387748" y="4431750"/>
                  </a:lnTo>
                  <a:lnTo>
                    <a:pt x="4393625" y="4431035"/>
                  </a:lnTo>
                  <a:lnTo>
                    <a:pt x="4408460" y="4429059"/>
                  </a:lnTo>
                  <a:lnTo>
                    <a:pt x="4435028" y="4425168"/>
                  </a:lnTo>
                  <a:lnTo>
                    <a:pt x="4474709" y="4418755"/>
                  </a:lnTo>
                  <a:lnTo>
                    <a:pt x="4527383" y="4409323"/>
                  </a:lnTo>
                  <a:lnTo>
                    <a:pt x="4591539" y="4396528"/>
                  </a:lnTo>
                  <a:lnTo>
                    <a:pt x="4664620" y="4380194"/>
                  </a:lnTo>
                  <a:lnTo>
                    <a:pt x="4743520" y="4360284"/>
                  </a:lnTo>
                  <a:lnTo>
                    <a:pt x="4825100" y="4336854"/>
                  </a:lnTo>
                  <a:lnTo>
                    <a:pt x="4906588" y="4309981"/>
                  </a:lnTo>
                  <a:lnTo>
                    <a:pt x="4985819" y="4279705"/>
                  </a:lnTo>
                  <a:lnTo>
                    <a:pt x="5061306" y="4245990"/>
                  </a:lnTo>
                  <a:lnTo>
                    <a:pt x="5132195" y="4208687"/>
                  </a:lnTo>
                  <a:lnTo>
                    <a:pt x="5198158" y="4167525"/>
                  </a:lnTo>
                  <a:lnTo>
                    <a:pt x="5259260" y="4122109"/>
                  </a:lnTo>
                  <a:lnTo>
                    <a:pt x="5315845" y="4071925"/>
                  </a:lnTo>
                  <a:lnTo>
                    <a:pt x="5368429" y="4016355"/>
                  </a:lnTo>
                  <a:lnTo>
                    <a:pt x="5417631" y="3954707"/>
                  </a:lnTo>
                  <a:lnTo>
                    <a:pt x="5464109" y="3886264"/>
                  </a:lnTo>
                  <a:lnTo>
                    <a:pt x="5508512" y="3810371"/>
                  </a:lnTo>
                  <a:lnTo>
                    <a:pt x="5551440" y="3726568"/>
                  </a:lnTo>
                  <a:lnTo>
                    <a:pt x="5567201" y="3693209"/>
                  </a:lnTo>
                  <a:lnTo>
                    <a:pt x="5596499" y="3627592"/>
                  </a:lnTo>
                  <a:lnTo>
                    <a:pt x="5625542" y="3557989"/>
                  </a:lnTo>
                  <a:lnTo>
                    <a:pt x="5654458" y="3484322"/>
                  </a:lnTo>
                  <a:lnTo>
                    <a:pt x="5683351" y="3406551"/>
                  </a:lnTo>
                  <a:lnTo>
                    <a:pt x="5712305" y="3324686"/>
                  </a:lnTo>
                  <a:lnTo>
                    <a:pt x="5741387" y="3238787"/>
                  </a:lnTo>
                  <a:lnTo>
                    <a:pt x="5770644" y="3148969"/>
                  </a:lnTo>
                  <a:lnTo>
                    <a:pt x="5800110" y="3055404"/>
                  </a:lnTo>
                  <a:lnTo>
                    <a:pt x="5829803" y="2958320"/>
                  </a:lnTo>
                  <a:lnTo>
                    <a:pt x="5859726" y="2858005"/>
                  </a:lnTo>
                  <a:lnTo>
                    <a:pt x="5889873" y="2754802"/>
                  </a:lnTo>
                  <a:lnTo>
                    <a:pt x="5920223" y="2649107"/>
                  </a:lnTo>
                  <a:lnTo>
                    <a:pt x="5950748" y="2541362"/>
                  </a:lnTo>
                  <a:lnTo>
                    <a:pt x="5981410" y="2432049"/>
                  </a:lnTo>
                  <a:lnTo>
                    <a:pt x="6012167" y="2321682"/>
                  </a:lnTo>
                  <a:lnTo>
                    <a:pt x="6042971" y="2210795"/>
                  </a:lnTo>
                  <a:lnTo>
                    <a:pt x="6073772" y="2099933"/>
                  </a:lnTo>
                  <a:lnTo>
                    <a:pt x="6104522" y="1989641"/>
                  </a:lnTo>
                  <a:lnTo>
                    <a:pt x="6135173" y="1880452"/>
                  </a:lnTo>
                  <a:lnTo>
                    <a:pt x="6165683" y="1772877"/>
                  </a:lnTo>
                  <a:lnTo>
                    <a:pt x="6196016" y="1667394"/>
                  </a:lnTo>
                  <a:lnTo>
                    <a:pt x="6226143" y="1564443"/>
                  </a:lnTo>
                  <a:lnTo>
                    <a:pt x="6256045" y="1464413"/>
                  </a:lnTo>
                  <a:lnTo>
                    <a:pt x="6285716" y="1367643"/>
                  </a:lnTo>
                  <a:lnTo>
                    <a:pt x="6315162" y="1274415"/>
                  </a:lnTo>
                  <a:lnTo>
                    <a:pt x="6344402" y="1184953"/>
                  </a:lnTo>
                  <a:lnTo>
                    <a:pt x="6373469" y="1099423"/>
                  </a:lnTo>
                  <a:lnTo>
                    <a:pt x="6402415" y="1017935"/>
                  </a:lnTo>
                  <a:lnTo>
                    <a:pt x="6431306" y="940544"/>
                  </a:lnTo>
                  <a:lnTo>
                    <a:pt x="6460229" y="867255"/>
                  </a:lnTo>
                  <a:lnTo>
                    <a:pt x="6489290" y="798025"/>
                  </a:lnTo>
                  <a:lnTo>
                    <a:pt x="6515891" y="738641"/>
                  </a:lnTo>
                  <a:lnTo>
                    <a:pt x="6558402" y="651843"/>
                  </a:lnTo>
                  <a:lnTo>
                    <a:pt x="6602188" y="573032"/>
                  </a:lnTo>
                  <a:lnTo>
                    <a:pt x="6647817" y="501876"/>
                  </a:lnTo>
                  <a:lnTo>
                    <a:pt x="6695924" y="437773"/>
                  </a:lnTo>
                  <a:lnTo>
                    <a:pt x="6747169" y="380016"/>
                  </a:lnTo>
                  <a:lnTo>
                    <a:pt x="6802193" y="327897"/>
                  </a:lnTo>
                  <a:lnTo>
                    <a:pt x="6861556" y="280766"/>
                  </a:lnTo>
                  <a:lnTo>
                    <a:pt x="6925678" y="238068"/>
                  </a:lnTo>
                  <a:lnTo>
                    <a:pt x="6994741" y="199362"/>
                  </a:lnTo>
                  <a:lnTo>
                    <a:pt x="7068580" y="164330"/>
                  </a:lnTo>
                  <a:lnTo>
                    <a:pt x="7146551" y="132780"/>
                  </a:lnTo>
                  <a:lnTo>
                    <a:pt x="7227413" y="104634"/>
                  </a:lnTo>
                  <a:lnTo>
                    <a:pt x="7309254" y="79910"/>
                  </a:lnTo>
                  <a:lnTo>
                    <a:pt x="7389510" y="58676"/>
                  </a:lnTo>
                  <a:lnTo>
                    <a:pt x="7465139" y="41005"/>
                  </a:lnTo>
                  <a:lnTo>
                    <a:pt x="7532969" y="26900"/>
                  </a:lnTo>
                  <a:lnTo>
                    <a:pt x="7590175" y="16243"/>
                  </a:lnTo>
                  <a:lnTo>
                    <a:pt x="7634803" y="8753"/>
                  </a:lnTo>
                  <a:lnTo>
                    <a:pt x="7666187" y="3986"/>
                  </a:lnTo>
                  <a:lnTo>
                    <a:pt x="7685151" y="1370"/>
                  </a:lnTo>
                  <a:lnTo>
                    <a:pt x="7693969" y="261"/>
                  </a:lnTo>
                  <a:lnTo>
                    <a:pt x="7696189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546595" y="1207798"/>
              <a:ext cx="8234974" cy="4431850"/>
            </a:xfrm>
            <a:custGeom>
              <a:avLst/>
              <a:pathLst>
                <a:path w="8234974" h="4431850">
                  <a:moveTo>
                    <a:pt x="8234974" y="0"/>
                  </a:moveTo>
                  <a:lnTo>
                    <a:pt x="7696237" y="0"/>
                  </a:lnTo>
                  <a:lnTo>
                    <a:pt x="7695344" y="100"/>
                  </a:lnTo>
                  <a:lnTo>
                    <a:pt x="7689467" y="815"/>
                  </a:lnTo>
                  <a:lnTo>
                    <a:pt x="7674632" y="2791"/>
                  </a:lnTo>
                  <a:lnTo>
                    <a:pt x="7648064" y="6682"/>
                  </a:lnTo>
                  <a:lnTo>
                    <a:pt x="7608383" y="13095"/>
                  </a:lnTo>
                  <a:lnTo>
                    <a:pt x="7555709" y="22527"/>
                  </a:lnTo>
                  <a:lnTo>
                    <a:pt x="7491553" y="35322"/>
                  </a:lnTo>
                  <a:lnTo>
                    <a:pt x="7418473" y="51656"/>
                  </a:lnTo>
                  <a:lnTo>
                    <a:pt x="7339572" y="71565"/>
                  </a:lnTo>
                  <a:lnTo>
                    <a:pt x="7257993" y="94996"/>
                  </a:lnTo>
                  <a:lnTo>
                    <a:pt x="7176504" y="121869"/>
                  </a:lnTo>
                  <a:lnTo>
                    <a:pt x="7097273" y="152144"/>
                  </a:lnTo>
                  <a:lnTo>
                    <a:pt x="7021786" y="185860"/>
                  </a:lnTo>
                  <a:lnTo>
                    <a:pt x="6950897" y="223163"/>
                  </a:lnTo>
                  <a:lnTo>
                    <a:pt x="6884935" y="264325"/>
                  </a:lnTo>
                  <a:lnTo>
                    <a:pt x="6823832" y="309741"/>
                  </a:lnTo>
                  <a:lnTo>
                    <a:pt x="6767248" y="359925"/>
                  </a:lnTo>
                  <a:lnTo>
                    <a:pt x="6714663" y="415495"/>
                  </a:lnTo>
                  <a:lnTo>
                    <a:pt x="6665461" y="477143"/>
                  </a:lnTo>
                  <a:lnTo>
                    <a:pt x="6618984" y="545586"/>
                  </a:lnTo>
                  <a:lnTo>
                    <a:pt x="6574580" y="621479"/>
                  </a:lnTo>
                  <a:lnTo>
                    <a:pt x="6531652" y="705282"/>
                  </a:lnTo>
                  <a:lnTo>
                    <a:pt x="6515891" y="738641"/>
                  </a:lnTo>
                  <a:lnTo>
                    <a:pt x="6486594" y="804258"/>
                  </a:lnTo>
                  <a:lnTo>
                    <a:pt x="6457550" y="873860"/>
                  </a:lnTo>
                  <a:lnTo>
                    <a:pt x="6428635" y="947528"/>
                  </a:lnTo>
                  <a:lnTo>
                    <a:pt x="6399742" y="1025299"/>
                  </a:lnTo>
                  <a:lnTo>
                    <a:pt x="6370787" y="1107164"/>
                  </a:lnTo>
                  <a:lnTo>
                    <a:pt x="6341706" y="1193063"/>
                  </a:lnTo>
                  <a:lnTo>
                    <a:pt x="6312448" y="1282880"/>
                  </a:lnTo>
                  <a:lnTo>
                    <a:pt x="6282982" y="1376446"/>
                  </a:lnTo>
                  <a:lnTo>
                    <a:pt x="6253290" y="1473530"/>
                  </a:lnTo>
                  <a:lnTo>
                    <a:pt x="6223366" y="1573845"/>
                  </a:lnTo>
                  <a:lnTo>
                    <a:pt x="6193219" y="1677048"/>
                  </a:lnTo>
                  <a:lnTo>
                    <a:pt x="6162869" y="1782743"/>
                  </a:lnTo>
                  <a:lnTo>
                    <a:pt x="6132345" y="1890488"/>
                  </a:lnTo>
                  <a:lnTo>
                    <a:pt x="6101682" y="1999801"/>
                  </a:lnTo>
                  <a:lnTo>
                    <a:pt x="6070926" y="2110168"/>
                  </a:lnTo>
                  <a:lnTo>
                    <a:pt x="6040122" y="2221055"/>
                  </a:lnTo>
                  <a:lnTo>
                    <a:pt x="6009320" y="2331917"/>
                  </a:lnTo>
                  <a:lnTo>
                    <a:pt x="5978570" y="2442209"/>
                  </a:lnTo>
                  <a:lnTo>
                    <a:pt x="5947919" y="2551398"/>
                  </a:lnTo>
                  <a:lnTo>
                    <a:pt x="5917409" y="2658973"/>
                  </a:lnTo>
                  <a:lnTo>
                    <a:pt x="5887077" y="2764456"/>
                  </a:lnTo>
                  <a:lnTo>
                    <a:pt x="5856950" y="2867407"/>
                  </a:lnTo>
                  <a:lnTo>
                    <a:pt x="5827047" y="2967437"/>
                  </a:lnTo>
                  <a:lnTo>
                    <a:pt x="5797376" y="3064207"/>
                  </a:lnTo>
                  <a:lnTo>
                    <a:pt x="5767930" y="3157435"/>
                  </a:lnTo>
                  <a:lnTo>
                    <a:pt x="5738691" y="3246897"/>
                  </a:lnTo>
                  <a:lnTo>
                    <a:pt x="5709623" y="3332426"/>
                  </a:lnTo>
                  <a:lnTo>
                    <a:pt x="5680678" y="3413915"/>
                  </a:lnTo>
                  <a:lnTo>
                    <a:pt x="5651786" y="3491306"/>
                  </a:lnTo>
                  <a:lnTo>
                    <a:pt x="5622864" y="3564595"/>
                  </a:lnTo>
                  <a:lnTo>
                    <a:pt x="5593803" y="3633825"/>
                  </a:lnTo>
                  <a:lnTo>
                    <a:pt x="5567201" y="3693209"/>
                  </a:lnTo>
                  <a:lnTo>
                    <a:pt x="5524691" y="3780007"/>
                  </a:lnTo>
                  <a:lnTo>
                    <a:pt x="5480904" y="3858818"/>
                  </a:lnTo>
                  <a:lnTo>
                    <a:pt x="5435276" y="3929974"/>
                  </a:lnTo>
                  <a:lnTo>
                    <a:pt x="5387169" y="3994077"/>
                  </a:lnTo>
                  <a:lnTo>
                    <a:pt x="5335923" y="4051834"/>
                  </a:lnTo>
                  <a:lnTo>
                    <a:pt x="5280900" y="4103953"/>
                  </a:lnTo>
                  <a:lnTo>
                    <a:pt x="5221537" y="4151083"/>
                  </a:lnTo>
                  <a:lnTo>
                    <a:pt x="5157415" y="4193781"/>
                  </a:lnTo>
                  <a:lnTo>
                    <a:pt x="5088351" y="4232488"/>
                  </a:lnTo>
                  <a:lnTo>
                    <a:pt x="5014513" y="4267519"/>
                  </a:lnTo>
                  <a:lnTo>
                    <a:pt x="4936542" y="4299070"/>
                  </a:lnTo>
                  <a:lnTo>
                    <a:pt x="4855680" y="4327215"/>
                  </a:lnTo>
                  <a:lnTo>
                    <a:pt x="4773839" y="4351940"/>
                  </a:lnTo>
                  <a:lnTo>
                    <a:pt x="4693583" y="4373174"/>
                  </a:lnTo>
                  <a:lnTo>
                    <a:pt x="4617953" y="4390845"/>
                  </a:lnTo>
                  <a:lnTo>
                    <a:pt x="4550123" y="4404950"/>
                  </a:lnTo>
                  <a:lnTo>
                    <a:pt x="4492918" y="4415607"/>
                  </a:lnTo>
                  <a:lnTo>
                    <a:pt x="4448290" y="4423097"/>
                  </a:lnTo>
                  <a:lnTo>
                    <a:pt x="4416905" y="4427863"/>
                  </a:lnTo>
                  <a:lnTo>
                    <a:pt x="4397942" y="4430480"/>
                  </a:lnTo>
                  <a:lnTo>
                    <a:pt x="4389123" y="4431589"/>
                  </a:lnTo>
                  <a:lnTo>
                    <a:pt x="4386903" y="4431845"/>
                  </a:lnTo>
                  <a:lnTo>
                    <a:pt x="4386855" y="4431850"/>
                  </a:lnTo>
                  <a:lnTo>
                    <a:pt x="3848118" y="4431850"/>
                  </a:lnTo>
                  <a:lnTo>
                    <a:pt x="3846929" y="4431772"/>
                  </a:lnTo>
                  <a:lnTo>
                    <a:pt x="3839154" y="4431214"/>
                  </a:lnTo>
                  <a:lnTo>
                    <a:pt x="3819709" y="4429671"/>
                  </a:lnTo>
                  <a:lnTo>
                    <a:pt x="3785338" y="4426639"/>
                  </a:lnTo>
                  <a:lnTo>
                    <a:pt x="3734910" y="4421675"/>
                  </a:lnTo>
                  <a:lnTo>
                    <a:pt x="3669472" y="4414442"/>
                  </a:lnTo>
                  <a:lnTo>
                    <a:pt x="3591894" y="4404748"/>
                  </a:lnTo>
                  <a:lnTo>
                    <a:pt x="3506145" y="4392530"/>
                  </a:lnTo>
                  <a:lnTo>
                    <a:pt x="3416459" y="4377818"/>
                  </a:lnTo>
                  <a:lnTo>
                    <a:pt x="3326625" y="4360671"/>
                  </a:lnTo>
                  <a:lnTo>
                    <a:pt x="3239566" y="4341122"/>
                  </a:lnTo>
                  <a:lnTo>
                    <a:pt x="3157211" y="4319134"/>
                  </a:lnTo>
                  <a:lnTo>
                    <a:pt x="3080570" y="4294577"/>
                  </a:lnTo>
                  <a:lnTo>
                    <a:pt x="3009926" y="4267212"/>
                  </a:lnTo>
                  <a:lnTo>
                    <a:pt x="2945036" y="4236696"/>
                  </a:lnTo>
                  <a:lnTo>
                    <a:pt x="2885315" y="4202589"/>
                  </a:lnTo>
                  <a:lnTo>
                    <a:pt x="2829985" y="4164374"/>
                  </a:lnTo>
                  <a:lnTo>
                    <a:pt x="2778177" y="4121495"/>
                  </a:lnTo>
                  <a:lnTo>
                    <a:pt x="2729013" y="4073426"/>
                  </a:lnTo>
                  <a:lnTo>
                    <a:pt x="2681684" y="4019791"/>
                  </a:lnTo>
                  <a:lnTo>
                    <a:pt x="2667772" y="4002640"/>
                  </a:lnTo>
                  <a:lnTo>
                    <a:pt x="2630969" y="3954309"/>
                  </a:lnTo>
                  <a:lnTo>
                    <a:pt x="2594515" y="3902294"/>
                  </a:lnTo>
                  <a:lnTo>
                    <a:pt x="2558174" y="3846521"/>
                  </a:lnTo>
                  <a:lnTo>
                    <a:pt x="2521766" y="3786980"/>
                  </a:lnTo>
                  <a:lnTo>
                    <a:pt x="2485154" y="3723736"/>
                  </a:lnTo>
                  <a:lnTo>
                    <a:pt x="2448249" y="3656932"/>
                  </a:lnTo>
                  <a:lnTo>
                    <a:pt x="2410995" y="3586794"/>
                  </a:lnTo>
                  <a:lnTo>
                    <a:pt x="2373377" y="3513633"/>
                  </a:lnTo>
                  <a:lnTo>
                    <a:pt x="2335409" y="3437841"/>
                  </a:lnTo>
                  <a:lnTo>
                    <a:pt x="2297133" y="3359885"/>
                  </a:lnTo>
                  <a:lnTo>
                    <a:pt x="2258613" y="3280299"/>
                  </a:lnTo>
                  <a:lnTo>
                    <a:pt x="2219932" y="3199665"/>
                  </a:lnTo>
                  <a:lnTo>
                    <a:pt x="2181185" y="3118599"/>
                  </a:lnTo>
                  <a:lnTo>
                    <a:pt x="2142468" y="3037734"/>
                  </a:lnTo>
                  <a:lnTo>
                    <a:pt x="2103879" y="2957692"/>
                  </a:lnTo>
                  <a:lnTo>
                    <a:pt x="2065504" y="2879071"/>
                  </a:lnTo>
                  <a:lnTo>
                    <a:pt x="2027416" y="2802424"/>
                  </a:lnTo>
                  <a:lnTo>
                    <a:pt x="1989666" y="2728244"/>
                  </a:lnTo>
                  <a:lnTo>
                    <a:pt x="1952279" y="2656952"/>
                  </a:lnTo>
                  <a:lnTo>
                    <a:pt x="1915249" y="2588890"/>
                  </a:lnTo>
                  <a:lnTo>
                    <a:pt x="1878538" y="2524315"/>
                  </a:lnTo>
                  <a:lnTo>
                    <a:pt x="1842068" y="2463399"/>
                  </a:lnTo>
                  <a:lnTo>
                    <a:pt x="1805721" y="2406236"/>
                  </a:lnTo>
                  <a:lnTo>
                    <a:pt x="1769333" y="2352843"/>
                  </a:lnTo>
                  <a:lnTo>
                    <a:pt x="1732690" y="2303168"/>
                  </a:lnTo>
                  <a:lnTo>
                    <a:pt x="1719082" y="2285796"/>
                  </a:lnTo>
                  <a:lnTo>
                    <a:pt x="1672165" y="2230468"/>
                  </a:lnTo>
                  <a:lnTo>
                    <a:pt x="1623630" y="2180762"/>
                  </a:lnTo>
                  <a:lnTo>
                    <a:pt x="1572703" y="2136381"/>
                  </a:lnTo>
                  <a:lnTo>
                    <a:pt x="1518520" y="2096828"/>
                  </a:lnTo>
                  <a:lnTo>
                    <a:pt x="1460202" y="2061548"/>
                  </a:lnTo>
                  <a:lnTo>
                    <a:pt x="1396931" y="2030008"/>
                  </a:lnTo>
                  <a:lnTo>
                    <a:pt x="1328053" y="2001741"/>
                  </a:lnTo>
                  <a:lnTo>
                    <a:pt x="1253205" y="1976373"/>
                  </a:lnTo>
                  <a:lnTo>
                    <a:pt x="1172491" y="1953635"/>
                  </a:lnTo>
                  <a:lnTo>
                    <a:pt x="1086683" y="1933364"/>
                  </a:lnTo>
                  <a:lnTo>
                    <a:pt x="997418" y="1915497"/>
                  </a:lnTo>
                  <a:lnTo>
                    <a:pt x="907324" y="1900050"/>
                  </a:lnTo>
                  <a:lnTo>
                    <a:pt x="819962" y="1887080"/>
                  </a:lnTo>
                  <a:lnTo>
                    <a:pt x="739494" y="1876632"/>
                  </a:lnTo>
                  <a:lnTo>
                    <a:pt x="670055" y="1868676"/>
                  </a:lnTo>
                  <a:lnTo>
                    <a:pt x="614932" y="1863062"/>
                  </a:lnTo>
                  <a:lnTo>
                    <a:pt x="575773" y="1859495"/>
                  </a:lnTo>
                  <a:lnTo>
                    <a:pt x="552110" y="1857557"/>
                  </a:lnTo>
                  <a:lnTo>
                    <a:pt x="541299" y="1856758"/>
                  </a:lnTo>
                  <a:lnTo>
                    <a:pt x="538769" y="1856588"/>
                  </a:lnTo>
                  <a:lnTo>
                    <a:pt x="538736" y="1856586"/>
                  </a:lnTo>
                  <a:lnTo>
                    <a:pt x="0" y="18565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9" name="pg239"/>
            <p:cNvSpPr/>
            <p:nvPr/>
          </p:nvSpPr>
          <p:spPr>
            <a:xfrm>
              <a:off x="546595" y="1588915"/>
              <a:ext cx="8234974" cy="4067067"/>
            </a:xfrm>
            <a:custGeom>
              <a:avLst/>
              <a:pathLst>
                <a:path w="8234974" h="4067067">
                  <a:moveTo>
                    <a:pt x="0" y="1491802"/>
                  </a:moveTo>
                  <a:lnTo>
                    <a:pt x="538736" y="1491802"/>
                  </a:lnTo>
                  <a:lnTo>
                    <a:pt x="539925" y="1491880"/>
                  </a:lnTo>
                  <a:lnTo>
                    <a:pt x="547701" y="1492438"/>
                  </a:lnTo>
                  <a:lnTo>
                    <a:pt x="567146" y="1493982"/>
                  </a:lnTo>
                  <a:lnTo>
                    <a:pt x="601517" y="1497013"/>
                  </a:lnTo>
                  <a:lnTo>
                    <a:pt x="651945" y="1501978"/>
                  </a:lnTo>
                  <a:lnTo>
                    <a:pt x="717382" y="1509210"/>
                  </a:lnTo>
                  <a:lnTo>
                    <a:pt x="794961" y="1518904"/>
                  </a:lnTo>
                  <a:lnTo>
                    <a:pt x="880710" y="1531122"/>
                  </a:lnTo>
                  <a:lnTo>
                    <a:pt x="970396" y="1545834"/>
                  </a:lnTo>
                  <a:lnTo>
                    <a:pt x="1060230" y="1562981"/>
                  </a:lnTo>
                  <a:lnTo>
                    <a:pt x="1147288" y="1582530"/>
                  </a:lnTo>
                  <a:lnTo>
                    <a:pt x="1229644" y="1604518"/>
                  </a:lnTo>
                  <a:lnTo>
                    <a:pt x="1306284" y="1629075"/>
                  </a:lnTo>
                  <a:lnTo>
                    <a:pt x="1376928" y="1656440"/>
                  </a:lnTo>
                  <a:lnTo>
                    <a:pt x="1441819" y="1686956"/>
                  </a:lnTo>
                  <a:lnTo>
                    <a:pt x="1501539" y="1721063"/>
                  </a:lnTo>
                  <a:lnTo>
                    <a:pt x="1556869" y="1759278"/>
                  </a:lnTo>
                  <a:lnTo>
                    <a:pt x="1608678" y="1802158"/>
                  </a:lnTo>
                  <a:lnTo>
                    <a:pt x="1657841" y="1850227"/>
                  </a:lnTo>
                  <a:lnTo>
                    <a:pt x="1705170" y="1903861"/>
                  </a:lnTo>
                  <a:lnTo>
                    <a:pt x="1719082" y="1921013"/>
                  </a:lnTo>
                  <a:lnTo>
                    <a:pt x="1755885" y="1969343"/>
                  </a:lnTo>
                  <a:lnTo>
                    <a:pt x="1792340" y="2021358"/>
                  </a:lnTo>
                  <a:lnTo>
                    <a:pt x="1828680" y="2077132"/>
                  </a:lnTo>
                  <a:lnTo>
                    <a:pt x="1865089" y="2136672"/>
                  </a:lnTo>
                  <a:lnTo>
                    <a:pt x="1901700" y="2199916"/>
                  </a:lnTo>
                  <a:lnTo>
                    <a:pt x="1938606" y="2266720"/>
                  </a:lnTo>
                  <a:lnTo>
                    <a:pt x="1975859" y="2336858"/>
                  </a:lnTo>
                  <a:lnTo>
                    <a:pt x="2013477" y="2410019"/>
                  </a:lnTo>
                  <a:lnTo>
                    <a:pt x="2051445" y="2485811"/>
                  </a:lnTo>
                  <a:lnTo>
                    <a:pt x="2089722" y="2563767"/>
                  </a:lnTo>
                  <a:lnTo>
                    <a:pt x="2128242" y="2643354"/>
                  </a:lnTo>
                  <a:lnTo>
                    <a:pt x="2166922" y="2723988"/>
                  </a:lnTo>
                  <a:lnTo>
                    <a:pt x="2205670" y="2805053"/>
                  </a:lnTo>
                  <a:lnTo>
                    <a:pt x="2244386" y="2885918"/>
                  </a:lnTo>
                  <a:lnTo>
                    <a:pt x="2282975" y="2965961"/>
                  </a:lnTo>
                  <a:lnTo>
                    <a:pt x="2321350" y="3044582"/>
                  </a:lnTo>
                  <a:lnTo>
                    <a:pt x="2359438" y="3121229"/>
                  </a:lnTo>
                  <a:lnTo>
                    <a:pt x="2397188" y="3195408"/>
                  </a:lnTo>
                  <a:lnTo>
                    <a:pt x="2434576" y="3266700"/>
                  </a:lnTo>
                  <a:lnTo>
                    <a:pt x="2471605" y="3334762"/>
                  </a:lnTo>
                  <a:lnTo>
                    <a:pt x="2508316" y="3399338"/>
                  </a:lnTo>
                  <a:lnTo>
                    <a:pt x="2544786" y="3460253"/>
                  </a:lnTo>
                  <a:lnTo>
                    <a:pt x="2581133" y="3517416"/>
                  </a:lnTo>
                  <a:lnTo>
                    <a:pt x="2617521" y="3570809"/>
                  </a:lnTo>
                  <a:lnTo>
                    <a:pt x="2654165" y="3620484"/>
                  </a:lnTo>
                  <a:lnTo>
                    <a:pt x="2667772" y="3637856"/>
                  </a:lnTo>
                  <a:lnTo>
                    <a:pt x="2714690" y="3693184"/>
                  </a:lnTo>
                  <a:lnTo>
                    <a:pt x="2763225" y="3742890"/>
                  </a:lnTo>
                  <a:lnTo>
                    <a:pt x="2814151" y="3787271"/>
                  </a:lnTo>
                  <a:lnTo>
                    <a:pt x="2868334" y="3826824"/>
                  </a:lnTo>
                  <a:lnTo>
                    <a:pt x="2926653" y="3862104"/>
                  </a:lnTo>
                  <a:lnTo>
                    <a:pt x="2989924" y="3893644"/>
                  </a:lnTo>
                  <a:lnTo>
                    <a:pt x="3058802" y="3921911"/>
                  </a:lnTo>
                  <a:lnTo>
                    <a:pt x="3133649" y="3947279"/>
                  </a:lnTo>
                  <a:lnTo>
                    <a:pt x="3214363" y="3970017"/>
                  </a:lnTo>
                  <a:lnTo>
                    <a:pt x="3300172" y="3990288"/>
                  </a:lnTo>
                  <a:lnTo>
                    <a:pt x="3389437" y="4008156"/>
                  </a:lnTo>
                  <a:lnTo>
                    <a:pt x="3479530" y="4023602"/>
                  </a:lnTo>
                  <a:lnTo>
                    <a:pt x="3566893" y="4036572"/>
                  </a:lnTo>
                  <a:lnTo>
                    <a:pt x="3647361" y="4047020"/>
                  </a:lnTo>
                  <a:lnTo>
                    <a:pt x="3716799" y="4054976"/>
                  </a:lnTo>
                  <a:lnTo>
                    <a:pt x="3771923" y="4060590"/>
                  </a:lnTo>
                  <a:lnTo>
                    <a:pt x="3811082" y="4064157"/>
                  </a:lnTo>
                  <a:lnTo>
                    <a:pt x="3834744" y="4066095"/>
                  </a:lnTo>
                  <a:lnTo>
                    <a:pt x="3845556" y="4066894"/>
                  </a:lnTo>
                  <a:lnTo>
                    <a:pt x="3848118" y="4067067"/>
                  </a:lnTo>
                  <a:lnTo>
                    <a:pt x="4386855" y="4067067"/>
                  </a:lnTo>
                  <a:lnTo>
                    <a:pt x="4387778" y="4066972"/>
                  </a:lnTo>
                  <a:lnTo>
                    <a:pt x="4393847" y="4066295"/>
                  </a:lnTo>
                  <a:lnTo>
                    <a:pt x="4409153" y="4064423"/>
                  </a:lnTo>
                  <a:lnTo>
                    <a:pt x="4436524" y="4060740"/>
                  </a:lnTo>
                  <a:lnTo>
                    <a:pt x="4477330" y="4054673"/>
                  </a:lnTo>
                  <a:lnTo>
                    <a:pt x="4531369" y="4045759"/>
                  </a:lnTo>
                  <a:lnTo>
                    <a:pt x="4596998" y="4033682"/>
                  </a:lnTo>
                  <a:lnTo>
                    <a:pt x="4671517" y="4018285"/>
                  </a:lnTo>
                  <a:lnTo>
                    <a:pt x="4751692" y="3999545"/>
                  </a:lnTo>
                  <a:lnTo>
                    <a:pt x="4834299" y="3977517"/>
                  </a:lnTo>
                  <a:lnTo>
                    <a:pt x="4916532" y="3952273"/>
                  </a:lnTo>
                  <a:lnTo>
                    <a:pt x="4996233" y="3923846"/>
                  </a:lnTo>
                  <a:lnTo>
                    <a:pt x="5071953" y="3892187"/>
                  </a:lnTo>
                  <a:lnTo>
                    <a:pt x="5142892" y="3857140"/>
                  </a:lnTo>
                  <a:lnTo>
                    <a:pt x="5208782" y="3818431"/>
                  </a:lnTo>
                  <a:lnTo>
                    <a:pt x="5269745" y="3775667"/>
                  </a:lnTo>
                  <a:lnTo>
                    <a:pt x="5326172" y="3728342"/>
                  </a:lnTo>
                  <a:lnTo>
                    <a:pt x="5378625" y="3675858"/>
                  </a:lnTo>
                  <a:lnTo>
                    <a:pt x="5427752" y="3617550"/>
                  </a:lnTo>
                  <a:lnTo>
                    <a:pt x="5474238" y="3552743"/>
                  </a:lnTo>
                  <a:lnTo>
                    <a:pt x="5518746" y="3480845"/>
                  </a:lnTo>
                  <a:lnTo>
                    <a:pt x="5561877" y="3401492"/>
                  </a:lnTo>
                  <a:lnTo>
                    <a:pt x="5567201" y="3391037"/>
                  </a:lnTo>
                  <a:lnTo>
                    <a:pt x="5597682" y="3328467"/>
                  </a:lnTo>
                  <a:lnTo>
                    <a:pt x="5627893" y="3261944"/>
                  </a:lnTo>
                  <a:lnTo>
                    <a:pt x="5657977" y="3191388"/>
                  </a:lnTo>
                  <a:lnTo>
                    <a:pt x="5688047" y="3116764"/>
                  </a:lnTo>
                  <a:lnTo>
                    <a:pt x="5718197" y="3038088"/>
                  </a:lnTo>
                  <a:lnTo>
                    <a:pt x="5748496" y="2955434"/>
                  </a:lnTo>
                  <a:lnTo>
                    <a:pt x="5778996" y="2868933"/>
                  </a:lnTo>
                  <a:lnTo>
                    <a:pt x="5809729" y="2778776"/>
                  </a:lnTo>
                  <a:lnTo>
                    <a:pt x="5840711" y="2685219"/>
                  </a:lnTo>
                  <a:lnTo>
                    <a:pt x="5871941" y="2588579"/>
                  </a:lnTo>
                  <a:lnTo>
                    <a:pt x="5903405" y="2489230"/>
                  </a:lnTo>
                  <a:lnTo>
                    <a:pt x="5935076" y="2387601"/>
                  </a:lnTo>
                  <a:lnTo>
                    <a:pt x="5966918" y="2284170"/>
                  </a:lnTo>
                  <a:lnTo>
                    <a:pt x="5998885" y="2179450"/>
                  </a:lnTo>
                  <a:lnTo>
                    <a:pt x="6030925" y="2073985"/>
                  </a:lnTo>
                  <a:lnTo>
                    <a:pt x="6062984" y="1968333"/>
                  </a:lnTo>
                  <a:lnTo>
                    <a:pt x="6095006" y="1863057"/>
                  </a:lnTo>
                  <a:lnTo>
                    <a:pt x="6126936" y="1758712"/>
                  </a:lnTo>
                  <a:lnTo>
                    <a:pt x="6158725" y="1655834"/>
                  </a:lnTo>
                  <a:lnTo>
                    <a:pt x="6190330" y="1554923"/>
                  </a:lnTo>
                  <a:lnTo>
                    <a:pt x="6221717" y="1456443"/>
                  </a:lnTo>
                  <a:lnTo>
                    <a:pt x="6252864" y="1360804"/>
                  </a:lnTo>
                  <a:lnTo>
                    <a:pt x="6283761" y="1268362"/>
                  </a:lnTo>
                  <a:lnTo>
                    <a:pt x="6314413" y="1179413"/>
                  </a:lnTo>
                  <a:lnTo>
                    <a:pt x="6344841" y="1094191"/>
                  </a:lnTo>
                  <a:lnTo>
                    <a:pt x="6375083" y="1012868"/>
                  </a:lnTo>
                  <a:lnTo>
                    <a:pt x="6405197" y="935555"/>
                  </a:lnTo>
                  <a:lnTo>
                    <a:pt x="6435261" y="862304"/>
                  </a:lnTo>
                  <a:lnTo>
                    <a:pt x="6465373" y="793115"/>
                  </a:lnTo>
                  <a:lnTo>
                    <a:pt x="6495658" y="727937"/>
                  </a:lnTo>
                  <a:lnTo>
                    <a:pt x="6515891" y="686918"/>
                  </a:lnTo>
                  <a:lnTo>
                    <a:pt x="6558885" y="606627"/>
                  </a:lnTo>
                  <a:lnTo>
                    <a:pt x="6603191" y="533809"/>
                  </a:lnTo>
                  <a:lnTo>
                    <a:pt x="6649393" y="468145"/>
                  </a:lnTo>
                  <a:lnTo>
                    <a:pt x="6698153" y="409060"/>
                  </a:lnTo>
                  <a:lnTo>
                    <a:pt x="6750153" y="355884"/>
                  </a:lnTo>
                  <a:lnTo>
                    <a:pt x="6806050" y="307948"/>
                  </a:lnTo>
                  <a:lnTo>
                    <a:pt x="6866419" y="264643"/>
                  </a:lnTo>
                  <a:lnTo>
                    <a:pt x="6931679" y="225451"/>
                  </a:lnTo>
                  <a:lnTo>
                    <a:pt x="7001992" y="189963"/>
                  </a:lnTo>
                  <a:lnTo>
                    <a:pt x="7077146" y="157891"/>
                  </a:lnTo>
                  <a:lnTo>
                    <a:pt x="7156413" y="129064"/>
                  </a:lnTo>
                  <a:lnTo>
                    <a:pt x="7238433" y="103421"/>
                  </a:lnTo>
                  <a:lnTo>
                    <a:pt x="7321135" y="80987"/>
                  </a:lnTo>
                  <a:lnTo>
                    <a:pt x="7401786" y="61832"/>
                  </a:lnTo>
                  <a:lnTo>
                    <a:pt x="7477193" y="46016"/>
                  </a:lnTo>
                  <a:lnTo>
                    <a:pt x="7544099" y="33529"/>
                  </a:lnTo>
                  <a:lnTo>
                    <a:pt x="7599704" y="24233"/>
                  </a:lnTo>
                  <a:lnTo>
                    <a:pt x="7642209" y="17833"/>
                  </a:lnTo>
                  <a:lnTo>
                    <a:pt x="7671219" y="13881"/>
                  </a:lnTo>
                  <a:lnTo>
                    <a:pt x="7687907" y="11816"/>
                  </a:lnTo>
                  <a:lnTo>
                    <a:pt x="7694932" y="11024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929" y="4056099"/>
                  </a:lnTo>
                  <a:lnTo>
                    <a:pt x="3839154" y="4055541"/>
                  </a:lnTo>
                  <a:lnTo>
                    <a:pt x="3819709" y="4053998"/>
                  </a:lnTo>
                  <a:lnTo>
                    <a:pt x="3785338" y="4050966"/>
                  </a:lnTo>
                  <a:lnTo>
                    <a:pt x="3734910" y="4046002"/>
                  </a:lnTo>
                  <a:lnTo>
                    <a:pt x="3669472" y="4038769"/>
                  </a:lnTo>
                  <a:lnTo>
                    <a:pt x="3591894" y="4029075"/>
                  </a:lnTo>
                  <a:lnTo>
                    <a:pt x="3506145" y="4016858"/>
                  </a:lnTo>
                  <a:lnTo>
                    <a:pt x="3416459" y="4002145"/>
                  </a:lnTo>
                  <a:lnTo>
                    <a:pt x="3326625" y="3984998"/>
                  </a:lnTo>
                  <a:lnTo>
                    <a:pt x="3239566" y="3965449"/>
                  </a:lnTo>
                  <a:lnTo>
                    <a:pt x="3157211" y="3943461"/>
                  </a:lnTo>
                  <a:lnTo>
                    <a:pt x="3080570" y="3918904"/>
                  </a:lnTo>
                  <a:lnTo>
                    <a:pt x="3009926" y="3891539"/>
                  </a:lnTo>
                  <a:lnTo>
                    <a:pt x="2945036" y="3861024"/>
                  </a:lnTo>
                  <a:lnTo>
                    <a:pt x="2885315" y="3826916"/>
                  </a:lnTo>
                  <a:lnTo>
                    <a:pt x="2829985" y="3788701"/>
                  </a:lnTo>
                  <a:lnTo>
                    <a:pt x="2778177" y="3745822"/>
                  </a:lnTo>
                  <a:lnTo>
                    <a:pt x="2729013" y="3697753"/>
                  </a:lnTo>
                  <a:lnTo>
                    <a:pt x="2681684" y="3644118"/>
                  </a:lnTo>
                  <a:lnTo>
                    <a:pt x="2667772" y="3626967"/>
                  </a:lnTo>
                  <a:lnTo>
                    <a:pt x="2630969" y="3578636"/>
                  </a:lnTo>
                  <a:lnTo>
                    <a:pt x="2594515" y="3526621"/>
                  </a:lnTo>
                  <a:lnTo>
                    <a:pt x="2558174" y="3470848"/>
                  </a:lnTo>
                  <a:lnTo>
                    <a:pt x="2521766" y="3411307"/>
                  </a:lnTo>
                  <a:lnTo>
                    <a:pt x="2485154" y="3348063"/>
                  </a:lnTo>
                  <a:lnTo>
                    <a:pt x="2448249" y="3281259"/>
                  </a:lnTo>
                  <a:lnTo>
                    <a:pt x="2410995" y="3211122"/>
                  </a:lnTo>
                  <a:lnTo>
                    <a:pt x="2373377" y="3137960"/>
                  </a:lnTo>
                  <a:lnTo>
                    <a:pt x="2335409" y="3062168"/>
                  </a:lnTo>
                  <a:lnTo>
                    <a:pt x="2297133" y="2984212"/>
                  </a:lnTo>
                  <a:lnTo>
                    <a:pt x="2258613" y="2904626"/>
                  </a:lnTo>
                  <a:lnTo>
                    <a:pt x="2219932" y="2823992"/>
                  </a:lnTo>
                  <a:lnTo>
                    <a:pt x="2181185" y="2742927"/>
                  </a:lnTo>
                  <a:lnTo>
                    <a:pt x="2142468" y="2662061"/>
                  </a:lnTo>
                  <a:lnTo>
                    <a:pt x="2103879" y="2582019"/>
                  </a:lnTo>
                  <a:lnTo>
                    <a:pt x="2065504" y="2503398"/>
                  </a:lnTo>
                  <a:lnTo>
                    <a:pt x="2027416" y="2426751"/>
                  </a:lnTo>
                  <a:lnTo>
                    <a:pt x="1989666" y="2352571"/>
                  </a:lnTo>
                  <a:lnTo>
                    <a:pt x="1952279" y="2281279"/>
                  </a:lnTo>
                  <a:lnTo>
                    <a:pt x="1915249" y="2213217"/>
                  </a:lnTo>
                  <a:lnTo>
                    <a:pt x="1878538" y="2148642"/>
                  </a:lnTo>
                  <a:lnTo>
                    <a:pt x="1842068" y="2087726"/>
                  </a:lnTo>
                  <a:lnTo>
                    <a:pt x="1805721" y="2030563"/>
                  </a:lnTo>
                  <a:lnTo>
                    <a:pt x="1769333" y="1977170"/>
                  </a:lnTo>
                  <a:lnTo>
                    <a:pt x="1732690" y="1927496"/>
                  </a:lnTo>
                  <a:lnTo>
                    <a:pt x="1719082" y="1910124"/>
                  </a:lnTo>
                  <a:lnTo>
                    <a:pt x="1672165" y="1854796"/>
                  </a:lnTo>
                  <a:lnTo>
                    <a:pt x="1623630" y="1805089"/>
                  </a:lnTo>
                  <a:lnTo>
                    <a:pt x="1572703" y="1760708"/>
                  </a:lnTo>
                  <a:lnTo>
                    <a:pt x="1518520" y="1721155"/>
                  </a:lnTo>
                  <a:lnTo>
                    <a:pt x="1460202" y="1685876"/>
                  </a:lnTo>
                  <a:lnTo>
                    <a:pt x="1396931" y="1654335"/>
                  </a:lnTo>
                  <a:lnTo>
                    <a:pt x="1328053" y="1626068"/>
                  </a:lnTo>
                  <a:lnTo>
                    <a:pt x="1253205" y="1600700"/>
                  </a:lnTo>
                  <a:lnTo>
                    <a:pt x="1172491" y="1577962"/>
                  </a:lnTo>
                  <a:lnTo>
                    <a:pt x="1086683" y="1557691"/>
                  </a:lnTo>
                  <a:lnTo>
                    <a:pt x="997418" y="1539824"/>
                  </a:lnTo>
                  <a:lnTo>
                    <a:pt x="907324" y="1524377"/>
                  </a:lnTo>
                  <a:lnTo>
                    <a:pt x="819962" y="1511407"/>
                  </a:lnTo>
                  <a:lnTo>
                    <a:pt x="739494" y="1500959"/>
                  </a:lnTo>
                  <a:lnTo>
                    <a:pt x="670055" y="1493004"/>
                  </a:lnTo>
                  <a:lnTo>
                    <a:pt x="614932" y="1487389"/>
                  </a:lnTo>
                  <a:lnTo>
                    <a:pt x="575773" y="1483822"/>
                  </a:lnTo>
                  <a:lnTo>
                    <a:pt x="552110" y="1481884"/>
                  </a:lnTo>
                  <a:lnTo>
                    <a:pt x="541299" y="1481085"/>
                  </a:lnTo>
                  <a:lnTo>
                    <a:pt x="538736" y="1480913"/>
                  </a:lnTo>
                  <a:lnTo>
                    <a:pt x="0" y="148091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546595" y="1599804"/>
              <a:ext cx="8234974" cy="4056177"/>
            </a:xfrm>
            <a:custGeom>
              <a:avLst/>
              <a:pathLst>
                <a:path w="8234974" h="4056177">
                  <a:moveTo>
                    <a:pt x="0" y="1480913"/>
                  </a:moveTo>
                  <a:lnTo>
                    <a:pt x="538736" y="1480913"/>
                  </a:lnTo>
                  <a:lnTo>
                    <a:pt x="539925" y="1480991"/>
                  </a:lnTo>
                  <a:lnTo>
                    <a:pt x="547701" y="1481549"/>
                  </a:lnTo>
                  <a:lnTo>
                    <a:pt x="567146" y="1483093"/>
                  </a:lnTo>
                  <a:lnTo>
                    <a:pt x="601517" y="1486124"/>
                  </a:lnTo>
                  <a:lnTo>
                    <a:pt x="651945" y="1491088"/>
                  </a:lnTo>
                  <a:lnTo>
                    <a:pt x="717382" y="1498321"/>
                  </a:lnTo>
                  <a:lnTo>
                    <a:pt x="794961" y="1508015"/>
                  </a:lnTo>
                  <a:lnTo>
                    <a:pt x="880710" y="1520233"/>
                  </a:lnTo>
                  <a:lnTo>
                    <a:pt x="970396" y="1534945"/>
                  </a:lnTo>
                  <a:lnTo>
                    <a:pt x="1060230" y="1552092"/>
                  </a:lnTo>
                  <a:lnTo>
                    <a:pt x="1147288" y="1571641"/>
                  </a:lnTo>
                  <a:lnTo>
                    <a:pt x="1229644" y="1593629"/>
                  </a:lnTo>
                  <a:lnTo>
                    <a:pt x="1306284" y="1618186"/>
                  </a:lnTo>
                  <a:lnTo>
                    <a:pt x="1376928" y="1645551"/>
                  </a:lnTo>
                  <a:lnTo>
                    <a:pt x="1441819" y="1676067"/>
                  </a:lnTo>
                  <a:lnTo>
                    <a:pt x="1501539" y="1710174"/>
                  </a:lnTo>
                  <a:lnTo>
                    <a:pt x="1556869" y="1748389"/>
                  </a:lnTo>
                  <a:lnTo>
                    <a:pt x="1608678" y="1791269"/>
                  </a:lnTo>
                  <a:lnTo>
                    <a:pt x="1657841" y="1839337"/>
                  </a:lnTo>
                  <a:lnTo>
                    <a:pt x="1705170" y="1892972"/>
                  </a:lnTo>
                  <a:lnTo>
                    <a:pt x="1719082" y="1910124"/>
                  </a:lnTo>
                  <a:lnTo>
                    <a:pt x="1755885" y="1958454"/>
                  </a:lnTo>
                  <a:lnTo>
                    <a:pt x="1792340" y="2010469"/>
                  </a:lnTo>
                  <a:lnTo>
                    <a:pt x="1828680" y="2066243"/>
                  </a:lnTo>
                  <a:lnTo>
                    <a:pt x="1865089" y="2125783"/>
                  </a:lnTo>
                  <a:lnTo>
                    <a:pt x="1901700" y="2189027"/>
                  </a:lnTo>
                  <a:lnTo>
                    <a:pt x="1938606" y="2255831"/>
                  </a:lnTo>
                  <a:lnTo>
                    <a:pt x="1975859" y="2325969"/>
                  </a:lnTo>
                  <a:lnTo>
                    <a:pt x="2013477" y="2399130"/>
                  </a:lnTo>
                  <a:lnTo>
                    <a:pt x="2051445" y="2474922"/>
                  </a:lnTo>
                  <a:lnTo>
                    <a:pt x="2089722" y="2552878"/>
                  </a:lnTo>
                  <a:lnTo>
                    <a:pt x="2128242" y="2632465"/>
                  </a:lnTo>
                  <a:lnTo>
                    <a:pt x="2166922" y="2713099"/>
                  </a:lnTo>
                  <a:lnTo>
                    <a:pt x="2205670" y="2794164"/>
                  </a:lnTo>
                  <a:lnTo>
                    <a:pt x="2244386" y="2875029"/>
                  </a:lnTo>
                  <a:lnTo>
                    <a:pt x="2282975" y="2955071"/>
                  </a:lnTo>
                  <a:lnTo>
                    <a:pt x="2321350" y="3033693"/>
                  </a:lnTo>
                  <a:lnTo>
                    <a:pt x="2359438" y="3110339"/>
                  </a:lnTo>
                  <a:lnTo>
                    <a:pt x="2397188" y="3184519"/>
                  </a:lnTo>
                  <a:lnTo>
                    <a:pt x="2434576" y="3255811"/>
                  </a:lnTo>
                  <a:lnTo>
                    <a:pt x="2471605" y="3323873"/>
                  </a:lnTo>
                  <a:lnTo>
                    <a:pt x="2508316" y="3388448"/>
                  </a:lnTo>
                  <a:lnTo>
                    <a:pt x="2544786" y="3449364"/>
                  </a:lnTo>
                  <a:lnTo>
                    <a:pt x="2581133" y="3506527"/>
                  </a:lnTo>
                  <a:lnTo>
                    <a:pt x="2617521" y="3559920"/>
                  </a:lnTo>
                  <a:lnTo>
                    <a:pt x="2654165" y="3609595"/>
                  </a:lnTo>
                  <a:lnTo>
                    <a:pt x="2667772" y="3626967"/>
                  </a:lnTo>
                  <a:lnTo>
                    <a:pt x="2714690" y="3682295"/>
                  </a:lnTo>
                  <a:lnTo>
                    <a:pt x="2763225" y="3732001"/>
                  </a:lnTo>
                  <a:lnTo>
                    <a:pt x="2814151" y="3776382"/>
                  </a:lnTo>
                  <a:lnTo>
                    <a:pt x="2868334" y="3815935"/>
                  </a:lnTo>
                  <a:lnTo>
                    <a:pt x="2926653" y="3851215"/>
                  </a:lnTo>
                  <a:lnTo>
                    <a:pt x="2989924" y="3882755"/>
                  </a:lnTo>
                  <a:lnTo>
                    <a:pt x="3058802" y="3911022"/>
                  </a:lnTo>
                  <a:lnTo>
                    <a:pt x="3133649" y="3936390"/>
                  </a:lnTo>
                  <a:lnTo>
                    <a:pt x="3214363" y="3959128"/>
                  </a:lnTo>
                  <a:lnTo>
                    <a:pt x="3300172" y="3979399"/>
                  </a:lnTo>
                  <a:lnTo>
                    <a:pt x="3389437" y="3997266"/>
                  </a:lnTo>
                  <a:lnTo>
                    <a:pt x="3479530" y="4012713"/>
                  </a:lnTo>
                  <a:lnTo>
                    <a:pt x="3566893" y="4025683"/>
                  </a:lnTo>
                  <a:lnTo>
                    <a:pt x="3647361" y="4036131"/>
                  </a:lnTo>
                  <a:lnTo>
                    <a:pt x="3716799" y="4044087"/>
                  </a:lnTo>
                  <a:lnTo>
                    <a:pt x="3771923" y="4049701"/>
                  </a:lnTo>
                  <a:lnTo>
                    <a:pt x="3811082" y="4053268"/>
                  </a:lnTo>
                  <a:lnTo>
                    <a:pt x="3834744" y="4055206"/>
                  </a:lnTo>
                  <a:lnTo>
                    <a:pt x="3845556" y="4056005"/>
                  </a:lnTo>
                  <a:lnTo>
                    <a:pt x="3848085" y="4056175"/>
                  </a:lnTo>
                  <a:lnTo>
                    <a:pt x="3848118" y="4056177"/>
                  </a:lnTo>
                  <a:lnTo>
                    <a:pt x="4386855" y="4056177"/>
                  </a:lnTo>
                  <a:lnTo>
                    <a:pt x="4387778" y="4056083"/>
                  </a:lnTo>
                  <a:lnTo>
                    <a:pt x="4393847" y="4055406"/>
                  </a:lnTo>
                  <a:lnTo>
                    <a:pt x="4409153" y="4053534"/>
                  </a:lnTo>
                  <a:lnTo>
                    <a:pt x="4436524" y="4049851"/>
                  </a:lnTo>
                  <a:lnTo>
                    <a:pt x="4477330" y="4043784"/>
                  </a:lnTo>
                  <a:lnTo>
                    <a:pt x="4531369" y="4034870"/>
                  </a:lnTo>
                  <a:lnTo>
                    <a:pt x="4596998" y="4022793"/>
                  </a:lnTo>
                  <a:lnTo>
                    <a:pt x="4671517" y="4007396"/>
                  </a:lnTo>
                  <a:lnTo>
                    <a:pt x="4751692" y="3988656"/>
                  </a:lnTo>
                  <a:lnTo>
                    <a:pt x="4834299" y="3966628"/>
                  </a:lnTo>
                  <a:lnTo>
                    <a:pt x="4916532" y="3941384"/>
                  </a:lnTo>
                  <a:lnTo>
                    <a:pt x="4996233" y="3912957"/>
                  </a:lnTo>
                  <a:lnTo>
                    <a:pt x="5071953" y="3881298"/>
                  </a:lnTo>
                  <a:lnTo>
                    <a:pt x="5142892" y="3846251"/>
                  </a:lnTo>
                  <a:lnTo>
                    <a:pt x="5208782" y="3807542"/>
                  </a:lnTo>
                  <a:lnTo>
                    <a:pt x="5269745" y="3764778"/>
                  </a:lnTo>
                  <a:lnTo>
                    <a:pt x="5326172" y="3717453"/>
                  </a:lnTo>
                  <a:lnTo>
                    <a:pt x="5378625" y="3664969"/>
                  </a:lnTo>
                  <a:lnTo>
                    <a:pt x="5427752" y="3606661"/>
                  </a:lnTo>
                  <a:lnTo>
                    <a:pt x="5474238" y="3541854"/>
                  </a:lnTo>
                  <a:lnTo>
                    <a:pt x="5518746" y="3469956"/>
                  </a:lnTo>
                  <a:lnTo>
                    <a:pt x="5561877" y="3390603"/>
                  </a:lnTo>
                  <a:lnTo>
                    <a:pt x="5567201" y="3380148"/>
                  </a:lnTo>
                  <a:lnTo>
                    <a:pt x="5597682" y="3317578"/>
                  </a:lnTo>
                  <a:lnTo>
                    <a:pt x="5627893" y="3251055"/>
                  </a:lnTo>
                  <a:lnTo>
                    <a:pt x="5657977" y="3180499"/>
                  </a:lnTo>
                  <a:lnTo>
                    <a:pt x="5688047" y="3105875"/>
                  </a:lnTo>
                  <a:lnTo>
                    <a:pt x="5718197" y="3027199"/>
                  </a:lnTo>
                  <a:lnTo>
                    <a:pt x="5748496" y="2944545"/>
                  </a:lnTo>
                  <a:lnTo>
                    <a:pt x="5778996" y="2858044"/>
                  </a:lnTo>
                  <a:lnTo>
                    <a:pt x="5809729" y="2767887"/>
                  </a:lnTo>
                  <a:lnTo>
                    <a:pt x="5840711" y="2674330"/>
                  </a:lnTo>
                  <a:lnTo>
                    <a:pt x="5871941" y="2577690"/>
                  </a:lnTo>
                  <a:lnTo>
                    <a:pt x="5903405" y="2478340"/>
                  </a:lnTo>
                  <a:lnTo>
                    <a:pt x="5935076" y="2376712"/>
                  </a:lnTo>
                  <a:lnTo>
                    <a:pt x="5966918" y="2273281"/>
                  </a:lnTo>
                  <a:lnTo>
                    <a:pt x="5998885" y="2168561"/>
                  </a:lnTo>
                  <a:lnTo>
                    <a:pt x="6030925" y="2063096"/>
                  </a:lnTo>
                  <a:lnTo>
                    <a:pt x="6062984" y="1957443"/>
                  </a:lnTo>
                  <a:lnTo>
                    <a:pt x="6095006" y="1852168"/>
                  </a:lnTo>
                  <a:lnTo>
                    <a:pt x="6126936" y="1747823"/>
                  </a:lnTo>
                  <a:lnTo>
                    <a:pt x="6158725" y="1644945"/>
                  </a:lnTo>
                  <a:lnTo>
                    <a:pt x="6190330" y="1544034"/>
                  </a:lnTo>
                  <a:lnTo>
                    <a:pt x="6221717" y="1445554"/>
                  </a:lnTo>
                  <a:lnTo>
                    <a:pt x="6252864" y="1349915"/>
                  </a:lnTo>
                  <a:lnTo>
                    <a:pt x="6283761" y="1257473"/>
                  </a:lnTo>
                  <a:lnTo>
                    <a:pt x="6314413" y="1168524"/>
                  </a:lnTo>
                  <a:lnTo>
                    <a:pt x="6344841" y="1083302"/>
                  </a:lnTo>
                  <a:lnTo>
                    <a:pt x="6375083" y="1001979"/>
                  </a:lnTo>
                  <a:lnTo>
                    <a:pt x="6405197" y="924666"/>
                  </a:lnTo>
                  <a:lnTo>
                    <a:pt x="6435261" y="851415"/>
                  </a:lnTo>
                  <a:lnTo>
                    <a:pt x="6465373" y="782226"/>
                  </a:lnTo>
                  <a:lnTo>
                    <a:pt x="6495658" y="717048"/>
                  </a:lnTo>
                  <a:lnTo>
                    <a:pt x="6515891" y="676029"/>
                  </a:lnTo>
                  <a:lnTo>
                    <a:pt x="6558885" y="595738"/>
                  </a:lnTo>
                  <a:lnTo>
                    <a:pt x="6603191" y="522920"/>
                  </a:lnTo>
                  <a:lnTo>
                    <a:pt x="6649393" y="457256"/>
                  </a:lnTo>
                  <a:lnTo>
                    <a:pt x="6698153" y="398171"/>
                  </a:lnTo>
                  <a:lnTo>
                    <a:pt x="6750153" y="344995"/>
                  </a:lnTo>
                  <a:lnTo>
                    <a:pt x="6806050" y="297059"/>
                  </a:lnTo>
                  <a:lnTo>
                    <a:pt x="6866419" y="253754"/>
                  </a:lnTo>
                  <a:lnTo>
                    <a:pt x="6931679" y="214562"/>
                  </a:lnTo>
                  <a:lnTo>
                    <a:pt x="7001992" y="179074"/>
                  </a:lnTo>
                  <a:lnTo>
                    <a:pt x="7077146" y="147002"/>
                  </a:lnTo>
                  <a:lnTo>
                    <a:pt x="7156413" y="118175"/>
                  </a:lnTo>
                  <a:lnTo>
                    <a:pt x="7238433" y="92532"/>
                  </a:lnTo>
                  <a:lnTo>
                    <a:pt x="7321135" y="70098"/>
                  </a:lnTo>
                  <a:lnTo>
                    <a:pt x="7401786" y="50943"/>
                  </a:lnTo>
                  <a:lnTo>
                    <a:pt x="7477193" y="35127"/>
                  </a:lnTo>
                  <a:lnTo>
                    <a:pt x="7544099" y="22640"/>
                  </a:lnTo>
                  <a:lnTo>
                    <a:pt x="7599704" y="13344"/>
                  </a:lnTo>
                  <a:lnTo>
                    <a:pt x="7642209" y="6944"/>
                  </a:lnTo>
                  <a:lnTo>
                    <a:pt x="7671219" y="2992"/>
                  </a:lnTo>
                  <a:lnTo>
                    <a:pt x="7687907" y="927"/>
                  </a:lnTo>
                  <a:lnTo>
                    <a:pt x="7694932" y="135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546595" y="1588915"/>
              <a:ext cx="8234974" cy="4056177"/>
            </a:xfrm>
            <a:custGeom>
              <a:avLst/>
              <a:pathLst>
                <a:path w="8234974" h="4056177">
                  <a:moveTo>
                    <a:pt x="8234974" y="0"/>
                  </a:move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7" y="4056177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929" y="4056099"/>
                  </a:lnTo>
                  <a:lnTo>
                    <a:pt x="3839154" y="4055541"/>
                  </a:lnTo>
                  <a:lnTo>
                    <a:pt x="3819709" y="4053998"/>
                  </a:lnTo>
                  <a:lnTo>
                    <a:pt x="3785338" y="4050966"/>
                  </a:lnTo>
                  <a:lnTo>
                    <a:pt x="3734910" y="4046002"/>
                  </a:lnTo>
                  <a:lnTo>
                    <a:pt x="3669472" y="4038769"/>
                  </a:lnTo>
                  <a:lnTo>
                    <a:pt x="3591894" y="4029075"/>
                  </a:lnTo>
                  <a:lnTo>
                    <a:pt x="3506145" y="4016858"/>
                  </a:lnTo>
                  <a:lnTo>
                    <a:pt x="3416459" y="4002145"/>
                  </a:lnTo>
                  <a:lnTo>
                    <a:pt x="3326625" y="3984998"/>
                  </a:lnTo>
                  <a:lnTo>
                    <a:pt x="3239566" y="3965449"/>
                  </a:lnTo>
                  <a:lnTo>
                    <a:pt x="3157211" y="3943461"/>
                  </a:lnTo>
                  <a:lnTo>
                    <a:pt x="3080570" y="3918904"/>
                  </a:lnTo>
                  <a:lnTo>
                    <a:pt x="3009926" y="3891539"/>
                  </a:lnTo>
                  <a:lnTo>
                    <a:pt x="2945036" y="3861024"/>
                  </a:lnTo>
                  <a:lnTo>
                    <a:pt x="2885315" y="3826916"/>
                  </a:lnTo>
                  <a:lnTo>
                    <a:pt x="2829985" y="3788701"/>
                  </a:lnTo>
                  <a:lnTo>
                    <a:pt x="2778177" y="3745822"/>
                  </a:lnTo>
                  <a:lnTo>
                    <a:pt x="2729013" y="3697753"/>
                  </a:lnTo>
                  <a:lnTo>
                    <a:pt x="2681684" y="3644118"/>
                  </a:lnTo>
                  <a:lnTo>
                    <a:pt x="2667772" y="3626967"/>
                  </a:lnTo>
                  <a:lnTo>
                    <a:pt x="2630969" y="3578636"/>
                  </a:lnTo>
                  <a:lnTo>
                    <a:pt x="2594515" y="3526621"/>
                  </a:lnTo>
                  <a:lnTo>
                    <a:pt x="2558174" y="3470848"/>
                  </a:lnTo>
                  <a:lnTo>
                    <a:pt x="2521766" y="3411307"/>
                  </a:lnTo>
                  <a:lnTo>
                    <a:pt x="2485154" y="3348063"/>
                  </a:lnTo>
                  <a:lnTo>
                    <a:pt x="2448249" y="3281259"/>
                  </a:lnTo>
                  <a:lnTo>
                    <a:pt x="2410995" y="3211122"/>
                  </a:lnTo>
                  <a:lnTo>
                    <a:pt x="2373377" y="3137960"/>
                  </a:lnTo>
                  <a:lnTo>
                    <a:pt x="2335409" y="3062168"/>
                  </a:lnTo>
                  <a:lnTo>
                    <a:pt x="2297133" y="2984212"/>
                  </a:lnTo>
                  <a:lnTo>
                    <a:pt x="2258613" y="2904626"/>
                  </a:lnTo>
                  <a:lnTo>
                    <a:pt x="2219932" y="2823992"/>
                  </a:lnTo>
                  <a:lnTo>
                    <a:pt x="2181185" y="2742927"/>
                  </a:lnTo>
                  <a:lnTo>
                    <a:pt x="2142468" y="2662061"/>
                  </a:lnTo>
                  <a:lnTo>
                    <a:pt x="2103879" y="2582019"/>
                  </a:lnTo>
                  <a:lnTo>
                    <a:pt x="2065504" y="2503398"/>
                  </a:lnTo>
                  <a:lnTo>
                    <a:pt x="2027416" y="2426751"/>
                  </a:lnTo>
                  <a:lnTo>
                    <a:pt x="1989666" y="2352571"/>
                  </a:lnTo>
                  <a:lnTo>
                    <a:pt x="1952279" y="2281279"/>
                  </a:lnTo>
                  <a:lnTo>
                    <a:pt x="1915249" y="2213217"/>
                  </a:lnTo>
                  <a:lnTo>
                    <a:pt x="1878538" y="2148642"/>
                  </a:lnTo>
                  <a:lnTo>
                    <a:pt x="1842068" y="2087726"/>
                  </a:lnTo>
                  <a:lnTo>
                    <a:pt x="1805721" y="2030563"/>
                  </a:lnTo>
                  <a:lnTo>
                    <a:pt x="1769333" y="1977170"/>
                  </a:lnTo>
                  <a:lnTo>
                    <a:pt x="1732690" y="1927496"/>
                  </a:lnTo>
                  <a:lnTo>
                    <a:pt x="1719082" y="1910124"/>
                  </a:lnTo>
                  <a:lnTo>
                    <a:pt x="1672165" y="1854796"/>
                  </a:lnTo>
                  <a:lnTo>
                    <a:pt x="1623630" y="1805089"/>
                  </a:lnTo>
                  <a:lnTo>
                    <a:pt x="1572703" y="1760708"/>
                  </a:lnTo>
                  <a:lnTo>
                    <a:pt x="1518520" y="1721155"/>
                  </a:lnTo>
                  <a:lnTo>
                    <a:pt x="1460202" y="1685876"/>
                  </a:lnTo>
                  <a:lnTo>
                    <a:pt x="1396931" y="1654335"/>
                  </a:lnTo>
                  <a:lnTo>
                    <a:pt x="1328053" y="1626068"/>
                  </a:lnTo>
                  <a:lnTo>
                    <a:pt x="1253205" y="1600700"/>
                  </a:lnTo>
                  <a:lnTo>
                    <a:pt x="1172491" y="1577962"/>
                  </a:lnTo>
                  <a:lnTo>
                    <a:pt x="1086683" y="1557691"/>
                  </a:lnTo>
                  <a:lnTo>
                    <a:pt x="997418" y="1539824"/>
                  </a:lnTo>
                  <a:lnTo>
                    <a:pt x="907324" y="1524377"/>
                  </a:lnTo>
                  <a:lnTo>
                    <a:pt x="819962" y="1511407"/>
                  </a:lnTo>
                  <a:lnTo>
                    <a:pt x="739494" y="1500959"/>
                  </a:lnTo>
                  <a:lnTo>
                    <a:pt x="670055" y="1493004"/>
                  </a:lnTo>
                  <a:lnTo>
                    <a:pt x="614932" y="1487389"/>
                  </a:lnTo>
                  <a:lnTo>
                    <a:pt x="575773" y="1483822"/>
                  </a:lnTo>
                  <a:lnTo>
                    <a:pt x="552110" y="1481884"/>
                  </a:lnTo>
                  <a:lnTo>
                    <a:pt x="541299" y="1481085"/>
                  </a:lnTo>
                  <a:lnTo>
                    <a:pt x="538769" y="1480915"/>
                  </a:lnTo>
                  <a:lnTo>
                    <a:pt x="538736" y="1480913"/>
                  </a:lnTo>
                  <a:lnTo>
                    <a:pt x="0" y="14809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2" name="pg242"/>
            <p:cNvSpPr/>
            <p:nvPr/>
          </p:nvSpPr>
          <p:spPr>
            <a:xfrm>
              <a:off x="546595" y="1801252"/>
              <a:ext cx="8234974" cy="3871063"/>
            </a:xfrm>
            <a:custGeom>
              <a:avLst/>
              <a:pathLst>
                <a:path w="8234974" h="3871063">
                  <a:moveTo>
                    <a:pt x="0" y="1284910"/>
                  </a:moveTo>
                  <a:lnTo>
                    <a:pt x="538736" y="1284910"/>
                  </a:lnTo>
                  <a:lnTo>
                    <a:pt x="539925" y="1284988"/>
                  </a:lnTo>
                  <a:lnTo>
                    <a:pt x="547694" y="1285548"/>
                  </a:lnTo>
                  <a:lnTo>
                    <a:pt x="567126" y="1287097"/>
                  </a:lnTo>
                  <a:lnTo>
                    <a:pt x="601475" y="1290139"/>
                  </a:lnTo>
                  <a:lnTo>
                    <a:pt x="651873" y="1295121"/>
                  </a:lnTo>
                  <a:lnTo>
                    <a:pt x="717275" y="1302379"/>
                  </a:lnTo>
                  <a:lnTo>
                    <a:pt x="794818" y="1312108"/>
                  </a:lnTo>
                  <a:lnTo>
                    <a:pt x="880535" y="1324369"/>
                  </a:lnTo>
                  <a:lnTo>
                    <a:pt x="970195" y="1339134"/>
                  </a:lnTo>
                  <a:lnTo>
                    <a:pt x="1060010" y="1356344"/>
                  </a:lnTo>
                  <a:lnTo>
                    <a:pt x="1147057" y="1375965"/>
                  </a:lnTo>
                  <a:lnTo>
                    <a:pt x="1229408" y="1398033"/>
                  </a:lnTo>
                  <a:lnTo>
                    <a:pt x="1306048" y="1422680"/>
                  </a:lnTo>
                  <a:lnTo>
                    <a:pt x="1376694" y="1450144"/>
                  </a:lnTo>
                  <a:lnTo>
                    <a:pt x="1441588" y="1480769"/>
                  </a:lnTo>
                  <a:lnTo>
                    <a:pt x="1501312" y="1514997"/>
                  </a:lnTo>
                  <a:lnTo>
                    <a:pt x="1556645" y="1553346"/>
                  </a:lnTo>
                  <a:lnTo>
                    <a:pt x="1608453" y="1596375"/>
                  </a:lnTo>
                  <a:lnTo>
                    <a:pt x="1657615" y="1644610"/>
                  </a:lnTo>
                  <a:lnTo>
                    <a:pt x="1704940" y="1698430"/>
                  </a:lnTo>
                  <a:lnTo>
                    <a:pt x="1719082" y="1715935"/>
                  </a:lnTo>
                  <a:lnTo>
                    <a:pt x="1755826" y="1764389"/>
                  </a:lnTo>
                  <a:lnTo>
                    <a:pt x="1792222" y="1816530"/>
                  </a:lnTo>
                  <a:lnTo>
                    <a:pt x="1828504" y="1872433"/>
                  </a:lnTo>
                  <a:lnTo>
                    <a:pt x="1864853" y="1932108"/>
                  </a:lnTo>
                  <a:lnTo>
                    <a:pt x="1901403" y="1995490"/>
                  </a:lnTo>
                  <a:lnTo>
                    <a:pt x="1938246" y="2062437"/>
                  </a:lnTo>
                  <a:lnTo>
                    <a:pt x="1975436" y="2132724"/>
                  </a:lnTo>
                  <a:lnTo>
                    <a:pt x="2012988" y="2206041"/>
                  </a:lnTo>
                  <a:lnTo>
                    <a:pt x="2050891" y="2281998"/>
                  </a:lnTo>
                  <a:lnTo>
                    <a:pt x="2089101" y="2360127"/>
                  </a:lnTo>
                  <a:lnTo>
                    <a:pt x="2127555" y="2439898"/>
                  </a:lnTo>
                  <a:lnTo>
                    <a:pt x="2166171" y="2520729"/>
                  </a:lnTo>
                  <a:lnTo>
                    <a:pt x="2204856" y="2602002"/>
                  </a:lnTo>
                  <a:lnTo>
                    <a:pt x="2243511" y="2683090"/>
                  </a:lnTo>
                  <a:lnTo>
                    <a:pt x="2282042" y="2763367"/>
                  </a:lnTo>
                  <a:lnTo>
                    <a:pt x="2320361" y="2842236"/>
                  </a:lnTo>
                  <a:lnTo>
                    <a:pt x="2358396" y="2919142"/>
                  </a:lnTo>
                  <a:lnTo>
                    <a:pt x="2396095" y="2993591"/>
                  </a:lnTo>
                  <a:lnTo>
                    <a:pt x="2433433" y="3065160"/>
                  </a:lnTo>
                  <a:lnTo>
                    <a:pt x="2470413" y="3133506"/>
                  </a:lnTo>
                  <a:lnTo>
                    <a:pt x="2507075" y="3198369"/>
                  </a:lnTo>
                  <a:lnTo>
                    <a:pt x="2543492" y="3259573"/>
                  </a:lnTo>
                  <a:lnTo>
                    <a:pt x="2579782" y="3317022"/>
                  </a:lnTo>
                  <a:lnTo>
                    <a:pt x="2616106" y="3370697"/>
                  </a:lnTo>
                  <a:lnTo>
                    <a:pt x="2652676" y="3420647"/>
                  </a:lnTo>
                  <a:lnTo>
                    <a:pt x="2667772" y="3440038"/>
                  </a:lnTo>
                  <a:lnTo>
                    <a:pt x="2714678" y="3495587"/>
                  </a:lnTo>
                  <a:lnTo>
                    <a:pt x="2763200" y="3545493"/>
                  </a:lnTo>
                  <a:lnTo>
                    <a:pt x="2814112" y="3590054"/>
                  </a:lnTo>
                  <a:lnTo>
                    <a:pt x="2868279" y="3629768"/>
                  </a:lnTo>
                  <a:lnTo>
                    <a:pt x="2926578" y="3665193"/>
                  </a:lnTo>
                  <a:lnTo>
                    <a:pt x="2989826" y="3696863"/>
                  </a:lnTo>
                  <a:lnTo>
                    <a:pt x="3058677" y="3725248"/>
                  </a:lnTo>
                  <a:lnTo>
                    <a:pt x="3133495" y="3750721"/>
                  </a:lnTo>
                  <a:lnTo>
                    <a:pt x="3214178" y="3773555"/>
                  </a:lnTo>
                  <a:lnTo>
                    <a:pt x="3299955" y="3793913"/>
                  </a:lnTo>
                  <a:lnTo>
                    <a:pt x="3389191" y="3811858"/>
                  </a:lnTo>
                  <a:lnTo>
                    <a:pt x="3479265" y="3827373"/>
                  </a:lnTo>
                  <a:lnTo>
                    <a:pt x="3566621" y="3840402"/>
                  </a:lnTo>
                  <a:lnTo>
                    <a:pt x="3647099" y="3850900"/>
                  </a:lnTo>
                  <a:lnTo>
                    <a:pt x="3716566" y="3858896"/>
                  </a:lnTo>
                  <a:lnTo>
                    <a:pt x="3771736" y="3864542"/>
                  </a:lnTo>
                  <a:lnTo>
                    <a:pt x="3810950" y="3868131"/>
                  </a:lnTo>
                  <a:lnTo>
                    <a:pt x="3834670" y="3870082"/>
                  </a:lnTo>
                  <a:lnTo>
                    <a:pt x="3845529" y="3870888"/>
                  </a:lnTo>
                  <a:lnTo>
                    <a:pt x="3848118" y="3871063"/>
                  </a:lnTo>
                  <a:lnTo>
                    <a:pt x="4386855" y="3871063"/>
                  </a:lnTo>
                  <a:lnTo>
                    <a:pt x="4387793" y="3870971"/>
                  </a:lnTo>
                  <a:lnTo>
                    <a:pt x="4393959" y="3870315"/>
                  </a:lnTo>
                  <a:lnTo>
                    <a:pt x="4409500" y="3868502"/>
                  </a:lnTo>
                  <a:lnTo>
                    <a:pt x="4437274" y="3864933"/>
                  </a:lnTo>
                  <a:lnTo>
                    <a:pt x="4478641" y="3859057"/>
                  </a:lnTo>
                  <a:lnTo>
                    <a:pt x="4533357" y="3850427"/>
                  </a:lnTo>
                  <a:lnTo>
                    <a:pt x="4599716" y="3838742"/>
                  </a:lnTo>
                  <a:lnTo>
                    <a:pt x="4674941" y="3823857"/>
                  </a:lnTo>
                  <a:lnTo>
                    <a:pt x="4755739" y="3805751"/>
                  </a:lnTo>
                  <a:lnTo>
                    <a:pt x="4838843" y="3784480"/>
                  </a:lnTo>
                  <a:lnTo>
                    <a:pt x="4921432" y="3760114"/>
                  </a:lnTo>
                  <a:lnTo>
                    <a:pt x="5001352" y="3732681"/>
                  </a:lnTo>
                  <a:lnTo>
                    <a:pt x="5077176" y="3702127"/>
                  </a:lnTo>
                  <a:lnTo>
                    <a:pt x="5148133" y="3668293"/>
                  </a:lnTo>
                  <a:lnTo>
                    <a:pt x="5213981" y="3630906"/>
                  </a:lnTo>
                  <a:lnTo>
                    <a:pt x="5274872" y="3589576"/>
                  </a:lnTo>
                  <a:lnTo>
                    <a:pt x="5331223" y="3543805"/>
                  </a:lnTo>
                  <a:lnTo>
                    <a:pt x="5383613" y="3493004"/>
                  </a:lnTo>
                  <a:lnTo>
                    <a:pt x="5432710" y="3436526"/>
                  </a:lnTo>
                  <a:lnTo>
                    <a:pt x="5479207" y="3373723"/>
                  </a:lnTo>
                  <a:lnTo>
                    <a:pt x="5523775" y="3304035"/>
                  </a:lnTo>
                  <a:lnTo>
                    <a:pt x="5567014" y="3227147"/>
                  </a:lnTo>
                  <a:lnTo>
                    <a:pt x="5567201" y="3226793"/>
                  </a:lnTo>
                  <a:lnTo>
                    <a:pt x="5598335" y="3165838"/>
                  </a:lnTo>
                  <a:lnTo>
                    <a:pt x="5629191" y="3100949"/>
                  </a:lnTo>
                  <a:lnTo>
                    <a:pt x="5659919" y="3032046"/>
                  </a:lnTo>
                  <a:lnTo>
                    <a:pt x="5690640" y="2959098"/>
                  </a:lnTo>
                  <a:lnTo>
                    <a:pt x="5721451" y="2882125"/>
                  </a:lnTo>
                  <a:lnTo>
                    <a:pt x="5752425" y="2801206"/>
                  </a:lnTo>
                  <a:lnTo>
                    <a:pt x="5783614" y="2716483"/>
                  </a:lnTo>
                  <a:lnTo>
                    <a:pt x="5815049" y="2628159"/>
                  </a:lnTo>
                  <a:lnTo>
                    <a:pt x="5846745" y="2536503"/>
                  </a:lnTo>
                  <a:lnTo>
                    <a:pt x="5878698" y="2441849"/>
                  </a:lnTo>
                  <a:lnTo>
                    <a:pt x="5910890" y="2344589"/>
                  </a:lnTo>
                  <a:lnTo>
                    <a:pt x="5943290" y="2245171"/>
                  </a:lnTo>
                  <a:lnTo>
                    <a:pt x="5975857" y="2144088"/>
                  </a:lnTo>
                  <a:lnTo>
                    <a:pt x="6008540" y="2041874"/>
                  </a:lnTo>
                  <a:lnTo>
                    <a:pt x="6041282" y="1939084"/>
                  </a:lnTo>
                  <a:lnTo>
                    <a:pt x="6074025" y="1836289"/>
                  </a:lnTo>
                  <a:lnTo>
                    <a:pt x="6106709" y="1734061"/>
                  </a:lnTo>
                  <a:lnTo>
                    <a:pt x="6139278" y="1632956"/>
                  </a:lnTo>
                  <a:lnTo>
                    <a:pt x="6171681" y="1533507"/>
                  </a:lnTo>
                  <a:lnTo>
                    <a:pt x="6203877" y="1436208"/>
                  </a:lnTo>
                  <a:lnTo>
                    <a:pt x="6235834" y="1341509"/>
                  </a:lnTo>
                  <a:lnTo>
                    <a:pt x="6267534" y="1249802"/>
                  </a:lnTo>
                  <a:lnTo>
                    <a:pt x="6298973" y="1161422"/>
                  </a:lnTo>
                  <a:lnTo>
                    <a:pt x="6330166" y="1076638"/>
                  </a:lnTo>
                  <a:lnTo>
                    <a:pt x="6361143" y="995657"/>
                  </a:lnTo>
                  <a:lnTo>
                    <a:pt x="6391956" y="918620"/>
                  </a:lnTo>
                  <a:lnTo>
                    <a:pt x="6422678" y="845606"/>
                  </a:lnTo>
                  <a:lnTo>
                    <a:pt x="6453405" y="776638"/>
                  </a:lnTo>
                  <a:lnTo>
                    <a:pt x="6484258" y="711685"/>
                  </a:lnTo>
                  <a:lnTo>
                    <a:pt x="6515385" y="650667"/>
                  </a:lnTo>
                  <a:lnTo>
                    <a:pt x="6515891" y="649714"/>
                  </a:lnTo>
                  <a:lnTo>
                    <a:pt x="6559124" y="572795"/>
                  </a:lnTo>
                  <a:lnTo>
                    <a:pt x="6603686" y="503075"/>
                  </a:lnTo>
                  <a:lnTo>
                    <a:pt x="6650173" y="440243"/>
                  </a:lnTo>
                  <a:lnTo>
                    <a:pt x="6699257" y="383739"/>
                  </a:lnTo>
                  <a:lnTo>
                    <a:pt x="6751631" y="332915"/>
                  </a:lnTo>
                  <a:lnTo>
                    <a:pt x="6807963" y="287122"/>
                  </a:lnTo>
                  <a:lnTo>
                    <a:pt x="6868833" y="245774"/>
                  </a:lnTo>
                  <a:lnTo>
                    <a:pt x="6934659" y="208370"/>
                  </a:lnTo>
                  <a:lnTo>
                    <a:pt x="7005593" y="174522"/>
                  </a:lnTo>
                  <a:lnTo>
                    <a:pt x="7081397" y="143954"/>
                  </a:lnTo>
                  <a:lnTo>
                    <a:pt x="7161302" y="116507"/>
                  </a:lnTo>
                  <a:lnTo>
                    <a:pt x="7243883" y="92128"/>
                  </a:lnTo>
                  <a:lnTo>
                    <a:pt x="7326991" y="70843"/>
                  </a:lnTo>
                  <a:lnTo>
                    <a:pt x="7407806" y="52723"/>
                  </a:lnTo>
                  <a:lnTo>
                    <a:pt x="7483063" y="37823"/>
                  </a:lnTo>
                  <a:lnTo>
                    <a:pt x="7549467" y="26125"/>
                  </a:lnTo>
                  <a:lnTo>
                    <a:pt x="7604240" y="17482"/>
                  </a:lnTo>
                  <a:lnTo>
                    <a:pt x="7645667" y="11594"/>
                  </a:lnTo>
                  <a:lnTo>
                    <a:pt x="7673499" y="8017"/>
                  </a:lnTo>
                  <a:lnTo>
                    <a:pt x="7689088" y="6197"/>
                  </a:lnTo>
                  <a:lnTo>
                    <a:pt x="7695287" y="553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9" y="91"/>
                  </a:lnTo>
                  <a:lnTo>
                    <a:pt x="7689134" y="747"/>
                  </a:lnTo>
                  <a:lnTo>
                    <a:pt x="7673593" y="2561"/>
                  </a:lnTo>
                  <a:lnTo>
                    <a:pt x="7645819" y="6129"/>
                  </a:lnTo>
                  <a:lnTo>
                    <a:pt x="7604452" y="12006"/>
                  </a:lnTo>
                  <a:lnTo>
                    <a:pt x="7549735" y="20636"/>
                  </a:lnTo>
                  <a:lnTo>
                    <a:pt x="7483377" y="32320"/>
                  </a:lnTo>
                  <a:lnTo>
                    <a:pt x="7408151" y="47206"/>
                  </a:lnTo>
                  <a:lnTo>
                    <a:pt x="7327353" y="65312"/>
                  </a:lnTo>
                  <a:lnTo>
                    <a:pt x="7244249" y="86583"/>
                  </a:lnTo>
                  <a:lnTo>
                    <a:pt x="7161661" y="110949"/>
                  </a:lnTo>
                  <a:lnTo>
                    <a:pt x="7081740" y="138382"/>
                  </a:lnTo>
                  <a:lnTo>
                    <a:pt x="7005916" y="168936"/>
                  </a:lnTo>
                  <a:lnTo>
                    <a:pt x="6934960" y="202769"/>
                  </a:lnTo>
                  <a:lnTo>
                    <a:pt x="6869111" y="240156"/>
                  </a:lnTo>
                  <a:lnTo>
                    <a:pt x="6808220" y="281487"/>
                  </a:lnTo>
                  <a:lnTo>
                    <a:pt x="6751870" y="327258"/>
                  </a:lnTo>
                  <a:lnTo>
                    <a:pt x="6699479" y="378059"/>
                  </a:lnTo>
                  <a:lnTo>
                    <a:pt x="6650383" y="434536"/>
                  </a:lnTo>
                  <a:lnTo>
                    <a:pt x="6603886" y="497340"/>
                  </a:lnTo>
                  <a:lnTo>
                    <a:pt x="6559317" y="567028"/>
                  </a:lnTo>
                  <a:lnTo>
                    <a:pt x="6516079" y="643915"/>
                  </a:lnTo>
                  <a:lnTo>
                    <a:pt x="6515891" y="644269"/>
                  </a:lnTo>
                  <a:lnTo>
                    <a:pt x="6484757" y="705225"/>
                  </a:lnTo>
                  <a:lnTo>
                    <a:pt x="6453902" y="770114"/>
                  </a:lnTo>
                  <a:lnTo>
                    <a:pt x="6423174" y="839016"/>
                  </a:lnTo>
                  <a:lnTo>
                    <a:pt x="6392452" y="911965"/>
                  </a:lnTo>
                  <a:lnTo>
                    <a:pt x="6361641" y="988938"/>
                  </a:lnTo>
                  <a:lnTo>
                    <a:pt x="6330667" y="1069856"/>
                  </a:lnTo>
                  <a:lnTo>
                    <a:pt x="6299478" y="1154580"/>
                  </a:lnTo>
                  <a:lnTo>
                    <a:pt x="6268043" y="1242904"/>
                  </a:lnTo>
                  <a:lnTo>
                    <a:pt x="6236348" y="1334560"/>
                  </a:lnTo>
                  <a:lnTo>
                    <a:pt x="6204395" y="1429214"/>
                  </a:lnTo>
                  <a:lnTo>
                    <a:pt x="6172203" y="1526474"/>
                  </a:lnTo>
                  <a:lnTo>
                    <a:pt x="6139802" y="1625892"/>
                  </a:lnTo>
                  <a:lnTo>
                    <a:pt x="6107235" y="1726974"/>
                  </a:lnTo>
                  <a:lnTo>
                    <a:pt x="6074553" y="1829189"/>
                  </a:lnTo>
                  <a:lnTo>
                    <a:pt x="6041810" y="1931979"/>
                  </a:lnTo>
                  <a:lnTo>
                    <a:pt x="6009068" y="2034773"/>
                  </a:lnTo>
                  <a:lnTo>
                    <a:pt x="5976384" y="2137002"/>
                  </a:lnTo>
                  <a:lnTo>
                    <a:pt x="5943815" y="2238107"/>
                  </a:lnTo>
                  <a:lnTo>
                    <a:pt x="5911411" y="2337556"/>
                  </a:lnTo>
                  <a:lnTo>
                    <a:pt x="5879215" y="2434855"/>
                  </a:lnTo>
                  <a:lnTo>
                    <a:pt x="5847258" y="2529554"/>
                  </a:lnTo>
                  <a:lnTo>
                    <a:pt x="5815559" y="2621261"/>
                  </a:lnTo>
                  <a:lnTo>
                    <a:pt x="5784119" y="2709641"/>
                  </a:lnTo>
                  <a:lnTo>
                    <a:pt x="5752927" y="2794424"/>
                  </a:lnTo>
                  <a:lnTo>
                    <a:pt x="5721950" y="2875406"/>
                  </a:lnTo>
                  <a:lnTo>
                    <a:pt x="5691136" y="2952443"/>
                  </a:lnTo>
                  <a:lnTo>
                    <a:pt x="5660414" y="3025457"/>
                  </a:lnTo>
                  <a:lnTo>
                    <a:pt x="5629687" y="3094425"/>
                  </a:lnTo>
                  <a:lnTo>
                    <a:pt x="5598835" y="3159378"/>
                  </a:lnTo>
                  <a:lnTo>
                    <a:pt x="5567707" y="3220396"/>
                  </a:lnTo>
                  <a:lnTo>
                    <a:pt x="5567201" y="3221349"/>
                  </a:lnTo>
                  <a:lnTo>
                    <a:pt x="5523968" y="3298268"/>
                  </a:lnTo>
                  <a:lnTo>
                    <a:pt x="5479406" y="3367988"/>
                  </a:lnTo>
                  <a:lnTo>
                    <a:pt x="5432919" y="3430820"/>
                  </a:lnTo>
                  <a:lnTo>
                    <a:pt x="5383836" y="3487324"/>
                  </a:lnTo>
                  <a:lnTo>
                    <a:pt x="5331461" y="3538148"/>
                  </a:lnTo>
                  <a:lnTo>
                    <a:pt x="5275130" y="3583941"/>
                  </a:lnTo>
                  <a:lnTo>
                    <a:pt x="5214259" y="3625289"/>
                  </a:lnTo>
                  <a:lnTo>
                    <a:pt x="5148434" y="3662692"/>
                  </a:lnTo>
                  <a:lnTo>
                    <a:pt x="5077499" y="3696541"/>
                  </a:lnTo>
                  <a:lnTo>
                    <a:pt x="5001695" y="3727109"/>
                  </a:lnTo>
                  <a:lnTo>
                    <a:pt x="4921790" y="3754556"/>
                  </a:lnTo>
                  <a:lnTo>
                    <a:pt x="4839209" y="3778935"/>
                  </a:lnTo>
                  <a:lnTo>
                    <a:pt x="4756102" y="3800219"/>
                  </a:lnTo>
                  <a:lnTo>
                    <a:pt x="4675287" y="3818339"/>
                  </a:lnTo>
                  <a:lnTo>
                    <a:pt x="4600029" y="3833240"/>
                  </a:lnTo>
                  <a:lnTo>
                    <a:pt x="4533625" y="3844938"/>
                  </a:lnTo>
                  <a:lnTo>
                    <a:pt x="4478853" y="3853581"/>
                  </a:lnTo>
                  <a:lnTo>
                    <a:pt x="4437425" y="3859468"/>
                  </a:lnTo>
                  <a:lnTo>
                    <a:pt x="4409593" y="3863046"/>
                  </a:lnTo>
                  <a:lnTo>
                    <a:pt x="4394004" y="3864866"/>
                  </a:lnTo>
                  <a:lnTo>
                    <a:pt x="4387805" y="3865526"/>
                  </a:lnTo>
                  <a:lnTo>
                    <a:pt x="4386855" y="3865619"/>
                  </a:lnTo>
                  <a:lnTo>
                    <a:pt x="3848118" y="3865619"/>
                  </a:lnTo>
                  <a:lnTo>
                    <a:pt x="3846930" y="3865540"/>
                  </a:lnTo>
                  <a:lnTo>
                    <a:pt x="3839160" y="3864980"/>
                  </a:lnTo>
                  <a:lnTo>
                    <a:pt x="3819728" y="3863431"/>
                  </a:lnTo>
                  <a:lnTo>
                    <a:pt x="3785380" y="3860390"/>
                  </a:lnTo>
                  <a:lnTo>
                    <a:pt x="3734982" y="3855408"/>
                  </a:lnTo>
                  <a:lnTo>
                    <a:pt x="3669579" y="3848150"/>
                  </a:lnTo>
                  <a:lnTo>
                    <a:pt x="3592036" y="3838421"/>
                  </a:lnTo>
                  <a:lnTo>
                    <a:pt x="3506320" y="3826159"/>
                  </a:lnTo>
                  <a:lnTo>
                    <a:pt x="3416660" y="3811394"/>
                  </a:lnTo>
                  <a:lnTo>
                    <a:pt x="3326845" y="3794184"/>
                  </a:lnTo>
                  <a:lnTo>
                    <a:pt x="3239797" y="3774563"/>
                  </a:lnTo>
                  <a:lnTo>
                    <a:pt x="3157447" y="3752495"/>
                  </a:lnTo>
                  <a:lnTo>
                    <a:pt x="3080807" y="3727848"/>
                  </a:lnTo>
                  <a:lnTo>
                    <a:pt x="3010161" y="3700385"/>
                  </a:lnTo>
                  <a:lnTo>
                    <a:pt x="2945266" y="3669760"/>
                  </a:lnTo>
                  <a:lnTo>
                    <a:pt x="2885542" y="3635532"/>
                  </a:lnTo>
                  <a:lnTo>
                    <a:pt x="2830210" y="3597182"/>
                  </a:lnTo>
                  <a:lnTo>
                    <a:pt x="2778401" y="3554154"/>
                  </a:lnTo>
                  <a:lnTo>
                    <a:pt x="2729239" y="3505918"/>
                  </a:lnTo>
                  <a:lnTo>
                    <a:pt x="2681915" y="3452098"/>
                  </a:lnTo>
                  <a:lnTo>
                    <a:pt x="2667772" y="3434593"/>
                  </a:lnTo>
                  <a:lnTo>
                    <a:pt x="2631028" y="3386139"/>
                  </a:lnTo>
                  <a:lnTo>
                    <a:pt x="2594632" y="3333998"/>
                  </a:lnTo>
                  <a:lnTo>
                    <a:pt x="2558351" y="3278095"/>
                  </a:lnTo>
                  <a:lnTo>
                    <a:pt x="2522002" y="3218420"/>
                  </a:lnTo>
                  <a:lnTo>
                    <a:pt x="2485451" y="3155039"/>
                  </a:lnTo>
                  <a:lnTo>
                    <a:pt x="2448608" y="3088091"/>
                  </a:lnTo>
                  <a:lnTo>
                    <a:pt x="2411419" y="3017804"/>
                  </a:lnTo>
                  <a:lnTo>
                    <a:pt x="2373866" y="2944487"/>
                  </a:lnTo>
                  <a:lnTo>
                    <a:pt x="2335964" y="2868530"/>
                  </a:lnTo>
                  <a:lnTo>
                    <a:pt x="2297753" y="2790401"/>
                  </a:lnTo>
                  <a:lnTo>
                    <a:pt x="2259299" y="2710630"/>
                  </a:lnTo>
                  <a:lnTo>
                    <a:pt x="2220684" y="2629800"/>
                  </a:lnTo>
                  <a:lnTo>
                    <a:pt x="2181999" y="2548526"/>
                  </a:lnTo>
                  <a:lnTo>
                    <a:pt x="2143343" y="2467438"/>
                  </a:lnTo>
                  <a:lnTo>
                    <a:pt x="2104813" y="2387161"/>
                  </a:lnTo>
                  <a:lnTo>
                    <a:pt x="2066494" y="2308293"/>
                  </a:lnTo>
                  <a:lnTo>
                    <a:pt x="2028459" y="2231387"/>
                  </a:lnTo>
                  <a:lnTo>
                    <a:pt x="1990760" y="2156937"/>
                  </a:lnTo>
                  <a:lnTo>
                    <a:pt x="1953422" y="2085368"/>
                  </a:lnTo>
                  <a:lnTo>
                    <a:pt x="1916441" y="2017022"/>
                  </a:lnTo>
                  <a:lnTo>
                    <a:pt x="1879780" y="1952159"/>
                  </a:lnTo>
                  <a:lnTo>
                    <a:pt x="1843362" y="1890956"/>
                  </a:lnTo>
                  <a:lnTo>
                    <a:pt x="1807072" y="1833506"/>
                  </a:lnTo>
                  <a:lnTo>
                    <a:pt x="1770748" y="1779831"/>
                  </a:lnTo>
                  <a:lnTo>
                    <a:pt x="1734179" y="1729881"/>
                  </a:lnTo>
                  <a:lnTo>
                    <a:pt x="1719082" y="1710491"/>
                  </a:lnTo>
                  <a:lnTo>
                    <a:pt x="1672176" y="1654942"/>
                  </a:lnTo>
                  <a:lnTo>
                    <a:pt x="1623654" y="1605036"/>
                  </a:lnTo>
                  <a:lnTo>
                    <a:pt x="1572742" y="1560474"/>
                  </a:lnTo>
                  <a:lnTo>
                    <a:pt x="1518576" y="1520760"/>
                  </a:lnTo>
                  <a:lnTo>
                    <a:pt x="1460277" y="1485336"/>
                  </a:lnTo>
                  <a:lnTo>
                    <a:pt x="1397029" y="1453665"/>
                  </a:lnTo>
                  <a:lnTo>
                    <a:pt x="1328177" y="1425281"/>
                  </a:lnTo>
                  <a:lnTo>
                    <a:pt x="1253359" y="1399807"/>
                  </a:lnTo>
                  <a:lnTo>
                    <a:pt x="1172677" y="1376973"/>
                  </a:lnTo>
                  <a:lnTo>
                    <a:pt x="1086900" y="1356615"/>
                  </a:lnTo>
                  <a:lnTo>
                    <a:pt x="997663" y="1338671"/>
                  </a:lnTo>
                  <a:lnTo>
                    <a:pt x="907589" y="1323155"/>
                  </a:lnTo>
                  <a:lnTo>
                    <a:pt x="820234" y="1310126"/>
                  </a:lnTo>
                  <a:lnTo>
                    <a:pt x="739755" y="1299628"/>
                  </a:lnTo>
                  <a:lnTo>
                    <a:pt x="670288" y="1291632"/>
                  </a:lnTo>
                  <a:lnTo>
                    <a:pt x="615119" y="1285987"/>
                  </a:lnTo>
                  <a:lnTo>
                    <a:pt x="575904" y="1282398"/>
                  </a:lnTo>
                  <a:lnTo>
                    <a:pt x="552185" y="1280447"/>
                  </a:lnTo>
                  <a:lnTo>
                    <a:pt x="541326" y="1279640"/>
                  </a:lnTo>
                  <a:lnTo>
                    <a:pt x="538736" y="1279465"/>
                  </a:lnTo>
                  <a:lnTo>
                    <a:pt x="0" y="1279465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546595" y="1806696"/>
              <a:ext cx="8234974" cy="3865619"/>
            </a:xfrm>
            <a:custGeom>
              <a:avLst/>
              <a:pathLst>
                <a:path w="8234974" h="3865619">
                  <a:moveTo>
                    <a:pt x="0" y="1279465"/>
                  </a:moveTo>
                  <a:lnTo>
                    <a:pt x="538736" y="1279465"/>
                  </a:lnTo>
                  <a:lnTo>
                    <a:pt x="539925" y="1279543"/>
                  </a:lnTo>
                  <a:lnTo>
                    <a:pt x="547694" y="1280104"/>
                  </a:lnTo>
                  <a:lnTo>
                    <a:pt x="567126" y="1281652"/>
                  </a:lnTo>
                  <a:lnTo>
                    <a:pt x="601475" y="1284694"/>
                  </a:lnTo>
                  <a:lnTo>
                    <a:pt x="651873" y="1289676"/>
                  </a:lnTo>
                  <a:lnTo>
                    <a:pt x="717275" y="1296934"/>
                  </a:lnTo>
                  <a:lnTo>
                    <a:pt x="794818" y="1306663"/>
                  </a:lnTo>
                  <a:lnTo>
                    <a:pt x="880535" y="1318924"/>
                  </a:lnTo>
                  <a:lnTo>
                    <a:pt x="970195" y="1333690"/>
                  </a:lnTo>
                  <a:lnTo>
                    <a:pt x="1060010" y="1350900"/>
                  </a:lnTo>
                  <a:lnTo>
                    <a:pt x="1147057" y="1370521"/>
                  </a:lnTo>
                  <a:lnTo>
                    <a:pt x="1229408" y="1392589"/>
                  </a:lnTo>
                  <a:lnTo>
                    <a:pt x="1306048" y="1417235"/>
                  </a:lnTo>
                  <a:lnTo>
                    <a:pt x="1376694" y="1444699"/>
                  </a:lnTo>
                  <a:lnTo>
                    <a:pt x="1441588" y="1475324"/>
                  </a:lnTo>
                  <a:lnTo>
                    <a:pt x="1501312" y="1509552"/>
                  </a:lnTo>
                  <a:lnTo>
                    <a:pt x="1556645" y="1547902"/>
                  </a:lnTo>
                  <a:lnTo>
                    <a:pt x="1608453" y="1590930"/>
                  </a:lnTo>
                  <a:lnTo>
                    <a:pt x="1657615" y="1639166"/>
                  </a:lnTo>
                  <a:lnTo>
                    <a:pt x="1704940" y="1692986"/>
                  </a:lnTo>
                  <a:lnTo>
                    <a:pt x="1719082" y="1710491"/>
                  </a:lnTo>
                  <a:lnTo>
                    <a:pt x="1755826" y="1758944"/>
                  </a:lnTo>
                  <a:lnTo>
                    <a:pt x="1792222" y="1811086"/>
                  </a:lnTo>
                  <a:lnTo>
                    <a:pt x="1828504" y="1866989"/>
                  </a:lnTo>
                  <a:lnTo>
                    <a:pt x="1864853" y="1926663"/>
                  </a:lnTo>
                  <a:lnTo>
                    <a:pt x="1901403" y="1990045"/>
                  </a:lnTo>
                  <a:lnTo>
                    <a:pt x="1938246" y="2056992"/>
                  </a:lnTo>
                  <a:lnTo>
                    <a:pt x="1975436" y="2127279"/>
                  </a:lnTo>
                  <a:lnTo>
                    <a:pt x="2012988" y="2200597"/>
                  </a:lnTo>
                  <a:lnTo>
                    <a:pt x="2050891" y="2276553"/>
                  </a:lnTo>
                  <a:lnTo>
                    <a:pt x="2089101" y="2354683"/>
                  </a:lnTo>
                  <a:lnTo>
                    <a:pt x="2127555" y="2434454"/>
                  </a:lnTo>
                  <a:lnTo>
                    <a:pt x="2166171" y="2515284"/>
                  </a:lnTo>
                  <a:lnTo>
                    <a:pt x="2204856" y="2596558"/>
                  </a:lnTo>
                  <a:lnTo>
                    <a:pt x="2243511" y="2677645"/>
                  </a:lnTo>
                  <a:lnTo>
                    <a:pt x="2282042" y="2757922"/>
                  </a:lnTo>
                  <a:lnTo>
                    <a:pt x="2320361" y="2836791"/>
                  </a:lnTo>
                  <a:lnTo>
                    <a:pt x="2358396" y="2913697"/>
                  </a:lnTo>
                  <a:lnTo>
                    <a:pt x="2396095" y="2988146"/>
                  </a:lnTo>
                  <a:lnTo>
                    <a:pt x="2433433" y="3059716"/>
                  </a:lnTo>
                  <a:lnTo>
                    <a:pt x="2470413" y="3128062"/>
                  </a:lnTo>
                  <a:lnTo>
                    <a:pt x="2507075" y="3192925"/>
                  </a:lnTo>
                  <a:lnTo>
                    <a:pt x="2543492" y="3254128"/>
                  </a:lnTo>
                  <a:lnTo>
                    <a:pt x="2579782" y="3311578"/>
                  </a:lnTo>
                  <a:lnTo>
                    <a:pt x="2616106" y="3365253"/>
                  </a:lnTo>
                  <a:lnTo>
                    <a:pt x="2652676" y="3415203"/>
                  </a:lnTo>
                  <a:lnTo>
                    <a:pt x="2667772" y="3434593"/>
                  </a:lnTo>
                  <a:lnTo>
                    <a:pt x="2714678" y="3490142"/>
                  </a:lnTo>
                  <a:lnTo>
                    <a:pt x="2763200" y="3540048"/>
                  </a:lnTo>
                  <a:lnTo>
                    <a:pt x="2814112" y="3584609"/>
                  </a:lnTo>
                  <a:lnTo>
                    <a:pt x="2868279" y="3624323"/>
                  </a:lnTo>
                  <a:lnTo>
                    <a:pt x="2926578" y="3659748"/>
                  </a:lnTo>
                  <a:lnTo>
                    <a:pt x="2989826" y="3691419"/>
                  </a:lnTo>
                  <a:lnTo>
                    <a:pt x="3058677" y="3719803"/>
                  </a:lnTo>
                  <a:lnTo>
                    <a:pt x="3133495" y="3745277"/>
                  </a:lnTo>
                  <a:lnTo>
                    <a:pt x="3214178" y="3768111"/>
                  </a:lnTo>
                  <a:lnTo>
                    <a:pt x="3299955" y="3788469"/>
                  </a:lnTo>
                  <a:lnTo>
                    <a:pt x="3389191" y="3806413"/>
                  </a:lnTo>
                  <a:lnTo>
                    <a:pt x="3479265" y="3821929"/>
                  </a:lnTo>
                  <a:lnTo>
                    <a:pt x="3566621" y="3834958"/>
                  </a:lnTo>
                  <a:lnTo>
                    <a:pt x="3647099" y="3845456"/>
                  </a:lnTo>
                  <a:lnTo>
                    <a:pt x="3716566" y="3853452"/>
                  </a:lnTo>
                  <a:lnTo>
                    <a:pt x="3771736" y="3859097"/>
                  </a:lnTo>
                  <a:lnTo>
                    <a:pt x="3810950" y="3862686"/>
                  </a:lnTo>
                  <a:lnTo>
                    <a:pt x="3834670" y="3864637"/>
                  </a:lnTo>
                  <a:lnTo>
                    <a:pt x="3845529" y="3865444"/>
                  </a:lnTo>
                  <a:lnTo>
                    <a:pt x="3848084" y="3865617"/>
                  </a:lnTo>
                  <a:lnTo>
                    <a:pt x="3848118" y="3865619"/>
                  </a:lnTo>
                  <a:lnTo>
                    <a:pt x="4386855" y="3865619"/>
                  </a:lnTo>
                  <a:lnTo>
                    <a:pt x="4387793" y="3865527"/>
                  </a:lnTo>
                  <a:lnTo>
                    <a:pt x="4393959" y="3864871"/>
                  </a:lnTo>
                  <a:lnTo>
                    <a:pt x="4409500" y="3863058"/>
                  </a:lnTo>
                  <a:lnTo>
                    <a:pt x="4437274" y="3859489"/>
                  </a:lnTo>
                  <a:lnTo>
                    <a:pt x="4478641" y="3853613"/>
                  </a:lnTo>
                  <a:lnTo>
                    <a:pt x="4533357" y="3844983"/>
                  </a:lnTo>
                  <a:lnTo>
                    <a:pt x="4599716" y="3833298"/>
                  </a:lnTo>
                  <a:lnTo>
                    <a:pt x="4674941" y="3818412"/>
                  </a:lnTo>
                  <a:lnTo>
                    <a:pt x="4755739" y="3800306"/>
                  </a:lnTo>
                  <a:lnTo>
                    <a:pt x="4838843" y="3779036"/>
                  </a:lnTo>
                  <a:lnTo>
                    <a:pt x="4921432" y="3754670"/>
                  </a:lnTo>
                  <a:lnTo>
                    <a:pt x="5001352" y="3727236"/>
                  </a:lnTo>
                  <a:lnTo>
                    <a:pt x="5077176" y="3696682"/>
                  </a:lnTo>
                  <a:lnTo>
                    <a:pt x="5148133" y="3662849"/>
                  </a:lnTo>
                  <a:lnTo>
                    <a:pt x="5213981" y="3625462"/>
                  </a:lnTo>
                  <a:lnTo>
                    <a:pt x="5274872" y="3584132"/>
                  </a:lnTo>
                  <a:lnTo>
                    <a:pt x="5331223" y="3538360"/>
                  </a:lnTo>
                  <a:lnTo>
                    <a:pt x="5383613" y="3487559"/>
                  </a:lnTo>
                  <a:lnTo>
                    <a:pt x="5432710" y="3431082"/>
                  </a:lnTo>
                  <a:lnTo>
                    <a:pt x="5479207" y="3368279"/>
                  </a:lnTo>
                  <a:lnTo>
                    <a:pt x="5523775" y="3298590"/>
                  </a:lnTo>
                  <a:lnTo>
                    <a:pt x="5567014" y="3221703"/>
                  </a:lnTo>
                  <a:lnTo>
                    <a:pt x="5567201" y="3221349"/>
                  </a:lnTo>
                  <a:lnTo>
                    <a:pt x="5598335" y="3160393"/>
                  </a:lnTo>
                  <a:lnTo>
                    <a:pt x="5629191" y="3095504"/>
                  </a:lnTo>
                  <a:lnTo>
                    <a:pt x="5659919" y="3026602"/>
                  </a:lnTo>
                  <a:lnTo>
                    <a:pt x="5690640" y="2953653"/>
                  </a:lnTo>
                  <a:lnTo>
                    <a:pt x="5721451" y="2876680"/>
                  </a:lnTo>
                  <a:lnTo>
                    <a:pt x="5752425" y="2795762"/>
                  </a:lnTo>
                  <a:lnTo>
                    <a:pt x="5783614" y="2711038"/>
                  </a:lnTo>
                  <a:lnTo>
                    <a:pt x="5815049" y="2622714"/>
                  </a:lnTo>
                  <a:lnTo>
                    <a:pt x="5846745" y="2531059"/>
                  </a:lnTo>
                  <a:lnTo>
                    <a:pt x="5878698" y="2436405"/>
                  </a:lnTo>
                  <a:lnTo>
                    <a:pt x="5910890" y="2339145"/>
                  </a:lnTo>
                  <a:lnTo>
                    <a:pt x="5943290" y="2239726"/>
                  </a:lnTo>
                  <a:lnTo>
                    <a:pt x="5975857" y="2138644"/>
                  </a:lnTo>
                  <a:lnTo>
                    <a:pt x="6008540" y="2036429"/>
                  </a:lnTo>
                  <a:lnTo>
                    <a:pt x="6041282" y="1933639"/>
                  </a:lnTo>
                  <a:lnTo>
                    <a:pt x="6074025" y="1830845"/>
                  </a:lnTo>
                  <a:lnTo>
                    <a:pt x="6106709" y="1728616"/>
                  </a:lnTo>
                  <a:lnTo>
                    <a:pt x="6139278" y="1627511"/>
                  </a:lnTo>
                  <a:lnTo>
                    <a:pt x="6171681" y="1528062"/>
                  </a:lnTo>
                  <a:lnTo>
                    <a:pt x="6203877" y="1430764"/>
                  </a:lnTo>
                  <a:lnTo>
                    <a:pt x="6235834" y="1336064"/>
                  </a:lnTo>
                  <a:lnTo>
                    <a:pt x="6267534" y="1244357"/>
                  </a:lnTo>
                  <a:lnTo>
                    <a:pt x="6298973" y="1155977"/>
                  </a:lnTo>
                  <a:lnTo>
                    <a:pt x="6330166" y="1071194"/>
                  </a:lnTo>
                  <a:lnTo>
                    <a:pt x="6361143" y="990213"/>
                  </a:lnTo>
                  <a:lnTo>
                    <a:pt x="6391956" y="913175"/>
                  </a:lnTo>
                  <a:lnTo>
                    <a:pt x="6422678" y="840161"/>
                  </a:lnTo>
                  <a:lnTo>
                    <a:pt x="6453405" y="771194"/>
                  </a:lnTo>
                  <a:lnTo>
                    <a:pt x="6484258" y="706240"/>
                  </a:lnTo>
                  <a:lnTo>
                    <a:pt x="6515385" y="645222"/>
                  </a:lnTo>
                  <a:lnTo>
                    <a:pt x="6515891" y="644269"/>
                  </a:lnTo>
                  <a:lnTo>
                    <a:pt x="6559124" y="567350"/>
                  </a:lnTo>
                  <a:lnTo>
                    <a:pt x="6603686" y="497631"/>
                  </a:lnTo>
                  <a:lnTo>
                    <a:pt x="6650173" y="434798"/>
                  </a:lnTo>
                  <a:lnTo>
                    <a:pt x="6699257" y="378295"/>
                  </a:lnTo>
                  <a:lnTo>
                    <a:pt x="6751631" y="327470"/>
                  </a:lnTo>
                  <a:lnTo>
                    <a:pt x="6807963" y="281678"/>
                  </a:lnTo>
                  <a:lnTo>
                    <a:pt x="6868833" y="240329"/>
                  </a:lnTo>
                  <a:lnTo>
                    <a:pt x="6934659" y="202926"/>
                  </a:lnTo>
                  <a:lnTo>
                    <a:pt x="7005593" y="169077"/>
                  </a:lnTo>
                  <a:lnTo>
                    <a:pt x="7081397" y="138509"/>
                  </a:lnTo>
                  <a:lnTo>
                    <a:pt x="7161302" y="111062"/>
                  </a:lnTo>
                  <a:lnTo>
                    <a:pt x="7243883" y="86683"/>
                  </a:lnTo>
                  <a:lnTo>
                    <a:pt x="7326991" y="65399"/>
                  </a:lnTo>
                  <a:lnTo>
                    <a:pt x="7407806" y="47279"/>
                  </a:lnTo>
                  <a:lnTo>
                    <a:pt x="7483063" y="32379"/>
                  </a:lnTo>
                  <a:lnTo>
                    <a:pt x="7549467" y="20680"/>
                  </a:lnTo>
                  <a:lnTo>
                    <a:pt x="7604240" y="12037"/>
                  </a:lnTo>
                  <a:lnTo>
                    <a:pt x="7645667" y="6150"/>
                  </a:lnTo>
                  <a:lnTo>
                    <a:pt x="7673499" y="2572"/>
                  </a:lnTo>
                  <a:lnTo>
                    <a:pt x="7689088" y="752"/>
                  </a:lnTo>
                  <a:lnTo>
                    <a:pt x="7695287" y="9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4" name="pl244"/>
            <p:cNvSpPr/>
            <p:nvPr/>
          </p:nvSpPr>
          <p:spPr>
            <a:xfrm>
              <a:off x="546595" y="1801252"/>
              <a:ext cx="8234974" cy="3865619"/>
            </a:xfrm>
            <a:custGeom>
              <a:avLst/>
              <a:pathLst>
                <a:path w="8234974" h="3865619">
                  <a:moveTo>
                    <a:pt x="8234974" y="0"/>
                  </a:moveTo>
                  <a:lnTo>
                    <a:pt x="7696237" y="0"/>
                  </a:lnTo>
                  <a:lnTo>
                    <a:pt x="7695299" y="91"/>
                  </a:lnTo>
                  <a:lnTo>
                    <a:pt x="7689134" y="747"/>
                  </a:lnTo>
                  <a:lnTo>
                    <a:pt x="7673593" y="2561"/>
                  </a:lnTo>
                  <a:lnTo>
                    <a:pt x="7645819" y="6129"/>
                  </a:lnTo>
                  <a:lnTo>
                    <a:pt x="7604452" y="12006"/>
                  </a:lnTo>
                  <a:lnTo>
                    <a:pt x="7549735" y="20636"/>
                  </a:lnTo>
                  <a:lnTo>
                    <a:pt x="7483377" y="32320"/>
                  </a:lnTo>
                  <a:lnTo>
                    <a:pt x="7408151" y="47206"/>
                  </a:lnTo>
                  <a:lnTo>
                    <a:pt x="7327353" y="65312"/>
                  </a:lnTo>
                  <a:lnTo>
                    <a:pt x="7244249" y="86583"/>
                  </a:lnTo>
                  <a:lnTo>
                    <a:pt x="7161661" y="110949"/>
                  </a:lnTo>
                  <a:lnTo>
                    <a:pt x="7081740" y="138382"/>
                  </a:lnTo>
                  <a:lnTo>
                    <a:pt x="7005916" y="168936"/>
                  </a:lnTo>
                  <a:lnTo>
                    <a:pt x="6934960" y="202769"/>
                  </a:lnTo>
                  <a:lnTo>
                    <a:pt x="6869111" y="240156"/>
                  </a:lnTo>
                  <a:lnTo>
                    <a:pt x="6808220" y="281487"/>
                  </a:lnTo>
                  <a:lnTo>
                    <a:pt x="6751870" y="327258"/>
                  </a:lnTo>
                  <a:lnTo>
                    <a:pt x="6699479" y="378059"/>
                  </a:lnTo>
                  <a:lnTo>
                    <a:pt x="6650383" y="434536"/>
                  </a:lnTo>
                  <a:lnTo>
                    <a:pt x="6603886" y="497340"/>
                  </a:lnTo>
                  <a:lnTo>
                    <a:pt x="6559317" y="567028"/>
                  </a:lnTo>
                  <a:lnTo>
                    <a:pt x="6516079" y="643915"/>
                  </a:lnTo>
                  <a:lnTo>
                    <a:pt x="6515891" y="644269"/>
                  </a:lnTo>
                  <a:lnTo>
                    <a:pt x="6484757" y="705225"/>
                  </a:lnTo>
                  <a:lnTo>
                    <a:pt x="6453902" y="770114"/>
                  </a:lnTo>
                  <a:lnTo>
                    <a:pt x="6423174" y="839016"/>
                  </a:lnTo>
                  <a:lnTo>
                    <a:pt x="6392452" y="911965"/>
                  </a:lnTo>
                  <a:lnTo>
                    <a:pt x="6361641" y="988938"/>
                  </a:lnTo>
                  <a:lnTo>
                    <a:pt x="6330667" y="1069856"/>
                  </a:lnTo>
                  <a:lnTo>
                    <a:pt x="6299478" y="1154580"/>
                  </a:lnTo>
                  <a:lnTo>
                    <a:pt x="6268043" y="1242904"/>
                  </a:lnTo>
                  <a:lnTo>
                    <a:pt x="6236348" y="1334560"/>
                  </a:lnTo>
                  <a:lnTo>
                    <a:pt x="6204395" y="1429214"/>
                  </a:lnTo>
                  <a:lnTo>
                    <a:pt x="6172203" y="1526474"/>
                  </a:lnTo>
                  <a:lnTo>
                    <a:pt x="6139802" y="1625892"/>
                  </a:lnTo>
                  <a:lnTo>
                    <a:pt x="6107235" y="1726974"/>
                  </a:lnTo>
                  <a:lnTo>
                    <a:pt x="6074553" y="1829189"/>
                  </a:lnTo>
                  <a:lnTo>
                    <a:pt x="6041810" y="1931979"/>
                  </a:lnTo>
                  <a:lnTo>
                    <a:pt x="6009068" y="2034773"/>
                  </a:lnTo>
                  <a:lnTo>
                    <a:pt x="5976384" y="2137002"/>
                  </a:lnTo>
                  <a:lnTo>
                    <a:pt x="5943815" y="2238107"/>
                  </a:lnTo>
                  <a:lnTo>
                    <a:pt x="5911411" y="2337556"/>
                  </a:lnTo>
                  <a:lnTo>
                    <a:pt x="5879215" y="2434855"/>
                  </a:lnTo>
                  <a:lnTo>
                    <a:pt x="5847258" y="2529554"/>
                  </a:lnTo>
                  <a:lnTo>
                    <a:pt x="5815559" y="2621261"/>
                  </a:lnTo>
                  <a:lnTo>
                    <a:pt x="5784119" y="2709641"/>
                  </a:lnTo>
                  <a:lnTo>
                    <a:pt x="5752927" y="2794424"/>
                  </a:lnTo>
                  <a:lnTo>
                    <a:pt x="5721950" y="2875406"/>
                  </a:lnTo>
                  <a:lnTo>
                    <a:pt x="5691136" y="2952443"/>
                  </a:lnTo>
                  <a:lnTo>
                    <a:pt x="5660414" y="3025457"/>
                  </a:lnTo>
                  <a:lnTo>
                    <a:pt x="5629687" y="3094425"/>
                  </a:lnTo>
                  <a:lnTo>
                    <a:pt x="5598835" y="3159378"/>
                  </a:lnTo>
                  <a:lnTo>
                    <a:pt x="5567707" y="3220396"/>
                  </a:lnTo>
                  <a:lnTo>
                    <a:pt x="5567201" y="3221349"/>
                  </a:lnTo>
                  <a:lnTo>
                    <a:pt x="5523968" y="3298268"/>
                  </a:lnTo>
                  <a:lnTo>
                    <a:pt x="5479406" y="3367988"/>
                  </a:lnTo>
                  <a:lnTo>
                    <a:pt x="5432919" y="3430820"/>
                  </a:lnTo>
                  <a:lnTo>
                    <a:pt x="5383836" y="3487324"/>
                  </a:lnTo>
                  <a:lnTo>
                    <a:pt x="5331461" y="3538148"/>
                  </a:lnTo>
                  <a:lnTo>
                    <a:pt x="5275130" y="3583941"/>
                  </a:lnTo>
                  <a:lnTo>
                    <a:pt x="5214259" y="3625289"/>
                  </a:lnTo>
                  <a:lnTo>
                    <a:pt x="5148434" y="3662692"/>
                  </a:lnTo>
                  <a:lnTo>
                    <a:pt x="5077499" y="3696541"/>
                  </a:lnTo>
                  <a:lnTo>
                    <a:pt x="5001695" y="3727109"/>
                  </a:lnTo>
                  <a:lnTo>
                    <a:pt x="4921790" y="3754556"/>
                  </a:lnTo>
                  <a:lnTo>
                    <a:pt x="4839209" y="3778935"/>
                  </a:lnTo>
                  <a:lnTo>
                    <a:pt x="4756102" y="3800219"/>
                  </a:lnTo>
                  <a:lnTo>
                    <a:pt x="4675287" y="3818339"/>
                  </a:lnTo>
                  <a:lnTo>
                    <a:pt x="4600029" y="3833240"/>
                  </a:lnTo>
                  <a:lnTo>
                    <a:pt x="4533625" y="3844938"/>
                  </a:lnTo>
                  <a:lnTo>
                    <a:pt x="4478853" y="3853581"/>
                  </a:lnTo>
                  <a:lnTo>
                    <a:pt x="4437425" y="3859468"/>
                  </a:lnTo>
                  <a:lnTo>
                    <a:pt x="4409593" y="3863046"/>
                  </a:lnTo>
                  <a:lnTo>
                    <a:pt x="4394004" y="3864866"/>
                  </a:lnTo>
                  <a:lnTo>
                    <a:pt x="4387805" y="3865526"/>
                  </a:lnTo>
                  <a:lnTo>
                    <a:pt x="4386855" y="3865619"/>
                  </a:lnTo>
                  <a:lnTo>
                    <a:pt x="4386855" y="3865619"/>
                  </a:lnTo>
                  <a:lnTo>
                    <a:pt x="3848118" y="3865619"/>
                  </a:lnTo>
                  <a:lnTo>
                    <a:pt x="3846930" y="3865540"/>
                  </a:lnTo>
                  <a:lnTo>
                    <a:pt x="3839160" y="3864980"/>
                  </a:lnTo>
                  <a:lnTo>
                    <a:pt x="3819728" y="3863431"/>
                  </a:lnTo>
                  <a:lnTo>
                    <a:pt x="3785380" y="3860390"/>
                  </a:lnTo>
                  <a:lnTo>
                    <a:pt x="3734982" y="3855408"/>
                  </a:lnTo>
                  <a:lnTo>
                    <a:pt x="3669579" y="3848150"/>
                  </a:lnTo>
                  <a:lnTo>
                    <a:pt x="3592036" y="3838421"/>
                  </a:lnTo>
                  <a:lnTo>
                    <a:pt x="3506320" y="3826159"/>
                  </a:lnTo>
                  <a:lnTo>
                    <a:pt x="3416660" y="3811394"/>
                  </a:lnTo>
                  <a:lnTo>
                    <a:pt x="3326845" y="3794184"/>
                  </a:lnTo>
                  <a:lnTo>
                    <a:pt x="3239797" y="3774563"/>
                  </a:lnTo>
                  <a:lnTo>
                    <a:pt x="3157447" y="3752495"/>
                  </a:lnTo>
                  <a:lnTo>
                    <a:pt x="3080807" y="3727848"/>
                  </a:lnTo>
                  <a:lnTo>
                    <a:pt x="3010161" y="3700385"/>
                  </a:lnTo>
                  <a:lnTo>
                    <a:pt x="2945266" y="3669760"/>
                  </a:lnTo>
                  <a:lnTo>
                    <a:pt x="2885542" y="3635532"/>
                  </a:lnTo>
                  <a:lnTo>
                    <a:pt x="2830210" y="3597182"/>
                  </a:lnTo>
                  <a:lnTo>
                    <a:pt x="2778401" y="3554154"/>
                  </a:lnTo>
                  <a:lnTo>
                    <a:pt x="2729239" y="3505918"/>
                  </a:lnTo>
                  <a:lnTo>
                    <a:pt x="2681915" y="3452098"/>
                  </a:lnTo>
                  <a:lnTo>
                    <a:pt x="2667772" y="3434593"/>
                  </a:lnTo>
                  <a:lnTo>
                    <a:pt x="2631028" y="3386139"/>
                  </a:lnTo>
                  <a:lnTo>
                    <a:pt x="2594632" y="3333998"/>
                  </a:lnTo>
                  <a:lnTo>
                    <a:pt x="2558351" y="3278095"/>
                  </a:lnTo>
                  <a:lnTo>
                    <a:pt x="2522002" y="3218420"/>
                  </a:lnTo>
                  <a:lnTo>
                    <a:pt x="2485451" y="3155039"/>
                  </a:lnTo>
                  <a:lnTo>
                    <a:pt x="2448608" y="3088091"/>
                  </a:lnTo>
                  <a:lnTo>
                    <a:pt x="2411419" y="3017804"/>
                  </a:lnTo>
                  <a:lnTo>
                    <a:pt x="2373866" y="2944487"/>
                  </a:lnTo>
                  <a:lnTo>
                    <a:pt x="2335964" y="2868530"/>
                  </a:lnTo>
                  <a:lnTo>
                    <a:pt x="2297753" y="2790401"/>
                  </a:lnTo>
                  <a:lnTo>
                    <a:pt x="2259299" y="2710630"/>
                  </a:lnTo>
                  <a:lnTo>
                    <a:pt x="2220684" y="2629800"/>
                  </a:lnTo>
                  <a:lnTo>
                    <a:pt x="2181999" y="2548526"/>
                  </a:lnTo>
                  <a:lnTo>
                    <a:pt x="2143343" y="2467438"/>
                  </a:lnTo>
                  <a:lnTo>
                    <a:pt x="2104813" y="2387161"/>
                  </a:lnTo>
                  <a:lnTo>
                    <a:pt x="2066494" y="2308293"/>
                  </a:lnTo>
                  <a:lnTo>
                    <a:pt x="2028459" y="2231387"/>
                  </a:lnTo>
                  <a:lnTo>
                    <a:pt x="1990760" y="2156937"/>
                  </a:lnTo>
                  <a:lnTo>
                    <a:pt x="1953422" y="2085368"/>
                  </a:lnTo>
                  <a:lnTo>
                    <a:pt x="1916441" y="2017022"/>
                  </a:lnTo>
                  <a:lnTo>
                    <a:pt x="1879780" y="1952159"/>
                  </a:lnTo>
                  <a:lnTo>
                    <a:pt x="1843362" y="1890956"/>
                  </a:lnTo>
                  <a:lnTo>
                    <a:pt x="1807072" y="1833506"/>
                  </a:lnTo>
                  <a:lnTo>
                    <a:pt x="1770748" y="1779831"/>
                  </a:lnTo>
                  <a:lnTo>
                    <a:pt x="1734179" y="1729881"/>
                  </a:lnTo>
                  <a:lnTo>
                    <a:pt x="1719082" y="1710491"/>
                  </a:lnTo>
                  <a:lnTo>
                    <a:pt x="1672176" y="1654942"/>
                  </a:lnTo>
                  <a:lnTo>
                    <a:pt x="1623654" y="1605036"/>
                  </a:lnTo>
                  <a:lnTo>
                    <a:pt x="1572742" y="1560474"/>
                  </a:lnTo>
                  <a:lnTo>
                    <a:pt x="1518576" y="1520760"/>
                  </a:lnTo>
                  <a:lnTo>
                    <a:pt x="1460277" y="1485336"/>
                  </a:lnTo>
                  <a:lnTo>
                    <a:pt x="1397029" y="1453665"/>
                  </a:lnTo>
                  <a:lnTo>
                    <a:pt x="1328177" y="1425281"/>
                  </a:lnTo>
                  <a:lnTo>
                    <a:pt x="1253359" y="1399807"/>
                  </a:lnTo>
                  <a:lnTo>
                    <a:pt x="1172677" y="1376973"/>
                  </a:lnTo>
                  <a:lnTo>
                    <a:pt x="1086900" y="1356615"/>
                  </a:lnTo>
                  <a:lnTo>
                    <a:pt x="997663" y="1338671"/>
                  </a:lnTo>
                  <a:lnTo>
                    <a:pt x="907589" y="1323155"/>
                  </a:lnTo>
                  <a:lnTo>
                    <a:pt x="820234" y="1310126"/>
                  </a:lnTo>
                  <a:lnTo>
                    <a:pt x="739755" y="1299628"/>
                  </a:lnTo>
                  <a:lnTo>
                    <a:pt x="670288" y="1291632"/>
                  </a:lnTo>
                  <a:lnTo>
                    <a:pt x="615119" y="1285987"/>
                  </a:lnTo>
                  <a:lnTo>
                    <a:pt x="575904" y="1282398"/>
                  </a:lnTo>
                  <a:lnTo>
                    <a:pt x="552185" y="1280447"/>
                  </a:lnTo>
                  <a:lnTo>
                    <a:pt x="541326" y="1279640"/>
                  </a:lnTo>
                  <a:lnTo>
                    <a:pt x="538771" y="1279467"/>
                  </a:lnTo>
                  <a:lnTo>
                    <a:pt x="538736" y="1279465"/>
                  </a:lnTo>
                  <a:lnTo>
                    <a:pt x="0" y="12794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5" name="pg245"/>
            <p:cNvSpPr/>
            <p:nvPr/>
          </p:nvSpPr>
          <p:spPr>
            <a:xfrm>
              <a:off x="546595" y="1964588"/>
              <a:ext cx="8234974" cy="3718616"/>
            </a:xfrm>
            <a:custGeom>
              <a:avLst/>
              <a:pathLst>
                <a:path w="8234974" h="3718616">
                  <a:moveTo>
                    <a:pt x="0" y="1127018"/>
                  </a:moveTo>
                  <a:lnTo>
                    <a:pt x="538736" y="1127018"/>
                  </a:lnTo>
                  <a:lnTo>
                    <a:pt x="539924" y="1127097"/>
                  </a:lnTo>
                  <a:lnTo>
                    <a:pt x="547691" y="1127658"/>
                  </a:lnTo>
                  <a:lnTo>
                    <a:pt x="567116" y="1129209"/>
                  </a:lnTo>
                  <a:lnTo>
                    <a:pt x="601454" y="1132256"/>
                  </a:lnTo>
                  <a:lnTo>
                    <a:pt x="651836" y="1137247"/>
                  </a:lnTo>
                  <a:lnTo>
                    <a:pt x="717222" y="1144518"/>
                  </a:lnTo>
                  <a:lnTo>
                    <a:pt x="794747" y="1154264"/>
                  </a:lnTo>
                  <a:lnTo>
                    <a:pt x="880447" y="1166547"/>
                  </a:lnTo>
                  <a:lnTo>
                    <a:pt x="970094" y="1181339"/>
                  </a:lnTo>
                  <a:lnTo>
                    <a:pt x="1059900" y="1198580"/>
                  </a:lnTo>
                  <a:lnTo>
                    <a:pt x="1146941" y="1218237"/>
                  </a:lnTo>
                  <a:lnTo>
                    <a:pt x="1229289" y="1240345"/>
                  </a:lnTo>
                  <a:lnTo>
                    <a:pt x="1305929" y="1265037"/>
                  </a:lnTo>
                  <a:lnTo>
                    <a:pt x="1376577" y="1292550"/>
                  </a:lnTo>
                  <a:lnTo>
                    <a:pt x="1441473" y="1323229"/>
                  </a:lnTo>
                  <a:lnTo>
                    <a:pt x="1501198" y="1357518"/>
                  </a:lnTo>
                  <a:lnTo>
                    <a:pt x="1556532" y="1395934"/>
                  </a:lnTo>
                  <a:lnTo>
                    <a:pt x="1608341" y="1439037"/>
                  </a:lnTo>
                  <a:lnTo>
                    <a:pt x="1657502" y="1487356"/>
                  </a:lnTo>
                  <a:lnTo>
                    <a:pt x="1704824" y="1541269"/>
                  </a:lnTo>
                  <a:lnTo>
                    <a:pt x="1719082" y="1558951"/>
                  </a:lnTo>
                  <a:lnTo>
                    <a:pt x="1755797" y="1607466"/>
                  </a:lnTo>
                  <a:lnTo>
                    <a:pt x="1792163" y="1659671"/>
                  </a:lnTo>
                  <a:lnTo>
                    <a:pt x="1828416" y="1715639"/>
                  </a:lnTo>
                  <a:lnTo>
                    <a:pt x="1864735" y="1775380"/>
                  </a:lnTo>
                  <a:lnTo>
                    <a:pt x="1901255" y="1838831"/>
                  </a:lnTo>
                  <a:lnTo>
                    <a:pt x="1938067" y="1905849"/>
                  </a:lnTo>
                  <a:lnTo>
                    <a:pt x="1975224" y="1976211"/>
                  </a:lnTo>
                  <a:lnTo>
                    <a:pt x="2012745" y="2049606"/>
                  </a:lnTo>
                  <a:lnTo>
                    <a:pt x="2050614" y="2125644"/>
                  </a:lnTo>
                  <a:lnTo>
                    <a:pt x="2088792" y="2203860"/>
                  </a:lnTo>
                  <a:lnTo>
                    <a:pt x="2127213" y="2283723"/>
                  </a:lnTo>
                  <a:lnTo>
                    <a:pt x="2165796" y="2364651"/>
                  </a:lnTo>
                  <a:lnTo>
                    <a:pt x="2204450" y="2446029"/>
                  </a:lnTo>
                  <a:lnTo>
                    <a:pt x="2243075" y="2527227"/>
                  </a:lnTo>
                  <a:lnTo>
                    <a:pt x="2281577" y="2607621"/>
                  </a:lnTo>
                  <a:lnTo>
                    <a:pt x="2319868" y="2686613"/>
                  </a:lnTo>
                  <a:lnTo>
                    <a:pt x="2357876" y="2763649"/>
                  </a:lnTo>
                  <a:lnTo>
                    <a:pt x="2395550" y="2838232"/>
                  </a:lnTo>
                  <a:lnTo>
                    <a:pt x="2432863" y="2909940"/>
                  </a:lnTo>
                  <a:lnTo>
                    <a:pt x="2469819" y="2978428"/>
                  </a:lnTo>
                  <a:lnTo>
                    <a:pt x="2506455" y="3043434"/>
                  </a:lnTo>
                  <a:lnTo>
                    <a:pt x="2542847" y="3104782"/>
                  </a:lnTo>
                  <a:lnTo>
                    <a:pt x="2579109" y="3162374"/>
                  </a:lnTo>
                  <a:lnTo>
                    <a:pt x="2615401" y="3216191"/>
                  </a:lnTo>
                  <a:lnTo>
                    <a:pt x="2651934" y="3266278"/>
                  </a:lnTo>
                  <a:lnTo>
                    <a:pt x="2667772" y="3286683"/>
                  </a:lnTo>
                  <a:lnTo>
                    <a:pt x="2714672" y="3342343"/>
                  </a:lnTo>
                  <a:lnTo>
                    <a:pt x="2763188" y="3392349"/>
                  </a:lnTo>
                  <a:lnTo>
                    <a:pt x="2814093" y="3437000"/>
                  </a:lnTo>
                  <a:lnTo>
                    <a:pt x="2868251" y="3476794"/>
                  </a:lnTo>
                  <a:lnTo>
                    <a:pt x="2926540" y="3512291"/>
                  </a:lnTo>
                  <a:lnTo>
                    <a:pt x="2989777" y="3544027"/>
                  </a:lnTo>
                  <a:lnTo>
                    <a:pt x="3058615" y="3572470"/>
                  </a:lnTo>
                  <a:lnTo>
                    <a:pt x="3133418" y="3597997"/>
                  </a:lnTo>
                  <a:lnTo>
                    <a:pt x="3214085" y="3620879"/>
                  </a:lnTo>
                  <a:lnTo>
                    <a:pt x="3299846" y="3641280"/>
                  </a:lnTo>
                  <a:lnTo>
                    <a:pt x="3389069" y="3659263"/>
                  </a:lnTo>
                  <a:lnTo>
                    <a:pt x="3479132" y="3674813"/>
                  </a:lnTo>
                  <a:lnTo>
                    <a:pt x="3566484" y="3687872"/>
                  </a:lnTo>
                  <a:lnTo>
                    <a:pt x="3646968" y="3698395"/>
                  </a:lnTo>
                  <a:lnTo>
                    <a:pt x="3716450" y="3706411"/>
                  </a:lnTo>
                  <a:lnTo>
                    <a:pt x="3771642" y="3712072"/>
                  </a:lnTo>
                  <a:lnTo>
                    <a:pt x="3810885" y="3715672"/>
                  </a:lnTo>
                  <a:lnTo>
                    <a:pt x="3834633" y="3717630"/>
                  </a:lnTo>
                  <a:lnTo>
                    <a:pt x="3845515" y="3718440"/>
                  </a:lnTo>
                  <a:lnTo>
                    <a:pt x="3848118" y="3718616"/>
                  </a:lnTo>
                  <a:lnTo>
                    <a:pt x="4386855" y="3718616"/>
                  </a:lnTo>
                  <a:lnTo>
                    <a:pt x="4387805" y="3718527"/>
                  </a:lnTo>
                  <a:lnTo>
                    <a:pt x="4394047" y="3717889"/>
                  </a:lnTo>
                  <a:lnTo>
                    <a:pt x="4409774" y="3716124"/>
                  </a:lnTo>
                  <a:lnTo>
                    <a:pt x="4437866" y="3712651"/>
                  </a:lnTo>
                  <a:lnTo>
                    <a:pt x="4479676" y="3706935"/>
                  </a:lnTo>
                  <a:lnTo>
                    <a:pt x="4534926" y="3698543"/>
                  </a:lnTo>
                  <a:lnTo>
                    <a:pt x="4601857" y="3687187"/>
                  </a:lnTo>
                  <a:lnTo>
                    <a:pt x="4677636" y="3672727"/>
                  </a:lnTo>
                  <a:lnTo>
                    <a:pt x="4758919" y="3655148"/>
                  </a:lnTo>
                  <a:lnTo>
                    <a:pt x="4842408" y="3634506"/>
                  </a:lnTo>
                  <a:lnTo>
                    <a:pt x="4925270" y="3610868"/>
                  </a:lnTo>
                  <a:lnTo>
                    <a:pt x="5005357" y="3584257"/>
                  </a:lnTo>
                  <a:lnTo>
                    <a:pt x="5081259" y="3554618"/>
                  </a:lnTo>
                  <a:lnTo>
                    <a:pt x="5152224" y="3521789"/>
                  </a:lnTo>
                  <a:lnTo>
                    <a:pt x="5218038" y="3485499"/>
                  </a:lnTo>
                  <a:lnTo>
                    <a:pt x="5278872" y="3445360"/>
                  </a:lnTo>
                  <a:lnTo>
                    <a:pt x="5335163" y="3400882"/>
                  </a:lnTo>
                  <a:lnTo>
                    <a:pt x="5387506" y="3351487"/>
                  </a:lnTo>
                  <a:lnTo>
                    <a:pt x="5436580" y="3296543"/>
                  </a:lnTo>
                  <a:lnTo>
                    <a:pt x="5483090" y="3235422"/>
                  </a:lnTo>
                  <a:lnTo>
                    <a:pt x="5527710" y="3167593"/>
                  </a:lnTo>
                  <a:lnTo>
                    <a:pt x="5567201" y="3099754"/>
                  </a:lnTo>
                  <a:lnTo>
                    <a:pt x="5598886" y="3040127"/>
                  </a:lnTo>
                  <a:lnTo>
                    <a:pt x="5630285" y="2976585"/>
                  </a:lnTo>
                  <a:lnTo>
                    <a:pt x="5661557" y="2909047"/>
                  </a:lnTo>
                  <a:lnTo>
                    <a:pt x="5692828" y="2837483"/>
                  </a:lnTo>
                  <a:lnTo>
                    <a:pt x="5724198" y="2761918"/>
                  </a:lnTo>
                  <a:lnTo>
                    <a:pt x="5755743" y="2682437"/>
                  </a:lnTo>
                  <a:lnTo>
                    <a:pt x="5787514" y="2599189"/>
                  </a:lnTo>
                  <a:lnTo>
                    <a:pt x="5819543" y="2512389"/>
                  </a:lnTo>
                  <a:lnTo>
                    <a:pt x="5851843" y="2422317"/>
                  </a:lnTo>
                  <a:lnTo>
                    <a:pt x="5884407" y="2329320"/>
                  </a:lnTo>
                  <a:lnTo>
                    <a:pt x="5917214" y="2233806"/>
                  </a:lnTo>
                  <a:lnTo>
                    <a:pt x="5950229" y="2136237"/>
                  </a:lnTo>
                  <a:lnTo>
                    <a:pt x="5983406" y="2037123"/>
                  </a:lnTo>
                  <a:lnTo>
                    <a:pt x="6016689" y="1937008"/>
                  </a:lnTo>
                  <a:lnTo>
                    <a:pt x="6050020" y="1836462"/>
                  </a:lnTo>
                  <a:lnTo>
                    <a:pt x="6083334" y="1736063"/>
                  </a:lnTo>
                  <a:lnTo>
                    <a:pt x="6116571" y="1636387"/>
                  </a:lnTo>
                  <a:lnTo>
                    <a:pt x="6149672" y="1537992"/>
                  </a:lnTo>
                  <a:lnTo>
                    <a:pt x="6182587" y="1441407"/>
                  </a:lnTo>
                  <a:lnTo>
                    <a:pt x="6215274" y="1347118"/>
                  </a:lnTo>
                  <a:lnTo>
                    <a:pt x="6247705" y="1255561"/>
                  </a:lnTo>
                  <a:lnTo>
                    <a:pt x="6279867" y="1167113"/>
                  </a:lnTo>
                  <a:lnTo>
                    <a:pt x="6311762" y="1082088"/>
                  </a:lnTo>
                  <a:lnTo>
                    <a:pt x="6343413" y="1000733"/>
                  </a:lnTo>
                  <a:lnTo>
                    <a:pt x="6374861" y="923229"/>
                  </a:lnTo>
                  <a:lnTo>
                    <a:pt x="6406169" y="849691"/>
                  </a:lnTo>
                  <a:lnTo>
                    <a:pt x="6437427" y="780174"/>
                  </a:lnTo>
                  <a:lnTo>
                    <a:pt x="6468746" y="714675"/>
                  </a:lnTo>
                  <a:lnTo>
                    <a:pt x="6500268" y="653136"/>
                  </a:lnTo>
                  <a:lnTo>
                    <a:pt x="6515891" y="624306"/>
                  </a:lnTo>
                  <a:lnTo>
                    <a:pt x="6559312" y="550119"/>
                  </a:lnTo>
                  <a:lnTo>
                    <a:pt x="6604075" y="482906"/>
                  </a:lnTo>
                  <a:lnTo>
                    <a:pt x="6650786" y="422361"/>
                  </a:lnTo>
                  <a:lnTo>
                    <a:pt x="6700124" y="367940"/>
                  </a:lnTo>
                  <a:lnTo>
                    <a:pt x="6752793" y="319010"/>
                  </a:lnTo>
                  <a:lnTo>
                    <a:pt x="6809468" y="274942"/>
                  </a:lnTo>
                  <a:lnTo>
                    <a:pt x="6870732" y="235166"/>
                  </a:lnTo>
                  <a:lnTo>
                    <a:pt x="6937005" y="199199"/>
                  </a:lnTo>
                  <a:lnTo>
                    <a:pt x="7008427" y="166666"/>
                  </a:lnTo>
                  <a:lnTo>
                    <a:pt x="7084742" y="137302"/>
                  </a:lnTo>
                  <a:lnTo>
                    <a:pt x="7165146" y="110958"/>
                  </a:lnTo>
                  <a:lnTo>
                    <a:pt x="7248162" y="87586"/>
                  </a:lnTo>
                  <a:lnTo>
                    <a:pt x="7331579" y="67215"/>
                  </a:lnTo>
                  <a:lnTo>
                    <a:pt x="7412508" y="49913"/>
                  </a:lnTo>
                  <a:lnTo>
                    <a:pt x="7487628" y="35733"/>
                  </a:lnTo>
                  <a:lnTo>
                    <a:pt x="7553618" y="24649"/>
                  </a:lnTo>
                  <a:lnTo>
                    <a:pt x="7607718" y="16510"/>
                  </a:lnTo>
                  <a:lnTo>
                    <a:pt x="7648288" y="11014"/>
                  </a:lnTo>
                  <a:lnTo>
                    <a:pt x="7675196" y="7717"/>
                  </a:lnTo>
                  <a:lnTo>
                    <a:pt x="7689936" y="6078"/>
                  </a:lnTo>
                  <a:lnTo>
                    <a:pt x="7695517" y="551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8" y="89"/>
                  </a:lnTo>
                  <a:lnTo>
                    <a:pt x="7689045" y="727"/>
                  </a:lnTo>
                  <a:lnTo>
                    <a:pt x="7673318" y="2492"/>
                  </a:lnTo>
                  <a:lnTo>
                    <a:pt x="7645226" y="5964"/>
                  </a:lnTo>
                  <a:lnTo>
                    <a:pt x="7603417" y="11681"/>
                  </a:lnTo>
                  <a:lnTo>
                    <a:pt x="7548166" y="20073"/>
                  </a:lnTo>
                  <a:lnTo>
                    <a:pt x="7481235" y="31429"/>
                  </a:lnTo>
                  <a:lnTo>
                    <a:pt x="7405456" y="45889"/>
                  </a:lnTo>
                  <a:lnTo>
                    <a:pt x="7324174" y="63468"/>
                  </a:lnTo>
                  <a:lnTo>
                    <a:pt x="7240684" y="84110"/>
                  </a:lnTo>
                  <a:lnTo>
                    <a:pt x="7157822" y="107748"/>
                  </a:lnTo>
                  <a:lnTo>
                    <a:pt x="7077735" y="134359"/>
                  </a:lnTo>
                  <a:lnTo>
                    <a:pt x="7001834" y="163998"/>
                  </a:lnTo>
                  <a:lnTo>
                    <a:pt x="6930868" y="196826"/>
                  </a:lnTo>
                  <a:lnTo>
                    <a:pt x="6865055" y="233117"/>
                  </a:lnTo>
                  <a:lnTo>
                    <a:pt x="6804220" y="273256"/>
                  </a:lnTo>
                  <a:lnTo>
                    <a:pt x="6747930" y="317734"/>
                  </a:lnTo>
                  <a:lnTo>
                    <a:pt x="6695587" y="367129"/>
                  </a:lnTo>
                  <a:lnTo>
                    <a:pt x="6646512" y="422073"/>
                  </a:lnTo>
                  <a:lnTo>
                    <a:pt x="6600002" y="483194"/>
                  </a:lnTo>
                  <a:lnTo>
                    <a:pt x="6555382" y="551023"/>
                  </a:lnTo>
                  <a:lnTo>
                    <a:pt x="6515891" y="618862"/>
                  </a:lnTo>
                  <a:lnTo>
                    <a:pt x="6484207" y="678488"/>
                  </a:lnTo>
                  <a:lnTo>
                    <a:pt x="6452807" y="742031"/>
                  </a:lnTo>
                  <a:lnTo>
                    <a:pt x="6421535" y="809569"/>
                  </a:lnTo>
                  <a:lnTo>
                    <a:pt x="6390264" y="881133"/>
                  </a:lnTo>
                  <a:lnTo>
                    <a:pt x="6358894" y="956698"/>
                  </a:lnTo>
                  <a:lnTo>
                    <a:pt x="6327350" y="1036178"/>
                  </a:lnTo>
                  <a:lnTo>
                    <a:pt x="6295579" y="1119426"/>
                  </a:lnTo>
                  <a:lnTo>
                    <a:pt x="6263549" y="1206227"/>
                  </a:lnTo>
                  <a:lnTo>
                    <a:pt x="6231250" y="1296299"/>
                  </a:lnTo>
                  <a:lnTo>
                    <a:pt x="6198686" y="1389296"/>
                  </a:lnTo>
                  <a:lnTo>
                    <a:pt x="6165879" y="1484810"/>
                  </a:lnTo>
                  <a:lnTo>
                    <a:pt x="6132864" y="1582379"/>
                  </a:lnTo>
                  <a:lnTo>
                    <a:pt x="6099687" y="1681493"/>
                  </a:lnTo>
                  <a:lnTo>
                    <a:pt x="6066403" y="1781608"/>
                  </a:lnTo>
                  <a:lnTo>
                    <a:pt x="6033073" y="1882154"/>
                  </a:lnTo>
                  <a:lnTo>
                    <a:pt x="5999758" y="1982553"/>
                  </a:lnTo>
                  <a:lnTo>
                    <a:pt x="5966521" y="2082229"/>
                  </a:lnTo>
                  <a:lnTo>
                    <a:pt x="5933420" y="2180623"/>
                  </a:lnTo>
                  <a:lnTo>
                    <a:pt x="5900506" y="2277209"/>
                  </a:lnTo>
                  <a:lnTo>
                    <a:pt x="5867819" y="2371497"/>
                  </a:lnTo>
                  <a:lnTo>
                    <a:pt x="5835388" y="2463054"/>
                  </a:lnTo>
                  <a:lnTo>
                    <a:pt x="5803226" y="2551502"/>
                  </a:lnTo>
                  <a:lnTo>
                    <a:pt x="5771330" y="2636528"/>
                  </a:lnTo>
                  <a:lnTo>
                    <a:pt x="5739680" y="2717883"/>
                  </a:lnTo>
                  <a:lnTo>
                    <a:pt x="5708232" y="2795387"/>
                  </a:lnTo>
                  <a:lnTo>
                    <a:pt x="5676923" y="2868925"/>
                  </a:lnTo>
                  <a:lnTo>
                    <a:pt x="5645666" y="2938441"/>
                  </a:lnTo>
                  <a:lnTo>
                    <a:pt x="5614347" y="3003941"/>
                  </a:lnTo>
                  <a:lnTo>
                    <a:pt x="5582824" y="3065480"/>
                  </a:lnTo>
                  <a:lnTo>
                    <a:pt x="5567201" y="3094310"/>
                  </a:lnTo>
                  <a:lnTo>
                    <a:pt x="5523780" y="3168497"/>
                  </a:lnTo>
                  <a:lnTo>
                    <a:pt x="5479017" y="3235710"/>
                  </a:lnTo>
                  <a:lnTo>
                    <a:pt x="5432307" y="3296255"/>
                  </a:lnTo>
                  <a:lnTo>
                    <a:pt x="5382968" y="3350676"/>
                  </a:lnTo>
                  <a:lnTo>
                    <a:pt x="5330299" y="3399606"/>
                  </a:lnTo>
                  <a:lnTo>
                    <a:pt x="5273625" y="3443674"/>
                  </a:lnTo>
                  <a:lnTo>
                    <a:pt x="5212360" y="3483450"/>
                  </a:lnTo>
                  <a:lnTo>
                    <a:pt x="5146088" y="3519417"/>
                  </a:lnTo>
                  <a:lnTo>
                    <a:pt x="5074665" y="3551950"/>
                  </a:lnTo>
                  <a:lnTo>
                    <a:pt x="4998350" y="3581314"/>
                  </a:lnTo>
                  <a:lnTo>
                    <a:pt x="4917947" y="3607658"/>
                  </a:lnTo>
                  <a:lnTo>
                    <a:pt x="4834930" y="3631030"/>
                  </a:lnTo>
                  <a:lnTo>
                    <a:pt x="4751514" y="3651401"/>
                  </a:lnTo>
                  <a:lnTo>
                    <a:pt x="4670585" y="3668702"/>
                  </a:lnTo>
                  <a:lnTo>
                    <a:pt x="4595465" y="3682883"/>
                  </a:lnTo>
                  <a:lnTo>
                    <a:pt x="4529475" y="3693967"/>
                  </a:lnTo>
                  <a:lnTo>
                    <a:pt x="4475374" y="3702105"/>
                  </a:lnTo>
                  <a:lnTo>
                    <a:pt x="4434804" y="3707601"/>
                  </a:lnTo>
                  <a:lnTo>
                    <a:pt x="4407897" y="3710898"/>
                  </a:lnTo>
                  <a:lnTo>
                    <a:pt x="4393156" y="3712538"/>
                  </a:lnTo>
                  <a:lnTo>
                    <a:pt x="4387576" y="3713104"/>
                  </a:lnTo>
                  <a:lnTo>
                    <a:pt x="4386855" y="3713172"/>
                  </a:lnTo>
                  <a:lnTo>
                    <a:pt x="3848118" y="3713172"/>
                  </a:lnTo>
                  <a:lnTo>
                    <a:pt x="3846931" y="3713093"/>
                  </a:lnTo>
                  <a:lnTo>
                    <a:pt x="3839164" y="3712532"/>
                  </a:lnTo>
                  <a:lnTo>
                    <a:pt x="3819738" y="3710981"/>
                  </a:lnTo>
                  <a:lnTo>
                    <a:pt x="3785401" y="3707934"/>
                  </a:lnTo>
                  <a:lnTo>
                    <a:pt x="3735018" y="3702943"/>
                  </a:lnTo>
                  <a:lnTo>
                    <a:pt x="3669633" y="3695672"/>
                  </a:lnTo>
                  <a:lnTo>
                    <a:pt x="3592108" y="3685926"/>
                  </a:lnTo>
                  <a:lnTo>
                    <a:pt x="3506407" y="3673643"/>
                  </a:lnTo>
                  <a:lnTo>
                    <a:pt x="3416760" y="3658851"/>
                  </a:lnTo>
                  <a:lnTo>
                    <a:pt x="3326955" y="3641610"/>
                  </a:lnTo>
                  <a:lnTo>
                    <a:pt x="3239913" y="3621953"/>
                  </a:lnTo>
                  <a:lnTo>
                    <a:pt x="3157565" y="3599845"/>
                  </a:lnTo>
                  <a:lnTo>
                    <a:pt x="3080926" y="3575153"/>
                  </a:lnTo>
                  <a:lnTo>
                    <a:pt x="3010278" y="3547640"/>
                  </a:lnTo>
                  <a:lnTo>
                    <a:pt x="2945382" y="3516961"/>
                  </a:lnTo>
                  <a:lnTo>
                    <a:pt x="2885656" y="3482672"/>
                  </a:lnTo>
                  <a:lnTo>
                    <a:pt x="2830323" y="3444256"/>
                  </a:lnTo>
                  <a:lnTo>
                    <a:pt x="2778513" y="3401153"/>
                  </a:lnTo>
                  <a:lnTo>
                    <a:pt x="2729353" y="3352834"/>
                  </a:lnTo>
                  <a:lnTo>
                    <a:pt x="2682030" y="3298921"/>
                  </a:lnTo>
                  <a:lnTo>
                    <a:pt x="2667772" y="3281239"/>
                  </a:lnTo>
                  <a:lnTo>
                    <a:pt x="2631058" y="3232724"/>
                  </a:lnTo>
                  <a:lnTo>
                    <a:pt x="2594691" y="3180519"/>
                  </a:lnTo>
                  <a:lnTo>
                    <a:pt x="2558439" y="3124551"/>
                  </a:lnTo>
                  <a:lnTo>
                    <a:pt x="2522119" y="3064810"/>
                  </a:lnTo>
                  <a:lnTo>
                    <a:pt x="2485599" y="3001359"/>
                  </a:lnTo>
                  <a:lnTo>
                    <a:pt x="2448787" y="2934341"/>
                  </a:lnTo>
                  <a:lnTo>
                    <a:pt x="2411630" y="2863979"/>
                  </a:lnTo>
                  <a:lnTo>
                    <a:pt x="2374110" y="2790584"/>
                  </a:lnTo>
                  <a:lnTo>
                    <a:pt x="2336240" y="2714546"/>
                  </a:lnTo>
                  <a:lnTo>
                    <a:pt x="2298063" y="2636330"/>
                  </a:lnTo>
                  <a:lnTo>
                    <a:pt x="2259642" y="2556467"/>
                  </a:lnTo>
                  <a:lnTo>
                    <a:pt x="2221058" y="2475539"/>
                  </a:lnTo>
                  <a:lnTo>
                    <a:pt x="2182405" y="2394161"/>
                  </a:lnTo>
                  <a:lnTo>
                    <a:pt x="2143780" y="2312963"/>
                  </a:lnTo>
                  <a:lnTo>
                    <a:pt x="2105278" y="2232569"/>
                  </a:lnTo>
                  <a:lnTo>
                    <a:pt x="2066987" y="2153577"/>
                  </a:lnTo>
                  <a:lnTo>
                    <a:pt x="2028979" y="2076541"/>
                  </a:lnTo>
                  <a:lnTo>
                    <a:pt x="1991305" y="2001957"/>
                  </a:lnTo>
                  <a:lnTo>
                    <a:pt x="1953992" y="1930250"/>
                  </a:lnTo>
                  <a:lnTo>
                    <a:pt x="1917036" y="1861762"/>
                  </a:lnTo>
                  <a:lnTo>
                    <a:pt x="1880399" y="1796756"/>
                  </a:lnTo>
                  <a:lnTo>
                    <a:pt x="1844008" y="1735408"/>
                  </a:lnTo>
                  <a:lnTo>
                    <a:pt x="1807746" y="1677815"/>
                  </a:lnTo>
                  <a:lnTo>
                    <a:pt x="1771453" y="1623999"/>
                  </a:lnTo>
                  <a:lnTo>
                    <a:pt x="1734921" y="1573911"/>
                  </a:lnTo>
                  <a:lnTo>
                    <a:pt x="1719082" y="1553507"/>
                  </a:lnTo>
                  <a:lnTo>
                    <a:pt x="1672182" y="1497847"/>
                  </a:lnTo>
                  <a:lnTo>
                    <a:pt x="1623667" y="1447841"/>
                  </a:lnTo>
                  <a:lnTo>
                    <a:pt x="1572762" y="1403190"/>
                  </a:lnTo>
                  <a:lnTo>
                    <a:pt x="1518604" y="1363395"/>
                  </a:lnTo>
                  <a:lnTo>
                    <a:pt x="1460314" y="1327899"/>
                  </a:lnTo>
                  <a:lnTo>
                    <a:pt x="1397078" y="1296163"/>
                  </a:lnTo>
                  <a:lnTo>
                    <a:pt x="1328240" y="1267720"/>
                  </a:lnTo>
                  <a:lnTo>
                    <a:pt x="1253436" y="1242193"/>
                  </a:lnTo>
                  <a:lnTo>
                    <a:pt x="1172770" y="1219311"/>
                  </a:lnTo>
                  <a:lnTo>
                    <a:pt x="1087009" y="1198910"/>
                  </a:lnTo>
                  <a:lnTo>
                    <a:pt x="997786" y="1180927"/>
                  </a:lnTo>
                  <a:lnTo>
                    <a:pt x="907722" y="1165377"/>
                  </a:lnTo>
                  <a:lnTo>
                    <a:pt x="820370" y="1152318"/>
                  </a:lnTo>
                  <a:lnTo>
                    <a:pt x="739887" y="1141795"/>
                  </a:lnTo>
                  <a:lnTo>
                    <a:pt x="670405" y="1133779"/>
                  </a:lnTo>
                  <a:lnTo>
                    <a:pt x="615213" y="1128118"/>
                  </a:lnTo>
                  <a:lnTo>
                    <a:pt x="575970" y="1124518"/>
                  </a:lnTo>
                  <a:lnTo>
                    <a:pt x="552222" y="1122560"/>
                  </a:lnTo>
                  <a:lnTo>
                    <a:pt x="541340" y="1121750"/>
                  </a:lnTo>
                  <a:lnTo>
                    <a:pt x="538736" y="1121574"/>
                  </a:lnTo>
                  <a:lnTo>
                    <a:pt x="0" y="112157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546595" y="1970032"/>
              <a:ext cx="8234974" cy="3713172"/>
            </a:xfrm>
            <a:custGeom>
              <a:avLst/>
              <a:pathLst>
                <a:path w="8234974" h="3713172">
                  <a:moveTo>
                    <a:pt x="0" y="1121574"/>
                  </a:moveTo>
                  <a:lnTo>
                    <a:pt x="538736" y="1121574"/>
                  </a:lnTo>
                  <a:lnTo>
                    <a:pt x="539924" y="1121652"/>
                  </a:lnTo>
                  <a:lnTo>
                    <a:pt x="547691" y="1122213"/>
                  </a:lnTo>
                  <a:lnTo>
                    <a:pt x="567116" y="1123765"/>
                  </a:lnTo>
                  <a:lnTo>
                    <a:pt x="601454" y="1126812"/>
                  </a:lnTo>
                  <a:lnTo>
                    <a:pt x="651836" y="1131802"/>
                  </a:lnTo>
                  <a:lnTo>
                    <a:pt x="717222" y="1139073"/>
                  </a:lnTo>
                  <a:lnTo>
                    <a:pt x="794747" y="1148819"/>
                  </a:lnTo>
                  <a:lnTo>
                    <a:pt x="880447" y="1161103"/>
                  </a:lnTo>
                  <a:lnTo>
                    <a:pt x="970094" y="1175895"/>
                  </a:lnTo>
                  <a:lnTo>
                    <a:pt x="1059900" y="1193136"/>
                  </a:lnTo>
                  <a:lnTo>
                    <a:pt x="1146941" y="1212792"/>
                  </a:lnTo>
                  <a:lnTo>
                    <a:pt x="1229289" y="1234900"/>
                  </a:lnTo>
                  <a:lnTo>
                    <a:pt x="1305929" y="1259592"/>
                  </a:lnTo>
                  <a:lnTo>
                    <a:pt x="1376577" y="1287105"/>
                  </a:lnTo>
                  <a:lnTo>
                    <a:pt x="1441473" y="1317785"/>
                  </a:lnTo>
                  <a:lnTo>
                    <a:pt x="1501198" y="1352073"/>
                  </a:lnTo>
                  <a:lnTo>
                    <a:pt x="1556532" y="1390490"/>
                  </a:lnTo>
                  <a:lnTo>
                    <a:pt x="1608341" y="1433593"/>
                  </a:lnTo>
                  <a:lnTo>
                    <a:pt x="1657502" y="1481911"/>
                  </a:lnTo>
                  <a:lnTo>
                    <a:pt x="1704824" y="1535824"/>
                  </a:lnTo>
                  <a:lnTo>
                    <a:pt x="1719082" y="1553507"/>
                  </a:lnTo>
                  <a:lnTo>
                    <a:pt x="1755797" y="1602022"/>
                  </a:lnTo>
                  <a:lnTo>
                    <a:pt x="1792163" y="1654226"/>
                  </a:lnTo>
                  <a:lnTo>
                    <a:pt x="1828416" y="1710194"/>
                  </a:lnTo>
                  <a:lnTo>
                    <a:pt x="1864735" y="1769935"/>
                  </a:lnTo>
                  <a:lnTo>
                    <a:pt x="1901255" y="1833386"/>
                  </a:lnTo>
                  <a:lnTo>
                    <a:pt x="1938067" y="1900405"/>
                  </a:lnTo>
                  <a:lnTo>
                    <a:pt x="1975224" y="1970766"/>
                  </a:lnTo>
                  <a:lnTo>
                    <a:pt x="2012745" y="2044161"/>
                  </a:lnTo>
                  <a:lnTo>
                    <a:pt x="2050614" y="2120200"/>
                  </a:lnTo>
                  <a:lnTo>
                    <a:pt x="2088792" y="2198416"/>
                  </a:lnTo>
                  <a:lnTo>
                    <a:pt x="2127213" y="2278278"/>
                  </a:lnTo>
                  <a:lnTo>
                    <a:pt x="2165796" y="2359207"/>
                  </a:lnTo>
                  <a:lnTo>
                    <a:pt x="2204450" y="2440584"/>
                  </a:lnTo>
                  <a:lnTo>
                    <a:pt x="2243075" y="2521782"/>
                  </a:lnTo>
                  <a:lnTo>
                    <a:pt x="2281577" y="2602177"/>
                  </a:lnTo>
                  <a:lnTo>
                    <a:pt x="2319868" y="2681169"/>
                  </a:lnTo>
                  <a:lnTo>
                    <a:pt x="2357876" y="2758204"/>
                  </a:lnTo>
                  <a:lnTo>
                    <a:pt x="2395550" y="2832788"/>
                  </a:lnTo>
                  <a:lnTo>
                    <a:pt x="2432863" y="2904496"/>
                  </a:lnTo>
                  <a:lnTo>
                    <a:pt x="2469819" y="2972983"/>
                  </a:lnTo>
                  <a:lnTo>
                    <a:pt x="2506455" y="3037990"/>
                  </a:lnTo>
                  <a:lnTo>
                    <a:pt x="2542847" y="3099337"/>
                  </a:lnTo>
                  <a:lnTo>
                    <a:pt x="2579109" y="3156930"/>
                  </a:lnTo>
                  <a:lnTo>
                    <a:pt x="2615401" y="3210746"/>
                  </a:lnTo>
                  <a:lnTo>
                    <a:pt x="2651934" y="3260834"/>
                  </a:lnTo>
                  <a:lnTo>
                    <a:pt x="2667772" y="3281239"/>
                  </a:lnTo>
                  <a:lnTo>
                    <a:pt x="2714672" y="3336898"/>
                  </a:lnTo>
                  <a:lnTo>
                    <a:pt x="2763188" y="3386904"/>
                  </a:lnTo>
                  <a:lnTo>
                    <a:pt x="2814093" y="3431555"/>
                  </a:lnTo>
                  <a:lnTo>
                    <a:pt x="2868251" y="3471350"/>
                  </a:lnTo>
                  <a:lnTo>
                    <a:pt x="2926540" y="3506847"/>
                  </a:lnTo>
                  <a:lnTo>
                    <a:pt x="2989777" y="3538583"/>
                  </a:lnTo>
                  <a:lnTo>
                    <a:pt x="3058615" y="3567026"/>
                  </a:lnTo>
                  <a:lnTo>
                    <a:pt x="3133418" y="3592553"/>
                  </a:lnTo>
                  <a:lnTo>
                    <a:pt x="3214085" y="3615435"/>
                  </a:lnTo>
                  <a:lnTo>
                    <a:pt x="3299846" y="3635835"/>
                  </a:lnTo>
                  <a:lnTo>
                    <a:pt x="3389069" y="3653819"/>
                  </a:lnTo>
                  <a:lnTo>
                    <a:pt x="3479132" y="3669368"/>
                  </a:lnTo>
                  <a:lnTo>
                    <a:pt x="3566484" y="3682427"/>
                  </a:lnTo>
                  <a:lnTo>
                    <a:pt x="3646968" y="3692950"/>
                  </a:lnTo>
                  <a:lnTo>
                    <a:pt x="3716450" y="3700966"/>
                  </a:lnTo>
                  <a:lnTo>
                    <a:pt x="3771642" y="3706627"/>
                  </a:lnTo>
                  <a:lnTo>
                    <a:pt x="3810885" y="3710227"/>
                  </a:lnTo>
                  <a:lnTo>
                    <a:pt x="3834633" y="3712185"/>
                  </a:lnTo>
                  <a:lnTo>
                    <a:pt x="3845515" y="3712996"/>
                  </a:lnTo>
                  <a:lnTo>
                    <a:pt x="3848083" y="3713170"/>
                  </a:lnTo>
                  <a:lnTo>
                    <a:pt x="3848118" y="3713172"/>
                  </a:lnTo>
                  <a:lnTo>
                    <a:pt x="4386855" y="3713172"/>
                  </a:lnTo>
                  <a:lnTo>
                    <a:pt x="4387805" y="3713082"/>
                  </a:lnTo>
                  <a:lnTo>
                    <a:pt x="4394047" y="3712444"/>
                  </a:lnTo>
                  <a:lnTo>
                    <a:pt x="4409774" y="3710680"/>
                  </a:lnTo>
                  <a:lnTo>
                    <a:pt x="4437866" y="3707207"/>
                  </a:lnTo>
                  <a:lnTo>
                    <a:pt x="4479676" y="3701491"/>
                  </a:lnTo>
                  <a:lnTo>
                    <a:pt x="4534926" y="3693099"/>
                  </a:lnTo>
                  <a:lnTo>
                    <a:pt x="4601857" y="3681742"/>
                  </a:lnTo>
                  <a:lnTo>
                    <a:pt x="4677636" y="3667282"/>
                  </a:lnTo>
                  <a:lnTo>
                    <a:pt x="4758919" y="3649703"/>
                  </a:lnTo>
                  <a:lnTo>
                    <a:pt x="4842408" y="3629062"/>
                  </a:lnTo>
                  <a:lnTo>
                    <a:pt x="4925270" y="3605423"/>
                  </a:lnTo>
                  <a:lnTo>
                    <a:pt x="5005357" y="3578813"/>
                  </a:lnTo>
                  <a:lnTo>
                    <a:pt x="5081259" y="3549173"/>
                  </a:lnTo>
                  <a:lnTo>
                    <a:pt x="5152224" y="3516345"/>
                  </a:lnTo>
                  <a:lnTo>
                    <a:pt x="5218038" y="3480054"/>
                  </a:lnTo>
                  <a:lnTo>
                    <a:pt x="5278872" y="3439915"/>
                  </a:lnTo>
                  <a:lnTo>
                    <a:pt x="5335163" y="3395437"/>
                  </a:lnTo>
                  <a:lnTo>
                    <a:pt x="5387506" y="3346042"/>
                  </a:lnTo>
                  <a:lnTo>
                    <a:pt x="5436580" y="3291099"/>
                  </a:lnTo>
                  <a:lnTo>
                    <a:pt x="5483090" y="3229978"/>
                  </a:lnTo>
                  <a:lnTo>
                    <a:pt x="5527710" y="3162148"/>
                  </a:lnTo>
                  <a:lnTo>
                    <a:pt x="5567201" y="3094310"/>
                  </a:lnTo>
                  <a:lnTo>
                    <a:pt x="5598886" y="3034683"/>
                  </a:lnTo>
                  <a:lnTo>
                    <a:pt x="5630285" y="2971140"/>
                  </a:lnTo>
                  <a:lnTo>
                    <a:pt x="5661557" y="2903602"/>
                  </a:lnTo>
                  <a:lnTo>
                    <a:pt x="5692828" y="2832038"/>
                  </a:lnTo>
                  <a:lnTo>
                    <a:pt x="5724198" y="2756474"/>
                  </a:lnTo>
                  <a:lnTo>
                    <a:pt x="5755743" y="2676993"/>
                  </a:lnTo>
                  <a:lnTo>
                    <a:pt x="5787514" y="2593745"/>
                  </a:lnTo>
                  <a:lnTo>
                    <a:pt x="5819543" y="2506944"/>
                  </a:lnTo>
                  <a:lnTo>
                    <a:pt x="5851843" y="2416872"/>
                  </a:lnTo>
                  <a:lnTo>
                    <a:pt x="5884407" y="2323876"/>
                  </a:lnTo>
                  <a:lnTo>
                    <a:pt x="5917214" y="2228361"/>
                  </a:lnTo>
                  <a:lnTo>
                    <a:pt x="5950229" y="2130793"/>
                  </a:lnTo>
                  <a:lnTo>
                    <a:pt x="5983406" y="2031678"/>
                  </a:lnTo>
                  <a:lnTo>
                    <a:pt x="6016689" y="1931564"/>
                  </a:lnTo>
                  <a:lnTo>
                    <a:pt x="6050020" y="1831017"/>
                  </a:lnTo>
                  <a:lnTo>
                    <a:pt x="6083334" y="1730619"/>
                  </a:lnTo>
                  <a:lnTo>
                    <a:pt x="6116571" y="1630943"/>
                  </a:lnTo>
                  <a:lnTo>
                    <a:pt x="6149672" y="1532548"/>
                  </a:lnTo>
                  <a:lnTo>
                    <a:pt x="6182587" y="1435963"/>
                  </a:lnTo>
                  <a:lnTo>
                    <a:pt x="6215274" y="1341674"/>
                  </a:lnTo>
                  <a:lnTo>
                    <a:pt x="6247705" y="1250117"/>
                  </a:lnTo>
                  <a:lnTo>
                    <a:pt x="6279867" y="1161669"/>
                  </a:lnTo>
                  <a:lnTo>
                    <a:pt x="6311762" y="1076643"/>
                  </a:lnTo>
                  <a:lnTo>
                    <a:pt x="6343413" y="995288"/>
                  </a:lnTo>
                  <a:lnTo>
                    <a:pt x="6374861" y="917784"/>
                  </a:lnTo>
                  <a:lnTo>
                    <a:pt x="6406169" y="844247"/>
                  </a:lnTo>
                  <a:lnTo>
                    <a:pt x="6437427" y="774730"/>
                  </a:lnTo>
                  <a:lnTo>
                    <a:pt x="6468746" y="709230"/>
                  </a:lnTo>
                  <a:lnTo>
                    <a:pt x="6500268" y="647691"/>
                  </a:lnTo>
                  <a:lnTo>
                    <a:pt x="6515891" y="618862"/>
                  </a:lnTo>
                  <a:lnTo>
                    <a:pt x="6559312" y="544674"/>
                  </a:lnTo>
                  <a:lnTo>
                    <a:pt x="6604075" y="477461"/>
                  </a:lnTo>
                  <a:lnTo>
                    <a:pt x="6650786" y="416917"/>
                  </a:lnTo>
                  <a:lnTo>
                    <a:pt x="6700124" y="362496"/>
                  </a:lnTo>
                  <a:lnTo>
                    <a:pt x="6752793" y="313565"/>
                  </a:lnTo>
                  <a:lnTo>
                    <a:pt x="6809468" y="269498"/>
                  </a:lnTo>
                  <a:lnTo>
                    <a:pt x="6870732" y="229721"/>
                  </a:lnTo>
                  <a:lnTo>
                    <a:pt x="6937005" y="193755"/>
                  </a:lnTo>
                  <a:lnTo>
                    <a:pt x="7008427" y="161221"/>
                  </a:lnTo>
                  <a:lnTo>
                    <a:pt x="7084742" y="131857"/>
                  </a:lnTo>
                  <a:lnTo>
                    <a:pt x="7165146" y="105513"/>
                  </a:lnTo>
                  <a:lnTo>
                    <a:pt x="7248162" y="82141"/>
                  </a:lnTo>
                  <a:lnTo>
                    <a:pt x="7331579" y="61770"/>
                  </a:lnTo>
                  <a:lnTo>
                    <a:pt x="7412508" y="44469"/>
                  </a:lnTo>
                  <a:lnTo>
                    <a:pt x="7487628" y="30288"/>
                  </a:lnTo>
                  <a:lnTo>
                    <a:pt x="7553618" y="19205"/>
                  </a:lnTo>
                  <a:lnTo>
                    <a:pt x="7607718" y="11066"/>
                  </a:lnTo>
                  <a:lnTo>
                    <a:pt x="7648288" y="5570"/>
                  </a:lnTo>
                  <a:lnTo>
                    <a:pt x="7675196" y="2273"/>
                  </a:lnTo>
                  <a:lnTo>
                    <a:pt x="7689936" y="633"/>
                  </a:lnTo>
                  <a:lnTo>
                    <a:pt x="7695517" y="6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546595" y="1964588"/>
              <a:ext cx="8234974" cy="3713172"/>
            </a:xfrm>
            <a:custGeom>
              <a:avLst/>
              <a:pathLst>
                <a:path w="8234974" h="3713172">
                  <a:moveTo>
                    <a:pt x="8234974" y="0"/>
                  </a:moveTo>
                  <a:lnTo>
                    <a:pt x="7696237" y="0"/>
                  </a:lnTo>
                  <a:lnTo>
                    <a:pt x="7695288" y="89"/>
                  </a:lnTo>
                  <a:lnTo>
                    <a:pt x="7689045" y="727"/>
                  </a:lnTo>
                  <a:lnTo>
                    <a:pt x="7673318" y="2492"/>
                  </a:lnTo>
                  <a:lnTo>
                    <a:pt x="7645226" y="5964"/>
                  </a:lnTo>
                  <a:lnTo>
                    <a:pt x="7603417" y="11681"/>
                  </a:lnTo>
                  <a:lnTo>
                    <a:pt x="7548166" y="20073"/>
                  </a:lnTo>
                  <a:lnTo>
                    <a:pt x="7481235" y="31429"/>
                  </a:lnTo>
                  <a:lnTo>
                    <a:pt x="7405456" y="45889"/>
                  </a:lnTo>
                  <a:lnTo>
                    <a:pt x="7324174" y="63468"/>
                  </a:lnTo>
                  <a:lnTo>
                    <a:pt x="7240684" y="84110"/>
                  </a:lnTo>
                  <a:lnTo>
                    <a:pt x="7157822" y="107748"/>
                  </a:lnTo>
                  <a:lnTo>
                    <a:pt x="7077735" y="134359"/>
                  </a:lnTo>
                  <a:lnTo>
                    <a:pt x="7001834" y="163998"/>
                  </a:lnTo>
                  <a:lnTo>
                    <a:pt x="6930868" y="196826"/>
                  </a:lnTo>
                  <a:lnTo>
                    <a:pt x="6865055" y="233117"/>
                  </a:lnTo>
                  <a:lnTo>
                    <a:pt x="6804220" y="273256"/>
                  </a:lnTo>
                  <a:lnTo>
                    <a:pt x="6747930" y="317734"/>
                  </a:lnTo>
                  <a:lnTo>
                    <a:pt x="6695587" y="367129"/>
                  </a:lnTo>
                  <a:lnTo>
                    <a:pt x="6646512" y="422073"/>
                  </a:lnTo>
                  <a:lnTo>
                    <a:pt x="6600002" y="483194"/>
                  </a:lnTo>
                  <a:lnTo>
                    <a:pt x="6555382" y="551023"/>
                  </a:lnTo>
                  <a:lnTo>
                    <a:pt x="6515891" y="618862"/>
                  </a:lnTo>
                  <a:lnTo>
                    <a:pt x="6484207" y="678488"/>
                  </a:lnTo>
                  <a:lnTo>
                    <a:pt x="6452807" y="742031"/>
                  </a:lnTo>
                  <a:lnTo>
                    <a:pt x="6421535" y="809569"/>
                  </a:lnTo>
                  <a:lnTo>
                    <a:pt x="6390264" y="881133"/>
                  </a:lnTo>
                  <a:lnTo>
                    <a:pt x="6358894" y="956698"/>
                  </a:lnTo>
                  <a:lnTo>
                    <a:pt x="6327350" y="1036178"/>
                  </a:lnTo>
                  <a:lnTo>
                    <a:pt x="6295579" y="1119426"/>
                  </a:lnTo>
                  <a:lnTo>
                    <a:pt x="6263549" y="1206227"/>
                  </a:lnTo>
                  <a:lnTo>
                    <a:pt x="6231250" y="1296299"/>
                  </a:lnTo>
                  <a:lnTo>
                    <a:pt x="6198686" y="1389296"/>
                  </a:lnTo>
                  <a:lnTo>
                    <a:pt x="6165879" y="1484810"/>
                  </a:lnTo>
                  <a:lnTo>
                    <a:pt x="6132864" y="1582379"/>
                  </a:lnTo>
                  <a:lnTo>
                    <a:pt x="6099687" y="1681493"/>
                  </a:lnTo>
                  <a:lnTo>
                    <a:pt x="6066403" y="1781608"/>
                  </a:lnTo>
                  <a:lnTo>
                    <a:pt x="6033073" y="1882154"/>
                  </a:lnTo>
                  <a:lnTo>
                    <a:pt x="5999758" y="1982553"/>
                  </a:lnTo>
                  <a:lnTo>
                    <a:pt x="5966521" y="2082229"/>
                  </a:lnTo>
                  <a:lnTo>
                    <a:pt x="5933420" y="2180623"/>
                  </a:lnTo>
                  <a:lnTo>
                    <a:pt x="5900506" y="2277209"/>
                  </a:lnTo>
                  <a:lnTo>
                    <a:pt x="5867819" y="2371497"/>
                  </a:lnTo>
                  <a:lnTo>
                    <a:pt x="5835388" y="2463054"/>
                  </a:lnTo>
                  <a:lnTo>
                    <a:pt x="5803226" y="2551502"/>
                  </a:lnTo>
                  <a:lnTo>
                    <a:pt x="5771330" y="2636528"/>
                  </a:lnTo>
                  <a:lnTo>
                    <a:pt x="5739680" y="2717883"/>
                  </a:lnTo>
                  <a:lnTo>
                    <a:pt x="5708232" y="2795387"/>
                  </a:lnTo>
                  <a:lnTo>
                    <a:pt x="5676923" y="2868925"/>
                  </a:lnTo>
                  <a:lnTo>
                    <a:pt x="5645666" y="2938441"/>
                  </a:lnTo>
                  <a:lnTo>
                    <a:pt x="5614347" y="3003941"/>
                  </a:lnTo>
                  <a:lnTo>
                    <a:pt x="5582824" y="3065480"/>
                  </a:lnTo>
                  <a:lnTo>
                    <a:pt x="5567201" y="3094310"/>
                  </a:lnTo>
                  <a:lnTo>
                    <a:pt x="5523780" y="3168497"/>
                  </a:lnTo>
                  <a:lnTo>
                    <a:pt x="5479017" y="3235710"/>
                  </a:lnTo>
                  <a:lnTo>
                    <a:pt x="5432307" y="3296255"/>
                  </a:lnTo>
                  <a:lnTo>
                    <a:pt x="5382968" y="3350676"/>
                  </a:lnTo>
                  <a:lnTo>
                    <a:pt x="5330299" y="3399606"/>
                  </a:lnTo>
                  <a:lnTo>
                    <a:pt x="5273625" y="3443674"/>
                  </a:lnTo>
                  <a:lnTo>
                    <a:pt x="5212360" y="3483450"/>
                  </a:lnTo>
                  <a:lnTo>
                    <a:pt x="5146088" y="3519417"/>
                  </a:lnTo>
                  <a:lnTo>
                    <a:pt x="5074665" y="3551950"/>
                  </a:lnTo>
                  <a:lnTo>
                    <a:pt x="4998350" y="3581314"/>
                  </a:lnTo>
                  <a:lnTo>
                    <a:pt x="4917947" y="3607658"/>
                  </a:lnTo>
                  <a:lnTo>
                    <a:pt x="4834930" y="3631030"/>
                  </a:lnTo>
                  <a:lnTo>
                    <a:pt x="4751514" y="3651401"/>
                  </a:lnTo>
                  <a:lnTo>
                    <a:pt x="4670585" y="3668702"/>
                  </a:lnTo>
                  <a:lnTo>
                    <a:pt x="4595465" y="3682883"/>
                  </a:lnTo>
                  <a:lnTo>
                    <a:pt x="4529475" y="3693967"/>
                  </a:lnTo>
                  <a:lnTo>
                    <a:pt x="4475374" y="3702105"/>
                  </a:lnTo>
                  <a:lnTo>
                    <a:pt x="4434804" y="3707601"/>
                  </a:lnTo>
                  <a:lnTo>
                    <a:pt x="4407897" y="3710898"/>
                  </a:lnTo>
                  <a:lnTo>
                    <a:pt x="4393156" y="3712538"/>
                  </a:lnTo>
                  <a:lnTo>
                    <a:pt x="4387576" y="3713104"/>
                  </a:lnTo>
                  <a:lnTo>
                    <a:pt x="4386855" y="3713172"/>
                  </a:lnTo>
                  <a:lnTo>
                    <a:pt x="3848118" y="3713172"/>
                  </a:lnTo>
                  <a:lnTo>
                    <a:pt x="3846931" y="3713093"/>
                  </a:lnTo>
                  <a:lnTo>
                    <a:pt x="3839164" y="3712532"/>
                  </a:lnTo>
                  <a:lnTo>
                    <a:pt x="3819738" y="3710981"/>
                  </a:lnTo>
                  <a:lnTo>
                    <a:pt x="3785401" y="3707934"/>
                  </a:lnTo>
                  <a:lnTo>
                    <a:pt x="3735018" y="3702943"/>
                  </a:lnTo>
                  <a:lnTo>
                    <a:pt x="3669633" y="3695672"/>
                  </a:lnTo>
                  <a:lnTo>
                    <a:pt x="3592108" y="3685926"/>
                  </a:lnTo>
                  <a:lnTo>
                    <a:pt x="3506407" y="3673643"/>
                  </a:lnTo>
                  <a:lnTo>
                    <a:pt x="3416760" y="3658851"/>
                  </a:lnTo>
                  <a:lnTo>
                    <a:pt x="3326955" y="3641610"/>
                  </a:lnTo>
                  <a:lnTo>
                    <a:pt x="3239913" y="3621953"/>
                  </a:lnTo>
                  <a:lnTo>
                    <a:pt x="3157565" y="3599845"/>
                  </a:lnTo>
                  <a:lnTo>
                    <a:pt x="3080926" y="3575153"/>
                  </a:lnTo>
                  <a:lnTo>
                    <a:pt x="3010278" y="3547640"/>
                  </a:lnTo>
                  <a:lnTo>
                    <a:pt x="2945382" y="3516961"/>
                  </a:lnTo>
                  <a:lnTo>
                    <a:pt x="2885656" y="3482672"/>
                  </a:lnTo>
                  <a:lnTo>
                    <a:pt x="2830323" y="3444256"/>
                  </a:lnTo>
                  <a:lnTo>
                    <a:pt x="2778513" y="3401153"/>
                  </a:lnTo>
                  <a:lnTo>
                    <a:pt x="2729353" y="3352834"/>
                  </a:lnTo>
                  <a:lnTo>
                    <a:pt x="2682030" y="3298921"/>
                  </a:lnTo>
                  <a:lnTo>
                    <a:pt x="2667772" y="3281239"/>
                  </a:lnTo>
                  <a:lnTo>
                    <a:pt x="2631058" y="3232724"/>
                  </a:lnTo>
                  <a:lnTo>
                    <a:pt x="2594691" y="3180519"/>
                  </a:lnTo>
                  <a:lnTo>
                    <a:pt x="2558439" y="3124551"/>
                  </a:lnTo>
                  <a:lnTo>
                    <a:pt x="2522119" y="3064810"/>
                  </a:lnTo>
                  <a:lnTo>
                    <a:pt x="2485599" y="3001359"/>
                  </a:lnTo>
                  <a:lnTo>
                    <a:pt x="2448787" y="2934341"/>
                  </a:lnTo>
                  <a:lnTo>
                    <a:pt x="2411630" y="2863979"/>
                  </a:lnTo>
                  <a:lnTo>
                    <a:pt x="2374110" y="2790584"/>
                  </a:lnTo>
                  <a:lnTo>
                    <a:pt x="2336240" y="2714546"/>
                  </a:lnTo>
                  <a:lnTo>
                    <a:pt x="2298063" y="2636330"/>
                  </a:lnTo>
                  <a:lnTo>
                    <a:pt x="2259642" y="2556467"/>
                  </a:lnTo>
                  <a:lnTo>
                    <a:pt x="2221058" y="2475539"/>
                  </a:lnTo>
                  <a:lnTo>
                    <a:pt x="2182405" y="2394161"/>
                  </a:lnTo>
                  <a:lnTo>
                    <a:pt x="2143780" y="2312963"/>
                  </a:lnTo>
                  <a:lnTo>
                    <a:pt x="2105278" y="2232569"/>
                  </a:lnTo>
                  <a:lnTo>
                    <a:pt x="2066987" y="2153577"/>
                  </a:lnTo>
                  <a:lnTo>
                    <a:pt x="2028979" y="2076541"/>
                  </a:lnTo>
                  <a:lnTo>
                    <a:pt x="1991305" y="2001957"/>
                  </a:lnTo>
                  <a:lnTo>
                    <a:pt x="1953992" y="1930250"/>
                  </a:lnTo>
                  <a:lnTo>
                    <a:pt x="1917036" y="1861762"/>
                  </a:lnTo>
                  <a:lnTo>
                    <a:pt x="1880399" y="1796756"/>
                  </a:lnTo>
                  <a:lnTo>
                    <a:pt x="1844008" y="1735408"/>
                  </a:lnTo>
                  <a:lnTo>
                    <a:pt x="1807746" y="1677815"/>
                  </a:lnTo>
                  <a:lnTo>
                    <a:pt x="1771453" y="1623999"/>
                  </a:lnTo>
                  <a:lnTo>
                    <a:pt x="1734921" y="1573911"/>
                  </a:lnTo>
                  <a:lnTo>
                    <a:pt x="1719082" y="1553507"/>
                  </a:lnTo>
                  <a:lnTo>
                    <a:pt x="1672182" y="1497847"/>
                  </a:lnTo>
                  <a:lnTo>
                    <a:pt x="1623667" y="1447841"/>
                  </a:lnTo>
                  <a:lnTo>
                    <a:pt x="1572762" y="1403190"/>
                  </a:lnTo>
                  <a:lnTo>
                    <a:pt x="1518604" y="1363395"/>
                  </a:lnTo>
                  <a:lnTo>
                    <a:pt x="1460314" y="1327899"/>
                  </a:lnTo>
                  <a:lnTo>
                    <a:pt x="1397078" y="1296163"/>
                  </a:lnTo>
                  <a:lnTo>
                    <a:pt x="1328240" y="1267720"/>
                  </a:lnTo>
                  <a:lnTo>
                    <a:pt x="1253436" y="1242193"/>
                  </a:lnTo>
                  <a:lnTo>
                    <a:pt x="1172770" y="1219311"/>
                  </a:lnTo>
                  <a:lnTo>
                    <a:pt x="1087009" y="1198910"/>
                  </a:lnTo>
                  <a:lnTo>
                    <a:pt x="997786" y="1180927"/>
                  </a:lnTo>
                  <a:lnTo>
                    <a:pt x="907722" y="1165377"/>
                  </a:lnTo>
                  <a:lnTo>
                    <a:pt x="820370" y="1152318"/>
                  </a:lnTo>
                  <a:lnTo>
                    <a:pt x="739887" y="1141795"/>
                  </a:lnTo>
                  <a:lnTo>
                    <a:pt x="670405" y="1133779"/>
                  </a:lnTo>
                  <a:lnTo>
                    <a:pt x="615213" y="1128118"/>
                  </a:lnTo>
                  <a:lnTo>
                    <a:pt x="575970" y="1124518"/>
                  </a:lnTo>
                  <a:lnTo>
                    <a:pt x="552222" y="1122560"/>
                  </a:lnTo>
                  <a:lnTo>
                    <a:pt x="541340" y="1121750"/>
                  </a:lnTo>
                  <a:lnTo>
                    <a:pt x="538772" y="1121576"/>
                  </a:lnTo>
                  <a:lnTo>
                    <a:pt x="538736" y="1121574"/>
                  </a:lnTo>
                  <a:lnTo>
                    <a:pt x="0" y="11215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8" name="pg248"/>
            <p:cNvSpPr/>
            <p:nvPr/>
          </p:nvSpPr>
          <p:spPr>
            <a:xfrm>
              <a:off x="546595" y="2421929"/>
              <a:ext cx="8234974" cy="3272165"/>
            </a:xfrm>
            <a:custGeom>
              <a:avLst/>
              <a:pathLst>
                <a:path w="8234974" h="3272165">
                  <a:moveTo>
                    <a:pt x="0" y="675122"/>
                  </a:moveTo>
                  <a:lnTo>
                    <a:pt x="538736" y="675122"/>
                  </a:lnTo>
                  <a:lnTo>
                    <a:pt x="539924" y="675200"/>
                  </a:lnTo>
                  <a:lnTo>
                    <a:pt x="547688" y="675763"/>
                  </a:lnTo>
                  <a:lnTo>
                    <a:pt x="567106" y="677317"/>
                  </a:lnTo>
                  <a:lnTo>
                    <a:pt x="601433" y="680369"/>
                  </a:lnTo>
                  <a:lnTo>
                    <a:pt x="651800" y="685368"/>
                  </a:lnTo>
                  <a:lnTo>
                    <a:pt x="717168" y="692652"/>
                  </a:lnTo>
                  <a:lnTo>
                    <a:pt x="794675" y="702415"/>
                  </a:lnTo>
                  <a:lnTo>
                    <a:pt x="880360" y="714720"/>
                  </a:lnTo>
                  <a:lnTo>
                    <a:pt x="969993" y="729539"/>
                  </a:lnTo>
                  <a:lnTo>
                    <a:pt x="1059790" y="746811"/>
                  </a:lnTo>
                  <a:lnTo>
                    <a:pt x="1146825" y="766504"/>
                  </a:lnTo>
                  <a:lnTo>
                    <a:pt x="1229171" y="788652"/>
                  </a:lnTo>
                  <a:lnTo>
                    <a:pt x="1305810" y="813388"/>
                  </a:lnTo>
                  <a:lnTo>
                    <a:pt x="1376459" y="840950"/>
                  </a:lnTo>
                  <a:lnTo>
                    <a:pt x="1441357" y="871685"/>
                  </a:lnTo>
                  <a:lnTo>
                    <a:pt x="1501084" y="906033"/>
                  </a:lnTo>
                  <a:lnTo>
                    <a:pt x="1556419" y="944517"/>
                  </a:lnTo>
                  <a:lnTo>
                    <a:pt x="1608229" y="987694"/>
                  </a:lnTo>
                  <a:lnTo>
                    <a:pt x="1657388" y="1036096"/>
                  </a:lnTo>
                  <a:lnTo>
                    <a:pt x="1704708" y="1090102"/>
                  </a:lnTo>
                  <a:lnTo>
                    <a:pt x="1719082" y="1107962"/>
                  </a:lnTo>
                  <a:lnTo>
                    <a:pt x="1755767" y="1156538"/>
                  </a:lnTo>
                  <a:lnTo>
                    <a:pt x="1792105" y="1208806"/>
                  </a:lnTo>
                  <a:lnTo>
                    <a:pt x="1828328" y="1264839"/>
                  </a:lnTo>
                  <a:lnTo>
                    <a:pt x="1864618" y="1324646"/>
                  </a:lnTo>
                  <a:lnTo>
                    <a:pt x="1901107" y="1388166"/>
                  </a:lnTo>
                  <a:lnTo>
                    <a:pt x="1937888" y="1455256"/>
                  </a:lnTo>
                  <a:lnTo>
                    <a:pt x="1975014" y="1525691"/>
                  </a:lnTo>
                  <a:lnTo>
                    <a:pt x="2012502" y="1599164"/>
                  </a:lnTo>
                  <a:lnTo>
                    <a:pt x="2050338" y="1675284"/>
                  </a:lnTo>
                  <a:lnTo>
                    <a:pt x="2088483" y="1753587"/>
                  </a:lnTo>
                  <a:lnTo>
                    <a:pt x="2126871" y="1833541"/>
                  </a:lnTo>
                  <a:lnTo>
                    <a:pt x="2165423" y="1914567"/>
                  </a:lnTo>
                  <a:lnTo>
                    <a:pt x="2204044" y="1996049"/>
                  </a:lnTo>
                  <a:lnTo>
                    <a:pt x="2242639" y="2077357"/>
                  </a:lnTo>
                  <a:lnTo>
                    <a:pt x="2281112" y="2157868"/>
                  </a:lnTo>
                  <a:lnTo>
                    <a:pt x="2319375" y="2236984"/>
                  </a:lnTo>
                  <a:lnTo>
                    <a:pt x="2357357" y="2314148"/>
                  </a:lnTo>
                  <a:lnTo>
                    <a:pt x="2395006" y="2388866"/>
                  </a:lnTo>
                  <a:lnTo>
                    <a:pt x="2432294" y="2460712"/>
                  </a:lnTo>
                  <a:lnTo>
                    <a:pt x="2469226" y="2529341"/>
                  </a:lnTo>
                  <a:lnTo>
                    <a:pt x="2505837" y="2594491"/>
                  </a:lnTo>
                  <a:lnTo>
                    <a:pt x="2542203" y="2655983"/>
                  </a:lnTo>
                  <a:lnTo>
                    <a:pt x="2578437" y="2713718"/>
                  </a:lnTo>
                  <a:lnTo>
                    <a:pt x="2614697" y="2767676"/>
                  </a:lnTo>
                  <a:lnTo>
                    <a:pt x="2651193" y="2817901"/>
                  </a:lnTo>
                  <a:lnTo>
                    <a:pt x="2667772" y="2839324"/>
                  </a:lnTo>
                  <a:lnTo>
                    <a:pt x="2714666" y="2895094"/>
                  </a:lnTo>
                  <a:lnTo>
                    <a:pt x="2763176" y="2945200"/>
                  </a:lnTo>
                  <a:lnTo>
                    <a:pt x="2814073" y="2989941"/>
                  </a:lnTo>
                  <a:lnTo>
                    <a:pt x="2868223" y="3029816"/>
                  </a:lnTo>
                  <a:lnTo>
                    <a:pt x="2926503" y="3065385"/>
                  </a:lnTo>
                  <a:lnTo>
                    <a:pt x="2989728" y="3097186"/>
                  </a:lnTo>
                  <a:lnTo>
                    <a:pt x="3058553" y="3125688"/>
                  </a:lnTo>
                  <a:lnTo>
                    <a:pt x="3133341" y="3151268"/>
                  </a:lnTo>
                  <a:lnTo>
                    <a:pt x="3213991" y="3174198"/>
                  </a:lnTo>
                  <a:lnTo>
                    <a:pt x="3299737" y="3194642"/>
                  </a:lnTo>
                  <a:lnTo>
                    <a:pt x="3388945" y="3212664"/>
                  </a:lnTo>
                  <a:lnTo>
                    <a:pt x="3478999" y="3228248"/>
                  </a:lnTo>
                  <a:lnTo>
                    <a:pt x="3566348" y="3241336"/>
                  </a:lnTo>
                  <a:lnTo>
                    <a:pt x="3646837" y="3251884"/>
                  </a:lnTo>
                  <a:lnTo>
                    <a:pt x="3716333" y="3259921"/>
                  </a:lnTo>
                  <a:lnTo>
                    <a:pt x="3771548" y="3265597"/>
                  </a:lnTo>
                  <a:lnTo>
                    <a:pt x="3810819" y="3269208"/>
                  </a:lnTo>
                  <a:lnTo>
                    <a:pt x="3834595" y="3271173"/>
                  </a:lnTo>
                  <a:lnTo>
                    <a:pt x="3845501" y="3271987"/>
                  </a:lnTo>
                  <a:lnTo>
                    <a:pt x="3848118" y="3272165"/>
                  </a:lnTo>
                  <a:lnTo>
                    <a:pt x="4386855" y="3272165"/>
                  </a:lnTo>
                  <a:lnTo>
                    <a:pt x="4387986" y="3272070"/>
                  </a:lnTo>
                  <a:lnTo>
                    <a:pt x="4395387" y="3271398"/>
                  </a:lnTo>
                  <a:lnTo>
                    <a:pt x="4413929" y="3269540"/>
                  </a:lnTo>
                  <a:lnTo>
                    <a:pt x="4446785" y="3265888"/>
                  </a:lnTo>
                  <a:lnTo>
                    <a:pt x="4495156" y="3259900"/>
                  </a:lnTo>
                  <a:lnTo>
                    <a:pt x="4558197" y="3251160"/>
                  </a:lnTo>
                  <a:lnTo>
                    <a:pt x="4633318" y="3239419"/>
                  </a:lnTo>
                  <a:lnTo>
                    <a:pt x="4716821" y="3224587"/>
                  </a:lnTo>
                  <a:lnTo>
                    <a:pt x="4804671" y="3206688"/>
                  </a:lnTo>
                  <a:lnTo>
                    <a:pt x="4893176" y="3185794"/>
                  </a:lnTo>
                  <a:lnTo>
                    <a:pt x="4979410" y="3161954"/>
                  </a:lnTo>
                  <a:lnTo>
                    <a:pt x="5061374" y="3135143"/>
                  </a:lnTo>
                  <a:lnTo>
                    <a:pt x="5137950" y="3105225"/>
                  </a:lnTo>
                  <a:lnTo>
                    <a:pt x="5208740" y="3071943"/>
                  </a:lnTo>
                  <a:lnTo>
                    <a:pt x="5273879" y="3034911"/>
                  </a:lnTo>
                  <a:lnTo>
                    <a:pt x="5333854" y="2993625"/>
                  </a:lnTo>
                  <a:lnTo>
                    <a:pt x="5389369" y="2947485"/>
                  </a:lnTo>
                  <a:lnTo>
                    <a:pt x="5441234" y="2895825"/>
                  </a:lnTo>
                  <a:lnTo>
                    <a:pt x="5490288" y="2837992"/>
                  </a:lnTo>
                  <a:lnTo>
                    <a:pt x="5537328" y="2773452"/>
                  </a:lnTo>
                  <a:lnTo>
                    <a:pt x="5567201" y="2727711"/>
                  </a:lnTo>
                  <a:lnTo>
                    <a:pt x="5600663" y="2672193"/>
                  </a:lnTo>
                  <a:lnTo>
                    <a:pt x="5633817" y="2612825"/>
                  </a:lnTo>
                  <a:lnTo>
                    <a:pt x="5666846" y="2549528"/>
                  </a:lnTo>
                  <a:lnTo>
                    <a:pt x="5699894" y="2482280"/>
                  </a:lnTo>
                  <a:lnTo>
                    <a:pt x="5733074" y="2411118"/>
                  </a:lnTo>
                  <a:lnTo>
                    <a:pt x="5766468" y="2336147"/>
                  </a:lnTo>
                  <a:lnTo>
                    <a:pt x="5800128" y="2257541"/>
                  </a:lnTo>
                  <a:lnTo>
                    <a:pt x="5834084" y="2175550"/>
                  </a:lnTo>
                  <a:lnTo>
                    <a:pt x="5868341" y="2090492"/>
                  </a:lnTo>
                  <a:lnTo>
                    <a:pt x="5902884" y="2002760"/>
                  </a:lnTo>
                  <a:lnTo>
                    <a:pt x="5937676" y="1912807"/>
                  </a:lnTo>
                  <a:lnTo>
                    <a:pt x="5972670" y="1821142"/>
                  </a:lnTo>
                  <a:lnTo>
                    <a:pt x="6007804" y="1728319"/>
                  </a:lnTo>
                  <a:lnTo>
                    <a:pt x="6043009" y="1634922"/>
                  </a:lnTo>
                  <a:lnTo>
                    <a:pt x="6078210" y="1541550"/>
                  </a:lnTo>
                  <a:lnTo>
                    <a:pt x="6113335" y="1448801"/>
                  </a:lnTo>
                  <a:lnTo>
                    <a:pt x="6148314" y="1357258"/>
                  </a:lnTo>
                  <a:lnTo>
                    <a:pt x="6183088" y="1267470"/>
                  </a:lnTo>
                  <a:lnTo>
                    <a:pt x="6217608" y="1179944"/>
                  </a:lnTo>
                  <a:lnTo>
                    <a:pt x="6251840" y="1095127"/>
                  </a:lnTo>
                  <a:lnTo>
                    <a:pt x="6285771" y="1013405"/>
                  </a:lnTo>
                  <a:lnTo>
                    <a:pt x="6319408" y="935093"/>
                  </a:lnTo>
                  <a:lnTo>
                    <a:pt x="6352781" y="860433"/>
                  </a:lnTo>
                  <a:lnTo>
                    <a:pt x="6385947" y="789593"/>
                  </a:lnTo>
                  <a:lnTo>
                    <a:pt x="6418989" y="722672"/>
                  </a:lnTo>
                  <a:lnTo>
                    <a:pt x="6452022" y="659704"/>
                  </a:lnTo>
                  <a:lnTo>
                    <a:pt x="6485194" y="600659"/>
                  </a:lnTo>
                  <a:lnTo>
                    <a:pt x="6515891" y="549897"/>
                  </a:lnTo>
                  <a:lnTo>
                    <a:pt x="6561998" y="480849"/>
                  </a:lnTo>
                  <a:lnTo>
                    <a:pt x="6609656" y="418695"/>
                  </a:lnTo>
                  <a:lnTo>
                    <a:pt x="6659596" y="363086"/>
                  </a:lnTo>
                  <a:lnTo>
                    <a:pt x="6712640" y="313430"/>
                  </a:lnTo>
                  <a:lnTo>
                    <a:pt x="6769623" y="269056"/>
                  </a:lnTo>
                  <a:lnTo>
                    <a:pt x="6831329" y="229319"/>
                  </a:lnTo>
                  <a:lnTo>
                    <a:pt x="6898399" y="193647"/>
                  </a:lnTo>
                  <a:lnTo>
                    <a:pt x="6971216" y="161577"/>
                  </a:lnTo>
                  <a:lnTo>
                    <a:pt x="7049750" y="132766"/>
                  </a:lnTo>
                  <a:lnTo>
                    <a:pt x="7133374" y="107001"/>
                  </a:lnTo>
                  <a:lnTo>
                    <a:pt x="7220675" y="84187"/>
                  </a:lnTo>
                  <a:lnTo>
                    <a:pt x="7309329" y="64330"/>
                  </a:lnTo>
                  <a:lnTo>
                    <a:pt x="7396111" y="47494"/>
                  </a:lnTo>
                  <a:lnTo>
                    <a:pt x="7477146" y="33742"/>
                  </a:lnTo>
                  <a:lnTo>
                    <a:pt x="7548431" y="23066"/>
                  </a:lnTo>
                  <a:lnTo>
                    <a:pt x="7606568" y="15324"/>
                  </a:lnTo>
                  <a:lnTo>
                    <a:pt x="7649519" y="10206"/>
                  </a:lnTo>
                  <a:lnTo>
                    <a:pt x="7677138" y="7247"/>
                  </a:lnTo>
                  <a:lnTo>
                    <a:pt x="7691338" y="5873"/>
                  </a:lnTo>
                  <a:lnTo>
                    <a:pt x="7695919" y="547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7" y="94"/>
                  </a:lnTo>
                  <a:lnTo>
                    <a:pt x="7687706" y="766"/>
                  </a:lnTo>
                  <a:lnTo>
                    <a:pt x="7669164" y="2624"/>
                  </a:lnTo>
                  <a:lnTo>
                    <a:pt x="7636308" y="6276"/>
                  </a:lnTo>
                  <a:lnTo>
                    <a:pt x="7587937" y="12264"/>
                  </a:lnTo>
                  <a:lnTo>
                    <a:pt x="7524896" y="21004"/>
                  </a:lnTo>
                  <a:lnTo>
                    <a:pt x="7449775" y="32745"/>
                  </a:lnTo>
                  <a:lnTo>
                    <a:pt x="7366272" y="47577"/>
                  </a:lnTo>
                  <a:lnTo>
                    <a:pt x="7278421" y="65476"/>
                  </a:lnTo>
                  <a:lnTo>
                    <a:pt x="7189917" y="86370"/>
                  </a:lnTo>
                  <a:lnTo>
                    <a:pt x="7103683" y="110210"/>
                  </a:lnTo>
                  <a:lnTo>
                    <a:pt x="7021719" y="137022"/>
                  </a:lnTo>
                  <a:lnTo>
                    <a:pt x="6945143" y="166939"/>
                  </a:lnTo>
                  <a:lnTo>
                    <a:pt x="6874352" y="200221"/>
                  </a:lnTo>
                  <a:lnTo>
                    <a:pt x="6809214" y="237253"/>
                  </a:lnTo>
                  <a:lnTo>
                    <a:pt x="6749239" y="278539"/>
                  </a:lnTo>
                  <a:lnTo>
                    <a:pt x="6693724" y="324679"/>
                  </a:lnTo>
                  <a:lnTo>
                    <a:pt x="6641859" y="376339"/>
                  </a:lnTo>
                  <a:lnTo>
                    <a:pt x="6592805" y="434172"/>
                  </a:lnTo>
                  <a:lnTo>
                    <a:pt x="6545765" y="498712"/>
                  </a:lnTo>
                  <a:lnTo>
                    <a:pt x="6515891" y="544453"/>
                  </a:lnTo>
                  <a:lnTo>
                    <a:pt x="6482430" y="599971"/>
                  </a:lnTo>
                  <a:lnTo>
                    <a:pt x="6449276" y="659339"/>
                  </a:lnTo>
                  <a:lnTo>
                    <a:pt x="6416247" y="722636"/>
                  </a:lnTo>
                  <a:lnTo>
                    <a:pt x="6383198" y="789884"/>
                  </a:lnTo>
                  <a:lnTo>
                    <a:pt x="6350018" y="861046"/>
                  </a:lnTo>
                  <a:lnTo>
                    <a:pt x="6316625" y="936017"/>
                  </a:lnTo>
                  <a:lnTo>
                    <a:pt x="6282964" y="1014623"/>
                  </a:lnTo>
                  <a:lnTo>
                    <a:pt x="6249008" y="1096614"/>
                  </a:lnTo>
                  <a:lnTo>
                    <a:pt x="6214751" y="1181672"/>
                  </a:lnTo>
                  <a:lnTo>
                    <a:pt x="6180209" y="1269404"/>
                  </a:lnTo>
                  <a:lnTo>
                    <a:pt x="6145416" y="1359358"/>
                  </a:lnTo>
                  <a:lnTo>
                    <a:pt x="6110422" y="1451022"/>
                  </a:lnTo>
                  <a:lnTo>
                    <a:pt x="6075288" y="1543845"/>
                  </a:lnTo>
                  <a:lnTo>
                    <a:pt x="6040084" y="1637242"/>
                  </a:lnTo>
                  <a:lnTo>
                    <a:pt x="6004882" y="1730614"/>
                  </a:lnTo>
                  <a:lnTo>
                    <a:pt x="5969758" y="1823363"/>
                  </a:lnTo>
                  <a:lnTo>
                    <a:pt x="5934778" y="1914906"/>
                  </a:lnTo>
                  <a:lnTo>
                    <a:pt x="5900004" y="2004694"/>
                  </a:lnTo>
                  <a:lnTo>
                    <a:pt x="5865485" y="2092220"/>
                  </a:lnTo>
                  <a:lnTo>
                    <a:pt x="5831252" y="2177037"/>
                  </a:lnTo>
                  <a:lnTo>
                    <a:pt x="5797321" y="2258759"/>
                  </a:lnTo>
                  <a:lnTo>
                    <a:pt x="5763684" y="2337071"/>
                  </a:lnTo>
                  <a:lnTo>
                    <a:pt x="5730311" y="2411731"/>
                  </a:lnTo>
                  <a:lnTo>
                    <a:pt x="5697145" y="2482571"/>
                  </a:lnTo>
                  <a:lnTo>
                    <a:pt x="5664103" y="2549492"/>
                  </a:lnTo>
                  <a:lnTo>
                    <a:pt x="5631070" y="2612460"/>
                  </a:lnTo>
                  <a:lnTo>
                    <a:pt x="5597898" y="2671505"/>
                  </a:lnTo>
                  <a:lnTo>
                    <a:pt x="5567201" y="2722267"/>
                  </a:lnTo>
                  <a:lnTo>
                    <a:pt x="5521094" y="2791315"/>
                  </a:lnTo>
                  <a:lnTo>
                    <a:pt x="5473437" y="2853469"/>
                  </a:lnTo>
                  <a:lnTo>
                    <a:pt x="5423496" y="2909078"/>
                  </a:lnTo>
                  <a:lnTo>
                    <a:pt x="5370452" y="2958735"/>
                  </a:lnTo>
                  <a:lnTo>
                    <a:pt x="5313469" y="3003108"/>
                  </a:lnTo>
                  <a:lnTo>
                    <a:pt x="5251764" y="3042845"/>
                  </a:lnTo>
                  <a:lnTo>
                    <a:pt x="5184694" y="3078517"/>
                  </a:lnTo>
                  <a:lnTo>
                    <a:pt x="5111876" y="3110587"/>
                  </a:lnTo>
                  <a:lnTo>
                    <a:pt x="5033342" y="3139398"/>
                  </a:lnTo>
                  <a:lnTo>
                    <a:pt x="4949718" y="3165163"/>
                  </a:lnTo>
                  <a:lnTo>
                    <a:pt x="4862417" y="3187977"/>
                  </a:lnTo>
                  <a:lnTo>
                    <a:pt x="4773763" y="3207834"/>
                  </a:lnTo>
                  <a:lnTo>
                    <a:pt x="4686981" y="3224670"/>
                  </a:lnTo>
                  <a:lnTo>
                    <a:pt x="4605946" y="3238422"/>
                  </a:lnTo>
                  <a:lnTo>
                    <a:pt x="4534661" y="3249098"/>
                  </a:lnTo>
                  <a:lnTo>
                    <a:pt x="4476524" y="3256840"/>
                  </a:lnTo>
                  <a:lnTo>
                    <a:pt x="4433574" y="3261958"/>
                  </a:lnTo>
                  <a:lnTo>
                    <a:pt x="4405955" y="3264917"/>
                  </a:lnTo>
                  <a:lnTo>
                    <a:pt x="4391754" y="3266292"/>
                  </a:lnTo>
                  <a:lnTo>
                    <a:pt x="4387174" y="3266694"/>
                  </a:lnTo>
                  <a:lnTo>
                    <a:pt x="4386855" y="3266720"/>
                  </a:lnTo>
                  <a:lnTo>
                    <a:pt x="3848118" y="3266720"/>
                  </a:lnTo>
                  <a:lnTo>
                    <a:pt x="3846931" y="3266641"/>
                  </a:lnTo>
                  <a:lnTo>
                    <a:pt x="3839167" y="3266079"/>
                  </a:lnTo>
                  <a:lnTo>
                    <a:pt x="3819748" y="3264525"/>
                  </a:lnTo>
                  <a:lnTo>
                    <a:pt x="3785422" y="3261473"/>
                  </a:lnTo>
                  <a:lnTo>
                    <a:pt x="3735054" y="3256473"/>
                  </a:lnTo>
                  <a:lnTo>
                    <a:pt x="3669687" y="3249190"/>
                  </a:lnTo>
                  <a:lnTo>
                    <a:pt x="3592179" y="3239427"/>
                  </a:lnTo>
                  <a:lnTo>
                    <a:pt x="3506495" y="3227121"/>
                  </a:lnTo>
                  <a:lnTo>
                    <a:pt x="3416861" y="3212303"/>
                  </a:lnTo>
                  <a:lnTo>
                    <a:pt x="3327065" y="3195030"/>
                  </a:lnTo>
                  <a:lnTo>
                    <a:pt x="3240029" y="3175338"/>
                  </a:lnTo>
                  <a:lnTo>
                    <a:pt x="3157684" y="3153190"/>
                  </a:lnTo>
                  <a:lnTo>
                    <a:pt x="3081045" y="3128454"/>
                  </a:lnTo>
                  <a:lnTo>
                    <a:pt x="3010396" y="3100891"/>
                  </a:lnTo>
                  <a:lnTo>
                    <a:pt x="2945498" y="3070157"/>
                  </a:lnTo>
                  <a:lnTo>
                    <a:pt x="2885770" y="3035808"/>
                  </a:lnTo>
                  <a:lnTo>
                    <a:pt x="2830435" y="2997325"/>
                  </a:lnTo>
                  <a:lnTo>
                    <a:pt x="2778626" y="2954148"/>
                  </a:lnTo>
                  <a:lnTo>
                    <a:pt x="2729466" y="2905746"/>
                  </a:lnTo>
                  <a:lnTo>
                    <a:pt x="2682146" y="2851740"/>
                  </a:lnTo>
                  <a:lnTo>
                    <a:pt x="2667772" y="2833880"/>
                  </a:lnTo>
                  <a:lnTo>
                    <a:pt x="2631087" y="2785303"/>
                  </a:lnTo>
                  <a:lnTo>
                    <a:pt x="2594750" y="2733036"/>
                  </a:lnTo>
                  <a:lnTo>
                    <a:pt x="2558526" y="2677003"/>
                  </a:lnTo>
                  <a:lnTo>
                    <a:pt x="2522237" y="2617195"/>
                  </a:lnTo>
                  <a:lnTo>
                    <a:pt x="2485747" y="2553676"/>
                  </a:lnTo>
                  <a:lnTo>
                    <a:pt x="2448966" y="2486586"/>
                  </a:lnTo>
                  <a:lnTo>
                    <a:pt x="2411841" y="2416150"/>
                  </a:lnTo>
                  <a:lnTo>
                    <a:pt x="2374353" y="2342678"/>
                  </a:lnTo>
                  <a:lnTo>
                    <a:pt x="2336516" y="2266557"/>
                  </a:lnTo>
                  <a:lnTo>
                    <a:pt x="2298372" y="2188255"/>
                  </a:lnTo>
                  <a:lnTo>
                    <a:pt x="2259983" y="2108300"/>
                  </a:lnTo>
                  <a:lnTo>
                    <a:pt x="2221432" y="2027275"/>
                  </a:lnTo>
                  <a:lnTo>
                    <a:pt x="2182810" y="1945793"/>
                  </a:lnTo>
                  <a:lnTo>
                    <a:pt x="2144215" y="1864485"/>
                  </a:lnTo>
                  <a:lnTo>
                    <a:pt x="2105743" y="1783973"/>
                  </a:lnTo>
                  <a:lnTo>
                    <a:pt x="2067479" y="1704858"/>
                  </a:lnTo>
                  <a:lnTo>
                    <a:pt x="2029497" y="1627694"/>
                  </a:lnTo>
                  <a:lnTo>
                    <a:pt x="1991849" y="1552976"/>
                  </a:lnTo>
                  <a:lnTo>
                    <a:pt x="1954561" y="1481129"/>
                  </a:lnTo>
                  <a:lnTo>
                    <a:pt x="1917629" y="1412500"/>
                  </a:lnTo>
                  <a:lnTo>
                    <a:pt x="1881017" y="1347351"/>
                  </a:lnTo>
                  <a:lnTo>
                    <a:pt x="1844652" y="1285859"/>
                  </a:lnTo>
                  <a:lnTo>
                    <a:pt x="1808418" y="1228124"/>
                  </a:lnTo>
                  <a:lnTo>
                    <a:pt x="1772157" y="1174166"/>
                  </a:lnTo>
                  <a:lnTo>
                    <a:pt x="1735661" y="1123941"/>
                  </a:lnTo>
                  <a:lnTo>
                    <a:pt x="1719082" y="1102518"/>
                  </a:lnTo>
                  <a:lnTo>
                    <a:pt x="1672188" y="1046748"/>
                  </a:lnTo>
                  <a:lnTo>
                    <a:pt x="1623679" y="996642"/>
                  </a:lnTo>
                  <a:lnTo>
                    <a:pt x="1572781" y="951901"/>
                  </a:lnTo>
                  <a:lnTo>
                    <a:pt x="1518632" y="912026"/>
                  </a:lnTo>
                  <a:lnTo>
                    <a:pt x="1460352" y="876457"/>
                  </a:lnTo>
                  <a:lnTo>
                    <a:pt x="1397127" y="844656"/>
                  </a:lnTo>
                  <a:lnTo>
                    <a:pt x="1328302" y="816154"/>
                  </a:lnTo>
                  <a:lnTo>
                    <a:pt x="1253514" y="790574"/>
                  </a:lnTo>
                  <a:lnTo>
                    <a:pt x="1172863" y="767644"/>
                  </a:lnTo>
                  <a:lnTo>
                    <a:pt x="1087118" y="747200"/>
                  </a:lnTo>
                  <a:lnTo>
                    <a:pt x="997909" y="729178"/>
                  </a:lnTo>
                  <a:lnTo>
                    <a:pt x="907855" y="713594"/>
                  </a:lnTo>
                  <a:lnTo>
                    <a:pt x="820507" y="700506"/>
                  </a:lnTo>
                  <a:lnTo>
                    <a:pt x="740018" y="689957"/>
                  </a:lnTo>
                  <a:lnTo>
                    <a:pt x="670522" y="681921"/>
                  </a:lnTo>
                  <a:lnTo>
                    <a:pt x="615307" y="676245"/>
                  </a:lnTo>
                  <a:lnTo>
                    <a:pt x="576036" y="672634"/>
                  </a:lnTo>
                  <a:lnTo>
                    <a:pt x="552259" y="670669"/>
                  </a:lnTo>
                  <a:lnTo>
                    <a:pt x="541353" y="669855"/>
                  </a:lnTo>
                  <a:lnTo>
                    <a:pt x="538736" y="669677"/>
                  </a:lnTo>
                  <a:lnTo>
                    <a:pt x="0" y="66967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546595" y="2427373"/>
              <a:ext cx="8234974" cy="3266720"/>
            </a:xfrm>
            <a:custGeom>
              <a:avLst/>
              <a:pathLst>
                <a:path w="8234974" h="3266720">
                  <a:moveTo>
                    <a:pt x="0" y="669677"/>
                  </a:moveTo>
                  <a:lnTo>
                    <a:pt x="538736" y="669677"/>
                  </a:lnTo>
                  <a:lnTo>
                    <a:pt x="539924" y="669756"/>
                  </a:lnTo>
                  <a:lnTo>
                    <a:pt x="547688" y="670318"/>
                  </a:lnTo>
                  <a:lnTo>
                    <a:pt x="567106" y="671872"/>
                  </a:lnTo>
                  <a:lnTo>
                    <a:pt x="601433" y="674924"/>
                  </a:lnTo>
                  <a:lnTo>
                    <a:pt x="651800" y="679924"/>
                  </a:lnTo>
                  <a:lnTo>
                    <a:pt x="717168" y="687207"/>
                  </a:lnTo>
                  <a:lnTo>
                    <a:pt x="794675" y="696971"/>
                  </a:lnTo>
                  <a:lnTo>
                    <a:pt x="880360" y="709276"/>
                  </a:lnTo>
                  <a:lnTo>
                    <a:pt x="969993" y="724094"/>
                  </a:lnTo>
                  <a:lnTo>
                    <a:pt x="1059790" y="741367"/>
                  </a:lnTo>
                  <a:lnTo>
                    <a:pt x="1146825" y="761059"/>
                  </a:lnTo>
                  <a:lnTo>
                    <a:pt x="1229171" y="783207"/>
                  </a:lnTo>
                  <a:lnTo>
                    <a:pt x="1305810" y="807943"/>
                  </a:lnTo>
                  <a:lnTo>
                    <a:pt x="1376459" y="835506"/>
                  </a:lnTo>
                  <a:lnTo>
                    <a:pt x="1441357" y="866240"/>
                  </a:lnTo>
                  <a:lnTo>
                    <a:pt x="1501084" y="900589"/>
                  </a:lnTo>
                  <a:lnTo>
                    <a:pt x="1556419" y="939072"/>
                  </a:lnTo>
                  <a:lnTo>
                    <a:pt x="1608229" y="982250"/>
                  </a:lnTo>
                  <a:lnTo>
                    <a:pt x="1657388" y="1030651"/>
                  </a:lnTo>
                  <a:lnTo>
                    <a:pt x="1704708" y="1084657"/>
                  </a:lnTo>
                  <a:lnTo>
                    <a:pt x="1719082" y="1102518"/>
                  </a:lnTo>
                  <a:lnTo>
                    <a:pt x="1755767" y="1151094"/>
                  </a:lnTo>
                  <a:lnTo>
                    <a:pt x="1792105" y="1203361"/>
                  </a:lnTo>
                  <a:lnTo>
                    <a:pt x="1828328" y="1259394"/>
                  </a:lnTo>
                  <a:lnTo>
                    <a:pt x="1864618" y="1319202"/>
                  </a:lnTo>
                  <a:lnTo>
                    <a:pt x="1901107" y="1382722"/>
                  </a:lnTo>
                  <a:lnTo>
                    <a:pt x="1937888" y="1449811"/>
                  </a:lnTo>
                  <a:lnTo>
                    <a:pt x="1975014" y="1520247"/>
                  </a:lnTo>
                  <a:lnTo>
                    <a:pt x="2012502" y="1593720"/>
                  </a:lnTo>
                  <a:lnTo>
                    <a:pt x="2050338" y="1669840"/>
                  </a:lnTo>
                  <a:lnTo>
                    <a:pt x="2088483" y="1748142"/>
                  </a:lnTo>
                  <a:lnTo>
                    <a:pt x="2126871" y="1828097"/>
                  </a:lnTo>
                  <a:lnTo>
                    <a:pt x="2165423" y="1909122"/>
                  </a:lnTo>
                  <a:lnTo>
                    <a:pt x="2204044" y="1990604"/>
                  </a:lnTo>
                  <a:lnTo>
                    <a:pt x="2242639" y="2071913"/>
                  </a:lnTo>
                  <a:lnTo>
                    <a:pt x="2281112" y="2152424"/>
                  </a:lnTo>
                  <a:lnTo>
                    <a:pt x="2319375" y="2231539"/>
                  </a:lnTo>
                  <a:lnTo>
                    <a:pt x="2357357" y="2308704"/>
                  </a:lnTo>
                  <a:lnTo>
                    <a:pt x="2395006" y="2383421"/>
                  </a:lnTo>
                  <a:lnTo>
                    <a:pt x="2432294" y="2455268"/>
                  </a:lnTo>
                  <a:lnTo>
                    <a:pt x="2469226" y="2523897"/>
                  </a:lnTo>
                  <a:lnTo>
                    <a:pt x="2505837" y="2589047"/>
                  </a:lnTo>
                  <a:lnTo>
                    <a:pt x="2542203" y="2650538"/>
                  </a:lnTo>
                  <a:lnTo>
                    <a:pt x="2578437" y="2708274"/>
                  </a:lnTo>
                  <a:lnTo>
                    <a:pt x="2614697" y="2762231"/>
                  </a:lnTo>
                  <a:lnTo>
                    <a:pt x="2651193" y="2812456"/>
                  </a:lnTo>
                  <a:lnTo>
                    <a:pt x="2667772" y="2833880"/>
                  </a:lnTo>
                  <a:lnTo>
                    <a:pt x="2714666" y="2889649"/>
                  </a:lnTo>
                  <a:lnTo>
                    <a:pt x="2763176" y="2939755"/>
                  </a:lnTo>
                  <a:lnTo>
                    <a:pt x="2814073" y="2984496"/>
                  </a:lnTo>
                  <a:lnTo>
                    <a:pt x="2868223" y="3024371"/>
                  </a:lnTo>
                  <a:lnTo>
                    <a:pt x="2926503" y="3059941"/>
                  </a:lnTo>
                  <a:lnTo>
                    <a:pt x="2989728" y="3091742"/>
                  </a:lnTo>
                  <a:lnTo>
                    <a:pt x="3058553" y="3120243"/>
                  </a:lnTo>
                  <a:lnTo>
                    <a:pt x="3133341" y="3145823"/>
                  </a:lnTo>
                  <a:lnTo>
                    <a:pt x="3213991" y="3168753"/>
                  </a:lnTo>
                  <a:lnTo>
                    <a:pt x="3299737" y="3189197"/>
                  </a:lnTo>
                  <a:lnTo>
                    <a:pt x="3388945" y="3207219"/>
                  </a:lnTo>
                  <a:lnTo>
                    <a:pt x="3478999" y="3222803"/>
                  </a:lnTo>
                  <a:lnTo>
                    <a:pt x="3566348" y="3235892"/>
                  </a:lnTo>
                  <a:lnTo>
                    <a:pt x="3646837" y="3246440"/>
                  </a:lnTo>
                  <a:lnTo>
                    <a:pt x="3716333" y="3254476"/>
                  </a:lnTo>
                  <a:lnTo>
                    <a:pt x="3771548" y="3260153"/>
                  </a:lnTo>
                  <a:lnTo>
                    <a:pt x="3810819" y="3263763"/>
                  </a:lnTo>
                  <a:lnTo>
                    <a:pt x="3834595" y="3265729"/>
                  </a:lnTo>
                  <a:lnTo>
                    <a:pt x="3845501" y="3266542"/>
                  </a:lnTo>
                  <a:lnTo>
                    <a:pt x="3848082" y="3266718"/>
                  </a:lnTo>
                  <a:lnTo>
                    <a:pt x="3848118" y="3266720"/>
                  </a:lnTo>
                  <a:lnTo>
                    <a:pt x="4386855" y="3266720"/>
                  </a:lnTo>
                  <a:lnTo>
                    <a:pt x="4387986" y="3266626"/>
                  </a:lnTo>
                  <a:lnTo>
                    <a:pt x="4395387" y="3265954"/>
                  </a:lnTo>
                  <a:lnTo>
                    <a:pt x="4413929" y="3264095"/>
                  </a:lnTo>
                  <a:lnTo>
                    <a:pt x="4446785" y="3260444"/>
                  </a:lnTo>
                  <a:lnTo>
                    <a:pt x="4495156" y="3254456"/>
                  </a:lnTo>
                  <a:lnTo>
                    <a:pt x="4558197" y="3245716"/>
                  </a:lnTo>
                  <a:lnTo>
                    <a:pt x="4633318" y="3233975"/>
                  </a:lnTo>
                  <a:lnTo>
                    <a:pt x="4716821" y="3219142"/>
                  </a:lnTo>
                  <a:lnTo>
                    <a:pt x="4804671" y="3201244"/>
                  </a:lnTo>
                  <a:lnTo>
                    <a:pt x="4893176" y="3180350"/>
                  </a:lnTo>
                  <a:lnTo>
                    <a:pt x="4979410" y="3156510"/>
                  </a:lnTo>
                  <a:lnTo>
                    <a:pt x="5061374" y="3129698"/>
                  </a:lnTo>
                  <a:lnTo>
                    <a:pt x="5137950" y="3099780"/>
                  </a:lnTo>
                  <a:lnTo>
                    <a:pt x="5208740" y="3066498"/>
                  </a:lnTo>
                  <a:lnTo>
                    <a:pt x="5273879" y="3029466"/>
                  </a:lnTo>
                  <a:lnTo>
                    <a:pt x="5333854" y="2988181"/>
                  </a:lnTo>
                  <a:lnTo>
                    <a:pt x="5389369" y="2942040"/>
                  </a:lnTo>
                  <a:lnTo>
                    <a:pt x="5441234" y="2890381"/>
                  </a:lnTo>
                  <a:lnTo>
                    <a:pt x="5490288" y="2832547"/>
                  </a:lnTo>
                  <a:lnTo>
                    <a:pt x="5537328" y="2768008"/>
                  </a:lnTo>
                  <a:lnTo>
                    <a:pt x="5567201" y="2722267"/>
                  </a:lnTo>
                  <a:lnTo>
                    <a:pt x="5600663" y="2666748"/>
                  </a:lnTo>
                  <a:lnTo>
                    <a:pt x="5633817" y="2607380"/>
                  </a:lnTo>
                  <a:lnTo>
                    <a:pt x="5666846" y="2544084"/>
                  </a:lnTo>
                  <a:lnTo>
                    <a:pt x="5699894" y="2476836"/>
                  </a:lnTo>
                  <a:lnTo>
                    <a:pt x="5733074" y="2405674"/>
                  </a:lnTo>
                  <a:lnTo>
                    <a:pt x="5766468" y="2330702"/>
                  </a:lnTo>
                  <a:lnTo>
                    <a:pt x="5800128" y="2252097"/>
                  </a:lnTo>
                  <a:lnTo>
                    <a:pt x="5834084" y="2170105"/>
                  </a:lnTo>
                  <a:lnTo>
                    <a:pt x="5868341" y="2085048"/>
                  </a:lnTo>
                  <a:lnTo>
                    <a:pt x="5902884" y="1997315"/>
                  </a:lnTo>
                  <a:lnTo>
                    <a:pt x="5937676" y="1907362"/>
                  </a:lnTo>
                  <a:lnTo>
                    <a:pt x="5972670" y="1815697"/>
                  </a:lnTo>
                  <a:lnTo>
                    <a:pt x="6007804" y="1722874"/>
                  </a:lnTo>
                  <a:lnTo>
                    <a:pt x="6043009" y="1629477"/>
                  </a:lnTo>
                  <a:lnTo>
                    <a:pt x="6078210" y="1536105"/>
                  </a:lnTo>
                  <a:lnTo>
                    <a:pt x="6113335" y="1443357"/>
                  </a:lnTo>
                  <a:lnTo>
                    <a:pt x="6148314" y="1351813"/>
                  </a:lnTo>
                  <a:lnTo>
                    <a:pt x="6183088" y="1262026"/>
                  </a:lnTo>
                  <a:lnTo>
                    <a:pt x="6217608" y="1174499"/>
                  </a:lnTo>
                  <a:lnTo>
                    <a:pt x="6251840" y="1089683"/>
                  </a:lnTo>
                  <a:lnTo>
                    <a:pt x="6285771" y="1007961"/>
                  </a:lnTo>
                  <a:lnTo>
                    <a:pt x="6319408" y="929649"/>
                  </a:lnTo>
                  <a:lnTo>
                    <a:pt x="6352781" y="854988"/>
                  </a:lnTo>
                  <a:lnTo>
                    <a:pt x="6385947" y="784148"/>
                  </a:lnTo>
                  <a:lnTo>
                    <a:pt x="6418989" y="717228"/>
                  </a:lnTo>
                  <a:lnTo>
                    <a:pt x="6452022" y="654259"/>
                  </a:lnTo>
                  <a:lnTo>
                    <a:pt x="6485194" y="595215"/>
                  </a:lnTo>
                  <a:lnTo>
                    <a:pt x="6515891" y="544453"/>
                  </a:lnTo>
                  <a:lnTo>
                    <a:pt x="6561998" y="475405"/>
                  </a:lnTo>
                  <a:lnTo>
                    <a:pt x="6609656" y="413251"/>
                  </a:lnTo>
                  <a:lnTo>
                    <a:pt x="6659596" y="357642"/>
                  </a:lnTo>
                  <a:lnTo>
                    <a:pt x="6712640" y="307985"/>
                  </a:lnTo>
                  <a:lnTo>
                    <a:pt x="6769623" y="263612"/>
                  </a:lnTo>
                  <a:lnTo>
                    <a:pt x="6831329" y="223875"/>
                  </a:lnTo>
                  <a:lnTo>
                    <a:pt x="6898399" y="188203"/>
                  </a:lnTo>
                  <a:lnTo>
                    <a:pt x="6971216" y="156132"/>
                  </a:lnTo>
                  <a:lnTo>
                    <a:pt x="7049750" y="127321"/>
                  </a:lnTo>
                  <a:lnTo>
                    <a:pt x="7133374" y="101556"/>
                  </a:lnTo>
                  <a:lnTo>
                    <a:pt x="7220675" y="78742"/>
                  </a:lnTo>
                  <a:lnTo>
                    <a:pt x="7309329" y="58886"/>
                  </a:lnTo>
                  <a:lnTo>
                    <a:pt x="7396111" y="42050"/>
                  </a:lnTo>
                  <a:lnTo>
                    <a:pt x="7477146" y="28298"/>
                  </a:lnTo>
                  <a:lnTo>
                    <a:pt x="7548431" y="17622"/>
                  </a:lnTo>
                  <a:lnTo>
                    <a:pt x="7606568" y="9879"/>
                  </a:lnTo>
                  <a:lnTo>
                    <a:pt x="7649519" y="4762"/>
                  </a:lnTo>
                  <a:lnTo>
                    <a:pt x="7677138" y="1802"/>
                  </a:lnTo>
                  <a:lnTo>
                    <a:pt x="7691338" y="428"/>
                  </a:lnTo>
                  <a:lnTo>
                    <a:pt x="7695919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546595" y="2421929"/>
              <a:ext cx="8234974" cy="3266720"/>
            </a:xfrm>
            <a:custGeom>
              <a:avLst/>
              <a:pathLst>
                <a:path w="8234974" h="3266720">
                  <a:moveTo>
                    <a:pt x="8234974" y="0"/>
                  </a:moveTo>
                  <a:lnTo>
                    <a:pt x="7696237" y="0"/>
                  </a:lnTo>
                  <a:lnTo>
                    <a:pt x="7695107" y="94"/>
                  </a:lnTo>
                  <a:lnTo>
                    <a:pt x="7687706" y="766"/>
                  </a:lnTo>
                  <a:lnTo>
                    <a:pt x="7669164" y="2624"/>
                  </a:lnTo>
                  <a:lnTo>
                    <a:pt x="7636308" y="6276"/>
                  </a:lnTo>
                  <a:lnTo>
                    <a:pt x="7587937" y="12264"/>
                  </a:lnTo>
                  <a:lnTo>
                    <a:pt x="7524896" y="21004"/>
                  </a:lnTo>
                  <a:lnTo>
                    <a:pt x="7449775" y="32745"/>
                  </a:lnTo>
                  <a:lnTo>
                    <a:pt x="7366272" y="47577"/>
                  </a:lnTo>
                  <a:lnTo>
                    <a:pt x="7278421" y="65476"/>
                  </a:lnTo>
                  <a:lnTo>
                    <a:pt x="7189917" y="86370"/>
                  </a:lnTo>
                  <a:lnTo>
                    <a:pt x="7103683" y="110210"/>
                  </a:lnTo>
                  <a:lnTo>
                    <a:pt x="7021719" y="137022"/>
                  </a:lnTo>
                  <a:lnTo>
                    <a:pt x="6945143" y="166939"/>
                  </a:lnTo>
                  <a:lnTo>
                    <a:pt x="6874352" y="200221"/>
                  </a:lnTo>
                  <a:lnTo>
                    <a:pt x="6809214" y="237253"/>
                  </a:lnTo>
                  <a:lnTo>
                    <a:pt x="6749239" y="278539"/>
                  </a:lnTo>
                  <a:lnTo>
                    <a:pt x="6693724" y="324679"/>
                  </a:lnTo>
                  <a:lnTo>
                    <a:pt x="6641859" y="376339"/>
                  </a:lnTo>
                  <a:lnTo>
                    <a:pt x="6592805" y="434172"/>
                  </a:lnTo>
                  <a:lnTo>
                    <a:pt x="6545765" y="498712"/>
                  </a:lnTo>
                  <a:lnTo>
                    <a:pt x="6515891" y="544453"/>
                  </a:lnTo>
                  <a:lnTo>
                    <a:pt x="6482430" y="599971"/>
                  </a:lnTo>
                  <a:lnTo>
                    <a:pt x="6449276" y="659339"/>
                  </a:lnTo>
                  <a:lnTo>
                    <a:pt x="6416247" y="722636"/>
                  </a:lnTo>
                  <a:lnTo>
                    <a:pt x="6383198" y="789884"/>
                  </a:lnTo>
                  <a:lnTo>
                    <a:pt x="6350018" y="861046"/>
                  </a:lnTo>
                  <a:lnTo>
                    <a:pt x="6316625" y="936017"/>
                  </a:lnTo>
                  <a:lnTo>
                    <a:pt x="6282964" y="1014623"/>
                  </a:lnTo>
                  <a:lnTo>
                    <a:pt x="6249008" y="1096614"/>
                  </a:lnTo>
                  <a:lnTo>
                    <a:pt x="6214751" y="1181672"/>
                  </a:lnTo>
                  <a:lnTo>
                    <a:pt x="6180209" y="1269404"/>
                  </a:lnTo>
                  <a:lnTo>
                    <a:pt x="6145416" y="1359358"/>
                  </a:lnTo>
                  <a:lnTo>
                    <a:pt x="6110422" y="1451022"/>
                  </a:lnTo>
                  <a:lnTo>
                    <a:pt x="6075288" y="1543845"/>
                  </a:lnTo>
                  <a:lnTo>
                    <a:pt x="6040084" y="1637242"/>
                  </a:lnTo>
                  <a:lnTo>
                    <a:pt x="6004882" y="1730614"/>
                  </a:lnTo>
                  <a:lnTo>
                    <a:pt x="5969758" y="1823363"/>
                  </a:lnTo>
                  <a:lnTo>
                    <a:pt x="5934778" y="1914906"/>
                  </a:lnTo>
                  <a:lnTo>
                    <a:pt x="5900004" y="2004694"/>
                  </a:lnTo>
                  <a:lnTo>
                    <a:pt x="5865485" y="2092220"/>
                  </a:lnTo>
                  <a:lnTo>
                    <a:pt x="5831252" y="2177037"/>
                  </a:lnTo>
                  <a:lnTo>
                    <a:pt x="5797321" y="2258759"/>
                  </a:lnTo>
                  <a:lnTo>
                    <a:pt x="5763684" y="2337071"/>
                  </a:lnTo>
                  <a:lnTo>
                    <a:pt x="5730311" y="2411731"/>
                  </a:lnTo>
                  <a:lnTo>
                    <a:pt x="5697145" y="2482571"/>
                  </a:lnTo>
                  <a:lnTo>
                    <a:pt x="5664103" y="2549492"/>
                  </a:lnTo>
                  <a:lnTo>
                    <a:pt x="5631070" y="2612460"/>
                  </a:lnTo>
                  <a:lnTo>
                    <a:pt x="5597898" y="2671505"/>
                  </a:lnTo>
                  <a:lnTo>
                    <a:pt x="5567201" y="2722267"/>
                  </a:lnTo>
                  <a:lnTo>
                    <a:pt x="5521094" y="2791315"/>
                  </a:lnTo>
                  <a:lnTo>
                    <a:pt x="5473437" y="2853469"/>
                  </a:lnTo>
                  <a:lnTo>
                    <a:pt x="5423496" y="2909078"/>
                  </a:lnTo>
                  <a:lnTo>
                    <a:pt x="5370452" y="2958735"/>
                  </a:lnTo>
                  <a:lnTo>
                    <a:pt x="5313469" y="3003108"/>
                  </a:lnTo>
                  <a:lnTo>
                    <a:pt x="5251764" y="3042845"/>
                  </a:lnTo>
                  <a:lnTo>
                    <a:pt x="5184694" y="3078517"/>
                  </a:lnTo>
                  <a:lnTo>
                    <a:pt x="5111876" y="3110587"/>
                  </a:lnTo>
                  <a:lnTo>
                    <a:pt x="5033342" y="3139398"/>
                  </a:lnTo>
                  <a:lnTo>
                    <a:pt x="4949718" y="3165163"/>
                  </a:lnTo>
                  <a:lnTo>
                    <a:pt x="4862417" y="3187977"/>
                  </a:lnTo>
                  <a:lnTo>
                    <a:pt x="4773763" y="3207834"/>
                  </a:lnTo>
                  <a:lnTo>
                    <a:pt x="4686981" y="3224670"/>
                  </a:lnTo>
                  <a:lnTo>
                    <a:pt x="4605946" y="3238422"/>
                  </a:lnTo>
                  <a:lnTo>
                    <a:pt x="4534661" y="3249098"/>
                  </a:lnTo>
                  <a:lnTo>
                    <a:pt x="4476524" y="3256840"/>
                  </a:lnTo>
                  <a:lnTo>
                    <a:pt x="4433574" y="3261958"/>
                  </a:lnTo>
                  <a:lnTo>
                    <a:pt x="4405955" y="3264917"/>
                  </a:lnTo>
                  <a:lnTo>
                    <a:pt x="4391754" y="3266292"/>
                  </a:lnTo>
                  <a:lnTo>
                    <a:pt x="4387174" y="3266694"/>
                  </a:lnTo>
                  <a:lnTo>
                    <a:pt x="4386855" y="3266720"/>
                  </a:lnTo>
                  <a:lnTo>
                    <a:pt x="3848118" y="3266720"/>
                  </a:lnTo>
                  <a:lnTo>
                    <a:pt x="3846931" y="3266641"/>
                  </a:lnTo>
                  <a:lnTo>
                    <a:pt x="3839167" y="3266079"/>
                  </a:lnTo>
                  <a:lnTo>
                    <a:pt x="3819748" y="3264525"/>
                  </a:lnTo>
                  <a:lnTo>
                    <a:pt x="3785422" y="3261473"/>
                  </a:lnTo>
                  <a:lnTo>
                    <a:pt x="3735054" y="3256473"/>
                  </a:lnTo>
                  <a:lnTo>
                    <a:pt x="3669687" y="3249190"/>
                  </a:lnTo>
                  <a:lnTo>
                    <a:pt x="3592179" y="3239427"/>
                  </a:lnTo>
                  <a:lnTo>
                    <a:pt x="3506495" y="3227121"/>
                  </a:lnTo>
                  <a:lnTo>
                    <a:pt x="3416861" y="3212303"/>
                  </a:lnTo>
                  <a:lnTo>
                    <a:pt x="3327065" y="3195030"/>
                  </a:lnTo>
                  <a:lnTo>
                    <a:pt x="3240029" y="3175338"/>
                  </a:lnTo>
                  <a:lnTo>
                    <a:pt x="3157684" y="3153190"/>
                  </a:lnTo>
                  <a:lnTo>
                    <a:pt x="3081045" y="3128454"/>
                  </a:lnTo>
                  <a:lnTo>
                    <a:pt x="3010396" y="3100891"/>
                  </a:lnTo>
                  <a:lnTo>
                    <a:pt x="2945498" y="3070157"/>
                  </a:lnTo>
                  <a:lnTo>
                    <a:pt x="2885770" y="3035808"/>
                  </a:lnTo>
                  <a:lnTo>
                    <a:pt x="2830435" y="2997325"/>
                  </a:lnTo>
                  <a:lnTo>
                    <a:pt x="2778626" y="2954148"/>
                  </a:lnTo>
                  <a:lnTo>
                    <a:pt x="2729466" y="2905746"/>
                  </a:lnTo>
                  <a:lnTo>
                    <a:pt x="2682146" y="2851740"/>
                  </a:lnTo>
                  <a:lnTo>
                    <a:pt x="2667772" y="2833880"/>
                  </a:lnTo>
                  <a:lnTo>
                    <a:pt x="2631087" y="2785303"/>
                  </a:lnTo>
                  <a:lnTo>
                    <a:pt x="2594750" y="2733036"/>
                  </a:lnTo>
                  <a:lnTo>
                    <a:pt x="2558526" y="2677003"/>
                  </a:lnTo>
                  <a:lnTo>
                    <a:pt x="2522237" y="2617195"/>
                  </a:lnTo>
                  <a:lnTo>
                    <a:pt x="2485747" y="2553676"/>
                  </a:lnTo>
                  <a:lnTo>
                    <a:pt x="2448966" y="2486586"/>
                  </a:lnTo>
                  <a:lnTo>
                    <a:pt x="2411841" y="2416150"/>
                  </a:lnTo>
                  <a:lnTo>
                    <a:pt x="2374353" y="2342678"/>
                  </a:lnTo>
                  <a:lnTo>
                    <a:pt x="2336516" y="2266557"/>
                  </a:lnTo>
                  <a:lnTo>
                    <a:pt x="2298372" y="2188255"/>
                  </a:lnTo>
                  <a:lnTo>
                    <a:pt x="2259983" y="2108300"/>
                  </a:lnTo>
                  <a:lnTo>
                    <a:pt x="2221432" y="2027275"/>
                  </a:lnTo>
                  <a:lnTo>
                    <a:pt x="2182810" y="1945793"/>
                  </a:lnTo>
                  <a:lnTo>
                    <a:pt x="2144215" y="1864485"/>
                  </a:lnTo>
                  <a:lnTo>
                    <a:pt x="2105743" y="1783973"/>
                  </a:lnTo>
                  <a:lnTo>
                    <a:pt x="2067479" y="1704858"/>
                  </a:lnTo>
                  <a:lnTo>
                    <a:pt x="2029497" y="1627694"/>
                  </a:lnTo>
                  <a:lnTo>
                    <a:pt x="1991849" y="1552976"/>
                  </a:lnTo>
                  <a:lnTo>
                    <a:pt x="1954561" y="1481129"/>
                  </a:lnTo>
                  <a:lnTo>
                    <a:pt x="1917629" y="1412500"/>
                  </a:lnTo>
                  <a:lnTo>
                    <a:pt x="1881017" y="1347351"/>
                  </a:lnTo>
                  <a:lnTo>
                    <a:pt x="1844652" y="1285859"/>
                  </a:lnTo>
                  <a:lnTo>
                    <a:pt x="1808418" y="1228124"/>
                  </a:lnTo>
                  <a:lnTo>
                    <a:pt x="1772157" y="1174166"/>
                  </a:lnTo>
                  <a:lnTo>
                    <a:pt x="1735661" y="1123941"/>
                  </a:lnTo>
                  <a:lnTo>
                    <a:pt x="1719082" y="1102518"/>
                  </a:lnTo>
                  <a:lnTo>
                    <a:pt x="1672188" y="1046748"/>
                  </a:lnTo>
                  <a:lnTo>
                    <a:pt x="1623679" y="996642"/>
                  </a:lnTo>
                  <a:lnTo>
                    <a:pt x="1572781" y="951901"/>
                  </a:lnTo>
                  <a:lnTo>
                    <a:pt x="1518632" y="912026"/>
                  </a:lnTo>
                  <a:lnTo>
                    <a:pt x="1460352" y="876457"/>
                  </a:lnTo>
                  <a:lnTo>
                    <a:pt x="1397127" y="844656"/>
                  </a:lnTo>
                  <a:lnTo>
                    <a:pt x="1328302" y="816154"/>
                  </a:lnTo>
                  <a:lnTo>
                    <a:pt x="1253514" y="790574"/>
                  </a:lnTo>
                  <a:lnTo>
                    <a:pt x="1172863" y="767644"/>
                  </a:lnTo>
                  <a:lnTo>
                    <a:pt x="1087118" y="747200"/>
                  </a:lnTo>
                  <a:lnTo>
                    <a:pt x="997909" y="729178"/>
                  </a:lnTo>
                  <a:lnTo>
                    <a:pt x="907855" y="713594"/>
                  </a:lnTo>
                  <a:lnTo>
                    <a:pt x="820507" y="700506"/>
                  </a:lnTo>
                  <a:lnTo>
                    <a:pt x="740018" y="689957"/>
                  </a:lnTo>
                  <a:lnTo>
                    <a:pt x="670522" y="681921"/>
                  </a:lnTo>
                  <a:lnTo>
                    <a:pt x="615307" y="676245"/>
                  </a:lnTo>
                  <a:lnTo>
                    <a:pt x="576036" y="672634"/>
                  </a:lnTo>
                  <a:lnTo>
                    <a:pt x="552259" y="670669"/>
                  </a:lnTo>
                  <a:lnTo>
                    <a:pt x="541353" y="669855"/>
                  </a:lnTo>
                  <a:lnTo>
                    <a:pt x="538773" y="669680"/>
                  </a:lnTo>
                  <a:lnTo>
                    <a:pt x="538736" y="669677"/>
                  </a:lnTo>
                  <a:lnTo>
                    <a:pt x="0" y="6696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1" name="pg251"/>
            <p:cNvSpPr/>
            <p:nvPr/>
          </p:nvSpPr>
          <p:spPr>
            <a:xfrm>
              <a:off x="546595" y="2628821"/>
              <a:ext cx="8234974" cy="3076161"/>
            </a:xfrm>
            <a:custGeom>
              <a:avLst/>
              <a:pathLst>
                <a:path w="8234974" h="3076161">
                  <a:moveTo>
                    <a:pt x="0" y="473674"/>
                  </a:moveTo>
                  <a:lnTo>
                    <a:pt x="538736" y="473674"/>
                  </a:lnTo>
                  <a:lnTo>
                    <a:pt x="539923" y="473753"/>
                  </a:lnTo>
                  <a:lnTo>
                    <a:pt x="547685" y="474316"/>
                  </a:lnTo>
                  <a:lnTo>
                    <a:pt x="567097" y="475873"/>
                  </a:lnTo>
                  <a:lnTo>
                    <a:pt x="601412" y="478930"/>
                  </a:lnTo>
                  <a:lnTo>
                    <a:pt x="651764" y="483938"/>
                  </a:lnTo>
                  <a:lnTo>
                    <a:pt x="717114" y="491234"/>
                  </a:lnTo>
                  <a:lnTo>
                    <a:pt x="794604" y="501015"/>
                  </a:lnTo>
                  <a:lnTo>
                    <a:pt x="880272" y="513342"/>
                  </a:lnTo>
                  <a:lnTo>
                    <a:pt x="969892" y="528187"/>
                  </a:lnTo>
                  <a:lnTo>
                    <a:pt x="1059679" y="545491"/>
                  </a:lnTo>
                  <a:lnTo>
                    <a:pt x="1146709" y="565219"/>
                  </a:lnTo>
                  <a:lnTo>
                    <a:pt x="1229052" y="587407"/>
                  </a:lnTo>
                  <a:lnTo>
                    <a:pt x="1305691" y="612188"/>
                  </a:lnTo>
                  <a:lnTo>
                    <a:pt x="1376341" y="639800"/>
                  </a:lnTo>
                  <a:lnTo>
                    <a:pt x="1441241" y="670588"/>
                  </a:lnTo>
                  <a:lnTo>
                    <a:pt x="1500970" y="704997"/>
                  </a:lnTo>
                  <a:lnTo>
                    <a:pt x="1556306" y="743547"/>
                  </a:lnTo>
                  <a:lnTo>
                    <a:pt x="1608116" y="786799"/>
                  </a:lnTo>
                  <a:lnTo>
                    <a:pt x="1657275" y="835283"/>
                  </a:lnTo>
                  <a:lnTo>
                    <a:pt x="1704592" y="889382"/>
                  </a:lnTo>
                  <a:lnTo>
                    <a:pt x="1719082" y="907422"/>
                  </a:lnTo>
                  <a:lnTo>
                    <a:pt x="1755738" y="956059"/>
                  </a:lnTo>
                  <a:lnTo>
                    <a:pt x="1792047" y="1008389"/>
                  </a:lnTo>
                  <a:lnTo>
                    <a:pt x="1828241" y="1064487"/>
                  </a:lnTo>
                  <a:lnTo>
                    <a:pt x="1864501" y="1124361"/>
                  </a:lnTo>
                  <a:lnTo>
                    <a:pt x="1900960" y="1187950"/>
                  </a:lnTo>
                  <a:lnTo>
                    <a:pt x="1937710" y="1255110"/>
                  </a:lnTo>
                  <a:lnTo>
                    <a:pt x="1974803" y="1325620"/>
                  </a:lnTo>
                  <a:lnTo>
                    <a:pt x="2012259" y="1399170"/>
                  </a:lnTo>
                  <a:lnTo>
                    <a:pt x="2050063" y="1475372"/>
                  </a:lnTo>
                  <a:lnTo>
                    <a:pt x="2088174" y="1553761"/>
                  </a:lnTo>
                  <a:lnTo>
                    <a:pt x="2126530" y="1633807"/>
                  </a:lnTo>
                  <a:lnTo>
                    <a:pt x="2165049" y="1714930"/>
                  </a:lnTo>
                  <a:lnTo>
                    <a:pt x="2203640" y="1796515"/>
                  </a:lnTo>
                  <a:lnTo>
                    <a:pt x="2242205" y="1877934"/>
                  </a:lnTo>
                  <a:lnTo>
                    <a:pt x="2280648" y="1958562"/>
                  </a:lnTo>
                  <a:lnTo>
                    <a:pt x="2318884" y="2037800"/>
                  </a:lnTo>
                  <a:lnTo>
                    <a:pt x="2356839" y="2115093"/>
                  </a:lnTo>
                  <a:lnTo>
                    <a:pt x="2394462" y="2189945"/>
                  </a:lnTo>
                  <a:lnTo>
                    <a:pt x="2431726" y="2261930"/>
                  </a:lnTo>
                  <a:lnTo>
                    <a:pt x="2468633" y="2330700"/>
                  </a:lnTo>
                  <a:lnTo>
                    <a:pt x="2505220" y="2395993"/>
                  </a:lnTo>
                  <a:lnTo>
                    <a:pt x="2541560" y="2457628"/>
                  </a:lnTo>
                  <a:lnTo>
                    <a:pt x="2577766" y="2515507"/>
                  </a:lnTo>
                  <a:lnTo>
                    <a:pt x="2613995" y="2569605"/>
                  </a:lnTo>
                  <a:lnTo>
                    <a:pt x="2650455" y="2619968"/>
                  </a:lnTo>
                  <a:lnTo>
                    <a:pt x="2667772" y="2642413"/>
                  </a:lnTo>
                  <a:lnTo>
                    <a:pt x="2714660" y="2698293"/>
                  </a:lnTo>
                  <a:lnTo>
                    <a:pt x="2763163" y="2748499"/>
                  </a:lnTo>
                  <a:lnTo>
                    <a:pt x="2814054" y="2793330"/>
                  </a:lnTo>
                  <a:lnTo>
                    <a:pt x="2868195" y="2833286"/>
                  </a:lnTo>
                  <a:lnTo>
                    <a:pt x="2926465" y="2868928"/>
                  </a:lnTo>
                  <a:lnTo>
                    <a:pt x="2989678" y="2900794"/>
                  </a:lnTo>
                  <a:lnTo>
                    <a:pt x="3058490" y="2929354"/>
                  </a:lnTo>
                  <a:lnTo>
                    <a:pt x="3133263" y="2954987"/>
                  </a:lnTo>
                  <a:lnTo>
                    <a:pt x="3213898" y="2977965"/>
                  </a:lnTo>
                  <a:lnTo>
                    <a:pt x="3299628" y="2998452"/>
                  </a:lnTo>
                  <a:lnTo>
                    <a:pt x="3388822" y="3016513"/>
                  </a:lnTo>
                  <a:lnTo>
                    <a:pt x="3478866" y="3032131"/>
                  </a:lnTo>
                  <a:lnTo>
                    <a:pt x="3566211" y="3045249"/>
                  </a:lnTo>
                  <a:lnTo>
                    <a:pt x="3646705" y="3055822"/>
                  </a:lnTo>
                  <a:lnTo>
                    <a:pt x="3716216" y="3063879"/>
                  </a:lnTo>
                  <a:lnTo>
                    <a:pt x="3771453" y="3069571"/>
                  </a:lnTo>
                  <a:lnTo>
                    <a:pt x="3810753" y="3073193"/>
                  </a:lnTo>
                  <a:lnTo>
                    <a:pt x="3834558" y="3075165"/>
                  </a:lnTo>
                  <a:lnTo>
                    <a:pt x="3845487" y="3075982"/>
                  </a:lnTo>
                  <a:lnTo>
                    <a:pt x="3848118" y="3076161"/>
                  </a:lnTo>
                  <a:lnTo>
                    <a:pt x="4386855" y="3076161"/>
                  </a:lnTo>
                  <a:lnTo>
                    <a:pt x="4388003" y="3076071"/>
                  </a:lnTo>
                  <a:lnTo>
                    <a:pt x="4395514" y="3075430"/>
                  </a:lnTo>
                  <a:lnTo>
                    <a:pt x="4414323" y="3073655"/>
                  </a:lnTo>
                  <a:lnTo>
                    <a:pt x="4447628" y="3070169"/>
                  </a:lnTo>
                  <a:lnTo>
                    <a:pt x="4496609" y="3064454"/>
                  </a:lnTo>
                  <a:lnTo>
                    <a:pt x="4560363" y="3056118"/>
                  </a:lnTo>
                  <a:lnTo>
                    <a:pt x="4636219" y="3044927"/>
                  </a:lnTo>
                  <a:lnTo>
                    <a:pt x="4720396" y="3030799"/>
                  </a:lnTo>
                  <a:lnTo>
                    <a:pt x="4808802" y="3013761"/>
                  </a:lnTo>
                  <a:lnTo>
                    <a:pt x="4897712" y="2993882"/>
                  </a:lnTo>
                  <a:lnTo>
                    <a:pt x="4984201" y="2971205"/>
                  </a:lnTo>
                  <a:lnTo>
                    <a:pt x="5066290" y="2945702"/>
                  </a:lnTo>
                  <a:lnTo>
                    <a:pt x="5142891" y="2917237"/>
                  </a:lnTo>
                  <a:lnTo>
                    <a:pt x="5213642" y="2885556"/>
                  </a:lnTo>
                  <a:lnTo>
                    <a:pt x="5278708" y="2850282"/>
                  </a:lnTo>
                  <a:lnTo>
                    <a:pt x="5338606" y="2810927"/>
                  </a:lnTo>
                  <a:lnTo>
                    <a:pt x="5394062" y="2766910"/>
                  </a:lnTo>
                  <a:lnTo>
                    <a:pt x="5445906" y="2717596"/>
                  </a:lnTo>
                  <a:lnTo>
                    <a:pt x="5494987" y="2662363"/>
                  </a:lnTo>
                  <a:lnTo>
                    <a:pt x="5542107" y="2600725"/>
                  </a:lnTo>
                  <a:lnTo>
                    <a:pt x="5567201" y="2564375"/>
                  </a:lnTo>
                  <a:lnTo>
                    <a:pt x="5601530" y="2510779"/>
                  </a:lnTo>
                  <a:lnTo>
                    <a:pt x="5635541" y="2453371"/>
                  </a:lnTo>
                  <a:lnTo>
                    <a:pt x="5669428" y="2392073"/>
                  </a:lnTo>
                  <a:lnTo>
                    <a:pt x="5703347" y="2326864"/>
                  </a:lnTo>
                  <a:lnTo>
                    <a:pt x="5737414" y="2257791"/>
                  </a:lnTo>
                  <a:lnTo>
                    <a:pt x="5771715" y="2184966"/>
                  </a:lnTo>
                  <a:lnTo>
                    <a:pt x="5806303" y="2108578"/>
                  </a:lnTo>
                  <a:lnTo>
                    <a:pt x="5841205" y="2028892"/>
                  </a:lnTo>
                  <a:lnTo>
                    <a:pt x="5876423" y="1946248"/>
                  </a:lnTo>
                  <a:lnTo>
                    <a:pt x="5911933" y="1861057"/>
                  </a:lnTo>
                  <a:lnTo>
                    <a:pt x="5947695" y="1773794"/>
                  </a:lnTo>
                  <a:lnTo>
                    <a:pt x="5983651" y="1684991"/>
                  </a:lnTo>
                  <a:lnTo>
                    <a:pt x="6019733" y="1595221"/>
                  </a:lnTo>
                  <a:lnTo>
                    <a:pt x="6055862" y="1505082"/>
                  </a:lnTo>
                  <a:lnTo>
                    <a:pt x="6091961" y="1415185"/>
                  </a:lnTo>
                  <a:lnTo>
                    <a:pt x="6127949" y="1326133"/>
                  </a:lnTo>
                  <a:lnTo>
                    <a:pt x="6163756" y="1238506"/>
                  </a:lnTo>
                  <a:lnTo>
                    <a:pt x="6199323" y="1152843"/>
                  </a:lnTo>
                  <a:lnTo>
                    <a:pt x="6234603" y="1069634"/>
                  </a:lnTo>
                  <a:lnTo>
                    <a:pt x="6269572" y="989304"/>
                  </a:lnTo>
                  <a:lnTo>
                    <a:pt x="6304224" y="912208"/>
                  </a:lnTo>
                  <a:lnTo>
                    <a:pt x="6338581" y="838626"/>
                  </a:lnTo>
                  <a:lnTo>
                    <a:pt x="6372691" y="768762"/>
                  </a:lnTo>
                  <a:lnTo>
                    <a:pt x="6406632" y="702745"/>
                  </a:lnTo>
                  <a:lnTo>
                    <a:pt x="6440514" y="640635"/>
                  </a:lnTo>
                  <a:lnTo>
                    <a:pt x="6474484" y="582424"/>
                  </a:lnTo>
                  <a:lnTo>
                    <a:pt x="6508729" y="528046"/>
                  </a:lnTo>
                  <a:lnTo>
                    <a:pt x="6515891" y="517230"/>
                  </a:lnTo>
                  <a:lnTo>
                    <a:pt x="6562240" y="452006"/>
                  </a:lnTo>
                  <a:lnTo>
                    <a:pt x="6610159" y="393329"/>
                  </a:lnTo>
                  <a:lnTo>
                    <a:pt x="6660394" y="340862"/>
                  </a:lnTo>
                  <a:lnTo>
                    <a:pt x="6713776" y="294039"/>
                  </a:lnTo>
                  <a:lnTo>
                    <a:pt x="6771156" y="252221"/>
                  </a:lnTo>
                  <a:lnTo>
                    <a:pt x="6833326" y="214791"/>
                  </a:lnTo>
                  <a:lnTo>
                    <a:pt x="6900933" y="181207"/>
                  </a:lnTo>
                  <a:lnTo>
                    <a:pt x="6974354" y="151029"/>
                  </a:lnTo>
                  <a:lnTo>
                    <a:pt x="7053537" y="123937"/>
                  </a:lnTo>
                  <a:lnTo>
                    <a:pt x="7137815" y="99730"/>
                  </a:lnTo>
                  <a:lnTo>
                    <a:pt x="7225709" y="78326"/>
                  </a:lnTo>
                  <a:lnTo>
                    <a:pt x="7314807" y="59731"/>
                  </a:lnTo>
                  <a:lnTo>
                    <a:pt x="7401785" y="44011"/>
                  </a:lnTo>
                  <a:lnTo>
                    <a:pt x="7482681" y="31222"/>
                  </a:lnTo>
                  <a:lnTo>
                    <a:pt x="7553448" y="21348"/>
                  </a:lnTo>
                  <a:lnTo>
                    <a:pt x="7610714" y="14245"/>
                  </a:lnTo>
                  <a:lnTo>
                    <a:pt x="7652548" y="9602"/>
                  </a:lnTo>
                  <a:lnTo>
                    <a:pt x="7678980" y="6964"/>
                  </a:lnTo>
                  <a:lnTo>
                    <a:pt x="7692138" y="5779"/>
                  </a:lnTo>
                  <a:lnTo>
                    <a:pt x="7696047" y="545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9" y="89"/>
                  </a:lnTo>
                  <a:lnTo>
                    <a:pt x="7687578" y="731"/>
                  </a:lnTo>
                  <a:lnTo>
                    <a:pt x="7668769" y="2506"/>
                  </a:lnTo>
                  <a:lnTo>
                    <a:pt x="7635465" y="5992"/>
                  </a:lnTo>
                  <a:lnTo>
                    <a:pt x="7586484" y="11706"/>
                  </a:lnTo>
                  <a:lnTo>
                    <a:pt x="7522729" y="20043"/>
                  </a:lnTo>
                  <a:lnTo>
                    <a:pt x="7446874" y="31234"/>
                  </a:lnTo>
                  <a:lnTo>
                    <a:pt x="7362696" y="45362"/>
                  </a:lnTo>
                  <a:lnTo>
                    <a:pt x="7274291" y="62400"/>
                  </a:lnTo>
                  <a:lnTo>
                    <a:pt x="7185380" y="82279"/>
                  </a:lnTo>
                  <a:lnTo>
                    <a:pt x="7098891" y="104955"/>
                  </a:lnTo>
                  <a:lnTo>
                    <a:pt x="7016802" y="130459"/>
                  </a:lnTo>
                  <a:lnTo>
                    <a:pt x="6940201" y="158923"/>
                  </a:lnTo>
                  <a:lnTo>
                    <a:pt x="6869451" y="190605"/>
                  </a:lnTo>
                  <a:lnTo>
                    <a:pt x="6804385" y="225879"/>
                  </a:lnTo>
                  <a:lnTo>
                    <a:pt x="6744487" y="265234"/>
                  </a:lnTo>
                  <a:lnTo>
                    <a:pt x="6689030" y="309251"/>
                  </a:lnTo>
                  <a:lnTo>
                    <a:pt x="6637186" y="358565"/>
                  </a:lnTo>
                  <a:lnTo>
                    <a:pt x="6588106" y="413798"/>
                  </a:lnTo>
                  <a:lnTo>
                    <a:pt x="6540986" y="475436"/>
                  </a:lnTo>
                  <a:lnTo>
                    <a:pt x="6515891" y="511786"/>
                  </a:lnTo>
                  <a:lnTo>
                    <a:pt x="6481562" y="565382"/>
                  </a:lnTo>
                  <a:lnTo>
                    <a:pt x="6447552" y="622790"/>
                  </a:lnTo>
                  <a:lnTo>
                    <a:pt x="6413664" y="684088"/>
                  </a:lnTo>
                  <a:lnTo>
                    <a:pt x="6379746" y="749296"/>
                  </a:lnTo>
                  <a:lnTo>
                    <a:pt x="6345678" y="818370"/>
                  </a:lnTo>
                  <a:lnTo>
                    <a:pt x="6311378" y="891195"/>
                  </a:lnTo>
                  <a:lnTo>
                    <a:pt x="6276789" y="967583"/>
                  </a:lnTo>
                  <a:lnTo>
                    <a:pt x="6241887" y="1047268"/>
                  </a:lnTo>
                  <a:lnTo>
                    <a:pt x="6206670" y="1129913"/>
                  </a:lnTo>
                  <a:lnTo>
                    <a:pt x="6171160" y="1215104"/>
                  </a:lnTo>
                  <a:lnTo>
                    <a:pt x="6135398" y="1302366"/>
                  </a:lnTo>
                  <a:lnTo>
                    <a:pt x="6099441" y="1391169"/>
                  </a:lnTo>
                  <a:lnTo>
                    <a:pt x="6063360" y="1480940"/>
                  </a:lnTo>
                  <a:lnTo>
                    <a:pt x="6027230" y="1571079"/>
                  </a:lnTo>
                  <a:lnTo>
                    <a:pt x="5991132" y="1660976"/>
                  </a:lnTo>
                  <a:lnTo>
                    <a:pt x="5955144" y="1750028"/>
                  </a:lnTo>
                  <a:lnTo>
                    <a:pt x="5919336" y="1837655"/>
                  </a:lnTo>
                  <a:lnTo>
                    <a:pt x="5883769" y="1923317"/>
                  </a:lnTo>
                  <a:lnTo>
                    <a:pt x="5848489" y="2006526"/>
                  </a:lnTo>
                  <a:lnTo>
                    <a:pt x="5813521" y="2086856"/>
                  </a:lnTo>
                  <a:lnTo>
                    <a:pt x="5778869" y="2163953"/>
                  </a:lnTo>
                  <a:lnTo>
                    <a:pt x="5744512" y="2237535"/>
                  </a:lnTo>
                  <a:lnTo>
                    <a:pt x="5710402" y="2307399"/>
                  </a:lnTo>
                  <a:lnTo>
                    <a:pt x="5676461" y="2373416"/>
                  </a:lnTo>
                  <a:lnTo>
                    <a:pt x="5642578" y="2435526"/>
                  </a:lnTo>
                  <a:lnTo>
                    <a:pt x="5608608" y="2493737"/>
                  </a:lnTo>
                  <a:lnTo>
                    <a:pt x="5574363" y="2548115"/>
                  </a:lnTo>
                  <a:lnTo>
                    <a:pt x="5567201" y="2558931"/>
                  </a:lnTo>
                  <a:lnTo>
                    <a:pt x="5520852" y="2624155"/>
                  </a:lnTo>
                  <a:lnTo>
                    <a:pt x="5472933" y="2682832"/>
                  </a:lnTo>
                  <a:lnTo>
                    <a:pt x="5422699" y="2735299"/>
                  </a:lnTo>
                  <a:lnTo>
                    <a:pt x="5369316" y="2782121"/>
                  </a:lnTo>
                  <a:lnTo>
                    <a:pt x="5311936" y="2823939"/>
                  </a:lnTo>
                  <a:lnTo>
                    <a:pt x="5249766" y="2861369"/>
                  </a:lnTo>
                  <a:lnTo>
                    <a:pt x="5182159" y="2894954"/>
                  </a:lnTo>
                  <a:lnTo>
                    <a:pt x="5108739" y="2925131"/>
                  </a:lnTo>
                  <a:lnTo>
                    <a:pt x="5029555" y="2952224"/>
                  </a:lnTo>
                  <a:lnTo>
                    <a:pt x="4945278" y="2976430"/>
                  </a:lnTo>
                  <a:lnTo>
                    <a:pt x="4857384" y="2997835"/>
                  </a:lnTo>
                  <a:lnTo>
                    <a:pt x="4768286" y="3016429"/>
                  </a:lnTo>
                  <a:lnTo>
                    <a:pt x="4681308" y="3032150"/>
                  </a:lnTo>
                  <a:lnTo>
                    <a:pt x="4600412" y="3044939"/>
                  </a:lnTo>
                  <a:lnTo>
                    <a:pt x="4529645" y="3054812"/>
                  </a:lnTo>
                  <a:lnTo>
                    <a:pt x="4472378" y="3061916"/>
                  </a:lnTo>
                  <a:lnTo>
                    <a:pt x="4430544" y="3066559"/>
                  </a:lnTo>
                  <a:lnTo>
                    <a:pt x="4404112" y="3069197"/>
                  </a:lnTo>
                  <a:lnTo>
                    <a:pt x="4390954" y="3070382"/>
                  </a:lnTo>
                  <a:lnTo>
                    <a:pt x="4387046" y="3070702"/>
                  </a:lnTo>
                  <a:lnTo>
                    <a:pt x="4386855" y="3070717"/>
                  </a:lnTo>
                  <a:lnTo>
                    <a:pt x="3848118" y="3070717"/>
                  </a:lnTo>
                  <a:lnTo>
                    <a:pt x="3846931" y="3070638"/>
                  </a:lnTo>
                  <a:lnTo>
                    <a:pt x="3839170" y="3070075"/>
                  </a:lnTo>
                  <a:lnTo>
                    <a:pt x="3819758" y="3068518"/>
                  </a:lnTo>
                  <a:lnTo>
                    <a:pt x="3785443" y="3065460"/>
                  </a:lnTo>
                  <a:lnTo>
                    <a:pt x="3735090" y="3060452"/>
                  </a:lnTo>
                  <a:lnTo>
                    <a:pt x="3669740" y="3053156"/>
                  </a:lnTo>
                  <a:lnTo>
                    <a:pt x="3592251" y="3043376"/>
                  </a:lnTo>
                  <a:lnTo>
                    <a:pt x="3506583" y="3031049"/>
                  </a:lnTo>
                  <a:lnTo>
                    <a:pt x="3416962" y="3016203"/>
                  </a:lnTo>
                  <a:lnTo>
                    <a:pt x="3327175" y="2998900"/>
                  </a:lnTo>
                  <a:lnTo>
                    <a:pt x="3240145" y="2979172"/>
                  </a:lnTo>
                  <a:lnTo>
                    <a:pt x="3157803" y="2956984"/>
                  </a:lnTo>
                  <a:lnTo>
                    <a:pt x="3081164" y="2932203"/>
                  </a:lnTo>
                  <a:lnTo>
                    <a:pt x="3010514" y="2904591"/>
                  </a:lnTo>
                  <a:lnTo>
                    <a:pt x="2945614" y="2873802"/>
                  </a:lnTo>
                  <a:lnTo>
                    <a:pt x="2885884" y="2839393"/>
                  </a:lnTo>
                  <a:lnTo>
                    <a:pt x="2830548" y="2800843"/>
                  </a:lnTo>
                  <a:lnTo>
                    <a:pt x="2778739" y="2757592"/>
                  </a:lnTo>
                  <a:lnTo>
                    <a:pt x="2729580" y="2709107"/>
                  </a:lnTo>
                  <a:lnTo>
                    <a:pt x="2682262" y="2655009"/>
                  </a:lnTo>
                  <a:lnTo>
                    <a:pt x="2667772" y="2636969"/>
                  </a:lnTo>
                  <a:lnTo>
                    <a:pt x="2631117" y="2588331"/>
                  </a:lnTo>
                  <a:lnTo>
                    <a:pt x="2594808" y="2536001"/>
                  </a:lnTo>
                  <a:lnTo>
                    <a:pt x="2558614" y="2479904"/>
                  </a:lnTo>
                  <a:lnTo>
                    <a:pt x="2522354" y="2420030"/>
                  </a:lnTo>
                  <a:lnTo>
                    <a:pt x="2485895" y="2356441"/>
                  </a:lnTo>
                  <a:lnTo>
                    <a:pt x="2449145" y="2289280"/>
                  </a:lnTo>
                  <a:lnTo>
                    <a:pt x="2412051" y="2218771"/>
                  </a:lnTo>
                  <a:lnTo>
                    <a:pt x="2374596" y="2145220"/>
                  </a:lnTo>
                  <a:lnTo>
                    <a:pt x="2336792" y="2069019"/>
                  </a:lnTo>
                  <a:lnTo>
                    <a:pt x="2298680" y="1990630"/>
                  </a:lnTo>
                  <a:lnTo>
                    <a:pt x="2260324" y="1910584"/>
                  </a:lnTo>
                  <a:lnTo>
                    <a:pt x="2221805" y="1829461"/>
                  </a:lnTo>
                  <a:lnTo>
                    <a:pt x="2183215" y="1747876"/>
                  </a:lnTo>
                  <a:lnTo>
                    <a:pt x="2144650" y="1666457"/>
                  </a:lnTo>
                  <a:lnTo>
                    <a:pt x="2106206" y="1585829"/>
                  </a:lnTo>
                  <a:lnTo>
                    <a:pt x="2067971" y="1506591"/>
                  </a:lnTo>
                  <a:lnTo>
                    <a:pt x="2030015" y="1429297"/>
                  </a:lnTo>
                  <a:lnTo>
                    <a:pt x="1992392" y="1354446"/>
                  </a:lnTo>
                  <a:lnTo>
                    <a:pt x="1955128" y="1282461"/>
                  </a:lnTo>
                  <a:lnTo>
                    <a:pt x="1918221" y="1213691"/>
                  </a:lnTo>
                  <a:lnTo>
                    <a:pt x="1881634" y="1148398"/>
                  </a:lnTo>
                  <a:lnTo>
                    <a:pt x="1845294" y="1086762"/>
                  </a:lnTo>
                  <a:lnTo>
                    <a:pt x="1809089" y="1028884"/>
                  </a:lnTo>
                  <a:lnTo>
                    <a:pt x="1772860" y="974785"/>
                  </a:lnTo>
                  <a:lnTo>
                    <a:pt x="1736400" y="924423"/>
                  </a:lnTo>
                  <a:lnTo>
                    <a:pt x="1719082" y="901977"/>
                  </a:lnTo>
                  <a:lnTo>
                    <a:pt x="1672194" y="846097"/>
                  </a:lnTo>
                  <a:lnTo>
                    <a:pt x="1623691" y="795892"/>
                  </a:lnTo>
                  <a:lnTo>
                    <a:pt x="1572801" y="751061"/>
                  </a:lnTo>
                  <a:lnTo>
                    <a:pt x="1518659" y="711105"/>
                  </a:lnTo>
                  <a:lnTo>
                    <a:pt x="1460390" y="675463"/>
                  </a:lnTo>
                  <a:lnTo>
                    <a:pt x="1397176" y="643597"/>
                  </a:lnTo>
                  <a:lnTo>
                    <a:pt x="1328364" y="615037"/>
                  </a:lnTo>
                  <a:lnTo>
                    <a:pt x="1253591" y="589404"/>
                  </a:lnTo>
                  <a:lnTo>
                    <a:pt x="1172957" y="566426"/>
                  </a:lnTo>
                  <a:lnTo>
                    <a:pt x="1087227" y="545939"/>
                  </a:lnTo>
                  <a:lnTo>
                    <a:pt x="998032" y="527878"/>
                  </a:lnTo>
                  <a:lnTo>
                    <a:pt x="907989" y="512260"/>
                  </a:lnTo>
                  <a:lnTo>
                    <a:pt x="820644" y="499142"/>
                  </a:lnTo>
                  <a:lnTo>
                    <a:pt x="740150" y="488568"/>
                  </a:lnTo>
                  <a:lnTo>
                    <a:pt x="670639" y="480512"/>
                  </a:lnTo>
                  <a:lnTo>
                    <a:pt x="615401" y="474820"/>
                  </a:lnTo>
                  <a:lnTo>
                    <a:pt x="576102" y="471198"/>
                  </a:lnTo>
                  <a:lnTo>
                    <a:pt x="552297" y="469226"/>
                  </a:lnTo>
                  <a:lnTo>
                    <a:pt x="541367" y="468408"/>
                  </a:lnTo>
                  <a:lnTo>
                    <a:pt x="538736" y="468229"/>
                  </a:lnTo>
                  <a:lnTo>
                    <a:pt x="0" y="46822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546595" y="2634265"/>
              <a:ext cx="8234974" cy="3070717"/>
            </a:xfrm>
            <a:custGeom>
              <a:avLst/>
              <a:pathLst>
                <a:path w="8234974" h="3070717">
                  <a:moveTo>
                    <a:pt x="0" y="468229"/>
                  </a:moveTo>
                  <a:lnTo>
                    <a:pt x="538736" y="468229"/>
                  </a:lnTo>
                  <a:lnTo>
                    <a:pt x="539923" y="468308"/>
                  </a:lnTo>
                  <a:lnTo>
                    <a:pt x="547685" y="468871"/>
                  </a:lnTo>
                  <a:lnTo>
                    <a:pt x="567097" y="470428"/>
                  </a:lnTo>
                  <a:lnTo>
                    <a:pt x="601412" y="473486"/>
                  </a:lnTo>
                  <a:lnTo>
                    <a:pt x="651764" y="478494"/>
                  </a:lnTo>
                  <a:lnTo>
                    <a:pt x="717114" y="485790"/>
                  </a:lnTo>
                  <a:lnTo>
                    <a:pt x="794604" y="495570"/>
                  </a:lnTo>
                  <a:lnTo>
                    <a:pt x="880272" y="507898"/>
                  </a:lnTo>
                  <a:lnTo>
                    <a:pt x="969892" y="522743"/>
                  </a:lnTo>
                  <a:lnTo>
                    <a:pt x="1059679" y="540046"/>
                  </a:lnTo>
                  <a:lnTo>
                    <a:pt x="1146709" y="559774"/>
                  </a:lnTo>
                  <a:lnTo>
                    <a:pt x="1229052" y="581963"/>
                  </a:lnTo>
                  <a:lnTo>
                    <a:pt x="1305691" y="606743"/>
                  </a:lnTo>
                  <a:lnTo>
                    <a:pt x="1376341" y="634355"/>
                  </a:lnTo>
                  <a:lnTo>
                    <a:pt x="1441241" y="665144"/>
                  </a:lnTo>
                  <a:lnTo>
                    <a:pt x="1500970" y="699553"/>
                  </a:lnTo>
                  <a:lnTo>
                    <a:pt x="1556306" y="738103"/>
                  </a:lnTo>
                  <a:lnTo>
                    <a:pt x="1608116" y="781355"/>
                  </a:lnTo>
                  <a:lnTo>
                    <a:pt x="1657275" y="829839"/>
                  </a:lnTo>
                  <a:lnTo>
                    <a:pt x="1704592" y="883938"/>
                  </a:lnTo>
                  <a:lnTo>
                    <a:pt x="1719082" y="901977"/>
                  </a:lnTo>
                  <a:lnTo>
                    <a:pt x="1755738" y="950615"/>
                  </a:lnTo>
                  <a:lnTo>
                    <a:pt x="1792047" y="1002945"/>
                  </a:lnTo>
                  <a:lnTo>
                    <a:pt x="1828241" y="1059042"/>
                  </a:lnTo>
                  <a:lnTo>
                    <a:pt x="1864501" y="1118917"/>
                  </a:lnTo>
                  <a:lnTo>
                    <a:pt x="1900960" y="1182505"/>
                  </a:lnTo>
                  <a:lnTo>
                    <a:pt x="1937710" y="1249666"/>
                  </a:lnTo>
                  <a:lnTo>
                    <a:pt x="1974803" y="1320175"/>
                  </a:lnTo>
                  <a:lnTo>
                    <a:pt x="2012259" y="1393726"/>
                  </a:lnTo>
                  <a:lnTo>
                    <a:pt x="2050063" y="1469927"/>
                  </a:lnTo>
                  <a:lnTo>
                    <a:pt x="2088174" y="1548316"/>
                  </a:lnTo>
                  <a:lnTo>
                    <a:pt x="2126530" y="1628362"/>
                  </a:lnTo>
                  <a:lnTo>
                    <a:pt x="2165049" y="1709485"/>
                  </a:lnTo>
                  <a:lnTo>
                    <a:pt x="2203640" y="1791071"/>
                  </a:lnTo>
                  <a:lnTo>
                    <a:pt x="2242205" y="1872489"/>
                  </a:lnTo>
                  <a:lnTo>
                    <a:pt x="2280648" y="1953117"/>
                  </a:lnTo>
                  <a:lnTo>
                    <a:pt x="2318884" y="2032355"/>
                  </a:lnTo>
                  <a:lnTo>
                    <a:pt x="2356839" y="2109649"/>
                  </a:lnTo>
                  <a:lnTo>
                    <a:pt x="2394462" y="2184501"/>
                  </a:lnTo>
                  <a:lnTo>
                    <a:pt x="2431726" y="2256485"/>
                  </a:lnTo>
                  <a:lnTo>
                    <a:pt x="2468633" y="2325256"/>
                  </a:lnTo>
                  <a:lnTo>
                    <a:pt x="2505220" y="2390548"/>
                  </a:lnTo>
                  <a:lnTo>
                    <a:pt x="2541560" y="2452184"/>
                  </a:lnTo>
                  <a:lnTo>
                    <a:pt x="2577766" y="2510062"/>
                  </a:lnTo>
                  <a:lnTo>
                    <a:pt x="2613995" y="2564161"/>
                  </a:lnTo>
                  <a:lnTo>
                    <a:pt x="2650455" y="2614524"/>
                  </a:lnTo>
                  <a:lnTo>
                    <a:pt x="2667772" y="2636969"/>
                  </a:lnTo>
                  <a:lnTo>
                    <a:pt x="2714660" y="2692849"/>
                  </a:lnTo>
                  <a:lnTo>
                    <a:pt x="2763163" y="2743055"/>
                  </a:lnTo>
                  <a:lnTo>
                    <a:pt x="2814054" y="2787885"/>
                  </a:lnTo>
                  <a:lnTo>
                    <a:pt x="2868195" y="2827841"/>
                  </a:lnTo>
                  <a:lnTo>
                    <a:pt x="2926465" y="2863483"/>
                  </a:lnTo>
                  <a:lnTo>
                    <a:pt x="2989678" y="2895349"/>
                  </a:lnTo>
                  <a:lnTo>
                    <a:pt x="3058490" y="2923910"/>
                  </a:lnTo>
                  <a:lnTo>
                    <a:pt x="3133263" y="2949543"/>
                  </a:lnTo>
                  <a:lnTo>
                    <a:pt x="3213898" y="2972520"/>
                  </a:lnTo>
                  <a:lnTo>
                    <a:pt x="3299628" y="2993008"/>
                  </a:lnTo>
                  <a:lnTo>
                    <a:pt x="3388822" y="3011068"/>
                  </a:lnTo>
                  <a:lnTo>
                    <a:pt x="3478866" y="3026686"/>
                  </a:lnTo>
                  <a:lnTo>
                    <a:pt x="3566211" y="3039805"/>
                  </a:lnTo>
                  <a:lnTo>
                    <a:pt x="3646705" y="3050378"/>
                  </a:lnTo>
                  <a:lnTo>
                    <a:pt x="3716216" y="3058435"/>
                  </a:lnTo>
                  <a:lnTo>
                    <a:pt x="3771453" y="3064126"/>
                  </a:lnTo>
                  <a:lnTo>
                    <a:pt x="3810753" y="3067748"/>
                  </a:lnTo>
                  <a:lnTo>
                    <a:pt x="3834558" y="3069720"/>
                  </a:lnTo>
                  <a:lnTo>
                    <a:pt x="3845487" y="3070538"/>
                  </a:lnTo>
                  <a:lnTo>
                    <a:pt x="3848081" y="3070714"/>
                  </a:lnTo>
                  <a:lnTo>
                    <a:pt x="3848118" y="3070717"/>
                  </a:lnTo>
                  <a:lnTo>
                    <a:pt x="4386855" y="3070717"/>
                  </a:lnTo>
                  <a:lnTo>
                    <a:pt x="4388003" y="3070627"/>
                  </a:lnTo>
                  <a:lnTo>
                    <a:pt x="4395514" y="3069985"/>
                  </a:lnTo>
                  <a:lnTo>
                    <a:pt x="4414323" y="3068211"/>
                  </a:lnTo>
                  <a:lnTo>
                    <a:pt x="4447628" y="3064725"/>
                  </a:lnTo>
                  <a:lnTo>
                    <a:pt x="4496609" y="3059010"/>
                  </a:lnTo>
                  <a:lnTo>
                    <a:pt x="4560363" y="3050674"/>
                  </a:lnTo>
                  <a:lnTo>
                    <a:pt x="4636219" y="3039482"/>
                  </a:lnTo>
                  <a:lnTo>
                    <a:pt x="4720396" y="3025354"/>
                  </a:lnTo>
                  <a:lnTo>
                    <a:pt x="4808802" y="3008317"/>
                  </a:lnTo>
                  <a:lnTo>
                    <a:pt x="4897712" y="2988437"/>
                  </a:lnTo>
                  <a:lnTo>
                    <a:pt x="4984201" y="2965761"/>
                  </a:lnTo>
                  <a:lnTo>
                    <a:pt x="5066290" y="2940258"/>
                  </a:lnTo>
                  <a:lnTo>
                    <a:pt x="5142891" y="2911793"/>
                  </a:lnTo>
                  <a:lnTo>
                    <a:pt x="5213642" y="2880111"/>
                  </a:lnTo>
                  <a:lnTo>
                    <a:pt x="5278708" y="2844838"/>
                  </a:lnTo>
                  <a:lnTo>
                    <a:pt x="5338606" y="2805483"/>
                  </a:lnTo>
                  <a:lnTo>
                    <a:pt x="5394062" y="2761466"/>
                  </a:lnTo>
                  <a:lnTo>
                    <a:pt x="5445906" y="2712151"/>
                  </a:lnTo>
                  <a:lnTo>
                    <a:pt x="5494987" y="2656919"/>
                  </a:lnTo>
                  <a:lnTo>
                    <a:pt x="5542107" y="2595281"/>
                  </a:lnTo>
                  <a:lnTo>
                    <a:pt x="5567201" y="2558931"/>
                  </a:lnTo>
                  <a:lnTo>
                    <a:pt x="5601530" y="2505335"/>
                  </a:lnTo>
                  <a:lnTo>
                    <a:pt x="5635541" y="2447926"/>
                  </a:lnTo>
                  <a:lnTo>
                    <a:pt x="5669428" y="2386628"/>
                  </a:lnTo>
                  <a:lnTo>
                    <a:pt x="5703347" y="2321420"/>
                  </a:lnTo>
                  <a:lnTo>
                    <a:pt x="5737414" y="2252346"/>
                  </a:lnTo>
                  <a:lnTo>
                    <a:pt x="5771715" y="2179521"/>
                  </a:lnTo>
                  <a:lnTo>
                    <a:pt x="5806303" y="2103134"/>
                  </a:lnTo>
                  <a:lnTo>
                    <a:pt x="5841205" y="2023448"/>
                  </a:lnTo>
                  <a:lnTo>
                    <a:pt x="5876423" y="1940804"/>
                  </a:lnTo>
                  <a:lnTo>
                    <a:pt x="5911933" y="1855612"/>
                  </a:lnTo>
                  <a:lnTo>
                    <a:pt x="5947695" y="1768350"/>
                  </a:lnTo>
                  <a:lnTo>
                    <a:pt x="5983651" y="1679547"/>
                  </a:lnTo>
                  <a:lnTo>
                    <a:pt x="6019733" y="1589776"/>
                  </a:lnTo>
                  <a:lnTo>
                    <a:pt x="6055862" y="1499638"/>
                  </a:lnTo>
                  <a:lnTo>
                    <a:pt x="6091961" y="1409741"/>
                  </a:lnTo>
                  <a:lnTo>
                    <a:pt x="6127949" y="1320689"/>
                  </a:lnTo>
                  <a:lnTo>
                    <a:pt x="6163756" y="1233061"/>
                  </a:lnTo>
                  <a:lnTo>
                    <a:pt x="6199323" y="1147399"/>
                  </a:lnTo>
                  <a:lnTo>
                    <a:pt x="6234603" y="1064190"/>
                  </a:lnTo>
                  <a:lnTo>
                    <a:pt x="6269572" y="983860"/>
                  </a:lnTo>
                  <a:lnTo>
                    <a:pt x="6304224" y="906763"/>
                  </a:lnTo>
                  <a:lnTo>
                    <a:pt x="6338581" y="833181"/>
                  </a:lnTo>
                  <a:lnTo>
                    <a:pt x="6372691" y="763317"/>
                  </a:lnTo>
                  <a:lnTo>
                    <a:pt x="6406632" y="697301"/>
                  </a:lnTo>
                  <a:lnTo>
                    <a:pt x="6440514" y="635190"/>
                  </a:lnTo>
                  <a:lnTo>
                    <a:pt x="6474484" y="576979"/>
                  </a:lnTo>
                  <a:lnTo>
                    <a:pt x="6508729" y="522601"/>
                  </a:lnTo>
                  <a:lnTo>
                    <a:pt x="6515891" y="511786"/>
                  </a:lnTo>
                  <a:lnTo>
                    <a:pt x="6562240" y="446562"/>
                  </a:lnTo>
                  <a:lnTo>
                    <a:pt x="6610159" y="387884"/>
                  </a:lnTo>
                  <a:lnTo>
                    <a:pt x="6660394" y="335418"/>
                  </a:lnTo>
                  <a:lnTo>
                    <a:pt x="6713776" y="288595"/>
                  </a:lnTo>
                  <a:lnTo>
                    <a:pt x="6771156" y="246777"/>
                  </a:lnTo>
                  <a:lnTo>
                    <a:pt x="6833326" y="209347"/>
                  </a:lnTo>
                  <a:lnTo>
                    <a:pt x="6900933" y="175763"/>
                  </a:lnTo>
                  <a:lnTo>
                    <a:pt x="6974354" y="145585"/>
                  </a:lnTo>
                  <a:lnTo>
                    <a:pt x="7053537" y="118492"/>
                  </a:lnTo>
                  <a:lnTo>
                    <a:pt x="7137815" y="94286"/>
                  </a:lnTo>
                  <a:lnTo>
                    <a:pt x="7225709" y="72881"/>
                  </a:lnTo>
                  <a:lnTo>
                    <a:pt x="7314807" y="54287"/>
                  </a:lnTo>
                  <a:lnTo>
                    <a:pt x="7401785" y="38566"/>
                  </a:lnTo>
                  <a:lnTo>
                    <a:pt x="7482681" y="25777"/>
                  </a:lnTo>
                  <a:lnTo>
                    <a:pt x="7553448" y="15904"/>
                  </a:lnTo>
                  <a:lnTo>
                    <a:pt x="7610714" y="8800"/>
                  </a:lnTo>
                  <a:lnTo>
                    <a:pt x="7652548" y="4157"/>
                  </a:lnTo>
                  <a:lnTo>
                    <a:pt x="7678980" y="1520"/>
                  </a:lnTo>
                  <a:lnTo>
                    <a:pt x="7692138" y="334"/>
                  </a:lnTo>
                  <a:lnTo>
                    <a:pt x="7696047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546595" y="2628821"/>
              <a:ext cx="8234974" cy="3070717"/>
            </a:xfrm>
            <a:custGeom>
              <a:avLst/>
              <a:pathLst>
                <a:path w="8234974" h="3070717">
                  <a:moveTo>
                    <a:pt x="8234974" y="0"/>
                  </a:moveTo>
                  <a:lnTo>
                    <a:pt x="7696237" y="0"/>
                  </a:lnTo>
                  <a:lnTo>
                    <a:pt x="7695089" y="89"/>
                  </a:lnTo>
                  <a:lnTo>
                    <a:pt x="7687578" y="731"/>
                  </a:lnTo>
                  <a:lnTo>
                    <a:pt x="7668769" y="2506"/>
                  </a:lnTo>
                  <a:lnTo>
                    <a:pt x="7635465" y="5992"/>
                  </a:lnTo>
                  <a:lnTo>
                    <a:pt x="7586484" y="11706"/>
                  </a:lnTo>
                  <a:lnTo>
                    <a:pt x="7522729" y="20043"/>
                  </a:lnTo>
                  <a:lnTo>
                    <a:pt x="7446874" y="31234"/>
                  </a:lnTo>
                  <a:lnTo>
                    <a:pt x="7362696" y="45362"/>
                  </a:lnTo>
                  <a:lnTo>
                    <a:pt x="7274291" y="62400"/>
                  </a:lnTo>
                  <a:lnTo>
                    <a:pt x="7185380" y="82279"/>
                  </a:lnTo>
                  <a:lnTo>
                    <a:pt x="7098891" y="104955"/>
                  </a:lnTo>
                  <a:lnTo>
                    <a:pt x="7016802" y="130459"/>
                  </a:lnTo>
                  <a:lnTo>
                    <a:pt x="6940201" y="158923"/>
                  </a:lnTo>
                  <a:lnTo>
                    <a:pt x="6869451" y="190605"/>
                  </a:lnTo>
                  <a:lnTo>
                    <a:pt x="6804385" y="225879"/>
                  </a:lnTo>
                  <a:lnTo>
                    <a:pt x="6744487" y="265234"/>
                  </a:lnTo>
                  <a:lnTo>
                    <a:pt x="6689030" y="309251"/>
                  </a:lnTo>
                  <a:lnTo>
                    <a:pt x="6637186" y="358565"/>
                  </a:lnTo>
                  <a:lnTo>
                    <a:pt x="6588106" y="413798"/>
                  </a:lnTo>
                  <a:lnTo>
                    <a:pt x="6540986" y="475436"/>
                  </a:lnTo>
                  <a:lnTo>
                    <a:pt x="6515891" y="511786"/>
                  </a:lnTo>
                  <a:lnTo>
                    <a:pt x="6481562" y="565382"/>
                  </a:lnTo>
                  <a:lnTo>
                    <a:pt x="6447552" y="622790"/>
                  </a:lnTo>
                  <a:lnTo>
                    <a:pt x="6413664" y="684088"/>
                  </a:lnTo>
                  <a:lnTo>
                    <a:pt x="6379746" y="749296"/>
                  </a:lnTo>
                  <a:lnTo>
                    <a:pt x="6345678" y="818370"/>
                  </a:lnTo>
                  <a:lnTo>
                    <a:pt x="6311378" y="891195"/>
                  </a:lnTo>
                  <a:lnTo>
                    <a:pt x="6276789" y="967583"/>
                  </a:lnTo>
                  <a:lnTo>
                    <a:pt x="6241887" y="1047268"/>
                  </a:lnTo>
                  <a:lnTo>
                    <a:pt x="6206670" y="1129913"/>
                  </a:lnTo>
                  <a:lnTo>
                    <a:pt x="6171160" y="1215104"/>
                  </a:lnTo>
                  <a:lnTo>
                    <a:pt x="6135398" y="1302366"/>
                  </a:lnTo>
                  <a:lnTo>
                    <a:pt x="6099441" y="1391169"/>
                  </a:lnTo>
                  <a:lnTo>
                    <a:pt x="6063360" y="1480940"/>
                  </a:lnTo>
                  <a:lnTo>
                    <a:pt x="6027230" y="1571079"/>
                  </a:lnTo>
                  <a:lnTo>
                    <a:pt x="5991132" y="1660976"/>
                  </a:lnTo>
                  <a:lnTo>
                    <a:pt x="5955144" y="1750028"/>
                  </a:lnTo>
                  <a:lnTo>
                    <a:pt x="5919336" y="1837655"/>
                  </a:lnTo>
                  <a:lnTo>
                    <a:pt x="5883769" y="1923317"/>
                  </a:lnTo>
                  <a:lnTo>
                    <a:pt x="5848489" y="2006526"/>
                  </a:lnTo>
                  <a:lnTo>
                    <a:pt x="5813521" y="2086856"/>
                  </a:lnTo>
                  <a:lnTo>
                    <a:pt x="5778869" y="2163953"/>
                  </a:lnTo>
                  <a:lnTo>
                    <a:pt x="5744512" y="2237535"/>
                  </a:lnTo>
                  <a:lnTo>
                    <a:pt x="5710402" y="2307399"/>
                  </a:lnTo>
                  <a:lnTo>
                    <a:pt x="5676461" y="2373416"/>
                  </a:lnTo>
                  <a:lnTo>
                    <a:pt x="5642578" y="2435526"/>
                  </a:lnTo>
                  <a:lnTo>
                    <a:pt x="5608608" y="2493737"/>
                  </a:lnTo>
                  <a:lnTo>
                    <a:pt x="5574363" y="2548115"/>
                  </a:lnTo>
                  <a:lnTo>
                    <a:pt x="5567201" y="2558931"/>
                  </a:lnTo>
                  <a:lnTo>
                    <a:pt x="5520852" y="2624155"/>
                  </a:lnTo>
                  <a:lnTo>
                    <a:pt x="5472933" y="2682832"/>
                  </a:lnTo>
                  <a:lnTo>
                    <a:pt x="5422699" y="2735299"/>
                  </a:lnTo>
                  <a:lnTo>
                    <a:pt x="5369316" y="2782121"/>
                  </a:lnTo>
                  <a:lnTo>
                    <a:pt x="5311936" y="2823939"/>
                  </a:lnTo>
                  <a:lnTo>
                    <a:pt x="5249766" y="2861369"/>
                  </a:lnTo>
                  <a:lnTo>
                    <a:pt x="5182159" y="2894954"/>
                  </a:lnTo>
                  <a:lnTo>
                    <a:pt x="5108739" y="2925131"/>
                  </a:lnTo>
                  <a:lnTo>
                    <a:pt x="5029555" y="2952224"/>
                  </a:lnTo>
                  <a:lnTo>
                    <a:pt x="4945278" y="2976430"/>
                  </a:lnTo>
                  <a:lnTo>
                    <a:pt x="4857384" y="2997835"/>
                  </a:lnTo>
                  <a:lnTo>
                    <a:pt x="4768286" y="3016429"/>
                  </a:lnTo>
                  <a:lnTo>
                    <a:pt x="4681308" y="3032150"/>
                  </a:lnTo>
                  <a:lnTo>
                    <a:pt x="4600412" y="3044939"/>
                  </a:lnTo>
                  <a:lnTo>
                    <a:pt x="4529645" y="3054812"/>
                  </a:lnTo>
                  <a:lnTo>
                    <a:pt x="4472378" y="3061916"/>
                  </a:lnTo>
                  <a:lnTo>
                    <a:pt x="4430544" y="3066559"/>
                  </a:lnTo>
                  <a:lnTo>
                    <a:pt x="4404112" y="3069197"/>
                  </a:lnTo>
                  <a:lnTo>
                    <a:pt x="4390954" y="3070382"/>
                  </a:lnTo>
                  <a:lnTo>
                    <a:pt x="4387046" y="3070702"/>
                  </a:lnTo>
                  <a:lnTo>
                    <a:pt x="4386855" y="3070717"/>
                  </a:lnTo>
                  <a:lnTo>
                    <a:pt x="3848118" y="3070717"/>
                  </a:lnTo>
                  <a:lnTo>
                    <a:pt x="3846931" y="3070638"/>
                  </a:lnTo>
                  <a:lnTo>
                    <a:pt x="3839170" y="3070075"/>
                  </a:lnTo>
                  <a:lnTo>
                    <a:pt x="3819758" y="3068518"/>
                  </a:lnTo>
                  <a:lnTo>
                    <a:pt x="3785443" y="3065460"/>
                  </a:lnTo>
                  <a:lnTo>
                    <a:pt x="3735090" y="3060452"/>
                  </a:lnTo>
                  <a:lnTo>
                    <a:pt x="3669740" y="3053156"/>
                  </a:lnTo>
                  <a:lnTo>
                    <a:pt x="3592251" y="3043376"/>
                  </a:lnTo>
                  <a:lnTo>
                    <a:pt x="3506583" y="3031049"/>
                  </a:lnTo>
                  <a:lnTo>
                    <a:pt x="3416962" y="3016203"/>
                  </a:lnTo>
                  <a:lnTo>
                    <a:pt x="3327175" y="2998900"/>
                  </a:lnTo>
                  <a:lnTo>
                    <a:pt x="3240145" y="2979172"/>
                  </a:lnTo>
                  <a:lnTo>
                    <a:pt x="3157803" y="2956984"/>
                  </a:lnTo>
                  <a:lnTo>
                    <a:pt x="3081164" y="2932203"/>
                  </a:lnTo>
                  <a:lnTo>
                    <a:pt x="3010514" y="2904591"/>
                  </a:lnTo>
                  <a:lnTo>
                    <a:pt x="2945614" y="2873802"/>
                  </a:lnTo>
                  <a:lnTo>
                    <a:pt x="2885884" y="2839393"/>
                  </a:lnTo>
                  <a:lnTo>
                    <a:pt x="2830548" y="2800843"/>
                  </a:lnTo>
                  <a:lnTo>
                    <a:pt x="2778739" y="2757592"/>
                  </a:lnTo>
                  <a:lnTo>
                    <a:pt x="2729580" y="2709107"/>
                  </a:lnTo>
                  <a:lnTo>
                    <a:pt x="2682262" y="2655009"/>
                  </a:lnTo>
                  <a:lnTo>
                    <a:pt x="2667772" y="2636969"/>
                  </a:lnTo>
                  <a:lnTo>
                    <a:pt x="2631117" y="2588331"/>
                  </a:lnTo>
                  <a:lnTo>
                    <a:pt x="2594808" y="2536001"/>
                  </a:lnTo>
                  <a:lnTo>
                    <a:pt x="2558614" y="2479904"/>
                  </a:lnTo>
                  <a:lnTo>
                    <a:pt x="2522354" y="2420030"/>
                  </a:lnTo>
                  <a:lnTo>
                    <a:pt x="2485895" y="2356441"/>
                  </a:lnTo>
                  <a:lnTo>
                    <a:pt x="2449145" y="2289280"/>
                  </a:lnTo>
                  <a:lnTo>
                    <a:pt x="2412051" y="2218771"/>
                  </a:lnTo>
                  <a:lnTo>
                    <a:pt x="2374596" y="2145220"/>
                  </a:lnTo>
                  <a:lnTo>
                    <a:pt x="2336792" y="2069019"/>
                  </a:lnTo>
                  <a:lnTo>
                    <a:pt x="2298680" y="1990630"/>
                  </a:lnTo>
                  <a:lnTo>
                    <a:pt x="2260324" y="1910584"/>
                  </a:lnTo>
                  <a:lnTo>
                    <a:pt x="2221805" y="1829461"/>
                  </a:lnTo>
                  <a:lnTo>
                    <a:pt x="2183215" y="1747876"/>
                  </a:lnTo>
                  <a:lnTo>
                    <a:pt x="2144650" y="1666457"/>
                  </a:lnTo>
                  <a:lnTo>
                    <a:pt x="2106206" y="1585829"/>
                  </a:lnTo>
                  <a:lnTo>
                    <a:pt x="2067971" y="1506591"/>
                  </a:lnTo>
                  <a:lnTo>
                    <a:pt x="2030015" y="1429297"/>
                  </a:lnTo>
                  <a:lnTo>
                    <a:pt x="1992392" y="1354446"/>
                  </a:lnTo>
                  <a:lnTo>
                    <a:pt x="1955128" y="1282461"/>
                  </a:lnTo>
                  <a:lnTo>
                    <a:pt x="1918221" y="1213691"/>
                  </a:lnTo>
                  <a:lnTo>
                    <a:pt x="1881634" y="1148398"/>
                  </a:lnTo>
                  <a:lnTo>
                    <a:pt x="1845294" y="1086762"/>
                  </a:lnTo>
                  <a:lnTo>
                    <a:pt x="1809089" y="1028884"/>
                  </a:lnTo>
                  <a:lnTo>
                    <a:pt x="1772860" y="974785"/>
                  </a:lnTo>
                  <a:lnTo>
                    <a:pt x="1736400" y="924423"/>
                  </a:lnTo>
                  <a:lnTo>
                    <a:pt x="1719082" y="901977"/>
                  </a:lnTo>
                  <a:lnTo>
                    <a:pt x="1672194" y="846097"/>
                  </a:lnTo>
                  <a:lnTo>
                    <a:pt x="1623691" y="795892"/>
                  </a:lnTo>
                  <a:lnTo>
                    <a:pt x="1572801" y="751061"/>
                  </a:lnTo>
                  <a:lnTo>
                    <a:pt x="1518659" y="711105"/>
                  </a:lnTo>
                  <a:lnTo>
                    <a:pt x="1460390" y="675463"/>
                  </a:lnTo>
                  <a:lnTo>
                    <a:pt x="1397176" y="643597"/>
                  </a:lnTo>
                  <a:lnTo>
                    <a:pt x="1328364" y="615037"/>
                  </a:lnTo>
                  <a:lnTo>
                    <a:pt x="1253591" y="589404"/>
                  </a:lnTo>
                  <a:lnTo>
                    <a:pt x="1172957" y="566426"/>
                  </a:lnTo>
                  <a:lnTo>
                    <a:pt x="1087227" y="545939"/>
                  </a:lnTo>
                  <a:lnTo>
                    <a:pt x="998032" y="527878"/>
                  </a:lnTo>
                  <a:lnTo>
                    <a:pt x="907989" y="512260"/>
                  </a:lnTo>
                  <a:lnTo>
                    <a:pt x="820644" y="499142"/>
                  </a:lnTo>
                  <a:lnTo>
                    <a:pt x="740150" y="488568"/>
                  </a:lnTo>
                  <a:lnTo>
                    <a:pt x="670639" y="480512"/>
                  </a:lnTo>
                  <a:lnTo>
                    <a:pt x="615401" y="474820"/>
                  </a:lnTo>
                  <a:lnTo>
                    <a:pt x="576102" y="471198"/>
                  </a:lnTo>
                  <a:lnTo>
                    <a:pt x="552297" y="469226"/>
                  </a:lnTo>
                  <a:lnTo>
                    <a:pt x="541367" y="468408"/>
                  </a:lnTo>
                  <a:lnTo>
                    <a:pt x="538774" y="468232"/>
                  </a:lnTo>
                  <a:lnTo>
                    <a:pt x="538736" y="468229"/>
                  </a:lnTo>
                  <a:lnTo>
                    <a:pt x="0" y="4682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4" name="pg254"/>
            <p:cNvSpPr/>
            <p:nvPr/>
          </p:nvSpPr>
          <p:spPr>
            <a:xfrm>
              <a:off x="546595" y="2841158"/>
              <a:ext cx="8234974" cy="2869269"/>
            </a:xfrm>
            <a:custGeom>
              <a:avLst/>
              <a:pathLst>
                <a:path w="8234974" h="2869269">
                  <a:moveTo>
                    <a:pt x="0" y="266782"/>
                  </a:moveTo>
                  <a:lnTo>
                    <a:pt x="538736" y="266782"/>
                  </a:lnTo>
                  <a:lnTo>
                    <a:pt x="539923" y="266861"/>
                  </a:lnTo>
                  <a:lnTo>
                    <a:pt x="547685" y="267424"/>
                  </a:lnTo>
                  <a:lnTo>
                    <a:pt x="567097" y="268980"/>
                  </a:lnTo>
                  <a:lnTo>
                    <a:pt x="601412" y="272038"/>
                  </a:lnTo>
                  <a:lnTo>
                    <a:pt x="651764" y="277046"/>
                  </a:lnTo>
                  <a:lnTo>
                    <a:pt x="717114" y="284342"/>
                  </a:lnTo>
                  <a:lnTo>
                    <a:pt x="794604" y="294123"/>
                  </a:lnTo>
                  <a:lnTo>
                    <a:pt x="880272" y="306450"/>
                  </a:lnTo>
                  <a:lnTo>
                    <a:pt x="969892" y="321295"/>
                  </a:lnTo>
                  <a:lnTo>
                    <a:pt x="1059679" y="338598"/>
                  </a:lnTo>
                  <a:lnTo>
                    <a:pt x="1146709" y="358326"/>
                  </a:lnTo>
                  <a:lnTo>
                    <a:pt x="1229052" y="380515"/>
                  </a:lnTo>
                  <a:lnTo>
                    <a:pt x="1305691" y="405296"/>
                  </a:lnTo>
                  <a:lnTo>
                    <a:pt x="1376341" y="432907"/>
                  </a:lnTo>
                  <a:lnTo>
                    <a:pt x="1441241" y="463696"/>
                  </a:lnTo>
                  <a:lnTo>
                    <a:pt x="1500970" y="498105"/>
                  </a:lnTo>
                  <a:lnTo>
                    <a:pt x="1556306" y="536655"/>
                  </a:lnTo>
                  <a:lnTo>
                    <a:pt x="1608116" y="579907"/>
                  </a:lnTo>
                  <a:lnTo>
                    <a:pt x="1657275" y="628391"/>
                  </a:lnTo>
                  <a:lnTo>
                    <a:pt x="1704592" y="682490"/>
                  </a:lnTo>
                  <a:lnTo>
                    <a:pt x="1719082" y="700530"/>
                  </a:lnTo>
                  <a:lnTo>
                    <a:pt x="1755738" y="749167"/>
                  </a:lnTo>
                  <a:lnTo>
                    <a:pt x="1792047" y="801497"/>
                  </a:lnTo>
                  <a:lnTo>
                    <a:pt x="1828241" y="857595"/>
                  </a:lnTo>
                  <a:lnTo>
                    <a:pt x="1864501" y="917469"/>
                  </a:lnTo>
                  <a:lnTo>
                    <a:pt x="1900960" y="981057"/>
                  </a:lnTo>
                  <a:lnTo>
                    <a:pt x="1937710" y="1048218"/>
                  </a:lnTo>
                  <a:lnTo>
                    <a:pt x="1974803" y="1118728"/>
                  </a:lnTo>
                  <a:lnTo>
                    <a:pt x="2012259" y="1192278"/>
                  </a:lnTo>
                  <a:lnTo>
                    <a:pt x="2050063" y="1268480"/>
                  </a:lnTo>
                  <a:lnTo>
                    <a:pt x="2088174" y="1346868"/>
                  </a:lnTo>
                  <a:lnTo>
                    <a:pt x="2126530" y="1426914"/>
                  </a:lnTo>
                  <a:lnTo>
                    <a:pt x="2165049" y="1508037"/>
                  </a:lnTo>
                  <a:lnTo>
                    <a:pt x="2203640" y="1589623"/>
                  </a:lnTo>
                  <a:lnTo>
                    <a:pt x="2242205" y="1671041"/>
                  </a:lnTo>
                  <a:lnTo>
                    <a:pt x="2280648" y="1751669"/>
                  </a:lnTo>
                  <a:lnTo>
                    <a:pt x="2318884" y="1830908"/>
                  </a:lnTo>
                  <a:lnTo>
                    <a:pt x="2356839" y="1908201"/>
                  </a:lnTo>
                  <a:lnTo>
                    <a:pt x="2394462" y="1983053"/>
                  </a:lnTo>
                  <a:lnTo>
                    <a:pt x="2431726" y="2055037"/>
                  </a:lnTo>
                  <a:lnTo>
                    <a:pt x="2468633" y="2123808"/>
                  </a:lnTo>
                  <a:lnTo>
                    <a:pt x="2505220" y="2189101"/>
                  </a:lnTo>
                  <a:lnTo>
                    <a:pt x="2541560" y="2250736"/>
                  </a:lnTo>
                  <a:lnTo>
                    <a:pt x="2577766" y="2308615"/>
                  </a:lnTo>
                  <a:lnTo>
                    <a:pt x="2613995" y="2362713"/>
                  </a:lnTo>
                  <a:lnTo>
                    <a:pt x="2650455" y="2413076"/>
                  </a:lnTo>
                  <a:lnTo>
                    <a:pt x="2667772" y="2435521"/>
                  </a:lnTo>
                  <a:lnTo>
                    <a:pt x="2714660" y="2491401"/>
                  </a:lnTo>
                  <a:lnTo>
                    <a:pt x="2763163" y="2541607"/>
                  </a:lnTo>
                  <a:lnTo>
                    <a:pt x="2814054" y="2586438"/>
                  </a:lnTo>
                  <a:lnTo>
                    <a:pt x="2868195" y="2626394"/>
                  </a:lnTo>
                  <a:lnTo>
                    <a:pt x="2926465" y="2662035"/>
                  </a:lnTo>
                  <a:lnTo>
                    <a:pt x="2989678" y="2693901"/>
                  </a:lnTo>
                  <a:lnTo>
                    <a:pt x="3058490" y="2722462"/>
                  </a:lnTo>
                  <a:lnTo>
                    <a:pt x="3133263" y="2748095"/>
                  </a:lnTo>
                  <a:lnTo>
                    <a:pt x="3213898" y="2771073"/>
                  </a:lnTo>
                  <a:lnTo>
                    <a:pt x="3299628" y="2791560"/>
                  </a:lnTo>
                  <a:lnTo>
                    <a:pt x="3388822" y="2809620"/>
                  </a:lnTo>
                  <a:lnTo>
                    <a:pt x="3478866" y="2825239"/>
                  </a:lnTo>
                  <a:lnTo>
                    <a:pt x="3566211" y="2838357"/>
                  </a:lnTo>
                  <a:lnTo>
                    <a:pt x="3646705" y="2848930"/>
                  </a:lnTo>
                  <a:lnTo>
                    <a:pt x="3716216" y="2856987"/>
                  </a:lnTo>
                  <a:lnTo>
                    <a:pt x="3771453" y="2862679"/>
                  </a:lnTo>
                  <a:lnTo>
                    <a:pt x="3810753" y="2866301"/>
                  </a:lnTo>
                  <a:lnTo>
                    <a:pt x="3834558" y="2868273"/>
                  </a:lnTo>
                  <a:lnTo>
                    <a:pt x="3845487" y="2869090"/>
                  </a:lnTo>
                  <a:lnTo>
                    <a:pt x="3848118" y="2869269"/>
                  </a:lnTo>
                  <a:lnTo>
                    <a:pt x="4386855" y="2869269"/>
                  </a:lnTo>
                  <a:lnTo>
                    <a:pt x="4388021" y="2869184"/>
                  </a:lnTo>
                  <a:lnTo>
                    <a:pt x="4395645" y="2868576"/>
                  </a:lnTo>
                  <a:lnTo>
                    <a:pt x="4414727" y="2866895"/>
                  </a:lnTo>
                  <a:lnTo>
                    <a:pt x="4448490" y="2863592"/>
                  </a:lnTo>
                  <a:lnTo>
                    <a:pt x="4498093" y="2858180"/>
                  </a:lnTo>
                  <a:lnTo>
                    <a:pt x="4562573" y="2850291"/>
                  </a:lnTo>
                  <a:lnTo>
                    <a:pt x="4639172" y="2839706"/>
                  </a:lnTo>
                  <a:lnTo>
                    <a:pt x="4724031" y="2826353"/>
                  </a:lnTo>
                  <a:lnTo>
                    <a:pt x="4812993" y="2810261"/>
                  </a:lnTo>
                  <a:lnTo>
                    <a:pt x="4902307" y="2791494"/>
                  </a:lnTo>
                  <a:lnTo>
                    <a:pt x="4989047" y="2770091"/>
                  </a:lnTo>
                  <a:lnTo>
                    <a:pt x="5071256" y="2746020"/>
                  </a:lnTo>
                  <a:lnTo>
                    <a:pt x="5147877" y="2719146"/>
                  </a:lnTo>
                  <a:lnTo>
                    <a:pt x="5218584" y="2689221"/>
                  </a:lnTo>
                  <a:lnTo>
                    <a:pt x="5283575" y="2655879"/>
                  </a:lnTo>
                  <a:lnTo>
                    <a:pt x="5343396" y="2618652"/>
                  </a:lnTo>
                  <a:lnTo>
                    <a:pt x="5398796" y="2576982"/>
                  </a:lnTo>
                  <a:lnTo>
                    <a:pt x="5450621" y="2530267"/>
                  </a:lnTo>
                  <a:lnTo>
                    <a:pt x="5499734" y="2477923"/>
                  </a:lnTo>
                  <a:lnTo>
                    <a:pt x="5546941" y="2419511"/>
                  </a:lnTo>
                  <a:lnTo>
                    <a:pt x="5567201" y="2391965"/>
                  </a:lnTo>
                  <a:lnTo>
                    <a:pt x="5602512" y="2340491"/>
                  </a:lnTo>
                  <a:lnTo>
                    <a:pt x="5637491" y="2285251"/>
                  </a:lnTo>
                  <a:lnTo>
                    <a:pt x="5672351" y="2226169"/>
                  </a:lnTo>
                  <a:lnTo>
                    <a:pt x="5707255" y="2163230"/>
                  </a:lnTo>
                  <a:lnTo>
                    <a:pt x="5742329" y="2096485"/>
                  </a:lnTo>
                  <a:lnTo>
                    <a:pt x="5777660" y="2026060"/>
                  </a:lnTo>
                  <a:lnTo>
                    <a:pt x="5813302" y="1952159"/>
                  </a:lnTo>
                  <a:lnTo>
                    <a:pt x="5849278" y="1875064"/>
                  </a:lnTo>
                  <a:lnTo>
                    <a:pt x="5885585" y="1795137"/>
                  </a:lnTo>
                  <a:lnTo>
                    <a:pt x="5922191" y="1712811"/>
                  </a:lnTo>
                  <a:lnTo>
                    <a:pt x="5959049" y="1628588"/>
                  </a:lnTo>
                  <a:lnTo>
                    <a:pt x="5996090" y="1543019"/>
                  </a:lnTo>
                  <a:lnTo>
                    <a:pt x="6033236" y="1456697"/>
                  </a:lnTo>
                  <a:lnTo>
                    <a:pt x="6070401" y="1370236"/>
                  </a:lnTo>
                  <a:lnTo>
                    <a:pt x="6107499" y="1284256"/>
                  </a:lnTo>
                  <a:lnTo>
                    <a:pt x="6144448" y="1199359"/>
                  </a:lnTo>
                  <a:lnTo>
                    <a:pt x="6181174" y="1116120"/>
                  </a:lnTo>
                  <a:lnTo>
                    <a:pt x="6217619" y="1035063"/>
                  </a:lnTo>
                  <a:lnTo>
                    <a:pt x="6253745" y="956652"/>
                  </a:lnTo>
                  <a:lnTo>
                    <a:pt x="6289536" y="881283"/>
                  </a:lnTo>
                  <a:lnTo>
                    <a:pt x="6325001" y="809274"/>
                  </a:lnTo>
                  <a:lnTo>
                    <a:pt x="6360181" y="740863"/>
                  </a:lnTo>
                  <a:lnTo>
                    <a:pt x="6395148" y="676212"/>
                  </a:lnTo>
                  <a:lnTo>
                    <a:pt x="6430010" y="615403"/>
                  </a:lnTo>
                  <a:lnTo>
                    <a:pt x="6464913" y="558451"/>
                  </a:lnTo>
                  <a:lnTo>
                    <a:pt x="6500046" y="505307"/>
                  </a:lnTo>
                  <a:lnTo>
                    <a:pt x="6515891" y="482748"/>
                  </a:lnTo>
                  <a:lnTo>
                    <a:pt x="6562485" y="421617"/>
                  </a:lnTo>
                  <a:lnTo>
                    <a:pt x="6610670" y="366655"/>
                  </a:lnTo>
                  <a:lnTo>
                    <a:pt x="6661203" y="317540"/>
                  </a:lnTo>
                  <a:lnTo>
                    <a:pt x="6714930" y="273735"/>
                  </a:lnTo>
                  <a:lnTo>
                    <a:pt x="6772714" y="234634"/>
                  </a:lnTo>
                  <a:lnTo>
                    <a:pt x="6835358" y="199654"/>
                  </a:lnTo>
                  <a:lnTo>
                    <a:pt x="6903512" y="168283"/>
                  </a:lnTo>
                  <a:lnTo>
                    <a:pt x="6977547" y="140110"/>
                  </a:lnTo>
                  <a:lnTo>
                    <a:pt x="7057390" y="114834"/>
                  </a:lnTo>
                  <a:lnTo>
                    <a:pt x="7142329" y="92272"/>
                  </a:lnTo>
                  <a:lnTo>
                    <a:pt x="7230819" y="72348"/>
                  </a:lnTo>
                  <a:lnTo>
                    <a:pt x="7320355" y="55076"/>
                  </a:lnTo>
                  <a:lnTo>
                    <a:pt x="7407512" y="40516"/>
                  </a:lnTo>
                  <a:lnTo>
                    <a:pt x="7488241" y="28721"/>
                  </a:lnTo>
                  <a:lnTo>
                    <a:pt x="7558454" y="19668"/>
                  </a:lnTo>
                  <a:lnTo>
                    <a:pt x="7614811" y="13207"/>
                  </a:lnTo>
                  <a:lnTo>
                    <a:pt x="7655499" y="9035"/>
                  </a:lnTo>
                  <a:lnTo>
                    <a:pt x="7680732" y="6709"/>
                  </a:lnTo>
                  <a:lnTo>
                    <a:pt x="7692859" y="569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2" y="85"/>
                  </a:lnTo>
                  <a:lnTo>
                    <a:pt x="7687447" y="693"/>
                  </a:lnTo>
                  <a:lnTo>
                    <a:pt x="7668365" y="2374"/>
                  </a:lnTo>
                  <a:lnTo>
                    <a:pt x="7634603" y="5676"/>
                  </a:lnTo>
                  <a:lnTo>
                    <a:pt x="7584999" y="11088"/>
                  </a:lnTo>
                  <a:lnTo>
                    <a:pt x="7520520" y="18978"/>
                  </a:lnTo>
                  <a:lnTo>
                    <a:pt x="7443920" y="29563"/>
                  </a:lnTo>
                  <a:lnTo>
                    <a:pt x="7359062" y="42915"/>
                  </a:lnTo>
                  <a:lnTo>
                    <a:pt x="7270099" y="59007"/>
                  </a:lnTo>
                  <a:lnTo>
                    <a:pt x="7180786" y="77775"/>
                  </a:lnTo>
                  <a:lnTo>
                    <a:pt x="7094046" y="99177"/>
                  </a:lnTo>
                  <a:lnTo>
                    <a:pt x="7011837" y="123248"/>
                  </a:lnTo>
                  <a:lnTo>
                    <a:pt x="6935215" y="150122"/>
                  </a:lnTo>
                  <a:lnTo>
                    <a:pt x="6864509" y="180048"/>
                  </a:lnTo>
                  <a:lnTo>
                    <a:pt x="6799518" y="213389"/>
                  </a:lnTo>
                  <a:lnTo>
                    <a:pt x="6739697" y="250617"/>
                  </a:lnTo>
                  <a:lnTo>
                    <a:pt x="6684297" y="292286"/>
                  </a:lnTo>
                  <a:lnTo>
                    <a:pt x="6632471" y="339002"/>
                  </a:lnTo>
                  <a:lnTo>
                    <a:pt x="6583358" y="391345"/>
                  </a:lnTo>
                  <a:lnTo>
                    <a:pt x="6536151" y="449757"/>
                  </a:lnTo>
                  <a:lnTo>
                    <a:pt x="6515891" y="477304"/>
                  </a:lnTo>
                  <a:lnTo>
                    <a:pt x="6480581" y="528778"/>
                  </a:lnTo>
                  <a:lnTo>
                    <a:pt x="6445601" y="584017"/>
                  </a:lnTo>
                  <a:lnTo>
                    <a:pt x="6410742" y="643099"/>
                  </a:lnTo>
                  <a:lnTo>
                    <a:pt x="6375837" y="706039"/>
                  </a:lnTo>
                  <a:lnTo>
                    <a:pt x="6340763" y="772784"/>
                  </a:lnTo>
                  <a:lnTo>
                    <a:pt x="6305432" y="843209"/>
                  </a:lnTo>
                  <a:lnTo>
                    <a:pt x="6269790" y="917110"/>
                  </a:lnTo>
                  <a:lnTo>
                    <a:pt x="6233814" y="994205"/>
                  </a:lnTo>
                  <a:lnTo>
                    <a:pt x="6197508" y="1074132"/>
                  </a:lnTo>
                  <a:lnTo>
                    <a:pt x="6160901" y="1156457"/>
                  </a:lnTo>
                  <a:lnTo>
                    <a:pt x="6124044" y="1240681"/>
                  </a:lnTo>
                  <a:lnTo>
                    <a:pt x="6087003" y="1326250"/>
                  </a:lnTo>
                  <a:lnTo>
                    <a:pt x="6049857" y="1412572"/>
                  </a:lnTo>
                  <a:lnTo>
                    <a:pt x="6012691" y="1499032"/>
                  </a:lnTo>
                  <a:lnTo>
                    <a:pt x="5975593" y="1585013"/>
                  </a:lnTo>
                  <a:lnTo>
                    <a:pt x="5938645" y="1669909"/>
                  </a:lnTo>
                  <a:lnTo>
                    <a:pt x="5901919" y="1753148"/>
                  </a:lnTo>
                  <a:lnTo>
                    <a:pt x="5865473" y="1834206"/>
                  </a:lnTo>
                  <a:lnTo>
                    <a:pt x="5829347" y="1912616"/>
                  </a:lnTo>
                  <a:lnTo>
                    <a:pt x="5793557" y="1987985"/>
                  </a:lnTo>
                  <a:lnTo>
                    <a:pt x="5758092" y="2059994"/>
                  </a:lnTo>
                  <a:lnTo>
                    <a:pt x="5722912" y="2128405"/>
                  </a:lnTo>
                  <a:lnTo>
                    <a:pt x="5687945" y="2193057"/>
                  </a:lnTo>
                  <a:lnTo>
                    <a:pt x="5653083" y="2253866"/>
                  </a:lnTo>
                  <a:lnTo>
                    <a:pt x="5618180" y="2310817"/>
                  </a:lnTo>
                  <a:lnTo>
                    <a:pt x="5583047" y="2363962"/>
                  </a:lnTo>
                  <a:lnTo>
                    <a:pt x="5567201" y="2386520"/>
                  </a:lnTo>
                  <a:lnTo>
                    <a:pt x="5520607" y="2447651"/>
                  </a:lnTo>
                  <a:lnTo>
                    <a:pt x="5472422" y="2502614"/>
                  </a:lnTo>
                  <a:lnTo>
                    <a:pt x="5421890" y="2551728"/>
                  </a:lnTo>
                  <a:lnTo>
                    <a:pt x="5368162" y="2595533"/>
                  </a:lnTo>
                  <a:lnTo>
                    <a:pt x="5310378" y="2634634"/>
                  </a:lnTo>
                  <a:lnTo>
                    <a:pt x="5247734" y="2669615"/>
                  </a:lnTo>
                  <a:lnTo>
                    <a:pt x="5179581" y="2700986"/>
                  </a:lnTo>
                  <a:lnTo>
                    <a:pt x="5105546" y="2729159"/>
                  </a:lnTo>
                  <a:lnTo>
                    <a:pt x="5025702" y="2754435"/>
                  </a:lnTo>
                  <a:lnTo>
                    <a:pt x="4940763" y="2776997"/>
                  </a:lnTo>
                  <a:lnTo>
                    <a:pt x="4852274" y="2796920"/>
                  </a:lnTo>
                  <a:lnTo>
                    <a:pt x="4762738" y="2814192"/>
                  </a:lnTo>
                  <a:lnTo>
                    <a:pt x="4675580" y="2828752"/>
                  </a:lnTo>
                  <a:lnTo>
                    <a:pt x="4594851" y="2840548"/>
                  </a:lnTo>
                  <a:lnTo>
                    <a:pt x="4524639" y="2849601"/>
                  </a:lnTo>
                  <a:lnTo>
                    <a:pt x="4468281" y="2856061"/>
                  </a:lnTo>
                  <a:lnTo>
                    <a:pt x="4427593" y="2860234"/>
                  </a:lnTo>
                  <a:lnTo>
                    <a:pt x="4402360" y="2862560"/>
                  </a:lnTo>
                  <a:lnTo>
                    <a:pt x="4390234" y="2863569"/>
                  </a:lnTo>
                  <a:lnTo>
                    <a:pt x="4386855" y="2863824"/>
                  </a:lnTo>
                  <a:lnTo>
                    <a:pt x="3848118" y="2863824"/>
                  </a:lnTo>
                  <a:lnTo>
                    <a:pt x="3846931" y="2863746"/>
                  </a:lnTo>
                  <a:lnTo>
                    <a:pt x="3839170" y="2863183"/>
                  </a:lnTo>
                  <a:lnTo>
                    <a:pt x="3819758" y="2861626"/>
                  </a:lnTo>
                  <a:lnTo>
                    <a:pt x="3785443" y="2858568"/>
                  </a:lnTo>
                  <a:lnTo>
                    <a:pt x="3735090" y="2853560"/>
                  </a:lnTo>
                  <a:lnTo>
                    <a:pt x="3669740" y="2846264"/>
                  </a:lnTo>
                  <a:lnTo>
                    <a:pt x="3592251" y="2836484"/>
                  </a:lnTo>
                  <a:lnTo>
                    <a:pt x="3506583" y="2824156"/>
                  </a:lnTo>
                  <a:lnTo>
                    <a:pt x="3416962" y="2809311"/>
                  </a:lnTo>
                  <a:lnTo>
                    <a:pt x="3327175" y="2792008"/>
                  </a:lnTo>
                  <a:lnTo>
                    <a:pt x="3240145" y="2772280"/>
                  </a:lnTo>
                  <a:lnTo>
                    <a:pt x="3157803" y="2750091"/>
                  </a:lnTo>
                  <a:lnTo>
                    <a:pt x="3081164" y="2725311"/>
                  </a:lnTo>
                  <a:lnTo>
                    <a:pt x="3010514" y="2697699"/>
                  </a:lnTo>
                  <a:lnTo>
                    <a:pt x="2945614" y="2666910"/>
                  </a:lnTo>
                  <a:lnTo>
                    <a:pt x="2885884" y="2632501"/>
                  </a:lnTo>
                  <a:lnTo>
                    <a:pt x="2830548" y="2593951"/>
                  </a:lnTo>
                  <a:lnTo>
                    <a:pt x="2778739" y="2550699"/>
                  </a:lnTo>
                  <a:lnTo>
                    <a:pt x="2729580" y="2502215"/>
                  </a:lnTo>
                  <a:lnTo>
                    <a:pt x="2682262" y="2448116"/>
                  </a:lnTo>
                  <a:lnTo>
                    <a:pt x="2667772" y="2430077"/>
                  </a:lnTo>
                  <a:lnTo>
                    <a:pt x="2631117" y="2381439"/>
                  </a:lnTo>
                  <a:lnTo>
                    <a:pt x="2594808" y="2329109"/>
                  </a:lnTo>
                  <a:lnTo>
                    <a:pt x="2558614" y="2273011"/>
                  </a:lnTo>
                  <a:lnTo>
                    <a:pt x="2522354" y="2213137"/>
                  </a:lnTo>
                  <a:lnTo>
                    <a:pt x="2485895" y="2149549"/>
                  </a:lnTo>
                  <a:lnTo>
                    <a:pt x="2449145" y="2082388"/>
                  </a:lnTo>
                  <a:lnTo>
                    <a:pt x="2412051" y="2011878"/>
                  </a:lnTo>
                  <a:lnTo>
                    <a:pt x="2374596" y="1938328"/>
                  </a:lnTo>
                  <a:lnTo>
                    <a:pt x="2336792" y="1862126"/>
                  </a:lnTo>
                  <a:lnTo>
                    <a:pt x="2298680" y="1783738"/>
                  </a:lnTo>
                  <a:lnTo>
                    <a:pt x="2260324" y="1703692"/>
                  </a:lnTo>
                  <a:lnTo>
                    <a:pt x="2221805" y="1622569"/>
                  </a:lnTo>
                  <a:lnTo>
                    <a:pt x="2183215" y="1540983"/>
                  </a:lnTo>
                  <a:lnTo>
                    <a:pt x="2144650" y="1459565"/>
                  </a:lnTo>
                  <a:lnTo>
                    <a:pt x="2106206" y="1378937"/>
                  </a:lnTo>
                  <a:lnTo>
                    <a:pt x="2067971" y="1299699"/>
                  </a:lnTo>
                  <a:lnTo>
                    <a:pt x="2030015" y="1222405"/>
                  </a:lnTo>
                  <a:lnTo>
                    <a:pt x="1992392" y="1147553"/>
                  </a:lnTo>
                  <a:lnTo>
                    <a:pt x="1955128" y="1075569"/>
                  </a:lnTo>
                  <a:lnTo>
                    <a:pt x="1918221" y="1006798"/>
                  </a:lnTo>
                  <a:lnTo>
                    <a:pt x="1881634" y="941505"/>
                  </a:lnTo>
                  <a:lnTo>
                    <a:pt x="1845294" y="879870"/>
                  </a:lnTo>
                  <a:lnTo>
                    <a:pt x="1809089" y="821991"/>
                  </a:lnTo>
                  <a:lnTo>
                    <a:pt x="1772860" y="767893"/>
                  </a:lnTo>
                  <a:lnTo>
                    <a:pt x="1736400" y="717530"/>
                  </a:lnTo>
                  <a:lnTo>
                    <a:pt x="1719082" y="695085"/>
                  </a:lnTo>
                  <a:lnTo>
                    <a:pt x="1672194" y="639205"/>
                  </a:lnTo>
                  <a:lnTo>
                    <a:pt x="1623691" y="588999"/>
                  </a:lnTo>
                  <a:lnTo>
                    <a:pt x="1572801" y="544169"/>
                  </a:lnTo>
                  <a:lnTo>
                    <a:pt x="1518659" y="504213"/>
                  </a:lnTo>
                  <a:lnTo>
                    <a:pt x="1460390" y="468571"/>
                  </a:lnTo>
                  <a:lnTo>
                    <a:pt x="1397176" y="436705"/>
                  </a:lnTo>
                  <a:lnTo>
                    <a:pt x="1328364" y="408144"/>
                  </a:lnTo>
                  <a:lnTo>
                    <a:pt x="1253591" y="382511"/>
                  </a:lnTo>
                  <a:lnTo>
                    <a:pt x="1172957" y="359534"/>
                  </a:lnTo>
                  <a:lnTo>
                    <a:pt x="1087227" y="339046"/>
                  </a:lnTo>
                  <a:lnTo>
                    <a:pt x="998032" y="320986"/>
                  </a:lnTo>
                  <a:lnTo>
                    <a:pt x="907989" y="305368"/>
                  </a:lnTo>
                  <a:lnTo>
                    <a:pt x="820644" y="292249"/>
                  </a:lnTo>
                  <a:lnTo>
                    <a:pt x="740150" y="281676"/>
                  </a:lnTo>
                  <a:lnTo>
                    <a:pt x="670639" y="273619"/>
                  </a:lnTo>
                  <a:lnTo>
                    <a:pt x="615401" y="267927"/>
                  </a:lnTo>
                  <a:lnTo>
                    <a:pt x="576102" y="264306"/>
                  </a:lnTo>
                  <a:lnTo>
                    <a:pt x="552297" y="262334"/>
                  </a:lnTo>
                  <a:lnTo>
                    <a:pt x="541367" y="261516"/>
                  </a:lnTo>
                  <a:lnTo>
                    <a:pt x="538736" y="261337"/>
                  </a:lnTo>
                  <a:lnTo>
                    <a:pt x="0" y="26133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546595" y="2846602"/>
              <a:ext cx="8234974" cy="2863824"/>
            </a:xfrm>
            <a:custGeom>
              <a:avLst/>
              <a:pathLst>
                <a:path w="8234974" h="2863824">
                  <a:moveTo>
                    <a:pt x="0" y="261337"/>
                  </a:moveTo>
                  <a:lnTo>
                    <a:pt x="538736" y="261337"/>
                  </a:lnTo>
                  <a:lnTo>
                    <a:pt x="539923" y="261416"/>
                  </a:lnTo>
                  <a:lnTo>
                    <a:pt x="547685" y="261979"/>
                  </a:lnTo>
                  <a:lnTo>
                    <a:pt x="567097" y="263536"/>
                  </a:lnTo>
                  <a:lnTo>
                    <a:pt x="601412" y="266593"/>
                  </a:lnTo>
                  <a:lnTo>
                    <a:pt x="651764" y="271601"/>
                  </a:lnTo>
                  <a:lnTo>
                    <a:pt x="717114" y="278898"/>
                  </a:lnTo>
                  <a:lnTo>
                    <a:pt x="794604" y="288678"/>
                  </a:lnTo>
                  <a:lnTo>
                    <a:pt x="880272" y="301005"/>
                  </a:lnTo>
                  <a:lnTo>
                    <a:pt x="969892" y="315850"/>
                  </a:lnTo>
                  <a:lnTo>
                    <a:pt x="1059679" y="333154"/>
                  </a:lnTo>
                  <a:lnTo>
                    <a:pt x="1146709" y="352882"/>
                  </a:lnTo>
                  <a:lnTo>
                    <a:pt x="1229052" y="375070"/>
                  </a:lnTo>
                  <a:lnTo>
                    <a:pt x="1305691" y="399851"/>
                  </a:lnTo>
                  <a:lnTo>
                    <a:pt x="1376341" y="427463"/>
                  </a:lnTo>
                  <a:lnTo>
                    <a:pt x="1441241" y="458251"/>
                  </a:lnTo>
                  <a:lnTo>
                    <a:pt x="1500970" y="492660"/>
                  </a:lnTo>
                  <a:lnTo>
                    <a:pt x="1556306" y="531211"/>
                  </a:lnTo>
                  <a:lnTo>
                    <a:pt x="1608116" y="574462"/>
                  </a:lnTo>
                  <a:lnTo>
                    <a:pt x="1657275" y="622947"/>
                  </a:lnTo>
                  <a:lnTo>
                    <a:pt x="1704592" y="677045"/>
                  </a:lnTo>
                  <a:lnTo>
                    <a:pt x="1719082" y="695085"/>
                  </a:lnTo>
                  <a:lnTo>
                    <a:pt x="1755738" y="743722"/>
                  </a:lnTo>
                  <a:lnTo>
                    <a:pt x="1792047" y="796053"/>
                  </a:lnTo>
                  <a:lnTo>
                    <a:pt x="1828241" y="852150"/>
                  </a:lnTo>
                  <a:lnTo>
                    <a:pt x="1864501" y="912024"/>
                  </a:lnTo>
                  <a:lnTo>
                    <a:pt x="1900960" y="975613"/>
                  </a:lnTo>
                  <a:lnTo>
                    <a:pt x="1937710" y="1042774"/>
                  </a:lnTo>
                  <a:lnTo>
                    <a:pt x="1974803" y="1113283"/>
                  </a:lnTo>
                  <a:lnTo>
                    <a:pt x="2012259" y="1186833"/>
                  </a:lnTo>
                  <a:lnTo>
                    <a:pt x="2050063" y="1263035"/>
                  </a:lnTo>
                  <a:lnTo>
                    <a:pt x="2088174" y="1341424"/>
                  </a:lnTo>
                  <a:lnTo>
                    <a:pt x="2126530" y="1421470"/>
                  </a:lnTo>
                  <a:lnTo>
                    <a:pt x="2165049" y="1502593"/>
                  </a:lnTo>
                  <a:lnTo>
                    <a:pt x="2203640" y="1584178"/>
                  </a:lnTo>
                  <a:lnTo>
                    <a:pt x="2242205" y="1665597"/>
                  </a:lnTo>
                  <a:lnTo>
                    <a:pt x="2280648" y="1746225"/>
                  </a:lnTo>
                  <a:lnTo>
                    <a:pt x="2318884" y="1825463"/>
                  </a:lnTo>
                  <a:lnTo>
                    <a:pt x="2356839" y="1902756"/>
                  </a:lnTo>
                  <a:lnTo>
                    <a:pt x="2394462" y="1977608"/>
                  </a:lnTo>
                  <a:lnTo>
                    <a:pt x="2431726" y="2049593"/>
                  </a:lnTo>
                  <a:lnTo>
                    <a:pt x="2468633" y="2118363"/>
                  </a:lnTo>
                  <a:lnTo>
                    <a:pt x="2505220" y="2183656"/>
                  </a:lnTo>
                  <a:lnTo>
                    <a:pt x="2541560" y="2245292"/>
                  </a:lnTo>
                  <a:lnTo>
                    <a:pt x="2577766" y="2303170"/>
                  </a:lnTo>
                  <a:lnTo>
                    <a:pt x="2613995" y="2357268"/>
                  </a:lnTo>
                  <a:lnTo>
                    <a:pt x="2650455" y="2407631"/>
                  </a:lnTo>
                  <a:lnTo>
                    <a:pt x="2667772" y="2430077"/>
                  </a:lnTo>
                  <a:lnTo>
                    <a:pt x="2714660" y="2485957"/>
                  </a:lnTo>
                  <a:lnTo>
                    <a:pt x="2763163" y="2536162"/>
                  </a:lnTo>
                  <a:lnTo>
                    <a:pt x="2814054" y="2580993"/>
                  </a:lnTo>
                  <a:lnTo>
                    <a:pt x="2868195" y="2620949"/>
                  </a:lnTo>
                  <a:lnTo>
                    <a:pt x="2926465" y="2656591"/>
                  </a:lnTo>
                  <a:lnTo>
                    <a:pt x="2989678" y="2688457"/>
                  </a:lnTo>
                  <a:lnTo>
                    <a:pt x="3058490" y="2717017"/>
                  </a:lnTo>
                  <a:lnTo>
                    <a:pt x="3133263" y="2742650"/>
                  </a:lnTo>
                  <a:lnTo>
                    <a:pt x="3213898" y="2765628"/>
                  </a:lnTo>
                  <a:lnTo>
                    <a:pt x="3299628" y="2786115"/>
                  </a:lnTo>
                  <a:lnTo>
                    <a:pt x="3388822" y="2804176"/>
                  </a:lnTo>
                  <a:lnTo>
                    <a:pt x="3478866" y="2819794"/>
                  </a:lnTo>
                  <a:lnTo>
                    <a:pt x="3566211" y="2832912"/>
                  </a:lnTo>
                  <a:lnTo>
                    <a:pt x="3646705" y="2843486"/>
                  </a:lnTo>
                  <a:lnTo>
                    <a:pt x="3716216" y="2851542"/>
                  </a:lnTo>
                  <a:lnTo>
                    <a:pt x="3771453" y="2857234"/>
                  </a:lnTo>
                  <a:lnTo>
                    <a:pt x="3810753" y="2860856"/>
                  </a:lnTo>
                  <a:lnTo>
                    <a:pt x="3834558" y="2862828"/>
                  </a:lnTo>
                  <a:lnTo>
                    <a:pt x="3845487" y="2863645"/>
                  </a:lnTo>
                  <a:lnTo>
                    <a:pt x="3848081" y="2863822"/>
                  </a:lnTo>
                  <a:lnTo>
                    <a:pt x="3848118" y="2863824"/>
                  </a:lnTo>
                  <a:lnTo>
                    <a:pt x="4386855" y="2863824"/>
                  </a:lnTo>
                  <a:lnTo>
                    <a:pt x="4388021" y="2863739"/>
                  </a:lnTo>
                  <a:lnTo>
                    <a:pt x="4395645" y="2863131"/>
                  </a:lnTo>
                  <a:lnTo>
                    <a:pt x="4414727" y="2861450"/>
                  </a:lnTo>
                  <a:lnTo>
                    <a:pt x="4448490" y="2858148"/>
                  </a:lnTo>
                  <a:lnTo>
                    <a:pt x="4498093" y="2852736"/>
                  </a:lnTo>
                  <a:lnTo>
                    <a:pt x="4562573" y="2844846"/>
                  </a:lnTo>
                  <a:lnTo>
                    <a:pt x="4639172" y="2834261"/>
                  </a:lnTo>
                  <a:lnTo>
                    <a:pt x="4724031" y="2820909"/>
                  </a:lnTo>
                  <a:lnTo>
                    <a:pt x="4812993" y="2804817"/>
                  </a:lnTo>
                  <a:lnTo>
                    <a:pt x="4902307" y="2786049"/>
                  </a:lnTo>
                  <a:lnTo>
                    <a:pt x="4989047" y="2764647"/>
                  </a:lnTo>
                  <a:lnTo>
                    <a:pt x="5071256" y="2740576"/>
                  </a:lnTo>
                  <a:lnTo>
                    <a:pt x="5147877" y="2713702"/>
                  </a:lnTo>
                  <a:lnTo>
                    <a:pt x="5218584" y="2683776"/>
                  </a:lnTo>
                  <a:lnTo>
                    <a:pt x="5283575" y="2650435"/>
                  </a:lnTo>
                  <a:lnTo>
                    <a:pt x="5343396" y="2613207"/>
                  </a:lnTo>
                  <a:lnTo>
                    <a:pt x="5398796" y="2571538"/>
                  </a:lnTo>
                  <a:lnTo>
                    <a:pt x="5450621" y="2524822"/>
                  </a:lnTo>
                  <a:lnTo>
                    <a:pt x="5499734" y="2472479"/>
                  </a:lnTo>
                  <a:lnTo>
                    <a:pt x="5546941" y="2414067"/>
                  </a:lnTo>
                  <a:lnTo>
                    <a:pt x="5567201" y="2386520"/>
                  </a:lnTo>
                  <a:lnTo>
                    <a:pt x="5602512" y="2335046"/>
                  </a:lnTo>
                  <a:lnTo>
                    <a:pt x="5637491" y="2279807"/>
                  </a:lnTo>
                  <a:lnTo>
                    <a:pt x="5672351" y="2220725"/>
                  </a:lnTo>
                  <a:lnTo>
                    <a:pt x="5707255" y="2157785"/>
                  </a:lnTo>
                  <a:lnTo>
                    <a:pt x="5742329" y="2091040"/>
                  </a:lnTo>
                  <a:lnTo>
                    <a:pt x="5777660" y="2020615"/>
                  </a:lnTo>
                  <a:lnTo>
                    <a:pt x="5813302" y="1946714"/>
                  </a:lnTo>
                  <a:lnTo>
                    <a:pt x="5849278" y="1869619"/>
                  </a:lnTo>
                  <a:lnTo>
                    <a:pt x="5885585" y="1789692"/>
                  </a:lnTo>
                  <a:lnTo>
                    <a:pt x="5922191" y="1707367"/>
                  </a:lnTo>
                  <a:lnTo>
                    <a:pt x="5959049" y="1623143"/>
                  </a:lnTo>
                  <a:lnTo>
                    <a:pt x="5996090" y="1537574"/>
                  </a:lnTo>
                  <a:lnTo>
                    <a:pt x="6033236" y="1451252"/>
                  </a:lnTo>
                  <a:lnTo>
                    <a:pt x="6070401" y="1364792"/>
                  </a:lnTo>
                  <a:lnTo>
                    <a:pt x="6107499" y="1278811"/>
                  </a:lnTo>
                  <a:lnTo>
                    <a:pt x="6144448" y="1193915"/>
                  </a:lnTo>
                  <a:lnTo>
                    <a:pt x="6181174" y="1110676"/>
                  </a:lnTo>
                  <a:lnTo>
                    <a:pt x="6217619" y="1029618"/>
                  </a:lnTo>
                  <a:lnTo>
                    <a:pt x="6253745" y="951208"/>
                  </a:lnTo>
                  <a:lnTo>
                    <a:pt x="6289536" y="875839"/>
                  </a:lnTo>
                  <a:lnTo>
                    <a:pt x="6325001" y="803829"/>
                  </a:lnTo>
                  <a:lnTo>
                    <a:pt x="6360181" y="735419"/>
                  </a:lnTo>
                  <a:lnTo>
                    <a:pt x="6395148" y="670767"/>
                  </a:lnTo>
                  <a:lnTo>
                    <a:pt x="6430010" y="609958"/>
                  </a:lnTo>
                  <a:lnTo>
                    <a:pt x="6464913" y="553007"/>
                  </a:lnTo>
                  <a:lnTo>
                    <a:pt x="6500046" y="499862"/>
                  </a:lnTo>
                  <a:lnTo>
                    <a:pt x="6515891" y="477304"/>
                  </a:lnTo>
                  <a:lnTo>
                    <a:pt x="6562485" y="416173"/>
                  </a:lnTo>
                  <a:lnTo>
                    <a:pt x="6610670" y="361210"/>
                  </a:lnTo>
                  <a:lnTo>
                    <a:pt x="6661203" y="312096"/>
                  </a:lnTo>
                  <a:lnTo>
                    <a:pt x="6714930" y="268291"/>
                  </a:lnTo>
                  <a:lnTo>
                    <a:pt x="6772714" y="229190"/>
                  </a:lnTo>
                  <a:lnTo>
                    <a:pt x="6835358" y="194209"/>
                  </a:lnTo>
                  <a:lnTo>
                    <a:pt x="6903512" y="162838"/>
                  </a:lnTo>
                  <a:lnTo>
                    <a:pt x="6977547" y="134665"/>
                  </a:lnTo>
                  <a:lnTo>
                    <a:pt x="7057390" y="109389"/>
                  </a:lnTo>
                  <a:lnTo>
                    <a:pt x="7142329" y="86827"/>
                  </a:lnTo>
                  <a:lnTo>
                    <a:pt x="7230819" y="66904"/>
                  </a:lnTo>
                  <a:lnTo>
                    <a:pt x="7320355" y="49632"/>
                  </a:lnTo>
                  <a:lnTo>
                    <a:pt x="7407512" y="35072"/>
                  </a:lnTo>
                  <a:lnTo>
                    <a:pt x="7488241" y="23276"/>
                  </a:lnTo>
                  <a:lnTo>
                    <a:pt x="7558454" y="14223"/>
                  </a:lnTo>
                  <a:lnTo>
                    <a:pt x="7614811" y="7763"/>
                  </a:lnTo>
                  <a:lnTo>
                    <a:pt x="7655499" y="3590"/>
                  </a:lnTo>
                  <a:lnTo>
                    <a:pt x="7680732" y="1264"/>
                  </a:lnTo>
                  <a:lnTo>
                    <a:pt x="7692859" y="255"/>
                  </a:lnTo>
                  <a:lnTo>
                    <a:pt x="7696136" y="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546595" y="2841158"/>
              <a:ext cx="8234974" cy="2863824"/>
            </a:xfrm>
            <a:custGeom>
              <a:avLst/>
              <a:pathLst>
                <a:path w="8234974" h="2863824">
                  <a:moveTo>
                    <a:pt x="8234974" y="0"/>
                  </a:moveTo>
                  <a:lnTo>
                    <a:pt x="7696237" y="0"/>
                  </a:lnTo>
                  <a:lnTo>
                    <a:pt x="7695072" y="85"/>
                  </a:lnTo>
                  <a:lnTo>
                    <a:pt x="7687447" y="693"/>
                  </a:lnTo>
                  <a:lnTo>
                    <a:pt x="7668365" y="2374"/>
                  </a:lnTo>
                  <a:lnTo>
                    <a:pt x="7634603" y="5676"/>
                  </a:lnTo>
                  <a:lnTo>
                    <a:pt x="7584999" y="11088"/>
                  </a:lnTo>
                  <a:lnTo>
                    <a:pt x="7520520" y="18978"/>
                  </a:lnTo>
                  <a:lnTo>
                    <a:pt x="7443920" y="29563"/>
                  </a:lnTo>
                  <a:lnTo>
                    <a:pt x="7359062" y="42915"/>
                  </a:lnTo>
                  <a:lnTo>
                    <a:pt x="7270099" y="59007"/>
                  </a:lnTo>
                  <a:lnTo>
                    <a:pt x="7180786" y="77775"/>
                  </a:lnTo>
                  <a:lnTo>
                    <a:pt x="7094046" y="99177"/>
                  </a:lnTo>
                  <a:lnTo>
                    <a:pt x="7011837" y="123248"/>
                  </a:lnTo>
                  <a:lnTo>
                    <a:pt x="6935215" y="150122"/>
                  </a:lnTo>
                  <a:lnTo>
                    <a:pt x="6864509" y="180048"/>
                  </a:lnTo>
                  <a:lnTo>
                    <a:pt x="6799518" y="213389"/>
                  </a:lnTo>
                  <a:lnTo>
                    <a:pt x="6739697" y="250617"/>
                  </a:lnTo>
                  <a:lnTo>
                    <a:pt x="6684297" y="292286"/>
                  </a:lnTo>
                  <a:lnTo>
                    <a:pt x="6632471" y="339002"/>
                  </a:lnTo>
                  <a:lnTo>
                    <a:pt x="6583358" y="391345"/>
                  </a:lnTo>
                  <a:lnTo>
                    <a:pt x="6536151" y="449757"/>
                  </a:lnTo>
                  <a:lnTo>
                    <a:pt x="6515891" y="477304"/>
                  </a:lnTo>
                  <a:lnTo>
                    <a:pt x="6480581" y="528778"/>
                  </a:lnTo>
                  <a:lnTo>
                    <a:pt x="6445601" y="584017"/>
                  </a:lnTo>
                  <a:lnTo>
                    <a:pt x="6410742" y="643099"/>
                  </a:lnTo>
                  <a:lnTo>
                    <a:pt x="6375837" y="706039"/>
                  </a:lnTo>
                  <a:lnTo>
                    <a:pt x="6340763" y="772784"/>
                  </a:lnTo>
                  <a:lnTo>
                    <a:pt x="6305432" y="843209"/>
                  </a:lnTo>
                  <a:lnTo>
                    <a:pt x="6269790" y="917110"/>
                  </a:lnTo>
                  <a:lnTo>
                    <a:pt x="6233814" y="994205"/>
                  </a:lnTo>
                  <a:lnTo>
                    <a:pt x="6197508" y="1074132"/>
                  </a:lnTo>
                  <a:lnTo>
                    <a:pt x="6160901" y="1156457"/>
                  </a:lnTo>
                  <a:lnTo>
                    <a:pt x="6124044" y="1240681"/>
                  </a:lnTo>
                  <a:lnTo>
                    <a:pt x="6087003" y="1326250"/>
                  </a:lnTo>
                  <a:lnTo>
                    <a:pt x="6049857" y="1412572"/>
                  </a:lnTo>
                  <a:lnTo>
                    <a:pt x="6012691" y="1499032"/>
                  </a:lnTo>
                  <a:lnTo>
                    <a:pt x="5975593" y="1585013"/>
                  </a:lnTo>
                  <a:lnTo>
                    <a:pt x="5938645" y="1669909"/>
                  </a:lnTo>
                  <a:lnTo>
                    <a:pt x="5901919" y="1753148"/>
                  </a:lnTo>
                  <a:lnTo>
                    <a:pt x="5865473" y="1834206"/>
                  </a:lnTo>
                  <a:lnTo>
                    <a:pt x="5829347" y="1912616"/>
                  </a:lnTo>
                  <a:lnTo>
                    <a:pt x="5793557" y="1987985"/>
                  </a:lnTo>
                  <a:lnTo>
                    <a:pt x="5758092" y="2059994"/>
                  </a:lnTo>
                  <a:lnTo>
                    <a:pt x="5722912" y="2128405"/>
                  </a:lnTo>
                  <a:lnTo>
                    <a:pt x="5687945" y="2193057"/>
                  </a:lnTo>
                  <a:lnTo>
                    <a:pt x="5653083" y="2253866"/>
                  </a:lnTo>
                  <a:lnTo>
                    <a:pt x="5618180" y="2310817"/>
                  </a:lnTo>
                  <a:lnTo>
                    <a:pt x="5583047" y="2363962"/>
                  </a:lnTo>
                  <a:lnTo>
                    <a:pt x="5567201" y="2386520"/>
                  </a:lnTo>
                  <a:lnTo>
                    <a:pt x="5520607" y="2447651"/>
                  </a:lnTo>
                  <a:lnTo>
                    <a:pt x="5472422" y="2502614"/>
                  </a:lnTo>
                  <a:lnTo>
                    <a:pt x="5421890" y="2551728"/>
                  </a:lnTo>
                  <a:lnTo>
                    <a:pt x="5368162" y="2595533"/>
                  </a:lnTo>
                  <a:lnTo>
                    <a:pt x="5310378" y="2634634"/>
                  </a:lnTo>
                  <a:lnTo>
                    <a:pt x="5247734" y="2669615"/>
                  </a:lnTo>
                  <a:lnTo>
                    <a:pt x="5179581" y="2700986"/>
                  </a:lnTo>
                  <a:lnTo>
                    <a:pt x="5105546" y="2729159"/>
                  </a:lnTo>
                  <a:lnTo>
                    <a:pt x="5025702" y="2754435"/>
                  </a:lnTo>
                  <a:lnTo>
                    <a:pt x="4940763" y="2776997"/>
                  </a:lnTo>
                  <a:lnTo>
                    <a:pt x="4852274" y="2796920"/>
                  </a:lnTo>
                  <a:lnTo>
                    <a:pt x="4762738" y="2814192"/>
                  </a:lnTo>
                  <a:lnTo>
                    <a:pt x="4675580" y="2828752"/>
                  </a:lnTo>
                  <a:lnTo>
                    <a:pt x="4594851" y="2840548"/>
                  </a:lnTo>
                  <a:lnTo>
                    <a:pt x="4524639" y="2849601"/>
                  </a:lnTo>
                  <a:lnTo>
                    <a:pt x="4468281" y="2856061"/>
                  </a:lnTo>
                  <a:lnTo>
                    <a:pt x="4427593" y="2860234"/>
                  </a:lnTo>
                  <a:lnTo>
                    <a:pt x="4402360" y="2862560"/>
                  </a:lnTo>
                  <a:lnTo>
                    <a:pt x="4390234" y="2863569"/>
                  </a:lnTo>
                  <a:lnTo>
                    <a:pt x="4386956" y="2863817"/>
                  </a:lnTo>
                  <a:lnTo>
                    <a:pt x="4386855" y="2863824"/>
                  </a:lnTo>
                  <a:lnTo>
                    <a:pt x="3848118" y="2863824"/>
                  </a:lnTo>
                  <a:lnTo>
                    <a:pt x="3846931" y="2863746"/>
                  </a:lnTo>
                  <a:lnTo>
                    <a:pt x="3839170" y="2863183"/>
                  </a:lnTo>
                  <a:lnTo>
                    <a:pt x="3819758" y="2861626"/>
                  </a:lnTo>
                  <a:lnTo>
                    <a:pt x="3785443" y="2858568"/>
                  </a:lnTo>
                  <a:lnTo>
                    <a:pt x="3735090" y="2853560"/>
                  </a:lnTo>
                  <a:lnTo>
                    <a:pt x="3669740" y="2846264"/>
                  </a:lnTo>
                  <a:lnTo>
                    <a:pt x="3592251" y="2836484"/>
                  </a:lnTo>
                  <a:lnTo>
                    <a:pt x="3506583" y="2824156"/>
                  </a:lnTo>
                  <a:lnTo>
                    <a:pt x="3416962" y="2809311"/>
                  </a:lnTo>
                  <a:lnTo>
                    <a:pt x="3327175" y="2792008"/>
                  </a:lnTo>
                  <a:lnTo>
                    <a:pt x="3240145" y="2772280"/>
                  </a:lnTo>
                  <a:lnTo>
                    <a:pt x="3157803" y="2750091"/>
                  </a:lnTo>
                  <a:lnTo>
                    <a:pt x="3081164" y="2725311"/>
                  </a:lnTo>
                  <a:lnTo>
                    <a:pt x="3010514" y="2697699"/>
                  </a:lnTo>
                  <a:lnTo>
                    <a:pt x="2945614" y="2666910"/>
                  </a:lnTo>
                  <a:lnTo>
                    <a:pt x="2885884" y="2632501"/>
                  </a:lnTo>
                  <a:lnTo>
                    <a:pt x="2830548" y="2593951"/>
                  </a:lnTo>
                  <a:lnTo>
                    <a:pt x="2778739" y="2550699"/>
                  </a:lnTo>
                  <a:lnTo>
                    <a:pt x="2729580" y="2502215"/>
                  </a:lnTo>
                  <a:lnTo>
                    <a:pt x="2682262" y="2448116"/>
                  </a:lnTo>
                  <a:lnTo>
                    <a:pt x="2667772" y="2430077"/>
                  </a:lnTo>
                  <a:lnTo>
                    <a:pt x="2631117" y="2381439"/>
                  </a:lnTo>
                  <a:lnTo>
                    <a:pt x="2594808" y="2329109"/>
                  </a:lnTo>
                  <a:lnTo>
                    <a:pt x="2558614" y="2273011"/>
                  </a:lnTo>
                  <a:lnTo>
                    <a:pt x="2522354" y="2213137"/>
                  </a:lnTo>
                  <a:lnTo>
                    <a:pt x="2485895" y="2149549"/>
                  </a:lnTo>
                  <a:lnTo>
                    <a:pt x="2449145" y="2082388"/>
                  </a:lnTo>
                  <a:lnTo>
                    <a:pt x="2412051" y="2011878"/>
                  </a:lnTo>
                  <a:lnTo>
                    <a:pt x="2374596" y="1938328"/>
                  </a:lnTo>
                  <a:lnTo>
                    <a:pt x="2336792" y="1862126"/>
                  </a:lnTo>
                  <a:lnTo>
                    <a:pt x="2298680" y="1783738"/>
                  </a:lnTo>
                  <a:lnTo>
                    <a:pt x="2260324" y="1703692"/>
                  </a:lnTo>
                  <a:lnTo>
                    <a:pt x="2221805" y="1622569"/>
                  </a:lnTo>
                  <a:lnTo>
                    <a:pt x="2183215" y="1540983"/>
                  </a:lnTo>
                  <a:lnTo>
                    <a:pt x="2144650" y="1459565"/>
                  </a:lnTo>
                  <a:lnTo>
                    <a:pt x="2106206" y="1378937"/>
                  </a:lnTo>
                  <a:lnTo>
                    <a:pt x="2067971" y="1299699"/>
                  </a:lnTo>
                  <a:lnTo>
                    <a:pt x="2030015" y="1222405"/>
                  </a:lnTo>
                  <a:lnTo>
                    <a:pt x="1992392" y="1147553"/>
                  </a:lnTo>
                  <a:lnTo>
                    <a:pt x="1955128" y="1075569"/>
                  </a:lnTo>
                  <a:lnTo>
                    <a:pt x="1918221" y="1006798"/>
                  </a:lnTo>
                  <a:lnTo>
                    <a:pt x="1881634" y="941505"/>
                  </a:lnTo>
                  <a:lnTo>
                    <a:pt x="1845294" y="879870"/>
                  </a:lnTo>
                  <a:lnTo>
                    <a:pt x="1809089" y="821991"/>
                  </a:lnTo>
                  <a:lnTo>
                    <a:pt x="1772860" y="767893"/>
                  </a:lnTo>
                  <a:lnTo>
                    <a:pt x="1736400" y="717530"/>
                  </a:lnTo>
                  <a:lnTo>
                    <a:pt x="1719082" y="695085"/>
                  </a:lnTo>
                  <a:lnTo>
                    <a:pt x="1672194" y="639205"/>
                  </a:lnTo>
                  <a:lnTo>
                    <a:pt x="1623691" y="588999"/>
                  </a:lnTo>
                  <a:lnTo>
                    <a:pt x="1572801" y="544169"/>
                  </a:lnTo>
                  <a:lnTo>
                    <a:pt x="1518659" y="504213"/>
                  </a:lnTo>
                  <a:lnTo>
                    <a:pt x="1460390" y="468571"/>
                  </a:lnTo>
                  <a:lnTo>
                    <a:pt x="1397176" y="436705"/>
                  </a:lnTo>
                  <a:lnTo>
                    <a:pt x="1328364" y="408144"/>
                  </a:lnTo>
                  <a:lnTo>
                    <a:pt x="1253591" y="382511"/>
                  </a:lnTo>
                  <a:lnTo>
                    <a:pt x="1172957" y="359534"/>
                  </a:lnTo>
                  <a:lnTo>
                    <a:pt x="1087227" y="339046"/>
                  </a:lnTo>
                  <a:lnTo>
                    <a:pt x="998032" y="320986"/>
                  </a:lnTo>
                  <a:lnTo>
                    <a:pt x="907989" y="305368"/>
                  </a:lnTo>
                  <a:lnTo>
                    <a:pt x="820644" y="292249"/>
                  </a:lnTo>
                  <a:lnTo>
                    <a:pt x="740150" y="281676"/>
                  </a:lnTo>
                  <a:lnTo>
                    <a:pt x="670639" y="273619"/>
                  </a:lnTo>
                  <a:lnTo>
                    <a:pt x="615401" y="267927"/>
                  </a:lnTo>
                  <a:lnTo>
                    <a:pt x="576102" y="264306"/>
                  </a:lnTo>
                  <a:lnTo>
                    <a:pt x="552297" y="262334"/>
                  </a:lnTo>
                  <a:lnTo>
                    <a:pt x="541367" y="261516"/>
                  </a:lnTo>
                  <a:lnTo>
                    <a:pt x="538774" y="261340"/>
                  </a:lnTo>
                  <a:lnTo>
                    <a:pt x="538736" y="261337"/>
                  </a:lnTo>
                  <a:lnTo>
                    <a:pt x="0" y="2613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7" name="pg257"/>
            <p:cNvSpPr/>
            <p:nvPr/>
          </p:nvSpPr>
          <p:spPr>
            <a:xfrm>
              <a:off x="546595" y="3107940"/>
              <a:ext cx="8234974" cy="2613376"/>
            </a:xfrm>
            <a:custGeom>
              <a:avLst/>
              <a:pathLst>
                <a:path w="8234974" h="2613376">
                  <a:moveTo>
                    <a:pt x="0" y="5444"/>
                  </a:moveTo>
                  <a:lnTo>
                    <a:pt x="538736" y="5444"/>
                  </a:lnTo>
                  <a:lnTo>
                    <a:pt x="539923" y="5523"/>
                  </a:lnTo>
                  <a:lnTo>
                    <a:pt x="547681" y="6087"/>
                  </a:lnTo>
                  <a:lnTo>
                    <a:pt x="567087" y="7647"/>
                  </a:lnTo>
                  <a:lnTo>
                    <a:pt x="601390" y="10709"/>
                  </a:lnTo>
                  <a:lnTo>
                    <a:pt x="651728" y="15726"/>
                  </a:lnTo>
                  <a:lnTo>
                    <a:pt x="717060" y="23035"/>
                  </a:lnTo>
                  <a:lnTo>
                    <a:pt x="794532" y="32833"/>
                  </a:lnTo>
                  <a:lnTo>
                    <a:pt x="880184" y="45182"/>
                  </a:lnTo>
                  <a:lnTo>
                    <a:pt x="969791" y="60053"/>
                  </a:lnTo>
                  <a:lnTo>
                    <a:pt x="1059569" y="77388"/>
                  </a:lnTo>
                  <a:lnTo>
                    <a:pt x="1146593" y="97152"/>
                  </a:lnTo>
                  <a:lnTo>
                    <a:pt x="1228933" y="119380"/>
                  </a:lnTo>
                  <a:lnTo>
                    <a:pt x="1305572" y="144205"/>
                  </a:lnTo>
                  <a:lnTo>
                    <a:pt x="1376223" y="171866"/>
                  </a:lnTo>
                  <a:lnTo>
                    <a:pt x="1441125" y="202709"/>
                  </a:lnTo>
                  <a:lnTo>
                    <a:pt x="1500856" y="237179"/>
                  </a:lnTo>
                  <a:lnTo>
                    <a:pt x="1556193" y="275796"/>
                  </a:lnTo>
                  <a:lnTo>
                    <a:pt x="1608003" y="319121"/>
                  </a:lnTo>
                  <a:lnTo>
                    <a:pt x="1657161" y="367689"/>
                  </a:lnTo>
                  <a:lnTo>
                    <a:pt x="1704476" y="421880"/>
                  </a:lnTo>
                  <a:lnTo>
                    <a:pt x="1719082" y="440099"/>
                  </a:lnTo>
                  <a:lnTo>
                    <a:pt x="1755709" y="488798"/>
                  </a:lnTo>
                  <a:lnTo>
                    <a:pt x="1791988" y="541191"/>
                  </a:lnTo>
                  <a:lnTo>
                    <a:pt x="1828153" y="597353"/>
                  </a:lnTo>
                  <a:lnTo>
                    <a:pt x="1864384" y="657293"/>
                  </a:lnTo>
                  <a:lnTo>
                    <a:pt x="1900813" y="720950"/>
                  </a:lnTo>
                  <a:lnTo>
                    <a:pt x="1937532" y="788182"/>
                  </a:lnTo>
                  <a:lnTo>
                    <a:pt x="1974593" y="858766"/>
                  </a:lnTo>
                  <a:lnTo>
                    <a:pt x="2012017" y="932393"/>
                  </a:lnTo>
                  <a:lnTo>
                    <a:pt x="2049788" y="1008676"/>
                  </a:lnTo>
                  <a:lnTo>
                    <a:pt x="2087867" y="1087151"/>
                  </a:lnTo>
                  <a:lnTo>
                    <a:pt x="2126190" y="1167288"/>
                  </a:lnTo>
                  <a:lnTo>
                    <a:pt x="2164677" y="1248508"/>
                  </a:lnTo>
                  <a:lnTo>
                    <a:pt x="2203236" y="1330197"/>
                  </a:lnTo>
                  <a:lnTo>
                    <a:pt x="2241771" y="1411726"/>
                  </a:lnTo>
                  <a:lnTo>
                    <a:pt x="2280185" y="1492470"/>
                  </a:lnTo>
                  <a:lnTo>
                    <a:pt x="2318393" y="1571831"/>
                  </a:lnTo>
                  <a:lnTo>
                    <a:pt x="2356322" y="1649253"/>
                  </a:lnTo>
                  <a:lnTo>
                    <a:pt x="2393920" y="1724239"/>
                  </a:lnTo>
                  <a:lnTo>
                    <a:pt x="2431159" y="1796362"/>
                  </a:lnTo>
                  <a:lnTo>
                    <a:pt x="2468042" y="1865273"/>
                  </a:lnTo>
                  <a:lnTo>
                    <a:pt x="2504605" y="1930709"/>
                  </a:lnTo>
                  <a:lnTo>
                    <a:pt x="2540919" y="1992488"/>
                  </a:lnTo>
                  <a:lnTo>
                    <a:pt x="2577096" y="2050510"/>
                  </a:lnTo>
                  <a:lnTo>
                    <a:pt x="2613294" y="2104749"/>
                  </a:lnTo>
                  <a:lnTo>
                    <a:pt x="2649717" y="2155250"/>
                  </a:lnTo>
                  <a:lnTo>
                    <a:pt x="2667772" y="2178721"/>
                  </a:lnTo>
                  <a:lnTo>
                    <a:pt x="2714654" y="2234711"/>
                  </a:lnTo>
                  <a:lnTo>
                    <a:pt x="2763151" y="2285017"/>
                  </a:lnTo>
                  <a:lnTo>
                    <a:pt x="2814034" y="2329937"/>
                  </a:lnTo>
                  <a:lnTo>
                    <a:pt x="2868167" y="2369973"/>
                  </a:lnTo>
                  <a:lnTo>
                    <a:pt x="2926427" y="2405688"/>
                  </a:lnTo>
                  <a:lnTo>
                    <a:pt x="2989629" y="2437619"/>
                  </a:lnTo>
                  <a:lnTo>
                    <a:pt x="3058428" y="2466238"/>
                  </a:lnTo>
                  <a:lnTo>
                    <a:pt x="3133186" y="2491924"/>
                  </a:lnTo>
                  <a:lnTo>
                    <a:pt x="3213805" y="2514950"/>
                  </a:lnTo>
                  <a:lnTo>
                    <a:pt x="3299518" y="2535480"/>
                  </a:lnTo>
                  <a:lnTo>
                    <a:pt x="3388699" y="2553579"/>
                  </a:lnTo>
                  <a:lnTo>
                    <a:pt x="3478732" y="2569232"/>
                  </a:lnTo>
                  <a:lnTo>
                    <a:pt x="3566074" y="2582380"/>
                  </a:lnTo>
                  <a:lnTo>
                    <a:pt x="3646573" y="2592978"/>
                  </a:lnTo>
                  <a:lnTo>
                    <a:pt x="3716098" y="2601055"/>
                  </a:lnTo>
                  <a:lnTo>
                    <a:pt x="3771359" y="2606763"/>
                  </a:lnTo>
                  <a:lnTo>
                    <a:pt x="3810686" y="2610395"/>
                  </a:lnTo>
                  <a:lnTo>
                    <a:pt x="3834520" y="2612374"/>
                  </a:lnTo>
                  <a:lnTo>
                    <a:pt x="3845473" y="2613196"/>
                  </a:lnTo>
                  <a:lnTo>
                    <a:pt x="3848118" y="2613376"/>
                  </a:lnTo>
                  <a:lnTo>
                    <a:pt x="4386855" y="2613376"/>
                  </a:lnTo>
                  <a:lnTo>
                    <a:pt x="4388158" y="2613376"/>
                  </a:lnTo>
                  <a:lnTo>
                    <a:pt x="4396657" y="2613376"/>
                  </a:lnTo>
                  <a:lnTo>
                    <a:pt x="4417843" y="2613376"/>
                  </a:lnTo>
                  <a:lnTo>
                    <a:pt x="4455112" y="2613376"/>
                  </a:lnTo>
                  <a:lnTo>
                    <a:pt x="4509439" y="2613376"/>
                  </a:lnTo>
                  <a:lnTo>
                    <a:pt x="4579359" y="2613376"/>
                  </a:lnTo>
                  <a:lnTo>
                    <a:pt x="4661455" y="2613376"/>
                  </a:lnTo>
                  <a:lnTo>
                    <a:pt x="4751244" y="2613376"/>
                  </a:lnTo>
                  <a:lnTo>
                    <a:pt x="4844140" y="2613376"/>
                  </a:lnTo>
                  <a:lnTo>
                    <a:pt x="4936212" y="2613376"/>
                  </a:lnTo>
                  <a:lnTo>
                    <a:pt x="5024576" y="2613376"/>
                  </a:lnTo>
                  <a:lnTo>
                    <a:pt x="5107465" y="2613376"/>
                  </a:lnTo>
                  <a:lnTo>
                    <a:pt x="5184084" y="2613376"/>
                  </a:lnTo>
                  <a:lnTo>
                    <a:pt x="5254376" y="2613376"/>
                  </a:lnTo>
                  <a:lnTo>
                    <a:pt x="5318786" y="2613376"/>
                  </a:lnTo>
                  <a:lnTo>
                    <a:pt x="5378070" y="2613376"/>
                  </a:lnTo>
                  <a:lnTo>
                    <a:pt x="5433143" y="2613376"/>
                  </a:lnTo>
                  <a:lnTo>
                    <a:pt x="5484972" y="2613376"/>
                  </a:lnTo>
                  <a:lnTo>
                    <a:pt x="5534491" y="2613376"/>
                  </a:lnTo>
                  <a:lnTo>
                    <a:pt x="5567201" y="2613376"/>
                  </a:lnTo>
                  <a:lnTo>
                    <a:pt x="5619996" y="2613376"/>
                  </a:lnTo>
                  <a:lnTo>
                    <a:pt x="5672287" y="2613376"/>
                  </a:lnTo>
                  <a:lnTo>
                    <a:pt x="5724668" y="2613376"/>
                  </a:lnTo>
                  <a:lnTo>
                    <a:pt x="5777529" y="2613376"/>
                  </a:lnTo>
                  <a:lnTo>
                    <a:pt x="5831082" y="2613376"/>
                  </a:lnTo>
                  <a:lnTo>
                    <a:pt x="5885383" y="2613376"/>
                  </a:lnTo>
                  <a:lnTo>
                    <a:pt x="5940355" y="2613376"/>
                  </a:lnTo>
                  <a:lnTo>
                    <a:pt x="5995816" y="2613376"/>
                  </a:lnTo>
                  <a:lnTo>
                    <a:pt x="6051513" y="2613376"/>
                  </a:lnTo>
                  <a:lnTo>
                    <a:pt x="6107158" y="2613376"/>
                  </a:lnTo>
                  <a:lnTo>
                    <a:pt x="6162470" y="2613376"/>
                  </a:lnTo>
                  <a:lnTo>
                    <a:pt x="6217218" y="2613376"/>
                  </a:lnTo>
                  <a:lnTo>
                    <a:pt x="6271253" y="2613376"/>
                  </a:lnTo>
                  <a:lnTo>
                    <a:pt x="6324545" y="2613376"/>
                  </a:lnTo>
                  <a:lnTo>
                    <a:pt x="6377202" y="2613376"/>
                  </a:lnTo>
                  <a:lnTo>
                    <a:pt x="6429496" y="2613376"/>
                  </a:lnTo>
                  <a:lnTo>
                    <a:pt x="6481886" y="2613376"/>
                  </a:lnTo>
                  <a:lnTo>
                    <a:pt x="6515891" y="2613376"/>
                  </a:lnTo>
                  <a:lnTo>
                    <a:pt x="6564311" y="2613376"/>
                  </a:lnTo>
                  <a:lnTo>
                    <a:pt x="6614476" y="2613376"/>
                  </a:lnTo>
                  <a:lnTo>
                    <a:pt x="6667243" y="2613376"/>
                  </a:lnTo>
                  <a:lnTo>
                    <a:pt x="6723563" y="2613376"/>
                  </a:lnTo>
                  <a:lnTo>
                    <a:pt x="6784400" y="2613376"/>
                  </a:lnTo>
                  <a:lnTo>
                    <a:pt x="6850628" y="2613376"/>
                  </a:lnTo>
                  <a:lnTo>
                    <a:pt x="6922924" y="2613376"/>
                  </a:lnTo>
                  <a:lnTo>
                    <a:pt x="7001594" y="2613376"/>
                  </a:lnTo>
                  <a:lnTo>
                    <a:pt x="7086371" y="2613376"/>
                  </a:lnTo>
                  <a:lnTo>
                    <a:pt x="7176171" y="2613376"/>
                  </a:lnTo>
                  <a:lnTo>
                    <a:pt x="7268876" y="2613376"/>
                  </a:lnTo>
                  <a:lnTo>
                    <a:pt x="7361246" y="2613376"/>
                  </a:lnTo>
                  <a:lnTo>
                    <a:pt x="7449077" y="2613376"/>
                  </a:lnTo>
                  <a:lnTo>
                    <a:pt x="7527719" y="2613376"/>
                  </a:lnTo>
                  <a:lnTo>
                    <a:pt x="7592923" y="2613376"/>
                  </a:lnTo>
                  <a:lnTo>
                    <a:pt x="7641817" y="2613376"/>
                  </a:lnTo>
                  <a:lnTo>
                    <a:pt x="7673693" y="2613376"/>
                  </a:lnTo>
                  <a:lnTo>
                    <a:pt x="7690324" y="2613376"/>
                  </a:lnTo>
                  <a:lnTo>
                    <a:pt x="7695822" y="2613376"/>
                  </a:lnTo>
                  <a:lnTo>
                    <a:pt x="7696237" y="2613376"/>
                  </a:lnTo>
                  <a:lnTo>
                    <a:pt x="8234974" y="2613376"/>
                  </a:lnTo>
                  <a:lnTo>
                    <a:pt x="8234974" y="2607931"/>
                  </a:lnTo>
                  <a:lnTo>
                    <a:pt x="7696237" y="2607931"/>
                  </a:lnTo>
                  <a:lnTo>
                    <a:pt x="7694935" y="2607931"/>
                  </a:lnTo>
                  <a:lnTo>
                    <a:pt x="7686435" y="2607931"/>
                  </a:lnTo>
                  <a:lnTo>
                    <a:pt x="7665250" y="2607931"/>
                  </a:lnTo>
                  <a:lnTo>
                    <a:pt x="7627980" y="2607931"/>
                  </a:lnTo>
                  <a:lnTo>
                    <a:pt x="7573653" y="2607931"/>
                  </a:lnTo>
                  <a:lnTo>
                    <a:pt x="7503734" y="2607931"/>
                  </a:lnTo>
                  <a:lnTo>
                    <a:pt x="7421638" y="2607931"/>
                  </a:lnTo>
                  <a:lnTo>
                    <a:pt x="7331849" y="2607931"/>
                  </a:lnTo>
                  <a:lnTo>
                    <a:pt x="7238952" y="2607931"/>
                  </a:lnTo>
                  <a:lnTo>
                    <a:pt x="7146880" y="2607931"/>
                  </a:lnTo>
                  <a:lnTo>
                    <a:pt x="7058517" y="2607931"/>
                  </a:lnTo>
                  <a:lnTo>
                    <a:pt x="6975627" y="2607931"/>
                  </a:lnTo>
                  <a:lnTo>
                    <a:pt x="6899008" y="2607931"/>
                  </a:lnTo>
                  <a:lnTo>
                    <a:pt x="6828717" y="2607931"/>
                  </a:lnTo>
                  <a:lnTo>
                    <a:pt x="6764307" y="2607931"/>
                  </a:lnTo>
                  <a:lnTo>
                    <a:pt x="6705023" y="2607931"/>
                  </a:lnTo>
                  <a:lnTo>
                    <a:pt x="6649950" y="2607931"/>
                  </a:lnTo>
                  <a:lnTo>
                    <a:pt x="6598120" y="2607931"/>
                  </a:lnTo>
                  <a:lnTo>
                    <a:pt x="6548602" y="2607931"/>
                  </a:lnTo>
                  <a:lnTo>
                    <a:pt x="6515891" y="2607931"/>
                  </a:lnTo>
                  <a:lnTo>
                    <a:pt x="6463096" y="2607931"/>
                  </a:lnTo>
                  <a:lnTo>
                    <a:pt x="6410806" y="2607931"/>
                  </a:lnTo>
                  <a:lnTo>
                    <a:pt x="6358425" y="2607931"/>
                  </a:lnTo>
                  <a:lnTo>
                    <a:pt x="6305563" y="2607931"/>
                  </a:lnTo>
                  <a:lnTo>
                    <a:pt x="6252010" y="2607931"/>
                  </a:lnTo>
                  <a:lnTo>
                    <a:pt x="6197710" y="2607931"/>
                  </a:lnTo>
                  <a:lnTo>
                    <a:pt x="6142738" y="2607931"/>
                  </a:lnTo>
                  <a:lnTo>
                    <a:pt x="6087276" y="2607931"/>
                  </a:lnTo>
                  <a:lnTo>
                    <a:pt x="6031580" y="2607931"/>
                  </a:lnTo>
                  <a:lnTo>
                    <a:pt x="5975935" y="2607931"/>
                  </a:lnTo>
                  <a:lnTo>
                    <a:pt x="5920622" y="2607931"/>
                  </a:lnTo>
                  <a:lnTo>
                    <a:pt x="5865875" y="2607931"/>
                  </a:lnTo>
                  <a:lnTo>
                    <a:pt x="5811839" y="2607931"/>
                  </a:lnTo>
                  <a:lnTo>
                    <a:pt x="5758547" y="2607931"/>
                  </a:lnTo>
                  <a:lnTo>
                    <a:pt x="5705891" y="2607931"/>
                  </a:lnTo>
                  <a:lnTo>
                    <a:pt x="5653597" y="2607931"/>
                  </a:lnTo>
                  <a:lnTo>
                    <a:pt x="5601206" y="2607931"/>
                  </a:lnTo>
                  <a:lnTo>
                    <a:pt x="5567201" y="2607931"/>
                  </a:lnTo>
                  <a:lnTo>
                    <a:pt x="5518782" y="2607931"/>
                  </a:lnTo>
                  <a:lnTo>
                    <a:pt x="5468616" y="2607931"/>
                  </a:lnTo>
                  <a:lnTo>
                    <a:pt x="5415850" y="2607931"/>
                  </a:lnTo>
                  <a:lnTo>
                    <a:pt x="5359529" y="2607931"/>
                  </a:lnTo>
                  <a:lnTo>
                    <a:pt x="5298693" y="2607931"/>
                  </a:lnTo>
                  <a:lnTo>
                    <a:pt x="5232464" y="2607931"/>
                  </a:lnTo>
                  <a:lnTo>
                    <a:pt x="5160169" y="2607931"/>
                  </a:lnTo>
                  <a:lnTo>
                    <a:pt x="5081499" y="2607931"/>
                  </a:lnTo>
                  <a:lnTo>
                    <a:pt x="4996722" y="2607931"/>
                  </a:lnTo>
                  <a:lnTo>
                    <a:pt x="4906922" y="2607931"/>
                  </a:lnTo>
                  <a:lnTo>
                    <a:pt x="4814216" y="2607931"/>
                  </a:lnTo>
                  <a:lnTo>
                    <a:pt x="4721847" y="2607931"/>
                  </a:lnTo>
                  <a:lnTo>
                    <a:pt x="4634016" y="2607931"/>
                  </a:lnTo>
                  <a:lnTo>
                    <a:pt x="4555374" y="2607931"/>
                  </a:lnTo>
                  <a:lnTo>
                    <a:pt x="4490170" y="2607931"/>
                  </a:lnTo>
                  <a:lnTo>
                    <a:pt x="4441275" y="2607931"/>
                  </a:lnTo>
                  <a:lnTo>
                    <a:pt x="4409400" y="2607931"/>
                  </a:lnTo>
                  <a:lnTo>
                    <a:pt x="4392768" y="2607931"/>
                  </a:lnTo>
                  <a:lnTo>
                    <a:pt x="4387271" y="2607931"/>
                  </a:lnTo>
                  <a:lnTo>
                    <a:pt x="4386855" y="2607931"/>
                  </a:lnTo>
                  <a:lnTo>
                    <a:pt x="3848118" y="2607931"/>
                  </a:lnTo>
                  <a:lnTo>
                    <a:pt x="3846932" y="2607852"/>
                  </a:lnTo>
                  <a:lnTo>
                    <a:pt x="3839173" y="2607288"/>
                  </a:lnTo>
                  <a:lnTo>
                    <a:pt x="3819768" y="2605729"/>
                  </a:lnTo>
                  <a:lnTo>
                    <a:pt x="3785464" y="2602666"/>
                  </a:lnTo>
                  <a:lnTo>
                    <a:pt x="3735127" y="2597649"/>
                  </a:lnTo>
                  <a:lnTo>
                    <a:pt x="3669794" y="2590341"/>
                  </a:lnTo>
                  <a:lnTo>
                    <a:pt x="3592323" y="2580543"/>
                  </a:lnTo>
                  <a:lnTo>
                    <a:pt x="3506671" y="2568194"/>
                  </a:lnTo>
                  <a:lnTo>
                    <a:pt x="3417064" y="2553322"/>
                  </a:lnTo>
                  <a:lnTo>
                    <a:pt x="3327286" y="2535987"/>
                  </a:lnTo>
                  <a:lnTo>
                    <a:pt x="3240262" y="2516224"/>
                  </a:lnTo>
                  <a:lnTo>
                    <a:pt x="3157922" y="2493995"/>
                  </a:lnTo>
                  <a:lnTo>
                    <a:pt x="3081283" y="2469170"/>
                  </a:lnTo>
                  <a:lnTo>
                    <a:pt x="3010632" y="2441509"/>
                  </a:lnTo>
                  <a:lnTo>
                    <a:pt x="2945730" y="2410666"/>
                  </a:lnTo>
                  <a:lnTo>
                    <a:pt x="2885999" y="2376197"/>
                  </a:lnTo>
                  <a:lnTo>
                    <a:pt x="2830661" y="2337580"/>
                  </a:lnTo>
                  <a:lnTo>
                    <a:pt x="2778852" y="2294254"/>
                  </a:lnTo>
                  <a:lnTo>
                    <a:pt x="2729694" y="2245687"/>
                  </a:lnTo>
                  <a:lnTo>
                    <a:pt x="2682378" y="2191496"/>
                  </a:lnTo>
                  <a:lnTo>
                    <a:pt x="2667772" y="2173276"/>
                  </a:lnTo>
                  <a:lnTo>
                    <a:pt x="2631146" y="2124578"/>
                  </a:lnTo>
                  <a:lnTo>
                    <a:pt x="2594866" y="2072185"/>
                  </a:lnTo>
                  <a:lnTo>
                    <a:pt x="2558701" y="2016023"/>
                  </a:lnTo>
                  <a:lnTo>
                    <a:pt x="2522471" y="1956082"/>
                  </a:lnTo>
                  <a:lnTo>
                    <a:pt x="2486042" y="1892425"/>
                  </a:lnTo>
                  <a:lnTo>
                    <a:pt x="2449323" y="1825193"/>
                  </a:lnTo>
                  <a:lnTo>
                    <a:pt x="2412261" y="1754610"/>
                  </a:lnTo>
                  <a:lnTo>
                    <a:pt x="2374838" y="1680982"/>
                  </a:lnTo>
                  <a:lnTo>
                    <a:pt x="2337067" y="1604699"/>
                  </a:lnTo>
                  <a:lnTo>
                    <a:pt x="2298988" y="1526224"/>
                  </a:lnTo>
                  <a:lnTo>
                    <a:pt x="2260665" y="1446087"/>
                  </a:lnTo>
                  <a:lnTo>
                    <a:pt x="2222177" y="1364867"/>
                  </a:lnTo>
                  <a:lnTo>
                    <a:pt x="2183618" y="1283178"/>
                  </a:lnTo>
                  <a:lnTo>
                    <a:pt x="2145084" y="1201650"/>
                  </a:lnTo>
                  <a:lnTo>
                    <a:pt x="2106669" y="1120905"/>
                  </a:lnTo>
                  <a:lnTo>
                    <a:pt x="2068461" y="1041544"/>
                  </a:lnTo>
                  <a:lnTo>
                    <a:pt x="2030532" y="964122"/>
                  </a:lnTo>
                  <a:lnTo>
                    <a:pt x="1992935" y="889136"/>
                  </a:lnTo>
                  <a:lnTo>
                    <a:pt x="1955695" y="817014"/>
                  </a:lnTo>
                  <a:lnTo>
                    <a:pt x="1918812" y="748102"/>
                  </a:lnTo>
                  <a:lnTo>
                    <a:pt x="1882250" y="682666"/>
                  </a:lnTo>
                  <a:lnTo>
                    <a:pt x="1845936" y="620887"/>
                  </a:lnTo>
                  <a:lnTo>
                    <a:pt x="1809758" y="562866"/>
                  </a:lnTo>
                  <a:lnTo>
                    <a:pt x="1773561" y="508626"/>
                  </a:lnTo>
                  <a:lnTo>
                    <a:pt x="1737137" y="458126"/>
                  </a:lnTo>
                  <a:lnTo>
                    <a:pt x="1719082" y="434655"/>
                  </a:lnTo>
                  <a:lnTo>
                    <a:pt x="1672200" y="378664"/>
                  </a:lnTo>
                  <a:lnTo>
                    <a:pt x="1623704" y="328359"/>
                  </a:lnTo>
                  <a:lnTo>
                    <a:pt x="1572820" y="283438"/>
                  </a:lnTo>
                  <a:lnTo>
                    <a:pt x="1518687" y="243402"/>
                  </a:lnTo>
                  <a:lnTo>
                    <a:pt x="1460427" y="207688"/>
                  </a:lnTo>
                  <a:lnTo>
                    <a:pt x="1397225" y="175757"/>
                  </a:lnTo>
                  <a:lnTo>
                    <a:pt x="1328427" y="147137"/>
                  </a:lnTo>
                  <a:lnTo>
                    <a:pt x="1253669" y="121451"/>
                  </a:lnTo>
                  <a:lnTo>
                    <a:pt x="1173050" y="98426"/>
                  </a:lnTo>
                  <a:lnTo>
                    <a:pt x="1087336" y="77895"/>
                  </a:lnTo>
                  <a:lnTo>
                    <a:pt x="998156" y="59796"/>
                  </a:lnTo>
                  <a:lnTo>
                    <a:pt x="908122" y="44144"/>
                  </a:lnTo>
                  <a:lnTo>
                    <a:pt x="820781" y="30996"/>
                  </a:lnTo>
                  <a:lnTo>
                    <a:pt x="740282" y="20397"/>
                  </a:lnTo>
                  <a:lnTo>
                    <a:pt x="670756" y="12320"/>
                  </a:lnTo>
                  <a:lnTo>
                    <a:pt x="615496" y="6613"/>
                  </a:lnTo>
                  <a:lnTo>
                    <a:pt x="576168" y="2980"/>
                  </a:lnTo>
                  <a:lnTo>
                    <a:pt x="552334" y="1001"/>
                  </a:lnTo>
                  <a:lnTo>
                    <a:pt x="541381" y="18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546595" y="3113385"/>
              <a:ext cx="8234974" cy="2607931"/>
            </a:xfrm>
            <a:custGeom>
              <a:avLst/>
              <a:pathLst>
                <a:path w="8234974" h="2607931">
                  <a:moveTo>
                    <a:pt x="0" y="0"/>
                  </a:moveTo>
                  <a:lnTo>
                    <a:pt x="538736" y="0"/>
                  </a:lnTo>
                  <a:lnTo>
                    <a:pt x="539923" y="78"/>
                  </a:lnTo>
                  <a:lnTo>
                    <a:pt x="547681" y="642"/>
                  </a:lnTo>
                  <a:lnTo>
                    <a:pt x="567087" y="2202"/>
                  </a:lnTo>
                  <a:lnTo>
                    <a:pt x="601390" y="5265"/>
                  </a:lnTo>
                  <a:lnTo>
                    <a:pt x="651728" y="10281"/>
                  </a:lnTo>
                  <a:lnTo>
                    <a:pt x="717060" y="17590"/>
                  </a:lnTo>
                  <a:lnTo>
                    <a:pt x="794532" y="27388"/>
                  </a:lnTo>
                  <a:lnTo>
                    <a:pt x="880184" y="39737"/>
                  </a:lnTo>
                  <a:lnTo>
                    <a:pt x="969791" y="54609"/>
                  </a:lnTo>
                  <a:lnTo>
                    <a:pt x="1059569" y="71943"/>
                  </a:lnTo>
                  <a:lnTo>
                    <a:pt x="1146593" y="91707"/>
                  </a:lnTo>
                  <a:lnTo>
                    <a:pt x="1228933" y="113935"/>
                  </a:lnTo>
                  <a:lnTo>
                    <a:pt x="1305572" y="138761"/>
                  </a:lnTo>
                  <a:lnTo>
                    <a:pt x="1376223" y="166422"/>
                  </a:lnTo>
                  <a:lnTo>
                    <a:pt x="1441125" y="197265"/>
                  </a:lnTo>
                  <a:lnTo>
                    <a:pt x="1500856" y="231734"/>
                  </a:lnTo>
                  <a:lnTo>
                    <a:pt x="1556193" y="270351"/>
                  </a:lnTo>
                  <a:lnTo>
                    <a:pt x="1608003" y="313677"/>
                  </a:lnTo>
                  <a:lnTo>
                    <a:pt x="1657161" y="362244"/>
                  </a:lnTo>
                  <a:lnTo>
                    <a:pt x="1704476" y="416435"/>
                  </a:lnTo>
                  <a:lnTo>
                    <a:pt x="1719082" y="434655"/>
                  </a:lnTo>
                  <a:lnTo>
                    <a:pt x="1755709" y="483353"/>
                  </a:lnTo>
                  <a:lnTo>
                    <a:pt x="1791988" y="535746"/>
                  </a:lnTo>
                  <a:lnTo>
                    <a:pt x="1828153" y="591908"/>
                  </a:lnTo>
                  <a:lnTo>
                    <a:pt x="1864384" y="651849"/>
                  </a:lnTo>
                  <a:lnTo>
                    <a:pt x="1900813" y="715506"/>
                  </a:lnTo>
                  <a:lnTo>
                    <a:pt x="1937532" y="782738"/>
                  </a:lnTo>
                  <a:lnTo>
                    <a:pt x="1974593" y="853321"/>
                  </a:lnTo>
                  <a:lnTo>
                    <a:pt x="2012017" y="926949"/>
                  </a:lnTo>
                  <a:lnTo>
                    <a:pt x="2049788" y="1003232"/>
                  </a:lnTo>
                  <a:lnTo>
                    <a:pt x="2087867" y="1081706"/>
                  </a:lnTo>
                  <a:lnTo>
                    <a:pt x="2126190" y="1161844"/>
                  </a:lnTo>
                  <a:lnTo>
                    <a:pt x="2164677" y="1243064"/>
                  </a:lnTo>
                  <a:lnTo>
                    <a:pt x="2203236" y="1324753"/>
                  </a:lnTo>
                  <a:lnTo>
                    <a:pt x="2241771" y="1406281"/>
                  </a:lnTo>
                  <a:lnTo>
                    <a:pt x="2280185" y="1487026"/>
                  </a:lnTo>
                  <a:lnTo>
                    <a:pt x="2318393" y="1566387"/>
                  </a:lnTo>
                  <a:lnTo>
                    <a:pt x="2356322" y="1643809"/>
                  </a:lnTo>
                  <a:lnTo>
                    <a:pt x="2393920" y="1718795"/>
                  </a:lnTo>
                  <a:lnTo>
                    <a:pt x="2431159" y="1790917"/>
                  </a:lnTo>
                  <a:lnTo>
                    <a:pt x="2468042" y="1859829"/>
                  </a:lnTo>
                  <a:lnTo>
                    <a:pt x="2504605" y="1925265"/>
                  </a:lnTo>
                  <a:lnTo>
                    <a:pt x="2540919" y="1987044"/>
                  </a:lnTo>
                  <a:lnTo>
                    <a:pt x="2577096" y="2045065"/>
                  </a:lnTo>
                  <a:lnTo>
                    <a:pt x="2613294" y="2099305"/>
                  </a:lnTo>
                  <a:lnTo>
                    <a:pt x="2649717" y="2149805"/>
                  </a:lnTo>
                  <a:lnTo>
                    <a:pt x="2667772" y="2173276"/>
                  </a:lnTo>
                  <a:lnTo>
                    <a:pt x="2714654" y="2229266"/>
                  </a:lnTo>
                  <a:lnTo>
                    <a:pt x="2763151" y="2279572"/>
                  </a:lnTo>
                  <a:lnTo>
                    <a:pt x="2814034" y="2324492"/>
                  </a:lnTo>
                  <a:lnTo>
                    <a:pt x="2868167" y="2364529"/>
                  </a:lnTo>
                  <a:lnTo>
                    <a:pt x="2926427" y="2400243"/>
                  </a:lnTo>
                  <a:lnTo>
                    <a:pt x="2989629" y="2432174"/>
                  </a:lnTo>
                  <a:lnTo>
                    <a:pt x="3058428" y="2460793"/>
                  </a:lnTo>
                  <a:lnTo>
                    <a:pt x="3133186" y="2486479"/>
                  </a:lnTo>
                  <a:lnTo>
                    <a:pt x="3213805" y="2509505"/>
                  </a:lnTo>
                  <a:lnTo>
                    <a:pt x="3299518" y="2530036"/>
                  </a:lnTo>
                  <a:lnTo>
                    <a:pt x="3388699" y="2548135"/>
                  </a:lnTo>
                  <a:lnTo>
                    <a:pt x="3478732" y="2563787"/>
                  </a:lnTo>
                  <a:lnTo>
                    <a:pt x="3566074" y="2576935"/>
                  </a:lnTo>
                  <a:lnTo>
                    <a:pt x="3646573" y="2587534"/>
                  </a:lnTo>
                  <a:lnTo>
                    <a:pt x="3716098" y="2595611"/>
                  </a:lnTo>
                  <a:lnTo>
                    <a:pt x="3771359" y="2601318"/>
                  </a:lnTo>
                  <a:lnTo>
                    <a:pt x="3810686" y="2604951"/>
                  </a:lnTo>
                  <a:lnTo>
                    <a:pt x="3834520" y="2606930"/>
                  </a:lnTo>
                  <a:lnTo>
                    <a:pt x="3845473" y="2607751"/>
                  </a:lnTo>
                  <a:lnTo>
                    <a:pt x="3848080" y="2607929"/>
                  </a:lnTo>
                  <a:lnTo>
                    <a:pt x="3848118" y="2607931"/>
                  </a:lnTo>
                  <a:lnTo>
                    <a:pt x="4386855" y="2607931"/>
                  </a:lnTo>
                  <a:lnTo>
                    <a:pt x="4388158" y="2607931"/>
                  </a:lnTo>
                  <a:lnTo>
                    <a:pt x="4396657" y="2607931"/>
                  </a:lnTo>
                  <a:lnTo>
                    <a:pt x="4417843" y="2607931"/>
                  </a:lnTo>
                  <a:lnTo>
                    <a:pt x="4455112" y="2607931"/>
                  </a:lnTo>
                  <a:lnTo>
                    <a:pt x="4509439" y="2607931"/>
                  </a:lnTo>
                  <a:lnTo>
                    <a:pt x="4579359" y="2607931"/>
                  </a:lnTo>
                  <a:lnTo>
                    <a:pt x="4661455" y="2607931"/>
                  </a:lnTo>
                  <a:lnTo>
                    <a:pt x="4751244" y="2607931"/>
                  </a:lnTo>
                  <a:lnTo>
                    <a:pt x="4844140" y="2607931"/>
                  </a:lnTo>
                  <a:lnTo>
                    <a:pt x="4936212" y="2607931"/>
                  </a:lnTo>
                  <a:lnTo>
                    <a:pt x="5024576" y="2607931"/>
                  </a:lnTo>
                  <a:lnTo>
                    <a:pt x="5107465" y="2607931"/>
                  </a:lnTo>
                  <a:lnTo>
                    <a:pt x="5184084" y="2607931"/>
                  </a:lnTo>
                  <a:lnTo>
                    <a:pt x="5254376" y="2607931"/>
                  </a:lnTo>
                  <a:lnTo>
                    <a:pt x="5318786" y="2607931"/>
                  </a:lnTo>
                  <a:lnTo>
                    <a:pt x="5378070" y="2607931"/>
                  </a:lnTo>
                  <a:lnTo>
                    <a:pt x="5433143" y="2607931"/>
                  </a:lnTo>
                  <a:lnTo>
                    <a:pt x="5484972" y="2607931"/>
                  </a:lnTo>
                  <a:lnTo>
                    <a:pt x="5534491" y="2607931"/>
                  </a:lnTo>
                  <a:lnTo>
                    <a:pt x="5567201" y="2607931"/>
                  </a:lnTo>
                  <a:lnTo>
                    <a:pt x="5619996" y="2607931"/>
                  </a:lnTo>
                  <a:lnTo>
                    <a:pt x="5672287" y="2607931"/>
                  </a:lnTo>
                  <a:lnTo>
                    <a:pt x="5724668" y="2607931"/>
                  </a:lnTo>
                  <a:lnTo>
                    <a:pt x="5777529" y="2607931"/>
                  </a:lnTo>
                  <a:lnTo>
                    <a:pt x="5831082" y="2607931"/>
                  </a:lnTo>
                  <a:lnTo>
                    <a:pt x="5885383" y="2607931"/>
                  </a:lnTo>
                  <a:lnTo>
                    <a:pt x="5940355" y="2607931"/>
                  </a:lnTo>
                  <a:lnTo>
                    <a:pt x="5995816" y="2607931"/>
                  </a:lnTo>
                  <a:lnTo>
                    <a:pt x="6051513" y="2607931"/>
                  </a:lnTo>
                  <a:lnTo>
                    <a:pt x="6107158" y="2607931"/>
                  </a:lnTo>
                  <a:lnTo>
                    <a:pt x="6162470" y="2607931"/>
                  </a:lnTo>
                  <a:lnTo>
                    <a:pt x="6217218" y="2607931"/>
                  </a:lnTo>
                  <a:lnTo>
                    <a:pt x="6271253" y="2607931"/>
                  </a:lnTo>
                  <a:lnTo>
                    <a:pt x="6324545" y="2607931"/>
                  </a:lnTo>
                  <a:lnTo>
                    <a:pt x="6377202" y="2607931"/>
                  </a:lnTo>
                  <a:lnTo>
                    <a:pt x="6429496" y="2607931"/>
                  </a:lnTo>
                  <a:lnTo>
                    <a:pt x="6481886" y="2607931"/>
                  </a:lnTo>
                  <a:lnTo>
                    <a:pt x="6515891" y="2607931"/>
                  </a:lnTo>
                  <a:lnTo>
                    <a:pt x="6564311" y="2607931"/>
                  </a:lnTo>
                  <a:lnTo>
                    <a:pt x="6614476" y="2607931"/>
                  </a:lnTo>
                  <a:lnTo>
                    <a:pt x="6667243" y="2607931"/>
                  </a:lnTo>
                  <a:lnTo>
                    <a:pt x="6723563" y="2607931"/>
                  </a:lnTo>
                  <a:lnTo>
                    <a:pt x="6784400" y="2607931"/>
                  </a:lnTo>
                  <a:lnTo>
                    <a:pt x="6850628" y="2607931"/>
                  </a:lnTo>
                  <a:lnTo>
                    <a:pt x="6922924" y="2607931"/>
                  </a:lnTo>
                  <a:lnTo>
                    <a:pt x="7001594" y="2607931"/>
                  </a:lnTo>
                  <a:lnTo>
                    <a:pt x="7086371" y="2607931"/>
                  </a:lnTo>
                  <a:lnTo>
                    <a:pt x="7176171" y="2607931"/>
                  </a:lnTo>
                  <a:lnTo>
                    <a:pt x="7268876" y="2607931"/>
                  </a:lnTo>
                  <a:lnTo>
                    <a:pt x="7361246" y="2607931"/>
                  </a:lnTo>
                  <a:lnTo>
                    <a:pt x="7449077" y="2607931"/>
                  </a:lnTo>
                  <a:lnTo>
                    <a:pt x="7527719" y="2607931"/>
                  </a:lnTo>
                  <a:lnTo>
                    <a:pt x="7592923" y="2607931"/>
                  </a:lnTo>
                  <a:lnTo>
                    <a:pt x="7641817" y="2607931"/>
                  </a:lnTo>
                  <a:lnTo>
                    <a:pt x="7673693" y="2607931"/>
                  </a:lnTo>
                  <a:lnTo>
                    <a:pt x="7690324" y="2607931"/>
                  </a:lnTo>
                  <a:lnTo>
                    <a:pt x="7695822" y="2607931"/>
                  </a:lnTo>
                  <a:lnTo>
                    <a:pt x="7696237" y="2607931"/>
                  </a:lnTo>
                  <a:lnTo>
                    <a:pt x="8234974" y="26079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546595" y="3107940"/>
              <a:ext cx="8234974" cy="2607931"/>
            </a:xfrm>
            <a:custGeom>
              <a:avLst/>
              <a:pathLst>
                <a:path w="8234974" h="2607931">
                  <a:moveTo>
                    <a:pt x="8234974" y="2607931"/>
                  </a:moveTo>
                  <a:lnTo>
                    <a:pt x="7696237" y="2607931"/>
                  </a:lnTo>
                  <a:lnTo>
                    <a:pt x="7694935" y="2607931"/>
                  </a:lnTo>
                  <a:lnTo>
                    <a:pt x="7686435" y="2607931"/>
                  </a:lnTo>
                  <a:lnTo>
                    <a:pt x="7665250" y="2607931"/>
                  </a:lnTo>
                  <a:lnTo>
                    <a:pt x="7627980" y="2607931"/>
                  </a:lnTo>
                  <a:lnTo>
                    <a:pt x="7573653" y="2607931"/>
                  </a:lnTo>
                  <a:lnTo>
                    <a:pt x="7503734" y="2607931"/>
                  </a:lnTo>
                  <a:lnTo>
                    <a:pt x="7421638" y="2607931"/>
                  </a:lnTo>
                  <a:lnTo>
                    <a:pt x="7331849" y="2607931"/>
                  </a:lnTo>
                  <a:lnTo>
                    <a:pt x="7238952" y="2607931"/>
                  </a:lnTo>
                  <a:lnTo>
                    <a:pt x="7146880" y="2607931"/>
                  </a:lnTo>
                  <a:lnTo>
                    <a:pt x="7058517" y="2607931"/>
                  </a:lnTo>
                  <a:lnTo>
                    <a:pt x="6975627" y="2607931"/>
                  </a:lnTo>
                  <a:lnTo>
                    <a:pt x="6899008" y="2607931"/>
                  </a:lnTo>
                  <a:lnTo>
                    <a:pt x="6828717" y="2607931"/>
                  </a:lnTo>
                  <a:lnTo>
                    <a:pt x="6764307" y="2607931"/>
                  </a:lnTo>
                  <a:lnTo>
                    <a:pt x="6705023" y="2607931"/>
                  </a:lnTo>
                  <a:lnTo>
                    <a:pt x="6649950" y="2607931"/>
                  </a:lnTo>
                  <a:lnTo>
                    <a:pt x="6598120" y="2607931"/>
                  </a:lnTo>
                  <a:lnTo>
                    <a:pt x="6548602" y="2607931"/>
                  </a:lnTo>
                  <a:lnTo>
                    <a:pt x="6515891" y="2607931"/>
                  </a:lnTo>
                  <a:lnTo>
                    <a:pt x="6463096" y="2607931"/>
                  </a:lnTo>
                  <a:lnTo>
                    <a:pt x="6410806" y="2607931"/>
                  </a:lnTo>
                  <a:lnTo>
                    <a:pt x="6358425" y="2607931"/>
                  </a:lnTo>
                  <a:lnTo>
                    <a:pt x="6305563" y="2607931"/>
                  </a:lnTo>
                  <a:lnTo>
                    <a:pt x="6252010" y="2607931"/>
                  </a:lnTo>
                  <a:lnTo>
                    <a:pt x="6197710" y="2607931"/>
                  </a:lnTo>
                  <a:lnTo>
                    <a:pt x="6142738" y="2607931"/>
                  </a:lnTo>
                  <a:lnTo>
                    <a:pt x="6087276" y="2607931"/>
                  </a:lnTo>
                  <a:lnTo>
                    <a:pt x="6031580" y="2607931"/>
                  </a:lnTo>
                  <a:lnTo>
                    <a:pt x="5975935" y="2607931"/>
                  </a:lnTo>
                  <a:lnTo>
                    <a:pt x="5920622" y="2607931"/>
                  </a:lnTo>
                  <a:lnTo>
                    <a:pt x="5865875" y="2607931"/>
                  </a:lnTo>
                  <a:lnTo>
                    <a:pt x="5811839" y="2607931"/>
                  </a:lnTo>
                  <a:lnTo>
                    <a:pt x="5758547" y="2607931"/>
                  </a:lnTo>
                  <a:lnTo>
                    <a:pt x="5705891" y="2607931"/>
                  </a:lnTo>
                  <a:lnTo>
                    <a:pt x="5653597" y="2607931"/>
                  </a:lnTo>
                  <a:lnTo>
                    <a:pt x="5601206" y="2607931"/>
                  </a:lnTo>
                  <a:lnTo>
                    <a:pt x="5567201" y="2607931"/>
                  </a:lnTo>
                  <a:lnTo>
                    <a:pt x="5518782" y="2607931"/>
                  </a:lnTo>
                  <a:lnTo>
                    <a:pt x="5468616" y="2607931"/>
                  </a:lnTo>
                  <a:lnTo>
                    <a:pt x="5415850" y="2607931"/>
                  </a:lnTo>
                  <a:lnTo>
                    <a:pt x="5359529" y="2607931"/>
                  </a:lnTo>
                  <a:lnTo>
                    <a:pt x="5298693" y="2607931"/>
                  </a:lnTo>
                  <a:lnTo>
                    <a:pt x="5232464" y="2607931"/>
                  </a:lnTo>
                  <a:lnTo>
                    <a:pt x="5160169" y="2607931"/>
                  </a:lnTo>
                  <a:lnTo>
                    <a:pt x="5081499" y="2607931"/>
                  </a:lnTo>
                  <a:lnTo>
                    <a:pt x="4996722" y="2607931"/>
                  </a:lnTo>
                  <a:lnTo>
                    <a:pt x="4906922" y="2607931"/>
                  </a:lnTo>
                  <a:lnTo>
                    <a:pt x="4814216" y="2607931"/>
                  </a:lnTo>
                  <a:lnTo>
                    <a:pt x="4721847" y="2607931"/>
                  </a:lnTo>
                  <a:lnTo>
                    <a:pt x="4634016" y="2607931"/>
                  </a:lnTo>
                  <a:lnTo>
                    <a:pt x="4555374" y="2607931"/>
                  </a:lnTo>
                  <a:lnTo>
                    <a:pt x="4490170" y="2607931"/>
                  </a:lnTo>
                  <a:lnTo>
                    <a:pt x="4441275" y="2607931"/>
                  </a:lnTo>
                  <a:lnTo>
                    <a:pt x="4409400" y="2607931"/>
                  </a:lnTo>
                  <a:lnTo>
                    <a:pt x="4392768" y="2607931"/>
                  </a:lnTo>
                  <a:lnTo>
                    <a:pt x="4387271" y="2607931"/>
                  </a:lnTo>
                  <a:lnTo>
                    <a:pt x="4386855" y="2607931"/>
                  </a:lnTo>
                  <a:lnTo>
                    <a:pt x="3848118" y="2607931"/>
                  </a:lnTo>
                  <a:lnTo>
                    <a:pt x="3846932" y="2607852"/>
                  </a:lnTo>
                  <a:lnTo>
                    <a:pt x="3839173" y="2607288"/>
                  </a:lnTo>
                  <a:lnTo>
                    <a:pt x="3819768" y="2605729"/>
                  </a:lnTo>
                  <a:lnTo>
                    <a:pt x="3785464" y="2602666"/>
                  </a:lnTo>
                  <a:lnTo>
                    <a:pt x="3735127" y="2597649"/>
                  </a:lnTo>
                  <a:lnTo>
                    <a:pt x="3669794" y="2590341"/>
                  </a:lnTo>
                  <a:lnTo>
                    <a:pt x="3592323" y="2580543"/>
                  </a:lnTo>
                  <a:lnTo>
                    <a:pt x="3506671" y="2568194"/>
                  </a:lnTo>
                  <a:lnTo>
                    <a:pt x="3417064" y="2553322"/>
                  </a:lnTo>
                  <a:lnTo>
                    <a:pt x="3327286" y="2535987"/>
                  </a:lnTo>
                  <a:lnTo>
                    <a:pt x="3240262" y="2516224"/>
                  </a:lnTo>
                  <a:lnTo>
                    <a:pt x="3157922" y="2493995"/>
                  </a:lnTo>
                  <a:lnTo>
                    <a:pt x="3081283" y="2469170"/>
                  </a:lnTo>
                  <a:lnTo>
                    <a:pt x="3010632" y="2441509"/>
                  </a:lnTo>
                  <a:lnTo>
                    <a:pt x="2945730" y="2410666"/>
                  </a:lnTo>
                  <a:lnTo>
                    <a:pt x="2885999" y="2376197"/>
                  </a:lnTo>
                  <a:lnTo>
                    <a:pt x="2830661" y="2337580"/>
                  </a:lnTo>
                  <a:lnTo>
                    <a:pt x="2778852" y="2294254"/>
                  </a:lnTo>
                  <a:lnTo>
                    <a:pt x="2729694" y="2245687"/>
                  </a:lnTo>
                  <a:lnTo>
                    <a:pt x="2682378" y="2191496"/>
                  </a:lnTo>
                  <a:lnTo>
                    <a:pt x="2667772" y="2173276"/>
                  </a:lnTo>
                  <a:lnTo>
                    <a:pt x="2631146" y="2124578"/>
                  </a:lnTo>
                  <a:lnTo>
                    <a:pt x="2594866" y="2072185"/>
                  </a:lnTo>
                  <a:lnTo>
                    <a:pt x="2558701" y="2016023"/>
                  </a:lnTo>
                  <a:lnTo>
                    <a:pt x="2522471" y="1956082"/>
                  </a:lnTo>
                  <a:lnTo>
                    <a:pt x="2486042" y="1892425"/>
                  </a:lnTo>
                  <a:lnTo>
                    <a:pt x="2449323" y="1825193"/>
                  </a:lnTo>
                  <a:lnTo>
                    <a:pt x="2412261" y="1754610"/>
                  </a:lnTo>
                  <a:lnTo>
                    <a:pt x="2374838" y="1680982"/>
                  </a:lnTo>
                  <a:lnTo>
                    <a:pt x="2337067" y="1604699"/>
                  </a:lnTo>
                  <a:lnTo>
                    <a:pt x="2298988" y="1526224"/>
                  </a:lnTo>
                  <a:lnTo>
                    <a:pt x="2260665" y="1446087"/>
                  </a:lnTo>
                  <a:lnTo>
                    <a:pt x="2222177" y="1364867"/>
                  </a:lnTo>
                  <a:lnTo>
                    <a:pt x="2183618" y="1283178"/>
                  </a:lnTo>
                  <a:lnTo>
                    <a:pt x="2145084" y="1201650"/>
                  </a:lnTo>
                  <a:lnTo>
                    <a:pt x="2106669" y="1120905"/>
                  </a:lnTo>
                  <a:lnTo>
                    <a:pt x="2068461" y="1041544"/>
                  </a:lnTo>
                  <a:lnTo>
                    <a:pt x="2030532" y="964122"/>
                  </a:lnTo>
                  <a:lnTo>
                    <a:pt x="1992935" y="889136"/>
                  </a:lnTo>
                  <a:lnTo>
                    <a:pt x="1955695" y="817014"/>
                  </a:lnTo>
                  <a:lnTo>
                    <a:pt x="1918812" y="748102"/>
                  </a:lnTo>
                  <a:lnTo>
                    <a:pt x="1882250" y="682666"/>
                  </a:lnTo>
                  <a:lnTo>
                    <a:pt x="1845936" y="620887"/>
                  </a:lnTo>
                  <a:lnTo>
                    <a:pt x="1809758" y="562866"/>
                  </a:lnTo>
                  <a:lnTo>
                    <a:pt x="1773561" y="508626"/>
                  </a:lnTo>
                  <a:lnTo>
                    <a:pt x="1737137" y="458126"/>
                  </a:lnTo>
                  <a:lnTo>
                    <a:pt x="1719082" y="434655"/>
                  </a:lnTo>
                  <a:lnTo>
                    <a:pt x="1672200" y="378664"/>
                  </a:lnTo>
                  <a:lnTo>
                    <a:pt x="1623704" y="328359"/>
                  </a:lnTo>
                  <a:lnTo>
                    <a:pt x="1572820" y="283438"/>
                  </a:lnTo>
                  <a:lnTo>
                    <a:pt x="1518687" y="243402"/>
                  </a:lnTo>
                  <a:lnTo>
                    <a:pt x="1460427" y="207688"/>
                  </a:lnTo>
                  <a:lnTo>
                    <a:pt x="1397225" y="175757"/>
                  </a:lnTo>
                  <a:lnTo>
                    <a:pt x="1328427" y="147137"/>
                  </a:lnTo>
                  <a:lnTo>
                    <a:pt x="1253669" y="121451"/>
                  </a:lnTo>
                  <a:lnTo>
                    <a:pt x="1173050" y="98426"/>
                  </a:lnTo>
                  <a:lnTo>
                    <a:pt x="1087336" y="77895"/>
                  </a:lnTo>
                  <a:lnTo>
                    <a:pt x="998156" y="59796"/>
                  </a:lnTo>
                  <a:lnTo>
                    <a:pt x="908122" y="44144"/>
                  </a:lnTo>
                  <a:lnTo>
                    <a:pt x="820781" y="30996"/>
                  </a:lnTo>
                  <a:lnTo>
                    <a:pt x="740282" y="20397"/>
                  </a:lnTo>
                  <a:lnTo>
                    <a:pt x="670756" y="12320"/>
                  </a:lnTo>
                  <a:lnTo>
                    <a:pt x="615496" y="6613"/>
                  </a:lnTo>
                  <a:lnTo>
                    <a:pt x="576168" y="2980"/>
                  </a:lnTo>
                  <a:lnTo>
                    <a:pt x="552334" y="1001"/>
                  </a:lnTo>
                  <a:lnTo>
                    <a:pt x="541381" y="180"/>
                  </a:lnTo>
                  <a:lnTo>
                    <a:pt x="538775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0" name="pg260"/>
            <p:cNvSpPr/>
            <p:nvPr/>
          </p:nvSpPr>
          <p:spPr>
            <a:xfrm>
              <a:off x="546595" y="3113385"/>
              <a:ext cx="8234974" cy="3043494"/>
            </a:xfrm>
            <a:custGeom>
              <a:avLst/>
              <a:pathLst>
                <a:path w="8234974" h="3043494">
                  <a:moveTo>
                    <a:pt x="0" y="10889"/>
                  </a:moveTo>
                  <a:lnTo>
                    <a:pt x="538736" y="10889"/>
                  </a:lnTo>
                  <a:lnTo>
                    <a:pt x="539922" y="10968"/>
                  </a:lnTo>
                  <a:lnTo>
                    <a:pt x="547678" y="11533"/>
                  </a:lnTo>
                  <a:lnTo>
                    <a:pt x="567077" y="13095"/>
                  </a:lnTo>
                  <a:lnTo>
                    <a:pt x="601369" y="16163"/>
                  </a:lnTo>
                  <a:lnTo>
                    <a:pt x="651692" y="21188"/>
                  </a:lnTo>
                  <a:lnTo>
                    <a:pt x="717006" y="28510"/>
                  </a:lnTo>
                  <a:lnTo>
                    <a:pt x="794460" y="38325"/>
                  </a:lnTo>
                  <a:lnTo>
                    <a:pt x="880096" y="50695"/>
                  </a:lnTo>
                  <a:lnTo>
                    <a:pt x="969690" y="65594"/>
                  </a:lnTo>
                  <a:lnTo>
                    <a:pt x="1059458" y="82960"/>
                  </a:lnTo>
                  <a:lnTo>
                    <a:pt x="1146476" y="102759"/>
                  </a:lnTo>
                  <a:lnTo>
                    <a:pt x="1228814" y="125027"/>
                  </a:lnTo>
                  <a:lnTo>
                    <a:pt x="1305452" y="149897"/>
                  </a:lnTo>
                  <a:lnTo>
                    <a:pt x="1376105" y="177607"/>
                  </a:lnTo>
                  <a:lnTo>
                    <a:pt x="1441008" y="208505"/>
                  </a:lnTo>
                  <a:lnTo>
                    <a:pt x="1500741" y="243034"/>
                  </a:lnTo>
                  <a:lnTo>
                    <a:pt x="1556080" y="281718"/>
                  </a:lnTo>
                  <a:lnTo>
                    <a:pt x="1607890" y="325118"/>
                  </a:lnTo>
                  <a:lnTo>
                    <a:pt x="1657047" y="373767"/>
                  </a:lnTo>
                  <a:lnTo>
                    <a:pt x="1704360" y="428051"/>
                  </a:lnTo>
                  <a:lnTo>
                    <a:pt x="1719082" y="446451"/>
                  </a:lnTo>
                  <a:lnTo>
                    <a:pt x="1755679" y="495211"/>
                  </a:lnTo>
                  <a:lnTo>
                    <a:pt x="1791930" y="547666"/>
                  </a:lnTo>
                  <a:lnTo>
                    <a:pt x="1828066" y="603893"/>
                  </a:lnTo>
                  <a:lnTo>
                    <a:pt x="1864267" y="663900"/>
                  </a:lnTo>
                  <a:lnTo>
                    <a:pt x="1900666" y="727625"/>
                  </a:lnTo>
                  <a:lnTo>
                    <a:pt x="1937354" y="794928"/>
                  </a:lnTo>
                  <a:lnTo>
                    <a:pt x="1974384" y="865585"/>
                  </a:lnTo>
                  <a:lnTo>
                    <a:pt x="2011775" y="939290"/>
                  </a:lnTo>
                  <a:lnTo>
                    <a:pt x="2049514" y="1015654"/>
                  </a:lnTo>
                  <a:lnTo>
                    <a:pt x="2087560" y="1094214"/>
                  </a:lnTo>
                  <a:lnTo>
                    <a:pt x="2125850" y="1174443"/>
                  </a:lnTo>
                  <a:lnTo>
                    <a:pt x="2164306" y="1255760"/>
                  </a:lnTo>
                  <a:lnTo>
                    <a:pt x="2202833" y="1337552"/>
                  </a:lnTo>
                  <a:lnTo>
                    <a:pt x="2241338" y="1419190"/>
                  </a:lnTo>
                  <a:lnTo>
                    <a:pt x="2279723" y="1500051"/>
                  </a:lnTo>
                  <a:lnTo>
                    <a:pt x="2317904" y="1579535"/>
                  </a:lnTo>
                  <a:lnTo>
                    <a:pt x="2355806" y="1657085"/>
                  </a:lnTo>
                  <a:lnTo>
                    <a:pt x="2393379" y="1732205"/>
                  </a:lnTo>
                  <a:lnTo>
                    <a:pt x="2430593" y="1804465"/>
                  </a:lnTo>
                  <a:lnTo>
                    <a:pt x="2467452" y="1873518"/>
                  </a:lnTo>
                  <a:lnTo>
                    <a:pt x="2503990" y="1939097"/>
                  </a:lnTo>
                  <a:lnTo>
                    <a:pt x="2540278" y="2001019"/>
                  </a:lnTo>
                  <a:lnTo>
                    <a:pt x="2576428" y="2059184"/>
                  </a:lnTo>
                  <a:lnTo>
                    <a:pt x="2612595" y="2113564"/>
                  </a:lnTo>
                  <a:lnTo>
                    <a:pt x="2648982" y="2164202"/>
                  </a:lnTo>
                  <a:lnTo>
                    <a:pt x="2667772" y="2188702"/>
                  </a:lnTo>
                  <a:lnTo>
                    <a:pt x="2714649" y="2244803"/>
                  </a:lnTo>
                  <a:lnTo>
                    <a:pt x="2763139" y="2295208"/>
                  </a:lnTo>
                  <a:lnTo>
                    <a:pt x="2814015" y="2340218"/>
                  </a:lnTo>
                  <a:lnTo>
                    <a:pt x="2868139" y="2380336"/>
                  </a:lnTo>
                  <a:lnTo>
                    <a:pt x="2926389" y="2416122"/>
                  </a:lnTo>
                  <a:lnTo>
                    <a:pt x="2989580" y="2448118"/>
                  </a:lnTo>
                  <a:lnTo>
                    <a:pt x="3058365" y="2476796"/>
                  </a:lnTo>
                  <a:lnTo>
                    <a:pt x="3133108" y="2502535"/>
                  </a:lnTo>
                  <a:lnTo>
                    <a:pt x="3213711" y="2525609"/>
                  </a:lnTo>
                  <a:lnTo>
                    <a:pt x="3299409" y="2546182"/>
                  </a:lnTo>
                  <a:lnTo>
                    <a:pt x="3388575" y="2564320"/>
                  </a:lnTo>
                  <a:lnTo>
                    <a:pt x="3478598" y="2580007"/>
                  </a:lnTo>
                  <a:lnTo>
                    <a:pt x="3565937" y="2593185"/>
                  </a:lnTo>
                  <a:lnTo>
                    <a:pt x="3646441" y="2603808"/>
                  </a:lnTo>
                  <a:lnTo>
                    <a:pt x="3715981" y="2611906"/>
                  </a:lnTo>
                  <a:lnTo>
                    <a:pt x="3771264" y="2617629"/>
                  </a:lnTo>
                  <a:lnTo>
                    <a:pt x="3810620" y="2621273"/>
                  </a:lnTo>
                  <a:lnTo>
                    <a:pt x="3834483" y="2623258"/>
                  </a:lnTo>
                  <a:lnTo>
                    <a:pt x="3845460" y="2624083"/>
                  </a:lnTo>
                  <a:lnTo>
                    <a:pt x="3848118" y="2624265"/>
                  </a:lnTo>
                  <a:lnTo>
                    <a:pt x="4386855" y="2624265"/>
                  </a:lnTo>
                  <a:lnTo>
                    <a:pt x="4388155" y="2624279"/>
                  </a:lnTo>
                  <a:lnTo>
                    <a:pt x="4396632" y="2624378"/>
                  </a:lnTo>
                  <a:lnTo>
                    <a:pt x="4417767" y="2624654"/>
                  </a:lnTo>
                  <a:lnTo>
                    <a:pt x="4454952" y="2625194"/>
                  </a:lnTo>
                  <a:lnTo>
                    <a:pt x="4509166" y="2626077"/>
                  </a:lnTo>
                  <a:lnTo>
                    <a:pt x="4578956" y="2627358"/>
                  </a:lnTo>
                  <a:lnTo>
                    <a:pt x="4660924" y="2629069"/>
                  </a:lnTo>
                  <a:lnTo>
                    <a:pt x="4750600" y="2631216"/>
                  </a:lnTo>
                  <a:lnTo>
                    <a:pt x="4843408" y="2633791"/>
                  </a:lnTo>
                  <a:lnTo>
                    <a:pt x="4935420" y="2636786"/>
                  </a:lnTo>
                  <a:lnTo>
                    <a:pt x="5023750" y="2640196"/>
                  </a:lnTo>
                  <a:lnTo>
                    <a:pt x="5106628" y="2644033"/>
                  </a:lnTo>
                  <a:lnTo>
                    <a:pt x="5183249" y="2648328"/>
                  </a:lnTo>
                  <a:lnTo>
                    <a:pt x="5253552" y="2653130"/>
                  </a:lnTo>
                  <a:lnTo>
                    <a:pt x="5317976" y="2658508"/>
                  </a:lnTo>
                  <a:lnTo>
                    <a:pt x="5377272" y="2664546"/>
                  </a:lnTo>
                  <a:lnTo>
                    <a:pt x="5432350" y="2671342"/>
                  </a:lnTo>
                  <a:lnTo>
                    <a:pt x="5484177" y="2678993"/>
                  </a:lnTo>
                  <a:lnTo>
                    <a:pt x="5533683" y="2687583"/>
                  </a:lnTo>
                  <a:lnTo>
                    <a:pt x="5567201" y="2694136"/>
                  </a:lnTo>
                  <a:lnTo>
                    <a:pt x="5618916" y="2705388"/>
                  </a:lnTo>
                  <a:lnTo>
                    <a:pt x="5670135" y="2717840"/>
                  </a:lnTo>
                  <a:lnTo>
                    <a:pt x="5721421" y="2731508"/>
                  </a:lnTo>
                  <a:lnTo>
                    <a:pt x="5773151" y="2746361"/>
                  </a:lnTo>
                  <a:lnTo>
                    <a:pt x="5825534" y="2762318"/>
                  </a:lnTo>
                  <a:lnTo>
                    <a:pt x="5878635" y="2779244"/>
                  </a:lnTo>
                  <a:lnTo>
                    <a:pt x="5932395" y="2796953"/>
                  </a:lnTo>
                  <a:lnTo>
                    <a:pt x="5986656" y="2815212"/>
                  </a:lnTo>
                  <a:lnTo>
                    <a:pt x="6041186" y="2833757"/>
                  </a:lnTo>
                  <a:lnTo>
                    <a:pt x="6095718" y="2852303"/>
                  </a:lnTo>
                  <a:lnTo>
                    <a:pt x="6149983" y="2870568"/>
                  </a:lnTo>
                  <a:lnTo>
                    <a:pt x="6203752" y="2888286"/>
                  </a:lnTo>
                  <a:lnTo>
                    <a:pt x="6256862" y="2905224"/>
                  </a:lnTo>
                  <a:lnTo>
                    <a:pt x="6309254" y="2921195"/>
                  </a:lnTo>
                  <a:lnTo>
                    <a:pt x="6360992" y="2936063"/>
                  </a:lnTo>
                  <a:lnTo>
                    <a:pt x="6412282" y="2949746"/>
                  </a:lnTo>
                  <a:lnTo>
                    <a:pt x="6463498" y="2962214"/>
                  </a:lnTo>
                  <a:lnTo>
                    <a:pt x="6515202" y="2973482"/>
                  </a:lnTo>
                  <a:lnTo>
                    <a:pt x="6515891" y="2973623"/>
                  </a:lnTo>
                  <a:lnTo>
                    <a:pt x="6564268" y="2982891"/>
                  </a:lnTo>
                  <a:lnTo>
                    <a:pt x="6614386" y="2991188"/>
                  </a:lnTo>
                  <a:lnTo>
                    <a:pt x="6667100" y="2998569"/>
                  </a:lnTo>
                  <a:lnTo>
                    <a:pt x="6723359" y="3005124"/>
                  </a:lnTo>
                  <a:lnTo>
                    <a:pt x="6784123" y="3010952"/>
                  </a:lnTo>
                  <a:lnTo>
                    <a:pt x="6850266" y="3016146"/>
                  </a:lnTo>
                  <a:lnTo>
                    <a:pt x="6922462" y="3020788"/>
                  </a:lnTo>
                  <a:lnTo>
                    <a:pt x="7001022" y="3024939"/>
                  </a:lnTo>
                  <a:lnTo>
                    <a:pt x="7085682" y="3028645"/>
                  </a:lnTo>
                  <a:lnTo>
                    <a:pt x="7175369" y="3031928"/>
                  </a:lnTo>
                  <a:lnTo>
                    <a:pt x="7267980" y="3034796"/>
                  </a:lnTo>
                  <a:lnTo>
                    <a:pt x="7360293" y="3037242"/>
                  </a:lnTo>
                  <a:lnTo>
                    <a:pt x="7448122" y="3039256"/>
                  </a:lnTo>
                  <a:lnTo>
                    <a:pt x="7526830" y="3040835"/>
                  </a:lnTo>
                  <a:lnTo>
                    <a:pt x="7592169" y="3041991"/>
                  </a:lnTo>
                  <a:lnTo>
                    <a:pt x="7641252" y="3042762"/>
                  </a:lnTo>
                  <a:lnTo>
                    <a:pt x="7673338" y="3043213"/>
                  </a:lnTo>
                  <a:lnTo>
                    <a:pt x="7690162" y="3043425"/>
                  </a:lnTo>
                  <a:lnTo>
                    <a:pt x="7695791" y="3043489"/>
                  </a:lnTo>
                  <a:lnTo>
                    <a:pt x="7696237" y="3043494"/>
                  </a:lnTo>
                  <a:lnTo>
                    <a:pt x="8234974" y="3043494"/>
                  </a:lnTo>
                  <a:lnTo>
                    <a:pt x="8234974" y="3032605"/>
                  </a:lnTo>
                  <a:lnTo>
                    <a:pt x="7696237" y="3032605"/>
                  </a:lnTo>
                  <a:lnTo>
                    <a:pt x="7694938" y="3032591"/>
                  </a:lnTo>
                  <a:lnTo>
                    <a:pt x="7686460" y="3032492"/>
                  </a:lnTo>
                  <a:lnTo>
                    <a:pt x="7665325" y="3032216"/>
                  </a:lnTo>
                  <a:lnTo>
                    <a:pt x="7628140" y="3031676"/>
                  </a:lnTo>
                  <a:lnTo>
                    <a:pt x="7573926" y="3030793"/>
                  </a:lnTo>
                  <a:lnTo>
                    <a:pt x="7504136" y="3029512"/>
                  </a:lnTo>
                  <a:lnTo>
                    <a:pt x="7422168" y="3027801"/>
                  </a:lnTo>
                  <a:lnTo>
                    <a:pt x="7332492" y="3025654"/>
                  </a:lnTo>
                  <a:lnTo>
                    <a:pt x="7239684" y="3023079"/>
                  </a:lnTo>
                  <a:lnTo>
                    <a:pt x="7147672" y="3020084"/>
                  </a:lnTo>
                  <a:lnTo>
                    <a:pt x="7059342" y="3016674"/>
                  </a:lnTo>
                  <a:lnTo>
                    <a:pt x="6976465" y="3012837"/>
                  </a:lnTo>
                  <a:lnTo>
                    <a:pt x="6899843" y="3008542"/>
                  </a:lnTo>
                  <a:lnTo>
                    <a:pt x="6829540" y="3003740"/>
                  </a:lnTo>
                  <a:lnTo>
                    <a:pt x="6765116" y="2998362"/>
                  </a:lnTo>
                  <a:lnTo>
                    <a:pt x="6705821" y="2992324"/>
                  </a:lnTo>
                  <a:lnTo>
                    <a:pt x="6650742" y="2985528"/>
                  </a:lnTo>
                  <a:lnTo>
                    <a:pt x="6598915" y="2977877"/>
                  </a:lnTo>
                  <a:lnTo>
                    <a:pt x="6549410" y="2969287"/>
                  </a:lnTo>
                  <a:lnTo>
                    <a:pt x="6515891" y="2962734"/>
                  </a:lnTo>
                  <a:lnTo>
                    <a:pt x="6464176" y="2951482"/>
                  </a:lnTo>
                  <a:lnTo>
                    <a:pt x="6412958" y="2939030"/>
                  </a:lnTo>
                  <a:lnTo>
                    <a:pt x="6361671" y="2925362"/>
                  </a:lnTo>
                  <a:lnTo>
                    <a:pt x="6309942" y="2910509"/>
                  </a:lnTo>
                  <a:lnTo>
                    <a:pt x="6257559" y="2894552"/>
                  </a:lnTo>
                  <a:lnTo>
                    <a:pt x="6204458" y="2877626"/>
                  </a:lnTo>
                  <a:lnTo>
                    <a:pt x="6150697" y="2859917"/>
                  </a:lnTo>
                  <a:lnTo>
                    <a:pt x="6096437" y="2841658"/>
                  </a:lnTo>
                  <a:lnTo>
                    <a:pt x="6041907" y="2823113"/>
                  </a:lnTo>
                  <a:lnTo>
                    <a:pt x="5987375" y="2804567"/>
                  </a:lnTo>
                  <a:lnTo>
                    <a:pt x="5933109" y="2786302"/>
                  </a:lnTo>
                  <a:lnTo>
                    <a:pt x="5879341" y="2768584"/>
                  </a:lnTo>
                  <a:lnTo>
                    <a:pt x="5826230" y="2751646"/>
                  </a:lnTo>
                  <a:lnTo>
                    <a:pt x="5773838" y="2735675"/>
                  </a:lnTo>
                  <a:lnTo>
                    <a:pt x="5722101" y="2720807"/>
                  </a:lnTo>
                  <a:lnTo>
                    <a:pt x="5670810" y="2707124"/>
                  </a:lnTo>
                  <a:lnTo>
                    <a:pt x="5619595" y="2694656"/>
                  </a:lnTo>
                  <a:lnTo>
                    <a:pt x="5567891" y="2683388"/>
                  </a:lnTo>
                  <a:lnTo>
                    <a:pt x="5567201" y="2683247"/>
                  </a:lnTo>
                  <a:lnTo>
                    <a:pt x="5518825" y="2673979"/>
                  </a:lnTo>
                  <a:lnTo>
                    <a:pt x="5468706" y="2665682"/>
                  </a:lnTo>
                  <a:lnTo>
                    <a:pt x="5415992" y="2658301"/>
                  </a:lnTo>
                  <a:lnTo>
                    <a:pt x="5359733" y="2651746"/>
                  </a:lnTo>
                  <a:lnTo>
                    <a:pt x="5298970" y="2645918"/>
                  </a:lnTo>
                  <a:lnTo>
                    <a:pt x="5232827" y="2640724"/>
                  </a:lnTo>
                  <a:lnTo>
                    <a:pt x="5160630" y="2636082"/>
                  </a:lnTo>
                  <a:lnTo>
                    <a:pt x="5082071" y="2631931"/>
                  </a:lnTo>
                  <a:lnTo>
                    <a:pt x="4997410" y="2628225"/>
                  </a:lnTo>
                  <a:lnTo>
                    <a:pt x="4907723" y="2624942"/>
                  </a:lnTo>
                  <a:lnTo>
                    <a:pt x="4815112" y="2622074"/>
                  </a:lnTo>
                  <a:lnTo>
                    <a:pt x="4722800" y="2619628"/>
                  </a:lnTo>
                  <a:lnTo>
                    <a:pt x="4634971" y="2617614"/>
                  </a:lnTo>
                  <a:lnTo>
                    <a:pt x="4556263" y="2616035"/>
                  </a:lnTo>
                  <a:lnTo>
                    <a:pt x="4490923" y="2614879"/>
                  </a:lnTo>
                  <a:lnTo>
                    <a:pt x="4441841" y="2614108"/>
                  </a:lnTo>
                  <a:lnTo>
                    <a:pt x="4409755" y="2613657"/>
                  </a:lnTo>
                  <a:lnTo>
                    <a:pt x="4392930" y="2613445"/>
                  </a:lnTo>
                  <a:lnTo>
                    <a:pt x="4387301" y="2613381"/>
                  </a:lnTo>
                  <a:lnTo>
                    <a:pt x="4386855" y="2613376"/>
                  </a:lnTo>
                  <a:lnTo>
                    <a:pt x="3848118" y="2613376"/>
                  </a:lnTo>
                  <a:lnTo>
                    <a:pt x="3846932" y="2613297"/>
                  </a:lnTo>
                  <a:lnTo>
                    <a:pt x="3839176" y="2612732"/>
                  </a:lnTo>
                  <a:lnTo>
                    <a:pt x="3819778" y="2611170"/>
                  </a:lnTo>
                  <a:lnTo>
                    <a:pt x="3785485" y="2608102"/>
                  </a:lnTo>
                  <a:lnTo>
                    <a:pt x="3735163" y="2603076"/>
                  </a:lnTo>
                  <a:lnTo>
                    <a:pt x="3669848" y="2595755"/>
                  </a:lnTo>
                  <a:lnTo>
                    <a:pt x="3592394" y="2585940"/>
                  </a:lnTo>
                  <a:lnTo>
                    <a:pt x="3506759" y="2573569"/>
                  </a:lnTo>
                  <a:lnTo>
                    <a:pt x="3417165" y="2558671"/>
                  </a:lnTo>
                  <a:lnTo>
                    <a:pt x="3327397" y="2541305"/>
                  </a:lnTo>
                  <a:lnTo>
                    <a:pt x="3240378" y="2521506"/>
                  </a:lnTo>
                  <a:lnTo>
                    <a:pt x="3158041" y="2499237"/>
                  </a:lnTo>
                  <a:lnTo>
                    <a:pt x="3081402" y="2474368"/>
                  </a:lnTo>
                  <a:lnTo>
                    <a:pt x="3010750" y="2446657"/>
                  </a:lnTo>
                  <a:lnTo>
                    <a:pt x="2945846" y="2415760"/>
                  </a:lnTo>
                  <a:lnTo>
                    <a:pt x="2886113" y="2381230"/>
                  </a:lnTo>
                  <a:lnTo>
                    <a:pt x="2830775" y="2342547"/>
                  </a:lnTo>
                  <a:lnTo>
                    <a:pt x="2778965" y="2299147"/>
                  </a:lnTo>
                  <a:lnTo>
                    <a:pt x="2729808" y="2250497"/>
                  </a:lnTo>
                  <a:lnTo>
                    <a:pt x="2682495" y="2196214"/>
                  </a:lnTo>
                  <a:lnTo>
                    <a:pt x="2667772" y="2177813"/>
                  </a:lnTo>
                  <a:lnTo>
                    <a:pt x="2631175" y="2129054"/>
                  </a:lnTo>
                  <a:lnTo>
                    <a:pt x="2594924" y="2076598"/>
                  </a:lnTo>
                  <a:lnTo>
                    <a:pt x="2558788" y="2020372"/>
                  </a:lnTo>
                  <a:lnTo>
                    <a:pt x="2522587" y="1960365"/>
                  </a:lnTo>
                  <a:lnTo>
                    <a:pt x="2486189" y="1896640"/>
                  </a:lnTo>
                  <a:lnTo>
                    <a:pt x="2449501" y="1829337"/>
                  </a:lnTo>
                  <a:lnTo>
                    <a:pt x="2412471" y="1758680"/>
                  </a:lnTo>
                  <a:lnTo>
                    <a:pt x="2375080" y="1684975"/>
                  </a:lnTo>
                  <a:lnTo>
                    <a:pt x="2337341" y="1608611"/>
                  </a:lnTo>
                  <a:lnTo>
                    <a:pt x="2299295" y="1530050"/>
                  </a:lnTo>
                  <a:lnTo>
                    <a:pt x="2261004" y="1449821"/>
                  </a:lnTo>
                  <a:lnTo>
                    <a:pt x="2222549" y="1368504"/>
                  </a:lnTo>
                  <a:lnTo>
                    <a:pt x="2184021" y="1286712"/>
                  </a:lnTo>
                  <a:lnTo>
                    <a:pt x="2145517" y="1205074"/>
                  </a:lnTo>
                  <a:lnTo>
                    <a:pt x="2107131" y="1124214"/>
                  </a:lnTo>
                  <a:lnTo>
                    <a:pt x="2068951" y="1044730"/>
                  </a:lnTo>
                  <a:lnTo>
                    <a:pt x="2031048" y="967179"/>
                  </a:lnTo>
                  <a:lnTo>
                    <a:pt x="1993476" y="892060"/>
                  </a:lnTo>
                  <a:lnTo>
                    <a:pt x="1956261" y="819799"/>
                  </a:lnTo>
                  <a:lnTo>
                    <a:pt x="1919402" y="750747"/>
                  </a:lnTo>
                  <a:lnTo>
                    <a:pt x="1882865" y="685168"/>
                  </a:lnTo>
                  <a:lnTo>
                    <a:pt x="1846576" y="623245"/>
                  </a:lnTo>
                  <a:lnTo>
                    <a:pt x="1810427" y="565081"/>
                  </a:lnTo>
                  <a:lnTo>
                    <a:pt x="1774260" y="510701"/>
                  </a:lnTo>
                  <a:lnTo>
                    <a:pt x="1737873" y="460063"/>
                  </a:lnTo>
                  <a:lnTo>
                    <a:pt x="1719082" y="435562"/>
                  </a:lnTo>
                  <a:lnTo>
                    <a:pt x="1672206" y="379462"/>
                  </a:lnTo>
                  <a:lnTo>
                    <a:pt x="1623716" y="329056"/>
                  </a:lnTo>
                  <a:lnTo>
                    <a:pt x="1572840" y="284046"/>
                  </a:lnTo>
                  <a:lnTo>
                    <a:pt x="1518715" y="243929"/>
                  </a:lnTo>
                  <a:lnTo>
                    <a:pt x="1460465" y="208142"/>
                  </a:lnTo>
                  <a:lnTo>
                    <a:pt x="1397275" y="176146"/>
                  </a:lnTo>
                  <a:lnTo>
                    <a:pt x="1328490" y="147468"/>
                  </a:lnTo>
                  <a:lnTo>
                    <a:pt x="1253746" y="121729"/>
                  </a:lnTo>
                  <a:lnTo>
                    <a:pt x="1173144" y="98656"/>
                  </a:lnTo>
                  <a:lnTo>
                    <a:pt x="1087446" y="78082"/>
                  </a:lnTo>
                  <a:lnTo>
                    <a:pt x="998280" y="59944"/>
                  </a:lnTo>
                  <a:lnTo>
                    <a:pt x="908256" y="44257"/>
                  </a:lnTo>
                  <a:lnTo>
                    <a:pt x="820918" y="31080"/>
                  </a:lnTo>
                  <a:lnTo>
                    <a:pt x="740414" y="20456"/>
                  </a:lnTo>
                  <a:lnTo>
                    <a:pt x="670874" y="12359"/>
                  </a:lnTo>
                  <a:lnTo>
                    <a:pt x="615590" y="6636"/>
                  </a:lnTo>
                  <a:lnTo>
                    <a:pt x="576235" y="2992"/>
                  </a:lnTo>
                  <a:lnTo>
                    <a:pt x="552372" y="1006"/>
                  </a:lnTo>
                  <a:lnTo>
                    <a:pt x="541395" y="18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546595" y="3124274"/>
              <a:ext cx="8234974" cy="3032605"/>
            </a:xfrm>
            <a:custGeom>
              <a:avLst/>
              <a:pathLst>
                <a:path w="8234974" h="3032605">
                  <a:moveTo>
                    <a:pt x="0" y="0"/>
                  </a:moveTo>
                  <a:lnTo>
                    <a:pt x="538736" y="0"/>
                  </a:lnTo>
                  <a:lnTo>
                    <a:pt x="539922" y="79"/>
                  </a:lnTo>
                  <a:lnTo>
                    <a:pt x="547678" y="644"/>
                  </a:lnTo>
                  <a:lnTo>
                    <a:pt x="567077" y="2206"/>
                  </a:lnTo>
                  <a:lnTo>
                    <a:pt x="601369" y="5274"/>
                  </a:lnTo>
                  <a:lnTo>
                    <a:pt x="651692" y="10299"/>
                  </a:lnTo>
                  <a:lnTo>
                    <a:pt x="717006" y="17621"/>
                  </a:lnTo>
                  <a:lnTo>
                    <a:pt x="794460" y="27435"/>
                  </a:lnTo>
                  <a:lnTo>
                    <a:pt x="880096" y="39806"/>
                  </a:lnTo>
                  <a:lnTo>
                    <a:pt x="969690" y="54705"/>
                  </a:lnTo>
                  <a:lnTo>
                    <a:pt x="1059458" y="72070"/>
                  </a:lnTo>
                  <a:lnTo>
                    <a:pt x="1146476" y="91870"/>
                  </a:lnTo>
                  <a:lnTo>
                    <a:pt x="1228814" y="114138"/>
                  </a:lnTo>
                  <a:lnTo>
                    <a:pt x="1305452" y="139008"/>
                  </a:lnTo>
                  <a:lnTo>
                    <a:pt x="1376105" y="166718"/>
                  </a:lnTo>
                  <a:lnTo>
                    <a:pt x="1441008" y="197616"/>
                  </a:lnTo>
                  <a:lnTo>
                    <a:pt x="1500741" y="232145"/>
                  </a:lnTo>
                  <a:lnTo>
                    <a:pt x="1556080" y="270829"/>
                  </a:lnTo>
                  <a:lnTo>
                    <a:pt x="1607890" y="314229"/>
                  </a:lnTo>
                  <a:lnTo>
                    <a:pt x="1657047" y="362878"/>
                  </a:lnTo>
                  <a:lnTo>
                    <a:pt x="1704360" y="417162"/>
                  </a:lnTo>
                  <a:lnTo>
                    <a:pt x="1719082" y="435562"/>
                  </a:lnTo>
                  <a:lnTo>
                    <a:pt x="1755679" y="484322"/>
                  </a:lnTo>
                  <a:lnTo>
                    <a:pt x="1791930" y="536777"/>
                  </a:lnTo>
                  <a:lnTo>
                    <a:pt x="1828066" y="593004"/>
                  </a:lnTo>
                  <a:lnTo>
                    <a:pt x="1864267" y="653011"/>
                  </a:lnTo>
                  <a:lnTo>
                    <a:pt x="1900666" y="716736"/>
                  </a:lnTo>
                  <a:lnTo>
                    <a:pt x="1937354" y="784039"/>
                  </a:lnTo>
                  <a:lnTo>
                    <a:pt x="1974384" y="854696"/>
                  </a:lnTo>
                  <a:lnTo>
                    <a:pt x="2011775" y="928401"/>
                  </a:lnTo>
                  <a:lnTo>
                    <a:pt x="2049514" y="1004765"/>
                  </a:lnTo>
                  <a:lnTo>
                    <a:pt x="2087560" y="1083325"/>
                  </a:lnTo>
                  <a:lnTo>
                    <a:pt x="2125850" y="1163554"/>
                  </a:lnTo>
                  <a:lnTo>
                    <a:pt x="2164306" y="1244871"/>
                  </a:lnTo>
                  <a:lnTo>
                    <a:pt x="2202833" y="1326663"/>
                  </a:lnTo>
                  <a:lnTo>
                    <a:pt x="2241338" y="1408301"/>
                  </a:lnTo>
                  <a:lnTo>
                    <a:pt x="2279723" y="1489162"/>
                  </a:lnTo>
                  <a:lnTo>
                    <a:pt x="2317904" y="1568646"/>
                  </a:lnTo>
                  <a:lnTo>
                    <a:pt x="2355806" y="1646196"/>
                  </a:lnTo>
                  <a:lnTo>
                    <a:pt x="2393379" y="1721316"/>
                  </a:lnTo>
                  <a:lnTo>
                    <a:pt x="2430593" y="1793576"/>
                  </a:lnTo>
                  <a:lnTo>
                    <a:pt x="2467452" y="1862629"/>
                  </a:lnTo>
                  <a:lnTo>
                    <a:pt x="2503990" y="1928208"/>
                  </a:lnTo>
                  <a:lnTo>
                    <a:pt x="2540278" y="1990130"/>
                  </a:lnTo>
                  <a:lnTo>
                    <a:pt x="2576428" y="2048295"/>
                  </a:lnTo>
                  <a:lnTo>
                    <a:pt x="2612595" y="2102675"/>
                  </a:lnTo>
                  <a:lnTo>
                    <a:pt x="2648982" y="2153313"/>
                  </a:lnTo>
                  <a:lnTo>
                    <a:pt x="2667772" y="2177813"/>
                  </a:lnTo>
                  <a:lnTo>
                    <a:pt x="2714649" y="2233914"/>
                  </a:lnTo>
                  <a:lnTo>
                    <a:pt x="2763139" y="2284319"/>
                  </a:lnTo>
                  <a:lnTo>
                    <a:pt x="2814015" y="2329329"/>
                  </a:lnTo>
                  <a:lnTo>
                    <a:pt x="2868139" y="2369446"/>
                  </a:lnTo>
                  <a:lnTo>
                    <a:pt x="2926389" y="2405233"/>
                  </a:lnTo>
                  <a:lnTo>
                    <a:pt x="2989580" y="2437229"/>
                  </a:lnTo>
                  <a:lnTo>
                    <a:pt x="3058365" y="2465907"/>
                  </a:lnTo>
                  <a:lnTo>
                    <a:pt x="3133108" y="2491646"/>
                  </a:lnTo>
                  <a:lnTo>
                    <a:pt x="3213711" y="2514720"/>
                  </a:lnTo>
                  <a:lnTo>
                    <a:pt x="3299409" y="2535293"/>
                  </a:lnTo>
                  <a:lnTo>
                    <a:pt x="3388575" y="2553431"/>
                  </a:lnTo>
                  <a:lnTo>
                    <a:pt x="3478598" y="2569118"/>
                  </a:lnTo>
                  <a:lnTo>
                    <a:pt x="3565937" y="2582296"/>
                  </a:lnTo>
                  <a:lnTo>
                    <a:pt x="3646441" y="2592919"/>
                  </a:lnTo>
                  <a:lnTo>
                    <a:pt x="3715981" y="2601017"/>
                  </a:lnTo>
                  <a:lnTo>
                    <a:pt x="3771264" y="2606740"/>
                  </a:lnTo>
                  <a:lnTo>
                    <a:pt x="3810620" y="2610383"/>
                  </a:lnTo>
                  <a:lnTo>
                    <a:pt x="3834483" y="2612369"/>
                  </a:lnTo>
                  <a:lnTo>
                    <a:pt x="3845460" y="2613194"/>
                  </a:lnTo>
                  <a:lnTo>
                    <a:pt x="3848079" y="2613373"/>
                  </a:lnTo>
                  <a:lnTo>
                    <a:pt x="3848118" y="2613376"/>
                  </a:lnTo>
                  <a:lnTo>
                    <a:pt x="4386855" y="2613376"/>
                  </a:lnTo>
                  <a:lnTo>
                    <a:pt x="4388155" y="2613390"/>
                  </a:lnTo>
                  <a:lnTo>
                    <a:pt x="4396632" y="2613489"/>
                  </a:lnTo>
                  <a:lnTo>
                    <a:pt x="4417767" y="2613765"/>
                  </a:lnTo>
                  <a:lnTo>
                    <a:pt x="4454952" y="2614305"/>
                  </a:lnTo>
                  <a:lnTo>
                    <a:pt x="4509166" y="2615188"/>
                  </a:lnTo>
                  <a:lnTo>
                    <a:pt x="4578956" y="2616469"/>
                  </a:lnTo>
                  <a:lnTo>
                    <a:pt x="4660924" y="2618180"/>
                  </a:lnTo>
                  <a:lnTo>
                    <a:pt x="4750600" y="2620327"/>
                  </a:lnTo>
                  <a:lnTo>
                    <a:pt x="4843408" y="2622902"/>
                  </a:lnTo>
                  <a:lnTo>
                    <a:pt x="4935420" y="2625897"/>
                  </a:lnTo>
                  <a:lnTo>
                    <a:pt x="5023750" y="2629307"/>
                  </a:lnTo>
                  <a:lnTo>
                    <a:pt x="5106628" y="2633144"/>
                  </a:lnTo>
                  <a:lnTo>
                    <a:pt x="5183249" y="2637439"/>
                  </a:lnTo>
                  <a:lnTo>
                    <a:pt x="5253552" y="2642241"/>
                  </a:lnTo>
                  <a:lnTo>
                    <a:pt x="5317976" y="2647619"/>
                  </a:lnTo>
                  <a:lnTo>
                    <a:pt x="5377272" y="2653657"/>
                  </a:lnTo>
                  <a:lnTo>
                    <a:pt x="5432350" y="2660453"/>
                  </a:lnTo>
                  <a:lnTo>
                    <a:pt x="5484177" y="2668104"/>
                  </a:lnTo>
                  <a:lnTo>
                    <a:pt x="5533683" y="2676693"/>
                  </a:lnTo>
                  <a:lnTo>
                    <a:pt x="5567201" y="2683247"/>
                  </a:lnTo>
                  <a:lnTo>
                    <a:pt x="5618916" y="2694499"/>
                  </a:lnTo>
                  <a:lnTo>
                    <a:pt x="5670135" y="2706951"/>
                  </a:lnTo>
                  <a:lnTo>
                    <a:pt x="5721421" y="2720619"/>
                  </a:lnTo>
                  <a:lnTo>
                    <a:pt x="5773151" y="2735471"/>
                  </a:lnTo>
                  <a:lnTo>
                    <a:pt x="5825534" y="2751429"/>
                  </a:lnTo>
                  <a:lnTo>
                    <a:pt x="5878635" y="2768355"/>
                  </a:lnTo>
                  <a:lnTo>
                    <a:pt x="5932395" y="2786064"/>
                  </a:lnTo>
                  <a:lnTo>
                    <a:pt x="5986656" y="2804323"/>
                  </a:lnTo>
                  <a:lnTo>
                    <a:pt x="6041186" y="2822868"/>
                  </a:lnTo>
                  <a:lnTo>
                    <a:pt x="6095718" y="2841414"/>
                  </a:lnTo>
                  <a:lnTo>
                    <a:pt x="6149983" y="2859679"/>
                  </a:lnTo>
                  <a:lnTo>
                    <a:pt x="6203752" y="2877397"/>
                  </a:lnTo>
                  <a:lnTo>
                    <a:pt x="6256862" y="2894335"/>
                  </a:lnTo>
                  <a:lnTo>
                    <a:pt x="6309254" y="2910306"/>
                  </a:lnTo>
                  <a:lnTo>
                    <a:pt x="6360992" y="2925174"/>
                  </a:lnTo>
                  <a:lnTo>
                    <a:pt x="6412282" y="2938857"/>
                  </a:lnTo>
                  <a:lnTo>
                    <a:pt x="6463498" y="2951325"/>
                  </a:lnTo>
                  <a:lnTo>
                    <a:pt x="6515202" y="2962593"/>
                  </a:lnTo>
                  <a:lnTo>
                    <a:pt x="6515891" y="2962734"/>
                  </a:lnTo>
                  <a:lnTo>
                    <a:pt x="6564268" y="2972002"/>
                  </a:lnTo>
                  <a:lnTo>
                    <a:pt x="6614386" y="2980299"/>
                  </a:lnTo>
                  <a:lnTo>
                    <a:pt x="6667100" y="2987680"/>
                  </a:lnTo>
                  <a:lnTo>
                    <a:pt x="6723359" y="2994235"/>
                  </a:lnTo>
                  <a:lnTo>
                    <a:pt x="6784123" y="3000063"/>
                  </a:lnTo>
                  <a:lnTo>
                    <a:pt x="6850266" y="3005257"/>
                  </a:lnTo>
                  <a:lnTo>
                    <a:pt x="6922462" y="3009899"/>
                  </a:lnTo>
                  <a:lnTo>
                    <a:pt x="7001022" y="3014050"/>
                  </a:lnTo>
                  <a:lnTo>
                    <a:pt x="7085682" y="3017755"/>
                  </a:lnTo>
                  <a:lnTo>
                    <a:pt x="7175369" y="3021039"/>
                  </a:lnTo>
                  <a:lnTo>
                    <a:pt x="7267980" y="3023907"/>
                  </a:lnTo>
                  <a:lnTo>
                    <a:pt x="7360293" y="3026353"/>
                  </a:lnTo>
                  <a:lnTo>
                    <a:pt x="7448122" y="3028367"/>
                  </a:lnTo>
                  <a:lnTo>
                    <a:pt x="7526830" y="3029946"/>
                  </a:lnTo>
                  <a:lnTo>
                    <a:pt x="7592169" y="3031102"/>
                  </a:lnTo>
                  <a:lnTo>
                    <a:pt x="7641252" y="3031873"/>
                  </a:lnTo>
                  <a:lnTo>
                    <a:pt x="7673338" y="3032324"/>
                  </a:lnTo>
                  <a:lnTo>
                    <a:pt x="7690162" y="3032536"/>
                  </a:lnTo>
                  <a:lnTo>
                    <a:pt x="7695791" y="3032600"/>
                  </a:lnTo>
                  <a:lnTo>
                    <a:pt x="7696237" y="3032605"/>
                  </a:lnTo>
                  <a:lnTo>
                    <a:pt x="8234974" y="30326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546595" y="3113385"/>
              <a:ext cx="8234974" cy="3032605"/>
            </a:xfrm>
            <a:custGeom>
              <a:avLst/>
              <a:pathLst>
                <a:path w="8234974" h="3032605">
                  <a:moveTo>
                    <a:pt x="8234974" y="3032605"/>
                  </a:moveTo>
                  <a:lnTo>
                    <a:pt x="7696237" y="3032605"/>
                  </a:lnTo>
                  <a:lnTo>
                    <a:pt x="7694938" y="3032591"/>
                  </a:lnTo>
                  <a:lnTo>
                    <a:pt x="7686460" y="3032492"/>
                  </a:lnTo>
                  <a:lnTo>
                    <a:pt x="7665325" y="3032216"/>
                  </a:lnTo>
                  <a:lnTo>
                    <a:pt x="7628140" y="3031676"/>
                  </a:lnTo>
                  <a:lnTo>
                    <a:pt x="7573926" y="3030793"/>
                  </a:lnTo>
                  <a:lnTo>
                    <a:pt x="7504136" y="3029512"/>
                  </a:lnTo>
                  <a:lnTo>
                    <a:pt x="7422168" y="3027801"/>
                  </a:lnTo>
                  <a:lnTo>
                    <a:pt x="7332492" y="3025654"/>
                  </a:lnTo>
                  <a:lnTo>
                    <a:pt x="7239684" y="3023079"/>
                  </a:lnTo>
                  <a:lnTo>
                    <a:pt x="7147672" y="3020084"/>
                  </a:lnTo>
                  <a:lnTo>
                    <a:pt x="7059342" y="3016674"/>
                  </a:lnTo>
                  <a:lnTo>
                    <a:pt x="6976465" y="3012837"/>
                  </a:lnTo>
                  <a:lnTo>
                    <a:pt x="6899843" y="3008542"/>
                  </a:lnTo>
                  <a:lnTo>
                    <a:pt x="6829540" y="3003740"/>
                  </a:lnTo>
                  <a:lnTo>
                    <a:pt x="6765116" y="2998362"/>
                  </a:lnTo>
                  <a:lnTo>
                    <a:pt x="6705821" y="2992324"/>
                  </a:lnTo>
                  <a:lnTo>
                    <a:pt x="6650742" y="2985528"/>
                  </a:lnTo>
                  <a:lnTo>
                    <a:pt x="6598915" y="2977877"/>
                  </a:lnTo>
                  <a:lnTo>
                    <a:pt x="6549410" y="2969287"/>
                  </a:lnTo>
                  <a:lnTo>
                    <a:pt x="6515891" y="2962734"/>
                  </a:lnTo>
                  <a:lnTo>
                    <a:pt x="6464176" y="2951482"/>
                  </a:lnTo>
                  <a:lnTo>
                    <a:pt x="6412958" y="2939030"/>
                  </a:lnTo>
                  <a:lnTo>
                    <a:pt x="6361671" y="2925362"/>
                  </a:lnTo>
                  <a:lnTo>
                    <a:pt x="6309942" y="2910509"/>
                  </a:lnTo>
                  <a:lnTo>
                    <a:pt x="6257559" y="2894552"/>
                  </a:lnTo>
                  <a:lnTo>
                    <a:pt x="6204458" y="2877626"/>
                  </a:lnTo>
                  <a:lnTo>
                    <a:pt x="6150697" y="2859917"/>
                  </a:lnTo>
                  <a:lnTo>
                    <a:pt x="6096437" y="2841658"/>
                  </a:lnTo>
                  <a:lnTo>
                    <a:pt x="6041907" y="2823113"/>
                  </a:lnTo>
                  <a:lnTo>
                    <a:pt x="5987375" y="2804567"/>
                  </a:lnTo>
                  <a:lnTo>
                    <a:pt x="5933109" y="2786302"/>
                  </a:lnTo>
                  <a:lnTo>
                    <a:pt x="5879341" y="2768584"/>
                  </a:lnTo>
                  <a:lnTo>
                    <a:pt x="5826230" y="2751646"/>
                  </a:lnTo>
                  <a:lnTo>
                    <a:pt x="5773838" y="2735675"/>
                  </a:lnTo>
                  <a:lnTo>
                    <a:pt x="5722101" y="2720807"/>
                  </a:lnTo>
                  <a:lnTo>
                    <a:pt x="5670810" y="2707124"/>
                  </a:lnTo>
                  <a:lnTo>
                    <a:pt x="5619595" y="2694656"/>
                  </a:lnTo>
                  <a:lnTo>
                    <a:pt x="5567891" y="2683388"/>
                  </a:lnTo>
                  <a:lnTo>
                    <a:pt x="5567201" y="2683247"/>
                  </a:lnTo>
                  <a:lnTo>
                    <a:pt x="5518825" y="2673979"/>
                  </a:lnTo>
                  <a:lnTo>
                    <a:pt x="5468706" y="2665682"/>
                  </a:lnTo>
                  <a:lnTo>
                    <a:pt x="5415992" y="2658301"/>
                  </a:lnTo>
                  <a:lnTo>
                    <a:pt x="5359733" y="2651746"/>
                  </a:lnTo>
                  <a:lnTo>
                    <a:pt x="5298970" y="2645918"/>
                  </a:lnTo>
                  <a:lnTo>
                    <a:pt x="5232827" y="2640724"/>
                  </a:lnTo>
                  <a:lnTo>
                    <a:pt x="5160630" y="2636082"/>
                  </a:lnTo>
                  <a:lnTo>
                    <a:pt x="5082071" y="2631931"/>
                  </a:lnTo>
                  <a:lnTo>
                    <a:pt x="4997410" y="2628225"/>
                  </a:lnTo>
                  <a:lnTo>
                    <a:pt x="4907723" y="2624942"/>
                  </a:lnTo>
                  <a:lnTo>
                    <a:pt x="4815112" y="2622074"/>
                  </a:lnTo>
                  <a:lnTo>
                    <a:pt x="4722800" y="2619628"/>
                  </a:lnTo>
                  <a:lnTo>
                    <a:pt x="4634971" y="2617614"/>
                  </a:lnTo>
                  <a:lnTo>
                    <a:pt x="4556263" y="2616035"/>
                  </a:lnTo>
                  <a:lnTo>
                    <a:pt x="4490923" y="2614879"/>
                  </a:lnTo>
                  <a:lnTo>
                    <a:pt x="4441841" y="2614108"/>
                  </a:lnTo>
                  <a:lnTo>
                    <a:pt x="4409755" y="2613657"/>
                  </a:lnTo>
                  <a:lnTo>
                    <a:pt x="4392930" y="2613445"/>
                  </a:lnTo>
                  <a:lnTo>
                    <a:pt x="4387301" y="2613381"/>
                  </a:lnTo>
                  <a:lnTo>
                    <a:pt x="4386855" y="2613376"/>
                  </a:lnTo>
                  <a:lnTo>
                    <a:pt x="3848118" y="2613376"/>
                  </a:lnTo>
                  <a:lnTo>
                    <a:pt x="3846932" y="2613297"/>
                  </a:lnTo>
                  <a:lnTo>
                    <a:pt x="3839176" y="2612732"/>
                  </a:lnTo>
                  <a:lnTo>
                    <a:pt x="3819778" y="2611170"/>
                  </a:lnTo>
                  <a:lnTo>
                    <a:pt x="3785485" y="2608102"/>
                  </a:lnTo>
                  <a:lnTo>
                    <a:pt x="3735163" y="2603076"/>
                  </a:lnTo>
                  <a:lnTo>
                    <a:pt x="3669848" y="2595755"/>
                  </a:lnTo>
                  <a:lnTo>
                    <a:pt x="3592394" y="2585940"/>
                  </a:lnTo>
                  <a:lnTo>
                    <a:pt x="3506759" y="2573569"/>
                  </a:lnTo>
                  <a:lnTo>
                    <a:pt x="3417165" y="2558671"/>
                  </a:lnTo>
                  <a:lnTo>
                    <a:pt x="3327397" y="2541305"/>
                  </a:lnTo>
                  <a:lnTo>
                    <a:pt x="3240378" y="2521506"/>
                  </a:lnTo>
                  <a:lnTo>
                    <a:pt x="3158041" y="2499237"/>
                  </a:lnTo>
                  <a:lnTo>
                    <a:pt x="3081402" y="2474368"/>
                  </a:lnTo>
                  <a:lnTo>
                    <a:pt x="3010750" y="2446657"/>
                  </a:lnTo>
                  <a:lnTo>
                    <a:pt x="2945846" y="2415760"/>
                  </a:lnTo>
                  <a:lnTo>
                    <a:pt x="2886113" y="2381230"/>
                  </a:lnTo>
                  <a:lnTo>
                    <a:pt x="2830775" y="2342547"/>
                  </a:lnTo>
                  <a:lnTo>
                    <a:pt x="2778965" y="2299147"/>
                  </a:lnTo>
                  <a:lnTo>
                    <a:pt x="2729808" y="2250497"/>
                  </a:lnTo>
                  <a:lnTo>
                    <a:pt x="2682495" y="2196214"/>
                  </a:lnTo>
                  <a:lnTo>
                    <a:pt x="2667772" y="2177813"/>
                  </a:lnTo>
                  <a:lnTo>
                    <a:pt x="2631175" y="2129054"/>
                  </a:lnTo>
                  <a:lnTo>
                    <a:pt x="2594924" y="2076598"/>
                  </a:lnTo>
                  <a:lnTo>
                    <a:pt x="2558788" y="2020372"/>
                  </a:lnTo>
                  <a:lnTo>
                    <a:pt x="2522587" y="1960365"/>
                  </a:lnTo>
                  <a:lnTo>
                    <a:pt x="2486189" y="1896640"/>
                  </a:lnTo>
                  <a:lnTo>
                    <a:pt x="2449501" y="1829337"/>
                  </a:lnTo>
                  <a:lnTo>
                    <a:pt x="2412471" y="1758680"/>
                  </a:lnTo>
                  <a:lnTo>
                    <a:pt x="2375080" y="1684975"/>
                  </a:lnTo>
                  <a:lnTo>
                    <a:pt x="2337341" y="1608611"/>
                  </a:lnTo>
                  <a:lnTo>
                    <a:pt x="2299295" y="1530050"/>
                  </a:lnTo>
                  <a:lnTo>
                    <a:pt x="2261004" y="1449821"/>
                  </a:lnTo>
                  <a:lnTo>
                    <a:pt x="2222549" y="1368504"/>
                  </a:lnTo>
                  <a:lnTo>
                    <a:pt x="2184021" y="1286712"/>
                  </a:lnTo>
                  <a:lnTo>
                    <a:pt x="2145517" y="1205074"/>
                  </a:lnTo>
                  <a:lnTo>
                    <a:pt x="2107131" y="1124214"/>
                  </a:lnTo>
                  <a:lnTo>
                    <a:pt x="2068951" y="1044730"/>
                  </a:lnTo>
                  <a:lnTo>
                    <a:pt x="2031048" y="967179"/>
                  </a:lnTo>
                  <a:lnTo>
                    <a:pt x="1993476" y="892060"/>
                  </a:lnTo>
                  <a:lnTo>
                    <a:pt x="1956261" y="819799"/>
                  </a:lnTo>
                  <a:lnTo>
                    <a:pt x="1919402" y="750747"/>
                  </a:lnTo>
                  <a:lnTo>
                    <a:pt x="1882865" y="685168"/>
                  </a:lnTo>
                  <a:lnTo>
                    <a:pt x="1846576" y="623245"/>
                  </a:lnTo>
                  <a:lnTo>
                    <a:pt x="1810427" y="565081"/>
                  </a:lnTo>
                  <a:lnTo>
                    <a:pt x="1774260" y="510701"/>
                  </a:lnTo>
                  <a:lnTo>
                    <a:pt x="1737873" y="460063"/>
                  </a:lnTo>
                  <a:lnTo>
                    <a:pt x="1719082" y="435562"/>
                  </a:lnTo>
                  <a:lnTo>
                    <a:pt x="1672206" y="379462"/>
                  </a:lnTo>
                  <a:lnTo>
                    <a:pt x="1623716" y="329056"/>
                  </a:lnTo>
                  <a:lnTo>
                    <a:pt x="1572840" y="284046"/>
                  </a:lnTo>
                  <a:lnTo>
                    <a:pt x="1518715" y="243929"/>
                  </a:lnTo>
                  <a:lnTo>
                    <a:pt x="1460465" y="208142"/>
                  </a:lnTo>
                  <a:lnTo>
                    <a:pt x="1397275" y="176146"/>
                  </a:lnTo>
                  <a:lnTo>
                    <a:pt x="1328490" y="147468"/>
                  </a:lnTo>
                  <a:lnTo>
                    <a:pt x="1253746" y="121729"/>
                  </a:lnTo>
                  <a:lnTo>
                    <a:pt x="1173144" y="98656"/>
                  </a:lnTo>
                  <a:lnTo>
                    <a:pt x="1087446" y="78082"/>
                  </a:lnTo>
                  <a:lnTo>
                    <a:pt x="998280" y="59944"/>
                  </a:lnTo>
                  <a:lnTo>
                    <a:pt x="908256" y="44257"/>
                  </a:lnTo>
                  <a:lnTo>
                    <a:pt x="820918" y="31080"/>
                  </a:lnTo>
                  <a:lnTo>
                    <a:pt x="740414" y="20456"/>
                  </a:lnTo>
                  <a:lnTo>
                    <a:pt x="670874" y="12359"/>
                  </a:lnTo>
                  <a:lnTo>
                    <a:pt x="615590" y="6636"/>
                  </a:lnTo>
                  <a:lnTo>
                    <a:pt x="576235" y="2992"/>
                  </a:lnTo>
                  <a:lnTo>
                    <a:pt x="552372" y="1006"/>
                  </a:lnTo>
                  <a:lnTo>
                    <a:pt x="541395" y="181"/>
                  </a:lnTo>
                  <a:lnTo>
                    <a:pt x="538775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3" name="pg263"/>
            <p:cNvSpPr/>
            <p:nvPr/>
          </p:nvSpPr>
          <p:spPr>
            <a:xfrm>
              <a:off x="546595" y="1055351"/>
              <a:ext cx="8234974" cy="1769473"/>
            </a:xfrm>
            <a:custGeom>
              <a:avLst/>
              <a:pathLst>
                <a:path w="8234974" h="1769473">
                  <a:moveTo>
                    <a:pt x="0" y="560787"/>
                  </a:moveTo>
                  <a:lnTo>
                    <a:pt x="538736" y="560787"/>
                  </a:lnTo>
                  <a:lnTo>
                    <a:pt x="540012" y="560826"/>
                  </a:lnTo>
                  <a:lnTo>
                    <a:pt x="548338" y="561108"/>
                  </a:lnTo>
                  <a:lnTo>
                    <a:pt x="569109" y="561887"/>
                  </a:lnTo>
                  <a:lnTo>
                    <a:pt x="605689" y="563415"/>
                  </a:lnTo>
                  <a:lnTo>
                    <a:pt x="659093" y="565913"/>
                  </a:lnTo>
                  <a:lnTo>
                    <a:pt x="727960" y="569544"/>
                  </a:lnTo>
                  <a:lnTo>
                    <a:pt x="809003" y="574393"/>
                  </a:lnTo>
                  <a:lnTo>
                    <a:pt x="897862" y="580485"/>
                  </a:lnTo>
                  <a:lnTo>
                    <a:pt x="990030" y="587799"/>
                  </a:lnTo>
                  <a:lnTo>
                    <a:pt x="1081603" y="596307"/>
                  </a:lnTo>
                  <a:lnTo>
                    <a:pt x="1169687" y="605998"/>
                  </a:lnTo>
                  <a:lnTo>
                    <a:pt x="1252473" y="616902"/>
                  </a:lnTo>
                  <a:lnTo>
                    <a:pt x="1329111" y="629100"/>
                  </a:lnTo>
                  <a:lnTo>
                    <a:pt x="1399494" y="642727"/>
                  </a:lnTo>
                  <a:lnTo>
                    <a:pt x="1464017" y="657974"/>
                  </a:lnTo>
                  <a:lnTo>
                    <a:pt x="1523398" y="675078"/>
                  </a:lnTo>
                  <a:lnTo>
                    <a:pt x="1578520" y="694310"/>
                  </a:lnTo>
                  <a:lnTo>
                    <a:pt x="1630329" y="715948"/>
                  </a:lnTo>
                  <a:lnTo>
                    <a:pt x="1679747" y="740234"/>
                  </a:lnTo>
                  <a:lnTo>
                    <a:pt x="1719082" y="762234"/>
                  </a:lnTo>
                  <a:lnTo>
                    <a:pt x="1765217" y="790985"/>
                  </a:lnTo>
                  <a:lnTo>
                    <a:pt x="1810900" y="822478"/>
                  </a:lnTo>
                  <a:lnTo>
                    <a:pt x="1856556" y="856757"/>
                  </a:lnTo>
                  <a:lnTo>
                    <a:pt x="1902485" y="893789"/>
                  </a:lnTo>
                  <a:lnTo>
                    <a:pt x="1948878" y="933448"/>
                  </a:lnTo>
                  <a:lnTo>
                    <a:pt x="1995829" y="975512"/>
                  </a:lnTo>
                  <a:lnTo>
                    <a:pt x="2043345" y="1019663"/>
                  </a:lnTo>
                  <a:lnTo>
                    <a:pt x="2091363" y="1065490"/>
                  </a:lnTo>
                  <a:lnTo>
                    <a:pt x="2139758" y="1112503"/>
                  </a:lnTo>
                  <a:lnTo>
                    <a:pt x="2188364" y="1160156"/>
                  </a:lnTo>
                  <a:lnTo>
                    <a:pt x="2236989" y="1207870"/>
                  </a:lnTo>
                  <a:lnTo>
                    <a:pt x="2285442" y="1255063"/>
                  </a:lnTo>
                  <a:lnTo>
                    <a:pt x="2333551" y="1301179"/>
                  </a:lnTo>
                  <a:lnTo>
                    <a:pt x="2381180" y="1345715"/>
                  </a:lnTo>
                  <a:lnTo>
                    <a:pt x="2428250" y="1388244"/>
                  </a:lnTo>
                  <a:lnTo>
                    <a:pt x="2474754" y="1428425"/>
                  </a:lnTo>
                  <a:lnTo>
                    <a:pt x="2520767" y="1466018"/>
                  </a:lnTo>
                  <a:lnTo>
                    <a:pt x="2566460" y="1500876"/>
                  </a:lnTo>
                  <a:lnTo>
                    <a:pt x="2612107" y="1532947"/>
                  </a:lnTo>
                  <a:lnTo>
                    <a:pt x="2658105" y="1562261"/>
                  </a:lnTo>
                  <a:lnTo>
                    <a:pt x="2667772" y="1568025"/>
                  </a:lnTo>
                  <a:lnTo>
                    <a:pt x="2715840" y="1594588"/>
                  </a:lnTo>
                  <a:lnTo>
                    <a:pt x="2765623" y="1618385"/>
                  </a:lnTo>
                  <a:lnTo>
                    <a:pt x="2817958" y="1639571"/>
                  </a:lnTo>
                  <a:lnTo>
                    <a:pt x="2873775" y="1658400"/>
                  </a:lnTo>
                  <a:lnTo>
                    <a:pt x="2934017" y="1675151"/>
                  </a:lnTo>
                  <a:lnTo>
                    <a:pt x="2999547" y="1690092"/>
                  </a:lnTo>
                  <a:lnTo>
                    <a:pt x="3071034" y="1703450"/>
                  </a:lnTo>
                  <a:lnTo>
                    <a:pt x="3148803" y="1715407"/>
                  </a:lnTo>
                  <a:lnTo>
                    <a:pt x="3232627" y="1726089"/>
                  </a:lnTo>
                  <a:lnTo>
                    <a:pt x="3321501" y="1735567"/>
                  </a:lnTo>
                  <a:lnTo>
                    <a:pt x="3413427" y="1743862"/>
                  </a:lnTo>
                  <a:lnTo>
                    <a:pt x="3505313" y="1750959"/>
                  </a:lnTo>
                  <a:lnTo>
                    <a:pt x="3593107" y="1756828"/>
                  </a:lnTo>
                  <a:lnTo>
                    <a:pt x="3672268" y="1761456"/>
                  </a:lnTo>
                  <a:lnTo>
                    <a:pt x="3738555" y="1764874"/>
                  </a:lnTo>
                  <a:lnTo>
                    <a:pt x="3788974" y="1767185"/>
                  </a:lnTo>
                  <a:lnTo>
                    <a:pt x="3822571" y="1768561"/>
                  </a:lnTo>
                  <a:lnTo>
                    <a:pt x="3840796" y="1769232"/>
                  </a:lnTo>
                  <a:lnTo>
                    <a:pt x="3847406" y="1769451"/>
                  </a:lnTo>
                  <a:lnTo>
                    <a:pt x="3848118" y="1769473"/>
                  </a:lnTo>
                  <a:lnTo>
                    <a:pt x="4386855" y="1769473"/>
                  </a:lnTo>
                  <a:lnTo>
                    <a:pt x="4388102" y="1769417"/>
                  </a:lnTo>
                  <a:lnTo>
                    <a:pt x="4396242" y="1769016"/>
                  </a:lnTo>
                  <a:lnTo>
                    <a:pt x="4416566" y="1767906"/>
                  </a:lnTo>
                  <a:lnTo>
                    <a:pt x="4452404" y="1765727"/>
                  </a:lnTo>
                  <a:lnTo>
                    <a:pt x="4504812" y="1762163"/>
                  </a:lnTo>
                  <a:lnTo>
                    <a:pt x="4572535" y="1756981"/>
                  </a:lnTo>
                  <a:lnTo>
                    <a:pt x="4652430" y="1750050"/>
                  </a:lnTo>
                  <a:lnTo>
                    <a:pt x="4740265" y="1741334"/>
                  </a:lnTo>
                  <a:lnTo>
                    <a:pt x="4831624" y="1730860"/>
                  </a:lnTo>
                  <a:lnTo>
                    <a:pt x="4922639" y="1718668"/>
                  </a:lnTo>
                  <a:lnTo>
                    <a:pt x="5010400" y="1704777"/>
                  </a:lnTo>
                  <a:lnTo>
                    <a:pt x="5093058" y="1689150"/>
                  </a:lnTo>
                  <a:lnTo>
                    <a:pt x="5169709" y="1671678"/>
                  </a:lnTo>
                  <a:lnTo>
                    <a:pt x="5240184" y="1652177"/>
                  </a:lnTo>
                  <a:lnTo>
                    <a:pt x="5304831" y="1630381"/>
                  </a:lnTo>
                  <a:lnTo>
                    <a:pt x="5364321" y="1605962"/>
                  </a:lnTo>
                  <a:lnTo>
                    <a:pt x="5419505" y="1578536"/>
                  </a:lnTo>
                  <a:lnTo>
                    <a:pt x="5471303" y="1547705"/>
                  </a:lnTo>
                  <a:lnTo>
                    <a:pt x="5520623" y="1513111"/>
                  </a:lnTo>
                  <a:lnTo>
                    <a:pt x="5567201" y="1475468"/>
                  </a:lnTo>
                  <a:lnTo>
                    <a:pt x="5609100" y="1437549"/>
                  </a:lnTo>
                  <a:lnTo>
                    <a:pt x="5650592" y="1396343"/>
                  </a:lnTo>
                  <a:lnTo>
                    <a:pt x="5692006" y="1351787"/>
                  </a:lnTo>
                  <a:lnTo>
                    <a:pt x="5733587" y="1303899"/>
                  </a:lnTo>
                  <a:lnTo>
                    <a:pt x="5775504" y="1252782"/>
                  </a:lnTo>
                  <a:lnTo>
                    <a:pt x="5817854" y="1198633"/>
                  </a:lnTo>
                  <a:lnTo>
                    <a:pt x="5860676" y="1141747"/>
                  </a:lnTo>
                  <a:lnTo>
                    <a:pt x="5903953" y="1082513"/>
                  </a:lnTo>
                  <a:lnTo>
                    <a:pt x="5947621" y="1021409"/>
                  </a:lnTo>
                  <a:lnTo>
                    <a:pt x="5991579" y="958984"/>
                  </a:lnTo>
                  <a:lnTo>
                    <a:pt x="6035698" y="895842"/>
                  </a:lnTo>
                  <a:lnTo>
                    <a:pt x="6079837" y="832615"/>
                  </a:lnTo>
                  <a:lnTo>
                    <a:pt x="6123851" y="769939"/>
                  </a:lnTo>
                  <a:lnTo>
                    <a:pt x="6167607" y="708429"/>
                  </a:lnTo>
                  <a:lnTo>
                    <a:pt x="6210995" y="648650"/>
                  </a:lnTo>
                  <a:lnTo>
                    <a:pt x="6253941" y="591101"/>
                  </a:lnTo>
                  <a:lnTo>
                    <a:pt x="6296415" y="536194"/>
                  </a:lnTo>
                  <a:lnTo>
                    <a:pt x="6338440" y="484250"/>
                  </a:lnTo>
                  <a:lnTo>
                    <a:pt x="6380096" y="435493"/>
                  </a:lnTo>
                  <a:lnTo>
                    <a:pt x="6421535" y="390050"/>
                  </a:lnTo>
                  <a:lnTo>
                    <a:pt x="6462977" y="347959"/>
                  </a:lnTo>
                  <a:lnTo>
                    <a:pt x="6504730" y="309179"/>
                  </a:lnTo>
                  <a:lnTo>
                    <a:pt x="6515891" y="299449"/>
                  </a:lnTo>
                  <a:lnTo>
                    <a:pt x="6563577" y="260970"/>
                  </a:lnTo>
                  <a:lnTo>
                    <a:pt x="6612944" y="226466"/>
                  </a:lnTo>
                  <a:lnTo>
                    <a:pt x="6664809" y="195717"/>
                  </a:lnTo>
                  <a:lnTo>
                    <a:pt x="6720081" y="168364"/>
                  </a:lnTo>
                  <a:lnTo>
                    <a:pt x="6779680" y="144009"/>
                  </a:lnTo>
                  <a:lnTo>
                    <a:pt x="6844454" y="122270"/>
                  </a:lnTo>
                  <a:lnTo>
                    <a:pt x="6915068" y="102817"/>
                  </a:lnTo>
                  <a:lnTo>
                    <a:pt x="6991861" y="85390"/>
                  </a:lnTo>
                  <a:lnTo>
                    <a:pt x="7074649" y="69803"/>
                  </a:lnTo>
                  <a:lnTo>
                    <a:pt x="7162510" y="55951"/>
                  </a:lnTo>
                  <a:lnTo>
                    <a:pt x="7253568" y="43799"/>
                  </a:lnTo>
                  <a:lnTo>
                    <a:pt x="7344893" y="33363"/>
                  </a:lnTo>
                  <a:lnTo>
                    <a:pt x="7432597" y="24688"/>
                  </a:lnTo>
                  <a:lnTo>
                    <a:pt x="7512258" y="17798"/>
                  </a:lnTo>
                  <a:lnTo>
                    <a:pt x="7579660" y="12655"/>
                  </a:lnTo>
                  <a:lnTo>
                    <a:pt x="7631694" y="9126"/>
                  </a:lnTo>
                  <a:lnTo>
                    <a:pt x="7667156" y="6975"/>
                  </a:lnTo>
                  <a:lnTo>
                    <a:pt x="7687156" y="5886"/>
                  </a:lnTo>
                  <a:lnTo>
                    <a:pt x="7695073" y="549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1" y="56"/>
                  </a:lnTo>
                  <a:lnTo>
                    <a:pt x="7686851" y="457"/>
                  </a:lnTo>
                  <a:lnTo>
                    <a:pt x="7666526" y="1567"/>
                  </a:lnTo>
                  <a:lnTo>
                    <a:pt x="7630688" y="3746"/>
                  </a:lnTo>
                  <a:lnTo>
                    <a:pt x="7578281" y="7309"/>
                  </a:lnTo>
                  <a:lnTo>
                    <a:pt x="7510558" y="12491"/>
                  </a:lnTo>
                  <a:lnTo>
                    <a:pt x="7430662" y="19423"/>
                  </a:lnTo>
                  <a:lnTo>
                    <a:pt x="7342827" y="28138"/>
                  </a:lnTo>
                  <a:lnTo>
                    <a:pt x="7251468" y="38613"/>
                  </a:lnTo>
                  <a:lnTo>
                    <a:pt x="7160454" y="50805"/>
                  </a:lnTo>
                  <a:lnTo>
                    <a:pt x="7072692" y="64696"/>
                  </a:lnTo>
                  <a:lnTo>
                    <a:pt x="6990034" y="80323"/>
                  </a:lnTo>
                  <a:lnTo>
                    <a:pt x="6913384" y="97794"/>
                  </a:lnTo>
                  <a:lnTo>
                    <a:pt x="6842908" y="117296"/>
                  </a:lnTo>
                  <a:lnTo>
                    <a:pt x="6778261" y="139091"/>
                  </a:lnTo>
                  <a:lnTo>
                    <a:pt x="6718771" y="163511"/>
                  </a:lnTo>
                  <a:lnTo>
                    <a:pt x="6663588" y="190937"/>
                  </a:lnTo>
                  <a:lnTo>
                    <a:pt x="6611790" y="221768"/>
                  </a:lnTo>
                  <a:lnTo>
                    <a:pt x="6562469" y="256362"/>
                  </a:lnTo>
                  <a:lnTo>
                    <a:pt x="6515891" y="294004"/>
                  </a:lnTo>
                  <a:lnTo>
                    <a:pt x="6473992" y="331923"/>
                  </a:lnTo>
                  <a:lnTo>
                    <a:pt x="6432501" y="373130"/>
                  </a:lnTo>
                  <a:lnTo>
                    <a:pt x="6391086" y="417685"/>
                  </a:lnTo>
                  <a:lnTo>
                    <a:pt x="6349505" y="465573"/>
                  </a:lnTo>
                  <a:lnTo>
                    <a:pt x="6307589" y="516691"/>
                  </a:lnTo>
                  <a:lnTo>
                    <a:pt x="6265239" y="570840"/>
                  </a:lnTo>
                  <a:lnTo>
                    <a:pt x="6222416" y="627726"/>
                  </a:lnTo>
                  <a:lnTo>
                    <a:pt x="6179140" y="686959"/>
                  </a:lnTo>
                  <a:lnTo>
                    <a:pt x="6135472" y="748063"/>
                  </a:lnTo>
                  <a:lnTo>
                    <a:pt x="6091514" y="810488"/>
                  </a:lnTo>
                  <a:lnTo>
                    <a:pt x="6047394" y="873631"/>
                  </a:lnTo>
                  <a:lnTo>
                    <a:pt x="6003255" y="936858"/>
                  </a:lnTo>
                  <a:lnTo>
                    <a:pt x="5959242" y="999533"/>
                  </a:lnTo>
                  <a:lnTo>
                    <a:pt x="5915486" y="1061043"/>
                  </a:lnTo>
                  <a:lnTo>
                    <a:pt x="5872097" y="1120822"/>
                  </a:lnTo>
                  <a:lnTo>
                    <a:pt x="5829151" y="1178372"/>
                  </a:lnTo>
                  <a:lnTo>
                    <a:pt x="5786677" y="1233279"/>
                  </a:lnTo>
                  <a:lnTo>
                    <a:pt x="5744653" y="1285222"/>
                  </a:lnTo>
                  <a:lnTo>
                    <a:pt x="5702996" y="1333980"/>
                  </a:lnTo>
                  <a:lnTo>
                    <a:pt x="5661558" y="1379423"/>
                  </a:lnTo>
                  <a:lnTo>
                    <a:pt x="5620115" y="1421513"/>
                  </a:lnTo>
                  <a:lnTo>
                    <a:pt x="5578362" y="1460293"/>
                  </a:lnTo>
                  <a:lnTo>
                    <a:pt x="5567201" y="1470024"/>
                  </a:lnTo>
                  <a:lnTo>
                    <a:pt x="5519516" y="1508502"/>
                  </a:lnTo>
                  <a:lnTo>
                    <a:pt x="5470148" y="1543007"/>
                  </a:lnTo>
                  <a:lnTo>
                    <a:pt x="5418283" y="1573756"/>
                  </a:lnTo>
                  <a:lnTo>
                    <a:pt x="5363011" y="1601108"/>
                  </a:lnTo>
                  <a:lnTo>
                    <a:pt x="5303412" y="1625464"/>
                  </a:lnTo>
                  <a:lnTo>
                    <a:pt x="5238639" y="1647203"/>
                  </a:lnTo>
                  <a:lnTo>
                    <a:pt x="5168024" y="1666656"/>
                  </a:lnTo>
                  <a:lnTo>
                    <a:pt x="5091232" y="1684083"/>
                  </a:lnTo>
                  <a:lnTo>
                    <a:pt x="5008443" y="1699669"/>
                  </a:lnTo>
                  <a:lnTo>
                    <a:pt x="4920583" y="1713521"/>
                  </a:lnTo>
                  <a:lnTo>
                    <a:pt x="4829524" y="1725674"/>
                  </a:lnTo>
                  <a:lnTo>
                    <a:pt x="4738200" y="1736109"/>
                  </a:lnTo>
                  <a:lnTo>
                    <a:pt x="4650496" y="1744784"/>
                  </a:lnTo>
                  <a:lnTo>
                    <a:pt x="4570834" y="1751674"/>
                  </a:lnTo>
                  <a:lnTo>
                    <a:pt x="4503432" y="1756818"/>
                  </a:lnTo>
                  <a:lnTo>
                    <a:pt x="4451398" y="1760347"/>
                  </a:lnTo>
                  <a:lnTo>
                    <a:pt x="4415936" y="1762497"/>
                  </a:lnTo>
                  <a:lnTo>
                    <a:pt x="4395936" y="1763587"/>
                  </a:lnTo>
                  <a:lnTo>
                    <a:pt x="4388020" y="1763976"/>
                  </a:lnTo>
                  <a:lnTo>
                    <a:pt x="4386855" y="1764029"/>
                  </a:lnTo>
                  <a:lnTo>
                    <a:pt x="3848118" y="1764029"/>
                  </a:lnTo>
                  <a:lnTo>
                    <a:pt x="3846843" y="1763989"/>
                  </a:lnTo>
                  <a:lnTo>
                    <a:pt x="3838517" y="1763707"/>
                  </a:lnTo>
                  <a:lnTo>
                    <a:pt x="3817746" y="1762929"/>
                  </a:lnTo>
                  <a:lnTo>
                    <a:pt x="3781166" y="1761400"/>
                  </a:lnTo>
                  <a:lnTo>
                    <a:pt x="3727761" y="1758902"/>
                  </a:lnTo>
                  <a:lnTo>
                    <a:pt x="3658895" y="1755272"/>
                  </a:lnTo>
                  <a:lnTo>
                    <a:pt x="3577851" y="1750422"/>
                  </a:lnTo>
                  <a:lnTo>
                    <a:pt x="3488993" y="1744330"/>
                  </a:lnTo>
                  <a:lnTo>
                    <a:pt x="3396825" y="1737016"/>
                  </a:lnTo>
                  <a:lnTo>
                    <a:pt x="3305251" y="1728508"/>
                  </a:lnTo>
                  <a:lnTo>
                    <a:pt x="3217168" y="1718817"/>
                  </a:lnTo>
                  <a:lnTo>
                    <a:pt x="3134382" y="1707913"/>
                  </a:lnTo>
                  <a:lnTo>
                    <a:pt x="3057743" y="1695715"/>
                  </a:lnTo>
                  <a:lnTo>
                    <a:pt x="2987361" y="1682088"/>
                  </a:lnTo>
                  <a:lnTo>
                    <a:pt x="2922837" y="1666841"/>
                  </a:lnTo>
                  <a:lnTo>
                    <a:pt x="2863456" y="1649737"/>
                  </a:lnTo>
                  <a:lnTo>
                    <a:pt x="2808335" y="1630505"/>
                  </a:lnTo>
                  <a:lnTo>
                    <a:pt x="2756525" y="1608867"/>
                  </a:lnTo>
                  <a:lnTo>
                    <a:pt x="2707108" y="1584581"/>
                  </a:lnTo>
                  <a:lnTo>
                    <a:pt x="2667772" y="1562581"/>
                  </a:lnTo>
                  <a:lnTo>
                    <a:pt x="2621638" y="1533830"/>
                  </a:lnTo>
                  <a:lnTo>
                    <a:pt x="2575955" y="1502337"/>
                  </a:lnTo>
                  <a:lnTo>
                    <a:pt x="2530298" y="1468058"/>
                  </a:lnTo>
                  <a:lnTo>
                    <a:pt x="2484369" y="1431026"/>
                  </a:lnTo>
                  <a:lnTo>
                    <a:pt x="2437977" y="1391367"/>
                  </a:lnTo>
                  <a:lnTo>
                    <a:pt x="2391026" y="1349303"/>
                  </a:lnTo>
                  <a:lnTo>
                    <a:pt x="2343509" y="1305152"/>
                  </a:lnTo>
                  <a:lnTo>
                    <a:pt x="2295491" y="1259325"/>
                  </a:lnTo>
                  <a:lnTo>
                    <a:pt x="2247096" y="1212312"/>
                  </a:lnTo>
                  <a:lnTo>
                    <a:pt x="2198491" y="1164659"/>
                  </a:lnTo>
                  <a:lnTo>
                    <a:pt x="2149866" y="1116945"/>
                  </a:lnTo>
                  <a:lnTo>
                    <a:pt x="2101412" y="1069752"/>
                  </a:lnTo>
                  <a:lnTo>
                    <a:pt x="2053304" y="1023636"/>
                  </a:lnTo>
                  <a:lnTo>
                    <a:pt x="2005675" y="979100"/>
                  </a:lnTo>
                  <a:lnTo>
                    <a:pt x="1958605" y="936571"/>
                  </a:lnTo>
                  <a:lnTo>
                    <a:pt x="1912101" y="896390"/>
                  </a:lnTo>
                  <a:lnTo>
                    <a:pt x="1866087" y="858798"/>
                  </a:lnTo>
                  <a:lnTo>
                    <a:pt x="1820395" y="823939"/>
                  </a:lnTo>
                  <a:lnTo>
                    <a:pt x="1774748" y="791868"/>
                  </a:lnTo>
                  <a:lnTo>
                    <a:pt x="1728750" y="762554"/>
                  </a:lnTo>
                  <a:lnTo>
                    <a:pt x="1719082" y="756790"/>
                  </a:lnTo>
                  <a:lnTo>
                    <a:pt x="1671014" y="730227"/>
                  </a:lnTo>
                  <a:lnTo>
                    <a:pt x="1621231" y="706430"/>
                  </a:lnTo>
                  <a:lnTo>
                    <a:pt x="1568897" y="685244"/>
                  </a:lnTo>
                  <a:lnTo>
                    <a:pt x="1513080" y="666415"/>
                  </a:lnTo>
                  <a:lnTo>
                    <a:pt x="1452838" y="649664"/>
                  </a:lnTo>
                  <a:lnTo>
                    <a:pt x="1387308" y="634723"/>
                  </a:lnTo>
                  <a:lnTo>
                    <a:pt x="1315820" y="621365"/>
                  </a:lnTo>
                  <a:lnTo>
                    <a:pt x="1238052" y="609408"/>
                  </a:lnTo>
                  <a:lnTo>
                    <a:pt x="1154227" y="598726"/>
                  </a:lnTo>
                  <a:lnTo>
                    <a:pt x="1065354" y="589249"/>
                  </a:lnTo>
                  <a:lnTo>
                    <a:pt x="973428" y="580953"/>
                  </a:lnTo>
                  <a:lnTo>
                    <a:pt x="881542" y="573856"/>
                  </a:lnTo>
                  <a:lnTo>
                    <a:pt x="793747" y="567987"/>
                  </a:lnTo>
                  <a:lnTo>
                    <a:pt x="714586" y="563359"/>
                  </a:lnTo>
                  <a:lnTo>
                    <a:pt x="648300" y="559941"/>
                  </a:lnTo>
                  <a:lnTo>
                    <a:pt x="597881" y="557630"/>
                  </a:lnTo>
                  <a:lnTo>
                    <a:pt x="564284" y="556254"/>
                  </a:lnTo>
                  <a:lnTo>
                    <a:pt x="546058" y="555583"/>
                  </a:lnTo>
                  <a:lnTo>
                    <a:pt x="539449" y="555364"/>
                  </a:lnTo>
                  <a:lnTo>
                    <a:pt x="538736" y="555342"/>
                  </a:lnTo>
                  <a:lnTo>
                    <a:pt x="0" y="55534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546595" y="1060795"/>
              <a:ext cx="8234974" cy="1764029"/>
            </a:xfrm>
            <a:custGeom>
              <a:avLst/>
              <a:pathLst>
                <a:path w="8234974" h="1764029">
                  <a:moveTo>
                    <a:pt x="0" y="555342"/>
                  </a:moveTo>
                  <a:lnTo>
                    <a:pt x="538736" y="555342"/>
                  </a:lnTo>
                  <a:lnTo>
                    <a:pt x="540012" y="555381"/>
                  </a:lnTo>
                  <a:lnTo>
                    <a:pt x="548338" y="555663"/>
                  </a:lnTo>
                  <a:lnTo>
                    <a:pt x="569109" y="556442"/>
                  </a:lnTo>
                  <a:lnTo>
                    <a:pt x="605689" y="557970"/>
                  </a:lnTo>
                  <a:lnTo>
                    <a:pt x="659093" y="560469"/>
                  </a:lnTo>
                  <a:lnTo>
                    <a:pt x="727960" y="564099"/>
                  </a:lnTo>
                  <a:lnTo>
                    <a:pt x="809003" y="568949"/>
                  </a:lnTo>
                  <a:lnTo>
                    <a:pt x="897862" y="575041"/>
                  </a:lnTo>
                  <a:lnTo>
                    <a:pt x="990030" y="582355"/>
                  </a:lnTo>
                  <a:lnTo>
                    <a:pt x="1081603" y="590863"/>
                  </a:lnTo>
                  <a:lnTo>
                    <a:pt x="1169687" y="600554"/>
                  </a:lnTo>
                  <a:lnTo>
                    <a:pt x="1252473" y="611458"/>
                  </a:lnTo>
                  <a:lnTo>
                    <a:pt x="1329111" y="623655"/>
                  </a:lnTo>
                  <a:lnTo>
                    <a:pt x="1399494" y="637283"/>
                  </a:lnTo>
                  <a:lnTo>
                    <a:pt x="1464017" y="652530"/>
                  </a:lnTo>
                  <a:lnTo>
                    <a:pt x="1523398" y="669634"/>
                  </a:lnTo>
                  <a:lnTo>
                    <a:pt x="1578520" y="688865"/>
                  </a:lnTo>
                  <a:lnTo>
                    <a:pt x="1630329" y="710503"/>
                  </a:lnTo>
                  <a:lnTo>
                    <a:pt x="1679747" y="734790"/>
                  </a:lnTo>
                  <a:lnTo>
                    <a:pt x="1719082" y="756790"/>
                  </a:lnTo>
                  <a:lnTo>
                    <a:pt x="1765217" y="785541"/>
                  </a:lnTo>
                  <a:lnTo>
                    <a:pt x="1810900" y="817033"/>
                  </a:lnTo>
                  <a:lnTo>
                    <a:pt x="1856556" y="851312"/>
                  </a:lnTo>
                  <a:lnTo>
                    <a:pt x="1902485" y="888344"/>
                  </a:lnTo>
                  <a:lnTo>
                    <a:pt x="1948878" y="928003"/>
                  </a:lnTo>
                  <a:lnTo>
                    <a:pt x="1995829" y="970068"/>
                  </a:lnTo>
                  <a:lnTo>
                    <a:pt x="2043345" y="1014219"/>
                  </a:lnTo>
                  <a:lnTo>
                    <a:pt x="2091363" y="1060045"/>
                  </a:lnTo>
                  <a:lnTo>
                    <a:pt x="2139758" y="1107059"/>
                  </a:lnTo>
                  <a:lnTo>
                    <a:pt x="2188364" y="1154712"/>
                  </a:lnTo>
                  <a:lnTo>
                    <a:pt x="2236989" y="1202425"/>
                  </a:lnTo>
                  <a:lnTo>
                    <a:pt x="2285442" y="1249618"/>
                  </a:lnTo>
                  <a:lnTo>
                    <a:pt x="2333551" y="1295734"/>
                  </a:lnTo>
                  <a:lnTo>
                    <a:pt x="2381180" y="1340271"/>
                  </a:lnTo>
                  <a:lnTo>
                    <a:pt x="2428250" y="1382799"/>
                  </a:lnTo>
                  <a:lnTo>
                    <a:pt x="2474754" y="1422981"/>
                  </a:lnTo>
                  <a:lnTo>
                    <a:pt x="2520767" y="1460573"/>
                  </a:lnTo>
                  <a:lnTo>
                    <a:pt x="2566460" y="1495431"/>
                  </a:lnTo>
                  <a:lnTo>
                    <a:pt x="2612107" y="1527502"/>
                  </a:lnTo>
                  <a:lnTo>
                    <a:pt x="2658105" y="1556817"/>
                  </a:lnTo>
                  <a:lnTo>
                    <a:pt x="2667772" y="1562581"/>
                  </a:lnTo>
                  <a:lnTo>
                    <a:pt x="2715840" y="1589143"/>
                  </a:lnTo>
                  <a:lnTo>
                    <a:pt x="2765623" y="1612940"/>
                  </a:lnTo>
                  <a:lnTo>
                    <a:pt x="2817958" y="1634127"/>
                  </a:lnTo>
                  <a:lnTo>
                    <a:pt x="2873775" y="1652955"/>
                  </a:lnTo>
                  <a:lnTo>
                    <a:pt x="2934017" y="1669707"/>
                  </a:lnTo>
                  <a:lnTo>
                    <a:pt x="2999547" y="1684647"/>
                  </a:lnTo>
                  <a:lnTo>
                    <a:pt x="3071034" y="1698005"/>
                  </a:lnTo>
                  <a:lnTo>
                    <a:pt x="3148803" y="1709962"/>
                  </a:lnTo>
                  <a:lnTo>
                    <a:pt x="3232627" y="1720644"/>
                  </a:lnTo>
                  <a:lnTo>
                    <a:pt x="3321501" y="1730122"/>
                  </a:lnTo>
                  <a:lnTo>
                    <a:pt x="3413427" y="1738417"/>
                  </a:lnTo>
                  <a:lnTo>
                    <a:pt x="3505313" y="1745514"/>
                  </a:lnTo>
                  <a:lnTo>
                    <a:pt x="3593107" y="1751384"/>
                  </a:lnTo>
                  <a:lnTo>
                    <a:pt x="3672268" y="1756011"/>
                  </a:lnTo>
                  <a:lnTo>
                    <a:pt x="3738555" y="1759430"/>
                  </a:lnTo>
                  <a:lnTo>
                    <a:pt x="3788974" y="1761740"/>
                  </a:lnTo>
                  <a:lnTo>
                    <a:pt x="3822571" y="1763117"/>
                  </a:lnTo>
                  <a:lnTo>
                    <a:pt x="3840796" y="1763787"/>
                  </a:lnTo>
                  <a:lnTo>
                    <a:pt x="3847406" y="1764007"/>
                  </a:lnTo>
                  <a:lnTo>
                    <a:pt x="3848118" y="1764029"/>
                  </a:lnTo>
                  <a:lnTo>
                    <a:pt x="4386855" y="1764029"/>
                  </a:lnTo>
                  <a:lnTo>
                    <a:pt x="4388102" y="1763972"/>
                  </a:lnTo>
                  <a:lnTo>
                    <a:pt x="4396242" y="1763571"/>
                  </a:lnTo>
                  <a:lnTo>
                    <a:pt x="4416566" y="1762461"/>
                  </a:lnTo>
                  <a:lnTo>
                    <a:pt x="4452404" y="1760283"/>
                  </a:lnTo>
                  <a:lnTo>
                    <a:pt x="4504812" y="1756719"/>
                  </a:lnTo>
                  <a:lnTo>
                    <a:pt x="4572535" y="1751537"/>
                  </a:lnTo>
                  <a:lnTo>
                    <a:pt x="4652430" y="1744606"/>
                  </a:lnTo>
                  <a:lnTo>
                    <a:pt x="4740265" y="1735890"/>
                  </a:lnTo>
                  <a:lnTo>
                    <a:pt x="4831624" y="1725415"/>
                  </a:lnTo>
                  <a:lnTo>
                    <a:pt x="4922639" y="1713223"/>
                  </a:lnTo>
                  <a:lnTo>
                    <a:pt x="5010400" y="1699332"/>
                  </a:lnTo>
                  <a:lnTo>
                    <a:pt x="5093058" y="1683705"/>
                  </a:lnTo>
                  <a:lnTo>
                    <a:pt x="5169709" y="1666234"/>
                  </a:lnTo>
                  <a:lnTo>
                    <a:pt x="5240184" y="1646732"/>
                  </a:lnTo>
                  <a:lnTo>
                    <a:pt x="5304831" y="1624937"/>
                  </a:lnTo>
                  <a:lnTo>
                    <a:pt x="5364321" y="1600517"/>
                  </a:lnTo>
                  <a:lnTo>
                    <a:pt x="5419505" y="1573092"/>
                  </a:lnTo>
                  <a:lnTo>
                    <a:pt x="5471303" y="1542261"/>
                  </a:lnTo>
                  <a:lnTo>
                    <a:pt x="5520623" y="1507666"/>
                  </a:lnTo>
                  <a:lnTo>
                    <a:pt x="5567201" y="1470024"/>
                  </a:lnTo>
                  <a:lnTo>
                    <a:pt x="5609100" y="1432105"/>
                  </a:lnTo>
                  <a:lnTo>
                    <a:pt x="5650592" y="1390898"/>
                  </a:lnTo>
                  <a:lnTo>
                    <a:pt x="5692006" y="1346343"/>
                  </a:lnTo>
                  <a:lnTo>
                    <a:pt x="5733587" y="1298455"/>
                  </a:lnTo>
                  <a:lnTo>
                    <a:pt x="5775504" y="1247337"/>
                  </a:lnTo>
                  <a:lnTo>
                    <a:pt x="5817854" y="1193188"/>
                  </a:lnTo>
                  <a:lnTo>
                    <a:pt x="5860676" y="1136302"/>
                  </a:lnTo>
                  <a:lnTo>
                    <a:pt x="5903953" y="1077069"/>
                  </a:lnTo>
                  <a:lnTo>
                    <a:pt x="5947621" y="1015965"/>
                  </a:lnTo>
                  <a:lnTo>
                    <a:pt x="5991579" y="953540"/>
                  </a:lnTo>
                  <a:lnTo>
                    <a:pt x="6035698" y="890397"/>
                  </a:lnTo>
                  <a:lnTo>
                    <a:pt x="6079837" y="827170"/>
                  </a:lnTo>
                  <a:lnTo>
                    <a:pt x="6123851" y="764495"/>
                  </a:lnTo>
                  <a:lnTo>
                    <a:pt x="6167607" y="702985"/>
                  </a:lnTo>
                  <a:lnTo>
                    <a:pt x="6210995" y="643206"/>
                  </a:lnTo>
                  <a:lnTo>
                    <a:pt x="6253941" y="585656"/>
                  </a:lnTo>
                  <a:lnTo>
                    <a:pt x="6296415" y="530750"/>
                  </a:lnTo>
                  <a:lnTo>
                    <a:pt x="6338440" y="478806"/>
                  </a:lnTo>
                  <a:lnTo>
                    <a:pt x="6380096" y="430048"/>
                  </a:lnTo>
                  <a:lnTo>
                    <a:pt x="6421535" y="384605"/>
                  </a:lnTo>
                  <a:lnTo>
                    <a:pt x="6462977" y="342515"/>
                  </a:lnTo>
                  <a:lnTo>
                    <a:pt x="6504730" y="303735"/>
                  </a:lnTo>
                  <a:lnTo>
                    <a:pt x="6515891" y="294004"/>
                  </a:lnTo>
                  <a:lnTo>
                    <a:pt x="6563577" y="255526"/>
                  </a:lnTo>
                  <a:lnTo>
                    <a:pt x="6612944" y="221021"/>
                  </a:lnTo>
                  <a:lnTo>
                    <a:pt x="6664809" y="190272"/>
                  </a:lnTo>
                  <a:lnTo>
                    <a:pt x="6720081" y="162920"/>
                  </a:lnTo>
                  <a:lnTo>
                    <a:pt x="6779680" y="138564"/>
                  </a:lnTo>
                  <a:lnTo>
                    <a:pt x="6844454" y="116825"/>
                  </a:lnTo>
                  <a:lnTo>
                    <a:pt x="6915068" y="97372"/>
                  </a:lnTo>
                  <a:lnTo>
                    <a:pt x="6991861" y="79945"/>
                  </a:lnTo>
                  <a:lnTo>
                    <a:pt x="7074649" y="64359"/>
                  </a:lnTo>
                  <a:lnTo>
                    <a:pt x="7162510" y="50507"/>
                  </a:lnTo>
                  <a:lnTo>
                    <a:pt x="7253568" y="38354"/>
                  </a:lnTo>
                  <a:lnTo>
                    <a:pt x="7344893" y="27919"/>
                  </a:lnTo>
                  <a:lnTo>
                    <a:pt x="7432597" y="19244"/>
                  </a:lnTo>
                  <a:lnTo>
                    <a:pt x="7512258" y="12354"/>
                  </a:lnTo>
                  <a:lnTo>
                    <a:pt x="7579660" y="7210"/>
                  </a:lnTo>
                  <a:lnTo>
                    <a:pt x="7631694" y="3681"/>
                  </a:lnTo>
                  <a:lnTo>
                    <a:pt x="7667156" y="1531"/>
                  </a:lnTo>
                  <a:lnTo>
                    <a:pt x="7687156" y="441"/>
                  </a:lnTo>
                  <a:lnTo>
                    <a:pt x="7695073" y="5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546595" y="1055351"/>
              <a:ext cx="8234974" cy="1764029"/>
            </a:xfrm>
            <a:custGeom>
              <a:avLst/>
              <a:pathLst>
                <a:path w="8234974" h="1764029">
                  <a:moveTo>
                    <a:pt x="8234974" y="0"/>
                  </a:moveTo>
                  <a:lnTo>
                    <a:pt x="7696237" y="0"/>
                  </a:lnTo>
                  <a:lnTo>
                    <a:pt x="7694991" y="56"/>
                  </a:lnTo>
                  <a:lnTo>
                    <a:pt x="7686851" y="457"/>
                  </a:lnTo>
                  <a:lnTo>
                    <a:pt x="7666526" y="1567"/>
                  </a:lnTo>
                  <a:lnTo>
                    <a:pt x="7630688" y="3746"/>
                  </a:lnTo>
                  <a:lnTo>
                    <a:pt x="7578281" y="7309"/>
                  </a:lnTo>
                  <a:lnTo>
                    <a:pt x="7510558" y="12491"/>
                  </a:lnTo>
                  <a:lnTo>
                    <a:pt x="7430662" y="19423"/>
                  </a:lnTo>
                  <a:lnTo>
                    <a:pt x="7342827" y="28138"/>
                  </a:lnTo>
                  <a:lnTo>
                    <a:pt x="7251468" y="38613"/>
                  </a:lnTo>
                  <a:lnTo>
                    <a:pt x="7160454" y="50805"/>
                  </a:lnTo>
                  <a:lnTo>
                    <a:pt x="7072692" y="64696"/>
                  </a:lnTo>
                  <a:lnTo>
                    <a:pt x="6990034" y="80323"/>
                  </a:lnTo>
                  <a:lnTo>
                    <a:pt x="6913384" y="97794"/>
                  </a:lnTo>
                  <a:lnTo>
                    <a:pt x="6842908" y="117296"/>
                  </a:lnTo>
                  <a:lnTo>
                    <a:pt x="6778261" y="139091"/>
                  </a:lnTo>
                  <a:lnTo>
                    <a:pt x="6718771" y="163511"/>
                  </a:lnTo>
                  <a:lnTo>
                    <a:pt x="6663588" y="190937"/>
                  </a:lnTo>
                  <a:lnTo>
                    <a:pt x="6611790" y="221768"/>
                  </a:lnTo>
                  <a:lnTo>
                    <a:pt x="6562469" y="256362"/>
                  </a:lnTo>
                  <a:lnTo>
                    <a:pt x="6515891" y="294004"/>
                  </a:lnTo>
                  <a:lnTo>
                    <a:pt x="6473992" y="331923"/>
                  </a:lnTo>
                  <a:lnTo>
                    <a:pt x="6432501" y="373130"/>
                  </a:lnTo>
                  <a:lnTo>
                    <a:pt x="6391086" y="417685"/>
                  </a:lnTo>
                  <a:lnTo>
                    <a:pt x="6349505" y="465573"/>
                  </a:lnTo>
                  <a:lnTo>
                    <a:pt x="6307589" y="516691"/>
                  </a:lnTo>
                  <a:lnTo>
                    <a:pt x="6265239" y="570840"/>
                  </a:lnTo>
                  <a:lnTo>
                    <a:pt x="6222416" y="627726"/>
                  </a:lnTo>
                  <a:lnTo>
                    <a:pt x="6179140" y="686959"/>
                  </a:lnTo>
                  <a:lnTo>
                    <a:pt x="6135472" y="748063"/>
                  </a:lnTo>
                  <a:lnTo>
                    <a:pt x="6091514" y="810488"/>
                  </a:lnTo>
                  <a:lnTo>
                    <a:pt x="6047394" y="873631"/>
                  </a:lnTo>
                  <a:lnTo>
                    <a:pt x="6003255" y="936858"/>
                  </a:lnTo>
                  <a:lnTo>
                    <a:pt x="5959242" y="999533"/>
                  </a:lnTo>
                  <a:lnTo>
                    <a:pt x="5915486" y="1061043"/>
                  </a:lnTo>
                  <a:lnTo>
                    <a:pt x="5872097" y="1120822"/>
                  </a:lnTo>
                  <a:lnTo>
                    <a:pt x="5829151" y="1178372"/>
                  </a:lnTo>
                  <a:lnTo>
                    <a:pt x="5786677" y="1233279"/>
                  </a:lnTo>
                  <a:lnTo>
                    <a:pt x="5744653" y="1285222"/>
                  </a:lnTo>
                  <a:lnTo>
                    <a:pt x="5702996" y="1333980"/>
                  </a:lnTo>
                  <a:lnTo>
                    <a:pt x="5661558" y="1379423"/>
                  </a:lnTo>
                  <a:lnTo>
                    <a:pt x="5620115" y="1421513"/>
                  </a:lnTo>
                  <a:lnTo>
                    <a:pt x="5578362" y="1460293"/>
                  </a:lnTo>
                  <a:lnTo>
                    <a:pt x="5567201" y="1470024"/>
                  </a:lnTo>
                  <a:lnTo>
                    <a:pt x="5519516" y="1508502"/>
                  </a:lnTo>
                  <a:lnTo>
                    <a:pt x="5470148" y="1543007"/>
                  </a:lnTo>
                  <a:lnTo>
                    <a:pt x="5418283" y="1573756"/>
                  </a:lnTo>
                  <a:lnTo>
                    <a:pt x="5363011" y="1601108"/>
                  </a:lnTo>
                  <a:lnTo>
                    <a:pt x="5303412" y="1625464"/>
                  </a:lnTo>
                  <a:lnTo>
                    <a:pt x="5238639" y="1647203"/>
                  </a:lnTo>
                  <a:lnTo>
                    <a:pt x="5168024" y="1666656"/>
                  </a:lnTo>
                  <a:lnTo>
                    <a:pt x="5091232" y="1684083"/>
                  </a:lnTo>
                  <a:lnTo>
                    <a:pt x="5008443" y="1699669"/>
                  </a:lnTo>
                  <a:lnTo>
                    <a:pt x="4920583" y="1713521"/>
                  </a:lnTo>
                  <a:lnTo>
                    <a:pt x="4829524" y="1725674"/>
                  </a:lnTo>
                  <a:lnTo>
                    <a:pt x="4738200" y="1736109"/>
                  </a:lnTo>
                  <a:lnTo>
                    <a:pt x="4650496" y="1744784"/>
                  </a:lnTo>
                  <a:lnTo>
                    <a:pt x="4570834" y="1751674"/>
                  </a:lnTo>
                  <a:lnTo>
                    <a:pt x="4503432" y="1756818"/>
                  </a:lnTo>
                  <a:lnTo>
                    <a:pt x="4451398" y="1760347"/>
                  </a:lnTo>
                  <a:lnTo>
                    <a:pt x="4415936" y="1762497"/>
                  </a:lnTo>
                  <a:lnTo>
                    <a:pt x="4395936" y="1763587"/>
                  </a:lnTo>
                  <a:lnTo>
                    <a:pt x="4388020" y="1763976"/>
                  </a:lnTo>
                  <a:lnTo>
                    <a:pt x="4386855" y="1764029"/>
                  </a:lnTo>
                  <a:lnTo>
                    <a:pt x="3848118" y="1764029"/>
                  </a:lnTo>
                  <a:lnTo>
                    <a:pt x="3846843" y="1763989"/>
                  </a:lnTo>
                  <a:lnTo>
                    <a:pt x="3838517" y="1763707"/>
                  </a:lnTo>
                  <a:lnTo>
                    <a:pt x="3817746" y="1762929"/>
                  </a:lnTo>
                  <a:lnTo>
                    <a:pt x="3781166" y="1761400"/>
                  </a:lnTo>
                  <a:lnTo>
                    <a:pt x="3727761" y="1758902"/>
                  </a:lnTo>
                  <a:lnTo>
                    <a:pt x="3658895" y="1755272"/>
                  </a:lnTo>
                  <a:lnTo>
                    <a:pt x="3577851" y="1750422"/>
                  </a:lnTo>
                  <a:lnTo>
                    <a:pt x="3488993" y="1744330"/>
                  </a:lnTo>
                  <a:lnTo>
                    <a:pt x="3396825" y="1737016"/>
                  </a:lnTo>
                  <a:lnTo>
                    <a:pt x="3305251" y="1728508"/>
                  </a:lnTo>
                  <a:lnTo>
                    <a:pt x="3217168" y="1718817"/>
                  </a:lnTo>
                  <a:lnTo>
                    <a:pt x="3134382" y="1707913"/>
                  </a:lnTo>
                  <a:lnTo>
                    <a:pt x="3057743" y="1695715"/>
                  </a:lnTo>
                  <a:lnTo>
                    <a:pt x="2987361" y="1682088"/>
                  </a:lnTo>
                  <a:lnTo>
                    <a:pt x="2922837" y="1666841"/>
                  </a:lnTo>
                  <a:lnTo>
                    <a:pt x="2863456" y="1649737"/>
                  </a:lnTo>
                  <a:lnTo>
                    <a:pt x="2808335" y="1630505"/>
                  </a:lnTo>
                  <a:lnTo>
                    <a:pt x="2756525" y="1608867"/>
                  </a:lnTo>
                  <a:lnTo>
                    <a:pt x="2707108" y="1584581"/>
                  </a:lnTo>
                  <a:lnTo>
                    <a:pt x="2667772" y="1562581"/>
                  </a:lnTo>
                  <a:lnTo>
                    <a:pt x="2621638" y="1533830"/>
                  </a:lnTo>
                  <a:lnTo>
                    <a:pt x="2575955" y="1502337"/>
                  </a:lnTo>
                  <a:lnTo>
                    <a:pt x="2530298" y="1468058"/>
                  </a:lnTo>
                  <a:lnTo>
                    <a:pt x="2484369" y="1431026"/>
                  </a:lnTo>
                  <a:lnTo>
                    <a:pt x="2437977" y="1391367"/>
                  </a:lnTo>
                  <a:lnTo>
                    <a:pt x="2391026" y="1349303"/>
                  </a:lnTo>
                  <a:lnTo>
                    <a:pt x="2343509" y="1305152"/>
                  </a:lnTo>
                  <a:lnTo>
                    <a:pt x="2295491" y="1259325"/>
                  </a:lnTo>
                  <a:lnTo>
                    <a:pt x="2247096" y="1212312"/>
                  </a:lnTo>
                  <a:lnTo>
                    <a:pt x="2198491" y="1164659"/>
                  </a:lnTo>
                  <a:lnTo>
                    <a:pt x="2149866" y="1116945"/>
                  </a:lnTo>
                  <a:lnTo>
                    <a:pt x="2101412" y="1069752"/>
                  </a:lnTo>
                  <a:lnTo>
                    <a:pt x="2053304" y="1023636"/>
                  </a:lnTo>
                  <a:lnTo>
                    <a:pt x="2005675" y="979100"/>
                  </a:lnTo>
                  <a:lnTo>
                    <a:pt x="1958605" y="936571"/>
                  </a:lnTo>
                  <a:lnTo>
                    <a:pt x="1912101" y="896390"/>
                  </a:lnTo>
                  <a:lnTo>
                    <a:pt x="1866087" y="858798"/>
                  </a:lnTo>
                  <a:lnTo>
                    <a:pt x="1820395" y="823939"/>
                  </a:lnTo>
                  <a:lnTo>
                    <a:pt x="1774748" y="791868"/>
                  </a:lnTo>
                  <a:lnTo>
                    <a:pt x="1728750" y="762554"/>
                  </a:lnTo>
                  <a:lnTo>
                    <a:pt x="1719082" y="756790"/>
                  </a:lnTo>
                  <a:lnTo>
                    <a:pt x="1671014" y="730227"/>
                  </a:lnTo>
                  <a:lnTo>
                    <a:pt x="1621231" y="706430"/>
                  </a:lnTo>
                  <a:lnTo>
                    <a:pt x="1568897" y="685244"/>
                  </a:lnTo>
                  <a:lnTo>
                    <a:pt x="1513080" y="666415"/>
                  </a:lnTo>
                  <a:lnTo>
                    <a:pt x="1452838" y="649664"/>
                  </a:lnTo>
                  <a:lnTo>
                    <a:pt x="1387308" y="634723"/>
                  </a:lnTo>
                  <a:lnTo>
                    <a:pt x="1315820" y="621365"/>
                  </a:lnTo>
                  <a:lnTo>
                    <a:pt x="1238052" y="609408"/>
                  </a:lnTo>
                  <a:lnTo>
                    <a:pt x="1154227" y="598726"/>
                  </a:lnTo>
                  <a:lnTo>
                    <a:pt x="1065354" y="589249"/>
                  </a:lnTo>
                  <a:lnTo>
                    <a:pt x="973428" y="580953"/>
                  </a:lnTo>
                  <a:lnTo>
                    <a:pt x="881542" y="573856"/>
                  </a:lnTo>
                  <a:lnTo>
                    <a:pt x="793747" y="567987"/>
                  </a:lnTo>
                  <a:lnTo>
                    <a:pt x="714586" y="563359"/>
                  </a:lnTo>
                  <a:lnTo>
                    <a:pt x="648300" y="559941"/>
                  </a:lnTo>
                  <a:lnTo>
                    <a:pt x="597881" y="557630"/>
                  </a:lnTo>
                  <a:lnTo>
                    <a:pt x="564284" y="556254"/>
                  </a:lnTo>
                  <a:lnTo>
                    <a:pt x="546058" y="555583"/>
                  </a:lnTo>
                  <a:lnTo>
                    <a:pt x="539449" y="555364"/>
                  </a:lnTo>
                  <a:lnTo>
                    <a:pt x="538736" y="555342"/>
                  </a:lnTo>
                  <a:lnTo>
                    <a:pt x="0" y="5553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6" name="pg266"/>
            <p:cNvSpPr/>
            <p:nvPr/>
          </p:nvSpPr>
          <p:spPr>
            <a:xfrm>
              <a:off x="546595" y="1169686"/>
              <a:ext cx="8234974" cy="1660582"/>
            </a:xfrm>
            <a:custGeom>
              <a:avLst/>
              <a:pathLst>
                <a:path w="8234974" h="1660582">
                  <a:moveTo>
                    <a:pt x="0" y="451896"/>
                  </a:moveTo>
                  <a:lnTo>
                    <a:pt x="538736" y="451896"/>
                  </a:lnTo>
                  <a:lnTo>
                    <a:pt x="540012" y="451935"/>
                  </a:lnTo>
                  <a:lnTo>
                    <a:pt x="548338" y="452217"/>
                  </a:lnTo>
                  <a:lnTo>
                    <a:pt x="569109" y="452996"/>
                  </a:lnTo>
                  <a:lnTo>
                    <a:pt x="605689" y="454524"/>
                  </a:lnTo>
                  <a:lnTo>
                    <a:pt x="659093" y="457023"/>
                  </a:lnTo>
                  <a:lnTo>
                    <a:pt x="727960" y="460653"/>
                  </a:lnTo>
                  <a:lnTo>
                    <a:pt x="809003" y="465503"/>
                  </a:lnTo>
                  <a:lnTo>
                    <a:pt x="897862" y="471594"/>
                  </a:lnTo>
                  <a:lnTo>
                    <a:pt x="990030" y="478909"/>
                  </a:lnTo>
                  <a:lnTo>
                    <a:pt x="1081603" y="487417"/>
                  </a:lnTo>
                  <a:lnTo>
                    <a:pt x="1169687" y="497108"/>
                  </a:lnTo>
                  <a:lnTo>
                    <a:pt x="1252473" y="508011"/>
                  </a:lnTo>
                  <a:lnTo>
                    <a:pt x="1329111" y="520209"/>
                  </a:lnTo>
                  <a:lnTo>
                    <a:pt x="1399494" y="533837"/>
                  </a:lnTo>
                  <a:lnTo>
                    <a:pt x="1464017" y="549084"/>
                  </a:lnTo>
                  <a:lnTo>
                    <a:pt x="1523398" y="566188"/>
                  </a:lnTo>
                  <a:lnTo>
                    <a:pt x="1578520" y="585419"/>
                  </a:lnTo>
                  <a:lnTo>
                    <a:pt x="1630329" y="607057"/>
                  </a:lnTo>
                  <a:lnTo>
                    <a:pt x="1679747" y="631344"/>
                  </a:lnTo>
                  <a:lnTo>
                    <a:pt x="1719082" y="653344"/>
                  </a:lnTo>
                  <a:lnTo>
                    <a:pt x="1765217" y="682095"/>
                  </a:lnTo>
                  <a:lnTo>
                    <a:pt x="1810900" y="713587"/>
                  </a:lnTo>
                  <a:lnTo>
                    <a:pt x="1856556" y="747866"/>
                  </a:lnTo>
                  <a:lnTo>
                    <a:pt x="1902485" y="784898"/>
                  </a:lnTo>
                  <a:lnTo>
                    <a:pt x="1948878" y="824557"/>
                  </a:lnTo>
                  <a:lnTo>
                    <a:pt x="1995829" y="866622"/>
                  </a:lnTo>
                  <a:lnTo>
                    <a:pt x="2043345" y="910773"/>
                  </a:lnTo>
                  <a:lnTo>
                    <a:pt x="2091363" y="956599"/>
                  </a:lnTo>
                  <a:lnTo>
                    <a:pt x="2139758" y="1003612"/>
                  </a:lnTo>
                  <a:lnTo>
                    <a:pt x="2188364" y="1051265"/>
                  </a:lnTo>
                  <a:lnTo>
                    <a:pt x="2236989" y="1098979"/>
                  </a:lnTo>
                  <a:lnTo>
                    <a:pt x="2285442" y="1146172"/>
                  </a:lnTo>
                  <a:lnTo>
                    <a:pt x="2333551" y="1192288"/>
                  </a:lnTo>
                  <a:lnTo>
                    <a:pt x="2381180" y="1236825"/>
                  </a:lnTo>
                  <a:lnTo>
                    <a:pt x="2428250" y="1279353"/>
                  </a:lnTo>
                  <a:lnTo>
                    <a:pt x="2474754" y="1319535"/>
                  </a:lnTo>
                  <a:lnTo>
                    <a:pt x="2520767" y="1357127"/>
                  </a:lnTo>
                  <a:lnTo>
                    <a:pt x="2566460" y="1391985"/>
                  </a:lnTo>
                  <a:lnTo>
                    <a:pt x="2612107" y="1424056"/>
                  </a:lnTo>
                  <a:lnTo>
                    <a:pt x="2658105" y="1453370"/>
                  </a:lnTo>
                  <a:lnTo>
                    <a:pt x="2667772" y="1459135"/>
                  </a:lnTo>
                  <a:lnTo>
                    <a:pt x="2715840" y="1485697"/>
                  </a:lnTo>
                  <a:lnTo>
                    <a:pt x="2765623" y="1509494"/>
                  </a:lnTo>
                  <a:lnTo>
                    <a:pt x="2817958" y="1530680"/>
                  </a:lnTo>
                  <a:lnTo>
                    <a:pt x="2873775" y="1549509"/>
                  </a:lnTo>
                  <a:lnTo>
                    <a:pt x="2934017" y="1566261"/>
                  </a:lnTo>
                  <a:lnTo>
                    <a:pt x="2999547" y="1581201"/>
                  </a:lnTo>
                  <a:lnTo>
                    <a:pt x="3071034" y="1594559"/>
                  </a:lnTo>
                  <a:lnTo>
                    <a:pt x="3148803" y="1606516"/>
                  </a:lnTo>
                  <a:lnTo>
                    <a:pt x="3232627" y="1617198"/>
                  </a:lnTo>
                  <a:lnTo>
                    <a:pt x="3321501" y="1626676"/>
                  </a:lnTo>
                  <a:lnTo>
                    <a:pt x="3413427" y="1634971"/>
                  </a:lnTo>
                  <a:lnTo>
                    <a:pt x="3505313" y="1642068"/>
                  </a:lnTo>
                  <a:lnTo>
                    <a:pt x="3593107" y="1647938"/>
                  </a:lnTo>
                  <a:lnTo>
                    <a:pt x="3672268" y="1652565"/>
                  </a:lnTo>
                  <a:lnTo>
                    <a:pt x="3738555" y="1655984"/>
                  </a:lnTo>
                  <a:lnTo>
                    <a:pt x="3788974" y="1658294"/>
                  </a:lnTo>
                  <a:lnTo>
                    <a:pt x="3822571" y="1659670"/>
                  </a:lnTo>
                  <a:lnTo>
                    <a:pt x="3840796" y="1660341"/>
                  </a:lnTo>
                  <a:lnTo>
                    <a:pt x="3847406" y="1660561"/>
                  </a:lnTo>
                  <a:lnTo>
                    <a:pt x="3848118" y="1660582"/>
                  </a:lnTo>
                  <a:lnTo>
                    <a:pt x="4386855" y="1660582"/>
                  </a:lnTo>
                  <a:lnTo>
                    <a:pt x="4388108" y="1660529"/>
                  </a:lnTo>
                  <a:lnTo>
                    <a:pt x="4396289" y="1660151"/>
                  </a:lnTo>
                  <a:lnTo>
                    <a:pt x="4416712" y="1659104"/>
                  </a:lnTo>
                  <a:lnTo>
                    <a:pt x="4452715" y="1657049"/>
                  </a:lnTo>
                  <a:lnTo>
                    <a:pt x="4505343" y="1653688"/>
                  </a:lnTo>
                  <a:lnTo>
                    <a:pt x="4573320" y="1648802"/>
                  </a:lnTo>
                  <a:lnTo>
                    <a:pt x="4653470" y="1642268"/>
                  </a:lnTo>
                  <a:lnTo>
                    <a:pt x="4741534" y="1634054"/>
                  </a:lnTo>
                  <a:lnTo>
                    <a:pt x="4833074" y="1624184"/>
                  </a:lnTo>
                  <a:lnTo>
                    <a:pt x="4924214" y="1612698"/>
                  </a:lnTo>
                  <a:lnTo>
                    <a:pt x="5012048" y="1599612"/>
                  </a:lnTo>
                  <a:lnTo>
                    <a:pt x="5094736" y="1584890"/>
                  </a:lnTo>
                  <a:lnTo>
                    <a:pt x="5171385" y="1568429"/>
                  </a:lnTo>
                  <a:lnTo>
                    <a:pt x="5241840" y="1550051"/>
                  </a:lnTo>
                  <a:lnTo>
                    <a:pt x="5306460" y="1529506"/>
                  </a:lnTo>
                  <a:lnTo>
                    <a:pt x="5365925" y="1506482"/>
                  </a:lnTo>
                  <a:lnTo>
                    <a:pt x="5421094" y="1480617"/>
                  </a:lnTo>
                  <a:lnTo>
                    <a:pt x="5472894" y="1451534"/>
                  </a:lnTo>
                  <a:lnTo>
                    <a:pt x="5522235" y="1418899"/>
                  </a:lnTo>
                  <a:lnTo>
                    <a:pt x="5567201" y="1384726"/>
                  </a:lnTo>
                  <a:lnTo>
                    <a:pt x="5609891" y="1348442"/>
                  </a:lnTo>
                  <a:lnTo>
                    <a:pt x="5652164" y="1308955"/>
                  </a:lnTo>
                  <a:lnTo>
                    <a:pt x="5694368" y="1266204"/>
                  </a:lnTo>
                  <a:lnTo>
                    <a:pt x="5736758" y="1220209"/>
                  </a:lnTo>
                  <a:lnTo>
                    <a:pt x="5779505" y="1171081"/>
                  </a:lnTo>
                  <a:lnTo>
                    <a:pt x="5822709" y="1119022"/>
                  </a:lnTo>
                  <a:lnTo>
                    <a:pt x="5866403" y="1064335"/>
                  </a:lnTo>
                  <a:lnTo>
                    <a:pt x="5910563" y="1007419"/>
                  </a:lnTo>
                  <a:lnTo>
                    <a:pt x="5955116" y="948759"/>
                  </a:lnTo>
                  <a:lnTo>
                    <a:pt x="5999948" y="888908"/>
                  </a:lnTo>
                  <a:lnTo>
                    <a:pt x="6044921" y="828474"/>
                  </a:lnTo>
                  <a:lnTo>
                    <a:pt x="6089882" y="768088"/>
                  </a:lnTo>
                  <a:lnTo>
                    <a:pt x="6134681" y="708379"/>
                  </a:lnTo>
                  <a:lnTo>
                    <a:pt x="6179181" y="649946"/>
                  </a:lnTo>
                  <a:lnTo>
                    <a:pt x="6223274" y="593335"/>
                  </a:lnTo>
                  <a:lnTo>
                    <a:pt x="6266895" y="539020"/>
                  </a:lnTo>
                  <a:lnTo>
                    <a:pt x="6310027" y="487384"/>
                  </a:lnTo>
                  <a:lnTo>
                    <a:pt x="6352713" y="438714"/>
                  </a:lnTo>
                  <a:lnTo>
                    <a:pt x="6395061" y="393202"/>
                  </a:lnTo>
                  <a:lnTo>
                    <a:pt x="6437258" y="350941"/>
                  </a:lnTo>
                  <a:lnTo>
                    <a:pt x="6479569" y="311940"/>
                  </a:lnTo>
                  <a:lnTo>
                    <a:pt x="6515891" y="281300"/>
                  </a:lnTo>
                  <a:lnTo>
                    <a:pt x="6563662" y="245137"/>
                  </a:lnTo>
                  <a:lnTo>
                    <a:pt x="6613122" y="212715"/>
                  </a:lnTo>
                  <a:lnTo>
                    <a:pt x="6665091" y="183828"/>
                  </a:lnTo>
                  <a:lnTo>
                    <a:pt x="6720483" y="158138"/>
                  </a:lnTo>
                  <a:lnTo>
                    <a:pt x="6780225" y="135266"/>
                  </a:lnTo>
                  <a:lnTo>
                    <a:pt x="6845166" y="114855"/>
                  </a:lnTo>
                  <a:lnTo>
                    <a:pt x="6915974" y="96594"/>
                  </a:lnTo>
                  <a:lnTo>
                    <a:pt x="6992983" y="80238"/>
                  </a:lnTo>
                  <a:lnTo>
                    <a:pt x="7076001" y="65613"/>
                  </a:lnTo>
                  <a:lnTo>
                    <a:pt x="7164087" y="52620"/>
                  </a:lnTo>
                  <a:lnTo>
                    <a:pt x="7255340" y="41227"/>
                  </a:lnTo>
                  <a:lnTo>
                    <a:pt x="7346792" y="31451"/>
                  </a:lnTo>
                  <a:lnTo>
                    <a:pt x="7434521" y="23334"/>
                  </a:lnTo>
                  <a:lnTo>
                    <a:pt x="7514077" y="16898"/>
                  </a:lnTo>
                  <a:lnTo>
                    <a:pt x="7581237" y="12104"/>
                  </a:lnTo>
                  <a:lnTo>
                    <a:pt x="7632916" y="8825"/>
                  </a:lnTo>
                  <a:lnTo>
                    <a:pt x="7667965" y="6838"/>
                  </a:lnTo>
                  <a:lnTo>
                    <a:pt x="7687568" y="5839"/>
                  </a:lnTo>
                  <a:lnTo>
                    <a:pt x="7695186" y="548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43" y="1655098"/>
                  </a:lnTo>
                  <a:lnTo>
                    <a:pt x="3838517" y="1654817"/>
                  </a:lnTo>
                  <a:lnTo>
                    <a:pt x="3817746" y="1654038"/>
                  </a:lnTo>
                  <a:lnTo>
                    <a:pt x="3781166" y="1652510"/>
                  </a:lnTo>
                  <a:lnTo>
                    <a:pt x="3727761" y="1650011"/>
                  </a:lnTo>
                  <a:lnTo>
                    <a:pt x="3658895" y="1646381"/>
                  </a:lnTo>
                  <a:lnTo>
                    <a:pt x="3577851" y="1641531"/>
                  </a:lnTo>
                  <a:lnTo>
                    <a:pt x="3488993" y="1635439"/>
                  </a:lnTo>
                  <a:lnTo>
                    <a:pt x="3396825" y="1628125"/>
                  </a:lnTo>
                  <a:lnTo>
                    <a:pt x="3305251" y="1619617"/>
                  </a:lnTo>
                  <a:lnTo>
                    <a:pt x="3217168" y="1609926"/>
                  </a:lnTo>
                  <a:lnTo>
                    <a:pt x="3134382" y="1599022"/>
                  </a:lnTo>
                  <a:lnTo>
                    <a:pt x="3057743" y="1586825"/>
                  </a:lnTo>
                  <a:lnTo>
                    <a:pt x="2987361" y="1573197"/>
                  </a:lnTo>
                  <a:lnTo>
                    <a:pt x="2922837" y="1557950"/>
                  </a:lnTo>
                  <a:lnTo>
                    <a:pt x="2863456" y="1540846"/>
                  </a:lnTo>
                  <a:lnTo>
                    <a:pt x="2808335" y="1521615"/>
                  </a:lnTo>
                  <a:lnTo>
                    <a:pt x="2756525" y="1499977"/>
                  </a:lnTo>
                  <a:lnTo>
                    <a:pt x="2707108" y="1475690"/>
                  </a:lnTo>
                  <a:lnTo>
                    <a:pt x="2667772" y="1453690"/>
                  </a:lnTo>
                  <a:lnTo>
                    <a:pt x="2621638" y="1424939"/>
                  </a:lnTo>
                  <a:lnTo>
                    <a:pt x="2575955" y="1393447"/>
                  </a:lnTo>
                  <a:lnTo>
                    <a:pt x="2530298" y="1359167"/>
                  </a:lnTo>
                  <a:lnTo>
                    <a:pt x="2484369" y="1322136"/>
                  </a:lnTo>
                  <a:lnTo>
                    <a:pt x="2437977" y="1282477"/>
                  </a:lnTo>
                  <a:lnTo>
                    <a:pt x="2391026" y="1240412"/>
                  </a:lnTo>
                  <a:lnTo>
                    <a:pt x="2343509" y="1196261"/>
                  </a:lnTo>
                  <a:lnTo>
                    <a:pt x="2295491" y="1150434"/>
                  </a:lnTo>
                  <a:lnTo>
                    <a:pt x="2247096" y="1103421"/>
                  </a:lnTo>
                  <a:lnTo>
                    <a:pt x="2198491" y="1055768"/>
                  </a:lnTo>
                  <a:lnTo>
                    <a:pt x="2149866" y="1008054"/>
                  </a:lnTo>
                  <a:lnTo>
                    <a:pt x="2101412" y="960861"/>
                  </a:lnTo>
                  <a:lnTo>
                    <a:pt x="2053304" y="914745"/>
                  </a:lnTo>
                  <a:lnTo>
                    <a:pt x="2005675" y="870209"/>
                  </a:lnTo>
                  <a:lnTo>
                    <a:pt x="1958605" y="827680"/>
                  </a:lnTo>
                  <a:lnTo>
                    <a:pt x="1912101" y="787499"/>
                  </a:lnTo>
                  <a:lnTo>
                    <a:pt x="1866087" y="749907"/>
                  </a:lnTo>
                  <a:lnTo>
                    <a:pt x="1820395" y="715049"/>
                  </a:lnTo>
                  <a:lnTo>
                    <a:pt x="1774748" y="682978"/>
                  </a:lnTo>
                  <a:lnTo>
                    <a:pt x="1728750" y="653663"/>
                  </a:lnTo>
                  <a:lnTo>
                    <a:pt x="1719082" y="647899"/>
                  </a:lnTo>
                  <a:lnTo>
                    <a:pt x="1671014" y="621337"/>
                  </a:lnTo>
                  <a:lnTo>
                    <a:pt x="1621231" y="597540"/>
                  </a:lnTo>
                  <a:lnTo>
                    <a:pt x="1568897" y="576353"/>
                  </a:lnTo>
                  <a:lnTo>
                    <a:pt x="1513080" y="557524"/>
                  </a:lnTo>
                  <a:lnTo>
                    <a:pt x="1452838" y="540773"/>
                  </a:lnTo>
                  <a:lnTo>
                    <a:pt x="1387308" y="525833"/>
                  </a:lnTo>
                  <a:lnTo>
                    <a:pt x="1315820" y="512474"/>
                  </a:lnTo>
                  <a:lnTo>
                    <a:pt x="1238052" y="500517"/>
                  </a:lnTo>
                  <a:lnTo>
                    <a:pt x="1154227" y="489836"/>
                  </a:lnTo>
                  <a:lnTo>
                    <a:pt x="1065354" y="480358"/>
                  </a:lnTo>
                  <a:lnTo>
                    <a:pt x="973428" y="472063"/>
                  </a:lnTo>
                  <a:lnTo>
                    <a:pt x="881542" y="464965"/>
                  </a:lnTo>
                  <a:lnTo>
                    <a:pt x="793747" y="459096"/>
                  </a:lnTo>
                  <a:lnTo>
                    <a:pt x="714586" y="454468"/>
                  </a:lnTo>
                  <a:lnTo>
                    <a:pt x="648300" y="451050"/>
                  </a:lnTo>
                  <a:lnTo>
                    <a:pt x="597881" y="448740"/>
                  </a:lnTo>
                  <a:lnTo>
                    <a:pt x="564284" y="447363"/>
                  </a:lnTo>
                  <a:lnTo>
                    <a:pt x="546058" y="446693"/>
                  </a:lnTo>
                  <a:lnTo>
                    <a:pt x="539449" y="446473"/>
                  </a:lnTo>
                  <a:lnTo>
                    <a:pt x="538736" y="446451"/>
                  </a:lnTo>
                  <a:lnTo>
                    <a:pt x="0" y="44645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546595" y="1175130"/>
              <a:ext cx="8234974" cy="1655138"/>
            </a:xfrm>
            <a:custGeom>
              <a:avLst/>
              <a:pathLst>
                <a:path w="8234974" h="1655138">
                  <a:moveTo>
                    <a:pt x="0" y="446451"/>
                  </a:moveTo>
                  <a:lnTo>
                    <a:pt x="538736" y="446451"/>
                  </a:lnTo>
                  <a:lnTo>
                    <a:pt x="540012" y="446491"/>
                  </a:lnTo>
                  <a:lnTo>
                    <a:pt x="548338" y="446772"/>
                  </a:lnTo>
                  <a:lnTo>
                    <a:pt x="569109" y="447551"/>
                  </a:lnTo>
                  <a:lnTo>
                    <a:pt x="605689" y="449080"/>
                  </a:lnTo>
                  <a:lnTo>
                    <a:pt x="659093" y="451578"/>
                  </a:lnTo>
                  <a:lnTo>
                    <a:pt x="727960" y="455208"/>
                  </a:lnTo>
                  <a:lnTo>
                    <a:pt x="809003" y="460058"/>
                  </a:lnTo>
                  <a:lnTo>
                    <a:pt x="897862" y="466150"/>
                  </a:lnTo>
                  <a:lnTo>
                    <a:pt x="990030" y="473464"/>
                  </a:lnTo>
                  <a:lnTo>
                    <a:pt x="1081603" y="481972"/>
                  </a:lnTo>
                  <a:lnTo>
                    <a:pt x="1169687" y="491663"/>
                  </a:lnTo>
                  <a:lnTo>
                    <a:pt x="1252473" y="502567"/>
                  </a:lnTo>
                  <a:lnTo>
                    <a:pt x="1329111" y="514765"/>
                  </a:lnTo>
                  <a:lnTo>
                    <a:pt x="1399494" y="528392"/>
                  </a:lnTo>
                  <a:lnTo>
                    <a:pt x="1464017" y="543639"/>
                  </a:lnTo>
                  <a:lnTo>
                    <a:pt x="1523398" y="560743"/>
                  </a:lnTo>
                  <a:lnTo>
                    <a:pt x="1578520" y="579975"/>
                  </a:lnTo>
                  <a:lnTo>
                    <a:pt x="1630329" y="601613"/>
                  </a:lnTo>
                  <a:lnTo>
                    <a:pt x="1679747" y="625899"/>
                  </a:lnTo>
                  <a:lnTo>
                    <a:pt x="1719082" y="647899"/>
                  </a:lnTo>
                  <a:lnTo>
                    <a:pt x="1765217" y="676650"/>
                  </a:lnTo>
                  <a:lnTo>
                    <a:pt x="1810900" y="708142"/>
                  </a:lnTo>
                  <a:lnTo>
                    <a:pt x="1856556" y="742422"/>
                  </a:lnTo>
                  <a:lnTo>
                    <a:pt x="1902485" y="779454"/>
                  </a:lnTo>
                  <a:lnTo>
                    <a:pt x="1948878" y="819113"/>
                  </a:lnTo>
                  <a:lnTo>
                    <a:pt x="1995829" y="861177"/>
                  </a:lnTo>
                  <a:lnTo>
                    <a:pt x="2043345" y="905328"/>
                  </a:lnTo>
                  <a:lnTo>
                    <a:pt x="2091363" y="951155"/>
                  </a:lnTo>
                  <a:lnTo>
                    <a:pt x="2139758" y="998168"/>
                  </a:lnTo>
                  <a:lnTo>
                    <a:pt x="2188364" y="1045821"/>
                  </a:lnTo>
                  <a:lnTo>
                    <a:pt x="2236989" y="1093535"/>
                  </a:lnTo>
                  <a:lnTo>
                    <a:pt x="2285442" y="1140728"/>
                  </a:lnTo>
                  <a:lnTo>
                    <a:pt x="2333551" y="1186844"/>
                  </a:lnTo>
                  <a:lnTo>
                    <a:pt x="2381180" y="1231380"/>
                  </a:lnTo>
                  <a:lnTo>
                    <a:pt x="2428250" y="1273909"/>
                  </a:lnTo>
                  <a:lnTo>
                    <a:pt x="2474754" y="1314090"/>
                  </a:lnTo>
                  <a:lnTo>
                    <a:pt x="2520767" y="1351682"/>
                  </a:lnTo>
                  <a:lnTo>
                    <a:pt x="2566460" y="1386540"/>
                  </a:lnTo>
                  <a:lnTo>
                    <a:pt x="2612107" y="1418612"/>
                  </a:lnTo>
                  <a:lnTo>
                    <a:pt x="2658105" y="1447926"/>
                  </a:lnTo>
                  <a:lnTo>
                    <a:pt x="2667772" y="1453690"/>
                  </a:lnTo>
                  <a:lnTo>
                    <a:pt x="2715840" y="1480252"/>
                  </a:lnTo>
                  <a:lnTo>
                    <a:pt x="2765623" y="1504050"/>
                  </a:lnTo>
                  <a:lnTo>
                    <a:pt x="2817958" y="1525236"/>
                  </a:lnTo>
                  <a:lnTo>
                    <a:pt x="2873775" y="1544065"/>
                  </a:lnTo>
                  <a:lnTo>
                    <a:pt x="2934017" y="1560816"/>
                  </a:lnTo>
                  <a:lnTo>
                    <a:pt x="2999547" y="1575756"/>
                  </a:lnTo>
                  <a:lnTo>
                    <a:pt x="3071034" y="1589115"/>
                  </a:lnTo>
                  <a:lnTo>
                    <a:pt x="3148803" y="1601072"/>
                  </a:lnTo>
                  <a:lnTo>
                    <a:pt x="3232627" y="1611754"/>
                  </a:lnTo>
                  <a:lnTo>
                    <a:pt x="3321501" y="1621231"/>
                  </a:lnTo>
                  <a:lnTo>
                    <a:pt x="3413427" y="1629527"/>
                  </a:lnTo>
                  <a:lnTo>
                    <a:pt x="3505313" y="1636624"/>
                  </a:lnTo>
                  <a:lnTo>
                    <a:pt x="3593107" y="1642493"/>
                  </a:lnTo>
                  <a:lnTo>
                    <a:pt x="3672268" y="1647121"/>
                  </a:lnTo>
                  <a:lnTo>
                    <a:pt x="3738555" y="1650539"/>
                  </a:lnTo>
                  <a:lnTo>
                    <a:pt x="3788974" y="1652850"/>
                  </a:lnTo>
                  <a:lnTo>
                    <a:pt x="3822571" y="1654226"/>
                  </a:lnTo>
                  <a:lnTo>
                    <a:pt x="3840796" y="1654896"/>
                  </a:lnTo>
                  <a:lnTo>
                    <a:pt x="3847406" y="1655116"/>
                  </a:lnTo>
                  <a:lnTo>
                    <a:pt x="3848118" y="1655138"/>
                  </a:lnTo>
                  <a:lnTo>
                    <a:pt x="4386855" y="1655138"/>
                  </a:lnTo>
                  <a:lnTo>
                    <a:pt x="4388108" y="1655085"/>
                  </a:lnTo>
                  <a:lnTo>
                    <a:pt x="4396289" y="1654706"/>
                  </a:lnTo>
                  <a:lnTo>
                    <a:pt x="4416712" y="1653659"/>
                  </a:lnTo>
                  <a:lnTo>
                    <a:pt x="4452715" y="1651604"/>
                  </a:lnTo>
                  <a:lnTo>
                    <a:pt x="4505343" y="1648244"/>
                  </a:lnTo>
                  <a:lnTo>
                    <a:pt x="4573320" y="1643357"/>
                  </a:lnTo>
                  <a:lnTo>
                    <a:pt x="4653470" y="1636823"/>
                  </a:lnTo>
                  <a:lnTo>
                    <a:pt x="4741534" y="1628609"/>
                  </a:lnTo>
                  <a:lnTo>
                    <a:pt x="4833074" y="1618740"/>
                  </a:lnTo>
                  <a:lnTo>
                    <a:pt x="4924214" y="1607254"/>
                  </a:lnTo>
                  <a:lnTo>
                    <a:pt x="5012048" y="1594168"/>
                  </a:lnTo>
                  <a:lnTo>
                    <a:pt x="5094736" y="1579446"/>
                  </a:lnTo>
                  <a:lnTo>
                    <a:pt x="5171385" y="1562985"/>
                  </a:lnTo>
                  <a:lnTo>
                    <a:pt x="5241840" y="1544606"/>
                  </a:lnTo>
                  <a:lnTo>
                    <a:pt x="5306460" y="1524062"/>
                  </a:lnTo>
                  <a:lnTo>
                    <a:pt x="5365925" y="1501037"/>
                  </a:lnTo>
                  <a:lnTo>
                    <a:pt x="5421094" y="1475172"/>
                  </a:lnTo>
                  <a:lnTo>
                    <a:pt x="5472894" y="1446089"/>
                  </a:lnTo>
                  <a:lnTo>
                    <a:pt x="5522235" y="1413454"/>
                  </a:lnTo>
                  <a:lnTo>
                    <a:pt x="5567201" y="1379281"/>
                  </a:lnTo>
                  <a:lnTo>
                    <a:pt x="5609891" y="1342998"/>
                  </a:lnTo>
                  <a:lnTo>
                    <a:pt x="5652164" y="1303510"/>
                  </a:lnTo>
                  <a:lnTo>
                    <a:pt x="5694368" y="1260759"/>
                  </a:lnTo>
                  <a:lnTo>
                    <a:pt x="5736758" y="1214765"/>
                  </a:lnTo>
                  <a:lnTo>
                    <a:pt x="5779505" y="1165636"/>
                  </a:lnTo>
                  <a:lnTo>
                    <a:pt x="5822709" y="1113577"/>
                  </a:lnTo>
                  <a:lnTo>
                    <a:pt x="5866403" y="1058891"/>
                  </a:lnTo>
                  <a:lnTo>
                    <a:pt x="5910563" y="1001975"/>
                  </a:lnTo>
                  <a:lnTo>
                    <a:pt x="5955116" y="943314"/>
                  </a:lnTo>
                  <a:lnTo>
                    <a:pt x="5999948" y="883464"/>
                  </a:lnTo>
                  <a:lnTo>
                    <a:pt x="6044921" y="823030"/>
                  </a:lnTo>
                  <a:lnTo>
                    <a:pt x="6089882" y="762644"/>
                  </a:lnTo>
                  <a:lnTo>
                    <a:pt x="6134681" y="702934"/>
                  </a:lnTo>
                  <a:lnTo>
                    <a:pt x="6179181" y="644501"/>
                  </a:lnTo>
                  <a:lnTo>
                    <a:pt x="6223274" y="587891"/>
                  </a:lnTo>
                  <a:lnTo>
                    <a:pt x="6266895" y="533575"/>
                  </a:lnTo>
                  <a:lnTo>
                    <a:pt x="6310027" y="481939"/>
                  </a:lnTo>
                  <a:lnTo>
                    <a:pt x="6352713" y="433270"/>
                  </a:lnTo>
                  <a:lnTo>
                    <a:pt x="6395061" y="387757"/>
                  </a:lnTo>
                  <a:lnTo>
                    <a:pt x="6437258" y="345497"/>
                  </a:lnTo>
                  <a:lnTo>
                    <a:pt x="6479569" y="306495"/>
                  </a:lnTo>
                  <a:lnTo>
                    <a:pt x="6515891" y="275856"/>
                  </a:lnTo>
                  <a:lnTo>
                    <a:pt x="6563662" y="239693"/>
                  </a:lnTo>
                  <a:lnTo>
                    <a:pt x="6613122" y="207270"/>
                  </a:lnTo>
                  <a:lnTo>
                    <a:pt x="6665091" y="178384"/>
                  </a:lnTo>
                  <a:lnTo>
                    <a:pt x="6720483" y="152693"/>
                  </a:lnTo>
                  <a:lnTo>
                    <a:pt x="6780225" y="129822"/>
                  </a:lnTo>
                  <a:lnTo>
                    <a:pt x="6845166" y="109411"/>
                  </a:lnTo>
                  <a:lnTo>
                    <a:pt x="6915974" y="91150"/>
                  </a:lnTo>
                  <a:lnTo>
                    <a:pt x="6992983" y="74793"/>
                  </a:lnTo>
                  <a:lnTo>
                    <a:pt x="7076001" y="60168"/>
                  </a:lnTo>
                  <a:lnTo>
                    <a:pt x="7164087" y="47175"/>
                  </a:lnTo>
                  <a:lnTo>
                    <a:pt x="7255340" y="35782"/>
                  </a:lnTo>
                  <a:lnTo>
                    <a:pt x="7346792" y="26007"/>
                  </a:lnTo>
                  <a:lnTo>
                    <a:pt x="7434521" y="17890"/>
                  </a:lnTo>
                  <a:lnTo>
                    <a:pt x="7514077" y="11453"/>
                  </a:lnTo>
                  <a:lnTo>
                    <a:pt x="7581237" y="6659"/>
                  </a:lnTo>
                  <a:lnTo>
                    <a:pt x="7632916" y="3381"/>
                  </a:lnTo>
                  <a:lnTo>
                    <a:pt x="7667965" y="1393"/>
                  </a:lnTo>
                  <a:lnTo>
                    <a:pt x="7687568" y="394"/>
                  </a:lnTo>
                  <a:lnTo>
                    <a:pt x="7695186" y="4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546595" y="1169686"/>
              <a:ext cx="8234974" cy="1655138"/>
            </a:xfrm>
            <a:custGeom>
              <a:avLst/>
              <a:pathLst>
                <a:path w="8234974" h="1655138">
                  <a:moveTo>
                    <a:pt x="8234974" y="0"/>
                  </a:move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43" y="1655098"/>
                  </a:lnTo>
                  <a:lnTo>
                    <a:pt x="3838517" y="1654817"/>
                  </a:lnTo>
                  <a:lnTo>
                    <a:pt x="3817746" y="1654038"/>
                  </a:lnTo>
                  <a:lnTo>
                    <a:pt x="3781166" y="1652510"/>
                  </a:lnTo>
                  <a:lnTo>
                    <a:pt x="3727761" y="1650011"/>
                  </a:lnTo>
                  <a:lnTo>
                    <a:pt x="3658895" y="1646381"/>
                  </a:lnTo>
                  <a:lnTo>
                    <a:pt x="3577851" y="1641531"/>
                  </a:lnTo>
                  <a:lnTo>
                    <a:pt x="3488993" y="1635439"/>
                  </a:lnTo>
                  <a:lnTo>
                    <a:pt x="3396825" y="1628125"/>
                  </a:lnTo>
                  <a:lnTo>
                    <a:pt x="3305251" y="1619617"/>
                  </a:lnTo>
                  <a:lnTo>
                    <a:pt x="3217168" y="1609926"/>
                  </a:lnTo>
                  <a:lnTo>
                    <a:pt x="3134382" y="1599022"/>
                  </a:lnTo>
                  <a:lnTo>
                    <a:pt x="3057743" y="1586825"/>
                  </a:lnTo>
                  <a:lnTo>
                    <a:pt x="2987361" y="1573197"/>
                  </a:lnTo>
                  <a:lnTo>
                    <a:pt x="2922837" y="1557950"/>
                  </a:lnTo>
                  <a:lnTo>
                    <a:pt x="2863456" y="1540846"/>
                  </a:lnTo>
                  <a:lnTo>
                    <a:pt x="2808335" y="1521615"/>
                  </a:lnTo>
                  <a:lnTo>
                    <a:pt x="2756525" y="1499977"/>
                  </a:lnTo>
                  <a:lnTo>
                    <a:pt x="2707108" y="1475690"/>
                  </a:lnTo>
                  <a:lnTo>
                    <a:pt x="2667772" y="1453690"/>
                  </a:lnTo>
                  <a:lnTo>
                    <a:pt x="2621638" y="1424939"/>
                  </a:lnTo>
                  <a:lnTo>
                    <a:pt x="2575955" y="1393447"/>
                  </a:lnTo>
                  <a:lnTo>
                    <a:pt x="2530298" y="1359167"/>
                  </a:lnTo>
                  <a:lnTo>
                    <a:pt x="2484369" y="1322136"/>
                  </a:lnTo>
                  <a:lnTo>
                    <a:pt x="2437977" y="1282477"/>
                  </a:lnTo>
                  <a:lnTo>
                    <a:pt x="2391026" y="1240412"/>
                  </a:lnTo>
                  <a:lnTo>
                    <a:pt x="2343509" y="1196261"/>
                  </a:lnTo>
                  <a:lnTo>
                    <a:pt x="2295491" y="1150434"/>
                  </a:lnTo>
                  <a:lnTo>
                    <a:pt x="2247096" y="1103421"/>
                  </a:lnTo>
                  <a:lnTo>
                    <a:pt x="2198491" y="1055768"/>
                  </a:lnTo>
                  <a:lnTo>
                    <a:pt x="2149866" y="1008054"/>
                  </a:lnTo>
                  <a:lnTo>
                    <a:pt x="2101412" y="960861"/>
                  </a:lnTo>
                  <a:lnTo>
                    <a:pt x="2053304" y="914745"/>
                  </a:lnTo>
                  <a:lnTo>
                    <a:pt x="2005675" y="870209"/>
                  </a:lnTo>
                  <a:lnTo>
                    <a:pt x="1958605" y="827680"/>
                  </a:lnTo>
                  <a:lnTo>
                    <a:pt x="1912101" y="787499"/>
                  </a:lnTo>
                  <a:lnTo>
                    <a:pt x="1866087" y="749907"/>
                  </a:lnTo>
                  <a:lnTo>
                    <a:pt x="1820395" y="715049"/>
                  </a:lnTo>
                  <a:lnTo>
                    <a:pt x="1774748" y="682978"/>
                  </a:lnTo>
                  <a:lnTo>
                    <a:pt x="1728750" y="653663"/>
                  </a:lnTo>
                  <a:lnTo>
                    <a:pt x="1719082" y="647899"/>
                  </a:lnTo>
                  <a:lnTo>
                    <a:pt x="1671014" y="621337"/>
                  </a:lnTo>
                  <a:lnTo>
                    <a:pt x="1621231" y="597540"/>
                  </a:lnTo>
                  <a:lnTo>
                    <a:pt x="1568897" y="576353"/>
                  </a:lnTo>
                  <a:lnTo>
                    <a:pt x="1513080" y="557524"/>
                  </a:lnTo>
                  <a:lnTo>
                    <a:pt x="1452838" y="540773"/>
                  </a:lnTo>
                  <a:lnTo>
                    <a:pt x="1387308" y="525833"/>
                  </a:lnTo>
                  <a:lnTo>
                    <a:pt x="1315820" y="512474"/>
                  </a:lnTo>
                  <a:lnTo>
                    <a:pt x="1238052" y="500517"/>
                  </a:lnTo>
                  <a:lnTo>
                    <a:pt x="1154227" y="489836"/>
                  </a:lnTo>
                  <a:lnTo>
                    <a:pt x="1065354" y="480358"/>
                  </a:lnTo>
                  <a:lnTo>
                    <a:pt x="973428" y="472063"/>
                  </a:lnTo>
                  <a:lnTo>
                    <a:pt x="881542" y="464965"/>
                  </a:lnTo>
                  <a:lnTo>
                    <a:pt x="793747" y="459096"/>
                  </a:lnTo>
                  <a:lnTo>
                    <a:pt x="714586" y="454468"/>
                  </a:lnTo>
                  <a:lnTo>
                    <a:pt x="648300" y="451050"/>
                  </a:lnTo>
                  <a:lnTo>
                    <a:pt x="597881" y="448740"/>
                  </a:lnTo>
                  <a:lnTo>
                    <a:pt x="564284" y="447363"/>
                  </a:lnTo>
                  <a:lnTo>
                    <a:pt x="546058" y="446693"/>
                  </a:lnTo>
                  <a:lnTo>
                    <a:pt x="539449" y="446473"/>
                  </a:lnTo>
                  <a:lnTo>
                    <a:pt x="538736" y="446451"/>
                  </a:lnTo>
                  <a:lnTo>
                    <a:pt x="0" y="446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9" name="pg269"/>
            <p:cNvSpPr/>
            <p:nvPr/>
          </p:nvSpPr>
          <p:spPr>
            <a:xfrm>
              <a:off x="546595" y="1621582"/>
              <a:ext cx="8234974" cy="1225020"/>
            </a:xfrm>
            <a:custGeom>
              <a:avLst/>
              <a:pathLst>
                <a:path w="8234974" h="1225020">
                  <a:moveTo>
                    <a:pt x="0" y="5444"/>
                  </a:moveTo>
                  <a:lnTo>
                    <a:pt x="538736" y="5444"/>
                  </a:lnTo>
                  <a:lnTo>
                    <a:pt x="540011" y="5484"/>
                  </a:lnTo>
                  <a:lnTo>
                    <a:pt x="548334" y="5768"/>
                  </a:lnTo>
                  <a:lnTo>
                    <a:pt x="569098" y="6553"/>
                  </a:lnTo>
                  <a:lnTo>
                    <a:pt x="605666" y="8095"/>
                  </a:lnTo>
                  <a:lnTo>
                    <a:pt x="659054" y="10615"/>
                  </a:lnTo>
                  <a:lnTo>
                    <a:pt x="727901" y="14277"/>
                  </a:lnTo>
                  <a:lnTo>
                    <a:pt x="808927" y="19168"/>
                  </a:lnTo>
                  <a:lnTo>
                    <a:pt x="897768" y="25313"/>
                  </a:lnTo>
                  <a:lnTo>
                    <a:pt x="989923" y="32691"/>
                  </a:lnTo>
                  <a:lnTo>
                    <a:pt x="1081488" y="41273"/>
                  </a:lnTo>
                  <a:lnTo>
                    <a:pt x="1169566" y="51049"/>
                  </a:lnTo>
                  <a:lnTo>
                    <a:pt x="1252350" y="62047"/>
                  </a:lnTo>
                  <a:lnTo>
                    <a:pt x="1328989" y="74351"/>
                  </a:lnTo>
                  <a:lnTo>
                    <a:pt x="1399373" y="88097"/>
                  </a:lnTo>
                  <a:lnTo>
                    <a:pt x="1463899" y="103476"/>
                  </a:lnTo>
                  <a:lnTo>
                    <a:pt x="1523281" y="120728"/>
                  </a:lnTo>
                  <a:lnTo>
                    <a:pt x="1578404" y="140126"/>
                  </a:lnTo>
                  <a:lnTo>
                    <a:pt x="1630213" y="161950"/>
                  </a:lnTo>
                  <a:lnTo>
                    <a:pt x="1679629" y="186446"/>
                  </a:lnTo>
                  <a:lnTo>
                    <a:pt x="1719082" y="208707"/>
                  </a:lnTo>
                  <a:lnTo>
                    <a:pt x="1765130" y="237659"/>
                  </a:lnTo>
                  <a:lnTo>
                    <a:pt x="1810728" y="269367"/>
                  </a:lnTo>
                  <a:lnTo>
                    <a:pt x="1856297" y="303877"/>
                  </a:lnTo>
                  <a:lnTo>
                    <a:pt x="1902137" y="341154"/>
                  </a:lnTo>
                  <a:lnTo>
                    <a:pt x="1948438" y="381073"/>
                  </a:lnTo>
                  <a:lnTo>
                    <a:pt x="1995294" y="423413"/>
                  </a:lnTo>
                  <a:lnTo>
                    <a:pt x="2042714" y="467854"/>
                  </a:lnTo>
                  <a:lnTo>
                    <a:pt x="2090635" y="513986"/>
                  </a:lnTo>
                  <a:lnTo>
                    <a:pt x="2138934" y="561318"/>
                  </a:lnTo>
                  <a:lnTo>
                    <a:pt x="2187445" y="609303"/>
                  </a:lnTo>
                  <a:lnTo>
                    <a:pt x="2235980" y="657361"/>
                  </a:lnTo>
                  <a:lnTo>
                    <a:pt x="2284348" y="704907"/>
                  </a:lnTo>
                  <a:lnTo>
                    <a:pt x="2332376" y="751382"/>
                  </a:lnTo>
                  <a:lnTo>
                    <a:pt x="2379928" y="796281"/>
                  </a:lnTo>
                  <a:lnTo>
                    <a:pt x="2426925" y="839172"/>
                  </a:lnTo>
                  <a:lnTo>
                    <a:pt x="2473357" y="879712"/>
                  </a:lnTo>
                  <a:lnTo>
                    <a:pt x="2519297" y="917656"/>
                  </a:lnTo>
                  <a:lnTo>
                    <a:pt x="2564910" y="952854"/>
                  </a:lnTo>
                  <a:lnTo>
                    <a:pt x="2610467" y="985251"/>
                  </a:lnTo>
                  <a:lnTo>
                    <a:pt x="2656356" y="1014874"/>
                  </a:lnTo>
                  <a:lnTo>
                    <a:pt x="2667772" y="1021757"/>
                  </a:lnTo>
                  <a:lnTo>
                    <a:pt x="2715834" y="1048555"/>
                  </a:lnTo>
                  <a:lnTo>
                    <a:pt x="2765610" y="1072564"/>
                  </a:lnTo>
                  <a:lnTo>
                    <a:pt x="2817937" y="1093940"/>
                  </a:lnTo>
                  <a:lnTo>
                    <a:pt x="2873745" y="1112937"/>
                  </a:lnTo>
                  <a:lnTo>
                    <a:pt x="2933977" y="1129838"/>
                  </a:lnTo>
                  <a:lnTo>
                    <a:pt x="2999494" y="1144912"/>
                  </a:lnTo>
                  <a:lnTo>
                    <a:pt x="3070968" y="1158390"/>
                  </a:lnTo>
                  <a:lnTo>
                    <a:pt x="3148720" y="1170455"/>
                  </a:lnTo>
                  <a:lnTo>
                    <a:pt x="3232527" y="1181233"/>
                  </a:lnTo>
                  <a:lnTo>
                    <a:pt x="3321385" y="1190796"/>
                  </a:lnTo>
                  <a:lnTo>
                    <a:pt x="3413296" y="1199167"/>
                  </a:lnTo>
                  <a:lnTo>
                    <a:pt x="3505173" y="1206329"/>
                  </a:lnTo>
                  <a:lnTo>
                    <a:pt x="3592967" y="1212252"/>
                  </a:lnTo>
                  <a:lnTo>
                    <a:pt x="3672137" y="1216923"/>
                  </a:lnTo>
                  <a:lnTo>
                    <a:pt x="3738442" y="1220374"/>
                  </a:lnTo>
                  <a:lnTo>
                    <a:pt x="3788888" y="1222707"/>
                  </a:lnTo>
                  <a:lnTo>
                    <a:pt x="3822515" y="1224097"/>
                  </a:lnTo>
                  <a:lnTo>
                    <a:pt x="3840769" y="1224775"/>
                  </a:lnTo>
                  <a:lnTo>
                    <a:pt x="3847400" y="1224998"/>
                  </a:lnTo>
                  <a:lnTo>
                    <a:pt x="3848118" y="1225020"/>
                  </a:lnTo>
                  <a:lnTo>
                    <a:pt x="4386855" y="1225020"/>
                  </a:lnTo>
                  <a:lnTo>
                    <a:pt x="4388133" y="1224982"/>
                  </a:lnTo>
                  <a:lnTo>
                    <a:pt x="4396472" y="1224711"/>
                  </a:lnTo>
                  <a:lnTo>
                    <a:pt x="4417275" y="1223962"/>
                  </a:lnTo>
                  <a:lnTo>
                    <a:pt x="4453909" y="1222494"/>
                  </a:lnTo>
                  <a:lnTo>
                    <a:pt x="4507386" y="1220092"/>
                  </a:lnTo>
                  <a:lnTo>
                    <a:pt x="4576334" y="1216604"/>
                  </a:lnTo>
                  <a:lnTo>
                    <a:pt x="4657460" y="1211944"/>
                  </a:lnTo>
                  <a:lnTo>
                    <a:pt x="4746392" y="1206091"/>
                  </a:lnTo>
                  <a:lnTo>
                    <a:pt x="4838617" y="1199063"/>
                  </a:lnTo>
                  <a:lnTo>
                    <a:pt x="4930230" y="1190890"/>
                  </a:lnTo>
                  <a:lnTo>
                    <a:pt x="5018336" y="1181580"/>
                  </a:lnTo>
                  <a:lnTo>
                    <a:pt x="5101130" y="1171104"/>
                  </a:lnTo>
                  <a:lnTo>
                    <a:pt x="5177768" y="1159385"/>
                  </a:lnTo>
                  <a:lnTo>
                    <a:pt x="5248143" y="1146292"/>
                  </a:lnTo>
                  <a:lnTo>
                    <a:pt x="5312658" y="1131641"/>
                  </a:lnTo>
                  <a:lnTo>
                    <a:pt x="5372031" y="1115205"/>
                  </a:lnTo>
                  <a:lnTo>
                    <a:pt x="5427149" y="1096722"/>
                  </a:lnTo>
                  <a:lnTo>
                    <a:pt x="5478959" y="1075926"/>
                  </a:lnTo>
                  <a:lnTo>
                    <a:pt x="5528385" y="1052583"/>
                  </a:lnTo>
                  <a:lnTo>
                    <a:pt x="5567201" y="1031739"/>
                  </a:lnTo>
                  <a:lnTo>
                    <a:pt x="5613725" y="1003908"/>
                  </a:lnTo>
                  <a:lnTo>
                    <a:pt x="5659794" y="973401"/>
                  </a:lnTo>
                  <a:lnTo>
                    <a:pt x="5705842" y="940174"/>
                  </a:lnTo>
                  <a:lnTo>
                    <a:pt x="5752173" y="904264"/>
                  </a:lnTo>
                  <a:lnTo>
                    <a:pt x="5798981" y="865796"/>
                  </a:lnTo>
                  <a:lnTo>
                    <a:pt x="5846357" y="824992"/>
                  </a:lnTo>
                  <a:lnTo>
                    <a:pt x="5894308" y="782170"/>
                  </a:lnTo>
                  <a:lnTo>
                    <a:pt x="5942763" y="737740"/>
                  </a:lnTo>
                  <a:lnTo>
                    <a:pt x="5991591" y="692187"/>
                  </a:lnTo>
                  <a:lnTo>
                    <a:pt x="6040618" y="646052"/>
                  </a:lnTo>
                  <a:lnTo>
                    <a:pt x="6089649" y="599906"/>
                  </a:lnTo>
                  <a:lnTo>
                    <a:pt x="6138487" y="554320"/>
                  </a:lnTo>
                  <a:lnTo>
                    <a:pt x="6186959" y="509838"/>
                  </a:lnTo>
                  <a:lnTo>
                    <a:pt x="6234930" y="466948"/>
                  </a:lnTo>
                  <a:lnTo>
                    <a:pt x="6282329" y="426061"/>
                  </a:lnTo>
                  <a:lnTo>
                    <a:pt x="6329157" y="387500"/>
                  </a:lnTo>
                  <a:lnTo>
                    <a:pt x="6375504" y="351490"/>
                  </a:lnTo>
                  <a:lnTo>
                    <a:pt x="6421557" y="318161"/>
                  </a:lnTo>
                  <a:lnTo>
                    <a:pt x="6467619" y="287551"/>
                  </a:lnTo>
                  <a:lnTo>
                    <a:pt x="6514115" y="259621"/>
                  </a:lnTo>
                  <a:lnTo>
                    <a:pt x="6515891" y="258615"/>
                  </a:lnTo>
                  <a:lnTo>
                    <a:pt x="6563987" y="233116"/>
                  </a:lnTo>
                  <a:lnTo>
                    <a:pt x="6613800" y="210273"/>
                  </a:lnTo>
                  <a:lnTo>
                    <a:pt x="6666168" y="189937"/>
                  </a:lnTo>
                  <a:lnTo>
                    <a:pt x="6722024" y="171866"/>
                  </a:lnTo>
                  <a:lnTo>
                    <a:pt x="6782312" y="155789"/>
                  </a:lnTo>
                  <a:lnTo>
                    <a:pt x="6847897" y="141452"/>
                  </a:lnTo>
                  <a:lnTo>
                    <a:pt x="6919447" y="128633"/>
                  </a:lnTo>
                  <a:lnTo>
                    <a:pt x="6997286" y="117159"/>
                  </a:lnTo>
                  <a:lnTo>
                    <a:pt x="7081185" y="106911"/>
                  </a:lnTo>
                  <a:lnTo>
                    <a:pt x="7170131" y="97818"/>
                  </a:lnTo>
                  <a:lnTo>
                    <a:pt x="7262118" y="89861"/>
                  </a:lnTo>
                  <a:lnTo>
                    <a:pt x="7354043" y="83055"/>
                  </a:lnTo>
                  <a:lnTo>
                    <a:pt x="7441843" y="77429"/>
                  </a:lnTo>
                  <a:lnTo>
                    <a:pt x="7520965" y="72996"/>
                  </a:lnTo>
                  <a:lnTo>
                    <a:pt x="7587169" y="69723"/>
                  </a:lnTo>
                  <a:lnTo>
                    <a:pt x="7637470" y="67514"/>
                  </a:lnTo>
                  <a:lnTo>
                    <a:pt x="7670933" y="66200"/>
                  </a:lnTo>
                  <a:lnTo>
                    <a:pt x="7689032" y="65562"/>
                  </a:lnTo>
                  <a:lnTo>
                    <a:pt x="7695552" y="65354"/>
                  </a:lnTo>
                  <a:lnTo>
                    <a:pt x="7696237" y="65334"/>
                  </a:lnTo>
                  <a:lnTo>
                    <a:pt x="8234974" y="65334"/>
                  </a:lnTo>
                  <a:lnTo>
                    <a:pt x="8234974" y="59889"/>
                  </a:lnTo>
                  <a:lnTo>
                    <a:pt x="7696237" y="59889"/>
                  </a:lnTo>
                  <a:lnTo>
                    <a:pt x="7694960" y="59927"/>
                  </a:lnTo>
                  <a:lnTo>
                    <a:pt x="7686620" y="60198"/>
                  </a:lnTo>
                  <a:lnTo>
                    <a:pt x="7665817" y="60947"/>
                  </a:lnTo>
                  <a:lnTo>
                    <a:pt x="7629183" y="62415"/>
                  </a:lnTo>
                  <a:lnTo>
                    <a:pt x="7575707" y="64817"/>
                  </a:lnTo>
                  <a:lnTo>
                    <a:pt x="7506758" y="68305"/>
                  </a:lnTo>
                  <a:lnTo>
                    <a:pt x="7425632" y="72965"/>
                  </a:lnTo>
                  <a:lnTo>
                    <a:pt x="7336701" y="78818"/>
                  </a:lnTo>
                  <a:lnTo>
                    <a:pt x="7244476" y="85846"/>
                  </a:lnTo>
                  <a:lnTo>
                    <a:pt x="7152862" y="94019"/>
                  </a:lnTo>
                  <a:lnTo>
                    <a:pt x="7064756" y="103329"/>
                  </a:lnTo>
                  <a:lnTo>
                    <a:pt x="6981962" y="113805"/>
                  </a:lnTo>
                  <a:lnTo>
                    <a:pt x="6905325" y="125524"/>
                  </a:lnTo>
                  <a:lnTo>
                    <a:pt x="6834949" y="138617"/>
                  </a:lnTo>
                  <a:lnTo>
                    <a:pt x="6770434" y="153268"/>
                  </a:lnTo>
                  <a:lnTo>
                    <a:pt x="6711061" y="169704"/>
                  </a:lnTo>
                  <a:lnTo>
                    <a:pt x="6655944" y="188187"/>
                  </a:lnTo>
                  <a:lnTo>
                    <a:pt x="6604133" y="208983"/>
                  </a:lnTo>
                  <a:lnTo>
                    <a:pt x="6554708" y="232326"/>
                  </a:lnTo>
                  <a:lnTo>
                    <a:pt x="6515891" y="253170"/>
                  </a:lnTo>
                  <a:lnTo>
                    <a:pt x="6469367" y="281002"/>
                  </a:lnTo>
                  <a:lnTo>
                    <a:pt x="6423298" y="311508"/>
                  </a:lnTo>
                  <a:lnTo>
                    <a:pt x="6377250" y="344735"/>
                  </a:lnTo>
                  <a:lnTo>
                    <a:pt x="6330919" y="380645"/>
                  </a:lnTo>
                  <a:lnTo>
                    <a:pt x="6284112" y="419113"/>
                  </a:lnTo>
                  <a:lnTo>
                    <a:pt x="6236735" y="459917"/>
                  </a:lnTo>
                  <a:lnTo>
                    <a:pt x="6188784" y="502739"/>
                  </a:lnTo>
                  <a:lnTo>
                    <a:pt x="6140329" y="547169"/>
                  </a:lnTo>
                  <a:lnTo>
                    <a:pt x="6091502" y="592722"/>
                  </a:lnTo>
                  <a:lnTo>
                    <a:pt x="6042475" y="638857"/>
                  </a:lnTo>
                  <a:lnTo>
                    <a:pt x="5993444" y="685003"/>
                  </a:lnTo>
                  <a:lnTo>
                    <a:pt x="5944605" y="730589"/>
                  </a:lnTo>
                  <a:lnTo>
                    <a:pt x="5896134" y="775071"/>
                  </a:lnTo>
                  <a:lnTo>
                    <a:pt x="5848162" y="817961"/>
                  </a:lnTo>
                  <a:lnTo>
                    <a:pt x="5800763" y="858848"/>
                  </a:lnTo>
                  <a:lnTo>
                    <a:pt x="5753935" y="897409"/>
                  </a:lnTo>
                  <a:lnTo>
                    <a:pt x="5707589" y="933419"/>
                  </a:lnTo>
                  <a:lnTo>
                    <a:pt x="5661535" y="966748"/>
                  </a:lnTo>
                  <a:lnTo>
                    <a:pt x="5615474" y="997358"/>
                  </a:lnTo>
                  <a:lnTo>
                    <a:pt x="5568977" y="1025288"/>
                  </a:lnTo>
                  <a:lnTo>
                    <a:pt x="5567201" y="1026294"/>
                  </a:lnTo>
                  <a:lnTo>
                    <a:pt x="5519106" y="1051793"/>
                  </a:lnTo>
                  <a:lnTo>
                    <a:pt x="5469293" y="1074636"/>
                  </a:lnTo>
                  <a:lnTo>
                    <a:pt x="5416925" y="1094972"/>
                  </a:lnTo>
                  <a:lnTo>
                    <a:pt x="5361068" y="1113043"/>
                  </a:lnTo>
                  <a:lnTo>
                    <a:pt x="5300780" y="1129120"/>
                  </a:lnTo>
                  <a:lnTo>
                    <a:pt x="5235196" y="1143458"/>
                  </a:lnTo>
                  <a:lnTo>
                    <a:pt x="5163645" y="1156276"/>
                  </a:lnTo>
                  <a:lnTo>
                    <a:pt x="5085806" y="1167750"/>
                  </a:lnTo>
                  <a:lnTo>
                    <a:pt x="5001908" y="1177999"/>
                  </a:lnTo>
                  <a:lnTo>
                    <a:pt x="4912961" y="1187091"/>
                  </a:lnTo>
                  <a:lnTo>
                    <a:pt x="4820974" y="1195048"/>
                  </a:lnTo>
                  <a:lnTo>
                    <a:pt x="4729049" y="1201854"/>
                  </a:lnTo>
                  <a:lnTo>
                    <a:pt x="4641250" y="1207480"/>
                  </a:lnTo>
                  <a:lnTo>
                    <a:pt x="4562128" y="1211913"/>
                  </a:lnTo>
                  <a:lnTo>
                    <a:pt x="4495924" y="1215186"/>
                  </a:lnTo>
                  <a:lnTo>
                    <a:pt x="4445622" y="1217395"/>
                  </a:lnTo>
                  <a:lnTo>
                    <a:pt x="4412160" y="1218709"/>
                  </a:lnTo>
                  <a:lnTo>
                    <a:pt x="4394060" y="1219347"/>
                  </a:lnTo>
                  <a:lnTo>
                    <a:pt x="4387540" y="1219555"/>
                  </a:lnTo>
                  <a:lnTo>
                    <a:pt x="4386855" y="1219575"/>
                  </a:lnTo>
                  <a:lnTo>
                    <a:pt x="3848118" y="1219575"/>
                  </a:lnTo>
                  <a:lnTo>
                    <a:pt x="3846843" y="1219535"/>
                  </a:lnTo>
                  <a:lnTo>
                    <a:pt x="3838520" y="1219251"/>
                  </a:lnTo>
                  <a:lnTo>
                    <a:pt x="3817757" y="1218466"/>
                  </a:lnTo>
                  <a:lnTo>
                    <a:pt x="3781189" y="1216924"/>
                  </a:lnTo>
                  <a:lnTo>
                    <a:pt x="3727801" y="1214404"/>
                  </a:lnTo>
                  <a:lnTo>
                    <a:pt x="3658953" y="1210743"/>
                  </a:lnTo>
                  <a:lnTo>
                    <a:pt x="3577928" y="1205851"/>
                  </a:lnTo>
                  <a:lnTo>
                    <a:pt x="3489086" y="1199706"/>
                  </a:lnTo>
                  <a:lnTo>
                    <a:pt x="3396932" y="1192328"/>
                  </a:lnTo>
                  <a:lnTo>
                    <a:pt x="3305367" y="1183746"/>
                  </a:lnTo>
                  <a:lnTo>
                    <a:pt x="3217288" y="1173971"/>
                  </a:lnTo>
                  <a:lnTo>
                    <a:pt x="3134505" y="1162972"/>
                  </a:lnTo>
                  <a:lnTo>
                    <a:pt x="3057865" y="1150668"/>
                  </a:lnTo>
                  <a:lnTo>
                    <a:pt x="2987482" y="1136922"/>
                  </a:lnTo>
                  <a:lnTo>
                    <a:pt x="2922956" y="1121543"/>
                  </a:lnTo>
                  <a:lnTo>
                    <a:pt x="2863573" y="1104291"/>
                  </a:lnTo>
                  <a:lnTo>
                    <a:pt x="2808451" y="1084894"/>
                  </a:lnTo>
                  <a:lnTo>
                    <a:pt x="2756642" y="1063069"/>
                  </a:lnTo>
                  <a:lnTo>
                    <a:pt x="2707226" y="1038574"/>
                  </a:lnTo>
                  <a:lnTo>
                    <a:pt x="2667772" y="1016313"/>
                  </a:lnTo>
                  <a:lnTo>
                    <a:pt x="2621725" y="987360"/>
                  </a:lnTo>
                  <a:lnTo>
                    <a:pt x="2576127" y="955652"/>
                  </a:lnTo>
                  <a:lnTo>
                    <a:pt x="2530557" y="921142"/>
                  </a:lnTo>
                  <a:lnTo>
                    <a:pt x="2484718" y="883865"/>
                  </a:lnTo>
                  <a:lnTo>
                    <a:pt x="2438417" y="843946"/>
                  </a:lnTo>
                  <a:lnTo>
                    <a:pt x="2391561" y="801606"/>
                  </a:lnTo>
                  <a:lnTo>
                    <a:pt x="2344140" y="757165"/>
                  </a:lnTo>
                  <a:lnTo>
                    <a:pt x="2296219" y="711033"/>
                  </a:lnTo>
                  <a:lnTo>
                    <a:pt x="2247920" y="663701"/>
                  </a:lnTo>
                  <a:lnTo>
                    <a:pt x="2199409" y="615716"/>
                  </a:lnTo>
                  <a:lnTo>
                    <a:pt x="2150874" y="567658"/>
                  </a:lnTo>
                  <a:lnTo>
                    <a:pt x="2102506" y="520112"/>
                  </a:lnTo>
                  <a:lnTo>
                    <a:pt x="2054479" y="473637"/>
                  </a:lnTo>
                  <a:lnTo>
                    <a:pt x="2006926" y="428738"/>
                  </a:lnTo>
                  <a:lnTo>
                    <a:pt x="1959929" y="385847"/>
                  </a:lnTo>
                  <a:lnTo>
                    <a:pt x="1913497" y="345307"/>
                  </a:lnTo>
                  <a:lnTo>
                    <a:pt x="1867558" y="307364"/>
                  </a:lnTo>
                  <a:lnTo>
                    <a:pt x="1821945" y="272166"/>
                  </a:lnTo>
                  <a:lnTo>
                    <a:pt x="1776388" y="239769"/>
                  </a:lnTo>
                  <a:lnTo>
                    <a:pt x="1730498" y="210145"/>
                  </a:lnTo>
                  <a:lnTo>
                    <a:pt x="1719082" y="203262"/>
                  </a:lnTo>
                  <a:lnTo>
                    <a:pt x="1671020" y="176464"/>
                  </a:lnTo>
                  <a:lnTo>
                    <a:pt x="1621244" y="152455"/>
                  </a:lnTo>
                  <a:lnTo>
                    <a:pt x="1568918" y="131079"/>
                  </a:lnTo>
                  <a:lnTo>
                    <a:pt x="1513109" y="112083"/>
                  </a:lnTo>
                  <a:lnTo>
                    <a:pt x="1452878" y="95181"/>
                  </a:lnTo>
                  <a:lnTo>
                    <a:pt x="1387361" y="80107"/>
                  </a:lnTo>
                  <a:lnTo>
                    <a:pt x="1315887" y="66629"/>
                  </a:lnTo>
                  <a:lnTo>
                    <a:pt x="1238134" y="54564"/>
                  </a:lnTo>
                  <a:lnTo>
                    <a:pt x="1154327" y="43786"/>
                  </a:lnTo>
                  <a:lnTo>
                    <a:pt x="1065470" y="34223"/>
                  </a:lnTo>
                  <a:lnTo>
                    <a:pt x="973558" y="25853"/>
                  </a:lnTo>
                  <a:lnTo>
                    <a:pt x="881681" y="18690"/>
                  </a:lnTo>
                  <a:lnTo>
                    <a:pt x="793887" y="12767"/>
                  </a:lnTo>
                  <a:lnTo>
                    <a:pt x="714718" y="8096"/>
                  </a:lnTo>
                  <a:lnTo>
                    <a:pt x="648413" y="4645"/>
                  </a:lnTo>
                  <a:lnTo>
                    <a:pt x="597967" y="2312"/>
                  </a:lnTo>
                  <a:lnTo>
                    <a:pt x="564339" y="922"/>
                  </a:lnTo>
                  <a:lnTo>
                    <a:pt x="546085" y="244"/>
                  </a:lnTo>
                  <a:lnTo>
                    <a:pt x="539455" y="2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546595" y="1627027"/>
              <a:ext cx="8234974" cy="1219575"/>
            </a:xfrm>
            <a:custGeom>
              <a:avLst/>
              <a:pathLst>
                <a:path w="8234974" h="1219575">
                  <a:moveTo>
                    <a:pt x="0" y="0"/>
                  </a:moveTo>
                  <a:lnTo>
                    <a:pt x="538736" y="0"/>
                  </a:lnTo>
                  <a:lnTo>
                    <a:pt x="540011" y="39"/>
                  </a:lnTo>
                  <a:lnTo>
                    <a:pt x="548334" y="323"/>
                  </a:lnTo>
                  <a:lnTo>
                    <a:pt x="569098" y="1109"/>
                  </a:lnTo>
                  <a:lnTo>
                    <a:pt x="605666" y="2651"/>
                  </a:lnTo>
                  <a:lnTo>
                    <a:pt x="659054" y="5171"/>
                  </a:lnTo>
                  <a:lnTo>
                    <a:pt x="727901" y="8832"/>
                  </a:lnTo>
                  <a:lnTo>
                    <a:pt x="808927" y="13724"/>
                  </a:lnTo>
                  <a:lnTo>
                    <a:pt x="897768" y="19869"/>
                  </a:lnTo>
                  <a:lnTo>
                    <a:pt x="989923" y="27247"/>
                  </a:lnTo>
                  <a:lnTo>
                    <a:pt x="1081488" y="35828"/>
                  </a:lnTo>
                  <a:lnTo>
                    <a:pt x="1169566" y="45604"/>
                  </a:lnTo>
                  <a:lnTo>
                    <a:pt x="1252350" y="56603"/>
                  </a:lnTo>
                  <a:lnTo>
                    <a:pt x="1328989" y="68907"/>
                  </a:lnTo>
                  <a:lnTo>
                    <a:pt x="1399373" y="82652"/>
                  </a:lnTo>
                  <a:lnTo>
                    <a:pt x="1463899" y="98032"/>
                  </a:lnTo>
                  <a:lnTo>
                    <a:pt x="1523281" y="115284"/>
                  </a:lnTo>
                  <a:lnTo>
                    <a:pt x="1578404" y="134681"/>
                  </a:lnTo>
                  <a:lnTo>
                    <a:pt x="1630213" y="156505"/>
                  </a:lnTo>
                  <a:lnTo>
                    <a:pt x="1679629" y="181001"/>
                  </a:lnTo>
                  <a:lnTo>
                    <a:pt x="1719082" y="203262"/>
                  </a:lnTo>
                  <a:lnTo>
                    <a:pt x="1765130" y="232215"/>
                  </a:lnTo>
                  <a:lnTo>
                    <a:pt x="1810728" y="263923"/>
                  </a:lnTo>
                  <a:lnTo>
                    <a:pt x="1856297" y="298433"/>
                  </a:lnTo>
                  <a:lnTo>
                    <a:pt x="1902137" y="335709"/>
                  </a:lnTo>
                  <a:lnTo>
                    <a:pt x="1948438" y="375629"/>
                  </a:lnTo>
                  <a:lnTo>
                    <a:pt x="1995294" y="417969"/>
                  </a:lnTo>
                  <a:lnTo>
                    <a:pt x="2042714" y="462410"/>
                  </a:lnTo>
                  <a:lnTo>
                    <a:pt x="2090635" y="508541"/>
                  </a:lnTo>
                  <a:lnTo>
                    <a:pt x="2138934" y="555874"/>
                  </a:lnTo>
                  <a:lnTo>
                    <a:pt x="2187445" y="603859"/>
                  </a:lnTo>
                  <a:lnTo>
                    <a:pt x="2235980" y="651916"/>
                  </a:lnTo>
                  <a:lnTo>
                    <a:pt x="2284348" y="699462"/>
                  </a:lnTo>
                  <a:lnTo>
                    <a:pt x="2332376" y="745938"/>
                  </a:lnTo>
                  <a:lnTo>
                    <a:pt x="2379928" y="790837"/>
                  </a:lnTo>
                  <a:lnTo>
                    <a:pt x="2426925" y="833728"/>
                  </a:lnTo>
                  <a:lnTo>
                    <a:pt x="2473357" y="874268"/>
                  </a:lnTo>
                  <a:lnTo>
                    <a:pt x="2519297" y="912211"/>
                  </a:lnTo>
                  <a:lnTo>
                    <a:pt x="2564910" y="947409"/>
                  </a:lnTo>
                  <a:lnTo>
                    <a:pt x="2610467" y="979806"/>
                  </a:lnTo>
                  <a:lnTo>
                    <a:pt x="2656356" y="1009429"/>
                  </a:lnTo>
                  <a:lnTo>
                    <a:pt x="2667772" y="1016313"/>
                  </a:lnTo>
                  <a:lnTo>
                    <a:pt x="2715834" y="1043111"/>
                  </a:lnTo>
                  <a:lnTo>
                    <a:pt x="2765610" y="1067120"/>
                  </a:lnTo>
                  <a:lnTo>
                    <a:pt x="2817937" y="1088495"/>
                  </a:lnTo>
                  <a:lnTo>
                    <a:pt x="2873745" y="1107492"/>
                  </a:lnTo>
                  <a:lnTo>
                    <a:pt x="2933977" y="1124393"/>
                  </a:lnTo>
                  <a:lnTo>
                    <a:pt x="2999494" y="1139468"/>
                  </a:lnTo>
                  <a:lnTo>
                    <a:pt x="3070968" y="1152946"/>
                  </a:lnTo>
                  <a:lnTo>
                    <a:pt x="3148720" y="1165010"/>
                  </a:lnTo>
                  <a:lnTo>
                    <a:pt x="3232527" y="1175788"/>
                  </a:lnTo>
                  <a:lnTo>
                    <a:pt x="3321385" y="1185352"/>
                  </a:lnTo>
                  <a:lnTo>
                    <a:pt x="3413296" y="1193722"/>
                  </a:lnTo>
                  <a:lnTo>
                    <a:pt x="3505173" y="1200884"/>
                  </a:lnTo>
                  <a:lnTo>
                    <a:pt x="3592967" y="1206808"/>
                  </a:lnTo>
                  <a:lnTo>
                    <a:pt x="3672137" y="1211479"/>
                  </a:lnTo>
                  <a:lnTo>
                    <a:pt x="3738442" y="1214929"/>
                  </a:lnTo>
                  <a:lnTo>
                    <a:pt x="3788888" y="1217263"/>
                  </a:lnTo>
                  <a:lnTo>
                    <a:pt x="3822515" y="1218653"/>
                  </a:lnTo>
                  <a:lnTo>
                    <a:pt x="3840769" y="1219331"/>
                  </a:lnTo>
                  <a:lnTo>
                    <a:pt x="3847400" y="1219553"/>
                  </a:lnTo>
                  <a:lnTo>
                    <a:pt x="3848118" y="1219575"/>
                  </a:lnTo>
                  <a:lnTo>
                    <a:pt x="4386855" y="1219575"/>
                  </a:lnTo>
                  <a:lnTo>
                    <a:pt x="4388133" y="1219537"/>
                  </a:lnTo>
                  <a:lnTo>
                    <a:pt x="4396472" y="1219267"/>
                  </a:lnTo>
                  <a:lnTo>
                    <a:pt x="4417275" y="1218518"/>
                  </a:lnTo>
                  <a:lnTo>
                    <a:pt x="4453909" y="1217049"/>
                  </a:lnTo>
                  <a:lnTo>
                    <a:pt x="4507386" y="1214648"/>
                  </a:lnTo>
                  <a:lnTo>
                    <a:pt x="4576334" y="1211159"/>
                  </a:lnTo>
                  <a:lnTo>
                    <a:pt x="4657460" y="1206499"/>
                  </a:lnTo>
                  <a:lnTo>
                    <a:pt x="4746392" y="1200646"/>
                  </a:lnTo>
                  <a:lnTo>
                    <a:pt x="4838617" y="1193619"/>
                  </a:lnTo>
                  <a:lnTo>
                    <a:pt x="4930230" y="1185445"/>
                  </a:lnTo>
                  <a:lnTo>
                    <a:pt x="5018336" y="1176135"/>
                  </a:lnTo>
                  <a:lnTo>
                    <a:pt x="5101130" y="1165660"/>
                  </a:lnTo>
                  <a:lnTo>
                    <a:pt x="5177768" y="1153941"/>
                  </a:lnTo>
                  <a:lnTo>
                    <a:pt x="5248143" y="1140847"/>
                  </a:lnTo>
                  <a:lnTo>
                    <a:pt x="5312658" y="1126196"/>
                  </a:lnTo>
                  <a:lnTo>
                    <a:pt x="5372031" y="1109760"/>
                  </a:lnTo>
                  <a:lnTo>
                    <a:pt x="5427149" y="1091278"/>
                  </a:lnTo>
                  <a:lnTo>
                    <a:pt x="5478959" y="1070481"/>
                  </a:lnTo>
                  <a:lnTo>
                    <a:pt x="5528385" y="1047139"/>
                  </a:lnTo>
                  <a:lnTo>
                    <a:pt x="5567201" y="1026294"/>
                  </a:lnTo>
                  <a:lnTo>
                    <a:pt x="5613725" y="998463"/>
                  </a:lnTo>
                  <a:lnTo>
                    <a:pt x="5659794" y="967956"/>
                  </a:lnTo>
                  <a:lnTo>
                    <a:pt x="5705842" y="934730"/>
                  </a:lnTo>
                  <a:lnTo>
                    <a:pt x="5752173" y="898820"/>
                  </a:lnTo>
                  <a:lnTo>
                    <a:pt x="5798981" y="860351"/>
                  </a:lnTo>
                  <a:lnTo>
                    <a:pt x="5846357" y="819547"/>
                  </a:lnTo>
                  <a:lnTo>
                    <a:pt x="5894308" y="776726"/>
                  </a:lnTo>
                  <a:lnTo>
                    <a:pt x="5942763" y="732296"/>
                  </a:lnTo>
                  <a:lnTo>
                    <a:pt x="5991591" y="686742"/>
                  </a:lnTo>
                  <a:lnTo>
                    <a:pt x="6040618" y="640607"/>
                  </a:lnTo>
                  <a:lnTo>
                    <a:pt x="6089649" y="594461"/>
                  </a:lnTo>
                  <a:lnTo>
                    <a:pt x="6138487" y="548876"/>
                  </a:lnTo>
                  <a:lnTo>
                    <a:pt x="6186959" y="504394"/>
                  </a:lnTo>
                  <a:lnTo>
                    <a:pt x="6234930" y="461503"/>
                  </a:lnTo>
                  <a:lnTo>
                    <a:pt x="6282329" y="420617"/>
                  </a:lnTo>
                  <a:lnTo>
                    <a:pt x="6329157" y="382055"/>
                  </a:lnTo>
                  <a:lnTo>
                    <a:pt x="6375504" y="346045"/>
                  </a:lnTo>
                  <a:lnTo>
                    <a:pt x="6421557" y="312716"/>
                  </a:lnTo>
                  <a:lnTo>
                    <a:pt x="6467619" y="282107"/>
                  </a:lnTo>
                  <a:lnTo>
                    <a:pt x="6514115" y="254176"/>
                  </a:lnTo>
                  <a:lnTo>
                    <a:pt x="6515891" y="253170"/>
                  </a:lnTo>
                  <a:lnTo>
                    <a:pt x="6563987" y="227671"/>
                  </a:lnTo>
                  <a:lnTo>
                    <a:pt x="6613800" y="204828"/>
                  </a:lnTo>
                  <a:lnTo>
                    <a:pt x="6666168" y="184493"/>
                  </a:lnTo>
                  <a:lnTo>
                    <a:pt x="6722024" y="166421"/>
                  </a:lnTo>
                  <a:lnTo>
                    <a:pt x="6782312" y="150345"/>
                  </a:lnTo>
                  <a:lnTo>
                    <a:pt x="6847897" y="136007"/>
                  </a:lnTo>
                  <a:lnTo>
                    <a:pt x="6919447" y="123188"/>
                  </a:lnTo>
                  <a:lnTo>
                    <a:pt x="6997286" y="111715"/>
                  </a:lnTo>
                  <a:lnTo>
                    <a:pt x="7081185" y="101466"/>
                  </a:lnTo>
                  <a:lnTo>
                    <a:pt x="7170131" y="92373"/>
                  </a:lnTo>
                  <a:lnTo>
                    <a:pt x="7262118" y="84417"/>
                  </a:lnTo>
                  <a:lnTo>
                    <a:pt x="7354043" y="77611"/>
                  </a:lnTo>
                  <a:lnTo>
                    <a:pt x="7441843" y="71985"/>
                  </a:lnTo>
                  <a:lnTo>
                    <a:pt x="7520965" y="67551"/>
                  </a:lnTo>
                  <a:lnTo>
                    <a:pt x="7587169" y="64279"/>
                  </a:lnTo>
                  <a:lnTo>
                    <a:pt x="7637470" y="62069"/>
                  </a:lnTo>
                  <a:lnTo>
                    <a:pt x="7670933" y="60755"/>
                  </a:lnTo>
                  <a:lnTo>
                    <a:pt x="7689032" y="60117"/>
                  </a:lnTo>
                  <a:lnTo>
                    <a:pt x="7695552" y="59909"/>
                  </a:lnTo>
                  <a:lnTo>
                    <a:pt x="7696237" y="59889"/>
                  </a:lnTo>
                  <a:lnTo>
                    <a:pt x="8234974" y="59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546595" y="1621582"/>
              <a:ext cx="8234974" cy="1219575"/>
            </a:xfrm>
            <a:custGeom>
              <a:avLst/>
              <a:pathLst>
                <a:path w="8234974" h="1219575">
                  <a:moveTo>
                    <a:pt x="8234974" y="59889"/>
                  </a:moveTo>
                  <a:lnTo>
                    <a:pt x="7696237" y="59889"/>
                  </a:lnTo>
                  <a:lnTo>
                    <a:pt x="7694960" y="59927"/>
                  </a:lnTo>
                  <a:lnTo>
                    <a:pt x="7686620" y="60198"/>
                  </a:lnTo>
                  <a:lnTo>
                    <a:pt x="7665817" y="60947"/>
                  </a:lnTo>
                  <a:lnTo>
                    <a:pt x="7629183" y="62415"/>
                  </a:lnTo>
                  <a:lnTo>
                    <a:pt x="7575707" y="64817"/>
                  </a:lnTo>
                  <a:lnTo>
                    <a:pt x="7506758" y="68305"/>
                  </a:lnTo>
                  <a:lnTo>
                    <a:pt x="7425632" y="72965"/>
                  </a:lnTo>
                  <a:lnTo>
                    <a:pt x="7336701" y="78818"/>
                  </a:lnTo>
                  <a:lnTo>
                    <a:pt x="7244476" y="85846"/>
                  </a:lnTo>
                  <a:lnTo>
                    <a:pt x="7152862" y="94019"/>
                  </a:lnTo>
                  <a:lnTo>
                    <a:pt x="7064756" y="103329"/>
                  </a:lnTo>
                  <a:lnTo>
                    <a:pt x="6981962" y="113805"/>
                  </a:lnTo>
                  <a:lnTo>
                    <a:pt x="6905325" y="125524"/>
                  </a:lnTo>
                  <a:lnTo>
                    <a:pt x="6834949" y="138617"/>
                  </a:lnTo>
                  <a:lnTo>
                    <a:pt x="6770434" y="153268"/>
                  </a:lnTo>
                  <a:lnTo>
                    <a:pt x="6711061" y="169704"/>
                  </a:lnTo>
                  <a:lnTo>
                    <a:pt x="6655944" y="188187"/>
                  </a:lnTo>
                  <a:lnTo>
                    <a:pt x="6604133" y="208983"/>
                  </a:lnTo>
                  <a:lnTo>
                    <a:pt x="6554708" y="232326"/>
                  </a:lnTo>
                  <a:lnTo>
                    <a:pt x="6515891" y="253170"/>
                  </a:lnTo>
                  <a:lnTo>
                    <a:pt x="6469367" y="281002"/>
                  </a:lnTo>
                  <a:lnTo>
                    <a:pt x="6423298" y="311508"/>
                  </a:lnTo>
                  <a:lnTo>
                    <a:pt x="6377250" y="344735"/>
                  </a:lnTo>
                  <a:lnTo>
                    <a:pt x="6330919" y="380645"/>
                  </a:lnTo>
                  <a:lnTo>
                    <a:pt x="6284112" y="419113"/>
                  </a:lnTo>
                  <a:lnTo>
                    <a:pt x="6236735" y="459917"/>
                  </a:lnTo>
                  <a:lnTo>
                    <a:pt x="6188784" y="502739"/>
                  </a:lnTo>
                  <a:lnTo>
                    <a:pt x="6140329" y="547169"/>
                  </a:lnTo>
                  <a:lnTo>
                    <a:pt x="6091502" y="592722"/>
                  </a:lnTo>
                  <a:lnTo>
                    <a:pt x="6042475" y="638857"/>
                  </a:lnTo>
                  <a:lnTo>
                    <a:pt x="5993444" y="685003"/>
                  </a:lnTo>
                  <a:lnTo>
                    <a:pt x="5944605" y="730589"/>
                  </a:lnTo>
                  <a:lnTo>
                    <a:pt x="5896134" y="775071"/>
                  </a:lnTo>
                  <a:lnTo>
                    <a:pt x="5848162" y="817961"/>
                  </a:lnTo>
                  <a:lnTo>
                    <a:pt x="5800763" y="858848"/>
                  </a:lnTo>
                  <a:lnTo>
                    <a:pt x="5753935" y="897409"/>
                  </a:lnTo>
                  <a:lnTo>
                    <a:pt x="5707589" y="933419"/>
                  </a:lnTo>
                  <a:lnTo>
                    <a:pt x="5661535" y="966748"/>
                  </a:lnTo>
                  <a:lnTo>
                    <a:pt x="5615474" y="997358"/>
                  </a:lnTo>
                  <a:lnTo>
                    <a:pt x="5568977" y="1025288"/>
                  </a:lnTo>
                  <a:lnTo>
                    <a:pt x="5567201" y="1026294"/>
                  </a:lnTo>
                  <a:lnTo>
                    <a:pt x="5519106" y="1051793"/>
                  </a:lnTo>
                  <a:lnTo>
                    <a:pt x="5469293" y="1074636"/>
                  </a:lnTo>
                  <a:lnTo>
                    <a:pt x="5416925" y="1094972"/>
                  </a:lnTo>
                  <a:lnTo>
                    <a:pt x="5361068" y="1113043"/>
                  </a:lnTo>
                  <a:lnTo>
                    <a:pt x="5300780" y="1129120"/>
                  </a:lnTo>
                  <a:lnTo>
                    <a:pt x="5235196" y="1143458"/>
                  </a:lnTo>
                  <a:lnTo>
                    <a:pt x="5163645" y="1156276"/>
                  </a:lnTo>
                  <a:lnTo>
                    <a:pt x="5085806" y="1167750"/>
                  </a:lnTo>
                  <a:lnTo>
                    <a:pt x="5001908" y="1177999"/>
                  </a:lnTo>
                  <a:lnTo>
                    <a:pt x="4912961" y="1187091"/>
                  </a:lnTo>
                  <a:lnTo>
                    <a:pt x="4820974" y="1195048"/>
                  </a:lnTo>
                  <a:lnTo>
                    <a:pt x="4729049" y="1201854"/>
                  </a:lnTo>
                  <a:lnTo>
                    <a:pt x="4641250" y="1207480"/>
                  </a:lnTo>
                  <a:lnTo>
                    <a:pt x="4562128" y="1211913"/>
                  </a:lnTo>
                  <a:lnTo>
                    <a:pt x="4495924" y="1215186"/>
                  </a:lnTo>
                  <a:lnTo>
                    <a:pt x="4445622" y="1217395"/>
                  </a:lnTo>
                  <a:lnTo>
                    <a:pt x="4412160" y="1218709"/>
                  </a:lnTo>
                  <a:lnTo>
                    <a:pt x="4394060" y="1219347"/>
                  </a:lnTo>
                  <a:lnTo>
                    <a:pt x="4387540" y="1219555"/>
                  </a:lnTo>
                  <a:lnTo>
                    <a:pt x="4386855" y="1219575"/>
                  </a:lnTo>
                  <a:lnTo>
                    <a:pt x="3848118" y="1219575"/>
                  </a:lnTo>
                  <a:lnTo>
                    <a:pt x="3846843" y="1219535"/>
                  </a:lnTo>
                  <a:lnTo>
                    <a:pt x="3838520" y="1219251"/>
                  </a:lnTo>
                  <a:lnTo>
                    <a:pt x="3817757" y="1218466"/>
                  </a:lnTo>
                  <a:lnTo>
                    <a:pt x="3781189" y="1216924"/>
                  </a:lnTo>
                  <a:lnTo>
                    <a:pt x="3727801" y="1214404"/>
                  </a:lnTo>
                  <a:lnTo>
                    <a:pt x="3658953" y="1210743"/>
                  </a:lnTo>
                  <a:lnTo>
                    <a:pt x="3577928" y="1205851"/>
                  </a:lnTo>
                  <a:lnTo>
                    <a:pt x="3489086" y="1199706"/>
                  </a:lnTo>
                  <a:lnTo>
                    <a:pt x="3396932" y="1192328"/>
                  </a:lnTo>
                  <a:lnTo>
                    <a:pt x="3305367" y="1183746"/>
                  </a:lnTo>
                  <a:lnTo>
                    <a:pt x="3217288" y="1173971"/>
                  </a:lnTo>
                  <a:lnTo>
                    <a:pt x="3134505" y="1162972"/>
                  </a:lnTo>
                  <a:lnTo>
                    <a:pt x="3057865" y="1150668"/>
                  </a:lnTo>
                  <a:lnTo>
                    <a:pt x="2987482" y="1136922"/>
                  </a:lnTo>
                  <a:lnTo>
                    <a:pt x="2922956" y="1121543"/>
                  </a:lnTo>
                  <a:lnTo>
                    <a:pt x="2863573" y="1104291"/>
                  </a:lnTo>
                  <a:lnTo>
                    <a:pt x="2808451" y="1084894"/>
                  </a:lnTo>
                  <a:lnTo>
                    <a:pt x="2756642" y="1063069"/>
                  </a:lnTo>
                  <a:lnTo>
                    <a:pt x="2707226" y="1038574"/>
                  </a:lnTo>
                  <a:lnTo>
                    <a:pt x="2667772" y="1016313"/>
                  </a:lnTo>
                  <a:lnTo>
                    <a:pt x="2621725" y="987360"/>
                  </a:lnTo>
                  <a:lnTo>
                    <a:pt x="2576127" y="955652"/>
                  </a:lnTo>
                  <a:lnTo>
                    <a:pt x="2530557" y="921142"/>
                  </a:lnTo>
                  <a:lnTo>
                    <a:pt x="2484718" y="883865"/>
                  </a:lnTo>
                  <a:lnTo>
                    <a:pt x="2438417" y="843946"/>
                  </a:lnTo>
                  <a:lnTo>
                    <a:pt x="2391561" y="801606"/>
                  </a:lnTo>
                  <a:lnTo>
                    <a:pt x="2344140" y="757165"/>
                  </a:lnTo>
                  <a:lnTo>
                    <a:pt x="2296219" y="711033"/>
                  </a:lnTo>
                  <a:lnTo>
                    <a:pt x="2247920" y="663701"/>
                  </a:lnTo>
                  <a:lnTo>
                    <a:pt x="2199409" y="615716"/>
                  </a:lnTo>
                  <a:lnTo>
                    <a:pt x="2150874" y="567658"/>
                  </a:lnTo>
                  <a:lnTo>
                    <a:pt x="2102506" y="520112"/>
                  </a:lnTo>
                  <a:lnTo>
                    <a:pt x="2054479" y="473637"/>
                  </a:lnTo>
                  <a:lnTo>
                    <a:pt x="2006926" y="428738"/>
                  </a:lnTo>
                  <a:lnTo>
                    <a:pt x="1959929" y="385847"/>
                  </a:lnTo>
                  <a:lnTo>
                    <a:pt x="1913497" y="345307"/>
                  </a:lnTo>
                  <a:lnTo>
                    <a:pt x="1867558" y="307364"/>
                  </a:lnTo>
                  <a:lnTo>
                    <a:pt x="1821945" y="272166"/>
                  </a:lnTo>
                  <a:lnTo>
                    <a:pt x="1776388" y="239769"/>
                  </a:lnTo>
                  <a:lnTo>
                    <a:pt x="1730498" y="210145"/>
                  </a:lnTo>
                  <a:lnTo>
                    <a:pt x="1719082" y="203262"/>
                  </a:lnTo>
                  <a:lnTo>
                    <a:pt x="1671020" y="176464"/>
                  </a:lnTo>
                  <a:lnTo>
                    <a:pt x="1621244" y="152455"/>
                  </a:lnTo>
                  <a:lnTo>
                    <a:pt x="1568918" y="131079"/>
                  </a:lnTo>
                  <a:lnTo>
                    <a:pt x="1513109" y="112083"/>
                  </a:lnTo>
                  <a:lnTo>
                    <a:pt x="1452878" y="95181"/>
                  </a:lnTo>
                  <a:lnTo>
                    <a:pt x="1387361" y="80107"/>
                  </a:lnTo>
                  <a:lnTo>
                    <a:pt x="1315887" y="66629"/>
                  </a:lnTo>
                  <a:lnTo>
                    <a:pt x="1238134" y="54564"/>
                  </a:lnTo>
                  <a:lnTo>
                    <a:pt x="1154327" y="43786"/>
                  </a:lnTo>
                  <a:lnTo>
                    <a:pt x="1065470" y="34223"/>
                  </a:lnTo>
                  <a:lnTo>
                    <a:pt x="973558" y="25853"/>
                  </a:lnTo>
                  <a:lnTo>
                    <a:pt x="881681" y="18690"/>
                  </a:lnTo>
                  <a:lnTo>
                    <a:pt x="793887" y="12767"/>
                  </a:lnTo>
                  <a:lnTo>
                    <a:pt x="714718" y="8096"/>
                  </a:lnTo>
                  <a:lnTo>
                    <a:pt x="648413" y="4645"/>
                  </a:lnTo>
                  <a:lnTo>
                    <a:pt x="597967" y="2312"/>
                  </a:lnTo>
                  <a:lnTo>
                    <a:pt x="564339" y="922"/>
                  </a:lnTo>
                  <a:lnTo>
                    <a:pt x="546085" y="244"/>
                  </a:lnTo>
                  <a:lnTo>
                    <a:pt x="539455" y="2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2" name="pg272"/>
            <p:cNvSpPr/>
            <p:nvPr/>
          </p:nvSpPr>
          <p:spPr>
            <a:xfrm>
              <a:off x="546595" y="1627027"/>
              <a:ext cx="8234974" cy="1235909"/>
            </a:xfrm>
            <a:custGeom>
              <a:avLst/>
              <a:pathLst>
                <a:path w="8234974" h="1235909">
                  <a:moveTo>
                    <a:pt x="0" y="5444"/>
                  </a:moveTo>
                  <a:lnTo>
                    <a:pt x="538736" y="5444"/>
                  </a:lnTo>
                  <a:lnTo>
                    <a:pt x="540011" y="5484"/>
                  </a:lnTo>
                  <a:lnTo>
                    <a:pt x="548331" y="5771"/>
                  </a:lnTo>
                  <a:lnTo>
                    <a:pt x="569087" y="6563"/>
                  </a:lnTo>
                  <a:lnTo>
                    <a:pt x="605643" y="8118"/>
                  </a:lnTo>
                  <a:lnTo>
                    <a:pt x="659014" y="10659"/>
                  </a:lnTo>
                  <a:lnTo>
                    <a:pt x="727843" y="14352"/>
                  </a:lnTo>
                  <a:lnTo>
                    <a:pt x="808849" y="19286"/>
                  </a:lnTo>
                  <a:lnTo>
                    <a:pt x="897674" y="25483"/>
                  </a:lnTo>
                  <a:lnTo>
                    <a:pt x="989816" y="32925"/>
                  </a:lnTo>
                  <a:lnTo>
                    <a:pt x="1081371" y="41581"/>
                  </a:lnTo>
                  <a:lnTo>
                    <a:pt x="1169445" y="51441"/>
                  </a:lnTo>
                  <a:lnTo>
                    <a:pt x="1252226" y="62535"/>
                  </a:lnTo>
                  <a:lnTo>
                    <a:pt x="1328866" y="74944"/>
                  </a:lnTo>
                  <a:lnTo>
                    <a:pt x="1399251" y="88808"/>
                  </a:lnTo>
                  <a:lnTo>
                    <a:pt x="1463779" y="104320"/>
                  </a:lnTo>
                  <a:lnTo>
                    <a:pt x="1523163" y="121719"/>
                  </a:lnTo>
                  <a:lnTo>
                    <a:pt x="1578287" y="141282"/>
                  </a:lnTo>
                  <a:lnTo>
                    <a:pt x="1630096" y="163293"/>
                  </a:lnTo>
                  <a:lnTo>
                    <a:pt x="1679510" y="187998"/>
                  </a:lnTo>
                  <a:lnTo>
                    <a:pt x="1719082" y="210521"/>
                  </a:lnTo>
                  <a:lnTo>
                    <a:pt x="1765044" y="239675"/>
                  </a:lnTo>
                  <a:lnTo>
                    <a:pt x="1810555" y="271598"/>
                  </a:lnTo>
                  <a:lnTo>
                    <a:pt x="1856038" y="306336"/>
                  </a:lnTo>
                  <a:lnTo>
                    <a:pt x="1901789" y="343857"/>
                  </a:lnTo>
                  <a:lnTo>
                    <a:pt x="1947998" y="384035"/>
                  </a:lnTo>
                  <a:lnTo>
                    <a:pt x="1994759" y="426648"/>
                  </a:lnTo>
                  <a:lnTo>
                    <a:pt x="2042083" y="471378"/>
                  </a:lnTo>
                  <a:lnTo>
                    <a:pt x="2089908" y="517812"/>
                  </a:lnTo>
                  <a:lnTo>
                    <a:pt x="2138110" y="565462"/>
                  </a:lnTo>
                  <a:lnTo>
                    <a:pt x="2186528" y="613777"/>
                  </a:lnTo>
                  <a:lnTo>
                    <a:pt x="2234972" y="662177"/>
                  </a:lnTo>
                  <a:lnTo>
                    <a:pt x="2283254" y="710074"/>
                  </a:lnTo>
                  <a:lnTo>
                    <a:pt x="2331201" y="756907"/>
                  </a:lnTo>
                  <a:lnTo>
                    <a:pt x="2378677" y="802168"/>
                  </a:lnTo>
                  <a:lnTo>
                    <a:pt x="2425601" y="845421"/>
                  </a:lnTo>
                  <a:lnTo>
                    <a:pt x="2471961" y="886319"/>
                  </a:lnTo>
                  <a:lnTo>
                    <a:pt x="2517827" y="924613"/>
                  </a:lnTo>
                  <a:lnTo>
                    <a:pt x="2563361" y="960151"/>
                  </a:lnTo>
                  <a:lnTo>
                    <a:pt x="2608828" y="992874"/>
                  </a:lnTo>
                  <a:lnTo>
                    <a:pt x="2654610" y="1022807"/>
                  </a:lnTo>
                  <a:lnTo>
                    <a:pt x="2667772" y="1030831"/>
                  </a:lnTo>
                  <a:lnTo>
                    <a:pt x="2715828" y="1057866"/>
                  </a:lnTo>
                  <a:lnTo>
                    <a:pt x="2765597" y="1082086"/>
                  </a:lnTo>
                  <a:lnTo>
                    <a:pt x="2817916" y="1103651"/>
                  </a:lnTo>
                  <a:lnTo>
                    <a:pt x="2873715" y="1122816"/>
                  </a:lnTo>
                  <a:lnTo>
                    <a:pt x="2933936" y="1139867"/>
                  </a:lnTo>
                  <a:lnTo>
                    <a:pt x="2999441" y="1155075"/>
                  </a:lnTo>
                  <a:lnTo>
                    <a:pt x="3070900" y="1168673"/>
                  </a:lnTo>
                  <a:lnTo>
                    <a:pt x="3148637" y="1180845"/>
                  </a:lnTo>
                  <a:lnTo>
                    <a:pt x="3232427" y="1191719"/>
                  </a:lnTo>
                  <a:lnTo>
                    <a:pt x="3321268" y="1201368"/>
                  </a:lnTo>
                  <a:lnTo>
                    <a:pt x="3413165" y="1209814"/>
                  </a:lnTo>
                  <a:lnTo>
                    <a:pt x="3505033" y="1217041"/>
                  </a:lnTo>
                  <a:lnTo>
                    <a:pt x="3592826" y="1223018"/>
                  </a:lnTo>
                  <a:lnTo>
                    <a:pt x="3672004" y="1227732"/>
                  </a:lnTo>
                  <a:lnTo>
                    <a:pt x="3738328" y="1231216"/>
                  </a:lnTo>
                  <a:lnTo>
                    <a:pt x="3788801" y="1233572"/>
                  </a:lnTo>
                  <a:lnTo>
                    <a:pt x="3822459" y="1234976"/>
                  </a:lnTo>
                  <a:lnTo>
                    <a:pt x="3840742" y="1235661"/>
                  </a:lnTo>
                  <a:lnTo>
                    <a:pt x="3847393" y="1235886"/>
                  </a:lnTo>
                  <a:lnTo>
                    <a:pt x="3848118" y="1235909"/>
                  </a:lnTo>
                  <a:lnTo>
                    <a:pt x="4386855" y="1235909"/>
                  </a:lnTo>
                  <a:lnTo>
                    <a:pt x="4388146" y="1235883"/>
                  </a:lnTo>
                  <a:lnTo>
                    <a:pt x="4396570" y="1235696"/>
                  </a:lnTo>
                  <a:lnTo>
                    <a:pt x="4417577" y="1235181"/>
                  </a:lnTo>
                  <a:lnTo>
                    <a:pt x="4454548" y="1234171"/>
                  </a:lnTo>
                  <a:lnTo>
                    <a:pt x="4508477" y="1232519"/>
                  </a:lnTo>
                  <a:lnTo>
                    <a:pt x="4577942" y="1230121"/>
                  </a:lnTo>
                  <a:lnTo>
                    <a:pt x="4659585" y="1226919"/>
                  </a:lnTo>
                  <a:lnTo>
                    <a:pt x="4748974" y="1222898"/>
                  </a:lnTo>
                  <a:lnTo>
                    <a:pt x="4841558" y="1218074"/>
                  </a:lnTo>
                  <a:lnTo>
                    <a:pt x="4933417" y="1212464"/>
                  </a:lnTo>
                  <a:lnTo>
                    <a:pt x="5021662" y="1206075"/>
                  </a:lnTo>
                  <a:lnTo>
                    <a:pt x="5104508" y="1198885"/>
                  </a:lnTo>
                  <a:lnTo>
                    <a:pt x="5181137" y="1190840"/>
                  </a:lnTo>
                  <a:lnTo>
                    <a:pt x="5251468" y="1181847"/>
                  </a:lnTo>
                  <a:lnTo>
                    <a:pt x="5315927" y="1171780"/>
                  </a:lnTo>
                  <a:lnTo>
                    <a:pt x="5375252" y="1160479"/>
                  </a:lnTo>
                  <a:lnTo>
                    <a:pt x="5430345" y="1147766"/>
                  </a:lnTo>
                  <a:lnTo>
                    <a:pt x="5482165" y="1133455"/>
                  </a:lnTo>
                  <a:lnTo>
                    <a:pt x="5531639" y="1117391"/>
                  </a:lnTo>
                  <a:lnTo>
                    <a:pt x="5567201" y="1104333"/>
                  </a:lnTo>
                  <a:lnTo>
                    <a:pt x="5616594" y="1084150"/>
                  </a:lnTo>
                  <a:lnTo>
                    <a:pt x="5665507" y="1061911"/>
                  </a:lnTo>
                  <a:lnTo>
                    <a:pt x="5714444" y="1037583"/>
                  </a:lnTo>
                  <a:lnTo>
                    <a:pt x="5763750" y="1011207"/>
                  </a:lnTo>
                  <a:lnTo>
                    <a:pt x="5813627" y="982904"/>
                  </a:lnTo>
                  <a:lnTo>
                    <a:pt x="5864158" y="952875"/>
                  </a:lnTo>
                  <a:lnTo>
                    <a:pt x="5915315" y="921408"/>
                  </a:lnTo>
                  <a:lnTo>
                    <a:pt x="5966983" y="888861"/>
                  </a:lnTo>
                  <a:lnTo>
                    <a:pt x="6018978" y="855655"/>
                  </a:lnTo>
                  <a:lnTo>
                    <a:pt x="6071076" y="822245"/>
                  </a:lnTo>
                  <a:lnTo>
                    <a:pt x="6123040" y="789101"/>
                  </a:lnTo>
                  <a:lnTo>
                    <a:pt x="6174649" y="756675"/>
                  </a:lnTo>
                  <a:lnTo>
                    <a:pt x="6225727" y="725380"/>
                  </a:lnTo>
                  <a:lnTo>
                    <a:pt x="6276169" y="695568"/>
                  </a:lnTo>
                  <a:lnTo>
                    <a:pt x="6325963" y="667512"/>
                  </a:lnTo>
                  <a:lnTo>
                    <a:pt x="6375205" y="641405"/>
                  </a:lnTo>
                  <a:lnTo>
                    <a:pt x="6424116" y="617356"/>
                  </a:lnTo>
                  <a:lnTo>
                    <a:pt x="6473060" y="595394"/>
                  </a:lnTo>
                  <a:lnTo>
                    <a:pt x="6515891" y="578028"/>
                  </a:lnTo>
                  <a:lnTo>
                    <a:pt x="6564159" y="560611"/>
                  </a:lnTo>
                  <a:lnTo>
                    <a:pt x="6614160" y="545015"/>
                  </a:lnTo>
                  <a:lnTo>
                    <a:pt x="6666740" y="531137"/>
                  </a:lnTo>
                  <a:lnTo>
                    <a:pt x="6722843" y="518809"/>
                  </a:lnTo>
                  <a:lnTo>
                    <a:pt x="6783423" y="507847"/>
                  </a:lnTo>
                  <a:lnTo>
                    <a:pt x="6849350" y="498073"/>
                  </a:lnTo>
                  <a:lnTo>
                    <a:pt x="6921297" y="489338"/>
                  </a:lnTo>
                  <a:lnTo>
                    <a:pt x="6999578" y="481523"/>
                  </a:lnTo>
                  <a:lnTo>
                    <a:pt x="7083944" y="474546"/>
                  </a:lnTo>
                  <a:lnTo>
                    <a:pt x="7173345" y="468360"/>
                  </a:lnTo>
                  <a:lnTo>
                    <a:pt x="7265717" y="462953"/>
                  </a:lnTo>
                  <a:lnTo>
                    <a:pt x="7357882" y="458336"/>
                  </a:lnTo>
                  <a:lnTo>
                    <a:pt x="7445703" y="454529"/>
                  </a:lnTo>
                  <a:lnTo>
                    <a:pt x="7524575" y="451539"/>
                  </a:lnTo>
                  <a:lnTo>
                    <a:pt x="7590252" y="449342"/>
                  </a:lnTo>
                  <a:lnTo>
                    <a:pt x="7639809" y="447870"/>
                  </a:lnTo>
                  <a:lnTo>
                    <a:pt x="7672427" y="447003"/>
                  </a:lnTo>
                  <a:lnTo>
                    <a:pt x="7689740" y="446590"/>
                  </a:lnTo>
                  <a:lnTo>
                    <a:pt x="7695707" y="446462"/>
                  </a:lnTo>
                  <a:lnTo>
                    <a:pt x="7696237" y="446451"/>
                  </a:lnTo>
                  <a:lnTo>
                    <a:pt x="8234974" y="446451"/>
                  </a:lnTo>
                  <a:lnTo>
                    <a:pt x="8234974" y="441007"/>
                  </a:lnTo>
                  <a:lnTo>
                    <a:pt x="7696237" y="441007"/>
                  </a:lnTo>
                  <a:lnTo>
                    <a:pt x="7694946" y="441033"/>
                  </a:lnTo>
                  <a:lnTo>
                    <a:pt x="7686522" y="441219"/>
                  </a:lnTo>
                  <a:lnTo>
                    <a:pt x="7665516" y="441734"/>
                  </a:lnTo>
                  <a:lnTo>
                    <a:pt x="7628544" y="442745"/>
                  </a:lnTo>
                  <a:lnTo>
                    <a:pt x="7574615" y="444396"/>
                  </a:lnTo>
                  <a:lnTo>
                    <a:pt x="7505150" y="446795"/>
                  </a:lnTo>
                  <a:lnTo>
                    <a:pt x="7423507" y="449997"/>
                  </a:lnTo>
                  <a:lnTo>
                    <a:pt x="7334118" y="454017"/>
                  </a:lnTo>
                  <a:lnTo>
                    <a:pt x="7241534" y="458842"/>
                  </a:lnTo>
                  <a:lnTo>
                    <a:pt x="7149675" y="464451"/>
                  </a:lnTo>
                  <a:lnTo>
                    <a:pt x="7061430" y="470841"/>
                  </a:lnTo>
                  <a:lnTo>
                    <a:pt x="6978584" y="478030"/>
                  </a:lnTo>
                  <a:lnTo>
                    <a:pt x="6901956" y="486076"/>
                  </a:lnTo>
                  <a:lnTo>
                    <a:pt x="6831625" y="495068"/>
                  </a:lnTo>
                  <a:lnTo>
                    <a:pt x="6767165" y="505136"/>
                  </a:lnTo>
                  <a:lnTo>
                    <a:pt x="6707840" y="516436"/>
                  </a:lnTo>
                  <a:lnTo>
                    <a:pt x="6652747" y="529150"/>
                  </a:lnTo>
                  <a:lnTo>
                    <a:pt x="6600927" y="543461"/>
                  </a:lnTo>
                  <a:lnTo>
                    <a:pt x="6551454" y="559525"/>
                  </a:lnTo>
                  <a:lnTo>
                    <a:pt x="6515891" y="572583"/>
                  </a:lnTo>
                  <a:lnTo>
                    <a:pt x="6466499" y="592765"/>
                  </a:lnTo>
                  <a:lnTo>
                    <a:pt x="6417586" y="615005"/>
                  </a:lnTo>
                  <a:lnTo>
                    <a:pt x="6368648" y="639333"/>
                  </a:lnTo>
                  <a:lnTo>
                    <a:pt x="6319343" y="665708"/>
                  </a:lnTo>
                  <a:lnTo>
                    <a:pt x="6269465" y="694012"/>
                  </a:lnTo>
                  <a:lnTo>
                    <a:pt x="6218935" y="724040"/>
                  </a:lnTo>
                  <a:lnTo>
                    <a:pt x="6167778" y="755508"/>
                  </a:lnTo>
                  <a:lnTo>
                    <a:pt x="6116110" y="788054"/>
                  </a:lnTo>
                  <a:lnTo>
                    <a:pt x="6064115" y="821261"/>
                  </a:lnTo>
                  <a:lnTo>
                    <a:pt x="6012016" y="854671"/>
                  </a:lnTo>
                  <a:lnTo>
                    <a:pt x="5960053" y="887815"/>
                  </a:lnTo>
                  <a:lnTo>
                    <a:pt x="5908444" y="920241"/>
                  </a:lnTo>
                  <a:lnTo>
                    <a:pt x="5857366" y="951535"/>
                  </a:lnTo>
                  <a:lnTo>
                    <a:pt x="5806923" y="981348"/>
                  </a:lnTo>
                  <a:lnTo>
                    <a:pt x="5757129" y="1009404"/>
                  </a:lnTo>
                  <a:lnTo>
                    <a:pt x="5707887" y="1035510"/>
                  </a:lnTo>
                  <a:lnTo>
                    <a:pt x="5658976" y="1059560"/>
                  </a:lnTo>
                  <a:lnTo>
                    <a:pt x="5610032" y="1081521"/>
                  </a:lnTo>
                  <a:lnTo>
                    <a:pt x="5567201" y="1098888"/>
                  </a:lnTo>
                  <a:lnTo>
                    <a:pt x="5518933" y="1116305"/>
                  </a:lnTo>
                  <a:lnTo>
                    <a:pt x="5468933" y="1131901"/>
                  </a:lnTo>
                  <a:lnTo>
                    <a:pt x="5416353" y="1145779"/>
                  </a:lnTo>
                  <a:lnTo>
                    <a:pt x="5360249" y="1158106"/>
                  </a:lnTo>
                  <a:lnTo>
                    <a:pt x="5299669" y="1169069"/>
                  </a:lnTo>
                  <a:lnTo>
                    <a:pt x="5233742" y="1178842"/>
                  </a:lnTo>
                  <a:lnTo>
                    <a:pt x="5161796" y="1187577"/>
                  </a:lnTo>
                  <a:lnTo>
                    <a:pt x="5083515" y="1195392"/>
                  </a:lnTo>
                  <a:lnTo>
                    <a:pt x="4999149" y="1202370"/>
                  </a:lnTo>
                  <a:lnTo>
                    <a:pt x="4909747" y="1208555"/>
                  </a:lnTo>
                  <a:lnTo>
                    <a:pt x="4817376" y="1213962"/>
                  </a:lnTo>
                  <a:lnTo>
                    <a:pt x="4725211" y="1218579"/>
                  </a:lnTo>
                  <a:lnTo>
                    <a:pt x="4637390" y="1222387"/>
                  </a:lnTo>
                  <a:lnTo>
                    <a:pt x="4558517" y="1225377"/>
                  </a:lnTo>
                  <a:lnTo>
                    <a:pt x="4492840" y="1227573"/>
                  </a:lnTo>
                  <a:lnTo>
                    <a:pt x="4443284" y="1229046"/>
                  </a:lnTo>
                  <a:lnTo>
                    <a:pt x="4410666" y="1229912"/>
                  </a:lnTo>
                  <a:lnTo>
                    <a:pt x="4393352" y="1230325"/>
                  </a:lnTo>
                  <a:lnTo>
                    <a:pt x="4387386" y="1230454"/>
                  </a:lnTo>
                  <a:lnTo>
                    <a:pt x="4386855" y="1230464"/>
                  </a:lnTo>
                  <a:lnTo>
                    <a:pt x="3848118" y="1230464"/>
                  </a:lnTo>
                  <a:lnTo>
                    <a:pt x="3846844" y="1230424"/>
                  </a:lnTo>
                  <a:lnTo>
                    <a:pt x="3838524" y="1230138"/>
                  </a:lnTo>
                  <a:lnTo>
                    <a:pt x="3817768" y="1229345"/>
                  </a:lnTo>
                  <a:lnTo>
                    <a:pt x="3781212" y="1227791"/>
                  </a:lnTo>
                  <a:lnTo>
                    <a:pt x="3727840" y="1225249"/>
                  </a:lnTo>
                  <a:lnTo>
                    <a:pt x="3659012" y="1221556"/>
                  </a:lnTo>
                  <a:lnTo>
                    <a:pt x="3578005" y="1216622"/>
                  </a:lnTo>
                  <a:lnTo>
                    <a:pt x="3489180" y="1210425"/>
                  </a:lnTo>
                  <a:lnTo>
                    <a:pt x="3397039" y="1202983"/>
                  </a:lnTo>
                  <a:lnTo>
                    <a:pt x="3305483" y="1194327"/>
                  </a:lnTo>
                  <a:lnTo>
                    <a:pt x="3217410" y="1184467"/>
                  </a:lnTo>
                  <a:lnTo>
                    <a:pt x="3134628" y="1173374"/>
                  </a:lnTo>
                  <a:lnTo>
                    <a:pt x="3057989" y="1160964"/>
                  </a:lnTo>
                  <a:lnTo>
                    <a:pt x="2987603" y="1147100"/>
                  </a:lnTo>
                  <a:lnTo>
                    <a:pt x="2923076" y="1131588"/>
                  </a:lnTo>
                  <a:lnTo>
                    <a:pt x="2863691" y="1114189"/>
                  </a:lnTo>
                  <a:lnTo>
                    <a:pt x="2808568" y="1094626"/>
                  </a:lnTo>
                  <a:lnTo>
                    <a:pt x="2756759" y="1072615"/>
                  </a:lnTo>
                  <a:lnTo>
                    <a:pt x="2707345" y="1047911"/>
                  </a:lnTo>
                  <a:lnTo>
                    <a:pt x="2667772" y="1025387"/>
                  </a:lnTo>
                  <a:lnTo>
                    <a:pt x="2621811" y="996233"/>
                  </a:lnTo>
                  <a:lnTo>
                    <a:pt x="2576299" y="964311"/>
                  </a:lnTo>
                  <a:lnTo>
                    <a:pt x="2530816" y="929572"/>
                  </a:lnTo>
                  <a:lnTo>
                    <a:pt x="2485066" y="892051"/>
                  </a:lnTo>
                  <a:lnTo>
                    <a:pt x="2438857" y="851874"/>
                  </a:lnTo>
                  <a:lnTo>
                    <a:pt x="2392096" y="809260"/>
                  </a:lnTo>
                  <a:lnTo>
                    <a:pt x="2344771" y="764531"/>
                  </a:lnTo>
                  <a:lnTo>
                    <a:pt x="2296947" y="718096"/>
                  </a:lnTo>
                  <a:lnTo>
                    <a:pt x="2248744" y="670446"/>
                  </a:lnTo>
                  <a:lnTo>
                    <a:pt x="2200327" y="622131"/>
                  </a:lnTo>
                  <a:lnTo>
                    <a:pt x="2151882" y="573731"/>
                  </a:lnTo>
                  <a:lnTo>
                    <a:pt x="2103600" y="525834"/>
                  </a:lnTo>
                  <a:lnTo>
                    <a:pt x="2055654" y="479001"/>
                  </a:lnTo>
                  <a:lnTo>
                    <a:pt x="2008178" y="433740"/>
                  </a:lnTo>
                  <a:lnTo>
                    <a:pt x="1961254" y="390487"/>
                  </a:lnTo>
                  <a:lnTo>
                    <a:pt x="1914893" y="349589"/>
                  </a:lnTo>
                  <a:lnTo>
                    <a:pt x="1869027" y="311295"/>
                  </a:lnTo>
                  <a:lnTo>
                    <a:pt x="1823494" y="275757"/>
                  </a:lnTo>
                  <a:lnTo>
                    <a:pt x="1778027" y="243034"/>
                  </a:lnTo>
                  <a:lnTo>
                    <a:pt x="1732245" y="213101"/>
                  </a:lnTo>
                  <a:lnTo>
                    <a:pt x="1719082" y="205077"/>
                  </a:lnTo>
                  <a:lnTo>
                    <a:pt x="1671027" y="178043"/>
                  </a:lnTo>
                  <a:lnTo>
                    <a:pt x="1621257" y="153822"/>
                  </a:lnTo>
                  <a:lnTo>
                    <a:pt x="1568939" y="132258"/>
                  </a:lnTo>
                  <a:lnTo>
                    <a:pt x="1513139" y="113093"/>
                  </a:lnTo>
                  <a:lnTo>
                    <a:pt x="1452918" y="96041"/>
                  </a:lnTo>
                  <a:lnTo>
                    <a:pt x="1387414" y="80833"/>
                  </a:lnTo>
                  <a:lnTo>
                    <a:pt x="1315954" y="67235"/>
                  </a:lnTo>
                  <a:lnTo>
                    <a:pt x="1238218" y="55064"/>
                  </a:lnTo>
                  <a:lnTo>
                    <a:pt x="1154428" y="44189"/>
                  </a:lnTo>
                  <a:lnTo>
                    <a:pt x="1065587" y="34540"/>
                  </a:lnTo>
                  <a:lnTo>
                    <a:pt x="973690" y="26095"/>
                  </a:lnTo>
                  <a:lnTo>
                    <a:pt x="881821" y="18868"/>
                  </a:lnTo>
                  <a:lnTo>
                    <a:pt x="794029" y="12890"/>
                  </a:lnTo>
                  <a:lnTo>
                    <a:pt x="714851" y="8176"/>
                  </a:lnTo>
                  <a:lnTo>
                    <a:pt x="648526" y="4692"/>
                  </a:lnTo>
                  <a:lnTo>
                    <a:pt x="598054" y="2337"/>
                  </a:lnTo>
                  <a:lnTo>
                    <a:pt x="564395" y="932"/>
                  </a:lnTo>
                  <a:lnTo>
                    <a:pt x="546112" y="247"/>
                  </a:lnTo>
                  <a:lnTo>
                    <a:pt x="539461" y="2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546595" y="1632471"/>
              <a:ext cx="8234974" cy="1230464"/>
            </a:xfrm>
            <a:custGeom>
              <a:avLst/>
              <a:pathLst>
                <a:path w="8234974" h="1230464">
                  <a:moveTo>
                    <a:pt x="0" y="0"/>
                  </a:moveTo>
                  <a:lnTo>
                    <a:pt x="538736" y="0"/>
                  </a:lnTo>
                  <a:lnTo>
                    <a:pt x="540011" y="40"/>
                  </a:lnTo>
                  <a:lnTo>
                    <a:pt x="548331" y="326"/>
                  </a:lnTo>
                  <a:lnTo>
                    <a:pt x="569087" y="1118"/>
                  </a:lnTo>
                  <a:lnTo>
                    <a:pt x="605643" y="2673"/>
                  </a:lnTo>
                  <a:lnTo>
                    <a:pt x="659014" y="5215"/>
                  </a:lnTo>
                  <a:lnTo>
                    <a:pt x="727843" y="8908"/>
                  </a:lnTo>
                  <a:lnTo>
                    <a:pt x="808849" y="13841"/>
                  </a:lnTo>
                  <a:lnTo>
                    <a:pt x="897674" y="20039"/>
                  </a:lnTo>
                  <a:lnTo>
                    <a:pt x="989816" y="27481"/>
                  </a:lnTo>
                  <a:lnTo>
                    <a:pt x="1081371" y="36136"/>
                  </a:lnTo>
                  <a:lnTo>
                    <a:pt x="1169445" y="45996"/>
                  </a:lnTo>
                  <a:lnTo>
                    <a:pt x="1252226" y="57090"/>
                  </a:lnTo>
                  <a:lnTo>
                    <a:pt x="1328866" y="69500"/>
                  </a:lnTo>
                  <a:lnTo>
                    <a:pt x="1399251" y="83364"/>
                  </a:lnTo>
                  <a:lnTo>
                    <a:pt x="1463779" y="98875"/>
                  </a:lnTo>
                  <a:lnTo>
                    <a:pt x="1523163" y="116275"/>
                  </a:lnTo>
                  <a:lnTo>
                    <a:pt x="1578287" y="135838"/>
                  </a:lnTo>
                  <a:lnTo>
                    <a:pt x="1630096" y="157849"/>
                  </a:lnTo>
                  <a:lnTo>
                    <a:pt x="1679510" y="182553"/>
                  </a:lnTo>
                  <a:lnTo>
                    <a:pt x="1719082" y="205077"/>
                  </a:lnTo>
                  <a:lnTo>
                    <a:pt x="1765044" y="234230"/>
                  </a:lnTo>
                  <a:lnTo>
                    <a:pt x="1810555" y="266153"/>
                  </a:lnTo>
                  <a:lnTo>
                    <a:pt x="1856038" y="300892"/>
                  </a:lnTo>
                  <a:lnTo>
                    <a:pt x="1901789" y="338412"/>
                  </a:lnTo>
                  <a:lnTo>
                    <a:pt x="1947998" y="378590"/>
                  </a:lnTo>
                  <a:lnTo>
                    <a:pt x="1994759" y="421203"/>
                  </a:lnTo>
                  <a:lnTo>
                    <a:pt x="2042083" y="465933"/>
                  </a:lnTo>
                  <a:lnTo>
                    <a:pt x="2089908" y="512368"/>
                  </a:lnTo>
                  <a:lnTo>
                    <a:pt x="2138110" y="560017"/>
                  </a:lnTo>
                  <a:lnTo>
                    <a:pt x="2186528" y="608333"/>
                  </a:lnTo>
                  <a:lnTo>
                    <a:pt x="2234972" y="656732"/>
                  </a:lnTo>
                  <a:lnTo>
                    <a:pt x="2283254" y="704629"/>
                  </a:lnTo>
                  <a:lnTo>
                    <a:pt x="2331201" y="751463"/>
                  </a:lnTo>
                  <a:lnTo>
                    <a:pt x="2378677" y="796724"/>
                  </a:lnTo>
                  <a:lnTo>
                    <a:pt x="2425601" y="839976"/>
                  </a:lnTo>
                  <a:lnTo>
                    <a:pt x="2471961" y="880874"/>
                  </a:lnTo>
                  <a:lnTo>
                    <a:pt x="2517827" y="919168"/>
                  </a:lnTo>
                  <a:lnTo>
                    <a:pt x="2563361" y="954706"/>
                  </a:lnTo>
                  <a:lnTo>
                    <a:pt x="2608828" y="987429"/>
                  </a:lnTo>
                  <a:lnTo>
                    <a:pt x="2654610" y="1017362"/>
                  </a:lnTo>
                  <a:lnTo>
                    <a:pt x="2667772" y="1025387"/>
                  </a:lnTo>
                  <a:lnTo>
                    <a:pt x="2715828" y="1052421"/>
                  </a:lnTo>
                  <a:lnTo>
                    <a:pt x="2765597" y="1076642"/>
                  </a:lnTo>
                  <a:lnTo>
                    <a:pt x="2817916" y="1098206"/>
                  </a:lnTo>
                  <a:lnTo>
                    <a:pt x="2873715" y="1117371"/>
                  </a:lnTo>
                  <a:lnTo>
                    <a:pt x="2933936" y="1134422"/>
                  </a:lnTo>
                  <a:lnTo>
                    <a:pt x="2999441" y="1149630"/>
                  </a:lnTo>
                  <a:lnTo>
                    <a:pt x="3070900" y="1163228"/>
                  </a:lnTo>
                  <a:lnTo>
                    <a:pt x="3148637" y="1175400"/>
                  </a:lnTo>
                  <a:lnTo>
                    <a:pt x="3232427" y="1186274"/>
                  </a:lnTo>
                  <a:lnTo>
                    <a:pt x="3321268" y="1195923"/>
                  </a:lnTo>
                  <a:lnTo>
                    <a:pt x="3413165" y="1204369"/>
                  </a:lnTo>
                  <a:lnTo>
                    <a:pt x="3505033" y="1211596"/>
                  </a:lnTo>
                  <a:lnTo>
                    <a:pt x="3592826" y="1217574"/>
                  </a:lnTo>
                  <a:lnTo>
                    <a:pt x="3672004" y="1222288"/>
                  </a:lnTo>
                  <a:lnTo>
                    <a:pt x="3738328" y="1225771"/>
                  </a:lnTo>
                  <a:lnTo>
                    <a:pt x="3788801" y="1228127"/>
                  </a:lnTo>
                  <a:lnTo>
                    <a:pt x="3822459" y="1229531"/>
                  </a:lnTo>
                  <a:lnTo>
                    <a:pt x="3840742" y="1230217"/>
                  </a:lnTo>
                  <a:lnTo>
                    <a:pt x="3847393" y="1230442"/>
                  </a:lnTo>
                  <a:lnTo>
                    <a:pt x="3848118" y="1230464"/>
                  </a:lnTo>
                  <a:lnTo>
                    <a:pt x="4386855" y="1230464"/>
                  </a:lnTo>
                  <a:lnTo>
                    <a:pt x="4388146" y="1230438"/>
                  </a:lnTo>
                  <a:lnTo>
                    <a:pt x="4396570" y="1230252"/>
                  </a:lnTo>
                  <a:lnTo>
                    <a:pt x="4417577" y="1229737"/>
                  </a:lnTo>
                  <a:lnTo>
                    <a:pt x="4454548" y="1228726"/>
                  </a:lnTo>
                  <a:lnTo>
                    <a:pt x="4508477" y="1227075"/>
                  </a:lnTo>
                  <a:lnTo>
                    <a:pt x="4577942" y="1224676"/>
                  </a:lnTo>
                  <a:lnTo>
                    <a:pt x="4659585" y="1221474"/>
                  </a:lnTo>
                  <a:lnTo>
                    <a:pt x="4748974" y="1217454"/>
                  </a:lnTo>
                  <a:lnTo>
                    <a:pt x="4841558" y="1212629"/>
                  </a:lnTo>
                  <a:lnTo>
                    <a:pt x="4933417" y="1207020"/>
                  </a:lnTo>
                  <a:lnTo>
                    <a:pt x="5021662" y="1200630"/>
                  </a:lnTo>
                  <a:lnTo>
                    <a:pt x="5104508" y="1193441"/>
                  </a:lnTo>
                  <a:lnTo>
                    <a:pt x="5181137" y="1185395"/>
                  </a:lnTo>
                  <a:lnTo>
                    <a:pt x="5251468" y="1176403"/>
                  </a:lnTo>
                  <a:lnTo>
                    <a:pt x="5315927" y="1166335"/>
                  </a:lnTo>
                  <a:lnTo>
                    <a:pt x="5375252" y="1155035"/>
                  </a:lnTo>
                  <a:lnTo>
                    <a:pt x="5430345" y="1142321"/>
                  </a:lnTo>
                  <a:lnTo>
                    <a:pt x="5482165" y="1128010"/>
                  </a:lnTo>
                  <a:lnTo>
                    <a:pt x="5531639" y="1111946"/>
                  </a:lnTo>
                  <a:lnTo>
                    <a:pt x="5567201" y="1098888"/>
                  </a:lnTo>
                  <a:lnTo>
                    <a:pt x="5616594" y="1078706"/>
                  </a:lnTo>
                  <a:lnTo>
                    <a:pt x="5665507" y="1056466"/>
                  </a:lnTo>
                  <a:lnTo>
                    <a:pt x="5714444" y="1032138"/>
                  </a:lnTo>
                  <a:lnTo>
                    <a:pt x="5763750" y="1005763"/>
                  </a:lnTo>
                  <a:lnTo>
                    <a:pt x="5813627" y="977459"/>
                  </a:lnTo>
                  <a:lnTo>
                    <a:pt x="5864158" y="947431"/>
                  </a:lnTo>
                  <a:lnTo>
                    <a:pt x="5915315" y="915963"/>
                  </a:lnTo>
                  <a:lnTo>
                    <a:pt x="5966983" y="883417"/>
                  </a:lnTo>
                  <a:lnTo>
                    <a:pt x="6018978" y="850210"/>
                  </a:lnTo>
                  <a:lnTo>
                    <a:pt x="6071076" y="816800"/>
                  </a:lnTo>
                  <a:lnTo>
                    <a:pt x="6123040" y="783656"/>
                  </a:lnTo>
                  <a:lnTo>
                    <a:pt x="6174649" y="751230"/>
                  </a:lnTo>
                  <a:lnTo>
                    <a:pt x="6225727" y="719936"/>
                  </a:lnTo>
                  <a:lnTo>
                    <a:pt x="6276169" y="690123"/>
                  </a:lnTo>
                  <a:lnTo>
                    <a:pt x="6325963" y="662067"/>
                  </a:lnTo>
                  <a:lnTo>
                    <a:pt x="6375205" y="635961"/>
                  </a:lnTo>
                  <a:lnTo>
                    <a:pt x="6424116" y="611911"/>
                  </a:lnTo>
                  <a:lnTo>
                    <a:pt x="6473060" y="589950"/>
                  </a:lnTo>
                  <a:lnTo>
                    <a:pt x="6515891" y="572583"/>
                  </a:lnTo>
                  <a:lnTo>
                    <a:pt x="6564159" y="555166"/>
                  </a:lnTo>
                  <a:lnTo>
                    <a:pt x="6614160" y="539570"/>
                  </a:lnTo>
                  <a:lnTo>
                    <a:pt x="6666740" y="525692"/>
                  </a:lnTo>
                  <a:lnTo>
                    <a:pt x="6722843" y="513365"/>
                  </a:lnTo>
                  <a:lnTo>
                    <a:pt x="6783423" y="502402"/>
                  </a:lnTo>
                  <a:lnTo>
                    <a:pt x="6849350" y="492629"/>
                  </a:lnTo>
                  <a:lnTo>
                    <a:pt x="6921297" y="483894"/>
                  </a:lnTo>
                  <a:lnTo>
                    <a:pt x="6999578" y="476079"/>
                  </a:lnTo>
                  <a:lnTo>
                    <a:pt x="7083944" y="469101"/>
                  </a:lnTo>
                  <a:lnTo>
                    <a:pt x="7173345" y="462916"/>
                  </a:lnTo>
                  <a:lnTo>
                    <a:pt x="7265717" y="457509"/>
                  </a:lnTo>
                  <a:lnTo>
                    <a:pt x="7357882" y="452892"/>
                  </a:lnTo>
                  <a:lnTo>
                    <a:pt x="7445703" y="449084"/>
                  </a:lnTo>
                  <a:lnTo>
                    <a:pt x="7524575" y="446094"/>
                  </a:lnTo>
                  <a:lnTo>
                    <a:pt x="7590252" y="443898"/>
                  </a:lnTo>
                  <a:lnTo>
                    <a:pt x="7639809" y="442425"/>
                  </a:lnTo>
                  <a:lnTo>
                    <a:pt x="7672427" y="441559"/>
                  </a:lnTo>
                  <a:lnTo>
                    <a:pt x="7689740" y="441146"/>
                  </a:lnTo>
                  <a:lnTo>
                    <a:pt x="7695707" y="441017"/>
                  </a:lnTo>
                  <a:lnTo>
                    <a:pt x="7696237" y="441007"/>
                  </a:lnTo>
                  <a:lnTo>
                    <a:pt x="8234974" y="4410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546595" y="1627027"/>
              <a:ext cx="8234974" cy="1230464"/>
            </a:xfrm>
            <a:custGeom>
              <a:avLst/>
              <a:pathLst>
                <a:path w="8234974" h="1230464">
                  <a:moveTo>
                    <a:pt x="8234974" y="441007"/>
                  </a:moveTo>
                  <a:lnTo>
                    <a:pt x="7696237" y="441007"/>
                  </a:lnTo>
                  <a:lnTo>
                    <a:pt x="7694946" y="441033"/>
                  </a:lnTo>
                  <a:lnTo>
                    <a:pt x="7686522" y="441219"/>
                  </a:lnTo>
                  <a:lnTo>
                    <a:pt x="7665516" y="441734"/>
                  </a:lnTo>
                  <a:lnTo>
                    <a:pt x="7628544" y="442745"/>
                  </a:lnTo>
                  <a:lnTo>
                    <a:pt x="7574615" y="444396"/>
                  </a:lnTo>
                  <a:lnTo>
                    <a:pt x="7505150" y="446795"/>
                  </a:lnTo>
                  <a:lnTo>
                    <a:pt x="7423507" y="449997"/>
                  </a:lnTo>
                  <a:lnTo>
                    <a:pt x="7334118" y="454017"/>
                  </a:lnTo>
                  <a:lnTo>
                    <a:pt x="7241534" y="458842"/>
                  </a:lnTo>
                  <a:lnTo>
                    <a:pt x="7149675" y="464451"/>
                  </a:lnTo>
                  <a:lnTo>
                    <a:pt x="7061430" y="470841"/>
                  </a:lnTo>
                  <a:lnTo>
                    <a:pt x="6978584" y="478030"/>
                  </a:lnTo>
                  <a:lnTo>
                    <a:pt x="6901956" y="486076"/>
                  </a:lnTo>
                  <a:lnTo>
                    <a:pt x="6831625" y="495068"/>
                  </a:lnTo>
                  <a:lnTo>
                    <a:pt x="6767165" y="505136"/>
                  </a:lnTo>
                  <a:lnTo>
                    <a:pt x="6707840" y="516436"/>
                  </a:lnTo>
                  <a:lnTo>
                    <a:pt x="6652747" y="529150"/>
                  </a:lnTo>
                  <a:lnTo>
                    <a:pt x="6600927" y="543461"/>
                  </a:lnTo>
                  <a:lnTo>
                    <a:pt x="6551454" y="559525"/>
                  </a:lnTo>
                  <a:lnTo>
                    <a:pt x="6515891" y="572583"/>
                  </a:lnTo>
                  <a:lnTo>
                    <a:pt x="6466499" y="592765"/>
                  </a:lnTo>
                  <a:lnTo>
                    <a:pt x="6417586" y="615005"/>
                  </a:lnTo>
                  <a:lnTo>
                    <a:pt x="6368648" y="639333"/>
                  </a:lnTo>
                  <a:lnTo>
                    <a:pt x="6319343" y="665708"/>
                  </a:lnTo>
                  <a:lnTo>
                    <a:pt x="6269465" y="694012"/>
                  </a:lnTo>
                  <a:lnTo>
                    <a:pt x="6218935" y="724040"/>
                  </a:lnTo>
                  <a:lnTo>
                    <a:pt x="6167778" y="755508"/>
                  </a:lnTo>
                  <a:lnTo>
                    <a:pt x="6116110" y="788054"/>
                  </a:lnTo>
                  <a:lnTo>
                    <a:pt x="6064115" y="821261"/>
                  </a:lnTo>
                  <a:lnTo>
                    <a:pt x="6012016" y="854671"/>
                  </a:lnTo>
                  <a:lnTo>
                    <a:pt x="5960053" y="887815"/>
                  </a:lnTo>
                  <a:lnTo>
                    <a:pt x="5908444" y="920241"/>
                  </a:lnTo>
                  <a:lnTo>
                    <a:pt x="5857366" y="951535"/>
                  </a:lnTo>
                  <a:lnTo>
                    <a:pt x="5806923" y="981348"/>
                  </a:lnTo>
                  <a:lnTo>
                    <a:pt x="5757129" y="1009404"/>
                  </a:lnTo>
                  <a:lnTo>
                    <a:pt x="5707887" y="1035510"/>
                  </a:lnTo>
                  <a:lnTo>
                    <a:pt x="5658976" y="1059560"/>
                  </a:lnTo>
                  <a:lnTo>
                    <a:pt x="5610032" y="1081521"/>
                  </a:lnTo>
                  <a:lnTo>
                    <a:pt x="5567201" y="1098888"/>
                  </a:lnTo>
                  <a:lnTo>
                    <a:pt x="5518933" y="1116305"/>
                  </a:lnTo>
                  <a:lnTo>
                    <a:pt x="5468933" y="1131901"/>
                  </a:lnTo>
                  <a:lnTo>
                    <a:pt x="5416353" y="1145779"/>
                  </a:lnTo>
                  <a:lnTo>
                    <a:pt x="5360249" y="1158106"/>
                  </a:lnTo>
                  <a:lnTo>
                    <a:pt x="5299669" y="1169069"/>
                  </a:lnTo>
                  <a:lnTo>
                    <a:pt x="5233742" y="1178842"/>
                  </a:lnTo>
                  <a:lnTo>
                    <a:pt x="5161796" y="1187577"/>
                  </a:lnTo>
                  <a:lnTo>
                    <a:pt x="5083515" y="1195392"/>
                  </a:lnTo>
                  <a:lnTo>
                    <a:pt x="4999149" y="1202370"/>
                  </a:lnTo>
                  <a:lnTo>
                    <a:pt x="4909747" y="1208555"/>
                  </a:lnTo>
                  <a:lnTo>
                    <a:pt x="4817376" y="1213962"/>
                  </a:lnTo>
                  <a:lnTo>
                    <a:pt x="4725211" y="1218579"/>
                  </a:lnTo>
                  <a:lnTo>
                    <a:pt x="4637390" y="1222387"/>
                  </a:lnTo>
                  <a:lnTo>
                    <a:pt x="4558517" y="1225377"/>
                  </a:lnTo>
                  <a:lnTo>
                    <a:pt x="4492840" y="1227573"/>
                  </a:lnTo>
                  <a:lnTo>
                    <a:pt x="4443284" y="1229046"/>
                  </a:lnTo>
                  <a:lnTo>
                    <a:pt x="4410666" y="1229912"/>
                  </a:lnTo>
                  <a:lnTo>
                    <a:pt x="4393352" y="1230325"/>
                  </a:lnTo>
                  <a:lnTo>
                    <a:pt x="4387386" y="1230454"/>
                  </a:lnTo>
                  <a:lnTo>
                    <a:pt x="4386855" y="1230464"/>
                  </a:lnTo>
                  <a:lnTo>
                    <a:pt x="3848118" y="1230464"/>
                  </a:lnTo>
                  <a:lnTo>
                    <a:pt x="3846844" y="1230424"/>
                  </a:lnTo>
                  <a:lnTo>
                    <a:pt x="3838524" y="1230138"/>
                  </a:lnTo>
                  <a:lnTo>
                    <a:pt x="3817768" y="1229345"/>
                  </a:lnTo>
                  <a:lnTo>
                    <a:pt x="3781212" y="1227791"/>
                  </a:lnTo>
                  <a:lnTo>
                    <a:pt x="3727840" y="1225249"/>
                  </a:lnTo>
                  <a:lnTo>
                    <a:pt x="3659012" y="1221556"/>
                  </a:lnTo>
                  <a:lnTo>
                    <a:pt x="3578005" y="1216622"/>
                  </a:lnTo>
                  <a:lnTo>
                    <a:pt x="3489180" y="1210425"/>
                  </a:lnTo>
                  <a:lnTo>
                    <a:pt x="3397039" y="1202983"/>
                  </a:lnTo>
                  <a:lnTo>
                    <a:pt x="3305483" y="1194327"/>
                  </a:lnTo>
                  <a:lnTo>
                    <a:pt x="3217410" y="1184467"/>
                  </a:lnTo>
                  <a:lnTo>
                    <a:pt x="3134628" y="1173374"/>
                  </a:lnTo>
                  <a:lnTo>
                    <a:pt x="3057989" y="1160964"/>
                  </a:lnTo>
                  <a:lnTo>
                    <a:pt x="2987603" y="1147100"/>
                  </a:lnTo>
                  <a:lnTo>
                    <a:pt x="2923076" y="1131588"/>
                  </a:lnTo>
                  <a:lnTo>
                    <a:pt x="2863691" y="1114189"/>
                  </a:lnTo>
                  <a:lnTo>
                    <a:pt x="2808568" y="1094626"/>
                  </a:lnTo>
                  <a:lnTo>
                    <a:pt x="2756759" y="1072615"/>
                  </a:lnTo>
                  <a:lnTo>
                    <a:pt x="2707345" y="1047911"/>
                  </a:lnTo>
                  <a:lnTo>
                    <a:pt x="2667772" y="1025387"/>
                  </a:lnTo>
                  <a:lnTo>
                    <a:pt x="2621811" y="996233"/>
                  </a:lnTo>
                  <a:lnTo>
                    <a:pt x="2576299" y="964311"/>
                  </a:lnTo>
                  <a:lnTo>
                    <a:pt x="2530816" y="929572"/>
                  </a:lnTo>
                  <a:lnTo>
                    <a:pt x="2485066" y="892051"/>
                  </a:lnTo>
                  <a:lnTo>
                    <a:pt x="2438857" y="851874"/>
                  </a:lnTo>
                  <a:lnTo>
                    <a:pt x="2392096" y="809260"/>
                  </a:lnTo>
                  <a:lnTo>
                    <a:pt x="2344771" y="764531"/>
                  </a:lnTo>
                  <a:lnTo>
                    <a:pt x="2296947" y="718096"/>
                  </a:lnTo>
                  <a:lnTo>
                    <a:pt x="2248744" y="670446"/>
                  </a:lnTo>
                  <a:lnTo>
                    <a:pt x="2200327" y="622131"/>
                  </a:lnTo>
                  <a:lnTo>
                    <a:pt x="2151882" y="573731"/>
                  </a:lnTo>
                  <a:lnTo>
                    <a:pt x="2103600" y="525834"/>
                  </a:lnTo>
                  <a:lnTo>
                    <a:pt x="2055654" y="479001"/>
                  </a:lnTo>
                  <a:lnTo>
                    <a:pt x="2008178" y="433740"/>
                  </a:lnTo>
                  <a:lnTo>
                    <a:pt x="1961254" y="390487"/>
                  </a:lnTo>
                  <a:lnTo>
                    <a:pt x="1914893" y="349589"/>
                  </a:lnTo>
                  <a:lnTo>
                    <a:pt x="1869027" y="311295"/>
                  </a:lnTo>
                  <a:lnTo>
                    <a:pt x="1823494" y="275757"/>
                  </a:lnTo>
                  <a:lnTo>
                    <a:pt x="1778027" y="243034"/>
                  </a:lnTo>
                  <a:lnTo>
                    <a:pt x="1732245" y="213101"/>
                  </a:lnTo>
                  <a:lnTo>
                    <a:pt x="1719082" y="205077"/>
                  </a:lnTo>
                  <a:lnTo>
                    <a:pt x="1671027" y="178043"/>
                  </a:lnTo>
                  <a:lnTo>
                    <a:pt x="1621257" y="153822"/>
                  </a:lnTo>
                  <a:lnTo>
                    <a:pt x="1568939" y="132258"/>
                  </a:lnTo>
                  <a:lnTo>
                    <a:pt x="1513139" y="113093"/>
                  </a:lnTo>
                  <a:lnTo>
                    <a:pt x="1452918" y="96041"/>
                  </a:lnTo>
                  <a:lnTo>
                    <a:pt x="1387414" y="80833"/>
                  </a:lnTo>
                  <a:lnTo>
                    <a:pt x="1315954" y="67235"/>
                  </a:lnTo>
                  <a:lnTo>
                    <a:pt x="1238218" y="55064"/>
                  </a:lnTo>
                  <a:lnTo>
                    <a:pt x="1154428" y="44189"/>
                  </a:lnTo>
                  <a:lnTo>
                    <a:pt x="1065587" y="34540"/>
                  </a:lnTo>
                  <a:lnTo>
                    <a:pt x="973690" y="26095"/>
                  </a:lnTo>
                  <a:lnTo>
                    <a:pt x="881821" y="18868"/>
                  </a:lnTo>
                  <a:lnTo>
                    <a:pt x="794029" y="12890"/>
                  </a:lnTo>
                  <a:lnTo>
                    <a:pt x="714851" y="8176"/>
                  </a:lnTo>
                  <a:lnTo>
                    <a:pt x="648526" y="4692"/>
                  </a:lnTo>
                  <a:lnTo>
                    <a:pt x="598054" y="2337"/>
                  </a:lnTo>
                  <a:lnTo>
                    <a:pt x="564395" y="932"/>
                  </a:lnTo>
                  <a:lnTo>
                    <a:pt x="546112" y="247"/>
                  </a:lnTo>
                  <a:lnTo>
                    <a:pt x="539461" y="2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5" name="pg275"/>
            <p:cNvSpPr/>
            <p:nvPr/>
          </p:nvSpPr>
          <p:spPr>
            <a:xfrm>
              <a:off x="546595" y="1632471"/>
              <a:ext cx="8234974" cy="1268576"/>
            </a:xfrm>
            <a:custGeom>
              <a:avLst/>
              <a:pathLst>
                <a:path w="8234974" h="1268576">
                  <a:moveTo>
                    <a:pt x="0" y="16333"/>
                  </a:moveTo>
                  <a:lnTo>
                    <a:pt x="538736" y="16333"/>
                  </a:lnTo>
                  <a:lnTo>
                    <a:pt x="540010" y="16374"/>
                  </a:lnTo>
                  <a:lnTo>
                    <a:pt x="548324" y="16665"/>
                  </a:lnTo>
                  <a:lnTo>
                    <a:pt x="569065" y="17471"/>
                  </a:lnTo>
                  <a:lnTo>
                    <a:pt x="605596" y="19052"/>
                  </a:lnTo>
                  <a:lnTo>
                    <a:pt x="658934" y="21637"/>
                  </a:lnTo>
                  <a:lnTo>
                    <a:pt x="727724" y="25392"/>
                  </a:lnTo>
                  <a:lnTo>
                    <a:pt x="808692" y="30410"/>
                  </a:lnTo>
                  <a:lnTo>
                    <a:pt x="897483" y="36713"/>
                  </a:lnTo>
                  <a:lnTo>
                    <a:pt x="989598" y="44281"/>
                  </a:lnTo>
                  <a:lnTo>
                    <a:pt x="1081136" y="53085"/>
                  </a:lnTo>
                  <a:lnTo>
                    <a:pt x="1169198" y="63113"/>
                  </a:lnTo>
                  <a:lnTo>
                    <a:pt x="1251976" y="74397"/>
                  </a:lnTo>
                  <a:lnTo>
                    <a:pt x="1328616" y="87018"/>
                  </a:lnTo>
                  <a:lnTo>
                    <a:pt x="1399005" y="101118"/>
                  </a:lnTo>
                  <a:lnTo>
                    <a:pt x="1463537" y="116893"/>
                  </a:lnTo>
                  <a:lnTo>
                    <a:pt x="1522924" y="134588"/>
                  </a:lnTo>
                  <a:lnTo>
                    <a:pt x="1578050" y="154482"/>
                  </a:lnTo>
                  <a:lnTo>
                    <a:pt x="1629858" y="176864"/>
                  </a:lnTo>
                  <a:lnTo>
                    <a:pt x="1679269" y="201986"/>
                  </a:lnTo>
                  <a:lnTo>
                    <a:pt x="1719082" y="225040"/>
                  </a:lnTo>
                  <a:lnTo>
                    <a:pt x="1764871" y="254592"/>
                  </a:lnTo>
                  <a:lnTo>
                    <a:pt x="1810212" y="286941"/>
                  </a:lnTo>
                  <a:lnTo>
                    <a:pt x="1855521" y="322134"/>
                  </a:lnTo>
                  <a:lnTo>
                    <a:pt x="1901094" y="360137"/>
                  </a:lnTo>
                  <a:lnTo>
                    <a:pt x="1947119" y="400827"/>
                  </a:lnTo>
                  <a:lnTo>
                    <a:pt x="1993691" y="443982"/>
                  </a:lnTo>
                  <a:lnTo>
                    <a:pt x="2040823" y="489283"/>
                  </a:lnTo>
                  <a:lnTo>
                    <a:pt x="2088454" y="536319"/>
                  </a:lnTo>
                  <a:lnTo>
                    <a:pt x="2136464" y="584597"/>
                  </a:lnTo>
                  <a:lnTo>
                    <a:pt x="2184694" y="633568"/>
                  </a:lnTo>
                  <a:lnTo>
                    <a:pt x="2232958" y="682646"/>
                  </a:lnTo>
                  <a:lnTo>
                    <a:pt x="2281068" y="731241"/>
                  </a:lnTo>
                  <a:lnTo>
                    <a:pt x="2328853" y="778786"/>
                  </a:lnTo>
                  <a:lnTo>
                    <a:pt x="2376176" y="824767"/>
                  </a:lnTo>
                  <a:lnTo>
                    <a:pt x="2422953" y="868740"/>
                  </a:lnTo>
                  <a:lnTo>
                    <a:pt x="2469170" y="910352"/>
                  </a:lnTo>
                  <a:lnTo>
                    <a:pt x="2514890" y="949347"/>
                  </a:lnTo>
                  <a:lnTo>
                    <a:pt x="2560266" y="985565"/>
                  </a:lnTo>
                  <a:lnTo>
                    <a:pt x="2605554" y="1018941"/>
                  </a:lnTo>
                  <a:lnTo>
                    <a:pt x="2651124" y="1049495"/>
                  </a:lnTo>
                  <a:lnTo>
                    <a:pt x="2667772" y="1059869"/>
                  </a:lnTo>
                  <a:lnTo>
                    <a:pt x="2715815" y="1087375"/>
                  </a:lnTo>
                  <a:lnTo>
                    <a:pt x="2765571" y="1112019"/>
                  </a:lnTo>
                  <a:lnTo>
                    <a:pt x="2817874" y="1133961"/>
                  </a:lnTo>
                  <a:lnTo>
                    <a:pt x="2873655" y="1153462"/>
                  </a:lnTo>
                  <a:lnTo>
                    <a:pt x="2933854" y="1170813"/>
                  </a:lnTo>
                  <a:lnTo>
                    <a:pt x="2999334" y="1186288"/>
                  </a:lnTo>
                  <a:lnTo>
                    <a:pt x="3070764" y="1200126"/>
                  </a:lnTo>
                  <a:lnTo>
                    <a:pt x="3148468" y="1212513"/>
                  </a:lnTo>
                  <a:lnTo>
                    <a:pt x="3232223" y="1223579"/>
                  </a:lnTo>
                  <a:lnTo>
                    <a:pt x="3321030" y="1233400"/>
                  </a:lnTo>
                  <a:lnTo>
                    <a:pt x="3412899" y="1241996"/>
                  </a:lnTo>
                  <a:lnTo>
                    <a:pt x="3504749" y="1249353"/>
                  </a:lnTo>
                  <a:lnTo>
                    <a:pt x="3592539" y="1255439"/>
                  </a:lnTo>
                  <a:lnTo>
                    <a:pt x="3671735" y="1260240"/>
                  </a:lnTo>
                  <a:lnTo>
                    <a:pt x="3738098" y="1263788"/>
                  </a:lnTo>
                  <a:lnTo>
                    <a:pt x="3788625" y="1266190"/>
                  </a:lnTo>
                  <a:lnTo>
                    <a:pt x="3822346" y="1267622"/>
                  </a:lnTo>
                  <a:lnTo>
                    <a:pt x="3840687" y="1268322"/>
                  </a:lnTo>
                  <a:lnTo>
                    <a:pt x="3847381" y="1268553"/>
                  </a:lnTo>
                  <a:lnTo>
                    <a:pt x="3848118" y="1268576"/>
                  </a:lnTo>
                  <a:lnTo>
                    <a:pt x="4386855" y="1268576"/>
                  </a:lnTo>
                  <a:lnTo>
                    <a:pt x="4388158" y="1268572"/>
                  </a:lnTo>
                  <a:lnTo>
                    <a:pt x="4396655" y="1268543"/>
                  </a:lnTo>
                  <a:lnTo>
                    <a:pt x="4417837" y="1268465"/>
                  </a:lnTo>
                  <a:lnTo>
                    <a:pt x="4455099" y="1268310"/>
                  </a:lnTo>
                  <a:lnTo>
                    <a:pt x="4509417" y="1268057"/>
                  </a:lnTo>
                  <a:lnTo>
                    <a:pt x="4579326" y="1267690"/>
                  </a:lnTo>
                  <a:lnTo>
                    <a:pt x="4661411" y="1267200"/>
                  </a:lnTo>
                  <a:lnTo>
                    <a:pt x="4751191" y="1266586"/>
                  </a:lnTo>
                  <a:lnTo>
                    <a:pt x="4844080" y="1265848"/>
                  </a:lnTo>
                  <a:lnTo>
                    <a:pt x="4936147" y="1264991"/>
                  </a:lnTo>
                  <a:lnTo>
                    <a:pt x="5024508" y="1264015"/>
                  </a:lnTo>
                  <a:lnTo>
                    <a:pt x="5107397" y="1262917"/>
                  </a:lnTo>
                  <a:lnTo>
                    <a:pt x="5184016" y="1261687"/>
                  </a:lnTo>
                  <a:lnTo>
                    <a:pt x="5254308" y="1260312"/>
                  </a:lnTo>
                  <a:lnTo>
                    <a:pt x="5318720" y="1258773"/>
                  </a:lnTo>
                  <a:lnTo>
                    <a:pt x="5378005" y="1257043"/>
                  </a:lnTo>
                  <a:lnTo>
                    <a:pt x="5433078" y="1255097"/>
                  </a:lnTo>
                  <a:lnTo>
                    <a:pt x="5484907" y="1252906"/>
                  </a:lnTo>
                  <a:lnTo>
                    <a:pt x="5534425" y="1250446"/>
                  </a:lnTo>
                  <a:lnTo>
                    <a:pt x="5567201" y="1248613"/>
                  </a:lnTo>
                  <a:lnTo>
                    <a:pt x="5619904" y="1245333"/>
                  </a:lnTo>
                  <a:lnTo>
                    <a:pt x="5672102" y="1241696"/>
                  </a:lnTo>
                  <a:lnTo>
                    <a:pt x="5724390" y="1237700"/>
                  </a:lnTo>
                  <a:lnTo>
                    <a:pt x="5777154" y="1233352"/>
                  </a:lnTo>
                  <a:lnTo>
                    <a:pt x="5830607" y="1228679"/>
                  </a:lnTo>
                  <a:lnTo>
                    <a:pt x="5884805" y="1223723"/>
                  </a:lnTo>
                  <a:lnTo>
                    <a:pt x="5939673" y="1218542"/>
                  </a:lnTo>
                  <a:lnTo>
                    <a:pt x="5995031" y="1213208"/>
                  </a:lnTo>
                  <a:lnTo>
                    <a:pt x="6050629" y="1207802"/>
                  </a:lnTo>
                  <a:lnTo>
                    <a:pt x="6106179" y="1202410"/>
                  </a:lnTo>
                  <a:lnTo>
                    <a:pt x="6161402" y="1197118"/>
                  </a:lnTo>
                  <a:lnTo>
                    <a:pt x="6216066" y="1192003"/>
                  </a:lnTo>
                  <a:lnTo>
                    <a:pt x="6270023" y="1187134"/>
                  </a:lnTo>
                  <a:lnTo>
                    <a:pt x="6323238" y="1182563"/>
                  </a:lnTo>
                  <a:lnTo>
                    <a:pt x="6375815" y="1178328"/>
                  </a:lnTo>
                  <a:lnTo>
                    <a:pt x="6428022" y="1174449"/>
                  </a:lnTo>
                  <a:lnTo>
                    <a:pt x="6480309" y="1170930"/>
                  </a:lnTo>
                  <a:lnTo>
                    <a:pt x="6515891" y="1168760"/>
                  </a:lnTo>
                  <a:lnTo>
                    <a:pt x="6564307" y="1166109"/>
                  </a:lnTo>
                  <a:lnTo>
                    <a:pt x="6614469" y="1163737"/>
                  </a:lnTo>
                  <a:lnTo>
                    <a:pt x="6667231" y="1161627"/>
                  </a:lnTo>
                  <a:lnTo>
                    <a:pt x="6723547" y="1159753"/>
                  </a:lnTo>
                  <a:lnTo>
                    <a:pt x="6784377" y="1158088"/>
                  </a:lnTo>
                  <a:lnTo>
                    <a:pt x="6850599" y="1156603"/>
                  </a:lnTo>
                  <a:lnTo>
                    <a:pt x="6922886" y="1155277"/>
                  </a:lnTo>
                  <a:lnTo>
                    <a:pt x="7001547" y="1154090"/>
                  </a:lnTo>
                  <a:lnTo>
                    <a:pt x="7086315" y="1153032"/>
                  </a:lnTo>
                  <a:lnTo>
                    <a:pt x="7176105" y="1152094"/>
                  </a:lnTo>
                  <a:lnTo>
                    <a:pt x="7268803" y="1151275"/>
                  </a:lnTo>
                  <a:lnTo>
                    <a:pt x="7361168" y="1150576"/>
                  </a:lnTo>
                  <a:lnTo>
                    <a:pt x="7448999" y="1150002"/>
                  </a:lnTo>
                  <a:lnTo>
                    <a:pt x="7527646" y="1149552"/>
                  </a:lnTo>
                  <a:lnTo>
                    <a:pt x="7592861" y="1149222"/>
                  </a:lnTo>
                  <a:lnTo>
                    <a:pt x="7641771" y="1149003"/>
                  </a:lnTo>
                  <a:lnTo>
                    <a:pt x="7673664" y="1148875"/>
                  </a:lnTo>
                  <a:lnTo>
                    <a:pt x="7690311" y="1148815"/>
                  </a:lnTo>
                  <a:lnTo>
                    <a:pt x="7695819" y="1148797"/>
                  </a:lnTo>
                  <a:lnTo>
                    <a:pt x="7696237" y="1148796"/>
                  </a:lnTo>
                  <a:lnTo>
                    <a:pt x="8234974" y="1148796"/>
                  </a:lnTo>
                  <a:lnTo>
                    <a:pt x="8234974" y="1132463"/>
                  </a:lnTo>
                  <a:lnTo>
                    <a:pt x="7696237" y="1132463"/>
                  </a:lnTo>
                  <a:lnTo>
                    <a:pt x="7694935" y="1132467"/>
                  </a:lnTo>
                  <a:lnTo>
                    <a:pt x="7686437" y="1132495"/>
                  </a:lnTo>
                  <a:lnTo>
                    <a:pt x="7665256" y="1132574"/>
                  </a:lnTo>
                  <a:lnTo>
                    <a:pt x="7627993" y="1132729"/>
                  </a:lnTo>
                  <a:lnTo>
                    <a:pt x="7573676" y="1132982"/>
                  </a:lnTo>
                  <a:lnTo>
                    <a:pt x="7503767" y="1133348"/>
                  </a:lnTo>
                  <a:lnTo>
                    <a:pt x="7421681" y="1133838"/>
                  </a:lnTo>
                  <a:lnTo>
                    <a:pt x="7331901" y="1134453"/>
                  </a:lnTo>
                  <a:lnTo>
                    <a:pt x="7239012" y="1135190"/>
                  </a:lnTo>
                  <a:lnTo>
                    <a:pt x="7146945" y="1136047"/>
                  </a:lnTo>
                  <a:lnTo>
                    <a:pt x="7058584" y="1137023"/>
                  </a:lnTo>
                  <a:lnTo>
                    <a:pt x="6975696" y="1138122"/>
                  </a:lnTo>
                  <a:lnTo>
                    <a:pt x="6899077" y="1139351"/>
                  </a:lnTo>
                  <a:lnTo>
                    <a:pt x="6828784" y="1140726"/>
                  </a:lnTo>
                  <a:lnTo>
                    <a:pt x="6764373" y="1142266"/>
                  </a:lnTo>
                  <a:lnTo>
                    <a:pt x="6705088" y="1143995"/>
                  </a:lnTo>
                  <a:lnTo>
                    <a:pt x="6650015" y="1145941"/>
                  </a:lnTo>
                  <a:lnTo>
                    <a:pt x="6598185" y="1148133"/>
                  </a:lnTo>
                  <a:lnTo>
                    <a:pt x="6548668" y="1150593"/>
                  </a:lnTo>
                  <a:lnTo>
                    <a:pt x="6515891" y="1152426"/>
                  </a:lnTo>
                  <a:lnTo>
                    <a:pt x="6463189" y="1155706"/>
                  </a:lnTo>
                  <a:lnTo>
                    <a:pt x="6410990" y="1159342"/>
                  </a:lnTo>
                  <a:lnTo>
                    <a:pt x="6358703" y="1163339"/>
                  </a:lnTo>
                  <a:lnTo>
                    <a:pt x="6305938" y="1167687"/>
                  </a:lnTo>
                  <a:lnTo>
                    <a:pt x="6252486" y="1172360"/>
                  </a:lnTo>
                  <a:lnTo>
                    <a:pt x="6198288" y="1177316"/>
                  </a:lnTo>
                  <a:lnTo>
                    <a:pt x="6143420" y="1182496"/>
                  </a:lnTo>
                  <a:lnTo>
                    <a:pt x="6088061" y="1187831"/>
                  </a:lnTo>
                  <a:lnTo>
                    <a:pt x="6032464" y="1193237"/>
                  </a:lnTo>
                  <a:lnTo>
                    <a:pt x="5976914" y="1198628"/>
                  </a:lnTo>
                  <a:lnTo>
                    <a:pt x="5921691" y="1203921"/>
                  </a:lnTo>
                  <a:lnTo>
                    <a:pt x="5867026" y="1209036"/>
                  </a:lnTo>
                  <a:lnTo>
                    <a:pt x="5813069" y="1213905"/>
                  </a:lnTo>
                  <a:lnTo>
                    <a:pt x="5759855" y="1218475"/>
                  </a:lnTo>
                  <a:lnTo>
                    <a:pt x="5707277" y="1222711"/>
                  </a:lnTo>
                  <a:lnTo>
                    <a:pt x="5655071" y="1226590"/>
                  </a:lnTo>
                  <a:lnTo>
                    <a:pt x="5602784" y="1230109"/>
                  </a:lnTo>
                  <a:lnTo>
                    <a:pt x="5567201" y="1232279"/>
                  </a:lnTo>
                  <a:lnTo>
                    <a:pt x="5518785" y="1234929"/>
                  </a:lnTo>
                  <a:lnTo>
                    <a:pt x="5468624" y="1237301"/>
                  </a:lnTo>
                  <a:lnTo>
                    <a:pt x="5415862" y="1239411"/>
                  </a:lnTo>
                  <a:lnTo>
                    <a:pt x="5359546" y="1241285"/>
                  </a:lnTo>
                  <a:lnTo>
                    <a:pt x="5298716" y="1242951"/>
                  </a:lnTo>
                  <a:lnTo>
                    <a:pt x="5232494" y="1244435"/>
                  </a:lnTo>
                  <a:lnTo>
                    <a:pt x="5160206" y="1245762"/>
                  </a:lnTo>
                  <a:lnTo>
                    <a:pt x="5081545" y="1246948"/>
                  </a:lnTo>
                  <a:lnTo>
                    <a:pt x="4996778" y="1248007"/>
                  </a:lnTo>
                  <a:lnTo>
                    <a:pt x="4906987" y="1248945"/>
                  </a:lnTo>
                  <a:lnTo>
                    <a:pt x="4814290" y="1249764"/>
                  </a:lnTo>
                  <a:lnTo>
                    <a:pt x="4721924" y="1250462"/>
                  </a:lnTo>
                  <a:lnTo>
                    <a:pt x="4634094" y="1251037"/>
                  </a:lnTo>
                  <a:lnTo>
                    <a:pt x="4555446" y="1251487"/>
                  </a:lnTo>
                  <a:lnTo>
                    <a:pt x="4490231" y="1251816"/>
                  </a:lnTo>
                  <a:lnTo>
                    <a:pt x="4441321" y="1252035"/>
                  </a:lnTo>
                  <a:lnTo>
                    <a:pt x="4409429" y="1252163"/>
                  </a:lnTo>
                  <a:lnTo>
                    <a:pt x="4392782" y="1252223"/>
                  </a:lnTo>
                  <a:lnTo>
                    <a:pt x="4387273" y="1252241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546595" y="1648805"/>
              <a:ext cx="8234974" cy="1252242"/>
            </a:xfrm>
            <a:custGeom>
              <a:avLst/>
              <a:pathLst>
                <a:path w="8234974" h="1252242">
                  <a:moveTo>
                    <a:pt x="0" y="0"/>
                  </a:moveTo>
                  <a:lnTo>
                    <a:pt x="538736" y="0"/>
                  </a:lnTo>
                  <a:lnTo>
                    <a:pt x="540010" y="40"/>
                  </a:lnTo>
                  <a:lnTo>
                    <a:pt x="548324" y="332"/>
                  </a:lnTo>
                  <a:lnTo>
                    <a:pt x="569065" y="1137"/>
                  </a:lnTo>
                  <a:lnTo>
                    <a:pt x="605596" y="2718"/>
                  </a:lnTo>
                  <a:lnTo>
                    <a:pt x="658934" y="5303"/>
                  </a:lnTo>
                  <a:lnTo>
                    <a:pt x="727724" y="9058"/>
                  </a:lnTo>
                  <a:lnTo>
                    <a:pt x="808692" y="14076"/>
                  </a:lnTo>
                  <a:lnTo>
                    <a:pt x="897483" y="20379"/>
                  </a:lnTo>
                  <a:lnTo>
                    <a:pt x="989598" y="27948"/>
                  </a:lnTo>
                  <a:lnTo>
                    <a:pt x="1081136" y="36751"/>
                  </a:lnTo>
                  <a:lnTo>
                    <a:pt x="1169198" y="46780"/>
                  </a:lnTo>
                  <a:lnTo>
                    <a:pt x="1251976" y="58063"/>
                  </a:lnTo>
                  <a:lnTo>
                    <a:pt x="1328616" y="70685"/>
                  </a:lnTo>
                  <a:lnTo>
                    <a:pt x="1399005" y="84785"/>
                  </a:lnTo>
                  <a:lnTo>
                    <a:pt x="1463537" y="100560"/>
                  </a:lnTo>
                  <a:lnTo>
                    <a:pt x="1522924" y="118254"/>
                  </a:lnTo>
                  <a:lnTo>
                    <a:pt x="1578050" y="138148"/>
                  </a:lnTo>
                  <a:lnTo>
                    <a:pt x="1629858" y="160531"/>
                  </a:lnTo>
                  <a:lnTo>
                    <a:pt x="1679269" y="185652"/>
                  </a:lnTo>
                  <a:lnTo>
                    <a:pt x="1719082" y="208707"/>
                  </a:lnTo>
                  <a:lnTo>
                    <a:pt x="1764871" y="238259"/>
                  </a:lnTo>
                  <a:lnTo>
                    <a:pt x="1810212" y="270607"/>
                  </a:lnTo>
                  <a:lnTo>
                    <a:pt x="1855521" y="305800"/>
                  </a:lnTo>
                  <a:lnTo>
                    <a:pt x="1901094" y="343804"/>
                  </a:lnTo>
                  <a:lnTo>
                    <a:pt x="1947119" y="384493"/>
                  </a:lnTo>
                  <a:lnTo>
                    <a:pt x="1993691" y="427649"/>
                  </a:lnTo>
                  <a:lnTo>
                    <a:pt x="2040823" y="472950"/>
                  </a:lnTo>
                  <a:lnTo>
                    <a:pt x="2088454" y="519985"/>
                  </a:lnTo>
                  <a:lnTo>
                    <a:pt x="2136464" y="568264"/>
                  </a:lnTo>
                  <a:lnTo>
                    <a:pt x="2184694" y="617234"/>
                  </a:lnTo>
                  <a:lnTo>
                    <a:pt x="2232958" y="666312"/>
                  </a:lnTo>
                  <a:lnTo>
                    <a:pt x="2281068" y="714907"/>
                  </a:lnTo>
                  <a:lnTo>
                    <a:pt x="2328853" y="762452"/>
                  </a:lnTo>
                  <a:lnTo>
                    <a:pt x="2376176" y="808433"/>
                  </a:lnTo>
                  <a:lnTo>
                    <a:pt x="2422953" y="852406"/>
                  </a:lnTo>
                  <a:lnTo>
                    <a:pt x="2469170" y="894019"/>
                  </a:lnTo>
                  <a:lnTo>
                    <a:pt x="2514890" y="933014"/>
                  </a:lnTo>
                  <a:lnTo>
                    <a:pt x="2560266" y="969232"/>
                  </a:lnTo>
                  <a:lnTo>
                    <a:pt x="2605554" y="1002608"/>
                  </a:lnTo>
                  <a:lnTo>
                    <a:pt x="2651124" y="1033161"/>
                  </a:lnTo>
                  <a:lnTo>
                    <a:pt x="2667772" y="1043535"/>
                  </a:lnTo>
                  <a:lnTo>
                    <a:pt x="2715815" y="1071041"/>
                  </a:lnTo>
                  <a:lnTo>
                    <a:pt x="2765571" y="1095685"/>
                  </a:lnTo>
                  <a:lnTo>
                    <a:pt x="2817874" y="1117627"/>
                  </a:lnTo>
                  <a:lnTo>
                    <a:pt x="2873655" y="1137128"/>
                  </a:lnTo>
                  <a:lnTo>
                    <a:pt x="2933854" y="1154479"/>
                  </a:lnTo>
                  <a:lnTo>
                    <a:pt x="2999334" y="1169955"/>
                  </a:lnTo>
                  <a:lnTo>
                    <a:pt x="3070764" y="1183792"/>
                  </a:lnTo>
                  <a:lnTo>
                    <a:pt x="3148468" y="1196179"/>
                  </a:lnTo>
                  <a:lnTo>
                    <a:pt x="3232223" y="1207246"/>
                  </a:lnTo>
                  <a:lnTo>
                    <a:pt x="3321030" y="1217066"/>
                  </a:lnTo>
                  <a:lnTo>
                    <a:pt x="3412899" y="1225663"/>
                  </a:lnTo>
                  <a:lnTo>
                    <a:pt x="3504749" y="1233019"/>
                  </a:lnTo>
                  <a:lnTo>
                    <a:pt x="3592539" y="1239105"/>
                  </a:lnTo>
                  <a:lnTo>
                    <a:pt x="3671735" y="1243906"/>
                  </a:lnTo>
                  <a:lnTo>
                    <a:pt x="3738098" y="1247455"/>
                  </a:lnTo>
                  <a:lnTo>
                    <a:pt x="3788625" y="1249856"/>
                  </a:lnTo>
                  <a:lnTo>
                    <a:pt x="3822346" y="1251288"/>
                  </a:lnTo>
                  <a:lnTo>
                    <a:pt x="3840687" y="1251988"/>
                  </a:lnTo>
                  <a:lnTo>
                    <a:pt x="3847381" y="1252219"/>
                  </a:lnTo>
                  <a:lnTo>
                    <a:pt x="3848118" y="1252242"/>
                  </a:lnTo>
                  <a:lnTo>
                    <a:pt x="4386855" y="1252242"/>
                  </a:lnTo>
                  <a:lnTo>
                    <a:pt x="4388158" y="1252238"/>
                  </a:lnTo>
                  <a:lnTo>
                    <a:pt x="4396655" y="1252210"/>
                  </a:lnTo>
                  <a:lnTo>
                    <a:pt x="4417837" y="1252131"/>
                  </a:lnTo>
                  <a:lnTo>
                    <a:pt x="4455099" y="1251976"/>
                  </a:lnTo>
                  <a:lnTo>
                    <a:pt x="4509417" y="1251723"/>
                  </a:lnTo>
                  <a:lnTo>
                    <a:pt x="4579326" y="1251356"/>
                  </a:lnTo>
                  <a:lnTo>
                    <a:pt x="4661411" y="1250867"/>
                  </a:lnTo>
                  <a:lnTo>
                    <a:pt x="4751191" y="1250252"/>
                  </a:lnTo>
                  <a:lnTo>
                    <a:pt x="4844080" y="1249515"/>
                  </a:lnTo>
                  <a:lnTo>
                    <a:pt x="4936147" y="1248658"/>
                  </a:lnTo>
                  <a:lnTo>
                    <a:pt x="5024508" y="1247682"/>
                  </a:lnTo>
                  <a:lnTo>
                    <a:pt x="5107397" y="1246583"/>
                  </a:lnTo>
                  <a:lnTo>
                    <a:pt x="5184016" y="1245354"/>
                  </a:lnTo>
                  <a:lnTo>
                    <a:pt x="5254308" y="1243979"/>
                  </a:lnTo>
                  <a:lnTo>
                    <a:pt x="5318720" y="1242439"/>
                  </a:lnTo>
                  <a:lnTo>
                    <a:pt x="5378005" y="1240710"/>
                  </a:lnTo>
                  <a:lnTo>
                    <a:pt x="5433078" y="1238764"/>
                  </a:lnTo>
                  <a:lnTo>
                    <a:pt x="5484907" y="1236572"/>
                  </a:lnTo>
                  <a:lnTo>
                    <a:pt x="5534425" y="1234112"/>
                  </a:lnTo>
                  <a:lnTo>
                    <a:pt x="5567201" y="1232279"/>
                  </a:lnTo>
                  <a:lnTo>
                    <a:pt x="5619904" y="1228999"/>
                  </a:lnTo>
                  <a:lnTo>
                    <a:pt x="5672102" y="1225363"/>
                  </a:lnTo>
                  <a:lnTo>
                    <a:pt x="5724390" y="1221366"/>
                  </a:lnTo>
                  <a:lnTo>
                    <a:pt x="5777154" y="1217018"/>
                  </a:lnTo>
                  <a:lnTo>
                    <a:pt x="5830607" y="1212345"/>
                  </a:lnTo>
                  <a:lnTo>
                    <a:pt x="5884805" y="1207389"/>
                  </a:lnTo>
                  <a:lnTo>
                    <a:pt x="5939673" y="1202209"/>
                  </a:lnTo>
                  <a:lnTo>
                    <a:pt x="5995031" y="1196874"/>
                  </a:lnTo>
                  <a:lnTo>
                    <a:pt x="6050629" y="1191468"/>
                  </a:lnTo>
                  <a:lnTo>
                    <a:pt x="6106179" y="1186077"/>
                  </a:lnTo>
                  <a:lnTo>
                    <a:pt x="6161402" y="1180784"/>
                  </a:lnTo>
                  <a:lnTo>
                    <a:pt x="6216066" y="1175669"/>
                  </a:lnTo>
                  <a:lnTo>
                    <a:pt x="6270023" y="1170800"/>
                  </a:lnTo>
                  <a:lnTo>
                    <a:pt x="6323238" y="1166230"/>
                  </a:lnTo>
                  <a:lnTo>
                    <a:pt x="6375815" y="1161994"/>
                  </a:lnTo>
                  <a:lnTo>
                    <a:pt x="6428022" y="1158115"/>
                  </a:lnTo>
                  <a:lnTo>
                    <a:pt x="6480309" y="1154596"/>
                  </a:lnTo>
                  <a:lnTo>
                    <a:pt x="6515891" y="1152426"/>
                  </a:lnTo>
                  <a:lnTo>
                    <a:pt x="6564307" y="1149776"/>
                  </a:lnTo>
                  <a:lnTo>
                    <a:pt x="6614469" y="1147404"/>
                  </a:lnTo>
                  <a:lnTo>
                    <a:pt x="6667231" y="1145294"/>
                  </a:lnTo>
                  <a:lnTo>
                    <a:pt x="6723547" y="1143420"/>
                  </a:lnTo>
                  <a:lnTo>
                    <a:pt x="6784377" y="1141754"/>
                  </a:lnTo>
                  <a:lnTo>
                    <a:pt x="6850599" y="1140270"/>
                  </a:lnTo>
                  <a:lnTo>
                    <a:pt x="6922886" y="1138943"/>
                  </a:lnTo>
                  <a:lnTo>
                    <a:pt x="7001547" y="1137757"/>
                  </a:lnTo>
                  <a:lnTo>
                    <a:pt x="7086315" y="1136698"/>
                  </a:lnTo>
                  <a:lnTo>
                    <a:pt x="7176105" y="1135760"/>
                  </a:lnTo>
                  <a:lnTo>
                    <a:pt x="7268803" y="1134941"/>
                  </a:lnTo>
                  <a:lnTo>
                    <a:pt x="7361168" y="1134243"/>
                  </a:lnTo>
                  <a:lnTo>
                    <a:pt x="7448999" y="1133668"/>
                  </a:lnTo>
                  <a:lnTo>
                    <a:pt x="7527646" y="1133218"/>
                  </a:lnTo>
                  <a:lnTo>
                    <a:pt x="7592861" y="1132889"/>
                  </a:lnTo>
                  <a:lnTo>
                    <a:pt x="7641771" y="1132670"/>
                  </a:lnTo>
                  <a:lnTo>
                    <a:pt x="7673664" y="1132542"/>
                  </a:lnTo>
                  <a:lnTo>
                    <a:pt x="7690311" y="1132482"/>
                  </a:lnTo>
                  <a:lnTo>
                    <a:pt x="7695819" y="1132464"/>
                  </a:lnTo>
                  <a:lnTo>
                    <a:pt x="7696237" y="1132463"/>
                  </a:lnTo>
                  <a:lnTo>
                    <a:pt x="8234974" y="11324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546595" y="1632471"/>
              <a:ext cx="8234974" cy="1252242"/>
            </a:xfrm>
            <a:custGeom>
              <a:avLst/>
              <a:pathLst>
                <a:path w="8234974" h="1252242">
                  <a:moveTo>
                    <a:pt x="8234974" y="1132463"/>
                  </a:moveTo>
                  <a:lnTo>
                    <a:pt x="7696237" y="1132463"/>
                  </a:lnTo>
                  <a:lnTo>
                    <a:pt x="7694935" y="1132467"/>
                  </a:lnTo>
                  <a:lnTo>
                    <a:pt x="7686437" y="1132495"/>
                  </a:lnTo>
                  <a:lnTo>
                    <a:pt x="7665256" y="1132574"/>
                  </a:lnTo>
                  <a:lnTo>
                    <a:pt x="7627993" y="1132729"/>
                  </a:lnTo>
                  <a:lnTo>
                    <a:pt x="7573676" y="1132982"/>
                  </a:lnTo>
                  <a:lnTo>
                    <a:pt x="7503767" y="1133348"/>
                  </a:lnTo>
                  <a:lnTo>
                    <a:pt x="7421681" y="1133838"/>
                  </a:lnTo>
                  <a:lnTo>
                    <a:pt x="7331901" y="1134453"/>
                  </a:lnTo>
                  <a:lnTo>
                    <a:pt x="7239012" y="1135190"/>
                  </a:lnTo>
                  <a:lnTo>
                    <a:pt x="7146945" y="1136047"/>
                  </a:lnTo>
                  <a:lnTo>
                    <a:pt x="7058584" y="1137023"/>
                  </a:lnTo>
                  <a:lnTo>
                    <a:pt x="6975696" y="1138122"/>
                  </a:lnTo>
                  <a:lnTo>
                    <a:pt x="6899077" y="1139351"/>
                  </a:lnTo>
                  <a:lnTo>
                    <a:pt x="6828784" y="1140726"/>
                  </a:lnTo>
                  <a:lnTo>
                    <a:pt x="6764373" y="1142266"/>
                  </a:lnTo>
                  <a:lnTo>
                    <a:pt x="6705088" y="1143995"/>
                  </a:lnTo>
                  <a:lnTo>
                    <a:pt x="6650015" y="1145941"/>
                  </a:lnTo>
                  <a:lnTo>
                    <a:pt x="6598185" y="1148133"/>
                  </a:lnTo>
                  <a:lnTo>
                    <a:pt x="6548668" y="1150593"/>
                  </a:lnTo>
                  <a:lnTo>
                    <a:pt x="6515891" y="1152426"/>
                  </a:lnTo>
                  <a:lnTo>
                    <a:pt x="6463189" y="1155706"/>
                  </a:lnTo>
                  <a:lnTo>
                    <a:pt x="6410990" y="1159342"/>
                  </a:lnTo>
                  <a:lnTo>
                    <a:pt x="6358703" y="1163339"/>
                  </a:lnTo>
                  <a:lnTo>
                    <a:pt x="6305938" y="1167687"/>
                  </a:lnTo>
                  <a:lnTo>
                    <a:pt x="6252486" y="1172360"/>
                  </a:lnTo>
                  <a:lnTo>
                    <a:pt x="6198288" y="1177316"/>
                  </a:lnTo>
                  <a:lnTo>
                    <a:pt x="6143420" y="1182496"/>
                  </a:lnTo>
                  <a:lnTo>
                    <a:pt x="6088061" y="1187831"/>
                  </a:lnTo>
                  <a:lnTo>
                    <a:pt x="6032464" y="1193237"/>
                  </a:lnTo>
                  <a:lnTo>
                    <a:pt x="5976914" y="1198628"/>
                  </a:lnTo>
                  <a:lnTo>
                    <a:pt x="5921691" y="1203921"/>
                  </a:lnTo>
                  <a:lnTo>
                    <a:pt x="5867026" y="1209036"/>
                  </a:lnTo>
                  <a:lnTo>
                    <a:pt x="5813069" y="1213905"/>
                  </a:lnTo>
                  <a:lnTo>
                    <a:pt x="5759855" y="1218475"/>
                  </a:lnTo>
                  <a:lnTo>
                    <a:pt x="5707277" y="1222711"/>
                  </a:lnTo>
                  <a:lnTo>
                    <a:pt x="5655071" y="1226590"/>
                  </a:lnTo>
                  <a:lnTo>
                    <a:pt x="5602784" y="1230109"/>
                  </a:lnTo>
                  <a:lnTo>
                    <a:pt x="5567201" y="1232279"/>
                  </a:lnTo>
                  <a:lnTo>
                    <a:pt x="5518785" y="1234929"/>
                  </a:lnTo>
                  <a:lnTo>
                    <a:pt x="5468624" y="1237301"/>
                  </a:lnTo>
                  <a:lnTo>
                    <a:pt x="5415862" y="1239411"/>
                  </a:lnTo>
                  <a:lnTo>
                    <a:pt x="5359546" y="1241285"/>
                  </a:lnTo>
                  <a:lnTo>
                    <a:pt x="5298716" y="1242951"/>
                  </a:lnTo>
                  <a:lnTo>
                    <a:pt x="5232494" y="1244435"/>
                  </a:lnTo>
                  <a:lnTo>
                    <a:pt x="5160206" y="1245762"/>
                  </a:lnTo>
                  <a:lnTo>
                    <a:pt x="5081545" y="1246948"/>
                  </a:lnTo>
                  <a:lnTo>
                    <a:pt x="4996778" y="1248007"/>
                  </a:lnTo>
                  <a:lnTo>
                    <a:pt x="4906987" y="1248945"/>
                  </a:lnTo>
                  <a:lnTo>
                    <a:pt x="4814290" y="1249764"/>
                  </a:lnTo>
                  <a:lnTo>
                    <a:pt x="4721924" y="1250462"/>
                  </a:lnTo>
                  <a:lnTo>
                    <a:pt x="4634094" y="1251037"/>
                  </a:lnTo>
                  <a:lnTo>
                    <a:pt x="4555446" y="1251487"/>
                  </a:lnTo>
                  <a:lnTo>
                    <a:pt x="4490231" y="1251816"/>
                  </a:lnTo>
                  <a:lnTo>
                    <a:pt x="4441321" y="1252035"/>
                  </a:lnTo>
                  <a:lnTo>
                    <a:pt x="4409429" y="1252163"/>
                  </a:lnTo>
                  <a:lnTo>
                    <a:pt x="4392782" y="1252223"/>
                  </a:lnTo>
                  <a:lnTo>
                    <a:pt x="4387273" y="1252241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8" name="pg278"/>
            <p:cNvSpPr/>
            <p:nvPr/>
          </p:nvSpPr>
          <p:spPr>
            <a:xfrm>
              <a:off x="546595" y="1648805"/>
              <a:ext cx="8234974" cy="1421023"/>
            </a:xfrm>
            <a:custGeom>
              <a:avLst/>
              <a:pathLst>
                <a:path w="8234974" h="1421023">
                  <a:moveTo>
                    <a:pt x="0" y="21778"/>
                  </a:moveTo>
                  <a:lnTo>
                    <a:pt x="538736" y="21778"/>
                  </a:lnTo>
                  <a:lnTo>
                    <a:pt x="540010" y="21818"/>
                  </a:lnTo>
                  <a:lnTo>
                    <a:pt x="548324" y="22110"/>
                  </a:lnTo>
                  <a:lnTo>
                    <a:pt x="569065" y="22915"/>
                  </a:lnTo>
                  <a:lnTo>
                    <a:pt x="605596" y="24496"/>
                  </a:lnTo>
                  <a:lnTo>
                    <a:pt x="658934" y="27081"/>
                  </a:lnTo>
                  <a:lnTo>
                    <a:pt x="727724" y="30837"/>
                  </a:lnTo>
                  <a:lnTo>
                    <a:pt x="808692" y="35854"/>
                  </a:lnTo>
                  <a:lnTo>
                    <a:pt x="897483" y="42157"/>
                  </a:lnTo>
                  <a:lnTo>
                    <a:pt x="989598" y="49726"/>
                  </a:lnTo>
                  <a:lnTo>
                    <a:pt x="1081136" y="58530"/>
                  </a:lnTo>
                  <a:lnTo>
                    <a:pt x="1169198" y="68558"/>
                  </a:lnTo>
                  <a:lnTo>
                    <a:pt x="1251976" y="79841"/>
                  </a:lnTo>
                  <a:lnTo>
                    <a:pt x="1328616" y="92463"/>
                  </a:lnTo>
                  <a:lnTo>
                    <a:pt x="1399005" y="106563"/>
                  </a:lnTo>
                  <a:lnTo>
                    <a:pt x="1463537" y="122338"/>
                  </a:lnTo>
                  <a:lnTo>
                    <a:pt x="1522924" y="140033"/>
                  </a:lnTo>
                  <a:lnTo>
                    <a:pt x="1578050" y="159927"/>
                  </a:lnTo>
                  <a:lnTo>
                    <a:pt x="1629858" y="182309"/>
                  </a:lnTo>
                  <a:lnTo>
                    <a:pt x="1679269" y="207430"/>
                  </a:lnTo>
                  <a:lnTo>
                    <a:pt x="1719082" y="230485"/>
                  </a:lnTo>
                  <a:lnTo>
                    <a:pt x="1764871" y="260037"/>
                  </a:lnTo>
                  <a:lnTo>
                    <a:pt x="1810212" y="292385"/>
                  </a:lnTo>
                  <a:lnTo>
                    <a:pt x="1855521" y="327578"/>
                  </a:lnTo>
                  <a:lnTo>
                    <a:pt x="1901094" y="365582"/>
                  </a:lnTo>
                  <a:lnTo>
                    <a:pt x="1947119" y="406272"/>
                  </a:lnTo>
                  <a:lnTo>
                    <a:pt x="1993691" y="449427"/>
                  </a:lnTo>
                  <a:lnTo>
                    <a:pt x="2040823" y="494728"/>
                  </a:lnTo>
                  <a:lnTo>
                    <a:pt x="2088454" y="541763"/>
                  </a:lnTo>
                  <a:lnTo>
                    <a:pt x="2136464" y="590042"/>
                  </a:lnTo>
                  <a:lnTo>
                    <a:pt x="2184694" y="639012"/>
                  </a:lnTo>
                  <a:lnTo>
                    <a:pt x="2232958" y="688090"/>
                  </a:lnTo>
                  <a:lnTo>
                    <a:pt x="2281068" y="736685"/>
                  </a:lnTo>
                  <a:lnTo>
                    <a:pt x="2328853" y="784230"/>
                  </a:lnTo>
                  <a:lnTo>
                    <a:pt x="2376176" y="830211"/>
                  </a:lnTo>
                  <a:lnTo>
                    <a:pt x="2422953" y="874184"/>
                  </a:lnTo>
                  <a:lnTo>
                    <a:pt x="2469170" y="915797"/>
                  </a:lnTo>
                  <a:lnTo>
                    <a:pt x="2514890" y="954792"/>
                  </a:lnTo>
                  <a:lnTo>
                    <a:pt x="2560266" y="991010"/>
                  </a:lnTo>
                  <a:lnTo>
                    <a:pt x="2605554" y="1024386"/>
                  </a:lnTo>
                  <a:lnTo>
                    <a:pt x="2651124" y="1054939"/>
                  </a:lnTo>
                  <a:lnTo>
                    <a:pt x="2667772" y="1065313"/>
                  </a:lnTo>
                  <a:lnTo>
                    <a:pt x="2715815" y="1092819"/>
                  </a:lnTo>
                  <a:lnTo>
                    <a:pt x="2765571" y="1117463"/>
                  </a:lnTo>
                  <a:lnTo>
                    <a:pt x="2817874" y="1139405"/>
                  </a:lnTo>
                  <a:lnTo>
                    <a:pt x="2873655" y="1158907"/>
                  </a:lnTo>
                  <a:lnTo>
                    <a:pt x="2933854" y="1176257"/>
                  </a:lnTo>
                  <a:lnTo>
                    <a:pt x="2999334" y="1191733"/>
                  </a:lnTo>
                  <a:lnTo>
                    <a:pt x="3070764" y="1205571"/>
                  </a:lnTo>
                  <a:lnTo>
                    <a:pt x="3148468" y="1217957"/>
                  </a:lnTo>
                  <a:lnTo>
                    <a:pt x="3232223" y="1229024"/>
                  </a:lnTo>
                  <a:lnTo>
                    <a:pt x="3321030" y="1238844"/>
                  </a:lnTo>
                  <a:lnTo>
                    <a:pt x="3412899" y="1247441"/>
                  </a:lnTo>
                  <a:lnTo>
                    <a:pt x="3504749" y="1254797"/>
                  </a:lnTo>
                  <a:lnTo>
                    <a:pt x="3592539" y="1260883"/>
                  </a:lnTo>
                  <a:lnTo>
                    <a:pt x="3671735" y="1265684"/>
                  </a:lnTo>
                  <a:lnTo>
                    <a:pt x="3738098" y="1269233"/>
                  </a:lnTo>
                  <a:lnTo>
                    <a:pt x="3788625" y="1271634"/>
                  </a:lnTo>
                  <a:lnTo>
                    <a:pt x="3822346" y="1273067"/>
                  </a:lnTo>
                  <a:lnTo>
                    <a:pt x="3840687" y="1273766"/>
                  </a:lnTo>
                  <a:lnTo>
                    <a:pt x="3847381" y="1273997"/>
                  </a:lnTo>
                  <a:lnTo>
                    <a:pt x="3848118" y="1274020"/>
                  </a:lnTo>
                  <a:lnTo>
                    <a:pt x="4386855" y="1274020"/>
                  </a:lnTo>
                  <a:lnTo>
                    <a:pt x="4388158" y="1274025"/>
                  </a:lnTo>
                  <a:lnTo>
                    <a:pt x="4396654" y="1274060"/>
                  </a:lnTo>
                  <a:lnTo>
                    <a:pt x="4417834" y="1274157"/>
                  </a:lnTo>
                  <a:lnTo>
                    <a:pt x="4455093" y="1274347"/>
                  </a:lnTo>
                  <a:lnTo>
                    <a:pt x="4509406" y="1274657"/>
                  </a:lnTo>
                  <a:lnTo>
                    <a:pt x="4579309" y="1275108"/>
                  </a:lnTo>
                  <a:lnTo>
                    <a:pt x="4661389" y="1275709"/>
                  </a:lnTo>
                  <a:lnTo>
                    <a:pt x="4751164" y="1276463"/>
                  </a:lnTo>
                  <a:lnTo>
                    <a:pt x="4844050" y="1277368"/>
                  </a:lnTo>
                  <a:lnTo>
                    <a:pt x="4936115" y="1278419"/>
                  </a:lnTo>
                  <a:lnTo>
                    <a:pt x="5024474" y="1279617"/>
                  </a:lnTo>
                  <a:lnTo>
                    <a:pt x="5107362" y="1280965"/>
                  </a:lnTo>
                  <a:lnTo>
                    <a:pt x="5183981" y="1282474"/>
                  </a:lnTo>
                  <a:lnTo>
                    <a:pt x="5254274" y="1284161"/>
                  </a:lnTo>
                  <a:lnTo>
                    <a:pt x="5318686" y="1286051"/>
                  </a:lnTo>
                  <a:lnTo>
                    <a:pt x="5377971" y="1288173"/>
                  </a:lnTo>
                  <a:lnTo>
                    <a:pt x="5433045" y="1290561"/>
                  </a:lnTo>
                  <a:lnTo>
                    <a:pt x="5484874" y="1293250"/>
                  </a:lnTo>
                  <a:lnTo>
                    <a:pt x="5534391" y="1296269"/>
                  </a:lnTo>
                  <a:lnTo>
                    <a:pt x="5567201" y="1298521"/>
                  </a:lnTo>
                  <a:lnTo>
                    <a:pt x="5619857" y="1302543"/>
                  </a:lnTo>
                  <a:lnTo>
                    <a:pt x="5672010" y="1307001"/>
                  </a:lnTo>
                  <a:lnTo>
                    <a:pt x="5724250" y="1311901"/>
                  </a:lnTo>
                  <a:lnTo>
                    <a:pt x="5776966" y="1317231"/>
                  </a:lnTo>
                  <a:lnTo>
                    <a:pt x="5830368" y="1322959"/>
                  </a:lnTo>
                  <a:lnTo>
                    <a:pt x="5884514" y="1329034"/>
                  </a:lnTo>
                  <a:lnTo>
                    <a:pt x="5939330" y="1335385"/>
                  </a:lnTo>
                  <a:lnTo>
                    <a:pt x="5994637" y="1341925"/>
                  </a:lnTo>
                  <a:lnTo>
                    <a:pt x="6050184" y="1348554"/>
                  </a:lnTo>
                  <a:lnTo>
                    <a:pt x="6105686" y="1355166"/>
                  </a:lnTo>
                  <a:lnTo>
                    <a:pt x="6160865" y="1361657"/>
                  </a:lnTo>
                  <a:lnTo>
                    <a:pt x="6215487" y="1367931"/>
                  </a:lnTo>
                  <a:lnTo>
                    <a:pt x="6269404" y="1373905"/>
                  </a:lnTo>
                  <a:lnTo>
                    <a:pt x="6322580" y="1379514"/>
                  </a:lnTo>
                  <a:lnTo>
                    <a:pt x="6375118" y="1384713"/>
                  </a:lnTo>
                  <a:lnTo>
                    <a:pt x="6427280" y="1389476"/>
                  </a:lnTo>
                  <a:lnTo>
                    <a:pt x="6479515" y="1393797"/>
                  </a:lnTo>
                  <a:lnTo>
                    <a:pt x="6515891" y="1396523"/>
                  </a:lnTo>
                  <a:lnTo>
                    <a:pt x="6564306" y="1399775"/>
                  </a:lnTo>
                  <a:lnTo>
                    <a:pt x="6614465" y="1402686"/>
                  </a:lnTo>
                  <a:lnTo>
                    <a:pt x="6667225" y="1405276"/>
                  </a:lnTo>
                  <a:lnTo>
                    <a:pt x="6723538" y="1407575"/>
                  </a:lnTo>
                  <a:lnTo>
                    <a:pt x="6784365" y="1409619"/>
                  </a:lnTo>
                  <a:lnTo>
                    <a:pt x="6850584" y="1411441"/>
                  </a:lnTo>
                  <a:lnTo>
                    <a:pt x="6922867" y="1413069"/>
                  </a:lnTo>
                  <a:lnTo>
                    <a:pt x="7001523" y="1414525"/>
                  </a:lnTo>
                  <a:lnTo>
                    <a:pt x="7086286" y="1415824"/>
                  </a:lnTo>
                  <a:lnTo>
                    <a:pt x="7176072" y="1416975"/>
                  </a:lnTo>
                  <a:lnTo>
                    <a:pt x="7268766" y="1417981"/>
                  </a:lnTo>
                  <a:lnTo>
                    <a:pt x="7361129" y="1418838"/>
                  </a:lnTo>
                  <a:lnTo>
                    <a:pt x="7448959" y="1419543"/>
                  </a:lnTo>
                  <a:lnTo>
                    <a:pt x="7527609" y="1420096"/>
                  </a:lnTo>
                  <a:lnTo>
                    <a:pt x="7592830" y="1420500"/>
                  </a:lnTo>
                  <a:lnTo>
                    <a:pt x="7641748" y="1420769"/>
                  </a:lnTo>
                  <a:lnTo>
                    <a:pt x="7673649" y="1420926"/>
                  </a:lnTo>
                  <a:lnTo>
                    <a:pt x="7690304" y="1420999"/>
                  </a:lnTo>
                  <a:lnTo>
                    <a:pt x="7695818" y="1421021"/>
                  </a:lnTo>
                  <a:lnTo>
                    <a:pt x="7696237" y="1421023"/>
                  </a:lnTo>
                  <a:lnTo>
                    <a:pt x="8234974" y="1421023"/>
                  </a:lnTo>
                  <a:lnTo>
                    <a:pt x="8234974" y="1399245"/>
                  </a:lnTo>
                  <a:lnTo>
                    <a:pt x="7696237" y="1399245"/>
                  </a:lnTo>
                  <a:lnTo>
                    <a:pt x="7694935" y="1399240"/>
                  </a:lnTo>
                  <a:lnTo>
                    <a:pt x="7686438" y="1399205"/>
                  </a:lnTo>
                  <a:lnTo>
                    <a:pt x="7665259" y="1399108"/>
                  </a:lnTo>
                  <a:lnTo>
                    <a:pt x="7628000" y="1398918"/>
                  </a:lnTo>
                  <a:lnTo>
                    <a:pt x="7573687" y="1398608"/>
                  </a:lnTo>
                  <a:lnTo>
                    <a:pt x="7503783" y="1398158"/>
                  </a:lnTo>
                  <a:lnTo>
                    <a:pt x="7421703" y="1397557"/>
                  </a:lnTo>
                  <a:lnTo>
                    <a:pt x="7331928" y="1396802"/>
                  </a:lnTo>
                  <a:lnTo>
                    <a:pt x="7239042" y="1395898"/>
                  </a:lnTo>
                  <a:lnTo>
                    <a:pt x="7146978" y="1394846"/>
                  </a:lnTo>
                  <a:lnTo>
                    <a:pt x="7058618" y="1393648"/>
                  </a:lnTo>
                  <a:lnTo>
                    <a:pt x="6975730" y="1392300"/>
                  </a:lnTo>
                  <a:lnTo>
                    <a:pt x="6899111" y="1390791"/>
                  </a:lnTo>
                  <a:lnTo>
                    <a:pt x="6828818" y="1389104"/>
                  </a:lnTo>
                  <a:lnTo>
                    <a:pt x="6764406" y="1387215"/>
                  </a:lnTo>
                  <a:lnTo>
                    <a:pt x="6705121" y="1385093"/>
                  </a:lnTo>
                  <a:lnTo>
                    <a:pt x="6650047" y="1382704"/>
                  </a:lnTo>
                  <a:lnTo>
                    <a:pt x="6598218" y="1380015"/>
                  </a:lnTo>
                  <a:lnTo>
                    <a:pt x="6548701" y="1376996"/>
                  </a:lnTo>
                  <a:lnTo>
                    <a:pt x="6515891" y="1374744"/>
                  </a:lnTo>
                  <a:lnTo>
                    <a:pt x="6463235" y="1370723"/>
                  </a:lnTo>
                  <a:lnTo>
                    <a:pt x="6411083" y="1366265"/>
                  </a:lnTo>
                  <a:lnTo>
                    <a:pt x="6358843" y="1361365"/>
                  </a:lnTo>
                  <a:lnTo>
                    <a:pt x="6306127" y="1356035"/>
                  </a:lnTo>
                  <a:lnTo>
                    <a:pt x="6252725" y="1350306"/>
                  </a:lnTo>
                  <a:lnTo>
                    <a:pt x="6198579" y="1344231"/>
                  </a:lnTo>
                  <a:lnTo>
                    <a:pt x="6143763" y="1337880"/>
                  </a:lnTo>
                  <a:lnTo>
                    <a:pt x="6088456" y="1331340"/>
                  </a:lnTo>
                  <a:lnTo>
                    <a:pt x="6032909" y="1324712"/>
                  </a:lnTo>
                  <a:lnTo>
                    <a:pt x="5977406" y="1318100"/>
                  </a:lnTo>
                  <a:lnTo>
                    <a:pt x="5922228" y="1311608"/>
                  </a:lnTo>
                  <a:lnTo>
                    <a:pt x="5867605" y="1305334"/>
                  </a:lnTo>
                  <a:lnTo>
                    <a:pt x="5813688" y="1299360"/>
                  </a:lnTo>
                  <a:lnTo>
                    <a:pt x="5760512" y="1293751"/>
                  </a:lnTo>
                  <a:lnTo>
                    <a:pt x="5707975" y="1288552"/>
                  </a:lnTo>
                  <a:lnTo>
                    <a:pt x="5655812" y="1283789"/>
                  </a:lnTo>
                  <a:lnTo>
                    <a:pt x="5603577" y="1279468"/>
                  </a:lnTo>
                  <a:lnTo>
                    <a:pt x="5567201" y="1276743"/>
                  </a:lnTo>
                  <a:lnTo>
                    <a:pt x="5518787" y="1273491"/>
                  </a:lnTo>
                  <a:lnTo>
                    <a:pt x="5468628" y="1270579"/>
                  </a:lnTo>
                  <a:lnTo>
                    <a:pt x="5415867" y="1267990"/>
                  </a:lnTo>
                  <a:lnTo>
                    <a:pt x="5359554" y="1265690"/>
                  </a:lnTo>
                  <a:lnTo>
                    <a:pt x="5298727" y="1263646"/>
                  </a:lnTo>
                  <a:lnTo>
                    <a:pt x="5232509" y="1261824"/>
                  </a:lnTo>
                  <a:lnTo>
                    <a:pt x="5160226" y="1260196"/>
                  </a:lnTo>
                  <a:lnTo>
                    <a:pt x="5081569" y="1258740"/>
                  </a:lnTo>
                  <a:lnTo>
                    <a:pt x="4996806" y="1257441"/>
                  </a:lnTo>
                  <a:lnTo>
                    <a:pt x="4907021" y="1256290"/>
                  </a:lnTo>
                  <a:lnTo>
                    <a:pt x="4814327" y="1255285"/>
                  </a:lnTo>
                  <a:lnTo>
                    <a:pt x="4721964" y="1254427"/>
                  </a:lnTo>
                  <a:lnTo>
                    <a:pt x="4634133" y="1253722"/>
                  </a:lnTo>
                  <a:lnTo>
                    <a:pt x="4555483" y="1253170"/>
                  </a:lnTo>
                  <a:lnTo>
                    <a:pt x="4490263" y="1252766"/>
                  </a:lnTo>
                  <a:lnTo>
                    <a:pt x="4441345" y="1252496"/>
                  </a:lnTo>
                  <a:lnTo>
                    <a:pt x="4409443" y="1252339"/>
                  </a:lnTo>
                  <a:lnTo>
                    <a:pt x="4392788" y="1252266"/>
                  </a:lnTo>
                  <a:lnTo>
                    <a:pt x="4387274" y="1252244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79" name="pl279"/>
            <p:cNvSpPr/>
            <p:nvPr/>
          </p:nvSpPr>
          <p:spPr>
            <a:xfrm>
              <a:off x="546595" y="1670583"/>
              <a:ext cx="8234974" cy="1399245"/>
            </a:xfrm>
            <a:custGeom>
              <a:avLst/>
              <a:pathLst>
                <a:path w="8234974" h="1399245">
                  <a:moveTo>
                    <a:pt x="0" y="0"/>
                  </a:moveTo>
                  <a:lnTo>
                    <a:pt x="538736" y="0"/>
                  </a:lnTo>
                  <a:lnTo>
                    <a:pt x="540010" y="40"/>
                  </a:lnTo>
                  <a:lnTo>
                    <a:pt x="548324" y="332"/>
                  </a:lnTo>
                  <a:lnTo>
                    <a:pt x="569065" y="1137"/>
                  </a:lnTo>
                  <a:lnTo>
                    <a:pt x="605596" y="2718"/>
                  </a:lnTo>
                  <a:lnTo>
                    <a:pt x="658934" y="5303"/>
                  </a:lnTo>
                  <a:lnTo>
                    <a:pt x="727724" y="9058"/>
                  </a:lnTo>
                  <a:lnTo>
                    <a:pt x="808692" y="14076"/>
                  </a:lnTo>
                  <a:lnTo>
                    <a:pt x="897483" y="20379"/>
                  </a:lnTo>
                  <a:lnTo>
                    <a:pt x="989598" y="27948"/>
                  </a:lnTo>
                  <a:lnTo>
                    <a:pt x="1081136" y="36751"/>
                  </a:lnTo>
                  <a:lnTo>
                    <a:pt x="1169198" y="46780"/>
                  </a:lnTo>
                  <a:lnTo>
                    <a:pt x="1251976" y="58063"/>
                  </a:lnTo>
                  <a:lnTo>
                    <a:pt x="1328616" y="70685"/>
                  </a:lnTo>
                  <a:lnTo>
                    <a:pt x="1399005" y="84785"/>
                  </a:lnTo>
                  <a:lnTo>
                    <a:pt x="1463537" y="100560"/>
                  </a:lnTo>
                  <a:lnTo>
                    <a:pt x="1522924" y="118254"/>
                  </a:lnTo>
                  <a:lnTo>
                    <a:pt x="1578050" y="138148"/>
                  </a:lnTo>
                  <a:lnTo>
                    <a:pt x="1629858" y="160531"/>
                  </a:lnTo>
                  <a:lnTo>
                    <a:pt x="1679269" y="185652"/>
                  </a:lnTo>
                  <a:lnTo>
                    <a:pt x="1719082" y="208707"/>
                  </a:lnTo>
                  <a:lnTo>
                    <a:pt x="1764871" y="238259"/>
                  </a:lnTo>
                  <a:lnTo>
                    <a:pt x="1810212" y="270607"/>
                  </a:lnTo>
                  <a:lnTo>
                    <a:pt x="1855521" y="305800"/>
                  </a:lnTo>
                  <a:lnTo>
                    <a:pt x="1901094" y="343804"/>
                  </a:lnTo>
                  <a:lnTo>
                    <a:pt x="1947119" y="384493"/>
                  </a:lnTo>
                  <a:lnTo>
                    <a:pt x="1993691" y="427649"/>
                  </a:lnTo>
                  <a:lnTo>
                    <a:pt x="2040823" y="472950"/>
                  </a:lnTo>
                  <a:lnTo>
                    <a:pt x="2088454" y="519985"/>
                  </a:lnTo>
                  <a:lnTo>
                    <a:pt x="2136464" y="568264"/>
                  </a:lnTo>
                  <a:lnTo>
                    <a:pt x="2184694" y="617234"/>
                  </a:lnTo>
                  <a:lnTo>
                    <a:pt x="2232958" y="666312"/>
                  </a:lnTo>
                  <a:lnTo>
                    <a:pt x="2281068" y="714907"/>
                  </a:lnTo>
                  <a:lnTo>
                    <a:pt x="2328853" y="762452"/>
                  </a:lnTo>
                  <a:lnTo>
                    <a:pt x="2376176" y="808433"/>
                  </a:lnTo>
                  <a:lnTo>
                    <a:pt x="2422953" y="852406"/>
                  </a:lnTo>
                  <a:lnTo>
                    <a:pt x="2469170" y="894019"/>
                  </a:lnTo>
                  <a:lnTo>
                    <a:pt x="2514890" y="933014"/>
                  </a:lnTo>
                  <a:lnTo>
                    <a:pt x="2560266" y="969232"/>
                  </a:lnTo>
                  <a:lnTo>
                    <a:pt x="2605554" y="1002608"/>
                  </a:lnTo>
                  <a:lnTo>
                    <a:pt x="2651124" y="1033161"/>
                  </a:lnTo>
                  <a:lnTo>
                    <a:pt x="2667772" y="1043535"/>
                  </a:lnTo>
                  <a:lnTo>
                    <a:pt x="2715815" y="1071041"/>
                  </a:lnTo>
                  <a:lnTo>
                    <a:pt x="2765571" y="1095685"/>
                  </a:lnTo>
                  <a:lnTo>
                    <a:pt x="2817874" y="1117627"/>
                  </a:lnTo>
                  <a:lnTo>
                    <a:pt x="2873655" y="1137128"/>
                  </a:lnTo>
                  <a:lnTo>
                    <a:pt x="2933854" y="1154479"/>
                  </a:lnTo>
                  <a:lnTo>
                    <a:pt x="2999334" y="1169955"/>
                  </a:lnTo>
                  <a:lnTo>
                    <a:pt x="3070764" y="1183792"/>
                  </a:lnTo>
                  <a:lnTo>
                    <a:pt x="3148468" y="1196179"/>
                  </a:lnTo>
                  <a:lnTo>
                    <a:pt x="3232223" y="1207246"/>
                  </a:lnTo>
                  <a:lnTo>
                    <a:pt x="3321030" y="1217066"/>
                  </a:lnTo>
                  <a:lnTo>
                    <a:pt x="3412899" y="1225663"/>
                  </a:lnTo>
                  <a:lnTo>
                    <a:pt x="3504749" y="1233019"/>
                  </a:lnTo>
                  <a:lnTo>
                    <a:pt x="3592539" y="1239105"/>
                  </a:lnTo>
                  <a:lnTo>
                    <a:pt x="3671735" y="1243906"/>
                  </a:lnTo>
                  <a:lnTo>
                    <a:pt x="3738098" y="1247455"/>
                  </a:lnTo>
                  <a:lnTo>
                    <a:pt x="3788625" y="1249856"/>
                  </a:lnTo>
                  <a:lnTo>
                    <a:pt x="3822346" y="1251288"/>
                  </a:lnTo>
                  <a:lnTo>
                    <a:pt x="3840687" y="1251988"/>
                  </a:lnTo>
                  <a:lnTo>
                    <a:pt x="3847381" y="1252219"/>
                  </a:lnTo>
                  <a:lnTo>
                    <a:pt x="3848118" y="1252242"/>
                  </a:lnTo>
                  <a:lnTo>
                    <a:pt x="4386855" y="1252242"/>
                  </a:lnTo>
                  <a:lnTo>
                    <a:pt x="4388158" y="1252247"/>
                  </a:lnTo>
                  <a:lnTo>
                    <a:pt x="4396654" y="1252282"/>
                  </a:lnTo>
                  <a:lnTo>
                    <a:pt x="4417834" y="1252379"/>
                  </a:lnTo>
                  <a:lnTo>
                    <a:pt x="4455093" y="1252569"/>
                  </a:lnTo>
                  <a:lnTo>
                    <a:pt x="4509406" y="1252879"/>
                  </a:lnTo>
                  <a:lnTo>
                    <a:pt x="4579309" y="1253329"/>
                  </a:lnTo>
                  <a:lnTo>
                    <a:pt x="4661389" y="1253930"/>
                  </a:lnTo>
                  <a:lnTo>
                    <a:pt x="4751164" y="1254685"/>
                  </a:lnTo>
                  <a:lnTo>
                    <a:pt x="4844050" y="1255589"/>
                  </a:lnTo>
                  <a:lnTo>
                    <a:pt x="4936115" y="1256641"/>
                  </a:lnTo>
                  <a:lnTo>
                    <a:pt x="5024474" y="1257839"/>
                  </a:lnTo>
                  <a:lnTo>
                    <a:pt x="5107362" y="1259187"/>
                  </a:lnTo>
                  <a:lnTo>
                    <a:pt x="5183981" y="1260696"/>
                  </a:lnTo>
                  <a:lnTo>
                    <a:pt x="5254274" y="1262383"/>
                  </a:lnTo>
                  <a:lnTo>
                    <a:pt x="5318686" y="1264273"/>
                  </a:lnTo>
                  <a:lnTo>
                    <a:pt x="5377971" y="1266395"/>
                  </a:lnTo>
                  <a:lnTo>
                    <a:pt x="5433045" y="1268783"/>
                  </a:lnTo>
                  <a:lnTo>
                    <a:pt x="5484874" y="1271472"/>
                  </a:lnTo>
                  <a:lnTo>
                    <a:pt x="5534391" y="1274491"/>
                  </a:lnTo>
                  <a:lnTo>
                    <a:pt x="5567201" y="1276743"/>
                  </a:lnTo>
                  <a:lnTo>
                    <a:pt x="5619857" y="1280764"/>
                  </a:lnTo>
                  <a:lnTo>
                    <a:pt x="5672010" y="1285223"/>
                  </a:lnTo>
                  <a:lnTo>
                    <a:pt x="5724250" y="1290123"/>
                  </a:lnTo>
                  <a:lnTo>
                    <a:pt x="5776966" y="1295452"/>
                  </a:lnTo>
                  <a:lnTo>
                    <a:pt x="5830368" y="1301181"/>
                  </a:lnTo>
                  <a:lnTo>
                    <a:pt x="5884514" y="1307256"/>
                  </a:lnTo>
                  <a:lnTo>
                    <a:pt x="5939330" y="1313607"/>
                  </a:lnTo>
                  <a:lnTo>
                    <a:pt x="5994637" y="1320147"/>
                  </a:lnTo>
                  <a:lnTo>
                    <a:pt x="6050184" y="1326775"/>
                  </a:lnTo>
                  <a:lnTo>
                    <a:pt x="6105686" y="1333387"/>
                  </a:lnTo>
                  <a:lnTo>
                    <a:pt x="6160865" y="1339879"/>
                  </a:lnTo>
                  <a:lnTo>
                    <a:pt x="6215487" y="1346153"/>
                  </a:lnTo>
                  <a:lnTo>
                    <a:pt x="6269404" y="1352127"/>
                  </a:lnTo>
                  <a:lnTo>
                    <a:pt x="6322580" y="1357736"/>
                  </a:lnTo>
                  <a:lnTo>
                    <a:pt x="6375118" y="1362935"/>
                  </a:lnTo>
                  <a:lnTo>
                    <a:pt x="6427280" y="1367698"/>
                  </a:lnTo>
                  <a:lnTo>
                    <a:pt x="6479515" y="1372019"/>
                  </a:lnTo>
                  <a:lnTo>
                    <a:pt x="6515891" y="1374744"/>
                  </a:lnTo>
                  <a:lnTo>
                    <a:pt x="6564306" y="1377997"/>
                  </a:lnTo>
                  <a:lnTo>
                    <a:pt x="6614465" y="1380908"/>
                  </a:lnTo>
                  <a:lnTo>
                    <a:pt x="6667225" y="1383498"/>
                  </a:lnTo>
                  <a:lnTo>
                    <a:pt x="6723538" y="1385797"/>
                  </a:lnTo>
                  <a:lnTo>
                    <a:pt x="6784365" y="1387841"/>
                  </a:lnTo>
                  <a:lnTo>
                    <a:pt x="6850584" y="1389663"/>
                  </a:lnTo>
                  <a:lnTo>
                    <a:pt x="6922867" y="1391291"/>
                  </a:lnTo>
                  <a:lnTo>
                    <a:pt x="7001523" y="1392747"/>
                  </a:lnTo>
                  <a:lnTo>
                    <a:pt x="7086286" y="1394046"/>
                  </a:lnTo>
                  <a:lnTo>
                    <a:pt x="7176072" y="1395197"/>
                  </a:lnTo>
                  <a:lnTo>
                    <a:pt x="7268766" y="1396203"/>
                  </a:lnTo>
                  <a:lnTo>
                    <a:pt x="7361129" y="1397060"/>
                  </a:lnTo>
                  <a:lnTo>
                    <a:pt x="7448959" y="1397765"/>
                  </a:lnTo>
                  <a:lnTo>
                    <a:pt x="7527609" y="1398317"/>
                  </a:lnTo>
                  <a:lnTo>
                    <a:pt x="7592830" y="1398721"/>
                  </a:lnTo>
                  <a:lnTo>
                    <a:pt x="7641748" y="1398991"/>
                  </a:lnTo>
                  <a:lnTo>
                    <a:pt x="7673649" y="1399148"/>
                  </a:lnTo>
                  <a:lnTo>
                    <a:pt x="7690304" y="1399221"/>
                  </a:lnTo>
                  <a:lnTo>
                    <a:pt x="7695818" y="1399243"/>
                  </a:lnTo>
                  <a:lnTo>
                    <a:pt x="7696237" y="1399245"/>
                  </a:lnTo>
                  <a:lnTo>
                    <a:pt x="8234974" y="13992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546595" y="1648805"/>
              <a:ext cx="8234974" cy="1399245"/>
            </a:xfrm>
            <a:custGeom>
              <a:avLst/>
              <a:pathLst>
                <a:path w="8234974" h="1399245">
                  <a:moveTo>
                    <a:pt x="8234974" y="1399245"/>
                  </a:moveTo>
                  <a:lnTo>
                    <a:pt x="7696237" y="1399245"/>
                  </a:lnTo>
                  <a:lnTo>
                    <a:pt x="7694935" y="1399240"/>
                  </a:lnTo>
                  <a:lnTo>
                    <a:pt x="7686438" y="1399205"/>
                  </a:lnTo>
                  <a:lnTo>
                    <a:pt x="7665259" y="1399108"/>
                  </a:lnTo>
                  <a:lnTo>
                    <a:pt x="7628000" y="1398918"/>
                  </a:lnTo>
                  <a:lnTo>
                    <a:pt x="7573687" y="1398608"/>
                  </a:lnTo>
                  <a:lnTo>
                    <a:pt x="7503783" y="1398158"/>
                  </a:lnTo>
                  <a:lnTo>
                    <a:pt x="7421703" y="1397557"/>
                  </a:lnTo>
                  <a:lnTo>
                    <a:pt x="7331928" y="1396802"/>
                  </a:lnTo>
                  <a:lnTo>
                    <a:pt x="7239042" y="1395898"/>
                  </a:lnTo>
                  <a:lnTo>
                    <a:pt x="7146978" y="1394846"/>
                  </a:lnTo>
                  <a:lnTo>
                    <a:pt x="7058618" y="1393648"/>
                  </a:lnTo>
                  <a:lnTo>
                    <a:pt x="6975730" y="1392300"/>
                  </a:lnTo>
                  <a:lnTo>
                    <a:pt x="6899111" y="1390791"/>
                  </a:lnTo>
                  <a:lnTo>
                    <a:pt x="6828818" y="1389104"/>
                  </a:lnTo>
                  <a:lnTo>
                    <a:pt x="6764406" y="1387215"/>
                  </a:lnTo>
                  <a:lnTo>
                    <a:pt x="6705121" y="1385093"/>
                  </a:lnTo>
                  <a:lnTo>
                    <a:pt x="6650047" y="1382704"/>
                  </a:lnTo>
                  <a:lnTo>
                    <a:pt x="6598218" y="1380015"/>
                  </a:lnTo>
                  <a:lnTo>
                    <a:pt x="6548701" y="1376996"/>
                  </a:lnTo>
                  <a:lnTo>
                    <a:pt x="6515891" y="1374744"/>
                  </a:lnTo>
                  <a:lnTo>
                    <a:pt x="6463235" y="1370723"/>
                  </a:lnTo>
                  <a:lnTo>
                    <a:pt x="6411083" y="1366265"/>
                  </a:lnTo>
                  <a:lnTo>
                    <a:pt x="6358843" y="1361365"/>
                  </a:lnTo>
                  <a:lnTo>
                    <a:pt x="6306127" y="1356035"/>
                  </a:lnTo>
                  <a:lnTo>
                    <a:pt x="6252725" y="1350306"/>
                  </a:lnTo>
                  <a:lnTo>
                    <a:pt x="6198579" y="1344231"/>
                  </a:lnTo>
                  <a:lnTo>
                    <a:pt x="6143763" y="1337880"/>
                  </a:lnTo>
                  <a:lnTo>
                    <a:pt x="6088456" y="1331340"/>
                  </a:lnTo>
                  <a:lnTo>
                    <a:pt x="6032909" y="1324712"/>
                  </a:lnTo>
                  <a:lnTo>
                    <a:pt x="5977406" y="1318100"/>
                  </a:lnTo>
                  <a:lnTo>
                    <a:pt x="5922228" y="1311608"/>
                  </a:lnTo>
                  <a:lnTo>
                    <a:pt x="5867605" y="1305334"/>
                  </a:lnTo>
                  <a:lnTo>
                    <a:pt x="5813688" y="1299360"/>
                  </a:lnTo>
                  <a:lnTo>
                    <a:pt x="5760512" y="1293751"/>
                  </a:lnTo>
                  <a:lnTo>
                    <a:pt x="5707975" y="1288552"/>
                  </a:lnTo>
                  <a:lnTo>
                    <a:pt x="5655812" y="1283789"/>
                  </a:lnTo>
                  <a:lnTo>
                    <a:pt x="5603577" y="1279468"/>
                  </a:lnTo>
                  <a:lnTo>
                    <a:pt x="5567201" y="1276743"/>
                  </a:lnTo>
                  <a:lnTo>
                    <a:pt x="5518787" y="1273491"/>
                  </a:lnTo>
                  <a:lnTo>
                    <a:pt x="5468628" y="1270579"/>
                  </a:lnTo>
                  <a:lnTo>
                    <a:pt x="5415867" y="1267990"/>
                  </a:lnTo>
                  <a:lnTo>
                    <a:pt x="5359554" y="1265690"/>
                  </a:lnTo>
                  <a:lnTo>
                    <a:pt x="5298727" y="1263646"/>
                  </a:lnTo>
                  <a:lnTo>
                    <a:pt x="5232509" y="1261824"/>
                  </a:lnTo>
                  <a:lnTo>
                    <a:pt x="5160226" y="1260196"/>
                  </a:lnTo>
                  <a:lnTo>
                    <a:pt x="5081569" y="1258740"/>
                  </a:lnTo>
                  <a:lnTo>
                    <a:pt x="4996806" y="1257441"/>
                  </a:lnTo>
                  <a:lnTo>
                    <a:pt x="4907021" y="1256290"/>
                  </a:lnTo>
                  <a:lnTo>
                    <a:pt x="4814327" y="1255285"/>
                  </a:lnTo>
                  <a:lnTo>
                    <a:pt x="4721964" y="1254427"/>
                  </a:lnTo>
                  <a:lnTo>
                    <a:pt x="4634133" y="1253722"/>
                  </a:lnTo>
                  <a:lnTo>
                    <a:pt x="4555483" y="1253170"/>
                  </a:lnTo>
                  <a:lnTo>
                    <a:pt x="4490263" y="1252766"/>
                  </a:lnTo>
                  <a:lnTo>
                    <a:pt x="4441345" y="1252496"/>
                  </a:lnTo>
                  <a:lnTo>
                    <a:pt x="4409443" y="1252339"/>
                  </a:lnTo>
                  <a:lnTo>
                    <a:pt x="4392788" y="1252266"/>
                  </a:lnTo>
                  <a:lnTo>
                    <a:pt x="4387274" y="1252244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1" name="pg281"/>
            <p:cNvSpPr/>
            <p:nvPr/>
          </p:nvSpPr>
          <p:spPr>
            <a:xfrm>
              <a:off x="546595" y="1670583"/>
              <a:ext cx="8234974" cy="1655138"/>
            </a:xfrm>
            <a:custGeom>
              <a:avLst/>
              <a:pathLst>
                <a:path w="8234974" h="1655138">
                  <a:moveTo>
                    <a:pt x="0" y="5444"/>
                  </a:moveTo>
                  <a:lnTo>
                    <a:pt x="538736" y="5444"/>
                  </a:lnTo>
                  <a:lnTo>
                    <a:pt x="540010" y="5485"/>
                  </a:lnTo>
                  <a:lnTo>
                    <a:pt x="548324" y="5776"/>
                  </a:lnTo>
                  <a:lnTo>
                    <a:pt x="569065" y="6582"/>
                  </a:lnTo>
                  <a:lnTo>
                    <a:pt x="605596" y="8163"/>
                  </a:lnTo>
                  <a:lnTo>
                    <a:pt x="658934" y="10748"/>
                  </a:lnTo>
                  <a:lnTo>
                    <a:pt x="727724" y="14503"/>
                  </a:lnTo>
                  <a:lnTo>
                    <a:pt x="808692" y="19521"/>
                  </a:lnTo>
                  <a:lnTo>
                    <a:pt x="897483" y="25824"/>
                  </a:lnTo>
                  <a:lnTo>
                    <a:pt x="989598" y="33392"/>
                  </a:lnTo>
                  <a:lnTo>
                    <a:pt x="1081136" y="42196"/>
                  </a:lnTo>
                  <a:lnTo>
                    <a:pt x="1169198" y="52224"/>
                  </a:lnTo>
                  <a:lnTo>
                    <a:pt x="1251976" y="63508"/>
                  </a:lnTo>
                  <a:lnTo>
                    <a:pt x="1328616" y="76129"/>
                  </a:lnTo>
                  <a:lnTo>
                    <a:pt x="1399005" y="90229"/>
                  </a:lnTo>
                  <a:lnTo>
                    <a:pt x="1463537" y="106004"/>
                  </a:lnTo>
                  <a:lnTo>
                    <a:pt x="1522924" y="123699"/>
                  </a:lnTo>
                  <a:lnTo>
                    <a:pt x="1578050" y="143593"/>
                  </a:lnTo>
                  <a:lnTo>
                    <a:pt x="1629858" y="165975"/>
                  </a:lnTo>
                  <a:lnTo>
                    <a:pt x="1679269" y="191097"/>
                  </a:lnTo>
                  <a:lnTo>
                    <a:pt x="1719082" y="214151"/>
                  </a:lnTo>
                  <a:lnTo>
                    <a:pt x="1764871" y="243703"/>
                  </a:lnTo>
                  <a:lnTo>
                    <a:pt x="1810212" y="276052"/>
                  </a:lnTo>
                  <a:lnTo>
                    <a:pt x="1855521" y="311245"/>
                  </a:lnTo>
                  <a:lnTo>
                    <a:pt x="1901094" y="349248"/>
                  </a:lnTo>
                  <a:lnTo>
                    <a:pt x="1947119" y="389938"/>
                  </a:lnTo>
                  <a:lnTo>
                    <a:pt x="1993691" y="433093"/>
                  </a:lnTo>
                  <a:lnTo>
                    <a:pt x="2040823" y="478394"/>
                  </a:lnTo>
                  <a:lnTo>
                    <a:pt x="2088454" y="525430"/>
                  </a:lnTo>
                  <a:lnTo>
                    <a:pt x="2136464" y="573708"/>
                  </a:lnTo>
                  <a:lnTo>
                    <a:pt x="2184694" y="622679"/>
                  </a:lnTo>
                  <a:lnTo>
                    <a:pt x="2232958" y="671757"/>
                  </a:lnTo>
                  <a:lnTo>
                    <a:pt x="2281068" y="720351"/>
                  </a:lnTo>
                  <a:lnTo>
                    <a:pt x="2328853" y="767897"/>
                  </a:lnTo>
                  <a:lnTo>
                    <a:pt x="2376176" y="813877"/>
                  </a:lnTo>
                  <a:lnTo>
                    <a:pt x="2422953" y="857851"/>
                  </a:lnTo>
                  <a:lnTo>
                    <a:pt x="2469170" y="899463"/>
                  </a:lnTo>
                  <a:lnTo>
                    <a:pt x="2514890" y="938458"/>
                  </a:lnTo>
                  <a:lnTo>
                    <a:pt x="2560266" y="974676"/>
                  </a:lnTo>
                  <a:lnTo>
                    <a:pt x="2605554" y="1008052"/>
                  </a:lnTo>
                  <a:lnTo>
                    <a:pt x="2651124" y="1038606"/>
                  </a:lnTo>
                  <a:lnTo>
                    <a:pt x="2667772" y="1048980"/>
                  </a:lnTo>
                  <a:lnTo>
                    <a:pt x="2715815" y="1076486"/>
                  </a:lnTo>
                  <a:lnTo>
                    <a:pt x="2765571" y="1101130"/>
                  </a:lnTo>
                  <a:lnTo>
                    <a:pt x="2817874" y="1123072"/>
                  </a:lnTo>
                  <a:lnTo>
                    <a:pt x="2873655" y="1142573"/>
                  </a:lnTo>
                  <a:lnTo>
                    <a:pt x="2933854" y="1159924"/>
                  </a:lnTo>
                  <a:lnTo>
                    <a:pt x="2999334" y="1175399"/>
                  </a:lnTo>
                  <a:lnTo>
                    <a:pt x="3070764" y="1189237"/>
                  </a:lnTo>
                  <a:lnTo>
                    <a:pt x="3148468" y="1201624"/>
                  </a:lnTo>
                  <a:lnTo>
                    <a:pt x="3232223" y="1212690"/>
                  </a:lnTo>
                  <a:lnTo>
                    <a:pt x="3321030" y="1222511"/>
                  </a:lnTo>
                  <a:lnTo>
                    <a:pt x="3412899" y="1231107"/>
                  </a:lnTo>
                  <a:lnTo>
                    <a:pt x="3504749" y="1238464"/>
                  </a:lnTo>
                  <a:lnTo>
                    <a:pt x="3592539" y="1244550"/>
                  </a:lnTo>
                  <a:lnTo>
                    <a:pt x="3671735" y="1249351"/>
                  </a:lnTo>
                  <a:lnTo>
                    <a:pt x="3738098" y="1252899"/>
                  </a:lnTo>
                  <a:lnTo>
                    <a:pt x="3788625" y="1255301"/>
                  </a:lnTo>
                  <a:lnTo>
                    <a:pt x="3822346" y="1256733"/>
                  </a:lnTo>
                  <a:lnTo>
                    <a:pt x="3840687" y="1257433"/>
                  </a:lnTo>
                  <a:lnTo>
                    <a:pt x="3847381" y="1257664"/>
                  </a:lnTo>
                  <a:lnTo>
                    <a:pt x="3848118" y="1257687"/>
                  </a:lnTo>
                  <a:lnTo>
                    <a:pt x="4386855" y="1257687"/>
                  </a:lnTo>
                  <a:lnTo>
                    <a:pt x="4388155" y="1257700"/>
                  </a:lnTo>
                  <a:lnTo>
                    <a:pt x="4396635" y="1257795"/>
                  </a:lnTo>
                  <a:lnTo>
                    <a:pt x="4417775" y="1258056"/>
                  </a:lnTo>
                  <a:lnTo>
                    <a:pt x="4454968" y="1258568"/>
                  </a:lnTo>
                  <a:lnTo>
                    <a:pt x="4509194" y="1259405"/>
                  </a:lnTo>
                  <a:lnTo>
                    <a:pt x="4578997" y="1260620"/>
                  </a:lnTo>
                  <a:lnTo>
                    <a:pt x="4660978" y="1262242"/>
                  </a:lnTo>
                  <a:lnTo>
                    <a:pt x="4750665" y="1264278"/>
                  </a:lnTo>
                  <a:lnTo>
                    <a:pt x="4843482" y="1266720"/>
                  </a:lnTo>
                  <a:lnTo>
                    <a:pt x="4935500" y="1269560"/>
                  </a:lnTo>
                  <a:lnTo>
                    <a:pt x="5023834" y="1272793"/>
                  </a:lnTo>
                  <a:lnTo>
                    <a:pt x="5106712" y="1276432"/>
                  </a:lnTo>
                  <a:lnTo>
                    <a:pt x="5183334" y="1280505"/>
                  </a:lnTo>
                  <a:lnTo>
                    <a:pt x="5253635" y="1285059"/>
                  </a:lnTo>
                  <a:lnTo>
                    <a:pt x="5318058" y="1290158"/>
                  </a:lnTo>
                  <a:lnTo>
                    <a:pt x="5377352" y="1295884"/>
                  </a:lnTo>
                  <a:lnTo>
                    <a:pt x="5432430" y="1302329"/>
                  </a:lnTo>
                  <a:lnTo>
                    <a:pt x="5484257" y="1309584"/>
                  </a:lnTo>
                  <a:lnTo>
                    <a:pt x="5533764" y="1317730"/>
                  </a:lnTo>
                  <a:lnTo>
                    <a:pt x="5567201" y="1323929"/>
                  </a:lnTo>
                  <a:lnTo>
                    <a:pt x="5619021" y="1334619"/>
                  </a:lnTo>
                  <a:lnTo>
                    <a:pt x="5670342" y="1346451"/>
                  </a:lnTo>
                  <a:lnTo>
                    <a:pt x="5721735" y="1359441"/>
                  </a:lnTo>
                  <a:lnTo>
                    <a:pt x="5773573" y="1373559"/>
                  </a:lnTo>
                  <a:lnTo>
                    <a:pt x="5826069" y="1388727"/>
                  </a:lnTo>
                  <a:lnTo>
                    <a:pt x="5879286" y="1404815"/>
                  </a:lnTo>
                  <a:lnTo>
                    <a:pt x="5933164" y="1421647"/>
                  </a:lnTo>
                  <a:lnTo>
                    <a:pt x="5987540" y="1438999"/>
                  </a:lnTo>
                  <a:lnTo>
                    <a:pt x="6042183" y="1456618"/>
                  </a:lnTo>
                  <a:lnTo>
                    <a:pt x="6096823" y="1474234"/>
                  </a:lnTo>
                  <a:lnTo>
                    <a:pt x="6151191" y="1491577"/>
                  </a:lnTo>
                  <a:lnTo>
                    <a:pt x="6205054" y="1508393"/>
                  </a:lnTo>
                  <a:lnTo>
                    <a:pt x="6258255" y="1524463"/>
                  </a:lnTo>
                  <a:lnTo>
                    <a:pt x="6310734" y="1539607"/>
                  </a:lnTo>
                  <a:lnTo>
                    <a:pt x="6362559" y="1553699"/>
                  </a:lnTo>
                  <a:lnTo>
                    <a:pt x="6413945" y="1566662"/>
                  </a:lnTo>
                  <a:lnTo>
                    <a:pt x="6465271" y="1578468"/>
                  </a:lnTo>
                  <a:lnTo>
                    <a:pt x="6515891" y="1588896"/>
                  </a:lnTo>
                  <a:lnTo>
                    <a:pt x="6564272" y="1597684"/>
                  </a:lnTo>
                  <a:lnTo>
                    <a:pt x="6614395" y="1605550"/>
                  </a:lnTo>
                  <a:lnTo>
                    <a:pt x="6667114" y="1612549"/>
                  </a:lnTo>
                  <a:lnTo>
                    <a:pt x="6723380" y="1618763"/>
                  </a:lnTo>
                  <a:lnTo>
                    <a:pt x="6784150" y="1624288"/>
                  </a:lnTo>
                  <a:lnTo>
                    <a:pt x="6850302" y="1629213"/>
                  </a:lnTo>
                  <a:lnTo>
                    <a:pt x="6922509" y="1633614"/>
                  </a:lnTo>
                  <a:lnTo>
                    <a:pt x="7001080" y="1637549"/>
                  </a:lnTo>
                  <a:lnTo>
                    <a:pt x="7085752" y="1641062"/>
                  </a:lnTo>
                  <a:lnTo>
                    <a:pt x="7175450" y="1644175"/>
                  </a:lnTo>
                  <a:lnTo>
                    <a:pt x="7268071" y="1646894"/>
                  </a:lnTo>
                  <a:lnTo>
                    <a:pt x="7360389" y="1649213"/>
                  </a:lnTo>
                  <a:lnTo>
                    <a:pt x="7448218" y="1651122"/>
                  </a:lnTo>
                  <a:lnTo>
                    <a:pt x="7526920" y="1652618"/>
                  </a:lnTo>
                  <a:lnTo>
                    <a:pt x="7592245" y="1653714"/>
                  </a:lnTo>
                  <a:lnTo>
                    <a:pt x="7641309" y="1654445"/>
                  </a:lnTo>
                  <a:lnTo>
                    <a:pt x="7673374" y="1654872"/>
                  </a:lnTo>
                  <a:lnTo>
                    <a:pt x="7690179" y="1655073"/>
                  </a:lnTo>
                  <a:lnTo>
                    <a:pt x="7695794" y="1655133"/>
                  </a:lnTo>
                  <a:lnTo>
                    <a:pt x="7696237" y="1655138"/>
                  </a:lnTo>
                  <a:lnTo>
                    <a:pt x="8234974" y="1655138"/>
                  </a:lnTo>
                  <a:lnTo>
                    <a:pt x="8234974" y="1649693"/>
                  </a:lnTo>
                  <a:lnTo>
                    <a:pt x="7696237" y="1649693"/>
                  </a:lnTo>
                  <a:lnTo>
                    <a:pt x="7694938" y="1649680"/>
                  </a:lnTo>
                  <a:lnTo>
                    <a:pt x="7686458" y="1649586"/>
                  </a:lnTo>
                  <a:lnTo>
                    <a:pt x="7665318" y="1649325"/>
                  </a:lnTo>
                  <a:lnTo>
                    <a:pt x="7628124" y="1648812"/>
                  </a:lnTo>
                  <a:lnTo>
                    <a:pt x="7573899" y="1647975"/>
                  </a:lnTo>
                  <a:lnTo>
                    <a:pt x="7504095" y="1646760"/>
                  </a:lnTo>
                  <a:lnTo>
                    <a:pt x="7422115" y="1645138"/>
                  </a:lnTo>
                  <a:lnTo>
                    <a:pt x="7332427" y="1643102"/>
                  </a:lnTo>
                  <a:lnTo>
                    <a:pt x="7239610" y="1640660"/>
                  </a:lnTo>
                  <a:lnTo>
                    <a:pt x="7147592" y="1637820"/>
                  </a:lnTo>
                  <a:lnTo>
                    <a:pt x="7059259" y="1634587"/>
                  </a:lnTo>
                  <a:lnTo>
                    <a:pt x="6976380" y="1630948"/>
                  </a:lnTo>
                  <a:lnTo>
                    <a:pt x="6899759" y="1626875"/>
                  </a:lnTo>
                  <a:lnTo>
                    <a:pt x="6829457" y="1622322"/>
                  </a:lnTo>
                  <a:lnTo>
                    <a:pt x="6765034" y="1617222"/>
                  </a:lnTo>
                  <a:lnTo>
                    <a:pt x="6705740" y="1611496"/>
                  </a:lnTo>
                  <a:lnTo>
                    <a:pt x="6650662" y="1605051"/>
                  </a:lnTo>
                  <a:lnTo>
                    <a:pt x="6598835" y="1597796"/>
                  </a:lnTo>
                  <a:lnTo>
                    <a:pt x="6549328" y="1589651"/>
                  </a:lnTo>
                  <a:lnTo>
                    <a:pt x="6515891" y="1583452"/>
                  </a:lnTo>
                  <a:lnTo>
                    <a:pt x="6464072" y="1572761"/>
                  </a:lnTo>
                  <a:lnTo>
                    <a:pt x="6412750" y="1560929"/>
                  </a:lnTo>
                  <a:lnTo>
                    <a:pt x="6361358" y="1547939"/>
                  </a:lnTo>
                  <a:lnTo>
                    <a:pt x="6309519" y="1533822"/>
                  </a:lnTo>
                  <a:lnTo>
                    <a:pt x="6257023" y="1518654"/>
                  </a:lnTo>
                  <a:lnTo>
                    <a:pt x="6203806" y="1502565"/>
                  </a:lnTo>
                  <a:lnTo>
                    <a:pt x="6149929" y="1485733"/>
                  </a:lnTo>
                  <a:lnTo>
                    <a:pt x="6095552" y="1468381"/>
                  </a:lnTo>
                  <a:lnTo>
                    <a:pt x="6040909" y="1450762"/>
                  </a:lnTo>
                  <a:lnTo>
                    <a:pt x="5986269" y="1433146"/>
                  </a:lnTo>
                  <a:lnTo>
                    <a:pt x="5931902" y="1415803"/>
                  </a:lnTo>
                  <a:lnTo>
                    <a:pt x="5878038" y="1398987"/>
                  </a:lnTo>
                  <a:lnTo>
                    <a:pt x="5824838" y="1382918"/>
                  </a:lnTo>
                  <a:lnTo>
                    <a:pt x="5772359" y="1367773"/>
                  </a:lnTo>
                  <a:lnTo>
                    <a:pt x="5720533" y="1353681"/>
                  </a:lnTo>
                  <a:lnTo>
                    <a:pt x="5669148" y="1340718"/>
                  </a:lnTo>
                  <a:lnTo>
                    <a:pt x="5617822" y="1328912"/>
                  </a:lnTo>
                  <a:lnTo>
                    <a:pt x="5567201" y="1318484"/>
                  </a:lnTo>
                  <a:lnTo>
                    <a:pt x="5518820" y="1309697"/>
                  </a:lnTo>
                  <a:lnTo>
                    <a:pt x="5468697" y="1301830"/>
                  </a:lnTo>
                  <a:lnTo>
                    <a:pt x="5415978" y="1294832"/>
                  </a:lnTo>
                  <a:lnTo>
                    <a:pt x="5359713" y="1288617"/>
                  </a:lnTo>
                  <a:lnTo>
                    <a:pt x="5298942" y="1283092"/>
                  </a:lnTo>
                  <a:lnTo>
                    <a:pt x="5232790" y="1278167"/>
                  </a:lnTo>
                  <a:lnTo>
                    <a:pt x="5160584" y="1273767"/>
                  </a:lnTo>
                  <a:lnTo>
                    <a:pt x="5082013" y="1269831"/>
                  </a:lnTo>
                  <a:lnTo>
                    <a:pt x="4997341" y="1266318"/>
                  </a:lnTo>
                  <a:lnTo>
                    <a:pt x="4907642" y="1263205"/>
                  </a:lnTo>
                  <a:lnTo>
                    <a:pt x="4815022" y="1260486"/>
                  </a:lnTo>
                  <a:lnTo>
                    <a:pt x="4722704" y="1258167"/>
                  </a:lnTo>
                  <a:lnTo>
                    <a:pt x="4634874" y="1256258"/>
                  </a:lnTo>
                  <a:lnTo>
                    <a:pt x="4556173" y="1254762"/>
                  </a:lnTo>
                  <a:lnTo>
                    <a:pt x="4490847" y="1253666"/>
                  </a:lnTo>
                  <a:lnTo>
                    <a:pt x="4441783" y="1252935"/>
                  </a:lnTo>
                  <a:lnTo>
                    <a:pt x="4409719" y="1252508"/>
                  </a:lnTo>
                  <a:lnTo>
                    <a:pt x="4392914" y="1252307"/>
                  </a:lnTo>
                  <a:lnTo>
                    <a:pt x="4387298" y="1252247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546595" y="1676027"/>
              <a:ext cx="8234974" cy="1649693"/>
            </a:xfrm>
            <a:custGeom>
              <a:avLst/>
              <a:pathLst>
                <a:path w="8234974" h="1649693">
                  <a:moveTo>
                    <a:pt x="0" y="0"/>
                  </a:moveTo>
                  <a:lnTo>
                    <a:pt x="538736" y="0"/>
                  </a:lnTo>
                  <a:lnTo>
                    <a:pt x="540010" y="40"/>
                  </a:lnTo>
                  <a:lnTo>
                    <a:pt x="548324" y="332"/>
                  </a:lnTo>
                  <a:lnTo>
                    <a:pt x="569065" y="1137"/>
                  </a:lnTo>
                  <a:lnTo>
                    <a:pt x="605596" y="2718"/>
                  </a:lnTo>
                  <a:lnTo>
                    <a:pt x="658934" y="5303"/>
                  </a:lnTo>
                  <a:lnTo>
                    <a:pt x="727724" y="9058"/>
                  </a:lnTo>
                  <a:lnTo>
                    <a:pt x="808692" y="14076"/>
                  </a:lnTo>
                  <a:lnTo>
                    <a:pt x="897483" y="20379"/>
                  </a:lnTo>
                  <a:lnTo>
                    <a:pt x="989598" y="27948"/>
                  </a:lnTo>
                  <a:lnTo>
                    <a:pt x="1081136" y="36751"/>
                  </a:lnTo>
                  <a:lnTo>
                    <a:pt x="1169198" y="46780"/>
                  </a:lnTo>
                  <a:lnTo>
                    <a:pt x="1251976" y="58063"/>
                  </a:lnTo>
                  <a:lnTo>
                    <a:pt x="1328616" y="70685"/>
                  </a:lnTo>
                  <a:lnTo>
                    <a:pt x="1399005" y="84785"/>
                  </a:lnTo>
                  <a:lnTo>
                    <a:pt x="1463537" y="100560"/>
                  </a:lnTo>
                  <a:lnTo>
                    <a:pt x="1522924" y="118254"/>
                  </a:lnTo>
                  <a:lnTo>
                    <a:pt x="1578050" y="138148"/>
                  </a:lnTo>
                  <a:lnTo>
                    <a:pt x="1629858" y="160531"/>
                  </a:lnTo>
                  <a:lnTo>
                    <a:pt x="1679269" y="185652"/>
                  </a:lnTo>
                  <a:lnTo>
                    <a:pt x="1719082" y="208707"/>
                  </a:lnTo>
                  <a:lnTo>
                    <a:pt x="1764871" y="238259"/>
                  </a:lnTo>
                  <a:lnTo>
                    <a:pt x="1810212" y="270607"/>
                  </a:lnTo>
                  <a:lnTo>
                    <a:pt x="1855521" y="305800"/>
                  </a:lnTo>
                  <a:lnTo>
                    <a:pt x="1901094" y="343804"/>
                  </a:lnTo>
                  <a:lnTo>
                    <a:pt x="1947119" y="384493"/>
                  </a:lnTo>
                  <a:lnTo>
                    <a:pt x="1993691" y="427649"/>
                  </a:lnTo>
                  <a:lnTo>
                    <a:pt x="2040823" y="472950"/>
                  </a:lnTo>
                  <a:lnTo>
                    <a:pt x="2088454" y="519985"/>
                  </a:lnTo>
                  <a:lnTo>
                    <a:pt x="2136464" y="568264"/>
                  </a:lnTo>
                  <a:lnTo>
                    <a:pt x="2184694" y="617234"/>
                  </a:lnTo>
                  <a:lnTo>
                    <a:pt x="2232958" y="666312"/>
                  </a:lnTo>
                  <a:lnTo>
                    <a:pt x="2281068" y="714907"/>
                  </a:lnTo>
                  <a:lnTo>
                    <a:pt x="2328853" y="762452"/>
                  </a:lnTo>
                  <a:lnTo>
                    <a:pt x="2376176" y="808433"/>
                  </a:lnTo>
                  <a:lnTo>
                    <a:pt x="2422953" y="852406"/>
                  </a:lnTo>
                  <a:lnTo>
                    <a:pt x="2469170" y="894019"/>
                  </a:lnTo>
                  <a:lnTo>
                    <a:pt x="2514890" y="933014"/>
                  </a:lnTo>
                  <a:lnTo>
                    <a:pt x="2560266" y="969232"/>
                  </a:lnTo>
                  <a:lnTo>
                    <a:pt x="2605554" y="1002608"/>
                  </a:lnTo>
                  <a:lnTo>
                    <a:pt x="2651124" y="1033161"/>
                  </a:lnTo>
                  <a:lnTo>
                    <a:pt x="2667772" y="1043535"/>
                  </a:lnTo>
                  <a:lnTo>
                    <a:pt x="2715815" y="1071041"/>
                  </a:lnTo>
                  <a:lnTo>
                    <a:pt x="2765571" y="1095685"/>
                  </a:lnTo>
                  <a:lnTo>
                    <a:pt x="2817874" y="1117627"/>
                  </a:lnTo>
                  <a:lnTo>
                    <a:pt x="2873655" y="1137128"/>
                  </a:lnTo>
                  <a:lnTo>
                    <a:pt x="2933854" y="1154479"/>
                  </a:lnTo>
                  <a:lnTo>
                    <a:pt x="2999334" y="1169955"/>
                  </a:lnTo>
                  <a:lnTo>
                    <a:pt x="3070764" y="1183792"/>
                  </a:lnTo>
                  <a:lnTo>
                    <a:pt x="3148468" y="1196179"/>
                  </a:lnTo>
                  <a:lnTo>
                    <a:pt x="3232223" y="1207246"/>
                  </a:lnTo>
                  <a:lnTo>
                    <a:pt x="3321030" y="1217066"/>
                  </a:lnTo>
                  <a:lnTo>
                    <a:pt x="3412899" y="1225663"/>
                  </a:lnTo>
                  <a:lnTo>
                    <a:pt x="3504749" y="1233019"/>
                  </a:lnTo>
                  <a:lnTo>
                    <a:pt x="3592539" y="1239105"/>
                  </a:lnTo>
                  <a:lnTo>
                    <a:pt x="3671735" y="1243906"/>
                  </a:lnTo>
                  <a:lnTo>
                    <a:pt x="3738098" y="1247455"/>
                  </a:lnTo>
                  <a:lnTo>
                    <a:pt x="3788625" y="1249856"/>
                  </a:lnTo>
                  <a:lnTo>
                    <a:pt x="3822346" y="1251288"/>
                  </a:lnTo>
                  <a:lnTo>
                    <a:pt x="3840687" y="1251988"/>
                  </a:lnTo>
                  <a:lnTo>
                    <a:pt x="3847381" y="1252219"/>
                  </a:lnTo>
                  <a:lnTo>
                    <a:pt x="3848118" y="1252242"/>
                  </a:lnTo>
                  <a:lnTo>
                    <a:pt x="4386855" y="1252242"/>
                  </a:lnTo>
                  <a:lnTo>
                    <a:pt x="4388155" y="1252256"/>
                  </a:lnTo>
                  <a:lnTo>
                    <a:pt x="4396635" y="1252350"/>
                  </a:lnTo>
                  <a:lnTo>
                    <a:pt x="4417775" y="1252611"/>
                  </a:lnTo>
                  <a:lnTo>
                    <a:pt x="4454968" y="1253123"/>
                  </a:lnTo>
                  <a:lnTo>
                    <a:pt x="4509194" y="1253961"/>
                  </a:lnTo>
                  <a:lnTo>
                    <a:pt x="4578997" y="1255176"/>
                  </a:lnTo>
                  <a:lnTo>
                    <a:pt x="4660978" y="1256798"/>
                  </a:lnTo>
                  <a:lnTo>
                    <a:pt x="4750665" y="1258833"/>
                  </a:lnTo>
                  <a:lnTo>
                    <a:pt x="4843482" y="1261276"/>
                  </a:lnTo>
                  <a:lnTo>
                    <a:pt x="4935500" y="1264115"/>
                  </a:lnTo>
                  <a:lnTo>
                    <a:pt x="5023834" y="1267349"/>
                  </a:lnTo>
                  <a:lnTo>
                    <a:pt x="5106712" y="1270988"/>
                  </a:lnTo>
                  <a:lnTo>
                    <a:pt x="5183334" y="1275061"/>
                  </a:lnTo>
                  <a:lnTo>
                    <a:pt x="5253635" y="1279614"/>
                  </a:lnTo>
                  <a:lnTo>
                    <a:pt x="5318058" y="1284714"/>
                  </a:lnTo>
                  <a:lnTo>
                    <a:pt x="5377352" y="1290440"/>
                  </a:lnTo>
                  <a:lnTo>
                    <a:pt x="5432430" y="1296884"/>
                  </a:lnTo>
                  <a:lnTo>
                    <a:pt x="5484257" y="1304140"/>
                  </a:lnTo>
                  <a:lnTo>
                    <a:pt x="5533764" y="1312285"/>
                  </a:lnTo>
                  <a:lnTo>
                    <a:pt x="5567201" y="1318484"/>
                  </a:lnTo>
                  <a:lnTo>
                    <a:pt x="5619021" y="1329174"/>
                  </a:lnTo>
                  <a:lnTo>
                    <a:pt x="5670342" y="1341007"/>
                  </a:lnTo>
                  <a:lnTo>
                    <a:pt x="5721735" y="1353996"/>
                  </a:lnTo>
                  <a:lnTo>
                    <a:pt x="5773573" y="1368114"/>
                  </a:lnTo>
                  <a:lnTo>
                    <a:pt x="5826069" y="1383282"/>
                  </a:lnTo>
                  <a:lnTo>
                    <a:pt x="5879286" y="1399371"/>
                  </a:lnTo>
                  <a:lnTo>
                    <a:pt x="5933164" y="1416202"/>
                  </a:lnTo>
                  <a:lnTo>
                    <a:pt x="5987540" y="1433554"/>
                  </a:lnTo>
                  <a:lnTo>
                    <a:pt x="6042183" y="1451174"/>
                  </a:lnTo>
                  <a:lnTo>
                    <a:pt x="6096823" y="1468790"/>
                  </a:lnTo>
                  <a:lnTo>
                    <a:pt x="6151191" y="1486132"/>
                  </a:lnTo>
                  <a:lnTo>
                    <a:pt x="6205054" y="1502949"/>
                  </a:lnTo>
                  <a:lnTo>
                    <a:pt x="6258255" y="1519018"/>
                  </a:lnTo>
                  <a:lnTo>
                    <a:pt x="6310734" y="1534163"/>
                  </a:lnTo>
                  <a:lnTo>
                    <a:pt x="6362559" y="1548255"/>
                  </a:lnTo>
                  <a:lnTo>
                    <a:pt x="6413945" y="1561218"/>
                  </a:lnTo>
                  <a:lnTo>
                    <a:pt x="6465271" y="1573023"/>
                  </a:lnTo>
                  <a:lnTo>
                    <a:pt x="6515891" y="1583452"/>
                  </a:lnTo>
                  <a:lnTo>
                    <a:pt x="6564272" y="1592239"/>
                  </a:lnTo>
                  <a:lnTo>
                    <a:pt x="6614395" y="1600106"/>
                  </a:lnTo>
                  <a:lnTo>
                    <a:pt x="6667114" y="1607104"/>
                  </a:lnTo>
                  <a:lnTo>
                    <a:pt x="6723380" y="1613319"/>
                  </a:lnTo>
                  <a:lnTo>
                    <a:pt x="6784150" y="1618844"/>
                  </a:lnTo>
                  <a:lnTo>
                    <a:pt x="6850302" y="1623769"/>
                  </a:lnTo>
                  <a:lnTo>
                    <a:pt x="6922509" y="1628169"/>
                  </a:lnTo>
                  <a:lnTo>
                    <a:pt x="7001080" y="1632105"/>
                  </a:lnTo>
                  <a:lnTo>
                    <a:pt x="7085752" y="1635618"/>
                  </a:lnTo>
                  <a:lnTo>
                    <a:pt x="7175450" y="1638730"/>
                  </a:lnTo>
                  <a:lnTo>
                    <a:pt x="7268071" y="1641449"/>
                  </a:lnTo>
                  <a:lnTo>
                    <a:pt x="7360389" y="1643768"/>
                  </a:lnTo>
                  <a:lnTo>
                    <a:pt x="7448218" y="1645678"/>
                  </a:lnTo>
                  <a:lnTo>
                    <a:pt x="7526920" y="1647174"/>
                  </a:lnTo>
                  <a:lnTo>
                    <a:pt x="7592245" y="1648269"/>
                  </a:lnTo>
                  <a:lnTo>
                    <a:pt x="7641309" y="1649000"/>
                  </a:lnTo>
                  <a:lnTo>
                    <a:pt x="7673374" y="1649427"/>
                  </a:lnTo>
                  <a:lnTo>
                    <a:pt x="7690179" y="1649628"/>
                  </a:lnTo>
                  <a:lnTo>
                    <a:pt x="7695794" y="1649689"/>
                  </a:lnTo>
                  <a:lnTo>
                    <a:pt x="7696237" y="1649693"/>
                  </a:lnTo>
                  <a:lnTo>
                    <a:pt x="8234974" y="1649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3" name="pl283"/>
            <p:cNvSpPr/>
            <p:nvPr/>
          </p:nvSpPr>
          <p:spPr>
            <a:xfrm>
              <a:off x="546595" y="1670583"/>
              <a:ext cx="8234974" cy="1649693"/>
            </a:xfrm>
            <a:custGeom>
              <a:avLst/>
              <a:pathLst>
                <a:path w="8234974" h="1649693">
                  <a:moveTo>
                    <a:pt x="8234974" y="1649693"/>
                  </a:moveTo>
                  <a:lnTo>
                    <a:pt x="7696237" y="1649693"/>
                  </a:lnTo>
                  <a:lnTo>
                    <a:pt x="7694938" y="1649680"/>
                  </a:lnTo>
                  <a:lnTo>
                    <a:pt x="7686458" y="1649586"/>
                  </a:lnTo>
                  <a:lnTo>
                    <a:pt x="7665318" y="1649325"/>
                  </a:lnTo>
                  <a:lnTo>
                    <a:pt x="7628124" y="1648812"/>
                  </a:lnTo>
                  <a:lnTo>
                    <a:pt x="7573899" y="1647975"/>
                  </a:lnTo>
                  <a:lnTo>
                    <a:pt x="7504095" y="1646760"/>
                  </a:lnTo>
                  <a:lnTo>
                    <a:pt x="7422115" y="1645138"/>
                  </a:lnTo>
                  <a:lnTo>
                    <a:pt x="7332427" y="1643102"/>
                  </a:lnTo>
                  <a:lnTo>
                    <a:pt x="7239610" y="1640660"/>
                  </a:lnTo>
                  <a:lnTo>
                    <a:pt x="7147592" y="1637820"/>
                  </a:lnTo>
                  <a:lnTo>
                    <a:pt x="7059259" y="1634587"/>
                  </a:lnTo>
                  <a:lnTo>
                    <a:pt x="6976380" y="1630948"/>
                  </a:lnTo>
                  <a:lnTo>
                    <a:pt x="6899759" y="1626875"/>
                  </a:lnTo>
                  <a:lnTo>
                    <a:pt x="6829457" y="1622322"/>
                  </a:lnTo>
                  <a:lnTo>
                    <a:pt x="6765034" y="1617222"/>
                  </a:lnTo>
                  <a:lnTo>
                    <a:pt x="6705740" y="1611496"/>
                  </a:lnTo>
                  <a:lnTo>
                    <a:pt x="6650662" y="1605051"/>
                  </a:lnTo>
                  <a:lnTo>
                    <a:pt x="6598835" y="1597796"/>
                  </a:lnTo>
                  <a:lnTo>
                    <a:pt x="6549328" y="1589651"/>
                  </a:lnTo>
                  <a:lnTo>
                    <a:pt x="6515891" y="1583452"/>
                  </a:lnTo>
                  <a:lnTo>
                    <a:pt x="6464072" y="1572761"/>
                  </a:lnTo>
                  <a:lnTo>
                    <a:pt x="6412750" y="1560929"/>
                  </a:lnTo>
                  <a:lnTo>
                    <a:pt x="6361358" y="1547939"/>
                  </a:lnTo>
                  <a:lnTo>
                    <a:pt x="6309519" y="1533822"/>
                  </a:lnTo>
                  <a:lnTo>
                    <a:pt x="6257023" y="1518654"/>
                  </a:lnTo>
                  <a:lnTo>
                    <a:pt x="6203806" y="1502565"/>
                  </a:lnTo>
                  <a:lnTo>
                    <a:pt x="6149929" y="1485733"/>
                  </a:lnTo>
                  <a:lnTo>
                    <a:pt x="6095552" y="1468381"/>
                  </a:lnTo>
                  <a:lnTo>
                    <a:pt x="6040909" y="1450762"/>
                  </a:lnTo>
                  <a:lnTo>
                    <a:pt x="5986269" y="1433146"/>
                  </a:lnTo>
                  <a:lnTo>
                    <a:pt x="5931902" y="1415803"/>
                  </a:lnTo>
                  <a:lnTo>
                    <a:pt x="5878038" y="1398987"/>
                  </a:lnTo>
                  <a:lnTo>
                    <a:pt x="5824838" y="1382918"/>
                  </a:lnTo>
                  <a:lnTo>
                    <a:pt x="5772359" y="1367773"/>
                  </a:lnTo>
                  <a:lnTo>
                    <a:pt x="5720533" y="1353681"/>
                  </a:lnTo>
                  <a:lnTo>
                    <a:pt x="5669148" y="1340718"/>
                  </a:lnTo>
                  <a:lnTo>
                    <a:pt x="5617822" y="1328912"/>
                  </a:lnTo>
                  <a:lnTo>
                    <a:pt x="5567201" y="1318484"/>
                  </a:lnTo>
                  <a:lnTo>
                    <a:pt x="5518820" y="1309697"/>
                  </a:lnTo>
                  <a:lnTo>
                    <a:pt x="5468697" y="1301830"/>
                  </a:lnTo>
                  <a:lnTo>
                    <a:pt x="5415978" y="1294832"/>
                  </a:lnTo>
                  <a:lnTo>
                    <a:pt x="5359713" y="1288617"/>
                  </a:lnTo>
                  <a:lnTo>
                    <a:pt x="5298942" y="1283092"/>
                  </a:lnTo>
                  <a:lnTo>
                    <a:pt x="5232790" y="1278167"/>
                  </a:lnTo>
                  <a:lnTo>
                    <a:pt x="5160584" y="1273767"/>
                  </a:lnTo>
                  <a:lnTo>
                    <a:pt x="5082013" y="1269831"/>
                  </a:lnTo>
                  <a:lnTo>
                    <a:pt x="4997341" y="1266318"/>
                  </a:lnTo>
                  <a:lnTo>
                    <a:pt x="4907642" y="1263205"/>
                  </a:lnTo>
                  <a:lnTo>
                    <a:pt x="4815022" y="1260486"/>
                  </a:lnTo>
                  <a:lnTo>
                    <a:pt x="4722704" y="1258167"/>
                  </a:lnTo>
                  <a:lnTo>
                    <a:pt x="4634874" y="1256258"/>
                  </a:lnTo>
                  <a:lnTo>
                    <a:pt x="4556173" y="1254762"/>
                  </a:lnTo>
                  <a:lnTo>
                    <a:pt x="4490847" y="1253666"/>
                  </a:lnTo>
                  <a:lnTo>
                    <a:pt x="4441783" y="1252935"/>
                  </a:lnTo>
                  <a:lnTo>
                    <a:pt x="4409719" y="1252508"/>
                  </a:lnTo>
                  <a:lnTo>
                    <a:pt x="4392914" y="1252307"/>
                  </a:lnTo>
                  <a:lnTo>
                    <a:pt x="4387298" y="1252247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4" name="pg284"/>
            <p:cNvSpPr/>
            <p:nvPr/>
          </p:nvSpPr>
          <p:spPr>
            <a:xfrm>
              <a:off x="546595" y="1676027"/>
              <a:ext cx="8234974" cy="2406484"/>
            </a:xfrm>
            <a:custGeom>
              <a:avLst/>
              <a:pathLst>
                <a:path w="8234974" h="2406484">
                  <a:moveTo>
                    <a:pt x="0" y="16333"/>
                  </a:moveTo>
                  <a:lnTo>
                    <a:pt x="538736" y="16333"/>
                  </a:lnTo>
                  <a:lnTo>
                    <a:pt x="540009" y="16374"/>
                  </a:lnTo>
                  <a:lnTo>
                    <a:pt x="548320" y="16668"/>
                  </a:lnTo>
                  <a:lnTo>
                    <a:pt x="569053" y="17480"/>
                  </a:lnTo>
                  <a:lnTo>
                    <a:pt x="605572" y="19074"/>
                  </a:lnTo>
                  <a:lnTo>
                    <a:pt x="658893" y="21681"/>
                  </a:lnTo>
                  <a:lnTo>
                    <a:pt x="727664" y="25467"/>
                  </a:lnTo>
                  <a:lnTo>
                    <a:pt x="808613" y="30527"/>
                  </a:lnTo>
                  <a:lnTo>
                    <a:pt x="897387" y="36882"/>
                  </a:lnTo>
                  <a:lnTo>
                    <a:pt x="989488" y="44514"/>
                  </a:lnTo>
                  <a:lnTo>
                    <a:pt x="1081016" y="53392"/>
                  </a:lnTo>
                  <a:lnTo>
                    <a:pt x="1169074" y="63505"/>
                  </a:lnTo>
                  <a:lnTo>
                    <a:pt x="1251849" y="74882"/>
                  </a:lnTo>
                  <a:lnTo>
                    <a:pt x="1328490" y="87610"/>
                  </a:lnTo>
                  <a:lnTo>
                    <a:pt x="1398880" y="101828"/>
                  </a:lnTo>
                  <a:lnTo>
                    <a:pt x="1463414" y="117734"/>
                  </a:lnTo>
                  <a:lnTo>
                    <a:pt x="1522803" y="135576"/>
                  </a:lnTo>
                  <a:lnTo>
                    <a:pt x="1577930" y="155635"/>
                  </a:lnTo>
                  <a:lnTo>
                    <a:pt x="1629738" y="178203"/>
                  </a:lnTo>
                  <a:lnTo>
                    <a:pt x="1679147" y="203533"/>
                  </a:lnTo>
                  <a:lnTo>
                    <a:pt x="1719082" y="226855"/>
                  </a:lnTo>
                  <a:lnTo>
                    <a:pt x="1764785" y="256605"/>
                  </a:lnTo>
                  <a:lnTo>
                    <a:pt x="1810040" y="289165"/>
                  </a:lnTo>
                  <a:lnTo>
                    <a:pt x="1855263" y="324583"/>
                  </a:lnTo>
                  <a:lnTo>
                    <a:pt x="1900746" y="362825"/>
                  </a:lnTo>
                  <a:lnTo>
                    <a:pt x="1946680" y="403769"/>
                  </a:lnTo>
                  <a:lnTo>
                    <a:pt x="1993158" y="447193"/>
                  </a:lnTo>
                  <a:lnTo>
                    <a:pt x="2040194" y="492777"/>
                  </a:lnTo>
                  <a:lnTo>
                    <a:pt x="2087728" y="540110"/>
                  </a:lnTo>
                  <a:lnTo>
                    <a:pt x="2135643" y="588700"/>
                  </a:lnTo>
                  <a:lnTo>
                    <a:pt x="2183778" y="637995"/>
                  </a:lnTo>
                  <a:lnTo>
                    <a:pt x="2231952" y="687410"/>
                  </a:lnTo>
                  <a:lnTo>
                    <a:pt x="2279976" y="736351"/>
                  </a:lnTo>
                  <a:lnTo>
                    <a:pt x="2327680" y="784250"/>
                  </a:lnTo>
                  <a:lnTo>
                    <a:pt x="2374926" y="830589"/>
                  </a:lnTo>
                  <a:lnTo>
                    <a:pt x="2421630" y="874922"/>
                  </a:lnTo>
                  <a:lnTo>
                    <a:pt x="2467775" y="916891"/>
                  </a:lnTo>
                  <a:lnTo>
                    <a:pt x="2513422" y="956235"/>
                  </a:lnTo>
                  <a:lnTo>
                    <a:pt x="2558720" y="992793"/>
                  </a:lnTo>
                  <a:lnTo>
                    <a:pt x="2603920" y="1026496"/>
                  </a:lnTo>
                  <a:lnTo>
                    <a:pt x="2649385" y="1057361"/>
                  </a:lnTo>
                  <a:lnTo>
                    <a:pt x="2667772" y="1068943"/>
                  </a:lnTo>
                  <a:lnTo>
                    <a:pt x="2715809" y="1096685"/>
                  </a:lnTo>
                  <a:lnTo>
                    <a:pt x="2765557" y="1121540"/>
                  </a:lnTo>
                  <a:lnTo>
                    <a:pt x="2817852" y="1143671"/>
                  </a:lnTo>
                  <a:lnTo>
                    <a:pt x="2873624" y="1163340"/>
                  </a:lnTo>
                  <a:lnTo>
                    <a:pt x="2933813" y="1180841"/>
                  </a:lnTo>
                  <a:lnTo>
                    <a:pt x="2999280" y="1196450"/>
                  </a:lnTo>
                  <a:lnTo>
                    <a:pt x="3070695" y="1210408"/>
                  </a:lnTo>
                  <a:lnTo>
                    <a:pt x="3148382" y="1222902"/>
                  </a:lnTo>
                  <a:lnTo>
                    <a:pt x="3232120" y="1234065"/>
                  </a:lnTo>
                  <a:lnTo>
                    <a:pt x="3320910" y="1243971"/>
                  </a:lnTo>
                  <a:lnTo>
                    <a:pt x="3412764" y="1252642"/>
                  </a:lnTo>
                  <a:lnTo>
                    <a:pt x="3504605" y="1260064"/>
                  </a:lnTo>
                  <a:lnTo>
                    <a:pt x="3592394" y="1266204"/>
                  </a:lnTo>
                  <a:lnTo>
                    <a:pt x="3671599" y="1271048"/>
                  </a:lnTo>
                  <a:lnTo>
                    <a:pt x="3737981" y="1274630"/>
                  </a:lnTo>
                  <a:lnTo>
                    <a:pt x="3788536" y="1277054"/>
                  </a:lnTo>
                  <a:lnTo>
                    <a:pt x="3822288" y="1278500"/>
                  </a:lnTo>
                  <a:lnTo>
                    <a:pt x="3840659" y="1279208"/>
                  </a:lnTo>
                  <a:lnTo>
                    <a:pt x="3847374" y="1279441"/>
                  </a:lnTo>
                  <a:lnTo>
                    <a:pt x="3848118" y="1279465"/>
                  </a:lnTo>
                  <a:lnTo>
                    <a:pt x="4386855" y="1279465"/>
                  </a:lnTo>
                  <a:lnTo>
                    <a:pt x="4388134" y="1279502"/>
                  </a:lnTo>
                  <a:lnTo>
                    <a:pt x="4396482" y="1279765"/>
                  </a:lnTo>
                  <a:lnTo>
                    <a:pt x="4417306" y="1280494"/>
                  </a:lnTo>
                  <a:lnTo>
                    <a:pt x="4453975" y="1281923"/>
                  </a:lnTo>
                  <a:lnTo>
                    <a:pt x="4507498" y="1284259"/>
                  </a:lnTo>
                  <a:lnTo>
                    <a:pt x="4576499" y="1287652"/>
                  </a:lnTo>
                  <a:lnTo>
                    <a:pt x="4657678" y="1292186"/>
                  </a:lnTo>
                  <a:lnTo>
                    <a:pt x="4746657" y="1297879"/>
                  </a:lnTo>
                  <a:lnTo>
                    <a:pt x="4838919" y="1304714"/>
                  </a:lnTo>
                  <a:lnTo>
                    <a:pt x="4930558" y="1312664"/>
                  </a:lnTo>
                  <a:lnTo>
                    <a:pt x="5018678" y="1321720"/>
                  </a:lnTo>
                  <a:lnTo>
                    <a:pt x="5101478" y="1331909"/>
                  </a:lnTo>
                  <a:lnTo>
                    <a:pt x="5178115" y="1343307"/>
                  </a:lnTo>
                  <a:lnTo>
                    <a:pt x="5248485" y="1356043"/>
                  </a:lnTo>
                  <a:lnTo>
                    <a:pt x="5312995" y="1370295"/>
                  </a:lnTo>
                  <a:lnTo>
                    <a:pt x="5372363" y="1386285"/>
                  </a:lnTo>
                  <a:lnTo>
                    <a:pt x="5427478" y="1404266"/>
                  </a:lnTo>
                  <a:lnTo>
                    <a:pt x="5479289" y="1424499"/>
                  </a:lnTo>
                  <a:lnTo>
                    <a:pt x="5528719" y="1447210"/>
                  </a:lnTo>
                  <a:lnTo>
                    <a:pt x="5567201" y="1467301"/>
                  </a:lnTo>
                  <a:lnTo>
                    <a:pt x="5613985" y="1494508"/>
                  </a:lnTo>
                  <a:lnTo>
                    <a:pt x="5660311" y="1524344"/>
                  </a:lnTo>
                  <a:lnTo>
                    <a:pt x="5706620" y="1556853"/>
                  </a:lnTo>
                  <a:lnTo>
                    <a:pt x="5753220" y="1591999"/>
                  </a:lnTo>
                  <a:lnTo>
                    <a:pt x="5800304" y="1629654"/>
                  </a:lnTo>
                  <a:lnTo>
                    <a:pt x="5847965" y="1669598"/>
                  </a:lnTo>
                  <a:lnTo>
                    <a:pt x="5896206" y="1711512"/>
                  </a:lnTo>
                  <a:lnTo>
                    <a:pt x="5944952" y="1754989"/>
                  </a:lnTo>
                  <a:lnTo>
                    <a:pt x="5994067" y="1799547"/>
                  </a:lnTo>
                  <a:lnTo>
                    <a:pt x="6043375" y="1844649"/>
                  </a:lnTo>
                  <a:lnTo>
                    <a:pt x="6092675" y="1889730"/>
                  </a:lnTo>
                  <a:lnTo>
                    <a:pt x="6141769" y="1934226"/>
                  </a:lnTo>
                  <a:lnTo>
                    <a:pt x="6190481" y="1977603"/>
                  </a:lnTo>
                  <a:lnTo>
                    <a:pt x="6238681" y="2019384"/>
                  </a:lnTo>
                  <a:lnTo>
                    <a:pt x="6286298" y="2059168"/>
                  </a:lnTo>
                  <a:lnTo>
                    <a:pt x="6333342" y="2096643"/>
                  </a:lnTo>
                  <a:lnTo>
                    <a:pt x="6379912" y="2131597"/>
                  </a:lnTo>
                  <a:lnTo>
                    <a:pt x="6426210" y="2163908"/>
                  </a:lnTo>
                  <a:lnTo>
                    <a:pt x="6472554" y="2193547"/>
                  </a:lnTo>
                  <a:lnTo>
                    <a:pt x="6515891" y="2218647"/>
                  </a:lnTo>
                  <a:lnTo>
                    <a:pt x="6564005" y="2243436"/>
                  </a:lnTo>
                  <a:lnTo>
                    <a:pt x="6613837" y="2265643"/>
                  </a:lnTo>
                  <a:lnTo>
                    <a:pt x="6666226" y="2285411"/>
                  </a:lnTo>
                  <a:lnTo>
                    <a:pt x="6722108" y="2302977"/>
                  </a:lnTo>
                  <a:lnTo>
                    <a:pt x="6782426" y="2318603"/>
                  </a:lnTo>
                  <a:lnTo>
                    <a:pt x="6848046" y="2332539"/>
                  </a:lnTo>
                  <a:lnTo>
                    <a:pt x="6919637" y="2344998"/>
                  </a:lnTo>
                  <a:lnTo>
                    <a:pt x="6997521" y="2356149"/>
                  </a:lnTo>
                  <a:lnTo>
                    <a:pt x="7081468" y="2366109"/>
                  </a:lnTo>
                  <a:lnTo>
                    <a:pt x="7170461" y="2374945"/>
                  </a:lnTo>
                  <a:lnTo>
                    <a:pt x="7262488" y="2382676"/>
                  </a:lnTo>
                  <a:lnTo>
                    <a:pt x="7354438" y="2389288"/>
                  </a:lnTo>
                  <a:lnTo>
                    <a:pt x="7442240" y="2394752"/>
                  </a:lnTo>
                  <a:lnTo>
                    <a:pt x="7521337" y="2399057"/>
                  </a:lnTo>
                  <a:lnTo>
                    <a:pt x="7587487" y="2402232"/>
                  </a:lnTo>
                  <a:lnTo>
                    <a:pt x="7637713" y="2404375"/>
                  </a:lnTo>
                  <a:lnTo>
                    <a:pt x="7671089" y="2405648"/>
                  </a:lnTo>
                  <a:lnTo>
                    <a:pt x="7689107" y="2406265"/>
                  </a:lnTo>
                  <a:lnTo>
                    <a:pt x="7695569" y="2406465"/>
                  </a:lnTo>
                  <a:lnTo>
                    <a:pt x="7696237" y="2406484"/>
                  </a:lnTo>
                  <a:lnTo>
                    <a:pt x="8234974" y="2406484"/>
                  </a:lnTo>
                  <a:lnTo>
                    <a:pt x="8234974" y="2390150"/>
                  </a:lnTo>
                  <a:lnTo>
                    <a:pt x="7696237" y="2390150"/>
                  </a:lnTo>
                  <a:lnTo>
                    <a:pt x="7694958" y="2390113"/>
                  </a:lnTo>
                  <a:lnTo>
                    <a:pt x="7686610" y="2389850"/>
                  </a:lnTo>
                  <a:lnTo>
                    <a:pt x="7665786" y="2389121"/>
                  </a:lnTo>
                  <a:lnTo>
                    <a:pt x="7629118" y="2387692"/>
                  </a:lnTo>
                  <a:lnTo>
                    <a:pt x="7575595" y="2385356"/>
                  </a:lnTo>
                  <a:lnTo>
                    <a:pt x="7506594" y="2381963"/>
                  </a:lnTo>
                  <a:lnTo>
                    <a:pt x="7425414" y="2377430"/>
                  </a:lnTo>
                  <a:lnTo>
                    <a:pt x="7336436" y="2371736"/>
                  </a:lnTo>
                  <a:lnTo>
                    <a:pt x="7244174" y="2364901"/>
                  </a:lnTo>
                  <a:lnTo>
                    <a:pt x="7152535" y="2356951"/>
                  </a:lnTo>
                  <a:lnTo>
                    <a:pt x="7064414" y="2347895"/>
                  </a:lnTo>
                  <a:lnTo>
                    <a:pt x="6981615" y="2337706"/>
                  </a:lnTo>
                  <a:lnTo>
                    <a:pt x="6904978" y="2326308"/>
                  </a:lnTo>
                  <a:lnTo>
                    <a:pt x="6834607" y="2313572"/>
                  </a:lnTo>
                  <a:lnTo>
                    <a:pt x="6770098" y="2299320"/>
                  </a:lnTo>
                  <a:lnTo>
                    <a:pt x="6710730" y="2283330"/>
                  </a:lnTo>
                  <a:lnTo>
                    <a:pt x="6655615" y="2265349"/>
                  </a:lnTo>
                  <a:lnTo>
                    <a:pt x="6603803" y="2245116"/>
                  </a:lnTo>
                  <a:lnTo>
                    <a:pt x="6554373" y="2222405"/>
                  </a:lnTo>
                  <a:lnTo>
                    <a:pt x="6515891" y="2202314"/>
                  </a:lnTo>
                  <a:lnTo>
                    <a:pt x="6469108" y="2175107"/>
                  </a:lnTo>
                  <a:lnTo>
                    <a:pt x="6422781" y="2145271"/>
                  </a:lnTo>
                  <a:lnTo>
                    <a:pt x="6376472" y="2112762"/>
                  </a:lnTo>
                  <a:lnTo>
                    <a:pt x="6329873" y="2077616"/>
                  </a:lnTo>
                  <a:lnTo>
                    <a:pt x="6282788" y="2039961"/>
                  </a:lnTo>
                  <a:lnTo>
                    <a:pt x="6235127" y="2000017"/>
                  </a:lnTo>
                  <a:lnTo>
                    <a:pt x="6186887" y="1958103"/>
                  </a:lnTo>
                  <a:lnTo>
                    <a:pt x="6138141" y="1914626"/>
                  </a:lnTo>
                  <a:lnTo>
                    <a:pt x="6089025" y="1870068"/>
                  </a:lnTo>
                  <a:lnTo>
                    <a:pt x="6039717" y="1824966"/>
                  </a:lnTo>
                  <a:lnTo>
                    <a:pt x="5990417" y="1779885"/>
                  </a:lnTo>
                  <a:lnTo>
                    <a:pt x="5941323" y="1735389"/>
                  </a:lnTo>
                  <a:lnTo>
                    <a:pt x="5892611" y="1692012"/>
                  </a:lnTo>
                  <a:lnTo>
                    <a:pt x="5844412" y="1650231"/>
                  </a:lnTo>
                  <a:lnTo>
                    <a:pt x="5796794" y="1610447"/>
                  </a:lnTo>
                  <a:lnTo>
                    <a:pt x="5749750" y="1572972"/>
                  </a:lnTo>
                  <a:lnTo>
                    <a:pt x="5703180" y="1538018"/>
                  </a:lnTo>
                  <a:lnTo>
                    <a:pt x="5656882" y="1505707"/>
                  </a:lnTo>
                  <a:lnTo>
                    <a:pt x="5610539" y="1476068"/>
                  </a:lnTo>
                  <a:lnTo>
                    <a:pt x="5567201" y="1450968"/>
                  </a:lnTo>
                  <a:lnTo>
                    <a:pt x="5519088" y="1426179"/>
                  </a:lnTo>
                  <a:lnTo>
                    <a:pt x="5469256" y="1403972"/>
                  </a:lnTo>
                  <a:lnTo>
                    <a:pt x="5416866" y="1384205"/>
                  </a:lnTo>
                  <a:lnTo>
                    <a:pt x="5360984" y="1366638"/>
                  </a:lnTo>
                  <a:lnTo>
                    <a:pt x="5300666" y="1351012"/>
                  </a:lnTo>
                  <a:lnTo>
                    <a:pt x="5235047" y="1337076"/>
                  </a:lnTo>
                  <a:lnTo>
                    <a:pt x="5163455" y="1324617"/>
                  </a:lnTo>
                  <a:lnTo>
                    <a:pt x="5085571" y="1313466"/>
                  </a:lnTo>
                  <a:lnTo>
                    <a:pt x="5001625" y="1303506"/>
                  </a:lnTo>
                  <a:lnTo>
                    <a:pt x="4912631" y="1294670"/>
                  </a:lnTo>
                  <a:lnTo>
                    <a:pt x="4820604" y="1286939"/>
                  </a:lnTo>
                  <a:lnTo>
                    <a:pt x="4728655" y="1280327"/>
                  </a:lnTo>
                  <a:lnTo>
                    <a:pt x="4640853" y="1274863"/>
                  </a:lnTo>
                  <a:lnTo>
                    <a:pt x="4561755" y="1270558"/>
                  </a:lnTo>
                  <a:lnTo>
                    <a:pt x="4495605" y="1267383"/>
                  </a:lnTo>
                  <a:lnTo>
                    <a:pt x="4445380" y="1265240"/>
                  </a:lnTo>
                  <a:lnTo>
                    <a:pt x="4412004" y="1263968"/>
                  </a:lnTo>
                  <a:lnTo>
                    <a:pt x="4393985" y="1263350"/>
                  </a:lnTo>
                  <a:lnTo>
                    <a:pt x="4387523" y="1263150"/>
                  </a:lnTo>
                  <a:lnTo>
                    <a:pt x="4386855" y="1263131"/>
                  </a:lnTo>
                  <a:lnTo>
                    <a:pt x="3848118" y="1263131"/>
                  </a:lnTo>
                  <a:lnTo>
                    <a:pt x="3846845" y="1263090"/>
                  </a:lnTo>
                  <a:lnTo>
                    <a:pt x="3838535" y="1262797"/>
                  </a:lnTo>
                  <a:lnTo>
                    <a:pt x="3817801" y="1261984"/>
                  </a:lnTo>
                  <a:lnTo>
                    <a:pt x="3781283" y="1260390"/>
                  </a:lnTo>
                  <a:lnTo>
                    <a:pt x="3727961" y="1257784"/>
                  </a:lnTo>
                  <a:lnTo>
                    <a:pt x="3659190" y="1253997"/>
                  </a:lnTo>
                  <a:lnTo>
                    <a:pt x="3578241" y="1248938"/>
                  </a:lnTo>
                  <a:lnTo>
                    <a:pt x="3489468" y="1242582"/>
                  </a:lnTo>
                  <a:lnTo>
                    <a:pt x="3397367" y="1234950"/>
                  </a:lnTo>
                  <a:lnTo>
                    <a:pt x="3305838" y="1226073"/>
                  </a:lnTo>
                  <a:lnTo>
                    <a:pt x="3217781" y="1215960"/>
                  </a:lnTo>
                  <a:lnTo>
                    <a:pt x="3135005" y="1204582"/>
                  </a:lnTo>
                  <a:lnTo>
                    <a:pt x="3058365" y="1191855"/>
                  </a:lnTo>
                  <a:lnTo>
                    <a:pt x="2987975" y="1177637"/>
                  </a:lnTo>
                  <a:lnTo>
                    <a:pt x="2923441" y="1161730"/>
                  </a:lnTo>
                  <a:lnTo>
                    <a:pt x="2864051" y="1143888"/>
                  </a:lnTo>
                  <a:lnTo>
                    <a:pt x="2808925" y="1123829"/>
                  </a:lnTo>
                  <a:lnTo>
                    <a:pt x="2757117" y="1101261"/>
                  </a:lnTo>
                  <a:lnTo>
                    <a:pt x="2707707" y="1075932"/>
                  </a:lnTo>
                  <a:lnTo>
                    <a:pt x="2667772" y="1052609"/>
                  </a:lnTo>
                  <a:lnTo>
                    <a:pt x="2622070" y="1022860"/>
                  </a:lnTo>
                  <a:lnTo>
                    <a:pt x="2576815" y="990300"/>
                  </a:lnTo>
                  <a:lnTo>
                    <a:pt x="2531592" y="954882"/>
                  </a:lnTo>
                  <a:lnTo>
                    <a:pt x="2486108" y="916639"/>
                  </a:lnTo>
                  <a:lnTo>
                    <a:pt x="2440175" y="875695"/>
                  </a:lnTo>
                  <a:lnTo>
                    <a:pt x="2393697" y="832272"/>
                  </a:lnTo>
                  <a:lnTo>
                    <a:pt x="2346661" y="786688"/>
                  </a:lnTo>
                  <a:lnTo>
                    <a:pt x="2299127" y="739355"/>
                  </a:lnTo>
                  <a:lnTo>
                    <a:pt x="2251212" y="690765"/>
                  </a:lnTo>
                  <a:lnTo>
                    <a:pt x="2203076" y="641469"/>
                  </a:lnTo>
                  <a:lnTo>
                    <a:pt x="2154902" y="592055"/>
                  </a:lnTo>
                  <a:lnTo>
                    <a:pt x="2106878" y="543113"/>
                  </a:lnTo>
                  <a:lnTo>
                    <a:pt x="2059175" y="495214"/>
                  </a:lnTo>
                  <a:lnTo>
                    <a:pt x="2011929" y="448875"/>
                  </a:lnTo>
                  <a:lnTo>
                    <a:pt x="1965224" y="404543"/>
                  </a:lnTo>
                  <a:lnTo>
                    <a:pt x="1919079" y="362574"/>
                  </a:lnTo>
                  <a:lnTo>
                    <a:pt x="1873433" y="323229"/>
                  </a:lnTo>
                  <a:lnTo>
                    <a:pt x="1828135" y="286671"/>
                  </a:lnTo>
                  <a:lnTo>
                    <a:pt x="1782935" y="252968"/>
                  </a:lnTo>
                  <a:lnTo>
                    <a:pt x="1737470" y="222104"/>
                  </a:lnTo>
                  <a:lnTo>
                    <a:pt x="1719082" y="210521"/>
                  </a:lnTo>
                  <a:lnTo>
                    <a:pt x="1671046" y="182780"/>
                  </a:lnTo>
                  <a:lnTo>
                    <a:pt x="1621298" y="157924"/>
                  </a:lnTo>
                  <a:lnTo>
                    <a:pt x="1569002" y="135794"/>
                  </a:lnTo>
                  <a:lnTo>
                    <a:pt x="1513230" y="116124"/>
                  </a:lnTo>
                  <a:lnTo>
                    <a:pt x="1453042" y="98624"/>
                  </a:lnTo>
                  <a:lnTo>
                    <a:pt x="1387575" y="83014"/>
                  </a:lnTo>
                  <a:lnTo>
                    <a:pt x="1316160" y="69057"/>
                  </a:lnTo>
                  <a:lnTo>
                    <a:pt x="1238473" y="56563"/>
                  </a:lnTo>
                  <a:lnTo>
                    <a:pt x="1154735" y="45400"/>
                  </a:lnTo>
                  <a:lnTo>
                    <a:pt x="1065945" y="35494"/>
                  </a:lnTo>
                  <a:lnTo>
                    <a:pt x="974090" y="26822"/>
                  </a:lnTo>
                  <a:lnTo>
                    <a:pt x="882249" y="19401"/>
                  </a:lnTo>
                  <a:lnTo>
                    <a:pt x="794460" y="13260"/>
                  </a:lnTo>
                  <a:lnTo>
                    <a:pt x="715255" y="8416"/>
                  </a:lnTo>
                  <a:lnTo>
                    <a:pt x="648874" y="4835"/>
                  </a:lnTo>
                  <a:lnTo>
                    <a:pt x="598319" y="2411"/>
                  </a:lnTo>
                  <a:lnTo>
                    <a:pt x="564567" y="964"/>
                  </a:lnTo>
                  <a:lnTo>
                    <a:pt x="546195" y="257"/>
                  </a:lnTo>
                  <a:lnTo>
                    <a:pt x="539481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546595" y="1692361"/>
              <a:ext cx="8234974" cy="2390150"/>
            </a:xfrm>
            <a:custGeom>
              <a:avLst/>
              <a:pathLst>
                <a:path w="8234974" h="2390150">
                  <a:moveTo>
                    <a:pt x="0" y="0"/>
                  </a:moveTo>
                  <a:lnTo>
                    <a:pt x="538736" y="0"/>
                  </a:lnTo>
                  <a:lnTo>
                    <a:pt x="540009" y="41"/>
                  </a:lnTo>
                  <a:lnTo>
                    <a:pt x="548320" y="334"/>
                  </a:lnTo>
                  <a:lnTo>
                    <a:pt x="569053" y="1147"/>
                  </a:lnTo>
                  <a:lnTo>
                    <a:pt x="605572" y="2741"/>
                  </a:lnTo>
                  <a:lnTo>
                    <a:pt x="658893" y="5347"/>
                  </a:lnTo>
                  <a:lnTo>
                    <a:pt x="727664" y="9134"/>
                  </a:lnTo>
                  <a:lnTo>
                    <a:pt x="808613" y="14193"/>
                  </a:lnTo>
                  <a:lnTo>
                    <a:pt x="897387" y="20549"/>
                  </a:lnTo>
                  <a:lnTo>
                    <a:pt x="989488" y="28181"/>
                  </a:lnTo>
                  <a:lnTo>
                    <a:pt x="1081016" y="37058"/>
                  </a:lnTo>
                  <a:lnTo>
                    <a:pt x="1169074" y="47171"/>
                  </a:lnTo>
                  <a:lnTo>
                    <a:pt x="1251849" y="58549"/>
                  </a:lnTo>
                  <a:lnTo>
                    <a:pt x="1328490" y="71276"/>
                  </a:lnTo>
                  <a:lnTo>
                    <a:pt x="1398880" y="85494"/>
                  </a:lnTo>
                  <a:lnTo>
                    <a:pt x="1463414" y="101401"/>
                  </a:lnTo>
                  <a:lnTo>
                    <a:pt x="1522803" y="119243"/>
                  </a:lnTo>
                  <a:lnTo>
                    <a:pt x="1577930" y="139302"/>
                  </a:lnTo>
                  <a:lnTo>
                    <a:pt x="1629738" y="161870"/>
                  </a:lnTo>
                  <a:lnTo>
                    <a:pt x="1679147" y="187199"/>
                  </a:lnTo>
                  <a:lnTo>
                    <a:pt x="1719082" y="210521"/>
                  </a:lnTo>
                  <a:lnTo>
                    <a:pt x="1764785" y="240271"/>
                  </a:lnTo>
                  <a:lnTo>
                    <a:pt x="1810040" y="272831"/>
                  </a:lnTo>
                  <a:lnTo>
                    <a:pt x="1855263" y="308249"/>
                  </a:lnTo>
                  <a:lnTo>
                    <a:pt x="1900746" y="346492"/>
                  </a:lnTo>
                  <a:lnTo>
                    <a:pt x="1946680" y="387436"/>
                  </a:lnTo>
                  <a:lnTo>
                    <a:pt x="1993158" y="430859"/>
                  </a:lnTo>
                  <a:lnTo>
                    <a:pt x="2040194" y="476443"/>
                  </a:lnTo>
                  <a:lnTo>
                    <a:pt x="2087728" y="523776"/>
                  </a:lnTo>
                  <a:lnTo>
                    <a:pt x="2135643" y="572366"/>
                  </a:lnTo>
                  <a:lnTo>
                    <a:pt x="2183778" y="621662"/>
                  </a:lnTo>
                  <a:lnTo>
                    <a:pt x="2231952" y="671076"/>
                  </a:lnTo>
                  <a:lnTo>
                    <a:pt x="2279976" y="720018"/>
                  </a:lnTo>
                  <a:lnTo>
                    <a:pt x="2327680" y="767917"/>
                  </a:lnTo>
                  <a:lnTo>
                    <a:pt x="2374926" y="814256"/>
                  </a:lnTo>
                  <a:lnTo>
                    <a:pt x="2421630" y="858588"/>
                  </a:lnTo>
                  <a:lnTo>
                    <a:pt x="2467775" y="900557"/>
                  </a:lnTo>
                  <a:lnTo>
                    <a:pt x="2513422" y="939902"/>
                  </a:lnTo>
                  <a:lnTo>
                    <a:pt x="2558720" y="976460"/>
                  </a:lnTo>
                  <a:lnTo>
                    <a:pt x="2603920" y="1010163"/>
                  </a:lnTo>
                  <a:lnTo>
                    <a:pt x="2649385" y="1041027"/>
                  </a:lnTo>
                  <a:lnTo>
                    <a:pt x="2667772" y="1052609"/>
                  </a:lnTo>
                  <a:lnTo>
                    <a:pt x="2715809" y="1080351"/>
                  </a:lnTo>
                  <a:lnTo>
                    <a:pt x="2765557" y="1105207"/>
                  </a:lnTo>
                  <a:lnTo>
                    <a:pt x="2817852" y="1127337"/>
                  </a:lnTo>
                  <a:lnTo>
                    <a:pt x="2873624" y="1147007"/>
                  </a:lnTo>
                  <a:lnTo>
                    <a:pt x="2933813" y="1164507"/>
                  </a:lnTo>
                  <a:lnTo>
                    <a:pt x="2999280" y="1180117"/>
                  </a:lnTo>
                  <a:lnTo>
                    <a:pt x="3070695" y="1194074"/>
                  </a:lnTo>
                  <a:lnTo>
                    <a:pt x="3148382" y="1206568"/>
                  </a:lnTo>
                  <a:lnTo>
                    <a:pt x="3232120" y="1217731"/>
                  </a:lnTo>
                  <a:lnTo>
                    <a:pt x="3320910" y="1227637"/>
                  </a:lnTo>
                  <a:lnTo>
                    <a:pt x="3412764" y="1236309"/>
                  </a:lnTo>
                  <a:lnTo>
                    <a:pt x="3504605" y="1243730"/>
                  </a:lnTo>
                  <a:lnTo>
                    <a:pt x="3592394" y="1249871"/>
                  </a:lnTo>
                  <a:lnTo>
                    <a:pt x="3671599" y="1254715"/>
                  </a:lnTo>
                  <a:lnTo>
                    <a:pt x="3737981" y="1258296"/>
                  </a:lnTo>
                  <a:lnTo>
                    <a:pt x="3788536" y="1260720"/>
                  </a:lnTo>
                  <a:lnTo>
                    <a:pt x="3822288" y="1262167"/>
                  </a:lnTo>
                  <a:lnTo>
                    <a:pt x="3840659" y="1262874"/>
                  </a:lnTo>
                  <a:lnTo>
                    <a:pt x="3847374" y="1263108"/>
                  </a:lnTo>
                  <a:lnTo>
                    <a:pt x="3848118" y="1263131"/>
                  </a:lnTo>
                  <a:lnTo>
                    <a:pt x="4386855" y="1263131"/>
                  </a:lnTo>
                  <a:lnTo>
                    <a:pt x="4388134" y="1263168"/>
                  </a:lnTo>
                  <a:lnTo>
                    <a:pt x="4396482" y="1263432"/>
                  </a:lnTo>
                  <a:lnTo>
                    <a:pt x="4417306" y="1264160"/>
                  </a:lnTo>
                  <a:lnTo>
                    <a:pt x="4453975" y="1265589"/>
                  </a:lnTo>
                  <a:lnTo>
                    <a:pt x="4507498" y="1267925"/>
                  </a:lnTo>
                  <a:lnTo>
                    <a:pt x="4576499" y="1271319"/>
                  </a:lnTo>
                  <a:lnTo>
                    <a:pt x="4657678" y="1275852"/>
                  </a:lnTo>
                  <a:lnTo>
                    <a:pt x="4746657" y="1281545"/>
                  </a:lnTo>
                  <a:lnTo>
                    <a:pt x="4838919" y="1288381"/>
                  </a:lnTo>
                  <a:lnTo>
                    <a:pt x="4930558" y="1296331"/>
                  </a:lnTo>
                  <a:lnTo>
                    <a:pt x="5018678" y="1305386"/>
                  </a:lnTo>
                  <a:lnTo>
                    <a:pt x="5101478" y="1315575"/>
                  </a:lnTo>
                  <a:lnTo>
                    <a:pt x="5178115" y="1326974"/>
                  </a:lnTo>
                  <a:lnTo>
                    <a:pt x="5248485" y="1339710"/>
                  </a:lnTo>
                  <a:lnTo>
                    <a:pt x="5312995" y="1353962"/>
                  </a:lnTo>
                  <a:lnTo>
                    <a:pt x="5372363" y="1369951"/>
                  </a:lnTo>
                  <a:lnTo>
                    <a:pt x="5427478" y="1387932"/>
                  </a:lnTo>
                  <a:lnTo>
                    <a:pt x="5479289" y="1408166"/>
                  </a:lnTo>
                  <a:lnTo>
                    <a:pt x="5528719" y="1430876"/>
                  </a:lnTo>
                  <a:lnTo>
                    <a:pt x="5567201" y="1450968"/>
                  </a:lnTo>
                  <a:lnTo>
                    <a:pt x="5613985" y="1478174"/>
                  </a:lnTo>
                  <a:lnTo>
                    <a:pt x="5660311" y="1508011"/>
                  </a:lnTo>
                  <a:lnTo>
                    <a:pt x="5706620" y="1540520"/>
                  </a:lnTo>
                  <a:lnTo>
                    <a:pt x="5753220" y="1575665"/>
                  </a:lnTo>
                  <a:lnTo>
                    <a:pt x="5800304" y="1613321"/>
                  </a:lnTo>
                  <a:lnTo>
                    <a:pt x="5847965" y="1653264"/>
                  </a:lnTo>
                  <a:lnTo>
                    <a:pt x="5896206" y="1695178"/>
                  </a:lnTo>
                  <a:lnTo>
                    <a:pt x="5944952" y="1738655"/>
                  </a:lnTo>
                  <a:lnTo>
                    <a:pt x="5994067" y="1783214"/>
                  </a:lnTo>
                  <a:lnTo>
                    <a:pt x="6043375" y="1828316"/>
                  </a:lnTo>
                  <a:lnTo>
                    <a:pt x="6092675" y="1873397"/>
                  </a:lnTo>
                  <a:lnTo>
                    <a:pt x="6141769" y="1917892"/>
                  </a:lnTo>
                  <a:lnTo>
                    <a:pt x="6190481" y="1961270"/>
                  </a:lnTo>
                  <a:lnTo>
                    <a:pt x="6238681" y="2003050"/>
                  </a:lnTo>
                  <a:lnTo>
                    <a:pt x="6286298" y="2042834"/>
                  </a:lnTo>
                  <a:lnTo>
                    <a:pt x="6333342" y="2080310"/>
                  </a:lnTo>
                  <a:lnTo>
                    <a:pt x="6379912" y="2115263"/>
                  </a:lnTo>
                  <a:lnTo>
                    <a:pt x="6426210" y="2147574"/>
                  </a:lnTo>
                  <a:lnTo>
                    <a:pt x="6472554" y="2177213"/>
                  </a:lnTo>
                  <a:lnTo>
                    <a:pt x="6515891" y="2202314"/>
                  </a:lnTo>
                  <a:lnTo>
                    <a:pt x="6564005" y="2227103"/>
                  </a:lnTo>
                  <a:lnTo>
                    <a:pt x="6613837" y="2249309"/>
                  </a:lnTo>
                  <a:lnTo>
                    <a:pt x="6666226" y="2269077"/>
                  </a:lnTo>
                  <a:lnTo>
                    <a:pt x="6722108" y="2286643"/>
                  </a:lnTo>
                  <a:lnTo>
                    <a:pt x="6782426" y="2302270"/>
                  </a:lnTo>
                  <a:lnTo>
                    <a:pt x="6848046" y="2316205"/>
                  </a:lnTo>
                  <a:lnTo>
                    <a:pt x="6919637" y="2328664"/>
                  </a:lnTo>
                  <a:lnTo>
                    <a:pt x="6997521" y="2339815"/>
                  </a:lnTo>
                  <a:lnTo>
                    <a:pt x="7081468" y="2349775"/>
                  </a:lnTo>
                  <a:lnTo>
                    <a:pt x="7170461" y="2358611"/>
                  </a:lnTo>
                  <a:lnTo>
                    <a:pt x="7262488" y="2366342"/>
                  </a:lnTo>
                  <a:lnTo>
                    <a:pt x="7354438" y="2372954"/>
                  </a:lnTo>
                  <a:lnTo>
                    <a:pt x="7442240" y="2378419"/>
                  </a:lnTo>
                  <a:lnTo>
                    <a:pt x="7521337" y="2382723"/>
                  </a:lnTo>
                  <a:lnTo>
                    <a:pt x="7587487" y="2385899"/>
                  </a:lnTo>
                  <a:lnTo>
                    <a:pt x="7637713" y="2388041"/>
                  </a:lnTo>
                  <a:lnTo>
                    <a:pt x="7671089" y="2389314"/>
                  </a:lnTo>
                  <a:lnTo>
                    <a:pt x="7689107" y="2389931"/>
                  </a:lnTo>
                  <a:lnTo>
                    <a:pt x="7695569" y="2390131"/>
                  </a:lnTo>
                  <a:lnTo>
                    <a:pt x="7696237" y="2390150"/>
                  </a:lnTo>
                  <a:lnTo>
                    <a:pt x="8234974" y="23901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546595" y="1676027"/>
              <a:ext cx="8234974" cy="2390150"/>
            </a:xfrm>
            <a:custGeom>
              <a:avLst/>
              <a:pathLst>
                <a:path w="8234974" h="2390150">
                  <a:moveTo>
                    <a:pt x="8234974" y="2390150"/>
                  </a:moveTo>
                  <a:lnTo>
                    <a:pt x="7696237" y="2390150"/>
                  </a:lnTo>
                  <a:lnTo>
                    <a:pt x="7694958" y="2390113"/>
                  </a:lnTo>
                  <a:lnTo>
                    <a:pt x="7686610" y="2389850"/>
                  </a:lnTo>
                  <a:lnTo>
                    <a:pt x="7665786" y="2389121"/>
                  </a:lnTo>
                  <a:lnTo>
                    <a:pt x="7629118" y="2387692"/>
                  </a:lnTo>
                  <a:lnTo>
                    <a:pt x="7575595" y="2385356"/>
                  </a:lnTo>
                  <a:lnTo>
                    <a:pt x="7506594" y="2381963"/>
                  </a:lnTo>
                  <a:lnTo>
                    <a:pt x="7425414" y="2377430"/>
                  </a:lnTo>
                  <a:lnTo>
                    <a:pt x="7336436" y="2371736"/>
                  </a:lnTo>
                  <a:lnTo>
                    <a:pt x="7244174" y="2364901"/>
                  </a:lnTo>
                  <a:lnTo>
                    <a:pt x="7152535" y="2356951"/>
                  </a:lnTo>
                  <a:lnTo>
                    <a:pt x="7064414" y="2347895"/>
                  </a:lnTo>
                  <a:lnTo>
                    <a:pt x="6981615" y="2337706"/>
                  </a:lnTo>
                  <a:lnTo>
                    <a:pt x="6904978" y="2326308"/>
                  </a:lnTo>
                  <a:lnTo>
                    <a:pt x="6834607" y="2313572"/>
                  </a:lnTo>
                  <a:lnTo>
                    <a:pt x="6770098" y="2299320"/>
                  </a:lnTo>
                  <a:lnTo>
                    <a:pt x="6710730" y="2283330"/>
                  </a:lnTo>
                  <a:lnTo>
                    <a:pt x="6655615" y="2265349"/>
                  </a:lnTo>
                  <a:lnTo>
                    <a:pt x="6603803" y="2245116"/>
                  </a:lnTo>
                  <a:lnTo>
                    <a:pt x="6554373" y="2222405"/>
                  </a:lnTo>
                  <a:lnTo>
                    <a:pt x="6515891" y="2202314"/>
                  </a:lnTo>
                  <a:lnTo>
                    <a:pt x="6469108" y="2175107"/>
                  </a:lnTo>
                  <a:lnTo>
                    <a:pt x="6422781" y="2145271"/>
                  </a:lnTo>
                  <a:lnTo>
                    <a:pt x="6376472" y="2112762"/>
                  </a:lnTo>
                  <a:lnTo>
                    <a:pt x="6329873" y="2077616"/>
                  </a:lnTo>
                  <a:lnTo>
                    <a:pt x="6282788" y="2039961"/>
                  </a:lnTo>
                  <a:lnTo>
                    <a:pt x="6235127" y="2000017"/>
                  </a:lnTo>
                  <a:lnTo>
                    <a:pt x="6186887" y="1958103"/>
                  </a:lnTo>
                  <a:lnTo>
                    <a:pt x="6138141" y="1914626"/>
                  </a:lnTo>
                  <a:lnTo>
                    <a:pt x="6089025" y="1870068"/>
                  </a:lnTo>
                  <a:lnTo>
                    <a:pt x="6039717" y="1824966"/>
                  </a:lnTo>
                  <a:lnTo>
                    <a:pt x="5990417" y="1779885"/>
                  </a:lnTo>
                  <a:lnTo>
                    <a:pt x="5941323" y="1735389"/>
                  </a:lnTo>
                  <a:lnTo>
                    <a:pt x="5892611" y="1692012"/>
                  </a:lnTo>
                  <a:lnTo>
                    <a:pt x="5844412" y="1650231"/>
                  </a:lnTo>
                  <a:lnTo>
                    <a:pt x="5796794" y="1610447"/>
                  </a:lnTo>
                  <a:lnTo>
                    <a:pt x="5749750" y="1572972"/>
                  </a:lnTo>
                  <a:lnTo>
                    <a:pt x="5703180" y="1538018"/>
                  </a:lnTo>
                  <a:lnTo>
                    <a:pt x="5656882" y="1505707"/>
                  </a:lnTo>
                  <a:lnTo>
                    <a:pt x="5610539" y="1476068"/>
                  </a:lnTo>
                  <a:lnTo>
                    <a:pt x="5567201" y="1450968"/>
                  </a:lnTo>
                  <a:lnTo>
                    <a:pt x="5519088" y="1426179"/>
                  </a:lnTo>
                  <a:lnTo>
                    <a:pt x="5469256" y="1403972"/>
                  </a:lnTo>
                  <a:lnTo>
                    <a:pt x="5416866" y="1384205"/>
                  </a:lnTo>
                  <a:lnTo>
                    <a:pt x="5360984" y="1366638"/>
                  </a:lnTo>
                  <a:lnTo>
                    <a:pt x="5300666" y="1351012"/>
                  </a:lnTo>
                  <a:lnTo>
                    <a:pt x="5235047" y="1337076"/>
                  </a:lnTo>
                  <a:lnTo>
                    <a:pt x="5163455" y="1324617"/>
                  </a:lnTo>
                  <a:lnTo>
                    <a:pt x="5085571" y="1313466"/>
                  </a:lnTo>
                  <a:lnTo>
                    <a:pt x="5001625" y="1303506"/>
                  </a:lnTo>
                  <a:lnTo>
                    <a:pt x="4912631" y="1294670"/>
                  </a:lnTo>
                  <a:lnTo>
                    <a:pt x="4820604" y="1286939"/>
                  </a:lnTo>
                  <a:lnTo>
                    <a:pt x="4728655" y="1280327"/>
                  </a:lnTo>
                  <a:lnTo>
                    <a:pt x="4640853" y="1274863"/>
                  </a:lnTo>
                  <a:lnTo>
                    <a:pt x="4561755" y="1270558"/>
                  </a:lnTo>
                  <a:lnTo>
                    <a:pt x="4495605" y="1267383"/>
                  </a:lnTo>
                  <a:lnTo>
                    <a:pt x="4445380" y="1265240"/>
                  </a:lnTo>
                  <a:lnTo>
                    <a:pt x="4412004" y="1263968"/>
                  </a:lnTo>
                  <a:lnTo>
                    <a:pt x="4393985" y="1263350"/>
                  </a:lnTo>
                  <a:lnTo>
                    <a:pt x="4387523" y="1263150"/>
                  </a:lnTo>
                  <a:lnTo>
                    <a:pt x="4386855" y="1263131"/>
                  </a:lnTo>
                  <a:lnTo>
                    <a:pt x="3848118" y="1263131"/>
                  </a:lnTo>
                  <a:lnTo>
                    <a:pt x="3846845" y="1263090"/>
                  </a:lnTo>
                  <a:lnTo>
                    <a:pt x="3838535" y="1262797"/>
                  </a:lnTo>
                  <a:lnTo>
                    <a:pt x="3817801" y="1261984"/>
                  </a:lnTo>
                  <a:lnTo>
                    <a:pt x="3781283" y="1260390"/>
                  </a:lnTo>
                  <a:lnTo>
                    <a:pt x="3727961" y="1257784"/>
                  </a:lnTo>
                  <a:lnTo>
                    <a:pt x="3659190" y="1253997"/>
                  </a:lnTo>
                  <a:lnTo>
                    <a:pt x="3578241" y="1248938"/>
                  </a:lnTo>
                  <a:lnTo>
                    <a:pt x="3489468" y="1242582"/>
                  </a:lnTo>
                  <a:lnTo>
                    <a:pt x="3397367" y="1234950"/>
                  </a:lnTo>
                  <a:lnTo>
                    <a:pt x="3305838" y="1226073"/>
                  </a:lnTo>
                  <a:lnTo>
                    <a:pt x="3217781" y="1215960"/>
                  </a:lnTo>
                  <a:lnTo>
                    <a:pt x="3135005" y="1204582"/>
                  </a:lnTo>
                  <a:lnTo>
                    <a:pt x="3058365" y="1191855"/>
                  </a:lnTo>
                  <a:lnTo>
                    <a:pt x="2987975" y="1177637"/>
                  </a:lnTo>
                  <a:lnTo>
                    <a:pt x="2923441" y="1161730"/>
                  </a:lnTo>
                  <a:lnTo>
                    <a:pt x="2864051" y="1143888"/>
                  </a:lnTo>
                  <a:lnTo>
                    <a:pt x="2808925" y="1123829"/>
                  </a:lnTo>
                  <a:lnTo>
                    <a:pt x="2757117" y="1101261"/>
                  </a:lnTo>
                  <a:lnTo>
                    <a:pt x="2707707" y="1075932"/>
                  </a:lnTo>
                  <a:lnTo>
                    <a:pt x="2667772" y="1052609"/>
                  </a:lnTo>
                  <a:lnTo>
                    <a:pt x="2622070" y="1022860"/>
                  </a:lnTo>
                  <a:lnTo>
                    <a:pt x="2576815" y="990300"/>
                  </a:lnTo>
                  <a:lnTo>
                    <a:pt x="2531592" y="954882"/>
                  </a:lnTo>
                  <a:lnTo>
                    <a:pt x="2486108" y="916639"/>
                  </a:lnTo>
                  <a:lnTo>
                    <a:pt x="2440175" y="875695"/>
                  </a:lnTo>
                  <a:lnTo>
                    <a:pt x="2393697" y="832272"/>
                  </a:lnTo>
                  <a:lnTo>
                    <a:pt x="2346661" y="786688"/>
                  </a:lnTo>
                  <a:lnTo>
                    <a:pt x="2299127" y="739355"/>
                  </a:lnTo>
                  <a:lnTo>
                    <a:pt x="2251212" y="690765"/>
                  </a:lnTo>
                  <a:lnTo>
                    <a:pt x="2203076" y="641469"/>
                  </a:lnTo>
                  <a:lnTo>
                    <a:pt x="2154902" y="592055"/>
                  </a:lnTo>
                  <a:lnTo>
                    <a:pt x="2106878" y="543113"/>
                  </a:lnTo>
                  <a:lnTo>
                    <a:pt x="2059175" y="495214"/>
                  </a:lnTo>
                  <a:lnTo>
                    <a:pt x="2011929" y="448875"/>
                  </a:lnTo>
                  <a:lnTo>
                    <a:pt x="1965224" y="404543"/>
                  </a:lnTo>
                  <a:lnTo>
                    <a:pt x="1919079" y="362574"/>
                  </a:lnTo>
                  <a:lnTo>
                    <a:pt x="1873433" y="323229"/>
                  </a:lnTo>
                  <a:lnTo>
                    <a:pt x="1828135" y="286671"/>
                  </a:lnTo>
                  <a:lnTo>
                    <a:pt x="1782935" y="252968"/>
                  </a:lnTo>
                  <a:lnTo>
                    <a:pt x="1737470" y="222104"/>
                  </a:lnTo>
                  <a:lnTo>
                    <a:pt x="1719082" y="210521"/>
                  </a:lnTo>
                  <a:lnTo>
                    <a:pt x="1671046" y="182780"/>
                  </a:lnTo>
                  <a:lnTo>
                    <a:pt x="1621298" y="157924"/>
                  </a:lnTo>
                  <a:lnTo>
                    <a:pt x="1569002" y="135794"/>
                  </a:lnTo>
                  <a:lnTo>
                    <a:pt x="1513230" y="116124"/>
                  </a:lnTo>
                  <a:lnTo>
                    <a:pt x="1453042" y="98624"/>
                  </a:lnTo>
                  <a:lnTo>
                    <a:pt x="1387575" y="83014"/>
                  </a:lnTo>
                  <a:lnTo>
                    <a:pt x="1316160" y="69057"/>
                  </a:lnTo>
                  <a:lnTo>
                    <a:pt x="1238473" y="56563"/>
                  </a:lnTo>
                  <a:lnTo>
                    <a:pt x="1154735" y="45400"/>
                  </a:lnTo>
                  <a:lnTo>
                    <a:pt x="1065945" y="35494"/>
                  </a:lnTo>
                  <a:lnTo>
                    <a:pt x="974090" y="26822"/>
                  </a:lnTo>
                  <a:lnTo>
                    <a:pt x="882249" y="19401"/>
                  </a:lnTo>
                  <a:lnTo>
                    <a:pt x="794460" y="13260"/>
                  </a:lnTo>
                  <a:lnTo>
                    <a:pt x="715255" y="8416"/>
                  </a:lnTo>
                  <a:lnTo>
                    <a:pt x="648874" y="4835"/>
                  </a:lnTo>
                  <a:lnTo>
                    <a:pt x="598319" y="2411"/>
                  </a:lnTo>
                  <a:lnTo>
                    <a:pt x="564567" y="964"/>
                  </a:lnTo>
                  <a:lnTo>
                    <a:pt x="546195" y="257"/>
                  </a:lnTo>
                  <a:lnTo>
                    <a:pt x="539481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7" name="pg287"/>
            <p:cNvSpPr/>
            <p:nvPr/>
          </p:nvSpPr>
          <p:spPr>
            <a:xfrm>
              <a:off x="546595" y="1692361"/>
              <a:ext cx="8234974" cy="2651488"/>
            </a:xfrm>
            <a:custGeom>
              <a:avLst/>
              <a:pathLst>
                <a:path w="8234974" h="2651488">
                  <a:moveTo>
                    <a:pt x="0" y="10889"/>
                  </a:moveTo>
                  <a:lnTo>
                    <a:pt x="538736" y="10889"/>
                  </a:lnTo>
                  <a:lnTo>
                    <a:pt x="540009" y="10930"/>
                  </a:lnTo>
                  <a:lnTo>
                    <a:pt x="548318" y="11225"/>
                  </a:lnTo>
                  <a:lnTo>
                    <a:pt x="569048" y="12041"/>
                  </a:lnTo>
                  <a:lnTo>
                    <a:pt x="605560" y="13641"/>
                  </a:lnTo>
                  <a:lnTo>
                    <a:pt x="658873" y="16258"/>
                  </a:lnTo>
                  <a:lnTo>
                    <a:pt x="727634" y="20060"/>
                  </a:lnTo>
                  <a:lnTo>
                    <a:pt x="808573" y="25141"/>
                  </a:lnTo>
                  <a:lnTo>
                    <a:pt x="897338" y="31523"/>
                  </a:lnTo>
                  <a:lnTo>
                    <a:pt x="989433" y="39186"/>
                  </a:lnTo>
                  <a:lnTo>
                    <a:pt x="1080956" y="48101"/>
                  </a:lnTo>
                  <a:lnTo>
                    <a:pt x="1169011" y="58255"/>
                  </a:lnTo>
                  <a:lnTo>
                    <a:pt x="1251786" y="69681"/>
                  </a:lnTo>
                  <a:lnTo>
                    <a:pt x="1328426" y="82461"/>
                  </a:lnTo>
                  <a:lnTo>
                    <a:pt x="1398817" y="96738"/>
                  </a:lnTo>
                  <a:lnTo>
                    <a:pt x="1463352" y="112710"/>
                  </a:lnTo>
                  <a:lnTo>
                    <a:pt x="1522743" y="130625"/>
                  </a:lnTo>
                  <a:lnTo>
                    <a:pt x="1577870" y="150767"/>
                  </a:lnTo>
                  <a:lnTo>
                    <a:pt x="1629677" y="173428"/>
                  </a:lnTo>
                  <a:lnTo>
                    <a:pt x="1679086" y="198861"/>
                  </a:lnTo>
                  <a:lnTo>
                    <a:pt x="1719082" y="222318"/>
                  </a:lnTo>
                  <a:lnTo>
                    <a:pt x="1764741" y="252166"/>
                  </a:lnTo>
                  <a:lnTo>
                    <a:pt x="1809954" y="284831"/>
                  </a:lnTo>
                  <a:lnTo>
                    <a:pt x="1855134" y="320361"/>
                  </a:lnTo>
                  <a:lnTo>
                    <a:pt x="1900573" y="358723"/>
                  </a:lnTo>
                  <a:lnTo>
                    <a:pt x="1946460" y="399793"/>
                  </a:lnTo>
                  <a:lnTo>
                    <a:pt x="1992892" y="443350"/>
                  </a:lnTo>
                  <a:lnTo>
                    <a:pt x="2039879" y="489075"/>
                  </a:lnTo>
                  <a:lnTo>
                    <a:pt x="2087365" y="536556"/>
                  </a:lnTo>
                  <a:lnTo>
                    <a:pt x="2135232" y="585302"/>
                  </a:lnTo>
                  <a:lnTo>
                    <a:pt x="2183321" y="634759"/>
                  </a:lnTo>
                  <a:lnTo>
                    <a:pt x="2231450" y="684341"/>
                  </a:lnTo>
                  <a:lnTo>
                    <a:pt x="2279431" y="733455"/>
                  </a:lnTo>
                  <a:lnTo>
                    <a:pt x="2327093" y="781531"/>
                  </a:lnTo>
                  <a:lnTo>
                    <a:pt x="2374301" y="828048"/>
                  </a:lnTo>
                  <a:lnTo>
                    <a:pt x="2420969" y="872560"/>
                  </a:lnTo>
                  <a:lnTo>
                    <a:pt x="2467078" y="914707"/>
                  </a:lnTo>
                  <a:lnTo>
                    <a:pt x="2512688" y="954226"/>
                  </a:lnTo>
                  <a:lnTo>
                    <a:pt x="2557947" y="990954"/>
                  </a:lnTo>
                  <a:lnTo>
                    <a:pt x="2603103" y="1024820"/>
                  </a:lnTo>
                  <a:lnTo>
                    <a:pt x="2648516" y="1055841"/>
                  </a:lnTo>
                  <a:lnTo>
                    <a:pt x="2667772" y="1068036"/>
                  </a:lnTo>
                  <a:lnTo>
                    <a:pt x="2715805" y="1095895"/>
                  </a:lnTo>
                  <a:lnTo>
                    <a:pt x="2765550" y="1120857"/>
                  </a:lnTo>
                  <a:lnTo>
                    <a:pt x="2817842" y="1143081"/>
                  </a:lnTo>
                  <a:lnTo>
                    <a:pt x="2873609" y="1162835"/>
                  </a:lnTo>
                  <a:lnTo>
                    <a:pt x="2933792" y="1180410"/>
                  </a:lnTo>
                  <a:lnTo>
                    <a:pt x="2999252" y="1196086"/>
                  </a:lnTo>
                  <a:lnTo>
                    <a:pt x="3070660" y="1210104"/>
                  </a:lnTo>
                  <a:lnTo>
                    <a:pt x="3148339" y="1222652"/>
                  </a:lnTo>
                  <a:lnTo>
                    <a:pt x="3232068" y="1233863"/>
                  </a:lnTo>
                  <a:lnTo>
                    <a:pt x="3320850" y="1243811"/>
                  </a:lnTo>
                  <a:lnTo>
                    <a:pt x="3412697" y="1252521"/>
                  </a:lnTo>
                  <a:lnTo>
                    <a:pt x="3504533" y="1259975"/>
                  </a:lnTo>
                  <a:lnTo>
                    <a:pt x="3592322" y="1266142"/>
                  </a:lnTo>
                  <a:lnTo>
                    <a:pt x="3671531" y="1271008"/>
                  </a:lnTo>
                  <a:lnTo>
                    <a:pt x="3737922" y="1274606"/>
                  </a:lnTo>
                  <a:lnTo>
                    <a:pt x="3788491" y="1277041"/>
                  </a:lnTo>
                  <a:lnTo>
                    <a:pt x="3822259" y="1278495"/>
                  </a:lnTo>
                  <a:lnTo>
                    <a:pt x="3840645" y="1279206"/>
                  </a:lnTo>
                  <a:lnTo>
                    <a:pt x="3847371" y="1279441"/>
                  </a:lnTo>
                  <a:lnTo>
                    <a:pt x="3848118" y="1279465"/>
                  </a:lnTo>
                  <a:lnTo>
                    <a:pt x="4386855" y="1279465"/>
                  </a:lnTo>
                  <a:lnTo>
                    <a:pt x="4388123" y="1279510"/>
                  </a:lnTo>
                  <a:lnTo>
                    <a:pt x="4396401" y="1279827"/>
                  </a:lnTo>
                  <a:lnTo>
                    <a:pt x="4417055" y="1280706"/>
                  </a:lnTo>
                  <a:lnTo>
                    <a:pt x="4453443" y="1282430"/>
                  </a:lnTo>
                  <a:lnTo>
                    <a:pt x="4506588" y="1285250"/>
                  </a:lnTo>
                  <a:lnTo>
                    <a:pt x="4575158" y="1289347"/>
                  </a:lnTo>
                  <a:lnTo>
                    <a:pt x="4655904" y="1294822"/>
                  </a:lnTo>
                  <a:lnTo>
                    <a:pt x="4744499" y="1301702"/>
                  </a:lnTo>
                  <a:lnTo>
                    <a:pt x="4836458" y="1309964"/>
                  </a:lnTo>
                  <a:lnTo>
                    <a:pt x="4927889" y="1319576"/>
                  </a:lnTo>
                  <a:lnTo>
                    <a:pt x="5015891" y="1330526"/>
                  </a:lnTo>
                  <a:lnTo>
                    <a:pt x="5098645" y="1342845"/>
                  </a:lnTo>
                  <a:lnTo>
                    <a:pt x="5175288" y="1356624"/>
                  </a:lnTo>
                  <a:lnTo>
                    <a:pt x="5245695" y="1372015"/>
                  </a:lnTo>
                  <a:lnTo>
                    <a:pt x="5310251" y="1389230"/>
                  </a:lnTo>
                  <a:lnTo>
                    <a:pt x="5369659" y="1408535"/>
                  </a:lnTo>
                  <a:lnTo>
                    <a:pt x="5424796" y="1430234"/>
                  </a:lnTo>
                  <a:lnTo>
                    <a:pt x="5476601" y="1454645"/>
                  </a:lnTo>
                  <a:lnTo>
                    <a:pt x="5525993" y="1482041"/>
                  </a:lnTo>
                  <a:lnTo>
                    <a:pt x="5567201" y="1508135"/>
                  </a:lnTo>
                  <a:lnTo>
                    <a:pt x="5612046" y="1539812"/>
                  </a:lnTo>
                  <a:lnTo>
                    <a:pt x="5656452" y="1574424"/>
                  </a:lnTo>
                  <a:lnTo>
                    <a:pt x="5700814" y="1612025"/>
                  </a:lnTo>
                  <a:lnTo>
                    <a:pt x="5745415" y="1652584"/>
                  </a:lnTo>
                  <a:lnTo>
                    <a:pt x="5790438" y="1695981"/>
                  </a:lnTo>
                  <a:lnTo>
                    <a:pt x="5835981" y="1741997"/>
                  </a:lnTo>
                  <a:lnTo>
                    <a:pt x="5882064" y="1790316"/>
                  </a:lnTo>
                  <a:lnTo>
                    <a:pt x="5928637" y="1840525"/>
                  </a:lnTo>
                  <a:lnTo>
                    <a:pt x="5975596" y="1892131"/>
                  </a:lnTo>
                  <a:lnTo>
                    <a:pt x="6022797" y="1944576"/>
                  </a:lnTo>
                  <a:lnTo>
                    <a:pt x="6070069" y="1997263"/>
                  </a:lnTo>
                  <a:lnTo>
                    <a:pt x="6117233" y="2049583"/>
                  </a:lnTo>
                  <a:lnTo>
                    <a:pt x="6164124" y="2100944"/>
                  </a:lnTo>
                  <a:lnTo>
                    <a:pt x="6210602" y="2150800"/>
                  </a:lnTo>
                  <a:lnTo>
                    <a:pt x="6256575" y="2198673"/>
                  </a:lnTo>
                  <a:lnTo>
                    <a:pt x="6302007" y="2244170"/>
                  </a:lnTo>
                  <a:lnTo>
                    <a:pt x="6346932" y="2286995"/>
                  </a:lnTo>
                  <a:lnTo>
                    <a:pt x="6391465" y="2326949"/>
                  </a:lnTo>
                  <a:lnTo>
                    <a:pt x="6435810" y="2363931"/>
                  </a:lnTo>
                  <a:lnTo>
                    <a:pt x="6480270" y="2397930"/>
                  </a:lnTo>
                  <a:lnTo>
                    <a:pt x="6515891" y="2422817"/>
                  </a:lnTo>
                  <a:lnTo>
                    <a:pt x="6563860" y="2452911"/>
                  </a:lnTo>
                  <a:lnTo>
                    <a:pt x="6613535" y="2479878"/>
                  </a:lnTo>
                  <a:lnTo>
                    <a:pt x="6665748" y="2503893"/>
                  </a:lnTo>
                  <a:lnTo>
                    <a:pt x="6721424" y="2525241"/>
                  </a:lnTo>
                  <a:lnTo>
                    <a:pt x="6781499" y="2544237"/>
                  </a:lnTo>
                  <a:lnTo>
                    <a:pt x="6846832" y="2561184"/>
                  </a:lnTo>
                  <a:lnTo>
                    <a:pt x="6918093" y="2576338"/>
                  </a:lnTo>
                  <a:lnTo>
                    <a:pt x="6995608" y="2589907"/>
                  </a:lnTo>
                  <a:lnTo>
                    <a:pt x="7079164" y="2602031"/>
                  </a:lnTo>
                  <a:lnTo>
                    <a:pt x="7167776" y="2612794"/>
                  </a:lnTo>
                  <a:lnTo>
                    <a:pt x="7259479" y="2622220"/>
                  </a:lnTo>
                  <a:lnTo>
                    <a:pt x="7351223" y="2630292"/>
                  </a:lnTo>
                  <a:lnTo>
                    <a:pt x="7438999" y="2636976"/>
                  </a:lnTo>
                  <a:lnTo>
                    <a:pt x="7518296" y="2642257"/>
                  </a:lnTo>
                  <a:lnTo>
                    <a:pt x="7584878" y="2646168"/>
                  </a:lnTo>
                  <a:lnTo>
                    <a:pt x="7635720" y="2648823"/>
                  </a:lnTo>
                  <a:lnTo>
                    <a:pt x="7669801" y="2650413"/>
                  </a:lnTo>
                  <a:lnTo>
                    <a:pt x="7688482" y="2651197"/>
                  </a:lnTo>
                  <a:lnTo>
                    <a:pt x="7695422" y="2651459"/>
                  </a:lnTo>
                  <a:lnTo>
                    <a:pt x="7696237" y="2651488"/>
                  </a:lnTo>
                  <a:lnTo>
                    <a:pt x="8234974" y="2651488"/>
                  </a:lnTo>
                  <a:lnTo>
                    <a:pt x="8234974" y="2640599"/>
                  </a:lnTo>
                  <a:lnTo>
                    <a:pt x="7696237" y="2640599"/>
                  </a:lnTo>
                  <a:lnTo>
                    <a:pt x="7694969" y="2640554"/>
                  </a:lnTo>
                  <a:lnTo>
                    <a:pt x="7686692" y="2640236"/>
                  </a:lnTo>
                  <a:lnTo>
                    <a:pt x="7666037" y="2639358"/>
                  </a:lnTo>
                  <a:lnTo>
                    <a:pt x="7629650" y="2637633"/>
                  </a:lnTo>
                  <a:lnTo>
                    <a:pt x="7576504" y="2634814"/>
                  </a:lnTo>
                  <a:lnTo>
                    <a:pt x="7507935" y="2630717"/>
                  </a:lnTo>
                  <a:lnTo>
                    <a:pt x="7427188" y="2625241"/>
                  </a:lnTo>
                  <a:lnTo>
                    <a:pt x="7338594" y="2618362"/>
                  </a:lnTo>
                  <a:lnTo>
                    <a:pt x="7246634" y="2610099"/>
                  </a:lnTo>
                  <a:lnTo>
                    <a:pt x="7155203" y="2600487"/>
                  </a:lnTo>
                  <a:lnTo>
                    <a:pt x="7067202" y="2589538"/>
                  </a:lnTo>
                  <a:lnTo>
                    <a:pt x="6984448" y="2577218"/>
                  </a:lnTo>
                  <a:lnTo>
                    <a:pt x="6907805" y="2563439"/>
                  </a:lnTo>
                  <a:lnTo>
                    <a:pt x="6837398" y="2548049"/>
                  </a:lnTo>
                  <a:lnTo>
                    <a:pt x="6772842" y="2530834"/>
                  </a:lnTo>
                  <a:lnTo>
                    <a:pt x="6713433" y="2511529"/>
                  </a:lnTo>
                  <a:lnTo>
                    <a:pt x="6658296" y="2489829"/>
                  </a:lnTo>
                  <a:lnTo>
                    <a:pt x="6606491" y="2465419"/>
                  </a:lnTo>
                  <a:lnTo>
                    <a:pt x="6557100" y="2438023"/>
                  </a:lnTo>
                  <a:lnTo>
                    <a:pt x="6515891" y="2411928"/>
                  </a:lnTo>
                  <a:lnTo>
                    <a:pt x="6471046" y="2380252"/>
                  </a:lnTo>
                  <a:lnTo>
                    <a:pt x="6426640" y="2345639"/>
                  </a:lnTo>
                  <a:lnTo>
                    <a:pt x="6382278" y="2308038"/>
                  </a:lnTo>
                  <a:lnTo>
                    <a:pt x="6337677" y="2267479"/>
                  </a:lnTo>
                  <a:lnTo>
                    <a:pt x="6292654" y="2224082"/>
                  </a:lnTo>
                  <a:lnTo>
                    <a:pt x="6247111" y="2178066"/>
                  </a:lnTo>
                  <a:lnTo>
                    <a:pt x="6201029" y="2129748"/>
                  </a:lnTo>
                  <a:lnTo>
                    <a:pt x="6154456" y="2079539"/>
                  </a:lnTo>
                  <a:lnTo>
                    <a:pt x="6107496" y="2027933"/>
                  </a:lnTo>
                  <a:lnTo>
                    <a:pt x="6060295" y="1975487"/>
                  </a:lnTo>
                  <a:lnTo>
                    <a:pt x="6013024" y="1922800"/>
                  </a:lnTo>
                  <a:lnTo>
                    <a:pt x="5965859" y="1870481"/>
                  </a:lnTo>
                  <a:lnTo>
                    <a:pt x="5918969" y="1819120"/>
                  </a:lnTo>
                  <a:lnTo>
                    <a:pt x="5872490" y="1769263"/>
                  </a:lnTo>
                  <a:lnTo>
                    <a:pt x="5826518" y="1721390"/>
                  </a:lnTo>
                  <a:lnTo>
                    <a:pt x="5781086" y="1675893"/>
                  </a:lnTo>
                  <a:lnTo>
                    <a:pt x="5736161" y="1633069"/>
                  </a:lnTo>
                  <a:lnTo>
                    <a:pt x="5691628" y="1593115"/>
                  </a:lnTo>
                  <a:lnTo>
                    <a:pt x="5647283" y="1556132"/>
                  </a:lnTo>
                  <a:lnTo>
                    <a:pt x="5602822" y="1522133"/>
                  </a:lnTo>
                  <a:lnTo>
                    <a:pt x="5567201" y="1497246"/>
                  </a:lnTo>
                  <a:lnTo>
                    <a:pt x="5519232" y="1467153"/>
                  </a:lnTo>
                  <a:lnTo>
                    <a:pt x="5469557" y="1440185"/>
                  </a:lnTo>
                  <a:lnTo>
                    <a:pt x="5417344" y="1416170"/>
                  </a:lnTo>
                  <a:lnTo>
                    <a:pt x="5361669" y="1394823"/>
                  </a:lnTo>
                  <a:lnTo>
                    <a:pt x="5301594" y="1375826"/>
                  </a:lnTo>
                  <a:lnTo>
                    <a:pt x="5236260" y="1358880"/>
                  </a:lnTo>
                  <a:lnTo>
                    <a:pt x="5164999" y="1343725"/>
                  </a:lnTo>
                  <a:lnTo>
                    <a:pt x="5087484" y="1330157"/>
                  </a:lnTo>
                  <a:lnTo>
                    <a:pt x="5003929" y="1318032"/>
                  </a:lnTo>
                  <a:lnTo>
                    <a:pt x="4915317" y="1307270"/>
                  </a:lnTo>
                  <a:lnTo>
                    <a:pt x="4823614" y="1297844"/>
                  </a:lnTo>
                  <a:lnTo>
                    <a:pt x="4731870" y="1289772"/>
                  </a:lnTo>
                  <a:lnTo>
                    <a:pt x="4644094" y="1283087"/>
                  </a:lnTo>
                  <a:lnTo>
                    <a:pt x="4564797" y="1277807"/>
                  </a:lnTo>
                  <a:lnTo>
                    <a:pt x="4498215" y="1273895"/>
                  </a:lnTo>
                  <a:lnTo>
                    <a:pt x="4447373" y="1271241"/>
                  </a:lnTo>
                  <a:lnTo>
                    <a:pt x="4413292" y="1269650"/>
                  </a:lnTo>
                  <a:lnTo>
                    <a:pt x="4394610" y="1268867"/>
                  </a:lnTo>
                  <a:lnTo>
                    <a:pt x="4387671" y="1268604"/>
                  </a:lnTo>
                  <a:lnTo>
                    <a:pt x="4386855" y="1268576"/>
                  </a:lnTo>
                  <a:lnTo>
                    <a:pt x="3848118" y="1268576"/>
                  </a:lnTo>
                  <a:lnTo>
                    <a:pt x="3846845" y="1268535"/>
                  </a:lnTo>
                  <a:lnTo>
                    <a:pt x="3838536" y="1268240"/>
                  </a:lnTo>
                  <a:lnTo>
                    <a:pt x="3817807" y="1267424"/>
                  </a:lnTo>
                  <a:lnTo>
                    <a:pt x="3781295" y="1265823"/>
                  </a:lnTo>
                  <a:lnTo>
                    <a:pt x="3727982" y="1263206"/>
                  </a:lnTo>
                  <a:lnTo>
                    <a:pt x="3659220" y="1259404"/>
                  </a:lnTo>
                  <a:lnTo>
                    <a:pt x="3578281" y="1254324"/>
                  </a:lnTo>
                  <a:lnTo>
                    <a:pt x="3489516" y="1247942"/>
                  </a:lnTo>
                  <a:lnTo>
                    <a:pt x="3397422" y="1240278"/>
                  </a:lnTo>
                  <a:lnTo>
                    <a:pt x="3305898" y="1231364"/>
                  </a:lnTo>
                  <a:lnTo>
                    <a:pt x="3217843" y="1221209"/>
                  </a:lnTo>
                  <a:lnTo>
                    <a:pt x="3135069" y="1209784"/>
                  </a:lnTo>
                  <a:lnTo>
                    <a:pt x="3058429" y="1197004"/>
                  </a:lnTo>
                  <a:lnTo>
                    <a:pt x="2988038" y="1182727"/>
                  </a:lnTo>
                  <a:lnTo>
                    <a:pt x="2923503" y="1166754"/>
                  </a:lnTo>
                  <a:lnTo>
                    <a:pt x="2864112" y="1148839"/>
                  </a:lnTo>
                  <a:lnTo>
                    <a:pt x="2808985" y="1128697"/>
                  </a:lnTo>
                  <a:lnTo>
                    <a:pt x="2757177" y="1106037"/>
                  </a:lnTo>
                  <a:lnTo>
                    <a:pt x="2707769" y="1080603"/>
                  </a:lnTo>
                  <a:lnTo>
                    <a:pt x="2667772" y="1057147"/>
                  </a:lnTo>
                  <a:lnTo>
                    <a:pt x="2622113" y="1027298"/>
                  </a:lnTo>
                  <a:lnTo>
                    <a:pt x="2576900" y="994633"/>
                  </a:lnTo>
                  <a:lnTo>
                    <a:pt x="2531721" y="959103"/>
                  </a:lnTo>
                  <a:lnTo>
                    <a:pt x="2486282" y="920741"/>
                  </a:lnTo>
                  <a:lnTo>
                    <a:pt x="2440394" y="879671"/>
                  </a:lnTo>
                  <a:lnTo>
                    <a:pt x="2393963" y="836114"/>
                  </a:lnTo>
                  <a:lnTo>
                    <a:pt x="2346975" y="790389"/>
                  </a:lnTo>
                  <a:lnTo>
                    <a:pt x="2299489" y="742908"/>
                  </a:lnTo>
                  <a:lnTo>
                    <a:pt x="2251623" y="694163"/>
                  </a:lnTo>
                  <a:lnTo>
                    <a:pt x="2203534" y="644706"/>
                  </a:lnTo>
                  <a:lnTo>
                    <a:pt x="2155405" y="595124"/>
                  </a:lnTo>
                  <a:lnTo>
                    <a:pt x="2107424" y="546010"/>
                  </a:lnTo>
                  <a:lnTo>
                    <a:pt x="2059761" y="497934"/>
                  </a:lnTo>
                  <a:lnTo>
                    <a:pt x="2012553" y="451416"/>
                  </a:lnTo>
                  <a:lnTo>
                    <a:pt x="1965886" y="406905"/>
                  </a:lnTo>
                  <a:lnTo>
                    <a:pt x="1919776" y="364758"/>
                  </a:lnTo>
                  <a:lnTo>
                    <a:pt x="1874166" y="325239"/>
                  </a:lnTo>
                  <a:lnTo>
                    <a:pt x="1828907" y="288511"/>
                  </a:lnTo>
                  <a:lnTo>
                    <a:pt x="1783751" y="254644"/>
                  </a:lnTo>
                  <a:lnTo>
                    <a:pt x="1738339" y="223624"/>
                  </a:lnTo>
                  <a:lnTo>
                    <a:pt x="1719082" y="211429"/>
                  </a:lnTo>
                  <a:lnTo>
                    <a:pt x="1671049" y="183569"/>
                  </a:lnTo>
                  <a:lnTo>
                    <a:pt x="1621304" y="158608"/>
                  </a:lnTo>
                  <a:lnTo>
                    <a:pt x="1569013" y="136383"/>
                  </a:lnTo>
                  <a:lnTo>
                    <a:pt x="1513246" y="116630"/>
                  </a:lnTo>
                  <a:lnTo>
                    <a:pt x="1453063" y="99054"/>
                  </a:lnTo>
                  <a:lnTo>
                    <a:pt x="1387602" y="83378"/>
                  </a:lnTo>
                  <a:lnTo>
                    <a:pt x="1316195" y="69361"/>
                  </a:lnTo>
                  <a:lnTo>
                    <a:pt x="1238516" y="56813"/>
                  </a:lnTo>
                  <a:lnTo>
                    <a:pt x="1154786" y="45602"/>
                  </a:lnTo>
                  <a:lnTo>
                    <a:pt x="1066005" y="35653"/>
                  </a:lnTo>
                  <a:lnTo>
                    <a:pt x="974158" y="26944"/>
                  </a:lnTo>
                  <a:lnTo>
                    <a:pt x="882322" y="19490"/>
                  </a:lnTo>
                  <a:lnTo>
                    <a:pt x="794533" y="13322"/>
                  </a:lnTo>
                  <a:lnTo>
                    <a:pt x="715324" y="8456"/>
                  </a:lnTo>
                  <a:lnTo>
                    <a:pt x="648932" y="4858"/>
                  </a:lnTo>
                  <a:lnTo>
                    <a:pt x="598364" y="2423"/>
                  </a:lnTo>
                  <a:lnTo>
                    <a:pt x="564596" y="969"/>
                  </a:lnTo>
                  <a:lnTo>
                    <a:pt x="546209" y="258"/>
                  </a:lnTo>
                  <a:lnTo>
                    <a:pt x="539484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546595" y="1703250"/>
              <a:ext cx="8234974" cy="2640599"/>
            </a:xfrm>
            <a:custGeom>
              <a:avLst/>
              <a:pathLst>
                <a:path w="8234974" h="2640599">
                  <a:moveTo>
                    <a:pt x="0" y="0"/>
                  </a:moveTo>
                  <a:lnTo>
                    <a:pt x="538736" y="0"/>
                  </a:lnTo>
                  <a:lnTo>
                    <a:pt x="540009" y="41"/>
                  </a:lnTo>
                  <a:lnTo>
                    <a:pt x="548318" y="336"/>
                  </a:lnTo>
                  <a:lnTo>
                    <a:pt x="569048" y="1151"/>
                  </a:lnTo>
                  <a:lnTo>
                    <a:pt x="605560" y="2752"/>
                  </a:lnTo>
                  <a:lnTo>
                    <a:pt x="658873" y="5369"/>
                  </a:lnTo>
                  <a:lnTo>
                    <a:pt x="727634" y="9171"/>
                  </a:lnTo>
                  <a:lnTo>
                    <a:pt x="808573" y="14252"/>
                  </a:lnTo>
                  <a:lnTo>
                    <a:pt x="897338" y="20634"/>
                  </a:lnTo>
                  <a:lnTo>
                    <a:pt x="989433" y="28297"/>
                  </a:lnTo>
                  <a:lnTo>
                    <a:pt x="1080956" y="37212"/>
                  </a:lnTo>
                  <a:lnTo>
                    <a:pt x="1169011" y="47366"/>
                  </a:lnTo>
                  <a:lnTo>
                    <a:pt x="1251786" y="58792"/>
                  </a:lnTo>
                  <a:lnTo>
                    <a:pt x="1328426" y="71572"/>
                  </a:lnTo>
                  <a:lnTo>
                    <a:pt x="1398817" y="85849"/>
                  </a:lnTo>
                  <a:lnTo>
                    <a:pt x="1463352" y="101821"/>
                  </a:lnTo>
                  <a:lnTo>
                    <a:pt x="1522743" y="119736"/>
                  </a:lnTo>
                  <a:lnTo>
                    <a:pt x="1577870" y="139878"/>
                  </a:lnTo>
                  <a:lnTo>
                    <a:pt x="1629677" y="162539"/>
                  </a:lnTo>
                  <a:lnTo>
                    <a:pt x="1679086" y="187972"/>
                  </a:lnTo>
                  <a:lnTo>
                    <a:pt x="1719082" y="211429"/>
                  </a:lnTo>
                  <a:lnTo>
                    <a:pt x="1764741" y="241277"/>
                  </a:lnTo>
                  <a:lnTo>
                    <a:pt x="1809954" y="273942"/>
                  </a:lnTo>
                  <a:lnTo>
                    <a:pt x="1855134" y="309472"/>
                  </a:lnTo>
                  <a:lnTo>
                    <a:pt x="1900573" y="347834"/>
                  </a:lnTo>
                  <a:lnTo>
                    <a:pt x="1946460" y="388904"/>
                  </a:lnTo>
                  <a:lnTo>
                    <a:pt x="1992892" y="432461"/>
                  </a:lnTo>
                  <a:lnTo>
                    <a:pt x="2039879" y="478186"/>
                  </a:lnTo>
                  <a:lnTo>
                    <a:pt x="2087365" y="525667"/>
                  </a:lnTo>
                  <a:lnTo>
                    <a:pt x="2135232" y="574413"/>
                  </a:lnTo>
                  <a:lnTo>
                    <a:pt x="2183321" y="623870"/>
                  </a:lnTo>
                  <a:lnTo>
                    <a:pt x="2231450" y="673452"/>
                  </a:lnTo>
                  <a:lnTo>
                    <a:pt x="2279431" y="722566"/>
                  </a:lnTo>
                  <a:lnTo>
                    <a:pt x="2327093" y="770642"/>
                  </a:lnTo>
                  <a:lnTo>
                    <a:pt x="2374301" y="817159"/>
                  </a:lnTo>
                  <a:lnTo>
                    <a:pt x="2420969" y="861671"/>
                  </a:lnTo>
                  <a:lnTo>
                    <a:pt x="2467078" y="903817"/>
                  </a:lnTo>
                  <a:lnTo>
                    <a:pt x="2512688" y="943337"/>
                  </a:lnTo>
                  <a:lnTo>
                    <a:pt x="2557947" y="980065"/>
                  </a:lnTo>
                  <a:lnTo>
                    <a:pt x="2603103" y="1013931"/>
                  </a:lnTo>
                  <a:lnTo>
                    <a:pt x="2648516" y="1044952"/>
                  </a:lnTo>
                  <a:lnTo>
                    <a:pt x="2667772" y="1057147"/>
                  </a:lnTo>
                  <a:lnTo>
                    <a:pt x="2715805" y="1085006"/>
                  </a:lnTo>
                  <a:lnTo>
                    <a:pt x="2765550" y="1109967"/>
                  </a:lnTo>
                  <a:lnTo>
                    <a:pt x="2817842" y="1132192"/>
                  </a:lnTo>
                  <a:lnTo>
                    <a:pt x="2873609" y="1151946"/>
                  </a:lnTo>
                  <a:lnTo>
                    <a:pt x="2933792" y="1169521"/>
                  </a:lnTo>
                  <a:lnTo>
                    <a:pt x="2999252" y="1185197"/>
                  </a:lnTo>
                  <a:lnTo>
                    <a:pt x="3070660" y="1199215"/>
                  </a:lnTo>
                  <a:lnTo>
                    <a:pt x="3148339" y="1211763"/>
                  </a:lnTo>
                  <a:lnTo>
                    <a:pt x="3232068" y="1222974"/>
                  </a:lnTo>
                  <a:lnTo>
                    <a:pt x="3320850" y="1232922"/>
                  </a:lnTo>
                  <a:lnTo>
                    <a:pt x="3412697" y="1241632"/>
                  </a:lnTo>
                  <a:lnTo>
                    <a:pt x="3504533" y="1249086"/>
                  </a:lnTo>
                  <a:lnTo>
                    <a:pt x="3592322" y="1255253"/>
                  </a:lnTo>
                  <a:lnTo>
                    <a:pt x="3671531" y="1260119"/>
                  </a:lnTo>
                  <a:lnTo>
                    <a:pt x="3737922" y="1263717"/>
                  </a:lnTo>
                  <a:lnTo>
                    <a:pt x="3788491" y="1266152"/>
                  </a:lnTo>
                  <a:lnTo>
                    <a:pt x="3822259" y="1267606"/>
                  </a:lnTo>
                  <a:lnTo>
                    <a:pt x="3840645" y="1268317"/>
                  </a:lnTo>
                  <a:lnTo>
                    <a:pt x="3847371" y="1268552"/>
                  </a:lnTo>
                  <a:lnTo>
                    <a:pt x="3848118" y="1268576"/>
                  </a:lnTo>
                  <a:lnTo>
                    <a:pt x="4386855" y="1268576"/>
                  </a:lnTo>
                  <a:lnTo>
                    <a:pt x="4388123" y="1268620"/>
                  </a:lnTo>
                  <a:lnTo>
                    <a:pt x="4396401" y="1268938"/>
                  </a:lnTo>
                  <a:lnTo>
                    <a:pt x="4417055" y="1269817"/>
                  </a:lnTo>
                  <a:lnTo>
                    <a:pt x="4453443" y="1271541"/>
                  </a:lnTo>
                  <a:lnTo>
                    <a:pt x="4506588" y="1274361"/>
                  </a:lnTo>
                  <a:lnTo>
                    <a:pt x="4575158" y="1278458"/>
                  </a:lnTo>
                  <a:lnTo>
                    <a:pt x="4655904" y="1283933"/>
                  </a:lnTo>
                  <a:lnTo>
                    <a:pt x="4744499" y="1290813"/>
                  </a:lnTo>
                  <a:lnTo>
                    <a:pt x="4836458" y="1299075"/>
                  </a:lnTo>
                  <a:lnTo>
                    <a:pt x="4927889" y="1308687"/>
                  </a:lnTo>
                  <a:lnTo>
                    <a:pt x="5015891" y="1319637"/>
                  </a:lnTo>
                  <a:lnTo>
                    <a:pt x="5098645" y="1331956"/>
                  </a:lnTo>
                  <a:lnTo>
                    <a:pt x="5175288" y="1345735"/>
                  </a:lnTo>
                  <a:lnTo>
                    <a:pt x="5245695" y="1361126"/>
                  </a:lnTo>
                  <a:lnTo>
                    <a:pt x="5310251" y="1378340"/>
                  </a:lnTo>
                  <a:lnTo>
                    <a:pt x="5369659" y="1397646"/>
                  </a:lnTo>
                  <a:lnTo>
                    <a:pt x="5424796" y="1419345"/>
                  </a:lnTo>
                  <a:lnTo>
                    <a:pt x="5476601" y="1443755"/>
                  </a:lnTo>
                  <a:lnTo>
                    <a:pt x="5525993" y="1471151"/>
                  </a:lnTo>
                  <a:lnTo>
                    <a:pt x="5567201" y="1497246"/>
                  </a:lnTo>
                  <a:lnTo>
                    <a:pt x="5612046" y="1528922"/>
                  </a:lnTo>
                  <a:lnTo>
                    <a:pt x="5656452" y="1563535"/>
                  </a:lnTo>
                  <a:lnTo>
                    <a:pt x="5700814" y="1601136"/>
                  </a:lnTo>
                  <a:lnTo>
                    <a:pt x="5745415" y="1641695"/>
                  </a:lnTo>
                  <a:lnTo>
                    <a:pt x="5790438" y="1685092"/>
                  </a:lnTo>
                  <a:lnTo>
                    <a:pt x="5835981" y="1731108"/>
                  </a:lnTo>
                  <a:lnTo>
                    <a:pt x="5882064" y="1779427"/>
                  </a:lnTo>
                  <a:lnTo>
                    <a:pt x="5928637" y="1829636"/>
                  </a:lnTo>
                  <a:lnTo>
                    <a:pt x="5975596" y="1881242"/>
                  </a:lnTo>
                  <a:lnTo>
                    <a:pt x="6022797" y="1933687"/>
                  </a:lnTo>
                  <a:lnTo>
                    <a:pt x="6070069" y="1986374"/>
                  </a:lnTo>
                  <a:lnTo>
                    <a:pt x="6117233" y="2038694"/>
                  </a:lnTo>
                  <a:lnTo>
                    <a:pt x="6164124" y="2090055"/>
                  </a:lnTo>
                  <a:lnTo>
                    <a:pt x="6210602" y="2139911"/>
                  </a:lnTo>
                  <a:lnTo>
                    <a:pt x="6256575" y="2187784"/>
                  </a:lnTo>
                  <a:lnTo>
                    <a:pt x="6302007" y="2233281"/>
                  </a:lnTo>
                  <a:lnTo>
                    <a:pt x="6346932" y="2276106"/>
                  </a:lnTo>
                  <a:lnTo>
                    <a:pt x="6391465" y="2316060"/>
                  </a:lnTo>
                  <a:lnTo>
                    <a:pt x="6435810" y="2353042"/>
                  </a:lnTo>
                  <a:lnTo>
                    <a:pt x="6480270" y="2387041"/>
                  </a:lnTo>
                  <a:lnTo>
                    <a:pt x="6515891" y="2411928"/>
                  </a:lnTo>
                  <a:lnTo>
                    <a:pt x="6563860" y="2442022"/>
                  </a:lnTo>
                  <a:lnTo>
                    <a:pt x="6613535" y="2468989"/>
                  </a:lnTo>
                  <a:lnTo>
                    <a:pt x="6665748" y="2493004"/>
                  </a:lnTo>
                  <a:lnTo>
                    <a:pt x="6721424" y="2514352"/>
                  </a:lnTo>
                  <a:lnTo>
                    <a:pt x="6781499" y="2533348"/>
                  </a:lnTo>
                  <a:lnTo>
                    <a:pt x="6846832" y="2550294"/>
                  </a:lnTo>
                  <a:lnTo>
                    <a:pt x="6918093" y="2565449"/>
                  </a:lnTo>
                  <a:lnTo>
                    <a:pt x="6995608" y="2579017"/>
                  </a:lnTo>
                  <a:lnTo>
                    <a:pt x="7079164" y="2591142"/>
                  </a:lnTo>
                  <a:lnTo>
                    <a:pt x="7167776" y="2601905"/>
                  </a:lnTo>
                  <a:lnTo>
                    <a:pt x="7259479" y="2611331"/>
                  </a:lnTo>
                  <a:lnTo>
                    <a:pt x="7351223" y="2619403"/>
                  </a:lnTo>
                  <a:lnTo>
                    <a:pt x="7438999" y="2626087"/>
                  </a:lnTo>
                  <a:lnTo>
                    <a:pt x="7518296" y="2631368"/>
                  </a:lnTo>
                  <a:lnTo>
                    <a:pt x="7584878" y="2635279"/>
                  </a:lnTo>
                  <a:lnTo>
                    <a:pt x="7635720" y="2637934"/>
                  </a:lnTo>
                  <a:lnTo>
                    <a:pt x="7669801" y="2639524"/>
                  </a:lnTo>
                  <a:lnTo>
                    <a:pt x="7688482" y="2640308"/>
                  </a:lnTo>
                  <a:lnTo>
                    <a:pt x="7695422" y="2640570"/>
                  </a:lnTo>
                  <a:lnTo>
                    <a:pt x="7696237" y="2640599"/>
                  </a:lnTo>
                  <a:lnTo>
                    <a:pt x="8234974" y="2640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546595" y="1692361"/>
              <a:ext cx="8234974" cy="2640599"/>
            </a:xfrm>
            <a:custGeom>
              <a:avLst/>
              <a:pathLst>
                <a:path w="8234974" h="2640599">
                  <a:moveTo>
                    <a:pt x="8234974" y="2640599"/>
                  </a:moveTo>
                  <a:lnTo>
                    <a:pt x="7696237" y="2640599"/>
                  </a:lnTo>
                  <a:lnTo>
                    <a:pt x="7694969" y="2640554"/>
                  </a:lnTo>
                  <a:lnTo>
                    <a:pt x="7686692" y="2640236"/>
                  </a:lnTo>
                  <a:lnTo>
                    <a:pt x="7666037" y="2639358"/>
                  </a:lnTo>
                  <a:lnTo>
                    <a:pt x="7629650" y="2637633"/>
                  </a:lnTo>
                  <a:lnTo>
                    <a:pt x="7576504" y="2634814"/>
                  </a:lnTo>
                  <a:lnTo>
                    <a:pt x="7507935" y="2630717"/>
                  </a:lnTo>
                  <a:lnTo>
                    <a:pt x="7427188" y="2625241"/>
                  </a:lnTo>
                  <a:lnTo>
                    <a:pt x="7338594" y="2618362"/>
                  </a:lnTo>
                  <a:lnTo>
                    <a:pt x="7246634" y="2610099"/>
                  </a:lnTo>
                  <a:lnTo>
                    <a:pt x="7155203" y="2600487"/>
                  </a:lnTo>
                  <a:lnTo>
                    <a:pt x="7067202" y="2589538"/>
                  </a:lnTo>
                  <a:lnTo>
                    <a:pt x="6984448" y="2577218"/>
                  </a:lnTo>
                  <a:lnTo>
                    <a:pt x="6907805" y="2563439"/>
                  </a:lnTo>
                  <a:lnTo>
                    <a:pt x="6837398" y="2548049"/>
                  </a:lnTo>
                  <a:lnTo>
                    <a:pt x="6772842" y="2530834"/>
                  </a:lnTo>
                  <a:lnTo>
                    <a:pt x="6713433" y="2511529"/>
                  </a:lnTo>
                  <a:lnTo>
                    <a:pt x="6658296" y="2489829"/>
                  </a:lnTo>
                  <a:lnTo>
                    <a:pt x="6606491" y="2465419"/>
                  </a:lnTo>
                  <a:lnTo>
                    <a:pt x="6557100" y="2438023"/>
                  </a:lnTo>
                  <a:lnTo>
                    <a:pt x="6515891" y="2411928"/>
                  </a:lnTo>
                  <a:lnTo>
                    <a:pt x="6471046" y="2380252"/>
                  </a:lnTo>
                  <a:lnTo>
                    <a:pt x="6426640" y="2345639"/>
                  </a:lnTo>
                  <a:lnTo>
                    <a:pt x="6382278" y="2308038"/>
                  </a:lnTo>
                  <a:lnTo>
                    <a:pt x="6337677" y="2267479"/>
                  </a:lnTo>
                  <a:lnTo>
                    <a:pt x="6292654" y="2224082"/>
                  </a:lnTo>
                  <a:lnTo>
                    <a:pt x="6247111" y="2178066"/>
                  </a:lnTo>
                  <a:lnTo>
                    <a:pt x="6201029" y="2129748"/>
                  </a:lnTo>
                  <a:lnTo>
                    <a:pt x="6154456" y="2079539"/>
                  </a:lnTo>
                  <a:lnTo>
                    <a:pt x="6107496" y="2027933"/>
                  </a:lnTo>
                  <a:lnTo>
                    <a:pt x="6060295" y="1975487"/>
                  </a:lnTo>
                  <a:lnTo>
                    <a:pt x="6013024" y="1922800"/>
                  </a:lnTo>
                  <a:lnTo>
                    <a:pt x="5965859" y="1870481"/>
                  </a:lnTo>
                  <a:lnTo>
                    <a:pt x="5918969" y="1819120"/>
                  </a:lnTo>
                  <a:lnTo>
                    <a:pt x="5872490" y="1769263"/>
                  </a:lnTo>
                  <a:lnTo>
                    <a:pt x="5826518" y="1721390"/>
                  </a:lnTo>
                  <a:lnTo>
                    <a:pt x="5781086" y="1675893"/>
                  </a:lnTo>
                  <a:lnTo>
                    <a:pt x="5736161" y="1633069"/>
                  </a:lnTo>
                  <a:lnTo>
                    <a:pt x="5691628" y="1593115"/>
                  </a:lnTo>
                  <a:lnTo>
                    <a:pt x="5647283" y="1556132"/>
                  </a:lnTo>
                  <a:lnTo>
                    <a:pt x="5602822" y="1522133"/>
                  </a:lnTo>
                  <a:lnTo>
                    <a:pt x="5567201" y="1497246"/>
                  </a:lnTo>
                  <a:lnTo>
                    <a:pt x="5519232" y="1467153"/>
                  </a:lnTo>
                  <a:lnTo>
                    <a:pt x="5469557" y="1440185"/>
                  </a:lnTo>
                  <a:lnTo>
                    <a:pt x="5417344" y="1416170"/>
                  </a:lnTo>
                  <a:lnTo>
                    <a:pt x="5361669" y="1394823"/>
                  </a:lnTo>
                  <a:lnTo>
                    <a:pt x="5301594" y="1375826"/>
                  </a:lnTo>
                  <a:lnTo>
                    <a:pt x="5236260" y="1358880"/>
                  </a:lnTo>
                  <a:lnTo>
                    <a:pt x="5164999" y="1343725"/>
                  </a:lnTo>
                  <a:lnTo>
                    <a:pt x="5087484" y="1330157"/>
                  </a:lnTo>
                  <a:lnTo>
                    <a:pt x="5003929" y="1318032"/>
                  </a:lnTo>
                  <a:lnTo>
                    <a:pt x="4915317" y="1307270"/>
                  </a:lnTo>
                  <a:lnTo>
                    <a:pt x="4823614" y="1297844"/>
                  </a:lnTo>
                  <a:lnTo>
                    <a:pt x="4731870" y="1289772"/>
                  </a:lnTo>
                  <a:lnTo>
                    <a:pt x="4644094" y="1283087"/>
                  </a:lnTo>
                  <a:lnTo>
                    <a:pt x="4564797" y="1277807"/>
                  </a:lnTo>
                  <a:lnTo>
                    <a:pt x="4498215" y="1273895"/>
                  </a:lnTo>
                  <a:lnTo>
                    <a:pt x="4447373" y="1271241"/>
                  </a:lnTo>
                  <a:lnTo>
                    <a:pt x="4413292" y="1269650"/>
                  </a:lnTo>
                  <a:lnTo>
                    <a:pt x="4394610" y="1268867"/>
                  </a:lnTo>
                  <a:lnTo>
                    <a:pt x="4387671" y="1268604"/>
                  </a:lnTo>
                  <a:lnTo>
                    <a:pt x="4386855" y="1268576"/>
                  </a:lnTo>
                  <a:lnTo>
                    <a:pt x="3848118" y="1268576"/>
                  </a:lnTo>
                  <a:lnTo>
                    <a:pt x="3846845" y="1268535"/>
                  </a:lnTo>
                  <a:lnTo>
                    <a:pt x="3838536" y="1268240"/>
                  </a:lnTo>
                  <a:lnTo>
                    <a:pt x="3817807" y="1267424"/>
                  </a:lnTo>
                  <a:lnTo>
                    <a:pt x="3781295" y="1265823"/>
                  </a:lnTo>
                  <a:lnTo>
                    <a:pt x="3727982" y="1263206"/>
                  </a:lnTo>
                  <a:lnTo>
                    <a:pt x="3659220" y="1259404"/>
                  </a:lnTo>
                  <a:lnTo>
                    <a:pt x="3578281" y="1254324"/>
                  </a:lnTo>
                  <a:lnTo>
                    <a:pt x="3489516" y="1247942"/>
                  </a:lnTo>
                  <a:lnTo>
                    <a:pt x="3397422" y="1240278"/>
                  </a:lnTo>
                  <a:lnTo>
                    <a:pt x="3305898" y="1231364"/>
                  </a:lnTo>
                  <a:lnTo>
                    <a:pt x="3217843" y="1221209"/>
                  </a:lnTo>
                  <a:lnTo>
                    <a:pt x="3135069" y="1209784"/>
                  </a:lnTo>
                  <a:lnTo>
                    <a:pt x="3058429" y="1197004"/>
                  </a:lnTo>
                  <a:lnTo>
                    <a:pt x="2988038" y="1182727"/>
                  </a:lnTo>
                  <a:lnTo>
                    <a:pt x="2923503" y="1166754"/>
                  </a:lnTo>
                  <a:lnTo>
                    <a:pt x="2864112" y="1148839"/>
                  </a:lnTo>
                  <a:lnTo>
                    <a:pt x="2808985" y="1128697"/>
                  </a:lnTo>
                  <a:lnTo>
                    <a:pt x="2757177" y="1106037"/>
                  </a:lnTo>
                  <a:lnTo>
                    <a:pt x="2707769" y="1080603"/>
                  </a:lnTo>
                  <a:lnTo>
                    <a:pt x="2667772" y="1057147"/>
                  </a:lnTo>
                  <a:lnTo>
                    <a:pt x="2622113" y="1027298"/>
                  </a:lnTo>
                  <a:lnTo>
                    <a:pt x="2576900" y="994633"/>
                  </a:lnTo>
                  <a:lnTo>
                    <a:pt x="2531721" y="959103"/>
                  </a:lnTo>
                  <a:lnTo>
                    <a:pt x="2486282" y="920741"/>
                  </a:lnTo>
                  <a:lnTo>
                    <a:pt x="2440394" y="879671"/>
                  </a:lnTo>
                  <a:lnTo>
                    <a:pt x="2393963" y="836114"/>
                  </a:lnTo>
                  <a:lnTo>
                    <a:pt x="2346975" y="790389"/>
                  </a:lnTo>
                  <a:lnTo>
                    <a:pt x="2299489" y="742908"/>
                  </a:lnTo>
                  <a:lnTo>
                    <a:pt x="2251623" y="694163"/>
                  </a:lnTo>
                  <a:lnTo>
                    <a:pt x="2203534" y="644706"/>
                  </a:lnTo>
                  <a:lnTo>
                    <a:pt x="2155405" y="595124"/>
                  </a:lnTo>
                  <a:lnTo>
                    <a:pt x="2107424" y="546010"/>
                  </a:lnTo>
                  <a:lnTo>
                    <a:pt x="2059761" y="497934"/>
                  </a:lnTo>
                  <a:lnTo>
                    <a:pt x="2012553" y="451416"/>
                  </a:lnTo>
                  <a:lnTo>
                    <a:pt x="1965886" y="406905"/>
                  </a:lnTo>
                  <a:lnTo>
                    <a:pt x="1919776" y="364758"/>
                  </a:lnTo>
                  <a:lnTo>
                    <a:pt x="1874166" y="325239"/>
                  </a:lnTo>
                  <a:lnTo>
                    <a:pt x="1828907" y="288511"/>
                  </a:lnTo>
                  <a:lnTo>
                    <a:pt x="1783751" y="254644"/>
                  </a:lnTo>
                  <a:lnTo>
                    <a:pt x="1738339" y="223624"/>
                  </a:lnTo>
                  <a:lnTo>
                    <a:pt x="1719082" y="211429"/>
                  </a:lnTo>
                  <a:lnTo>
                    <a:pt x="1671049" y="183569"/>
                  </a:lnTo>
                  <a:lnTo>
                    <a:pt x="1621304" y="158608"/>
                  </a:lnTo>
                  <a:lnTo>
                    <a:pt x="1569013" y="136383"/>
                  </a:lnTo>
                  <a:lnTo>
                    <a:pt x="1513246" y="116630"/>
                  </a:lnTo>
                  <a:lnTo>
                    <a:pt x="1453063" y="99054"/>
                  </a:lnTo>
                  <a:lnTo>
                    <a:pt x="1387602" y="83378"/>
                  </a:lnTo>
                  <a:lnTo>
                    <a:pt x="1316195" y="69361"/>
                  </a:lnTo>
                  <a:lnTo>
                    <a:pt x="1238516" y="56813"/>
                  </a:lnTo>
                  <a:lnTo>
                    <a:pt x="1154786" y="45602"/>
                  </a:lnTo>
                  <a:lnTo>
                    <a:pt x="1066005" y="35653"/>
                  </a:lnTo>
                  <a:lnTo>
                    <a:pt x="974158" y="26944"/>
                  </a:lnTo>
                  <a:lnTo>
                    <a:pt x="882322" y="19490"/>
                  </a:lnTo>
                  <a:lnTo>
                    <a:pt x="794533" y="13322"/>
                  </a:lnTo>
                  <a:lnTo>
                    <a:pt x="715324" y="8456"/>
                  </a:lnTo>
                  <a:lnTo>
                    <a:pt x="648932" y="4858"/>
                  </a:lnTo>
                  <a:lnTo>
                    <a:pt x="598364" y="2423"/>
                  </a:lnTo>
                  <a:lnTo>
                    <a:pt x="564596" y="969"/>
                  </a:lnTo>
                  <a:lnTo>
                    <a:pt x="546209" y="258"/>
                  </a:lnTo>
                  <a:lnTo>
                    <a:pt x="539484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0" name="pg290"/>
            <p:cNvSpPr/>
            <p:nvPr/>
          </p:nvSpPr>
          <p:spPr>
            <a:xfrm>
              <a:off x="546595" y="1703250"/>
              <a:ext cx="8234974" cy="2929159"/>
            </a:xfrm>
            <a:custGeom>
              <a:avLst/>
              <a:pathLst>
                <a:path w="8234974" h="2929159">
                  <a:moveTo>
                    <a:pt x="0" y="5444"/>
                  </a:moveTo>
                  <a:lnTo>
                    <a:pt x="538736" y="5444"/>
                  </a:lnTo>
                  <a:lnTo>
                    <a:pt x="540009" y="5485"/>
                  </a:lnTo>
                  <a:lnTo>
                    <a:pt x="548316" y="5782"/>
                  </a:lnTo>
                  <a:lnTo>
                    <a:pt x="569042" y="6601"/>
                  </a:lnTo>
                  <a:lnTo>
                    <a:pt x="605548" y="8208"/>
                  </a:lnTo>
                  <a:lnTo>
                    <a:pt x="658852" y="10836"/>
                  </a:lnTo>
                  <a:lnTo>
                    <a:pt x="727604" y="14653"/>
                  </a:lnTo>
                  <a:lnTo>
                    <a:pt x="808533" y="19755"/>
                  </a:lnTo>
                  <a:lnTo>
                    <a:pt x="897290" y="26163"/>
                  </a:lnTo>
                  <a:lnTo>
                    <a:pt x="989377" y="33858"/>
                  </a:lnTo>
                  <a:lnTo>
                    <a:pt x="1080896" y="42810"/>
                  </a:lnTo>
                  <a:lnTo>
                    <a:pt x="1168948" y="53006"/>
                  </a:lnTo>
                  <a:lnTo>
                    <a:pt x="1251722" y="64479"/>
                  </a:lnTo>
                  <a:lnTo>
                    <a:pt x="1328362" y="77312"/>
                  </a:lnTo>
                  <a:lnTo>
                    <a:pt x="1398754" y="91647"/>
                  </a:lnTo>
                  <a:lnTo>
                    <a:pt x="1463290" y="107686"/>
                  </a:lnTo>
                  <a:lnTo>
                    <a:pt x="1522681" y="125674"/>
                  </a:lnTo>
                  <a:lnTo>
                    <a:pt x="1577809" y="145899"/>
                  </a:lnTo>
                  <a:lnTo>
                    <a:pt x="1629617" y="168652"/>
                  </a:lnTo>
                  <a:lnTo>
                    <a:pt x="1679024" y="194189"/>
                  </a:lnTo>
                  <a:lnTo>
                    <a:pt x="1719082" y="217781"/>
                  </a:lnTo>
                  <a:lnTo>
                    <a:pt x="1764698" y="247727"/>
                  </a:lnTo>
                  <a:lnTo>
                    <a:pt x="1809868" y="280498"/>
                  </a:lnTo>
                  <a:lnTo>
                    <a:pt x="1855005" y="316139"/>
                  </a:lnTo>
                  <a:lnTo>
                    <a:pt x="1900399" y="354620"/>
                  </a:lnTo>
                  <a:lnTo>
                    <a:pt x="1946241" y="395816"/>
                  </a:lnTo>
                  <a:lnTo>
                    <a:pt x="1992625" y="439506"/>
                  </a:lnTo>
                  <a:lnTo>
                    <a:pt x="2039565" y="485371"/>
                  </a:lnTo>
                  <a:lnTo>
                    <a:pt x="2087003" y="533000"/>
                  </a:lnTo>
                  <a:lnTo>
                    <a:pt x="2134821" y="581900"/>
                  </a:lnTo>
                  <a:lnTo>
                    <a:pt x="2182864" y="631518"/>
                  </a:lnTo>
                  <a:lnTo>
                    <a:pt x="2230947" y="681268"/>
                  </a:lnTo>
                  <a:lnTo>
                    <a:pt x="2278885" y="730554"/>
                  </a:lnTo>
                  <a:lnTo>
                    <a:pt x="2326507" y="778806"/>
                  </a:lnTo>
                  <a:lnTo>
                    <a:pt x="2373677" y="825502"/>
                  </a:lnTo>
                  <a:lnTo>
                    <a:pt x="2420308" y="870192"/>
                  </a:lnTo>
                  <a:lnTo>
                    <a:pt x="2466381" y="912517"/>
                  </a:lnTo>
                  <a:lnTo>
                    <a:pt x="2511955" y="952211"/>
                  </a:lnTo>
                  <a:lnTo>
                    <a:pt x="2557175" y="989109"/>
                  </a:lnTo>
                  <a:lnTo>
                    <a:pt x="2602287" y="1023139"/>
                  </a:lnTo>
                  <a:lnTo>
                    <a:pt x="2647648" y="1054315"/>
                  </a:lnTo>
                  <a:lnTo>
                    <a:pt x="2667772" y="1067128"/>
                  </a:lnTo>
                  <a:lnTo>
                    <a:pt x="2715802" y="1095106"/>
                  </a:lnTo>
                  <a:lnTo>
                    <a:pt x="2765544" y="1120173"/>
                  </a:lnTo>
                  <a:lnTo>
                    <a:pt x="2817831" y="1142492"/>
                  </a:lnTo>
                  <a:lnTo>
                    <a:pt x="2873593" y="1162329"/>
                  </a:lnTo>
                  <a:lnTo>
                    <a:pt x="2933771" y="1179980"/>
                  </a:lnTo>
                  <a:lnTo>
                    <a:pt x="2999225" y="1195723"/>
                  </a:lnTo>
                  <a:lnTo>
                    <a:pt x="3070625" y="1209800"/>
                  </a:lnTo>
                  <a:lnTo>
                    <a:pt x="3148296" y="1222402"/>
                  </a:lnTo>
                  <a:lnTo>
                    <a:pt x="3232016" y="1233661"/>
                  </a:lnTo>
                  <a:lnTo>
                    <a:pt x="3320789" y="1243652"/>
                  </a:lnTo>
                  <a:lnTo>
                    <a:pt x="3412629" y="1252399"/>
                  </a:lnTo>
                  <a:lnTo>
                    <a:pt x="3504460" y="1259886"/>
                  </a:lnTo>
                  <a:lnTo>
                    <a:pt x="3592248" y="1266080"/>
                  </a:lnTo>
                  <a:lnTo>
                    <a:pt x="3671462" y="1270968"/>
                  </a:lnTo>
                  <a:lnTo>
                    <a:pt x="3737863" y="1274582"/>
                  </a:lnTo>
                  <a:lnTo>
                    <a:pt x="3788446" y="1277029"/>
                  </a:lnTo>
                  <a:lnTo>
                    <a:pt x="3822230" y="1278490"/>
                  </a:lnTo>
                  <a:lnTo>
                    <a:pt x="3840631" y="1279205"/>
                  </a:lnTo>
                  <a:lnTo>
                    <a:pt x="3847367" y="1279441"/>
                  </a:lnTo>
                  <a:lnTo>
                    <a:pt x="3848118" y="1279465"/>
                  </a:lnTo>
                  <a:lnTo>
                    <a:pt x="4386855" y="1279465"/>
                  </a:lnTo>
                  <a:lnTo>
                    <a:pt x="4388108" y="1279518"/>
                  </a:lnTo>
                  <a:lnTo>
                    <a:pt x="4396292" y="1279895"/>
                  </a:lnTo>
                  <a:lnTo>
                    <a:pt x="4416720" y="1280939"/>
                  </a:lnTo>
                  <a:lnTo>
                    <a:pt x="4452730" y="1282988"/>
                  </a:lnTo>
                  <a:lnTo>
                    <a:pt x="4505369" y="1286338"/>
                  </a:lnTo>
                  <a:lnTo>
                    <a:pt x="4573358" y="1291210"/>
                  </a:lnTo>
                  <a:lnTo>
                    <a:pt x="4653521" y="1297724"/>
                  </a:lnTo>
                  <a:lnTo>
                    <a:pt x="4741595" y="1305912"/>
                  </a:lnTo>
                  <a:lnTo>
                    <a:pt x="4833144" y="1315752"/>
                  </a:lnTo>
                  <a:lnTo>
                    <a:pt x="4924290" y="1327202"/>
                  </a:lnTo>
                  <a:lnTo>
                    <a:pt x="5012128" y="1340248"/>
                  </a:lnTo>
                  <a:lnTo>
                    <a:pt x="5094818" y="1354924"/>
                  </a:lnTo>
                  <a:lnTo>
                    <a:pt x="5171467" y="1371334"/>
                  </a:lnTo>
                  <a:lnTo>
                    <a:pt x="5241921" y="1389656"/>
                  </a:lnTo>
                  <a:lnTo>
                    <a:pt x="5306539" y="1410137"/>
                  </a:lnTo>
                  <a:lnTo>
                    <a:pt x="5366003" y="1433092"/>
                  </a:lnTo>
                  <a:lnTo>
                    <a:pt x="5421172" y="1458878"/>
                  </a:lnTo>
                  <a:lnTo>
                    <a:pt x="5472971" y="1487873"/>
                  </a:lnTo>
                  <a:lnTo>
                    <a:pt x="5522313" y="1520409"/>
                  </a:lnTo>
                  <a:lnTo>
                    <a:pt x="5567201" y="1554414"/>
                  </a:lnTo>
                  <a:lnTo>
                    <a:pt x="5609931" y="1590614"/>
                  </a:lnTo>
                  <a:lnTo>
                    <a:pt x="5652244" y="1630014"/>
                  </a:lnTo>
                  <a:lnTo>
                    <a:pt x="5694488" y="1672672"/>
                  </a:lnTo>
                  <a:lnTo>
                    <a:pt x="5736919" y="1718569"/>
                  </a:lnTo>
                  <a:lnTo>
                    <a:pt x="5779708" y="1767595"/>
                  </a:lnTo>
                  <a:lnTo>
                    <a:pt x="5822955" y="1819547"/>
                  </a:lnTo>
                  <a:lnTo>
                    <a:pt x="5866694" y="1874120"/>
                  </a:lnTo>
                  <a:lnTo>
                    <a:pt x="5910899" y="1930916"/>
                  </a:lnTo>
                  <a:lnTo>
                    <a:pt x="5955497" y="1989451"/>
                  </a:lnTo>
                  <a:lnTo>
                    <a:pt x="6000373" y="2049169"/>
                  </a:lnTo>
                  <a:lnTo>
                    <a:pt x="6045389" y="2109464"/>
                  </a:lnTo>
                  <a:lnTo>
                    <a:pt x="6090392" y="2169704"/>
                  </a:lnTo>
                  <a:lnTo>
                    <a:pt x="6135230" y="2229262"/>
                  </a:lnTo>
                  <a:lnTo>
                    <a:pt x="6179768" y="2287538"/>
                  </a:lnTo>
                  <a:lnTo>
                    <a:pt x="6223897" y="2343987"/>
                  </a:lnTo>
                  <a:lnTo>
                    <a:pt x="6267552" y="2398138"/>
                  </a:lnTo>
                  <a:lnTo>
                    <a:pt x="6310717" y="2449609"/>
                  </a:lnTo>
                  <a:lnTo>
                    <a:pt x="6353436" y="2498113"/>
                  </a:lnTo>
                  <a:lnTo>
                    <a:pt x="6395821" y="2543463"/>
                  </a:lnTo>
                  <a:lnTo>
                    <a:pt x="6438057" y="2585564"/>
                  </a:lnTo>
                  <a:lnTo>
                    <a:pt x="6480413" y="2624412"/>
                  </a:lnTo>
                  <a:lnTo>
                    <a:pt x="6515891" y="2654210"/>
                  </a:lnTo>
                  <a:lnTo>
                    <a:pt x="6563666" y="2690257"/>
                  </a:lnTo>
                  <a:lnTo>
                    <a:pt x="6613130" y="2722575"/>
                  </a:lnTo>
                  <a:lnTo>
                    <a:pt x="6665104" y="2751368"/>
                  </a:lnTo>
                  <a:lnTo>
                    <a:pt x="6720503" y="2776976"/>
                  </a:lnTo>
                  <a:lnTo>
                    <a:pt x="6780251" y="2799773"/>
                  </a:lnTo>
                  <a:lnTo>
                    <a:pt x="6845201" y="2820117"/>
                  </a:lnTo>
                  <a:lnTo>
                    <a:pt x="6916018" y="2838319"/>
                  </a:lnTo>
                  <a:lnTo>
                    <a:pt x="6993037" y="2854622"/>
                  </a:lnTo>
                  <a:lnTo>
                    <a:pt x="7076067" y="2869199"/>
                  </a:lnTo>
                  <a:lnTo>
                    <a:pt x="7164164" y="2882149"/>
                  </a:lnTo>
                  <a:lnTo>
                    <a:pt x="7255426" y="2893504"/>
                  </a:lnTo>
                  <a:lnTo>
                    <a:pt x="7346885" y="2903246"/>
                  </a:lnTo>
                  <a:lnTo>
                    <a:pt x="7434614" y="2911335"/>
                  </a:lnTo>
                  <a:lnTo>
                    <a:pt x="7514165" y="2917750"/>
                  </a:lnTo>
                  <a:lnTo>
                    <a:pt x="7581313" y="2922526"/>
                  </a:lnTo>
                  <a:lnTo>
                    <a:pt x="7632975" y="2925792"/>
                  </a:lnTo>
                  <a:lnTo>
                    <a:pt x="7668004" y="2927772"/>
                  </a:lnTo>
                  <a:lnTo>
                    <a:pt x="7687588" y="2928766"/>
                  </a:lnTo>
                  <a:lnTo>
                    <a:pt x="7695191" y="2929115"/>
                  </a:lnTo>
                  <a:lnTo>
                    <a:pt x="7696237" y="2929159"/>
                  </a:lnTo>
                  <a:lnTo>
                    <a:pt x="8234974" y="2929159"/>
                  </a:lnTo>
                  <a:lnTo>
                    <a:pt x="8234974" y="2923714"/>
                  </a:lnTo>
                  <a:lnTo>
                    <a:pt x="7696237" y="2923714"/>
                  </a:lnTo>
                  <a:lnTo>
                    <a:pt x="7694984" y="2923662"/>
                  </a:lnTo>
                  <a:lnTo>
                    <a:pt x="7686801" y="2923284"/>
                  </a:lnTo>
                  <a:lnTo>
                    <a:pt x="7666373" y="2922240"/>
                  </a:lnTo>
                  <a:lnTo>
                    <a:pt x="7630363" y="2920192"/>
                  </a:lnTo>
                  <a:lnTo>
                    <a:pt x="7577724" y="2916841"/>
                  </a:lnTo>
                  <a:lnTo>
                    <a:pt x="7509735" y="2911970"/>
                  </a:lnTo>
                  <a:lnTo>
                    <a:pt x="7429572" y="2905456"/>
                  </a:lnTo>
                  <a:lnTo>
                    <a:pt x="7341497" y="2897267"/>
                  </a:lnTo>
                  <a:lnTo>
                    <a:pt x="7249949" y="2887428"/>
                  </a:lnTo>
                  <a:lnTo>
                    <a:pt x="7158802" y="2875977"/>
                  </a:lnTo>
                  <a:lnTo>
                    <a:pt x="7070964" y="2862932"/>
                  </a:lnTo>
                  <a:lnTo>
                    <a:pt x="6988275" y="2848255"/>
                  </a:lnTo>
                  <a:lnTo>
                    <a:pt x="6911626" y="2831845"/>
                  </a:lnTo>
                  <a:lnTo>
                    <a:pt x="6841172" y="2813523"/>
                  </a:lnTo>
                  <a:lnTo>
                    <a:pt x="6776553" y="2793042"/>
                  </a:lnTo>
                  <a:lnTo>
                    <a:pt x="6717089" y="2770088"/>
                  </a:lnTo>
                  <a:lnTo>
                    <a:pt x="6661921" y="2744301"/>
                  </a:lnTo>
                  <a:lnTo>
                    <a:pt x="6610121" y="2715306"/>
                  </a:lnTo>
                  <a:lnTo>
                    <a:pt x="6560779" y="2682770"/>
                  </a:lnTo>
                  <a:lnTo>
                    <a:pt x="6515891" y="2648765"/>
                  </a:lnTo>
                  <a:lnTo>
                    <a:pt x="6473162" y="2612565"/>
                  </a:lnTo>
                  <a:lnTo>
                    <a:pt x="6430849" y="2573166"/>
                  </a:lnTo>
                  <a:lnTo>
                    <a:pt x="6388604" y="2530507"/>
                  </a:lnTo>
                  <a:lnTo>
                    <a:pt x="6346174" y="2484610"/>
                  </a:lnTo>
                  <a:lnTo>
                    <a:pt x="6303384" y="2435584"/>
                  </a:lnTo>
                  <a:lnTo>
                    <a:pt x="6260137" y="2383633"/>
                  </a:lnTo>
                  <a:lnTo>
                    <a:pt x="6216398" y="2329060"/>
                  </a:lnTo>
                  <a:lnTo>
                    <a:pt x="6172193" y="2272263"/>
                  </a:lnTo>
                  <a:lnTo>
                    <a:pt x="6127596" y="2213728"/>
                  </a:lnTo>
                  <a:lnTo>
                    <a:pt x="6082719" y="2154010"/>
                  </a:lnTo>
                  <a:lnTo>
                    <a:pt x="6037703" y="2093716"/>
                  </a:lnTo>
                  <a:lnTo>
                    <a:pt x="5992701" y="2033475"/>
                  </a:lnTo>
                  <a:lnTo>
                    <a:pt x="5947862" y="1973917"/>
                  </a:lnTo>
                  <a:lnTo>
                    <a:pt x="5903325" y="1915641"/>
                  </a:lnTo>
                  <a:lnTo>
                    <a:pt x="5859195" y="1859192"/>
                  </a:lnTo>
                  <a:lnTo>
                    <a:pt x="5815540" y="1805041"/>
                  </a:lnTo>
                  <a:lnTo>
                    <a:pt x="5772375" y="1753570"/>
                  </a:lnTo>
                  <a:lnTo>
                    <a:pt x="5729656" y="1705066"/>
                  </a:lnTo>
                  <a:lnTo>
                    <a:pt x="5687272" y="1659717"/>
                  </a:lnTo>
                  <a:lnTo>
                    <a:pt x="5645036" y="1617615"/>
                  </a:lnTo>
                  <a:lnTo>
                    <a:pt x="5602679" y="1578768"/>
                  </a:lnTo>
                  <a:lnTo>
                    <a:pt x="5567201" y="1548969"/>
                  </a:lnTo>
                  <a:lnTo>
                    <a:pt x="5519427" y="1512922"/>
                  </a:lnTo>
                  <a:lnTo>
                    <a:pt x="5469962" y="1480604"/>
                  </a:lnTo>
                  <a:lnTo>
                    <a:pt x="5417988" y="1451811"/>
                  </a:lnTo>
                  <a:lnTo>
                    <a:pt x="5362590" y="1426204"/>
                  </a:lnTo>
                  <a:lnTo>
                    <a:pt x="5302841" y="1403407"/>
                  </a:lnTo>
                  <a:lnTo>
                    <a:pt x="5237892" y="1383062"/>
                  </a:lnTo>
                  <a:lnTo>
                    <a:pt x="5167074" y="1364861"/>
                  </a:lnTo>
                  <a:lnTo>
                    <a:pt x="5090055" y="1348558"/>
                  </a:lnTo>
                  <a:lnTo>
                    <a:pt x="5007026" y="1333981"/>
                  </a:lnTo>
                  <a:lnTo>
                    <a:pt x="4918929" y="1321031"/>
                  </a:lnTo>
                  <a:lnTo>
                    <a:pt x="4827666" y="1309675"/>
                  </a:lnTo>
                  <a:lnTo>
                    <a:pt x="4736208" y="1299933"/>
                  </a:lnTo>
                  <a:lnTo>
                    <a:pt x="4648478" y="1291844"/>
                  </a:lnTo>
                  <a:lnTo>
                    <a:pt x="4568927" y="1285430"/>
                  </a:lnTo>
                  <a:lnTo>
                    <a:pt x="4501779" y="1280653"/>
                  </a:lnTo>
                  <a:lnTo>
                    <a:pt x="4450117" y="1277387"/>
                  </a:lnTo>
                  <a:lnTo>
                    <a:pt x="4415088" y="1275407"/>
                  </a:lnTo>
                  <a:lnTo>
                    <a:pt x="4395505" y="1274413"/>
                  </a:lnTo>
                  <a:lnTo>
                    <a:pt x="4387901" y="1274064"/>
                  </a:lnTo>
                  <a:lnTo>
                    <a:pt x="4386855" y="1274020"/>
                  </a:lnTo>
                  <a:lnTo>
                    <a:pt x="3848118" y="1274020"/>
                  </a:lnTo>
                  <a:lnTo>
                    <a:pt x="3846846" y="1273979"/>
                  </a:lnTo>
                  <a:lnTo>
                    <a:pt x="3838538" y="1273683"/>
                  </a:lnTo>
                  <a:lnTo>
                    <a:pt x="3817813" y="1272864"/>
                  </a:lnTo>
                  <a:lnTo>
                    <a:pt x="3781307" y="1271257"/>
                  </a:lnTo>
                  <a:lnTo>
                    <a:pt x="3728002" y="1268629"/>
                  </a:lnTo>
                  <a:lnTo>
                    <a:pt x="3659251" y="1264811"/>
                  </a:lnTo>
                  <a:lnTo>
                    <a:pt x="3578321" y="1259710"/>
                  </a:lnTo>
                  <a:lnTo>
                    <a:pt x="3489565" y="1253302"/>
                  </a:lnTo>
                  <a:lnTo>
                    <a:pt x="3397477" y="1245606"/>
                  </a:lnTo>
                  <a:lnTo>
                    <a:pt x="3305959" y="1236655"/>
                  </a:lnTo>
                  <a:lnTo>
                    <a:pt x="3217906" y="1226458"/>
                  </a:lnTo>
                  <a:lnTo>
                    <a:pt x="3135133" y="1214986"/>
                  </a:lnTo>
                  <a:lnTo>
                    <a:pt x="3058492" y="1202153"/>
                  </a:lnTo>
                  <a:lnTo>
                    <a:pt x="2988101" y="1187817"/>
                  </a:lnTo>
                  <a:lnTo>
                    <a:pt x="2923564" y="1171779"/>
                  </a:lnTo>
                  <a:lnTo>
                    <a:pt x="2864173" y="1153790"/>
                  </a:lnTo>
                  <a:lnTo>
                    <a:pt x="2809045" y="1133566"/>
                  </a:lnTo>
                  <a:lnTo>
                    <a:pt x="2757238" y="1110813"/>
                  </a:lnTo>
                  <a:lnTo>
                    <a:pt x="2707830" y="1085275"/>
                  </a:lnTo>
                  <a:lnTo>
                    <a:pt x="2667772" y="1061684"/>
                  </a:lnTo>
                  <a:lnTo>
                    <a:pt x="2622156" y="1031737"/>
                  </a:lnTo>
                  <a:lnTo>
                    <a:pt x="2576986" y="998967"/>
                  </a:lnTo>
                  <a:lnTo>
                    <a:pt x="2531850" y="963325"/>
                  </a:lnTo>
                  <a:lnTo>
                    <a:pt x="2486455" y="924845"/>
                  </a:lnTo>
                  <a:lnTo>
                    <a:pt x="2440614" y="883649"/>
                  </a:lnTo>
                  <a:lnTo>
                    <a:pt x="2394229" y="839959"/>
                  </a:lnTo>
                  <a:lnTo>
                    <a:pt x="2347289" y="794093"/>
                  </a:lnTo>
                  <a:lnTo>
                    <a:pt x="2299852" y="746464"/>
                  </a:lnTo>
                  <a:lnTo>
                    <a:pt x="2252033" y="697565"/>
                  </a:lnTo>
                  <a:lnTo>
                    <a:pt x="2203991" y="647946"/>
                  </a:lnTo>
                  <a:lnTo>
                    <a:pt x="2155908" y="598197"/>
                  </a:lnTo>
                  <a:lnTo>
                    <a:pt x="2107969" y="548910"/>
                  </a:lnTo>
                  <a:lnTo>
                    <a:pt x="2060347" y="500659"/>
                  </a:lnTo>
                  <a:lnTo>
                    <a:pt x="2013178" y="453963"/>
                  </a:lnTo>
                  <a:lnTo>
                    <a:pt x="1966547" y="409272"/>
                  </a:lnTo>
                  <a:lnTo>
                    <a:pt x="1920473" y="366948"/>
                  </a:lnTo>
                  <a:lnTo>
                    <a:pt x="1874900" y="327253"/>
                  </a:lnTo>
                  <a:lnTo>
                    <a:pt x="1829679" y="290355"/>
                  </a:lnTo>
                  <a:lnTo>
                    <a:pt x="1784568" y="256325"/>
                  </a:lnTo>
                  <a:lnTo>
                    <a:pt x="1739207" y="225149"/>
                  </a:lnTo>
                  <a:lnTo>
                    <a:pt x="1719082" y="212336"/>
                  </a:lnTo>
                  <a:lnTo>
                    <a:pt x="1671052" y="184359"/>
                  </a:lnTo>
                  <a:lnTo>
                    <a:pt x="1621311" y="159292"/>
                  </a:lnTo>
                  <a:lnTo>
                    <a:pt x="1569024" y="136973"/>
                  </a:lnTo>
                  <a:lnTo>
                    <a:pt x="1513261" y="117135"/>
                  </a:lnTo>
                  <a:lnTo>
                    <a:pt x="1453084" y="99485"/>
                  </a:lnTo>
                  <a:lnTo>
                    <a:pt x="1387630" y="83742"/>
                  </a:lnTo>
                  <a:lnTo>
                    <a:pt x="1316230" y="69665"/>
                  </a:lnTo>
                  <a:lnTo>
                    <a:pt x="1238559" y="57063"/>
                  </a:lnTo>
                  <a:lnTo>
                    <a:pt x="1154838" y="45804"/>
                  </a:lnTo>
                  <a:lnTo>
                    <a:pt x="1066066" y="35812"/>
                  </a:lnTo>
                  <a:lnTo>
                    <a:pt x="974226" y="27065"/>
                  </a:lnTo>
                  <a:lnTo>
                    <a:pt x="882394" y="19579"/>
                  </a:lnTo>
                  <a:lnTo>
                    <a:pt x="794606" y="13384"/>
                  </a:lnTo>
                  <a:lnTo>
                    <a:pt x="715392" y="8497"/>
                  </a:lnTo>
                  <a:lnTo>
                    <a:pt x="648991" y="4882"/>
                  </a:lnTo>
                  <a:lnTo>
                    <a:pt x="598409" y="2435"/>
                  </a:lnTo>
                  <a:lnTo>
                    <a:pt x="564625" y="975"/>
                  </a:lnTo>
                  <a:lnTo>
                    <a:pt x="546224" y="260"/>
                  </a:lnTo>
                  <a:lnTo>
                    <a:pt x="539487" y="2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546595" y="1708695"/>
              <a:ext cx="8234974" cy="2923714"/>
            </a:xfrm>
            <a:custGeom>
              <a:avLst/>
              <a:pathLst>
                <a:path w="8234974" h="2923714">
                  <a:moveTo>
                    <a:pt x="0" y="0"/>
                  </a:moveTo>
                  <a:lnTo>
                    <a:pt x="538736" y="0"/>
                  </a:lnTo>
                  <a:lnTo>
                    <a:pt x="540009" y="41"/>
                  </a:lnTo>
                  <a:lnTo>
                    <a:pt x="548316" y="337"/>
                  </a:lnTo>
                  <a:lnTo>
                    <a:pt x="569042" y="1156"/>
                  </a:lnTo>
                  <a:lnTo>
                    <a:pt x="605548" y="2763"/>
                  </a:lnTo>
                  <a:lnTo>
                    <a:pt x="658852" y="5391"/>
                  </a:lnTo>
                  <a:lnTo>
                    <a:pt x="727604" y="9209"/>
                  </a:lnTo>
                  <a:lnTo>
                    <a:pt x="808533" y="14310"/>
                  </a:lnTo>
                  <a:lnTo>
                    <a:pt x="897290" y="20718"/>
                  </a:lnTo>
                  <a:lnTo>
                    <a:pt x="989377" y="28414"/>
                  </a:lnTo>
                  <a:lnTo>
                    <a:pt x="1080896" y="37365"/>
                  </a:lnTo>
                  <a:lnTo>
                    <a:pt x="1168948" y="47562"/>
                  </a:lnTo>
                  <a:lnTo>
                    <a:pt x="1251722" y="59034"/>
                  </a:lnTo>
                  <a:lnTo>
                    <a:pt x="1328362" y="71867"/>
                  </a:lnTo>
                  <a:lnTo>
                    <a:pt x="1398754" y="86203"/>
                  </a:lnTo>
                  <a:lnTo>
                    <a:pt x="1463290" y="102241"/>
                  </a:lnTo>
                  <a:lnTo>
                    <a:pt x="1522681" y="120230"/>
                  </a:lnTo>
                  <a:lnTo>
                    <a:pt x="1577809" y="140454"/>
                  </a:lnTo>
                  <a:lnTo>
                    <a:pt x="1629617" y="163207"/>
                  </a:lnTo>
                  <a:lnTo>
                    <a:pt x="1679024" y="188745"/>
                  </a:lnTo>
                  <a:lnTo>
                    <a:pt x="1719082" y="212336"/>
                  </a:lnTo>
                  <a:lnTo>
                    <a:pt x="1764698" y="242283"/>
                  </a:lnTo>
                  <a:lnTo>
                    <a:pt x="1809868" y="275053"/>
                  </a:lnTo>
                  <a:lnTo>
                    <a:pt x="1855005" y="310695"/>
                  </a:lnTo>
                  <a:lnTo>
                    <a:pt x="1900399" y="349175"/>
                  </a:lnTo>
                  <a:lnTo>
                    <a:pt x="1946241" y="390371"/>
                  </a:lnTo>
                  <a:lnTo>
                    <a:pt x="1992625" y="434061"/>
                  </a:lnTo>
                  <a:lnTo>
                    <a:pt x="2039565" y="479927"/>
                  </a:lnTo>
                  <a:lnTo>
                    <a:pt x="2087003" y="527556"/>
                  </a:lnTo>
                  <a:lnTo>
                    <a:pt x="2134821" y="576455"/>
                  </a:lnTo>
                  <a:lnTo>
                    <a:pt x="2182864" y="626074"/>
                  </a:lnTo>
                  <a:lnTo>
                    <a:pt x="2230947" y="675823"/>
                  </a:lnTo>
                  <a:lnTo>
                    <a:pt x="2278885" y="725110"/>
                  </a:lnTo>
                  <a:lnTo>
                    <a:pt x="2326507" y="773361"/>
                  </a:lnTo>
                  <a:lnTo>
                    <a:pt x="2373677" y="820057"/>
                  </a:lnTo>
                  <a:lnTo>
                    <a:pt x="2420308" y="864748"/>
                  </a:lnTo>
                  <a:lnTo>
                    <a:pt x="2466381" y="907072"/>
                  </a:lnTo>
                  <a:lnTo>
                    <a:pt x="2511955" y="946767"/>
                  </a:lnTo>
                  <a:lnTo>
                    <a:pt x="2557175" y="983665"/>
                  </a:lnTo>
                  <a:lnTo>
                    <a:pt x="2602287" y="1017695"/>
                  </a:lnTo>
                  <a:lnTo>
                    <a:pt x="2647648" y="1048871"/>
                  </a:lnTo>
                  <a:lnTo>
                    <a:pt x="2667772" y="1061684"/>
                  </a:lnTo>
                  <a:lnTo>
                    <a:pt x="2715802" y="1089661"/>
                  </a:lnTo>
                  <a:lnTo>
                    <a:pt x="2765544" y="1114728"/>
                  </a:lnTo>
                  <a:lnTo>
                    <a:pt x="2817831" y="1137047"/>
                  </a:lnTo>
                  <a:lnTo>
                    <a:pt x="2873593" y="1156885"/>
                  </a:lnTo>
                  <a:lnTo>
                    <a:pt x="2933771" y="1174535"/>
                  </a:lnTo>
                  <a:lnTo>
                    <a:pt x="2999225" y="1190278"/>
                  </a:lnTo>
                  <a:lnTo>
                    <a:pt x="3070625" y="1204355"/>
                  </a:lnTo>
                  <a:lnTo>
                    <a:pt x="3148296" y="1216957"/>
                  </a:lnTo>
                  <a:lnTo>
                    <a:pt x="3232016" y="1228216"/>
                  </a:lnTo>
                  <a:lnTo>
                    <a:pt x="3320789" y="1238208"/>
                  </a:lnTo>
                  <a:lnTo>
                    <a:pt x="3412629" y="1246955"/>
                  </a:lnTo>
                  <a:lnTo>
                    <a:pt x="3504460" y="1254441"/>
                  </a:lnTo>
                  <a:lnTo>
                    <a:pt x="3592248" y="1260636"/>
                  </a:lnTo>
                  <a:lnTo>
                    <a:pt x="3671462" y="1265523"/>
                  </a:lnTo>
                  <a:lnTo>
                    <a:pt x="3737863" y="1269138"/>
                  </a:lnTo>
                  <a:lnTo>
                    <a:pt x="3788446" y="1271585"/>
                  </a:lnTo>
                  <a:lnTo>
                    <a:pt x="3822230" y="1273045"/>
                  </a:lnTo>
                  <a:lnTo>
                    <a:pt x="3840631" y="1273760"/>
                  </a:lnTo>
                  <a:lnTo>
                    <a:pt x="3847367" y="1273996"/>
                  </a:lnTo>
                  <a:lnTo>
                    <a:pt x="3848118" y="1274020"/>
                  </a:lnTo>
                  <a:lnTo>
                    <a:pt x="4386855" y="1274020"/>
                  </a:lnTo>
                  <a:lnTo>
                    <a:pt x="4388108" y="1274073"/>
                  </a:lnTo>
                  <a:lnTo>
                    <a:pt x="4396292" y="1274451"/>
                  </a:lnTo>
                  <a:lnTo>
                    <a:pt x="4416720" y="1275495"/>
                  </a:lnTo>
                  <a:lnTo>
                    <a:pt x="4452730" y="1277543"/>
                  </a:lnTo>
                  <a:lnTo>
                    <a:pt x="4505369" y="1280894"/>
                  </a:lnTo>
                  <a:lnTo>
                    <a:pt x="4573358" y="1285765"/>
                  </a:lnTo>
                  <a:lnTo>
                    <a:pt x="4653521" y="1292279"/>
                  </a:lnTo>
                  <a:lnTo>
                    <a:pt x="4741595" y="1300468"/>
                  </a:lnTo>
                  <a:lnTo>
                    <a:pt x="4833144" y="1310307"/>
                  </a:lnTo>
                  <a:lnTo>
                    <a:pt x="4924290" y="1321758"/>
                  </a:lnTo>
                  <a:lnTo>
                    <a:pt x="5012128" y="1334803"/>
                  </a:lnTo>
                  <a:lnTo>
                    <a:pt x="5094818" y="1349479"/>
                  </a:lnTo>
                  <a:lnTo>
                    <a:pt x="5171467" y="1365890"/>
                  </a:lnTo>
                  <a:lnTo>
                    <a:pt x="5241921" y="1384211"/>
                  </a:lnTo>
                  <a:lnTo>
                    <a:pt x="5306539" y="1404693"/>
                  </a:lnTo>
                  <a:lnTo>
                    <a:pt x="5366003" y="1427647"/>
                  </a:lnTo>
                  <a:lnTo>
                    <a:pt x="5421172" y="1453434"/>
                  </a:lnTo>
                  <a:lnTo>
                    <a:pt x="5472971" y="1482428"/>
                  </a:lnTo>
                  <a:lnTo>
                    <a:pt x="5522313" y="1514965"/>
                  </a:lnTo>
                  <a:lnTo>
                    <a:pt x="5567201" y="1548969"/>
                  </a:lnTo>
                  <a:lnTo>
                    <a:pt x="5609931" y="1585169"/>
                  </a:lnTo>
                  <a:lnTo>
                    <a:pt x="5652244" y="1624569"/>
                  </a:lnTo>
                  <a:lnTo>
                    <a:pt x="5694488" y="1667227"/>
                  </a:lnTo>
                  <a:lnTo>
                    <a:pt x="5736919" y="1713124"/>
                  </a:lnTo>
                  <a:lnTo>
                    <a:pt x="5779708" y="1762151"/>
                  </a:lnTo>
                  <a:lnTo>
                    <a:pt x="5822955" y="1814102"/>
                  </a:lnTo>
                  <a:lnTo>
                    <a:pt x="5866694" y="1868675"/>
                  </a:lnTo>
                  <a:lnTo>
                    <a:pt x="5910899" y="1925472"/>
                  </a:lnTo>
                  <a:lnTo>
                    <a:pt x="5955497" y="1984007"/>
                  </a:lnTo>
                  <a:lnTo>
                    <a:pt x="6000373" y="2043725"/>
                  </a:lnTo>
                  <a:lnTo>
                    <a:pt x="6045389" y="2104019"/>
                  </a:lnTo>
                  <a:lnTo>
                    <a:pt x="6090392" y="2164260"/>
                  </a:lnTo>
                  <a:lnTo>
                    <a:pt x="6135230" y="2223817"/>
                  </a:lnTo>
                  <a:lnTo>
                    <a:pt x="6179768" y="2282093"/>
                  </a:lnTo>
                  <a:lnTo>
                    <a:pt x="6223897" y="2338542"/>
                  </a:lnTo>
                  <a:lnTo>
                    <a:pt x="6267552" y="2392694"/>
                  </a:lnTo>
                  <a:lnTo>
                    <a:pt x="6310717" y="2444165"/>
                  </a:lnTo>
                  <a:lnTo>
                    <a:pt x="6353436" y="2492669"/>
                  </a:lnTo>
                  <a:lnTo>
                    <a:pt x="6395821" y="2538018"/>
                  </a:lnTo>
                  <a:lnTo>
                    <a:pt x="6438057" y="2580120"/>
                  </a:lnTo>
                  <a:lnTo>
                    <a:pt x="6480413" y="2618967"/>
                  </a:lnTo>
                  <a:lnTo>
                    <a:pt x="6515891" y="2648765"/>
                  </a:lnTo>
                  <a:lnTo>
                    <a:pt x="6563666" y="2684813"/>
                  </a:lnTo>
                  <a:lnTo>
                    <a:pt x="6613130" y="2717130"/>
                  </a:lnTo>
                  <a:lnTo>
                    <a:pt x="6665104" y="2745924"/>
                  </a:lnTo>
                  <a:lnTo>
                    <a:pt x="6720503" y="2771531"/>
                  </a:lnTo>
                  <a:lnTo>
                    <a:pt x="6780251" y="2794328"/>
                  </a:lnTo>
                  <a:lnTo>
                    <a:pt x="6845201" y="2814673"/>
                  </a:lnTo>
                  <a:lnTo>
                    <a:pt x="6916018" y="2832874"/>
                  </a:lnTo>
                  <a:lnTo>
                    <a:pt x="6993037" y="2849177"/>
                  </a:lnTo>
                  <a:lnTo>
                    <a:pt x="7076067" y="2863754"/>
                  </a:lnTo>
                  <a:lnTo>
                    <a:pt x="7164164" y="2876704"/>
                  </a:lnTo>
                  <a:lnTo>
                    <a:pt x="7255426" y="2888059"/>
                  </a:lnTo>
                  <a:lnTo>
                    <a:pt x="7346885" y="2897802"/>
                  </a:lnTo>
                  <a:lnTo>
                    <a:pt x="7434614" y="2905891"/>
                  </a:lnTo>
                  <a:lnTo>
                    <a:pt x="7514165" y="2912305"/>
                  </a:lnTo>
                  <a:lnTo>
                    <a:pt x="7581313" y="2917082"/>
                  </a:lnTo>
                  <a:lnTo>
                    <a:pt x="7632975" y="2920348"/>
                  </a:lnTo>
                  <a:lnTo>
                    <a:pt x="7668004" y="2922327"/>
                  </a:lnTo>
                  <a:lnTo>
                    <a:pt x="7687588" y="2923322"/>
                  </a:lnTo>
                  <a:lnTo>
                    <a:pt x="7695191" y="2923670"/>
                  </a:lnTo>
                  <a:lnTo>
                    <a:pt x="7696237" y="2923714"/>
                  </a:lnTo>
                  <a:lnTo>
                    <a:pt x="8234974" y="2923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546595" y="1703250"/>
              <a:ext cx="8234974" cy="2923714"/>
            </a:xfrm>
            <a:custGeom>
              <a:avLst/>
              <a:pathLst>
                <a:path w="8234974" h="2923714">
                  <a:moveTo>
                    <a:pt x="8234974" y="2923714"/>
                  </a:moveTo>
                  <a:lnTo>
                    <a:pt x="7696237" y="2923714"/>
                  </a:lnTo>
                  <a:lnTo>
                    <a:pt x="7694984" y="2923662"/>
                  </a:lnTo>
                  <a:lnTo>
                    <a:pt x="7686801" y="2923284"/>
                  </a:lnTo>
                  <a:lnTo>
                    <a:pt x="7666373" y="2922240"/>
                  </a:lnTo>
                  <a:lnTo>
                    <a:pt x="7630363" y="2920192"/>
                  </a:lnTo>
                  <a:lnTo>
                    <a:pt x="7577724" y="2916841"/>
                  </a:lnTo>
                  <a:lnTo>
                    <a:pt x="7509735" y="2911970"/>
                  </a:lnTo>
                  <a:lnTo>
                    <a:pt x="7429572" y="2905456"/>
                  </a:lnTo>
                  <a:lnTo>
                    <a:pt x="7341497" y="2897267"/>
                  </a:lnTo>
                  <a:lnTo>
                    <a:pt x="7249949" y="2887428"/>
                  </a:lnTo>
                  <a:lnTo>
                    <a:pt x="7158802" y="2875977"/>
                  </a:lnTo>
                  <a:lnTo>
                    <a:pt x="7070964" y="2862932"/>
                  </a:lnTo>
                  <a:lnTo>
                    <a:pt x="6988275" y="2848255"/>
                  </a:lnTo>
                  <a:lnTo>
                    <a:pt x="6911626" y="2831845"/>
                  </a:lnTo>
                  <a:lnTo>
                    <a:pt x="6841172" y="2813523"/>
                  </a:lnTo>
                  <a:lnTo>
                    <a:pt x="6776553" y="2793042"/>
                  </a:lnTo>
                  <a:lnTo>
                    <a:pt x="6717089" y="2770088"/>
                  </a:lnTo>
                  <a:lnTo>
                    <a:pt x="6661921" y="2744301"/>
                  </a:lnTo>
                  <a:lnTo>
                    <a:pt x="6610121" y="2715306"/>
                  </a:lnTo>
                  <a:lnTo>
                    <a:pt x="6560779" y="2682770"/>
                  </a:lnTo>
                  <a:lnTo>
                    <a:pt x="6515891" y="2648765"/>
                  </a:lnTo>
                  <a:lnTo>
                    <a:pt x="6473162" y="2612565"/>
                  </a:lnTo>
                  <a:lnTo>
                    <a:pt x="6430849" y="2573166"/>
                  </a:lnTo>
                  <a:lnTo>
                    <a:pt x="6388604" y="2530507"/>
                  </a:lnTo>
                  <a:lnTo>
                    <a:pt x="6346174" y="2484610"/>
                  </a:lnTo>
                  <a:lnTo>
                    <a:pt x="6303384" y="2435584"/>
                  </a:lnTo>
                  <a:lnTo>
                    <a:pt x="6260137" y="2383633"/>
                  </a:lnTo>
                  <a:lnTo>
                    <a:pt x="6216398" y="2329060"/>
                  </a:lnTo>
                  <a:lnTo>
                    <a:pt x="6172193" y="2272263"/>
                  </a:lnTo>
                  <a:lnTo>
                    <a:pt x="6127596" y="2213728"/>
                  </a:lnTo>
                  <a:lnTo>
                    <a:pt x="6082719" y="2154010"/>
                  </a:lnTo>
                  <a:lnTo>
                    <a:pt x="6037703" y="2093716"/>
                  </a:lnTo>
                  <a:lnTo>
                    <a:pt x="5992701" y="2033475"/>
                  </a:lnTo>
                  <a:lnTo>
                    <a:pt x="5947862" y="1973917"/>
                  </a:lnTo>
                  <a:lnTo>
                    <a:pt x="5903325" y="1915641"/>
                  </a:lnTo>
                  <a:lnTo>
                    <a:pt x="5859195" y="1859192"/>
                  </a:lnTo>
                  <a:lnTo>
                    <a:pt x="5815540" y="1805041"/>
                  </a:lnTo>
                  <a:lnTo>
                    <a:pt x="5772375" y="1753570"/>
                  </a:lnTo>
                  <a:lnTo>
                    <a:pt x="5729656" y="1705066"/>
                  </a:lnTo>
                  <a:lnTo>
                    <a:pt x="5687272" y="1659717"/>
                  </a:lnTo>
                  <a:lnTo>
                    <a:pt x="5645036" y="1617615"/>
                  </a:lnTo>
                  <a:lnTo>
                    <a:pt x="5602679" y="1578768"/>
                  </a:lnTo>
                  <a:lnTo>
                    <a:pt x="5567201" y="1548969"/>
                  </a:lnTo>
                  <a:lnTo>
                    <a:pt x="5519427" y="1512922"/>
                  </a:lnTo>
                  <a:lnTo>
                    <a:pt x="5469962" y="1480604"/>
                  </a:lnTo>
                  <a:lnTo>
                    <a:pt x="5417988" y="1451811"/>
                  </a:lnTo>
                  <a:lnTo>
                    <a:pt x="5362590" y="1426204"/>
                  </a:lnTo>
                  <a:lnTo>
                    <a:pt x="5302841" y="1403407"/>
                  </a:lnTo>
                  <a:lnTo>
                    <a:pt x="5237892" y="1383062"/>
                  </a:lnTo>
                  <a:lnTo>
                    <a:pt x="5167074" y="1364861"/>
                  </a:lnTo>
                  <a:lnTo>
                    <a:pt x="5090055" y="1348558"/>
                  </a:lnTo>
                  <a:lnTo>
                    <a:pt x="5007026" y="1333981"/>
                  </a:lnTo>
                  <a:lnTo>
                    <a:pt x="4918929" y="1321031"/>
                  </a:lnTo>
                  <a:lnTo>
                    <a:pt x="4827666" y="1309675"/>
                  </a:lnTo>
                  <a:lnTo>
                    <a:pt x="4736208" y="1299933"/>
                  </a:lnTo>
                  <a:lnTo>
                    <a:pt x="4648478" y="1291844"/>
                  </a:lnTo>
                  <a:lnTo>
                    <a:pt x="4568927" y="1285430"/>
                  </a:lnTo>
                  <a:lnTo>
                    <a:pt x="4501779" y="1280653"/>
                  </a:lnTo>
                  <a:lnTo>
                    <a:pt x="4450117" y="1277387"/>
                  </a:lnTo>
                  <a:lnTo>
                    <a:pt x="4415088" y="1275407"/>
                  </a:lnTo>
                  <a:lnTo>
                    <a:pt x="4395505" y="1274413"/>
                  </a:lnTo>
                  <a:lnTo>
                    <a:pt x="4387901" y="1274064"/>
                  </a:lnTo>
                  <a:lnTo>
                    <a:pt x="4386855" y="1274020"/>
                  </a:lnTo>
                  <a:lnTo>
                    <a:pt x="3848118" y="1274020"/>
                  </a:lnTo>
                  <a:lnTo>
                    <a:pt x="3846846" y="1273979"/>
                  </a:lnTo>
                  <a:lnTo>
                    <a:pt x="3838538" y="1273683"/>
                  </a:lnTo>
                  <a:lnTo>
                    <a:pt x="3817813" y="1272864"/>
                  </a:lnTo>
                  <a:lnTo>
                    <a:pt x="3781307" y="1271257"/>
                  </a:lnTo>
                  <a:lnTo>
                    <a:pt x="3728002" y="1268629"/>
                  </a:lnTo>
                  <a:lnTo>
                    <a:pt x="3659251" y="1264811"/>
                  </a:lnTo>
                  <a:lnTo>
                    <a:pt x="3578321" y="1259710"/>
                  </a:lnTo>
                  <a:lnTo>
                    <a:pt x="3489565" y="1253302"/>
                  </a:lnTo>
                  <a:lnTo>
                    <a:pt x="3397477" y="1245606"/>
                  </a:lnTo>
                  <a:lnTo>
                    <a:pt x="3305959" y="1236655"/>
                  </a:lnTo>
                  <a:lnTo>
                    <a:pt x="3217906" y="1226458"/>
                  </a:lnTo>
                  <a:lnTo>
                    <a:pt x="3135133" y="1214986"/>
                  </a:lnTo>
                  <a:lnTo>
                    <a:pt x="3058492" y="1202153"/>
                  </a:lnTo>
                  <a:lnTo>
                    <a:pt x="2988101" y="1187817"/>
                  </a:lnTo>
                  <a:lnTo>
                    <a:pt x="2923564" y="1171779"/>
                  </a:lnTo>
                  <a:lnTo>
                    <a:pt x="2864173" y="1153790"/>
                  </a:lnTo>
                  <a:lnTo>
                    <a:pt x="2809045" y="1133566"/>
                  </a:lnTo>
                  <a:lnTo>
                    <a:pt x="2757238" y="1110813"/>
                  </a:lnTo>
                  <a:lnTo>
                    <a:pt x="2707830" y="1085275"/>
                  </a:lnTo>
                  <a:lnTo>
                    <a:pt x="2667772" y="1061684"/>
                  </a:lnTo>
                  <a:lnTo>
                    <a:pt x="2622156" y="1031737"/>
                  </a:lnTo>
                  <a:lnTo>
                    <a:pt x="2576986" y="998967"/>
                  </a:lnTo>
                  <a:lnTo>
                    <a:pt x="2531850" y="963325"/>
                  </a:lnTo>
                  <a:lnTo>
                    <a:pt x="2486455" y="924845"/>
                  </a:lnTo>
                  <a:lnTo>
                    <a:pt x="2440614" y="883649"/>
                  </a:lnTo>
                  <a:lnTo>
                    <a:pt x="2394229" y="839959"/>
                  </a:lnTo>
                  <a:lnTo>
                    <a:pt x="2347289" y="794093"/>
                  </a:lnTo>
                  <a:lnTo>
                    <a:pt x="2299852" y="746464"/>
                  </a:lnTo>
                  <a:lnTo>
                    <a:pt x="2252033" y="697565"/>
                  </a:lnTo>
                  <a:lnTo>
                    <a:pt x="2203991" y="647946"/>
                  </a:lnTo>
                  <a:lnTo>
                    <a:pt x="2155908" y="598197"/>
                  </a:lnTo>
                  <a:lnTo>
                    <a:pt x="2107969" y="548910"/>
                  </a:lnTo>
                  <a:lnTo>
                    <a:pt x="2060347" y="500659"/>
                  </a:lnTo>
                  <a:lnTo>
                    <a:pt x="2013178" y="453963"/>
                  </a:lnTo>
                  <a:lnTo>
                    <a:pt x="1966547" y="409272"/>
                  </a:lnTo>
                  <a:lnTo>
                    <a:pt x="1920473" y="366948"/>
                  </a:lnTo>
                  <a:lnTo>
                    <a:pt x="1874900" y="327253"/>
                  </a:lnTo>
                  <a:lnTo>
                    <a:pt x="1829679" y="290355"/>
                  </a:lnTo>
                  <a:lnTo>
                    <a:pt x="1784568" y="256325"/>
                  </a:lnTo>
                  <a:lnTo>
                    <a:pt x="1739207" y="225149"/>
                  </a:lnTo>
                  <a:lnTo>
                    <a:pt x="1719082" y="212336"/>
                  </a:lnTo>
                  <a:lnTo>
                    <a:pt x="1671052" y="184359"/>
                  </a:lnTo>
                  <a:lnTo>
                    <a:pt x="1621311" y="159292"/>
                  </a:lnTo>
                  <a:lnTo>
                    <a:pt x="1569024" y="136973"/>
                  </a:lnTo>
                  <a:lnTo>
                    <a:pt x="1513261" y="117135"/>
                  </a:lnTo>
                  <a:lnTo>
                    <a:pt x="1453084" y="99485"/>
                  </a:lnTo>
                  <a:lnTo>
                    <a:pt x="1387630" y="83742"/>
                  </a:lnTo>
                  <a:lnTo>
                    <a:pt x="1316230" y="69665"/>
                  </a:lnTo>
                  <a:lnTo>
                    <a:pt x="1238559" y="57063"/>
                  </a:lnTo>
                  <a:lnTo>
                    <a:pt x="1154838" y="45804"/>
                  </a:lnTo>
                  <a:lnTo>
                    <a:pt x="1066066" y="35812"/>
                  </a:lnTo>
                  <a:lnTo>
                    <a:pt x="974226" y="27065"/>
                  </a:lnTo>
                  <a:lnTo>
                    <a:pt x="882394" y="19579"/>
                  </a:lnTo>
                  <a:lnTo>
                    <a:pt x="794606" y="13384"/>
                  </a:lnTo>
                  <a:lnTo>
                    <a:pt x="715392" y="8497"/>
                  </a:lnTo>
                  <a:lnTo>
                    <a:pt x="648991" y="4882"/>
                  </a:lnTo>
                  <a:lnTo>
                    <a:pt x="598409" y="2435"/>
                  </a:lnTo>
                  <a:lnTo>
                    <a:pt x="564625" y="975"/>
                  </a:lnTo>
                  <a:lnTo>
                    <a:pt x="546224" y="260"/>
                  </a:lnTo>
                  <a:lnTo>
                    <a:pt x="539487" y="2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" name="pg293"/>
            <p:cNvSpPr/>
            <p:nvPr/>
          </p:nvSpPr>
          <p:spPr>
            <a:xfrm>
              <a:off x="546595" y="1708695"/>
              <a:ext cx="8234974" cy="3277609"/>
            </a:xfrm>
            <a:custGeom>
              <a:avLst/>
              <a:pathLst>
                <a:path w="8234974" h="3277609">
                  <a:moveTo>
                    <a:pt x="0" y="5444"/>
                  </a:moveTo>
                  <a:lnTo>
                    <a:pt x="538736" y="5444"/>
                  </a:lnTo>
                  <a:lnTo>
                    <a:pt x="540009" y="5485"/>
                  </a:lnTo>
                  <a:lnTo>
                    <a:pt x="548316" y="5782"/>
                  </a:lnTo>
                  <a:lnTo>
                    <a:pt x="569042" y="6601"/>
                  </a:lnTo>
                  <a:lnTo>
                    <a:pt x="605548" y="8208"/>
                  </a:lnTo>
                  <a:lnTo>
                    <a:pt x="658852" y="10836"/>
                  </a:lnTo>
                  <a:lnTo>
                    <a:pt x="727604" y="14653"/>
                  </a:lnTo>
                  <a:lnTo>
                    <a:pt x="808533" y="19755"/>
                  </a:lnTo>
                  <a:lnTo>
                    <a:pt x="897290" y="26163"/>
                  </a:lnTo>
                  <a:lnTo>
                    <a:pt x="989377" y="33858"/>
                  </a:lnTo>
                  <a:lnTo>
                    <a:pt x="1080896" y="42810"/>
                  </a:lnTo>
                  <a:lnTo>
                    <a:pt x="1168948" y="53006"/>
                  </a:lnTo>
                  <a:lnTo>
                    <a:pt x="1251722" y="64479"/>
                  </a:lnTo>
                  <a:lnTo>
                    <a:pt x="1328362" y="77312"/>
                  </a:lnTo>
                  <a:lnTo>
                    <a:pt x="1398754" y="91647"/>
                  </a:lnTo>
                  <a:lnTo>
                    <a:pt x="1463290" y="107686"/>
                  </a:lnTo>
                  <a:lnTo>
                    <a:pt x="1522681" y="125674"/>
                  </a:lnTo>
                  <a:lnTo>
                    <a:pt x="1577809" y="145899"/>
                  </a:lnTo>
                  <a:lnTo>
                    <a:pt x="1629617" y="168652"/>
                  </a:lnTo>
                  <a:lnTo>
                    <a:pt x="1679024" y="194189"/>
                  </a:lnTo>
                  <a:lnTo>
                    <a:pt x="1719082" y="217781"/>
                  </a:lnTo>
                  <a:lnTo>
                    <a:pt x="1764698" y="247727"/>
                  </a:lnTo>
                  <a:lnTo>
                    <a:pt x="1809868" y="280498"/>
                  </a:lnTo>
                  <a:lnTo>
                    <a:pt x="1855005" y="316139"/>
                  </a:lnTo>
                  <a:lnTo>
                    <a:pt x="1900399" y="354620"/>
                  </a:lnTo>
                  <a:lnTo>
                    <a:pt x="1946241" y="395816"/>
                  </a:lnTo>
                  <a:lnTo>
                    <a:pt x="1992625" y="439506"/>
                  </a:lnTo>
                  <a:lnTo>
                    <a:pt x="2039565" y="485371"/>
                  </a:lnTo>
                  <a:lnTo>
                    <a:pt x="2087003" y="533000"/>
                  </a:lnTo>
                  <a:lnTo>
                    <a:pt x="2134821" y="581900"/>
                  </a:lnTo>
                  <a:lnTo>
                    <a:pt x="2182864" y="631518"/>
                  </a:lnTo>
                  <a:lnTo>
                    <a:pt x="2230947" y="681268"/>
                  </a:lnTo>
                  <a:lnTo>
                    <a:pt x="2278885" y="730554"/>
                  </a:lnTo>
                  <a:lnTo>
                    <a:pt x="2326507" y="778806"/>
                  </a:lnTo>
                  <a:lnTo>
                    <a:pt x="2373677" y="825502"/>
                  </a:lnTo>
                  <a:lnTo>
                    <a:pt x="2420308" y="870192"/>
                  </a:lnTo>
                  <a:lnTo>
                    <a:pt x="2466381" y="912517"/>
                  </a:lnTo>
                  <a:lnTo>
                    <a:pt x="2511955" y="952211"/>
                  </a:lnTo>
                  <a:lnTo>
                    <a:pt x="2557175" y="989109"/>
                  </a:lnTo>
                  <a:lnTo>
                    <a:pt x="2602287" y="1023139"/>
                  </a:lnTo>
                  <a:lnTo>
                    <a:pt x="2647648" y="1054315"/>
                  </a:lnTo>
                  <a:lnTo>
                    <a:pt x="2667772" y="1067128"/>
                  </a:lnTo>
                  <a:lnTo>
                    <a:pt x="2715802" y="1095106"/>
                  </a:lnTo>
                  <a:lnTo>
                    <a:pt x="2765544" y="1120173"/>
                  </a:lnTo>
                  <a:lnTo>
                    <a:pt x="2817831" y="1142492"/>
                  </a:lnTo>
                  <a:lnTo>
                    <a:pt x="2873593" y="1162329"/>
                  </a:lnTo>
                  <a:lnTo>
                    <a:pt x="2933771" y="1179980"/>
                  </a:lnTo>
                  <a:lnTo>
                    <a:pt x="2999225" y="1195723"/>
                  </a:lnTo>
                  <a:lnTo>
                    <a:pt x="3070625" y="1209800"/>
                  </a:lnTo>
                  <a:lnTo>
                    <a:pt x="3148296" y="1222402"/>
                  </a:lnTo>
                  <a:lnTo>
                    <a:pt x="3232016" y="1233661"/>
                  </a:lnTo>
                  <a:lnTo>
                    <a:pt x="3320789" y="1243652"/>
                  </a:lnTo>
                  <a:lnTo>
                    <a:pt x="3412629" y="1252399"/>
                  </a:lnTo>
                  <a:lnTo>
                    <a:pt x="3504460" y="1259886"/>
                  </a:lnTo>
                  <a:lnTo>
                    <a:pt x="3592248" y="1266080"/>
                  </a:lnTo>
                  <a:lnTo>
                    <a:pt x="3671462" y="1270968"/>
                  </a:lnTo>
                  <a:lnTo>
                    <a:pt x="3737863" y="1274582"/>
                  </a:lnTo>
                  <a:lnTo>
                    <a:pt x="3788446" y="1277029"/>
                  </a:lnTo>
                  <a:lnTo>
                    <a:pt x="3822230" y="1278490"/>
                  </a:lnTo>
                  <a:lnTo>
                    <a:pt x="3840631" y="1279205"/>
                  </a:lnTo>
                  <a:lnTo>
                    <a:pt x="3847367" y="1279441"/>
                  </a:lnTo>
                  <a:lnTo>
                    <a:pt x="3848118" y="1279465"/>
                  </a:lnTo>
                  <a:lnTo>
                    <a:pt x="4386855" y="1279465"/>
                  </a:lnTo>
                  <a:lnTo>
                    <a:pt x="4388087" y="1279528"/>
                  </a:lnTo>
                  <a:lnTo>
                    <a:pt x="4396132" y="1279977"/>
                  </a:lnTo>
                  <a:lnTo>
                    <a:pt x="4416227" y="1281219"/>
                  </a:lnTo>
                  <a:lnTo>
                    <a:pt x="4451684" y="1283656"/>
                  </a:lnTo>
                  <a:lnTo>
                    <a:pt x="4503578" y="1287645"/>
                  </a:lnTo>
                  <a:lnTo>
                    <a:pt x="4570711" y="1293447"/>
                  </a:lnTo>
                  <a:lnTo>
                    <a:pt x="4650010" y="1301213"/>
                  </a:lnTo>
                  <a:lnTo>
                    <a:pt x="4737311" y="1310983"/>
                  </a:lnTo>
                  <a:lnTo>
                    <a:pt x="4828245" y="1322732"/>
                  </a:lnTo>
                  <a:lnTo>
                    <a:pt x="4918962" y="1336410"/>
                  </a:lnTo>
                  <a:lnTo>
                    <a:pt x="5006550" y="1351998"/>
                  </a:lnTo>
                  <a:lnTo>
                    <a:pt x="5089136" y="1369532"/>
                  </a:lnTo>
                  <a:lnTo>
                    <a:pt x="5165788" y="1389130"/>
                  </a:lnTo>
                  <a:lnTo>
                    <a:pt x="5236310" y="1410996"/>
                  </a:lnTo>
                  <a:lnTo>
                    <a:pt x="5301020" y="1435420"/>
                  </a:lnTo>
                  <a:lnTo>
                    <a:pt x="5360568" y="1462767"/>
                  </a:lnTo>
                  <a:lnTo>
                    <a:pt x="5415787" y="1493462"/>
                  </a:lnTo>
                  <a:lnTo>
                    <a:pt x="5467583" y="1527952"/>
                  </a:lnTo>
                  <a:lnTo>
                    <a:pt x="5516858" y="1566644"/>
                  </a:lnTo>
                  <a:lnTo>
                    <a:pt x="5564425" y="1609795"/>
                  </a:lnTo>
                  <a:lnTo>
                    <a:pt x="5567201" y="1612489"/>
                  </a:lnTo>
                  <a:lnTo>
                    <a:pt x="5607485" y="1653706"/>
                  </a:lnTo>
                  <a:lnTo>
                    <a:pt x="5647379" y="1698359"/>
                  </a:lnTo>
                  <a:lnTo>
                    <a:pt x="5687182" y="1746516"/>
                  </a:lnTo>
                  <a:lnTo>
                    <a:pt x="5727117" y="1798167"/>
                  </a:lnTo>
                  <a:lnTo>
                    <a:pt x="5767342" y="1853222"/>
                  </a:lnTo>
                  <a:lnTo>
                    <a:pt x="5807955" y="1911499"/>
                  </a:lnTo>
                  <a:lnTo>
                    <a:pt x="5849002" y="1972721"/>
                  </a:lnTo>
                  <a:lnTo>
                    <a:pt x="5890477" y="2036520"/>
                  </a:lnTo>
                  <a:lnTo>
                    <a:pt x="5932337" y="2102442"/>
                  </a:lnTo>
                  <a:lnTo>
                    <a:pt x="5974500" y="2169954"/>
                  </a:lnTo>
                  <a:lnTo>
                    <a:pt x="6016861" y="2238468"/>
                  </a:lnTo>
                  <a:lnTo>
                    <a:pt x="6059298" y="2307356"/>
                  </a:lnTo>
                  <a:lnTo>
                    <a:pt x="6101680" y="2375975"/>
                  </a:lnTo>
                  <a:lnTo>
                    <a:pt x="6143883" y="2443693"/>
                  </a:lnTo>
                  <a:lnTo>
                    <a:pt x="6185799" y="2509912"/>
                  </a:lnTo>
                  <a:lnTo>
                    <a:pt x="6227341" y="2574092"/>
                  </a:lnTo>
                  <a:lnTo>
                    <a:pt x="6268459" y="2635763"/>
                  </a:lnTo>
                  <a:lnTo>
                    <a:pt x="6309141" y="2694542"/>
                  </a:lnTo>
                  <a:lnTo>
                    <a:pt x="6349425" y="2750138"/>
                  </a:lnTo>
                  <a:lnTo>
                    <a:pt x="6389398" y="2802355"/>
                  </a:lnTo>
                  <a:lnTo>
                    <a:pt x="6429209" y="2851085"/>
                  </a:lnTo>
                  <a:lnTo>
                    <a:pt x="6469070" y="2896308"/>
                  </a:lnTo>
                  <a:lnTo>
                    <a:pt x="6509266" y="2938079"/>
                  </a:lnTo>
                  <a:lnTo>
                    <a:pt x="6515891" y="2944585"/>
                  </a:lnTo>
                  <a:lnTo>
                    <a:pt x="6563379" y="2988001"/>
                  </a:lnTo>
                  <a:lnTo>
                    <a:pt x="6612531" y="3026952"/>
                  </a:lnTo>
                  <a:lnTo>
                    <a:pt x="6664154" y="3061681"/>
                  </a:lnTo>
                  <a:lnTo>
                    <a:pt x="6719144" y="3092588"/>
                  </a:lnTo>
                  <a:lnTo>
                    <a:pt x="6778412" y="3120121"/>
                  </a:lnTo>
                  <a:lnTo>
                    <a:pt x="6842796" y="3144707"/>
                  </a:lnTo>
                  <a:lnTo>
                    <a:pt x="6912960" y="3166715"/>
                  </a:lnTo>
                  <a:lnTo>
                    <a:pt x="6989249" y="3186441"/>
                  </a:lnTo>
                  <a:lnTo>
                    <a:pt x="7071502" y="3204093"/>
                  </a:lnTo>
                  <a:lnTo>
                    <a:pt x="7158836" y="3219794"/>
                  </a:lnTo>
                  <a:lnTo>
                    <a:pt x="7249439" y="3233586"/>
                  </a:lnTo>
                  <a:lnTo>
                    <a:pt x="7340459" y="3245450"/>
                  </a:lnTo>
                  <a:lnTo>
                    <a:pt x="7428094" y="3255339"/>
                  </a:lnTo>
                  <a:lnTo>
                    <a:pt x="7507989" y="3263223"/>
                  </a:lnTo>
                  <a:lnTo>
                    <a:pt x="7575942" y="3269139"/>
                  </a:lnTo>
                  <a:lnTo>
                    <a:pt x="7628793" y="3273228"/>
                  </a:lnTo>
                  <a:lnTo>
                    <a:pt x="7665216" y="3275748"/>
                  </a:lnTo>
                  <a:lnTo>
                    <a:pt x="7686149" y="3277050"/>
                  </a:lnTo>
                  <a:lnTo>
                    <a:pt x="7694779" y="3277534"/>
                  </a:lnTo>
                  <a:lnTo>
                    <a:pt x="7696237" y="3277609"/>
                  </a:lnTo>
                  <a:lnTo>
                    <a:pt x="8234974" y="3277609"/>
                  </a:lnTo>
                  <a:lnTo>
                    <a:pt x="8234974" y="3272165"/>
                  </a:lnTo>
                  <a:lnTo>
                    <a:pt x="7696237" y="3272165"/>
                  </a:lnTo>
                  <a:lnTo>
                    <a:pt x="7695006" y="3272102"/>
                  </a:lnTo>
                  <a:lnTo>
                    <a:pt x="7686961" y="3271653"/>
                  </a:lnTo>
                  <a:lnTo>
                    <a:pt x="7666865" y="3270411"/>
                  </a:lnTo>
                  <a:lnTo>
                    <a:pt x="7631408" y="3267974"/>
                  </a:lnTo>
                  <a:lnTo>
                    <a:pt x="7579514" y="3263985"/>
                  </a:lnTo>
                  <a:lnTo>
                    <a:pt x="7512382" y="3258182"/>
                  </a:lnTo>
                  <a:lnTo>
                    <a:pt x="7433082" y="3250417"/>
                  </a:lnTo>
                  <a:lnTo>
                    <a:pt x="7345781" y="3240646"/>
                  </a:lnTo>
                  <a:lnTo>
                    <a:pt x="7254847" y="3228898"/>
                  </a:lnTo>
                  <a:lnTo>
                    <a:pt x="7164130" y="3215219"/>
                  </a:lnTo>
                  <a:lnTo>
                    <a:pt x="7076543" y="3199632"/>
                  </a:lnTo>
                  <a:lnTo>
                    <a:pt x="6993957" y="3182097"/>
                  </a:lnTo>
                  <a:lnTo>
                    <a:pt x="6917304" y="3162499"/>
                  </a:lnTo>
                  <a:lnTo>
                    <a:pt x="6846783" y="3140633"/>
                  </a:lnTo>
                  <a:lnTo>
                    <a:pt x="6782072" y="3116210"/>
                  </a:lnTo>
                  <a:lnTo>
                    <a:pt x="6722524" y="3088863"/>
                  </a:lnTo>
                  <a:lnTo>
                    <a:pt x="6667306" y="3058168"/>
                  </a:lnTo>
                  <a:lnTo>
                    <a:pt x="6615510" y="3023677"/>
                  </a:lnTo>
                  <a:lnTo>
                    <a:pt x="6566234" y="2984985"/>
                  </a:lnTo>
                  <a:lnTo>
                    <a:pt x="6518668" y="2941835"/>
                  </a:lnTo>
                  <a:lnTo>
                    <a:pt x="6515891" y="2939141"/>
                  </a:lnTo>
                  <a:lnTo>
                    <a:pt x="6475607" y="2897924"/>
                  </a:lnTo>
                  <a:lnTo>
                    <a:pt x="6435713" y="2853270"/>
                  </a:lnTo>
                  <a:lnTo>
                    <a:pt x="6395911" y="2805114"/>
                  </a:lnTo>
                  <a:lnTo>
                    <a:pt x="6355976" y="2753462"/>
                  </a:lnTo>
                  <a:lnTo>
                    <a:pt x="6315750" y="2698407"/>
                  </a:lnTo>
                  <a:lnTo>
                    <a:pt x="6275137" y="2640131"/>
                  </a:lnTo>
                  <a:lnTo>
                    <a:pt x="6234091" y="2578909"/>
                  </a:lnTo>
                  <a:lnTo>
                    <a:pt x="6192615" y="2515109"/>
                  </a:lnTo>
                  <a:lnTo>
                    <a:pt x="6150756" y="2449188"/>
                  </a:lnTo>
                  <a:lnTo>
                    <a:pt x="6108592" y="2381675"/>
                  </a:lnTo>
                  <a:lnTo>
                    <a:pt x="6066231" y="2313161"/>
                  </a:lnTo>
                  <a:lnTo>
                    <a:pt x="6023795" y="2244274"/>
                  </a:lnTo>
                  <a:lnTo>
                    <a:pt x="5981413" y="2175655"/>
                  </a:lnTo>
                  <a:lnTo>
                    <a:pt x="5939209" y="2107937"/>
                  </a:lnTo>
                  <a:lnTo>
                    <a:pt x="5897294" y="2041717"/>
                  </a:lnTo>
                  <a:lnTo>
                    <a:pt x="5855751" y="1977538"/>
                  </a:lnTo>
                  <a:lnTo>
                    <a:pt x="5814633" y="1915867"/>
                  </a:lnTo>
                  <a:lnTo>
                    <a:pt x="5773951" y="1857088"/>
                  </a:lnTo>
                  <a:lnTo>
                    <a:pt x="5733668" y="1801491"/>
                  </a:lnTo>
                  <a:lnTo>
                    <a:pt x="5693694" y="1749275"/>
                  </a:lnTo>
                  <a:lnTo>
                    <a:pt x="5653883" y="1700545"/>
                  </a:lnTo>
                  <a:lnTo>
                    <a:pt x="5614023" y="1655321"/>
                  </a:lnTo>
                  <a:lnTo>
                    <a:pt x="5573827" y="1613550"/>
                  </a:lnTo>
                  <a:lnTo>
                    <a:pt x="5567201" y="1607045"/>
                  </a:lnTo>
                  <a:lnTo>
                    <a:pt x="5519714" y="1563628"/>
                  </a:lnTo>
                  <a:lnTo>
                    <a:pt x="5470561" y="1524677"/>
                  </a:lnTo>
                  <a:lnTo>
                    <a:pt x="5418938" y="1489949"/>
                  </a:lnTo>
                  <a:lnTo>
                    <a:pt x="5363948" y="1459042"/>
                  </a:lnTo>
                  <a:lnTo>
                    <a:pt x="5304681" y="1431508"/>
                  </a:lnTo>
                  <a:lnTo>
                    <a:pt x="5240297" y="1406923"/>
                  </a:lnTo>
                  <a:lnTo>
                    <a:pt x="5170132" y="1384914"/>
                  </a:lnTo>
                  <a:lnTo>
                    <a:pt x="5093843" y="1365188"/>
                  </a:lnTo>
                  <a:lnTo>
                    <a:pt x="5011590" y="1347536"/>
                  </a:lnTo>
                  <a:lnTo>
                    <a:pt x="4924257" y="1331835"/>
                  </a:lnTo>
                  <a:lnTo>
                    <a:pt x="4833654" y="1318043"/>
                  </a:lnTo>
                  <a:lnTo>
                    <a:pt x="4742634" y="1306179"/>
                  </a:lnTo>
                  <a:lnTo>
                    <a:pt x="4654998" y="1296291"/>
                  </a:lnTo>
                  <a:lnTo>
                    <a:pt x="4575103" y="1288407"/>
                  </a:lnTo>
                  <a:lnTo>
                    <a:pt x="4507150" y="1282491"/>
                  </a:lnTo>
                  <a:lnTo>
                    <a:pt x="4454299" y="1278401"/>
                  </a:lnTo>
                  <a:lnTo>
                    <a:pt x="4417877" y="1275881"/>
                  </a:lnTo>
                  <a:lnTo>
                    <a:pt x="4396943" y="1274580"/>
                  </a:lnTo>
                  <a:lnTo>
                    <a:pt x="4388313" y="1274095"/>
                  </a:lnTo>
                  <a:lnTo>
                    <a:pt x="4386855" y="1274020"/>
                  </a:lnTo>
                  <a:lnTo>
                    <a:pt x="3848118" y="1274020"/>
                  </a:lnTo>
                  <a:lnTo>
                    <a:pt x="3846846" y="1273979"/>
                  </a:lnTo>
                  <a:lnTo>
                    <a:pt x="3838538" y="1273683"/>
                  </a:lnTo>
                  <a:lnTo>
                    <a:pt x="3817813" y="1272864"/>
                  </a:lnTo>
                  <a:lnTo>
                    <a:pt x="3781307" y="1271257"/>
                  </a:lnTo>
                  <a:lnTo>
                    <a:pt x="3728002" y="1268629"/>
                  </a:lnTo>
                  <a:lnTo>
                    <a:pt x="3659251" y="1264811"/>
                  </a:lnTo>
                  <a:lnTo>
                    <a:pt x="3578321" y="1259710"/>
                  </a:lnTo>
                  <a:lnTo>
                    <a:pt x="3489565" y="1253302"/>
                  </a:lnTo>
                  <a:lnTo>
                    <a:pt x="3397477" y="1245606"/>
                  </a:lnTo>
                  <a:lnTo>
                    <a:pt x="3305959" y="1236655"/>
                  </a:lnTo>
                  <a:lnTo>
                    <a:pt x="3217906" y="1226458"/>
                  </a:lnTo>
                  <a:lnTo>
                    <a:pt x="3135133" y="1214986"/>
                  </a:lnTo>
                  <a:lnTo>
                    <a:pt x="3058492" y="1202153"/>
                  </a:lnTo>
                  <a:lnTo>
                    <a:pt x="2988101" y="1187817"/>
                  </a:lnTo>
                  <a:lnTo>
                    <a:pt x="2923564" y="1171779"/>
                  </a:lnTo>
                  <a:lnTo>
                    <a:pt x="2864173" y="1153790"/>
                  </a:lnTo>
                  <a:lnTo>
                    <a:pt x="2809045" y="1133566"/>
                  </a:lnTo>
                  <a:lnTo>
                    <a:pt x="2757238" y="1110813"/>
                  </a:lnTo>
                  <a:lnTo>
                    <a:pt x="2707830" y="1085275"/>
                  </a:lnTo>
                  <a:lnTo>
                    <a:pt x="2667772" y="1061684"/>
                  </a:lnTo>
                  <a:lnTo>
                    <a:pt x="2622156" y="1031737"/>
                  </a:lnTo>
                  <a:lnTo>
                    <a:pt x="2576986" y="998967"/>
                  </a:lnTo>
                  <a:lnTo>
                    <a:pt x="2531850" y="963325"/>
                  </a:lnTo>
                  <a:lnTo>
                    <a:pt x="2486455" y="924845"/>
                  </a:lnTo>
                  <a:lnTo>
                    <a:pt x="2440614" y="883649"/>
                  </a:lnTo>
                  <a:lnTo>
                    <a:pt x="2394229" y="839959"/>
                  </a:lnTo>
                  <a:lnTo>
                    <a:pt x="2347289" y="794093"/>
                  </a:lnTo>
                  <a:lnTo>
                    <a:pt x="2299852" y="746464"/>
                  </a:lnTo>
                  <a:lnTo>
                    <a:pt x="2252033" y="697565"/>
                  </a:lnTo>
                  <a:lnTo>
                    <a:pt x="2203991" y="647946"/>
                  </a:lnTo>
                  <a:lnTo>
                    <a:pt x="2155908" y="598197"/>
                  </a:lnTo>
                  <a:lnTo>
                    <a:pt x="2107969" y="548910"/>
                  </a:lnTo>
                  <a:lnTo>
                    <a:pt x="2060347" y="500659"/>
                  </a:lnTo>
                  <a:lnTo>
                    <a:pt x="2013178" y="453963"/>
                  </a:lnTo>
                  <a:lnTo>
                    <a:pt x="1966547" y="409272"/>
                  </a:lnTo>
                  <a:lnTo>
                    <a:pt x="1920473" y="366948"/>
                  </a:lnTo>
                  <a:lnTo>
                    <a:pt x="1874900" y="327253"/>
                  </a:lnTo>
                  <a:lnTo>
                    <a:pt x="1829679" y="290355"/>
                  </a:lnTo>
                  <a:lnTo>
                    <a:pt x="1784568" y="256325"/>
                  </a:lnTo>
                  <a:lnTo>
                    <a:pt x="1739207" y="225149"/>
                  </a:lnTo>
                  <a:lnTo>
                    <a:pt x="1719082" y="212336"/>
                  </a:lnTo>
                  <a:lnTo>
                    <a:pt x="1671052" y="184359"/>
                  </a:lnTo>
                  <a:lnTo>
                    <a:pt x="1621311" y="159292"/>
                  </a:lnTo>
                  <a:lnTo>
                    <a:pt x="1569024" y="136973"/>
                  </a:lnTo>
                  <a:lnTo>
                    <a:pt x="1513261" y="117135"/>
                  </a:lnTo>
                  <a:lnTo>
                    <a:pt x="1453084" y="99485"/>
                  </a:lnTo>
                  <a:lnTo>
                    <a:pt x="1387630" y="83742"/>
                  </a:lnTo>
                  <a:lnTo>
                    <a:pt x="1316230" y="69665"/>
                  </a:lnTo>
                  <a:lnTo>
                    <a:pt x="1238559" y="57063"/>
                  </a:lnTo>
                  <a:lnTo>
                    <a:pt x="1154838" y="45804"/>
                  </a:lnTo>
                  <a:lnTo>
                    <a:pt x="1066066" y="35812"/>
                  </a:lnTo>
                  <a:lnTo>
                    <a:pt x="974226" y="27065"/>
                  </a:lnTo>
                  <a:lnTo>
                    <a:pt x="882394" y="19579"/>
                  </a:lnTo>
                  <a:lnTo>
                    <a:pt x="794606" y="13384"/>
                  </a:lnTo>
                  <a:lnTo>
                    <a:pt x="715392" y="8497"/>
                  </a:lnTo>
                  <a:lnTo>
                    <a:pt x="648991" y="4882"/>
                  </a:lnTo>
                  <a:lnTo>
                    <a:pt x="598409" y="2435"/>
                  </a:lnTo>
                  <a:lnTo>
                    <a:pt x="564625" y="975"/>
                  </a:lnTo>
                  <a:lnTo>
                    <a:pt x="546224" y="260"/>
                  </a:lnTo>
                  <a:lnTo>
                    <a:pt x="539487" y="2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546595" y="1714139"/>
              <a:ext cx="8234974" cy="3272165"/>
            </a:xfrm>
            <a:custGeom>
              <a:avLst/>
              <a:pathLst>
                <a:path w="8234974" h="3272165">
                  <a:moveTo>
                    <a:pt x="0" y="0"/>
                  </a:moveTo>
                  <a:lnTo>
                    <a:pt x="538736" y="0"/>
                  </a:lnTo>
                  <a:lnTo>
                    <a:pt x="540009" y="41"/>
                  </a:lnTo>
                  <a:lnTo>
                    <a:pt x="548316" y="337"/>
                  </a:lnTo>
                  <a:lnTo>
                    <a:pt x="569042" y="1156"/>
                  </a:lnTo>
                  <a:lnTo>
                    <a:pt x="605548" y="2763"/>
                  </a:lnTo>
                  <a:lnTo>
                    <a:pt x="658852" y="5391"/>
                  </a:lnTo>
                  <a:lnTo>
                    <a:pt x="727604" y="9209"/>
                  </a:lnTo>
                  <a:lnTo>
                    <a:pt x="808533" y="14310"/>
                  </a:lnTo>
                  <a:lnTo>
                    <a:pt x="897290" y="20718"/>
                  </a:lnTo>
                  <a:lnTo>
                    <a:pt x="989377" y="28414"/>
                  </a:lnTo>
                  <a:lnTo>
                    <a:pt x="1080896" y="37365"/>
                  </a:lnTo>
                  <a:lnTo>
                    <a:pt x="1168948" y="47562"/>
                  </a:lnTo>
                  <a:lnTo>
                    <a:pt x="1251722" y="59034"/>
                  </a:lnTo>
                  <a:lnTo>
                    <a:pt x="1328362" y="71867"/>
                  </a:lnTo>
                  <a:lnTo>
                    <a:pt x="1398754" y="86203"/>
                  </a:lnTo>
                  <a:lnTo>
                    <a:pt x="1463290" y="102241"/>
                  </a:lnTo>
                  <a:lnTo>
                    <a:pt x="1522681" y="120230"/>
                  </a:lnTo>
                  <a:lnTo>
                    <a:pt x="1577809" y="140454"/>
                  </a:lnTo>
                  <a:lnTo>
                    <a:pt x="1629617" y="163207"/>
                  </a:lnTo>
                  <a:lnTo>
                    <a:pt x="1679024" y="188745"/>
                  </a:lnTo>
                  <a:lnTo>
                    <a:pt x="1719082" y="212336"/>
                  </a:lnTo>
                  <a:lnTo>
                    <a:pt x="1764698" y="242283"/>
                  </a:lnTo>
                  <a:lnTo>
                    <a:pt x="1809868" y="275053"/>
                  </a:lnTo>
                  <a:lnTo>
                    <a:pt x="1855005" y="310695"/>
                  </a:lnTo>
                  <a:lnTo>
                    <a:pt x="1900399" y="349175"/>
                  </a:lnTo>
                  <a:lnTo>
                    <a:pt x="1946241" y="390371"/>
                  </a:lnTo>
                  <a:lnTo>
                    <a:pt x="1992625" y="434061"/>
                  </a:lnTo>
                  <a:lnTo>
                    <a:pt x="2039565" y="479927"/>
                  </a:lnTo>
                  <a:lnTo>
                    <a:pt x="2087003" y="527556"/>
                  </a:lnTo>
                  <a:lnTo>
                    <a:pt x="2134821" y="576455"/>
                  </a:lnTo>
                  <a:lnTo>
                    <a:pt x="2182864" y="626074"/>
                  </a:lnTo>
                  <a:lnTo>
                    <a:pt x="2230947" y="675823"/>
                  </a:lnTo>
                  <a:lnTo>
                    <a:pt x="2278885" y="725110"/>
                  </a:lnTo>
                  <a:lnTo>
                    <a:pt x="2326507" y="773361"/>
                  </a:lnTo>
                  <a:lnTo>
                    <a:pt x="2373677" y="820057"/>
                  </a:lnTo>
                  <a:lnTo>
                    <a:pt x="2420308" y="864748"/>
                  </a:lnTo>
                  <a:lnTo>
                    <a:pt x="2466381" y="907072"/>
                  </a:lnTo>
                  <a:lnTo>
                    <a:pt x="2511955" y="946767"/>
                  </a:lnTo>
                  <a:lnTo>
                    <a:pt x="2557175" y="983665"/>
                  </a:lnTo>
                  <a:lnTo>
                    <a:pt x="2602287" y="1017695"/>
                  </a:lnTo>
                  <a:lnTo>
                    <a:pt x="2647648" y="1048871"/>
                  </a:lnTo>
                  <a:lnTo>
                    <a:pt x="2667772" y="1061684"/>
                  </a:lnTo>
                  <a:lnTo>
                    <a:pt x="2715802" y="1089661"/>
                  </a:lnTo>
                  <a:lnTo>
                    <a:pt x="2765544" y="1114728"/>
                  </a:lnTo>
                  <a:lnTo>
                    <a:pt x="2817831" y="1137047"/>
                  </a:lnTo>
                  <a:lnTo>
                    <a:pt x="2873593" y="1156885"/>
                  </a:lnTo>
                  <a:lnTo>
                    <a:pt x="2933771" y="1174535"/>
                  </a:lnTo>
                  <a:lnTo>
                    <a:pt x="2999225" y="1190278"/>
                  </a:lnTo>
                  <a:lnTo>
                    <a:pt x="3070625" y="1204355"/>
                  </a:lnTo>
                  <a:lnTo>
                    <a:pt x="3148296" y="1216957"/>
                  </a:lnTo>
                  <a:lnTo>
                    <a:pt x="3232016" y="1228216"/>
                  </a:lnTo>
                  <a:lnTo>
                    <a:pt x="3320789" y="1238208"/>
                  </a:lnTo>
                  <a:lnTo>
                    <a:pt x="3412629" y="1246955"/>
                  </a:lnTo>
                  <a:lnTo>
                    <a:pt x="3504460" y="1254441"/>
                  </a:lnTo>
                  <a:lnTo>
                    <a:pt x="3592248" y="1260636"/>
                  </a:lnTo>
                  <a:lnTo>
                    <a:pt x="3671462" y="1265523"/>
                  </a:lnTo>
                  <a:lnTo>
                    <a:pt x="3737863" y="1269138"/>
                  </a:lnTo>
                  <a:lnTo>
                    <a:pt x="3788446" y="1271585"/>
                  </a:lnTo>
                  <a:lnTo>
                    <a:pt x="3822230" y="1273045"/>
                  </a:lnTo>
                  <a:lnTo>
                    <a:pt x="3840631" y="1273760"/>
                  </a:lnTo>
                  <a:lnTo>
                    <a:pt x="3847367" y="1273996"/>
                  </a:lnTo>
                  <a:lnTo>
                    <a:pt x="3848118" y="1274020"/>
                  </a:lnTo>
                  <a:lnTo>
                    <a:pt x="4386855" y="1274020"/>
                  </a:lnTo>
                  <a:lnTo>
                    <a:pt x="4388087" y="1274083"/>
                  </a:lnTo>
                  <a:lnTo>
                    <a:pt x="4396132" y="1274532"/>
                  </a:lnTo>
                  <a:lnTo>
                    <a:pt x="4416227" y="1275774"/>
                  </a:lnTo>
                  <a:lnTo>
                    <a:pt x="4451684" y="1278212"/>
                  </a:lnTo>
                  <a:lnTo>
                    <a:pt x="4503578" y="1282200"/>
                  </a:lnTo>
                  <a:lnTo>
                    <a:pt x="4570711" y="1288003"/>
                  </a:lnTo>
                  <a:lnTo>
                    <a:pt x="4650010" y="1295768"/>
                  </a:lnTo>
                  <a:lnTo>
                    <a:pt x="4737311" y="1305539"/>
                  </a:lnTo>
                  <a:lnTo>
                    <a:pt x="4828245" y="1317287"/>
                  </a:lnTo>
                  <a:lnTo>
                    <a:pt x="4918962" y="1330966"/>
                  </a:lnTo>
                  <a:lnTo>
                    <a:pt x="5006550" y="1346553"/>
                  </a:lnTo>
                  <a:lnTo>
                    <a:pt x="5089136" y="1364088"/>
                  </a:lnTo>
                  <a:lnTo>
                    <a:pt x="5165788" y="1383686"/>
                  </a:lnTo>
                  <a:lnTo>
                    <a:pt x="5236310" y="1405552"/>
                  </a:lnTo>
                  <a:lnTo>
                    <a:pt x="5301020" y="1429975"/>
                  </a:lnTo>
                  <a:lnTo>
                    <a:pt x="5360568" y="1457322"/>
                  </a:lnTo>
                  <a:lnTo>
                    <a:pt x="5415787" y="1488017"/>
                  </a:lnTo>
                  <a:lnTo>
                    <a:pt x="5467583" y="1522508"/>
                  </a:lnTo>
                  <a:lnTo>
                    <a:pt x="5516858" y="1561200"/>
                  </a:lnTo>
                  <a:lnTo>
                    <a:pt x="5564425" y="1604350"/>
                  </a:lnTo>
                  <a:lnTo>
                    <a:pt x="5567201" y="1607045"/>
                  </a:lnTo>
                  <a:lnTo>
                    <a:pt x="5607485" y="1648261"/>
                  </a:lnTo>
                  <a:lnTo>
                    <a:pt x="5647379" y="1692915"/>
                  </a:lnTo>
                  <a:lnTo>
                    <a:pt x="5687182" y="1741071"/>
                  </a:lnTo>
                  <a:lnTo>
                    <a:pt x="5727117" y="1792723"/>
                  </a:lnTo>
                  <a:lnTo>
                    <a:pt x="5767342" y="1847778"/>
                  </a:lnTo>
                  <a:lnTo>
                    <a:pt x="5807955" y="1906054"/>
                  </a:lnTo>
                  <a:lnTo>
                    <a:pt x="5849002" y="1967276"/>
                  </a:lnTo>
                  <a:lnTo>
                    <a:pt x="5890477" y="2031076"/>
                  </a:lnTo>
                  <a:lnTo>
                    <a:pt x="5932337" y="2096997"/>
                  </a:lnTo>
                  <a:lnTo>
                    <a:pt x="5974500" y="2164510"/>
                  </a:lnTo>
                  <a:lnTo>
                    <a:pt x="6016861" y="2233024"/>
                  </a:lnTo>
                  <a:lnTo>
                    <a:pt x="6059298" y="2301911"/>
                  </a:lnTo>
                  <a:lnTo>
                    <a:pt x="6101680" y="2370530"/>
                  </a:lnTo>
                  <a:lnTo>
                    <a:pt x="6143883" y="2438248"/>
                  </a:lnTo>
                  <a:lnTo>
                    <a:pt x="6185799" y="2504468"/>
                  </a:lnTo>
                  <a:lnTo>
                    <a:pt x="6227341" y="2568647"/>
                  </a:lnTo>
                  <a:lnTo>
                    <a:pt x="6268459" y="2630318"/>
                  </a:lnTo>
                  <a:lnTo>
                    <a:pt x="6309141" y="2689097"/>
                  </a:lnTo>
                  <a:lnTo>
                    <a:pt x="6349425" y="2744694"/>
                  </a:lnTo>
                  <a:lnTo>
                    <a:pt x="6389398" y="2796910"/>
                  </a:lnTo>
                  <a:lnTo>
                    <a:pt x="6429209" y="2845640"/>
                  </a:lnTo>
                  <a:lnTo>
                    <a:pt x="6469070" y="2890864"/>
                  </a:lnTo>
                  <a:lnTo>
                    <a:pt x="6509266" y="2932635"/>
                  </a:lnTo>
                  <a:lnTo>
                    <a:pt x="6515891" y="2939141"/>
                  </a:lnTo>
                  <a:lnTo>
                    <a:pt x="6563379" y="2982557"/>
                  </a:lnTo>
                  <a:lnTo>
                    <a:pt x="6612531" y="3021508"/>
                  </a:lnTo>
                  <a:lnTo>
                    <a:pt x="6664154" y="3056236"/>
                  </a:lnTo>
                  <a:lnTo>
                    <a:pt x="6719144" y="3087143"/>
                  </a:lnTo>
                  <a:lnTo>
                    <a:pt x="6778412" y="3114677"/>
                  </a:lnTo>
                  <a:lnTo>
                    <a:pt x="6842796" y="3139262"/>
                  </a:lnTo>
                  <a:lnTo>
                    <a:pt x="6912960" y="3161271"/>
                  </a:lnTo>
                  <a:lnTo>
                    <a:pt x="6989249" y="3180997"/>
                  </a:lnTo>
                  <a:lnTo>
                    <a:pt x="7071502" y="3198649"/>
                  </a:lnTo>
                  <a:lnTo>
                    <a:pt x="7158836" y="3214350"/>
                  </a:lnTo>
                  <a:lnTo>
                    <a:pt x="7249439" y="3228142"/>
                  </a:lnTo>
                  <a:lnTo>
                    <a:pt x="7340459" y="3240006"/>
                  </a:lnTo>
                  <a:lnTo>
                    <a:pt x="7428094" y="3249894"/>
                  </a:lnTo>
                  <a:lnTo>
                    <a:pt x="7507989" y="3257778"/>
                  </a:lnTo>
                  <a:lnTo>
                    <a:pt x="7575942" y="3263694"/>
                  </a:lnTo>
                  <a:lnTo>
                    <a:pt x="7628793" y="3267784"/>
                  </a:lnTo>
                  <a:lnTo>
                    <a:pt x="7665216" y="3270304"/>
                  </a:lnTo>
                  <a:lnTo>
                    <a:pt x="7686149" y="3271605"/>
                  </a:lnTo>
                  <a:lnTo>
                    <a:pt x="7694779" y="3272090"/>
                  </a:lnTo>
                  <a:lnTo>
                    <a:pt x="7696237" y="3272165"/>
                  </a:lnTo>
                  <a:lnTo>
                    <a:pt x="7696237" y="3272165"/>
                  </a:lnTo>
                  <a:lnTo>
                    <a:pt x="8234974" y="3272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546595" y="1708695"/>
              <a:ext cx="8234974" cy="3272165"/>
            </a:xfrm>
            <a:custGeom>
              <a:avLst/>
              <a:pathLst>
                <a:path w="8234974" h="3272165">
                  <a:moveTo>
                    <a:pt x="8234974" y="3272165"/>
                  </a:moveTo>
                  <a:lnTo>
                    <a:pt x="7696237" y="3272165"/>
                  </a:lnTo>
                  <a:lnTo>
                    <a:pt x="7695006" y="3272102"/>
                  </a:lnTo>
                  <a:lnTo>
                    <a:pt x="7686961" y="3271653"/>
                  </a:lnTo>
                  <a:lnTo>
                    <a:pt x="7666865" y="3270411"/>
                  </a:lnTo>
                  <a:lnTo>
                    <a:pt x="7631408" y="3267974"/>
                  </a:lnTo>
                  <a:lnTo>
                    <a:pt x="7579514" y="3263985"/>
                  </a:lnTo>
                  <a:lnTo>
                    <a:pt x="7512382" y="3258182"/>
                  </a:lnTo>
                  <a:lnTo>
                    <a:pt x="7433082" y="3250417"/>
                  </a:lnTo>
                  <a:lnTo>
                    <a:pt x="7345781" y="3240646"/>
                  </a:lnTo>
                  <a:lnTo>
                    <a:pt x="7254847" y="3228898"/>
                  </a:lnTo>
                  <a:lnTo>
                    <a:pt x="7164130" y="3215219"/>
                  </a:lnTo>
                  <a:lnTo>
                    <a:pt x="7076543" y="3199632"/>
                  </a:lnTo>
                  <a:lnTo>
                    <a:pt x="6993957" y="3182097"/>
                  </a:lnTo>
                  <a:lnTo>
                    <a:pt x="6917304" y="3162499"/>
                  </a:lnTo>
                  <a:lnTo>
                    <a:pt x="6846783" y="3140633"/>
                  </a:lnTo>
                  <a:lnTo>
                    <a:pt x="6782072" y="3116210"/>
                  </a:lnTo>
                  <a:lnTo>
                    <a:pt x="6722524" y="3088863"/>
                  </a:lnTo>
                  <a:lnTo>
                    <a:pt x="6667306" y="3058168"/>
                  </a:lnTo>
                  <a:lnTo>
                    <a:pt x="6615510" y="3023677"/>
                  </a:lnTo>
                  <a:lnTo>
                    <a:pt x="6566234" y="2984985"/>
                  </a:lnTo>
                  <a:lnTo>
                    <a:pt x="6518668" y="2941835"/>
                  </a:lnTo>
                  <a:lnTo>
                    <a:pt x="6515891" y="2939141"/>
                  </a:lnTo>
                  <a:lnTo>
                    <a:pt x="6475607" y="2897924"/>
                  </a:lnTo>
                  <a:lnTo>
                    <a:pt x="6435713" y="2853270"/>
                  </a:lnTo>
                  <a:lnTo>
                    <a:pt x="6395911" y="2805114"/>
                  </a:lnTo>
                  <a:lnTo>
                    <a:pt x="6355976" y="2753462"/>
                  </a:lnTo>
                  <a:lnTo>
                    <a:pt x="6315750" y="2698407"/>
                  </a:lnTo>
                  <a:lnTo>
                    <a:pt x="6275137" y="2640131"/>
                  </a:lnTo>
                  <a:lnTo>
                    <a:pt x="6234091" y="2578909"/>
                  </a:lnTo>
                  <a:lnTo>
                    <a:pt x="6192615" y="2515109"/>
                  </a:lnTo>
                  <a:lnTo>
                    <a:pt x="6150756" y="2449188"/>
                  </a:lnTo>
                  <a:lnTo>
                    <a:pt x="6108592" y="2381675"/>
                  </a:lnTo>
                  <a:lnTo>
                    <a:pt x="6066231" y="2313161"/>
                  </a:lnTo>
                  <a:lnTo>
                    <a:pt x="6023795" y="2244274"/>
                  </a:lnTo>
                  <a:lnTo>
                    <a:pt x="5981413" y="2175655"/>
                  </a:lnTo>
                  <a:lnTo>
                    <a:pt x="5939209" y="2107937"/>
                  </a:lnTo>
                  <a:lnTo>
                    <a:pt x="5897294" y="2041717"/>
                  </a:lnTo>
                  <a:lnTo>
                    <a:pt x="5855751" y="1977538"/>
                  </a:lnTo>
                  <a:lnTo>
                    <a:pt x="5814633" y="1915867"/>
                  </a:lnTo>
                  <a:lnTo>
                    <a:pt x="5773951" y="1857088"/>
                  </a:lnTo>
                  <a:lnTo>
                    <a:pt x="5733668" y="1801491"/>
                  </a:lnTo>
                  <a:lnTo>
                    <a:pt x="5693694" y="1749275"/>
                  </a:lnTo>
                  <a:lnTo>
                    <a:pt x="5653883" y="1700545"/>
                  </a:lnTo>
                  <a:lnTo>
                    <a:pt x="5614023" y="1655321"/>
                  </a:lnTo>
                  <a:lnTo>
                    <a:pt x="5573827" y="1613550"/>
                  </a:lnTo>
                  <a:lnTo>
                    <a:pt x="5567201" y="1607045"/>
                  </a:lnTo>
                  <a:lnTo>
                    <a:pt x="5519714" y="1563628"/>
                  </a:lnTo>
                  <a:lnTo>
                    <a:pt x="5470561" y="1524677"/>
                  </a:lnTo>
                  <a:lnTo>
                    <a:pt x="5418938" y="1489949"/>
                  </a:lnTo>
                  <a:lnTo>
                    <a:pt x="5363948" y="1459042"/>
                  </a:lnTo>
                  <a:lnTo>
                    <a:pt x="5304681" y="1431508"/>
                  </a:lnTo>
                  <a:lnTo>
                    <a:pt x="5240297" y="1406923"/>
                  </a:lnTo>
                  <a:lnTo>
                    <a:pt x="5170132" y="1384914"/>
                  </a:lnTo>
                  <a:lnTo>
                    <a:pt x="5093843" y="1365188"/>
                  </a:lnTo>
                  <a:lnTo>
                    <a:pt x="5011590" y="1347536"/>
                  </a:lnTo>
                  <a:lnTo>
                    <a:pt x="4924257" y="1331835"/>
                  </a:lnTo>
                  <a:lnTo>
                    <a:pt x="4833654" y="1318043"/>
                  </a:lnTo>
                  <a:lnTo>
                    <a:pt x="4742634" y="1306179"/>
                  </a:lnTo>
                  <a:lnTo>
                    <a:pt x="4654998" y="1296291"/>
                  </a:lnTo>
                  <a:lnTo>
                    <a:pt x="4575103" y="1288407"/>
                  </a:lnTo>
                  <a:lnTo>
                    <a:pt x="4507150" y="1282491"/>
                  </a:lnTo>
                  <a:lnTo>
                    <a:pt x="4454299" y="1278401"/>
                  </a:lnTo>
                  <a:lnTo>
                    <a:pt x="4417877" y="1275881"/>
                  </a:lnTo>
                  <a:lnTo>
                    <a:pt x="4396943" y="1274580"/>
                  </a:lnTo>
                  <a:lnTo>
                    <a:pt x="4388313" y="1274095"/>
                  </a:lnTo>
                  <a:lnTo>
                    <a:pt x="4386855" y="1274021"/>
                  </a:lnTo>
                  <a:lnTo>
                    <a:pt x="4386855" y="1274020"/>
                  </a:lnTo>
                  <a:lnTo>
                    <a:pt x="3848118" y="1274020"/>
                  </a:lnTo>
                  <a:lnTo>
                    <a:pt x="3846846" y="1273979"/>
                  </a:lnTo>
                  <a:lnTo>
                    <a:pt x="3838538" y="1273683"/>
                  </a:lnTo>
                  <a:lnTo>
                    <a:pt x="3817813" y="1272864"/>
                  </a:lnTo>
                  <a:lnTo>
                    <a:pt x="3781307" y="1271257"/>
                  </a:lnTo>
                  <a:lnTo>
                    <a:pt x="3728002" y="1268629"/>
                  </a:lnTo>
                  <a:lnTo>
                    <a:pt x="3659251" y="1264811"/>
                  </a:lnTo>
                  <a:lnTo>
                    <a:pt x="3578321" y="1259710"/>
                  </a:lnTo>
                  <a:lnTo>
                    <a:pt x="3489565" y="1253302"/>
                  </a:lnTo>
                  <a:lnTo>
                    <a:pt x="3397477" y="1245606"/>
                  </a:lnTo>
                  <a:lnTo>
                    <a:pt x="3305959" y="1236655"/>
                  </a:lnTo>
                  <a:lnTo>
                    <a:pt x="3217906" y="1226458"/>
                  </a:lnTo>
                  <a:lnTo>
                    <a:pt x="3135133" y="1214986"/>
                  </a:lnTo>
                  <a:lnTo>
                    <a:pt x="3058492" y="1202153"/>
                  </a:lnTo>
                  <a:lnTo>
                    <a:pt x="2988101" y="1187817"/>
                  </a:lnTo>
                  <a:lnTo>
                    <a:pt x="2923564" y="1171779"/>
                  </a:lnTo>
                  <a:lnTo>
                    <a:pt x="2864173" y="1153790"/>
                  </a:lnTo>
                  <a:lnTo>
                    <a:pt x="2809045" y="1133566"/>
                  </a:lnTo>
                  <a:lnTo>
                    <a:pt x="2757238" y="1110813"/>
                  </a:lnTo>
                  <a:lnTo>
                    <a:pt x="2707830" y="1085275"/>
                  </a:lnTo>
                  <a:lnTo>
                    <a:pt x="2667772" y="1061684"/>
                  </a:lnTo>
                  <a:lnTo>
                    <a:pt x="2622156" y="1031737"/>
                  </a:lnTo>
                  <a:lnTo>
                    <a:pt x="2576986" y="998967"/>
                  </a:lnTo>
                  <a:lnTo>
                    <a:pt x="2531850" y="963325"/>
                  </a:lnTo>
                  <a:lnTo>
                    <a:pt x="2486455" y="924845"/>
                  </a:lnTo>
                  <a:lnTo>
                    <a:pt x="2440614" y="883649"/>
                  </a:lnTo>
                  <a:lnTo>
                    <a:pt x="2394229" y="839959"/>
                  </a:lnTo>
                  <a:lnTo>
                    <a:pt x="2347289" y="794093"/>
                  </a:lnTo>
                  <a:lnTo>
                    <a:pt x="2299852" y="746464"/>
                  </a:lnTo>
                  <a:lnTo>
                    <a:pt x="2252033" y="697565"/>
                  </a:lnTo>
                  <a:lnTo>
                    <a:pt x="2203991" y="647946"/>
                  </a:lnTo>
                  <a:lnTo>
                    <a:pt x="2155908" y="598197"/>
                  </a:lnTo>
                  <a:lnTo>
                    <a:pt x="2107969" y="548910"/>
                  </a:lnTo>
                  <a:lnTo>
                    <a:pt x="2060347" y="500659"/>
                  </a:lnTo>
                  <a:lnTo>
                    <a:pt x="2013178" y="453963"/>
                  </a:lnTo>
                  <a:lnTo>
                    <a:pt x="1966547" y="409272"/>
                  </a:lnTo>
                  <a:lnTo>
                    <a:pt x="1920473" y="366948"/>
                  </a:lnTo>
                  <a:lnTo>
                    <a:pt x="1874900" y="327253"/>
                  </a:lnTo>
                  <a:lnTo>
                    <a:pt x="1829679" y="290355"/>
                  </a:lnTo>
                  <a:lnTo>
                    <a:pt x="1784568" y="256325"/>
                  </a:lnTo>
                  <a:lnTo>
                    <a:pt x="1739207" y="225149"/>
                  </a:lnTo>
                  <a:lnTo>
                    <a:pt x="1719082" y="212336"/>
                  </a:lnTo>
                  <a:lnTo>
                    <a:pt x="1671052" y="184359"/>
                  </a:lnTo>
                  <a:lnTo>
                    <a:pt x="1621311" y="159292"/>
                  </a:lnTo>
                  <a:lnTo>
                    <a:pt x="1569024" y="136973"/>
                  </a:lnTo>
                  <a:lnTo>
                    <a:pt x="1513261" y="117135"/>
                  </a:lnTo>
                  <a:lnTo>
                    <a:pt x="1453084" y="99485"/>
                  </a:lnTo>
                  <a:lnTo>
                    <a:pt x="1387630" y="83742"/>
                  </a:lnTo>
                  <a:lnTo>
                    <a:pt x="1316230" y="69665"/>
                  </a:lnTo>
                  <a:lnTo>
                    <a:pt x="1238559" y="57063"/>
                  </a:lnTo>
                  <a:lnTo>
                    <a:pt x="1154838" y="45804"/>
                  </a:lnTo>
                  <a:lnTo>
                    <a:pt x="1066066" y="35812"/>
                  </a:lnTo>
                  <a:lnTo>
                    <a:pt x="974226" y="27065"/>
                  </a:lnTo>
                  <a:lnTo>
                    <a:pt x="882394" y="19579"/>
                  </a:lnTo>
                  <a:lnTo>
                    <a:pt x="794606" y="13384"/>
                  </a:lnTo>
                  <a:lnTo>
                    <a:pt x="715392" y="8497"/>
                  </a:lnTo>
                  <a:lnTo>
                    <a:pt x="648991" y="4882"/>
                  </a:lnTo>
                  <a:lnTo>
                    <a:pt x="598409" y="2435"/>
                  </a:lnTo>
                  <a:lnTo>
                    <a:pt x="564625" y="975"/>
                  </a:lnTo>
                  <a:lnTo>
                    <a:pt x="546224" y="260"/>
                  </a:lnTo>
                  <a:lnTo>
                    <a:pt x="539487" y="2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6" name="pg296"/>
            <p:cNvSpPr/>
            <p:nvPr/>
          </p:nvSpPr>
          <p:spPr>
            <a:xfrm>
              <a:off x="546595" y="1714139"/>
              <a:ext cx="8234974" cy="3794840"/>
            </a:xfrm>
            <a:custGeom>
              <a:avLst/>
              <a:pathLst>
                <a:path w="8234974" h="3794840">
                  <a:moveTo>
                    <a:pt x="0" y="10889"/>
                  </a:moveTo>
                  <a:lnTo>
                    <a:pt x="538736" y="10889"/>
                  </a:lnTo>
                  <a:lnTo>
                    <a:pt x="540009" y="10930"/>
                  </a:lnTo>
                  <a:lnTo>
                    <a:pt x="548314" y="11228"/>
                  </a:lnTo>
                  <a:lnTo>
                    <a:pt x="569036" y="12050"/>
                  </a:lnTo>
                  <a:lnTo>
                    <a:pt x="605536" y="13664"/>
                  </a:lnTo>
                  <a:lnTo>
                    <a:pt x="658832" y="16302"/>
                  </a:lnTo>
                  <a:lnTo>
                    <a:pt x="727574" y="20136"/>
                  </a:lnTo>
                  <a:lnTo>
                    <a:pt x="808493" y="25258"/>
                  </a:lnTo>
                  <a:lnTo>
                    <a:pt x="897241" y="31692"/>
                  </a:lnTo>
                  <a:lnTo>
                    <a:pt x="989321" y="39419"/>
                  </a:lnTo>
                  <a:lnTo>
                    <a:pt x="1080835" y="48407"/>
                  </a:lnTo>
                  <a:lnTo>
                    <a:pt x="1168885" y="58646"/>
                  </a:lnTo>
                  <a:lnTo>
                    <a:pt x="1251657" y="70166"/>
                  </a:lnTo>
                  <a:lnTo>
                    <a:pt x="1328298" y="83051"/>
                  </a:lnTo>
                  <a:lnTo>
                    <a:pt x="1398691" y="97446"/>
                  </a:lnTo>
                  <a:lnTo>
                    <a:pt x="1463228" y="113550"/>
                  </a:lnTo>
                  <a:lnTo>
                    <a:pt x="1522620" y="131612"/>
                  </a:lnTo>
                  <a:lnTo>
                    <a:pt x="1577748" y="151919"/>
                  </a:lnTo>
                  <a:lnTo>
                    <a:pt x="1629556" y="174764"/>
                  </a:lnTo>
                  <a:lnTo>
                    <a:pt x="1678962" y="200406"/>
                  </a:lnTo>
                  <a:lnTo>
                    <a:pt x="1719082" y="224133"/>
                  </a:lnTo>
                  <a:lnTo>
                    <a:pt x="1764655" y="254177"/>
                  </a:lnTo>
                  <a:lnTo>
                    <a:pt x="1809783" y="287052"/>
                  </a:lnTo>
                  <a:lnTo>
                    <a:pt x="1854876" y="322805"/>
                  </a:lnTo>
                  <a:lnTo>
                    <a:pt x="1900226" y="361405"/>
                  </a:lnTo>
                  <a:lnTo>
                    <a:pt x="1946022" y="402726"/>
                  </a:lnTo>
                  <a:lnTo>
                    <a:pt x="1992359" y="446549"/>
                  </a:lnTo>
                  <a:lnTo>
                    <a:pt x="2039251" y="492554"/>
                  </a:lnTo>
                  <a:lnTo>
                    <a:pt x="2086640" y="540330"/>
                  </a:lnTo>
                  <a:lnTo>
                    <a:pt x="2134411" y="589384"/>
                  </a:lnTo>
                  <a:lnTo>
                    <a:pt x="2182407" y="639163"/>
                  </a:lnTo>
                  <a:lnTo>
                    <a:pt x="2230445" y="689080"/>
                  </a:lnTo>
                  <a:lnTo>
                    <a:pt x="2278340" y="738538"/>
                  </a:lnTo>
                  <a:lnTo>
                    <a:pt x="2325921" y="786965"/>
                  </a:lnTo>
                  <a:lnTo>
                    <a:pt x="2373052" y="833839"/>
                  </a:lnTo>
                  <a:lnTo>
                    <a:pt x="2419647" y="878708"/>
                  </a:lnTo>
                  <a:lnTo>
                    <a:pt x="2465685" y="921211"/>
                  </a:lnTo>
                  <a:lnTo>
                    <a:pt x="2511222" y="961080"/>
                  </a:lnTo>
                  <a:lnTo>
                    <a:pt x="2556403" y="998147"/>
                  </a:lnTo>
                  <a:lnTo>
                    <a:pt x="2601471" y="1032341"/>
                  </a:lnTo>
                  <a:lnTo>
                    <a:pt x="2646781" y="1063673"/>
                  </a:lnTo>
                  <a:lnTo>
                    <a:pt x="2667772" y="1077110"/>
                  </a:lnTo>
                  <a:lnTo>
                    <a:pt x="2715799" y="1105205"/>
                  </a:lnTo>
                  <a:lnTo>
                    <a:pt x="2765537" y="1130378"/>
                  </a:lnTo>
                  <a:lnTo>
                    <a:pt x="2817820" y="1152791"/>
                  </a:lnTo>
                  <a:lnTo>
                    <a:pt x="2873578" y="1172713"/>
                  </a:lnTo>
                  <a:lnTo>
                    <a:pt x="2933750" y="1190438"/>
                  </a:lnTo>
                  <a:lnTo>
                    <a:pt x="2999197" y="1206248"/>
                  </a:lnTo>
                  <a:lnTo>
                    <a:pt x="3070590" y="1220385"/>
                  </a:lnTo>
                  <a:lnTo>
                    <a:pt x="3148252" y="1233040"/>
                  </a:lnTo>
                  <a:lnTo>
                    <a:pt x="3231964" y="1244347"/>
                  </a:lnTo>
                  <a:lnTo>
                    <a:pt x="3320728" y="1254382"/>
                  </a:lnTo>
                  <a:lnTo>
                    <a:pt x="3412561" y="1263167"/>
                  </a:lnTo>
                  <a:lnTo>
                    <a:pt x="3504387" y="1270686"/>
                  </a:lnTo>
                  <a:lnTo>
                    <a:pt x="3592175" y="1276907"/>
                  </a:lnTo>
                  <a:lnTo>
                    <a:pt x="3671393" y="1281817"/>
                  </a:lnTo>
                  <a:lnTo>
                    <a:pt x="3737804" y="1285447"/>
                  </a:lnTo>
                  <a:lnTo>
                    <a:pt x="3788401" y="1287906"/>
                  </a:lnTo>
                  <a:lnTo>
                    <a:pt x="3822201" y="1289374"/>
                  </a:lnTo>
                  <a:lnTo>
                    <a:pt x="3840617" y="1290092"/>
                  </a:lnTo>
                  <a:lnTo>
                    <a:pt x="3847364" y="1290330"/>
                  </a:lnTo>
                  <a:lnTo>
                    <a:pt x="3848118" y="1290354"/>
                  </a:lnTo>
                  <a:lnTo>
                    <a:pt x="4386855" y="1290354"/>
                  </a:lnTo>
                  <a:lnTo>
                    <a:pt x="4388050" y="1290430"/>
                  </a:lnTo>
                  <a:lnTo>
                    <a:pt x="4395861" y="1290976"/>
                  </a:lnTo>
                  <a:lnTo>
                    <a:pt x="4415391" y="1292484"/>
                  </a:lnTo>
                  <a:lnTo>
                    <a:pt x="4449905" y="1295446"/>
                  </a:lnTo>
                  <a:lnTo>
                    <a:pt x="4500527" y="1300297"/>
                  </a:lnTo>
                  <a:lnTo>
                    <a:pt x="4566189" y="1307362"/>
                  </a:lnTo>
                  <a:lnTo>
                    <a:pt x="4643997" y="1316830"/>
                  </a:lnTo>
                  <a:lnTo>
                    <a:pt x="4729953" y="1328760"/>
                  </a:lnTo>
                  <a:lnTo>
                    <a:pt x="4819807" y="1343123"/>
                  </a:lnTo>
                  <a:lnTo>
                    <a:pt x="4909760" y="1359861"/>
                  </a:lnTo>
                  <a:lnTo>
                    <a:pt x="4996891" y="1378942"/>
                  </a:lnTo>
                  <a:lnTo>
                    <a:pt x="5079280" y="1400404"/>
                  </a:lnTo>
                  <a:lnTo>
                    <a:pt x="5155923" y="1424376"/>
                  </a:lnTo>
                  <a:lnTo>
                    <a:pt x="5226552" y="1451093"/>
                  </a:lnTo>
                  <a:lnTo>
                    <a:pt x="5291419" y="1480893"/>
                  </a:lnTo>
                  <a:lnTo>
                    <a:pt x="5351116" y="1514207"/>
                  </a:lnTo>
                  <a:lnTo>
                    <a:pt x="5406430" y="1551544"/>
                  </a:lnTo>
                  <a:lnTo>
                    <a:pt x="5458235" y="1593445"/>
                  </a:lnTo>
                  <a:lnTo>
                    <a:pt x="5507412" y="1640422"/>
                  </a:lnTo>
                  <a:lnTo>
                    <a:pt x="5554771" y="1692836"/>
                  </a:lnTo>
                  <a:lnTo>
                    <a:pt x="5567201" y="1707768"/>
                  </a:lnTo>
                  <a:lnTo>
                    <a:pt x="5604394" y="1755291"/>
                  </a:lnTo>
                  <a:lnTo>
                    <a:pt x="5641234" y="1806474"/>
                  </a:lnTo>
                  <a:lnTo>
                    <a:pt x="5677962" y="1861392"/>
                  </a:lnTo>
                  <a:lnTo>
                    <a:pt x="5714764" y="1920051"/>
                  </a:lnTo>
                  <a:lnTo>
                    <a:pt x="5751778" y="1982384"/>
                  </a:lnTo>
                  <a:lnTo>
                    <a:pt x="5789097" y="2048243"/>
                  </a:lnTo>
                  <a:lnTo>
                    <a:pt x="5826773" y="2117397"/>
                  </a:lnTo>
                  <a:lnTo>
                    <a:pt x="5864821" y="2189528"/>
                  </a:lnTo>
                  <a:lnTo>
                    <a:pt x="5903225" y="2264235"/>
                  </a:lnTo>
                  <a:lnTo>
                    <a:pt x="5941937" y="2341043"/>
                  </a:lnTo>
                  <a:lnTo>
                    <a:pt x="5980890" y="2419411"/>
                  </a:lnTo>
                  <a:lnTo>
                    <a:pt x="6019997" y="2498750"/>
                  </a:lnTo>
                  <a:lnTo>
                    <a:pt x="6059159" y="2578436"/>
                  </a:lnTo>
                  <a:lnTo>
                    <a:pt x="6098275" y="2657838"/>
                  </a:lnTo>
                  <a:lnTo>
                    <a:pt x="6137248" y="2736331"/>
                  </a:lnTo>
                  <a:lnTo>
                    <a:pt x="6175988" y="2813322"/>
                  </a:lnTo>
                  <a:lnTo>
                    <a:pt x="6214425" y="2888263"/>
                  </a:lnTo>
                  <a:lnTo>
                    <a:pt x="6252510" y="2960672"/>
                  </a:lnTo>
                  <a:lnTo>
                    <a:pt x="6290223" y="3030141"/>
                  </a:lnTo>
                  <a:lnTo>
                    <a:pt x="6327576" y="3096344"/>
                  </a:lnTo>
                  <a:lnTo>
                    <a:pt x="6364618" y="3159039"/>
                  </a:lnTo>
                  <a:lnTo>
                    <a:pt x="6401436" y="3218072"/>
                  </a:lnTo>
                  <a:lnTo>
                    <a:pt x="6438164" y="3273367"/>
                  </a:lnTo>
                  <a:lnTo>
                    <a:pt x="6474982" y="3324923"/>
                  </a:lnTo>
                  <a:lnTo>
                    <a:pt x="6512127" y="3372809"/>
                  </a:lnTo>
                  <a:lnTo>
                    <a:pt x="6515891" y="3377426"/>
                  </a:lnTo>
                  <a:lnTo>
                    <a:pt x="6562884" y="3431314"/>
                  </a:lnTo>
                  <a:lnTo>
                    <a:pt x="6611501" y="3479718"/>
                  </a:lnTo>
                  <a:lnTo>
                    <a:pt x="6662520" y="3522929"/>
                  </a:lnTo>
                  <a:lnTo>
                    <a:pt x="6716810" y="3561431"/>
                  </a:lnTo>
                  <a:lnTo>
                    <a:pt x="6775254" y="3595768"/>
                  </a:lnTo>
                  <a:lnTo>
                    <a:pt x="6838672" y="3626460"/>
                  </a:lnTo>
                  <a:lnTo>
                    <a:pt x="6907720" y="3653963"/>
                  </a:lnTo>
                  <a:lnTo>
                    <a:pt x="6982758" y="3678641"/>
                  </a:lnTo>
                  <a:lnTo>
                    <a:pt x="7063676" y="3700756"/>
                  </a:lnTo>
                  <a:lnTo>
                    <a:pt x="7149688" y="3720466"/>
                  </a:lnTo>
                  <a:lnTo>
                    <a:pt x="7239133" y="3737831"/>
                  </a:lnTo>
                  <a:lnTo>
                    <a:pt x="7329353" y="3752834"/>
                  </a:lnTo>
                  <a:lnTo>
                    <a:pt x="7416759" y="3765418"/>
                  </a:lnTo>
                  <a:lnTo>
                    <a:pt x="7497159" y="3775543"/>
                  </a:lnTo>
                  <a:lnTo>
                    <a:pt x="7566409" y="3783237"/>
                  </a:lnTo>
                  <a:lnTo>
                    <a:pt x="7621238" y="3788653"/>
                  </a:lnTo>
                  <a:lnTo>
                    <a:pt x="7660036" y="3792080"/>
                  </a:lnTo>
                  <a:lnTo>
                    <a:pt x="7683333" y="3793930"/>
                  </a:lnTo>
                  <a:lnTo>
                    <a:pt x="7693845" y="3794684"/>
                  </a:lnTo>
                  <a:lnTo>
                    <a:pt x="7696237" y="3794840"/>
                  </a:lnTo>
                  <a:lnTo>
                    <a:pt x="8234974" y="3794840"/>
                  </a:lnTo>
                  <a:lnTo>
                    <a:pt x="8234974" y="3783951"/>
                  </a:lnTo>
                  <a:lnTo>
                    <a:pt x="7696237" y="3783951"/>
                  </a:lnTo>
                  <a:lnTo>
                    <a:pt x="7695043" y="3783874"/>
                  </a:lnTo>
                  <a:lnTo>
                    <a:pt x="7687232" y="3783329"/>
                  </a:lnTo>
                  <a:lnTo>
                    <a:pt x="7667701" y="3781821"/>
                  </a:lnTo>
                  <a:lnTo>
                    <a:pt x="7633187" y="3778859"/>
                  </a:lnTo>
                  <a:lnTo>
                    <a:pt x="7582565" y="3774008"/>
                  </a:lnTo>
                  <a:lnTo>
                    <a:pt x="7516903" y="3766943"/>
                  </a:lnTo>
                  <a:lnTo>
                    <a:pt x="7439096" y="3757475"/>
                  </a:lnTo>
                  <a:lnTo>
                    <a:pt x="7353139" y="3745545"/>
                  </a:lnTo>
                  <a:lnTo>
                    <a:pt x="7263286" y="3731182"/>
                  </a:lnTo>
                  <a:lnTo>
                    <a:pt x="7173332" y="3714444"/>
                  </a:lnTo>
                  <a:lnTo>
                    <a:pt x="7086201" y="3695363"/>
                  </a:lnTo>
                  <a:lnTo>
                    <a:pt x="7003813" y="3673901"/>
                  </a:lnTo>
                  <a:lnTo>
                    <a:pt x="6927169" y="3649929"/>
                  </a:lnTo>
                  <a:lnTo>
                    <a:pt x="6856541" y="3623212"/>
                  </a:lnTo>
                  <a:lnTo>
                    <a:pt x="6791674" y="3593412"/>
                  </a:lnTo>
                  <a:lnTo>
                    <a:pt x="6731977" y="3560098"/>
                  </a:lnTo>
                  <a:lnTo>
                    <a:pt x="6676662" y="3522761"/>
                  </a:lnTo>
                  <a:lnTo>
                    <a:pt x="6624857" y="3480860"/>
                  </a:lnTo>
                  <a:lnTo>
                    <a:pt x="6575680" y="3433883"/>
                  </a:lnTo>
                  <a:lnTo>
                    <a:pt x="6528321" y="3381469"/>
                  </a:lnTo>
                  <a:lnTo>
                    <a:pt x="6515891" y="3366536"/>
                  </a:lnTo>
                  <a:lnTo>
                    <a:pt x="6478698" y="3319014"/>
                  </a:lnTo>
                  <a:lnTo>
                    <a:pt x="6441859" y="3267830"/>
                  </a:lnTo>
                  <a:lnTo>
                    <a:pt x="6405131" y="3212913"/>
                  </a:lnTo>
                  <a:lnTo>
                    <a:pt x="6368328" y="3154254"/>
                  </a:lnTo>
                  <a:lnTo>
                    <a:pt x="6331314" y="3091921"/>
                  </a:lnTo>
                  <a:lnTo>
                    <a:pt x="6293995" y="3026062"/>
                  </a:lnTo>
                  <a:lnTo>
                    <a:pt x="6256320" y="2956908"/>
                  </a:lnTo>
                  <a:lnTo>
                    <a:pt x="6218271" y="2884777"/>
                  </a:lnTo>
                  <a:lnTo>
                    <a:pt x="6179868" y="2810070"/>
                  </a:lnTo>
                  <a:lnTo>
                    <a:pt x="6141155" y="2733262"/>
                  </a:lnTo>
                  <a:lnTo>
                    <a:pt x="6102202" y="2654894"/>
                  </a:lnTo>
                  <a:lnTo>
                    <a:pt x="6063096" y="2575555"/>
                  </a:lnTo>
                  <a:lnTo>
                    <a:pt x="6023934" y="2495868"/>
                  </a:lnTo>
                  <a:lnTo>
                    <a:pt x="5984817" y="2416467"/>
                  </a:lnTo>
                  <a:lnTo>
                    <a:pt x="5945845" y="2337973"/>
                  </a:lnTo>
                  <a:lnTo>
                    <a:pt x="5907104" y="2260983"/>
                  </a:lnTo>
                  <a:lnTo>
                    <a:pt x="5868667" y="2186042"/>
                  </a:lnTo>
                  <a:lnTo>
                    <a:pt x="5830582" y="2113633"/>
                  </a:lnTo>
                  <a:lnTo>
                    <a:pt x="5792869" y="2044164"/>
                  </a:lnTo>
                  <a:lnTo>
                    <a:pt x="5755516" y="1977961"/>
                  </a:lnTo>
                  <a:lnTo>
                    <a:pt x="5718475" y="1915265"/>
                  </a:lnTo>
                  <a:lnTo>
                    <a:pt x="5681657" y="1856233"/>
                  </a:lnTo>
                  <a:lnTo>
                    <a:pt x="5644929" y="1800938"/>
                  </a:lnTo>
                  <a:lnTo>
                    <a:pt x="5608110" y="1749382"/>
                  </a:lnTo>
                  <a:lnTo>
                    <a:pt x="5570966" y="1701496"/>
                  </a:lnTo>
                  <a:lnTo>
                    <a:pt x="5567201" y="1696879"/>
                  </a:lnTo>
                  <a:lnTo>
                    <a:pt x="5520208" y="1642991"/>
                  </a:lnTo>
                  <a:lnTo>
                    <a:pt x="5471591" y="1594587"/>
                  </a:lnTo>
                  <a:lnTo>
                    <a:pt x="5420572" y="1551376"/>
                  </a:lnTo>
                  <a:lnTo>
                    <a:pt x="5366283" y="1512874"/>
                  </a:lnTo>
                  <a:lnTo>
                    <a:pt x="5307838" y="1478537"/>
                  </a:lnTo>
                  <a:lnTo>
                    <a:pt x="5244420" y="1447845"/>
                  </a:lnTo>
                  <a:lnTo>
                    <a:pt x="5175372" y="1420342"/>
                  </a:lnTo>
                  <a:lnTo>
                    <a:pt x="5100334" y="1395664"/>
                  </a:lnTo>
                  <a:lnTo>
                    <a:pt x="5019416" y="1373549"/>
                  </a:lnTo>
                  <a:lnTo>
                    <a:pt x="4933404" y="1353839"/>
                  </a:lnTo>
                  <a:lnTo>
                    <a:pt x="4843960" y="1336474"/>
                  </a:lnTo>
                  <a:lnTo>
                    <a:pt x="4753739" y="1321471"/>
                  </a:lnTo>
                  <a:lnTo>
                    <a:pt x="4666334" y="1308887"/>
                  </a:lnTo>
                  <a:lnTo>
                    <a:pt x="4585933" y="1298762"/>
                  </a:lnTo>
                  <a:lnTo>
                    <a:pt x="4516684" y="1291068"/>
                  </a:lnTo>
                  <a:lnTo>
                    <a:pt x="4461855" y="1285652"/>
                  </a:lnTo>
                  <a:lnTo>
                    <a:pt x="4423056" y="1282225"/>
                  </a:lnTo>
                  <a:lnTo>
                    <a:pt x="4399759" y="1280375"/>
                  </a:lnTo>
                  <a:lnTo>
                    <a:pt x="4389247" y="1279621"/>
                  </a:lnTo>
                  <a:lnTo>
                    <a:pt x="4386855" y="1279465"/>
                  </a:lnTo>
                  <a:lnTo>
                    <a:pt x="3848118" y="1279465"/>
                  </a:lnTo>
                  <a:lnTo>
                    <a:pt x="3846846" y="1279423"/>
                  </a:lnTo>
                  <a:lnTo>
                    <a:pt x="3838540" y="1279126"/>
                  </a:lnTo>
                  <a:lnTo>
                    <a:pt x="3817818" y="1278304"/>
                  </a:lnTo>
                  <a:lnTo>
                    <a:pt x="3781319" y="1276690"/>
                  </a:lnTo>
                  <a:lnTo>
                    <a:pt x="3728023" y="1274052"/>
                  </a:lnTo>
                  <a:lnTo>
                    <a:pt x="3659281" y="1270218"/>
                  </a:lnTo>
                  <a:lnTo>
                    <a:pt x="3578362" y="1265096"/>
                  </a:lnTo>
                  <a:lnTo>
                    <a:pt x="3489614" y="1258661"/>
                  </a:lnTo>
                  <a:lnTo>
                    <a:pt x="3397533" y="1250934"/>
                  </a:lnTo>
                  <a:lnTo>
                    <a:pt x="3306019" y="1241946"/>
                  </a:lnTo>
                  <a:lnTo>
                    <a:pt x="3217970" y="1231708"/>
                  </a:lnTo>
                  <a:lnTo>
                    <a:pt x="3135197" y="1220188"/>
                  </a:lnTo>
                  <a:lnTo>
                    <a:pt x="3058557" y="1207302"/>
                  </a:lnTo>
                  <a:lnTo>
                    <a:pt x="2988164" y="1192907"/>
                  </a:lnTo>
                  <a:lnTo>
                    <a:pt x="2923627" y="1176804"/>
                  </a:lnTo>
                  <a:lnTo>
                    <a:pt x="2864234" y="1158741"/>
                  </a:lnTo>
                  <a:lnTo>
                    <a:pt x="2809106" y="1138435"/>
                  </a:lnTo>
                  <a:lnTo>
                    <a:pt x="2757299" y="1115589"/>
                  </a:lnTo>
                  <a:lnTo>
                    <a:pt x="2707892" y="1089948"/>
                  </a:lnTo>
                  <a:lnTo>
                    <a:pt x="2667772" y="1066221"/>
                  </a:lnTo>
                  <a:lnTo>
                    <a:pt x="2622199" y="1036176"/>
                  </a:lnTo>
                  <a:lnTo>
                    <a:pt x="2577072" y="1003301"/>
                  </a:lnTo>
                  <a:lnTo>
                    <a:pt x="2531979" y="967548"/>
                  </a:lnTo>
                  <a:lnTo>
                    <a:pt x="2486629" y="928949"/>
                  </a:lnTo>
                  <a:lnTo>
                    <a:pt x="2440833" y="887628"/>
                  </a:lnTo>
                  <a:lnTo>
                    <a:pt x="2394495" y="843805"/>
                  </a:lnTo>
                  <a:lnTo>
                    <a:pt x="2347603" y="797799"/>
                  </a:lnTo>
                  <a:lnTo>
                    <a:pt x="2300214" y="750024"/>
                  </a:lnTo>
                  <a:lnTo>
                    <a:pt x="2252443" y="700970"/>
                  </a:lnTo>
                  <a:lnTo>
                    <a:pt x="2204448" y="651190"/>
                  </a:lnTo>
                  <a:lnTo>
                    <a:pt x="2156410" y="601274"/>
                  </a:lnTo>
                  <a:lnTo>
                    <a:pt x="2108515" y="551816"/>
                  </a:lnTo>
                  <a:lnTo>
                    <a:pt x="2060933" y="503389"/>
                  </a:lnTo>
                  <a:lnTo>
                    <a:pt x="2013802" y="456515"/>
                  </a:lnTo>
                  <a:lnTo>
                    <a:pt x="1967207" y="411645"/>
                  </a:lnTo>
                  <a:lnTo>
                    <a:pt x="1921170" y="369143"/>
                  </a:lnTo>
                  <a:lnTo>
                    <a:pt x="1875633" y="329274"/>
                  </a:lnTo>
                  <a:lnTo>
                    <a:pt x="1830451" y="292206"/>
                  </a:lnTo>
                  <a:lnTo>
                    <a:pt x="1785383" y="258012"/>
                  </a:lnTo>
                  <a:lnTo>
                    <a:pt x="1740074" y="226680"/>
                  </a:lnTo>
                  <a:lnTo>
                    <a:pt x="1719082" y="213244"/>
                  </a:lnTo>
                  <a:lnTo>
                    <a:pt x="1671056" y="185149"/>
                  </a:lnTo>
                  <a:lnTo>
                    <a:pt x="1621318" y="159976"/>
                  </a:lnTo>
                  <a:lnTo>
                    <a:pt x="1569035" y="137562"/>
                  </a:lnTo>
                  <a:lnTo>
                    <a:pt x="1513277" y="117641"/>
                  </a:lnTo>
                  <a:lnTo>
                    <a:pt x="1453105" y="99916"/>
                  </a:lnTo>
                  <a:lnTo>
                    <a:pt x="1387657" y="84106"/>
                  </a:lnTo>
                  <a:lnTo>
                    <a:pt x="1316265" y="69969"/>
                  </a:lnTo>
                  <a:lnTo>
                    <a:pt x="1238602" y="57313"/>
                  </a:lnTo>
                  <a:lnTo>
                    <a:pt x="1154891" y="46006"/>
                  </a:lnTo>
                  <a:lnTo>
                    <a:pt x="1066126" y="35972"/>
                  </a:lnTo>
                  <a:lnTo>
                    <a:pt x="974294" y="27187"/>
                  </a:lnTo>
                  <a:lnTo>
                    <a:pt x="882467" y="19668"/>
                  </a:lnTo>
                  <a:lnTo>
                    <a:pt x="794680" y="13446"/>
                  </a:lnTo>
                  <a:lnTo>
                    <a:pt x="715461" y="8537"/>
                  </a:lnTo>
                  <a:lnTo>
                    <a:pt x="649051" y="4906"/>
                  </a:lnTo>
                  <a:lnTo>
                    <a:pt x="598454" y="2448"/>
                  </a:lnTo>
                  <a:lnTo>
                    <a:pt x="564654" y="980"/>
                  </a:lnTo>
                  <a:lnTo>
                    <a:pt x="546238" y="262"/>
                  </a:lnTo>
                  <a:lnTo>
                    <a:pt x="539491" y="2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97" name="pl297"/>
            <p:cNvSpPr/>
            <p:nvPr/>
          </p:nvSpPr>
          <p:spPr>
            <a:xfrm>
              <a:off x="546595" y="1725028"/>
              <a:ext cx="8234974" cy="3783951"/>
            </a:xfrm>
            <a:custGeom>
              <a:avLst/>
              <a:pathLst>
                <a:path w="8234974" h="3783951">
                  <a:moveTo>
                    <a:pt x="0" y="0"/>
                  </a:moveTo>
                  <a:lnTo>
                    <a:pt x="538736" y="0"/>
                  </a:lnTo>
                  <a:lnTo>
                    <a:pt x="540009" y="41"/>
                  </a:lnTo>
                  <a:lnTo>
                    <a:pt x="548314" y="339"/>
                  </a:lnTo>
                  <a:lnTo>
                    <a:pt x="569036" y="1161"/>
                  </a:lnTo>
                  <a:lnTo>
                    <a:pt x="605536" y="2775"/>
                  </a:lnTo>
                  <a:lnTo>
                    <a:pt x="658832" y="5413"/>
                  </a:lnTo>
                  <a:lnTo>
                    <a:pt x="727574" y="9246"/>
                  </a:lnTo>
                  <a:lnTo>
                    <a:pt x="808493" y="14369"/>
                  </a:lnTo>
                  <a:lnTo>
                    <a:pt x="897241" y="20803"/>
                  </a:lnTo>
                  <a:lnTo>
                    <a:pt x="989321" y="28530"/>
                  </a:lnTo>
                  <a:lnTo>
                    <a:pt x="1080835" y="37518"/>
                  </a:lnTo>
                  <a:lnTo>
                    <a:pt x="1168885" y="47757"/>
                  </a:lnTo>
                  <a:lnTo>
                    <a:pt x="1251657" y="59277"/>
                  </a:lnTo>
                  <a:lnTo>
                    <a:pt x="1328298" y="72162"/>
                  </a:lnTo>
                  <a:lnTo>
                    <a:pt x="1398691" y="86557"/>
                  </a:lnTo>
                  <a:lnTo>
                    <a:pt x="1463228" y="102661"/>
                  </a:lnTo>
                  <a:lnTo>
                    <a:pt x="1522620" y="120723"/>
                  </a:lnTo>
                  <a:lnTo>
                    <a:pt x="1577748" y="141030"/>
                  </a:lnTo>
                  <a:lnTo>
                    <a:pt x="1629556" y="163875"/>
                  </a:lnTo>
                  <a:lnTo>
                    <a:pt x="1678962" y="189517"/>
                  </a:lnTo>
                  <a:lnTo>
                    <a:pt x="1719082" y="213244"/>
                  </a:lnTo>
                  <a:lnTo>
                    <a:pt x="1764655" y="243288"/>
                  </a:lnTo>
                  <a:lnTo>
                    <a:pt x="1809783" y="276163"/>
                  </a:lnTo>
                  <a:lnTo>
                    <a:pt x="1854876" y="311916"/>
                  </a:lnTo>
                  <a:lnTo>
                    <a:pt x="1900226" y="350515"/>
                  </a:lnTo>
                  <a:lnTo>
                    <a:pt x="1946022" y="391837"/>
                  </a:lnTo>
                  <a:lnTo>
                    <a:pt x="1992359" y="435660"/>
                  </a:lnTo>
                  <a:lnTo>
                    <a:pt x="2039251" y="481665"/>
                  </a:lnTo>
                  <a:lnTo>
                    <a:pt x="2086640" y="529441"/>
                  </a:lnTo>
                  <a:lnTo>
                    <a:pt x="2134411" y="578495"/>
                  </a:lnTo>
                  <a:lnTo>
                    <a:pt x="2182407" y="628274"/>
                  </a:lnTo>
                  <a:lnTo>
                    <a:pt x="2230445" y="678190"/>
                  </a:lnTo>
                  <a:lnTo>
                    <a:pt x="2278340" y="727649"/>
                  </a:lnTo>
                  <a:lnTo>
                    <a:pt x="2325921" y="776076"/>
                  </a:lnTo>
                  <a:lnTo>
                    <a:pt x="2373052" y="822950"/>
                  </a:lnTo>
                  <a:lnTo>
                    <a:pt x="2419647" y="867819"/>
                  </a:lnTo>
                  <a:lnTo>
                    <a:pt x="2465685" y="910322"/>
                  </a:lnTo>
                  <a:lnTo>
                    <a:pt x="2511222" y="950190"/>
                  </a:lnTo>
                  <a:lnTo>
                    <a:pt x="2556403" y="987258"/>
                  </a:lnTo>
                  <a:lnTo>
                    <a:pt x="2601471" y="1021452"/>
                  </a:lnTo>
                  <a:lnTo>
                    <a:pt x="2646781" y="1052784"/>
                  </a:lnTo>
                  <a:lnTo>
                    <a:pt x="2667772" y="1066221"/>
                  </a:lnTo>
                  <a:lnTo>
                    <a:pt x="2715799" y="1094316"/>
                  </a:lnTo>
                  <a:lnTo>
                    <a:pt x="2765537" y="1119489"/>
                  </a:lnTo>
                  <a:lnTo>
                    <a:pt x="2817820" y="1141902"/>
                  </a:lnTo>
                  <a:lnTo>
                    <a:pt x="2873578" y="1161824"/>
                  </a:lnTo>
                  <a:lnTo>
                    <a:pt x="2933750" y="1179549"/>
                  </a:lnTo>
                  <a:lnTo>
                    <a:pt x="2999197" y="1195359"/>
                  </a:lnTo>
                  <a:lnTo>
                    <a:pt x="3070590" y="1209496"/>
                  </a:lnTo>
                  <a:lnTo>
                    <a:pt x="3148252" y="1222151"/>
                  </a:lnTo>
                  <a:lnTo>
                    <a:pt x="3231964" y="1233458"/>
                  </a:lnTo>
                  <a:lnTo>
                    <a:pt x="3320728" y="1243493"/>
                  </a:lnTo>
                  <a:lnTo>
                    <a:pt x="3412561" y="1252278"/>
                  </a:lnTo>
                  <a:lnTo>
                    <a:pt x="3504387" y="1259797"/>
                  </a:lnTo>
                  <a:lnTo>
                    <a:pt x="3592175" y="1266018"/>
                  </a:lnTo>
                  <a:lnTo>
                    <a:pt x="3671393" y="1270928"/>
                  </a:lnTo>
                  <a:lnTo>
                    <a:pt x="3737804" y="1274558"/>
                  </a:lnTo>
                  <a:lnTo>
                    <a:pt x="3788401" y="1277017"/>
                  </a:lnTo>
                  <a:lnTo>
                    <a:pt x="3822201" y="1278484"/>
                  </a:lnTo>
                  <a:lnTo>
                    <a:pt x="3840617" y="1279203"/>
                  </a:lnTo>
                  <a:lnTo>
                    <a:pt x="3847364" y="1279441"/>
                  </a:lnTo>
                  <a:lnTo>
                    <a:pt x="3848118" y="1279465"/>
                  </a:lnTo>
                  <a:lnTo>
                    <a:pt x="4386855" y="1279465"/>
                  </a:lnTo>
                  <a:lnTo>
                    <a:pt x="4388050" y="1279541"/>
                  </a:lnTo>
                  <a:lnTo>
                    <a:pt x="4395861" y="1280087"/>
                  </a:lnTo>
                  <a:lnTo>
                    <a:pt x="4415391" y="1281595"/>
                  </a:lnTo>
                  <a:lnTo>
                    <a:pt x="4449905" y="1284557"/>
                  </a:lnTo>
                  <a:lnTo>
                    <a:pt x="4500527" y="1289408"/>
                  </a:lnTo>
                  <a:lnTo>
                    <a:pt x="4566189" y="1296473"/>
                  </a:lnTo>
                  <a:lnTo>
                    <a:pt x="4643997" y="1305941"/>
                  </a:lnTo>
                  <a:lnTo>
                    <a:pt x="4729953" y="1317871"/>
                  </a:lnTo>
                  <a:lnTo>
                    <a:pt x="4819807" y="1332234"/>
                  </a:lnTo>
                  <a:lnTo>
                    <a:pt x="4909760" y="1348972"/>
                  </a:lnTo>
                  <a:lnTo>
                    <a:pt x="4996891" y="1368053"/>
                  </a:lnTo>
                  <a:lnTo>
                    <a:pt x="5079280" y="1389515"/>
                  </a:lnTo>
                  <a:lnTo>
                    <a:pt x="5155923" y="1413487"/>
                  </a:lnTo>
                  <a:lnTo>
                    <a:pt x="5226552" y="1440204"/>
                  </a:lnTo>
                  <a:lnTo>
                    <a:pt x="5291419" y="1470003"/>
                  </a:lnTo>
                  <a:lnTo>
                    <a:pt x="5351116" y="1503318"/>
                  </a:lnTo>
                  <a:lnTo>
                    <a:pt x="5406430" y="1540655"/>
                  </a:lnTo>
                  <a:lnTo>
                    <a:pt x="5458235" y="1582556"/>
                  </a:lnTo>
                  <a:lnTo>
                    <a:pt x="5507412" y="1629533"/>
                  </a:lnTo>
                  <a:lnTo>
                    <a:pt x="5554771" y="1681947"/>
                  </a:lnTo>
                  <a:lnTo>
                    <a:pt x="5567201" y="1696879"/>
                  </a:lnTo>
                  <a:lnTo>
                    <a:pt x="5604394" y="1744402"/>
                  </a:lnTo>
                  <a:lnTo>
                    <a:pt x="5641234" y="1795585"/>
                  </a:lnTo>
                  <a:lnTo>
                    <a:pt x="5677962" y="1850503"/>
                  </a:lnTo>
                  <a:lnTo>
                    <a:pt x="5714764" y="1909162"/>
                  </a:lnTo>
                  <a:lnTo>
                    <a:pt x="5751778" y="1971495"/>
                  </a:lnTo>
                  <a:lnTo>
                    <a:pt x="5789097" y="2037354"/>
                  </a:lnTo>
                  <a:lnTo>
                    <a:pt x="5826773" y="2106508"/>
                  </a:lnTo>
                  <a:lnTo>
                    <a:pt x="5864821" y="2178639"/>
                  </a:lnTo>
                  <a:lnTo>
                    <a:pt x="5903225" y="2253346"/>
                  </a:lnTo>
                  <a:lnTo>
                    <a:pt x="5941937" y="2330154"/>
                  </a:lnTo>
                  <a:lnTo>
                    <a:pt x="5980890" y="2408522"/>
                  </a:lnTo>
                  <a:lnTo>
                    <a:pt x="6019997" y="2487861"/>
                  </a:lnTo>
                  <a:lnTo>
                    <a:pt x="6059159" y="2567547"/>
                  </a:lnTo>
                  <a:lnTo>
                    <a:pt x="6098275" y="2646949"/>
                  </a:lnTo>
                  <a:lnTo>
                    <a:pt x="6137248" y="2725442"/>
                  </a:lnTo>
                  <a:lnTo>
                    <a:pt x="6175988" y="2802433"/>
                  </a:lnTo>
                  <a:lnTo>
                    <a:pt x="6214425" y="2877374"/>
                  </a:lnTo>
                  <a:lnTo>
                    <a:pt x="6252510" y="2949783"/>
                  </a:lnTo>
                  <a:lnTo>
                    <a:pt x="6290223" y="3019252"/>
                  </a:lnTo>
                  <a:lnTo>
                    <a:pt x="6327576" y="3085455"/>
                  </a:lnTo>
                  <a:lnTo>
                    <a:pt x="6364618" y="3148150"/>
                  </a:lnTo>
                  <a:lnTo>
                    <a:pt x="6401436" y="3207183"/>
                  </a:lnTo>
                  <a:lnTo>
                    <a:pt x="6438164" y="3262478"/>
                  </a:lnTo>
                  <a:lnTo>
                    <a:pt x="6474982" y="3314034"/>
                  </a:lnTo>
                  <a:lnTo>
                    <a:pt x="6512127" y="3361920"/>
                  </a:lnTo>
                  <a:lnTo>
                    <a:pt x="6515891" y="3366536"/>
                  </a:lnTo>
                  <a:lnTo>
                    <a:pt x="6562884" y="3420425"/>
                  </a:lnTo>
                  <a:lnTo>
                    <a:pt x="6611501" y="3468829"/>
                  </a:lnTo>
                  <a:lnTo>
                    <a:pt x="6662520" y="3512040"/>
                  </a:lnTo>
                  <a:lnTo>
                    <a:pt x="6716810" y="3550542"/>
                  </a:lnTo>
                  <a:lnTo>
                    <a:pt x="6775254" y="3584879"/>
                  </a:lnTo>
                  <a:lnTo>
                    <a:pt x="6838672" y="3615571"/>
                  </a:lnTo>
                  <a:lnTo>
                    <a:pt x="6907720" y="3643074"/>
                  </a:lnTo>
                  <a:lnTo>
                    <a:pt x="6982758" y="3667752"/>
                  </a:lnTo>
                  <a:lnTo>
                    <a:pt x="7063676" y="3689867"/>
                  </a:lnTo>
                  <a:lnTo>
                    <a:pt x="7149688" y="3709577"/>
                  </a:lnTo>
                  <a:lnTo>
                    <a:pt x="7239133" y="3726942"/>
                  </a:lnTo>
                  <a:lnTo>
                    <a:pt x="7329353" y="3741945"/>
                  </a:lnTo>
                  <a:lnTo>
                    <a:pt x="7416759" y="3754529"/>
                  </a:lnTo>
                  <a:lnTo>
                    <a:pt x="7497159" y="3764654"/>
                  </a:lnTo>
                  <a:lnTo>
                    <a:pt x="7566409" y="3772348"/>
                  </a:lnTo>
                  <a:lnTo>
                    <a:pt x="7621238" y="3777764"/>
                  </a:lnTo>
                  <a:lnTo>
                    <a:pt x="7660036" y="3781191"/>
                  </a:lnTo>
                  <a:lnTo>
                    <a:pt x="7683333" y="3783041"/>
                  </a:lnTo>
                  <a:lnTo>
                    <a:pt x="7693845" y="3783795"/>
                  </a:lnTo>
                  <a:lnTo>
                    <a:pt x="7696214" y="3783949"/>
                  </a:lnTo>
                  <a:lnTo>
                    <a:pt x="7696237" y="3783951"/>
                  </a:lnTo>
                  <a:lnTo>
                    <a:pt x="8234974" y="3783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8" name="pl298"/>
            <p:cNvSpPr/>
            <p:nvPr/>
          </p:nvSpPr>
          <p:spPr>
            <a:xfrm>
              <a:off x="546595" y="1714139"/>
              <a:ext cx="8234974" cy="3783951"/>
            </a:xfrm>
            <a:custGeom>
              <a:avLst/>
              <a:pathLst>
                <a:path w="8234974" h="3783951">
                  <a:moveTo>
                    <a:pt x="8234974" y="3783951"/>
                  </a:moveTo>
                  <a:lnTo>
                    <a:pt x="7696237" y="3783951"/>
                  </a:lnTo>
                  <a:lnTo>
                    <a:pt x="7695043" y="3783874"/>
                  </a:lnTo>
                  <a:lnTo>
                    <a:pt x="7687232" y="3783329"/>
                  </a:lnTo>
                  <a:lnTo>
                    <a:pt x="7667701" y="3781821"/>
                  </a:lnTo>
                  <a:lnTo>
                    <a:pt x="7633187" y="3778859"/>
                  </a:lnTo>
                  <a:lnTo>
                    <a:pt x="7582565" y="3774008"/>
                  </a:lnTo>
                  <a:lnTo>
                    <a:pt x="7516903" y="3766943"/>
                  </a:lnTo>
                  <a:lnTo>
                    <a:pt x="7439096" y="3757475"/>
                  </a:lnTo>
                  <a:lnTo>
                    <a:pt x="7353139" y="3745545"/>
                  </a:lnTo>
                  <a:lnTo>
                    <a:pt x="7263286" y="3731182"/>
                  </a:lnTo>
                  <a:lnTo>
                    <a:pt x="7173332" y="3714444"/>
                  </a:lnTo>
                  <a:lnTo>
                    <a:pt x="7086201" y="3695363"/>
                  </a:lnTo>
                  <a:lnTo>
                    <a:pt x="7003813" y="3673901"/>
                  </a:lnTo>
                  <a:lnTo>
                    <a:pt x="6927169" y="3649929"/>
                  </a:lnTo>
                  <a:lnTo>
                    <a:pt x="6856541" y="3623212"/>
                  </a:lnTo>
                  <a:lnTo>
                    <a:pt x="6791674" y="3593412"/>
                  </a:lnTo>
                  <a:lnTo>
                    <a:pt x="6731977" y="3560098"/>
                  </a:lnTo>
                  <a:lnTo>
                    <a:pt x="6676662" y="3522761"/>
                  </a:lnTo>
                  <a:lnTo>
                    <a:pt x="6624857" y="3480860"/>
                  </a:lnTo>
                  <a:lnTo>
                    <a:pt x="6575680" y="3433883"/>
                  </a:lnTo>
                  <a:lnTo>
                    <a:pt x="6528321" y="3381469"/>
                  </a:lnTo>
                  <a:lnTo>
                    <a:pt x="6515891" y="3366536"/>
                  </a:lnTo>
                  <a:lnTo>
                    <a:pt x="6478698" y="3319014"/>
                  </a:lnTo>
                  <a:lnTo>
                    <a:pt x="6441859" y="3267830"/>
                  </a:lnTo>
                  <a:lnTo>
                    <a:pt x="6405131" y="3212913"/>
                  </a:lnTo>
                  <a:lnTo>
                    <a:pt x="6368328" y="3154254"/>
                  </a:lnTo>
                  <a:lnTo>
                    <a:pt x="6331314" y="3091921"/>
                  </a:lnTo>
                  <a:lnTo>
                    <a:pt x="6293995" y="3026062"/>
                  </a:lnTo>
                  <a:lnTo>
                    <a:pt x="6256320" y="2956908"/>
                  </a:lnTo>
                  <a:lnTo>
                    <a:pt x="6218271" y="2884777"/>
                  </a:lnTo>
                  <a:lnTo>
                    <a:pt x="6179868" y="2810070"/>
                  </a:lnTo>
                  <a:lnTo>
                    <a:pt x="6141155" y="2733262"/>
                  </a:lnTo>
                  <a:lnTo>
                    <a:pt x="6102202" y="2654894"/>
                  </a:lnTo>
                  <a:lnTo>
                    <a:pt x="6063096" y="2575555"/>
                  </a:lnTo>
                  <a:lnTo>
                    <a:pt x="6023934" y="2495868"/>
                  </a:lnTo>
                  <a:lnTo>
                    <a:pt x="5984817" y="2416467"/>
                  </a:lnTo>
                  <a:lnTo>
                    <a:pt x="5945845" y="2337973"/>
                  </a:lnTo>
                  <a:lnTo>
                    <a:pt x="5907104" y="2260983"/>
                  </a:lnTo>
                  <a:lnTo>
                    <a:pt x="5868667" y="2186042"/>
                  </a:lnTo>
                  <a:lnTo>
                    <a:pt x="5830582" y="2113633"/>
                  </a:lnTo>
                  <a:lnTo>
                    <a:pt x="5792869" y="2044164"/>
                  </a:lnTo>
                  <a:lnTo>
                    <a:pt x="5755516" y="1977961"/>
                  </a:lnTo>
                  <a:lnTo>
                    <a:pt x="5718475" y="1915265"/>
                  </a:lnTo>
                  <a:lnTo>
                    <a:pt x="5681657" y="1856233"/>
                  </a:lnTo>
                  <a:lnTo>
                    <a:pt x="5644929" y="1800938"/>
                  </a:lnTo>
                  <a:lnTo>
                    <a:pt x="5608110" y="1749382"/>
                  </a:lnTo>
                  <a:lnTo>
                    <a:pt x="5570966" y="1701496"/>
                  </a:lnTo>
                  <a:lnTo>
                    <a:pt x="5567201" y="1696879"/>
                  </a:lnTo>
                  <a:lnTo>
                    <a:pt x="5520208" y="1642991"/>
                  </a:lnTo>
                  <a:lnTo>
                    <a:pt x="5471591" y="1594587"/>
                  </a:lnTo>
                  <a:lnTo>
                    <a:pt x="5420572" y="1551376"/>
                  </a:lnTo>
                  <a:lnTo>
                    <a:pt x="5366283" y="1512874"/>
                  </a:lnTo>
                  <a:lnTo>
                    <a:pt x="5307838" y="1478537"/>
                  </a:lnTo>
                  <a:lnTo>
                    <a:pt x="5244420" y="1447845"/>
                  </a:lnTo>
                  <a:lnTo>
                    <a:pt x="5175372" y="1420342"/>
                  </a:lnTo>
                  <a:lnTo>
                    <a:pt x="5100334" y="1395664"/>
                  </a:lnTo>
                  <a:lnTo>
                    <a:pt x="5019416" y="1373549"/>
                  </a:lnTo>
                  <a:lnTo>
                    <a:pt x="4933404" y="1353839"/>
                  </a:lnTo>
                  <a:lnTo>
                    <a:pt x="4843960" y="1336474"/>
                  </a:lnTo>
                  <a:lnTo>
                    <a:pt x="4753739" y="1321471"/>
                  </a:lnTo>
                  <a:lnTo>
                    <a:pt x="4666334" y="1308887"/>
                  </a:lnTo>
                  <a:lnTo>
                    <a:pt x="4585933" y="1298762"/>
                  </a:lnTo>
                  <a:lnTo>
                    <a:pt x="4516684" y="1291068"/>
                  </a:lnTo>
                  <a:lnTo>
                    <a:pt x="4461855" y="1285652"/>
                  </a:lnTo>
                  <a:lnTo>
                    <a:pt x="4423056" y="1282225"/>
                  </a:lnTo>
                  <a:lnTo>
                    <a:pt x="4399759" y="1280375"/>
                  </a:lnTo>
                  <a:lnTo>
                    <a:pt x="4389247" y="1279621"/>
                  </a:lnTo>
                  <a:lnTo>
                    <a:pt x="4386879" y="1279466"/>
                  </a:lnTo>
                  <a:lnTo>
                    <a:pt x="4386855" y="1279465"/>
                  </a:lnTo>
                  <a:lnTo>
                    <a:pt x="3848118" y="1279465"/>
                  </a:lnTo>
                  <a:lnTo>
                    <a:pt x="3846846" y="1279423"/>
                  </a:lnTo>
                  <a:lnTo>
                    <a:pt x="3838540" y="1279126"/>
                  </a:lnTo>
                  <a:lnTo>
                    <a:pt x="3817818" y="1278304"/>
                  </a:lnTo>
                  <a:lnTo>
                    <a:pt x="3781319" y="1276690"/>
                  </a:lnTo>
                  <a:lnTo>
                    <a:pt x="3728023" y="1274052"/>
                  </a:lnTo>
                  <a:lnTo>
                    <a:pt x="3659281" y="1270218"/>
                  </a:lnTo>
                  <a:lnTo>
                    <a:pt x="3578362" y="1265096"/>
                  </a:lnTo>
                  <a:lnTo>
                    <a:pt x="3489614" y="1258661"/>
                  </a:lnTo>
                  <a:lnTo>
                    <a:pt x="3397533" y="1250934"/>
                  </a:lnTo>
                  <a:lnTo>
                    <a:pt x="3306019" y="1241946"/>
                  </a:lnTo>
                  <a:lnTo>
                    <a:pt x="3217970" y="1231708"/>
                  </a:lnTo>
                  <a:lnTo>
                    <a:pt x="3135197" y="1220188"/>
                  </a:lnTo>
                  <a:lnTo>
                    <a:pt x="3058557" y="1207302"/>
                  </a:lnTo>
                  <a:lnTo>
                    <a:pt x="2988164" y="1192907"/>
                  </a:lnTo>
                  <a:lnTo>
                    <a:pt x="2923627" y="1176804"/>
                  </a:lnTo>
                  <a:lnTo>
                    <a:pt x="2864234" y="1158741"/>
                  </a:lnTo>
                  <a:lnTo>
                    <a:pt x="2809106" y="1138435"/>
                  </a:lnTo>
                  <a:lnTo>
                    <a:pt x="2757299" y="1115589"/>
                  </a:lnTo>
                  <a:lnTo>
                    <a:pt x="2707892" y="1089948"/>
                  </a:lnTo>
                  <a:lnTo>
                    <a:pt x="2667772" y="1066221"/>
                  </a:lnTo>
                  <a:lnTo>
                    <a:pt x="2622199" y="1036176"/>
                  </a:lnTo>
                  <a:lnTo>
                    <a:pt x="2577072" y="1003301"/>
                  </a:lnTo>
                  <a:lnTo>
                    <a:pt x="2531979" y="967548"/>
                  </a:lnTo>
                  <a:lnTo>
                    <a:pt x="2486629" y="928949"/>
                  </a:lnTo>
                  <a:lnTo>
                    <a:pt x="2440833" y="887628"/>
                  </a:lnTo>
                  <a:lnTo>
                    <a:pt x="2394495" y="843805"/>
                  </a:lnTo>
                  <a:lnTo>
                    <a:pt x="2347603" y="797799"/>
                  </a:lnTo>
                  <a:lnTo>
                    <a:pt x="2300214" y="750024"/>
                  </a:lnTo>
                  <a:lnTo>
                    <a:pt x="2252443" y="700970"/>
                  </a:lnTo>
                  <a:lnTo>
                    <a:pt x="2204448" y="651190"/>
                  </a:lnTo>
                  <a:lnTo>
                    <a:pt x="2156410" y="601274"/>
                  </a:lnTo>
                  <a:lnTo>
                    <a:pt x="2108515" y="551816"/>
                  </a:lnTo>
                  <a:lnTo>
                    <a:pt x="2060933" y="503389"/>
                  </a:lnTo>
                  <a:lnTo>
                    <a:pt x="2013802" y="456515"/>
                  </a:lnTo>
                  <a:lnTo>
                    <a:pt x="1967207" y="411645"/>
                  </a:lnTo>
                  <a:lnTo>
                    <a:pt x="1921170" y="369143"/>
                  </a:lnTo>
                  <a:lnTo>
                    <a:pt x="1875633" y="329274"/>
                  </a:lnTo>
                  <a:lnTo>
                    <a:pt x="1830451" y="292206"/>
                  </a:lnTo>
                  <a:lnTo>
                    <a:pt x="1785383" y="258012"/>
                  </a:lnTo>
                  <a:lnTo>
                    <a:pt x="1740074" y="226680"/>
                  </a:lnTo>
                  <a:lnTo>
                    <a:pt x="1719082" y="213244"/>
                  </a:lnTo>
                  <a:lnTo>
                    <a:pt x="1671056" y="185149"/>
                  </a:lnTo>
                  <a:lnTo>
                    <a:pt x="1621318" y="159976"/>
                  </a:lnTo>
                  <a:lnTo>
                    <a:pt x="1569035" y="137562"/>
                  </a:lnTo>
                  <a:lnTo>
                    <a:pt x="1513277" y="117641"/>
                  </a:lnTo>
                  <a:lnTo>
                    <a:pt x="1453105" y="99916"/>
                  </a:lnTo>
                  <a:lnTo>
                    <a:pt x="1387657" y="84106"/>
                  </a:lnTo>
                  <a:lnTo>
                    <a:pt x="1316265" y="69969"/>
                  </a:lnTo>
                  <a:lnTo>
                    <a:pt x="1238602" y="57313"/>
                  </a:lnTo>
                  <a:lnTo>
                    <a:pt x="1154891" y="46006"/>
                  </a:lnTo>
                  <a:lnTo>
                    <a:pt x="1066126" y="35972"/>
                  </a:lnTo>
                  <a:lnTo>
                    <a:pt x="974294" y="27187"/>
                  </a:lnTo>
                  <a:lnTo>
                    <a:pt x="882467" y="19668"/>
                  </a:lnTo>
                  <a:lnTo>
                    <a:pt x="794680" y="13446"/>
                  </a:lnTo>
                  <a:lnTo>
                    <a:pt x="715461" y="8537"/>
                  </a:lnTo>
                  <a:lnTo>
                    <a:pt x="649051" y="4906"/>
                  </a:lnTo>
                  <a:lnTo>
                    <a:pt x="598454" y="2448"/>
                  </a:lnTo>
                  <a:lnTo>
                    <a:pt x="564654" y="980"/>
                  </a:lnTo>
                  <a:lnTo>
                    <a:pt x="546238" y="262"/>
                  </a:lnTo>
                  <a:lnTo>
                    <a:pt x="539491" y="2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9" name="pg299"/>
            <p:cNvSpPr/>
            <p:nvPr/>
          </p:nvSpPr>
          <p:spPr>
            <a:xfrm>
              <a:off x="546595" y="1725028"/>
              <a:ext cx="8234974" cy="4290292"/>
            </a:xfrm>
            <a:custGeom>
              <a:avLst/>
              <a:pathLst>
                <a:path w="8234974" h="4290292">
                  <a:moveTo>
                    <a:pt x="0" y="5444"/>
                  </a:moveTo>
                  <a:lnTo>
                    <a:pt x="538736" y="5444"/>
                  </a:lnTo>
                  <a:lnTo>
                    <a:pt x="540008" y="5486"/>
                  </a:lnTo>
                  <a:lnTo>
                    <a:pt x="548311" y="5786"/>
                  </a:lnTo>
                  <a:lnTo>
                    <a:pt x="569025" y="6615"/>
                  </a:lnTo>
                  <a:lnTo>
                    <a:pt x="605511" y="8242"/>
                  </a:lnTo>
                  <a:lnTo>
                    <a:pt x="658790" y="10901"/>
                  </a:lnTo>
                  <a:lnTo>
                    <a:pt x="727512" y="14766"/>
                  </a:lnTo>
                  <a:lnTo>
                    <a:pt x="808412" y="19930"/>
                  </a:lnTo>
                  <a:lnTo>
                    <a:pt x="897142" y="26417"/>
                  </a:lnTo>
                  <a:lnTo>
                    <a:pt x="989209" y="34207"/>
                  </a:lnTo>
                  <a:lnTo>
                    <a:pt x="1080714" y="43269"/>
                  </a:lnTo>
                  <a:lnTo>
                    <a:pt x="1168758" y="53592"/>
                  </a:lnTo>
                  <a:lnTo>
                    <a:pt x="1251528" y="65206"/>
                  </a:lnTo>
                  <a:lnTo>
                    <a:pt x="1328169" y="78197"/>
                  </a:lnTo>
                  <a:lnTo>
                    <a:pt x="1398563" y="92709"/>
                  </a:lnTo>
                  <a:lnTo>
                    <a:pt x="1463103" y="108944"/>
                  </a:lnTo>
                  <a:lnTo>
                    <a:pt x="1522497" y="127153"/>
                  </a:lnTo>
                  <a:lnTo>
                    <a:pt x="1577626" y="147625"/>
                  </a:lnTo>
                  <a:lnTo>
                    <a:pt x="1629433" y="170655"/>
                  </a:lnTo>
                  <a:lnTo>
                    <a:pt x="1678838" y="196504"/>
                  </a:lnTo>
                  <a:lnTo>
                    <a:pt x="1719082" y="220503"/>
                  </a:lnTo>
                  <a:lnTo>
                    <a:pt x="1764569" y="250743"/>
                  </a:lnTo>
                  <a:lnTo>
                    <a:pt x="1809611" y="283827"/>
                  </a:lnTo>
                  <a:lnTo>
                    <a:pt x="1854618" y="319802"/>
                  </a:lnTo>
                  <a:lnTo>
                    <a:pt x="1899880" y="358636"/>
                  </a:lnTo>
                  <a:lnTo>
                    <a:pt x="1945584" y="400208"/>
                  </a:lnTo>
                  <a:lnTo>
                    <a:pt x="1991827" y="444295"/>
                  </a:lnTo>
                  <a:lnTo>
                    <a:pt x="2038624" y="490579"/>
                  </a:lnTo>
                  <a:lnTo>
                    <a:pt x="2085916" y="538647"/>
                  </a:lnTo>
                  <a:lnTo>
                    <a:pt x="2133591" y="588008"/>
                  </a:lnTo>
                  <a:lnTo>
                    <a:pt x="2181493" y="638108"/>
                  </a:lnTo>
                  <a:lnTo>
                    <a:pt x="2229441" y="688357"/>
                  </a:lnTo>
                  <a:lnTo>
                    <a:pt x="2277250" y="738157"/>
                  </a:lnTo>
                  <a:lnTo>
                    <a:pt x="2324750" y="786935"/>
                  </a:lnTo>
                  <a:lnTo>
                    <a:pt x="2371805" y="834164"/>
                  </a:lnTo>
                  <a:lnTo>
                    <a:pt x="2418326" y="879391"/>
                  </a:lnTo>
                  <a:lnTo>
                    <a:pt x="2464292" y="922248"/>
                  </a:lnTo>
                  <a:lnTo>
                    <a:pt x="2509757" y="962466"/>
                  </a:lnTo>
                  <a:lnTo>
                    <a:pt x="2554861" y="999874"/>
                  </a:lnTo>
                  <a:lnTo>
                    <a:pt x="2599842" y="1034395"/>
                  </a:lnTo>
                  <a:lnTo>
                    <a:pt x="2645048" y="1066039"/>
                  </a:lnTo>
                  <a:lnTo>
                    <a:pt x="2667772" y="1080740"/>
                  </a:lnTo>
                  <a:lnTo>
                    <a:pt x="2715792" y="1109070"/>
                  </a:lnTo>
                  <a:lnTo>
                    <a:pt x="2765523" y="1134454"/>
                  </a:lnTo>
                  <a:lnTo>
                    <a:pt x="2817798" y="1157056"/>
                  </a:lnTo>
                  <a:lnTo>
                    <a:pt x="2873547" y="1177146"/>
                  </a:lnTo>
                  <a:lnTo>
                    <a:pt x="2933708" y="1195021"/>
                  </a:lnTo>
                  <a:lnTo>
                    <a:pt x="2999142" y="1210964"/>
                  </a:lnTo>
                  <a:lnTo>
                    <a:pt x="3070520" y="1225221"/>
                  </a:lnTo>
                  <a:lnTo>
                    <a:pt x="3148165" y="1237984"/>
                  </a:lnTo>
                  <a:lnTo>
                    <a:pt x="3231859" y="1249387"/>
                  </a:lnTo>
                  <a:lnTo>
                    <a:pt x="3320606" y="1259507"/>
                  </a:lnTo>
                  <a:lnTo>
                    <a:pt x="3412423" y="1268368"/>
                  </a:lnTo>
                  <a:lnTo>
                    <a:pt x="3504241" y="1275951"/>
                  </a:lnTo>
                  <a:lnTo>
                    <a:pt x="3592027" y="1282228"/>
                  </a:lnTo>
                  <a:lnTo>
                    <a:pt x="3671254" y="1287181"/>
                  </a:lnTo>
                  <a:lnTo>
                    <a:pt x="3737685" y="1290844"/>
                  </a:lnTo>
                  <a:lnTo>
                    <a:pt x="3788310" y="1293325"/>
                  </a:lnTo>
                  <a:lnTo>
                    <a:pt x="3822142" y="1294807"/>
                  </a:lnTo>
                  <a:lnTo>
                    <a:pt x="3840588" y="1295533"/>
                  </a:lnTo>
                  <a:lnTo>
                    <a:pt x="3847357" y="1295774"/>
                  </a:lnTo>
                  <a:lnTo>
                    <a:pt x="3848118" y="1295799"/>
                  </a:lnTo>
                  <a:lnTo>
                    <a:pt x="4386855" y="1295799"/>
                  </a:lnTo>
                  <a:lnTo>
                    <a:pt x="4388010" y="1295887"/>
                  </a:lnTo>
                  <a:lnTo>
                    <a:pt x="4395563" y="1296516"/>
                  </a:lnTo>
                  <a:lnTo>
                    <a:pt x="4414474" y="1298257"/>
                  </a:lnTo>
                  <a:lnTo>
                    <a:pt x="4447949" y="1301677"/>
                  </a:lnTo>
                  <a:lnTo>
                    <a:pt x="4497162" y="1307281"/>
                  </a:lnTo>
                  <a:lnTo>
                    <a:pt x="4561187" y="1315455"/>
                  </a:lnTo>
                  <a:lnTo>
                    <a:pt x="4637321" y="1326427"/>
                  </a:lnTo>
                  <a:lnTo>
                    <a:pt x="4721753" y="1340272"/>
                  </a:lnTo>
                  <a:lnTo>
                    <a:pt x="4810367" y="1356966"/>
                  </a:lnTo>
                  <a:lnTo>
                    <a:pt x="4899429" y="1376441"/>
                  </a:lnTo>
                  <a:lnTo>
                    <a:pt x="4986013" y="1398653"/>
                  </a:lnTo>
                  <a:lnTo>
                    <a:pt x="5068147" y="1423635"/>
                  </a:lnTo>
                  <a:lnTo>
                    <a:pt x="5144757" y="1451520"/>
                  </a:lnTo>
                  <a:lnTo>
                    <a:pt x="5215491" y="1482563"/>
                  </a:lnTo>
                  <a:lnTo>
                    <a:pt x="5280529" y="1517134"/>
                  </a:lnTo>
                  <a:lnTo>
                    <a:pt x="5340398" y="1555716"/>
                  </a:lnTo>
                  <a:lnTo>
                    <a:pt x="5395834" y="1598881"/>
                  </a:lnTo>
                  <a:lnTo>
                    <a:pt x="5447670" y="1647252"/>
                  </a:lnTo>
                  <a:lnTo>
                    <a:pt x="5496762" y="1701438"/>
                  </a:lnTo>
                  <a:lnTo>
                    <a:pt x="5543914" y="1761906"/>
                  </a:lnTo>
                  <a:lnTo>
                    <a:pt x="5567201" y="1794881"/>
                  </a:lnTo>
                  <a:lnTo>
                    <a:pt x="5601884" y="1847707"/>
                  </a:lnTo>
                  <a:lnTo>
                    <a:pt x="5636243" y="1904329"/>
                  </a:lnTo>
                  <a:lnTo>
                    <a:pt x="5670481" y="1964824"/>
                  </a:lnTo>
                  <a:lnTo>
                    <a:pt x="5704754" y="2029211"/>
                  </a:lnTo>
                  <a:lnTo>
                    <a:pt x="5739183" y="2097443"/>
                  </a:lnTo>
                  <a:lnTo>
                    <a:pt x="5773855" y="2169401"/>
                  </a:lnTo>
                  <a:lnTo>
                    <a:pt x="5808822" y="2244891"/>
                  </a:lnTo>
                  <a:lnTo>
                    <a:pt x="5844110" y="2323642"/>
                  </a:lnTo>
                  <a:lnTo>
                    <a:pt x="5879719" y="2405307"/>
                  </a:lnTo>
                  <a:lnTo>
                    <a:pt x="5915624" y="2489466"/>
                  </a:lnTo>
                  <a:lnTo>
                    <a:pt x="5951781" y="2575634"/>
                  </a:lnTo>
                  <a:lnTo>
                    <a:pt x="5988129" y="2663272"/>
                  </a:lnTo>
                  <a:lnTo>
                    <a:pt x="6024594" y="2751801"/>
                  </a:lnTo>
                  <a:lnTo>
                    <a:pt x="6061098" y="2840614"/>
                  </a:lnTo>
                  <a:lnTo>
                    <a:pt x="6097558" y="2929099"/>
                  </a:lnTo>
                  <a:lnTo>
                    <a:pt x="6133895" y="3016652"/>
                  </a:lnTo>
                  <a:lnTo>
                    <a:pt x="6170035" y="3102694"/>
                  </a:lnTo>
                  <a:lnTo>
                    <a:pt x="6205920" y="3186690"/>
                  </a:lnTo>
                  <a:lnTo>
                    <a:pt x="6241507" y="3268161"/>
                  </a:lnTo>
                  <a:lnTo>
                    <a:pt x="6276772" y="3346690"/>
                  </a:lnTo>
                  <a:lnTo>
                    <a:pt x="6311717" y="3421937"/>
                  </a:lnTo>
                  <a:lnTo>
                    <a:pt x="6346369" y="3493635"/>
                  </a:lnTo>
                  <a:lnTo>
                    <a:pt x="6380784" y="3561595"/>
                  </a:lnTo>
                  <a:lnTo>
                    <a:pt x="6415051" y="3625706"/>
                  </a:lnTo>
                  <a:lnTo>
                    <a:pt x="6449291" y="3685924"/>
                  </a:lnTo>
                  <a:lnTo>
                    <a:pt x="6483666" y="3742272"/>
                  </a:lnTo>
                  <a:lnTo>
                    <a:pt x="6515891" y="3791210"/>
                  </a:lnTo>
                  <a:lnTo>
                    <a:pt x="6562332" y="3854933"/>
                  </a:lnTo>
                  <a:lnTo>
                    <a:pt x="6610350" y="3912247"/>
                  </a:lnTo>
                  <a:lnTo>
                    <a:pt x="6660696" y="3963483"/>
                  </a:lnTo>
                  <a:lnTo>
                    <a:pt x="6714207" y="4009197"/>
                  </a:lnTo>
                  <a:lnTo>
                    <a:pt x="6771738" y="4050016"/>
                  </a:lnTo>
                  <a:lnTo>
                    <a:pt x="6834084" y="4086545"/>
                  </a:lnTo>
                  <a:lnTo>
                    <a:pt x="6901895" y="4119315"/>
                  </a:lnTo>
                  <a:lnTo>
                    <a:pt x="6975545" y="4148755"/>
                  </a:lnTo>
                  <a:lnTo>
                    <a:pt x="7054975" y="4175179"/>
                  </a:lnTo>
                  <a:lnTo>
                    <a:pt x="7139500" y="4198779"/>
                  </a:lnTo>
                  <a:lnTo>
                    <a:pt x="7227617" y="4219638"/>
                  </a:lnTo>
                  <a:lnTo>
                    <a:pt x="7316880" y="4237743"/>
                  </a:lnTo>
                  <a:lnTo>
                    <a:pt x="7403927" y="4253034"/>
                  </a:lnTo>
                  <a:lnTo>
                    <a:pt x="7484764" y="4265455"/>
                  </a:lnTo>
                  <a:lnTo>
                    <a:pt x="7555327" y="4275023"/>
                  </a:lnTo>
                  <a:lnTo>
                    <a:pt x="7612257" y="4281886"/>
                  </a:lnTo>
                  <a:lnTo>
                    <a:pt x="7653664" y="4286352"/>
                  </a:lnTo>
                  <a:lnTo>
                    <a:pt x="7679648" y="4288871"/>
                  </a:lnTo>
                  <a:lnTo>
                    <a:pt x="7692418" y="4289989"/>
                  </a:lnTo>
                  <a:lnTo>
                    <a:pt x="7696084" y="4290281"/>
                  </a:lnTo>
                  <a:lnTo>
                    <a:pt x="7696237" y="4290292"/>
                  </a:lnTo>
                  <a:lnTo>
                    <a:pt x="8234974" y="4290292"/>
                  </a:lnTo>
                  <a:lnTo>
                    <a:pt x="8234974" y="4284848"/>
                  </a:lnTo>
                  <a:lnTo>
                    <a:pt x="7696237" y="4284848"/>
                  </a:lnTo>
                  <a:lnTo>
                    <a:pt x="7695083" y="4284760"/>
                  </a:lnTo>
                  <a:lnTo>
                    <a:pt x="7687529" y="4284130"/>
                  </a:lnTo>
                  <a:lnTo>
                    <a:pt x="7668619" y="4282390"/>
                  </a:lnTo>
                  <a:lnTo>
                    <a:pt x="7635144" y="4278970"/>
                  </a:lnTo>
                  <a:lnTo>
                    <a:pt x="7585931" y="4273365"/>
                  </a:lnTo>
                  <a:lnTo>
                    <a:pt x="7521906" y="4265191"/>
                  </a:lnTo>
                  <a:lnTo>
                    <a:pt x="7445772" y="4254220"/>
                  </a:lnTo>
                  <a:lnTo>
                    <a:pt x="7361340" y="4240374"/>
                  </a:lnTo>
                  <a:lnTo>
                    <a:pt x="7272725" y="4223680"/>
                  </a:lnTo>
                  <a:lnTo>
                    <a:pt x="7183663" y="4204206"/>
                  </a:lnTo>
                  <a:lnTo>
                    <a:pt x="7097080" y="4181993"/>
                  </a:lnTo>
                  <a:lnTo>
                    <a:pt x="7014945" y="4157012"/>
                  </a:lnTo>
                  <a:lnTo>
                    <a:pt x="6938336" y="4129126"/>
                  </a:lnTo>
                  <a:lnTo>
                    <a:pt x="6867601" y="4098084"/>
                  </a:lnTo>
                  <a:lnTo>
                    <a:pt x="6802563" y="4063513"/>
                  </a:lnTo>
                  <a:lnTo>
                    <a:pt x="6742694" y="4024931"/>
                  </a:lnTo>
                  <a:lnTo>
                    <a:pt x="6687259" y="3981766"/>
                  </a:lnTo>
                  <a:lnTo>
                    <a:pt x="6635423" y="3933394"/>
                  </a:lnTo>
                  <a:lnTo>
                    <a:pt x="6586330" y="3879209"/>
                  </a:lnTo>
                  <a:lnTo>
                    <a:pt x="6539179" y="3818740"/>
                  </a:lnTo>
                  <a:lnTo>
                    <a:pt x="6515891" y="3785766"/>
                  </a:lnTo>
                  <a:lnTo>
                    <a:pt x="6481209" y="3732940"/>
                  </a:lnTo>
                  <a:lnTo>
                    <a:pt x="6446849" y="3676318"/>
                  </a:lnTo>
                  <a:lnTo>
                    <a:pt x="6412612" y="3615822"/>
                  </a:lnTo>
                  <a:lnTo>
                    <a:pt x="6378338" y="3551435"/>
                  </a:lnTo>
                  <a:lnTo>
                    <a:pt x="6343909" y="3483204"/>
                  </a:lnTo>
                  <a:lnTo>
                    <a:pt x="6309238" y="3411246"/>
                  </a:lnTo>
                  <a:lnTo>
                    <a:pt x="6274271" y="3335756"/>
                  </a:lnTo>
                  <a:lnTo>
                    <a:pt x="6238982" y="3257005"/>
                  </a:lnTo>
                  <a:lnTo>
                    <a:pt x="6203373" y="3175340"/>
                  </a:lnTo>
                  <a:lnTo>
                    <a:pt x="6167468" y="3091181"/>
                  </a:lnTo>
                  <a:lnTo>
                    <a:pt x="6131311" y="3005013"/>
                  </a:lnTo>
                  <a:lnTo>
                    <a:pt x="6094964" y="2917374"/>
                  </a:lnTo>
                  <a:lnTo>
                    <a:pt x="6058498" y="2828846"/>
                  </a:lnTo>
                  <a:lnTo>
                    <a:pt x="6021994" y="2740032"/>
                  </a:lnTo>
                  <a:lnTo>
                    <a:pt x="5985534" y="2651547"/>
                  </a:lnTo>
                  <a:lnTo>
                    <a:pt x="5949198" y="2563995"/>
                  </a:lnTo>
                  <a:lnTo>
                    <a:pt x="5913057" y="2477953"/>
                  </a:lnTo>
                  <a:lnTo>
                    <a:pt x="5877172" y="2393956"/>
                  </a:lnTo>
                  <a:lnTo>
                    <a:pt x="5841586" y="2312486"/>
                  </a:lnTo>
                  <a:lnTo>
                    <a:pt x="5806320" y="2233956"/>
                  </a:lnTo>
                  <a:lnTo>
                    <a:pt x="5771375" y="2158710"/>
                  </a:lnTo>
                  <a:lnTo>
                    <a:pt x="5736723" y="2087012"/>
                  </a:lnTo>
                  <a:lnTo>
                    <a:pt x="5702308" y="2019051"/>
                  </a:lnTo>
                  <a:lnTo>
                    <a:pt x="5668042" y="1954941"/>
                  </a:lnTo>
                  <a:lnTo>
                    <a:pt x="5633801" y="1894723"/>
                  </a:lnTo>
                  <a:lnTo>
                    <a:pt x="5599426" y="1838374"/>
                  </a:lnTo>
                  <a:lnTo>
                    <a:pt x="5567201" y="1789436"/>
                  </a:lnTo>
                  <a:lnTo>
                    <a:pt x="5520761" y="1725714"/>
                  </a:lnTo>
                  <a:lnTo>
                    <a:pt x="5472742" y="1668400"/>
                  </a:lnTo>
                  <a:lnTo>
                    <a:pt x="5422397" y="1617164"/>
                  </a:lnTo>
                  <a:lnTo>
                    <a:pt x="5368886" y="1571450"/>
                  </a:lnTo>
                  <a:lnTo>
                    <a:pt x="5311355" y="1530630"/>
                  </a:lnTo>
                  <a:lnTo>
                    <a:pt x="5249008" y="1494101"/>
                  </a:lnTo>
                  <a:lnTo>
                    <a:pt x="5181197" y="1461331"/>
                  </a:lnTo>
                  <a:lnTo>
                    <a:pt x="5107547" y="1431891"/>
                  </a:lnTo>
                  <a:lnTo>
                    <a:pt x="5028118" y="1405468"/>
                  </a:lnTo>
                  <a:lnTo>
                    <a:pt x="4943593" y="1381867"/>
                  </a:lnTo>
                  <a:lnTo>
                    <a:pt x="4855476" y="1361009"/>
                  </a:lnTo>
                  <a:lnTo>
                    <a:pt x="4766213" y="1342903"/>
                  </a:lnTo>
                  <a:lnTo>
                    <a:pt x="4679165" y="1327612"/>
                  </a:lnTo>
                  <a:lnTo>
                    <a:pt x="4598329" y="1315192"/>
                  </a:lnTo>
                  <a:lnTo>
                    <a:pt x="4527765" y="1305624"/>
                  </a:lnTo>
                  <a:lnTo>
                    <a:pt x="4470835" y="1298761"/>
                  </a:lnTo>
                  <a:lnTo>
                    <a:pt x="4429428" y="1294295"/>
                  </a:lnTo>
                  <a:lnTo>
                    <a:pt x="4403444" y="1291775"/>
                  </a:lnTo>
                  <a:lnTo>
                    <a:pt x="4390674" y="1290657"/>
                  </a:lnTo>
                  <a:lnTo>
                    <a:pt x="4387008" y="1290365"/>
                  </a:lnTo>
                  <a:lnTo>
                    <a:pt x="4386855" y="1290354"/>
                  </a:lnTo>
                  <a:lnTo>
                    <a:pt x="3848118" y="1290354"/>
                  </a:lnTo>
                  <a:lnTo>
                    <a:pt x="3846846" y="1290312"/>
                  </a:lnTo>
                  <a:lnTo>
                    <a:pt x="3838544" y="1290012"/>
                  </a:lnTo>
                  <a:lnTo>
                    <a:pt x="3817830" y="1289183"/>
                  </a:lnTo>
                  <a:lnTo>
                    <a:pt x="3781343" y="1287556"/>
                  </a:lnTo>
                  <a:lnTo>
                    <a:pt x="3728064" y="1284897"/>
                  </a:lnTo>
                  <a:lnTo>
                    <a:pt x="3659342" y="1281032"/>
                  </a:lnTo>
                  <a:lnTo>
                    <a:pt x="3578443" y="1275868"/>
                  </a:lnTo>
                  <a:lnTo>
                    <a:pt x="3489712" y="1269381"/>
                  </a:lnTo>
                  <a:lnTo>
                    <a:pt x="3397646" y="1261591"/>
                  </a:lnTo>
                  <a:lnTo>
                    <a:pt x="3306141" y="1252529"/>
                  </a:lnTo>
                  <a:lnTo>
                    <a:pt x="3218097" y="1242207"/>
                  </a:lnTo>
                  <a:lnTo>
                    <a:pt x="3135327" y="1230592"/>
                  </a:lnTo>
                  <a:lnTo>
                    <a:pt x="3058686" y="1217601"/>
                  </a:lnTo>
                  <a:lnTo>
                    <a:pt x="2988291" y="1203089"/>
                  </a:lnTo>
                  <a:lnTo>
                    <a:pt x="2923752" y="1186854"/>
                  </a:lnTo>
                  <a:lnTo>
                    <a:pt x="2864358" y="1168645"/>
                  </a:lnTo>
                  <a:lnTo>
                    <a:pt x="2809229" y="1148173"/>
                  </a:lnTo>
                  <a:lnTo>
                    <a:pt x="2757421" y="1125143"/>
                  </a:lnTo>
                  <a:lnTo>
                    <a:pt x="2708017" y="1099294"/>
                  </a:lnTo>
                  <a:lnTo>
                    <a:pt x="2667772" y="1075295"/>
                  </a:lnTo>
                  <a:lnTo>
                    <a:pt x="2622285" y="1045055"/>
                  </a:lnTo>
                  <a:lnTo>
                    <a:pt x="2577243" y="1011972"/>
                  </a:lnTo>
                  <a:lnTo>
                    <a:pt x="2532237" y="975996"/>
                  </a:lnTo>
                  <a:lnTo>
                    <a:pt x="2486975" y="937162"/>
                  </a:lnTo>
                  <a:lnTo>
                    <a:pt x="2441270" y="895590"/>
                  </a:lnTo>
                  <a:lnTo>
                    <a:pt x="2395027" y="851503"/>
                  </a:lnTo>
                  <a:lnTo>
                    <a:pt x="2348231" y="805219"/>
                  </a:lnTo>
                  <a:lnTo>
                    <a:pt x="2300938" y="757151"/>
                  </a:lnTo>
                  <a:lnTo>
                    <a:pt x="2253263" y="707790"/>
                  </a:lnTo>
                  <a:lnTo>
                    <a:pt x="2205362" y="657690"/>
                  </a:lnTo>
                  <a:lnTo>
                    <a:pt x="2157414" y="607441"/>
                  </a:lnTo>
                  <a:lnTo>
                    <a:pt x="2109604" y="557641"/>
                  </a:lnTo>
                  <a:lnTo>
                    <a:pt x="2062104" y="508863"/>
                  </a:lnTo>
                  <a:lnTo>
                    <a:pt x="2015050" y="461634"/>
                  </a:lnTo>
                  <a:lnTo>
                    <a:pt x="1968529" y="416408"/>
                  </a:lnTo>
                  <a:lnTo>
                    <a:pt x="1922562" y="373550"/>
                  </a:lnTo>
                  <a:lnTo>
                    <a:pt x="1877098" y="333332"/>
                  </a:lnTo>
                  <a:lnTo>
                    <a:pt x="1831994" y="295925"/>
                  </a:lnTo>
                  <a:lnTo>
                    <a:pt x="1787013" y="261403"/>
                  </a:lnTo>
                  <a:lnTo>
                    <a:pt x="1741807" y="229759"/>
                  </a:lnTo>
                  <a:lnTo>
                    <a:pt x="1719082" y="215059"/>
                  </a:lnTo>
                  <a:lnTo>
                    <a:pt x="1671062" y="186728"/>
                  </a:lnTo>
                  <a:lnTo>
                    <a:pt x="1621332" y="161344"/>
                  </a:lnTo>
                  <a:lnTo>
                    <a:pt x="1569056" y="138742"/>
                  </a:lnTo>
                  <a:lnTo>
                    <a:pt x="1513308" y="118652"/>
                  </a:lnTo>
                  <a:lnTo>
                    <a:pt x="1453147" y="100778"/>
                  </a:lnTo>
                  <a:lnTo>
                    <a:pt x="1387713" y="84834"/>
                  </a:lnTo>
                  <a:lnTo>
                    <a:pt x="1316335" y="70577"/>
                  </a:lnTo>
                  <a:lnTo>
                    <a:pt x="1238689" y="57814"/>
                  </a:lnTo>
                  <a:lnTo>
                    <a:pt x="1154996" y="46411"/>
                  </a:lnTo>
                  <a:lnTo>
                    <a:pt x="1066249" y="36291"/>
                  </a:lnTo>
                  <a:lnTo>
                    <a:pt x="974431" y="27431"/>
                  </a:lnTo>
                  <a:lnTo>
                    <a:pt x="882614" y="19847"/>
                  </a:lnTo>
                  <a:lnTo>
                    <a:pt x="794828" y="13570"/>
                  </a:lnTo>
                  <a:lnTo>
                    <a:pt x="715600" y="8618"/>
                  </a:lnTo>
                  <a:lnTo>
                    <a:pt x="649170" y="4954"/>
                  </a:lnTo>
                  <a:lnTo>
                    <a:pt x="598545" y="2473"/>
                  </a:lnTo>
                  <a:lnTo>
                    <a:pt x="564713" y="991"/>
                  </a:lnTo>
                  <a:lnTo>
                    <a:pt x="546266" y="265"/>
                  </a:lnTo>
                  <a:lnTo>
                    <a:pt x="539498" y="2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00" name="pl300"/>
            <p:cNvSpPr/>
            <p:nvPr/>
          </p:nvSpPr>
          <p:spPr>
            <a:xfrm>
              <a:off x="546595" y="1730473"/>
              <a:ext cx="8234974" cy="4284848"/>
            </a:xfrm>
            <a:custGeom>
              <a:avLst/>
              <a:pathLst>
                <a:path w="8234974" h="4284848">
                  <a:moveTo>
                    <a:pt x="0" y="0"/>
                  </a:moveTo>
                  <a:lnTo>
                    <a:pt x="538736" y="0"/>
                  </a:lnTo>
                  <a:lnTo>
                    <a:pt x="540008" y="41"/>
                  </a:lnTo>
                  <a:lnTo>
                    <a:pt x="548311" y="341"/>
                  </a:lnTo>
                  <a:lnTo>
                    <a:pt x="569025" y="1170"/>
                  </a:lnTo>
                  <a:lnTo>
                    <a:pt x="605511" y="2797"/>
                  </a:lnTo>
                  <a:lnTo>
                    <a:pt x="658790" y="5457"/>
                  </a:lnTo>
                  <a:lnTo>
                    <a:pt x="727512" y="9321"/>
                  </a:lnTo>
                  <a:lnTo>
                    <a:pt x="808412" y="14485"/>
                  </a:lnTo>
                  <a:lnTo>
                    <a:pt x="897142" y="20973"/>
                  </a:lnTo>
                  <a:lnTo>
                    <a:pt x="989209" y="28763"/>
                  </a:lnTo>
                  <a:lnTo>
                    <a:pt x="1080714" y="37825"/>
                  </a:lnTo>
                  <a:lnTo>
                    <a:pt x="1168758" y="48147"/>
                  </a:lnTo>
                  <a:lnTo>
                    <a:pt x="1251528" y="59761"/>
                  </a:lnTo>
                  <a:lnTo>
                    <a:pt x="1328169" y="72752"/>
                  </a:lnTo>
                  <a:lnTo>
                    <a:pt x="1398563" y="87265"/>
                  </a:lnTo>
                  <a:lnTo>
                    <a:pt x="1463103" y="103500"/>
                  </a:lnTo>
                  <a:lnTo>
                    <a:pt x="1522497" y="121709"/>
                  </a:lnTo>
                  <a:lnTo>
                    <a:pt x="1577626" y="142180"/>
                  </a:lnTo>
                  <a:lnTo>
                    <a:pt x="1629433" y="165211"/>
                  </a:lnTo>
                  <a:lnTo>
                    <a:pt x="1678838" y="191059"/>
                  </a:lnTo>
                  <a:lnTo>
                    <a:pt x="1719082" y="215059"/>
                  </a:lnTo>
                  <a:lnTo>
                    <a:pt x="1764569" y="245299"/>
                  </a:lnTo>
                  <a:lnTo>
                    <a:pt x="1809611" y="278382"/>
                  </a:lnTo>
                  <a:lnTo>
                    <a:pt x="1854618" y="314357"/>
                  </a:lnTo>
                  <a:lnTo>
                    <a:pt x="1899880" y="353192"/>
                  </a:lnTo>
                  <a:lnTo>
                    <a:pt x="1945584" y="394763"/>
                  </a:lnTo>
                  <a:lnTo>
                    <a:pt x="1991827" y="438850"/>
                  </a:lnTo>
                  <a:lnTo>
                    <a:pt x="2038624" y="485134"/>
                  </a:lnTo>
                  <a:lnTo>
                    <a:pt x="2085916" y="533203"/>
                  </a:lnTo>
                  <a:lnTo>
                    <a:pt x="2133591" y="582564"/>
                  </a:lnTo>
                  <a:lnTo>
                    <a:pt x="2181493" y="632664"/>
                  </a:lnTo>
                  <a:lnTo>
                    <a:pt x="2229441" y="682912"/>
                  </a:lnTo>
                  <a:lnTo>
                    <a:pt x="2277250" y="732713"/>
                  </a:lnTo>
                  <a:lnTo>
                    <a:pt x="2324750" y="781491"/>
                  </a:lnTo>
                  <a:lnTo>
                    <a:pt x="2371805" y="828720"/>
                  </a:lnTo>
                  <a:lnTo>
                    <a:pt x="2418326" y="873946"/>
                  </a:lnTo>
                  <a:lnTo>
                    <a:pt x="2464292" y="916803"/>
                  </a:lnTo>
                  <a:lnTo>
                    <a:pt x="2509757" y="957021"/>
                  </a:lnTo>
                  <a:lnTo>
                    <a:pt x="2554861" y="994429"/>
                  </a:lnTo>
                  <a:lnTo>
                    <a:pt x="2599842" y="1028950"/>
                  </a:lnTo>
                  <a:lnTo>
                    <a:pt x="2645048" y="1060595"/>
                  </a:lnTo>
                  <a:lnTo>
                    <a:pt x="2667772" y="1075295"/>
                  </a:lnTo>
                  <a:lnTo>
                    <a:pt x="2715792" y="1103626"/>
                  </a:lnTo>
                  <a:lnTo>
                    <a:pt x="2765523" y="1129010"/>
                  </a:lnTo>
                  <a:lnTo>
                    <a:pt x="2817798" y="1151612"/>
                  </a:lnTo>
                  <a:lnTo>
                    <a:pt x="2873547" y="1171701"/>
                  </a:lnTo>
                  <a:lnTo>
                    <a:pt x="2933708" y="1189576"/>
                  </a:lnTo>
                  <a:lnTo>
                    <a:pt x="2999142" y="1205520"/>
                  </a:lnTo>
                  <a:lnTo>
                    <a:pt x="3070520" y="1219777"/>
                  </a:lnTo>
                  <a:lnTo>
                    <a:pt x="3148165" y="1232540"/>
                  </a:lnTo>
                  <a:lnTo>
                    <a:pt x="3231859" y="1243943"/>
                  </a:lnTo>
                  <a:lnTo>
                    <a:pt x="3320606" y="1254063"/>
                  </a:lnTo>
                  <a:lnTo>
                    <a:pt x="3412423" y="1262923"/>
                  </a:lnTo>
                  <a:lnTo>
                    <a:pt x="3504241" y="1270507"/>
                  </a:lnTo>
                  <a:lnTo>
                    <a:pt x="3592027" y="1276783"/>
                  </a:lnTo>
                  <a:lnTo>
                    <a:pt x="3671254" y="1281736"/>
                  </a:lnTo>
                  <a:lnTo>
                    <a:pt x="3737685" y="1285400"/>
                  </a:lnTo>
                  <a:lnTo>
                    <a:pt x="3788310" y="1287881"/>
                  </a:lnTo>
                  <a:lnTo>
                    <a:pt x="3822142" y="1289363"/>
                  </a:lnTo>
                  <a:lnTo>
                    <a:pt x="3840588" y="1290089"/>
                  </a:lnTo>
                  <a:lnTo>
                    <a:pt x="3847357" y="1290329"/>
                  </a:lnTo>
                  <a:lnTo>
                    <a:pt x="3848118" y="1290354"/>
                  </a:lnTo>
                  <a:lnTo>
                    <a:pt x="4386855" y="1290354"/>
                  </a:lnTo>
                  <a:lnTo>
                    <a:pt x="4388010" y="1290442"/>
                  </a:lnTo>
                  <a:lnTo>
                    <a:pt x="4395563" y="1291072"/>
                  </a:lnTo>
                  <a:lnTo>
                    <a:pt x="4414474" y="1292812"/>
                  </a:lnTo>
                  <a:lnTo>
                    <a:pt x="4447949" y="1296232"/>
                  </a:lnTo>
                  <a:lnTo>
                    <a:pt x="4497162" y="1301837"/>
                  </a:lnTo>
                  <a:lnTo>
                    <a:pt x="4561187" y="1310011"/>
                  </a:lnTo>
                  <a:lnTo>
                    <a:pt x="4637321" y="1320982"/>
                  </a:lnTo>
                  <a:lnTo>
                    <a:pt x="4721753" y="1334828"/>
                  </a:lnTo>
                  <a:lnTo>
                    <a:pt x="4810367" y="1351522"/>
                  </a:lnTo>
                  <a:lnTo>
                    <a:pt x="4899429" y="1370996"/>
                  </a:lnTo>
                  <a:lnTo>
                    <a:pt x="4986013" y="1393209"/>
                  </a:lnTo>
                  <a:lnTo>
                    <a:pt x="5068147" y="1418190"/>
                  </a:lnTo>
                  <a:lnTo>
                    <a:pt x="5144757" y="1446076"/>
                  </a:lnTo>
                  <a:lnTo>
                    <a:pt x="5215491" y="1477118"/>
                  </a:lnTo>
                  <a:lnTo>
                    <a:pt x="5280529" y="1511689"/>
                  </a:lnTo>
                  <a:lnTo>
                    <a:pt x="5340398" y="1550271"/>
                  </a:lnTo>
                  <a:lnTo>
                    <a:pt x="5395834" y="1593436"/>
                  </a:lnTo>
                  <a:lnTo>
                    <a:pt x="5447670" y="1641808"/>
                  </a:lnTo>
                  <a:lnTo>
                    <a:pt x="5496762" y="1695993"/>
                  </a:lnTo>
                  <a:lnTo>
                    <a:pt x="5543914" y="1756462"/>
                  </a:lnTo>
                  <a:lnTo>
                    <a:pt x="5567201" y="1789436"/>
                  </a:lnTo>
                  <a:lnTo>
                    <a:pt x="5601884" y="1842262"/>
                  </a:lnTo>
                  <a:lnTo>
                    <a:pt x="5636243" y="1898884"/>
                  </a:lnTo>
                  <a:lnTo>
                    <a:pt x="5670481" y="1959380"/>
                  </a:lnTo>
                  <a:lnTo>
                    <a:pt x="5704754" y="2023767"/>
                  </a:lnTo>
                  <a:lnTo>
                    <a:pt x="5739183" y="2091998"/>
                  </a:lnTo>
                  <a:lnTo>
                    <a:pt x="5773855" y="2163956"/>
                  </a:lnTo>
                  <a:lnTo>
                    <a:pt x="5808822" y="2239446"/>
                  </a:lnTo>
                  <a:lnTo>
                    <a:pt x="5844110" y="2318197"/>
                  </a:lnTo>
                  <a:lnTo>
                    <a:pt x="5879719" y="2399862"/>
                  </a:lnTo>
                  <a:lnTo>
                    <a:pt x="5915624" y="2484021"/>
                  </a:lnTo>
                  <a:lnTo>
                    <a:pt x="5951781" y="2570189"/>
                  </a:lnTo>
                  <a:lnTo>
                    <a:pt x="5988129" y="2657828"/>
                  </a:lnTo>
                  <a:lnTo>
                    <a:pt x="6024594" y="2746356"/>
                  </a:lnTo>
                  <a:lnTo>
                    <a:pt x="6061098" y="2835170"/>
                  </a:lnTo>
                  <a:lnTo>
                    <a:pt x="6097558" y="2923655"/>
                  </a:lnTo>
                  <a:lnTo>
                    <a:pt x="6133895" y="3011207"/>
                  </a:lnTo>
                  <a:lnTo>
                    <a:pt x="6170035" y="3097249"/>
                  </a:lnTo>
                  <a:lnTo>
                    <a:pt x="6205920" y="3181246"/>
                  </a:lnTo>
                  <a:lnTo>
                    <a:pt x="6241507" y="3262716"/>
                  </a:lnTo>
                  <a:lnTo>
                    <a:pt x="6276772" y="3341246"/>
                  </a:lnTo>
                  <a:lnTo>
                    <a:pt x="6311717" y="3416492"/>
                  </a:lnTo>
                  <a:lnTo>
                    <a:pt x="6346369" y="3488190"/>
                  </a:lnTo>
                  <a:lnTo>
                    <a:pt x="6380784" y="3556151"/>
                  </a:lnTo>
                  <a:lnTo>
                    <a:pt x="6415051" y="3620261"/>
                  </a:lnTo>
                  <a:lnTo>
                    <a:pt x="6449291" y="3680479"/>
                  </a:lnTo>
                  <a:lnTo>
                    <a:pt x="6483666" y="3736828"/>
                  </a:lnTo>
                  <a:lnTo>
                    <a:pt x="6515891" y="3785766"/>
                  </a:lnTo>
                  <a:lnTo>
                    <a:pt x="6562332" y="3849488"/>
                  </a:lnTo>
                  <a:lnTo>
                    <a:pt x="6610350" y="3906802"/>
                  </a:lnTo>
                  <a:lnTo>
                    <a:pt x="6660696" y="3958038"/>
                  </a:lnTo>
                  <a:lnTo>
                    <a:pt x="6714207" y="4003752"/>
                  </a:lnTo>
                  <a:lnTo>
                    <a:pt x="6771738" y="4044572"/>
                  </a:lnTo>
                  <a:lnTo>
                    <a:pt x="6834084" y="4081101"/>
                  </a:lnTo>
                  <a:lnTo>
                    <a:pt x="6901895" y="4113871"/>
                  </a:lnTo>
                  <a:lnTo>
                    <a:pt x="6975545" y="4143311"/>
                  </a:lnTo>
                  <a:lnTo>
                    <a:pt x="7054975" y="4169734"/>
                  </a:lnTo>
                  <a:lnTo>
                    <a:pt x="7139500" y="4193335"/>
                  </a:lnTo>
                  <a:lnTo>
                    <a:pt x="7227617" y="4214193"/>
                  </a:lnTo>
                  <a:lnTo>
                    <a:pt x="7316880" y="4232299"/>
                  </a:lnTo>
                  <a:lnTo>
                    <a:pt x="7403927" y="4247590"/>
                  </a:lnTo>
                  <a:lnTo>
                    <a:pt x="7484764" y="4260010"/>
                  </a:lnTo>
                  <a:lnTo>
                    <a:pt x="7555327" y="4269578"/>
                  </a:lnTo>
                  <a:lnTo>
                    <a:pt x="7612257" y="4276441"/>
                  </a:lnTo>
                  <a:lnTo>
                    <a:pt x="7653664" y="4280907"/>
                  </a:lnTo>
                  <a:lnTo>
                    <a:pt x="7679648" y="4283427"/>
                  </a:lnTo>
                  <a:lnTo>
                    <a:pt x="7692418" y="4284545"/>
                  </a:lnTo>
                  <a:lnTo>
                    <a:pt x="7696084" y="4284837"/>
                  </a:lnTo>
                  <a:lnTo>
                    <a:pt x="7696237" y="4284848"/>
                  </a:lnTo>
                  <a:lnTo>
                    <a:pt x="8234974" y="4284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1" name="pl301"/>
            <p:cNvSpPr/>
            <p:nvPr/>
          </p:nvSpPr>
          <p:spPr>
            <a:xfrm>
              <a:off x="546595" y="1725028"/>
              <a:ext cx="8234974" cy="4284848"/>
            </a:xfrm>
            <a:custGeom>
              <a:avLst/>
              <a:pathLst>
                <a:path w="8234974" h="4284848">
                  <a:moveTo>
                    <a:pt x="8234974" y="4284848"/>
                  </a:moveTo>
                  <a:lnTo>
                    <a:pt x="7696237" y="4284848"/>
                  </a:lnTo>
                  <a:lnTo>
                    <a:pt x="7695083" y="4284760"/>
                  </a:lnTo>
                  <a:lnTo>
                    <a:pt x="7687529" y="4284130"/>
                  </a:lnTo>
                  <a:lnTo>
                    <a:pt x="7668619" y="4282390"/>
                  </a:lnTo>
                  <a:lnTo>
                    <a:pt x="7635144" y="4278970"/>
                  </a:lnTo>
                  <a:lnTo>
                    <a:pt x="7585931" y="4273365"/>
                  </a:lnTo>
                  <a:lnTo>
                    <a:pt x="7521906" y="4265191"/>
                  </a:lnTo>
                  <a:lnTo>
                    <a:pt x="7445772" y="4254220"/>
                  </a:lnTo>
                  <a:lnTo>
                    <a:pt x="7361340" y="4240374"/>
                  </a:lnTo>
                  <a:lnTo>
                    <a:pt x="7272725" y="4223680"/>
                  </a:lnTo>
                  <a:lnTo>
                    <a:pt x="7183663" y="4204206"/>
                  </a:lnTo>
                  <a:lnTo>
                    <a:pt x="7097080" y="4181993"/>
                  </a:lnTo>
                  <a:lnTo>
                    <a:pt x="7014945" y="4157012"/>
                  </a:lnTo>
                  <a:lnTo>
                    <a:pt x="6938336" y="4129126"/>
                  </a:lnTo>
                  <a:lnTo>
                    <a:pt x="6867601" y="4098084"/>
                  </a:lnTo>
                  <a:lnTo>
                    <a:pt x="6802563" y="4063513"/>
                  </a:lnTo>
                  <a:lnTo>
                    <a:pt x="6742694" y="4024931"/>
                  </a:lnTo>
                  <a:lnTo>
                    <a:pt x="6687259" y="3981766"/>
                  </a:lnTo>
                  <a:lnTo>
                    <a:pt x="6635423" y="3933394"/>
                  </a:lnTo>
                  <a:lnTo>
                    <a:pt x="6586330" y="3879209"/>
                  </a:lnTo>
                  <a:lnTo>
                    <a:pt x="6539179" y="3818740"/>
                  </a:lnTo>
                  <a:lnTo>
                    <a:pt x="6515891" y="3785766"/>
                  </a:lnTo>
                  <a:lnTo>
                    <a:pt x="6481209" y="3732940"/>
                  </a:lnTo>
                  <a:lnTo>
                    <a:pt x="6446849" y="3676318"/>
                  </a:lnTo>
                  <a:lnTo>
                    <a:pt x="6412612" y="3615822"/>
                  </a:lnTo>
                  <a:lnTo>
                    <a:pt x="6378338" y="3551435"/>
                  </a:lnTo>
                  <a:lnTo>
                    <a:pt x="6343909" y="3483204"/>
                  </a:lnTo>
                  <a:lnTo>
                    <a:pt x="6309238" y="3411246"/>
                  </a:lnTo>
                  <a:lnTo>
                    <a:pt x="6274271" y="3335756"/>
                  </a:lnTo>
                  <a:lnTo>
                    <a:pt x="6238982" y="3257005"/>
                  </a:lnTo>
                  <a:lnTo>
                    <a:pt x="6203373" y="3175340"/>
                  </a:lnTo>
                  <a:lnTo>
                    <a:pt x="6167468" y="3091181"/>
                  </a:lnTo>
                  <a:lnTo>
                    <a:pt x="6131311" y="3005013"/>
                  </a:lnTo>
                  <a:lnTo>
                    <a:pt x="6094964" y="2917374"/>
                  </a:lnTo>
                  <a:lnTo>
                    <a:pt x="6058498" y="2828846"/>
                  </a:lnTo>
                  <a:lnTo>
                    <a:pt x="6021994" y="2740032"/>
                  </a:lnTo>
                  <a:lnTo>
                    <a:pt x="5985534" y="2651547"/>
                  </a:lnTo>
                  <a:lnTo>
                    <a:pt x="5949198" y="2563995"/>
                  </a:lnTo>
                  <a:lnTo>
                    <a:pt x="5913057" y="2477953"/>
                  </a:lnTo>
                  <a:lnTo>
                    <a:pt x="5877172" y="2393956"/>
                  </a:lnTo>
                  <a:lnTo>
                    <a:pt x="5841586" y="2312486"/>
                  </a:lnTo>
                  <a:lnTo>
                    <a:pt x="5806320" y="2233956"/>
                  </a:lnTo>
                  <a:lnTo>
                    <a:pt x="5771375" y="2158710"/>
                  </a:lnTo>
                  <a:lnTo>
                    <a:pt x="5736723" y="2087012"/>
                  </a:lnTo>
                  <a:lnTo>
                    <a:pt x="5702308" y="2019051"/>
                  </a:lnTo>
                  <a:lnTo>
                    <a:pt x="5668042" y="1954941"/>
                  </a:lnTo>
                  <a:lnTo>
                    <a:pt x="5633801" y="1894723"/>
                  </a:lnTo>
                  <a:lnTo>
                    <a:pt x="5599426" y="1838374"/>
                  </a:lnTo>
                  <a:lnTo>
                    <a:pt x="5567201" y="1789436"/>
                  </a:lnTo>
                  <a:lnTo>
                    <a:pt x="5520761" y="1725714"/>
                  </a:lnTo>
                  <a:lnTo>
                    <a:pt x="5472742" y="1668400"/>
                  </a:lnTo>
                  <a:lnTo>
                    <a:pt x="5422397" y="1617164"/>
                  </a:lnTo>
                  <a:lnTo>
                    <a:pt x="5368886" y="1571450"/>
                  </a:lnTo>
                  <a:lnTo>
                    <a:pt x="5311355" y="1530630"/>
                  </a:lnTo>
                  <a:lnTo>
                    <a:pt x="5249008" y="1494101"/>
                  </a:lnTo>
                  <a:lnTo>
                    <a:pt x="5181197" y="1461331"/>
                  </a:lnTo>
                  <a:lnTo>
                    <a:pt x="5107547" y="1431891"/>
                  </a:lnTo>
                  <a:lnTo>
                    <a:pt x="5028118" y="1405468"/>
                  </a:lnTo>
                  <a:lnTo>
                    <a:pt x="4943593" y="1381867"/>
                  </a:lnTo>
                  <a:lnTo>
                    <a:pt x="4855476" y="1361009"/>
                  </a:lnTo>
                  <a:lnTo>
                    <a:pt x="4766213" y="1342903"/>
                  </a:lnTo>
                  <a:lnTo>
                    <a:pt x="4679165" y="1327612"/>
                  </a:lnTo>
                  <a:lnTo>
                    <a:pt x="4598329" y="1315192"/>
                  </a:lnTo>
                  <a:lnTo>
                    <a:pt x="4527765" y="1305624"/>
                  </a:lnTo>
                  <a:lnTo>
                    <a:pt x="4470835" y="1298761"/>
                  </a:lnTo>
                  <a:lnTo>
                    <a:pt x="4429428" y="1294295"/>
                  </a:lnTo>
                  <a:lnTo>
                    <a:pt x="4403444" y="1291775"/>
                  </a:lnTo>
                  <a:lnTo>
                    <a:pt x="4390674" y="1290657"/>
                  </a:lnTo>
                  <a:lnTo>
                    <a:pt x="4387008" y="1290365"/>
                  </a:lnTo>
                  <a:lnTo>
                    <a:pt x="4386855" y="1290354"/>
                  </a:lnTo>
                  <a:lnTo>
                    <a:pt x="3848118" y="1290354"/>
                  </a:lnTo>
                  <a:lnTo>
                    <a:pt x="3846846" y="1290312"/>
                  </a:lnTo>
                  <a:lnTo>
                    <a:pt x="3838544" y="1290012"/>
                  </a:lnTo>
                  <a:lnTo>
                    <a:pt x="3817830" y="1289183"/>
                  </a:lnTo>
                  <a:lnTo>
                    <a:pt x="3781343" y="1287556"/>
                  </a:lnTo>
                  <a:lnTo>
                    <a:pt x="3728064" y="1284897"/>
                  </a:lnTo>
                  <a:lnTo>
                    <a:pt x="3659342" y="1281032"/>
                  </a:lnTo>
                  <a:lnTo>
                    <a:pt x="3578443" y="1275868"/>
                  </a:lnTo>
                  <a:lnTo>
                    <a:pt x="3489712" y="1269381"/>
                  </a:lnTo>
                  <a:lnTo>
                    <a:pt x="3397646" y="1261591"/>
                  </a:lnTo>
                  <a:lnTo>
                    <a:pt x="3306141" y="1252529"/>
                  </a:lnTo>
                  <a:lnTo>
                    <a:pt x="3218097" y="1242207"/>
                  </a:lnTo>
                  <a:lnTo>
                    <a:pt x="3135327" y="1230592"/>
                  </a:lnTo>
                  <a:lnTo>
                    <a:pt x="3058686" y="1217601"/>
                  </a:lnTo>
                  <a:lnTo>
                    <a:pt x="2988291" y="1203089"/>
                  </a:lnTo>
                  <a:lnTo>
                    <a:pt x="2923752" y="1186854"/>
                  </a:lnTo>
                  <a:lnTo>
                    <a:pt x="2864358" y="1168645"/>
                  </a:lnTo>
                  <a:lnTo>
                    <a:pt x="2809229" y="1148173"/>
                  </a:lnTo>
                  <a:lnTo>
                    <a:pt x="2757421" y="1125143"/>
                  </a:lnTo>
                  <a:lnTo>
                    <a:pt x="2708017" y="1099294"/>
                  </a:lnTo>
                  <a:lnTo>
                    <a:pt x="2667772" y="1075295"/>
                  </a:lnTo>
                  <a:lnTo>
                    <a:pt x="2622285" y="1045055"/>
                  </a:lnTo>
                  <a:lnTo>
                    <a:pt x="2577243" y="1011972"/>
                  </a:lnTo>
                  <a:lnTo>
                    <a:pt x="2532237" y="975996"/>
                  </a:lnTo>
                  <a:lnTo>
                    <a:pt x="2486975" y="937162"/>
                  </a:lnTo>
                  <a:lnTo>
                    <a:pt x="2441270" y="895590"/>
                  </a:lnTo>
                  <a:lnTo>
                    <a:pt x="2395027" y="851503"/>
                  </a:lnTo>
                  <a:lnTo>
                    <a:pt x="2348231" y="805219"/>
                  </a:lnTo>
                  <a:lnTo>
                    <a:pt x="2300938" y="757151"/>
                  </a:lnTo>
                  <a:lnTo>
                    <a:pt x="2253263" y="707790"/>
                  </a:lnTo>
                  <a:lnTo>
                    <a:pt x="2205362" y="657690"/>
                  </a:lnTo>
                  <a:lnTo>
                    <a:pt x="2157414" y="607441"/>
                  </a:lnTo>
                  <a:lnTo>
                    <a:pt x="2109604" y="557641"/>
                  </a:lnTo>
                  <a:lnTo>
                    <a:pt x="2062104" y="508863"/>
                  </a:lnTo>
                  <a:lnTo>
                    <a:pt x="2015050" y="461634"/>
                  </a:lnTo>
                  <a:lnTo>
                    <a:pt x="1968529" y="416408"/>
                  </a:lnTo>
                  <a:lnTo>
                    <a:pt x="1922562" y="373550"/>
                  </a:lnTo>
                  <a:lnTo>
                    <a:pt x="1877098" y="333332"/>
                  </a:lnTo>
                  <a:lnTo>
                    <a:pt x="1831994" y="295925"/>
                  </a:lnTo>
                  <a:lnTo>
                    <a:pt x="1787013" y="261403"/>
                  </a:lnTo>
                  <a:lnTo>
                    <a:pt x="1741807" y="229759"/>
                  </a:lnTo>
                  <a:lnTo>
                    <a:pt x="1719082" y="215059"/>
                  </a:lnTo>
                  <a:lnTo>
                    <a:pt x="1671062" y="186728"/>
                  </a:lnTo>
                  <a:lnTo>
                    <a:pt x="1621332" y="161344"/>
                  </a:lnTo>
                  <a:lnTo>
                    <a:pt x="1569056" y="138742"/>
                  </a:lnTo>
                  <a:lnTo>
                    <a:pt x="1513308" y="118652"/>
                  </a:lnTo>
                  <a:lnTo>
                    <a:pt x="1453147" y="100778"/>
                  </a:lnTo>
                  <a:lnTo>
                    <a:pt x="1387713" y="84834"/>
                  </a:lnTo>
                  <a:lnTo>
                    <a:pt x="1316335" y="70577"/>
                  </a:lnTo>
                  <a:lnTo>
                    <a:pt x="1238689" y="57814"/>
                  </a:lnTo>
                  <a:lnTo>
                    <a:pt x="1154996" y="46411"/>
                  </a:lnTo>
                  <a:lnTo>
                    <a:pt x="1066249" y="36291"/>
                  </a:lnTo>
                  <a:lnTo>
                    <a:pt x="974431" y="27431"/>
                  </a:lnTo>
                  <a:lnTo>
                    <a:pt x="882614" y="19847"/>
                  </a:lnTo>
                  <a:lnTo>
                    <a:pt x="794828" y="13570"/>
                  </a:lnTo>
                  <a:lnTo>
                    <a:pt x="715600" y="8618"/>
                  </a:lnTo>
                  <a:lnTo>
                    <a:pt x="649170" y="4954"/>
                  </a:lnTo>
                  <a:lnTo>
                    <a:pt x="598545" y="2473"/>
                  </a:lnTo>
                  <a:lnTo>
                    <a:pt x="564713" y="991"/>
                  </a:lnTo>
                  <a:lnTo>
                    <a:pt x="546266" y="265"/>
                  </a:lnTo>
                  <a:lnTo>
                    <a:pt x="539498" y="2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2" name="pg302"/>
            <p:cNvSpPr/>
            <p:nvPr/>
          </p:nvSpPr>
          <p:spPr>
            <a:xfrm>
              <a:off x="546595" y="1229576"/>
              <a:ext cx="8234974" cy="4970859"/>
            </a:xfrm>
            <a:custGeom>
              <a:avLst/>
              <a:pathLst>
                <a:path w="8234974" h="4970859">
                  <a:moveTo>
                    <a:pt x="0" y="2063478"/>
                  </a:moveTo>
                  <a:lnTo>
                    <a:pt x="538736" y="2063478"/>
                  </a:lnTo>
                  <a:lnTo>
                    <a:pt x="539898" y="2063564"/>
                  </a:lnTo>
                  <a:lnTo>
                    <a:pt x="547499" y="2064179"/>
                  </a:lnTo>
                  <a:lnTo>
                    <a:pt x="566524" y="2065881"/>
                  </a:lnTo>
                  <a:lnTo>
                    <a:pt x="600192" y="2069223"/>
                  </a:lnTo>
                  <a:lnTo>
                    <a:pt x="649666" y="2074699"/>
                  </a:lnTo>
                  <a:lnTo>
                    <a:pt x="713996" y="2082685"/>
                  </a:lnTo>
                  <a:lnTo>
                    <a:pt x="790442" y="2093400"/>
                  </a:lnTo>
                  <a:lnTo>
                    <a:pt x="875159" y="2106918"/>
                  </a:lnTo>
                  <a:lnTo>
                    <a:pt x="964007" y="2123212"/>
                  </a:lnTo>
                  <a:lnTo>
                    <a:pt x="1053238" y="2142217"/>
                  </a:lnTo>
                  <a:lnTo>
                    <a:pt x="1139927" y="2163892"/>
                  </a:lnTo>
                  <a:lnTo>
                    <a:pt x="1222111" y="2188269"/>
                  </a:lnTo>
                  <a:lnTo>
                    <a:pt x="1298729" y="2215482"/>
                  </a:lnTo>
                  <a:lnTo>
                    <a:pt x="1369445" y="2245783"/>
                  </a:lnTo>
                  <a:lnTo>
                    <a:pt x="1434451" y="2279538"/>
                  </a:lnTo>
                  <a:lnTo>
                    <a:pt x="1494288" y="2317221"/>
                  </a:lnTo>
                  <a:lnTo>
                    <a:pt x="1549700" y="2359394"/>
                  </a:lnTo>
                  <a:lnTo>
                    <a:pt x="1601529" y="2406667"/>
                  </a:lnTo>
                  <a:lnTo>
                    <a:pt x="1650635" y="2459631"/>
                  </a:lnTo>
                  <a:lnTo>
                    <a:pt x="1697823" y="2518736"/>
                  </a:lnTo>
                  <a:lnTo>
                    <a:pt x="1719082" y="2548041"/>
                  </a:lnTo>
                  <a:lnTo>
                    <a:pt x="1754180" y="2599971"/>
                  </a:lnTo>
                  <a:lnTo>
                    <a:pt x="1788950" y="2655676"/>
                  </a:lnTo>
                  <a:lnTo>
                    <a:pt x="1823599" y="2715234"/>
                  </a:lnTo>
                  <a:lnTo>
                    <a:pt x="1858290" y="2778662"/>
                  </a:lnTo>
                  <a:lnTo>
                    <a:pt x="1893146" y="2845909"/>
                  </a:lnTo>
                  <a:lnTo>
                    <a:pt x="1928253" y="2916852"/>
                  </a:lnTo>
                  <a:lnTo>
                    <a:pt x="1963666" y="2991290"/>
                  </a:lnTo>
                  <a:lnTo>
                    <a:pt x="1999410" y="3068945"/>
                  </a:lnTo>
                  <a:lnTo>
                    <a:pt x="2035480" y="3149460"/>
                  </a:lnTo>
                  <a:lnTo>
                    <a:pt x="2071849" y="3232406"/>
                  </a:lnTo>
                  <a:lnTo>
                    <a:pt x="2108469" y="3317287"/>
                  </a:lnTo>
                  <a:lnTo>
                    <a:pt x="2145276" y="3403557"/>
                  </a:lnTo>
                  <a:lnTo>
                    <a:pt x="2182192" y="3490626"/>
                  </a:lnTo>
                  <a:lnTo>
                    <a:pt x="2219134" y="3577882"/>
                  </a:lnTo>
                  <a:lnTo>
                    <a:pt x="2256017" y="3664710"/>
                  </a:lnTo>
                  <a:lnTo>
                    <a:pt x="2292759" y="3750504"/>
                  </a:lnTo>
                  <a:lnTo>
                    <a:pt x="2329288" y="3834690"/>
                  </a:lnTo>
                  <a:lnTo>
                    <a:pt x="2365545" y="3916738"/>
                  </a:lnTo>
                  <a:lnTo>
                    <a:pt x="2401489" y="3996180"/>
                  </a:lnTo>
                  <a:lnTo>
                    <a:pt x="2437102" y="4072613"/>
                  </a:lnTo>
                  <a:lnTo>
                    <a:pt x="2472391" y="4145710"/>
                  </a:lnTo>
                  <a:lnTo>
                    <a:pt x="2507392" y="4215225"/>
                  </a:lnTo>
                  <a:lnTo>
                    <a:pt x="2542171" y="4280986"/>
                  </a:lnTo>
                  <a:lnTo>
                    <a:pt x="2576828" y="4342900"/>
                  </a:lnTo>
                  <a:lnTo>
                    <a:pt x="2611503" y="4400943"/>
                  </a:lnTo>
                  <a:lnTo>
                    <a:pt x="2646374" y="4455156"/>
                  </a:lnTo>
                  <a:lnTo>
                    <a:pt x="2667772" y="4486296"/>
                  </a:lnTo>
                  <a:lnTo>
                    <a:pt x="2714316" y="4548293"/>
                  </a:lnTo>
                  <a:lnTo>
                    <a:pt x="2762445" y="4604041"/>
                  </a:lnTo>
                  <a:lnTo>
                    <a:pt x="2812916" y="4653864"/>
                  </a:lnTo>
                  <a:lnTo>
                    <a:pt x="2866572" y="4698307"/>
                  </a:lnTo>
                  <a:lnTo>
                    <a:pt x="2924273" y="4737982"/>
                  </a:lnTo>
                  <a:lnTo>
                    <a:pt x="2986818" y="4773479"/>
                  </a:lnTo>
                  <a:lnTo>
                    <a:pt x="3054859" y="4805317"/>
                  </a:lnTo>
                  <a:lnTo>
                    <a:pt x="3128766" y="4833913"/>
                  </a:lnTo>
                  <a:lnTo>
                    <a:pt x="3208473" y="4859571"/>
                  </a:lnTo>
                  <a:lnTo>
                    <a:pt x="3293276" y="4882479"/>
                  </a:lnTo>
                  <a:lnTo>
                    <a:pt x="3381643" y="4902714"/>
                  </a:lnTo>
                  <a:lnTo>
                    <a:pt x="3471089" y="4920264"/>
                  </a:lnTo>
                  <a:lnTo>
                    <a:pt x="3558211" y="4935066"/>
                  </a:lnTo>
                  <a:lnTo>
                    <a:pt x="3638976" y="4947069"/>
                  </a:lnTo>
                  <a:lnTo>
                    <a:pt x="3709306" y="4956292"/>
                  </a:lnTo>
                  <a:lnTo>
                    <a:pt x="3765854" y="4962886"/>
                  </a:lnTo>
                  <a:lnTo>
                    <a:pt x="3806780" y="4967155"/>
                  </a:lnTo>
                  <a:lnTo>
                    <a:pt x="3832260" y="4969544"/>
                  </a:lnTo>
                  <a:lnTo>
                    <a:pt x="3844598" y="4970589"/>
                  </a:lnTo>
                  <a:lnTo>
                    <a:pt x="3848118" y="4970859"/>
                  </a:lnTo>
                  <a:lnTo>
                    <a:pt x="4386855" y="4970859"/>
                  </a:lnTo>
                  <a:lnTo>
                    <a:pt x="4387706" y="4970752"/>
                  </a:lnTo>
                  <a:lnTo>
                    <a:pt x="4393308" y="4969990"/>
                  </a:lnTo>
                  <a:lnTo>
                    <a:pt x="4407471" y="4967885"/>
                  </a:lnTo>
                  <a:lnTo>
                    <a:pt x="4432886" y="4963738"/>
                  </a:lnTo>
                  <a:lnTo>
                    <a:pt x="4470946" y="4956899"/>
                  </a:lnTo>
                  <a:lnTo>
                    <a:pt x="4521644" y="4946825"/>
                  </a:lnTo>
                  <a:lnTo>
                    <a:pt x="4583648" y="4933134"/>
                  </a:lnTo>
                  <a:lnTo>
                    <a:pt x="4654608" y="4915619"/>
                  </a:lnTo>
                  <a:lnTo>
                    <a:pt x="4731605" y="4894228"/>
                  </a:lnTo>
                  <a:lnTo>
                    <a:pt x="4811629" y="4869009"/>
                  </a:lnTo>
                  <a:lnTo>
                    <a:pt x="4891966" y="4840044"/>
                  </a:lnTo>
                  <a:lnTo>
                    <a:pt x="4970449" y="4807390"/>
                  </a:lnTo>
                  <a:lnTo>
                    <a:pt x="5045541" y="4771025"/>
                  </a:lnTo>
                  <a:lnTo>
                    <a:pt x="5116313" y="4730816"/>
                  </a:lnTo>
                  <a:lnTo>
                    <a:pt x="5182353" y="4686505"/>
                  </a:lnTo>
                  <a:lnTo>
                    <a:pt x="5243645" y="4637702"/>
                  </a:lnTo>
                  <a:lnTo>
                    <a:pt x="5300459" y="4583889"/>
                  </a:lnTo>
                  <a:lnTo>
                    <a:pt x="5353251" y="4524436"/>
                  </a:lnTo>
                  <a:lnTo>
                    <a:pt x="5402588" y="4458623"/>
                  </a:lnTo>
                  <a:lnTo>
                    <a:pt x="5449089" y="4385687"/>
                  </a:lnTo>
                  <a:lnTo>
                    <a:pt x="5493380" y="4304893"/>
                  </a:lnTo>
                  <a:lnTo>
                    <a:pt x="5536052" y="4215660"/>
                  </a:lnTo>
                  <a:lnTo>
                    <a:pt x="5567201" y="4143290"/>
                  </a:lnTo>
                  <a:lnTo>
                    <a:pt x="5595020" y="4073608"/>
                  </a:lnTo>
                  <a:lnTo>
                    <a:pt x="5622604" y="3999907"/>
                  </a:lnTo>
                  <a:lnTo>
                    <a:pt x="5650063" y="3922107"/>
                  </a:lnTo>
                  <a:lnTo>
                    <a:pt x="5677487" y="3840168"/>
                  </a:lnTo>
                  <a:lnTo>
                    <a:pt x="5704954" y="3754088"/>
                  </a:lnTo>
                  <a:lnTo>
                    <a:pt x="5732521" y="3663914"/>
                  </a:lnTo>
                  <a:lnTo>
                    <a:pt x="5760236" y="3569742"/>
                  </a:lnTo>
                  <a:lnTo>
                    <a:pt x="5788129" y="3471718"/>
                  </a:lnTo>
                  <a:lnTo>
                    <a:pt x="5816222" y="3370039"/>
                  </a:lnTo>
                  <a:lnTo>
                    <a:pt x="5844523" y="3264959"/>
                  </a:lnTo>
                  <a:lnTo>
                    <a:pt x="5873030" y="3156779"/>
                  </a:lnTo>
                  <a:lnTo>
                    <a:pt x="5901731" y="3045855"/>
                  </a:lnTo>
                  <a:lnTo>
                    <a:pt x="5930607" y="2932583"/>
                  </a:lnTo>
                  <a:lnTo>
                    <a:pt x="5959629" y="2817402"/>
                  </a:lnTo>
                  <a:lnTo>
                    <a:pt x="5988764" y="2700786"/>
                  </a:lnTo>
                  <a:lnTo>
                    <a:pt x="6017975" y="2583233"/>
                  </a:lnTo>
                  <a:lnTo>
                    <a:pt x="6047220" y="2465258"/>
                  </a:lnTo>
                  <a:lnTo>
                    <a:pt x="6076456" y="2347385"/>
                  </a:lnTo>
                  <a:lnTo>
                    <a:pt x="6105643" y="2230135"/>
                  </a:lnTo>
                  <a:lnTo>
                    <a:pt x="6134738" y="2114018"/>
                  </a:lnTo>
                  <a:lnTo>
                    <a:pt x="6163707" y="1999524"/>
                  </a:lnTo>
                  <a:lnTo>
                    <a:pt x="6192518" y="1887113"/>
                  </a:lnTo>
                  <a:lnTo>
                    <a:pt x="6221146" y="1777208"/>
                  </a:lnTo>
                  <a:lnTo>
                    <a:pt x="6249574" y="1670192"/>
                  </a:lnTo>
                  <a:lnTo>
                    <a:pt x="6277794" y="1566398"/>
                  </a:lnTo>
                  <a:lnTo>
                    <a:pt x="6305808" y="1466110"/>
                  </a:lnTo>
                  <a:lnTo>
                    <a:pt x="6333629" y="1369559"/>
                  </a:lnTo>
                  <a:lnTo>
                    <a:pt x="6361281" y="1276924"/>
                  </a:lnTo>
                  <a:lnTo>
                    <a:pt x="6388804" y="1188330"/>
                  </a:lnTo>
                  <a:lnTo>
                    <a:pt x="6416246" y="1103854"/>
                  </a:lnTo>
                  <a:lnTo>
                    <a:pt x="6443674" y="1023523"/>
                  </a:lnTo>
                  <a:lnTo>
                    <a:pt x="6471169" y="947320"/>
                  </a:lnTo>
                  <a:lnTo>
                    <a:pt x="6498830" y="875190"/>
                  </a:lnTo>
                  <a:lnTo>
                    <a:pt x="6515891" y="833013"/>
                  </a:lnTo>
                  <a:lnTo>
                    <a:pt x="6557694" y="737291"/>
                  </a:lnTo>
                  <a:lnTo>
                    <a:pt x="6600723" y="650229"/>
                  </a:lnTo>
                  <a:lnTo>
                    <a:pt x="6645514" y="571483"/>
                  </a:lnTo>
                  <a:lnTo>
                    <a:pt x="6692671" y="500418"/>
                  </a:lnTo>
                  <a:lnTo>
                    <a:pt x="6742823" y="436282"/>
                  </a:lnTo>
                  <a:lnTo>
                    <a:pt x="6796581" y="378318"/>
                  </a:lnTo>
                  <a:lnTo>
                    <a:pt x="6854489" y="325826"/>
                  </a:lnTo>
                  <a:lnTo>
                    <a:pt x="6916964" y="278201"/>
                  </a:lnTo>
                  <a:lnTo>
                    <a:pt x="6984214" y="234958"/>
                  </a:lnTo>
                  <a:lnTo>
                    <a:pt x="7056134" y="195739"/>
                  </a:lnTo>
                  <a:lnTo>
                    <a:pt x="7132193" y="160319"/>
                  </a:lnTo>
                  <a:lnTo>
                    <a:pt x="7211314" y="128595"/>
                  </a:lnTo>
                  <a:lnTo>
                    <a:pt x="7291802" y="100569"/>
                  </a:lnTo>
                  <a:lnTo>
                    <a:pt x="7371334" y="76309"/>
                  </a:lnTo>
                  <a:lnTo>
                    <a:pt x="7447095" y="55895"/>
                  </a:lnTo>
                  <a:lnTo>
                    <a:pt x="7516055" y="39356"/>
                  </a:lnTo>
                  <a:lnTo>
                    <a:pt x="7575392" y="26605"/>
                  </a:lnTo>
                  <a:lnTo>
                    <a:pt x="7622975" y="17391"/>
                  </a:lnTo>
                  <a:lnTo>
                    <a:pt x="7657787" y="11288"/>
                  </a:lnTo>
                  <a:lnTo>
                    <a:pt x="7680175" y="7721"/>
                  </a:lnTo>
                  <a:lnTo>
                    <a:pt x="7691875" y="6021"/>
                  </a:lnTo>
                  <a:lnTo>
                    <a:pt x="7695877" y="548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7" y="106"/>
                  </a:lnTo>
                  <a:lnTo>
                    <a:pt x="7689784" y="868"/>
                  </a:lnTo>
                  <a:lnTo>
                    <a:pt x="7675621" y="2974"/>
                  </a:lnTo>
                  <a:lnTo>
                    <a:pt x="7650207" y="7120"/>
                  </a:lnTo>
                  <a:lnTo>
                    <a:pt x="7612146" y="13960"/>
                  </a:lnTo>
                  <a:lnTo>
                    <a:pt x="7561449" y="24034"/>
                  </a:lnTo>
                  <a:lnTo>
                    <a:pt x="7499445" y="37725"/>
                  </a:lnTo>
                  <a:lnTo>
                    <a:pt x="7428485" y="55240"/>
                  </a:lnTo>
                  <a:lnTo>
                    <a:pt x="7351487" y="76631"/>
                  </a:lnTo>
                  <a:lnTo>
                    <a:pt x="7271464" y="101850"/>
                  </a:lnTo>
                  <a:lnTo>
                    <a:pt x="7191126" y="130815"/>
                  </a:lnTo>
                  <a:lnTo>
                    <a:pt x="7112643" y="163468"/>
                  </a:lnTo>
                  <a:lnTo>
                    <a:pt x="7037552" y="199834"/>
                  </a:lnTo>
                  <a:lnTo>
                    <a:pt x="6966779" y="240043"/>
                  </a:lnTo>
                  <a:lnTo>
                    <a:pt x="6900740" y="284353"/>
                  </a:lnTo>
                  <a:lnTo>
                    <a:pt x="6839447" y="333156"/>
                  </a:lnTo>
                  <a:lnTo>
                    <a:pt x="6782633" y="386969"/>
                  </a:lnTo>
                  <a:lnTo>
                    <a:pt x="6729841" y="446423"/>
                  </a:lnTo>
                  <a:lnTo>
                    <a:pt x="6680504" y="512236"/>
                  </a:lnTo>
                  <a:lnTo>
                    <a:pt x="6634004" y="585172"/>
                  </a:lnTo>
                  <a:lnTo>
                    <a:pt x="6589713" y="665966"/>
                  </a:lnTo>
                  <a:lnTo>
                    <a:pt x="6547040" y="755199"/>
                  </a:lnTo>
                  <a:lnTo>
                    <a:pt x="6515891" y="827569"/>
                  </a:lnTo>
                  <a:lnTo>
                    <a:pt x="6488072" y="897251"/>
                  </a:lnTo>
                  <a:lnTo>
                    <a:pt x="6460488" y="970952"/>
                  </a:lnTo>
                  <a:lnTo>
                    <a:pt x="6433030" y="1048751"/>
                  </a:lnTo>
                  <a:lnTo>
                    <a:pt x="6405605" y="1130691"/>
                  </a:lnTo>
                  <a:lnTo>
                    <a:pt x="6378139" y="1216771"/>
                  </a:lnTo>
                  <a:lnTo>
                    <a:pt x="6350571" y="1306944"/>
                  </a:lnTo>
                  <a:lnTo>
                    <a:pt x="6322857" y="1401117"/>
                  </a:lnTo>
                  <a:lnTo>
                    <a:pt x="6294963" y="1499141"/>
                  </a:lnTo>
                  <a:lnTo>
                    <a:pt x="6266870" y="1600820"/>
                  </a:lnTo>
                  <a:lnTo>
                    <a:pt x="6238569" y="1705900"/>
                  </a:lnTo>
                  <a:lnTo>
                    <a:pt x="6210063" y="1814079"/>
                  </a:lnTo>
                  <a:lnTo>
                    <a:pt x="6181361" y="1925004"/>
                  </a:lnTo>
                  <a:lnTo>
                    <a:pt x="6152486" y="2038276"/>
                  </a:lnTo>
                  <a:lnTo>
                    <a:pt x="6123463" y="2153456"/>
                  </a:lnTo>
                  <a:lnTo>
                    <a:pt x="6094328" y="2270072"/>
                  </a:lnTo>
                  <a:lnTo>
                    <a:pt x="6065117" y="2387625"/>
                  </a:lnTo>
                  <a:lnTo>
                    <a:pt x="6035873" y="2505600"/>
                  </a:lnTo>
                  <a:lnTo>
                    <a:pt x="6006636" y="2623473"/>
                  </a:lnTo>
                  <a:lnTo>
                    <a:pt x="5977450" y="2740723"/>
                  </a:lnTo>
                  <a:lnTo>
                    <a:pt x="5948354" y="2856840"/>
                  </a:lnTo>
                  <a:lnTo>
                    <a:pt x="5919385" y="2971335"/>
                  </a:lnTo>
                  <a:lnTo>
                    <a:pt x="5890574" y="3083746"/>
                  </a:lnTo>
                  <a:lnTo>
                    <a:pt x="5861946" y="3193651"/>
                  </a:lnTo>
                  <a:lnTo>
                    <a:pt x="5833519" y="3300667"/>
                  </a:lnTo>
                  <a:lnTo>
                    <a:pt x="5805299" y="3404461"/>
                  </a:lnTo>
                  <a:lnTo>
                    <a:pt x="5777285" y="3504749"/>
                  </a:lnTo>
                  <a:lnTo>
                    <a:pt x="5749464" y="3601299"/>
                  </a:lnTo>
                  <a:lnTo>
                    <a:pt x="5721811" y="3693935"/>
                  </a:lnTo>
                  <a:lnTo>
                    <a:pt x="5694289" y="3782528"/>
                  </a:lnTo>
                  <a:lnTo>
                    <a:pt x="5666847" y="3867005"/>
                  </a:lnTo>
                  <a:lnTo>
                    <a:pt x="5639418" y="3947336"/>
                  </a:lnTo>
                  <a:lnTo>
                    <a:pt x="5611923" y="4023538"/>
                  </a:lnTo>
                  <a:lnTo>
                    <a:pt x="5584262" y="4095669"/>
                  </a:lnTo>
                  <a:lnTo>
                    <a:pt x="5567201" y="4137845"/>
                  </a:lnTo>
                  <a:lnTo>
                    <a:pt x="5525398" y="4233568"/>
                  </a:lnTo>
                  <a:lnTo>
                    <a:pt x="5482369" y="4320630"/>
                  </a:lnTo>
                  <a:lnTo>
                    <a:pt x="5437578" y="4399376"/>
                  </a:lnTo>
                  <a:lnTo>
                    <a:pt x="5390421" y="4470441"/>
                  </a:lnTo>
                  <a:lnTo>
                    <a:pt x="5340269" y="4534577"/>
                  </a:lnTo>
                  <a:lnTo>
                    <a:pt x="5286511" y="4592541"/>
                  </a:lnTo>
                  <a:lnTo>
                    <a:pt x="5228603" y="4645033"/>
                  </a:lnTo>
                  <a:lnTo>
                    <a:pt x="5166128" y="4692658"/>
                  </a:lnTo>
                  <a:lnTo>
                    <a:pt x="5098878" y="4735901"/>
                  </a:lnTo>
                  <a:lnTo>
                    <a:pt x="5026958" y="4775120"/>
                  </a:lnTo>
                  <a:lnTo>
                    <a:pt x="4950900" y="4810540"/>
                  </a:lnTo>
                  <a:lnTo>
                    <a:pt x="4871778" y="4842264"/>
                  </a:lnTo>
                  <a:lnTo>
                    <a:pt x="4791291" y="4870290"/>
                  </a:lnTo>
                  <a:lnTo>
                    <a:pt x="4711758" y="4894550"/>
                  </a:lnTo>
                  <a:lnTo>
                    <a:pt x="4635997" y="4914964"/>
                  </a:lnTo>
                  <a:lnTo>
                    <a:pt x="4567037" y="4931502"/>
                  </a:lnTo>
                  <a:lnTo>
                    <a:pt x="4507700" y="4944254"/>
                  </a:lnTo>
                  <a:lnTo>
                    <a:pt x="4460117" y="4953468"/>
                  </a:lnTo>
                  <a:lnTo>
                    <a:pt x="4425305" y="4959571"/>
                  </a:lnTo>
                  <a:lnTo>
                    <a:pt x="4402918" y="4963138"/>
                  </a:lnTo>
                  <a:lnTo>
                    <a:pt x="4391218" y="4964838"/>
                  </a:lnTo>
                  <a:lnTo>
                    <a:pt x="4387215" y="4965370"/>
                  </a:lnTo>
                  <a:lnTo>
                    <a:pt x="4386855" y="4965415"/>
                  </a:lnTo>
                  <a:lnTo>
                    <a:pt x="3848118" y="4965415"/>
                  </a:lnTo>
                  <a:lnTo>
                    <a:pt x="3846956" y="4965329"/>
                  </a:lnTo>
                  <a:lnTo>
                    <a:pt x="3839355" y="4964713"/>
                  </a:lnTo>
                  <a:lnTo>
                    <a:pt x="3820330" y="4963012"/>
                  </a:lnTo>
                  <a:lnTo>
                    <a:pt x="3786663" y="4959670"/>
                  </a:lnTo>
                  <a:lnTo>
                    <a:pt x="3737188" y="4954193"/>
                  </a:lnTo>
                  <a:lnTo>
                    <a:pt x="3672859" y="4946208"/>
                  </a:lnTo>
                  <a:lnTo>
                    <a:pt x="3596413" y="4935493"/>
                  </a:lnTo>
                  <a:lnTo>
                    <a:pt x="3511695" y="4921975"/>
                  </a:lnTo>
                  <a:lnTo>
                    <a:pt x="3422848" y="4905680"/>
                  </a:lnTo>
                  <a:lnTo>
                    <a:pt x="3333616" y="4886676"/>
                  </a:lnTo>
                  <a:lnTo>
                    <a:pt x="3246928" y="4865001"/>
                  </a:lnTo>
                  <a:lnTo>
                    <a:pt x="3164743" y="4840624"/>
                  </a:lnTo>
                  <a:lnTo>
                    <a:pt x="3088126" y="4813410"/>
                  </a:lnTo>
                  <a:lnTo>
                    <a:pt x="3017410" y="4783109"/>
                  </a:lnTo>
                  <a:lnTo>
                    <a:pt x="2952403" y="4749355"/>
                  </a:lnTo>
                  <a:lnTo>
                    <a:pt x="2892566" y="4711672"/>
                  </a:lnTo>
                  <a:lnTo>
                    <a:pt x="2837155" y="4669499"/>
                  </a:lnTo>
                  <a:lnTo>
                    <a:pt x="2785326" y="4622226"/>
                  </a:lnTo>
                  <a:lnTo>
                    <a:pt x="2736220" y="4569262"/>
                  </a:lnTo>
                  <a:lnTo>
                    <a:pt x="2689031" y="4510157"/>
                  </a:lnTo>
                  <a:lnTo>
                    <a:pt x="2667772" y="4480851"/>
                  </a:lnTo>
                  <a:lnTo>
                    <a:pt x="2632674" y="4428922"/>
                  </a:lnTo>
                  <a:lnTo>
                    <a:pt x="2597905" y="4373216"/>
                  </a:lnTo>
                  <a:lnTo>
                    <a:pt x="2563256" y="4313658"/>
                  </a:lnTo>
                  <a:lnTo>
                    <a:pt x="2528565" y="4250230"/>
                  </a:lnTo>
                  <a:lnTo>
                    <a:pt x="2493709" y="4182983"/>
                  </a:lnTo>
                  <a:lnTo>
                    <a:pt x="2458602" y="4112041"/>
                  </a:lnTo>
                  <a:lnTo>
                    <a:pt x="2423188" y="4037603"/>
                  </a:lnTo>
                  <a:lnTo>
                    <a:pt x="2387445" y="3959948"/>
                  </a:lnTo>
                  <a:lnTo>
                    <a:pt x="2351375" y="3879433"/>
                  </a:lnTo>
                  <a:lnTo>
                    <a:pt x="2315005" y="3796487"/>
                  </a:lnTo>
                  <a:lnTo>
                    <a:pt x="2278385" y="3711605"/>
                  </a:lnTo>
                  <a:lnTo>
                    <a:pt x="2241579" y="3625336"/>
                  </a:lnTo>
                  <a:lnTo>
                    <a:pt x="2204662" y="3538267"/>
                  </a:lnTo>
                  <a:lnTo>
                    <a:pt x="2167720" y="3451010"/>
                  </a:lnTo>
                  <a:lnTo>
                    <a:pt x="2130837" y="3364183"/>
                  </a:lnTo>
                  <a:lnTo>
                    <a:pt x="2094095" y="3278389"/>
                  </a:lnTo>
                  <a:lnTo>
                    <a:pt x="2057566" y="3194203"/>
                  </a:lnTo>
                  <a:lnTo>
                    <a:pt x="2021310" y="3112154"/>
                  </a:lnTo>
                  <a:lnTo>
                    <a:pt x="1985366" y="3032713"/>
                  </a:lnTo>
                  <a:lnTo>
                    <a:pt x="1949752" y="2956280"/>
                  </a:lnTo>
                  <a:lnTo>
                    <a:pt x="1914463" y="2883182"/>
                  </a:lnTo>
                  <a:lnTo>
                    <a:pt x="1879463" y="2813668"/>
                  </a:lnTo>
                  <a:lnTo>
                    <a:pt x="1844684" y="2747907"/>
                  </a:lnTo>
                  <a:lnTo>
                    <a:pt x="1810026" y="2685993"/>
                  </a:lnTo>
                  <a:lnTo>
                    <a:pt x="1775352" y="2627950"/>
                  </a:lnTo>
                  <a:lnTo>
                    <a:pt x="1740481" y="2573736"/>
                  </a:lnTo>
                  <a:lnTo>
                    <a:pt x="1719082" y="2542597"/>
                  </a:lnTo>
                  <a:lnTo>
                    <a:pt x="1672539" y="2480600"/>
                  </a:lnTo>
                  <a:lnTo>
                    <a:pt x="1624409" y="2424851"/>
                  </a:lnTo>
                  <a:lnTo>
                    <a:pt x="1573938" y="2375028"/>
                  </a:lnTo>
                  <a:lnTo>
                    <a:pt x="1520282" y="2330586"/>
                  </a:lnTo>
                  <a:lnTo>
                    <a:pt x="1462582" y="2290911"/>
                  </a:lnTo>
                  <a:lnTo>
                    <a:pt x="1400036" y="2255413"/>
                  </a:lnTo>
                  <a:lnTo>
                    <a:pt x="1331996" y="2223576"/>
                  </a:lnTo>
                  <a:lnTo>
                    <a:pt x="1258088" y="2194980"/>
                  </a:lnTo>
                  <a:lnTo>
                    <a:pt x="1178381" y="2169321"/>
                  </a:lnTo>
                  <a:lnTo>
                    <a:pt x="1093579" y="2146413"/>
                  </a:lnTo>
                  <a:lnTo>
                    <a:pt x="1005212" y="2126178"/>
                  </a:lnTo>
                  <a:lnTo>
                    <a:pt x="915766" y="2108629"/>
                  </a:lnTo>
                  <a:lnTo>
                    <a:pt x="828644" y="2093826"/>
                  </a:lnTo>
                  <a:lnTo>
                    <a:pt x="747878" y="2081823"/>
                  </a:lnTo>
                  <a:lnTo>
                    <a:pt x="677549" y="2072600"/>
                  </a:lnTo>
                  <a:lnTo>
                    <a:pt x="621001" y="2066007"/>
                  </a:lnTo>
                  <a:lnTo>
                    <a:pt x="580075" y="2061738"/>
                  </a:lnTo>
                  <a:lnTo>
                    <a:pt x="554594" y="2059349"/>
                  </a:lnTo>
                  <a:lnTo>
                    <a:pt x="542257" y="2058304"/>
                  </a:lnTo>
                  <a:lnTo>
                    <a:pt x="538736" y="2058033"/>
                  </a:lnTo>
                  <a:lnTo>
                    <a:pt x="0" y="205803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03" name="pl303"/>
            <p:cNvSpPr/>
            <p:nvPr/>
          </p:nvSpPr>
          <p:spPr>
            <a:xfrm>
              <a:off x="546595" y="1235020"/>
              <a:ext cx="8234974" cy="4965415"/>
            </a:xfrm>
            <a:custGeom>
              <a:avLst/>
              <a:pathLst>
                <a:path w="8234974" h="4965415">
                  <a:moveTo>
                    <a:pt x="0" y="2058033"/>
                  </a:moveTo>
                  <a:lnTo>
                    <a:pt x="538736" y="2058033"/>
                  </a:lnTo>
                  <a:lnTo>
                    <a:pt x="539898" y="2058120"/>
                  </a:lnTo>
                  <a:lnTo>
                    <a:pt x="547499" y="2058735"/>
                  </a:lnTo>
                  <a:lnTo>
                    <a:pt x="566524" y="2060436"/>
                  </a:lnTo>
                  <a:lnTo>
                    <a:pt x="600192" y="2063778"/>
                  </a:lnTo>
                  <a:lnTo>
                    <a:pt x="649666" y="2069255"/>
                  </a:lnTo>
                  <a:lnTo>
                    <a:pt x="713996" y="2077240"/>
                  </a:lnTo>
                  <a:lnTo>
                    <a:pt x="790442" y="2087955"/>
                  </a:lnTo>
                  <a:lnTo>
                    <a:pt x="875159" y="2101473"/>
                  </a:lnTo>
                  <a:lnTo>
                    <a:pt x="964007" y="2117768"/>
                  </a:lnTo>
                  <a:lnTo>
                    <a:pt x="1053238" y="2136772"/>
                  </a:lnTo>
                  <a:lnTo>
                    <a:pt x="1139927" y="2158447"/>
                  </a:lnTo>
                  <a:lnTo>
                    <a:pt x="1222111" y="2182824"/>
                  </a:lnTo>
                  <a:lnTo>
                    <a:pt x="1298729" y="2210038"/>
                  </a:lnTo>
                  <a:lnTo>
                    <a:pt x="1369445" y="2240339"/>
                  </a:lnTo>
                  <a:lnTo>
                    <a:pt x="1434451" y="2274094"/>
                  </a:lnTo>
                  <a:lnTo>
                    <a:pt x="1494288" y="2311777"/>
                  </a:lnTo>
                  <a:lnTo>
                    <a:pt x="1549700" y="2353949"/>
                  </a:lnTo>
                  <a:lnTo>
                    <a:pt x="1601529" y="2401222"/>
                  </a:lnTo>
                  <a:lnTo>
                    <a:pt x="1650635" y="2454187"/>
                  </a:lnTo>
                  <a:lnTo>
                    <a:pt x="1697823" y="2513291"/>
                  </a:lnTo>
                  <a:lnTo>
                    <a:pt x="1719082" y="2542597"/>
                  </a:lnTo>
                  <a:lnTo>
                    <a:pt x="1754180" y="2594526"/>
                  </a:lnTo>
                  <a:lnTo>
                    <a:pt x="1788950" y="2650232"/>
                  </a:lnTo>
                  <a:lnTo>
                    <a:pt x="1823599" y="2709790"/>
                  </a:lnTo>
                  <a:lnTo>
                    <a:pt x="1858290" y="2773218"/>
                  </a:lnTo>
                  <a:lnTo>
                    <a:pt x="1893146" y="2840465"/>
                  </a:lnTo>
                  <a:lnTo>
                    <a:pt x="1928253" y="2911407"/>
                  </a:lnTo>
                  <a:lnTo>
                    <a:pt x="1963666" y="2985846"/>
                  </a:lnTo>
                  <a:lnTo>
                    <a:pt x="1999410" y="3063500"/>
                  </a:lnTo>
                  <a:lnTo>
                    <a:pt x="2035480" y="3144015"/>
                  </a:lnTo>
                  <a:lnTo>
                    <a:pt x="2071849" y="3226961"/>
                  </a:lnTo>
                  <a:lnTo>
                    <a:pt x="2108469" y="3311843"/>
                  </a:lnTo>
                  <a:lnTo>
                    <a:pt x="2145276" y="3398112"/>
                  </a:lnTo>
                  <a:lnTo>
                    <a:pt x="2182192" y="3485181"/>
                  </a:lnTo>
                  <a:lnTo>
                    <a:pt x="2219134" y="3572438"/>
                  </a:lnTo>
                  <a:lnTo>
                    <a:pt x="2256017" y="3659265"/>
                  </a:lnTo>
                  <a:lnTo>
                    <a:pt x="2292759" y="3745059"/>
                  </a:lnTo>
                  <a:lnTo>
                    <a:pt x="2329288" y="3829245"/>
                  </a:lnTo>
                  <a:lnTo>
                    <a:pt x="2365545" y="3911294"/>
                  </a:lnTo>
                  <a:lnTo>
                    <a:pt x="2401489" y="3990736"/>
                  </a:lnTo>
                  <a:lnTo>
                    <a:pt x="2437102" y="4067168"/>
                  </a:lnTo>
                  <a:lnTo>
                    <a:pt x="2472391" y="4140266"/>
                  </a:lnTo>
                  <a:lnTo>
                    <a:pt x="2507392" y="4209780"/>
                  </a:lnTo>
                  <a:lnTo>
                    <a:pt x="2542171" y="4275541"/>
                  </a:lnTo>
                  <a:lnTo>
                    <a:pt x="2576828" y="4337455"/>
                  </a:lnTo>
                  <a:lnTo>
                    <a:pt x="2611503" y="4395498"/>
                  </a:lnTo>
                  <a:lnTo>
                    <a:pt x="2646374" y="4449712"/>
                  </a:lnTo>
                  <a:lnTo>
                    <a:pt x="2667772" y="4480851"/>
                  </a:lnTo>
                  <a:lnTo>
                    <a:pt x="2714316" y="4542849"/>
                  </a:lnTo>
                  <a:lnTo>
                    <a:pt x="2762445" y="4598597"/>
                  </a:lnTo>
                  <a:lnTo>
                    <a:pt x="2812916" y="4648420"/>
                  </a:lnTo>
                  <a:lnTo>
                    <a:pt x="2866572" y="4692863"/>
                  </a:lnTo>
                  <a:lnTo>
                    <a:pt x="2924273" y="4732537"/>
                  </a:lnTo>
                  <a:lnTo>
                    <a:pt x="2986818" y="4768035"/>
                  </a:lnTo>
                  <a:lnTo>
                    <a:pt x="3054859" y="4799872"/>
                  </a:lnTo>
                  <a:lnTo>
                    <a:pt x="3128766" y="4828468"/>
                  </a:lnTo>
                  <a:lnTo>
                    <a:pt x="3208473" y="4854127"/>
                  </a:lnTo>
                  <a:lnTo>
                    <a:pt x="3293276" y="4877035"/>
                  </a:lnTo>
                  <a:lnTo>
                    <a:pt x="3381643" y="4897270"/>
                  </a:lnTo>
                  <a:lnTo>
                    <a:pt x="3471089" y="4914819"/>
                  </a:lnTo>
                  <a:lnTo>
                    <a:pt x="3558211" y="4929622"/>
                  </a:lnTo>
                  <a:lnTo>
                    <a:pt x="3638976" y="4941625"/>
                  </a:lnTo>
                  <a:lnTo>
                    <a:pt x="3709306" y="4950848"/>
                  </a:lnTo>
                  <a:lnTo>
                    <a:pt x="3765854" y="4957441"/>
                  </a:lnTo>
                  <a:lnTo>
                    <a:pt x="3806780" y="4961710"/>
                  </a:lnTo>
                  <a:lnTo>
                    <a:pt x="3832260" y="4964100"/>
                  </a:lnTo>
                  <a:lnTo>
                    <a:pt x="3844598" y="4965144"/>
                  </a:lnTo>
                  <a:lnTo>
                    <a:pt x="3848002" y="4965406"/>
                  </a:lnTo>
                  <a:lnTo>
                    <a:pt x="3848118" y="4965415"/>
                  </a:lnTo>
                  <a:lnTo>
                    <a:pt x="4386855" y="4965415"/>
                  </a:lnTo>
                  <a:lnTo>
                    <a:pt x="4387706" y="4965308"/>
                  </a:lnTo>
                  <a:lnTo>
                    <a:pt x="4393308" y="4964546"/>
                  </a:lnTo>
                  <a:lnTo>
                    <a:pt x="4407471" y="4962441"/>
                  </a:lnTo>
                  <a:lnTo>
                    <a:pt x="4432886" y="4958294"/>
                  </a:lnTo>
                  <a:lnTo>
                    <a:pt x="4470946" y="4951454"/>
                  </a:lnTo>
                  <a:lnTo>
                    <a:pt x="4521644" y="4941380"/>
                  </a:lnTo>
                  <a:lnTo>
                    <a:pt x="4583648" y="4927689"/>
                  </a:lnTo>
                  <a:lnTo>
                    <a:pt x="4654608" y="4910175"/>
                  </a:lnTo>
                  <a:lnTo>
                    <a:pt x="4731605" y="4888784"/>
                  </a:lnTo>
                  <a:lnTo>
                    <a:pt x="4811629" y="4863564"/>
                  </a:lnTo>
                  <a:lnTo>
                    <a:pt x="4891966" y="4834600"/>
                  </a:lnTo>
                  <a:lnTo>
                    <a:pt x="4970449" y="4801946"/>
                  </a:lnTo>
                  <a:lnTo>
                    <a:pt x="5045541" y="4765580"/>
                  </a:lnTo>
                  <a:lnTo>
                    <a:pt x="5116313" y="4725372"/>
                  </a:lnTo>
                  <a:lnTo>
                    <a:pt x="5182353" y="4681061"/>
                  </a:lnTo>
                  <a:lnTo>
                    <a:pt x="5243645" y="4632258"/>
                  </a:lnTo>
                  <a:lnTo>
                    <a:pt x="5300459" y="4578445"/>
                  </a:lnTo>
                  <a:lnTo>
                    <a:pt x="5353251" y="4518992"/>
                  </a:lnTo>
                  <a:lnTo>
                    <a:pt x="5402588" y="4453179"/>
                  </a:lnTo>
                  <a:lnTo>
                    <a:pt x="5449089" y="4380242"/>
                  </a:lnTo>
                  <a:lnTo>
                    <a:pt x="5493380" y="4299448"/>
                  </a:lnTo>
                  <a:lnTo>
                    <a:pt x="5536052" y="4210216"/>
                  </a:lnTo>
                  <a:lnTo>
                    <a:pt x="5567201" y="4137845"/>
                  </a:lnTo>
                  <a:lnTo>
                    <a:pt x="5595020" y="4068163"/>
                  </a:lnTo>
                  <a:lnTo>
                    <a:pt x="5622604" y="3994462"/>
                  </a:lnTo>
                  <a:lnTo>
                    <a:pt x="5650063" y="3916663"/>
                  </a:lnTo>
                  <a:lnTo>
                    <a:pt x="5677487" y="3834723"/>
                  </a:lnTo>
                  <a:lnTo>
                    <a:pt x="5704954" y="3748643"/>
                  </a:lnTo>
                  <a:lnTo>
                    <a:pt x="5732521" y="3658470"/>
                  </a:lnTo>
                  <a:lnTo>
                    <a:pt x="5760236" y="3564298"/>
                  </a:lnTo>
                  <a:lnTo>
                    <a:pt x="5788129" y="3466273"/>
                  </a:lnTo>
                  <a:lnTo>
                    <a:pt x="5816222" y="3364595"/>
                  </a:lnTo>
                  <a:lnTo>
                    <a:pt x="5844523" y="3259514"/>
                  </a:lnTo>
                  <a:lnTo>
                    <a:pt x="5873030" y="3151335"/>
                  </a:lnTo>
                  <a:lnTo>
                    <a:pt x="5901731" y="3040410"/>
                  </a:lnTo>
                  <a:lnTo>
                    <a:pt x="5930607" y="2927138"/>
                  </a:lnTo>
                  <a:lnTo>
                    <a:pt x="5959629" y="2811958"/>
                  </a:lnTo>
                  <a:lnTo>
                    <a:pt x="5988764" y="2695342"/>
                  </a:lnTo>
                  <a:lnTo>
                    <a:pt x="6017975" y="2577789"/>
                  </a:lnTo>
                  <a:lnTo>
                    <a:pt x="6047220" y="2459814"/>
                  </a:lnTo>
                  <a:lnTo>
                    <a:pt x="6076456" y="2341941"/>
                  </a:lnTo>
                  <a:lnTo>
                    <a:pt x="6105643" y="2224691"/>
                  </a:lnTo>
                  <a:lnTo>
                    <a:pt x="6134738" y="2108574"/>
                  </a:lnTo>
                  <a:lnTo>
                    <a:pt x="6163707" y="1994080"/>
                  </a:lnTo>
                  <a:lnTo>
                    <a:pt x="6192518" y="1881668"/>
                  </a:lnTo>
                  <a:lnTo>
                    <a:pt x="6221146" y="1771764"/>
                  </a:lnTo>
                  <a:lnTo>
                    <a:pt x="6249574" y="1664747"/>
                  </a:lnTo>
                  <a:lnTo>
                    <a:pt x="6277794" y="1560953"/>
                  </a:lnTo>
                  <a:lnTo>
                    <a:pt x="6305808" y="1460666"/>
                  </a:lnTo>
                  <a:lnTo>
                    <a:pt x="6333629" y="1364115"/>
                  </a:lnTo>
                  <a:lnTo>
                    <a:pt x="6361281" y="1271480"/>
                  </a:lnTo>
                  <a:lnTo>
                    <a:pt x="6388804" y="1182886"/>
                  </a:lnTo>
                  <a:lnTo>
                    <a:pt x="6416246" y="1098409"/>
                  </a:lnTo>
                  <a:lnTo>
                    <a:pt x="6443674" y="1018078"/>
                  </a:lnTo>
                  <a:lnTo>
                    <a:pt x="6471169" y="941876"/>
                  </a:lnTo>
                  <a:lnTo>
                    <a:pt x="6498830" y="869745"/>
                  </a:lnTo>
                  <a:lnTo>
                    <a:pt x="6515891" y="827569"/>
                  </a:lnTo>
                  <a:lnTo>
                    <a:pt x="6557694" y="731846"/>
                  </a:lnTo>
                  <a:lnTo>
                    <a:pt x="6600723" y="644784"/>
                  </a:lnTo>
                  <a:lnTo>
                    <a:pt x="6645514" y="566038"/>
                  </a:lnTo>
                  <a:lnTo>
                    <a:pt x="6692671" y="494973"/>
                  </a:lnTo>
                  <a:lnTo>
                    <a:pt x="6742823" y="430837"/>
                  </a:lnTo>
                  <a:lnTo>
                    <a:pt x="6796581" y="372874"/>
                  </a:lnTo>
                  <a:lnTo>
                    <a:pt x="6854489" y="320381"/>
                  </a:lnTo>
                  <a:lnTo>
                    <a:pt x="6916964" y="272757"/>
                  </a:lnTo>
                  <a:lnTo>
                    <a:pt x="6984214" y="229513"/>
                  </a:lnTo>
                  <a:lnTo>
                    <a:pt x="7056134" y="190295"/>
                  </a:lnTo>
                  <a:lnTo>
                    <a:pt x="7132193" y="154874"/>
                  </a:lnTo>
                  <a:lnTo>
                    <a:pt x="7211314" y="123150"/>
                  </a:lnTo>
                  <a:lnTo>
                    <a:pt x="7291802" y="95124"/>
                  </a:lnTo>
                  <a:lnTo>
                    <a:pt x="7371334" y="70864"/>
                  </a:lnTo>
                  <a:lnTo>
                    <a:pt x="7447095" y="50450"/>
                  </a:lnTo>
                  <a:lnTo>
                    <a:pt x="7516055" y="33912"/>
                  </a:lnTo>
                  <a:lnTo>
                    <a:pt x="7575392" y="21161"/>
                  </a:lnTo>
                  <a:lnTo>
                    <a:pt x="7622975" y="11946"/>
                  </a:lnTo>
                  <a:lnTo>
                    <a:pt x="7657787" y="5843"/>
                  </a:lnTo>
                  <a:lnTo>
                    <a:pt x="7680175" y="2276"/>
                  </a:lnTo>
                  <a:lnTo>
                    <a:pt x="7691875" y="577"/>
                  </a:lnTo>
                  <a:lnTo>
                    <a:pt x="7695877" y="4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4" name="pl304"/>
            <p:cNvSpPr/>
            <p:nvPr/>
          </p:nvSpPr>
          <p:spPr>
            <a:xfrm>
              <a:off x="546595" y="1229576"/>
              <a:ext cx="8234974" cy="4965415"/>
            </a:xfrm>
            <a:custGeom>
              <a:avLst/>
              <a:pathLst>
                <a:path w="8234974" h="4965415">
                  <a:moveTo>
                    <a:pt x="8234974" y="0"/>
                  </a:moveTo>
                  <a:lnTo>
                    <a:pt x="7696237" y="0"/>
                  </a:lnTo>
                  <a:lnTo>
                    <a:pt x="7695387" y="106"/>
                  </a:lnTo>
                  <a:lnTo>
                    <a:pt x="7689784" y="868"/>
                  </a:lnTo>
                  <a:lnTo>
                    <a:pt x="7675621" y="2974"/>
                  </a:lnTo>
                  <a:lnTo>
                    <a:pt x="7650207" y="7120"/>
                  </a:lnTo>
                  <a:lnTo>
                    <a:pt x="7612146" y="13960"/>
                  </a:lnTo>
                  <a:lnTo>
                    <a:pt x="7561449" y="24034"/>
                  </a:lnTo>
                  <a:lnTo>
                    <a:pt x="7499445" y="37725"/>
                  </a:lnTo>
                  <a:lnTo>
                    <a:pt x="7428485" y="55240"/>
                  </a:lnTo>
                  <a:lnTo>
                    <a:pt x="7351487" y="76631"/>
                  </a:lnTo>
                  <a:lnTo>
                    <a:pt x="7271464" y="101850"/>
                  </a:lnTo>
                  <a:lnTo>
                    <a:pt x="7191126" y="130815"/>
                  </a:lnTo>
                  <a:lnTo>
                    <a:pt x="7112643" y="163468"/>
                  </a:lnTo>
                  <a:lnTo>
                    <a:pt x="7037552" y="199834"/>
                  </a:lnTo>
                  <a:lnTo>
                    <a:pt x="6966779" y="240043"/>
                  </a:lnTo>
                  <a:lnTo>
                    <a:pt x="6900740" y="284353"/>
                  </a:lnTo>
                  <a:lnTo>
                    <a:pt x="6839447" y="333156"/>
                  </a:lnTo>
                  <a:lnTo>
                    <a:pt x="6782633" y="386969"/>
                  </a:lnTo>
                  <a:lnTo>
                    <a:pt x="6729841" y="446423"/>
                  </a:lnTo>
                  <a:lnTo>
                    <a:pt x="6680504" y="512236"/>
                  </a:lnTo>
                  <a:lnTo>
                    <a:pt x="6634004" y="585172"/>
                  </a:lnTo>
                  <a:lnTo>
                    <a:pt x="6589713" y="665966"/>
                  </a:lnTo>
                  <a:lnTo>
                    <a:pt x="6547040" y="755199"/>
                  </a:lnTo>
                  <a:lnTo>
                    <a:pt x="6515891" y="827569"/>
                  </a:lnTo>
                  <a:lnTo>
                    <a:pt x="6488072" y="897251"/>
                  </a:lnTo>
                  <a:lnTo>
                    <a:pt x="6460488" y="970952"/>
                  </a:lnTo>
                  <a:lnTo>
                    <a:pt x="6433030" y="1048751"/>
                  </a:lnTo>
                  <a:lnTo>
                    <a:pt x="6405605" y="1130691"/>
                  </a:lnTo>
                  <a:lnTo>
                    <a:pt x="6378139" y="1216771"/>
                  </a:lnTo>
                  <a:lnTo>
                    <a:pt x="6350571" y="1306944"/>
                  </a:lnTo>
                  <a:lnTo>
                    <a:pt x="6322857" y="1401117"/>
                  </a:lnTo>
                  <a:lnTo>
                    <a:pt x="6294963" y="1499141"/>
                  </a:lnTo>
                  <a:lnTo>
                    <a:pt x="6266870" y="1600820"/>
                  </a:lnTo>
                  <a:lnTo>
                    <a:pt x="6238569" y="1705900"/>
                  </a:lnTo>
                  <a:lnTo>
                    <a:pt x="6210063" y="1814079"/>
                  </a:lnTo>
                  <a:lnTo>
                    <a:pt x="6181361" y="1925004"/>
                  </a:lnTo>
                  <a:lnTo>
                    <a:pt x="6152486" y="2038276"/>
                  </a:lnTo>
                  <a:lnTo>
                    <a:pt x="6123463" y="2153456"/>
                  </a:lnTo>
                  <a:lnTo>
                    <a:pt x="6094328" y="2270072"/>
                  </a:lnTo>
                  <a:lnTo>
                    <a:pt x="6065117" y="2387625"/>
                  </a:lnTo>
                  <a:lnTo>
                    <a:pt x="6035873" y="2505600"/>
                  </a:lnTo>
                  <a:lnTo>
                    <a:pt x="6006636" y="2623473"/>
                  </a:lnTo>
                  <a:lnTo>
                    <a:pt x="5977450" y="2740723"/>
                  </a:lnTo>
                  <a:lnTo>
                    <a:pt x="5948354" y="2856840"/>
                  </a:lnTo>
                  <a:lnTo>
                    <a:pt x="5919385" y="2971335"/>
                  </a:lnTo>
                  <a:lnTo>
                    <a:pt x="5890574" y="3083746"/>
                  </a:lnTo>
                  <a:lnTo>
                    <a:pt x="5861946" y="3193651"/>
                  </a:lnTo>
                  <a:lnTo>
                    <a:pt x="5833519" y="3300667"/>
                  </a:lnTo>
                  <a:lnTo>
                    <a:pt x="5805299" y="3404461"/>
                  </a:lnTo>
                  <a:lnTo>
                    <a:pt x="5777285" y="3504749"/>
                  </a:lnTo>
                  <a:lnTo>
                    <a:pt x="5749464" y="3601299"/>
                  </a:lnTo>
                  <a:lnTo>
                    <a:pt x="5721811" y="3693935"/>
                  </a:lnTo>
                  <a:lnTo>
                    <a:pt x="5694289" y="3782528"/>
                  </a:lnTo>
                  <a:lnTo>
                    <a:pt x="5666847" y="3867005"/>
                  </a:lnTo>
                  <a:lnTo>
                    <a:pt x="5639418" y="3947336"/>
                  </a:lnTo>
                  <a:lnTo>
                    <a:pt x="5611923" y="4023538"/>
                  </a:lnTo>
                  <a:lnTo>
                    <a:pt x="5584262" y="4095669"/>
                  </a:lnTo>
                  <a:lnTo>
                    <a:pt x="5567201" y="4137845"/>
                  </a:lnTo>
                  <a:lnTo>
                    <a:pt x="5525398" y="4233568"/>
                  </a:lnTo>
                  <a:lnTo>
                    <a:pt x="5482369" y="4320630"/>
                  </a:lnTo>
                  <a:lnTo>
                    <a:pt x="5437578" y="4399376"/>
                  </a:lnTo>
                  <a:lnTo>
                    <a:pt x="5390421" y="4470441"/>
                  </a:lnTo>
                  <a:lnTo>
                    <a:pt x="5340269" y="4534577"/>
                  </a:lnTo>
                  <a:lnTo>
                    <a:pt x="5286511" y="4592541"/>
                  </a:lnTo>
                  <a:lnTo>
                    <a:pt x="5228603" y="4645033"/>
                  </a:lnTo>
                  <a:lnTo>
                    <a:pt x="5166128" y="4692658"/>
                  </a:lnTo>
                  <a:lnTo>
                    <a:pt x="5098878" y="4735901"/>
                  </a:lnTo>
                  <a:lnTo>
                    <a:pt x="5026958" y="4775120"/>
                  </a:lnTo>
                  <a:lnTo>
                    <a:pt x="4950900" y="4810540"/>
                  </a:lnTo>
                  <a:lnTo>
                    <a:pt x="4871778" y="4842264"/>
                  </a:lnTo>
                  <a:lnTo>
                    <a:pt x="4791291" y="4870290"/>
                  </a:lnTo>
                  <a:lnTo>
                    <a:pt x="4711758" y="4894550"/>
                  </a:lnTo>
                  <a:lnTo>
                    <a:pt x="4635997" y="4914964"/>
                  </a:lnTo>
                  <a:lnTo>
                    <a:pt x="4567037" y="4931502"/>
                  </a:lnTo>
                  <a:lnTo>
                    <a:pt x="4507700" y="4944254"/>
                  </a:lnTo>
                  <a:lnTo>
                    <a:pt x="4460117" y="4953468"/>
                  </a:lnTo>
                  <a:lnTo>
                    <a:pt x="4425305" y="4959571"/>
                  </a:lnTo>
                  <a:lnTo>
                    <a:pt x="4402918" y="4963138"/>
                  </a:lnTo>
                  <a:lnTo>
                    <a:pt x="4391218" y="4964838"/>
                  </a:lnTo>
                  <a:lnTo>
                    <a:pt x="4387215" y="4965370"/>
                  </a:lnTo>
                  <a:lnTo>
                    <a:pt x="4386855" y="4965415"/>
                  </a:lnTo>
                  <a:lnTo>
                    <a:pt x="3848118" y="4965415"/>
                  </a:lnTo>
                  <a:lnTo>
                    <a:pt x="3846956" y="4965329"/>
                  </a:lnTo>
                  <a:lnTo>
                    <a:pt x="3839355" y="4964713"/>
                  </a:lnTo>
                  <a:lnTo>
                    <a:pt x="3820330" y="4963012"/>
                  </a:lnTo>
                  <a:lnTo>
                    <a:pt x="3786663" y="4959670"/>
                  </a:lnTo>
                  <a:lnTo>
                    <a:pt x="3737188" y="4954193"/>
                  </a:lnTo>
                  <a:lnTo>
                    <a:pt x="3672859" y="4946208"/>
                  </a:lnTo>
                  <a:lnTo>
                    <a:pt x="3596413" y="4935493"/>
                  </a:lnTo>
                  <a:lnTo>
                    <a:pt x="3511695" y="4921975"/>
                  </a:lnTo>
                  <a:lnTo>
                    <a:pt x="3422848" y="4905680"/>
                  </a:lnTo>
                  <a:lnTo>
                    <a:pt x="3333616" y="4886676"/>
                  </a:lnTo>
                  <a:lnTo>
                    <a:pt x="3246928" y="4865001"/>
                  </a:lnTo>
                  <a:lnTo>
                    <a:pt x="3164743" y="4840624"/>
                  </a:lnTo>
                  <a:lnTo>
                    <a:pt x="3088126" y="4813410"/>
                  </a:lnTo>
                  <a:lnTo>
                    <a:pt x="3017410" y="4783109"/>
                  </a:lnTo>
                  <a:lnTo>
                    <a:pt x="2952403" y="4749355"/>
                  </a:lnTo>
                  <a:lnTo>
                    <a:pt x="2892566" y="4711672"/>
                  </a:lnTo>
                  <a:lnTo>
                    <a:pt x="2837155" y="4669499"/>
                  </a:lnTo>
                  <a:lnTo>
                    <a:pt x="2785326" y="4622226"/>
                  </a:lnTo>
                  <a:lnTo>
                    <a:pt x="2736220" y="4569262"/>
                  </a:lnTo>
                  <a:lnTo>
                    <a:pt x="2689031" y="4510157"/>
                  </a:lnTo>
                  <a:lnTo>
                    <a:pt x="2667772" y="4480851"/>
                  </a:lnTo>
                  <a:lnTo>
                    <a:pt x="2632674" y="4428922"/>
                  </a:lnTo>
                  <a:lnTo>
                    <a:pt x="2597905" y="4373216"/>
                  </a:lnTo>
                  <a:lnTo>
                    <a:pt x="2563256" y="4313658"/>
                  </a:lnTo>
                  <a:lnTo>
                    <a:pt x="2528565" y="4250230"/>
                  </a:lnTo>
                  <a:lnTo>
                    <a:pt x="2493709" y="4182983"/>
                  </a:lnTo>
                  <a:lnTo>
                    <a:pt x="2458602" y="4112041"/>
                  </a:lnTo>
                  <a:lnTo>
                    <a:pt x="2423188" y="4037603"/>
                  </a:lnTo>
                  <a:lnTo>
                    <a:pt x="2387445" y="3959948"/>
                  </a:lnTo>
                  <a:lnTo>
                    <a:pt x="2351375" y="3879433"/>
                  </a:lnTo>
                  <a:lnTo>
                    <a:pt x="2315005" y="3796487"/>
                  </a:lnTo>
                  <a:lnTo>
                    <a:pt x="2278385" y="3711605"/>
                  </a:lnTo>
                  <a:lnTo>
                    <a:pt x="2241579" y="3625336"/>
                  </a:lnTo>
                  <a:lnTo>
                    <a:pt x="2204662" y="3538267"/>
                  </a:lnTo>
                  <a:lnTo>
                    <a:pt x="2167720" y="3451010"/>
                  </a:lnTo>
                  <a:lnTo>
                    <a:pt x="2130837" y="3364183"/>
                  </a:lnTo>
                  <a:lnTo>
                    <a:pt x="2094095" y="3278389"/>
                  </a:lnTo>
                  <a:lnTo>
                    <a:pt x="2057566" y="3194203"/>
                  </a:lnTo>
                  <a:lnTo>
                    <a:pt x="2021310" y="3112154"/>
                  </a:lnTo>
                  <a:lnTo>
                    <a:pt x="1985366" y="3032713"/>
                  </a:lnTo>
                  <a:lnTo>
                    <a:pt x="1949752" y="2956280"/>
                  </a:lnTo>
                  <a:lnTo>
                    <a:pt x="1914463" y="2883182"/>
                  </a:lnTo>
                  <a:lnTo>
                    <a:pt x="1879463" y="2813668"/>
                  </a:lnTo>
                  <a:lnTo>
                    <a:pt x="1844684" y="2747907"/>
                  </a:lnTo>
                  <a:lnTo>
                    <a:pt x="1810026" y="2685993"/>
                  </a:lnTo>
                  <a:lnTo>
                    <a:pt x="1775352" y="2627950"/>
                  </a:lnTo>
                  <a:lnTo>
                    <a:pt x="1740481" y="2573736"/>
                  </a:lnTo>
                  <a:lnTo>
                    <a:pt x="1719082" y="2542597"/>
                  </a:lnTo>
                  <a:lnTo>
                    <a:pt x="1672539" y="2480600"/>
                  </a:lnTo>
                  <a:lnTo>
                    <a:pt x="1624409" y="2424851"/>
                  </a:lnTo>
                  <a:lnTo>
                    <a:pt x="1573938" y="2375028"/>
                  </a:lnTo>
                  <a:lnTo>
                    <a:pt x="1520282" y="2330586"/>
                  </a:lnTo>
                  <a:lnTo>
                    <a:pt x="1462582" y="2290911"/>
                  </a:lnTo>
                  <a:lnTo>
                    <a:pt x="1400036" y="2255413"/>
                  </a:lnTo>
                  <a:lnTo>
                    <a:pt x="1331996" y="2223576"/>
                  </a:lnTo>
                  <a:lnTo>
                    <a:pt x="1258088" y="2194980"/>
                  </a:lnTo>
                  <a:lnTo>
                    <a:pt x="1178381" y="2169321"/>
                  </a:lnTo>
                  <a:lnTo>
                    <a:pt x="1093579" y="2146413"/>
                  </a:lnTo>
                  <a:lnTo>
                    <a:pt x="1005212" y="2126178"/>
                  </a:lnTo>
                  <a:lnTo>
                    <a:pt x="915766" y="2108629"/>
                  </a:lnTo>
                  <a:lnTo>
                    <a:pt x="828644" y="2093826"/>
                  </a:lnTo>
                  <a:lnTo>
                    <a:pt x="747878" y="2081823"/>
                  </a:lnTo>
                  <a:lnTo>
                    <a:pt x="677549" y="2072600"/>
                  </a:lnTo>
                  <a:lnTo>
                    <a:pt x="621001" y="2066007"/>
                  </a:lnTo>
                  <a:lnTo>
                    <a:pt x="580075" y="2061738"/>
                  </a:lnTo>
                  <a:lnTo>
                    <a:pt x="554594" y="2059349"/>
                  </a:lnTo>
                  <a:lnTo>
                    <a:pt x="542257" y="2058304"/>
                  </a:lnTo>
                  <a:lnTo>
                    <a:pt x="538853" y="2058042"/>
                  </a:lnTo>
                  <a:lnTo>
                    <a:pt x="538736" y="2058033"/>
                  </a:lnTo>
                  <a:lnTo>
                    <a:pt x="0" y="2058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5" name="pg305"/>
            <p:cNvSpPr/>
            <p:nvPr/>
          </p:nvSpPr>
          <p:spPr>
            <a:xfrm>
              <a:off x="546595" y="472785"/>
              <a:ext cx="8234974" cy="3152385"/>
            </a:xfrm>
            <a:custGeom>
              <a:avLst/>
              <a:pathLst>
                <a:path w="8234974" h="3152385">
                  <a:moveTo>
                    <a:pt x="0" y="1562581"/>
                  </a:moveTo>
                  <a:lnTo>
                    <a:pt x="538736" y="1562581"/>
                  </a:lnTo>
                  <a:lnTo>
                    <a:pt x="539993" y="1562632"/>
                  </a:lnTo>
                  <a:lnTo>
                    <a:pt x="548198" y="1562997"/>
                  </a:lnTo>
                  <a:lnTo>
                    <a:pt x="568677" y="1564005"/>
                  </a:lnTo>
                  <a:lnTo>
                    <a:pt x="604774" y="1565985"/>
                  </a:lnTo>
                  <a:lnTo>
                    <a:pt x="657529" y="1569223"/>
                  </a:lnTo>
                  <a:lnTo>
                    <a:pt x="725651" y="1573929"/>
                  </a:lnTo>
                  <a:lnTo>
                    <a:pt x="805948" y="1580222"/>
                  </a:lnTo>
                  <a:lnTo>
                    <a:pt x="894142" y="1588132"/>
                  </a:lnTo>
                  <a:lnTo>
                    <a:pt x="985786" y="1597635"/>
                  </a:lnTo>
                  <a:lnTo>
                    <a:pt x="1076998" y="1608693"/>
                  </a:lnTo>
                  <a:lnTo>
                    <a:pt x="1164874" y="1621292"/>
                  </a:lnTo>
                  <a:lnTo>
                    <a:pt x="1247578" y="1635465"/>
                  </a:lnTo>
                  <a:lnTo>
                    <a:pt x="1324226" y="1651315"/>
                  </a:lnTo>
                  <a:lnTo>
                    <a:pt x="1394669" y="1669012"/>
                  </a:lnTo>
                  <a:lnTo>
                    <a:pt x="1459273" y="1688797"/>
                  </a:lnTo>
                  <a:lnTo>
                    <a:pt x="1518725" y="1710975"/>
                  </a:lnTo>
                  <a:lnTo>
                    <a:pt x="1573886" y="1735893"/>
                  </a:lnTo>
                  <a:lnTo>
                    <a:pt x="1625686" y="1763913"/>
                  </a:lnTo>
                  <a:lnTo>
                    <a:pt x="1675039" y="1795357"/>
                  </a:lnTo>
                  <a:lnTo>
                    <a:pt x="1719082" y="1827548"/>
                  </a:lnTo>
                  <a:lnTo>
                    <a:pt x="1762257" y="1862816"/>
                  </a:lnTo>
                  <a:lnTo>
                    <a:pt x="1805011" y="1901233"/>
                  </a:lnTo>
                  <a:lnTo>
                    <a:pt x="1847700" y="1942857"/>
                  </a:lnTo>
                  <a:lnTo>
                    <a:pt x="1890587" y="1987666"/>
                  </a:lnTo>
                  <a:lnTo>
                    <a:pt x="1933845" y="2035548"/>
                  </a:lnTo>
                  <a:lnTo>
                    <a:pt x="1977574" y="2086294"/>
                  </a:lnTo>
                  <a:lnTo>
                    <a:pt x="2021805" y="2139598"/>
                  </a:lnTo>
                  <a:lnTo>
                    <a:pt x="2066508" y="2195058"/>
                  </a:lnTo>
                  <a:lnTo>
                    <a:pt x="2111604" y="2252184"/>
                  </a:lnTo>
                  <a:lnTo>
                    <a:pt x="2156971" y="2310420"/>
                  </a:lnTo>
                  <a:lnTo>
                    <a:pt x="2202466" y="2369159"/>
                  </a:lnTo>
                  <a:lnTo>
                    <a:pt x="2247928" y="2427773"/>
                  </a:lnTo>
                  <a:lnTo>
                    <a:pt x="2293204" y="2485639"/>
                  </a:lnTo>
                  <a:lnTo>
                    <a:pt x="2338156" y="2542167"/>
                  </a:lnTo>
                  <a:lnTo>
                    <a:pt x="2382679" y="2596824"/>
                  </a:lnTo>
                  <a:lnTo>
                    <a:pt x="2426711" y="2649155"/>
                  </a:lnTo>
                  <a:lnTo>
                    <a:pt x="2470245" y="2698794"/>
                  </a:lnTo>
                  <a:lnTo>
                    <a:pt x="2513340" y="2745475"/>
                  </a:lnTo>
                  <a:lnTo>
                    <a:pt x="2556123" y="2789027"/>
                  </a:lnTo>
                  <a:lnTo>
                    <a:pt x="2598802" y="2829375"/>
                  </a:lnTo>
                  <a:lnTo>
                    <a:pt x="2641674" y="2866530"/>
                  </a:lnTo>
                  <a:lnTo>
                    <a:pt x="2667772" y="2887417"/>
                  </a:lnTo>
                  <a:lnTo>
                    <a:pt x="2715592" y="2922186"/>
                  </a:lnTo>
                  <a:lnTo>
                    <a:pt x="2765104" y="2953355"/>
                  </a:lnTo>
                  <a:lnTo>
                    <a:pt x="2817133" y="2981121"/>
                  </a:lnTo>
                  <a:lnTo>
                    <a:pt x="2872595" y="3005812"/>
                  </a:lnTo>
                  <a:lnTo>
                    <a:pt x="2932418" y="3027791"/>
                  </a:lnTo>
                  <a:lnTo>
                    <a:pt x="2997456" y="3047404"/>
                  </a:lnTo>
                  <a:lnTo>
                    <a:pt x="3068375" y="3064949"/>
                  </a:lnTo>
                  <a:lnTo>
                    <a:pt x="3145508" y="3080663"/>
                  </a:lnTo>
                  <a:lnTo>
                    <a:pt x="3228658" y="3094711"/>
                  </a:lnTo>
                  <a:lnTo>
                    <a:pt x="3316873" y="3107189"/>
                  </a:lnTo>
                  <a:lnTo>
                    <a:pt x="3408237" y="3118127"/>
                  </a:lnTo>
                  <a:lnTo>
                    <a:pt x="3499762" y="3127508"/>
                  </a:lnTo>
                  <a:lnTo>
                    <a:pt x="3587503" y="3135292"/>
                  </a:lnTo>
                  <a:lnTo>
                    <a:pt x="3666998" y="3141459"/>
                  </a:lnTo>
                  <a:lnTo>
                    <a:pt x="3734017" y="3146046"/>
                  </a:lnTo>
                  <a:lnTo>
                    <a:pt x="3785492" y="3149177"/>
                  </a:lnTo>
                  <a:lnTo>
                    <a:pt x="3820304" y="3151070"/>
                  </a:lnTo>
                  <a:lnTo>
                    <a:pt x="3839680" y="3152016"/>
                  </a:lnTo>
                  <a:lnTo>
                    <a:pt x="3847129" y="3152345"/>
                  </a:lnTo>
                  <a:lnTo>
                    <a:pt x="3848118" y="3152385"/>
                  </a:lnTo>
                  <a:lnTo>
                    <a:pt x="4386855" y="3152385"/>
                  </a:lnTo>
                  <a:lnTo>
                    <a:pt x="4387996" y="3152293"/>
                  </a:lnTo>
                  <a:lnTo>
                    <a:pt x="4395465" y="3151639"/>
                  </a:lnTo>
                  <a:lnTo>
                    <a:pt x="4414171" y="3149832"/>
                  </a:lnTo>
                  <a:lnTo>
                    <a:pt x="4447303" y="3146280"/>
                  </a:lnTo>
                  <a:lnTo>
                    <a:pt x="4496049" y="3140458"/>
                  </a:lnTo>
                  <a:lnTo>
                    <a:pt x="4559529" y="3131962"/>
                  </a:lnTo>
                  <a:lnTo>
                    <a:pt x="4635102" y="3120554"/>
                  </a:lnTo>
                  <a:lnTo>
                    <a:pt x="4719020" y="3106149"/>
                  </a:lnTo>
                  <a:lnTo>
                    <a:pt x="4807213" y="3088772"/>
                  </a:lnTo>
                  <a:lnTo>
                    <a:pt x="4895968" y="3068494"/>
                  </a:lnTo>
                  <a:lnTo>
                    <a:pt x="4982360" y="3045360"/>
                  </a:lnTo>
                  <a:lnTo>
                    <a:pt x="5064402" y="3019342"/>
                  </a:lnTo>
                  <a:lnTo>
                    <a:pt x="5140994" y="2990306"/>
                  </a:lnTo>
                  <a:lnTo>
                    <a:pt x="5211760" y="2957995"/>
                  </a:lnTo>
                  <a:lnTo>
                    <a:pt x="5276854" y="2922029"/>
                  </a:lnTo>
                  <a:lnTo>
                    <a:pt x="5336782" y="2881914"/>
                  </a:lnTo>
                  <a:lnTo>
                    <a:pt x="5392261" y="2837059"/>
                  </a:lnTo>
                  <a:lnTo>
                    <a:pt x="5444112" y="2786819"/>
                  </a:lnTo>
                  <a:lnTo>
                    <a:pt x="5493182" y="2730559"/>
                  </a:lnTo>
                  <a:lnTo>
                    <a:pt x="5540270" y="2667775"/>
                  </a:lnTo>
                  <a:lnTo>
                    <a:pt x="5567201" y="2627895"/>
                  </a:lnTo>
                  <a:lnTo>
                    <a:pt x="5601186" y="2573542"/>
                  </a:lnTo>
                  <a:lnTo>
                    <a:pt x="5634857" y="2515361"/>
                  </a:lnTo>
                  <a:lnTo>
                    <a:pt x="5668403" y="2453275"/>
                  </a:lnTo>
                  <a:lnTo>
                    <a:pt x="5701977" y="2387261"/>
                  </a:lnTo>
                  <a:lnTo>
                    <a:pt x="5735691" y="2317363"/>
                  </a:lnTo>
                  <a:lnTo>
                    <a:pt x="5769632" y="2243689"/>
                  </a:lnTo>
                  <a:lnTo>
                    <a:pt x="5803851" y="2166424"/>
                  </a:lnTo>
                  <a:lnTo>
                    <a:pt x="5838378" y="2085826"/>
                  </a:lnTo>
                  <a:lnTo>
                    <a:pt x="5873214" y="2002226"/>
                  </a:lnTo>
                  <a:lnTo>
                    <a:pt x="5908340" y="1916027"/>
                  </a:lnTo>
                  <a:lnTo>
                    <a:pt x="5943717" y="1827698"/>
                  </a:lnTo>
                  <a:lnTo>
                    <a:pt x="5979292" y="1737760"/>
                  </a:lnTo>
                  <a:lnTo>
                    <a:pt x="6014998" y="1646779"/>
                  </a:lnTo>
                  <a:lnTo>
                    <a:pt x="6050762" y="1555348"/>
                  </a:lnTo>
                  <a:lnTo>
                    <a:pt x="6086505" y="1464074"/>
                  </a:lnTo>
                  <a:lnTo>
                    <a:pt x="6122153" y="1373558"/>
                  </a:lnTo>
                  <a:lnTo>
                    <a:pt x="6157633" y="1284381"/>
                  </a:lnTo>
                  <a:lnTo>
                    <a:pt x="6192887" y="1197087"/>
                  </a:lnTo>
                  <a:lnTo>
                    <a:pt x="6227867" y="1112173"/>
                  </a:lnTo>
                  <a:lnTo>
                    <a:pt x="6262545" y="1030074"/>
                  </a:lnTo>
                  <a:lnTo>
                    <a:pt x="6296911" y="951157"/>
                  </a:lnTo>
                  <a:lnTo>
                    <a:pt x="6330982" y="875715"/>
                  </a:lnTo>
                  <a:lnTo>
                    <a:pt x="6364797" y="803968"/>
                  </a:lnTo>
                  <a:lnTo>
                    <a:pt x="6398427" y="736062"/>
                  </a:lnTo>
                  <a:lnTo>
                    <a:pt x="6431970" y="672071"/>
                  </a:lnTo>
                  <a:lnTo>
                    <a:pt x="6465559" y="612004"/>
                  </a:lnTo>
                  <a:lnTo>
                    <a:pt x="6499365" y="555809"/>
                  </a:lnTo>
                  <a:lnTo>
                    <a:pt x="6515891" y="529934"/>
                  </a:lnTo>
                  <a:lnTo>
                    <a:pt x="6562147" y="463217"/>
                  </a:lnTo>
                  <a:lnTo>
                    <a:pt x="6609965" y="403182"/>
                  </a:lnTo>
                  <a:lnTo>
                    <a:pt x="6660087" y="349490"/>
                  </a:lnTo>
                  <a:lnTo>
                    <a:pt x="6713339" y="301562"/>
                  </a:lnTo>
                  <a:lnTo>
                    <a:pt x="6770566" y="258748"/>
                  </a:lnTo>
                  <a:lnTo>
                    <a:pt x="6832557" y="220419"/>
                  </a:lnTo>
                  <a:lnTo>
                    <a:pt x="6899957" y="186022"/>
                  </a:lnTo>
                  <a:lnTo>
                    <a:pt x="6973146" y="155107"/>
                  </a:lnTo>
                  <a:lnTo>
                    <a:pt x="7052080" y="127346"/>
                  </a:lnTo>
                  <a:lnTo>
                    <a:pt x="7136106" y="102534"/>
                  </a:lnTo>
                  <a:lnTo>
                    <a:pt x="7223773" y="80582"/>
                  </a:lnTo>
                  <a:lnTo>
                    <a:pt x="7312701" y="61498"/>
                  </a:lnTo>
                  <a:lnTo>
                    <a:pt x="7399606" y="45345"/>
                  </a:lnTo>
                  <a:lnTo>
                    <a:pt x="7480558" y="32184"/>
                  </a:lnTo>
                  <a:lnTo>
                    <a:pt x="7551528" y="22002"/>
                  </a:lnTo>
                  <a:lnTo>
                    <a:pt x="7609132" y="14653"/>
                  </a:lnTo>
                  <a:lnTo>
                    <a:pt x="7651397" y="9829"/>
                  </a:lnTo>
                  <a:lnTo>
                    <a:pt x="7678285" y="7069"/>
                  </a:lnTo>
                  <a:lnTo>
                    <a:pt x="7691842" y="5813"/>
                  </a:lnTo>
                  <a:lnTo>
                    <a:pt x="7696003" y="546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6" y="91"/>
                  </a:lnTo>
                  <a:lnTo>
                    <a:pt x="7687627" y="745"/>
                  </a:lnTo>
                  <a:lnTo>
                    <a:pt x="7668921" y="2552"/>
                  </a:lnTo>
                  <a:lnTo>
                    <a:pt x="7635790" y="6104"/>
                  </a:lnTo>
                  <a:lnTo>
                    <a:pt x="7587044" y="11926"/>
                  </a:lnTo>
                  <a:lnTo>
                    <a:pt x="7523564" y="20422"/>
                  </a:lnTo>
                  <a:lnTo>
                    <a:pt x="7447991" y="31830"/>
                  </a:lnTo>
                  <a:lnTo>
                    <a:pt x="7364072" y="46235"/>
                  </a:lnTo>
                  <a:lnTo>
                    <a:pt x="7275879" y="63612"/>
                  </a:lnTo>
                  <a:lnTo>
                    <a:pt x="7187124" y="83890"/>
                  </a:lnTo>
                  <a:lnTo>
                    <a:pt x="7100732" y="107024"/>
                  </a:lnTo>
                  <a:lnTo>
                    <a:pt x="7018691" y="133042"/>
                  </a:lnTo>
                  <a:lnTo>
                    <a:pt x="6942098" y="162078"/>
                  </a:lnTo>
                  <a:lnTo>
                    <a:pt x="6871332" y="194389"/>
                  </a:lnTo>
                  <a:lnTo>
                    <a:pt x="6806238" y="230355"/>
                  </a:lnTo>
                  <a:lnTo>
                    <a:pt x="6746311" y="270471"/>
                  </a:lnTo>
                  <a:lnTo>
                    <a:pt x="6690832" y="315325"/>
                  </a:lnTo>
                  <a:lnTo>
                    <a:pt x="6638980" y="365565"/>
                  </a:lnTo>
                  <a:lnTo>
                    <a:pt x="6589911" y="421825"/>
                  </a:lnTo>
                  <a:lnTo>
                    <a:pt x="6542822" y="484609"/>
                  </a:lnTo>
                  <a:lnTo>
                    <a:pt x="6515891" y="524490"/>
                  </a:lnTo>
                  <a:lnTo>
                    <a:pt x="6481906" y="578843"/>
                  </a:lnTo>
                  <a:lnTo>
                    <a:pt x="6448236" y="637023"/>
                  </a:lnTo>
                  <a:lnTo>
                    <a:pt x="6414689" y="699110"/>
                  </a:lnTo>
                  <a:lnTo>
                    <a:pt x="6381116" y="765123"/>
                  </a:lnTo>
                  <a:lnTo>
                    <a:pt x="6347401" y="835022"/>
                  </a:lnTo>
                  <a:lnTo>
                    <a:pt x="6313461" y="908695"/>
                  </a:lnTo>
                  <a:lnTo>
                    <a:pt x="6279241" y="985960"/>
                  </a:lnTo>
                  <a:lnTo>
                    <a:pt x="6244715" y="1066559"/>
                  </a:lnTo>
                  <a:lnTo>
                    <a:pt x="6209879" y="1150159"/>
                  </a:lnTo>
                  <a:lnTo>
                    <a:pt x="6174753" y="1236357"/>
                  </a:lnTo>
                  <a:lnTo>
                    <a:pt x="6139375" y="1324686"/>
                  </a:lnTo>
                  <a:lnTo>
                    <a:pt x="6103800" y="1414624"/>
                  </a:lnTo>
                  <a:lnTo>
                    <a:pt x="6068094" y="1505605"/>
                  </a:lnTo>
                  <a:lnTo>
                    <a:pt x="6032331" y="1597036"/>
                  </a:lnTo>
                  <a:lnTo>
                    <a:pt x="5996587" y="1688310"/>
                  </a:lnTo>
                  <a:lnTo>
                    <a:pt x="5960940" y="1778826"/>
                  </a:lnTo>
                  <a:lnTo>
                    <a:pt x="5925459" y="1868003"/>
                  </a:lnTo>
                  <a:lnTo>
                    <a:pt x="5890205" y="1955297"/>
                  </a:lnTo>
                  <a:lnTo>
                    <a:pt x="5855225" y="2040211"/>
                  </a:lnTo>
                  <a:lnTo>
                    <a:pt x="5820548" y="2122310"/>
                  </a:lnTo>
                  <a:lnTo>
                    <a:pt x="5786181" y="2201228"/>
                  </a:lnTo>
                  <a:lnTo>
                    <a:pt x="5752111" y="2276669"/>
                  </a:lnTo>
                  <a:lnTo>
                    <a:pt x="5718295" y="2348416"/>
                  </a:lnTo>
                  <a:lnTo>
                    <a:pt x="5684665" y="2416322"/>
                  </a:lnTo>
                  <a:lnTo>
                    <a:pt x="5651122" y="2480313"/>
                  </a:lnTo>
                  <a:lnTo>
                    <a:pt x="5617533" y="2540380"/>
                  </a:lnTo>
                  <a:lnTo>
                    <a:pt x="5583727" y="2596576"/>
                  </a:lnTo>
                  <a:lnTo>
                    <a:pt x="5567201" y="2622450"/>
                  </a:lnTo>
                  <a:lnTo>
                    <a:pt x="5520945" y="2689168"/>
                  </a:lnTo>
                  <a:lnTo>
                    <a:pt x="5473127" y="2749202"/>
                  </a:lnTo>
                  <a:lnTo>
                    <a:pt x="5423006" y="2802895"/>
                  </a:lnTo>
                  <a:lnTo>
                    <a:pt x="5369753" y="2850822"/>
                  </a:lnTo>
                  <a:lnTo>
                    <a:pt x="5312526" y="2893636"/>
                  </a:lnTo>
                  <a:lnTo>
                    <a:pt x="5250535" y="2931965"/>
                  </a:lnTo>
                  <a:lnTo>
                    <a:pt x="5183135" y="2966362"/>
                  </a:lnTo>
                  <a:lnTo>
                    <a:pt x="5109947" y="2997277"/>
                  </a:lnTo>
                  <a:lnTo>
                    <a:pt x="5031013" y="3025038"/>
                  </a:lnTo>
                  <a:lnTo>
                    <a:pt x="4946987" y="3049851"/>
                  </a:lnTo>
                  <a:lnTo>
                    <a:pt x="4859320" y="3071803"/>
                  </a:lnTo>
                  <a:lnTo>
                    <a:pt x="4770392" y="3090887"/>
                  </a:lnTo>
                  <a:lnTo>
                    <a:pt x="4683487" y="3107039"/>
                  </a:lnTo>
                  <a:lnTo>
                    <a:pt x="4602534" y="3120200"/>
                  </a:lnTo>
                  <a:lnTo>
                    <a:pt x="4531565" y="3130383"/>
                  </a:lnTo>
                  <a:lnTo>
                    <a:pt x="4473960" y="3137732"/>
                  </a:lnTo>
                  <a:lnTo>
                    <a:pt x="4431695" y="3142556"/>
                  </a:lnTo>
                  <a:lnTo>
                    <a:pt x="4404807" y="3145315"/>
                  </a:lnTo>
                  <a:lnTo>
                    <a:pt x="4391251" y="3146572"/>
                  </a:lnTo>
                  <a:lnTo>
                    <a:pt x="4387090" y="3146922"/>
                  </a:lnTo>
                  <a:lnTo>
                    <a:pt x="4386855" y="3146940"/>
                  </a:lnTo>
                  <a:lnTo>
                    <a:pt x="3848118" y="3146940"/>
                  </a:lnTo>
                  <a:lnTo>
                    <a:pt x="3846862" y="3146889"/>
                  </a:lnTo>
                  <a:lnTo>
                    <a:pt x="3838657" y="3146524"/>
                  </a:lnTo>
                  <a:lnTo>
                    <a:pt x="3818177" y="3145516"/>
                  </a:lnTo>
                  <a:lnTo>
                    <a:pt x="3782081" y="3143536"/>
                  </a:lnTo>
                  <a:lnTo>
                    <a:pt x="3729325" y="3140298"/>
                  </a:lnTo>
                  <a:lnTo>
                    <a:pt x="3661203" y="3135592"/>
                  </a:lnTo>
                  <a:lnTo>
                    <a:pt x="3580906" y="3129299"/>
                  </a:lnTo>
                  <a:lnTo>
                    <a:pt x="3492712" y="3121389"/>
                  </a:lnTo>
                  <a:lnTo>
                    <a:pt x="3401069" y="3111886"/>
                  </a:lnTo>
                  <a:lnTo>
                    <a:pt x="3309857" y="3100828"/>
                  </a:lnTo>
                  <a:lnTo>
                    <a:pt x="3221981" y="3088229"/>
                  </a:lnTo>
                  <a:lnTo>
                    <a:pt x="3139277" y="3074056"/>
                  </a:lnTo>
                  <a:lnTo>
                    <a:pt x="3062629" y="3058206"/>
                  </a:lnTo>
                  <a:lnTo>
                    <a:pt x="2992185" y="3040509"/>
                  </a:lnTo>
                  <a:lnTo>
                    <a:pt x="2927581" y="3020724"/>
                  </a:lnTo>
                  <a:lnTo>
                    <a:pt x="2868130" y="2998546"/>
                  </a:lnTo>
                  <a:lnTo>
                    <a:pt x="2812969" y="2973628"/>
                  </a:lnTo>
                  <a:lnTo>
                    <a:pt x="2761168" y="2945608"/>
                  </a:lnTo>
                  <a:lnTo>
                    <a:pt x="2711815" y="2914164"/>
                  </a:lnTo>
                  <a:lnTo>
                    <a:pt x="2667772" y="2881973"/>
                  </a:lnTo>
                  <a:lnTo>
                    <a:pt x="2624597" y="2846705"/>
                  </a:lnTo>
                  <a:lnTo>
                    <a:pt x="2581844" y="2808288"/>
                  </a:lnTo>
                  <a:lnTo>
                    <a:pt x="2539154" y="2766664"/>
                  </a:lnTo>
                  <a:lnTo>
                    <a:pt x="2496268" y="2721855"/>
                  </a:lnTo>
                  <a:lnTo>
                    <a:pt x="2453009" y="2673973"/>
                  </a:lnTo>
                  <a:lnTo>
                    <a:pt x="2409280" y="2623227"/>
                  </a:lnTo>
                  <a:lnTo>
                    <a:pt x="2365049" y="2569923"/>
                  </a:lnTo>
                  <a:lnTo>
                    <a:pt x="2320346" y="2514463"/>
                  </a:lnTo>
                  <a:lnTo>
                    <a:pt x="2275251" y="2457337"/>
                  </a:lnTo>
                  <a:lnTo>
                    <a:pt x="2229883" y="2399101"/>
                  </a:lnTo>
                  <a:lnTo>
                    <a:pt x="2184389" y="2340362"/>
                  </a:lnTo>
                  <a:lnTo>
                    <a:pt x="2138926" y="2281748"/>
                  </a:lnTo>
                  <a:lnTo>
                    <a:pt x="2093651" y="2223882"/>
                  </a:lnTo>
                  <a:lnTo>
                    <a:pt x="2048699" y="2167354"/>
                  </a:lnTo>
                  <a:lnTo>
                    <a:pt x="2004176" y="2112697"/>
                  </a:lnTo>
                  <a:lnTo>
                    <a:pt x="1960144" y="2060366"/>
                  </a:lnTo>
                  <a:lnTo>
                    <a:pt x="1916609" y="2010727"/>
                  </a:lnTo>
                  <a:lnTo>
                    <a:pt x="1873515" y="1964046"/>
                  </a:lnTo>
                  <a:lnTo>
                    <a:pt x="1830732" y="1920494"/>
                  </a:lnTo>
                  <a:lnTo>
                    <a:pt x="1788053" y="1880146"/>
                  </a:lnTo>
                  <a:lnTo>
                    <a:pt x="1745181" y="1842991"/>
                  </a:lnTo>
                  <a:lnTo>
                    <a:pt x="1719082" y="1822104"/>
                  </a:lnTo>
                  <a:lnTo>
                    <a:pt x="1671263" y="1787335"/>
                  </a:lnTo>
                  <a:lnTo>
                    <a:pt x="1621750" y="1756166"/>
                  </a:lnTo>
                  <a:lnTo>
                    <a:pt x="1569721" y="1728400"/>
                  </a:lnTo>
                  <a:lnTo>
                    <a:pt x="1514259" y="1703709"/>
                  </a:lnTo>
                  <a:lnTo>
                    <a:pt x="1454436" y="1681730"/>
                  </a:lnTo>
                  <a:lnTo>
                    <a:pt x="1389399" y="1662117"/>
                  </a:lnTo>
                  <a:lnTo>
                    <a:pt x="1318480" y="1644572"/>
                  </a:lnTo>
                  <a:lnTo>
                    <a:pt x="1241347" y="1628858"/>
                  </a:lnTo>
                  <a:lnTo>
                    <a:pt x="1158197" y="1614810"/>
                  </a:lnTo>
                  <a:lnTo>
                    <a:pt x="1069981" y="1602332"/>
                  </a:lnTo>
                  <a:lnTo>
                    <a:pt x="978618" y="1591394"/>
                  </a:lnTo>
                  <a:lnTo>
                    <a:pt x="887093" y="1582014"/>
                  </a:lnTo>
                  <a:lnTo>
                    <a:pt x="799351" y="1574229"/>
                  </a:lnTo>
                  <a:lnTo>
                    <a:pt x="719857" y="1568062"/>
                  </a:lnTo>
                  <a:lnTo>
                    <a:pt x="652837" y="1563475"/>
                  </a:lnTo>
                  <a:lnTo>
                    <a:pt x="601362" y="1560344"/>
                  </a:lnTo>
                  <a:lnTo>
                    <a:pt x="566551" y="1558451"/>
                  </a:lnTo>
                  <a:lnTo>
                    <a:pt x="547175" y="1557505"/>
                  </a:lnTo>
                  <a:lnTo>
                    <a:pt x="539726" y="1557176"/>
                  </a:lnTo>
                  <a:lnTo>
                    <a:pt x="538736" y="1557136"/>
                  </a:lnTo>
                  <a:lnTo>
                    <a:pt x="0" y="155713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06" name="pl306"/>
            <p:cNvSpPr/>
            <p:nvPr/>
          </p:nvSpPr>
          <p:spPr>
            <a:xfrm>
              <a:off x="546595" y="478230"/>
              <a:ext cx="8234974" cy="3146940"/>
            </a:xfrm>
            <a:custGeom>
              <a:avLst/>
              <a:pathLst>
                <a:path w="8234974" h="3146940">
                  <a:moveTo>
                    <a:pt x="0" y="1557136"/>
                  </a:moveTo>
                  <a:lnTo>
                    <a:pt x="538736" y="1557136"/>
                  </a:lnTo>
                  <a:lnTo>
                    <a:pt x="539993" y="1557187"/>
                  </a:lnTo>
                  <a:lnTo>
                    <a:pt x="548198" y="1557552"/>
                  </a:lnTo>
                  <a:lnTo>
                    <a:pt x="568677" y="1558561"/>
                  </a:lnTo>
                  <a:lnTo>
                    <a:pt x="604774" y="1560540"/>
                  </a:lnTo>
                  <a:lnTo>
                    <a:pt x="657529" y="1563778"/>
                  </a:lnTo>
                  <a:lnTo>
                    <a:pt x="725651" y="1568485"/>
                  </a:lnTo>
                  <a:lnTo>
                    <a:pt x="805948" y="1574778"/>
                  </a:lnTo>
                  <a:lnTo>
                    <a:pt x="894142" y="1582687"/>
                  </a:lnTo>
                  <a:lnTo>
                    <a:pt x="985786" y="1592191"/>
                  </a:lnTo>
                  <a:lnTo>
                    <a:pt x="1076998" y="1603249"/>
                  </a:lnTo>
                  <a:lnTo>
                    <a:pt x="1164874" y="1615847"/>
                  </a:lnTo>
                  <a:lnTo>
                    <a:pt x="1247578" y="1630021"/>
                  </a:lnTo>
                  <a:lnTo>
                    <a:pt x="1324226" y="1645870"/>
                  </a:lnTo>
                  <a:lnTo>
                    <a:pt x="1394669" y="1663567"/>
                  </a:lnTo>
                  <a:lnTo>
                    <a:pt x="1459273" y="1683353"/>
                  </a:lnTo>
                  <a:lnTo>
                    <a:pt x="1518725" y="1705531"/>
                  </a:lnTo>
                  <a:lnTo>
                    <a:pt x="1573886" y="1730448"/>
                  </a:lnTo>
                  <a:lnTo>
                    <a:pt x="1625686" y="1758469"/>
                  </a:lnTo>
                  <a:lnTo>
                    <a:pt x="1675039" y="1789913"/>
                  </a:lnTo>
                  <a:lnTo>
                    <a:pt x="1719082" y="1822104"/>
                  </a:lnTo>
                  <a:lnTo>
                    <a:pt x="1762257" y="1857371"/>
                  </a:lnTo>
                  <a:lnTo>
                    <a:pt x="1805011" y="1895789"/>
                  </a:lnTo>
                  <a:lnTo>
                    <a:pt x="1847700" y="1937413"/>
                  </a:lnTo>
                  <a:lnTo>
                    <a:pt x="1890587" y="1982222"/>
                  </a:lnTo>
                  <a:lnTo>
                    <a:pt x="1933845" y="2030103"/>
                  </a:lnTo>
                  <a:lnTo>
                    <a:pt x="1977574" y="2080850"/>
                  </a:lnTo>
                  <a:lnTo>
                    <a:pt x="2021805" y="2134154"/>
                  </a:lnTo>
                  <a:lnTo>
                    <a:pt x="2066508" y="2189613"/>
                  </a:lnTo>
                  <a:lnTo>
                    <a:pt x="2111604" y="2246740"/>
                  </a:lnTo>
                  <a:lnTo>
                    <a:pt x="2156971" y="2304976"/>
                  </a:lnTo>
                  <a:lnTo>
                    <a:pt x="2202466" y="2363715"/>
                  </a:lnTo>
                  <a:lnTo>
                    <a:pt x="2247928" y="2422329"/>
                  </a:lnTo>
                  <a:lnTo>
                    <a:pt x="2293204" y="2480194"/>
                  </a:lnTo>
                  <a:lnTo>
                    <a:pt x="2338156" y="2536722"/>
                  </a:lnTo>
                  <a:lnTo>
                    <a:pt x="2382679" y="2591379"/>
                  </a:lnTo>
                  <a:lnTo>
                    <a:pt x="2426711" y="2643710"/>
                  </a:lnTo>
                  <a:lnTo>
                    <a:pt x="2470245" y="2693350"/>
                  </a:lnTo>
                  <a:lnTo>
                    <a:pt x="2513340" y="2740030"/>
                  </a:lnTo>
                  <a:lnTo>
                    <a:pt x="2556123" y="2783582"/>
                  </a:lnTo>
                  <a:lnTo>
                    <a:pt x="2598802" y="2823931"/>
                  </a:lnTo>
                  <a:lnTo>
                    <a:pt x="2641674" y="2861086"/>
                  </a:lnTo>
                  <a:lnTo>
                    <a:pt x="2667772" y="2881973"/>
                  </a:lnTo>
                  <a:lnTo>
                    <a:pt x="2715592" y="2916742"/>
                  </a:lnTo>
                  <a:lnTo>
                    <a:pt x="2765104" y="2947910"/>
                  </a:lnTo>
                  <a:lnTo>
                    <a:pt x="2817133" y="2975676"/>
                  </a:lnTo>
                  <a:lnTo>
                    <a:pt x="2872595" y="3000367"/>
                  </a:lnTo>
                  <a:lnTo>
                    <a:pt x="2932418" y="3022347"/>
                  </a:lnTo>
                  <a:lnTo>
                    <a:pt x="2997456" y="3041959"/>
                  </a:lnTo>
                  <a:lnTo>
                    <a:pt x="3068375" y="3059505"/>
                  </a:lnTo>
                  <a:lnTo>
                    <a:pt x="3145508" y="3075218"/>
                  </a:lnTo>
                  <a:lnTo>
                    <a:pt x="3228658" y="3089266"/>
                  </a:lnTo>
                  <a:lnTo>
                    <a:pt x="3316873" y="3101744"/>
                  </a:lnTo>
                  <a:lnTo>
                    <a:pt x="3408237" y="3112683"/>
                  </a:lnTo>
                  <a:lnTo>
                    <a:pt x="3499762" y="3122063"/>
                  </a:lnTo>
                  <a:lnTo>
                    <a:pt x="3587503" y="3129847"/>
                  </a:lnTo>
                  <a:lnTo>
                    <a:pt x="3666998" y="3136014"/>
                  </a:lnTo>
                  <a:lnTo>
                    <a:pt x="3734017" y="3140601"/>
                  </a:lnTo>
                  <a:lnTo>
                    <a:pt x="3785492" y="3143732"/>
                  </a:lnTo>
                  <a:lnTo>
                    <a:pt x="3820304" y="3145625"/>
                  </a:lnTo>
                  <a:lnTo>
                    <a:pt x="3839680" y="3146572"/>
                  </a:lnTo>
                  <a:lnTo>
                    <a:pt x="3847129" y="3146900"/>
                  </a:lnTo>
                  <a:lnTo>
                    <a:pt x="3848118" y="3146940"/>
                  </a:lnTo>
                  <a:lnTo>
                    <a:pt x="4386855" y="3146940"/>
                  </a:lnTo>
                  <a:lnTo>
                    <a:pt x="4387996" y="3146849"/>
                  </a:lnTo>
                  <a:lnTo>
                    <a:pt x="4395465" y="3146195"/>
                  </a:lnTo>
                  <a:lnTo>
                    <a:pt x="4414171" y="3144387"/>
                  </a:lnTo>
                  <a:lnTo>
                    <a:pt x="4447303" y="3140836"/>
                  </a:lnTo>
                  <a:lnTo>
                    <a:pt x="4496049" y="3135013"/>
                  </a:lnTo>
                  <a:lnTo>
                    <a:pt x="4559529" y="3126518"/>
                  </a:lnTo>
                  <a:lnTo>
                    <a:pt x="4635102" y="3115110"/>
                  </a:lnTo>
                  <a:lnTo>
                    <a:pt x="4719020" y="3100704"/>
                  </a:lnTo>
                  <a:lnTo>
                    <a:pt x="4807213" y="3083328"/>
                  </a:lnTo>
                  <a:lnTo>
                    <a:pt x="4895968" y="3063049"/>
                  </a:lnTo>
                  <a:lnTo>
                    <a:pt x="4982360" y="3039915"/>
                  </a:lnTo>
                  <a:lnTo>
                    <a:pt x="5064402" y="3013898"/>
                  </a:lnTo>
                  <a:lnTo>
                    <a:pt x="5140994" y="2984862"/>
                  </a:lnTo>
                  <a:lnTo>
                    <a:pt x="5211760" y="2952551"/>
                  </a:lnTo>
                  <a:lnTo>
                    <a:pt x="5276854" y="2916585"/>
                  </a:lnTo>
                  <a:lnTo>
                    <a:pt x="5336782" y="2876469"/>
                  </a:lnTo>
                  <a:lnTo>
                    <a:pt x="5392261" y="2831615"/>
                  </a:lnTo>
                  <a:lnTo>
                    <a:pt x="5444112" y="2781375"/>
                  </a:lnTo>
                  <a:lnTo>
                    <a:pt x="5493182" y="2725115"/>
                  </a:lnTo>
                  <a:lnTo>
                    <a:pt x="5540270" y="2662331"/>
                  </a:lnTo>
                  <a:lnTo>
                    <a:pt x="5567201" y="2622450"/>
                  </a:lnTo>
                  <a:lnTo>
                    <a:pt x="5601186" y="2568097"/>
                  </a:lnTo>
                  <a:lnTo>
                    <a:pt x="5634857" y="2509916"/>
                  </a:lnTo>
                  <a:lnTo>
                    <a:pt x="5668403" y="2447830"/>
                  </a:lnTo>
                  <a:lnTo>
                    <a:pt x="5701977" y="2381817"/>
                  </a:lnTo>
                  <a:lnTo>
                    <a:pt x="5735691" y="2311918"/>
                  </a:lnTo>
                  <a:lnTo>
                    <a:pt x="5769632" y="2238245"/>
                  </a:lnTo>
                  <a:lnTo>
                    <a:pt x="5803851" y="2160980"/>
                  </a:lnTo>
                  <a:lnTo>
                    <a:pt x="5838378" y="2080381"/>
                  </a:lnTo>
                  <a:lnTo>
                    <a:pt x="5873214" y="1996781"/>
                  </a:lnTo>
                  <a:lnTo>
                    <a:pt x="5908340" y="1910583"/>
                  </a:lnTo>
                  <a:lnTo>
                    <a:pt x="5943717" y="1822253"/>
                  </a:lnTo>
                  <a:lnTo>
                    <a:pt x="5979292" y="1732316"/>
                  </a:lnTo>
                  <a:lnTo>
                    <a:pt x="6014998" y="1641335"/>
                  </a:lnTo>
                  <a:lnTo>
                    <a:pt x="6050762" y="1549904"/>
                  </a:lnTo>
                  <a:lnTo>
                    <a:pt x="6086505" y="1458630"/>
                  </a:lnTo>
                  <a:lnTo>
                    <a:pt x="6122153" y="1368113"/>
                  </a:lnTo>
                  <a:lnTo>
                    <a:pt x="6157633" y="1278936"/>
                  </a:lnTo>
                  <a:lnTo>
                    <a:pt x="6192887" y="1191643"/>
                  </a:lnTo>
                  <a:lnTo>
                    <a:pt x="6227867" y="1106729"/>
                  </a:lnTo>
                  <a:lnTo>
                    <a:pt x="6262545" y="1024630"/>
                  </a:lnTo>
                  <a:lnTo>
                    <a:pt x="6296911" y="945712"/>
                  </a:lnTo>
                  <a:lnTo>
                    <a:pt x="6330982" y="870270"/>
                  </a:lnTo>
                  <a:lnTo>
                    <a:pt x="6364797" y="798524"/>
                  </a:lnTo>
                  <a:lnTo>
                    <a:pt x="6398427" y="730618"/>
                  </a:lnTo>
                  <a:lnTo>
                    <a:pt x="6431970" y="666627"/>
                  </a:lnTo>
                  <a:lnTo>
                    <a:pt x="6465559" y="606559"/>
                  </a:lnTo>
                  <a:lnTo>
                    <a:pt x="6499365" y="550364"/>
                  </a:lnTo>
                  <a:lnTo>
                    <a:pt x="6515891" y="524490"/>
                  </a:lnTo>
                  <a:lnTo>
                    <a:pt x="6562147" y="457772"/>
                  </a:lnTo>
                  <a:lnTo>
                    <a:pt x="6609965" y="397738"/>
                  </a:lnTo>
                  <a:lnTo>
                    <a:pt x="6660087" y="344045"/>
                  </a:lnTo>
                  <a:lnTo>
                    <a:pt x="6713339" y="296117"/>
                  </a:lnTo>
                  <a:lnTo>
                    <a:pt x="6770566" y="253304"/>
                  </a:lnTo>
                  <a:lnTo>
                    <a:pt x="6832557" y="214975"/>
                  </a:lnTo>
                  <a:lnTo>
                    <a:pt x="6899957" y="180577"/>
                  </a:lnTo>
                  <a:lnTo>
                    <a:pt x="6973146" y="149663"/>
                  </a:lnTo>
                  <a:lnTo>
                    <a:pt x="7052080" y="121902"/>
                  </a:lnTo>
                  <a:lnTo>
                    <a:pt x="7136106" y="97089"/>
                  </a:lnTo>
                  <a:lnTo>
                    <a:pt x="7223773" y="75137"/>
                  </a:lnTo>
                  <a:lnTo>
                    <a:pt x="7312701" y="56053"/>
                  </a:lnTo>
                  <a:lnTo>
                    <a:pt x="7399606" y="39901"/>
                  </a:lnTo>
                  <a:lnTo>
                    <a:pt x="7480558" y="26739"/>
                  </a:lnTo>
                  <a:lnTo>
                    <a:pt x="7551528" y="16557"/>
                  </a:lnTo>
                  <a:lnTo>
                    <a:pt x="7609132" y="9208"/>
                  </a:lnTo>
                  <a:lnTo>
                    <a:pt x="7651397" y="4384"/>
                  </a:lnTo>
                  <a:lnTo>
                    <a:pt x="7678285" y="1625"/>
                  </a:lnTo>
                  <a:lnTo>
                    <a:pt x="7691842" y="368"/>
                  </a:lnTo>
                  <a:lnTo>
                    <a:pt x="7696003" y="1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7" name="pl307"/>
            <p:cNvSpPr/>
            <p:nvPr/>
          </p:nvSpPr>
          <p:spPr>
            <a:xfrm>
              <a:off x="546595" y="472785"/>
              <a:ext cx="8234974" cy="3146940"/>
            </a:xfrm>
            <a:custGeom>
              <a:avLst/>
              <a:pathLst>
                <a:path w="8234974" h="3146940">
                  <a:moveTo>
                    <a:pt x="8234974" y="0"/>
                  </a:moveTo>
                  <a:lnTo>
                    <a:pt x="7696237" y="0"/>
                  </a:lnTo>
                  <a:lnTo>
                    <a:pt x="7695096" y="91"/>
                  </a:lnTo>
                  <a:lnTo>
                    <a:pt x="7687627" y="745"/>
                  </a:lnTo>
                  <a:lnTo>
                    <a:pt x="7668921" y="2552"/>
                  </a:lnTo>
                  <a:lnTo>
                    <a:pt x="7635790" y="6104"/>
                  </a:lnTo>
                  <a:lnTo>
                    <a:pt x="7587044" y="11926"/>
                  </a:lnTo>
                  <a:lnTo>
                    <a:pt x="7523564" y="20422"/>
                  </a:lnTo>
                  <a:lnTo>
                    <a:pt x="7447991" y="31830"/>
                  </a:lnTo>
                  <a:lnTo>
                    <a:pt x="7364072" y="46235"/>
                  </a:lnTo>
                  <a:lnTo>
                    <a:pt x="7275879" y="63612"/>
                  </a:lnTo>
                  <a:lnTo>
                    <a:pt x="7187124" y="83890"/>
                  </a:lnTo>
                  <a:lnTo>
                    <a:pt x="7100732" y="107024"/>
                  </a:lnTo>
                  <a:lnTo>
                    <a:pt x="7018691" y="133042"/>
                  </a:lnTo>
                  <a:lnTo>
                    <a:pt x="6942098" y="162078"/>
                  </a:lnTo>
                  <a:lnTo>
                    <a:pt x="6871332" y="194389"/>
                  </a:lnTo>
                  <a:lnTo>
                    <a:pt x="6806238" y="230355"/>
                  </a:lnTo>
                  <a:lnTo>
                    <a:pt x="6746311" y="270471"/>
                  </a:lnTo>
                  <a:lnTo>
                    <a:pt x="6690832" y="315325"/>
                  </a:lnTo>
                  <a:lnTo>
                    <a:pt x="6638980" y="365565"/>
                  </a:lnTo>
                  <a:lnTo>
                    <a:pt x="6589911" y="421825"/>
                  </a:lnTo>
                  <a:lnTo>
                    <a:pt x="6542822" y="484609"/>
                  </a:lnTo>
                  <a:lnTo>
                    <a:pt x="6515891" y="524490"/>
                  </a:lnTo>
                  <a:lnTo>
                    <a:pt x="6481906" y="578843"/>
                  </a:lnTo>
                  <a:lnTo>
                    <a:pt x="6448236" y="637023"/>
                  </a:lnTo>
                  <a:lnTo>
                    <a:pt x="6414689" y="699110"/>
                  </a:lnTo>
                  <a:lnTo>
                    <a:pt x="6381116" y="765123"/>
                  </a:lnTo>
                  <a:lnTo>
                    <a:pt x="6347401" y="835022"/>
                  </a:lnTo>
                  <a:lnTo>
                    <a:pt x="6313461" y="908695"/>
                  </a:lnTo>
                  <a:lnTo>
                    <a:pt x="6279241" y="985960"/>
                  </a:lnTo>
                  <a:lnTo>
                    <a:pt x="6244715" y="1066559"/>
                  </a:lnTo>
                  <a:lnTo>
                    <a:pt x="6209879" y="1150159"/>
                  </a:lnTo>
                  <a:lnTo>
                    <a:pt x="6174753" y="1236357"/>
                  </a:lnTo>
                  <a:lnTo>
                    <a:pt x="6139375" y="1324686"/>
                  </a:lnTo>
                  <a:lnTo>
                    <a:pt x="6103800" y="1414624"/>
                  </a:lnTo>
                  <a:lnTo>
                    <a:pt x="6068094" y="1505605"/>
                  </a:lnTo>
                  <a:lnTo>
                    <a:pt x="6032331" y="1597036"/>
                  </a:lnTo>
                  <a:lnTo>
                    <a:pt x="5996587" y="1688310"/>
                  </a:lnTo>
                  <a:lnTo>
                    <a:pt x="5960940" y="1778826"/>
                  </a:lnTo>
                  <a:lnTo>
                    <a:pt x="5925459" y="1868003"/>
                  </a:lnTo>
                  <a:lnTo>
                    <a:pt x="5890205" y="1955297"/>
                  </a:lnTo>
                  <a:lnTo>
                    <a:pt x="5855225" y="2040211"/>
                  </a:lnTo>
                  <a:lnTo>
                    <a:pt x="5820548" y="2122310"/>
                  </a:lnTo>
                  <a:lnTo>
                    <a:pt x="5786181" y="2201228"/>
                  </a:lnTo>
                  <a:lnTo>
                    <a:pt x="5752111" y="2276669"/>
                  </a:lnTo>
                  <a:lnTo>
                    <a:pt x="5718295" y="2348416"/>
                  </a:lnTo>
                  <a:lnTo>
                    <a:pt x="5684665" y="2416322"/>
                  </a:lnTo>
                  <a:lnTo>
                    <a:pt x="5651122" y="2480313"/>
                  </a:lnTo>
                  <a:lnTo>
                    <a:pt x="5617533" y="2540380"/>
                  </a:lnTo>
                  <a:lnTo>
                    <a:pt x="5583727" y="2596576"/>
                  </a:lnTo>
                  <a:lnTo>
                    <a:pt x="5567201" y="2622450"/>
                  </a:lnTo>
                  <a:lnTo>
                    <a:pt x="5520945" y="2689168"/>
                  </a:lnTo>
                  <a:lnTo>
                    <a:pt x="5473127" y="2749202"/>
                  </a:lnTo>
                  <a:lnTo>
                    <a:pt x="5423006" y="2802895"/>
                  </a:lnTo>
                  <a:lnTo>
                    <a:pt x="5369753" y="2850822"/>
                  </a:lnTo>
                  <a:lnTo>
                    <a:pt x="5312526" y="2893636"/>
                  </a:lnTo>
                  <a:lnTo>
                    <a:pt x="5250535" y="2931965"/>
                  </a:lnTo>
                  <a:lnTo>
                    <a:pt x="5183135" y="2966362"/>
                  </a:lnTo>
                  <a:lnTo>
                    <a:pt x="5109947" y="2997277"/>
                  </a:lnTo>
                  <a:lnTo>
                    <a:pt x="5031013" y="3025038"/>
                  </a:lnTo>
                  <a:lnTo>
                    <a:pt x="4946987" y="3049851"/>
                  </a:lnTo>
                  <a:lnTo>
                    <a:pt x="4859320" y="3071803"/>
                  </a:lnTo>
                  <a:lnTo>
                    <a:pt x="4770392" y="3090887"/>
                  </a:lnTo>
                  <a:lnTo>
                    <a:pt x="4683487" y="3107039"/>
                  </a:lnTo>
                  <a:lnTo>
                    <a:pt x="4602534" y="3120200"/>
                  </a:lnTo>
                  <a:lnTo>
                    <a:pt x="4531565" y="3130383"/>
                  </a:lnTo>
                  <a:lnTo>
                    <a:pt x="4473960" y="3137732"/>
                  </a:lnTo>
                  <a:lnTo>
                    <a:pt x="4431695" y="3142556"/>
                  </a:lnTo>
                  <a:lnTo>
                    <a:pt x="4404807" y="3145315"/>
                  </a:lnTo>
                  <a:lnTo>
                    <a:pt x="4391251" y="3146572"/>
                  </a:lnTo>
                  <a:lnTo>
                    <a:pt x="4387090" y="3146922"/>
                  </a:lnTo>
                  <a:lnTo>
                    <a:pt x="4386855" y="3146940"/>
                  </a:lnTo>
                  <a:lnTo>
                    <a:pt x="3848118" y="3146940"/>
                  </a:lnTo>
                  <a:lnTo>
                    <a:pt x="3846862" y="3146889"/>
                  </a:lnTo>
                  <a:lnTo>
                    <a:pt x="3838657" y="3146524"/>
                  </a:lnTo>
                  <a:lnTo>
                    <a:pt x="3818177" y="3145516"/>
                  </a:lnTo>
                  <a:lnTo>
                    <a:pt x="3782081" y="3143536"/>
                  </a:lnTo>
                  <a:lnTo>
                    <a:pt x="3729325" y="3140298"/>
                  </a:lnTo>
                  <a:lnTo>
                    <a:pt x="3661203" y="3135592"/>
                  </a:lnTo>
                  <a:lnTo>
                    <a:pt x="3580906" y="3129299"/>
                  </a:lnTo>
                  <a:lnTo>
                    <a:pt x="3492712" y="3121389"/>
                  </a:lnTo>
                  <a:lnTo>
                    <a:pt x="3401069" y="3111886"/>
                  </a:lnTo>
                  <a:lnTo>
                    <a:pt x="3309857" y="3100828"/>
                  </a:lnTo>
                  <a:lnTo>
                    <a:pt x="3221981" y="3088229"/>
                  </a:lnTo>
                  <a:lnTo>
                    <a:pt x="3139277" y="3074056"/>
                  </a:lnTo>
                  <a:lnTo>
                    <a:pt x="3062629" y="3058206"/>
                  </a:lnTo>
                  <a:lnTo>
                    <a:pt x="2992185" y="3040509"/>
                  </a:lnTo>
                  <a:lnTo>
                    <a:pt x="2927581" y="3020724"/>
                  </a:lnTo>
                  <a:lnTo>
                    <a:pt x="2868130" y="2998546"/>
                  </a:lnTo>
                  <a:lnTo>
                    <a:pt x="2812969" y="2973628"/>
                  </a:lnTo>
                  <a:lnTo>
                    <a:pt x="2761168" y="2945608"/>
                  </a:lnTo>
                  <a:lnTo>
                    <a:pt x="2711815" y="2914164"/>
                  </a:lnTo>
                  <a:lnTo>
                    <a:pt x="2667772" y="2881973"/>
                  </a:lnTo>
                  <a:lnTo>
                    <a:pt x="2624597" y="2846705"/>
                  </a:lnTo>
                  <a:lnTo>
                    <a:pt x="2581844" y="2808288"/>
                  </a:lnTo>
                  <a:lnTo>
                    <a:pt x="2539154" y="2766664"/>
                  </a:lnTo>
                  <a:lnTo>
                    <a:pt x="2496268" y="2721855"/>
                  </a:lnTo>
                  <a:lnTo>
                    <a:pt x="2453009" y="2673973"/>
                  </a:lnTo>
                  <a:lnTo>
                    <a:pt x="2409280" y="2623227"/>
                  </a:lnTo>
                  <a:lnTo>
                    <a:pt x="2365049" y="2569923"/>
                  </a:lnTo>
                  <a:lnTo>
                    <a:pt x="2320346" y="2514463"/>
                  </a:lnTo>
                  <a:lnTo>
                    <a:pt x="2275251" y="2457337"/>
                  </a:lnTo>
                  <a:lnTo>
                    <a:pt x="2229883" y="2399101"/>
                  </a:lnTo>
                  <a:lnTo>
                    <a:pt x="2184389" y="2340362"/>
                  </a:lnTo>
                  <a:lnTo>
                    <a:pt x="2138926" y="2281748"/>
                  </a:lnTo>
                  <a:lnTo>
                    <a:pt x="2093651" y="2223882"/>
                  </a:lnTo>
                  <a:lnTo>
                    <a:pt x="2048699" y="2167354"/>
                  </a:lnTo>
                  <a:lnTo>
                    <a:pt x="2004176" y="2112697"/>
                  </a:lnTo>
                  <a:lnTo>
                    <a:pt x="1960144" y="2060366"/>
                  </a:lnTo>
                  <a:lnTo>
                    <a:pt x="1916609" y="2010727"/>
                  </a:lnTo>
                  <a:lnTo>
                    <a:pt x="1873515" y="1964046"/>
                  </a:lnTo>
                  <a:lnTo>
                    <a:pt x="1830732" y="1920494"/>
                  </a:lnTo>
                  <a:lnTo>
                    <a:pt x="1788053" y="1880146"/>
                  </a:lnTo>
                  <a:lnTo>
                    <a:pt x="1745181" y="1842991"/>
                  </a:lnTo>
                  <a:lnTo>
                    <a:pt x="1719082" y="1822104"/>
                  </a:lnTo>
                  <a:lnTo>
                    <a:pt x="1671263" y="1787335"/>
                  </a:lnTo>
                  <a:lnTo>
                    <a:pt x="1621750" y="1756166"/>
                  </a:lnTo>
                  <a:lnTo>
                    <a:pt x="1569721" y="1728400"/>
                  </a:lnTo>
                  <a:lnTo>
                    <a:pt x="1514259" y="1703709"/>
                  </a:lnTo>
                  <a:lnTo>
                    <a:pt x="1454436" y="1681730"/>
                  </a:lnTo>
                  <a:lnTo>
                    <a:pt x="1389399" y="1662117"/>
                  </a:lnTo>
                  <a:lnTo>
                    <a:pt x="1318480" y="1644572"/>
                  </a:lnTo>
                  <a:lnTo>
                    <a:pt x="1241347" y="1628858"/>
                  </a:lnTo>
                  <a:lnTo>
                    <a:pt x="1158197" y="1614810"/>
                  </a:lnTo>
                  <a:lnTo>
                    <a:pt x="1069981" y="1602332"/>
                  </a:lnTo>
                  <a:lnTo>
                    <a:pt x="978618" y="1591394"/>
                  </a:lnTo>
                  <a:lnTo>
                    <a:pt x="887093" y="1582014"/>
                  </a:lnTo>
                  <a:lnTo>
                    <a:pt x="799351" y="1574229"/>
                  </a:lnTo>
                  <a:lnTo>
                    <a:pt x="719857" y="1568062"/>
                  </a:lnTo>
                  <a:lnTo>
                    <a:pt x="652837" y="1563475"/>
                  </a:lnTo>
                  <a:lnTo>
                    <a:pt x="601362" y="1560344"/>
                  </a:lnTo>
                  <a:lnTo>
                    <a:pt x="566551" y="1558451"/>
                  </a:lnTo>
                  <a:lnTo>
                    <a:pt x="547175" y="1557505"/>
                  </a:lnTo>
                  <a:lnTo>
                    <a:pt x="539726" y="1557176"/>
                  </a:lnTo>
                  <a:lnTo>
                    <a:pt x="538736" y="1557136"/>
                  </a:lnTo>
                  <a:lnTo>
                    <a:pt x="0" y="1557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8" name="pg308"/>
            <p:cNvSpPr/>
            <p:nvPr/>
          </p:nvSpPr>
          <p:spPr>
            <a:xfrm>
              <a:off x="546595" y="647011"/>
              <a:ext cx="8234974" cy="2989049"/>
            </a:xfrm>
            <a:custGeom>
              <a:avLst/>
              <a:pathLst>
                <a:path w="8234974" h="2989049">
                  <a:moveTo>
                    <a:pt x="0" y="1393800"/>
                  </a:moveTo>
                  <a:lnTo>
                    <a:pt x="538736" y="1393800"/>
                  </a:lnTo>
                  <a:lnTo>
                    <a:pt x="539992" y="1393851"/>
                  </a:lnTo>
                  <a:lnTo>
                    <a:pt x="548195" y="1394217"/>
                  </a:lnTo>
                  <a:lnTo>
                    <a:pt x="568671" y="1395229"/>
                  </a:lnTo>
                  <a:lnTo>
                    <a:pt x="604759" y="1397215"/>
                  </a:lnTo>
                  <a:lnTo>
                    <a:pt x="657504" y="1400463"/>
                  </a:lnTo>
                  <a:lnTo>
                    <a:pt x="725614" y="1405185"/>
                  </a:lnTo>
                  <a:lnTo>
                    <a:pt x="805899" y="1411498"/>
                  </a:lnTo>
                  <a:lnTo>
                    <a:pt x="894083" y="1419433"/>
                  </a:lnTo>
                  <a:lnTo>
                    <a:pt x="985717" y="1428967"/>
                  </a:lnTo>
                  <a:lnTo>
                    <a:pt x="1076924" y="1440061"/>
                  </a:lnTo>
                  <a:lnTo>
                    <a:pt x="1164796" y="1452700"/>
                  </a:lnTo>
                  <a:lnTo>
                    <a:pt x="1247499" y="1466920"/>
                  </a:lnTo>
                  <a:lnTo>
                    <a:pt x="1324147" y="1482820"/>
                  </a:lnTo>
                  <a:lnTo>
                    <a:pt x="1394592" y="1500574"/>
                  </a:lnTo>
                  <a:lnTo>
                    <a:pt x="1459197" y="1520423"/>
                  </a:lnTo>
                  <a:lnTo>
                    <a:pt x="1518650" y="1542672"/>
                  </a:lnTo>
                  <a:lnTo>
                    <a:pt x="1573811" y="1567669"/>
                  </a:lnTo>
                  <a:lnTo>
                    <a:pt x="1625612" y="1595778"/>
                  </a:lnTo>
                  <a:lnTo>
                    <a:pt x="1674964" y="1627322"/>
                  </a:lnTo>
                  <a:lnTo>
                    <a:pt x="1719082" y="1659675"/>
                  </a:lnTo>
                  <a:lnTo>
                    <a:pt x="1762216" y="1695028"/>
                  </a:lnTo>
                  <a:lnTo>
                    <a:pt x="1804930" y="1733536"/>
                  </a:lnTo>
                  <a:lnTo>
                    <a:pt x="1847579" y="1775256"/>
                  </a:lnTo>
                  <a:lnTo>
                    <a:pt x="1890423" y="1820165"/>
                  </a:lnTo>
                  <a:lnTo>
                    <a:pt x="1933639" y="1868152"/>
                  </a:lnTo>
                  <a:lnTo>
                    <a:pt x="1977324" y="1919009"/>
                  </a:lnTo>
                  <a:lnTo>
                    <a:pt x="2021510" y="1972430"/>
                  </a:lnTo>
                  <a:lnTo>
                    <a:pt x="2066167" y="2028013"/>
                  </a:lnTo>
                  <a:lnTo>
                    <a:pt x="2111217" y="2085270"/>
                  </a:lnTo>
                  <a:lnTo>
                    <a:pt x="2156540" y="2143642"/>
                  </a:lnTo>
                  <a:lnTo>
                    <a:pt x="2201990" y="2202525"/>
                  </a:lnTo>
                  <a:lnTo>
                    <a:pt x="2247411" y="2261288"/>
                  </a:lnTo>
                  <a:lnTo>
                    <a:pt x="2292647" y="2319309"/>
                  </a:lnTo>
                  <a:lnTo>
                    <a:pt x="2337561" y="2375998"/>
                  </a:lnTo>
                  <a:lnTo>
                    <a:pt x="2382047" y="2430819"/>
                  </a:lnTo>
                  <a:lnTo>
                    <a:pt x="2426045" y="2483317"/>
                  </a:lnTo>
                  <a:lnTo>
                    <a:pt x="2469546" y="2533124"/>
                  </a:lnTo>
                  <a:lnTo>
                    <a:pt x="2512606" y="2579970"/>
                  </a:lnTo>
                  <a:lnTo>
                    <a:pt x="2555352" y="2623686"/>
                  </a:lnTo>
                  <a:lnTo>
                    <a:pt x="2597990" y="2664194"/>
                  </a:lnTo>
                  <a:lnTo>
                    <a:pt x="2640814" y="2701503"/>
                  </a:lnTo>
                  <a:lnTo>
                    <a:pt x="2667772" y="2723174"/>
                  </a:lnTo>
                  <a:lnTo>
                    <a:pt x="2715588" y="2758059"/>
                  </a:lnTo>
                  <a:lnTo>
                    <a:pt x="2765096" y="2789332"/>
                  </a:lnTo>
                  <a:lnTo>
                    <a:pt x="2817120" y="2817192"/>
                  </a:lnTo>
                  <a:lnTo>
                    <a:pt x="2872576" y="2841966"/>
                  </a:lnTo>
                  <a:lnTo>
                    <a:pt x="2932393" y="2864020"/>
                  </a:lnTo>
                  <a:lnTo>
                    <a:pt x="2997422" y="2883699"/>
                  </a:lnTo>
                  <a:lnTo>
                    <a:pt x="3068332" y="2901304"/>
                  </a:lnTo>
                  <a:lnTo>
                    <a:pt x="3145455" y="2917071"/>
                  </a:lnTo>
                  <a:lnTo>
                    <a:pt x="3228594" y="2931167"/>
                  </a:lnTo>
                  <a:lnTo>
                    <a:pt x="3316799" y="2943688"/>
                  </a:lnTo>
                  <a:lnTo>
                    <a:pt x="3408154" y="2954664"/>
                  </a:lnTo>
                  <a:lnTo>
                    <a:pt x="3499673" y="2964078"/>
                  </a:lnTo>
                  <a:lnTo>
                    <a:pt x="3587413" y="2971890"/>
                  </a:lnTo>
                  <a:lnTo>
                    <a:pt x="3666912" y="2978079"/>
                  </a:lnTo>
                  <a:lnTo>
                    <a:pt x="3733944" y="2982683"/>
                  </a:lnTo>
                  <a:lnTo>
                    <a:pt x="3785436" y="2985826"/>
                  </a:lnTo>
                  <a:lnTo>
                    <a:pt x="3820267" y="2987727"/>
                  </a:lnTo>
                  <a:lnTo>
                    <a:pt x="3839661" y="2988678"/>
                  </a:lnTo>
                  <a:lnTo>
                    <a:pt x="3847124" y="2989008"/>
                  </a:lnTo>
                  <a:lnTo>
                    <a:pt x="3848118" y="2989049"/>
                  </a:lnTo>
                  <a:lnTo>
                    <a:pt x="4386855" y="2989049"/>
                  </a:lnTo>
                  <a:lnTo>
                    <a:pt x="4388011" y="2988961"/>
                  </a:lnTo>
                  <a:lnTo>
                    <a:pt x="4395570" y="2988333"/>
                  </a:lnTo>
                  <a:lnTo>
                    <a:pt x="4414495" y="2986597"/>
                  </a:lnTo>
                  <a:lnTo>
                    <a:pt x="4447994" y="2983187"/>
                  </a:lnTo>
                  <a:lnTo>
                    <a:pt x="4497240" y="2977598"/>
                  </a:lnTo>
                  <a:lnTo>
                    <a:pt x="4561304" y="2969448"/>
                  </a:lnTo>
                  <a:lnTo>
                    <a:pt x="4637477" y="2958508"/>
                  </a:lnTo>
                  <a:lnTo>
                    <a:pt x="4721945" y="2944703"/>
                  </a:lnTo>
                  <a:lnTo>
                    <a:pt x="4810589" y="2928059"/>
                  </a:lnTo>
                  <a:lnTo>
                    <a:pt x="4899672" y="2908643"/>
                  </a:lnTo>
                  <a:lnTo>
                    <a:pt x="4986269" y="2886497"/>
                  </a:lnTo>
                  <a:lnTo>
                    <a:pt x="5068410" y="2861590"/>
                  </a:lnTo>
                  <a:lnTo>
                    <a:pt x="5145020" y="2833788"/>
                  </a:lnTo>
                  <a:lnTo>
                    <a:pt x="5215753" y="2802838"/>
                  </a:lnTo>
                  <a:lnTo>
                    <a:pt x="5280787" y="2768368"/>
                  </a:lnTo>
                  <a:lnTo>
                    <a:pt x="5340652" y="2729898"/>
                  </a:lnTo>
                  <a:lnTo>
                    <a:pt x="5396084" y="2686856"/>
                  </a:lnTo>
                  <a:lnTo>
                    <a:pt x="5447919" y="2638620"/>
                  </a:lnTo>
                  <a:lnTo>
                    <a:pt x="5497013" y="2584586"/>
                  </a:lnTo>
                  <a:lnTo>
                    <a:pt x="5544170" y="2524286"/>
                  </a:lnTo>
                  <a:lnTo>
                    <a:pt x="5567201" y="2491781"/>
                  </a:lnTo>
                  <a:lnTo>
                    <a:pt x="5601935" y="2439067"/>
                  </a:lnTo>
                  <a:lnTo>
                    <a:pt x="5636345" y="2382558"/>
                  </a:lnTo>
                  <a:lnTo>
                    <a:pt x="5670633" y="2322179"/>
                  </a:lnTo>
                  <a:lnTo>
                    <a:pt x="5704958" y="2257910"/>
                  </a:lnTo>
                  <a:lnTo>
                    <a:pt x="5739440" y="2189800"/>
                  </a:lnTo>
                  <a:lnTo>
                    <a:pt x="5774165" y="2117968"/>
                  </a:lnTo>
                  <a:lnTo>
                    <a:pt x="5809187" y="2042608"/>
                  </a:lnTo>
                  <a:lnTo>
                    <a:pt x="5844532" y="1963992"/>
                  </a:lnTo>
                  <a:lnTo>
                    <a:pt x="5880198" y="1882469"/>
                  </a:lnTo>
                  <a:lnTo>
                    <a:pt x="5916160" y="1798460"/>
                  </a:lnTo>
                  <a:lnTo>
                    <a:pt x="5952374" y="1712451"/>
                  </a:lnTo>
                  <a:lnTo>
                    <a:pt x="5988778" y="1624981"/>
                  </a:lnTo>
                  <a:lnTo>
                    <a:pt x="6025299" y="1536632"/>
                  </a:lnTo>
                  <a:lnTo>
                    <a:pt x="6061858" y="1448011"/>
                  </a:lnTo>
                  <a:lnTo>
                    <a:pt x="6098370" y="1359731"/>
                  </a:lnTo>
                  <a:lnTo>
                    <a:pt x="6134756" y="1272395"/>
                  </a:lnTo>
                  <a:lnTo>
                    <a:pt x="6170945" y="1186582"/>
                  </a:lnTo>
                  <a:lnTo>
                    <a:pt x="6206876" y="1102827"/>
                  </a:lnTo>
                  <a:lnTo>
                    <a:pt x="6242507" y="1021608"/>
                  </a:lnTo>
                  <a:lnTo>
                    <a:pt x="6277815" y="943338"/>
                  </a:lnTo>
                  <a:lnTo>
                    <a:pt x="6312803" y="868358"/>
                  </a:lnTo>
                  <a:lnTo>
                    <a:pt x="6347498" y="796932"/>
                  </a:lnTo>
                  <a:lnTo>
                    <a:pt x="6381957" y="729244"/>
                  </a:lnTo>
                  <a:lnTo>
                    <a:pt x="6416271" y="665407"/>
                  </a:lnTo>
                  <a:lnTo>
                    <a:pt x="6450565" y="605460"/>
                  </a:lnTo>
                  <a:lnTo>
                    <a:pt x="6485000" y="549379"/>
                  </a:lnTo>
                  <a:lnTo>
                    <a:pt x="6515891" y="502711"/>
                  </a:lnTo>
                  <a:lnTo>
                    <a:pt x="6562345" y="439204"/>
                  </a:lnTo>
                  <a:lnTo>
                    <a:pt x="6610377" y="382085"/>
                  </a:lnTo>
                  <a:lnTo>
                    <a:pt x="6660739" y="331026"/>
                  </a:lnTo>
                  <a:lnTo>
                    <a:pt x="6714268" y="285470"/>
                  </a:lnTo>
                  <a:lnTo>
                    <a:pt x="6771820" y="244794"/>
                  </a:lnTo>
                  <a:lnTo>
                    <a:pt x="6834192" y="208393"/>
                  </a:lnTo>
                  <a:lnTo>
                    <a:pt x="6902032" y="175740"/>
                  </a:lnTo>
                  <a:lnTo>
                    <a:pt x="6975714" y="146405"/>
                  </a:lnTo>
                  <a:lnTo>
                    <a:pt x="7055179" y="120077"/>
                  </a:lnTo>
                  <a:lnTo>
                    <a:pt x="7139738" y="96563"/>
                  </a:lnTo>
                  <a:lnTo>
                    <a:pt x="7227887" y="75783"/>
                  </a:lnTo>
                  <a:lnTo>
                    <a:pt x="7317173" y="57747"/>
                  </a:lnTo>
                  <a:lnTo>
                    <a:pt x="7404230" y="42517"/>
                  </a:lnTo>
                  <a:lnTo>
                    <a:pt x="7485058" y="30149"/>
                  </a:lnTo>
                  <a:lnTo>
                    <a:pt x="7555592" y="20625"/>
                  </a:lnTo>
                  <a:lnTo>
                    <a:pt x="7612474" y="13795"/>
                  </a:lnTo>
                  <a:lnTo>
                    <a:pt x="7653821" y="9355"/>
                  </a:lnTo>
                  <a:lnTo>
                    <a:pt x="7679742" y="6852"/>
                  </a:lnTo>
                  <a:lnTo>
                    <a:pt x="7692457" y="5743"/>
                  </a:lnTo>
                  <a:lnTo>
                    <a:pt x="7696089" y="54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2" y="87"/>
                  </a:lnTo>
                  <a:lnTo>
                    <a:pt x="7687522" y="715"/>
                  </a:lnTo>
                  <a:lnTo>
                    <a:pt x="7668597" y="2451"/>
                  </a:lnTo>
                  <a:lnTo>
                    <a:pt x="7635098" y="5861"/>
                  </a:lnTo>
                  <a:lnTo>
                    <a:pt x="7585852" y="11450"/>
                  </a:lnTo>
                  <a:lnTo>
                    <a:pt x="7521789" y="19601"/>
                  </a:lnTo>
                  <a:lnTo>
                    <a:pt x="7445616" y="30540"/>
                  </a:lnTo>
                  <a:lnTo>
                    <a:pt x="7361147" y="44345"/>
                  </a:lnTo>
                  <a:lnTo>
                    <a:pt x="7272504" y="60989"/>
                  </a:lnTo>
                  <a:lnTo>
                    <a:pt x="7183420" y="80405"/>
                  </a:lnTo>
                  <a:lnTo>
                    <a:pt x="7096823" y="102551"/>
                  </a:lnTo>
                  <a:lnTo>
                    <a:pt x="7014683" y="127458"/>
                  </a:lnTo>
                  <a:lnTo>
                    <a:pt x="6938072" y="155260"/>
                  </a:lnTo>
                  <a:lnTo>
                    <a:pt x="6867340" y="186210"/>
                  </a:lnTo>
                  <a:lnTo>
                    <a:pt x="6802306" y="220680"/>
                  </a:lnTo>
                  <a:lnTo>
                    <a:pt x="6742441" y="259151"/>
                  </a:lnTo>
                  <a:lnTo>
                    <a:pt x="6687008" y="302192"/>
                  </a:lnTo>
                  <a:lnTo>
                    <a:pt x="6635173" y="350428"/>
                  </a:lnTo>
                  <a:lnTo>
                    <a:pt x="6586079" y="404462"/>
                  </a:lnTo>
                  <a:lnTo>
                    <a:pt x="6538923" y="464762"/>
                  </a:lnTo>
                  <a:lnTo>
                    <a:pt x="6515891" y="497267"/>
                  </a:lnTo>
                  <a:lnTo>
                    <a:pt x="6481158" y="549982"/>
                  </a:lnTo>
                  <a:lnTo>
                    <a:pt x="6446747" y="606490"/>
                  </a:lnTo>
                  <a:lnTo>
                    <a:pt x="6412459" y="666870"/>
                  </a:lnTo>
                  <a:lnTo>
                    <a:pt x="6378134" y="731138"/>
                  </a:lnTo>
                  <a:lnTo>
                    <a:pt x="6343652" y="799248"/>
                  </a:lnTo>
                  <a:lnTo>
                    <a:pt x="6308927" y="871080"/>
                  </a:lnTo>
                  <a:lnTo>
                    <a:pt x="6273905" y="946440"/>
                  </a:lnTo>
                  <a:lnTo>
                    <a:pt x="6238561" y="1025056"/>
                  </a:lnTo>
                  <a:lnTo>
                    <a:pt x="6202895" y="1106579"/>
                  </a:lnTo>
                  <a:lnTo>
                    <a:pt x="6166932" y="1190588"/>
                  </a:lnTo>
                  <a:lnTo>
                    <a:pt x="6130719" y="1276598"/>
                  </a:lnTo>
                  <a:lnTo>
                    <a:pt x="6094314" y="1364067"/>
                  </a:lnTo>
                  <a:lnTo>
                    <a:pt x="6057793" y="1452416"/>
                  </a:lnTo>
                  <a:lnTo>
                    <a:pt x="6021235" y="1541037"/>
                  </a:lnTo>
                  <a:lnTo>
                    <a:pt x="5984723" y="1629318"/>
                  </a:lnTo>
                  <a:lnTo>
                    <a:pt x="5948336" y="1716653"/>
                  </a:lnTo>
                  <a:lnTo>
                    <a:pt x="5912147" y="1802466"/>
                  </a:lnTo>
                  <a:lnTo>
                    <a:pt x="5876216" y="1886221"/>
                  </a:lnTo>
                  <a:lnTo>
                    <a:pt x="5840585" y="1967441"/>
                  </a:lnTo>
                  <a:lnTo>
                    <a:pt x="5805277" y="2045710"/>
                  </a:lnTo>
                  <a:lnTo>
                    <a:pt x="5770290" y="2120690"/>
                  </a:lnTo>
                  <a:lnTo>
                    <a:pt x="5735595" y="2192117"/>
                  </a:lnTo>
                  <a:lnTo>
                    <a:pt x="5701135" y="2259804"/>
                  </a:lnTo>
                  <a:lnTo>
                    <a:pt x="5666821" y="2323641"/>
                  </a:lnTo>
                  <a:lnTo>
                    <a:pt x="5632528" y="2383588"/>
                  </a:lnTo>
                  <a:lnTo>
                    <a:pt x="5598093" y="2439670"/>
                  </a:lnTo>
                  <a:lnTo>
                    <a:pt x="5567201" y="2486337"/>
                  </a:lnTo>
                  <a:lnTo>
                    <a:pt x="5520748" y="2549844"/>
                  </a:lnTo>
                  <a:lnTo>
                    <a:pt x="5472715" y="2606963"/>
                  </a:lnTo>
                  <a:lnTo>
                    <a:pt x="5422354" y="2658023"/>
                  </a:lnTo>
                  <a:lnTo>
                    <a:pt x="5368825" y="2703578"/>
                  </a:lnTo>
                  <a:lnTo>
                    <a:pt x="5311272" y="2744255"/>
                  </a:lnTo>
                  <a:lnTo>
                    <a:pt x="5248901" y="2780655"/>
                  </a:lnTo>
                  <a:lnTo>
                    <a:pt x="5181061" y="2813308"/>
                  </a:lnTo>
                  <a:lnTo>
                    <a:pt x="5107379" y="2842643"/>
                  </a:lnTo>
                  <a:lnTo>
                    <a:pt x="5027914" y="2868971"/>
                  </a:lnTo>
                  <a:lnTo>
                    <a:pt x="4943354" y="2892485"/>
                  </a:lnTo>
                  <a:lnTo>
                    <a:pt x="4855205" y="2913265"/>
                  </a:lnTo>
                  <a:lnTo>
                    <a:pt x="4765919" y="2931301"/>
                  </a:lnTo>
                  <a:lnTo>
                    <a:pt x="4678862" y="2946531"/>
                  </a:lnTo>
                  <a:lnTo>
                    <a:pt x="4598034" y="2958899"/>
                  </a:lnTo>
                  <a:lnTo>
                    <a:pt x="4527500" y="2968424"/>
                  </a:lnTo>
                  <a:lnTo>
                    <a:pt x="4470618" y="2975253"/>
                  </a:lnTo>
                  <a:lnTo>
                    <a:pt x="4429271" y="2979694"/>
                  </a:lnTo>
                  <a:lnTo>
                    <a:pt x="4403351" y="2982197"/>
                  </a:lnTo>
                  <a:lnTo>
                    <a:pt x="4390636" y="2983305"/>
                  </a:lnTo>
                  <a:lnTo>
                    <a:pt x="4387003" y="2983593"/>
                  </a:lnTo>
                  <a:lnTo>
                    <a:pt x="4386855" y="2983604"/>
                  </a:lnTo>
                  <a:lnTo>
                    <a:pt x="3848118" y="2983604"/>
                  </a:lnTo>
                  <a:lnTo>
                    <a:pt x="3846862" y="2983553"/>
                  </a:lnTo>
                  <a:lnTo>
                    <a:pt x="3838659" y="2983187"/>
                  </a:lnTo>
                  <a:lnTo>
                    <a:pt x="3818184" y="2982175"/>
                  </a:lnTo>
                  <a:lnTo>
                    <a:pt x="3782095" y="2980189"/>
                  </a:lnTo>
                  <a:lnTo>
                    <a:pt x="3729351" y="2976941"/>
                  </a:lnTo>
                  <a:lnTo>
                    <a:pt x="3661240" y="2972219"/>
                  </a:lnTo>
                  <a:lnTo>
                    <a:pt x="3580955" y="2965907"/>
                  </a:lnTo>
                  <a:lnTo>
                    <a:pt x="3492772" y="2957971"/>
                  </a:lnTo>
                  <a:lnTo>
                    <a:pt x="3401137" y="2948438"/>
                  </a:lnTo>
                  <a:lnTo>
                    <a:pt x="3309931" y="2937343"/>
                  </a:lnTo>
                  <a:lnTo>
                    <a:pt x="3222058" y="2924704"/>
                  </a:lnTo>
                  <a:lnTo>
                    <a:pt x="3139355" y="2910485"/>
                  </a:lnTo>
                  <a:lnTo>
                    <a:pt x="3062707" y="2894584"/>
                  </a:lnTo>
                  <a:lnTo>
                    <a:pt x="2992263" y="2876831"/>
                  </a:lnTo>
                  <a:lnTo>
                    <a:pt x="2927658" y="2856981"/>
                  </a:lnTo>
                  <a:lnTo>
                    <a:pt x="2868205" y="2834733"/>
                  </a:lnTo>
                  <a:lnTo>
                    <a:pt x="2813044" y="2809736"/>
                  </a:lnTo>
                  <a:lnTo>
                    <a:pt x="2761243" y="2781627"/>
                  </a:lnTo>
                  <a:lnTo>
                    <a:pt x="2711891" y="2750083"/>
                  </a:lnTo>
                  <a:lnTo>
                    <a:pt x="2667772" y="2717729"/>
                  </a:lnTo>
                  <a:lnTo>
                    <a:pt x="2624638" y="2682376"/>
                  </a:lnTo>
                  <a:lnTo>
                    <a:pt x="2581925" y="2643868"/>
                  </a:lnTo>
                  <a:lnTo>
                    <a:pt x="2539276" y="2602149"/>
                  </a:lnTo>
                  <a:lnTo>
                    <a:pt x="2496431" y="2557240"/>
                  </a:lnTo>
                  <a:lnTo>
                    <a:pt x="2453216" y="2509253"/>
                  </a:lnTo>
                  <a:lnTo>
                    <a:pt x="2409531" y="2458395"/>
                  </a:lnTo>
                  <a:lnTo>
                    <a:pt x="2365345" y="2404974"/>
                  </a:lnTo>
                  <a:lnTo>
                    <a:pt x="2320688" y="2349391"/>
                  </a:lnTo>
                  <a:lnTo>
                    <a:pt x="2275638" y="2292135"/>
                  </a:lnTo>
                  <a:lnTo>
                    <a:pt x="2230315" y="2233762"/>
                  </a:lnTo>
                  <a:lnTo>
                    <a:pt x="2184864" y="2174880"/>
                  </a:lnTo>
                  <a:lnTo>
                    <a:pt x="2139444" y="2116116"/>
                  </a:lnTo>
                  <a:lnTo>
                    <a:pt x="2094208" y="2058095"/>
                  </a:lnTo>
                  <a:lnTo>
                    <a:pt x="2049294" y="2001407"/>
                  </a:lnTo>
                  <a:lnTo>
                    <a:pt x="2004807" y="1946585"/>
                  </a:lnTo>
                  <a:lnTo>
                    <a:pt x="1960810" y="1894088"/>
                  </a:lnTo>
                  <a:lnTo>
                    <a:pt x="1917309" y="1844281"/>
                  </a:lnTo>
                  <a:lnTo>
                    <a:pt x="1874248" y="1797434"/>
                  </a:lnTo>
                  <a:lnTo>
                    <a:pt x="1831502" y="1753718"/>
                  </a:lnTo>
                  <a:lnTo>
                    <a:pt x="1788865" y="1713211"/>
                  </a:lnTo>
                  <a:lnTo>
                    <a:pt x="1746041" y="1675902"/>
                  </a:lnTo>
                  <a:lnTo>
                    <a:pt x="1719082" y="1654230"/>
                  </a:lnTo>
                  <a:lnTo>
                    <a:pt x="1671267" y="1619345"/>
                  </a:lnTo>
                  <a:lnTo>
                    <a:pt x="1621759" y="1588072"/>
                  </a:lnTo>
                  <a:lnTo>
                    <a:pt x="1569735" y="1560213"/>
                  </a:lnTo>
                  <a:lnTo>
                    <a:pt x="1514278" y="1535438"/>
                  </a:lnTo>
                  <a:lnTo>
                    <a:pt x="1454462" y="1513385"/>
                  </a:lnTo>
                  <a:lnTo>
                    <a:pt x="1389432" y="1493705"/>
                  </a:lnTo>
                  <a:lnTo>
                    <a:pt x="1318522" y="1476100"/>
                  </a:lnTo>
                  <a:lnTo>
                    <a:pt x="1241400" y="1460333"/>
                  </a:lnTo>
                  <a:lnTo>
                    <a:pt x="1158260" y="1446237"/>
                  </a:lnTo>
                  <a:lnTo>
                    <a:pt x="1070056" y="1433716"/>
                  </a:lnTo>
                  <a:lnTo>
                    <a:pt x="978701" y="1422740"/>
                  </a:lnTo>
                  <a:lnTo>
                    <a:pt x="887182" y="1413327"/>
                  </a:lnTo>
                  <a:lnTo>
                    <a:pt x="799441" y="1405515"/>
                  </a:lnTo>
                  <a:lnTo>
                    <a:pt x="719942" y="1399325"/>
                  </a:lnTo>
                  <a:lnTo>
                    <a:pt x="652911" y="1394721"/>
                  </a:lnTo>
                  <a:lnTo>
                    <a:pt x="601419" y="1391578"/>
                  </a:lnTo>
                  <a:lnTo>
                    <a:pt x="566588" y="1389677"/>
                  </a:lnTo>
                  <a:lnTo>
                    <a:pt x="547194" y="1388726"/>
                  </a:lnTo>
                  <a:lnTo>
                    <a:pt x="539731" y="1388396"/>
                  </a:lnTo>
                  <a:lnTo>
                    <a:pt x="538736" y="1388356"/>
                  </a:lnTo>
                  <a:lnTo>
                    <a:pt x="0" y="138835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09" name="pl309"/>
            <p:cNvSpPr/>
            <p:nvPr/>
          </p:nvSpPr>
          <p:spPr>
            <a:xfrm>
              <a:off x="546595" y="652455"/>
              <a:ext cx="8234974" cy="2983604"/>
            </a:xfrm>
            <a:custGeom>
              <a:avLst/>
              <a:pathLst>
                <a:path w="8234974" h="2983604">
                  <a:moveTo>
                    <a:pt x="0" y="1388356"/>
                  </a:moveTo>
                  <a:lnTo>
                    <a:pt x="538736" y="1388356"/>
                  </a:lnTo>
                  <a:lnTo>
                    <a:pt x="539992" y="1388407"/>
                  </a:lnTo>
                  <a:lnTo>
                    <a:pt x="548195" y="1388773"/>
                  </a:lnTo>
                  <a:lnTo>
                    <a:pt x="568671" y="1389785"/>
                  </a:lnTo>
                  <a:lnTo>
                    <a:pt x="604759" y="1391771"/>
                  </a:lnTo>
                  <a:lnTo>
                    <a:pt x="657504" y="1395019"/>
                  </a:lnTo>
                  <a:lnTo>
                    <a:pt x="725614" y="1399741"/>
                  </a:lnTo>
                  <a:lnTo>
                    <a:pt x="805899" y="1406053"/>
                  </a:lnTo>
                  <a:lnTo>
                    <a:pt x="894083" y="1413989"/>
                  </a:lnTo>
                  <a:lnTo>
                    <a:pt x="985717" y="1423522"/>
                  </a:lnTo>
                  <a:lnTo>
                    <a:pt x="1076924" y="1434617"/>
                  </a:lnTo>
                  <a:lnTo>
                    <a:pt x="1164796" y="1447256"/>
                  </a:lnTo>
                  <a:lnTo>
                    <a:pt x="1247499" y="1461475"/>
                  </a:lnTo>
                  <a:lnTo>
                    <a:pt x="1324147" y="1477376"/>
                  </a:lnTo>
                  <a:lnTo>
                    <a:pt x="1394592" y="1495129"/>
                  </a:lnTo>
                  <a:lnTo>
                    <a:pt x="1459197" y="1514979"/>
                  </a:lnTo>
                  <a:lnTo>
                    <a:pt x="1518650" y="1537227"/>
                  </a:lnTo>
                  <a:lnTo>
                    <a:pt x="1573811" y="1562224"/>
                  </a:lnTo>
                  <a:lnTo>
                    <a:pt x="1625612" y="1590333"/>
                  </a:lnTo>
                  <a:lnTo>
                    <a:pt x="1674964" y="1621877"/>
                  </a:lnTo>
                  <a:lnTo>
                    <a:pt x="1719082" y="1654230"/>
                  </a:lnTo>
                  <a:lnTo>
                    <a:pt x="1762216" y="1689584"/>
                  </a:lnTo>
                  <a:lnTo>
                    <a:pt x="1804930" y="1728092"/>
                  </a:lnTo>
                  <a:lnTo>
                    <a:pt x="1847579" y="1769811"/>
                  </a:lnTo>
                  <a:lnTo>
                    <a:pt x="1890423" y="1814720"/>
                  </a:lnTo>
                  <a:lnTo>
                    <a:pt x="1933639" y="1862707"/>
                  </a:lnTo>
                  <a:lnTo>
                    <a:pt x="1977324" y="1913565"/>
                  </a:lnTo>
                  <a:lnTo>
                    <a:pt x="2021510" y="1966986"/>
                  </a:lnTo>
                  <a:lnTo>
                    <a:pt x="2066167" y="2022569"/>
                  </a:lnTo>
                  <a:lnTo>
                    <a:pt x="2111217" y="2079825"/>
                  </a:lnTo>
                  <a:lnTo>
                    <a:pt x="2156540" y="2138198"/>
                  </a:lnTo>
                  <a:lnTo>
                    <a:pt x="2201990" y="2197080"/>
                  </a:lnTo>
                  <a:lnTo>
                    <a:pt x="2247411" y="2255844"/>
                  </a:lnTo>
                  <a:lnTo>
                    <a:pt x="2292647" y="2313865"/>
                  </a:lnTo>
                  <a:lnTo>
                    <a:pt x="2337561" y="2370553"/>
                  </a:lnTo>
                  <a:lnTo>
                    <a:pt x="2382047" y="2425375"/>
                  </a:lnTo>
                  <a:lnTo>
                    <a:pt x="2426045" y="2477872"/>
                  </a:lnTo>
                  <a:lnTo>
                    <a:pt x="2469546" y="2527679"/>
                  </a:lnTo>
                  <a:lnTo>
                    <a:pt x="2512606" y="2574526"/>
                  </a:lnTo>
                  <a:lnTo>
                    <a:pt x="2555352" y="2618242"/>
                  </a:lnTo>
                  <a:lnTo>
                    <a:pt x="2597990" y="2658749"/>
                  </a:lnTo>
                  <a:lnTo>
                    <a:pt x="2640814" y="2696058"/>
                  </a:lnTo>
                  <a:lnTo>
                    <a:pt x="2667772" y="2717729"/>
                  </a:lnTo>
                  <a:lnTo>
                    <a:pt x="2715588" y="2752615"/>
                  </a:lnTo>
                  <a:lnTo>
                    <a:pt x="2765096" y="2783888"/>
                  </a:lnTo>
                  <a:lnTo>
                    <a:pt x="2817120" y="2811747"/>
                  </a:lnTo>
                  <a:lnTo>
                    <a:pt x="2872576" y="2836522"/>
                  </a:lnTo>
                  <a:lnTo>
                    <a:pt x="2932393" y="2858575"/>
                  </a:lnTo>
                  <a:lnTo>
                    <a:pt x="2997422" y="2878255"/>
                  </a:lnTo>
                  <a:lnTo>
                    <a:pt x="3068332" y="2895860"/>
                  </a:lnTo>
                  <a:lnTo>
                    <a:pt x="3145455" y="2911627"/>
                  </a:lnTo>
                  <a:lnTo>
                    <a:pt x="3228594" y="2925723"/>
                  </a:lnTo>
                  <a:lnTo>
                    <a:pt x="3316799" y="2938244"/>
                  </a:lnTo>
                  <a:lnTo>
                    <a:pt x="3408154" y="2949220"/>
                  </a:lnTo>
                  <a:lnTo>
                    <a:pt x="3499673" y="2958633"/>
                  </a:lnTo>
                  <a:lnTo>
                    <a:pt x="3587413" y="2966445"/>
                  </a:lnTo>
                  <a:lnTo>
                    <a:pt x="3666912" y="2972635"/>
                  </a:lnTo>
                  <a:lnTo>
                    <a:pt x="3733944" y="2977239"/>
                  </a:lnTo>
                  <a:lnTo>
                    <a:pt x="3785436" y="2980382"/>
                  </a:lnTo>
                  <a:lnTo>
                    <a:pt x="3820267" y="2982283"/>
                  </a:lnTo>
                  <a:lnTo>
                    <a:pt x="3839661" y="2983233"/>
                  </a:lnTo>
                  <a:lnTo>
                    <a:pt x="3847124" y="2983564"/>
                  </a:lnTo>
                  <a:lnTo>
                    <a:pt x="3848118" y="2983604"/>
                  </a:lnTo>
                  <a:lnTo>
                    <a:pt x="4386855" y="2983604"/>
                  </a:lnTo>
                  <a:lnTo>
                    <a:pt x="4388011" y="2983516"/>
                  </a:lnTo>
                  <a:lnTo>
                    <a:pt x="4395570" y="2982889"/>
                  </a:lnTo>
                  <a:lnTo>
                    <a:pt x="4414495" y="2981153"/>
                  </a:lnTo>
                  <a:lnTo>
                    <a:pt x="4447994" y="2977743"/>
                  </a:lnTo>
                  <a:lnTo>
                    <a:pt x="4497240" y="2972154"/>
                  </a:lnTo>
                  <a:lnTo>
                    <a:pt x="4561304" y="2964003"/>
                  </a:lnTo>
                  <a:lnTo>
                    <a:pt x="4637477" y="2953064"/>
                  </a:lnTo>
                  <a:lnTo>
                    <a:pt x="4721945" y="2939259"/>
                  </a:lnTo>
                  <a:lnTo>
                    <a:pt x="4810589" y="2922614"/>
                  </a:lnTo>
                  <a:lnTo>
                    <a:pt x="4899672" y="2903198"/>
                  </a:lnTo>
                  <a:lnTo>
                    <a:pt x="4986269" y="2881052"/>
                  </a:lnTo>
                  <a:lnTo>
                    <a:pt x="5068410" y="2856146"/>
                  </a:lnTo>
                  <a:lnTo>
                    <a:pt x="5145020" y="2828344"/>
                  </a:lnTo>
                  <a:lnTo>
                    <a:pt x="5215753" y="2797393"/>
                  </a:lnTo>
                  <a:lnTo>
                    <a:pt x="5280787" y="2762924"/>
                  </a:lnTo>
                  <a:lnTo>
                    <a:pt x="5340652" y="2724453"/>
                  </a:lnTo>
                  <a:lnTo>
                    <a:pt x="5396084" y="2681411"/>
                  </a:lnTo>
                  <a:lnTo>
                    <a:pt x="5447919" y="2633176"/>
                  </a:lnTo>
                  <a:lnTo>
                    <a:pt x="5497013" y="2579142"/>
                  </a:lnTo>
                  <a:lnTo>
                    <a:pt x="5544170" y="2518842"/>
                  </a:lnTo>
                  <a:lnTo>
                    <a:pt x="5567201" y="2486337"/>
                  </a:lnTo>
                  <a:lnTo>
                    <a:pt x="5601935" y="2433622"/>
                  </a:lnTo>
                  <a:lnTo>
                    <a:pt x="5636345" y="2377114"/>
                  </a:lnTo>
                  <a:lnTo>
                    <a:pt x="5670633" y="2316734"/>
                  </a:lnTo>
                  <a:lnTo>
                    <a:pt x="5704958" y="2252466"/>
                  </a:lnTo>
                  <a:lnTo>
                    <a:pt x="5739440" y="2184356"/>
                  </a:lnTo>
                  <a:lnTo>
                    <a:pt x="5774165" y="2112524"/>
                  </a:lnTo>
                  <a:lnTo>
                    <a:pt x="5809187" y="2037163"/>
                  </a:lnTo>
                  <a:lnTo>
                    <a:pt x="5844532" y="1958548"/>
                  </a:lnTo>
                  <a:lnTo>
                    <a:pt x="5880198" y="1877025"/>
                  </a:lnTo>
                  <a:lnTo>
                    <a:pt x="5916160" y="1793015"/>
                  </a:lnTo>
                  <a:lnTo>
                    <a:pt x="5952374" y="1707006"/>
                  </a:lnTo>
                  <a:lnTo>
                    <a:pt x="5988778" y="1619536"/>
                  </a:lnTo>
                  <a:lnTo>
                    <a:pt x="6025299" y="1531188"/>
                  </a:lnTo>
                  <a:lnTo>
                    <a:pt x="6061858" y="1442566"/>
                  </a:lnTo>
                  <a:lnTo>
                    <a:pt x="6098370" y="1354286"/>
                  </a:lnTo>
                  <a:lnTo>
                    <a:pt x="6134756" y="1266951"/>
                  </a:lnTo>
                  <a:lnTo>
                    <a:pt x="6170945" y="1181138"/>
                  </a:lnTo>
                  <a:lnTo>
                    <a:pt x="6206876" y="1097382"/>
                  </a:lnTo>
                  <a:lnTo>
                    <a:pt x="6242507" y="1016163"/>
                  </a:lnTo>
                  <a:lnTo>
                    <a:pt x="6277815" y="937894"/>
                  </a:lnTo>
                  <a:lnTo>
                    <a:pt x="6312803" y="862914"/>
                  </a:lnTo>
                  <a:lnTo>
                    <a:pt x="6347498" y="791487"/>
                  </a:lnTo>
                  <a:lnTo>
                    <a:pt x="6381957" y="723800"/>
                  </a:lnTo>
                  <a:lnTo>
                    <a:pt x="6416271" y="659963"/>
                  </a:lnTo>
                  <a:lnTo>
                    <a:pt x="6450565" y="600016"/>
                  </a:lnTo>
                  <a:lnTo>
                    <a:pt x="6485000" y="543934"/>
                  </a:lnTo>
                  <a:lnTo>
                    <a:pt x="6515891" y="497267"/>
                  </a:lnTo>
                  <a:lnTo>
                    <a:pt x="6562345" y="433759"/>
                  </a:lnTo>
                  <a:lnTo>
                    <a:pt x="6610377" y="376641"/>
                  </a:lnTo>
                  <a:lnTo>
                    <a:pt x="6660739" y="325581"/>
                  </a:lnTo>
                  <a:lnTo>
                    <a:pt x="6714268" y="280026"/>
                  </a:lnTo>
                  <a:lnTo>
                    <a:pt x="6771820" y="239349"/>
                  </a:lnTo>
                  <a:lnTo>
                    <a:pt x="6834192" y="202949"/>
                  </a:lnTo>
                  <a:lnTo>
                    <a:pt x="6902032" y="170295"/>
                  </a:lnTo>
                  <a:lnTo>
                    <a:pt x="6975714" y="140961"/>
                  </a:lnTo>
                  <a:lnTo>
                    <a:pt x="7055179" y="114633"/>
                  </a:lnTo>
                  <a:lnTo>
                    <a:pt x="7139738" y="91119"/>
                  </a:lnTo>
                  <a:lnTo>
                    <a:pt x="7227887" y="70338"/>
                  </a:lnTo>
                  <a:lnTo>
                    <a:pt x="7317173" y="52302"/>
                  </a:lnTo>
                  <a:lnTo>
                    <a:pt x="7404230" y="37073"/>
                  </a:lnTo>
                  <a:lnTo>
                    <a:pt x="7485058" y="24705"/>
                  </a:lnTo>
                  <a:lnTo>
                    <a:pt x="7555592" y="15180"/>
                  </a:lnTo>
                  <a:lnTo>
                    <a:pt x="7612474" y="8351"/>
                  </a:lnTo>
                  <a:lnTo>
                    <a:pt x="7653821" y="3910"/>
                  </a:lnTo>
                  <a:lnTo>
                    <a:pt x="7679742" y="1407"/>
                  </a:lnTo>
                  <a:lnTo>
                    <a:pt x="7692457" y="298"/>
                  </a:lnTo>
                  <a:lnTo>
                    <a:pt x="7696089" y="1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0" name="pl310"/>
            <p:cNvSpPr/>
            <p:nvPr/>
          </p:nvSpPr>
          <p:spPr>
            <a:xfrm>
              <a:off x="546595" y="647011"/>
              <a:ext cx="8234974" cy="2983604"/>
            </a:xfrm>
            <a:custGeom>
              <a:avLst/>
              <a:pathLst>
                <a:path w="8234974" h="2983604">
                  <a:moveTo>
                    <a:pt x="8234974" y="0"/>
                  </a:moveTo>
                  <a:lnTo>
                    <a:pt x="7696237" y="0"/>
                  </a:lnTo>
                  <a:lnTo>
                    <a:pt x="7695082" y="87"/>
                  </a:lnTo>
                  <a:lnTo>
                    <a:pt x="7687522" y="715"/>
                  </a:lnTo>
                  <a:lnTo>
                    <a:pt x="7668597" y="2451"/>
                  </a:lnTo>
                  <a:lnTo>
                    <a:pt x="7635098" y="5861"/>
                  </a:lnTo>
                  <a:lnTo>
                    <a:pt x="7585852" y="11450"/>
                  </a:lnTo>
                  <a:lnTo>
                    <a:pt x="7521789" y="19601"/>
                  </a:lnTo>
                  <a:lnTo>
                    <a:pt x="7445616" y="30540"/>
                  </a:lnTo>
                  <a:lnTo>
                    <a:pt x="7361147" y="44345"/>
                  </a:lnTo>
                  <a:lnTo>
                    <a:pt x="7272504" y="60989"/>
                  </a:lnTo>
                  <a:lnTo>
                    <a:pt x="7183420" y="80405"/>
                  </a:lnTo>
                  <a:lnTo>
                    <a:pt x="7096823" y="102551"/>
                  </a:lnTo>
                  <a:lnTo>
                    <a:pt x="7014683" y="127458"/>
                  </a:lnTo>
                  <a:lnTo>
                    <a:pt x="6938072" y="155260"/>
                  </a:lnTo>
                  <a:lnTo>
                    <a:pt x="6867340" y="186210"/>
                  </a:lnTo>
                  <a:lnTo>
                    <a:pt x="6802306" y="220680"/>
                  </a:lnTo>
                  <a:lnTo>
                    <a:pt x="6742441" y="259151"/>
                  </a:lnTo>
                  <a:lnTo>
                    <a:pt x="6687008" y="302192"/>
                  </a:lnTo>
                  <a:lnTo>
                    <a:pt x="6635173" y="350428"/>
                  </a:lnTo>
                  <a:lnTo>
                    <a:pt x="6586079" y="404462"/>
                  </a:lnTo>
                  <a:lnTo>
                    <a:pt x="6538923" y="464762"/>
                  </a:lnTo>
                  <a:lnTo>
                    <a:pt x="6515891" y="497267"/>
                  </a:lnTo>
                  <a:lnTo>
                    <a:pt x="6481158" y="549982"/>
                  </a:lnTo>
                  <a:lnTo>
                    <a:pt x="6446747" y="606490"/>
                  </a:lnTo>
                  <a:lnTo>
                    <a:pt x="6412459" y="666870"/>
                  </a:lnTo>
                  <a:lnTo>
                    <a:pt x="6378134" y="731138"/>
                  </a:lnTo>
                  <a:lnTo>
                    <a:pt x="6343652" y="799248"/>
                  </a:lnTo>
                  <a:lnTo>
                    <a:pt x="6308927" y="871080"/>
                  </a:lnTo>
                  <a:lnTo>
                    <a:pt x="6273905" y="946440"/>
                  </a:lnTo>
                  <a:lnTo>
                    <a:pt x="6238561" y="1025056"/>
                  </a:lnTo>
                  <a:lnTo>
                    <a:pt x="6202895" y="1106579"/>
                  </a:lnTo>
                  <a:lnTo>
                    <a:pt x="6166932" y="1190588"/>
                  </a:lnTo>
                  <a:lnTo>
                    <a:pt x="6130719" y="1276598"/>
                  </a:lnTo>
                  <a:lnTo>
                    <a:pt x="6094314" y="1364067"/>
                  </a:lnTo>
                  <a:lnTo>
                    <a:pt x="6057793" y="1452416"/>
                  </a:lnTo>
                  <a:lnTo>
                    <a:pt x="6021235" y="1541037"/>
                  </a:lnTo>
                  <a:lnTo>
                    <a:pt x="5984723" y="1629318"/>
                  </a:lnTo>
                  <a:lnTo>
                    <a:pt x="5948336" y="1716653"/>
                  </a:lnTo>
                  <a:lnTo>
                    <a:pt x="5912147" y="1802466"/>
                  </a:lnTo>
                  <a:lnTo>
                    <a:pt x="5876216" y="1886221"/>
                  </a:lnTo>
                  <a:lnTo>
                    <a:pt x="5840585" y="1967441"/>
                  </a:lnTo>
                  <a:lnTo>
                    <a:pt x="5805277" y="2045710"/>
                  </a:lnTo>
                  <a:lnTo>
                    <a:pt x="5770290" y="2120690"/>
                  </a:lnTo>
                  <a:lnTo>
                    <a:pt x="5735595" y="2192117"/>
                  </a:lnTo>
                  <a:lnTo>
                    <a:pt x="5701135" y="2259804"/>
                  </a:lnTo>
                  <a:lnTo>
                    <a:pt x="5666821" y="2323641"/>
                  </a:lnTo>
                  <a:lnTo>
                    <a:pt x="5632528" y="2383588"/>
                  </a:lnTo>
                  <a:lnTo>
                    <a:pt x="5598093" y="2439670"/>
                  </a:lnTo>
                  <a:lnTo>
                    <a:pt x="5567201" y="2486337"/>
                  </a:lnTo>
                  <a:lnTo>
                    <a:pt x="5520748" y="2549844"/>
                  </a:lnTo>
                  <a:lnTo>
                    <a:pt x="5472715" y="2606963"/>
                  </a:lnTo>
                  <a:lnTo>
                    <a:pt x="5422354" y="2658023"/>
                  </a:lnTo>
                  <a:lnTo>
                    <a:pt x="5368825" y="2703578"/>
                  </a:lnTo>
                  <a:lnTo>
                    <a:pt x="5311272" y="2744255"/>
                  </a:lnTo>
                  <a:lnTo>
                    <a:pt x="5248901" y="2780655"/>
                  </a:lnTo>
                  <a:lnTo>
                    <a:pt x="5181061" y="2813308"/>
                  </a:lnTo>
                  <a:lnTo>
                    <a:pt x="5107379" y="2842643"/>
                  </a:lnTo>
                  <a:lnTo>
                    <a:pt x="5027914" y="2868971"/>
                  </a:lnTo>
                  <a:lnTo>
                    <a:pt x="4943354" y="2892485"/>
                  </a:lnTo>
                  <a:lnTo>
                    <a:pt x="4855205" y="2913265"/>
                  </a:lnTo>
                  <a:lnTo>
                    <a:pt x="4765919" y="2931301"/>
                  </a:lnTo>
                  <a:lnTo>
                    <a:pt x="4678862" y="2946531"/>
                  </a:lnTo>
                  <a:lnTo>
                    <a:pt x="4598034" y="2958899"/>
                  </a:lnTo>
                  <a:lnTo>
                    <a:pt x="4527500" y="2968424"/>
                  </a:lnTo>
                  <a:lnTo>
                    <a:pt x="4470618" y="2975253"/>
                  </a:lnTo>
                  <a:lnTo>
                    <a:pt x="4429271" y="2979694"/>
                  </a:lnTo>
                  <a:lnTo>
                    <a:pt x="4403351" y="2982197"/>
                  </a:lnTo>
                  <a:lnTo>
                    <a:pt x="4390636" y="2983305"/>
                  </a:lnTo>
                  <a:lnTo>
                    <a:pt x="4387003" y="2983593"/>
                  </a:lnTo>
                  <a:lnTo>
                    <a:pt x="4386855" y="2983604"/>
                  </a:lnTo>
                  <a:lnTo>
                    <a:pt x="3848118" y="2983604"/>
                  </a:lnTo>
                  <a:lnTo>
                    <a:pt x="3846862" y="2983553"/>
                  </a:lnTo>
                  <a:lnTo>
                    <a:pt x="3838659" y="2983187"/>
                  </a:lnTo>
                  <a:lnTo>
                    <a:pt x="3818184" y="2982175"/>
                  </a:lnTo>
                  <a:lnTo>
                    <a:pt x="3782095" y="2980189"/>
                  </a:lnTo>
                  <a:lnTo>
                    <a:pt x="3729351" y="2976941"/>
                  </a:lnTo>
                  <a:lnTo>
                    <a:pt x="3661240" y="2972219"/>
                  </a:lnTo>
                  <a:lnTo>
                    <a:pt x="3580955" y="2965907"/>
                  </a:lnTo>
                  <a:lnTo>
                    <a:pt x="3492772" y="2957971"/>
                  </a:lnTo>
                  <a:lnTo>
                    <a:pt x="3401137" y="2948438"/>
                  </a:lnTo>
                  <a:lnTo>
                    <a:pt x="3309931" y="2937343"/>
                  </a:lnTo>
                  <a:lnTo>
                    <a:pt x="3222058" y="2924704"/>
                  </a:lnTo>
                  <a:lnTo>
                    <a:pt x="3139355" y="2910485"/>
                  </a:lnTo>
                  <a:lnTo>
                    <a:pt x="3062707" y="2894584"/>
                  </a:lnTo>
                  <a:lnTo>
                    <a:pt x="2992263" y="2876831"/>
                  </a:lnTo>
                  <a:lnTo>
                    <a:pt x="2927658" y="2856981"/>
                  </a:lnTo>
                  <a:lnTo>
                    <a:pt x="2868205" y="2834733"/>
                  </a:lnTo>
                  <a:lnTo>
                    <a:pt x="2813044" y="2809736"/>
                  </a:lnTo>
                  <a:lnTo>
                    <a:pt x="2761243" y="2781627"/>
                  </a:lnTo>
                  <a:lnTo>
                    <a:pt x="2711891" y="2750083"/>
                  </a:lnTo>
                  <a:lnTo>
                    <a:pt x="2667772" y="2717729"/>
                  </a:lnTo>
                  <a:lnTo>
                    <a:pt x="2624638" y="2682376"/>
                  </a:lnTo>
                  <a:lnTo>
                    <a:pt x="2581925" y="2643868"/>
                  </a:lnTo>
                  <a:lnTo>
                    <a:pt x="2539276" y="2602149"/>
                  </a:lnTo>
                  <a:lnTo>
                    <a:pt x="2496431" y="2557240"/>
                  </a:lnTo>
                  <a:lnTo>
                    <a:pt x="2453216" y="2509253"/>
                  </a:lnTo>
                  <a:lnTo>
                    <a:pt x="2409531" y="2458395"/>
                  </a:lnTo>
                  <a:lnTo>
                    <a:pt x="2365345" y="2404974"/>
                  </a:lnTo>
                  <a:lnTo>
                    <a:pt x="2320688" y="2349391"/>
                  </a:lnTo>
                  <a:lnTo>
                    <a:pt x="2275638" y="2292135"/>
                  </a:lnTo>
                  <a:lnTo>
                    <a:pt x="2230315" y="2233762"/>
                  </a:lnTo>
                  <a:lnTo>
                    <a:pt x="2184864" y="2174880"/>
                  </a:lnTo>
                  <a:lnTo>
                    <a:pt x="2139444" y="2116116"/>
                  </a:lnTo>
                  <a:lnTo>
                    <a:pt x="2094208" y="2058095"/>
                  </a:lnTo>
                  <a:lnTo>
                    <a:pt x="2049294" y="2001407"/>
                  </a:lnTo>
                  <a:lnTo>
                    <a:pt x="2004807" y="1946585"/>
                  </a:lnTo>
                  <a:lnTo>
                    <a:pt x="1960810" y="1894088"/>
                  </a:lnTo>
                  <a:lnTo>
                    <a:pt x="1917309" y="1844281"/>
                  </a:lnTo>
                  <a:lnTo>
                    <a:pt x="1874248" y="1797434"/>
                  </a:lnTo>
                  <a:lnTo>
                    <a:pt x="1831502" y="1753718"/>
                  </a:lnTo>
                  <a:lnTo>
                    <a:pt x="1788865" y="1713211"/>
                  </a:lnTo>
                  <a:lnTo>
                    <a:pt x="1746041" y="1675902"/>
                  </a:lnTo>
                  <a:lnTo>
                    <a:pt x="1719082" y="1654230"/>
                  </a:lnTo>
                  <a:lnTo>
                    <a:pt x="1671267" y="1619345"/>
                  </a:lnTo>
                  <a:lnTo>
                    <a:pt x="1621759" y="1588072"/>
                  </a:lnTo>
                  <a:lnTo>
                    <a:pt x="1569735" y="1560213"/>
                  </a:lnTo>
                  <a:lnTo>
                    <a:pt x="1514278" y="1535438"/>
                  </a:lnTo>
                  <a:lnTo>
                    <a:pt x="1454462" y="1513385"/>
                  </a:lnTo>
                  <a:lnTo>
                    <a:pt x="1389432" y="1493705"/>
                  </a:lnTo>
                  <a:lnTo>
                    <a:pt x="1318522" y="1476100"/>
                  </a:lnTo>
                  <a:lnTo>
                    <a:pt x="1241400" y="1460333"/>
                  </a:lnTo>
                  <a:lnTo>
                    <a:pt x="1158260" y="1446237"/>
                  </a:lnTo>
                  <a:lnTo>
                    <a:pt x="1070056" y="1433716"/>
                  </a:lnTo>
                  <a:lnTo>
                    <a:pt x="978701" y="1422740"/>
                  </a:lnTo>
                  <a:lnTo>
                    <a:pt x="887182" y="1413327"/>
                  </a:lnTo>
                  <a:lnTo>
                    <a:pt x="799441" y="1405515"/>
                  </a:lnTo>
                  <a:lnTo>
                    <a:pt x="719942" y="1399325"/>
                  </a:lnTo>
                  <a:lnTo>
                    <a:pt x="652911" y="1394721"/>
                  </a:lnTo>
                  <a:lnTo>
                    <a:pt x="601419" y="1391578"/>
                  </a:lnTo>
                  <a:lnTo>
                    <a:pt x="566588" y="1389677"/>
                  </a:lnTo>
                  <a:lnTo>
                    <a:pt x="547194" y="1388726"/>
                  </a:lnTo>
                  <a:lnTo>
                    <a:pt x="539731" y="1388396"/>
                  </a:lnTo>
                  <a:lnTo>
                    <a:pt x="538736" y="1388356"/>
                  </a:lnTo>
                  <a:lnTo>
                    <a:pt x="0" y="13883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1" name="pg311"/>
            <p:cNvSpPr/>
            <p:nvPr/>
          </p:nvSpPr>
          <p:spPr>
            <a:xfrm>
              <a:off x="546595" y="1507247"/>
              <a:ext cx="8234974" cy="2134257"/>
            </a:xfrm>
            <a:custGeom>
              <a:avLst/>
              <a:pathLst>
                <a:path w="8234974" h="2134257">
                  <a:moveTo>
                    <a:pt x="0" y="539008"/>
                  </a:moveTo>
                  <a:lnTo>
                    <a:pt x="538736" y="539008"/>
                  </a:lnTo>
                  <a:lnTo>
                    <a:pt x="539992" y="539060"/>
                  </a:lnTo>
                  <a:lnTo>
                    <a:pt x="548195" y="539426"/>
                  </a:lnTo>
                  <a:lnTo>
                    <a:pt x="568671" y="540437"/>
                  </a:lnTo>
                  <a:lnTo>
                    <a:pt x="604759" y="542423"/>
                  </a:lnTo>
                  <a:lnTo>
                    <a:pt x="657504" y="545671"/>
                  </a:lnTo>
                  <a:lnTo>
                    <a:pt x="725614" y="550393"/>
                  </a:lnTo>
                  <a:lnTo>
                    <a:pt x="805899" y="556706"/>
                  </a:lnTo>
                  <a:lnTo>
                    <a:pt x="894083" y="564641"/>
                  </a:lnTo>
                  <a:lnTo>
                    <a:pt x="985717" y="574175"/>
                  </a:lnTo>
                  <a:lnTo>
                    <a:pt x="1076924" y="585269"/>
                  </a:lnTo>
                  <a:lnTo>
                    <a:pt x="1164796" y="597908"/>
                  </a:lnTo>
                  <a:lnTo>
                    <a:pt x="1247499" y="612128"/>
                  </a:lnTo>
                  <a:lnTo>
                    <a:pt x="1324147" y="628028"/>
                  </a:lnTo>
                  <a:lnTo>
                    <a:pt x="1394592" y="645782"/>
                  </a:lnTo>
                  <a:lnTo>
                    <a:pt x="1459197" y="665631"/>
                  </a:lnTo>
                  <a:lnTo>
                    <a:pt x="1518650" y="687880"/>
                  </a:lnTo>
                  <a:lnTo>
                    <a:pt x="1573811" y="712877"/>
                  </a:lnTo>
                  <a:lnTo>
                    <a:pt x="1625612" y="740986"/>
                  </a:lnTo>
                  <a:lnTo>
                    <a:pt x="1674964" y="772530"/>
                  </a:lnTo>
                  <a:lnTo>
                    <a:pt x="1719082" y="804883"/>
                  </a:lnTo>
                  <a:lnTo>
                    <a:pt x="1762216" y="840237"/>
                  </a:lnTo>
                  <a:lnTo>
                    <a:pt x="1804930" y="878744"/>
                  </a:lnTo>
                  <a:lnTo>
                    <a:pt x="1847579" y="920464"/>
                  </a:lnTo>
                  <a:lnTo>
                    <a:pt x="1890423" y="965373"/>
                  </a:lnTo>
                  <a:lnTo>
                    <a:pt x="1933639" y="1013360"/>
                  </a:lnTo>
                  <a:lnTo>
                    <a:pt x="1977324" y="1064217"/>
                  </a:lnTo>
                  <a:lnTo>
                    <a:pt x="2021510" y="1117638"/>
                  </a:lnTo>
                  <a:lnTo>
                    <a:pt x="2066167" y="1173221"/>
                  </a:lnTo>
                  <a:lnTo>
                    <a:pt x="2111217" y="1230478"/>
                  </a:lnTo>
                  <a:lnTo>
                    <a:pt x="2156540" y="1288850"/>
                  </a:lnTo>
                  <a:lnTo>
                    <a:pt x="2201990" y="1347733"/>
                  </a:lnTo>
                  <a:lnTo>
                    <a:pt x="2247411" y="1406496"/>
                  </a:lnTo>
                  <a:lnTo>
                    <a:pt x="2292647" y="1464517"/>
                  </a:lnTo>
                  <a:lnTo>
                    <a:pt x="2337561" y="1521206"/>
                  </a:lnTo>
                  <a:lnTo>
                    <a:pt x="2382047" y="1576027"/>
                  </a:lnTo>
                  <a:lnTo>
                    <a:pt x="2426045" y="1628525"/>
                  </a:lnTo>
                  <a:lnTo>
                    <a:pt x="2469546" y="1678332"/>
                  </a:lnTo>
                  <a:lnTo>
                    <a:pt x="2512606" y="1725179"/>
                  </a:lnTo>
                  <a:lnTo>
                    <a:pt x="2555352" y="1768894"/>
                  </a:lnTo>
                  <a:lnTo>
                    <a:pt x="2597990" y="1809402"/>
                  </a:lnTo>
                  <a:lnTo>
                    <a:pt x="2640814" y="1846711"/>
                  </a:lnTo>
                  <a:lnTo>
                    <a:pt x="2667772" y="1868382"/>
                  </a:lnTo>
                  <a:lnTo>
                    <a:pt x="2715588" y="1903267"/>
                  </a:lnTo>
                  <a:lnTo>
                    <a:pt x="2765096" y="1934540"/>
                  </a:lnTo>
                  <a:lnTo>
                    <a:pt x="2817120" y="1962400"/>
                  </a:lnTo>
                  <a:lnTo>
                    <a:pt x="2872576" y="1987174"/>
                  </a:lnTo>
                  <a:lnTo>
                    <a:pt x="2932393" y="2009228"/>
                  </a:lnTo>
                  <a:lnTo>
                    <a:pt x="2997422" y="2028907"/>
                  </a:lnTo>
                  <a:lnTo>
                    <a:pt x="3068332" y="2046512"/>
                  </a:lnTo>
                  <a:lnTo>
                    <a:pt x="3145455" y="2062279"/>
                  </a:lnTo>
                  <a:lnTo>
                    <a:pt x="3228594" y="2076376"/>
                  </a:lnTo>
                  <a:lnTo>
                    <a:pt x="3316799" y="2088896"/>
                  </a:lnTo>
                  <a:lnTo>
                    <a:pt x="3408154" y="2099873"/>
                  </a:lnTo>
                  <a:lnTo>
                    <a:pt x="3499673" y="2109286"/>
                  </a:lnTo>
                  <a:lnTo>
                    <a:pt x="3587413" y="2117098"/>
                  </a:lnTo>
                  <a:lnTo>
                    <a:pt x="3666912" y="2123287"/>
                  </a:lnTo>
                  <a:lnTo>
                    <a:pt x="3733944" y="2127891"/>
                  </a:lnTo>
                  <a:lnTo>
                    <a:pt x="3785436" y="2131035"/>
                  </a:lnTo>
                  <a:lnTo>
                    <a:pt x="3820267" y="2132935"/>
                  </a:lnTo>
                  <a:lnTo>
                    <a:pt x="3839661" y="2133886"/>
                  </a:lnTo>
                  <a:lnTo>
                    <a:pt x="3847124" y="2134217"/>
                  </a:lnTo>
                  <a:lnTo>
                    <a:pt x="3848118" y="2134257"/>
                  </a:lnTo>
                  <a:lnTo>
                    <a:pt x="4386855" y="2134257"/>
                  </a:lnTo>
                  <a:lnTo>
                    <a:pt x="4388078" y="2134190"/>
                  </a:lnTo>
                  <a:lnTo>
                    <a:pt x="4396066" y="2133716"/>
                  </a:lnTo>
                  <a:lnTo>
                    <a:pt x="4416024" y="2132403"/>
                  </a:lnTo>
                  <a:lnTo>
                    <a:pt x="4451252" y="2129825"/>
                  </a:lnTo>
                  <a:lnTo>
                    <a:pt x="4502839" y="2125606"/>
                  </a:lnTo>
                  <a:lnTo>
                    <a:pt x="4569616" y="2119467"/>
                  </a:lnTo>
                  <a:lnTo>
                    <a:pt x="4648556" y="2111248"/>
                  </a:lnTo>
                  <a:lnTo>
                    <a:pt x="4735534" y="2100904"/>
                  </a:lnTo>
                  <a:lnTo>
                    <a:pt x="4826210" y="2088462"/>
                  </a:lnTo>
                  <a:lnTo>
                    <a:pt x="4916746" y="2073973"/>
                  </a:lnTo>
                  <a:lnTo>
                    <a:pt x="5004226" y="2057460"/>
                  </a:lnTo>
                  <a:lnTo>
                    <a:pt x="5086767" y="2038885"/>
                  </a:lnTo>
                  <a:lnTo>
                    <a:pt x="5163419" y="2018128"/>
                  </a:lnTo>
                  <a:lnTo>
                    <a:pt x="5233967" y="1994975"/>
                  </a:lnTo>
                  <a:lnTo>
                    <a:pt x="5298715" y="1969122"/>
                  </a:lnTo>
                  <a:lnTo>
                    <a:pt x="5358299" y="1940186"/>
                  </a:lnTo>
                  <a:lnTo>
                    <a:pt x="5413539" y="1907719"/>
                  </a:lnTo>
                  <a:lnTo>
                    <a:pt x="5465336" y="1871249"/>
                  </a:lnTo>
                  <a:lnTo>
                    <a:pt x="5514586" y="1830341"/>
                  </a:lnTo>
                  <a:lnTo>
                    <a:pt x="5562100" y="1784713"/>
                  </a:lnTo>
                  <a:lnTo>
                    <a:pt x="5567201" y="1779455"/>
                  </a:lnTo>
                  <a:lnTo>
                    <a:pt x="5606635" y="1736512"/>
                  </a:lnTo>
                  <a:lnTo>
                    <a:pt x="5645689" y="1690064"/>
                  </a:lnTo>
                  <a:lnTo>
                    <a:pt x="5684645" y="1640042"/>
                  </a:lnTo>
                  <a:lnTo>
                    <a:pt x="5723717" y="1586449"/>
                  </a:lnTo>
                  <a:lnTo>
                    <a:pt x="5763055" y="1529371"/>
                  </a:lnTo>
                  <a:lnTo>
                    <a:pt x="5802759" y="1468981"/>
                  </a:lnTo>
                  <a:lnTo>
                    <a:pt x="5842875" y="1405542"/>
                  </a:lnTo>
                  <a:lnTo>
                    <a:pt x="5883405" y="1339411"/>
                  </a:lnTo>
                  <a:lnTo>
                    <a:pt x="5924313" y="1271029"/>
                  </a:lnTo>
                  <a:lnTo>
                    <a:pt x="5965530" y="1200913"/>
                  </a:lnTo>
                  <a:lnTo>
                    <a:pt x="6006959" y="1129644"/>
                  </a:lnTo>
                  <a:lnTo>
                    <a:pt x="6048488" y="1057842"/>
                  </a:lnTo>
                  <a:lnTo>
                    <a:pt x="6089997" y="986147"/>
                  </a:lnTo>
                  <a:lnTo>
                    <a:pt x="6131367" y="915196"/>
                  </a:lnTo>
                  <a:lnTo>
                    <a:pt x="6172489" y="845599"/>
                  </a:lnTo>
                  <a:lnTo>
                    <a:pt x="6213278" y="777915"/>
                  </a:lnTo>
                  <a:lnTo>
                    <a:pt x="6253672" y="712638"/>
                  </a:lnTo>
                  <a:lnTo>
                    <a:pt x="6293647" y="650183"/>
                  </a:lnTo>
                  <a:lnTo>
                    <a:pt x="6333221" y="590875"/>
                  </a:lnTo>
                  <a:lnTo>
                    <a:pt x="6372457" y="534947"/>
                  </a:lnTo>
                  <a:lnTo>
                    <a:pt x="6411470" y="482542"/>
                  </a:lnTo>
                  <a:lnTo>
                    <a:pt x="6450432" y="433718"/>
                  </a:lnTo>
                  <a:lnTo>
                    <a:pt x="6489578" y="388452"/>
                  </a:lnTo>
                  <a:lnTo>
                    <a:pt x="6515891" y="360246"/>
                  </a:lnTo>
                  <a:lnTo>
                    <a:pt x="6563260" y="314099"/>
                  </a:lnTo>
                  <a:lnTo>
                    <a:pt x="6612283" y="272686"/>
                  </a:lnTo>
                  <a:lnTo>
                    <a:pt x="6663760" y="235752"/>
                  </a:lnTo>
                  <a:lnTo>
                    <a:pt x="6718580" y="202872"/>
                  </a:lnTo>
                  <a:lnTo>
                    <a:pt x="6777649" y="173574"/>
                  </a:lnTo>
                  <a:lnTo>
                    <a:pt x="6841799" y="147405"/>
                  </a:lnTo>
                  <a:lnTo>
                    <a:pt x="6911693" y="123974"/>
                  </a:lnTo>
                  <a:lnTo>
                    <a:pt x="6987680" y="102968"/>
                  </a:lnTo>
                  <a:lnTo>
                    <a:pt x="7069610" y="84163"/>
                  </a:lnTo>
                  <a:lnTo>
                    <a:pt x="7156626" y="67429"/>
                  </a:lnTo>
                  <a:lnTo>
                    <a:pt x="7246952" y="52719"/>
                  </a:lnTo>
                  <a:lnTo>
                    <a:pt x="7337784" y="40051"/>
                  </a:lnTo>
                  <a:lnTo>
                    <a:pt x="7425372" y="29476"/>
                  </a:lnTo>
                  <a:lnTo>
                    <a:pt x="7505399" y="21027"/>
                  </a:lnTo>
                  <a:lnTo>
                    <a:pt x="7573675" y="14666"/>
                  </a:lnTo>
                  <a:lnTo>
                    <a:pt x="7627012" y="10250"/>
                  </a:lnTo>
                  <a:lnTo>
                    <a:pt x="7664010" y="7510"/>
                  </a:lnTo>
                  <a:lnTo>
                    <a:pt x="7685510" y="6080"/>
                  </a:lnTo>
                  <a:lnTo>
                    <a:pt x="7694581" y="553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5" y="66"/>
                  </a:lnTo>
                  <a:lnTo>
                    <a:pt x="7687027" y="541"/>
                  </a:lnTo>
                  <a:lnTo>
                    <a:pt x="7667068" y="1854"/>
                  </a:lnTo>
                  <a:lnTo>
                    <a:pt x="7631840" y="4431"/>
                  </a:lnTo>
                  <a:lnTo>
                    <a:pt x="7580254" y="8650"/>
                  </a:lnTo>
                  <a:lnTo>
                    <a:pt x="7513477" y="14789"/>
                  </a:lnTo>
                  <a:lnTo>
                    <a:pt x="7434537" y="23008"/>
                  </a:lnTo>
                  <a:lnTo>
                    <a:pt x="7347558" y="33352"/>
                  </a:lnTo>
                  <a:lnTo>
                    <a:pt x="7256883" y="45794"/>
                  </a:lnTo>
                  <a:lnTo>
                    <a:pt x="7166347" y="60284"/>
                  </a:lnTo>
                  <a:lnTo>
                    <a:pt x="7078867" y="76796"/>
                  </a:lnTo>
                  <a:lnTo>
                    <a:pt x="6996326" y="95371"/>
                  </a:lnTo>
                  <a:lnTo>
                    <a:pt x="6919674" y="116128"/>
                  </a:lnTo>
                  <a:lnTo>
                    <a:pt x="6849125" y="139282"/>
                  </a:lnTo>
                  <a:lnTo>
                    <a:pt x="6784377" y="165134"/>
                  </a:lnTo>
                  <a:lnTo>
                    <a:pt x="6724793" y="194070"/>
                  </a:lnTo>
                  <a:lnTo>
                    <a:pt x="6669553" y="226537"/>
                  </a:lnTo>
                  <a:lnTo>
                    <a:pt x="6617756" y="263008"/>
                  </a:lnTo>
                  <a:lnTo>
                    <a:pt x="6568507" y="303916"/>
                  </a:lnTo>
                  <a:lnTo>
                    <a:pt x="6520992" y="349543"/>
                  </a:lnTo>
                  <a:lnTo>
                    <a:pt x="6515891" y="354802"/>
                  </a:lnTo>
                  <a:lnTo>
                    <a:pt x="6476457" y="397744"/>
                  </a:lnTo>
                  <a:lnTo>
                    <a:pt x="6437403" y="444192"/>
                  </a:lnTo>
                  <a:lnTo>
                    <a:pt x="6398447" y="494214"/>
                  </a:lnTo>
                  <a:lnTo>
                    <a:pt x="6359376" y="547807"/>
                  </a:lnTo>
                  <a:lnTo>
                    <a:pt x="6320037" y="604885"/>
                  </a:lnTo>
                  <a:lnTo>
                    <a:pt x="6280333" y="665276"/>
                  </a:lnTo>
                  <a:lnTo>
                    <a:pt x="6240218" y="728714"/>
                  </a:lnTo>
                  <a:lnTo>
                    <a:pt x="6199687" y="794846"/>
                  </a:lnTo>
                  <a:lnTo>
                    <a:pt x="6158779" y="863228"/>
                  </a:lnTo>
                  <a:lnTo>
                    <a:pt x="6117563" y="933343"/>
                  </a:lnTo>
                  <a:lnTo>
                    <a:pt x="6076134" y="1004612"/>
                  </a:lnTo>
                  <a:lnTo>
                    <a:pt x="6034605" y="1076414"/>
                  </a:lnTo>
                  <a:lnTo>
                    <a:pt x="5993096" y="1148109"/>
                  </a:lnTo>
                  <a:lnTo>
                    <a:pt x="5951726" y="1219060"/>
                  </a:lnTo>
                  <a:lnTo>
                    <a:pt x="5910603" y="1288658"/>
                  </a:lnTo>
                  <a:lnTo>
                    <a:pt x="5869815" y="1356342"/>
                  </a:lnTo>
                  <a:lnTo>
                    <a:pt x="5829421" y="1421618"/>
                  </a:lnTo>
                  <a:lnTo>
                    <a:pt x="5789445" y="1484073"/>
                  </a:lnTo>
                  <a:lnTo>
                    <a:pt x="5749871" y="1543382"/>
                  </a:lnTo>
                  <a:lnTo>
                    <a:pt x="5710635" y="1599310"/>
                  </a:lnTo>
                  <a:lnTo>
                    <a:pt x="5671622" y="1651714"/>
                  </a:lnTo>
                  <a:lnTo>
                    <a:pt x="5632660" y="1700539"/>
                  </a:lnTo>
                  <a:lnTo>
                    <a:pt x="5593515" y="1745804"/>
                  </a:lnTo>
                  <a:lnTo>
                    <a:pt x="5567201" y="1774010"/>
                  </a:lnTo>
                  <a:lnTo>
                    <a:pt x="5519833" y="1820157"/>
                  </a:lnTo>
                  <a:lnTo>
                    <a:pt x="5470810" y="1861570"/>
                  </a:lnTo>
                  <a:lnTo>
                    <a:pt x="5419333" y="1898504"/>
                  </a:lnTo>
                  <a:lnTo>
                    <a:pt x="5364512" y="1931384"/>
                  </a:lnTo>
                  <a:lnTo>
                    <a:pt x="5305444" y="1960683"/>
                  </a:lnTo>
                  <a:lnTo>
                    <a:pt x="5241293" y="1986851"/>
                  </a:lnTo>
                  <a:lnTo>
                    <a:pt x="5171399" y="2010282"/>
                  </a:lnTo>
                  <a:lnTo>
                    <a:pt x="5095413" y="2031288"/>
                  </a:lnTo>
                  <a:lnTo>
                    <a:pt x="5013482" y="2050093"/>
                  </a:lnTo>
                  <a:lnTo>
                    <a:pt x="4926467" y="2066828"/>
                  </a:lnTo>
                  <a:lnTo>
                    <a:pt x="4836141" y="2081538"/>
                  </a:lnTo>
                  <a:lnTo>
                    <a:pt x="4745308" y="2094205"/>
                  </a:lnTo>
                  <a:lnTo>
                    <a:pt x="4657720" y="2104780"/>
                  </a:lnTo>
                  <a:lnTo>
                    <a:pt x="4577693" y="2113230"/>
                  </a:lnTo>
                  <a:lnTo>
                    <a:pt x="4509417" y="2119590"/>
                  </a:lnTo>
                  <a:lnTo>
                    <a:pt x="4456081" y="2124007"/>
                  </a:lnTo>
                  <a:lnTo>
                    <a:pt x="4419082" y="2126746"/>
                  </a:lnTo>
                  <a:lnTo>
                    <a:pt x="4397583" y="2128177"/>
                  </a:lnTo>
                  <a:lnTo>
                    <a:pt x="4388512" y="2128722"/>
                  </a:lnTo>
                  <a:lnTo>
                    <a:pt x="4386855" y="2128812"/>
                  </a:lnTo>
                  <a:lnTo>
                    <a:pt x="3848118" y="2128812"/>
                  </a:lnTo>
                  <a:lnTo>
                    <a:pt x="3846862" y="2128761"/>
                  </a:lnTo>
                  <a:lnTo>
                    <a:pt x="3838659" y="2128395"/>
                  </a:lnTo>
                  <a:lnTo>
                    <a:pt x="3818184" y="2127383"/>
                  </a:lnTo>
                  <a:lnTo>
                    <a:pt x="3782095" y="2125397"/>
                  </a:lnTo>
                  <a:lnTo>
                    <a:pt x="3729351" y="2122149"/>
                  </a:lnTo>
                  <a:lnTo>
                    <a:pt x="3661240" y="2117428"/>
                  </a:lnTo>
                  <a:lnTo>
                    <a:pt x="3580955" y="2111115"/>
                  </a:lnTo>
                  <a:lnTo>
                    <a:pt x="3492772" y="2103179"/>
                  </a:lnTo>
                  <a:lnTo>
                    <a:pt x="3401137" y="2093646"/>
                  </a:lnTo>
                  <a:lnTo>
                    <a:pt x="3309931" y="2082552"/>
                  </a:lnTo>
                  <a:lnTo>
                    <a:pt x="3222058" y="2069912"/>
                  </a:lnTo>
                  <a:lnTo>
                    <a:pt x="3139355" y="2055693"/>
                  </a:lnTo>
                  <a:lnTo>
                    <a:pt x="3062707" y="2039793"/>
                  </a:lnTo>
                  <a:lnTo>
                    <a:pt x="2992263" y="2022039"/>
                  </a:lnTo>
                  <a:lnTo>
                    <a:pt x="2927658" y="2002189"/>
                  </a:lnTo>
                  <a:lnTo>
                    <a:pt x="2868205" y="1979941"/>
                  </a:lnTo>
                  <a:lnTo>
                    <a:pt x="2813044" y="1954944"/>
                  </a:lnTo>
                  <a:lnTo>
                    <a:pt x="2761243" y="1926835"/>
                  </a:lnTo>
                  <a:lnTo>
                    <a:pt x="2711891" y="1895291"/>
                  </a:lnTo>
                  <a:lnTo>
                    <a:pt x="2667772" y="1862938"/>
                  </a:lnTo>
                  <a:lnTo>
                    <a:pt x="2624638" y="1827584"/>
                  </a:lnTo>
                  <a:lnTo>
                    <a:pt x="2581925" y="1789076"/>
                  </a:lnTo>
                  <a:lnTo>
                    <a:pt x="2539276" y="1747357"/>
                  </a:lnTo>
                  <a:lnTo>
                    <a:pt x="2496431" y="1702448"/>
                  </a:lnTo>
                  <a:lnTo>
                    <a:pt x="2453216" y="1654461"/>
                  </a:lnTo>
                  <a:lnTo>
                    <a:pt x="2409531" y="1603603"/>
                  </a:lnTo>
                  <a:lnTo>
                    <a:pt x="2365345" y="1550182"/>
                  </a:lnTo>
                  <a:lnTo>
                    <a:pt x="2320688" y="1494599"/>
                  </a:lnTo>
                  <a:lnTo>
                    <a:pt x="2275638" y="1437343"/>
                  </a:lnTo>
                  <a:lnTo>
                    <a:pt x="2230315" y="1378970"/>
                  </a:lnTo>
                  <a:lnTo>
                    <a:pt x="2184864" y="1320088"/>
                  </a:lnTo>
                  <a:lnTo>
                    <a:pt x="2139444" y="1261325"/>
                  </a:lnTo>
                  <a:lnTo>
                    <a:pt x="2094208" y="1203303"/>
                  </a:lnTo>
                  <a:lnTo>
                    <a:pt x="2049294" y="1146615"/>
                  </a:lnTo>
                  <a:lnTo>
                    <a:pt x="2004807" y="1091793"/>
                  </a:lnTo>
                  <a:lnTo>
                    <a:pt x="1960810" y="1039296"/>
                  </a:lnTo>
                  <a:lnTo>
                    <a:pt x="1917309" y="989489"/>
                  </a:lnTo>
                  <a:lnTo>
                    <a:pt x="1874248" y="942642"/>
                  </a:lnTo>
                  <a:lnTo>
                    <a:pt x="1831502" y="898927"/>
                  </a:lnTo>
                  <a:lnTo>
                    <a:pt x="1788865" y="858419"/>
                  </a:lnTo>
                  <a:lnTo>
                    <a:pt x="1746041" y="821110"/>
                  </a:lnTo>
                  <a:lnTo>
                    <a:pt x="1719082" y="799439"/>
                  </a:lnTo>
                  <a:lnTo>
                    <a:pt x="1671267" y="764553"/>
                  </a:lnTo>
                  <a:lnTo>
                    <a:pt x="1621759" y="733281"/>
                  </a:lnTo>
                  <a:lnTo>
                    <a:pt x="1569735" y="705421"/>
                  </a:lnTo>
                  <a:lnTo>
                    <a:pt x="1514278" y="680646"/>
                  </a:lnTo>
                  <a:lnTo>
                    <a:pt x="1454462" y="658593"/>
                  </a:lnTo>
                  <a:lnTo>
                    <a:pt x="1389432" y="638913"/>
                  </a:lnTo>
                  <a:lnTo>
                    <a:pt x="1318522" y="621308"/>
                  </a:lnTo>
                  <a:lnTo>
                    <a:pt x="1241400" y="605541"/>
                  </a:lnTo>
                  <a:lnTo>
                    <a:pt x="1158260" y="591445"/>
                  </a:lnTo>
                  <a:lnTo>
                    <a:pt x="1070056" y="578924"/>
                  </a:lnTo>
                  <a:lnTo>
                    <a:pt x="978701" y="567948"/>
                  </a:lnTo>
                  <a:lnTo>
                    <a:pt x="887182" y="558535"/>
                  </a:lnTo>
                  <a:lnTo>
                    <a:pt x="799441" y="550723"/>
                  </a:lnTo>
                  <a:lnTo>
                    <a:pt x="719942" y="544533"/>
                  </a:lnTo>
                  <a:lnTo>
                    <a:pt x="652911" y="539929"/>
                  </a:lnTo>
                  <a:lnTo>
                    <a:pt x="601419" y="536786"/>
                  </a:lnTo>
                  <a:lnTo>
                    <a:pt x="566588" y="534885"/>
                  </a:lnTo>
                  <a:lnTo>
                    <a:pt x="547194" y="533935"/>
                  </a:lnTo>
                  <a:lnTo>
                    <a:pt x="539731" y="533604"/>
                  </a:lnTo>
                  <a:lnTo>
                    <a:pt x="538736" y="533564"/>
                  </a:lnTo>
                  <a:lnTo>
                    <a:pt x="0" y="53356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12" name="pl312"/>
            <p:cNvSpPr/>
            <p:nvPr/>
          </p:nvSpPr>
          <p:spPr>
            <a:xfrm>
              <a:off x="546595" y="1512691"/>
              <a:ext cx="8234974" cy="2128812"/>
            </a:xfrm>
            <a:custGeom>
              <a:avLst/>
              <a:pathLst>
                <a:path w="8234974" h="2128812">
                  <a:moveTo>
                    <a:pt x="0" y="533564"/>
                  </a:moveTo>
                  <a:lnTo>
                    <a:pt x="538736" y="533564"/>
                  </a:lnTo>
                  <a:lnTo>
                    <a:pt x="539992" y="533615"/>
                  </a:lnTo>
                  <a:lnTo>
                    <a:pt x="548195" y="533981"/>
                  </a:lnTo>
                  <a:lnTo>
                    <a:pt x="568671" y="534993"/>
                  </a:lnTo>
                  <a:lnTo>
                    <a:pt x="604759" y="536979"/>
                  </a:lnTo>
                  <a:lnTo>
                    <a:pt x="657504" y="540227"/>
                  </a:lnTo>
                  <a:lnTo>
                    <a:pt x="725614" y="544949"/>
                  </a:lnTo>
                  <a:lnTo>
                    <a:pt x="805899" y="551261"/>
                  </a:lnTo>
                  <a:lnTo>
                    <a:pt x="894083" y="559197"/>
                  </a:lnTo>
                  <a:lnTo>
                    <a:pt x="985717" y="568731"/>
                  </a:lnTo>
                  <a:lnTo>
                    <a:pt x="1076924" y="579825"/>
                  </a:lnTo>
                  <a:lnTo>
                    <a:pt x="1164796" y="592464"/>
                  </a:lnTo>
                  <a:lnTo>
                    <a:pt x="1247499" y="606683"/>
                  </a:lnTo>
                  <a:lnTo>
                    <a:pt x="1324147" y="622584"/>
                  </a:lnTo>
                  <a:lnTo>
                    <a:pt x="1394592" y="640338"/>
                  </a:lnTo>
                  <a:lnTo>
                    <a:pt x="1459197" y="660187"/>
                  </a:lnTo>
                  <a:lnTo>
                    <a:pt x="1518650" y="682435"/>
                  </a:lnTo>
                  <a:lnTo>
                    <a:pt x="1573811" y="707432"/>
                  </a:lnTo>
                  <a:lnTo>
                    <a:pt x="1625612" y="735542"/>
                  </a:lnTo>
                  <a:lnTo>
                    <a:pt x="1674964" y="767085"/>
                  </a:lnTo>
                  <a:lnTo>
                    <a:pt x="1719082" y="799439"/>
                  </a:lnTo>
                  <a:lnTo>
                    <a:pt x="1762216" y="834792"/>
                  </a:lnTo>
                  <a:lnTo>
                    <a:pt x="1804930" y="873300"/>
                  </a:lnTo>
                  <a:lnTo>
                    <a:pt x="1847579" y="915019"/>
                  </a:lnTo>
                  <a:lnTo>
                    <a:pt x="1890423" y="959928"/>
                  </a:lnTo>
                  <a:lnTo>
                    <a:pt x="1933639" y="1007915"/>
                  </a:lnTo>
                  <a:lnTo>
                    <a:pt x="1977324" y="1058773"/>
                  </a:lnTo>
                  <a:lnTo>
                    <a:pt x="2021510" y="1112194"/>
                  </a:lnTo>
                  <a:lnTo>
                    <a:pt x="2066167" y="1167777"/>
                  </a:lnTo>
                  <a:lnTo>
                    <a:pt x="2111217" y="1225033"/>
                  </a:lnTo>
                  <a:lnTo>
                    <a:pt x="2156540" y="1283406"/>
                  </a:lnTo>
                  <a:lnTo>
                    <a:pt x="2201990" y="1342288"/>
                  </a:lnTo>
                  <a:lnTo>
                    <a:pt x="2247411" y="1401052"/>
                  </a:lnTo>
                  <a:lnTo>
                    <a:pt x="2292647" y="1459073"/>
                  </a:lnTo>
                  <a:lnTo>
                    <a:pt x="2337561" y="1515761"/>
                  </a:lnTo>
                  <a:lnTo>
                    <a:pt x="2382047" y="1570583"/>
                  </a:lnTo>
                  <a:lnTo>
                    <a:pt x="2426045" y="1623080"/>
                  </a:lnTo>
                  <a:lnTo>
                    <a:pt x="2469546" y="1672887"/>
                  </a:lnTo>
                  <a:lnTo>
                    <a:pt x="2512606" y="1719734"/>
                  </a:lnTo>
                  <a:lnTo>
                    <a:pt x="2555352" y="1763450"/>
                  </a:lnTo>
                  <a:lnTo>
                    <a:pt x="2597990" y="1803957"/>
                  </a:lnTo>
                  <a:lnTo>
                    <a:pt x="2640814" y="1841266"/>
                  </a:lnTo>
                  <a:lnTo>
                    <a:pt x="2667772" y="1862938"/>
                  </a:lnTo>
                  <a:lnTo>
                    <a:pt x="2715588" y="1897823"/>
                  </a:lnTo>
                  <a:lnTo>
                    <a:pt x="2765096" y="1929096"/>
                  </a:lnTo>
                  <a:lnTo>
                    <a:pt x="2817120" y="1956955"/>
                  </a:lnTo>
                  <a:lnTo>
                    <a:pt x="2872576" y="1981730"/>
                  </a:lnTo>
                  <a:lnTo>
                    <a:pt x="2932393" y="2003783"/>
                  </a:lnTo>
                  <a:lnTo>
                    <a:pt x="2997422" y="2023463"/>
                  </a:lnTo>
                  <a:lnTo>
                    <a:pt x="3068332" y="2041068"/>
                  </a:lnTo>
                  <a:lnTo>
                    <a:pt x="3145455" y="2056835"/>
                  </a:lnTo>
                  <a:lnTo>
                    <a:pt x="3228594" y="2070931"/>
                  </a:lnTo>
                  <a:lnTo>
                    <a:pt x="3316799" y="2083452"/>
                  </a:lnTo>
                  <a:lnTo>
                    <a:pt x="3408154" y="2094428"/>
                  </a:lnTo>
                  <a:lnTo>
                    <a:pt x="3499673" y="2103841"/>
                  </a:lnTo>
                  <a:lnTo>
                    <a:pt x="3587413" y="2111653"/>
                  </a:lnTo>
                  <a:lnTo>
                    <a:pt x="3666912" y="2117843"/>
                  </a:lnTo>
                  <a:lnTo>
                    <a:pt x="3733944" y="2122447"/>
                  </a:lnTo>
                  <a:lnTo>
                    <a:pt x="3785436" y="2125590"/>
                  </a:lnTo>
                  <a:lnTo>
                    <a:pt x="3820267" y="2127491"/>
                  </a:lnTo>
                  <a:lnTo>
                    <a:pt x="3839661" y="2128442"/>
                  </a:lnTo>
                  <a:lnTo>
                    <a:pt x="3847124" y="2128772"/>
                  </a:lnTo>
                  <a:lnTo>
                    <a:pt x="3848118" y="2128812"/>
                  </a:lnTo>
                  <a:lnTo>
                    <a:pt x="4386855" y="2128812"/>
                  </a:lnTo>
                  <a:lnTo>
                    <a:pt x="4388078" y="2128746"/>
                  </a:lnTo>
                  <a:lnTo>
                    <a:pt x="4396066" y="2128271"/>
                  </a:lnTo>
                  <a:lnTo>
                    <a:pt x="4416024" y="2126958"/>
                  </a:lnTo>
                  <a:lnTo>
                    <a:pt x="4451252" y="2124381"/>
                  </a:lnTo>
                  <a:lnTo>
                    <a:pt x="4502839" y="2120162"/>
                  </a:lnTo>
                  <a:lnTo>
                    <a:pt x="4569616" y="2114022"/>
                  </a:lnTo>
                  <a:lnTo>
                    <a:pt x="4648556" y="2105804"/>
                  </a:lnTo>
                  <a:lnTo>
                    <a:pt x="4735534" y="2095460"/>
                  </a:lnTo>
                  <a:lnTo>
                    <a:pt x="4826210" y="2083018"/>
                  </a:lnTo>
                  <a:lnTo>
                    <a:pt x="4916746" y="2068528"/>
                  </a:lnTo>
                  <a:lnTo>
                    <a:pt x="5004226" y="2052015"/>
                  </a:lnTo>
                  <a:lnTo>
                    <a:pt x="5086767" y="2033441"/>
                  </a:lnTo>
                  <a:lnTo>
                    <a:pt x="5163419" y="2012683"/>
                  </a:lnTo>
                  <a:lnTo>
                    <a:pt x="5233967" y="1989530"/>
                  </a:lnTo>
                  <a:lnTo>
                    <a:pt x="5298715" y="1963678"/>
                  </a:lnTo>
                  <a:lnTo>
                    <a:pt x="5358299" y="1934742"/>
                  </a:lnTo>
                  <a:lnTo>
                    <a:pt x="5413539" y="1902275"/>
                  </a:lnTo>
                  <a:lnTo>
                    <a:pt x="5465336" y="1865804"/>
                  </a:lnTo>
                  <a:lnTo>
                    <a:pt x="5514586" y="1824896"/>
                  </a:lnTo>
                  <a:lnTo>
                    <a:pt x="5562100" y="1779268"/>
                  </a:lnTo>
                  <a:lnTo>
                    <a:pt x="5567201" y="1774010"/>
                  </a:lnTo>
                  <a:lnTo>
                    <a:pt x="5606635" y="1731068"/>
                  </a:lnTo>
                  <a:lnTo>
                    <a:pt x="5645689" y="1684620"/>
                  </a:lnTo>
                  <a:lnTo>
                    <a:pt x="5684645" y="1634598"/>
                  </a:lnTo>
                  <a:lnTo>
                    <a:pt x="5723717" y="1581005"/>
                  </a:lnTo>
                  <a:lnTo>
                    <a:pt x="5763055" y="1523927"/>
                  </a:lnTo>
                  <a:lnTo>
                    <a:pt x="5802759" y="1463536"/>
                  </a:lnTo>
                  <a:lnTo>
                    <a:pt x="5842875" y="1400097"/>
                  </a:lnTo>
                  <a:lnTo>
                    <a:pt x="5883405" y="1333966"/>
                  </a:lnTo>
                  <a:lnTo>
                    <a:pt x="5924313" y="1265584"/>
                  </a:lnTo>
                  <a:lnTo>
                    <a:pt x="5965530" y="1195469"/>
                  </a:lnTo>
                  <a:lnTo>
                    <a:pt x="6006959" y="1124200"/>
                  </a:lnTo>
                  <a:lnTo>
                    <a:pt x="6048488" y="1052398"/>
                  </a:lnTo>
                  <a:lnTo>
                    <a:pt x="6089997" y="980703"/>
                  </a:lnTo>
                  <a:lnTo>
                    <a:pt x="6131367" y="909752"/>
                  </a:lnTo>
                  <a:lnTo>
                    <a:pt x="6172489" y="840154"/>
                  </a:lnTo>
                  <a:lnTo>
                    <a:pt x="6213278" y="772470"/>
                  </a:lnTo>
                  <a:lnTo>
                    <a:pt x="6253672" y="707194"/>
                  </a:lnTo>
                  <a:lnTo>
                    <a:pt x="6293647" y="644738"/>
                  </a:lnTo>
                  <a:lnTo>
                    <a:pt x="6333221" y="585430"/>
                  </a:lnTo>
                  <a:lnTo>
                    <a:pt x="6372457" y="529502"/>
                  </a:lnTo>
                  <a:lnTo>
                    <a:pt x="6411470" y="477097"/>
                  </a:lnTo>
                  <a:lnTo>
                    <a:pt x="6450432" y="428273"/>
                  </a:lnTo>
                  <a:lnTo>
                    <a:pt x="6489578" y="383008"/>
                  </a:lnTo>
                  <a:lnTo>
                    <a:pt x="6515891" y="354802"/>
                  </a:lnTo>
                  <a:lnTo>
                    <a:pt x="6563260" y="308655"/>
                  </a:lnTo>
                  <a:lnTo>
                    <a:pt x="6612283" y="267242"/>
                  </a:lnTo>
                  <a:lnTo>
                    <a:pt x="6663760" y="230308"/>
                  </a:lnTo>
                  <a:lnTo>
                    <a:pt x="6718580" y="197428"/>
                  </a:lnTo>
                  <a:lnTo>
                    <a:pt x="6777649" y="168129"/>
                  </a:lnTo>
                  <a:lnTo>
                    <a:pt x="6841799" y="141961"/>
                  </a:lnTo>
                  <a:lnTo>
                    <a:pt x="6911693" y="118530"/>
                  </a:lnTo>
                  <a:lnTo>
                    <a:pt x="6987680" y="97523"/>
                  </a:lnTo>
                  <a:lnTo>
                    <a:pt x="7069610" y="78719"/>
                  </a:lnTo>
                  <a:lnTo>
                    <a:pt x="7156626" y="61984"/>
                  </a:lnTo>
                  <a:lnTo>
                    <a:pt x="7246952" y="47274"/>
                  </a:lnTo>
                  <a:lnTo>
                    <a:pt x="7337784" y="34607"/>
                  </a:lnTo>
                  <a:lnTo>
                    <a:pt x="7425372" y="24032"/>
                  </a:lnTo>
                  <a:lnTo>
                    <a:pt x="7505399" y="15582"/>
                  </a:lnTo>
                  <a:lnTo>
                    <a:pt x="7573675" y="9222"/>
                  </a:lnTo>
                  <a:lnTo>
                    <a:pt x="7627012" y="4805"/>
                  </a:lnTo>
                  <a:lnTo>
                    <a:pt x="7664010" y="2066"/>
                  </a:lnTo>
                  <a:lnTo>
                    <a:pt x="7685510" y="635"/>
                  </a:lnTo>
                  <a:lnTo>
                    <a:pt x="7694581" y="90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3" name="pl313"/>
            <p:cNvSpPr/>
            <p:nvPr/>
          </p:nvSpPr>
          <p:spPr>
            <a:xfrm>
              <a:off x="546595" y="1507247"/>
              <a:ext cx="8234974" cy="2128812"/>
            </a:xfrm>
            <a:custGeom>
              <a:avLst/>
              <a:pathLst>
                <a:path w="8234974" h="2128812">
                  <a:moveTo>
                    <a:pt x="8234974" y="0"/>
                  </a:moveTo>
                  <a:lnTo>
                    <a:pt x="7696237" y="0"/>
                  </a:lnTo>
                  <a:lnTo>
                    <a:pt x="7695015" y="66"/>
                  </a:lnTo>
                  <a:lnTo>
                    <a:pt x="7687027" y="541"/>
                  </a:lnTo>
                  <a:lnTo>
                    <a:pt x="7667068" y="1854"/>
                  </a:lnTo>
                  <a:lnTo>
                    <a:pt x="7631840" y="4431"/>
                  </a:lnTo>
                  <a:lnTo>
                    <a:pt x="7580254" y="8650"/>
                  </a:lnTo>
                  <a:lnTo>
                    <a:pt x="7513477" y="14789"/>
                  </a:lnTo>
                  <a:lnTo>
                    <a:pt x="7434537" y="23008"/>
                  </a:lnTo>
                  <a:lnTo>
                    <a:pt x="7347558" y="33352"/>
                  </a:lnTo>
                  <a:lnTo>
                    <a:pt x="7256883" y="45794"/>
                  </a:lnTo>
                  <a:lnTo>
                    <a:pt x="7166347" y="60284"/>
                  </a:lnTo>
                  <a:lnTo>
                    <a:pt x="7078867" y="76796"/>
                  </a:lnTo>
                  <a:lnTo>
                    <a:pt x="6996326" y="95371"/>
                  </a:lnTo>
                  <a:lnTo>
                    <a:pt x="6919674" y="116128"/>
                  </a:lnTo>
                  <a:lnTo>
                    <a:pt x="6849125" y="139282"/>
                  </a:lnTo>
                  <a:lnTo>
                    <a:pt x="6784377" y="165134"/>
                  </a:lnTo>
                  <a:lnTo>
                    <a:pt x="6724793" y="194070"/>
                  </a:lnTo>
                  <a:lnTo>
                    <a:pt x="6669553" y="226537"/>
                  </a:lnTo>
                  <a:lnTo>
                    <a:pt x="6617756" y="263008"/>
                  </a:lnTo>
                  <a:lnTo>
                    <a:pt x="6568507" y="303916"/>
                  </a:lnTo>
                  <a:lnTo>
                    <a:pt x="6520992" y="349543"/>
                  </a:lnTo>
                  <a:lnTo>
                    <a:pt x="6515891" y="354802"/>
                  </a:lnTo>
                  <a:lnTo>
                    <a:pt x="6476457" y="397744"/>
                  </a:lnTo>
                  <a:lnTo>
                    <a:pt x="6437403" y="444192"/>
                  </a:lnTo>
                  <a:lnTo>
                    <a:pt x="6398447" y="494214"/>
                  </a:lnTo>
                  <a:lnTo>
                    <a:pt x="6359376" y="547807"/>
                  </a:lnTo>
                  <a:lnTo>
                    <a:pt x="6320037" y="604885"/>
                  </a:lnTo>
                  <a:lnTo>
                    <a:pt x="6280333" y="665276"/>
                  </a:lnTo>
                  <a:lnTo>
                    <a:pt x="6240218" y="728714"/>
                  </a:lnTo>
                  <a:lnTo>
                    <a:pt x="6199687" y="794846"/>
                  </a:lnTo>
                  <a:lnTo>
                    <a:pt x="6158779" y="863228"/>
                  </a:lnTo>
                  <a:lnTo>
                    <a:pt x="6117563" y="933343"/>
                  </a:lnTo>
                  <a:lnTo>
                    <a:pt x="6076134" y="1004612"/>
                  </a:lnTo>
                  <a:lnTo>
                    <a:pt x="6034605" y="1076414"/>
                  </a:lnTo>
                  <a:lnTo>
                    <a:pt x="5993096" y="1148109"/>
                  </a:lnTo>
                  <a:lnTo>
                    <a:pt x="5951726" y="1219060"/>
                  </a:lnTo>
                  <a:lnTo>
                    <a:pt x="5910603" y="1288658"/>
                  </a:lnTo>
                  <a:lnTo>
                    <a:pt x="5869815" y="1356342"/>
                  </a:lnTo>
                  <a:lnTo>
                    <a:pt x="5829421" y="1421618"/>
                  </a:lnTo>
                  <a:lnTo>
                    <a:pt x="5789445" y="1484073"/>
                  </a:lnTo>
                  <a:lnTo>
                    <a:pt x="5749871" y="1543382"/>
                  </a:lnTo>
                  <a:lnTo>
                    <a:pt x="5710635" y="1599310"/>
                  </a:lnTo>
                  <a:lnTo>
                    <a:pt x="5671622" y="1651714"/>
                  </a:lnTo>
                  <a:lnTo>
                    <a:pt x="5632660" y="1700539"/>
                  </a:lnTo>
                  <a:lnTo>
                    <a:pt x="5593515" y="1745804"/>
                  </a:lnTo>
                  <a:lnTo>
                    <a:pt x="5567201" y="1774010"/>
                  </a:lnTo>
                  <a:lnTo>
                    <a:pt x="5519833" y="1820157"/>
                  </a:lnTo>
                  <a:lnTo>
                    <a:pt x="5470810" y="1861570"/>
                  </a:lnTo>
                  <a:lnTo>
                    <a:pt x="5419333" y="1898504"/>
                  </a:lnTo>
                  <a:lnTo>
                    <a:pt x="5364512" y="1931384"/>
                  </a:lnTo>
                  <a:lnTo>
                    <a:pt x="5305444" y="1960683"/>
                  </a:lnTo>
                  <a:lnTo>
                    <a:pt x="5241293" y="1986851"/>
                  </a:lnTo>
                  <a:lnTo>
                    <a:pt x="5171399" y="2010282"/>
                  </a:lnTo>
                  <a:lnTo>
                    <a:pt x="5095413" y="2031288"/>
                  </a:lnTo>
                  <a:lnTo>
                    <a:pt x="5013482" y="2050093"/>
                  </a:lnTo>
                  <a:lnTo>
                    <a:pt x="4926467" y="2066828"/>
                  </a:lnTo>
                  <a:lnTo>
                    <a:pt x="4836141" y="2081538"/>
                  </a:lnTo>
                  <a:lnTo>
                    <a:pt x="4745308" y="2094205"/>
                  </a:lnTo>
                  <a:lnTo>
                    <a:pt x="4657720" y="2104780"/>
                  </a:lnTo>
                  <a:lnTo>
                    <a:pt x="4577693" y="2113230"/>
                  </a:lnTo>
                  <a:lnTo>
                    <a:pt x="4509417" y="2119590"/>
                  </a:lnTo>
                  <a:lnTo>
                    <a:pt x="4456081" y="2124007"/>
                  </a:lnTo>
                  <a:lnTo>
                    <a:pt x="4419082" y="2126746"/>
                  </a:lnTo>
                  <a:lnTo>
                    <a:pt x="4397583" y="2128177"/>
                  </a:lnTo>
                  <a:lnTo>
                    <a:pt x="4388512" y="2128722"/>
                  </a:lnTo>
                  <a:lnTo>
                    <a:pt x="4386857" y="2128812"/>
                  </a:lnTo>
                  <a:lnTo>
                    <a:pt x="4386855" y="2128812"/>
                  </a:lnTo>
                  <a:lnTo>
                    <a:pt x="3848118" y="2128812"/>
                  </a:lnTo>
                  <a:lnTo>
                    <a:pt x="3846862" y="2128761"/>
                  </a:lnTo>
                  <a:lnTo>
                    <a:pt x="3838659" y="2128395"/>
                  </a:lnTo>
                  <a:lnTo>
                    <a:pt x="3818184" y="2127383"/>
                  </a:lnTo>
                  <a:lnTo>
                    <a:pt x="3782095" y="2125397"/>
                  </a:lnTo>
                  <a:lnTo>
                    <a:pt x="3729351" y="2122149"/>
                  </a:lnTo>
                  <a:lnTo>
                    <a:pt x="3661240" y="2117428"/>
                  </a:lnTo>
                  <a:lnTo>
                    <a:pt x="3580955" y="2111115"/>
                  </a:lnTo>
                  <a:lnTo>
                    <a:pt x="3492772" y="2103179"/>
                  </a:lnTo>
                  <a:lnTo>
                    <a:pt x="3401137" y="2093646"/>
                  </a:lnTo>
                  <a:lnTo>
                    <a:pt x="3309931" y="2082552"/>
                  </a:lnTo>
                  <a:lnTo>
                    <a:pt x="3222058" y="2069912"/>
                  </a:lnTo>
                  <a:lnTo>
                    <a:pt x="3139355" y="2055693"/>
                  </a:lnTo>
                  <a:lnTo>
                    <a:pt x="3062707" y="2039793"/>
                  </a:lnTo>
                  <a:lnTo>
                    <a:pt x="2992263" y="2022039"/>
                  </a:lnTo>
                  <a:lnTo>
                    <a:pt x="2927658" y="2002189"/>
                  </a:lnTo>
                  <a:lnTo>
                    <a:pt x="2868205" y="1979941"/>
                  </a:lnTo>
                  <a:lnTo>
                    <a:pt x="2813044" y="1954944"/>
                  </a:lnTo>
                  <a:lnTo>
                    <a:pt x="2761243" y="1926835"/>
                  </a:lnTo>
                  <a:lnTo>
                    <a:pt x="2711891" y="1895291"/>
                  </a:lnTo>
                  <a:lnTo>
                    <a:pt x="2667772" y="1862938"/>
                  </a:lnTo>
                  <a:lnTo>
                    <a:pt x="2624638" y="1827584"/>
                  </a:lnTo>
                  <a:lnTo>
                    <a:pt x="2581925" y="1789076"/>
                  </a:lnTo>
                  <a:lnTo>
                    <a:pt x="2539276" y="1747357"/>
                  </a:lnTo>
                  <a:lnTo>
                    <a:pt x="2496431" y="1702448"/>
                  </a:lnTo>
                  <a:lnTo>
                    <a:pt x="2453216" y="1654461"/>
                  </a:lnTo>
                  <a:lnTo>
                    <a:pt x="2409531" y="1603603"/>
                  </a:lnTo>
                  <a:lnTo>
                    <a:pt x="2365345" y="1550182"/>
                  </a:lnTo>
                  <a:lnTo>
                    <a:pt x="2320688" y="1494599"/>
                  </a:lnTo>
                  <a:lnTo>
                    <a:pt x="2275638" y="1437343"/>
                  </a:lnTo>
                  <a:lnTo>
                    <a:pt x="2230315" y="1378970"/>
                  </a:lnTo>
                  <a:lnTo>
                    <a:pt x="2184864" y="1320088"/>
                  </a:lnTo>
                  <a:lnTo>
                    <a:pt x="2139444" y="1261325"/>
                  </a:lnTo>
                  <a:lnTo>
                    <a:pt x="2094208" y="1203303"/>
                  </a:lnTo>
                  <a:lnTo>
                    <a:pt x="2049294" y="1146615"/>
                  </a:lnTo>
                  <a:lnTo>
                    <a:pt x="2004807" y="1091793"/>
                  </a:lnTo>
                  <a:lnTo>
                    <a:pt x="1960810" y="1039296"/>
                  </a:lnTo>
                  <a:lnTo>
                    <a:pt x="1917309" y="989489"/>
                  </a:lnTo>
                  <a:lnTo>
                    <a:pt x="1874248" y="942642"/>
                  </a:lnTo>
                  <a:lnTo>
                    <a:pt x="1831502" y="898927"/>
                  </a:lnTo>
                  <a:lnTo>
                    <a:pt x="1788865" y="858419"/>
                  </a:lnTo>
                  <a:lnTo>
                    <a:pt x="1746041" y="821110"/>
                  </a:lnTo>
                  <a:lnTo>
                    <a:pt x="1719082" y="799439"/>
                  </a:lnTo>
                  <a:lnTo>
                    <a:pt x="1671267" y="764553"/>
                  </a:lnTo>
                  <a:lnTo>
                    <a:pt x="1621759" y="733281"/>
                  </a:lnTo>
                  <a:lnTo>
                    <a:pt x="1569735" y="705421"/>
                  </a:lnTo>
                  <a:lnTo>
                    <a:pt x="1514278" y="680646"/>
                  </a:lnTo>
                  <a:lnTo>
                    <a:pt x="1454462" y="658593"/>
                  </a:lnTo>
                  <a:lnTo>
                    <a:pt x="1389432" y="638913"/>
                  </a:lnTo>
                  <a:lnTo>
                    <a:pt x="1318522" y="621308"/>
                  </a:lnTo>
                  <a:lnTo>
                    <a:pt x="1241400" y="605541"/>
                  </a:lnTo>
                  <a:lnTo>
                    <a:pt x="1158260" y="591445"/>
                  </a:lnTo>
                  <a:lnTo>
                    <a:pt x="1070056" y="578924"/>
                  </a:lnTo>
                  <a:lnTo>
                    <a:pt x="978701" y="567948"/>
                  </a:lnTo>
                  <a:lnTo>
                    <a:pt x="887182" y="558535"/>
                  </a:lnTo>
                  <a:lnTo>
                    <a:pt x="799441" y="550723"/>
                  </a:lnTo>
                  <a:lnTo>
                    <a:pt x="719942" y="544533"/>
                  </a:lnTo>
                  <a:lnTo>
                    <a:pt x="652911" y="539929"/>
                  </a:lnTo>
                  <a:lnTo>
                    <a:pt x="601419" y="536786"/>
                  </a:lnTo>
                  <a:lnTo>
                    <a:pt x="566588" y="534885"/>
                  </a:lnTo>
                  <a:lnTo>
                    <a:pt x="547194" y="533935"/>
                  </a:lnTo>
                  <a:lnTo>
                    <a:pt x="539731" y="533604"/>
                  </a:lnTo>
                  <a:lnTo>
                    <a:pt x="538736" y="533564"/>
                  </a:lnTo>
                  <a:lnTo>
                    <a:pt x="0" y="533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4" name="pg314"/>
            <p:cNvSpPr/>
            <p:nvPr/>
          </p:nvSpPr>
          <p:spPr>
            <a:xfrm>
              <a:off x="546595" y="1686917"/>
              <a:ext cx="8234974" cy="1960032"/>
            </a:xfrm>
            <a:custGeom>
              <a:avLst/>
              <a:pathLst>
                <a:path w="8234974" h="1960032">
                  <a:moveTo>
                    <a:pt x="0" y="364783"/>
                  </a:moveTo>
                  <a:lnTo>
                    <a:pt x="538736" y="364783"/>
                  </a:lnTo>
                  <a:lnTo>
                    <a:pt x="539992" y="364835"/>
                  </a:lnTo>
                  <a:lnTo>
                    <a:pt x="548195" y="365200"/>
                  </a:lnTo>
                  <a:lnTo>
                    <a:pt x="568671" y="366212"/>
                  </a:lnTo>
                  <a:lnTo>
                    <a:pt x="604759" y="368198"/>
                  </a:lnTo>
                  <a:lnTo>
                    <a:pt x="657504" y="371446"/>
                  </a:lnTo>
                  <a:lnTo>
                    <a:pt x="725614" y="376168"/>
                  </a:lnTo>
                  <a:lnTo>
                    <a:pt x="805899" y="382481"/>
                  </a:lnTo>
                  <a:lnTo>
                    <a:pt x="894083" y="390416"/>
                  </a:lnTo>
                  <a:lnTo>
                    <a:pt x="985717" y="399950"/>
                  </a:lnTo>
                  <a:lnTo>
                    <a:pt x="1076924" y="411044"/>
                  </a:lnTo>
                  <a:lnTo>
                    <a:pt x="1164796" y="423683"/>
                  </a:lnTo>
                  <a:lnTo>
                    <a:pt x="1247499" y="437903"/>
                  </a:lnTo>
                  <a:lnTo>
                    <a:pt x="1324147" y="453803"/>
                  </a:lnTo>
                  <a:lnTo>
                    <a:pt x="1394592" y="471557"/>
                  </a:lnTo>
                  <a:lnTo>
                    <a:pt x="1459197" y="491406"/>
                  </a:lnTo>
                  <a:lnTo>
                    <a:pt x="1518650" y="513655"/>
                  </a:lnTo>
                  <a:lnTo>
                    <a:pt x="1573811" y="538652"/>
                  </a:lnTo>
                  <a:lnTo>
                    <a:pt x="1625612" y="566761"/>
                  </a:lnTo>
                  <a:lnTo>
                    <a:pt x="1674964" y="598305"/>
                  </a:lnTo>
                  <a:lnTo>
                    <a:pt x="1719082" y="630658"/>
                  </a:lnTo>
                  <a:lnTo>
                    <a:pt x="1762216" y="666012"/>
                  </a:lnTo>
                  <a:lnTo>
                    <a:pt x="1804930" y="704519"/>
                  </a:lnTo>
                  <a:lnTo>
                    <a:pt x="1847579" y="746239"/>
                  </a:lnTo>
                  <a:lnTo>
                    <a:pt x="1890423" y="791148"/>
                  </a:lnTo>
                  <a:lnTo>
                    <a:pt x="1933639" y="839135"/>
                  </a:lnTo>
                  <a:lnTo>
                    <a:pt x="1977324" y="889992"/>
                  </a:lnTo>
                  <a:lnTo>
                    <a:pt x="2021510" y="943413"/>
                  </a:lnTo>
                  <a:lnTo>
                    <a:pt x="2066167" y="998996"/>
                  </a:lnTo>
                  <a:lnTo>
                    <a:pt x="2111217" y="1056253"/>
                  </a:lnTo>
                  <a:lnTo>
                    <a:pt x="2156540" y="1114625"/>
                  </a:lnTo>
                  <a:lnTo>
                    <a:pt x="2201990" y="1173508"/>
                  </a:lnTo>
                  <a:lnTo>
                    <a:pt x="2247411" y="1232271"/>
                  </a:lnTo>
                  <a:lnTo>
                    <a:pt x="2292647" y="1290292"/>
                  </a:lnTo>
                  <a:lnTo>
                    <a:pt x="2337561" y="1346981"/>
                  </a:lnTo>
                  <a:lnTo>
                    <a:pt x="2382047" y="1401802"/>
                  </a:lnTo>
                  <a:lnTo>
                    <a:pt x="2426045" y="1454300"/>
                  </a:lnTo>
                  <a:lnTo>
                    <a:pt x="2469546" y="1504107"/>
                  </a:lnTo>
                  <a:lnTo>
                    <a:pt x="2512606" y="1550953"/>
                  </a:lnTo>
                  <a:lnTo>
                    <a:pt x="2555352" y="1594669"/>
                  </a:lnTo>
                  <a:lnTo>
                    <a:pt x="2597990" y="1635177"/>
                  </a:lnTo>
                  <a:lnTo>
                    <a:pt x="2640814" y="1672486"/>
                  </a:lnTo>
                  <a:lnTo>
                    <a:pt x="2667772" y="1694157"/>
                  </a:lnTo>
                  <a:lnTo>
                    <a:pt x="2715588" y="1729042"/>
                  </a:lnTo>
                  <a:lnTo>
                    <a:pt x="2765096" y="1760315"/>
                  </a:lnTo>
                  <a:lnTo>
                    <a:pt x="2817120" y="1788175"/>
                  </a:lnTo>
                  <a:lnTo>
                    <a:pt x="2872576" y="1812949"/>
                  </a:lnTo>
                  <a:lnTo>
                    <a:pt x="2932393" y="1835003"/>
                  </a:lnTo>
                  <a:lnTo>
                    <a:pt x="2997422" y="1854682"/>
                  </a:lnTo>
                  <a:lnTo>
                    <a:pt x="3068332" y="1872287"/>
                  </a:lnTo>
                  <a:lnTo>
                    <a:pt x="3145455" y="1888054"/>
                  </a:lnTo>
                  <a:lnTo>
                    <a:pt x="3228594" y="1902151"/>
                  </a:lnTo>
                  <a:lnTo>
                    <a:pt x="3316799" y="1914671"/>
                  </a:lnTo>
                  <a:lnTo>
                    <a:pt x="3408154" y="1925648"/>
                  </a:lnTo>
                  <a:lnTo>
                    <a:pt x="3499673" y="1935061"/>
                  </a:lnTo>
                  <a:lnTo>
                    <a:pt x="3587413" y="1942873"/>
                  </a:lnTo>
                  <a:lnTo>
                    <a:pt x="3666912" y="1949062"/>
                  </a:lnTo>
                  <a:lnTo>
                    <a:pt x="3733944" y="1953666"/>
                  </a:lnTo>
                  <a:lnTo>
                    <a:pt x="3785436" y="1956809"/>
                  </a:lnTo>
                  <a:lnTo>
                    <a:pt x="3820267" y="1958710"/>
                  </a:lnTo>
                  <a:lnTo>
                    <a:pt x="3839661" y="1959661"/>
                  </a:lnTo>
                  <a:lnTo>
                    <a:pt x="3847124" y="1959991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090" y="1959970"/>
                  </a:lnTo>
                  <a:lnTo>
                    <a:pt x="4396153" y="1959530"/>
                  </a:lnTo>
                  <a:lnTo>
                    <a:pt x="4416293" y="1958312"/>
                  </a:lnTo>
                  <a:lnTo>
                    <a:pt x="4451823" y="1955922"/>
                  </a:lnTo>
                  <a:lnTo>
                    <a:pt x="4503817" y="1952012"/>
                  </a:lnTo>
                  <a:lnTo>
                    <a:pt x="4571064" y="1946323"/>
                  </a:lnTo>
                  <a:lnTo>
                    <a:pt x="4650479" y="1938710"/>
                  </a:lnTo>
                  <a:lnTo>
                    <a:pt x="4737884" y="1929133"/>
                  </a:lnTo>
                  <a:lnTo>
                    <a:pt x="4828900" y="1917619"/>
                  </a:lnTo>
                  <a:lnTo>
                    <a:pt x="4919675" y="1904214"/>
                  </a:lnTo>
                  <a:lnTo>
                    <a:pt x="5007297" y="1888938"/>
                  </a:lnTo>
                  <a:lnTo>
                    <a:pt x="5089897" y="1871755"/>
                  </a:lnTo>
                  <a:lnTo>
                    <a:pt x="5166550" y="1852547"/>
                  </a:lnTo>
                  <a:lnTo>
                    <a:pt x="5237063" y="1831116"/>
                  </a:lnTo>
                  <a:lnTo>
                    <a:pt x="5301761" y="1807175"/>
                  </a:lnTo>
                  <a:lnTo>
                    <a:pt x="5361297" y="1780364"/>
                  </a:lnTo>
                  <a:lnTo>
                    <a:pt x="5416509" y="1750269"/>
                  </a:lnTo>
                  <a:lnTo>
                    <a:pt x="5468305" y="1716448"/>
                  </a:lnTo>
                  <a:lnTo>
                    <a:pt x="5517589" y="1678507"/>
                  </a:lnTo>
                  <a:lnTo>
                    <a:pt x="5565172" y="1636195"/>
                  </a:lnTo>
                  <a:lnTo>
                    <a:pt x="5567201" y="1634267"/>
                  </a:lnTo>
                  <a:lnTo>
                    <a:pt x="5607777" y="1593643"/>
                  </a:lnTo>
                  <a:lnTo>
                    <a:pt x="5647959" y="1549607"/>
                  </a:lnTo>
                  <a:lnTo>
                    <a:pt x="5688052" y="1502094"/>
                  </a:lnTo>
                  <a:lnTo>
                    <a:pt x="5728284" y="1451114"/>
                  </a:lnTo>
                  <a:lnTo>
                    <a:pt x="5768814" y="1396760"/>
                  </a:lnTo>
                  <a:lnTo>
                    <a:pt x="5809740" y="1339216"/>
                  </a:lnTo>
                  <a:lnTo>
                    <a:pt x="5851106" y="1278764"/>
                  </a:lnTo>
                  <a:lnTo>
                    <a:pt x="5892906" y="1215774"/>
                  </a:lnTo>
                  <a:lnTo>
                    <a:pt x="5935092" y="1150707"/>
                  </a:lnTo>
                  <a:lnTo>
                    <a:pt x="5977580" y="1084098"/>
                  </a:lnTo>
                  <a:lnTo>
                    <a:pt x="6020260" y="1016539"/>
                  </a:lnTo>
                  <a:lnTo>
                    <a:pt x="6063006" y="948661"/>
                  </a:lnTo>
                  <a:lnTo>
                    <a:pt x="6105685" y="881105"/>
                  </a:lnTo>
                  <a:lnTo>
                    <a:pt x="6148172" y="814501"/>
                  </a:lnTo>
                  <a:lnTo>
                    <a:pt x="6190357" y="749442"/>
                  </a:lnTo>
                  <a:lnTo>
                    <a:pt x="6232155" y="686461"/>
                  </a:lnTo>
                  <a:lnTo>
                    <a:pt x="6273520" y="626020"/>
                  </a:lnTo>
                  <a:lnTo>
                    <a:pt x="6314444" y="568489"/>
                  </a:lnTo>
                  <a:lnTo>
                    <a:pt x="6354972" y="514148"/>
                  </a:lnTo>
                  <a:lnTo>
                    <a:pt x="6395203" y="463182"/>
                  </a:lnTo>
                  <a:lnTo>
                    <a:pt x="6435296" y="415683"/>
                  </a:lnTo>
                  <a:lnTo>
                    <a:pt x="6475479" y="371661"/>
                  </a:lnTo>
                  <a:lnTo>
                    <a:pt x="6515891" y="331209"/>
                  </a:lnTo>
                  <a:lnTo>
                    <a:pt x="6563417" y="288707"/>
                  </a:lnTo>
                  <a:lnTo>
                    <a:pt x="6612611" y="250580"/>
                  </a:lnTo>
                  <a:lnTo>
                    <a:pt x="6664281" y="216589"/>
                  </a:lnTo>
                  <a:lnTo>
                    <a:pt x="6719326" y="186341"/>
                  </a:lnTo>
                  <a:lnTo>
                    <a:pt x="6778657" y="159398"/>
                  </a:lnTo>
                  <a:lnTo>
                    <a:pt x="6843117" y="135341"/>
                  </a:lnTo>
                  <a:lnTo>
                    <a:pt x="6913369" y="113807"/>
                  </a:lnTo>
                  <a:lnTo>
                    <a:pt x="6989755" y="94508"/>
                  </a:lnTo>
                  <a:lnTo>
                    <a:pt x="7072112" y="77240"/>
                  </a:lnTo>
                  <a:lnTo>
                    <a:pt x="7159547" y="61884"/>
                  </a:lnTo>
                  <a:lnTo>
                    <a:pt x="7250239" y="48397"/>
                  </a:lnTo>
                  <a:lnTo>
                    <a:pt x="7341319" y="36800"/>
                  </a:lnTo>
                  <a:lnTo>
                    <a:pt x="7428969" y="27139"/>
                  </a:lnTo>
                  <a:lnTo>
                    <a:pt x="7508820" y="19442"/>
                  </a:lnTo>
                  <a:lnTo>
                    <a:pt x="7576668" y="13672"/>
                  </a:lnTo>
                  <a:lnTo>
                    <a:pt x="7629361" y="9689"/>
                  </a:lnTo>
                  <a:lnTo>
                    <a:pt x="7665598" y="7240"/>
                  </a:lnTo>
                  <a:lnTo>
                    <a:pt x="7686350" y="5980"/>
                  </a:lnTo>
                  <a:lnTo>
                    <a:pt x="7694839" y="551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62" y="1954536"/>
                  </a:lnTo>
                  <a:lnTo>
                    <a:pt x="3838659" y="1954170"/>
                  </a:lnTo>
                  <a:lnTo>
                    <a:pt x="3818184" y="1953158"/>
                  </a:lnTo>
                  <a:lnTo>
                    <a:pt x="3782095" y="1951172"/>
                  </a:lnTo>
                  <a:lnTo>
                    <a:pt x="3729351" y="1947924"/>
                  </a:lnTo>
                  <a:lnTo>
                    <a:pt x="3661240" y="1943202"/>
                  </a:lnTo>
                  <a:lnTo>
                    <a:pt x="3580955" y="1936890"/>
                  </a:lnTo>
                  <a:lnTo>
                    <a:pt x="3492772" y="1928954"/>
                  </a:lnTo>
                  <a:lnTo>
                    <a:pt x="3401137" y="1919421"/>
                  </a:lnTo>
                  <a:lnTo>
                    <a:pt x="3309931" y="1908326"/>
                  </a:lnTo>
                  <a:lnTo>
                    <a:pt x="3222058" y="1895687"/>
                  </a:lnTo>
                  <a:lnTo>
                    <a:pt x="3139355" y="1881468"/>
                  </a:lnTo>
                  <a:lnTo>
                    <a:pt x="3062707" y="1865567"/>
                  </a:lnTo>
                  <a:lnTo>
                    <a:pt x="2992263" y="1847814"/>
                  </a:lnTo>
                  <a:lnTo>
                    <a:pt x="2927658" y="1827964"/>
                  </a:lnTo>
                  <a:lnTo>
                    <a:pt x="2868205" y="1805716"/>
                  </a:lnTo>
                  <a:lnTo>
                    <a:pt x="2813044" y="1780719"/>
                  </a:lnTo>
                  <a:lnTo>
                    <a:pt x="2761243" y="1752610"/>
                  </a:lnTo>
                  <a:lnTo>
                    <a:pt x="2711891" y="1721066"/>
                  </a:lnTo>
                  <a:lnTo>
                    <a:pt x="2667772" y="1688713"/>
                  </a:lnTo>
                  <a:lnTo>
                    <a:pt x="2624638" y="1653359"/>
                  </a:lnTo>
                  <a:lnTo>
                    <a:pt x="2581925" y="1614851"/>
                  </a:lnTo>
                  <a:lnTo>
                    <a:pt x="2539276" y="1573132"/>
                  </a:lnTo>
                  <a:lnTo>
                    <a:pt x="2496431" y="1528223"/>
                  </a:lnTo>
                  <a:lnTo>
                    <a:pt x="2453216" y="1480236"/>
                  </a:lnTo>
                  <a:lnTo>
                    <a:pt x="2409531" y="1429378"/>
                  </a:lnTo>
                  <a:lnTo>
                    <a:pt x="2365345" y="1375957"/>
                  </a:lnTo>
                  <a:lnTo>
                    <a:pt x="2320688" y="1320374"/>
                  </a:lnTo>
                  <a:lnTo>
                    <a:pt x="2275638" y="1263118"/>
                  </a:lnTo>
                  <a:lnTo>
                    <a:pt x="2230315" y="1204745"/>
                  </a:lnTo>
                  <a:lnTo>
                    <a:pt x="2184864" y="1145863"/>
                  </a:lnTo>
                  <a:lnTo>
                    <a:pt x="2139444" y="1087099"/>
                  </a:lnTo>
                  <a:lnTo>
                    <a:pt x="2094208" y="1029078"/>
                  </a:lnTo>
                  <a:lnTo>
                    <a:pt x="2049294" y="972390"/>
                  </a:lnTo>
                  <a:lnTo>
                    <a:pt x="2004807" y="917568"/>
                  </a:lnTo>
                  <a:lnTo>
                    <a:pt x="1960810" y="865071"/>
                  </a:lnTo>
                  <a:lnTo>
                    <a:pt x="1917309" y="815264"/>
                  </a:lnTo>
                  <a:lnTo>
                    <a:pt x="1874248" y="768417"/>
                  </a:lnTo>
                  <a:lnTo>
                    <a:pt x="1831502" y="724701"/>
                  </a:lnTo>
                  <a:lnTo>
                    <a:pt x="1788865" y="684194"/>
                  </a:lnTo>
                  <a:lnTo>
                    <a:pt x="1746041" y="646885"/>
                  </a:lnTo>
                  <a:lnTo>
                    <a:pt x="1719082" y="625214"/>
                  </a:lnTo>
                  <a:lnTo>
                    <a:pt x="1671267" y="590328"/>
                  </a:lnTo>
                  <a:lnTo>
                    <a:pt x="1621759" y="559055"/>
                  </a:lnTo>
                  <a:lnTo>
                    <a:pt x="1569735" y="531196"/>
                  </a:lnTo>
                  <a:lnTo>
                    <a:pt x="1514278" y="506421"/>
                  </a:lnTo>
                  <a:lnTo>
                    <a:pt x="1454462" y="484368"/>
                  </a:lnTo>
                  <a:lnTo>
                    <a:pt x="1389432" y="464688"/>
                  </a:lnTo>
                  <a:lnTo>
                    <a:pt x="1318522" y="447083"/>
                  </a:lnTo>
                  <a:lnTo>
                    <a:pt x="1241400" y="431316"/>
                  </a:lnTo>
                  <a:lnTo>
                    <a:pt x="1158260" y="417220"/>
                  </a:lnTo>
                  <a:lnTo>
                    <a:pt x="1070056" y="404699"/>
                  </a:lnTo>
                  <a:lnTo>
                    <a:pt x="978701" y="393723"/>
                  </a:lnTo>
                  <a:lnTo>
                    <a:pt x="887182" y="384310"/>
                  </a:lnTo>
                  <a:lnTo>
                    <a:pt x="799441" y="376498"/>
                  </a:lnTo>
                  <a:lnTo>
                    <a:pt x="719942" y="370308"/>
                  </a:lnTo>
                  <a:lnTo>
                    <a:pt x="652911" y="365704"/>
                  </a:lnTo>
                  <a:lnTo>
                    <a:pt x="601419" y="362561"/>
                  </a:lnTo>
                  <a:lnTo>
                    <a:pt x="566588" y="360660"/>
                  </a:lnTo>
                  <a:lnTo>
                    <a:pt x="547194" y="359710"/>
                  </a:lnTo>
                  <a:lnTo>
                    <a:pt x="539731" y="359379"/>
                  </a:lnTo>
                  <a:lnTo>
                    <a:pt x="538736" y="359339"/>
                  </a:lnTo>
                  <a:lnTo>
                    <a:pt x="0" y="35933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15" name="pl315"/>
            <p:cNvSpPr/>
            <p:nvPr/>
          </p:nvSpPr>
          <p:spPr>
            <a:xfrm>
              <a:off x="546595" y="1692361"/>
              <a:ext cx="8234974" cy="1954587"/>
            </a:xfrm>
            <a:custGeom>
              <a:avLst/>
              <a:pathLst>
                <a:path w="8234974" h="1954587">
                  <a:moveTo>
                    <a:pt x="0" y="359339"/>
                  </a:moveTo>
                  <a:lnTo>
                    <a:pt x="538736" y="359339"/>
                  </a:lnTo>
                  <a:lnTo>
                    <a:pt x="539992" y="359390"/>
                  </a:lnTo>
                  <a:lnTo>
                    <a:pt x="548195" y="359756"/>
                  </a:lnTo>
                  <a:lnTo>
                    <a:pt x="568671" y="360768"/>
                  </a:lnTo>
                  <a:lnTo>
                    <a:pt x="604759" y="362754"/>
                  </a:lnTo>
                  <a:lnTo>
                    <a:pt x="657504" y="366002"/>
                  </a:lnTo>
                  <a:lnTo>
                    <a:pt x="725614" y="370724"/>
                  </a:lnTo>
                  <a:lnTo>
                    <a:pt x="805899" y="377036"/>
                  </a:lnTo>
                  <a:lnTo>
                    <a:pt x="894083" y="384972"/>
                  </a:lnTo>
                  <a:lnTo>
                    <a:pt x="985717" y="394505"/>
                  </a:lnTo>
                  <a:lnTo>
                    <a:pt x="1076924" y="405600"/>
                  </a:lnTo>
                  <a:lnTo>
                    <a:pt x="1164796" y="418239"/>
                  </a:lnTo>
                  <a:lnTo>
                    <a:pt x="1247499" y="432458"/>
                  </a:lnTo>
                  <a:lnTo>
                    <a:pt x="1324147" y="448359"/>
                  </a:lnTo>
                  <a:lnTo>
                    <a:pt x="1394592" y="466112"/>
                  </a:lnTo>
                  <a:lnTo>
                    <a:pt x="1459197" y="485962"/>
                  </a:lnTo>
                  <a:lnTo>
                    <a:pt x="1518650" y="508210"/>
                  </a:lnTo>
                  <a:lnTo>
                    <a:pt x="1573811" y="533207"/>
                  </a:lnTo>
                  <a:lnTo>
                    <a:pt x="1625612" y="561316"/>
                  </a:lnTo>
                  <a:lnTo>
                    <a:pt x="1674964" y="592860"/>
                  </a:lnTo>
                  <a:lnTo>
                    <a:pt x="1719082" y="625214"/>
                  </a:lnTo>
                  <a:lnTo>
                    <a:pt x="1762216" y="660567"/>
                  </a:lnTo>
                  <a:lnTo>
                    <a:pt x="1804930" y="699075"/>
                  </a:lnTo>
                  <a:lnTo>
                    <a:pt x="1847579" y="740794"/>
                  </a:lnTo>
                  <a:lnTo>
                    <a:pt x="1890423" y="785703"/>
                  </a:lnTo>
                  <a:lnTo>
                    <a:pt x="1933639" y="833690"/>
                  </a:lnTo>
                  <a:lnTo>
                    <a:pt x="1977324" y="884548"/>
                  </a:lnTo>
                  <a:lnTo>
                    <a:pt x="2021510" y="937969"/>
                  </a:lnTo>
                  <a:lnTo>
                    <a:pt x="2066167" y="993552"/>
                  </a:lnTo>
                  <a:lnTo>
                    <a:pt x="2111217" y="1050808"/>
                  </a:lnTo>
                  <a:lnTo>
                    <a:pt x="2156540" y="1109181"/>
                  </a:lnTo>
                  <a:lnTo>
                    <a:pt x="2201990" y="1168063"/>
                  </a:lnTo>
                  <a:lnTo>
                    <a:pt x="2247411" y="1226827"/>
                  </a:lnTo>
                  <a:lnTo>
                    <a:pt x="2292647" y="1284848"/>
                  </a:lnTo>
                  <a:lnTo>
                    <a:pt x="2337561" y="1341536"/>
                  </a:lnTo>
                  <a:lnTo>
                    <a:pt x="2382047" y="1396358"/>
                  </a:lnTo>
                  <a:lnTo>
                    <a:pt x="2426045" y="1448855"/>
                  </a:lnTo>
                  <a:lnTo>
                    <a:pt x="2469546" y="1498662"/>
                  </a:lnTo>
                  <a:lnTo>
                    <a:pt x="2512606" y="1545509"/>
                  </a:lnTo>
                  <a:lnTo>
                    <a:pt x="2555352" y="1589225"/>
                  </a:lnTo>
                  <a:lnTo>
                    <a:pt x="2597990" y="1629732"/>
                  </a:lnTo>
                  <a:lnTo>
                    <a:pt x="2640814" y="1667041"/>
                  </a:lnTo>
                  <a:lnTo>
                    <a:pt x="2667772" y="1688713"/>
                  </a:lnTo>
                  <a:lnTo>
                    <a:pt x="2715588" y="1723598"/>
                  </a:lnTo>
                  <a:lnTo>
                    <a:pt x="2765096" y="1754871"/>
                  </a:lnTo>
                  <a:lnTo>
                    <a:pt x="2817120" y="1782730"/>
                  </a:lnTo>
                  <a:lnTo>
                    <a:pt x="2872576" y="1807505"/>
                  </a:lnTo>
                  <a:lnTo>
                    <a:pt x="2932393" y="1829558"/>
                  </a:lnTo>
                  <a:lnTo>
                    <a:pt x="2997422" y="1849238"/>
                  </a:lnTo>
                  <a:lnTo>
                    <a:pt x="3068332" y="1866843"/>
                  </a:lnTo>
                  <a:lnTo>
                    <a:pt x="3145455" y="1882610"/>
                  </a:lnTo>
                  <a:lnTo>
                    <a:pt x="3228594" y="1896706"/>
                  </a:lnTo>
                  <a:lnTo>
                    <a:pt x="3316799" y="1909227"/>
                  </a:lnTo>
                  <a:lnTo>
                    <a:pt x="3408154" y="1920203"/>
                  </a:lnTo>
                  <a:lnTo>
                    <a:pt x="3499673" y="1929616"/>
                  </a:lnTo>
                  <a:lnTo>
                    <a:pt x="3587413" y="1937428"/>
                  </a:lnTo>
                  <a:lnTo>
                    <a:pt x="3666912" y="1943618"/>
                  </a:lnTo>
                  <a:lnTo>
                    <a:pt x="3733944" y="1948222"/>
                  </a:lnTo>
                  <a:lnTo>
                    <a:pt x="3785436" y="1951365"/>
                  </a:lnTo>
                  <a:lnTo>
                    <a:pt x="3820267" y="1953266"/>
                  </a:lnTo>
                  <a:lnTo>
                    <a:pt x="3839661" y="1954217"/>
                  </a:lnTo>
                  <a:lnTo>
                    <a:pt x="3847124" y="1954547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3" y="1954085"/>
                  </a:lnTo>
                  <a:lnTo>
                    <a:pt x="4416293" y="1952868"/>
                  </a:lnTo>
                  <a:lnTo>
                    <a:pt x="4451823" y="1950478"/>
                  </a:lnTo>
                  <a:lnTo>
                    <a:pt x="4503817" y="1946567"/>
                  </a:lnTo>
                  <a:lnTo>
                    <a:pt x="4571064" y="1940878"/>
                  </a:lnTo>
                  <a:lnTo>
                    <a:pt x="4650479" y="1933266"/>
                  </a:lnTo>
                  <a:lnTo>
                    <a:pt x="4737884" y="1923689"/>
                  </a:lnTo>
                  <a:lnTo>
                    <a:pt x="4828900" y="1912175"/>
                  </a:lnTo>
                  <a:lnTo>
                    <a:pt x="4919675" y="1898769"/>
                  </a:lnTo>
                  <a:lnTo>
                    <a:pt x="5007297" y="1883494"/>
                  </a:lnTo>
                  <a:lnTo>
                    <a:pt x="5089897" y="1866310"/>
                  </a:lnTo>
                  <a:lnTo>
                    <a:pt x="5166550" y="1847103"/>
                  </a:lnTo>
                  <a:lnTo>
                    <a:pt x="5237063" y="1825671"/>
                  </a:lnTo>
                  <a:lnTo>
                    <a:pt x="5301761" y="1801730"/>
                  </a:lnTo>
                  <a:lnTo>
                    <a:pt x="5361297" y="1774920"/>
                  </a:lnTo>
                  <a:lnTo>
                    <a:pt x="5416509" y="1744824"/>
                  </a:lnTo>
                  <a:lnTo>
                    <a:pt x="5468305" y="1711004"/>
                  </a:lnTo>
                  <a:lnTo>
                    <a:pt x="5517589" y="1673062"/>
                  </a:lnTo>
                  <a:lnTo>
                    <a:pt x="5565172" y="1630750"/>
                  </a:lnTo>
                  <a:lnTo>
                    <a:pt x="5567201" y="1628823"/>
                  </a:lnTo>
                  <a:lnTo>
                    <a:pt x="5607777" y="1588198"/>
                  </a:lnTo>
                  <a:lnTo>
                    <a:pt x="5647959" y="1544163"/>
                  </a:lnTo>
                  <a:lnTo>
                    <a:pt x="5688052" y="1496650"/>
                  </a:lnTo>
                  <a:lnTo>
                    <a:pt x="5728284" y="1445669"/>
                  </a:lnTo>
                  <a:lnTo>
                    <a:pt x="5768814" y="1391315"/>
                  </a:lnTo>
                  <a:lnTo>
                    <a:pt x="5809740" y="1333772"/>
                  </a:lnTo>
                  <a:lnTo>
                    <a:pt x="5851106" y="1273319"/>
                  </a:lnTo>
                  <a:lnTo>
                    <a:pt x="5892906" y="1210330"/>
                  </a:lnTo>
                  <a:lnTo>
                    <a:pt x="5935092" y="1145263"/>
                  </a:lnTo>
                  <a:lnTo>
                    <a:pt x="5977580" y="1078654"/>
                  </a:lnTo>
                  <a:lnTo>
                    <a:pt x="6020260" y="1011095"/>
                  </a:lnTo>
                  <a:lnTo>
                    <a:pt x="6063006" y="943217"/>
                  </a:lnTo>
                  <a:lnTo>
                    <a:pt x="6105685" y="875661"/>
                  </a:lnTo>
                  <a:lnTo>
                    <a:pt x="6148172" y="809056"/>
                  </a:lnTo>
                  <a:lnTo>
                    <a:pt x="6190357" y="743997"/>
                  </a:lnTo>
                  <a:lnTo>
                    <a:pt x="6232155" y="681017"/>
                  </a:lnTo>
                  <a:lnTo>
                    <a:pt x="6273520" y="620575"/>
                  </a:lnTo>
                  <a:lnTo>
                    <a:pt x="6314444" y="563044"/>
                  </a:lnTo>
                  <a:lnTo>
                    <a:pt x="6354972" y="508704"/>
                  </a:lnTo>
                  <a:lnTo>
                    <a:pt x="6395203" y="457737"/>
                  </a:lnTo>
                  <a:lnTo>
                    <a:pt x="6435296" y="410238"/>
                  </a:lnTo>
                  <a:lnTo>
                    <a:pt x="6475479" y="366217"/>
                  </a:lnTo>
                  <a:lnTo>
                    <a:pt x="6515891" y="325764"/>
                  </a:lnTo>
                  <a:lnTo>
                    <a:pt x="6563417" y="283262"/>
                  </a:lnTo>
                  <a:lnTo>
                    <a:pt x="6612611" y="245135"/>
                  </a:lnTo>
                  <a:lnTo>
                    <a:pt x="6664281" y="211144"/>
                  </a:lnTo>
                  <a:lnTo>
                    <a:pt x="6719326" y="180897"/>
                  </a:lnTo>
                  <a:lnTo>
                    <a:pt x="6778657" y="153953"/>
                  </a:lnTo>
                  <a:lnTo>
                    <a:pt x="6843117" y="129896"/>
                  </a:lnTo>
                  <a:lnTo>
                    <a:pt x="6913369" y="108362"/>
                  </a:lnTo>
                  <a:lnTo>
                    <a:pt x="6989755" y="89064"/>
                  </a:lnTo>
                  <a:lnTo>
                    <a:pt x="7072112" y="71796"/>
                  </a:lnTo>
                  <a:lnTo>
                    <a:pt x="7159547" y="56439"/>
                  </a:lnTo>
                  <a:lnTo>
                    <a:pt x="7250239" y="42953"/>
                  </a:lnTo>
                  <a:lnTo>
                    <a:pt x="7341319" y="31356"/>
                  </a:lnTo>
                  <a:lnTo>
                    <a:pt x="7428969" y="21694"/>
                  </a:lnTo>
                  <a:lnTo>
                    <a:pt x="7508820" y="13997"/>
                  </a:lnTo>
                  <a:lnTo>
                    <a:pt x="7576668" y="8227"/>
                  </a:lnTo>
                  <a:lnTo>
                    <a:pt x="7629361" y="4244"/>
                  </a:lnTo>
                  <a:lnTo>
                    <a:pt x="7665598" y="1795"/>
                  </a:lnTo>
                  <a:lnTo>
                    <a:pt x="7686350" y="535"/>
                  </a:lnTo>
                  <a:lnTo>
                    <a:pt x="7694839" y="70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6" name="pl316"/>
            <p:cNvSpPr/>
            <p:nvPr/>
          </p:nvSpPr>
          <p:spPr>
            <a:xfrm>
              <a:off x="546595" y="1686917"/>
              <a:ext cx="8234974" cy="1954587"/>
            </a:xfrm>
            <a:custGeom>
              <a:avLst/>
              <a:pathLst>
                <a:path w="8234974" h="1954587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62" y="1954536"/>
                  </a:lnTo>
                  <a:lnTo>
                    <a:pt x="3838659" y="1954170"/>
                  </a:lnTo>
                  <a:lnTo>
                    <a:pt x="3818184" y="1953158"/>
                  </a:lnTo>
                  <a:lnTo>
                    <a:pt x="3782095" y="1951172"/>
                  </a:lnTo>
                  <a:lnTo>
                    <a:pt x="3729351" y="1947924"/>
                  </a:lnTo>
                  <a:lnTo>
                    <a:pt x="3661240" y="1943202"/>
                  </a:lnTo>
                  <a:lnTo>
                    <a:pt x="3580955" y="1936890"/>
                  </a:lnTo>
                  <a:lnTo>
                    <a:pt x="3492772" y="1928954"/>
                  </a:lnTo>
                  <a:lnTo>
                    <a:pt x="3401137" y="1919421"/>
                  </a:lnTo>
                  <a:lnTo>
                    <a:pt x="3309931" y="1908326"/>
                  </a:lnTo>
                  <a:lnTo>
                    <a:pt x="3222058" y="1895687"/>
                  </a:lnTo>
                  <a:lnTo>
                    <a:pt x="3139355" y="1881468"/>
                  </a:lnTo>
                  <a:lnTo>
                    <a:pt x="3062707" y="1865567"/>
                  </a:lnTo>
                  <a:lnTo>
                    <a:pt x="2992263" y="1847814"/>
                  </a:lnTo>
                  <a:lnTo>
                    <a:pt x="2927658" y="1827964"/>
                  </a:lnTo>
                  <a:lnTo>
                    <a:pt x="2868205" y="1805716"/>
                  </a:lnTo>
                  <a:lnTo>
                    <a:pt x="2813044" y="1780719"/>
                  </a:lnTo>
                  <a:lnTo>
                    <a:pt x="2761243" y="1752610"/>
                  </a:lnTo>
                  <a:lnTo>
                    <a:pt x="2711891" y="1721066"/>
                  </a:lnTo>
                  <a:lnTo>
                    <a:pt x="2667772" y="1688713"/>
                  </a:lnTo>
                  <a:lnTo>
                    <a:pt x="2624638" y="1653359"/>
                  </a:lnTo>
                  <a:lnTo>
                    <a:pt x="2581925" y="1614851"/>
                  </a:lnTo>
                  <a:lnTo>
                    <a:pt x="2539276" y="1573132"/>
                  </a:lnTo>
                  <a:lnTo>
                    <a:pt x="2496431" y="1528223"/>
                  </a:lnTo>
                  <a:lnTo>
                    <a:pt x="2453216" y="1480236"/>
                  </a:lnTo>
                  <a:lnTo>
                    <a:pt x="2409531" y="1429378"/>
                  </a:lnTo>
                  <a:lnTo>
                    <a:pt x="2365345" y="1375957"/>
                  </a:lnTo>
                  <a:lnTo>
                    <a:pt x="2320688" y="1320374"/>
                  </a:lnTo>
                  <a:lnTo>
                    <a:pt x="2275638" y="1263118"/>
                  </a:lnTo>
                  <a:lnTo>
                    <a:pt x="2230315" y="1204745"/>
                  </a:lnTo>
                  <a:lnTo>
                    <a:pt x="2184864" y="1145863"/>
                  </a:lnTo>
                  <a:lnTo>
                    <a:pt x="2139444" y="1087099"/>
                  </a:lnTo>
                  <a:lnTo>
                    <a:pt x="2094208" y="1029078"/>
                  </a:lnTo>
                  <a:lnTo>
                    <a:pt x="2049294" y="972390"/>
                  </a:lnTo>
                  <a:lnTo>
                    <a:pt x="2004807" y="917568"/>
                  </a:lnTo>
                  <a:lnTo>
                    <a:pt x="1960810" y="865071"/>
                  </a:lnTo>
                  <a:lnTo>
                    <a:pt x="1917309" y="815264"/>
                  </a:lnTo>
                  <a:lnTo>
                    <a:pt x="1874248" y="768417"/>
                  </a:lnTo>
                  <a:lnTo>
                    <a:pt x="1831502" y="724701"/>
                  </a:lnTo>
                  <a:lnTo>
                    <a:pt x="1788865" y="684194"/>
                  </a:lnTo>
                  <a:lnTo>
                    <a:pt x="1746041" y="646885"/>
                  </a:lnTo>
                  <a:lnTo>
                    <a:pt x="1719082" y="625214"/>
                  </a:lnTo>
                  <a:lnTo>
                    <a:pt x="1671267" y="590328"/>
                  </a:lnTo>
                  <a:lnTo>
                    <a:pt x="1621759" y="559055"/>
                  </a:lnTo>
                  <a:lnTo>
                    <a:pt x="1569735" y="531196"/>
                  </a:lnTo>
                  <a:lnTo>
                    <a:pt x="1514278" y="506421"/>
                  </a:lnTo>
                  <a:lnTo>
                    <a:pt x="1454462" y="484368"/>
                  </a:lnTo>
                  <a:lnTo>
                    <a:pt x="1389432" y="464688"/>
                  </a:lnTo>
                  <a:lnTo>
                    <a:pt x="1318522" y="447083"/>
                  </a:lnTo>
                  <a:lnTo>
                    <a:pt x="1241400" y="431316"/>
                  </a:lnTo>
                  <a:lnTo>
                    <a:pt x="1158260" y="417220"/>
                  </a:lnTo>
                  <a:lnTo>
                    <a:pt x="1070056" y="404699"/>
                  </a:lnTo>
                  <a:lnTo>
                    <a:pt x="978701" y="393723"/>
                  </a:lnTo>
                  <a:lnTo>
                    <a:pt x="887182" y="384310"/>
                  </a:lnTo>
                  <a:lnTo>
                    <a:pt x="799441" y="376498"/>
                  </a:lnTo>
                  <a:lnTo>
                    <a:pt x="719942" y="370308"/>
                  </a:lnTo>
                  <a:lnTo>
                    <a:pt x="652911" y="365704"/>
                  </a:lnTo>
                  <a:lnTo>
                    <a:pt x="601419" y="362561"/>
                  </a:lnTo>
                  <a:lnTo>
                    <a:pt x="566588" y="360660"/>
                  </a:lnTo>
                  <a:lnTo>
                    <a:pt x="547194" y="359710"/>
                  </a:lnTo>
                  <a:lnTo>
                    <a:pt x="539731" y="359379"/>
                  </a:lnTo>
                  <a:lnTo>
                    <a:pt x="538736" y="359339"/>
                  </a:lnTo>
                  <a:lnTo>
                    <a:pt x="0" y="3593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7" name="pg317"/>
            <p:cNvSpPr/>
            <p:nvPr/>
          </p:nvSpPr>
          <p:spPr>
            <a:xfrm>
              <a:off x="546595" y="1888364"/>
              <a:ext cx="8234974" cy="1764029"/>
            </a:xfrm>
            <a:custGeom>
              <a:avLst/>
              <a:pathLst>
                <a:path w="8234974" h="1764029">
                  <a:moveTo>
                    <a:pt x="0" y="168780"/>
                  </a:moveTo>
                  <a:lnTo>
                    <a:pt x="538736" y="168780"/>
                  </a:lnTo>
                  <a:lnTo>
                    <a:pt x="539992" y="168831"/>
                  </a:lnTo>
                  <a:lnTo>
                    <a:pt x="548195" y="169197"/>
                  </a:lnTo>
                  <a:lnTo>
                    <a:pt x="568671" y="170209"/>
                  </a:lnTo>
                  <a:lnTo>
                    <a:pt x="604759" y="172195"/>
                  </a:lnTo>
                  <a:lnTo>
                    <a:pt x="657504" y="175443"/>
                  </a:lnTo>
                  <a:lnTo>
                    <a:pt x="725614" y="180165"/>
                  </a:lnTo>
                  <a:lnTo>
                    <a:pt x="805899" y="186478"/>
                  </a:lnTo>
                  <a:lnTo>
                    <a:pt x="894083" y="194413"/>
                  </a:lnTo>
                  <a:lnTo>
                    <a:pt x="985717" y="203947"/>
                  </a:lnTo>
                  <a:lnTo>
                    <a:pt x="1076924" y="215041"/>
                  </a:lnTo>
                  <a:lnTo>
                    <a:pt x="1164796" y="227680"/>
                  </a:lnTo>
                  <a:lnTo>
                    <a:pt x="1247499" y="241899"/>
                  </a:lnTo>
                  <a:lnTo>
                    <a:pt x="1324147" y="257800"/>
                  </a:lnTo>
                  <a:lnTo>
                    <a:pt x="1394592" y="275554"/>
                  </a:lnTo>
                  <a:lnTo>
                    <a:pt x="1459197" y="295403"/>
                  </a:lnTo>
                  <a:lnTo>
                    <a:pt x="1518650" y="317652"/>
                  </a:lnTo>
                  <a:lnTo>
                    <a:pt x="1573811" y="342649"/>
                  </a:lnTo>
                  <a:lnTo>
                    <a:pt x="1625612" y="370758"/>
                  </a:lnTo>
                  <a:lnTo>
                    <a:pt x="1674964" y="402301"/>
                  </a:lnTo>
                  <a:lnTo>
                    <a:pt x="1719082" y="434655"/>
                  </a:lnTo>
                  <a:lnTo>
                    <a:pt x="1762216" y="470008"/>
                  </a:lnTo>
                  <a:lnTo>
                    <a:pt x="1804930" y="508516"/>
                  </a:lnTo>
                  <a:lnTo>
                    <a:pt x="1847579" y="550235"/>
                  </a:lnTo>
                  <a:lnTo>
                    <a:pt x="1890423" y="595144"/>
                  </a:lnTo>
                  <a:lnTo>
                    <a:pt x="1933639" y="643132"/>
                  </a:lnTo>
                  <a:lnTo>
                    <a:pt x="1977324" y="693989"/>
                  </a:lnTo>
                  <a:lnTo>
                    <a:pt x="2021510" y="747410"/>
                  </a:lnTo>
                  <a:lnTo>
                    <a:pt x="2066167" y="802993"/>
                  </a:lnTo>
                  <a:lnTo>
                    <a:pt x="2111217" y="860250"/>
                  </a:lnTo>
                  <a:lnTo>
                    <a:pt x="2156540" y="918622"/>
                  </a:lnTo>
                  <a:lnTo>
                    <a:pt x="2201990" y="977504"/>
                  </a:lnTo>
                  <a:lnTo>
                    <a:pt x="2247411" y="1036268"/>
                  </a:lnTo>
                  <a:lnTo>
                    <a:pt x="2292647" y="1094289"/>
                  </a:lnTo>
                  <a:lnTo>
                    <a:pt x="2337561" y="1150977"/>
                  </a:lnTo>
                  <a:lnTo>
                    <a:pt x="2382047" y="1205799"/>
                  </a:lnTo>
                  <a:lnTo>
                    <a:pt x="2426045" y="1258297"/>
                  </a:lnTo>
                  <a:lnTo>
                    <a:pt x="2469546" y="1308103"/>
                  </a:lnTo>
                  <a:lnTo>
                    <a:pt x="2512606" y="1354950"/>
                  </a:lnTo>
                  <a:lnTo>
                    <a:pt x="2555352" y="1398666"/>
                  </a:lnTo>
                  <a:lnTo>
                    <a:pt x="2597990" y="1439174"/>
                  </a:lnTo>
                  <a:lnTo>
                    <a:pt x="2640814" y="1476482"/>
                  </a:lnTo>
                  <a:lnTo>
                    <a:pt x="2667772" y="1498154"/>
                  </a:lnTo>
                  <a:lnTo>
                    <a:pt x="2715588" y="1533039"/>
                  </a:lnTo>
                  <a:lnTo>
                    <a:pt x="2765096" y="1564312"/>
                  </a:lnTo>
                  <a:lnTo>
                    <a:pt x="2817120" y="1592171"/>
                  </a:lnTo>
                  <a:lnTo>
                    <a:pt x="2872576" y="1616946"/>
                  </a:lnTo>
                  <a:lnTo>
                    <a:pt x="2932393" y="1639000"/>
                  </a:lnTo>
                  <a:lnTo>
                    <a:pt x="2997422" y="1658679"/>
                  </a:lnTo>
                  <a:lnTo>
                    <a:pt x="3068332" y="1676284"/>
                  </a:lnTo>
                  <a:lnTo>
                    <a:pt x="3145455" y="1692051"/>
                  </a:lnTo>
                  <a:lnTo>
                    <a:pt x="3228594" y="1706147"/>
                  </a:lnTo>
                  <a:lnTo>
                    <a:pt x="3316799" y="1718668"/>
                  </a:lnTo>
                  <a:lnTo>
                    <a:pt x="3408154" y="1729644"/>
                  </a:lnTo>
                  <a:lnTo>
                    <a:pt x="3499673" y="1739058"/>
                  </a:lnTo>
                  <a:lnTo>
                    <a:pt x="3587413" y="1746870"/>
                  </a:lnTo>
                  <a:lnTo>
                    <a:pt x="3666912" y="1753059"/>
                  </a:lnTo>
                  <a:lnTo>
                    <a:pt x="3733944" y="1757663"/>
                  </a:lnTo>
                  <a:lnTo>
                    <a:pt x="3785436" y="1760806"/>
                  </a:lnTo>
                  <a:lnTo>
                    <a:pt x="3820267" y="1762707"/>
                  </a:lnTo>
                  <a:lnTo>
                    <a:pt x="3839661" y="1763658"/>
                  </a:lnTo>
                  <a:lnTo>
                    <a:pt x="3847124" y="1763988"/>
                  </a:lnTo>
                  <a:lnTo>
                    <a:pt x="3848118" y="1764029"/>
                  </a:lnTo>
                  <a:lnTo>
                    <a:pt x="4386855" y="1764029"/>
                  </a:lnTo>
                  <a:lnTo>
                    <a:pt x="4388102" y="1763973"/>
                  </a:lnTo>
                  <a:lnTo>
                    <a:pt x="4396244" y="1763572"/>
                  </a:lnTo>
                  <a:lnTo>
                    <a:pt x="4416574" y="1762466"/>
                  </a:lnTo>
                  <a:lnTo>
                    <a:pt x="4452420" y="1760293"/>
                  </a:lnTo>
                  <a:lnTo>
                    <a:pt x="4504839" y="1756739"/>
                  </a:lnTo>
                  <a:lnTo>
                    <a:pt x="4572575" y="1751572"/>
                  </a:lnTo>
                  <a:lnTo>
                    <a:pt x="4652484" y="1744661"/>
                  </a:lnTo>
                  <a:lnTo>
                    <a:pt x="4740330" y="1735970"/>
                  </a:lnTo>
                  <a:lnTo>
                    <a:pt x="4831699" y="1725525"/>
                  </a:lnTo>
                  <a:lnTo>
                    <a:pt x="4922719" y="1713368"/>
                  </a:lnTo>
                  <a:lnTo>
                    <a:pt x="5010485" y="1699517"/>
                  </a:lnTo>
                  <a:lnTo>
                    <a:pt x="5093144" y="1683935"/>
                  </a:lnTo>
                  <a:lnTo>
                    <a:pt x="5169795" y="1666514"/>
                  </a:lnTo>
                  <a:lnTo>
                    <a:pt x="5240269" y="1647068"/>
                  </a:lnTo>
                  <a:lnTo>
                    <a:pt x="5304915" y="1625335"/>
                  </a:lnTo>
                  <a:lnTo>
                    <a:pt x="5364404" y="1600985"/>
                  </a:lnTo>
                  <a:lnTo>
                    <a:pt x="5419586" y="1573637"/>
                  </a:lnTo>
                  <a:lnTo>
                    <a:pt x="5471384" y="1542892"/>
                  </a:lnTo>
                  <a:lnTo>
                    <a:pt x="5520706" y="1508395"/>
                  </a:lnTo>
                  <a:lnTo>
                    <a:pt x="5567201" y="1470931"/>
                  </a:lnTo>
                  <a:lnTo>
                    <a:pt x="5609139" y="1433092"/>
                  </a:lnTo>
                  <a:lnTo>
                    <a:pt x="5650669" y="1391970"/>
                  </a:lnTo>
                  <a:lnTo>
                    <a:pt x="5692122" y="1347503"/>
                  </a:lnTo>
                  <a:lnTo>
                    <a:pt x="5733744" y="1299707"/>
                  </a:lnTo>
                  <a:lnTo>
                    <a:pt x="5775701" y="1248686"/>
                  </a:lnTo>
                  <a:lnTo>
                    <a:pt x="5818093" y="1194639"/>
                  </a:lnTo>
                  <a:lnTo>
                    <a:pt x="5860958" y="1137860"/>
                  </a:lnTo>
                  <a:lnTo>
                    <a:pt x="5904278" y="1078739"/>
                  </a:lnTo>
                  <a:lnTo>
                    <a:pt x="5947990" y="1017754"/>
                  </a:lnTo>
                  <a:lnTo>
                    <a:pt x="5991991" y="955455"/>
                  </a:lnTo>
                  <a:lnTo>
                    <a:pt x="6036153" y="892444"/>
                  </a:lnTo>
                  <a:lnTo>
                    <a:pt x="6080332" y="829356"/>
                  </a:lnTo>
                  <a:lnTo>
                    <a:pt x="6124385" y="766826"/>
                  </a:lnTo>
                  <a:lnTo>
                    <a:pt x="6168178" y="705467"/>
                  </a:lnTo>
                  <a:lnTo>
                    <a:pt x="6211601" y="645844"/>
                  </a:lnTo>
                  <a:lnTo>
                    <a:pt x="6254581" y="588454"/>
                  </a:lnTo>
                  <a:lnTo>
                    <a:pt x="6297087" y="533709"/>
                  </a:lnTo>
                  <a:lnTo>
                    <a:pt x="6339144" y="481927"/>
                  </a:lnTo>
                  <a:lnTo>
                    <a:pt x="6380834" y="433331"/>
                  </a:lnTo>
                  <a:lnTo>
                    <a:pt x="6422309" y="388047"/>
                  </a:lnTo>
                  <a:lnTo>
                    <a:pt x="6463793" y="346111"/>
                  </a:lnTo>
                  <a:lnTo>
                    <a:pt x="6505596" y="307480"/>
                  </a:lnTo>
                  <a:lnTo>
                    <a:pt x="6515891" y="298541"/>
                  </a:lnTo>
                  <a:lnTo>
                    <a:pt x="6563581" y="260178"/>
                  </a:lnTo>
                  <a:lnTo>
                    <a:pt x="6612953" y="225778"/>
                  </a:lnTo>
                  <a:lnTo>
                    <a:pt x="6664824" y="195122"/>
                  </a:lnTo>
                  <a:lnTo>
                    <a:pt x="6720102" y="167852"/>
                  </a:lnTo>
                  <a:lnTo>
                    <a:pt x="6779708" y="143571"/>
                  </a:lnTo>
                  <a:lnTo>
                    <a:pt x="6844490" y="121898"/>
                  </a:lnTo>
                  <a:lnTo>
                    <a:pt x="6915115" y="102505"/>
                  </a:lnTo>
                  <a:lnTo>
                    <a:pt x="6991918" y="85131"/>
                  </a:lnTo>
                  <a:lnTo>
                    <a:pt x="7074718" y="69593"/>
                  </a:lnTo>
                  <a:lnTo>
                    <a:pt x="7162590" y="55784"/>
                  </a:lnTo>
                  <a:lnTo>
                    <a:pt x="7253659" y="43669"/>
                  </a:lnTo>
                  <a:lnTo>
                    <a:pt x="7344990" y="33267"/>
                  </a:lnTo>
                  <a:lnTo>
                    <a:pt x="7432696" y="24620"/>
                  </a:lnTo>
                  <a:lnTo>
                    <a:pt x="7512352" y="17752"/>
                  </a:lnTo>
                  <a:lnTo>
                    <a:pt x="7579741" y="12627"/>
                  </a:lnTo>
                  <a:lnTo>
                    <a:pt x="7631757" y="9110"/>
                  </a:lnTo>
                  <a:lnTo>
                    <a:pt x="7667198" y="6968"/>
                  </a:lnTo>
                  <a:lnTo>
                    <a:pt x="7687178" y="5883"/>
                  </a:lnTo>
                  <a:lnTo>
                    <a:pt x="7695079" y="549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1" y="56"/>
                  </a:lnTo>
                  <a:lnTo>
                    <a:pt x="7686848" y="456"/>
                  </a:lnTo>
                  <a:lnTo>
                    <a:pt x="7666519" y="1563"/>
                  </a:lnTo>
                  <a:lnTo>
                    <a:pt x="7630672" y="3735"/>
                  </a:lnTo>
                  <a:lnTo>
                    <a:pt x="7578253" y="7289"/>
                  </a:lnTo>
                  <a:lnTo>
                    <a:pt x="7510517" y="12456"/>
                  </a:lnTo>
                  <a:lnTo>
                    <a:pt x="7430609" y="19368"/>
                  </a:lnTo>
                  <a:lnTo>
                    <a:pt x="7342762" y="28058"/>
                  </a:lnTo>
                  <a:lnTo>
                    <a:pt x="7251394" y="38503"/>
                  </a:lnTo>
                  <a:lnTo>
                    <a:pt x="7160373" y="50660"/>
                  </a:lnTo>
                  <a:lnTo>
                    <a:pt x="7072608" y="64511"/>
                  </a:lnTo>
                  <a:lnTo>
                    <a:pt x="6989948" y="80093"/>
                  </a:lnTo>
                  <a:lnTo>
                    <a:pt x="6913297" y="97514"/>
                  </a:lnTo>
                  <a:lnTo>
                    <a:pt x="6842823" y="116960"/>
                  </a:lnTo>
                  <a:lnTo>
                    <a:pt x="6778177" y="138693"/>
                  </a:lnTo>
                  <a:lnTo>
                    <a:pt x="6718689" y="163043"/>
                  </a:lnTo>
                  <a:lnTo>
                    <a:pt x="6663506" y="190392"/>
                  </a:lnTo>
                  <a:lnTo>
                    <a:pt x="6611708" y="221136"/>
                  </a:lnTo>
                  <a:lnTo>
                    <a:pt x="6562387" y="255633"/>
                  </a:lnTo>
                  <a:lnTo>
                    <a:pt x="6515891" y="293097"/>
                  </a:lnTo>
                  <a:lnTo>
                    <a:pt x="6473953" y="330936"/>
                  </a:lnTo>
                  <a:lnTo>
                    <a:pt x="6432423" y="372058"/>
                  </a:lnTo>
                  <a:lnTo>
                    <a:pt x="6390970" y="416525"/>
                  </a:lnTo>
                  <a:lnTo>
                    <a:pt x="6349349" y="464321"/>
                  </a:lnTo>
                  <a:lnTo>
                    <a:pt x="6307392" y="515342"/>
                  </a:lnTo>
                  <a:lnTo>
                    <a:pt x="6264999" y="569389"/>
                  </a:lnTo>
                  <a:lnTo>
                    <a:pt x="6222134" y="626168"/>
                  </a:lnTo>
                  <a:lnTo>
                    <a:pt x="6178814" y="685289"/>
                  </a:lnTo>
                  <a:lnTo>
                    <a:pt x="6135102" y="746274"/>
                  </a:lnTo>
                  <a:lnTo>
                    <a:pt x="6091102" y="808573"/>
                  </a:lnTo>
                  <a:lnTo>
                    <a:pt x="6046940" y="871584"/>
                  </a:lnTo>
                  <a:lnTo>
                    <a:pt x="6002760" y="934672"/>
                  </a:lnTo>
                  <a:lnTo>
                    <a:pt x="5958708" y="997202"/>
                  </a:lnTo>
                  <a:lnTo>
                    <a:pt x="5914915" y="1058562"/>
                  </a:lnTo>
                  <a:lnTo>
                    <a:pt x="5871491" y="1118184"/>
                  </a:lnTo>
                  <a:lnTo>
                    <a:pt x="5828512" y="1175574"/>
                  </a:lnTo>
                  <a:lnTo>
                    <a:pt x="5786005" y="1230320"/>
                  </a:lnTo>
                  <a:lnTo>
                    <a:pt x="5743949" y="1282101"/>
                  </a:lnTo>
                  <a:lnTo>
                    <a:pt x="5702258" y="1330697"/>
                  </a:lnTo>
                  <a:lnTo>
                    <a:pt x="5660783" y="1375981"/>
                  </a:lnTo>
                  <a:lnTo>
                    <a:pt x="5619299" y="1417917"/>
                  </a:lnTo>
                  <a:lnTo>
                    <a:pt x="5577497" y="1456548"/>
                  </a:lnTo>
                  <a:lnTo>
                    <a:pt x="5567201" y="1465487"/>
                  </a:lnTo>
                  <a:lnTo>
                    <a:pt x="5519511" y="1503850"/>
                  </a:lnTo>
                  <a:lnTo>
                    <a:pt x="5470139" y="1538250"/>
                  </a:lnTo>
                  <a:lnTo>
                    <a:pt x="5418269" y="1568906"/>
                  </a:lnTo>
                  <a:lnTo>
                    <a:pt x="5362991" y="1596176"/>
                  </a:lnTo>
                  <a:lnTo>
                    <a:pt x="5303385" y="1620457"/>
                  </a:lnTo>
                  <a:lnTo>
                    <a:pt x="5238602" y="1642130"/>
                  </a:lnTo>
                  <a:lnTo>
                    <a:pt x="5167978" y="1661523"/>
                  </a:lnTo>
                  <a:lnTo>
                    <a:pt x="5091174" y="1678897"/>
                  </a:lnTo>
                  <a:lnTo>
                    <a:pt x="5008374" y="1694435"/>
                  </a:lnTo>
                  <a:lnTo>
                    <a:pt x="4920502" y="1708244"/>
                  </a:lnTo>
                  <a:lnTo>
                    <a:pt x="4829433" y="1720359"/>
                  </a:lnTo>
                  <a:lnTo>
                    <a:pt x="4738102" y="1730761"/>
                  </a:lnTo>
                  <a:lnTo>
                    <a:pt x="4650397" y="1739408"/>
                  </a:lnTo>
                  <a:lnTo>
                    <a:pt x="4570741" y="1746276"/>
                  </a:lnTo>
                  <a:lnTo>
                    <a:pt x="4503351" y="1751401"/>
                  </a:lnTo>
                  <a:lnTo>
                    <a:pt x="4451335" y="1754918"/>
                  </a:lnTo>
                  <a:lnTo>
                    <a:pt x="4415894" y="1757060"/>
                  </a:lnTo>
                  <a:lnTo>
                    <a:pt x="4395915" y="1758145"/>
                  </a:lnTo>
                  <a:lnTo>
                    <a:pt x="4388014" y="1758532"/>
                  </a:lnTo>
                  <a:lnTo>
                    <a:pt x="4386855" y="1758584"/>
                  </a:lnTo>
                  <a:lnTo>
                    <a:pt x="3848118" y="1758584"/>
                  </a:lnTo>
                  <a:lnTo>
                    <a:pt x="3846862" y="1758533"/>
                  </a:lnTo>
                  <a:lnTo>
                    <a:pt x="3838659" y="1758167"/>
                  </a:lnTo>
                  <a:lnTo>
                    <a:pt x="3818184" y="1757155"/>
                  </a:lnTo>
                  <a:lnTo>
                    <a:pt x="3782095" y="1755169"/>
                  </a:lnTo>
                  <a:lnTo>
                    <a:pt x="3729351" y="1751921"/>
                  </a:lnTo>
                  <a:lnTo>
                    <a:pt x="3661240" y="1747199"/>
                  </a:lnTo>
                  <a:lnTo>
                    <a:pt x="3580955" y="1740886"/>
                  </a:lnTo>
                  <a:lnTo>
                    <a:pt x="3492772" y="1732951"/>
                  </a:lnTo>
                  <a:lnTo>
                    <a:pt x="3401137" y="1723417"/>
                  </a:lnTo>
                  <a:lnTo>
                    <a:pt x="3309931" y="1712323"/>
                  </a:lnTo>
                  <a:lnTo>
                    <a:pt x="3222058" y="1699684"/>
                  </a:lnTo>
                  <a:lnTo>
                    <a:pt x="3139355" y="1685465"/>
                  </a:lnTo>
                  <a:lnTo>
                    <a:pt x="3062707" y="1669564"/>
                  </a:lnTo>
                  <a:lnTo>
                    <a:pt x="2992263" y="1651810"/>
                  </a:lnTo>
                  <a:lnTo>
                    <a:pt x="2927658" y="1631961"/>
                  </a:lnTo>
                  <a:lnTo>
                    <a:pt x="2868205" y="1609713"/>
                  </a:lnTo>
                  <a:lnTo>
                    <a:pt x="2813044" y="1584716"/>
                  </a:lnTo>
                  <a:lnTo>
                    <a:pt x="2761243" y="1556606"/>
                  </a:lnTo>
                  <a:lnTo>
                    <a:pt x="2711891" y="1525063"/>
                  </a:lnTo>
                  <a:lnTo>
                    <a:pt x="2667772" y="1492709"/>
                  </a:lnTo>
                  <a:lnTo>
                    <a:pt x="2624638" y="1457356"/>
                  </a:lnTo>
                  <a:lnTo>
                    <a:pt x="2581925" y="1418848"/>
                  </a:lnTo>
                  <a:lnTo>
                    <a:pt x="2539276" y="1377129"/>
                  </a:lnTo>
                  <a:lnTo>
                    <a:pt x="2496431" y="1332220"/>
                  </a:lnTo>
                  <a:lnTo>
                    <a:pt x="2453216" y="1284232"/>
                  </a:lnTo>
                  <a:lnTo>
                    <a:pt x="2409531" y="1233375"/>
                  </a:lnTo>
                  <a:lnTo>
                    <a:pt x="2365345" y="1179954"/>
                  </a:lnTo>
                  <a:lnTo>
                    <a:pt x="2320688" y="1124371"/>
                  </a:lnTo>
                  <a:lnTo>
                    <a:pt x="2275638" y="1067114"/>
                  </a:lnTo>
                  <a:lnTo>
                    <a:pt x="2230315" y="1008742"/>
                  </a:lnTo>
                  <a:lnTo>
                    <a:pt x="2184864" y="949860"/>
                  </a:lnTo>
                  <a:lnTo>
                    <a:pt x="2139444" y="891096"/>
                  </a:lnTo>
                  <a:lnTo>
                    <a:pt x="2094208" y="833075"/>
                  </a:lnTo>
                  <a:lnTo>
                    <a:pt x="2049294" y="776387"/>
                  </a:lnTo>
                  <a:lnTo>
                    <a:pt x="2004807" y="721565"/>
                  </a:lnTo>
                  <a:lnTo>
                    <a:pt x="1960810" y="669068"/>
                  </a:lnTo>
                  <a:lnTo>
                    <a:pt x="1917309" y="619261"/>
                  </a:lnTo>
                  <a:lnTo>
                    <a:pt x="1874248" y="572414"/>
                  </a:lnTo>
                  <a:lnTo>
                    <a:pt x="1831502" y="528698"/>
                  </a:lnTo>
                  <a:lnTo>
                    <a:pt x="1788865" y="488191"/>
                  </a:lnTo>
                  <a:lnTo>
                    <a:pt x="1746041" y="450882"/>
                  </a:lnTo>
                  <a:lnTo>
                    <a:pt x="1719082" y="429210"/>
                  </a:lnTo>
                  <a:lnTo>
                    <a:pt x="1671267" y="394325"/>
                  </a:lnTo>
                  <a:lnTo>
                    <a:pt x="1621759" y="363052"/>
                  </a:lnTo>
                  <a:lnTo>
                    <a:pt x="1569735" y="335193"/>
                  </a:lnTo>
                  <a:lnTo>
                    <a:pt x="1514278" y="310418"/>
                  </a:lnTo>
                  <a:lnTo>
                    <a:pt x="1454462" y="288364"/>
                  </a:lnTo>
                  <a:lnTo>
                    <a:pt x="1389432" y="268685"/>
                  </a:lnTo>
                  <a:lnTo>
                    <a:pt x="1318522" y="251080"/>
                  </a:lnTo>
                  <a:lnTo>
                    <a:pt x="1241400" y="235313"/>
                  </a:lnTo>
                  <a:lnTo>
                    <a:pt x="1158260" y="221217"/>
                  </a:lnTo>
                  <a:lnTo>
                    <a:pt x="1070056" y="208696"/>
                  </a:lnTo>
                  <a:lnTo>
                    <a:pt x="978701" y="197720"/>
                  </a:lnTo>
                  <a:lnTo>
                    <a:pt x="887182" y="188306"/>
                  </a:lnTo>
                  <a:lnTo>
                    <a:pt x="799441" y="180495"/>
                  </a:lnTo>
                  <a:lnTo>
                    <a:pt x="719942" y="174305"/>
                  </a:lnTo>
                  <a:lnTo>
                    <a:pt x="652911" y="169701"/>
                  </a:lnTo>
                  <a:lnTo>
                    <a:pt x="601419" y="166558"/>
                  </a:lnTo>
                  <a:lnTo>
                    <a:pt x="566588" y="164657"/>
                  </a:lnTo>
                  <a:lnTo>
                    <a:pt x="547194" y="163706"/>
                  </a:lnTo>
                  <a:lnTo>
                    <a:pt x="539731" y="163376"/>
                  </a:lnTo>
                  <a:lnTo>
                    <a:pt x="538736" y="163336"/>
                  </a:lnTo>
                  <a:lnTo>
                    <a:pt x="0" y="16333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18" name="pl318"/>
            <p:cNvSpPr/>
            <p:nvPr/>
          </p:nvSpPr>
          <p:spPr>
            <a:xfrm>
              <a:off x="546595" y="1893809"/>
              <a:ext cx="8234974" cy="1758584"/>
            </a:xfrm>
            <a:custGeom>
              <a:avLst/>
              <a:pathLst>
                <a:path w="8234974" h="1758584">
                  <a:moveTo>
                    <a:pt x="0" y="163336"/>
                  </a:moveTo>
                  <a:lnTo>
                    <a:pt x="538736" y="163336"/>
                  </a:lnTo>
                  <a:lnTo>
                    <a:pt x="539992" y="163387"/>
                  </a:lnTo>
                  <a:lnTo>
                    <a:pt x="548195" y="163753"/>
                  </a:lnTo>
                  <a:lnTo>
                    <a:pt x="568671" y="164765"/>
                  </a:lnTo>
                  <a:lnTo>
                    <a:pt x="604759" y="166751"/>
                  </a:lnTo>
                  <a:lnTo>
                    <a:pt x="657504" y="169999"/>
                  </a:lnTo>
                  <a:lnTo>
                    <a:pt x="725614" y="174720"/>
                  </a:lnTo>
                  <a:lnTo>
                    <a:pt x="805899" y="181033"/>
                  </a:lnTo>
                  <a:lnTo>
                    <a:pt x="894083" y="188968"/>
                  </a:lnTo>
                  <a:lnTo>
                    <a:pt x="985717" y="198502"/>
                  </a:lnTo>
                  <a:lnTo>
                    <a:pt x="1076924" y="209596"/>
                  </a:lnTo>
                  <a:lnTo>
                    <a:pt x="1164796" y="222235"/>
                  </a:lnTo>
                  <a:lnTo>
                    <a:pt x="1247499" y="236455"/>
                  </a:lnTo>
                  <a:lnTo>
                    <a:pt x="1324147" y="252355"/>
                  </a:lnTo>
                  <a:lnTo>
                    <a:pt x="1394592" y="270109"/>
                  </a:lnTo>
                  <a:lnTo>
                    <a:pt x="1459197" y="289958"/>
                  </a:lnTo>
                  <a:lnTo>
                    <a:pt x="1518650" y="312207"/>
                  </a:lnTo>
                  <a:lnTo>
                    <a:pt x="1573811" y="337204"/>
                  </a:lnTo>
                  <a:lnTo>
                    <a:pt x="1625612" y="365313"/>
                  </a:lnTo>
                  <a:lnTo>
                    <a:pt x="1674964" y="396857"/>
                  </a:lnTo>
                  <a:lnTo>
                    <a:pt x="1719082" y="429210"/>
                  </a:lnTo>
                  <a:lnTo>
                    <a:pt x="1762216" y="464564"/>
                  </a:lnTo>
                  <a:lnTo>
                    <a:pt x="1804930" y="503071"/>
                  </a:lnTo>
                  <a:lnTo>
                    <a:pt x="1847579" y="544791"/>
                  </a:lnTo>
                  <a:lnTo>
                    <a:pt x="1890423" y="589700"/>
                  </a:lnTo>
                  <a:lnTo>
                    <a:pt x="1933639" y="637687"/>
                  </a:lnTo>
                  <a:lnTo>
                    <a:pt x="1977324" y="688544"/>
                  </a:lnTo>
                  <a:lnTo>
                    <a:pt x="2021510" y="741966"/>
                  </a:lnTo>
                  <a:lnTo>
                    <a:pt x="2066167" y="797548"/>
                  </a:lnTo>
                  <a:lnTo>
                    <a:pt x="2111217" y="854805"/>
                  </a:lnTo>
                  <a:lnTo>
                    <a:pt x="2156540" y="913178"/>
                  </a:lnTo>
                  <a:lnTo>
                    <a:pt x="2201990" y="972060"/>
                  </a:lnTo>
                  <a:lnTo>
                    <a:pt x="2247411" y="1030823"/>
                  </a:lnTo>
                  <a:lnTo>
                    <a:pt x="2292647" y="1088845"/>
                  </a:lnTo>
                  <a:lnTo>
                    <a:pt x="2337561" y="1145533"/>
                  </a:lnTo>
                  <a:lnTo>
                    <a:pt x="2382047" y="1200354"/>
                  </a:lnTo>
                  <a:lnTo>
                    <a:pt x="2426045" y="1252852"/>
                  </a:lnTo>
                  <a:lnTo>
                    <a:pt x="2469546" y="1302659"/>
                  </a:lnTo>
                  <a:lnTo>
                    <a:pt x="2512606" y="1349506"/>
                  </a:lnTo>
                  <a:lnTo>
                    <a:pt x="2555352" y="1393221"/>
                  </a:lnTo>
                  <a:lnTo>
                    <a:pt x="2597990" y="1433729"/>
                  </a:lnTo>
                  <a:lnTo>
                    <a:pt x="2640814" y="1471038"/>
                  </a:lnTo>
                  <a:lnTo>
                    <a:pt x="2667772" y="1492709"/>
                  </a:lnTo>
                  <a:lnTo>
                    <a:pt x="2715588" y="1527595"/>
                  </a:lnTo>
                  <a:lnTo>
                    <a:pt x="2765096" y="1558867"/>
                  </a:lnTo>
                  <a:lnTo>
                    <a:pt x="2817120" y="1586727"/>
                  </a:lnTo>
                  <a:lnTo>
                    <a:pt x="2872576" y="1611501"/>
                  </a:lnTo>
                  <a:lnTo>
                    <a:pt x="2932393" y="1633555"/>
                  </a:lnTo>
                  <a:lnTo>
                    <a:pt x="2997422" y="1653235"/>
                  </a:lnTo>
                  <a:lnTo>
                    <a:pt x="3068332" y="1670839"/>
                  </a:lnTo>
                  <a:lnTo>
                    <a:pt x="3145455" y="1686607"/>
                  </a:lnTo>
                  <a:lnTo>
                    <a:pt x="3228594" y="1700703"/>
                  </a:lnTo>
                  <a:lnTo>
                    <a:pt x="3316799" y="1713224"/>
                  </a:lnTo>
                  <a:lnTo>
                    <a:pt x="3408154" y="1724200"/>
                  </a:lnTo>
                  <a:lnTo>
                    <a:pt x="3499673" y="1733613"/>
                  </a:lnTo>
                  <a:lnTo>
                    <a:pt x="3587413" y="1741425"/>
                  </a:lnTo>
                  <a:lnTo>
                    <a:pt x="3666912" y="1747614"/>
                  </a:lnTo>
                  <a:lnTo>
                    <a:pt x="3733944" y="1752218"/>
                  </a:lnTo>
                  <a:lnTo>
                    <a:pt x="3785436" y="1755362"/>
                  </a:lnTo>
                  <a:lnTo>
                    <a:pt x="3820267" y="1757262"/>
                  </a:lnTo>
                  <a:lnTo>
                    <a:pt x="3839661" y="1758213"/>
                  </a:lnTo>
                  <a:lnTo>
                    <a:pt x="3847124" y="1758544"/>
                  </a:lnTo>
                  <a:lnTo>
                    <a:pt x="3848118" y="1758584"/>
                  </a:lnTo>
                  <a:lnTo>
                    <a:pt x="4386855" y="1758584"/>
                  </a:lnTo>
                  <a:lnTo>
                    <a:pt x="4388102" y="1758528"/>
                  </a:lnTo>
                  <a:lnTo>
                    <a:pt x="4396244" y="1758128"/>
                  </a:lnTo>
                  <a:lnTo>
                    <a:pt x="4416574" y="1757021"/>
                  </a:lnTo>
                  <a:lnTo>
                    <a:pt x="4452420" y="1754849"/>
                  </a:lnTo>
                  <a:lnTo>
                    <a:pt x="4504839" y="1751295"/>
                  </a:lnTo>
                  <a:lnTo>
                    <a:pt x="4572575" y="1746127"/>
                  </a:lnTo>
                  <a:lnTo>
                    <a:pt x="4652484" y="1739216"/>
                  </a:lnTo>
                  <a:lnTo>
                    <a:pt x="4740330" y="1730525"/>
                  </a:lnTo>
                  <a:lnTo>
                    <a:pt x="4831699" y="1720081"/>
                  </a:lnTo>
                  <a:lnTo>
                    <a:pt x="4922719" y="1707924"/>
                  </a:lnTo>
                  <a:lnTo>
                    <a:pt x="5010485" y="1694073"/>
                  </a:lnTo>
                  <a:lnTo>
                    <a:pt x="5093144" y="1678491"/>
                  </a:lnTo>
                  <a:lnTo>
                    <a:pt x="5169795" y="1661070"/>
                  </a:lnTo>
                  <a:lnTo>
                    <a:pt x="5240269" y="1641624"/>
                  </a:lnTo>
                  <a:lnTo>
                    <a:pt x="5304915" y="1619891"/>
                  </a:lnTo>
                  <a:lnTo>
                    <a:pt x="5364404" y="1595540"/>
                  </a:lnTo>
                  <a:lnTo>
                    <a:pt x="5419586" y="1568192"/>
                  </a:lnTo>
                  <a:lnTo>
                    <a:pt x="5471384" y="1537448"/>
                  </a:lnTo>
                  <a:lnTo>
                    <a:pt x="5520706" y="1502951"/>
                  </a:lnTo>
                  <a:lnTo>
                    <a:pt x="5567201" y="1465487"/>
                  </a:lnTo>
                  <a:lnTo>
                    <a:pt x="5609139" y="1427648"/>
                  </a:lnTo>
                  <a:lnTo>
                    <a:pt x="5650669" y="1386525"/>
                  </a:lnTo>
                  <a:lnTo>
                    <a:pt x="5692122" y="1342058"/>
                  </a:lnTo>
                  <a:lnTo>
                    <a:pt x="5733744" y="1294262"/>
                  </a:lnTo>
                  <a:lnTo>
                    <a:pt x="5775701" y="1243242"/>
                  </a:lnTo>
                  <a:lnTo>
                    <a:pt x="5818093" y="1189195"/>
                  </a:lnTo>
                  <a:lnTo>
                    <a:pt x="5860958" y="1132415"/>
                  </a:lnTo>
                  <a:lnTo>
                    <a:pt x="5904278" y="1073295"/>
                  </a:lnTo>
                  <a:lnTo>
                    <a:pt x="5947990" y="1012310"/>
                  </a:lnTo>
                  <a:lnTo>
                    <a:pt x="5991991" y="950010"/>
                  </a:lnTo>
                  <a:lnTo>
                    <a:pt x="6036153" y="887000"/>
                  </a:lnTo>
                  <a:lnTo>
                    <a:pt x="6080332" y="823911"/>
                  </a:lnTo>
                  <a:lnTo>
                    <a:pt x="6124385" y="761381"/>
                  </a:lnTo>
                  <a:lnTo>
                    <a:pt x="6168178" y="700022"/>
                  </a:lnTo>
                  <a:lnTo>
                    <a:pt x="6211601" y="640399"/>
                  </a:lnTo>
                  <a:lnTo>
                    <a:pt x="6254581" y="583009"/>
                  </a:lnTo>
                  <a:lnTo>
                    <a:pt x="6297087" y="528264"/>
                  </a:lnTo>
                  <a:lnTo>
                    <a:pt x="6339144" y="476483"/>
                  </a:lnTo>
                  <a:lnTo>
                    <a:pt x="6380834" y="427887"/>
                  </a:lnTo>
                  <a:lnTo>
                    <a:pt x="6422309" y="382602"/>
                  </a:lnTo>
                  <a:lnTo>
                    <a:pt x="6463793" y="340667"/>
                  </a:lnTo>
                  <a:lnTo>
                    <a:pt x="6505596" y="302036"/>
                  </a:lnTo>
                  <a:lnTo>
                    <a:pt x="6515891" y="293097"/>
                  </a:lnTo>
                  <a:lnTo>
                    <a:pt x="6563581" y="254734"/>
                  </a:lnTo>
                  <a:lnTo>
                    <a:pt x="6612953" y="220333"/>
                  </a:lnTo>
                  <a:lnTo>
                    <a:pt x="6664824" y="189677"/>
                  </a:lnTo>
                  <a:lnTo>
                    <a:pt x="6720102" y="162408"/>
                  </a:lnTo>
                  <a:lnTo>
                    <a:pt x="6779708" y="138126"/>
                  </a:lnTo>
                  <a:lnTo>
                    <a:pt x="6844490" y="116453"/>
                  </a:lnTo>
                  <a:lnTo>
                    <a:pt x="6915115" y="97060"/>
                  </a:lnTo>
                  <a:lnTo>
                    <a:pt x="6991918" y="79687"/>
                  </a:lnTo>
                  <a:lnTo>
                    <a:pt x="7074718" y="64148"/>
                  </a:lnTo>
                  <a:lnTo>
                    <a:pt x="7162590" y="50339"/>
                  </a:lnTo>
                  <a:lnTo>
                    <a:pt x="7253659" y="38224"/>
                  </a:lnTo>
                  <a:lnTo>
                    <a:pt x="7344990" y="27822"/>
                  </a:lnTo>
                  <a:lnTo>
                    <a:pt x="7432696" y="19175"/>
                  </a:lnTo>
                  <a:lnTo>
                    <a:pt x="7512352" y="12308"/>
                  </a:lnTo>
                  <a:lnTo>
                    <a:pt x="7579741" y="7182"/>
                  </a:lnTo>
                  <a:lnTo>
                    <a:pt x="7631757" y="3666"/>
                  </a:lnTo>
                  <a:lnTo>
                    <a:pt x="7667198" y="1524"/>
                  </a:lnTo>
                  <a:lnTo>
                    <a:pt x="7687178" y="439"/>
                  </a:lnTo>
                  <a:lnTo>
                    <a:pt x="7695079" y="5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9" name="pl319"/>
            <p:cNvSpPr/>
            <p:nvPr/>
          </p:nvSpPr>
          <p:spPr>
            <a:xfrm>
              <a:off x="546595" y="1888364"/>
              <a:ext cx="8234974" cy="1758584"/>
            </a:xfrm>
            <a:custGeom>
              <a:avLst/>
              <a:pathLst>
                <a:path w="8234974" h="1758584">
                  <a:moveTo>
                    <a:pt x="8234974" y="0"/>
                  </a:moveTo>
                  <a:lnTo>
                    <a:pt x="7696237" y="0"/>
                  </a:lnTo>
                  <a:lnTo>
                    <a:pt x="7694991" y="56"/>
                  </a:lnTo>
                  <a:lnTo>
                    <a:pt x="7686848" y="456"/>
                  </a:lnTo>
                  <a:lnTo>
                    <a:pt x="7666519" y="1563"/>
                  </a:lnTo>
                  <a:lnTo>
                    <a:pt x="7630672" y="3735"/>
                  </a:lnTo>
                  <a:lnTo>
                    <a:pt x="7578253" y="7289"/>
                  </a:lnTo>
                  <a:lnTo>
                    <a:pt x="7510517" y="12456"/>
                  </a:lnTo>
                  <a:lnTo>
                    <a:pt x="7430609" y="19368"/>
                  </a:lnTo>
                  <a:lnTo>
                    <a:pt x="7342762" y="28058"/>
                  </a:lnTo>
                  <a:lnTo>
                    <a:pt x="7251394" y="38503"/>
                  </a:lnTo>
                  <a:lnTo>
                    <a:pt x="7160373" y="50660"/>
                  </a:lnTo>
                  <a:lnTo>
                    <a:pt x="7072608" y="64511"/>
                  </a:lnTo>
                  <a:lnTo>
                    <a:pt x="6989948" y="80093"/>
                  </a:lnTo>
                  <a:lnTo>
                    <a:pt x="6913297" y="97514"/>
                  </a:lnTo>
                  <a:lnTo>
                    <a:pt x="6842823" y="116960"/>
                  </a:lnTo>
                  <a:lnTo>
                    <a:pt x="6778177" y="138693"/>
                  </a:lnTo>
                  <a:lnTo>
                    <a:pt x="6718689" y="163043"/>
                  </a:lnTo>
                  <a:lnTo>
                    <a:pt x="6663506" y="190392"/>
                  </a:lnTo>
                  <a:lnTo>
                    <a:pt x="6611708" y="221136"/>
                  </a:lnTo>
                  <a:lnTo>
                    <a:pt x="6562387" y="255633"/>
                  </a:lnTo>
                  <a:lnTo>
                    <a:pt x="6515891" y="293097"/>
                  </a:lnTo>
                  <a:lnTo>
                    <a:pt x="6473953" y="330936"/>
                  </a:lnTo>
                  <a:lnTo>
                    <a:pt x="6432423" y="372058"/>
                  </a:lnTo>
                  <a:lnTo>
                    <a:pt x="6390970" y="416525"/>
                  </a:lnTo>
                  <a:lnTo>
                    <a:pt x="6349349" y="464321"/>
                  </a:lnTo>
                  <a:lnTo>
                    <a:pt x="6307392" y="515342"/>
                  </a:lnTo>
                  <a:lnTo>
                    <a:pt x="6264999" y="569389"/>
                  </a:lnTo>
                  <a:lnTo>
                    <a:pt x="6222134" y="626168"/>
                  </a:lnTo>
                  <a:lnTo>
                    <a:pt x="6178814" y="685289"/>
                  </a:lnTo>
                  <a:lnTo>
                    <a:pt x="6135102" y="746274"/>
                  </a:lnTo>
                  <a:lnTo>
                    <a:pt x="6091102" y="808573"/>
                  </a:lnTo>
                  <a:lnTo>
                    <a:pt x="6046940" y="871584"/>
                  </a:lnTo>
                  <a:lnTo>
                    <a:pt x="6002760" y="934672"/>
                  </a:lnTo>
                  <a:lnTo>
                    <a:pt x="5958708" y="997202"/>
                  </a:lnTo>
                  <a:lnTo>
                    <a:pt x="5914915" y="1058562"/>
                  </a:lnTo>
                  <a:lnTo>
                    <a:pt x="5871491" y="1118184"/>
                  </a:lnTo>
                  <a:lnTo>
                    <a:pt x="5828512" y="1175574"/>
                  </a:lnTo>
                  <a:lnTo>
                    <a:pt x="5786005" y="1230320"/>
                  </a:lnTo>
                  <a:lnTo>
                    <a:pt x="5743949" y="1282101"/>
                  </a:lnTo>
                  <a:lnTo>
                    <a:pt x="5702258" y="1330697"/>
                  </a:lnTo>
                  <a:lnTo>
                    <a:pt x="5660783" y="1375981"/>
                  </a:lnTo>
                  <a:lnTo>
                    <a:pt x="5619299" y="1417917"/>
                  </a:lnTo>
                  <a:lnTo>
                    <a:pt x="5577497" y="1456548"/>
                  </a:lnTo>
                  <a:lnTo>
                    <a:pt x="5567201" y="1465487"/>
                  </a:lnTo>
                  <a:lnTo>
                    <a:pt x="5519511" y="1503850"/>
                  </a:lnTo>
                  <a:lnTo>
                    <a:pt x="5470139" y="1538250"/>
                  </a:lnTo>
                  <a:lnTo>
                    <a:pt x="5418269" y="1568906"/>
                  </a:lnTo>
                  <a:lnTo>
                    <a:pt x="5362991" y="1596176"/>
                  </a:lnTo>
                  <a:lnTo>
                    <a:pt x="5303385" y="1620457"/>
                  </a:lnTo>
                  <a:lnTo>
                    <a:pt x="5238602" y="1642130"/>
                  </a:lnTo>
                  <a:lnTo>
                    <a:pt x="5167978" y="1661523"/>
                  </a:lnTo>
                  <a:lnTo>
                    <a:pt x="5091174" y="1678897"/>
                  </a:lnTo>
                  <a:lnTo>
                    <a:pt x="5008374" y="1694435"/>
                  </a:lnTo>
                  <a:lnTo>
                    <a:pt x="4920502" y="1708244"/>
                  </a:lnTo>
                  <a:lnTo>
                    <a:pt x="4829433" y="1720359"/>
                  </a:lnTo>
                  <a:lnTo>
                    <a:pt x="4738102" y="1730761"/>
                  </a:lnTo>
                  <a:lnTo>
                    <a:pt x="4650397" y="1739408"/>
                  </a:lnTo>
                  <a:lnTo>
                    <a:pt x="4570741" y="1746276"/>
                  </a:lnTo>
                  <a:lnTo>
                    <a:pt x="4503351" y="1751401"/>
                  </a:lnTo>
                  <a:lnTo>
                    <a:pt x="4451335" y="1754918"/>
                  </a:lnTo>
                  <a:lnTo>
                    <a:pt x="4415894" y="1757060"/>
                  </a:lnTo>
                  <a:lnTo>
                    <a:pt x="4395915" y="1758145"/>
                  </a:lnTo>
                  <a:lnTo>
                    <a:pt x="4388014" y="1758532"/>
                  </a:lnTo>
                  <a:lnTo>
                    <a:pt x="4386855" y="1758584"/>
                  </a:lnTo>
                  <a:lnTo>
                    <a:pt x="3848118" y="1758584"/>
                  </a:lnTo>
                  <a:lnTo>
                    <a:pt x="3846862" y="1758533"/>
                  </a:lnTo>
                  <a:lnTo>
                    <a:pt x="3838659" y="1758167"/>
                  </a:lnTo>
                  <a:lnTo>
                    <a:pt x="3818184" y="1757155"/>
                  </a:lnTo>
                  <a:lnTo>
                    <a:pt x="3782095" y="1755169"/>
                  </a:lnTo>
                  <a:lnTo>
                    <a:pt x="3729351" y="1751921"/>
                  </a:lnTo>
                  <a:lnTo>
                    <a:pt x="3661240" y="1747199"/>
                  </a:lnTo>
                  <a:lnTo>
                    <a:pt x="3580955" y="1740886"/>
                  </a:lnTo>
                  <a:lnTo>
                    <a:pt x="3492772" y="1732951"/>
                  </a:lnTo>
                  <a:lnTo>
                    <a:pt x="3401137" y="1723417"/>
                  </a:lnTo>
                  <a:lnTo>
                    <a:pt x="3309931" y="1712323"/>
                  </a:lnTo>
                  <a:lnTo>
                    <a:pt x="3222058" y="1699684"/>
                  </a:lnTo>
                  <a:lnTo>
                    <a:pt x="3139355" y="1685465"/>
                  </a:lnTo>
                  <a:lnTo>
                    <a:pt x="3062707" y="1669564"/>
                  </a:lnTo>
                  <a:lnTo>
                    <a:pt x="2992263" y="1651810"/>
                  </a:lnTo>
                  <a:lnTo>
                    <a:pt x="2927658" y="1631961"/>
                  </a:lnTo>
                  <a:lnTo>
                    <a:pt x="2868205" y="1609713"/>
                  </a:lnTo>
                  <a:lnTo>
                    <a:pt x="2813044" y="1584716"/>
                  </a:lnTo>
                  <a:lnTo>
                    <a:pt x="2761243" y="1556606"/>
                  </a:lnTo>
                  <a:lnTo>
                    <a:pt x="2711891" y="1525063"/>
                  </a:lnTo>
                  <a:lnTo>
                    <a:pt x="2667772" y="1492709"/>
                  </a:lnTo>
                  <a:lnTo>
                    <a:pt x="2624638" y="1457356"/>
                  </a:lnTo>
                  <a:lnTo>
                    <a:pt x="2581925" y="1418848"/>
                  </a:lnTo>
                  <a:lnTo>
                    <a:pt x="2539276" y="1377129"/>
                  </a:lnTo>
                  <a:lnTo>
                    <a:pt x="2496431" y="1332220"/>
                  </a:lnTo>
                  <a:lnTo>
                    <a:pt x="2453216" y="1284232"/>
                  </a:lnTo>
                  <a:lnTo>
                    <a:pt x="2409531" y="1233375"/>
                  </a:lnTo>
                  <a:lnTo>
                    <a:pt x="2365345" y="1179954"/>
                  </a:lnTo>
                  <a:lnTo>
                    <a:pt x="2320688" y="1124371"/>
                  </a:lnTo>
                  <a:lnTo>
                    <a:pt x="2275638" y="1067114"/>
                  </a:lnTo>
                  <a:lnTo>
                    <a:pt x="2230315" y="1008742"/>
                  </a:lnTo>
                  <a:lnTo>
                    <a:pt x="2184864" y="949860"/>
                  </a:lnTo>
                  <a:lnTo>
                    <a:pt x="2139444" y="891096"/>
                  </a:lnTo>
                  <a:lnTo>
                    <a:pt x="2094208" y="833075"/>
                  </a:lnTo>
                  <a:lnTo>
                    <a:pt x="2049294" y="776387"/>
                  </a:lnTo>
                  <a:lnTo>
                    <a:pt x="2004807" y="721565"/>
                  </a:lnTo>
                  <a:lnTo>
                    <a:pt x="1960810" y="669068"/>
                  </a:lnTo>
                  <a:lnTo>
                    <a:pt x="1917309" y="619261"/>
                  </a:lnTo>
                  <a:lnTo>
                    <a:pt x="1874248" y="572414"/>
                  </a:lnTo>
                  <a:lnTo>
                    <a:pt x="1831502" y="528698"/>
                  </a:lnTo>
                  <a:lnTo>
                    <a:pt x="1788865" y="488191"/>
                  </a:lnTo>
                  <a:lnTo>
                    <a:pt x="1746041" y="450882"/>
                  </a:lnTo>
                  <a:lnTo>
                    <a:pt x="1719082" y="429210"/>
                  </a:lnTo>
                  <a:lnTo>
                    <a:pt x="1671267" y="394325"/>
                  </a:lnTo>
                  <a:lnTo>
                    <a:pt x="1621759" y="363052"/>
                  </a:lnTo>
                  <a:lnTo>
                    <a:pt x="1569735" y="335193"/>
                  </a:lnTo>
                  <a:lnTo>
                    <a:pt x="1514278" y="310418"/>
                  </a:lnTo>
                  <a:lnTo>
                    <a:pt x="1454462" y="288364"/>
                  </a:lnTo>
                  <a:lnTo>
                    <a:pt x="1389432" y="268685"/>
                  </a:lnTo>
                  <a:lnTo>
                    <a:pt x="1318522" y="251080"/>
                  </a:lnTo>
                  <a:lnTo>
                    <a:pt x="1241400" y="235313"/>
                  </a:lnTo>
                  <a:lnTo>
                    <a:pt x="1158260" y="221217"/>
                  </a:lnTo>
                  <a:lnTo>
                    <a:pt x="1070056" y="208696"/>
                  </a:lnTo>
                  <a:lnTo>
                    <a:pt x="978701" y="197720"/>
                  </a:lnTo>
                  <a:lnTo>
                    <a:pt x="887182" y="188306"/>
                  </a:lnTo>
                  <a:lnTo>
                    <a:pt x="799441" y="180495"/>
                  </a:lnTo>
                  <a:lnTo>
                    <a:pt x="719942" y="174305"/>
                  </a:lnTo>
                  <a:lnTo>
                    <a:pt x="652911" y="169701"/>
                  </a:lnTo>
                  <a:lnTo>
                    <a:pt x="601419" y="166558"/>
                  </a:lnTo>
                  <a:lnTo>
                    <a:pt x="566588" y="164657"/>
                  </a:lnTo>
                  <a:lnTo>
                    <a:pt x="547194" y="163706"/>
                  </a:lnTo>
                  <a:lnTo>
                    <a:pt x="539731" y="163376"/>
                  </a:lnTo>
                  <a:lnTo>
                    <a:pt x="538736" y="163336"/>
                  </a:lnTo>
                  <a:lnTo>
                    <a:pt x="0" y="1633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0" name="pg320"/>
            <p:cNvSpPr/>
            <p:nvPr/>
          </p:nvSpPr>
          <p:spPr>
            <a:xfrm>
              <a:off x="546595" y="2057145"/>
              <a:ext cx="8234974" cy="1600693"/>
            </a:xfrm>
            <a:custGeom>
              <a:avLst/>
              <a:pathLst>
                <a:path w="8234974" h="1600693">
                  <a:moveTo>
                    <a:pt x="0" y="5444"/>
                  </a:moveTo>
                  <a:lnTo>
                    <a:pt x="538736" y="5444"/>
                  </a:lnTo>
                  <a:lnTo>
                    <a:pt x="539992" y="5495"/>
                  </a:lnTo>
                  <a:lnTo>
                    <a:pt x="548195" y="5861"/>
                  </a:lnTo>
                  <a:lnTo>
                    <a:pt x="568671" y="6873"/>
                  </a:lnTo>
                  <a:lnTo>
                    <a:pt x="604759" y="8859"/>
                  </a:lnTo>
                  <a:lnTo>
                    <a:pt x="657504" y="12107"/>
                  </a:lnTo>
                  <a:lnTo>
                    <a:pt x="725614" y="16829"/>
                  </a:lnTo>
                  <a:lnTo>
                    <a:pt x="805899" y="23142"/>
                  </a:lnTo>
                  <a:lnTo>
                    <a:pt x="894083" y="31077"/>
                  </a:lnTo>
                  <a:lnTo>
                    <a:pt x="985717" y="40611"/>
                  </a:lnTo>
                  <a:lnTo>
                    <a:pt x="1076924" y="51705"/>
                  </a:lnTo>
                  <a:lnTo>
                    <a:pt x="1164796" y="64344"/>
                  </a:lnTo>
                  <a:lnTo>
                    <a:pt x="1247499" y="78563"/>
                  </a:lnTo>
                  <a:lnTo>
                    <a:pt x="1324147" y="94464"/>
                  </a:lnTo>
                  <a:lnTo>
                    <a:pt x="1394592" y="112218"/>
                  </a:lnTo>
                  <a:lnTo>
                    <a:pt x="1459197" y="132067"/>
                  </a:lnTo>
                  <a:lnTo>
                    <a:pt x="1518650" y="154315"/>
                  </a:lnTo>
                  <a:lnTo>
                    <a:pt x="1573811" y="179312"/>
                  </a:lnTo>
                  <a:lnTo>
                    <a:pt x="1625612" y="207422"/>
                  </a:lnTo>
                  <a:lnTo>
                    <a:pt x="1674964" y="238965"/>
                  </a:lnTo>
                  <a:lnTo>
                    <a:pt x="1719082" y="271319"/>
                  </a:lnTo>
                  <a:lnTo>
                    <a:pt x="1762216" y="306672"/>
                  </a:lnTo>
                  <a:lnTo>
                    <a:pt x="1804930" y="345180"/>
                  </a:lnTo>
                  <a:lnTo>
                    <a:pt x="1847579" y="386899"/>
                  </a:lnTo>
                  <a:lnTo>
                    <a:pt x="1890423" y="431808"/>
                  </a:lnTo>
                  <a:lnTo>
                    <a:pt x="1933639" y="479796"/>
                  </a:lnTo>
                  <a:lnTo>
                    <a:pt x="1977324" y="530653"/>
                  </a:lnTo>
                  <a:lnTo>
                    <a:pt x="2021510" y="584074"/>
                  </a:lnTo>
                  <a:lnTo>
                    <a:pt x="2066167" y="639657"/>
                  </a:lnTo>
                  <a:lnTo>
                    <a:pt x="2111217" y="696914"/>
                  </a:lnTo>
                  <a:lnTo>
                    <a:pt x="2156540" y="755286"/>
                  </a:lnTo>
                  <a:lnTo>
                    <a:pt x="2201990" y="814168"/>
                  </a:lnTo>
                  <a:lnTo>
                    <a:pt x="2247411" y="872932"/>
                  </a:lnTo>
                  <a:lnTo>
                    <a:pt x="2292647" y="930953"/>
                  </a:lnTo>
                  <a:lnTo>
                    <a:pt x="2337561" y="987641"/>
                  </a:lnTo>
                  <a:lnTo>
                    <a:pt x="2382047" y="1042463"/>
                  </a:lnTo>
                  <a:lnTo>
                    <a:pt x="2426045" y="1094961"/>
                  </a:lnTo>
                  <a:lnTo>
                    <a:pt x="2469546" y="1144767"/>
                  </a:lnTo>
                  <a:lnTo>
                    <a:pt x="2512606" y="1191614"/>
                  </a:lnTo>
                  <a:lnTo>
                    <a:pt x="2555352" y="1235330"/>
                  </a:lnTo>
                  <a:lnTo>
                    <a:pt x="2597990" y="1275838"/>
                  </a:lnTo>
                  <a:lnTo>
                    <a:pt x="2640814" y="1313146"/>
                  </a:lnTo>
                  <a:lnTo>
                    <a:pt x="2667772" y="1334818"/>
                  </a:lnTo>
                  <a:lnTo>
                    <a:pt x="2715588" y="1369703"/>
                  </a:lnTo>
                  <a:lnTo>
                    <a:pt x="2765096" y="1400976"/>
                  </a:lnTo>
                  <a:lnTo>
                    <a:pt x="2817120" y="1428835"/>
                  </a:lnTo>
                  <a:lnTo>
                    <a:pt x="2872576" y="1453610"/>
                  </a:lnTo>
                  <a:lnTo>
                    <a:pt x="2932393" y="1475664"/>
                  </a:lnTo>
                  <a:lnTo>
                    <a:pt x="2997422" y="1495343"/>
                  </a:lnTo>
                  <a:lnTo>
                    <a:pt x="3068332" y="1512948"/>
                  </a:lnTo>
                  <a:lnTo>
                    <a:pt x="3145455" y="1528715"/>
                  </a:lnTo>
                  <a:lnTo>
                    <a:pt x="3228594" y="1542811"/>
                  </a:lnTo>
                  <a:lnTo>
                    <a:pt x="3316799" y="1555332"/>
                  </a:lnTo>
                  <a:lnTo>
                    <a:pt x="3408154" y="1566308"/>
                  </a:lnTo>
                  <a:lnTo>
                    <a:pt x="3499673" y="1575722"/>
                  </a:lnTo>
                  <a:lnTo>
                    <a:pt x="3587413" y="1583534"/>
                  </a:lnTo>
                  <a:lnTo>
                    <a:pt x="3666912" y="1589723"/>
                  </a:lnTo>
                  <a:lnTo>
                    <a:pt x="3733944" y="1594327"/>
                  </a:lnTo>
                  <a:lnTo>
                    <a:pt x="3785436" y="1597470"/>
                  </a:lnTo>
                  <a:lnTo>
                    <a:pt x="3820267" y="1599371"/>
                  </a:lnTo>
                  <a:lnTo>
                    <a:pt x="3839661" y="1600322"/>
                  </a:lnTo>
                  <a:lnTo>
                    <a:pt x="3847124" y="1600652"/>
                  </a:lnTo>
                  <a:lnTo>
                    <a:pt x="3848118" y="1600693"/>
                  </a:lnTo>
                  <a:lnTo>
                    <a:pt x="4386855" y="1600693"/>
                  </a:lnTo>
                  <a:lnTo>
                    <a:pt x="4388113" y="1600642"/>
                  </a:lnTo>
                  <a:lnTo>
                    <a:pt x="4396323" y="1600281"/>
                  </a:lnTo>
                  <a:lnTo>
                    <a:pt x="4416817" y="1599282"/>
                  </a:lnTo>
                  <a:lnTo>
                    <a:pt x="4452936" y="1597321"/>
                  </a:lnTo>
                  <a:lnTo>
                    <a:pt x="4505723" y="1594114"/>
                  </a:lnTo>
                  <a:lnTo>
                    <a:pt x="4573880" y="1589452"/>
                  </a:lnTo>
                  <a:lnTo>
                    <a:pt x="4654213" y="1583220"/>
                  </a:lnTo>
                  <a:lnTo>
                    <a:pt x="4742439" y="1575387"/>
                  </a:lnTo>
                  <a:lnTo>
                    <a:pt x="4834108" y="1565976"/>
                  </a:lnTo>
                  <a:lnTo>
                    <a:pt x="4925337" y="1555025"/>
                  </a:lnTo>
                  <a:lnTo>
                    <a:pt x="5013223" y="1542549"/>
                  </a:lnTo>
                  <a:lnTo>
                    <a:pt x="5095932" y="1528513"/>
                  </a:lnTo>
                  <a:lnTo>
                    <a:pt x="5172579" y="1512817"/>
                  </a:lnTo>
                  <a:lnTo>
                    <a:pt x="5243020" y="1495292"/>
                  </a:lnTo>
                  <a:lnTo>
                    <a:pt x="5307620" y="1475696"/>
                  </a:lnTo>
                  <a:lnTo>
                    <a:pt x="5367068" y="1453732"/>
                  </a:lnTo>
                  <a:lnTo>
                    <a:pt x="5422227" y="1429052"/>
                  </a:lnTo>
                  <a:lnTo>
                    <a:pt x="5474028" y="1401299"/>
                  </a:lnTo>
                  <a:lnTo>
                    <a:pt x="5523384" y="1370154"/>
                  </a:lnTo>
                  <a:lnTo>
                    <a:pt x="5567201" y="1338447"/>
                  </a:lnTo>
                  <a:lnTo>
                    <a:pt x="5610499" y="1303438"/>
                  </a:lnTo>
                  <a:lnTo>
                    <a:pt x="5653373" y="1265293"/>
                  </a:lnTo>
                  <a:lnTo>
                    <a:pt x="5696186" y="1223956"/>
                  </a:lnTo>
                  <a:lnTo>
                    <a:pt x="5739198" y="1179450"/>
                  </a:lnTo>
                  <a:lnTo>
                    <a:pt x="5782585" y="1131887"/>
                  </a:lnTo>
                  <a:lnTo>
                    <a:pt x="5826447" y="1081476"/>
                  </a:lnTo>
                  <a:lnTo>
                    <a:pt x="5870814" y="1028525"/>
                  </a:lnTo>
                  <a:lnTo>
                    <a:pt x="5915654" y="973438"/>
                  </a:lnTo>
                  <a:lnTo>
                    <a:pt x="5960887" y="916703"/>
                  </a:lnTo>
                  <a:lnTo>
                    <a:pt x="6006389" y="858879"/>
                  </a:lnTo>
                  <a:lnTo>
                    <a:pt x="6052015" y="800572"/>
                  </a:lnTo>
                  <a:lnTo>
                    <a:pt x="6097604" y="742410"/>
                  </a:lnTo>
                  <a:lnTo>
                    <a:pt x="6142999" y="685012"/>
                  </a:lnTo>
                  <a:lnTo>
                    <a:pt x="6188065" y="628968"/>
                  </a:lnTo>
                  <a:lnTo>
                    <a:pt x="6232695" y="574805"/>
                  </a:lnTo>
                  <a:lnTo>
                    <a:pt x="6276831" y="522975"/>
                  </a:lnTo>
                  <a:lnTo>
                    <a:pt x="6320467" y="473838"/>
                  </a:lnTo>
                  <a:lnTo>
                    <a:pt x="6363666" y="427658"/>
                  </a:lnTo>
                  <a:lnTo>
                    <a:pt x="6406559" y="384597"/>
                  </a:lnTo>
                  <a:lnTo>
                    <a:pt x="6449362" y="344727"/>
                  </a:lnTo>
                  <a:lnTo>
                    <a:pt x="6492380" y="308032"/>
                  </a:lnTo>
                  <a:lnTo>
                    <a:pt x="6515891" y="289467"/>
                  </a:lnTo>
                  <a:lnTo>
                    <a:pt x="6563722" y="255048"/>
                  </a:lnTo>
                  <a:lnTo>
                    <a:pt x="6613248" y="224193"/>
                  </a:lnTo>
                  <a:lnTo>
                    <a:pt x="6665291" y="196708"/>
                  </a:lnTo>
                  <a:lnTo>
                    <a:pt x="6720770" y="172267"/>
                  </a:lnTo>
                  <a:lnTo>
                    <a:pt x="6780614" y="150511"/>
                  </a:lnTo>
                  <a:lnTo>
                    <a:pt x="6845675" y="131097"/>
                  </a:lnTo>
                  <a:lnTo>
                    <a:pt x="6916621" y="113731"/>
                  </a:lnTo>
                  <a:lnTo>
                    <a:pt x="6993784" y="98178"/>
                  </a:lnTo>
                  <a:lnTo>
                    <a:pt x="7076967" y="84275"/>
                  </a:lnTo>
                  <a:lnTo>
                    <a:pt x="7165213" y="71925"/>
                  </a:lnTo>
                  <a:lnTo>
                    <a:pt x="7256604" y="61101"/>
                  </a:lnTo>
                  <a:lnTo>
                    <a:pt x="7348147" y="51819"/>
                  </a:lnTo>
                  <a:lnTo>
                    <a:pt x="7435891" y="44118"/>
                  </a:lnTo>
                  <a:lnTo>
                    <a:pt x="7515370" y="38018"/>
                  </a:lnTo>
                  <a:lnTo>
                    <a:pt x="7582355" y="33482"/>
                  </a:lnTo>
                  <a:lnTo>
                    <a:pt x="7633780" y="30388"/>
                  </a:lnTo>
                  <a:lnTo>
                    <a:pt x="7668534" y="28518"/>
                  </a:lnTo>
                  <a:lnTo>
                    <a:pt x="7687854" y="27584"/>
                  </a:lnTo>
                  <a:lnTo>
                    <a:pt x="7695262" y="27261"/>
                  </a:lnTo>
                  <a:lnTo>
                    <a:pt x="7696237" y="27222"/>
                  </a:lnTo>
                  <a:lnTo>
                    <a:pt x="8234974" y="27222"/>
                  </a:lnTo>
                  <a:lnTo>
                    <a:pt x="8234974" y="21778"/>
                  </a:lnTo>
                  <a:lnTo>
                    <a:pt x="7696237" y="21778"/>
                  </a:lnTo>
                  <a:lnTo>
                    <a:pt x="7694980" y="21828"/>
                  </a:lnTo>
                  <a:lnTo>
                    <a:pt x="7686769" y="22190"/>
                  </a:lnTo>
                  <a:lnTo>
                    <a:pt x="7666276" y="23189"/>
                  </a:lnTo>
                  <a:lnTo>
                    <a:pt x="7630156" y="25149"/>
                  </a:lnTo>
                  <a:lnTo>
                    <a:pt x="7577370" y="28356"/>
                  </a:lnTo>
                  <a:lnTo>
                    <a:pt x="7509212" y="33018"/>
                  </a:lnTo>
                  <a:lnTo>
                    <a:pt x="7428879" y="39250"/>
                  </a:lnTo>
                  <a:lnTo>
                    <a:pt x="7340653" y="47083"/>
                  </a:lnTo>
                  <a:lnTo>
                    <a:pt x="7248985" y="56494"/>
                  </a:lnTo>
                  <a:lnTo>
                    <a:pt x="7157755" y="67445"/>
                  </a:lnTo>
                  <a:lnTo>
                    <a:pt x="7069869" y="79921"/>
                  </a:lnTo>
                  <a:lnTo>
                    <a:pt x="6987161" y="93957"/>
                  </a:lnTo>
                  <a:lnTo>
                    <a:pt x="6910513" y="109653"/>
                  </a:lnTo>
                  <a:lnTo>
                    <a:pt x="6840073" y="127179"/>
                  </a:lnTo>
                  <a:lnTo>
                    <a:pt x="6775472" y="146774"/>
                  </a:lnTo>
                  <a:lnTo>
                    <a:pt x="6716024" y="168739"/>
                  </a:lnTo>
                  <a:lnTo>
                    <a:pt x="6660865" y="193418"/>
                  </a:lnTo>
                  <a:lnTo>
                    <a:pt x="6609065" y="221171"/>
                  </a:lnTo>
                  <a:lnTo>
                    <a:pt x="6559709" y="252316"/>
                  </a:lnTo>
                  <a:lnTo>
                    <a:pt x="6515891" y="284023"/>
                  </a:lnTo>
                  <a:lnTo>
                    <a:pt x="6472594" y="319032"/>
                  </a:lnTo>
                  <a:lnTo>
                    <a:pt x="6429719" y="357177"/>
                  </a:lnTo>
                  <a:lnTo>
                    <a:pt x="6386907" y="398514"/>
                  </a:lnTo>
                  <a:lnTo>
                    <a:pt x="6343895" y="443021"/>
                  </a:lnTo>
                  <a:lnTo>
                    <a:pt x="6300507" y="490584"/>
                  </a:lnTo>
                  <a:lnTo>
                    <a:pt x="6256645" y="540995"/>
                  </a:lnTo>
                  <a:lnTo>
                    <a:pt x="6212278" y="593945"/>
                  </a:lnTo>
                  <a:lnTo>
                    <a:pt x="6167438" y="649033"/>
                  </a:lnTo>
                  <a:lnTo>
                    <a:pt x="6122206" y="705767"/>
                  </a:lnTo>
                  <a:lnTo>
                    <a:pt x="6076703" y="763591"/>
                  </a:lnTo>
                  <a:lnTo>
                    <a:pt x="6031077" y="821898"/>
                  </a:lnTo>
                  <a:lnTo>
                    <a:pt x="5985489" y="880061"/>
                  </a:lnTo>
                  <a:lnTo>
                    <a:pt x="5940093" y="937458"/>
                  </a:lnTo>
                  <a:lnTo>
                    <a:pt x="5895028" y="993502"/>
                  </a:lnTo>
                  <a:lnTo>
                    <a:pt x="5850397" y="1047665"/>
                  </a:lnTo>
                  <a:lnTo>
                    <a:pt x="5806262" y="1099495"/>
                  </a:lnTo>
                  <a:lnTo>
                    <a:pt x="5762625" y="1148632"/>
                  </a:lnTo>
                  <a:lnTo>
                    <a:pt x="5719427" y="1194812"/>
                  </a:lnTo>
                  <a:lnTo>
                    <a:pt x="5676533" y="1237873"/>
                  </a:lnTo>
                  <a:lnTo>
                    <a:pt x="5633730" y="1277743"/>
                  </a:lnTo>
                  <a:lnTo>
                    <a:pt x="5590713" y="1314438"/>
                  </a:lnTo>
                  <a:lnTo>
                    <a:pt x="5567201" y="1333003"/>
                  </a:lnTo>
                  <a:lnTo>
                    <a:pt x="5519370" y="1367423"/>
                  </a:lnTo>
                  <a:lnTo>
                    <a:pt x="5469844" y="1398277"/>
                  </a:lnTo>
                  <a:lnTo>
                    <a:pt x="5417801" y="1425763"/>
                  </a:lnTo>
                  <a:lnTo>
                    <a:pt x="5362322" y="1450204"/>
                  </a:lnTo>
                  <a:lnTo>
                    <a:pt x="5302479" y="1471960"/>
                  </a:lnTo>
                  <a:lnTo>
                    <a:pt x="5237418" y="1491373"/>
                  </a:lnTo>
                  <a:lnTo>
                    <a:pt x="5166472" y="1508739"/>
                  </a:lnTo>
                  <a:lnTo>
                    <a:pt x="5089308" y="1524292"/>
                  </a:lnTo>
                  <a:lnTo>
                    <a:pt x="5006126" y="1538196"/>
                  </a:lnTo>
                  <a:lnTo>
                    <a:pt x="4917879" y="1550545"/>
                  </a:lnTo>
                  <a:lnTo>
                    <a:pt x="4826488" y="1561369"/>
                  </a:lnTo>
                  <a:lnTo>
                    <a:pt x="4734946" y="1570651"/>
                  </a:lnTo>
                  <a:lnTo>
                    <a:pt x="4647201" y="1578353"/>
                  </a:lnTo>
                  <a:lnTo>
                    <a:pt x="4567722" y="1584453"/>
                  </a:lnTo>
                  <a:lnTo>
                    <a:pt x="4500737" y="1588988"/>
                  </a:lnTo>
                  <a:lnTo>
                    <a:pt x="4449312" y="1592082"/>
                  </a:lnTo>
                  <a:lnTo>
                    <a:pt x="4414558" y="1593952"/>
                  </a:lnTo>
                  <a:lnTo>
                    <a:pt x="4395238" y="1594886"/>
                  </a:lnTo>
                  <a:lnTo>
                    <a:pt x="4387830" y="1595209"/>
                  </a:lnTo>
                  <a:lnTo>
                    <a:pt x="4386855" y="1595248"/>
                  </a:lnTo>
                  <a:lnTo>
                    <a:pt x="3848118" y="1595248"/>
                  </a:lnTo>
                  <a:lnTo>
                    <a:pt x="3846862" y="1595197"/>
                  </a:lnTo>
                  <a:lnTo>
                    <a:pt x="3838659" y="1594831"/>
                  </a:lnTo>
                  <a:lnTo>
                    <a:pt x="3818184" y="1593819"/>
                  </a:lnTo>
                  <a:lnTo>
                    <a:pt x="3782095" y="1591833"/>
                  </a:lnTo>
                  <a:lnTo>
                    <a:pt x="3729351" y="1588585"/>
                  </a:lnTo>
                  <a:lnTo>
                    <a:pt x="3661240" y="1583863"/>
                  </a:lnTo>
                  <a:lnTo>
                    <a:pt x="3580955" y="1577550"/>
                  </a:lnTo>
                  <a:lnTo>
                    <a:pt x="3492772" y="1569615"/>
                  </a:lnTo>
                  <a:lnTo>
                    <a:pt x="3401137" y="1560081"/>
                  </a:lnTo>
                  <a:lnTo>
                    <a:pt x="3309931" y="1548987"/>
                  </a:lnTo>
                  <a:lnTo>
                    <a:pt x="3222058" y="1536348"/>
                  </a:lnTo>
                  <a:lnTo>
                    <a:pt x="3139355" y="1522129"/>
                  </a:lnTo>
                  <a:lnTo>
                    <a:pt x="3062707" y="1506228"/>
                  </a:lnTo>
                  <a:lnTo>
                    <a:pt x="2992263" y="1488474"/>
                  </a:lnTo>
                  <a:lnTo>
                    <a:pt x="2927658" y="1468625"/>
                  </a:lnTo>
                  <a:lnTo>
                    <a:pt x="2868205" y="1446377"/>
                  </a:lnTo>
                  <a:lnTo>
                    <a:pt x="2813044" y="1421380"/>
                  </a:lnTo>
                  <a:lnTo>
                    <a:pt x="2761243" y="1393270"/>
                  </a:lnTo>
                  <a:lnTo>
                    <a:pt x="2711891" y="1361727"/>
                  </a:lnTo>
                  <a:lnTo>
                    <a:pt x="2667772" y="1329373"/>
                  </a:lnTo>
                  <a:lnTo>
                    <a:pt x="2624638" y="1294020"/>
                  </a:lnTo>
                  <a:lnTo>
                    <a:pt x="2581925" y="1255512"/>
                  </a:lnTo>
                  <a:lnTo>
                    <a:pt x="2539276" y="1213793"/>
                  </a:lnTo>
                  <a:lnTo>
                    <a:pt x="2496431" y="1168884"/>
                  </a:lnTo>
                  <a:lnTo>
                    <a:pt x="2453216" y="1120896"/>
                  </a:lnTo>
                  <a:lnTo>
                    <a:pt x="2409531" y="1070039"/>
                  </a:lnTo>
                  <a:lnTo>
                    <a:pt x="2365345" y="1016618"/>
                  </a:lnTo>
                  <a:lnTo>
                    <a:pt x="2320688" y="961035"/>
                  </a:lnTo>
                  <a:lnTo>
                    <a:pt x="2275638" y="903778"/>
                  </a:lnTo>
                  <a:lnTo>
                    <a:pt x="2230315" y="845406"/>
                  </a:lnTo>
                  <a:lnTo>
                    <a:pt x="2184864" y="786524"/>
                  </a:lnTo>
                  <a:lnTo>
                    <a:pt x="2139444" y="727760"/>
                  </a:lnTo>
                  <a:lnTo>
                    <a:pt x="2094208" y="669739"/>
                  </a:lnTo>
                  <a:lnTo>
                    <a:pt x="2049294" y="613051"/>
                  </a:lnTo>
                  <a:lnTo>
                    <a:pt x="2004807" y="558229"/>
                  </a:lnTo>
                  <a:lnTo>
                    <a:pt x="1960810" y="505732"/>
                  </a:lnTo>
                  <a:lnTo>
                    <a:pt x="1917309" y="455925"/>
                  </a:lnTo>
                  <a:lnTo>
                    <a:pt x="1874248" y="409078"/>
                  </a:lnTo>
                  <a:lnTo>
                    <a:pt x="1831502" y="365362"/>
                  </a:lnTo>
                  <a:lnTo>
                    <a:pt x="1788865" y="324854"/>
                  </a:lnTo>
                  <a:lnTo>
                    <a:pt x="1746041" y="287546"/>
                  </a:lnTo>
                  <a:lnTo>
                    <a:pt x="1719082" y="265874"/>
                  </a:lnTo>
                  <a:lnTo>
                    <a:pt x="1671267" y="230989"/>
                  </a:lnTo>
                  <a:lnTo>
                    <a:pt x="1621759" y="199716"/>
                  </a:lnTo>
                  <a:lnTo>
                    <a:pt x="1569735" y="171857"/>
                  </a:lnTo>
                  <a:lnTo>
                    <a:pt x="1514278" y="147082"/>
                  </a:lnTo>
                  <a:lnTo>
                    <a:pt x="1454462" y="125028"/>
                  </a:lnTo>
                  <a:lnTo>
                    <a:pt x="1389432" y="105349"/>
                  </a:lnTo>
                  <a:lnTo>
                    <a:pt x="1318522" y="87744"/>
                  </a:lnTo>
                  <a:lnTo>
                    <a:pt x="1241400" y="71977"/>
                  </a:lnTo>
                  <a:lnTo>
                    <a:pt x="1158260" y="57881"/>
                  </a:lnTo>
                  <a:lnTo>
                    <a:pt x="1070056" y="45360"/>
                  </a:lnTo>
                  <a:lnTo>
                    <a:pt x="978701" y="34384"/>
                  </a:lnTo>
                  <a:lnTo>
                    <a:pt x="887182" y="24970"/>
                  </a:lnTo>
                  <a:lnTo>
                    <a:pt x="799441" y="17159"/>
                  </a:lnTo>
                  <a:lnTo>
                    <a:pt x="719942" y="10969"/>
                  </a:lnTo>
                  <a:lnTo>
                    <a:pt x="652911" y="6365"/>
                  </a:lnTo>
                  <a:lnTo>
                    <a:pt x="601419" y="3222"/>
                  </a:lnTo>
                  <a:lnTo>
                    <a:pt x="566588" y="1321"/>
                  </a:lnTo>
                  <a:lnTo>
                    <a:pt x="547194" y="370"/>
                  </a:lnTo>
                  <a:lnTo>
                    <a:pt x="539731" y="4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21" name="pl321"/>
            <p:cNvSpPr/>
            <p:nvPr/>
          </p:nvSpPr>
          <p:spPr>
            <a:xfrm>
              <a:off x="546595" y="2062589"/>
              <a:ext cx="8234974" cy="1595248"/>
            </a:xfrm>
            <a:custGeom>
              <a:avLst/>
              <a:pathLst>
                <a:path w="8234974" h="1595248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95" y="417"/>
                  </a:lnTo>
                  <a:lnTo>
                    <a:pt x="568671" y="1429"/>
                  </a:lnTo>
                  <a:lnTo>
                    <a:pt x="604759" y="3415"/>
                  </a:lnTo>
                  <a:lnTo>
                    <a:pt x="657504" y="6663"/>
                  </a:lnTo>
                  <a:lnTo>
                    <a:pt x="725614" y="11384"/>
                  </a:lnTo>
                  <a:lnTo>
                    <a:pt x="805899" y="17697"/>
                  </a:lnTo>
                  <a:lnTo>
                    <a:pt x="894083" y="25632"/>
                  </a:lnTo>
                  <a:lnTo>
                    <a:pt x="985717" y="35166"/>
                  </a:lnTo>
                  <a:lnTo>
                    <a:pt x="1076924" y="46260"/>
                  </a:lnTo>
                  <a:lnTo>
                    <a:pt x="1164796" y="58899"/>
                  </a:lnTo>
                  <a:lnTo>
                    <a:pt x="1247499" y="73119"/>
                  </a:lnTo>
                  <a:lnTo>
                    <a:pt x="1324147" y="89019"/>
                  </a:lnTo>
                  <a:lnTo>
                    <a:pt x="1394592" y="106773"/>
                  </a:lnTo>
                  <a:lnTo>
                    <a:pt x="1459197" y="126622"/>
                  </a:lnTo>
                  <a:lnTo>
                    <a:pt x="1518650" y="148871"/>
                  </a:lnTo>
                  <a:lnTo>
                    <a:pt x="1573811" y="173868"/>
                  </a:lnTo>
                  <a:lnTo>
                    <a:pt x="1625612" y="201977"/>
                  </a:lnTo>
                  <a:lnTo>
                    <a:pt x="1674964" y="233521"/>
                  </a:lnTo>
                  <a:lnTo>
                    <a:pt x="1719082" y="265874"/>
                  </a:lnTo>
                  <a:lnTo>
                    <a:pt x="1762216" y="301228"/>
                  </a:lnTo>
                  <a:lnTo>
                    <a:pt x="1804930" y="339735"/>
                  </a:lnTo>
                  <a:lnTo>
                    <a:pt x="1847579" y="381455"/>
                  </a:lnTo>
                  <a:lnTo>
                    <a:pt x="1890423" y="426364"/>
                  </a:lnTo>
                  <a:lnTo>
                    <a:pt x="1933639" y="474351"/>
                  </a:lnTo>
                  <a:lnTo>
                    <a:pt x="1977324" y="525208"/>
                  </a:lnTo>
                  <a:lnTo>
                    <a:pt x="2021510" y="578630"/>
                  </a:lnTo>
                  <a:lnTo>
                    <a:pt x="2066167" y="634212"/>
                  </a:lnTo>
                  <a:lnTo>
                    <a:pt x="2111217" y="691469"/>
                  </a:lnTo>
                  <a:lnTo>
                    <a:pt x="2156540" y="749842"/>
                  </a:lnTo>
                  <a:lnTo>
                    <a:pt x="2201990" y="808724"/>
                  </a:lnTo>
                  <a:lnTo>
                    <a:pt x="2247411" y="867487"/>
                  </a:lnTo>
                  <a:lnTo>
                    <a:pt x="2292647" y="925509"/>
                  </a:lnTo>
                  <a:lnTo>
                    <a:pt x="2337561" y="982197"/>
                  </a:lnTo>
                  <a:lnTo>
                    <a:pt x="2382047" y="1037018"/>
                  </a:lnTo>
                  <a:lnTo>
                    <a:pt x="2426045" y="1089516"/>
                  </a:lnTo>
                  <a:lnTo>
                    <a:pt x="2469546" y="1139323"/>
                  </a:lnTo>
                  <a:lnTo>
                    <a:pt x="2512606" y="1186170"/>
                  </a:lnTo>
                  <a:lnTo>
                    <a:pt x="2555352" y="1229885"/>
                  </a:lnTo>
                  <a:lnTo>
                    <a:pt x="2597990" y="1270393"/>
                  </a:lnTo>
                  <a:lnTo>
                    <a:pt x="2640814" y="1307702"/>
                  </a:lnTo>
                  <a:lnTo>
                    <a:pt x="2667772" y="1329373"/>
                  </a:lnTo>
                  <a:lnTo>
                    <a:pt x="2715588" y="1364259"/>
                  </a:lnTo>
                  <a:lnTo>
                    <a:pt x="2765096" y="1395531"/>
                  </a:lnTo>
                  <a:lnTo>
                    <a:pt x="2817120" y="1423391"/>
                  </a:lnTo>
                  <a:lnTo>
                    <a:pt x="2872576" y="1448165"/>
                  </a:lnTo>
                  <a:lnTo>
                    <a:pt x="2932393" y="1470219"/>
                  </a:lnTo>
                  <a:lnTo>
                    <a:pt x="2997422" y="1489899"/>
                  </a:lnTo>
                  <a:lnTo>
                    <a:pt x="3068332" y="1507503"/>
                  </a:lnTo>
                  <a:lnTo>
                    <a:pt x="3145455" y="1523271"/>
                  </a:lnTo>
                  <a:lnTo>
                    <a:pt x="3228594" y="1537367"/>
                  </a:lnTo>
                  <a:lnTo>
                    <a:pt x="3316799" y="1549888"/>
                  </a:lnTo>
                  <a:lnTo>
                    <a:pt x="3408154" y="1560864"/>
                  </a:lnTo>
                  <a:lnTo>
                    <a:pt x="3499673" y="1570277"/>
                  </a:lnTo>
                  <a:lnTo>
                    <a:pt x="3587413" y="1578089"/>
                  </a:lnTo>
                  <a:lnTo>
                    <a:pt x="3666912" y="1584278"/>
                  </a:lnTo>
                  <a:lnTo>
                    <a:pt x="3733944" y="1588882"/>
                  </a:lnTo>
                  <a:lnTo>
                    <a:pt x="3785436" y="1592026"/>
                  </a:lnTo>
                  <a:lnTo>
                    <a:pt x="3820267" y="1593926"/>
                  </a:lnTo>
                  <a:lnTo>
                    <a:pt x="3839661" y="1594877"/>
                  </a:lnTo>
                  <a:lnTo>
                    <a:pt x="3847124" y="1595208"/>
                  </a:lnTo>
                  <a:lnTo>
                    <a:pt x="3848118" y="1595248"/>
                  </a:lnTo>
                  <a:lnTo>
                    <a:pt x="4386855" y="1595248"/>
                  </a:lnTo>
                  <a:lnTo>
                    <a:pt x="4388113" y="1595197"/>
                  </a:lnTo>
                  <a:lnTo>
                    <a:pt x="4396323" y="1594836"/>
                  </a:lnTo>
                  <a:lnTo>
                    <a:pt x="4416817" y="1593837"/>
                  </a:lnTo>
                  <a:lnTo>
                    <a:pt x="4452936" y="1591876"/>
                  </a:lnTo>
                  <a:lnTo>
                    <a:pt x="4505723" y="1588670"/>
                  </a:lnTo>
                  <a:lnTo>
                    <a:pt x="4573880" y="1584008"/>
                  </a:lnTo>
                  <a:lnTo>
                    <a:pt x="4654213" y="1577776"/>
                  </a:lnTo>
                  <a:lnTo>
                    <a:pt x="4742439" y="1569942"/>
                  </a:lnTo>
                  <a:lnTo>
                    <a:pt x="4834108" y="1560531"/>
                  </a:lnTo>
                  <a:lnTo>
                    <a:pt x="4925337" y="1549580"/>
                  </a:lnTo>
                  <a:lnTo>
                    <a:pt x="5013223" y="1537104"/>
                  </a:lnTo>
                  <a:lnTo>
                    <a:pt x="5095932" y="1523069"/>
                  </a:lnTo>
                  <a:lnTo>
                    <a:pt x="5172579" y="1507373"/>
                  </a:lnTo>
                  <a:lnTo>
                    <a:pt x="5243020" y="1489847"/>
                  </a:lnTo>
                  <a:lnTo>
                    <a:pt x="5307620" y="1470252"/>
                  </a:lnTo>
                  <a:lnTo>
                    <a:pt x="5367068" y="1448287"/>
                  </a:lnTo>
                  <a:lnTo>
                    <a:pt x="5422227" y="1423608"/>
                  </a:lnTo>
                  <a:lnTo>
                    <a:pt x="5474028" y="1395854"/>
                  </a:lnTo>
                  <a:lnTo>
                    <a:pt x="5523384" y="1364710"/>
                  </a:lnTo>
                  <a:lnTo>
                    <a:pt x="5567201" y="1333003"/>
                  </a:lnTo>
                  <a:lnTo>
                    <a:pt x="5610499" y="1297993"/>
                  </a:lnTo>
                  <a:lnTo>
                    <a:pt x="5653373" y="1259849"/>
                  </a:lnTo>
                  <a:lnTo>
                    <a:pt x="5696186" y="1218511"/>
                  </a:lnTo>
                  <a:lnTo>
                    <a:pt x="5739198" y="1174005"/>
                  </a:lnTo>
                  <a:lnTo>
                    <a:pt x="5782585" y="1126442"/>
                  </a:lnTo>
                  <a:lnTo>
                    <a:pt x="5826447" y="1076031"/>
                  </a:lnTo>
                  <a:lnTo>
                    <a:pt x="5870814" y="1023080"/>
                  </a:lnTo>
                  <a:lnTo>
                    <a:pt x="5915654" y="967993"/>
                  </a:lnTo>
                  <a:lnTo>
                    <a:pt x="5960887" y="911258"/>
                  </a:lnTo>
                  <a:lnTo>
                    <a:pt x="6006389" y="853434"/>
                  </a:lnTo>
                  <a:lnTo>
                    <a:pt x="6052015" y="795128"/>
                  </a:lnTo>
                  <a:lnTo>
                    <a:pt x="6097604" y="736965"/>
                  </a:lnTo>
                  <a:lnTo>
                    <a:pt x="6142999" y="679568"/>
                  </a:lnTo>
                  <a:lnTo>
                    <a:pt x="6188065" y="623523"/>
                  </a:lnTo>
                  <a:lnTo>
                    <a:pt x="6232695" y="569360"/>
                  </a:lnTo>
                  <a:lnTo>
                    <a:pt x="6276831" y="517531"/>
                  </a:lnTo>
                  <a:lnTo>
                    <a:pt x="6320467" y="468394"/>
                  </a:lnTo>
                  <a:lnTo>
                    <a:pt x="6363666" y="422213"/>
                  </a:lnTo>
                  <a:lnTo>
                    <a:pt x="6406559" y="379152"/>
                  </a:lnTo>
                  <a:lnTo>
                    <a:pt x="6449362" y="339282"/>
                  </a:lnTo>
                  <a:lnTo>
                    <a:pt x="6492380" y="302587"/>
                  </a:lnTo>
                  <a:lnTo>
                    <a:pt x="6515891" y="284023"/>
                  </a:lnTo>
                  <a:lnTo>
                    <a:pt x="6563722" y="249603"/>
                  </a:lnTo>
                  <a:lnTo>
                    <a:pt x="6613248" y="218749"/>
                  </a:lnTo>
                  <a:lnTo>
                    <a:pt x="6665291" y="191263"/>
                  </a:lnTo>
                  <a:lnTo>
                    <a:pt x="6720770" y="166822"/>
                  </a:lnTo>
                  <a:lnTo>
                    <a:pt x="6780614" y="145066"/>
                  </a:lnTo>
                  <a:lnTo>
                    <a:pt x="6845675" y="125653"/>
                  </a:lnTo>
                  <a:lnTo>
                    <a:pt x="6916621" y="108287"/>
                  </a:lnTo>
                  <a:lnTo>
                    <a:pt x="6993784" y="92734"/>
                  </a:lnTo>
                  <a:lnTo>
                    <a:pt x="7076967" y="78830"/>
                  </a:lnTo>
                  <a:lnTo>
                    <a:pt x="7165213" y="66481"/>
                  </a:lnTo>
                  <a:lnTo>
                    <a:pt x="7256604" y="55656"/>
                  </a:lnTo>
                  <a:lnTo>
                    <a:pt x="7348147" y="46374"/>
                  </a:lnTo>
                  <a:lnTo>
                    <a:pt x="7435891" y="38673"/>
                  </a:lnTo>
                  <a:lnTo>
                    <a:pt x="7515370" y="32573"/>
                  </a:lnTo>
                  <a:lnTo>
                    <a:pt x="7582355" y="28038"/>
                  </a:lnTo>
                  <a:lnTo>
                    <a:pt x="7633780" y="24943"/>
                  </a:lnTo>
                  <a:lnTo>
                    <a:pt x="7668534" y="23074"/>
                  </a:lnTo>
                  <a:lnTo>
                    <a:pt x="7687854" y="22140"/>
                  </a:lnTo>
                  <a:lnTo>
                    <a:pt x="7695262" y="21817"/>
                  </a:lnTo>
                  <a:lnTo>
                    <a:pt x="7696237" y="21778"/>
                  </a:lnTo>
                  <a:lnTo>
                    <a:pt x="8234974" y="217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2" name="pl322"/>
            <p:cNvSpPr/>
            <p:nvPr/>
          </p:nvSpPr>
          <p:spPr>
            <a:xfrm>
              <a:off x="546595" y="2057145"/>
              <a:ext cx="8234974" cy="1595248"/>
            </a:xfrm>
            <a:custGeom>
              <a:avLst/>
              <a:pathLst>
                <a:path w="8234974" h="1595248">
                  <a:moveTo>
                    <a:pt x="8234974" y="21778"/>
                  </a:moveTo>
                  <a:lnTo>
                    <a:pt x="7696237" y="21778"/>
                  </a:lnTo>
                  <a:lnTo>
                    <a:pt x="7694980" y="21828"/>
                  </a:lnTo>
                  <a:lnTo>
                    <a:pt x="7686769" y="22190"/>
                  </a:lnTo>
                  <a:lnTo>
                    <a:pt x="7666276" y="23189"/>
                  </a:lnTo>
                  <a:lnTo>
                    <a:pt x="7630156" y="25149"/>
                  </a:lnTo>
                  <a:lnTo>
                    <a:pt x="7577370" y="28356"/>
                  </a:lnTo>
                  <a:lnTo>
                    <a:pt x="7509212" y="33018"/>
                  </a:lnTo>
                  <a:lnTo>
                    <a:pt x="7428879" y="39250"/>
                  </a:lnTo>
                  <a:lnTo>
                    <a:pt x="7340653" y="47083"/>
                  </a:lnTo>
                  <a:lnTo>
                    <a:pt x="7248985" y="56494"/>
                  </a:lnTo>
                  <a:lnTo>
                    <a:pt x="7157755" y="67445"/>
                  </a:lnTo>
                  <a:lnTo>
                    <a:pt x="7069869" y="79921"/>
                  </a:lnTo>
                  <a:lnTo>
                    <a:pt x="6987161" y="93957"/>
                  </a:lnTo>
                  <a:lnTo>
                    <a:pt x="6910513" y="109653"/>
                  </a:lnTo>
                  <a:lnTo>
                    <a:pt x="6840073" y="127179"/>
                  </a:lnTo>
                  <a:lnTo>
                    <a:pt x="6775472" y="146774"/>
                  </a:lnTo>
                  <a:lnTo>
                    <a:pt x="6716024" y="168739"/>
                  </a:lnTo>
                  <a:lnTo>
                    <a:pt x="6660865" y="193418"/>
                  </a:lnTo>
                  <a:lnTo>
                    <a:pt x="6609065" y="221171"/>
                  </a:lnTo>
                  <a:lnTo>
                    <a:pt x="6559709" y="252316"/>
                  </a:lnTo>
                  <a:lnTo>
                    <a:pt x="6515891" y="284023"/>
                  </a:lnTo>
                  <a:lnTo>
                    <a:pt x="6472594" y="319032"/>
                  </a:lnTo>
                  <a:lnTo>
                    <a:pt x="6429719" y="357177"/>
                  </a:lnTo>
                  <a:lnTo>
                    <a:pt x="6386907" y="398514"/>
                  </a:lnTo>
                  <a:lnTo>
                    <a:pt x="6343895" y="443021"/>
                  </a:lnTo>
                  <a:lnTo>
                    <a:pt x="6300507" y="490584"/>
                  </a:lnTo>
                  <a:lnTo>
                    <a:pt x="6256645" y="540995"/>
                  </a:lnTo>
                  <a:lnTo>
                    <a:pt x="6212278" y="593945"/>
                  </a:lnTo>
                  <a:lnTo>
                    <a:pt x="6167438" y="649033"/>
                  </a:lnTo>
                  <a:lnTo>
                    <a:pt x="6122206" y="705767"/>
                  </a:lnTo>
                  <a:lnTo>
                    <a:pt x="6076703" y="763591"/>
                  </a:lnTo>
                  <a:lnTo>
                    <a:pt x="6031077" y="821898"/>
                  </a:lnTo>
                  <a:lnTo>
                    <a:pt x="5985489" y="880061"/>
                  </a:lnTo>
                  <a:lnTo>
                    <a:pt x="5940093" y="937458"/>
                  </a:lnTo>
                  <a:lnTo>
                    <a:pt x="5895028" y="993502"/>
                  </a:lnTo>
                  <a:lnTo>
                    <a:pt x="5850397" y="1047665"/>
                  </a:lnTo>
                  <a:lnTo>
                    <a:pt x="5806262" y="1099495"/>
                  </a:lnTo>
                  <a:lnTo>
                    <a:pt x="5762625" y="1148632"/>
                  </a:lnTo>
                  <a:lnTo>
                    <a:pt x="5719427" y="1194812"/>
                  </a:lnTo>
                  <a:lnTo>
                    <a:pt x="5676533" y="1237873"/>
                  </a:lnTo>
                  <a:lnTo>
                    <a:pt x="5633730" y="1277743"/>
                  </a:lnTo>
                  <a:lnTo>
                    <a:pt x="5590713" y="1314438"/>
                  </a:lnTo>
                  <a:lnTo>
                    <a:pt x="5567201" y="1333003"/>
                  </a:lnTo>
                  <a:lnTo>
                    <a:pt x="5519370" y="1367423"/>
                  </a:lnTo>
                  <a:lnTo>
                    <a:pt x="5469844" y="1398277"/>
                  </a:lnTo>
                  <a:lnTo>
                    <a:pt x="5417801" y="1425763"/>
                  </a:lnTo>
                  <a:lnTo>
                    <a:pt x="5362322" y="1450204"/>
                  </a:lnTo>
                  <a:lnTo>
                    <a:pt x="5302479" y="1471960"/>
                  </a:lnTo>
                  <a:lnTo>
                    <a:pt x="5237418" y="1491373"/>
                  </a:lnTo>
                  <a:lnTo>
                    <a:pt x="5166472" y="1508739"/>
                  </a:lnTo>
                  <a:lnTo>
                    <a:pt x="5089308" y="1524292"/>
                  </a:lnTo>
                  <a:lnTo>
                    <a:pt x="5006126" y="1538196"/>
                  </a:lnTo>
                  <a:lnTo>
                    <a:pt x="4917879" y="1550545"/>
                  </a:lnTo>
                  <a:lnTo>
                    <a:pt x="4826488" y="1561369"/>
                  </a:lnTo>
                  <a:lnTo>
                    <a:pt x="4734946" y="1570651"/>
                  </a:lnTo>
                  <a:lnTo>
                    <a:pt x="4647201" y="1578353"/>
                  </a:lnTo>
                  <a:lnTo>
                    <a:pt x="4567722" y="1584453"/>
                  </a:lnTo>
                  <a:lnTo>
                    <a:pt x="4500737" y="1588988"/>
                  </a:lnTo>
                  <a:lnTo>
                    <a:pt x="4449312" y="1592082"/>
                  </a:lnTo>
                  <a:lnTo>
                    <a:pt x="4414558" y="1593952"/>
                  </a:lnTo>
                  <a:lnTo>
                    <a:pt x="4395238" y="1594886"/>
                  </a:lnTo>
                  <a:lnTo>
                    <a:pt x="4387830" y="1595209"/>
                  </a:lnTo>
                  <a:lnTo>
                    <a:pt x="4386855" y="1595248"/>
                  </a:lnTo>
                  <a:lnTo>
                    <a:pt x="3848118" y="1595248"/>
                  </a:lnTo>
                  <a:lnTo>
                    <a:pt x="3846862" y="1595197"/>
                  </a:lnTo>
                  <a:lnTo>
                    <a:pt x="3838659" y="1594831"/>
                  </a:lnTo>
                  <a:lnTo>
                    <a:pt x="3818184" y="1593819"/>
                  </a:lnTo>
                  <a:lnTo>
                    <a:pt x="3782095" y="1591833"/>
                  </a:lnTo>
                  <a:lnTo>
                    <a:pt x="3729351" y="1588585"/>
                  </a:lnTo>
                  <a:lnTo>
                    <a:pt x="3661240" y="1583863"/>
                  </a:lnTo>
                  <a:lnTo>
                    <a:pt x="3580955" y="1577550"/>
                  </a:lnTo>
                  <a:lnTo>
                    <a:pt x="3492772" y="1569615"/>
                  </a:lnTo>
                  <a:lnTo>
                    <a:pt x="3401137" y="1560081"/>
                  </a:lnTo>
                  <a:lnTo>
                    <a:pt x="3309931" y="1548987"/>
                  </a:lnTo>
                  <a:lnTo>
                    <a:pt x="3222058" y="1536348"/>
                  </a:lnTo>
                  <a:lnTo>
                    <a:pt x="3139355" y="1522129"/>
                  </a:lnTo>
                  <a:lnTo>
                    <a:pt x="3062707" y="1506228"/>
                  </a:lnTo>
                  <a:lnTo>
                    <a:pt x="2992263" y="1488474"/>
                  </a:lnTo>
                  <a:lnTo>
                    <a:pt x="2927658" y="1468625"/>
                  </a:lnTo>
                  <a:lnTo>
                    <a:pt x="2868205" y="1446377"/>
                  </a:lnTo>
                  <a:lnTo>
                    <a:pt x="2813044" y="1421380"/>
                  </a:lnTo>
                  <a:lnTo>
                    <a:pt x="2761243" y="1393270"/>
                  </a:lnTo>
                  <a:lnTo>
                    <a:pt x="2711891" y="1361727"/>
                  </a:lnTo>
                  <a:lnTo>
                    <a:pt x="2667772" y="1329373"/>
                  </a:lnTo>
                  <a:lnTo>
                    <a:pt x="2624638" y="1294020"/>
                  </a:lnTo>
                  <a:lnTo>
                    <a:pt x="2581925" y="1255512"/>
                  </a:lnTo>
                  <a:lnTo>
                    <a:pt x="2539276" y="1213793"/>
                  </a:lnTo>
                  <a:lnTo>
                    <a:pt x="2496431" y="1168884"/>
                  </a:lnTo>
                  <a:lnTo>
                    <a:pt x="2453216" y="1120896"/>
                  </a:lnTo>
                  <a:lnTo>
                    <a:pt x="2409531" y="1070039"/>
                  </a:lnTo>
                  <a:lnTo>
                    <a:pt x="2365345" y="1016618"/>
                  </a:lnTo>
                  <a:lnTo>
                    <a:pt x="2320688" y="961035"/>
                  </a:lnTo>
                  <a:lnTo>
                    <a:pt x="2275638" y="903778"/>
                  </a:lnTo>
                  <a:lnTo>
                    <a:pt x="2230315" y="845406"/>
                  </a:lnTo>
                  <a:lnTo>
                    <a:pt x="2184864" y="786524"/>
                  </a:lnTo>
                  <a:lnTo>
                    <a:pt x="2139444" y="727760"/>
                  </a:lnTo>
                  <a:lnTo>
                    <a:pt x="2094208" y="669739"/>
                  </a:lnTo>
                  <a:lnTo>
                    <a:pt x="2049294" y="613051"/>
                  </a:lnTo>
                  <a:lnTo>
                    <a:pt x="2004807" y="558229"/>
                  </a:lnTo>
                  <a:lnTo>
                    <a:pt x="1960810" y="505732"/>
                  </a:lnTo>
                  <a:lnTo>
                    <a:pt x="1917309" y="455925"/>
                  </a:lnTo>
                  <a:lnTo>
                    <a:pt x="1874248" y="409078"/>
                  </a:lnTo>
                  <a:lnTo>
                    <a:pt x="1831502" y="365362"/>
                  </a:lnTo>
                  <a:lnTo>
                    <a:pt x="1788865" y="324854"/>
                  </a:lnTo>
                  <a:lnTo>
                    <a:pt x="1746041" y="287546"/>
                  </a:lnTo>
                  <a:lnTo>
                    <a:pt x="1719082" y="265874"/>
                  </a:lnTo>
                  <a:lnTo>
                    <a:pt x="1671267" y="230989"/>
                  </a:lnTo>
                  <a:lnTo>
                    <a:pt x="1621759" y="199716"/>
                  </a:lnTo>
                  <a:lnTo>
                    <a:pt x="1569735" y="171857"/>
                  </a:lnTo>
                  <a:lnTo>
                    <a:pt x="1514278" y="147082"/>
                  </a:lnTo>
                  <a:lnTo>
                    <a:pt x="1454462" y="125028"/>
                  </a:lnTo>
                  <a:lnTo>
                    <a:pt x="1389432" y="105349"/>
                  </a:lnTo>
                  <a:lnTo>
                    <a:pt x="1318522" y="87744"/>
                  </a:lnTo>
                  <a:lnTo>
                    <a:pt x="1241400" y="71977"/>
                  </a:lnTo>
                  <a:lnTo>
                    <a:pt x="1158260" y="57881"/>
                  </a:lnTo>
                  <a:lnTo>
                    <a:pt x="1070056" y="45360"/>
                  </a:lnTo>
                  <a:lnTo>
                    <a:pt x="978701" y="34384"/>
                  </a:lnTo>
                  <a:lnTo>
                    <a:pt x="887182" y="24970"/>
                  </a:lnTo>
                  <a:lnTo>
                    <a:pt x="799441" y="17159"/>
                  </a:lnTo>
                  <a:lnTo>
                    <a:pt x="719942" y="10969"/>
                  </a:lnTo>
                  <a:lnTo>
                    <a:pt x="652911" y="6365"/>
                  </a:lnTo>
                  <a:lnTo>
                    <a:pt x="601419" y="3222"/>
                  </a:lnTo>
                  <a:lnTo>
                    <a:pt x="566588" y="1321"/>
                  </a:lnTo>
                  <a:lnTo>
                    <a:pt x="547194" y="370"/>
                  </a:lnTo>
                  <a:lnTo>
                    <a:pt x="539731" y="4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3" name="pg323"/>
            <p:cNvSpPr/>
            <p:nvPr/>
          </p:nvSpPr>
          <p:spPr>
            <a:xfrm>
              <a:off x="546595" y="2062589"/>
              <a:ext cx="8234974" cy="1600693"/>
            </a:xfrm>
            <a:custGeom>
              <a:avLst/>
              <a:pathLst>
                <a:path w="8234974" h="1600693">
                  <a:moveTo>
                    <a:pt x="0" y="5444"/>
                  </a:moveTo>
                  <a:lnTo>
                    <a:pt x="538736" y="5444"/>
                  </a:lnTo>
                  <a:lnTo>
                    <a:pt x="539992" y="5495"/>
                  </a:lnTo>
                  <a:lnTo>
                    <a:pt x="548195" y="5861"/>
                  </a:lnTo>
                  <a:lnTo>
                    <a:pt x="568671" y="6873"/>
                  </a:lnTo>
                  <a:lnTo>
                    <a:pt x="604759" y="8859"/>
                  </a:lnTo>
                  <a:lnTo>
                    <a:pt x="657504" y="12107"/>
                  </a:lnTo>
                  <a:lnTo>
                    <a:pt x="725614" y="16829"/>
                  </a:lnTo>
                  <a:lnTo>
                    <a:pt x="805899" y="23142"/>
                  </a:lnTo>
                  <a:lnTo>
                    <a:pt x="894083" y="31077"/>
                  </a:lnTo>
                  <a:lnTo>
                    <a:pt x="985717" y="40611"/>
                  </a:lnTo>
                  <a:lnTo>
                    <a:pt x="1076924" y="51705"/>
                  </a:lnTo>
                  <a:lnTo>
                    <a:pt x="1164796" y="64344"/>
                  </a:lnTo>
                  <a:lnTo>
                    <a:pt x="1247499" y="78563"/>
                  </a:lnTo>
                  <a:lnTo>
                    <a:pt x="1324147" y="94464"/>
                  </a:lnTo>
                  <a:lnTo>
                    <a:pt x="1394592" y="112218"/>
                  </a:lnTo>
                  <a:lnTo>
                    <a:pt x="1459197" y="132067"/>
                  </a:lnTo>
                  <a:lnTo>
                    <a:pt x="1518650" y="154315"/>
                  </a:lnTo>
                  <a:lnTo>
                    <a:pt x="1573811" y="179312"/>
                  </a:lnTo>
                  <a:lnTo>
                    <a:pt x="1625612" y="207422"/>
                  </a:lnTo>
                  <a:lnTo>
                    <a:pt x="1674964" y="238965"/>
                  </a:lnTo>
                  <a:lnTo>
                    <a:pt x="1719082" y="271319"/>
                  </a:lnTo>
                  <a:lnTo>
                    <a:pt x="1762216" y="306672"/>
                  </a:lnTo>
                  <a:lnTo>
                    <a:pt x="1804930" y="345180"/>
                  </a:lnTo>
                  <a:lnTo>
                    <a:pt x="1847579" y="386899"/>
                  </a:lnTo>
                  <a:lnTo>
                    <a:pt x="1890423" y="431808"/>
                  </a:lnTo>
                  <a:lnTo>
                    <a:pt x="1933639" y="479796"/>
                  </a:lnTo>
                  <a:lnTo>
                    <a:pt x="1977324" y="530653"/>
                  </a:lnTo>
                  <a:lnTo>
                    <a:pt x="2021510" y="584074"/>
                  </a:lnTo>
                  <a:lnTo>
                    <a:pt x="2066167" y="639657"/>
                  </a:lnTo>
                  <a:lnTo>
                    <a:pt x="2111217" y="696914"/>
                  </a:lnTo>
                  <a:lnTo>
                    <a:pt x="2156540" y="755286"/>
                  </a:lnTo>
                  <a:lnTo>
                    <a:pt x="2201990" y="814168"/>
                  </a:lnTo>
                  <a:lnTo>
                    <a:pt x="2247411" y="872932"/>
                  </a:lnTo>
                  <a:lnTo>
                    <a:pt x="2292647" y="930953"/>
                  </a:lnTo>
                  <a:lnTo>
                    <a:pt x="2337561" y="987641"/>
                  </a:lnTo>
                  <a:lnTo>
                    <a:pt x="2382047" y="1042463"/>
                  </a:lnTo>
                  <a:lnTo>
                    <a:pt x="2426045" y="1094961"/>
                  </a:lnTo>
                  <a:lnTo>
                    <a:pt x="2469546" y="1144767"/>
                  </a:lnTo>
                  <a:lnTo>
                    <a:pt x="2512606" y="1191614"/>
                  </a:lnTo>
                  <a:lnTo>
                    <a:pt x="2555352" y="1235330"/>
                  </a:lnTo>
                  <a:lnTo>
                    <a:pt x="2597990" y="1275838"/>
                  </a:lnTo>
                  <a:lnTo>
                    <a:pt x="2640814" y="1313146"/>
                  </a:lnTo>
                  <a:lnTo>
                    <a:pt x="2667772" y="1334818"/>
                  </a:lnTo>
                  <a:lnTo>
                    <a:pt x="2715588" y="1369703"/>
                  </a:lnTo>
                  <a:lnTo>
                    <a:pt x="2765096" y="1400976"/>
                  </a:lnTo>
                  <a:lnTo>
                    <a:pt x="2817120" y="1428835"/>
                  </a:lnTo>
                  <a:lnTo>
                    <a:pt x="2872576" y="1453610"/>
                  </a:lnTo>
                  <a:lnTo>
                    <a:pt x="2932393" y="1475664"/>
                  </a:lnTo>
                  <a:lnTo>
                    <a:pt x="2997422" y="1495343"/>
                  </a:lnTo>
                  <a:lnTo>
                    <a:pt x="3068332" y="1512948"/>
                  </a:lnTo>
                  <a:lnTo>
                    <a:pt x="3145455" y="1528715"/>
                  </a:lnTo>
                  <a:lnTo>
                    <a:pt x="3228594" y="1542811"/>
                  </a:lnTo>
                  <a:lnTo>
                    <a:pt x="3316799" y="1555332"/>
                  </a:lnTo>
                  <a:lnTo>
                    <a:pt x="3408154" y="1566308"/>
                  </a:lnTo>
                  <a:lnTo>
                    <a:pt x="3499673" y="1575722"/>
                  </a:lnTo>
                  <a:lnTo>
                    <a:pt x="3587413" y="1583534"/>
                  </a:lnTo>
                  <a:lnTo>
                    <a:pt x="3666912" y="1589723"/>
                  </a:lnTo>
                  <a:lnTo>
                    <a:pt x="3733944" y="1594327"/>
                  </a:lnTo>
                  <a:lnTo>
                    <a:pt x="3785436" y="1597470"/>
                  </a:lnTo>
                  <a:lnTo>
                    <a:pt x="3820267" y="1599371"/>
                  </a:lnTo>
                  <a:lnTo>
                    <a:pt x="3839661" y="1600322"/>
                  </a:lnTo>
                  <a:lnTo>
                    <a:pt x="3847124" y="1600652"/>
                  </a:lnTo>
                  <a:lnTo>
                    <a:pt x="3848118" y="1600693"/>
                  </a:lnTo>
                  <a:lnTo>
                    <a:pt x="4386855" y="1600693"/>
                  </a:lnTo>
                  <a:lnTo>
                    <a:pt x="4388127" y="1600650"/>
                  </a:lnTo>
                  <a:lnTo>
                    <a:pt x="4396428" y="1600349"/>
                  </a:lnTo>
                  <a:lnTo>
                    <a:pt x="4417138" y="1599517"/>
                  </a:lnTo>
                  <a:lnTo>
                    <a:pt x="4453618" y="1597884"/>
                  </a:lnTo>
                  <a:lnTo>
                    <a:pt x="4506888" y="1595213"/>
                  </a:lnTo>
                  <a:lnTo>
                    <a:pt x="4575601" y="1591333"/>
                  </a:lnTo>
                  <a:lnTo>
                    <a:pt x="4656490" y="1586148"/>
                  </a:lnTo>
                  <a:lnTo>
                    <a:pt x="4745212" y="1579635"/>
                  </a:lnTo>
                  <a:lnTo>
                    <a:pt x="4837272" y="1571813"/>
                  </a:lnTo>
                  <a:lnTo>
                    <a:pt x="4928771" y="1562714"/>
                  </a:lnTo>
                  <a:lnTo>
                    <a:pt x="5016813" y="1552350"/>
                  </a:lnTo>
                  <a:lnTo>
                    <a:pt x="5099582" y="1540689"/>
                  </a:lnTo>
                  <a:lnTo>
                    <a:pt x="5176223" y="1527645"/>
                  </a:lnTo>
                  <a:lnTo>
                    <a:pt x="5246618" y="1513074"/>
                  </a:lnTo>
                  <a:lnTo>
                    <a:pt x="5311159" y="1496773"/>
                  </a:lnTo>
                  <a:lnTo>
                    <a:pt x="5370554" y="1478491"/>
                  </a:lnTo>
                  <a:lnTo>
                    <a:pt x="5425683" y="1457937"/>
                  </a:lnTo>
                  <a:lnTo>
                    <a:pt x="5477490" y="1434814"/>
                  </a:lnTo>
                  <a:lnTo>
                    <a:pt x="5526894" y="1408862"/>
                  </a:lnTo>
                  <a:lnTo>
                    <a:pt x="5567201" y="1384726"/>
                  </a:lnTo>
                  <a:lnTo>
                    <a:pt x="5612645" y="1354389"/>
                  </a:lnTo>
                  <a:lnTo>
                    <a:pt x="5657645" y="1321201"/>
                  </a:lnTo>
                  <a:lnTo>
                    <a:pt x="5702608" y="1285116"/>
                  </a:lnTo>
                  <a:lnTo>
                    <a:pt x="5747825" y="1246164"/>
                  </a:lnTo>
                  <a:lnTo>
                    <a:pt x="5793484" y="1204468"/>
                  </a:lnTo>
                  <a:lnTo>
                    <a:pt x="5839681" y="1160250"/>
                  </a:lnTo>
                  <a:lnTo>
                    <a:pt x="5886429" y="1113827"/>
                  </a:lnTo>
                  <a:lnTo>
                    <a:pt x="5933674" y="1065612"/>
                  </a:lnTo>
                  <a:lnTo>
                    <a:pt x="5981301" y="1016099"/>
                  </a:lnTo>
                  <a:lnTo>
                    <a:pt x="6029156" y="965840"/>
                  </a:lnTo>
                  <a:lnTo>
                    <a:pt x="6077058" y="915425"/>
                  </a:lnTo>
                  <a:lnTo>
                    <a:pt x="6124825" y="865454"/>
                  </a:lnTo>
                  <a:lnTo>
                    <a:pt x="6172284" y="816502"/>
                  </a:lnTo>
                  <a:lnTo>
                    <a:pt x="6219300" y="769095"/>
                  </a:lnTo>
                  <a:lnTo>
                    <a:pt x="6265785" y="723691"/>
                  </a:lnTo>
                  <a:lnTo>
                    <a:pt x="6311715" y="680657"/>
                  </a:lnTo>
                  <a:lnTo>
                    <a:pt x="6357144" y="640264"/>
                  </a:lnTo>
                  <a:lnTo>
                    <a:pt x="6402209" y="602686"/>
                  </a:lnTo>
                  <a:lnTo>
                    <a:pt x="6447147" y="568001"/>
                  </a:lnTo>
                  <a:lnTo>
                    <a:pt x="6492302" y="536201"/>
                  </a:lnTo>
                  <a:lnTo>
                    <a:pt x="6515891" y="520860"/>
                  </a:lnTo>
                  <a:lnTo>
                    <a:pt x="6563908" y="492412"/>
                  </a:lnTo>
                  <a:lnTo>
                    <a:pt x="6613635" y="466922"/>
                  </a:lnTo>
                  <a:lnTo>
                    <a:pt x="6665906" y="444225"/>
                  </a:lnTo>
                  <a:lnTo>
                    <a:pt x="6721650" y="424052"/>
                  </a:lnTo>
                  <a:lnTo>
                    <a:pt x="6781805" y="406102"/>
                  </a:lnTo>
                  <a:lnTo>
                    <a:pt x="6847233" y="390092"/>
                  </a:lnTo>
                  <a:lnTo>
                    <a:pt x="6918603" y="375775"/>
                  </a:lnTo>
                  <a:lnTo>
                    <a:pt x="6996240" y="362958"/>
                  </a:lnTo>
                  <a:lnTo>
                    <a:pt x="7079925" y="351507"/>
                  </a:lnTo>
                  <a:lnTo>
                    <a:pt x="7168663" y="341344"/>
                  </a:lnTo>
                  <a:lnTo>
                    <a:pt x="7260473" y="332446"/>
                  </a:lnTo>
                  <a:lnTo>
                    <a:pt x="7352286" y="324830"/>
                  </a:lnTo>
                  <a:lnTo>
                    <a:pt x="7440071" y="318527"/>
                  </a:lnTo>
                  <a:lnTo>
                    <a:pt x="7519303" y="313552"/>
                  </a:lnTo>
                  <a:lnTo>
                    <a:pt x="7585744" y="309872"/>
                  </a:lnTo>
                  <a:lnTo>
                    <a:pt x="7636383" y="307379"/>
                  </a:lnTo>
                  <a:lnTo>
                    <a:pt x="7670231" y="305890"/>
                  </a:lnTo>
                  <a:lnTo>
                    <a:pt x="7688693" y="305160"/>
                  </a:lnTo>
                  <a:lnTo>
                    <a:pt x="7695472" y="304918"/>
                  </a:lnTo>
                  <a:lnTo>
                    <a:pt x="7696237" y="304893"/>
                  </a:lnTo>
                  <a:lnTo>
                    <a:pt x="8234974" y="304893"/>
                  </a:lnTo>
                  <a:lnTo>
                    <a:pt x="8234974" y="299449"/>
                  </a:lnTo>
                  <a:lnTo>
                    <a:pt x="7696237" y="299449"/>
                  </a:lnTo>
                  <a:lnTo>
                    <a:pt x="7694966" y="299491"/>
                  </a:lnTo>
                  <a:lnTo>
                    <a:pt x="7686665" y="299792"/>
                  </a:lnTo>
                  <a:lnTo>
                    <a:pt x="7665954" y="300624"/>
                  </a:lnTo>
                  <a:lnTo>
                    <a:pt x="7629474" y="302258"/>
                  </a:lnTo>
                  <a:lnTo>
                    <a:pt x="7576204" y="304928"/>
                  </a:lnTo>
                  <a:lnTo>
                    <a:pt x="7507492" y="308808"/>
                  </a:lnTo>
                  <a:lnTo>
                    <a:pt x="7426602" y="313993"/>
                  </a:lnTo>
                  <a:lnTo>
                    <a:pt x="7337881" y="320507"/>
                  </a:lnTo>
                  <a:lnTo>
                    <a:pt x="7245821" y="328328"/>
                  </a:lnTo>
                  <a:lnTo>
                    <a:pt x="7154321" y="337427"/>
                  </a:lnTo>
                  <a:lnTo>
                    <a:pt x="7066280" y="347791"/>
                  </a:lnTo>
                  <a:lnTo>
                    <a:pt x="6983511" y="359453"/>
                  </a:lnTo>
                  <a:lnTo>
                    <a:pt x="6906869" y="372497"/>
                  </a:lnTo>
                  <a:lnTo>
                    <a:pt x="6836474" y="387068"/>
                  </a:lnTo>
                  <a:lnTo>
                    <a:pt x="6771934" y="403368"/>
                  </a:lnTo>
                  <a:lnTo>
                    <a:pt x="6712539" y="421651"/>
                  </a:lnTo>
                  <a:lnTo>
                    <a:pt x="6657409" y="442204"/>
                  </a:lnTo>
                  <a:lnTo>
                    <a:pt x="6605602" y="465327"/>
                  </a:lnTo>
                  <a:lnTo>
                    <a:pt x="6556198" y="491280"/>
                  </a:lnTo>
                  <a:lnTo>
                    <a:pt x="6515891" y="515415"/>
                  </a:lnTo>
                  <a:lnTo>
                    <a:pt x="6470447" y="545753"/>
                  </a:lnTo>
                  <a:lnTo>
                    <a:pt x="6425448" y="578940"/>
                  </a:lnTo>
                  <a:lnTo>
                    <a:pt x="6380484" y="615026"/>
                  </a:lnTo>
                  <a:lnTo>
                    <a:pt x="6335267" y="653978"/>
                  </a:lnTo>
                  <a:lnTo>
                    <a:pt x="6289608" y="695673"/>
                  </a:lnTo>
                  <a:lnTo>
                    <a:pt x="6243412" y="739892"/>
                  </a:lnTo>
                  <a:lnTo>
                    <a:pt x="6196663" y="786314"/>
                  </a:lnTo>
                  <a:lnTo>
                    <a:pt x="6149419" y="834529"/>
                  </a:lnTo>
                  <a:lnTo>
                    <a:pt x="6101792" y="884043"/>
                  </a:lnTo>
                  <a:lnTo>
                    <a:pt x="6053937" y="934302"/>
                  </a:lnTo>
                  <a:lnTo>
                    <a:pt x="6006034" y="984716"/>
                  </a:lnTo>
                  <a:lnTo>
                    <a:pt x="5958268" y="1034687"/>
                  </a:lnTo>
                  <a:lnTo>
                    <a:pt x="5910808" y="1083640"/>
                  </a:lnTo>
                  <a:lnTo>
                    <a:pt x="5863792" y="1131046"/>
                  </a:lnTo>
                  <a:lnTo>
                    <a:pt x="5817308" y="1176451"/>
                  </a:lnTo>
                  <a:lnTo>
                    <a:pt x="5771377" y="1219485"/>
                  </a:lnTo>
                  <a:lnTo>
                    <a:pt x="5725949" y="1259877"/>
                  </a:lnTo>
                  <a:lnTo>
                    <a:pt x="5680884" y="1297455"/>
                  </a:lnTo>
                  <a:lnTo>
                    <a:pt x="5635946" y="1332140"/>
                  </a:lnTo>
                  <a:lnTo>
                    <a:pt x="5590791" y="1363941"/>
                  </a:lnTo>
                  <a:lnTo>
                    <a:pt x="5567201" y="1379281"/>
                  </a:lnTo>
                  <a:lnTo>
                    <a:pt x="5519185" y="1407730"/>
                  </a:lnTo>
                  <a:lnTo>
                    <a:pt x="5469457" y="1433220"/>
                  </a:lnTo>
                  <a:lnTo>
                    <a:pt x="5417186" y="1455916"/>
                  </a:lnTo>
                  <a:lnTo>
                    <a:pt x="5361443" y="1476089"/>
                  </a:lnTo>
                  <a:lnTo>
                    <a:pt x="5301287" y="1494039"/>
                  </a:lnTo>
                  <a:lnTo>
                    <a:pt x="5235859" y="1510050"/>
                  </a:lnTo>
                  <a:lnTo>
                    <a:pt x="5164489" y="1524366"/>
                  </a:lnTo>
                  <a:lnTo>
                    <a:pt x="5086852" y="1537183"/>
                  </a:lnTo>
                  <a:lnTo>
                    <a:pt x="5003168" y="1548634"/>
                  </a:lnTo>
                  <a:lnTo>
                    <a:pt x="4914430" y="1558797"/>
                  </a:lnTo>
                  <a:lnTo>
                    <a:pt x="4822619" y="1567695"/>
                  </a:lnTo>
                  <a:lnTo>
                    <a:pt x="4730807" y="1575311"/>
                  </a:lnTo>
                  <a:lnTo>
                    <a:pt x="4643021" y="1581615"/>
                  </a:lnTo>
                  <a:lnTo>
                    <a:pt x="4563789" y="1586589"/>
                  </a:lnTo>
                  <a:lnTo>
                    <a:pt x="4497349" y="1590269"/>
                  </a:lnTo>
                  <a:lnTo>
                    <a:pt x="4446710" y="1592762"/>
                  </a:lnTo>
                  <a:lnTo>
                    <a:pt x="4412862" y="1594251"/>
                  </a:lnTo>
                  <a:lnTo>
                    <a:pt x="4394400" y="1594981"/>
                  </a:lnTo>
                  <a:lnTo>
                    <a:pt x="4387620" y="1595223"/>
                  </a:lnTo>
                  <a:lnTo>
                    <a:pt x="4386855" y="1595248"/>
                  </a:lnTo>
                  <a:lnTo>
                    <a:pt x="3848118" y="1595248"/>
                  </a:lnTo>
                  <a:lnTo>
                    <a:pt x="3846862" y="1595197"/>
                  </a:lnTo>
                  <a:lnTo>
                    <a:pt x="3838659" y="1594831"/>
                  </a:lnTo>
                  <a:lnTo>
                    <a:pt x="3818184" y="1593819"/>
                  </a:lnTo>
                  <a:lnTo>
                    <a:pt x="3782095" y="1591833"/>
                  </a:lnTo>
                  <a:lnTo>
                    <a:pt x="3729351" y="1588585"/>
                  </a:lnTo>
                  <a:lnTo>
                    <a:pt x="3661240" y="1583863"/>
                  </a:lnTo>
                  <a:lnTo>
                    <a:pt x="3580955" y="1577550"/>
                  </a:lnTo>
                  <a:lnTo>
                    <a:pt x="3492772" y="1569615"/>
                  </a:lnTo>
                  <a:lnTo>
                    <a:pt x="3401137" y="1560081"/>
                  </a:lnTo>
                  <a:lnTo>
                    <a:pt x="3309931" y="1548987"/>
                  </a:lnTo>
                  <a:lnTo>
                    <a:pt x="3222058" y="1536348"/>
                  </a:lnTo>
                  <a:lnTo>
                    <a:pt x="3139355" y="1522129"/>
                  </a:lnTo>
                  <a:lnTo>
                    <a:pt x="3062707" y="1506228"/>
                  </a:lnTo>
                  <a:lnTo>
                    <a:pt x="2992263" y="1488474"/>
                  </a:lnTo>
                  <a:lnTo>
                    <a:pt x="2927658" y="1468625"/>
                  </a:lnTo>
                  <a:lnTo>
                    <a:pt x="2868205" y="1446377"/>
                  </a:lnTo>
                  <a:lnTo>
                    <a:pt x="2813044" y="1421380"/>
                  </a:lnTo>
                  <a:lnTo>
                    <a:pt x="2761243" y="1393270"/>
                  </a:lnTo>
                  <a:lnTo>
                    <a:pt x="2711891" y="1361727"/>
                  </a:lnTo>
                  <a:lnTo>
                    <a:pt x="2667772" y="1329373"/>
                  </a:lnTo>
                  <a:lnTo>
                    <a:pt x="2624638" y="1294020"/>
                  </a:lnTo>
                  <a:lnTo>
                    <a:pt x="2581925" y="1255512"/>
                  </a:lnTo>
                  <a:lnTo>
                    <a:pt x="2539276" y="1213793"/>
                  </a:lnTo>
                  <a:lnTo>
                    <a:pt x="2496431" y="1168884"/>
                  </a:lnTo>
                  <a:lnTo>
                    <a:pt x="2453216" y="1120896"/>
                  </a:lnTo>
                  <a:lnTo>
                    <a:pt x="2409531" y="1070039"/>
                  </a:lnTo>
                  <a:lnTo>
                    <a:pt x="2365345" y="1016618"/>
                  </a:lnTo>
                  <a:lnTo>
                    <a:pt x="2320688" y="961035"/>
                  </a:lnTo>
                  <a:lnTo>
                    <a:pt x="2275638" y="903778"/>
                  </a:lnTo>
                  <a:lnTo>
                    <a:pt x="2230315" y="845406"/>
                  </a:lnTo>
                  <a:lnTo>
                    <a:pt x="2184864" y="786524"/>
                  </a:lnTo>
                  <a:lnTo>
                    <a:pt x="2139444" y="727760"/>
                  </a:lnTo>
                  <a:lnTo>
                    <a:pt x="2094208" y="669739"/>
                  </a:lnTo>
                  <a:lnTo>
                    <a:pt x="2049294" y="613051"/>
                  </a:lnTo>
                  <a:lnTo>
                    <a:pt x="2004807" y="558229"/>
                  </a:lnTo>
                  <a:lnTo>
                    <a:pt x="1960810" y="505732"/>
                  </a:lnTo>
                  <a:lnTo>
                    <a:pt x="1917309" y="455925"/>
                  </a:lnTo>
                  <a:lnTo>
                    <a:pt x="1874248" y="409078"/>
                  </a:lnTo>
                  <a:lnTo>
                    <a:pt x="1831502" y="365362"/>
                  </a:lnTo>
                  <a:lnTo>
                    <a:pt x="1788865" y="324854"/>
                  </a:lnTo>
                  <a:lnTo>
                    <a:pt x="1746041" y="287546"/>
                  </a:lnTo>
                  <a:lnTo>
                    <a:pt x="1719082" y="265874"/>
                  </a:lnTo>
                  <a:lnTo>
                    <a:pt x="1671267" y="230989"/>
                  </a:lnTo>
                  <a:lnTo>
                    <a:pt x="1621759" y="199716"/>
                  </a:lnTo>
                  <a:lnTo>
                    <a:pt x="1569735" y="171857"/>
                  </a:lnTo>
                  <a:lnTo>
                    <a:pt x="1514278" y="147082"/>
                  </a:lnTo>
                  <a:lnTo>
                    <a:pt x="1454462" y="125028"/>
                  </a:lnTo>
                  <a:lnTo>
                    <a:pt x="1389432" y="105349"/>
                  </a:lnTo>
                  <a:lnTo>
                    <a:pt x="1318522" y="87744"/>
                  </a:lnTo>
                  <a:lnTo>
                    <a:pt x="1241400" y="71977"/>
                  </a:lnTo>
                  <a:lnTo>
                    <a:pt x="1158260" y="57881"/>
                  </a:lnTo>
                  <a:lnTo>
                    <a:pt x="1070056" y="45360"/>
                  </a:lnTo>
                  <a:lnTo>
                    <a:pt x="978701" y="34384"/>
                  </a:lnTo>
                  <a:lnTo>
                    <a:pt x="887182" y="24970"/>
                  </a:lnTo>
                  <a:lnTo>
                    <a:pt x="799441" y="17159"/>
                  </a:lnTo>
                  <a:lnTo>
                    <a:pt x="719942" y="10969"/>
                  </a:lnTo>
                  <a:lnTo>
                    <a:pt x="652911" y="6365"/>
                  </a:lnTo>
                  <a:lnTo>
                    <a:pt x="601419" y="3222"/>
                  </a:lnTo>
                  <a:lnTo>
                    <a:pt x="566588" y="1321"/>
                  </a:lnTo>
                  <a:lnTo>
                    <a:pt x="547194" y="370"/>
                  </a:lnTo>
                  <a:lnTo>
                    <a:pt x="539731" y="4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24" name="pl324"/>
            <p:cNvSpPr/>
            <p:nvPr/>
          </p:nvSpPr>
          <p:spPr>
            <a:xfrm>
              <a:off x="546595" y="2068034"/>
              <a:ext cx="8234974" cy="1595248"/>
            </a:xfrm>
            <a:custGeom>
              <a:avLst/>
              <a:pathLst>
                <a:path w="8234974" h="1595248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95" y="417"/>
                  </a:lnTo>
                  <a:lnTo>
                    <a:pt x="568671" y="1429"/>
                  </a:lnTo>
                  <a:lnTo>
                    <a:pt x="604759" y="3415"/>
                  </a:lnTo>
                  <a:lnTo>
                    <a:pt x="657504" y="6663"/>
                  </a:lnTo>
                  <a:lnTo>
                    <a:pt x="725614" y="11384"/>
                  </a:lnTo>
                  <a:lnTo>
                    <a:pt x="805899" y="17697"/>
                  </a:lnTo>
                  <a:lnTo>
                    <a:pt x="894083" y="25632"/>
                  </a:lnTo>
                  <a:lnTo>
                    <a:pt x="985717" y="35166"/>
                  </a:lnTo>
                  <a:lnTo>
                    <a:pt x="1076924" y="46260"/>
                  </a:lnTo>
                  <a:lnTo>
                    <a:pt x="1164796" y="58899"/>
                  </a:lnTo>
                  <a:lnTo>
                    <a:pt x="1247499" y="73119"/>
                  </a:lnTo>
                  <a:lnTo>
                    <a:pt x="1324147" y="89019"/>
                  </a:lnTo>
                  <a:lnTo>
                    <a:pt x="1394592" y="106773"/>
                  </a:lnTo>
                  <a:lnTo>
                    <a:pt x="1459197" y="126622"/>
                  </a:lnTo>
                  <a:lnTo>
                    <a:pt x="1518650" y="148871"/>
                  </a:lnTo>
                  <a:lnTo>
                    <a:pt x="1573811" y="173868"/>
                  </a:lnTo>
                  <a:lnTo>
                    <a:pt x="1625612" y="201977"/>
                  </a:lnTo>
                  <a:lnTo>
                    <a:pt x="1674964" y="233521"/>
                  </a:lnTo>
                  <a:lnTo>
                    <a:pt x="1719082" y="265874"/>
                  </a:lnTo>
                  <a:lnTo>
                    <a:pt x="1762216" y="301228"/>
                  </a:lnTo>
                  <a:lnTo>
                    <a:pt x="1804930" y="339735"/>
                  </a:lnTo>
                  <a:lnTo>
                    <a:pt x="1847579" y="381455"/>
                  </a:lnTo>
                  <a:lnTo>
                    <a:pt x="1890423" y="426364"/>
                  </a:lnTo>
                  <a:lnTo>
                    <a:pt x="1933639" y="474351"/>
                  </a:lnTo>
                  <a:lnTo>
                    <a:pt x="1977324" y="525208"/>
                  </a:lnTo>
                  <a:lnTo>
                    <a:pt x="2021510" y="578630"/>
                  </a:lnTo>
                  <a:lnTo>
                    <a:pt x="2066167" y="634212"/>
                  </a:lnTo>
                  <a:lnTo>
                    <a:pt x="2111217" y="691469"/>
                  </a:lnTo>
                  <a:lnTo>
                    <a:pt x="2156540" y="749842"/>
                  </a:lnTo>
                  <a:lnTo>
                    <a:pt x="2201990" y="808724"/>
                  </a:lnTo>
                  <a:lnTo>
                    <a:pt x="2247411" y="867487"/>
                  </a:lnTo>
                  <a:lnTo>
                    <a:pt x="2292647" y="925509"/>
                  </a:lnTo>
                  <a:lnTo>
                    <a:pt x="2337561" y="982197"/>
                  </a:lnTo>
                  <a:lnTo>
                    <a:pt x="2382047" y="1037018"/>
                  </a:lnTo>
                  <a:lnTo>
                    <a:pt x="2426045" y="1089516"/>
                  </a:lnTo>
                  <a:lnTo>
                    <a:pt x="2469546" y="1139323"/>
                  </a:lnTo>
                  <a:lnTo>
                    <a:pt x="2512606" y="1186170"/>
                  </a:lnTo>
                  <a:lnTo>
                    <a:pt x="2555352" y="1229885"/>
                  </a:lnTo>
                  <a:lnTo>
                    <a:pt x="2597990" y="1270393"/>
                  </a:lnTo>
                  <a:lnTo>
                    <a:pt x="2640814" y="1307702"/>
                  </a:lnTo>
                  <a:lnTo>
                    <a:pt x="2667772" y="1329373"/>
                  </a:lnTo>
                  <a:lnTo>
                    <a:pt x="2715588" y="1364259"/>
                  </a:lnTo>
                  <a:lnTo>
                    <a:pt x="2765096" y="1395531"/>
                  </a:lnTo>
                  <a:lnTo>
                    <a:pt x="2817120" y="1423391"/>
                  </a:lnTo>
                  <a:lnTo>
                    <a:pt x="2872576" y="1448165"/>
                  </a:lnTo>
                  <a:lnTo>
                    <a:pt x="2932393" y="1470219"/>
                  </a:lnTo>
                  <a:lnTo>
                    <a:pt x="2997422" y="1489899"/>
                  </a:lnTo>
                  <a:lnTo>
                    <a:pt x="3068332" y="1507503"/>
                  </a:lnTo>
                  <a:lnTo>
                    <a:pt x="3145455" y="1523271"/>
                  </a:lnTo>
                  <a:lnTo>
                    <a:pt x="3228594" y="1537367"/>
                  </a:lnTo>
                  <a:lnTo>
                    <a:pt x="3316799" y="1549888"/>
                  </a:lnTo>
                  <a:lnTo>
                    <a:pt x="3408154" y="1560864"/>
                  </a:lnTo>
                  <a:lnTo>
                    <a:pt x="3499673" y="1570277"/>
                  </a:lnTo>
                  <a:lnTo>
                    <a:pt x="3587413" y="1578089"/>
                  </a:lnTo>
                  <a:lnTo>
                    <a:pt x="3666912" y="1584278"/>
                  </a:lnTo>
                  <a:lnTo>
                    <a:pt x="3733944" y="1588882"/>
                  </a:lnTo>
                  <a:lnTo>
                    <a:pt x="3785436" y="1592026"/>
                  </a:lnTo>
                  <a:lnTo>
                    <a:pt x="3820267" y="1593926"/>
                  </a:lnTo>
                  <a:lnTo>
                    <a:pt x="3839661" y="1594877"/>
                  </a:lnTo>
                  <a:lnTo>
                    <a:pt x="3847124" y="1595208"/>
                  </a:lnTo>
                  <a:lnTo>
                    <a:pt x="3848118" y="1595248"/>
                  </a:lnTo>
                  <a:lnTo>
                    <a:pt x="4386855" y="1595248"/>
                  </a:lnTo>
                  <a:lnTo>
                    <a:pt x="4388127" y="1595206"/>
                  </a:lnTo>
                  <a:lnTo>
                    <a:pt x="4396428" y="1594905"/>
                  </a:lnTo>
                  <a:lnTo>
                    <a:pt x="4417138" y="1594073"/>
                  </a:lnTo>
                  <a:lnTo>
                    <a:pt x="4453618" y="1592439"/>
                  </a:lnTo>
                  <a:lnTo>
                    <a:pt x="4506888" y="1589769"/>
                  </a:lnTo>
                  <a:lnTo>
                    <a:pt x="4575601" y="1585889"/>
                  </a:lnTo>
                  <a:lnTo>
                    <a:pt x="4656490" y="1580704"/>
                  </a:lnTo>
                  <a:lnTo>
                    <a:pt x="4745212" y="1574190"/>
                  </a:lnTo>
                  <a:lnTo>
                    <a:pt x="4837272" y="1566369"/>
                  </a:lnTo>
                  <a:lnTo>
                    <a:pt x="4928771" y="1557270"/>
                  </a:lnTo>
                  <a:lnTo>
                    <a:pt x="5016813" y="1546906"/>
                  </a:lnTo>
                  <a:lnTo>
                    <a:pt x="5099582" y="1535244"/>
                  </a:lnTo>
                  <a:lnTo>
                    <a:pt x="5176223" y="1522200"/>
                  </a:lnTo>
                  <a:lnTo>
                    <a:pt x="5246618" y="1507629"/>
                  </a:lnTo>
                  <a:lnTo>
                    <a:pt x="5311159" y="1491329"/>
                  </a:lnTo>
                  <a:lnTo>
                    <a:pt x="5370554" y="1473046"/>
                  </a:lnTo>
                  <a:lnTo>
                    <a:pt x="5425683" y="1452493"/>
                  </a:lnTo>
                  <a:lnTo>
                    <a:pt x="5477490" y="1429370"/>
                  </a:lnTo>
                  <a:lnTo>
                    <a:pt x="5526894" y="1403417"/>
                  </a:lnTo>
                  <a:lnTo>
                    <a:pt x="5567201" y="1379281"/>
                  </a:lnTo>
                  <a:lnTo>
                    <a:pt x="5612645" y="1348944"/>
                  </a:lnTo>
                  <a:lnTo>
                    <a:pt x="5657645" y="1315757"/>
                  </a:lnTo>
                  <a:lnTo>
                    <a:pt x="5702608" y="1279671"/>
                  </a:lnTo>
                  <a:lnTo>
                    <a:pt x="5747825" y="1240719"/>
                  </a:lnTo>
                  <a:lnTo>
                    <a:pt x="5793484" y="1199024"/>
                  </a:lnTo>
                  <a:lnTo>
                    <a:pt x="5839681" y="1154805"/>
                  </a:lnTo>
                  <a:lnTo>
                    <a:pt x="5886429" y="1108382"/>
                  </a:lnTo>
                  <a:lnTo>
                    <a:pt x="5933674" y="1060168"/>
                  </a:lnTo>
                  <a:lnTo>
                    <a:pt x="5981301" y="1010654"/>
                  </a:lnTo>
                  <a:lnTo>
                    <a:pt x="6029156" y="960395"/>
                  </a:lnTo>
                  <a:lnTo>
                    <a:pt x="6077058" y="909981"/>
                  </a:lnTo>
                  <a:lnTo>
                    <a:pt x="6124825" y="860009"/>
                  </a:lnTo>
                  <a:lnTo>
                    <a:pt x="6172284" y="811057"/>
                  </a:lnTo>
                  <a:lnTo>
                    <a:pt x="6219300" y="763651"/>
                  </a:lnTo>
                  <a:lnTo>
                    <a:pt x="6265785" y="718246"/>
                  </a:lnTo>
                  <a:lnTo>
                    <a:pt x="6311715" y="675212"/>
                  </a:lnTo>
                  <a:lnTo>
                    <a:pt x="6357144" y="634820"/>
                  </a:lnTo>
                  <a:lnTo>
                    <a:pt x="6402209" y="597242"/>
                  </a:lnTo>
                  <a:lnTo>
                    <a:pt x="6447147" y="562557"/>
                  </a:lnTo>
                  <a:lnTo>
                    <a:pt x="6492302" y="530756"/>
                  </a:lnTo>
                  <a:lnTo>
                    <a:pt x="6515891" y="515415"/>
                  </a:lnTo>
                  <a:lnTo>
                    <a:pt x="6563908" y="486967"/>
                  </a:lnTo>
                  <a:lnTo>
                    <a:pt x="6613635" y="461477"/>
                  </a:lnTo>
                  <a:lnTo>
                    <a:pt x="6665906" y="438781"/>
                  </a:lnTo>
                  <a:lnTo>
                    <a:pt x="6721650" y="418608"/>
                  </a:lnTo>
                  <a:lnTo>
                    <a:pt x="6781805" y="400658"/>
                  </a:lnTo>
                  <a:lnTo>
                    <a:pt x="6847233" y="384647"/>
                  </a:lnTo>
                  <a:lnTo>
                    <a:pt x="6918603" y="370330"/>
                  </a:lnTo>
                  <a:lnTo>
                    <a:pt x="6996240" y="357514"/>
                  </a:lnTo>
                  <a:lnTo>
                    <a:pt x="7079925" y="346063"/>
                  </a:lnTo>
                  <a:lnTo>
                    <a:pt x="7168663" y="335900"/>
                  </a:lnTo>
                  <a:lnTo>
                    <a:pt x="7260473" y="327002"/>
                  </a:lnTo>
                  <a:lnTo>
                    <a:pt x="7352286" y="319385"/>
                  </a:lnTo>
                  <a:lnTo>
                    <a:pt x="7440071" y="313082"/>
                  </a:lnTo>
                  <a:lnTo>
                    <a:pt x="7519303" y="308107"/>
                  </a:lnTo>
                  <a:lnTo>
                    <a:pt x="7585744" y="304427"/>
                  </a:lnTo>
                  <a:lnTo>
                    <a:pt x="7636383" y="301935"/>
                  </a:lnTo>
                  <a:lnTo>
                    <a:pt x="7670231" y="300446"/>
                  </a:lnTo>
                  <a:lnTo>
                    <a:pt x="7688693" y="299716"/>
                  </a:lnTo>
                  <a:lnTo>
                    <a:pt x="7695472" y="299474"/>
                  </a:lnTo>
                  <a:lnTo>
                    <a:pt x="7696237" y="299449"/>
                  </a:lnTo>
                  <a:lnTo>
                    <a:pt x="8234974" y="2994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5" name="pl325"/>
            <p:cNvSpPr/>
            <p:nvPr/>
          </p:nvSpPr>
          <p:spPr>
            <a:xfrm>
              <a:off x="546595" y="2062589"/>
              <a:ext cx="8234974" cy="1595248"/>
            </a:xfrm>
            <a:custGeom>
              <a:avLst/>
              <a:pathLst>
                <a:path w="8234974" h="1595248">
                  <a:moveTo>
                    <a:pt x="8234974" y="299449"/>
                  </a:moveTo>
                  <a:lnTo>
                    <a:pt x="7696237" y="299449"/>
                  </a:lnTo>
                  <a:lnTo>
                    <a:pt x="7694966" y="299491"/>
                  </a:lnTo>
                  <a:lnTo>
                    <a:pt x="7686665" y="299792"/>
                  </a:lnTo>
                  <a:lnTo>
                    <a:pt x="7665954" y="300624"/>
                  </a:lnTo>
                  <a:lnTo>
                    <a:pt x="7629474" y="302258"/>
                  </a:lnTo>
                  <a:lnTo>
                    <a:pt x="7576204" y="304928"/>
                  </a:lnTo>
                  <a:lnTo>
                    <a:pt x="7507492" y="308808"/>
                  </a:lnTo>
                  <a:lnTo>
                    <a:pt x="7426602" y="313993"/>
                  </a:lnTo>
                  <a:lnTo>
                    <a:pt x="7337881" y="320507"/>
                  </a:lnTo>
                  <a:lnTo>
                    <a:pt x="7245821" y="328328"/>
                  </a:lnTo>
                  <a:lnTo>
                    <a:pt x="7154321" y="337427"/>
                  </a:lnTo>
                  <a:lnTo>
                    <a:pt x="7066280" y="347791"/>
                  </a:lnTo>
                  <a:lnTo>
                    <a:pt x="6983511" y="359453"/>
                  </a:lnTo>
                  <a:lnTo>
                    <a:pt x="6906869" y="372497"/>
                  </a:lnTo>
                  <a:lnTo>
                    <a:pt x="6836474" y="387068"/>
                  </a:lnTo>
                  <a:lnTo>
                    <a:pt x="6771934" y="403368"/>
                  </a:lnTo>
                  <a:lnTo>
                    <a:pt x="6712539" y="421651"/>
                  </a:lnTo>
                  <a:lnTo>
                    <a:pt x="6657409" y="442204"/>
                  </a:lnTo>
                  <a:lnTo>
                    <a:pt x="6605602" y="465327"/>
                  </a:lnTo>
                  <a:lnTo>
                    <a:pt x="6556198" y="491280"/>
                  </a:lnTo>
                  <a:lnTo>
                    <a:pt x="6515891" y="515415"/>
                  </a:lnTo>
                  <a:lnTo>
                    <a:pt x="6470447" y="545753"/>
                  </a:lnTo>
                  <a:lnTo>
                    <a:pt x="6425448" y="578940"/>
                  </a:lnTo>
                  <a:lnTo>
                    <a:pt x="6380484" y="615026"/>
                  </a:lnTo>
                  <a:lnTo>
                    <a:pt x="6335267" y="653978"/>
                  </a:lnTo>
                  <a:lnTo>
                    <a:pt x="6289608" y="695673"/>
                  </a:lnTo>
                  <a:lnTo>
                    <a:pt x="6243412" y="739892"/>
                  </a:lnTo>
                  <a:lnTo>
                    <a:pt x="6196663" y="786314"/>
                  </a:lnTo>
                  <a:lnTo>
                    <a:pt x="6149419" y="834529"/>
                  </a:lnTo>
                  <a:lnTo>
                    <a:pt x="6101792" y="884043"/>
                  </a:lnTo>
                  <a:lnTo>
                    <a:pt x="6053937" y="934302"/>
                  </a:lnTo>
                  <a:lnTo>
                    <a:pt x="6006034" y="984716"/>
                  </a:lnTo>
                  <a:lnTo>
                    <a:pt x="5958268" y="1034687"/>
                  </a:lnTo>
                  <a:lnTo>
                    <a:pt x="5910808" y="1083640"/>
                  </a:lnTo>
                  <a:lnTo>
                    <a:pt x="5863792" y="1131046"/>
                  </a:lnTo>
                  <a:lnTo>
                    <a:pt x="5817308" y="1176451"/>
                  </a:lnTo>
                  <a:lnTo>
                    <a:pt x="5771377" y="1219485"/>
                  </a:lnTo>
                  <a:lnTo>
                    <a:pt x="5725949" y="1259877"/>
                  </a:lnTo>
                  <a:lnTo>
                    <a:pt x="5680884" y="1297455"/>
                  </a:lnTo>
                  <a:lnTo>
                    <a:pt x="5635946" y="1332140"/>
                  </a:lnTo>
                  <a:lnTo>
                    <a:pt x="5590791" y="1363941"/>
                  </a:lnTo>
                  <a:lnTo>
                    <a:pt x="5567201" y="1379281"/>
                  </a:lnTo>
                  <a:lnTo>
                    <a:pt x="5519185" y="1407730"/>
                  </a:lnTo>
                  <a:lnTo>
                    <a:pt x="5469457" y="1433220"/>
                  </a:lnTo>
                  <a:lnTo>
                    <a:pt x="5417186" y="1455916"/>
                  </a:lnTo>
                  <a:lnTo>
                    <a:pt x="5361443" y="1476089"/>
                  </a:lnTo>
                  <a:lnTo>
                    <a:pt x="5301287" y="1494039"/>
                  </a:lnTo>
                  <a:lnTo>
                    <a:pt x="5235859" y="1510050"/>
                  </a:lnTo>
                  <a:lnTo>
                    <a:pt x="5164489" y="1524366"/>
                  </a:lnTo>
                  <a:lnTo>
                    <a:pt x="5086852" y="1537183"/>
                  </a:lnTo>
                  <a:lnTo>
                    <a:pt x="5003168" y="1548634"/>
                  </a:lnTo>
                  <a:lnTo>
                    <a:pt x="4914430" y="1558797"/>
                  </a:lnTo>
                  <a:lnTo>
                    <a:pt x="4822619" y="1567695"/>
                  </a:lnTo>
                  <a:lnTo>
                    <a:pt x="4730807" y="1575311"/>
                  </a:lnTo>
                  <a:lnTo>
                    <a:pt x="4643021" y="1581615"/>
                  </a:lnTo>
                  <a:lnTo>
                    <a:pt x="4563789" y="1586589"/>
                  </a:lnTo>
                  <a:lnTo>
                    <a:pt x="4497349" y="1590269"/>
                  </a:lnTo>
                  <a:lnTo>
                    <a:pt x="4446710" y="1592762"/>
                  </a:lnTo>
                  <a:lnTo>
                    <a:pt x="4412862" y="1594251"/>
                  </a:lnTo>
                  <a:lnTo>
                    <a:pt x="4394400" y="1594981"/>
                  </a:lnTo>
                  <a:lnTo>
                    <a:pt x="4387620" y="1595223"/>
                  </a:lnTo>
                  <a:lnTo>
                    <a:pt x="4386855" y="1595248"/>
                  </a:lnTo>
                  <a:lnTo>
                    <a:pt x="3848118" y="1595248"/>
                  </a:lnTo>
                  <a:lnTo>
                    <a:pt x="3846862" y="1595197"/>
                  </a:lnTo>
                  <a:lnTo>
                    <a:pt x="3838659" y="1594831"/>
                  </a:lnTo>
                  <a:lnTo>
                    <a:pt x="3818184" y="1593819"/>
                  </a:lnTo>
                  <a:lnTo>
                    <a:pt x="3782095" y="1591833"/>
                  </a:lnTo>
                  <a:lnTo>
                    <a:pt x="3729351" y="1588585"/>
                  </a:lnTo>
                  <a:lnTo>
                    <a:pt x="3661240" y="1583863"/>
                  </a:lnTo>
                  <a:lnTo>
                    <a:pt x="3580955" y="1577550"/>
                  </a:lnTo>
                  <a:lnTo>
                    <a:pt x="3492772" y="1569615"/>
                  </a:lnTo>
                  <a:lnTo>
                    <a:pt x="3401137" y="1560081"/>
                  </a:lnTo>
                  <a:lnTo>
                    <a:pt x="3309931" y="1548987"/>
                  </a:lnTo>
                  <a:lnTo>
                    <a:pt x="3222058" y="1536348"/>
                  </a:lnTo>
                  <a:lnTo>
                    <a:pt x="3139355" y="1522129"/>
                  </a:lnTo>
                  <a:lnTo>
                    <a:pt x="3062707" y="1506228"/>
                  </a:lnTo>
                  <a:lnTo>
                    <a:pt x="2992263" y="1488474"/>
                  </a:lnTo>
                  <a:lnTo>
                    <a:pt x="2927658" y="1468625"/>
                  </a:lnTo>
                  <a:lnTo>
                    <a:pt x="2868205" y="1446377"/>
                  </a:lnTo>
                  <a:lnTo>
                    <a:pt x="2813044" y="1421380"/>
                  </a:lnTo>
                  <a:lnTo>
                    <a:pt x="2761243" y="1393270"/>
                  </a:lnTo>
                  <a:lnTo>
                    <a:pt x="2711891" y="1361727"/>
                  </a:lnTo>
                  <a:lnTo>
                    <a:pt x="2667772" y="1329373"/>
                  </a:lnTo>
                  <a:lnTo>
                    <a:pt x="2624638" y="1294020"/>
                  </a:lnTo>
                  <a:lnTo>
                    <a:pt x="2581925" y="1255512"/>
                  </a:lnTo>
                  <a:lnTo>
                    <a:pt x="2539276" y="1213793"/>
                  </a:lnTo>
                  <a:lnTo>
                    <a:pt x="2496431" y="1168884"/>
                  </a:lnTo>
                  <a:lnTo>
                    <a:pt x="2453216" y="1120896"/>
                  </a:lnTo>
                  <a:lnTo>
                    <a:pt x="2409531" y="1070039"/>
                  </a:lnTo>
                  <a:lnTo>
                    <a:pt x="2365345" y="1016618"/>
                  </a:lnTo>
                  <a:lnTo>
                    <a:pt x="2320688" y="961035"/>
                  </a:lnTo>
                  <a:lnTo>
                    <a:pt x="2275638" y="903778"/>
                  </a:lnTo>
                  <a:lnTo>
                    <a:pt x="2230315" y="845406"/>
                  </a:lnTo>
                  <a:lnTo>
                    <a:pt x="2184864" y="786524"/>
                  </a:lnTo>
                  <a:lnTo>
                    <a:pt x="2139444" y="727760"/>
                  </a:lnTo>
                  <a:lnTo>
                    <a:pt x="2094208" y="669739"/>
                  </a:lnTo>
                  <a:lnTo>
                    <a:pt x="2049294" y="613051"/>
                  </a:lnTo>
                  <a:lnTo>
                    <a:pt x="2004807" y="558229"/>
                  </a:lnTo>
                  <a:lnTo>
                    <a:pt x="1960810" y="505732"/>
                  </a:lnTo>
                  <a:lnTo>
                    <a:pt x="1917309" y="455925"/>
                  </a:lnTo>
                  <a:lnTo>
                    <a:pt x="1874248" y="409078"/>
                  </a:lnTo>
                  <a:lnTo>
                    <a:pt x="1831502" y="365362"/>
                  </a:lnTo>
                  <a:lnTo>
                    <a:pt x="1788865" y="324854"/>
                  </a:lnTo>
                  <a:lnTo>
                    <a:pt x="1746041" y="287546"/>
                  </a:lnTo>
                  <a:lnTo>
                    <a:pt x="1719082" y="265874"/>
                  </a:lnTo>
                  <a:lnTo>
                    <a:pt x="1671267" y="230989"/>
                  </a:lnTo>
                  <a:lnTo>
                    <a:pt x="1621759" y="199716"/>
                  </a:lnTo>
                  <a:lnTo>
                    <a:pt x="1569735" y="171857"/>
                  </a:lnTo>
                  <a:lnTo>
                    <a:pt x="1514278" y="147082"/>
                  </a:lnTo>
                  <a:lnTo>
                    <a:pt x="1454462" y="125028"/>
                  </a:lnTo>
                  <a:lnTo>
                    <a:pt x="1389432" y="105349"/>
                  </a:lnTo>
                  <a:lnTo>
                    <a:pt x="1318522" y="87744"/>
                  </a:lnTo>
                  <a:lnTo>
                    <a:pt x="1241400" y="71977"/>
                  </a:lnTo>
                  <a:lnTo>
                    <a:pt x="1158260" y="57881"/>
                  </a:lnTo>
                  <a:lnTo>
                    <a:pt x="1070056" y="45360"/>
                  </a:lnTo>
                  <a:lnTo>
                    <a:pt x="978701" y="34384"/>
                  </a:lnTo>
                  <a:lnTo>
                    <a:pt x="887182" y="24970"/>
                  </a:lnTo>
                  <a:lnTo>
                    <a:pt x="799441" y="17159"/>
                  </a:lnTo>
                  <a:lnTo>
                    <a:pt x="719942" y="10969"/>
                  </a:lnTo>
                  <a:lnTo>
                    <a:pt x="652911" y="6365"/>
                  </a:lnTo>
                  <a:lnTo>
                    <a:pt x="601419" y="3222"/>
                  </a:lnTo>
                  <a:lnTo>
                    <a:pt x="566588" y="1321"/>
                  </a:lnTo>
                  <a:lnTo>
                    <a:pt x="547194" y="370"/>
                  </a:lnTo>
                  <a:lnTo>
                    <a:pt x="539731" y="4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6" name="pg326"/>
            <p:cNvSpPr/>
            <p:nvPr/>
          </p:nvSpPr>
          <p:spPr>
            <a:xfrm>
              <a:off x="546595" y="2068034"/>
              <a:ext cx="8234974" cy="1606137"/>
            </a:xfrm>
            <a:custGeom>
              <a:avLst/>
              <a:pathLst>
                <a:path w="8234974" h="1606137">
                  <a:moveTo>
                    <a:pt x="0" y="5444"/>
                  </a:moveTo>
                  <a:lnTo>
                    <a:pt x="538736" y="5444"/>
                  </a:lnTo>
                  <a:lnTo>
                    <a:pt x="539992" y="5495"/>
                  </a:lnTo>
                  <a:lnTo>
                    <a:pt x="548193" y="5863"/>
                  </a:lnTo>
                  <a:lnTo>
                    <a:pt x="568664" y="6878"/>
                  </a:lnTo>
                  <a:lnTo>
                    <a:pt x="604745" y="8870"/>
                  </a:lnTo>
                  <a:lnTo>
                    <a:pt x="657479" y="12128"/>
                  </a:lnTo>
                  <a:lnTo>
                    <a:pt x="725577" y="16865"/>
                  </a:lnTo>
                  <a:lnTo>
                    <a:pt x="805850" y="23198"/>
                  </a:lnTo>
                  <a:lnTo>
                    <a:pt x="894023" y="31159"/>
                  </a:lnTo>
                  <a:lnTo>
                    <a:pt x="985649" y="40723"/>
                  </a:lnTo>
                  <a:lnTo>
                    <a:pt x="1076849" y="51853"/>
                  </a:lnTo>
                  <a:lnTo>
                    <a:pt x="1164719" y="64533"/>
                  </a:lnTo>
                  <a:lnTo>
                    <a:pt x="1247420" y="78798"/>
                  </a:lnTo>
                  <a:lnTo>
                    <a:pt x="1324068" y="94750"/>
                  </a:lnTo>
                  <a:lnTo>
                    <a:pt x="1394514" y="112560"/>
                  </a:lnTo>
                  <a:lnTo>
                    <a:pt x="1459120" y="132473"/>
                  </a:lnTo>
                  <a:lnTo>
                    <a:pt x="1518574" y="154792"/>
                  </a:lnTo>
                  <a:lnTo>
                    <a:pt x="1573736" y="179869"/>
                  </a:lnTo>
                  <a:lnTo>
                    <a:pt x="1625537" y="208067"/>
                  </a:lnTo>
                  <a:lnTo>
                    <a:pt x="1674888" y="239710"/>
                  </a:lnTo>
                  <a:lnTo>
                    <a:pt x="1719082" y="272226"/>
                  </a:lnTo>
                  <a:lnTo>
                    <a:pt x="1762176" y="307665"/>
                  </a:lnTo>
                  <a:lnTo>
                    <a:pt x="1804849" y="346263"/>
                  </a:lnTo>
                  <a:lnTo>
                    <a:pt x="1847457" y="388077"/>
                  </a:lnTo>
                  <a:lnTo>
                    <a:pt x="1890260" y="433086"/>
                  </a:lnTo>
                  <a:lnTo>
                    <a:pt x="1933432" y="481179"/>
                  </a:lnTo>
                  <a:lnTo>
                    <a:pt x="1977073" y="532147"/>
                  </a:lnTo>
                  <a:lnTo>
                    <a:pt x="2021214" y="585685"/>
                  </a:lnTo>
                  <a:lnTo>
                    <a:pt x="2065826" y="641391"/>
                  </a:lnTo>
                  <a:lnTo>
                    <a:pt x="2110830" y="698777"/>
                  </a:lnTo>
                  <a:lnTo>
                    <a:pt x="2156108" y="757286"/>
                  </a:lnTo>
                  <a:lnTo>
                    <a:pt x="2201515" y="816311"/>
                  </a:lnTo>
                  <a:lnTo>
                    <a:pt x="2246894" y="875224"/>
                  </a:lnTo>
                  <a:lnTo>
                    <a:pt x="2292090" y="933400"/>
                  </a:lnTo>
                  <a:lnTo>
                    <a:pt x="2336966" y="990249"/>
                  </a:lnTo>
                  <a:lnTo>
                    <a:pt x="2381417" y="1045234"/>
                  </a:lnTo>
                  <a:lnTo>
                    <a:pt x="2425380" y="1097898"/>
                  </a:lnTo>
                  <a:lnTo>
                    <a:pt x="2468848" y="1147872"/>
                  </a:lnTo>
                  <a:lnTo>
                    <a:pt x="2511873" y="1194885"/>
                  </a:lnTo>
                  <a:lnTo>
                    <a:pt x="2554583" y="1238764"/>
                  </a:lnTo>
                  <a:lnTo>
                    <a:pt x="2597180" y="1279431"/>
                  </a:lnTo>
                  <a:lnTo>
                    <a:pt x="2639956" y="1316894"/>
                  </a:lnTo>
                  <a:lnTo>
                    <a:pt x="2667772" y="1339355"/>
                  </a:lnTo>
                  <a:lnTo>
                    <a:pt x="2715584" y="1374357"/>
                  </a:lnTo>
                  <a:lnTo>
                    <a:pt x="2765088" y="1405734"/>
                  </a:lnTo>
                  <a:lnTo>
                    <a:pt x="2817107" y="1433687"/>
                  </a:lnTo>
                  <a:lnTo>
                    <a:pt x="2872557" y="1458545"/>
                  </a:lnTo>
                  <a:lnTo>
                    <a:pt x="2932367" y="1480673"/>
                  </a:lnTo>
                  <a:lnTo>
                    <a:pt x="2997389" y="1500419"/>
                  </a:lnTo>
                  <a:lnTo>
                    <a:pt x="3068289" y="1518083"/>
                  </a:lnTo>
                  <a:lnTo>
                    <a:pt x="3145402" y="1533904"/>
                  </a:lnTo>
                  <a:lnTo>
                    <a:pt x="3228530" y="1548048"/>
                  </a:lnTo>
                  <a:lnTo>
                    <a:pt x="3316725" y="1560612"/>
                  </a:lnTo>
                  <a:lnTo>
                    <a:pt x="3408070" y="1571626"/>
                  </a:lnTo>
                  <a:lnTo>
                    <a:pt x="3499583" y="1581072"/>
                  </a:lnTo>
                  <a:lnTo>
                    <a:pt x="3587323" y="1588912"/>
                  </a:lnTo>
                  <a:lnTo>
                    <a:pt x="3666827" y="1595124"/>
                  </a:lnTo>
                  <a:lnTo>
                    <a:pt x="3733870" y="1599745"/>
                  </a:lnTo>
                  <a:lnTo>
                    <a:pt x="3785379" y="1602900"/>
                  </a:lnTo>
                  <a:lnTo>
                    <a:pt x="3820229" y="1604809"/>
                  </a:lnTo>
                  <a:lnTo>
                    <a:pt x="3839642" y="1605764"/>
                  </a:lnTo>
                  <a:lnTo>
                    <a:pt x="3847119" y="1606096"/>
                  </a:lnTo>
                  <a:lnTo>
                    <a:pt x="3848118" y="1606137"/>
                  </a:lnTo>
                  <a:lnTo>
                    <a:pt x="4386855" y="1606137"/>
                  </a:lnTo>
                  <a:lnTo>
                    <a:pt x="4388136" y="1606101"/>
                  </a:lnTo>
                  <a:lnTo>
                    <a:pt x="4396492" y="1605845"/>
                  </a:lnTo>
                  <a:lnTo>
                    <a:pt x="4417336" y="1605137"/>
                  </a:lnTo>
                  <a:lnTo>
                    <a:pt x="4454039" y="1603748"/>
                  </a:lnTo>
                  <a:lnTo>
                    <a:pt x="4507606" y="1601477"/>
                  </a:lnTo>
                  <a:lnTo>
                    <a:pt x="4576659" y="1598179"/>
                  </a:lnTo>
                  <a:lnTo>
                    <a:pt x="4657890" y="1593773"/>
                  </a:lnTo>
                  <a:lnTo>
                    <a:pt x="4746915" y="1588240"/>
                  </a:lnTo>
                  <a:lnTo>
                    <a:pt x="4839213" y="1581597"/>
                  </a:lnTo>
                  <a:lnTo>
                    <a:pt x="4930876" y="1573871"/>
                  </a:lnTo>
                  <a:lnTo>
                    <a:pt x="5019011" y="1565071"/>
                  </a:lnTo>
                  <a:lnTo>
                    <a:pt x="5101816" y="1555169"/>
                  </a:lnTo>
                  <a:lnTo>
                    <a:pt x="5178452" y="1544092"/>
                  </a:lnTo>
                  <a:lnTo>
                    <a:pt x="5248818" y="1531714"/>
                  </a:lnTo>
                  <a:lnTo>
                    <a:pt x="5313322" y="1517862"/>
                  </a:lnTo>
                  <a:lnTo>
                    <a:pt x="5372685" y="1502320"/>
                  </a:lnTo>
                  <a:lnTo>
                    <a:pt x="5427798" y="1484842"/>
                  </a:lnTo>
                  <a:lnTo>
                    <a:pt x="5479610" y="1465174"/>
                  </a:lnTo>
                  <a:lnTo>
                    <a:pt x="5529045" y="1443098"/>
                  </a:lnTo>
                  <a:lnTo>
                    <a:pt x="5567201" y="1423745"/>
                  </a:lnTo>
                  <a:lnTo>
                    <a:pt x="5614244" y="1397173"/>
                  </a:lnTo>
                  <a:lnTo>
                    <a:pt x="5660828" y="1368018"/>
                  </a:lnTo>
                  <a:lnTo>
                    <a:pt x="5707397" y="1336238"/>
                  </a:lnTo>
                  <a:lnTo>
                    <a:pt x="5754265" y="1301872"/>
                  </a:lnTo>
                  <a:lnTo>
                    <a:pt x="5801626" y="1265045"/>
                  </a:lnTo>
                  <a:lnTo>
                    <a:pt x="5849572" y="1225978"/>
                  </a:lnTo>
                  <a:lnTo>
                    <a:pt x="5898102" y="1184989"/>
                  </a:lnTo>
                  <a:lnTo>
                    <a:pt x="5947138" y="1142483"/>
                  </a:lnTo>
                  <a:lnTo>
                    <a:pt x="5996542" y="1098938"/>
                  </a:lnTo>
                  <a:lnTo>
                    <a:pt x="6046129" y="1054886"/>
                  </a:lnTo>
                  <a:lnTo>
                    <a:pt x="6095698" y="1010886"/>
                  </a:lnTo>
                  <a:lnTo>
                    <a:pt x="6145046" y="967494"/>
                  </a:lnTo>
                  <a:lnTo>
                    <a:pt x="6193998" y="925233"/>
                  </a:lnTo>
                  <a:lnTo>
                    <a:pt x="6242424" y="884572"/>
                  </a:lnTo>
                  <a:lnTo>
                    <a:pt x="6290259" y="845898"/>
                  </a:lnTo>
                  <a:lnTo>
                    <a:pt x="6337519" y="809512"/>
                  </a:lnTo>
                  <a:lnTo>
                    <a:pt x="6384314" y="775616"/>
                  </a:lnTo>
                  <a:lnTo>
                    <a:pt x="6430859" y="744321"/>
                  </a:lnTo>
                  <a:lnTo>
                    <a:pt x="6477489" y="715649"/>
                  </a:lnTo>
                  <a:lnTo>
                    <a:pt x="6515891" y="694178"/>
                  </a:lnTo>
                  <a:lnTo>
                    <a:pt x="6564022" y="670099"/>
                  </a:lnTo>
                  <a:lnTo>
                    <a:pt x="6613873" y="648530"/>
                  </a:lnTo>
                  <a:lnTo>
                    <a:pt x="6666284" y="629330"/>
                  </a:lnTo>
                  <a:lnTo>
                    <a:pt x="6722190" y="612270"/>
                  </a:lnTo>
                  <a:lnTo>
                    <a:pt x="6782537" y="597094"/>
                  </a:lnTo>
                  <a:lnTo>
                    <a:pt x="6848191" y="583560"/>
                  </a:lnTo>
                  <a:lnTo>
                    <a:pt x="6919822" y="571461"/>
                  </a:lnTo>
                  <a:lnTo>
                    <a:pt x="6997750" y="560633"/>
                  </a:lnTo>
                  <a:lnTo>
                    <a:pt x="7081743" y="550961"/>
                  </a:lnTo>
                  <a:lnTo>
                    <a:pt x="7170782" y="542382"/>
                  </a:lnTo>
                  <a:lnTo>
                    <a:pt x="7262848" y="534876"/>
                  </a:lnTo>
                  <a:lnTo>
                    <a:pt x="7354822" y="528458"/>
                  </a:lnTo>
                  <a:lnTo>
                    <a:pt x="7442626" y="523155"/>
                  </a:lnTo>
                  <a:lnTo>
                    <a:pt x="7521699" y="518980"/>
                  </a:lnTo>
                  <a:lnTo>
                    <a:pt x="7587797" y="515900"/>
                  </a:lnTo>
                  <a:lnTo>
                    <a:pt x="7637948" y="513824"/>
                  </a:lnTo>
                  <a:lnTo>
                    <a:pt x="7671240" y="512592"/>
                  </a:lnTo>
                  <a:lnTo>
                    <a:pt x="7689179" y="511996"/>
                  </a:lnTo>
                  <a:lnTo>
                    <a:pt x="7695585" y="511804"/>
                  </a:lnTo>
                  <a:lnTo>
                    <a:pt x="7696237" y="511786"/>
                  </a:lnTo>
                  <a:lnTo>
                    <a:pt x="8234974" y="511786"/>
                  </a:lnTo>
                  <a:lnTo>
                    <a:pt x="8234974" y="506341"/>
                  </a:lnTo>
                  <a:lnTo>
                    <a:pt x="7696237" y="506341"/>
                  </a:lnTo>
                  <a:lnTo>
                    <a:pt x="7694957" y="506377"/>
                  </a:lnTo>
                  <a:lnTo>
                    <a:pt x="7686600" y="506633"/>
                  </a:lnTo>
                  <a:lnTo>
                    <a:pt x="7665756" y="507341"/>
                  </a:lnTo>
                  <a:lnTo>
                    <a:pt x="7629054" y="508730"/>
                  </a:lnTo>
                  <a:lnTo>
                    <a:pt x="7575486" y="511001"/>
                  </a:lnTo>
                  <a:lnTo>
                    <a:pt x="7506433" y="514299"/>
                  </a:lnTo>
                  <a:lnTo>
                    <a:pt x="7425202" y="518705"/>
                  </a:lnTo>
                  <a:lnTo>
                    <a:pt x="7336178" y="524239"/>
                  </a:lnTo>
                  <a:lnTo>
                    <a:pt x="7243880" y="530881"/>
                  </a:lnTo>
                  <a:lnTo>
                    <a:pt x="7152216" y="538607"/>
                  </a:lnTo>
                  <a:lnTo>
                    <a:pt x="7064082" y="547407"/>
                  </a:lnTo>
                  <a:lnTo>
                    <a:pt x="6981277" y="557309"/>
                  </a:lnTo>
                  <a:lnTo>
                    <a:pt x="6904641" y="568387"/>
                  </a:lnTo>
                  <a:lnTo>
                    <a:pt x="6834274" y="580765"/>
                  </a:lnTo>
                  <a:lnTo>
                    <a:pt x="6769771" y="594616"/>
                  </a:lnTo>
                  <a:lnTo>
                    <a:pt x="6710408" y="610158"/>
                  </a:lnTo>
                  <a:lnTo>
                    <a:pt x="6655295" y="627636"/>
                  </a:lnTo>
                  <a:lnTo>
                    <a:pt x="6603483" y="647304"/>
                  </a:lnTo>
                  <a:lnTo>
                    <a:pt x="6554048" y="669380"/>
                  </a:lnTo>
                  <a:lnTo>
                    <a:pt x="6515891" y="688733"/>
                  </a:lnTo>
                  <a:lnTo>
                    <a:pt x="6468848" y="715306"/>
                  </a:lnTo>
                  <a:lnTo>
                    <a:pt x="6422265" y="744461"/>
                  </a:lnTo>
                  <a:lnTo>
                    <a:pt x="6375695" y="776240"/>
                  </a:lnTo>
                  <a:lnTo>
                    <a:pt x="6328827" y="810607"/>
                  </a:lnTo>
                  <a:lnTo>
                    <a:pt x="6281466" y="847434"/>
                  </a:lnTo>
                  <a:lnTo>
                    <a:pt x="6233521" y="886500"/>
                  </a:lnTo>
                  <a:lnTo>
                    <a:pt x="6184991" y="927489"/>
                  </a:lnTo>
                  <a:lnTo>
                    <a:pt x="6135954" y="969995"/>
                  </a:lnTo>
                  <a:lnTo>
                    <a:pt x="6086551" y="1013541"/>
                  </a:lnTo>
                  <a:lnTo>
                    <a:pt x="6036963" y="1057593"/>
                  </a:lnTo>
                  <a:lnTo>
                    <a:pt x="5987395" y="1101592"/>
                  </a:lnTo>
                  <a:lnTo>
                    <a:pt x="5938046" y="1144985"/>
                  </a:lnTo>
                  <a:lnTo>
                    <a:pt x="5889095" y="1187245"/>
                  </a:lnTo>
                  <a:lnTo>
                    <a:pt x="5840669" y="1227907"/>
                  </a:lnTo>
                  <a:lnTo>
                    <a:pt x="5792834" y="1266580"/>
                  </a:lnTo>
                  <a:lnTo>
                    <a:pt x="5745574" y="1302967"/>
                  </a:lnTo>
                  <a:lnTo>
                    <a:pt x="5698779" y="1336862"/>
                  </a:lnTo>
                  <a:lnTo>
                    <a:pt x="5652234" y="1368157"/>
                  </a:lnTo>
                  <a:lnTo>
                    <a:pt x="5605603" y="1396830"/>
                  </a:lnTo>
                  <a:lnTo>
                    <a:pt x="5567201" y="1418301"/>
                  </a:lnTo>
                  <a:lnTo>
                    <a:pt x="5519071" y="1442379"/>
                  </a:lnTo>
                  <a:lnTo>
                    <a:pt x="5469220" y="1463948"/>
                  </a:lnTo>
                  <a:lnTo>
                    <a:pt x="5416809" y="1483148"/>
                  </a:lnTo>
                  <a:lnTo>
                    <a:pt x="5360902" y="1500208"/>
                  </a:lnTo>
                  <a:lnTo>
                    <a:pt x="5300555" y="1515385"/>
                  </a:lnTo>
                  <a:lnTo>
                    <a:pt x="5234901" y="1528918"/>
                  </a:lnTo>
                  <a:lnTo>
                    <a:pt x="5163271" y="1541017"/>
                  </a:lnTo>
                  <a:lnTo>
                    <a:pt x="5085342" y="1551845"/>
                  </a:lnTo>
                  <a:lnTo>
                    <a:pt x="5001349" y="1561517"/>
                  </a:lnTo>
                  <a:lnTo>
                    <a:pt x="4912310" y="1570096"/>
                  </a:lnTo>
                  <a:lnTo>
                    <a:pt x="4820245" y="1577602"/>
                  </a:lnTo>
                  <a:lnTo>
                    <a:pt x="4728271" y="1584020"/>
                  </a:lnTo>
                  <a:lnTo>
                    <a:pt x="4640466" y="1589323"/>
                  </a:lnTo>
                  <a:lnTo>
                    <a:pt x="4561393" y="1593499"/>
                  </a:lnTo>
                  <a:lnTo>
                    <a:pt x="4495295" y="1596578"/>
                  </a:lnTo>
                  <a:lnTo>
                    <a:pt x="4445144" y="1598654"/>
                  </a:lnTo>
                  <a:lnTo>
                    <a:pt x="4411853" y="1599886"/>
                  </a:lnTo>
                  <a:lnTo>
                    <a:pt x="4393913" y="1600482"/>
                  </a:lnTo>
                  <a:lnTo>
                    <a:pt x="4387507" y="1600675"/>
                  </a:lnTo>
                  <a:lnTo>
                    <a:pt x="4386855" y="1600693"/>
                  </a:lnTo>
                  <a:lnTo>
                    <a:pt x="3848118" y="1600693"/>
                  </a:lnTo>
                  <a:lnTo>
                    <a:pt x="3846862" y="1600641"/>
                  </a:lnTo>
                  <a:lnTo>
                    <a:pt x="3838661" y="1600274"/>
                  </a:lnTo>
                  <a:lnTo>
                    <a:pt x="3818191" y="1599259"/>
                  </a:lnTo>
                  <a:lnTo>
                    <a:pt x="3782110" y="1597267"/>
                  </a:lnTo>
                  <a:lnTo>
                    <a:pt x="3729376" y="1594008"/>
                  </a:lnTo>
                  <a:lnTo>
                    <a:pt x="3661277" y="1589272"/>
                  </a:lnTo>
                  <a:lnTo>
                    <a:pt x="3581004" y="1582939"/>
                  </a:lnTo>
                  <a:lnTo>
                    <a:pt x="3492832" y="1574978"/>
                  </a:lnTo>
                  <a:lnTo>
                    <a:pt x="3401205" y="1565413"/>
                  </a:lnTo>
                  <a:lnTo>
                    <a:pt x="3310005" y="1554284"/>
                  </a:lnTo>
                  <a:lnTo>
                    <a:pt x="3222136" y="1541604"/>
                  </a:lnTo>
                  <a:lnTo>
                    <a:pt x="3139434" y="1527339"/>
                  </a:lnTo>
                  <a:lnTo>
                    <a:pt x="3062786" y="1511387"/>
                  </a:lnTo>
                  <a:lnTo>
                    <a:pt x="2992341" y="1493576"/>
                  </a:lnTo>
                  <a:lnTo>
                    <a:pt x="2927734" y="1473664"/>
                  </a:lnTo>
                  <a:lnTo>
                    <a:pt x="2868281" y="1451344"/>
                  </a:lnTo>
                  <a:lnTo>
                    <a:pt x="2813118" y="1426268"/>
                  </a:lnTo>
                  <a:lnTo>
                    <a:pt x="2761318" y="1398070"/>
                  </a:lnTo>
                  <a:lnTo>
                    <a:pt x="2711967" y="1366427"/>
                  </a:lnTo>
                  <a:lnTo>
                    <a:pt x="2667772" y="1333910"/>
                  </a:lnTo>
                  <a:lnTo>
                    <a:pt x="2624679" y="1298471"/>
                  </a:lnTo>
                  <a:lnTo>
                    <a:pt x="2582006" y="1259874"/>
                  </a:lnTo>
                  <a:lnTo>
                    <a:pt x="2539398" y="1218059"/>
                  </a:lnTo>
                  <a:lnTo>
                    <a:pt x="2496595" y="1173050"/>
                  </a:lnTo>
                  <a:lnTo>
                    <a:pt x="2453422" y="1124958"/>
                  </a:lnTo>
                  <a:lnTo>
                    <a:pt x="2409781" y="1073989"/>
                  </a:lnTo>
                  <a:lnTo>
                    <a:pt x="2365640" y="1020452"/>
                  </a:lnTo>
                  <a:lnTo>
                    <a:pt x="2321028" y="964746"/>
                  </a:lnTo>
                  <a:lnTo>
                    <a:pt x="2276024" y="907360"/>
                  </a:lnTo>
                  <a:lnTo>
                    <a:pt x="2230746" y="848851"/>
                  </a:lnTo>
                  <a:lnTo>
                    <a:pt x="2185339" y="789826"/>
                  </a:lnTo>
                  <a:lnTo>
                    <a:pt x="2139961" y="730913"/>
                  </a:lnTo>
                  <a:lnTo>
                    <a:pt x="2094765" y="672736"/>
                  </a:lnTo>
                  <a:lnTo>
                    <a:pt x="2049888" y="615888"/>
                  </a:lnTo>
                  <a:lnTo>
                    <a:pt x="2005438" y="560903"/>
                  </a:lnTo>
                  <a:lnTo>
                    <a:pt x="1961474" y="508239"/>
                  </a:lnTo>
                  <a:lnTo>
                    <a:pt x="1918007" y="458265"/>
                  </a:lnTo>
                  <a:lnTo>
                    <a:pt x="1874981" y="411251"/>
                  </a:lnTo>
                  <a:lnTo>
                    <a:pt x="1832272" y="367372"/>
                  </a:lnTo>
                  <a:lnTo>
                    <a:pt x="1789675" y="326705"/>
                  </a:lnTo>
                  <a:lnTo>
                    <a:pt x="1746899" y="289243"/>
                  </a:lnTo>
                  <a:lnTo>
                    <a:pt x="1719082" y="266782"/>
                  </a:lnTo>
                  <a:lnTo>
                    <a:pt x="1671271" y="231780"/>
                  </a:lnTo>
                  <a:lnTo>
                    <a:pt x="1621767" y="200403"/>
                  </a:lnTo>
                  <a:lnTo>
                    <a:pt x="1569748" y="172450"/>
                  </a:lnTo>
                  <a:lnTo>
                    <a:pt x="1514297" y="147592"/>
                  </a:lnTo>
                  <a:lnTo>
                    <a:pt x="1454488" y="125464"/>
                  </a:lnTo>
                  <a:lnTo>
                    <a:pt x="1389466" y="105718"/>
                  </a:lnTo>
                  <a:lnTo>
                    <a:pt x="1318565" y="88053"/>
                  </a:lnTo>
                  <a:lnTo>
                    <a:pt x="1241453" y="72233"/>
                  </a:lnTo>
                  <a:lnTo>
                    <a:pt x="1158324" y="58088"/>
                  </a:lnTo>
                  <a:lnTo>
                    <a:pt x="1070130" y="45524"/>
                  </a:lnTo>
                  <a:lnTo>
                    <a:pt x="978784" y="34510"/>
                  </a:lnTo>
                  <a:lnTo>
                    <a:pt x="887272" y="25064"/>
                  </a:lnTo>
                  <a:lnTo>
                    <a:pt x="799532" y="17225"/>
                  </a:lnTo>
                  <a:lnTo>
                    <a:pt x="720028" y="11013"/>
                  </a:lnTo>
                  <a:lnTo>
                    <a:pt x="652985" y="6392"/>
                  </a:lnTo>
                  <a:lnTo>
                    <a:pt x="601476" y="3236"/>
                  </a:lnTo>
                  <a:lnTo>
                    <a:pt x="566626" y="1328"/>
                  </a:lnTo>
                  <a:lnTo>
                    <a:pt x="547213" y="372"/>
                  </a:lnTo>
                  <a:lnTo>
                    <a:pt x="539736" y="4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27" name="pl327"/>
            <p:cNvSpPr/>
            <p:nvPr/>
          </p:nvSpPr>
          <p:spPr>
            <a:xfrm>
              <a:off x="546595" y="2073478"/>
              <a:ext cx="8234974" cy="1600693"/>
            </a:xfrm>
            <a:custGeom>
              <a:avLst/>
              <a:pathLst>
                <a:path w="8234974" h="1600693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93" y="418"/>
                  </a:lnTo>
                  <a:lnTo>
                    <a:pt x="568664" y="1433"/>
                  </a:lnTo>
                  <a:lnTo>
                    <a:pt x="604745" y="3425"/>
                  </a:lnTo>
                  <a:lnTo>
                    <a:pt x="657479" y="6684"/>
                  </a:lnTo>
                  <a:lnTo>
                    <a:pt x="725577" y="11420"/>
                  </a:lnTo>
                  <a:lnTo>
                    <a:pt x="805850" y="17753"/>
                  </a:lnTo>
                  <a:lnTo>
                    <a:pt x="894023" y="25714"/>
                  </a:lnTo>
                  <a:lnTo>
                    <a:pt x="985649" y="35279"/>
                  </a:lnTo>
                  <a:lnTo>
                    <a:pt x="1076849" y="46408"/>
                  </a:lnTo>
                  <a:lnTo>
                    <a:pt x="1164719" y="59088"/>
                  </a:lnTo>
                  <a:lnTo>
                    <a:pt x="1247420" y="73353"/>
                  </a:lnTo>
                  <a:lnTo>
                    <a:pt x="1324068" y="89305"/>
                  </a:lnTo>
                  <a:lnTo>
                    <a:pt x="1394514" y="107116"/>
                  </a:lnTo>
                  <a:lnTo>
                    <a:pt x="1459120" y="127029"/>
                  </a:lnTo>
                  <a:lnTo>
                    <a:pt x="1518574" y="149348"/>
                  </a:lnTo>
                  <a:lnTo>
                    <a:pt x="1573736" y="174424"/>
                  </a:lnTo>
                  <a:lnTo>
                    <a:pt x="1625537" y="202622"/>
                  </a:lnTo>
                  <a:lnTo>
                    <a:pt x="1674888" y="234265"/>
                  </a:lnTo>
                  <a:lnTo>
                    <a:pt x="1719082" y="266782"/>
                  </a:lnTo>
                  <a:lnTo>
                    <a:pt x="1762176" y="302221"/>
                  </a:lnTo>
                  <a:lnTo>
                    <a:pt x="1804849" y="340818"/>
                  </a:lnTo>
                  <a:lnTo>
                    <a:pt x="1847457" y="382633"/>
                  </a:lnTo>
                  <a:lnTo>
                    <a:pt x="1890260" y="427642"/>
                  </a:lnTo>
                  <a:lnTo>
                    <a:pt x="1933432" y="475734"/>
                  </a:lnTo>
                  <a:lnTo>
                    <a:pt x="1977073" y="526703"/>
                  </a:lnTo>
                  <a:lnTo>
                    <a:pt x="2021214" y="580240"/>
                  </a:lnTo>
                  <a:lnTo>
                    <a:pt x="2065826" y="635946"/>
                  </a:lnTo>
                  <a:lnTo>
                    <a:pt x="2110830" y="693332"/>
                  </a:lnTo>
                  <a:lnTo>
                    <a:pt x="2156108" y="751841"/>
                  </a:lnTo>
                  <a:lnTo>
                    <a:pt x="2201515" y="810866"/>
                  </a:lnTo>
                  <a:lnTo>
                    <a:pt x="2246894" y="869779"/>
                  </a:lnTo>
                  <a:lnTo>
                    <a:pt x="2292090" y="927956"/>
                  </a:lnTo>
                  <a:lnTo>
                    <a:pt x="2336966" y="984804"/>
                  </a:lnTo>
                  <a:lnTo>
                    <a:pt x="2381417" y="1039789"/>
                  </a:lnTo>
                  <a:lnTo>
                    <a:pt x="2425380" y="1092453"/>
                  </a:lnTo>
                  <a:lnTo>
                    <a:pt x="2468848" y="1142428"/>
                  </a:lnTo>
                  <a:lnTo>
                    <a:pt x="2511873" y="1189441"/>
                  </a:lnTo>
                  <a:lnTo>
                    <a:pt x="2554583" y="1233320"/>
                  </a:lnTo>
                  <a:lnTo>
                    <a:pt x="2597180" y="1273987"/>
                  </a:lnTo>
                  <a:lnTo>
                    <a:pt x="2639956" y="1311449"/>
                  </a:lnTo>
                  <a:lnTo>
                    <a:pt x="2667772" y="1333910"/>
                  </a:lnTo>
                  <a:lnTo>
                    <a:pt x="2715584" y="1368912"/>
                  </a:lnTo>
                  <a:lnTo>
                    <a:pt x="2765088" y="1400289"/>
                  </a:lnTo>
                  <a:lnTo>
                    <a:pt x="2817107" y="1428242"/>
                  </a:lnTo>
                  <a:lnTo>
                    <a:pt x="2872557" y="1453100"/>
                  </a:lnTo>
                  <a:lnTo>
                    <a:pt x="2932367" y="1475228"/>
                  </a:lnTo>
                  <a:lnTo>
                    <a:pt x="2997389" y="1494974"/>
                  </a:lnTo>
                  <a:lnTo>
                    <a:pt x="3068289" y="1512639"/>
                  </a:lnTo>
                  <a:lnTo>
                    <a:pt x="3145402" y="1528460"/>
                  </a:lnTo>
                  <a:lnTo>
                    <a:pt x="3228530" y="1542604"/>
                  </a:lnTo>
                  <a:lnTo>
                    <a:pt x="3316725" y="1555168"/>
                  </a:lnTo>
                  <a:lnTo>
                    <a:pt x="3408070" y="1566182"/>
                  </a:lnTo>
                  <a:lnTo>
                    <a:pt x="3499583" y="1575628"/>
                  </a:lnTo>
                  <a:lnTo>
                    <a:pt x="3587323" y="1583467"/>
                  </a:lnTo>
                  <a:lnTo>
                    <a:pt x="3666827" y="1589679"/>
                  </a:lnTo>
                  <a:lnTo>
                    <a:pt x="3733870" y="1594300"/>
                  </a:lnTo>
                  <a:lnTo>
                    <a:pt x="3785379" y="1597456"/>
                  </a:lnTo>
                  <a:lnTo>
                    <a:pt x="3820229" y="1599365"/>
                  </a:lnTo>
                  <a:lnTo>
                    <a:pt x="3839642" y="1600320"/>
                  </a:lnTo>
                  <a:lnTo>
                    <a:pt x="3847119" y="1600652"/>
                  </a:lnTo>
                  <a:lnTo>
                    <a:pt x="3848118" y="1600693"/>
                  </a:lnTo>
                  <a:lnTo>
                    <a:pt x="4386855" y="1600693"/>
                  </a:lnTo>
                  <a:lnTo>
                    <a:pt x="4388136" y="1600657"/>
                  </a:lnTo>
                  <a:lnTo>
                    <a:pt x="4396492" y="1600401"/>
                  </a:lnTo>
                  <a:lnTo>
                    <a:pt x="4417336" y="1599693"/>
                  </a:lnTo>
                  <a:lnTo>
                    <a:pt x="4454039" y="1598304"/>
                  </a:lnTo>
                  <a:lnTo>
                    <a:pt x="4507606" y="1596033"/>
                  </a:lnTo>
                  <a:lnTo>
                    <a:pt x="4576659" y="1592734"/>
                  </a:lnTo>
                  <a:lnTo>
                    <a:pt x="4657890" y="1588328"/>
                  </a:lnTo>
                  <a:lnTo>
                    <a:pt x="4746915" y="1582795"/>
                  </a:lnTo>
                  <a:lnTo>
                    <a:pt x="4839213" y="1576152"/>
                  </a:lnTo>
                  <a:lnTo>
                    <a:pt x="4930876" y="1568426"/>
                  </a:lnTo>
                  <a:lnTo>
                    <a:pt x="5019011" y="1559626"/>
                  </a:lnTo>
                  <a:lnTo>
                    <a:pt x="5101816" y="1549725"/>
                  </a:lnTo>
                  <a:lnTo>
                    <a:pt x="5178452" y="1538647"/>
                  </a:lnTo>
                  <a:lnTo>
                    <a:pt x="5248818" y="1526269"/>
                  </a:lnTo>
                  <a:lnTo>
                    <a:pt x="5313322" y="1512417"/>
                  </a:lnTo>
                  <a:lnTo>
                    <a:pt x="5372685" y="1496876"/>
                  </a:lnTo>
                  <a:lnTo>
                    <a:pt x="5427798" y="1479398"/>
                  </a:lnTo>
                  <a:lnTo>
                    <a:pt x="5479610" y="1459730"/>
                  </a:lnTo>
                  <a:lnTo>
                    <a:pt x="5529045" y="1437654"/>
                  </a:lnTo>
                  <a:lnTo>
                    <a:pt x="5567201" y="1418301"/>
                  </a:lnTo>
                  <a:lnTo>
                    <a:pt x="5614244" y="1391728"/>
                  </a:lnTo>
                  <a:lnTo>
                    <a:pt x="5660828" y="1362573"/>
                  </a:lnTo>
                  <a:lnTo>
                    <a:pt x="5707397" y="1330794"/>
                  </a:lnTo>
                  <a:lnTo>
                    <a:pt x="5754265" y="1296427"/>
                  </a:lnTo>
                  <a:lnTo>
                    <a:pt x="5801626" y="1259600"/>
                  </a:lnTo>
                  <a:lnTo>
                    <a:pt x="5849572" y="1220534"/>
                  </a:lnTo>
                  <a:lnTo>
                    <a:pt x="5898102" y="1179545"/>
                  </a:lnTo>
                  <a:lnTo>
                    <a:pt x="5947138" y="1137038"/>
                  </a:lnTo>
                  <a:lnTo>
                    <a:pt x="5996542" y="1093493"/>
                  </a:lnTo>
                  <a:lnTo>
                    <a:pt x="6046129" y="1049441"/>
                  </a:lnTo>
                  <a:lnTo>
                    <a:pt x="6095698" y="1005441"/>
                  </a:lnTo>
                  <a:lnTo>
                    <a:pt x="6145046" y="962049"/>
                  </a:lnTo>
                  <a:lnTo>
                    <a:pt x="6193998" y="919789"/>
                  </a:lnTo>
                  <a:lnTo>
                    <a:pt x="6242424" y="879127"/>
                  </a:lnTo>
                  <a:lnTo>
                    <a:pt x="6290259" y="840453"/>
                  </a:lnTo>
                  <a:lnTo>
                    <a:pt x="6337519" y="804067"/>
                  </a:lnTo>
                  <a:lnTo>
                    <a:pt x="6384314" y="770172"/>
                  </a:lnTo>
                  <a:lnTo>
                    <a:pt x="6430859" y="738877"/>
                  </a:lnTo>
                  <a:lnTo>
                    <a:pt x="6477489" y="710204"/>
                  </a:lnTo>
                  <a:lnTo>
                    <a:pt x="6515891" y="688733"/>
                  </a:lnTo>
                  <a:lnTo>
                    <a:pt x="6564022" y="664654"/>
                  </a:lnTo>
                  <a:lnTo>
                    <a:pt x="6613873" y="643085"/>
                  </a:lnTo>
                  <a:lnTo>
                    <a:pt x="6666284" y="623886"/>
                  </a:lnTo>
                  <a:lnTo>
                    <a:pt x="6722190" y="606825"/>
                  </a:lnTo>
                  <a:lnTo>
                    <a:pt x="6782537" y="591649"/>
                  </a:lnTo>
                  <a:lnTo>
                    <a:pt x="6848191" y="578116"/>
                  </a:lnTo>
                  <a:lnTo>
                    <a:pt x="6919822" y="566017"/>
                  </a:lnTo>
                  <a:lnTo>
                    <a:pt x="6997750" y="555188"/>
                  </a:lnTo>
                  <a:lnTo>
                    <a:pt x="7081743" y="545517"/>
                  </a:lnTo>
                  <a:lnTo>
                    <a:pt x="7170782" y="536938"/>
                  </a:lnTo>
                  <a:lnTo>
                    <a:pt x="7262848" y="529432"/>
                  </a:lnTo>
                  <a:lnTo>
                    <a:pt x="7354822" y="523014"/>
                  </a:lnTo>
                  <a:lnTo>
                    <a:pt x="7442626" y="517711"/>
                  </a:lnTo>
                  <a:lnTo>
                    <a:pt x="7521699" y="513535"/>
                  </a:lnTo>
                  <a:lnTo>
                    <a:pt x="7587797" y="510456"/>
                  </a:lnTo>
                  <a:lnTo>
                    <a:pt x="7637948" y="508380"/>
                  </a:lnTo>
                  <a:lnTo>
                    <a:pt x="7671240" y="507148"/>
                  </a:lnTo>
                  <a:lnTo>
                    <a:pt x="7689179" y="506551"/>
                  </a:lnTo>
                  <a:lnTo>
                    <a:pt x="7695585" y="506359"/>
                  </a:lnTo>
                  <a:lnTo>
                    <a:pt x="7696237" y="506341"/>
                  </a:lnTo>
                  <a:lnTo>
                    <a:pt x="8234974" y="506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8" name="pl328"/>
            <p:cNvSpPr/>
            <p:nvPr/>
          </p:nvSpPr>
          <p:spPr>
            <a:xfrm>
              <a:off x="546595" y="2068034"/>
              <a:ext cx="8234974" cy="1600693"/>
            </a:xfrm>
            <a:custGeom>
              <a:avLst/>
              <a:pathLst>
                <a:path w="8234974" h="1600693">
                  <a:moveTo>
                    <a:pt x="8234974" y="506341"/>
                  </a:moveTo>
                  <a:lnTo>
                    <a:pt x="7696237" y="506341"/>
                  </a:lnTo>
                  <a:lnTo>
                    <a:pt x="7694957" y="506377"/>
                  </a:lnTo>
                  <a:lnTo>
                    <a:pt x="7686600" y="506633"/>
                  </a:lnTo>
                  <a:lnTo>
                    <a:pt x="7665756" y="507341"/>
                  </a:lnTo>
                  <a:lnTo>
                    <a:pt x="7629054" y="508730"/>
                  </a:lnTo>
                  <a:lnTo>
                    <a:pt x="7575486" y="511001"/>
                  </a:lnTo>
                  <a:lnTo>
                    <a:pt x="7506433" y="514299"/>
                  </a:lnTo>
                  <a:lnTo>
                    <a:pt x="7425202" y="518705"/>
                  </a:lnTo>
                  <a:lnTo>
                    <a:pt x="7336178" y="524239"/>
                  </a:lnTo>
                  <a:lnTo>
                    <a:pt x="7243880" y="530881"/>
                  </a:lnTo>
                  <a:lnTo>
                    <a:pt x="7152216" y="538607"/>
                  </a:lnTo>
                  <a:lnTo>
                    <a:pt x="7064082" y="547407"/>
                  </a:lnTo>
                  <a:lnTo>
                    <a:pt x="6981277" y="557309"/>
                  </a:lnTo>
                  <a:lnTo>
                    <a:pt x="6904641" y="568387"/>
                  </a:lnTo>
                  <a:lnTo>
                    <a:pt x="6834274" y="580765"/>
                  </a:lnTo>
                  <a:lnTo>
                    <a:pt x="6769771" y="594616"/>
                  </a:lnTo>
                  <a:lnTo>
                    <a:pt x="6710408" y="610158"/>
                  </a:lnTo>
                  <a:lnTo>
                    <a:pt x="6655295" y="627636"/>
                  </a:lnTo>
                  <a:lnTo>
                    <a:pt x="6603483" y="647304"/>
                  </a:lnTo>
                  <a:lnTo>
                    <a:pt x="6554048" y="669380"/>
                  </a:lnTo>
                  <a:lnTo>
                    <a:pt x="6515891" y="688733"/>
                  </a:lnTo>
                  <a:lnTo>
                    <a:pt x="6468848" y="715306"/>
                  </a:lnTo>
                  <a:lnTo>
                    <a:pt x="6422265" y="744461"/>
                  </a:lnTo>
                  <a:lnTo>
                    <a:pt x="6375695" y="776240"/>
                  </a:lnTo>
                  <a:lnTo>
                    <a:pt x="6328827" y="810607"/>
                  </a:lnTo>
                  <a:lnTo>
                    <a:pt x="6281466" y="847434"/>
                  </a:lnTo>
                  <a:lnTo>
                    <a:pt x="6233521" y="886500"/>
                  </a:lnTo>
                  <a:lnTo>
                    <a:pt x="6184991" y="927489"/>
                  </a:lnTo>
                  <a:lnTo>
                    <a:pt x="6135954" y="969995"/>
                  </a:lnTo>
                  <a:lnTo>
                    <a:pt x="6086551" y="1013541"/>
                  </a:lnTo>
                  <a:lnTo>
                    <a:pt x="6036963" y="1057593"/>
                  </a:lnTo>
                  <a:lnTo>
                    <a:pt x="5987395" y="1101592"/>
                  </a:lnTo>
                  <a:lnTo>
                    <a:pt x="5938046" y="1144985"/>
                  </a:lnTo>
                  <a:lnTo>
                    <a:pt x="5889095" y="1187245"/>
                  </a:lnTo>
                  <a:lnTo>
                    <a:pt x="5840669" y="1227907"/>
                  </a:lnTo>
                  <a:lnTo>
                    <a:pt x="5792834" y="1266580"/>
                  </a:lnTo>
                  <a:lnTo>
                    <a:pt x="5745574" y="1302967"/>
                  </a:lnTo>
                  <a:lnTo>
                    <a:pt x="5698779" y="1336862"/>
                  </a:lnTo>
                  <a:lnTo>
                    <a:pt x="5652234" y="1368157"/>
                  </a:lnTo>
                  <a:lnTo>
                    <a:pt x="5605603" y="1396830"/>
                  </a:lnTo>
                  <a:lnTo>
                    <a:pt x="5567201" y="1418301"/>
                  </a:lnTo>
                  <a:lnTo>
                    <a:pt x="5519071" y="1442379"/>
                  </a:lnTo>
                  <a:lnTo>
                    <a:pt x="5469220" y="1463948"/>
                  </a:lnTo>
                  <a:lnTo>
                    <a:pt x="5416809" y="1483148"/>
                  </a:lnTo>
                  <a:lnTo>
                    <a:pt x="5360902" y="1500208"/>
                  </a:lnTo>
                  <a:lnTo>
                    <a:pt x="5300555" y="1515385"/>
                  </a:lnTo>
                  <a:lnTo>
                    <a:pt x="5234901" y="1528918"/>
                  </a:lnTo>
                  <a:lnTo>
                    <a:pt x="5163271" y="1541017"/>
                  </a:lnTo>
                  <a:lnTo>
                    <a:pt x="5085342" y="1551845"/>
                  </a:lnTo>
                  <a:lnTo>
                    <a:pt x="5001349" y="1561517"/>
                  </a:lnTo>
                  <a:lnTo>
                    <a:pt x="4912310" y="1570096"/>
                  </a:lnTo>
                  <a:lnTo>
                    <a:pt x="4820245" y="1577602"/>
                  </a:lnTo>
                  <a:lnTo>
                    <a:pt x="4728271" y="1584020"/>
                  </a:lnTo>
                  <a:lnTo>
                    <a:pt x="4640466" y="1589323"/>
                  </a:lnTo>
                  <a:lnTo>
                    <a:pt x="4561393" y="1593499"/>
                  </a:lnTo>
                  <a:lnTo>
                    <a:pt x="4495295" y="1596578"/>
                  </a:lnTo>
                  <a:lnTo>
                    <a:pt x="4445144" y="1598654"/>
                  </a:lnTo>
                  <a:lnTo>
                    <a:pt x="4411853" y="1599886"/>
                  </a:lnTo>
                  <a:lnTo>
                    <a:pt x="4393913" y="1600482"/>
                  </a:lnTo>
                  <a:lnTo>
                    <a:pt x="4387507" y="1600675"/>
                  </a:lnTo>
                  <a:lnTo>
                    <a:pt x="4386855" y="1600693"/>
                  </a:lnTo>
                  <a:lnTo>
                    <a:pt x="3848118" y="1600693"/>
                  </a:lnTo>
                  <a:lnTo>
                    <a:pt x="3846862" y="1600641"/>
                  </a:lnTo>
                  <a:lnTo>
                    <a:pt x="3838661" y="1600274"/>
                  </a:lnTo>
                  <a:lnTo>
                    <a:pt x="3818191" y="1599259"/>
                  </a:lnTo>
                  <a:lnTo>
                    <a:pt x="3782110" y="1597267"/>
                  </a:lnTo>
                  <a:lnTo>
                    <a:pt x="3729376" y="1594008"/>
                  </a:lnTo>
                  <a:lnTo>
                    <a:pt x="3661277" y="1589272"/>
                  </a:lnTo>
                  <a:lnTo>
                    <a:pt x="3581004" y="1582939"/>
                  </a:lnTo>
                  <a:lnTo>
                    <a:pt x="3492832" y="1574978"/>
                  </a:lnTo>
                  <a:lnTo>
                    <a:pt x="3401205" y="1565413"/>
                  </a:lnTo>
                  <a:lnTo>
                    <a:pt x="3310005" y="1554284"/>
                  </a:lnTo>
                  <a:lnTo>
                    <a:pt x="3222136" y="1541604"/>
                  </a:lnTo>
                  <a:lnTo>
                    <a:pt x="3139434" y="1527339"/>
                  </a:lnTo>
                  <a:lnTo>
                    <a:pt x="3062786" y="1511387"/>
                  </a:lnTo>
                  <a:lnTo>
                    <a:pt x="2992341" y="1493576"/>
                  </a:lnTo>
                  <a:lnTo>
                    <a:pt x="2927734" y="1473664"/>
                  </a:lnTo>
                  <a:lnTo>
                    <a:pt x="2868281" y="1451344"/>
                  </a:lnTo>
                  <a:lnTo>
                    <a:pt x="2813118" y="1426268"/>
                  </a:lnTo>
                  <a:lnTo>
                    <a:pt x="2761318" y="1398070"/>
                  </a:lnTo>
                  <a:lnTo>
                    <a:pt x="2711967" y="1366427"/>
                  </a:lnTo>
                  <a:lnTo>
                    <a:pt x="2667772" y="1333910"/>
                  </a:lnTo>
                  <a:lnTo>
                    <a:pt x="2624679" y="1298471"/>
                  </a:lnTo>
                  <a:lnTo>
                    <a:pt x="2582006" y="1259874"/>
                  </a:lnTo>
                  <a:lnTo>
                    <a:pt x="2539398" y="1218059"/>
                  </a:lnTo>
                  <a:lnTo>
                    <a:pt x="2496595" y="1173050"/>
                  </a:lnTo>
                  <a:lnTo>
                    <a:pt x="2453422" y="1124958"/>
                  </a:lnTo>
                  <a:lnTo>
                    <a:pt x="2409781" y="1073989"/>
                  </a:lnTo>
                  <a:lnTo>
                    <a:pt x="2365640" y="1020452"/>
                  </a:lnTo>
                  <a:lnTo>
                    <a:pt x="2321028" y="964746"/>
                  </a:lnTo>
                  <a:lnTo>
                    <a:pt x="2276024" y="907360"/>
                  </a:lnTo>
                  <a:lnTo>
                    <a:pt x="2230746" y="848851"/>
                  </a:lnTo>
                  <a:lnTo>
                    <a:pt x="2185339" y="789826"/>
                  </a:lnTo>
                  <a:lnTo>
                    <a:pt x="2139961" y="730913"/>
                  </a:lnTo>
                  <a:lnTo>
                    <a:pt x="2094765" y="672736"/>
                  </a:lnTo>
                  <a:lnTo>
                    <a:pt x="2049888" y="615888"/>
                  </a:lnTo>
                  <a:lnTo>
                    <a:pt x="2005438" y="560903"/>
                  </a:lnTo>
                  <a:lnTo>
                    <a:pt x="1961474" y="508239"/>
                  </a:lnTo>
                  <a:lnTo>
                    <a:pt x="1918007" y="458265"/>
                  </a:lnTo>
                  <a:lnTo>
                    <a:pt x="1874981" y="411251"/>
                  </a:lnTo>
                  <a:lnTo>
                    <a:pt x="1832272" y="367372"/>
                  </a:lnTo>
                  <a:lnTo>
                    <a:pt x="1789675" y="326705"/>
                  </a:lnTo>
                  <a:lnTo>
                    <a:pt x="1746899" y="289243"/>
                  </a:lnTo>
                  <a:lnTo>
                    <a:pt x="1719082" y="266782"/>
                  </a:lnTo>
                  <a:lnTo>
                    <a:pt x="1671271" y="231780"/>
                  </a:lnTo>
                  <a:lnTo>
                    <a:pt x="1621767" y="200403"/>
                  </a:lnTo>
                  <a:lnTo>
                    <a:pt x="1569748" y="172450"/>
                  </a:lnTo>
                  <a:lnTo>
                    <a:pt x="1514297" y="147592"/>
                  </a:lnTo>
                  <a:lnTo>
                    <a:pt x="1454488" y="125464"/>
                  </a:lnTo>
                  <a:lnTo>
                    <a:pt x="1389466" y="105718"/>
                  </a:lnTo>
                  <a:lnTo>
                    <a:pt x="1318565" y="88053"/>
                  </a:lnTo>
                  <a:lnTo>
                    <a:pt x="1241453" y="72233"/>
                  </a:lnTo>
                  <a:lnTo>
                    <a:pt x="1158324" y="58088"/>
                  </a:lnTo>
                  <a:lnTo>
                    <a:pt x="1070130" y="45524"/>
                  </a:lnTo>
                  <a:lnTo>
                    <a:pt x="978784" y="34510"/>
                  </a:lnTo>
                  <a:lnTo>
                    <a:pt x="887272" y="25064"/>
                  </a:lnTo>
                  <a:lnTo>
                    <a:pt x="799532" y="17225"/>
                  </a:lnTo>
                  <a:lnTo>
                    <a:pt x="720028" y="11013"/>
                  </a:lnTo>
                  <a:lnTo>
                    <a:pt x="652985" y="6392"/>
                  </a:lnTo>
                  <a:lnTo>
                    <a:pt x="601476" y="3236"/>
                  </a:lnTo>
                  <a:lnTo>
                    <a:pt x="566626" y="1328"/>
                  </a:lnTo>
                  <a:lnTo>
                    <a:pt x="547213" y="372"/>
                  </a:lnTo>
                  <a:lnTo>
                    <a:pt x="539736" y="4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9" name="pg329"/>
            <p:cNvSpPr/>
            <p:nvPr/>
          </p:nvSpPr>
          <p:spPr>
            <a:xfrm>
              <a:off x="546595" y="2073478"/>
              <a:ext cx="8234974" cy="1611582"/>
            </a:xfrm>
            <a:custGeom>
              <a:avLst/>
              <a:pathLst>
                <a:path w="8234974" h="1611582">
                  <a:moveTo>
                    <a:pt x="0" y="10889"/>
                  </a:moveTo>
                  <a:lnTo>
                    <a:pt x="538736" y="10889"/>
                  </a:lnTo>
                  <a:lnTo>
                    <a:pt x="539992" y="10940"/>
                  </a:lnTo>
                  <a:lnTo>
                    <a:pt x="548193" y="11307"/>
                  </a:lnTo>
                  <a:lnTo>
                    <a:pt x="568664" y="12322"/>
                  </a:lnTo>
                  <a:lnTo>
                    <a:pt x="604745" y="14314"/>
                  </a:lnTo>
                  <a:lnTo>
                    <a:pt x="657479" y="17573"/>
                  </a:lnTo>
                  <a:lnTo>
                    <a:pt x="725577" y="22309"/>
                  </a:lnTo>
                  <a:lnTo>
                    <a:pt x="805850" y="28642"/>
                  </a:lnTo>
                  <a:lnTo>
                    <a:pt x="894023" y="36603"/>
                  </a:lnTo>
                  <a:lnTo>
                    <a:pt x="985649" y="46168"/>
                  </a:lnTo>
                  <a:lnTo>
                    <a:pt x="1076849" y="57297"/>
                  </a:lnTo>
                  <a:lnTo>
                    <a:pt x="1164719" y="69977"/>
                  </a:lnTo>
                  <a:lnTo>
                    <a:pt x="1247420" y="84243"/>
                  </a:lnTo>
                  <a:lnTo>
                    <a:pt x="1324068" y="100194"/>
                  </a:lnTo>
                  <a:lnTo>
                    <a:pt x="1394514" y="118005"/>
                  </a:lnTo>
                  <a:lnTo>
                    <a:pt x="1459120" y="137918"/>
                  </a:lnTo>
                  <a:lnTo>
                    <a:pt x="1518574" y="160237"/>
                  </a:lnTo>
                  <a:lnTo>
                    <a:pt x="1573736" y="185313"/>
                  </a:lnTo>
                  <a:lnTo>
                    <a:pt x="1625537" y="213511"/>
                  </a:lnTo>
                  <a:lnTo>
                    <a:pt x="1674888" y="245155"/>
                  </a:lnTo>
                  <a:lnTo>
                    <a:pt x="1719082" y="277671"/>
                  </a:lnTo>
                  <a:lnTo>
                    <a:pt x="1762176" y="313110"/>
                  </a:lnTo>
                  <a:lnTo>
                    <a:pt x="1804849" y="351708"/>
                  </a:lnTo>
                  <a:lnTo>
                    <a:pt x="1847457" y="393522"/>
                  </a:lnTo>
                  <a:lnTo>
                    <a:pt x="1890260" y="438531"/>
                  </a:lnTo>
                  <a:lnTo>
                    <a:pt x="1933432" y="486623"/>
                  </a:lnTo>
                  <a:lnTo>
                    <a:pt x="1977073" y="537592"/>
                  </a:lnTo>
                  <a:lnTo>
                    <a:pt x="2021214" y="591130"/>
                  </a:lnTo>
                  <a:lnTo>
                    <a:pt x="2065826" y="646835"/>
                  </a:lnTo>
                  <a:lnTo>
                    <a:pt x="2110830" y="704221"/>
                  </a:lnTo>
                  <a:lnTo>
                    <a:pt x="2156108" y="762730"/>
                  </a:lnTo>
                  <a:lnTo>
                    <a:pt x="2201515" y="821755"/>
                  </a:lnTo>
                  <a:lnTo>
                    <a:pt x="2246894" y="880668"/>
                  </a:lnTo>
                  <a:lnTo>
                    <a:pt x="2292090" y="938845"/>
                  </a:lnTo>
                  <a:lnTo>
                    <a:pt x="2336966" y="995693"/>
                  </a:lnTo>
                  <a:lnTo>
                    <a:pt x="2381417" y="1050679"/>
                  </a:lnTo>
                  <a:lnTo>
                    <a:pt x="2425380" y="1103343"/>
                  </a:lnTo>
                  <a:lnTo>
                    <a:pt x="2468848" y="1153317"/>
                  </a:lnTo>
                  <a:lnTo>
                    <a:pt x="2511873" y="1200330"/>
                  </a:lnTo>
                  <a:lnTo>
                    <a:pt x="2554583" y="1244209"/>
                  </a:lnTo>
                  <a:lnTo>
                    <a:pt x="2597180" y="1284876"/>
                  </a:lnTo>
                  <a:lnTo>
                    <a:pt x="2639956" y="1322338"/>
                  </a:lnTo>
                  <a:lnTo>
                    <a:pt x="2667772" y="1344799"/>
                  </a:lnTo>
                  <a:lnTo>
                    <a:pt x="2715584" y="1379801"/>
                  </a:lnTo>
                  <a:lnTo>
                    <a:pt x="2765088" y="1411178"/>
                  </a:lnTo>
                  <a:lnTo>
                    <a:pt x="2817107" y="1439131"/>
                  </a:lnTo>
                  <a:lnTo>
                    <a:pt x="2872557" y="1463989"/>
                  </a:lnTo>
                  <a:lnTo>
                    <a:pt x="2932367" y="1486117"/>
                  </a:lnTo>
                  <a:lnTo>
                    <a:pt x="2997389" y="1505863"/>
                  </a:lnTo>
                  <a:lnTo>
                    <a:pt x="3068289" y="1523528"/>
                  </a:lnTo>
                  <a:lnTo>
                    <a:pt x="3145402" y="1539349"/>
                  </a:lnTo>
                  <a:lnTo>
                    <a:pt x="3228530" y="1553493"/>
                  </a:lnTo>
                  <a:lnTo>
                    <a:pt x="3316725" y="1566057"/>
                  </a:lnTo>
                  <a:lnTo>
                    <a:pt x="3408070" y="1577071"/>
                  </a:lnTo>
                  <a:lnTo>
                    <a:pt x="3499583" y="1586517"/>
                  </a:lnTo>
                  <a:lnTo>
                    <a:pt x="3587323" y="1594356"/>
                  </a:lnTo>
                  <a:lnTo>
                    <a:pt x="3666827" y="1600568"/>
                  </a:lnTo>
                  <a:lnTo>
                    <a:pt x="3733870" y="1605190"/>
                  </a:lnTo>
                  <a:lnTo>
                    <a:pt x="3785379" y="1608345"/>
                  </a:lnTo>
                  <a:lnTo>
                    <a:pt x="3820229" y="1610254"/>
                  </a:lnTo>
                  <a:lnTo>
                    <a:pt x="3839642" y="1611209"/>
                  </a:lnTo>
                  <a:lnTo>
                    <a:pt x="3847119" y="1611541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43" y="1611553"/>
                  </a:lnTo>
                  <a:lnTo>
                    <a:pt x="4396551" y="1611346"/>
                  </a:lnTo>
                  <a:lnTo>
                    <a:pt x="4417516" y="1610776"/>
                  </a:lnTo>
                  <a:lnTo>
                    <a:pt x="4454419" y="1609656"/>
                  </a:lnTo>
                  <a:lnTo>
                    <a:pt x="4508256" y="1607826"/>
                  </a:lnTo>
                  <a:lnTo>
                    <a:pt x="4577616" y="1605168"/>
                  </a:lnTo>
                  <a:lnTo>
                    <a:pt x="4659154" y="1601619"/>
                  </a:lnTo>
                  <a:lnTo>
                    <a:pt x="4748451" y="1597164"/>
                  </a:lnTo>
                  <a:lnTo>
                    <a:pt x="4840963" y="1591816"/>
                  </a:lnTo>
                  <a:lnTo>
                    <a:pt x="4932772" y="1585597"/>
                  </a:lnTo>
                  <a:lnTo>
                    <a:pt x="5020989" y="1578515"/>
                  </a:lnTo>
                  <a:lnTo>
                    <a:pt x="5103825" y="1570545"/>
                  </a:lnTo>
                  <a:lnTo>
                    <a:pt x="5180456" y="1561627"/>
                  </a:lnTo>
                  <a:lnTo>
                    <a:pt x="5250796" y="1551660"/>
                  </a:lnTo>
                  <a:lnTo>
                    <a:pt x="5315266" y="1540503"/>
                  </a:lnTo>
                  <a:lnTo>
                    <a:pt x="5374601" y="1527981"/>
                  </a:lnTo>
                  <a:lnTo>
                    <a:pt x="5429699" y="1513894"/>
                  </a:lnTo>
                  <a:lnTo>
                    <a:pt x="5481517" y="1498039"/>
                  </a:lnTo>
                  <a:lnTo>
                    <a:pt x="5530980" y="1480241"/>
                  </a:lnTo>
                  <a:lnTo>
                    <a:pt x="5567201" y="1465487"/>
                  </a:lnTo>
                  <a:lnTo>
                    <a:pt x="5615944" y="1443389"/>
                  </a:lnTo>
                  <a:lnTo>
                    <a:pt x="5664212" y="1419068"/>
                  </a:lnTo>
                  <a:lnTo>
                    <a:pt x="5712494" y="1392489"/>
                  </a:lnTo>
                  <a:lnTo>
                    <a:pt x="5761124" y="1363693"/>
                  </a:lnTo>
                  <a:lnTo>
                    <a:pt x="5810303" y="1332803"/>
                  </a:lnTo>
                  <a:lnTo>
                    <a:pt x="5860117" y="1300031"/>
                  </a:lnTo>
                  <a:lnTo>
                    <a:pt x="5910546" y="1265675"/>
                  </a:lnTo>
                  <a:lnTo>
                    <a:pt x="5961487" y="1230113"/>
                  </a:lnTo>
                  <a:lnTo>
                    <a:pt x="6012767" y="1193787"/>
                  </a:lnTo>
                  <a:lnTo>
                    <a:pt x="6064176" y="1157182"/>
                  </a:lnTo>
                  <a:lnTo>
                    <a:pt x="6115483" y="1120796"/>
                  </a:lnTo>
                  <a:lnTo>
                    <a:pt x="6166475" y="1085119"/>
                  </a:lnTo>
                  <a:lnTo>
                    <a:pt x="6216972" y="1050597"/>
                  </a:lnTo>
                  <a:lnTo>
                    <a:pt x="6266862" y="1017618"/>
                  </a:lnTo>
                  <a:lnTo>
                    <a:pt x="6316116" y="986490"/>
                  </a:lnTo>
                  <a:lnTo>
                    <a:pt x="6364803" y="957435"/>
                  </a:lnTo>
                  <a:lnTo>
                    <a:pt x="6413112" y="930587"/>
                  </a:lnTo>
                  <a:lnTo>
                    <a:pt x="6461359" y="905996"/>
                  </a:lnTo>
                  <a:lnTo>
                    <a:pt x="6510013" y="883636"/>
                  </a:lnTo>
                  <a:lnTo>
                    <a:pt x="6515891" y="881107"/>
                  </a:lnTo>
                  <a:lnTo>
                    <a:pt x="6564124" y="861781"/>
                  </a:lnTo>
                  <a:lnTo>
                    <a:pt x="6614087" y="844475"/>
                  </a:lnTo>
                  <a:lnTo>
                    <a:pt x="6666624" y="829073"/>
                  </a:lnTo>
                  <a:lnTo>
                    <a:pt x="6722677" y="815391"/>
                  </a:lnTo>
                  <a:lnTo>
                    <a:pt x="6783198" y="803222"/>
                  </a:lnTo>
                  <a:lnTo>
                    <a:pt x="6849055" y="792374"/>
                  </a:lnTo>
                  <a:lnTo>
                    <a:pt x="6920922" y="782677"/>
                  </a:lnTo>
                  <a:lnTo>
                    <a:pt x="6999113" y="774000"/>
                  </a:lnTo>
                  <a:lnTo>
                    <a:pt x="7083385" y="766253"/>
                  </a:lnTo>
                  <a:lnTo>
                    <a:pt x="7172694" y="759384"/>
                  </a:lnTo>
                  <a:lnTo>
                    <a:pt x="7264988" y="753378"/>
                  </a:lnTo>
                  <a:lnTo>
                    <a:pt x="7357105" y="748248"/>
                  </a:lnTo>
                  <a:lnTo>
                    <a:pt x="7444922" y="744015"/>
                  </a:lnTo>
                  <a:lnTo>
                    <a:pt x="7523847" y="740689"/>
                  </a:lnTo>
                  <a:lnTo>
                    <a:pt x="7589631" y="738243"/>
                  </a:lnTo>
                  <a:lnTo>
                    <a:pt x="7639339" y="736601"/>
                  </a:lnTo>
                  <a:lnTo>
                    <a:pt x="7672128" y="735633"/>
                  </a:lnTo>
                  <a:lnTo>
                    <a:pt x="7689601" y="735170"/>
                  </a:lnTo>
                  <a:lnTo>
                    <a:pt x="7695677" y="735024"/>
                  </a:lnTo>
                  <a:lnTo>
                    <a:pt x="7696237" y="735012"/>
                  </a:lnTo>
                  <a:lnTo>
                    <a:pt x="8234974" y="735012"/>
                  </a:lnTo>
                  <a:lnTo>
                    <a:pt x="8234974" y="724123"/>
                  </a:lnTo>
                  <a:lnTo>
                    <a:pt x="7696237" y="724123"/>
                  </a:lnTo>
                  <a:lnTo>
                    <a:pt x="7694949" y="724151"/>
                  </a:lnTo>
                  <a:lnTo>
                    <a:pt x="7686542" y="724358"/>
                  </a:lnTo>
                  <a:lnTo>
                    <a:pt x="7665577" y="724929"/>
                  </a:lnTo>
                  <a:lnTo>
                    <a:pt x="7628674" y="726048"/>
                  </a:lnTo>
                  <a:lnTo>
                    <a:pt x="7574837" y="727878"/>
                  </a:lnTo>
                  <a:lnTo>
                    <a:pt x="7505477" y="730536"/>
                  </a:lnTo>
                  <a:lnTo>
                    <a:pt x="7423938" y="734085"/>
                  </a:lnTo>
                  <a:lnTo>
                    <a:pt x="7334642" y="738540"/>
                  </a:lnTo>
                  <a:lnTo>
                    <a:pt x="7242130" y="743888"/>
                  </a:lnTo>
                  <a:lnTo>
                    <a:pt x="7150320" y="750107"/>
                  </a:lnTo>
                  <a:lnTo>
                    <a:pt x="7062103" y="757190"/>
                  </a:lnTo>
                  <a:lnTo>
                    <a:pt x="6979268" y="765159"/>
                  </a:lnTo>
                  <a:lnTo>
                    <a:pt x="6902637" y="774077"/>
                  </a:lnTo>
                  <a:lnTo>
                    <a:pt x="6832297" y="784044"/>
                  </a:lnTo>
                  <a:lnTo>
                    <a:pt x="6767826" y="795201"/>
                  </a:lnTo>
                  <a:lnTo>
                    <a:pt x="6708491" y="807723"/>
                  </a:lnTo>
                  <a:lnTo>
                    <a:pt x="6653394" y="821810"/>
                  </a:lnTo>
                  <a:lnTo>
                    <a:pt x="6601576" y="837666"/>
                  </a:lnTo>
                  <a:lnTo>
                    <a:pt x="6552112" y="855463"/>
                  </a:lnTo>
                  <a:lnTo>
                    <a:pt x="6515891" y="870218"/>
                  </a:lnTo>
                  <a:lnTo>
                    <a:pt x="6467149" y="892315"/>
                  </a:lnTo>
                  <a:lnTo>
                    <a:pt x="6418880" y="916636"/>
                  </a:lnTo>
                  <a:lnTo>
                    <a:pt x="6370599" y="943215"/>
                  </a:lnTo>
                  <a:lnTo>
                    <a:pt x="6321969" y="972011"/>
                  </a:lnTo>
                  <a:lnTo>
                    <a:pt x="6272789" y="1002901"/>
                  </a:lnTo>
                  <a:lnTo>
                    <a:pt x="6222976" y="1035673"/>
                  </a:lnTo>
                  <a:lnTo>
                    <a:pt x="6172546" y="1070029"/>
                  </a:lnTo>
                  <a:lnTo>
                    <a:pt x="6121606" y="1105591"/>
                  </a:lnTo>
                  <a:lnTo>
                    <a:pt x="6070325" y="1141917"/>
                  </a:lnTo>
                  <a:lnTo>
                    <a:pt x="6018917" y="1178523"/>
                  </a:lnTo>
                  <a:lnTo>
                    <a:pt x="5967609" y="1214908"/>
                  </a:lnTo>
                  <a:lnTo>
                    <a:pt x="5916618" y="1250586"/>
                  </a:lnTo>
                  <a:lnTo>
                    <a:pt x="5866120" y="1285107"/>
                  </a:lnTo>
                  <a:lnTo>
                    <a:pt x="5816230" y="1318087"/>
                  </a:lnTo>
                  <a:lnTo>
                    <a:pt x="5766977" y="1349215"/>
                  </a:lnTo>
                  <a:lnTo>
                    <a:pt x="5718289" y="1378269"/>
                  </a:lnTo>
                  <a:lnTo>
                    <a:pt x="5669981" y="1405117"/>
                  </a:lnTo>
                  <a:lnTo>
                    <a:pt x="5621734" y="1429708"/>
                  </a:lnTo>
                  <a:lnTo>
                    <a:pt x="5573079" y="1452068"/>
                  </a:lnTo>
                  <a:lnTo>
                    <a:pt x="5567201" y="1454598"/>
                  </a:lnTo>
                  <a:lnTo>
                    <a:pt x="5518968" y="1473923"/>
                  </a:lnTo>
                  <a:lnTo>
                    <a:pt x="5469006" y="1491230"/>
                  </a:lnTo>
                  <a:lnTo>
                    <a:pt x="5416469" y="1506631"/>
                  </a:lnTo>
                  <a:lnTo>
                    <a:pt x="5360415" y="1520313"/>
                  </a:lnTo>
                  <a:lnTo>
                    <a:pt x="5299895" y="1532482"/>
                  </a:lnTo>
                  <a:lnTo>
                    <a:pt x="5234037" y="1543331"/>
                  </a:lnTo>
                  <a:lnTo>
                    <a:pt x="5162171" y="1553028"/>
                  </a:lnTo>
                  <a:lnTo>
                    <a:pt x="5083979" y="1561704"/>
                  </a:lnTo>
                  <a:lnTo>
                    <a:pt x="4999708" y="1569451"/>
                  </a:lnTo>
                  <a:lnTo>
                    <a:pt x="4910398" y="1576320"/>
                  </a:lnTo>
                  <a:lnTo>
                    <a:pt x="4818105" y="1582326"/>
                  </a:lnTo>
                  <a:lnTo>
                    <a:pt x="4725988" y="1587456"/>
                  </a:lnTo>
                  <a:lnTo>
                    <a:pt x="4638170" y="1591689"/>
                  </a:lnTo>
                  <a:lnTo>
                    <a:pt x="4559246" y="1595015"/>
                  </a:lnTo>
                  <a:lnTo>
                    <a:pt x="4493461" y="1597461"/>
                  </a:lnTo>
                  <a:lnTo>
                    <a:pt x="4443753" y="1599103"/>
                  </a:lnTo>
                  <a:lnTo>
                    <a:pt x="4410964" y="1600071"/>
                  </a:lnTo>
                  <a:lnTo>
                    <a:pt x="4393492" y="1600535"/>
                  </a:lnTo>
                  <a:lnTo>
                    <a:pt x="4387415" y="1600680"/>
                  </a:lnTo>
                  <a:lnTo>
                    <a:pt x="4386855" y="1600693"/>
                  </a:lnTo>
                  <a:lnTo>
                    <a:pt x="3848118" y="1600693"/>
                  </a:lnTo>
                  <a:lnTo>
                    <a:pt x="3846862" y="1600641"/>
                  </a:lnTo>
                  <a:lnTo>
                    <a:pt x="3838661" y="1600274"/>
                  </a:lnTo>
                  <a:lnTo>
                    <a:pt x="3818191" y="1599259"/>
                  </a:lnTo>
                  <a:lnTo>
                    <a:pt x="3782110" y="1597267"/>
                  </a:lnTo>
                  <a:lnTo>
                    <a:pt x="3729376" y="1594008"/>
                  </a:lnTo>
                  <a:lnTo>
                    <a:pt x="3661277" y="1589272"/>
                  </a:lnTo>
                  <a:lnTo>
                    <a:pt x="3581004" y="1582939"/>
                  </a:lnTo>
                  <a:lnTo>
                    <a:pt x="3492832" y="1574978"/>
                  </a:lnTo>
                  <a:lnTo>
                    <a:pt x="3401205" y="1565413"/>
                  </a:lnTo>
                  <a:lnTo>
                    <a:pt x="3310005" y="1554284"/>
                  </a:lnTo>
                  <a:lnTo>
                    <a:pt x="3222136" y="1541604"/>
                  </a:lnTo>
                  <a:lnTo>
                    <a:pt x="3139434" y="1527339"/>
                  </a:lnTo>
                  <a:lnTo>
                    <a:pt x="3062786" y="1511387"/>
                  </a:lnTo>
                  <a:lnTo>
                    <a:pt x="2992341" y="1493576"/>
                  </a:lnTo>
                  <a:lnTo>
                    <a:pt x="2927734" y="1473664"/>
                  </a:lnTo>
                  <a:lnTo>
                    <a:pt x="2868281" y="1451344"/>
                  </a:lnTo>
                  <a:lnTo>
                    <a:pt x="2813118" y="1426268"/>
                  </a:lnTo>
                  <a:lnTo>
                    <a:pt x="2761318" y="1398070"/>
                  </a:lnTo>
                  <a:lnTo>
                    <a:pt x="2711967" y="1366427"/>
                  </a:lnTo>
                  <a:lnTo>
                    <a:pt x="2667772" y="1333910"/>
                  </a:lnTo>
                  <a:lnTo>
                    <a:pt x="2624679" y="1298471"/>
                  </a:lnTo>
                  <a:lnTo>
                    <a:pt x="2582006" y="1259874"/>
                  </a:lnTo>
                  <a:lnTo>
                    <a:pt x="2539398" y="1218059"/>
                  </a:lnTo>
                  <a:lnTo>
                    <a:pt x="2496595" y="1173050"/>
                  </a:lnTo>
                  <a:lnTo>
                    <a:pt x="2453422" y="1124958"/>
                  </a:lnTo>
                  <a:lnTo>
                    <a:pt x="2409781" y="1073989"/>
                  </a:lnTo>
                  <a:lnTo>
                    <a:pt x="2365640" y="1020452"/>
                  </a:lnTo>
                  <a:lnTo>
                    <a:pt x="2321028" y="964746"/>
                  </a:lnTo>
                  <a:lnTo>
                    <a:pt x="2276024" y="907360"/>
                  </a:lnTo>
                  <a:lnTo>
                    <a:pt x="2230746" y="848851"/>
                  </a:lnTo>
                  <a:lnTo>
                    <a:pt x="2185339" y="789826"/>
                  </a:lnTo>
                  <a:lnTo>
                    <a:pt x="2139961" y="730913"/>
                  </a:lnTo>
                  <a:lnTo>
                    <a:pt x="2094765" y="672736"/>
                  </a:lnTo>
                  <a:lnTo>
                    <a:pt x="2049888" y="615888"/>
                  </a:lnTo>
                  <a:lnTo>
                    <a:pt x="2005438" y="560903"/>
                  </a:lnTo>
                  <a:lnTo>
                    <a:pt x="1961474" y="508239"/>
                  </a:lnTo>
                  <a:lnTo>
                    <a:pt x="1918007" y="458265"/>
                  </a:lnTo>
                  <a:lnTo>
                    <a:pt x="1874981" y="411251"/>
                  </a:lnTo>
                  <a:lnTo>
                    <a:pt x="1832272" y="367372"/>
                  </a:lnTo>
                  <a:lnTo>
                    <a:pt x="1789675" y="326705"/>
                  </a:lnTo>
                  <a:lnTo>
                    <a:pt x="1746899" y="289243"/>
                  </a:lnTo>
                  <a:lnTo>
                    <a:pt x="1719082" y="266782"/>
                  </a:lnTo>
                  <a:lnTo>
                    <a:pt x="1671271" y="231780"/>
                  </a:lnTo>
                  <a:lnTo>
                    <a:pt x="1621767" y="200403"/>
                  </a:lnTo>
                  <a:lnTo>
                    <a:pt x="1569748" y="172450"/>
                  </a:lnTo>
                  <a:lnTo>
                    <a:pt x="1514297" y="147592"/>
                  </a:lnTo>
                  <a:lnTo>
                    <a:pt x="1454488" y="125464"/>
                  </a:lnTo>
                  <a:lnTo>
                    <a:pt x="1389466" y="105718"/>
                  </a:lnTo>
                  <a:lnTo>
                    <a:pt x="1318565" y="88053"/>
                  </a:lnTo>
                  <a:lnTo>
                    <a:pt x="1241453" y="72233"/>
                  </a:lnTo>
                  <a:lnTo>
                    <a:pt x="1158324" y="58088"/>
                  </a:lnTo>
                  <a:lnTo>
                    <a:pt x="1070130" y="45524"/>
                  </a:lnTo>
                  <a:lnTo>
                    <a:pt x="978784" y="34510"/>
                  </a:lnTo>
                  <a:lnTo>
                    <a:pt x="887272" y="25064"/>
                  </a:lnTo>
                  <a:lnTo>
                    <a:pt x="799532" y="17225"/>
                  </a:lnTo>
                  <a:lnTo>
                    <a:pt x="720028" y="11013"/>
                  </a:lnTo>
                  <a:lnTo>
                    <a:pt x="652985" y="6392"/>
                  </a:lnTo>
                  <a:lnTo>
                    <a:pt x="601476" y="3236"/>
                  </a:lnTo>
                  <a:lnTo>
                    <a:pt x="566626" y="1328"/>
                  </a:lnTo>
                  <a:lnTo>
                    <a:pt x="547213" y="372"/>
                  </a:lnTo>
                  <a:lnTo>
                    <a:pt x="539736" y="4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30" name="pl330"/>
            <p:cNvSpPr/>
            <p:nvPr/>
          </p:nvSpPr>
          <p:spPr>
            <a:xfrm>
              <a:off x="546595" y="2084368"/>
              <a:ext cx="8234974" cy="1600693"/>
            </a:xfrm>
            <a:custGeom>
              <a:avLst/>
              <a:pathLst>
                <a:path w="8234974" h="1600693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93" y="418"/>
                  </a:lnTo>
                  <a:lnTo>
                    <a:pt x="568664" y="1433"/>
                  </a:lnTo>
                  <a:lnTo>
                    <a:pt x="604745" y="3425"/>
                  </a:lnTo>
                  <a:lnTo>
                    <a:pt x="657479" y="6684"/>
                  </a:lnTo>
                  <a:lnTo>
                    <a:pt x="725577" y="11420"/>
                  </a:lnTo>
                  <a:lnTo>
                    <a:pt x="805850" y="17753"/>
                  </a:lnTo>
                  <a:lnTo>
                    <a:pt x="894023" y="25714"/>
                  </a:lnTo>
                  <a:lnTo>
                    <a:pt x="985649" y="35279"/>
                  </a:lnTo>
                  <a:lnTo>
                    <a:pt x="1076849" y="46408"/>
                  </a:lnTo>
                  <a:lnTo>
                    <a:pt x="1164719" y="59088"/>
                  </a:lnTo>
                  <a:lnTo>
                    <a:pt x="1247420" y="73353"/>
                  </a:lnTo>
                  <a:lnTo>
                    <a:pt x="1324068" y="89305"/>
                  </a:lnTo>
                  <a:lnTo>
                    <a:pt x="1394514" y="107116"/>
                  </a:lnTo>
                  <a:lnTo>
                    <a:pt x="1459120" y="127029"/>
                  </a:lnTo>
                  <a:lnTo>
                    <a:pt x="1518574" y="149348"/>
                  </a:lnTo>
                  <a:lnTo>
                    <a:pt x="1573736" y="174424"/>
                  </a:lnTo>
                  <a:lnTo>
                    <a:pt x="1625537" y="202622"/>
                  </a:lnTo>
                  <a:lnTo>
                    <a:pt x="1674888" y="234265"/>
                  </a:lnTo>
                  <a:lnTo>
                    <a:pt x="1719082" y="266782"/>
                  </a:lnTo>
                  <a:lnTo>
                    <a:pt x="1762176" y="302221"/>
                  </a:lnTo>
                  <a:lnTo>
                    <a:pt x="1804849" y="340818"/>
                  </a:lnTo>
                  <a:lnTo>
                    <a:pt x="1847457" y="382633"/>
                  </a:lnTo>
                  <a:lnTo>
                    <a:pt x="1890260" y="427642"/>
                  </a:lnTo>
                  <a:lnTo>
                    <a:pt x="1933432" y="475734"/>
                  </a:lnTo>
                  <a:lnTo>
                    <a:pt x="1977073" y="526703"/>
                  </a:lnTo>
                  <a:lnTo>
                    <a:pt x="2021214" y="580240"/>
                  </a:lnTo>
                  <a:lnTo>
                    <a:pt x="2065826" y="635946"/>
                  </a:lnTo>
                  <a:lnTo>
                    <a:pt x="2110830" y="693332"/>
                  </a:lnTo>
                  <a:lnTo>
                    <a:pt x="2156108" y="751841"/>
                  </a:lnTo>
                  <a:lnTo>
                    <a:pt x="2201515" y="810866"/>
                  </a:lnTo>
                  <a:lnTo>
                    <a:pt x="2246894" y="869779"/>
                  </a:lnTo>
                  <a:lnTo>
                    <a:pt x="2292090" y="927956"/>
                  </a:lnTo>
                  <a:lnTo>
                    <a:pt x="2336966" y="984804"/>
                  </a:lnTo>
                  <a:lnTo>
                    <a:pt x="2381417" y="1039789"/>
                  </a:lnTo>
                  <a:lnTo>
                    <a:pt x="2425380" y="1092453"/>
                  </a:lnTo>
                  <a:lnTo>
                    <a:pt x="2468848" y="1142428"/>
                  </a:lnTo>
                  <a:lnTo>
                    <a:pt x="2511873" y="1189441"/>
                  </a:lnTo>
                  <a:lnTo>
                    <a:pt x="2554583" y="1233320"/>
                  </a:lnTo>
                  <a:lnTo>
                    <a:pt x="2597180" y="1273987"/>
                  </a:lnTo>
                  <a:lnTo>
                    <a:pt x="2639956" y="1311449"/>
                  </a:lnTo>
                  <a:lnTo>
                    <a:pt x="2667772" y="1333910"/>
                  </a:lnTo>
                  <a:lnTo>
                    <a:pt x="2715584" y="1368912"/>
                  </a:lnTo>
                  <a:lnTo>
                    <a:pt x="2765088" y="1400289"/>
                  </a:lnTo>
                  <a:lnTo>
                    <a:pt x="2817107" y="1428242"/>
                  </a:lnTo>
                  <a:lnTo>
                    <a:pt x="2872557" y="1453100"/>
                  </a:lnTo>
                  <a:lnTo>
                    <a:pt x="2932367" y="1475228"/>
                  </a:lnTo>
                  <a:lnTo>
                    <a:pt x="2997389" y="1494974"/>
                  </a:lnTo>
                  <a:lnTo>
                    <a:pt x="3068289" y="1512639"/>
                  </a:lnTo>
                  <a:lnTo>
                    <a:pt x="3145402" y="1528460"/>
                  </a:lnTo>
                  <a:lnTo>
                    <a:pt x="3228530" y="1542604"/>
                  </a:lnTo>
                  <a:lnTo>
                    <a:pt x="3316725" y="1555168"/>
                  </a:lnTo>
                  <a:lnTo>
                    <a:pt x="3408070" y="1566182"/>
                  </a:lnTo>
                  <a:lnTo>
                    <a:pt x="3499583" y="1575628"/>
                  </a:lnTo>
                  <a:lnTo>
                    <a:pt x="3587323" y="1583467"/>
                  </a:lnTo>
                  <a:lnTo>
                    <a:pt x="3666827" y="1589679"/>
                  </a:lnTo>
                  <a:lnTo>
                    <a:pt x="3733870" y="1594300"/>
                  </a:lnTo>
                  <a:lnTo>
                    <a:pt x="3785379" y="1597456"/>
                  </a:lnTo>
                  <a:lnTo>
                    <a:pt x="3820229" y="1599365"/>
                  </a:lnTo>
                  <a:lnTo>
                    <a:pt x="3839642" y="1600320"/>
                  </a:lnTo>
                  <a:lnTo>
                    <a:pt x="3847119" y="1600652"/>
                  </a:lnTo>
                  <a:lnTo>
                    <a:pt x="3848118" y="1600693"/>
                  </a:lnTo>
                  <a:lnTo>
                    <a:pt x="4386855" y="1600693"/>
                  </a:lnTo>
                  <a:lnTo>
                    <a:pt x="4388143" y="1600664"/>
                  </a:lnTo>
                  <a:lnTo>
                    <a:pt x="4396551" y="1600457"/>
                  </a:lnTo>
                  <a:lnTo>
                    <a:pt x="4417516" y="1599887"/>
                  </a:lnTo>
                  <a:lnTo>
                    <a:pt x="4454419" y="1598767"/>
                  </a:lnTo>
                  <a:lnTo>
                    <a:pt x="4508256" y="1596937"/>
                  </a:lnTo>
                  <a:lnTo>
                    <a:pt x="4577616" y="1594279"/>
                  </a:lnTo>
                  <a:lnTo>
                    <a:pt x="4659154" y="1590730"/>
                  </a:lnTo>
                  <a:lnTo>
                    <a:pt x="4748451" y="1586275"/>
                  </a:lnTo>
                  <a:lnTo>
                    <a:pt x="4840963" y="1580927"/>
                  </a:lnTo>
                  <a:lnTo>
                    <a:pt x="4932772" y="1574708"/>
                  </a:lnTo>
                  <a:lnTo>
                    <a:pt x="5020989" y="1567626"/>
                  </a:lnTo>
                  <a:lnTo>
                    <a:pt x="5103825" y="1559656"/>
                  </a:lnTo>
                  <a:lnTo>
                    <a:pt x="5180456" y="1550738"/>
                  </a:lnTo>
                  <a:lnTo>
                    <a:pt x="5250796" y="1540771"/>
                  </a:lnTo>
                  <a:lnTo>
                    <a:pt x="5315266" y="1529614"/>
                  </a:lnTo>
                  <a:lnTo>
                    <a:pt x="5374601" y="1517092"/>
                  </a:lnTo>
                  <a:lnTo>
                    <a:pt x="5429699" y="1503005"/>
                  </a:lnTo>
                  <a:lnTo>
                    <a:pt x="5481517" y="1487150"/>
                  </a:lnTo>
                  <a:lnTo>
                    <a:pt x="5530980" y="1469352"/>
                  </a:lnTo>
                  <a:lnTo>
                    <a:pt x="5567201" y="1454598"/>
                  </a:lnTo>
                  <a:lnTo>
                    <a:pt x="5615944" y="1432500"/>
                  </a:lnTo>
                  <a:lnTo>
                    <a:pt x="5664212" y="1408179"/>
                  </a:lnTo>
                  <a:lnTo>
                    <a:pt x="5712494" y="1381600"/>
                  </a:lnTo>
                  <a:lnTo>
                    <a:pt x="5761124" y="1352804"/>
                  </a:lnTo>
                  <a:lnTo>
                    <a:pt x="5810303" y="1321914"/>
                  </a:lnTo>
                  <a:lnTo>
                    <a:pt x="5860117" y="1289142"/>
                  </a:lnTo>
                  <a:lnTo>
                    <a:pt x="5910546" y="1254786"/>
                  </a:lnTo>
                  <a:lnTo>
                    <a:pt x="5961487" y="1219224"/>
                  </a:lnTo>
                  <a:lnTo>
                    <a:pt x="6012767" y="1182898"/>
                  </a:lnTo>
                  <a:lnTo>
                    <a:pt x="6064176" y="1146292"/>
                  </a:lnTo>
                  <a:lnTo>
                    <a:pt x="6115483" y="1109907"/>
                  </a:lnTo>
                  <a:lnTo>
                    <a:pt x="6166475" y="1074230"/>
                  </a:lnTo>
                  <a:lnTo>
                    <a:pt x="6216972" y="1039708"/>
                  </a:lnTo>
                  <a:lnTo>
                    <a:pt x="6266862" y="1006729"/>
                  </a:lnTo>
                  <a:lnTo>
                    <a:pt x="6316116" y="975601"/>
                  </a:lnTo>
                  <a:lnTo>
                    <a:pt x="6364803" y="946546"/>
                  </a:lnTo>
                  <a:lnTo>
                    <a:pt x="6413112" y="919698"/>
                  </a:lnTo>
                  <a:lnTo>
                    <a:pt x="6461359" y="895107"/>
                  </a:lnTo>
                  <a:lnTo>
                    <a:pt x="6510013" y="872747"/>
                  </a:lnTo>
                  <a:lnTo>
                    <a:pt x="6515891" y="870218"/>
                  </a:lnTo>
                  <a:lnTo>
                    <a:pt x="6564124" y="850892"/>
                  </a:lnTo>
                  <a:lnTo>
                    <a:pt x="6614087" y="833585"/>
                  </a:lnTo>
                  <a:lnTo>
                    <a:pt x="6666624" y="818184"/>
                  </a:lnTo>
                  <a:lnTo>
                    <a:pt x="6722677" y="804502"/>
                  </a:lnTo>
                  <a:lnTo>
                    <a:pt x="6783198" y="792333"/>
                  </a:lnTo>
                  <a:lnTo>
                    <a:pt x="6849055" y="781484"/>
                  </a:lnTo>
                  <a:lnTo>
                    <a:pt x="6920922" y="771788"/>
                  </a:lnTo>
                  <a:lnTo>
                    <a:pt x="6999113" y="763111"/>
                  </a:lnTo>
                  <a:lnTo>
                    <a:pt x="7083385" y="755364"/>
                  </a:lnTo>
                  <a:lnTo>
                    <a:pt x="7172694" y="748495"/>
                  </a:lnTo>
                  <a:lnTo>
                    <a:pt x="7264988" y="742489"/>
                  </a:lnTo>
                  <a:lnTo>
                    <a:pt x="7357105" y="737359"/>
                  </a:lnTo>
                  <a:lnTo>
                    <a:pt x="7444922" y="733126"/>
                  </a:lnTo>
                  <a:lnTo>
                    <a:pt x="7523847" y="729800"/>
                  </a:lnTo>
                  <a:lnTo>
                    <a:pt x="7589631" y="727354"/>
                  </a:lnTo>
                  <a:lnTo>
                    <a:pt x="7639339" y="725712"/>
                  </a:lnTo>
                  <a:lnTo>
                    <a:pt x="7672128" y="724744"/>
                  </a:lnTo>
                  <a:lnTo>
                    <a:pt x="7689601" y="724280"/>
                  </a:lnTo>
                  <a:lnTo>
                    <a:pt x="7695677" y="724135"/>
                  </a:lnTo>
                  <a:lnTo>
                    <a:pt x="7696237" y="724123"/>
                  </a:lnTo>
                  <a:lnTo>
                    <a:pt x="8234974" y="7241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1" name="pl331"/>
            <p:cNvSpPr/>
            <p:nvPr/>
          </p:nvSpPr>
          <p:spPr>
            <a:xfrm>
              <a:off x="546595" y="2073478"/>
              <a:ext cx="8234974" cy="1600693"/>
            </a:xfrm>
            <a:custGeom>
              <a:avLst/>
              <a:pathLst>
                <a:path w="8234974" h="1600693">
                  <a:moveTo>
                    <a:pt x="8234974" y="724123"/>
                  </a:moveTo>
                  <a:lnTo>
                    <a:pt x="7696237" y="724123"/>
                  </a:lnTo>
                  <a:lnTo>
                    <a:pt x="7694949" y="724151"/>
                  </a:lnTo>
                  <a:lnTo>
                    <a:pt x="7686542" y="724358"/>
                  </a:lnTo>
                  <a:lnTo>
                    <a:pt x="7665577" y="724929"/>
                  </a:lnTo>
                  <a:lnTo>
                    <a:pt x="7628674" y="726048"/>
                  </a:lnTo>
                  <a:lnTo>
                    <a:pt x="7574837" y="727878"/>
                  </a:lnTo>
                  <a:lnTo>
                    <a:pt x="7505477" y="730536"/>
                  </a:lnTo>
                  <a:lnTo>
                    <a:pt x="7423938" y="734085"/>
                  </a:lnTo>
                  <a:lnTo>
                    <a:pt x="7334642" y="738540"/>
                  </a:lnTo>
                  <a:lnTo>
                    <a:pt x="7242130" y="743888"/>
                  </a:lnTo>
                  <a:lnTo>
                    <a:pt x="7150320" y="750107"/>
                  </a:lnTo>
                  <a:lnTo>
                    <a:pt x="7062103" y="757190"/>
                  </a:lnTo>
                  <a:lnTo>
                    <a:pt x="6979268" y="765159"/>
                  </a:lnTo>
                  <a:lnTo>
                    <a:pt x="6902637" y="774077"/>
                  </a:lnTo>
                  <a:lnTo>
                    <a:pt x="6832297" y="784044"/>
                  </a:lnTo>
                  <a:lnTo>
                    <a:pt x="6767826" y="795201"/>
                  </a:lnTo>
                  <a:lnTo>
                    <a:pt x="6708491" y="807723"/>
                  </a:lnTo>
                  <a:lnTo>
                    <a:pt x="6653394" y="821810"/>
                  </a:lnTo>
                  <a:lnTo>
                    <a:pt x="6601576" y="837666"/>
                  </a:lnTo>
                  <a:lnTo>
                    <a:pt x="6552112" y="855463"/>
                  </a:lnTo>
                  <a:lnTo>
                    <a:pt x="6515891" y="870218"/>
                  </a:lnTo>
                  <a:lnTo>
                    <a:pt x="6467149" y="892315"/>
                  </a:lnTo>
                  <a:lnTo>
                    <a:pt x="6418880" y="916636"/>
                  </a:lnTo>
                  <a:lnTo>
                    <a:pt x="6370599" y="943215"/>
                  </a:lnTo>
                  <a:lnTo>
                    <a:pt x="6321969" y="972011"/>
                  </a:lnTo>
                  <a:lnTo>
                    <a:pt x="6272789" y="1002901"/>
                  </a:lnTo>
                  <a:lnTo>
                    <a:pt x="6222976" y="1035673"/>
                  </a:lnTo>
                  <a:lnTo>
                    <a:pt x="6172546" y="1070029"/>
                  </a:lnTo>
                  <a:lnTo>
                    <a:pt x="6121606" y="1105591"/>
                  </a:lnTo>
                  <a:lnTo>
                    <a:pt x="6070325" y="1141917"/>
                  </a:lnTo>
                  <a:lnTo>
                    <a:pt x="6018917" y="1178523"/>
                  </a:lnTo>
                  <a:lnTo>
                    <a:pt x="5967609" y="1214908"/>
                  </a:lnTo>
                  <a:lnTo>
                    <a:pt x="5916618" y="1250586"/>
                  </a:lnTo>
                  <a:lnTo>
                    <a:pt x="5866120" y="1285107"/>
                  </a:lnTo>
                  <a:lnTo>
                    <a:pt x="5816230" y="1318087"/>
                  </a:lnTo>
                  <a:lnTo>
                    <a:pt x="5766977" y="1349215"/>
                  </a:lnTo>
                  <a:lnTo>
                    <a:pt x="5718289" y="1378269"/>
                  </a:lnTo>
                  <a:lnTo>
                    <a:pt x="5669981" y="1405117"/>
                  </a:lnTo>
                  <a:lnTo>
                    <a:pt x="5621734" y="1429708"/>
                  </a:lnTo>
                  <a:lnTo>
                    <a:pt x="5573079" y="1452068"/>
                  </a:lnTo>
                  <a:lnTo>
                    <a:pt x="5567201" y="1454598"/>
                  </a:lnTo>
                  <a:lnTo>
                    <a:pt x="5518968" y="1473923"/>
                  </a:lnTo>
                  <a:lnTo>
                    <a:pt x="5469006" y="1491230"/>
                  </a:lnTo>
                  <a:lnTo>
                    <a:pt x="5416469" y="1506631"/>
                  </a:lnTo>
                  <a:lnTo>
                    <a:pt x="5360415" y="1520313"/>
                  </a:lnTo>
                  <a:lnTo>
                    <a:pt x="5299895" y="1532482"/>
                  </a:lnTo>
                  <a:lnTo>
                    <a:pt x="5234037" y="1543331"/>
                  </a:lnTo>
                  <a:lnTo>
                    <a:pt x="5162171" y="1553028"/>
                  </a:lnTo>
                  <a:lnTo>
                    <a:pt x="5083979" y="1561704"/>
                  </a:lnTo>
                  <a:lnTo>
                    <a:pt x="4999708" y="1569451"/>
                  </a:lnTo>
                  <a:lnTo>
                    <a:pt x="4910398" y="1576320"/>
                  </a:lnTo>
                  <a:lnTo>
                    <a:pt x="4818105" y="1582326"/>
                  </a:lnTo>
                  <a:lnTo>
                    <a:pt x="4725988" y="1587456"/>
                  </a:lnTo>
                  <a:lnTo>
                    <a:pt x="4638170" y="1591689"/>
                  </a:lnTo>
                  <a:lnTo>
                    <a:pt x="4559246" y="1595015"/>
                  </a:lnTo>
                  <a:lnTo>
                    <a:pt x="4493461" y="1597461"/>
                  </a:lnTo>
                  <a:lnTo>
                    <a:pt x="4443753" y="1599103"/>
                  </a:lnTo>
                  <a:lnTo>
                    <a:pt x="4410964" y="1600071"/>
                  </a:lnTo>
                  <a:lnTo>
                    <a:pt x="4393492" y="1600535"/>
                  </a:lnTo>
                  <a:lnTo>
                    <a:pt x="4387415" y="1600680"/>
                  </a:lnTo>
                  <a:lnTo>
                    <a:pt x="4386855" y="1600693"/>
                  </a:lnTo>
                  <a:lnTo>
                    <a:pt x="3848118" y="1600693"/>
                  </a:lnTo>
                  <a:lnTo>
                    <a:pt x="3846862" y="1600641"/>
                  </a:lnTo>
                  <a:lnTo>
                    <a:pt x="3838661" y="1600274"/>
                  </a:lnTo>
                  <a:lnTo>
                    <a:pt x="3818191" y="1599259"/>
                  </a:lnTo>
                  <a:lnTo>
                    <a:pt x="3782110" y="1597267"/>
                  </a:lnTo>
                  <a:lnTo>
                    <a:pt x="3729376" y="1594008"/>
                  </a:lnTo>
                  <a:lnTo>
                    <a:pt x="3661277" y="1589272"/>
                  </a:lnTo>
                  <a:lnTo>
                    <a:pt x="3581004" y="1582939"/>
                  </a:lnTo>
                  <a:lnTo>
                    <a:pt x="3492832" y="1574978"/>
                  </a:lnTo>
                  <a:lnTo>
                    <a:pt x="3401205" y="1565413"/>
                  </a:lnTo>
                  <a:lnTo>
                    <a:pt x="3310005" y="1554284"/>
                  </a:lnTo>
                  <a:lnTo>
                    <a:pt x="3222136" y="1541604"/>
                  </a:lnTo>
                  <a:lnTo>
                    <a:pt x="3139434" y="1527339"/>
                  </a:lnTo>
                  <a:lnTo>
                    <a:pt x="3062786" y="1511387"/>
                  </a:lnTo>
                  <a:lnTo>
                    <a:pt x="2992341" y="1493576"/>
                  </a:lnTo>
                  <a:lnTo>
                    <a:pt x="2927734" y="1473664"/>
                  </a:lnTo>
                  <a:lnTo>
                    <a:pt x="2868281" y="1451344"/>
                  </a:lnTo>
                  <a:lnTo>
                    <a:pt x="2813118" y="1426268"/>
                  </a:lnTo>
                  <a:lnTo>
                    <a:pt x="2761318" y="1398070"/>
                  </a:lnTo>
                  <a:lnTo>
                    <a:pt x="2711967" y="1366427"/>
                  </a:lnTo>
                  <a:lnTo>
                    <a:pt x="2667772" y="1333910"/>
                  </a:lnTo>
                  <a:lnTo>
                    <a:pt x="2624679" y="1298471"/>
                  </a:lnTo>
                  <a:lnTo>
                    <a:pt x="2582006" y="1259874"/>
                  </a:lnTo>
                  <a:lnTo>
                    <a:pt x="2539398" y="1218059"/>
                  </a:lnTo>
                  <a:lnTo>
                    <a:pt x="2496595" y="1173050"/>
                  </a:lnTo>
                  <a:lnTo>
                    <a:pt x="2453422" y="1124958"/>
                  </a:lnTo>
                  <a:lnTo>
                    <a:pt x="2409781" y="1073989"/>
                  </a:lnTo>
                  <a:lnTo>
                    <a:pt x="2365640" y="1020452"/>
                  </a:lnTo>
                  <a:lnTo>
                    <a:pt x="2321028" y="964746"/>
                  </a:lnTo>
                  <a:lnTo>
                    <a:pt x="2276024" y="907360"/>
                  </a:lnTo>
                  <a:lnTo>
                    <a:pt x="2230746" y="848851"/>
                  </a:lnTo>
                  <a:lnTo>
                    <a:pt x="2185339" y="789826"/>
                  </a:lnTo>
                  <a:lnTo>
                    <a:pt x="2139961" y="730913"/>
                  </a:lnTo>
                  <a:lnTo>
                    <a:pt x="2094765" y="672736"/>
                  </a:lnTo>
                  <a:lnTo>
                    <a:pt x="2049888" y="615888"/>
                  </a:lnTo>
                  <a:lnTo>
                    <a:pt x="2005438" y="560903"/>
                  </a:lnTo>
                  <a:lnTo>
                    <a:pt x="1961474" y="508239"/>
                  </a:lnTo>
                  <a:lnTo>
                    <a:pt x="1918007" y="458265"/>
                  </a:lnTo>
                  <a:lnTo>
                    <a:pt x="1874981" y="411251"/>
                  </a:lnTo>
                  <a:lnTo>
                    <a:pt x="1832272" y="367372"/>
                  </a:lnTo>
                  <a:lnTo>
                    <a:pt x="1789675" y="326705"/>
                  </a:lnTo>
                  <a:lnTo>
                    <a:pt x="1746899" y="289243"/>
                  </a:lnTo>
                  <a:lnTo>
                    <a:pt x="1719082" y="266782"/>
                  </a:lnTo>
                  <a:lnTo>
                    <a:pt x="1671271" y="231780"/>
                  </a:lnTo>
                  <a:lnTo>
                    <a:pt x="1621767" y="200403"/>
                  </a:lnTo>
                  <a:lnTo>
                    <a:pt x="1569748" y="172450"/>
                  </a:lnTo>
                  <a:lnTo>
                    <a:pt x="1514297" y="147592"/>
                  </a:lnTo>
                  <a:lnTo>
                    <a:pt x="1454488" y="125464"/>
                  </a:lnTo>
                  <a:lnTo>
                    <a:pt x="1389466" y="105718"/>
                  </a:lnTo>
                  <a:lnTo>
                    <a:pt x="1318565" y="88053"/>
                  </a:lnTo>
                  <a:lnTo>
                    <a:pt x="1241453" y="72233"/>
                  </a:lnTo>
                  <a:lnTo>
                    <a:pt x="1158324" y="58088"/>
                  </a:lnTo>
                  <a:lnTo>
                    <a:pt x="1070130" y="45524"/>
                  </a:lnTo>
                  <a:lnTo>
                    <a:pt x="978784" y="34510"/>
                  </a:lnTo>
                  <a:lnTo>
                    <a:pt x="887272" y="25064"/>
                  </a:lnTo>
                  <a:lnTo>
                    <a:pt x="799532" y="17225"/>
                  </a:lnTo>
                  <a:lnTo>
                    <a:pt x="720028" y="11013"/>
                  </a:lnTo>
                  <a:lnTo>
                    <a:pt x="652985" y="6392"/>
                  </a:lnTo>
                  <a:lnTo>
                    <a:pt x="601476" y="3236"/>
                  </a:lnTo>
                  <a:lnTo>
                    <a:pt x="566626" y="1328"/>
                  </a:lnTo>
                  <a:lnTo>
                    <a:pt x="547213" y="372"/>
                  </a:lnTo>
                  <a:lnTo>
                    <a:pt x="539736" y="4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2" name="pg332"/>
            <p:cNvSpPr/>
            <p:nvPr/>
          </p:nvSpPr>
          <p:spPr>
            <a:xfrm>
              <a:off x="546595" y="2084368"/>
              <a:ext cx="8234974" cy="1611582"/>
            </a:xfrm>
            <a:custGeom>
              <a:avLst/>
              <a:pathLst>
                <a:path w="8234974" h="1611582">
                  <a:moveTo>
                    <a:pt x="0" y="5444"/>
                  </a:moveTo>
                  <a:lnTo>
                    <a:pt x="538736" y="5444"/>
                  </a:lnTo>
                  <a:lnTo>
                    <a:pt x="539992" y="5496"/>
                  </a:lnTo>
                  <a:lnTo>
                    <a:pt x="548191" y="5864"/>
                  </a:lnTo>
                  <a:lnTo>
                    <a:pt x="568657" y="6882"/>
                  </a:lnTo>
                  <a:lnTo>
                    <a:pt x="604730" y="8881"/>
                  </a:lnTo>
                  <a:lnTo>
                    <a:pt x="657454" y="12149"/>
                  </a:lnTo>
                  <a:lnTo>
                    <a:pt x="725540" y="16901"/>
                  </a:lnTo>
                  <a:lnTo>
                    <a:pt x="805801" y="23254"/>
                  </a:lnTo>
                  <a:lnTo>
                    <a:pt x="893963" y="31240"/>
                  </a:lnTo>
                  <a:lnTo>
                    <a:pt x="985581" y="40835"/>
                  </a:lnTo>
                  <a:lnTo>
                    <a:pt x="1076775" y="52001"/>
                  </a:lnTo>
                  <a:lnTo>
                    <a:pt x="1164641" y="64721"/>
                  </a:lnTo>
                  <a:lnTo>
                    <a:pt x="1247341" y="79032"/>
                  </a:lnTo>
                  <a:lnTo>
                    <a:pt x="1323989" y="95035"/>
                  </a:lnTo>
                  <a:lnTo>
                    <a:pt x="1394436" y="112903"/>
                  </a:lnTo>
                  <a:lnTo>
                    <a:pt x="1459044" y="132879"/>
                  </a:lnTo>
                  <a:lnTo>
                    <a:pt x="1518498" y="155269"/>
                  </a:lnTo>
                  <a:lnTo>
                    <a:pt x="1573661" y="180424"/>
                  </a:lnTo>
                  <a:lnTo>
                    <a:pt x="1625462" y="208711"/>
                  </a:lnTo>
                  <a:lnTo>
                    <a:pt x="1674812" y="240454"/>
                  </a:lnTo>
                  <a:lnTo>
                    <a:pt x="1719082" y="273134"/>
                  </a:lnTo>
                  <a:lnTo>
                    <a:pt x="1762135" y="308658"/>
                  </a:lnTo>
                  <a:lnTo>
                    <a:pt x="1804768" y="347346"/>
                  </a:lnTo>
                  <a:lnTo>
                    <a:pt x="1847335" y="389255"/>
                  </a:lnTo>
                  <a:lnTo>
                    <a:pt x="1890097" y="434364"/>
                  </a:lnTo>
                  <a:lnTo>
                    <a:pt x="1933226" y="482561"/>
                  </a:lnTo>
                  <a:lnTo>
                    <a:pt x="1976823" y="533640"/>
                  </a:lnTo>
                  <a:lnTo>
                    <a:pt x="2020919" y="587294"/>
                  </a:lnTo>
                  <a:lnTo>
                    <a:pt x="2065486" y="643122"/>
                  </a:lnTo>
                  <a:lnTo>
                    <a:pt x="2110445" y="700638"/>
                  </a:lnTo>
                  <a:lnTo>
                    <a:pt x="2155678" y="759282"/>
                  </a:lnTo>
                  <a:lnTo>
                    <a:pt x="2201041" y="818450"/>
                  </a:lnTo>
                  <a:lnTo>
                    <a:pt x="2246378" y="877512"/>
                  </a:lnTo>
                  <a:lnTo>
                    <a:pt x="2291534" y="935843"/>
                  </a:lnTo>
                  <a:lnTo>
                    <a:pt x="2336372" y="992851"/>
                  </a:lnTo>
                  <a:lnTo>
                    <a:pt x="2380787" y="1048000"/>
                  </a:lnTo>
                  <a:lnTo>
                    <a:pt x="2424716" y="1100831"/>
                  </a:lnTo>
                  <a:lnTo>
                    <a:pt x="2468150" y="1150972"/>
                  </a:lnTo>
                  <a:lnTo>
                    <a:pt x="2511141" y="1198151"/>
                  </a:lnTo>
                  <a:lnTo>
                    <a:pt x="2553814" y="1242194"/>
                  </a:lnTo>
                  <a:lnTo>
                    <a:pt x="2596370" y="1283020"/>
                  </a:lnTo>
                  <a:lnTo>
                    <a:pt x="2639099" y="1320636"/>
                  </a:lnTo>
                  <a:lnTo>
                    <a:pt x="2667772" y="1343892"/>
                  </a:lnTo>
                  <a:lnTo>
                    <a:pt x="2715580" y="1379010"/>
                  </a:lnTo>
                  <a:lnTo>
                    <a:pt x="2765079" y="1410492"/>
                  </a:lnTo>
                  <a:lnTo>
                    <a:pt x="2817093" y="1438538"/>
                  </a:lnTo>
                  <a:lnTo>
                    <a:pt x="2872538" y="1463479"/>
                  </a:lnTo>
                  <a:lnTo>
                    <a:pt x="2932341" y="1485682"/>
                  </a:lnTo>
                  <a:lnTo>
                    <a:pt x="2997355" y="1505494"/>
                  </a:lnTo>
                  <a:lnTo>
                    <a:pt x="3068247" y="1523219"/>
                  </a:lnTo>
                  <a:lnTo>
                    <a:pt x="3145349" y="1539093"/>
                  </a:lnTo>
                  <a:lnTo>
                    <a:pt x="3228466" y="1553285"/>
                  </a:lnTo>
                  <a:lnTo>
                    <a:pt x="3316650" y="1565892"/>
                  </a:lnTo>
                  <a:lnTo>
                    <a:pt x="3407986" y="1576944"/>
                  </a:lnTo>
                  <a:lnTo>
                    <a:pt x="3499493" y="1586423"/>
                  </a:lnTo>
                  <a:lnTo>
                    <a:pt x="3587232" y="1594290"/>
                  </a:lnTo>
                  <a:lnTo>
                    <a:pt x="3666741" y="1600525"/>
                  </a:lnTo>
                  <a:lnTo>
                    <a:pt x="3733796" y="1605163"/>
                  </a:lnTo>
                  <a:lnTo>
                    <a:pt x="3785321" y="1608331"/>
                  </a:lnTo>
                  <a:lnTo>
                    <a:pt x="3820191" y="1610247"/>
                  </a:lnTo>
                  <a:lnTo>
                    <a:pt x="3839623" y="1611207"/>
                  </a:lnTo>
                  <a:lnTo>
                    <a:pt x="3847114" y="1611541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52" y="1611562"/>
                  </a:lnTo>
                  <a:lnTo>
                    <a:pt x="4396610" y="1611424"/>
                  </a:lnTo>
                  <a:lnTo>
                    <a:pt x="4417697" y="1611043"/>
                  </a:lnTo>
                  <a:lnTo>
                    <a:pt x="4454804" y="1610294"/>
                  </a:lnTo>
                  <a:lnTo>
                    <a:pt x="4508913" y="1609070"/>
                  </a:lnTo>
                  <a:lnTo>
                    <a:pt x="4578584" y="1607293"/>
                  </a:lnTo>
                  <a:lnTo>
                    <a:pt x="4660433" y="1604921"/>
                  </a:lnTo>
                  <a:lnTo>
                    <a:pt x="4750003" y="1601944"/>
                  </a:lnTo>
                  <a:lnTo>
                    <a:pt x="4842729" y="1598372"/>
                  </a:lnTo>
                  <a:lnTo>
                    <a:pt x="4934685" y="1594219"/>
                  </a:lnTo>
                  <a:lnTo>
                    <a:pt x="5022985" y="1589489"/>
                  </a:lnTo>
                  <a:lnTo>
                    <a:pt x="5105850" y="1584166"/>
                  </a:lnTo>
                  <a:lnTo>
                    <a:pt x="5182475" y="1578209"/>
                  </a:lnTo>
                  <a:lnTo>
                    <a:pt x="5252788" y="1571550"/>
                  </a:lnTo>
                  <a:lnTo>
                    <a:pt x="5317225" y="1564093"/>
                  </a:lnTo>
                  <a:lnTo>
                    <a:pt x="5376531" y="1555721"/>
                  </a:lnTo>
                  <a:lnTo>
                    <a:pt x="5431615" y="1546301"/>
                  </a:lnTo>
                  <a:lnTo>
                    <a:pt x="5483439" y="1535695"/>
                  </a:lnTo>
                  <a:lnTo>
                    <a:pt x="5532933" y="1523789"/>
                  </a:lnTo>
                  <a:lnTo>
                    <a:pt x="5567201" y="1514487"/>
                  </a:lnTo>
                  <a:lnTo>
                    <a:pt x="5618004" y="1499144"/>
                  </a:lnTo>
                  <a:lnTo>
                    <a:pt x="5668316" y="1482192"/>
                  </a:lnTo>
                  <a:lnTo>
                    <a:pt x="5718678" y="1463611"/>
                  </a:lnTo>
                  <a:lnTo>
                    <a:pt x="5769454" y="1443436"/>
                  </a:lnTo>
                  <a:lnTo>
                    <a:pt x="5820851" y="1421770"/>
                  </a:lnTo>
                  <a:lnTo>
                    <a:pt x="5872940" y="1398786"/>
                  </a:lnTo>
                  <a:lnTo>
                    <a:pt x="5925677" y="1374723"/>
                  </a:lnTo>
                  <a:lnTo>
                    <a:pt x="5978920" y="1349880"/>
                  </a:lnTo>
                  <a:lnTo>
                    <a:pt x="6032458" y="1324601"/>
                  </a:lnTo>
                  <a:lnTo>
                    <a:pt x="6086040" y="1299259"/>
                  </a:lnTo>
                  <a:lnTo>
                    <a:pt x="6139409" y="1274228"/>
                  </a:lnTo>
                  <a:lnTo>
                    <a:pt x="6192338" y="1249864"/>
                  </a:lnTo>
                  <a:lnTo>
                    <a:pt x="6244657" y="1226484"/>
                  </a:lnTo>
                  <a:lnTo>
                    <a:pt x="6296287" y="1204349"/>
                  </a:lnTo>
                  <a:lnTo>
                    <a:pt x="6347257" y="1183653"/>
                  </a:lnTo>
                  <a:lnTo>
                    <a:pt x="6397727" y="1164524"/>
                  </a:lnTo>
                  <a:lnTo>
                    <a:pt x="6448005" y="1147020"/>
                  </a:lnTo>
                  <a:lnTo>
                    <a:pt x="6498568" y="1131137"/>
                  </a:lnTo>
                  <a:lnTo>
                    <a:pt x="6515891" y="1126111"/>
                  </a:lnTo>
                  <a:lnTo>
                    <a:pt x="6564228" y="1113241"/>
                  </a:lnTo>
                  <a:lnTo>
                    <a:pt x="6614303" y="1101719"/>
                  </a:lnTo>
                  <a:lnTo>
                    <a:pt x="6666968" y="1091468"/>
                  </a:lnTo>
                  <a:lnTo>
                    <a:pt x="6723170" y="1082364"/>
                  </a:lnTo>
                  <a:lnTo>
                    <a:pt x="6783866" y="1074268"/>
                  </a:lnTo>
                  <a:lnTo>
                    <a:pt x="6849930" y="1067053"/>
                  </a:lnTo>
                  <a:lnTo>
                    <a:pt x="6922034" y="1060604"/>
                  </a:lnTo>
                  <a:lnTo>
                    <a:pt x="7000492" y="1054836"/>
                  </a:lnTo>
                  <a:lnTo>
                    <a:pt x="7085044" y="1049687"/>
                  </a:lnTo>
                  <a:lnTo>
                    <a:pt x="7174626" y="1045124"/>
                  </a:lnTo>
                  <a:lnTo>
                    <a:pt x="7267150" y="1041137"/>
                  </a:lnTo>
                  <a:lnTo>
                    <a:pt x="7359408" y="1037735"/>
                  </a:lnTo>
                  <a:lnTo>
                    <a:pt x="7447235" y="1034931"/>
                  </a:lnTo>
                  <a:lnTo>
                    <a:pt x="7526004" y="1032733"/>
                  </a:lnTo>
                  <a:lnTo>
                    <a:pt x="7591468" y="1031122"/>
                  </a:lnTo>
                  <a:lnTo>
                    <a:pt x="7640725" y="1030044"/>
                  </a:lnTo>
                  <a:lnTo>
                    <a:pt x="7673006" y="1029413"/>
                  </a:lnTo>
                  <a:lnTo>
                    <a:pt x="7690009" y="1029115"/>
                  </a:lnTo>
                  <a:lnTo>
                    <a:pt x="7695761" y="1029023"/>
                  </a:lnTo>
                  <a:lnTo>
                    <a:pt x="7696237" y="1029016"/>
                  </a:lnTo>
                  <a:lnTo>
                    <a:pt x="8234974" y="1029016"/>
                  </a:lnTo>
                  <a:lnTo>
                    <a:pt x="8234974" y="1023572"/>
                  </a:lnTo>
                  <a:lnTo>
                    <a:pt x="7696237" y="1023572"/>
                  </a:lnTo>
                  <a:lnTo>
                    <a:pt x="7694941" y="1023591"/>
                  </a:lnTo>
                  <a:lnTo>
                    <a:pt x="7686483" y="1023729"/>
                  </a:lnTo>
                  <a:lnTo>
                    <a:pt x="7665395" y="1024111"/>
                  </a:lnTo>
                  <a:lnTo>
                    <a:pt x="7628289" y="1024860"/>
                  </a:lnTo>
                  <a:lnTo>
                    <a:pt x="7574179" y="1026084"/>
                  </a:lnTo>
                  <a:lnTo>
                    <a:pt x="7504508" y="1027860"/>
                  </a:lnTo>
                  <a:lnTo>
                    <a:pt x="7422660" y="1030232"/>
                  </a:lnTo>
                  <a:lnTo>
                    <a:pt x="7333089" y="1033209"/>
                  </a:lnTo>
                  <a:lnTo>
                    <a:pt x="7240363" y="1036781"/>
                  </a:lnTo>
                  <a:lnTo>
                    <a:pt x="7148407" y="1040935"/>
                  </a:lnTo>
                  <a:lnTo>
                    <a:pt x="7060108" y="1045665"/>
                  </a:lnTo>
                  <a:lnTo>
                    <a:pt x="6977242" y="1050987"/>
                  </a:lnTo>
                  <a:lnTo>
                    <a:pt x="6900618" y="1056944"/>
                  </a:lnTo>
                  <a:lnTo>
                    <a:pt x="6830304" y="1063603"/>
                  </a:lnTo>
                  <a:lnTo>
                    <a:pt x="6765867" y="1071060"/>
                  </a:lnTo>
                  <a:lnTo>
                    <a:pt x="6706561" y="1079432"/>
                  </a:lnTo>
                  <a:lnTo>
                    <a:pt x="6651477" y="1088853"/>
                  </a:lnTo>
                  <a:lnTo>
                    <a:pt x="6599653" y="1099459"/>
                  </a:lnTo>
                  <a:lnTo>
                    <a:pt x="6550160" y="1111364"/>
                  </a:lnTo>
                  <a:lnTo>
                    <a:pt x="6515891" y="1120666"/>
                  </a:lnTo>
                  <a:lnTo>
                    <a:pt x="6465089" y="1136010"/>
                  </a:lnTo>
                  <a:lnTo>
                    <a:pt x="6414777" y="1152961"/>
                  </a:lnTo>
                  <a:lnTo>
                    <a:pt x="6364414" y="1171543"/>
                  </a:lnTo>
                  <a:lnTo>
                    <a:pt x="6313638" y="1191718"/>
                  </a:lnTo>
                  <a:lnTo>
                    <a:pt x="6262242" y="1213383"/>
                  </a:lnTo>
                  <a:lnTo>
                    <a:pt x="6210152" y="1236368"/>
                  </a:lnTo>
                  <a:lnTo>
                    <a:pt x="6157415" y="1260431"/>
                  </a:lnTo>
                  <a:lnTo>
                    <a:pt x="6104172" y="1285274"/>
                  </a:lnTo>
                  <a:lnTo>
                    <a:pt x="6050635" y="1310552"/>
                  </a:lnTo>
                  <a:lnTo>
                    <a:pt x="5997053" y="1335894"/>
                  </a:lnTo>
                  <a:lnTo>
                    <a:pt x="5943683" y="1360925"/>
                  </a:lnTo>
                  <a:lnTo>
                    <a:pt x="5890755" y="1385289"/>
                  </a:lnTo>
                  <a:lnTo>
                    <a:pt x="5838435" y="1408669"/>
                  </a:lnTo>
                  <a:lnTo>
                    <a:pt x="5786806" y="1430805"/>
                  </a:lnTo>
                  <a:lnTo>
                    <a:pt x="5735836" y="1451500"/>
                  </a:lnTo>
                  <a:lnTo>
                    <a:pt x="5685366" y="1470629"/>
                  </a:lnTo>
                  <a:lnTo>
                    <a:pt x="5635088" y="1488134"/>
                  </a:lnTo>
                  <a:lnTo>
                    <a:pt x="5584524" y="1504017"/>
                  </a:lnTo>
                  <a:lnTo>
                    <a:pt x="5567201" y="1509043"/>
                  </a:lnTo>
                  <a:lnTo>
                    <a:pt x="5518864" y="1521912"/>
                  </a:lnTo>
                  <a:lnTo>
                    <a:pt x="5468789" y="1533434"/>
                  </a:lnTo>
                  <a:lnTo>
                    <a:pt x="5416125" y="1543685"/>
                  </a:lnTo>
                  <a:lnTo>
                    <a:pt x="5359923" y="1552790"/>
                  </a:lnTo>
                  <a:lnTo>
                    <a:pt x="5299227" y="1560885"/>
                  </a:lnTo>
                  <a:lnTo>
                    <a:pt x="5233163" y="1568101"/>
                  </a:lnTo>
                  <a:lnTo>
                    <a:pt x="5161058" y="1574549"/>
                  </a:lnTo>
                  <a:lnTo>
                    <a:pt x="5082601" y="1580318"/>
                  </a:lnTo>
                  <a:lnTo>
                    <a:pt x="4998048" y="1585466"/>
                  </a:lnTo>
                  <a:lnTo>
                    <a:pt x="4908466" y="1590030"/>
                  </a:lnTo>
                  <a:lnTo>
                    <a:pt x="4815943" y="1594017"/>
                  </a:lnTo>
                  <a:lnTo>
                    <a:pt x="4723684" y="1597419"/>
                  </a:lnTo>
                  <a:lnTo>
                    <a:pt x="4635858" y="1600222"/>
                  </a:lnTo>
                  <a:lnTo>
                    <a:pt x="4557088" y="1602420"/>
                  </a:lnTo>
                  <a:lnTo>
                    <a:pt x="4491625" y="1604032"/>
                  </a:lnTo>
                  <a:lnTo>
                    <a:pt x="4442368" y="1605109"/>
                  </a:lnTo>
                  <a:lnTo>
                    <a:pt x="4410086" y="1605740"/>
                  </a:lnTo>
                  <a:lnTo>
                    <a:pt x="4393083" y="1606039"/>
                  </a:lnTo>
                  <a:lnTo>
                    <a:pt x="4387331" y="1606130"/>
                  </a:lnTo>
                  <a:lnTo>
                    <a:pt x="4386855" y="1606137"/>
                  </a:lnTo>
                  <a:lnTo>
                    <a:pt x="3848118" y="1606137"/>
                  </a:lnTo>
                  <a:lnTo>
                    <a:pt x="3846863" y="1606086"/>
                  </a:lnTo>
                  <a:lnTo>
                    <a:pt x="3838664" y="1605717"/>
                  </a:lnTo>
                  <a:lnTo>
                    <a:pt x="3818198" y="1604699"/>
                  </a:lnTo>
                  <a:lnTo>
                    <a:pt x="3782125" y="1602700"/>
                  </a:lnTo>
                  <a:lnTo>
                    <a:pt x="3729401" y="1599432"/>
                  </a:lnTo>
                  <a:lnTo>
                    <a:pt x="3661315" y="1594680"/>
                  </a:lnTo>
                  <a:lnTo>
                    <a:pt x="3581054" y="1588327"/>
                  </a:lnTo>
                  <a:lnTo>
                    <a:pt x="3492892" y="1580341"/>
                  </a:lnTo>
                  <a:lnTo>
                    <a:pt x="3401274" y="1570746"/>
                  </a:lnTo>
                  <a:lnTo>
                    <a:pt x="3310080" y="1559580"/>
                  </a:lnTo>
                  <a:lnTo>
                    <a:pt x="3222214" y="1546860"/>
                  </a:lnTo>
                  <a:lnTo>
                    <a:pt x="3139513" y="1532549"/>
                  </a:lnTo>
                  <a:lnTo>
                    <a:pt x="3062865" y="1516546"/>
                  </a:lnTo>
                  <a:lnTo>
                    <a:pt x="2992419" y="1498678"/>
                  </a:lnTo>
                  <a:lnTo>
                    <a:pt x="2927811" y="1478702"/>
                  </a:lnTo>
                  <a:lnTo>
                    <a:pt x="2868356" y="1456312"/>
                  </a:lnTo>
                  <a:lnTo>
                    <a:pt x="2813193" y="1431157"/>
                  </a:lnTo>
                  <a:lnTo>
                    <a:pt x="2761393" y="1402870"/>
                  </a:lnTo>
                  <a:lnTo>
                    <a:pt x="2712043" y="1371127"/>
                  </a:lnTo>
                  <a:lnTo>
                    <a:pt x="2667772" y="1338447"/>
                  </a:lnTo>
                  <a:lnTo>
                    <a:pt x="2624719" y="1302923"/>
                  </a:lnTo>
                  <a:lnTo>
                    <a:pt x="2582087" y="1264235"/>
                  </a:lnTo>
                  <a:lnTo>
                    <a:pt x="2539519" y="1222326"/>
                  </a:lnTo>
                  <a:lnTo>
                    <a:pt x="2496758" y="1177218"/>
                  </a:lnTo>
                  <a:lnTo>
                    <a:pt x="2453628" y="1129020"/>
                  </a:lnTo>
                  <a:lnTo>
                    <a:pt x="2410031" y="1077941"/>
                  </a:lnTo>
                  <a:lnTo>
                    <a:pt x="2365935" y="1024287"/>
                  </a:lnTo>
                  <a:lnTo>
                    <a:pt x="2321369" y="968459"/>
                  </a:lnTo>
                  <a:lnTo>
                    <a:pt x="2276410" y="910943"/>
                  </a:lnTo>
                  <a:lnTo>
                    <a:pt x="2231177" y="852299"/>
                  </a:lnTo>
                  <a:lnTo>
                    <a:pt x="2185814" y="793131"/>
                  </a:lnTo>
                  <a:lnTo>
                    <a:pt x="2140477" y="734069"/>
                  </a:lnTo>
                  <a:lnTo>
                    <a:pt x="2095321" y="675738"/>
                  </a:lnTo>
                  <a:lnTo>
                    <a:pt x="2050482" y="618730"/>
                  </a:lnTo>
                  <a:lnTo>
                    <a:pt x="2006067" y="563581"/>
                  </a:lnTo>
                  <a:lnTo>
                    <a:pt x="1962138" y="510751"/>
                  </a:lnTo>
                  <a:lnTo>
                    <a:pt x="1918705" y="460609"/>
                  </a:lnTo>
                  <a:lnTo>
                    <a:pt x="1875713" y="413430"/>
                  </a:lnTo>
                  <a:lnTo>
                    <a:pt x="1833040" y="369387"/>
                  </a:lnTo>
                  <a:lnTo>
                    <a:pt x="1790484" y="328561"/>
                  </a:lnTo>
                  <a:lnTo>
                    <a:pt x="1747756" y="290945"/>
                  </a:lnTo>
                  <a:lnTo>
                    <a:pt x="1719082" y="267689"/>
                  </a:lnTo>
                  <a:lnTo>
                    <a:pt x="1671275" y="232571"/>
                  </a:lnTo>
                  <a:lnTo>
                    <a:pt x="1621775" y="201089"/>
                  </a:lnTo>
                  <a:lnTo>
                    <a:pt x="1569761" y="173043"/>
                  </a:lnTo>
                  <a:lnTo>
                    <a:pt x="1514316" y="148102"/>
                  </a:lnTo>
                  <a:lnTo>
                    <a:pt x="1454513" y="125899"/>
                  </a:lnTo>
                  <a:lnTo>
                    <a:pt x="1389500" y="106087"/>
                  </a:lnTo>
                  <a:lnTo>
                    <a:pt x="1318608" y="88362"/>
                  </a:lnTo>
                  <a:lnTo>
                    <a:pt x="1241506" y="72488"/>
                  </a:lnTo>
                  <a:lnTo>
                    <a:pt x="1158388" y="58296"/>
                  </a:lnTo>
                  <a:lnTo>
                    <a:pt x="1070205" y="45689"/>
                  </a:lnTo>
                  <a:lnTo>
                    <a:pt x="978868" y="34637"/>
                  </a:lnTo>
                  <a:lnTo>
                    <a:pt x="887361" y="25158"/>
                  </a:lnTo>
                  <a:lnTo>
                    <a:pt x="799623" y="17291"/>
                  </a:lnTo>
                  <a:lnTo>
                    <a:pt x="720113" y="11057"/>
                  </a:lnTo>
                  <a:lnTo>
                    <a:pt x="653059" y="6418"/>
                  </a:lnTo>
                  <a:lnTo>
                    <a:pt x="601533" y="3250"/>
                  </a:lnTo>
                  <a:lnTo>
                    <a:pt x="566663" y="1334"/>
                  </a:lnTo>
                  <a:lnTo>
                    <a:pt x="547232" y="375"/>
                  </a:lnTo>
                  <a:lnTo>
                    <a:pt x="539741" y="4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33" name="pl333"/>
            <p:cNvSpPr/>
            <p:nvPr/>
          </p:nvSpPr>
          <p:spPr>
            <a:xfrm>
              <a:off x="546595" y="2089812"/>
              <a:ext cx="8234974" cy="1606137"/>
            </a:xfrm>
            <a:custGeom>
              <a:avLst/>
              <a:pathLst>
                <a:path w="8234974" h="1606137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91" y="419"/>
                  </a:lnTo>
                  <a:lnTo>
                    <a:pt x="568657" y="1438"/>
                  </a:lnTo>
                  <a:lnTo>
                    <a:pt x="604730" y="3436"/>
                  </a:lnTo>
                  <a:lnTo>
                    <a:pt x="657454" y="6705"/>
                  </a:lnTo>
                  <a:lnTo>
                    <a:pt x="725540" y="11457"/>
                  </a:lnTo>
                  <a:lnTo>
                    <a:pt x="805801" y="17810"/>
                  </a:lnTo>
                  <a:lnTo>
                    <a:pt x="893963" y="25796"/>
                  </a:lnTo>
                  <a:lnTo>
                    <a:pt x="985581" y="35391"/>
                  </a:lnTo>
                  <a:lnTo>
                    <a:pt x="1076775" y="46556"/>
                  </a:lnTo>
                  <a:lnTo>
                    <a:pt x="1164641" y="59277"/>
                  </a:lnTo>
                  <a:lnTo>
                    <a:pt x="1247341" y="73588"/>
                  </a:lnTo>
                  <a:lnTo>
                    <a:pt x="1323989" y="89591"/>
                  </a:lnTo>
                  <a:lnTo>
                    <a:pt x="1394436" y="107458"/>
                  </a:lnTo>
                  <a:lnTo>
                    <a:pt x="1459044" y="127434"/>
                  </a:lnTo>
                  <a:lnTo>
                    <a:pt x="1518498" y="149824"/>
                  </a:lnTo>
                  <a:lnTo>
                    <a:pt x="1573661" y="174980"/>
                  </a:lnTo>
                  <a:lnTo>
                    <a:pt x="1625462" y="203267"/>
                  </a:lnTo>
                  <a:lnTo>
                    <a:pt x="1674812" y="235009"/>
                  </a:lnTo>
                  <a:lnTo>
                    <a:pt x="1719082" y="267689"/>
                  </a:lnTo>
                  <a:lnTo>
                    <a:pt x="1762135" y="303213"/>
                  </a:lnTo>
                  <a:lnTo>
                    <a:pt x="1804768" y="341901"/>
                  </a:lnTo>
                  <a:lnTo>
                    <a:pt x="1847335" y="383810"/>
                  </a:lnTo>
                  <a:lnTo>
                    <a:pt x="1890097" y="428919"/>
                  </a:lnTo>
                  <a:lnTo>
                    <a:pt x="1933226" y="477116"/>
                  </a:lnTo>
                  <a:lnTo>
                    <a:pt x="1976823" y="528195"/>
                  </a:lnTo>
                  <a:lnTo>
                    <a:pt x="2020919" y="581849"/>
                  </a:lnTo>
                  <a:lnTo>
                    <a:pt x="2065486" y="637678"/>
                  </a:lnTo>
                  <a:lnTo>
                    <a:pt x="2110445" y="695193"/>
                  </a:lnTo>
                  <a:lnTo>
                    <a:pt x="2155678" y="753838"/>
                  </a:lnTo>
                  <a:lnTo>
                    <a:pt x="2201041" y="813005"/>
                  </a:lnTo>
                  <a:lnTo>
                    <a:pt x="2246378" y="872067"/>
                  </a:lnTo>
                  <a:lnTo>
                    <a:pt x="2291534" y="930398"/>
                  </a:lnTo>
                  <a:lnTo>
                    <a:pt x="2336372" y="987407"/>
                  </a:lnTo>
                  <a:lnTo>
                    <a:pt x="2380787" y="1042556"/>
                  </a:lnTo>
                  <a:lnTo>
                    <a:pt x="2424716" y="1095386"/>
                  </a:lnTo>
                  <a:lnTo>
                    <a:pt x="2468150" y="1145527"/>
                  </a:lnTo>
                  <a:lnTo>
                    <a:pt x="2511141" y="1192706"/>
                  </a:lnTo>
                  <a:lnTo>
                    <a:pt x="2553814" y="1236749"/>
                  </a:lnTo>
                  <a:lnTo>
                    <a:pt x="2596370" y="1277576"/>
                  </a:lnTo>
                  <a:lnTo>
                    <a:pt x="2639099" y="1315192"/>
                  </a:lnTo>
                  <a:lnTo>
                    <a:pt x="2667772" y="1338447"/>
                  </a:lnTo>
                  <a:lnTo>
                    <a:pt x="2715580" y="1373565"/>
                  </a:lnTo>
                  <a:lnTo>
                    <a:pt x="2765079" y="1405047"/>
                  </a:lnTo>
                  <a:lnTo>
                    <a:pt x="2817093" y="1433094"/>
                  </a:lnTo>
                  <a:lnTo>
                    <a:pt x="2872538" y="1458035"/>
                  </a:lnTo>
                  <a:lnTo>
                    <a:pt x="2932341" y="1480237"/>
                  </a:lnTo>
                  <a:lnTo>
                    <a:pt x="2997355" y="1500050"/>
                  </a:lnTo>
                  <a:lnTo>
                    <a:pt x="3068247" y="1517774"/>
                  </a:lnTo>
                  <a:lnTo>
                    <a:pt x="3145349" y="1533648"/>
                  </a:lnTo>
                  <a:lnTo>
                    <a:pt x="3228466" y="1547841"/>
                  </a:lnTo>
                  <a:lnTo>
                    <a:pt x="3316650" y="1560447"/>
                  </a:lnTo>
                  <a:lnTo>
                    <a:pt x="3407986" y="1571499"/>
                  </a:lnTo>
                  <a:lnTo>
                    <a:pt x="3499493" y="1580978"/>
                  </a:lnTo>
                  <a:lnTo>
                    <a:pt x="3587232" y="1588846"/>
                  </a:lnTo>
                  <a:lnTo>
                    <a:pt x="3666741" y="1595080"/>
                  </a:lnTo>
                  <a:lnTo>
                    <a:pt x="3733796" y="1599718"/>
                  </a:lnTo>
                  <a:lnTo>
                    <a:pt x="3785321" y="1602886"/>
                  </a:lnTo>
                  <a:lnTo>
                    <a:pt x="3820191" y="1604803"/>
                  </a:lnTo>
                  <a:lnTo>
                    <a:pt x="3839623" y="1605762"/>
                  </a:lnTo>
                  <a:lnTo>
                    <a:pt x="3847114" y="1606096"/>
                  </a:lnTo>
                  <a:lnTo>
                    <a:pt x="3848118" y="1606137"/>
                  </a:lnTo>
                  <a:lnTo>
                    <a:pt x="4386855" y="1606137"/>
                  </a:lnTo>
                  <a:lnTo>
                    <a:pt x="4388152" y="1606118"/>
                  </a:lnTo>
                  <a:lnTo>
                    <a:pt x="4396610" y="1605980"/>
                  </a:lnTo>
                  <a:lnTo>
                    <a:pt x="4417697" y="1605598"/>
                  </a:lnTo>
                  <a:lnTo>
                    <a:pt x="4454804" y="1604849"/>
                  </a:lnTo>
                  <a:lnTo>
                    <a:pt x="4508913" y="1603625"/>
                  </a:lnTo>
                  <a:lnTo>
                    <a:pt x="4578584" y="1601849"/>
                  </a:lnTo>
                  <a:lnTo>
                    <a:pt x="4660433" y="1599477"/>
                  </a:lnTo>
                  <a:lnTo>
                    <a:pt x="4750003" y="1596500"/>
                  </a:lnTo>
                  <a:lnTo>
                    <a:pt x="4842729" y="1592928"/>
                  </a:lnTo>
                  <a:lnTo>
                    <a:pt x="4934685" y="1588774"/>
                  </a:lnTo>
                  <a:lnTo>
                    <a:pt x="5022985" y="1584044"/>
                  </a:lnTo>
                  <a:lnTo>
                    <a:pt x="5105850" y="1578722"/>
                  </a:lnTo>
                  <a:lnTo>
                    <a:pt x="5182475" y="1572765"/>
                  </a:lnTo>
                  <a:lnTo>
                    <a:pt x="5252788" y="1566106"/>
                  </a:lnTo>
                  <a:lnTo>
                    <a:pt x="5317225" y="1558649"/>
                  </a:lnTo>
                  <a:lnTo>
                    <a:pt x="5376531" y="1550277"/>
                  </a:lnTo>
                  <a:lnTo>
                    <a:pt x="5431615" y="1540856"/>
                  </a:lnTo>
                  <a:lnTo>
                    <a:pt x="5483439" y="1530250"/>
                  </a:lnTo>
                  <a:lnTo>
                    <a:pt x="5532933" y="1518345"/>
                  </a:lnTo>
                  <a:lnTo>
                    <a:pt x="5567201" y="1509043"/>
                  </a:lnTo>
                  <a:lnTo>
                    <a:pt x="5618004" y="1493699"/>
                  </a:lnTo>
                  <a:lnTo>
                    <a:pt x="5668316" y="1476748"/>
                  </a:lnTo>
                  <a:lnTo>
                    <a:pt x="5718678" y="1458166"/>
                  </a:lnTo>
                  <a:lnTo>
                    <a:pt x="5769454" y="1437991"/>
                  </a:lnTo>
                  <a:lnTo>
                    <a:pt x="5820851" y="1416326"/>
                  </a:lnTo>
                  <a:lnTo>
                    <a:pt x="5872940" y="1393341"/>
                  </a:lnTo>
                  <a:lnTo>
                    <a:pt x="5925677" y="1369278"/>
                  </a:lnTo>
                  <a:lnTo>
                    <a:pt x="5978920" y="1344435"/>
                  </a:lnTo>
                  <a:lnTo>
                    <a:pt x="6032458" y="1319157"/>
                  </a:lnTo>
                  <a:lnTo>
                    <a:pt x="6086040" y="1293815"/>
                  </a:lnTo>
                  <a:lnTo>
                    <a:pt x="6139409" y="1268784"/>
                  </a:lnTo>
                  <a:lnTo>
                    <a:pt x="6192338" y="1244420"/>
                  </a:lnTo>
                  <a:lnTo>
                    <a:pt x="6244657" y="1221040"/>
                  </a:lnTo>
                  <a:lnTo>
                    <a:pt x="6296287" y="1198904"/>
                  </a:lnTo>
                  <a:lnTo>
                    <a:pt x="6347257" y="1178209"/>
                  </a:lnTo>
                  <a:lnTo>
                    <a:pt x="6397727" y="1159080"/>
                  </a:lnTo>
                  <a:lnTo>
                    <a:pt x="6448005" y="1141575"/>
                  </a:lnTo>
                  <a:lnTo>
                    <a:pt x="6498568" y="1125692"/>
                  </a:lnTo>
                  <a:lnTo>
                    <a:pt x="6515891" y="1120666"/>
                  </a:lnTo>
                  <a:lnTo>
                    <a:pt x="6564228" y="1107797"/>
                  </a:lnTo>
                  <a:lnTo>
                    <a:pt x="6614303" y="1096275"/>
                  </a:lnTo>
                  <a:lnTo>
                    <a:pt x="6666968" y="1086024"/>
                  </a:lnTo>
                  <a:lnTo>
                    <a:pt x="6723170" y="1076919"/>
                  </a:lnTo>
                  <a:lnTo>
                    <a:pt x="6783866" y="1068824"/>
                  </a:lnTo>
                  <a:lnTo>
                    <a:pt x="6849930" y="1061608"/>
                  </a:lnTo>
                  <a:lnTo>
                    <a:pt x="6922034" y="1055160"/>
                  </a:lnTo>
                  <a:lnTo>
                    <a:pt x="7000492" y="1049391"/>
                  </a:lnTo>
                  <a:lnTo>
                    <a:pt x="7085044" y="1044243"/>
                  </a:lnTo>
                  <a:lnTo>
                    <a:pt x="7174626" y="1039679"/>
                  </a:lnTo>
                  <a:lnTo>
                    <a:pt x="7267150" y="1035692"/>
                  </a:lnTo>
                  <a:lnTo>
                    <a:pt x="7359408" y="1032290"/>
                  </a:lnTo>
                  <a:lnTo>
                    <a:pt x="7447235" y="1029487"/>
                  </a:lnTo>
                  <a:lnTo>
                    <a:pt x="7526004" y="1027289"/>
                  </a:lnTo>
                  <a:lnTo>
                    <a:pt x="7591468" y="1025677"/>
                  </a:lnTo>
                  <a:lnTo>
                    <a:pt x="7640725" y="1024600"/>
                  </a:lnTo>
                  <a:lnTo>
                    <a:pt x="7673006" y="1023969"/>
                  </a:lnTo>
                  <a:lnTo>
                    <a:pt x="7690009" y="1023670"/>
                  </a:lnTo>
                  <a:lnTo>
                    <a:pt x="7695761" y="1023579"/>
                  </a:lnTo>
                  <a:lnTo>
                    <a:pt x="7696237" y="1023572"/>
                  </a:lnTo>
                  <a:lnTo>
                    <a:pt x="8234974" y="10235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4" name="pl334"/>
            <p:cNvSpPr/>
            <p:nvPr/>
          </p:nvSpPr>
          <p:spPr>
            <a:xfrm>
              <a:off x="546595" y="2084368"/>
              <a:ext cx="8234974" cy="1606137"/>
            </a:xfrm>
            <a:custGeom>
              <a:avLst/>
              <a:pathLst>
                <a:path w="8234974" h="1606137">
                  <a:moveTo>
                    <a:pt x="8234974" y="1023572"/>
                  </a:moveTo>
                  <a:lnTo>
                    <a:pt x="7696237" y="1023572"/>
                  </a:lnTo>
                  <a:lnTo>
                    <a:pt x="7694941" y="1023591"/>
                  </a:lnTo>
                  <a:lnTo>
                    <a:pt x="7686483" y="1023729"/>
                  </a:lnTo>
                  <a:lnTo>
                    <a:pt x="7665395" y="1024111"/>
                  </a:lnTo>
                  <a:lnTo>
                    <a:pt x="7628289" y="1024860"/>
                  </a:lnTo>
                  <a:lnTo>
                    <a:pt x="7574179" y="1026084"/>
                  </a:lnTo>
                  <a:lnTo>
                    <a:pt x="7504508" y="1027860"/>
                  </a:lnTo>
                  <a:lnTo>
                    <a:pt x="7422660" y="1030232"/>
                  </a:lnTo>
                  <a:lnTo>
                    <a:pt x="7333089" y="1033209"/>
                  </a:lnTo>
                  <a:lnTo>
                    <a:pt x="7240363" y="1036781"/>
                  </a:lnTo>
                  <a:lnTo>
                    <a:pt x="7148407" y="1040935"/>
                  </a:lnTo>
                  <a:lnTo>
                    <a:pt x="7060108" y="1045665"/>
                  </a:lnTo>
                  <a:lnTo>
                    <a:pt x="6977242" y="1050987"/>
                  </a:lnTo>
                  <a:lnTo>
                    <a:pt x="6900618" y="1056944"/>
                  </a:lnTo>
                  <a:lnTo>
                    <a:pt x="6830304" y="1063603"/>
                  </a:lnTo>
                  <a:lnTo>
                    <a:pt x="6765867" y="1071060"/>
                  </a:lnTo>
                  <a:lnTo>
                    <a:pt x="6706561" y="1079432"/>
                  </a:lnTo>
                  <a:lnTo>
                    <a:pt x="6651477" y="1088853"/>
                  </a:lnTo>
                  <a:lnTo>
                    <a:pt x="6599653" y="1099459"/>
                  </a:lnTo>
                  <a:lnTo>
                    <a:pt x="6550160" y="1111364"/>
                  </a:lnTo>
                  <a:lnTo>
                    <a:pt x="6515891" y="1120666"/>
                  </a:lnTo>
                  <a:lnTo>
                    <a:pt x="6465089" y="1136010"/>
                  </a:lnTo>
                  <a:lnTo>
                    <a:pt x="6414777" y="1152961"/>
                  </a:lnTo>
                  <a:lnTo>
                    <a:pt x="6364414" y="1171543"/>
                  </a:lnTo>
                  <a:lnTo>
                    <a:pt x="6313638" y="1191718"/>
                  </a:lnTo>
                  <a:lnTo>
                    <a:pt x="6262242" y="1213383"/>
                  </a:lnTo>
                  <a:lnTo>
                    <a:pt x="6210152" y="1236368"/>
                  </a:lnTo>
                  <a:lnTo>
                    <a:pt x="6157415" y="1260431"/>
                  </a:lnTo>
                  <a:lnTo>
                    <a:pt x="6104172" y="1285274"/>
                  </a:lnTo>
                  <a:lnTo>
                    <a:pt x="6050635" y="1310552"/>
                  </a:lnTo>
                  <a:lnTo>
                    <a:pt x="5997053" y="1335894"/>
                  </a:lnTo>
                  <a:lnTo>
                    <a:pt x="5943683" y="1360925"/>
                  </a:lnTo>
                  <a:lnTo>
                    <a:pt x="5890755" y="1385289"/>
                  </a:lnTo>
                  <a:lnTo>
                    <a:pt x="5838435" y="1408669"/>
                  </a:lnTo>
                  <a:lnTo>
                    <a:pt x="5786806" y="1430805"/>
                  </a:lnTo>
                  <a:lnTo>
                    <a:pt x="5735836" y="1451500"/>
                  </a:lnTo>
                  <a:lnTo>
                    <a:pt x="5685366" y="1470629"/>
                  </a:lnTo>
                  <a:lnTo>
                    <a:pt x="5635088" y="1488134"/>
                  </a:lnTo>
                  <a:lnTo>
                    <a:pt x="5584524" y="1504017"/>
                  </a:lnTo>
                  <a:lnTo>
                    <a:pt x="5567201" y="1509043"/>
                  </a:lnTo>
                  <a:lnTo>
                    <a:pt x="5518864" y="1521912"/>
                  </a:lnTo>
                  <a:lnTo>
                    <a:pt x="5468789" y="1533434"/>
                  </a:lnTo>
                  <a:lnTo>
                    <a:pt x="5416125" y="1543685"/>
                  </a:lnTo>
                  <a:lnTo>
                    <a:pt x="5359923" y="1552790"/>
                  </a:lnTo>
                  <a:lnTo>
                    <a:pt x="5299227" y="1560885"/>
                  </a:lnTo>
                  <a:lnTo>
                    <a:pt x="5233163" y="1568101"/>
                  </a:lnTo>
                  <a:lnTo>
                    <a:pt x="5161058" y="1574549"/>
                  </a:lnTo>
                  <a:lnTo>
                    <a:pt x="5082601" y="1580318"/>
                  </a:lnTo>
                  <a:lnTo>
                    <a:pt x="4998048" y="1585466"/>
                  </a:lnTo>
                  <a:lnTo>
                    <a:pt x="4908466" y="1590030"/>
                  </a:lnTo>
                  <a:lnTo>
                    <a:pt x="4815943" y="1594017"/>
                  </a:lnTo>
                  <a:lnTo>
                    <a:pt x="4723684" y="1597419"/>
                  </a:lnTo>
                  <a:lnTo>
                    <a:pt x="4635858" y="1600222"/>
                  </a:lnTo>
                  <a:lnTo>
                    <a:pt x="4557088" y="1602420"/>
                  </a:lnTo>
                  <a:lnTo>
                    <a:pt x="4491625" y="1604032"/>
                  </a:lnTo>
                  <a:lnTo>
                    <a:pt x="4442368" y="1605109"/>
                  </a:lnTo>
                  <a:lnTo>
                    <a:pt x="4410086" y="1605740"/>
                  </a:lnTo>
                  <a:lnTo>
                    <a:pt x="4393083" y="1606039"/>
                  </a:lnTo>
                  <a:lnTo>
                    <a:pt x="4387331" y="1606130"/>
                  </a:lnTo>
                  <a:lnTo>
                    <a:pt x="4386855" y="1606137"/>
                  </a:lnTo>
                  <a:lnTo>
                    <a:pt x="3848118" y="1606137"/>
                  </a:lnTo>
                  <a:lnTo>
                    <a:pt x="3846863" y="1606086"/>
                  </a:lnTo>
                  <a:lnTo>
                    <a:pt x="3838664" y="1605717"/>
                  </a:lnTo>
                  <a:lnTo>
                    <a:pt x="3818198" y="1604699"/>
                  </a:lnTo>
                  <a:lnTo>
                    <a:pt x="3782125" y="1602700"/>
                  </a:lnTo>
                  <a:lnTo>
                    <a:pt x="3729401" y="1599432"/>
                  </a:lnTo>
                  <a:lnTo>
                    <a:pt x="3661315" y="1594680"/>
                  </a:lnTo>
                  <a:lnTo>
                    <a:pt x="3581054" y="1588327"/>
                  </a:lnTo>
                  <a:lnTo>
                    <a:pt x="3492892" y="1580341"/>
                  </a:lnTo>
                  <a:lnTo>
                    <a:pt x="3401274" y="1570746"/>
                  </a:lnTo>
                  <a:lnTo>
                    <a:pt x="3310080" y="1559580"/>
                  </a:lnTo>
                  <a:lnTo>
                    <a:pt x="3222214" y="1546860"/>
                  </a:lnTo>
                  <a:lnTo>
                    <a:pt x="3139513" y="1532549"/>
                  </a:lnTo>
                  <a:lnTo>
                    <a:pt x="3062865" y="1516546"/>
                  </a:lnTo>
                  <a:lnTo>
                    <a:pt x="2992419" y="1498678"/>
                  </a:lnTo>
                  <a:lnTo>
                    <a:pt x="2927811" y="1478702"/>
                  </a:lnTo>
                  <a:lnTo>
                    <a:pt x="2868356" y="1456312"/>
                  </a:lnTo>
                  <a:lnTo>
                    <a:pt x="2813193" y="1431157"/>
                  </a:lnTo>
                  <a:lnTo>
                    <a:pt x="2761393" y="1402870"/>
                  </a:lnTo>
                  <a:lnTo>
                    <a:pt x="2712043" y="1371127"/>
                  </a:lnTo>
                  <a:lnTo>
                    <a:pt x="2667772" y="1338447"/>
                  </a:lnTo>
                  <a:lnTo>
                    <a:pt x="2624719" y="1302923"/>
                  </a:lnTo>
                  <a:lnTo>
                    <a:pt x="2582087" y="1264235"/>
                  </a:lnTo>
                  <a:lnTo>
                    <a:pt x="2539519" y="1222326"/>
                  </a:lnTo>
                  <a:lnTo>
                    <a:pt x="2496758" y="1177218"/>
                  </a:lnTo>
                  <a:lnTo>
                    <a:pt x="2453628" y="1129020"/>
                  </a:lnTo>
                  <a:lnTo>
                    <a:pt x="2410031" y="1077941"/>
                  </a:lnTo>
                  <a:lnTo>
                    <a:pt x="2365935" y="1024287"/>
                  </a:lnTo>
                  <a:lnTo>
                    <a:pt x="2321369" y="968459"/>
                  </a:lnTo>
                  <a:lnTo>
                    <a:pt x="2276410" y="910943"/>
                  </a:lnTo>
                  <a:lnTo>
                    <a:pt x="2231177" y="852299"/>
                  </a:lnTo>
                  <a:lnTo>
                    <a:pt x="2185814" y="793131"/>
                  </a:lnTo>
                  <a:lnTo>
                    <a:pt x="2140477" y="734069"/>
                  </a:lnTo>
                  <a:lnTo>
                    <a:pt x="2095321" y="675738"/>
                  </a:lnTo>
                  <a:lnTo>
                    <a:pt x="2050482" y="618730"/>
                  </a:lnTo>
                  <a:lnTo>
                    <a:pt x="2006067" y="563581"/>
                  </a:lnTo>
                  <a:lnTo>
                    <a:pt x="1962138" y="510751"/>
                  </a:lnTo>
                  <a:lnTo>
                    <a:pt x="1918705" y="460609"/>
                  </a:lnTo>
                  <a:lnTo>
                    <a:pt x="1875713" y="413430"/>
                  </a:lnTo>
                  <a:lnTo>
                    <a:pt x="1833040" y="369387"/>
                  </a:lnTo>
                  <a:lnTo>
                    <a:pt x="1790484" y="328561"/>
                  </a:lnTo>
                  <a:lnTo>
                    <a:pt x="1747756" y="290945"/>
                  </a:lnTo>
                  <a:lnTo>
                    <a:pt x="1719082" y="267689"/>
                  </a:lnTo>
                  <a:lnTo>
                    <a:pt x="1671275" y="232571"/>
                  </a:lnTo>
                  <a:lnTo>
                    <a:pt x="1621775" y="201089"/>
                  </a:lnTo>
                  <a:lnTo>
                    <a:pt x="1569761" y="173043"/>
                  </a:lnTo>
                  <a:lnTo>
                    <a:pt x="1514316" y="148102"/>
                  </a:lnTo>
                  <a:lnTo>
                    <a:pt x="1454513" y="125899"/>
                  </a:lnTo>
                  <a:lnTo>
                    <a:pt x="1389500" y="106087"/>
                  </a:lnTo>
                  <a:lnTo>
                    <a:pt x="1318608" y="88362"/>
                  </a:lnTo>
                  <a:lnTo>
                    <a:pt x="1241506" y="72488"/>
                  </a:lnTo>
                  <a:lnTo>
                    <a:pt x="1158388" y="58296"/>
                  </a:lnTo>
                  <a:lnTo>
                    <a:pt x="1070205" y="45689"/>
                  </a:lnTo>
                  <a:lnTo>
                    <a:pt x="978868" y="34637"/>
                  </a:lnTo>
                  <a:lnTo>
                    <a:pt x="887361" y="25158"/>
                  </a:lnTo>
                  <a:lnTo>
                    <a:pt x="799623" y="17291"/>
                  </a:lnTo>
                  <a:lnTo>
                    <a:pt x="720113" y="11057"/>
                  </a:lnTo>
                  <a:lnTo>
                    <a:pt x="653059" y="6418"/>
                  </a:lnTo>
                  <a:lnTo>
                    <a:pt x="601533" y="3250"/>
                  </a:lnTo>
                  <a:lnTo>
                    <a:pt x="566663" y="1334"/>
                  </a:lnTo>
                  <a:lnTo>
                    <a:pt x="547232" y="375"/>
                  </a:lnTo>
                  <a:lnTo>
                    <a:pt x="539741" y="4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5" name="pg335"/>
            <p:cNvSpPr/>
            <p:nvPr/>
          </p:nvSpPr>
          <p:spPr>
            <a:xfrm>
              <a:off x="546595" y="2089812"/>
              <a:ext cx="8234974" cy="1682361"/>
            </a:xfrm>
            <a:custGeom>
              <a:avLst/>
              <a:pathLst>
                <a:path w="8234974" h="1682361">
                  <a:moveTo>
                    <a:pt x="0" y="10889"/>
                  </a:moveTo>
                  <a:lnTo>
                    <a:pt x="538736" y="10889"/>
                  </a:lnTo>
                  <a:lnTo>
                    <a:pt x="539992" y="10940"/>
                  </a:lnTo>
                  <a:lnTo>
                    <a:pt x="548189" y="11310"/>
                  </a:lnTo>
                  <a:lnTo>
                    <a:pt x="568650" y="12331"/>
                  </a:lnTo>
                  <a:lnTo>
                    <a:pt x="604715" y="14336"/>
                  </a:lnTo>
                  <a:lnTo>
                    <a:pt x="657429" y="17615"/>
                  </a:lnTo>
                  <a:lnTo>
                    <a:pt x="725503" y="22382"/>
                  </a:lnTo>
                  <a:lnTo>
                    <a:pt x="805752" y="28755"/>
                  </a:lnTo>
                  <a:lnTo>
                    <a:pt x="893903" y="36766"/>
                  </a:lnTo>
                  <a:lnTo>
                    <a:pt x="985512" y="46392"/>
                  </a:lnTo>
                  <a:lnTo>
                    <a:pt x="1076700" y="57593"/>
                  </a:lnTo>
                  <a:lnTo>
                    <a:pt x="1164563" y="70355"/>
                  </a:lnTo>
                  <a:lnTo>
                    <a:pt x="1247262" y="84711"/>
                  </a:lnTo>
                  <a:lnTo>
                    <a:pt x="1323910" y="100765"/>
                  </a:lnTo>
                  <a:lnTo>
                    <a:pt x="1394357" y="118690"/>
                  </a:lnTo>
                  <a:lnTo>
                    <a:pt x="1458966" y="138729"/>
                  </a:lnTo>
                  <a:lnTo>
                    <a:pt x="1518422" y="161190"/>
                  </a:lnTo>
                  <a:lnTo>
                    <a:pt x="1573586" y="186424"/>
                  </a:lnTo>
                  <a:lnTo>
                    <a:pt x="1625386" y="214800"/>
                  </a:lnTo>
                  <a:lnTo>
                    <a:pt x="1674735" y="246642"/>
                  </a:lnTo>
                  <a:lnTo>
                    <a:pt x="1719082" y="279486"/>
                  </a:lnTo>
                  <a:lnTo>
                    <a:pt x="1762095" y="315095"/>
                  </a:lnTo>
                  <a:lnTo>
                    <a:pt x="1804687" y="353872"/>
                  </a:lnTo>
                  <a:lnTo>
                    <a:pt x="1847214" y="395876"/>
                  </a:lnTo>
                  <a:lnTo>
                    <a:pt x="1889934" y="441084"/>
                  </a:lnTo>
                  <a:lnTo>
                    <a:pt x="1933021" y="489386"/>
                  </a:lnTo>
                  <a:lnTo>
                    <a:pt x="1976574" y="540575"/>
                  </a:lnTo>
                  <a:lnTo>
                    <a:pt x="2020625" y="594346"/>
                  </a:lnTo>
                  <a:lnTo>
                    <a:pt x="2065146" y="650296"/>
                  </a:lnTo>
                  <a:lnTo>
                    <a:pt x="2110059" y="707940"/>
                  </a:lnTo>
                  <a:lnTo>
                    <a:pt x="2155248" y="766720"/>
                  </a:lnTo>
                  <a:lnTo>
                    <a:pt x="2200567" y="826030"/>
                  </a:lnTo>
                  <a:lnTo>
                    <a:pt x="2245862" y="885241"/>
                  </a:lnTo>
                  <a:lnTo>
                    <a:pt x="2290978" y="943726"/>
                  </a:lnTo>
                  <a:lnTo>
                    <a:pt x="2335779" y="1000894"/>
                  </a:lnTo>
                  <a:lnTo>
                    <a:pt x="2380159" y="1056207"/>
                  </a:lnTo>
                  <a:lnTo>
                    <a:pt x="2424053" y="1109203"/>
                  </a:lnTo>
                  <a:lnTo>
                    <a:pt x="2467453" y="1159511"/>
                  </a:lnTo>
                  <a:lnTo>
                    <a:pt x="2510410" y="1206856"/>
                  </a:lnTo>
                  <a:lnTo>
                    <a:pt x="2553047" y="1251062"/>
                  </a:lnTo>
                  <a:lnTo>
                    <a:pt x="2595562" y="1292048"/>
                  </a:lnTo>
                  <a:lnTo>
                    <a:pt x="2638243" y="1329818"/>
                  </a:lnTo>
                  <a:lnTo>
                    <a:pt x="2667772" y="1353874"/>
                  </a:lnTo>
                  <a:lnTo>
                    <a:pt x="2715575" y="1389108"/>
                  </a:lnTo>
                  <a:lnTo>
                    <a:pt x="2765071" y="1420694"/>
                  </a:lnTo>
                  <a:lnTo>
                    <a:pt x="2817080" y="1448834"/>
                  </a:lnTo>
                  <a:lnTo>
                    <a:pt x="2872519" y="1473859"/>
                  </a:lnTo>
                  <a:lnTo>
                    <a:pt x="2932315" y="1496135"/>
                  </a:lnTo>
                  <a:lnTo>
                    <a:pt x="2997321" y="1516015"/>
                  </a:lnTo>
                  <a:lnTo>
                    <a:pt x="3068204" y="1533798"/>
                  </a:lnTo>
                  <a:lnTo>
                    <a:pt x="3145296" y="1549726"/>
                  </a:lnTo>
                  <a:lnTo>
                    <a:pt x="3228402" y="1563967"/>
                  </a:lnTo>
                  <a:lnTo>
                    <a:pt x="3316575" y="1576616"/>
                  </a:lnTo>
                  <a:lnTo>
                    <a:pt x="3407902" y="1587706"/>
                  </a:lnTo>
                  <a:lnTo>
                    <a:pt x="3499403" y="1597218"/>
                  </a:lnTo>
                  <a:lnTo>
                    <a:pt x="3587141" y="1605113"/>
                  </a:lnTo>
                  <a:lnTo>
                    <a:pt x="3666655" y="1611370"/>
                  </a:lnTo>
                  <a:lnTo>
                    <a:pt x="3733721" y="1616025"/>
                  </a:lnTo>
                  <a:lnTo>
                    <a:pt x="3785264" y="1619205"/>
                  </a:lnTo>
                  <a:lnTo>
                    <a:pt x="3820154" y="1621130"/>
                  </a:lnTo>
                  <a:lnTo>
                    <a:pt x="3839604" y="1622093"/>
                  </a:lnTo>
                  <a:lnTo>
                    <a:pt x="3847109" y="1622429"/>
                  </a:lnTo>
                  <a:lnTo>
                    <a:pt x="3848118" y="1622471"/>
                  </a:lnTo>
                  <a:lnTo>
                    <a:pt x="4386855" y="1622471"/>
                  </a:lnTo>
                  <a:lnTo>
                    <a:pt x="4388158" y="1622473"/>
                  </a:lnTo>
                  <a:lnTo>
                    <a:pt x="4396657" y="1622487"/>
                  </a:lnTo>
                  <a:lnTo>
                    <a:pt x="4417841" y="1622526"/>
                  </a:lnTo>
                  <a:lnTo>
                    <a:pt x="4455109" y="1622604"/>
                  </a:lnTo>
                  <a:lnTo>
                    <a:pt x="4509434" y="1622730"/>
                  </a:lnTo>
                  <a:lnTo>
                    <a:pt x="4579350" y="1622914"/>
                  </a:lnTo>
                  <a:lnTo>
                    <a:pt x="4661444" y="1623159"/>
                  </a:lnTo>
                  <a:lnTo>
                    <a:pt x="4751231" y="1623466"/>
                  </a:lnTo>
                  <a:lnTo>
                    <a:pt x="4844125" y="1623835"/>
                  </a:lnTo>
                  <a:lnTo>
                    <a:pt x="4936196" y="1624263"/>
                  </a:lnTo>
                  <a:lnTo>
                    <a:pt x="5024559" y="1624751"/>
                  </a:lnTo>
                  <a:lnTo>
                    <a:pt x="5107448" y="1625301"/>
                  </a:lnTo>
                  <a:lnTo>
                    <a:pt x="5184067" y="1625916"/>
                  </a:lnTo>
                  <a:lnTo>
                    <a:pt x="5254359" y="1626603"/>
                  </a:lnTo>
                  <a:lnTo>
                    <a:pt x="5318769" y="1627373"/>
                  </a:lnTo>
                  <a:lnTo>
                    <a:pt x="5378053" y="1628238"/>
                  </a:lnTo>
                  <a:lnTo>
                    <a:pt x="5433126" y="1629211"/>
                  </a:lnTo>
                  <a:lnTo>
                    <a:pt x="5484956" y="1630307"/>
                  </a:lnTo>
                  <a:lnTo>
                    <a:pt x="5534474" y="1631537"/>
                  </a:lnTo>
                  <a:lnTo>
                    <a:pt x="5567201" y="1632452"/>
                  </a:lnTo>
                  <a:lnTo>
                    <a:pt x="5619973" y="1634095"/>
                  </a:lnTo>
                  <a:lnTo>
                    <a:pt x="5672240" y="1635915"/>
                  </a:lnTo>
                  <a:lnTo>
                    <a:pt x="5724598" y="1637917"/>
                  </a:lnTo>
                  <a:lnTo>
                    <a:pt x="5777435" y="1640095"/>
                  </a:lnTo>
                  <a:lnTo>
                    <a:pt x="5830963" y="1642435"/>
                  </a:lnTo>
                  <a:lnTo>
                    <a:pt x="5885238" y="1644917"/>
                  </a:lnTo>
                  <a:lnTo>
                    <a:pt x="5940184" y="1647512"/>
                  </a:lnTo>
                  <a:lnTo>
                    <a:pt x="5995619" y="1650183"/>
                  </a:lnTo>
                  <a:lnTo>
                    <a:pt x="6051291" y="1652890"/>
                  </a:lnTo>
                  <a:lnTo>
                    <a:pt x="6106912" y="1655589"/>
                  </a:lnTo>
                  <a:lnTo>
                    <a:pt x="6162202" y="1658238"/>
                  </a:lnTo>
                  <a:lnTo>
                    <a:pt x="6216929" y="1660797"/>
                  </a:lnTo>
                  <a:lnTo>
                    <a:pt x="6270945" y="1663232"/>
                  </a:lnTo>
                  <a:lnTo>
                    <a:pt x="6324217" y="1665518"/>
                  </a:lnTo>
                  <a:lnTo>
                    <a:pt x="6376854" y="1667635"/>
                  </a:lnTo>
                  <a:lnTo>
                    <a:pt x="6429126" y="1669574"/>
                  </a:lnTo>
                  <a:lnTo>
                    <a:pt x="6481491" y="1671331"/>
                  </a:lnTo>
                  <a:lnTo>
                    <a:pt x="6515891" y="1672379"/>
                  </a:lnTo>
                  <a:lnTo>
                    <a:pt x="6564310" y="1673704"/>
                  </a:lnTo>
                  <a:lnTo>
                    <a:pt x="6614474" y="1674890"/>
                  </a:lnTo>
                  <a:lnTo>
                    <a:pt x="6667240" y="1675945"/>
                  </a:lnTo>
                  <a:lnTo>
                    <a:pt x="6723559" y="1676882"/>
                  </a:lnTo>
                  <a:lnTo>
                    <a:pt x="6784394" y="1677715"/>
                  </a:lnTo>
                  <a:lnTo>
                    <a:pt x="6850621" y="1678457"/>
                  </a:lnTo>
                  <a:lnTo>
                    <a:pt x="6922914" y="1679121"/>
                  </a:lnTo>
                  <a:lnTo>
                    <a:pt x="7001582" y="1679714"/>
                  </a:lnTo>
                  <a:lnTo>
                    <a:pt x="7086357" y="1680243"/>
                  </a:lnTo>
                  <a:lnTo>
                    <a:pt x="7176154" y="1680712"/>
                  </a:lnTo>
                  <a:lnTo>
                    <a:pt x="7268858" y="1681122"/>
                  </a:lnTo>
                  <a:lnTo>
                    <a:pt x="7361226" y="1681471"/>
                  </a:lnTo>
                  <a:lnTo>
                    <a:pt x="7449057" y="1681758"/>
                  </a:lnTo>
                  <a:lnTo>
                    <a:pt x="7527701" y="1681983"/>
                  </a:lnTo>
                  <a:lnTo>
                    <a:pt x="7592907" y="1682148"/>
                  </a:lnTo>
                  <a:lnTo>
                    <a:pt x="7641806" y="1682257"/>
                  </a:lnTo>
                  <a:lnTo>
                    <a:pt x="7673685" y="1682321"/>
                  </a:lnTo>
                  <a:lnTo>
                    <a:pt x="7690321" y="1682351"/>
                  </a:lnTo>
                  <a:lnTo>
                    <a:pt x="7695821" y="1682360"/>
                  </a:lnTo>
                  <a:lnTo>
                    <a:pt x="7696237" y="1682361"/>
                  </a:lnTo>
                  <a:lnTo>
                    <a:pt x="8234974" y="1682361"/>
                  </a:lnTo>
                  <a:lnTo>
                    <a:pt x="8234974" y="1671471"/>
                  </a:lnTo>
                  <a:lnTo>
                    <a:pt x="7696237" y="1671471"/>
                  </a:lnTo>
                  <a:lnTo>
                    <a:pt x="7694935" y="1671469"/>
                  </a:lnTo>
                  <a:lnTo>
                    <a:pt x="7686436" y="1671455"/>
                  </a:lnTo>
                  <a:lnTo>
                    <a:pt x="7665251" y="1671416"/>
                  </a:lnTo>
                  <a:lnTo>
                    <a:pt x="7627983" y="1671338"/>
                  </a:lnTo>
                  <a:lnTo>
                    <a:pt x="7573659" y="1671212"/>
                  </a:lnTo>
                  <a:lnTo>
                    <a:pt x="7503742" y="1671028"/>
                  </a:lnTo>
                  <a:lnTo>
                    <a:pt x="7421649" y="1670784"/>
                  </a:lnTo>
                  <a:lnTo>
                    <a:pt x="7331862" y="1670476"/>
                  </a:lnTo>
                  <a:lnTo>
                    <a:pt x="7238967" y="1670108"/>
                  </a:lnTo>
                  <a:lnTo>
                    <a:pt x="7146897" y="1669679"/>
                  </a:lnTo>
                  <a:lnTo>
                    <a:pt x="7058533" y="1669191"/>
                  </a:lnTo>
                  <a:lnTo>
                    <a:pt x="6975644" y="1668641"/>
                  </a:lnTo>
                  <a:lnTo>
                    <a:pt x="6899025" y="1668027"/>
                  </a:lnTo>
                  <a:lnTo>
                    <a:pt x="6828734" y="1667339"/>
                  </a:lnTo>
                  <a:lnTo>
                    <a:pt x="6764323" y="1666569"/>
                  </a:lnTo>
                  <a:lnTo>
                    <a:pt x="6705039" y="1665704"/>
                  </a:lnTo>
                  <a:lnTo>
                    <a:pt x="6649966" y="1664731"/>
                  </a:lnTo>
                  <a:lnTo>
                    <a:pt x="6598136" y="1663635"/>
                  </a:lnTo>
                  <a:lnTo>
                    <a:pt x="6548618" y="1662405"/>
                  </a:lnTo>
                  <a:lnTo>
                    <a:pt x="6515891" y="1661490"/>
                  </a:lnTo>
                  <a:lnTo>
                    <a:pt x="6463120" y="1659848"/>
                  </a:lnTo>
                  <a:lnTo>
                    <a:pt x="6410852" y="1658027"/>
                  </a:lnTo>
                  <a:lnTo>
                    <a:pt x="6358494" y="1656025"/>
                  </a:lnTo>
                  <a:lnTo>
                    <a:pt x="6305657" y="1653847"/>
                  </a:lnTo>
                  <a:lnTo>
                    <a:pt x="6252129" y="1651507"/>
                  </a:lnTo>
                  <a:lnTo>
                    <a:pt x="6197855" y="1649025"/>
                  </a:lnTo>
                  <a:lnTo>
                    <a:pt x="6142909" y="1646430"/>
                  </a:lnTo>
                  <a:lnTo>
                    <a:pt x="6087473" y="1643759"/>
                  </a:lnTo>
                  <a:lnTo>
                    <a:pt x="6031801" y="1641052"/>
                  </a:lnTo>
                  <a:lnTo>
                    <a:pt x="5976180" y="1638353"/>
                  </a:lnTo>
                  <a:lnTo>
                    <a:pt x="5920890" y="1635704"/>
                  </a:lnTo>
                  <a:lnTo>
                    <a:pt x="5866163" y="1633145"/>
                  </a:lnTo>
                  <a:lnTo>
                    <a:pt x="5812148" y="1630710"/>
                  </a:lnTo>
                  <a:lnTo>
                    <a:pt x="5758875" y="1628424"/>
                  </a:lnTo>
                  <a:lnTo>
                    <a:pt x="5706239" y="1626307"/>
                  </a:lnTo>
                  <a:lnTo>
                    <a:pt x="5653966" y="1624369"/>
                  </a:lnTo>
                  <a:lnTo>
                    <a:pt x="5601602" y="1622611"/>
                  </a:lnTo>
                  <a:lnTo>
                    <a:pt x="5567201" y="1621563"/>
                  </a:lnTo>
                  <a:lnTo>
                    <a:pt x="5518782" y="1620238"/>
                  </a:lnTo>
                  <a:lnTo>
                    <a:pt x="5468618" y="1619052"/>
                  </a:lnTo>
                  <a:lnTo>
                    <a:pt x="5415853" y="1617997"/>
                  </a:lnTo>
                  <a:lnTo>
                    <a:pt x="5359533" y="1617060"/>
                  </a:lnTo>
                  <a:lnTo>
                    <a:pt x="5298699" y="1616227"/>
                  </a:lnTo>
                  <a:lnTo>
                    <a:pt x="5232471" y="1615485"/>
                  </a:lnTo>
                  <a:lnTo>
                    <a:pt x="5160178" y="1614822"/>
                  </a:lnTo>
                  <a:lnTo>
                    <a:pt x="5081510" y="1614228"/>
                  </a:lnTo>
                  <a:lnTo>
                    <a:pt x="4996736" y="1613699"/>
                  </a:lnTo>
                  <a:lnTo>
                    <a:pt x="4906938" y="1613230"/>
                  </a:lnTo>
                  <a:lnTo>
                    <a:pt x="4814235" y="1612821"/>
                  </a:lnTo>
                  <a:lnTo>
                    <a:pt x="4721866" y="1612471"/>
                  </a:lnTo>
                  <a:lnTo>
                    <a:pt x="4634035" y="1612184"/>
                  </a:lnTo>
                  <a:lnTo>
                    <a:pt x="4555392" y="1611959"/>
                  </a:lnTo>
                  <a:lnTo>
                    <a:pt x="4490185" y="1611795"/>
                  </a:lnTo>
                  <a:lnTo>
                    <a:pt x="4441287" y="1611685"/>
                  </a:lnTo>
                  <a:lnTo>
                    <a:pt x="4409407" y="1611621"/>
                  </a:lnTo>
                  <a:lnTo>
                    <a:pt x="4392772" y="1611591"/>
                  </a:lnTo>
                  <a:lnTo>
                    <a:pt x="4387271" y="1611582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36" name="pl336"/>
            <p:cNvSpPr/>
            <p:nvPr/>
          </p:nvSpPr>
          <p:spPr>
            <a:xfrm>
              <a:off x="546595" y="2100701"/>
              <a:ext cx="8234974" cy="1671471"/>
            </a:xfrm>
            <a:custGeom>
              <a:avLst/>
              <a:pathLst>
                <a:path w="8234974" h="1671471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89" y="421"/>
                  </a:lnTo>
                  <a:lnTo>
                    <a:pt x="568650" y="1442"/>
                  </a:lnTo>
                  <a:lnTo>
                    <a:pt x="604715" y="3447"/>
                  </a:lnTo>
                  <a:lnTo>
                    <a:pt x="657429" y="6726"/>
                  </a:lnTo>
                  <a:lnTo>
                    <a:pt x="725503" y="11493"/>
                  </a:lnTo>
                  <a:lnTo>
                    <a:pt x="805752" y="17866"/>
                  </a:lnTo>
                  <a:lnTo>
                    <a:pt x="893903" y="25877"/>
                  </a:lnTo>
                  <a:lnTo>
                    <a:pt x="985512" y="35503"/>
                  </a:lnTo>
                  <a:lnTo>
                    <a:pt x="1076700" y="46704"/>
                  </a:lnTo>
                  <a:lnTo>
                    <a:pt x="1164563" y="59466"/>
                  </a:lnTo>
                  <a:lnTo>
                    <a:pt x="1247262" y="73822"/>
                  </a:lnTo>
                  <a:lnTo>
                    <a:pt x="1323910" y="89876"/>
                  </a:lnTo>
                  <a:lnTo>
                    <a:pt x="1394357" y="107801"/>
                  </a:lnTo>
                  <a:lnTo>
                    <a:pt x="1458966" y="127840"/>
                  </a:lnTo>
                  <a:lnTo>
                    <a:pt x="1518422" y="150301"/>
                  </a:lnTo>
                  <a:lnTo>
                    <a:pt x="1573586" y="175535"/>
                  </a:lnTo>
                  <a:lnTo>
                    <a:pt x="1625386" y="203911"/>
                  </a:lnTo>
                  <a:lnTo>
                    <a:pt x="1674735" y="235753"/>
                  </a:lnTo>
                  <a:lnTo>
                    <a:pt x="1719082" y="268597"/>
                  </a:lnTo>
                  <a:lnTo>
                    <a:pt x="1762095" y="304206"/>
                  </a:lnTo>
                  <a:lnTo>
                    <a:pt x="1804687" y="342983"/>
                  </a:lnTo>
                  <a:lnTo>
                    <a:pt x="1847214" y="384987"/>
                  </a:lnTo>
                  <a:lnTo>
                    <a:pt x="1889934" y="430195"/>
                  </a:lnTo>
                  <a:lnTo>
                    <a:pt x="1933021" y="478497"/>
                  </a:lnTo>
                  <a:lnTo>
                    <a:pt x="1976574" y="529686"/>
                  </a:lnTo>
                  <a:lnTo>
                    <a:pt x="2020625" y="583456"/>
                  </a:lnTo>
                  <a:lnTo>
                    <a:pt x="2065146" y="639407"/>
                  </a:lnTo>
                  <a:lnTo>
                    <a:pt x="2110059" y="697051"/>
                  </a:lnTo>
                  <a:lnTo>
                    <a:pt x="2155248" y="755831"/>
                  </a:lnTo>
                  <a:lnTo>
                    <a:pt x="2200567" y="815141"/>
                  </a:lnTo>
                  <a:lnTo>
                    <a:pt x="2245862" y="874352"/>
                  </a:lnTo>
                  <a:lnTo>
                    <a:pt x="2290978" y="932837"/>
                  </a:lnTo>
                  <a:lnTo>
                    <a:pt x="2335779" y="990005"/>
                  </a:lnTo>
                  <a:lnTo>
                    <a:pt x="2380159" y="1045318"/>
                  </a:lnTo>
                  <a:lnTo>
                    <a:pt x="2424053" y="1098314"/>
                  </a:lnTo>
                  <a:lnTo>
                    <a:pt x="2467453" y="1148622"/>
                  </a:lnTo>
                  <a:lnTo>
                    <a:pt x="2510410" y="1195967"/>
                  </a:lnTo>
                  <a:lnTo>
                    <a:pt x="2553047" y="1240173"/>
                  </a:lnTo>
                  <a:lnTo>
                    <a:pt x="2595562" y="1281159"/>
                  </a:lnTo>
                  <a:lnTo>
                    <a:pt x="2638243" y="1318929"/>
                  </a:lnTo>
                  <a:lnTo>
                    <a:pt x="2667772" y="1342985"/>
                  </a:lnTo>
                  <a:lnTo>
                    <a:pt x="2715575" y="1378219"/>
                  </a:lnTo>
                  <a:lnTo>
                    <a:pt x="2765071" y="1409805"/>
                  </a:lnTo>
                  <a:lnTo>
                    <a:pt x="2817080" y="1437945"/>
                  </a:lnTo>
                  <a:lnTo>
                    <a:pt x="2872519" y="1462970"/>
                  </a:lnTo>
                  <a:lnTo>
                    <a:pt x="2932315" y="1485246"/>
                  </a:lnTo>
                  <a:lnTo>
                    <a:pt x="2997321" y="1505125"/>
                  </a:lnTo>
                  <a:lnTo>
                    <a:pt x="3068204" y="1522909"/>
                  </a:lnTo>
                  <a:lnTo>
                    <a:pt x="3145296" y="1538837"/>
                  </a:lnTo>
                  <a:lnTo>
                    <a:pt x="3228402" y="1553078"/>
                  </a:lnTo>
                  <a:lnTo>
                    <a:pt x="3316575" y="1565727"/>
                  </a:lnTo>
                  <a:lnTo>
                    <a:pt x="3407902" y="1576817"/>
                  </a:lnTo>
                  <a:lnTo>
                    <a:pt x="3499403" y="1586329"/>
                  </a:lnTo>
                  <a:lnTo>
                    <a:pt x="3587141" y="1594224"/>
                  </a:lnTo>
                  <a:lnTo>
                    <a:pt x="3666655" y="1600481"/>
                  </a:lnTo>
                  <a:lnTo>
                    <a:pt x="3733721" y="1605136"/>
                  </a:lnTo>
                  <a:lnTo>
                    <a:pt x="3785264" y="1608316"/>
                  </a:lnTo>
                  <a:lnTo>
                    <a:pt x="3820154" y="1610241"/>
                  </a:lnTo>
                  <a:lnTo>
                    <a:pt x="3839604" y="1611204"/>
                  </a:lnTo>
                  <a:lnTo>
                    <a:pt x="3847109" y="1611540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58" y="1611584"/>
                  </a:lnTo>
                  <a:lnTo>
                    <a:pt x="4396657" y="1611598"/>
                  </a:lnTo>
                  <a:lnTo>
                    <a:pt x="4417841" y="1611637"/>
                  </a:lnTo>
                  <a:lnTo>
                    <a:pt x="4455109" y="1611715"/>
                  </a:lnTo>
                  <a:lnTo>
                    <a:pt x="4509434" y="1611841"/>
                  </a:lnTo>
                  <a:lnTo>
                    <a:pt x="4579350" y="1612025"/>
                  </a:lnTo>
                  <a:lnTo>
                    <a:pt x="4661444" y="1612270"/>
                  </a:lnTo>
                  <a:lnTo>
                    <a:pt x="4751231" y="1612577"/>
                  </a:lnTo>
                  <a:lnTo>
                    <a:pt x="4844125" y="1612946"/>
                  </a:lnTo>
                  <a:lnTo>
                    <a:pt x="4936196" y="1613374"/>
                  </a:lnTo>
                  <a:lnTo>
                    <a:pt x="5024559" y="1613862"/>
                  </a:lnTo>
                  <a:lnTo>
                    <a:pt x="5107448" y="1614412"/>
                  </a:lnTo>
                  <a:lnTo>
                    <a:pt x="5184067" y="1615026"/>
                  </a:lnTo>
                  <a:lnTo>
                    <a:pt x="5254359" y="1615714"/>
                  </a:lnTo>
                  <a:lnTo>
                    <a:pt x="5318769" y="1616484"/>
                  </a:lnTo>
                  <a:lnTo>
                    <a:pt x="5378053" y="1617349"/>
                  </a:lnTo>
                  <a:lnTo>
                    <a:pt x="5433126" y="1618322"/>
                  </a:lnTo>
                  <a:lnTo>
                    <a:pt x="5484956" y="1619418"/>
                  </a:lnTo>
                  <a:lnTo>
                    <a:pt x="5534474" y="1620648"/>
                  </a:lnTo>
                  <a:lnTo>
                    <a:pt x="5567201" y="1621563"/>
                  </a:lnTo>
                  <a:lnTo>
                    <a:pt x="5619973" y="1623206"/>
                  </a:lnTo>
                  <a:lnTo>
                    <a:pt x="5672240" y="1625026"/>
                  </a:lnTo>
                  <a:lnTo>
                    <a:pt x="5724598" y="1627028"/>
                  </a:lnTo>
                  <a:lnTo>
                    <a:pt x="5777435" y="1629206"/>
                  </a:lnTo>
                  <a:lnTo>
                    <a:pt x="5830963" y="1631546"/>
                  </a:lnTo>
                  <a:lnTo>
                    <a:pt x="5885238" y="1634028"/>
                  </a:lnTo>
                  <a:lnTo>
                    <a:pt x="5940184" y="1636623"/>
                  </a:lnTo>
                  <a:lnTo>
                    <a:pt x="5995619" y="1639294"/>
                  </a:lnTo>
                  <a:lnTo>
                    <a:pt x="6051291" y="1642001"/>
                  </a:lnTo>
                  <a:lnTo>
                    <a:pt x="6106912" y="1644700"/>
                  </a:lnTo>
                  <a:lnTo>
                    <a:pt x="6162202" y="1647349"/>
                  </a:lnTo>
                  <a:lnTo>
                    <a:pt x="6216929" y="1649908"/>
                  </a:lnTo>
                  <a:lnTo>
                    <a:pt x="6270945" y="1652343"/>
                  </a:lnTo>
                  <a:lnTo>
                    <a:pt x="6324217" y="1654629"/>
                  </a:lnTo>
                  <a:lnTo>
                    <a:pt x="6376854" y="1656746"/>
                  </a:lnTo>
                  <a:lnTo>
                    <a:pt x="6429126" y="1658684"/>
                  </a:lnTo>
                  <a:lnTo>
                    <a:pt x="6481491" y="1660442"/>
                  </a:lnTo>
                  <a:lnTo>
                    <a:pt x="6515891" y="1661490"/>
                  </a:lnTo>
                  <a:lnTo>
                    <a:pt x="6564310" y="1662815"/>
                  </a:lnTo>
                  <a:lnTo>
                    <a:pt x="6614474" y="1664001"/>
                  </a:lnTo>
                  <a:lnTo>
                    <a:pt x="6667240" y="1665056"/>
                  </a:lnTo>
                  <a:lnTo>
                    <a:pt x="6723559" y="1665993"/>
                  </a:lnTo>
                  <a:lnTo>
                    <a:pt x="6784394" y="1666826"/>
                  </a:lnTo>
                  <a:lnTo>
                    <a:pt x="6850621" y="1667568"/>
                  </a:lnTo>
                  <a:lnTo>
                    <a:pt x="6922914" y="1668231"/>
                  </a:lnTo>
                  <a:lnTo>
                    <a:pt x="7001582" y="1668825"/>
                  </a:lnTo>
                  <a:lnTo>
                    <a:pt x="7086357" y="1669354"/>
                  </a:lnTo>
                  <a:lnTo>
                    <a:pt x="7176154" y="1669823"/>
                  </a:lnTo>
                  <a:lnTo>
                    <a:pt x="7268858" y="1670232"/>
                  </a:lnTo>
                  <a:lnTo>
                    <a:pt x="7361226" y="1670582"/>
                  </a:lnTo>
                  <a:lnTo>
                    <a:pt x="7449057" y="1670869"/>
                  </a:lnTo>
                  <a:lnTo>
                    <a:pt x="7527701" y="1671094"/>
                  </a:lnTo>
                  <a:lnTo>
                    <a:pt x="7592907" y="1671258"/>
                  </a:lnTo>
                  <a:lnTo>
                    <a:pt x="7641806" y="1671368"/>
                  </a:lnTo>
                  <a:lnTo>
                    <a:pt x="7673685" y="1671432"/>
                  </a:lnTo>
                  <a:lnTo>
                    <a:pt x="7690321" y="1671462"/>
                  </a:lnTo>
                  <a:lnTo>
                    <a:pt x="7695821" y="1671471"/>
                  </a:lnTo>
                  <a:lnTo>
                    <a:pt x="7696237" y="1671471"/>
                  </a:lnTo>
                  <a:lnTo>
                    <a:pt x="8234974" y="16714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7" name="pl337"/>
            <p:cNvSpPr/>
            <p:nvPr/>
          </p:nvSpPr>
          <p:spPr>
            <a:xfrm>
              <a:off x="546595" y="2089812"/>
              <a:ext cx="8234974" cy="1671471"/>
            </a:xfrm>
            <a:custGeom>
              <a:avLst/>
              <a:pathLst>
                <a:path w="8234974" h="1671471">
                  <a:moveTo>
                    <a:pt x="8234974" y="1671471"/>
                  </a:moveTo>
                  <a:lnTo>
                    <a:pt x="7696237" y="1671471"/>
                  </a:lnTo>
                  <a:lnTo>
                    <a:pt x="7694935" y="1671469"/>
                  </a:lnTo>
                  <a:lnTo>
                    <a:pt x="7686436" y="1671455"/>
                  </a:lnTo>
                  <a:lnTo>
                    <a:pt x="7665251" y="1671416"/>
                  </a:lnTo>
                  <a:lnTo>
                    <a:pt x="7627983" y="1671338"/>
                  </a:lnTo>
                  <a:lnTo>
                    <a:pt x="7573659" y="1671212"/>
                  </a:lnTo>
                  <a:lnTo>
                    <a:pt x="7503742" y="1671028"/>
                  </a:lnTo>
                  <a:lnTo>
                    <a:pt x="7421649" y="1670784"/>
                  </a:lnTo>
                  <a:lnTo>
                    <a:pt x="7331862" y="1670476"/>
                  </a:lnTo>
                  <a:lnTo>
                    <a:pt x="7238967" y="1670108"/>
                  </a:lnTo>
                  <a:lnTo>
                    <a:pt x="7146897" y="1669679"/>
                  </a:lnTo>
                  <a:lnTo>
                    <a:pt x="7058533" y="1669191"/>
                  </a:lnTo>
                  <a:lnTo>
                    <a:pt x="6975644" y="1668641"/>
                  </a:lnTo>
                  <a:lnTo>
                    <a:pt x="6899025" y="1668027"/>
                  </a:lnTo>
                  <a:lnTo>
                    <a:pt x="6828734" y="1667339"/>
                  </a:lnTo>
                  <a:lnTo>
                    <a:pt x="6764323" y="1666569"/>
                  </a:lnTo>
                  <a:lnTo>
                    <a:pt x="6705039" y="1665704"/>
                  </a:lnTo>
                  <a:lnTo>
                    <a:pt x="6649966" y="1664731"/>
                  </a:lnTo>
                  <a:lnTo>
                    <a:pt x="6598136" y="1663635"/>
                  </a:lnTo>
                  <a:lnTo>
                    <a:pt x="6548618" y="1662405"/>
                  </a:lnTo>
                  <a:lnTo>
                    <a:pt x="6515891" y="1661490"/>
                  </a:lnTo>
                  <a:lnTo>
                    <a:pt x="6463120" y="1659848"/>
                  </a:lnTo>
                  <a:lnTo>
                    <a:pt x="6410852" y="1658027"/>
                  </a:lnTo>
                  <a:lnTo>
                    <a:pt x="6358494" y="1656025"/>
                  </a:lnTo>
                  <a:lnTo>
                    <a:pt x="6305657" y="1653847"/>
                  </a:lnTo>
                  <a:lnTo>
                    <a:pt x="6252129" y="1651507"/>
                  </a:lnTo>
                  <a:lnTo>
                    <a:pt x="6197855" y="1649025"/>
                  </a:lnTo>
                  <a:lnTo>
                    <a:pt x="6142909" y="1646430"/>
                  </a:lnTo>
                  <a:lnTo>
                    <a:pt x="6087473" y="1643759"/>
                  </a:lnTo>
                  <a:lnTo>
                    <a:pt x="6031801" y="1641052"/>
                  </a:lnTo>
                  <a:lnTo>
                    <a:pt x="5976180" y="1638353"/>
                  </a:lnTo>
                  <a:lnTo>
                    <a:pt x="5920890" y="1635704"/>
                  </a:lnTo>
                  <a:lnTo>
                    <a:pt x="5866163" y="1633145"/>
                  </a:lnTo>
                  <a:lnTo>
                    <a:pt x="5812148" y="1630710"/>
                  </a:lnTo>
                  <a:lnTo>
                    <a:pt x="5758875" y="1628424"/>
                  </a:lnTo>
                  <a:lnTo>
                    <a:pt x="5706239" y="1626307"/>
                  </a:lnTo>
                  <a:lnTo>
                    <a:pt x="5653966" y="1624369"/>
                  </a:lnTo>
                  <a:lnTo>
                    <a:pt x="5601602" y="1622611"/>
                  </a:lnTo>
                  <a:lnTo>
                    <a:pt x="5567201" y="1621563"/>
                  </a:lnTo>
                  <a:lnTo>
                    <a:pt x="5518782" y="1620238"/>
                  </a:lnTo>
                  <a:lnTo>
                    <a:pt x="5468618" y="1619052"/>
                  </a:lnTo>
                  <a:lnTo>
                    <a:pt x="5415853" y="1617997"/>
                  </a:lnTo>
                  <a:lnTo>
                    <a:pt x="5359533" y="1617060"/>
                  </a:lnTo>
                  <a:lnTo>
                    <a:pt x="5298699" y="1616227"/>
                  </a:lnTo>
                  <a:lnTo>
                    <a:pt x="5232471" y="1615485"/>
                  </a:lnTo>
                  <a:lnTo>
                    <a:pt x="5160178" y="1614822"/>
                  </a:lnTo>
                  <a:lnTo>
                    <a:pt x="5081510" y="1614228"/>
                  </a:lnTo>
                  <a:lnTo>
                    <a:pt x="4996736" y="1613699"/>
                  </a:lnTo>
                  <a:lnTo>
                    <a:pt x="4906938" y="1613230"/>
                  </a:lnTo>
                  <a:lnTo>
                    <a:pt x="4814235" y="1612821"/>
                  </a:lnTo>
                  <a:lnTo>
                    <a:pt x="4721866" y="1612471"/>
                  </a:lnTo>
                  <a:lnTo>
                    <a:pt x="4634035" y="1612184"/>
                  </a:lnTo>
                  <a:lnTo>
                    <a:pt x="4555392" y="1611959"/>
                  </a:lnTo>
                  <a:lnTo>
                    <a:pt x="4490185" y="1611795"/>
                  </a:lnTo>
                  <a:lnTo>
                    <a:pt x="4441287" y="1611685"/>
                  </a:lnTo>
                  <a:lnTo>
                    <a:pt x="4409407" y="1611621"/>
                  </a:lnTo>
                  <a:lnTo>
                    <a:pt x="4392772" y="1611591"/>
                  </a:lnTo>
                  <a:lnTo>
                    <a:pt x="4387271" y="1611582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8" name="pg338"/>
            <p:cNvSpPr/>
            <p:nvPr/>
          </p:nvSpPr>
          <p:spPr>
            <a:xfrm>
              <a:off x="546595" y="2100701"/>
              <a:ext cx="8234974" cy="2019922"/>
            </a:xfrm>
            <a:custGeom>
              <a:avLst/>
              <a:pathLst>
                <a:path w="8234974" h="2019922">
                  <a:moveTo>
                    <a:pt x="0" y="16333"/>
                  </a:moveTo>
                  <a:lnTo>
                    <a:pt x="538736" y="16333"/>
                  </a:lnTo>
                  <a:lnTo>
                    <a:pt x="539992" y="16385"/>
                  </a:lnTo>
                  <a:lnTo>
                    <a:pt x="548189" y="16754"/>
                  </a:lnTo>
                  <a:lnTo>
                    <a:pt x="568650" y="17776"/>
                  </a:lnTo>
                  <a:lnTo>
                    <a:pt x="604715" y="19781"/>
                  </a:lnTo>
                  <a:lnTo>
                    <a:pt x="657429" y="23059"/>
                  </a:lnTo>
                  <a:lnTo>
                    <a:pt x="725503" y="27826"/>
                  </a:lnTo>
                  <a:lnTo>
                    <a:pt x="805752" y="34199"/>
                  </a:lnTo>
                  <a:lnTo>
                    <a:pt x="893903" y="42211"/>
                  </a:lnTo>
                  <a:lnTo>
                    <a:pt x="985512" y="51837"/>
                  </a:lnTo>
                  <a:lnTo>
                    <a:pt x="1076700" y="63038"/>
                  </a:lnTo>
                  <a:lnTo>
                    <a:pt x="1164563" y="75799"/>
                  </a:lnTo>
                  <a:lnTo>
                    <a:pt x="1247262" y="90156"/>
                  </a:lnTo>
                  <a:lnTo>
                    <a:pt x="1323910" y="106210"/>
                  </a:lnTo>
                  <a:lnTo>
                    <a:pt x="1394357" y="124134"/>
                  </a:lnTo>
                  <a:lnTo>
                    <a:pt x="1458966" y="144174"/>
                  </a:lnTo>
                  <a:lnTo>
                    <a:pt x="1518422" y="166634"/>
                  </a:lnTo>
                  <a:lnTo>
                    <a:pt x="1573586" y="191869"/>
                  </a:lnTo>
                  <a:lnTo>
                    <a:pt x="1625386" y="220244"/>
                  </a:lnTo>
                  <a:lnTo>
                    <a:pt x="1674735" y="252087"/>
                  </a:lnTo>
                  <a:lnTo>
                    <a:pt x="1719082" y="284930"/>
                  </a:lnTo>
                  <a:lnTo>
                    <a:pt x="1762095" y="320539"/>
                  </a:lnTo>
                  <a:lnTo>
                    <a:pt x="1804687" y="359317"/>
                  </a:lnTo>
                  <a:lnTo>
                    <a:pt x="1847214" y="401321"/>
                  </a:lnTo>
                  <a:lnTo>
                    <a:pt x="1889934" y="446529"/>
                  </a:lnTo>
                  <a:lnTo>
                    <a:pt x="1933021" y="494831"/>
                  </a:lnTo>
                  <a:lnTo>
                    <a:pt x="1976574" y="546020"/>
                  </a:lnTo>
                  <a:lnTo>
                    <a:pt x="2020625" y="599790"/>
                  </a:lnTo>
                  <a:lnTo>
                    <a:pt x="2065146" y="655741"/>
                  </a:lnTo>
                  <a:lnTo>
                    <a:pt x="2110059" y="713385"/>
                  </a:lnTo>
                  <a:lnTo>
                    <a:pt x="2155248" y="772165"/>
                  </a:lnTo>
                  <a:lnTo>
                    <a:pt x="2200567" y="831475"/>
                  </a:lnTo>
                  <a:lnTo>
                    <a:pt x="2245862" y="890685"/>
                  </a:lnTo>
                  <a:lnTo>
                    <a:pt x="2290978" y="949171"/>
                  </a:lnTo>
                  <a:lnTo>
                    <a:pt x="2335779" y="1006339"/>
                  </a:lnTo>
                  <a:lnTo>
                    <a:pt x="2380159" y="1061651"/>
                  </a:lnTo>
                  <a:lnTo>
                    <a:pt x="2424053" y="1114647"/>
                  </a:lnTo>
                  <a:lnTo>
                    <a:pt x="2467453" y="1164955"/>
                  </a:lnTo>
                  <a:lnTo>
                    <a:pt x="2510410" y="1212300"/>
                  </a:lnTo>
                  <a:lnTo>
                    <a:pt x="2553047" y="1256507"/>
                  </a:lnTo>
                  <a:lnTo>
                    <a:pt x="2595562" y="1297493"/>
                  </a:lnTo>
                  <a:lnTo>
                    <a:pt x="2638243" y="1335263"/>
                  </a:lnTo>
                  <a:lnTo>
                    <a:pt x="2667772" y="1359318"/>
                  </a:lnTo>
                  <a:lnTo>
                    <a:pt x="2715575" y="1394552"/>
                  </a:lnTo>
                  <a:lnTo>
                    <a:pt x="2765071" y="1426139"/>
                  </a:lnTo>
                  <a:lnTo>
                    <a:pt x="2817080" y="1454279"/>
                  </a:lnTo>
                  <a:lnTo>
                    <a:pt x="2872519" y="1479303"/>
                  </a:lnTo>
                  <a:lnTo>
                    <a:pt x="2932315" y="1501580"/>
                  </a:lnTo>
                  <a:lnTo>
                    <a:pt x="2997321" y="1521459"/>
                  </a:lnTo>
                  <a:lnTo>
                    <a:pt x="3068204" y="1539243"/>
                  </a:lnTo>
                  <a:lnTo>
                    <a:pt x="3145296" y="1555171"/>
                  </a:lnTo>
                  <a:lnTo>
                    <a:pt x="3228402" y="1569411"/>
                  </a:lnTo>
                  <a:lnTo>
                    <a:pt x="3316575" y="1582061"/>
                  </a:lnTo>
                  <a:lnTo>
                    <a:pt x="3407902" y="1593151"/>
                  </a:lnTo>
                  <a:lnTo>
                    <a:pt x="3499403" y="1602663"/>
                  </a:lnTo>
                  <a:lnTo>
                    <a:pt x="3587141" y="1610558"/>
                  </a:lnTo>
                  <a:lnTo>
                    <a:pt x="3666655" y="1616814"/>
                  </a:lnTo>
                  <a:lnTo>
                    <a:pt x="3733721" y="1621470"/>
                  </a:lnTo>
                  <a:lnTo>
                    <a:pt x="3785264" y="1624650"/>
                  </a:lnTo>
                  <a:lnTo>
                    <a:pt x="3820154" y="1626574"/>
                  </a:lnTo>
                  <a:lnTo>
                    <a:pt x="3839604" y="1627538"/>
                  </a:lnTo>
                  <a:lnTo>
                    <a:pt x="3847109" y="1627874"/>
                  </a:lnTo>
                  <a:lnTo>
                    <a:pt x="3848118" y="1627915"/>
                  </a:lnTo>
                  <a:lnTo>
                    <a:pt x="4386855" y="1627915"/>
                  </a:lnTo>
                  <a:lnTo>
                    <a:pt x="4388155" y="1627928"/>
                  </a:lnTo>
                  <a:lnTo>
                    <a:pt x="4396636" y="1628021"/>
                  </a:lnTo>
                  <a:lnTo>
                    <a:pt x="4417777" y="1628279"/>
                  </a:lnTo>
                  <a:lnTo>
                    <a:pt x="4454972" y="1628784"/>
                  </a:lnTo>
                  <a:lnTo>
                    <a:pt x="4509200" y="1629610"/>
                  </a:lnTo>
                  <a:lnTo>
                    <a:pt x="4579007" y="1630809"/>
                  </a:lnTo>
                  <a:lnTo>
                    <a:pt x="4660991" y="1632409"/>
                  </a:lnTo>
                  <a:lnTo>
                    <a:pt x="4750681" y="1634416"/>
                  </a:lnTo>
                  <a:lnTo>
                    <a:pt x="4843500" y="1636825"/>
                  </a:lnTo>
                  <a:lnTo>
                    <a:pt x="4935519" y="1639626"/>
                  </a:lnTo>
                  <a:lnTo>
                    <a:pt x="5023854" y="1642816"/>
                  </a:lnTo>
                  <a:lnTo>
                    <a:pt x="5106733" y="1646405"/>
                  </a:lnTo>
                  <a:lnTo>
                    <a:pt x="5183354" y="1650422"/>
                  </a:lnTo>
                  <a:lnTo>
                    <a:pt x="5253655" y="1654913"/>
                  </a:lnTo>
                  <a:lnTo>
                    <a:pt x="5318078" y="1659943"/>
                  </a:lnTo>
                  <a:lnTo>
                    <a:pt x="5377372" y="1665592"/>
                  </a:lnTo>
                  <a:lnTo>
                    <a:pt x="5432450" y="1671948"/>
                  </a:lnTo>
                  <a:lnTo>
                    <a:pt x="5484277" y="1679105"/>
                  </a:lnTo>
                  <a:lnTo>
                    <a:pt x="5533784" y="1687139"/>
                  </a:lnTo>
                  <a:lnTo>
                    <a:pt x="5567201" y="1693250"/>
                  </a:lnTo>
                  <a:lnTo>
                    <a:pt x="5619046" y="1703799"/>
                  </a:lnTo>
                  <a:lnTo>
                    <a:pt x="5670393" y="1715476"/>
                  </a:lnTo>
                  <a:lnTo>
                    <a:pt x="5721811" y="1728295"/>
                  </a:lnTo>
                  <a:lnTo>
                    <a:pt x="5773676" y="1742228"/>
                  </a:lnTo>
                  <a:lnTo>
                    <a:pt x="5826199" y="1757198"/>
                  </a:lnTo>
                  <a:lnTo>
                    <a:pt x="5879445" y="1773076"/>
                  </a:lnTo>
                  <a:lnTo>
                    <a:pt x="5933350" y="1789687"/>
                  </a:lnTo>
                  <a:lnTo>
                    <a:pt x="5987755" y="1806812"/>
                  </a:lnTo>
                  <a:lnTo>
                    <a:pt x="6042426" y="1824199"/>
                  </a:lnTo>
                  <a:lnTo>
                    <a:pt x="6097092" y="1841581"/>
                  </a:lnTo>
                  <a:lnTo>
                    <a:pt x="6151484" y="1858693"/>
                  </a:lnTo>
                  <a:lnTo>
                    <a:pt x="6205371" y="1875283"/>
                  </a:lnTo>
                  <a:lnTo>
                    <a:pt x="6258593" y="1891135"/>
                  </a:lnTo>
                  <a:lnTo>
                    <a:pt x="6311093" y="1906073"/>
                  </a:lnTo>
                  <a:lnTo>
                    <a:pt x="6362940" y="1919972"/>
                  </a:lnTo>
                  <a:lnTo>
                    <a:pt x="6414349" y="1932754"/>
                  </a:lnTo>
                  <a:lnTo>
                    <a:pt x="6465702" y="1944395"/>
                  </a:lnTo>
                  <a:lnTo>
                    <a:pt x="6515891" y="1954587"/>
                  </a:lnTo>
                  <a:lnTo>
                    <a:pt x="6564273" y="1963255"/>
                  </a:lnTo>
                  <a:lnTo>
                    <a:pt x="6614398" y="1971014"/>
                  </a:lnTo>
                  <a:lnTo>
                    <a:pt x="6667118" y="1977916"/>
                  </a:lnTo>
                  <a:lnTo>
                    <a:pt x="6723385" y="1984046"/>
                  </a:lnTo>
                  <a:lnTo>
                    <a:pt x="6784157" y="1989495"/>
                  </a:lnTo>
                  <a:lnTo>
                    <a:pt x="6850311" y="1994353"/>
                  </a:lnTo>
                  <a:lnTo>
                    <a:pt x="6922520" y="1998693"/>
                  </a:lnTo>
                  <a:lnTo>
                    <a:pt x="7001094" y="2002575"/>
                  </a:lnTo>
                  <a:lnTo>
                    <a:pt x="7085769" y="2006040"/>
                  </a:lnTo>
                  <a:lnTo>
                    <a:pt x="7175470" y="2009110"/>
                  </a:lnTo>
                  <a:lnTo>
                    <a:pt x="7268093" y="2011791"/>
                  </a:lnTo>
                  <a:lnTo>
                    <a:pt x="7360412" y="2014078"/>
                  </a:lnTo>
                  <a:lnTo>
                    <a:pt x="7448241" y="2015962"/>
                  </a:lnTo>
                  <a:lnTo>
                    <a:pt x="7526941" y="2017437"/>
                  </a:lnTo>
                  <a:lnTo>
                    <a:pt x="7592264" y="2018517"/>
                  </a:lnTo>
                  <a:lnTo>
                    <a:pt x="7641323" y="2019238"/>
                  </a:lnTo>
                  <a:lnTo>
                    <a:pt x="7673383" y="2019659"/>
                  </a:lnTo>
                  <a:lnTo>
                    <a:pt x="7690183" y="2019858"/>
                  </a:lnTo>
                  <a:lnTo>
                    <a:pt x="7695795" y="2019917"/>
                  </a:lnTo>
                  <a:lnTo>
                    <a:pt x="7696237" y="2019922"/>
                  </a:lnTo>
                  <a:lnTo>
                    <a:pt x="8234974" y="2019922"/>
                  </a:lnTo>
                  <a:lnTo>
                    <a:pt x="8234974" y="2003588"/>
                  </a:lnTo>
                  <a:lnTo>
                    <a:pt x="7696237" y="2003588"/>
                  </a:lnTo>
                  <a:lnTo>
                    <a:pt x="7694937" y="2003575"/>
                  </a:lnTo>
                  <a:lnTo>
                    <a:pt x="7686457" y="2003482"/>
                  </a:lnTo>
                  <a:lnTo>
                    <a:pt x="7665316" y="2003224"/>
                  </a:lnTo>
                  <a:lnTo>
                    <a:pt x="7628120" y="2002719"/>
                  </a:lnTo>
                  <a:lnTo>
                    <a:pt x="7573892" y="2001893"/>
                  </a:lnTo>
                  <a:lnTo>
                    <a:pt x="7504086" y="2000695"/>
                  </a:lnTo>
                  <a:lnTo>
                    <a:pt x="7422102" y="1999095"/>
                  </a:lnTo>
                  <a:lnTo>
                    <a:pt x="7332412" y="1997087"/>
                  </a:lnTo>
                  <a:lnTo>
                    <a:pt x="7239592" y="1994678"/>
                  </a:lnTo>
                  <a:lnTo>
                    <a:pt x="7147573" y="1991877"/>
                  </a:lnTo>
                  <a:lnTo>
                    <a:pt x="7059239" y="1988688"/>
                  </a:lnTo>
                  <a:lnTo>
                    <a:pt x="6976360" y="1985098"/>
                  </a:lnTo>
                  <a:lnTo>
                    <a:pt x="6899738" y="1981081"/>
                  </a:lnTo>
                  <a:lnTo>
                    <a:pt x="6829437" y="1976590"/>
                  </a:lnTo>
                  <a:lnTo>
                    <a:pt x="6765014" y="1971560"/>
                  </a:lnTo>
                  <a:lnTo>
                    <a:pt x="6705720" y="1965912"/>
                  </a:lnTo>
                  <a:lnTo>
                    <a:pt x="6650643" y="1959555"/>
                  </a:lnTo>
                  <a:lnTo>
                    <a:pt x="6598816" y="1952399"/>
                  </a:lnTo>
                  <a:lnTo>
                    <a:pt x="6549309" y="1944364"/>
                  </a:lnTo>
                  <a:lnTo>
                    <a:pt x="6515891" y="1938254"/>
                  </a:lnTo>
                  <a:lnTo>
                    <a:pt x="6464046" y="1927705"/>
                  </a:lnTo>
                  <a:lnTo>
                    <a:pt x="6412700" y="1916028"/>
                  </a:lnTo>
                  <a:lnTo>
                    <a:pt x="6361282" y="1903208"/>
                  </a:lnTo>
                  <a:lnTo>
                    <a:pt x="6309416" y="1889275"/>
                  </a:lnTo>
                  <a:lnTo>
                    <a:pt x="6256893" y="1874305"/>
                  </a:lnTo>
                  <a:lnTo>
                    <a:pt x="6203648" y="1858427"/>
                  </a:lnTo>
                  <a:lnTo>
                    <a:pt x="6149742" y="1841816"/>
                  </a:lnTo>
                  <a:lnTo>
                    <a:pt x="6095337" y="1824692"/>
                  </a:lnTo>
                  <a:lnTo>
                    <a:pt x="6040667" y="1807305"/>
                  </a:lnTo>
                  <a:lnTo>
                    <a:pt x="5986001" y="1789922"/>
                  </a:lnTo>
                  <a:lnTo>
                    <a:pt x="5931608" y="1772810"/>
                  </a:lnTo>
                  <a:lnTo>
                    <a:pt x="5877722" y="1756220"/>
                  </a:lnTo>
                  <a:lnTo>
                    <a:pt x="5824499" y="1740368"/>
                  </a:lnTo>
                  <a:lnTo>
                    <a:pt x="5771999" y="1725430"/>
                  </a:lnTo>
                  <a:lnTo>
                    <a:pt x="5720152" y="1711532"/>
                  </a:lnTo>
                  <a:lnTo>
                    <a:pt x="5668743" y="1698749"/>
                  </a:lnTo>
                  <a:lnTo>
                    <a:pt x="5617391" y="1687109"/>
                  </a:lnTo>
                  <a:lnTo>
                    <a:pt x="5567201" y="1676916"/>
                  </a:lnTo>
                  <a:lnTo>
                    <a:pt x="5518819" y="1668249"/>
                  </a:lnTo>
                  <a:lnTo>
                    <a:pt x="5468695" y="1660490"/>
                  </a:lnTo>
                  <a:lnTo>
                    <a:pt x="5415975" y="1653587"/>
                  </a:lnTo>
                  <a:lnTo>
                    <a:pt x="5359708" y="1647457"/>
                  </a:lnTo>
                  <a:lnTo>
                    <a:pt x="5298935" y="1642008"/>
                  </a:lnTo>
                  <a:lnTo>
                    <a:pt x="5232781" y="1637151"/>
                  </a:lnTo>
                  <a:lnTo>
                    <a:pt x="5160572" y="1632810"/>
                  </a:lnTo>
                  <a:lnTo>
                    <a:pt x="5081999" y="1628928"/>
                  </a:lnTo>
                  <a:lnTo>
                    <a:pt x="4997324" y="1625464"/>
                  </a:lnTo>
                  <a:lnTo>
                    <a:pt x="4907623" y="1622394"/>
                  </a:lnTo>
                  <a:lnTo>
                    <a:pt x="4815000" y="1619712"/>
                  </a:lnTo>
                  <a:lnTo>
                    <a:pt x="4722680" y="1617425"/>
                  </a:lnTo>
                  <a:lnTo>
                    <a:pt x="4634851" y="1615542"/>
                  </a:lnTo>
                  <a:lnTo>
                    <a:pt x="4556151" y="1614066"/>
                  </a:lnTo>
                  <a:lnTo>
                    <a:pt x="4490829" y="1612986"/>
                  </a:lnTo>
                  <a:lnTo>
                    <a:pt x="4441769" y="1612265"/>
                  </a:lnTo>
                  <a:lnTo>
                    <a:pt x="4409710" y="1611844"/>
                  </a:lnTo>
                  <a:lnTo>
                    <a:pt x="4392910" y="1611646"/>
                  </a:lnTo>
                  <a:lnTo>
                    <a:pt x="4387297" y="1611586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39" name="pl339"/>
            <p:cNvSpPr/>
            <p:nvPr/>
          </p:nvSpPr>
          <p:spPr>
            <a:xfrm>
              <a:off x="546595" y="2117035"/>
              <a:ext cx="8234974" cy="2003588"/>
            </a:xfrm>
            <a:custGeom>
              <a:avLst/>
              <a:pathLst>
                <a:path w="8234974" h="2003588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89" y="421"/>
                  </a:lnTo>
                  <a:lnTo>
                    <a:pt x="568650" y="1442"/>
                  </a:lnTo>
                  <a:lnTo>
                    <a:pt x="604715" y="3447"/>
                  </a:lnTo>
                  <a:lnTo>
                    <a:pt x="657429" y="6726"/>
                  </a:lnTo>
                  <a:lnTo>
                    <a:pt x="725503" y="11493"/>
                  </a:lnTo>
                  <a:lnTo>
                    <a:pt x="805752" y="17866"/>
                  </a:lnTo>
                  <a:lnTo>
                    <a:pt x="893903" y="25877"/>
                  </a:lnTo>
                  <a:lnTo>
                    <a:pt x="985512" y="35503"/>
                  </a:lnTo>
                  <a:lnTo>
                    <a:pt x="1076700" y="46704"/>
                  </a:lnTo>
                  <a:lnTo>
                    <a:pt x="1164563" y="59466"/>
                  </a:lnTo>
                  <a:lnTo>
                    <a:pt x="1247262" y="73822"/>
                  </a:lnTo>
                  <a:lnTo>
                    <a:pt x="1323910" y="89876"/>
                  </a:lnTo>
                  <a:lnTo>
                    <a:pt x="1394357" y="107801"/>
                  </a:lnTo>
                  <a:lnTo>
                    <a:pt x="1458966" y="127840"/>
                  </a:lnTo>
                  <a:lnTo>
                    <a:pt x="1518422" y="150301"/>
                  </a:lnTo>
                  <a:lnTo>
                    <a:pt x="1573586" y="175535"/>
                  </a:lnTo>
                  <a:lnTo>
                    <a:pt x="1625386" y="203911"/>
                  </a:lnTo>
                  <a:lnTo>
                    <a:pt x="1674735" y="235753"/>
                  </a:lnTo>
                  <a:lnTo>
                    <a:pt x="1719082" y="268597"/>
                  </a:lnTo>
                  <a:lnTo>
                    <a:pt x="1762095" y="304206"/>
                  </a:lnTo>
                  <a:lnTo>
                    <a:pt x="1804687" y="342983"/>
                  </a:lnTo>
                  <a:lnTo>
                    <a:pt x="1847214" y="384987"/>
                  </a:lnTo>
                  <a:lnTo>
                    <a:pt x="1889934" y="430195"/>
                  </a:lnTo>
                  <a:lnTo>
                    <a:pt x="1933021" y="478497"/>
                  </a:lnTo>
                  <a:lnTo>
                    <a:pt x="1976574" y="529686"/>
                  </a:lnTo>
                  <a:lnTo>
                    <a:pt x="2020625" y="583456"/>
                  </a:lnTo>
                  <a:lnTo>
                    <a:pt x="2065146" y="639407"/>
                  </a:lnTo>
                  <a:lnTo>
                    <a:pt x="2110059" y="697051"/>
                  </a:lnTo>
                  <a:lnTo>
                    <a:pt x="2155248" y="755831"/>
                  </a:lnTo>
                  <a:lnTo>
                    <a:pt x="2200567" y="815141"/>
                  </a:lnTo>
                  <a:lnTo>
                    <a:pt x="2245862" y="874352"/>
                  </a:lnTo>
                  <a:lnTo>
                    <a:pt x="2290978" y="932837"/>
                  </a:lnTo>
                  <a:lnTo>
                    <a:pt x="2335779" y="990005"/>
                  </a:lnTo>
                  <a:lnTo>
                    <a:pt x="2380159" y="1045318"/>
                  </a:lnTo>
                  <a:lnTo>
                    <a:pt x="2424053" y="1098314"/>
                  </a:lnTo>
                  <a:lnTo>
                    <a:pt x="2467453" y="1148622"/>
                  </a:lnTo>
                  <a:lnTo>
                    <a:pt x="2510410" y="1195967"/>
                  </a:lnTo>
                  <a:lnTo>
                    <a:pt x="2553047" y="1240173"/>
                  </a:lnTo>
                  <a:lnTo>
                    <a:pt x="2595562" y="1281159"/>
                  </a:lnTo>
                  <a:lnTo>
                    <a:pt x="2638243" y="1318929"/>
                  </a:lnTo>
                  <a:lnTo>
                    <a:pt x="2667772" y="1342985"/>
                  </a:lnTo>
                  <a:lnTo>
                    <a:pt x="2715575" y="1378219"/>
                  </a:lnTo>
                  <a:lnTo>
                    <a:pt x="2765071" y="1409805"/>
                  </a:lnTo>
                  <a:lnTo>
                    <a:pt x="2817080" y="1437945"/>
                  </a:lnTo>
                  <a:lnTo>
                    <a:pt x="2872519" y="1462970"/>
                  </a:lnTo>
                  <a:lnTo>
                    <a:pt x="2932315" y="1485246"/>
                  </a:lnTo>
                  <a:lnTo>
                    <a:pt x="2997321" y="1505125"/>
                  </a:lnTo>
                  <a:lnTo>
                    <a:pt x="3068204" y="1522909"/>
                  </a:lnTo>
                  <a:lnTo>
                    <a:pt x="3145296" y="1538837"/>
                  </a:lnTo>
                  <a:lnTo>
                    <a:pt x="3228402" y="1553078"/>
                  </a:lnTo>
                  <a:lnTo>
                    <a:pt x="3316575" y="1565727"/>
                  </a:lnTo>
                  <a:lnTo>
                    <a:pt x="3407902" y="1576817"/>
                  </a:lnTo>
                  <a:lnTo>
                    <a:pt x="3499403" y="1586329"/>
                  </a:lnTo>
                  <a:lnTo>
                    <a:pt x="3587141" y="1594224"/>
                  </a:lnTo>
                  <a:lnTo>
                    <a:pt x="3666655" y="1600481"/>
                  </a:lnTo>
                  <a:lnTo>
                    <a:pt x="3733721" y="1605136"/>
                  </a:lnTo>
                  <a:lnTo>
                    <a:pt x="3785264" y="1608316"/>
                  </a:lnTo>
                  <a:lnTo>
                    <a:pt x="3820154" y="1610241"/>
                  </a:lnTo>
                  <a:lnTo>
                    <a:pt x="3839604" y="1611204"/>
                  </a:lnTo>
                  <a:lnTo>
                    <a:pt x="3847109" y="1611540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55" y="1611595"/>
                  </a:lnTo>
                  <a:lnTo>
                    <a:pt x="4396636" y="1611688"/>
                  </a:lnTo>
                  <a:lnTo>
                    <a:pt x="4417777" y="1611945"/>
                  </a:lnTo>
                  <a:lnTo>
                    <a:pt x="4454972" y="1612451"/>
                  </a:lnTo>
                  <a:lnTo>
                    <a:pt x="4509200" y="1613276"/>
                  </a:lnTo>
                  <a:lnTo>
                    <a:pt x="4579007" y="1614475"/>
                  </a:lnTo>
                  <a:lnTo>
                    <a:pt x="4660991" y="1616075"/>
                  </a:lnTo>
                  <a:lnTo>
                    <a:pt x="4750681" y="1618083"/>
                  </a:lnTo>
                  <a:lnTo>
                    <a:pt x="4843500" y="1620492"/>
                  </a:lnTo>
                  <a:lnTo>
                    <a:pt x="4935519" y="1623292"/>
                  </a:lnTo>
                  <a:lnTo>
                    <a:pt x="5023854" y="1626482"/>
                  </a:lnTo>
                  <a:lnTo>
                    <a:pt x="5106733" y="1630071"/>
                  </a:lnTo>
                  <a:lnTo>
                    <a:pt x="5183354" y="1634088"/>
                  </a:lnTo>
                  <a:lnTo>
                    <a:pt x="5253655" y="1638580"/>
                  </a:lnTo>
                  <a:lnTo>
                    <a:pt x="5318078" y="1643610"/>
                  </a:lnTo>
                  <a:lnTo>
                    <a:pt x="5377372" y="1649258"/>
                  </a:lnTo>
                  <a:lnTo>
                    <a:pt x="5432450" y="1655614"/>
                  </a:lnTo>
                  <a:lnTo>
                    <a:pt x="5484277" y="1662771"/>
                  </a:lnTo>
                  <a:lnTo>
                    <a:pt x="5533784" y="1670805"/>
                  </a:lnTo>
                  <a:lnTo>
                    <a:pt x="5567201" y="1676916"/>
                  </a:lnTo>
                  <a:lnTo>
                    <a:pt x="5619046" y="1687465"/>
                  </a:lnTo>
                  <a:lnTo>
                    <a:pt x="5670393" y="1699142"/>
                  </a:lnTo>
                  <a:lnTo>
                    <a:pt x="5721811" y="1711962"/>
                  </a:lnTo>
                  <a:lnTo>
                    <a:pt x="5773676" y="1725895"/>
                  </a:lnTo>
                  <a:lnTo>
                    <a:pt x="5826199" y="1740864"/>
                  </a:lnTo>
                  <a:lnTo>
                    <a:pt x="5879445" y="1756743"/>
                  </a:lnTo>
                  <a:lnTo>
                    <a:pt x="5933350" y="1773354"/>
                  </a:lnTo>
                  <a:lnTo>
                    <a:pt x="5987755" y="1790478"/>
                  </a:lnTo>
                  <a:lnTo>
                    <a:pt x="6042426" y="1807865"/>
                  </a:lnTo>
                  <a:lnTo>
                    <a:pt x="6097092" y="1825248"/>
                  </a:lnTo>
                  <a:lnTo>
                    <a:pt x="6151484" y="1842359"/>
                  </a:lnTo>
                  <a:lnTo>
                    <a:pt x="6205371" y="1858950"/>
                  </a:lnTo>
                  <a:lnTo>
                    <a:pt x="6258593" y="1874802"/>
                  </a:lnTo>
                  <a:lnTo>
                    <a:pt x="6311093" y="1889740"/>
                  </a:lnTo>
                  <a:lnTo>
                    <a:pt x="6362940" y="1903638"/>
                  </a:lnTo>
                  <a:lnTo>
                    <a:pt x="6414349" y="1916421"/>
                  </a:lnTo>
                  <a:lnTo>
                    <a:pt x="6465702" y="1928061"/>
                  </a:lnTo>
                  <a:lnTo>
                    <a:pt x="6515891" y="1938254"/>
                  </a:lnTo>
                  <a:lnTo>
                    <a:pt x="6564273" y="1946921"/>
                  </a:lnTo>
                  <a:lnTo>
                    <a:pt x="6614398" y="1954680"/>
                  </a:lnTo>
                  <a:lnTo>
                    <a:pt x="6667118" y="1961583"/>
                  </a:lnTo>
                  <a:lnTo>
                    <a:pt x="6723385" y="1967712"/>
                  </a:lnTo>
                  <a:lnTo>
                    <a:pt x="6784157" y="1973162"/>
                  </a:lnTo>
                  <a:lnTo>
                    <a:pt x="6850311" y="1978019"/>
                  </a:lnTo>
                  <a:lnTo>
                    <a:pt x="6922520" y="1982359"/>
                  </a:lnTo>
                  <a:lnTo>
                    <a:pt x="7001094" y="1986241"/>
                  </a:lnTo>
                  <a:lnTo>
                    <a:pt x="7085769" y="1989706"/>
                  </a:lnTo>
                  <a:lnTo>
                    <a:pt x="7175470" y="1992776"/>
                  </a:lnTo>
                  <a:lnTo>
                    <a:pt x="7268093" y="1995457"/>
                  </a:lnTo>
                  <a:lnTo>
                    <a:pt x="7360412" y="1997745"/>
                  </a:lnTo>
                  <a:lnTo>
                    <a:pt x="7448241" y="1999628"/>
                  </a:lnTo>
                  <a:lnTo>
                    <a:pt x="7526941" y="2001104"/>
                  </a:lnTo>
                  <a:lnTo>
                    <a:pt x="7592264" y="2002184"/>
                  </a:lnTo>
                  <a:lnTo>
                    <a:pt x="7641323" y="2002905"/>
                  </a:lnTo>
                  <a:lnTo>
                    <a:pt x="7673383" y="2003326"/>
                  </a:lnTo>
                  <a:lnTo>
                    <a:pt x="7690183" y="2003524"/>
                  </a:lnTo>
                  <a:lnTo>
                    <a:pt x="7695795" y="2003584"/>
                  </a:lnTo>
                  <a:lnTo>
                    <a:pt x="7696237" y="2003588"/>
                  </a:lnTo>
                  <a:lnTo>
                    <a:pt x="8234974" y="20035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0" name="pl340"/>
            <p:cNvSpPr/>
            <p:nvPr/>
          </p:nvSpPr>
          <p:spPr>
            <a:xfrm>
              <a:off x="546595" y="2100701"/>
              <a:ext cx="8234974" cy="2003588"/>
            </a:xfrm>
            <a:custGeom>
              <a:avLst/>
              <a:pathLst>
                <a:path w="8234974" h="2003588">
                  <a:moveTo>
                    <a:pt x="8234974" y="2003588"/>
                  </a:moveTo>
                  <a:lnTo>
                    <a:pt x="7696237" y="2003588"/>
                  </a:lnTo>
                  <a:lnTo>
                    <a:pt x="7694937" y="2003575"/>
                  </a:lnTo>
                  <a:lnTo>
                    <a:pt x="7686457" y="2003482"/>
                  </a:lnTo>
                  <a:lnTo>
                    <a:pt x="7665316" y="2003224"/>
                  </a:lnTo>
                  <a:lnTo>
                    <a:pt x="7628120" y="2002719"/>
                  </a:lnTo>
                  <a:lnTo>
                    <a:pt x="7573892" y="2001893"/>
                  </a:lnTo>
                  <a:lnTo>
                    <a:pt x="7504086" y="2000695"/>
                  </a:lnTo>
                  <a:lnTo>
                    <a:pt x="7422102" y="1999095"/>
                  </a:lnTo>
                  <a:lnTo>
                    <a:pt x="7332412" y="1997087"/>
                  </a:lnTo>
                  <a:lnTo>
                    <a:pt x="7239592" y="1994678"/>
                  </a:lnTo>
                  <a:lnTo>
                    <a:pt x="7147573" y="1991877"/>
                  </a:lnTo>
                  <a:lnTo>
                    <a:pt x="7059239" y="1988688"/>
                  </a:lnTo>
                  <a:lnTo>
                    <a:pt x="6976360" y="1985098"/>
                  </a:lnTo>
                  <a:lnTo>
                    <a:pt x="6899738" y="1981081"/>
                  </a:lnTo>
                  <a:lnTo>
                    <a:pt x="6829437" y="1976590"/>
                  </a:lnTo>
                  <a:lnTo>
                    <a:pt x="6765014" y="1971560"/>
                  </a:lnTo>
                  <a:lnTo>
                    <a:pt x="6705720" y="1965912"/>
                  </a:lnTo>
                  <a:lnTo>
                    <a:pt x="6650643" y="1959555"/>
                  </a:lnTo>
                  <a:lnTo>
                    <a:pt x="6598816" y="1952399"/>
                  </a:lnTo>
                  <a:lnTo>
                    <a:pt x="6549309" y="1944364"/>
                  </a:lnTo>
                  <a:lnTo>
                    <a:pt x="6515891" y="1938254"/>
                  </a:lnTo>
                  <a:lnTo>
                    <a:pt x="6464046" y="1927705"/>
                  </a:lnTo>
                  <a:lnTo>
                    <a:pt x="6412700" y="1916028"/>
                  </a:lnTo>
                  <a:lnTo>
                    <a:pt x="6361282" y="1903208"/>
                  </a:lnTo>
                  <a:lnTo>
                    <a:pt x="6309416" y="1889275"/>
                  </a:lnTo>
                  <a:lnTo>
                    <a:pt x="6256893" y="1874305"/>
                  </a:lnTo>
                  <a:lnTo>
                    <a:pt x="6203648" y="1858427"/>
                  </a:lnTo>
                  <a:lnTo>
                    <a:pt x="6149742" y="1841816"/>
                  </a:lnTo>
                  <a:lnTo>
                    <a:pt x="6095337" y="1824692"/>
                  </a:lnTo>
                  <a:lnTo>
                    <a:pt x="6040667" y="1807305"/>
                  </a:lnTo>
                  <a:lnTo>
                    <a:pt x="5986001" y="1789922"/>
                  </a:lnTo>
                  <a:lnTo>
                    <a:pt x="5931608" y="1772810"/>
                  </a:lnTo>
                  <a:lnTo>
                    <a:pt x="5877722" y="1756220"/>
                  </a:lnTo>
                  <a:lnTo>
                    <a:pt x="5824499" y="1740368"/>
                  </a:lnTo>
                  <a:lnTo>
                    <a:pt x="5771999" y="1725430"/>
                  </a:lnTo>
                  <a:lnTo>
                    <a:pt x="5720152" y="1711532"/>
                  </a:lnTo>
                  <a:lnTo>
                    <a:pt x="5668743" y="1698749"/>
                  </a:lnTo>
                  <a:lnTo>
                    <a:pt x="5617391" y="1687109"/>
                  </a:lnTo>
                  <a:lnTo>
                    <a:pt x="5567201" y="1676916"/>
                  </a:lnTo>
                  <a:lnTo>
                    <a:pt x="5518819" y="1668249"/>
                  </a:lnTo>
                  <a:lnTo>
                    <a:pt x="5468695" y="1660490"/>
                  </a:lnTo>
                  <a:lnTo>
                    <a:pt x="5415975" y="1653587"/>
                  </a:lnTo>
                  <a:lnTo>
                    <a:pt x="5359708" y="1647457"/>
                  </a:lnTo>
                  <a:lnTo>
                    <a:pt x="5298935" y="1642008"/>
                  </a:lnTo>
                  <a:lnTo>
                    <a:pt x="5232781" y="1637151"/>
                  </a:lnTo>
                  <a:lnTo>
                    <a:pt x="5160572" y="1632810"/>
                  </a:lnTo>
                  <a:lnTo>
                    <a:pt x="5081999" y="1628928"/>
                  </a:lnTo>
                  <a:lnTo>
                    <a:pt x="4997324" y="1625464"/>
                  </a:lnTo>
                  <a:lnTo>
                    <a:pt x="4907623" y="1622394"/>
                  </a:lnTo>
                  <a:lnTo>
                    <a:pt x="4815000" y="1619712"/>
                  </a:lnTo>
                  <a:lnTo>
                    <a:pt x="4722680" y="1617425"/>
                  </a:lnTo>
                  <a:lnTo>
                    <a:pt x="4634851" y="1615542"/>
                  </a:lnTo>
                  <a:lnTo>
                    <a:pt x="4556151" y="1614066"/>
                  </a:lnTo>
                  <a:lnTo>
                    <a:pt x="4490829" y="1612986"/>
                  </a:lnTo>
                  <a:lnTo>
                    <a:pt x="4441769" y="1612265"/>
                  </a:lnTo>
                  <a:lnTo>
                    <a:pt x="4409710" y="1611844"/>
                  </a:lnTo>
                  <a:lnTo>
                    <a:pt x="4392910" y="1611646"/>
                  </a:lnTo>
                  <a:lnTo>
                    <a:pt x="4387297" y="1611586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1" name="pg341"/>
            <p:cNvSpPr/>
            <p:nvPr/>
          </p:nvSpPr>
          <p:spPr>
            <a:xfrm>
              <a:off x="546595" y="2117035"/>
              <a:ext cx="8234974" cy="2275815"/>
            </a:xfrm>
            <a:custGeom>
              <a:avLst/>
              <a:pathLst>
                <a:path w="8234974" h="2275815">
                  <a:moveTo>
                    <a:pt x="0" y="10889"/>
                  </a:moveTo>
                  <a:lnTo>
                    <a:pt x="538736" y="10889"/>
                  </a:lnTo>
                  <a:lnTo>
                    <a:pt x="539992" y="10940"/>
                  </a:lnTo>
                  <a:lnTo>
                    <a:pt x="548189" y="11310"/>
                  </a:lnTo>
                  <a:lnTo>
                    <a:pt x="568650" y="12331"/>
                  </a:lnTo>
                  <a:lnTo>
                    <a:pt x="604715" y="14336"/>
                  </a:lnTo>
                  <a:lnTo>
                    <a:pt x="657429" y="17615"/>
                  </a:lnTo>
                  <a:lnTo>
                    <a:pt x="725503" y="22382"/>
                  </a:lnTo>
                  <a:lnTo>
                    <a:pt x="805752" y="28755"/>
                  </a:lnTo>
                  <a:lnTo>
                    <a:pt x="893903" y="36766"/>
                  </a:lnTo>
                  <a:lnTo>
                    <a:pt x="985512" y="46392"/>
                  </a:lnTo>
                  <a:lnTo>
                    <a:pt x="1076700" y="57593"/>
                  </a:lnTo>
                  <a:lnTo>
                    <a:pt x="1164563" y="70355"/>
                  </a:lnTo>
                  <a:lnTo>
                    <a:pt x="1247262" y="84711"/>
                  </a:lnTo>
                  <a:lnTo>
                    <a:pt x="1323910" y="100765"/>
                  </a:lnTo>
                  <a:lnTo>
                    <a:pt x="1394357" y="118690"/>
                  </a:lnTo>
                  <a:lnTo>
                    <a:pt x="1458966" y="138729"/>
                  </a:lnTo>
                  <a:lnTo>
                    <a:pt x="1518422" y="161190"/>
                  </a:lnTo>
                  <a:lnTo>
                    <a:pt x="1573586" y="186424"/>
                  </a:lnTo>
                  <a:lnTo>
                    <a:pt x="1625386" y="214800"/>
                  </a:lnTo>
                  <a:lnTo>
                    <a:pt x="1674735" y="246642"/>
                  </a:lnTo>
                  <a:lnTo>
                    <a:pt x="1719082" y="279486"/>
                  </a:lnTo>
                  <a:lnTo>
                    <a:pt x="1762095" y="315095"/>
                  </a:lnTo>
                  <a:lnTo>
                    <a:pt x="1804687" y="353872"/>
                  </a:lnTo>
                  <a:lnTo>
                    <a:pt x="1847214" y="395876"/>
                  </a:lnTo>
                  <a:lnTo>
                    <a:pt x="1889934" y="441084"/>
                  </a:lnTo>
                  <a:lnTo>
                    <a:pt x="1933021" y="489386"/>
                  </a:lnTo>
                  <a:lnTo>
                    <a:pt x="1976574" y="540575"/>
                  </a:lnTo>
                  <a:lnTo>
                    <a:pt x="2020625" y="594346"/>
                  </a:lnTo>
                  <a:lnTo>
                    <a:pt x="2065146" y="650296"/>
                  </a:lnTo>
                  <a:lnTo>
                    <a:pt x="2110059" y="707940"/>
                  </a:lnTo>
                  <a:lnTo>
                    <a:pt x="2155248" y="766720"/>
                  </a:lnTo>
                  <a:lnTo>
                    <a:pt x="2200567" y="826030"/>
                  </a:lnTo>
                  <a:lnTo>
                    <a:pt x="2245862" y="885241"/>
                  </a:lnTo>
                  <a:lnTo>
                    <a:pt x="2290978" y="943726"/>
                  </a:lnTo>
                  <a:lnTo>
                    <a:pt x="2335779" y="1000894"/>
                  </a:lnTo>
                  <a:lnTo>
                    <a:pt x="2380159" y="1056207"/>
                  </a:lnTo>
                  <a:lnTo>
                    <a:pt x="2424053" y="1109203"/>
                  </a:lnTo>
                  <a:lnTo>
                    <a:pt x="2467453" y="1159511"/>
                  </a:lnTo>
                  <a:lnTo>
                    <a:pt x="2510410" y="1206856"/>
                  </a:lnTo>
                  <a:lnTo>
                    <a:pt x="2553047" y="1251062"/>
                  </a:lnTo>
                  <a:lnTo>
                    <a:pt x="2595562" y="1292048"/>
                  </a:lnTo>
                  <a:lnTo>
                    <a:pt x="2638243" y="1329818"/>
                  </a:lnTo>
                  <a:lnTo>
                    <a:pt x="2667772" y="1353874"/>
                  </a:lnTo>
                  <a:lnTo>
                    <a:pt x="2715575" y="1389108"/>
                  </a:lnTo>
                  <a:lnTo>
                    <a:pt x="2765071" y="1420694"/>
                  </a:lnTo>
                  <a:lnTo>
                    <a:pt x="2817080" y="1448834"/>
                  </a:lnTo>
                  <a:lnTo>
                    <a:pt x="2872519" y="1473859"/>
                  </a:lnTo>
                  <a:lnTo>
                    <a:pt x="2932315" y="1496135"/>
                  </a:lnTo>
                  <a:lnTo>
                    <a:pt x="2997321" y="1516015"/>
                  </a:lnTo>
                  <a:lnTo>
                    <a:pt x="3068204" y="1533798"/>
                  </a:lnTo>
                  <a:lnTo>
                    <a:pt x="3145296" y="1549726"/>
                  </a:lnTo>
                  <a:lnTo>
                    <a:pt x="3228402" y="1563967"/>
                  </a:lnTo>
                  <a:lnTo>
                    <a:pt x="3316575" y="1576616"/>
                  </a:lnTo>
                  <a:lnTo>
                    <a:pt x="3407902" y="1587706"/>
                  </a:lnTo>
                  <a:lnTo>
                    <a:pt x="3499403" y="1597218"/>
                  </a:lnTo>
                  <a:lnTo>
                    <a:pt x="3587141" y="1605113"/>
                  </a:lnTo>
                  <a:lnTo>
                    <a:pt x="3666655" y="1611370"/>
                  </a:lnTo>
                  <a:lnTo>
                    <a:pt x="3733721" y="1616025"/>
                  </a:lnTo>
                  <a:lnTo>
                    <a:pt x="3785264" y="1619205"/>
                  </a:lnTo>
                  <a:lnTo>
                    <a:pt x="3820154" y="1621130"/>
                  </a:lnTo>
                  <a:lnTo>
                    <a:pt x="3839604" y="1622093"/>
                  </a:lnTo>
                  <a:lnTo>
                    <a:pt x="3847109" y="1622429"/>
                  </a:lnTo>
                  <a:lnTo>
                    <a:pt x="3848118" y="1622471"/>
                  </a:lnTo>
                  <a:lnTo>
                    <a:pt x="4386855" y="1622471"/>
                  </a:lnTo>
                  <a:lnTo>
                    <a:pt x="4388150" y="1622492"/>
                  </a:lnTo>
                  <a:lnTo>
                    <a:pt x="4396598" y="1622647"/>
                  </a:lnTo>
                  <a:lnTo>
                    <a:pt x="4417660" y="1623074"/>
                  </a:lnTo>
                  <a:lnTo>
                    <a:pt x="4454725" y="1623913"/>
                  </a:lnTo>
                  <a:lnTo>
                    <a:pt x="4508778" y="1625284"/>
                  </a:lnTo>
                  <a:lnTo>
                    <a:pt x="4578386" y="1627274"/>
                  </a:lnTo>
                  <a:lnTo>
                    <a:pt x="4660171" y="1629931"/>
                  </a:lnTo>
                  <a:lnTo>
                    <a:pt x="4749685" y="1633266"/>
                  </a:lnTo>
                  <a:lnTo>
                    <a:pt x="4842368" y="1637268"/>
                  </a:lnTo>
                  <a:lnTo>
                    <a:pt x="4934294" y="1641921"/>
                  </a:lnTo>
                  <a:lnTo>
                    <a:pt x="5022576" y="1647221"/>
                  </a:lnTo>
                  <a:lnTo>
                    <a:pt x="5105436" y="1653184"/>
                  </a:lnTo>
                  <a:lnTo>
                    <a:pt x="5182062" y="1659858"/>
                  </a:lnTo>
                  <a:lnTo>
                    <a:pt x="5252380" y="1667318"/>
                  </a:lnTo>
                  <a:lnTo>
                    <a:pt x="5316824" y="1675671"/>
                  </a:lnTo>
                  <a:lnTo>
                    <a:pt x="5376137" y="1685049"/>
                  </a:lnTo>
                  <a:lnTo>
                    <a:pt x="5431223" y="1695601"/>
                  </a:lnTo>
                  <a:lnTo>
                    <a:pt x="5483046" y="1707479"/>
                  </a:lnTo>
                  <a:lnTo>
                    <a:pt x="5532533" y="1720814"/>
                  </a:lnTo>
                  <a:lnTo>
                    <a:pt x="5567201" y="1731361"/>
                  </a:lnTo>
                  <a:lnTo>
                    <a:pt x="5617548" y="1748405"/>
                  </a:lnTo>
                  <a:lnTo>
                    <a:pt x="5667407" y="1767220"/>
                  </a:lnTo>
                  <a:lnTo>
                    <a:pt x="5717308" y="1787830"/>
                  </a:lnTo>
                  <a:lnTo>
                    <a:pt x="5767608" y="1810197"/>
                  </a:lnTo>
                  <a:lnTo>
                    <a:pt x="5818512" y="1834211"/>
                  </a:lnTo>
                  <a:lnTo>
                    <a:pt x="5870097" y="1859688"/>
                  </a:lnTo>
                  <a:lnTo>
                    <a:pt x="5922323" y="1886369"/>
                  </a:lnTo>
                  <a:lnTo>
                    <a:pt x="5975056" y="1913932"/>
                  </a:lnTo>
                  <a:lnTo>
                    <a:pt x="6028096" y="1942002"/>
                  </a:lnTo>
                  <a:lnTo>
                    <a:pt x="6081200" y="1970177"/>
                  </a:lnTo>
                  <a:lnTo>
                    <a:pt x="6134118" y="1998046"/>
                  </a:lnTo>
                  <a:lnTo>
                    <a:pt x="6186622" y="2025218"/>
                  </a:lnTo>
                  <a:lnTo>
                    <a:pt x="6238543" y="2051341"/>
                  </a:lnTo>
                  <a:lnTo>
                    <a:pt x="6289790" y="2076124"/>
                  </a:lnTo>
                  <a:lnTo>
                    <a:pt x="6340379" y="2099343"/>
                  </a:lnTo>
                  <a:lnTo>
                    <a:pt x="6390447" y="2120852"/>
                  </a:lnTo>
                  <a:lnTo>
                    <a:pt x="6440273" y="2140577"/>
                  </a:lnTo>
                  <a:lnTo>
                    <a:pt x="6490294" y="2158511"/>
                  </a:lnTo>
                  <a:lnTo>
                    <a:pt x="6515891" y="2166924"/>
                  </a:lnTo>
                  <a:lnTo>
                    <a:pt x="6564207" y="2181351"/>
                  </a:lnTo>
                  <a:lnTo>
                    <a:pt x="6614259" y="2194268"/>
                  </a:lnTo>
                  <a:lnTo>
                    <a:pt x="6666897" y="2205762"/>
                  </a:lnTo>
                  <a:lnTo>
                    <a:pt x="6723069" y="2215970"/>
                  </a:lnTo>
                  <a:lnTo>
                    <a:pt x="6783729" y="2225046"/>
                  </a:lnTo>
                  <a:lnTo>
                    <a:pt x="6849751" y="2233138"/>
                  </a:lnTo>
                  <a:lnTo>
                    <a:pt x="6921806" y="2240369"/>
                  </a:lnTo>
                  <a:lnTo>
                    <a:pt x="7000209" y="2246837"/>
                  </a:lnTo>
                  <a:lnTo>
                    <a:pt x="7084704" y="2252612"/>
                  </a:lnTo>
                  <a:lnTo>
                    <a:pt x="7174231" y="2257730"/>
                  </a:lnTo>
                  <a:lnTo>
                    <a:pt x="7266707" y="2262202"/>
                  </a:lnTo>
                  <a:lnTo>
                    <a:pt x="7358937" y="2266019"/>
                  </a:lnTo>
                  <a:lnTo>
                    <a:pt x="7446762" y="2269165"/>
                  </a:lnTo>
                  <a:lnTo>
                    <a:pt x="7525563" y="2271634"/>
                  </a:lnTo>
                  <a:lnTo>
                    <a:pt x="7591093" y="2273444"/>
                  </a:lnTo>
                  <a:lnTo>
                    <a:pt x="7640443" y="2274656"/>
                  </a:lnTo>
                  <a:lnTo>
                    <a:pt x="7672828" y="2275366"/>
                  </a:lnTo>
                  <a:lnTo>
                    <a:pt x="7689927" y="2275703"/>
                  </a:lnTo>
                  <a:lnTo>
                    <a:pt x="7695745" y="2275807"/>
                  </a:lnTo>
                  <a:lnTo>
                    <a:pt x="7696237" y="2275815"/>
                  </a:lnTo>
                  <a:lnTo>
                    <a:pt x="8234974" y="2275815"/>
                  </a:lnTo>
                  <a:lnTo>
                    <a:pt x="8234974" y="2264926"/>
                  </a:lnTo>
                  <a:lnTo>
                    <a:pt x="7696237" y="2264926"/>
                  </a:lnTo>
                  <a:lnTo>
                    <a:pt x="7694943" y="2264904"/>
                  </a:lnTo>
                  <a:lnTo>
                    <a:pt x="7686495" y="2264749"/>
                  </a:lnTo>
                  <a:lnTo>
                    <a:pt x="7665432" y="2264322"/>
                  </a:lnTo>
                  <a:lnTo>
                    <a:pt x="7628368" y="2263483"/>
                  </a:lnTo>
                  <a:lnTo>
                    <a:pt x="7574314" y="2262112"/>
                  </a:lnTo>
                  <a:lnTo>
                    <a:pt x="7504707" y="2260122"/>
                  </a:lnTo>
                  <a:lnTo>
                    <a:pt x="7422922" y="2257465"/>
                  </a:lnTo>
                  <a:lnTo>
                    <a:pt x="7333407" y="2254130"/>
                  </a:lnTo>
                  <a:lnTo>
                    <a:pt x="7240725" y="2250128"/>
                  </a:lnTo>
                  <a:lnTo>
                    <a:pt x="7148799" y="2245475"/>
                  </a:lnTo>
                  <a:lnTo>
                    <a:pt x="7060516" y="2240176"/>
                  </a:lnTo>
                  <a:lnTo>
                    <a:pt x="6977657" y="2234212"/>
                  </a:lnTo>
                  <a:lnTo>
                    <a:pt x="6901031" y="2227539"/>
                  </a:lnTo>
                  <a:lnTo>
                    <a:pt x="6830712" y="2220078"/>
                  </a:lnTo>
                  <a:lnTo>
                    <a:pt x="6766268" y="2211725"/>
                  </a:lnTo>
                  <a:lnTo>
                    <a:pt x="6706956" y="2202348"/>
                  </a:lnTo>
                  <a:lnTo>
                    <a:pt x="6651869" y="2191796"/>
                  </a:lnTo>
                  <a:lnTo>
                    <a:pt x="6600047" y="2179917"/>
                  </a:lnTo>
                  <a:lnTo>
                    <a:pt x="6550559" y="2166583"/>
                  </a:lnTo>
                  <a:lnTo>
                    <a:pt x="6515891" y="2156035"/>
                  </a:lnTo>
                  <a:lnTo>
                    <a:pt x="6465545" y="2138991"/>
                  </a:lnTo>
                  <a:lnTo>
                    <a:pt x="6415685" y="2120176"/>
                  </a:lnTo>
                  <a:lnTo>
                    <a:pt x="6365784" y="2099566"/>
                  </a:lnTo>
                  <a:lnTo>
                    <a:pt x="6315485" y="2077199"/>
                  </a:lnTo>
                  <a:lnTo>
                    <a:pt x="6264580" y="2053185"/>
                  </a:lnTo>
                  <a:lnTo>
                    <a:pt x="6212996" y="2027708"/>
                  </a:lnTo>
                  <a:lnTo>
                    <a:pt x="6160770" y="2001027"/>
                  </a:lnTo>
                  <a:lnTo>
                    <a:pt x="6108036" y="1973465"/>
                  </a:lnTo>
                  <a:lnTo>
                    <a:pt x="6054996" y="1945394"/>
                  </a:lnTo>
                  <a:lnTo>
                    <a:pt x="6001892" y="1917219"/>
                  </a:lnTo>
                  <a:lnTo>
                    <a:pt x="5948975" y="1889350"/>
                  </a:lnTo>
                  <a:lnTo>
                    <a:pt x="5896470" y="1862179"/>
                  </a:lnTo>
                  <a:lnTo>
                    <a:pt x="5844550" y="1836055"/>
                  </a:lnTo>
                  <a:lnTo>
                    <a:pt x="5793303" y="1811273"/>
                  </a:lnTo>
                  <a:lnTo>
                    <a:pt x="5742714" y="1788053"/>
                  </a:lnTo>
                  <a:lnTo>
                    <a:pt x="5692646" y="1766544"/>
                  </a:lnTo>
                  <a:lnTo>
                    <a:pt x="5642820" y="1746820"/>
                  </a:lnTo>
                  <a:lnTo>
                    <a:pt x="5592798" y="1728886"/>
                  </a:lnTo>
                  <a:lnTo>
                    <a:pt x="5567201" y="1720472"/>
                  </a:lnTo>
                  <a:lnTo>
                    <a:pt x="5518886" y="1706045"/>
                  </a:lnTo>
                  <a:lnTo>
                    <a:pt x="5468834" y="1693128"/>
                  </a:lnTo>
                  <a:lnTo>
                    <a:pt x="5416195" y="1681635"/>
                  </a:lnTo>
                  <a:lnTo>
                    <a:pt x="5360024" y="1671427"/>
                  </a:lnTo>
                  <a:lnTo>
                    <a:pt x="5299364" y="1662350"/>
                  </a:lnTo>
                  <a:lnTo>
                    <a:pt x="5233342" y="1654259"/>
                  </a:lnTo>
                  <a:lnTo>
                    <a:pt x="5161286" y="1647028"/>
                  </a:lnTo>
                  <a:lnTo>
                    <a:pt x="5082883" y="1640559"/>
                  </a:lnTo>
                  <a:lnTo>
                    <a:pt x="4998388" y="1634785"/>
                  </a:lnTo>
                  <a:lnTo>
                    <a:pt x="4908862" y="1629667"/>
                  </a:lnTo>
                  <a:lnTo>
                    <a:pt x="4816385" y="1625194"/>
                  </a:lnTo>
                  <a:lnTo>
                    <a:pt x="4724156" y="1621377"/>
                  </a:lnTo>
                  <a:lnTo>
                    <a:pt x="4636331" y="1618231"/>
                  </a:lnTo>
                  <a:lnTo>
                    <a:pt x="4557529" y="1615763"/>
                  </a:lnTo>
                  <a:lnTo>
                    <a:pt x="4491999" y="1613952"/>
                  </a:lnTo>
                  <a:lnTo>
                    <a:pt x="4442650" y="1612741"/>
                  </a:lnTo>
                  <a:lnTo>
                    <a:pt x="4410264" y="1612030"/>
                  </a:lnTo>
                  <a:lnTo>
                    <a:pt x="4393165" y="1611693"/>
                  </a:lnTo>
                  <a:lnTo>
                    <a:pt x="4387348" y="1611590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42" name="pl342"/>
            <p:cNvSpPr/>
            <p:nvPr/>
          </p:nvSpPr>
          <p:spPr>
            <a:xfrm>
              <a:off x="546595" y="2127924"/>
              <a:ext cx="8234974" cy="2264926"/>
            </a:xfrm>
            <a:custGeom>
              <a:avLst/>
              <a:pathLst>
                <a:path w="8234974" h="2264926">
                  <a:moveTo>
                    <a:pt x="0" y="0"/>
                  </a:moveTo>
                  <a:lnTo>
                    <a:pt x="538736" y="0"/>
                  </a:lnTo>
                  <a:lnTo>
                    <a:pt x="539992" y="51"/>
                  </a:lnTo>
                  <a:lnTo>
                    <a:pt x="548189" y="421"/>
                  </a:lnTo>
                  <a:lnTo>
                    <a:pt x="568650" y="1442"/>
                  </a:lnTo>
                  <a:lnTo>
                    <a:pt x="604715" y="3447"/>
                  </a:lnTo>
                  <a:lnTo>
                    <a:pt x="657429" y="6726"/>
                  </a:lnTo>
                  <a:lnTo>
                    <a:pt x="725503" y="11493"/>
                  </a:lnTo>
                  <a:lnTo>
                    <a:pt x="805752" y="17866"/>
                  </a:lnTo>
                  <a:lnTo>
                    <a:pt x="893903" y="25877"/>
                  </a:lnTo>
                  <a:lnTo>
                    <a:pt x="985512" y="35503"/>
                  </a:lnTo>
                  <a:lnTo>
                    <a:pt x="1076700" y="46704"/>
                  </a:lnTo>
                  <a:lnTo>
                    <a:pt x="1164563" y="59466"/>
                  </a:lnTo>
                  <a:lnTo>
                    <a:pt x="1247262" y="73822"/>
                  </a:lnTo>
                  <a:lnTo>
                    <a:pt x="1323910" y="89876"/>
                  </a:lnTo>
                  <a:lnTo>
                    <a:pt x="1394357" y="107801"/>
                  </a:lnTo>
                  <a:lnTo>
                    <a:pt x="1458966" y="127840"/>
                  </a:lnTo>
                  <a:lnTo>
                    <a:pt x="1518422" y="150301"/>
                  </a:lnTo>
                  <a:lnTo>
                    <a:pt x="1573586" y="175535"/>
                  </a:lnTo>
                  <a:lnTo>
                    <a:pt x="1625386" y="203911"/>
                  </a:lnTo>
                  <a:lnTo>
                    <a:pt x="1674735" y="235753"/>
                  </a:lnTo>
                  <a:lnTo>
                    <a:pt x="1719082" y="268597"/>
                  </a:lnTo>
                  <a:lnTo>
                    <a:pt x="1762095" y="304206"/>
                  </a:lnTo>
                  <a:lnTo>
                    <a:pt x="1804687" y="342983"/>
                  </a:lnTo>
                  <a:lnTo>
                    <a:pt x="1847214" y="384987"/>
                  </a:lnTo>
                  <a:lnTo>
                    <a:pt x="1889934" y="430195"/>
                  </a:lnTo>
                  <a:lnTo>
                    <a:pt x="1933021" y="478497"/>
                  </a:lnTo>
                  <a:lnTo>
                    <a:pt x="1976574" y="529686"/>
                  </a:lnTo>
                  <a:lnTo>
                    <a:pt x="2020625" y="583456"/>
                  </a:lnTo>
                  <a:lnTo>
                    <a:pt x="2065146" y="639407"/>
                  </a:lnTo>
                  <a:lnTo>
                    <a:pt x="2110059" y="697051"/>
                  </a:lnTo>
                  <a:lnTo>
                    <a:pt x="2155248" y="755831"/>
                  </a:lnTo>
                  <a:lnTo>
                    <a:pt x="2200567" y="815141"/>
                  </a:lnTo>
                  <a:lnTo>
                    <a:pt x="2245862" y="874352"/>
                  </a:lnTo>
                  <a:lnTo>
                    <a:pt x="2290978" y="932837"/>
                  </a:lnTo>
                  <a:lnTo>
                    <a:pt x="2335779" y="990005"/>
                  </a:lnTo>
                  <a:lnTo>
                    <a:pt x="2380159" y="1045318"/>
                  </a:lnTo>
                  <a:lnTo>
                    <a:pt x="2424053" y="1098314"/>
                  </a:lnTo>
                  <a:lnTo>
                    <a:pt x="2467453" y="1148622"/>
                  </a:lnTo>
                  <a:lnTo>
                    <a:pt x="2510410" y="1195967"/>
                  </a:lnTo>
                  <a:lnTo>
                    <a:pt x="2553047" y="1240173"/>
                  </a:lnTo>
                  <a:lnTo>
                    <a:pt x="2595562" y="1281159"/>
                  </a:lnTo>
                  <a:lnTo>
                    <a:pt x="2638243" y="1318929"/>
                  </a:lnTo>
                  <a:lnTo>
                    <a:pt x="2667772" y="1342985"/>
                  </a:lnTo>
                  <a:lnTo>
                    <a:pt x="2715575" y="1378219"/>
                  </a:lnTo>
                  <a:lnTo>
                    <a:pt x="2765071" y="1409805"/>
                  </a:lnTo>
                  <a:lnTo>
                    <a:pt x="2817080" y="1437945"/>
                  </a:lnTo>
                  <a:lnTo>
                    <a:pt x="2872519" y="1462970"/>
                  </a:lnTo>
                  <a:lnTo>
                    <a:pt x="2932315" y="1485246"/>
                  </a:lnTo>
                  <a:lnTo>
                    <a:pt x="2997321" y="1505125"/>
                  </a:lnTo>
                  <a:lnTo>
                    <a:pt x="3068204" y="1522909"/>
                  </a:lnTo>
                  <a:lnTo>
                    <a:pt x="3145296" y="1538837"/>
                  </a:lnTo>
                  <a:lnTo>
                    <a:pt x="3228402" y="1553078"/>
                  </a:lnTo>
                  <a:lnTo>
                    <a:pt x="3316575" y="1565727"/>
                  </a:lnTo>
                  <a:lnTo>
                    <a:pt x="3407902" y="1576817"/>
                  </a:lnTo>
                  <a:lnTo>
                    <a:pt x="3499403" y="1586329"/>
                  </a:lnTo>
                  <a:lnTo>
                    <a:pt x="3587141" y="1594224"/>
                  </a:lnTo>
                  <a:lnTo>
                    <a:pt x="3666655" y="1600481"/>
                  </a:lnTo>
                  <a:lnTo>
                    <a:pt x="3733721" y="1605136"/>
                  </a:lnTo>
                  <a:lnTo>
                    <a:pt x="3785264" y="1608316"/>
                  </a:lnTo>
                  <a:lnTo>
                    <a:pt x="3820154" y="1610241"/>
                  </a:lnTo>
                  <a:lnTo>
                    <a:pt x="3839604" y="1611204"/>
                  </a:lnTo>
                  <a:lnTo>
                    <a:pt x="3847109" y="1611540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50" y="1611603"/>
                  </a:lnTo>
                  <a:lnTo>
                    <a:pt x="4396598" y="1611758"/>
                  </a:lnTo>
                  <a:lnTo>
                    <a:pt x="4417660" y="1612185"/>
                  </a:lnTo>
                  <a:lnTo>
                    <a:pt x="4454725" y="1613024"/>
                  </a:lnTo>
                  <a:lnTo>
                    <a:pt x="4508778" y="1614395"/>
                  </a:lnTo>
                  <a:lnTo>
                    <a:pt x="4578386" y="1616385"/>
                  </a:lnTo>
                  <a:lnTo>
                    <a:pt x="4660171" y="1619042"/>
                  </a:lnTo>
                  <a:lnTo>
                    <a:pt x="4749685" y="1622377"/>
                  </a:lnTo>
                  <a:lnTo>
                    <a:pt x="4842368" y="1626379"/>
                  </a:lnTo>
                  <a:lnTo>
                    <a:pt x="4934294" y="1631032"/>
                  </a:lnTo>
                  <a:lnTo>
                    <a:pt x="5022576" y="1636332"/>
                  </a:lnTo>
                  <a:lnTo>
                    <a:pt x="5105436" y="1642295"/>
                  </a:lnTo>
                  <a:lnTo>
                    <a:pt x="5182062" y="1648969"/>
                  </a:lnTo>
                  <a:lnTo>
                    <a:pt x="5252380" y="1656429"/>
                  </a:lnTo>
                  <a:lnTo>
                    <a:pt x="5316824" y="1664782"/>
                  </a:lnTo>
                  <a:lnTo>
                    <a:pt x="5376137" y="1674160"/>
                  </a:lnTo>
                  <a:lnTo>
                    <a:pt x="5431223" y="1684712"/>
                  </a:lnTo>
                  <a:lnTo>
                    <a:pt x="5483046" y="1696590"/>
                  </a:lnTo>
                  <a:lnTo>
                    <a:pt x="5532533" y="1709925"/>
                  </a:lnTo>
                  <a:lnTo>
                    <a:pt x="5567201" y="1720472"/>
                  </a:lnTo>
                  <a:lnTo>
                    <a:pt x="5617548" y="1737516"/>
                  </a:lnTo>
                  <a:lnTo>
                    <a:pt x="5667407" y="1756331"/>
                  </a:lnTo>
                  <a:lnTo>
                    <a:pt x="5717308" y="1776941"/>
                  </a:lnTo>
                  <a:lnTo>
                    <a:pt x="5767608" y="1799308"/>
                  </a:lnTo>
                  <a:lnTo>
                    <a:pt x="5818512" y="1823322"/>
                  </a:lnTo>
                  <a:lnTo>
                    <a:pt x="5870097" y="1848799"/>
                  </a:lnTo>
                  <a:lnTo>
                    <a:pt x="5922323" y="1875480"/>
                  </a:lnTo>
                  <a:lnTo>
                    <a:pt x="5975056" y="1903043"/>
                  </a:lnTo>
                  <a:lnTo>
                    <a:pt x="6028096" y="1931113"/>
                  </a:lnTo>
                  <a:lnTo>
                    <a:pt x="6081200" y="1959288"/>
                  </a:lnTo>
                  <a:lnTo>
                    <a:pt x="6134118" y="1987157"/>
                  </a:lnTo>
                  <a:lnTo>
                    <a:pt x="6186622" y="2014329"/>
                  </a:lnTo>
                  <a:lnTo>
                    <a:pt x="6238543" y="2040452"/>
                  </a:lnTo>
                  <a:lnTo>
                    <a:pt x="6289790" y="2065235"/>
                  </a:lnTo>
                  <a:lnTo>
                    <a:pt x="6340379" y="2088454"/>
                  </a:lnTo>
                  <a:lnTo>
                    <a:pt x="6390447" y="2109963"/>
                  </a:lnTo>
                  <a:lnTo>
                    <a:pt x="6440273" y="2129688"/>
                  </a:lnTo>
                  <a:lnTo>
                    <a:pt x="6490294" y="2147622"/>
                  </a:lnTo>
                  <a:lnTo>
                    <a:pt x="6515891" y="2156035"/>
                  </a:lnTo>
                  <a:lnTo>
                    <a:pt x="6564207" y="2170462"/>
                  </a:lnTo>
                  <a:lnTo>
                    <a:pt x="6614259" y="2183379"/>
                  </a:lnTo>
                  <a:lnTo>
                    <a:pt x="6666897" y="2194872"/>
                  </a:lnTo>
                  <a:lnTo>
                    <a:pt x="6723069" y="2205081"/>
                  </a:lnTo>
                  <a:lnTo>
                    <a:pt x="6783729" y="2214157"/>
                  </a:lnTo>
                  <a:lnTo>
                    <a:pt x="6849751" y="2222249"/>
                  </a:lnTo>
                  <a:lnTo>
                    <a:pt x="6921806" y="2229479"/>
                  </a:lnTo>
                  <a:lnTo>
                    <a:pt x="7000209" y="2235948"/>
                  </a:lnTo>
                  <a:lnTo>
                    <a:pt x="7084704" y="2241723"/>
                  </a:lnTo>
                  <a:lnTo>
                    <a:pt x="7174231" y="2246841"/>
                  </a:lnTo>
                  <a:lnTo>
                    <a:pt x="7266707" y="2251313"/>
                  </a:lnTo>
                  <a:lnTo>
                    <a:pt x="7358937" y="2255130"/>
                  </a:lnTo>
                  <a:lnTo>
                    <a:pt x="7446762" y="2258276"/>
                  </a:lnTo>
                  <a:lnTo>
                    <a:pt x="7525563" y="2260744"/>
                  </a:lnTo>
                  <a:lnTo>
                    <a:pt x="7591093" y="2262555"/>
                  </a:lnTo>
                  <a:lnTo>
                    <a:pt x="7640443" y="2263766"/>
                  </a:lnTo>
                  <a:lnTo>
                    <a:pt x="7672828" y="2264477"/>
                  </a:lnTo>
                  <a:lnTo>
                    <a:pt x="7689927" y="2264814"/>
                  </a:lnTo>
                  <a:lnTo>
                    <a:pt x="7695745" y="2264918"/>
                  </a:lnTo>
                  <a:lnTo>
                    <a:pt x="7696237" y="2264926"/>
                  </a:lnTo>
                  <a:lnTo>
                    <a:pt x="8234974" y="2264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3" name="pl343"/>
            <p:cNvSpPr/>
            <p:nvPr/>
          </p:nvSpPr>
          <p:spPr>
            <a:xfrm>
              <a:off x="546595" y="2117035"/>
              <a:ext cx="8234974" cy="2264926"/>
            </a:xfrm>
            <a:custGeom>
              <a:avLst/>
              <a:pathLst>
                <a:path w="8234974" h="2264926">
                  <a:moveTo>
                    <a:pt x="8234974" y="2264926"/>
                  </a:moveTo>
                  <a:lnTo>
                    <a:pt x="7696237" y="2264926"/>
                  </a:lnTo>
                  <a:lnTo>
                    <a:pt x="7694943" y="2264904"/>
                  </a:lnTo>
                  <a:lnTo>
                    <a:pt x="7686495" y="2264749"/>
                  </a:lnTo>
                  <a:lnTo>
                    <a:pt x="7665432" y="2264322"/>
                  </a:lnTo>
                  <a:lnTo>
                    <a:pt x="7628368" y="2263483"/>
                  </a:lnTo>
                  <a:lnTo>
                    <a:pt x="7574314" y="2262112"/>
                  </a:lnTo>
                  <a:lnTo>
                    <a:pt x="7504707" y="2260122"/>
                  </a:lnTo>
                  <a:lnTo>
                    <a:pt x="7422922" y="2257465"/>
                  </a:lnTo>
                  <a:lnTo>
                    <a:pt x="7333407" y="2254130"/>
                  </a:lnTo>
                  <a:lnTo>
                    <a:pt x="7240725" y="2250128"/>
                  </a:lnTo>
                  <a:lnTo>
                    <a:pt x="7148799" y="2245475"/>
                  </a:lnTo>
                  <a:lnTo>
                    <a:pt x="7060516" y="2240176"/>
                  </a:lnTo>
                  <a:lnTo>
                    <a:pt x="6977657" y="2234212"/>
                  </a:lnTo>
                  <a:lnTo>
                    <a:pt x="6901031" y="2227539"/>
                  </a:lnTo>
                  <a:lnTo>
                    <a:pt x="6830712" y="2220078"/>
                  </a:lnTo>
                  <a:lnTo>
                    <a:pt x="6766268" y="2211725"/>
                  </a:lnTo>
                  <a:lnTo>
                    <a:pt x="6706956" y="2202348"/>
                  </a:lnTo>
                  <a:lnTo>
                    <a:pt x="6651869" y="2191796"/>
                  </a:lnTo>
                  <a:lnTo>
                    <a:pt x="6600047" y="2179917"/>
                  </a:lnTo>
                  <a:lnTo>
                    <a:pt x="6550559" y="2166583"/>
                  </a:lnTo>
                  <a:lnTo>
                    <a:pt x="6515891" y="2156035"/>
                  </a:lnTo>
                  <a:lnTo>
                    <a:pt x="6465545" y="2138991"/>
                  </a:lnTo>
                  <a:lnTo>
                    <a:pt x="6415685" y="2120176"/>
                  </a:lnTo>
                  <a:lnTo>
                    <a:pt x="6365784" y="2099566"/>
                  </a:lnTo>
                  <a:lnTo>
                    <a:pt x="6315485" y="2077199"/>
                  </a:lnTo>
                  <a:lnTo>
                    <a:pt x="6264580" y="2053185"/>
                  </a:lnTo>
                  <a:lnTo>
                    <a:pt x="6212996" y="2027708"/>
                  </a:lnTo>
                  <a:lnTo>
                    <a:pt x="6160770" y="2001027"/>
                  </a:lnTo>
                  <a:lnTo>
                    <a:pt x="6108036" y="1973465"/>
                  </a:lnTo>
                  <a:lnTo>
                    <a:pt x="6054996" y="1945394"/>
                  </a:lnTo>
                  <a:lnTo>
                    <a:pt x="6001892" y="1917219"/>
                  </a:lnTo>
                  <a:lnTo>
                    <a:pt x="5948975" y="1889350"/>
                  </a:lnTo>
                  <a:lnTo>
                    <a:pt x="5896470" y="1862179"/>
                  </a:lnTo>
                  <a:lnTo>
                    <a:pt x="5844550" y="1836055"/>
                  </a:lnTo>
                  <a:lnTo>
                    <a:pt x="5793303" y="1811273"/>
                  </a:lnTo>
                  <a:lnTo>
                    <a:pt x="5742714" y="1788053"/>
                  </a:lnTo>
                  <a:lnTo>
                    <a:pt x="5692646" y="1766544"/>
                  </a:lnTo>
                  <a:lnTo>
                    <a:pt x="5642820" y="1746820"/>
                  </a:lnTo>
                  <a:lnTo>
                    <a:pt x="5592798" y="1728886"/>
                  </a:lnTo>
                  <a:lnTo>
                    <a:pt x="5567201" y="1720472"/>
                  </a:lnTo>
                  <a:lnTo>
                    <a:pt x="5518886" y="1706045"/>
                  </a:lnTo>
                  <a:lnTo>
                    <a:pt x="5468834" y="1693128"/>
                  </a:lnTo>
                  <a:lnTo>
                    <a:pt x="5416195" y="1681635"/>
                  </a:lnTo>
                  <a:lnTo>
                    <a:pt x="5360024" y="1671427"/>
                  </a:lnTo>
                  <a:lnTo>
                    <a:pt x="5299364" y="1662350"/>
                  </a:lnTo>
                  <a:lnTo>
                    <a:pt x="5233342" y="1654259"/>
                  </a:lnTo>
                  <a:lnTo>
                    <a:pt x="5161286" y="1647028"/>
                  </a:lnTo>
                  <a:lnTo>
                    <a:pt x="5082883" y="1640559"/>
                  </a:lnTo>
                  <a:lnTo>
                    <a:pt x="4998388" y="1634785"/>
                  </a:lnTo>
                  <a:lnTo>
                    <a:pt x="4908862" y="1629667"/>
                  </a:lnTo>
                  <a:lnTo>
                    <a:pt x="4816385" y="1625194"/>
                  </a:lnTo>
                  <a:lnTo>
                    <a:pt x="4724156" y="1621377"/>
                  </a:lnTo>
                  <a:lnTo>
                    <a:pt x="4636331" y="1618231"/>
                  </a:lnTo>
                  <a:lnTo>
                    <a:pt x="4557529" y="1615763"/>
                  </a:lnTo>
                  <a:lnTo>
                    <a:pt x="4491999" y="1613952"/>
                  </a:lnTo>
                  <a:lnTo>
                    <a:pt x="4442650" y="1612741"/>
                  </a:lnTo>
                  <a:lnTo>
                    <a:pt x="4410264" y="1612030"/>
                  </a:lnTo>
                  <a:lnTo>
                    <a:pt x="4393165" y="1611693"/>
                  </a:lnTo>
                  <a:lnTo>
                    <a:pt x="4387348" y="1611590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63" y="1611530"/>
                  </a:lnTo>
                  <a:lnTo>
                    <a:pt x="3838666" y="1611160"/>
                  </a:lnTo>
                  <a:lnTo>
                    <a:pt x="3818205" y="1610139"/>
                  </a:lnTo>
                  <a:lnTo>
                    <a:pt x="3782139" y="1608134"/>
                  </a:lnTo>
                  <a:lnTo>
                    <a:pt x="3729426" y="1604855"/>
                  </a:lnTo>
                  <a:lnTo>
                    <a:pt x="3661352" y="1600089"/>
                  </a:lnTo>
                  <a:lnTo>
                    <a:pt x="3581103" y="1593715"/>
                  </a:lnTo>
                  <a:lnTo>
                    <a:pt x="3492952" y="1585704"/>
                  </a:lnTo>
                  <a:lnTo>
                    <a:pt x="3401343" y="1576078"/>
                  </a:lnTo>
                  <a:lnTo>
                    <a:pt x="3310154" y="1564877"/>
                  </a:lnTo>
                  <a:lnTo>
                    <a:pt x="3222292" y="1552116"/>
                  </a:lnTo>
                  <a:lnTo>
                    <a:pt x="3139593" y="1537759"/>
                  </a:lnTo>
                  <a:lnTo>
                    <a:pt x="3062945" y="1521705"/>
                  </a:lnTo>
                  <a:lnTo>
                    <a:pt x="2992497" y="1503781"/>
                  </a:lnTo>
                  <a:lnTo>
                    <a:pt x="2927888" y="1483741"/>
                  </a:lnTo>
                  <a:lnTo>
                    <a:pt x="2868432" y="1461280"/>
                  </a:lnTo>
                  <a:lnTo>
                    <a:pt x="2813269" y="1436046"/>
                  </a:lnTo>
                  <a:lnTo>
                    <a:pt x="2761468" y="1407670"/>
                  </a:lnTo>
                  <a:lnTo>
                    <a:pt x="2712119" y="1375828"/>
                  </a:lnTo>
                  <a:lnTo>
                    <a:pt x="2667772" y="1342985"/>
                  </a:lnTo>
                  <a:lnTo>
                    <a:pt x="2624760" y="1307375"/>
                  </a:lnTo>
                  <a:lnTo>
                    <a:pt x="2582168" y="1268598"/>
                  </a:lnTo>
                  <a:lnTo>
                    <a:pt x="2539641" y="1226594"/>
                  </a:lnTo>
                  <a:lnTo>
                    <a:pt x="2496921" y="1181386"/>
                  </a:lnTo>
                  <a:lnTo>
                    <a:pt x="2453834" y="1133084"/>
                  </a:lnTo>
                  <a:lnTo>
                    <a:pt x="2410281" y="1081895"/>
                  </a:lnTo>
                  <a:lnTo>
                    <a:pt x="2366230" y="1028125"/>
                  </a:lnTo>
                  <a:lnTo>
                    <a:pt x="2321709" y="972174"/>
                  </a:lnTo>
                  <a:lnTo>
                    <a:pt x="2276795" y="914530"/>
                  </a:lnTo>
                  <a:lnTo>
                    <a:pt x="2231607" y="855750"/>
                  </a:lnTo>
                  <a:lnTo>
                    <a:pt x="2186287" y="796440"/>
                  </a:lnTo>
                  <a:lnTo>
                    <a:pt x="2140992" y="737230"/>
                  </a:lnTo>
                  <a:lnTo>
                    <a:pt x="2095876" y="678744"/>
                  </a:lnTo>
                  <a:lnTo>
                    <a:pt x="2051075" y="621576"/>
                  </a:lnTo>
                  <a:lnTo>
                    <a:pt x="2006696" y="566263"/>
                  </a:lnTo>
                  <a:lnTo>
                    <a:pt x="1962801" y="513267"/>
                  </a:lnTo>
                  <a:lnTo>
                    <a:pt x="1919402" y="462959"/>
                  </a:lnTo>
                  <a:lnTo>
                    <a:pt x="1876445" y="415614"/>
                  </a:lnTo>
                  <a:lnTo>
                    <a:pt x="1833808" y="371408"/>
                  </a:lnTo>
                  <a:lnTo>
                    <a:pt x="1791293" y="330422"/>
                  </a:lnTo>
                  <a:lnTo>
                    <a:pt x="1748611" y="292652"/>
                  </a:lnTo>
                  <a:lnTo>
                    <a:pt x="1719082" y="268597"/>
                  </a:lnTo>
                  <a:lnTo>
                    <a:pt x="1671279" y="233362"/>
                  </a:lnTo>
                  <a:lnTo>
                    <a:pt x="1621784" y="201776"/>
                  </a:lnTo>
                  <a:lnTo>
                    <a:pt x="1569775" y="173636"/>
                  </a:lnTo>
                  <a:lnTo>
                    <a:pt x="1514336" y="148611"/>
                  </a:lnTo>
                  <a:lnTo>
                    <a:pt x="1454539" y="126335"/>
                  </a:lnTo>
                  <a:lnTo>
                    <a:pt x="1389533" y="106456"/>
                  </a:lnTo>
                  <a:lnTo>
                    <a:pt x="1318651" y="88672"/>
                  </a:lnTo>
                  <a:lnTo>
                    <a:pt x="1241559" y="72744"/>
                  </a:lnTo>
                  <a:lnTo>
                    <a:pt x="1158452" y="58503"/>
                  </a:lnTo>
                  <a:lnTo>
                    <a:pt x="1070280" y="45854"/>
                  </a:lnTo>
                  <a:lnTo>
                    <a:pt x="978952" y="34764"/>
                  </a:lnTo>
                  <a:lnTo>
                    <a:pt x="887451" y="25252"/>
                  </a:lnTo>
                  <a:lnTo>
                    <a:pt x="799714" y="17357"/>
                  </a:lnTo>
                  <a:lnTo>
                    <a:pt x="720199" y="11100"/>
                  </a:lnTo>
                  <a:lnTo>
                    <a:pt x="653133" y="6445"/>
                  </a:lnTo>
                  <a:lnTo>
                    <a:pt x="601591" y="3265"/>
                  </a:lnTo>
                  <a:lnTo>
                    <a:pt x="566701" y="1340"/>
                  </a:lnTo>
                  <a:lnTo>
                    <a:pt x="547251" y="377"/>
                  </a:lnTo>
                  <a:lnTo>
                    <a:pt x="539746" y="4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4" name="pg344"/>
            <p:cNvSpPr/>
            <p:nvPr/>
          </p:nvSpPr>
          <p:spPr>
            <a:xfrm>
              <a:off x="546595" y="2127924"/>
              <a:ext cx="8234974" cy="2558931"/>
            </a:xfrm>
            <a:custGeom>
              <a:avLst/>
              <a:pathLst>
                <a:path w="8234974" h="2558931">
                  <a:moveTo>
                    <a:pt x="0" y="10889"/>
                  </a:moveTo>
                  <a:lnTo>
                    <a:pt x="538736" y="10889"/>
                  </a:lnTo>
                  <a:lnTo>
                    <a:pt x="539991" y="10941"/>
                  </a:lnTo>
                  <a:lnTo>
                    <a:pt x="548182" y="11314"/>
                  </a:lnTo>
                  <a:lnTo>
                    <a:pt x="568629" y="12345"/>
                  </a:lnTo>
                  <a:lnTo>
                    <a:pt x="604671" y="14368"/>
                  </a:lnTo>
                  <a:lnTo>
                    <a:pt x="657352" y="17678"/>
                  </a:lnTo>
                  <a:lnTo>
                    <a:pt x="725390" y="22490"/>
                  </a:lnTo>
                  <a:lnTo>
                    <a:pt x="805603" y="28923"/>
                  </a:lnTo>
                  <a:lnTo>
                    <a:pt x="893721" y="37011"/>
                  </a:lnTo>
                  <a:lnTo>
                    <a:pt x="985304" y="46728"/>
                  </a:lnTo>
                  <a:lnTo>
                    <a:pt x="1076475" y="58036"/>
                  </a:lnTo>
                  <a:lnTo>
                    <a:pt x="1164327" y="70920"/>
                  </a:lnTo>
                  <a:lnTo>
                    <a:pt x="1247022" y="85413"/>
                  </a:lnTo>
                  <a:lnTo>
                    <a:pt x="1323670" y="101620"/>
                  </a:lnTo>
                  <a:lnTo>
                    <a:pt x="1394121" y="119715"/>
                  </a:lnTo>
                  <a:lnTo>
                    <a:pt x="1458734" y="139944"/>
                  </a:lnTo>
                  <a:lnTo>
                    <a:pt x="1518193" y="162617"/>
                  </a:lnTo>
                  <a:lnTo>
                    <a:pt x="1573359" y="188088"/>
                  </a:lnTo>
                  <a:lnTo>
                    <a:pt x="1625159" y="216730"/>
                  </a:lnTo>
                  <a:lnTo>
                    <a:pt x="1674505" y="248870"/>
                  </a:lnTo>
                  <a:lnTo>
                    <a:pt x="1719082" y="282208"/>
                  </a:lnTo>
                  <a:lnTo>
                    <a:pt x="1761973" y="318071"/>
                  </a:lnTo>
                  <a:lnTo>
                    <a:pt x="1804445" y="357117"/>
                  </a:lnTo>
                  <a:lnTo>
                    <a:pt x="1846851" y="399403"/>
                  </a:lnTo>
                  <a:lnTo>
                    <a:pt x="1889446" y="444908"/>
                  </a:lnTo>
                  <a:lnTo>
                    <a:pt x="1932405" y="493522"/>
                  </a:lnTo>
                  <a:lnTo>
                    <a:pt x="1975827" y="545039"/>
                  </a:lnTo>
                  <a:lnTo>
                    <a:pt x="2019744" y="599156"/>
                  </a:lnTo>
                  <a:lnTo>
                    <a:pt x="2064129" y="655471"/>
                  </a:lnTo>
                  <a:lnTo>
                    <a:pt x="2108907" y="713499"/>
                  </a:lnTo>
                  <a:lnTo>
                    <a:pt x="2153961" y="772683"/>
                  </a:lnTo>
                  <a:lnTo>
                    <a:pt x="2199150" y="832417"/>
                  </a:lnTo>
                  <a:lnTo>
                    <a:pt x="2244320" y="892071"/>
                  </a:lnTo>
                  <a:lnTo>
                    <a:pt x="2289317" y="951019"/>
                  </a:lnTo>
                  <a:lnTo>
                    <a:pt x="2334005" y="1008663"/>
                  </a:lnTo>
                  <a:lnTo>
                    <a:pt x="2378277" y="1064464"/>
                  </a:lnTo>
                  <a:lnTo>
                    <a:pt x="2422068" y="1117957"/>
                  </a:lnTo>
                  <a:lnTo>
                    <a:pt x="2465367" y="1168764"/>
                  </a:lnTo>
                  <a:lnTo>
                    <a:pt x="2508222" y="1216607"/>
                  </a:lnTo>
                  <a:lnTo>
                    <a:pt x="2550750" y="1261304"/>
                  </a:lnTo>
                  <a:lnTo>
                    <a:pt x="2593145" y="1302767"/>
                  </a:lnTo>
                  <a:lnTo>
                    <a:pt x="2635685" y="1340999"/>
                  </a:lnTo>
                  <a:lnTo>
                    <a:pt x="2667772" y="1367485"/>
                  </a:lnTo>
                  <a:lnTo>
                    <a:pt x="2715563" y="1403068"/>
                  </a:lnTo>
                  <a:lnTo>
                    <a:pt x="2765045" y="1434968"/>
                  </a:lnTo>
                  <a:lnTo>
                    <a:pt x="2817040" y="1463388"/>
                  </a:lnTo>
                  <a:lnTo>
                    <a:pt x="2872461" y="1488662"/>
                  </a:lnTo>
                  <a:lnTo>
                    <a:pt x="2932237" y="1511162"/>
                  </a:lnTo>
                  <a:lnTo>
                    <a:pt x="2997219" y="1531241"/>
                  </a:lnTo>
                  <a:lnTo>
                    <a:pt x="3068074" y="1549203"/>
                  </a:lnTo>
                  <a:lnTo>
                    <a:pt x="3145135" y="1565292"/>
                  </a:lnTo>
                  <a:lnTo>
                    <a:pt x="3228209" y="1579677"/>
                  </a:lnTo>
                  <a:lnTo>
                    <a:pt x="3316349" y="1592455"/>
                  </a:lnTo>
                  <a:lnTo>
                    <a:pt x="3407649" y="1603659"/>
                  </a:lnTo>
                  <a:lnTo>
                    <a:pt x="3499132" y="1613269"/>
                  </a:lnTo>
                  <a:lnTo>
                    <a:pt x="3586866" y="1621248"/>
                  </a:lnTo>
                  <a:lnTo>
                    <a:pt x="3666396" y="1627572"/>
                  </a:lnTo>
                  <a:lnTo>
                    <a:pt x="3733497" y="1632279"/>
                  </a:lnTo>
                  <a:lnTo>
                    <a:pt x="3785091" y="1635496"/>
                  </a:lnTo>
                  <a:lnTo>
                    <a:pt x="3820039" y="1637444"/>
                  </a:lnTo>
                  <a:lnTo>
                    <a:pt x="3839547" y="1638421"/>
                  </a:lnTo>
                  <a:lnTo>
                    <a:pt x="3847093" y="1638762"/>
                  </a:lnTo>
                  <a:lnTo>
                    <a:pt x="3848118" y="1638804"/>
                  </a:lnTo>
                  <a:lnTo>
                    <a:pt x="4386855" y="1638804"/>
                  </a:lnTo>
                  <a:lnTo>
                    <a:pt x="4388142" y="1638835"/>
                  </a:lnTo>
                  <a:lnTo>
                    <a:pt x="4396540" y="1639051"/>
                  </a:lnTo>
                  <a:lnTo>
                    <a:pt x="4417483" y="1639649"/>
                  </a:lnTo>
                  <a:lnTo>
                    <a:pt x="4454349" y="1640823"/>
                  </a:lnTo>
                  <a:lnTo>
                    <a:pt x="4508137" y="1642742"/>
                  </a:lnTo>
                  <a:lnTo>
                    <a:pt x="4577441" y="1645529"/>
                  </a:lnTo>
                  <a:lnTo>
                    <a:pt x="4658923" y="1649250"/>
                  </a:lnTo>
                  <a:lnTo>
                    <a:pt x="4748170" y="1653923"/>
                  </a:lnTo>
                  <a:lnTo>
                    <a:pt x="4840642" y="1659531"/>
                  </a:lnTo>
                  <a:lnTo>
                    <a:pt x="4932425" y="1666053"/>
                  </a:lnTo>
                  <a:lnTo>
                    <a:pt x="5020627" y="1673481"/>
                  </a:lnTo>
                  <a:lnTo>
                    <a:pt x="5103457" y="1681839"/>
                  </a:lnTo>
                  <a:lnTo>
                    <a:pt x="5180089" y="1691192"/>
                  </a:lnTo>
                  <a:lnTo>
                    <a:pt x="5250434" y="1701644"/>
                  </a:lnTo>
                  <a:lnTo>
                    <a:pt x="5314911" y="1713343"/>
                  </a:lnTo>
                  <a:lnTo>
                    <a:pt x="5374251" y="1726474"/>
                  </a:lnTo>
                  <a:lnTo>
                    <a:pt x="5429351" y="1741244"/>
                  </a:lnTo>
                  <a:lnTo>
                    <a:pt x="5481168" y="1757867"/>
                  </a:lnTo>
                  <a:lnTo>
                    <a:pt x="5530626" y="1776527"/>
                  </a:lnTo>
                  <a:lnTo>
                    <a:pt x="5567201" y="1792159"/>
                  </a:lnTo>
                  <a:lnTo>
                    <a:pt x="5615611" y="1815186"/>
                  </a:lnTo>
                  <a:lnTo>
                    <a:pt x="5663548" y="1840516"/>
                  </a:lnTo>
                  <a:lnTo>
                    <a:pt x="5711494" y="1868183"/>
                  </a:lnTo>
                  <a:lnTo>
                    <a:pt x="5759778" y="1898148"/>
                  </a:lnTo>
                  <a:lnTo>
                    <a:pt x="5808600" y="1930285"/>
                  </a:lnTo>
                  <a:lnTo>
                    <a:pt x="5858047" y="1964380"/>
                  </a:lnTo>
                  <a:lnTo>
                    <a:pt x="5908103" y="2000129"/>
                  </a:lnTo>
                  <a:lnTo>
                    <a:pt x="5958671" y="2037147"/>
                  </a:lnTo>
                  <a:lnTo>
                    <a:pt x="6009584" y="2074983"/>
                  </a:lnTo>
                  <a:lnTo>
                    <a:pt x="6060638" y="2113140"/>
                  </a:lnTo>
                  <a:lnTo>
                    <a:pt x="6111607" y="2151104"/>
                  </a:lnTo>
                  <a:lnTo>
                    <a:pt x="6162279" y="2188373"/>
                  </a:lnTo>
                  <a:lnTo>
                    <a:pt x="6212477" y="2224482"/>
                  </a:lnTo>
                  <a:lnTo>
                    <a:pt x="6262082" y="2259026"/>
                  </a:lnTo>
                  <a:lnTo>
                    <a:pt x="6311058" y="2291681"/>
                  </a:lnTo>
                  <a:lnTo>
                    <a:pt x="6359464" y="2322208"/>
                  </a:lnTo>
                  <a:lnTo>
                    <a:pt x="6407469" y="2350461"/>
                  </a:lnTo>
                  <a:lnTo>
                    <a:pt x="6455370" y="2376380"/>
                  </a:lnTo>
                  <a:lnTo>
                    <a:pt x="6503606" y="2399981"/>
                  </a:lnTo>
                  <a:lnTo>
                    <a:pt x="6515891" y="2405576"/>
                  </a:lnTo>
                  <a:lnTo>
                    <a:pt x="6564106" y="2425854"/>
                  </a:lnTo>
                  <a:lnTo>
                    <a:pt x="6614048" y="2444015"/>
                  </a:lnTo>
                  <a:lnTo>
                    <a:pt x="6666562" y="2460178"/>
                  </a:lnTo>
                  <a:lnTo>
                    <a:pt x="6722588" y="2474537"/>
                  </a:lnTo>
                  <a:lnTo>
                    <a:pt x="6783077" y="2487307"/>
                  </a:lnTo>
                  <a:lnTo>
                    <a:pt x="6848897" y="2498694"/>
                  </a:lnTo>
                  <a:lnTo>
                    <a:pt x="6920720" y="2508871"/>
                  </a:lnTo>
                  <a:lnTo>
                    <a:pt x="6998864" y="2517978"/>
                  </a:lnTo>
                  <a:lnTo>
                    <a:pt x="7083084" y="2526110"/>
                  </a:lnTo>
                  <a:lnTo>
                    <a:pt x="7172344" y="2533321"/>
                  </a:lnTo>
                  <a:lnTo>
                    <a:pt x="7264596" y="2539626"/>
                  </a:lnTo>
                  <a:lnTo>
                    <a:pt x="7356687" y="2545014"/>
                  </a:lnTo>
                  <a:lnTo>
                    <a:pt x="7444502" y="2549460"/>
                  </a:lnTo>
                  <a:lnTo>
                    <a:pt x="7523454" y="2552955"/>
                  </a:lnTo>
                  <a:lnTo>
                    <a:pt x="7589297" y="2555526"/>
                  </a:lnTo>
                  <a:lnTo>
                    <a:pt x="7639086" y="2557254"/>
                  </a:lnTo>
                  <a:lnTo>
                    <a:pt x="7671967" y="2558274"/>
                  </a:lnTo>
                  <a:lnTo>
                    <a:pt x="7689525" y="2558763"/>
                  </a:lnTo>
                  <a:lnTo>
                    <a:pt x="7695661" y="2558917"/>
                  </a:lnTo>
                  <a:lnTo>
                    <a:pt x="7696237" y="2558931"/>
                  </a:lnTo>
                  <a:lnTo>
                    <a:pt x="8234974" y="2558931"/>
                  </a:lnTo>
                  <a:lnTo>
                    <a:pt x="8234974" y="2548041"/>
                  </a:lnTo>
                  <a:lnTo>
                    <a:pt x="7696237" y="2548041"/>
                  </a:lnTo>
                  <a:lnTo>
                    <a:pt x="7694950" y="2548011"/>
                  </a:lnTo>
                  <a:lnTo>
                    <a:pt x="7686553" y="2547795"/>
                  </a:lnTo>
                  <a:lnTo>
                    <a:pt x="7665610" y="2547196"/>
                  </a:lnTo>
                  <a:lnTo>
                    <a:pt x="7628743" y="2546023"/>
                  </a:lnTo>
                  <a:lnTo>
                    <a:pt x="7574956" y="2544104"/>
                  </a:lnTo>
                  <a:lnTo>
                    <a:pt x="7505652" y="2541317"/>
                  </a:lnTo>
                  <a:lnTo>
                    <a:pt x="7424170" y="2537596"/>
                  </a:lnTo>
                  <a:lnTo>
                    <a:pt x="7334923" y="2532923"/>
                  </a:lnTo>
                  <a:lnTo>
                    <a:pt x="7242450" y="2527315"/>
                  </a:lnTo>
                  <a:lnTo>
                    <a:pt x="7150667" y="2520793"/>
                  </a:lnTo>
                  <a:lnTo>
                    <a:pt x="7062465" y="2513365"/>
                  </a:lnTo>
                  <a:lnTo>
                    <a:pt x="6979635" y="2505006"/>
                  </a:lnTo>
                  <a:lnTo>
                    <a:pt x="6903003" y="2495654"/>
                  </a:lnTo>
                  <a:lnTo>
                    <a:pt x="6832659" y="2485202"/>
                  </a:lnTo>
                  <a:lnTo>
                    <a:pt x="6768182" y="2473502"/>
                  </a:lnTo>
                  <a:lnTo>
                    <a:pt x="6708842" y="2460372"/>
                  </a:lnTo>
                  <a:lnTo>
                    <a:pt x="6653741" y="2445602"/>
                  </a:lnTo>
                  <a:lnTo>
                    <a:pt x="6601925" y="2428978"/>
                  </a:lnTo>
                  <a:lnTo>
                    <a:pt x="6552466" y="2410318"/>
                  </a:lnTo>
                  <a:lnTo>
                    <a:pt x="6515891" y="2394687"/>
                  </a:lnTo>
                  <a:lnTo>
                    <a:pt x="6467482" y="2371659"/>
                  </a:lnTo>
                  <a:lnTo>
                    <a:pt x="6419544" y="2346330"/>
                  </a:lnTo>
                  <a:lnTo>
                    <a:pt x="6371598" y="2318662"/>
                  </a:lnTo>
                  <a:lnTo>
                    <a:pt x="6323315" y="2288698"/>
                  </a:lnTo>
                  <a:lnTo>
                    <a:pt x="6274492" y="2256561"/>
                  </a:lnTo>
                  <a:lnTo>
                    <a:pt x="6225046" y="2222466"/>
                  </a:lnTo>
                  <a:lnTo>
                    <a:pt x="6174989" y="2186717"/>
                  </a:lnTo>
                  <a:lnTo>
                    <a:pt x="6124422" y="2149699"/>
                  </a:lnTo>
                  <a:lnTo>
                    <a:pt x="6073508" y="2111863"/>
                  </a:lnTo>
                  <a:lnTo>
                    <a:pt x="6022455" y="2073706"/>
                  </a:lnTo>
                  <a:lnTo>
                    <a:pt x="5971486" y="2035742"/>
                  </a:lnTo>
                  <a:lnTo>
                    <a:pt x="5920813" y="1998472"/>
                  </a:lnTo>
                  <a:lnTo>
                    <a:pt x="5870616" y="1962364"/>
                  </a:lnTo>
                  <a:lnTo>
                    <a:pt x="5821010" y="1927820"/>
                  </a:lnTo>
                  <a:lnTo>
                    <a:pt x="5772034" y="1895165"/>
                  </a:lnTo>
                  <a:lnTo>
                    <a:pt x="5723629" y="1864638"/>
                  </a:lnTo>
                  <a:lnTo>
                    <a:pt x="5675624" y="1836384"/>
                  </a:lnTo>
                  <a:lnTo>
                    <a:pt x="5627723" y="1810466"/>
                  </a:lnTo>
                  <a:lnTo>
                    <a:pt x="5579487" y="1786864"/>
                  </a:lnTo>
                  <a:lnTo>
                    <a:pt x="5567201" y="1781270"/>
                  </a:lnTo>
                  <a:lnTo>
                    <a:pt x="5518987" y="1760991"/>
                  </a:lnTo>
                  <a:lnTo>
                    <a:pt x="5469045" y="1742830"/>
                  </a:lnTo>
                  <a:lnTo>
                    <a:pt x="5416531" y="1726668"/>
                  </a:lnTo>
                  <a:lnTo>
                    <a:pt x="5360504" y="1712309"/>
                  </a:lnTo>
                  <a:lnTo>
                    <a:pt x="5300016" y="1699539"/>
                  </a:lnTo>
                  <a:lnTo>
                    <a:pt x="5234195" y="1688152"/>
                  </a:lnTo>
                  <a:lnTo>
                    <a:pt x="5162372" y="1677975"/>
                  </a:lnTo>
                  <a:lnTo>
                    <a:pt x="5084229" y="1668868"/>
                  </a:lnTo>
                  <a:lnTo>
                    <a:pt x="5000008" y="1660736"/>
                  </a:lnTo>
                  <a:lnTo>
                    <a:pt x="4910749" y="1653525"/>
                  </a:lnTo>
                  <a:lnTo>
                    <a:pt x="4818496" y="1647219"/>
                  </a:lnTo>
                  <a:lnTo>
                    <a:pt x="4726405" y="1641832"/>
                  </a:lnTo>
                  <a:lnTo>
                    <a:pt x="4638590" y="1637386"/>
                  </a:lnTo>
                  <a:lnTo>
                    <a:pt x="4559638" y="1633891"/>
                  </a:lnTo>
                  <a:lnTo>
                    <a:pt x="4493796" y="1631320"/>
                  </a:lnTo>
                  <a:lnTo>
                    <a:pt x="4444006" y="1629592"/>
                  </a:lnTo>
                  <a:lnTo>
                    <a:pt x="4411125" y="1628572"/>
                  </a:lnTo>
                  <a:lnTo>
                    <a:pt x="4393568" y="1628083"/>
                  </a:lnTo>
                  <a:lnTo>
                    <a:pt x="4387431" y="1627929"/>
                  </a:lnTo>
                  <a:lnTo>
                    <a:pt x="4386855" y="1627915"/>
                  </a:lnTo>
                  <a:lnTo>
                    <a:pt x="3848118" y="1627915"/>
                  </a:lnTo>
                  <a:lnTo>
                    <a:pt x="3846864" y="1627863"/>
                  </a:lnTo>
                  <a:lnTo>
                    <a:pt x="3838673" y="1627490"/>
                  </a:lnTo>
                  <a:lnTo>
                    <a:pt x="3818226" y="1626459"/>
                  </a:lnTo>
                  <a:lnTo>
                    <a:pt x="3782184" y="1624435"/>
                  </a:lnTo>
                  <a:lnTo>
                    <a:pt x="3729502" y="1621126"/>
                  </a:lnTo>
                  <a:lnTo>
                    <a:pt x="3661464" y="1616314"/>
                  </a:lnTo>
                  <a:lnTo>
                    <a:pt x="3581252" y="1609881"/>
                  </a:lnTo>
                  <a:lnTo>
                    <a:pt x="3493134" y="1601793"/>
                  </a:lnTo>
                  <a:lnTo>
                    <a:pt x="3401550" y="1592076"/>
                  </a:lnTo>
                  <a:lnTo>
                    <a:pt x="3310380" y="1580767"/>
                  </a:lnTo>
                  <a:lnTo>
                    <a:pt x="3222528" y="1567884"/>
                  </a:lnTo>
                  <a:lnTo>
                    <a:pt x="3139833" y="1553390"/>
                  </a:lnTo>
                  <a:lnTo>
                    <a:pt x="3063184" y="1537184"/>
                  </a:lnTo>
                  <a:lnTo>
                    <a:pt x="2992734" y="1519089"/>
                  </a:lnTo>
                  <a:lnTo>
                    <a:pt x="2928121" y="1498860"/>
                  </a:lnTo>
                  <a:lnTo>
                    <a:pt x="2868661" y="1476187"/>
                  </a:lnTo>
                  <a:lnTo>
                    <a:pt x="2813496" y="1450715"/>
                  </a:lnTo>
                  <a:lnTo>
                    <a:pt x="2761696" y="1422074"/>
                  </a:lnTo>
                  <a:lnTo>
                    <a:pt x="2712350" y="1389934"/>
                  </a:lnTo>
                  <a:lnTo>
                    <a:pt x="2667772" y="1356596"/>
                  </a:lnTo>
                  <a:lnTo>
                    <a:pt x="2624881" y="1320732"/>
                  </a:lnTo>
                  <a:lnTo>
                    <a:pt x="2582409" y="1281687"/>
                  </a:lnTo>
                  <a:lnTo>
                    <a:pt x="2540004" y="1239401"/>
                  </a:lnTo>
                  <a:lnTo>
                    <a:pt x="2497408" y="1193896"/>
                  </a:lnTo>
                  <a:lnTo>
                    <a:pt x="2454449" y="1145282"/>
                  </a:lnTo>
                  <a:lnTo>
                    <a:pt x="2411028" y="1093765"/>
                  </a:lnTo>
                  <a:lnTo>
                    <a:pt x="2367111" y="1039648"/>
                  </a:lnTo>
                  <a:lnTo>
                    <a:pt x="2322726" y="983333"/>
                  </a:lnTo>
                  <a:lnTo>
                    <a:pt x="2277948" y="925305"/>
                  </a:lnTo>
                  <a:lnTo>
                    <a:pt x="2232894" y="866121"/>
                  </a:lnTo>
                  <a:lnTo>
                    <a:pt x="2187704" y="806386"/>
                  </a:lnTo>
                  <a:lnTo>
                    <a:pt x="2142535" y="746732"/>
                  </a:lnTo>
                  <a:lnTo>
                    <a:pt x="2097538" y="687785"/>
                  </a:lnTo>
                  <a:lnTo>
                    <a:pt x="2052850" y="630141"/>
                  </a:lnTo>
                  <a:lnTo>
                    <a:pt x="2008578" y="574339"/>
                  </a:lnTo>
                  <a:lnTo>
                    <a:pt x="1964786" y="520847"/>
                  </a:lnTo>
                  <a:lnTo>
                    <a:pt x="1921487" y="470039"/>
                  </a:lnTo>
                  <a:lnTo>
                    <a:pt x="1878633" y="422197"/>
                  </a:lnTo>
                  <a:lnTo>
                    <a:pt x="1836105" y="377500"/>
                  </a:lnTo>
                  <a:lnTo>
                    <a:pt x="1793710" y="336036"/>
                  </a:lnTo>
                  <a:lnTo>
                    <a:pt x="1751169" y="297805"/>
                  </a:lnTo>
                  <a:lnTo>
                    <a:pt x="1719082" y="271319"/>
                  </a:lnTo>
                  <a:lnTo>
                    <a:pt x="1671291" y="235736"/>
                  </a:lnTo>
                  <a:lnTo>
                    <a:pt x="1621809" y="203836"/>
                  </a:lnTo>
                  <a:lnTo>
                    <a:pt x="1569815" y="175416"/>
                  </a:lnTo>
                  <a:lnTo>
                    <a:pt x="1514393" y="150142"/>
                  </a:lnTo>
                  <a:lnTo>
                    <a:pt x="1454617" y="127642"/>
                  </a:lnTo>
                  <a:lnTo>
                    <a:pt x="1389635" y="107563"/>
                  </a:lnTo>
                  <a:lnTo>
                    <a:pt x="1318781" y="89600"/>
                  </a:lnTo>
                  <a:lnTo>
                    <a:pt x="1241720" y="73512"/>
                  </a:lnTo>
                  <a:lnTo>
                    <a:pt x="1158646" y="59127"/>
                  </a:lnTo>
                  <a:lnTo>
                    <a:pt x="1070506" y="46349"/>
                  </a:lnTo>
                  <a:lnTo>
                    <a:pt x="979206" y="35145"/>
                  </a:lnTo>
                  <a:lnTo>
                    <a:pt x="887723" y="25534"/>
                  </a:lnTo>
                  <a:lnTo>
                    <a:pt x="799989" y="17556"/>
                  </a:lnTo>
                  <a:lnTo>
                    <a:pt x="720459" y="11232"/>
                  </a:lnTo>
                  <a:lnTo>
                    <a:pt x="653358" y="6525"/>
                  </a:lnTo>
                  <a:lnTo>
                    <a:pt x="601764" y="3308"/>
                  </a:lnTo>
                  <a:lnTo>
                    <a:pt x="566815" y="1360"/>
                  </a:lnTo>
                  <a:lnTo>
                    <a:pt x="547308" y="383"/>
                  </a:lnTo>
                  <a:lnTo>
                    <a:pt x="539761" y="4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45" name="pl345"/>
            <p:cNvSpPr/>
            <p:nvPr/>
          </p:nvSpPr>
          <p:spPr>
            <a:xfrm>
              <a:off x="546595" y="2138813"/>
              <a:ext cx="8234974" cy="2548041"/>
            </a:xfrm>
            <a:custGeom>
              <a:avLst/>
              <a:pathLst>
                <a:path w="8234974" h="2548041">
                  <a:moveTo>
                    <a:pt x="0" y="0"/>
                  </a:moveTo>
                  <a:lnTo>
                    <a:pt x="538736" y="0"/>
                  </a:lnTo>
                  <a:lnTo>
                    <a:pt x="539991" y="52"/>
                  </a:lnTo>
                  <a:lnTo>
                    <a:pt x="548182" y="425"/>
                  </a:lnTo>
                  <a:lnTo>
                    <a:pt x="568629" y="1456"/>
                  </a:lnTo>
                  <a:lnTo>
                    <a:pt x="604671" y="3479"/>
                  </a:lnTo>
                  <a:lnTo>
                    <a:pt x="657352" y="6789"/>
                  </a:lnTo>
                  <a:lnTo>
                    <a:pt x="725390" y="11601"/>
                  </a:lnTo>
                  <a:lnTo>
                    <a:pt x="805603" y="18034"/>
                  </a:lnTo>
                  <a:lnTo>
                    <a:pt x="893721" y="26122"/>
                  </a:lnTo>
                  <a:lnTo>
                    <a:pt x="985304" y="35839"/>
                  </a:lnTo>
                  <a:lnTo>
                    <a:pt x="1076475" y="47147"/>
                  </a:lnTo>
                  <a:lnTo>
                    <a:pt x="1164327" y="60030"/>
                  </a:lnTo>
                  <a:lnTo>
                    <a:pt x="1247022" y="74524"/>
                  </a:lnTo>
                  <a:lnTo>
                    <a:pt x="1323670" y="90731"/>
                  </a:lnTo>
                  <a:lnTo>
                    <a:pt x="1394121" y="108826"/>
                  </a:lnTo>
                  <a:lnTo>
                    <a:pt x="1458734" y="129055"/>
                  </a:lnTo>
                  <a:lnTo>
                    <a:pt x="1518193" y="151728"/>
                  </a:lnTo>
                  <a:lnTo>
                    <a:pt x="1573359" y="177199"/>
                  </a:lnTo>
                  <a:lnTo>
                    <a:pt x="1625159" y="205840"/>
                  </a:lnTo>
                  <a:lnTo>
                    <a:pt x="1674505" y="237981"/>
                  </a:lnTo>
                  <a:lnTo>
                    <a:pt x="1719082" y="271319"/>
                  </a:lnTo>
                  <a:lnTo>
                    <a:pt x="1761973" y="307182"/>
                  </a:lnTo>
                  <a:lnTo>
                    <a:pt x="1804445" y="346228"/>
                  </a:lnTo>
                  <a:lnTo>
                    <a:pt x="1846851" y="388513"/>
                  </a:lnTo>
                  <a:lnTo>
                    <a:pt x="1889446" y="434018"/>
                  </a:lnTo>
                  <a:lnTo>
                    <a:pt x="1932405" y="482633"/>
                  </a:lnTo>
                  <a:lnTo>
                    <a:pt x="1975827" y="534150"/>
                  </a:lnTo>
                  <a:lnTo>
                    <a:pt x="2019744" y="588267"/>
                  </a:lnTo>
                  <a:lnTo>
                    <a:pt x="2064129" y="644582"/>
                  </a:lnTo>
                  <a:lnTo>
                    <a:pt x="2108907" y="702610"/>
                  </a:lnTo>
                  <a:lnTo>
                    <a:pt x="2153961" y="761794"/>
                  </a:lnTo>
                  <a:lnTo>
                    <a:pt x="2199150" y="821528"/>
                  </a:lnTo>
                  <a:lnTo>
                    <a:pt x="2244320" y="881182"/>
                  </a:lnTo>
                  <a:lnTo>
                    <a:pt x="2289317" y="940129"/>
                  </a:lnTo>
                  <a:lnTo>
                    <a:pt x="2334005" y="997774"/>
                  </a:lnTo>
                  <a:lnTo>
                    <a:pt x="2378277" y="1053575"/>
                  </a:lnTo>
                  <a:lnTo>
                    <a:pt x="2422068" y="1107068"/>
                  </a:lnTo>
                  <a:lnTo>
                    <a:pt x="2465367" y="1157875"/>
                  </a:lnTo>
                  <a:lnTo>
                    <a:pt x="2508222" y="1205718"/>
                  </a:lnTo>
                  <a:lnTo>
                    <a:pt x="2550750" y="1250414"/>
                  </a:lnTo>
                  <a:lnTo>
                    <a:pt x="2593145" y="1291878"/>
                  </a:lnTo>
                  <a:lnTo>
                    <a:pt x="2635685" y="1330110"/>
                  </a:lnTo>
                  <a:lnTo>
                    <a:pt x="2667772" y="1356596"/>
                  </a:lnTo>
                  <a:lnTo>
                    <a:pt x="2715563" y="1392179"/>
                  </a:lnTo>
                  <a:lnTo>
                    <a:pt x="2765045" y="1424079"/>
                  </a:lnTo>
                  <a:lnTo>
                    <a:pt x="2817040" y="1452499"/>
                  </a:lnTo>
                  <a:lnTo>
                    <a:pt x="2872461" y="1477773"/>
                  </a:lnTo>
                  <a:lnTo>
                    <a:pt x="2932237" y="1500273"/>
                  </a:lnTo>
                  <a:lnTo>
                    <a:pt x="2997219" y="1520352"/>
                  </a:lnTo>
                  <a:lnTo>
                    <a:pt x="3068074" y="1538314"/>
                  </a:lnTo>
                  <a:lnTo>
                    <a:pt x="3145135" y="1554403"/>
                  </a:lnTo>
                  <a:lnTo>
                    <a:pt x="3228209" y="1568788"/>
                  </a:lnTo>
                  <a:lnTo>
                    <a:pt x="3316349" y="1581566"/>
                  </a:lnTo>
                  <a:lnTo>
                    <a:pt x="3407649" y="1592770"/>
                  </a:lnTo>
                  <a:lnTo>
                    <a:pt x="3499132" y="1602380"/>
                  </a:lnTo>
                  <a:lnTo>
                    <a:pt x="3586866" y="1610358"/>
                  </a:lnTo>
                  <a:lnTo>
                    <a:pt x="3666396" y="1616683"/>
                  </a:lnTo>
                  <a:lnTo>
                    <a:pt x="3733497" y="1621390"/>
                  </a:lnTo>
                  <a:lnTo>
                    <a:pt x="3785091" y="1624607"/>
                  </a:lnTo>
                  <a:lnTo>
                    <a:pt x="3820039" y="1626555"/>
                  </a:lnTo>
                  <a:lnTo>
                    <a:pt x="3839547" y="1627531"/>
                  </a:lnTo>
                  <a:lnTo>
                    <a:pt x="3847093" y="1627873"/>
                  </a:lnTo>
                  <a:lnTo>
                    <a:pt x="3848118" y="1627915"/>
                  </a:lnTo>
                  <a:lnTo>
                    <a:pt x="4386855" y="1627915"/>
                  </a:lnTo>
                  <a:lnTo>
                    <a:pt x="4388142" y="1627946"/>
                  </a:lnTo>
                  <a:lnTo>
                    <a:pt x="4396540" y="1628162"/>
                  </a:lnTo>
                  <a:lnTo>
                    <a:pt x="4417483" y="1628760"/>
                  </a:lnTo>
                  <a:lnTo>
                    <a:pt x="4454349" y="1629934"/>
                  </a:lnTo>
                  <a:lnTo>
                    <a:pt x="4508137" y="1631853"/>
                  </a:lnTo>
                  <a:lnTo>
                    <a:pt x="4577441" y="1634640"/>
                  </a:lnTo>
                  <a:lnTo>
                    <a:pt x="4658923" y="1638361"/>
                  </a:lnTo>
                  <a:lnTo>
                    <a:pt x="4748170" y="1643034"/>
                  </a:lnTo>
                  <a:lnTo>
                    <a:pt x="4840642" y="1648642"/>
                  </a:lnTo>
                  <a:lnTo>
                    <a:pt x="4932425" y="1655164"/>
                  </a:lnTo>
                  <a:lnTo>
                    <a:pt x="5020627" y="1662592"/>
                  </a:lnTo>
                  <a:lnTo>
                    <a:pt x="5103457" y="1670950"/>
                  </a:lnTo>
                  <a:lnTo>
                    <a:pt x="5180089" y="1680303"/>
                  </a:lnTo>
                  <a:lnTo>
                    <a:pt x="5250434" y="1690755"/>
                  </a:lnTo>
                  <a:lnTo>
                    <a:pt x="5314911" y="1702454"/>
                  </a:lnTo>
                  <a:lnTo>
                    <a:pt x="5374251" y="1715585"/>
                  </a:lnTo>
                  <a:lnTo>
                    <a:pt x="5429351" y="1730355"/>
                  </a:lnTo>
                  <a:lnTo>
                    <a:pt x="5481168" y="1746978"/>
                  </a:lnTo>
                  <a:lnTo>
                    <a:pt x="5530626" y="1765638"/>
                  </a:lnTo>
                  <a:lnTo>
                    <a:pt x="5567201" y="1781270"/>
                  </a:lnTo>
                  <a:lnTo>
                    <a:pt x="5615611" y="1804297"/>
                  </a:lnTo>
                  <a:lnTo>
                    <a:pt x="5663548" y="1829627"/>
                  </a:lnTo>
                  <a:lnTo>
                    <a:pt x="5711494" y="1857294"/>
                  </a:lnTo>
                  <a:lnTo>
                    <a:pt x="5759778" y="1887259"/>
                  </a:lnTo>
                  <a:lnTo>
                    <a:pt x="5808600" y="1919396"/>
                  </a:lnTo>
                  <a:lnTo>
                    <a:pt x="5858047" y="1953491"/>
                  </a:lnTo>
                  <a:lnTo>
                    <a:pt x="5908103" y="1989240"/>
                  </a:lnTo>
                  <a:lnTo>
                    <a:pt x="5958671" y="2026258"/>
                  </a:lnTo>
                  <a:lnTo>
                    <a:pt x="6009584" y="2064094"/>
                  </a:lnTo>
                  <a:lnTo>
                    <a:pt x="6060638" y="2102251"/>
                  </a:lnTo>
                  <a:lnTo>
                    <a:pt x="6111607" y="2140215"/>
                  </a:lnTo>
                  <a:lnTo>
                    <a:pt x="6162279" y="2177484"/>
                  </a:lnTo>
                  <a:lnTo>
                    <a:pt x="6212477" y="2213593"/>
                  </a:lnTo>
                  <a:lnTo>
                    <a:pt x="6262082" y="2248137"/>
                  </a:lnTo>
                  <a:lnTo>
                    <a:pt x="6311058" y="2280791"/>
                  </a:lnTo>
                  <a:lnTo>
                    <a:pt x="6359464" y="2311319"/>
                  </a:lnTo>
                  <a:lnTo>
                    <a:pt x="6407469" y="2339572"/>
                  </a:lnTo>
                  <a:lnTo>
                    <a:pt x="6455370" y="2365491"/>
                  </a:lnTo>
                  <a:lnTo>
                    <a:pt x="6503606" y="2389092"/>
                  </a:lnTo>
                  <a:lnTo>
                    <a:pt x="6515891" y="2394687"/>
                  </a:lnTo>
                  <a:lnTo>
                    <a:pt x="6564106" y="2414965"/>
                  </a:lnTo>
                  <a:lnTo>
                    <a:pt x="6614048" y="2433126"/>
                  </a:lnTo>
                  <a:lnTo>
                    <a:pt x="6666562" y="2449289"/>
                  </a:lnTo>
                  <a:lnTo>
                    <a:pt x="6722588" y="2463648"/>
                  </a:lnTo>
                  <a:lnTo>
                    <a:pt x="6783077" y="2476418"/>
                  </a:lnTo>
                  <a:lnTo>
                    <a:pt x="6848897" y="2487805"/>
                  </a:lnTo>
                  <a:lnTo>
                    <a:pt x="6920720" y="2497982"/>
                  </a:lnTo>
                  <a:lnTo>
                    <a:pt x="6998864" y="2507089"/>
                  </a:lnTo>
                  <a:lnTo>
                    <a:pt x="7083084" y="2515221"/>
                  </a:lnTo>
                  <a:lnTo>
                    <a:pt x="7172344" y="2522432"/>
                  </a:lnTo>
                  <a:lnTo>
                    <a:pt x="7264596" y="2528737"/>
                  </a:lnTo>
                  <a:lnTo>
                    <a:pt x="7356687" y="2534124"/>
                  </a:lnTo>
                  <a:lnTo>
                    <a:pt x="7444502" y="2538571"/>
                  </a:lnTo>
                  <a:lnTo>
                    <a:pt x="7523454" y="2542066"/>
                  </a:lnTo>
                  <a:lnTo>
                    <a:pt x="7589297" y="2544637"/>
                  </a:lnTo>
                  <a:lnTo>
                    <a:pt x="7639086" y="2546365"/>
                  </a:lnTo>
                  <a:lnTo>
                    <a:pt x="7671967" y="2547385"/>
                  </a:lnTo>
                  <a:lnTo>
                    <a:pt x="7689525" y="2547874"/>
                  </a:lnTo>
                  <a:lnTo>
                    <a:pt x="7695661" y="2548028"/>
                  </a:lnTo>
                  <a:lnTo>
                    <a:pt x="7696237" y="2548041"/>
                  </a:lnTo>
                  <a:lnTo>
                    <a:pt x="8234974" y="2548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6" name="pl346"/>
            <p:cNvSpPr/>
            <p:nvPr/>
          </p:nvSpPr>
          <p:spPr>
            <a:xfrm>
              <a:off x="546595" y="2127924"/>
              <a:ext cx="8234974" cy="2548041"/>
            </a:xfrm>
            <a:custGeom>
              <a:avLst/>
              <a:pathLst>
                <a:path w="8234974" h="2548041">
                  <a:moveTo>
                    <a:pt x="8234974" y="2548041"/>
                  </a:moveTo>
                  <a:lnTo>
                    <a:pt x="7696237" y="2548041"/>
                  </a:lnTo>
                  <a:lnTo>
                    <a:pt x="7694950" y="2548011"/>
                  </a:lnTo>
                  <a:lnTo>
                    <a:pt x="7686553" y="2547795"/>
                  </a:lnTo>
                  <a:lnTo>
                    <a:pt x="7665610" y="2547196"/>
                  </a:lnTo>
                  <a:lnTo>
                    <a:pt x="7628743" y="2546023"/>
                  </a:lnTo>
                  <a:lnTo>
                    <a:pt x="7574956" y="2544104"/>
                  </a:lnTo>
                  <a:lnTo>
                    <a:pt x="7505652" y="2541317"/>
                  </a:lnTo>
                  <a:lnTo>
                    <a:pt x="7424170" y="2537596"/>
                  </a:lnTo>
                  <a:lnTo>
                    <a:pt x="7334923" y="2532923"/>
                  </a:lnTo>
                  <a:lnTo>
                    <a:pt x="7242450" y="2527315"/>
                  </a:lnTo>
                  <a:lnTo>
                    <a:pt x="7150667" y="2520793"/>
                  </a:lnTo>
                  <a:lnTo>
                    <a:pt x="7062465" y="2513365"/>
                  </a:lnTo>
                  <a:lnTo>
                    <a:pt x="6979635" y="2505006"/>
                  </a:lnTo>
                  <a:lnTo>
                    <a:pt x="6903003" y="2495654"/>
                  </a:lnTo>
                  <a:lnTo>
                    <a:pt x="6832659" y="2485202"/>
                  </a:lnTo>
                  <a:lnTo>
                    <a:pt x="6768182" y="2473502"/>
                  </a:lnTo>
                  <a:lnTo>
                    <a:pt x="6708842" y="2460372"/>
                  </a:lnTo>
                  <a:lnTo>
                    <a:pt x="6653741" y="2445602"/>
                  </a:lnTo>
                  <a:lnTo>
                    <a:pt x="6601925" y="2428978"/>
                  </a:lnTo>
                  <a:lnTo>
                    <a:pt x="6552466" y="2410318"/>
                  </a:lnTo>
                  <a:lnTo>
                    <a:pt x="6515891" y="2394687"/>
                  </a:lnTo>
                  <a:lnTo>
                    <a:pt x="6467482" y="2371659"/>
                  </a:lnTo>
                  <a:lnTo>
                    <a:pt x="6419544" y="2346330"/>
                  </a:lnTo>
                  <a:lnTo>
                    <a:pt x="6371598" y="2318662"/>
                  </a:lnTo>
                  <a:lnTo>
                    <a:pt x="6323315" y="2288698"/>
                  </a:lnTo>
                  <a:lnTo>
                    <a:pt x="6274492" y="2256561"/>
                  </a:lnTo>
                  <a:lnTo>
                    <a:pt x="6225046" y="2222466"/>
                  </a:lnTo>
                  <a:lnTo>
                    <a:pt x="6174989" y="2186717"/>
                  </a:lnTo>
                  <a:lnTo>
                    <a:pt x="6124422" y="2149699"/>
                  </a:lnTo>
                  <a:lnTo>
                    <a:pt x="6073508" y="2111863"/>
                  </a:lnTo>
                  <a:lnTo>
                    <a:pt x="6022455" y="2073706"/>
                  </a:lnTo>
                  <a:lnTo>
                    <a:pt x="5971486" y="2035742"/>
                  </a:lnTo>
                  <a:lnTo>
                    <a:pt x="5920813" y="1998472"/>
                  </a:lnTo>
                  <a:lnTo>
                    <a:pt x="5870616" y="1962364"/>
                  </a:lnTo>
                  <a:lnTo>
                    <a:pt x="5821010" y="1927820"/>
                  </a:lnTo>
                  <a:lnTo>
                    <a:pt x="5772034" y="1895165"/>
                  </a:lnTo>
                  <a:lnTo>
                    <a:pt x="5723629" y="1864638"/>
                  </a:lnTo>
                  <a:lnTo>
                    <a:pt x="5675624" y="1836384"/>
                  </a:lnTo>
                  <a:lnTo>
                    <a:pt x="5627723" y="1810466"/>
                  </a:lnTo>
                  <a:lnTo>
                    <a:pt x="5579487" y="1786864"/>
                  </a:lnTo>
                  <a:lnTo>
                    <a:pt x="5567201" y="1781270"/>
                  </a:lnTo>
                  <a:lnTo>
                    <a:pt x="5518987" y="1760991"/>
                  </a:lnTo>
                  <a:lnTo>
                    <a:pt x="5469045" y="1742830"/>
                  </a:lnTo>
                  <a:lnTo>
                    <a:pt x="5416531" y="1726668"/>
                  </a:lnTo>
                  <a:lnTo>
                    <a:pt x="5360504" y="1712309"/>
                  </a:lnTo>
                  <a:lnTo>
                    <a:pt x="5300016" y="1699539"/>
                  </a:lnTo>
                  <a:lnTo>
                    <a:pt x="5234195" y="1688152"/>
                  </a:lnTo>
                  <a:lnTo>
                    <a:pt x="5162372" y="1677975"/>
                  </a:lnTo>
                  <a:lnTo>
                    <a:pt x="5084229" y="1668868"/>
                  </a:lnTo>
                  <a:lnTo>
                    <a:pt x="5000008" y="1660736"/>
                  </a:lnTo>
                  <a:lnTo>
                    <a:pt x="4910749" y="1653525"/>
                  </a:lnTo>
                  <a:lnTo>
                    <a:pt x="4818496" y="1647219"/>
                  </a:lnTo>
                  <a:lnTo>
                    <a:pt x="4726405" y="1641832"/>
                  </a:lnTo>
                  <a:lnTo>
                    <a:pt x="4638590" y="1637386"/>
                  </a:lnTo>
                  <a:lnTo>
                    <a:pt x="4559638" y="1633891"/>
                  </a:lnTo>
                  <a:lnTo>
                    <a:pt x="4493796" y="1631320"/>
                  </a:lnTo>
                  <a:lnTo>
                    <a:pt x="4444006" y="1629592"/>
                  </a:lnTo>
                  <a:lnTo>
                    <a:pt x="4411125" y="1628572"/>
                  </a:lnTo>
                  <a:lnTo>
                    <a:pt x="4393568" y="1628083"/>
                  </a:lnTo>
                  <a:lnTo>
                    <a:pt x="4387431" y="1627929"/>
                  </a:lnTo>
                  <a:lnTo>
                    <a:pt x="4386855" y="1627915"/>
                  </a:lnTo>
                  <a:lnTo>
                    <a:pt x="3848118" y="1627915"/>
                  </a:lnTo>
                  <a:lnTo>
                    <a:pt x="3846864" y="1627863"/>
                  </a:lnTo>
                  <a:lnTo>
                    <a:pt x="3838673" y="1627490"/>
                  </a:lnTo>
                  <a:lnTo>
                    <a:pt x="3818226" y="1626459"/>
                  </a:lnTo>
                  <a:lnTo>
                    <a:pt x="3782184" y="1624435"/>
                  </a:lnTo>
                  <a:lnTo>
                    <a:pt x="3729502" y="1621126"/>
                  </a:lnTo>
                  <a:lnTo>
                    <a:pt x="3661464" y="1616314"/>
                  </a:lnTo>
                  <a:lnTo>
                    <a:pt x="3581252" y="1609881"/>
                  </a:lnTo>
                  <a:lnTo>
                    <a:pt x="3493134" y="1601793"/>
                  </a:lnTo>
                  <a:lnTo>
                    <a:pt x="3401550" y="1592076"/>
                  </a:lnTo>
                  <a:lnTo>
                    <a:pt x="3310380" y="1580767"/>
                  </a:lnTo>
                  <a:lnTo>
                    <a:pt x="3222528" y="1567884"/>
                  </a:lnTo>
                  <a:lnTo>
                    <a:pt x="3139833" y="1553390"/>
                  </a:lnTo>
                  <a:lnTo>
                    <a:pt x="3063184" y="1537184"/>
                  </a:lnTo>
                  <a:lnTo>
                    <a:pt x="2992734" y="1519089"/>
                  </a:lnTo>
                  <a:lnTo>
                    <a:pt x="2928121" y="1498860"/>
                  </a:lnTo>
                  <a:lnTo>
                    <a:pt x="2868661" y="1476187"/>
                  </a:lnTo>
                  <a:lnTo>
                    <a:pt x="2813496" y="1450715"/>
                  </a:lnTo>
                  <a:lnTo>
                    <a:pt x="2761696" y="1422074"/>
                  </a:lnTo>
                  <a:lnTo>
                    <a:pt x="2712350" y="1389934"/>
                  </a:lnTo>
                  <a:lnTo>
                    <a:pt x="2667772" y="1356596"/>
                  </a:lnTo>
                  <a:lnTo>
                    <a:pt x="2624881" y="1320732"/>
                  </a:lnTo>
                  <a:lnTo>
                    <a:pt x="2582409" y="1281687"/>
                  </a:lnTo>
                  <a:lnTo>
                    <a:pt x="2540004" y="1239401"/>
                  </a:lnTo>
                  <a:lnTo>
                    <a:pt x="2497408" y="1193896"/>
                  </a:lnTo>
                  <a:lnTo>
                    <a:pt x="2454449" y="1145282"/>
                  </a:lnTo>
                  <a:lnTo>
                    <a:pt x="2411028" y="1093765"/>
                  </a:lnTo>
                  <a:lnTo>
                    <a:pt x="2367111" y="1039648"/>
                  </a:lnTo>
                  <a:lnTo>
                    <a:pt x="2322726" y="983333"/>
                  </a:lnTo>
                  <a:lnTo>
                    <a:pt x="2277948" y="925305"/>
                  </a:lnTo>
                  <a:lnTo>
                    <a:pt x="2232894" y="866121"/>
                  </a:lnTo>
                  <a:lnTo>
                    <a:pt x="2187704" y="806386"/>
                  </a:lnTo>
                  <a:lnTo>
                    <a:pt x="2142535" y="746732"/>
                  </a:lnTo>
                  <a:lnTo>
                    <a:pt x="2097538" y="687785"/>
                  </a:lnTo>
                  <a:lnTo>
                    <a:pt x="2052850" y="630141"/>
                  </a:lnTo>
                  <a:lnTo>
                    <a:pt x="2008578" y="574339"/>
                  </a:lnTo>
                  <a:lnTo>
                    <a:pt x="1964786" y="520847"/>
                  </a:lnTo>
                  <a:lnTo>
                    <a:pt x="1921487" y="470039"/>
                  </a:lnTo>
                  <a:lnTo>
                    <a:pt x="1878633" y="422197"/>
                  </a:lnTo>
                  <a:lnTo>
                    <a:pt x="1836105" y="377500"/>
                  </a:lnTo>
                  <a:lnTo>
                    <a:pt x="1793710" y="336036"/>
                  </a:lnTo>
                  <a:lnTo>
                    <a:pt x="1751169" y="297805"/>
                  </a:lnTo>
                  <a:lnTo>
                    <a:pt x="1719082" y="271319"/>
                  </a:lnTo>
                  <a:lnTo>
                    <a:pt x="1671291" y="235736"/>
                  </a:lnTo>
                  <a:lnTo>
                    <a:pt x="1621809" y="203836"/>
                  </a:lnTo>
                  <a:lnTo>
                    <a:pt x="1569815" y="175416"/>
                  </a:lnTo>
                  <a:lnTo>
                    <a:pt x="1514393" y="150142"/>
                  </a:lnTo>
                  <a:lnTo>
                    <a:pt x="1454617" y="127642"/>
                  </a:lnTo>
                  <a:lnTo>
                    <a:pt x="1389635" y="107563"/>
                  </a:lnTo>
                  <a:lnTo>
                    <a:pt x="1318781" y="89600"/>
                  </a:lnTo>
                  <a:lnTo>
                    <a:pt x="1241720" y="73512"/>
                  </a:lnTo>
                  <a:lnTo>
                    <a:pt x="1158646" y="59127"/>
                  </a:lnTo>
                  <a:lnTo>
                    <a:pt x="1070506" y="46349"/>
                  </a:lnTo>
                  <a:lnTo>
                    <a:pt x="979206" y="35145"/>
                  </a:lnTo>
                  <a:lnTo>
                    <a:pt x="887723" y="25534"/>
                  </a:lnTo>
                  <a:lnTo>
                    <a:pt x="799989" y="17556"/>
                  </a:lnTo>
                  <a:lnTo>
                    <a:pt x="720459" y="11232"/>
                  </a:lnTo>
                  <a:lnTo>
                    <a:pt x="653358" y="6525"/>
                  </a:lnTo>
                  <a:lnTo>
                    <a:pt x="601764" y="3308"/>
                  </a:lnTo>
                  <a:lnTo>
                    <a:pt x="566815" y="1360"/>
                  </a:lnTo>
                  <a:lnTo>
                    <a:pt x="547308" y="383"/>
                  </a:lnTo>
                  <a:lnTo>
                    <a:pt x="539761" y="4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7" name="pg347"/>
            <p:cNvSpPr/>
            <p:nvPr/>
          </p:nvSpPr>
          <p:spPr>
            <a:xfrm>
              <a:off x="546595" y="2138813"/>
              <a:ext cx="8234974" cy="3473612"/>
            </a:xfrm>
            <a:custGeom>
              <a:avLst/>
              <a:pathLst>
                <a:path w="8234974" h="3473612">
                  <a:moveTo>
                    <a:pt x="0" y="16333"/>
                  </a:moveTo>
                  <a:lnTo>
                    <a:pt x="538736" y="16333"/>
                  </a:lnTo>
                  <a:lnTo>
                    <a:pt x="539990" y="16386"/>
                  </a:lnTo>
                  <a:lnTo>
                    <a:pt x="548177" y="16761"/>
                  </a:lnTo>
                  <a:lnTo>
                    <a:pt x="568615" y="17798"/>
                  </a:lnTo>
                  <a:lnTo>
                    <a:pt x="604641" y="19834"/>
                  </a:lnTo>
                  <a:lnTo>
                    <a:pt x="657301" y="23165"/>
                  </a:lnTo>
                  <a:lnTo>
                    <a:pt x="725315" y="28006"/>
                  </a:lnTo>
                  <a:lnTo>
                    <a:pt x="805503" y="34480"/>
                  </a:lnTo>
                  <a:lnTo>
                    <a:pt x="893599" y="42618"/>
                  </a:lnTo>
                  <a:lnTo>
                    <a:pt x="985165" y="52396"/>
                  </a:lnTo>
                  <a:lnTo>
                    <a:pt x="1076324" y="63776"/>
                  </a:lnTo>
                  <a:lnTo>
                    <a:pt x="1164169" y="76740"/>
                  </a:lnTo>
                  <a:lnTo>
                    <a:pt x="1246861" y="91325"/>
                  </a:lnTo>
                  <a:lnTo>
                    <a:pt x="1323509" y="107634"/>
                  </a:lnTo>
                  <a:lnTo>
                    <a:pt x="1393962" y="125842"/>
                  </a:lnTo>
                  <a:lnTo>
                    <a:pt x="1458577" y="146198"/>
                  </a:lnTo>
                  <a:lnTo>
                    <a:pt x="1518039" y="169011"/>
                  </a:lnTo>
                  <a:lnTo>
                    <a:pt x="1573206" y="194640"/>
                  </a:lnTo>
                  <a:lnTo>
                    <a:pt x="1625006" y="223458"/>
                  </a:lnTo>
                  <a:lnTo>
                    <a:pt x="1674350" y="255797"/>
                  </a:lnTo>
                  <a:lnTo>
                    <a:pt x="1719082" y="289467"/>
                  </a:lnTo>
                  <a:lnTo>
                    <a:pt x="1761892" y="325499"/>
                  </a:lnTo>
                  <a:lnTo>
                    <a:pt x="1804285" y="364722"/>
                  </a:lnTo>
                  <a:lnTo>
                    <a:pt x="1846610" y="407195"/>
                  </a:lnTo>
                  <a:lnTo>
                    <a:pt x="1889123" y="452896"/>
                  </a:lnTo>
                  <a:lnTo>
                    <a:pt x="1931997" y="501717"/>
                  </a:lnTo>
                  <a:lnTo>
                    <a:pt x="1975331" y="553452"/>
                  </a:lnTo>
                  <a:lnTo>
                    <a:pt x="2019159" y="607798"/>
                  </a:lnTo>
                  <a:lnTo>
                    <a:pt x="2063454" y="664354"/>
                  </a:lnTo>
                  <a:lnTo>
                    <a:pt x="2108141" y="722637"/>
                  </a:lnTo>
                  <a:lnTo>
                    <a:pt x="2153106" y="782088"/>
                  </a:lnTo>
                  <a:lnTo>
                    <a:pt x="2198209" y="842103"/>
                  </a:lnTo>
                  <a:lnTo>
                    <a:pt x="2243295" y="902051"/>
                  </a:lnTo>
                  <a:lnTo>
                    <a:pt x="2288212" y="961304"/>
                  </a:lnTo>
                  <a:lnTo>
                    <a:pt x="2332825" y="1019265"/>
                  </a:lnTo>
                  <a:lnTo>
                    <a:pt x="2377026" y="1075391"/>
                  </a:lnTo>
                  <a:lnTo>
                    <a:pt x="2420749" y="1129214"/>
                  </a:lnTo>
                  <a:lnTo>
                    <a:pt x="2463981" y="1180353"/>
                  </a:lnTo>
                  <a:lnTo>
                    <a:pt x="2506768" y="1228527"/>
                  </a:lnTo>
                  <a:lnTo>
                    <a:pt x="2549224" y="1273550"/>
                  </a:lnTo>
                  <a:lnTo>
                    <a:pt x="2591539" y="1315332"/>
                  </a:lnTo>
                  <a:lnTo>
                    <a:pt x="2633987" y="1353872"/>
                  </a:lnTo>
                  <a:lnTo>
                    <a:pt x="2667772" y="1382004"/>
                  </a:lnTo>
                  <a:lnTo>
                    <a:pt x="2715555" y="1417819"/>
                  </a:lnTo>
                  <a:lnTo>
                    <a:pt x="2765028" y="1449928"/>
                  </a:lnTo>
                  <a:lnTo>
                    <a:pt x="2817013" y="1478534"/>
                  </a:lnTo>
                  <a:lnTo>
                    <a:pt x="2872423" y="1503975"/>
                  </a:lnTo>
                  <a:lnTo>
                    <a:pt x="2932185" y="1526624"/>
                  </a:lnTo>
                  <a:lnTo>
                    <a:pt x="2997151" y="1546835"/>
                  </a:lnTo>
                  <a:lnTo>
                    <a:pt x="3067987" y="1564918"/>
                  </a:lnTo>
                  <a:lnTo>
                    <a:pt x="3145027" y="1581113"/>
                  </a:lnTo>
                  <a:lnTo>
                    <a:pt x="3228079" y="1595594"/>
                  </a:lnTo>
                  <a:lnTo>
                    <a:pt x="3316197" y="1608458"/>
                  </a:lnTo>
                  <a:lnTo>
                    <a:pt x="3407478" y="1619738"/>
                  </a:lnTo>
                  <a:lnTo>
                    <a:pt x="3498949" y="1629414"/>
                  </a:lnTo>
                  <a:lnTo>
                    <a:pt x="3586681" y="1637448"/>
                  </a:lnTo>
                  <a:lnTo>
                    <a:pt x="3666222" y="1643817"/>
                  </a:lnTo>
                  <a:lnTo>
                    <a:pt x="3733346" y="1648559"/>
                  </a:lnTo>
                  <a:lnTo>
                    <a:pt x="3784974" y="1651800"/>
                  </a:lnTo>
                  <a:lnTo>
                    <a:pt x="3819963" y="1653764"/>
                  </a:lnTo>
                  <a:lnTo>
                    <a:pt x="3839508" y="1654750"/>
                  </a:lnTo>
                  <a:lnTo>
                    <a:pt x="3847083" y="1655095"/>
                  </a:lnTo>
                  <a:lnTo>
                    <a:pt x="3848118" y="1655138"/>
                  </a:lnTo>
                  <a:lnTo>
                    <a:pt x="4386855" y="1655138"/>
                  </a:lnTo>
                  <a:lnTo>
                    <a:pt x="4388098" y="1655196"/>
                  </a:lnTo>
                  <a:lnTo>
                    <a:pt x="4396217" y="1655608"/>
                  </a:lnTo>
                  <a:lnTo>
                    <a:pt x="4416490" y="1656749"/>
                  </a:lnTo>
                  <a:lnTo>
                    <a:pt x="4452243" y="1658989"/>
                  </a:lnTo>
                  <a:lnTo>
                    <a:pt x="4504536" y="1662653"/>
                  </a:lnTo>
                  <a:lnTo>
                    <a:pt x="4572127" y="1667981"/>
                  </a:lnTo>
                  <a:lnTo>
                    <a:pt x="4651889" y="1675109"/>
                  </a:lnTo>
                  <a:lnTo>
                    <a:pt x="4739606" y="1684073"/>
                  </a:lnTo>
                  <a:lnTo>
                    <a:pt x="4830870" y="1694847"/>
                  </a:lnTo>
                  <a:lnTo>
                    <a:pt x="4921818" y="1707389"/>
                  </a:lnTo>
                  <a:lnTo>
                    <a:pt x="5009541" y="1721678"/>
                  </a:lnTo>
                  <a:lnTo>
                    <a:pt x="5092184" y="1737754"/>
                  </a:lnTo>
                  <a:lnTo>
                    <a:pt x="5168835" y="1755725"/>
                  </a:lnTo>
                  <a:lnTo>
                    <a:pt x="5239321" y="1775783"/>
                  </a:lnTo>
                  <a:lnTo>
                    <a:pt x="5303982" y="1798197"/>
                  </a:lnTo>
                  <a:lnTo>
                    <a:pt x="5363485" y="1823307"/>
                  </a:lnTo>
                  <a:lnTo>
                    <a:pt x="5418676" y="1851503"/>
                  </a:lnTo>
                  <a:lnTo>
                    <a:pt x="5470473" y="1883198"/>
                  </a:lnTo>
                  <a:lnTo>
                    <a:pt x="5519783" y="1918759"/>
                  </a:lnTo>
                  <a:lnTo>
                    <a:pt x="5567201" y="1958217"/>
                  </a:lnTo>
                  <a:lnTo>
                    <a:pt x="5608714" y="1996928"/>
                  </a:lnTo>
                  <a:lnTo>
                    <a:pt x="5649824" y="2038965"/>
                  </a:lnTo>
                  <a:lnTo>
                    <a:pt x="5690852" y="2084391"/>
                  </a:lnTo>
                  <a:lnTo>
                    <a:pt x="5732040" y="2133190"/>
                  </a:lnTo>
                  <a:lnTo>
                    <a:pt x="5773551" y="2185262"/>
                  </a:lnTo>
                  <a:lnTo>
                    <a:pt x="5815485" y="2240413"/>
                  </a:lnTo>
                  <a:lnTo>
                    <a:pt x="5857882" y="2298354"/>
                  </a:lnTo>
                  <a:lnTo>
                    <a:pt x="5900728" y="2358697"/>
                  </a:lnTo>
                  <a:lnTo>
                    <a:pt x="5943964" y="2420972"/>
                  </a:lnTo>
                  <a:lnTo>
                    <a:pt x="5987493" y="2484633"/>
                  </a:lnTo>
                  <a:lnTo>
                    <a:pt x="6031194" y="2549078"/>
                  </a:lnTo>
                  <a:lnTo>
                    <a:pt x="6074929" y="2613675"/>
                  </a:lnTo>
                  <a:lnTo>
                    <a:pt x="6118556" y="2677784"/>
                  </a:lnTo>
                  <a:lnTo>
                    <a:pt x="6161945" y="2740787"/>
                  </a:lnTo>
                  <a:lnTo>
                    <a:pt x="6204985" y="2802108"/>
                  </a:lnTo>
                  <a:lnTo>
                    <a:pt x="6247599" y="2861240"/>
                  </a:lnTo>
                  <a:lnTo>
                    <a:pt x="6289750" y="2917753"/>
                  </a:lnTo>
                  <a:lnTo>
                    <a:pt x="6331453" y="2971313"/>
                  </a:lnTo>
                  <a:lnTo>
                    <a:pt x="6372777" y="3021679"/>
                  </a:lnTo>
                  <a:lnTo>
                    <a:pt x="6413856" y="3068708"/>
                  </a:lnTo>
                  <a:lnTo>
                    <a:pt x="6454893" y="3112346"/>
                  </a:lnTo>
                  <a:lnTo>
                    <a:pt x="6496168" y="3152619"/>
                  </a:lnTo>
                  <a:lnTo>
                    <a:pt x="6515891" y="3170533"/>
                  </a:lnTo>
                  <a:lnTo>
                    <a:pt x="6563533" y="3210165"/>
                  </a:lnTo>
                  <a:lnTo>
                    <a:pt x="6612852" y="3245708"/>
                  </a:lnTo>
                  <a:lnTo>
                    <a:pt x="6664663" y="3277385"/>
                  </a:lnTo>
                  <a:lnTo>
                    <a:pt x="6719872" y="3305566"/>
                  </a:lnTo>
                  <a:lnTo>
                    <a:pt x="6779397" y="3330662"/>
                  </a:lnTo>
                  <a:lnTo>
                    <a:pt x="6844083" y="3353065"/>
                  </a:lnTo>
                  <a:lnTo>
                    <a:pt x="6914597" y="3373113"/>
                  </a:lnTo>
                  <a:lnTo>
                    <a:pt x="6991277" y="3391075"/>
                  </a:lnTo>
                  <a:lnTo>
                    <a:pt x="7073946" y="3407142"/>
                  </a:lnTo>
                  <a:lnTo>
                    <a:pt x="7161689" y="3421424"/>
                  </a:lnTo>
                  <a:lnTo>
                    <a:pt x="7252646" y="3433957"/>
                  </a:lnTo>
                  <a:lnTo>
                    <a:pt x="7343904" y="3444723"/>
                  </a:lnTo>
                  <a:lnTo>
                    <a:pt x="7431594" y="3453678"/>
                  </a:lnTo>
                  <a:lnTo>
                    <a:pt x="7511309" y="3460798"/>
                  </a:lnTo>
                  <a:lnTo>
                    <a:pt x="7578835" y="3466118"/>
                  </a:lnTo>
                  <a:lnTo>
                    <a:pt x="7631053" y="3469775"/>
                  </a:lnTo>
                  <a:lnTo>
                    <a:pt x="7666730" y="3472008"/>
                  </a:lnTo>
                  <a:lnTo>
                    <a:pt x="7686937" y="3473145"/>
                  </a:lnTo>
                  <a:lnTo>
                    <a:pt x="7695011" y="3473555"/>
                  </a:lnTo>
                  <a:lnTo>
                    <a:pt x="7696237" y="3473612"/>
                  </a:lnTo>
                  <a:lnTo>
                    <a:pt x="8234974" y="3473612"/>
                  </a:lnTo>
                  <a:lnTo>
                    <a:pt x="8234974" y="3457279"/>
                  </a:lnTo>
                  <a:lnTo>
                    <a:pt x="7696237" y="3457279"/>
                  </a:lnTo>
                  <a:lnTo>
                    <a:pt x="7694994" y="3457221"/>
                  </a:lnTo>
                  <a:lnTo>
                    <a:pt x="7686875" y="3456808"/>
                  </a:lnTo>
                  <a:lnTo>
                    <a:pt x="7666602" y="3455667"/>
                  </a:lnTo>
                  <a:lnTo>
                    <a:pt x="7630849" y="3453428"/>
                  </a:lnTo>
                  <a:lnTo>
                    <a:pt x="7578556" y="3449764"/>
                  </a:lnTo>
                  <a:lnTo>
                    <a:pt x="7510965" y="3444435"/>
                  </a:lnTo>
                  <a:lnTo>
                    <a:pt x="7431203" y="3437308"/>
                  </a:lnTo>
                  <a:lnTo>
                    <a:pt x="7343487" y="3428344"/>
                  </a:lnTo>
                  <a:lnTo>
                    <a:pt x="7252222" y="3417569"/>
                  </a:lnTo>
                  <a:lnTo>
                    <a:pt x="7161274" y="3405028"/>
                  </a:lnTo>
                  <a:lnTo>
                    <a:pt x="7073551" y="3390738"/>
                  </a:lnTo>
                  <a:lnTo>
                    <a:pt x="6990909" y="3374663"/>
                  </a:lnTo>
                  <a:lnTo>
                    <a:pt x="6914257" y="3356691"/>
                  </a:lnTo>
                  <a:lnTo>
                    <a:pt x="6843771" y="3336633"/>
                  </a:lnTo>
                  <a:lnTo>
                    <a:pt x="6779110" y="3314219"/>
                  </a:lnTo>
                  <a:lnTo>
                    <a:pt x="6719607" y="3289110"/>
                  </a:lnTo>
                  <a:lnTo>
                    <a:pt x="6664416" y="3260913"/>
                  </a:lnTo>
                  <a:lnTo>
                    <a:pt x="6612619" y="3229219"/>
                  </a:lnTo>
                  <a:lnTo>
                    <a:pt x="6563309" y="3193658"/>
                  </a:lnTo>
                  <a:lnTo>
                    <a:pt x="6515891" y="3154200"/>
                  </a:lnTo>
                  <a:lnTo>
                    <a:pt x="6474378" y="3115488"/>
                  </a:lnTo>
                  <a:lnTo>
                    <a:pt x="6433269" y="3073451"/>
                  </a:lnTo>
                  <a:lnTo>
                    <a:pt x="6392240" y="3028026"/>
                  </a:lnTo>
                  <a:lnTo>
                    <a:pt x="6351053" y="2979227"/>
                  </a:lnTo>
                  <a:lnTo>
                    <a:pt x="6309541" y="2927155"/>
                  </a:lnTo>
                  <a:lnTo>
                    <a:pt x="6267607" y="2872003"/>
                  </a:lnTo>
                  <a:lnTo>
                    <a:pt x="6225211" y="2814063"/>
                  </a:lnTo>
                  <a:lnTo>
                    <a:pt x="6182365" y="2753719"/>
                  </a:lnTo>
                  <a:lnTo>
                    <a:pt x="6139129" y="2691444"/>
                  </a:lnTo>
                  <a:lnTo>
                    <a:pt x="6095599" y="2627784"/>
                  </a:lnTo>
                  <a:lnTo>
                    <a:pt x="6051898" y="2563339"/>
                  </a:lnTo>
                  <a:lnTo>
                    <a:pt x="6008164" y="2498742"/>
                  </a:lnTo>
                  <a:lnTo>
                    <a:pt x="5964537" y="2434633"/>
                  </a:lnTo>
                  <a:lnTo>
                    <a:pt x="5921148" y="2371630"/>
                  </a:lnTo>
                  <a:lnTo>
                    <a:pt x="5878108" y="2310308"/>
                  </a:lnTo>
                  <a:lnTo>
                    <a:pt x="5835494" y="2251177"/>
                  </a:lnTo>
                  <a:lnTo>
                    <a:pt x="5793342" y="2194663"/>
                  </a:lnTo>
                  <a:lnTo>
                    <a:pt x="5751639" y="2141104"/>
                  </a:lnTo>
                  <a:lnTo>
                    <a:pt x="5710315" y="2090737"/>
                  </a:lnTo>
                  <a:lnTo>
                    <a:pt x="5669236" y="2043708"/>
                  </a:lnTo>
                  <a:lnTo>
                    <a:pt x="5628200" y="2000071"/>
                  </a:lnTo>
                  <a:lnTo>
                    <a:pt x="5586924" y="1959798"/>
                  </a:lnTo>
                  <a:lnTo>
                    <a:pt x="5567201" y="1941883"/>
                  </a:lnTo>
                  <a:lnTo>
                    <a:pt x="5519560" y="1902252"/>
                  </a:lnTo>
                  <a:lnTo>
                    <a:pt x="5470240" y="1866709"/>
                  </a:lnTo>
                  <a:lnTo>
                    <a:pt x="5418429" y="1835032"/>
                  </a:lnTo>
                  <a:lnTo>
                    <a:pt x="5363221" y="1806850"/>
                  </a:lnTo>
                  <a:lnTo>
                    <a:pt x="5303696" y="1781754"/>
                  </a:lnTo>
                  <a:lnTo>
                    <a:pt x="5239009" y="1759352"/>
                  </a:lnTo>
                  <a:lnTo>
                    <a:pt x="5168495" y="1739304"/>
                  </a:lnTo>
                  <a:lnTo>
                    <a:pt x="5091815" y="1721342"/>
                  </a:lnTo>
                  <a:lnTo>
                    <a:pt x="5009146" y="1705275"/>
                  </a:lnTo>
                  <a:lnTo>
                    <a:pt x="4921404" y="1690993"/>
                  </a:lnTo>
                  <a:lnTo>
                    <a:pt x="4830446" y="1678460"/>
                  </a:lnTo>
                  <a:lnTo>
                    <a:pt x="4739189" y="1667694"/>
                  </a:lnTo>
                  <a:lnTo>
                    <a:pt x="4651499" y="1658738"/>
                  </a:lnTo>
                  <a:lnTo>
                    <a:pt x="4571784" y="1651619"/>
                  </a:lnTo>
                  <a:lnTo>
                    <a:pt x="4504257" y="1646299"/>
                  </a:lnTo>
                  <a:lnTo>
                    <a:pt x="4452040" y="1642642"/>
                  </a:lnTo>
                  <a:lnTo>
                    <a:pt x="4416363" y="1640408"/>
                  </a:lnTo>
                  <a:lnTo>
                    <a:pt x="4396155" y="1639271"/>
                  </a:lnTo>
                  <a:lnTo>
                    <a:pt x="4388081" y="1638861"/>
                  </a:lnTo>
                  <a:lnTo>
                    <a:pt x="4386855" y="1638804"/>
                  </a:lnTo>
                  <a:lnTo>
                    <a:pt x="3848118" y="1638804"/>
                  </a:lnTo>
                  <a:lnTo>
                    <a:pt x="3846865" y="1638752"/>
                  </a:lnTo>
                  <a:lnTo>
                    <a:pt x="3838677" y="1638377"/>
                  </a:lnTo>
                  <a:lnTo>
                    <a:pt x="3818240" y="1637339"/>
                  </a:lnTo>
                  <a:lnTo>
                    <a:pt x="3782214" y="1635303"/>
                  </a:lnTo>
                  <a:lnTo>
                    <a:pt x="3729553" y="1631973"/>
                  </a:lnTo>
                  <a:lnTo>
                    <a:pt x="3661540" y="1627131"/>
                  </a:lnTo>
                  <a:lnTo>
                    <a:pt x="3581352" y="1620658"/>
                  </a:lnTo>
                  <a:lnTo>
                    <a:pt x="3493256" y="1612519"/>
                  </a:lnTo>
                  <a:lnTo>
                    <a:pt x="3401689" y="1602741"/>
                  </a:lnTo>
                  <a:lnTo>
                    <a:pt x="3310531" y="1591362"/>
                  </a:lnTo>
                  <a:lnTo>
                    <a:pt x="3222686" y="1578397"/>
                  </a:lnTo>
                  <a:lnTo>
                    <a:pt x="3139994" y="1563812"/>
                  </a:lnTo>
                  <a:lnTo>
                    <a:pt x="3063345" y="1547503"/>
                  </a:lnTo>
                  <a:lnTo>
                    <a:pt x="2992893" y="1529295"/>
                  </a:lnTo>
                  <a:lnTo>
                    <a:pt x="2928277" y="1508940"/>
                  </a:lnTo>
                  <a:lnTo>
                    <a:pt x="2868815" y="1486126"/>
                  </a:lnTo>
                  <a:lnTo>
                    <a:pt x="2813648" y="1460497"/>
                  </a:lnTo>
                  <a:lnTo>
                    <a:pt x="2761849" y="1431679"/>
                  </a:lnTo>
                  <a:lnTo>
                    <a:pt x="2712505" y="1399341"/>
                  </a:lnTo>
                  <a:lnTo>
                    <a:pt x="2667772" y="1365670"/>
                  </a:lnTo>
                  <a:lnTo>
                    <a:pt x="2624962" y="1329638"/>
                  </a:lnTo>
                  <a:lnTo>
                    <a:pt x="2582570" y="1290415"/>
                  </a:lnTo>
                  <a:lnTo>
                    <a:pt x="2540245" y="1247943"/>
                  </a:lnTo>
                  <a:lnTo>
                    <a:pt x="2497732" y="1202241"/>
                  </a:lnTo>
                  <a:lnTo>
                    <a:pt x="2454858" y="1153420"/>
                  </a:lnTo>
                  <a:lnTo>
                    <a:pt x="2411524" y="1101685"/>
                  </a:lnTo>
                  <a:lnTo>
                    <a:pt x="2367696" y="1047340"/>
                  </a:lnTo>
                  <a:lnTo>
                    <a:pt x="2323401" y="990783"/>
                  </a:lnTo>
                  <a:lnTo>
                    <a:pt x="2278714" y="932501"/>
                  </a:lnTo>
                  <a:lnTo>
                    <a:pt x="2233748" y="873049"/>
                  </a:lnTo>
                  <a:lnTo>
                    <a:pt x="2188646" y="813034"/>
                  </a:lnTo>
                  <a:lnTo>
                    <a:pt x="2143560" y="753086"/>
                  </a:lnTo>
                  <a:lnTo>
                    <a:pt x="2098642" y="693833"/>
                  </a:lnTo>
                  <a:lnTo>
                    <a:pt x="2054030" y="635872"/>
                  </a:lnTo>
                  <a:lnTo>
                    <a:pt x="2009829" y="579746"/>
                  </a:lnTo>
                  <a:lnTo>
                    <a:pt x="1966105" y="525924"/>
                  </a:lnTo>
                  <a:lnTo>
                    <a:pt x="1922874" y="474784"/>
                  </a:lnTo>
                  <a:lnTo>
                    <a:pt x="1880087" y="426611"/>
                  </a:lnTo>
                  <a:lnTo>
                    <a:pt x="1837631" y="381588"/>
                  </a:lnTo>
                  <a:lnTo>
                    <a:pt x="1795316" y="339805"/>
                  </a:lnTo>
                  <a:lnTo>
                    <a:pt x="1752868" y="301266"/>
                  </a:lnTo>
                  <a:lnTo>
                    <a:pt x="1719082" y="273134"/>
                  </a:lnTo>
                  <a:lnTo>
                    <a:pt x="1671299" y="237319"/>
                  </a:lnTo>
                  <a:lnTo>
                    <a:pt x="1621826" y="205210"/>
                  </a:lnTo>
                  <a:lnTo>
                    <a:pt x="1569842" y="176603"/>
                  </a:lnTo>
                  <a:lnTo>
                    <a:pt x="1514432" y="151162"/>
                  </a:lnTo>
                  <a:lnTo>
                    <a:pt x="1454670" y="128514"/>
                  </a:lnTo>
                  <a:lnTo>
                    <a:pt x="1389704" y="108302"/>
                  </a:lnTo>
                  <a:lnTo>
                    <a:pt x="1318868" y="90220"/>
                  </a:lnTo>
                  <a:lnTo>
                    <a:pt x="1241828" y="74024"/>
                  </a:lnTo>
                  <a:lnTo>
                    <a:pt x="1158776" y="59543"/>
                  </a:lnTo>
                  <a:lnTo>
                    <a:pt x="1070657" y="46679"/>
                  </a:lnTo>
                  <a:lnTo>
                    <a:pt x="979376" y="35400"/>
                  </a:lnTo>
                  <a:lnTo>
                    <a:pt x="887905" y="25723"/>
                  </a:lnTo>
                  <a:lnTo>
                    <a:pt x="800173" y="17689"/>
                  </a:lnTo>
                  <a:lnTo>
                    <a:pt x="720633" y="11320"/>
                  </a:lnTo>
                  <a:lnTo>
                    <a:pt x="653509" y="6578"/>
                  </a:lnTo>
                  <a:lnTo>
                    <a:pt x="601881" y="3337"/>
                  </a:lnTo>
                  <a:lnTo>
                    <a:pt x="566892" y="1373"/>
                  </a:lnTo>
                  <a:lnTo>
                    <a:pt x="547347" y="388"/>
                  </a:lnTo>
                  <a:lnTo>
                    <a:pt x="539772" y="4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48" name="pl348"/>
            <p:cNvSpPr/>
            <p:nvPr/>
          </p:nvSpPr>
          <p:spPr>
            <a:xfrm>
              <a:off x="546595" y="2155146"/>
              <a:ext cx="8234974" cy="3457279"/>
            </a:xfrm>
            <a:custGeom>
              <a:avLst/>
              <a:pathLst>
                <a:path w="8234974" h="3457279">
                  <a:moveTo>
                    <a:pt x="0" y="0"/>
                  </a:moveTo>
                  <a:lnTo>
                    <a:pt x="538736" y="0"/>
                  </a:lnTo>
                  <a:lnTo>
                    <a:pt x="539990" y="52"/>
                  </a:lnTo>
                  <a:lnTo>
                    <a:pt x="548177" y="427"/>
                  </a:lnTo>
                  <a:lnTo>
                    <a:pt x="568615" y="1465"/>
                  </a:lnTo>
                  <a:lnTo>
                    <a:pt x="604641" y="3501"/>
                  </a:lnTo>
                  <a:lnTo>
                    <a:pt x="657301" y="6831"/>
                  </a:lnTo>
                  <a:lnTo>
                    <a:pt x="725315" y="11673"/>
                  </a:lnTo>
                  <a:lnTo>
                    <a:pt x="805503" y="18146"/>
                  </a:lnTo>
                  <a:lnTo>
                    <a:pt x="893599" y="26284"/>
                  </a:lnTo>
                  <a:lnTo>
                    <a:pt x="985165" y="36063"/>
                  </a:lnTo>
                  <a:lnTo>
                    <a:pt x="1076324" y="47442"/>
                  </a:lnTo>
                  <a:lnTo>
                    <a:pt x="1164169" y="60407"/>
                  </a:lnTo>
                  <a:lnTo>
                    <a:pt x="1246861" y="74992"/>
                  </a:lnTo>
                  <a:lnTo>
                    <a:pt x="1323509" y="91300"/>
                  </a:lnTo>
                  <a:lnTo>
                    <a:pt x="1393962" y="109509"/>
                  </a:lnTo>
                  <a:lnTo>
                    <a:pt x="1458577" y="129864"/>
                  </a:lnTo>
                  <a:lnTo>
                    <a:pt x="1518039" y="152678"/>
                  </a:lnTo>
                  <a:lnTo>
                    <a:pt x="1573206" y="178307"/>
                  </a:lnTo>
                  <a:lnTo>
                    <a:pt x="1625006" y="207125"/>
                  </a:lnTo>
                  <a:lnTo>
                    <a:pt x="1674350" y="239463"/>
                  </a:lnTo>
                  <a:lnTo>
                    <a:pt x="1719082" y="273134"/>
                  </a:lnTo>
                  <a:lnTo>
                    <a:pt x="1761892" y="309166"/>
                  </a:lnTo>
                  <a:lnTo>
                    <a:pt x="1804285" y="348389"/>
                  </a:lnTo>
                  <a:lnTo>
                    <a:pt x="1846610" y="390861"/>
                  </a:lnTo>
                  <a:lnTo>
                    <a:pt x="1889123" y="436563"/>
                  </a:lnTo>
                  <a:lnTo>
                    <a:pt x="1931997" y="485384"/>
                  </a:lnTo>
                  <a:lnTo>
                    <a:pt x="1975331" y="537119"/>
                  </a:lnTo>
                  <a:lnTo>
                    <a:pt x="2019159" y="591464"/>
                  </a:lnTo>
                  <a:lnTo>
                    <a:pt x="2063454" y="648021"/>
                  </a:lnTo>
                  <a:lnTo>
                    <a:pt x="2108141" y="706303"/>
                  </a:lnTo>
                  <a:lnTo>
                    <a:pt x="2153106" y="765755"/>
                  </a:lnTo>
                  <a:lnTo>
                    <a:pt x="2198209" y="825770"/>
                  </a:lnTo>
                  <a:lnTo>
                    <a:pt x="2243295" y="885718"/>
                  </a:lnTo>
                  <a:lnTo>
                    <a:pt x="2288212" y="944971"/>
                  </a:lnTo>
                  <a:lnTo>
                    <a:pt x="2332825" y="1002932"/>
                  </a:lnTo>
                  <a:lnTo>
                    <a:pt x="2377026" y="1059058"/>
                  </a:lnTo>
                  <a:lnTo>
                    <a:pt x="2420749" y="1112880"/>
                  </a:lnTo>
                  <a:lnTo>
                    <a:pt x="2463981" y="1164019"/>
                  </a:lnTo>
                  <a:lnTo>
                    <a:pt x="2506768" y="1212193"/>
                  </a:lnTo>
                  <a:lnTo>
                    <a:pt x="2549224" y="1257216"/>
                  </a:lnTo>
                  <a:lnTo>
                    <a:pt x="2591539" y="1298999"/>
                  </a:lnTo>
                  <a:lnTo>
                    <a:pt x="2633987" y="1337538"/>
                  </a:lnTo>
                  <a:lnTo>
                    <a:pt x="2667772" y="1365670"/>
                  </a:lnTo>
                  <a:lnTo>
                    <a:pt x="2715555" y="1401485"/>
                  </a:lnTo>
                  <a:lnTo>
                    <a:pt x="2765028" y="1433594"/>
                  </a:lnTo>
                  <a:lnTo>
                    <a:pt x="2817013" y="1462201"/>
                  </a:lnTo>
                  <a:lnTo>
                    <a:pt x="2872423" y="1487642"/>
                  </a:lnTo>
                  <a:lnTo>
                    <a:pt x="2932185" y="1510290"/>
                  </a:lnTo>
                  <a:lnTo>
                    <a:pt x="2997151" y="1530502"/>
                  </a:lnTo>
                  <a:lnTo>
                    <a:pt x="3067987" y="1548584"/>
                  </a:lnTo>
                  <a:lnTo>
                    <a:pt x="3145027" y="1564780"/>
                  </a:lnTo>
                  <a:lnTo>
                    <a:pt x="3228079" y="1579261"/>
                  </a:lnTo>
                  <a:lnTo>
                    <a:pt x="3316197" y="1592125"/>
                  </a:lnTo>
                  <a:lnTo>
                    <a:pt x="3407478" y="1603404"/>
                  </a:lnTo>
                  <a:lnTo>
                    <a:pt x="3498949" y="1613081"/>
                  </a:lnTo>
                  <a:lnTo>
                    <a:pt x="3586681" y="1621114"/>
                  </a:lnTo>
                  <a:lnTo>
                    <a:pt x="3666222" y="1627483"/>
                  </a:lnTo>
                  <a:lnTo>
                    <a:pt x="3733346" y="1632225"/>
                  </a:lnTo>
                  <a:lnTo>
                    <a:pt x="3784974" y="1635467"/>
                  </a:lnTo>
                  <a:lnTo>
                    <a:pt x="3819963" y="1637431"/>
                  </a:lnTo>
                  <a:lnTo>
                    <a:pt x="3839508" y="1638416"/>
                  </a:lnTo>
                  <a:lnTo>
                    <a:pt x="3847083" y="1638761"/>
                  </a:lnTo>
                  <a:lnTo>
                    <a:pt x="3848118" y="1638804"/>
                  </a:lnTo>
                  <a:lnTo>
                    <a:pt x="4386855" y="1638804"/>
                  </a:lnTo>
                  <a:lnTo>
                    <a:pt x="4388098" y="1638862"/>
                  </a:lnTo>
                  <a:lnTo>
                    <a:pt x="4396217" y="1639275"/>
                  </a:lnTo>
                  <a:lnTo>
                    <a:pt x="4416490" y="1640416"/>
                  </a:lnTo>
                  <a:lnTo>
                    <a:pt x="4452243" y="1642655"/>
                  </a:lnTo>
                  <a:lnTo>
                    <a:pt x="4504536" y="1646319"/>
                  </a:lnTo>
                  <a:lnTo>
                    <a:pt x="4572127" y="1651648"/>
                  </a:lnTo>
                  <a:lnTo>
                    <a:pt x="4651889" y="1658775"/>
                  </a:lnTo>
                  <a:lnTo>
                    <a:pt x="4739606" y="1667739"/>
                  </a:lnTo>
                  <a:lnTo>
                    <a:pt x="4830870" y="1678514"/>
                  </a:lnTo>
                  <a:lnTo>
                    <a:pt x="4921818" y="1691055"/>
                  </a:lnTo>
                  <a:lnTo>
                    <a:pt x="5009541" y="1705345"/>
                  </a:lnTo>
                  <a:lnTo>
                    <a:pt x="5092184" y="1721420"/>
                  </a:lnTo>
                  <a:lnTo>
                    <a:pt x="5168835" y="1739392"/>
                  </a:lnTo>
                  <a:lnTo>
                    <a:pt x="5239321" y="1759450"/>
                  </a:lnTo>
                  <a:lnTo>
                    <a:pt x="5303982" y="1781864"/>
                  </a:lnTo>
                  <a:lnTo>
                    <a:pt x="5363485" y="1806973"/>
                  </a:lnTo>
                  <a:lnTo>
                    <a:pt x="5418676" y="1835170"/>
                  </a:lnTo>
                  <a:lnTo>
                    <a:pt x="5470473" y="1866864"/>
                  </a:lnTo>
                  <a:lnTo>
                    <a:pt x="5519783" y="1902425"/>
                  </a:lnTo>
                  <a:lnTo>
                    <a:pt x="5567201" y="1941883"/>
                  </a:lnTo>
                  <a:lnTo>
                    <a:pt x="5608714" y="1980595"/>
                  </a:lnTo>
                  <a:lnTo>
                    <a:pt x="5649824" y="2022632"/>
                  </a:lnTo>
                  <a:lnTo>
                    <a:pt x="5690852" y="2068057"/>
                  </a:lnTo>
                  <a:lnTo>
                    <a:pt x="5732040" y="2116856"/>
                  </a:lnTo>
                  <a:lnTo>
                    <a:pt x="5773551" y="2168928"/>
                  </a:lnTo>
                  <a:lnTo>
                    <a:pt x="5815485" y="2224080"/>
                  </a:lnTo>
                  <a:lnTo>
                    <a:pt x="5857882" y="2282020"/>
                  </a:lnTo>
                  <a:lnTo>
                    <a:pt x="5900728" y="2342364"/>
                  </a:lnTo>
                  <a:lnTo>
                    <a:pt x="5943964" y="2404639"/>
                  </a:lnTo>
                  <a:lnTo>
                    <a:pt x="5987493" y="2468299"/>
                  </a:lnTo>
                  <a:lnTo>
                    <a:pt x="6031194" y="2532744"/>
                  </a:lnTo>
                  <a:lnTo>
                    <a:pt x="6074929" y="2597341"/>
                  </a:lnTo>
                  <a:lnTo>
                    <a:pt x="6118556" y="2661450"/>
                  </a:lnTo>
                  <a:lnTo>
                    <a:pt x="6161945" y="2724453"/>
                  </a:lnTo>
                  <a:lnTo>
                    <a:pt x="6204985" y="2785775"/>
                  </a:lnTo>
                  <a:lnTo>
                    <a:pt x="6247599" y="2844906"/>
                  </a:lnTo>
                  <a:lnTo>
                    <a:pt x="6289750" y="2901420"/>
                  </a:lnTo>
                  <a:lnTo>
                    <a:pt x="6331453" y="2954979"/>
                  </a:lnTo>
                  <a:lnTo>
                    <a:pt x="6372777" y="3005346"/>
                  </a:lnTo>
                  <a:lnTo>
                    <a:pt x="6413856" y="3052375"/>
                  </a:lnTo>
                  <a:lnTo>
                    <a:pt x="6454893" y="3096012"/>
                  </a:lnTo>
                  <a:lnTo>
                    <a:pt x="6496168" y="3136285"/>
                  </a:lnTo>
                  <a:lnTo>
                    <a:pt x="6515891" y="3154200"/>
                  </a:lnTo>
                  <a:lnTo>
                    <a:pt x="6563533" y="3193831"/>
                  </a:lnTo>
                  <a:lnTo>
                    <a:pt x="6612852" y="3229374"/>
                  </a:lnTo>
                  <a:lnTo>
                    <a:pt x="6664663" y="3261051"/>
                  </a:lnTo>
                  <a:lnTo>
                    <a:pt x="6719872" y="3289233"/>
                  </a:lnTo>
                  <a:lnTo>
                    <a:pt x="6779397" y="3314329"/>
                  </a:lnTo>
                  <a:lnTo>
                    <a:pt x="6844083" y="3336731"/>
                  </a:lnTo>
                  <a:lnTo>
                    <a:pt x="6914597" y="3356779"/>
                  </a:lnTo>
                  <a:lnTo>
                    <a:pt x="6991277" y="3374741"/>
                  </a:lnTo>
                  <a:lnTo>
                    <a:pt x="7073946" y="3390808"/>
                  </a:lnTo>
                  <a:lnTo>
                    <a:pt x="7161689" y="3405090"/>
                  </a:lnTo>
                  <a:lnTo>
                    <a:pt x="7252646" y="3417623"/>
                  </a:lnTo>
                  <a:lnTo>
                    <a:pt x="7343904" y="3428389"/>
                  </a:lnTo>
                  <a:lnTo>
                    <a:pt x="7431594" y="3437345"/>
                  </a:lnTo>
                  <a:lnTo>
                    <a:pt x="7511309" y="3444464"/>
                  </a:lnTo>
                  <a:lnTo>
                    <a:pt x="7578835" y="3449784"/>
                  </a:lnTo>
                  <a:lnTo>
                    <a:pt x="7631053" y="3453441"/>
                  </a:lnTo>
                  <a:lnTo>
                    <a:pt x="7666730" y="3455675"/>
                  </a:lnTo>
                  <a:lnTo>
                    <a:pt x="7686937" y="3456812"/>
                  </a:lnTo>
                  <a:lnTo>
                    <a:pt x="7695011" y="3457222"/>
                  </a:lnTo>
                  <a:lnTo>
                    <a:pt x="7696237" y="3457279"/>
                  </a:lnTo>
                  <a:lnTo>
                    <a:pt x="8234974" y="34572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9" name="pl349"/>
            <p:cNvSpPr/>
            <p:nvPr/>
          </p:nvSpPr>
          <p:spPr>
            <a:xfrm>
              <a:off x="546595" y="2138813"/>
              <a:ext cx="8234974" cy="3457279"/>
            </a:xfrm>
            <a:custGeom>
              <a:avLst/>
              <a:pathLst>
                <a:path w="8234974" h="3457279">
                  <a:moveTo>
                    <a:pt x="8234974" y="3457279"/>
                  </a:moveTo>
                  <a:lnTo>
                    <a:pt x="7696237" y="3457279"/>
                  </a:lnTo>
                  <a:lnTo>
                    <a:pt x="7694994" y="3457221"/>
                  </a:lnTo>
                  <a:lnTo>
                    <a:pt x="7686875" y="3456808"/>
                  </a:lnTo>
                  <a:lnTo>
                    <a:pt x="7666602" y="3455667"/>
                  </a:lnTo>
                  <a:lnTo>
                    <a:pt x="7630849" y="3453428"/>
                  </a:lnTo>
                  <a:lnTo>
                    <a:pt x="7578556" y="3449764"/>
                  </a:lnTo>
                  <a:lnTo>
                    <a:pt x="7510965" y="3444435"/>
                  </a:lnTo>
                  <a:lnTo>
                    <a:pt x="7431203" y="3437308"/>
                  </a:lnTo>
                  <a:lnTo>
                    <a:pt x="7343487" y="3428344"/>
                  </a:lnTo>
                  <a:lnTo>
                    <a:pt x="7252222" y="3417569"/>
                  </a:lnTo>
                  <a:lnTo>
                    <a:pt x="7161274" y="3405028"/>
                  </a:lnTo>
                  <a:lnTo>
                    <a:pt x="7073551" y="3390738"/>
                  </a:lnTo>
                  <a:lnTo>
                    <a:pt x="6990909" y="3374663"/>
                  </a:lnTo>
                  <a:lnTo>
                    <a:pt x="6914257" y="3356691"/>
                  </a:lnTo>
                  <a:lnTo>
                    <a:pt x="6843771" y="3336633"/>
                  </a:lnTo>
                  <a:lnTo>
                    <a:pt x="6779110" y="3314219"/>
                  </a:lnTo>
                  <a:lnTo>
                    <a:pt x="6719607" y="3289110"/>
                  </a:lnTo>
                  <a:lnTo>
                    <a:pt x="6664416" y="3260913"/>
                  </a:lnTo>
                  <a:lnTo>
                    <a:pt x="6612619" y="3229219"/>
                  </a:lnTo>
                  <a:lnTo>
                    <a:pt x="6563309" y="3193658"/>
                  </a:lnTo>
                  <a:lnTo>
                    <a:pt x="6515891" y="3154200"/>
                  </a:lnTo>
                  <a:lnTo>
                    <a:pt x="6474378" y="3115488"/>
                  </a:lnTo>
                  <a:lnTo>
                    <a:pt x="6433269" y="3073451"/>
                  </a:lnTo>
                  <a:lnTo>
                    <a:pt x="6392240" y="3028026"/>
                  </a:lnTo>
                  <a:lnTo>
                    <a:pt x="6351053" y="2979227"/>
                  </a:lnTo>
                  <a:lnTo>
                    <a:pt x="6309541" y="2927155"/>
                  </a:lnTo>
                  <a:lnTo>
                    <a:pt x="6267607" y="2872003"/>
                  </a:lnTo>
                  <a:lnTo>
                    <a:pt x="6225211" y="2814063"/>
                  </a:lnTo>
                  <a:lnTo>
                    <a:pt x="6182365" y="2753719"/>
                  </a:lnTo>
                  <a:lnTo>
                    <a:pt x="6139129" y="2691444"/>
                  </a:lnTo>
                  <a:lnTo>
                    <a:pt x="6095599" y="2627784"/>
                  </a:lnTo>
                  <a:lnTo>
                    <a:pt x="6051898" y="2563339"/>
                  </a:lnTo>
                  <a:lnTo>
                    <a:pt x="6008164" y="2498742"/>
                  </a:lnTo>
                  <a:lnTo>
                    <a:pt x="5964537" y="2434633"/>
                  </a:lnTo>
                  <a:lnTo>
                    <a:pt x="5921148" y="2371630"/>
                  </a:lnTo>
                  <a:lnTo>
                    <a:pt x="5878108" y="2310308"/>
                  </a:lnTo>
                  <a:lnTo>
                    <a:pt x="5835494" y="2251177"/>
                  </a:lnTo>
                  <a:lnTo>
                    <a:pt x="5793342" y="2194663"/>
                  </a:lnTo>
                  <a:lnTo>
                    <a:pt x="5751639" y="2141104"/>
                  </a:lnTo>
                  <a:lnTo>
                    <a:pt x="5710315" y="2090737"/>
                  </a:lnTo>
                  <a:lnTo>
                    <a:pt x="5669236" y="2043708"/>
                  </a:lnTo>
                  <a:lnTo>
                    <a:pt x="5628200" y="2000071"/>
                  </a:lnTo>
                  <a:lnTo>
                    <a:pt x="5586924" y="1959798"/>
                  </a:lnTo>
                  <a:lnTo>
                    <a:pt x="5567201" y="1941883"/>
                  </a:lnTo>
                  <a:lnTo>
                    <a:pt x="5519560" y="1902252"/>
                  </a:lnTo>
                  <a:lnTo>
                    <a:pt x="5470240" y="1866709"/>
                  </a:lnTo>
                  <a:lnTo>
                    <a:pt x="5418429" y="1835032"/>
                  </a:lnTo>
                  <a:lnTo>
                    <a:pt x="5363221" y="1806850"/>
                  </a:lnTo>
                  <a:lnTo>
                    <a:pt x="5303696" y="1781754"/>
                  </a:lnTo>
                  <a:lnTo>
                    <a:pt x="5239009" y="1759352"/>
                  </a:lnTo>
                  <a:lnTo>
                    <a:pt x="5168495" y="1739304"/>
                  </a:lnTo>
                  <a:lnTo>
                    <a:pt x="5091815" y="1721342"/>
                  </a:lnTo>
                  <a:lnTo>
                    <a:pt x="5009146" y="1705275"/>
                  </a:lnTo>
                  <a:lnTo>
                    <a:pt x="4921404" y="1690993"/>
                  </a:lnTo>
                  <a:lnTo>
                    <a:pt x="4830446" y="1678460"/>
                  </a:lnTo>
                  <a:lnTo>
                    <a:pt x="4739189" y="1667694"/>
                  </a:lnTo>
                  <a:lnTo>
                    <a:pt x="4651499" y="1658738"/>
                  </a:lnTo>
                  <a:lnTo>
                    <a:pt x="4571784" y="1651619"/>
                  </a:lnTo>
                  <a:lnTo>
                    <a:pt x="4504257" y="1646299"/>
                  </a:lnTo>
                  <a:lnTo>
                    <a:pt x="4452040" y="1642642"/>
                  </a:lnTo>
                  <a:lnTo>
                    <a:pt x="4416363" y="1640408"/>
                  </a:lnTo>
                  <a:lnTo>
                    <a:pt x="4396155" y="1639271"/>
                  </a:lnTo>
                  <a:lnTo>
                    <a:pt x="4388081" y="1638861"/>
                  </a:lnTo>
                  <a:lnTo>
                    <a:pt x="4386855" y="1638804"/>
                  </a:lnTo>
                  <a:lnTo>
                    <a:pt x="3848118" y="1638804"/>
                  </a:lnTo>
                  <a:lnTo>
                    <a:pt x="3846865" y="1638752"/>
                  </a:lnTo>
                  <a:lnTo>
                    <a:pt x="3838677" y="1638377"/>
                  </a:lnTo>
                  <a:lnTo>
                    <a:pt x="3818240" y="1637339"/>
                  </a:lnTo>
                  <a:lnTo>
                    <a:pt x="3782214" y="1635303"/>
                  </a:lnTo>
                  <a:lnTo>
                    <a:pt x="3729553" y="1631973"/>
                  </a:lnTo>
                  <a:lnTo>
                    <a:pt x="3661540" y="1627131"/>
                  </a:lnTo>
                  <a:lnTo>
                    <a:pt x="3581352" y="1620658"/>
                  </a:lnTo>
                  <a:lnTo>
                    <a:pt x="3493256" y="1612519"/>
                  </a:lnTo>
                  <a:lnTo>
                    <a:pt x="3401689" y="1602741"/>
                  </a:lnTo>
                  <a:lnTo>
                    <a:pt x="3310531" y="1591362"/>
                  </a:lnTo>
                  <a:lnTo>
                    <a:pt x="3222686" y="1578397"/>
                  </a:lnTo>
                  <a:lnTo>
                    <a:pt x="3139994" y="1563812"/>
                  </a:lnTo>
                  <a:lnTo>
                    <a:pt x="3063345" y="1547503"/>
                  </a:lnTo>
                  <a:lnTo>
                    <a:pt x="2992893" y="1529295"/>
                  </a:lnTo>
                  <a:lnTo>
                    <a:pt x="2928277" y="1508940"/>
                  </a:lnTo>
                  <a:lnTo>
                    <a:pt x="2868815" y="1486126"/>
                  </a:lnTo>
                  <a:lnTo>
                    <a:pt x="2813648" y="1460497"/>
                  </a:lnTo>
                  <a:lnTo>
                    <a:pt x="2761849" y="1431679"/>
                  </a:lnTo>
                  <a:lnTo>
                    <a:pt x="2712505" y="1399341"/>
                  </a:lnTo>
                  <a:lnTo>
                    <a:pt x="2667772" y="1365670"/>
                  </a:lnTo>
                  <a:lnTo>
                    <a:pt x="2624962" y="1329638"/>
                  </a:lnTo>
                  <a:lnTo>
                    <a:pt x="2582570" y="1290415"/>
                  </a:lnTo>
                  <a:lnTo>
                    <a:pt x="2540245" y="1247943"/>
                  </a:lnTo>
                  <a:lnTo>
                    <a:pt x="2497732" y="1202241"/>
                  </a:lnTo>
                  <a:lnTo>
                    <a:pt x="2454858" y="1153420"/>
                  </a:lnTo>
                  <a:lnTo>
                    <a:pt x="2411524" y="1101685"/>
                  </a:lnTo>
                  <a:lnTo>
                    <a:pt x="2367696" y="1047340"/>
                  </a:lnTo>
                  <a:lnTo>
                    <a:pt x="2323401" y="990783"/>
                  </a:lnTo>
                  <a:lnTo>
                    <a:pt x="2278714" y="932501"/>
                  </a:lnTo>
                  <a:lnTo>
                    <a:pt x="2233748" y="873049"/>
                  </a:lnTo>
                  <a:lnTo>
                    <a:pt x="2188646" y="813034"/>
                  </a:lnTo>
                  <a:lnTo>
                    <a:pt x="2143560" y="753086"/>
                  </a:lnTo>
                  <a:lnTo>
                    <a:pt x="2098642" y="693833"/>
                  </a:lnTo>
                  <a:lnTo>
                    <a:pt x="2054030" y="635872"/>
                  </a:lnTo>
                  <a:lnTo>
                    <a:pt x="2009829" y="579746"/>
                  </a:lnTo>
                  <a:lnTo>
                    <a:pt x="1966105" y="525924"/>
                  </a:lnTo>
                  <a:lnTo>
                    <a:pt x="1922874" y="474784"/>
                  </a:lnTo>
                  <a:lnTo>
                    <a:pt x="1880087" y="426611"/>
                  </a:lnTo>
                  <a:lnTo>
                    <a:pt x="1837631" y="381588"/>
                  </a:lnTo>
                  <a:lnTo>
                    <a:pt x="1795316" y="339805"/>
                  </a:lnTo>
                  <a:lnTo>
                    <a:pt x="1752868" y="301266"/>
                  </a:lnTo>
                  <a:lnTo>
                    <a:pt x="1719082" y="273134"/>
                  </a:lnTo>
                  <a:lnTo>
                    <a:pt x="1671299" y="237319"/>
                  </a:lnTo>
                  <a:lnTo>
                    <a:pt x="1621826" y="205210"/>
                  </a:lnTo>
                  <a:lnTo>
                    <a:pt x="1569842" y="176603"/>
                  </a:lnTo>
                  <a:lnTo>
                    <a:pt x="1514432" y="151162"/>
                  </a:lnTo>
                  <a:lnTo>
                    <a:pt x="1454670" y="128514"/>
                  </a:lnTo>
                  <a:lnTo>
                    <a:pt x="1389704" y="108302"/>
                  </a:lnTo>
                  <a:lnTo>
                    <a:pt x="1318868" y="90220"/>
                  </a:lnTo>
                  <a:lnTo>
                    <a:pt x="1241828" y="74024"/>
                  </a:lnTo>
                  <a:lnTo>
                    <a:pt x="1158776" y="59543"/>
                  </a:lnTo>
                  <a:lnTo>
                    <a:pt x="1070657" y="46679"/>
                  </a:lnTo>
                  <a:lnTo>
                    <a:pt x="979376" y="35400"/>
                  </a:lnTo>
                  <a:lnTo>
                    <a:pt x="887905" y="25723"/>
                  </a:lnTo>
                  <a:lnTo>
                    <a:pt x="800173" y="17689"/>
                  </a:lnTo>
                  <a:lnTo>
                    <a:pt x="720633" y="11320"/>
                  </a:lnTo>
                  <a:lnTo>
                    <a:pt x="653509" y="6578"/>
                  </a:lnTo>
                  <a:lnTo>
                    <a:pt x="601881" y="3337"/>
                  </a:lnTo>
                  <a:lnTo>
                    <a:pt x="566892" y="1373"/>
                  </a:lnTo>
                  <a:lnTo>
                    <a:pt x="547347" y="388"/>
                  </a:lnTo>
                  <a:lnTo>
                    <a:pt x="539772" y="4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0" name="pg350"/>
            <p:cNvSpPr/>
            <p:nvPr/>
          </p:nvSpPr>
          <p:spPr>
            <a:xfrm>
              <a:off x="546595" y="2155146"/>
              <a:ext cx="8234974" cy="3903731"/>
            </a:xfrm>
            <a:custGeom>
              <a:avLst/>
              <a:pathLst>
                <a:path w="8234974" h="3903731">
                  <a:moveTo>
                    <a:pt x="0" y="10889"/>
                  </a:moveTo>
                  <a:lnTo>
                    <a:pt x="538736" y="10889"/>
                  </a:lnTo>
                  <a:lnTo>
                    <a:pt x="539990" y="10941"/>
                  </a:lnTo>
                  <a:lnTo>
                    <a:pt x="548175" y="11318"/>
                  </a:lnTo>
                  <a:lnTo>
                    <a:pt x="568608" y="12358"/>
                  </a:lnTo>
                  <a:lnTo>
                    <a:pt x="604626" y="14401"/>
                  </a:lnTo>
                  <a:lnTo>
                    <a:pt x="657276" y="17741"/>
                  </a:lnTo>
                  <a:lnTo>
                    <a:pt x="725277" y="22598"/>
                  </a:lnTo>
                  <a:lnTo>
                    <a:pt x="805452" y="29091"/>
                  </a:lnTo>
                  <a:lnTo>
                    <a:pt x="893538" y="37255"/>
                  </a:lnTo>
                  <a:lnTo>
                    <a:pt x="985095" y="47064"/>
                  </a:lnTo>
                  <a:lnTo>
                    <a:pt x="1076248" y="58478"/>
                  </a:lnTo>
                  <a:lnTo>
                    <a:pt x="1164089" y="71483"/>
                  </a:lnTo>
                  <a:lnTo>
                    <a:pt x="1246780" y="86114"/>
                  </a:lnTo>
                  <a:lnTo>
                    <a:pt x="1323429" y="102474"/>
                  </a:lnTo>
                  <a:lnTo>
                    <a:pt x="1393882" y="120739"/>
                  </a:lnTo>
                  <a:lnTo>
                    <a:pt x="1458499" y="141157"/>
                  </a:lnTo>
                  <a:lnTo>
                    <a:pt x="1517962" y="164041"/>
                  </a:lnTo>
                  <a:lnTo>
                    <a:pt x="1573129" y="189749"/>
                  </a:lnTo>
                  <a:lnTo>
                    <a:pt x="1624929" y="218655"/>
                  </a:lnTo>
                  <a:lnTo>
                    <a:pt x="1674272" y="251093"/>
                  </a:lnTo>
                  <a:lnTo>
                    <a:pt x="1719082" y="284930"/>
                  </a:lnTo>
                  <a:lnTo>
                    <a:pt x="1761852" y="321046"/>
                  </a:lnTo>
                  <a:lnTo>
                    <a:pt x="1804205" y="360358"/>
                  </a:lnTo>
                  <a:lnTo>
                    <a:pt x="1846489" y="402923"/>
                  </a:lnTo>
                  <a:lnTo>
                    <a:pt x="1888961" y="448723"/>
                  </a:lnTo>
                  <a:lnTo>
                    <a:pt x="1931793" y="497646"/>
                  </a:lnTo>
                  <a:lnTo>
                    <a:pt x="1975084" y="549490"/>
                  </a:lnTo>
                  <a:lnTo>
                    <a:pt x="2018867" y="603949"/>
                  </a:lnTo>
                  <a:lnTo>
                    <a:pt x="2063117" y="660626"/>
                  </a:lnTo>
                  <a:lnTo>
                    <a:pt x="2107759" y="719035"/>
                  </a:lnTo>
                  <a:lnTo>
                    <a:pt x="2152680" y="778620"/>
                  </a:lnTo>
                  <a:lnTo>
                    <a:pt x="2197739" y="838775"/>
                  </a:lnTo>
                  <a:lnTo>
                    <a:pt x="2242784" y="898869"/>
                  </a:lnTo>
                  <a:lnTo>
                    <a:pt x="2287661" y="958275"/>
                  </a:lnTo>
                  <a:lnTo>
                    <a:pt x="2332236" y="1016393"/>
                  </a:lnTo>
                  <a:lnTo>
                    <a:pt x="2376402" y="1072681"/>
                  </a:lnTo>
                  <a:lnTo>
                    <a:pt x="2420091" y="1126668"/>
                  </a:lnTo>
                  <a:lnTo>
                    <a:pt x="2463289" y="1177973"/>
                  </a:lnTo>
                  <a:lnTo>
                    <a:pt x="2506042" y="1226312"/>
                  </a:lnTo>
                  <a:lnTo>
                    <a:pt x="2548462" y="1271498"/>
                  </a:lnTo>
                  <a:lnTo>
                    <a:pt x="2590738" y="1313440"/>
                  </a:lnTo>
                  <a:lnTo>
                    <a:pt x="2633140" y="1352134"/>
                  </a:lnTo>
                  <a:lnTo>
                    <a:pt x="2667772" y="1381096"/>
                  </a:lnTo>
                  <a:lnTo>
                    <a:pt x="2715551" y="1417028"/>
                  </a:lnTo>
                  <a:lnTo>
                    <a:pt x="2765020" y="1449241"/>
                  </a:lnTo>
                  <a:lnTo>
                    <a:pt x="2816999" y="1477941"/>
                  </a:lnTo>
                  <a:lnTo>
                    <a:pt x="2872403" y="1503465"/>
                  </a:lnTo>
                  <a:lnTo>
                    <a:pt x="2932159" y="1526188"/>
                  </a:lnTo>
                  <a:lnTo>
                    <a:pt x="2997116" y="1546466"/>
                  </a:lnTo>
                  <a:lnTo>
                    <a:pt x="3067943" y="1564608"/>
                  </a:lnTo>
                  <a:lnTo>
                    <a:pt x="3144973" y="1580857"/>
                  </a:lnTo>
                  <a:lnTo>
                    <a:pt x="3228013" y="1595386"/>
                  </a:lnTo>
                  <a:lnTo>
                    <a:pt x="3316121" y="1608293"/>
                  </a:lnTo>
                  <a:lnTo>
                    <a:pt x="3407393" y="1619610"/>
                  </a:lnTo>
                  <a:lnTo>
                    <a:pt x="3498858" y="1629320"/>
                  </a:lnTo>
                  <a:lnTo>
                    <a:pt x="3586588" y="1637381"/>
                  </a:lnTo>
                  <a:lnTo>
                    <a:pt x="3666134" y="1643773"/>
                  </a:lnTo>
                  <a:lnTo>
                    <a:pt x="3733270" y="1648532"/>
                  </a:lnTo>
                  <a:lnTo>
                    <a:pt x="3784915" y="1651786"/>
                  </a:lnTo>
                  <a:lnTo>
                    <a:pt x="3819924" y="1653758"/>
                  </a:lnTo>
                  <a:lnTo>
                    <a:pt x="3839488" y="1654748"/>
                  </a:lnTo>
                  <a:lnTo>
                    <a:pt x="3847078" y="1655094"/>
                  </a:lnTo>
                  <a:lnTo>
                    <a:pt x="3848118" y="1655138"/>
                  </a:lnTo>
                  <a:lnTo>
                    <a:pt x="4386855" y="1655138"/>
                  </a:lnTo>
                  <a:lnTo>
                    <a:pt x="4388069" y="1655208"/>
                  </a:lnTo>
                  <a:lnTo>
                    <a:pt x="4396003" y="1655706"/>
                  </a:lnTo>
                  <a:lnTo>
                    <a:pt x="4415830" y="1657082"/>
                  </a:lnTo>
                  <a:lnTo>
                    <a:pt x="4450839" y="1659786"/>
                  </a:lnTo>
                  <a:lnTo>
                    <a:pt x="4502130" y="1664211"/>
                  </a:lnTo>
                  <a:lnTo>
                    <a:pt x="4568566" y="1670652"/>
                  </a:lnTo>
                  <a:lnTo>
                    <a:pt x="4647161" y="1679278"/>
                  </a:lnTo>
                  <a:lnTo>
                    <a:pt x="4733828" y="1690138"/>
                  </a:lnTo>
                  <a:lnTo>
                    <a:pt x="4824254" y="1703205"/>
                  </a:lnTo>
                  <a:lnTo>
                    <a:pt x="4914614" y="1718424"/>
                  </a:lnTo>
                  <a:lnTo>
                    <a:pt x="5001990" y="1735771"/>
                  </a:lnTo>
                  <a:lnTo>
                    <a:pt x="5084486" y="1755283"/>
                  </a:lnTo>
                  <a:lnTo>
                    <a:pt x="5161137" y="1777085"/>
                  </a:lnTo>
                  <a:lnTo>
                    <a:pt x="5231710" y="1801397"/>
                  </a:lnTo>
                  <a:lnTo>
                    <a:pt x="5296495" y="1828535"/>
                  </a:lnTo>
                  <a:lnTo>
                    <a:pt x="5356113" y="1858898"/>
                  </a:lnTo>
                  <a:lnTo>
                    <a:pt x="5411375" y="1892954"/>
                  </a:lnTo>
                  <a:lnTo>
                    <a:pt x="5463173" y="1931199"/>
                  </a:lnTo>
                  <a:lnTo>
                    <a:pt x="5512399" y="1974092"/>
                  </a:lnTo>
                  <a:lnTo>
                    <a:pt x="5559865" y="2021938"/>
                  </a:lnTo>
                  <a:lnTo>
                    <a:pt x="5567201" y="2029903"/>
                  </a:lnTo>
                  <a:lnTo>
                    <a:pt x="5605889" y="2074364"/>
                  </a:lnTo>
                  <a:lnTo>
                    <a:pt x="5644205" y="2122385"/>
                  </a:lnTo>
                  <a:lnTo>
                    <a:pt x="5682418" y="2174039"/>
                  </a:lnTo>
                  <a:lnTo>
                    <a:pt x="5720732" y="2229324"/>
                  </a:lnTo>
                  <a:lnTo>
                    <a:pt x="5759294" y="2288161"/>
                  </a:lnTo>
                  <a:lnTo>
                    <a:pt x="5798201" y="2350387"/>
                  </a:lnTo>
                  <a:lnTo>
                    <a:pt x="5837501" y="2415746"/>
                  </a:lnTo>
                  <a:lnTo>
                    <a:pt x="5877203" y="2483896"/>
                  </a:lnTo>
                  <a:lnTo>
                    <a:pt x="5917276" y="2554408"/>
                  </a:lnTo>
                  <a:lnTo>
                    <a:pt x="5957659" y="2626776"/>
                  </a:lnTo>
                  <a:lnTo>
                    <a:pt x="5998266" y="2700433"/>
                  </a:lnTo>
                  <a:lnTo>
                    <a:pt x="6038992" y="2774767"/>
                  </a:lnTo>
                  <a:lnTo>
                    <a:pt x="6079726" y="2849142"/>
                  </a:lnTo>
                  <a:lnTo>
                    <a:pt x="6120354" y="2922918"/>
                  </a:lnTo>
                  <a:lnTo>
                    <a:pt x="6160770" y="2995480"/>
                  </a:lnTo>
                  <a:lnTo>
                    <a:pt x="6200886" y="3066254"/>
                  </a:lnTo>
                  <a:lnTo>
                    <a:pt x="6240636" y="3134725"/>
                  </a:lnTo>
                  <a:lnTo>
                    <a:pt x="6279988" y="3200455"/>
                  </a:lnTo>
                  <a:lnTo>
                    <a:pt x="6318942" y="3263089"/>
                  </a:lnTo>
                  <a:lnTo>
                    <a:pt x="6357543" y="3322362"/>
                  </a:lnTo>
                  <a:lnTo>
                    <a:pt x="6395881" y="3378098"/>
                  </a:lnTo>
                  <a:lnTo>
                    <a:pt x="6434097" y="3430208"/>
                  </a:lnTo>
                  <a:lnTo>
                    <a:pt x="6472387" y="3478683"/>
                  </a:lnTo>
                  <a:lnTo>
                    <a:pt x="6511010" y="3523583"/>
                  </a:lnTo>
                  <a:lnTo>
                    <a:pt x="6515891" y="3528965"/>
                  </a:lnTo>
                  <a:lnTo>
                    <a:pt x="6563145" y="3577598"/>
                  </a:lnTo>
                  <a:lnTo>
                    <a:pt x="6612044" y="3621254"/>
                  </a:lnTo>
                  <a:lnTo>
                    <a:pt x="6663381" y="3660201"/>
                  </a:lnTo>
                  <a:lnTo>
                    <a:pt x="6718039" y="3694882"/>
                  </a:lnTo>
                  <a:lnTo>
                    <a:pt x="6776917" y="3725792"/>
                  </a:lnTo>
                  <a:lnTo>
                    <a:pt x="6840843" y="3753408"/>
                  </a:lnTo>
                  <a:lnTo>
                    <a:pt x="6910478" y="3778140"/>
                  </a:lnTo>
                  <a:lnTo>
                    <a:pt x="6986175" y="3800319"/>
                  </a:lnTo>
                  <a:lnTo>
                    <a:pt x="7067796" y="3820180"/>
                  </a:lnTo>
                  <a:lnTo>
                    <a:pt x="7154505" y="3837862"/>
                  </a:lnTo>
                  <a:lnTo>
                    <a:pt x="7244563" y="3853416"/>
                  </a:lnTo>
                  <a:lnTo>
                    <a:pt x="7335212" y="3866824"/>
                  </a:lnTo>
                  <a:lnTo>
                    <a:pt x="7422750" y="3878034"/>
                  </a:lnTo>
                  <a:lnTo>
                    <a:pt x="7502898" y="3887009"/>
                  </a:lnTo>
                  <a:lnTo>
                    <a:pt x="7571478" y="3893786"/>
                  </a:lnTo>
                  <a:lnTo>
                    <a:pt x="7625276" y="3898511"/>
                  </a:lnTo>
                  <a:lnTo>
                    <a:pt x="7662826" y="3901461"/>
                  </a:lnTo>
                  <a:lnTo>
                    <a:pt x="7684872" y="3903017"/>
                  </a:lnTo>
                  <a:lnTo>
                    <a:pt x="7694375" y="3903622"/>
                  </a:lnTo>
                  <a:lnTo>
                    <a:pt x="7696237" y="3903731"/>
                  </a:lnTo>
                  <a:lnTo>
                    <a:pt x="8234974" y="3903731"/>
                  </a:lnTo>
                  <a:lnTo>
                    <a:pt x="8234974" y="3892841"/>
                  </a:lnTo>
                  <a:lnTo>
                    <a:pt x="7696237" y="3892841"/>
                  </a:lnTo>
                  <a:lnTo>
                    <a:pt x="7695023" y="3892772"/>
                  </a:lnTo>
                  <a:lnTo>
                    <a:pt x="7687090" y="3892274"/>
                  </a:lnTo>
                  <a:lnTo>
                    <a:pt x="7667262" y="3890897"/>
                  </a:lnTo>
                  <a:lnTo>
                    <a:pt x="7632253" y="3888194"/>
                  </a:lnTo>
                  <a:lnTo>
                    <a:pt x="7580962" y="3883769"/>
                  </a:lnTo>
                  <a:lnTo>
                    <a:pt x="7514526" y="3877327"/>
                  </a:lnTo>
                  <a:lnTo>
                    <a:pt x="7435932" y="3868702"/>
                  </a:lnTo>
                  <a:lnTo>
                    <a:pt x="7349264" y="3857841"/>
                  </a:lnTo>
                  <a:lnTo>
                    <a:pt x="7258838" y="3844775"/>
                  </a:lnTo>
                  <a:lnTo>
                    <a:pt x="7168478" y="3829555"/>
                  </a:lnTo>
                  <a:lnTo>
                    <a:pt x="7081103" y="3812208"/>
                  </a:lnTo>
                  <a:lnTo>
                    <a:pt x="6998607" y="3792696"/>
                  </a:lnTo>
                  <a:lnTo>
                    <a:pt x="6921956" y="3770894"/>
                  </a:lnTo>
                  <a:lnTo>
                    <a:pt x="6851382" y="3746582"/>
                  </a:lnTo>
                  <a:lnTo>
                    <a:pt x="6786598" y="3719445"/>
                  </a:lnTo>
                  <a:lnTo>
                    <a:pt x="6726980" y="3689081"/>
                  </a:lnTo>
                  <a:lnTo>
                    <a:pt x="6671718" y="3655025"/>
                  </a:lnTo>
                  <a:lnTo>
                    <a:pt x="6619919" y="3616780"/>
                  </a:lnTo>
                  <a:lnTo>
                    <a:pt x="6570693" y="3573888"/>
                  </a:lnTo>
                  <a:lnTo>
                    <a:pt x="6523227" y="3526041"/>
                  </a:lnTo>
                  <a:lnTo>
                    <a:pt x="6515891" y="3518076"/>
                  </a:lnTo>
                  <a:lnTo>
                    <a:pt x="6477204" y="3473616"/>
                  </a:lnTo>
                  <a:lnTo>
                    <a:pt x="6438888" y="3425594"/>
                  </a:lnTo>
                  <a:lnTo>
                    <a:pt x="6400675" y="3373941"/>
                  </a:lnTo>
                  <a:lnTo>
                    <a:pt x="6362361" y="3318656"/>
                  </a:lnTo>
                  <a:lnTo>
                    <a:pt x="6323798" y="3259818"/>
                  </a:lnTo>
                  <a:lnTo>
                    <a:pt x="6284892" y="3197592"/>
                  </a:lnTo>
                  <a:lnTo>
                    <a:pt x="6245591" y="3132233"/>
                  </a:lnTo>
                  <a:lnTo>
                    <a:pt x="6205890" y="3064083"/>
                  </a:lnTo>
                  <a:lnTo>
                    <a:pt x="6165817" y="2993572"/>
                  </a:lnTo>
                  <a:lnTo>
                    <a:pt x="6125434" y="2921203"/>
                  </a:lnTo>
                  <a:lnTo>
                    <a:pt x="6084827" y="2847546"/>
                  </a:lnTo>
                  <a:lnTo>
                    <a:pt x="6044100" y="2773212"/>
                  </a:lnTo>
                  <a:lnTo>
                    <a:pt x="6003366" y="2698838"/>
                  </a:lnTo>
                  <a:lnTo>
                    <a:pt x="5962738" y="2625061"/>
                  </a:lnTo>
                  <a:lnTo>
                    <a:pt x="5922322" y="2552499"/>
                  </a:lnTo>
                  <a:lnTo>
                    <a:pt x="5882207" y="2481726"/>
                  </a:lnTo>
                  <a:lnTo>
                    <a:pt x="5842456" y="2413255"/>
                  </a:lnTo>
                  <a:lnTo>
                    <a:pt x="5803105" y="2347525"/>
                  </a:lnTo>
                  <a:lnTo>
                    <a:pt x="5764151" y="2284891"/>
                  </a:lnTo>
                  <a:lnTo>
                    <a:pt x="5725549" y="2225618"/>
                  </a:lnTo>
                  <a:lnTo>
                    <a:pt x="5687211" y="2169881"/>
                  </a:lnTo>
                  <a:lnTo>
                    <a:pt x="5648995" y="2117771"/>
                  </a:lnTo>
                  <a:lnTo>
                    <a:pt x="5610705" y="2069296"/>
                  </a:lnTo>
                  <a:lnTo>
                    <a:pt x="5572082" y="2024396"/>
                  </a:lnTo>
                  <a:lnTo>
                    <a:pt x="5567201" y="2019014"/>
                  </a:lnTo>
                  <a:lnTo>
                    <a:pt x="5519947" y="1970381"/>
                  </a:lnTo>
                  <a:lnTo>
                    <a:pt x="5471048" y="1926725"/>
                  </a:lnTo>
                  <a:lnTo>
                    <a:pt x="5419712" y="1887778"/>
                  </a:lnTo>
                  <a:lnTo>
                    <a:pt x="5365053" y="1853098"/>
                  </a:lnTo>
                  <a:lnTo>
                    <a:pt x="5306176" y="1822187"/>
                  </a:lnTo>
                  <a:lnTo>
                    <a:pt x="5242250" y="1794572"/>
                  </a:lnTo>
                  <a:lnTo>
                    <a:pt x="5172614" y="1769839"/>
                  </a:lnTo>
                  <a:lnTo>
                    <a:pt x="5096918" y="1747661"/>
                  </a:lnTo>
                  <a:lnTo>
                    <a:pt x="5015297" y="1727800"/>
                  </a:lnTo>
                  <a:lnTo>
                    <a:pt x="4928588" y="1710118"/>
                  </a:lnTo>
                  <a:lnTo>
                    <a:pt x="4838529" y="1694563"/>
                  </a:lnTo>
                  <a:lnTo>
                    <a:pt x="4747880" y="1681155"/>
                  </a:lnTo>
                  <a:lnTo>
                    <a:pt x="4660343" y="1669946"/>
                  </a:lnTo>
                  <a:lnTo>
                    <a:pt x="4580195" y="1660970"/>
                  </a:lnTo>
                  <a:lnTo>
                    <a:pt x="4511614" y="1654193"/>
                  </a:lnTo>
                  <a:lnTo>
                    <a:pt x="4457817" y="1649468"/>
                  </a:lnTo>
                  <a:lnTo>
                    <a:pt x="4420266" y="1646519"/>
                  </a:lnTo>
                  <a:lnTo>
                    <a:pt x="4398220" y="1644963"/>
                  </a:lnTo>
                  <a:lnTo>
                    <a:pt x="4388718" y="1644357"/>
                  </a:lnTo>
                  <a:lnTo>
                    <a:pt x="4386855" y="1644249"/>
                  </a:lnTo>
                  <a:lnTo>
                    <a:pt x="3848118" y="1644249"/>
                  </a:lnTo>
                  <a:lnTo>
                    <a:pt x="3846865" y="1644196"/>
                  </a:lnTo>
                  <a:lnTo>
                    <a:pt x="3838680" y="1643820"/>
                  </a:lnTo>
                  <a:lnTo>
                    <a:pt x="3818247" y="1642779"/>
                  </a:lnTo>
                  <a:lnTo>
                    <a:pt x="3782229" y="1640737"/>
                  </a:lnTo>
                  <a:lnTo>
                    <a:pt x="3729579" y="1637396"/>
                  </a:lnTo>
                  <a:lnTo>
                    <a:pt x="3661578" y="1632540"/>
                  </a:lnTo>
                  <a:lnTo>
                    <a:pt x="3581402" y="1626046"/>
                  </a:lnTo>
                  <a:lnTo>
                    <a:pt x="3493317" y="1617883"/>
                  </a:lnTo>
                  <a:lnTo>
                    <a:pt x="3401759" y="1608074"/>
                  </a:lnTo>
                  <a:lnTo>
                    <a:pt x="3310607" y="1596659"/>
                  </a:lnTo>
                  <a:lnTo>
                    <a:pt x="3222765" y="1583654"/>
                  </a:lnTo>
                  <a:lnTo>
                    <a:pt x="3140075" y="1569023"/>
                  </a:lnTo>
                  <a:lnTo>
                    <a:pt x="3063426" y="1552664"/>
                  </a:lnTo>
                  <a:lnTo>
                    <a:pt x="2992973" y="1534399"/>
                  </a:lnTo>
                  <a:lnTo>
                    <a:pt x="2928356" y="1513980"/>
                  </a:lnTo>
                  <a:lnTo>
                    <a:pt x="2868893" y="1491096"/>
                  </a:lnTo>
                  <a:lnTo>
                    <a:pt x="2813725" y="1465388"/>
                  </a:lnTo>
                  <a:lnTo>
                    <a:pt x="2761925" y="1436482"/>
                  </a:lnTo>
                  <a:lnTo>
                    <a:pt x="2712582" y="1404045"/>
                  </a:lnTo>
                  <a:lnTo>
                    <a:pt x="2667772" y="1370207"/>
                  </a:lnTo>
                  <a:lnTo>
                    <a:pt x="2625002" y="1334091"/>
                  </a:lnTo>
                  <a:lnTo>
                    <a:pt x="2582650" y="1294780"/>
                  </a:lnTo>
                  <a:lnTo>
                    <a:pt x="2540365" y="1252214"/>
                  </a:lnTo>
                  <a:lnTo>
                    <a:pt x="2497893" y="1206415"/>
                  </a:lnTo>
                  <a:lnTo>
                    <a:pt x="2455062" y="1157491"/>
                  </a:lnTo>
                  <a:lnTo>
                    <a:pt x="2411771" y="1105648"/>
                  </a:lnTo>
                  <a:lnTo>
                    <a:pt x="2367988" y="1051188"/>
                  </a:lnTo>
                  <a:lnTo>
                    <a:pt x="2323738" y="994512"/>
                  </a:lnTo>
                  <a:lnTo>
                    <a:pt x="2279096" y="936103"/>
                  </a:lnTo>
                  <a:lnTo>
                    <a:pt x="2234175" y="876518"/>
                  </a:lnTo>
                  <a:lnTo>
                    <a:pt x="2189115" y="816363"/>
                  </a:lnTo>
                  <a:lnTo>
                    <a:pt x="2144071" y="756268"/>
                  </a:lnTo>
                  <a:lnTo>
                    <a:pt x="2099193" y="696863"/>
                  </a:lnTo>
                  <a:lnTo>
                    <a:pt x="2054618" y="638744"/>
                  </a:lnTo>
                  <a:lnTo>
                    <a:pt x="2010453" y="582457"/>
                  </a:lnTo>
                  <a:lnTo>
                    <a:pt x="1966764" y="528470"/>
                  </a:lnTo>
                  <a:lnTo>
                    <a:pt x="1923565" y="477164"/>
                  </a:lnTo>
                  <a:lnTo>
                    <a:pt x="1880812" y="428825"/>
                  </a:lnTo>
                  <a:lnTo>
                    <a:pt x="1838392" y="383639"/>
                  </a:lnTo>
                  <a:lnTo>
                    <a:pt x="1796117" y="341697"/>
                  </a:lnTo>
                  <a:lnTo>
                    <a:pt x="1753715" y="303004"/>
                  </a:lnTo>
                  <a:lnTo>
                    <a:pt x="1719082" y="274041"/>
                  </a:lnTo>
                  <a:lnTo>
                    <a:pt x="1671304" y="238110"/>
                  </a:lnTo>
                  <a:lnTo>
                    <a:pt x="1621835" y="205897"/>
                  </a:lnTo>
                  <a:lnTo>
                    <a:pt x="1569856" y="177197"/>
                  </a:lnTo>
                  <a:lnTo>
                    <a:pt x="1514451" y="151672"/>
                  </a:lnTo>
                  <a:lnTo>
                    <a:pt x="1454696" y="128950"/>
                  </a:lnTo>
                  <a:lnTo>
                    <a:pt x="1389738" y="108671"/>
                  </a:lnTo>
                  <a:lnTo>
                    <a:pt x="1318912" y="90530"/>
                  </a:lnTo>
                  <a:lnTo>
                    <a:pt x="1241882" y="74280"/>
                  </a:lnTo>
                  <a:lnTo>
                    <a:pt x="1158841" y="59751"/>
                  </a:lnTo>
                  <a:lnTo>
                    <a:pt x="1070733" y="46844"/>
                  </a:lnTo>
                  <a:lnTo>
                    <a:pt x="979462" y="35527"/>
                  </a:lnTo>
                  <a:lnTo>
                    <a:pt x="887997" y="25818"/>
                  </a:lnTo>
                  <a:lnTo>
                    <a:pt x="800266" y="17756"/>
                  </a:lnTo>
                  <a:lnTo>
                    <a:pt x="720720" y="11365"/>
                  </a:lnTo>
                  <a:lnTo>
                    <a:pt x="653584" y="6605"/>
                  </a:lnTo>
                  <a:lnTo>
                    <a:pt x="601939" y="3352"/>
                  </a:lnTo>
                  <a:lnTo>
                    <a:pt x="566931" y="1380"/>
                  </a:lnTo>
                  <a:lnTo>
                    <a:pt x="547366" y="390"/>
                  </a:lnTo>
                  <a:lnTo>
                    <a:pt x="539777" y="4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51" name="pl351"/>
            <p:cNvSpPr/>
            <p:nvPr/>
          </p:nvSpPr>
          <p:spPr>
            <a:xfrm>
              <a:off x="546595" y="2166036"/>
              <a:ext cx="8234974" cy="3892841"/>
            </a:xfrm>
            <a:custGeom>
              <a:avLst/>
              <a:pathLst>
                <a:path w="8234974" h="3892841">
                  <a:moveTo>
                    <a:pt x="0" y="0"/>
                  </a:moveTo>
                  <a:lnTo>
                    <a:pt x="538736" y="0"/>
                  </a:lnTo>
                  <a:lnTo>
                    <a:pt x="539990" y="52"/>
                  </a:lnTo>
                  <a:lnTo>
                    <a:pt x="548175" y="429"/>
                  </a:lnTo>
                  <a:lnTo>
                    <a:pt x="568608" y="1469"/>
                  </a:lnTo>
                  <a:lnTo>
                    <a:pt x="604626" y="3511"/>
                  </a:lnTo>
                  <a:lnTo>
                    <a:pt x="657276" y="6852"/>
                  </a:lnTo>
                  <a:lnTo>
                    <a:pt x="725277" y="11708"/>
                  </a:lnTo>
                  <a:lnTo>
                    <a:pt x="805452" y="18202"/>
                  </a:lnTo>
                  <a:lnTo>
                    <a:pt x="893538" y="26366"/>
                  </a:lnTo>
                  <a:lnTo>
                    <a:pt x="985095" y="36175"/>
                  </a:lnTo>
                  <a:lnTo>
                    <a:pt x="1076248" y="47589"/>
                  </a:lnTo>
                  <a:lnTo>
                    <a:pt x="1164089" y="60594"/>
                  </a:lnTo>
                  <a:lnTo>
                    <a:pt x="1246780" y="75225"/>
                  </a:lnTo>
                  <a:lnTo>
                    <a:pt x="1323429" y="91585"/>
                  </a:lnTo>
                  <a:lnTo>
                    <a:pt x="1393882" y="109850"/>
                  </a:lnTo>
                  <a:lnTo>
                    <a:pt x="1458499" y="130268"/>
                  </a:lnTo>
                  <a:lnTo>
                    <a:pt x="1517962" y="153152"/>
                  </a:lnTo>
                  <a:lnTo>
                    <a:pt x="1573129" y="178860"/>
                  </a:lnTo>
                  <a:lnTo>
                    <a:pt x="1624929" y="207766"/>
                  </a:lnTo>
                  <a:lnTo>
                    <a:pt x="1674272" y="240204"/>
                  </a:lnTo>
                  <a:lnTo>
                    <a:pt x="1719082" y="274041"/>
                  </a:lnTo>
                  <a:lnTo>
                    <a:pt x="1761852" y="310157"/>
                  </a:lnTo>
                  <a:lnTo>
                    <a:pt x="1804205" y="349469"/>
                  </a:lnTo>
                  <a:lnTo>
                    <a:pt x="1846489" y="392034"/>
                  </a:lnTo>
                  <a:lnTo>
                    <a:pt x="1888961" y="437834"/>
                  </a:lnTo>
                  <a:lnTo>
                    <a:pt x="1931793" y="486757"/>
                  </a:lnTo>
                  <a:lnTo>
                    <a:pt x="1975084" y="538601"/>
                  </a:lnTo>
                  <a:lnTo>
                    <a:pt x="2018867" y="593060"/>
                  </a:lnTo>
                  <a:lnTo>
                    <a:pt x="2063117" y="649737"/>
                  </a:lnTo>
                  <a:lnTo>
                    <a:pt x="2107759" y="708146"/>
                  </a:lnTo>
                  <a:lnTo>
                    <a:pt x="2152680" y="767731"/>
                  </a:lnTo>
                  <a:lnTo>
                    <a:pt x="2197739" y="827886"/>
                  </a:lnTo>
                  <a:lnTo>
                    <a:pt x="2242784" y="887980"/>
                  </a:lnTo>
                  <a:lnTo>
                    <a:pt x="2287661" y="947386"/>
                  </a:lnTo>
                  <a:lnTo>
                    <a:pt x="2332236" y="1005504"/>
                  </a:lnTo>
                  <a:lnTo>
                    <a:pt x="2376402" y="1061792"/>
                  </a:lnTo>
                  <a:lnTo>
                    <a:pt x="2420091" y="1115779"/>
                  </a:lnTo>
                  <a:lnTo>
                    <a:pt x="2463289" y="1167084"/>
                  </a:lnTo>
                  <a:lnTo>
                    <a:pt x="2506042" y="1215423"/>
                  </a:lnTo>
                  <a:lnTo>
                    <a:pt x="2548462" y="1260609"/>
                  </a:lnTo>
                  <a:lnTo>
                    <a:pt x="2590738" y="1302551"/>
                  </a:lnTo>
                  <a:lnTo>
                    <a:pt x="2633140" y="1341245"/>
                  </a:lnTo>
                  <a:lnTo>
                    <a:pt x="2667772" y="1370207"/>
                  </a:lnTo>
                  <a:lnTo>
                    <a:pt x="2715551" y="1406138"/>
                  </a:lnTo>
                  <a:lnTo>
                    <a:pt x="2765020" y="1438352"/>
                  </a:lnTo>
                  <a:lnTo>
                    <a:pt x="2816999" y="1467052"/>
                  </a:lnTo>
                  <a:lnTo>
                    <a:pt x="2872403" y="1492576"/>
                  </a:lnTo>
                  <a:lnTo>
                    <a:pt x="2932159" y="1515299"/>
                  </a:lnTo>
                  <a:lnTo>
                    <a:pt x="2997116" y="1535577"/>
                  </a:lnTo>
                  <a:lnTo>
                    <a:pt x="3067943" y="1553719"/>
                  </a:lnTo>
                  <a:lnTo>
                    <a:pt x="3144973" y="1569968"/>
                  </a:lnTo>
                  <a:lnTo>
                    <a:pt x="3228013" y="1584497"/>
                  </a:lnTo>
                  <a:lnTo>
                    <a:pt x="3316121" y="1597404"/>
                  </a:lnTo>
                  <a:lnTo>
                    <a:pt x="3407393" y="1608721"/>
                  </a:lnTo>
                  <a:lnTo>
                    <a:pt x="3498858" y="1618431"/>
                  </a:lnTo>
                  <a:lnTo>
                    <a:pt x="3586588" y="1626492"/>
                  </a:lnTo>
                  <a:lnTo>
                    <a:pt x="3666134" y="1632884"/>
                  </a:lnTo>
                  <a:lnTo>
                    <a:pt x="3733270" y="1637643"/>
                  </a:lnTo>
                  <a:lnTo>
                    <a:pt x="3784915" y="1640897"/>
                  </a:lnTo>
                  <a:lnTo>
                    <a:pt x="3819924" y="1642868"/>
                  </a:lnTo>
                  <a:lnTo>
                    <a:pt x="3839488" y="1643858"/>
                  </a:lnTo>
                  <a:lnTo>
                    <a:pt x="3847078" y="1644205"/>
                  </a:lnTo>
                  <a:lnTo>
                    <a:pt x="3848118" y="1644249"/>
                  </a:lnTo>
                  <a:lnTo>
                    <a:pt x="4386855" y="1644249"/>
                  </a:lnTo>
                  <a:lnTo>
                    <a:pt x="4388069" y="1644319"/>
                  </a:lnTo>
                  <a:lnTo>
                    <a:pt x="4396003" y="1644816"/>
                  </a:lnTo>
                  <a:lnTo>
                    <a:pt x="4415830" y="1646193"/>
                  </a:lnTo>
                  <a:lnTo>
                    <a:pt x="4450839" y="1648896"/>
                  </a:lnTo>
                  <a:lnTo>
                    <a:pt x="4502130" y="1653322"/>
                  </a:lnTo>
                  <a:lnTo>
                    <a:pt x="4568566" y="1659763"/>
                  </a:lnTo>
                  <a:lnTo>
                    <a:pt x="4647161" y="1668389"/>
                  </a:lnTo>
                  <a:lnTo>
                    <a:pt x="4733828" y="1679249"/>
                  </a:lnTo>
                  <a:lnTo>
                    <a:pt x="4824254" y="1692315"/>
                  </a:lnTo>
                  <a:lnTo>
                    <a:pt x="4914614" y="1707535"/>
                  </a:lnTo>
                  <a:lnTo>
                    <a:pt x="5001990" y="1724882"/>
                  </a:lnTo>
                  <a:lnTo>
                    <a:pt x="5084486" y="1744394"/>
                  </a:lnTo>
                  <a:lnTo>
                    <a:pt x="5161137" y="1766196"/>
                  </a:lnTo>
                  <a:lnTo>
                    <a:pt x="5231710" y="1790508"/>
                  </a:lnTo>
                  <a:lnTo>
                    <a:pt x="5296495" y="1817645"/>
                  </a:lnTo>
                  <a:lnTo>
                    <a:pt x="5356113" y="1848009"/>
                  </a:lnTo>
                  <a:lnTo>
                    <a:pt x="5411375" y="1882065"/>
                  </a:lnTo>
                  <a:lnTo>
                    <a:pt x="5463173" y="1920310"/>
                  </a:lnTo>
                  <a:lnTo>
                    <a:pt x="5512399" y="1963203"/>
                  </a:lnTo>
                  <a:lnTo>
                    <a:pt x="5559865" y="2011049"/>
                  </a:lnTo>
                  <a:lnTo>
                    <a:pt x="5567201" y="2019014"/>
                  </a:lnTo>
                  <a:lnTo>
                    <a:pt x="5605889" y="2063475"/>
                  </a:lnTo>
                  <a:lnTo>
                    <a:pt x="5644205" y="2111496"/>
                  </a:lnTo>
                  <a:lnTo>
                    <a:pt x="5682418" y="2163150"/>
                  </a:lnTo>
                  <a:lnTo>
                    <a:pt x="5720732" y="2218435"/>
                  </a:lnTo>
                  <a:lnTo>
                    <a:pt x="5759294" y="2277272"/>
                  </a:lnTo>
                  <a:lnTo>
                    <a:pt x="5798201" y="2339498"/>
                  </a:lnTo>
                  <a:lnTo>
                    <a:pt x="5837501" y="2404857"/>
                  </a:lnTo>
                  <a:lnTo>
                    <a:pt x="5877203" y="2473007"/>
                  </a:lnTo>
                  <a:lnTo>
                    <a:pt x="5917276" y="2543519"/>
                  </a:lnTo>
                  <a:lnTo>
                    <a:pt x="5957659" y="2615887"/>
                  </a:lnTo>
                  <a:lnTo>
                    <a:pt x="5998266" y="2689544"/>
                  </a:lnTo>
                  <a:lnTo>
                    <a:pt x="6038992" y="2763878"/>
                  </a:lnTo>
                  <a:lnTo>
                    <a:pt x="6079726" y="2838253"/>
                  </a:lnTo>
                  <a:lnTo>
                    <a:pt x="6120354" y="2912029"/>
                  </a:lnTo>
                  <a:lnTo>
                    <a:pt x="6160770" y="2984591"/>
                  </a:lnTo>
                  <a:lnTo>
                    <a:pt x="6200886" y="3055365"/>
                  </a:lnTo>
                  <a:lnTo>
                    <a:pt x="6240636" y="3123836"/>
                  </a:lnTo>
                  <a:lnTo>
                    <a:pt x="6279988" y="3189566"/>
                  </a:lnTo>
                  <a:lnTo>
                    <a:pt x="6318942" y="3252200"/>
                  </a:lnTo>
                  <a:lnTo>
                    <a:pt x="6357543" y="3311473"/>
                  </a:lnTo>
                  <a:lnTo>
                    <a:pt x="6395881" y="3367209"/>
                  </a:lnTo>
                  <a:lnTo>
                    <a:pt x="6434097" y="3419319"/>
                  </a:lnTo>
                  <a:lnTo>
                    <a:pt x="6472387" y="3467794"/>
                  </a:lnTo>
                  <a:lnTo>
                    <a:pt x="6511010" y="3512694"/>
                  </a:lnTo>
                  <a:lnTo>
                    <a:pt x="6515891" y="3518076"/>
                  </a:lnTo>
                  <a:lnTo>
                    <a:pt x="6563145" y="3566709"/>
                  </a:lnTo>
                  <a:lnTo>
                    <a:pt x="6612044" y="3610365"/>
                  </a:lnTo>
                  <a:lnTo>
                    <a:pt x="6663381" y="3649312"/>
                  </a:lnTo>
                  <a:lnTo>
                    <a:pt x="6718039" y="3683993"/>
                  </a:lnTo>
                  <a:lnTo>
                    <a:pt x="6776917" y="3714903"/>
                  </a:lnTo>
                  <a:lnTo>
                    <a:pt x="6840843" y="3742519"/>
                  </a:lnTo>
                  <a:lnTo>
                    <a:pt x="6910478" y="3767251"/>
                  </a:lnTo>
                  <a:lnTo>
                    <a:pt x="6986175" y="3789430"/>
                  </a:lnTo>
                  <a:lnTo>
                    <a:pt x="7067796" y="3809290"/>
                  </a:lnTo>
                  <a:lnTo>
                    <a:pt x="7154505" y="3826973"/>
                  </a:lnTo>
                  <a:lnTo>
                    <a:pt x="7244563" y="3842527"/>
                  </a:lnTo>
                  <a:lnTo>
                    <a:pt x="7335212" y="3855935"/>
                  </a:lnTo>
                  <a:lnTo>
                    <a:pt x="7422750" y="3867145"/>
                  </a:lnTo>
                  <a:lnTo>
                    <a:pt x="7502898" y="3876120"/>
                  </a:lnTo>
                  <a:lnTo>
                    <a:pt x="7571478" y="3882897"/>
                  </a:lnTo>
                  <a:lnTo>
                    <a:pt x="7625276" y="3887622"/>
                  </a:lnTo>
                  <a:lnTo>
                    <a:pt x="7662826" y="3890571"/>
                  </a:lnTo>
                  <a:lnTo>
                    <a:pt x="7684872" y="3892128"/>
                  </a:lnTo>
                  <a:lnTo>
                    <a:pt x="7694375" y="3892733"/>
                  </a:lnTo>
                  <a:lnTo>
                    <a:pt x="7696232" y="3892841"/>
                  </a:lnTo>
                  <a:lnTo>
                    <a:pt x="7696237" y="3892841"/>
                  </a:lnTo>
                  <a:lnTo>
                    <a:pt x="8234974" y="38928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2" name="pl352"/>
            <p:cNvSpPr/>
            <p:nvPr/>
          </p:nvSpPr>
          <p:spPr>
            <a:xfrm>
              <a:off x="546595" y="2155146"/>
              <a:ext cx="8234974" cy="3892841"/>
            </a:xfrm>
            <a:custGeom>
              <a:avLst/>
              <a:pathLst>
                <a:path w="8234974" h="3892841">
                  <a:moveTo>
                    <a:pt x="8234974" y="3892841"/>
                  </a:moveTo>
                  <a:lnTo>
                    <a:pt x="7696237" y="3892841"/>
                  </a:lnTo>
                  <a:lnTo>
                    <a:pt x="7695023" y="3892772"/>
                  </a:lnTo>
                  <a:lnTo>
                    <a:pt x="7687090" y="3892274"/>
                  </a:lnTo>
                  <a:lnTo>
                    <a:pt x="7667262" y="3890897"/>
                  </a:lnTo>
                  <a:lnTo>
                    <a:pt x="7632253" y="3888194"/>
                  </a:lnTo>
                  <a:lnTo>
                    <a:pt x="7580962" y="3883769"/>
                  </a:lnTo>
                  <a:lnTo>
                    <a:pt x="7514526" y="3877327"/>
                  </a:lnTo>
                  <a:lnTo>
                    <a:pt x="7435932" y="3868702"/>
                  </a:lnTo>
                  <a:lnTo>
                    <a:pt x="7349264" y="3857841"/>
                  </a:lnTo>
                  <a:lnTo>
                    <a:pt x="7258838" y="3844775"/>
                  </a:lnTo>
                  <a:lnTo>
                    <a:pt x="7168478" y="3829555"/>
                  </a:lnTo>
                  <a:lnTo>
                    <a:pt x="7081103" y="3812208"/>
                  </a:lnTo>
                  <a:lnTo>
                    <a:pt x="6998607" y="3792696"/>
                  </a:lnTo>
                  <a:lnTo>
                    <a:pt x="6921956" y="3770894"/>
                  </a:lnTo>
                  <a:lnTo>
                    <a:pt x="6851382" y="3746582"/>
                  </a:lnTo>
                  <a:lnTo>
                    <a:pt x="6786598" y="3719445"/>
                  </a:lnTo>
                  <a:lnTo>
                    <a:pt x="6726980" y="3689081"/>
                  </a:lnTo>
                  <a:lnTo>
                    <a:pt x="6671718" y="3655025"/>
                  </a:lnTo>
                  <a:lnTo>
                    <a:pt x="6619919" y="3616780"/>
                  </a:lnTo>
                  <a:lnTo>
                    <a:pt x="6570693" y="3573888"/>
                  </a:lnTo>
                  <a:lnTo>
                    <a:pt x="6523227" y="3526041"/>
                  </a:lnTo>
                  <a:lnTo>
                    <a:pt x="6515891" y="3518076"/>
                  </a:lnTo>
                  <a:lnTo>
                    <a:pt x="6477204" y="3473616"/>
                  </a:lnTo>
                  <a:lnTo>
                    <a:pt x="6438888" y="3425594"/>
                  </a:lnTo>
                  <a:lnTo>
                    <a:pt x="6400675" y="3373941"/>
                  </a:lnTo>
                  <a:lnTo>
                    <a:pt x="6362361" y="3318656"/>
                  </a:lnTo>
                  <a:lnTo>
                    <a:pt x="6323798" y="3259818"/>
                  </a:lnTo>
                  <a:lnTo>
                    <a:pt x="6284892" y="3197592"/>
                  </a:lnTo>
                  <a:lnTo>
                    <a:pt x="6245591" y="3132233"/>
                  </a:lnTo>
                  <a:lnTo>
                    <a:pt x="6205890" y="3064083"/>
                  </a:lnTo>
                  <a:lnTo>
                    <a:pt x="6165817" y="2993572"/>
                  </a:lnTo>
                  <a:lnTo>
                    <a:pt x="6125434" y="2921203"/>
                  </a:lnTo>
                  <a:lnTo>
                    <a:pt x="6084827" y="2847546"/>
                  </a:lnTo>
                  <a:lnTo>
                    <a:pt x="6044100" y="2773212"/>
                  </a:lnTo>
                  <a:lnTo>
                    <a:pt x="6003366" y="2698838"/>
                  </a:lnTo>
                  <a:lnTo>
                    <a:pt x="5962738" y="2625061"/>
                  </a:lnTo>
                  <a:lnTo>
                    <a:pt x="5922322" y="2552499"/>
                  </a:lnTo>
                  <a:lnTo>
                    <a:pt x="5882207" y="2481726"/>
                  </a:lnTo>
                  <a:lnTo>
                    <a:pt x="5842456" y="2413255"/>
                  </a:lnTo>
                  <a:lnTo>
                    <a:pt x="5803105" y="2347525"/>
                  </a:lnTo>
                  <a:lnTo>
                    <a:pt x="5764151" y="2284891"/>
                  </a:lnTo>
                  <a:lnTo>
                    <a:pt x="5725549" y="2225618"/>
                  </a:lnTo>
                  <a:lnTo>
                    <a:pt x="5687211" y="2169881"/>
                  </a:lnTo>
                  <a:lnTo>
                    <a:pt x="5648995" y="2117771"/>
                  </a:lnTo>
                  <a:lnTo>
                    <a:pt x="5610705" y="2069296"/>
                  </a:lnTo>
                  <a:lnTo>
                    <a:pt x="5572082" y="2024396"/>
                  </a:lnTo>
                  <a:lnTo>
                    <a:pt x="5567201" y="2019014"/>
                  </a:lnTo>
                  <a:lnTo>
                    <a:pt x="5519947" y="1970381"/>
                  </a:lnTo>
                  <a:lnTo>
                    <a:pt x="5471048" y="1926725"/>
                  </a:lnTo>
                  <a:lnTo>
                    <a:pt x="5419712" y="1887778"/>
                  </a:lnTo>
                  <a:lnTo>
                    <a:pt x="5365053" y="1853098"/>
                  </a:lnTo>
                  <a:lnTo>
                    <a:pt x="5306176" y="1822187"/>
                  </a:lnTo>
                  <a:lnTo>
                    <a:pt x="5242250" y="1794572"/>
                  </a:lnTo>
                  <a:lnTo>
                    <a:pt x="5172614" y="1769839"/>
                  </a:lnTo>
                  <a:lnTo>
                    <a:pt x="5096918" y="1747661"/>
                  </a:lnTo>
                  <a:lnTo>
                    <a:pt x="5015297" y="1727800"/>
                  </a:lnTo>
                  <a:lnTo>
                    <a:pt x="4928588" y="1710118"/>
                  </a:lnTo>
                  <a:lnTo>
                    <a:pt x="4838529" y="1694563"/>
                  </a:lnTo>
                  <a:lnTo>
                    <a:pt x="4747880" y="1681155"/>
                  </a:lnTo>
                  <a:lnTo>
                    <a:pt x="4660343" y="1669946"/>
                  </a:lnTo>
                  <a:lnTo>
                    <a:pt x="4580195" y="1660970"/>
                  </a:lnTo>
                  <a:lnTo>
                    <a:pt x="4511614" y="1654193"/>
                  </a:lnTo>
                  <a:lnTo>
                    <a:pt x="4457817" y="1649468"/>
                  </a:lnTo>
                  <a:lnTo>
                    <a:pt x="4420266" y="1646519"/>
                  </a:lnTo>
                  <a:lnTo>
                    <a:pt x="4398220" y="1644963"/>
                  </a:lnTo>
                  <a:lnTo>
                    <a:pt x="4388718" y="1644357"/>
                  </a:lnTo>
                  <a:lnTo>
                    <a:pt x="4386860" y="1644249"/>
                  </a:lnTo>
                  <a:lnTo>
                    <a:pt x="4386855" y="1644249"/>
                  </a:lnTo>
                  <a:lnTo>
                    <a:pt x="3848118" y="1644249"/>
                  </a:lnTo>
                  <a:lnTo>
                    <a:pt x="3846865" y="1644196"/>
                  </a:lnTo>
                  <a:lnTo>
                    <a:pt x="3838680" y="1643820"/>
                  </a:lnTo>
                  <a:lnTo>
                    <a:pt x="3818247" y="1642779"/>
                  </a:lnTo>
                  <a:lnTo>
                    <a:pt x="3782229" y="1640737"/>
                  </a:lnTo>
                  <a:lnTo>
                    <a:pt x="3729579" y="1637396"/>
                  </a:lnTo>
                  <a:lnTo>
                    <a:pt x="3661578" y="1632540"/>
                  </a:lnTo>
                  <a:lnTo>
                    <a:pt x="3581402" y="1626046"/>
                  </a:lnTo>
                  <a:lnTo>
                    <a:pt x="3493317" y="1617883"/>
                  </a:lnTo>
                  <a:lnTo>
                    <a:pt x="3401759" y="1608074"/>
                  </a:lnTo>
                  <a:lnTo>
                    <a:pt x="3310607" y="1596659"/>
                  </a:lnTo>
                  <a:lnTo>
                    <a:pt x="3222765" y="1583654"/>
                  </a:lnTo>
                  <a:lnTo>
                    <a:pt x="3140075" y="1569023"/>
                  </a:lnTo>
                  <a:lnTo>
                    <a:pt x="3063426" y="1552664"/>
                  </a:lnTo>
                  <a:lnTo>
                    <a:pt x="2992973" y="1534399"/>
                  </a:lnTo>
                  <a:lnTo>
                    <a:pt x="2928356" y="1513980"/>
                  </a:lnTo>
                  <a:lnTo>
                    <a:pt x="2868893" y="1491096"/>
                  </a:lnTo>
                  <a:lnTo>
                    <a:pt x="2813725" y="1465388"/>
                  </a:lnTo>
                  <a:lnTo>
                    <a:pt x="2761925" y="1436482"/>
                  </a:lnTo>
                  <a:lnTo>
                    <a:pt x="2712582" y="1404045"/>
                  </a:lnTo>
                  <a:lnTo>
                    <a:pt x="2667772" y="1370207"/>
                  </a:lnTo>
                  <a:lnTo>
                    <a:pt x="2625002" y="1334091"/>
                  </a:lnTo>
                  <a:lnTo>
                    <a:pt x="2582650" y="1294780"/>
                  </a:lnTo>
                  <a:lnTo>
                    <a:pt x="2540365" y="1252214"/>
                  </a:lnTo>
                  <a:lnTo>
                    <a:pt x="2497893" y="1206415"/>
                  </a:lnTo>
                  <a:lnTo>
                    <a:pt x="2455062" y="1157491"/>
                  </a:lnTo>
                  <a:lnTo>
                    <a:pt x="2411771" y="1105648"/>
                  </a:lnTo>
                  <a:lnTo>
                    <a:pt x="2367988" y="1051188"/>
                  </a:lnTo>
                  <a:lnTo>
                    <a:pt x="2323738" y="994512"/>
                  </a:lnTo>
                  <a:lnTo>
                    <a:pt x="2279096" y="936103"/>
                  </a:lnTo>
                  <a:lnTo>
                    <a:pt x="2234175" y="876518"/>
                  </a:lnTo>
                  <a:lnTo>
                    <a:pt x="2189115" y="816363"/>
                  </a:lnTo>
                  <a:lnTo>
                    <a:pt x="2144071" y="756268"/>
                  </a:lnTo>
                  <a:lnTo>
                    <a:pt x="2099193" y="696863"/>
                  </a:lnTo>
                  <a:lnTo>
                    <a:pt x="2054618" y="638744"/>
                  </a:lnTo>
                  <a:lnTo>
                    <a:pt x="2010453" y="582457"/>
                  </a:lnTo>
                  <a:lnTo>
                    <a:pt x="1966764" y="528470"/>
                  </a:lnTo>
                  <a:lnTo>
                    <a:pt x="1923565" y="477164"/>
                  </a:lnTo>
                  <a:lnTo>
                    <a:pt x="1880812" y="428825"/>
                  </a:lnTo>
                  <a:lnTo>
                    <a:pt x="1838392" y="383639"/>
                  </a:lnTo>
                  <a:lnTo>
                    <a:pt x="1796117" y="341697"/>
                  </a:lnTo>
                  <a:lnTo>
                    <a:pt x="1753715" y="303004"/>
                  </a:lnTo>
                  <a:lnTo>
                    <a:pt x="1719082" y="274041"/>
                  </a:lnTo>
                  <a:lnTo>
                    <a:pt x="1671304" y="238110"/>
                  </a:lnTo>
                  <a:lnTo>
                    <a:pt x="1621835" y="205897"/>
                  </a:lnTo>
                  <a:lnTo>
                    <a:pt x="1569856" y="177197"/>
                  </a:lnTo>
                  <a:lnTo>
                    <a:pt x="1514451" y="151672"/>
                  </a:lnTo>
                  <a:lnTo>
                    <a:pt x="1454696" y="128950"/>
                  </a:lnTo>
                  <a:lnTo>
                    <a:pt x="1389738" y="108671"/>
                  </a:lnTo>
                  <a:lnTo>
                    <a:pt x="1318912" y="90530"/>
                  </a:lnTo>
                  <a:lnTo>
                    <a:pt x="1241882" y="74280"/>
                  </a:lnTo>
                  <a:lnTo>
                    <a:pt x="1158841" y="59751"/>
                  </a:lnTo>
                  <a:lnTo>
                    <a:pt x="1070733" y="46844"/>
                  </a:lnTo>
                  <a:lnTo>
                    <a:pt x="979462" y="35527"/>
                  </a:lnTo>
                  <a:lnTo>
                    <a:pt x="887997" y="25818"/>
                  </a:lnTo>
                  <a:lnTo>
                    <a:pt x="800266" y="17756"/>
                  </a:lnTo>
                  <a:lnTo>
                    <a:pt x="720720" y="11365"/>
                  </a:lnTo>
                  <a:lnTo>
                    <a:pt x="653584" y="6605"/>
                  </a:lnTo>
                  <a:lnTo>
                    <a:pt x="601939" y="3352"/>
                  </a:lnTo>
                  <a:lnTo>
                    <a:pt x="566931" y="1380"/>
                  </a:lnTo>
                  <a:lnTo>
                    <a:pt x="547366" y="390"/>
                  </a:lnTo>
                  <a:lnTo>
                    <a:pt x="539777" y="4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3" name="pg353"/>
            <p:cNvSpPr/>
            <p:nvPr/>
          </p:nvSpPr>
          <p:spPr>
            <a:xfrm>
              <a:off x="546595" y="717789"/>
              <a:ext cx="8234974" cy="446451"/>
            </a:xfrm>
            <a:custGeom>
              <a:avLst/>
              <a:pathLst>
                <a:path w="8234974" h="446451">
                  <a:moveTo>
                    <a:pt x="0" y="5444"/>
                  </a:moveTo>
                  <a:lnTo>
                    <a:pt x="538736" y="5444"/>
                  </a:lnTo>
                  <a:lnTo>
                    <a:pt x="540035" y="5459"/>
                  </a:lnTo>
                  <a:lnTo>
                    <a:pt x="548511" y="5563"/>
                  </a:lnTo>
                  <a:lnTo>
                    <a:pt x="569640" y="5853"/>
                  </a:lnTo>
                  <a:lnTo>
                    <a:pt x="606816" y="6421"/>
                  </a:lnTo>
                  <a:lnTo>
                    <a:pt x="661018" y="7349"/>
                  </a:lnTo>
                  <a:lnTo>
                    <a:pt x="730795" y="8697"/>
                  </a:lnTo>
                  <a:lnTo>
                    <a:pt x="812749" y="10496"/>
                  </a:lnTo>
                  <a:lnTo>
                    <a:pt x="902413" y="12754"/>
                  </a:lnTo>
                  <a:lnTo>
                    <a:pt x="995211" y="15463"/>
                  </a:lnTo>
                  <a:lnTo>
                    <a:pt x="1087217" y="18612"/>
                  </a:lnTo>
                  <a:lnTo>
                    <a:pt x="1175544" y="22198"/>
                  </a:lnTo>
                  <a:lnTo>
                    <a:pt x="1258419" y="26235"/>
                  </a:lnTo>
                  <a:lnTo>
                    <a:pt x="1335042" y="30752"/>
                  </a:lnTo>
                  <a:lnTo>
                    <a:pt x="1405346" y="35802"/>
                  </a:lnTo>
                  <a:lnTo>
                    <a:pt x="1469771" y="41458"/>
                  </a:lnTo>
                  <a:lnTo>
                    <a:pt x="1529068" y="47808"/>
                  </a:lnTo>
                  <a:lnTo>
                    <a:pt x="1584147" y="54955"/>
                  </a:lnTo>
                  <a:lnTo>
                    <a:pt x="1635973" y="63001"/>
                  </a:lnTo>
                  <a:lnTo>
                    <a:pt x="1685478" y="72034"/>
                  </a:lnTo>
                  <a:lnTo>
                    <a:pt x="1719082" y="78945"/>
                  </a:lnTo>
                  <a:lnTo>
                    <a:pt x="1770689" y="90755"/>
                  </a:lnTo>
                  <a:lnTo>
                    <a:pt x="1821799" y="103822"/>
                  </a:lnTo>
                  <a:lnTo>
                    <a:pt x="1872975" y="118162"/>
                  </a:lnTo>
                  <a:lnTo>
                    <a:pt x="1924591" y="133745"/>
                  </a:lnTo>
                  <a:lnTo>
                    <a:pt x="1976856" y="150485"/>
                  </a:lnTo>
                  <a:lnTo>
                    <a:pt x="2029837" y="168242"/>
                  </a:lnTo>
                  <a:lnTo>
                    <a:pt x="2083476" y="186822"/>
                  </a:lnTo>
                  <a:lnTo>
                    <a:pt x="2137615" y="205982"/>
                  </a:lnTo>
                  <a:lnTo>
                    <a:pt x="2192027" y="225446"/>
                  </a:lnTo>
                  <a:lnTo>
                    <a:pt x="2246446" y="244918"/>
                  </a:lnTo>
                  <a:lnTo>
                    <a:pt x="2300606" y="264100"/>
                  </a:lnTo>
                  <a:lnTo>
                    <a:pt x="2354275" y="282716"/>
                  </a:lnTo>
                  <a:lnTo>
                    <a:pt x="2407291" y="300521"/>
                  </a:lnTo>
                  <a:lnTo>
                    <a:pt x="2459593" y="317317"/>
                  </a:lnTo>
                  <a:lnTo>
                    <a:pt x="2511238" y="332961"/>
                  </a:lnTo>
                  <a:lnTo>
                    <a:pt x="2562430" y="347367"/>
                  </a:lnTo>
                  <a:lnTo>
                    <a:pt x="2613531" y="360499"/>
                  </a:lnTo>
                  <a:lnTo>
                    <a:pt x="2665095" y="372373"/>
                  </a:lnTo>
                  <a:lnTo>
                    <a:pt x="2667772" y="372950"/>
                  </a:lnTo>
                  <a:lnTo>
                    <a:pt x="2716144" y="382699"/>
                  </a:lnTo>
                  <a:lnTo>
                    <a:pt x="2766258" y="391426"/>
                  </a:lnTo>
                  <a:lnTo>
                    <a:pt x="2818966" y="399191"/>
                  </a:lnTo>
                  <a:lnTo>
                    <a:pt x="2875218" y="406086"/>
                  </a:lnTo>
                  <a:lnTo>
                    <a:pt x="2935974" y="412216"/>
                  </a:lnTo>
                  <a:lnTo>
                    <a:pt x="3002108" y="417680"/>
                  </a:lnTo>
                  <a:lnTo>
                    <a:pt x="3074294" y="422562"/>
                  </a:lnTo>
                  <a:lnTo>
                    <a:pt x="3152842" y="426929"/>
                  </a:lnTo>
                  <a:lnTo>
                    <a:pt x="3237490" y="430827"/>
                  </a:lnTo>
                  <a:lnTo>
                    <a:pt x="3327165" y="434281"/>
                  </a:lnTo>
                  <a:lnTo>
                    <a:pt x="3419766" y="437298"/>
                  </a:lnTo>
                  <a:lnTo>
                    <a:pt x="3512072" y="439872"/>
                  </a:lnTo>
                  <a:lnTo>
                    <a:pt x="3599901" y="441991"/>
                  </a:lnTo>
                  <a:lnTo>
                    <a:pt x="3678616" y="443652"/>
                  </a:lnTo>
                  <a:lnTo>
                    <a:pt x="3743970" y="444868"/>
                  </a:lnTo>
                  <a:lnTo>
                    <a:pt x="3793073" y="445680"/>
                  </a:lnTo>
                  <a:lnTo>
                    <a:pt x="3825181" y="446155"/>
                  </a:lnTo>
                  <a:lnTo>
                    <a:pt x="3842026" y="446379"/>
                  </a:lnTo>
                  <a:lnTo>
                    <a:pt x="3847669" y="446446"/>
                  </a:lnTo>
                  <a:lnTo>
                    <a:pt x="3848118" y="446451"/>
                  </a:lnTo>
                  <a:lnTo>
                    <a:pt x="4386855" y="446451"/>
                  </a:lnTo>
                  <a:lnTo>
                    <a:pt x="4388157" y="446445"/>
                  </a:lnTo>
                  <a:lnTo>
                    <a:pt x="4396653" y="446404"/>
                  </a:lnTo>
                  <a:lnTo>
                    <a:pt x="4417830" y="446289"/>
                  </a:lnTo>
                  <a:lnTo>
                    <a:pt x="4455085" y="446064"/>
                  </a:lnTo>
                  <a:lnTo>
                    <a:pt x="4509392" y="445697"/>
                  </a:lnTo>
                  <a:lnTo>
                    <a:pt x="4579289" y="445163"/>
                  </a:lnTo>
                  <a:lnTo>
                    <a:pt x="4661363" y="444451"/>
                  </a:lnTo>
                  <a:lnTo>
                    <a:pt x="4751132" y="443557"/>
                  </a:lnTo>
                  <a:lnTo>
                    <a:pt x="4844014" y="442485"/>
                  </a:lnTo>
                  <a:lnTo>
                    <a:pt x="4936075" y="441238"/>
                  </a:lnTo>
                  <a:lnTo>
                    <a:pt x="5024433" y="439819"/>
                  </a:lnTo>
                  <a:lnTo>
                    <a:pt x="5107320" y="438221"/>
                  </a:lnTo>
                  <a:lnTo>
                    <a:pt x="5183940" y="436433"/>
                  </a:lnTo>
                  <a:lnTo>
                    <a:pt x="5254233" y="434434"/>
                  </a:lnTo>
                  <a:lnTo>
                    <a:pt x="5318646" y="432195"/>
                  </a:lnTo>
                  <a:lnTo>
                    <a:pt x="5377932" y="429680"/>
                  </a:lnTo>
                  <a:lnTo>
                    <a:pt x="5433006" y="426850"/>
                  </a:lnTo>
                  <a:lnTo>
                    <a:pt x="5484835" y="423663"/>
                  </a:lnTo>
                  <a:lnTo>
                    <a:pt x="5534351" y="420086"/>
                  </a:lnTo>
                  <a:lnTo>
                    <a:pt x="5567201" y="417414"/>
                  </a:lnTo>
                  <a:lnTo>
                    <a:pt x="5619801" y="412653"/>
                  </a:lnTo>
                  <a:lnTo>
                    <a:pt x="5671899" y="407376"/>
                  </a:lnTo>
                  <a:lnTo>
                    <a:pt x="5724082" y="401576"/>
                  </a:lnTo>
                  <a:lnTo>
                    <a:pt x="5776740" y="395267"/>
                  </a:lnTo>
                  <a:lnTo>
                    <a:pt x="5830081" y="388488"/>
                  </a:lnTo>
                  <a:lnTo>
                    <a:pt x="5884165" y="381297"/>
                  </a:lnTo>
                  <a:lnTo>
                    <a:pt x="5938919" y="373780"/>
                  </a:lnTo>
                  <a:lnTo>
                    <a:pt x="5994164" y="366038"/>
                  </a:lnTo>
                  <a:lnTo>
                    <a:pt x="6049651" y="358191"/>
                  </a:lnTo>
                  <a:lnTo>
                    <a:pt x="6105096" y="350362"/>
                  </a:lnTo>
                  <a:lnTo>
                    <a:pt x="6160221" y="342675"/>
                  </a:lnTo>
                  <a:lnTo>
                    <a:pt x="6214793" y="335243"/>
                  </a:lnTo>
                  <a:lnTo>
                    <a:pt x="6268663" y="328165"/>
                  </a:lnTo>
                  <a:lnTo>
                    <a:pt x="6321792" y="321517"/>
                  </a:lnTo>
                  <a:lnTo>
                    <a:pt x="6374282" y="315355"/>
                  </a:lnTo>
                  <a:lnTo>
                    <a:pt x="6426392" y="309707"/>
                  </a:lnTo>
                  <a:lnTo>
                    <a:pt x="6478565" y="304582"/>
                  </a:lnTo>
                  <a:lnTo>
                    <a:pt x="6515891" y="301264"/>
                  </a:lnTo>
                  <a:lnTo>
                    <a:pt x="6564303" y="297409"/>
                  </a:lnTo>
                  <a:lnTo>
                    <a:pt x="6614460" y="293959"/>
                  </a:lnTo>
                  <a:lnTo>
                    <a:pt x="6667218" y="290890"/>
                  </a:lnTo>
                  <a:lnTo>
                    <a:pt x="6723528" y="288165"/>
                  </a:lnTo>
                  <a:lnTo>
                    <a:pt x="6784352" y="285742"/>
                  </a:lnTo>
                  <a:lnTo>
                    <a:pt x="6850566" y="283583"/>
                  </a:lnTo>
                  <a:lnTo>
                    <a:pt x="6922844" y="281653"/>
                  </a:lnTo>
                  <a:lnTo>
                    <a:pt x="7001495" y="279928"/>
                  </a:lnTo>
                  <a:lnTo>
                    <a:pt x="7086252" y="278388"/>
                  </a:lnTo>
                  <a:lnTo>
                    <a:pt x="7176032" y="277024"/>
                  </a:lnTo>
                  <a:lnTo>
                    <a:pt x="7268721" y="275832"/>
                  </a:lnTo>
                  <a:lnTo>
                    <a:pt x="7361081" y="274816"/>
                  </a:lnTo>
                  <a:lnTo>
                    <a:pt x="7448912" y="273980"/>
                  </a:lnTo>
                  <a:lnTo>
                    <a:pt x="7527565" y="273326"/>
                  </a:lnTo>
                  <a:lnTo>
                    <a:pt x="7592792" y="272847"/>
                  </a:lnTo>
                  <a:lnTo>
                    <a:pt x="7641720" y="272527"/>
                  </a:lnTo>
                  <a:lnTo>
                    <a:pt x="7673631" y="272341"/>
                  </a:lnTo>
                  <a:lnTo>
                    <a:pt x="7690296" y="272254"/>
                  </a:lnTo>
                  <a:lnTo>
                    <a:pt x="7695817" y="272228"/>
                  </a:lnTo>
                  <a:lnTo>
                    <a:pt x="7696237" y="272226"/>
                  </a:lnTo>
                  <a:lnTo>
                    <a:pt x="8234974" y="272226"/>
                  </a:lnTo>
                  <a:lnTo>
                    <a:pt x="8234974" y="266782"/>
                  </a:lnTo>
                  <a:lnTo>
                    <a:pt x="7696237" y="266782"/>
                  </a:lnTo>
                  <a:lnTo>
                    <a:pt x="7694935" y="266787"/>
                  </a:lnTo>
                  <a:lnTo>
                    <a:pt x="7686440" y="266829"/>
                  </a:lnTo>
                  <a:lnTo>
                    <a:pt x="7665263" y="266944"/>
                  </a:lnTo>
                  <a:lnTo>
                    <a:pt x="7628008" y="267169"/>
                  </a:lnTo>
                  <a:lnTo>
                    <a:pt x="7573700" y="267536"/>
                  </a:lnTo>
                  <a:lnTo>
                    <a:pt x="7503804" y="268070"/>
                  </a:lnTo>
                  <a:lnTo>
                    <a:pt x="7421729" y="268782"/>
                  </a:lnTo>
                  <a:lnTo>
                    <a:pt x="7331960" y="269676"/>
                  </a:lnTo>
                  <a:lnTo>
                    <a:pt x="7239079" y="270748"/>
                  </a:lnTo>
                  <a:lnTo>
                    <a:pt x="7147017" y="271995"/>
                  </a:lnTo>
                  <a:lnTo>
                    <a:pt x="7058659" y="273414"/>
                  </a:lnTo>
                  <a:lnTo>
                    <a:pt x="6975772" y="275012"/>
                  </a:lnTo>
                  <a:lnTo>
                    <a:pt x="6899153" y="276800"/>
                  </a:lnTo>
                  <a:lnTo>
                    <a:pt x="6828859" y="278799"/>
                  </a:lnTo>
                  <a:lnTo>
                    <a:pt x="6764447" y="281038"/>
                  </a:lnTo>
                  <a:lnTo>
                    <a:pt x="6705161" y="283553"/>
                  </a:lnTo>
                  <a:lnTo>
                    <a:pt x="6650087" y="286383"/>
                  </a:lnTo>
                  <a:lnTo>
                    <a:pt x="6598258" y="289570"/>
                  </a:lnTo>
                  <a:lnTo>
                    <a:pt x="6548742" y="293147"/>
                  </a:lnTo>
                  <a:lnTo>
                    <a:pt x="6515891" y="295819"/>
                  </a:lnTo>
                  <a:lnTo>
                    <a:pt x="6463291" y="300580"/>
                  </a:lnTo>
                  <a:lnTo>
                    <a:pt x="6411194" y="305857"/>
                  </a:lnTo>
                  <a:lnTo>
                    <a:pt x="6359010" y="311657"/>
                  </a:lnTo>
                  <a:lnTo>
                    <a:pt x="6306353" y="317966"/>
                  </a:lnTo>
                  <a:lnTo>
                    <a:pt x="6253011" y="324745"/>
                  </a:lnTo>
                  <a:lnTo>
                    <a:pt x="6198927" y="331936"/>
                  </a:lnTo>
                  <a:lnTo>
                    <a:pt x="6144174" y="339453"/>
                  </a:lnTo>
                  <a:lnTo>
                    <a:pt x="6088928" y="347194"/>
                  </a:lnTo>
                  <a:lnTo>
                    <a:pt x="6033441" y="355042"/>
                  </a:lnTo>
                  <a:lnTo>
                    <a:pt x="5977996" y="362871"/>
                  </a:lnTo>
                  <a:lnTo>
                    <a:pt x="5922872" y="370558"/>
                  </a:lnTo>
                  <a:lnTo>
                    <a:pt x="5868299" y="377990"/>
                  </a:lnTo>
                  <a:lnTo>
                    <a:pt x="5814430" y="385068"/>
                  </a:lnTo>
                  <a:lnTo>
                    <a:pt x="5761300" y="391716"/>
                  </a:lnTo>
                  <a:lnTo>
                    <a:pt x="5708810" y="397878"/>
                  </a:lnTo>
                  <a:lnTo>
                    <a:pt x="5656700" y="403526"/>
                  </a:lnTo>
                  <a:lnTo>
                    <a:pt x="5604527" y="408651"/>
                  </a:lnTo>
                  <a:lnTo>
                    <a:pt x="5567201" y="411969"/>
                  </a:lnTo>
                  <a:lnTo>
                    <a:pt x="5518789" y="415824"/>
                  </a:lnTo>
                  <a:lnTo>
                    <a:pt x="5468632" y="419274"/>
                  </a:lnTo>
                  <a:lnTo>
                    <a:pt x="5415875" y="422343"/>
                  </a:lnTo>
                  <a:lnTo>
                    <a:pt x="5359564" y="425068"/>
                  </a:lnTo>
                  <a:lnTo>
                    <a:pt x="5298741" y="427491"/>
                  </a:lnTo>
                  <a:lnTo>
                    <a:pt x="5232527" y="429650"/>
                  </a:lnTo>
                  <a:lnTo>
                    <a:pt x="5160249" y="431580"/>
                  </a:lnTo>
                  <a:lnTo>
                    <a:pt x="5081598" y="433305"/>
                  </a:lnTo>
                  <a:lnTo>
                    <a:pt x="4996841" y="434845"/>
                  </a:lnTo>
                  <a:lnTo>
                    <a:pt x="4907061" y="436209"/>
                  </a:lnTo>
                  <a:lnTo>
                    <a:pt x="4814371" y="437401"/>
                  </a:lnTo>
                  <a:lnTo>
                    <a:pt x="4722011" y="438417"/>
                  </a:lnTo>
                  <a:lnTo>
                    <a:pt x="4634181" y="439253"/>
                  </a:lnTo>
                  <a:lnTo>
                    <a:pt x="4555527" y="439907"/>
                  </a:lnTo>
                  <a:lnTo>
                    <a:pt x="4490300" y="440386"/>
                  </a:lnTo>
                  <a:lnTo>
                    <a:pt x="4441373" y="440705"/>
                  </a:lnTo>
                  <a:lnTo>
                    <a:pt x="4409461" y="440892"/>
                  </a:lnTo>
                  <a:lnTo>
                    <a:pt x="4392796" y="440979"/>
                  </a:lnTo>
                  <a:lnTo>
                    <a:pt x="4387276" y="441005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54" name="pl354"/>
            <p:cNvSpPr/>
            <p:nvPr/>
          </p:nvSpPr>
          <p:spPr>
            <a:xfrm>
              <a:off x="546595" y="723234"/>
              <a:ext cx="8234974" cy="441007"/>
            </a:xfrm>
            <a:custGeom>
              <a:avLst/>
              <a:pathLst>
                <a:path w="8234974" h="441007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1" y="119"/>
                  </a:lnTo>
                  <a:lnTo>
                    <a:pt x="569640" y="408"/>
                  </a:lnTo>
                  <a:lnTo>
                    <a:pt x="606816" y="977"/>
                  </a:lnTo>
                  <a:lnTo>
                    <a:pt x="661018" y="1905"/>
                  </a:lnTo>
                  <a:lnTo>
                    <a:pt x="730795" y="3253"/>
                  </a:lnTo>
                  <a:lnTo>
                    <a:pt x="812749" y="5052"/>
                  </a:lnTo>
                  <a:lnTo>
                    <a:pt x="902413" y="7309"/>
                  </a:lnTo>
                  <a:lnTo>
                    <a:pt x="995211" y="10018"/>
                  </a:lnTo>
                  <a:lnTo>
                    <a:pt x="1087217" y="13167"/>
                  </a:lnTo>
                  <a:lnTo>
                    <a:pt x="1175544" y="16754"/>
                  </a:lnTo>
                  <a:lnTo>
                    <a:pt x="1258419" y="20790"/>
                  </a:lnTo>
                  <a:lnTo>
                    <a:pt x="1335042" y="25307"/>
                  </a:lnTo>
                  <a:lnTo>
                    <a:pt x="1405346" y="30357"/>
                  </a:lnTo>
                  <a:lnTo>
                    <a:pt x="1469771" y="36013"/>
                  </a:lnTo>
                  <a:lnTo>
                    <a:pt x="1529068" y="42363"/>
                  </a:lnTo>
                  <a:lnTo>
                    <a:pt x="1584147" y="49510"/>
                  </a:lnTo>
                  <a:lnTo>
                    <a:pt x="1635973" y="57557"/>
                  </a:lnTo>
                  <a:lnTo>
                    <a:pt x="1685478" y="66589"/>
                  </a:lnTo>
                  <a:lnTo>
                    <a:pt x="1719082" y="73501"/>
                  </a:lnTo>
                  <a:lnTo>
                    <a:pt x="1770689" y="85311"/>
                  </a:lnTo>
                  <a:lnTo>
                    <a:pt x="1821799" y="98378"/>
                  </a:lnTo>
                  <a:lnTo>
                    <a:pt x="1872975" y="112718"/>
                  </a:lnTo>
                  <a:lnTo>
                    <a:pt x="1924591" y="128300"/>
                  </a:lnTo>
                  <a:lnTo>
                    <a:pt x="1976856" y="145040"/>
                  </a:lnTo>
                  <a:lnTo>
                    <a:pt x="2029837" y="162797"/>
                  </a:lnTo>
                  <a:lnTo>
                    <a:pt x="2083476" y="181377"/>
                  </a:lnTo>
                  <a:lnTo>
                    <a:pt x="2137615" y="200537"/>
                  </a:lnTo>
                  <a:lnTo>
                    <a:pt x="2192027" y="220001"/>
                  </a:lnTo>
                  <a:lnTo>
                    <a:pt x="2246446" y="239473"/>
                  </a:lnTo>
                  <a:lnTo>
                    <a:pt x="2300606" y="258656"/>
                  </a:lnTo>
                  <a:lnTo>
                    <a:pt x="2354275" y="277272"/>
                  </a:lnTo>
                  <a:lnTo>
                    <a:pt x="2407291" y="295076"/>
                  </a:lnTo>
                  <a:lnTo>
                    <a:pt x="2459593" y="311872"/>
                  </a:lnTo>
                  <a:lnTo>
                    <a:pt x="2511238" y="327517"/>
                  </a:lnTo>
                  <a:lnTo>
                    <a:pt x="2562430" y="341922"/>
                  </a:lnTo>
                  <a:lnTo>
                    <a:pt x="2613531" y="355055"/>
                  </a:lnTo>
                  <a:lnTo>
                    <a:pt x="2665095" y="366928"/>
                  </a:lnTo>
                  <a:lnTo>
                    <a:pt x="2667772" y="367506"/>
                  </a:lnTo>
                  <a:lnTo>
                    <a:pt x="2716144" y="377254"/>
                  </a:lnTo>
                  <a:lnTo>
                    <a:pt x="2766258" y="385982"/>
                  </a:lnTo>
                  <a:lnTo>
                    <a:pt x="2818966" y="393746"/>
                  </a:lnTo>
                  <a:lnTo>
                    <a:pt x="2875218" y="400641"/>
                  </a:lnTo>
                  <a:lnTo>
                    <a:pt x="2935974" y="406771"/>
                  </a:lnTo>
                  <a:lnTo>
                    <a:pt x="3002108" y="412235"/>
                  </a:lnTo>
                  <a:lnTo>
                    <a:pt x="3074294" y="417118"/>
                  </a:lnTo>
                  <a:lnTo>
                    <a:pt x="3152842" y="421485"/>
                  </a:lnTo>
                  <a:lnTo>
                    <a:pt x="3237490" y="425383"/>
                  </a:lnTo>
                  <a:lnTo>
                    <a:pt x="3327165" y="428837"/>
                  </a:lnTo>
                  <a:lnTo>
                    <a:pt x="3419766" y="431854"/>
                  </a:lnTo>
                  <a:lnTo>
                    <a:pt x="3512072" y="434427"/>
                  </a:lnTo>
                  <a:lnTo>
                    <a:pt x="3599901" y="436547"/>
                  </a:lnTo>
                  <a:lnTo>
                    <a:pt x="3678616" y="438208"/>
                  </a:lnTo>
                  <a:lnTo>
                    <a:pt x="3743970" y="439424"/>
                  </a:lnTo>
                  <a:lnTo>
                    <a:pt x="3793073" y="440236"/>
                  </a:lnTo>
                  <a:lnTo>
                    <a:pt x="3825181" y="440711"/>
                  </a:lnTo>
                  <a:lnTo>
                    <a:pt x="3842026" y="440934"/>
                  </a:lnTo>
                  <a:lnTo>
                    <a:pt x="3847669" y="441002"/>
                  </a:lnTo>
                  <a:lnTo>
                    <a:pt x="3848118" y="441007"/>
                  </a:lnTo>
                  <a:lnTo>
                    <a:pt x="4386855" y="441007"/>
                  </a:lnTo>
                  <a:lnTo>
                    <a:pt x="4388157" y="441001"/>
                  </a:lnTo>
                  <a:lnTo>
                    <a:pt x="4396653" y="440959"/>
                  </a:lnTo>
                  <a:lnTo>
                    <a:pt x="4417830" y="440845"/>
                  </a:lnTo>
                  <a:lnTo>
                    <a:pt x="4455085" y="440620"/>
                  </a:lnTo>
                  <a:lnTo>
                    <a:pt x="4509392" y="440252"/>
                  </a:lnTo>
                  <a:lnTo>
                    <a:pt x="4579289" y="439719"/>
                  </a:lnTo>
                  <a:lnTo>
                    <a:pt x="4661363" y="439006"/>
                  </a:lnTo>
                  <a:lnTo>
                    <a:pt x="4751132" y="438113"/>
                  </a:lnTo>
                  <a:lnTo>
                    <a:pt x="4844014" y="437040"/>
                  </a:lnTo>
                  <a:lnTo>
                    <a:pt x="4936075" y="435794"/>
                  </a:lnTo>
                  <a:lnTo>
                    <a:pt x="5024433" y="434374"/>
                  </a:lnTo>
                  <a:lnTo>
                    <a:pt x="5107320" y="432777"/>
                  </a:lnTo>
                  <a:lnTo>
                    <a:pt x="5183940" y="430989"/>
                  </a:lnTo>
                  <a:lnTo>
                    <a:pt x="5254233" y="428989"/>
                  </a:lnTo>
                  <a:lnTo>
                    <a:pt x="5318646" y="426750"/>
                  </a:lnTo>
                  <a:lnTo>
                    <a:pt x="5377932" y="424236"/>
                  </a:lnTo>
                  <a:lnTo>
                    <a:pt x="5433006" y="421405"/>
                  </a:lnTo>
                  <a:lnTo>
                    <a:pt x="5484835" y="418219"/>
                  </a:lnTo>
                  <a:lnTo>
                    <a:pt x="5534351" y="414641"/>
                  </a:lnTo>
                  <a:lnTo>
                    <a:pt x="5567201" y="411969"/>
                  </a:lnTo>
                  <a:lnTo>
                    <a:pt x="5619801" y="407208"/>
                  </a:lnTo>
                  <a:lnTo>
                    <a:pt x="5671899" y="401931"/>
                  </a:lnTo>
                  <a:lnTo>
                    <a:pt x="5724082" y="396131"/>
                  </a:lnTo>
                  <a:lnTo>
                    <a:pt x="5776740" y="389823"/>
                  </a:lnTo>
                  <a:lnTo>
                    <a:pt x="5830081" y="383043"/>
                  </a:lnTo>
                  <a:lnTo>
                    <a:pt x="5884165" y="375852"/>
                  </a:lnTo>
                  <a:lnTo>
                    <a:pt x="5938919" y="368335"/>
                  </a:lnTo>
                  <a:lnTo>
                    <a:pt x="5994164" y="360594"/>
                  </a:lnTo>
                  <a:lnTo>
                    <a:pt x="6049651" y="352747"/>
                  </a:lnTo>
                  <a:lnTo>
                    <a:pt x="6105096" y="344918"/>
                  </a:lnTo>
                  <a:lnTo>
                    <a:pt x="6160221" y="337230"/>
                  </a:lnTo>
                  <a:lnTo>
                    <a:pt x="6214793" y="329799"/>
                  </a:lnTo>
                  <a:lnTo>
                    <a:pt x="6268663" y="322720"/>
                  </a:lnTo>
                  <a:lnTo>
                    <a:pt x="6321792" y="316073"/>
                  </a:lnTo>
                  <a:lnTo>
                    <a:pt x="6374282" y="309910"/>
                  </a:lnTo>
                  <a:lnTo>
                    <a:pt x="6426392" y="304263"/>
                  </a:lnTo>
                  <a:lnTo>
                    <a:pt x="6478565" y="299137"/>
                  </a:lnTo>
                  <a:lnTo>
                    <a:pt x="6515891" y="295819"/>
                  </a:lnTo>
                  <a:lnTo>
                    <a:pt x="6564303" y="291965"/>
                  </a:lnTo>
                  <a:lnTo>
                    <a:pt x="6614460" y="288515"/>
                  </a:lnTo>
                  <a:lnTo>
                    <a:pt x="6667218" y="285445"/>
                  </a:lnTo>
                  <a:lnTo>
                    <a:pt x="6723528" y="282720"/>
                  </a:lnTo>
                  <a:lnTo>
                    <a:pt x="6784352" y="280297"/>
                  </a:lnTo>
                  <a:lnTo>
                    <a:pt x="6850566" y="278138"/>
                  </a:lnTo>
                  <a:lnTo>
                    <a:pt x="6922844" y="276209"/>
                  </a:lnTo>
                  <a:lnTo>
                    <a:pt x="7001495" y="274483"/>
                  </a:lnTo>
                  <a:lnTo>
                    <a:pt x="7086252" y="272943"/>
                  </a:lnTo>
                  <a:lnTo>
                    <a:pt x="7176032" y="271579"/>
                  </a:lnTo>
                  <a:lnTo>
                    <a:pt x="7268721" y="270388"/>
                  </a:lnTo>
                  <a:lnTo>
                    <a:pt x="7361081" y="269372"/>
                  </a:lnTo>
                  <a:lnTo>
                    <a:pt x="7448912" y="268536"/>
                  </a:lnTo>
                  <a:lnTo>
                    <a:pt x="7527565" y="267881"/>
                  </a:lnTo>
                  <a:lnTo>
                    <a:pt x="7592792" y="267402"/>
                  </a:lnTo>
                  <a:lnTo>
                    <a:pt x="7641720" y="267083"/>
                  </a:lnTo>
                  <a:lnTo>
                    <a:pt x="7673631" y="266897"/>
                  </a:lnTo>
                  <a:lnTo>
                    <a:pt x="7690296" y="266810"/>
                  </a:lnTo>
                  <a:lnTo>
                    <a:pt x="7695817" y="266784"/>
                  </a:lnTo>
                  <a:lnTo>
                    <a:pt x="7696237" y="266782"/>
                  </a:lnTo>
                  <a:lnTo>
                    <a:pt x="8234974" y="266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5" name="pl355"/>
            <p:cNvSpPr/>
            <p:nvPr/>
          </p:nvSpPr>
          <p:spPr>
            <a:xfrm>
              <a:off x="546595" y="717789"/>
              <a:ext cx="8234974" cy="441007"/>
            </a:xfrm>
            <a:custGeom>
              <a:avLst/>
              <a:pathLst>
                <a:path w="8234974" h="441007">
                  <a:moveTo>
                    <a:pt x="8234974" y="266782"/>
                  </a:moveTo>
                  <a:lnTo>
                    <a:pt x="7696237" y="266782"/>
                  </a:lnTo>
                  <a:lnTo>
                    <a:pt x="7694935" y="266787"/>
                  </a:lnTo>
                  <a:lnTo>
                    <a:pt x="7686440" y="266829"/>
                  </a:lnTo>
                  <a:lnTo>
                    <a:pt x="7665263" y="266944"/>
                  </a:lnTo>
                  <a:lnTo>
                    <a:pt x="7628008" y="267169"/>
                  </a:lnTo>
                  <a:lnTo>
                    <a:pt x="7573700" y="267536"/>
                  </a:lnTo>
                  <a:lnTo>
                    <a:pt x="7503804" y="268070"/>
                  </a:lnTo>
                  <a:lnTo>
                    <a:pt x="7421729" y="268782"/>
                  </a:lnTo>
                  <a:lnTo>
                    <a:pt x="7331960" y="269676"/>
                  </a:lnTo>
                  <a:lnTo>
                    <a:pt x="7239079" y="270748"/>
                  </a:lnTo>
                  <a:lnTo>
                    <a:pt x="7147017" y="271995"/>
                  </a:lnTo>
                  <a:lnTo>
                    <a:pt x="7058659" y="273414"/>
                  </a:lnTo>
                  <a:lnTo>
                    <a:pt x="6975772" y="275012"/>
                  </a:lnTo>
                  <a:lnTo>
                    <a:pt x="6899153" y="276800"/>
                  </a:lnTo>
                  <a:lnTo>
                    <a:pt x="6828859" y="278799"/>
                  </a:lnTo>
                  <a:lnTo>
                    <a:pt x="6764447" y="281038"/>
                  </a:lnTo>
                  <a:lnTo>
                    <a:pt x="6705161" y="283553"/>
                  </a:lnTo>
                  <a:lnTo>
                    <a:pt x="6650087" y="286383"/>
                  </a:lnTo>
                  <a:lnTo>
                    <a:pt x="6598258" y="289570"/>
                  </a:lnTo>
                  <a:lnTo>
                    <a:pt x="6548742" y="293147"/>
                  </a:lnTo>
                  <a:lnTo>
                    <a:pt x="6515891" y="295819"/>
                  </a:lnTo>
                  <a:lnTo>
                    <a:pt x="6463291" y="300580"/>
                  </a:lnTo>
                  <a:lnTo>
                    <a:pt x="6411194" y="305857"/>
                  </a:lnTo>
                  <a:lnTo>
                    <a:pt x="6359010" y="311657"/>
                  </a:lnTo>
                  <a:lnTo>
                    <a:pt x="6306353" y="317966"/>
                  </a:lnTo>
                  <a:lnTo>
                    <a:pt x="6253011" y="324745"/>
                  </a:lnTo>
                  <a:lnTo>
                    <a:pt x="6198927" y="331936"/>
                  </a:lnTo>
                  <a:lnTo>
                    <a:pt x="6144174" y="339453"/>
                  </a:lnTo>
                  <a:lnTo>
                    <a:pt x="6088928" y="347194"/>
                  </a:lnTo>
                  <a:lnTo>
                    <a:pt x="6033441" y="355042"/>
                  </a:lnTo>
                  <a:lnTo>
                    <a:pt x="5977996" y="362871"/>
                  </a:lnTo>
                  <a:lnTo>
                    <a:pt x="5922872" y="370558"/>
                  </a:lnTo>
                  <a:lnTo>
                    <a:pt x="5868299" y="377990"/>
                  </a:lnTo>
                  <a:lnTo>
                    <a:pt x="5814430" y="385068"/>
                  </a:lnTo>
                  <a:lnTo>
                    <a:pt x="5761300" y="391716"/>
                  </a:lnTo>
                  <a:lnTo>
                    <a:pt x="5708810" y="397878"/>
                  </a:lnTo>
                  <a:lnTo>
                    <a:pt x="5656700" y="403526"/>
                  </a:lnTo>
                  <a:lnTo>
                    <a:pt x="5604527" y="408651"/>
                  </a:lnTo>
                  <a:lnTo>
                    <a:pt x="5567201" y="411969"/>
                  </a:lnTo>
                  <a:lnTo>
                    <a:pt x="5518789" y="415824"/>
                  </a:lnTo>
                  <a:lnTo>
                    <a:pt x="5468632" y="419274"/>
                  </a:lnTo>
                  <a:lnTo>
                    <a:pt x="5415875" y="422343"/>
                  </a:lnTo>
                  <a:lnTo>
                    <a:pt x="5359564" y="425068"/>
                  </a:lnTo>
                  <a:lnTo>
                    <a:pt x="5298741" y="427491"/>
                  </a:lnTo>
                  <a:lnTo>
                    <a:pt x="5232527" y="429650"/>
                  </a:lnTo>
                  <a:lnTo>
                    <a:pt x="5160249" y="431580"/>
                  </a:lnTo>
                  <a:lnTo>
                    <a:pt x="5081598" y="433305"/>
                  </a:lnTo>
                  <a:lnTo>
                    <a:pt x="4996841" y="434845"/>
                  </a:lnTo>
                  <a:lnTo>
                    <a:pt x="4907061" y="436209"/>
                  </a:lnTo>
                  <a:lnTo>
                    <a:pt x="4814371" y="437401"/>
                  </a:lnTo>
                  <a:lnTo>
                    <a:pt x="4722011" y="438417"/>
                  </a:lnTo>
                  <a:lnTo>
                    <a:pt x="4634181" y="439253"/>
                  </a:lnTo>
                  <a:lnTo>
                    <a:pt x="4555527" y="439907"/>
                  </a:lnTo>
                  <a:lnTo>
                    <a:pt x="4490300" y="440386"/>
                  </a:lnTo>
                  <a:lnTo>
                    <a:pt x="4441373" y="440705"/>
                  </a:lnTo>
                  <a:lnTo>
                    <a:pt x="4409461" y="440892"/>
                  </a:lnTo>
                  <a:lnTo>
                    <a:pt x="4392796" y="440979"/>
                  </a:lnTo>
                  <a:lnTo>
                    <a:pt x="4387276" y="441005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6" name="pg356"/>
            <p:cNvSpPr/>
            <p:nvPr/>
          </p:nvSpPr>
          <p:spPr>
            <a:xfrm>
              <a:off x="546595" y="723234"/>
              <a:ext cx="8234974" cy="686011"/>
            </a:xfrm>
            <a:custGeom>
              <a:avLst/>
              <a:pathLst>
                <a:path w="8234974" h="686011">
                  <a:moveTo>
                    <a:pt x="0" y="21778"/>
                  </a:moveTo>
                  <a:lnTo>
                    <a:pt x="538736" y="21778"/>
                  </a:lnTo>
                  <a:lnTo>
                    <a:pt x="540035" y="21792"/>
                  </a:lnTo>
                  <a:lnTo>
                    <a:pt x="548511" y="21897"/>
                  </a:lnTo>
                  <a:lnTo>
                    <a:pt x="569640" y="22187"/>
                  </a:lnTo>
                  <a:lnTo>
                    <a:pt x="606816" y="22755"/>
                  </a:lnTo>
                  <a:lnTo>
                    <a:pt x="661018" y="23683"/>
                  </a:lnTo>
                  <a:lnTo>
                    <a:pt x="730795" y="25031"/>
                  </a:lnTo>
                  <a:lnTo>
                    <a:pt x="812749" y="26830"/>
                  </a:lnTo>
                  <a:lnTo>
                    <a:pt x="902413" y="29087"/>
                  </a:lnTo>
                  <a:lnTo>
                    <a:pt x="995211" y="31796"/>
                  </a:lnTo>
                  <a:lnTo>
                    <a:pt x="1087217" y="34946"/>
                  </a:lnTo>
                  <a:lnTo>
                    <a:pt x="1175544" y="38532"/>
                  </a:lnTo>
                  <a:lnTo>
                    <a:pt x="1258419" y="42568"/>
                  </a:lnTo>
                  <a:lnTo>
                    <a:pt x="1335042" y="47085"/>
                  </a:lnTo>
                  <a:lnTo>
                    <a:pt x="1405346" y="52135"/>
                  </a:lnTo>
                  <a:lnTo>
                    <a:pt x="1469771" y="57791"/>
                  </a:lnTo>
                  <a:lnTo>
                    <a:pt x="1529068" y="64142"/>
                  </a:lnTo>
                  <a:lnTo>
                    <a:pt x="1584147" y="71288"/>
                  </a:lnTo>
                  <a:lnTo>
                    <a:pt x="1635973" y="79335"/>
                  </a:lnTo>
                  <a:lnTo>
                    <a:pt x="1685478" y="88368"/>
                  </a:lnTo>
                  <a:lnTo>
                    <a:pt x="1719082" y="95279"/>
                  </a:lnTo>
                  <a:lnTo>
                    <a:pt x="1770689" y="107089"/>
                  </a:lnTo>
                  <a:lnTo>
                    <a:pt x="1821799" y="120156"/>
                  </a:lnTo>
                  <a:lnTo>
                    <a:pt x="1872975" y="134496"/>
                  </a:lnTo>
                  <a:lnTo>
                    <a:pt x="1924591" y="150079"/>
                  </a:lnTo>
                  <a:lnTo>
                    <a:pt x="1976856" y="166819"/>
                  </a:lnTo>
                  <a:lnTo>
                    <a:pt x="2029837" y="184576"/>
                  </a:lnTo>
                  <a:lnTo>
                    <a:pt x="2083476" y="203155"/>
                  </a:lnTo>
                  <a:lnTo>
                    <a:pt x="2137615" y="222315"/>
                  </a:lnTo>
                  <a:lnTo>
                    <a:pt x="2192027" y="241779"/>
                  </a:lnTo>
                  <a:lnTo>
                    <a:pt x="2246446" y="261251"/>
                  </a:lnTo>
                  <a:lnTo>
                    <a:pt x="2300606" y="280434"/>
                  </a:lnTo>
                  <a:lnTo>
                    <a:pt x="2354275" y="299050"/>
                  </a:lnTo>
                  <a:lnTo>
                    <a:pt x="2407291" y="316854"/>
                  </a:lnTo>
                  <a:lnTo>
                    <a:pt x="2459593" y="333651"/>
                  </a:lnTo>
                  <a:lnTo>
                    <a:pt x="2511238" y="349295"/>
                  </a:lnTo>
                  <a:lnTo>
                    <a:pt x="2562430" y="363700"/>
                  </a:lnTo>
                  <a:lnTo>
                    <a:pt x="2613531" y="376833"/>
                  </a:lnTo>
                  <a:lnTo>
                    <a:pt x="2665095" y="388706"/>
                  </a:lnTo>
                  <a:lnTo>
                    <a:pt x="2667772" y="389284"/>
                  </a:lnTo>
                  <a:lnTo>
                    <a:pt x="2716144" y="399033"/>
                  </a:lnTo>
                  <a:lnTo>
                    <a:pt x="2766258" y="407760"/>
                  </a:lnTo>
                  <a:lnTo>
                    <a:pt x="2818966" y="415524"/>
                  </a:lnTo>
                  <a:lnTo>
                    <a:pt x="2875218" y="422419"/>
                  </a:lnTo>
                  <a:lnTo>
                    <a:pt x="2935974" y="428550"/>
                  </a:lnTo>
                  <a:lnTo>
                    <a:pt x="3002108" y="434013"/>
                  </a:lnTo>
                  <a:lnTo>
                    <a:pt x="3074294" y="438896"/>
                  </a:lnTo>
                  <a:lnTo>
                    <a:pt x="3152842" y="443263"/>
                  </a:lnTo>
                  <a:lnTo>
                    <a:pt x="3237490" y="447161"/>
                  </a:lnTo>
                  <a:lnTo>
                    <a:pt x="3327165" y="450615"/>
                  </a:lnTo>
                  <a:lnTo>
                    <a:pt x="3419766" y="453632"/>
                  </a:lnTo>
                  <a:lnTo>
                    <a:pt x="3512072" y="456205"/>
                  </a:lnTo>
                  <a:lnTo>
                    <a:pt x="3599901" y="458325"/>
                  </a:lnTo>
                  <a:lnTo>
                    <a:pt x="3678616" y="459986"/>
                  </a:lnTo>
                  <a:lnTo>
                    <a:pt x="3743970" y="461202"/>
                  </a:lnTo>
                  <a:lnTo>
                    <a:pt x="3793073" y="462014"/>
                  </a:lnTo>
                  <a:lnTo>
                    <a:pt x="3825181" y="462489"/>
                  </a:lnTo>
                  <a:lnTo>
                    <a:pt x="3842026" y="462712"/>
                  </a:lnTo>
                  <a:lnTo>
                    <a:pt x="3847669" y="462780"/>
                  </a:lnTo>
                  <a:lnTo>
                    <a:pt x="3848118" y="462785"/>
                  </a:lnTo>
                  <a:lnTo>
                    <a:pt x="4386855" y="462785"/>
                  </a:lnTo>
                  <a:lnTo>
                    <a:pt x="4388157" y="462792"/>
                  </a:lnTo>
                  <a:lnTo>
                    <a:pt x="4396650" y="462845"/>
                  </a:lnTo>
                  <a:lnTo>
                    <a:pt x="4417821" y="462992"/>
                  </a:lnTo>
                  <a:lnTo>
                    <a:pt x="4455067" y="463281"/>
                  </a:lnTo>
                  <a:lnTo>
                    <a:pt x="4509362" y="463751"/>
                  </a:lnTo>
                  <a:lnTo>
                    <a:pt x="4579244" y="464435"/>
                  </a:lnTo>
                  <a:lnTo>
                    <a:pt x="4661304" y="465347"/>
                  </a:lnTo>
                  <a:lnTo>
                    <a:pt x="4751061" y="466492"/>
                  </a:lnTo>
                  <a:lnTo>
                    <a:pt x="4843932" y="467866"/>
                  </a:lnTo>
                  <a:lnTo>
                    <a:pt x="4935987" y="469462"/>
                  </a:lnTo>
                  <a:lnTo>
                    <a:pt x="5024342" y="471281"/>
                  </a:lnTo>
                  <a:lnTo>
                    <a:pt x="5107227" y="473327"/>
                  </a:lnTo>
                  <a:lnTo>
                    <a:pt x="5183847" y="475618"/>
                  </a:lnTo>
                  <a:lnTo>
                    <a:pt x="5254142" y="478178"/>
                  </a:lnTo>
                  <a:lnTo>
                    <a:pt x="5318556" y="481047"/>
                  </a:lnTo>
                  <a:lnTo>
                    <a:pt x="5377843" y="484268"/>
                  </a:lnTo>
                  <a:lnTo>
                    <a:pt x="5432918" y="487893"/>
                  </a:lnTo>
                  <a:lnTo>
                    <a:pt x="5484747" y="491975"/>
                  </a:lnTo>
                  <a:lnTo>
                    <a:pt x="5534261" y="496557"/>
                  </a:lnTo>
                  <a:lnTo>
                    <a:pt x="5567201" y="499989"/>
                  </a:lnTo>
                  <a:lnTo>
                    <a:pt x="5619678" y="506074"/>
                  </a:lnTo>
                  <a:lnTo>
                    <a:pt x="5671653" y="512817"/>
                  </a:lnTo>
                  <a:lnTo>
                    <a:pt x="5723712" y="520227"/>
                  </a:lnTo>
                  <a:lnTo>
                    <a:pt x="5776241" y="528285"/>
                  </a:lnTo>
                  <a:lnTo>
                    <a:pt x="5829449" y="536945"/>
                  </a:lnTo>
                  <a:lnTo>
                    <a:pt x="5883396" y="546130"/>
                  </a:lnTo>
                  <a:lnTo>
                    <a:pt x="5938012" y="555734"/>
                  </a:lnTo>
                  <a:lnTo>
                    <a:pt x="5993120" y="565625"/>
                  </a:lnTo>
                  <a:lnTo>
                    <a:pt x="6048474" y="575655"/>
                  </a:lnTo>
                  <a:lnTo>
                    <a:pt x="6103793" y="585664"/>
                  </a:lnTo>
                  <a:lnTo>
                    <a:pt x="6158799" y="595497"/>
                  </a:lnTo>
                  <a:lnTo>
                    <a:pt x="6213260" y="605007"/>
                  </a:lnTo>
                  <a:lnTo>
                    <a:pt x="6267025" y="614070"/>
                  </a:lnTo>
                  <a:lnTo>
                    <a:pt x="6320052" y="622585"/>
                  </a:lnTo>
                  <a:lnTo>
                    <a:pt x="6372436" y="630484"/>
                  </a:lnTo>
                  <a:lnTo>
                    <a:pt x="6424431" y="637728"/>
                  </a:lnTo>
                  <a:lnTo>
                    <a:pt x="6476468" y="644305"/>
                  </a:lnTo>
                  <a:lnTo>
                    <a:pt x="6515891" y="648806"/>
                  </a:lnTo>
                  <a:lnTo>
                    <a:pt x="6564299" y="653744"/>
                  </a:lnTo>
                  <a:lnTo>
                    <a:pt x="6614451" y="658165"/>
                  </a:lnTo>
                  <a:lnTo>
                    <a:pt x="6667202" y="662097"/>
                  </a:lnTo>
                  <a:lnTo>
                    <a:pt x="6723505" y="665588"/>
                  </a:lnTo>
                  <a:lnTo>
                    <a:pt x="6784321" y="668692"/>
                  </a:lnTo>
                  <a:lnTo>
                    <a:pt x="6850525" y="671459"/>
                  </a:lnTo>
                  <a:lnTo>
                    <a:pt x="6922793" y="673931"/>
                  </a:lnTo>
                  <a:lnTo>
                    <a:pt x="7001431" y="676141"/>
                  </a:lnTo>
                  <a:lnTo>
                    <a:pt x="7086175" y="678114"/>
                  </a:lnTo>
                  <a:lnTo>
                    <a:pt x="7175943" y="679862"/>
                  </a:lnTo>
                  <a:lnTo>
                    <a:pt x="7268622" y="681389"/>
                  </a:lnTo>
                  <a:lnTo>
                    <a:pt x="7360975" y="682691"/>
                  </a:lnTo>
                  <a:lnTo>
                    <a:pt x="7448806" y="683762"/>
                  </a:lnTo>
                  <a:lnTo>
                    <a:pt x="7527467" y="684601"/>
                  </a:lnTo>
                  <a:lnTo>
                    <a:pt x="7592709" y="685215"/>
                  </a:lnTo>
                  <a:lnTo>
                    <a:pt x="7641657" y="685624"/>
                  </a:lnTo>
                  <a:lnTo>
                    <a:pt x="7673592" y="685863"/>
                  </a:lnTo>
                  <a:lnTo>
                    <a:pt x="7690278" y="685975"/>
                  </a:lnTo>
                  <a:lnTo>
                    <a:pt x="7695813" y="686008"/>
                  </a:lnTo>
                  <a:lnTo>
                    <a:pt x="7696237" y="686011"/>
                  </a:lnTo>
                  <a:lnTo>
                    <a:pt x="8234974" y="686011"/>
                  </a:lnTo>
                  <a:lnTo>
                    <a:pt x="8234974" y="664233"/>
                  </a:lnTo>
                  <a:lnTo>
                    <a:pt x="7696237" y="664233"/>
                  </a:lnTo>
                  <a:lnTo>
                    <a:pt x="7694935" y="664225"/>
                  </a:lnTo>
                  <a:lnTo>
                    <a:pt x="7686442" y="664172"/>
                  </a:lnTo>
                  <a:lnTo>
                    <a:pt x="7665271" y="664025"/>
                  </a:lnTo>
                  <a:lnTo>
                    <a:pt x="7628026" y="663737"/>
                  </a:lnTo>
                  <a:lnTo>
                    <a:pt x="7573731" y="663266"/>
                  </a:lnTo>
                  <a:lnTo>
                    <a:pt x="7503848" y="662583"/>
                  </a:lnTo>
                  <a:lnTo>
                    <a:pt x="7421788" y="661670"/>
                  </a:lnTo>
                  <a:lnTo>
                    <a:pt x="7332031" y="660525"/>
                  </a:lnTo>
                  <a:lnTo>
                    <a:pt x="7239160" y="659152"/>
                  </a:lnTo>
                  <a:lnTo>
                    <a:pt x="7147105" y="657555"/>
                  </a:lnTo>
                  <a:lnTo>
                    <a:pt x="7058751" y="655737"/>
                  </a:lnTo>
                  <a:lnTo>
                    <a:pt x="6975865" y="653690"/>
                  </a:lnTo>
                  <a:lnTo>
                    <a:pt x="6899245" y="651400"/>
                  </a:lnTo>
                  <a:lnTo>
                    <a:pt x="6828951" y="648839"/>
                  </a:lnTo>
                  <a:lnTo>
                    <a:pt x="6764536" y="645971"/>
                  </a:lnTo>
                  <a:lnTo>
                    <a:pt x="6705249" y="642750"/>
                  </a:lnTo>
                  <a:lnTo>
                    <a:pt x="6650175" y="639125"/>
                  </a:lnTo>
                  <a:lnTo>
                    <a:pt x="6598346" y="635043"/>
                  </a:lnTo>
                  <a:lnTo>
                    <a:pt x="6548831" y="630461"/>
                  </a:lnTo>
                  <a:lnTo>
                    <a:pt x="6515891" y="627028"/>
                  </a:lnTo>
                  <a:lnTo>
                    <a:pt x="6463414" y="620943"/>
                  </a:lnTo>
                  <a:lnTo>
                    <a:pt x="6411439" y="614200"/>
                  </a:lnTo>
                  <a:lnTo>
                    <a:pt x="6359380" y="606791"/>
                  </a:lnTo>
                  <a:lnTo>
                    <a:pt x="6306852" y="598732"/>
                  </a:lnTo>
                  <a:lnTo>
                    <a:pt x="6253644" y="590072"/>
                  </a:lnTo>
                  <a:lnTo>
                    <a:pt x="6199696" y="580887"/>
                  </a:lnTo>
                  <a:lnTo>
                    <a:pt x="6145081" y="571284"/>
                  </a:lnTo>
                  <a:lnTo>
                    <a:pt x="6089972" y="561392"/>
                  </a:lnTo>
                  <a:lnTo>
                    <a:pt x="6034618" y="551363"/>
                  </a:lnTo>
                  <a:lnTo>
                    <a:pt x="5979299" y="541353"/>
                  </a:lnTo>
                  <a:lnTo>
                    <a:pt x="5924293" y="531521"/>
                  </a:lnTo>
                  <a:lnTo>
                    <a:pt x="5869832" y="522011"/>
                  </a:lnTo>
                  <a:lnTo>
                    <a:pt x="5816068" y="512948"/>
                  </a:lnTo>
                  <a:lnTo>
                    <a:pt x="5763041" y="504432"/>
                  </a:lnTo>
                  <a:lnTo>
                    <a:pt x="5710656" y="496533"/>
                  </a:lnTo>
                  <a:lnTo>
                    <a:pt x="5658662" y="489290"/>
                  </a:lnTo>
                  <a:lnTo>
                    <a:pt x="5606625" y="482713"/>
                  </a:lnTo>
                  <a:lnTo>
                    <a:pt x="5567201" y="478211"/>
                  </a:lnTo>
                  <a:lnTo>
                    <a:pt x="5518794" y="473273"/>
                  </a:lnTo>
                  <a:lnTo>
                    <a:pt x="5468642" y="468853"/>
                  </a:lnTo>
                  <a:lnTo>
                    <a:pt x="5415890" y="464921"/>
                  </a:lnTo>
                  <a:lnTo>
                    <a:pt x="5359587" y="461429"/>
                  </a:lnTo>
                  <a:lnTo>
                    <a:pt x="5298772" y="458325"/>
                  </a:lnTo>
                  <a:lnTo>
                    <a:pt x="5232567" y="455559"/>
                  </a:lnTo>
                  <a:lnTo>
                    <a:pt x="5160300" y="453087"/>
                  </a:lnTo>
                  <a:lnTo>
                    <a:pt x="5081661" y="450876"/>
                  </a:lnTo>
                  <a:lnTo>
                    <a:pt x="4996917" y="448903"/>
                  </a:lnTo>
                  <a:lnTo>
                    <a:pt x="4907149" y="447155"/>
                  </a:lnTo>
                  <a:lnTo>
                    <a:pt x="4814471" y="445629"/>
                  </a:lnTo>
                  <a:lnTo>
                    <a:pt x="4722117" y="444327"/>
                  </a:lnTo>
                  <a:lnTo>
                    <a:pt x="4634287" y="443255"/>
                  </a:lnTo>
                  <a:lnTo>
                    <a:pt x="4555626" y="442416"/>
                  </a:lnTo>
                  <a:lnTo>
                    <a:pt x="4490384" y="441802"/>
                  </a:lnTo>
                  <a:lnTo>
                    <a:pt x="4441435" y="441393"/>
                  </a:lnTo>
                  <a:lnTo>
                    <a:pt x="4409500" y="441155"/>
                  </a:lnTo>
                  <a:lnTo>
                    <a:pt x="4392814" y="441043"/>
                  </a:lnTo>
                  <a:lnTo>
                    <a:pt x="4387279" y="441009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57" name="pl357"/>
            <p:cNvSpPr/>
            <p:nvPr/>
          </p:nvSpPr>
          <p:spPr>
            <a:xfrm>
              <a:off x="546595" y="745012"/>
              <a:ext cx="8234974" cy="664233"/>
            </a:xfrm>
            <a:custGeom>
              <a:avLst/>
              <a:pathLst>
                <a:path w="8234974" h="664233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1" y="119"/>
                  </a:lnTo>
                  <a:lnTo>
                    <a:pt x="569640" y="408"/>
                  </a:lnTo>
                  <a:lnTo>
                    <a:pt x="606816" y="977"/>
                  </a:lnTo>
                  <a:lnTo>
                    <a:pt x="661018" y="1905"/>
                  </a:lnTo>
                  <a:lnTo>
                    <a:pt x="730795" y="3253"/>
                  </a:lnTo>
                  <a:lnTo>
                    <a:pt x="812749" y="5052"/>
                  </a:lnTo>
                  <a:lnTo>
                    <a:pt x="902413" y="7309"/>
                  </a:lnTo>
                  <a:lnTo>
                    <a:pt x="995211" y="10018"/>
                  </a:lnTo>
                  <a:lnTo>
                    <a:pt x="1087217" y="13167"/>
                  </a:lnTo>
                  <a:lnTo>
                    <a:pt x="1175544" y="16754"/>
                  </a:lnTo>
                  <a:lnTo>
                    <a:pt x="1258419" y="20790"/>
                  </a:lnTo>
                  <a:lnTo>
                    <a:pt x="1335042" y="25307"/>
                  </a:lnTo>
                  <a:lnTo>
                    <a:pt x="1405346" y="30357"/>
                  </a:lnTo>
                  <a:lnTo>
                    <a:pt x="1469771" y="36013"/>
                  </a:lnTo>
                  <a:lnTo>
                    <a:pt x="1529068" y="42363"/>
                  </a:lnTo>
                  <a:lnTo>
                    <a:pt x="1584147" y="49510"/>
                  </a:lnTo>
                  <a:lnTo>
                    <a:pt x="1635973" y="57557"/>
                  </a:lnTo>
                  <a:lnTo>
                    <a:pt x="1685478" y="66589"/>
                  </a:lnTo>
                  <a:lnTo>
                    <a:pt x="1719082" y="73501"/>
                  </a:lnTo>
                  <a:lnTo>
                    <a:pt x="1770689" y="85311"/>
                  </a:lnTo>
                  <a:lnTo>
                    <a:pt x="1821799" y="98378"/>
                  </a:lnTo>
                  <a:lnTo>
                    <a:pt x="1872975" y="112718"/>
                  </a:lnTo>
                  <a:lnTo>
                    <a:pt x="1924591" y="128300"/>
                  </a:lnTo>
                  <a:lnTo>
                    <a:pt x="1976856" y="145040"/>
                  </a:lnTo>
                  <a:lnTo>
                    <a:pt x="2029837" y="162797"/>
                  </a:lnTo>
                  <a:lnTo>
                    <a:pt x="2083476" y="181377"/>
                  </a:lnTo>
                  <a:lnTo>
                    <a:pt x="2137615" y="200537"/>
                  </a:lnTo>
                  <a:lnTo>
                    <a:pt x="2192027" y="220001"/>
                  </a:lnTo>
                  <a:lnTo>
                    <a:pt x="2246446" y="239473"/>
                  </a:lnTo>
                  <a:lnTo>
                    <a:pt x="2300606" y="258656"/>
                  </a:lnTo>
                  <a:lnTo>
                    <a:pt x="2354275" y="277272"/>
                  </a:lnTo>
                  <a:lnTo>
                    <a:pt x="2407291" y="295076"/>
                  </a:lnTo>
                  <a:lnTo>
                    <a:pt x="2459593" y="311872"/>
                  </a:lnTo>
                  <a:lnTo>
                    <a:pt x="2511238" y="327517"/>
                  </a:lnTo>
                  <a:lnTo>
                    <a:pt x="2562430" y="341922"/>
                  </a:lnTo>
                  <a:lnTo>
                    <a:pt x="2613531" y="355055"/>
                  </a:lnTo>
                  <a:lnTo>
                    <a:pt x="2665095" y="366928"/>
                  </a:lnTo>
                  <a:lnTo>
                    <a:pt x="2667772" y="367506"/>
                  </a:lnTo>
                  <a:lnTo>
                    <a:pt x="2716144" y="377254"/>
                  </a:lnTo>
                  <a:lnTo>
                    <a:pt x="2766258" y="385982"/>
                  </a:lnTo>
                  <a:lnTo>
                    <a:pt x="2818966" y="393746"/>
                  </a:lnTo>
                  <a:lnTo>
                    <a:pt x="2875218" y="400641"/>
                  </a:lnTo>
                  <a:lnTo>
                    <a:pt x="2935974" y="406771"/>
                  </a:lnTo>
                  <a:lnTo>
                    <a:pt x="3002108" y="412235"/>
                  </a:lnTo>
                  <a:lnTo>
                    <a:pt x="3074294" y="417118"/>
                  </a:lnTo>
                  <a:lnTo>
                    <a:pt x="3152842" y="421485"/>
                  </a:lnTo>
                  <a:lnTo>
                    <a:pt x="3237490" y="425383"/>
                  </a:lnTo>
                  <a:lnTo>
                    <a:pt x="3327165" y="428837"/>
                  </a:lnTo>
                  <a:lnTo>
                    <a:pt x="3419766" y="431854"/>
                  </a:lnTo>
                  <a:lnTo>
                    <a:pt x="3512072" y="434427"/>
                  </a:lnTo>
                  <a:lnTo>
                    <a:pt x="3599901" y="436547"/>
                  </a:lnTo>
                  <a:lnTo>
                    <a:pt x="3678616" y="438208"/>
                  </a:lnTo>
                  <a:lnTo>
                    <a:pt x="3743970" y="439424"/>
                  </a:lnTo>
                  <a:lnTo>
                    <a:pt x="3793073" y="440236"/>
                  </a:lnTo>
                  <a:lnTo>
                    <a:pt x="3825181" y="440711"/>
                  </a:lnTo>
                  <a:lnTo>
                    <a:pt x="3842026" y="440934"/>
                  </a:lnTo>
                  <a:lnTo>
                    <a:pt x="3847669" y="441002"/>
                  </a:lnTo>
                  <a:lnTo>
                    <a:pt x="3848118" y="441007"/>
                  </a:lnTo>
                  <a:lnTo>
                    <a:pt x="4386855" y="441007"/>
                  </a:lnTo>
                  <a:lnTo>
                    <a:pt x="4388157" y="441014"/>
                  </a:lnTo>
                  <a:lnTo>
                    <a:pt x="4396650" y="441067"/>
                  </a:lnTo>
                  <a:lnTo>
                    <a:pt x="4417821" y="441214"/>
                  </a:lnTo>
                  <a:lnTo>
                    <a:pt x="4455067" y="441502"/>
                  </a:lnTo>
                  <a:lnTo>
                    <a:pt x="4509362" y="441973"/>
                  </a:lnTo>
                  <a:lnTo>
                    <a:pt x="4579244" y="442657"/>
                  </a:lnTo>
                  <a:lnTo>
                    <a:pt x="4661304" y="443569"/>
                  </a:lnTo>
                  <a:lnTo>
                    <a:pt x="4751061" y="444714"/>
                  </a:lnTo>
                  <a:lnTo>
                    <a:pt x="4843932" y="446088"/>
                  </a:lnTo>
                  <a:lnTo>
                    <a:pt x="4935987" y="447684"/>
                  </a:lnTo>
                  <a:lnTo>
                    <a:pt x="5024342" y="449503"/>
                  </a:lnTo>
                  <a:lnTo>
                    <a:pt x="5107227" y="451549"/>
                  </a:lnTo>
                  <a:lnTo>
                    <a:pt x="5183847" y="453839"/>
                  </a:lnTo>
                  <a:lnTo>
                    <a:pt x="5254142" y="456400"/>
                  </a:lnTo>
                  <a:lnTo>
                    <a:pt x="5318556" y="459269"/>
                  </a:lnTo>
                  <a:lnTo>
                    <a:pt x="5377843" y="462490"/>
                  </a:lnTo>
                  <a:lnTo>
                    <a:pt x="5432918" y="466115"/>
                  </a:lnTo>
                  <a:lnTo>
                    <a:pt x="5484747" y="470197"/>
                  </a:lnTo>
                  <a:lnTo>
                    <a:pt x="5534261" y="474779"/>
                  </a:lnTo>
                  <a:lnTo>
                    <a:pt x="5567201" y="478211"/>
                  </a:lnTo>
                  <a:lnTo>
                    <a:pt x="5619678" y="484296"/>
                  </a:lnTo>
                  <a:lnTo>
                    <a:pt x="5671653" y="491039"/>
                  </a:lnTo>
                  <a:lnTo>
                    <a:pt x="5723712" y="498449"/>
                  </a:lnTo>
                  <a:lnTo>
                    <a:pt x="5776241" y="506507"/>
                  </a:lnTo>
                  <a:lnTo>
                    <a:pt x="5829449" y="515167"/>
                  </a:lnTo>
                  <a:lnTo>
                    <a:pt x="5883396" y="524352"/>
                  </a:lnTo>
                  <a:lnTo>
                    <a:pt x="5938012" y="533956"/>
                  </a:lnTo>
                  <a:lnTo>
                    <a:pt x="5993120" y="543847"/>
                  </a:lnTo>
                  <a:lnTo>
                    <a:pt x="6048474" y="553876"/>
                  </a:lnTo>
                  <a:lnTo>
                    <a:pt x="6103793" y="563886"/>
                  </a:lnTo>
                  <a:lnTo>
                    <a:pt x="6158799" y="573719"/>
                  </a:lnTo>
                  <a:lnTo>
                    <a:pt x="6213260" y="583229"/>
                  </a:lnTo>
                  <a:lnTo>
                    <a:pt x="6267025" y="592291"/>
                  </a:lnTo>
                  <a:lnTo>
                    <a:pt x="6320052" y="600807"/>
                  </a:lnTo>
                  <a:lnTo>
                    <a:pt x="6372436" y="608706"/>
                  </a:lnTo>
                  <a:lnTo>
                    <a:pt x="6424431" y="615950"/>
                  </a:lnTo>
                  <a:lnTo>
                    <a:pt x="6476468" y="622527"/>
                  </a:lnTo>
                  <a:lnTo>
                    <a:pt x="6515891" y="627028"/>
                  </a:lnTo>
                  <a:lnTo>
                    <a:pt x="6564299" y="631966"/>
                  </a:lnTo>
                  <a:lnTo>
                    <a:pt x="6614451" y="636387"/>
                  </a:lnTo>
                  <a:lnTo>
                    <a:pt x="6667202" y="640319"/>
                  </a:lnTo>
                  <a:lnTo>
                    <a:pt x="6723505" y="643810"/>
                  </a:lnTo>
                  <a:lnTo>
                    <a:pt x="6784321" y="646914"/>
                  </a:lnTo>
                  <a:lnTo>
                    <a:pt x="6850525" y="649681"/>
                  </a:lnTo>
                  <a:lnTo>
                    <a:pt x="6922793" y="652152"/>
                  </a:lnTo>
                  <a:lnTo>
                    <a:pt x="7001431" y="654363"/>
                  </a:lnTo>
                  <a:lnTo>
                    <a:pt x="7086175" y="656336"/>
                  </a:lnTo>
                  <a:lnTo>
                    <a:pt x="7175943" y="658084"/>
                  </a:lnTo>
                  <a:lnTo>
                    <a:pt x="7268622" y="659611"/>
                  </a:lnTo>
                  <a:lnTo>
                    <a:pt x="7360975" y="660913"/>
                  </a:lnTo>
                  <a:lnTo>
                    <a:pt x="7448806" y="661984"/>
                  </a:lnTo>
                  <a:lnTo>
                    <a:pt x="7527467" y="662823"/>
                  </a:lnTo>
                  <a:lnTo>
                    <a:pt x="7592709" y="663437"/>
                  </a:lnTo>
                  <a:lnTo>
                    <a:pt x="7641657" y="663846"/>
                  </a:lnTo>
                  <a:lnTo>
                    <a:pt x="7673592" y="664085"/>
                  </a:lnTo>
                  <a:lnTo>
                    <a:pt x="7690278" y="664197"/>
                  </a:lnTo>
                  <a:lnTo>
                    <a:pt x="7695813" y="664230"/>
                  </a:lnTo>
                  <a:lnTo>
                    <a:pt x="7696237" y="664233"/>
                  </a:lnTo>
                  <a:lnTo>
                    <a:pt x="8234974" y="664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8" name="pl358"/>
            <p:cNvSpPr/>
            <p:nvPr/>
          </p:nvSpPr>
          <p:spPr>
            <a:xfrm>
              <a:off x="546595" y="723234"/>
              <a:ext cx="8234974" cy="664233"/>
            </a:xfrm>
            <a:custGeom>
              <a:avLst/>
              <a:pathLst>
                <a:path w="8234974" h="664233">
                  <a:moveTo>
                    <a:pt x="8234974" y="664233"/>
                  </a:moveTo>
                  <a:lnTo>
                    <a:pt x="7696237" y="664233"/>
                  </a:lnTo>
                  <a:lnTo>
                    <a:pt x="7694935" y="664225"/>
                  </a:lnTo>
                  <a:lnTo>
                    <a:pt x="7686442" y="664172"/>
                  </a:lnTo>
                  <a:lnTo>
                    <a:pt x="7665271" y="664025"/>
                  </a:lnTo>
                  <a:lnTo>
                    <a:pt x="7628026" y="663737"/>
                  </a:lnTo>
                  <a:lnTo>
                    <a:pt x="7573731" y="663266"/>
                  </a:lnTo>
                  <a:lnTo>
                    <a:pt x="7503848" y="662583"/>
                  </a:lnTo>
                  <a:lnTo>
                    <a:pt x="7421788" y="661670"/>
                  </a:lnTo>
                  <a:lnTo>
                    <a:pt x="7332031" y="660525"/>
                  </a:lnTo>
                  <a:lnTo>
                    <a:pt x="7239160" y="659152"/>
                  </a:lnTo>
                  <a:lnTo>
                    <a:pt x="7147105" y="657555"/>
                  </a:lnTo>
                  <a:lnTo>
                    <a:pt x="7058751" y="655737"/>
                  </a:lnTo>
                  <a:lnTo>
                    <a:pt x="6975865" y="653690"/>
                  </a:lnTo>
                  <a:lnTo>
                    <a:pt x="6899245" y="651400"/>
                  </a:lnTo>
                  <a:lnTo>
                    <a:pt x="6828951" y="648839"/>
                  </a:lnTo>
                  <a:lnTo>
                    <a:pt x="6764536" y="645971"/>
                  </a:lnTo>
                  <a:lnTo>
                    <a:pt x="6705249" y="642750"/>
                  </a:lnTo>
                  <a:lnTo>
                    <a:pt x="6650175" y="639125"/>
                  </a:lnTo>
                  <a:lnTo>
                    <a:pt x="6598346" y="635043"/>
                  </a:lnTo>
                  <a:lnTo>
                    <a:pt x="6548831" y="630461"/>
                  </a:lnTo>
                  <a:lnTo>
                    <a:pt x="6515891" y="627028"/>
                  </a:lnTo>
                  <a:lnTo>
                    <a:pt x="6463414" y="620943"/>
                  </a:lnTo>
                  <a:lnTo>
                    <a:pt x="6411439" y="614200"/>
                  </a:lnTo>
                  <a:lnTo>
                    <a:pt x="6359380" y="606791"/>
                  </a:lnTo>
                  <a:lnTo>
                    <a:pt x="6306852" y="598732"/>
                  </a:lnTo>
                  <a:lnTo>
                    <a:pt x="6253644" y="590072"/>
                  </a:lnTo>
                  <a:lnTo>
                    <a:pt x="6199696" y="580887"/>
                  </a:lnTo>
                  <a:lnTo>
                    <a:pt x="6145081" y="571284"/>
                  </a:lnTo>
                  <a:lnTo>
                    <a:pt x="6089972" y="561392"/>
                  </a:lnTo>
                  <a:lnTo>
                    <a:pt x="6034618" y="551363"/>
                  </a:lnTo>
                  <a:lnTo>
                    <a:pt x="5979299" y="541353"/>
                  </a:lnTo>
                  <a:lnTo>
                    <a:pt x="5924293" y="531521"/>
                  </a:lnTo>
                  <a:lnTo>
                    <a:pt x="5869832" y="522011"/>
                  </a:lnTo>
                  <a:lnTo>
                    <a:pt x="5816068" y="512948"/>
                  </a:lnTo>
                  <a:lnTo>
                    <a:pt x="5763041" y="504432"/>
                  </a:lnTo>
                  <a:lnTo>
                    <a:pt x="5710656" y="496533"/>
                  </a:lnTo>
                  <a:lnTo>
                    <a:pt x="5658662" y="489290"/>
                  </a:lnTo>
                  <a:lnTo>
                    <a:pt x="5606625" y="482713"/>
                  </a:lnTo>
                  <a:lnTo>
                    <a:pt x="5567201" y="478211"/>
                  </a:lnTo>
                  <a:lnTo>
                    <a:pt x="5518794" y="473273"/>
                  </a:lnTo>
                  <a:lnTo>
                    <a:pt x="5468642" y="468853"/>
                  </a:lnTo>
                  <a:lnTo>
                    <a:pt x="5415890" y="464921"/>
                  </a:lnTo>
                  <a:lnTo>
                    <a:pt x="5359587" y="461429"/>
                  </a:lnTo>
                  <a:lnTo>
                    <a:pt x="5298772" y="458325"/>
                  </a:lnTo>
                  <a:lnTo>
                    <a:pt x="5232567" y="455559"/>
                  </a:lnTo>
                  <a:lnTo>
                    <a:pt x="5160300" y="453087"/>
                  </a:lnTo>
                  <a:lnTo>
                    <a:pt x="5081661" y="450876"/>
                  </a:lnTo>
                  <a:lnTo>
                    <a:pt x="4996917" y="448903"/>
                  </a:lnTo>
                  <a:lnTo>
                    <a:pt x="4907149" y="447155"/>
                  </a:lnTo>
                  <a:lnTo>
                    <a:pt x="4814471" y="445629"/>
                  </a:lnTo>
                  <a:lnTo>
                    <a:pt x="4722117" y="444327"/>
                  </a:lnTo>
                  <a:lnTo>
                    <a:pt x="4634287" y="443255"/>
                  </a:lnTo>
                  <a:lnTo>
                    <a:pt x="4555626" y="442416"/>
                  </a:lnTo>
                  <a:lnTo>
                    <a:pt x="4490384" y="441802"/>
                  </a:lnTo>
                  <a:lnTo>
                    <a:pt x="4441435" y="441393"/>
                  </a:lnTo>
                  <a:lnTo>
                    <a:pt x="4409500" y="441155"/>
                  </a:lnTo>
                  <a:lnTo>
                    <a:pt x="4392814" y="441043"/>
                  </a:lnTo>
                  <a:lnTo>
                    <a:pt x="4387279" y="441009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9" name="pg359"/>
            <p:cNvSpPr/>
            <p:nvPr/>
          </p:nvSpPr>
          <p:spPr>
            <a:xfrm>
              <a:off x="546595" y="745012"/>
              <a:ext cx="8234974" cy="914681"/>
            </a:xfrm>
            <a:custGeom>
              <a:avLst/>
              <a:pathLst>
                <a:path w="8234974" h="914681">
                  <a:moveTo>
                    <a:pt x="0" y="21778"/>
                  </a:moveTo>
                  <a:lnTo>
                    <a:pt x="538736" y="21778"/>
                  </a:lnTo>
                  <a:lnTo>
                    <a:pt x="540035" y="21792"/>
                  </a:lnTo>
                  <a:lnTo>
                    <a:pt x="548511" y="21897"/>
                  </a:lnTo>
                  <a:lnTo>
                    <a:pt x="569640" y="22187"/>
                  </a:lnTo>
                  <a:lnTo>
                    <a:pt x="606816" y="22755"/>
                  </a:lnTo>
                  <a:lnTo>
                    <a:pt x="661018" y="23683"/>
                  </a:lnTo>
                  <a:lnTo>
                    <a:pt x="730795" y="25031"/>
                  </a:lnTo>
                  <a:lnTo>
                    <a:pt x="812749" y="26830"/>
                  </a:lnTo>
                  <a:lnTo>
                    <a:pt x="902413" y="29087"/>
                  </a:lnTo>
                  <a:lnTo>
                    <a:pt x="995211" y="31796"/>
                  </a:lnTo>
                  <a:lnTo>
                    <a:pt x="1087217" y="34946"/>
                  </a:lnTo>
                  <a:lnTo>
                    <a:pt x="1175544" y="38532"/>
                  </a:lnTo>
                  <a:lnTo>
                    <a:pt x="1258419" y="42568"/>
                  </a:lnTo>
                  <a:lnTo>
                    <a:pt x="1335042" y="47085"/>
                  </a:lnTo>
                  <a:lnTo>
                    <a:pt x="1405346" y="52135"/>
                  </a:lnTo>
                  <a:lnTo>
                    <a:pt x="1469771" y="57791"/>
                  </a:lnTo>
                  <a:lnTo>
                    <a:pt x="1529068" y="64142"/>
                  </a:lnTo>
                  <a:lnTo>
                    <a:pt x="1584147" y="71288"/>
                  </a:lnTo>
                  <a:lnTo>
                    <a:pt x="1635973" y="79335"/>
                  </a:lnTo>
                  <a:lnTo>
                    <a:pt x="1685478" y="88368"/>
                  </a:lnTo>
                  <a:lnTo>
                    <a:pt x="1719082" y="95279"/>
                  </a:lnTo>
                  <a:lnTo>
                    <a:pt x="1770689" y="107089"/>
                  </a:lnTo>
                  <a:lnTo>
                    <a:pt x="1821799" y="120156"/>
                  </a:lnTo>
                  <a:lnTo>
                    <a:pt x="1872975" y="134496"/>
                  </a:lnTo>
                  <a:lnTo>
                    <a:pt x="1924591" y="150079"/>
                  </a:lnTo>
                  <a:lnTo>
                    <a:pt x="1976856" y="166819"/>
                  </a:lnTo>
                  <a:lnTo>
                    <a:pt x="2029837" y="184576"/>
                  </a:lnTo>
                  <a:lnTo>
                    <a:pt x="2083476" y="203155"/>
                  </a:lnTo>
                  <a:lnTo>
                    <a:pt x="2137615" y="222315"/>
                  </a:lnTo>
                  <a:lnTo>
                    <a:pt x="2192027" y="241779"/>
                  </a:lnTo>
                  <a:lnTo>
                    <a:pt x="2246446" y="261251"/>
                  </a:lnTo>
                  <a:lnTo>
                    <a:pt x="2300606" y="280434"/>
                  </a:lnTo>
                  <a:lnTo>
                    <a:pt x="2354275" y="299050"/>
                  </a:lnTo>
                  <a:lnTo>
                    <a:pt x="2407291" y="316854"/>
                  </a:lnTo>
                  <a:lnTo>
                    <a:pt x="2459593" y="333651"/>
                  </a:lnTo>
                  <a:lnTo>
                    <a:pt x="2511238" y="349295"/>
                  </a:lnTo>
                  <a:lnTo>
                    <a:pt x="2562430" y="363700"/>
                  </a:lnTo>
                  <a:lnTo>
                    <a:pt x="2613531" y="376833"/>
                  </a:lnTo>
                  <a:lnTo>
                    <a:pt x="2665095" y="388706"/>
                  </a:lnTo>
                  <a:lnTo>
                    <a:pt x="2667772" y="389284"/>
                  </a:lnTo>
                  <a:lnTo>
                    <a:pt x="2716144" y="399033"/>
                  </a:lnTo>
                  <a:lnTo>
                    <a:pt x="2766258" y="407760"/>
                  </a:lnTo>
                  <a:lnTo>
                    <a:pt x="2818966" y="415524"/>
                  </a:lnTo>
                  <a:lnTo>
                    <a:pt x="2875218" y="422419"/>
                  </a:lnTo>
                  <a:lnTo>
                    <a:pt x="2935974" y="428550"/>
                  </a:lnTo>
                  <a:lnTo>
                    <a:pt x="3002108" y="434013"/>
                  </a:lnTo>
                  <a:lnTo>
                    <a:pt x="3074294" y="438896"/>
                  </a:lnTo>
                  <a:lnTo>
                    <a:pt x="3152842" y="443263"/>
                  </a:lnTo>
                  <a:lnTo>
                    <a:pt x="3237490" y="447161"/>
                  </a:lnTo>
                  <a:lnTo>
                    <a:pt x="3327165" y="450615"/>
                  </a:lnTo>
                  <a:lnTo>
                    <a:pt x="3419766" y="453632"/>
                  </a:lnTo>
                  <a:lnTo>
                    <a:pt x="3512072" y="456205"/>
                  </a:lnTo>
                  <a:lnTo>
                    <a:pt x="3599901" y="458325"/>
                  </a:lnTo>
                  <a:lnTo>
                    <a:pt x="3678616" y="459986"/>
                  </a:lnTo>
                  <a:lnTo>
                    <a:pt x="3743970" y="461202"/>
                  </a:lnTo>
                  <a:lnTo>
                    <a:pt x="3793073" y="462014"/>
                  </a:lnTo>
                  <a:lnTo>
                    <a:pt x="3825181" y="462489"/>
                  </a:lnTo>
                  <a:lnTo>
                    <a:pt x="3842026" y="462712"/>
                  </a:lnTo>
                  <a:lnTo>
                    <a:pt x="3847669" y="462780"/>
                  </a:lnTo>
                  <a:lnTo>
                    <a:pt x="3848118" y="462785"/>
                  </a:lnTo>
                  <a:lnTo>
                    <a:pt x="4386855" y="462785"/>
                  </a:lnTo>
                  <a:lnTo>
                    <a:pt x="4388154" y="462800"/>
                  </a:lnTo>
                  <a:lnTo>
                    <a:pt x="4396628" y="462907"/>
                  </a:lnTo>
                  <a:lnTo>
                    <a:pt x="4417755" y="463204"/>
                  </a:lnTo>
                  <a:lnTo>
                    <a:pt x="4454926" y="463786"/>
                  </a:lnTo>
                  <a:lnTo>
                    <a:pt x="4509122" y="464737"/>
                  </a:lnTo>
                  <a:lnTo>
                    <a:pt x="4578892" y="466118"/>
                  </a:lnTo>
                  <a:lnTo>
                    <a:pt x="4660839" y="467961"/>
                  </a:lnTo>
                  <a:lnTo>
                    <a:pt x="4750496" y="470274"/>
                  </a:lnTo>
                  <a:lnTo>
                    <a:pt x="4843290" y="473050"/>
                  </a:lnTo>
                  <a:lnTo>
                    <a:pt x="4935292" y="476276"/>
                  </a:lnTo>
                  <a:lnTo>
                    <a:pt x="5023617" y="479951"/>
                  </a:lnTo>
                  <a:lnTo>
                    <a:pt x="5106492" y="484086"/>
                  </a:lnTo>
                  <a:lnTo>
                    <a:pt x="5183114" y="488714"/>
                  </a:lnTo>
                  <a:lnTo>
                    <a:pt x="5253419" y="493889"/>
                  </a:lnTo>
                  <a:lnTo>
                    <a:pt x="5317846" y="499683"/>
                  </a:lnTo>
                  <a:lnTo>
                    <a:pt x="5377143" y="506190"/>
                  </a:lnTo>
                  <a:lnTo>
                    <a:pt x="5432222" y="513512"/>
                  </a:lnTo>
                  <a:lnTo>
                    <a:pt x="5484049" y="521756"/>
                  </a:lnTo>
                  <a:lnTo>
                    <a:pt x="5533552" y="531010"/>
                  </a:lnTo>
                  <a:lnTo>
                    <a:pt x="5567201" y="538101"/>
                  </a:lnTo>
                  <a:lnTo>
                    <a:pt x="5618752" y="550189"/>
                  </a:lnTo>
                  <a:lnTo>
                    <a:pt x="5669806" y="563561"/>
                  </a:lnTo>
                  <a:lnTo>
                    <a:pt x="5720926" y="578236"/>
                  </a:lnTo>
                  <a:lnTo>
                    <a:pt x="5772483" y="594181"/>
                  </a:lnTo>
                  <a:lnTo>
                    <a:pt x="5824688" y="611310"/>
                  </a:lnTo>
                  <a:lnTo>
                    <a:pt x="5877607" y="629480"/>
                  </a:lnTo>
                  <a:lnTo>
                    <a:pt x="5931182" y="648493"/>
                  </a:lnTo>
                  <a:lnTo>
                    <a:pt x="5985259" y="668101"/>
                  </a:lnTo>
                  <a:lnTo>
                    <a:pt x="6039611" y="688022"/>
                  </a:lnTo>
                  <a:lnTo>
                    <a:pt x="6093972" y="707954"/>
                  </a:lnTo>
                  <a:lnTo>
                    <a:pt x="6148076" y="727595"/>
                  </a:lnTo>
                  <a:lnTo>
                    <a:pt x="6201694" y="746658"/>
                  </a:lnTo>
                  <a:lnTo>
                    <a:pt x="6254662" y="764895"/>
                  </a:lnTo>
                  <a:lnTo>
                    <a:pt x="6306917" y="782104"/>
                  </a:lnTo>
                  <a:lnTo>
                    <a:pt x="6358516" y="798137"/>
                  </a:lnTo>
                  <a:lnTo>
                    <a:pt x="6409656" y="812903"/>
                  </a:lnTo>
                  <a:lnTo>
                    <a:pt x="6460699" y="826369"/>
                  </a:lnTo>
                  <a:lnTo>
                    <a:pt x="6512191" y="838547"/>
                  </a:lnTo>
                  <a:lnTo>
                    <a:pt x="6515891" y="839365"/>
                  </a:lnTo>
                  <a:lnTo>
                    <a:pt x="6564261" y="849354"/>
                  </a:lnTo>
                  <a:lnTo>
                    <a:pt x="6614372" y="858297"/>
                  </a:lnTo>
                  <a:lnTo>
                    <a:pt x="6667077" y="866253"/>
                  </a:lnTo>
                  <a:lnTo>
                    <a:pt x="6723326" y="873318"/>
                  </a:lnTo>
                  <a:lnTo>
                    <a:pt x="6784078" y="879599"/>
                  </a:lnTo>
                  <a:lnTo>
                    <a:pt x="6850207" y="885198"/>
                  </a:lnTo>
                  <a:lnTo>
                    <a:pt x="6922388" y="890201"/>
                  </a:lnTo>
                  <a:lnTo>
                    <a:pt x="7000929" y="894676"/>
                  </a:lnTo>
                  <a:lnTo>
                    <a:pt x="7085571" y="898670"/>
                  </a:lnTo>
                  <a:lnTo>
                    <a:pt x="7175240" y="902209"/>
                  </a:lnTo>
                  <a:lnTo>
                    <a:pt x="7267836" y="905301"/>
                  </a:lnTo>
                  <a:lnTo>
                    <a:pt x="7360139" y="907938"/>
                  </a:lnTo>
                  <a:lnTo>
                    <a:pt x="7447967" y="910110"/>
                  </a:lnTo>
                  <a:lnTo>
                    <a:pt x="7526686" y="911812"/>
                  </a:lnTo>
                  <a:lnTo>
                    <a:pt x="7592047" y="913059"/>
                  </a:lnTo>
                  <a:lnTo>
                    <a:pt x="7641160" y="913891"/>
                  </a:lnTo>
                  <a:lnTo>
                    <a:pt x="7673280" y="914377"/>
                  </a:lnTo>
                  <a:lnTo>
                    <a:pt x="7690136" y="914607"/>
                  </a:lnTo>
                  <a:lnTo>
                    <a:pt x="7695786" y="914676"/>
                  </a:lnTo>
                  <a:lnTo>
                    <a:pt x="7696237" y="914681"/>
                  </a:lnTo>
                  <a:lnTo>
                    <a:pt x="8234974" y="914681"/>
                  </a:lnTo>
                  <a:lnTo>
                    <a:pt x="8234974" y="892903"/>
                  </a:lnTo>
                  <a:lnTo>
                    <a:pt x="7696237" y="892903"/>
                  </a:lnTo>
                  <a:lnTo>
                    <a:pt x="7694938" y="892888"/>
                  </a:lnTo>
                  <a:lnTo>
                    <a:pt x="7686464" y="892781"/>
                  </a:lnTo>
                  <a:lnTo>
                    <a:pt x="7665337" y="892484"/>
                  </a:lnTo>
                  <a:lnTo>
                    <a:pt x="7628166" y="891902"/>
                  </a:lnTo>
                  <a:lnTo>
                    <a:pt x="7573971" y="890951"/>
                  </a:lnTo>
                  <a:lnTo>
                    <a:pt x="7504201" y="889570"/>
                  </a:lnTo>
                  <a:lnTo>
                    <a:pt x="7422254" y="887727"/>
                  </a:lnTo>
                  <a:lnTo>
                    <a:pt x="7332596" y="885414"/>
                  </a:lnTo>
                  <a:lnTo>
                    <a:pt x="7239802" y="882638"/>
                  </a:lnTo>
                  <a:lnTo>
                    <a:pt x="7147800" y="879412"/>
                  </a:lnTo>
                  <a:lnTo>
                    <a:pt x="7059475" y="875737"/>
                  </a:lnTo>
                  <a:lnTo>
                    <a:pt x="6976600" y="871602"/>
                  </a:lnTo>
                  <a:lnTo>
                    <a:pt x="6899978" y="866974"/>
                  </a:lnTo>
                  <a:lnTo>
                    <a:pt x="6829673" y="861799"/>
                  </a:lnTo>
                  <a:lnTo>
                    <a:pt x="6765247" y="856005"/>
                  </a:lnTo>
                  <a:lnTo>
                    <a:pt x="6705950" y="849498"/>
                  </a:lnTo>
                  <a:lnTo>
                    <a:pt x="6650870" y="842176"/>
                  </a:lnTo>
                  <a:lnTo>
                    <a:pt x="6599044" y="833932"/>
                  </a:lnTo>
                  <a:lnTo>
                    <a:pt x="6549541" y="824678"/>
                  </a:lnTo>
                  <a:lnTo>
                    <a:pt x="6515891" y="817587"/>
                  </a:lnTo>
                  <a:lnTo>
                    <a:pt x="6464341" y="805499"/>
                  </a:lnTo>
                  <a:lnTo>
                    <a:pt x="6413286" y="792127"/>
                  </a:lnTo>
                  <a:lnTo>
                    <a:pt x="6362166" y="777452"/>
                  </a:lnTo>
                  <a:lnTo>
                    <a:pt x="6310609" y="761507"/>
                  </a:lnTo>
                  <a:lnTo>
                    <a:pt x="6258404" y="744378"/>
                  </a:lnTo>
                  <a:lnTo>
                    <a:pt x="6205486" y="726208"/>
                  </a:lnTo>
                  <a:lnTo>
                    <a:pt x="6151910" y="707195"/>
                  </a:lnTo>
                  <a:lnTo>
                    <a:pt x="6097833" y="687587"/>
                  </a:lnTo>
                  <a:lnTo>
                    <a:pt x="6043482" y="667666"/>
                  </a:lnTo>
                  <a:lnTo>
                    <a:pt x="5989121" y="647734"/>
                  </a:lnTo>
                  <a:lnTo>
                    <a:pt x="5935016" y="628093"/>
                  </a:lnTo>
                  <a:lnTo>
                    <a:pt x="5881398" y="609030"/>
                  </a:lnTo>
                  <a:lnTo>
                    <a:pt x="5828430" y="590793"/>
                  </a:lnTo>
                  <a:lnTo>
                    <a:pt x="5776175" y="573584"/>
                  </a:lnTo>
                  <a:lnTo>
                    <a:pt x="5724577" y="557551"/>
                  </a:lnTo>
                  <a:lnTo>
                    <a:pt x="5673436" y="542785"/>
                  </a:lnTo>
                  <a:lnTo>
                    <a:pt x="5622393" y="529319"/>
                  </a:lnTo>
                  <a:lnTo>
                    <a:pt x="5570901" y="517141"/>
                  </a:lnTo>
                  <a:lnTo>
                    <a:pt x="5567201" y="516323"/>
                  </a:lnTo>
                  <a:lnTo>
                    <a:pt x="5518831" y="506334"/>
                  </a:lnTo>
                  <a:lnTo>
                    <a:pt x="5468721" y="497391"/>
                  </a:lnTo>
                  <a:lnTo>
                    <a:pt x="5416016" y="489435"/>
                  </a:lnTo>
                  <a:lnTo>
                    <a:pt x="5359766" y="482370"/>
                  </a:lnTo>
                  <a:lnTo>
                    <a:pt x="5299015" y="476089"/>
                  </a:lnTo>
                  <a:lnTo>
                    <a:pt x="5232885" y="470490"/>
                  </a:lnTo>
                  <a:lnTo>
                    <a:pt x="5160705" y="465487"/>
                  </a:lnTo>
                  <a:lnTo>
                    <a:pt x="5082163" y="461012"/>
                  </a:lnTo>
                  <a:lnTo>
                    <a:pt x="4997521" y="457018"/>
                  </a:lnTo>
                  <a:lnTo>
                    <a:pt x="4907853" y="453479"/>
                  </a:lnTo>
                  <a:lnTo>
                    <a:pt x="4815257" y="450387"/>
                  </a:lnTo>
                  <a:lnTo>
                    <a:pt x="4722954" y="447750"/>
                  </a:lnTo>
                  <a:lnTo>
                    <a:pt x="4635125" y="445578"/>
                  </a:lnTo>
                  <a:lnTo>
                    <a:pt x="4556406" y="443876"/>
                  </a:lnTo>
                  <a:lnTo>
                    <a:pt x="4491045" y="442629"/>
                  </a:lnTo>
                  <a:lnTo>
                    <a:pt x="4441932" y="441797"/>
                  </a:lnTo>
                  <a:lnTo>
                    <a:pt x="4409812" y="441311"/>
                  </a:lnTo>
                  <a:lnTo>
                    <a:pt x="4392957" y="441081"/>
                  </a:lnTo>
                  <a:lnTo>
                    <a:pt x="4387307" y="441012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60" name="pl360"/>
            <p:cNvSpPr/>
            <p:nvPr/>
          </p:nvSpPr>
          <p:spPr>
            <a:xfrm>
              <a:off x="546595" y="766790"/>
              <a:ext cx="8234974" cy="892903"/>
            </a:xfrm>
            <a:custGeom>
              <a:avLst/>
              <a:pathLst>
                <a:path w="8234974" h="892903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1" y="119"/>
                  </a:lnTo>
                  <a:lnTo>
                    <a:pt x="569640" y="408"/>
                  </a:lnTo>
                  <a:lnTo>
                    <a:pt x="606816" y="977"/>
                  </a:lnTo>
                  <a:lnTo>
                    <a:pt x="661018" y="1905"/>
                  </a:lnTo>
                  <a:lnTo>
                    <a:pt x="730795" y="3253"/>
                  </a:lnTo>
                  <a:lnTo>
                    <a:pt x="812749" y="5052"/>
                  </a:lnTo>
                  <a:lnTo>
                    <a:pt x="902413" y="7309"/>
                  </a:lnTo>
                  <a:lnTo>
                    <a:pt x="995211" y="10018"/>
                  </a:lnTo>
                  <a:lnTo>
                    <a:pt x="1087217" y="13167"/>
                  </a:lnTo>
                  <a:lnTo>
                    <a:pt x="1175544" y="16754"/>
                  </a:lnTo>
                  <a:lnTo>
                    <a:pt x="1258419" y="20790"/>
                  </a:lnTo>
                  <a:lnTo>
                    <a:pt x="1335042" y="25307"/>
                  </a:lnTo>
                  <a:lnTo>
                    <a:pt x="1405346" y="30357"/>
                  </a:lnTo>
                  <a:lnTo>
                    <a:pt x="1469771" y="36013"/>
                  </a:lnTo>
                  <a:lnTo>
                    <a:pt x="1529068" y="42363"/>
                  </a:lnTo>
                  <a:lnTo>
                    <a:pt x="1584147" y="49510"/>
                  </a:lnTo>
                  <a:lnTo>
                    <a:pt x="1635973" y="57557"/>
                  </a:lnTo>
                  <a:lnTo>
                    <a:pt x="1685478" y="66589"/>
                  </a:lnTo>
                  <a:lnTo>
                    <a:pt x="1719082" y="73501"/>
                  </a:lnTo>
                  <a:lnTo>
                    <a:pt x="1770689" y="85311"/>
                  </a:lnTo>
                  <a:lnTo>
                    <a:pt x="1821799" y="98378"/>
                  </a:lnTo>
                  <a:lnTo>
                    <a:pt x="1872975" y="112718"/>
                  </a:lnTo>
                  <a:lnTo>
                    <a:pt x="1924591" y="128300"/>
                  </a:lnTo>
                  <a:lnTo>
                    <a:pt x="1976856" y="145040"/>
                  </a:lnTo>
                  <a:lnTo>
                    <a:pt x="2029837" y="162797"/>
                  </a:lnTo>
                  <a:lnTo>
                    <a:pt x="2083476" y="181377"/>
                  </a:lnTo>
                  <a:lnTo>
                    <a:pt x="2137615" y="200537"/>
                  </a:lnTo>
                  <a:lnTo>
                    <a:pt x="2192027" y="220001"/>
                  </a:lnTo>
                  <a:lnTo>
                    <a:pt x="2246446" y="239473"/>
                  </a:lnTo>
                  <a:lnTo>
                    <a:pt x="2300606" y="258656"/>
                  </a:lnTo>
                  <a:lnTo>
                    <a:pt x="2354275" y="277272"/>
                  </a:lnTo>
                  <a:lnTo>
                    <a:pt x="2407291" y="295076"/>
                  </a:lnTo>
                  <a:lnTo>
                    <a:pt x="2459593" y="311872"/>
                  </a:lnTo>
                  <a:lnTo>
                    <a:pt x="2511238" y="327517"/>
                  </a:lnTo>
                  <a:lnTo>
                    <a:pt x="2562430" y="341922"/>
                  </a:lnTo>
                  <a:lnTo>
                    <a:pt x="2613531" y="355055"/>
                  </a:lnTo>
                  <a:lnTo>
                    <a:pt x="2665095" y="366928"/>
                  </a:lnTo>
                  <a:lnTo>
                    <a:pt x="2667772" y="367506"/>
                  </a:lnTo>
                  <a:lnTo>
                    <a:pt x="2716144" y="377254"/>
                  </a:lnTo>
                  <a:lnTo>
                    <a:pt x="2766258" y="385982"/>
                  </a:lnTo>
                  <a:lnTo>
                    <a:pt x="2818966" y="393746"/>
                  </a:lnTo>
                  <a:lnTo>
                    <a:pt x="2875218" y="400641"/>
                  </a:lnTo>
                  <a:lnTo>
                    <a:pt x="2935974" y="406771"/>
                  </a:lnTo>
                  <a:lnTo>
                    <a:pt x="3002108" y="412235"/>
                  </a:lnTo>
                  <a:lnTo>
                    <a:pt x="3074294" y="417118"/>
                  </a:lnTo>
                  <a:lnTo>
                    <a:pt x="3152842" y="421485"/>
                  </a:lnTo>
                  <a:lnTo>
                    <a:pt x="3237490" y="425383"/>
                  </a:lnTo>
                  <a:lnTo>
                    <a:pt x="3327165" y="428837"/>
                  </a:lnTo>
                  <a:lnTo>
                    <a:pt x="3419766" y="431854"/>
                  </a:lnTo>
                  <a:lnTo>
                    <a:pt x="3512072" y="434427"/>
                  </a:lnTo>
                  <a:lnTo>
                    <a:pt x="3599901" y="436547"/>
                  </a:lnTo>
                  <a:lnTo>
                    <a:pt x="3678616" y="438208"/>
                  </a:lnTo>
                  <a:lnTo>
                    <a:pt x="3743970" y="439424"/>
                  </a:lnTo>
                  <a:lnTo>
                    <a:pt x="3793073" y="440236"/>
                  </a:lnTo>
                  <a:lnTo>
                    <a:pt x="3825181" y="440711"/>
                  </a:lnTo>
                  <a:lnTo>
                    <a:pt x="3842026" y="440934"/>
                  </a:lnTo>
                  <a:lnTo>
                    <a:pt x="3847669" y="441002"/>
                  </a:lnTo>
                  <a:lnTo>
                    <a:pt x="3848118" y="441007"/>
                  </a:lnTo>
                  <a:lnTo>
                    <a:pt x="4386855" y="441007"/>
                  </a:lnTo>
                  <a:lnTo>
                    <a:pt x="4388154" y="441022"/>
                  </a:lnTo>
                  <a:lnTo>
                    <a:pt x="4396628" y="441129"/>
                  </a:lnTo>
                  <a:lnTo>
                    <a:pt x="4417755" y="441426"/>
                  </a:lnTo>
                  <a:lnTo>
                    <a:pt x="4454926" y="442008"/>
                  </a:lnTo>
                  <a:lnTo>
                    <a:pt x="4509122" y="442959"/>
                  </a:lnTo>
                  <a:lnTo>
                    <a:pt x="4578892" y="444340"/>
                  </a:lnTo>
                  <a:lnTo>
                    <a:pt x="4660839" y="446183"/>
                  </a:lnTo>
                  <a:lnTo>
                    <a:pt x="4750496" y="448496"/>
                  </a:lnTo>
                  <a:lnTo>
                    <a:pt x="4843290" y="451272"/>
                  </a:lnTo>
                  <a:lnTo>
                    <a:pt x="4935292" y="454498"/>
                  </a:lnTo>
                  <a:lnTo>
                    <a:pt x="5023617" y="458173"/>
                  </a:lnTo>
                  <a:lnTo>
                    <a:pt x="5106492" y="462308"/>
                  </a:lnTo>
                  <a:lnTo>
                    <a:pt x="5183114" y="466936"/>
                  </a:lnTo>
                  <a:lnTo>
                    <a:pt x="5253419" y="472110"/>
                  </a:lnTo>
                  <a:lnTo>
                    <a:pt x="5317846" y="477905"/>
                  </a:lnTo>
                  <a:lnTo>
                    <a:pt x="5377143" y="484411"/>
                  </a:lnTo>
                  <a:lnTo>
                    <a:pt x="5432222" y="491734"/>
                  </a:lnTo>
                  <a:lnTo>
                    <a:pt x="5484049" y="499977"/>
                  </a:lnTo>
                  <a:lnTo>
                    <a:pt x="5533552" y="509232"/>
                  </a:lnTo>
                  <a:lnTo>
                    <a:pt x="5567201" y="516323"/>
                  </a:lnTo>
                  <a:lnTo>
                    <a:pt x="5618752" y="528410"/>
                  </a:lnTo>
                  <a:lnTo>
                    <a:pt x="5669806" y="541783"/>
                  </a:lnTo>
                  <a:lnTo>
                    <a:pt x="5720926" y="556458"/>
                  </a:lnTo>
                  <a:lnTo>
                    <a:pt x="5772483" y="572403"/>
                  </a:lnTo>
                  <a:lnTo>
                    <a:pt x="5824688" y="589532"/>
                  </a:lnTo>
                  <a:lnTo>
                    <a:pt x="5877607" y="607702"/>
                  </a:lnTo>
                  <a:lnTo>
                    <a:pt x="5931182" y="626715"/>
                  </a:lnTo>
                  <a:lnTo>
                    <a:pt x="5985259" y="646323"/>
                  </a:lnTo>
                  <a:lnTo>
                    <a:pt x="6039611" y="666244"/>
                  </a:lnTo>
                  <a:lnTo>
                    <a:pt x="6093972" y="686176"/>
                  </a:lnTo>
                  <a:lnTo>
                    <a:pt x="6148076" y="705816"/>
                  </a:lnTo>
                  <a:lnTo>
                    <a:pt x="6201694" y="724880"/>
                  </a:lnTo>
                  <a:lnTo>
                    <a:pt x="6254662" y="743117"/>
                  </a:lnTo>
                  <a:lnTo>
                    <a:pt x="6306917" y="760326"/>
                  </a:lnTo>
                  <a:lnTo>
                    <a:pt x="6358516" y="776358"/>
                  </a:lnTo>
                  <a:lnTo>
                    <a:pt x="6409656" y="791125"/>
                  </a:lnTo>
                  <a:lnTo>
                    <a:pt x="6460699" y="804591"/>
                  </a:lnTo>
                  <a:lnTo>
                    <a:pt x="6512191" y="816768"/>
                  </a:lnTo>
                  <a:lnTo>
                    <a:pt x="6515891" y="817587"/>
                  </a:lnTo>
                  <a:lnTo>
                    <a:pt x="6564261" y="827576"/>
                  </a:lnTo>
                  <a:lnTo>
                    <a:pt x="6614372" y="836519"/>
                  </a:lnTo>
                  <a:lnTo>
                    <a:pt x="6667077" y="844474"/>
                  </a:lnTo>
                  <a:lnTo>
                    <a:pt x="6723326" y="851540"/>
                  </a:lnTo>
                  <a:lnTo>
                    <a:pt x="6784078" y="857821"/>
                  </a:lnTo>
                  <a:lnTo>
                    <a:pt x="6850207" y="863420"/>
                  </a:lnTo>
                  <a:lnTo>
                    <a:pt x="6922388" y="868423"/>
                  </a:lnTo>
                  <a:lnTo>
                    <a:pt x="7000929" y="872898"/>
                  </a:lnTo>
                  <a:lnTo>
                    <a:pt x="7085571" y="876892"/>
                  </a:lnTo>
                  <a:lnTo>
                    <a:pt x="7175240" y="880431"/>
                  </a:lnTo>
                  <a:lnTo>
                    <a:pt x="7267836" y="883522"/>
                  </a:lnTo>
                  <a:lnTo>
                    <a:pt x="7360139" y="886160"/>
                  </a:lnTo>
                  <a:lnTo>
                    <a:pt x="7447967" y="888332"/>
                  </a:lnTo>
                  <a:lnTo>
                    <a:pt x="7526686" y="890034"/>
                  </a:lnTo>
                  <a:lnTo>
                    <a:pt x="7592047" y="891280"/>
                  </a:lnTo>
                  <a:lnTo>
                    <a:pt x="7641160" y="892113"/>
                  </a:lnTo>
                  <a:lnTo>
                    <a:pt x="7673280" y="892599"/>
                  </a:lnTo>
                  <a:lnTo>
                    <a:pt x="7690136" y="892829"/>
                  </a:lnTo>
                  <a:lnTo>
                    <a:pt x="7695786" y="892898"/>
                  </a:lnTo>
                  <a:lnTo>
                    <a:pt x="7696237" y="892903"/>
                  </a:lnTo>
                  <a:lnTo>
                    <a:pt x="8234974" y="892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1" name="pl361"/>
            <p:cNvSpPr/>
            <p:nvPr/>
          </p:nvSpPr>
          <p:spPr>
            <a:xfrm>
              <a:off x="546595" y="745012"/>
              <a:ext cx="8234974" cy="892903"/>
            </a:xfrm>
            <a:custGeom>
              <a:avLst/>
              <a:pathLst>
                <a:path w="8234974" h="892903">
                  <a:moveTo>
                    <a:pt x="8234974" y="892903"/>
                  </a:moveTo>
                  <a:lnTo>
                    <a:pt x="7696237" y="892903"/>
                  </a:lnTo>
                  <a:lnTo>
                    <a:pt x="7694938" y="892888"/>
                  </a:lnTo>
                  <a:lnTo>
                    <a:pt x="7686464" y="892781"/>
                  </a:lnTo>
                  <a:lnTo>
                    <a:pt x="7665337" y="892484"/>
                  </a:lnTo>
                  <a:lnTo>
                    <a:pt x="7628166" y="891902"/>
                  </a:lnTo>
                  <a:lnTo>
                    <a:pt x="7573971" y="890951"/>
                  </a:lnTo>
                  <a:lnTo>
                    <a:pt x="7504201" y="889570"/>
                  </a:lnTo>
                  <a:lnTo>
                    <a:pt x="7422254" y="887727"/>
                  </a:lnTo>
                  <a:lnTo>
                    <a:pt x="7332596" y="885414"/>
                  </a:lnTo>
                  <a:lnTo>
                    <a:pt x="7239802" y="882638"/>
                  </a:lnTo>
                  <a:lnTo>
                    <a:pt x="7147800" y="879412"/>
                  </a:lnTo>
                  <a:lnTo>
                    <a:pt x="7059475" y="875737"/>
                  </a:lnTo>
                  <a:lnTo>
                    <a:pt x="6976600" y="871602"/>
                  </a:lnTo>
                  <a:lnTo>
                    <a:pt x="6899978" y="866974"/>
                  </a:lnTo>
                  <a:lnTo>
                    <a:pt x="6829673" y="861799"/>
                  </a:lnTo>
                  <a:lnTo>
                    <a:pt x="6765247" y="856005"/>
                  </a:lnTo>
                  <a:lnTo>
                    <a:pt x="6705950" y="849498"/>
                  </a:lnTo>
                  <a:lnTo>
                    <a:pt x="6650870" y="842176"/>
                  </a:lnTo>
                  <a:lnTo>
                    <a:pt x="6599044" y="833932"/>
                  </a:lnTo>
                  <a:lnTo>
                    <a:pt x="6549541" y="824678"/>
                  </a:lnTo>
                  <a:lnTo>
                    <a:pt x="6515891" y="817587"/>
                  </a:lnTo>
                  <a:lnTo>
                    <a:pt x="6464341" y="805499"/>
                  </a:lnTo>
                  <a:lnTo>
                    <a:pt x="6413286" y="792127"/>
                  </a:lnTo>
                  <a:lnTo>
                    <a:pt x="6362166" y="777452"/>
                  </a:lnTo>
                  <a:lnTo>
                    <a:pt x="6310609" y="761507"/>
                  </a:lnTo>
                  <a:lnTo>
                    <a:pt x="6258404" y="744378"/>
                  </a:lnTo>
                  <a:lnTo>
                    <a:pt x="6205486" y="726208"/>
                  </a:lnTo>
                  <a:lnTo>
                    <a:pt x="6151910" y="707195"/>
                  </a:lnTo>
                  <a:lnTo>
                    <a:pt x="6097833" y="687587"/>
                  </a:lnTo>
                  <a:lnTo>
                    <a:pt x="6043482" y="667666"/>
                  </a:lnTo>
                  <a:lnTo>
                    <a:pt x="5989121" y="647734"/>
                  </a:lnTo>
                  <a:lnTo>
                    <a:pt x="5935016" y="628093"/>
                  </a:lnTo>
                  <a:lnTo>
                    <a:pt x="5881398" y="609030"/>
                  </a:lnTo>
                  <a:lnTo>
                    <a:pt x="5828430" y="590793"/>
                  </a:lnTo>
                  <a:lnTo>
                    <a:pt x="5776175" y="573584"/>
                  </a:lnTo>
                  <a:lnTo>
                    <a:pt x="5724577" y="557551"/>
                  </a:lnTo>
                  <a:lnTo>
                    <a:pt x="5673436" y="542785"/>
                  </a:lnTo>
                  <a:lnTo>
                    <a:pt x="5622393" y="529319"/>
                  </a:lnTo>
                  <a:lnTo>
                    <a:pt x="5570901" y="517141"/>
                  </a:lnTo>
                  <a:lnTo>
                    <a:pt x="5567201" y="516323"/>
                  </a:lnTo>
                  <a:lnTo>
                    <a:pt x="5518831" y="506334"/>
                  </a:lnTo>
                  <a:lnTo>
                    <a:pt x="5468721" y="497391"/>
                  </a:lnTo>
                  <a:lnTo>
                    <a:pt x="5416016" y="489435"/>
                  </a:lnTo>
                  <a:lnTo>
                    <a:pt x="5359766" y="482370"/>
                  </a:lnTo>
                  <a:lnTo>
                    <a:pt x="5299015" y="476089"/>
                  </a:lnTo>
                  <a:lnTo>
                    <a:pt x="5232885" y="470490"/>
                  </a:lnTo>
                  <a:lnTo>
                    <a:pt x="5160705" y="465487"/>
                  </a:lnTo>
                  <a:lnTo>
                    <a:pt x="5082163" y="461012"/>
                  </a:lnTo>
                  <a:lnTo>
                    <a:pt x="4997521" y="457018"/>
                  </a:lnTo>
                  <a:lnTo>
                    <a:pt x="4907853" y="453479"/>
                  </a:lnTo>
                  <a:lnTo>
                    <a:pt x="4815257" y="450387"/>
                  </a:lnTo>
                  <a:lnTo>
                    <a:pt x="4722954" y="447750"/>
                  </a:lnTo>
                  <a:lnTo>
                    <a:pt x="4635125" y="445578"/>
                  </a:lnTo>
                  <a:lnTo>
                    <a:pt x="4556406" y="443876"/>
                  </a:lnTo>
                  <a:lnTo>
                    <a:pt x="4491045" y="442629"/>
                  </a:lnTo>
                  <a:lnTo>
                    <a:pt x="4441932" y="441797"/>
                  </a:lnTo>
                  <a:lnTo>
                    <a:pt x="4409812" y="441311"/>
                  </a:lnTo>
                  <a:lnTo>
                    <a:pt x="4392957" y="441081"/>
                  </a:lnTo>
                  <a:lnTo>
                    <a:pt x="4387307" y="441012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2" name="pg362"/>
            <p:cNvSpPr/>
            <p:nvPr/>
          </p:nvSpPr>
          <p:spPr>
            <a:xfrm>
              <a:off x="546595" y="766790"/>
              <a:ext cx="8234974" cy="1513580"/>
            </a:xfrm>
            <a:custGeom>
              <a:avLst/>
              <a:pathLst>
                <a:path w="8234974" h="1513580">
                  <a:moveTo>
                    <a:pt x="0" y="38111"/>
                  </a:moveTo>
                  <a:lnTo>
                    <a:pt x="538736" y="38111"/>
                  </a:lnTo>
                  <a:lnTo>
                    <a:pt x="540035" y="38126"/>
                  </a:lnTo>
                  <a:lnTo>
                    <a:pt x="548511" y="38231"/>
                  </a:lnTo>
                  <a:lnTo>
                    <a:pt x="569640" y="38520"/>
                  </a:lnTo>
                  <a:lnTo>
                    <a:pt x="606816" y="39088"/>
                  </a:lnTo>
                  <a:lnTo>
                    <a:pt x="661018" y="40017"/>
                  </a:lnTo>
                  <a:lnTo>
                    <a:pt x="730795" y="41364"/>
                  </a:lnTo>
                  <a:lnTo>
                    <a:pt x="812749" y="43163"/>
                  </a:lnTo>
                  <a:lnTo>
                    <a:pt x="902413" y="45421"/>
                  </a:lnTo>
                  <a:lnTo>
                    <a:pt x="995211" y="48130"/>
                  </a:lnTo>
                  <a:lnTo>
                    <a:pt x="1087217" y="51279"/>
                  </a:lnTo>
                  <a:lnTo>
                    <a:pt x="1175544" y="54866"/>
                  </a:lnTo>
                  <a:lnTo>
                    <a:pt x="1258419" y="58902"/>
                  </a:lnTo>
                  <a:lnTo>
                    <a:pt x="1335042" y="63419"/>
                  </a:lnTo>
                  <a:lnTo>
                    <a:pt x="1405346" y="68469"/>
                  </a:lnTo>
                  <a:lnTo>
                    <a:pt x="1469771" y="74125"/>
                  </a:lnTo>
                  <a:lnTo>
                    <a:pt x="1529068" y="80475"/>
                  </a:lnTo>
                  <a:lnTo>
                    <a:pt x="1584147" y="87622"/>
                  </a:lnTo>
                  <a:lnTo>
                    <a:pt x="1635973" y="95668"/>
                  </a:lnTo>
                  <a:lnTo>
                    <a:pt x="1685478" y="104701"/>
                  </a:lnTo>
                  <a:lnTo>
                    <a:pt x="1719082" y="111612"/>
                  </a:lnTo>
                  <a:lnTo>
                    <a:pt x="1770689" y="123422"/>
                  </a:lnTo>
                  <a:lnTo>
                    <a:pt x="1821799" y="136489"/>
                  </a:lnTo>
                  <a:lnTo>
                    <a:pt x="1872975" y="150830"/>
                  </a:lnTo>
                  <a:lnTo>
                    <a:pt x="1924591" y="166412"/>
                  </a:lnTo>
                  <a:lnTo>
                    <a:pt x="1976856" y="183152"/>
                  </a:lnTo>
                  <a:lnTo>
                    <a:pt x="2029837" y="200909"/>
                  </a:lnTo>
                  <a:lnTo>
                    <a:pt x="2083476" y="219489"/>
                  </a:lnTo>
                  <a:lnTo>
                    <a:pt x="2137615" y="238649"/>
                  </a:lnTo>
                  <a:lnTo>
                    <a:pt x="2192027" y="258113"/>
                  </a:lnTo>
                  <a:lnTo>
                    <a:pt x="2246446" y="277585"/>
                  </a:lnTo>
                  <a:lnTo>
                    <a:pt x="2300606" y="296768"/>
                  </a:lnTo>
                  <a:lnTo>
                    <a:pt x="2354275" y="315383"/>
                  </a:lnTo>
                  <a:lnTo>
                    <a:pt x="2407291" y="333188"/>
                  </a:lnTo>
                  <a:lnTo>
                    <a:pt x="2459593" y="349984"/>
                  </a:lnTo>
                  <a:lnTo>
                    <a:pt x="2511238" y="365629"/>
                  </a:lnTo>
                  <a:lnTo>
                    <a:pt x="2562430" y="380034"/>
                  </a:lnTo>
                  <a:lnTo>
                    <a:pt x="2613531" y="393166"/>
                  </a:lnTo>
                  <a:lnTo>
                    <a:pt x="2665095" y="405040"/>
                  </a:lnTo>
                  <a:lnTo>
                    <a:pt x="2667772" y="405617"/>
                  </a:lnTo>
                  <a:lnTo>
                    <a:pt x="2716144" y="415366"/>
                  </a:lnTo>
                  <a:lnTo>
                    <a:pt x="2766258" y="424094"/>
                  </a:lnTo>
                  <a:lnTo>
                    <a:pt x="2818966" y="431858"/>
                  </a:lnTo>
                  <a:lnTo>
                    <a:pt x="2875218" y="438753"/>
                  </a:lnTo>
                  <a:lnTo>
                    <a:pt x="2935974" y="444883"/>
                  </a:lnTo>
                  <a:lnTo>
                    <a:pt x="3002108" y="450347"/>
                  </a:lnTo>
                  <a:lnTo>
                    <a:pt x="3074294" y="455229"/>
                  </a:lnTo>
                  <a:lnTo>
                    <a:pt x="3152842" y="459597"/>
                  </a:lnTo>
                  <a:lnTo>
                    <a:pt x="3237490" y="463494"/>
                  </a:lnTo>
                  <a:lnTo>
                    <a:pt x="3327165" y="466948"/>
                  </a:lnTo>
                  <a:lnTo>
                    <a:pt x="3419766" y="469965"/>
                  </a:lnTo>
                  <a:lnTo>
                    <a:pt x="3512072" y="472539"/>
                  </a:lnTo>
                  <a:lnTo>
                    <a:pt x="3599901" y="474658"/>
                  </a:lnTo>
                  <a:lnTo>
                    <a:pt x="3678616" y="476319"/>
                  </a:lnTo>
                  <a:lnTo>
                    <a:pt x="3743970" y="477536"/>
                  </a:lnTo>
                  <a:lnTo>
                    <a:pt x="3793073" y="478348"/>
                  </a:lnTo>
                  <a:lnTo>
                    <a:pt x="3825181" y="478822"/>
                  </a:lnTo>
                  <a:lnTo>
                    <a:pt x="3842026" y="479046"/>
                  </a:lnTo>
                  <a:lnTo>
                    <a:pt x="3847669" y="479114"/>
                  </a:lnTo>
                  <a:lnTo>
                    <a:pt x="3848118" y="479119"/>
                  </a:lnTo>
                  <a:lnTo>
                    <a:pt x="4386855" y="479119"/>
                  </a:lnTo>
                  <a:lnTo>
                    <a:pt x="4388138" y="479152"/>
                  </a:lnTo>
                  <a:lnTo>
                    <a:pt x="4396509" y="479395"/>
                  </a:lnTo>
                  <a:lnTo>
                    <a:pt x="4417389" y="480065"/>
                  </a:lnTo>
                  <a:lnTo>
                    <a:pt x="4454151" y="481381"/>
                  </a:lnTo>
                  <a:lnTo>
                    <a:pt x="4507798" y="483531"/>
                  </a:lnTo>
                  <a:lnTo>
                    <a:pt x="4576942" y="486655"/>
                  </a:lnTo>
                  <a:lnTo>
                    <a:pt x="4658264" y="490826"/>
                  </a:lnTo>
                  <a:lnTo>
                    <a:pt x="4747369" y="496065"/>
                  </a:lnTo>
                  <a:lnTo>
                    <a:pt x="4839731" y="502354"/>
                  </a:lnTo>
                  <a:lnTo>
                    <a:pt x="4931438" y="509667"/>
                  </a:lnTo>
                  <a:lnTo>
                    <a:pt x="5019597" y="517998"/>
                  </a:lnTo>
                  <a:lnTo>
                    <a:pt x="5102411" y="527371"/>
                  </a:lnTo>
                  <a:lnTo>
                    <a:pt x="5179045" y="537858"/>
                  </a:lnTo>
                  <a:lnTo>
                    <a:pt x="5249404" y="549577"/>
                  </a:lnTo>
                  <a:lnTo>
                    <a:pt x="5313898" y="562692"/>
                  </a:lnTo>
                  <a:lnTo>
                    <a:pt x="5373252" y="577409"/>
                  </a:lnTo>
                  <a:lnTo>
                    <a:pt x="5428361" y="593961"/>
                  </a:lnTo>
                  <a:lnTo>
                    <a:pt x="5480174" y="612587"/>
                  </a:lnTo>
                  <a:lnTo>
                    <a:pt x="5529618" y="633495"/>
                  </a:lnTo>
                  <a:lnTo>
                    <a:pt x="5567201" y="651529"/>
                  </a:lnTo>
                  <a:lnTo>
                    <a:pt x="5614718" y="676914"/>
                  </a:lnTo>
                  <a:lnTo>
                    <a:pt x="5661771" y="704791"/>
                  </a:lnTo>
                  <a:lnTo>
                    <a:pt x="5708818" y="735200"/>
                  </a:lnTo>
                  <a:lnTo>
                    <a:pt x="5756176" y="768101"/>
                  </a:lnTo>
                  <a:lnTo>
                    <a:pt x="5804043" y="803368"/>
                  </a:lnTo>
                  <a:lnTo>
                    <a:pt x="5852509" y="840782"/>
                  </a:lnTo>
                  <a:lnTo>
                    <a:pt x="5901568" y="880029"/>
                  </a:lnTo>
                  <a:lnTo>
                    <a:pt x="5951136" y="920708"/>
                  </a:lnTo>
                  <a:lnTo>
                    <a:pt x="6001064" y="962350"/>
                  </a:lnTo>
                  <a:lnTo>
                    <a:pt x="6051161" y="1004432"/>
                  </a:lnTo>
                  <a:lnTo>
                    <a:pt x="6101218" y="1046408"/>
                  </a:lnTo>
                  <a:lnTo>
                    <a:pt x="6151028" y="1087740"/>
                  </a:lnTo>
                  <a:lnTo>
                    <a:pt x="6200415" y="1127922"/>
                  </a:lnTo>
                  <a:lnTo>
                    <a:pt x="6249253" y="1166508"/>
                  </a:lnTo>
                  <a:lnTo>
                    <a:pt x="6297484" y="1203131"/>
                  </a:lnTo>
                  <a:lnTo>
                    <a:pt x="6345140" y="1237511"/>
                  </a:lnTo>
                  <a:lnTo>
                    <a:pt x="6392349" y="1269466"/>
                  </a:lnTo>
                  <a:lnTo>
                    <a:pt x="6439354" y="1298903"/>
                  </a:lnTo>
                  <a:lnTo>
                    <a:pt x="6486522" y="1325815"/>
                  </a:lnTo>
                  <a:lnTo>
                    <a:pt x="6515891" y="1341170"/>
                  </a:lnTo>
                  <a:lnTo>
                    <a:pt x="6564052" y="1363944"/>
                  </a:lnTo>
                  <a:lnTo>
                    <a:pt x="6613936" y="1384343"/>
                  </a:lnTo>
                  <a:lnTo>
                    <a:pt x="6666384" y="1402500"/>
                  </a:lnTo>
                  <a:lnTo>
                    <a:pt x="6722334" y="1418633"/>
                  </a:lnTo>
                  <a:lnTo>
                    <a:pt x="6782733" y="1432983"/>
                  </a:lnTo>
                  <a:lnTo>
                    <a:pt x="6848447" y="1445779"/>
                  </a:lnTo>
                  <a:lnTo>
                    <a:pt x="6920147" y="1457218"/>
                  </a:lnTo>
                  <a:lnTo>
                    <a:pt x="6998153" y="1467454"/>
                  </a:lnTo>
                  <a:lnTo>
                    <a:pt x="7082229" y="1476597"/>
                  </a:lnTo>
                  <a:lnTo>
                    <a:pt x="7171348" y="1484705"/>
                  </a:lnTo>
                  <a:lnTo>
                    <a:pt x="7263481" y="1491798"/>
                  </a:lnTo>
                  <a:lnTo>
                    <a:pt x="7355498" y="1497861"/>
                  </a:lnTo>
                  <a:lnTo>
                    <a:pt x="7443307" y="1502869"/>
                  </a:lnTo>
                  <a:lnTo>
                    <a:pt x="7522336" y="1506810"/>
                  </a:lnTo>
                  <a:lnTo>
                    <a:pt x="7588342" y="1509713"/>
                  </a:lnTo>
                  <a:lnTo>
                    <a:pt x="7638362" y="1511668"/>
                  </a:lnTo>
                  <a:lnTo>
                    <a:pt x="7671505" y="1512826"/>
                  </a:lnTo>
                  <a:lnTo>
                    <a:pt x="7689306" y="1513385"/>
                  </a:lnTo>
                  <a:lnTo>
                    <a:pt x="7695614" y="1513564"/>
                  </a:lnTo>
                  <a:lnTo>
                    <a:pt x="7696237" y="1513580"/>
                  </a:lnTo>
                  <a:lnTo>
                    <a:pt x="8234974" y="1513580"/>
                  </a:lnTo>
                  <a:lnTo>
                    <a:pt x="8234974" y="1475468"/>
                  </a:lnTo>
                  <a:lnTo>
                    <a:pt x="7696237" y="1475468"/>
                  </a:lnTo>
                  <a:lnTo>
                    <a:pt x="7694955" y="1475434"/>
                  </a:lnTo>
                  <a:lnTo>
                    <a:pt x="7686583" y="1475192"/>
                  </a:lnTo>
                  <a:lnTo>
                    <a:pt x="7665703" y="1474521"/>
                  </a:lnTo>
                  <a:lnTo>
                    <a:pt x="7628942" y="1473206"/>
                  </a:lnTo>
                  <a:lnTo>
                    <a:pt x="7575294" y="1471056"/>
                  </a:lnTo>
                  <a:lnTo>
                    <a:pt x="7506150" y="1467932"/>
                  </a:lnTo>
                  <a:lnTo>
                    <a:pt x="7424828" y="1463760"/>
                  </a:lnTo>
                  <a:lnTo>
                    <a:pt x="7335723" y="1458522"/>
                  </a:lnTo>
                  <a:lnTo>
                    <a:pt x="7243362" y="1452233"/>
                  </a:lnTo>
                  <a:lnTo>
                    <a:pt x="7151655" y="1444919"/>
                  </a:lnTo>
                  <a:lnTo>
                    <a:pt x="7063496" y="1436589"/>
                  </a:lnTo>
                  <a:lnTo>
                    <a:pt x="6980682" y="1427216"/>
                  </a:lnTo>
                  <a:lnTo>
                    <a:pt x="6904047" y="1416729"/>
                  </a:lnTo>
                  <a:lnTo>
                    <a:pt x="6833689" y="1405010"/>
                  </a:lnTo>
                  <a:lnTo>
                    <a:pt x="6769195" y="1391895"/>
                  </a:lnTo>
                  <a:lnTo>
                    <a:pt x="6709840" y="1377178"/>
                  </a:lnTo>
                  <a:lnTo>
                    <a:pt x="6654732" y="1360626"/>
                  </a:lnTo>
                  <a:lnTo>
                    <a:pt x="6602918" y="1341999"/>
                  </a:lnTo>
                  <a:lnTo>
                    <a:pt x="6553475" y="1321091"/>
                  </a:lnTo>
                  <a:lnTo>
                    <a:pt x="6515891" y="1303058"/>
                  </a:lnTo>
                  <a:lnTo>
                    <a:pt x="6468374" y="1277673"/>
                  </a:lnTo>
                  <a:lnTo>
                    <a:pt x="6421321" y="1249796"/>
                  </a:lnTo>
                  <a:lnTo>
                    <a:pt x="6374275" y="1219387"/>
                  </a:lnTo>
                  <a:lnTo>
                    <a:pt x="6326916" y="1186486"/>
                  </a:lnTo>
                  <a:lnTo>
                    <a:pt x="6279049" y="1151219"/>
                  </a:lnTo>
                  <a:lnTo>
                    <a:pt x="6230584" y="1113805"/>
                  </a:lnTo>
                  <a:lnTo>
                    <a:pt x="6181524" y="1074558"/>
                  </a:lnTo>
                  <a:lnTo>
                    <a:pt x="6131957" y="1033878"/>
                  </a:lnTo>
                  <a:lnTo>
                    <a:pt x="6082029" y="992237"/>
                  </a:lnTo>
                  <a:lnTo>
                    <a:pt x="6031931" y="950155"/>
                  </a:lnTo>
                  <a:lnTo>
                    <a:pt x="5981875" y="908179"/>
                  </a:lnTo>
                  <a:lnTo>
                    <a:pt x="5932064" y="866847"/>
                  </a:lnTo>
                  <a:lnTo>
                    <a:pt x="5882677" y="826665"/>
                  </a:lnTo>
                  <a:lnTo>
                    <a:pt x="5833840" y="788078"/>
                  </a:lnTo>
                  <a:lnTo>
                    <a:pt x="5785608" y="751456"/>
                  </a:lnTo>
                  <a:lnTo>
                    <a:pt x="5737952" y="717076"/>
                  </a:lnTo>
                  <a:lnTo>
                    <a:pt x="5690743" y="685121"/>
                  </a:lnTo>
                  <a:lnTo>
                    <a:pt x="5643739" y="655684"/>
                  </a:lnTo>
                  <a:lnTo>
                    <a:pt x="5596570" y="628772"/>
                  </a:lnTo>
                  <a:lnTo>
                    <a:pt x="5567201" y="613417"/>
                  </a:lnTo>
                  <a:lnTo>
                    <a:pt x="5519040" y="590643"/>
                  </a:lnTo>
                  <a:lnTo>
                    <a:pt x="5469157" y="570243"/>
                  </a:lnTo>
                  <a:lnTo>
                    <a:pt x="5416708" y="552087"/>
                  </a:lnTo>
                  <a:lnTo>
                    <a:pt x="5360758" y="535954"/>
                  </a:lnTo>
                  <a:lnTo>
                    <a:pt x="5300360" y="521604"/>
                  </a:lnTo>
                  <a:lnTo>
                    <a:pt x="5234646" y="508808"/>
                  </a:lnTo>
                  <a:lnTo>
                    <a:pt x="5162945" y="497369"/>
                  </a:lnTo>
                  <a:lnTo>
                    <a:pt x="5084939" y="487133"/>
                  </a:lnTo>
                  <a:lnTo>
                    <a:pt x="5000863" y="477990"/>
                  </a:lnTo>
                  <a:lnTo>
                    <a:pt x="4911745" y="469881"/>
                  </a:lnTo>
                  <a:lnTo>
                    <a:pt x="4819611" y="462789"/>
                  </a:lnTo>
                  <a:lnTo>
                    <a:pt x="4727595" y="456726"/>
                  </a:lnTo>
                  <a:lnTo>
                    <a:pt x="4639786" y="451718"/>
                  </a:lnTo>
                  <a:lnTo>
                    <a:pt x="4560757" y="447777"/>
                  </a:lnTo>
                  <a:lnTo>
                    <a:pt x="4494751" y="444874"/>
                  </a:lnTo>
                  <a:lnTo>
                    <a:pt x="4444730" y="442918"/>
                  </a:lnTo>
                  <a:lnTo>
                    <a:pt x="4411588" y="441760"/>
                  </a:lnTo>
                  <a:lnTo>
                    <a:pt x="4393787" y="441202"/>
                  </a:lnTo>
                  <a:lnTo>
                    <a:pt x="4387479" y="441023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63" name="pl363"/>
            <p:cNvSpPr/>
            <p:nvPr/>
          </p:nvSpPr>
          <p:spPr>
            <a:xfrm>
              <a:off x="546595" y="804902"/>
              <a:ext cx="8234974" cy="1475468"/>
            </a:xfrm>
            <a:custGeom>
              <a:avLst/>
              <a:pathLst>
                <a:path w="8234974" h="1475468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1" y="119"/>
                  </a:lnTo>
                  <a:lnTo>
                    <a:pt x="569640" y="408"/>
                  </a:lnTo>
                  <a:lnTo>
                    <a:pt x="606816" y="977"/>
                  </a:lnTo>
                  <a:lnTo>
                    <a:pt x="661018" y="1905"/>
                  </a:lnTo>
                  <a:lnTo>
                    <a:pt x="730795" y="3253"/>
                  </a:lnTo>
                  <a:lnTo>
                    <a:pt x="812749" y="5052"/>
                  </a:lnTo>
                  <a:lnTo>
                    <a:pt x="902413" y="7309"/>
                  </a:lnTo>
                  <a:lnTo>
                    <a:pt x="995211" y="10018"/>
                  </a:lnTo>
                  <a:lnTo>
                    <a:pt x="1087217" y="13167"/>
                  </a:lnTo>
                  <a:lnTo>
                    <a:pt x="1175544" y="16754"/>
                  </a:lnTo>
                  <a:lnTo>
                    <a:pt x="1258419" y="20790"/>
                  </a:lnTo>
                  <a:lnTo>
                    <a:pt x="1335042" y="25307"/>
                  </a:lnTo>
                  <a:lnTo>
                    <a:pt x="1405346" y="30357"/>
                  </a:lnTo>
                  <a:lnTo>
                    <a:pt x="1469771" y="36013"/>
                  </a:lnTo>
                  <a:lnTo>
                    <a:pt x="1529068" y="42363"/>
                  </a:lnTo>
                  <a:lnTo>
                    <a:pt x="1584147" y="49510"/>
                  </a:lnTo>
                  <a:lnTo>
                    <a:pt x="1635973" y="57557"/>
                  </a:lnTo>
                  <a:lnTo>
                    <a:pt x="1685478" y="66589"/>
                  </a:lnTo>
                  <a:lnTo>
                    <a:pt x="1719082" y="73501"/>
                  </a:lnTo>
                  <a:lnTo>
                    <a:pt x="1770689" y="85311"/>
                  </a:lnTo>
                  <a:lnTo>
                    <a:pt x="1821799" y="98378"/>
                  </a:lnTo>
                  <a:lnTo>
                    <a:pt x="1872975" y="112718"/>
                  </a:lnTo>
                  <a:lnTo>
                    <a:pt x="1924591" y="128300"/>
                  </a:lnTo>
                  <a:lnTo>
                    <a:pt x="1976856" y="145040"/>
                  </a:lnTo>
                  <a:lnTo>
                    <a:pt x="2029837" y="162797"/>
                  </a:lnTo>
                  <a:lnTo>
                    <a:pt x="2083476" y="181377"/>
                  </a:lnTo>
                  <a:lnTo>
                    <a:pt x="2137615" y="200537"/>
                  </a:lnTo>
                  <a:lnTo>
                    <a:pt x="2192027" y="220001"/>
                  </a:lnTo>
                  <a:lnTo>
                    <a:pt x="2246446" y="239473"/>
                  </a:lnTo>
                  <a:lnTo>
                    <a:pt x="2300606" y="258656"/>
                  </a:lnTo>
                  <a:lnTo>
                    <a:pt x="2354275" y="277272"/>
                  </a:lnTo>
                  <a:lnTo>
                    <a:pt x="2407291" y="295076"/>
                  </a:lnTo>
                  <a:lnTo>
                    <a:pt x="2459593" y="311872"/>
                  </a:lnTo>
                  <a:lnTo>
                    <a:pt x="2511238" y="327517"/>
                  </a:lnTo>
                  <a:lnTo>
                    <a:pt x="2562430" y="341922"/>
                  </a:lnTo>
                  <a:lnTo>
                    <a:pt x="2613531" y="355055"/>
                  </a:lnTo>
                  <a:lnTo>
                    <a:pt x="2665095" y="366928"/>
                  </a:lnTo>
                  <a:lnTo>
                    <a:pt x="2667772" y="367506"/>
                  </a:lnTo>
                  <a:lnTo>
                    <a:pt x="2716144" y="377254"/>
                  </a:lnTo>
                  <a:lnTo>
                    <a:pt x="2766258" y="385982"/>
                  </a:lnTo>
                  <a:lnTo>
                    <a:pt x="2818966" y="393746"/>
                  </a:lnTo>
                  <a:lnTo>
                    <a:pt x="2875218" y="400641"/>
                  </a:lnTo>
                  <a:lnTo>
                    <a:pt x="2935974" y="406771"/>
                  </a:lnTo>
                  <a:lnTo>
                    <a:pt x="3002108" y="412235"/>
                  </a:lnTo>
                  <a:lnTo>
                    <a:pt x="3074294" y="417118"/>
                  </a:lnTo>
                  <a:lnTo>
                    <a:pt x="3152842" y="421485"/>
                  </a:lnTo>
                  <a:lnTo>
                    <a:pt x="3237490" y="425383"/>
                  </a:lnTo>
                  <a:lnTo>
                    <a:pt x="3327165" y="428837"/>
                  </a:lnTo>
                  <a:lnTo>
                    <a:pt x="3419766" y="431854"/>
                  </a:lnTo>
                  <a:lnTo>
                    <a:pt x="3512072" y="434427"/>
                  </a:lnTo>
                  <a:lnTo>
                    <a:pt x="3599901" y="436547"/>
                  </a:lnTo>
                  <a:lnTo>
                    <a:pt x="3678616" y="438208"/>
                  </a:lnTo>
                  <a:lnTo>
                    <a:pt x="3743970" y="439424"/>
                  </a:lnTo>
                  <a:lnTo>
                    <a:pt x="3793073" y="440236"/>
                  </a:lnTo>
                  <a:lnTo>
                    <a:pt x="3825181" y="440711"/>
                  </a:lnTo>
                  <a:lnTo>
                    <a:pt x="3842026" y="440934"/>
                  </a:lnTo>
                  <a:lnTo>
                    <a:pt x="3847669" y="441002"/>
                  </a:lnTo>
                  <a:lnTo>
                    <a:pt x="3848118" y="441007"/>
                  </a:lnTo>
                  <a:lnTo>
                    <a:pt x="4386855" y="441007"/>
                  </a:lnTo>
                  <a:lnTo>
                    <a:pt x="4388138" y="441041"/>
                  </a:lnTo>
                  <a:lnTo>
                    <a:pt x="4396509" y="441283"/>
                  </a:lnTo>
                  <a:lnTo>
                    <a:pt x="4417389" y="441954"/>
                  </a:lnTo>
                  <a:lnTo>
                    <a:pt x="4454151" y="443269"/>
                  </a:lnTo>
                  <a:lnTo>
                    <a:pt x="4507798" y="445419"/>
                  </a:lnTo>
                  <a:lnTo>
                    <a:pt x="4576942" y="448543"/>
                  </a:lnTo>
                  <a:lnTo>
                    <a:pt x="4658264" y="452715"/>
                  </a:lnTo>
                  <a:lnTo>
                    <a:pt x="4747369" y="457953"/>
                  </a:lnTo>
                  <a:lnTo>
                    <a:pt x="4839731" y="464242"/>
                  </a:lnTo>
                  <a:lnTo>
                    <a:pt x="4931438" y="471556"/>
                  </a:lnTo>
                  <a:lnTo>
                    <a:pt x="5019597" y="479886"/>
                  </a:lnTo>
                  <a:lnTo>
                    <a:pt x="5102411" y="489259"/>
                  </a:lnTo>
                  <a:lnTo>
                    <a:pt x="5179045" y="499746"/>
                  </a:lnTo>
                  <a:lnTo>
                    <a:pt x="5249404" y="511465"/>
                  </a:lnTo>
                  <a:lnTo>
                    <a:pt x="5313898" y="524580"/>
                  </a:lnTo>
                  <a:lnTo>
                    <a:pt x="5373252" y="539297"/>
                  </a:lnTo>
                  <a:lnTo>
                    <a:pt x="5428361" y="555849"/>
                  </a:lnTo>
                  <a:lnTo>
                    <a:pt x="5480174" y="574476"/>
                  </a:lnTo>
                  <a:lnTo>
                    <a:pt x="5529618" y="595384"/>
                  </a:lnTo>
                  <a:lnTo>
                    <a:pt x="5567201" y="613417"/>
                  </a:lnTo>
                  <a:lnTo>
                    <a:pt x="5614718" y="638802"/>
                  </a:lnTo>
                  <a:lnTo>
                    <a:pt x="5661771" y="666679"/>
                  </a:lnTo>
                  <a:lnTo>
                    <a:pt x="5708818" y="697088"/>
                  </a:lnTo>
                  <a:lnTo>
                    <a:pt x="5756176" y="729989"/>
                  </a:lnTo>
                  <a:lnTo>
                    <a:pt x="5804043" y="765256"/>
                  </a:lnTo>
                  <a:lnTo>
                    <a:pt x="5852509" y="802670"/>
                  </a:lnTo>
                  <a:lnTo>
                    <a:pt x="5901568" y="841917"/>
                  </a:lnTo>
                  <a:lnTo>
                    <a:pt x="5951136" y="882597"/>
                  </a:lnTo>
                  <a:lnTo>
                    <a:pt x="6001064" y="924238"/>
                  </a:lnTo>
                  <a:lnTo>
                    <a:pt x="6051161" y="966320"/>
                  </a:lnTo>
                  <a:lnTo>
                    <a:pt x="6101218" y="1008296"/>
                  </a:lnTo>
                  <a:lnTo>
                    <a:pt x="6151028" y="1049628"/>
                  </a:lnTo>
                  <a:lnTo>
                    <a:pt x="6200415" y="1089810"/>
                  </a:lnTo>
                  <a:lnTo>
                    <a:pt x="6249253" y="1128397"/>
                  </a:lnTo>
                  <a:lnTo>
                    <a:pt x="6297484" y="1165019"/>
                  </a:lnTo>
                  <a:lnTo>
                    <a:pt x="6345140" y="1199399"/>
                  </a:lnTo>
                  <a:lnTo>
                    <a:pt x="6392349" y="1231354"/>
                  </a:lnTo>
                  <a:lnTo>
                    <a:pt x="6439354" y="1260791"/>
                  </a:lnTo>
                  <a:lnTo>
                    <a:pt x="6486522" y="1287703"/>
                  </a:lnTo>
                  <a:lnTo>
                    <a:pt x="6515891" y="1303058"/>
                  </a:lnTo>
                  <a:lnTo>
                    <a:pt x="6564052" y="1325832"/>
                  </a:lnTo>
                  <a:lnTo>
                    <a:pt x="6613936" y="1346232"/>
                  </a:lnTo>
                  <a:lnTo>
                    <a:pt x="6666384" y="1364388"/>
                  </a:lnTo>
                  <a:lnTo>
                    <a:pt x="6722334" y="1380521"/>
                  </a:lnTo>
                  <a:lnTo>
                    <a:pt x="6782733" y="1394871"/>
                  </a:lnTo>
                  <a:lnTo>
                    <a:pt x="6848447" y="1407667"/>
                  </a:lnTo>
                  <a:lnTo>
                    <a:pt x="6920147" y="1419106"/>
                  </a:lnTo>
                  <a:lnTo>
                    <a:pt x="6998153" y="1429342"/>
                  </a:lnTo>
                  <a:lnTo>
                    <a:pt x="7082229" y="1438485"/>
                  </a:lnTo>
                  <a:lnTo>
                    <a:pt x="7171348" y="1446594"/>
                  </a:lnTo>
                  <a:lnTo>
                    <a:pt x="7263481" y="1453686"/>
                  </a:lnTo>
                  <a:lnTo>
                    <a:pt x="7355498" y="1459749"/>
                  </a:lnTo>
                  <a:lnTo>
                    <a:pt x="7443307" y="1464757"/>
                  </a:lnTo>
                  <a:lnTo>
                    <a:pt x="7522336" y="1468698"/>
                  </a:lnTo>
                  <a:lnTo>
                    <a:pt x="7588342" y="1471601"/>
                  </a:lnTo>
                  <a:lnTo>
                    <a:pt x="7638362" y="1473557"/>
                  </a:lnTo>
                  <a:lnTo>
                    <a:pt x="7671505" y="1474715"/>
                  </a:lnTo>
                  <a:lnTo>
                    <a:pt x="7689306" y="1475273"/>
                  </a:lnTo>
                  <a:lnTo>
                    <a:pt x="7695614" y="1475452"/>
                  </a:lnTo>
                  <a:lnTo>
                    <a:pt x="7696237" y="1475468"/>
                  </a:lnTo>
                  <a:lnTo>
                    <a:pt x="8234974" y="1475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4" name="pl364"/>
            <p:cNvSpPr/>
            <p:nvPr/>
          </p:nvSpPr>
          <p:spPr>
            <a:xfrm>
              <a:off x="546595" y="766790"/>
              <a:ext cx="8234974" cy="1475468"/>
            </a:xfrm>
            <a:custGeom>
              <a:avLst/>
              <a:pathLst>
                <a:path w="8234974" h="1475468">
                  <a:moveTo>
                    <a:pt x="8234974" y="1475468"/>
                  </a:moveTo>
                  <a:lnTo>
                    <a:pt x="7696237" y="1475468"/>
                  </a:lnTo>
                  <a:lnTo>
                    <a:pt x="7694955" y="1475434"/>
                  </a:lnTo>
                  <a:lnTo>
                    <a:pt x="7686583" y="1475192"/>
                  </a:lnTo>
                  <a:lnTo>
                    <a:pt x="7665703" y="1474521"/>
                  </a:lnTo>
                  <a:lnTo>
                    <a:pt x="7628942" y="1473206"/>
                  </a:lnTo>
                  <a:lnTo>
                    <a:pt x="7575294" y="1471056"/>
                  </a:lnTo>
                  <a:lnTo>
                    <a:pt x="7506150" y="1467932"/>
                  </a:lnTo>
                  <a:lnTo>
                    <a:pt x="7424828" y="1463760"/>
                  </a:lnTo>
                  <a:lnTo>
                    <a:pt x="7335723" y="1458522"/>
                  </a:lnTo>
                  <a:lnTo>
                    <a:pt x="7243362" y="1452233"/>
                  </a:lnTo>
                  <a:lnTo>
                    <a:pt x="7151655" y="1444919"/>
                  </a:lnTo>
                  <a:lnTo>
                    <a:pt x="7063496" y="1436589"/>
                  </a:lnTo>
                  <a:lnTo>
                    <a:pt x="6980682" y="1427216"/>
                  </a:lnTo>
                  <a:lnTo>
                    <a:pt x="6904047" y="1416729"/>
                  </a:lnTo>
                  <a:lnTo>
                    <a:pt x="6833689" y="1405010"/>
                  </a:lnTo>
                  <a:lnTo>
                    <a:pt x="6769195" y="1391895"/>
                  </a:lnTo>
                  <a:lnTo>
                    <a:pt x="6709840" y="1377178"/>
                  </a:lnTo>
                  <a:lnTo>
                    <a:pt x="6654732" y="1360626"/>
                  </a:lnTo>
                  <a:lnTo>
                    <a:pt x="6602918" y="1341999"/>
                  </a:lnTo>
                  <a:lnTo>
                    <a:pt x="6553475" y="1321091"/>
                  </a:lnTo>
                  <a:lnTo>
                    <a:pt x="6515891" y="1303058"/>
                  </a:lnTo>
                  <a:lnTo>
                    <a:pt x="6468374" y="1277673"/>
                  </a:lnTo>
                  <a:lnTo>
                    <a:pt x="6421321" y="1249796"/>
                  </a:lnTo>
                  <a:lnTo>
                    <a:pt x="6374275" y="1219387"/>
                  </a:lnTo>
                  <a:lnTo>
                    <a:pt x="6326916" y="1186486"/>
                  </a:lnTo>
                  <a:lnTo>
                    <a:pt x="6279049" y="1151219"/>
                  </a:lnTo>
                  <a:lnTo>
                    <a:pt x="6230584" y="1113805"/>
                  </a:lnTo>
                  <a:lnTo>
                    <a:pt x="6181524" y="1074558"/>
                  </a:lnTo>
                  <a:lnTo>
                    <a:pt x="6131957" y="1033878"/>
                  </a:lnTo>
                  <a:lnTo>
                    <a:pt x="6082029" y="992237"/>
                  </a:lnTo>
                  <a:lnTo>
                    <a:pt x="6031931" y="950155"/>
                  </a:lnTo>
                  <a:lnTo>
                    <a:pt x="5981875" y="908179"/>
                  </a:lnTo>
                  <a:lnTo>
                    <a:pt x="5932064" y="866847"/>
                  </a:lnTo>
                  <a:lnTo>
                    <a:pt x="5882677" y="826665"/>
                  </a:lnTo>
                  <a:lnTo>
                    <a:pt x="5833840" y="788078"/>
                  </a:lnTo>
                  <a:lnTo>
                    <a:pt x="5785608" y="751456"/>
                  </a:lnTo>
                  <a:lnTo>
                    <a:pt x="5737952" y="717076"/>
                  </a:lnTo>
                  <a:lnTo>
                    <a:pt x="5690743" y="685121"/>
                  </a:lnTo>
                  <a:lnTo>
                    <a:pt x="5643739" y="655684"/>
                  </a:lnTo>
                  <a:lnTo>
                    <a:pt x="5596570" y="628772"/>
                  </a:lnTo>
                  <a:lnTo>
                    <a:pt x="5567201" y="613417"/>
                  </a:lnTo>
                  <a:lnTo>
                    <a:pt x="5519040" y="590643"/>
                  </a:lnTo>
                  <a:lnTo>
                    <a:pt x="5469157" y="570243"/>
                  </a:lnTo>
                  <a:lnTo>
                    <a:pt x="5416708" y="552087"/>
                  </a:lnTo>
                  <a:lnTo>
                    <a:pt x="5360758" y="535954"/>
                  </a:lnTo>
                  <a:lnTo>
                    <a:pt x="5300360" y="521604"/>
                  </a:lnTo>
                  <a:lnTo>
                    <a:pt x="5234646" y="508808"/>
                  </a:lnTo>
                  <a:lnTo>
                    <a:pt x="5162945" y="497369"/>
                  </a:lnTo>
                  <a:lnTo>
                    <a:pt x="5084939" y="487133"/>
                  </a:lnTo>
                  <a:lnTo>
                    <a:pt x="5000863" y="477990"/>
                  </a:lnTo>
                  <a:lnTo>
                    <a:pt x="4911745" y="469881"/>
                  </a:lnTo>
                  <a:lnTo>
                    <a:pt x="4819611" y="462789"/>
                  </a:lnTo>
                  <a:lnTo>
                    <a:pt x="4727595" y="456726"/>
                  </a:lnTo>
                  <a:lnTo>
                    <a:pt x="4639786" y="451718"/>
                  </a:lnTo>
                  <a:lnTo>
                    <a:pt x="4560757" y="447777"/>
                  </a:lnTo>
                  <a:lnTo>
                    <a:pt x="4494751" y="444874"/>
                  </a:lnTo>
                  <a:lnTo>
                    <a:pt x="4444730" y="442918"/>
                  </a:lnTo>
                  <a:lnTo>
                    <a:pt x="4411588" y="441760"/>
                  </a:lnTo>
                  <a:lnTo>
                    <a:pt x="4393787" y="441202"/>
                  </a:lnTo>
                  <a:lnTo>
                    <a:pt x="4387479" y="441023"/>
                  </a:lnTo>
                  <a:lnTo>
                    <a:pt x="4386855" y="441007"/>
                  </a:lnTo>
                  <a:lnTo>
                    <a:pt x="3848118" y="441007"/>
                  </a:lnTo>
                  <a:lnTo>
                    <a:pt x="3846819" y="440992"/>
                  </a:lnTo>
                  <a:lnTo>
                    <a:pt x="3838344" y="440887"/>
                  </a:lnTo>
                  <a:lnTo>
                    <a:pt x="3817214" y="440598"/>
                  </a:lnTo>
                  <a:lnTo>
                    <a:pt x="3780038" y="440030"/>
                  </a:lnTo>
                  <a:lnTo>
                    <a:pt x="3725837" y="439101"/>
                  </a:lnTo>
                  <a:lnTo>
                    <a:pt x="3656060" y="437754"/>
                  </a:lnTo>
                  <a:lnTo>
                    <a:pt x="3574106" y="435955"/>
                  </a:lnTo>
                  <a:lnTo>
                    <a:pt x="3484442" y="433697"/>
                  </a:lnTo>
                  <a:lnTo>
                    <a:pt x="3391643" y="430988"/>
                  </a:lnTo>
                  <a:lnTo>
                    <a:pt x="3299638" y="427839"/>
                  </a:lnTo>
                  <a:lnTo>
                    <a:pt x="3211311" y="424252"/>
                  </a:lnTo>
                  <a:lnTo>
                    <a:pt x="3128435" y="420216"/>
                  </a:lnTo>
                  <a:lnTo>
                    <a:pt x="3051813" y="415699"/>
                  </a:lnTo>
                  <a:lnTo>
                    <a:pt x="2981509" y="410649"/>
                  </a:lnTo>
                  <a:lnTo>
                    <a:pt x="2917083" y="404993"/>
                  </a:lnTo>
                  <a:lnTo>
                    <a:pt x="2857787" y="398643"/>
                  </a:lnTo>
                  <a:lnTo>
                    <a:pt x="2802708" y="391496"/>
                  </a:lnTo>
                  <a:lnTo>
                    <a:pt x="2750881" y="383450"/>
                  </a:lnTo>
                  <a:lnTo>
                    <a:pt x="2701377" y="374417"/>
                  </a:lnTo>
                  <a:lnTo>
                    <a:pt x="2667772" y="367506"/>
                  </a:lnTo>
                  <a:lnTo>
                    <a:pt x="2616166" y="355696"/>
                  </a:lnTo>
                  <a:lnTo>
                    <a:pt x="2565056" y="342629"/>
                  </a:lnTo>
                  <a:lnTo>
                    <a:pt x="2513879" y="328288"/>
                  </a:lnTo>
                  <a:lnTo>
                    <a:pt x="2462263" y="312706"/>
                  </a:lnTo>
                  <a:lnTo>
                    <a:pt x="2409998" y="295966"/>
                  </a:lnTo>
                  <a:lnTo>
                    <a:pt x="2357018" y="278209"/>
                  </a:lnTo>
                  <a:lnTo>
                    <a:pt x="2303379" y="259629"/>
                  </a:lnTo>
                  <a:lnTo>
                    <a:pt x="2249240" y="240469"/>
                  </a:lnTo>
                  <a:lnTo>
                    <a:pt x="2194827" y="221005"/>
                  </a:lnTo>
                  <a:lnTo>
                    <a:pt x="2140408" y="201533"/>
                  </a:lnTo>
                  <a:lnTo>
                    <a:pt x="2086249" y="182350"/>
                  </a:lnTo>
                  <a:lnTo>
                    <a:pt x="2032580" y="163735"/>
                  </a:lnTo>
                  <a:lnTo>
                    <a:pt x="1979563" y="145930"/>
                  </a:lnTo>
                  <a:lnTo>
                    <a:pt x="1927262" y="129134"/>
                  </a:lnTo>
                  <a:lnTo>
                    <a:pt x="1875616" y="113489"/>
                  </a:lnTo>
                  <a:lnTo>
                    <a:pt x="1824425" y="99084"/>
                  </a:lnTo>
                  <a:lnTo>
                    <a:pt x="1773323" y="85952"/>
                  </a:lnTo>
                  <a:lnTo>
                    <a:pt x="1721760" y="74078"/>
                  </a:lnTo>
                  <a:lnTo>
                    <a:pt x="1719082" y="73501"/>
                  </a:lnTo>
                  <a:lnTo>
                    <a:pt x="1670710" y="63752"/>
                  </a:lnTo>
                  <a:lnTo>
                    <a:pt x="1620597" y="55024"/>
                  </a:lnTo>
                  <a:lnTo>
                    <a:pt x="1567889" y="47260"/>
                  </a:lnTo>
                  <a:lnTo>
                    <a:pt x="1511636" y="40365"/>
                  </a:lnTo>
                  <a:lnTo>
                    <a:pt x="1450880" y="34235"/>
                  </a:lnTo>
                  <a:lnTo>
                    <a:pt x="1384746" y="28771"/>
                  </a:lnTo>
                  <a:lnTo>
                    <a:pt x="1312560" y="23889"/>
                  </a:lnTo>
                  <a:lnTo>
                    <a:pt x="1234013" y="19521"/>
                  </a:lnTo>
                  <a:lnTo>
                    <a:pt x="1149364" y="15624"/>
                  </a:lnTo>
                  <a:lnTo>
                    <a:pt x="1059690" y="12170"/>
                  </a:lnTo>
                  <a:lnTo>
                    <a:pt x="967089" y="9153"/>
                  </a:lnTo>
                  <a:lnTo>
                    <a:pt x="874782" y="6579"/>
                  </a:lnTo>
                  <a:lnTo>
                    <a:pt x="786954" y="4460"/>
                  </a:lnTo>
                  <a:lnTo>
                    <a:pt x="708238" y="2799"/>
                  </a:lnTo>
                  <a:lnTo>
                    <a:pt x="642885" y="1582"/>
                  </a:lnTo>
                  <a:lnTo>
                    <a:pt x="593782" y="770"/>
                  </a:lnTo>
                  <a:lnTo>
                    <a:pt x="561674" y="296"/>
                  </a:lnTo>
                  <a:lnTo>
                    <a:pt x="544829" y="72"/>
                  </a:lnTo>
                  <a:lnTo>
                    <a:pt x="539186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5" name="pg365"/>
            <p:cNvSpPr/>
            <p:nvPr/>
          </p:nvSpPr>
          <p:spPr>
            <a:xfrm>
              <a:off x="546595" y="804902"/>
              <a:ext cx="8234974" cy="1693250"/>
            </a:xfrm>
            <a:custGeom>
              <a:avLst/>
              <a:pathLst>
                <a:path w="8234974" h="1693250">
                  <a:moveTo>
                    <a:pt x="0" y="10889"/>
                  </a:moveTo>
                  <a:lnTo>
                    <a:pt x="538736" y="10889"/>
                  </a:lnTo>
                  <a:lnTo>
                    <a:pt x="540035" y="10903"/>
                  </a:lnTo>
                  <a:lnTo>
                    <a:pt x="548510" y="11009"/>
                  </a:lnTo>
                  <a:lnTo>
                    <a:pt x="569638" y="11303"/>
                  </a:lnTo>
                  <a:lnTo>
                    <a:pt x="606812" y="11878"/>
                  </a:lnTo>
                  <a:lnTo>
                    <a:pt x="661011" y="12817"/>
                  </a:lnTo>
                  <a:lnTo>
                    <a:pt x="730784" y="14182"/>
                  </a:lnTo>
                  <a:lnTo>
                    <a:pt x="812734" y="16003"/>
                  </a:lnTo>
                  <a:lnTo>
                    <a:pt x="902395" y="18288"/>
                  </a:lnTo>
                  <a:lnTo>
                    <a:pt x="995191" y="21030"/>
                  </a:lnTo>
                  <a:lnTo>
                    <a:pt x="1087195" y="24218"/>
                  </a:lnTo>
                  <a:lnTo>
                    <a:pt x="1175521" y="27849"/>
                  </a:lnTo>
                  <a:lnTo>
                    <a:pt x="1258397" y="31935"/>
                  </a:lnTo>
                  <a:lnTo>
                    <a:pt x="1335019" y="36507"/>
                  </a:lnTo>
                  <a:lnTo>
                    <a:pt x="1405323" y="41619"/>
                  </a:lnTo>
                  <a:lnTo>
                    <a:pt x="1469749" y="47344"/>
                  </a:lnTo>
                  <a:lnTo>
                    <a:pt x="1529046" y="53773"/>
                  </a:lnTo>
                  <a:lnTo>
                    <a:pt x="1584125" y="61007"/>
                  </a:lnTo>
                  <a:lnTo>
                    <a:pt x="1635952" y="69153"/>
                  </a:lnTo>
                  <a:lnTo>
                    <a:pt x="1685455" y="78296"/>
                  </a:lnTo>
                  <a:lnTo>
                    <a:pt x="1719082" y="85297"/>
                  </a:lnTo>
                  <a:lnTo>
                    <a:pt x="1770661" y="97246"/>
                  </a:lnTo>
                  <a:lnTo>
                    <a:pt x="1821743" y="110466"/>
                  </a:lnTo>
                  <a:lnTo>
                    <a:pt x="1872892" y="124974"/>
                  </a:lnTo>
                  <a:lnTo>
                    <a:pt x="1924478" y="140738"/>
                  </a:lnTo>
                  <a:lnTo>
                    <a:pt x="1976713" y="157673"/>
                  </a:lnTo>
                  <a:lnTo>
                    <a:pt x="2029663" y="175636"/>
                  </a:lnTo>
                  <a:lnTo>
                    <a:pt x="2083270" y="194433"/>
                  </a:lnTo>
                  <a:lnTo>
                    <a:pt x="2137379" y="213817"/>
                  </a:lnTo>
                  <a:lnTo>
                    <a:pt x="2191761" y="233510"/>
                  </a:lnTo>
                  <a:lnTo>
                    <a:pt x="2246151" y="253212"/>
                  </a:lnTo>
                  <a:lnTo>
                    <a:pt x="2300283" y="272624"/>
                  </a:lnTo>
                  <a:lnTo>
                    <a:pt x="2353926" y="291463"/>
                  </a:lnTo>
                  <a:lnTo>
                    <a:pt x="2406919" y="309484"/>
                  </a:lnTo>
                  <a:lnTo>
                    <a:pt x="2459197" y="326487"/>
                  </a:lnTo>
                  <a:lnTo>
                    <a:pt x="2510819" y="342325"/>
                  </a:lnTo>
                  <a:lnTo>
                    <a:pt x="2561986" y="356911"/>
                  </a:lnTo>
                  <a:lnTo>
                    <a:pt x="2613058" y="370210"/>
                  </a:lnTo>
                  <a:lnTo>
                    <a:pt x="2664586" y="382236"/>
                  </a:lnTo>
                  <a:lnTo>
                    <a:pt x="2667772" y="382932"/>
                  </a:lnTo>
                  <a:lnTo>
                    <a:pt x="2716143" y="392801"/>
                  </a:lnTo>
                  <a:lnTo>
                    <a:pt x="2766255" y="401636"/>
                  </a:lnTo>
                  <a:lnTo>
                    <a:pt x="2818962" y="409496"/>
                  </a:lnTo>
                  <a:lnTo>
                    <a:pt x="2875213" y="416476"/>
                  </a:lnTo>
                  <a:lnTo>
                    <a:pt x="2935967" y="422682"/>
                  </a:lnTo>
                  <a:lnTo>
                    <a:pt x="3002098" y="428213"/>
                  </a:lnTo>
                  <a:lnTo>
                    <a:pt x="3074281" y="433156"/>
                  </a:lnTo>
                  <a:lnTo>
                    <a:pt x="3152826" y="437577"/>
                  </a:lnTo>
                  <a:lnTo>
                    <a:pt x="3237471" y="441523"/>
                  </a:lnTo>
                  <a:lnTo>
                    <a:pt x="3327143" y="445019"/>
                  </a:lnTo>
                  <a:lnTo>
                    <a:pt x="3419741" y="448073"/>
                  </a:lnTo>
                  <a:lnTo>
                    <a:pt x="3512046" y="450679"/>
                  </a:lnTo>
                  <a:lnTo>
                    <a:pt x="3599875" y="452825"/>
                  </a:lnTo>
                  <a:lnTo>
                    <a:pt x="3678592" y="454506"/>
                  </a:lnTo>
                  <a:lnTo>
                    <a:pt x="3743949" y="455738"/>
                  </a:lnTo>
                  <a:lnTo>
                    <a:pt x="3793057" y="456560"/>
                  </a:lnTo>
                  <a:lnTo>
                    <a:pt x="3825171" y="457040"/>
                  </a:lnTo>
                  <a:lnTo>
                    <a:pt x="3842021" y="457267"/>
                  </a:lnTo>
                  <a:lnTo>
                    <a:pt x="3847668" y="457335"/>
                  </a:lnTo>
                  <a:lnTo>
                    <a:pt x="3848118" y="457340"/>
                  </a:lnTo>
                  <a:lnTo>
                    <a:pt x="4386855" y="457340"/>
                  </a:lnTo>
                  <a:lnTo>
                    <a:pt x="4388130" y="457381"/>
                  </a:lnTo>
                  <a:lnTo>
                    <a:pt x="4396448" y="457668"/>
                  </a:lnTo>
                  <a:lnTo>
                    <a:pt x="4417200" y="458464"/>
                  </a:lnTo>
                  <a:lnTo>
                    <a:pt x="4453750" y="460025"/>
                  </a:lnTo>
                  <a:lnTo>
                    <a:pt x="4507113" y="462578"/>
                  </a:lnTo>
                  <a:lnTo>
                    <a:pt x="4575932" y="466286"/>
                  </a:lnTo>
                  <a:lnTo>
                    <a:pt x="4656929" y="471241"/>
                  </a:lnTo>
                  <a:lnTo>
                    <a:pt x="4745746" y="477465"/>
                  </a:lnTo>
                  <a:lnTo>
                    <a:pt x="4837880" y="484938"/>
                  </a:lnTo>
                  <a:lnTo>
                    <a:pt x="4929432" y="493631"/>
                  </a:lnTo>
                  <a:lnTo>
                    <a:pt x="5017503" y="503533"/>
                  </a:lnTo>
                  <a:lnTo>
                    <a:pt x="5100283" y="514674"/>
                  </a:lnTo>
                  <a:lnTo>
                    <a:pt x="5176923" y="527137"/>
                  </a:lnTo>
                  <a:lnTo>
                    <a:pt x="5247309" y="541060"/>
                  </a:lnTo>
                  <a:lnTo>
                    <a:pt x="5311838" y="556638"/>
                  </a:lnTo>
                  <a:lnTo>
                    <a:pt x="5371223" y="574111"/>
                  </a:lnTo>
                  <a:lnTo>
                    <a:pt x="5426347" y="593757"/>
                  </a:lnTo>
                  <a:lnTo>
                    <a:pt x="5478156" y="615860"/>
                  </a:lnTo>
                  <a:lnTo>
                    <a:pt x="5527569" y="640669"/>
                  </a:lnTo>
                  <a:lnTo>
                    <a:pt x="5567201" y="663325"/>
                  </a:lnTo>
                  <a:lnTo>
                    <a:pt x="5613119" y="692579"/>
                  </a:lnTo>
                  <a:lnTo>
                    <a:pt x="5658588" y="724608"/>
                  </a:lnTo>
                  <a:lnTo>
                    <a:pt x="5704028" y="759461"/>
                  </a:lnTo>
                  <a:lnTo>
                    <a:pt x="5749734" y="797103"/>
                  </a:lnTo>
                  <a:lnTo>
                    <a:pt x="5795897" y="837409"/>
                  </a:lnTo>
                  <a:lnTo>
                    <a:pt x="5842611" y="880159"/>
                  </a:lnTo>
                  <a:lnTo>
                    <a:pt x="5889887" y="925032"/>
                  </a:lnTo>
                  <a:lnTo>
                    <a:pt x="5937663" y="971618"/>
                  </a:lnTo>
                  <a:lnTo>
                    <a:pt x="5985818" y="1019425"/>
                  </a:lnTo>
                  <a:lnTo>
                    <a:pt x="6034188" y="1067905"/>
                  </a:lnTo>
                  <a:lnTo>
                    <a:pt x="6082588" y="1116475"/>
                  </a:lnTo>
                  <a:lnTo>
                    <a:pt x="6130827" y="1164547"/>
                  </a:lnTo>
                  <a:lnTo>
                    <a:pt x="6178733" y="1211559"/>
                  </a:lnTo>
                  <a:lnTo>
                    <a:pt x="6226170" y="1257000"/>
                  </a:lnTo>
                  <a:lnTo>
                    <a:pt x="6273058" y="1300433"/>
                  </a:lnTo>
                  <a:lnTo>
                    <a:pt x="6319382" y="1341510"/>
                  </a:lnTo>
                  <a:lnTo>
                    <a:pt x="6365212" y="1379979"/>
                  </a:lnTo>
                  <a:lnTo>
                    <a:pt x="6410706" y="1415687"/>
                  </a:lnTo>
                  <a:lnTo>
                    <a:pt x="6456128" y="1448573"/>
                  </a:lnTo>
                  <a:lnTo>
                    <a:pt x="6501857" y="1478661"/>
                  </a:lnTo>
                  <a:lnTo>
                    <a:pt x="6515891" y="1487265"/>
                  </a:lnTo>
                  <a:lnTo>
                    <a:pt x="6563944" y="1514417"/>
                  </a:lnTo>
                  <a:lnTo>
                    <a:pt x="6613709" y="1538744"/>
                  </a:lnTo>
                  <a:lnTo>
                    <a:pt x="6666024" y="1560402"/>
                  </a:lnTo>
                  <a:lnTo>
                    <a:pt x="6721819" y="1579651"/>
                  </a:lnTo>
                  <a:lnTo>
                    <a:pt x="6782035" y="1596778"/>
                  </a:lnTo>
                  <a:lnTo>
                    <a:pt x="6847533" y="1612052"/>
                  </a:lnTo>
                  <a:lnTo>
                    <a:pt x="6918985" y="1625710"/>
                  </a:lnTo>
                  <a:lnTo>
                    <a:pt x="6996714" y="1637936"/>
                  </a:lnTo>
                  <a:lnTo>
                    <a:pt x="7080495" y="1648858"/>
                  </a:lnTo>
                  <a:lnTo>
                    <a:pt x="7169327" y="1658550"/>
                  </a:lnTo>
                  <a:lnTo>
                    <a:pt x="7261218" y="1667034"/>
                  </a:lnTo>
                  <a:lnTo>
                    <a:pt x="7353081" y="1674293"/>
                  </a:lnTo>
                  <a:lnTo>
                    <a:pt x="7440874" y="1680298"/>
                  </a:lnTo>
                  <a:lnTo>
                    <a:pt x="7520056" y="1685033"/>
                  </a:lnTo>
                  <a:lnTo>
                    <a:pt x="7586390" y="1688533"/>
                  </a:lnTo>
                  <a:lnTo>
                    <a:pt x="7636876" y="1690900"/>
                  </a:lnTo>
                  <a:lnTo>
                    <a:pt x="7670550" y="1692312"/>
                  </a:lnTo>
                  <a:lnTo>
                    <a:pt x="7688848" y="1693000"/>
                  </a:lnTo>
                  <a:lnTo>
                    <a:pt x="7695509" y="1693227"/>
                  </a:lnTo>
                  <a:lnTo>
                    <a:pt x="7696237" y="1693250"/>
                  </a:lnTo>
                  <a:lnTo>
                    <a:pt x="8234974" y="1693250"/>
                  </a:lnTo>
                  <a:lnTo>
                    <a:pt x="8234974" y="1682361"/>
                  </a:lnTo>
                  <a:lnTo>
                    <a:pt x="7696237" y="1682361"/>
                  </a:lnTo>
                  <a:lnTo>
                    <a:pt x="7694963" y="1682320"/>
                  </a:lnTo>
                  <a:lnTo>
                    <a:pt x="7686645" y="1682033"/>
                  </a:lnTo>
                  <a:lnTo>
                    <a:pt x="7665892" y="1681237"/>
                  </a:lnTo>
                  <a:lnTo>
                    <a:pt x="7629343" y="1679676"/>
                  </a:lnTo>
                  <a:lnTo>
                    <a:pt x="7575979" y="1677123"/>
                  </a:lnTo>
                  <a:lnTo>
                    <a:pt x="7507160" y="1673415"/>
                  </a:lnTo>
                  <a:lnTo>
                    <a:pt x="7426163" y="1668460"/>
                  </a:lnTo>
                  <a:lnTo>
                    <a:pt x="7337347" y="1662236"/>
                  </a:lnTo>
                  <a:lnTo>
                    <a:pt x="7245212" y="1654763"/>
                  </a:lnTo>
                  <a:lnTo>
                    <a:pt x="7153661" y="1646070"/>
                  </a:lnTo>
                  <a:lnTo>
                    <a:pt x="7065590" y="1636168"/>
                  </a:lnTo>
                  <a:lnTo>
                    <a:pt x="6982809" y="1625027"/>
                  </a:lnTo>
                  <a:lnTo>
                    <a:pt x="6906170" y="1612564"/>
                  </a:lnTo>
                  <a:lnTo>
                    <a:pt x="6835784" y="1598641"/>
                  </a:lnTo>
                  <a:lnTo>
                    <a:pt x="6771255" y="1583063"/>
                  </a:lnTo>
                  <a:lnTo>
                    <a:pt x="6711870" y="1565590"/>
                  </a:lnTo>
                  <a:lnTo>
                    <a:pt x="6656745" y="1545944"/>
                  </a:lnTo>
                  <a:lnTo>
                    <a:pt x="6604937" y="1523840"/>
                  </a:lnTo>
                  <a:lnTo>
                    <a:pt x="6555523" y="1499032"/>
                  </a:lnTo>
                  <a:lnTo>
                    <a:pt x="6515891" y="1476376"/>
                  </a:lnTo>
                  <a:lnTo>
                    <a:pt x="6469973" y="1447122"/>
                  </a:lnTo>
                  <a:lnTo>
                    <a:pt x="6424504" y="1415093"/>
                  </a:lnTo>
                  <a:lnTo>
                    <a:pt x="6379065" y="1380240"/>
                  </a:lnTo>
                  <a:lnTo>
                    <a:pt x="6333359" y="1342598"/>
                  </a:lnTo>
                  <a:lnTo>
                    <a:pt x="6287196" y="1302292"/>
                  </a:lnTo>
                  <a:lnTo>
                    <a:pt x="6240482" y="1259542"/>
                  </a:lnTo>
                  <a:lnTo>
                    <a:pt x="6193205" y="1214669"/>
                  </a:lnTo>
                  <a:lnTo>
                    <a:pt x="6145430" y="1168083"/>
                  </a:lnTo>
                  <a:lnTo>
                    <a:pt x="6097275" y="1120276"/>
                  </a:lnTo>
                  <a:lnTo>
                    <a:pt x="6048904" y="1071796"/>
                  </a:lnTo>
                  <a:lnTo>
                    <a:pt x="6000505" y="1023226"/>
                  </a:lnTo>
                  <a:lnTo>
                    <a:pt x="5952266" y="975154"/>
                  </a:lnTo>
                  <a:lnTo>
                    <a:pt x="5904360" y="928142"/>
                  </a:lnTo>
                  <a:lnTo>
                    <a:pt x="5856922" y="882701"/>
                  </a:lnTo>
                  <a:lnTo>
                    <a:pt x="5810035" y="839268"/>
                  </a:lnTo>
                  <a:lnTo>
                    <a:pt x="5763710" y="798191"/>
                  </a:lnTo>
                  <a:lnTo>
                    <a:pt x="5717881" y="759722"/>
                  </a:lnTo>
                  <a:lnTo>
                    <a:pt x="5672387" y="724014"/>
                  </a:lnTo>
                  <a:lnTo>
                    <a:pt x="5626965" y="691128"/>
                  </a:lnTo>
                  <a:lnTo>
                    <a:pt x="5581236" y="661040"/>
                  </a:lnTo>
                  <a:lnTo>
                    <a:pt x="5567201" y="652436"/>
                  </a:lnTo>
                  <a:lnTo>
                    <a:pt x="5519149" y="625284"/>
                  </a:lnTo>
                  <a:lnTo>
                    <a:pt x="5469383" y="600957"/>
                  </a:lnTo>
                  <a:lnTo>
                    <a:pt x="5417068" y="579299"/>
                  </a:lnTo>
                  <a:lnTo>
                    <a:pt x="5361273" y="560050"/>
                  </a:lnTo>
                  <a:lnTo>
                    <a:pt x="5301058" y="542923"/>
                  </a:lnTo>
                  <a:lnTo>
                    <a:pt x="5235559" y="527649"/>
                  </a:lnTo>
                  <a:lnTo>
                    <a:pt x="5164107" y="513991"/>
                  </a:lnTo>
                  <a:lnTo>
                    <a:pt x="5086379" y="501765"/>
                  </a:lnTo>
                  <a:lnTo>
                    <a:pt x="5002597" y="490843"/>
                  </a:lnTo>
                  <a:lnTo>
                    <a:pt x="4913765" y="481151"/>
                  </a:lnTo>
                  <a:lnTo>
                    <a:pt x="4821875" y="472667"/>
                  </a:lnTo>
                  <a:lnTo>
                    <a:pt x="4730011" y="465408"/>
                  </a:lnTo>
                  <a:lnTo>
                    <a:pt x="4642219" y="459403"/>
                  </a:lnTo>
                  <a:lnTo>
                    <a:pt x="4563036" y="454668"/>
                  </a:lnTo>
                  <a:lnTo>
                    <a:pt x="4496703" y="451168"/>
                  </a:lnTo>
                  <a:lnTo>
                    <a:pt x="4446216" y="448801"/>
                  </a:lnTo>
                  <a:lnTo>
                    <a:pt x="4412543" y="447389"/>
                  </a:lnTo>
                  <a:lnTo>
                    <a:pt x="4394245" y="446701"/>
                  </a:lnTo>
                  <a:lnTo>
                    <a:pt x="4387583" y="446474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66" name="pl366"/>
            <p:cNvSpPr/>
            <p:nvPr/>
          </p:nvSpPr>
          <p:spPr>
            <a:xfrm>
              <a:off x="546595" y="815791"/>
              <a:ext cx="8234974" cy="1682361"/>
            </a:xfrm>
            <a:custGeom>
              <a:avLst/>
              <a:pathLst>
                <a:path w="8234974" h="1682361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0" y="120"/>
                  </a:lnTo>
                  <a:lnTo>
                    <a:pt x="569638" y="414"/>
                  </a:lnTo>
                  <a:lnTo>
                    <a:pt x="606812" y="989"/>
                  </a:lnTo>
                  <a:lnTo>
                    <a:pt x="661011" y="1928"/>
                  </a:lnTo>
                  <a:lnTo>
                    <a:pt x="730784" y="3293"/>
                  </a:lnTo>
                  <a:lnTo>
                    <a:pt x="812734" y="5114"/>
                  </a:lnTo>
                  <a:lnTo>
                    <a:pt x="902395" y="7399"/>
                  </a:lnTo>
                  <a:lnTo>
                    <a:pt x="995191" y="10141"/>
                  </a:lnTo>
                  <a:lnTo>
                    <a:pt x="1087195" y="13329"/>
                  </a:lnTo>
                  <a:lnTo>
                    <a:pt x="1175521" y="16960"/>
                  </a:lnTo>
                  <a:lnTo>
                    <a:pt x="1258397" y="21045"/>
                  </a:lnTo>
                  <a:lnTo>
                    <a:pt x="1335019" y="25618"/>
                  </a:lnTo>
                  <a:lnTo>
                    <a:pt x="1405323" y="30730"/>
                  </a:lnTo>
                  <a:lnTo>
                    <a:pt x="1469749" y="36455"/>
                  </a:lnTo>
                  <a:lnTo>
                    <a:pt x="1529046" y="42884"/>
                  </a:lnTo>
                  <a:lnTo>
                    <a:pt x="1584125" y="50118"/>
                  </a:lnTo>
                  <a:lnTo>
                    <a:pt x="1635952" y="58263"/>
                  </a:lnTo>
                  <a:lnTo>
                    <a:pt x="1685455" y="67407"/>
                  </a:lnTo>
                  <a:lnTo>
                    <a:pt x="1719082" y="74408"/>
                  </a:lnTo>
                  <a:lnTo>
                    <a:pt x="1770661" y="86357"/>
                  </a:lnTo>
                  <a:lnTo>
                    <a:pt x="1821743" y="99577"/>
                  </a:lnTo>
                  <a:lnTo>
                    <a:pt x="1872892" y="114085"/>
                  </a:lnTo>
                  <a:lnTo>
                    <a:pt x="1924478" y="129849"/>
                  </a:lnTo>
                  <a:lnTo>
                    <a:pt x="1976713" y="146783"/>
                  </a:lnTo>
                  <a:lnTo>
                    <a:pt x="2029663" y="164747"/>
                  </a:lnTo>
                  <a:lnTo>
                    <a:pt x="2083270" y="183543"/>
                  </a:lnTo>
                  <a:lnTo>
                    <a:pt x="2137379" y="202928"/>
                  </a:lnTo>
                  <a:lnTo>
                    <a:pt x="2191761" y="222621"/>
                  </a:lnTo>
                  <a:lnTo>
                    <a:pt x="2246151" y="242323"/>
                  </a:lnTo>
                  <a:lnTo>
                    <a:pt x="2300283" y="261735"/>
                  </a:lnTo>
                  <a:lnTo>
                    <a:pt x="2353926" y="280574"/>
                  </a:lnTo>
                  <a:lnTo>
                    <a:pt x="2406919" y="298595"/>
                  </a:lnTo>
                  <a:lnTo>
                    <a:pt x="2459197" y="315598"/>
                  </a:lnTo>
                  <a:lnTo>
                    <a:pt x="2510819" y="331436"/>
                  </a:lnTo>
                  <a:lnTo>
                    <a:pt x="2561986" y="346022"/>
                  </a:lnTo>
                  <a:lnTo>
                    <a:pt x="2613058" y="359321"/>
                  </a:lnTo>
                  <a:lnTo>
                    <a:pt x="2664586" y="371347"/>
                  </a:lnTo>
                  <a:lnTo>
                    <a:pt x="2667772" y="372043"/>
                  </a:lnTo>
                  <a:lnTo>
                    <a:pt x="2716143" y="381912"/>
                  </a:lnTo>
                  <a:lnTo>
                    <a:pt x="2766255" y="390747"/>
                  </a:lnTo>
                  <a:lnTo>
                    <a:pt x="2818962" y="398607"/>
                  </a:lnTo>
                  <a:lnTo>
                    <a:pt x="2875213" y="405587"/>
                  </a:lnTo>
                  <a:lnTo>
                    <a:pt x="2935967" y="411793"/>
                  </a:lnTo>
                  <a:lnTo>
                    <a:pt x="3002098" y="417324"/>
                  </a:lnTo>
                  <a:lnTo>
                    <a:pt x="3074281" y="422267"/>
                  </a:lnTo>
                  <a:lnTo>
                    <a:pt x="3152826" y="426688"/>
                  </a:lnTo>
                  <a:lnTo>
                    <a:pt x="3237471" y="430634"/>
                  </a:lnTo>
                  <a:lnTo>
                    <a:pt x="3327143" y="434130"/>
                  </a:lnTo>
                  <a:lnTo>
                    <a:pt x="3419741" y="437184"/>
                  </a:lnTo>
                  <a:lnTo>
                    <a:pt x="3512046" y="439790"/>
                  </a:lnTo>
                  <a:lnTo>
                    <a:pt x="3599875" y="441936"/>
                  </a:lnTo>
                  <a:lnTo>
                    <a:pt x="3678592" y="443617"/>
                  </a:lnTo>
                  <a:lnTo>
                    <a:pt x="3743949" y="444849"/>
                  </a:lnTo>
                  <a:lnTo>
                    <a:pt x="3793057" y="445671"/>
                  </a:lnTo>
                  <a:lnTo>
                    <a:pt x="3825171" y="446151"/>
                  </a:lnTo>
                  <a:lnTo>
                    <a:pt x="3842021" y="446378"/>
                  </a:lnTo>
                  <a:lnTo>
                    <a:pt x="3847668" y="446446"/>
                  </a:lnTo>
                  <a:lnTo>
                    <a:pt x="3848118" y="446451"/>
                  </a:lnTo>
                  <a:lnTo>
                    <a:pt x="4386855" y="446451"/>
                  </a:lnTo>
                  <a:lnTo>
                    <a:pt x="4388130" y="446492"/>
                  </a:lnTo>
                  <a:lnTo>
                    <a:pt x="4396448" y="446779"/>
                  </a:lnTo>
                  <a:lnTo>
                    <a:pt x="4417200" y="447575"/>
                  </a:lnTo>
                  <a:lnTo>
                    <a:pt x="4453750" y="449136"/>
                  </a:lnTo>
                  <a:lnTo>
                    <a:pt x="4507113" y="451689"/>
                  </a:lnTo>
                  <a:lnTo>
                    <a:pt x="4575932" y="455397"/>
                  </a:lnTo>
                  <a:lnTo>
                    <a:pt x="4656929" y="460352"/>
                  </a:lnTo>
                  <a:lnTo>
                    <a:pt x="4745746" y="466576"/>
                  </a:lnTo>
                  <a:lnTo>
                    <a:pt x="4837880" y="474049"/>
                  </a:lnTo>
                  <a:lnTo>
                    <a:pt x="4929432" y="482742"/>
                  </a:lnTo>
                  <a:lnTo>
                    <a:pt x="5017503" y="492644"/>
                  </a:lnTo>
                  <a:lnTo>
                    <a:pt x="5100283" y="503785"/>
                  </a:lnTo>
                  <a:lnTo>
                    <a:pt x="5176923" y="516248"/>
                  </a:lnTo>
                  <a:lnTo>
                    <a:pt x="5247309" y="530171"/>
                  </a:lnTo>
                  <a:lnTo>
                    <a:pt x="5311838" y="545749"/>
                  </a:lnTo>
                  <a:lnTo>
                    <a:pt x="5371223" y="563222"/>
                  </a:lnTo>
                  <a:lnTo>
                    <a:pt x="5426347" y="582868"/>
                  </a:lnTo>
                  <a:lnTo>
                    <a:pt x="5478156" y="604971"/>
                  </a:lnTo>
                  <a:lnTo>
                    <a:pt x="5527569" y="629780"/>
                  </a:lnTo>
                  <a:lnTo>
                    <a:pt x="5567201" y="652436"/>
                  </a:lnTo>
                  <a:lnTo>
                    <a:pt x="5613119" y="681690"/>
                  </a:lnTo>
                  <a:lnTo>
                    <a:pt x="5658588" y="713719"/>
                  </a:lnTo>
                  <a:lnTo>
                    <a:pt x="5704028" y="748572"/>
                  </a:lnTo>
                  <a:lnTo>
                    <a:pt x="5749734" y="786214"/>
                  </a:lnTo>
                  <a:lnTo>
                    <a:pt x="5795897" y="826520"/>
                  </a:lnTo>
                  <a:lnTo>
                    <a:pt x="5842611" y="869270"/>
                  </a:lnTo>
                  <a:lnTo>
                    <a:pt x="5889887" y="914143"/>
                  </a:lnTo>
                  <a:lnTo>
                    <a:pt x="5937663" y="960728"/>
                  </a:lnTo>
                  <a:lnTo>
                    <a:pt x="5985818" y="1008536"/>
                  </a:lnTo>
                  <a:lnTo>
                    <a:pt x="6034188" y="1057016"/>
                  </a:lnTo>
                  <a:lnTo>
                    <a:pt x="6082588" y="1105586"/>
                  </a:lnTo>
                  <a:lnTo>
                    <a:pt x="6130827" y="1153658"/>
                  </a:lnTo>
                  <a:lnTo>
                    <a:pt x="6178733" y="1200670"/>
                  </a:lnTo>
                  <a:lnTo>
                    <a:pt x="6226170" y="1246111"/>
                  </a:lnTo>
                  <a:lnTo>
                    <a:pt x="6273058" y="1289544"/>
                  </a:lnTo>
                  <a:lnTo>
                    <a:pt x="6319382" y="1330621"/>
                  </a:lnTo>
                  <a:lnTo>
                    <a:pt x="6365212" y="1369090"/>
                  </a:lnTo>
                  <a:lnTo>
                    <a:pt x="6410706" y="1404798"/>
                  </a:lnTo>
                  <a:lnTo>
                    <a:pt x="6456128" y="1437684"/>
                  </a:lnTo>
                  <a:lnTo>
                    <a:pt x="6501857" y="1467772"/>
                  </a:lnTo>
                  <a:lnTo>
                    <a:pt x="6515891" y="1476376"/>
                  </a:lnTo>
                  <a:lnTo>
                    <a:pt x="6563944" y="1503528"/>
                  </a:lnTo>
                  <a:lnTo>
                    <a:pt x="6613709" y="1527855"/>
                  </a:lnTo>
                  <a:lnTo>
                    <a:pt x="6666024" y="1549513"/>
                  </a:lnTo>
                  <a:lnTo>
                    <a:pt x="6721819" y="1568762"/>
                  </a:lnTo>
                  <a:lnTo>
                    <a:pt x="6782035" y="1585888"/>
                  </a:lnTo>
                  <a:lnTo>
                    <a:pt x="6847533" y="1601163"/>
                  </a:lnTo>
                  <a:lnTo>
                    <a:pt x="6918985" y="1614821"/>
                  </a:lnTo>
                  <a:lnTo>
                    <a:pt x="6996714" y="1627047"/>
                  </a:lnTo>
                  <a:lnTo>
                    <a:pt x="7080495" y="1637969"/>
                  </a:lnTo>
                  <a:lnTo>
                    <a:pt x="7169327" y="1647661"/>
                  </a:lnTo>
                  <a:lnTo>
                    <a:pt x="7261218" y="1656144"/>
                  </a:lnTo>
                  <a:lnTo>
                    <a:pt x="7353081" y="1663404"/>
                  </a:lnTo>
                  <a:lnTo>
                    <a:pt x="7440874" y="1669409"/>
                  </a:lnTo>
                  <a:lnTo>
                    <a:pt x="7520056" y="1674144"/>
                  </a:lnTo>
                  <a:lnTo>
                    <a:pt x="7586390" y="1677644"/>
                  </a:lnTo>
                  <a:lnTo>
                    <a:pt x="7636876" y="1680011"/>
                  </a:lnTo>
                  <a:lnTo>
                    <a:pt x="7670550" y="1681422"/>
                  </a:lnTo>
                  <a:lnTo>
                    <a:pt x="7688848" y="1682111"/>
                  </a:lnTo>
                  <a:lnTo>
                    <a:pt x="7695509" y="1682338"/>
                  </a:lnTo>
                  <a:lnTo>
                    <a:pt x="7696237" y="1682361"/>
                  </a:lnTo>
                  <a:lnTo>
                    <a:pt x="8234974" y="1682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7" name="pl367"/>
            <p:cNvSpPr/>
            <p:nvPr/>
          </p:nvSpPr>
          <p:spPr>
            <a:xfrm>
              <a:off x="546595" y="804902"/>
              <a:ext cx="8234974" cy="1682361"/>
            </a:xfrm>
            <a:custGeom>
              <a:avLst/>
              <a:pathLst>
                <a:path w="8234974" h="1682361">
                  <a:moveTo>
                    <a:pt x="8234974" y="1682361"/>
                  </a:moveTo>
                  <a:lnTo>
                    <a:pt x="7696237" y="1682361"/>
                  </a:lnTo>
                  <a:lnTo>
                    <a:pt x="7694963" y="1682320"/>
                  </a:lnTo>
                  <a:lnTo>
                    <a:pt x="7686645" y="1682033"/>
                  </a:lnTo>
                  <a:lnTo>
                    <a:pt x="7665892" y="1681237"/>
                  </a:lnTo>
                  <a:lnTo>
                    <a:pt x="7629343" y="1679676"/>
                  </a:lnTo>
                  <a:lnTo>
                    <a:pt x="7575979" y="1677123"/>
                  </a:lnTo>
                  <a:lnTo>
                    <a:pt x="7507160" y="1673415"/>
                  </a:lnTo>
                  <a:lnTo>
                    <a:pt x="7426163" y="1668460"/>
                  </a:lnTo>
                  <a:lnTo>
                    <a:pt x="7337347" y="1662236"/>
                  </a:lnTo>
                  <a:lnTo>
                    <a:pt x="7245212" y="1654763"/>
                  </a:lnTo>
                  <a:lnTo>
                    <a:pt x="7153661" y="1646070"/>
                  </a:lnTo>
                  <a:lnTo>
                    <a:pt x="7065590" y="1636168"/>
                  </a:lnTo>
                  <a:lnTo>
                    <a:pt x="6982809" y="1625027"/>
                  </a:lnTo>
                  <a:lnTo>
                    <a:pt x="6906170" y="1612564"/>
                  </a:lnTo>
                  <a:lnTo>
                    <a:pt x="6835784" y="1598641"/>
                  </a:lnTo>
                  <a:lnTo>
                    <a:pt x="6771255" y="1583063"/>
                  </a:lnTo>
                  <a:lnTo>
                    <a:pt x="6711870" y="1565590"/>
                  </a:lnTo>
                  <a:lnTo>
                    <a:pt x="6656745" y="1545944"/>
                  </a:lnTo>
                  <a:lnTo>
                    <a:pt x="6604937" y="1523840"/>
                  </a:lnTo>
                  <a:lnTo>
                    <a:pt x="6555523" y="1499032"/>
                  </a:lnTo>
                  <a:lnTo>
                    <a:pt x="6515891" y="1476376"/>
                  </a:lnTo>
                  <a:lnTo>
                    <a:pt x="6469973" y="1447122"/>
                  </a:lnTo>
                  <a:lnTo>
                    <a:pt x="6424504" y="1415093"/>
                  </a:lnTo>
                  <a:lnTo>
                    <a:pt x="6379065" y="1380240"/>
                  </a:lnTo>
                  <a:lnTo>
                    <a:pt x="6333359" y="1342598"/>
                  </a:lnTo>
                  <a:lnTo>
                    <a:pt x="6287196" y="1302292"/>
                  </a:lnTo>
                  <a:lnTo>
                    <a:pt x="6240482" y="1259542"/>
                  </a:lnTo>
                  <a:lnTo>
                    <a:pt x="6193205" y="1214669"/>
                  </a:lnTo>
                  <a:lnTo>
                    <a:pt x="6145430" y="1168083"/>
                  </a:lnTo>
                  <a:lnTo>
                    <a:pt x="6097275" y="1120276"/>
                  </a:lnTo>
                  <a:lnTo>
                    <a:pt x="6048904" y="1071796"/>
                  </a:lnTo>
                  <a:lnTo>
                    <a:pt x="6000505" y="1023226"/>
                  </a:lnTo>
                  <a:lnTo>
                    <a:pt x="5952266" y="975154"/>
                  </a:lnTo>
                  <a:lnTo>
                    <a:pt x="5904360" y="928142"/>
                  </a:lnTo>
                  <a:lnTo>
                    <a:pt x="5856922" y="882701"/>
                  </a:lnTo>
                  <a:lnTo>
                    <a:pt x="5810035" y="839268"/>
                  </a:lnTo>
                  <a:lnTo>
                    <a:pt x="5763710" y="798191"/>
                  </a:lnTo>
                  <a:lnTo>
                    <a:pt x="5717881" y="759722"/>
                  </a:lnTo>
                  <a:lnTo>
                    <a:pt x="5672387" y="724014"/>
                  </a:lnTo>
                  <a:lnTo>
                    <a:pt x="5626965" y="691128"/>
                  </a:lnTo>
                  <a:lnTo>
                    <a:pt x="5581236" y="661040"/>
                  </a:lnTo>
                  <a:lnTo>
                    <a:pt x="5567201" y="652436"/>
                  </a:lnTo>
                  <a:lnTo>
                    <a:pt x="5519149" y="625284"/>
                  </a:lnTo>
                  <a:lnTo>
                    <a:pt x="5469383" y="600957"/>
                  </a:lnTo>
                  <a:lnTo>
                    <a:pt x="5417068" y="579299"/>
                  </a:lnTo>
                  <a:lnTo>
                    <a:pt x="5361273" y="560050"/>
                  </a:lnTo>
                  <a:lnTo>
                    <a:pt x="5301058" y="542923"/>
                  </a:lnTo>
                  <a:lnTo>
                    <a:pt x="5235559" y="527649"/>
                  </a:lnTo>
                  <a:lnTo>
                    <a:pt x="5164107" y="513991"/>
                  </a:lnTo>
                  <a:lnTo>
                    <a:pt x="5086379" y="501765"/>
                  </a:lnTo>
                  <a:lnTo>
                    <a:pt x="5002597" y="490843"/>
                  </a:lnTo>
                  <a:lnTo>
                    <a:pt x="4913765" y="481151"/>
                  </a:lnTo>
                  <a:lnTo>
                    <a:pt x="4821875" y="472667"/>
                  </a:lnTo>
                  <a:lnTo>
                    <a:pt x="4730011" y="465408"/>
                  </a:lnTo>
                  <a:lnTo>
                    <a:pt x="4642219" y="459403"/>
                  </a:lnTo>
                  <a:lnTo>
                    <a:pt x="4563036" y="454668"/>
                  </a:lnTo>
                  <a:lnTo>
                    <a:pt x="4496703" y="451168"/>
                  </a:lnTo>
                  <a:lnTo>
                    <a:pt x="4446216" y="448801"/>
                  </a:lnTo>
                  <a:lnTo>
                    <a:pt x="4412543" y="447389"/>
                  </a:lnTo>
                  <a:lnTo>
                    <a:pt x="4394245" y="446701"/>
                  </a:lnTo>
                  <a:lnTo>
                    <a:pt x="4387583" y="446474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8" name="pg368"/>
            <p:cNvSpPr/>
            <p:nvPr/>
          </p:nvSpPr>
          <p:spPr>
            <a:xfrm>
              <a:off x="546595" y="815791"/>
              <a:ext cx="8234974" cy="1883808"/>
            </a:xfrm>
            <a:custGeom>
              <a:avLst/>
              <a:pathLst>
                <a:path w="8234974" h="1883808">
                  <a:moveTo>
                    <a:pt x="0" y="21778"/>
                  </a:moveTo>
                  <a:lnTo>
                    <a:pt x="538736" y="21778"/>
                  </a:lnTo>
                  <a:lnTo>
                    <a:pt x="540035" y="21792"/>
                  </a:lnTo>
                  <a:lnTo>
                    <a:pt x="548510" y="21898"/>
                  </a:lnTo>
                  <a:lnTo>
                    <a:pt x="569638" y="22192"/>
                  </a:lnTo>
                  <a:lnTo>
                    <a:pt x="606812" y="22767"/>
                  </a:lnTo>
                  <a:lnTo>
                    <a:pt x="661011" y="23706"/>
                  </a:lnTo>
                  <a:lnTo>
                    <a:pt x="730784" y="25071"/>
                  </a:lnTo>
                  <a:lnTo>
                    <a:pt x="812734" y="26892"/>
                  </a:lnTo>
                  <a:lnTo>
                    <a:pt x="902395" y="29177"/>
                  </a:lnTo>
                  <a:lnTo>
                    <a:pt x="995191" y="31919"/>
                  </a:lnTo>
                  <a:lnTo>
                    <a:pt x="1087195" y="35107"/>
                  </a:lnTo>
                  <a:lnTo>
                    <a:pt x="1175521" y="38738"/>
                  </a:lnTo>
                  <a:lnTo>
                    <a:pt x="1258397" y="42824"/>
                  </a:lnTo>
                  <a:lnTo>
                    <a:pt x="1335019" y="47396"/>
                  </a:lnTo>
                  <a:lnTo>
                    <a:pt x="1405323" y="52508"/>
                  </a:lnTo>
                  <a:lnTo>
                    <a:pt x="1469749" y="58234"/>
                  </a:lnTo>
                  <a:lnTo>
                    <a:pt x="1529046" y="64662"/>
                  </a:lnTo>
                  <a:lnTo>
                    <a:pt x="1584125" y="71897"/>
                  </a:lnTo>
                  <a:lnTo>
                    <a:pt x="1635952" y="80042"/>
                  </a:lnTo>
                  <a:lnTo>
                    <a:pt x="1685455" y="89185"/>
                  </a:lnTo>
                  <a:lnTo>
                    <a:pt x="1719082" y="96186"/>
                  </a:lnTo>
                  <a:lnTo>
                    <a:pt x="1770661" y="108135"/>
                  </a:lnTo>
                  <a:lnTo>
                    <a:pt x="1821743" y="121355"/>
                  </a:lnTo>
                  <a:lnTo>
                    <a:pt x="1872892" y="135863"/>
                  </a:lnTo>
                  <a:lnTo>
                    <a:pt x="1924478" y="151627"/>
                  </a:lnTo>
                  <a:lnTo>
                    <a:pt x="1976713" y="168562"/>
                  </a:lnTo>
                  <a:lnTo>
                    <a:pt x="2029663" y="186525"/>
                  </a:lnTo>
                  <a:lnTo>
                    <a:pt x="2083270" y="205322"/>
                  </a:lnTo>
                  <a:lnTo>
                    <a:pt x="2137379" y="224706"/>
                  </a:lnTo>
                  <a:lnTo>
                    <a:pt x="2191761" y="244399"/>
                  </a:lnTo>
                  <a:lnTo>
                    <a:pt x="2246151" y="264101"/>
                  </a:lnTo>
                  <a:lnTo>
                    <a:pt x="2300283" y="283513"/>
                  </a:lnTo>
                  <a:lnTo>
                    <a:pt x="2353926" y="302352"/>
                  </a:lnTo>
                  <a:lnTo>
                    <a:pt x="2406919" y="320373"/>
                  </a:lnTo>
                  <a:lnTo>
                    <a:pt x="2459197" y="337376"/>
                  </a:lnTo>
                  <a:lnTo>
                    <a:pt x="2510819" y="353214"/>
                  </a:lnTo>
                  <a:lnTo>
                    <a:pt x="2561986" y="367800"/>
                  </a:lnTo>
                  <a:lnTo>
                    <a:pt x="2613058" y="381099"/>
                  </a:lnTo>
                  <a:lnTo>
                    <a:pt x="2664586" y="393125"/>
                  </a:lnTo>
                  <a:lnTo>
                    <a:pt x="2667772" y="393821"/>
                  </a:lnTo>
                  <a:lnTo>
                    <a:pt x="2716143" y="403690"/>
                  </a:lnTo>
                  <a:lnTo>
                    <a:pt x="2766255" y="412525"/>
                  </a:lnTo>
                  <a:lnTo>
                    <a:pt x="2818962" y="420385"/>
                  </a:lnTo>
                  <a:lnTo>
                    <a:pt x="2875213" y="427365"/>
                  </a:lnTo>
                  <a:lnTo>
                    <a:pt x="2935967" y="433571"/>
                  </a:lnTo>
                  <a:lnTo>
                    <a:pt x="3002098" y="439102"/>
                  </a:lnTo>
                  <a:lnTo>
                    <a:pt x="3074281" y="444045"/>
                  </a:lnTo>
                  <a:lnTo>
                    <a:pt x="3152826" y="448466"/>
                  </a:lnTo>
                  <a:lnTo>
                    <a:pt x="3237471" y="452412"/>
                  </a:lnTo>
                  <a:lnTo>
                    <a:pt x="3327143" y="455908"/>
                  </a:lnTo>
                  <a:lnTo>
                    <a:pt x="3419741" y="458963"/>
                  </a:lnTo>
                  <a:lnTo>
                    <a:pt x="3512046" y="461568"/>
                  </a:lnTo>
                  <a:lnTo>
                    <a:pt x="3599875" y="463714"/>
                  </a:lnTo>
                  <a:lnTo>
                    <a:pt x="3678592" y="465395"/>
                  </a:lnTo>
                  <a:lnTo>
                    <a:pt x="3743949" y="466627"/>
                  </a:lnTo>
                  <a:lnTo>
                    <a:pt x="3793057" y="467449"/>
                  </a:lnTo>
                  <a:lnTo>
                    <a:pt x="3825171" y="467929"/>
                  </a:lnTo>
                  <a:lnTo>
                    <a:pt x="3842021" y="468156"/>
                  </a:lnTo>
                  <a:lnTo>
                    <a:pt x="3847668" y="468224"/>
                  </a:lnTo>
                  <a:lnTo>
                    <a:pt x="3848118" y="468229"/>
                  </a:lnTo>
                  <a:lnTo>
                    <a:pt x="4386855" y="468229"/>
                  </a:lnTo>
                  <a:lnTo>
                    <a:pt x="4388121" y="468275"/>
                  </a:lnTo>
                  <a:lnTo>
                    <a:pt x="4396385" y="468603"/>
                  </a:lnTo>
                  <a:lnTo>
                    <a:pt x="4417006" y="469508"/>
                  </a:lnTo>
                  <a:lnTo>
                    <a:pt x="4453338" y="471284"/>
                  </a:lnTo>
                  <a:lnTo>
                    <a:pt x="4506410" y="474188"/>
                  </a:lnTo>
                  <a:lnTo>
                    <a:pt x="4574895" y="478408"/>
                  </a:lnTo>
                  <a:lnTo>
                    <a:pt x="4655556" y="484048"/>
                  </a:lnTo>
                  <a:lnTo>
                    <a:pt x="4744075" y="491136"/>
                  </a:lnTo>
                  <a:lnTo>
                    <a:pt x="4835975" y="499649"/>
                  </a:lnTo>
                  <a:lnTo>
                    <a:pt x="4927364" y="509552"/>
                  </a:lnTo>
                  <a:lnTo>
                    <a:pt x="5015342" y="520834"/>
                  </a:lnTo>
                  <a:lnTo>
                    <a:pt x="5098087" y="533528"/>
                  </a:lnTo>
                  <a:lnTo>
                    <a:pt x="5174731" y="547724"/>
                  </a:lnTo>
                  <a:lnTo>
                    <a:pt x="5245145" y="563580"/>
                  </a:lnTo>
                  <a:lnTo>
                    <a:pt x="5309710" y="581314"/>
                  </a:lnTo>
                  <a:lnTo>
                    <a:pt x="5369127" y="601200"/>
                  </a:lnTo>
                  <a:lnTo>
                    <a:pt x="5424268" y="623550"/>
                  </a:lnTo>
                  <a:lnTo>
                    <a:pt x="5476072" y="648691"/>
                  </a:lnTo>
                  <a:lnTo>
                    <a:pt x="5525456" y="676906"/>
                  </a:lnTo>
                  <a:lnTo>
                    <a:pt x="5567201" y="704159"/>
                  </a:lnTo>
                  <a:lnTo>
                    <a:pt x="5611706" y="736581"/>
                  </a:lnTo>
                  <a:lnTo>
                    <a:pt x="5655777" y="771985"/>
                  </a:lnTo>
                  <a:lnTo>
                    <a:pt x="5699798" y="810426"/>
                  </a:lnTo>
                  <a:lnTo>
                    <a:pt x="5744050" y="851874"/>
                  </a:lnTo>
                  <a:lnTo>
                    <a:pt x="5788714" y="896211"/>
                  </a:lnTo>
                  <a:lnTo>
                    <a:pt x="5833887" y="943220"/>
                  </a:lnTo>
                  <a:lnTo>
                    <a:pt x="5879592" y="992585"/>
                  </a:lnTo>
                  <a:lnTo>
                    <a:pt x="5925785" y="1043896"/>
                  </a:lnTo>
                  <a:lnTo>
                    <a:pt x="5972366" y="1096659"/>
                  </a:lnTo>
                  <a:lnTo>
                    <a:pt x="6019195" y="1150315"/>
                  </a:lnTo>
                  <a:lnTo>
                    <a:pt x="6066108" y="1204264"/>
                  </a:lnTo>
                  <a:lnTo>
                    <a:pt x="6112929" y="1257891"/>
                  </a:lnTo>
                  <a:lnTo>
                    <a:pt x="6159495" y="1310598"/>
                  </a:lnTo>
                  <a:lnTo>
                    <a:pt x="6205666" y="1361827"/>
                  </a:lnTo>
                  <a:lnTo>
                    <a:pt x="6251347" y="1411090"/>
                  </a:lnTo>
                  <a:lnTo>
                    <a:pt x="6296495" y="1457979"/>
                  </a:lnTo>
                  <a:lnTo>
                    <a:pt x="6341137" y="1502184"/>
                  </a:lnTo>
                  <a:lnTo>
                    <a:pt x="6385373" y="1543492"/>
                  </a:lnTo>
                  <a:lnTo>
                    <a:pt x="6429390" y="1581790"/>
                  </a:lnTo>
                  <a:lnTo>
                    <a:pt x="6473471" y="1617052"/>
                  </a:lnTo>
                  <a:lnTo>
                    <a:pt x="6515891" y="1647879"/>
                  </a:lnTo>
                  <a:lnTo>
                    <a:pt x="6563832" y="1678911"/>
                  </a:lnTo>
                  <a:lnTo>
                    <a:pt x="6613476" y="1706721"/>
                  </a:lnTo>
                  <a:lnTo>
                    <a:pt x="6665654" y="1731488"/>
                  </a:lnTo>
                  <a:lnTo>
                    <a:pt x="6721289" y="1753505"/>
                  </a:lnTo>
                  <a:lnTo>
                    <a:pt x="6781317" y="1773099"/>
                  </a:lnTo>
                  <a:lnTo>
                    <a:pt x="6846594" y="1790580"/>
                  </a:lnTo>
                  <a:lnTo>
                    <a:pt x="6917790" y="1806213"/>
                  </a:lnTo>
                  <a:lnTo>
                    <a:pt x="6995233" y="1820211"/>
                  </a:lnTo>
                  <a:lnTo>
                    <a:pt x="7078711" y="1832720"/>
                  </a:lnTo>
                  <a:lnTo>
                    <a:pt x="7167248" y="1843826"/>
                  </a:lnTo>
                  <a:lnTo>
                    <a:pt x="7258887" y="1853553"/>
                  </a:lnTo>
                  <a:lnTo>
                    <a:pt x="7350590" y="1861886"/>
                  </a:lnTo>
                  <a:lnTo>
                    <a:pt x="7438360" y="1868790"/>
                  </a:lnTo>
                  <a:lnTo>
                    <a:pt x="7517695" y="1874246"/>
                  </a:lnTo>
                  <a:lnTo>
                    <a:pt x="7584361" y="1878291"/>
                  </a:lnTo>
                  <a:lnTo>
                    <a:pt x="7635324" y="1881039"/>
                  </a:lnTo>
                  <a:lnTo>
                    <a:pt x="7669543" y="1882688"/>
                  </a:lnTo>
                  <a:lnTo>
                    <a:pt x="7688356" y="1883503"/>
                  </a:lnTo>
                  <a:lnTo>
                    <a:pt x="7695390" y="1883778"/>
                  </a:lnTo>
                  <a:lnTo>
                    <a:pt x="7696237" y="1883808"/>
                  </a:lnTo>
                  <a:lnTo>
                    <a:pt x="8234974" y="1883808"/>
                  </a:lnTo>
                  <a:lnTo>
                    <a:pt x="8234974" y="1862030"/>
                  </a:lnTo>
                  <a:lnTo>
                    <a:pt x="7696237" y="1862030"/>
                  </a:lnTo>
                  <a:lnTo>
                    <a:pt x="7694971" y="1861984"/>
                  </a:lnTo>
                  <a:lnTo>
                    <a:pt x="7686708" y="1861657"/>
                  </a:lnTo>
                  <a:lnTo>
                    <a:pt x="7666086" y="1860752"/>
                  </a:lnTo>
                  <a:lnTo>
                    <a:pt x="7629754" y="1858976"/>
                  </a:lnTo>
                  <a:lnTo>
                    <a:pt x="7576683" y="1856072"/>
                  </a:lnTo>
                  <a:lnTo>
                    <a:pt x="7508198" y="1851852"/>
                  </a:lnTo>
                  <a:lnTo>
                    <a:pt x="7427536" y="1846211"/>
                  </a:lnTo>
                  <a:lnTo>
                    <a:pt x="7339018" y="1839124"/>
                  </a:lnTo>
                  <a:lnTo>
                    <a:pt x="7247118" y="1830611"/>
                  </a:lnTo>
                  <a:lnTo>
                    <a:pt x="7155728" y="1820707"/>
                  </a:lnTo>
                  <a:lnTo>
                    <a:pt x="7067750" y="1809425"/>
                  </a:lnTo>
                  <a:lnTo>
                    <a:pt x="6985005" y="1796732"/>
                  </a:lnTo>
                  <a:lnTo>
                    <a:pt x="6908361" y="1782535"/>
                  </a:lnTo>
                  <a:lnTo>
                    <a:pt x="6837947" y="1766679"/>
                  </a:lnTo>
                  <a:lnTo>
                    <a:pt x="6773382" y="1748945"/>
                  </a:lnTo>
                  <a:lnTo>
                    <a:pt x="6713966" y="1729060"/>
                  </a:lnTo>
                  <a:lnTo>
                    <a:pt x="6658824" y="1706709"/>
                  </a:lnTo>
                  <a:lnTo>
                    <a:pt x="6607020" y="1681569"/>
                  </a:lnTo>
                  <a:lnTo>
                    <a:pt x="6557636" y="1653354"/>
                  </a:lnTo>
                  <a:lnTo>
                    <a:pt x="6515891" y="1626100"/>
                  </a:lnTo>
                  <a:lnTo>
                    <a:pt x="6471386" y="1593679"/>
                  </a:lnTo>
                  <a:lnTo>
                    <a:pt x="6427316" y="1558274"/>
                  </a:lnTo>
                  <a:lnTo>
                    <a:pt x="6383294" y="1519834"/>
                  </a:lnTo>
                  <a:lnTo>
                    <a:pt x="6339043" y="1478386"/>
                  </a:lnTo>
                  <a:lnTo>
                    <a:pt x="6294379" y="1434049"/>
                  </a:lnTo>
                  <a:lnTo>
                    <a:pt x="6249205" y="1387040"/>
                  </a:lnTo>
                  <a:lnTo>
                    <a:pt x="6203500" y="1337675"/>
                  </a:lnTo>
                  <a:lnTo>
                    <a:pt x="6157308" y="1286364"/>
                  </a:lnTo>
                  <a:lnTo>
                    <a:pt x="6110726" y="1233601"/>
                  </a:lnTo>
                  <a:lnTo>
                    <a:pt x="6063897" y="1179945"/>
                  </a:lnTo>
                  <a:lnTo>
                    <a:pt x="6016985" y="1125996"/>
                  </a:lnTo>
                  <a:lnTo>
                    <a:pt x="5970163" y="1072369"/>
                  </a:lnTo>
                  <a:lnTo>
                    <a:pt x="5923598" y="1019662"/>
                  </a:lnTo>
                  <a:lnTo>
                    <a:pt x="5877426" y="968432"/>
                  </a:lnTo>
                  <a:lnTo>
                    <a:pt x="5831745" y="919170"/>
                  </a:lnTo>
                  <a:lnTo>
                    <a:pt x="5786597" y="872281"/>
                  </a:lnTo>
                  <a:lnTo>
                    <a:pt x="5741956" y="828076"/>
                  </a:lnTo>
                  <a:lnTo>
                    <a:pt x="5697720" y="786767"/>
                  </a:lnTo>
                  <a:lnTo>
                    <a:pt x="5653703" y="748470"/>
                  </a:lnTo>
                  <a:lnTo>
                    <a:pt x="5609622" y="713208"/>
                  </a:lnTo>
                  <a:lnTo>
                    <a:pt x="5567201" y="682381"/>
                  </a:lnTo>
                  <a:lnTo>
                    <a:pt x="5519261" y="651349"/>
                  </a:lnTo>
                  <a:lnTo>
                    <a:pt x="5469616" y="623539"/>
                  </a:lnTo>
                  <a:lnTo>
                    <a:pt x="5417438" y="598772"/>
                  </a:lnTo>
                  <a:lnTo>
                    <a:pt x="5361803" y="576754"/>
                  </a:lnTo>
                  <a:lnTo>
                    <a:pt x="5301776" y="557160"/>
                  </a:lnTo>
                  <a:lnTo>
                    <a:pt x="5236499" y="539680"/>
                  </a:lnTo>
                  <a:lnTo>
                    <a:pt x="5165303" y="524047"/>
                  </a:lnTo>
                  <a:lnTo>
                    <a:pt x="5087860" y="510049"/>
                  </a:lnTo>
                  <a:lnTo>
                    <a:pt x="5004381" y="497540"/>
                  </a:lnTo>
                  <a:lnTo>
                    <a:pt x="4915844" y="486434"/>
                  </a:lnTo>
                  <a:lnTo>
                    <a:pt x="4824205" y="476706"/>
                  </a:lnTo>
                  <a:lnTo>
                    <a:pt x="4732503" y="468373"/>
                  </a:lnTo>
                  <a:lnTo>
                    <a:pt x="4644732" y="461470"/>
                  </a:lnTo>
                  <a:lnTo>
                    <a:pt x="4565397" y="456014"/>
                  </a:lnTo>
                  <a:lnTo>
                    <a:pt x="4498732" y="451969"/>
                  </a:lnTo>
                  <a:lnTo>
                    <a:pt x="4447769" y="449221"/>
                  </a:lnTo>
                  <a:lnTo>
                    <a:pt x="4413549" y="447571"/>
                  </a:lnTo>
                  <a:lnTo>
                    <a:pt x="4394737" y="446757"/>
                  </a:lnTo>
                  <a:lnTo>
                    <a:pt x="4387702" y="446482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69" name="pl369"/>
            <p:cNvSpPr/>
            <p:nvPr/>
          </p:nvSpPr>
          <p:spPr>
            <a:xfrm>
              <a:off x="546595" y="837569"/>
              <a:ext cx="8234974" cy="1862030"/>
            </a:xfrm>
            <a:custGeom>
              <a:avLst/>
              <a:pathLst>
                <a:path w="8234974" h="1862030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0" y="120"/>
                  </a:lnTo>
                  <a:lnTo>
                    <a:pt x="569638" y="414"/>
                  </a:lnTo>
                  <a:lnTo>
                    <a:pt x="606812" y="989"/>
                  </a:lnTo>
                  <a:lnTo>
                    <a:pt x="661011" y="1928"/>
                  </a:lnTo>
                  <a:lnTo>
                    <a:pt x="730784" y="3293"/>
                  </a:lnTo>
                  <a:lnTo>
                    <a:pt x="812734" y="5114"/>
                  </a:lnTo>
                  <a:lnTo>
                    <a:pt x="902395" y="7399"/>
                  </a:lnTo>
                  <a:lnTo>
                    <a:pt x="995191" y="10141"/>
                  </a:lnTo>
                  <a:lnTo>
                    <a:pt x="1087195" y="13329"/>
                  </a:lnTo>
                  <a:lnTo>
                    <a:pt x="1175521" y="16960"/>
                  </a:lnTo>
                  <a:lnTo>
                    <a:pt x="1258397" y="21045"/>
                  </a:lnTo>
                  <a:lnTo>
                    <a:pt x="1335019" y="25618"/>
                  </a:lnTo>
                  <a:lnTo>
                    <a:pt x="1405323" y="30730"/>
                  </a:lnTo>
                  <a:lnTo>
                    <a:pt x="1469749" y="36455"/>
                  </a:lnTo>
                  <a:lnTo>
                    <a:pt x="1529046" y="42884"/>
                  </a:lnTo>
                  <a:lnTo>
                    <a:pt x="1584125" y="50118"/>
                  </a:lnTo>
                  <a:lnTo>
                    <a:pt x="1635952" y="58263"/>
                  </a:lnTo>
                  <a:lnTo>
                    <a:pt x="1685455" y="67407"/>
                  </a:lnTo>
                  <a:lnTo>
                    <a:pt x="1719082" y="74408"/>
                  </a:lnTo>
                  <a:lnTo>
                    <a:pt x="1770661" y="86357"/>
                  </a:lnTo>
                  <a:lnTo>
                    <a:pt x="1821743" y="99577"/>
                  </a:lnTo>
                  <a:lnTo>
                    <a:pt x="1872892" y="114085"/>
                  </a:lnTo>
                  <a:lnTo>
                    <a:pt x="1924478" y="129849"/>
                  </a:lnTo>
                  <a:lnTo>
                    <a:pt x="1976713" y="146783"/>
                  </a:lnTo>
                  <a:lnTo>
                    <a:pt x="2029663" y="164747"/>
                  </a:lnTo>
                  <a:lnTo>
                    <a:pt x="2083270" y="183543"/>
                  </a:lnTo>
                  <a:lnTo>
                    <a:pt x="2137379" y="202928"/>
                  </a:lnTo>
                  <a:lnTo>
                    <a:pt x="2191761" y="222621"/>
                  </a:lnTo>
                  <a:lnTo>
                    <a:pt x="2246151" y="242323"/>
                  </a:lnTo>
                  <a:lnTo>
                    <a:pt x="2300283" y="261735"/>
                  </a:lnTo>
                  <a:lnTo>
                    <a:pt x="2353926" y="280574"/>
                  </a:lnTo>
                  <a:lnTo>
                    <a:pt x="2406919" y="298595"/>
                  </a:lnTo>
                  <a:lnTo>
                    <a:pt x="2459197" y="315598"/>
                  </a:lnTo>
                  <a:lnTo>
                    <a:pt x="2510819" y="331436"/>
                  </a:lnTo>
                  <a:lnTo>
                    <a:pt x="2561986" y="346022"/>
                  </a:lnTo>
                  <a:lnTo>
                    <a:pt x="2613058" y="359321"/>
                  </a:lnTo>
                  <a:lnTo>
                    <a:pt x="2664586" y="371347"/>
                  </a:lnTo>
                  <a:lnTo>
                    <a:pt x="2667772" y="372043"/>
                  </a:lnTo>
                  <a:lnTo>
                    <a:pt x="2716143" y="381912"/>
                  </a:lnTo>
                  <a:lnTo>
                    <a:pt x="2766255" y="390747"/>
                  </a:lnTo>
                  <a:lnTo>
                    <a:pt x="2818962" y="398607"/>
                  </a:lnTo>
                  <a:lnTo>
                    <a:pt x="2875213" y="405587"/>
                  </a:lnTo>
                  <a:lnTo>
                    <a:pt x="2935967" y="411793"/>
                  </a:lnTo>
                  <a:lnTo>
                    <a:pt x="3002098" y="417324"/>
                  </a:lnTo>
                  <a:lnTo>
                    <a:pt x="3074281" y="422267"/>
                  </a:lnTo>
                  <a:lnTo>
                    <a:pt x="3152826" y="426688"/>
                  </a:lnTo>
                  <a:lnTo>
                    <a:pt x="3237471" y="430634"/>
                  </a:lnTo>
                  <a:lnTo>
                    <a:pt x="3327143" y="434130"/>
                  </a:lnTo>
                  <a:lnTo>
                    <a:pt x="3419741" y="437184"/>
                  </a:lnTo>
                  <a:lnTo>
                    <a:pt x="3512046" y="439790"/>
                  </a:lnTo>
                  <a:lnTo>
                    <a:pt x="3599875" y="441936"/>
                  </a:lnTo>
                  <a:lnTo>
                    <a:pt x="3678592" y="443617"/>
                  </a:lnTo>
                  <a:lnTo>
                    <a:pt x="3743949" y="444849"/>
                  </a:lnTo>
                  <a:lnTo>
                    <a:pt x="3793057" y="445671"/>
                  </a:lnTo>
                  <a:lnTo>
                    <a:pt x="3825171" y="446151"/>
                  </a:lnTo>
                  <a:lnTo>
                    <a:pt x="3842021" y="446378"/>
                  </a:lnTo>
                  <a:lnTo>
                    <a:pt x="3847668" y="446446"/>
                  </a:lnTo>
                  <a:lnTo>
                    <a:pt x="3848118" y="446451"/>
                  </a:lnTo>
                  <a:lnTo>
                    <a:pt x="4386855" y="446451"/>
                  </a:lnTo>
                  <a:lnTo>
                    <a:pt x="4388121" y="446497"/>
                  </a:lnTo>
                  <a:lnTo>
                    <a:pt x="4396385" y="446824"/>
                  </a:lnTo>
                  <a:lnTo>
                    <a:pt x="4417006" y="447729"/>
                  </a:lnTo>
                  <a:lnTo>
                    <a:pt x="4453338" y="449505"/>
                  </a:lnTo>
                  <a:lnTo>
                    <a:pt x="4506410" y="452409"/>
                  </a:lnTo>
                  <a:lnTo>
                    <a:pt x="4574895" y="456630"/>
                  </a:lnTo>
                  <a:lnTo>
                    <a:pt x="4655556" y="462270"/>
                  </a:lnTo>
                  <a:lnTo>
                    <a:pt x="4744075" y="469358"/>
                  </a:lnTo>
                  <a:lnTo>
                    <a:pt x="4835975" y="477870"/>
                  </a:lnTo>
                  <a:lnTo>
                    <a:pt x="4927364" y="487774"/>
                  </a:lnTo>
                  <a:lnTo>
                    <a:pt x="5015342" y="499056"/>
                  </a:lnTo>
                  <a:lnTo>
                    <a:pt x="5098087" y="511750"/>
                  </a:lnTo>
                  <a:lnTo>
                    <a:pt x="5174731" y="525946"/>
                  </a:lnTo>
                  <a:lnTo>
                    <a:pt x="5245145" y="541802"/>
                  </a:lnTo>
                  <a:lnTo>
                    <a:pt x="5309710" y="559536"/>
                  </a:lnTo>
                  <a:lnTo>
                    <a:pt x="5369127" y="579422"/>
                  </a:lnTo>
                  <a:lnTo>
                    <a:pt x="5424268" y="601772"/>
                  </a:lnTo>
                  <a:lnTo>
                    <a:pt x="5476072" y="626912"/>
                  </a:lnTo>
                  <a:lnTo>
                    <a:pt x="5525456" y="655127"/>
                  </a:lnTo>
                  <a:lnTo>
                    <a:pt x="5567201" y="682381"/>
                  </a:lnTo>
                  <a:lnTo>
                    <a:pt x="5611706" y="714802"/>
                  </a:lnTo>
                  <a:lnTo>
                    <a:pt x="5655777" y="750207"/>
                  </a:lnTo>
                  <a:lnTo>
                    <a:pt x="5699798" y="788648"/>
                  </a:lnTo>
                  <a:lnTo>
                    <a:pt x="5744050" y="830096"/>
                  </a:lnTo>
                  <a:lnTo>
                    <a:pt x="5788714" y="874433"/>
                  </a:lnTo>
                  <a:lnTo>
                    <a:pt x="5833887" y="921442"/>
                  </a:lnTo>
                  <a:lnTo>
                    <a:pt x="5879592" y="970807"/>
                  </a:lnTo>
                  <a:lnTo>
                    <a:pt x="5925785" y="1022118"/>
                  </a:lnTo>
                  <a:lnTo>
                    <a:pt x="5972366" y="1074881"/>
                  </a:lnTo>
                  <a:lnTo>
                    <a:pt x="6019195" y="1128537"/>
                  </a:lnTo>
                  <a:lnTo>
                    <a:pt x="6066108" y="1182486"/>
                  </a:lnTo>
                  <a:lnTo>
                    <a:pt x="6112929" y="1236113"/>
                  </a:lnTo>
                  <a:lnTo>
                    <a:pt x="6159495" y="1288820"/>
                  </a:lnTo>
                  <a:lnTo>
                    <a:pt x="6205666" y="1340049"/>
                  </a:lnTo>
                  <a:lnTo>
                    <a:pt x="6251347" y="1389312"/>
                  </a:lnTo>
                  <a:lnTo>
                    <a:pt x="6296495" y="1436201"/>
                  </a:lnTo>
                  <a:lnTo>
                    <a:pt x="6341137" y="1480406"/>
                  </a:lnTo>
                  <a:lnTo>
                    <a:pt x="6385373" y="1521714"/>
                  </a:lnTo>
                  <a:lnTo>
                    <a:pt x="6429390" y="1560012"/>
                  </a:lnTo>
                  <a:lnTo>
                    <a:pt x="6473471" y="1595274"/>
                  </a:lnTo>
                  <a:lnTo>
                    <a:pt x="6515891" y="1626100"/>
                  </a:lnTo>
                  <a:lnTo>
                    <a:pt x="6563832" y="1657132"/>
                  </a:lnTo>
                  <a:lnTo>
                    <a:pt x="6613476" y="1684942"/>
                  </a:lnTo>
                  <a:lnTo>
                    <a:pt x="6665654" y="1709709"/>
                  </a:lnTo>
                  <a:lnTo>
                    <a:pt x="6721289" y="1731727"/>
                  </a:lnTo>
                  <a:lnTo>
                    <a:pt x="6781317" y="1751321"/>
                  </a:lnTo>
                  <a:lnTo>
                    <a:pt x="6846594" y="1768802"/>
                  </a:lnTo>
                  <a:lnTo>
                    <a:pt x="6917790" y="1784435"/>
                  </a:lnTo>
                  <a:lnTo>
                    <a:pt x="6995233" y="1798432"/>
                  </a:lnTo>
                  <a:lnTo>
                    <a:pt x="7078711" y="1810942"/>
                  </a:lnTo>
                  <a:lnTo>
                    <a:pt x="7167248" y="1822047"/>
                  </a:lnTo>
                  <a:lnTo>
                    <a:pt x="7258887" y="1831775"/>
                  </a:lnTo>
                  <a:lnTo>
                    <a:pt x="7350590" y="1840108"/>
                  </a:lnTo>
                  <a:lnTo>
                    <a:pt x="7438360" y="1847011"/>
                  </a:lnTo>
                  <a:lnTo>
                    <a:pt x="7517695" y="1852468"/>
                  </a:lnTo>
                  <a:lnTo>
                    <a:pt x="7584361" y="1856513"/>
                  </a:lnTo>
                  <a:lnTo>
                    <a:pt x="7635324" y="1859261"/>
                  </a:lnTo>
                  <a:lnTo>
                    <a:pt x="7669543" y="1860910"/>
                  </a:lnTo>
                  <a:lnTo>
                    <a:pt x="7688356" y="1861725"/>
                  </a:lnTo>
                  <a:lnTo>
                    <a:pt x="7695390" y="1862000"/>
                  </a:lnTo>
                  <a:lnTo>
                    <a:pt x="7696237" y="1862030"/>
                  </a:lnTo>
                  <a:lnTo>
                    <a:pt x="8234974" y="18620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0" name="pl370"/>
            <p:cNvSpPr/>
            <p:nvPr/>
          </p:nvSpPr>
          <p:spPr>
            <a:xfrm>
              <a:off x="546595" y="815791"/>
              <a:ext cx="8234974" cy="1862030"/>
            </a:xfrm>
            <a:custGeom>
              <a:avLst/>
              <a:pathLst>
                <a:path w="8234974" h="1862030">
                  <a:moveTo>
                    <a:pt x="8234974" y="1862030"/>
                  </a:moveTo>
                  <a:lnTo>
                    <a:pt x="7696237" y="1862030"/>
                  </a:lnTo>
                  <a:lnTo>
                    <a:pt x="7694971" y="1861984"/>
                  </a:lnTo>
                  <a:lnTo>
                    <a:pt x="7686708" y="1861657"/>
                  </a:lnTo>
                  <a:lnTo>
                    <a:pt x="7666086" y="1860752"/>
                  </a:lnTo>
                  <a:lnTo>
                    <a:pt x="7629754" y="1858976"/>
                  </a:lnTo>
                  <a:lnTo>
                    <a:pt x="7576683" y="1856072"/>
                  </a:lnTo>
                  <a:lnTo>
                    <a:pt x="7508198" y="1851852"/>
                  </a:lnTo>
                  <a:lnTo>
                    <a:pt x="7427536" y="1846211"/>
                  </a:lnTo>
                  <a:lnTo>
                    <a:pt x="7339018" y="1839124"/>
                  </a:lnTo>
                  <a:lnTo>
                    <a:pt x="7247118" y="1830611"/>
                  </a:lnTo>
                  <a:lnTo>
                    <a:pt x="7155728" y="1820707"/>
                  </a:lnTo>
                  <a:lnTo>
                    <a:pt x="7067750" y="1809425"/>
                  </a:lnTo>
                  <a:lnTo>
                    <a:pt x="6985005" y="1796732"/>
                  </a:lnTo>
                  <a:lnTo>
                    <a:pt x="6908361" y="1782535"/>
                  </a:lnTo>
                  <a:lnTo>
                    <a:pt x="6837947" y="1766679"/>
                  </a:lnTo>
                  <a:lnTo>
                    <a:pt x="6773382" y="1748945"/>
                  </a:lnTo>
                  <a:lnTo>
                    <a:pt x="6713966" y="1729060"/>
                  </a:lnTo>
                  <a:lnTo>
                    <a:pt x="6658824" y="1706709"/>
                  </a:lnTo>
                  <a:lnTo>
                    <a:pt x="6607020" y="1681569"/>
                  </a:lnTo>
                  <a:lnTo>
                    <a:pt x="6557636" y="1653354"/>
                  </a:lnTo>
                  <a:lnTo>
                    <a:pt x="6515891" y="1626100"/>
                  </a:lnTo>
                  <a:lnTo>
                    <a:pt x="6471386" y="1593679"/>
                  </a:lnTo>
                  <a:lnTo>
                    <a:pt x="6427316" y="1558274"/>
                  </a:lnTo>
                  <a:lnTo>
                    <a:pt x="6383294" y="1519834"/>
                  </a:lnTo>
                  <a:lnTo>
                    <a:pt x="6339043" y="1478386"/>
                  </a:lnTo>
                  <a:lnTo>
                    <a:pt x="6294379" y="1434049"/>
                  </a:lnTo>
                  <a:lnTo>
                    <a:pt x="6249205" y="1387040"/>
                  </a:lnTo>
                  <a:lnTo>
                    <a:pt x="6203500" y="1337675"/>
                  </a:lnTo>
                  <a:lnTo>
                    <a:pt x="6157308" y="1286364"/>
                  </a:lnTo>
                  <a:lnTo>
                    <a:pt x="6110726" y="1233601"/>
                  </a:lnTo>
                  <a:lnTo>
                    <a:pt x="6063897" y="1179945"/>
                  </a:lnTo>
                  <a:lnTo>
                    <a:pt x="6016985" y="1125996"/>
                  </a:lnTo>
                  <a:lnTo>
                    <a:pt x="5970163" y="1072369"/>
                  </a:lnTo>
                  <a:lnTo>
                    <a:pt x="5923598" y="1019662"/>
                  </a:lnTo>
                  <a:lnTo>
                    <a:pt x="5877426" y="968432"/>
                  </a:lnTo>
                  <a:lnTo>
                    <a:pt x="5831745" y="919170"/>
                  </a:lnTo>
                  <a:lnTo>
                    <a:pt x="5786597" y="872281"/>
                  </a:lnTo>
                  <a:lnTo>
                    <a:pt x="5741956" y="828076"/>
                  </a:lnTo>
                  <a:lnTo>
                    <a:pt x="5697720" y="786767"/>
                  </a:lnTo>
                  <a:lnTo>
                    <a:pt x="5653703" y="748470"/>
                  </a:lnTo>
                  <a:lnTo>
                    <a:pt x="5609622" y="713208"/>
                  </a:lnTo>
                  <a:lnTo>
                    <a:pt x="5567201" y="682381"/>
                  </a:lnTo>
                  <a:lnTo>
                    <a:pt x="5519261" y="651349"/>
                  </a:lnTo>
                  <a:lnTo>
                    <a:pt x="5469616" y="623539"/>
                  </a:lnTo>
                  <a:lnTo>
                    <a:pt x="5417438" y="598772"/>
                  </a:lnTo>
                  <a:lnTo>
                    <a:pt x="5361803" y="576754"/>
                  </a:lnTo>
                  <a:lnTo>
                    <a:pt x="5301776" y="557160"/>
                  </a:lnTo>
                  <a:lnTo>
                    <a:pt x="5236499" y="539680"/>
                  </a:lnTo>
                  <a:lnTo>
                    <a:pt x="5165303" y="524047"/>
                  </a:lnTo>
                  <a:lnTo>
                    <a:pt x="5087860" y="510049"/>
                  </a:lnTo>
                  <a:lnTo>
                    <a:pt x="5004381" y="497540"/>
                  </a:lnTo>
                  <a:lnTo>
                    <a:pt x="4915844" y="486434"/>
                  </a:lnTo>
                  <a:lnTo>
                    <a:pt x="4824205" y="476706"/>
                  </a:lnTo>
                  <a:lnTo>
                    <a:pt x="4732503" y="468373"/>
                  </a:lnTo>
                  <a:lnTo>
                    <a:pt x="4644732" y="461470"/>
                  </a:lnTo>
                  <a:lnTo>
                    <a:pt x="4565397" y="456014"/>
                  </a:lnTo>
                  <a:lnTo>
                    <a:pt x="4498732" y="451969"/>
                  </a:lnTo>
                  <a:lnTo>
                    <a:pt x="4447769" y="449221"/>
                  </a:lnTo>
                  <a:lnTo>
                    <a:pt x="4413549" y="447571"/>
                  </a:lnTo>
                  <a:lnTo>
                    <a:pt x="4394737" y="446757"/>
                  </a:lnTo>
                  <a:lnTo>
                    <a:pt x="4387702" y="446482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1" name="pg371"/>
            <p:cNvSpPr/>
            <p:nvPr/>
          </p:nvSpPr>
          <p:spPr>
            <a:xfrm>
              <a:off x="546595" y="837569"/>
              <a:ext cx="8234974" cy="2107034"/>
            </a:xfrm>
            <a:custGeom>
              <a:avLst/>
              <a:pathLst>
                <a:path w="8234974" h="2107034">
                  <a:moveTo>
                    <a:pt x="0" y="5444"/>
                  </a:moveTo>
                  <a:lnTo>
                    <a:pt x="538736" y="5444"/>
                  </a:lnTo>
                  <a:lnTo>
                    <a:pt x="540035" y="5459"/>
                  </a:lnTo>
                  <a:lnTo>
                    <a:pt x="548510" y="5565"/>
                  </a:lnTo>
                  <a:lnTo>
                    <a:pt x="569638" y="5858"/>
                  </a:lnTo>
                  <a:lnTo>
                    <a:pt x="606812" y="6433"/>
                  </a:lnTo>
                  <a:lnTo>
                    <a:pt x="661011" y="7373"/>
                  </a:lnTo>
                  <a:lnTo>
                    <a:pt x="730784" y="8737"/>
                  </a:lnTo>
                  <a:lnTo>
                    <a:pt x="812734" y="10558"/>
                  </a:lnTo>
                  <a:lnTo>
                    <a:pt x="902395" y="12844"/>
                  </a:lnTo>
                  <a:lnTo>
                    <a:pt x="995191" y="15586"/>
                  </a:lnTo>
                  <a:lnTo>
                    <a:pt x="1087195" y="18774"/>
                  </a:lnTo>
                  <a:lnTo>
                    <a:pt x="1175521" y="22404"/>
                  </a:lnTo>
                  <a:lnTo>
                    <a:pt x="1258397" y="26490"/>
                  </a:lnTo>
                  <a:lnTo>
                    <a:pt x="1335019" y="31063"/>
                  </a:lnTo>
                  <a:lnTo>
                    <a:pt x="1405323" y="36175"/>
                  </a:lnTo>
                  <a:lnTo>
                    <a:pt x="1469749" y="41900"/>
                  </a:lnTo>
                  <a:lnTo>
                    <a:pt x="1529046" y="48328"/>
                  </a:lnTo>
                  <a:lnTo>
                    <a:pt x="1584125" y="55563"/>
                  </a:lnTo>
                  <a:lnTo>
                    <a:pt x="1635952" y="63708"/>
                  </a:lnTo>
                  <a:lnTo>
                    <a:pt x="1685455" y="72852"/>
                  </a:lnTo>
                  <a:lnTo>
                    <a:pt x="1719082" y="79853"/>
                  </a:lnTo>
                  <a:lnTo>
                    <a:pt x="1770661" y="91802"/>
                  </a:lnTo>
                  <a:lnTo>
                    <a:pt x="1821743" y="105022"/>
                  </a:lnTo>
                  <a:lnTo>
                    <a:pt x="1872892" y="119529"/>
                  </a:lnTo>
                  <a:lnTo>
                    <a:pt x="1924478" y="135293"/>
                  </a:lnTo>
                  <a:lnTo>
                    <a:pt x="1976713" y="152228"/>
                  </a:lnTo>
                  <a:lnTo>
                    <a:pt x="2029663" y="170192"/>
                  </a:lnTo>
                  <a:lnTo>
                    <a:pt x="2083270" y="188988"/>
                  </a:lnTo>
                  <a:lnTo>
                    <a:pt x="2137379" y="208372"/>
                  </a:lnTo>
                  <a:lnTo>
                    <a:pt x="2191761" y="228065"/>
                  </a:lnTo>
                  <a:lnTo>
                    <a:pt x="2246151" y="247767"/>
                  </a:lnTo>
                  <a:lnTo>
                    <a:pt x="2300283" y="267179"/>
                  </a:lnTo>
                  <a:lnTo>
                    <a:pt x="2353926" y="286019"/>
                  </a:lnTo>
                  <a:lnTo>
                    <a:pt x="2406919" y="304040"/>
                  </a:lnTo>
                  <a:lnTo>
                    <a:pt x="2459197" y="321042"/>
                  </a:lnTo>
                  <a:lnTo>
                    <a:pt x="2510819" y="336881"/>
                  </a:lnTo>
                  <a:lnTo>
                    <a:pt x="2561986" y="351467"/>
                  </a:lnTo>
                  <a:lnTo>
                    <a:pt x="2613058" y="364766"/>
                  </a:lnTo>
                  <a:lnTo>
                    <a:pt x="2664586" y="376791"/>
                  </a:lnTo>
                  <a:lnTo>
                    <a:pt x="2667772" y="377487"/>
                  </a:lnTo>
                  <a:lnTo>
                    <a:pt x="2716143" y="387356"/>
                  </a:lnTo>
                  <a:lnTo>
                    <a:pt x="2766255" y="396191"/>
                  </a:lnTo>
                  <a:lnTo>
                    <a:pt x="2818962" y="404051"/>
                  </a:lnTo>
                  <a:lnTo>
                    <a:pt x="2875213" y="411031"/>
                  </a:lnTo>
                  <a:lnTo>
                    <a:pt x="2935967" y="417237"/>
                  </a:lnTo>
                  <a:lnTo>
                    <a:pt x="3002098" y="422768"/>
                  </a:lnTo>
                  <a:lnTo>
                    <a:pt x="3074281" y="427711"/>
                  </a:lnTo>
                  <a:lnTo>
                    <a:pt x="3152826" y="432132"/>
                  </a:lnTo>
                  <a:lnTo>
                    <a:pt x="3237471" y="436078"/>
                  </a:lnTo>
                  <a:lnTo>
                    <a:pt x="3327143" y="439575"/>
                  </a:lnTo>
                  <a:lnTo>
                    <a:pt x="3419741" y="442629"/>
                  </a:lnTo>
                  <a:lnTo>
                    <a:pt x="3512046" y="445234"/>
                  </a:lnTo>
                  <a:lnTo>
                    <a:pt x="3599875" y="447380"/>
                  </a:lnTo>
                  <a:lnTo>
                    <a:pt x="3678592" y="449062"/>
                  </a:lnTo>
                  <a:lnTo>
                    <a:pt x="3743949" y="450293"/>
                  </a:lnTo>
                  <a:lnTo>
                    <a:pt x="3793057" y="451115"/>
                  </a:lnTo>
                  <a:lnTo>
                    <a:pt x="3825171" y="451596"/>
                  </a:lnTo>
                  <a:lnTo>
                    <a:pt x="3842021" y="451822"/>
                  </a:lnTo>
                  <a:lnTo>
                    <a:pt x="3847668" y="451891"/>
                  </a:lnTo>
                  <a:lnTo>
                    <a:pt x="3848118" y="451896"/>
                  </a:lnTo>
                  <a:lnTo>
                    <a:pt x="4386855" y="451896"/>
                  </a:lnTo>
                  <a:lnTo>
                    <a:pt x="4388108" y="451949"/>
                  </a:lnTo>
                  <a:lnTo>
                    <a:pt x="4396289" y="452327"/>
                  </a:lnTo>
                  <a:lnTo>
                    <a:pt x="4416712" y="453374"/>
                  </a:lnTo>
                  <a:lnTo>
                    <a:pt x="4452715" y="455429"/>
                  </a:lnTo>
                  <a:lnTo>
                    <a:pt x="4505343" y="458790"/>
                  </a:lnTo>
                  <a:lnTo>
                    <a:pt x="4573320" y="463677"/>
                  </a:lnTo>
                  <a:lnTo>
                    <a:pt x="4653470" y="470210"/>
                  </a:lnTo>
                  <a:lnTo>
                    <a:pt x="4741534" y="478424"/>
                  </a:lnTo>
                  <a:lnTo>
                    <a:pt x="4833074" y="488294"/>
                  </a:lnTo>
                  <a:lnTo>
                    <a:pt x="4924214" y="499780"/>
                  </a:lnTo>
                  <a:lnTo>
                    <a:pt x="5012048" y="512866"/>
                  </a:lnTo>
                  <a:lnTo>
                    <a:pt x="5094736" y="527588"/>
                  </a:lnTo>
                  <a:lnTo>
                    <a:pt x="5171385" y="544049"/>
                  </a:lnTo>
                  <a:lnTo>
                    <a:pt x="5241840" y="562427"/>
                  </a:lnTo>
                  <a:lnTo>
                    <a:pt x="5306460" y="582972"/>
                  </a:lnTo>
                  <a:lnTo>
                    <a:pt x="5365925" y="605996"/>
                  </a:lnTo>
                  <a:lnTo>
                    <a:pt x="5421094" y="631862"/>
                  </a:lnTo>
                  <a:lnTo>
                    <a:pt x="5472894" y="660944"/>
                  </a:lnTo>
                  <a:lnTo>
                    <a:pt x="5522235" y="693579"/>
                  </a:lnTo>
                  <a:lnTo>
                    <a:pt x="5567201" y="727752"/>
                  </a:lnTo>
                  <a:lnTo>
                    <a:pt x="5609891" y="764036"/>
                  </a:lnTo>
                  <a:lnTo>
                    <a:pt x="5652164" y="803524"/>
                  </a:lnTo>
                  <a:lnTo>
                    <a:pt x="5694368" y="846275"/>
                  </a:lnTo>
                  <a:lnTo>
                    <a:pt x="5736758" y="892269"/>
                  </a:lnTo>
                  <a:lnTo>
                    <a:pt x="5779505" y="941398"/>
                  </a:lnTo>
                  <a:lnTo>
                    <a:pt x="5822709" y="993456"/>
                  </a:lnTo>
                  <a:lnTo>
                    <a:pt x="5866403" y="1048143"/>
                  </a:lnTo>
                  <a:lnTo>
                    <a:pt x="5910563" y="1105059"/>
                  </a:lnTo>
                  <a:lnTo>
                    <a:pt x="5955116" y="1163720"/>
                  </a:lnTo>
                  <a:lnTo>
                    <a:pt x="5999948" y="1223570"/>
                  </a:lnTo>
                  <a:lnTo>
                    <a:pt x="6044921" y="1284004"/>
                  </a:lnTo>
                  <a:lnTo>
                    <a:pt x="6089882" y="1344390"/>
                  </a:lnTo>
                  <a:lnTo>
                    <a:pt x="6134681" y="1404100"/>
                  </a:lnTo>
                  <a:lnTo>
                    <a:pt x="6179181" y="1462533"/>
                  </a:lnTo>
                  <a:lnTo>
                    <a:pt x="6223274" y="1519143"/>
                  </a:lnTo>
                  <a:lnTo>
                    <a:pt x="6266895" y="1573458"/>
                  </a:lnTo>
                  <a:lnTo>
                    <a:pt x="6310027" y="1625095"/>
                  </a:lnTo>
                  <a:lnTo>
                    <a:pt x="6352713" y="1673764"/>
                  </a:lnTo>
                  <a:lnTo>
                    <a:pt x="6395061" y="1719276"/>
                  </a:lnTo>
                  <a:lnTo>
                    <a:pt x="6437258" y="1761537"/>
                  </a:lnTo>
                  <a:lnTo>
                    <a:pt x="6479569" y="1800539"/>
                  </a:lnTo>
                  <a:lnTo>
                    <a:pt x="6515891" y="1831178"/>
                  </a:lnTo>
                  <a:lnTo>
                    <a:pt x="6563662" y="1867341"/>
                  </a:lnTo>
                  <a:lnTo>
                    <a:pt x="6613122" y="1899763"/>
                  </a:lnTo>
                  <a:lnTo>
                    <a:pt x="6665091" y="1928650"/>
                  </a:lnTo>
                  <a:lnTo>
                    <a:pt x="6720483" y="1954340"/>
                  </a:lnTo>
                  <a:lnTo>
                    <a:pt x="6780225" y="1977212"/>
                  </a:lnTo>
                  <a:lnTo>
                    <a:pt x="6845166" y="1997623"/>
                  </a:lnTo>
                  <a:lnTo>
                    <a:pt x="6915974" y="2015884"/>
                  </a:lnTo>
                  <a:lnTo>
                    <a:pt x="6992983" y="2032240"/>
                  </a:lnTo>
                  <a:lnTo>
                    <a:pt x="7076001" y="2046865"/>
                  </a:lnTo>
                  <a:lnTo>
                    <a:pt x="7164087" y="2059858"/>
                  </a:lnTo>
                  <a:lnTo>
                    <a:pt x="7255340" y="2071252"/>
                  </a:lnTo>
                  <a:lnTo>
                    <a:pt x="7346792" y="2081027"/>
                  </a:lnTo>
                  <a:lnTo>
                    <a:pt x="7434521" y="2089144"/>
                  </a:lnTo>
                  <a:lnTo>
                    <a:pt x="7514077" y="2095581"/>
                  </a:lnTo>
                  <a:lnTo>
                    <a:pt x="7581237" y="2100374"/>
                  </a:lnTo>
                  <a:lnTo>
                    <a:pt x="7632916" y="2103653"/>
                  </a:lnTo>
                  <a:lnTo>
                    <a:pt x="7667965" y="2105641"/>
                  </a:lnTo>
                  <a:lnTo>
                    <a:pt x="7687568" y="2106639"/>
                  </a:lnTo>
                  <a:lnTo>
                    <a:pt x="7695186" y="2106990"/>
                  </a:lnTo>
                  <a:lnTo>
                    <a:pt x="7696237" y="2107034"/>
                  </a:lnTo>
                  <a:lnTo>
                    <a:pt x="8234974" y="2107034"/>
                  </a:lnTo>
                  <a:lnTo>
                    <a:pt x="8234974" y="2101590"/>
                  </a:lnTo>
                  <a:lnTo>
                    <a:pt x="7696237" y="2101590"/>
                  </a:lnTo>
                  <a:lnTo>
                    <a:pt x="7694984" y="2101537"/>
                  </a:lnTo>
                  <a:lnTo>
                    <a:pt x="7686803" y="2101158"/>
                  </a:lnTo>
                  <a:lnTo>
                    <a:pt x="7666380" y="2100111"/>
                  </a:lnTo>
                  <a:lnTo>
                    <a:pt x="7630378" y="2098056"/>
                  </a:lnTo>
                  <a:lnTo>
                    <a:pt x="7577749" y="2094695"/>
                  </a:lnTo>
                  <a:lnTo>
                    <a:pt x="7509773" y="2089809"/>
                  </a:lnTo>
                  <a:lnTo>
                    <a:pt x="7429622" y="2083275"/>
                  </a:lnTo>
                  <a:lnTo>
                    <a:pt x="7341559" y="2075061"/>
                  </a:lnTo>
                  <a:lnTo>
                    <a:pt x="7250019" y="2065191"/>
                  </a:lnTo>
                  <a:lnTo>
                    <a:pt x="7158879" y="2053705"/>
                  </a:lnTo>
                  <a:lnTo>
                    <a:pt x="7071044" y="2040619"/>
                  </a:lnTo>
                  <a:lnTo>
                    <a:pt x="6988356" y="2025898"/>
                  </a:lnTo>
                  <a:lnTo>
                    <a:pt x="6911707" y="2009436"/>
                  </a:lnTo>
                  <a:lnTo>
                    <a:pt x="6841252" y="1991058"/>
                  </a:lnTo>
                  <a:lnTo>
                    <a:pt x="6776632" y="1970514"/>
                  </a:lnTo>
                  <a:lnTo>
                    <a:pt x="6717167" y="1947489"/>
                  </a:lnTo>
                  <a:lnTo>
                    <a:pt x="6661998" y="1921624"/>
                  </a:lnTo>
                  <a:lnTo>
                    <a:pt x="6610199" y="1892541"/>
                  </a:lnTo>
                  <a:lnTo>
                    <a:pt x="6560858" y="1859906"/>
                  </a:lnTo>
                  <a:lnTo>
                    <a:pt x="6515891" y="1825733"/>
                  </a:lnTo>
                  <a:lnTo>
                    <a:pt x="6473202" y="1789450"/>
                  </a:lnTo>
                  <a:lnTo>
                    <a:pt x="6430929" y="1749962"/>
                  </a:lnTo>
                  <a:lnTo>
                    <a:pt x="6388724" y="1707211"/>
                  </a:lnTo>
                  <a:lnTo>
                    <a:pt x="6346335" y="1661217"/>
                  </a:lnTo>
                  <a:lnTo>
                    <a:pt x="6303588" y="1612088"/>
                  </a:lnTo>
                  <a:lnTo>
                    <a:pt x="6260384" y="1560029"/>
                  </a:lnTo>
                  <a:lnTo>
                    <a:pt x="6216689" y="1505343"/>
                  </a:lnTo>
                  <a:lnTo>
                    <a:pt x="6172529" y="1448427"/>
                  </a:lnTo>
                  <a:lnTo>
                    <a:pt x="6127977" y="1389766"/>
                  </a:lnTo>
                  <a:lnTo>
                    <a:pt x="6083145" y="1329916"/>
                  </a:lnTo>
                  <a:lnTo>
                    <a:pt x="6038172" y="1269482"/>
                  </a:lnTo>
                  <a:lnTo>
                    <a:pt x="5993210" y="1209096"/>
                  </a:lnTo>
                  <a:lnTo>
                    <a:pt x="5948412" y="1149386"/>
                  </a:lnTo>
                  <a:lnTo>
                    <a:pt x="5903912" y="1090953"/>
                  </a:lnTo>
                  <a:lnTo>
                    <a:pt x="5859818" y="1034343"/>
                  </a:lnTo>
                  <a:lnTo>
                    <a:pt x="5816197" y="980027"/>
                  </a:lnTo>
                  <a:lnTo>
                    <a:pt x="5773065" y="928391"/>
                  </a:lnTo>
                  <a:lnTo>
                    <a:pt x="5730380" y="879722"/>
                  </a:lnTo>
                  <a:lnTo>
                    <a:pt x="5688031" y="834209"/>
                  </a:lnTo>
                  <a:lnTo>
                    <a:pt x="5645835" y="791948"/>
                  </a:lnTo>
                  <a:lnTo>
                    <a:pt x="5603524" y="752947"/>
                  </a:lnTo>
                  <a:lnTo>
                    <a:pt x="5567201" y="722308"/>
                  </a:lnTo>
                  <a:lnTo>
                    <a:pt x="5519431" y="686144"/>
                  </a:lnTo>
                  <a:lnTo>
                    <a:pt x="5469971" y="653722"/>
                  </a:lnTo>
                  <a:lnTo>
                    <a:pt x="5418002" y="624836"/>
                  </a:lnTo>
                  <a:lnTo>
                    <a:pt x="5362609" y="599145"/>
                  </a:lnTo>
                  <a:lnTo>
                    <a:pt x="5302868" y="576274"/>
                  </a:lnTo>
                  <a:lnTo>
                    <a:pt x="5237926" y="555863"/>
                  </a:lnTo>
                  <a:lnTo>
                    <a:pt x="5167118" y="537602"/>
                  </a:lnTo>
                  <a:lnTo>
                    <a:pt x="5090110" y="521245"/>
                  </a:lnTo>
                  <a:lnTo>
                    <a:pt x="5007091" y="506620"/>
                  </a:lnTo>
                  <a:lnTo>
                    <a:pt x="4919005" y="493627"/>
                  </a:lnTo>
                  <a:lnTo>
                    <a:pt x="4827752" y="482234"/>
                  </a:lnTo>
                  <a:lnTo>
                    <a:pt x="4736300" y="472459"/>
                  </a:lnTo>
                  <a:lnTo>
                    <a:pt x="4648571" y="464342"/>
                  </a:lnTo>
                  <a:lnTo>
                    <a:pt x="4569015" y="457905"/>
                  </a:lnTo>
                  <a:lnTo>
                    <a:pt x="4501856" y="453111"/>
                  </a:lnTo>
                  <a:lnTo>
                    <a:pt x="4450176" y="449833"/>
                  </a:lnTo>
                  <a:lnTo>
                    <a:pt x="4415127" y="447845"/>
                  </a:lnTo>
                  <a:lnTo>
                    <a:pt x="4395525" y="446846"/>
                  </a:lnTo>
                  <a:lnTo>
                    <a:pt x="4387906" y="446496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72" name="pl372"/>
            <p:cNvSpPr/>
            <p:nvPr/>
          </p:nvSpPr>
          <p:spPr>
            <a:xfrm>
              <a:off x="546595" y="843014"/>
              <a:ext cx="8234974" cy="2101590"/>
            </a:xfrm>
            <a:custGeom>
              <a:avLst/>
              <a:pathLst>
                <a:path w="8234974" h="2101590">
                  <a:moveTo>
                    <a:pt x="0" y="0"/>
                  </a:moveTo>
                  <a:lnTo>
                    <a:pt x="538736" y="0"/>
                  </a:lnTo>
                  <a:lnTo>
                    <a:pt x="540035" y="14"/>
                  </a:lnTo>
                  <a:lnTo>
                    <a:pt x="548510" y="120"/>
                  </a:lnTo>
                  <a:lnTo>
                    <a:pt x="569638" y="414"/>
                  </a:lnTo>
                  <a:lnTo>
                    <a:pt x="606812" y="989"/>
                  </a:lnTo>
                  <a:lnTo>
                    <a:pt x="661011" y="1928"/>
                  </a:lnTo>
                  <a:lnTo>
                    <a:pt x="730784" y="3293"/>
                  </a:lnTo>
                  <a:lnTo>
                    <a:pt x="812734" y="5114"/>
                  </a:lnTo>
                  <a:lnTo>
                    <a:pt x="902395" y="7399"/>
                  </a:lnTo>
                  <a:lnTo>
                    <a:pt x="995191" y="10141"/>
                  </a:lnTo>
                  <a:lnTo>
                    <a:pt x="1087195" y="13329"/>
                  </a:lnTo>
                  <a:lnTo>
                    <a:pt x="1175521" y="16960"/>
                  </a:lnTo>
                  <a:lnTo>
                    <a:pt x="1258397" y="21045"/>
                  </a:lnTo>
                  <a:lnTo>
                    <a:pt x="1335019" y="25618"/>
                  </a:lnTo>
                  <a:lnTo>
                    <a:pt x="1405323" y="30730"/>
                  </a:lnTo>
                  <a:lnTo>
                    <a:pt x="1469749" y="36455"/>
                  </a:lnTo>
                  <a:lnTo>
                    <a:pt x="1529046" y="42884"/>
                  </a:lnTo>
                  <a:lnTo>
                    <a:pt x="1584125" y="50118"/>
                  </a:lnTo>
                  <a:lnTo>
                    <a:pt x="1635952" y="58263"/>
                  </a:lnTo>
                  <a:lnTo>
                    <a:pt x="1685455" y="67407"/>
                  </a:lnTo>
                  <a:lnTo>
                    <a:pt x="1719082" y="74408"/>
                  </a:lnTo>
                  <a:lnTo>
                    <a:pt x="1770661" y="86357"/>
                  </a:lnTo>
                  <a:lnTo>
                    <a:pt x="1821743" y="99577"/>
                  </a:lnTo>
                  <a:lnTo>
                    <a:pt x="1872892" y="114085"/>
                  </a:lnTo>
                  <a:lnTo>
                    <a:pt x="1924478" y="129849"/>
                  </a:lnTo>
                  <a:lnTo>
                    <a:pt x="1976713" y="146783"/>
                  </a:lnTo>
                  <a:lnTo>
                    <a:pt x="2029663" y="164747"/>
                  </a:lnTo>
                  <a:lnTo>
                    <a:pt x="2083270" y="183543"/>
                  </a:lnTo>
                  <a:lnTo>
                    <a:pt x="2137379" y="202928"/>
                  </a:lnTo>
                  <a:lnTo>
                    <a:pt x="2191761" y="222621"/>
                  </a:lnTo>
                  <a:lnTo>
                    <a:pt x="2246151" y="242323"/>
                  </a:lnTo>
                  <a:lnTo>
                    <a:pt x="2300283" y="261735"/>
                  </a:lnTo>
                  <a:lnTo>
                    <a:pt x="2353926" y="280574"/>
                  </a:lnTo>
                  <a:lnTo>
                    <a:pt x="2406919" y="298595"/>
                  </a:lnTo>
                  <a:lnTo>
                    <a:pt x="2459197" y="315598"/>
                  </a:lnTo>
                  <a:lnTo>
                    <a:pt x="2510819" y="331436"/>
                  </a:lnTo>
                  <a:lnTo>
                    <a:pt x="2561986" y="346022"/>
                  </a:lnTo>
                  <a:lnTo>
                    <a:pt x="2613058" y="359321"/>
                  </a:lnTo>
                  <a:lnTo>
                    <a:pt x="2664586" y="371347"/>
                  </a:lnTo>
                  <a:lnTo>
                    <a:pt x="2667772" y="372043"/>
                  </a:lnTo>
                  <a:lnTo>
                    <a:pt x="2716143" y="381912"/>
                  </a:lnTo>
                  <a:lnTo>
                    <a:pt x="2766255" y="390747"/>
                  </a:lnTo>
                  <a:lnTo>
                    <a:pt x="2818962" y="398607"/>
                  </a:lnTo>
                  <a:lnTo>
                    <a:pt x="2875213" y="405587"/>
                  </a:lnTo>
                  <a:lnTo>
                    <a:pt x="2935967" y="411793"/>
                  </a:lnTo>
                  <a:lnTo>
                    <a:pt x="3002098" y="417324"/>
                  </a:lnTo>
                  <a:lnTo>
                    <a:pt x="3074281" y="422267"/>
                  </a:lnTo>
                  <a:lnTo>
                    <a:pt x="3152826" y="426688"/>
                  </a:lnTo>
                  <a:lnTo>
                    <a:pt x="3237471" y="430634"/>
                  </a:lnTo>
                  <a:lnTo>
                    <a:pt x="3327143" y="434130"/>
                  </a:lnTo>
                  <a:lnTo>
                    <a:pt x="3419741" y="437184"/>
                  </a:lnTo>
                  <a:lnTo>
                    <a:pt x="3512046" y="439790"/>
                  </a:lnTo>
                  <a:lnTo>
                    <a:pt x="3599875" y="441936"/>
                  </a:lnTo>
                  <a:lnTo>
                    <a:pt x="3678592" y="443617"/>
                  </a:lnTo>
                  <a:lnTo>
                    <a:pt x="3743949" y="444849"/>
                  </a:lnTo>
                  <a:lnTo>
                    <a:pt x="3793057" y="445671"/>
                  </a:lnTo>
                  <a:lnTo>
                    <a:pt x="3825171" y="446151"/>
                  </a:lnTo>
                  <a:lnTo>
                    <a:pt x="3842021" y="446378"/>
                  </a:lnTo>
                  <a:lnTo>
                    <a:pt x="3847668" y="446446"/>
                  </a:lnTo>
                  <a:lnTo>
                    <a:pt x="3848118" y="446451"/>
                  </a:lnTo>
                  <a:lnTo>
                    <a:pt x="4386855" y="446451"/>
                  </a:lnTo>
                  <a:lnTo>
                    <a:pt x="4388108" y="446504"/>
                  </a:lnTo>
                  <a:lnTo>
                    <a:pt x="4396289" y="446883"/>
                  </a:lnTo>
                  <a:lnTo>
                    <a:pt x="4416712" y="447930"/>
                  </a:lnTo>
                  <a:lnTo>
                    <a:pt x="4452715" y="449985"/>
                  </a:lnTo>
                  <a:lnTo>
                    <a:pt x="4505343" y="453346"/>
                  </a:lnTo>
                  <a:lnTo>
                    <a:pt x="4573320" y="458232"/>
                  </a:lnTo>
                  <a:lnTo>
                    <a:pt x="4653470" y="464766"/>
                  </a:lnTo>
                  <a:lnTo>
                    <a:pt x="4741534" y="472980"/>
                  </a:lnTo>
                  <a:lnTo>
                    <a:pt x="4833074" y="482850"/>
                  </a:lnTo>
                  <a:lnTo>
                    <a:pt x="4924214" y="494336"/>
                  </a:lnTo>
                  <a:lnTo>
                    <a:pt x="5012048" y="507422"/>
                  </a:lnTo>
                  <a:lnTo>
                    <a:pt x="5094736" y="522143"/>
                  </a:lnTo>
                  <a:lnTo>
                    <a:pt x="5171385" y="538605"/>
                  </a:lnTo>
                  <a:lnTo>
                    <a:pt x="5241840" y="556983"/>
                  </a:lnTo>
                  <a:lnTo>
                    <a:pt x="5306460" y="577527"/>
                  </a:lnTo>
                  <a:lnTo>
                    <a:pt x="5365925" y="600552"/>
                  </a:lnTo>
                  <a:lnTo>
                    <a:pt x="5421094" y="626417"/>
                  </a:lnTo>
                  <a:lnTo>
                    <a:pt x="5472894" y="655500"/>
                  </a:lnTo>
                  <a:lnTo>
                    <a:pt x="5522235" y="688135"/>
                  </a:lnTo>
                  <a:lnTo>
                    <a:pt x="5567201" y="722308"/>
                  </a:lnTo>
                  <a:lnTo>
                    <a:pt x="5609891" y="758591"/>
                  </a:lnTo>
                  <a:lnTo>
                    <a:pt x="5652164" y="798079"/>
                  </a:lnTo>
                  <a:lnTo>
                    <a:pt x="5694368" y="840830"/>
                  </a:lnTo>
                  <a:lnTo>
                    <a:pt x="5736758" y="886824"/>
                  </a:lnTo>
                  <a:lnTo>
                    <a:pt x="5779505" y="935953"/>
                  </a:lnTo>
                  <a:lnTo>
                    <a:pt x="5822709" y="988012"/>
                  </a:lnTo>
                  <a:lnTo>
                    <a:pt x="5866403" y="1042698"/>
                  </a:lnTo>
                  <a:lnTo>
                    <a:pt x="5910563" y="1099614"/>
                  </a:lnTo>
                  <a:lnTo>
                    <a:pt x="5955116" y="1158275"/>
                  </a:lnTo>
                  <a:lnTo>
                    <a:pt x="5999948" y="1218125"/>
                  </a:lnTo>
                  <a:lnTo>
                    <a:pt x="6044921" y="1278559"/>
                  </a:lnTo>
                  <a:lnTo>
                    <a:pt x="6089882" y="1338945"/>
                  </a:lnTo>
                  <a:lnTo>
                    <a:pt x="6134681" y="1398655"/>
                  </a:lnTo>
                  <a:lnTo>
                    <a:pt x="6179181" y="1457088"/>
                  </a:lnTo>
                  <a:lnTo>
                    <a:pt x="6223274" y="1513698"/>
                  </a:lnTo>
                  <a:lnTo>
                    <a:pt x="6266895" y="1568014"/>
                  </a:lnTo>
                  <a:lnTo>
                    <a:pt x="6310027" y="1619650"/>
                  </a:lnTo>
                  <a:lnTo>
                    <a:pt x="6352713" y="1668319"/>
                  </a:lnTo>
                  <a:lnTo>
                    <a:pt x="6395061" y="1713832"/>
                  </a:lnTo>
                  <a:lnTo>
                    <a:pt x="6437258" y="1756093"/>
                  </a:lnTo>
                  <a:lnTo>
                    <a:pt x="6479569" y="1795094"/>
                  </a:lnTo>
                  <a:lnTo>
                    <a:pt x="6515891" y="1825733"/>
                  </a:lnTo>
                  <a:lnTo>
                    <a:pt x="6563662" y="1861897"/>
                  </a:lnTo>
                  <a:lnTo>
                    <a:pt x="6613122" y="1894319"/>
                  </a:lnTo>
                  <a:lnTo>
                    <a:pt x="6665091" y="1923205"/>
                  </a:lnTo>
                  <a:lnTo>
                    <a:pt x="6720483" y="1948896"/>
                  </a:lnTo>
                  <a:lnTo>
                    <a:pt x="6780225" y="1971767"/>
                  </a:lnTo>
                  <a:lnTo>
                    <a:pt x="6845166" y="1992178"/>
                  </a:lnTo>
                  <a:lnTo>
                    <a:pt x="6915974" y="2010439"/>
                  </a:lnTo>
                  <a:lnTo>
                    <a:pt x="6992983" y="2026796"/>
                  </a:lnTo>
                  <a:lnTo>
                    <a:pt x="7076001" y="2041421"/>
                  </a:lnTo>
                  <a:lnTo>
                    <a:pt x="7164087" y="2054414"/>
                  </a:lnTo>
                  <a:lnTo>
                    <a:pt x="7255340" y="2065807"/>
                  </a:lnTo>
                  <a:lnTo>
                    <a:pt x="7346792" y="2075582"/>
                  </a:lnTo>
                  <a:lnTo>
                    <a:pt x="7434521" y="2083699"/>
                  </a:lnTo>
                  <a:lnTo>
                    <a:pt x="7514077" y="2090136"/>
                  </a:lnTo>
                  <a:lnTo>
                    <a:pt x="7581237" y="2094930"/>
                  </a:lnTo>
                  <a:lnTo>
                    <a:pt x="7632916" y="2098208"/>
                  </a:lnTo>
                  <a:lnTo>
                    <a:pt x="7667965" y="2100196"/>
                  </a:lnTo>
                  <a:lnTo>
                    <a:pt x="7687568" y="2101195"/>
                  </a:lnTo>
                  <a:lnTo>
                    <a:pt x="7695186" y="2101545"/>
                  </a:lnTo>
                  <a:lnTo>
                    <a:pt x="7696237" y="2101590"/>
                  </a:lnTo>
                  <a:lnTo>
                    <a:pt x="8234974" y="21015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3" name="pl373"/>
            <p:cNvSpPr/>
            <p:nvPr/>
          </p:nvSpPr>
          <p:spPr>
            <a:xfrm>
              <a:off x="546595" y="837569"/>
              <a:ext cx="8234974" cy="2101590"/>
            </a:xfrm>
            <a:custGeom>
              <a:avLst/>
              <a:pathLst>
                <a:path w="8234974" h="2101590">
                  <a:moveTo>
                    <a:pt x="8234974" y="2101590"/>
                  </a:moveTo>
                  <a:lnTo>
                    <a:pt x="7696237" y="2101590"/>
                  </a:lnTo>
                  <a:lnTo>
                    <a:pt x="7694984" y="2101537"/>
                  </a:lnTo>
                  <a:lnTo>
                    <a:pt x="7686803" y="2101158"/>
                  </a:lnTo>
                  <a:lnTo>
                    <a:pt x="7666380" y="2100111"/>
                  </a:lnTo>
                  <a:lnTo>
                    <a:pt x="7630378" y="2098056"/>
                  </a:lnTo>
                  <a:lnTo>
                    <a:pt x="7577749" y="2094695"/>
                  </a:lnTo>
                  <a:lnTo>
                    <a:pt x="7509773" y="2089809"/>
                  </a:lnTo>
                  <a:lnTo>
                    <a:pt x="7429622" y="2083275"/>
                  </a:lnTo>
                  <a:lnTo>
                    <a:pt x="7341559" y="2075061"/>
                  </a:lnTo>
                  <a:lnTo>
                    <a:pt x="7250019" y="2065191"/>
                  </a:lnTo>
                  <a:lnTo>
                    <a:pt x="7158879" y="2053705"/>
                  </a:lnTo>
                  <a:lnTo>
                    <a:pt x="7071044" y="2040619"/>
                  </a:lnTo>
                  <a:lnTo>
                    <a:pt x="6988356" y="2025898"/>
                  </a:lnTo>
                  <a:lnTo>
                    <a:pt x="6911707" y="2009436"/>
                  </a:lnTo>
                  <a:lnTo>
                    <a:pt x="6841252" y="1991058"/>
                  </a:lnTo>
                  <a:lnTo>
                    <a:pt x="6776632" y="1970514"/>
                  </a:lnTo>
                  <a:lnTo>
                    <a:pt x="6717167" y="1947489"/>
                  </a:lnTo>
                  <a:lnTo>
                    <a:pt x="6661998" y="1921624"/>
                  </a:lnTo>
                  <a:lnTo>
                    <a:pt x="6610199" y="1892541"/>
                  </a:lnTo>
                  <a:lnTo>
                    <a:pt x="6560858" y="1859906"/>
                  </a:lnTo>
                  <a:lnTo>
                    <a:pt x="6515891" y="1825733"/>
                  </a:lnTo>
                  <a:lnTo>
                    <a:pt x="6473202" y="1789450"/>
                  </a:lnTo>
                  <a:lnTo>
                    <a:pt x="6430929" y="1749962"/>
                  </a:lnTo>
                  <a:lnTo>
                    <a:pt x="6388724" y="1707211"/>
                  </a:lnTo>
                  <a:lnTo>
                    <a:pt x="6346335" y="1661217"/>
                  </a:lnTo>
                  <a:lnTo>
                    <a:pt x="6303588" y="1612088"/>
                  </a:lnTo>
                  <a:lnTo>
                    <a:pt x="6260384" y="1560029"/>
                  </a:lnTo>
                  <a:lnTo>
                    <a:pt x="6216689" y="1505343"/>
                  </a:lnTo>
                  <a:lnTo>
                    <a:pt x="6172529" y="1448427"/>
                  </a:lnTo>
                  <a:lnTo>
                    <a:pt x="6127977" y="1389766"/>
                  </a:lnTo>
                  <a:lnTo>
                    <a:pt x="6083145" y="1329916"/>
                  </a:lnTo>
                  <a:lnTo>
                    <a:pt x="6038172" y="1269482"/>
                  </a:lnTo>
                  <a:lnTo>
                    <a:pt x="5993210" y="1209096"/>
                  </a:lnTo>
                  <a:lnTo>
                    <a:pt x="5948412" y="1149386"/>
                  </a:lnTo>
                  <a:lnTo>
                    <a:pt x="5903912" y="1090953"/>
                  </a:lnTo>
                  <a:lnTo>
                    <a:pt x="5859818" y="1034343"/>
                  </a:lnTo>
                  <a:lnTo>
                    <a:pt x="5816197" y="980027"/>
                  </a:lnTo>
                  <a:lnTo>
                    <a:pt x="5773065" y="928391"/>
                  </a:lnTo>
                  <a:lnTo>
                    <a:pt x="5730380" y="879722"/>
                  </a:lnTo>
                  <a:lnTo>
                    <a:pt x="5688031" y="834209"/>
                  </a:lnTo>
                  <a:lnTo>
                    <a:pt x="5645835" y="791948"/>
                  </a:lnTo>
                  <a:lnTo>
                    <a:pt x="5603524" y="752947"/>
                  </a:lnTo>
                  <a:lnTo>
                    <a:pt x="5567201" y="722308"/>
                  </a:lnTo>
                  <a:lnTo>
                    <a:pt x="5519431" y="686144"/>
                  </a:lnTo>
                  <a:lnTo>
                    <a:pt x="5469971" y="653722"/>
                  </a:lnTo>
                  <a:lnTo>
                    <a:pt x="5418002" y="624836"/>
                  </a:lnTo>
                  <a:lnTo>
                    <a:pt x="5362609" y="599145"/>
                  </a:lnTo>
                  <a:lnTo>
                    <a:pt x="5302868" y="576274"/>
                  </a:lnTo>
                  <a:lnTo>
                    <a:pt x="5237926" y="555863"/>
                  </a:lnTo>
                  <a:lnTo>
                    <a:pt x="5167118" y="537602"/>
                  </a:lnTo>
                  <a:lnTo>
                    <a:pt x="5090110" y="521245"/>
                  </a:lnTo>
                  <a:lnTo>
                    <a:pt x="5007091" y="506620"/>
                  </a:lnTo>
                  <a:lnTo>
                    <a:pt x="4919005" y="493627"/>
                  </a:lnTo>
                  <a:lnTo>
                    <a:pt x="4827752" y="482234"/>
                  </a:lnTo>
                  <a:lnTo>
                    <a:pt x="4736300" y="472459"/>
                  </a:lnTo>
                  <a:lnTo>
                    <a:pt x="4648571" y="464342"/>
                  </a:lnTo>
                  <a:lnTo>
                    <a:pt x="4569015" y="457905"/>
                  </a:lnTo>
                  <a:lnTo>
                    <a:pt x="4501856" y="453111"/>
                  </a:lnTo>
                  <a:lnTo>
                    <a:pt x="4450176" y="449833"/>
                  </a:lnTo>
                  <a:lnTo>
                    <a:pt x="4415127" y="447845"/>
                  </a:lnTo>
                  <a:lnTo>
                    <a:pt x="4395525" y="446846"/>
                  </a:lnTo>
                  <a:lnTo>
                    <a:pt x="4387906" y="446496"/>
                  </a:lnTo>
                  <a:lnTo>
                    <a:pt x="4386855" y="446451"/>
                  </a:lnTo>
                  <a:lnTo>
                    <a:pt x="3848118" y="446451"/>
                  </a:lnTo>
                  <a:lnTo>
                    <a:pt x="3846819" y="446436"/>
                  </a:lnTo>
                  <a:lnTo>
                    <a:pt x="3838344" y="446330"/>
                  </a:lnTo>
                  <a:lnTo>
                    <a:pt x="3817216" y="446037"/>
                  </a:lnTo>
                  <a:lnTo>
                    <a:pt x="3780043" y="445462"/>
                  </a:lnTo>
                  <a:lnTo>
                    <a:pt x="3725844" y="444522"/>
                  </a:lnTo>
                  <a:lnTo>
                    <a:pt x="3656071" y="443158"/>
                  </a:lnTo>
                  <a:lnTo>
                    <a:pt x="3574120" y="441337"/>
                  </a:lnTo>
                  <a:lnTo>
                    <a:pt x="3484460" y="439052"/>
                  </a:lnTo>
                  <a:lnTo>
                    <a:pt x="3391663" y="436310"/>
                  </a:lnTo>
                  <a:lnTo>
                    <a:pt x="3299660" y="433122"/>
                  </a:lnTo>
                  <a:lnTo>
                    <a:pt x="3211334" y="429491"/>
                  </a:lnTo>
                  <a:lnTo>
                    <a:pt x="3128458" y="425405"/>
                  </a:lnTo>
                  <a:lnTo>
                    <a:pt x="3051836" y="420833"/>
                  </a:lnTo>
                  <a:lnTo>
                    <a:pt x="2981532" y="415720"/>
                  </a:lnTo>
                  <a:lnTo>
                    <a:pt x="2917105" y="409995"/>
                  </a:lnTo>
                  <a:lnTo>
                    <a:pt x="2857808" y="403567"/>
                  </a:lnTo>
                  <a:lnTo>
                    <a:pt x="2802729" y="396332"/>
                  </a:lnTo>
                  <a:lnTo>
                    <a:pt x="2750903" y="388187"/>
                  </a:lnTo>
                  <a:lnTo>
                    <a:pt x="2701399" y="379044"/>
                  </a:lnTo>
                  <a:lnTo>
                    <a:pt x="2667772" y="372043"/>
                  </a:lnTo>
                  <a:lnTo>
                    <a:pt x="2616194" y="360094"/>
                  </a:lnTo>
                  <a:lnTo>
                    <a:pt x="2565111" y="346874"/>
                  </a:lnTo>
                  <a:lnTo>
                    <a:pt x="2513963" y="332366"/>
                  </a:lnTo>
                  <a:lnTo>
                    <a:pt x="2462376" y="316602"/>
                  </a:lnTo>
                  <a:lnTo>
                    <a:pt x="2410141" y="299667"/>
                  </a:lnTo>
                  <a:lnTo>
                    <a:pt x="2357191" y="281704"/>
                  </a:lnTo>
                  <a:lnTo>
                    <a:pt x="2303584" y="262907"/>
                  </a:lnTo>
                  <a:lnTo>
                    <a:pt x="2249476" y="243523"/>
                  </a:lnTo>
                  <a:lnTo>
                    <a:pt x="2195094" y="223830"/>
                  </a:lnTo>
                  <a:lnTo>
                    <a:pt x="2140704" y="204128"/>
                  </a:lnTo>
                  <a:lnTo>
                    <a:pt x="2086572" y="184716"/>
                  </a:lnTo>
                  <a:lnTo>
                    <a:pt x="2032928" y="165877"/>
                  </a:lnTo>
                  <a:lnTo>
                    <a:pt x="1979935" y="147856"/>
                  </a:lnTo>
                  <a:lnTo>
                    <a:pt x="1927657" y="130853"/>
                  </a:lnTo>
                  <a:lnTo>
                    <a:pt x="1876035" y="115015"/>
                  </a:lnTo>
                  <a:lnTo>
                    <a:pt x="1824869" y="100429"/>
                  </a:lnTo>
                  <a:lnTo>
                    <a:pt x="1773797" y="87130"/>
                  </a:lnTo>
                  <a:lnTo>
                    <a:pt x="1722269" y="75104"/>
                  </a:lnTo>
                  <a:lnTo>
                    <a:pt x="1719082" y="74408"/>
                  </a:lnTo>
                  <a:lnTo>
                    <a:pt x="1670711" y="64539"/>
                  </a:lnTo>
                  <a:lnTo>
                    <a:pt x="1620599" y="55704"/>
                  </a:lnTo>
                  <a:lnTo>
                    <a:pt x="1567893" y="47844"/>
                  </a:lnTo>
                  <a:lnTo>
                    <a:pt x="1511642" y="40864"/>
                  </a:lnTo>
                  <a:lnTo>
                    <a:pt x="1450888" y="34658"/>
                  </a:lnTo>
                  <a:lnTo>
                    <a:pt x="1384756" y="29127"/>
                  </a:lnTo>
                  <a:lnTo>
                    <a:pt x="1312573" y="24184"/>
                  </a:lnTo>
                  <a:lnTo>
                    <a:pt x="1234028" y="19763"/>
                  </a:lnTo>
                  <a:lnTo>
                    <a:pt x="1149383" y="15817"/>
                  </a:lnTo>
                  <a:lnTo>
                    <a:pt x="1059712" y="12321"/>
                  </a:lnTo>
                  <a:lnTo>
                    <a:pt x="967113" y="9266"/>
                  </a:lnTo>
                  <a:lnTo>
                    <a:pt x="874808" y="6661"/>
                  </a:lnTo>
                  <a:lnTo>
                    <a:pt x="786980" y="4515"/>
                  </a:lnTo>
                  <a:lnTo>
                    <a:pt x="708263" y="2834"/>
                  </a:lnTo>
                  <a:lnTo>
                    <a:pt x="642906" y="1602"/>
                  </a:lnTo>
                  <a:lnTo>
                    <a:pt x="593797" y="780"/>
                  </a:lnTo>
                  <a:lnTo>
                    <a:pt x="561683" y="300"/>
                  </a:lnTo>
                  <a:lnTo>
                    <a:pt x="544833" y="73"/>
                  </a:lnTo>
                  <a:lnTo>
                    <a:pt x="539187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4" name="pg374"/>
            <p:cNvSpPr/>
            <p:nvPr/>
          </p:nvSpPr>
          <p:spPr>
            <a:xfrm>
              <a:off x="546595" y="843014"/>
              <a:ext cx="8234974" cy="2793046"/>
            </a:xfrm>
            <a:custGeom>
              <a:avLst/>
              <a:pathLst>
                <a:path w="8234974" h="2793046">
                  <a:moveTo>
                    <a:pt x="0" y="5444"/>
                  </a:moveTo>
                  <a:lnTo>
                    <a:pt x="538736" y="5444"/>
                  </a:lnTo>
                  <a:lnTo>
                    <a:pt x="540035" y="5459"/>
                  </a:lnTo>
                  <a:lnTo>
                    <a:pt x="548508" y="5569"/>
                  </a:lnTo>
                  <a:lnTo>
                    <a:pt x="569632" y="5873"/>
                  </a:lnTo>
                  <a:lnTo>
                    <a:pt x="606798" y="6469"/>
                  </a:lnTo>
                  <a:lnTo>
                    <a:pt x="660988" y="7443"/>
                  </a:lnTo>
                  <a:lnTo>
                    <a:pt x="730750" y="8857"/>
                  </a:lnTo>
                  <a:lnTo>
                    <a:pt x="812690" y="10744"/>
                  </a:lnTo>
                  <a:lnTo>
                    <a:pt x="902341" y="13113"/>
                  </a:lnTo>
                  <a:lnTo>
                    <a:pt x="995130" y="15955"/>
                  </a:lnTo>
                  <a:lnTo>
                    <a:pt x="1087128" y="19259"/>
                  </a:lnTo>
                  <a:lnTo>
                    <a:pt x="1175451" y="23022"/>
                  </a:lnTo>
                  <a:lnTo>
                    <a:pt x="1258326" y="27256"/>
                  </a:lnTo>
                  <a:lnTo>
                    <a:pt x="1334948" y="31995"/>
                  </a:lnTo>
                  <a:lnTo>
                    <a:pt x="1405254" y="37293"/>
                  </a:lnTo>
                  <a:lnTo>
                    <a:pt x="1469681" y="43227"/>
                  </a:lnTo>
                  <a:lnTo>
                    <a:pt x="1528979" y="49889"/>
                  </a:lnTo>
                  <a:lnTo>
                    <a:pt x="1584059" y="57387"/>
                  </a:lnTo>
                  <a:lnTo>
                    <a:pt x="1635885" y="65828"/>
                  </a:lnTo>
                  <a:lnTo>
                    <a:pt x="1685387" y="75304"/>
                  </a:lnTo>
                  <a:lnTo>
                    <a:pt x="1719082" y="82575"/>
                  </a:lnTo>
                  <a:lnTo>
                    <a:pt x="1770576" y="94939"/>
                  </a:lnTo>
                  <a:lnTo>
                    <a:pt x="1821574" y="108617"/>
                  </a:lnTo>
                  <a:lnTo>
                    <a:pt x="1872636" y="123625"/>
                  </a:lnTo>
                  <a:lnTo>
                    <a:pt x="1924133" y="139931"/>
                  </a:lnTo>
                  <a:lnTo>
                    <a:pt x="1976276" y="157448"/>
                  </a:lnTo>
                  <a:lnTo>
                    <a:pt x="2029132" y="176029"/>
                  </a:lnTo>
                  <a:lnTo>
                    <a:pt x="2082643" y="195472"/>
                  </a:lnTo>
                  <a:lnTo>
                    <a:pt x="2136657" y="215527"/>
                  </a:lnTo>
                  <a:lnTo>
                    <a:pt x="2190946" y="235904"/>
                  </a:lnTo>
                  <a:lnTo>
                    <a:pt x="2245248" y="256295"/>
                  </a:lnTo>
                  <a:lnTo>
                    <a:pt x="2299297" y="276391"/>
                  </a:lnTo>
                  <a:lnTo>
                    <a:pt x="2352862" y="295902"/>
                  </a:lnTo>
                  <a:lnTo>
                    <a:pt x="2405782" y="314571"/>
                  </a:lnTo>
                  <a:lnTo>
                    <a:pt x="2457989" y="332191"/>
                  </a:lnTo>
                  <a:lnTo>
                    <a:pt x="2509539" y="348613"/>
                  </a:lnTo>
                  <a:lnTo>
                    <a:pt x="2560628" y="363741"/>
                  </a:lnTo>
                  <a:lnTo>
                    <a:pt x="2611612" y="377540"/>
                  </a:lnTo>
                  <a:lnTo>
                    <a:pt x="2663031" y="390023"/>
                  </a:lnTo>
                  <a:lnTo>
                    <a:pt x="2667772" y="391099"/>
                  </a:lnTo>
                  <a:lnTo>
                    <a:pt x="2716140" y="401328"/>
                  </a:lnTo>
                  <a:lnTo>
                    <a:pt x="2766248" y="410486"/>
                  </a:lnTo>
                  <a:lnTo>
                    <a:pt x="2818950" y="418633"/>
                  </a:lnTo>
                  <a:lnTo>
                    <a:pt x="2875196" y="425868"/>
                  </a:lnTo>
                  <a:lnTo>
                    <a:pt x="2935943" y="432300"/>
                  </a:lnTo>
                  <a:lnTo>
                    <a:pt x="3002068" y="438034"/>
                  </a:lnTo>
                  <a:lnTo>
                    <a:pt x="3074243" y="443157"/>
                  </a:lnTo>
                  <a:lnTo>
                    <a:pt x="3152778" y="447740"/>
                  </a:lnTo>
                  <a:lnTo>
                    <a:pt x="3237413" y="451830"/>
                  </a:lnTo>
                  <a:lnTo>
                    <a:pt x="3327076" y="455455"/>
                  </a:lnTo>
                  <a:lnTo>
                    <a:pt x="3419666" y="458621"/>
                  </a:lnTo>
                  <a:lnTo>
                    <a:pt x="3511966" y="461322"/>
                  </a:lnTo>
                  <a:lnTo>
                    <a:pt x="3599794" y="463547"/>
                  </a:lnTo>
                  <a:lnTo>
                    <a:pt x="3678517" y="465290"/>
                  </a:lnTo>
                  <a:lnTo>
                    <a:pt x="3743885" y="466567"/>
                  </a:lnTo>
                  <a:lnTo>
                    <a:pt x="3793009" y="467420"/>
                  </a:lnTo>
                  <a:lnTo>
                    <a:pt x="3825141" y="467918"/>
                  </a:lnTo>
                  <a:lnTo>
                    <a:pt x="3842008" y="468153"/>
                  </a:lnTo>
                  <a:lnTo>
                    <a:pt x="3847665" y="468224"/>
                  </a:lnTo>
                  <a:lnTo>
                    <a:pt x="3848118" y="468229"/>
                  </a:lnTo>
                  <a:lnTo>
                    <a:pt x="4386855" y="468229"/>
                  </a:lnTo>
                  <a:lnTo>
                    <a:pt x="4388064" y="468301"/>
                  </a:lnTo>
                  <a:lnTo>
                    <a:pt x="4395962" y="468814"/>
                  </a:lnTo>
                  <a:lnTo>
                    <a:pt x="4415703" y="470230"/>
                  </a:lnTo>
                  <a:lnTo>
                    <a:pt x="4450568" y="473012"/>
                  </a:lnTo>
                  <a:lnTo>
                    <a:pt x="4501665" y="477566"/>
                  </a:lnTo>
                  <a:lnTo>
                    <a:pt x="4567877" y="484196"/>
                  </a:lnTo>
                  <a:lnTo>
                    <a:pt x="4646244" y="493077"/>
                  </a:lnTo>
                  <a:lnTo>
                    <a:pt x="4732706" y="504261"/>
                  </a:lnTo>
                  <a:lnTo>
                    <a:pt x="4822967" y="517719"/>
                  </a:lnTo>
                  <a:lnTo>
                    <a:pt x="4913210" y="533397"/>
                  </a:lnTo>
                  <a:lnTo>
                    <a:pt x="5000516" y="551267"/>
                  </a:lnTo>
                  <a:lnTo>
                    <a:pt x="5082982" y="571368"/>
                  </a:lnTo>
                  <a:lnTo>
                    <a:pt x="5159631" y="593825"/>
                  </a:lnTo>
                  <a:lnTo>
                    <a:pt x="5230221" y="618863"/>
                  </a:lnTo>
                  <a:lnTo>
                    <a:pt x="5295029" y="646806"/>
                  </a:lnTo>
                  <a:lnTo>
                    <a:pt x="5354670" y="678062"/>
                  </a:lnTo>
                  <a:lnTo>
                    <a:pt x="5409947" y="713112"/>
                  </a:lnTo>
                  <a:lnTo>
                    <a:pt x="5461747" y="752465"/>
                  </a:lnTo>
                  <a:lnTo>
                    <a:pt x="5510958" y="796597"/>
                  </a:lnTo>
                  <a:lnTo>
                    <a:pt x="5558392" y="845829"/>
                  </a:lnTo>
                  <a:lnTo>
                    <a:pt x="5567201" y="855699"/>
                  </a:lnTo>
                  <a:lnTo>
                    <a:pt x="5605429" y="901096"/>
                  </a:lnTo>
                  <a:lnTo>
                    <a:pt x="5643291" y="950086"/>
                  </a:lnTo>
                  <a:lnTo>
                    <a:pt x="5681048" y="1002742"/>
                  </a:lnTo>
                  <a:lnTo>
                    <a:pt x="5718897" y="1059064"/>
                  </a:lnTo>
                  <a:lnTo>
                    <a:pt x="5756983" y="1118979"/>
                  </a:lnTo>
                  <a:lnTo>
                    <a:pt x="5795400" y="1182325"/>
                  </a:lnTo>
                  <a:lnTo>
                    <a:pt x="5834201" y="1248856"/>
                  </a:lnTo>
                  <a:lnTo>
                    <a:pt x="5873393" y="1318237"/>
                  </a:lnTo>
                  <a:lnTo>
                    <a:pt x="5912953" y="1390046"/>
                  </a:lnTo>
                  <a:lnTo>
                    <a:pt x="5952823" y="1463787"/>
                  </a:lnTo>
                  <a:lnTo>
                    <a:pt x="5992922" y="1538901"/>
                  </a:lnTo>
                  <a:lnTo>
                    <a:pt x="6033153" y="1614781"/>
                  </a:lnTo>
                  <a:lnTo>
                    <a:pt x="6073407" y="1690794"/>
                  </a:lnTo>
                  <a:lnTo>
                    <a:pt x="6113574" y="1766303"/>
                  </a:lnTo>
                  <a:lnTo>
                    <a:pt x="6153550" y="1840688"/>
                  </a:lnTo>
                  <a:lnTo>
                    <a:pt x="6193248" y="1913367"/>
                  </a:lnTo>
                  <a:lnTo>
                    <a:pt x="6232598" y="1983816"/>
                  </a:lnTo>
                  <a:lnTo>
                    <a:pt x="6271563" y="2051581"/>
                  </a:lnTo>
                  <a:lnTo>
                    <a:pt x="6310136" y="2116290"/>
                  </a:lnTo>
                  <a:lnTo>
                    <a:pt x="6348352" y="2177660"/>
                  </a:lnTo>
                  <a:lnTo>
                    <a:pt x="6386285" y="2235494"/>
                  </a:lnTo>
                  <a:lnTo>
                    <a:pt x="6424059" y="2289682"/>
                  </a:lnTo>
                  <a:lnTo>
                    <a:pt x="6461849" y="2340196"/>
                  </a:lnTo>
                  <a:lnTo>
                    <a:pt x="6499889" y="2387078"/>
                  </a:lnTo>
                  <a:lnTo>
                    <a:pt x="6515891" y="2405576"/>
                  </a:lnTo>
                  <a:lnTo>
                    <a:pt x="6563070" y="2455783"/>
                  </a:lnTo>
                  <a:lnTo>
                    <a:pt x="6611887" y="2500860"/>
                  </a:lnTo>
                  <a:lnTo>
                    <a:pt x="6663132" y="2541081"/>
                  </a:lnTo>
                  <a:lnTo>
                    <a:pt x="6717683" y="2576904"/>
                  </a:lnTo>
                  <a:lnTo>
                    <a:pt x="6776435" y="2608838"/>
                  </a:lnTo>
                  <a:lnTo>
                    <a:pt x="6840214" y="2637372"/>
                  </a:lnTo>
                  <a:lnTo>
                    <a:pt x="6909679" y="2662931"/>
                  </a:lnTo>
                  <a:lnTo>
                    <a:pt x="6985185" y="2685855"/>
                  </a:lnTo>
                  <a:lnTo>
                    <a:pt x="7066602" y="2706388"/>
                  </a:lnTo>
                  <a:lnTo>
                    <a:pt x="7153110" y="2724674"/>
                  </a:lnTo>
                  <a:lnTo>
                    <a:pt x="7242991" y="2740766"/>
                  </a:lnTo>
                  <a:lnTo>
                    <a:pt x="7333518" y="2754647"/>
                  </a:lnTo>
                  <a:lnTo>
                    <a:pt x="7421020" y="2766264"/>
                  </a:lnTo>
                  <a:lnTo>
                    <a:pt x="7501244" y="2775578"/>
                  </a:lnTo>
                  <a:lnTo>
                    <a:pt x="7570021" y="2782624"/>
                  </a:lnTo>
                  <a:lnTo>
                    <a:pt x="7624120" y="2787550"/>
                  </a:lnTo>
                  <a:lnTo>
                    <a:pt x="7662033" y="2790638"/>
                  </a:lnTo>
                  <a:lnTo>
                    <a:pt x="7684439" y="2792278"/>
                  </a:lnTo>
                  <a:lnTo>
                    <a:pt x="7694230" y="2792925"/>
                  </a:lnTo>
                  <a:lnTo>
                    <a:pt x="7696237" y="2793046"/>
                  </a:lnTo>
                  <a:lnTo>
                    <a:pt x="8234974" y="2793046"/>
                  </a:lnTo>
                  <a:lnTo>
                    <a:pt x="8234974" y="2787601"/>
                  </a:lnTo>
                  <a:lnTo>
                    <a:pt x="7696237" y="2787601"/>
                  </a:lnTo>
                  <a:lnTo>
                    <a:pt x="7695029" y="2787529"/>
                  </a:lnTo>
                  <a:lnTo>
                    <a:pt x="7687131" y="2787017"/>
                  </a:lnTo>
                  <a:lnTo>
                    <a:pt x="7667390" y="2785600"/>
                  </a:lnTo>
                  <a:lnTo>
                    <a:pt x="7632524" y="2782819"/>
                  </a:lnTo>
                  <a:lnTo>
                    <a:pt x="7581427" y="2778265"/>
                  </a:lnTo>
                  <a:lnTo>
                    <a:pt x="7515215" y="2771634"/>
                  </a:lnTo>
                  <a:lnTo>
                    <a:pt x="7436849" y="2762753"/>
                  </a:lnTo>
                  <a:lnTo>
                    <a:pt x="7350386" y="2751570"/>
                  </a:lnTo>
                  <a:lnTo>
                    <a:pt x="7260125" y="2738112"/>
                  </a:lnTo>
                  <a:lnTo>
                    <a:pt x="7169882" y="2722434"/>
                  </a:lnTo>
                  <a:lnTo>
                    <a:pt x="7082576" y="2704563"/>
                  </a:lnTo>
                  <a:lnTo>
                    <a:pt x="7000111" y="2684463"/>
                  </a:lnTo>
                  <a:lnTo>
                    <a:pt x="6923462" y="2662006"/>
                  </a:lnTo>
                  <a:lnTo>
                    <a:pt x="6852872" y="2636967"/>
                  </a:lnTo>
                  <a:lnTo>
                    <a:pt x="6788063" y="2609025"/>
                  </a:lnTo>
                  <a:lnTo>
                    <a:pt x="6728422" y="2577768"/>
                  </a:lnTo>
                  <a:lnTo>
                    <a:pt x="6673146" y="2542719"/>
                  </a:lnTo>
                  <a:lnTo>
                    <a:pt x="6621346" y="2503365"/>
                  </a:lnTo>
                  <a:lnTo>
                    <a:pt x="6572135" y="2459233"/>
                  </a:lnTo>
                  <a:lnTo>
                    <a:pt x="6524700" y="2410001"/>
                  </a:lnTo>
                  <a:lnTo>
                    <a:pt x="6515891" y="2400132"/>
                  </a:lnTo>
                  <a:lnTo>
                    <a:pt x="6477663" y="2354735"/>
                  </a:lnTo>
                  <a:lnTo>
                    <a:pt x="6439801" y="2305744"/>
                  </a:lnTo>
                  <a:lnTo>
                    <a:pt x="6402045" y="2253089"/>
                  </a:lnTo>
                  <a:lnTo>
                    <a:pt x="6364196" y="2196766"/>
                  </a:lnTo>
                  <a:lnTo>
                    <a:pt x="6326110" y="2136852"/>
                  </a:lnTo>
                  <a:lnTo>
                    <a:pt x="6287692" y="2073505"/>
                  </a:lnTo>
                  <a:lnTo>
                    <a:pt x="6248892" y="2006974"/>
                  </a:lnTo>
                  <a:lnTo>
                    <a:pt x="6209699" y="1937594"/>
                  </a:lnTo>
                  <a:lnTo>
                    <a:pt x="6170140" y="1865785"/>
                  </a:lnTo>
                  <a:lnTo>
                    <a:pt x="6130270" y="1792043"/>
                  </a:lnTo>
                  <a:lnTo>
                    <a:pt x="6090170" y="1716929"/>
                  </a:lnTo>
                  <a:lnTo>
                    <a:pt x="6049940" y="1641049"/>
                  </a:lnTo>
                  <a:lnTo>
                    <a:pt x="6009686" y="1565036"/>
                  </a:lnTo>
                  <a:lnTo>
                    <a:pt x="5969519" y="1489527"/>
                  </a:lnTo>
                  <a:lnTo>
                    <a:pt x="5929542" y="1415142"/>
                  </a:lnTo>
                  <a:lnTo>
                    <a:pt x="5889845" y="1342463"/>
                  </a:lnTo>
                  <a:lnTo>
                    <a:pt x="5850494" y="1272015"/>
                  </a:lnTo>
                  <a:lnTo>
                    <a:pt x="5811530" y="1204250"/>
                  </a:lnTo>
                  <a:lnTo>
                    <a:pt x="5772956" y="1139540"/>
                  </a:lnTo>
                  <a:lnTo>
                    <a:pt x="5734741" y="1078171"/>
                  </a:lnTo>
                  <a:lnTo>
                    <a:pt x="5696808" y="1020337"/>
                  </a:lnTo>
                  <a:lnTo>
                    <a:pt x="5659034" y="966148"/>
                  </a:lnTo>
                  <a:lnTo>
                    <a:pt x="5621243" y="915635"/>
                  </a:lnTo>
                  <a:lnTo>
                    <a:pt x="5583204" y="868752"/>
                  </a:lnTo>
                  <a:lnTo>
                    <a:pt x="5567201" y="850254"/>
                  </a:lnTo>
                  <a:lnTo>
                    <a:pt x="5520023" y="800047"/>
                  </a:lnTo>
                  <a:lnTo>
                    <a:pt x="5471205" y="754970"/>
                  </a:lnTo>
                  <a:lnTo>
                    <a:pt x="5419961" y="714749"/>
                  </a:lnTo>
                  <a:lnTo>
                    <a:pt x="5365409" y="678926"/>
                  </a:lnTo>
                  <a:lnTo>
                    <a:pt x="5306657" y="646992"/>
                  </a:lnTo>
                  <a:lnTo>
                    <a:pt x="5242878" y="618458"/>
                  </a:lnTo>
                  <a:lnTo>
                    <a:pt x="5173413" y="592899"/>
                  </a:lnTo>
                  <a:lnTo>
                    <a:pt x="5097908" y="569975"/>
                  </a:lnTo>
                  <a:lnTo>
                    <a:pt x="5016490" y="549443"/>
                  </a:lnTo>
                  <a:lnTo>
                    <a:pt x="4929983" y="531157"/>
                  </a:lnTo>
                  <a:lnTo>
                    <a:pt x="4840101" y="515064"/>
                  </a:lnTo>
                  <a:lnTo>
                    <a:pt x="4749574" y="501183"/>
                  </a:lnTo>
                  <a:lnTo>
                    <a:pt x="4662073" y="489567"/>
                  </a:lnTo>
                  <a:lnTo>
                    <a:pt x="4581849" y="480252"/>
                  </a:lnTo>
                  <a:lnTo>
                    <a:pt x="4513071" y="473207"/>
                  </a:lnTo>
                  <a:lnTo>
                    <a:pt x="4458973" y="468280"/>
                  </a:lnTo>
                  <a:lnTo>
                    <a:pt x="4421060" y="465193"/>
                  </a:lnTo>
                  <a:lnTo>
                    <a:pt x="4398653" y="463553"/>
                  </a:lnTo>
                  <a:lnTo>
                    <a:pt x="4388862" y="462906"/>
                  </a:lnTo>
                  <a:lnTo>
                    <a:pt x="4386855" y="462785"/>
                  </a:lnTo>
                  <a:lnTo>
                    <a:pt x="3848118" y="462785"/>
                  </a:lnTo>
                  <a:lnTo>
                    <a:pt x="3846820" y="462770"/>
                  </a:lnTo>
                  <a:lnTo>
                    <a:pt x="3838346" y="462660"/>
                  </a:lnTo>
                  <a:lnTo>
                    <a:pt x="3817223" y="462356"/>
                  </a:lnTo>
                  <a:lnTo>
                    <a:pt x="3780056" y="461760"/>
                  </a:lnTo>
                  <a:lnTo>
                    <a:pt x="3725867" y="460786"/>
                  </a:lnTo>
                  <a:lnTo>
                    <a:pt x="3656105" y="459372"/>
                  </a:lnTo>
                  <a:lnTo>
                    <a:pt x="3574165" y="457485"/>
                  </a:lnTo>
                  <a:lnTo>
                    <a:pt x="3484514" y="455116"/>
                  </a:lnTo>
                  <a:lnTo>
                    <a:pt x="3391725" y="452274"/>
                  </a:lnTo>
                  <a:lnTo>
                    <a:pt x="3299726" y="448970"/>
                  </a:lnTo>
                  <a:lnTo>
                    <a:pt x="3211403" y="445207"/>
                  </a:lnTo>
                  <a:lnTo>
                    <a:pt x="3128529" y="440973"/>
                  </a:lnTo>
                  <a:lnTo>
                    <a:pt x="3051906" y="436234"/>
                  </a:lnTo>
                  <a:lnTo>
                    <a:pt x="2981601" y="430936"/>
                  </a:lnTo>
                  <a:lnTo>
                    <a:pt x="2917174" y="425002"/>
                  </a:lnTo>
                  <a:lnTo>
                    <a:pt x="2857876" y="418340"/>
                  </a:lnTo>
                  <a:lnTo>
                    <a:pt x="2802796" y="410842"/>
                  </a:lnTo>
                  <a:lnTo>
                    <a:pt x="2750970" y="402401"/>
                  </a:lnTo>
                  <a:lnTo>
                    <a:pt x="2701467" y="392925"/>
                  </a:lnTo>
                  <a:lnTo>
                    <a:pt x="2667772" y="385654"/>
                  </a:lnTo>
                  <a:lnTo>
                    <a:pt x="2616279" y="373290"/>
                  </a:lnTo>
                  <a:lnTo>
                    <a:pt x="2565281" y="359612"/>
                  </a:lnTo>
                  <a:lnTo>
                    <a:pt x="2514219" y="344604"/>
                  </a:lnTo>
                  <a:lnTo>
                    <a:pt x="2462721" y="328298"/>
                  </a:lnTo>
                  <a:lnTo>
                    <a:pt x="2410578" y="310781"/>
                  </a:lnTo>
                  <a:lnTo>
                    <a:pt x="2357723" y="292200"/>
                  </a:lnTo>
                  <a:lnTo>
                    <a:pt x="2304211" y="272757"/>
                  </a:lnTo>
                  <a:lnTo>
                    <a:pt x="2250198" y="252702"/>
                  </a:lnTo>
                  <a:lnTo>
                    <a:pt x="2195908" y="232325"/>
                  </a:lnTo>
                  <a:lnTo>
                    <a:pt x="2141606" y="211934"/>
                  </a:lnTo>
                  <a:lnTo>
                    <a:pt x="2087558" y="191838"/>
                  </a:lnTo>
                  <a:lnTo>
                    <a:pt x="2033992" y="172327"/>
                  </a:lnTo>
                  <a:lnTo>
                    <a:pt x="1981073" y="153658"/>
                  </a:lnTo>
                  <a:lnTo>
                    <a:pt x="1928866" y="136037"/>
                  </a:lnTo>
                  <a:lnTo>
                    <a:pt x="1877316" y="119616"/>
                  </a:lnTo>
                  <a:lnTo>
                    <a:pt x="1826227" y="104488"/>
                  </a:lnTo>
                  <a:lnTo>
                    <a:pt x="1775243" y="90689"/>
                  </a:lnTo>
                  <a:lnTo>
                    <a:pt x="1723824" y="78206"/>
                  </a:lnTo>
                  <a:lnTo>
                    <a:pt x="1719082" y="77130"/>
                  </a:lnTo>
                  <a:lnTo>
                    <a:pt x="1670715" y="66901"/>
                  </a:lnTo>
                  <a:lnTo>
                    <a:pt x="1620607" y="57743"/>
                  </a:lnTo>
                  <a:lnTo>
                    <a:pt x="1567905" y="49596"/>
                  </a:lnTo>
                  <a:lnTo>
                    <a:pt x="1511659" y="42361"/>
                  </a:lnTo>
                  <a:lnTo>
                    <a:pt x="1450911" y="35928"/>
                  </a:lnTo>
                  <a:lnTo>
                    <a:pt x="1384787" y="30195"/>
                  </a:lnTo>
                  <a:lnTo>
                    <a:pt x="1312612" y="25072"/>
                  </a:lnTo>
                  <a:lnTo>
                    <a:pt x="1234076" y="20489"/>
                  </a:lnTo>
                  <a:lnTo>
                    <a:pt x="1149441" y="16399"/>
                  </a:lnTo>
                  <a:lnTo>
                    <a:pt x="1059779" y="12774"/>
                  </a:lnTo>
                  <a:lnTo>
                    <a:pt x="967189" y="9608"/>
                  </a:lnTo>
                  <a:lnTo>
                    <a:pt x="874889" y="6907"/>
                  </a:lnTo>
                  <a:lnTo>
                    <a:pt x="787060" y="4682"/>
                  </a:lnTo>
                  <a:lnTo>
                    <a:pt x="708338" y="2939"/>
                  </a:lnTo>
                  <a:lnTo>
                    <a:pt x="642969" y="1662"/>
                  </a:lnTo>
                  <a:lnTo>
                    <a:pt x="593845" y="809"/>
                  </a:lnTo>
                  <a:lnTo>
                    <a:pt x="561713" y="311"/>
                  </a:lnTo>
                  <a:lnTo>
                    <a:pt x="544847" y="76"/>
                  </a:lnTo>
                  <a:lnTo>
                    <a:pt x="539189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75" name="pl375"/>
            <p:cNvSpPr/>
            <p:nvPr/>
          </p:nvSpPr>
          <p:spPr>
            <a:xfrm>
              <a:off x="546595" y="848458"/>
              <a:ext cx="8234974" cy="2787601"/>
            </a:xfrm>
            <a:custGeom>
              <a:avLst/>
              <a:pathLst>
                <a:path w="8234974" h="2787601">
                  <a:moveTo>
                    <a:pt x="0" y="0"/>
                  </a:moveTo>
                  <a:lnTo>
                    <a:pt x="538736" y="0"/>
                  </a:lnTo>
                  <a:lnTo>
                    <a:pt x="540035" y="15"/>
                  </a:lnTo>
                  <a:lnTo>
                    <a:pt x="548508" y="125"/>
                  </a:lnTo>
                  <a:lnTo>
                    <a:pt x="569632" y="429"/>
                  </a:lnTo>
                  <a:lnTo>
                    <a:pt x="606798" y="1025"/>
                  </a:lnTo>
                  <a:lnTo>
                    <a:pt x="660988" y="1998"/>
                  </a:lnTo>
                  <a:lnTo>
                    <a:pt x="730750" y="3412"/>
                  </a:lnTo>
                  <a:lnTo>
                    <a:pt x="812690" y="5300"/>
                  </a:lnTo>
                  <a:lnTo>
                    <a:pt x="902341" y="7668"/>
                  </a:lnTo>
                  <a:lnTo>
                    <a:pt x="995130" y="10510"/>
                  </a:lnTo>
                  <a:lnTo>
                    <a:pt x="1087128" y="13814"/>
                  </a:lnTo>
                  <a:lnTo>
                    <a:pt x="1175451" y="17577"/>
                  </a:lnTo>
                  <a:lnTo>
                    <a:pt x="1258326" y="21811"/>
                  </a:lnTo>
                  <a:lnTo>
                    <a:pt x="1334948" y="26550"/>
                  </a:lnTo>
                  <a:lnTo>
                    <a:pt x="1405254" y="31849"/>
                  </a:lnTo>
                  <a:lnTo>
                    <a:pt x="1469681" y="37782"/>
                  </a:lnTo>
                  <a:lnTo>
                    <a:pt x="1528979" y="44444"/>
                  </a:lnTo>
                  <a:lnTo>
                    <a:pt x="1584059" y="51942"/>
                  </a:lnTo>
                  <a:lnTo>
                    <a:pt x="1635885" y="60383"/>
                  </a:lnTo>
                  <a:lnTo>
                    <a:pt x="1685387" y="69859"/>
                  </a:lnTo>
                  <a:lnTo>
                    <a:pt x="1719082" y="77130"/>
                  </a:lnTo>
                  <a:lnTo>
                    <a:pt x="1770576" y="89495"/>
                  </a:lnTo>
                  <a:lnTo>
                    <a:pt x="1821574" y="103172"/>
                  </a:lnTo>
                  <a:lnTo>
                    <a:pt x="1872636" y="118180"/>
                  </a:lnTo>
                  <a:lnTo>
                    <a:pt x="1924133" y="134487"/>
                  </a:lnTo>
                  <a:lnTo>
                    <a:pt x="1976276" y="152003"/>
                  </a:lnTo>
                  <a:lnTo>
                    <a:pt x="2029132" y="170584"/>
                  </a:lnTo>
                  <a:lnTo>
                    <a:pt x="2082643" y="190028"/>
                  </a:lnTo>
                  <a:lnTo>
                    <a:pt x="2136657" y="210082"/>
                  </a:lnTo>
                  <a:lnTo>
                    <a:pt x="2190946" y="230459"/>
                  </a:lnTo>
                  <a:lnTo>
                    <a:pt x="2245248" y="250850"/>
                  </a:lnTo>
                  <a:lnTo>
                    <a:pt x="2299297" y="270947"/>
                  </a:lnTo>
                  <a:lnTo>
                    <a:pt x="2352862" y="290457"/>
                  </a:lnTo>
                  <a:lnTo>
                    <a:pt x="2405782" y="309126"/>
                  </a:lnTo>
                  <a:lnTo>
                    <a:pt x="2457989" y="326747"/>
                  </a:lnTo>
                  <a:lnTo>
                    <a:pt x="2509539" y="343168"/>
                  </a:lnTo>
                  <a:lnTo>
                    <a:pt x="2560628" y="358297"/>
                  </a:lnTo>
                  <a:lnTo>
                    <a:pt x="2611612" y="372096"/>
                  </a:lnTo>
                  <a:lnTo>
                    <a:pt x="2663031" y="384578"/>
                  </a:lnTo>
                  <a:lnTo>
                    <a:pt x="2667772" y="385654"/>
                  </a:lnTo>
                  <a:lnTo>
                    <a:pt x="2716140" y="395883"/>
                  </a:lnTo>
                  <a:lnTo>
                    <a:pt x="2766248" y="405041"/>
                  </a:lnTo>
                  <a:lnTo>
                    <a:pt x="2818950" y="413188"/>
                  </a:lnTo>
                  <a:lnTo>
                    <a:pt x="2875196" y="420423"/>
                  </a:lnTo>
                  <a:lnTo>
                    <a:pt x="2935943" y="426856"/>
                  </a:lnTo>
                  <a:lnTo>
                    <a:pt x="3002068" y="432589"/>
                  </a:lnTo>
                  <a:lnTo>
                    <a:pt x="3074243" y="437713"/>
                  </a:lnTo>
                  <a:lnTo>
                    <a:pt x="3152778" y="442296"/>
                  </a:lnTo>
                  <a:lnTo>
                    <a:pt x="3237413" y="446386"/>
                  </a:lnTo>
                  <a:lnTo>
                    <a:pt x="3327076" y="450010"/>
                  </a:lnTo>
                  <a:lnTo>
                    <a:pt x="3419666" y="453177"/>
                  </a:lnTo>
                  <a:lnTo>
                    <a:pt x="3511966" y="455878"/>
                  </a:lnTo>
                  <a:lnTo>
                    <a:pt x="3599794" y="458102"/>
                  </a:lnTo>
                  <a:lnTo>
                    <a:pt x="3678517" y="459845"/>
                  </a:lnTo>
                  <a:lnTo>
                    <a:pt x="3743885" y="461122"/>
                  </a:lnTo>
                  <a:lnTo>
                    <a:pt x="3793009" y="461975"/>
                  </a:lnTo>
                  <a:lnTo>
                    <a:pt x="3825141" y="462473"/>
                  </a:lnTo>
                  <a:lnTo>
                    <a:pt x="3842008" y="462708"/>
                  </a:lnTo>
                  <a:lnTo>
                    <a:pt x="3847665" y="462780"/>
                  </a:lnTo>
                  <a:lnTo>
                    <a:pt x="3848118" y="462785"/>
                  </a:lnTo>
                  <a:lnTo>
                    <a:pt x="4386855" y="462785"/>
                  </a:lnTo>
                  <a:lnTo>
                    <a:pt x="4388064" y="462857"/>
                  </a:lnTo>
                  <a:lnTo>
                    <a:pt x="4395962" y="463369"/>
                  </a:lnTo>
                  <a:lnTo>
                    <a:pt x="4415703" y="464786"/>
                  </a:lnTo>
                  <a:lnTo>
                    <a:pt x="4450568" y="467567"/>
                  </a:lnTo>
                  <a:lnTo>
                    <a:pt x="4501665" y="472121"/>
                  </a:lnTo>
                  <a:lnTo>
                    <a:pt x="4567877" y="478752"/>
                  </a:lnTo>
                  <a:lnTo>
                    <a:pt x="4646244" y="487632"/>
                  </a:lnTo>
                  <a:lnTo>
                    <a:pt x="4732706" y="498816"/>
                  </a:lnTo>
                  <a:lnTo>
                    <a:pt x="4822967" y="512274"/>
                  </a:lnTo>
                  <a:lnTo>
                    <a:pt x="4913210" y="527952"/>
                  </a:lnTo>
                  <a:lnTo>
                    <a:pt x="5000516" y="545823"/>
                  </a:lnTo>
                  <a:lnTo>
                    <a:pt x="5082982" y="565923"/>
                  </a:lnTo>
                  <a:lnTo>
                    <a:pt x="5159631" y="588380"/>
                  </a:lnTo>
                  <a:lnTo>
                    <a:pt x="5230221" y="613419"/>
                  </a:lnTo>
                  <a:lnTo>
                    <a:pt x="5295029" y="641361"/>
                  </a:lnTo>
                  <a:lnTo>
                    <a:pt x="5354670" y="672618"/>
                  </a:lnTo>
                  <a:lnTo>
                    <a:pt x="5409947" y="707667"/>
                  </a:lnTo>
                  <a:lnTo>
                    <a:pt x="5461747" y="747021"/>
                  </a:lnTo>
                  <a:lnTo>
                    <a:pt x="5510958" y="791153"/>
                  </a:lnTo>
                  <a:lnTo>
                    <a:pt x="5558392" y="840385"/>
                  </a:lnTo>
                  <a:lnTo>
                    <a:pt x="5567201" y="850254"/>
                  </a:lnTo>
                  <a:lnTo>
                    <a:pt x="5605429" y="895651"/>
                  </a:lnTo>
                  <a:lnTo>
                    <a:pt x="5643291" y="944642"/>
                  </a:lnTo>
                  <a:lnTo>
                    <a:pt x="5681048" y="997297"/>
                  </a:lnTo>
                  <a:lnTo>
                    <a:pt x="5718897" y="1053620"/>
                  </a:lnTo>
                  <a:lnTo>
                    <a:pt x="5756983" y="1113534"/>
                  </a:lnTo>
                  <a:lnTo>
                    <a:pt x="5795400" y="1176880"/>
                  </a:lnTo>
                  <a:lnTo>
                    <a:pt x="5834201" y="1243412"/>
                  </a:lnTo>
                  <a:lnTo>
                    <a:pt x="5873393" y="1312792"/>
                  </a:lnTo>
                  <a:lnTo>
                    <a:pt x="5912953" y="1384601"/>
                  </a:lnTo>
                  <a:lnTo>
                    <a:pt x="5952823" y="1458343"/>
                  </a:lnTo>
                  <a:lnTo>
                    <a:pt x="5992922" y="1533456"/>
                  </a:lnTo>
                  <a:lnTo>
                    <a:pt x="6033153" y="1609336"/>
                  </a:lnTo>
                  <a:lnTo>
                    <a:pt x="6073407" y="1685350"/>
                  </a:lnTo>
                  <a:lnTo>
                    <a:pt x="6113574" y="1760859"/>
                  </a:lnTo>
                  <a:lnTo>
                    <a:pt x="6153550" y="1835243"/>
                  </a:lnTo>
                  <a:lnTo>
                    <a:pt x="6193248" y="1907923"/>
                  </a:lnTo>
                  <a:lnTo>
                    <a:pt x="6232598" y="1978371"/>
                  </a:lnTo>
                  <a:lnTo>
                    <a:pt x="6271563" y="2046136"/>
                  </a:lnTo>
                  <a:lnTo>
                    <a:pt x="6310136" y="2110846"/>
                  </a:lnTo>
                  <a:lnTo>
                    <a:pt x="6348352" y="2172215"/>
                  </a:lnTo>
                  <a:lnTo>
                    <a:pt x="6386285" y="2230049"/>
                  </a:lnTo>
                  <a:lnTo>
                    <a:pt x="6424059" y="2284238"/>
                  </a:lnTo>
                  <a:lnTo>
                    <a:pt x="6461849" y="2334751"/>
                  </a:lnTo>
                  <a:lnTo>
                    <a:pt x="6499889" y="2381634"/>
                  </a:lnTo>
                  <a:lnTo>
                    <a:pt x="6515891" y="2400132"/>
                  </a:lnTo>
                  <a:lnTo>
                    <a:pt x="6563070" y="2450338"/>
                  </a:lnTo>
                  <a:lnTo>
                    <a:pt x="6611887" y="2495415"/>
                  </a:lnTo>
                  <a:lnTo>
                    <a:pt x="6663132" y="2535637"/>
                  </a:lnTo>
                  <a:lnTo>
                    <a:pt x="6717683" y="2571460"/>
                  </a:lnTo>
                  <a:lnTo>
                    <a:pt x="6776435" y="2603394"/>
                  </a:lnTo>
                  <a:lnTo>
                    <a:pt x="6840214" y="2631928"/>
                  </a:lnTo>
                  <a:lnTo>
                    <a:pt x="6909679" y="2657487"/>
                  </a:lnTo>
                  <a:lnTo>
                    <a:pt x="6985185" y="2680411"/>
                  </a:lnTo>
                  <a:lnTo>
                    <a:pt x="7066602" y="2700943"/>
                  </a:lnTo>
                  <a:lnTo>
                    <a:pt x="7153110" y="2719229"/>
                  </a:lnTo>
                  <a:lnTo>
                    <a:pt x="7242991" y="2735322"/>
                  </a:lnTo>
                  <a:lnTo>
                    <a:pt x="7333518" y="2749203"/>
                  </a:lnTo>
                  <a:lnTo>
                    <a:pt x="7421020" y="2760819"/>
                  </a:lnTo>
                  <a:lnTo>
                    <a:pt x="7501244" y="2770134"/>
                  </a:lnTo>
                  <a:lnTo>
                    <a:pt x="7570021" y="2777179"/>
                  </a:lnTo>
                  <a:lnTo>
                    <a:pt x="7624120" y="2782106"/>
                  </a:lnTo>
                  <a:lnTo>
                    <a:pt x="7662033" y="2785193"/>
                  </a:lnTo>
                  <a:lnTo>
                    <a:pt x="7684439" y="2786833"/>
                  </a:lnTo>
                  <a:lnTo>
                    <a:pt x="7694230" y="2787480"/>
                  </a:lnTo>
                  <a:lnTo>
                    <a:pt x="7696229" y="2787601"/>
                  </a:lnTo>
                  <a:lnTo>
                    <a:pt x="7696237" y="2787601"/>
                  </a:lnTo>
                  <a:lnTo>
                    <a:pt x="8234974" y="27876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6" name="pl376"/>
            <p:cNvSpPr/>
            <p:nvPr/>
          </p:nvSpPr>
          <p:spPr>
            <a:xfrm>
              <a:off x="546595" y="843014"/>
              <a:ext cx="8234974" cy="2787601"/>
            </a:xfrm>
            <a:custGeom>
              <a:avLst/>
              <a:pathLst>
                <a:path w="8234974" h="2787601">
                  <a:moveTo>
                    <a:pt x="8234974" y="2787601"/>
                  </a:moveTo>
                  <a:lnTo>
                    <a:pt x="7696237" y="2787601"/>
                  </a:lnTo>
                  <a:lnTo>
                    <a:pt x="7695029" y="2787529"/>
                  </a:lnTo>
                  <a:lnTo>
                    <a:pt x="7687131" y="2787017"/>
                  </a:lnTo>
                  <a:lnTo>
                    <a:pt x="7667390" y="2785600"/>
                  </a:lnTo>
                  <a:lnTo>
                    <a:pt x="7632524" y="2782819"/>
                  </a:lnTo>
                  <a:lnTo>
                    <a:pt x="7581427" y="2778265"/>
                  </a:lnTo>
                  <a:lnTo>
                    <a:pt x="7515215" y="2771634"/>
                  </a:lnTo>
                  <a:lnTo>
                    <a:pt x="7436849" y="2762753"/>
                  </a:lnTo>
                  <a:lnTo>
                    <a:pt x="7350386" y="2751570"/>
                  </a:lnTo>
                  <a:lnTo>
                    <a:pt x="7260125" y="2738112"/>
                  </a:lnTo>
                  <a:lnTo>
                    <a:pt x="7169882" y="2722434"/>
                  </a:lnTo>
                  <a:lnTo>
                    <a:pt x="7082576" y="2704563"/>
                  </a:lnTo>
                  <a:lnTo>
                    <a:pt x="7000111" y="2684463"/>
                  </a:lnTo>
                  <a:lnTo>
                    <a:pt x="6923462" y="2662006"/>
                  </a:lnTo>
                  <a:lnTo>
                    <a:pt x="6852872" y="2636967"/>
                  </a:lnTo>
                  <a:lnTo>
                    <a:pt x="6788063" y="2609025"/>
                  </a:lnTo>
                  <a:lnTo>
                    <a:pt x="6728422" y="2577768"/>
                  </a:lnTo>
                  <a:lnTo>
                    <a:pt x="6673146" y="2542719"/>
                  </a:lnTo>
                  <a:lnTo>
                    <a:pt x="6621346" y="2503365"/>
                  </a:lnTo>
                  <a:lnTo>
                    <a:pt x="6572135" y="2459233"/>
                  </a:lnTo>
                  <a:lnTo>
                    <a:pt x="6524700" y="2410001"/>
                  </a:lnTo>
                  <a:lnTo>
                    <a:pt x="6515891" y="2400132"/>
                  </a:lnTo>
                  <a:lnTo>
                    <a:pt x="6477663" y="2354735"/>
                  </a:lnTo>
                  <a:lnTo>
                    <a:pt x="6439801" y="2305744"/>
                  </a:lnTo>
                  <a:lnTo>
                    <a:pt x="6402045" y="2253089"/>
                  </a:lnTo>
                  <a:lnTo>
                    <a:pt x="6364196" y="2196766"/>
                  </a:lnTo>
                  <a:lnTo>
                    <a:pt x="6326110" y="2136852"/>
                  </a:lnTo>
                  <a:lnTo>
                    <a:pt x="6287692" y="2073505"/>
                  </a:lnTo>
                  <a:lnTo>
                    <a:pt x="6248892" y="2006974"/>
                  </a:lnTo>
                  <a:lnTo>
                    <a:pt x="6209699" y="1937594"/>
                  </a:lnTo>
                  <a:lnTo>
                    <a:pt x="6170140" y="1865785"/>
                  </a:lnTo>
                  <a:lnTo>
                    <a:pt x="6130270" y="1792043"/>
                  </a:lnTo>
                  <a:lnTo>
                    <a:pt x="6090170" y="1716929"/>
                  </a:lnTo>
                  <a:lnTo>
                    <a:pt x="6049940" y="1641049"/>
                  </a:lnTo>
                  <a:lnTo>
                    <a:pt x="6009686" y="1565036"/>
                  </a:lnTo>
                  <a:lnTo>
                    <a:pt x="5969519" y="1489527"/>
                  </a:lnTo>
                  <a:lnTo>
                    <a:pt x="5929542" y="1415142"/>
                  </a:lnTo>
                  <a:lnTo>
                    <a:pt x="5889845" y="1342463"/>
                  </a:lnTo>
                  <a:lnTo>
                    <a:pt x="5850494" y="1272015"/>
                  </a:lnTo>
                  <a:lnTo>
                    <a:pt x="5811530" y="1204250"/>
                  </a:lnTo>
                  <a:lnTo>
                    <a:pt x="5772956" y="1139540"/>
                  </a:lnTo>
                  <a:lnTo>
                    <a:pt x="5734741" y="1078171"/>
                  </a:lnTo>
                  <a:lnTo>
                    <a:pt x="5696808" y="1020337"/>
                  </a:lnTo>
                  <a:lnTo>
                    <a:pt x="5659034" y="966148"/>
                  </a:lnTo>
                  <a:lnTo>
                    <a:pt x="5621243" y="915635"/>
                  </a:lnTo>
                  <a:lnTo>
                    <a:pt x="5583204" y="868752"/>
                  </a:lnTo>
                  <a:lnTo>
                    <a:pt x="5567201" y="850254"/>
                  </a:lnTo>
                  <a:lnTo>
                    <a:pt x="5520023" y="800047"/>
                  </a:lnTo>
                  <a:lnTo>
                    <a:pt x="5471205" y="754970"/>
                  </a:lnTo>
                  <a:lnTo>
                    <a:pt x="5419961" y="714749"/>
                  </a:lnTo>
                  <a:lnTo>
                    <a:pt x="5365409" y="678926"/>
                  </a:lnTo>
                  <a:lnTo>
                    <a:pt x="5306657" y="646992"/>
                  </a:lnTo>
                  <a:lnTo>
                    <a:pt x="5242878" y="618458"/>
                  </a:lnTo>
                  <a:lnTo>
                    <a:pt x="5173413" y="592899"/>
                  </a:lnTo>
                  <a:lnTo>
                    <a:pt x="5097908" y="569975"/>
                  </a:lnTo>
                  <a:lnTo>
                    <a:pt x="5016490" y="549443"/>
                  </a:lnTo>
                  <a:lnTo>
                    <a:pt x="4929983" y="531157"/>
                  </a:lnTo>
                  <a:lnTo>
                    <a:pt x="4840101" y="515064"/>
                  </a:lnTo>
                  <a:lnTo>
                    <a:pt x="4749574" y="501183"/>
                  </a:lnTo>
                  <a:lnTo>
                    <a:pt x="4662073" y="489567"/>
                  </a:lnTo>
                  <a:lnTo>
                    <a:pt x="4581849" y="480252"/>
                  </a:lnTo>
                  <a:lnTo>
                    <a:pt x="4513071" y="473207"/>
                  </a:lnTo>
                  <a:lnTo>
                    <a:pt x="4458973" y="468280"/>
                  </a:lnTo>
                  <a:lnTo>
                    <a:pt x="4421060" y="465193"/>
                  </a:lnTo>
                  <a:lnTo>
                    <a:pt x="4398653" y="463553"/>
                  </a:lnTo>
                  <a:lnTo>
                    <a:pt x="4388862" y="462906"/>
                  </a:lnTo>
                  <a:lnTo>
                    <a:pt x="4386864" y="462785"/>
                  </a:lnTo>
                  <a:lnTo>
                    <a:pt x="4386855" y="462785"/>
                  </a:lnTo>
                  <a:lnTo>
                    <a:pt x="3848118" y="462785"/>
                  </a:lnTo>
                  <a:lnTo>
                    <a:pt x="3846820" y="462770"/>
                  </a:lnTo>
                  <a:lnTo>
                    <a:pt x="3838346" y="462660"/>
                  </a:lnTo>
                  <a:lnTo>
                    <a:pt x="3817223" y="462356"/>
                  </a:lnTo>
                  <a:lnTo>
                    <a:pt x="3780056" y="461760"/>
                  </a:lnTo>
                  <a:lnTo>
                    <a:pt x="3725867" y="460786"/>
                  </a:lnTo>
                  <a:lnTo>
                    <a:pt x="3656105" y="459372"/>
                  </a:lnTo>
                  <a:lnTo>
                    <a:pt x="3574165" y="457485"/>
                  </a:lnTo>
                  <a:lnTo>
                    <a:pt x="3484514" y="455116"/>
                  </a:lnTo>
                  <a:lnTo>
                    <a:pt x="3391725" y="452274"/>
                  </a:lnTo>
                  <a:lnTo>
                    <a:pt x="3299726" y="448970"/>
                  </a:lnTo>
                  <a:lnTo>
                    <a:pt x="3211403" y="445207"/>
                  </a:lnTo>
                  <a:lnTo>
                    <a:pt x="3128529" y="440973"/>
                  </a:lnTo>
                  <a:lnTo>
                    <a:pt x="3051906" y="436234"/>
                  </a:lnTo>
                  <a:lnTo>
                    <a:pt x="2981601" y="430936"/>
                  </a:lnTo>
                  <a:lnTo>
                    <a:pt x="2917174" y="425002"/>
                  </a:lnTo>
                  <a:lnTo>
                    <a:pt x="2857876" y="418340"/>
                  </a:lnTo>
                  <a:lnTo>
                    <a:pt x="2802796" y="410842"/>
                  </a:lnTo>
                  <a:lnTo>
                    <a:pt x="2750970" y="402401"/>
                  </a:lnTo>
                  <a:lnTo>
                    <a:pt x="2701467" y="392925"/>
                  </a:lnTo>
                  <a:lnTo>
                    <a:pt x="2667772" y="385654"/>
                  </a:lnTo>
                  <a:lnTo>
                    <a:pt x="2616279" y="373290"/>
                  </a:lnTo>
                  <a:lnTo>
                    <a:pt x="2565281" y="359612"/>
                  </a:lnTo>
                  <a:lnTo>
                    <a:pt x="2514219" y="344604"/>
                  </a:lnTo>
                  <a:lnTo>
                    <a:pt x="2462721" y="328298"/>
                  </a:lnTo>
                  <a:lnTo>
                    <a:pt x="2410578" y="310781"/>
                  </a:lnTo>
                  <a:lnTo>
                    <a:pt x="2357723" y="292200"/>
                  </a:lnTo>
                  <a:lnTo>
                    <a:pt x="2304211" y="272757"/>
                  </a:lnTo>
                  <a:lnTo>
                    <a:pt x="2250198" y="252702"/>
                  </a:lnTo>
                  <a:lnTo>
                    <a:pt x="2195908" y="232325"/>
                  </a:lnTo>
                  <a:lnTo>
                    <a:pt x="2141606" y="211934"/>
                  </a:lnTo>
                  <a:lnTo>
                    <a:pt x="2087558" y="191838"/>
                  </a:lnTo>
                  <a:lnTo>
                    <a:pt x="2033992" y="172327"/>
                  </a:lnTo>
                  <a:lnTo>
                    <a:pt x="1981073" y="153658"/>
                  </a:lnTo>
                  <a:lnTo>
                    <a:pt x="1928866" y="136037"/>
                  </a:lnTo>
                  <a:lnTo>
                    <a:pt x="1877316" y="119616"/>
                  </a:lnTo>
                  <a:lnTo>
                    <a:pt x="1826227" y="104488"/>
                  </a:lnTo>
                  <a:lnTo>
                    <a:pt x="1775243" y="90689"/>
                  </a:lnTo>
                  <a:lnTo>
                    <a:pt x="1723824" y="78206"/>
                  </a:lnTo>
                  <a:lnTo>
                    <a:pt x="1719082" y="77130"/>
                  </a:lnTo>
                  <a:lnTo>
                    <a:pt x="1670715" y="66901"/>
                  </a:lnTo>
                  <a:lnTo>
                    <a:pt x="1620607" y="57743"/>
                  </a:lnTo>
                  <a:lnTo>
                    <a:pt x="1567905" y="49596"/>
                  </a:lnTo>
                  <a:lnTo>
                    <a:pt x="1511659" y="42361"/>
                  </a:lnTo>
                  <a:lnTo>
                    <a:pt x="1450911" y="35928"/>
                  </a:lnTo>
                  <a:lnTo>
                    <a:pt x="1384787" y="30195"/>
                  </a:lnTo>
                  <a:lnTo>
                    <a:pt x="1312612" y="25072"/>
                  </a:lnTo>
                  <a:lnTo>
                    <a:pt x="1234076" y="20489"/>
                  </a:lnTo>
                  <a:lnTo>
                    <a:pt x="1149441" y="16399"/>
                  </a:lnTo>
                  <a:lnTo>
                    <a:pt x="1059779" y="12774"/>
                  </a:lnTo>
                  <a:lnTo>
                    <a:pt x="967189" y="9608"/>
                  </a:lnTo>
                  <a:lnTo>
                    <a:pt x="874889" y="6907"/>
                  </a:lnTo>
                  <a:lnTo>
                    <a:pt x="787060" y="4682"/>
                  </a:lnTo>
                  <a:lnTo>
                    <a:pt x="708338" y="2939"/>
                  </a:lnTo>
                  <a:lnTo>
                    <a:pt x="642969" y="1662"/>
                  </a:lnTo>
                  <a:lnTo>
                    <a:pt x="593845" y="809"/>
                  </a:lnTo>
                  <a:lnTo>
                    <a:pt x="561713" y="311"/>
                  </a:lnTo>
                  <a:lnTo>
                    <a:pt x="544847" y="76"/>
                  </a:lnTo>
                  <a:lnTo>
                    <a:pt x="539189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7" name="pg377"/>
            <p:cNvSpPr/>
            <p:nvPr/>
          </p:nvSpPr>
          <p:spPr>
            <a:xfrm>
              <a:off x="546595" y="848458"/>
              <a:ext cx="8234974" cy="3386500"/>
            </a:xfrm>
            <a:custGeom>
              <a:avLst/>
              <a:pathLst>
                <a:path w="8234974" h="3386500">
                  <a:moveTo>
                    <a:pt x="0" y="10889"/>
                  </a:moveTo>
                  <a:lnTo>
                    <a:pt x="538736" y="10889"/>
                  </a:lnTo>
                  <a:lnTo>
                    <a:pt x="540035" y="10904"/>
                  </a:lnTo>
                  <a:lnTo>
                    <a:pt x="548507" y="11017"/>
                  </a:lnTo>
                  <a:lnTo>
                    <a:pt x="569628" y="11328"/>
                  </a:lnTo>
                  <a:lnTo>
                    <a:pt x="606789" y="11938"/>
                  </a:lnTo>
                  <a:lnTo>
                    <a:pt x="660972" y="12934"/>
                  </a:lnTo>
                  <a:lnTo>
                    <a:pt x="730727" y="14381"/>
                  </a:lnTo>
                  <a:lnTo>
                    <a:pt x="812659" y="16313"/>
                  </a:lnTo>
                  <a:lnTo>
                    <a:pt x="902304" y="18737"/>
                  </a:lnTo>
                  <a:lnTo>
                    <a:pt x="995087" y="21645"/>
                  </a:lnTo>
                  <a:lnTo>
                    <a:pt x="1087082" y="25027"/>
                  </a:lnTo>
                  <a:lnTo>
                    <a:pt x="1175404" y="28877"/>
                  </a:lnTo>
                  <a:lnTo>
                    <a:pt x="1258277" y="33211"/>
                  </a:lnTo>
                  <a:lnTo>
                    <a:pt x="1334900" y="38061"/>
                  </a:lnTo>
                  <a:lnTo>
                    <a:pt x="1405206" y="43483"/>
                  </a:lnTo>
                  <a:lnTo>
                    <a:pt x="1469634" y="49555"/>
                  </a:lnTo>
                  <a:lnTo>
                    <a:pt x="1528933" y="56373"/>
                  </a:lnTo>
                  <a:lnTo>
                    <a:pt x="1584013" y="64046"/>
                  </a:lnTo>
                  <a:lnTo>
                    <a:pt x="1635839" y="72685"/>
                  </a:lnTo>
                  <a:lnTo>
                    <a:pt x="1685341" y="82382"/>
                  </a:lnTo>
                  <a:lnTo>
                    <a:pt x="1719082" y="89834"/>
                  </a:lnTo>
                  <a:lnTo>
                    <a:pt x="1770518" y="102475"/>
                  </a:lnTo>
                  <a:lnTo>
                    <a:pt x="1821458" y="116456"/>
                  </a:lnTo>
                  <a:lnTo>
                    <a:pt x="1872461" y="131796"/>
                  </a:lnTo>
                  <a:lnTo>
                    <a:pt x="1923898" y="148461"/>
                  </a:lnTo>
                  <a:lnTo>
                    <a:pt x="1975978" y="166364"/>
                  </a:lnTo>
                  <a:lnTo>
                    <a:pt x="2028769" y="185354"/>
                  </a:lnTo>
                  <a:lnTo>
                    <a:pt x="2082216" y="205227"/>
                  </a:lnTo>
                  <a:lnTo>
                    <a:pt x="2136165" y="225726"/>
                  </a:lnTo>
                  <a:lnTo>
                    <a:pt x="2190391" y="246557"/>
                  </a:lnTo>
                  <a:lnTo>
                    <a:pt x="2244633" y="267406"/>
                  </a:lnTo>
                  <a:lnTo>
                    <a:pt x="2298625" y="287957"/>
                  </a:lnTo>
                  <a:lnTo>
                    <a:pt x="2352137" y="307914"/>
                  </a:lnTo>
                  <a:lnTo>
                    <a:pt x="2405006" y="327014"/>
                  </a:lnTo>
                  <a:lnTo>
                    <a:pt x="2457164" y="345047"/>
                  </a:lnTo>
                  <a:lnTo>
                    <a:pt x="2508666" y="361856"/>
                  </a:lnTo>
                  <a:lnTo>
                    <a:pt x="2559702" y="377347"/>
                  </a:lnTo>
                  <a:lnTo>
                    <a:pt x="2610626" y="391480"/>
                  </a:lnTo>
                  <a:lnTo>
                    <a:pt x="2661971" y="404268"/>
                  </a:lnTo>
                  <a:lnTo>
                    <a:pt x="2667772" y="405617"/>
                  </a:lnTo>
                  <a:lnTo>
                    <a:pt x="2716137" y="416087"/>
                  </a:lnTo>
                  <a:lnTo>
                    <a:pt x="2766243" y="425460"/>
                  </a:lnTo>
                  <a:lnTo>
                    <a:pt x="2818942" y="433798"/>
                  </a:lnTo>
                  <a:lnTo>
                    <a:pt x="2875184" y="441203"/>
                  </a:lnTo>
                  <a:lnTo>
                    <a:pt x="2935927" y="447787"/>
                  </a:lnTo>
                  <a:lnTo>
                    <a:pt x="3002047" y="453655"/>
                  </a:lnTo>
                  <a:lnTo>
                    <a:pt x="3074216" y="458899"/>
                  </a:lnTo>
                  <a:lnTo>
                    <a:pt x="3152745" y="463590"/>
                  </a:lnTo>
                  <a:lnTo>
                    <a:pt x="3237373" y="467776"/>
                  </a:lnTo>
                  <a:lnTo>
                    <a:pt x="3327029" y="471486"/>
                  </a:lnTo>
                  <a:lnTo>
                    <a:pt x="3419614" y="474727"/>
                  </a:lnTo>
                  <a:lnTo>
                    <a:pt x="3511911" y="477492"/>
                  </a:lnTo>
                  <a:lnTo>
                    <a:pt x="3599739" y="479769"/>
                  </a:lnTo>
                  <a:lnTo>
                    <a:pt x="3678465" y="481553"/>
                  </a:lnTo>
                  <a:lnTo>
                    <a:pt x="3743842" y="482861"/>
                  </a:lnTo>
                  <a:lnTo>
                    <a:pt x="3792976" y="483734"/>
                  </a:lnTo>
                  <a:lnTo>
                    <a:pt x="3825121" y="484244"/>
                  </a:lnTo>
                  <a:lnTo>
                    <a:pt x="3841998" y="484485"/>
                  </a:lnTo>
                  <a:lnTo>
                    <a:pt x="3847663" y="484558"/>
                  </a:lnTo>
                  <a:lnTo>
                    <a:pt x="3848118" y="484563"/>
                  </a:lnTo>
                  <a:lnTo>
                    <a:pt x="4386855" y="484563"/>
                  </a:lnTo>
                  <a:lnTo>
                    <a:pt x="4388017" y="484649"/>
                  </a:lnTo>
                  <a:lnTo>
                    <a:pt x="4395622" y="485263"/>
                  </a:lnTo>
                  <a:lnTo>
                    <a:pt x="4414654" y="486962"/>
                  </a:lnTo>
                  <a:lnTo>
                    <a:pt x="4448333" y="490299"/>
                  </a:lnTo>
                  <a:lnTo>
                    <a:pt x="4497824" y="495768"/>
                  </a:lnTo>
                  <a:lnTo>
                    <a:pt x="4562172" y="503741"/>
                  </a:lnTo>
                  <a:lnTo>
                    <a:pt x="4638637" y="514440"/>
                  </a:lnTo>
                  <a:lnTo>
                    <a:pt x="4723373" y="527938"/>
                  </a:lnTo>
                  <a:lnTo>
                    <a:pt x="4812235" y="544207"/>
                  </a:lnTo>
                  <a:lnTo>
                    <a:pt x="4901476" y="563182"/>
                  </a:lnTo>
                  <a:lnTo>
                    <a:pt x="4988171" y="584823"/>
                  </a:lnTo>
                  <a:lnTo>
                    <a:pt x="5070359" y="609162"/>
                  </a:lnTo>
                  <a:lnTo>
                    <a:pt x="5146977" y="636333"/>
                  </a:lnTo>
                  <a:lnTo>
                    <a:pt x="5217692" y="666587"/>
                  </a:lnTo>
                  <a:lnTo>
                    <a:pt x="5282697" y="700291"/>
                  </a:lnTo>
                  <a:lnTo>
                    <a:pt x="5342531" y="737917"/>
                  </a:lnTo>
                  <a:lnTo>
                    <a:pt x="5397942" y="780027"/>
                  </a:lnTo>
                  <a:lnTo>
                    <a:pt x="5449770" y="827231"/>
                  </a:lnTo>
                  <a:lnTo>
                    <a:pt x="5498877" y="880118"/>
                  </a:lnTo>
                  <a:lnTo>
                    <a:pt x="5546068" y="939136"/>
                  </a:lnTo>
                  <a:lnTo>
                    <a:pt x="5567201" y="968219"/>
                  </a:lnTo>
                  <a:lnTo>
                    <a:pt x="5602325" y="1020092"/>
                  </a:lnTo>
                  <a:lnTo>
                    <a:pt x="5637121" y="1075739"/>
                  </a:lnTo>
                  <a:lnTo>
                    <a:pt x="5671796" y="1135238"/>
                  </a:lnTo>
                  <a:lnTo>
                    <a:pt x="5706514" y="1198605"/>
                  </a:lnTo>
                  <a:lnTo>
                    <a:pt x="5741397" y="1265790"/>
                  </a:lnTo>
                  <a:lnTo>
                    <a:pt x="5776532" y="1336668"/>
                  </a:lnTo>
                  <a:lnTo>
                    <a:pt x="5811974" y="1411040"/>
                  </a:lnTo>
                  <a:lnTo>
                    <a:pt x="5847746" y="1488625"/>
                  </a:lnTo>
                  <a:lnTo>
                    <a:pt x="5883845" y="1569067"/>
                  </a:lnTo>
                  <a:lnTo>
                    <a:pt x="5920244" y="1651936"/>
                  </a:lnTo>
                  <a:lnTo>
                    <a:pt x="5956894" y="1736736"/>
                  </a:lnTo>
                  <a:lnTo>
                    <a:pt x="5993730" y="1822918"/>
                  </a:lnTo>
                  <a:lnTo>
                    <a:pt x="6030674" y="1909894"/>
                  </a:lnTo>
                  <a:lnTo>
                    <a:pt x="6067644" y="1997052"/>
                  </a:lnTo>
                  <a:lnTo>
                    <a:pt x="6104554" y="2083774"/>
                  </a:lnTo>
                  <a:lnTo>
                    <a:pt x="6141322" y="2169457"/>
                  </a:lnTo>
                  <a:lnTo>
                    <a:pt x="6177875" y="2253525"/>
                  </a:lnTo>
                  <a:lnTo>
                    <a:pt x="6214155" y="2335451"/>
                  </a:lnTo>
                  <a:lnTo>
                    <a:pt x="6250122" y="2414764"/>
                  </a:lnTo>
                  <a:lnTo>
                    <a:pt x="6285757" y="2491064"/>
                  </a:lnTo>
                  <a:lnTo>
                    <a:pt x="6321068" y="2564026"/>
                  </a:lnTo>
                  <a:lnTo>
                    <a:pt x="6356091" y="2633403"/>
                  </a:lnTo>
                  <a:lnTo>
                    <a:pt x="6390893" y="2699026"/>
                  </a:lnTo>
                  <a:lnTo>
                    <a:pt x="6425576" y="2760802"/>
                  </a:lnTo>
                  <a:lnTo>
                    <a:pt x="6460279" y="2818709"/>
                  </a:lnTo>
                  <a:lnTo>
                    <a:pt x="6495182" y="2872789"/>
                  </a:lnTo>
                  <a:lnTo>
                    <a:pt x="6515891" y="2902844"/>
                  </a:lnTo>
                  <a:lnTo>
                    <a:pt x="6562441" y="2964733"/>
                  </a:lnTo>
                  <a:lnTo>
                    <a:pt x="6610578" y="3020383"/>
                  </a:lnTo>
                  <a:lnTo>
                    <a:pt x="6661056" y="3070118"/>
                  </a:lnTo>
                  <a:lnTo>
                    <a:pt x="6714721" y="3114481"/>
                  </a:lnTo>
                  <a:lnTo>
                    <a:pt x="6772432" y="3154084"/>
                  </a:lnTo>
                  <a:lnTo>
                    <a:pt x="6834990" y="3189516"/>
                  </a:lnTo>
                  <a:lnTo>
                    <a:pt x="6903045" y="3221296"/>
                  </a:lnTo>
                  <a:lnTo>
                    <a:pt x="6976968" y="3249839"/>
                  </a:lnTo>
                  <a:lnTo>
                    <a:pt x="7056692" y="3275450"/>
                  </a:lnTo>
                  <a:lnTo>
                    <a:pt x="7141512" y="3298314"/>
                  </a:lnTo>
                  <a:lnTo>
                    <a:pt x="7229894" y="3318510"/>
                  </a:lnTo>
                  <a:lnTo>
                    <a:pt x="7319352" y="3336025"/>
                  </a:lnTo>
                  <a:lnTo>
                    <a:pt x="7406478" y="3350797"/>
                  </a:lnTo>
                  <a:lnTo>
                    <a:pt x="7487239" y="3362774"/>
                  </a:lnTo>
                  <a:lnTo>
                    <a:pt x="7557554" y="3371976"/>
                  </a:lnTo>
                  <a:lnTo>
                    <a:pt x="7614078" y="3378553"/>
                  </a:lnTo>
                  <a:lnTo>
                    <a:pt x="7654974" y="3382810"/>
                  </a:lnTo>
                  <a:lnTo>
                    <a:pt x="7680424" y="3385191"/>
                  </a:lnTo>
                  <a:lnTo>
                    <a:pt x="7692735" y="3386231"/>
                  </a:lnTo>
                  <a:lnTo>
                    <a:pt x="7696237" y="3386500"/>
                  </a:lnTo>
                  <a:lnTo>
                    <a:pt x="8234974" y="3386500"/>
                  </a:lnTo>
                  <a:lnTo>
                    <a:pt x="8234974" y="3375611"/>
                  </a:lnTo>
                  <a:lnTo>
                    <a:pt x="7696237" y="3375611"/>
                  </a:lnTo>
                  <a:lnTo>
                    <a:pt x="7695075" y="3375525"/>
                  </a:lnTo>
                  <a:lnTo>
                    <a:pt x="7687471" y="3374910"/>
                  </a:lnTo>
                  <a:lnTo>
                    <a:pt x="7668439" y="3373212"/>
                  </a:lnTo>
                  <a:lnTo>
                    <a:pt x="7634759" y="3369874"/>
                  </a:lnTo>
                  <a:lnTo>
                    <a:pt x="7585269" y="3364406"/>
                  </a:lnTo>
                  <a:lnTo>
                    <a:pt x="7520920" y="3356432"/>
                  </a:lnTo>
                  <a:lnTo>
                    <a:pt x="7444455" y="3345734"/>
                  </a:lnTo>
                  <a:lnTo>
                    <a:pt x="7359720" y="3332236"/>
                  </a:lnTo>
                  <a:lnTo>
                    <a:pt x="7270858" y="3315967"/>
                  </a:lnTo>
                  <a:lnTo>
                    <a:pt x="7181616" y="3296992"/>
                  </a:lnTo>
                  <a:lnTo>
                    <a:pt x="7094921" y="3275351"/>
                  </a:lnTo>
                  <a:lnTo>
                    <a:pt x="7012734" y="3251012"/>
                  </a:lnTo>
                  <a:lnTo>
                    <a:pt x="6936115" y="3223841"/>
                  </a:lnTo>
                  <a:lnTo>
                    <a:pt x="6865400" y="3193586"/>
                  </a:lnTo>
                  <a:lnTo>
                    <a:pt x="6800396" y="3159883"/>
                  </a:lnTo>
                  <a:lnTo>
                    <a:pt x="6740561" y="3122257"/>
                  </a:lnTo>
                  <a:lnTo>
                    <a:pt x="6685151" y="3080147"/>
                  </a:lnTo>
                  <a:lnTo>
                    <a:pt x="6633322" y="3032943"/>
                  </a:lnTo>
                  <a:lnTo>
                    <a:pt x="6584216" y="2980056"/>
                  </a:lnTo>
                  <a:lnTo>
                    <a:pt x="6537025" y="2921038"/>
                  </a:lnTo>
                  <a:lnTo>
                    <a:pt x="6515891" y="2891955"/>
                  </a:lnTo>
                  <a:lnTo>
                    <a:pt x="6480767" y="2840082"/>
                  </a:lnTo>
                  <a:lnTo>
                    <a:pt x="6445971" y="2784434"/>
                  </a:lnTo>
                  <a:lnTo>
                    <a:pt x="6411296" y="2724935"/>
                  </a:lnTo>
                  <a:lnTo>
                    <a:pt x="6376579" y="2661568"/>
                  </a:lnTo>
                  <a:lnTo>
                    <a:pt x="6341696" y="2594384"/>
                  </a:lnTo>
                  <a:lnTo>
                    <a:pt x="6306561" y="2523505"/>
                  </a:lnTo>
                  <a:lnTo>
                    <a:pt x="6271119" y="2449134"/>
                  </a:lnTo>
                  <a:lnTo>
                    <a:pt x="6235347" y="2371549"/>
                  </a:lnTo>
                  <a:lnTo>
                    <a:pt x="6199247" y="2291107"/>
                  </a:lnTo>
                  <a:lnTo>
                    <a:pt x="6162848" y="2208238"/>
                  </a:lnTo>
                  <a:lnTo>
                    <a:pt x="6126199" y="2123438"/>
                  </a:lnTo>
                  <a:lnTo>
                    <a:pt x="6089363" y="2037256"/>
                  </a:lnTo>
                  <a:lnTo>
                    <a:pt x="6052418" y="1950279"/>
                  </a:lnTo>
                  <a:lnTo>
                    <a:pt x="6015448" y="1863122"/>
                  </a:lnTo>
                  <a:lnTo>
                    <a:pt x="5978539" y="1776399"/>
                  </a:lnTo>
                  <a:lnTo>
                    <a:pt x="5941771" y="1690717"/>
                  </a:lnTo>
                  <a:lnTo>
                    <a:pt x="5905217" y="1606649"/>
                  </a:lnTo>
                  <a:lnTo>
                    <a:pt x="5868937" y="1524723"/>
                  </a:lnTo>
                  <a:lnTo>
                    <a:pt x="5832970" y="1445410"/>
                  </a:lnTo>
                  <a:lnTo>
                    <a:pt x="5797335" y="1369109"/>
                  </a:lnTo>
                  <a:lnTo>
                    <a:pt x="5762025" y="1296147"/>
                  </a:lnTo>
                  <a:lnTo>
                    <a:pt x="5727002" y="1226771"/>
                  </a:lnTo>
                  <a:lnTo>
                    <a:pt x="5692200" y="1161148"/>
                  </a:lnTo>
                  <a:lnTo>
                    <a:pt x="5657517" y="1099372"/>
                  </a:lnTo>
                  <a:lnTo>
                    <a:pt x="5622814" y="1041465"/>
                  </a:lnTo>
                  <a:lnTo>
                    <a:pt x="5587911" y="987385"/>
                  </a:lnTo>
                  <a:lnTo>
                    <a:pt x="5567201" y="957330"/>
                  </a:lnTo>
                  <a:lnTo>
                    <a:pt x="5520651" y="895441"/>
                  </a:lnTo>
                  <a:lnTo>
                    <a:pt x="5472515" y="839791"/>
                  </a:lnTo>
                  <a:lnTo>
                    <a:pt x="5422036" y="790056"/>
                  </a:lnTo>
                  <a:lnTo>
                    <a:pt x="5368371" y="745693"/>
                  </a:lnTo>
                  <a:lnTo>
                    <a:pt x="5310660" y="706090"/>
                  </a:lnTo>
                  <a:lnTo>
                    <a:pt x="5248102" y="670657"/>
                  </a:lnTo>
                  <a:lnTo>
                    <a:pt x="5180048" y="638878"/>
                  </a:lnTo>
                  <a:lnTo>
                    <a:pt x="5106124" y="610335"/>
                  </a:lnTo>
                  <a:lnTo>
                    <a:pt x="5026400" y="584724"/>
                  </a:lnTo>
                  <a:lnTo>
                    <a:pt x="4941581" y="561859"/>
                  </a:lnTo>
                  <a:lnTo>
                    <a:pt x="4853198" y="541663"/>
                  </a:lnTo>
                  <a:lnTo>
                    <a:pt x="4763741" y="524149"/>
                  </a:lnTo>
                  <a:lnTo>
                    <a:pt x="4676614" y="509376"/>
                  </a:lnTo>
                  <a:lnTo>
                    <a:pt x="4595853" y="497399"/>
                  </a:lnTo>
                  <a:lnTo>
                    <a:pt x="4525538" y="488198"/>
                  </a:lnTo>
                  <a:lnTo>
                    <a:pt x="4469014" y="481621"/>
                  </a:lnTo>
                  <a:lnTo>
                    <a:pt x="4428118" y="477364"/>
                  </a:lnTo>
                  <a:lnTo>
                    <a:pt x="4402669" y="474983"/>
                  </a:lnTo>
                  <a:lnTo>
                    <a:pt x="4390357" y="473942"/>
                  </a:lnTo>
                  <a:lnTo>
                    <a:pt x="4386855" y="473674"/>
                  </a:lnTo>
                  <a:lnTo>
                    <a:pt x="3848118" y="473674"/>
                  </a:lnTo>
                  <a:lnTo>
                    <a:pt x="3846820" y="473658"/>
                  </a:lnTo>
                  <a:lnTo>
                    <a:pt x="3838348" y="473546"/>
                  </a:lnTo>
                  <a:lnTo>
                    <a:pt x="3817227" y="473235"/>
                  </a:lnTo>
                  <a:lnTo>
                    <a:pt x="3780065" y="472625"/>
                  </a:lnTo>
                  <a:lnTo>
                    <a:pt x="3725883" y="471628"/>
                  </a:lnTo>
                  <a:lnTo>
                    <a:pt x="3656128" y="470181"/>
                  </a:lnTo>
                  <a:lnTo>
                    <a:pt x="3574196" y="468250"/>
                  </a:lnTo>
                  <a:lnTo>
                    <a:pt x="3484551" y="465826"/>
                  </a:lnTo>
                  <a:lnTo>
                    <a:pt x="3391767" y="462917"/>
                  </a:lnTo>
                  <a:lnTo>
                    <a:pt x="3299772" y="459536"/>
                  </a:lnTo>
                  <a:lnTo>
                    <a:pt x="3211451" y="455685"/>
                  </a:lnTo>
                  <a:lnTo>
                    <a:pt x="3128577" y="451352"/>
                  </a:lnTo>
                  <a:lnTo>
                    <a:pt x="3051955" y="446502"/>
                  </a:lnTo>
                  <a:lnTo>
                    <a:pt x="2981649" y="441079"/>
                  </a:lnTo>
                  <a:lnTo>
                    <a:pt x="2917221" y="435007"/>
                  </a:lnTo>
                  <a:lnTo>
                    <a:pt x="2857922" y="428189"/>
                  </a:lnTo>
                  <a:lnTo>
                    <a:pt x="2802842" y="420516"/>
                  </a:lnTo>
                  <a:lnTo>
                    <a:pt x="2751016" y="411878"/>
                  </a:lnTo>
                  <a:lnTo>
                    <a:pt x="2701514" y="402180"/>
                  </a:lnTo>
                  <a:lnTo>
                    <a:pt x="2667772" y="394728"/>
                  </a:lnTo>
                  <a:lnTo>
                    <a:pt x="2616337" y="382088"/>
                  </a:lnTo>
                  <a:lnTo>
                    <a:pt x="2565397" y="368107"/>
                  </a:lnTo>
                  <a:lnTo>
                    <a:pt x="2514393" y="352767"/>
                  </a:lnTo>
                  <a:lnTo>
                    <a:pt x="2462956" y="336101"/>
                  </a:lnTo>
                  <a:lnTo>
                    <a:pt x="2410876" y="318199"/>
                  </a:lnTo>
                  <a:lnTo>
                    <a:pt x="2358085" y="299208"/>
                  </a:lnTo>
                  <a:lnTo>
                    <a:pt x="2304639" y="279335"/>
                  </a:lnTo>
                  <a:lnTo>
                    <a:pt x="2250690" y="258837"/>
                  </a:lnTo>
                  <a:lnTo>
                    <a:pt x="2196463" y="238005"/>
                  </a:lnTo>
                  <a:lnTo>
                    <a:pt x="2142222" y="217156"/>
                  </a:lnTo>
                  <a:lnTo>
                    <a:pt x="2088230" y="196605"/>
                  </a:lnTo>
                  <a:lnTo>
                    <a:pt x="2034718" y="176649"/>
                  </a:lnTo>
                  <a:lnTo>
                    <a:pt x="1981849" y="157548"/>
                  </a:lnTo>
                  <a:lnTo>
                    <a:pt x="1929690" y="139516"/>
                  </a:lnTo>
                  <a:lnTo>
                    <a:pt x="1878189" y="122706"/>
                  </a:lnTo>
                  <a:lnTo>
                    <a:pt x="1827152" y="107215"/>
                  </a:lnTo>
                  <a:lnTo>
                    <a:pt x="1776229" y="93082"/>
                  </a:lnTo>
                  <a:lnTo>
                    <a:pt x="1724883" y="80294"/>
                  </a:lnTo>
                  <a:lnTo>
                    <a:pt x="1719082" y="78945"/>
                  </a:lnTo>
                  <a:lnTo>
                    <a:pt x="1670717" y="68476"/>
                  </a:lnTo>
                  <a:lnTo>
                    <a:pt x="1620612" y="59103"/>
                  </a:lnTo>
                  <a:lnTo>
                    <a:pt x="1567913" y="50764"/>
                  </a:lnTo>
                  <a:lnTo>
                    <a:pt x="1511671" y="43359"/>
                  </a:lnTo>
                  <a:lnTo>
                    <a:pt x="1450927" y="36775"/>
                  </a:lnTo>
                  <a:lnTo>
                    <a:pt x="1384808" y="30907"/>
                  </a:lnTo>
                  <a:lnTo>
                    <a:pt x="1312639" y="25663"/>
                  </a:lnTo>
                  <a:lnTo>
                    <a:pt x="1234109" y="20973"/>
                  </a:lnTo>
                  <a:lnTo>
                    <a:pt x="1149481" y="16786"/>
                  </a:lnTo>
                  <a:lnTo>
                    <a:pt x="1059825" y="13076"/>
                  </a:lnTo>
                  <a:lnTo>
                    <a:pt x="967240" y="9836"/>
                  </a:lnTo>
                  <a:lnTo>
                    <a:pt x="874944" y="7071"/>
                  </a:lnTo>
                  <a:lnTo>
                    <a:pt x="787116" y="4794"/>
                  </a:lnTo>
                  <a:lnTo>
                    <a:pt x="708389" y="3009"/>
                  </a:lnTo>
                  <a:lnTo>
                    <a:pt x="643013" y="1702"/>
                  </a:lnTo>
                  <a:lnTo>
                    <a:pt x="593878" y="829"/>
                  </a:lnTo>
                  <a:lnTo>
                    <a:pt x="561734" y="319"/>
                  </a:lnTo>
                  <a:lnTo>
                    <a:pt x="544857" y="78"/>
                  </a:lnTo>
                  <a:lnTo>
                    <a:pt x="539191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78" name="pl378"/>
            <p:cNvSpPr/>
            <p:nvPr/>
          </p:nvSpPr>
          <p:spPr>
            <a:xfrm>
              <a:off x="546595" y="859347"/>
              <a:ext cx="8234974" cy="3375611"/>
            </a:xfrm>
            <a:custGeom>
              <a:avLst/>
              <a:pathLst>
                <a:path w="8234974" h="3375611">
                  <a:moveTo>
                    <a:pt x="0" y="0"/>
                  </a:moveTo>
                  <a:lnTo>
                    <a:pt x="538736" y="0"/>
                  </a:lnTo>
                  <a:lnTo>
                    <a:pt x="540035" y="15"/>
                  </a:lnTo>
                  <a:lnTo>
                    <a:pt x="548507" y="128"/>
                  </a:lnTo>
                  <a:lnTo>
                    <a:pt x="569628" y="439"/>
                  </a:lnTo>
                  <a:lnTo>
                    <a:pt x="606789" y="1049"/>
                  </a:lnTo>
                  <a:lnTo>
                    <a:pt x="660972" y="2045"/>
                  </a:lnTo>
                  <a:lnTo>
                    <a:pt x="730727" y="3492"/>
                  </a:lnTo>
                  <a:lnTo>
                    <a:pt x="812659" y="5424"/>
                  </a:lnTo>
                  <a:lnTo>
                    <a:pt x="902304" y="7848"/>
                  </a:lnTo>
                  <a:lnTo>
                    <a:pt x="995087" y="10756"/>
                  </a:lnTo>
                  <a:lnTo>
                    <a:pt x="1087082" y="14137"/>
                  </a:lnTo>
                  <a:lnTo>
                    <a:pt x="1175404" y="17988"/>
                  </a:lnTo>
                  <a:lnTo>
                    <a:pt x="1258277" y="22322"/>
                  </a:lnTo>
                  <a:lnTo>
                    <a:pt x="1334900" y="27172"/>
                  </a:lnTo>
                  <a:lnTo>
                    <a:pt x="1405206" y="32594"/>
                  </a:lnTo>
                  <a:lnTo>
                    <a:pt x="1469634" y="38666"/>
                  </a:lnTo>
                  <a:lnTo>
                    <a:pt x="1528933" y="45484"/>
                  </a:lnTo>
                  <a:lnTo>
                    <a:pt x="1584013" y="53157"/>
                  </a:lnTo>
                  <a:lnTo>
                    <a:pt x="1635839" y="61796"/>
                  </a:lnTo>
                  <a:lnTo>
                    <a:pt x="1685341" y="71493"/>
                  </a:lnTo>
                  <a:lnTo>
                    <a:pt x="1719082" y="78945"/>
                  </a:lnTo>
                  <a:lnTo>
                    <a:pt x="1770518" y="91585"/>
                  </a:lnTo>
                  <a:lnTo>
                    <a:pt x="1821458" y="105567"/>
                  </a:lnTo>
                  <a:lnTo>
                    <a:pt x="1872461" y="120906"/>
                  </a:lnTo>
                  <a:lnTo>
                    <a:pt x="1923898" y="137572"/>
                  </a:lnTo>
                  <a:lnTo>
                    <a:pt x="1975978" y="155475"/>
                  </a:lnTo>
                  <a:lnTo>
                    <a:pt x="2028769" y="174465"/>
                  </a:lnTo>
                  <a:lnTo>
                    <a:pt x="2082216" y="194338"/>
                  </a:lnTo>
                  <a:lnTo>
                    <a:pt x="2136165" y="214837"/>
                  </a:lnTo>
                  <a:lnTo>
                    <a:pt x="2190391" y="235668"/>
                  </a:lnTo>
                  <a:lnTo>
                    <a:pt x="2244633" y="256517"/>
                  </a:lnTo>
                  <a:lnTo>
                    <a:pt x="2298625" y="277068"/>
                  </a:lnTo>
                  <a:lnTo>
                    <a:pt x="2352137" y="297025"/>
                  </a:lnTo>
                  <a:lnTo>
                    <a:pt x="2405006" y="316125"/>
                  </a:lnTo>
                  <a:lnTo>
                    <a:pt x="2457164" y="334158"/>
                  </a:lnTo>
                  <a:lnTo>
                    <a:pt x="2508666" y="350967"/>
                  </a:lnTo>
                  <a:lnTo>
                    <a:pt x="2559702" y="366458"/>
                  </a:lnTo>
                  <a:lnTo>
                    <a:pt x="2610626" y="380591"/>
                  </a:lnTo>
                  <a:lnTo>
                    <a:pt x="2661971" y="393379"/>
                  </a:lnTo>
                  <a:lnTo>
                    <a:pt x="2667772" y="394728"/>
                  </a:lnTo>
                  <a:lnTo>
                    <a:pt x="2716137" y="405198"/>
                  </a:lnTo>
                  <a:lnTo>
                    <a:pt x="2766243" y="414571"/>
                  </a:lnTo>
                  <a:lnTo>
                    <a:pt x="2818942" y="422909"/>
                  </a:lnTo>
                  <a:lnTo>
                    <a:pt x="2875184" y="430314"/>
                  </a:lnTo>
                  <a:lnTo>
                    <a:pt x="2935927" y="436898"/>
                  </a:lnTo>
                  <a:lnTo>
                    <a:pt x="3002047" y="442766"/>
                  </a:lnTo>
                  <a:lnTo>
                    <a:pt x="3074216" y="448010"/>
                  </a:lnTo>
                  <a:lnTo>
                    <a:pt x="3152745" y="452701"/>
                  </a:lnTo>
                  <a:lnTo>
                    <a:pt x="3237373" y="456887"/>
                  </a:lnTo>
                  <a:lnTo>
                    <a:pt x="3327029" y="460597"/>
                  </a:lnTo>
                  <a:lnTo>
                    <a:pt x="3419614" y="463838"/>
                  </a:lnTo>
                  <a:lnTo>
                    <a:pt x="3511911" y="466603"/>
                  </a:lnTo>
                  <a:lnTo>
                    <a:pt x="3599739" y="468880"/>
                  </a:lnTo>
                  <a:lnTo>
                    <a:pt x="3678465" y="470664"/>
                  </a:lnTo>
                  <a:lnTo>
                    <a:pt x="3743842" y="471971"/>
                  </a:lnTo>
                  <a:lnTo>
                    <a:pt x="3792976" y="472844"/>
                  </a:lnTo>
                  <a:lnTo>
                    <a:pt x="3825121" y="473355"/>
                  </a:lnTo>
                  <a:lnTo>
                    <a:pt x="3841998" y="473596"/>
                  </a:lnTo>
                  <a:lnTo>
                    <a:pt x="3847663" y="473669"/>
                  </a:lnTo>
                  <a:lnTo>
                    <a:pt x="3848118" y="473674"/>
                  </a:lnTo>
                  <a:lnTo>
                    <a:pt x="4386855" y="473674"/>
                  </a:lnTo>
                  <a:lnTo>
                    <a:pt x="4388017" y="473760"/>
                  </a:lnTo>
                  <a:lnTo>
                    <a:pt x="4395622" y="474374"/>
                  </a:lnTo>
                  <a:lnTo>
                    <a:pt x="4414654" y="476073"/>
                  </a:lnTo>
                  <a:lnTo>
                    <a:pt x="4448333" y="479410"/>
                  </a:lnTo>
                  <a:lnTo>
                    <a:pt x="4497824" y="484879"/>
                  </a:lnTo>
                  <a:lnTo>
                    <a:pt x="4562172" y="492852"/>
                  </a:lnTo>
                  <a:lnTo>
                    <a:pt x="4638637" y="503551"/>
                  </a:lnTo>
                  <a:lnTo>
                    <a:pt x="4723373" y="517049"/>
                  </a:lnTo>
                  <a:lnTo>
                    <a:pt x="4812235" y="533318"/>
                  </a:lnTo>
                  <a:lnTo>
                    <a:pt x="4901476" y="552293"/>
                  </a:lnTo>
                  <a:lnTo>
                    <a:pt x="4988171" y="573934"/>
                  </a:lnTo>
                  <a:lnTo>
                    <a:pt x="5070359" y="598273"/>
                  </a:lnTo>
                  <a:lnTo>
                    <a:pt x="5146977" y="625444"/>
                  </a:lnTo>
                  <a:lnTo>
                    <a:pt x="5217692" y="655698"/>
                  </a:lnTo>
                  <a:lnTo>
                    <a:pt x="5282697" y="689401"/>
                  </a:lnTo>
                  <a:lnTo>
                    <a:pt x="5342531" y="727028"/>
                  </a:lnTo>
                  <a:lnTo>
                    <a:pt x="5397942" y="769138"/>
                  </a:lnTo>
                  <a:lnTo>
                    <a:pt x="5449770" y="816342"/>
                  </a:lnTo>
                  <a:lnTo>
                    <a:pt x="5498877" y="869229"/>
                  </a:lnTo>
                  <a:lnTo>
                    <a:pt x="5546068" y="928247"/>
                  </a:lnTo>
                  <a:lnTo>
                    <a:pt x="5567201" y="957330"/>
                  </a:lnTo>
                  <a:lnTo>
                    <a:pt x="5602325" y="1009203"/>
                  </a:lnTo>
                  <a:lnTo>
                    <a:pt x="5637121" y="1064850"/>
                  </a:lnTo>
                  <a:lnTo>
                    <a:pt x="5671796" y="1124349"/>
                  </a:lnTo>
                  <a:lnTo>
                    <a:pt x="5706514" y="1187716"/>
                  </a:lnTo>
                  <a:lnTo>
                    <a:pt x="5741397" y="1254901"/>
                  </a:lnTo>
                  <a:lnTo>
                    <a:pt x="5776532" y="1325779"/>
                  </a:lnTo>
                  <a:lnTo>
                    <a:pt x="5811974" y="1400151"/>
                  </a:lnTo>
                  <a:lnTo>
                    <a:pt x="5847746" y="1477736"/>
                  </a:lnTo>
                  <a:lnTo>
                    <a:pt x="5883845" y="1558178"/>
                  </a:lnTo>
                  <a:lnTo>
                    <a:pt x="5920244" y="1641047"/>
                  </a:lnTo>
                  <a:lnTo>
                    <a:pt x="5956894" y="1725847"/>
                  </a:lnTo>
                  <a:lnTo>
                    <a:pt x="5993730" y="1812029"/>
                  </a:lnTo>
                  <a:lnTo>
                    <a:pt x="6030674" y="1899005"/>
                  </a:lnTo>
                  <a:lnTo>
                    <a:pt x="6067644" y="1986163"/>
                  </a:lnTo>
                  <a:lnTo>
                    <a:pt x="6104554" y="2072885"/>
                  </a:lnTo>
                  <a:lnTo>
                    <a:pt x="6141322" y="2158568"/>
                  </a:lnTo>
                  <a:lnTo>
                    <a:pt x="6177875" y="2242636"/>
                  </a:lnTo>
                  <a:lnTo>
                    <a:pt x="6214155" y="2324562"/>
                  </a:lnTo>
                  <a:lnTo>
                    <a:pt x="6250122" y="2403875"/>
                  </a:lnTo>
                  <a:lnTo>
                    <a:pt x="6285757" y="2480175"/>
                  </a:lnTo>
                  <a:lnTo>
                    <a:pt x="6321068" y="2553137"/>
                  </a:lnTo>
                  <a:lnTo>
                    <a:pt x="6356091" y="2622514"/>
                  </a:lnTo>
                  <a:lnTo>
                    <a:pt x="6390893" y="2688137"/>
                  </a:lnTo>
                  <a:lnTo>
                    <a:pt x="6425576" y="2749913"/>
                  </a:lnTo>
                  <a:lnTo>
                    <a:pt x="6460279" y="2807820"/>
                  </a:lnTo>
                  <a:lnTo>
                    <a:pt x="6495182" y="2861900"/>
                  </a:lnTo>
                  <a:lnTo>
                    <a:pt x="6515891" y="2891955"/>
                  </a:lnTo>
                  <a:lnTo>
                    <a:pt x="6562441" y="2953844"/>
                  </a:lnTo>
                  <a:lnTo>
                    <a:pt x="6610578" y="3009494"/>
                  </a:lnTo>
                  <a:lnTo>
                    <a:pt x="6661056" y="3059229"/>
                  </a:lnTo>
                  <a:lnTo>
                    <a:pt x="6714721" y="3103592"/>
                  </a:lnTo>
                  <a:lnTo>
                    <a:pt x="6772432" y="3143195"/>
                  </a:lnTo>
                  <a:lnTo>
                    <a:pt x="6834990" y="3178627"/>
                  </a:lnTo>
                  <a:lnTo>
                    <a:pt x="6903045" y="3210407"/>
                  </a:lnTo>
                  <a:lnTo>
                    <a:pt x="6976968" y="3238950"/>
                  </a:lnTo>
                  <a:lnTo>
                    <a:pt x="7056692" y="3264560"/>
                  </a:lnTo>
                  <a:lnTo>
                    <a:pt x="7141512" y="3287425"/>
                  </a:lnTo>
                  <a:lnTo>
                    <a:pt x="7229894" y="3307621"/>
                  </a:lnTo>
                  <a:lnTo>
                    <a:pt x="7319352" y="3325136"/>
                  </a:lnTo>
                  <a:lnTo>
                    <a:pt x="7406478" y="3339908"/>
                  </a:lnTo>
                  <a:lnTo>
                    <a:pt x="7487239" y="3351885"/>
                  </a:lnTo>
                  <a:lnTo>
                    <a:pt x="7557554" y="3361087"/>
                  </a:lnTo>
                  <a:lnTo>
                    <a:pt x="7614078" y="3367664"/>
                  </a:lnTo>
                  <a:lnTo>
                    <a:pt x="7654974" y="3371921"/>
                  </a:lnTo>
                  <a:lnTo>
                    <a:pt x="7680424" y="3374302"/>
                  </a:lnTo>
                  <a:lnTo>
                    <a:pt x="7692735" y="3375342"/>
                  </a:lnTo>
                  <a:lnTo>
                    <a:pt x="7696123" y="3375603"/>
                  </a:lnTo>
                  <a:lnTo>
                    <a:pt x="7696237" y="3375611"/>
                  </a:lnTo>
                  <a:lnTo>
                    <a:pt x="8234974" y="33756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9" name="pl379"/>
            <p:cNvSpPr/>
            <p:nvPr/>
          </p:nvSpPr>
          <p:spPr>
            <a:xfrm>
              <a:off x="546595" y="848458"/>
              <a:ext cx="8234974" cy="3375611"/>
            </a:xfrm>
            <a:custGeom>
              <a:avLst/>
              <a:pathLst>
                <a:path w="8234974" h="3375611">
                  <a:moveTo>
                    <a:pt x="8234974" y="3375611"/>
                  </a:moveTo>
                  <a:lnTo>
                    <a:pt x="7696237" y="3375611"/>
                  </a:lnTo>
                  <a:lnTo>
                    <a:pt x="7695075" y="3375525"/>
                  </a:lnTo>
                  <a:lnTo>
                    <a:pt x="7687471" y="3374910"/>
                  </a:lnTo>
                  <a:lnTo>
                    <a:pt x="7668439" y="3373212"/>
                  </a:lnTo>
                  <a:lnTo>
                    <a:pt x="7634759" y="3369874"/>
                  </a:lnTo>
                  <a:lnTo>
                    <a:pt x="7585269" y="3364406"/>
                  </a:lnTo>
                  <a:lnTo>
                    <a:pt x="7520920" y="3356432"/>
                  </a:lnTo>
                  <a:lnTo>
                    <a:pt x="7444455" y="3345734"/>
                  </a:lnTo>
                  <a:lnTo>
                    <a:pt x="7359720" y="3332236"/>
                  </a:lnTo>
                  <a:lnTo>
                    <a:pt x="7270858" y="3315967"/>
                  </a:lnTo>
                  <a:lnTo>
                    <a:pt x="7181616" y="3296992"/>
                  </a:lnTo>
                  <a:lnTo>
                    <a:pt x="7094921" y="3275351"/>
                  </a:lnTo>
                  <a:lnTo>
                    <a:pt x="7012734" y="3251012"/>
                  </a:lnTo>
                  <a:lnTo>
                    <a:pt x="6936115" y="3223841"/>
                  </a:lnTo>
                  <a:lnTo>
                    <a:pt x="6865400" y="3193586"/>
                  </a:lnTo>
                  <a:lnTo>
                    <a:pt x="6800396" y="3159883"/>
                  </a:lnTo>
                  <a:lnTo>
                    <a:pt x="6740561" y="3122257"/>
                  </a:lnTo>
                  <a:lnTo>
                    <a:pt x="6685151" y="3080147"/>
                  </a:lnTo>
                  <a:lnTo>
                    <a:pt x="6633322" y="3032943"/>
                  </a:lnTo>
                  <a:lnTo>
                    <a:pt x="6584216" y="2980056"/>
                  </a:lnTo>
                  <a:lnTo>
                    <a:pt x="6537025" y="2921038"/>
                  </a:lnTo>
                  <a:lnTo>
                    <a:pt x="6515891" y="2891955"/>
                  </a:lnTo>
                  <a:lnTo>
                    <a:pt x="6480767" y="2840082"/>
                  </a:lnTo>
                  <a:lnTo>
                    <a:pt x="6445971" y="2784434"/>
                  </a:lnTo>
                  <a:lnTo>
                    <a:pt x="6411296" y="2724935"/>
                  </a:lnTo>
                  <a:lnTo>
                    <a:pt x="6376579" y="2661568"/>
                  </a:lnTo>
                  <a:lnTo>
                    <a:pt x="6341696" y="2594384"/>
                  </a:lnTo>
                  <a:lnTo>
                    <a:pt x="6306561" y="2523505"/>
                  </a:lnTo>
                  <a:lnTo>
                    <a:pt x="6271119" y="2449134"/>
                  </a:lnTo>
                  <a:lnTo>
                    <a:pt x="6235347" y="2371549"/>
                  </a:lnTo>
                  <a:lnTo>
                    <a:pt x="6199247" y="2291107"/>
                  </a:lnTo>
                  <a:lnTo>
                    <a:pt x="6162848" y="2208238"/>
                  </a:lnTo>
                  <a:lnTo>
                    <a:pt x="6126199" y="2123438"/>
                  </a:lnTo>
                  <a:lnTo>
                    <a:pt x="6089363" y="2037256"/>
                  </a:lnTo>
                  <a:lnTo>
                    <a:pt x="6052418" y="1950279"/>
                  </a:lnTo>
                  <a:lnTo>
                    <a:pt x="6015448" y="1863122"/>
                  </a:lnTo>
                  <a:lnTo>
                    <a:pt x="5978539" y="1776399"/>
                  </a:lnTo>
                  <a:lnTo>
                    <a:pt x="5941771" y="1690717"/>
                  </a:lnTo>
                  <a:lnTo>
                    <a:pt x="5905217" y="1606649"/>
                  </a:lnTo>
                  <a:lnTo>
                    <a:pt x="5868937" y="1524723"/>
                  </a:lnTo>
                  <a:lnTo>
                    <a:pt x="5832970" y="1445410"/>
                  </a:lnTo>
                  <a:lnTo>
                    <a:pt x="5797335" y="1369109"/>
                  </a:lnTo>
                  <a:lnTo>
                    <a:pt x="5762025" y="1296147"/>
                  </a:lnTo>
                  <a:lnTo>
                    <a:pt x="5727002" y="1226771"/>
                  </a:lnTo>
                  <a:lnTo>
                    <a:pt x="5692200" y="1161148"/>
                  </a:lnTo>
                  <a:lnTo>
                    <a:pt x="5657517" y="1099372"/>
                  </a:lnTo>
                  <a:lnTo>
                    <a:pt x="5622814" y="1041465"/>
                  </a:lnTo>
                  <a:lnTo>
                    <a:pt x="5587911" y="987385"/>
                  </a:lnTo>
                  <a:lnTo>
                    <a:pt x="5567201" y="957330"/>
                  </a:lnTo>
                  <a:lnTo>
                    <a:pt x="5520651" y="895441"/>
                  </a:lnTo>
                  <a:lnTo>
                    <a:pt x="5472515" y="839791"/>
                  </a:lnTo>
                  <a:lnTo>
                    <a:pt x="5422036" y="790056"/>
                  </a:lnTo>
                  <a:lnTo>
                    <a:pt x="5368371" y="745693"/>
                  </a:lnTo>
                  <a:lnTo>
                    <a:pt x="5310660" y="706090"/>
                  </a:lnTo>
                  <a:lnTo>
                    <a:pt x="5248102" y="670657"/>
                  </a:lnTo>
                  <a:lnTo>
                    <a:pt x="5180048" y="638878"/>
                  </a:lnTo>
                  <a:lnTo>
                    <a:pt x="5106124" y="610335"/>
                  </a:lnTo>
                  <a:lnTo>
                    <a:pt x="5026400" y="584724"/>
                  </a:lnTo>
                  <a:lnTo>
                    <a:pt x="4941581" y="561859"/>
                  </a:lnTo>
                  <a:lnTo>
                    <a:pt x="4853198" y="541663"/>
                  </a:lnTo>
                  <a:lnTo>
                    <a:pt x="4763741" y="524149"/>
                  </a:lnTo>
                  <a:lnTo>
                    <a:pt x="4676614" y="509376"/>
                  </a:lnTo>
                  <a:lnTo>
                    <a:pt x="4595853" y="497399"/>
                  </a:lnTo>
                  <a:lnTo>
                    <a:pt x="4525538" y="488198"/>
                  </a:lnTo>
                  <a:lnTo>
                    <a:pt x="4469014" y="481621"/>
                  </a:lnTo>
                  <a:lnTo>
                    <a:pt x="4428118" y="477364"/>
                  </a:lnTo>
                  <a:lnTo>
                    <a:pt x="4402669" y="474983"/>
                  </a:lnTo>
                  <a:lnTo>
                    <a:pt x="4390357" y="473942"/>
                  </a:lnTo>
                  <a:lnTo>
                    <a:pt x="4386970" y="473682"/>
                  </a:lnTo>
                  <a:lnTo>
                    <a:pt x="4386855" y="473674"/>
                  </a:lnTo>
                  <a:lnTo>
                    <a:pt x="3848118" y="473674"/>
                  </a:lnTo>
                  <a:lnTo>
                    <a:pt x="3846820" y="473658"/>
                  </a:lnTo>
                  <a:lnTo>
                    <a:pt x="3838348" y="473546"/>
                  </a:lnTo>
                  <a:lnTo>
                    <a:pt x="3817227" y="473235"/>
                  </a:lnTo>
                  <a:lnTo>
                    <a:pt x="3780065" y="472625"/>
                  </a:lnTo>
                  <a:lnTo>
                    <a:pt x="3725883" y="471628"/>
                  </a:lnTo>
                  <a:lnTo>
                    <a:pt x="3656128" y="470181"/>
                  </a:lnTo>
                  <a:lnTo>
                    <a:pt x="3574196" y="468250"/>
                  </a:lnTo>
                  <a:lnTo>
                    <a:pt x="3484551" y="465826"/>
                  </a:lnTo>
                  <a:lnTo>
                    <a:pt x="3391767" y="462917"/>
                  </a:lnTo>
                  <a:lnTo>
                    <a:pt x="3299772" y="459536"/>
                  </a:lnTo>
                  <a:lnTo>
                    <a:pt x="3211451" y="455685"/>
                  </a:lnTo>
                  <a:lnTo>
                    <a:pt x="3128577" y="451352"/>
                  </a:lnTo>
                  <a:lnTo>
                    <a:pt x="3051955" y="446502"/>
                  </a:lnTo>
                  <a:lnTo>
                    <a:pt x="2981649" y="441079"/>
                  </a:lnTo>
                  <a:lnTo>
                    <a:pt x="2917221" y="435007"/>
                  </a:lnTo>
                  <a:lnTo>
                    <a:pt x="2857922" y="428189"/>
                  </a:lnTo>
                  <a:lnTo>
                    <a:pt x="2802842" y="420516"/>
                  </a:lnTo>
                  <a:lnTo>
                    <a:pt x="2751016" y="411878"/>
                  </a:lnTo>
                  <a:lnTo>
                    <a:pt x="2701514" y="402180"/>
                  </a:lnTo>
                  <a:lnTo>
                    <a:pt x="2667772" y="394728"/>
                  </a:lnTo>
                  <a:lnTo>
                    <a:pt x="2616337" y="382088"/>
                  </a:lnTo>
                  <a:lnTo>
                    <a:pt x="2565397" y="368107"/>
                  </a:lnTo>
                  <a:lnTo>
                    <a:pt x="2514393" y="352767"/>
                  </a:lnTo>
                  <a:lnTo>
                    <a:pt x="2462956" y="336101"/>
                  </a:lnTo>
                  <a:lnTo>
                    <a:pt x="2410876" y="318199"/>
                  </a:lnTo>
                  <a:lnTo>
                    <a:pt x="2358085" y="299208"/>
                  </a:lnTo>
                  <a:lnTo>
                    <a:pt x="2304639" y="279335"/>
                  </a:lnTo>
                  <a:lnTo>
                    <a:pt x="2250690" y="258837"/>
                  </a:lnTo>
                  <a:lnTo>
                    <a:pt x="2196463" y="238005"/>
                  </a:lnTo>
                  <a:lnTo>
                    <a:pt x="2142222" y="217156"/>
                  </a:lnTo>
                  <a:lnTo>
                    <a:pt x="2088230" y="196605"/>
                  </a:lnTo>
                  <a:lnTo>
                    <a:pt x="2034718" y="176649"/>
                  </a:lnTo>
                  <a:lnTo>
                    <a:pt x="1981849" y="157548"/>
                  </a:lnTo>
                  <a:lnTo>
                    <a:pt x="1929690" y="139516"/>
                  </a:lnTo>
                  <a:lnTo>
                    <a:pt x="1878189" y="122706"/>
                  </a:lnTo>
                  <a:lnTo>
                    <a:pt x="1827152" y="107215"/>
                  </a:lnTo>
                  <a:lnTo>
                    <a:pt x="1776229" y="93082"/>
                  </a:lnTo>
                  <a:lnTo>
                    <a:pt x="1724883" y="80294"/>
                  </a:lnTo>
                  <a:lnTo>
                    <a:pt x="1719082" y="78945"/>
                  </a:lnTo>
                  <a:lnTo>
                    <a:pt x="1670717" y="68476"/>
                  </a:lnTo>
                  <a:lnTo>
                    <a:pt x="1620612" y="59103"/>
                  </a:lnTo>
                  <a:lnTo>
                    <a:pt x="1567913" y="50764"/>
                  </a:lnTo>
                  <a:lnTo>
                    <a:pt x="1511671" y="43359"/>
                  </a:lnTo>
                  <a:lnTo>
                    <a:pt x="1450927" y="36775"/>
                  </a:lnTo>
                  <a:lnTo>
                    <a:pt x="1384808" y="30907"/>
                  </a:lnTo>
                  <a:lnTo>
                    <a:pt x="1312639" y="25663"/>
                  </a:lnTo>
                  <a:lnTo>
                    <a:pt x="1234109" y="20973"/>
                  </a:lnTo>
                  <a:lnTo>
                    <a:pt x="1149481" y="16786"/>
                  </a:lnTo>
                  <a:lnTo>
                    <a:pt x="1059825" y="13076"/>
                  </a:lnTo>
                  <a:lnTo>
                    <a:pt x="967240" y="9836"/>
                  </a:lnTo>
                  <a:lnTo>
                    <a:pt x="874944" y="7071"/>
                  </a:lnTo>
                  <a:lnTo>
                    <a:pt x="787116" y="4794"/>
                  </a:lnTo>
                  <a:lnTo>
                    <a:pt x="708389" y="3009"/>
                  </a:lnTo>
                  <a:lnTo>
                    <a:pt x="643013" y="1702"/>
                  </a:lnTo>
                  <a:lnTo>
                    <a:pt x="593878" y="829"/>
                  </a:lnTo>
                  <a:lnTo>
                    <a:pt x="561734" y="319"/>
                  </a:lnTo>
                  <a:lnTo>
                    <a:pt x="544857" y="78"/>
                  </a:lnTo>
                  <a:lnTo>
                    <a:pt x="539191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0" name="pg380"/>
            <p:cNvSpPr/>
            <p:nvPr/>
          </p:nvSpPr>
          <p:spPr>
            <a:xfrm>
              <a:off x="546595" y="859347"/>
              <a:ext cx="8234974" cy="3696838"/>
            </a:xfrm>
            <a:custGeom>
              <a:avLst/>
              <a:pathLst>
                <a:path w="8234974" h="3696838">
                  <a:moveTo>
                    <a:pt x="0" y="21778"/>
                  </a:moveTo>
                  <a:lnTo>
                    <a:pt x="538736" y="21778"/>
                  </a:lnTo>
                  <a:lnTo>
                    <a:pt x="540035" y="21794"/>
                  </a:lnTo>
                  <a:lnTo>
                    <a:pt x="548506" y="21907"/>
                  </a:lnTo>
                  <a:lnTo>
                    <a:pt x="569625" y="22222"/>
                  </a:lnTo>
                  <a:lnTo>
                    <a:pt x="606784" y="22839"/>
                  </a:lnTo>
                  <a:lnTo>
                    <a:pt x="660964" y="23847"/>
                  </a:lnTo>
                  <a:lnTo>
                    <a:pt x="730715" y="25310"/>
                  </a:lnTo>
                  <a:lnTo>
                    <a:pt x="812643" y="27264"/>
                  </a:lnTo>
                  <a:lnTo>
                    <a:pt x="902285" y="29715"/>
                  </a:lnTo>
                  <a:lnTo>
                    <a:pt x="995066" y="32657"/>
                  </a:lnTo>
                  <a:lnTo>
                    <a:pt x="1087059" y="36077"/>
                  </a:lnTo>
                  <a:lnTo>
                    <a:pt x="1175379" y="39972"/>
                  </a:lnTo>
                  <a:lnTo>
                    <a:pt x="1258253" y="44355"/>
                  </a:lnTo>
                  <a:lnTo>
                    <a:pt x="1334875" y="49261"/>
                  </a:lnTo>
                  <a:lnTo>
                    <a:pt x="1405182" y="54745"/>
                  </a:lnTo>
                  <a:lnTo>
                    <a:pt x="1469610" y="60886"/>
                  </a:lnTo>
                  <a:lnTo>
                    <a:pt x="1528909" y="67782"/>
                  </a:lnTo>
                  <a:lnTo>
                    <a:pt x="1583989" y="75543"/>
                  </a:lnTo>
                  <a:lnTo>
                    <a:pt x="1635815" y="84280"/>
                  </a:lnTo>
                  <a:lnTo>
                    <a:pt x="1685317" y="94088"/>
                  </a:lnTo>
                  <a:lnTo>
                    <a:pt x="1719082" y="101631"/>
                  </a:lnTo>
                  <a:lnTo>
                    <a:pt x="1770488" y="114409"/>
                  </a:lnTo>
                  <a:lnTo>
                    <a:pt x="1821399" y="128541"/>
                  </a:lnTo>
                  <a:lnTo>
                    <a:pt x="1872373" y="144046"/>
                  </a:lnTo>
                  <a:lnTo>
                    <a:pt x="1923779" y="160891"/>
                  </a:lnTo>
                  <a:lnTo>
                    <a:pt x="1975827" y="178986"/>
                  </a:lnTo>
                  <a:lnTo>
                    <a:pt x="2028586" y="198181"/>
                  </a:lnTo>
                  <a:lnTo>
                    <a:pt x="2081999" y="218267"/>
                  </a:lnTo>
                  <a:lnTo>
                    <a:pt x="2135916" y="238988"/>
                  </a:lnTo>
                  <a:lnTo>
                    <a:pt x="2190110" y="260046"/>
                  </a:lnTo>
                  <a:lnTo>
                    <a:pt x="2244321" y="281123"/>
                  </a:lnTo>
                  <a:lnTo>
                    <a:pt x="2298284" y="301901"/>
                  </a:lnTo>
                  <a:lnTo>
                    <a:pt x="2351769" y="322080"/>
                  </a:lnTo>
                  <a:lnTo>
                    <a:pt x="2404613" y="341396"/>
                  </a:lnTo>
                  <a:lnTo>
                    <a:pt x="2456747" y="359635"/>
                  </a:lnTo>
                  <a:lnTo>
                    <a:pt x="2508223" y="376638"/>
                  </a:lnTo>
                  <a:lnTo>
                    <a:pt x="2559233" y="392310"/>
                  </a:lnTo>
                  <a:lnTo>
                    <a:pt x="2610126" y="406611"/>
                  </a:lnTo>
                  <a:lnTo>
                    <a:pt x="2661435" y="419552"/>
                  </a:lnTo>
                  <a:lnTo>
                    <a:pt x="2667772" y="421043"/>
                  </a:lnTo>
                  <a:lnTo>
                    <a:pt x="2716136" y="431633"/>
                  </a:lnTo>
                  <a:lnTo>
                    <a:pt x="2766240" y="441113"/>
                  </a:lnTo>
                  <a:lnTo>
                    <a:pt x="2818938" y="449548"/>
                  </a:lnTo>
                  <a:lnTo>
                    <a:pt x="2875178" y="457038"/>
                  </a:lnTo>
                  <a:lnTo>
                    <a:pt x="2935919" y="463697"/>
                  </a:lnTo>
                  <a:lnTo>
                    <a:pt x="3002036" y="469633"/>
                  </a:lnTo>
                  <a:lnTo>
                    <a:pt x="3074202" y="474937"/>
                  </a:lnTo>
                  <a:lnTo>
                    <a:pt x="3152728" y="479681"/>
                  </a:lnTo>
                  <a:lnTo>
                    <a:pt x="3237353" y="483916"/>
                  </a:lnTo>
                  <a:lnTo>
                    <a:pt x="3327006" y="487669"/>
                  </a:lnTo>
                  <a:lnTo>
                    <a:pt x="3419588" y="490947"/>
                  </a:lnTo>
                  <a:lnTo>
                    <a:pt x="3511883" y="493743"/>
                  </a:lnTo>
                  <a:lnTo>
                    <a:pt x="3599711" y="496047"/>
                  </a:lnTo>
                  <a:lnTo>
                    <a:pt x="3678439" y="497852"/>
                  </a:lnTo>
                  <a:lnTo>
                    <a:pt x="3743819" y="499174"/>
                  </a:lnTo>
                  <a:lnTo>
                    <a:pt x="3792960" y="500057"/>
                  </a:lnTo>
                  <a:lnTo>
                    <a:pt x="3825110" y="500574"/>
                  </a:lnTo>
                  <a:lnTo>
                    <a:pt x="3841993" y="500817"/>
                  </a:lnTo>
                  <a:lnTo>
                    <a:pt x="3847662" y="500891"/>
                  </a:lnTo>
                  <a:lnTo>
                    <a:pt x="3848118" y="500897"/>
                  </a:lnTo>
                  <a:lnTo>
                    <a:pt x="4386855" y="500897"/>
                  </a:lnTo>
                  <a:lnTo>
                    <a:pt x="4387992" y="500989"/>
                  </a:lnTo>
                  <a:lnTo>
                    <a:pt x="4395433" y="501651"/>
                  </a:lnTo>
                  <a:lnTo>
                    <a:pt x="4414072" y="503479"/>
                  </a:lnTo>
                  <a:lnTo>
                    <a:pt x="4447092" y="507072"/>
                  </a:lnTo>
                  <a:lnTo>
                    <a:pt x="4495685" y="512963"/>
                  </a:lnTo>
                  <a:lnTo>
                    <a:pt x="4558987" y="521559"/>
                  </a:lnTo>
                  <a:lnTo>
                    <a:pt x="4634376" y="533105"/>
                  </a:lnTo>
                  <a:lnTo>
                    <a:pt x="4718126" y="547686"/>
                  </a:lnTo>
                  <a:lnTo>
                    <a:pt x="4806180" y="565278"/>
                  </a:lnTo>
                  <a:lnTo>
                    <a:pt x="4894833" y="585810"/>
                  </a:lnTo>
                  <a:lnTo>
                    <a:pt x="4981161" y="609234"/>
                  </a:lnTo>
                  <a:lnTo>
                    <a:pt x="5063172" y="635579"/>
                  </a:lnTo>
                  <a:lnTo>
                    <a:pt x="5139758" y="664978"/>
                  </a:lnTo>
                  <a:lnTo>
                    <a:pt x="5210534" y="697689"/>
                  </a:lnTo>
                  <a:lnTo>
                    <a:pt x="5275646" y="734095"/>
                  </a:lnTo>
                  <a:lnTo>
                    <a:pt x="5335593" y="774692"/>
                  </a:lnTo>
                  <a:lnTo>
                    <a:pt x="5391086" y="820077"/>
                  </a:lnTo>
                  <a:lnTo>
                    <a:pt x="5442943" y="870903"/>
                  </a:lnTo>
                  <a:lnTo>
                    <a:pt x="5492006" y="927813"/>
                  </a:lnTo>
                  <a:lnTo>
                    <a:pt x="5539075" y="991322"/>
                  </a:lnTo>
                  <a:lnTo>
                    <a:pt x="5567201" y="1033554"/>
                  </a:lnTo>
                  <a:lnTo>
                    <a:pt x="5600969" y="1088387"/>
                  </a:lnTo>
                  <a:lnTo>
                    <a:pt x="5634426" y="1147057"/>
                  </a:lnTo>
                  <a:lnTo>
                    <a:pt x="5667758" y="1209643"/>
                  </a:lnTo>
                  <a:lnTo>
                    <a:pt x="5701114" y="1276165"/>
                  </a:lnTo>
                  <a:lnTo>
                    <a:pt x="5734608" y="1346586"/>
                  </a:lnTo>
                  <a:lnTo>
                    <a:pt x="5768321" y="1420795"/>
                  </a:lnTo>
                  <a:lnTo>
                    <a:pt x="5802310" y="1498614"/>
                  </a:lnTo>
                  <a:lnTo>
                    <a:pt x="5836600" y="1579788"/>
                  </a:lnTo>
                  <a:lnTo>
                    <a:pt x="5871196" y="1663991"/>
                  </a:lnTo>
                  <a:lnTo>
                    <a:pt x="5906080" y="1750824"/>
                  </a:lnTo>
                  <a:lnTo>
                    <a:pt x="5941215" y="1839825"/>
                  </a:lnTo>
                  <a:lnTo>
                    <a:pt x="5976550" y="1930477"/>
                  </a:lnTo>
                  <a:lnTo>
                    <a:pt x="6012020" y="2022221"/>
                  </a:lnTo>
                  <a:lnTo>
                    <a:pt x="6047552" y="2114465"/>
                  </a:lnTo>
                  <a:lnTo>
                    <a:pt x="6083071" y="2206607"/>
                  </a:lnTo>
                  <a:lnTo>
                    <a:pt x="6118503" y="2298046"/>
                  </a:lnTo>
                  <a:lnTo>
                    <a:pt x="6153777" y="2388202"/>
                  </a:lnTo>
                  <a:lnTo>
                    <a:pt x="6188833" y="2476525"/>
                  </a:lnTo>
                  <a:lnTo>
                    <a:pt x="6223623" y="2562518"/>
                  </a:lnTo>
                  <a:lnTo>
                    <a:pt x="6258116" y="2645738"/>
                  </a:lnTo>
                  <a:lnTo>
                    <a:pt x="6292303" y="2725811"/>
                  </a:lnTo>
                  <a:lnTo>
                    <a:pt x="6326194" y="2802435"/>
                  </a:lnTo>
                  <a:lnTo>
                    <a:pt x="6359826" y="2875380"/>
                  </a:lnTo>
                  <a:lnTo>
                    <a:pt x="6393262" y="2944492"/>
                  </a:lnTo>
                  <a:lnTo>
                    <a:pt x="6426595" y="3009685"/>
                  </a:lnTo>
                  <a:lnTo>
                    <a:pt x="6459951" y="3070942"/>
                  </a:lnTo>
                  <a:lnTo>
                    <a:pt x="6493490" y="3128304"/>
                  </a:lnTo>
                  <a:lnTo>
                    <a:pt x="6515891" y="3164181"/>
                  </a:lnTo>
                  <a:lnTo>
                    <a:pt x="6562087" y="3231855"/>
                  </a:lnTo>
                  <a:lnTo>
                    <a:pt x="6609840" y="3292758"/>
                  </a:lnTo>
                  <a:lnTo>
                    <a:pt x="6659888" y="3347236"/>
                  </a:lnTo>
                  <a:lnTo>
                    <a:pt x="6713055" y="3395872"/>
                  </a:lnTo>
                  <a:lnTo>
                    <a:pt x="6770183" y="3439325"/>
                  </a:lnTo>
                  <a:lnTo>
                    <a:pt x="6832058" y="3478230"/>
                  </a:lnTo>
                  <a:lnTo>
                    <a:pt x="6899323" y="3513150"/>
                  </a:lnTo>
                  <a:lnTo>
                    <a:pt x="6972361" y="3544537"/>
                  </a:lnTo>
                  <a:lnTo>
                    <a:pt x="7051132" y="3572728"/>
                  </a:lnTo>
                  <a:lnTo>
                    <a:pt x="7134995" y="3597930"/>
                  </a:lnTo>
                  <a:lnTo>
                    <a:pt x="7222513" y="3620235"/>
                  </a:lnTo>
                  <a:lnTo>
                    <a:pt x="7311331" y="3639634"/>
                  </a:lnTo>
                  <a:lnTo>
                    <a:pt x="7398186" y="3656066"/>
                  </a:lnTo>
                  <a:lnTo>
                    <a:pt x="7479174" y="3669468"/>
                  </a:lnTo>
                  <a:lnTo>
                    <a:pt x="7550273" y="3679851"/>
                  </a:lnTo>
                  <a:lnTo>
                    <a:pt x="7608095" y="3687359"/>
                  </a:lnTo>
                  <a:lnTo>
                    <a:pt x="7650639" y="3692302"/>
                  </a:lnTo>
                  <a:lnTo>
                    <a:pt x="7677824" y="3695142"/>
                  </a:lnTo>
                  <a:lnTo>
                    <a:pt x="7691641" y="3696446"/>
                  </a:lnTo>
                  <a:lnTo>
                    <a:pt x="7695971" y="3696817"/>
                  </a:lnTo>
                  <a:lnTo>
                    <a:pt x="7696237" y="3696838"/>
                  </a:lnTo>
                  <a:lnTo>
                    <a:pt x="8234974" y="3696838"/>
                  </a:lnTo>
                  <a:lnTo>
                    <a:pt x="8234974" y="3675060"/>
                  </a:lnTo>
                  <a:lnTo>
                    <a:pt x="7696237" y="3675060"/>
                  </a:lnTo>
                  <a:lnTo>
                    <a:pt x="7695100" y="3674967"/>
                  </a:lnTo>
                  <a:lnTo>
                    <a:pt x="7687659" y="3674306"/>
                  </a:lnTo>
                  <a:lnTo>
                    <a:pt x="7669020" y="3672478"/>
                  </a:lnTo>
                  <a:lnTo>
                    <a:pt x="7636001" y="3668885"/>
                  </a:lnTo>
                  <a:lnTo>
                    <a:pt x="7587407" y="3662994"/>
                  </a:lnTo>
                  <a:lnTo>
                    <a:pt x="7524106" y="3654398"/>
                  </a:lnTo>
                  <a:lnTo>
                    <a:pt x="7448716" y="3642852"/>
                  </a:lnTo>
                  <a:lnTo>
                    <a:pt x="7364967" y="3628271"/>
                  </a:lnTo>
                  <a:lnTo>
                    <a:pt x="7276913" y="3610679"/>
                  </a:lnTo>
                  <a:lnTo>
                    <a:pt x="7188259" y="3590147"/>
                  </a:lnTo>
                  <a:lnTo>
                    <a:pt x="7101931" y="3566722"/>
                  </a:lnTo>
                  <a:lnTo>
                    <a:pt x="7019920" y="3540378"/>
                  </a:lnTo>
                  <a:lnTo>
                    <a:pt x="6943335" y="3510979"/>
                  </a:lnTo>
                  <a:lnTo>
                    <a:pt x="6872558" y="3478267"/>
                  </a:lnTo>
                  <a:lnTo>
                    <a:pt x="6807446" y="3441862"/>
                  </a:lnTo>
                  <a:lnTo>
                    <a:pt x="6747499" y="3401264"/>
                  </a:lnTo>
                  <a:lnTo>
                    <a:pt x="6692006" y="3355879"/>
                  </a:lnTo>
                  <a:lnTo>
                    <a:pt x="6640149" y="3305054"/>
                  </a:lnTo>
                  <a:lnTo>
                    <a:pt x="6591086" y="3248144"/>
                  </a:lnTo>
                  <a:lnTo>
                    <a:pt x="6544018" y="3184635"/>
                  </a:lnTo>
                  <a:lnTo>
                    <a:pt x="6515891" y="3142403"/>
                  </a:lnTo>
                  <a:lnTo>
                    <a:pt x="6482123" y="3087570"/>
                  </a:lnTo>
                  <a:lnTo>
                    <a:pt x="6448666" y="3028900"/>
                  </a:lnTo>
                  <a:lnTo>
                    <a:pt x="6415334" y="2966314"/>
                  </a:lnTo>
                  <a:lnTo>
                    <a:pt x="6381978" y="2899791"/>
                  </a:lnTo>
                  <a:lnTo>
                    <a:pt x="6348485" y="2829371"/>
                  </a:lnTo>
                  <a:lnTo>
                    <a:pt x="6314771" y="2755162"/>
                  </a:lnTo>
                  <a:lnTo>
                    <a:pt x="6280783" y="2677343"/>
                  </a:lnTo>
                  <a:lnTo>
                    <a:pt x="6246493" y="2596168"/>
                  </a:lnTo>
                  <a:lnTo>
                    <a:pt x="6211897" y="2511966"/>
                  </a:lnTo>
                  <a:lnTo>
                    <a:pt x="6177013" y="2425133"/>
                  </a:lnTo>
                  <a:lnTo>
                    <a:pt x="6141877" y="2336132"/>
                  </a:lnTo>
                  <a:lnTo>
                    <a:pt x="6106542" y="2245479"/>
                  </a:lnTo>
                  <a:lnTo>
                    <a:pt x="6071073" y="2153736"/>
                  </a:lnTo>
                  <a:lnTo>
                    <a:pt x="6035541" y="2061492"/>
                  </a:lnTo>
                  <a:lnTo>
                    <a:pt x="6000021" y="1969350"/>
                  </a:lnTo>
                  <a:lnTo>
                    <a:pt x="5964589" y="1877910"/>
                  </a:lnTo>
                  <a:lnTo>
                    <a:pt x="5929315" y="1787755"/>
                  </a:lnTo>
                  <a:lnTo>
                    <a:pt x="5894260" y="1699431"/>
                  </a:lnTo>
                  <a:lnTo>
                    <a:pt x="5859470" y="1613439"/>
                  </a:lnTo>
                  <a:lnTo>
                    <a:pt x="5824976" y="1530219"/>
                  </a:lnTo>
                  <a:lnTo>
                    <a:pt x="5790790" y="1450145"/>
                  </a:lnTo>
                  <a:lnTo>
                    <a:pt x="5756899" y="1373522"/>
                  </a:lnTo>
                  <a:lnTo>
                    <a:pt x="5723267" y="1300577"/>
                  </a:lnTo>
                  <a:lnTo>
                    <a:pt x="5689831" y="1231465"/>
                  </a:lnTo>
                  <a:lnTo>
                    <a:pt x="5656497" y="1166272"/>
                  </a:lnTo>
                  <a:lnTo>
                    <a:pt x="5623141" y="1105015"/>
                  </a:lnTo>
                  <a:lnTo>
                    <a:pt x="5589602" y="1047653"/>
                  </a:lnTo>
                  <a:lnTo>
                    <a:pt x="5567201" y="1011775"/>
                  </a:lnTo>
                  <a:lnTo>
                    <a:pt x="5521006" y="944102"/>
                  </a:lnTo>
                  <a:lnTo>
                    <a:pt x="5473253" y="883199"/>
                  </a:lnTo>
                  <a:lnTo>
                    <a:pt x="5423205" y="828721"/>
                  </a:lnTo>
                  <a:lnTo>
                    <a:pt x="5370038" y="780084"/>
                  </a:lnTo>
                  <a:lnTo>
                    <a:pt x="5312910" y="736632"/>
                  </a:lnTo>
                  <a:lnTo>
                    <a:pt x="5251035" y="697726"/>
                  </a:lnTo>
                  <a:lnTo>
                    <a:pt x="5183769" y="662807"/>
                  </a:lnTo>
                  <a:lnTo>
                    <a:pt x="5110732" y="631419"/>
                  </a:lnTo>
                  <a:lnTo>
                    <a:pt x="5031960" y="603229"/>
                  </a:lnTo>
                  <a:lnTo>
                    <a:pt x="4948098" y="578026"/>
                  </a:lnTo>
                  <a:lnTo>
                    <a:pt x="4860579" y="555722"/>
                  </a:lnTo>
                  <a:lnTo>
                    <a:pt x="4771762" y="536322"/>
                  </a:lnTo>
                  <a:lnTo>
                    <a:pt x="4684906" y="519891"/>
                  </a:lnTo>
                  <a:lnTo>
                    <a:pt x="4603919" y="506489"/>
                  </a:lnTo>
                  <a:lnTo>
                    <a:pt x="4532820" y="496106"/>
                  </a:lnTo>
                  <a:lnTo>
                    <a:pt x="4474998" y="488597"/>
                  </a:lnTo>
                  <a:lnTo>
                    <a:pt x="4432453" y="483654"/>
                  </a:lnTo>
                  <a:lnTo>
                    <a:pt x="4405268" y="480814"/>
                  </a:lnTo>
                  <a:lnTo>
                    <a:pt x="4391451" y="479511"/>
                  </a:lnTo>
                  <a:lnTo>
                    <a:pt x="4387122" y="479140"/>
                  </a:lnTo>
                  <a:lnTo>
                    <a:pt x="4386855" y="479119"/>
                  </a:lnTo>
                  <a:lnTo>
                    <a:pt x="3848118" y="479119"/>
                  </a:lnTo>
                  <a:lnTo>
                    <a:pt x="3846820" y="479103"/>
                  </a:lnTo>
                  <a:lnTo>
                    <a:pt x="3838349" y="478989"/>
                  </a:lnTo>
                  <a:lnTo>
                    <a:pt x="3817229" y="478674"/>
                  </a:lnTo>
                  <a:lnTo>
                    <a:pt x="3780070" y="478058"/>
                  </a:lnTo>
                  <a:lnTo>
                    <a:pt x="3725891" y="477049"/>
                  </a:lnTo>
                  <a:lnTo>
                    <a:pt x="3656140" y="475586"/>
                  </a:lnTo>
                  <a:lnTo>
                    <a:pt x="3574211" y="473632"/>
                  </a:lnTo>
                  <a:lnTo>
                    <a:pt x="3484570" y="471181"/>
                  </a:lnTo>
                  <a:lnTo>
                    <a:pt x="3391789" y="468239"/>
                  </a:lnTo>
                  <a:lnTo>
                    <a:pt x="3299795" y="464819"/>
                  </a:lnTo>
                  <a:lnTo>
                    <a:pt x="3211475" y="460924"/>
                  </a:lnTo>
                  <a:lnTo>
                    <a:pt x="3128602" y="456541"/>
                  </a:lnTo>
                  <a:lnTo>
                    <a:pt x="3051979" y="451636"/>
                  </a:lnTo>
                  <a:lnTo>
                    <a:pt x="2981673" y="446151"/>
                  </a:lnTo>
                  <a:lnTo>
                    <a:pt x="2917244" y="440010"/>
                  </a:lnTo>
                  <a:lnTo>
                    <a:pt x="2857945" y="433114"/>
                  </a:lnTo>
                  <a:lnTo>
                    <a:pt x="2802865" y="425353"/>
                  </a:lnTo>
                  <a:lnTo>
                    <a:pt x="2751039" y="416616"/>
                  </a:lnTo>
                  <a:lnTo>
                    <a:pt x="2701538" y="406808"/>
                  </a:lnTo>
                  <a:lnTo>
                    <a:pt x="2667772" y="399265"/>
                  </a:lnTo>
                  <a:lnTo>
                    <a:pt x="2616366" y="386488"/>
                  </a:lnTo>
                  <a:lnTo>
                    <a:pt x="2565455" y="372355"/>
                  </a:lnTo>
                  <a:lnTo>
                    <a:pt x="2514482" y="356850"/>
                  </a:lnTo>
                  <a:lnTo>
                    <a:pt x="2463075" y="340005"/>
                  </a:lnTo>
                  <a:lnTo>
                    <a:pt x="2411027" y="321910"/>
                  </a:lnTo>
                  <a:lnTo>
                    <a:pt x="2358269" y="302715"/>
                  </a:lnTo>
                  <a:lnTo>
                    <a:pt x="2304855" y="282629"/>
                  </a:lnTo>
                  <a:lnTo>
                    <a:pt x="2250939" y="261908"/>
                  </a:lnTo>
                  <a:lnTo>
                    <a:pt x="2196745" y="240851"/>
                  </a:lnTo>
                  <a:lnTo>
                    <a:pt x="2142534" y="219773"/>
                  </a:lnTo>
                  <a:lnTo>
                    <a:pt x="2088571" y="198995"/>
                  </a:lnTo>
                  <a:lnTo>
                    <a:pt x="2035085" y="178816"/>
                  </a:lnTo>
                  <a:lnTo>
                    <a:pt x="1982242" y="159500"/>
                  </a:lnTo>
                  <a:lnTo>
                    <a:pt x="1930108" y="141262"/>
                  </a:lnTo>
                  <a:lnTo>
                    <a:pt x="1878631" y="124258"/>
                  </a:lnTo>
                  <a:lnTo>
                    <a:pt x="1827621" y="108586"/>
                  </a:lnTo>
                  <a:lnTo>
                    <a:pt x="1776728" y="94285"/>
                  </a:lnTo>
                  <a:lnTo>
                    <a:pt x="1725420" y="81344"/>
                  </a:lnTo>
                  <a:lnTo>
                    <a:pt x="1719082" y="79853"/>
                  </a:lnTo>
                  <a:lnTo>
                    <a:pt x="1670719" y="69263"/>
                  </a:lnTo>
                  <a:lnTo>
                    <a:pt x="1620615" y="59783"/>
                  </a:lnTo>
                  <a:lnTo>
                    <a:pt x="1567917" y="51349"/>
                  </a:lnTo>
                  <a:lnTo>
                    <a:pt x="1511677" y="43858"/>
                  </a:lnTo>
                  <a:lnTo>
                    <a:pt x="1450936" y="37199"/>
                  </a:lnTo>
                  <a:lnTo>
                    <a:pt x="1384818" y="31263"/>
                  </a:lnTo>
                  <a:lnTo>
                    <a:pt x="1312652" y="25959"/>
                  </a:lnTo>
                  <a:lnTo>
                    <a:pt x="1234126" y="21215"/>
                  </a:lnTo>
                  <a:lnTo>
                    <a:pt x="1149501" y="16980"/>
                  </a:lnTo>
                  <a:lnTo>
                    <a:pt x="1059849" y="13228"/>
                  </a:lnTo>
                  <a:lnTo>
                    <a:pt x="967267" y="9950"/>
                  </a:lnTo>
                  <a:lnTo>
                    <a:pt x="874972" y="7153"/>
                  </a:lnTo>
                  <a:lnTo>
                    <a:pt x="787144" y="4850"/>
                  </a:lnTo>
                  <a:lnTo>
                    <a:pt x="708415" y="3044"/>
                  </a:lnTo>
                  <a:lnTo>
                    <a:pt x="643035" y="1722"/>
                  </a:lnTo>
                  <a:lnTo>
                    <a:pt x="593895" y="839"/>
                  </a:lnTo>
                  <a:lnTo>
                    <a:pt x="561745" y="322"/>
                  </a:lnTo>
                  <a:lnTo>
                    <a:pt x="544861" y="79"/>
                  </a:lnTo>
                  <a:lnTo>
                    <a:pt x="539192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81" name="pl381"/>
            <p:cNvSpPr/>
            <p:nvPr/>
          </p:nvSpPr>
          <p:spPr>
            <a:xfrm>
              <a:off x="546595" y="881125"/>
              <a:ext cx="8234974" cy="3675060"/>
            </a:xfrm>
            <a:custGeom>
              <a:avLst/>
              <a:pathLst>
                <a:path w="8234974" h="3675060">
                  <a:moveTo>
                    <a:pt x="0" y="0"/>
                  </a:moveTo>
                  <a:lnTo>
                    <a:pt x="538736" y="0"/>
                  </a:lnTo>
                  <a:lnTo>
                    <a:pt x="540035" y="15"/>
                  </a:lnTo>
                  <a:lnTo>
                    <a:pt x="548506" y="129"/>
                  </a:lnTo>
                  <a:lnTo>
                    <a:pt x="569625" y="444"/>
                  </a:lnTo>
                  <a:lnTo>
                    <a:pt x="606784" y="1060"/>
                  </a:lnTo>
                  <a:lnTo>
                    <a:pt x="660964" y="2069"/>
                  </a:lnTo>
                  <a:lnTo>
                    <a:pt x="730715" y="3532"/>
                  </a:lnTo>
                  <a:lnTo>
                    <a:pt x="812643" y="5486"/>
                  </a:lnTo>
                  <a:lnTo>
                    <a:pt x="902285" y="7937"/>
                  </a:lnTo>
                  <a:lnTo>
                    <a:pt x="995066" y="10879"/>
                  </a:lnTo>
                  <a:lnTo>
                    <a:pt x="1087059" y="14299"/>
                  </a:lnTo>
                  <a:lnTo>
                    <a:pt x="1175379" y="18194"/>
                  </a:lnTo>
                  <a:lnTo>
                    <a:pt x="1258253" y="22577"/>
                  </a:lnTo>
                  <a:lnTo>
                    <a:pt x="1334875" y="27482"/>
                  </a:lnTo>
                  <a:lnTo>
                    <a:pt x="1405182" y="32967"/>
                  </a:lnTo>
                  <a:lnTo>
                    <a:pt x="1469610" y="39108"/>
                  </a:lnTo>
                  <a:lnTo>
                    <a:pt x="1528909" y="46004"/>
                  </a:lnTo>
                  <a:lnTo>
                    <a:pt x="1583989" y="53765"/>
                  </a:lnTo>
                  <a:lnTo>
                    <a:pt x="1635815" y="62502"/>
                  </a:lnTo>
                  <a:lnTo>
                    <a:pt x="1685317" y="72310"/>
                  </a:lnTo>
                  <a:lnTo>
                    <a:pt x="1719082" y="79853"/>
                  </a:lnTo>
                  <a:lnTo>
                    <a:pt x="1770488" y="92630"/>
                  </a:lnTo>
                  <a:lnTo>
                    <a:pt x="1821399" y="106763"/>
                  </a:lnTo>
                  <a:lnTo>
                    <a:pt x="1872373" y="122268"/>
                  </a:lnTo>
                  <a:lnTo>
                    <a:pt x="1923779" y="139113"/>
                  </a:lnTo>
                  <a:lnTo>
                    <a:pt x="1975827" y="157208"/>
                  </a:lnTo>
                  <a:lnTo>
                    <a:pt x="2028586" y="176403"/>
                  </a:lnTo>
                  <a:lnTo>
                    <a:pt x="2081999" y="196489"/>
                  </a:lnTo>
                  <a:lnTo>
                    <a:pt x="2135916" y="217210"/>
                  </a:lnTo>
                  <a:lnTo>
                    <a:pt x="2190110" y="238267"/>
                  </a:lnTo>
                  <a:lnTo>
                    <a:pt x="2244321" y="259345"/>
                  </a:lnTo>
                  <a:lnTo>
                    <a:pt x="2298284" y="280123"/>
                  </a:lnTo>
                  <a:lnTo>
                    <a:pt x="2351769" y="300302"/>
                  </a:lnTo>
                  <a:lnTo>
                    <a:pt x="2404613" y="319618"/>
                  </a:lnTo>
                  <a:lnTo>
                    <a:pt x="2456747" y="337856"/>
                  </a:lnTo>
                  <a:lnTo>
                    <a:pt x="2508223" y="354860"/>
                  </a:lnTo>
                  <a:lnTo>
                    <a:pt x="2559233" y="370532"/>
                  </a:lnTo>
                  <a:lnTo>
                    <a:pt x="2610126" y="384833"/>
                  </a:lnTo>
                  <a:lnTo>
                    <a:pt x="2661435" y="397774"/>
                  </a:lnTo>
                  <a:lnTo>
                    <a:pt x="2667772" y="399265"/>
                  </a:lnTo>
                  <a:lnTo>
                    <a:pt x="2716136" y="409855"/>
                  </a:lnTo>
                  <a:lnTo>
                    <a:pt x="2766240" y="419335"/>
                  </a:lnTo>
                  <a:lnTo>
                    <a:pt x="2818938" y="427769"/>
                  </a:lnTo>
                  <a:lnTo>
                    <a:pt x="2875178" y="435260"/>
                  </a:lnTo>
                  <a:lnTo>
                    <a:pt x="2935919" y="441919"/>
                  </a:lnTo>
                  <a:lnTo>
                    <a:pt x="3002036" y="447855"/>
                  </a:lnTo>
                  <a:lnTo>
                    <a:pt x="3074202" y="453159"/>
                  </a:lnTo>
                  <a:lnTo>
                    <a:pt x="3152728" y="457903"/>
                  </a:lnTo>
                  <a:lnTo>
                    <a:pt x="3237353" y="462138"/>
                  </a:lnTo>
                  <a:lnTo>
                    <a:pt x="3327006" y="465890"/>
                  </a:lnTo>
                  <a:lnTo>
                    <a:pt x="3419588" y="469169"/>
                  </a:lnTo>
                  <a:lnTo>
                    <a:pt x="3511883" y="471965"/>
                  </a:lnTo>
                  <a:lnTo>
                    <a:pt x="3599711" y="474268"/>
                  </a:lnTo>
                  <a:lnTo>
                    <a:pt x="3678439" y="476074"/>
                  </a:lnTo>
                  <a:lnTo>
                    <a:pt x="3743819" y="477396"/>
                  </a:lnTo>
                  <a:lnTo>
                    <a:pt x="3792960" y="478279"/>
                  </a:lnTo>
                  <a:lnTo>
                    <a:pt x="3825110" y="478796"/>
                  </a:lnTo>
                  <a:lnTo>
                    <a:pt x="3841993" y="479039"/>
                  </a:lnTo>
                  <a:lnTo>
                    <a:pt x="3847662" y="479113"/>
                  </a:lnTo>
                  <a:lnTo>
                    <a:pt x="3848118" y="479119"/>
                  </a:lnTo>
                  <a:lnTo>
                    <a:pt x="4386855" y="479119"/>
                  </a:lnTo>
                  <a:lnTo>
                    <a:pt x="4387992" y="479211"/>
                  </a:lnTo>
                  <a:lnTo>
                    <a:pt x="4395433" y="479872"/>
                  </a:lnTo>
                  <a:lnTo>
                    <a:pt x="4414072" y="481701"/>
                  </a:lnTo>
                  <a:lnTo>
                    <a:pt x="4447092" y="485294"/>
                  </a:lnTo>
                  <a:lnTo>
                    <a:pt x="4495685" y="491185"/>
                  </a:lnTo>
                  <a:lnTo>
                    <a:pt x="4558987" y="499781"/>
                  </a:lnTo>
                  <a:lnTo>
                    <a:pt x="4634376" y="511327"/>
                  </a:lnTo>
                  <a:lnTo>
                    <a:pt x="4718126" y="525908"/>
                  </a:lnTo>
                  <a:lnTo>
                    <a:pt x="4806180" y="543499"/>
                  </a:lnTo>
                  <a:lnTo>
                    <a:pt x="4894833" y="564031"/>
                  </a:lnTo>
                  <a:lnTo>
                    <a:pt x="4981161" y="587456"/>
                  </a:lnTo>
                  <a:lnTo>
                    <a:pt x="5063172" y="613801"/>
                  </a:lnTo>
                  <a:lnTo>
                    <a:pt x="5139758" y="643200"/>
                  </a:lnTo>
                  <a:lnTo>
                    <a:pt x="5210534" y="675911"/>
                  </a:lnTo>
                  <a:lnTo>
                    <a:pt x="5275646" y="712316"/>
                  </a:lnTo>
                  <a:lnTo>
                    <a:pt x="5335593" y="752914"/>
                  </a:lnTo>
                  <a:lnTo>
                    <a:pt x="5391086" y="798299"/>
                  </a:lnTo>
                  <a:lnTo>
                    <a:pt x="5442943" y="849125"/>
                  </a:lnTo>
                  <a:lnTo>
                    <a:pt x="5492006" y="906035"/>
                  </a:lnTo>
                  <a:lnTo>
                    <a:pt x="5539075" y="969544"/>
                  </a:lnTo>
                  <a:lnTo>
                    <a:pt x="5567201" y="1011775"/>
                  </a:lnTo>
                  <a:lnTo>
                    <a:pt x="5600969" y="1066609"/>
                  </a:lnTo>
                  <a:lnTo>
                    <a:pt x="5634426" y="1125279"/>
                  </a:lnTo>
                  <a:lnTo>
                    <a:pt x="5667758" y="1187864"/>
                  </a:lnTo>
                  <a:lnTo>
                    <a:pt x="5701114" y="1254387"/>
                  </a:lnTo>
                  <a:lnTo>
                    <a:pt x="5734608" y="1324807"/>
                  </a:lnTo>
                  <a:lnTo>
                    <a:pt x="5768321" y="1399017"/>
                  </a:lnTo>
                  <a:lnTo>
                    <a:pt x="5802310" y="1476836"/>
                  </a:lnTo>
                  <a:lnTo>
                    <a:pt x="5836600" y="1558010"/>
                  </a:lnTo>
                  <a:lnTo>
                    <a:pt x="5871196" y="1642213"/>
                  </a:lnTo>
                  <a:lnTo>
                    <a:pt x="5906080" y="1729046"/>
                  </a:lnTo>
                  <a:lnTo>
                    <a:pt x="5941215" y="1818047"/>
                  </a:lnTo>
                  <a:lnTo>
                    <a:pt x="5976550" y="1908699"/>
                  </a:lnTo>
                  <a:lnTo>
                    <a:pt x="6012020" y="2000442"/>
                  </a:lnTo>
                  <a:lnTo>
                    <a:pt x="6047552" y="2092687"/>
                  </a:lnTo>
                  <a:lnTo>
                    <a:pt x="6083071" y="2184829"/>
                  </a:lnTo>
                  <a:lnTo>
                    <a:pt x="6118503" y="2276268"/>
                  </a:lnTo>
                  <a:lnTo>
                    <a:pt x="6153777" y="2366423"/>
                  </a:lnTo>
                  <a:lnTo>
                    <a:pt x="6188833" y="2454747"/>
                  </a:lnTo>
                  <a:lnTo>
                    <a:pt x="6223623" y="2540740"/>
                  </a:lnTo>
                  <a:lnTo>
                    <a:pt x="6258116" y="2623960"/>
                  </a:lnTo>
                  <a:lnTo>
                    <a:pt x="6292303" y="2704033"/>
                  </a:lnTo>
                  <a:lnTo>
                    <a:pt x="6326194" y="2780657"/>
                  </a:lnTo>
                  <a:lnTo>
                    <a:pt x="6359826" y="2853602"/>
                  </a:lnTo>
                  <a:lnTo>
                    <a:pt x="6393262" y="2922714"/>
                  </a:lnTo>
                  <a:lnTo>
                    <a:pt x="6426595" y="2987907"/>
                  </a:lnTo>
                  <a:lnTo>
                    <a:pt x="6459951" y="3049164"/>
                  </a:lnTo>
                  <a:lnTo>
                    <a:pt x="6493490" y="3106526"/>
                  </a:lnTo>
                  <a:lnTo>
                    <a:pt x="6515891" y="3142403"/>
                  </a:lnTo>
                  <a:lnTo>
                    <a:pt x="6562087" y="3210077"/>
                  </a:lnTo>
                  <a:lnTo>
                    <a:pt x="6609840" y="3270980"/>
                  </a:lnTo>
                  <a:lnTo>
                    <a:pt x="6659888" y="3325458"/>
                  </a:lnTo>
                  <a:lnTo>
                    <a:pt x="6713055" y="3374094"/>
                  </a:lnTo>
                  <a:lnTo>
                    <a:pt x="6770183" y="3417547"/>
                  </a:lnTo>
                  <a:lnTo>
                    <a:pt x="6832058" y="3456452"/>
                  </a:lnTo>
                  <a:lnTo>
                    <a:pt x="6899323" y="3491371"/>
                  </a:lnTo>
                  <a:lnTo>
                    <a:pt x="6972361" y="3522759"/>
                  </a:lnTo>
                  <a:lnTo>
                    <a:pt x="7051132" y="3550950"/>
                  </a:lnTo>
                  <a:lnTo>
                    <a:pt x="7134995" y="3576152"/>
                  </a:lnTo>
                  <a:lnTo>
                    <a:pt x="7222513" y="3598457"/>
                  </a:lnTo>
                  <a:lnTo>
                    <a:pt x="7311331" y="3617856"/>
                  </a:lnTo>
                  <a:lnTo>
                    <a:pt x="7398186" y="3634288"/>
                  </a:lnTo>
                  <a:lnTo>
                    <a:pt x="7479174" y="3647689"/>
                  </a:lnTo>
                  <a:lnTo>
                    <a:pt x="7550273" y="3658073"/>
                  </a:lnTo>
                  <a:lnTo>
                    <a:pt x="7608095" y="3665581"/>
                  </a:lnTo>
                  <a:lnTo>
                    <a:pt x="7650639" y="3670524"/>
                  </a:lnTo>
                  <a:lnTo>
                    <a:pt x="7677824" y="3673364"/>
                  </a:lnTo>
                  <a:lnTo>
                    <a:pt x="7691641" y="3674668"/>
                  </a:lnTo>
                  <a:lnTo>
                    <a:pt x="7695971" y="3675039"/>
                  </a:lnTo>
                  <a:lnTo>
                    <a:pt x="7696237" y="3675060"/>
                  </a:lnTo>
                  <a:lnTo>
                    <a:pt x="8234974" y="3675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2" name="pl382"/>
            <p:cNvSpPr/>
            <p:nvPr/>
          </p:nvSpPr>
          <p:spPr>
            <a:xfrm>
              <a:off x="546595" y="859347"/>
              <a:ext cx="8234974" cy="3675060"/>
            </a:xfrm>
            <a:custGeom>
              <a:avLst/>
              <a:pathLst>
                <a:path w="8234974" h="3675060">
                  <a:moveTo>
                    <a:pt x="8234974" y="3675060"/>
                  </a:moveTo>
                  <a:lnTo>
                    <a:pt x="7696237" y="3675060"/>
                  </a:lnTo>
                  <a:lnTo>
                    <a:pt x="7695100" y="3674967"/>
                  </a:lnTo>
                  <a:lnTo>
                    <a:pt x="7687659" y="3674306"/>
                  </a:lnTo>
                  <a:lnTo>
                    <a:pt x="7669020" y="3672478"/>
                  </a:lnTo>
                  <a:lnTo>
                    <a:pt x="7636001" y="3668885"/>
                  </a:lnTo>
                  <a:lnTo>
                    <a:pt x="7587407" y="3662994"/>
                  </a:lnTo>
                  <a:lnTo>
                    <a:pt x="7524106" y="3654398"/>
                  </a:lnTo>
                  <a:lnTo>
                    <a:pt x="7448716" y="3642852"/>
                  </a:lnTo>
                  <a:lnTo>
                    <a:pt x="7364967" y="3628271"/>
                  </a:lnTo>
                  <a:lnTo>
                    <a:pt x="7276913" y="3610679"/>
                  </a:lnTo>
                  <a:lnTo>
                    <a:pt x="7188259" y="3590147"/>
                  </a:lnTo>
                  <a:lnTo>
                    <a:pt x="7101931" y="3566722"/>
                  </a:lnTo>
                  <a:lnTo>
                    <a:pt x="7019920" y="3540378"/>
                  </a:lnTo>
                  <a:lnTo>
                    <a:pt x="6943335" y="3510979"/>
                  </a:lnTo>
                  <a:lnTo>
                    <a:pt x="6872558" y="3478267"/>
                  </a:lnTo>
                  <a:lnTo>
                    <a:pt x="6807446" y="3441862"/>
                  </a:lnTo>
                  <a:lnTo>
                    <a:pt x="6747499" y="3401264"/>
                  </a:lnTo>
                  <a:lnTo>
                    <a:pt x="6692006" y="3355879"/>
                  </a:lnTo>
                  <a:lnTo>
                    <a:pt x="6640149" y="3305054"/>
                  </a:lnTo>
                  <a:lnTo>
                    <a:pt x="6591086" y="3248144"/>
                  </a:lnTo>
                  <a:lnTo>
                    <a:pt x="6544018" y="3184635"/>
                  </a:lnTo>
                  <a:lnTo>
                    <a:pt x="6515891" y="3142403"/>
                  </a:lnTo>
                  <a:lnTo>
                    <a:pt x="6482123" y="3087570"/>
                  </a:lnTo>
                  <a:lnTo>
                    <a:pt x="6448666" y="3028900"/>
                  </a:lnTo>
                  <a:lnTo>
                    <a:pt x="6415334" y="2966314"/>
                  </a:lnTo>
                  <a:lnTo>
                    <a:pt x="6381978" y="2899791"/>
                  </a:lnTo>
                  <a:lnTo>
                    <a:pt x="6348485" y="2829371"/>
                  </a:lnTo>
                  <a:lnTo>
                    <a:pt x="6314771" y="2755162"/>
                  </a:lnTo>
                  <a:lnTo>
                    <a:pt x="6280783" y="2677343"/>
                  </a:lnTo>
                  <a:lnTo>
                    <a:pt x="6246493" y="2596168"/>
                  </a:lnTo>
                  <a:lnTo>
                    <a:pt x="6211897" y="2511966"/>
                  </a:lnTo>
                  <a:lnTo>
                    <a:pt x="6177013" y="2425133"/>
                  </a:lnTo>
                  <a:lnTo>
                    <a:pt x="6141877" y="2336132"/>
                  </a:lnTo>
                  <a:lnTo>
                    <a:pt x="6106542" y="2245479"/>
                  </a:lnTo>
                  <a:lnTo>
                    <a:pt x="6071073" y="2153736"/>
                  </a:lnTo>
                  <a:lnTo>
                    <a:pt x="6035541" y="2061492"/>
                  </a:lnTo>
                  <a:lnTo>
                    <a:pt x="6000021" y="1969350"/>
                  </a:lnTo>
                  <a:lnTo>
                    <a:pt x="5964589" y="1877910"/>
                  </a:lnTo>
                  <a:lnTo>
                    <a:pt x="5929315" y="1787755"/>
                  </a:lnTo>
                  <a:lnTo>
                    <a:pt x="5894260" y="1699431"/>
                  </a:lnTo>
                  <a:lnTo>
                    <a:pt x="5859470" y="1613439"/>
                  </a:lnTo>
                  <a:lnTo>
                    <a:pt x="5824976" y="1530219"/>
                  </a:lnTo>
                  <a:lnTo>
                    <a:pt x="5790790" y="1450145"/>
                  </a:lnTo>
                  <a:lnTo>
                    <a:pt x="5756899" y="1373522"/>
                  </a:lnTo>
                  <a:lnTo>
                    <a:pt x="5723267" y="1300577"/>
                  </a:lnTo>
                  <a:lnTo>
                    <a:pt x="5689831" y="1231465"/>
                  </a:lnTo>
                  <a:lnTo>
                    <a:pt x="5656497" y="1166272"/>
                  </a:lnTo>
                  <a:lnTo>
                    <a:pt x="5623141" y="1105015"/>
                  </a:lnTo>
                  <a:lnTo>
                    <a:pt x="5589602" y="1047653"/>
                  </a:lnTo>
                  <a:lnTo>
                    <a:pt x="5567201" y="1011775"/>
                  </a:lnTo>
                  <a:lnTo>
                    <a:pt x="5521006" y="944102"/>
                  </a:lnTo>
                  <a:lnTo>
                    <a:pt x="5473253" y="883199"/>
                  </a:lnTo>
                  <a:lnTo>
                    <a:pt x="5423205" y="828721"/>
                  </a:lnTo>
                  <a:lnTo>
                    <a:pt x="5370038" y="780084"/>
                  </a:lnTo>
                  <a:lnTo>
                    <a:pt x="5312910" y="736632"/>
                  </a:lnTo>
                  <a:lnTo>
                    <a:pt x="5251035" y="697726"/>
                  </a:lnTo>
                  <a:lnTo>
                    <a:pt x="5183769" y="662807"/>
                  </a:lnTo>
                  <a:lnTo>
                    <a:pt x="5110732" y="631419"/>
                  </a:lnTo>
                  <a:lnTo>
                    <a:pt x="5031960" y="603229"/>
                  </a:lnTo>
                  <a:lnTo>
                    <a:pt x="4948098" y="578026"/>
                  </a:lnTo>
                  <a:lnTo>
                    <a:pt x="4860579" y="555722"/>
                  </a:lnTo>
                  <a:lnTo>
                    <a:pt x="4771762" y="536322"/>
                  </a:lnTo>
                  <a:lnTo>
                    <a:pt x="4684906" y="519891"/>
                  </a:lnTo>
                  <a:lnTo>
                    <a:pt x="4603919" y="506489"/>
                  </a:lnTo>
                  <a:lnTo>
                    <a:pt x="4532820" y="496106"/>
                  </a:lnTo>
                  <a:lnTo>
                    <a:pt x="4474998" y="488597"/>
                  </a:lnTo>
                  <a:lnTo>
                    <a:pt x="4432453" y="483654"/>
                  </a:lnTo>
                  <a:lnTo>
                    <a:pt x="4405268" y="480814"/>
                  </a:lnTo>
                  <a:lnTo>
                    <a:pt x="4391451" y="479511"/>
                  </a:lnTo>
                  <a:lnTo>
                    <a:pt x="4387122" y="479140"/>
                  </a:lnTo>
                  <a:lnTo>
                    <a:pt x="4386855" y="479119"/>
                  </a:lnTo>
                  <a:lnTo>
                    <a:pt x="3848118" y="479119"/>
                  </a:lnTo>
                  <a:lnTo>
                    <a:pt x="3846820" y="479103"/>
                  </a:lnTo>
                  <a:lnTo>
                    <a:pt x="3838349" y="478989"/>
                  </a:lnTo>
                  <a:lnTo>
                    <a:pt x="3817229" y="478674"/>
                  </a:lnTo>
                  <a:lnTo>
                    <a:pt x="3780070" y="478058"/>
                  </a:lnTo>
                  <a:lnTo>
                    <a:pt x="3725891" y="477049"/>
                  </a:lnTo>
                  <a:lnTo>
                    <a:pt x="3656140" y="475586"/>
                  </a:lnTo>
                  <a:lnTo>
                    <a:pt x="3574211" y="473632"/>
                  </a:lnTo>
                  <a:lnTo>
                    <a:pt x="3484570" y="471181"/>
                  </a:lnTo>
                  <a:lnTo>
                    <a:pt x="3391789" y="468239"/>
                  </a:lnTo>
                  <a:lnTo>
                    <a:pt x="3299795" y="464819"/>
                  </a:lnTo>
                  <a:lnTo>
                    <a:pt x="3211475" y="460924"/>
                  </a:lnTo>
                  <a:lnTo>
                    <a:pt x="3128602" y="456541"/>
                  </a:lnTo>
                  <a:lnTo>
                    <a:pt x="3051979" y="451636"/>
                  </a:lnTo>
                  <a:lnTo>
                    <a:pt x="2981673" y="446151"/>
                  </a:lnTo>
                  <a:lnTo>
                    <a:pt x="2917244" y="440010"/>
                  </a:lnTo>
                  <a:lnTo>
                    <a:pt x="2857945" y="433114"/>
                  </a:lnTo>
                  <a:lnTo>
                    <a:pt x="2802865" y="425353"/>
                  </a:lnTo>
                  <a:lnTo>
                    <a:pt x="2751039" y="416616"/>
                  </a:lnTo>
                  <a:lnTo>
                    <a:pt x="2701538" y="406808"/>
                  </a:lnTo>
                  <a:lnTo>
                    <a:pt x="2667772" y="399265"/>
                  </a:lnTo>
                  <a:lnTo>
                    <a:pt x="2616366" y="386488"/>
                  </a:lnTo>
                  <a:lnTo>
                    <a:pt x="2565455" y="372355"/>
                  </a:lnTo>
                  <a:lnTo>
                    <a:pt x="2514482" y="356850"/>
                  </a:lnTo>
                  <a:lnTo>
                    <a:pt x="2463075" y="340005"/>
                  </a:lnTo>
                  <a:lnTo>
                    <a:pt x="2411027" y="321910"/>
                  </a:lnTo>
                  <a:lnTo>
                    <a:pt x="2358269" y="302715"/>
                  </a:lnTo>
                  <a:lnTo>
                    <a:pt x="2304855" y="282629"/>
                  </a:lnTo>
                  <a:lnTo>
                    <a:pt x="2250939" y="261908"/>
                  </a:lnTo>
                  <a:lnTo>
                    <a:pt x="2196745" y="240851"/>
                  </a:lnTo>
                  <a:lnTo>
                    <a:pt x="2142534" y="219773"/>
                  </a:lnTo>
                  <a:lnTo>
                    <a:pt x="2088571" y="198995"/>
                  </a:lnTo>
                  <a:lnTo>
                    <a:pt x="2035085" y="178816"/>
                  </a:lnTo>
                  <a:lnTo>
                    <a:pt x="1982242" y="159500"/>
                  </a:lnTo>
                  <a:lnTo>
                    <a:pt x="1930108" y="141262"/>
                  </a:lnTo>
                  <a:lnTo>
                    <a:pt x="1878631" y="124258"/>
                  </a:lnTo>
                  <a:lnTo>
                    <a:pt x="1827621" y="108586"/>
                  </a:lnTo>
                  <a:lnTo>
                    <a:pt x="1776728" y="94285"/>
                  </a:lnTo>
                  <a:lnTo>
                    <a:pt x="1725420" y="81344"/>
                  </a:lnTo>
                  <a:lnTo>
                    <a:pt x="1719082" y="79853"/>
                  </a:lnTo>
                  <a:lnTo>
                    <a:pt x="1670719" y="69263"/>
                  </a:lnTo>
                  <a:lnTo>
                    <a:pt x="1620615" y="59783"/>
                  </a:lnTo>
                  <a:lnTo>
                    <a:pt x="1567917" y="51349"/>
                  </a:lnTo>
                  <a:lnTo>
                    <a:pt x="1511677" y="43858"/>
                  </a:lnTo>
                  <a:lnTo>
                    <a:pt x="1450936" y="37199"/>
                  </a:lnTo>
                  <a:lnTo>
                    <a:pt x="1384818" y="31263"/>
                  </a:lnTo>
                  <a:lnTo>
                    <a:pt x="1312652" y="25959"/>
                  </a:lnTo>
                  <a:lnTo>
                    <a:pt x="1234126" y="21215"/>
                  </a:lnTo>
                  <a:lnTo>
                    <a:pt x="1149501" y="16980"/>
                  </a:lnTo>
                  <a:lnTo>
                    <a:pt x="1059849" y="13228"/>
                  </a:lnTo>
                  <a:lnTo>
                    <a:pt x="967267" y="9950"/>
                  </a:lnTo>
                  <a:lnTo>
                    <a:pt x="874972" y="7153"/>
                  </a:lnTo>
                  <a:lnTo>
                    <a:pt x="787144" y="4850"/>
                  </a:lnTo>
                  <a:lnTo>
                    <a:pt x="708415" y="3044"/>
                  </a:lnTo>
                  <a:lnTo>
                    <a:pt x="643035" y="1722"/>
                  </a:lnTo>
                  <a:lnTo>
                    <a:pt x="593895" y="839"/>
                  </a:lnTo>
                  <a:lnTo>
                    <a:pt x="561745" y="322"/>
                  </a:lnTo>
                  <a:lnTo>
                    <a:pt x="544861" y="79"/>
                  </a:lnTo>
                  <a:lnTo>
                    <a:pt x="539192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3" name="pg383"/>
            <p:cNvSpPr/>
            <p:nvPr/>
          </p:nvSpPr>
          <p:spPr>
            <a:xfrm>
              <a:off x="546595" y="881125"/>
              <a:ext cx="8234974" cy="4018066"/>
            </a:xfrm>
            <a:custGeom>
              <a:avLst/>
              <a:pathLst>
                <a:path w="8234974" h="4018066">
                  <a:moveTo>
                    <a:pt x="0" y="27222"/>
                  </a:moveTo>
                  <a:lnTo>
                    <a:pt x="538736" y="27222"/>
                  </a:lnTo>
                  <a:lnTo>
                    <a:pt x="540034" y="27238"/>
                  </a:lnTo>
                  <a:lnTo>
                    <a:pt x="548505" y="27355"/>
                  </a:lnTo>
                  <a:lnTo>
                    <a:pt x="569621" y="27676"/>
                  </a:lnTo>
                  <a:lnTo>
                    <a:pt x="606775" y="28307"/>
                  </a:lnTo>
                  <a:lnTo>
                    <a:pt x="660947" y="29338"/>
                  </a:lnTo>
                  <a:lnTo>
                    <a:pt x="730691" y="30834"/>
                  </a:lnTo>
                  <a:lnTo>
                    <a:pt x="812612" y="32832"/>
                  </a:lnTo>
                  <a:lnTo>
                    <a:pt x="902246" y="35339"/>
                  </a:lnTo>
                  <a:lnTo>
                    <a:pt x="995022" y="38347"/>
                  </a:lnTo>
                  <a:lnTo>
                    <a:pt x="1087012" y="41845"/>
                  </a:lnTo>
                  <a:lnTo>
                    <a:pt x="1175330" y="45828"/>
                  </a:lnTo>
                  <a:lnTo>
                    <a:pt x="1258203" y="50310"/>
                  </a:lnTo>
                  <a:lnTo>
                    <a:pt x="1334826" y="55326"/>
                  </a:lnTo>
                  <a:lnTo>
                    <a:pt x="1405132" y="60934"/>
                  </a:lnTo>
                  <a:lnTo>
                    <a:pt x="1469562" y="67215"/>
                  </a:lnTo>
                  <a:lnTo>
                    <a:pt x="1528861" y="74266"/>
                  </a:lnTo>
                  <a:lnTo>
                    <a:pt x="1583942" y="82202"/>
                  </a:lnTo>
                  <a:lnTo>
                    <a:pt x="1635768" y="91136"/>
                  </a:lnTo>
                  <a:lnTo>
                    <a:pt x="1685268" y="101165"/>
                  </a:lnTo>
                  <a:lnTo>
                    <a:pt x="1719082" y="108890"/>
                  </a:lnTo>
                  <a:lnTo>
                    <a:pt x="1770429" y="121942"/>
                  </a:lnTo>
                  <a:lnTo>
                    <a:pt x="1821281" y="136377"/>
                  </a:lnTo>
                  <a:lnTo>
                    <a:pt x="1872194" y="152212"/>
                  </a:lnTo>
                  <a:lnTo>
                    <a:pt x="1923538" y="169414"/>
                  </a:lnTo>
                  <a:lnTo>
                    <a:pt x="1975522" y="187892"/>
                  </a:lnTo>
                  <a:lnTo>
                    <a:pt x="2028214" y="207493"/>
                  </a:lnTo>
                  <a:lnTo>
                    <a:pt x="2081561" y="228007"/>
                  </a:lnTo>
                  <a:lnTo>
                    <a:pt x="2135411" y="249169"/>
                  </a:lnTo>
                  <a:lnTo>
                    <a:pt x="2189540" y="270678"/>
                  </a:lnTo>
                  <a:lnTo>
                    <a:pt x="2243689" y="292211"/>
                  </a:lnTo>
                  <a:lnTo>
                    <a:pt x="2297594" y="313443"/>
                  </a:lnTo>
                  <a:lnTo>
                    <a:pt x="2351024" y="334066"/>
                  </a:lnTo>
                  <a:lnTo>
                    <a:pt x="2403816" y="353813"/>
                  </a:lnTo>
                  <a:lnTo>
                    <a:pt x="2455901" y="372463"/>
                  </a:lnTo>
                  <a:lnTo>
                    <a:pt x="2507327" y="389855"/>
                  </a:lnTo>
                  <a:lnTo>
                    <a:pt x="2558284" y="405890"/>
                  </a:lnTo>
                  <a:lnTo>
                    <a:pt x="2609115" y="420525"/>
                  </a:lnTo>
                  <a:lnTo>
                    <a:pt x="2660348" y="433773"/>
                  </a:lnTo>
                  <a:lnTo>
                    <a:pt x="2667772" y="435562"/>
                  </a:lnTo>
                  <a:lnTo>
                    <a:pt x="2716133" y="446392"/>
                  </a:lnTo>
                  <a:lnTo>
                    <a:pt x="2766235" y="456087"/>
                  </a:lnTo>
                  <a:lnTo>
                    <a:pt x="2818929" y="464713"/>
                  </a:lnTo>
                  <a:lnTo>
                    <a:pt x="2875166" y="472373"/>
                  </a:lnTo>
                  <a:lnTo>
                    <a:pt x="2935902" y="479184"/>
                  </a:lnTo>
                  <a:lnTo>
                    <a:pt x="3002014" y="485254"/>
                  </a:lnTo>
                  <a:lnTo>
                    <a:pt x="3074175" y="490679"/>
                  </a:lnTo>
                  <a:lnTo>
                    <a:pt x="3152694" y="495531"/>
                  </a:lnTo>
                  <a:lnTo>
                    <a:pt x="3237312" y="499862"/>
                  </a:lnTo>
                  <a:lnTo>
                    <a:pt x="3326958" y="503700"/>
                  </a:lnTo>
                  <a:lnTo>
                    <a:pt x="3419534" y="507052"/>
                  </a:lnTo>
                  <a:lnTo>
                    <a:pt x="3511825" y="509913"/>
                  </a:lnTo>
                  <a:lnTo>
                    <a:pt x="3599654" y="512268"/>
                  </a:lnTo>
                  <a:lnTo>
                    <a:pt x="3678386" y="514115"/>
                  </a:lnTo>
                  <a:lnTo>
                    <a:pt x="3743774" y="515468"/>
                  </a:lnTo>
                  <a:lnTo>
                    <a:pt x="3792926" y="516371"/>
                  </a:lnTo>
                  <a:lnTo>
                    <a:pt x="3825089" y="516900"/>
                  </a:lnTo>
                  <a:lnTo>
                    <a:pt x="3841983" y="517149"/>
                  </a:lnTo>
                  <a:lnTo>
                    <a:pt x="3847661" y="517225"/>
                  </a:lnTo>
                  <a:lnTo>
                    <a:pt x="3848118" y="517230"/>
                  </a:lnTo>
                  <a:lnTo>
                    <a:pt x="4386855" y="517230"/>
                  </a:lnTo>
                  <a:lnTo>
                    <a:pt x="4387821" y="517316"/>
                  </a:lnTo>
                  <a:lnTo>
                    <a:pt x="4394168" y="517929"/>
                  </a:lnTo>
                  <a:lnTo>
                    <a:pt x="4410151" y="519622"/>
                  </a:lnTo>
                  <a:lnTo>
                    <a:pt x="4438679" y="522953"/>
                  </a:lnTo>
                  <a:lnTo>
                    <a:pt x="4481094" y="528436"/>
                  </a:lnTo>
                  <a:lnTo>
                    <a:pt x="4537074" y="536480"/>
                  </a:lnTo>
                  <a:lnTo>
                    <a:pt x="4604784" y="547359"/>
                  </a:lnTo>
                  <a:lnTo>
                    <a:pt x="4681313" y="561200"/>
                  </a:lnTo>
                  <a:lnTo>
                    <a:pt x="4763250" y="578015"/>
                  </a:lnTo>
                  <a:lnTo>
                    <a:pt x="4847256" y="597747"/>
                  </a:lnTo>
                  <a:lnTo>
                    <a:pt x="4930482" y="620334"/>
                  </a:lnTo>
                  <a:lnTo>
                    <a:pt x="5010789" y="645758"/>
                  </a:lnTo>
                  <a:lnTo>
                    <a:pt x="5086788" y="674077"/>
                  </a:lnTo>
                  <a:lnTo>
                    <a:pt x="5157761" y="705454"/>
                  </a:lnTo>
                  <a:lnTo>
                    <a:pt x="5223524" y="740160"/>
                  </a:lnTo>
                  <a:lnTo>
                    <a:pt x="5284280" y="778573"/>
                  </a:lnTo>
                  <a:lnTo>
                    <a:pt x="5340489" y="821172"/>
                  </a:lnTo>
                  <a:lnTo>
                    <a:pt x="5392771" y="868520"/>
                  </a:lnTo>
                  <a:lnTo>
                    <a:pt x="5441820" y="921223"/>
                  </a:lnTo>
                  <a:lnTo>
                    <a:pt x="5488351" y="979881"/>
                  </a:lnTo>
                  <a:lnTo>
                    <a:pt x="5533047" y="1044983"/>
                  </a:lnTo>
                  <a:lnTo>
                    <a:pt x="5567201" y="1100703"/>
                  </a:lnTo>
                  <a:lnTo>
                    <a:pt x="5599699" y="1158419"/>
                  </a:lnTo>
                  <a:lnTo>
                    <a:pt x="5631901" y="1220022"/>
                  </a:lnTo>
                  <a:lnTo>
                    <a:pt x="5663976" y="1285592"/>
                  </a:lnTo>
                  <a:lnTo>
                    <a:pt x="5696060" y="1355155"/>
                  </a:lnTo>
                  <a:lnTo>
                    <a:pt x="5728256" y="1428682"/>
                  </a:lnTo>
                  <a:lnTo>
                    <a:pt x="5760645" y="1506077"/>
                  </a:lnTo>
                  <a:lnTo>
                    <a:pt x="5793279" y="1587182"/>
                  </a:lnTo>
                  <a:lnTo>
                    <a:pt x="5826188" y="1671765"/>
                  </a:lnTo>
                  <a:lnTo>
                    <a:pt x="5859381" y="1759527"/>
                  </a:lnTo>
                  <a:lnTo>
                    <a:pt x="5892849" y="1850103"/>
                  </a:lnTo>
                  <a:lnTo>
                    <a:pt x="5926564" y="1943062"/>
                  </a:lnTo>
                  <a:lnTo>
                    <a:pt x="5960485" y="2037920"/>
                  </a:lnTo>
                  <a:lnTo>
                    <a:pt x="5994560" y="2134147"/>
                  </a:lnTo>
                  <a:lnTo>
                    <a:pt x="6028726" y="2231179"/>
                  </a:lnTo>
                  <a:lnTo>
                    <a:pt x="6062918" y="2328433"/>
                  </a:lnTo>
                  <a:lnTo>
                    <a:pt x="6097067" y="2425318"/>
                  </a:lnTo>
                  <a:lnTo>
                    <a:pt x="6131109" y="2521254"/>
                  </a:lnTo>
                  <a:lnTo>
                    <a:pt x="6164983" y="2615686"/>
                  </a:lnTo>
                  <a:lnTo>
                    <a:pt x="6198640" y="2708092"/>
                  </a:lnTo>
                  <a:lnTo>
                    <a:pt x="6232041" y="2798002"/>
                  </a:lnTo>
                  <a:lnTo>
                    <a:pt x="6265164" y="2885001"/>
                  </a:lnTo>
                  <a:lnTo>
                    <a:pt x="6298002" y="2968739"/>
                  </a:lnTo>
                  <a:lnTo>
                    <a:pt x="6330571" y="3048934"/>
                  </a:lnTo>
                  <a:lnTo>
                    <a:pt x="6362905" y="3125375"/>
                  </a:lnTo>
                  <a:lnTo>
                    <a:pt x="6395066" y="3197916"/>
                  </a:lnTo>
                  <a:lnTo>
                    <a:pt x="6427136" y="3266481"/>
                  </a:lnTo>
                  <a:lnTo>
                    <a:pt x="6459229" y="3331054"/>
                  </a:lnTo>
                  <a:lnTo>
                    <a:pt x="6491488" y="3391675"/>
                  </a:lnTo>
                  <a:lnTo>
                    <a:pt x="6515891" y="3434593"/>
                  </a:lnTo>
                  <a:lnTo>
                    <a:pt x="6559567" y="3504924"/>
                  </a:lnTo>
                  <a:lnTo>
                    <a:pt x="6604605" y="3568605"/>
                  </a:lnTo>
                  <a:lnTo>
                    <a:pt x="6651620" y="3625930"/>
                  </a:lnTo>
                  <a:lnTo>
                    <a:pt x="6701306" y="3677426"/>
                  </a:lnTo>
                  <a:lnTo>
                    <a:pt x="6754378" y="3723698"/>
                  </a:lnTo>
                  <a:lnTo>
                    <a:pt x="6811520" y="3765349"/>
                  </a:lnTo>
                  <a:lnTo>
                    <a:pt x="6873324" y="3802925"/>
                  </a:lnTo>
                  <a:lnTo>
                    <a:pt x="6940205" y="3836883"/>
                  </a:lnTo>
                  <a:lnTo>
                    <a:pt x="7012295" y="3867581"/>
                  </a:lnTo>
                  <a:lnTo>
                    <a:pt x="7089306" y="3895266"/>
                  </a:lnTo>
                  <a:lnTo>
                    <a:pt x="7170385" y="3920075"/>
                  </a:lnTo>
                  <a:lnTo>
                    <a:pt x="7253986" y="3942051"/>
                  </a:lnTo>
                  <a:lnTo>
                    <a:pt x="7337808" y="3961159"/>
                  </a:lnTo>
                  <a:lnTo>
                    <a:pt x="7418871" y="3977335"/>
                  </a:lnTo>
                  <a:lnTo>
                    <a:pt x="7493778" y="3990533"/>
                  </a:lnTo>
                  <a:lnTo>
                    <a:pt x="7559175" y="4000785"/>
                  </a:lnTo>
                  <a:lnTo>
                    <a:pt x="7612335" y="4008248"/>
                  </a:lnTo>
                  <a:lnTo>
                    <a:pt x="7651724" y="4013227"/>
                  </a:lnTo>
                  <a:lnTo>
                    <a:pt x="7677375" y="4016160"/>
                  </a:lnTo>
                  <a:lnTo>
                    <a:pt x="7690982" y="4017572"/>
                  </a:lnTo>
                  <a:lnTo>
                    <a:pt x="7695766" y="4018024"/>
                  </a:lnTo>
                  <a:lnTo>
                    <a:pt x="7696237" y="4018066"/>
                  </a:lnTo>
                  <a:lnTo>
                    <a:pt x="8234974" y="4018066"/>
                  </a:lnTo>
                  <a:lnTo>
                    <a:pt x="8234974" y="3990843"/>
                  </a:lnTo>
                  <a:lnTo>
                    <a:pt x="7696237" y="3990843"/>
                  </a:lnTo>
                  <a:lnTo>
                    <a:pt x="7695271" y="3990757"/>
                  </a:lnTo>
                  <a:lnTo>
                    <a:pt x="7688924" y="3990145"/>
                  </a:lnTo>
                  <a:lnTo>
                    <a:pt x="7672941" y="3988452"/>
                  </a:lnTo>
                  <a:lnTo>
                    <a:pt x="7644414" y="3985120"/>
                  </a:lnTo>
                  <a:lnTo>
                    <a:pt x="7601998" y="3979638"/>
                  </a:lnTo>
                  <a:lnTo>
                    <a:pt x="7546019" y="3971593"/>
                  </a:lnTo>
                  <a:lnTo>
                    <a:pt x="7478309" y="3960714"/>
                  </a:lnTo>
                  <a:lnTo>
                    <a:pt x="7401780" y="3946873"/>
                  </a:lnTo>
                  <a:lnTo>
                    <a:pt x="7319842" y="3930059"/>
                  </a:lnTo>
                  <a:lnTo>
                    <a:pt x="7235836" y="3910326"/>
                  </a:lnTo>
                  <a:lnTo>
                    <a:pt x="7152610" y="3887739"/>
                  </a:lnTo>
                  <a:lnTo>
                    <a:pt x="7072304" y="3862315"/>
                  </a:lnTo>
                  <a:lnTo>
                    <a:pt x="6996304" y="3833996"/>
                  </a:lnTo>
                  <a:lnTo>
                    <a:pt x="6925331" y="3802619"/>
                  </a:lnTo>
                  <a:lnTo>
                    <a:pt x="6859568" y="3767914"/>
                  </a:lnTo>
                  <a:lnTo>
                    <a:pt x="6798813" y="3729501"/>
                  </a:lnTo>
                  <a:lnTo>
                    <a:pt x="6742603" y="3686901"/>
                  </a:lnTo>
                  <a:lnTo>
                    <a:pt x="6690322" y="3639554"/>
                  </a:lnTo>
                  <a:lnTo>
                    <a:pt x="6641273" y="3586850"/>
                  </a:lnTo>
                  <a:lnTo>
                    <a:pt x="6594741" y="3528193"/>
                  </a:lnTo>
                  <a:lnTo>
                    <a:pt x="6550046" y="3463091"/>
                  </a:lnTo>
                  <a:lnTo>
                    <a:pt x="6515891" y="3407370"/>
                  </a:lnTo>
                  <a:lnTo>
                    <a:pt x="6483394" y="3349655"/>
                  </a:lnTo>
                  <a:lnTo>
                    <a:pt x="6451192" y="3288051"/>
                  </a:lnTo>
                  <a:lnTo>
                    <a:pt x="6419116" y="3222482"/>
                  </a:lnTo>
                  <a:lnTo>
                    <a:pt x="6387033" y="3152918"/>
                  </a:lnTo>
                  <a:lnTo>
                    <a:pt x="6354836" y="3079392"/>
                  </a:lnTo>
                  <a:lnTo>
                    <a:pt x="6322447" y="3001996"/>
                  </a:lnTo>
                  <a:lnTo>
                    <a:pt x="6289814" y="2920892"/>
                  </a:lnTo>
                  <a:lnTo>
                    <a:pt x="6256905" y="2836309"/>
                  </a:lnTo>
                  <a:lnTo>
                    <a:pt x="6223712" y="2748546"/>
                  </a:lnTo>
                  <a:lnTo>
                    <a:pt x="6190244" y="2657971"/>
                  </a:lnTo>
                  <a:lnTo>
                    <a:pt x="6156528" y="2565011"/>
                  </a:lnTo>
                  <a:lnTo>
                    <a:pt x="6122607" y="2470153"/>
                  </a:lnTo>
                  <a:lnTo>
                    <a:pt x="6088532" y="2373926"/>
                  </a:lnTo>
                  <a:lnTo>
                    <a:pt x="6054366" y="2276894"/>
                  </a:lnTo>
                  <a:lnTo>
                    <a:pt x="6020175" y="2179640"/>
                  </a:lnTo>
                  <a:lnTo>
                    <a:pt x="5986025" y="2082755"/>
                  </a:lnTo>
                  <a:lnTo>
                    <a:pt x="5951983" y="1986819"/>
                  </a:lnTo>
                  <a:lnTo>
                    <a:pt x="5918109" y="1892388"/>
                  </a:lnTo>
                  <a:lnTo>
                    <a:pt x="5884452" y="1799981"/>
                  </a:lnTo>
                  <a:lnTo>
                    <a:pt x="5851051" y="1710072"/>
                  </a:lnTo>
                  <a:lnTo>
                    <a:pt x="5817929" y="1623073"/>
                  </a:lnTo>
                  <a:lnTo>
                    <a:pt x="5785090" y="1539334"/>
                  </a:lnTo>
                  <a:lnTo>
                    <a:pt x="5752522" y="1459139"/>
                  </a:lnTo>
                  <a:lnTo>
                    <a:pt x="5720187" y="1382699"/>
                  </a:lnTo>
                  <a:lnTo>
                    <a:pt x="5688027" y="1310157"/>
                  </a:lnTo>
                  <a:lnTo>
                    <a:pt x="5655956" y="1241592"/>
                  </a:lnTo>
                  <a:lnTo>
                    <a:pt x="5623863" y="1177020"/>
                  </a:lnTo>
                  <a:lnTo>
                    <a:pt x="5591605" y="1116398"/>
                  </a:lnTo>
                  <a:lnTo>
                    <a:pt x="5567201" y="1073480"/>
                  </a:lnTo>
                  <a:lnTo>
                    <a:pt x="5523525" y="1003149"/>
                  </a:lnTo>
                  <a:lnTo>
                    <a:pt x="5478488" y="939469"/>
                  </a:lnTo>
                  <a:lnTo>
                    <a:pt x="5431473" y="882143"/>
                  </a:lnTo>
                  <a:lnTo>
                    <a:pt x="5381786" y="830648"/>
                  </a:lnTo>
                  <a:lnTo>
                    <a:pt x="5328715" y="784375"/>
                  </a:lnTo>
                  <a:lnTo>
                    <a:pt x="5271572" y="742724"/>
                  </a:lnTo>
                  <a:lnTo>
                    <a:pt x="5209768" y="705149"/>
                  </a:lnTo>
                  <a:lnTo>
                    <a:pt x="5142887" y="671190"/>
                  </a:lnTo>
                  <a:lnTo>
                    <a:pt x="5070797" y="640492"/>
                  </a:lnTo>
                  <a:lnTo>
                    <a:pt x="4993787" y="612807"/>
                  </a:lnTo>
                  <a:lnTo>
                    <a:pt x="4912707" y="587998"/>
                  </a:lnTo>
                  <a:lnTo>
                    <a:pt x="4829106" y="566023"/>
                  </a:lnTo>
                  <a:lnTo>
                    <a:pt x="4745284" y="546914"/>
                  </a:lnTo>
                  <a:lnTo>
                    <a:pt x="4664221" y="530738"/>
                  </a:lnTo>
                  <a:lnTo>
                    <a:pt x="4589314" y="517540"/>
                  </a:lnTo>
                  <a:lnTo>
                    <a:pt x="4523918" y="507289"/>
                  </a:lnTo>
                  <a:lnTo>
                    <a:pt x="4470757" y="499825"/>
                  </a:lnTo>
                  <a:lnTo>
                    <a:pt x="4431368" y="494846"/>
                  </a:lnTo>
                  <a:lnTo>
                    <a:pt x="4405718" y="491914"/>
                  </a:lnTo>
                  <a:lnTo>
                    <a:pt x="4392110" y="490502"/>
                  </a:lnTo>
                  <a:lnTo>
                    <a:pt x="4387327" y="490049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20" y="489991"/>
                  </a:lnTo>
                  <a:lnTo>
                    <a:pt x="3838350" y="489875"/>
                  </a:lnTo>
                  <a:lnTo>
                    <a:pt x="3817234" y="489553"/>
                  </a:lnTo>
                  <a:lnTo>
                    <a:pt x="3780080" y="488923"/>
                  </a:lnTo>
                  <a:lnTo>
                    <a:pt x="3725907" y="487892"/>
                  </a:lnTo>
                  <a:lnTo>
                    <a:pt x="3656164" y="486395"/>
                  </a:lnTo>
                  <a:lnTo>
                    <a:pt x="3574243" y="484398"/>
                  </a:lnTo>
                  <a:lnTo>
                    <a:pt x="3484608" y="481891"/>
                  </a:lnTo>
                  <a:lnTo>
                    <a:pt x="3391833" y="478882"/>
                  </a:lnTo>
                  <a:lnTo>
                    <a:pt x="3299843" y="475385"/>
                  </a:lnTo>
                  <a:lnTo>
                    <a:pt x="3211525" y="471402"/>
                  </a:lnTo>
                  <a:lnTo>
                    <a:pt x="3128652" y="466920"/>
                  </a:lnTo>
                  <a:lnTo>
                    <a:pt x="3052029" y="461904"/>
                  </a:lnTo>
                  <a:lnTo>
                    <a:pt x="2981722" y="456295"/>
                  </a:lnTo>
                  <a:lnTo>
                    <a:pt x="2917293" y="450015"/>
                  </a:lnTo>
                  <a:lnTo>
                    <a:pt x="2857993" y="442964"/>
                  </a:lnTo>
                  <a:lnTo>
                    <a:pt x="2802913" y="435028"/>
                  </a:lnTo>
                  <a:lnTo>
                    <a:pt x="2751087" y="426094"/>
                  </a:lnTo>
                  <a:lnTo>
                    <a:pt x="2701586" y="416064"/>
                  </a:lnTo>
                  <a:lnTo>
                    <a:pt x="2667772" y="408340"/>
                  </a:lnTo>
                  <a:lnTo>
                    <a:pt x="2616426" y="395287"/>
                  </a:lnTo>
                  <a:lnTo>
                    <a:pt x="2565574" y="380853"/>
                  </a:lnTo>
                  <a:lnTo>
                    <a:pt x="2514661" y="365018"/>
                  </a:lnTo>
                  <a:lnTo>
                    <a:pt x="2463317" y="347816"/>
                  </a:lnTo>
                  <a:lnTo>
                    <a:pt x="2411333" y="329338"/>
                  </a:lnTo>
                  <a:lnTo>
                    <a:pt x="2358641" y="309736"/>
                  </a:lnTo>
                  <a:lnTo>
                    <a:pt x="2305294" y="289223"/>
                  </a:lnTo>
                  <a:lnTo>
                    <a:pt x="2251444" y="268061"/>
                  </a:lnTo>
                  <a:lnTo>
                    <a:pt x="2197314" y="246551"/>
                  </a:lnTo>
                  <a:lnTo>
                    <a:pt x="2143165" y="225019"/>
                  </a:lnTo>
                  <a:lnTo>
                    <a:pt x="2089261" y="203787"/>
                  </a:lnTo>
                  <a:lnTo>
                    <a:pt x="2035830" y="183164"/>
                  </a:lnTo>
                  <a:lnTo>
                    <a:pt x="1983038" y="163417"/>
                  </a:lnTo>
                  <a:lnTo>
                    <a:pt x="1930954" y="144767"/>
                  </a:lnTo>
                  <a:lnTo>
                    <a:pt x="1879527" y="127375"/>
                  </a:lnTo>
                  <a:lnTo>
                    <a:pt x="1828571" y="111340"/>
                  </a:lnTo>
                  <a:lnTo>
                    <a:pt x="1777740" y="96705"/>
                  </a:lnTo>
                  <a:lnTo>
                    <a:pt x="1726507" y="83457"/>
                  </a:lnTo>
                  <a:lnTo>
                    <a:pt x="1719082" y="81668"/>
                  </a:lnTo>
                  <a:lnTo>
                    <a:pt x="1670721" y="70838"/>
                  </a:lnTo>
                  <a:lnTo>
                    <a:pt x="1620620" y="61142"/>
                  </a:lnTo>
                  <a:lnTo>
                    <a:pt x="1567926" y="52517"/>
                  </a:lnTo>
                  <a:lnTo>
                    <a:pt x="1511689" y="44857"/>
                  </a:lnTo>
                  <a:lnTo>
                    <a:pt x="1450952" y="38046"/>
                  </a:lnTo>
                  <a:lnTo>
                    <a:pt x="1384840" y="31976"/>
                  </a:lnTo>
                  <a:lnTo>
                    <a:pt x="1312680" y="26551"/>
                  </a:lnTo>
                  <a:lnTo>
                    <a:pt x="1234161" y="21699"/>
                  </a:lnTo>
                  <a:lnTo>
                    <a:pt x="1149543" y="17368"/>
                  </a:lnTo>
                  <a:lnTo>
                    <a:pt x="1059897" y="13530"/>
                  </a:lnTo>
                  <a:lnTo>
                    <a:pt x="967320" y="10177"/>
                  </a:lnTo>
                  <a:lnTo>
                    <a:pt x="875029" y="7317"/>
                  </a:lnTo>
                  <a:lnTo>
                    <a:pt x="787201" y="4961"/>
                  </a:lnTo>
                  <a:lnTo>
                    <a:pt x="708469" y="3115"/>
                  </a:lnTo>
                  <a:lnTo>
                    <a:pt x="643080" y="1762"/>
                  </a:lnTo>
                  <a:lnTo>
                    <a:pt x="593929" y="859"/>
                  </a:lnTo>
                  <a:lnTo>
                    <a:pt x="561766" y="330"/>
                  </a:lnTo>
                  <a:lnTo>
                    <a:pt x="544871" y="81"/>
                  </a:lnTo>
                  <a:lnTo>
                    <a:pt x="539194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84" name="pl384"/>
            <p:cNvSpPr/>
            <p:nvPr/>
          </p:nvSpPr>
          <p:spPr>
            <a:xfrm>
              <a:off x="546595" y="908348"/>
              <a:ext cx="8234974" cy="3990843"/>
            </a:xfrm>
            <a:custGeom>
              <a:avLst/>
              <a:pathLst>
                <a:path w="8234974" h="3990843">
                  <a:moveTo>
                    <a:pt x="0" y="0"/>
                  </a:moveTo>
                  <a:lnTo>
                    <a:pt x="538736" y="0"/>
                  </a:lnTo>
                  <a:lnTo>
                    <a:pt x="540034" y="16"/>
                  </a:lnTo>
                  <a:lnTo>
                    <a:pt x="548505" y="132"/>
                  </a:lnTo>
                  <a:lnTo>
                    <a:pt x="569621" y="454"/>
                  </a:lnTo>
                  <a:lnTo>
                    <a:pt x="606775" y="1084"/>
                  </a:lnTo>
                  <a:lnTo>
                    <a:pt x="660947" y="2115"/>
                  </a:lnTo>
                  <a:lnTo>
                    <a:pt x="730691" y="3612"/>
                  </a:lnTo>
                  <a:lnTo>
                    <a:pt x="812612" y="5609"/>
                  </a:lnTo>
                  <a:lnTo>
                    <a:pt x="902246" y="8117"/>
                  </a:lnTo>
                  <a:lnTo>
                    <a:pt x="995022" y="11125"/>
                  </a:lnTo>
                  <a:lnTo>
                    <a:pt x="1087012" y="14622"/>
                  </a:lnTo>
                  <a:lnTo>
                    <a:pt x="1175330" y="18605"/>
                  </a:lnTo>
                  <a:lnTo>
                    <a:pt x="1258203" y="23087"/>
                  </a:lnTo>
                  <a:lnTo>
                    <a:pt x="1334826" y="28103"/>
                  </a:lnTo>
                  <a:lnTo>
                    <a:pt x="1405132" y="33712"/>
                  </a:lnTo>
                  <a:lnTo>
                    <a:pt x="1469562" y="39992"/>
                  </a:lnTo>
                  <a:lnTo>
                    <a:pt x="1528861" y="47044"/>
                  </a:lnTo>
                  <a:lnTo>
                    <a:pt x="1583942" y="54979"/>
                  </a:lnTo>
                  <a:lnTo>
                    <a:pt x="1635768" y="63913"/>
                  </a:lnTo>
                  <a:lnTo>
                    <a:pt x="1685268" y="73943"/>
                  </a:lnTo>
                  <a:lnTo>
                    <a:pt x="1719082" y="81668"/>
                  </a:lnTo>
                  <a:lnTo>
                    <a:pt x="1770429" y="94720"/>
                  </a:lnTo>
                  <a:lnTo>
                    <a:pt x="1821281" y="109154"/>
                  </a:lnTo>
                  <a:lnTo>
                    <a:pt x="1872194" y="124989"/>
                  </a:lnTo>
                  <a:lnTo>
                    <a:pt x="1923538" y="142191"/>
                  </a:lnTo>
                  <a:lnTo>
                    <a:pt x="1975522" y="160669"/>
                  </a:lnTo>
                  <a:lnTo>
                    <a:pt x="2028214" y="180271"/>
                  </a:lnTo>
                  <a:lnTo>
                    <a:pt x="2081561" y="200784"/>
                  </a:lnTo>
                  <a:lnTo>
                    <a:pt x="2135411" y="221946"/>
                  </a:lnTo>
                  <a:lnTo>
                    <a:pt x="2189540" y="243456"/>
                  </a:lnTo>
                  <a:lnTo>
                    <a:pt x="2243689" y="264988"/>
                  </a:lnTo>
                  <a:lnTo>
                    <a:pt x="2297594" y="286220"/>
                  </a:lnTo>
                  <a:lnTo>
                    <a:pt x="2351024" y="306844"/>
                  </a:lnTo>
                  <a:lnTo>
                    <a:pt x="2403816" y="326590"/>
                  </a:lnTo>
                  <a:lnTo>
                    <a:pt x="2455901" y="345240"/>
                  </a:lnTo>
                  <a:lnTo>
                    <a:pt x="2507327" y="362632"/>
                  </a:lnTo>
                  <a:lnTo>
                    <a:pt x="2558284" y="378667"/>
                  </a:lnTo>
                  <a:lnTo>
                    <a:pt x="2609115" y="393302"/>
                  </a:lnTo>
                  <a:lnTo>
                    <a:pt x="2660348" y="406550"/>
                  </a:lnTo>
                  <a:lnTo>
                    <a:pt x="2667772" y="408340"/>
                  </a:lnTo>
                  <a:lnTo>
                    <a:pt x="2716133" y="419169"/>
                  </a:lnTo>
                  <a:lnTo>
                    <a:pt x="2766235" y="428865"/>
                  </a:lnTo>
                  <a:lnTo>
                    <a:pt x="2818929" y="437490"/>
                  </a:lnTo>
                  <a:lnTo>
                    <a:pt x="2875166" y="445150"/>
                  </a:lnTo>
                  <a:lnTo>
                    <a:pt x="2935902" y="451961"/>
                  </a:lnTo>
                  <a:lnTo>
                    <a:pt x="3002014" y="458032"/>
                  </a:lnTo>
                  <a:lnTo>
                    <a:pt x="3074175" y="463456"/>
                  </a:lnTo>
                  <a:lnTo>
                    <a:pt x="3152694" y="468308"/>
                  </a:lnTo>
                  <a:lnTo>
                    <a:pt x="3237312" y="472639"/>
                  </a:lnTo>
                  <a:lnTo>
                    <a:pt x="3326958" y="476477"/>
                  </a:lnTo>
                  <a:lnTo>
                    <a:pt x="3419534" y="479830"/>
                  </a:lnTo>
                  <a:lnTo>
                    <a:pt x="3511825" y="482690"/>
                  </a:lnTo>
                  <a:lnTo>
                    <a:pt x="3599654" y="485046"/>
                  </a:lnTo>
                  <a:lnTo>
                    <a:pt x="3678386" y="486892"/>
                  </a:lnTo>
                  <a:lnTo>
                    <a:pt x="3743774" y="488245"/>
                  </a:lnTo>
                  <a:lnTo>
                    <a:pt x="3792926" y="489149"/>
                  </a:lnTo>
                  <a:lnTo>
                    <a:pt x="3825089" y="489677"/>
                  </a:lnTo>
                  <a:lnTo>
                    <a:pt x="3841983" y="489926"/>
                  </a:lnTo>
                  <a:lnTo>
                    <a:pt x="3847661" y="490002"/>
                  </a:lnTo>
                  <a:lnTo>
                    <a:pt x="3848118" y="490008"/>
                  </a:lnTo>
                  <a:lnTo>
                    <a:pt x="4386855" y="490008"/>
                  </a:lnTo>
                  <a:lnTo>
                    <a:pt x="4387821" y="490093"/>
                  </a:lnTo>
                  <a:lnTo>
                    <a:pt x="4394168" y="490706"/>
                  </a:lnTo>
                  <a:lnTo>
                    <a:pt x="4410151" y="492399"/>
                  </a:lnTo>
                  <a:lnTo>
                    <a:pt x="4438679" y="495731"/>
                  </a:lnTo>
                  <a:lnTo>
                    <a:pt x="4481094" y="501213"/>
                  </a:lnTo>
                  <a:lnTo>
                    <a:pt x="4537074" y="509257"/>
                  </a:lnTo>
                  <a:lnTo>
                    <a:pt x="4604784" y="520136"/>
                  </a:lnTo>
                  <a:lnTo>
                    <a:pt x="4681313" y="533978"/>
                  </a:lnTo>
                  <a:lnTo>
                    <a:pt x="4763250" y="550792"/>
                  </a:lnTo>
                  <a:lnTo>
                    <a:pt x="4847256" y="570524"/>
                  </a:lnTo>
                  <a:lnTo>
                    <a:pt x="4930482" y="593112"/>
                  </a:lnTo>
                  <a:lnTo>
                    <a:pt x="5010789" y="618535"/>
                  </a:lnTo>
                  <a:lnTo>
                    <a:pt x="5086788" y="646855"/>
                  </a:lnTo>
                  <a:lnTo>
                    <a:pt x="5157761" y="678232"/>
                  </a:lnTo>
                  <a:lnTo>
                    <a:pt x="5223524" y="712937"/>
                  </a:lnTo>
                  <a:lnTo>
                    <a:pt x="5284280" y="751350"/>
                  </a:lnTo>
                  <a:lnTo>
                    <a:pt x="5340489" y="793950"/>
                  </a:lnTo>
                  <a:lnTo>
                    <a:pt x="5392771" y="841297"/>
                  </a:lnTo>
                  <a:lnTo>
                    <a:pt x="5441820" y="894000"/>
                  </a:lnTo>
                  <a:lnTo>
                    <a:pt x="5488351" y="952658"/>
                  </a:lnTo>
                  <a:lnTo>
                    <a:pt x="5533047" y="1017760"/>
                  </a:lnTo>
                  <a:lnTo>
                    <a:pt x="5567201" y="1073480"/>
                  </a:lnTo>
                  <a:lnTo>
                    <a:pt x="5599699" y="1131196"/>
                  </a:lnTo>
                  <a:lnTo>
                    <a:pt x="5631901" y="1192799"/>
                  </a:lnTo>
                  <a:lnTo>
                    <a:pt x="5663976" y="1258369"/>
                  </a:lnTo>
                  <a:lnTo>
                    <a:pt x="5696060" y="1327932"/>
                  </a:lnTo>
                  <a:lnTo>
                    <a:pt x="5728256" y="1401459"/>
                  </a:lnTo>
                  <a:lnTo>
                    <a:pt x="5760645" y="1478855"/>
                  </a:lnTo>
                  <a:lnTo>
                    <a:pt x="5793279" y="1559959"/>
                  </a:lnTo>
                  <a:lnTo>
                    <a:pt x="5826188" y="1644542"/>
                  </a:lnTo>
                  <a:lnTo>
                    <a:pt x="5859381" y="1732305"/>
                  </a:lnTo>
                  <a:lnTo>
                    <a:pt x="5892849" y="1822880"/>
                  </a:lnTo>
                  <a:lnTo>
                    <a:pt x="5926564" y="1915839"/>
                  </a:lnTo>
                  <a:lnTo>
                    <a:pt x="5960485" y="2010697"/>
                  </a:lnTo>
                  <a:lnTo>
                    <a:pt x="5994560" y="2106924"/>
                  </a:lnTo>
                  <a:lnTo>
                    <a:pt x="6028726" y="2203957"/>
                  </a:lnTo>
                  <a:lnTo>
                    <a:pt x="6062918" y="2301210"/>
                  </a:lnTo>
                  <a:lnTo>
                    <a:pt x="6097067" y="2398095"/>
                  </a:lnTo>
                  <a:lnTo>
                    <a:pt x="6131109" y="2494032"/>
                  </a:lnTo>
                  <a:lnTo>
                    <a:pt x="6164983" y="2588463"/>
                  </a:lnTo>
                  <a:lnTo>
                    <a:pt x="6198640" y="2680869"/>
                  </a:lnTo>
                  <a:lnTo>
                    <a:pt x="6232041" y="2770779"/>
                  </a:lnTo>
                  <a:lnTo>
                    <a:pt x="6265164" y="2857778"/>
                  </a:lnTo>
                  <a:lnTo>
                    <a:pt x="6298002" y="2941516"/>
                  </a:lnTo>
                  <a:lnTo>
                    <a:pt x="6330571" y="3021712"/>
                  </a:lnTo>
                  <a:lnTo>
                    <a:pt x="6362905" y="3098152"/>
                  </a:lnTo>
                  <a:lnTo>
                    <a:pt x="6395066" y="3170693"/>
                  </a:lnTo>
                  <a:lnTo>
                    <a:pt x="6427136" y="3239258"/>
                  </a:lnTo>
                  <a:lnTo>
                    <a:pt x="6459229" y="3303831"/>
                  </a:lnTo>
                  <a:lnTo>
                    <a:pt x="6491488" y="3364452"/>
                  </a:lnTo>
                  <a:lnTo>
                    <a:pt x="6515891" y="3407370"/>
                  </a:lnTo>
                  <a:lnTo>
                    <a:pt x="6559567" y="3477702"/>
                  </a:lnTo>
                  <a:lnTo>
                    <a:pt x="6604605" y="3541382"/>
                  </a:lnTo>
                  <a:lnTo>
                    <a:pt x="6651620" y="3598708"/>
                  </a:lnTo>
                  <a:lnTo>
                    <a:pt x="6701306" y="3650203"/>
                  </a:lnTo>
                  <a:lnTo>
                    <a:pt x="6754378" y="3696475"/>
                  </a:lnTo>
                  <a:lnTo>
                    <a:pt x="6811520" y="3738126"/>
                  </a:lnTo>
                  <a:lnTo>
                    <a:pt x="6873324" y="3775702"/>
                  </a:lnTo>
                  <a:lnTo>
                    <a:pt x="6940205" y="3809661"/>
                  </a:lnTo>
                  <a:lnTo>
                    <a:pt x="7012295" y="3840359"/>
                  </a:lnTo>
                  <a:lnTo>
                    <a:pt x="7089306" y="3868043"/>
                  </a:lnTo>
                  <a:lnTo>
                    <a:pt x="7170385" y="3892853"/>
                  </a:lnTo>
                  <a:lnTo>
                    <a:pt x="7253986" y="3914828"/>
                  </a:lnTo>
                  <a:lnTo>
                    <a:pt x="7337808" y="3933937"/>
                  </a:lnTo>
                  <a:lnTo>
                    <a:pt x="7418871" y="3950113"/>
                  </a:lnTo>
                  <a:lnTo>
                    <a:pt x="7493778" y="3963310"/>
                  </a:lnTo>
                  <a:lnTo>
                    <a:pt x="7559175" y="3973562"/>
                  </a:lnTo>
                  <a:lnTo>
                    <a:pt x="7612335" y="3981025"/>
                  </a:lnTo>
                  <a:lnTo>
                    <a:pt x="7651724" y="3986005"/>
                  </a:lnTo>
                  <a:lnTo>
                    <a:pt x="7677375" y="3988937"/>
                  </a:lnTo>
                  <a:lnTo>
                    <a:pt x="7690982" y="3990349"/>
                  </a:lnTo>
                  <a:lnTo>
                    <a:pt x="7695766" y="3990802"/>
                  </a:lnTo>
                  <a:lnTo>
                    <a:pt x="7696237" y="3990843"/>
                  </a:lnTo>
                  <a:lnTo>
                    <a:pt x="8234974" y="39908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5" name="pl385"/>
            <p:cNvSpPr/>
            <p:nvPr/>
          </p:nvSpPr>
          <p:spPr>
            <a:xfrm>
              <a:off x="546595" y="881125"/>
              <a:ext cx="8234974" cy="3990843"/>
            </a:xfrm>
            <a:custGeom>
              <a:avLst/>
              <a:pathLst>
                <a:path w="8234974" h="3990843">
                  <a:moveTo>
                    <a:pt x="8234974" y="3990843"/>
                  </a:moveTo>
                  <a:lnTo>
                    <a:pt x="7696237" y="3990843"/>
                  </a:lnTo>
                  <a:lnTo>
                    <a:pt x="7695271" y="3990757"/>
                  </a:lnTo>
                  <a:lnTo>
                    <a:pt x="7688924" y="3990145"/>
                  </a:lnTo>
                  <a:lnTo>
                    <a:pt x="7672941" y="3988452"/>
                  </a:lnTo>
                  <a:lnTo>
                    <a:pt x="7644414" y="3985120"/>
                  </a:lnTo>
                  <a:lnTo>
                    <a:pt x="7601998" y="3979638"/>
                  </a:lnTo>
                  <a:lnTo>
                    <a:pt x="7546019" y="3971593"/>
                  </a:lnTo>
                  <a:lnTo>
                    <a:pt x="7478309" y="3960714"/>
                  </a:lnTo>
                  <a:lnTo>
                    <a:pt x="7401780" y="3946873"/>
                  </a:lnTo>
                  <a:lnTo>
                    <a:pt x="7319842" y="3930059"/>
                  </a:lnTo>
                  <a:lnTo>
                    <a:pt x="7235836" y="3910326"/>
                  </a:lnTo>
                  <a:lnTo>
                    <a:pt x="7152610" y="3887739"/>
                  </a:lnTo>
                  <a:lnTo>
                    <a:pt x="7072304" y="3862315"/>
                  </a:lnTo>
                  <a:lnTo>
                    <a:pt x="6996304" y="3833996"/>
                  </a:lnTo>
                  <a:lnTo>
                    <a:pt x="6925331" y="3802619"/>
                  </a:lnTo>
                  <a:lnTo>
                    <a:pt x="6859568" y="3767914"/>
                  </a:lnTo>
                  <a:lnTo>
                    <a:pt x="6798813" y="3729501"/>
                  </a:lnTo>
                  <a:lnTo>
                    <a:pt x="6742603" y="3686901"/>
                  </a:lnTo>
                  <a:lnTo>
                    <a:pt x="6690322" y="3639554"/>
                  </a:lnTo>
                  <a:lnTo>
                    <a:pt x="6641273" y="3586850"/>
                  </a:lnTo>
                  <a:lnTo>
                    <a:pt x="6594741" y="3528193"/>
                  </a:lnTo>
                  <a:lnTo>
                    <a:pt x="6550046" y="3463091"/>
                  </a:lnTo>
                  <a:lnTo>
                    <a:pt x="6515891" y="3407370"/>
                  </a:lnTo>
                  <a:lnTo>
                    <a:pt x="6483394" y="3349655"/>
                  </a:lnTo>
                  <a:lnTo>
                    <a:pt x="6451192" y="3288051"/>
                  </a:lnTo>
                  <a:lnTo>
                    <a:pt x="6419116" y="3222482"/>
                  </a:lnTo>
                  <a:lnTo>
                    <a:pt x="6387033" y="3152918"/>
                  </a:lnTo>
                  <a:lnTo>
                    <a:pt x="6354836" y="3079392"/>
                  </a:lnTo>
                  <a:lnTo>
                    <a:pt x="6322447" y="3001996"/>
                  </a:lnTo>
                  <a:lnTo>
                    <a:pt x="6289814" y="2920892"/>
                  </a:lnTo>
                  <a:lnTo>
                    <a:pt x="6256905" y="2836309"/>
                  </a:lnTo>
                  <a:lnTo>
                    <a:pt x="6223712" y="2748546"/>
                  </a:lnTo>
                  <a:lnTo>
                    <a:pt x="6190244" y="2657971"/>
                  </a:lnTo>
                  <a:lnTo>
                    <a:pt x="6156528" y="2565011"/>
                  </a:lnTo>
                  <a:lnTo>
                    <a:pt x="6122607" y="2470153"/>
                  </a:lnTo>
                  <a:lnTo>
                    <a:pt x="6088532" y="2373926"/>
                  </a:lnTo>
                  <a:lnTo>
                    <a:pt x="6054366" y="2276894"/>
                  </a:lnTo>
                  <a:lnTo>
                    <a:pt x="6020175" y="2179640"/>
                  </a:lnTo>
                  <a:lnTo>
                    <a:pt x="5986025" y="2082755"/>
                  </a:lnTo>
                  <a:lnTo>
                    <a:pt x="5951983" y="1986819"/>
                  </a:lnTo>
                  <a:lnTo>
                    <a:pt x="5918109" y="1892388"/>
                  </a:lnTo>
                  <a:lnTo>
                    <a:pt x="5884452" y="1799981"/>
                  </a:lnTo>
                  <a:lnTo>
                    <a:pt x="5851051" y="1710072"/>
                  </a:lnTo>
                  <a:lnTo>
                    <a:pt x="5817929" y="1623073"/>
                  </a:lnTo>
                  <a:lnTo>
                    <a:pt x="5785090" y="1539334"/>
                  </a:lnTo>
                  <a:lnTo>
                    <a:pt x="5752522" y="1459139"/>
                  </a:lnTo>
                  <a:lnTo>
                    <a:pt x="5720187" y="1382699"/>
                  </a:lnTo>
                  <a:lnTo>
                    <a:pt x="5688027" y="1310157"/>
                  </a:lnTo>
                  <a:lnTo>
                    <a:pt x="5655956" y="1241592"/>
                  </a:lnTo>
                  <a:lnTo>
                    <a:pt x="5623863" y="1177020"/>
                  </a:lnTo>
                  <a:lnTo>
                    <a:pt x="5591605" y="1116398"/>
                  </a:lnTo>
                  <a:lnTo>
                    <a:pt x="5567201" y="1073480"/>
                  </a:lnTo>
                  <a:lnTo>
                    <a:pt x="5523525" y="1003149"/>
                  </a:lnTo>
                  <a:lnTo>
                    <a:pt x="5478488" y="939469"/>
                  </a:lnTo>
                  <a:lnTo>
                    <a:pt x="5431473" y="882143"/>
                  </a:lnTo>
                  <a:lnTo>
                    <a:pt x="5381786" y="830648"/>
                  </a:lnTo>
                  <a:lnTo>
                    <a:pt x="5328715" y="784375"/>
                  </a:lnTo>
                  <a:lnTo>
                    <a:pt x="5271572" y="742724"/>
                  </a:lnTo>
                  <a:lnTo>
                    <a:pt x="5209768" y="705149"/>
                  </a:lnTo>
                  <a:lnTo>
                    <a:pt x="5142887" y="671190"/>
                  </a:lnTo>
                  <a:lnTo>
                    <a:pt x="5070797" y="640492"/>
                  </a:lnTo>
                  <a:lnTo>
                    <a:pt x="4993787" y="612807"/>
                  </a:lnTo>
                  <a:lnTo>
                    <a:pt x="4912707" y="587998"/>
                  </a:lnTo>
                  <a:lnTo>
                    <a:pt x="4829106" y="566023"/>
                  </a:lnTo>
                  <a:lnTo>
                    <a:pt x="4745284" y="546914"/>
                  </a:lnTo>
                  <a:lnTo>
                    <a:pt x="4664221" y="530738"/>
                  </a:lnTo>
                  <a:lnTo>
                    <a:pt x="4589314" y="517540"/>
                  </a:lnTo>
                  <a:lnTo>
                    <a:pt x="4523918" y="507289"/>
                  </a:lnTo>
                  <a:lnTo>
                    <a:pt x="4470757" y="499825"/>
                  </a:lnTo>
                  <a:lnTo>
                    <a:pt x="4431368" y="494846"/>
                  </a:lnTo>
                  <a:lnTo>
                    <a:pt x="4405718" y="491914"/>
                  </a:lnTo>
                  <a:lnTo>
                    <a:pt x="4392110" y="490502"/>
                  </a:lnTo>
                  <a:lnTo>
                    <a:pt x="4387327" y="490049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20" y="489991"/>
                  </a:lnTo>
                  <a:lnTo>
                    <a:pt x="3838350" y="489875"/>
                  </a:lnTo>
                  <a:lnTo>
                    <a:pt x="3817234" y="489553"/>
                  </a:lnTo>
                  <a:lnTo>
                    <a:pt x="3780080" y="488923"/>
                  </a:lnTo>
                  <a:lnTo>
                    <a:pt x="3725907" y="487892"/>
                  </a:lnTo>
                  <a:lnTo>
                    <a:pt x="3656164" y="486395"/>
                  </a:lnTo>
                  <a:lnTo>
                    <a:pt x="3574243" y="484398"/>
                  </a:lnTo>
                  <a:lnTo>
                    <a:pt x="3484608" y="481891"/>
                  </a:lnTo>
                  <a:lnTo>
                    <a:pt x="3391833" y="478882"/>
                  </a:lnTo>
                  <a:lnTo>
                    <a:pt x="3299843" y="475385"/>
                  </a:lnTo>
                  <a:lnTo>
                    <a:pt x="3211525" y="471402"/>
                  </a:lnTo>
                  <a:lnTo>
                    <a:pt x="3128652" y="466920"/>
                  </a:lnTo>
                  <a:lnTo>
                    <a:pt x="3052029" y="461904"/>
                  </a:lnTo>
                  <a:lnTo>
                    <a:pt x="2981722" y="456295"/>
                  </a:lnTo>
                  <a:lnTo>
                    <a:pt x="2917293" y="450015"/>
                  </a:lnTo>
                  <a:lnTo>
                    <a:pt x="2857993" y="442964"/>
                  </a:lnTo>
                  <a:lnTo>
                    <a:pt x="2802913" y="435028"/>
                  </a:lnTo>
                  <a:lnTo>
                    <a:pt x="2751087" y="426094"/>
                  </a:lnTo>
                  <a:lnTo>
                    <a:pt x="2701586" y="416064"/>
                  </a:lnTo>
                  <a:lnTo>
                    <a:pt x="2667772" y="408340"/>
                  </a:lnTo>
                  <a:lnTo>
                    <a:pt x="2616426" y="395287"/>
                  </a:lnTo>
                  <a:lnTo>
                    <a:pt x="2565574" y="380853"/>
                  </a:lnTo>
                  <a:lnTo>
                    <a:pt x="2514661" y="365018"/>
                  </a:lnTo>
                  <a:lnTo>
                    <a:pt x="2463317" y="347816"/>
                  </a:lnTo>
                  <a:lnTo>
                    <a:pt x="2411333" y="329338"/>
                  </a:lnTo>
                  <a:lnTo>
                    <a:pt x="2358641" y="309736"/>
                  </a:lnTo>
                  <a:lnTo>
                    <a:pt x="2305294" y="289223"/>
                  </a:lnTo>
                  <a:lnTo>
                    <a:pt x="2251444" y="268061"/>
                  </a:lnTo>
                  <a:lnTo>
                    <a:pt x="2197314" y="246551"/>
                  </a:lnTo>
                  <a:lnTo>
                    <a:pt x="2143165" y="225019"/>
                  </a:lnTo>
                  <a:lnTo>
                    <a:pt x="2089261" y="203787"/>
                  </a:lnTo>
                  <a:lnTo>
                    <a:pt x="2035830" y="183164"/>
                  </a:lnTo>
                  <a:lnTo>
                    <a:pt x="1983038" y="163417"/>
                  </a:lnTo>
                  <a:lnTo>
                    <a:pt x="1930954" y="144767"/>
                  </a:lnTo>
                  <a:lnTo>
                    <a:pt x="1879527" y="127375"/>
                  </a:lnTo>
                  <a:lnTo>
                    <a:pt x="1828571" y="111340"/>
                  </a:lnTo>
                  <a:lnTo>
                    <a:pt x="1777740" y="96705"/>
                  </a:lnTo>
                  <a:lnTo>
                    <a:pt x="1726507" y="83457"/>
                  </a:lnTo>
                  <a:lnTo>
                    <a:pt x="1719082" y="81668"/>
                  </a:lnTo>
                  <a:lnTo>
                    <a:pt x="1670721" y="70838"/>
                  </a:lnTo>
                  <a:lnTo>
                    <a:pt x="1620620" y="61142"/>
                  </a:lnTo>
                  <a:lnTo>
                    <a:pt x="1567926" y="52517"/>
                  </a:lnTo>
                  <a:lnTo>
                    <a:pt x="1511689" y="44857"/>
                  </a:lnTo>
                  <a:lnTo>
                    <a:pt x="1450952" y="38046"/>
                  </a:lnTo>
                  <a:lnTo>
                    <a:pt x="1384840" y="31976"/>
                  </a:lnTo>
                  <a:lnTo>
                    <a:pt x="1312680" y="26551"/>
                  </a:lnTo>
                  <a:lnTo>
                    <a:pt x="1234161" y="21699"/>
                  </a:lnTo>
                  <a:lnTo>
                    <a:pt x="1149543" y="17368"/>
                  </a:lnTo>
                  <a:lnTo>
                    <a:pt x="1059897" y="13530"/>
                  </a:lnTo>
                  <a:lnTo>
                    <a:pt x="967320" y="10177"/>
                  </a:lnTo>
                  <a:lnTo>
                    <a:pt x="875029" y="7317"/>
                  </a:lnTo>
                  <a:lnTo>
                    <a:pt x="787201" y="4961"/>
                  </a:lnTo>
                  <a:lnTo>
                    <a:pt x="708469" y="3115"/>
                  </a:lnTo>
                  <a:lnTo>
                    <a:pt x="643080" y="1762"/>
                  </a:lnTo>
                  <a:lnTo>
                    <a:pt x="593929" y="859"/>
                  </a:lnTo>
                  <a:lnTo>
                    <a:pt x="561766" y="330"/>
                  </a:lnTo>
                  <a:lnTo>
                    <a:pt x="544871" y="81"/>
                  </a:lnTo>
                  <a:lnTo>
                    <a:pt x="539194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6" name="pg386"/>
            <p:cNvSpPr/>
            <p:nvPr/>
          </p:nvSpPr>
          <p:spPr>
            <a:xfrm>
              <a:off x="546595" y="908348"/>
              <a:ext cx="8234974" cy="4431850"/>
            </a:xfrm>
            <a:custGeom>
              <a:avLst/>
              <a:pathLst>
                <a:path w="8234974" h="4431850">
                  <a:moveTo>
                    <a:pt x="0" y="16333"/>
                  </a:moveTo>
                  <a:lnTo>
                    <a:pt x="538736" y="16333"/>
                  </a:lnTo>
                  <a:lnTo>
                    <a:pt x="540034" y="16350"/>
                  </a:lnTo>
                  <a:lnTo>
                    <a:pt x="548502" y="16470"/>
                  </a:lnTo>
                  <a:lnTo>
                    <a:pt x="569614" y="16802"/>
                  </a:lnTo>
                  <a:lnTo>
                    <a:pt x="606760" y="17454"/>
                  </a:lnTo>
                  <a:lnTo>
                    <a:pt x="660922" y="18519"/>
                  </a:lnTo>
                  <a:lnTo>
                    <a:pt x="730654" y="20065"/>
                  </a:lnTo>
                  <a:lnTo>
                    <a:pt x="812563" y="22129"/>
                  </a:lnTo>
                  <a:lnTo>
                    <a:pt x="902187" y="24719"/>
                  </a:lnTo>
                  <a:lnTo>
                    <a:pt x="994954" y="27827"/>
                  </a:lnTo>
                  <a:lnTo>
                    <a:pt x="1086939" y="31440"/>
                  </a:lnTo>
                  <a:lnTo>
                    <a:pt x="1175254" y="35555"/>
                  </a:lnTo>
                  <a:lnTo>
                    <a:pt x="1258125" y="40186"/>
                  </a:lnTo>
                  <a:lnTo>
                    <a:pt x="1334748" y="45368"/>
                  </a:lnTo>
                  <a:lnTo>
                    <a:pt x="1405056" y="51162"/>
                  </a:lnTo>
                  <a:lnTo>
                    <a:pt x="1469487" y="57650"/>
                  </a:lnTo>
                  <a:lnTo>
                    <a:pt x="1528788" y="64935"/>
                  </a:lnTo>
                  <a:lnTo>
                    <a:pt x="1583869" y="73133"/>
                  </a:lnTo>
                  <a:lnTo>
                    <a:pt x="1635694" y="82363"/>
                  </a:lnTo>
                  <a:lnTo>
                    <a:pt x="1685194" y="92724"/>
                  </a:lnTo>
                  <a:lnTo>
                    <a:pt x="1719082" y="100723"/>
                  </a:lnTo>
                  <a:lnTo>
                    <a:pt x="1770338" y="114185"/>
                  </a:lnTo>
                  <a:lnTo>
                    <a:pt x="1821099" y="129070"/>
                  </a:lnTo>
                  <a:lnTo>
                    <a:pt x="1871920" y="145397"/>
                  </a:lnTo>
                  <a:lnTo>
                    <a:pt x="1923168" y="163133"/>
                  </a:lnTo>
                  <a:lnTo>
                    <a:pt x="1975054" y="182183"/>
                  </a:lnTo>
                  <a:lnTo>
                    <a:pt x="2027645" y="202391"/>
                  </a:lnTo>
                  <a:lnTo>
                    <a:pt x="2080890" y="223541"/>
                  </a:lnTo>
                  <a:lnTo>
                    <a:pt x="2134638" y="245362"/>
                  </a:lnTo>
                  <a:lnTo>
                    <a:pt x="2188668" y="267546"/>
                  </a:lnTo>
                  <a:lnTo>
                    <a:pt x="2242722" y="289759"/>
                  </a:lnTo>
                  <a:lnTo>
                    <a:pt x="2296538" y="311668"/>
                  </a:lnTo>
                  <a:lnTo>
                    <a:pt x="2349884" y="332957"/>
                  </a:lnTo>
                  <a:lnTo>
                    <a:pt x="2402597" y="353348"/>
                  </a:lnTo>
                  <a:lnTo>
                    <a:pt x="2454606" y="372615"/>
                  </a:lnTo>
                  <a:lnTo>
                    <a:pt x="2505955" y="390590"/>
                  </a:lnTo>
                  <a:lnTo>
                    <a:pt x="2556829" y="407169"/>
                  </a:lnTo>
                  <a:lnTo>
                    <a:pt x="2607567" y="422308"/>
                  </a:lnTo>
                  <a:lnTo>
                    <a:pt x="2658686" y="436016"/>
                  </a:lnTo>
                  <a:lnTo>
                    <a:pt x="2667772" y="438285"/>
                  </a:lnTo>
                  <a:lnTo>
                    <a:pt x="2716129" y="449474"/>
                  </a:lnTo>
                  <a:lnTo>
                    <a:pt x="2766226" y="459492"/>
                  </a:lnTo>
                  <a:lnTo>
                    <a:pt x="2818916" y="468405"/>
                  </a:lnTo>
                  <a:lnTo>
                    <a:pt x="2875147" y="476320"/>
                  </a:lnTo>
                  <a:lnTo>
                    <a:pt x="2935877" y="483357"/>
                  </a:lnTo>
                  <a:lnTo>
                    <a:pt x="3001981" y="489630"/>
                  </a:lnTo>
                  <a:lnTo>
                    <a:pt x="3074132" y="495235"/>
                  </a:lnTo>
                  <a:lnTo>
                    <a:pt x="3152641" y="500249"/>
                  </a:lnTo>
                  <a:lnTo>
                    <a:pt x="3237249" y="504724"/>
                  </a:lnTo>
                  <a:lnTo>
                    <a:pt x="3326884" y="508690"/>
                  </a:lnTo>
                  <a:lnTo>
                    <a:pt x="3419452" y="512155"/>
                  </a:lnTo>
                  <a:lnTo>
                    <a:pt x="3511738" y="515111"/>
                  </a:lnTo>
                  <a:lnTo>
                    <a:pt x="3599565" y="517545"/>
                  </a:lnTo>
                  <a:lnTo>
                    <a:pt x="3678304" y="519454"/>
                  </a:lnTo>
                  <a:lnTo>
                    <a:pt x="3743705" y="520852"/>
                  </a:lnTo>
                  <a:lnTo>
                    <a:pt x="3792873" y="521786"/>
                  </a:lnTo>
                  <a:lnTo>
                    <a:pt x="3825056" y="522333"/>
                  </a:lnTo>
                  <a:lnTo>
                    <a:pt x="3841968" y="522591"/>
                  </a:lnTo>
                  <a:lnTo>
                    <a:pt x="3847658" y="522669"/>
                  </a:lnTo>
                  <a:lnTo>
                    <a:pt x="3848118" y="522675"/>
                  </a:lnTo>
                  <a:lnTo>
                    <a:pt x="4386855" y="522675"/>
                  </a:lnTo>
                  <a:lnTo>
                    <a:pt x="4387790" y="522767"/>
                  </a:lnTo>
                  <a:lnTo>
                    <a:pt x="4393933" y="523428"/>
                  </a:lnTo>
                  <a:lnTo>
                    <a:pt x="4409421" y="525255"/>
                  </a:lnTo>
                  <a:lnTo>
                    <a:pt x="4437103" y="528851"/>
                  </a:lnTo>
                  <a:lnTo>
                    <a:pt x="4478343" y="534771"/>
                  </a:lnTo>
                  <a:lnTo>
                    <a:pt x="4532905" y="543467"/>
                  </a:lnTo>
                  <a:lnTo>
                    <a:pt x="4599098" y="555244"/>
                  </a:lnTo>
                  <a:lnTo>
                    <a:pt x="4674164" y="570248"/>
                  </a:lnTo>
                  <a:lnTo>
                    <a:pt x="4754821" y="588502"/>
                  </a:lnTo>
                  <a:lnTo>
                    <a:pt x="4837813" y="609948"/>
                  </a:lnTo>
                  <a:lnTo>
                    <a:pt x="4920321" y="634518"/>
                  </a:lnTo>
                  <a:lnTo>
                    <a:pt x="5000193" y="662182"/>
                  </a:lnTo>
                  <a:lnTo>
                    <a:pt x="5075994" y="692992"/>
                  </a:lnTo>
                  <a:lnTo>
                    <a:pt x="5146947" y="727107"/>
                  </a:lnTo>
                  <a:lnTo>
                    <a:pt x="5212805" y="764801"/>
                  </a:lnTo>
                  <a:lnTo>
                    <a:pt x="5273712" y="806464"/>
                  </a:lnTo>
                  <a:lnTo>
                    <a:pt x="5330080" y="852597"/>
                  </a:lnTo>
                  <a:lnTo>
                    <a:pt x="5382485" y="903790"/>
                  </a:lnTo>
                  <a:lnTo>
                    <a:pt x="5431588" y="960694"/>
                  </a:lnTo>
                  <a:lnTo>
                    <a:pt x="5478082" y="1023965"/>
                  </a:lnTo>
                  <a:lnTo>
                    <a:pt x="5522636" y="1094169"/>
                  </a:lnTo>
                  <a:lnTo>
                    <a:pt x="5565850" y="1171633"/>
                  </a:lnTo>
                  <a:lnTo>
                    <a:pt x="5567201" y="1174204"/>
                  </a:lnTo>
                  <a:lnTo>
                    <a:pt x="5598182" y="1235533"/>
                  </a:lnTo>
                  <a:lnTo>
                    <a:pt x="5628888" y="1300800"/>
                  </a:lnTo>
                  <a:lnTo>
                    <a:pt x="5659465" y="1370085"/>
                  </a:lnTo>
                  <a:lnTo>
                    <a:pt x="5690034" y="1443422"/>
                  </a:lnTo>
                  <a:lnTo>
                    <a:pt x="5720690" y="1520790"/>
                  </a:lnTo>
                  <a:lnTo>
                    <a:pt x="5751507" y="1602111"/>
                  </a:lnTo>
                  <a:lnTo>
                    <a:pt x="5782534" y="1687247"/>
                  </a:lnTo>
                  <a:lnTo>
                    <a:pt x="5813805" y="1775997"/>
                  </a:lnTo>
                  <a:lnTo>
                    <a:pt x="5845333" y="1868094"/>
                  </a:lnTo>
                  <a:lnTo>
                    <a:pt x="5877117" y="1963210"/>
                  </a:lnTo>
                  <a:lnTo>
                    <a:pt x="5909139" y="2060957"/>
                  </a:lnTo>
                  <a:lnTo>
                    <a:pt x="5941369" y="2160890"/>
                  </a:lnTo>
                  <a:lnTo>
                    <a:pt x="5973767" y="2262519"/>
                  </a:lnTo>
                  <a:lnTo>
                    <a:pt x="6006282" y="2365318"/>
                  </a:lnTo>
                  <a:lnTo>
                    <a:pt x="6038861" y="2468732"/>
                  </a:lnTo>
                  <a:lnTo>
                    <a:pt x="6071444" y="2572193"/>
                  </a:lnTo>
                  <a:lnTo>
                    <a:pt x="6103974" y="2675131"/>
                  </a:lnTo>
                  <a:lnTo>
                    <a:pt x="6136395" y="2776991"/>
                  </a:lnTo>
                  <a:lnTo>
                    <a:pt x="6168656" y="2877238"/>
                  </a:lnTo>
                  <a:lnTo>
                    <a:pt x="6200714" y="2975377"/>
                  </a:lnTo>
                  <a:lnTo>
                    <a:pt x="6232539" y="3070955"/>
                  </a:lnTo>
                  <a:lnTo>
                    <a:pt x="6264110" y="3163574"/>
                  </a:lnTo>
                  <a:lnTo>
                    <a:pt x="6295423" y="3252895"/>
                  </a:lnTo>
                  <a:lnTo>
                    <a:pt x="6326488" y="3338643"/>
                  </a:lnTo>
                  <a:lnTo>
                    <a:pt x="6357336" y="3420604"/>
                  </a:lnTo>
                  <a:lnTo>
                    <a:pt x="6388015" y="3498630"/>
                  </a:lnTo>
                  <a:lnTo>
                    <a:pt x="6418593" y="3572633"/>
                  </a:lnTo>
                  <a:lnTo>
                    <a:pt x="6449161" y="3642585"/>
                  </a:lnTo>
                  <a:lnTo>
                    <a:pt x="6479835" y="3708510"/>
                  </a:lnTo>
                  <a:lnTo>
                    <a:pt x="6510759" y="3770481"/>
                  </a:lnTo>
                  <a:lnTo>
                    <a:pt x="6515891" y="3780321"/>
                  </a:lnTo>
                  <a:lnTo>
                    <a:pt x="6559070" y="3858015"/>
                  </a:lnTo>
                  <a:lnTo>
                    <a:pt x="6603574" y="3928446"/>
                  </a:lnTo>
                  <a:lnTo>
                    <a:pt x="6649996" y="3991929"/>
                  </a:lnTo>
                  <a:lnTo>
                    <a:pt x="6699006" y="4049025"/>
                  </a:lnTo>
                  <a:lnTo>
                    <a:pt x="6751296" y="4100388"/>
                  </a:lnTo>
                  <a:lnTo>
                    <a:pt x="6807528" y="4146672"/>
                  </a:lnTo>
                  <a:lnTo>
                    <a:pt x="6868285" y="4188468"/>
                  </a:lnTo>
                  <a:lnTo>
                    <a:pt x="6933982" y="4226281"/>
                  </a:lnTo>
                  <a:lnTo>
                    <a:pt x="7004775" y="4260505"/>
                  </a:lnTo>
                  <a:lnTo>
                    <a:pt x="7080432" y="4291417"/>
                  </a:lnTo>
                  <a:lnTo>
                    <a:pt x="7160193" y="4319179"/>
                  </a:lnTo>
                  <a:lnTo>
                    <a:pt x="7242647" y="4343847"/>
                  </a:lnTo>
                  <a:lnTo>
                    <a:pt x="7325664" y="4365393"/>
                  </a:lnTo>
                  <a:lnTo>
                    <a:pt x="7406443" y="4383748"/>
                  </a:lnTo>
                  <a:lnTo>
                    <a:pt x="7481737" y="4398856"/>
                  </a:lnTo>
                  <a:lnTo>
                    <a:pt x="7548258" y="4410733"/>
                  </a:lnTo>
                  <a:lnTo>
                    <a:pt x="7603221" y="4419523"/>
                  </a:lnTo>
                  <a:lnTo>
                    <a:pt x="7644894" y="4425525"/>
                  </a:lnTo>
                  <a:lnTo>
                    <a:pt x="7672994" y="4429186"/>
                  </a:lnTo>
                  <a:lnTo>
                    <a:pt x="7688830" y="4431060"/>
                  </a:lnTo>
                  <a:lnTo>
                    <a:pt x="7695213" y="4431749"/>
                  </a:lnTo>
                  <a:lnTo>
                    <a:pt x="7696237" y="4431850"/>
                  </a:lnTo>
                  <a:lnTo>
                    <a:pt x="8234974" y="4431850"/>
                  </a:lnTo>
                  <a:lnTo>
                    <a:pt x="8234974" y="4415517"/>
                  </a:lnTo>
                  <a:lnTo>
                    <a:pt x="7696237" y="4415517"/>
                  </a:lnTo>
                  <a:lnTo>
                    <a:pt x="7695303" y="4415424"/>
                  </a:lnTo>
                  <a:lnTo>
                    <a:pt x="7689159" y="4414763"/>
                  </a:lnTo>
                  <a:lnTo>
                    <a:pt x="7673672" y="4412936"/>
                  </a:lnTo>
                  <a:lnTo>
                    <a:pt x="7645989" y="4409341"/>
                  </a:lnTo>
                  <a:lnTo>
                    <a:pt x="7604750" y="4403420"/>
                  </a:lnTo>
                  <a:lnTo>
                    <a:pt x="7550187" y="4394724"/>
                  </a:lnTo>
                  <a:lnTo>
                    <a:pt x="7483994" y="4382948"/>
                  </a:lnTo>
                  <a:lnTo>
                    <a:pt x="7408929" y="4367943"/>
                  </a:lnTo>
                  <a:lnTo>
                    <a:pt x="7328272" y="4349690"/>
                  </a:lnTo>
                  <a:lnTo>
                    <a:pt x="7245279" y="4328243"/>
                  </a:lnTo>
                  <a:lnTo>
                    <a:pt x="7162771" y="4303674"/>
                  </a:lnTo>
                  <a:lnTo>
                    <a:pt x="7082900" y="4276010"/>
                  </a:lnTo>
                  <a:lnTo>
                    <a:pt x="7007099" y="4245199"/>
                  </a:lnTo>
                  <a:lnTo>
                    <a:pt x="6936145" y="4211084"/>
                  </a:lnTo>
                  <a:lnTo>
                    <a:pt x="6870287" y="4173391"/>
                  </a:lnTo>
                  <a:lnTo>
                    <a:pt x="6809380" y="4131727"/>
                  </a:lnTo>
                  <a:lnTo>
                    <a:pt x="6753012" y="4085595"/>
                  </a:lnTo>
                  <a:lnTo>
                    <a:pt x="6700608" y="4034402"/>
                  </a:lnTo>
                  <a:lnTo>
                    <a:pt x="6651505" y="3977497"/>
                  </a:lnTo>
                  <a:lnTo>
                    <a:pt x="6605011" y="3914227"/>
                  </a:lnTo>
                  <a:lnTo>
                    <a:pt x="6560456" y="3844022"/>
                  </a:lnTo>
                  <a:lnTo>
                    <a:pt x="6517243" y="3766559"/>
                  </a:lnTo>
                  <a:lnTo>
                    <a:pt x="6515891" y="3763987"/>
                  </a:lnTo>
                  <a:lnTo>
                    <a:pt x="6484910" y="3702659"/>
                  </a:lnTo>
                  <a:lnTo>
                    <a:pt x="6454205" y="3637392"/>
                  </a:lnTo>
                  <a:lnTo>
                    <a:pt x="6423628" y="3568106"/>
                  </a:lnTo>
                  <a:lnTo>
                    <a:pt x="6393059" y="3494769"/>
                  </a:lnTo>
                  <a:lnTo>
                    <a:pt x="6362402" y="3417402"/>
                  </a:lnTo>
                  <a:lnTo>
                    <a:pt x="6331586" y="3336081"/>
                  </a:lnTo>
                  <a:lnTo>
                    <a:pt x="6300558" y="3250945"/>
                  </a:lnTo>
                  <a:lnTo>
                    <a:pt x="6269287" y="3162195"/>
                  </a:lnTo>
                  <a:lnTo>
                    <a:pt x="6237759" y="3070097"/>
                  </a:lnTo>
                  <a:lnTo>
                    <a:pt x="6205975" y="2974981"/>
                  </a:lnTo>
                  <a:lnTo>
                    <a:pt x="6173953" y="2877235"/>
                  </a:lnTo>
                  <a:lnTo>
                    <a:pt x="6141723" y="2777302"/>
                  </a:lnTo>
                  <a:lnTo>
                    <a:pt x="6109326" y="2675672"/>
                  </a:lnTo>
                  <a:lnTo>
                    <a:pt x="6076810" y="2572873"/>
                  </a:lnTo>
                  <a:lnTo>
                    <a:pt x="6044232" y="2469460"/>
                  </a:lnTo>
                  <a:lnTo>
                    <a:pt x="6011648" y="2365999"/>
                  </a:lnTo>
                  <a:lnTo>
                    <a:pt x="5979118" y="2263060"/>
                  </a:lnTo>
                  <a:lnTo>
                    <a:pt x="5946698" y="2161201"/>
                  </a:lnTo>
                  <a:lnTo>
                    <a:pt x="5914437" y="2060953"/>
                  </a:lnTo>
                  <a:lnTo>
                    <a:pt x="5882378" y="1962815"/>
                  </a:lnTo>
                  <a:lnTo>
                    <a:pt x="5850554" y="1867237"/>
                  </a:lnTo>
                  <a:lnTo>
                    <a:pt x="5818983" y="1774618"/>
                  </a:lnTo>
                  <a:lnTo>
                    <a:pt x="5787670" y="1685296"/>
                  </a:lnTo>
                  <a:lnTo>
                    <a:pt x="5756604" y="1599549"/>
                  </a:lnTo>
                  <a:lnTo>
                    <a:pt x="5725756" y="1517588"/>
                  </a:lnTo>
                  <a:lnTo>
                    <a:pt x="5695078" y="1439562"/>
                  </a:lnTo>
                  <a:lnTo>
                    <a:pt x="5664500" y="1365558"/>
                  </a:lnTo>
                  <a:lnTo>
                    <a:pt x="5633932" y="1295606"/>
                  </a:lnTo>
                  <a:lnTo>
                    <a:pt x="5603257" y="1229681"/>
                  </a:lnTo>
                  <a:lnTo>
                    <a:pt x="5572333" y="1167711"/>
                  </a:lnTo>
                  <a:lnTo>
                    <a:pt x="5567201" y="1157870"/>
                  </a:lnTo>
                  <a:lnTo>
                    <a:pt x="5524022" y="1080176"/>
                  </a:lnTo>
                  <a:lnTo>
                    <a:pt x="5479519" y="1009745"/>
                  </a:lnTo>
                  <a:lnTo>
                    <a:pt x="5433096" y="946263"/>
                  </a:lnTo>
                  <a:lnTo>
                    <a:pt x="5384086" y="889167"/>
                  </a:lnTo>
                  <a:lnTo>
                    <a:pt x="5331797" y="837803"/>
                  </a:lnTo>
                  <a:lnTo>
                    <a:pt x="5275564" y="791520"/>
                  </a:lnTo>
                  <a:lnTo>
                    <a:pt x="5214808" y="749723"/>
                  </a:lnTo>
                  <a:lnTo>
                    <a:pt x="5149110" y="711910"/>
                  </a:lnTo>
                  <a:lnTo>
                    <a:pt x="5078317" y="677687"/>
                  </a:lnTo>
                  <a:lnTo>
                    <a:pt x="5002661" y="646775"/>
                  </a:lnTo>
                  <a:lnTo>
                    <a:pt x="4922900" y="619012"/>
                  </a:lnTo>
                  <a:lnTo>
                    <a:pt x="4840446" y="594345"/>
                  </a:lnTo>
                  <a:lnTo>
                    <a:pt x="4757429" y="572799"/>
                  </a:lnTo>
                  <a:lnTo>
                    <a:pt x="4676649" y="554443"/>
                  </a:lnTo>
                  <a:lnTo>
                    <a:pt x="4601355" y="539335"/>
                  </a:lnTo>
                  <a:lnTo>
                    <a:pt x="4534835" y="527458"/>
                  </a:lnTo>
                  <a:lnTo>
                    <a:pt x="4479871" y="518668"/>
                  </a:lnTo>
                  <a:lnTo>
                    <a:pt x="4438198" y="512666"/>
                  </a:lnTo>
                  <a:lnTo>
                    <a:pt x="4410099" y="509005"/>
                  </a:lnTo>
                  <a:lnTo>
                    <a:pt x="4394262" y="507131"/>
                  </a:lnTo>
                  <a:lnTo>
                    <a:pt x="4387879" y="506443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20" y="506324"/>
                  </a:lnTo>
                  <a:lnTo>
                    <a:pt x="3838352" y="506204"/>
                  </a:lnTo>
                  <a:lnTo>
                    <a:pt x="3817241" y="505872"/>
                  </a:lnTo>
                  <a:lnTo>
                    <a:pt x="3780094" y="505220"/>
                  </a:lnTo>
                  <a:lnTo>
                    <a:pt x="3725932" y="504155"/>
                  </a:lnTo>
                  <a:lnTo>
                    <a:pt x="3656201" y="502609"/>
                  </a:lnTo>
                  <a:lnTo>
                    <a:pt x="3574292" y="500546"/>
                  </a:lnTo>
                  <a:lnTo>
                    <a:pt x="3484668" y="497955"/>
                  </a:lnTo>
                  <a:lnTo>
                    <a:pt x="3391900" y="494848"/>
                  </a:lnTo>
                  <a:lnTo>
                    <a:pt x="3299916" y="491234"/>
                  </a:lnTo>
                  <a:lnTo>
                    <a:pt x="3211601" y="487119"/>
                  </a:lnTo>
                  <a:lnTo>
                    <a:pt x="3128729" y="482489"/>
                  </a:lnTo>
                  <a:lnTo>
                    <a:pt x="3052106" y="477306"/>
                  </a:lnTo>
                  <a:lnTo>
                    <a:pt x="2981798" y="471512"/>
                  </a:lnTo>
                  <a:lnTo>
                    <a:pt x="2917368" y="465024"/>
                  </a:lnTo>
                  <a:lnTo>
                    <a:pt x="2858067" y="457739"/>
                  </a:lnTo>
                  <a:lnTo>
                    <a:pt x="2802986" y="449541"/>
                  </a:lnTo>
                  <a:lnTo>
                    <a:pt x="2751160" y="440311"/>
                  </a:lnTo>
                  <a:lnTo>
                    <a:pt x="2701661" y="429950"/>
                  </a:lnTo>
                  <a:lnTo>
                    <a:pt x="2667772" y="421951"/>
                  </a:lnTo>
                  <a:lnTo>
                    <a:pt x="2616517" y="408489"/>
                  </a:lnTo>
                  <a:lnTo>
                    <a:pt x="2565756" y="393604"/>
                  </a:lnTo>
                  <a:lnTo>
                    <a:pt x="2514935" y="377277"/>
                  </a:lnTo>
                  <a:lnTo>
                    <a:pt x="2463686" y="359541"/>
                  </a:lnTo>
                  <a:lnTo>
                    <a:pt x="2411801" y="340492"/>
                  </a:lnTo>
                  <a:lnTo>
                    <a:pt x="2359210" y="320284"/>
                  </a:lnTo>
                  <a:lnTo>
                    <a:pt x="2305965" y="299134"/>
                  </a:lnTo>
                  <a:lnTo>
                    <a:pt x="2252217" y="277312"/>
                  </a:lnTo>
                  <a:lnTo>
                    <a:pt x="2198186" y="255129"/>
                  </a:lnTo>
                  <a:lnTo>
                    <a:pt x="2144132" y="232915"/>
                  </a:lnTo>
                  <a:lnTo>
                    <a:pt x="2090317" y="211007"/>
                  </a:lnTo>
                  <a:lnTo>
                    <a:pt x="2036970" y="189718"/>
                  </a:lnTo>
                  <a:lnTo>
                    <a:pt x="1984257" y="169326"/>
                  </a:lnTo>
                  <a:lnTo>
                    <a:pt x="1932249" y="150060"/>
                  </a:lnTo>
                  <a:lnTo>
                    <a:pt x="1880899" y="132085"/>
                  </a:lnTo>
                  <a:lnTo>
                    <a:pt x="1830025" y="115505"/>
                  </a:lnTo>
                  <a:lnTo>
                    <a:pt x="1779288" y="100367"/>
                  </a:lnTo>
                  <a:lnTo>
                    <a:pt x="1728169" y="86658"/>
                  </a:lnTo>
                  <a:lnTo>
                    <a:pt x="1719082" y="84390"/>
                  </a:lnTo>
                  <a:lnTo>
                    <a:pt x="1670725" y="73200"/>
                  </a:lnTo>
                  <a:lnTo>
                    <a:pt x="1620628" y="63182"/>
                  </a:lnTo>
                  <a:lnTo>
                    <a:pt x="1567939" y="54270"/>
                  </a:lnTo>
                  <a:lnTo>
                    <a:pt x="1511708" y="46354"/>
                  </a:lnTo>
                  <a:lnTo>
                    <a:pt x="1450978" y="39317"/>
                  </a:lnTo>
                  <a:lnTo>
                    <a:pt x="1384874" y="33044"/>
                  </a:lnTo>
                  <a:lnTo>
                    <a:pt x="1312722" y="27439"/>
                  </a:lnTo>
                  <a:lnTo>
                    <a:pt x="1234213" y="22425"/>
                  </a:lnTo>
                  <a:lnTo>
                    <a:pt x="1149606" y="17950"/>
                  </a:lnTo>
                  <a:lnTo>
                    <a:pt x="1059971" y="13984"/>
                  </a:lnTo>
                  <a:lnTo>
                    <a:pt x="967403" y="10520"/>
                  </a:lnTo>
                  <a:lnTo>
                    <a:pt x="875117" y="7564"/>
                  </a:lnTo>
                  <a:lnTo>
                    <a:pt x="787289" y="5129"/>
                  </a:lnTo>
                  <a:lnTo>
                    <a:pt x="708551" y="3220"/>
                  </a:lnTo>
                  <a:lnTo>
                    <a:pt x="643150" y="1822"/>
                  </a:lnTo>
                  <a:lnTo>
                    <a:pt x="593981" y="888"/>
                  </a:lnTo>
                  <a:lnTo>
                    <a:pt x="561799" y="342"/>
                  </a:lnTo>
                  <a:lnTo>
                    <a:pt x="544886" y="84"/>
                  </a:lnTo>
                  <a:lnTo>
                    <a:pt x="539197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87" name="pl387"/>
            <p:cNvSpPr/>
            <p:nvPr/>
          </p:nvSpPr>
          <p:spPr>
            <a:xfrm>
              <a:off x="546595" y="924682"/>
              <a:ext cx="8234974" cy="4415517"/>
            </a:xfrm>
            <a:custGeom>
              <a:avLst/>
              <a:pathLst>
                <a:path w="8234974" h="4415517">
                  <a:moveTo>
                    <a:pt x="0" y="0"/>
                  </a:moveTo>
                  <a:lnTo>
                    <a:pt x="538736" y="0"/>
                  </a:lnTo>
                  <a:lnTo>
                    <a:pt x="540034" y="16"/>
                  </a:lnTo>
                  <a:lnTo>
                    <a:pt x="548502" y="136"/>
                  </a:lnTo>
                  <a:lnTo>
                    <a:pt x="569614" y="469"/>
                  </a:lnTo>
                  <a:lnTo>
                    <a:pt x="606760" y="1120"/>
                  </a:lnTo>
                  <a:lnTo>
                    <a:pt x="660922" y="2185"/>
                  </a:lnTo>
                  <a:lnTo>
                    <a:pt x="730654" y="3731"/>
                  </a:lnTo>
                  <a:lnTo>
                    <a:pt x="812563" y="5795"/>
                  </a:lnTo>
                  <a:lnTo>
                    <a:pt x="902187" y="8385"/>
                  </a:lnTo>
                  <a:lnTo>
                    <a:pt x="994954" y="11493"/>
                  </a:lnTo>
                  <a:lnTo>
                    <a:pt x="1086939" y="15106"/>
                  </a:lnTo>
                  <a:lnTo>
                    <a:pt x="1175254" y="19221"/>
                  </a:lnTo>
                  <a:lnTo>
                    <a:pt x="1258125" y="23852"/>
                  </a:lnTo>
                  <a:lnTo>
                    <a:pt x="1334748" y="29034"/>
                  </a:lnTo>
                  <a:lnTo>
                    <a:pt x="1405056" y="34828"/>
                  </a:lnTo>
                  <a:lnTo>
                    <a:pt x="1469487" y="41317"/>
                  </a:lnTo>
                  <a:lnTo>
                    <a:pt x="1528788" y="48602"/>
                  </a:lnTo>
                  <a:lnTo>
                    <a:pt x="1583869" y="56800"/>
                  </a:lnTo>
                  <a:lnTo>
                    <a:pt x="1635694" y="66030"/>
                  </a:lnTo>
                  <a:lnTo>
                    <a:pt x="1685194" y="76391"/>
                  </a:lnTo>
                  <a:lnTo>
                    <a:pt x="1719082" y="84390"/>
                  </a:lnTo>
                  <a:lnTo>
                    <a:pt x="1770338" y="97852"/>
                  </a:lnTo>
                  <a:lnTo>
                    <a:pt x="1821099" y="112737"/>
                  </a:lnTo>
                  <a:lnTo>
                    <a:pt x="1871920" y="129064"/>
                  </a:lnTo>
                  <a:lnTo>
                    <a:pt x="1923168" y="146799"/>
                  </a:lnTo>
                  <a:lnTo>
                    <a:pt x="1975054" y="165849"/>
                  </a:lnTo>
                  <a:lnTo>
                    <a:pt x="2027645" y="186057"/>
                  </a:lnTo>
                  <a:lnTo>
                    <a:pt x="2080890" y="207207"/>
                  </a:lnTo>
                  <a:lnTo>
                    <a:pt x="2134638" y="229029"/>
                  </a:lnTo>
                  <a:lnTo>
                    <a:pt x="2188668" y="251212"/>
                  </a:lnTo>
                  <a:lnTo>
                    <a:pt x="2242722" y="273425"/>
                  </a:lnTo>
                  <a:lnTo>
                    <a:pt x="2296538" y="295334"/>
                  </a:lnTo>
                  <a:lnTo>
                    <a:pt x="2349884" y="316623"/>
                  </a:lnTo>
                  <a:lnTo>
                    <a:pt x="2402597" y="337014"/>
                  </a:lnTo>
                  <a:lnTo>
                    <a:pt x="2454606" y="356281"/>
                  </a:lnTo>
                  <a:lnTo>
                    <a:pt x="2505955" y="374256"/>
                  </a:lnTo>
                  <a:lnTo>
                    <a:pt x="2556829" y="390835"/>
                  </a:lnTo>
                  <a:lnTo>
                    <a:pt x="2607567" y="405974"/>
                  </a:lnTo>
                  <a:lnTo>
                    <a:pt x="2658686" y="419683"/>
                  </a:lnTo>
                  <a:lnTo>
                    <a:pt x="2667772" y="421951"/>
                  </a:lnTo>
                  <a:lnTo>
                    <a:pt x="2716129" y="433141"/>
                  </a:lnTo>
                  <a:lnTo>
                    <a:pt x="2766226" y="443159"/>
                  </a:lnTo>
                  <a:lnTo>
                    <a:pt x="2818916" y="452071"/>
                  </a:lnTo>
                  <a:lnTo>
                    <a:pt x="2875147" y="459986"/>
                  </a:lnTo>
                  <a:lnTo>
                    <a:pt x="2935877" y="467024"/>
                  </a:lnTo>
                  <a:lnTo>
                    <a:pt x="3001981" y="473296"/>
                  </a:lnTo>
                  <a:lnTo>
                    <a:pt x="3074132" y="478902"/>
                  </a:lnTo>
                  <a:lnTo>
                    <a:pt x="3152641" y="483916"/>
                  </a:lnTo>
                  <a:lnTo>
                    <a:pt x="3237249" y="488391"/>
                  </a:lnTo>
                  <a:lnTo>
                    <a:pt x="3326884" y="492357"/>
                  </a:lnTo>
                  <a:lnTo>
                    <a:pt x="3419452" y="495821"/>
                  </a:lnTo>
                  <a:lnTo>
                    <a:pt x="3511738" y="498777"/>
                  </a:lnTo>
                  <a:lnTo>
                    <a:pt x="3599565" y="501212"/>
                  </a:lnTo>
                  <a:lnTo>
                    <a:pt x="3678304" y="503120"/>
                  </a:lnTo>
                  <a:lnTo>
                    <a:pt x="3743705" y="504519"/>
                  </a:lnTo>
                  <a:lnTo>
                    <a:pt x="3792873" y="505453"/>
                  </a:lnTo>
                  <a:lnTo>
                    <a:pt x="3825056" y="505999"/>
                  </a:lnTo>
                  <a:lnTo>
                    <a:pt x="3841968" y="506257"/>
                  </a:lnTo>
                  <a:lnTo>
                    <a:pt x="3847658" y="506335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7790" y="506434"/>
                  </a:lnTo>
                  <a:lnTo>
                    <a:pt x="4393933" y="507095"/>
                  </a:lnTo>
                  <a:lnTo>
                    <a:pt x="4409421" y="508921"/>
                  </a:lnTo>
                  <a:lnTo>
                    <a:pt x="4437103" y="512517"/>
                  </a:lnTo>
                  <a:lnTo>
                    <a:pt x="4478343" y="518438"/>
                  </a:lnTo>
                  <a:lnTo>
                    <a:pt x="4532905" y="527134"/>
                  </a:lnTo>
                  <a:lnTo>
                    <a:pt x="4599098" y="538910"/>
                  </a:lnTo>
                  <a:lnTo>
                    <a:pt x="4674164" y="553915"/>
                  </a:lnTo>
                  <a:lnTo>
                    <a:pt x="4754821" y="572168"/>
                  </a:lnTo>
                  <a:lnTo>
                    <a:pt x="4837813" y="593614"/>
                  </a:lnTo>
                  <a:lnTo>
                    <a:pt x="4920321" y="618184"/>
                  </a:lnTo>
                  <a:lnTo>
                    <a:pt x="5000193" y="645848"/>
                  </a:lnTo>
                  <a:lnTo>
                    <a:pt x="5075994" y="676659"/>
                  </a:lnTo>
                  <a:lnTo>
                    <a:pt x="5146947" y="710774"/>
                  </a:lnTo>
                  <a:lnTo>
                    <a:pt x="5212805" y="748467"/>
                  </a:lnTo>
                  <a:lnTo>
                    <a:pt x="5273712" y="790131"/>
                  </a:lnTo>
                  <a:lnTo>
                    <a:pt x="5330080" y="836263"/>
                  </a:lnTo>
                  <a:lnTo>
                    <a:pt x="5382485" y="887456"/>
                  </a:lnTo>
                  <a:lnTo>
                    <a:pt x="5431588" y="944360"/>
                  </a:lnTo>
                  <a:lnTo>
                    <a:pt x="5478082" y="1007631"/>
                  </a:lnTo>
                  <a:lnTo>
                    <a:pt x="5522636" y="1077836"/>
                  </a:lnTo>
                  <a:lnTo>
                    <a:pt x="5565850" y="1155299"/>
                  </a:lnTo>
                  <a:lnTo>
                    <a:pt x="5567201" y="1157870"/>
                  </a:lnTo>
                  <a:lnTo>
                    <a:pt x="5598182" y="1219199"/>
                  </a:lnTo>
                  <a:lnTo>
                    <a:pt x="5628888" y="1284466"/>
                  </a:lnTo>
                  <a:lnTo>
                    <a:pt x="5659465" y="1353752"/>
                  </a:lnTo>
                  <a:lnTo>
                    <a:pt x="5690034" y="1427088"/>
                  </a:lnTo>
                  <a:lnTo>
                    <a:pt x="5720690" y="1504456"/>
                  </a:lnTo>
                  <a:lnTo>
                    <a:pt x="5751507" y="1585777"/>
                  </a:lnTo>
                  <a:lnTo>
                    <a:pt x="5782534" y="1670913"/>
                  </a:lnTo>
                  <a:lnTo>
                    <a:pt x="5813805" y="1759663"/>
                  </a:lnTo>
                  <a:lnTo>
                    <a:pt x="5845333" y="1851761"/>
                  </a:lnTo>
                  <a:lnTo>
                    <a:pt x="5877117" y="1946877"/>
                  </a:lnTo>
                  <a:lnTo>
                    <a:pt x="5909139" y="2044623"/>
                  </a:lnTo>
                  <a:lnTo>
                    <a:pt x="5941369" y="2144556"/>
                  </a:lnTo>
                  <a:lnTo>
                    <a:pt x="5973767" y="2246186"/>
                  </a:lnTo>
                  <a:lnTo>
                    <a:pt x="6006282" y="2348985"/>
                  </a:lnTo>
                  <a:lnTo>
                    <a:pt x="6038861" y="2452398"/>
                  </a:lnTo>
                  <a:lnTo>
                    <a:pt x="6071444" y="2555859"/>
                  </a:lnTo>
                  <a:lnTo>
                    <a:pt x="6103974" y="2658798"/>
                  </a:lnTo>
                  <a:lnTo>
                    <a:pt x="6136395" y="2760657"/>
                  </a:lnTo>
                  <a:lnTo>
                    <a:pt x="6168656" y="2860905"/>
                  </a:lnTo>
                  <a:lnTo>
                    <a:pt x="6200714" y="2959043"/>
                  </a:lnTo>
                  <a:lnTo>
                    <a:pt x="6232539" y="3054621"/>
                  </a:lnTo>
                  <a:lnTo>
                    <a:pt x="6264110" y="3147240"/>
                  </a:lnTo>
                  <a:lnTo>
                    <a:pt x="6295423" y="3236562"/>
                  </a:lnTo>
                  <a:lnTo>
                    <a:pt x="6326488" y="3322309"/>
                  </a:lnTo>
                  <a:lnTo>
                    <a:pt x="6357336" y="3404270"/>
                  </a:lnTo>
                  <a:lnTo>
                    <a:pt x="6388015" y="3482296"/>
                  </a:lnTo>
                  <a:lnTo>
                    <a:pt x="6418593" y="3556300"/>
                  </a:lnTo>
                  <a:lnTo>
                    <a:pt x="6449161" y="3626252"/>
                  </a:lnTo>
                  <a:lnTo>
                    <a:pt x="6479835" y="3692177"/>
                  </a:lnTo>
                  <a:lnTo>
                    <a:pt x="6510759" y="3754147"/>
                  </a:lnTo>
                  <a:lnTo>
                    <a:pt x="6515891" y="3763987"/>
                  </a:lnTo>
                  <a:lnTo>
                    <a:pt x="6559070" y="3841682"/>
                  </a:lnTo>
                  <a:lnTo>
                    <a:pt x="6603574" y="3912113"/>
                  </a:lnTo>
                  <a:lnTo>
                    <a:pt x="6649996" y="3975595"/>
                  </a:lnTo>
                  <a:lnTo>
                    <a:pt x="6699006" y="4032691"/>
                  </a:lnTo>
                  <a:lnTo>
                    <a:pt x="6751296" y="4084055"/>
                  </a:lnTo>
                  <a:lnTo>
                    <a:pt x="6807528" y="4130338"/>
                  </a:lnTo>
                  <a:lnTo>
                    <a:pt x="6868285" y="4172135"/>
                  </a:lnTo>
                  <a:lnTo>
                    <a:pt x="6933982" y="4209948"/>
                  </a:lnTo>
                  <a:lnTo>
                    <a:pt x="7004775" y="4244171"/>
                  </a:lnTo>
                  <a:lnTo>
                    <a:pt x="7080432" y="4275083"/>
                  </a:lnTo>
                  <a:lnTo>
                    <a:pt x="7160193" y="4302845"/>
                  </a:lnTo>
                  <a:lnTo>
                    <a:pt x="7242647" y="4327513"/>
                  </a:lnTo>
                  <a:lnTo>
                    <a:pt x="7325664" y="4349059"/>
                  </a:lnTo>
                  <a:lnTo>
                    <a:pt x="7406443" y="4367415"/>
                  </a:lnTo>
                  <a:lnTo>
                    <a:pt x="7481737" y="4382523"/>
                  </a:lnTo>
                  <a:lnTo>
                    <a:pt x="7548258" y="4394400"/>
                  </a:lnTo>
                  <a:lnTo>
                    <a:pt x="7603221" y="4403190"/>
                  </a:lnTo>
                  <a:lnTo>
                    <a:pt x="7644894" y="4409192"/>
                  </a:lnTo>
                  <a:lnTo>
                    <a:pt x="7672994" y="4412853"/>
                  </a:lnTo>
                  <a:lnTo>
                    <a:pt x="7688830" y="4414726"/>
                  </a:lnTo>
                  <a:lnTo>
                    <a:pt x="7695213" y="4415415"/>
                  </a:lnTo>
                  <a:lnTo>
                    <a:pt x="7696237" y="4415517"/>
                  </a:lnTo>
                  <a:lnTo>
                    <a:pt x="7696237" y="4415517"/>
                  </a:lnTo>
                  <a:lnTo>
                    <a:pt x="8234974" y="44155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8" name="pl388"/>
            <p:cNvSpPr/>
            <p:nvPr/>
          </p:nvSpPr>
          <p:spPr>
            <a:xfrm>
              <a:off x="546595" y="908348"/>
              <a:ext cx="8234974" cy="4415517"/>
            </a:xfrm>
            <a:custGeom>
              <a:avLst/>
              <a:pathLst>
                <a:path w="8234974" h="4415517">
                  <a:moveTo>
                    <a:pt x="8234974" y="4415517"/>
                  </a:moveTo>
                  <a:lnTo>
                    <a:pt x="7696237" y="4415517"/>
                  </a:lnTo>
                  <a:lnTo>
                    <a:pt x="7695303" y="4415424"/>
                  </a:lnTo>
                  <a:lnTo>
                    <a:pt x="7689159" y="4414763"/>
                  </a:lnTo>
                  <a:lnTo>
                    <a:pt x="7673672" y="4412936"/>
                  </a:lnTo>
                  <a:lnTo>
                    <a:pt x="7645989" y="4409341"/>
                  </a:lnTo>
                  <a:lnTo>
                    <a:pt x="7604750" y="4403420"/>
                  </a:lnTo>
                  <a:lnTo>
                    <a:pt x="7550187" y="4394724"/>
                  </a:lnTo>
                  <a:lnTo>
                    <a:pt x="7483994" y="4382948"/>
                  </a:lnTo>
                  <a:lnTo>
                    <a:pt x="7408929" y="4367943"/>
                  </a:lnTo>
                  <a:lnTo>
                    <a:pt x="7328272" y="4349690"/>
                  </a:lnTo>
                  <a:lnTo>
                    <a:pt x="7245279" y="4328243"/>
                  </a:lnTo>
                  <a:lnTo>
                    <a:pt x="7162771" y="4303674"/>
                  </a:lnTo>
                  <a:lnTo>
                    <a:pt x="7082900" y="4276010"/>
                  </a:lnTo>
                  <a:lnTo>
                    <a:pt x="7007099" y="4245199"/>
                  </a:lnTo>
                  <a:lnTo>
                    <a:pt x="6936145" y="4211084"/>
                  </a:lnTo>
                  <a:lnTo>
                    <a:pt x="6870287" y="4173391"/>
                  </a:lnTo>
                  <a:lnTo>
                    <a:pt x="6809380" y="4131727"/>
                  </a:lnTo>
                  <a:lnTo>
                    <a:pt x="6753012" y="4085595"/>
                  </a:lnTo>
                  <a:lnTo>
                    <a:pt x="6700608" y="4034402"/>
                  </a:lnTo>
                  <a:lnTo>
                    <a:pt x="6651505" y="3977497"/>
                  </a:lnTo>
                  <a:lnTo>
                    <a:pt x="6605011" y="3914227"/>
                  </a:lnTo>
                  <a:lnTo>
                    <a:pt x="6560456" y="3844022"/>
                  </a:lnTo>
                  <a:lnTo>
                    <a:pt x="6517243" y="3766559"/>
                  </a:lnTo>
                  <a:lnTo>
                    <a:pt x="6515891" y="3763987"/>
                  </a:lnTo>
                  <a:lnTo>
                    <a:pt x="6484910" y="3702659"/>
                  </a:lnTo>
                  <a:lnTo>
                    <a:pt x="6454205" y="3637392"/>
                  </a:lnTo>
                  <a:lnTo>
                    <a:pt x="6423628" y="3568106"/>
                  </a:lnTo>
                  <a:lnTo>
                    <a:pt x="6393059" y="3494769"/>
                  </a:lnTo>
                  <a:lnTo>
                    <a:pt x="6362402" y="3417402"/>
                  </a:lnTo>
                  <a:lnTo>
                    <a:pt x="6331586" y="3336081"/>
                  </a:lnTo>
                  <a:lnTo>
                    <a:pt x="6300558" y="3250945"/>
                  </a:lnTo>
                  <a:lnTo>
                    <a:pt x="6269287" y="3162195"/>
                  </a:lnTo>
                  <a:lnTo>
                    <a:pt x="6237759" y="3070097"/>
                  </a:lnTo>
                  <a:lnTo>
                    <a:pt x="6205975" y="2974981"/>
                  </a:lnTo>
                  <a:lnTo>
                    <a:pt x="6173953" y="2877235"/>
                  </a:lnTo>
                  <a:lnTo>
                    <a:pt x="6141723" y="2777302"/>
                  </a:lnTo>
                  <a:lnTo>
                    <a:pt x="6109326" y="2675672"/>
                  </a:lnTo>
                  <a:lnTo>
                    <a:pt x="6076810" y="2572873"/>
                  </a:lnTo>
                  <a:lnTo>
                    <a:pt x="6044232" y="2469460"/>
                  </a:lnTo>
                  <a:lnTo>
                    <a:pt x="6011648" y="2365999"/>
                  </a:lnTo>
                  <a:lnTo>
                    <a:pt x="5979118" y="2263060"/>
                  </a:lnTo>
                  <a:lnTo>
                    <a:pt x="5946698" y="2161201"/>
                  </a:lnTo>
                  <a:lnTo>
                    <a:pt x="5914437" y="2060953"/>
                  </a:lnTo>
                  <a:lnTo>
                    <a:pt x="5882378" y="1962815"/>
                  </a:lnTo>
                  <a:lnTo>
                    <a:pt x="5850554" y="1867237"/>
                  </a:lnTo>
                  <a:lnTo>
                    <a:pt x="5818983" y="1774618"/>
                  </a:lnTo>
                  <a:lnTo>
                    <a:pt x="5787670" y="1685296"/>
                  </a:lnTo>
                  <a:lnTo>
                    <a:pt x="5756604" y="1599549"/>
                  </a:lnTo>
                  <a:lnTo>
                    <a:pt x="5725756" y="1517588"/>
                  </a:lnTo>
                  <a:lnTo>
                    <a:pt x="5695078" y="1439562"/>
                  </a:lnTo>
                  <a:lnTo>
                    <a:pt x="5664500" y="1365558"/>
                  </a:lnTo>
                  <a:lnTo>
                    <a:pt x="5633932" y="1295606"/>
                  </a:lnTo>
                  <a:lnTo>
                    <a:pt x="5603257" y="1229681"/>
                  </a:lnTo>
                  <a:lnTo>
                    <a:pt x="5572333" y="1167711"/>
                  </a:lnTo>
                  <a:lnTo>
                    <a:pt x="5567201" y="1157870"/>
                  </a:lnTo>
                  <a:lnTo>
                    <a:pt x="5524022" y="1080176"/>
                  </a:lnTo>
                  <a:lnTo>
                    <a:pt x="5479519" y="1009745"/>
                  </a:lnTo>
                  <a:lnTo>
                    <a:pt x="5433096" y="946263"/>
                  </a:lnTo>
                  <a:lnTo>
                    <a:pt x="5384086" y="889167"/>
                  </a:lnTo>
                  <a:lnTo>
                    <a:pt x="5331797" y="837803"/>
                  </a:lnTo>
                  <a:lnTo>
                    <a:pt x="5275564" y="791520"/>
                  </a:lnTo>
                  <a:lnTo>
                    <a:pt x="5214808" y="749723"/>
                  </a:lnTo>
                  <a:lnTo>
                    <a:pt x="5149110" y="711910"/>
                  </a:lnTo>
                  <a:lnTo>
                    <a:pt x="5078317" y="677687"/>
                  </a:lnTo>
                  <a:lnTo>
                    <a:pt x="5002661" y="646775"/>
                  </a:lnTo>
                  <a:lnTo>
                    <a:pt x="4922900" y="619012"/>
                  </a:lnTo>
                  <a:lnTo>
                    <a:pt x="4840446" y="594345"/>
                  </a:lnTo>
                  <a:lnTo>
                    <a:pt x="4757429" y="572799"/>
                  </a:lnTo>
                  <a:lnTo>
                    <a:pt x="4676649" y="554443"/>
                  </a:lnTo>
                  <a:lnTo>
                    <a:pt x="4601355" y="539335"/>
                  </a:lnTo>
                  <a:lnTo>
                    <a:pt x="4534835" y="527458"/>
                  </a:lnTo>
                  <a:lnTo>
                    <a:pt x="4479871" y="518668"/>
                  </a:lnTo>
                  <a:lnTo>
                    <a:pt x="4438198" y="512666"/>
                  </a:lnTo>
                  <a:lnTo>
                    <a:pt x="4410099" y="509005"/>
                  </a:lnTo>
                  <a:lnTo>
                    <a:pt x="4394262" y="507131"/>
                  </a:lnTo>
                  <a:lnTo>
                    <a:pt x="4387879" y="506443"/>
                  </a:lnTo>
                  <a:lnTo>
                    <a:pt x="4386855" y="506341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20" y="506324"/>
                  </a:lnTo>
                  <a:lnTo>
                    <a:pt x="3838352" y="506204"/>
                  </a:lnTo>
                  <a:lnTo>
                    <a:pt x="3817241" y="505872"/>
                  </a:lnTo>
                  <a:lnTo>
                    <a:pt x="3780094" y="505220"/>
                  </a:lnTo>
                  <a:lnTo>
                    <a:pt x="3725932" y="504155"/>
                  </a:lnTo>
                  <a:lnTo>
                    <a:pt x="3656201" y="502609"/>
                  </a:lnTo>
                  <a:lnTo>
                    <a:pt x="3574292" y="500546"/>
                  </a:lnTo>
                  <a:lnTo>
                    <a:pt x="3484668" y="497955"/>
                  </a:lnTo>
                  <a:lnTo>
                    <a:pt x="3391900" y="494848"/>
                  </a:lnTo>
                  <a:lnTo>
                    <a:pt x="3299916" y="491234"/>
                  </a:lnTo>
                  <a:lnTo>
                    <a:pt x="3211601" y="487119"/>
                  </a:lnTo>
                  <a:lnTo>
                    <a:pt x="3128729" y="482489"/>
                  </a:lnTo>
                  <a:lnTo>
                    <a:pt x="3052106" y="477306"/>
                  </a:lnTo>
                  <a:lnTo>
                    <a:pt x="2981798" y="471512"/>
                  </a:lnTo>
                  <a:lnTo>
                    <a:pt x="2917368" y="465024"/>
                  </a:lnTo>
                  <a:lnTo>
                    <a:pt x="2858067" y="457739"/>
                  </a:lnTo>
                  <a:lnTo>
                    <a:pt x="2802986" y="449541"/>
                  </a:lnTo>
                  <a:lnTo>
                    <a:pt x="2751160" y="440311"/>
                  </a:lnTo>
                  <a:lnTo>
                    <a:pt x="2701661" y="429950"/>
                  </a:lnTo>
                  <a:lnTo>
                    <a:pt x="2667772" y="421951"/>
                  </a:lnTo>
                  <a:lnTo>
                    <a:pt x="2616517" y="408489"/>
                  </a:lnTo>
                  <a:lnTo>
                    <a:pt x="2565756" y="393604"/>
                  </a:lnTo>
                  <a:lnTo>
                    <a:pt x="2514935" y="377277"/>
                  </a:lnTo>
                  <a:lnTo>
                    <a:pt x="2463686" y="359541"/>
                  </a:lnTo>
                  <a:lnTo>
                    <a:pt x="2411801" y="340492"/>
                  </a:lnTo>
                  <a:lnTo>
                    <a:pt x="2359210" y="320284"/>
                  </a:lnTo>
                  <a:lnTo>
                    <a:pt x="2305965" y="299134"/>
                  </a:lnTo>
                  <a:lnTo>
                    <a:pt x="2252217" y="277312"/>
                  </a:lnTo>
                  <a:lnTo>
                    <a:pt x="2198186" y="255129"/>
                  </a:lnTo>
                  <a:lnTo>
                    <a:pt x="2144132" y="232915"/>
                  </a:lnTo>
                  <a:lnTo>
                    <a:pt x="2090317" y="211007"/>
                  </a:lnTo>
                  <a:lnTo>
                    <a:pt x="2036970" y="189718"/>
                  </a:lnTo>
                  <a:lnTo>
                    <a:pt x="1984257" y="169326"/>
                  </a:lnTo>
                  <a:lnTo>
                    <a:pt x="1932249" y="150060"/>
                  </a:lnTo>
                  <a:lnTo>
                    <a:pt x="1880899" y="132085"/>
                  </a:lnTo>
                  <a:lnTo>
                    <a:pt x="1830025" y="115505"/>
                  </a:lnTo>
                  <a:lnTo>
                    <a:pt x="1779288" y="100367"/>
                  </a:lnTo>
                  <a:lnTo>
                    <a:pt x="1728169" y="86658"/>
                  </a:lnTo>
                  <a:lnTo>
                    <a:pt x="1719082" y="84390"/>
                  </a:lnTo>
                  <a:lnTo>
                    <a:pt x="1670725" y="73200"/>
                  </a:lnTo>
                  <a:lnTo>
                    <a:pt x="1620628" y="63182"/>
                  </a:lnTo>
                  <a:lnTo>
                    <a:pt x="1567939" y="54270"/>
                  </a:lnTo>
                  <a:lnTo>
                    <a:pt x="1511708" y="46354"/>
                  </a:lnTo>
                  <a:lnTo>
                    <a:pt x="1450978" y="39317"/>
                  </a:lnTo>
                  <a:lnTo>
                    <a:pt x="1384874" y="33044"/>
                  </a:lnTo>
                  <a:lnTo>
                    <a:pt x="1312722" y="27439"/>
                  </a:lnTo>
                  <a:lnTo>
                    <a:pt x="1234213" y="22425"/>
                  </a:lnTo>
                  <a:lnTo>
                    <a:pt x="1149606" y="17950"/>
                  </a:lnTo>
                  <a:lnTo>
                    <a:pt x="1059971" y="13984"/>
                  </a:lnTo>
                  <a:lnTo>
                    <a:pt x="967403" y="10520"/>
                  </a:lnTo>
                  <a:lnTo>
                    <a:pt x="875117" y="7564"/>
                  </a:lnTo>
                  <a:lnTo>
                    <a:pt x="787289" y="5129"/>
                  </a:lnTo>
                  <a:lnTo>
                    <a:pt x="708551" y="3220"/>
                  </a:lnTo>
                  <a:lnTo>
                    <a:pt x="643150" y="1822"/>
                  </a:lnTo>
                  <a:lnTo>
                    <a:pt x="593981" y="888"/>
                  </a:lnTo>
                  <a:lnTo>
                    <a:pt x="561799" y="342"/>
                  </a:lnTo>
                  <a:lnTo>
                    <a:pt x="544886" y="84"/>
                  </a:lnTo>
                  <a:lnTo>
                    <a:pt x="539197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9" name="pg389"/>
            <p:cNvSpPr/>
            <p:nvPr/>
          </p:nvSpPr>
          <p:spPr>
            <a:xfrm>
              <a:off x="546595" y="924682"/>
              <a:ext cx="8234974" cy="4932747"/>
            </a:xfrm>
            <a:custGeom>
              <a:avLst/>
              <a:pathLst>
                <a:path w="8234974" h="4932747">
                  <a:moveTo>
                    <a:pt x="0" y="27222"/>
                  </a:moveTo>
                  <a:lnTo>
                    <a:pt x="538736" y="27222"/>
                  </a:lnTo>
                  <a:lnTo>
                    <a:pt x="540034" y="27239"/>
                  </a:lnTo>
                  <a:lnTo>
                    <a:pt x="548502" y="27359"/>
                  </a:lnTo>
                  <a:lnTo>
                    <a:pt x="569614" y="27691"/>
                  </a:lnTo>
                  <a:lnTo>
                    <a:pt x="606760" y="28343"/>
                  </a:lnTo>
                  <a:lnTo>
                    <a:pt x="660922" y="29408"/>
                  </a:lnTo>
                  <a:lnTo>
                    <a:pt x="730654" y="30954"/>
                  </a:lnTo>
                  <a:lnTo>
                    <a:pt x="812563" y="33018"/>
                  </a:lnTo>
                  <a:lnTo>
                    <a:pt x="902187" y="35608"/>
                  </a:lnTo>
                  <a:lnTo>
                    <a:pt x="994954" y="38716"/>
                  </a:lnTo>
                  <a:lnTo>
                    <a:pt x="1086939" y="42329"/>
                  </a:lnTo>
                  <a:lnTo>
                    <a:pt x="1175254" y="46444"/>
                  </a:lnTo>
                  <a:lnTo>
                    <a:pt x="1258125" y="51075"/>
                  </a:lnTo>
                  <a:lnTo>
                    <a:pt x="1334748" y="56257"/>
                  </a:lnTo>
                  <a:lnTo>
                    <a:pt x="1405056" y="62051"/>
                  </a:lnTo>
                  <a:lnTo>
                    <a:pt x="1469487" y="68539"/>
                  </a:lnTo>
                  <a:lnTo>
                    <a:pt x="1528788" y="75824"/>
                  </a:lnTo>
                  <a:lnTo>
                    <a:pt x="1583869" y="84022"/>
                  </a:lnTo>
                  <a:lnTo>
                    <a:pt x="1635694" y="93252"/>
                  </a:lnTo>
                  <a:lnTo>
                    <a:pt x="1685194" y="103613"/>
                  </a:lnTo>
                  <a:lnTo>
                    <a:pt x="1719082" y="111612"/>
                  </a:lnTo>
                  <a:lnTo>
                    <a:pt x="1770338" y="125074"/>
                  </a:lnTo>
                  <a:lnTo>
                    <a:pt x="1821099" y="139959"/>
                  </a:lnTo>
                  <a:lnTo>
                    <a:pt x="1871920" y="156287"/>
                  </a:lnTo>
                  <a:lnTo>
                    <a:pt x="1923168" y="174022"/>
                  </a:lnTo>
                  <a:lnTo>
                    <a:pt x="1975054" y="193072"/>
                  </a:lnTo>
                  <a:lnTo>
                    <a:pt x="2027645" y="213280"/>
                  </a:lnTo>
                  <a:lnTo>
                    <a:pt x="2080890" y="234430"/>
                  </a:lnTo>
                  <a:lnTo>
                    <a:pt x="2134638" y="256251"/>
                  </a:lnTo>
                  <a:lnTo>
                    <a:pt x="2188668" y="278435"/>
                  </a:lnTo>
                  <a:lnTo>
                    <a:pt x="2242722" y="300648"/>
                  </a:lnTo>
                  <a:lnTo>
                    <a:pt x="2296538" y="322557"/>
                  </a:lnTo>
                  <a:lnTo>
                    <a:pt x="2349884" y="343846"/>
                  </a:lnTo>
                  <a:lnTo>
                    <a:pt x="2402597" y="364237"/>
                  </a:lnTo>
                  <a:lnTo>
                    <a:pt x="2454606" y="383504"/>
                  </a:lnTo>
                  <a:lnTo>
                    <a:pt x="2505955" y="401479"/>
                  </a:lnTo>
                  <a:lnTo>
                    <a:pt x="2556829" y="418058"/>
                  </a:lnTo>
                  <a:lnTo>
                    <a:pt x="2607567" y="433197"/>
                  </a:lnTo>
                  <a:lnTo>
                    <a:pt x="2658686" y="446906"/>
                  </a:lnTo>
                  <a:lnTo>
                    <a:pt x="2667772" y="449174"/>
                  </a:lnTo>
                  <a:lnTo>
                    <a:pt x="2716129" y="460363"/>
                  </a:lnTo>
                  <a:lnTo>
                    <a:pt x="2766226" y="470381"/>
                  </a:lnTo>
                  <a:lnTo>
                    <a:pt x="2818916" y="479294"/>
                  </a:lnTo>
                  <a:lnTo>
                    <a:pt x="2875147" y="487209"/>
                  </a:lnTo>
                  <a:lnTo>
                    <a:pt x="2935877" y="494246"/>
                  </a:lnTo>
                  <a:lnTo>
                    <a:pt x="3001981" y="500519"/>
                  </a:lnTo>
                  <a:lnTo>
                    <a:pt x="3074132" y="506124"/>
                  </a:lnTo>
                  <a:lnTo>
                    <a:pt x="3152641" y="511138"/>
                  </a:lnTo>
                  <a:lnTo>
                    <a:pt x="3237249" y="515613"/>
                  </a:lnTo>
                  <a:lnTo>
                    <a:pt x="3326884" y="519579"/>
                  </a:lnTo>
                  <a:lnTo>
                    <a:pt x="3419452" y="523044"/>
                  </a:lnTo>
                  <a:lnTo>
                    <a:pt x="3511738" y="526000"/>
                  </a:lnTo>
                  <a:lnTo>
                    <a:pt x="3599565" y="528434"/>
                  </a:lnTo>
                  <a:lnTo>
                    <a:pt x="3678304" y="530343"/>
                  </a:lnTo>
                  <a:lnTo>
                    <a:pt x="3743705" y="531741"/>
                  </a:lnTo>
                  <a:lnTo>
                    <a:pt x="3792873" y="532675"/>
                  </a:lnTo>
                  <a:lnTo>
                    <a:pt x="3825056" y="533222"/>
                  </a:lnTo>
                  <a:lnTo>
                    <a:pt x="3841968" y="533480"/>
                  </a:lnTo>
                  <a:lnTo>
                    <a:pt x="3847658" y="533558"/>
                  </a:lnTo>
                  <a:lnTo>
                    <a:pt x="3848118" y="533564"/>
                  </a:lnTo>
                  <a:lnTo>
                    <a:pt x="4386855" y="533564"/>
                  </a:lnTo>
                  <a:lnTo>
                    <a:pt x="4387751" y="533664"/>
                  </a:lnTo>
                  <a:lnTo>
                    <a:pt x="4393645" y="534376"/>
                  </a:lnTo>
                  <a:lnTo>
                    <a:pt x="4408521" y="536343"/>
                  </a:lnTo>
                  <a:lnTo>
                    <a:pt x="4435159" y="540217"/>
                  </a:lnTo>
                  <a:lnTo>
                    <a:pt x="4474939" y="546601"/>
                  </a:lnTo>
                  <a:lnTo>
                    <a:pt x="4527733" y="555991"/>
                  </a:lnTo>
                  <a:lnTo>
                    <a:pt x="4592018" y="568726"/>
                  </a:lnTo>
                  <a:lnTo>
                    <a:pt x="4665226" y="584982"/>
                  </a:lnTo>
                  <a:lnTo>
                    <a:pt x="4744239" y="604794"/>
                  </a:lnTo>
                  <a:lnTo>
                    <a:pt x="4825911" y="628107"/>
                  </a:lnTo>
                  <a:lnTo>
                    <a:pt x="4907466" y="654844"/>
                  </a:lnTo>
                  <a:lnTo>
                    <a:pt x="4986740" y="684965"/>
                  </a:lnTo>
                  <a:lnTo>
                    <a:pt x="5062249" y="718508"/>
                  </a:lnTo>
                  <a:lnTo>
                    <a:pt x="5133143" y="755622"/>
                  </a:lnTo>
                  <a:lnTo>
                    <a:pt x="5199100" y="796578"/>
                  </a:lnTo>
                  <a:lnTo>
                    <a:pt x="5260190" y="841772"/>
                  </a:lnTo>
                  <a:lnTo>
                    <a:pt x="5316761" y="891718"/>
                  </a:lnTo>
                  <a:lnTo>
                    <a:pt x="5369333" y="947032"/>
                  </a:lnTo>
                  <a:lnTo>
                    <a:pt x="5418528" y="1008403"/>
                  </a:lnTo>
                  <a:lnTo>
                    <a:pt x="5465006" y="1076546"/>
                  </a:lnTo>
                  <a:lnTo>
                    <a:pt x="5509418" y="1152111"/>
                  </a:lnTo>
                  <a:lnTo>
                    <a:pt x="5552362" y="1235547"/>
                  </a:lnTo>
                  <a:lnTo>
                    <a:pt x="5567201" y="1266761"/>
                  </a:lnTo>
                  <a:lnTo>
                    <a:pt x="5596597" y="1332120"/>
                  </a:lnTo>
                  <a:lnTo>
                    <a:pt x="5625736" y="1401461"/>
                  </a:lnTo>
                  <a:lnTo>
                    <a:pt x="5654749" y="1474865"/>
                  </a:lnTo>
                  <a:lnTo>
                    <a:pt x="5683739" y="1552370"/>
                  </a:lnTo>
                  <a:lnTo>
                    <a:pt x="5712792" y="1633965"/>
                  </a:lnTo>
                  <a:lnTo>
                    <a:pt x="5741974" y="1719590"/>
                  </a:lnTo>
                  <a:lnTo>
                    <a:pt x="5771334" y="1809129"/>
                  </a:lnTo>
                  <a:lnTo>
                    <a:pt x="5800904" y="1902408"/>
                  </a:lnTo>
                  <a:lnTo>
                    <a:pt x="5830703" y="1999196"/>
                  </a:lnTo>
                  <a:lnTo>
                    <a:pt x="5860735" y="2099203"/>
                  </a:lnTo>
                  <a:lnTo>
                    <a:pt x="5890990" y="2202083"/>
                  </a:lnTo>
                  <a:lnTo>
                    <a:pt x="5921450" y="2307439"/>
                  </a:lnTo>
                  <a:lnTo>
                    <a:pt x="5952083" y="2414824"/>
                  </a:lnTo>
                  <a:lnTo>
                    <a:pt x="5982854" y="2523754"/>
                  </a:lnTo>
                  <a:lnTo>
                    <a:pt x="6013717" y="2633713"/>
                  </a:lnTo>
                  <a:lnTo>
                    <a:pt x="6044626" y="2744164"/>
                  </a:lnTo>
                  <a:lnTo>
                    <a:pt x="6075529" y="2854561"/>
                  </a:lnTo>
                  <a:lnTo>
                    <a:pt x="6106377" y="2964357"/>
                  </a:lnTo>
                  <a:lnTo>
                    <a:pt x="6137124" y="3073019"/>
                  </a:lnTo>
                  <a:lnTo>
                    <a:pt x="6167726" y="3180038"/>
                  </a:lnTo>
                  <a:lnTo>
                    <a:pt x="6198147" y="3284934"/>
                  </a:lnTo>
                  <a:lnTo>
                    <a:pt x="6228359" y="3387272"/>
                  </a:lnTo>
                  <a:lnTo>
                    <a:pt x="6258344" y="3486664"/>
                  </a:lnTo>
                  <a:lnTo>
                    <a:pt x="6288097" y="3582774"/>
                  </a:lnTo>
                  <a:lnTo>
                    <a:pt x="6317623" y="3675324"/>
                  </a:lnTo>
                  <a:lnTo>
                    <a:pt x="6346945" y="3764095"/>
                  </a:lnTo>
                  <a:lnTo>
                    <a:pt x="6376097" y="3848925"/>
                  </a:lnTo>
                  <a:lnTo>
                    <a:pt x="6405131" y="3929709"/>
                  </a:lnTo>
                  <a:lnTo>
                    <a:pt x="6434119" y="4006396"/>
                  </a:lnTo>
                  <a:lnTo>
                    <a:pt x="6463147" y="4078986"/>
                  </a:lnTo>
                  <a:lnTo>
                    <a:pt x="6492327" y="4147526"/>
                  </a:lnTo>
                  <a:lnTo>
                    <a:pt x="6515891" y="4199550"/>
                  </a:lnTo>
                  <a:lnTo>
                    <a:pt x="6558444" y="4285790"/>
                  </a:lnTo>
                  <a:lnTo>
                    <a:pt x="6602277" y="4364086"/>
                  </a:lnTo>
                  <a:lnTo>
                    <a:pt x="6647956" y="4434769"/>
                  </a:lnTo>
                  <a:lnTo>
                    <a:pt x="6696120" y="4498440"/>
                  </a:lnTo>
                  <a:lnTo>
                    <a:pt x="6747432" y="4555801"/>
                  </a:lnTo>
                  <a:lnTo>
                    <a:pt x="6802532" y="4607559"/>
                  </a:lnTo>
                  <a:lnTo>
                    <a:pt x="6861983" y="4654358"/>
                  </a:lnTo>
                  <a:lnTo>
                    <a:pt x="6926205" y="4696753"/>
                  </a:lnTo>
                  <a:lnTo>
                    <a:pt x="6995378" y="4735180"/>
                  </a:lnTo>
                  <a:lnTo>
                    <a:pt x="7069333" y="4769954"/>
                  </a:lnTo>
                  <a:lnTo>
                    <a:pt x="7147418" y="4801268"/>
                  </a:lnTo>
                  <a:lnTo>
                    <a:pt x="7228384" y="4829195"/>
                  </a:lnTo>
                  <a:lnTo>
                    <a:pt x="7310302" y="4853720"/>
                  </a:lnTo>
                  <a:lnTo>
                    <a:pt x="7390596" y="4874770"/>
                  </a:lnTo>
                  <a:lnTo>
                    <a:pt x="7466211" y="4892278"/>
                  </a:lnTo>
                  <a:lnTo>
                    <a:pt x="7533964" y="4906239"/>
                  </a:lnTo>
                  <a:lnTo>
                    <a:pt x="7591033" y="4916774"/>
                  </a:lnTo>
                  <a:lnTo>
                    <a:pt x="7635477" y="4924165"/>
                  </a:lnTo>
                  <a:lnTo>
                    <a:pt x="7666653" y="4928857"/>
                  </a:lnTo>
                  <a:lnTo>
                    <a:pt x="7685414" y="4931421"/>
                  </a:lnTo>
                  <a:lnTo>
                    <a:pt x="7694068" y="4932500"/>
                  </a:lnTo>
                  <a:lnTo>
                    <a:pt x="7696237" y="4932747"/>
                  </a:lnTo>
                  <a:lnTo>
                    <a:pt x="8234974" y="4932747"/>
                  </a:lnTo>
                  <a:lnTo>
                    <a:pt x="8234974" y="4905525"/>
                  </a:lnTo>
                  <a:lnTo>
                    <a:pt x="7696237" y="4905525"/>
                  </a:lnTo>
                  <a:lnTo>
                    <a:pt x="7695342" y="4905425"/>
                  </a:lnTo>
                  <a:lnTo>
                    <a:pt x="7689448" y="4904713"/>
                  </a:lnTo>
                  <a:lnTo>
                    <a:pt x="7674572" y="4902745"/>
                  </a:lnTo>
                  <a:lnTo>
                    <a:pt x="7647934" y="4898871"/>
                  </a:lnTo>
                  <a:lnTo>
                    <a:pt x="7608154" y="4892487"/>
                  </a:lnTo>
                  <a:lnTo>
                    <a:pt x="7555360" y="4883098"/>
                  </a:lnTo>
                  <a:lnTo>
                    <a:pt x="7491074" y="4870363"/>
                  </a:lnTo>
                  <a:lnTo>
                    <a:pt x="7417867" y="4854106"/>
                  </a:lnTo>
                  <a:lnTo>
                    <a:pt x="7338853" y="4834295"/>
                  </a:lnTo>
                  <a:lnTo>
                    <a:pt x="7257182" y="4810982"/>
                  </a:lnTo>
                  <a:lnTo>
                    <a:pt x="7175626" y="4784244"/>
                  </a:lnTo>
                  <a:lnTo>
                    <a:pt x="7096353" y="4754124"/>
                  </a:lnTo>
                  <a:lnTo>
                    <a:pt x="7020844" y="4720581"/>
                  </a:lnTo>
                  <a:lnTo>
                    <a:pt x="6949949" y="4683467"/>
                  </a:lnTo>
                  <a:lnTo>
                    <a:pt x="6883993" y="4642511"/>
                  </a:lnTo>
                  <a:lnTo>
                    <a:pt x="6822902" y="4597316"/>
                  </a:lnTo>
                  <a:lnTo>
                    <a:pt x="6766332" y="4547370"/>
                  </a:lnTo>
                  <a:lnTo>
                    <a:pt x="6713759" y="4492057"/>
                  </a:lnTo>
                  <a:lnTo>
                    <a:pt x="6664564" y="4430685"/>
                  </a:lnTo>
                  <a:lnTo>
                    <a:pt x="6618087" y="4362543"/>
                  </a:lnTo>
                  <a:lnTo>
                    <a:pt x="6573675" y="4286978"/>
                  </a:lnTo>
                  <a:lnTo>
                    <a:pt x="6530730" y="4203541"/>
                  </a:lnTo>
                  <a:lnTo>
                    <a:pt x="6515891" y="4172328"/>
                  </a:lnTo>
                  <a:lnTo>
                    <a:pt x="6486496" y="4106969"/>
                  </a:lnTo>
                  <a:lnTo>
                    <a:pt x="6457356" y="4037628"/>
                  </a:lnTo>
                  <a:lnTo>
                    <a:pt x="6428344" y="3964223"/>
                  </a:lnTo>
                  <a:lnTo>
                    <a:pt x="6399353" y="3886719"/>
                  </a:lnTo>
                  <a:lnTo>
                    <a:pt x="6370300" y="3805123"/>
                  </a:lnTo>
                  <a:lnTo>
                    <a:pt x="6341118" y="3719498"/>
                  </a:lnTo>
                  <a:lnTo>
                    <a:pt x="6311759" y="3629960"/>
                  </a:lnTo>
                  <a:lnTo>
                    <a:pt x="6282188" y="3536680"/>
                  </a:lnTo>
                  <a:lnTo>
                    <a:pt x="6252389" y="3439893"/>
                  </a:lnTo>
                  <a:lnTo>
                    <a:pt x="6222358" y="3339886"/>
                  </a:lnTo>
                  <a:lnTo>
                    <a:pt x="6192102" y="3237005"/>
                  </a:lnTo>
                  <a:lnTo>
                    <a:pt x="6161643" y="3131650"/>
                  </a:lnTo>
                  <a:lnTo>
                    <a:pt x="6131009" y="3024265"/>
                  </a:lnTo>
                  <a:lnTo>
                    <a:pt x="6100239" y="2915335"/>
                  </a:lnTo>
                  <a:lnTo>
                    <a:pt x="6069375" y="2805376"/>
                  </a:lnTo>
                  <a:lnTo>
                    <a:pt x="6038467" y="2694925"/>
                  </a:lnTo>
                  <a:lnTo>
                    <a:pt x="6007564" y="2584528"/>
                  </a:lnTo>
                  <a:lnTo>
                    <a:pt x="5976715" y="2474732"/>
                  </a:lnTo>
                  <a:lnTo>
                    <a:pt x="5945969" y="2366069"/>
                  </a:lnTo>
                  <a:lnTo>
                    <a:pt x="5915367" y="2259051"/>
                  </a:lnTo>
                  <a:lnTo>
                    <a:pt x="5884946" y="2154155"/>
                  </a:lnTo>
                  <a:lnTo>
                    <a:pt x="5854734" y="2051817"/>
                  </a:lnTo>
                  <a:lnTo>
                    <a:pt x="5824748" y="1952425"/>
                  </a:lnTo>
                  <a:lnTo>
                    <a:pt x="5794996" y="1856315"/>
                  </a:lnTo>
                  <a:lnTo>
                    <a:pt x="5765469" y="1763764"/>
                  </a:lnTo>
                  <a:lnTo>
                    <a:pt x="5736148" y="1674993"/>
                  </a:lnTo>
                  <a:lnTo>
                    <a:pt x="5706996" y="1590164"/>
                  </a:lnTo>
                  <a:lnTo>
                    <a:pt x="5677961" y="1509380"/>
                  </a:lnTo>
                  <a:lnTo>
                    <a:pt x="5648974" y="1432693"/>
                  </a:lnTo>
                  <a:lnTo>
                    <a:pt x="5619945" y="1360102"/>
                  </a:lnTo>
                  <a:lnTo>
                    <a:pt x="5590766" y="1291562"/>
                  </a:lnTo>
                  <a:lnTo>
                    <a:pt x="5567201" y="1239538"/>
                  </a:lnTo>
                  <a:lnTo>
                    <a:pt x="5524648" y="1153298"/>
                  </a:lnTo>
                  <a:lnTo>
                    <a:pt x="5480816" y="1075002"/>
                  </a:lnTo>
                  <a:lnTo>
                    <a:pt x="5435137" y="1004319"/>
                  </a:lnTo>
                  <a:lnTo>
                    <a:pt x="5386972" y="940649"/>
                  </a:lnTo>
                  <a:lnTo>
                    <a:pt x="5335661" y="883288"/>
                  </a:lnTo>
                  <a:lnTo>
                    <a:pt x="5280561" y="831530"/>
                  </a:lnTo>
                  <a:lnTo>
                    <a:pt x="5221109" y="784730"/>
                  </a:lnTo>
                  <a:lnTo>
                    <a:pt x="5156887" y="742336"/>
                  </a:lnTo>
                  <a:lnTo>
                    <a:pt x="5087714" y="703909"/>
                  </a:lnTo>
                  <a:lnTo>
                    <a:pt x="5013760" y="669134"/>
                  </a:lnTo>
                  <a:lnTo>
                    <a:pt x="4935674" y="637821"/>
                  </a:lnTo>
                  <a:lnTo>
                    <a:pt x="4854709" y="609893"/>
                  </a:lnTo>
                  <a:lnTo>
                    <a:pt x="4772790" y="585369"/>
                  </a:lnTo>
                  <a:lnTo>
                    <a:pt x="4692496" y="564318"/>
                  </a:lnTo>
                  <a:lnTo>
                    <a:pt x="4616881" y="546810"/>
                  </a:lnTo>
                  <a:lnTo>
                    <a:pt x="4549128" y="532849"/>
                  </a:lnTo>
                  <a:lnTo>
                    <a:pt x="4492059" y="522315"/>
                  </a:lnTo>
                  <a:lnTo>
                    <a:pt x="4447615" y="514924"/>
                  </a:lnTo>
                  <a:lnTo>
                    <a:pt x="4416439" y="510232"/>
                  </a:lnTo>
                  <a:lnTo>
                    <a:pt x="4397679" y="507668"/>
                  </a:lnTo>
                  <a:lnTo>
                    <a:pt x="4389024" y="506589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20" y="506324"/>
                  </a:lnTo>
                  <a:lnTo>
                    <a:pt x="3838352" y="506204"/>
                  </a:lnTo>
                  <a:lnTo>
                    <a:pt x="3817241" y="505872"/>
                  </a:lnTo>
                  <a:lnTo>
                    <a:pt x="3780094" y="505220"/>
                  </a:lnTo>
                  <a:lnTo>
                    <a:pt x="3725932" y="504155"/>
                  </a:lnTo>
                  <a:lnTo>
                    <a:pt x="3656201" y="502609"/>
                  </a:lnTo>
                  <a:lnTo>
                    <a:pt x="3574292" y="500546"/>
                  </a:lnTo>
                  <a:lnTo>
                    <a:pt x="3484668" y="497955"/>
                  </a:lnTo>
                  <a:lnTo>
                    <a:pt x="3391900" y="494848"/>
                  </a:lnTo>
                  <a:lnTo>
                    <a:pt x="3299916" y="491234"/>
                  </a:lnTo>
                  <a:lnTo>
                    <a:pt x="3211601" y="487119"/>
                  </a:lnTo>
                  <a:lnTo>
                    <a:pt x="3128729" y="482489"/>
                  </a:lnTo>
                  <a:lnTo>
                    <a:pt x="3052106" y="477306"/>
                  </a:lnTo>
                  <a:lnTo>
                    <a:pt x="2981798" y="471512"/>
                  </a:lnTo>
                  <a:lnTo>
                    <a:pt x="2917368" y="465024"/>
                  </a:lnTo>
                  <a:lnTo>
                    <a:pt x="2858067" y="457739"/>
                  </a:lnTo>
                  <a:lnTo>
                    <a:pt x="2802986" y="449541"/>
                  </a:lnTo>
                  <a:lnTo>
                    <a:pt x="2751160" y="440311"/>
                  </a:lnTo>
                  <a:lnTo>
                    <a:pt x="2701661" y="429950"/>
                  </a:lnTo>
                  <a:lnTo>
                    <a:pt x="2667772" y="421951"/>
                  </a:lnTo>
                  <a:lnTo>
                    <a:pt x="2616517" y="408489"/>
                  </a:lnTo>
                  <a:lnTo>
                    <a:pt x="2565756" y="393604"/>
                  </a:lnTo>
                  <a:lnTo>
                    <a:pt x="2514935" y="377277"/>
                  </a:lnTo>
                  <a:lnTo>
                    <a:pt x="2463686" y="359541"/>
                  </a:lnTo>
                  <a:lnTo>
                    <a:pt x="2411801" y="340492"/>
                  </a:lnTo>
                  <a:lnTo>
                    <a:pt x="2359210" y="320284"/>
                  </a:lnTo>
                  <a:lnTo>
                    <a:pt x="2305965" y="299134"/>
                  </a:lnTo>
                  <a:lnTo>
                    <a:pt x="2252217" y="277312"/>
                  </a:lnTo>
                  <a:lnTo>
                    <a:pt x="2198186" y="255129"/>
                  </a:lnTo>
                  <a:lnTo>
                    <a:pt x="2144132" y="232915"/>
                  </a:lnTo>
                  <a:lnTo>
                    <a:pt x="2090317" y="211007"/>
                  </a:lnTo>
                  <a:lnTo>
                    <a:pt x="2036970" y="189718"/>
                  </a:lnTo>
                  <a:lnTo>
                    <a:pt x="1984257" y="169326"/>
                  </a:lnTo>
                  <a:lnTo>
                    <a:pt x="1932249" y="150060"/>
                  </a:lnTo>
                  <a:lnTo>
                    <a:pt x="1880899" y="132085"/>
                  </a:lnTo>
                  <a:lnTo>
                    <a:pt x="1830025" y="115505"/>
                  </a:lnTo>
                  <a:lnTo>
                    <a:pt x="1779288" y="100367"/>
                  </a:lnTo>
                  <a:lnTo>
                    <a:pt x="1728169" y="86658"/>
                  </a:lnTo>
                  <a:lnTo>
                    <a:pt x="1719082" y="84390"/>
                  </a:lnTo>
                  <a:lnTo>
                    <a:pt x="1670725" y="73200"/>
                  </a:lnTo>
                  <a:lnTo>
                    <a:pt x="1620628" y="63182"/>
                  </a:lnTo>
                  <a:lnTo>
                    <a:pt x="1567939" y="54270"/>
                  </a:lnTo>
                  <a:lnTo>
                    <a:pt x="1511708" y="46354"/>
                  </a:lnTo>
                  <a:lnTo>
                    <a:pt x="1450978" y="39317"/>
                  </a:lnTo>
                  <a:lnTo>
                    <a:pt x="1384874" y="33044"/>
                  </a:lnTo>
                  <a:lnTo>
                    <a:pt x="1312722" y="27439"/>
                  </a:lnTo>
                  <a:lnTo>
                    <a:pt x="1234213" y="22425"/>
                  </a:lnTo>
                  <a:lnTo>
                    <a:pt x="1149606" y="17950"/>
                  </a:lnTo>
                  <a:lnTo>
                    <a:pt x="1059971" y="13984"/>
                  </a:lnTo>
                  <a:lnTo>
                    <a:pt x="967403" y="10520"/>
                  </a:lnTo>
                  <a:lnTo>
                    <a:pt x="875117" y="7564"/>
                  </a:lnTo>
                  <a:lnTo>
                    <a:pt x="787289" y="5129"/>
                  </a:lnTo>
                  <a:lnTo>
                    <a:pt x="708551" y="3220"/>
                  </a:lnTo>
                  <a:lnTo>
                    <a:pt x="643150" y="1822"/>
                  </a:lnTo>
                  <a:lnTo>
                    <a:pt x="593981" y="888"/>
                  </a:lnTo>
                  <a:lnTo>
                    <a:pt x="561799" y="342"/>
                  </a:lnTo>
                  <a:lnTo>
                    <a:pt x="544886" y="84"/>
                  </a:lnTo>
                  <a:lnTo>
                    <a:pt x="539197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90" name="pl390"/>
            <p:cNvSpPr/>
            <p:nvPr/>
          </p:nvSpPr>
          <p:spPr>
            <a:xfrm>
              <a:off x="546595" y="951904"/>
              <a:ext cx="8234974" cy="4905525"/>
            </a:xfrm>
            <a:custGeom>
              <a:avLst/>
              <a:pathLst>
                <a:path w="8234974" h="4905525">
                  <a:moveTo>
                    <a:pt x="0" y="0"/>
                  </a:moveTo>
                  <a:lnTo>
                    <a:pt x="538736" y="0"/>
                  </a:lnTo>
                  <a:lnTo>
                    <a:pt x="540034" y="16"/>
                  </a:lnTo>
                  <a:lnTo>
                    <a:pt x="548502" y="136"/>
                  </a:lnTo>
                  <a:lnTo>
                    <a:pt x="569614" y="469"/>
                  </a:lnTo>
                  <a:lnTo>
                    <a:pt x="606760" y="1120"/>
                  </a:lnTo>
                  <a:lnTo>
                    <a:pt x="660922" y="2185"/>
                  </a:lnTo>
                  <a:lnTo>
                    <a:pt x="730654" y="3731"/>
                  </a:lnTo>
                  <a:lnTo>
                    <a:pt x="812563" y="5795"/>
                  </a:lnTo>
                  <a:lnTo>
                    <a:pt x="902187" y="8385"/>
                  </a:lnTo>
                  <a:lnTo>
                    <a:pt x="994954" y="11493"/>
                  </a:lnTo>
                  <a:lnTo>
                    <a:pt x="1086939" y="15106"/>
                  </a:lnTo>
                  <a:lnTo>
                    <a:pt x="1175254" y="19221"/>
                  </a:lnTo>
                  <a:lnTo>
                    <a:pt x="1258125" y="23852"/>
                  </a:lnTo>
                  <a:lnTo>
                    <a:pt x="1334748" y="29034"/>
                  </a:lnTo>
                  <a:lnTo>
                    <a:pt x="1405056" y="34828"/>
                  </a:lnTo>
                  <a:lnTo>
                    <a:pt x="1469487" y="41317"/>
                  </a:lnTo>
                  <a:lnTo>
                    <a:pt x="1528788" y="48602"/>
                  </a:lnTo>
                  <a:lnTo>
                    <a:pt x="1583869" y="56800"/>
                  </a:lnTo>
                  <a:lnTo>
                    <a:pt x="1635694" y="66030"/>
                  </a:lnTo>
                  <a:lnTo>
                    <a:pt x="1685194" y="76391"/>
                  </a:lnTo>
                  <a:lnTo>
                    <a:pt x="1719082" y="84390"/>
                  </a:lnTo>
                  <a:lnTo>
                    <a:pt x="1770338" y="97852"/>
                  </a:lnTo>
                  <a:lnTo>
                    <a:pt x="1821099" y="112737"/>
                  </a:lnTo>
                  <a:lnTo>
                    <a:pt x="1871920" y="129064"/>
                  </a:lnTo>
                  <a:lnTo>
                    <a:pt x="1923168" y="146799"/>
                  </a:lnTo>
                  <a:lnTo>
                    <a:pt x="1975054" y="165849"/>
                  </a:lnTo>
                  <a:lnTo>
                    <a:pt x="2027645" y="186057"/>
                  </a:lnTo>
                  <a:lnTo>
                    <a:pt x="2080890" y="207207"/>
                  </a:lnTo>
                  <a:lnTo>
                    <a:pt x="2134638" y="229029"/>
                  </a:lnTo>
                  <a:lnTo>
                    <a:pt x="2188668" y="251212"/>
                  </a:lnTo>
                  <a:lnTo>
                    <a:pt x="2242722" y="273425"/>
                  </a:lnTo>
                  <a:lnTo>
                    <a:pt x="2296538" y="295334"/>
                  </a:lnTo>
                  <a:lnTo>
                    <a:pt x="2349884" y="316623"/>
                  </a:lnTo>
                  <a:lnTo>
                    <a:pt x="2402597" y="337014"/>
                  </a:lnTo>
                  <a:lnTo>
                    <a:pt x="2454606" y="356281"/>
                  </a:lnTo>
                  <a:lnTo>
                    <a:pt x="2505955" y="374256"/>
                  </a:lnTo>
                  <a:lnTo>
                    <a:pt x="2556829" y="390835"/>
                  </a:lnTo>
                  <a:lnTo>
                    <a:pt x="2607567" y="405974"/>
                  </a:lnTo>
                  <a:lnTo>
                    <a:pt x="2658686" y="419683"/>
                  </a:lnTo>
                  <a:lnTo>
                    <a:pt x="2667772" y="421951"/>
                  </a:lnTo>
                  <a:lnTo>
                    <a:pt x="2716129" y="433141"/>
                  </a:lnTo>
                  <a:lnTo>
                    <a:pt x="2766226" y="443159"/>
                  </a:lnTo>
                  <a:lnTo>
                    <a:pt x="2818916" y="452071"/>
                  </a:lnTo>
                  <a:lnTo>
                    <a:pt x="2875147" y="459986"/>
                  </a:lnTo>
                  <a:lnTo>
                    <a:pt x="2935877" y="467024"/>
                  </a:lnTo>
                  <a:lnTo>
                    <a:pt x="3001981" y="473296"/>
                  </a:lnTo>
                  <a:lnTo>
                    <a:pt x="3074132" y="478902"/>
                  </a:lnTo>
                  <a:lnTo>
                    <a:pt x="3152641" y="483916"/>
                  </a:lnTo>
                  <a:lnTo>
                    <a:pt x="3237249" y="488391"/>
                  </a:lnTo>
                  <a:lnTo>
                    <a:pt x="3326884" y="492357"/>
                  </a:lnTo>
                  <a:lnTo>
                    <a:pt x="3419452" y="495821"/>
                  </a:lnTo>
                  <a:lnTo>
                    <a:pt x="3511738" y="498777"/>
                  </a:lnTo>
                  <a:lnTo>
                    <a:pt x="3599565" y="501212"/>
                  </a:lnTo>
                  <a:lnTo>
                    <a:pt x="3678304" y="503120"/>
                  </a:lnTo>
                  <a:lnTo>
                    <a:pt x="3743705" y="504519"/>
                  </a:lnTo>
                  <a:lnTo>
                    <a:pt x="3792873" y="505453"/>
                  </a:lnTo>
                  <a:lnTo>
                    <a:pt x="3825056" y="505999"/>
                  </a:lnTo>
                  <a:lnTo>
                    <a:pt x="3841968" y="506257"/>
                  </a:lnTo>
                  <a:lnTo>
                    <a:pt x="3847658" y="506335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7751" y="506441"/>
                  </a:lnTo>
                  <a:lnTo>
                    <a:pt x="4393645" y="507153"/>
                  </a:lnTo>
                  <a:lnTo>
                    <a:pt x="4408521" y="509121"/>
                  </a:lnTo>
                  <a:lnTo>
                    <a:pt x="4435159" y="512995"/>
                  </a:lnTo>
                  <a:lnTo>
                    <a:pt x="4474939" y="519379"/>
                  </a:lnTo>
                  <a:lnTo>
                    <a:pt x="4527733" y="528768"/>
                  </a:lnTo>
                  <a:lnTo>
                    <a:pt x="4592018" y="541503"/>
                  </a:lnTo>
                  <a:lnTo>
                    <a:pt x="4665226" y="557760"/>
                  </a:lnTo>
                  <a:lnTo>
                    <a:pt x="4744239" y="577571"/>
                  </a:lnTo>
                  <a:lnTo>
                    <a:pt x="4825911" y="600884"/>
                  </a:lnTo>
                  <a:lnTo>
                    <a:pt x="4907466" y="627622"/>
                  </a:lnTo>
                  <a:lnTo>
                    <a:pt x="4986740" y="657742"/>
                  </a:lnTo>
                  <a:lnTo>
                    <a:pt x="5062249" y="691285"/>
                  </a:lnTo>
                  <a:lnTo>
                    <a:pt x="5133143" y="728399"/>
                  </a:lnTo>
                  <a:lnTo>
                    <a:pt x="5199100" y="769355"/>
                  </a:lnTo>
                  <a:lnTo>
                    <a:pt x="5260190" y="814550"/>
                  </a:lnTo>
                  <a:lnTo>
                    <a:pt x="5316761" y="864496"/>
                  </a:lnTo>
                  <a:lnTo>
                    <a:pt x="5369333" y="919809"/>
                  </a:lnTo>
                  <a:lnTo>
                    <a:pt x="5418528" y="981181"/>
                  </a:lnTo>
                  <a:lnTo>
                    <a:pt x="5465006" y="1049323"/>
                  </a:lnTo>
                  <a:lnTo>
                    <a:pt x="5509418" y="1124888"/>
                  </a:lnTo>
                  <a:lnTo>
                    <a:pt x="5552362" y="1208325"/>
                  </a:lnTo>
                  <a:lnTo>
                    <a:pt x="5567201" y="1239538"/>
                  </a:lnTo>
                  <a:lnTo>
                    <a:pt x="5596597" y="1304897"/>
                  </a:lnTo>
                  <a:lnTo>
                    <a:pt x="5625736" y="1374238"/>
                  </a:lnTo>
                  <a:lnTo>
                    <a:pt x="5654749" y="1447642"/>
                  </a:lnTo>
                  <a:lnTo>
                    <a:pt x="5683739" y="1525147"/>
                  </a:lnTo>
                  <a:lnTo>
                    <a:pt x="5712792" y="1606743"/>
                  </a:lnTo>
                  <a:lnTo>
                    <a:pt x="5741974" y="1692368"/>
                  </a:lnTo>
                  <a:lnTo>
                    <a:pt x="5771334" y="1781906"/>
                  </a:lnTo>
                  <a:lnTo>
                    <a:pt x="5800904" y="1875185"/>
                  </a:lnTo>
                  <a:lnTo>
                    <a:pt x="5830703" y="1971973"/>
                  </a:lnTo>
                  <a:lnTo>
                    <a:pt x="5860735" y="2071980"/>
                  </a:lnTo>
                  <a:lnTo>
                    <a:pt x="5890990" y="2174861"/>
                  </a:lnTo>
                  <a:lnTo>
                    <a:pt x="5921450" y="2280216"/>
                  </a:lnTo>
                  <a:lnTo>
                    <a:pt x="5952083" y="2387601"/>
                  </a:lnTo>
                  <a:lnTo>
                    <a:pt x="5982854" y="2496531"/>
                  </a:lnTo>
                  <a:lnTo>
                    <a:pt x="6013717" y="2606490"/>
                  </a:lnTo>
                  <a:lnTo>
                    <a:pt x="6044626" y="2716941"/>
                  </a:lnTo>
                  <a:lnTo>
                    <a:pt x="6075529" y="2827338"/>
                  </a:lnTo>
                  <a:lnTo>
                    <a:pt x="6106377" y="2937134"/>
                  </a:lnTo>
                  <a:lnTo>
                    <a:pt x="6137124" y="3045797"/>
                  </a:lnTo>
                  <a:lnTo>
                    <a:pt x="6167726" y="3152815"/>
                  </a:lnTo>
                  <a:lnTo>
                    <a:pt x="6198147" y="3257711"/>
                  </a:lnTo>
                  <a:lnTo>
                    <a:pt x="6228359" y="3360049"/>
                  </a:lnTo>
                  <a:lnTo>
                    <a:pt x="6258344" y="3459441"/>
                  </a:lnTo>
                  <a:lnTo>
                    <a:pt x="6288097" y="3555551"/>
                  </a:lnTo>
                  <a:lnTo>
                    <a:pt x="6317623" y="3648102"/>
                  </a:lnTo>
                  <a:lnTo>
                    <a:pt x="6346945" y="3736872"/>
                  </a:lnTo>
                  <a:lnTo>
                    <a:pt x="6376097" y="3821702"/>
                  </a:lnTo>
                  <a:lnTo>
                    <a:pt x="6405131" y="3902486"/>
                  </a:lnTo>
                  <a:lnTo>
                    <a:pt x="6434119" y="3979173"/>
                  </a:lnTo>
                  <a:lnTo>
                    <a:pt x="6463147" y="4051764"/>
                  </a:lnTo>
                  <a:lnTo>
                    <a:pt x="6492327" y="4120304"/>
                  </a:lnTo>
                  <a:lnTo>
                    <a:pt x="6515891" y="4172328"/>
                  </a:lnTo>
                  <a:lnTo>
                    <a:pt x="6558444" y="4258568"/>
                  </a:lnTo>
                  <a:lnTo>
                    <a:pt x="6602277" y="4336863"/>
                  </a:lnTo>
                  <a:lnTo>
                    <a:pt x="6647956" y="4407547"/>
                  </a:lnTo>
                  <a:lnTo>
                    <a:pt x="6696120" y="4471217"/>
                  </a:lnTo>
                  <a:lnTo>
                    <a:pt x="6747432" y="4528578"/>
                  </a:lnTo>
                  <a:lnTo>
                    <a:pt x="6802532" y="4580336"/>
                  </a:lnTo>
                  <a:lnTo>
                    <a:pt x="6861983" y="4627136"/>
                  </a:lnTo>
                  <a:lnTo>
                    <a:pt x="6926205" y="4669530"/>
                  </a:lnTo>
                  <a:lnTo>
                    <a:pt x="6995378" y="4707957"/>
                  </a:lnTo>
                  <a:lnTo>
                    <a:pt x="7069333" y="4742732"/>
                  </a:lnTo>
                  <a:lnTo>
                    <a:pt x="7147418" y="4774045"/>
                  </a:lnTo>
                  <a:lnTo>
                    <a:pt x="7228384" y="4801973"/>
                  </a:lnTo>
                  <a:lnTo>
                    <a:pt x="7310302" y="4826497"/>
                  </a:lnTo>
                  <a:lnTo>
                    <a:pt x="7390596" y="4847548"/>
                  </a:lnTo>
                  <a:lnTo>
                    <a:pt x="7466211" y="4865056"/>
                  </a:lnTo>
                  <a:lnTo>
                    <a:pt x="7533964" y="4879016"/>
                  </a:lnTo>
                  <a:lnTo>
                    <a:pt x="7591033" y="4889551"/>
                  </a:lnTo>
                  <a:lnTo>
                    <a:pt x="7635477" y="4896942"/>
                  </a:lnTo>
                  <a:lnTo>
                    <a:pt x="7666653" y="4901634"/>
                  </a:lnTo>
                  <a:lnTo>
                    <a:pt x="7685414" y="4904198"/>
                  </a:lnTo>
                  <a:lnTo>
                    <a:pt x="7694068" y="4905277"/>
                  </a:lnTo>
                  <a:lnTo>
                    <a:pt x="7696197" y="4905521"/>
                  </a:lnTo>
                  <a:lnTo>
                    <a:pt x="7696237" y="4905525"/>
                  </a:lnTo>
                  <a:lnTo>
                    <a:pt x="8234974" y="4905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1" name="pl391"/>
            <p:cNvSpPr/>
            <p:nvPr/>
          </p:nvSpPr>
          <p:spPr>
            <a:xfrm>
              <a:off x="546595" y="924682"/>
              <a:ext cx="8234974" cy="4905525"/>
            </a:xfrm>
            <a:custGeom>
              <a:avLst/>
              <a:pathLst>
                <a:path w="8234974" h="4905525">
                  <a:moveTo>
                    <a:pt x="8234974" y="4905525"/>
                  </a:moveTo>
                  <a:lnTo>
                    <a:pt x="7696237" y="4905525"/>
                  </a:lnTo>
                  <a:lnTo>
                    <a:pt x="7695342" y="4905425"/>
                  </a:lnTo>
                  <a:lnTo>
                    <a:pt x="7689448" y="4904713"/>
                  </a:lnTo>
                  <a:lnTo>
                    <a:pt x="7674572" y="4902745"/>
                  </a:lnTo>
                  <a:lnTo>
                    <a:pt x="7647934" y="4898871"/>
                  </a:lnTo>
                  <a:lnTo>
                    <a:pt x="7608154" y="4892487"/>
                  </a:lnTo>
                  <a:lnTo>
                    <a:pt x="7555360" y="4883098"/>
                  </a:lnTo>
                  <a:lnTo>
                    <a:pt x="7491074" y="4870363"/>
                  </a:lnTo>
                  <a:lnTo>
                    <a:pt x="7417867" y="4854106"/>
                  </a:lnTo>
                  <a:lnTo>
                    <a:pt x="7338853" y="4834295"/>
                  </a:lnTo>
                  <a:lnTo>
                    <a:pt x="7257182" y="4810982"/>
                  </a:lnTo>
                  <a:lnTo>
                    <a:pt x="7175626" y="4784244"/>
                  </a:lnTo>
                  <a:lnTo>
                    <a:pt x="7096353" y="4754124"/>
                  </a:lnTo>
                  <a:lnTo>
                    <a:pt x="7020844" y="4720581"/>
                  </a:lnTo>
                  <a:lnTo>
                    <a:pt x="6949949" y="4683467"/>
                  </a:lnTo>
                  <a:lnTo>
                    <a:pt x="6883993" y="4642511"/>
                  </a:lnTo>
                  <a:lnTo>
                    <a:pt x="6822902" y="4597316"/>
                  </a:lnTo>
                  <a:lnTo>
                    <a:pt x="6766332" y="4547370"/>
                  </a:lnTo>
                  <a:lnTo>
                    <a:pt x="6713759" y="4492057"/>
                  </a:lnTo>
                  <a:lnTo>
                    <a:pt x="6664564" y="4430685"/>
                  </a:lnTo>
                  <a:lnTo>
                    <a:pt x="6618087" y="4362543"/>
                  </a:lnTo>
                  <a:lnTo>
                    <a:pt x="6573675" y="4286978"/>
                  </a:lnTo>
                  <a:lnTo>
                    <a:pt x="6530730" y="4203541"/>
                  </a:lnTo>
                  <a:lnTo>
                    <a:pt x="6515891" y="4172328"/>
                  </a:lnTo>
                  <a:lnTo>
                    <a:pt x="6486496" y="4106969"/>
                  </a:lnTo>
                  <a:lnTo>
                    <a:pt x="6457356" y="4037628"/>
                  </a:lnTo>
                  <a:lnTo>
                    <a:pt x="6428344" y="3964223"/>
                  </a:lnTo>
                  <a:lnTo>
                    <a:pt x="6399353" y="3886719"/>
                  </a:lnTo>
                  <a:lnTo>
                    <a:pt x="6370300" y="3805123"/>
                  </a:lnTo>
                  <a:lnTo>
                    <a:pt x="6341118" y="3719498"/>
                  </a:lnTo>
                  <a:lnTo>
                    <a:pt x="6311759" y="3629960"/>
                  </a:lnTo>
                  <a:lnTo>
                    <a:pt x="6282188" y="3536680"/>
                  </a:lnTo>
                  <a:lnTo>
                    <a:pt x="6252389" y="3439893"/>
                  </a:lnTo>
                  <a:lnTo>
                    <a:pt x="6222358" y="3339886"/>
                  </a:lnTo>
                  <a:lnTo>
                    <a:pt x="6192102" y="3237005"/>
                  </a:lnTo>
                  <a:lnTo>
                    <a:pt x="6161643" y="3131650"/>
                  </a:lnTo>
                  <a:lnTo>
                    <a:pt x="6131009" y="3024265"/>
                  </a:lnTo>
                  <a:lnTo>
                    <a:pt x="6100239" y="2915335"/>
                  </a:lnTo>
                  <a:lnTo>
                    <a:pt x="6069375" y="2805376"/>
                  </a:lnTo>
                  <a:lnTo>
                    <a:pt x="6038467" y="2694925"/>
                  </a:lnTo>
                  <a:lnTo>
                    <a:pt x="6007564" y="2584528"/>
                  </a:lnTo>
                  <a:lnTo>
                    <a:pt x="5976715" y="2474732"/>
                  </a:lnTo>
                  <a:lnTo>
                    <a:pt x="5945969" y="2366069"/>
                  </a:lnTo>
                  <a:lnTo>
                    <a:pt x="5915367" y="2259051"/>
                  </a:lnTo>
                  <a:lnTo>
                    <a:pt x="5884946" y="2154155"/>
                  </a:lnTo>
                  <a:lnTo>
                    <a:pt x="5854734" y="2051817"/>
                  </a:lnTo>
                  <a:lnTo>
                    <a:pt x="5824748" y="1952425"/>
                  </a:lnTo>
                  <a:lnTo>
                    <a:pt x="5794996" y="1856315"/>
                  </a:lnTo>
                  <a:lnTo>
                    <a:pt x="5765469" y="1763764"/>
                  </a:lnTo>
                  <a:lnTo>
                    <a:pt x="5736148" y="1674993"/>
                  </a:lnTo>
                  <a:lnTo>
                    <a:pt x="5706996" y="1590164"/>
                  </a:lnTo>
                  <a:lnTo>
                    <a:pt x="5677961" y="1509380"/>
                  </a:lnTo>
                  <a:lnTo>
                    <a:pt x="5648974" y="1432693"/>
                  </a:lnTo>
                  <a:lnTo>
                    <a:pt x="5619945" y="1360102"/>
                  </a:lnTo>
                  <a:lnTo>
                    <a:pt x="5590766" y="1291562"/>
                  </a:lnTo>
                  <a:lnTo>
                    <a:pt x="5567201" y="1239538"/>
                  </a:lnTo>
                  <a:lnTo>
                    <a:pt x="5524648" y="1153298"/>
                  </a:lnTo>
                  <a:lnTo>
                    <a:pt x="5480816" y="1075002"/>
                  </a:lnTo>
                  <a:lnTo>
                    <a:pt x="5435137" y="1004319"/>
                  </a:lnTo>
                  <a:lnTo>
                    <a:pt x="5386972" y="940649"/>
                  </a:lnTo>
                  <a:lnTo>
                    <a:pt x="5335661" y="883288"/>
                  </a:lnTo>
                  <a:lnTo>
                    <a:pt x="5280561" y="831530"/>
                  </a:lnTo>
                  <a:lnTo>
                    <a:pt x="5221109" y="784730"/>
                  </a:lnTo>
                  <a:lnTo>
                    <a:pt x="5156887" y="742336"/>
                  </a:lnTo>
                  <a:lnTo>
                    <a:pt x="5087714" y="703909"/>
                  </a:lnTo>
                  <a:lnTo>
                    <a:pt x="5013760" y="669134"/>
                  </a:lnTo>
                  <a:lnTo>
                    <a:pt x="4935674" y="637821"/>
                  </a:lnTo>
                  <a:lnTo>
                    <a:pt x="4854709" y="609893"/>
                  </a:lnTo>
                  <a:lnTo>
                    <a:pt x="4772790" y="585369"/>
                  </a:lnTo>
                  <a:lnTo>
                    <a:pt x="4692496" y="564318"/>
                  </a:lnTo>
                  <a:lnTo>
                    <a:pt x="4616881" y="546810"/>
                  </a:lnTo>
                  <a:lnTo>
                    <a:pt x="4549128" y="532849"/>
                  </a:lnTo>
                  <a:lnTo>
                    <a:pt x="4492059" y="522315"/>
                  </a:lnTo>
                  <a:lnTo>
                    <a:pt x="4447615" y="514924"/>
                  </a:lnTo>
                  <a:lnTo>
                    <a:pt x="4416439" y="510232"/>
                  </a:lnTo>
                  <a:lnTo>
                    <a:pt x="4397679" y="507668"/>
                  </a:lnTo>
                  <a:lnTo>
                    <a:pt x="4389024" y="506589"/>
                  </a:lnTo>
                  <a:lnTo>
                    <a:pt x="4386895" y="50634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20" y="506324"/>
                  </a:lnTo>
                  <a:lnTo>
                    <a:pt x="3838352" y="506204"/>
                  </a:lnTo>
                  <a:lnTo>
                    <a:pt x="3817241" y="505872"/>
                  </a:lnTo>
                  <a:lnTo>
                    <a:pt x="3780094" y="505220"/>
                  </a:lnTo>
                  <a:lnTo>
                    <a:pt x="3725932" y="504155"/>
                  </a:lnTo>
                  <a:lnTo>
                    <a:pt x="3656201" y="502609"/>
                  </a:lnTo>
                  <a:lnTo>
                    <a:pt x="3574292" y="500546"/>
                  </a:lnTo>
                  <a:lnTo>
                    <a:pt x="3484668" y="497955"/>
                  </a:lnTo>
                  <a:lnTo>
                    <a:pt x="3391900" y="494848"/>
                  </a:lnTo>
                  <a:lnTo>
                    <a:pt x="3299916" y="491234"/>
                  </a:lnTo>
                  <a:lnTo>
                    <a:pt x="3211601" y="487119"/>
                  </a:lnTo>
                  <a:lnTo>
                    <a:pt x="3128729" y="482489"/>
                  </a:lnTo>
                  <a:lnTo>
                    <a:pt x="3052106" y="477306"/>
                  </a:lnTo>
                  <a:lnTo>
                    <a:pt x="2981798" y="471512"/>
                  </a:lnTo>
                  <a:lnTo>
                    <a:pt x="2917368" y="465024"/>
                  </a:lnTo>
                  <a:lnTo>
                    <a:pt x="2858067" y="457739"/>
                  </a:lnTo>
                  <a:lnTo>
                    <a:pt x="2802986" y="449541"/>
                  </a:lnTo>
                  <a:lnTo>
                    <a:pt x="2751160" y="440311"/>
                  </a:lnTo>
                  <a:lnTo>
                    <a:pt x="2701661" y="429950"/>
                  </a:lnTo>
                  <a:lnTo>
                    <a:pt x="2667772" y="421951"/>
                  </a:lnTo>
                  <a:lnTo>
                    <a:pt x="2616517" y="408489"/>
                  </a:lnTo>
                  <a:lnTo>
                    <a:pt x="2565756" y="393604"/>
                  </a:lnTo>
                  <a:lnTo>
                    <a:pt x="2514935" y="377277"/>
                  </a:lnTo>
                  <a:lnTo>
                    <a:pt x="2463686" y="359541"/>
                  </a:lnTo>
                  <a:lnTo>
                    <a:pt x="2411801" y="340492"/>
                  </a:lnTo>
                  <a:lnTo>
                    <a:pt x="2359210" y="320284"/>
                  </a:lnTo>
                  <a:lnTo>
                    <a:pt x="2305965" y="299134"/>
                  </a:lnTo>
                  <a:lnTo>
                    <a:pt x="2252217" y="277312"/>
                  </a:lnTo>
                  <a:lnTo>
                    <a:pt x="2198186" y="255129"/>
                  </a:lnTo>
                  <a:lnTo>
                    <a:pt x="2144132" y="232915"/>
                  </a:lnTo>
                  <a:lnTo>
                    <a:pt x="2090317" y="211007"/>
                  </a:lnTo>
                  <a:lnTo>
                    <a:pt x="2036970" y="189718"/>
                  </a:lnTo>
                  <a:lnTo>
                    <a:pt x="1984257" y="169326"/>
                  </a:lnTo>
                  <a:lnTo>
                    <a:pt x="1932249" y="150060"/>
                  </a:lnTo>
                  <a:lnTo>
                    <a:pt x="1880899" y="132085"/>
                  </a:lnTo>
                  <a:lnTo>
                    <a:pt x="1830025" y="115505"/>
                  </a:lnTo>
                  <a:lnTo>
                    <a:pt x="1779288" y="100367"/>
                  </a:lnTo>
                  <a:lnTo>
                    <a:pt x="1728169" y="86658"/>
                  </a:lnTo>
                  <a:lnTo>
                    <a:pt x="1719082" y="84390"/>
                  </a:lnTo>
                  <a:lnTo>
                    <a:pt x="1670725" y="73200"/>
                  </a:lnTo>
                  <a:lnTo>
                    <a:pt x="1620628" y="63182"/>
                  </a:lnTo>
                  <a:lnTo>
                    <a:pt x="1567939" y="54270"/>
                  </a:lnTo>
                  <a:lnTo>
                    <a:pt x="1511708" y="46354"/>
                  </a:lnTo>
                  <a:lnTo>
                    <a:pt x="1450978" y="39317"/>
                  </a:lnTo>
                  <a:lnTo>
                    <a:pt x="1384874" y="33044"/>
                  </a:lnTo>
                  <a:lnTo>
                    <a:pt x="1312722" y="27439"/>
                  </a:lnTo>
                  <a:lnTo>
                    <a:pt x="1234213" y="22425"/>
                  </a:lnTo>
                  <a:lnTo>
                    <a:pt x="1149606" y="17950"/>
                  </a:lnTo>
                  <a:lnTo>
                    <a:pt x="1059971" y="13984"/>
                  </a:lnTo>
                  <a:lnTo>
                    <a:pt x="967403" y="10520"/>
                  </a:lnTo>
                  <a:lnTo>
                    <a:pt x="875117" y="7564"/>
                  </a:lnTo>
                  <a:lnTo>
                    <a:pt x="787289" y="5129"/>
                  </a:lnTo>
                  <a:lnTo>
                    <a:pt x="708551" y="3220"/>
                  </a:lnTo>
                  <a:lnTo>
                    <a:pt x="643150" y="1822"/>
                  </a:lnTo>
                  <a:lnTo>
                    <a:pt x="593981" y="888"/>
                  </a:lnTo>
                  <a:lnTo>
                    <a:pt x="561799" y="342"/>
                  </a:lnTo>
                  <a:lnTo>
                    <a:pt x="544886" y="84"/>
                  </a:lnTo>
                  <a:lnTo>
                    <a:pt x="539197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2" name="pg392"/>
            <p:cNvSpPr/>
            <p:nvPr/>
          </p:nvSpPr>
          <p:spPr>
            <a:xfrm>
              <a:off x="546595" y="1273132"/>
              <a:ext cx="8234974" cy="1976365"/>
            </a:xfrm>
            <a:custGeom>
              <a:avLst/>
              <a:pathLst>
                <a:path w="8234974" h="1976365">
                  <a:moveTo>
                    <a:pt x="0" y="555342"/>
                  </a:moveTo>
                  <a:lnTo>
                    <a:pt x="538736" y="555342"/>
                  </a:lnTo>
                  <a:lnTo>
                    <a:pt x="540002" y="555388"/>
                  </a:lnTo>
                  <a:lnTo>
                    <a:pt x="548264" y="555716"/>
                  </a:lnTo>
                  <a:lnTo>
                    <a:pt x="568881" y="556625"/>
                  </a:lnTo>
                  <a:lnTo>
                    <a:pt x="605206" y="558407"/>
                  </a:lnTo>
                  <a:lnTo>
                    <a:pt x="658268" y="561322"/>
                  </a:lnTo>
                  <a:lnTo>
                    <a:pt x="726742" y="565557"/>
                  </a:lnTo>
                  <a:lnTo>
                    <a:pt x="807393" y="571218"/>
                  </a:lnTo>
                  <a:lnTo>
                    <a:pt x="895902" y="578332"/>
                  </a:lnTo>
                  <a:lnTo>
                    <a:pt x="987794" y="586876"/>
                  </a:lnTo>
                  <a:lnTo>
                    <a:pt x="1079179" y="596816"/>
                  </a:lnTo>
                  <a:lnTo>
                    <a:pt x="1167154" y="608140"/>
                  </a:lnTo>
                  <a:lnTo>
                    <a:pt x="1249897" y="620880"/>
                  </a:lnTo>
                  <a:lnTo>
                    <a:pt x="1326542" y="635128"/>
                  </a:lnTo>
                  <a:lnTo>
                    <a:pt x="1396956" y="651042"/>
                  </a:lnTo>
                  <a:lnTo>
                    <a:pt x="1461522" y="668841"/>
                  </a:lnTo>
                  <a:lnTo>
                    <a:pt x="1520940" y="688799"/>
                  </a:lnTo>
                  <a:lnTo>
                    <a:pt x="1576082" y="711230"/>
                  </a:lnTo>
                  <a:lnTo>
                    <a:pt x="1627886" y="736462"/>
                  </a:lnTo>
                  <a:lnTo>
                    <a:pt x="1677269" y="764779"/>
                  </a:lnTo>
                  <a:lnTo>
                    <a:pt x="1719082" y="792179"/>
                  </a:lnTo>
                  <a:lnTo>
                    <a:pt x="1763545" y="824693"/>
                  </a:lnTo>
                  <a:lnTo>
                    <a:pt x="1807574" y="860195"/>
                  </a:lnTo>
                  <a:lnTo>
                    <a:pt x="1851553" y="898739"/>
                  </a:lnTo>
                  <a:lnTo>
                    <a:pt x="1895761" y="940297"/>
                  </a:lnTo>
                  <a:lnTo>
                    <a:pt x="1940380" y="984750"/>
                  </a:lnTo>
                  <a:lnTo>
                    <a:pt x="1985508" y="1031881"/>
                  </a:lnTo>
                  <a:lnTo>
                    <a:pt x="2031166" y="1081375"/>
                  </a:lnTo>
                  <a:lnTo>
                    <a:pt x="2077311" y="1132822"/>
                  </a:lnTo>
                  <a:lnTo>
                    <a:pt x="2123845" y="1185728"/>
                  </a:lnTo>
                  <a:lnTo>
                    <a:pt x="2170628" y="1239534"/>
                  </a:lnTo>
                  <a:lnTo>
                    <a:pt x="2217496" y="1293638"/>
                  </a:lnTo>
                  <a:lnTo>
                    <a:pt x="2264274" y="1347427"/>
                  </a:lnTo>
                  <a:lnTo>
                    <a:pt x="2310799" y="1400301"/>
                  </a:lnTo>
                  <a:lnTo>
                    <a:pt x="2356932" y="1451701"/>
                  </a:lnTo>
                  <a:lnTo>
                    <a:pt x="2402577" y="1501136"/>
                  </a:lnTo>
                  <a:lnTo>
                    <a:pt x="2447690" y="1548198"/>
                  </a:lnTo>
                  <a:lnTo>
                    <a:pt x="2492296" y="1592575"/>
                  </a:lnTo>
                  <a:lnTo>
                    <a:pt x="2536495" y="1634052"/>
                  </a:lnTo>
                  <a:lnTo>
                    <a:pt x="2580472" y="1672514"/>
                  </a:lnTo>
                  <a:lnTo>
                    <a:pt x="2624506" y="1707935"/>
                  </a:lnTo>
                  <a:lnTo>
                    <a:pt x="2667772" y="1739528"/>
                  </a:lnTo>
                  <a:lnTo>
                    <a:pt x="2715709" y="1770677"/>
                  </a:lnTo>
                  <a:lnTo>
                    <a:pt x="2765350" y="1798593"/>
                  </a:lnTo>
                  <a:lnTo>
                    <a:pt x="2817523" y="1823454"/>
                  </a:lnTo>
                  <a:lnTo>
                    <a:pt x="2873153" y="1845555"/>
                  </a:lnTo>
                  <a:lnTo>
                    <a:pt x="2933174" y="1865224"/>
                  </a:lnTo>
                  <a:lnTo>
                    <a:pt x="2998445" y="1882771"/>
                  </a:lnTo>
                  <a:lnTo>
                    <a:pt x="3069632" y="1898464"/>
                  </a:lnTo>
                  <a:lnTo>
                    <a:pt x="3147066" y="1912515"/>
                  </a:lnTo>
                  <a:lnTo>
                    <a:pt x="3230535" y="1925073"/>
                  </a:lnTo>
                  <a:lnTo>
                    <a:pt x="3319062" y="1936221"/>
                  </a:lnTo>
                  <a:lnTo>
                    <a:pt x="3410693" y="1945987"/>
                  </a:lnTo>
                  <a:lnTo>
                    <a:pt x="3502391" y="1954352"/>
                  </a:lnTo>
                  <a:lnTo>
                    <a:pt x="3590160" y="1961283"/>
                  </a:lnTo>
                  <a:lnTo>
                    <a:pt x="3669500" y="1966761"/>
                  </a:lnTo>
                  <a:lnTo>
                    <a:pt x="3736176" y="1970823"/>
                  </a:lnTo>
                  <a:lnTo>
                    <a:pt x="3787154" y="1973583"/>
                  </a:lnTo>
                  <a:lnTo>
                    <a:pt x="3821391" y="1975240"/>
                  </a:lnTo>
                  <a:lnTo>
                    <a:pt x="3840221" y="1976058"/>
                  </a:lnTo>
                  <a:lnTo>
                    <a:pt x="3847267" y="1976335"/>
                  </a:lnTo>
                  <a:lnTo>
                    <a:pt x="3848118" y="1976365"/>
                  </a:lnTo>
                  <a:lnTo>
                    <a:pt x="4386855" y="1976365"/>
                  </a:lnTo>
                  <a:lnTo>
                    <a:pt x="4388088" y="1976303"/>
                  </a:lnTo>
                  <a:lnTo>
                    <a:pt x="4396145" y="1975860"/>
                  </a:lnTo>
                  <a:lnTo>
                    <a:pt x="4416268" y="1974633"/>
                  </a:lnTo>
                  <a:lnTo>
                    <a:pt x="4451771" y="1972225"/>
                  </a:lnTo>
                  <a:lnTo>
                    <a:pt x="4503728" y="1968285"/>
                  </a:lnTo>
                  <a:lnTo>
                    <a:pt x="4570932" y="1962553"/>
                  </a:lnTo>
                  <a:lnTo>
                    <a:pt x="4650304" y="1954884"/>
                  </a:lnTo>
                  <a:lnTo>
                    <a:pt x="4737670" y="1945234"/>
                  </a:lnTo>
                  <a:lnTo>
                    <a:pt x="4828656" y="1933632"/>
                  </a:lnTo>
                  <a:lnTo>
                    <a:pt x="4919410" y="1920124"/>
                  </a:lnTo>
                  <a:lnTo>
                    <a:pt x="5007018" y="1904731"/>
                  </a:lnTo>
                  <a:lnTo>
                    <a:pt x="5089614" y="1887416"/>
                  </a:lnTo>
                  <a:lnTo>
                    <a:pt x="5166266" y="1868062"/>
                  </a:lnTo>
                  <a:lnTo>
                    <a:pt x="5236782" y="1846467"/>
                  </a:lnTo>
                  <a:lnTo>
                    <a:pt x="5301485" y="1822344"/>
                  </a:lnTo>
                  <a:lnTo>
                    <a:pt x="5361026" y="1795333"/>
                  </a:lnTo>
                  <a:lnTo>
                    <a:pt x="5416239" y="1765011"/>
                  </a:lnTo>
                  <a:lnTo>
                    <a:pt x="5468036" y="1730939"/>
                  </a:lnTo>
                  <a:lnTo>
                    <a:pt x="5517316" y="1692716"/>
                  </a:lnTo>
                  <a:lnTo>
                    <a:pt x="5564894" y="1650089"/>
                  </a:lnTo>
                  <a:lnTo>
                    <a:pt x="5567201" y="1647879"/>
                  </a:lnTo>
                  <a:lnTo>
                    <a:pt x="5607667" y="1607031"/>
                  </a:lnTo>
                  <a:lnTo>
                    <a:pt x="5647740" y="1562762"/>
                  </a:lnTo>
                  <a:lnTo>
                    <a:pt x="5687724" y="1515007"/>
                  </a:lnTo>
                  <a:lnTo>
                    <a:pt x="5727844" y="1463773"/>
                  </a:lnTo>
                  <a:lnTo>
                    <a:pt x="5768259" y="1409155"/>
                  </a:lnTo>
                  <a:lnTo>
                    <a:pt x="5809068" y="1351335"/>
                  </a:lnTo>
                  <a:lnTo>
                    <a:pt x="5850313" y="1290592"/>
                  </a:lnTo>
                  <a:lnTo>
                    <a:pt x="5891991" y="1227296"/>
                  </a:lnTo>
                  <a:lnTo>
                    <a:pt x="5934054" y="1161907"/>
                  </a:lnTo>
                  <a:lnTo>
                    <a:pt x="5976420" y="1094957"/>
                  </a:lnTo>
                  <a:lnTo>
                    <a:pt x="6018980" y="1027038"/>
                  </a:lnTo>
                  <a:lnTo>
                    <a:pt x="6061609" y="958778"/>
                  </a:lnTo>
                  <a:lnTo>
                    <a:pt x="6104177" y="890822"/>
                  </a:lnTo>
                  <a:lnTo>
                    <a:pt x="6146557" y="823798"/>
                  </a:lnTo>
                  <a:lnTo>
                    <a:pt x="6188640" y="758301"/>
                  </a:lnTo>
                  <a:lnTo>
                    <a:pt x="6230343" y="694869"/>
                  </a:lnTo>
                  <a:lnTo>
                    <a:pt x="6271614" y="633965"/>
                  </a:lnTo>
                  <a:lnTo>
                    <a:pt x="6312447" y="575965"/>
                  </a:lnTo>
                  <a:lnTo>
                    <a:pt x="6352883" y="521152"/>
                  </a:lnTo>
                  <a:lnTo>
                    <a:pt x="6393017" y="469717"/>
                  </a:lnTo>
                  <a:lnTo>
                    <a:pt x="6433003" y="421756"/>
                  </a:lnTo>
                  <a:lnTo>
                    <a:pt x="6473064" y="377283"/>
                  </a:lnTo>
                  <a:lnTo>
                    <a:pt x="6513497" y="336238"/>
                  </a:lnTo>
                  <a:lnTo>
                    <a:pt x="6515891" y="333931"/>
                  </a:lnTo>
                  <a:lnTo>
                    <a:pt x="6563403" y="291086"/>
                  </a:lnTo>
                  <a:lnTo>
                    <a:pt x="6612582" y="252650"/>
                  </a:lnTo>
                  <a:lnTo>
                    <a:pt x="6664234" y="218382"/>
                  </a:lnTo>
                  <a:lnTo>
                    <a:pt x="6719258" y="187887"/>
                  </a:lnTo>
                  <a:lnTo>
                    <a:pt x="6778566" y="160722"/>
                  </a:lnTo>
                  <a:lnTo>
                    <a:pt x="6842997" y="136467"/>
                  </a:lnTo>
                  <a:lnTo>
                    <a:pt x="6913216" y="114755"/>
                  </a:lnTo>
                  <a:lnTo>
                    <a:pt x="6989567" y="95296"/>
                  </a:lnTo>
                  <a:lnTo>
                    <a:pt x="7071884" y="77884"/>
                  </a:lnTo>
                  <a:lnTo>
                    <a:pt x="7159282" y="62398"/>
                  </a:lnTo>
                  <a:lnTo>
                    <a:pt x="7249941" y="48798"/>
                  </a:lnTo>
                  <a:lnTo>
                    <a:pt x="7340998" y="37101"/>
                  </a:lnTo>
                  <a:lnTo>
                    <a:pt x="7428643" y="27354"/>
                  </a:lnTo>
                  <a:lnTo>
                    <a:pt x="7508511" y="19587"/>
                  </a:lnTo>
                  <a:lnTo>
                    <a:pt x="7576398" y="13762"/>
                  </a:lnTo>
                  <a:lnTo>
                    <a:pt x="7629150" y="9740"/>
                  </a:lnTo>
                  <a:lnTo>
                    <a:pt x="7665456" y="7264"/>
                  </a:lnTo>
                  <a:lnTo>
                    <a:pt x="7686275" y="5988"/>
                  </a:lnTo>
                  <a:lnTo>
                    <a:pt x="7694817" y="55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4" y="62"/>
                  </a:lnTo>
                  <a:lnTo>
                    <a:pt x="7686947" y="505"/>
                  </a:lnTo>
                  <a:lnTo>
                    <a:pt x="7666824" y="1732"/>
                  </a:lnTo>
                  <a:lnTo>
                    <a:pt x="7631321" y="4140"/>
                  </a:lnTo>
                  <a:lnTo>
                    <a:pt x="7579364" y="8080"/>
                  </a:lnTo>
                  <a:lnTo>
                    <a:pt x="7512160" y="13811"/>
                  </a:lnTo>
                  <a:lnTo>
                    <a:pt x="7432789" y="21481"/>
                  </a:lnTo>
                  <a:lnTo>
                    <a:pt x="7345422" y="31131"/>
                  </a:lnTo>
                  <a:lnTo>
                    <a:pt x="7254437" y="42733"/>
                  </a:lnTo>
                  <a:lnTo>
                    <a:pt x="7163683" y="56241"/>
                  </a:lnTo>
                  <a:lnTo>
                    <a:pt x="7076074" y="71634"/>
                  </a:lnTo>
                  <a:lnTo>
                    <a:pt x="6993479" y="88949"/>
                  </a:lnTo>
                  <a:lnTo>
                    <a:pt x="6916826" y="108303"/>
                  </a:lnTo>
                  <a:lnTo>
                    <a:pt x="6846310" y="129898"/>
                  </a:lnTo>
                  <a:lnTo>
                    <a:pt x="6781608" y="154020"/>
                  </a:lnTo>
                  <a:lnTo>
                    <a:pt x="6722067" y="181032"/>
                  </a:lnTo>
                  <a:lnTo>
                    <a:pt x="6666853" y="211353"/>
                  </a:lnTo>
                  <a:lnTo>
                    <a:pt x="6615057" y="245425"/>
                  </a:lnTo>
                  <a:lnTo>
                    <a:pt x="6565776" y="283649"/>
                  </a:lnTo>
                  <a:lnTo>
                    <a:pt x="6518199" y="326276"/>
                  </a:lnTo>
                  <a:lnTo>
                    <a:pt x="6515891" y="328486"/>
                  </a:lnTo>
                  <a:lnTo>
                    <a:pt x="6475426" y="369334"/>
                  </a:lnTo>
                  <a:lnTo>
                    <a:pt x="6435352" y="413602"/>
                  </a:lnTo>
                  <a:lnTo>
                    <a:pt x="6395368" y="461358"/>
                  </a:lnTo>
                  <a:lnTo>
                    <a:pt x="6355248" y="512592"/>
                  </a:lnTo>
                  <a:lnTo>
                    <a:pt x="6314833" y="567210"/>
                  </a:lnTo>
                  <a:lnTo>
                    <a:pt x="6274025" y="625030"/>
                  </a:lnTo>
                  <a:lnTo>
                    <a:pt x="6232779" y="685773"/>
                  </a:lnTo>
                  <a:lnTo>
                    <a:pt x="6191101" y="749069"/>
                  </a:lnTo>
                  <a:lnTo>
                    <a:pt x="6149038" y="814458"/>
                  </a:lnTo>
                  <a:lnTo>
                    <a:pt x="6106673" y="881408"/>
                  </a:lnTo>
                  <a:lnTo>
                    <a:pt x="6064113" y="949327"/>
                  </a:lnTo>
                  <a:lnTo>
                    <a:pt x="6021483" y="1017586"/>
                  </a:lnTo>
                  <a:lnTo>
                    <a:pt x="5978916" y="1085543"/>
                  </a:lnTo>
                  <a:lnTo>
                    <a:pt x="5936535" y="1152567"/>
                  </a:lnTo>
                  <a:lnTo>
                    <a:pt x="5894452" y="1218064"/>
                  </a:lnTo>
                  <a:lnTo>
                    <a:pt x="5852750" y="1281495"/>
                  </a:lnTo>
                  <a:lnTo>
                    <a:pt x="5811478" y="1342400"/>
                  </a:lnTo>
                  <a:lnTo>
                    <a:pt x="5770645" y="1400400"/>
                  </a:lnTo>
                  <a:lnTo>
                    <a:pt x="5730209" y="1455213"/>
                  </a:lnTo>
                  <a:lnTo>
                    <a:pt x="5690076" y="1506648"/>
                  </a:lnTo>
                  <a:lnTo>
                    <a:pt x="5650089" y="1554609"/>
                  </a:lnTo>
                  <a:lnTo>
                    <a:pt x="5610028" y="1599082"/>
                  </a:lnTo>
                  <a:lnTo>
                    <a:pt x="5569596" y="1640127"/>
                  </a:lnTo>
                  <a:lnTo>
                    <a:pt x="5567201" y="1642434"/>
                  </a:lnTo>
                  <a:lnTo>
                    <a:pt x="5519690" y="1685279"/>
                  </a:lnTo>
                  <a:lnTo>
                    <a:pt x="5470511" y="1723715"/>
                  </a:lnTo>
                  <a:lnTo>
                    <a:pt x="5418859" y="1757983"/>
                  </a:lnTo>
                  <a:lnTo>
                    <a:pt x="5363835" y="1788478"/>
                  </a:lnTo>
                  <a:lnTo>
                    <a:pt x="5304527" y="1815643"/>
                  </a:lnTo>
                  <a:lnTo>
                    <a:pt x="5240095" y="1839898"/>
                  </a:lnTo>
                  <a:lnTo>
                    <a:pt x="5169876" y="1861610"/>
                  </a:lnTo>
                  <a:lnTo>
                    <a:pt x="5093526" y="1881069"/>
                  </a:lnTo>
                  <a:lnTo>
                    <a:pt x="5011208" y="1898481"/>
                  </a:lnTo>
                  <a:lnTo>
                    <a:pt x="4923810" y="1913966"/>
                  </a:lnTo>
                  <a:lnTo>
                    <a:pt x="4833152" y="1927567"/>
                  </a:lnTo>
                  <a:lnTo>
                    <a:pt x="4742094" y="1939264"/>
                  </a:lnTo>
                  <a:lnTo>
                    <a:pt x="4654449" y="1949011"/>
                  </a:lnTo>
                  <a:lnTo>
                    <a:pt x="4574582" y="1956778"/>
                  </a:lnTo>
                  <a:lnTo>
                    <a:pt x="4506695" y="1962602"/>
                  </a:lnTo>
                  <a:lnTo>
                    <a:pt x="4453943" y="1966625"/>
                  </a:lnTo>
                  <a:lnTo>
                    <a:pt x="4417637" y="1969101"/>
                  </a:lnTo>
                  <a:lnTo>
                    <a:pt x="4396817" y="1970376"/>
                  </a:lnTo>
                  <a:lnTo>
                    <a:pt x="4388275" y="1970849"/>
                  </a:lnTo>
                  <a:lnTo>
                    <a:pt x="4386855" y="1970921"/>
                  </a:lnTo>
                  <a:lnTo>
                    <a:pt x="3848118" y="1970921"/>
                  </a:lnTo>
                  <a:lnTo>
                    <a:pt x="3846853" y="1970875"/>
                  </a:lnTo>
                  <a:lnTo>
                    <a:pt x="3838591" y="1970546"/>
                  </a:lnTo>
                  <a:lnTo>
                    <a:pt x="3817974" y="1969638"/>
                  </a:lnTo>
                  <a:lnTo>
                    <a:pt x="3781649" y="1967856"/>
                  </a:lnTo>
                  <a:lnTo>
                    <a:pt x="3728586" y="1964941"/>
                  </a:lnTo>
                  <a:lnTo>
                    <a:pt x="3660112" y="1960705"/>
                  </a:lnTo>
                  <a:lnTo>
                    <a:pt x="3579462" y="1955044"/>
                  </a:lnTo>
                  <a:lnTo>
                    <a:pt x="3490953" y="1947931"/>
                  </a:lnTo>
                  <a:lnTo>
                    <a:pt x="3399060" y="1939387"/>
                  </a:lnTo>
                  <a:lnTo>
                    <a:pt x="3307676" y="1929447"/>
                  </a:lnTo>
                  <a:lnTo>
                    <a:pt x="3219701" y="1918123"/>
                  </a:lnTo>
                  <a:lnTo>
                    <a:pt x="3136957" y="1905383"/>
                  </a:lnTo>
                  <a:lnTo>
                    <a:pt x="3060313" y="1891135"/>
                  </a:lnTo>
                  <a:lnTo>
                    <a:pt x="2989898" y="1875221"/>
                  </a:lnTo>
                  <a:lnTo>
                    <a:pt x="2925332" y="1857422"/>
                  </a:lnTo>
                  <a:lnTo>
                    <a:pt x="2865914" y="1837464"/>
                  </a:lnTo>
                  <a:lnTo>
                    <a:pt x="2810772" y="1815033"/>
                  </a:lnTo>
                  <a:lnTo>
                    <a:pt x="2758968" y="1789801"/>
                  </a:lnTo>
                  <a:lnTo>
                    <a:pt x="2709585" y="1761484"/>
                  </a:lnTo>
                  <a:lnTo>
                    <a:pt x="2667772" y="1734084"/>
                  </a:lnTo>
                  <a:lnTo>
                    <a:pt x="2623309" y="1701570"/>
                  </a:lnTo>
                  <a:lnTo>
                    <a:pt x="2579281" y="1666068"/>
                  </a:lnTo>
                  <a:lnTo>
                    <a:pt x="2535302" y="1627523"/>
                  </a:lnTo>
                  <a:lnTo>
                    <a:pt x="2491094" y="1585965"/>
                  </a:lnTo>
                  <a:lnTo>
                    <a:pt x="2446475" y="1541513"/>
                  </a:lnTo>
                  <a:lnTo>
                    <a:pt x="2401347" y="1494381"/>
                  </a:lnTo>
                  <a:lnTo>
                    <a:pt x="2355689" y="1444887"/>
                  </a:lnTo>
                  <a:lnTo>
                    <a:pt x="2309543" y="1393441"/>
                  </a:lnTo>
                  <a:lnTo>
                    <a:pt x="2263010" y="1340535"/>
                  </a:lnTo>
                  <a:lnTo>
                    <a:pt x="2216226" y="1286729"/>
                  </a:lnTo>
                  <a:lnTo>
                    <a:pt x="2169359" y="1232625"/>
                  </a:lnTo>
                  <a:lnTo>
                    <a:pt x="2122580" y="1178836"/>
                  </a:lnTo>
                  <a:lnTo>
                    <a:pt x="2076055" y="1125962"/>
                  </a:lnTo>
                  <a:lnTo>
                    <a:pt x="2029922" y="1074562"/>
                  </a:lnTo>
                  <a:lnTo>
                    <a:pt x="1984278" y="1025127"/>
                  </a:lnTo>
                  <a:lnTo>
                    <a:pt x="1939165" y="978065"/>
                  </a:lnTo>
                  <a:lnTo>
                    <a:pt x="1894559" y="933688"/>
                  </a:lnTo>
                  <a:lnTo>
                    <a:pt x="1850360" y="892211"/>
                  </a:lnTo>
                  <a:lnTo>
                    <a:pt x="1806383" y="853749"/>
                  </a:lnTo>
                  <a:lnTo>
                    <a:pt x="1762348" y="818328"/>
                  </a:lnTo>
                  <a:lnTo>
                    <a:pt x="1719082" y="786735"/>
                  </a:lnTo>
                  <a:lnTo>
                    <a:pt x="1671145" y="755586"/>
                  </a:lnTo>
                  <a:lnTo>
                    <a:pt x="1621505" y="727670"/>
                  </a:lnTo>
                  <a:lnTo>
                    <a:pt x="1569331" y="702809"/>
                  </a:lnTo>
                  <a:lnTo>
                    <a:pt x="1513701" y="680708"/>
                  </a:lnTo>
                  <a:lnTo>
                    <a:pt x="1453680" y="661039"/>
                  </a:lnTo>
                  <a:lnTo>
                    <a:pt x="1388410" y="643492"/>
                  </a:lnTo>
                  <a:lnTo>
                    <a:pt x="1317222" y="627799"/>
                  </a:lnTo>
                  <a:lnTo>
                    <a:pt x="1239789" y="613748"/>
                  </a:lnTo>
                  <a:lnTo>
                    <a:pt x="1156320" y="601190"/>
                  </a:lnTo>
                  <a:lnTo>
                    <a:pt x="1067792" y="590042"/>
                  </a:lnTo>
                  <a:lnTo>
                    <a:pt x="976161" y="580276"/>
                  </a:lnTo>
                  <a:lnTo>
                    <a:pt x="884464" y="571911"/>
                  </a:lnTo>
                  <a:lnTo>
                    <a:pt x="796694" y="564980"/>
                  </a:lnTo>
                  <a:lnTo>
                    <a:pt x="717354" y="559501"/>
                  </a:lnTo>
                  <a:lnTo>
                    <a:pt x="650678" y="555440"/>
                  </a:lnTo>
                  <a:lnTo>
                    <a:pt x="599700" y="552680"/>
                  </a:lnTo>
                  <a:lnTo>
                    <a:pt x="565463" y="551023"/>
                  </a:lnTo>
                  <a:lnTo>
                    <a:pt x="546634" y="550205"/>
                  </a:lnTo>
                  <a:lnTo>
                    <a:pt x="539587" y="549928"/>
                  </a:lnTo>
                  <a:lnTo>
                    <a:pt x="538736" y="549897"/>
                  </a:lnTo>
                  <a:lnTo>
                    <a:pt x="0" y="549897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93" name="pl393"/>
            <p:cNvSpPr/>
            <p:nvPr/>
          </p:nvSpPr>
          <p:spPr>
            <a:xfrm>
              <a:off x="546595" y="1278576"/>
              <a:ext cx="8234974" cy="1970921"/>
            </a:xfrm>
            <a:custGeom>
              <a:avLst/>
              <a:pathLst>
                <a:path w="8234974" h="1970921">
                  <a:moveTo>
                    <a:pt x="0" y="549897"/>
                  </a:moveTo>
                  <a:lnTo>
                    <a:pt x="538736" y="549897"/>
                  </a:lnTo>
                  <a:lnTo>
                    <a:pt x="540002" y="549943"/>
                  </a:lnTo>
                  <a:lnTo>
                    <a:pt x="548264" y="550272"/>
                  </a:lnTo>
                  <a:lnTo>
                    <a:pt x="568881" y="551180"/>
                  </a:lnTo>
                  <a:lnTo>
                    <a:pt x="605206" y="552963"/>
                  </a:lnTo>
                  <a:lnTo>
                    <a:pt x="658268" y="555877"/>
                  </a:lnTo>
                  <a:lnTo>
                    <a:pt x="726742" y="560113"/>
                  </a:lnTo>
                  <a:lnTo>
                    <a:pt x="807393" y="565774"/>
                  </a:lnTo>
                  <a:lnTo>
                    <a:pt x="895902" y="572887"/>
                  </a:lnTo>
                  <a:lnTo>
                    <a:pt x="987794" y="581431"/>
                  </a:lnTo>
                  <a:lnTo>
                    <a:pt x="1079179" y="591371"/>
                  </a:lnTo>
                  <a:lnTo>
                    <a:pt x="1167154" y="602695"/>
                  </a:lnTo>
                  <a:lnTo>
                    <a:pt x="1249897" y="615435"/>
                  </a:lnTo>
                  <a:lnTo>
                    <a:pt x="1326542" y="629684"/>
                  </a:lnTo>
                  <a:lnTo>
                    <a:pt x="1396956" y="645598"/>
                  </a:lnTo>
                  <a:lnTo>
                    <a:pt x="1461522" y="663396"/>
                  </a:lnTo>
                  <a:lnTo>
                    <a:pt x="1520940" y="683354"/>
                  </a:lnTo>
                  <a:lnTo>
                    <a:pt x="1576082" y="705786"/>
                  </a:lnTo>
                  <a:lnTo>
                    <a:pt x="1627886" y="731017"/>
                  </a:lnTo>
                  <a:lnTo>
                    <a:pt x="1677269" y="759334"/>
                  </a:lnTo>
                  <a:lnTo>
                    <a:pt x="1719082" y="786735"/>
                  </a:lnTo>
                  <a:lnTo>
                    <a:pt x="1763545" y="819248"/>
                  </a:lnTo>
                  <a:lnTo>
                    <a:pt x="1807574" y="854751"/>
                  </a:lnTo>
                  <a:lnTo>
                    <a:pt x="1851553" y="893295"/>
                  </a:lnTo>
                  <a:lnTo>
                    <a:pt x="1895761" y="934853"/>
                  </a:lnTo>
                  <a:lnTo>
                    <a:pt x="1940380" y="979306"/>
                  </a:lnTo>
                  <a:lnTo>
                    <a:pt x="1985508" y="1026437"/>
                  </a:lnTo>
                  <a:lnTo>
                    <a:pt x="2031166" y="1075931"/>
                  </a:lnTo>
                  <a:lnTo>
                    <a:pt x="2077311" y="1127378"/>
                  </a:lnTo>
                  <a:lnTo>
                    <a:pt x="2123845" y="1180283"/>
                  </a:lnTo>
                  <a:lnTo>
                    <a:pt x="2170628" y="1234089"/>
                  </a:lnTo>
                  <a:lnTo>
                    <a:pt x="2217496" y="1288194"/>
                  </a:lnTo>
                  <a:lnTo>
                    <a:pt x="2264274" y="1341983"/>
                  </a:lnTo>
                  <a:lnTo>
                    <a:pt x="2310799" y="1394856"/>
                  </a:lnTo>
                  <a:lnTo>
                    <a:pt x="2356932" y="1446256"/>
                  </a:lnTo>
                  <a:lnTo>
                    <a:pt x="2402577" y="1495691"/>
                  </a:lnTo>
                  <a:lnTo>
                    <a:pt x="2447690" y="1542753"/>
                  </a:lnTo>
                  <a:lnTo>
                    <a:pt x="2492296" y="1587130"/>
                  </a:lnTo>
                  <a:lnTo>
                    <a:pt x="2536495" y="1628608"/>
                  </a:lnTo>
                  <a:lnTo>
                    <a:pt x="2580472" y="1667070"/>
                  </a:lnTo>
                  <a:lnTo>
                    <a:pt x="2624506" y="1702490"/>
                  </a:lnTo>
                  <a:lnTo>
                    <a:pt x="2667772" y="1734084"/>
                  </a:lnTo>
                  <a:lnTo>
                    <a:pt x="2715709" y="1765233"/>
                  </a:lnTo>
                  <a:lnTo>
                    <a:pt x="2765350" y="1793148"/>
                  </a:lnTo>
                  <a:lnTo>
                    <a:pt x="2817523" y="1818009"/>
                  </a:lnTo>
                  <a:lnTo>
                    <a:pt x="2873153" y="1840111"/>
                  </a:lnTo>
                  <a:lnTo>
                    <a:pt x="2933174" y="1859779"/>
                  </a:lnTo>
                  <a:lnTo>
                    <a:pt x="2998445" y="1877326"/>
                  </a:lnTo>
                  <a:lnTo>
                    <a:pt x="3069632" y="1893020"/>
                  </a:lnTo>
                  <a:lnTo>
                    <a:pt x="3147066" y="1907071"/>
                  </a:lnTo>
                  <a:lnTo>
                    <a:pt x="3230535" y="1919628"/>
                  </a:lnTo>
                  <a:lnTo>
                    <a:pt x="3319062" y="1930777"/>
                  </a:lnTo>
                  <a:lnTo>
                    <a:pt x="3410693" y="1940542"/>
                  </a:lnTo>
                  <a:lnTo>
                    <a:pt x="3502391" y="1948908"/>
                  </a:lnTo>
                  <a:lnTo>
                    <a:pt x="3590160" y="1955838"/>
                  </a:lnTo>
                  <a:lnTo>
                    <a:pt x="3669500" y="1961317"/>
                  </a:lnTo>
                  <a:lnTo>
                    <a:pt x="3736176" y="1965378"/>
                  </a:lnTo>
                  <a:lnTo>
                    <a:pt x="3787154" y="1968138"/>
                  </a:lnTo>
                  <a:lnTo>
                    <a:pt x="3821391" y="1969795"/>
                  </a:lnTo>
                  <a:lnTo>
                    <a:pt x="3840221" y="1970614"/>
                  </a:lnTo>
                  <a:lnTo>
                    <a:pt x="3847267" y="1970890"/>
                  </a:lnTo>
                  <a:lnTo>
                    <a:pt x="3848118" y="1970921"/>
                  </a:lnTo>
                  <a:lnTo>
                    <a:pt x="4386855" y="1970921"/>
                  </a:lnTo>
                  <a:lnTo>
                    <a:pt x="4388088" y="1970859"/>
                  </a:lnTo>
                  <a:lnTo>
                    <a:pt x="4396145" y="1970415"/>
                  </a:lnTo>
                  <a:lnTo>
                    <a:pt x="4416268" y="1969189"/>
                  </a:lnTo>
                  <a:lnTo>
                    <a:pt x="4451771" y="1966781"/>
                  </a:lnTo>
                  <a:lnTo>
                    <a:pt x="4503728" y="1962841"/>
                  </a:lnTo>
                  <a:lnTo>
                    <a:pt x="4570932" y="1957109"/>
                  </a:lnTo>
                  <a:lnTo>
                    <a:pt x="4650304" y="1949439"/>
                  </a:lnTo>
                  <a:lnTo>
                    <a:pt x="4737670" y="1939790"/>
                  </a:lnTo>
                  <a:lnTo>
                    <a:pt x="4828656" y="1928187"/>
                  </a:lnTo>
                  <a:lnTo>
                    <a:pt x="4919410" y="1914679"/>
                  </a:lnTo>
                  <a:lnTo>
                    <a:pt x="5007018" y="1899287"/>
                  </a:lnTo>
                  <a:lnTo>
                    <a:pt x="5089614" y="1881971"/>
                  </a:lnTo>
                  <a:lnTo>
                    <a:pt x="5166266" y="1862617"/>
                  </a:lnTo>
                  <a:lnTo>
                    <a:pt x="5236782" y="1841022"/>
                  </a:lnTo>
                  <a:lnTo>
                    <a:pt x="5301485" y="1816900"/>
                  </a:lnTo>
                  <a:lnTo>
                    <a:pt x="5361026" y="1789888"/>
                  </a:lnTo>
                  <a:lnTo>
                    <a:pt x="5416239" y="1759567"/>
                  </a:lnTo>
                  <a:lnTo>
                    <a:pt x="5468036" y="1725495"/>
                  </a:lnTo>
                  <a:lnTo>
                    <a:pt x="5517316" y="1687271"/>
                  </a:lnTo>
                  <a:lnTo>
                    <a:pt x="5564894" y="1644644"/>
                  </a:lnTo>
                  <a:lnTo>
                    <a:pt x="5567201" y="1642434"/>
                  </a:lnTo>
                  <a:lnTo>
                    <a:pt x="5607667" y="1601587"/>
                  </a:lnTo>
                  <a:lnTo>
                    <a:pt x="5647740" y="1557318"/>
                  </a:lnTo>
                  <a:lnTo>
                    <a:pt x="5687724" y="1509562"/>
                  </a:lnTo>
                  <a:lnTo>
                    <a:pt x="5727844" y="1458329"/>
                  </a:lnTo>
                  <a:lnTo>
                    <a:pt x="5768259" y="1403710"/>
                  </a:lnTo>
                  <a:lnTo>
                    <a:pt x="5809068" y="1345890"/>
                  </a:lnTo>
                  <a:lnTo>
                    <a:pt x="5850313" y="1285147"/>
                  </a:lnTo>
                  <a:lnTo>
                    <a:pt x="5891991" y="1221852"/>
                  </a:lnTo>
                  <a:lnTo>
                    <a:pt x="5934054" y="1156462"/>
                  </a:lnTo>
                  <a:lnTo>
                    <a:pt x="5976420" y="1089512"/>
                  </a:lnTo>
                  <a:lnTo>
                    <a:pt x="6018980" y="1021593"/>
                  </a:lnTo>
                  <a:lnTo>
                    <a:pt x="6061609" y="953334"/>
                  </a:lnTo>
                  <a:lnTo>
                    <a:pt x="6104177" y="885377"/>
                  </a:lnTo>
                  <a:lnTo>
                    <a:pt x="6146557" y="818353"/>
                  </a:lnTo>
                  <a:lnTo>
                    <a:pt x="6188640" y="752857"/>
                  </a:lnTo>
                  <a:lnTo>
                    <a:pt x="6230343" y="689425"/>
                  </a:lnTo>
                  <a:lnTo>
                    <a:pt x="6271614" y="628521"/>
                  </a:lnTo>
                  <a:lnTo>
                    <a:pt x="6312447" y="570521"/>
                  </a:lnTo>
                  <a:lnTo>
                    <a:pt x="6352883" y="515708"/>
                  </a:lnTo>
                  <a:lnTo>
                    <a:pt x="6393017" y="464272"/>
                  </a:lnTo>
                  <a:lnTo>
                    <a:pt x="6433003" y="416311"/>
                  </a:lnTo>
                  <a:lnTo>
                    <a:pt x="6473064" y="371839"/>
                  </a:lnTo>
                  <a:lnTo>
                    <a:pt x="6513497" y="330793"/>
                  </a:lnTo>
                  <a:lnTo>
                    <a:pt x="6515891" y="328486"/>
                  </a:lnTo>
                  <a:lnTo>
                    <a:pt x="6563403" y="285641"/>
                  </a:lnTo>
                  <a:lnTo>
                    <a:pt x="6612582" y="247205"/>
                  </a:lnTo>
                  <a:lnTo>
                    <a:pt x="6664234" y="212938"/>
                  </a:lnTo>
                  <a:lnTo>
                    <a:pt x="6719258" y="182442"/>
                  </a:lnTo>
                  <a:lnTo>
                    <a:pt x="6778566" y="155278"/>
                  </a:lnTo>
                  <a:lnTo>
                    <a:pt x="6842997" y="131023"/>
                  </a:lnTo>
                  <a:lnTo>
                    <a:pt x="6913216" y="109311"/>
                  </a:lnTo>
                  <a:lnTo>
                    <a:pt x="6989567" y="89852"/>
                  </a:lnTo>
                  <a:lnTo>
                    <a:pt x="7071884" y="72440"/>
                  </a:lnTo>
                  <a:lnTo>
                    <a:pt x="7159282" y="56954"/>
                  </a:lnTo>
                  <a:lnTo>
                    <a:pt x="7249941" y="43353"/>
                  </a:lnTo>
                  <a:lnTo>
                    <a:pt x="7340998" y="31656"/>
                  </a:lnTo>
                  <a:lnTo>
                    <a:pt x="7428643" y="21910"/>
                  </a:lnTo>
                  <a:lnTo>
                    <a:pt x="7508511" y="14143"/>
                  </a:lnTo>
                  <a:lnTo>
                    <a:pt x="7576398" y="8318"/>
                  </a:lnTo>
                  <a:lnTo>
                    <a:pt x="7629150" y="4295"/>
                  </a:lnTo>
                  <a:lnTo>
                    <a:pt x="7665456" y="1819"/>
                  </a:lnTo>
                  <a:lnTo>
                    <a:pt x="7686275" y="544"/>
                  </a:lnTo>
                  <a:lnTo>
                    <a:pt x="7694817" y="7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4" name="pl394"/>
            <p:cNvSpPr/>
            <p:nvPr/>
          </p:nvSpPr>
          <p:spPr>
            <a:xfrm>
              <a:off x="546595" y="1273132"/>
              <a:ext cx="8234974" cy="1970921"/>
            </a:xfrm>
            <a:custGeom>
              <a:avLst/>
              <a:pathLst>
                <a:path w="8234974" h="1970921">
                  <a:moveTo>
                    <a:pt x="8234974" y="0"/>
                  </a:moveTo>
                  <a:lnTo>
                    <a:pt x="7696237" y="0"/>
                  </a:lnTo>
                  <a:lnTo>
                    <a:pt x="7695004" y="62"/>
                  </a:lnTo>
                  <a:lnTo>
                    <a:pt x="7686947" y="505"/>
                  </a:lnTo>
                  <a:lnTo>
                    <a:pt x="7666824" y="1732"/>
                  </a:lnTo>
                  <a:lnTo>
                    <a:pt x="7631321" y="4140"/>
                  </a:lnTo>
                  <a:lnTo>
                    <a:pt x="7579364" y="8080"/>
                  </a:lnTo>
                  <a:lnTo>
                    <a:pt x="7512160" y="13811"/>
                  </a:lnTo>
                  <a:lnTo>
                    <a:pt x="7432789" y="21481"/>
                  </a:lnTo>
                  <a:lnTo>
                    <a:pt x="7345422" y="31131"/>
                  </a:lnTo>
                  <a:lnTo>
                    <a:pt x="7254437" y="42733"/>
                  </a:lnTo>
                  <a:lnTo>
                    <a:pt x="7163683" y="56241"/>
                  </a:lnTo>
                  <a:lnTo>
                    <a:pt x="7076074" y="71634"/>
                  </a:lnTo>
                  <a:lnTo>
                    <a:pt x="6993479" y="88949"/>
                  </a:lnTo>
                  <a:lnTo>
                    <a:pt x="6916826" y="108303"/>
                  </a:lnTo>
                  <a:lnTo>
                    <a:pt x="6846310" y="129898"/>
                  </a:lnTo>
                  <a:lnTo>
                    <a:pt x="6781608" y="154020"/>
                  </a:lnTo>
                  <a:lnTo>
                    <a:pt x="6722067" y="181032"/>
                  </a:lnTo>
                  <a:lnTo>
                    <a:pt x="6666853" y="211353"/>
                  </a:lnTo>
                  <a:lnTo>
                    <a:pt x="6615057" y="245425"/>
                  </a:lnTo>
                  <a:lnTo>
                    <a:pt x="6565776" y="283649"/>
                  </a:lnTo>
                  <a:lnTo>
                    <a:pt x="6518199" y="326276"/>
                  </a:lnTo>
                  <a:lnTo>
                    <a:pt x="6515891" y="328486"/>
                  </a:lnTo>
                  <a:lnTo>
                    <a:pt x="6475426" y="369334"/>
                  </a:lnTo>
                  <a:lnTo>
                    <a:pt x="6435352" y="413602"/>
                  </a:lnTo>
                  <a:lnTo>
                    <a:pt x="6395368" y="461358"/>
                  </a:lnTo>
                  <a:lnTo>
                    <a:pt x="6355248" y="512592"/>
                  </a:lnTo>
                  <a:lnTo>
                    <a:pt x="6314833" y="567210"/>
                  </a:lnTo>
                  <a:lnTo>
                    <a:pt x="6274025" y="625030"/>
                  </a:lnTo>
                  <a:lnTo>
                    <a:pt x="6232779" y="685773"/>
                  </a:lnTo>
                  <a:lnTo>
                    <a:pt x="6191101" y="749069"/>
                  </a:lnTo>
                  <a:lnTo>
                    <a:pt x="6149038" y="814458"/>
                  </a:lnTo>
                  <a:lnTo>
                    <a:pt x="6106673" y="881408"/>
                  </a:lnTo>
                  <a:lnTo>
                    <a:pt x="6064113" y="949327"/>
                  </a:lnTo>
                  <a:lnTo>
                    <a:pt x="6021483" y="1017586"/>
                  </a:lnTo>
                  <a:lnTo>
                    <a:pt x="5978916" y="1085543"/>
                  </a:lnTo>
                  <a:lnTo>
                    <a:pt x="5936535" y="1152567"/>
                  </a:lnTo>
                  <a:lnTo>
                    <a:pt x="5894452" y="1218064"/>
                  </a:lnTo>
                  <a:lnTo>
                    <a:pt x="5852750" y="1281495"/>
                  </a:lnTo>
                  <a:lnTo>
                    <a:pt x="5811478" y="1342400"/>
                  </a:lnTo>
                  <a:lnTo>
                    <a:pt x="5770645" y="1400400"/>
                  </a:lnTo>
                  <a:lnTo>
                    <a:pt x="5730209" y="1455213"/>
                  </a:lnTo>
                  <a:lnTo>
                    <a:pt x="5690076" y="1506648"/>
                  </a:lnTo>
                  <a:lnTo>
                    <a:pt x="5650089" y="1554609"/>
                  </a:lnTo>
                  <a:lnTo>
                    <a:pt x="5610028" y="1599082"/>
                  </a:lnTo>
                  <a:lnTo>
                    <a:pt x="5569596" y="1640127"/>
                  </a:lnTo>
                  <a:lnTo>
                    <a:pt x="5567201" y="1642434"/>
                  </a:lnTo>
                  <a:lnTo>
                    <a:pt x="5519690" y="1685279"/>
                  </a:lnTo>
                  <a:lnTo>
                    <a:pt x="5470511" y="1723715"/>
                  </a:lnTo>
                  <a:lnTo>
                    <a:pt x="5418859" y="1757983"/>
                  </a:lnTo>
                  <a:lnTo>
                    <a:pt x="5363835" y="1788478"/>
                  </a:lnTo>
                  <a:lnTo>
                    <a:pt x="5304527" y="1815643"/>
                  </a:lnTo>
                  <a:lnTo>
                    <a:pt x="5240095" y="1839898"/>
                  </a:lnTo>
                  <a:lnTo>
                    <a:pt x="5169876" y="1861610"/>
                  </a:lnTo>
                  <a:lnTo>
                    <a:pt x="5093526" y="1881069"/>
                  </a:lnTo>
                  <a:lnTo>
                    <a:pt x="5011208" y="1898481"/>
                  </a:lnTo>
                  <a:lnTo>
                    <a:pt x="4923810" y="1913966"/>
                  </a:lnTo>
                  <a:lnTo>
                    <a:pt x="4833152" y="1927567"/>
                  </a:lnTo>
                  <a:lnTo>
                    <a:pt x="4742094" y="1939264"/>
                  </a:lnTo>
                  <a:lnTo>
                    <a:pt x="4654449" y="1949011"/>
                  </a:lnTo>
                  <a:lnTo>
                    <a:pt x="4574582" y="1956778"/>
                  </a:lnTo>
                  <a:lnTo>
                    <a:pt x="4506695" y="1962602"/>
                  </a:lnTo>
                  <a:lnTo>
                    <a:pt x="4453943" y="1966625"/>
                  </a:lnTo>
                  <a:lnTo>
                    <a:pt x="4417637" y="1969101"/>
                  </a:lnTo>
                  <a:lnTo>
                    <a:pt x="4396817" y="1970376"/>
                  </a:lnTo>
                  <a:lnTo>
                    <a:pt x="4388275" y="1970849"/>
                  </a:lnTo>
                  <a:lnTo>
                    <a:pt x="4386855" y="1970921"/>
                  </a:lnTo>
                  <a:lnTo>
                    <a:pt x="4386855" y="1970921"/>
                  </a:lnTo>
                  <a:lnTo>
                    <a:pt x="3848118" y="1970921"/>
                  </a:lnTo>
                  <a:lnTo>
                    <a:pt x="3846853" y="1970875"/>
                  </a:lnTo>
                  <a:lnTo>
                    <a:pt x="3838591" y="1970546"/>
                  </a:lnTo>
                  <a:lnTo>
                    <a:pt x="3817974" y="1969638"/>
                  </a:lnTo>
                  <a:lnTo>
                    <a:pt x="3781649" y="1967856"/>
                  </a:lnTo>
                  <a:lnTo>
                    <a:pt x="3728586" y="1964941"/>
                  </a:lnTo>
                  <a:lnTo>
                    <a:pt x="3660112" y="1960705"/>
                  </a:lnTo>
                  <a:lnTo>
                    <a:pt x="3579462" y="1955044"/>
                  </a:lnTo>
                  <a:lnTo>
                    <a:pt x="3490953" y="1947931"/>
                  </a:lnTo>
                  <a:lnTo>
                    <a:pt x="3399060" y="1939387"/>
                  </a:lnTo>
                  <a:lnTo>
                    <a:pt x="3307676" y="1929447"/>
                  </a:lnTo>
                  <a:lnTo>
                    <a:pt x="3219701" y="1918123"/>
                  </a:lnTo>
                  <a:lnTo>
                    <a:pt x="3136957" y="1905383"/>
                  </a:lnTo>
                  <a:lnTo>
                    <a:pt x="3060313" y="1891135"/>
                  </a:lnTo>
                  <a:lnTo>
                    <a:pt x="2989898" y="1875221"/>
                  </a:lnTo>
                  <a:lnTo>
                    <a:pt x="2925332" y="1857422"/>
                  </a:lnTo>
                  <a:lnTo>
                    <a:pt x="2865914" y="1837464"/>
                  </a:lnTo>
                  <a:lnTo>
                    <a:pt x="2810772" y="1815033"/>
                  </a:lnTo>
                  <a:lnTo>
                    <a:pt x="2758968" y="1789801"/>
                  </a:lnTo>
                  <a:lnTo>
                    <a:pt x="2709585" y="1761484"/>
                  </a:lnTo>
                  <a:lnTo>
                    <a:pt x="2667772" y="1734084"/>
                  </a:lnTo>
                  <a:lnTo>
                    <a:pt x="2623309" y="1701570"/>
                  </a:lnTo>
                  <a:lnTo>
                    <a:pt x="2579281" y="1666068"/>
                  </a:lnTo>
                  <a:lnTo>
                    <a:pt x="2535302" y="1627523"/>
                  </a:lnTo>
                  <a:lnTo>
                    <a:pt x="2491094" y="1585965"/>
                  </a:lnTo>
                  <a:lnTo>
                    <a:pt x="2446475" y="1541513"/>
                  </a:lnTo>
                  <a:lnTo>
                    <a:pt x="2401347" y="1494381"/>
                  </a:lnTo>
                  <a:lnTo>
                    <a:pt x="2355689" y="1444887"/>
                  </a:lnTo>
                  <a:lnTo>
                    <a:pt x="2309543" y="1393441"/>
                  </a:lnTo>
                  <a:lnTo>
                    <a:pt x="2263010" y="1340535"/>
                  </a:lnTo>
                  <a:lnTo>
                    <a:pt x="2216226" y="1286729"/>
                  </a:lnTo>
                  <a:lnTo>
                    <a:pt x="2169359" y="1232625"/>
                  </a:lnTo>
                  <a:lnTo>
                    <a:pt x="2122580" y="1178836"/>
                  </a:lnTo>
                  <a:lnTo>
                    <a:pt x="2076055" y="1125962"/>
                  </a:lnTo>
                  <a:lnTo>
                    <a:pt x="2029922" y="1074562"/>
                  </a:lnTo>
                  <a:lnTo>
                    <a:pt x="1984278" y="1025127"/>
                  </a:lnTo>
                  <a:lnTo>
                    <a:pt x="1939165" y="978065"/>
                  </a:lnTo>
                  <a:lnTo>
                    <a:pt x="1894559" y="933688"/>
                  </a:lnTo>
                  <a:lnTo>
                    <a:pt x="1850360" y="892211"/>
                  </a:lnTo>
                  <a:lnTo>
                    <a:pt x="1806383" y="853749"/>
                  </a:lnTo>
                  <a:lnTo>
                    <a:pt x="1762348" y="818328"/>
                  </a:lnTo>
                  <a:lnTo>
                    <a:pt x="1719082" y="786735"/>
                  </a:lnTo>
                  <a:lnTo>
                    <a:pt x="1671145" y="755586"/>
                  </a:lnTo>
                  <a:lnTo>
                    <a:pt x="1621505" y="727670"/>
                  </a:lnTo>
                  <a:lnTo>
                    <a:pt x="1569331" y="702809"/>
                  </a:lnTo>
                  <a:lnTo>
                    <a:pt x="1513701" y="680708"/>
                  </a:lnTo>
                  <a:lnTo>
                    <a:pt x="1453680" y="661039"/>
                  </a:lnTo>
                  <a:lnTo>
                    <a:pt x="1388410" y="643492"/>
                  </a:lnTo>
                  <a:lnTo>
                    <a:pt x="1317222" y="627799"/>
                  </a:lnTo>
                  <a:lnTo>
                    <a:pt x="1239789" y="613748"/>
                  </a:lnTo>
                  <a:lnTo>
                    <a:pt x="1156320" y="601190"/>
                  </a:lnTo>
                  <a:lnTo>
                    <a:pt x="1067792" y="590042"/>
                  </a:lnTo>
                  <a:lnTo>
                    <a:pt x="976161" y="580276"/>
                  </a:lnTo>
                  <a:lnTo>
                    <a:pt x="884464" y="571911"/>
                  </a:lnTo>
                  <a:lnTo>
                    <a:pt x="796694" y="564980"/>
                  </a:lnTo>
                  <a:lnTo>
                    <a:pt x="717354" y="559501"/>
                  </a:lnTo>
                  <a:lnTo>
                    <a:pt x="650678" y="555440"/>
                  </a:lnTo>
                  <a:lnTo>
                    <a:pt x="599700" y="552680"/>
                  </a:lnTo>
                  <a:lnTo>
                    <a:pt x="565463" y="551023"/>
                  </a:lnTo>
                  <a:lnTo>
                    <a:pt x="546634" y="550205"/>
                  </a:lnTo>
                  <a:lnTo>
                    <a:pt x="539587" y="549928"/>
                  </a:lnTo>
                  <a:lnTo>
                    <a:pt x="538736" y="549897"/>
                  </a:lnTo>
                  <a:lnTo>
                    <a:pt x="0" y="549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5" name="pg395"/>
            <p:cNvSpPr/>
            <p:nvPr/>
          </p:nvSpPr>
          <p:spPr>
            <a:xfrm>
              <a:off x="546595" y="1828474"/>
              <a:ext cx="8234974" cy="1431912"/>
            </a:xfrm>
            <a:custGeom>
              <a:avLst/>
              <a:pathLst>
                <a:path w="8234974" h="1431912">
                  <a:moveTo>
                    <a:pt x="0" y="10889"/>
                  </a:moveTo>
                  <a:lnTo>
                    <a:pt x="538736" y="10889"/>
                  </a:lnTo>
                  <a:lnTo>
                    <a:pt x="540002" y="10935"/>
                  </a:lnTo>
                  <a:lnTo>
                    <a:pt x="548264" y="11263"/>
                  </a:lnTo>
                  <a:lnTo>
                    <a:pt x="568881" y="12171"/>
                  </a:lnTo>
                  <a:lnTo>
                    <a:pt x="605206" y="13954"/>
                  </a:lnTo>
                  <a:lnTo>
                    <a:pt x="658268" y="16868"/>
                  </a:lnTo>
                  <a:lnTo>
                    <a:pt x="726742" y="21104"/>
                  </a:lnTo>
                  <a:lnTo>
                    <a:pt x="807393" y="26765"/>
                  </a:lnTo>
                  <a:lnTo>
                    <a:pt x="895902" y="33879"/>
                  </a:lnTo>
                  <a:lnTo>
                    <a:pt x="987794" y="42422"/>
                  </a:lnTo>
                  <a:lnTo>
                    <a:pt x="1079179" y="52363"/>
                  </a:lnTo>
                  <a:lnTo>
                    <a:pt x="1167154" y="63686"/>
                  </a:lnTo>
                  <a:lnTo>
                    <a:pt x="1249897" y="76426"/>
                  </a:lnTo>
                  <a:lnTo>
                    <a:pt x="1326542" y="90675"/>
                  </a:lnTo>
                  <a:lnTo>
                    <a:pt x="1396956" y="106589"/>
                  </a:lnTo>
                  <a:lnTo>
                    <a:pt x="1461522" y="124388"/>
                  </a:lnTo>
                  <a:lnTo>
                    <a:pt x="1520940" y="144345"/>
                  </a:lnTo>
                  <a:lnTo>
                    <a:pt x="1576082" y="166777"/>
                  </a:lnTo>
                  <a:lnTo>
                    <a:pt x="1627886" y="192008"/>
                  </a:lnTo>
                  <a:lnTo>
                    <a:pt x="1677269" y="220325"/>
                  </a:lnTo>
                  <a:lnTo>
                    <a:pt x="1719082" y="247726"/>
                  </a:lnTo>
                  <a:lnTo>
                    <a:pt x="1763545" y="280239"/>
                  </a:lnTo>
                  <a:lnTo>
                    <a:pt x="1807574" y="315742"/>
                  </a:lnTo>
                  <a:lnTo>
                    <a:pt x="1851553" y="354286"/>
                  </a:lnTo>
                  <a:lnTo>
                    <a:pt x="1895761" y="395844"/>
                  </a:lnTo>
                  <a:lnTo>
                    <a:pt x="1940380" y="440297"/>
                  </a:lnTo>
                  <a:lnTo>
                    <a:pt x="1985508" y="487428"/>
                  </a:lnTo>
                  <a:lnTo>
                    <a:pt x="2031166" y="536922"/>
                  </a:lnTo>
                  <a:lnTo>
                    <a:pt x="2077311" y="588369"/>
                  </a:lnTo>
                  <a:lnTo>
                    <a:pt x="2123845" y="641275"/>
                  </a:lnTo>
                  <a:lnTo>
                    <a:pt x="2170628" y="695080"/>
                  </a:lnTo>
                  <a:lnTo>
                    <a:pt x="2217496" y="749185"/>
                  </a:lnTo>
                  <a:lnTo>
                    <a:pt x="2264274" y="802974"/>
                  </a:lnTo>
                  <a:lnTo>
                    <a:pt x="2310799" y="855847"/>
                  </a:lnTo>
                  <a:lnTo>
                    <a:pt x="2356932" y="907247"/>
                  </a:lnTo>
                  <a:lnTo>
                    <a:pt x="2402577" y="956682"/>
                  </a:lnTo>
                  <a:lnTo>
                    <a:pt x="2447690" y="1003745"/>
                  </a:lnTo>
                  <a:lnTo>
                    <a:pt x="2492296" y="1048121"/>
                  </a:lnTo>
                  <a:lnTo>
                    <a:pt x="2536495" y="1089599"/>
                  </a:lnTo>
                  <a:lnTo>
                    <a:pt x="2580472" y="1128061"/>
                  </a:lnTo>
                  <a:lnTo>
                    <a:pt x="2624506" y="1163481"/>
                  </a:lnTo>
                  <a:lnTo>
                    <a:pt x="2667772" y="1195075"/>
                  </a:lnTo>
                  <a:lnTo>
                    <a:pt x="2715709" y="1226224"/>
                  </a:lnTo>
                  <a:lnTo>
                    <a:pt x="2765350" y="1254139"/>
                  </a:lnTo>
                  <a:lnTo>
                    <a:pt x="2817523" y="1279000"/>
                  </a:lnTo>
                  <a:lnTo>
                    <a:pt x="2873153" y="1301102"/>
                  </a:lnTo>
                  <a:lnTo>
                    <a:pt x="2933174" y="1320770"/>
                  </a:lnTo>
                  <a:lnTo>
                    <a:pt x="2998445" y="1338317"/>
                  </a:lnTo>
                  <a:lnTo>
                    <a:pt x="3069632" y="1354011"/>
                  </a:lnTo>
                  <a:lnTo>
                    <a:pt x="3147066" y="1368062"/>
                  </a:lnTo>
                  <a:lnTo>
                    <a:pt x="3230535" y="1380619"/>
                  </a:lnTo>
                  <a:lnTo>
                    <a:pt x="3319062" y="1391768"/>
                  </a:lnTo>
                  <a:lnTo>
                    <a:pt x="3410693" y="1401533"/>
                  </a:lnTo>
                  <a:lnTo>
                    <a:pt x="3502391" y="1409899"/>
                  </a:lnTo>
                  <a:lnTo>
                    <a:pt x="3590160" y="1416830"/>
                  </a:lnTo>
                  <a:lnTo>
                    <a:pt x="3669500" y="1422308"/>
                  </a:lnTo>
                  <a:lnTo>
                    <a:pt x="3736176" y="1426370"/>
                  </a:lnTo>
                  <a:lnTo>
                    <a:pt x="3787154" y="1429129"/>
                  </a:lnTo>
                  <a:lnTo>
                    <a:pt x="3821391" y="1430786"/>
                  </a:lnTo>
                  <a:lnTo>
                    <a:pt x="3840221" y="1431605"/>
                  </a:lnTo>
                  <a:lnTo>
                    <a:pt x="3847267" y="1431881"/>
                  </a:lnTo>
                  <a:lnTo>
                    <a:pt x="3848118" y="1431912"/>
                  </a:lnTo>
                  <a:lnTo>
                    <a:pt x="4386855" y="1431912"/>
                  </a:lnTo>
                  <a:lnTo>
                    <a:pt x="4388142" y="1431882"/>
                  </a:lnTo>
                  <a:lnTo>
                    <a:pt x="4396541" y="1431667"/>
                  </a:lnTo>
                  <a:lnTo>
                    <a:pt x="4417487" y="1431072"/>
                  </a:lnTo>
                  <a:lnTo>
                    <a:pt x="4454358" y="1429905"/>
                  </a:lnTo>
                  <a:lnTo>
                    <a:pt x="4508152" y="1427997"/>
                  </a:lnTo>
                  <a:lnTo>
                    <a:pt x="4577463" y="1425226"/>
                  </a:lnTo>
                  <a:lnTo>
                    <a:pt x="4658952" y="1421526"/>
                  </a:lnTo>
                  <a:lnTo>
                    <a:pt x="4748205" y="1416881"/>
                  </a:lnTo>
                  <a:lnTo>
                    <a:pt x="4840683" y="1411305"/>
                  </a:lnTo>
                  <a:lnTo>
                    <a:pt x="4932469" y="1404821"/>
                  </a:lnTo>
                  <a:lnTo>
                    <a:pt x="5020673" y="1397436"/>
                  </a:lnTo>
                  <a:lnTo>
                    <a:pt x="5103504" y="1389126"/>
                  </a:lnTo>
                  <a:lnTo>
                    <a:pt x="5180136" y="1379828"/>
                  </a:lnTo>
                  <a:lnTo>
                    <a:pt x="5250480" y="1369437"/>
                  </a:lnTo>
                  <a:lnTo>
                    <a:pt x="5314956" y="1357805"/>
                  </a:lnTo>
                  <a:lnTo>
                    <a:pt x="5374295" y="1344750"/>
                  </a:lnTo>
                  <a:lnTo>
                    <a:pt x="5429395" y="1330066"/>
                  </a:lnTo>
                  <a:lnTo>
                    <a:pt x="5481212" y="1313538"/>
                  </a:lnTo>
                  <a:lnTo>
                    <a:pt x="5530671" y="1294986"/>
                  </a:lnTo>
                  <a:lnTo>
                    <a:pt x="5567201" y="1279465"/>
                  </a:lnTo>
                  <a:lnTo>
                    <a:pt x="5615652" y="1256553"/>
                  </a:lnTo>
                  <a:lnTo>
                    <a:pt x="5663632" y="1231348"/>
                  </a:lnTo>
                  <a:lnTo>
                    <a:pt x="5711620" y="1203815"/>
                  </a:lnTo>
                  <a:lnTo>
                    <a:pt x="5759947" y="1173995"/>
                  </a:lnTo>
                  <a:lnTo>
                    <a:pt x="5808814" y="1142013"/>
                  </a:lnTo>
                  <a:lnTo>
                    <a:pt x="5858307" y="1108081"/>
                  </a:lnTo>
                  <a:lnTo>
                    <a:pt x="5908411" y="1072504"/>
                  </a:lnTo>
                  <a:lnTo>
                    <a:pt x="5959025" y="1035666"/>
                  </a:lnTo>
                  <a:lnTo>
                    <a:pt x="6009985" y="998018"/>
                  </a:lnTo>
                  <a:lnTo>
                    <a:pt x="6061082" y="960053"/>
                  </a:lnTo>
                  <a:lnTo>
                    <a:pt x="6112094" y="922284"/>
                  </a:lnTo>
                  <a:lnTo>
                    <a:pt x="6162807" y="885213"/>
                  </a:lnTo>
                  <a:lnTo>
                    <a:pt x="6213042" y="849302"/>
                  </a:lnTo>
                  <a:lnTo>
                    <a:pt x="6262684" y="814952"/>
                  </a:lnTo>
                  <a:lnTo>
                    <a:pt x="6311695" y="782488"/>
                  </a:lnTo>
                  <a:lnTo>
                    <a:pt x="6360135" y="752145"/>
                  </a:lnTo>
                  <a:lnTo>
                    <a:pt x="6408178" y="724067"/>
                  </a:lnTo>
                  <a:lnTo>
                    <a:pt x="6456123" y="698315"/>
                  </a:lnTo>
                  <a:lnTo>
                    <a:pt x="6504410" y="674869"/>
                  </a:lnTo>
                  <a:lnTo>
                    <a:pt x="6515891" y="669677"/>
                  </a:lnTo>
                  <a:lnTo>
                    <a:pt x="6564108" y="649518"/>
                  </a:lnTo>
                  <a:lnTo>
                    <a:pt x="6614053" y="631464"/>
                  </a:lnTo>
                  <a:lnTo>
                    <a:pt x="6666570" y="615396"/>
                  </a:lnTo>
                  <a:lnTo>
                    <a:pt x="6722599" y="601122"/>
                  </a:lnTo>
                  <a:lnTo>
                    <a:pt x="6783092" y="588427"/>
                  </a:lnTo>
                  <a:lnTo>
                    <a:pt x="6848917" y="577108"/>
                  </a:lnTo>
                  <a:lnTo>
                    <a:pt x="6920746" y="566990"/>
                  </a:lnTo>
                  <a:lnTo>
                    <a:pt x="6998895" y="557937"/>
                  </a:lnTo>
                  <a:lnTo>
                    <a:pt x="7083122" y="549853"/>
                  </a:lnTo>
                  <a:lnTo>
                    <a:pt x="7172389" y="542685"/>
                  </a:lnTo>
                  <a:lnTo>
                    <a:pt x="7264646" y="536417"/>
                  </a:lnTo>
                  <a:lnTo>
                    <a:pt x="7356740" y="531062"/>
                  </a:lnTo>
                  <a:lnTo>
                    <a:pt x="7444556" y="526643"/>
                  </a:lnTo>
                  <a:lnTo>
                    <a:pt x="7523504" y="523169"/>
                  </a:lnTo>
                  <a:lnTo>
                    <a:pt x="7589340" y="520613"/>
                  </a:lnTo>
                  <a:lnTo>
                    <a:pt x="7639119" y="518896"/>
                  </a:lnTo>
                  <a:lnTo>
                    <a:pt x="7671988" y="517883"/>
                  </a:lnTo>
                  <a:lnTo>
                    <a:pt x="7689535" y="517397"/>
                  </a:lnTo>
                  <a:lnTo>
                    <a:pt x="7695663" y="517243"/>
                  </a:lnTo>
                  <a:lnTo>
                    <a:pt x="7696237" y="517230"/>
                  </a:lnTo>
                  <a:lnTo>
                    <a:pt x="8234974" y="517230"/>
                  </a:lnTo>
                  <a:lnTo>
                    <a:pt x="8234974" y="506341"/>
                  </a:lnTo>
                  <a:lnTo>
                    <a:pt x="7696237" y="506341"/>
                  </a:lnTo>
                  <a:lnTo>
                    <a:pt x="7694950" y="506371"/>
                  </a:lnTo>
                  <a:lnTo>
                    <a:pt x="7686551" y="506586"/>
                  </a:lnTo>
                  <a:lnTo>
                    <a:pt x="7665606" y="507181"/>
                  </a:lnTo>
                  <a:lnTo>
                    <a:pt x="7628735" y="508349"/>
                  </a:lnTo>
                  <a:lnTo>
                    <a:pt x="7574941" y="510256"/>
                  </a:lnTo>
                  <a:lnTo>
                    <a:pt x="7505629" y="513027"/>
                  </a:lnTo>
                  <a:lnTo>
                    <a:pt x="7424140" y="516727"/>
                  </a:lnTo>
                  <a:lnTo>
                    <a:pt x="7334887" y="521372"/>
                  </a:lnTo>
                  <a:lnTo>
                    <a:pt x="7242409" y="526948"/>
                  </a:lnTo>
                  <a:lnTo>
                    <a:pt x="7150623" y="533432"/>
                  </a:lnTo>
                  <a:lnTo>
                    <a:pt x="7062419" y="540817"/>
                  </a:lnTo>
                  <a:lnTo>
                    <a:pt x="6979588" y="549127"/>
                  </a:lnTo>
                  <a:lnTo>
                    <a:pt x="6902957" y="558425"/>
                  </a:lnTo>
                  <a:lnTo>
                    <a:pt x="6832612" y="568816"/>
                  </a:lnTo>
                  <a:lnTo>
                    <a:pt x="6768136" y="580448"/>
                  </a:lnTo>
                  <a:lnTo>
                    <a:pt x="6708797" y="593503"/>
                  </a:lnTo>
                  <a:lnTo>
                    <a:pt x="6653697" y="608187"/>
                  </a:lnTo>
                  <a:lnTo>
                    <a:pt x="6601880" y="624715"/>
                  </a:lnTo>
                  <a:lnTo>
                    <a:pt x="6552421" y="643268"/>
                  </a:lnTo>
                  <a:lnTo>
                    <a:pt x="6515891" y="658788"/>
                  </a:lnTo>
                  <a:lnTo>
                    <a:pt x="6467440" y="681701"/>
                  </a:lnTo>
                  <a:lnTo>
                    <a:pt x="6419461" y="706905"/>
                  </a:lnTo>
                  <a:lnTo>
                    <a:pt x="6371473" y="734438"/>
                  </a:lnTo>
                  <a:lnTo>
                    <a:pt x="6323145" y="764258"/>
                  </a:lnTo>
                  <a:lnTo>
                    <a:pt x="6274278" y="796241"/>
                  </a:lnTo>
                  <a:lnTo>
                    <a:pt x="6224785" y="830172"/>
                  </a:lnTo>
                  <a:lnTo>
                    <a:pt x="6174682" y="865749"/>
                  </a:lnTo>
                  <a:lnTo>
                    <a:pt x="6124068" y="902587"/>
                  </a:lnTo>
                  <a:lnTo>
                    <a:pt x="6073108" y="940236"/>
                  </a:lnTo>
                  <a:lnTo>
                    <a:pt x="6022010" y="978200"/>
                  </a:lnTo>
                  <a:lnTo>
                    <a:pt x="5970998" y="1015969"/>
                  </a:lnTo>
                  <a:lnTo>
                    <a:pt x="5920286" y="1053040"/>
                  </a:lnTo>
                  <a:lnTo>
                    <a:pt x="5870050" y="1088952"/>
                  </a:lnTo>
                  <a:lnTo>
                    <a:pt x="5820409" y="1123301"/>
                  </a:lnTo>
                  <a:lnTo>
                    <a:pt x="5771398" y="1155765"/>
                  </a:lnTo>
                  <a:lnTo>
                    <a:pt x="5722957" y="1186109"/>
                  </a:lnTo>
                  <a:lnTo>
                    <a:pt x="5674914" y="1214186"/>
                  </a:lnTo>
                  <a:lnTo>
                    <a:pt x="5626970" y="1239938"/>
                  </a:lnTo>
                  <a:lnTo>
                    <a:pt x="5578682" y="1263384"/>
                  </a:lnTo>
                  <a:lnTo>
                    <a:pt x="5567201" y="1268576"/>
                  </a:lnTo>
                  <a:lnTo>
                    <a:pt x="5518984" y="1288735"/>
                  </a:lnTo>
                  <a:lnTo>
                    <a:pt x="5469040" y="1306789"/>
                  </a:lnTo>
                  <a:lnTo>
                    <a:pt x="5416523" y="1322857"/>
                  </a:lnTo>
                  <a:lnTo>
                    <a:pt x="5360493" y="1337131"/>
                  </a:lnTo>
                  <a:lnTo>
                    <a:pt x="5300000" y="1349826"/>
                  </a:lnTo>
                  <a:lnTo>
                    <a:pt x="5234175" y="1361146"/>
                  </a:lnTo>
                  <a:lnTo>
                    <a:pt x="5162346" y="1371263"/>
                  </a:lnTo>
                  <a:lnTo>
                    <a:pt x="5084197" y="1380316"/>
                  </a:lnTo>
                  <a:lnTo>
                    <a:pt x="4999970" y="1388400"/>
                  </a:lnTo>
                  <a:lnTo>
                    <a:pt x="4910704" y="1395568"/>
                  </a:lnTo>
                  <a:lnTo>
                    <a:pt x="4818446" y="1401836"/>
                  </a:lnTo>
                  <a:lnTo>
                    <a:pt x="4726352" y="1407191"/>
                  </a:lnTo>
                  <a:lnTo>
                    <a:pt x="4638536" y="1411611"/>
                  </a:lnTo>
                  <a:lnTo>
                    <a:pt x="4559588" y="1415085"/>
                  </a:lnTo>
                  <a:lnTo>
                    <a:pt x="4493753" y="1417640"/>
                  </a:lnTo>
                  <a:lnTo>
                    <a:pt x="4443974" y="1419357"/>
                  </a:lnTo>
                  <a:lnTo>
                    <a:pt x="4411105" y="1420371"/>
                  </a:lnTo>
                  <a:lnTo>
                    <a:pt x="4393558" y="1420856"/>
                  </a:lnTo>
                  <a:lnTo>
                    <a:pt x="4387429" y="1421010"/>
                  </a:lnTo>
                  <a:lnTo>
                    <a:pt x="4386855" y="1421023"/>
                  </a:lnTo>
                  <a:lnTo>
                    <a:pt x="3848118" y="1421023"/>
                  </a:lnTo>
                  <a:lnTo>
                    <a:pt x="3846853" y="1420977"/>
                  </a:lnTo>
                  <a:lnTo>
                    <a:pt x="3838591" y="1420648"/>
                  </a:lnTo>
                  <a:lnTo>
                    <a:pt x="3817974" y="1419740"/>
                  </a:lnTo>
                  <a:lnTo>
                    <a:pt x="3781649" y="1417958"/>
                  </a:lnTo>
                  <a:lnTo>
                    <a:pt x="3728586" y="1415043"/>
                  </a:lnTo>
                  <a:lnTo>
                    <a:pt x="3660112" y="1410808"/>
                  </a:lnTo>
                  <a:lnTo>
                    <a:pt x="3579462" y="1405146"/>
                  </a:lnTo>
                  <a:lnTo>
                    <a:pt x="3490953" y="1398033"/>
                  </a:lnTo>
                  <a:lnTo>
                    <a:pt x="3399060" y="1389489"/>
                  </a:lnTo>
                  <a:lnTo>
                    <a:pt x="3307676" y="1379549"/>
                  </a:lnTo>
                  <a:lnTo>
                    <a:pt x="3219701" y="1368225"/>
                  </a:lnTo>
                  <a:lnTo>
                    <a:pt x="3136957" y="1355485"/>
                  </a:lnTo>
                  <a:lnTo>
                    <a:pt x="3060313" y="1341237"/>
                  </a:lnTo>
                  <a:lnTo>
                    <a:pt x="2989898" y="1325323"/>
                  </a:lnTo>
                  <a:lnTo>
                    <a:pt x="2925332" y="1307524"/>
                  </a:lnTo>
                  <a:lnTo>
                    <a:pt x="2865914" y="1287566"/>
                  </a:lnTo>
                  <a:lnTo>
                    <a:pt x="2810772" y="1265135"/>
                  </a:lnTo>
                  <a:lnTo>
                    <a:pt x="2758968" y="1239903"/>
                  </a:lnTo>
                  <a:lnTo>
                    <a:pt x="2709585" y="1211586"/>
                  </a:lnTo>
                  <a:lnTo>
                    <a:pt x="2667772" y="1184186"/>
                  </a:lnTo>
                  <a:lnTo>
                    <a:pt x="2623309" y="1151672"/>
                  </a:lnTo>
                  <a:lnTo>
                    <a:pt x="2579281" y="1116170"/>
                  </a:lnTo>
                  <a:lnTo>
                    <a:pt x="2535302" y="1077625"/>
                  </a:lnTo>
                  <a:lnTo>
                    <a:pt x="2491094" y="1036067"/>
                  </a:lnTo>
                  <a:lnTo>
                    <a:pt x="2446475" y="991615"/>
                  </a:lnTo>
                  <a:lnTo>
                    <a:pt x="2401347" y="944484"/>
                  </a:lnTo>
                  <a:lnTo>
                    <a:pt x="2355689" y="894989"/>
                  </a:lnTo>
                  <a:lnTo>
                    <a:pt x="2309543" y="843543"/>
                  </a:lnTo>
                  <a:lnTo>
                    <a:pt x="2263010" y="790637"/>
                  </a:lnTo>
                  <a:lnTo>
                    <a:pt x="2216226" y="736831"/>
                  </a:lnTo>
                  <a:lnTo>
                    <a:pt x="2169359" y="682727"/>
                  </a:lnTo>
                  <a:lnTo>
                    <a:pt x="2122580" y="628938"/>
                  </a:lnTo>
                  <a:lnTo>
                    <a:pt x="2076055" y="576064"/>
                  </a:lnTo>
                  <a:lnTo>
                    <a:pt x="2029922" y="524664"/>
                  </a:lnTo>
                  <a:lnTo>
                    <a:pt x="1984278" y="475229"/>
                  </a:lnTo>
                  <a:lnTo>
                    <a:pt x="1939165" y="428167"/>
                  </a:lnTo>
                  <a:lnTo>
                    <a:pt x="1894559" y="383790"/>
                  </a:lnTo>
                  <a:lnTo>
                    <a:pt x="1850360" y="342313"/>
                  </a:lnTo>
                  <a:lnTo>
                    <a:pt x="1806383" y="303851"/>
                  </a:lnTo>
                  <a:lnTo>
                    <a:pt x="1762348" y="268430"/>
                  </a:lnTo>
                  <a:lnTo>
                    <a:pt x="1719082" y="236837"/>
                  </a:lnTo>
                  <a:lnTo>
                    <a:pt x="1671145" y="205688"/>
                  </a:lnTo>
                  <a:lnTo>
                    <a:pt x="1621505" y="177772"/>
                  </a:lnTo>
                  <a:lnTo>
                    <a:pt x="1569331" y="152911"/>
                  </a:lnTo>
                  <a:lnTo>
                    <a:pt x="1513701" y="130810"/>
                  </a:lnTo>
                  <a:lnTo>
                    <a:pt x="1453680" y="111141"/>
                  </a:lnTo>
                  <a:lnTo>
                    <a:pt x="1388410" y="93594"/>
                  </a:lnTo>
                  <a:lnTo>
                    <a:pt x="1317222" y="77901"/>
                  </a:lnTo>
                  <a:lnTo>
                    <a:pt x="1239789" y="63850"/>
                  </a:lnTo>
                  <a:lnTo>
                    <a:pt x="1156320" y="51292"/>
                  </a:lnTo>
                  <a:lnTo>
                    <a:pt x="1067792" y="40144"/>
                  </a:lnTo>
                  <a:lnTo>
                    <a:pt x="976161" y="30378"/>
                  </a:lnTo>
                  <a:lnTo>
                    <a:pt x="884464" y="22013"/>
                  </a:lnTo>
                  <a:lnTo>
                    <a:pt x="796694" y="15082"/>
                  </a:lnTo>
                  <a:lnTo>
                    <a:pt x="717354" y="9603"/>
                  </a:lnTo>
                  <a:lnTo>
                    <a:pt x="650678" y="5542"/>
                  </a:lnTo>
                  <a:lnTo>
                    <a:pt x="599700" y="2782"/>
                  </a:lnTo>
                  <a:lnTo>
                    <a:pt x="565463" y="1125"/>
                  </a:lnTo>
                  <a:lnTo>
                    <a:pt x="546634" y="307"/>
                  </a:lnTo>
                  <a:lnTo>
                    <a:pt x="539587" y="3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96" name="pl396"/>
            <p:cNvSpPr/>
            <p:nvPr/>
          </p:nvSpPr>
          <p:spPr>
            <a:xfrm>
              <a:off x="546595" y="1839364"/>
              <a:ext cx="8234974" cy="1421023"/>
            </a:xfrm>
            <a:custGeom>
              <a:avLst/>
              <a:pathLst>
                <a:path w="8234974" h="1421023">
                  <a:moveTo>
                    <a:pt x="0" y="0"/>
                  </a:moveTo>
                  <a:lnTo>
                    <a:pt x="538736" y="0"/>
                  </a:lnTo>
                  <a:lnTo>
                    <a:pt x="540002" y="45"/>
                  </a:lnTo>
                  <a:lnTo>
                    <a:pt x="548264" y="374"/>
                  </a:lnTo>
                  <a:lnTo>
                    <a:pt x="568881" y="1282"/>
                  </a:lnTo>
                  <a:lnTo>
                    <a:pt x="605206" y="3065"/>
                  </a:lnTo>
                  <a:lnTo>
                    <a:pt x="658268" y="5979"/>
                  </a:lnTo>
                  <a:lnTo>
                    <a:pt x="726742" y="10215"/>
                  </a:lnTo>
                  <a:lnTo>
                    <a:pt x="807393" y="15876"/>
                  </a:lnTo>
                  <a:lnTo>
                    <a:pt x="895902" y="22989"/>
                  </a:lnTo>
                  <a:lnTo>
                    <a:pt x="987794" y="31533"/>
                  </a:lnTo>
                  <a:lnTo>
                    <a:pt x="1079179" y="41474"/>
                  </a:lnTo>
                  <a:lnTo>
                    <a:pt x="1167154" y="52797"/>
                  </a:lnTo>
                  <a:lnTo>
                    <a:pt x="1249897" y="65537"/>
                  </a:lnTo>
                  <a:lnTo>
                    <a:pt x="1326542" y="79786"/>
                  </a:lnTo>
                  <a:lnTo>
                    <a:pt x="1396956" y="95700"/>
                  </a:lnTo>
                  <a:lnTo>
                    <a:pt x="1461522" y="113499"/>
                  </a:lnTo>
                  <a:lnTo>
                    <a:pt x="1520940" y="133456"/>
                  </a:lnTo>
                  <a:lnTo>
                    <a:pt x="1576082" y="155888"/>
                  </a:lnTo>
                  <a:lnTo>
                    <a:pt x="1627886" y="181119"/>
                  </a:lnTo>
                  <a:lnTo>
                    <a:pt x="1677269" y="209436"/>
                  </a:lnTo>
                  <a:lnTo>
                    <a:pt x="1719082" y="236837"/>
                  </a:lnTo>
                  <a:lnTo>
                    <a:pt x="1763545" y="269350"/>
                  </a:lnTo>
                  <a:lnTo>
                    <a:pt x="1807574" y="304853"/>
                  </a:lnTo>
                  <a:lnTo>
                    <a:pt x="1851553" y="343397"/>
                  </a:lnTo>
                  <a:lnTo>
                    <a:pt x="1895761" y="384955"/>
                  </a:lnTo>
                  <a:lnTo>
                    <a:pt x="1940380" y="429408"/>
                  </a:lnTo>
                  <a:lnTo>
                    <a:pt x="1985508" y="476539"/>
                  </a:lnTo>
                  <a:lnTo>
                    <a:pt x="2031166" y="526033"/>
                  </a:lnTo>
                  <a:lnTo>
                    <a:pt x="2077311" y="577480"/>
                  </a:lnTo>
                  <a:lnTo>
                    <a:pt x="2123845" y="630385"/>
                  </a:lnTo>
                  <a:lnTo>
                    <a:pt x="2170628" y="684191"/>
                  </a:lnTo>
                  <a:lnTo>
                    <a:pt x="2217496" y="738296"/>
                  </a:lnTo>
                  <a:lnTo>
                    <a:pt x="2264274" y="792085"/>
                  </a:lnTo>
                  <a:lnTo>
                    <a:pt x="2310799" y="844958"/>
                  </a:lnTo>
                  <a:lnTo>
                    <a:pt x="2356932" y="896358"/>
                  </a:lnTo>
                  <a:lnTo>
                    <a:pt x="2402577" y="945793"/>
                  </a:lnTo>
                  <a:lnTo>
                    <a:pt x="2447690" y="992855"/>
                  </a:lnTo>
                  <a:lnTo>
                    <a:pt x="2492296" y="1037232"/>
                  </a:lnTo>
                  <a:lnTo>
                    <a:pt x="2536495" y="1078710"/>
                  </a:lnTo>
                  <a:lnTo>
                    <a:pt x="2580472" y="1117172"/>
                  </a:lnTo>
                  <a:lnTo>
                    <a:pt x="2624506" y="1152592"/>
                  </a:lnTo>
                  <a:lnTo>
                    <a:pt x="2667772" y="1184186"/>
                  </a:lnTo>
                  <a:lnTo>
                    <a:pt x="2715709" y="1215335"/>
                  </a:lnTo>
                  <a:lnTo>
                    <a:pt x="2765350" y="1243250"/>
                  </a:lnTo>
                  <a:lnTo>
                    <a:pt x="2817523" y="1268111"/>
                  </a:lnTo>
                  <a:lnTo>
                    <a:pt x="2873153" y="1290213"/>
                  </a:lnTo>
                  <a:lnTo>
                    <a:pt x="2933174" y="1309881"/>
                  </a:lnTo>
                  <a:lnTo>
                    <a:pt x="2998445" y="1327428"/>
                  </a:lnTo>
                  <a:lnTo>
                    <a:pt x="3069632" y="1343122"/>
                  </a:lnTo>
                  <a:lnTo>
                    <a:pt x="3147066" y="1357173"/>
                  </a:lnTo>
                  <a:lnTo>
                    <a:pt x="3230535" y="1369730"/>
                  </a:lnTo>
                  <a:lnTo>
                    <a:pt x="3319062" y="1380879"/>
                  </a:lnTo>
                  <a:lnTo>
                    <a:pt x="3410693" y="1390644"/>
                  </a:lnTo>
                  <a:lnTo>
                    <a:pt x="3502391" y="1399010"/>
                  </a:lnTo>
                  <a:lnTo>
                    <a:pt x="3590160" y="1405940"/>
                  </a:lnTo>
                  <a:lnTo>
                    <a:pt x="3669500" y="1411419"/>
                  </a:lnTo>
                  <a:lnTo>
                    <a:pt x="3736176" y="1415481"/>
                  </a:lnTo>
                  <a:lnTo>
                    <a:pt x="3787154" y="1418240"/>
                  </a:lnTo>
                  <a:lnTo>
                    <a:pt x="3821391" y="1419897"/>
                  </a:lnTo>
                  <a:lnTo>
                    <a:pt x="3840221" y="1420716"/>
                  </a:lnTo>
                  <a:lnTo>
                    <a:pt x="3847267" y="1420992"/>
                  </a:lnTo>
                  <a:lnTo>
                    <a:pt x="3848118" y="1421023"/>
                  </a:lnTo>
                  <a:lnTo>
                    <a:pt x="4386855" y="1421023"/>
                  </a:lnTo>
                  <a:lnTo>
                    <a:pt x="4388142" y="1420993"/>
                  </a:lnTo>
                  <a:lnTo>
                    <a:pt x="4396541" y="1420778"/>
                  </a:lnTo>
                  <a:lnTo>
                    <a:pt x="4417487" y="1420183"/>
                  </a:lnTo>
                  <a:lnTo>
                    <a:pt x="4454358" y="1419016"/>
                  </a:lnTo>
                  <a:lnTo>
                    <a:pt x="4508152" y="1417108"/>
                  </a:lnTo>
                  <a:lnTo>
                    <a:pt x="4577463" y="1414337"/>
                  </a:lnTo>
                  <a:lnTo>
                    <a:pt x="4658952" y="1410637"/>
                  </a:lnTo>
                  <a:lnTo>
                    <a:pt x="4748205" y="1405992"/>
                  </a:lnTo>
                  <a:lnTo>
                    <a:pt x="4840683" y="1400416"/>
                  </a:lnTo>
                  <a:lnTo>
                    <a:pt x="4932469" y="1393932"/>
                  </a:lnTo>
                  <a:lnTo>
                    <a:pt x="5020673" y="1386547"/>
                  </a:lnTo>
                  <a:lnTo>
                    <a:pt x="5103504" y="1378237"/>
                  </a:lnTo>
                  <a:lnTo>
                    <a:pt x="5180136" y="1368939"/>
                  </a:lnTo>
                  <a:lnTo>
                    <a:pt x="5250480" y="1358548"/>
                  </a:lnTo>
                  <a:lnTo>
                    <a:pt x="5314956" y="1346916"/>
                  </a:lnTo>
                  <a:lnTo>
                    <a:pt x="5374295" y="1333861"/>
                  </a:lnTo>
                  <a:lnTo>
                    <a:pt x="5429395" y="1319177"/>
                  </a:lnTo>
                  <a:lnTo>
                    <a:pt x="5481212" y="1302649"/>
                  </a:lnTo>
                  <a:lnTo>
                    <a:pt x="5530671" y="1284097"/>
                  </a:lnTo>
                  <a:lnTo>
                    <a:pt x="5567201" y="1268576"/>
                  </a:lnTo>
                  <a:lnTo>
                    <a:pt x="5615652" y="1245663"/>
                  </a:lnTo>
                  <a:lnTo>
                    <a:pt x="5663632" y="1220459"/>
                  </a:lnTo>
                  <a:lnTo>
                    <a:pt x="5711620" y="1192926"/>
                  </a:lnTo>
                  <a:lnTo>
                    <a:pt x="5759947" y="1163106"/>
                  </a:lnTo>
                  <a:lnTo>
                    <a:pt x="5808814" y="1131124"/>
                  </a:lnTo>
                  <a:lnTo>
                    <a:pt x="5858307" y="1097192"/>
                  </a:lnTo>
                  <a:lnTo>
                    <a:pt x="5908411" y="1061615"/>
                  </a:lnTo>
                  <a:lnTo>
                    <a:pt x="5959025" y="1024777"/>
                  </a:lnTo>
                  <a:lnTo>
                    <a:pt x="6009985" y="987129"/>
                  </a:lnTo>
                  <a:lnTo>
                    <a:pt x="6061082" y="949164"/>
                  </a:lnTo>
                  <a:lnTo>
                    <a:pt x="6112094" y="911395"/>
                  </a:lnTo>
                  <a:lnTo>
                    <a:pt x="6162807" y="874324"/>
                  </a:lnTo>
                  <a:lnTo>
                    <a:pt x="6213042" y="838412"/>
                  </a:lnTo>
                  <a:lnTo>
                    <a:pt x="6262684" y="804063"/>
                  </a:lnTo>
                  <a:lnTo>
                    <a:pt x="6311695" y="771599"/>
                  </a:lnTo>
                  <a:lnTo>
                    <a:pt x="6360135" y="741256"/>
                  </a:lnTo>
                  <a:lnTo>
                    <a:pt x="6408178" y="713178"/>
                  </a:lnTo>
                  <a:lnTo>
                    <a:pt x="6456123" y="687426"/>
                  </a:lnTo>
                  <a:lnTo>
                    <a:pt x="6504410" y="663980"/>
                  </a:lnTo>
                  <a:lnTo>
                    <a:pt x="6515891" y="658788"/>
                  </a:lnTo>
                  <a:lnTo>
                    <a:pt x="6564108" y="638629"/>
                  </a:lnTo>
                  <a:lnTo>
                    <a:pt x="6614053" y="620575"/>
                  </a:lnTo>
                  <a:lnTo>
                    <a:pt x="6666570" y="604507"/>
                  </a:lnTo>
                  <a:lnTo>
                    <a:pt x="6722599" y="590233"/>
                  </a:lnTo>
                  <a:lnTo>
                    <a:pt x="6783092" y="577538"/>
                  </a:lnTo>
                  <a:lnTo>
                    <a:pt x="6848917" y="566219"/>
                  </a:lnTo>
                  <a:lnTo>
                    <a:pt x="6920746" y="556101"/>
                  </a:lnTo>
                  <a:lnTo>
                    <a:pt x="6998895" y="547048"/>
                  </a:lnTo>
                  <a:lnTo>
                    <a:pt x="7083122" y="538964"/>
                  </a:lnTo>
                  <a:lnTo>
                    <a:pt x="7172389" y="531796"/>
                  </a:lnTo>
                  <a:lnTo>
                    <a:pt x="7264646" y="525528"/>
                  </a:lnTo>
                  <a:lnTo>
                    <a:pt x="7356740" y="520173"/>
                  </a:lnTo>
                  <a:lnTo>
                    <a:pt x="7444556" y="515754"/>
                  </a:lnTo>
                  <a:lnTo>
                    <a:pt x="7523504" y="512280"/>
                  </a:lnTo>
                  <a:lnTo>
                    <a:pt x="7589340" y="509724"/>
                  </a:lnTo>
                  <a:lnTo>
                    <a:pt x="7639119" y="508007"/>
                  </a:lnTo>
                  <a:lnTo>
                    <a:pt x="7671988" y="506994"/>
                  </a:lnTo>
                  <a:lnTo>
                    <a:pt x="7689535" y="506508"/>
                  </a:lnTo>
                  <a:lnTo>
                    <a:pt x="7695663" y="506354"/>
                  </a:lnTo>
                  <a:lnTo>
                    <a:pt x="7696237" y="506341"/>
                  </a:lnTo>
                  <a:lnTo>
                    <a:pt x="8234974" y="506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7" name="pl397"/>
            <p:cNvSpPr/>
            <p:nvPr/>
          </p:nvSpPr>
          <p:spPr>
            <a:xfrm>
              <a:off x="546595" y="1828474"/>
              <a:ext cx="8234974" cy="1421023"/>
            </a:xfrm>
            <a:custGeom>
              <a:avLst/>
              <a:pathLst>
                <a:path w="8234974" h="1421023">
                  <a:moveTo>
                    <a:pt x="8234974" y="506341"/>
                  </a:moveTo>
                  <a:lnTo>
                    <a:pt x="7696237" y="506341"/>
                  </a:lnTo>
                  <a:lnTo>
                    <a:pt x="7694950" y="506371"/>
                  </a:lnTo>
                  <a:lnTo>
                    <a:pt x="7686551" y="506586"/>
                  </a:lnTo>
                  <a:lnTo>
                    <a:pt x="7665606" y="507181"/>
                  </a:lnTo>
                  <a:lnTo>
                    <a:pt x="7628735" y="508349"/>
                  </a:lnTo>
                  <a:lnTo>
                    <a:pt x="7574941" y="510256"/>
                  </a:lnTo>
                  <a:lnTo>
                    <a:pt x="7505629" y="513027"/>
                  </a:lnTo>
                  <a:lnTo>
                    <a:pt x="7424140" y="516727"/>
                  </a:lnTo>
                  <a:lnTo>
                    <a:pt x="7334887" y="521372"/>
                  </a:lnTo>
                  <a:lnTo>
                    <a:pt x="7242409" y="526948"/>
                  </a:lnTo>
                  <a:lnTo>
                    <a:pt x="7150623" y="533432"/>
                  </a:lnTo>
                  <a:lnTo>
                    <a:pt x="7062419" y="540817"/>
                  </a:lnTo>
                  <a:lnTo>
                    <a:pt x="6979588" y="549127"/>
                  </a:lnTo>
                  <a:lnTo>
                    <a:pt x="6902957" y="558425"/>
                  </a:lnTo>
                  <a:lnTo>
                    <a:pt x="6832612" y="568816"/>
                  </a:lnTo>
                  <a:lnTo>
                    <a:pt x="6768136" y="580448"/>
                  </a:lnTo>
                  <a:lnTo>
                    <a:pt x="6708797" y="593503"/>
                  </a:lnTo>
                  <a:lnTo>
                    <a:pt x="6653697" y="608187"/>
                  </a:lnTo>
                  <a:lnTo>
                    <a:pt x="6601880" y="624715"/>
                  </a:lnTo>
                  <a:lnTo>
                    <a:pt x="6552421" y="643268"/>
                  </a:lnTo>
                  <a:lnTo>
                    <a:pt x="6515891" y="658788"/>
                  </a:lnTo>
                  <a:lnTo>
                    <a:pt x="6467440" y="681701"/>
                  </a:lnTo>
                  <a:lnTo>
                    <a:pt x="6419461" y="706905"/>
                  </a:lnTo>
                  <a:lnTo>
                    <a:pt x="6371473" y="734438"/>
                  </a:lnTo>
                  <a:lnTo>
                    <a:pt x="6323145" y="764258"/>
                  </a:lnTo>
                  <a:lnTo>
                    <a:pt x="6274278" y="796241"/>
                  </a:lnTo>
                  <a:lnTo>
                    <a:pt x="6224785" y="830172"/>
                  </a:lnTo>
                  <a:lnTo>
                    <a:pt x="6174682" y="865749"/>
                  </a:lnTo>
                  <a:lnTo>
                    <a:pt x="6124068" y="902587"/>
                  </a:lnTo>
                  <a:lnTo>
                    <a:pt x="6073108" y="940236"/>
                  </a:lnTo>
                  <a:lnTo>
                    <a:pt x="6022010" y="978200"/>
                  </a:lnTo>
                  <a:lnTo>
                    <a:pt x="5970998" y="1015969"/>
                  </a:lnTo>
                  <a:lnTo>
                    <a:pt x="5920286" y="1053040"/>
                  </a:lnTo>
                  <a:lnTo>
                    <a:pt x="5870050" y="1088952"/>
                  </a:lnTo>
                  <a:lnTo>
                    <a:pt x="5820409" y="1123301"/>
                  </a:lnTo>
                  <a:lnTo>
                    <a:pt x="5771398" y="1155765"/>
                  </a:lnTo>
                  <a:lnTo>
                    <a:pt x="5722957" y="1186109"/>
                  </a:lnTo>
                  <a:lnTo>
                    <a:pt x="5674914" y="1214186"/>
                  </a:lnTo>
                  <a:lnTo>
                    <a:pt x="5626970" y="1239938"/>
                  </a:lnTo>
                  <a:lnTo>
                    <a:pt x="5578682" y="1263384"/>
                  </a:lnTo>
                  <a:lnTo>
                    <a:pt x="5567201" y="1268576"/>
                  </a:lnTo>
                  <a:lnTo>
                    <a:pt x="5518984" y="1288735"/>
                  </a:lnTo>
                  <a:lnTo>
                    <a:pt x="5469040" y="1306789"/>
                  </a:lnTo>
                  <a:lnTo>
                    <a:pt x="5416523" y="1322857"/>
                  </a:lnTo>
                  <a:lnTo>
                    <a:pt x="5360493" y="1337131"/>
                  </a:lnTo>
                  <a:lnTo>
                    <a:pt x="5300000" y="1349826"/>
                  </a:lnTo>
                  <a:lnTo>
                    <a:pt x="5234175" y="1361146"/>
                  </a:lnTo>
                  <a:lnTo>
                    <a:pt x="5162346" y="1371263"/>
                  </a:lnTo>
                  <a:lnTo>
                    <a:pt x="5084197" y="1380316"/>
                  </a:lnTo>
                  <a:lnTo>
                    <a:pt x="4999970" y="1388400"/>
                  </a:lnTo>
                  <a:lnTo>
                    <a:pt x="4910704" y="1395568"/>
                  </a:lnTo>
                  <a:lnTo>
                    <a:pt x="4818446" y="1401836"/>
                  </a:lnTo>
                  <a:lnTo>
                    <a:pt x="4726352" y="1407191"/>
                  </a:lnTo>
                  <a:lnTo>
                    <a:pt x="4638536" y="1411611"/>
                  </a:lnTo>
                  <a:lnTo>
                    <a:pt x="4559588" y="1415085"/>
                  </a:lnTo>
                  <a:lnTo>
                    <a:pt x="4493753" y="1417640"/>
                  </a:lnTo>
                  <a:lnTo>
                    <a:pt x="4443974" y="1419357"/>
                  </a:lnTo>
                  <a:lnTo>
                    <a:pt x="4411105" y="1420371"/>
                  </a:lnTo>
                  <a:lnTo>
                    <a:pt x="4393558" y="1420856"/>
                  </a:lnTo>
                  <a:lnTo>
                    <a:pt x="4387429" y="1421010"/>
                  </a:lnTo>
                  <a:lnTo>
                    <a:pt x="4386855" y="1421023"/>
                  </a:lnTo>
                  <a:lnTo>
                    <a:pt x="3848118" y="1421023"/>
                  </a:lnTo>
                  <a:lnTo>
                    <a:pt x="3846853" y="1420977"/>
                  </a:lnTo>
                  <a:lnTo>
                    <a:pt x="3838591" y="1420648"/>
                  </a:lnTo>
                  <a:lnTo>
                    <a:pt x="3817974" y="1419740"/>
                  </a:lnTo>
                  <a:lnTo>
                    <a:pt x="3781649" y="1417958"/>
                  </a:lnTo>
                  <a:lnTo>
                    <a:pt x="3728586" y="1415043"/>
                  </a:lnTo>
                  <a:lnTo>
                    <a:pt x="3660112" y="1410808"/>
                  </a:lnTo>
                  <a:lnTo>
                    <a:pt x="3579462" y="1405146"/>
                  </a:lnTo>
                  <a:lnTo>
                    <a:pt x="3490953" y="1398033"/>
                  </a:lnTo>
                  <a:lnTo>
                    <a:pt x="3399060" y="1389489"/>
                  </a:lnTo>
                  <a:lnTo>
                    <a:pt x="3307676" y="1379549"/>
                  </a:lnTo>
                  <a:lnTo>
                    <a:pt x="3219701" y="1368225"/>
                  </a:lnTo>
                  <a:lnTo>
                    <a:pt x="3136957" y="1355485"/>
                  </a:lnTo>
                  <a:lnTo>
                    <a:pt x="3060313" y="1341237"/>
                  </a:lnTo>
                  <a:lnTo>
                    <a:pt x="2989898" y="1325323"/>
                  </a:lnTo>
                  <a:lnTo>
                    <a:pt x="2925332" y="1307524"/>
                  </a:lnTo>
                  <a:lnTo>
                    <a:pt x="2865914" y="1287566"/>
                  </a:lnTo>
                  <a:lnTo>
                    <a:pt x="2810772" y="1265135"/>
                  </a:lnTo>
                  <a:lnTo>
                    <a:pt x="2758968" y="1239903"/>
                  </a:lnTo>
                  <a:lnTo>
                    <a:pt x="2709585" y="1211586"/>
                  </a:lnTo>
                  <a:lnTo>
                    <a:pt x="2667772" y="1184186"/>
                  </a:lnTo>
                  <a:lnTo>
                    <a:pt x="2623309" y="1151672"/>
                  </a:lnTo>
                  <a:lnTo>
                    <a:pt x="2579281" y="1116170"/>
                  </a:lnTo>
                  <a:lnTo>
                    <a:pt x="2535302" y="1077625"/>
                  </a:lnTo>
                  <a:lnTo>
                    <a:pt x="2491094" y="1036067"/>
                  </a:lnTo>
                  <a:lnTo>
                    <a:pt x="2446475" y="991615"/>
                  </a:lnTo>
                  <a:lnTo>
                    <a:pt x="2401347" y="944484"/>
                  </a:lnTo>
                  <a:lnTo>
                    <a:pt x="2355689" y="894989"/>
                  </a:lnTo>
                  <a:lnTo>
                    <a:pt x="2309543" y="843543"/>
                  </a:lnTo>
                  <a:lnTo>
                    <a:pt x="2263010" y="790637"/>
                  </a:lnTo>
                  <a:lnTo>
                    <a:pt x="2216226" y="736831"/>
                  </a:lnTo>
                  <a:lnTo>
                    <a:pt x="2169359" y="682727"/>
                  </a:lnTo>
                  <a:lnTo>
                    <a:pt x="2122580" y="628938"/>
                  </a:lnTo>
                  <a:lnTo>
                    <a:pt x="2076055" y="576064"/>
                  </a:lnTo>
                  <a:lnTo>
                    <a:pt x="2029922" y="524664"/>
                  </a:lnTo>
                  <a:lnTo>
                    <a:pt x="1984278" y="475229"/>
                  </a:lnTo>
                  <a:lnTo>
                    <a:pt x="1939165" y="428167"/>
                  </a:lnTo>
                  <a:lnTo>
                    <a:pt x="1894559" y="383790"/>
                  </a:lnTo>
                  <a:lnTo>
                    <a:pt x="1850360" y="342313"/>
                  </a:lnTo>
                  <a:lnTo>
                    <a:pt x="1806383" y="303851"/>
                  </a:lnTo>
                  <a:lnTo>
                    <a:pt x="1762348" y="268430"/>
                  </a:lnTo>
                  <a:lnTo>
                    <a:pt x="1719082" y="236837"/>
                  </a:lnTo>
                  <a:lnTo>
                    <a:pt x="1671145" y="205688"/>
                  </a:lnTo>
                  <a:lnTo>
                    <a:pt x="1621505" y="177772"/>
                  </a:lnTo>
                  <a:lnTo>
                    <a:pt x="1569331" y="152911"/>
                  </a:lnTo>
                  <a:lnTo>
                    <a:pt x="1513701" y="130810"/>
                  </a:lnTo>
                  <a:lnTo>
                    <a:pt x="1453680" y="111141"/>
                  </a:lnTo>
                  <a:lnTo>
                    <a:pt x="1388410" y="93594"/>
                  </a:lnTo>
                  <a:lnTo>
                    <a:pt x="1317222" y="77901"/>
                  </a:lnTo>
                  <a:lnTo>
                    <a:pt x="1239789" y="63850"/>
                  </a:lnTo>
                  <a:lnTo>
                    <a:pt x="1156320" y="51292"/>
                  </a:lnTo>
                  <a:lnTo>
                    <a:pt x="1067792" y="40144"/>
                  </a:lnTo>
                  <a:lnTo>
                    <a:pt x="976161" y="30378"/>
                  </a:lnTo>
                  <a:lnTo>
                    <a:pt x="884464" y="22013"/>
                  </a:lnTo>
                  <a:lnTo>
                    <a:pt x="796694" y="15082"/>
                  </a:lnTo>
                  <a:lnTo>
                    <a:pt x="717354" y="9603"/>
                  </a:lnTo>
                  <a:lnTo>
                    <a:pt x="650678" y="5542"/>
                  </a:lnTo>
                  <a:lnTo>
                    <a:pt x="599700" y="2782"/>
                  </a:lnTo>
                  <a:lnTo>
                    <a:pt x="565463" y="1125"/>
                  </a:lnTo>
                  <a:lnTo>
                    <a:pt x="546634" y="307"/>
                  </a:lnTo>
                  <a:lnTo>
                    <a:pt x="539587" y="3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8" name="pg398"/>
            <p:cNvSpPr/>
            <p:nvPr/>
          </p:nvSpPr>
          <p:spPr>
            <a:xfrm>
              <a:off x="546595" y="1839364"/>
              <a:ext cx="8234974" cy="1437357"/>
            </a:xfrm>
            <a:custGeom>
              <a:avLst/>
              <a:pathLst>
                <a:path w="8234974" h="1437357">
                  <a:moveTo>
                    <a:pt x="0" y="10889"/>
                  </a:moveTo>
                  <a:lnTo>
                    <a:pt x="538736" y="10889"/>
                  </a:lnTo>
                  <a:lnTo>
                    <a:pt x="540001" y="10935"/>
                  </a:lnTo>
                  <a:lnTo>
                    <a:pt x="548262" y="11264"/>
                  </a:lnTo>
                  <a:lnTo>
                    <a:pt x="568875" y="12176"/>
                  </a:lnTo>
                  <a:lnTo>
                    <a:pt x="605193" y="13965"/>
                  </a:lnTo>
                  <a:lnTo>
                    <a:pt x="658245" y="16890"/>
                  </a:lnTo>
                  <a:lnTo>
                    <a:pt x="726709" y="21141"/>
                  </a:lnTo>
                  <a:lnTo>
                    <a:pt x="807349" y="26823"/>
                  </a:lnTo>
                  <a:lnTo>
                    <a:pt x="895848" y="33962"/>
                  </a:lnTo>
                  <a:lnTo>
                    <a:pt x="987733" y="42537"/>
                  </a:lnTo>
                  <a:lnTo>
                    <a:pt x="1079112" y="52514"/>
                  </a:lnTo>
                  <a:lnTo>
                    <a:pt x="1167084" y="63879"/>
                  </a:lnTo>
                  <a:lnTo>
                    <a:pt x="1249826" y="76665"/>
                  </a:lnTo>
                  <a:lnTo>
                    <a:pt x="1326471" y="90966"/>
                  </a:lnTo>
                  <a:lnTo>
                    <a:pt x="1396886" y="106938"/>
                  </a:lnTo>
                  <a:lnTo>
                    <a:pt x="1461454" y="124801"/>
                  </a:lnTo>
                  <a:lnTo>
                    <a:pt x="1520872" y="144832"/>
                  </a:lnTo>
                  <a:lnTo>
                    <a:pt x="1576015" y="167344"/>
                  </a:lnTo>
                  <a:lnTo>
                    <a:pt x="1627819" y="192666"/>
                  </a:lnTo>
                  <a:lnTo>
                    <a:pt x="1677201" y="221085"/>
                  </a:lnTo>
                  <a:lnTo>
                    <a:pt x="1719082" y="248633"/>
                  </a:lnTo>
                  <a:lnTo>
                    <a:pt x="1763503" y="281239"/>
                  </a:lnTo>
                  <a:lnTo>
                    <a:pt x="1807489" y="316839"/>
                  </a:lnTo>
                  <a:lnTo>
                    <a:pt x="1851427" y="355486"/>
                  </a:lnTo>
                  <a:lnTo>
                    <a:pt x="1895591" y="397154"/>
                  </a:lnTo>
                  <a:lnTo>
                    <a:pt x="1940166" y="441722"/>
                  </a:lnTo>
                  <a:lnTo>
                    <a:pt x="1985247" y="488975"/>
                  </a:lnTo>
                  <a:lnTo>
                    <a:pt x="2030859" y="538598"/>
                  </a:lnTo>
                  <a:lnTo>
                    <a:pt x="2076957" y="590180"/>
                  </a:lnTo>
                  <a:lnTo>
                    <a:pt x="2123443" y="643228"/>
                  </a:lnTo>
                  <a:lnTo>
                    <a:pt x="2170180" y="697183"/>
                  </a:lnTo>
                  <a:lnTo>
                    <a:pt x="2217003" y="751443"/>
                  </a:lnTo>
                  <a:lnTo>
                    <a:pt x="2263739" y="805393"/>
                  </a:lnTo>
                  <a:lnTo>
                    <a:pt x="2310223" y="858433"/>
                  </a:lnTo>
                  <a:lnTo>
                    <a:pt x="2356318" y="910003"/>
                  </a:lnTo>
                  <a:lnTo>
                    <a:pt x="2401926" y="959610"/>
                  </a:lnTo>
                  <a:lnTo>
                    <a:pt x="2447004" y="1006846"/>
                  </a:lnTo>
                  <a:lnTo>
                    <a:pt x="2491575" y="1051394"/>
                  </a:lnTo>
                  <a:lnTo>
                    <a:pt x="2535737" y="1093041"/>
                  </a:lnTo>
                  <a:lnTo>
                    <a:pt x="2579673" y="1131667"/>
                  </a:lnTo>
                  <a:lnTo>
                    <a:pt x="2623661" y="1167246"/>
                  </a:lnTo>
                  <a:lnTo>
                    <a:pt x="2667772" y="1199612"/>
                  </a:lnTo>
                  <a:lnTo>
                    <a:pt x="2715706" y="1230878"/>
                  </a:lnTo>
                  <a:lnTo>
                    <a:pt x="2765342" y="1258899"/>
                  </a:lnTo>
                  <a:lnTo>
                    <a:pt x="2817511" y="1283854"/>
                  </a:lnTo>
                  <a:lnTo>
                    <a:pt x="2873136" y="1306039"/>
                  </a:lnTo>
                  <a:lnTo>
                    <a:pt x="2933151" y="1325782"/>
                  </a:lnTo>
                  <a:lnTo>
                    <a:pt x="2998414" y="1343396"/>
                  </a:lnTo>
                  <a:lnTo>
                    <a:pt x="3069594" y="1359149"/>
                  </a:lnTo>
                  <a:lnTo>
                    <a:pt x="3147018" y="1373254"/>
                  </a:lnTo>
                  <a:lnTo>
                    <a:pt x="3230477" y="1385859"/>
                  </a:lnTo>
                  <a:lnTo>
                    <a:pt x="3318995" y="1397051"/>
                  </a:lnTo>
                  <a:lnTo>
                    <a:pt x="3410618" y="1406854"/>
                  </a:lnTo>
                  <a:lnTo>
                    <a:pt x="3502310" y="1415252"/>
                  </a:lnTo>
                  <a:lnTo>
                    <a:pt x="3590079" y="1422210"/>
                  </a:lnTo>
                  <a:lnTo>
                    <a:pt x="3669424" y="1427711"/>
                  </a:lnTo>
                  <a:lnTo>
                    <a:pt x="3736110" y="1431789"/>
                  </a:lnTo>
                  <a:lnTo>
                    <a:pt x="3787104" y="1434561"/>
                  </a:lnTo>
                  <a:lnTo>
                    <a:pt x="3821358" y="1436225"/>
                  </a:lnTo>
                  <a:lnTo>
                    <a:pt x="3840204" y="1437047"/>
                  </a:lnTo>
                  <a:lnTo>
                    <a:pt x="3847263" y="1437326"/>
                  </a:lnTo>
                  <a:lnTo>
                    <a:pt x="3848118" y="1437357"/>
                  </a:lnTo>
                  <a:lnTo>
                    <a:pt x="4386855" y="1437357"/>
                  </a:lnTo>
                  <a:lnTo>
                    <a:pt x="4388148" y="1437333"/>
                  </a:lnTo>
                  <a:lnTo>
                    <a:pt x="4396586" y="1437164"/>
                  </a:lnTo>
                  <a:lnTo>
                    <a:pt x="4417625" y="1436698"/>
                  </a:lnTo>
                  <a:lnTo>
                    <a:pt x="4454651" y="1435784"/>
                  </a:lnTo>
                  <a:lnTo>
                    <a:pt x="4508652" y="1434289"/>
                  </a:lnTo>
                  <a:lnTo>
                    <a:pt x="4578200" y="1432119"/>
                  </a:lnTo>
                  <a:lnTo>
                    <a:pt x="4659926" y="1429221"/>
                  </a:lnTo>
                  <a:lnTo>
                    <a:pt x="4749389" y="1425584"/>
                  </a:lnTo>
                  <a:lnTo>
                    <a:pt x="4842030" y="1421220"/>
                  </a:lnTo>
                  <a:lnTo>
                    <a:pt x="4933928" y="1416145"/>
                  </a:lnTo>
                  <a:lnTo>
                    <a:pt x="5022195" y="1410365"/>
                  </a:lnTo>
                  <a:lnTo>
                    <a:pt x="5105049" y="1403861"/>
                  </a:lnTo>
                  <a:lnTo>
                    <a:pt x="5181676" y="1396583"/>
                  </a:lnTo>
                  <a:lnTo>
                    <a:pt x="5252000" y="1388447"/>
                  </a:lnTo>
                  <a:lnTo>
                    <a:pt x="5316450" y="1379338"/>
                  </a:lnTo>
                  <a:lnTo>
                    <a:pt x="5375768" y="1369112"/>
                  </a:lnTo>
                  <a:lnTo>
                    <a:pt x="5430857" y="1357607"/>
                  </a:lnTo>
                  <a:lnTo>
                    <a:pt x="5482678" y="1344655"/>
                  </a:lnTo>
                  <a:lnTo>
                    <a:pt x="5532160" y="1330117"/>
                  </a:lnTo>
                  <a:lnTo>
                    <a:pt x="5567201" y="1318484"/>
                  </a:lnTo>
                  <a:lnTo>
                    <a:pt x="5617139" y="1300038"/>
                  </a:lnTo>
                  <a:lnTo>
                    <a:pt x="5666593" y="1279690"/>
                  </a:lnTo>
                  <a:lnTo>
                    <a:pt x="5716081" y="1257414"/>
                  </a:lnTo>
                  <a:lnTo>
                    <a:pt x="5765954" y="1233250"/>
                  </a:lnTo>
                  <a:lnTo>
                    <a:pt x="5816418" y="1207311"/>
                  </a:lnTo>
                  <a:lnTo>
                    <a:pt x="5867551" y="1179792"/>
                  </a:lnTo>
                  <a:lnTo>
                    <a:pt x="5919319" y="1150964"/>
                  </a:lnTo>
                  <a:lnTo>
                    <a:pt x="5971596" y="1121168"/>
                  </a:lnTo>
                  <a:lnTo>
                    <a:pt x="6024189" y="1090798"/>
                  </a:lnTo>
                  <a:lnTo>
                    <a:pt x="6076863" y="1060285"/>
                  </a:lnTo>
                  <a:lnTo>
                    <a:pt x="6129373" y="1030064"/>
                  </a:lnTo>
                  <a:lnTo>
                    <a:pt x="6181495" y="1000556"/>
                  </a:lnTo>
                  <a:lnTo>
                    <a:pt x="6233056" y="972139"/>
                  </a:lnTo>
                  <a:lnTo>
                    <a:pt x="6283959" y="945133"/>
                  </a:lnTo>
                  <a:lnTo>
                    <a:pt x="6334207" y="919781"/>
                  </a:lnTo>
                  <a:lnTo>
                    <a:pt x="6383919" y="896252"/>
                  </a:lnTo>
                  <a:lnTo>
                    <a:pt x="6433348" y="874633"/>
                  </a:lnTo>
                  <a:lnTo>
                    <a:pt x="6482899" y="854939"/>
                  </a:lnTo>
                  <a:lnTo>
                    <a:pt x="6515891" y="842995"/>
                  </a:lnTo>
                  <a:lnTo>
                    <a:pt x="6564187" y="827251"/>
                  </a:lnTo>
                  <a:lnTo>
                    <a:pt x="6614217" y="813155"/>
                  </a:lnTo>
                  <a:lnTo>
                    <a:pt x="6666832" y="800612"/>
                  </a:lnTo>
                  <a:lnTo>
                    <a:pt x="6722975" y="789471"/>
                  </a:lnTo>
                  <a:lnTo>
                    <a:pt x="6783601" y="779564"/>
                  </a:lnTo>
                  <a:lnTo>
                    <a:pt x="6849583" y="770732"/>
                  </a:lnTo>
                  <a:lnTo>
                    <a:pt x="6921594" y="762839"/>
                  </a:lnTo>
                  <a:lnTo>
                    <a:pt x="6999946" y="755778"/>
                  </a:lnTo>
                  <a:lnTo>
                    <a:pt x="7084387" y="749474"/>
                  </a:lnTo>
                  <a:lnTo>
                    <a:pt x="7173861" y="743887"/>
                  </a:lnTo>
                  <a:lnTo>
                    <a:pt x="7266294" y="739003"/>
                  </a:lnTo>
                  <a:lnTo>
                    <a:pt x="7358497" y="734834"/>
                  </a:lnTo>
                  <a:lnTo>
                    <a:pt x="7446320" y="731398"/>
                  </a:lnTo>
                  <a:lnTo>
                    <a:pt x="7525151" y="728700"/>
                  </a:lnTo>
                  <a:lnTo>
                    <a:pt x="7590743" y="726721"/>
                  </a:lnTo>
                  <a:lnTo>
                    <a:pt x="7640179" y="725395"/>
                  </a:lnTo>
                  <a:lnTo>
                    <a:pt x="7672661" y="724616"/>
                  </a:lnTo>
                  <a:lnTo>
                    <a:pt x="7689850" y="724246"/>
                  </a:lnTo>
                  <a:lnTo>
                    <a:pt x="7695729" y="724132"/>
                  </a:lnTo>
                  <a:lnTo>
                    <a:pt x="7696237" y="724123"/>
                  </a:lnTo>
                  <a:lnTo>
                    <a:pt x="8234974" y="724123"/>
                  </a:lnTo>
                  <a:lnTo>
                    <a:pt x="8234974" y="713233"/>
                  </a:lnTo>
                  <a:lnTo>
                    <a:pt x="7696237" y="713233"/>
                  </a:lnTo>
                  <a:lnTo>
                    <a:pt x="7694944" y="713257"/>
                  </a:lnTo>
                  <a:lnTo>
                    <a:pt x="7686506" y="713426"/>
                  </a:lnTo>
                  <a:lnTo>
                    <a:pt x="7665467" y="713892"/>
                  </a:lnTo>
                  <a:lnTo>
                    <a:pt x="7628441" y="714806"/>
                  </a:lnTo>
                  <a:lnTo>
                    <a:pt x="7574440" y="716301"/>
                  </a:lnTo>
                  <a:lnTo>
                    <a:pt x="7504892" y="718471"/>
                  </a:lnTo>
                  <a:lnTo>
                    <a:pt x="7423166" y="721369"/>
                  </a:lnTo>
                  <a:lnTo>
                    <a:pt x="7333704" y="725006"/>
                  </a:lnTo>
                  <a:lnTo>
                    <a:pt x="7241063" y="729370"/>
                  </a:lnTo>
                  <a:lnTo>
                    <a:pt x="7149164" y="734445"/>
                  </a:lnTo>
                  <a:lnTo>
                    <a:pt x="7060898" y="740225"/>
                  </a:lnTo>
                  <a:lnTo>
                    <a:pt x="6978044" y="746729"/>
                  </a:lnTo>
                  <a:lnTo>
                    <a:pt x="6901417" y="754007"/>
                  </a:lnTo>
                  <a:lnTo>
                    <a:pt x="6831093" y="762143"/>
                  </a:lnTo>
                  <a:lnTo>
                    <a:pt x="6766642" y="771252"/>
                  </a:lnTo>
                  <a:lnTo>
                    <a:pt x="6707325" y="781478"/>
                  </a:lnTo>
                  <a:lnTo>
                    <a:pt x="6652236" y="792983"/>
                  </a:lnTo>
                  <a:lnTo>
                    <a:pt x="6600414" y="805935"/>
                  </a:lnTo>
                  <a:lnTo>
                    <a:pt x="6550932" y="820473"/>
                  </a:lnTo>
                  <a:lnTo>
                    <a:pt x="6515891" y="832106"/>
                  </a:lnTo>
                  <a:lnTo>
                    <a:pt x="6465954" y="850552"/>
                  </a:lnTo>
                  <a:lnTo>
                    <a:pt x="6416500" y="870900"/>
                  </a:lnTo>
                  <a:lnTo>
                    <a:pt x="6367012" y="893176"/>
                  </a:lnTo>
                  <a:lnTo>
                    <a:pt x="6317138" y="917340"/>
                  </a:lnTo>
                  <a:lnTo>
                    <a:pt x="6266674" y="943279"/>
                  </a:lnTo>
                  <a:lnTo>
                    <a:pt x="6215542" y="970798"/>
                  </a:lnTo>
                  <a:lnTo>
                    <a:pt x="6163774" y="999626"/>
                  </a:lnTo>
                  <a:lnTo>
                    <a:pt x="6111497" y="1029422"/>
                  </a:lnTo>
                  <a:lnTo>
                    <a:pt x="6058904" y="1059792"/>
                  </a:lnTo>
                  <a:lnTo>
                    <a:pt x="6006230" y="1090305"/>
                  </a:lnTo>
                  <a:lnTo>
                    <a:pt x="5953720" y="1120526"/>
                  </a:lnTo>
                  <a:lnTo>
                    <a:pt x="5901597" y="1150034"/>
                  </a:lnTo>
                  <a:lnTo>
                    <a:pt x="5850036" y="1178451"/>
                  </a:lnTo>
                  <a:lnTo>
                    <a:pt x="5799133" y="1205457"/>
                  </a:lnTo>
                  <a:lnTo>
                    <a:pt x="5748885" y="1230809"/>
                  </a:lnTo>
                  <a:lnTo>
                    <a:pt x="5699174" y="1254338"/>
                  </a:lnTo>
                  <a:lnTo>
                    <a:pt x="5649744" y="1275957"/>
                  </a:lnTo>
                  <a:lnTo>
                    <a:pt x="5600193" y="1295651"/>
                  </a:lnTo>
                  <a:lnTo>
                    <a:pt x="5567201" y="1307595"/>
                  </a:lnTo>
                  <a:lnTo>
                    <a:pt x="5518905" y="1323339"/>
                  </a:lnTo>
                  <a:lnTo>
                    <a:pt x="5468875" y="1337435"/>
                  </a:lnTo>
                  <a:lnTo>
                    <a:pt x="5416261" y="1349978"/>
                  </a:lnTo>
                  <a:lnTo>
                    <a:pt x="5360118" y="1361119"/>
                  </a:lnTo>
                  <a:lnTo>
                    <a:pt x="5299491" y="1371026"/>
                  </a:lnTo>
                  <a:lnTo>
                    <a:pt x="5233509" y="1379858"/>
                  </a:lnTo>
                  <a:lnTo>
                    <a:pt x="5161499" y="1387751"/>
                  </a:lnTo>
                  <a:lnTo>
                    <a:pt x="5083147" y="1394812"/>
                  </a:lnTo>
                  <a:lnTo>
                    <a:pt x="4998706" y="1401116"/>
                  </a:lnTo>
                  <a:lnTo>
                    <a:pt x="4909231" y="1406703"/>
                  </a:lnTo>
                  <a:lnTo>
                    <a:pt x="4816799" y="1411587"/>
                  </a:lnTo>
                  <a:lnTo>
                    <a:pt x="4724596" y="1415756"/>
                  </a:lnTo>
                  <a:lnTo>
                    <a:pt x="4636772" y="1419192"/>
                  </a:lnTo>
                  <a:lnTo>
                    <a:pt x="4557941" y="1421890"/>
                  </a:lnTo>
                  <a:lnTo>
                    <a:pt x="4492350" y="1423869"/>
                  </a:lnTo>
                  <a:lnTo>
                    <a:pt x="4442914" y="1425195"/>
                  </a:lnTo>
                  <a:lnTo>
                    <a:pt x="4410432" y="1425974"/>
                  </a:lnTo>
                  <a:lnTo>
                    <a:pt x="4393243" y="1426344"/>
                  </a:lnTo>
                  <a:lnTo>
                    <a:pt x="4387363" y="1426458"/>
                  </a:lnTo>
                  <a:lnTo>
                    <a:pt x="4386855" y="1426467"/>
                  </a:lnTo>
                  <a:lnTo>
                    <a:pt x="3848118" y="1426467"/>
                  </a:lnTo>
                  <a:lnTo>
                    <a:pt x="3846853" y="1426421"/>
                  </a:lnTo>
                  <a:lnTo>
                    <a:pt x="3838593" y="1426092"/>
                  </a:lnTo>
                  <a:lnTo>
                    <a:pt x="3817980" y="1425180"/>
                  </a:lnTo>
                  <a:lnTo>
                    <a:pt x="3781662" y="1423391"/>
                  </a:lnTo>
                  <a:lnTo>
                    <a:pt x="3728609" y="1420466"/>
                  </a:lnTo>
                  <a:lnTo>
                    <a:pt x="3660146" y="1416215"/>
                  </a:lnTo>
                  <a:lnTo>
                    <a:pt x="3579506" y="1410534"/>
                  </a:lnTo>
                  <a:lnTo>
                    <a:pt x="3491007" y="1403394"/>
                  </a:lnTo>
                  <a:lnTo>
                    <a:pt x="3399122" y="1394819"/>
                  </a:lnTo>
                  <a:lnTo>
                    <a:pt x="3307743" y="1384842"/>
                  </a:lnTo>
                  <a:lnTo>
                    <a:pt x="3219771" y="1373477"/>
                  </a:lnTo>
                  <a:lnTo>
                    <a:pt x="3137028" y="1360691"/>
                  </a:lnTo>
                  <a:lnTo>
                    <a:pt x="3060384" y="1346390"/>
                  </a:lnTo>
                  <a:lnTo>
                    <a:pt x="2989968" y="1330418"/>
                  </a:lnTo>
                  <a:lnTo>
                    <a:pt x="2925401" y="1312555"/>
                  </a:lnTo>
                  <a:lnTo>
                    <a:pt x="2865982" y="1292524"/>
                  </a:lnTo>
                  <a:lnTo>
                    <a:pt x="2810840" y="1270012"/>
                  </a:lnTo>
                  <a:lnTo>
                    <a:pt x="2759036" y="1244690"/>
                  </a:lnTo>
                  <a:lnTo>
                    <a:pt x="2709654" y="1216271"/>
                  </a:lnTo>
                  <a:lnTo>
                    <a:pt x="2667772" y="1188723"/>
                  </a:lnTo>
                  <a:lnTo>
                    <a:pt x="2623352" y="1156117"/>
                  </a:lnTo>
                  <a:lnTo>
                    <a:pt x="2579365" y="1120517"/>
                  </a:lnTo>
                  <a:lnTo>
                    <a:pt x="2535428" y="1081870"/>
                  </a:lnTo>
                  <a:lnTo>
                    <a:pt x="2491263" y="1040202"/>
                  </a:lnTo>
                  <a:lnTo>
                    <a:pt x="2446689" y="995634"/>
                  </a:lnTo>
                  <a:lnTo>
                    <a:pt x="2401607" y="948381"/>
                  </a:lnTo>
                  <a:lnTo>
                    <a:pt x="2355996" y="898758"/>
                  </a:lnTo>
                  <a:lnTo>
                    <a:pt x="2309898" y="847176"/>
                  </a:lnTo>
                  <a:lnTo>
                    <a:pt x="2263411" y="794128"/>
                  </a:lnTo>
                  <a:lnTo>
                    <a:pt x="2216674" y="740173"/>
                  </a:lnTo>
                  <a:lnTo>
                    <a:pt x="2169852" y="685913"/>
                  </a:lnTo>
                  <a:lnTo>
                    <a:pt x="2123116" y="631963"/>
                  </a:lnTo>
                  <a:lnTo>
                    <a:pt x="2076631" y="578923"/>
                  </a:lnTo>
                  <a:lnTo>
                    <a:pt x="2030537" y="527353"/>
                  </a:lnTo>
                  <a:lnTo>
                    <a:pt x="1984929" y="477746"/>
                  </a:lnTo>
                  <a:lnTo>
                    <a:pt x="1939851" y="430510"/>
                  </a:lnTo>
                  <a:lnTo>
                    <a:pt x="1895280" y="385962"/>
                  </a:lnTo>
                  <a:lnTo>
                    <a:pt x="1851118" y="344315"/>
                  </a:lnTo>
                  <a:lnTo>
                    <a:pt x="1807181" y="305689"/>
                  </a:lnTo>
                  <a:lnTo>
                    <a:pt x="1763193" y="270110"/>
                  </a:lnTo>
                  <a:lnTo>
                    <a:pt x="1719082" y="237744"/>
                  </a:lnTo>
                  <a:lnTo>
                    <a:pt x="1671149" y="206478"/>
                  </a:lnTo>
                  <a:lnTo>
                    <a:pt x="1621512" y="178457"/>
                  </a:lnTo>
                  <a:lnTo>
                    <a:pt x="1569343" y="153502"/>
                  </a:lnTo>
                  <a:lnTo>
                    <a:pt x="1513719" y="131317"/>
                  </a:lnTo>
                  <a:lnTo>
                    <a:pt x="1453703" y="111574"/>
                  </a:lnTo>
                  <a:lnTo>
                    <a:pt x="1388440" y="93960"/>
                  </a:lnTo>
                  <a:lnTo>
                    <a:pt x="1317261" y="78207"/>
                  </a:lnTo>
                  <a:lnTo>
                    <a:pt x="1239836" y="64102"/>
                  </a:lnTo>
                  <a:lnTo>
                    <a:pt x="1156377" y="51497"/>
                  </a:lnTo>
                  <a:lnTo>
                    <a:pt x="1067859" y="40305"/>
                  </a:lnTo>
                  <a:lnTo>
                    <a:pt x="976237" y="30502"/>
                  </a:lnTo>
                  <a:lnTo>
                    <a:pt x="884545" y="22104"/>
                  </a:lnTo>
                  <a:lnTo>
                    <a:pt x="796776" y="15146"/>
                  </a:lnTo>
                  <a:lnTo>
                    <a:pt x="717431" y="9645"/>
                  </a:lnTo>
                  <a:lnTo>
                    <a:pt x="650744" y="5567"/>
                  </a:lnTo>
                  <a:lnTo>
                    <a:pt x="599751" y="2795"/>
                  </a:lnTo>
                  <a:lnTo>
                    <a:pt x="565496" y="1131"/>
                  </a:lnTo>
                  <a:lnTo>
                    <a:pt x="546650" y="309"/>
                  </a:lnTo>
                  <a:lnTo>
                    <a:pt x="539591" y="3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399" name="pl399"/>
            <p:cNvSpPr/>
            <p:nvPr/>
          </p:nvSpPr>
          <p:spPr>
            <a:xfrm>
              <a:off x="546595" y="1850253"/>
              <a:ext cx="8234974" cy="1426467"/>
            </a:xfrm>
            <a:custGeom>
              <a:avLst/>
              <a:pathLst>
                <a:path w="8234974" h="1426467">
                  <a:moveTo>
                    <a:pt x="0" y="0"/>
                  </a:moveTo>
                  <a:lnTo>
                    <a:pt x="538736" y="0"/>
                  </a:lnTo>
                  <a:lnTo>
                    <a:pt x="540001" y="46"/>
                  </a:lnTo>
                  <a:lnTo>
                    <a:pt x="548262" y="375"/>
                  </a:lnTo>
                  <a:lnTo>
                    <a:pt x="568875" y="1287"/>
                  </a:lnTo>
                  <a:lnTo>
                    <a:pt x="605193" y="3076"/>
                  </a:lnTo>
                  <a:lnTo>
                    <a:pt x="658245" y="6001"/>
                  </a:lnTo>
                  <a:lnTo>
                    <a:pt x="726709" y="10252"/>
                  </a:lnTo>
                  <a:lnTo>
                    <a:pt x="807349" y="15933"/>
                  </a:lnTo>
                  <a:lnTo>
                    <a:pt x="895848" y="23073"/>
                  </a:lnTo>
                  <a:lnTo>
                    <a:pt x="987733" y="31648"/>
                  </a:lnTo>
                  <a:lnTo>
                    <a:pt x="1079112" y="41624"/>
                  </a:lnTo>
                  <a:lnTo>
                    <a:pt x="1167084" y="52990"/>
                  </a:lnTo>
                  <a:lnTo>
                    <a:pt x="1249826" y="65776"/>
                  </a:lnTo>
                  <a:lnTo>
                    <a:pt x="1326471" y="80077"/>
                  </a:lnTo>
                  <a:lnTo>
                    <a:pt x="1396886" y="96049"/>
                  </a:lnTo>
                  <a:lnTo>
                    <a:pt x="1461454" y="113912"/>
                  </a:lnTo>
                  <a:lnTo>
                    <a:pt x="1520872" y="133942"/>
                  </a:lnTo>
                  <a:lnTo>
                    <a:pt x="1576015" y="156455"/>
                  </a:lnTo>
                  <a:lnTo>
                    <a:pt x="1627819" y="181777"/>
                  </a:lnTo>
                  <a:lnTo>
                    <a:pt x="1677201" y="210196"/>
                  </a:lnTo>
                  <a:lnTo>
                    <a:pt x="1719082" y="237744"/>
                  </a:lnTo>
                  <a:lnTo>
                    <a:pt x="1763503" y="270350"/>
                  </a:lnTo>
                  <a:lnTo>
                    <a:pt x="1807489" y="305950"/>
                  </a:lnTo>
                  <a:lnTo>
                    <a:pt x="1851427" y="344597"/>
                  </a:lnTo>
                  <a:lnTo>
                    <a:pt x="1895591" y="386265"/>
                  </a:lnTo>
                  <a:lnTo>
                    <a:pt x="1940166" y="430833"/>
                  </a:lnTo>
                  <a:lnTo>
                    <a:pt x="1985247" y="478086"/>
                  </a:lnTo>
                  <a:lnTo>
                    <a:pt x="2030859" y="527709"/>
                  </a:lnTo>
                  <a:lnTo>
                    <a:pt x="2076957" y="579291"/>
                  </a:lnTo>
                  <a:lnTo>
                    <a:pt x="2123443" y="632339"/>
                  </a:lnTo>
                  <a:lnTo>
                    <a:pt x="2170180" y="686294"/>
                  </a:lnTo>
                  <a:lnTo>
                    <a:pt x="2217003" y="740554"/>
                  </a:lnTo>
                  <a:lnTo>
                    <a:pt x="2263739" y="794504"/>
                  </a:lnTo>
                  <a:lnTo>
                    <a:pt x="2310223" y="847544"/>
                  </a:lnTo>
                  <a:lnTo>
                    <a:pt x="2356318" y="899114"/>
                  </a:lnTo>
                  <a:lnTo>
                    <a:pt x="2401926" y="948721"/>
                  </a:lnTo>
                  <a:lnTo>
                    <a:pt x="2447004" y="995957"/>
                  </a:lnTo>
                  <a:lnTo>
                    <a:pt x="2491575" y="1040505"/>
                  </a:lnTo>
                  <a:lnTo>
                    <a:pt x="2535737" y="1082152"/>
                  </a:lnTo>
                  <a:lnTo>
                    <a:pt x="2579673" y="1120778"/>
                  </a:lnTo>
                  <a:lnTo>
                    <a:pt x="2623661" y="1156357"/>
                  </a:lnTo>
                  <a:lnTo>
                    <a:pt x="2667772" y="1188723"/>
                  </a:lnTo>
                  <a:lnTo>
                    <a:pt x="2715706" y="1219989"/>
                  </a:lnTo>
                  <a:lnTo>
                    <a:pt x="2765342" y="1248010"/>
                  </a:lnTo>
                  <a:lnTo>
                    <a:pt x="2817511" y="1272965"/>
                  </a:lnTo>
                  <a:lnTo>
                    <a:pt x="2873136" y="1295150"/>
                  </a:lnTo>
                  <a:lnTo>
                    <a:pt x="2933151" y="1314893"/>
                  </a:lnTo>
                  <a:lnTo>
                    <a:pt x="2998414" y="1332507"/>
                  </a:lnTo>
                  <a:lnTo>
                    <a:pt x="3069594" y="1348260"/>
                  </a:lnTo>
                  <a:lnTo>
                    <a:pt x="3147018" y="1362365"/>
                  </a:lnTo>
                  <a:lnTo>
                    <a:pt x="3230477" y="1374970"/>
                  </a:lnTo>
                  <a:lnTo>
                    <a:pt x="3318995" y="1386162"/>
                  </a:lnTo>
                  <a:lnTo>
                    <a:pt x="3410618" y="1395965"/>
                  </a:lnTo>
                  <a:lnTo>
                    <a:pt x="3502310" y="1404363"/>
                  </a:lnTo>
                  <a:lnTo>
                    <a:pt x="3590079" y="1411321"/>
                  </a:lnTo>
                  <a:lnTo>
                    <a:pt x="3669424" y="1416822"/>
                  </a:lnTo>
                  <a:lnTo>
                    <a:pt x="3736110" y="1420900"/>
                  </a:lnTo>
                  <a:lnTo>
                    <a:pt x="3787104" y="1423671"/>
                  </a:lnTo>
                  <a:lnTo>
                    <a:pt x="3821358" y="1425336"/>
                  </a:lnTo>
                  <a:lnTo>
                    <a:pt x="3840204" y="1426158"/>
                  </a:lnTo>
                  <a:lnTo>
                    <a:pt x="3847263" y="1426437"/>
                  </a:lnTo>
                  <a:lnTo>
                    <a:pt x="3848118" y="1426467"/>
                  </a:lnTo>
                  <a:lnTo>
                    <a:pt x="4386855" y="1426467"/>
                  </a:lnTo>
                  <a:lnTo>
                    <a:pt x="4388148" y="1426444"/>
                  </a:lnTo>
                  <a:lnTo>
                    <a:pt x="4396586" y="1426275"/>
                  </a:lnTo>
                  <a:lnTo>
                    <a:pt x="4417625" y="1425809"/>
                  </a:lnTo>
                  <a:lnTo>
                    <a:pt x="4454651" y="1424895"/>
                  </a:lnTo>
                  <a:lnTo>
                    <a:pt x="4508652" y="1423400"/>
                  </a:lnTo>
                  <a:lnTo>
                    <a:pt x="4578200" y="1421230"/>
                  </a:lnTo>
                  <a:lnTo>
                    <a:pt x="4659926" y="1418332"/>
                  </a:lnTo>
                  <a:lnTo>
                    <a:pt x="4749389" y="1414695"/>
                  </a:lnTo>
                  <a:lnTo>
                    <a:pt x="4842030" y="1410331"/>
                  </a:lnTo>
                  <a:lnTo>
                    <a:pt x="4933928" y="1405256"/>
                  </a:lnTo>
                  <a:lnTo>
                    <a:pt x="5022195" y="1399476"/>
                  </a:lnTo>
                  <a:lnTo>
                    <a:pt x="5105049" y="1392972"/>
                  </a:lnTo>
                  <a:lnTo>
                    <a:pt x="5181676" y="1385694"/>
                  </a:lnTo>
                  <a:lnTo>
                    <a:pt x="5252000" y="1377558"/>
                  </a:lnTo>
                  <a:lnTo>
                    <a:pt x="5316450" y="1368449"/>
                  </a:lnTo>
                  <a:lnTo>
                    <a:pt x="5375768" y="1358223"/>
                  </a:lnTo>
                  <a:lnTo>
                    <a:pt x="5430857" y="1346718"/>
                  </a:lnTo>
                  <a:lnTo>
                    <a:pt x="5482678" y="1333766"/>
                  </a:lnTo>
                  <a:lnTo>
                    <a:pt x="5532160" y="1319228"/>
                  </a:lnTo>
                  <a:lnTo>
                    <a:pt x="5567201" y="1307595"/>
                  </a:lnTo>
                  <a:lnTo>
                    <a:pt x="5617139" y="1289149"/>
                  </a:lnTo>
                  <a:lnTo>
                    <a:pt x="5666593" y="1268801"/>
                  </a:lnTo>
                  <a:lnTo>
                    <a:pt x="5716081" y="1246525"/>
                  </a:lnTo>
                  <a:lnTo>
                    <a:pt x="5765954" y="1222360"/>
                  </a:lnTo>
                  <a:lnTo>
                    <a:pt x="5816418" y="1196422"/>
                  </a:lnTo>
                  <a:lnTo>
                    <a:pt x="5867551" y="1168903"/>
                  </a:lnTo>
                  <a:lnTo>
                    <a:pt x="5919319" y="1140075"/>
                  </a:lnTo>
                  <a:lnTo>
                    <a:pt x="5971596" y="1110278"/>
                  </a:lnTo>
                  <a:lnTo>
                    <a:pt x="6024189" y="1079909"/>
                  </a:lnTo>
                  <a:lnTo>
                    <a:pt x="6076863" y="1049396"/>
                  </a:lnTo>
                  <a:lnTo>
                    <a:pt x="6129373" y="1019175"/>
                  </a:lnTo>
                  <a:lnTo>
                    <a:pt x="6181495" y="989667"/>
                  </a:lnTo>
                  <a:lnTo>
                    <a:pt x="6233056" y="961250"/>
                  </a:lnTo>
                  <a:lnTo>
                    <a:pt x="6283959" y="934243"/>
                  </a:lnTo>
                  <a:lnTo>
                    <a:pt x="6334207" y="908892"/>
                  </a:lnTo>
                  <a:lnTo>
                    <a:pt x="6383919" y="885363"/>
                  </a:lnTo>
                  <a:lnTo>
                    <a:pt x="6433348" y="863743"/>
                  </a:lnTo>
                  <a:lnTo>
                    <a:pt x="6482899" y="844050"/>
                  </a:lnTo>
                  <a:lnTo>
                    <a:pt x="6515891" y="832106"/>
                  </a:lnTo>
                  <a:lnTo>
                    <a:pt x="6564187" y="816362"/>
                  </a:lnTo>
                  <a:lnTo>
                    <a:pt x="6614217" y="802266"/>
                  </a:lnTo>
                  <a:lnTo>
                    <a:pt x="6666832" y="789723"/>
                  </a:lnTo>
                  <a:lnTo>
                    <a:pt x="6722975" y="778581"/>
                  </a:lnTo>
                  <a:lnTo>
                    <a:pt x="6783601" y="768675"/>
                  </a:lnTo>
                  <a:lnTo>
                    <a:pt x="6849583" y="759843"/>
                  </a:lnTo>
                  <a:lnTo>
                    <a:pt x="6921594" y="751950"/>
                  </a:lnTo>
                  <a:lnTo>
                    <a:pt x="6999946" y="744889"/>
                  </a:lnTo>
                  <a:lnTo>
                    <a:pt x="7084387" y="738585"/>
                  </a:lnTo>
                  <a:lnTo>
                    <a:pt x="7173861" y="732997"/>
                  </a:lnTo>
                  <a:lnTo>
                    <a:pt x="7266294" y="728114"/>
                  </a:lnTo>
                  <a:lnTo>
                    <a:pt x="7358497" y="723945"/>
                  </a:lnTo>
                  <a:lnTo>
                    <a:pt x="7446320" y="720509"/>
                  </a:lnTo>
                  <a:lnTo>
                    <a:pt x="7525151" y="717811"/>
                  </a:lnTo>
                  <a:lnTo>
                    <a:pt x="7590743" y="715831"/>
                  </a:lnTo>
                  <a:lnTo>
                    <a:pt x="7640179" y="714506"/>
                  </a:lnTo>
                  <a:lnTo>
                    <a:pt x="7672661" y="713727"/>
                  </a:lnTo>
                  <a:lnTo>
                    <a:pt x="7689850" y="713357"/>
                  </a:lnTo>
                  <a:lnTo>
                    <a:pt x="7695729" y="713243"/>
                  </a:lnTo>
                  <a:lnTo>
                    <a:pt x="7696237" y="713233"/>
                  </a:lnTo>
                  <a:lnTo>
                    <a:pt x="8234974" y="713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0" name="pl400"/>
            <p:cNvSpPr/>
            <p:nvPr/>
          </p:nvSpPr>
          <p:spPr>
            <a:xfrm>
              <a:off x="546595" y="1839364"/>
              <a:ext cx="8234974" cy="1426467"/>
            </a:xfrm>
            <a:custGeom>
              <a:avLst/>
              <a:pathLst>
                <a:path w="8234974" h="1426467">
                  <a:moveTo>
                    <a:pt x="8234974" y="713233"/>
                  </a:moveTo>
                  <a:lnTo>
                    <a:pt x="7696237" y="713233"/>
                  </a:lnTo>
                  <a:lnTo>
                    <a:pt x="7694944" y="713257"/>
                  </a:lnTo>
                  <a:lnTo>
                    <a:pt x="7686506" y="713426"/>
                  </a:lnTo>
                  <a:lnTo>
                    <a:pt x="7665467" y="713892"/>
                  </a:lnTo>
                  <a:lnTo>
                    <a:pt x="7628441" y="714806"/>
                  </a:lnTo>
                  <a:lnTo>
                    <a:pt x="7574440" y="716301"/>
                  </a:lnTo>
                  <a:lnTo>
                    <a:pt x="7504892" y="718471"/>
                  </a:lnTo>
                  <a:lnTo>
                    <a:pt x="7423166" y="721369"/>
                  </a:lnTo>
                  <a:lnTo>
                    <a:pt x="7333704" y="725006"/>
                  </a:lnTo>
                  <a:lnTo>
                    <a:pt x="7241063" y="729370"/>
                  </a:lnTo>
                  <a:lnTo>
                    <a:pt x="7149164" y="734445"/>
                  </a:lnTo>
                  <a:lnTo>
                    <a:pt x="7060898" y="740225"/>
                  </a:lnTo>
                  <a:lnTo>
                    <a:pt x="6978044" y="746729"/>
                  </a:lnTo>
                  <a:lnTo>
                    <a:pt x="6901417" y="754007"/>
                  </a:lnTo>
                  <a:lnTo>
                    <a:pt x="6831093" y="762143"/>
                  </a:lnTo>
                  <a:lnTo>
                    <a:pt x="6766642" y="771252"/>
                  </a:lnTo>
                  <a:lnTo>
                    <a:pt x="6707325" y="781478"/>
                  </a:lnTo>
                  <a:lnTo>
                    <a:pt x="6652236" y="792983"/>
                  </a:lnTo>
                  <a:lnTo>
                    <a:pt x="6600414" y="805935"/>
                  </a:lnTo>
                  <a:lnTo>
                    <a:pt x="6550932" y="820473"/>
                  </a:lnTo>
                  <a:lnTo>
                    <a:pt x="6515891" y="832106"/>
                  </a:lnTo>
                  <a:lnTo>
                    <a:pt x="6465954" y="850552"/>
                  </a:lnTo>
                  <a:lnTo>
                    <a:pt x="6416500" y="870900"/>
                  </a:lnTo>
                  <a:lnTo>
                    <a:pt x="6367012" y="893176"/>
                  </a:lnTo>
                  <a:lnTo>
                    <a:pt x="6317138" y="917340"/>
                  </a:lnTo>
                  <a:lnTo>
                    <a:pt x="6266674" y="943279"/>
                  </a:lnTo>
                  <a:lnTo>
                    <a:pt x="6215542" y="970798"/>
                  </a:lnTo>
                  <a:lnTo>
                    <a:pt x="6163774" y="999626"/>
                  </a:lnTo>
                  <a:lnTo>
                    <a:pt x="6111497" y="1029422"/>
                  </a:lnTo>
                  <a:lnTo>
                    <a:pt x="6058904" y="1059792"/>
                  </a:lnTo>
                  <a:lnTo>
                    <a:pt x="6006230" y="1090305"/>
                  </a:lnTo>
                  <a:lnTo>
                    <a:pt x="5953720" y="1120526"/>
                  </a:lnTo>
                  <a:lnTo>
                    <a:pt x="5901597" y="1150034"/>
                  </a:lnTo>
                  <a:lnTo>
                    <a:pt x="5850036" y="1178451"/>
                  </a:lnTo>
                  <a:lnTo>
                    <a:pt x="5799133" y="1205457"/>
                  </a:lnTo>
                  <a:lnTo>
                    <a:pt x="5748885" y="1230809"/>
                  </a:lnTo>
                  <a:lnTo>
                    <a:pt x="5699174" y="1254338"/>
                  </a:lnTo>
                  <a:lnTo>
                    <a:pt x="5649744" y="1275957"/>
                  </a:lnTo>
                  <a:lnTo>
                    <a:pt x="5600193" y="1295651"/>
                  </a:lnTo>
                  <a:lnTo>
                    <a:pt x="5567201" y="1307595"/>
                  </a:lnTo>
                  <a:lnTo>
                    <a:pt x="5518905" y="1323339"/>
                  </a:lnTo>
                  <a:lnTo>
                    <a:pt x="5468875" y="1337435"/>
                  </a:lnTo>
                  <a:lnTo>
                    <a:pt x="5416261" y="1349978"/>
                  </a:lnTo>
                  <a:lnTo>
                    <a:pt x="5360118" y="1361119"/>
                  </a:lnTo>
                  <a:lnTo>
                    <a:pt x="5299491" y="1371026"/>
                  </a:lnTo>
                  <a:lnTo>
                    <a:pt x="5233509" y="1379858"/>
                  </a:lnTo>
                  <a:lnTo>
                    <a:pt x="5161499" y="1387751"/>
                  </a:lnTo>
                  <a:lnTo>
                    <a:pt x="5083147" y="1394812"/>
                  </a:lnTo>
                  <a:lnTo>
                    <a:pt x="4998706" y="1401116"/>
                  </a:lnTo>
                  <a:lnTo>
                    <a:pt x="4909231" y="1406703"/>
                  </a:lnTo>
                  <a:lnTo>
                    <a:pt x="4816799" y="1411587"/>
                  </a:lnTo>
                  <a:lnTo>
                    <a:pt x="4724596" y="1415756"/>
                  </a:lnTo>
                  <a:lnTo>
                    <a:pt x="4636772" y="1419192"/>
                  </a:lnTo>
                  <a:lnTo>
                    <a:pt x="4557941" y="1421890"/>
                  </a:lnTo>
                  <a:lnTo>
                    <a:pt x="4492350" y="1423869"/>
                  </a:lnTo>
                  <a:lnTo>
                    <a:pt x="4442914" y="1425195"/>
                  </a:lnTo>
                  <a:lnTo>
                    <a:pt x="4410432" y="1425974"/>
                  </a:lnTo>
                  <a:lnTo>
                    <a:pt x="4393243" y="1426344"/>
                  </a:lnTo>
                  <a:lnTo>
                    <a:pt x="4387363" y="1426458"/>
                  </a:lnTo>
                  <a:lnTo>
                    <a:pt x="4386855" y="1426467"/>
                  </a:lnTo>
                  <a:lnTo>
                    <a:pt x="3848118" y="1426467"/>
                  </a:lnTo>
                  <a:lnTo>
                    <a:pt x="3846853" y="1426421"/>
                  </a:lnTo>
                  <a:lnTo>
                    <a:pt x="3838593" y="1426092"/>
                  </a:lnTo>
                  <a:lnTo>
                    <a:pt x="3817980" y="1425180"/>
                  </a:lnTo>
                  <a:lnTo>
                    <a:pt x="3781662" y="1423391"/>
                  </a:lnTo>
                  <a:lnTo>
                    <a:pt x="3728609" y="1420466"/>
                  </a:lnTo>
                  <a:lnTo>
                    <a:pt x="3660146" y="1416215"/>
                  </a:lnTo>
                  <a:lnTo>
                    <a:pt x="3579506" y="1410534"/>
                  </a:lnTo>
                  <a:lnTo>
                    <a:pt x="3491007" y="1403394"/>
                  </a:lnTo>
                  <a:lnTo>
                    <a:pt x="3399122" y="1394819"/>
                  </a:lnTo>
                  <a:lnTo>
                    <a:pt x="3307743" y="1384842"/>
                  </a:lnTo>
                  <a:lnTo>
                    <a:pt x="3219771" y="1373477"/>
                  </a:lnTo>
                  <a:lnTo>
                    <a:pt x="3137028" y="1360691"/>
                  </a:lnTo>
                  <a:lnTo>
                    <a:pt x="3060384" y="1346390"/>
                  </a:lnTo>
                  <a:lnTo>
                    <a:pt x="2989968" y="1330418"/>
                  </a:lnTo>
                  <a:lnTo>
                    <a:pt x="2925401" y="1312555"/>
                  </a:lnTo>
                  <a:lnTo>
                    <a:pt x="2865982" y="1292524"/>
                  </a:lnTo>
                  <a:lnTo>
                    <a:pt x="2810840" y="1270012"/>
                  </a:lnTo>
                  <a:lnTo>
                    <a:pt x="2759036" y="1244690"/>
                  </a:lnTo>
                  <a:lnTo>
                    <a:pt x="2709654" y="1216271"/>
                  </a:lnTo>
                  <a:lnTo>
                    <a:pt x="2667772" y="1188723"/>
                  </a:lnTo>
                  <a:lnTo>
                    <a:pt x="2623352" y="1156117"/>
                  </a:lnTo>
                  <a:lnTo>
                    <a:pt x="2579365" y="1120517"/>
                  </a:lnTo>
                  <a:lnTo>
                    <a:pt x="2535428" y="1081870"/>
                  </a:lnTo>
                  <a:lnTo>
                    <a:pt x="2491263" y="1040202"/>
                  </a:lnTo>
                  <a:lnTo>
                    <a:pt x="2446689" y="995634"/>
                  </a:lnTo>
                  <a:lnTo>
                    <a:pt x="2401607" y="948381"/>
                  </a:lnTo>
                  <a:lnTo>
                    <a:pt x="2355996" y="898758"/>
                  </a:lnTo>
                  <a:lnTo>
                    <a:pt x="2309898" y="847176"/>
                  </a:lnTo>
                  <a:lnTo>
                    <a:pt x="2263411" y="794128"/>
                  </a:lnTo>
                  <a:lnTo>
                    <a:pt x="2216674" y="740173"/>
                  </a:lnTo>
                  <a:lnTo>
                    <a:pt x="2169852" y="685913"/>
                  </a:lnTo>
                  <a:lnTo>
                    <a:pt x="2123116" y="631963"/>
                  </a:lnTo>
                  <a:lnTo>
                    <a:pt x="2076631" y="578923"/>
                  </a:lnTo>
                  <a:lnTo>
                    <a:pt x="2030537" y="527353"/>
                  </a:lnTo>
                  <a:lnTo>
                    <a:pt x="1984929" y="477746"/>
                  </a:lnTo>
                  <a:lnTo>
                    <a:pt x="1939851" y="430510"/>
                  </a:lnTo>
                  <a:lnTo>
                    <a:pt x="1895280" y="385962"/>
                  </a:lnTo>
                  <a:lnTo>
                    <a:pt x="1851118" y="344315"/>
                  </a:lnTo>
                  <a:lnTo>
                    <a:pt x="1807181" y="305689"/>
                  </a:lnTo>
                  <a:lnTo>
                    <a:pt x="1763193" y="270110"/>
                  </a:lnTo>
                  <a:lnTo>
                    <a:pt x="1719082" y="237744"/>
                  </a:lnTo>
                  <a:lnTo>
                    <a:pt x="1671149" y="206478"/>
                  </a:lnTo>
                  <a:lnTo>
                    <a:pt x="1621512" y="178457"/>
                  </a:lnTo>
                  <a:lnTo>
                    <a:pt x="1569343" y="153502"/>
                  </a:lnTo>
                  <a:lnTo>
                    <a:pt x="1513719" y="131317"/>
                  </a:lnTo>
                  <a:lnTo>
                    <a:pt x="1453703" y="111574"/>
                  </a:lnTo>
                  <a:lnTo>
                    <a:pt x="1388440" y="93960"/>
                  </a:lnTo>
                  <a:lnTo>
                    <a:pt x="1317261" y="78207"/>
                  </a:lnTo>
                  <a:lnTo>
                    <a:pt x="1239836" y="64102"/>
                  </a:lnTo>
                  <a:lnTo>
                    <a:pt x="1156377" y="51497"/>
                  </a:lnTo>
                  <a:lnTo>
                    <a:pt x="1067859" y="40305"/>
                  </a:lnTo>
                  <a:lnTo>
                    <a:pt x="976237" y="30502"/>
                  </a:lnTo>
                  <a:lnTo>
                    <a:pt x="884545" y="22104"/>
                  </a:lnTo>
                  <a:lnTo>
                    <a:pt x="796776" y="15146"/>
                  </a:lnTo>
                  <a:lnTo>
                    <a:pt x="717431" y="9645"/>
                  </a:lnTo>
                  <a:lnTo>
                    <a:pt x="650744" y="5567"/>
                  </a:lnTo>
                  <a:lnTo>
                    <a:pt x="599751" y="2795"/>
                  </a:lnTo>
                  <a:lnTo>
                    <a:pt x="565496" y="1131"/>
                  </a:lnTo>
                  <a:lnTo>
                    <a:pt x="546650" y="309"/>
                  </a:lnTo>
                  <a:lnTo>
                    <a:pt x="539591" y="3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1" name="pg401"/>
            <p:cNvSpPr/>
            <p:nvPr/>
          </p:nvSpPr>
          <p:spPr>
            <a:xfrm>
              <a:off x="546595" y="1850253"/>
              <a:ext cx="8234974" cy="1437357"/>
            </a:xfrm>
            <a:custGeom>
              <a:avLst/>
              <a:pathLst>
                <a:path w="8234974" h="1437357">
                  <a:moveTo>
                    <a:pt x="0" y="5444"/>
                  </a:moveTo>
                  <a:lnTo>
                    <a:pt x="538736" y="5444"/>
                  </a:lnTo>
                  <a:lnTo>
                    <a:pt x="540001" y="5490"/>
                  </a:lnTo>
                  <a:lnTo>
                    <a:pt x="548260" y="5821"/>
                  </a:lnTo>
                  <a:lnTo>
                    <a:pt x="568868" y="6736"/>
                  </a:lnTo>
                  <a:lnTo>
                    <a:pt x="605179" y="8531"/>
                  </a:lnTo>
                  <a:lnTo>
                    <a:pt x="658223" y="11467"/>
                  </a:lnTo>
                  <a:lnTo>
                    <a:pt x="726675" y="15733"/>
                  </a:lnTo>
                  <a:lnTo>
                    <a:pt x="807304" y="21435"/>
                  </a:lnTo>
                  <a:lnTo>
                    <a:pt x="895794" y="28601"/>
                  </a:lnTo>
                  <a:lnTo>
                    <a:pt x="987671" y="37207"/>
                  </a:lnTo>
                  <a:lnTo>
                    <a:pt x="1079045" y="47220"/>
                  </a:lnTo>
                  <a:lnTo>
                    <a:pt x="1167014" y="58626"/>
                  </a:lnTo>
                  <a:lnTo>
                    <a:pt x="1249755" y="71460"/>
                  </a:lnTo>
                  <a:lnTo>
                    <a:pt x="1326399" y="85812"/>
                  </a:lnTo>
                  <a:lnTo>
                    <a:pt x="1396816" y="101842"/>
                  </a:lnTo>
                  <a:lnTo>
                    <a:pt x="1461384" y="119770"/>
                  </a:lnTo>
                  <a:lnTo>
                    <a:pt x="1520804" y="139873"/>
                  </a:lnTo>
                  <a:lnTo>
                    <a:pt x="1575947" y="162466"/>
                  </a:lnTo>
                  <a:lnTo>
                    <a:pt x="1627751" y="187879"/>
                  </a:lnTo>
                  <a:lnTo>
                    <a:pt x="1677132" y="216400"/>
                  </a:lnTo>
                  <a:lnTo>
                    <a:pt x="1719082" y="244096"/>
                  </a:lnTo>
                  <a:lnTo>
                    <a:pt x="1763461" y="276793"/>
                  </a:lnTo>
                  <a:lnTo>
                    <a:pt x="1807406" y="312491"/>
                  </a:lnTo>
                  <a:lnTo>
                    <a:pt x="1851300" y="351242"/>
                  </a:lnTo>
                  <a:lnTo>
                    <a:pt x="1895422" y="393018"/>
                  </a:lnTo>
                  <a:lnTo>
                    <a:pt x="1939951" y="437702"/>
                  </a:lnTo>
                  <a:lnTo>
                    <a:pt x="1984987" y="485076"/>
                  </a:lnTo>
                  <a:lnTo>
                    <a:pt x="2030552" y="534827"/>
                  </a:lnTo>
                  <a:lnTo>
                    <a:pt x="2076602" y="586544"/>
                  </a:lnTo>
                  <a:lnTo>
                    <a:pt x="2123042" y="639734"/>
                  </a:lnTo>
                  <a:lnTo>
                    <a:pt x="2169733" y="693837"/>
                  </a:lnTo>
                  <a:lnTo>
                    <a:pt x="2216511" y="748253"/>
                  </a:lnTo>
                  <a:lnTo>
                    <a:pt x="2263204" y="802364"/>
                  </a:lnTo>
                  <a:lnTo>
                    <a:pt x="2309648" y="855569"/>
                  </a:lnTo>
                  <a:lnTo>
                    <a:pt x="2355704" y="907309"/>
                  </a:lnTo>
                  <a:lnTo>
                    <a:pt x="2401276" y="957089"/>
                  </a:lnTo>
                  <a:lnTo>
                    <a:pt x="2446318" y="1004497"/>
                  </a:lnTo>
                  <a:lnTo>
                    <a:pt x="2490854" y="1049217"/>
                  </a:lnTo>
                  <a:lnTo>
                    <a:pt x="2534980" y="1091032"/>
                  </a:lnTo>
                  <a:lnTo>
                    <a:pt x="2578876" y="1129823"/>
                  </a:lnTo>
                  <a:lnTo>
                    <a:pt x="2622818" y="1165560"/>
                  </a:lnTo>
                  <a:lnTo>
                    <a:pt x="2667187" y="1198296"/>
                  </a:lnTo>
                  <a:lnTo>
                    <a:pt x="2667772" y="1198704"/>
                  </a:lnTo>
                  <a:lnTo>
                    <a:pt x="2715702" y="1230088"/>
                  </a:lnTo>
                  <a:lnTo>
                    <a:pt x="2765335" y="1258214"/>
                  </a:lnTo>
                  <a:lnTo>
                    <a:pt x="2817499" y="1283262"/>
                  </a:lnTo>
                  <a:lnTo>
                    <a:pt x="2873119" y="1305531"/>
                  </a:lnTo>
                  <a:lnTo>
                    <a:pt x="2933128" y="1325349"/>
                  </a:lnTo>
                  <a:lnTo>
                    <a:pt x="2998384" y="1343030"/>
                  </a:lnTo>
                  <a:lnTo>
                    <a:pt x="3069555" y="1358843"/>
                  </a:lnTo>
                  <a:lnTo>
                    <a:pt x="3146970" y="1373001"/>
                  </a:lnTo>
                  <a:lnTo>
                    <a:pt x="3230420" y="1385655"/>
                  </a:lnTo>
                  <a:lnTo>
                    <a:pt x="3318928" y="1396889"/>
                  </a:lnTo>
                  <a:lnTo>
                    <a:pt x="3410542" y="1406730"/>
                  </a:lnTo>
                  <a:lnTo>
                    <a:pt x="3502229" y="1415161"/>
                  </a:lnTo>
                  <a:lnTo>
                    <a:pt x="3589997" y="1422146"/>
                  </a:lnTo>
                  <a:lnTo>
                    <a:pt x="3669347" y="1427669"/>
                  </a:lnTo>
                  <a:lnTo>
                    <a:pt x="3736044" y="1431764"/>
                  </a:lnTo>
                  <a:lnTo>
                    <a:pt x="3787053" y="1434547"/>
                  </a:lnTo>
                  <a:lnTo>
                    <a:pt x="3821325" y="1436219"/>
                  </a:lnTo>
                  <a:lnTo>
                    <a:pt x="3840188" y="1437046"/>
                  </a:lnTo>
                  <a:lnTo>
                    <a:pt x="3847259" y="1437325"/>
                  </a:lnTo>
                  <a:lnTo>
                    <a:pt x="3848118" y="1437357"/>
                  </a:lnTo>
                  <a:lnTo>
                    <a:pt x="4386855" y="1437357"/>
                  </a:lnTo>
                  <a:lnTo>
                    <a:pt x="4388157" y="1437350"/>
                  </a:lnTo>
                  <a:lnTo>
                    <a:pt x="4396652" y="1437303"/>
                  </a:lnTo>
                  <a:lnTo>
                    <a:pt x="4417826" y="1437174"/>
                  </a:lnTo>
                  <a:lnTo>
                    <a:pt x="4455077" y="1436921"/>
                  </a:lnTo>
                  <a:lnTo>
                    <a:pt x="4509379" y="1436508"/>
                  </a:lnTo>
                  <a:lnTo>
                    <a:pt x="4579270" y="1435907"/>
                  </a:lnTo>
                  <a:lnTo>
                    <a:pt x="4661339" y="1435106"/>
                  </a:lnTo>
                  <a:lnTo>
                    <a:pt x="4751103" y="1434101"/>
                  </a:lnTo>
                  <a:lnTo>
                    <a:pt x="4843980" y="1432895"/>
                  </a:lnTo>
                  <a:lnTo>
                    <a:pt x="4936039" y="1431492"/>
                  </a:lnTo>
                  <a:lnTo>
                    <a:pt x="5024395" y="1429896"/>
                  </a:lnTo>
                  <a:lnTo>
                    <a:pt x="5107282" y="1428099"/>
                  </a:lnTo>
                  <a:lnTo>
                    <a:pt x="5183901" y="1426087"/>
                  </a:lnTo>
                  <a:lnTo>
                    <a:pt x="5254195" y="1423838"/>
                  </a:lnTo>
                  <a:lnTo>
                    <a:pt x="5318609" y="1421320"/>
                  </a:lnTo>
                  <a:lnTo>
                    <a:pt x="5377895" y="1418491"/>
                  </a:lnTo>
                  <a:lnTo>
                    <a:pt x="5432969" y="1415307"/>
                  </a:lnTo>
                  <a:lnTo>
                    <a:pt x="5484798" y="1411723"/>
                  </a:lnTo>
                  <a:lnTo>
                    <a:pt x="5534314" y="1407698"/>
                  </a:lnTo>
                  <a:lnTo>
                    <a:pt x="5567201" y="1404689"/>
                  </a:lnTo>
                  <a:lnTo>
                    <a:pt x="5619750" y="1399339"/>
                  </a:lnTo>
                  <a:lnTo>
                    <a:pt x="5671797" y="1393408"/>
                  </a:lnTo>
                  <a:lnTo>
                    <a:pt x="5723929" y="1386891"/>
                  </a:lnTo>
                  <a:lnTo>
                    <a:pt x="5776532" y="1379803"/>
                  </a:lnTo>
                  <a:lnTo>
                    <a:pt x="5829819" y="1372186"/>
                  </a:lnTo>
                  <a:lnTo>
                    <a:pt x="5883846" y="1364107"/>
                  </a:lnTo>
                  <a:lnTo>
                    <a:pt x="5938542" y="1355660"/>
                  </a:lnTo>
                  <a:lnTo>
                    <a:pt x="5993730" y="1346961"/>
                  </a:lnTo>
                  <a:lnTo>
                    <a:pt x="6049162" y="1338142"/>
                  </a:lnTo>
                  <a:lnTo>
                    <a:pt x="6104555" y="1329342"/>
                  </a:lnTo>
                  <a:lnTo>
                    <a:pt x="6159630" y="1320700"/>
                  </a:lnTo>
                  <a:lnTo>
                    <a:pt x="6214156" y="1312343"/>
                  </a:lnTo>
                  <a:lnTo>
                    <a:pt x="6267982" y="1304383"/>
                  </a:lnTo>
                  <a:lnTo>
                    <a:pt x="6321069" y="1296905"/>
                  </a:lnTo>
                  <a:lnTo>
                    <a:pt x="6373515" y="1289971"/>
                  </a:lnTo>
                  <a:lnTo>
                    <a:pt x="6425577" y="1283614"/>
                  </a:lnTo>
                  <a:lnTo>
                    <a:pt x="6477694" y="1277845"/>
                  </a:lnTo>
                  <a:lnTo>
                    <a:pt x="6515891" y="1274020"/>
                  </a:lnTo>
                  <a:lnTo>
                    <a:pt x="6564301" y="1269684"/>
                  </a:lnTo>
                  <a:lnTo>
                    <a:pt x="6614456" y="1265803"/>
                  </a:lnTo>
                  <a:lnTo>
                    <a:pt x="6667211" y="1262350"/>
                  </a:lnTo>
                  <a:lnTo>
                    <a:pt x="6723519" y="1259285"/>
                  </a:lnTo>
                  <a:lnTo>
                    <a:pt x="6784339" y="1256559"/>
                  </a:lnTo>
                  <a:lnTo>
                    <a:pt x="6850549" y="1254130"/>
                  </a:lnTo>
                  <a:lnTo>
                    <a:pt x="6922823" y="1251959"/>
                  </a:lnTo>
                  <a:lnTo>
                    <a:pt x="7001469" y="1250018"/>
                  </a:lnTo>
                  <a:lnTo>
                    <a:pt x="7086220" y="1248286"/>
                  </a:lnTo>
                  <a:lnTo>
                    <a:pt x="7175995" y="1246751"/>
                  </a:lnTo>
                  <a:lnTo>
                    <a:pt x="7268680" y="1245411"/>
                  </a:lnTo>
                  <a:lnTo>
                    <a:pt x="7361037" y="1244268"/>
                  </a:lnTo>
                  <a:lnTo>
                    <a:pt x="7448868" y="1243327"/>
                  </a:lnTo>
                  <a:lnTo>
                    <a:pt x="7527524" y="1242590"/>
                  </a:lnTo>
                  <a:lnTo>
                    <a:pt x="7592758" y="1242052"/>
                  </a:lnTo>
                  <a:lnTo>
                    <a:pt x="7641694" y="1241692"/>
                  </a:lnTo>
                  <a:lnTo>
                    <a:pt x="7673615" y="1241483"/>
                  </a:lnTo>
                  <a:lnTo>
                    <a:pt x="7690289" y="1241385"/>
                  </a:lnTo>
                  <a:lnTo>
                    <a:pt x="7695815" y="1241355"/>
                  </a:lnTo>
                  <a:lnTo>
                    <a:pt x="7696237" y="1241353"/>
                  </a:lnTo>
                  <a:lnTo>
                    <a:pt x="8234974" y="1241353"/>
                  </a:lnTo>
                  <a:lnTo>
                    <a:pt x="8234974" y="1235909"/>
                  </a:lnTo>
                  <a:lnTo>
                    <a:pt x="7696237" y="1235909"/>
                  </a:lnTo>
                  <a:lnTo>
                    <a:pt x="7694935" y="1235915"/>
                  </a:lnTo>
                  <a:lnTo>
                    <a:pt x="7686441" y="1235962"/>
                  </a:lnTo>
                  <a:lnTo>
                    <a:pt x="7665266" y="1236091"/>
                  </a:lnTo>
                  <a:lnTo>
                    <a:pt x="7628015" y="1236344"/>
                  </a:lnTo>
                  <a:lnTo>
                    <a:pt x="7573713" y="1236758"/>
                  </a:lnTo>
                  <a:lnTo>
                    <a:pt x="7503822" y="1237358"/>
                  </a:lnTo>
                  <a:lnTo>
                    <a:pt x="7421754" y="1238159"/>
                  </a:lnTo>
                  <a:lnTo>
                    <a:pt x="7331990" y="1239164"/>
                  </a:lnTo>
                  <a:lnTo>
                    <a:pt x="7239112" y="1240371"/>
                  </a:lnTo>
                  <a:lnTo>
                    <a:pt x="7147054" y="1241773"/>
                  </a:lnTo>
                  <a:lnTo>
                    <a:pt x="7058697" y="1243370"/>
                  </a:lnTo>
                  <a:lnTo>
                    <a:pt x="6975811" y="1245167"/>
                  </a:lnTo>
                  <a:lnTo>
                    <a:pt x="6899191" y="1247178"/>
                  </a:lnTo>
                  <a:lnTo>
                    <a:pt x="6828897" y="1249427"/>
                  </a:lnTo>
                  <a:lnTo>
                    <a:pt x="6764484" y="1251946"/>
                  </a:lnTo>
                  <a:lnTo>
                    <a:pt x="6705197" y="1254774"/>
                  </a:lnTo>
                  <a:lnTo>
                    <a:pt x="6650123" y="1257958"/>
                  </a:lnTo>
                  <a:lnTo>
                    <a:pt x="6598294" y="1261543"/>
                  </a:lnTo>
                  <a:lnTo>
                    <a:pt x="6548779" y="1265567"/>
                  </a:lnTo>
                  <a:lnTo>
                    <a:pt x="6515891" y="1268576"/>
                  </a:lnTo>
                  <a:lnTo>
                    <a:pt x="6463342" y="1273927"/>
                  </a:lnTo>
                  <a:lnTo>
                    <a:pt x="6411296" y="1279857"/>
                  </a:lnTo>
                  <a:lnTo>
                    <a:pt x="6359164" y="1286374"/>
                  </a:lnTo>
                  <a:lnTo>
                    <a:pt x="6306560" y="1293462"/>
                  </a:lnTo>
                  <a:lnTo>
                    <a:pt x="6253274" y="1301080"/>
                  </a:lnTo>
                  <a:lnTo>
                    <a:pt x="6199247" y="1309159"/>
                  </a:lnTo>
                  <a:lnTo>
                    <a:pt x="6144550" y="1317606"/>
                  </a:lnTo>
                  <a:lnTo>
                    <a:pt x="6089362" y="1326304"/>
                  </a:lnTo>
                  <a:lnTo>
                    <a:pt x="6033930" y="1335123"/>
                  </a:lnTo>
                  <a:lnTo>
                    <a:pt x="5978538" y="1343923"/>
                  </a:lnTo>
                  <a:lnTo>
                    <a:pt x="5923462" y="1352565"/>
                  </a:lnTo>
                  <a:lnTo>
                    <a:pt x="5868936" y="1360922"/>
                  </a:lnTo>
                  <a:lnTo>
                    <a:pt x="5815110" y="1368883"/>
                  </a:lnTo>
                  <a:lnTo>
                    <a:pt x="5762023" y="1376361"/>
                  </a:lnTo>
                  <a:lnTo>
                    <a:pt x="5709577" y="1383295"/>
                  </a:lnTo>
                  <a:lnTo>
                    <a:pt x="5657515" y="1389651"/>
                  </a:lnTo>
                  <a:lnTo>
                    <a:pt x="5605399" y="1395421"/>
                  </a:lnTo>
                  <a:lnTo>
                    <a:pt x="5567201" y="1399245"/>
                  </a:lnTo>
                  <a:lnTo>
                    <a:pt x="5518791" y="1403581"/>
                  </a:lnTo>
                  <a:lnTo>
                    <a:pt x="5468636" y="1407462"/>
                  </a:lnTo>
                  <a:lnTo>
                    <a:pt x="5415881" y="1410915"/>
                  </a:lnTo>
                  <a:lnTo>
                    <a:pt x="5359574" y="1413981"/>
                  </a:lnTo>
                  <a:lnTo>
                    <a:pt x="5298754" y="1416706"/>
                  </a:lnTo>
                  <a:lnTo>
                    <a:pt x="5232543" y="1419135"/>
                  </a:lnTo>
                  <a:lnTo>
                    <a:pt x="5160270" y="1421306"/>
                  </a:lnTo>
                  <a:lnTo>
                    <a:pt x="5081624" y="1423247"/>
                  </a:lnTo>
                  <a:lnTo>
                    <a:pt x="4996872" y="1424979"/>
                  </a:lnTo>
                  <a:lnTo>
                    <a:pt x="4907097" y="1426514"/>
                  </a:lnTo>
                  <a:lnTo>
                    <a:pt x="4814413" y="1427855"/>
                  </a:lnTo>
                  <a:lnTo>
                    <a:pt x="4722055" y="1428998"/>
                  </a:lnTo>
                  <a:lnTo>
                    <a:pt x="4634225" y="1429938"/>
                  </a:lnTo>
                  <a:lnTo>
                    <a:pt x="4555568" y="1430675"/>
                  </a:lnTo>
                  <a:lnTo>
                    <a:pt x="4490335" y="1431214"/>
                  </a:lnTo>
                  <a:lnTo>
                    <a:pt x="4441399" y="1431573"/>
                  </a:lnTo>
                  <a:lnTo>
                    <a:pt x="4409477" y="1431782"/>
                  </a:lnTo>
                  <a:lnTo>
                    <a:pt x="4392804" y="1431881"/>
                  </a:lnTo>
                  <a:lnTo>
                    <a:pt x="4387277" y="1431910"/>
                  </a:lnTo>
                  <a:lnTo>
                    <a:pt x="4386855" y="1431912"/>
                  </a:lnTo>
                  <a:lnTo>
                    <a:pt x="3848118" y="1431912"/>
                  </a:lnTo>
                  <a:lnTo>
                    <a:pt x="3846853" y="1431866"/>
                  </a:lnTo>
                  <a:lnTo>
                    <a:pt x="3838595" y="1431535"/>
                  </a:lnTo>
                  <a:lnTo>
                    <a:pt x="3817986" y="1430620"/>
                  </a:lnTo>
                  <a:lnTo>
                    <a:pt x="3781675" y="1428825"/>
                  </a:lnTo>
                  <a:lnTo>
                    <a:pt x="3728632" y="1425889"/>
                  </a:lnTo>
                  <a:lnTo>
                    <a:pt x="3660180" y="1421623"/>
                  </a:lnTo>
                  <a:lnTo>
                    <a:pt x="3579550" y="1415921"/>
                  </a:lnTo>
                  <a:lnTo>
                    <a:pt x="3491061" y="1408755"/>
                  </a:lnTo>
                  <a:lnTo>
                    <a:pt x="3399184" y="1400149"/>
                  </a:lnTo>
                  <a:lnTo>
                    <a:pt x="3307810" y="1390136"/>
                  </a:lnTo>
                  <a:lnTo>
                    <a:pt x="3219841" y="1378730"/>
                  </a:lnTo>
                  <a:lnTo>
                    <a:pt x="3137100" y="1365897"/>
                  </a:lnTo>
                  <a:lnTo>
                    <a:pt x="3060455" y="1351544"/>
                  </a:lnTo>
                  <a:lnTo>
                    <a:pt x="2990039" y="1335514"/>
                  </a:lnTo>
                  <a:lnTo>
                    <a:pt x="2925470" y="1317586"/>
                  </a:lnTo>
                  <a:lnTo>
                    <a:pt x="2866051" y="1297483"/>
                  </a:lnTo>
                  <a:lnTo>
                    <a:pt x="2810907" y="1274890"/>
                  </a:lnTo>
                  <a:lnTo>
                    <a:pt x="2759103" y="1249477"/>
                  </a:lnTo>
                  <a:lnTo>
                    <a:pt x="2709722" y="1220956"/>
                  </a:lnTo>
                  <a:lnTo>
                    <a:pt x="2667772" y="1193260"/>
                  </a:lnTo>
                  <a:lnTo>
                    <a:pt x="2623394" y="1160563"/>
                  </a:lnTo>
                  <a:lnTo>
                    <a:pt x="2579449" y="1124865"/>
                  </a:lnTo>
                  <a:lnTo>
                    <a:pt x="2535554" y="1086114"/>
                  </a:lnTo>
                  <a:lnTo>
                    <a:pt x="2491433" y="1044338"/>
                  </a:lnTo>
                  <a:lnTo>
                    <a:pt x="2446903" y="999655"/>
                  </a:lnTo>
                  <a:lnTo>
                    <a:pt x="2401868" y="952280"/>
                  </a:lnTo>
                  <a:lnTo>
                    <a:pt x="2356303" y="902529"/>
                  </a:lnTo>
                  <a:lnTo>
                    <a:pt x="2310252" y="850812"/>
                  </a:lnTo>
                  <a:lnTo>
                    <a:pt x="2263813" y="797622"/>
                  </a:lnTo>
                  <a:lnTo>
                    <a:pt x="2217122" y="743519"/>
                  </a:lnTo>
                  <a:lnTo>
                    <a:pt x="2170344" y="689103"/>
                  </a:lnTo>
                  <a:lnTo>
                    <a:pt x="2123651" y="634992"/>
                  </a:lnTo>
                  <a:lnTo>
                    <a:pt x="2077207" y="581787"/>
                  </a:lnTo>
                  <a:lnTo>
                    <a:pt x="2031150" y="530047"/>
                  </a:lnTo>
                  <a:lnTo>
                    <a:pt x="1985579" y="480267"/>
                  </a:lnTo>
                  <a:lnTo>
                    <a:pt x="1940536" y="432859"/>
                  </a:lnTo>
                  <a:lnTo>
                    <a:pt x="1896001" y="388139"/>
                  </a:lnTo>
                  <a:lnTo>
                    <a:pt x="1851875" y="346324"/>
                  </a:lnTo>
                  <a:lnTo>
                    <a:pt x="1807979" y="307533"/>
                  </a:lnTo>
                  <a:lnTo>
                    <a:pt x="1764037" y="271796"/>
                  </a:lnTo>
                  <a:lnTo>
                    <a:pt x="1719667" y="239060"/>
                  </a:lnTo>
                  <a:lnTo>
                    <a:pt x="1719082" y="238652"/>
                  </a:lnTo>
                  <a:lnTo>
                    <a:pt x="1671153" y="207268"/>
                  </a:lnTo>
                  <a:lnTo>
                    <a:pt x="1621520" y="179142"/>
                  </a:lnTo>
                  <a:lnTo>
                    <a:pt x="1569355" y="154094"/>
                  </a:lnTo>
                  <a:lnTo>
                    <a:pt x="1513736" y="131825"/>
                  </a:lnTo>
                  <a:lnTo>
                    <a:pt x="1453727" y="112007"/>
                  </a:lnTo>
                  <a:lnTo>
                    <a:pt x="1388471" y="94326"/>
                  </a:lnTo>
                  <a:lnTo>
                    <a:pt x="1317299" y="78513"/>
                  </a:lnTo>
                  <a:lnTo>
                    <a:pt x="1239884" y="64355"/>
                  </a:lnTo>
                  <a:lnTo>
                    <a:pt x="1156435" y="51701"/>
                  </a:lnTo>
                  <a:lnTo>
                    <a:pt x="1067927" y="40467"/>
                  </a:lnTo>
                  <a:lnTo>
                    <a:pt x="976312" y="30626"/>
                  </a:lnTo>
                  <a:lnTo>
                    <a:pt x="884625" y="22195"/>
                  </a:lnTo>
                  <a:lnTo>
                    <a:pt x="796857" y="15210"/>
                  </a:lnTo>
                  <a:lnTo>
                    <a:pt x="717508" y="9687"/>
                  </a:lnTo>
                  <a:lnTo>
                    <a:pt x="650810" y="5592"/>
                  </a:lnTo>
                  <a:lnTo>
                    <a:pt x="599802" y="2809"/>
                  </a:lnTo>
                  <a:lnTo>
                    <a:pt x="565529" y="1137"/>
                  </a:lnTo>
                  <a:lnTo>
                    <a:pt x="546667" y="311"/>
                  </a:lnTo>
                  <a:lnTo>
                    <a:pt x="539595" y="3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02" name="pl402"/>
            <p:cNvSpPr/>
            <p:nvPr/>
          </p:nvSpPr>
          <p:spPr>
            <a:xfrm>
              <a:off x="546595" y="1855697"/>
              <a:ext cx="8234974" cy="1431912"/>
            </a:xfrm>
            <a:custGeom>
              <a:avLst/>
              <a:pathLst>
                <a:path w="8234974" h="1431912">
                  <a:moveTo>
                    <a:pt x="0" y="0"/>
                  </a:moveTo>
                  <a:lnTo>
                    <a:pt x="538736" y="0"/>
                  </a:lnTo>
                  <a:lnTo>
                    <a:pt x="540001" y="46"/>
                  </a:lnTo>
                  <a:lnTo>
                    <a:pt x="548260" y="377"/>
                  </a:lnTo>
                  <a:lnTo>
                    <a:pt x="568868" y="1291"/>
                  </a:lnTo>
                  <a:lnTo>
                    <a:pt x="605179" y="3087"/>
                  </a:lnTo>
                  <a:lnTo>
                    <a:pt x="658223" y="6022"/>
                  </a:lnTo>
                  <a:lnTo>
                    <a:pt x="726675" y="10289"/>
                  </a:lnTo>
                  <a:lnTo>
                    <a:pt x="807304" y="15991"/>
                  </a:lnTo>
                  <a:lnTo>
                    <a:pt x="895794" y="23156"/>
                  </a:lnTo>
                  <a:lnTo>
                    <a:pt x="987671" y="31763"/>
                  </a:lnTo>
                  <a:lnTo>
                    <a:pt x="1079045" y="41775"/>
                  </a:lnTo>
                  <a:lnTo>
                    <a:pt x="1167014" y="53182"/>
                  </a:lnTo>
                  <a:lnTo>
                    <a:pt x="1249755" y="66015"/>
                  </a:lnTo>
                  <a:lnTo>
                    <a:pt x="1326399" y="80368"/>
                  </a:lnTo>
                  <a:lnTo>
                    <a:pt x="1396816" y="96398"/>
                  </a:lnTo>
                  <a:lnTo>
                    <a:pt x="1461384" y="114326"/>
                  </a:lnTo>
                  <a:lnTo>
                    <a:pt x="1520804" y="134428"/>
                  </a:lnTo>
                  <a:lnTo>
                    <a:pt x="1575947" y="157022"/>
                  </a:lnTo>
                  <a:lnTo>
                    <a:pt x="1627751" y="182435"/>
                  </a:lnTo>
                  <a:lnTo>
                    <a:pt x="1677132" y="210956"/>
                  </a:lnTo>
                  <a:lnTo>
                    <a:pt x="1719082" y="238652"/>
                  </a:lnTo>
                  <a:lnTo>
                    <a:pt x="1763461" y="271349"/>
                  </a:lnTo>
                  <a:lnTo>
                    <a:pt x="1807406" y="307046"/>
                  </a:lnTo>
                  <a:lnTo>
                    <a:pt x="1851300" y="345797"/>
                  </a:lnTo>
                  <a:lnTo>
                    <a:pt x="1895422" y="387573"/>
                  </a:lnTo>
                  <a:lnTo>
                    <a:pt x="1939951" y="432257"/>
                  </a:lnTo>
                  <a:lnTo>
                    <a:pt x="1984987" y="479632"/>
                  </a:lnTo>
                  <a:lnTo>
                    <a:pt x="2030552" y="529383"/>
                  </a:lnTo>
                  <a:lnTo>
                    <a:pt x="2076602" y="581100"/>
                  </a:lnTo>
                  <a:lnTo>
                    <a:pt x="2123042" y="634290"/>
                  </a:lnTo>
                  <a:lnTo>
                    <a:pt x="2169733" y="688393"/>
                  </a:lnTo>
                  <a:lnTo>
                    <a:pt x="2216511" y="742808"/>
                  </a:lnTo>
                  <a:lnTo>
                    <a:pt x="2263204" y="796919"/>
                  </a:lnTo>
                  <a:lnTo>
                    <a:pt x="2309648" y="850125"/>
                  </a:lnTo>
                  <a:lnTo>
                    <a:pt x="2355704" y="901865"/>
                  </a:lnTo>
                  <a:lnTo>
                    <a:pt x="2401276" y="951644"/>
                  </a:lnTo>
                  <a:lnTo>
                    <a:pt x="2446318" y="999052"/>
                  </a:lnTo>
                  <a:lnTo>
                    <a:pt x="2490854" y="1043773"/>
                  </a:lnTo>
                  <a:lnTo>
                    <a:pt x="2534980" y="1085588"/>
                  </a:lnTo>
                  <a:lnTo>
                    <a:pt x="2578876" y="1124379"/>
                  </a:lnTo>
                  <a:lnTo>
                    <a:pt x="2622818" y="1160116"/>
                  </a:lnTo>
                  <a:lnTo>
                    <a:pt x="2667187" y="1192852"/>
                  </a:lnTo>
                  <a:lnTo>
                    <a:pt x="2667772" y="1193260"/>
                  </a:lnTo>
                  <a:lnTo>
                    <a:pt x="2715702" y="1224643"/>
                  </a:lnTo>
                  <a:lnTo>
                    <a:pt x="2765335" y="1252769"/>
                  </a:lnTo>
                  <a:lnTo>
                    <a:pt x="2817499" y="1277818"/>
                  </a:lnTo>
                  <a:lnTo>
                    <a:pt x="2873119" y="1300087"/>
                  </a:lnTo>
                  <a:lnTo>
                    <a:pt x="2933128" y="1319905"/>
                  </a:lnTo>
                  <a:lnTo>
                    <a:pt x="2998384" y="1337585"/>
                  </a:lnTo>
                  <a:lnTo>
                    <a:pt x="3069555" y="1353398"/>
                  </a:lnTo>
                  <a:lnTo>
                    <a:pt x="3146970" y="1367557"/>
                  </a:lnTo>
                  <a:lnTo>
                    <a:pt x="3230420" y="1380210"/>
                  </a:lnTo>
                  <a:lnTo>
                    <a:pt x="3318928" y="1391444"/>
                  </a:lnTo>
                  <a:lnTo>
                    <a:pt x="3410542" y="1401285"/>
                  </a:lnTo>
                  <a:lnTo>
                    <a:pt x="3502229" y="1409716"/>
                  </a:lnTo>
                  <a:lnTo>
                    <a:pt x="3589997" y="1416702"/>
                  </a:lnTo>
                  <a:lnTo>
                    <a:pt x="3669347" y="1422224"/>
                  </a:lnTo>
                  <a:lnTo>
                    <a:pt x="3736044" y="1426320"/>
                  </a:lnTo>
                  <a:lnTo>
                    <a:pt x="3787053" y="1429103"/>
                  </a:lnTo>
                  <a:lnTo>
                    <a:pt x="3821325" y="1430774"/>
                  </a:lnTo>
                  <a:lnTo>
                    <a:pt x="3840188" y="1431601"/>
                  </a:lnTo>
                  <a:lnTo>
                    <a:pt x="3847259" y="1431881"/>
                  </a:lnTo>
                  <a:lnTo>
                    <a:pt x="3848118" y="1431912"/>
                  </a:lnTo>
                  <a:lnTo>
                    <a:pt x="4386855" y="1431912"/>
                  </a:lnTo>
                  <a:lnTo>
                    <a:pt x="4388157" y="1431905"/>
                  </a:lnTo>
                  <a:lnTo>
                    <a:pt x="4396652" y="1431859"/>
                  </a:lnTo>
                  <a:lnTo>
                    <a:pt x="4417826" y="1431730"/>
                  </a:lnTo>
                  <a:lnTo>
                    <a:pt x="4455077" y="1431477"/>
                  </a:lnTo>
                  <a:lnTo>
                    <a:pt x="4509379" y="1431063"/>
                  </a:lnTo>
                  <a:lnTo>
                    <a:pt x="4579270" y="1430463"/>
                  </a:lnTo>
                  <a:lnTo>
                    <a:pt x="4661339" y="1429662"/>
                  </a:lnTo>
                  <a:lnTo>
                    <a:pt x="4751103" y="1428656"/>
                  </a:lnTo>
                  <a:lnTo>
                    <a:pt x="4843980" y="1427450"/>
                  </a:lnTo>
                  <a:lnTo>
                    <a:pt x="4936039" y="1426048"/>
                  </a:lnTo>
                  <a:lnTo>
                    <a:pt x="5024395" y="1424451"/>
                  </a:lnTo>
                  <a:lnTo>
                    <a:pt x="5107282" y="1422654"/>
                  </a:lnTo>
                  <a:lnTo>
                    <a:pt x="5183901" y="1420643"/>
                  </a:lnTo>
                  <a:lnTo>
                    <a:pt x="5254195" y="1418394"/>
                  </a:lnTo>
                  <a:lnTo>
                    <a:pt x="5318609" y="1415875"/>
                  </a:lnTo>
                  <a:lnTo>
                    <a:pt x="5377895" y="1413046"/>
                  </a:lnTo>
                  <a:lnTo>
                    <a:pt x="5432969" y="1409863"/>
                  </a:lnTo>
                  <a:lnTo>
                    <a:pt x="5484798" y="1406278"/>
                  </a:lnTo>
                  <a:lnTo>
                    <a:pt x="5534314" y="1402254"/>
                  </a:lnTo>
                  <a:lnTo>
                    <a:pt x="5567201" y="1399245"/>
                  </a:lnTo>
                  <a:lnTo>
                    <a:pt x="5619750" y="1393894"/>
                  </a:lnTo>
                  <a:lnTo>
                    <a:pt x="5671797" y="1387964"/>
                  </a:lnTo>
                  <a:lnTo>
                    <a:pt x="5723929" y="1381447"/>
                  </a:lnTo>
                  <a:lnTo>
                    <a:pt x="5776532" y="1374359"/>
                  </a:lnTo>
                  <a:lnTo>
                    <a:pt x="5829819" y="1366741"/>
                  </a:lnTo>
                  <a:lnTo>
                    <a:pt x="5883846" y="1358662"/>
                  </a:lnTo>
                  <a:lnTo>
                    <a:pt x="5938542" y="1350215"/>
                  </a:lnTo>
                  <a:lnTo>
                    <a:pt x="5993730" y="1341516"/>
                  </a:lnTo>
                  <a:lnTo>
                    <a:pt x="6049162" y="1332697"/>
                  </a:lnTo>
                  <a:lnTo>
                    <a:pt x="6104555" y="1323898"/>
                  </a:lnTo>
                  <a:lnTo>
                    <a:pt x="6159630" y="1315255"/>
                  </a:lnTo>
                  <a:lnTo>
                    <a:pt x="6214156" y="1306899"/>
                  </a:lnTo>
                  <a:lnTo>
                    <a:pt x="6267982" y="1298938"/>
                  </a:lnTo>
                  <a:lnTo>
                    <a:pt x="6321069" y="1291460"/>
                  </a:lnTo>
                  <a:lnTo>
                    <a:pt x="6373515" y="1284526"/>
                  </a:lnTo>
                  <a:lnTo>
                    <a:pt x="6425577" y="1278170"/>
                  </a:lnTo>
                  <a:lnTo>
                    <a:pt x="6477694" y="1272400"/>
                  </a:lnTo>
                  <a:lnTo>
                    <a:pt x="6515891" y="1268576"/>
                  </a:lnTo>
                  <a:lnTo>
                    <a:pt x="6564301" y="1264240"/>
                  </a:lnTo>
                  <a:lnTo>
                    <a:pt x="6614456" y="1260359"/>
                  </a:lnTo>
                  <a:lnTo>
                    <a:pt x="6667211" y="1256906"/>
                  </a:lnTo>
                  <a:lnTo>
                    <a:pt x="6723519" y="1253840"/>
                  </a:lnTo>
                  <a:lnTo>
                    <a:pt x="6784339" y="1251115"/>
                  </a:lnTo>
                  <a:lnTo>
                    <a:pt x="6850549" y="1248685"/>
                  </a:lnTo>
                  <a:lnTo>
                    <a:pt x="6922823" y="1246515"/>
                  </a:lnTo>
                  <a:lnTo>
                    <a:pt x="7001469" y="1244574"/>
                  </a:lnTo>
                  <a:lnTo>
                    <a:pt x="7086220" y="1242841"/>
                  </a:lnTo>
                  <a:lnTo>
                    <a:pt x="7175995" y="1241307"/>
                  </a:lnTo>
                  <a:lnTo>
                    <a:pt x="7268680" y="1239966"/>
                  </a:lnTo>
                  <a:lnTo>
                    <a:pt x="7361037" y="1238823"/>
                  </a:lnTo>
                  <a:lnTo>
                    <a:pt x="7448868" y="1237883"/>
                  </a:lnTo>
                  <a:lnTo>
                    <a:pt x="7527524" y="1237146"/>
                  </a:lnTo>
                  <a:lnTo>
                    <a:pt x="7592758" y="1236607"/>
                  </a:lnTo>
                  <a:lnTo>
                    <a:pt x="7641694" y="1236248"/>
                  </a:lnTo>
                  <a:lnTo>
                    <a:pt x="7673615" y="1236038"/>
                  </a:lnTo>
                  <a:lnTo>
                    <a:pt x="7690289" y="1235940"/>
                  </a:lnTo>
                  <a:lnTo>
                    <a:pt x="7695815" y="1235911"/>
                  </a:lnTo>
                  <a:lnTo>
                    <a:pt x="7696237" y="1235909"/>
                  </a:lnTo>
                  <a:lnTo>
                    <a:pt x="8234974" y="12359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3" name="pl403"/>
            <p:cNvSpPr/>
            <p:nvPr/>
          </p:nvSpPr>
          <p:spPr>
            <a:xfrm>
              <a:off x="546595" y="1850253"/>
              <a:ext cx="8234974" cy="1431912"/>
            </a:xfrm>
            <a:custGeom>
              <a:avLst/>
              <a:pathLst>
                <a:path w="8234974" h="1431912">
                  <a:moveTo>
                    <a:pt x="8234974" y="1235909"/>
                  </a:moveTo>
                  <a:lnTo>
                    <a:pt x="7696237" y="1235909"/>
                  </a:lnTo>
                  <a:lnTo>
                    <a:pt x="7694935" y="1235915"/>
                  </a:lnTo>
                  <a:lnTo>
                    <a:pt x="7686441" y="1235962"/>
                  </a:lnTo>
                  <a:lnTo>
                    <a:pt x="7665266" y="1236091"/>
                  </a:lnTo>
                  <a:lnTo>
                    <a:pt x="7628015" y="1236344"/>
                  </a:lnTo>
                  <a:lnTo>
                    <a:pt x="7573713" y="1236758"/>
                  </a:lnTo>
                  <a:lnTo>
                    <a:pt x="7503822" y="1237358"/>
                  </a:lnTo>
                  <a:lnTo>
                    <a:pt x="7421754" y="1238159"/>
                  </a:lnTo>
                  <a:lnTo>
                    <a:pt x="7331990" y="1239164"/>
                  </a:lnTo>
                  <a:lnTo>
                    <a:pt x="7239112" y="1240371"/>
                  </a:lnTo>
                  <a:lnTo>
                    <a:pt x="7147054" y="1241773"/>
                  </a:lnTo>
                  <a:lnTo>
                    <a:pt x="7058697" y="1243370"/>
                  </a:lnTo>
                  <a:lnTo>
                    <a:pt x="6975811" y="1245167"/>
                  </a:lnTo>
                  <a:lnTo>
                    <a:pt x="6899191" y="1247178"/>
                  </a:lnTo>
                  <a:lnTo>
                    <a:pt x="6828897" y="1249427"/>
                  </a:lnTo>
                  <a:lnTo>
                    <a:pt x="6764484" y="1251946"/>
                  </a:lnTo>
                  <a:lnTo>
                    <a:pt x="6705197" y="1254774"/>
                  </a:lnTo>
                  <a:lnTo>
                    <a:pt x="6650123" y="1257958"/>
                  </a:lnTo>
                  <a:lnTo>
                    <a:pt x="6598294" y="1261543"/>
                  </a:lnTo>
                  <a:lnTo>
                    <a:pt x="6548779" y="1265567"/>
                  </a:lnTo>
                  <a:lnTo>
                    <a:pt x="6515891" y="1268576"/>
                  </a:lnTo>
                  <a:lnTo>
                    <a:pt x="6463342" y="1273927"/>
                  </a:lnTo>
                  <a:lnTo>
                    <a:pt x="6411296" y="1279857"/>
                  </a:lnTo>
                  <a:lnTo>
                    <a:pt x="6359164" y="1286374"/>
                  </a:lnTo>
                  <a:lnTo>
                    <a:pt x="6306560" y="1293462"/>
                  </a:lnTo>
                  <a:lnTo>
                    <a:pt x="6253274" y="1301080"/>
                  </a:lnTo>
                  <a:lnTo>
                    <a:pt x="6199247" y="1309159"/>
                  </a:lnTo>
                  <a:lnTo>
                    <a:pt x="6144550" y="1317606"/>
                  </a:lnTo>
                  <a:lnTo>
                    <a:pt x="6089362" y="1326304"/>
                  </a:lnTo>
                  <a:lnTo>
                    <a:pt x="6033930" y="1335123"/>
                  </a:lnTo>
                  <a:lnTo>
                    <a:pt x="5978538" y="1343923"/>
                  </a:lnTo>
                  <a:lnTo>
                    <a:pt x="5923462" y="1352565"/>
                  </a:lnTo>
                  <a:lnTo>
                    <a:pt x="5868936" y="1360922"/>
                  </a:lnTo>
                  <a:lnTo>
                    <a:pt x="5815110" y="1368883"/>
                  </a:lnTo>
                  <a:lnTo>
                    <a:pt x="5762023" y="1376361"/>
                  </a:lnTo>
                  <a:lnTo>
                    <a:pt x="5709577" y="1383295"/>
                  </a:lnTo>
                  <a:lnTo>
                    <a:pt x="5657515" y="1389651"/>
                  </a:lnTo>
                  <a:lnTo>
                    <a:pt x="5605399" y="1395421"/>
                  </a:lnTo>
                  <a:lnTo>
                    <a:pt x="5567201" y="1399245"/>
                  </a:lnTo>
                  <a:lnTo>
                    <a:pt x="5518791" y="1403581"/>
                  </a:lnTo>
                  <a:lnTo>
                    <a:pt x="5468636" y="1407462"/>
                  </a:lnTo>
                  <a:lnTo>
                    <a:pt x="5415881" y="1410915"/>
                  </a:lnTo>
                  <a:lnTo>
                    <a:pt x="5359574" y="1413981"/>
                  </a:lnTo>
                  <a:lnTo>
                    <a:pt x="5298754" y="1416706"/>
                  </a:lnTo>
                  <a:lnTo>
                    <a:pt x="5232543" y="1419135"/>
                  </a:lnTo>
                  <a:lnTo>
                    <a:pt x="5160270" y="1421306"/>
                  </a:lnTo>
                  <a:lnTo>
                    <a:pt x="5081624" y="1423247"/>
                  </a:lnTo>
                  <a:lnTo>
                    <a:pt x="4996872" y="1424979"/>
                  </a:lnTo>
                  <a:lnTo>
                    <a:pt x="4907097" y="1426514"/>
                  </a:lnTo>
                  <a:lnTo>
                    <a:pt x="4814413" y="1427855"/>
                  </a:lnTo>
                  <a:lnTo>
                    <a:pt x="4722055" y="1428998"/>
                  </a:lnTo>
                  <a:lnTo>
                    <a:pt x="4634225" y="1429938"/>
                  </a:lnTo>
                  <a:lnTo>
                    <a:pt x="4555568" y="1430675"/>
                  </a:lnTo>
                  <a:lnTo>
                    <a:pt x="4490335" y="1431214"/>
                  </a:lnTo>
                  <a:lnTo>
                    <a:pt x="4441399" y="1431573"/>
                  </a:lnTo>
                  <a:lnTo>
                    <a:pt x="4409477" y="1431782"/>
                  </a:lnTo>
                  <a:lnTo>
                    <a:pt x="4392804" y="1431881"/>
                  </a:lnTo>
                  <a:lnTo>
                    <a:pt x="4387277" y="1431910"/>
                  </a:lnTo>
                  <a:lnTo>
                    <a:pt x="4386855" y="1431912"/>
                  </a:lnTo>
                  <a:lnTo>
                    <a:pt x="3848118" y="1431912"/>
                  </a:lnTo>
                  <a:lnTo>
                    <a:pt x="3846853" y="1431866"/>
                  </a:lnTo>
                  <a:lnTo>
                    <a:pt x="3838595" y="1431535"/>
                  </a:lnTo>
                  <a:lnTo>
                    <a:pt x="3817986" y="1430620"/>
                  </a:lnTo>
                  <a:lnTo>
                    <a:pt x="3781675" y="1428825"/>
                  </a:lnTo>
                  <a:lnTo>
                    <a:pt x="3728632" y="1425889"/>
                  </a:lnTo>
                  <a:lnTo>
                    <a:pt x="3660180" y="1421623"/>
                  </a:lnTo>
                  <a:lnTo>
                    <a:pt x="3579550" y="1415921"/>
                  </a:lnTo>
                  <a:lnTo>
                    <a:pt x="3491061" y="1408755"/>
                  </a:lnTo>
                  <a:lnTo>
                    <a:pt x="3399184" y="1400149"/>
                  </a:lnTo>
                  <a:lnTo>
                    <a:pt x="3307810" y="1390136"/>
                  </a:lnTo>
                  <a:lnTo>
                    <a:pt x="3219841" y="1378730"/>
                  </a:lnTo>
                  <a:lnTo>
                    <a:pt x="3137100" y="1365897"/>
                  </a:lnTo>
                  <a:lnTo>
                    <a:pt x="3060455" y="1351544"/>
                  </a:lnTo>
                  <a:lnTo>
                    <a:pt x="2990039" y="1335514"/>
                  </a:lnTo>
                  <a:lnTo>
                    <a:pt x="2925470" y="1317586"/>
                  </a:lnTo>
                  <a:lnTo>
                    <a:pt x="2866051" y="1297483"/>
                  </a:lnTo>
                  <a:lnTo>
                    <a:pt x="2810907" y="1274890"/>
                  </a:lnTo>
                  <a:lnTo>
                    <a:pt x="2759103" y="1249477"/>
                  </a:lnTo>
                  <a:lnTo>
                    <a:pt x="2709722" y="1220956"/>
                  </a:lnTo>
                  <a:lnTo>
                    <a:pt x="2667772" y="1193260"/>
                  </a:lnTo>
                  <a:lnTo>
                    <a:pt x="2623394" y="1160563"/>
                  </a:lnTo>
                  <a:lnTo>
                    <a:pt x="2579449" y="1124865"/>
                  </a:lnTo>
                  <a:lnTo>
                    <a:pt x="2535554" y="1086114"/>
                  </a:lnTo>
                  <a:lnTo>
                    <a:pt x="2491433" y="1044338"/>
                  </a:lnTo>
                  <a:lnTo>
                    <a:pt x="2446903" y="999655"/>
                  </a:lnTo>
                  <a:lnTo>
                    <a:pt x="2401868" y="952280"/>
                  </a:lnTo>
                  <a:lnTo>
                    <a:pt x="2356303" y="902529"/>
                  </a:lnTo>
                  <a:lnTo>
                    <a:pt x="2310252" y="850812"/>
                  </a:lnTo>
                  <a:lnTo>
                    <a:pt x="2263813" y="797622"/>
                  </a:lnTo>
                  <a:lnTo>
                    <a:pt x="2217122" y="743519"/>
                  </a:lnTo>
                  <a:lnTo>
                    <a:pt x="2170344" y="689103"/>
                  </a:lnTo>
                  <a:lnTo>
                    <a:pt x="2123651" y="634992"/>
                  </a:lnTo>
                  <a:lnTo>
                    <a:pt x="2077207" y="581787"/>
                  </a:lnTo>
                  <a:lnTo>
                    <a:pt x="2031150" y="530047"/>
                  </a:lnTo>
                  <a:lnTo>
                    <a:pt x="1985579" y="480267"/>
                  </a:lnTo>
                  <a:lnTo>
                    <a:pt x="1940536" y="432859"/>
                  </a:lnTo>
                  <a:lnTo>
                    <a:pt x="1896001" y="388139"/>
                  </a:lnTo>
                  <a:lnTo>
                    <a:pt x="1851875" y="346324"/>
                  </a:lnTo>
                  <a:lnTo>
                    <a:pt x="1807979" y="307533"/>
                  </a:lnTo>
                  <a:lnTo>
                    <a:pt x="1764037" y="271796"/>
                  </a:lnTo>
                  <a:lnTo>
                    <a:pt x="1719667" y="239060"/>
                  </a:lnTo>
                  <a:lnTo>
                    <a:pt x="1719082" y="238652"/>
                  </a:lnTo>
                  <a:lnTo>
                    <a:pt x="1671153" y="207268"/>
                  </a:lnTo>
                  <a:lnTo>
                    <a:pt x="1621520" y="179142"/>
                  </a:lnTo>
                  <a:lnTo>
                    <a:pt x="1569355" y="154094"/>
                  </a:lnTo>
                  <a:lnTo>
                    <a:pt x="1513736" y="131825"/>
                  </a:lnTo>
                  <a:lnTo>
                    <a:pt x="1453727" y="112007"/>
                  </a:lnTo>
                  <a:lnTo>
                    <a:pt x="1388471" y="94326"/>
                  </a:lnTo>
                  <a:lnTo>
                    <a:pt x="1317299" y="78513"/>
                  </a:lnTo>
                  <a:lnTo>
                    <a:pt x="1239884" y="64355"/>
                  </a:lnTo>
                  <a:lnTo>
                    <a:pt x="1156435" y="51701"/>
                  </a:lnTo>
                  <a:lnTo>
                    <a:pt x="1067927" y="40467"/>
                  </a:lnTo>
                  <a:lnTo>
                    <a:pt x="976312" y="30626"/>
                  </a:lnTo>
                  <a:lnTo>
                    <a:pt x="884625" y="22195"/>
                  </a:lnTo>
                  <a:lnTo>
                    <a:pt x="796857" y="15210"/>
                  </a:lnTo>
                  <a:lnTo>
                    <a:pt x="717508" y="9687"/>
                  </a:lnTo>
                  <a:lnTo>
                    <a:pt x="650810" y="5592"/>
                  </a:lnTo>
                  <a:lnTo>
                    <a:pt x="599802" y="2809"/>
                  </a:lnTo>
                  <a:lnTo>
                    <a:pt x="565529" y="1137"/>
                  </a:lnTo>
                  <a:lnTo>
                    <a:pt x="546667" y="311"/>
                  </a:lnTo>
                  <a:lnTo>
                    <a:pt x="539595" y="3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4" name="pg404"/>
            <p:cNvSpPr/>
            <p:nvPr/>
          </p:nvSpPr>
          <p:spPr>
            <a:xfrm>
              <a:off x="546595" y="1855697"/>
              <a:ext cx="8234974" cy="2814824"/>
            </a:xfrm>
            <a:custGeom>
              <a:avLst/>
              <a:pathLst>
                <a:path w="8234974" h="2814824">
                  <a:moveTo>
                    <a:pt x="0" y="5444"/>
                  </a:moveTo>
                  <a:lnTo>
                    <a:pt x="538736" y="5444"/>
                  </a:lnTo>
                  <a:lnTo>
                    <a:pt x="540000" y="5491"/>
                  </a:lnTo>
                  <a:lnTo>
                    <a:pt x="548250" y="5828"/>
                  </a:lnTo>
                  <a:lnTo>
                    <a:pt x="568837" y="6759"/>
                  </a:lnTo>
                  <a:lnTo>
                    <a:pt x="605112" y="8586"/>
                  </a:lnTo>
                  <a:lnTo>
                    <a:pt x="658108" y="11575"/>
                  </a:lnTo>
                  <a:lnTo>
                    <a:pt x="726505" y="15917"/>
                  </a:lnTo>
                  <a:lnTo>
                    <a:pt x="807079" y="21722"/>
                  </a:lnTo>
                  <a:lnTo>
                    <a:pt x="895520" y="29017"/>
                  </a:lnTo>
                  <a:lnTo>
                    <a:pt x="987358" y="37779"/>
                  </a:lnTo>
                  <a:lnTo>
                    <a:pt x="1078705" y="47973"/>
                  </a:lnTo>
                  <a:lnTo>
                    <a:pt x="1166659" y="59586"/>
                  </a:lnTo>
                  <a:lnTo>
                    <a:pt x="1249394" y="72652"/>
                  </a:lnTo>
                  <a:lnTo>
                    <a:pt x="1326040" y="87265"/>
                  </a:lnTo>
                  <a:lnTo>
                    <a:pt x="1396461" y="103584"/>
                  </a:lnTo>
                  <a:lnTo>
                    <a:pt x="1461035" y="121835"/>
                  </a:lnTo>
                  <a:lnTo>
                    <a:pt x="1520460" y="142298"/>
                  </a:lnTo>
                  <a:lnTo>
                    <a:pt x="1575606" y="165295"/>
                  </a:lnTo>
                  <a:lnTo>
                    <a:pt x="1627409" y="191162"/>
                  </a:lnTo>
                  <a:lnTo>
                    <a:pt x="1676786" y="220191"/>
                  </a:lnTo>
                  <a:lnTo>
                    <a:pt x="1719082" y="248633"/>
                  </a:lnTo>
                  <a:lnTo>
                    <a:pt x="1763251" y="281786"/>
                  </a:lnTo>
                  <a:lnTo>
                    <a:pt x="1806987" y="317966"/>
                  </a:lnTo>
                  <a:lnTo>
                    <a:pt x="1850671" y="357229"/>
                  </a:lnTo>
                  <a:lnTo>
                    <a:pt x="1894576" y="399546"/>
                  </a:lnTo>
                  <a:lnTo>
                    <a:pt x="1938884" y="444800"/>
                  </a:lnTo>
                  <a:lnTo>
                    <a:pt x="1983691" y="492778"/>
                  </a:lnTo>
                  <a:lnTo>
                    <a:pt x="2029022" y="543164"/>
                  </a:lnTo>
                  <a:lnTo>
                    <a:pt x="2074837" y="595550"/>
                  </a:lnTo>
                  <a:lnTo>
                    <a:pt x="2121042" y="649443"/>
                  </a:lnTo>
                  <a:lnTo>
                    <a:pt x="2167502" y="704283"/>
                  </a:lnTo>
                  <a:lnTo>
                    <a:pt x="2214057" y="759467"/>
                  </a:lnTo>
                  <a:lnTo>
                    <a:pt x="2260536" y="814377"/>
                  </a:lnTo>
                  <a:lnTo>
                    <a:pt x="2306777" y="868407"/>
                  </a:lnTo>
                  <a:lnTo>
                    <a:pt x="2352643" y="920991"/>
                  </a:lnTo>
                  <a:lnTo>
                    <a:pt x="2398032" y="971627"/>
                  </a:lnTo>
                  <a:lnTo>
                    <a:pt x="2442899" y="1019896"/>
                  </a:lnTo>
                  <a:lnTo>
                    <a:pt x="2487259" y="1065473"/>
                  </a:lnTo>
                  <a:lnTo>
                    <a:pt x="2531203" y="1108132"/>
                  </a:lnTo>
                  <a:lnTo>
                    <a:pt x="2574900" y="1147745"/>
                  </a:lnTo>
                  <a:lnTo>
                    <a:pt x="2618614" y="1184275"/>
                  </a:lnTo>
                  <a:lnTo>
                    <a:pt x="2662710" y="1217767"/>
                  </a:lnTo>
                  <a:lnTo>
                    <a:pt x="2667772" y="1221390"/>
                  </a:lnTo>
                  <a:lnTo>
                    <a:pt x="2715684" y="1253359"/>
                  </a:lnTo>
                  <a:lnTo>
                    <a:pt x="2765297" y="1282010"/>
                  </a:lnTo>
                  <a:lnTo>
                    <a:pt x="2817439" y="1307528"/>
                  </a:lnTo>
                  <a:lnTo>
                    <a:pt x="2873032" y="1330216"/>
                  </a:lnTo>
                  <a:lnTo>
                    <a:pt x="2933010" y="1350407"/>
                  </a:lnTo>
                  <a:lnTo>
                    <a:pt x="2998230" y="1368421"/>
                  </a:lnTo>
                  <a:lnTo>
                    <a:pt x="3069359" y="1384532"/>
                  </a:lnTo>
                  <a:lnTo>
                    <a:pt x="3146728" y="1398959"/>
                  </a:lnTo>
                  <a:lnTo>
                    <a:pt x="3230127" y="1411853"/>
                  </a:lnTo>
                  <a:lnTo>
                    <a:pt x="3318587" y="1423302"/>
                  </a:lnTo>
                  <a:lnTo>
                    <a:pt x="3410160" y="1433332"/>
                  </a:lnTo>
                  <a:lnTo>
                    <a:pt x="3501820" y="1441926"/>
                  </a:lnTo>
                  <a:lnTo>
                    <a:pt x="3589584" y="1449049"/>
                  </a:lnTo>
                  <a:lnTo>
                    <a:pt x="3668958" y="1454682"/>
                  </a:lnTo>
                  <a:lnTo>
                    <a:pt x="3735709" y="1458861"/>
                  </a:lnTo>
                  <a:lnTo>
                    <a:pt x="3786796" y="1461703"/>
                  </a:lnTo>
                  <a:lnTo>
                    <a:pt x="3821158" y="1463412"/>
                  </a:lnTo>
                  <a:lnTo>
                    <a:pt x="3840105" y="1464259"/>
                  </a:lnTo>
                  <a:lnTo>
                    <a:pt x="3847238" y="1464547"/>
                  </a:lnTo>
                  <a:lnTo>
                    <a:pt x="3848118" y="1464579"/>
                  </a:lnTo>
                  <a:lnTo>
                    <a:pt x="4386855" y="1464579"/>
                  </a:lnTo>
                  <a:lnTo>
                    <a:pt x="4388124" y="1464623"/>
                  </a:lnTo>
                  <a:lnTo>
                    <a:pt x="4396409" y="1464936"/>
                  </a:lnTo>
                  <a:lnTo>
                    <a:pt x="4417079" y="1465801"/>
                  </a:lnTo>
                  <a:lnTo>
                    <a:pt x="4453494" y="1467500"/>
                  </a:lnTo>
                  <a:lnTo>
                    <a:pt x="4506675" y="1470277"/>
                  </a:lnTo>
                  <a:lnTo>
                    <a:pt x="4575287" y="1474312"/>
                  </a:lnTo>
                  <a:lnTo>
                    <a:pt x="4656075" y="1479705"/>
                  </a:lnTo>
                  <a:lnTo>
                    <a:pt x="4744706" y="1486480"/>
                  </a:lnTo>
                  <a:lnTo>
                    <a:pt x="4836695" y="1494617"/>
                  </a:lnTo>
                  <a:lnTo>
                    <a:pt x="4928146" y="1504083"/>
                  </a:lnTo>
                  <a:lnTo>
                    <a:pt x="5016159" y="1514865"/>
                  </a:lnTo>
                  <a:lnTo>
                    <a:pt x="5098918" y="1526997"/>
                  </a:lnTo>
                  <a:lnTo>
                    <a:pt x="5175560" y="1540567"/>
                  </a:lnTo>
                  <a:lnTo>
                    <a:pt x="5245964" y="1555724"/>
                  </a:lnTo>
                  <a:lnTo>
                    <a:pt x="5310515" y="1572678"/>
                  </a:lnTo>
                  <a:lnTo>
                    <a:pt x="5369920" y="1591692"/>
                  </a:lnTo>
                  <a:lnTo>
                    <a:pt x="5425054" y="1613065"/>
                  </a:lnTo>
                  <a:lnTo>
                    <a:pt x="5476860" y="1637109"/>
                  </a:lnTo>
                  <a:lnTo>
                    <a:pt x="5526255" y="1664094"/>
                  </a:lnTo>
                  <a:lnTo>
                    <a:pt x="5567201" y="1689620"/>
                  </a:lnTo>
                  <a:lnTo>
                    <a:pt x="5612217" y="1720918"/>
                  </a:lnTo>
                  <a:lnTo>
                    <a:pt x="5656792" y="1755129"/>
                  </a:lnTo>
                  <a:lnTo>
                    <a:pt x="5701325" y="1792303"/>
                  </a:lnTo>
                  <a:lnTo>
                    <a:pt x="5746101" y="1832410"/>
                  </a:lnTo>
                  <a:lnTo>
                    <a:pt x="5791305" y="1875328"/>
                  </a:lnTo>
                  <a:lnTo>
                    <a:pt x="5837034" y="1920838"/>
                  </a:lnTo>
                  <a:lnTo>
                    <a:pt x="5883306" y="1968623"/>
                  </a:lnTo>
                  <a:lnTo>
                    <a:pt x="5930070" y="2018272"/>
                  </a:lnTo>
                  <a:lnTo>
                    <a:pt x="5977220" y="2069289"/>
                  </a:lnTo>
                  <a:lnTo>
                    <a:pt x="6024607" y="2121118"/>
                  </a:lnTo>
                  <a:lnTo>
                    <a:pt x="6072059" y="2173164"/>
                  </a:lnTo>
                  <a:lnTo>
                    <a:pt x="6119395" y="2224821"/>
                  </a:lnTo>
                  <a:lnTo>
                    <a:pt x="6166448" y="2275501"/>
                  </a:lnTo>
                  <a:lnTo>
                    <a:pt x="6213080" y="2324663"/>
                  </a:lnTo>
                  <a:lnTo>
                    <a:pt x="6259199" y="2371835"/>
                  </a:lnTo>
                  <a:lnTo>
                    <a:pt x="6304773" y="2416632"/>
                  </a:lnTo>
                  <a:lnTo>
                    <a:pt x="6349841" y="2458764"/>
                  </a:lnTo>
                  <a:lnTo>
                    <a:pt x="6394525" y="2498040"/>
                  </a:lnTo>
                  <a:lnTo>
                    <a:pt x="6439036" y="2534365"/>
                  </a:lnTo>
                  <a:lnTo>
                    <a:pt x="6483691" y="2567734"/>
                  </a:lnTo>
                  <a:lnTo>
                    <a:pt x="6515891" y="2589783"/>
                  </a:lnTo>
                  <a:lnTo>
                    <a:pt x="6563874" y="2619407"/>
                  </a:lnTo>
                  <a:lnTo>
                    <a:pt x="6613564" y="2645953"/>
                  </a:lnTo>
                  <a:lnTo>
                    <a:pt x="6665794" y="2669591"/>
                  </a:lnTo>
                  <a:lnTo>
                    <a:pt x="6721490" y="2690603"/>
                  </a:lnTo>
                  <a:lnTo>
                    <a:pt x="6781588" y="2709301"/>
                  </a:lnTo>
                  <a:lnTo>
                    <a:pt x="6846949" y="2725980"/>
                  </a:lnTo>
                  <a:lnTo>
                    <a:pt x="6918241" y="2740895"/>
                  </a:lnTo>
                  <a:lnTo>
                    <a:pt x="6995792" y="2754249"/>
                  </a:lnTo>
                  <a:lnTo>
                    <a:pt x="7079385" y="2766181"/>
                  </a:lnTo>
                  <a:lnTo>
                    <a:pt x="7168034" y="2776772"/>
                  </a:lnTo>
                  <a:lnTo>
                    <a:pt x="7259768" y="2786047"/>
                  </a:lnTo>
                  <a:lnTo>
                    <a:pt x="7351532" y="2793989"/>
                  </a:lnTo>
                  <a:lnTo>
                    <a:pt x="7439311" y="2800565"/>
                  </a:lnTo>
                  <a:lnTo>
                    <a:pt x="7518589" y="2805758"/>
                  </a:lnTo>
                  <a:lnTo>
                    <a:pt x="7585130" y="2809603"/>
                  </a:lnTo>
                  <a:lnTo>
                    <a:pt x="7635913" y="2812210"/>
                  </a:lnTo>
                  <a:lnTo>
                    <a:pt x="7669926" y="2813772"/>
                  </a:lnTo>
                  <a:lnTo>
                    <a:pt x="7688544" y="2814540"/>
                  </a:lnTo>
                  <a:lnTo>
                    <a:pt x="7695437" y="2814796"/>
                  </a:lnTo>
                  <a:lnTo>
                    <a:pt x="7696237" y="2814824"/>
                  </a:lnTo>
                  <a:lnTo>
                    <a:pt x="8234974" y="2814824"/>
                  </a:lnTo>
                  <a:lnTo>
                    <a:pt x="8234974" y="2809379"/>
                  </a:lnTo>
                  <a:lnTo>
                    <a:pt x="7696237" y="2809379"/>
                  </a:lnTo>
                  <a:lnTo>
                    <a:pt x="7694968" y="2809335"/>
                  </a:lnTo>
                  <a:lnTo>
                    <a:pt x="7686684" y="2809022"/>
                  </a:lnTo>
                  <a:lnTo>
                    <a:pt x="7666013" y="2808157"/>
                  </a:lnTo>
                  <a:lnTo>
                    <a:pt x="7629599" y="2806458"/>
                  </a:lnTo>
                  <a:lnTo>
                    <a:pt x="7576417" y="2803681"/>
                  </a:lnTo>
                  <a:lnTo>
                    <a:pt x="7507806" y="2799646"/>
                  </a:lnTo>
                  <a:lnTo>
                    <a:pt x="7427018" y="2794253"/>
                  </a:lnTo>
                  <a:lnTo>
                    <a:pt x="7338386" y="2787478"/>
                  </a:lnTo>
                  <a:lnTo>
                    <a:pt x="7246397" y="2779341"/>
                  </a:lnTo>
                  <a:lnTo>
                    <a:pt x="7154947" y="2769876"/>
                  </a:lnTo>
                  <a:lnTo>
                    <a:pt x="7066933" y="2759093"/>
                  </a:lnTo>
                  <a:lnTo>
                    <a:pt x="6984175" y="2746961"/>
                  </a:lnTo>
                  <a:lnTo>
                    <a:pt x="6907532" y="2733392"/>
                  </a:lnTo>
                  <a:lnTo>
                    <a:pt x="6837129" y="2718235"/>
                  </a:lnTo>
                  <a:lnTo>
                    <a:pt x="6772577" y="2701280"/>
                  </a:lnTo>
                  <a:lnTo>
                    <a:pt x="6713173" y="2682267"/>
                  </a:lnTo>
                  <a:lnTo>
                    <a:pt x="6658038" y="2660893"/>
                  </a:lnTo>
                  <a:lnTo>
                    <a:pt x="6606232" y="2636850"/>
                  </a:lnTo>
                  <a:lnTo>
                    <a:pt x="6556837" y="2609865"/>
                  </a:lnTo>
                  <a:lnTo>
                    <a:pt x="6515891" y="2584338"/>
                  </a:lnTo>
                  <a:lnTo>
                    <a:pt x="6470876" y="2553040"/>
                  </a:lnTo>
                  <a:lnTo>
                    <a:pt x="6426301" y="2518829"/>
                  </a:lnTo>
                  <a:lnTo>
                    <a:pt x="6381767" y="2481655"/>
                  </a:lnTo>
                  <a:lnTo>
                    <a:pt x="6336991" y="2441549"/>
                  </a:lnTo>
                  <a:lnTo>
                    <a:pt x="6291787" y="2398631"/>
                  </a:lnTo>
                  <a:lnTo>
                    <a:pt x="6246058" y="2353120"/>
                  </a:lnTo>
                  <a:lnTo>
                    <a:pt x="6199786" y="2305335"/>
                  </a:lnTo>
                  <a:lnTo>
                    <a:pt x="6153022" y="2255687"/>
                  </a:lnTo>
                  <a:lnTo>
                    <a:pt x="6105872" y="2204670"/>
                  </a:lnTo>
                  <a:lnTo>
                    <a:pt x="6058485" y="2152840"/>
                  </a:lnTo>
                  <a:lnTo>
                    <a:pt x="6011033" y="2100794"/>
                  </a:lnTo>
                  <a:lnTo>
                    <a:pt x="5963697" y="2049138"/>
                  </a:lnTo>
                  <a:lnTo>
                    <a:pt x="5916644" y="1998458"/>
                  </a:lnTo>
                  <a:lnTo>
                    <a:pt x="5870012" y="1949295"/>
                  </a:lnTo>
                  <a:lnTo>
                    <a:pt x="5823893" y="1902123"/>
                  </a:lnTo>
                  <a:lnTo>
                    <a:pt x="5778319" y="1857326"/>
                  </a:lnTo>
                  <a:lnTo>
                    <a:pt x="5733251" y="1815195"/>
                  </a:lnTo>
                  <a:lnTo>
                    <a:pt x="5688568" y="1775919"/>
                  </a:lnTo>
                  <a:lnTo>
                    <a:pt x="5644056" y="1739593"/>
                  </a:lnTo>
                  <a:lnTo>
                    <a:pt x="5599401" y="1706224"/>
                  </a:lnTo>
                  <a:lnTo>
                    <a:pt x="5567201" y="1684175"/>
                  </a:lnTo>
                  <a:lnTo>
                    <a:pt x="5519218" y="1654551"/>
                  </a:lnTo>
                  <a:lnTo>
                    <a:pt x="5469528" y="1628006"/>
                  </a:lnTo>
                  <a:lnTo>
                    <a:pt x="5417298" y="1604367"/>
                  </a:lnTo>
                  <a:lnTo>
                    <a:pt x="5361603" y="1583355"/>
                  </a:lnTo>
                  <a:lnTo>
                    <a:pt x="5301505" y="1564657"/>
                  </a:lnTo>
                  <a:lnTo>
                    <a:pt x="5236144" y="1547978"/>
                  </a:lnTo>
                  <a:lnTo>
                    <a:pt x="5164851" y="1533063"/>
                  </a:lnTo>
                  <a:lnTo>
                    <a:pt x="5087300" y="1519710"/>
                  </a:lnTo>
                  <a:lnTo>
                    <a:pt x="5003707" y="1507777"/>
                  </a:lnTo>
                  <a:lnTo>
                    <a:pt x="4915059" y="1497186"/>
                  </a:lnTo>
                  <a:lnTo>
                    <a:pt x="4823324" y="1487911"/>
                  </a:lnTo>
                  <a:lnTo>
                    <a:pt x="4731560" y="1479969"/>
                  </a:lnTo>
                  <a:lnTo>
                    <a:pt x="4643781" y="1473394"/>
                  </a:lnTo>
                  <a:lnTo>
                    <a:pt x="4564503" y="1468201"/>
                  </a:lnTo>
                  <a:lnTo>
                    <a:pt x="4497962" y="1464356"/>
                  </a:lnTo>
                  <a:lnTo>
                    <a:pt x="4447179" y="1461748"/>
                  </a:lnTo>
                  <a:lnTo>
                    <a:pt x="4413166" y="1460186"/>
                  </a:lnTo>
                  <a:lnTo>
                    <a:pt x="4394548" y="1459419"/>
                  </a:lnTo>
                  <a:lnTo>
                    <a:pt x="4387656" y="1459162"/>
                  </a:lnTo>
                  <a:lnTo>
                    <a:pt x="4386855" y="1459135"/>
                  </a:lnTo>
                  <a:lnTo>
                    <a:pt x="3848118" y="1459135"/>
                  </a:lnTo>
                  <a:lnTo>
                    <a:pt x="3846855" y="1459088"/>
                  </a:lnTo>
                  <a:lnTo>
                    <a:pt x="3838605" y="1458751"/>
                  </a:lnTo>
                  <a:lnTo>
                    <a:pt x="3818018" y="1457820"/>
                  </a:lnTo>
                  <a:lnTo>
                    <a:pt x="3781742" y="1455992"/>
                  </a:lnTo>
                  <a:lnTo>
                    <a:pt x="3728747" y="1453004"/>
                  </a:lnTo>
                  <a:lnTo>
                    <a:pt x="3660349" y="1448661"/>
                  </a:lnTo>
                  <a:lnTo>
                    <a:pt x="3579775" y="1442857"/>
                  </a:lnTo>
                  <a:lnTo>
                    <a:pt x="3491335" y="1435562"/>
                  </a:lnTo>
                  <a:lnTo>
                    <a:pt x="3399496" y="1426800"/>
                  </a:lnTo>
                  <a:lnTo>
                    <a:pt x="3308149" y="1416606"/>
                  </a:lnTo>
                  <a:lnTo>
                    <a:pt x="3220195" y="1404992"/>
                  </a:lnTo>
                  <a:lnTo>
                    <a:pt x="3137460" y="1391927"/>
                  </a:lnTo>
                  <a:lnTo>
                    <a:pt x="3060815" y="1377314"/>
                  </a:lnTo>
                  <a:lnTo>
                    <a:pt x="2990394" y="1360995"/>
                  </a:lnTo>
                  <a:lnTo>
                    <a:pt x="2925820" y="1342744"/>
                  </a:lnTo>
                  <a:lnTo>
                    <a:pt x="2866395" y="1322281"/>
                  </a:lnTo>
                  <a:lnTo>
                    <a:pt x="2811249" y="1299283"/>
                  </a:lnTo>
                  <a:lnTo>
                    <a:pt x="2759445" y="1273417"/>
                  </a:lnTo>
                  <a:lnTo>
                    <a:pt x="2710069" y="1244388"/>
                  </a:lnTo>
                  <a:lnTo>
                    <a:pt x="2667772" y="1215945"/>
                  </a:lnTo>
                  <a:lnTo>
                    <a:pt x="2623604" y="1182793"/>
                  </a:lnTo>
                  <a:lnTo>
                    <a:pt x="2579868" y="1146612"/>
                  </a:lnTo>
                  <a:lnTo>
                    <a:pt x="2536183" y="1107350"/>
                  </a:lnTo>
                  <a:lnTo>
                    <a:pt x="2492278" y="1065033"/>
                  </a:lnTo>
                  <a:lnTo>
                    <a:pt x="2447971" y="1019778"/>
                  </a:lnTo>
                  <a:lnTo>
                    <a:pt x="2403164" y="971801"/>
                  </a:lnTo>
                  <a:lnTo>
                    <a:pt x="2357833" y="921415"/>
                  </a:lnTo>
                  <a:lnTo>
                    <a:pt x="2312018" y="869029"/>
                  </a:lnTo>
                  <a:lnTo>
                    <a:pt x="2265813" y="815136"/>
                  </a:lnTo>
                  <a:lnTo>
                    <a:pt x="2219353" y="760296"/>
                  </a:lnTo>
                  <a:lnTo>
                    <a:pt x="2172798" y="705112"/>
                  </a:lnTo>
                  <a:lnTo>
                    <a:pt x="2126319" y="650201"/>
                  </a:lnTo>
                  <a:lnTo>
                    <a:pt x="2080077" y="596172"/>
                  </a:lnTo>
                  <a:lnTo>
                    <a:pt x="2034212" y="543588"/>
                  </a:lnTo>
                  <a:lnTo>
                    <a:pt x="1988823" y="492952"/>
                  </a:lnTo>
                  <a:lnTo>
                    <a:pt x="1943956" y="444683"/>
                  </a:lnTo>
                  <a:lnTo>
                    <a:pt x="1899595" y="399106"/>
                  </a:lnTo>
                  <a:lnTo>
                    <a:pt x="1855652" y="356447"/>
                  </a:lnTo>
                  <a:lnTo>
                    <a:pt x="1811954" y="316834"/>
                  </a:lnTo>
                  <a:lnTo>
                    <a:pt x="1768241" y="280304"/>
                  </a:lnTo>
                  <a:lnTo>
                    <a:pt x="1724145" y="246812"/>
                  </a:lnTo>
                  <a:lnTo>
                    <a:pt x="1719082" y="243189"/>
                  </a:lnTo>
                  <a:lnTo>
                    <a:pt x="1671171" y="211220"/>
                  </a:lnTo>
                  <a:lnTo>
                    <a:pt x="1621558" y="182568"/>
                  </a:lnTo>
                  <a:lnTo>
                    <a:pt x="1569416" y="157050"/>
                  </a:lnTo>
                  <a:lnTo>
                    <a:pt x="1513823" y="134363"/>
                  </a:lnTo>
                  <a:lnTo>
                    <a:pt x="1453844" y="114172"/>
                  </a:lnTo>
                  <a:lnTo>
                    <a:pt x="1388625" y="96158"/>
                  </a:lnTo>
                  <a:lnTo>
                    <a:pt x="1317495" y="80046"/>
                  </a:lnTo>
                  <a:lnTo>
                    <a:pt x="1240127" y="65620"/>
                  </a:lnTo>
                  <a:lnTo>
                    <a:pt x="1156727" y="52725"/>
                  </a:lnTo>
                  <a:lnTo>
                    <a:pt x="1068268" y="41277"/>
                  </a:lnTo>
                  <a:lnTo>
                    <a:pt x="976695" y="31247"/>
                  </a:lnTo>
                  <a:lnTo>
                    <a:pt x="885034" y="22653"/>
                  </a:lnTo>
                  <a:lnTo>
                    <a:pt x="797270" y="15530"/>
                  </a:lnTo>
                  <a:lnTo>
                    <a:pt x="717896" y="9897"/>
                  </a:lnTo>
                  <a:lnTo>
                    <a:pt x="651145" y="5718"/>
                  </a:lnTo>
                  <a:lnTo>
                    <a:pt x="600059" y="2876"/>
                  </a:lnTo>
                  <a:lnTo>
                    <a:pt x="565697" y="1167"/>
                  </a:lnTo>
                  <a:lnTo>
                    <a:pt x="546749" y="320"/>
                  </a:lnTo>
                  <a:lnTo>
                    <a:pt x="539616" y="3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05" name="pl405"/>
            <p:cNvSpPr/>
            <p:nvPr/>
          </p:nvSpPr>
          <p:spPr>
            <a:xfrm>
              <a:off x="546595" y="1861142"/>
              <a:ext cx="8234974" cy="2809379"/>
            </a:xfrm>
            <a:custGeom>
              <a:avLst/>
              <a:pathLst>
                <a:path w="8234974" h="2809379">
                  <a:moveTo>
                    <a:pt x="0" y="0"/>
                  </a:moveTo>
                  <a:lnTo>
                    <a:pt x="538736" y="0"/>
                  </a:lnTo>
                  <a:lnTo>
                    <a:pt x="540000" y="47"/>
                  </a:lnTo>
                  <a:lnTo>
                    <a:pt x="548250" y="383"/>
                  </a:lnTo>
                  <a:lnTo>
                    <a:pt x="568837" y="1315"/>
                  </a:lnTo>
                  <a:lnTo>
                    <a:pt x="605112" y="3142"/>
                  </a:lnTo>
                  <a:lnTo>
                    <a:pt x="658108" y="6130"/>
                  </a:lnTo>
                  <a:lnTo>
                    <a:pt x="726505" y="10473"/>
                  </a:lnTo>
                  <a:lnTo>
                    <a:pt x="807079" y="16278"/>
                  </a:lnTo>
                  <a:lnTo>
                    <a:pt x="895520" y="23572"/>
                  </a:lnTo>
                  <a:lnTo>
                    <a:pt x="987358" y="32334"/>
                  </a:lnTo>
                  <a:lnTo>
                    <a:pt x="1078705" y="42529"/>
                  </a:lnTo>
                  <a:lnTo>
                    <a:pt x="1166659" y="54142"/>
                  </a:lnTo>
                  <a:lnTo>
                    <a:pt x="1249394" y="67208"/>
                  </a:lnTo>
                  <a:lnTo>
                    <a:pt x="1326040" y="81820"/>
                  </a:lnTo>
                  <a:lnTo>
                    <a:pt x="1396461" y="98140"/>
                  </a:lnTo>
                  <a:lnTo>
                    <a:pt x="1461035" y="116390"/>
                  </a:lnTo>
                  <a:lnTo>
                    <a:pt x="1520460" y="136853"/>
                  </a:lnTo>
                  <a:lnTo>
                    <a:pt x="1575606" y="159851"/>
                  </a:lnTo>
                  <a:lnTo>
                    <a:pt x="1627409" y="185717"/>
                  </a:lnTo>
                  <a:lnTo>
                    <a:pt x="1676786" y="214747"/>
                  </a:lnTo>
                  <a:lnTo>
                    <a:pt x="1719082" y="243189"/>
                  </a:lnTo>
                  <a:lnTo>
                    <a:pt x="1763251" y="276341"/>
                  </a:lnTo>
                  <a:lnTo>
                    <a:pt x="1806987" y="312522"/>
                  </a:lnTo>
                  <a:lnTo>
                    <a:pt x="1850671" y="351784"/>
                  </a:lnTo>
                  <a:lnTo>
                    <a:pt x="1894576" y="394101"/>
                  </a:lnTo>
                  <a:lnTo>
                    <a:pt x="1938884" y="439356"/>
                  </a:lnTo>
                  <a:lnTo>
                    <a:pt x="1983691" y="487333"/>
                  </a:lnTo>
                  <a:lnTo>
                    <a:pt x="2029022" y="537719"/>
                  </a:lnTo>
                  <a:lnTo>
                    <a:pt x="2074837" y="590105"/>
                  </a:lnTo>
                  <a:lnTo>
                    <a:pt x="2121042" y="643998"/>
                  </a:lnTo>
                  <a:lnTo>
                    <a:pt x="2167502" y="698838"/>
                  </a:lnTo>
                  <a:lnTo>
                    <a:pt x="2214057" y="754023"/>
                  </a:lnTo>
                  <a:lnTo>
                    <a:pt x="2260536" y="808933"/>
                  </a:lnTo>
                  <a:lnTo>
                    <a:pt x="2306777" y="862963"/>
                  </a:lnTo>
                  <a:lnTo>
                    <a:pt x="2352643" y="915546"/>
                  </a:lnTo>
                  <a:lnTo>
                    <a:pt x="2398032" y="966182"/>
                  </a:lnTo>
                  <a:lnTo>
                    <a:pt x="2442899" y="1014451"/>
                  </a:lnTo>
                  <a:lnTo>
                    <a:pt x="2487259" y="1060028"/>
                  </a:lnTo>
                  <a:lnTo>
                    <a:pt x="2531203" y="1102688"/>
                  </a:lnTo>
                  <a:lnTo>
                    <a:pt x="2574900" y="1142300"/>
                  </a:lnTo>
                  <a:lnTo>
                    <a:pt x="2618614" y="1178830"/>
                  </a:lnTo>
                  <a:lnTo>
                    <a:pt x="2662710" y="1212322"/>
                  </a:lnTo>
                  <a:lnTo>
                    <a:pt x="2667772" y="1215945"/>
                  </a:lnTo>
                  <a:lnTo>
                    <a:pt x="2715684" y="1247914"/>
                  </a:lnTo>
                  <a:lnTo>
                    <a:pt x="2765297" y="1276566"/>
                  </a:lnTo>
                  <a:lnTo>
                    <a:pt x="2817439" y="1302084"/>
                  </a:lnTo>
                  <a:lnTo>
                    <a:pt x="2873032" y="1324771"/>
                  </a:lnTo>
                  <a:lnTo>
                    <a:pt x="2933010" y="1344962"/>
                  </a:lnTo>
                  <a:lnTo>
                    <a:pt x="2998230" y="1362976"/>
                  </a:lnTo>
                  <a:lnTo>
                    <a:pt x="3069359" y="1379088"/>
                  </a:lnTo>
                  <a:lnTo>
                    <a:pt x="3146728" y="1393515"/>
                  </a:lnTo>
                  <a:lnTo>
                    <a:pt x="3230127" y="1406409"/>
                  </a:lnTo>
                  <a:lnTo>
                    <a:pt x="3318587" y="1417857"/>
                  </a:lnTo>
                  <a:lnTo>
                    <a:pt x="3410160" y="1427887"/>
                  </a:lnTo>
                  <a:lnTo>
                    <a:pt x="3501820" y="1436481"/>
                  </a:lnTo>
                  <a:lnTo>
                    <a:pt x="3589584" y="1443604"/>
                  </a:lnTo>
                  <a:lnTo>
                    <a:pt x="3668958" y="1449237"/>
                  </a:lnTo>
                  <a:lnTo>
                    <a:pt x="3735709" y="1453416"/>
                  </a:lnTo>
                  <a:lnTo>
                    <a:pt x="3786796" y="1456259"/>
                  </a:lnTo>
                  <a:lnTo>
                    <a:pt x="3821158" y="1457968"/>
                  </a:lnTo>
                  <a:lnTo>
                    <a:pt x="3840105" y="1458814"/>
                  </a:lnTo>
                  <a:lnTo>
                    <a:pt x="3847238" y="1459102"/>
                  </a:lnTo>
                  <a:lnTo>
                    <a:pt x="3848118" y="1459135"/>
                  </a:lnTo>
                  <a:lnTo>
                    <a:pt x="4386855" y="1459135"/>
                  </a:lnTo>
                  <a:lnTo>
                    <a:pt x="4388124" y="1459178"/>
                  </a:lnTo>
                  <a:lnTo>
                    <a:pt x="4396409" y="1459491"/>
                  </a:lnTo>
                  <a:lnTo>
                    <a:pt x="4417079" y="1460357"/>
                  </a:lnTo>
                  <a:lnTo>
                    <a:pt x="4453494" y="1462055"/>
                  </a:lnTo>
                  <a:lnTo>
                    <a:pt x="4506675" y="1464832"/>
                  </a:lnTo>
                  <a:lnTo>
                    <a:pt x="4575287" y="1468868"/>
                  </a:lnTo>
                  <a:lnTo>
                    <a:pt x="4656075" y="1474260"/>
                  </a:lnTo>
                  <a:lnTo>
                    <a:pt x="4744706" y="1481036"/>
                  </a:lnTo>
                  <a:lnTo>
                    <a:pt x="4836695" y="1489172"/>
                  </a:lnTo>
                  <a:lnTo>
                    <a:pt x="4928146" y="1498638"/>
                  </a:lnTo>
                  <a:lnTo>
                    <a:pt x="5016159" y="1509421"/>
                  </a:lnTo>
                  <a:lnTo>
                    <a:pt x="5098918" y="1521553"/>
                  </a:lnTo>
                  <a:lnTo>
                    <a:pt x="5175560" y="1535122"/>
                  </a:lnTo>
                  <a:lnTo>
                    <a:pt x="5245964" y="1550279"/>
                  </a:lnTo>
                  <a:lnTo>
                    <a:pt x="5310515" y="1567233"/>
                  </a:lnTo>
                  <a:lnTo>
                    <a:pt x="5369920" y="1586247"/>
                  </a:lnTo>
                  <a:lnTo>
                    <a:pt x="5425054" y="1607621"/>
                  </a:lnTo>
                  <a:lnTo>
                    <a:pt x="5476860" y="1631664"/>
                  </a:lnTo>
                  <a:lnTo>
                    <a:pt x="5526255" y="1658649"/>
                  </a:lnTo>
                  <a:lnTo>
                    <a:pt x="5567201" y="1684175"/>
                  </a:lnTo>
                  <a:lnTo>
                    <a:pt x="5612217" y="1715474"/>
                  </a:lnTo>
                  <a:lnTo>
                    <a:pt x="5656792" y="1749684"/>
                  </a:lnTo>
                  <a:lnTo>
                    <a:pt x="5701325" y="1786858"/>
                  </a:lnTo>
                  <a:lnTo>
                    <a:pt x="5746101" y="1826965"/>
                  </a:lnTo>
                  <a:lnTo>
                    <a:pt x="5791305" y="1869883"/>
                  </a:lnTo>
                  <a:lnTo>
                    <a:pt x="5837034" y="1915394"/>
                  </a:lnTo>
                  <a:lnTo>
                    <a:pt x="5883306" y="1963179"/>
                  </a:lnTo>
                  <a:lnTo>
                    <a:pt x="5930070" y="2012827"/>
                  </a:lnTo>
                  <a:lnTo>
                    <a:pt x="5977220" y="2063844"/>
                  </a:lnTo>
                  <a:lnTo>
                    <a:pt x="6024607" y="2115674"/>
                  </a:lnTo>
                  <a:lnTo>
                    <a:pt x="6072059" y="2167720"/>
                  </a:lnTo>
                  <a:lnTo>
                    <a:pt x="6119395" y="2219376"/>
                  </a:lnTo>
                  <a:lnTo>
                    <a:pt x="6166448" y="2270056"/>
                  </a:lnTo>
                  <a:lnTo>
                    <a:pt x="6213080" y="2319218"/>
                  </a:lnTo>
                  <a:lnTo>
                    <a:pt x="6259199" y="2366391"/>
                  </a:lnTo>
                  <a:lnTo>
                    <a:pt x="6304773" y="2411188"/>
                  </a:lnTo>
                  <a:lnTo>
                    <a:pt x="6349841" y="2453319"/>
                  </a:lnTo>
                  <a:lnTo>
                    <a:pt x="6394525" y="2492595"/>
                  </a:lnTo>
                  <a:lnTo>
                    <a:pt x="6439036" y="2528921"/>
                  </a:lnTo>
                  <a:lnTo>
                    <a:pt x="6483691" y="2562289"/>
                  </a:lnTo>
                  <a:lnTo>
                    <a:pt x="6515891" y="2584338"/>
                  </a:lnTo>
                  <a:lnTo>
                    <a:pt x="6563874" y="2613962"/>
                  </a:lnTo>
                  <a:lnTo>
                    <a:pt x="6613564" y="2640508"/>
                  </a:lnTo>
                  <a:lnTo>
                    <a:pt x="6665794" y="2664147"/>
                  </a:lnTo>
                  <a:lnTo>
                    <a:pt x="6721490" y="2685159"/>
                  </a:lnTo>
                  <a:lnTo>
                    <a:pt x="6781588" y="2703856"/>
                  </a:lnTo>
                  <a:lnTo>
                    <a:pt x="6846949" y="2720535"/>
                  </a:lnTo>
                  <a:lnTo>
                    <a:pt x="6918241" y="2735451"/>
                  </a:lnTo>
                  <a:lnTo>
                    <a:pt x="6995792" y="2748804"/>
                  </a:lnTo>
                  <a:lnTo>
                    <a:pt x="7079385" y="2760737"/>
                  </a:lnTo>
                  <a:lnTo>
                    <a:pt x="7168034" y="2771328"/>
                  </a:lnTo>
                  <a:lnTo>
                    <a:pt x="7259768" y="2780603"/>
                  </a:lnTo>
                  <a:lnTo>
                    <a:pt x="7351532" y="2788544"/>
                  </a:lnTo>
                  <a:lnTo>
                    <a:pt x="7439311" y="2795120"/>
                  </a:lnTo>
                  <a:lnTo>
                    <a:pt x="7518589" y="2800313"/>
                  </a:lnTo>
                  <a:lnTo>
                    <a:pt x="7585130" y="2804158"/>
                  </a:lnTo>
                  <a:lnTo>
                    <a:pt x="7635913" y="2806766"/>
                  </a:lnTo>
                  <a:lnTo>
                    <a:pt x="7669926" y="2808327"/>
                  </a:lnTo>
                  <a:lnTo>
                    <a:pt x="7688544" y="2809095"/>
                  </a:lnTo>
                  <a:lnTo>
                    <a:pt x="7695437" y="2809352"/>
                  </a:lnTo>
                  <a:lnTo>
                    <a:pt x="7696237" y="2809379"/>
                  </a:lnTo>
                  <a:lnTo>
                    <a:pt x="8234974" y="2809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6" name="pl406"/>
            <p:cNvSpPr/>
            <p:nvPr/>
          </p:nvSpPr>
          <p:spPr>
            <a:xfrm>
              <a:off x="546595" y="1855697"/>
              <a:ext cx="8234974" cy="2809379"/>
            </a:xfrm>
            <a:custGeom>
              <a:avLst/>
              <a:pathLst>
                <a:path w="8234974" h="2809379">
                  <a:moveTo>
                    <a:pt x="8234974" y="2809379"/>
                  </a:moveTo>
                  <a:lnTo>
                    <a:pt x="7696237" y="2809379"/>
                  </a:lnTo>
                  <a:lnTo>
                    <a:pt x="7694968" y="2809335"/>
                  </a:lnTo>
                  <a:lnTo>
                    <a:pt x="7686684" y="2809022"/>
                  </a:lnTo>
                  <a:lnTo>
                    <a:pt x="7666013" y="2808157"/>
                  </a:lnTo>
                  <a:lnTo>
                    <a:pt x="7629599" y="2806458"/>
                  </a:lnTo>
                  <a:lnTo>
                    <a:pt x="7576417" y="2803681"/>
                  </a:lnTo>
                  <a:lnTo>
                    <a:pt x="7507806" y="2799646"/>
                  </a:lnTo>
                  <a:lnTo>
                    <a:pt x="7427018" y="2794253"/>
                  </a:lnTo>
                  <a:lnTo>
                    <a:pt x="7338386" y="2787478"/>
                  </a:lnTo>
                  <a:lnTo>
                    <a:pt x="7246397" y="2779341"/>
                  </a:lnTo>
                  <a:lnTo>
                    <a:pt x="7154947" y="2769876"/>
                  </a:lnTo>
                  <a:lnTo>
                    <a:pt x="7066933" y="2759093"/>
                  </a:lnTo>
                  <a:lnTo>
                    <a:pt x="6984175" y="2746961"/>
                  </a:lnTo>
                  <a:lnTo>
                    <a:pt x="6907532" y="2733392"/>
                  </a:lnTo>
                  <a:lnTo>
                    <a:pt x="6837129" y="2718235"/>
                  </a:lnTo>
                  <a:lnTo>
                    <a:pt x="6772577" y="2701280"/>
                  </a:lnTo>
                  <a:lnTo>
                    <a:pt x="6713173" y="2682267"/>
                  </a:lnTo>
                  <a:lnTo>
                    <a:pt x="6658038" y="2660893"/>
                  </a:lnTo>
                  <a:lnTo>
                    <a:pt x="6606232" y="2636850"/>
                  </a:lnTo>
                  <a:lnTo>
                    <a:pt x="6556837" y="2609865"/>
                  </a:lnTo>
                  <a:lnTo>
                    <a:pt x="6515891" y="2584338"/>
                  </a:lnTo>
                  <a:lnTo>
                    <a:pt x="6470876" y="2553040"/>
                  </a:lnTo>
                  <a:lnTo>
                    <a:pt x="6426301" y="2518829"/>
                  </a:lnTo>
                  <a:lnTo>
                    <a:pt x="6381767" y="2481655"/>
                  </a:lnTo>
                  <a:lnTo>
                    <a:pt x="6336991" y="2441549"/>
                  </a:lnTo>
                  <a:lnTo>
                    <a:pt x="6291787" y="2398631"/>
                  </a:lnTo>
                  <a:lnTo>
                    <a:pt x="6246058" y="2353120"/>
                  </a:lnTo>
                  <a:lnTo>
                    <a:pt x="6199786" y="2305335"/>
                  </a:lnTo>
                  <a:lnTo>
                    <a:pt x="6153022" y="2255687"/>
                  </a:lnTo>
                  <a:lnTo>
                    <a:pt x="6105872" y="2204670"/>
                  </a:lnTo>
                  <a:lnTo>
                    <a:pt x="6058485" y="2152840"/>
                  </a:lnTo>
                  <a:lnTo>
                    <a:pt x="6011033" y="2100794"/>
                  </a:lnTo>
                  <a:lnTo>
                    <a:pt x="5963697" y="2049138"/>
                  </a:lnTo>
                  <a:lnTo>
                    <a:pt x="5916644" y="1998458"/>
                  </a:lnTo>
                  <a:lnTo>
                    <a:pt x="5870012" y="1949295"/>
                  </a:lnTo>
                  <a:lnTo>
                    <a:pt x="5823893" y="1902123"/>
                  </a:lnTo>
                  <a:lnTo>
                    <a:pt x="5778319" y="1857326"/>
                  </a:lnTo>
                  <a:lnTo>
                    <a:pt x="5733251" y="1815195"/>
                  </a:lnTo>
                  <a:lnTo>
                    <a:pt x="5688568" y="1775919"/>
                  </a:lnTo>
                  <a:lnTo>
                    <a:pt x="5644056" y="1739593"/>
                  </a:lnTo>
                  <a:lnTo>
                    <a:pt x="5599401" y="1706224"/>
                  </a:lnTo>
                  <a:lnTo>
                    <a:pt x="5567201" y="1684175"/>
                  </a:lnTo>
                  <a:lnTo>
                    <a:pt x="5519218" y="1654551"/>
                  </a:lnTo>
                  <a:lnTo>
                    <a:pt x="5469528" y="1628006"/>
                  </a:lnTo>
                  <a:lnTo>
                    <a:pt x="5417298" y="1604367"/>
                  </a:lnTo>
                  <a:lnTo>
                    <a:pt x="5361603" y="1583355"/>
                  </a:lnTo>
                  <a:lnTo>
                    <a:pt x="5301505" y="1564657"/>
                  </a:lnTo>
                  <a:lnTo>
                    <a:pt x="5236144" y="1547978"/>
                  </a:lnTo>
                  <a:lnTo>
                    <a:pt x="5164851" y="1533063"/>
                  </a:lnTo>
                  <a:lnTo>
                    <a:pt x="5087300" y="1519710"/>
                  </a:lnTo>
                  <a:lnTo>
                    <a:pt x="5003707" y="1507777"/>
                  </a:lnTo>
                  <a:lnTo>
                    <a:pt x="4915059" y="1497186"/>
                  </a:lnTo>
                  <a:lnTo>
                    <a:pt x="4823324" y="1487911"/>
                  </a:lnTo>
                  <a:lnTo>
                    <a:pt x="4731560" y="1479969"/>
                  </a:lnTo>
                  <a:lnTo>
                    <a:pt x="4643781" y="1473394"/>
                  </a:lnTo>
                  <a:lnTo>
                    <a:pt x="4564503" y="1468201"/>
                  </a:lnTo>
                  <a:lnTo>
                    <a:pt x="4497962" y="1464356"/>
                  </a:lnTo>
                  <a:lnTo>
                    <a:pt x="4447179" y="1461748"/>
                  </a:lnTo>
                  <a:lnTo>
                    <a:pt x="4413166" y="1460186"/>
                  </a:lnTo>
                  <a:lnTo>
                    <a:pt x="4394548" y="1459419"/>
                  </a:lnTo>
                  <a:lnTo>
                    <a:pt x="4387656" y="1459162"/>
                  </a:lnTo>
                  <a:lnTo>
                    <a:pt x="4386855" y="1459135"/>
                  </a:lnTo>
                  <a:lnTo>
                    <a:pt x="3848118" y="1459135"/>
                  </a:lnTo>
                  <a:lnTo>
                    <a:pt x="3846855" y="1459088"/>
                  </a:lnTo>
                  <a:lnTo>
                    <a:pt x="3838605" y="1458751"/>
                  </a:lnTo>
                  <a:lnTo>
                    <a:pt x="3818018" y="1457820"/>
                  </a:lnTo>
                  <a:lnTo>
                    <a:pt x="3781742" y="1455992"/>
                  </a:lnTo>
                  <a:lnTo>
                    <a:pt x="3728747" y="1453004"/>
                  </a:lnTo>
                  <a:lnTo>
                    <a:pt x="3660349" y="1448661"/>
                  </a:lnTo>
                  <a:lnTo>
                    <a:pt x="3579775" y="1442857"/>
                  </a:lnTo>
                  <a:lnTo>
                    <a:pt x="3491335" y="1435562"/>
                  </a:lnTo>
                  <a:lnTo>
                    <a:pt x="3399496" y="1426800"/>
                  </a:lnTo>
                  <a:lnTo>
                    <a:pt x="3308149" y="1416606"/>
                  </a:lnTo>
                  <a:lnTo>
                    <a:pt x="3220195" y="1404992"/>
                  </a:lnTo>
                  <a:lnTo>
                    <a:pt x="3137460" y="1391927"/>
                  </a:lnTo>
                  <a:lnTo>
                    <a:pt x="3060815" y="1377314"/>
                  </a:lnTo>
                  <a:lnTo>
                    <a:pt x="2990394" y="1360995"/>
                  </a:lnTo>
                  <a:lnTo>
                    <a:pt x="2925820" y="1342744"/>
                  </a:lnTo>
                  <a:lnTo>
                    <a:pt x="2866395" y="1322281"/>
                  </a:lnTo>
                  <a:lnTo>
                    <a:pt x="2811249" y="1299283"/>
                  </a:lnTo>
                  <a:lnTo>
                    <a:pt x="2759445" y="1273417"/>
                  </a:lnTo>
                  <a:lnTo>
                    <a:pt x="2710069" y="1244388"/>
                  </a:lnTo>
                  <a:lnTo>
                    <a:pt x="2667772" y="1215945"/>
                  </a:lnTo>
                  <a:lnTo>
                    <a:pt x="2623604" y="1182793"/>
                  </a:lnTo>
                  <a:lnTo>
                    <a:pt x="2579868" y="1146612"/>
                  </a:lnTo>
                  <a:lnTo>
                    <a:pt x="2536183" y="1107350"/>
                  </a:lnTo>
                  <a:lnTo>
                    <a:pt x="2492278" y="1065033"/>
                  </a:lnTo>
                  <a:lnTo>
                    <a:pt x="2447971" y="1019778"/>
                  </a:lnTo>
                  <a:lnTo>
                    <a:pt x="2403164" y="971801"/>
                  </a:lnTo>
                  <a:lnTo>
                    <a:pt x="2357833" y="921415"/>
                  </a:lnTo>
                  <a:lnTo>
                    <a:pt x="2312018" y="869029"/>
                  </a:lnTo>
                  <a:lnTo>
                    <a:pt x="2265813" y="815136"/>
                  </a:lnTo>
                  <a:lnTo>
                    <a:pt x="2219353" y="760296"/>
                  </a:lnTo>
                  <a:lnTo>
                    <a:pt x="2172798" y="705112"/>
                  </a:lnTo>
                  <a:lnTo>
                    <a:pt x="2126319" y="650201"/>
                  </a:lnTo>
                  <a:lnTo>
                    <a:pt x="2080077" y="596172"/>
                  </a:lnTo>
                  <a:lnTo>
                    <a:pt x="2034212" y="543588"/>
                  </a:lnTo>
                  <a:lnTo>
                    <a:pt x="1988823" y="492952"/>
                  </a:lnTo>
                  <a:lnTo>
                    <a:pt x="1943956" y="444683"/>
                  </a:lnTo>
                  <a:lnTo>
                    <a:pt x="1899595" y="399106"/>
                  </a:lnTo>
                  <a:lnTo>
                    <a:pt x="1855652" y="356447"/>
                  </a:lnTo>
                  <a:lnTo>
                    <a:pt x="1811954" y="316834"/>
                  </a:lnTo>
                  <a:lnTo>
                    <a:pt x="1768241" y="280304"/>
                  </a:lnTo>
                  <a:lnTo>
                    <a:pt x="1724145" y="246812"/>
                  </a:lnTo>
                  <a:lnTo>
                    <a:pt x="1719082" y="243189"/>
                  </a:lnTo>
                  <a:lnTo>
                    <a:pt x="1671171" y="211220"/>
                  </a:lnTo>
                  <a:lnTo>
                    <a:pt x="1621558" y="182568"/>
                  </a:lnTo>
                  <a:lnTo>
                    <a:pt x="1569416" y="157050"/>
                  </a:lnTo>
                  <a:lnTo>
                    <a:pt x="1513823" y="134363"/>
                  </a:lnTo>
                  <a:lnTo>
                    <a:pt x="1453844" y="114172"/>
                  </a:lnTo>
                  <a:lnTo>
                    <a:pt x="1388625" y="96158"/>
                  </a:lnTo>
                  <a:lnTo>
                    <a:pt x="1317495" y="80046"/>
                  </a:lnTo>
                  <a:lnTo>
                    <a:pt x="1240127" y="65620"/>
                  </a:lnTo>
                  <a:lnTo>
                    <a:pt x="1156727" y="52725"/>
                  </a:lnTo>
                  <a:lnTo>
                    <a:pt x="1068268" y="41277"/>
                  </a:lnTo>
                  <a:lnTo>
                    <a:pt x="976695" y="31247"/>
                  </a:lnTo>
                  <a:lnTo>
                    <a:pt x="885034" y="22653"/>
                  </a:lnTo>
                  <a:lnTo>
                    <a:pt x="797270" y="15530"/>
                  </a:lnTo>
                  <a:lnTo>
                    <a:pt x="717896" y="9897"/>
                  </a:lnTo>
                  <a:lnTo>
                    <a:pt x="651145" y="5718"/>
                  </a:lnTo>
                  <a:lnTo>
                    <a:pt x="600059" y="2876"/>
                  </a:lnTo>
                  <a:lnTo>
                    <a:pt x="565697" y="1167"/>
                  </a:lnTo>
                  <a:lnTo>
                    <a:pt x="546749" y="320"/>
                  </a:lnTo>
                  <a:lnTo>
                    <a:pt x="539616" y="3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7" name="pg407"/>
            <p:cNvSpPr/>
            <p:nvPr/>
          </p:nvSpPr>
          <p:spPr>
            <a:xfrm>
              <a:off x="546595" y="1861142"/>
              <a:ext cx="8234974" cy="3223164"/>
            </a:xfrm>
            <a:custGeom>
              <a:avLst/>
              <a:pathLst>
                <a:path w="8234974" h="3223164">
                  <a:moveTo>
                    <a:pt x="0" y="65334"/>
                  </a:moveTo>
                  <a:lnTo>
                    <a:pt x="538736" y="65334"/>
                  </a:lnTo>
                  <a:lnTo>
                    <a:pt x="540000" y="65381"/>
                  </a:lnTo>
                  <a:lnTo>
                    <a:pt x="548247" y="65719"/>
                  </a:lnTo>
                  <a:lnTo>
                    <a:pt x="568830" y="66654"/>
                  </a:lnTo>
                  <a:lnTo>
                    <a:pt x="605099" y="68487"/>
                  </a:lnTo>
                  <a:lnTo>
                    <a:pt x="658084" y="71486"/>
                  </a:lnTo>
                  <a:lnTo>
                    <a:pt x="726471" y="75844"/>
                  </a:lnTo>
                  <a:lnTo>
                    <a:pt x="807034" y="81669"/>
                  </a:lnTo>
                  <a:lnTo>
                    <a:pt x="895465" y="88990"/>
                  </a:lnTo>
                  <a:lnTo>
                    <a:pt x="987295" y="97783"/>
                  </a:lnTo>
                  <a:lnTo>
                    <a:pt x="1078637" y="108013"/>
                  </a:lnTo>
                  <a:lnTo>
                    <a:pt x="1166588" y="119668"/>
                  </a:lnTo>
                  <a:lnTo>
                    <a:pt x="1249322" y="132780"/>
                  </a:lnTo>
                  <a:lnTo>
                    <a:pt x="1325967" y="147445"/>
                  </a:lnTo>
                  <a:lnTo>
                    <a:pt x="1396389" y="163822"/>
                  </a:lnTo>
                  <a:lnTo>
                    <a:pt x="1460964" y="182137"/>
                  </a:lnTo>
                  <a:lnTo>
                    <a:pt x="1520390" y="202672"/>
                  </a:lnTo>
                  <a:lnTo>
                    <a:pt x="1575537" y="225750"/>
                  </a:lnTo>
                  <a:lnTo>
                    <a:pt x="1627340" y="251707"/>
                  </a:lnTo>
                  <a:lnTo>
                    <a:pt x="1676715" y="280838"/>
                  </a:lnTo>
                  <a:lnTo>
                    <a:pt x="1719082" y="309431"/>
                  </a:lnTo>
                  <a:lnTo>
                    <a:pt x="1763209" y="342674"/>
                  </a:lnTo>
                  <a:lnTo>
                    <a:pt x="1806904" y="378950"/>
                  </a:lnTo>
                  <a:lnTo>
                    <a:pt x="1850546" y="418314"/>
                  </a:lnTo>
                  <a:lnTo>
                    <a:pt x="1894408" y="460738"/>
                  </a:lnTo>
                  <a:lnTo>
                    <a:pt x="1938671" y="506106"/>
                  </a:lnTo>
                  <a:lnTo>
                    <a:pt x="1983432" y="554202"/>
                  </a:lnTo>
                  <a:lnTo>
                    <a:pt x="2028717" y="604714"/>
                  </a:lnTo>
                  <a:lnTo>
                    <a:pt x="2074485" y="657233"/>
                  </a:lnTo>
                  <a:lnTo>
                    <a:pt x="2120643" y="711265"/>
                  </a:lnTo>
                  <a:lnTo>
                    <a:pt x="2167057" y="766251"/>
                  </a:lnTo>
                  <a:lnTo>
                    <a:pt x="2213567" y="821589"/>
                  </a:lnTo>
                  <a:lnTo>
                    <a:pt x="2260004" y="876657"/>
                  </a:lnTo>
                  <a:lnTo>
                    <a:pt x="2306205" y="930851"/>
                  </a:lnTo>
                  <a:lnTo>
                    <a:pt x="2352032" y="983603"/>
                  </a:lnTo>
                  <a:lnTo>
                    <a:pt x="2397385" y="1034409"/>
                  </a:lnTo>
                  <a:lnTo>
                    <a:pt x="2442217" y="1082850"/>
                  </a:lnTo>
                  <a:lnTo>
                    <a:pt x="2486542" y="1128598"/>
                  </a:lnTo>
                  <a:lnTo>
                    <a:pt x="2530449" y="1171425"/>
                  </a:lnTo>
                  <a:lnTo>
                    <a:pt x="2574107" y="1211203"/>
                  </a:lnTo>
                  <a:lnTo>
                    <a:pt x="2617776" y="1247891"/>
                  </a:lnTo>
                  <a:lnTo>
                    <a:pt x="2661818" y="1281535"/>
                  </a:lnTo>
                  <a:lnTo>
                    <a:pt x="2667772" y="1285817"/>
                  </a:lnTo>
                  <a:lnTo>
                    <a:pt x="2715680" y="1317903"/>
                  </a:lnTo>
                  <a:lnTo>
                    <a:pt x="2765289" y="1346659"/>
                  </a:lnTo>
                  <a:lnTo>
                    <a:pt x="2817426" y="1372271"/>
                  </a:lnTo>
                  <a:lnTo>
                    <a:pt x="2873015" y="1395042"/>
                  </a:lnTo>
                  <a:lnTo>
                    <a:pt x="2932987" y="1415308"/>
                  </a:lnTo>
                  <a:lnTo>
                    <a:pt x="2998199" y="1433389"/>
                  </a:lnTo>
                  <a:lnTo>
                    <a:pt x="3069320" y="1449560"/>
                  </a:lnTo>
                  <a:lnTo>
                    <a:pt x="3146679" y="1464040"/>
                  </a:lnTo>
                  <a:lnTo>
                    <a:pt x="3230068" y="1476983"/>
                  </a:lnTo>
                  <a:lnTo>
                    <a:pt x="3318518" y="1488474"/>
                  </a:lnTo>
                  <a:lnTo>
                    <a:pt x="3410083" y="1498542"/>
                  </a:lnTo>
                  <a:lnTo>
                    <a:pt x="3501738" y="1507169"/>
                  </a:lnTo>
                  <a:lnTo>
                    <a:pt x="3589501" y="1514319"/>
                  </a:lnTo>
                  <a:lnTo>
                    <a:pt x="3668880" y="1519974"/>
                  </a:lnTo>
                  <a:lnTo>
                    <a:pt x="3735642" y="1524170"/>
                  </a:lnTo>
                  <a:lnTo>
                    <a:pt x="3786744" y="1527024"/>
                  </a:lnTo>
                  <a:lnTo>
                    <a:pt x="3821124" y="1528741"/>
                  </a:lnTo>
                  <a:lnTo>
                    <a:pt x="3840088" y="1529591"/>
                  </a:lnTo>
                  <a:lnTo>
                    <a:pt x="3847234" y="1529881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06" y="1529968"/>
                  </a:lnTo>
                  <a:lnTo>
                    <a:pt x="4396273" y="1530354"/>
                  </a:lnTo>
                  <a:lnTo>
                    <a:pt x="4416662" y="1531423"/>
                  </a:lnTo>
                  <a:lnTo>
                    <a:pt x="4452608" y="1533522"/>
                  </a:lnTo>
                  <a:lnTo>
                    <a:pt x="4505160" y="1536954"/>
                  </a:lnTo>
                  <a:lnTo>
                    <a:pt x="4573050" y="1541944"/>
                  </a:lnTo>
                  <a:lnTo>
                    <a:pt x="4653113" y="1548618"/>
                  </a:lnTo>
                  <a:lnTo>
                    <a:pt x="4741098" y="1557008"/>
                  </a:lnTo>
                  <a:lnTo>
                    <a:pt x="4832575" y="1567091"/>
                  </a:lnTo>
                  <a:lnTo>
                    <a:pt x="4923673" y="1578825"/>
                  </a:lnTo>
                  <a:lnTo>
                    <a:pt x="5011482" y="1592194"/>
                  </a:lnTo>
                  <a:lnTo>
                    <a:pt x="5094160" y="1607234"/>
                  </a:lnTo>
                  <a:lnTo>
                    <a:pt x="5170809" y="1624050"/>
                  </a:lnTo>
                  <a:lnTo>
                    <a:pt x="5241272" y="1642823"/>
                  </a:lnTo>
                  <a:lnTo>
                    <a:pt x="5305901" y="1663807"/>
                  </a:lnTo>
                  <a:lnTo>
                    <a:pt x="5365374" y="1687322"/>
                  </a:lnTo>
                  <a:lnTo>
                    <a:pt x="5420548" y="1713736"/>
                  </a:lnTo>
                  <a:lnTo>
                    <a:pt x="5472347" y="1743434"/>
                  </a:lnTo>
                  <a:lnTo>
                    <a:pt x="5521681" y="1776759"/>
                  </a:lnTo>
                  <a:lnTo>
                    <a:pt x="5567201" y="1812122"/>
                  </a:lnTo>
                  <a:lnTo>
                    <a:pt x="5609611" y="1848986"/>
                  </a:lnTo>
                  <a:lnTo>
                    <a:pt x="5651608" y="1889084"/>
                  </a:lnTo>
                  <a:lnTo>
                    <a:pt x="5693533" y="1932477"/>
                  </a:lnTo>
                  <a:lnTo>
                    <a:pt x="5735637" y="1979145"/>
                  </a:lnTo>
                  <a:lnTo>
                    <a:pt x="5778090" y="2028983"/>
                  </a:lnTo>
                  <a:lnTo>
                    <a:pt x="5820992" y="2081786"/>
                  </a:lnTo>
                  <a:lnTo>
                    <a:pt x="5864378" y="2137257"/>
                  </a:lnTo>
                  <a:lnTo>
                    <a:pt x="5908226" y="2194999"/>
                  </a:lnTo>
                  <a:lnTo>
                    <a:pt x="5952466" y="2254531"/>
                  </a:lnTo>
                  <a:lnTo>
                    <a:pt x="5996989" y="2315299"/>
                  </a:lnTo>
                  <a:lnTo>
                    <a:pt x="6041661" y="2376697"/>
                  </a:lnTo>
                  <a:lnTo>
                    <a:pt x="6086333" y="2438093"/>
                  </a:lnTo>
                  <a:lnTo>
                    <a:pt x="6130855" y="2498856"/>
                  </a:lnTo>
                  <a:lnTo>
                    <a:pt x="6175093" y="2558380"/>
                  </a:lnTo>
                  <a:lnTo>
                    <a:pt x="6218939" y="2616111"/>
                  </a:lnTo>
                  <a:lnTo>
                    <a:pt x="6262322" y="2671569"/>
                  </a:lnTo>
                  <a:lnTo>
                    <a:pt x="6305222" y="2724359"/>
                  </a:lnTo>
                  <a:lnTo>
                    <a:pt x="6347673" y="2774180"/>
                  </a:lnTo>
                  <a:lnTo>
                    <a:pt x="6389775" y="2820832"/>
                  </a:lnTo>
                  <a:lnTo>
                    <a:pt x="6431700" y="2864208"/>
                  </a:lnTo>
                  <a:lnTo>
                    <a:pt x="6473698" y="2904289"/>
                  </a:lnTo>
                  <a:lnTo>
                    <a:pt x="6515891" y="2940955"/>
                  </a:lnTo>
                  <a:lnTo>
                    <a:pt x="6563633" y="2977930"/>
                  </a:lnTo>
                  <a:lnTo>
                    <a:pt x="6613061" y="3011082"/>
                  </a:lnTo>
                  <a:lnTo>
                    <a:pt x="6664994" y="3040621"/>
                  </a:lnTo>
                  <a:lnTo>
                    <a:pt x="6720345" y="3066894"/>
                  </a:lnTo>
                  <a:lnTo>
                    <a:pt x="6780037" y="3090286"/>
                  </a:lnTo>
                  <a:lnTo>
                    <a:pt x="6844921" y="3111162"/>
                  </a:lnTo>
                  <a:lnTo>
                    <a:pt x="6915663" y="3129840"/>
                  </a:lnTo>
                  <a:lnTo>
                    <a:pt x="6992597" y="3146571"/>
                  </a:lnTo>
                  <a:lnTo>
                    <a:pt x="7075536" y="3161533"/>
                  </a:lnTo>
                  <a:lnTo>
                    <a:pt x="7163545" y="3174827"/>
                  </a:lnTo>
                  <a:lnTo>
                    <a:pt x="7254731" y="3186485"/>
                  </a:lnTo>
                  <a:lnTo>
                    <a:pt x="7346140" y="3196491"/>
                  </a:lnTo>
                  <a:lnTo>
                    <a:pt x="7433860" y="3204803"/>
                  </a:lnTo>
                  <a:lnTo>
                    <a:pt x="7513453" y="3211398"/>
                  </a:lnTo>
                  <a:lnTo>
                    <a:pt x="7580696" y="3216313"/>
                  </a:lnTo>
                  <a:lnTo>
                    <a:pt x="7632498" y="3219679"/>
                  </a:lnTo>
                  <a:lnTo>
                    <a:pt x="7667689" y="3221723"/>
                  </a:lnTo>
                  <a:lnTo>
                    <a:pt x="7687428" y="3222753"/>
                  </a:lnTo>
                  <a:lnTo>
                    <a:pt x="7695148" y="3223117"/>
                  </a:lnTo>
                  <a:lnTo>
                    <a:pt x="7696237" y="3223164"/>
                  </a:lnTo>
                  <a:lnTo>
                    <a:pt x="8234974" y="3223164"/>
                  </a:lnTo>
                  <a:lnTo>
                    <a:pt x="8234974" y="3157829"/>
                  </a:lnTo>
                  <a:lnTo>
                    <a:pt x="7696237" y="3157829"/>
                  </a:lnTo>
                  <a:lnTo>
                    <a:pt x="7694987" y="3157775"/>
                  </a:lnTo>
                  <a:lnTo>
                    <a:pt x="7686819" y="3157389"/>
                  </a:lnTo>
                  <a:lnTo>
                    <a:pt x="7666430" y="3156319"/>
                  </a:lnTo>
                  <a:lnTo>
                    <a:pt x="7630485" y="3154221"/>
                  </a:lnTo>
                  <a:lnTo>
                    <a:pt x="7577932" y="3150789"/>
                  </a:lnTo>
                  <a:lnTo>
                    <a:pt x="7510043" y="3145798"/>
                  </a:lnTo>
                  <a:lnTo>
                    <a:pt x="7429980" y="3139125"/>
                  </a:lnTo>
                  <a:lnTo>
                    <a:pt x="7341995" y="3130735"/>
                  </a:lnTo>
                  <a:lnTo>
                    <a:pt x="7250517" y="3120652"/>
                  </a:lnTo>
                  <a:lnTo>
                    <a:pt x="7159420" y="3108918"/>
                  </a:lnTo>
                  <a:lnTo>
                    <a:pt x="7071610" y="3095549"/>
                  </a:lnTo>
                  <a:lnTo>
                    <a:pt x="6988933" y="3080509"/>
                  </a:lnTo>
                  <a:lnTo>
                    <a:pt x="6912283" y="3063693"/>
                  </a:lnTo>
                  <a:lnTo>
                    <a:pt x="6841821" y="3044920"/>
                  </a:lnTo>
                  <a:lnTo>
                    <a:pt x="6777192" y="3023936"/>
                  </a:lnTo>
                  <a:lnTo>
                    <a:pt x="6717718" y="3000421"/>
                  </a:lnTo>
                  <a:lnTo>
                    <a:pt x="6662544" y="2974007"/>
                  </a:lnTo>
                  <a:lnTo>
                    <a:pt x="6610745" y="2944309"/>
                  </a:lnTo>
                  <a:lnTo>
                    <a:pt x="6561411" y="2910984"/>
                  </a:lnTo>
                  <a:lnTo>
                    <a:pt x="6515891" y="2875621"/>
                  </a:lnTo>
                  <a:lnTo>
                    <a:pt x="6473481" y="2838757"/>
                  </a:lnTo>
                  <a:lnTo>
                    <a:pt x="6431484" y="2798659"/>
                  </a:lnTo>
                  <a:lnTo>
                    <a:pt x="6389559" y="2755266"/>
                  </a:lnTo>
                  <a:lnTo>
                    <a:pt x="6347455" y="2708598"/>
                  </a:lnTo>
                  <a:lnTo>
                    <a:pt x="6305002" y="2658760"/>
                  </a:lnTo>
                  <a:lnTo>
                    <a:pt x="6262100" y="2605956"/>
                  </a:lnTo>
                  <a:lnTo>
                    <a:pt x="6218715" y="2550486"/>
                  </a:lnTo>
                  <a:lnTo>
                    <a:pt x="6174867" y="2492744"/>
                  </a:lnTo>
                  <a:lnTo>
                    <a:pt x="6130627" y="2433212"/>
                  </a:lnTo>
                  <a:lnTo>
                    <a:pt x="6086103" y="2372444"/>
                  </a:lnTo>
                  <a:lnTo>
                    <a:pt x="6041431" y="2311046"/>
                  </a:lnTo>
                  <a:lnTo>
                    <a:pt x="5996760" y="2249650"/>
                  </a:lnTo>
                  <a:lnTo>
                    <a:pt x="5952238" y="2188887"/>
                  </a:lnTo>
                  <a:lnTo>
                    <a:pt x="5907999" y="2129363"/>
                  </a:lnTo>
                  <a:lnTo>
                    <a:pt x="5864154" y="2071632"/>
                  </a:lnTo>
                  <a:lnTo>
                    <a:pt x="5820770" y="2016174"/>
                  </a:lnTo>
                  <a:lnTo>
                    <a:pt x="5777871" y="1963384"/>
                  </a:lnTo>
                  <a:lnTo>
                    <a:pt x="5735420" y="1913563"/>
                  </a:lnTo>
                  <a:lnTo>
                    <a:pt x="5693318" y="1866911"/>
                  </a:lnTo>
                  <a:lnTo>
                    <a:pt x="5651393" y="1823535"/>
                  </a:lnTo>
                  <a:lnTo>
                    <a:pt x="5609395" y="1783454"/>
                  </a:lnTo>
                  <a:lnTo>
                    <a:pt x="5567201" y="1746788"/>
                  </a:lnTo>
                  <a:lnTo>
                    <a:pt x="5519460" y="1709813"/>
                  </a:lnTo>
                  <a:lnTo>
                    <a:pt x="5470032" y="1676661"/>
                  </a:lnTo>
                  <a:lnTo>
                    <a:pt x="5418098" y="1647121"/>
                  </a:lnTo>
                  <a:lnTo>
                    <a:pt x="5362747" y="1620849"/>
                  </a:lnTo>
                  <a:lnTo>
                    <a:pt x="5303055" y="1597457"/>
                  </a:lnTo>
                  <a:lnTo>
                    <a:pt x="5238171" y="1576581"/>
                  </a:lnTo>
                  <a:lnTo>
                    <a:pt x="5167430" y="1557903"/>
                  </a:lnTo>
                  <a:lnTo>
                    <a:pt x="5090495" y="1541171"/>
                  </a:lnTo>
                  <a:lnTo>
                    <a:pt x="5007556" y="1526210"/>
                  </a:lnTo>
                  <a:lnTo>
                    <a:pt x="4919548" y="1512916"/>
                  </a:lnTo>
                  <a:lnTo>
                    <a:pt x="4828361" y="1501257"/>
                  </a:lnTo>
                  <a:lnTo>
                    <a:pt x="4736953" y="1491252"/>
                  </a:lnTo>
                  <a:lnTo>
                    <a:pt x="4649232" y="1482940"/>
                  </a:lnTo>
                  <a:lnTo>
                    <a:pt x="4569640" y="1476345"/>
                  </a:lnTo>
                  <a:lnTo>
                    <a:pt x="4502396" y="1471429"/>
                  </a:lnTo>
                  <a:lnTo>
                    <a:pt x="4450595" y="1468064"/>
                  </a:lnTo>
                  <a:lnTo>
                    <a:pt x="4415404" y="1466020"/>
                  </a:lnTo>
                  <a:lnTo>
                    <a:pt x="4395665" y="1464990"/>
                  </a:lnTo>
                  <a:lnTo>
                    <a:pt x="4387944" y="1464626"/>
                  </a:lnTo>
                  <a:lnTo>
                    <a:pt x="4386855" y="1464579"/>
                  </a:lnTo>
                  <a:lnTo>
                    <a:pt x="3848118" y="1464579"/>
                  </a:lnTo>
                  <a:lnTo>
                    <a:pt x="3846855" y="1464532"/>
                  </a:lnTo>
                  <a:lnTo>
                    <a:pt x="3838607" y="1464194"/>
                  </a:lnTo>
                  <a:lnTo>
                    <a:pt x="3818024" y="1463260"/>
                  </a:lnTo>
                  <a:lnTo>
                    <a:pt x="3781756" y="1461426"/>
                  </a:lnTo>
                  <a:lnTo>
                    <a:pt x="3728770" y="1458427"/>
                  </a:lnTo>
                  <a:lnTo>
                    <a:pt x="3660384" y="1454069"/>
                  </a:lnTo>
                  <a:lnTo>
                    <a:pt x="3579821" y="1448244"/>
                  </a:lnTo>
                  <a:lnTo>
                    <a:pt x="3491390" y="1440923"/>
                  </a:lnTo>
                  <a:lnTo>
                    <a:pt x="3399559" y="1432130"/>
                  </a:lnTo>
                  <a:lnTo>
                    <a:pt x="3308218" y="1421900"/>
                  </a:lnTo>
                  <a:lnTo>
                    <a:pt x="3220267" y="1410245"/>
                  </a:lnTo>
                  <a:lnTo>
                    <a:pt x="3137533" y="1397133"/>
                  </a:lnTo>
                  <a:lnTo>
                    <a:pt x="3060888" y="1382469"/>
                  </a:lnTo>
                  <a:lnTo>
                    <a:pt x="2990466" y="1366091"/>
                  </a:lnTo>
                  <a:lnTo>
                    <a:pt x="2925890" y="1347776"/>
                  </a:lnTo>
                  <a:lnTo>
                    <a:pt x="2866464" y="1327241"/>
                  </a:lnTo>
                  <a:lnTo>
                    <a:pt x="2811318" y="1304163"/>
                  </a:lnTo>
                  <a:lnTo>
                    <a:pt x="2759515" y="1278206"/>
                  </a:lnTo>
                  <a:lnTo>
                    <a:pt x="2710139" y="1249075"/>
                  </a:lnTo>
                  <a:lnTo>
                    <a:pt x="2667772" y="1220483"/>
                  </a:lnTo>
                  <a:lnTo>
                    <a:pt x="2623646" y="1187239"/>
                  </a:lnTo>
                  <a:lnTo>
                    <a:pt x="2579951" y="1150963"/>
                  </a:lnTo>
                  <a:lnTo>
                    <a:pt x="2536309" y="1111599"/>
                  </a:lnTo>
                  <a:lnTo>
                    <a:pt x="2492447" y="1069175"/>
                  </a:lnTo>
                  <a:lnTo>
                    <a:pt x="2448184" y="1023807"/>
                  </a:lnTo>
                  <a:lnTo>
                    <a:pt x="2403422" y="975711"/>
                  </a:lnTo>
                  <a:lnTo>
                    <a:pt x="2358138" y="925199"/>
                  </a:lnTo>
                  <a:lnTo>
                    <a:pt x="2312370" y="872680"/>
                  </a:lnTo>
                  <a:lnTo>
                    <a:pt x="2266211" y="818648"/>
                  </a:lnTo>
                  <a:lnTo>
                    <a:pt x="2219797" y="763662"/>
                  </a:lnTo>
                  <a:lnTo>
                    <a:pt x="2173287" y="708325"/>
                  </a:lnTo>
                  <a:lnTo>
                    <a:pt x="2126851" y="653256"/>
                  </a:lnTo>
                  <a:lnTo>
                    <a:pt x="2080650" y="599062"/>
                  </a:lnTo>
                  <a:lnTo>
                    <a:pt x="2034823" y="546310"/>
                  </a:lnTo>
                  <a:lnTo>
                    <a:pt x="1989470" y="495504"/>
                  </a:lnTo>
                  <a:lnTo>
                    <a:pt x="1944638" y="447063"/>
                  </a:lnTo>
                  <a:lnTo>
                    <a:pt x="1900312" y="401315"/>
                  </a:lnTo>
                  <a:lnTo>
                    <a:pt x="1856405" y="358488"/>
                  </a:lnTo>
                  <a:lnTo>
                    <a:pt x="1812747" y="318710"/>
                  </a:lnTo>
                  <a:lnTo>
                    <a:pt x="1769079" y="282022"/>
                  </a:lnTo>
                  <a:lnTo>
                    <a:pt x="1725037" y="248378"/>
                  </a:lnTo>
                  <a:lnTo>
                    <a:pt x="1719082" y="244096"/>
                  </a:lnTo>
                  <a:lnTo>
                    <a:pt x="1671175" y="212010"/>
                  </a:lnTo>
                  <a:lnTo>
                    <a:pt x="1621566" y="183254"/>
                  </a:lnTo>
                  <a:lnTo>
                    <a:pt x="1569428" y="157642"/>
                  </a:lnTo>
                  <a:lnTo>
                    <a:pt x="1513840" y="134871"/>
                  </a:lnTo>
                  <a:lnTo>
                    <a:pt x="1453868" y="114605"/>
                  </a:lnTo>
                  <a:lnTo>
                    <a:pt x="1388656" y="96525"/>
                  </a:lnTo>
                  <a:lnTo>
                    <a:pt x="1317535" y="80353"/>
                  </a:lnTo>
                  <a:lnTo>
                    <a:pt x="1240176" y="65873"/>
                  </a:lnTo>
                  <a:lnTo>
                    <a:pt x="1156786" y="52930"/>
                  </a:lnTo>
                  <a:lnTo>
                    <a:pt x="1068336" y="41439"/>
                  </a:lnTo>
                  <a:lnTo>
                    <a:pt x="976772" y="31371"/>
                  </a:lnTo>
                  <a:lnTo>
                    <a:pt x="885117" y="22744"/>
                  </a:lnTo>
                  <a:lnTo>
                    <a:pt x="797354" y="15594"/>
                  </a:lnTo>
                  <a:lnTo>
                    <a:pt x="717975" y="9939"/>
                  </a:lnTo>
                  <a:lnTo>
                    <a:pt x="651213" y="5743"/>
                  </a:lnTo>
                  <a:lnTo>
                    <a:pt x="600111" y="2889"/>
                  </a:lnTo>
                  <a:lnTo>
                    <a:pt x="565731" y="1172"/>
                  </a:lnTo>
                  <a:lnTo>
                    <a:pt x="546766" y="322"/>
                  </a:lnTo>
                  <a:lnTo>
                    <a:pt x="539620" y="3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08" name="pl408"/>
            <p:cNvSpPr/>
            <p:nvPr/>
          </p:nvSpPr>
          <p:spPr>
            <a:xfrm>
              <a:off x="546595" y="1926476"/>
              <a:ext cx="8234974" cy="3157829"/>
            </a:xfrm>
            <a:custGeom>
              <a:avLst/>
              <a:pathLst>
                <a:path w="8234974" h="3157829">
                  <a:moveTo>
                    <a:pt x="0" y="0"/>
                  </a:moveTo>
                  <a:lnTo>
                    <a:pt x="538736" y="0"/>
                  </a:lnTo>
                  <a:lnTo>
                    <a:pt x="540000" y="47"/>
                  </a:lnTo>
                  <a:lnTo>
                    <a:pt x="548247" y="385"/>
                  </a:lnTo>
                  <a:lnTo>
                    <a:pt x="568830" y="1319"/>
                  </a:lnTo>
                  <a:lnTo>
                    <a:pt x="605099" y="3153"/>
                  </a:lnTo>
                  <a:lnTo>
                    <a:pt x="658084" y="6151"/>
                  </a:lnTo>
                  <a:lnTo>
                    <a:pt x="726471" y="10510"/>
                  </a:lnTo>
                  <a:lnTo>
                    <a:pt x="807034" y="16335"/>
                  </a:lnTo>
                  <a:lnTo>
                    <a:pt x="895465" y="23655"/>
                  </a:lnTo>
                  <a:lnTo>
                    <a:pt x="987295" y="32448"/>
                  </a:lnTo>
                  <a:lnTo>
                    <a:pt x="1078637" y="42679"/>
                  </a:lnTo>
                  <a:lnTo>
                    <a:pt x="1166588" y="54333"/>
                  </a:lnTo>
                  <a:lnTo>
                    <a:pt x="1249322" y="67446"/>
                  </a:lnTo>
                  <a:lnTo>
                    <a:pt x="1325967" y="82110"/>
                  </a:lnTo>
                  <a:lnTo>
                    <a:pt x="1396389" y="98487"/>
                  </a:lnTo>
                  <a:lnTo>
                    <a:pt x="1460964" y="116802"/>
                  </a:lnTo>
                  <a:lnTo>
                    <a:pt x="1520390" y="137337"/>
                  </a:lnTo>
                  <a:lnTo>
                    <a:pt x="1575537" y="160416"/>
                  </a:lnTo>
                  <a:lnTo>
                    <a:pt x="1627340" y="186373"/>
                  </a:lnTo>
                  <a:lnTo>
                    <a:pt x="1676715" y="215503"/>
                  </a:lnTo>
                  <a:lnTo>
                    <a:pt x="1719082" y="244096"/>
                  </a:lnTo>
                  <a:lnTo>
                    <a:pt x="1763209" y="277339"/>
                  </a:lnTo>
                  <a:lnTo>
                    <a:pt x="1806904" y="313616"/>
                  </a:lnTo>
                  <a:lnTo>
                    <a:pt x="1850546" y="352979"/>
                  </a:lnTo>
                  <a:lnTo>
                    <a:pt x="1894408" y="395404"/>
                  </a:lnTo>
                  <a:lnTo>
                    <a:pt x="1938671" y="440771"/>
                  </a:lnTo>
                  <a:lnTo>
                    <a:pt x="1983432" y="488868"/>
                  </a:lnTo>
                  <a:lnTo>
                    <a:pt x="2028717" y="539380"/>
                  </a:lnTo>
                  <a:lnTo>
                    <a:pt x="2074485" y="591899"/>
                  </a:lnTo>
                  <a:lnTo>
                    <a:pt x="2120643" y="645931"/>
                  </a:lnTo>
                  <a:lnTo>
                    <a:pt x="2167057" y="700917"/>
                  </a:lnTo>
                  <a:lnTo>
                    <a:pt x="2213567" y="756254"/>
                  </a:lnTo>
                  <a:lnTo>
                    <a:pt x="2260004" y="811323"/>
                  </a:lnTo>
                  <a:lnTo>
                    <a:pt x="2306205" y="865517"/>
                  </a:lnTo>
                  <a:lnTo>
                    <a:pt x="2352032" y="918268"/>
                  </a:lnTo>
                  <a:lnTo>
                    <a:pt x="2397385" y="969075"/>
                  </a:lnTo>
                  <a:lnTo>
                    <a:pt x="2442217" y="1017515"/>
                  </a:lnTo>
                  <a:lnTo>
                    <a:pt x="2486542" y="1063263"/>
                  </a:lnTo>
                  <a:lnTo>
                    <a:pt x="2530449" y="1106091"/>
                  </a:lnTo>
                  <a:lnTo>
                    <a:pt x="2574107" y="1145868"/>
                  </a:lnTo>
                  <a:lnTo>
                    <a:pt x="2617776" y="1182557"/>
                  </a:lnTo>
                  <a:lnTo>
                    <a:pt x="2661818" y="1216201"/>
                  </a:lnTo>
                  <a:lnTo>
                    <a:pt x="2667772" y="1220483"/>
                  </a:lnTo>
                  <a:lnTo>
                    <a:pt x="2715680" y="1252568"/>
                  </a:lnTo>
                  <a:lnTo>
                    <a:pt x="2765289" y="1281325"/>
                  </a:lnTo>
                  <a:lnTo>
                    <a:pt x="2817426" y="1306937"/>
                  </a:lnTo>
                  <a:lnTo>
                    <a:pt x="2873015" y="1329708"/>
                  </a:lnTo>
                  <a:lnTo>
                    <a:pt x="2932987" y="1349974"/>
                  </a:lnTo>
                  <a:lnTo>
                    <a:pt x="2998199" y="1368054"/>
                  </a:lnTo>
                  <a:lnTo>
                    <a:pt x="3069320" y="1384226"/>
                  </a:lnTo>
                  <a:lnTo>
                    <a:pt x="3146679" y="1398706"/>
                  </a:lnTo>
                  <a:lnTo>
                    <a:pt x="3230068" y="1411648"/>
                  </a:lnTo>
                  <a:lnTo>
                    <a:pt x="3318518" y="1423140"/>
                  </a:lnTo>
                  <a:lnTo>
                    <a:pt x="3410083" y="1433207"/>
                  </a:lnTo>
                  <a:lnTo>
                    <a:pt x="3501738" y="1441834"/>
                  </a:lnTo>
                  <a:lnTo>
                    <a:pt x="3589501" y="1448984"/>
                  </a:lnTo>
                  <a:lnTo>
                    <a:pt x="3668880" y="1454639"/>
                  </a:lnTo>
                  <a:lnTo>
                    <a:pt x="3735642" y="1458835"/>
                  </a:lnTo>
                  <a:lnTo>
                    <a:pt x="3786744" y="1461690"/>
                  </a:lnTo>
                  <a:lnTo>
                    <a:pt x="3821124" y="1463406"/>
                  </a:lnTo>
                  <a:lnTo>
                    <a:pt x="3840088" y="1464257"/>
                  </a:lnTo>
                  <a:lnTo>
                    <a:pt x="3847234" y="1464546"/>
                  </a:lnTo>
                  <a:lnTo>
                    <a:pt x="3848118" y="1464579"/>
                  </a:lnTo>
                  <a:lnTo>
                    <a:pt x="4386855" y="1464579"/>
                  </a:lnTo>
                  <a:lnTo>
                    <a:pt x="4388106" y="1464633"/>
                  </a:lnTo>
                  <a:lnTo>
                    <a:pt x="4396273" y="1465020"/>
                  </a:lnTo>
                  <a:lnTo>
                    <a:pt x="4416662" y="1466089"/>
                  </a:lnTo>
                  <a:lnTo>
                    <a:pt x="4452608" y="1468187"/>
                  </a:lnTo>
                  <a:lnTo>
                    <a:pt x="4505160" y="1471620"/>
                  </a:lnTo>
                  <a:lnTo>
                    <a:pt x="4573050" y="1476610"/>
                  </a:lnTo>
                  <a:lnTo>
                    <a:pt x="4653113" y="1483284"/>
                  </a:lnTo>
                  <a:lnTo>
                    <a:pt x="4741098" y="1491674"/>
                  </a:lnTo>
                  <a:lnTo>
                    <a:pt x="4832575" y="1501756"/>
                  </a:lnTo>
                  <a:lnTo>
                    <a:pt x="4923673" y="1513490"/>
                  </a:lnTo>
                  <a:lnTo>
                    <a:pt x="5011482" y="1526859"/>
                  </a:lnTo>
                  <a:lnTo>
                    <a:pt x="5094160" y="1541899"/>
                  </a:lnTo>
                  <a:lnTo>
                    <a:pt x="5170809" y="1558715"/>
                  </a:lnTo>
                  <a:lnTo>
                    <a:pt x="5241272" y="1577488"/>
                  </a:lnTo>
                  <a:lnTo>
                    <a:pt x="5305901" y="1598473"/>
                  </a:lnTo>
                  <a:lnTo>
                    <a:pt x="5365374" y="1621988"/>
                  </a:lnTo>
                  <a:lnTo>
                    <a:pt x="5420548" y="1648402"/>
                  </a:lnTo>
                  <a:lnTo>
                    <a:pt x="5472347" y="1678100"/>
                  </a:lnTo>
                  <a:lnTo>
                    <a:pt x="5521681" y="1711424"/>
                  </a:lnTo>
                  <a:lnTo>
                    <a:pt x="5567201" y="1746788"/>
                  </a:lnTo>
                  <a:lnTo>
                    <a:pt x="5609611" y="1783651"/>
                  </a:lnTo>
                  <a:lnTo>
                    <a:pt x="5651608" y="1823750"/>
                  </a:lnTo>
                  <a:lnTo>
                    <a:pt x="5693533" y="1867142"/>
                  </a:lnTo>
                  <a:lnTo>
                    <a:pt x="5735637" y="1913811"/>
                  </a:lnTo>
                  <a:lnTo>
                    <a:pt x="5778090" y="1963648"/>
                  </a:lnTo>
                  <a:lnTo>
                    <a:pt x="5820992" y="2016452"/>
                  </a:lnTo>
                  <a:lnTo>
                    <a:pt x="5864378" y="2071923"/>
                  </a:lnTo>
                  <a:lnTo>
                    <a:pt x="5908226" y="2129665"/>
                  </a:lnTo>
                  <a:lnTo>
                    <a:pt x="5952466" y="2189197"/>
                  </a:lnTo>
                  <a:lnTo>
                    <a:pt x="5996989" y="2249964"/>
                  </a:lnTo>
                  <a:lnTo>
                    <a:pt x="6041661" y="2311362"/>
                  </a:lnTo>
                  <a:lnTo>
                    <a:pt x="6086333" y="2372759"/>
                  </a:lnTo>
                  <a:lnTo>
                    <a:pt x="6130855" y="2433521"/>
                  </a:lnTo>
                  <a:lnTo>
                    <a:pt x="6175093" y="2493045"/>
                  </a:lnTo>
                  <a:lnTo>
                    <a:pt x="6218939" y="2550777"/>
                  </a:lnTo>
                  <a:lnTo>
                    <a:pt x="6262322" y="2606235"/>
                  </a:lnTo>
                  <a:lnTo>
                    <a:pt x="6305222" y="2659024"/>
                  </a:lnTo>
                  <a:lnTo>
                    <a:pt x="6347673" y="2708846"/>
                  </a:lnTo>
                  <a:lnTo>
                    <a:pt x="6389775" y="2755497"/>
                  </a:lnTo>
                  <a:lnTo>
                    <a:pt x="6431700" y="2798873"/>
                  </a:lnTo>
                  <a:lnTo>
                    <a:pt x="6473698" y="2838955"/>
                  </a:lnTo>
                  <a:lnTo>
                    <a:pt x="6515891" y="2875621"/>
                  </a:lnTo>
                  <a:lnTo>
                    <a:pt x="6563633" y="2912596"/>
                  </a:lnTo>
                  <a:lnTo>
                    <a:pt x="6613061" y="2945748"/>
                  </a:lnTo>
                  <a:lnTo>
                    <a:pt x="6664994" y="2975287"/>
                  </a:lnTo>
                  <a:lnTo>
                    <a:pt x="6720345" y="3001560"/>
                  </a:lnTo>
                  <a:lnTo>
                    <a:pt x="6780037" y="3024951"/>
                  </a:lnTo>
                  <a:lnTo>
                    <a:pt x="6844921" y="3045827"/>
                  </a:lnTo>
                  <a:lnTo>
                    <a:pt x="6915663" y="3064506"/>
                  </a:lnTo>
                  <a:lnTo>
                    <a:pt x="6992597" y="3081237"/>
                  </a:lnTo>
                  <a:lnTo>
                    <a:pt x="7075536" y="3096199"/>
                  </a:lnTo>
                  <a:lnTo>
                    <a:pt x="7163545" y="3109492"/>
                  </a:lnTo>
                  <a:lnTo>
                    <a:pt x="7254731" y="3121151"/>
                  </a:lnTo>
                  <a:lnTo>
                    <a:pt x="7346140" y="3131157"/>
                  </a:lnTo>
                  <a:lnTo>
                    <a:pt x="7433860" y="3139469"/>
                  </a:lnTo>
                  <a:lnTo>
                    <a:pt x="7513453" y="3146064"/>
                  </a:lnTo>
                  <a:lnTo>
                    <a:pt x="7580696" y="3150979"/>
                  </a:lnTo>
                  <a:lnTo>
                    <a:pt x="7632498" y="3154344"/>
                  </a:lnTo>
                  <a:lnTo>
                    <a:pt x="7667689" y="3156388"/>
                  </a:lnTo>
                  <a:lnTo>
                    <a:pt x="7687428" y="3157419"/>
                  </a:lnTo>
                  <a:lnTo>
                    <a:pt x="7695148" y="3157782"/>
                  </a:lnTo>
                  <a:lnTo>
                    <a:pt x="7696237" y="3157829"/>
                  </a:lnTo>
                  <a:lnTo>
                    <a:pt x="8234974" y="31578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9" name="pl409"/>
            <p:cNvSpPr/>
            <p:nvPr/>
          </p:nvSpPr>
          <p:spPr>
            <a:xfrm>
              <a:off x="546595" y="1861142"/>
              <a:ext cx="8234974" cy="3157829"/>
            </a:xfrm>
            <a:custGeom>
              <a:avLst/>
              <a:pathLst>
                <a:path w="8234974" h="3157829">
                  <a:moveTo>
                    <a:pt x="8234974" y="3157829"/>
                  </a:moveTo>
                  <a:lnTo>
                    <a:pt x="7696237" y="3157829"/>
                  </a:lnTo>
                  <a:lnTo>
                    <a:pt x="7694987" y="3157775"/>
                  </a:lnTo>
                  <a:lnTo>
                    <a:pt x="7686819" y="3157389"/>
                  </a:lnTo>
                  <a:lnTo>
                    <a:pt x="7666430" y="3156319"/>
                  </a:lnTo>
                  <a:lnTo>
                    <a:pt x="7630485" y="3154221"/>
                  </a:lnTo>
                  <a:lnTo>
                    <a:pt x="7577932" y="3150789"/>
                  </a:lnTo>
                  <a:lnTo>
                    <a:pt x="7510043" y="3145798"/>
                  </a:lnTo>
                  <a:lnTo>
                    <a:pt x="7429980" y="3139125"/>
                  </a:lnTo>
                  <a:lnTo>
                    <a:pt x="7341995" y="3130735"/>
                  </a:lnTo>
                  <a:lnTo>
                    <a:pt x="7250517" y="3120652"/>
                  </a:lnTo>
                  <a:lnTo>
                    <a:pt x="7159420" y="3108918"/>
                  </a:lnTo>
                  <a:lnTo>
                    <a:pt x="7071610" y="3095549"/>
                  </a:lnTo>
                  <a:lnTo>
                    <a:pt x="6988933" y="3080509"/>
                  </a:lnTo>
                  <a:lnTo>
                    <a:pt x="6912283" y="3063693"/>
                  </a:lnTo>
                  <a:lnTo>
                    <a:pt x="6841821" y="3044920"/>
                  </a:lnTo>
                  <a:lnTo>
                    <a:pt x="6777192" y="3023936"/>
                  </a:lnTo>
                  <a:lnTo>
                    <a:pt x="6717718" y="3000421"/>
                  </a:lnTo>
                  <a:lnTo>
                    <a:pt x="6662544" y="2974007"/>
                  </a:lnTo>
                  <a:lnTo>
                    <a:pt x="6610745" y="2944309"/>
                  </a:lnTo>
                  <a:lnTo>
                    <a:pt x="6561411" y="2910984"/>
                  </a:lnTo>
                  <a:lnTo>
                    <a:pt x="6515891" y="2875621"/>
                  </a:lnTo>
                  <a:lnTo>
                    <a:pt x="6473481" y="2838757"/>
                  </a:lnTo>
                  <a:lnTo>
                    <a:pt x="6431484" y="2798659"/>
                  </a:lnTo>
                  <a:lnTo>
                    <a:pt x="6389559" y="2755266"/>
                  </a:lnTo>
                  <a:lnTo>
                    <a:pt x="6347455" y="2708598"/>
                  </a:lnTo>
                  <a:lnTo>
                    <a:pt x="6305002" y="2658760"/>
                  </a:lnTo>
                  <a:lnTo>
                    <a:pt x="6262100" y="2605956"/>
                  </a:lnTo>
                  <a:lnTo>
                    <a:pt x="6218715" y="2550486"/>
                  </a:lnTo>
                  <a:lnTo>
                    <a:pt x="6174867" y="2492744"/>
                  </a:lnTo>
                  <a:lnTo>
                    <a:pt x="6130627" y="2433212"/>
                  </a:lnTo>
                  <a:lnTo>
                    <a:pt x="6086103" y="2372444"/>
                  </a:lnTo>
                  <a:lnTo>
                    <a:pt x="6041431" y="2311046"/>
                  </a:lnTo>
                  <a:lnTo>
                    <a:pt x="5996760" y="2249650"/>
                  </a:lnTo>
                  <a:lnTo>
                    <a:pt x="5952238" y="2188887"/>
                  </a:lnTo>
                  <a:lnTo>
                    <a:pt x="5907999" y="2129363"/>
                  </a:lnTo>
                  <a:lnTo>
                    <a:pt x="5864154" y="2071632"/>
                  </a:lnTo>
                  <a:lnTo>
                    <a:pt x="5820770" y="2016174"/>
                  </a:lnTo>
                  <a:lnTo>
                    <a:pt x="5777871" y="1963384"/>
                  </a:lnTo>
                  <a:lnTo>
                    <a:pt x="5735420" y="1913563"/>
                  </a:lnTo>
                  <a:lnTo>
                    <a:pt x="5693318" y="1866911"/>
                  </a:lnTo>
                  <a:lnTo>
                    <a:pt x="5651393" y="1823535"/>
                  </a:lnTo>
                  <a:lnTo>
                    <a:pt x="5609395" y="1783454"/>
                  </a:lnTo>
                  <a:lnTo>
                    <a:pt x="5567201" y="1746788"/>
                  </a:lnTo>
                  <a:lnTo>
                    <a:pt x="5519460" y="1709813"/>
                  </a:lnTo>
                  <a:lnTo>
                    <a:pt x="5470032" y="1676661"/>
                  </a:lnTo>
                  <a:lnTo>
                    <a:pt x="5418098" y="1647121"/>
                  </a:lnTo>
                  <a:lnTo>
                    <a:pt x="5362747" y="1620849"/>
                  </a:lnTo>
                  <a:lnTo>
                    <a:pt x="5303055" y="1597457"/>
                  </a:lnTo>
                  <a:lnTo>
                    <a:pt x="5238171" y="1576581"/>
                  </a:lnTo>
                  <a:lnTo>
                    <a:pt x="5167430" y="1557903"/>
                  </a:lnTo>
                  <a:lnTo>
                    <a:pt x="5090495" y="1541171"/>
                  </a:lnTo>
                  <a:lnTo>
                    <a:pt x="5007556" y="1526210"/>
                  </a:lnTo>
                  <a:lnTo>
                    <a:pt x="4919548" y="1512916"/>
                  </a:lnTo>
                  <a:lnTo>
                    <a:pt x="4828361" y="1501257"/>
                  </a:lnTo>
                  <a:lnTo>
                    <a:pt x="4736953" y="1491252"/>
                  </a:lnTo>
                  <a:lnTo>
                    <a:pt x="4649232" y="1482940"/>
                  </a:lnTo>
                  <a:lnTo>
                    <a:pt x="4569640" y="1476345"/>
                  </a:lnTo>
                  <a:lnTo>
                    <a:pt x="4502396" y="1471429"/>
                  </a:lnTo>
                  <a:lnTo>
                    <a:pt x="4450595" y="1468064"/>
                  </a:lnTo>
                  <a:lnTo>
                    <a:pt x="4415404" y="1466020"/>
                  </a:lnTo>
                  <a:lnTo>
                    <a:pt x="4395665" y="1464990"/>
                  </a:lnTo>
                  <a:lnTo>
                    <a:pt x="4387944" y="1464626"/>
                  </a:lnTo>
                  <a:lnTo>
                    <a:pt x="4386855" y="1464579"/>
                  </a:lnTo>
                  <a:lnTo>
                    <a:pt x="3848118" y="1464579"/>
                  </a:lnTo>
                  <a:lnTo>
                    <a:pt x="3846855" y="1464532"/>
                  </a:lnTo>
                  <a:lnTo>
                    <a:pt x="3838607" y="1464194"/>
                  </a:lnTo>
                  <a:lnTo>
                    <a:pt x="3818024" y="1463260"/>
                  </a:lnTo>
                  <a:lnTo>
                    <a:pt x="3781756" y="1461426"/>
                  </a:lnTo>
                  <a:lnTo>
                    <a:pt x="3728770" y="1458427"/>
                  </a:lnTo>
                  <a:lnTo>
                    <a:pt x="3660384" y="1454069"/>
                  </a:lnTo>
                  <a:lnTo>
                    <a:pt x="3579821" y="1448244"/>
                  </a:lnTo>
                  <a:lnTo>
                    <a:pt x="3491390" y="1440923"/>
                  </a:lnTo>
                  <a:lnTo>
                    <a:pt x="3399559" y="1432130"/>
                  </a:lnTo>
                  <a:lnTo>
                    <a:pt x="3308218" y="1421900"/>
                  </a:lnTo>
                  <a:lnTo>
                    <a:pt x="3220267" y="1410245"/>
                  </a:lnTo>
                  <a:lnTo>
                    <a:pt x="3137533" y="1397133"/>
                  </a:lnTo>
                  <a:lnTo>
                    <a:pt x="3060888" y="1382469"/>
                  </a:lnTo>
                  <a:lnTo>
                    <a:pt x="2990466" y="1366091"/>
                  </a:lnTo>
                  <a:lnTo>
                    <a:pt x="2925890" y="1347776"/>
                  </a:lnTo>
                  <a:lnTo>
                    <a:pt x="2866464" y="1327241"/>
                  </a:lnTo>
                  <a:lnTo>
                    <a:pt x="2811318" y="1304163"/>
                  </a:lnTo>
                  <a:lnTo>
                    <a:pt x="2759515" y="1278206"/>
                  </a:lnTo>
                  <a:lnTo>
                    <a:pt x="2710139" y="1249075"/>
                  </a:lnTo>
                  <a:lnTo>
                    <a:pt x="2667772" y="1220483"/>
                  </a:lnTo>
                  <a:lnTo>
                    <a:pt x="2623646" y="1187239"/>
                  </a:lnTo>
                  <a:lnTo>
                    <a:pt x="2579951" y="1150963"/>
                  </a:lnTo>
                  <a:lnTo>
                    <a:pt x="2536309" y="1111599"/>
                  </a:lnTo>
                  <a:lnTo>
                    <a:pt x="2492447" y="1069175"/>
                  </a:lnTo>
                  <a:lnTo>
                    <a:pt x="2448184" y="1023807"/>
                  </a:lnTo>
                  <a:lnTo>
                    <a:pt x="2403422" y="975711"/>
                  </a:lnTo>
                  <a:lnTo>
                    <a:pt x="2358138" y="925199"/>
                  </a:lnTo>
                  <a:lnTo>
                    <a:pt x="2312370" y="872680"/>
                  </a:lnTo>
                  <a:lnTo>
                    <a:pt x="2266211" y="818648"/>
                  </a:lnTo>
                  <a:lnTo>
                    <a:pt x="2219797" y="763662"/>
                  </a:lnTo>
                  <a:lnTo>
                    <a:pt x="2173287" y="708325"/>
                  </a:lnTo>
                  <a:lnTo>
                    <a:pt x="2126851" y="653256"/>
                  </a:lnTo>
                  <a:lnTo>
                    <a:pt x="2080650" y="599062"/>
                  </a:lnTo>
                  <a:lnTo>
                    <a:pt x="2034823" y="546310"/>
                  </a:lnTo>
                  <a:lnTo>
                    <a:pt x="1989470" y="495504"/>
                  </a:lnTo>
                  <a:lnTo>
                    <a:pt x="1944638" y="447063"/>
                  </a:lnTo>
                  <a:lnTo>
                    <a:pt x="1900312" y="401315"/>
                  </a:lnTo>
                  <a:lnTo>
                    <a:pt x="1856405" y="358488"/>
                  </a:lnTo>
                  <a:lnTo>
                    <a:pt x="1812747" y="318710"/>
                  </a:lnTo>
                  <a:lnTo>
                    <a:pt x="1769079" y="282022"/>
                  </a:lnTo>
                  <a:lnTo>
                    <a:pt x="1725037" y="248378"/>
                  </a:lnTo>
                  <a:lnTo>
                    <a:pt x="1719082" y="244096"/>
                  </a:lnTo>
                  <a:lnTo>
                    <a:pt x="1671175" y="212010"/>
                  </a:lnTo>
                  <a:lnTo>
                    <a:pt x="1621566" y="183254"/>
                  </a:lnTo>
                  <a:lnTo>
                    <a:pt x="1569428" y="157642"/>
                  </a:lnTo>
                  <a:lnTo>
                    <a:pt x="1513840" y="134871"/>
                  </a:lnTo>
                  <a:lnTo>
                    <a:pt x="1453868" y="114605"/>
                  </a:lnTo>
                  <a:lnTo>
                    <a:pt x="1388656" y="96525"/>
                  </a:lnTo>
                  <a:lnTo>
                    <a:pt x="1317535" y="80353"/>
                  </a:lnTo>
                  <a:lnTo>
                    <a:pt x="1240176" y="65873"/>
                  </a:lnTo>
                  <a:lnTo>
                    <a:pt x="1156786" y="52930"/>
                  </a:lnTo>
                  <a:lnTo>
                    <a:pt x="1068336" y="41439"/>
                  </a:lnTo>
                  <a:lnTo>
                    <a:pt x="976772" y="31371"/>
                  </a:lnTo>
                  <a:lnTo>
                    <a:pt x="885117" y="22744"/>
                  </a:lnTo>
                  <a:lnTo>
                    <a:pt x="797354" y="15594"/>
                  </a:lnTo>
                  <a:lnTo>
                    <a:pt x="717975" y="9939"/>
                  </a:lnTo>
                  <a:lnTo>
                    <a:pt x="651213" y="5743"/>
                  </a:lnTo>
                  <a:lnTo>
                    <a:pt x="600111" y="2889"/>
                  </a:lnTo>
                  <a:lnTo>
                    <a:pt x="565731" y="1172"/>
                  </a:lnTo>
                  <a:lnTo>
                    <a:pt x="546766" y="322"/>
                  </a:lnTo>
                  <a:lnTo>
                    <a:pt x="539620" y="3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0" name="pg410"/>
            <p:cNvSpPr/>
            <p:nvPr/>
          </p:nvSpPr>
          <p:spPr>
            <a:xfrm>
              <a:off x="546595" y="1926476"/>
              <a:ext cx="8234974" cy="3604281"/>
            </a:xfrm>
            <a:custGeom>
              <a:avLst/>
              <a:pathLst>
                <a:path w="8234974" h="3604281">
                  <a:moveTo>
                    <a:pt x="0" y="5444"/>
                  </a:moveTo>
                  <a:lnTo>
                    <a:pt x="538736" y="5444"/>
                  </a:lnTo>
                  <a:lnTo>
                    <a:pt x="539998" y="5492"/>
                  </a:lnTo>
                  <a:lnTo>
                    <a:pt x="548235" y="5837"/>
                  </a:lnTo>
                  <a:lnTo>
                    <a:pt x="568792" y="6791"/>
                  </a:lnTo>
                  <a:lnTo>
                    <a:pt x="605016" y="8663"/>
                  </a:lnTo>
                  <a:lnTo>
                    <a:pt x="657943" y="11725"/>
                  </a:lnTo>
                  <a:lnTo>
                    <a:pt x="726263" y="16174"/>
                  </a:lnTo>
                  <a:lnTo>
                    <a:pt x="806758" y="22122"/>
                  </a:lnTo>
                  <a:lnTo>
                    <a:pt x="895129" y="29597"/>
                  </a:lnTo>
                  <a:lnTo>
                    <a:pt x="986912" y="38576"/>
                  </a:lnTo>
                  <a:lnTo>
                    <a:pt x="1078221" y="49024"/>
                  </a:lnTo>
                  <a:lnTo>
                    <a:pt x="1166153" y="60926"/>
                  </a:lnTo>
                  <a:lnTo>
                    <a:pt x="1248879" y="74316"/>
                  </a:lnTo>
                  <a:lnTo>
                    <a:pt x="1325525" y="89291"/>
                  </a:lnTo>
                  <a:lnTo>
                    <a:pt x="1395953" y="106014"/>
                  </a:lnTo>
                  <a:lnTo>
                    <a:pt x="1460535" y="124715"/>
                  </a:lnTo>
                  <a:lnTo>
                    <a:pt x="1519968" y="145681"/>
                  </a:lnTo>
                  <a:lnTo>
                    <a:pt x="1575118" y="169242"/>
                  </a:lnTo>
                  <a:lnTo>
                    <a:pt x="1626921" y="195741"/>
                  </a:lnTo>
                  <a:lnTo>
                    <a:pt x="1676290" y="225479"/>
                  </a:lnTo>
                  <a:lnTo>
                    <a:pt x="1719082" y="254985"/>
                  </a:lnTo>
                  <a:lnTo>
                    <a:pt x="1762958" y="288767"/>
                  </a:lnTo>
                  <a:lnTo>
                    <a:pt x="1806405" y="325613"/>
                  </a:lnTo>
                  <a:lnTo>
                    <a:pt x="1849796" y="365580"/>
                  </a:lnTo>
                  <a:lnTo>
                    <a:pt x="1893401" y="408641"/>
                  </a:lnTo>
                  <a:lnTo>
                    <a:pt x="1937399" y="454681"/>
                  </a:lnTo>
                  <a:lnTo>
                    <a:pt x="1981888" y="503487"/>
                  </a:lnTo>
                  <a:lnTo>
                    <a:pt x="2026895" y="554746"/>
                  </a:lnTo>
                  <a:lnTo>
                    <a:pt x="2072382" y="608052"/>
                  </a:lnTo>
                  <a:lnTo>
                    <a:pt x="2118260" y="662911"/>
                  </a:lnTo>
                  <a:lnTo>
                    <a:pt x="2164399" y="718765"/>
                  </a:lnTo>
                  <a:lnTo>
                    <a:pt x="2210642" y="775010"/>
                  </a:lnTo>
                  <a:lnTo>
                    <a:pt x="2256824" y="831023"/>
                  </a:lnTo>
                  <a:lnTo>
                    <a:pt x="2302782" y="886192"/>
                  </a:lnTo>
                  <a:lnTo>
                    <a:pt x="2348380" y="939944"/>
                  </a:lnTo>
                  <a:lnTo>
                    <a:pt x="2393515" y="991769"/>
                  </a:lnTo>
                  <a:lnTo>
                    <a:pt x="2438137" y="1041235"/>
                  </a:lnTo>
                  <a:lnTo>
                    <a:pt x="2482254" y="1088006"/>
                  </a:lnTo>
                  <a:lnTo>
                    <a:pt x="2525946" y="1131843"/>
                  </a:lnTo>
                  <a:lnTo>
                    <a:pt x="2569369" y="1172606"/>
                  </a:lnTo>
                  <a:lnTo>
                    <a:pt x="2612771" y="1210248"/>
                  </a:lnTo>
                  <a:lnTo>
                    <a:pt x="2656495" y="1244804"/>
                  </a:lnTo>
                  <a:lnTo>
                    <a:pt x="2667772" y="1253150"/>
                  </a:lnTo>
                  <a:lnTo>
                    <a:pt x="2715658" y="1285937"/>
                  </a:lnTo>
                  <a:lnTo>
                    <a:pt x="2765242" y="1315323"/>
                  </a:lnTo>
                  <a:lnTo>
                    <a:pt x="2817352" y="1341498"/>
                  </a:lnTo>
                  <a:lnTo>
                    <a:pt x="2872908" y="1364771"/>
                  </a:lnTo>
                  <a:lnTo>
                    <a:pt x="2932842" y="1385484"/>
                  </a:lnTo>
                  <a:lnTo>
                    <a:pt x="2998010" y="1403964"/>
                  </a:lnTo>
                  <a:lnTo>
                    <a:pt x="3069080" y="1420495"/>
                  </a:lnTo>
                  <a:lnTo>
                    <a:pt x="3146381" y="1435297"/>
                  </a:lnTo>
                  <a:lnTo>
                    <a:pt x="3229710" y="1448527"/>
                  </a:lnTo>
                  <a:lnTo>
                    <a:pt x="3318101" y="1460276"/>
                  </a:lnTo>
                  <a:lnTo>
                    <a:pt x="3409614" y="1470571"/>
                  </a:lnTo>
                  <a:lnTo>
                    <a:pt x="3501236" y="1479394"/>
                  </a:lnTo>
                  <a:lnTo>
                    <a:pt x="3588994" y="1486709"/>
                  </a:lnTo>
                  <a:lnTo>
                    <a:pt x="3668403" y="1492497"/>
                  </a:lnTo>
                  <a:lnTo>
                    <a:pt x="3735230" y="1496794"/>
                  </a:lnTo>
                  <a:lnTo>
                    <a:pt x="3786427" y="1499720"/>
                  </a:lnTo>
                  <a:lnTo>
                    <a:pt x="3820917" y="1501482"/>
                  </a:lnTo>
                  <a:lnTo>
                    <a:pt x="3839986" y="1502357"/>
                  </a:lnTo>
                  <a:lnTo>
                    <a:pt x="3847208" y="1502656"/>
                  </a:lnTo>
                  <a:lnTo>
                    <a:pt x="3848118" y="1502691"/>
                  </a:lnTo>
                  <a:lnTo>
                    <a:pt x="4386855" y="1502691"/>
                  </a:lnTo>
                  <a:lnTo>
                    <a:pt x="4388080" y="1502757"/>
                  </a:lnTo>
                  <a:lnTo>
                    <a:pt x="4396080" y="1503226"/>
                  </a:lnTo>
                  <a:lnTo>
                    <a:pt x="4416067" y="1504524"/>
                  </a:lnTo>
                  <a:lnTo>
                    <a:pt x="4451344" y="1507073"/>
                  </a:lnTo>
                  <a:lnTo>
                    <a:pt x="4502996" y="1511244"/>
                  </a:lnTo>
                  <a:lnTo>
                    <a:pt x="4569848" y="1517314"/>
                  </a:lnTo>
                  <a:lnTo>
                    <a:pt x="4648864" y="1525439"/>
                  </a:lnTo>
                  <a:lnTo>
                    <a:pt x="4735912" y="1535665"/>
                  </a:lnTo>
                  <a:lnTo>
                    <a:pt x="4826642" y="1547963"/>
                  </a:lnTo>
                  <a:lnTo>
                    <a:pt x="4917217" y="1562285"/>
                  </a:lnTo>
                  <a:lnTo>
                    <a:pt x="5004720" y="1578606"/>
                  </a:lnTo>
                  <a:lnTo>
                    <a:pt x="5087271" y="1596966"/>
                  </a:lnTo>
                  <a:lnTo>
                    <a:pt x="5163923" y="1617483"/>
                  </a:lnTo>
                  <a:lnTo>
                    <a:pt x="5234466" y="1640370"/>
                  </a:lnTo>
                  <a:lnTo>
                    <a:pt x="5299206" y="1665927"/>
                  </a:lnTo>
                  <a:lnTo>
                    <a:pt x="5358782" y="1694535"/>
                  </a:lnTo>
                  <a:lnTo>
                    <a:pt x="5414017" y="1726636"/>
                  </a:lnTo>
                  <a:lnTo>
                    <a:pt x="5465814" y="1762698"/>
                  </a:lnTo>
                  <a:lnTo>
                    <a:pt x="5515069" y="1803149"/>
                  </a:lnTo>
                  <a:lnTo>
                    <a:pt x="5562595" y="1848265"/>
                  </a:lnTo>
                  <a:lnTo>
                    <a:pt x="5567201" y="1852956"/>
                  </a:lnTo>
                  <a:lnTo>
                    <a:pt x="5606809" y="1895545"/>
                  </a:lnTo>
                  <a:lnTo>
                    <a:pt x="5646035" y="1941626"/>
                  </a:lnTo>
                  <a:lnTo>
                    <a:pt x="5685164" y="1991267"/>
                  </a:lnTo>
                  <a:lnTo>
                    <a:pt x="5724413" y="2044464"/>
                  </a:lnTo>
                  <a:lnTo>
                    <a:pt x="5763933" y="2101130"/>
                  </a:lnTo>
                  <a:lnTo>
                    <a:pt x="5803822" y="2161090"/>
                  </a:lnTo>
                  <a:lnTo>
                    <a:pt x="5844128" y="2224078"/>
                  </a:lnTo>
                  <a:lnTo>
                    <a:pt x="5884852" y="2289735"/>
                  </a:lnTo>
                  <a:lnTo>
                    <a:pt x="5925955" y="2357617"/>
                  </a:lnTo>
                  <a:lnTo>
                    <a:pt x="5967365" y="2427203"/>
                  </a:lnTo>
                  <a:lnTo>
                    <a:pt x="6008985" y="2497911"/>
                  </a:lnTo>
                  <a:lnTo>
                    <a:pt x="6050701" y="2569120"/>
                  </a:lnTo>
                  <a:lnTo>
                    <a:pt x="6092389" y="2640187"/>
                  </a:lnTo>
                  <a:lnTo>
                    <a:pt x="6133931" y="2710478"/>
                  </a:lnTo>
                  <a:lnTo>
                    <a:pt x="6175217" y="2779384"/>
                  </a:lnTo>
                  <a:lnTo>
                    <a:pt x="6216161" y="2846350"/>
                  </a:lnTo>
                  <a:lnTo>
                    <a:pt x="6256703" y="2910886"/>
                  </a:lnTo>
                  <a:lnTo>
                    <a:pt x="6296824" y="2972584"/>
                  </a:lnTo>
                  <a:lnTo>
                    <a:pt x="6336543" y="3031126"/>
                  </a:lnTo>
                  <a:lnTo>
                    <a:pt x="6375928" y="3086286"/>
                  </a:lnTo>
                  <a:lnTo>
                    <a:pt x="6415102" y="3137928"/>
                  </a:lnTo>
                  <a:lnTo>
                    <a:pt x="6454243" y="3186003"/>
                  </a:lnTo>
                  <a:lnTo>
                    <a:pt x="6493597" y="3230539"/>
                  </a:lnTo>
                  <a:lnTo>
                    <a:pt x="6515891" y="3254016"/>
                  </a:lnTo>
                  <a:lnTo>
                    <a:pt x="6563285" y="3299596"/>
                  </a:lnTo>
                  <a:lnTo>
                    <a:pt x="6612336" y="3340497"/>
                  </a:lnTo>
                  <a:lnTo>
                    <a:pt x="6663843" y="3376973"/>
                  </a:lnTo>
                  <a:lnTo>
                    <a:pt x="6718700" y="3409442"/>
                  </a:lnTo>
                  <a:lnTo>
                    <a:pt x="6777811" y="3438373"/>
                  </a:lnTo>
                  <a:lnTo>
                    <a:pt x="6842011" y="3464212"/>
                  </a:lnTo>
                  <a:lnTo>
                    <a:pt x="6911963" y="3487347"/>
                  </a:lnTo>
                  <a:lnTo>
                    <a:pt x="6988013" y="3508087"/>
                  </a:lnTo>
                  <a:lnTo>
                    <a:pt x="7070012" y="3526652"/>
                  </a:lnTo>
                  <a:lnTo>
                    <a:pt x="7157095" y="3543171"/>
                  </a:lnTo>
                  <a:lnTo>
                    <a:pt x="7247480" y="3557689"/>
                  </a:lnTo>
                  <a:lnTo>
                    <a:pt x="7338353" y="3570189"/>
                  </a:lnTo>
                  <a:lnTo>
                    <a:pt x="7425951" y="3580620"/>
                  </a:lnTo>
                  <a:lnTo>
                    <a:pt x="7505951" y="3588951"/>
                  </a:lnTo>
                  <a:lnTo>
                    <a:pt x="7574159" y="3595219"/>
                  </a:lnTo>
                  <a:lnTo>
                    <a:pt x="7627393" y="3599566"/>
                  </a:lnTo>
                  <a:lnTo>
                    <a:pt x="7664269" y="3602259"/>
                  </a:lnTo>
                  <a:lnTo>
                    <a:pt x="7685648" y="3603662"/>
                  </a:lnTo>
                  <a:lnTo>
                    <a:pt x="7694624" y="3604194"/>
                  </a:lnTo>
                  <a:lnTo>
                    <a:pt x="7696237" y="3604281"/>
                  </a:lnTo>
                  <a:lnTo>
                    <a:pt x="8234974" y="3604281"/>
                  </a:lnTo>
                  <a:lnTo>
                    <a:pt x="8234974" y="3598837"/>
                  </a:lnTo>
                  <a:lnTo>
                    <a:pt x="7696237" y="3598837"/>
                  </a:lnTo>
                  <a:lnTo>
                    <a:pt x="7695013" y="3598771"/>
                  </a:lnTo>
                  <a:lnTo>
                    <a:pt x="7687013" y="3598301"/>
                  </a:lnTo>
                  <a:lnTo>
                    <a:pt x="7667025" y="3597003"/>
                  </a:lnTo>
                  <a:lnTo>
                    <a:pt x="7631749" y="3594454"/>
                  </a:lnTo>
                  <a:lnTo>
                    <a:pt x="7580097" y="3590283"/>
                  </a:lnTo>
                  <a:lnTo>
                    <a:pt x="7513244" y="3584213"/>
                  </a:lnTo>
                  <a:lnTo>
                    <a:pt x="7434228" y="3576088"/>
                  </a:lnTo>
                  <a:lnTo>
                    <a:pt x="7347181" y="3565863"/>
                  </a:lnTo>
                  <a:lnTo>
                    <a:pt x="7256450" y="3553564"/>
                  </a:lnTo>
                  <a:lnTo>
                    <a:pt x="7165876" y="3539243"/>
                  </a:lnTo>
                  <a:lnTo>
                    <a:pt x="7078373" y="3522921"/>
                  </a:lnTo>
                  <a:lnTo>
                    <a:pt x="6995822" y="3504562"/>
                  </a:lnTo>
                  <a:lnTo>
                    <a:pt x="6919170" y="3484044"/>
                  </a:lnTo>
                  <a:lnTo>
                    <a:pt x="6848627" y="3461157"/>
                  </a:lnTo>
                  <a:lnTo>
                    <a:pt x="6783887" y="3435600"/>
                  </a:lnTo>
                  <a:lnTo>
                    <a:pt x="6724311" y="3406992"/>
                  </a:lnTo>
                  <a:lnTo>
                    <a:pt x="6669075" y="3374892"/>
                  </a:lnTo>
                  <a:lnTo>
                    <a:pt x="6617278" y="3338830"/>
                  </a:lnTo>
                  <a:lnTo>
                    <a:pt x="6568024" y="3298379"/>
                  </a:lnTo>
                  <a:lnTo>
                    <a:pt x="6520498" y="3253263"/>
                  </a:lnTo>
                  <a:lnTo>
                    <a:pt x="6515891" y="3248572"/>
                  </a:lnTo>
                  <a:lnTo>
                    <a:pt x="6476283" y="3205983"/>
                  </a:lnTo>
                  <a:lnTo>
                    <a:pt x="6437057" y="3159901"/>
                  </a:lnTo>
                  <a:lnTo>
                    <a:pt x="6397928" y="3110260"/>
                  </a:lnTo>
                  <a:lnTo>
                    <a:pt x="6358680" y="3057063"/>
                  </a:lnTo>
                  <a:lnTo>
                    <a:pt x="6319160" y="3000397"/>
                  </a:lnTo>
                  <a:lnTo>
                    <a:pt x="6279270" y="2940437"/>
                  </a:lnTo>
                  <a:lnTo>
                    <a:pt x="6238964" y="2877449"/>
                  </a:lnTo>
                  <a:lnTo>
                    <a:pt x="6198241" y="2811792"/>
                  </a:lnTo>
                  <a:lnTo>
                    <a:pt x="6157138" y="2743910"/>
                  </a:lnTo>
                  <a:lnTo>
                    <a:pt x="6115727" y="2674324"/>
                  </a:lnTo>
                  <a:lnTo>
                    <a:pt x="6074107" y="2603616"/>
                  </a:lnTo>
                  <a:lnTo>
                    <a:pt x="6032392" y="2532408"/>
                  </a:lnTo>
                  <a:lnTo>
                    <a:pt x="5990703" y="2461340"/>
                  </a:lnTo>
                  <a:lnTo>
                    <a:pt x="5949162" y="2391050"/>
                  </a:lnTo>
                  <a:lnTo>
                    <a:pt x="5907875" y="2322143"/>
                  </a:lnTo>
                  <a:lnTo>
                    <a:pt x="5866932" y="2255177"/>
                  </a:lnTo>
                  <a:lnTo>
                    <a:pt x="5826389" y="2190642"/>
                  </a:lnTo>
                  <a:lnTo>
                    <a:pt x="5786269" y="2128944"/>
                  </a:lnTo>
                  <a:lnTo>
                    <a:pt x="5746550" y="2070402"/>
                  </a:lnTo>
                  <a:lnTo>
                    <a:pt x="5707164" y="2015242"/>
                  </a:lnTo>
                  <a:lnTo>
                    <a:pt x="5667990" y="1963600"/>
                  </a:lnTo>
                  <a:lnTo>
                    <a:pt x="5628849" y="1915525"/>
                  </a:lnTo>
                  <a:lnTo>
                    <a:pt x="5589495" y="1870988"/>
                  </a:lnTo>
                  <a:lnTo>
                    <a:pt x="5567201" y="1847511"/>
                  </a:lnTo>
                  <a:lnTo>
                    <a:pt x="5519808" y="1801932"/>
                  </a:lnTo>
                  <a:lnTo>
                    <a:pt x="5470757" y="1761031"/>
                  </a:lnTo>
                  <a:lnTo>
                    <a:pt x="5419249" y="1724555"/>
                  </a:lnTo>
                  <a:lnTo>
                    <a:pt x="5364392" y="1692085"/>
                  </a:lnTo>
                  <a:lnTo>
                    <a:pt x="5305282" y="1663154"/>
                  </a:lnTo>
                  <a:lnTo>
                    <a:pt x="5241082" y="1637315"/>
                  </a:lnTo>
                  <a:lnTo>
                    <a:pt x="5171130" y="1614180"/>
                  </a:lnTo>
                  <a:lnTo>
                    <a:pt x="5095079" y="1593440"/>
                  </a:lnTo>
                  <a:lnTo>
                    <a:pt x="5013080" y="1574876"/>
                  </a:lnTo>
                  <a:lnTo>
                    <a:pt x="4925997" y="1558357"/>
                  </a:lnTo>
                  <a:lnTo>
                    <a:pt x="4835612" y="1543838"/>
                  </a:lnTo>
                  <a:lnTo>
                    <a:pt x="4744740" y="1531338"/>
                  </a:lnTo>
                  <a:lnTo>
                    <a:pt x="4657141" y="1520907"/>
                  </a:lnTo>
                  <a:lnTo>
                    <a:pt x="4577142" y="1512576"/>
                  </a:lnTo>
                  <a:lnTo>
                    <a:pt x="4508933" y="1506309"/>
                  </a:lnTo>
                  <a:lnTo>
                    <a:pt x="4455700" y="1501961"/>
                  </a:lnTo>
                  <a:lnTo>
                    <a:pt x="4418823" y="1499268"/>
                  </a:lnTo>
                  <a:lnTo>
                    <a:pt x="4397445" y="1497866"/>
                  </a:lnTo>
                  <a:lnTo>
                    <a:pt x="4388468" y="1497334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57" y="1497198"/>
                  </a:lnTo>
                  <a:lnTo>
                    <a:pt x="3838620" y="1496853"/>
                  </a:lnTo>
                  <a:lnTo>
                    <a:pt x="3818063" y="1495899"/>
                  </a:lnTo>
                  <a:lnTo>
                    <a:pt x="3781839" y="1494027"/>
                  </a:lnTo>
                  <a:lnTo>
                    <a:pt x="3728911" y="1490966"/>
                  </a:lnTo>
                  <a:lnTo>
                    <a:pt x="3660592" y="1486516"/>
                  </a:lnTo>
                  <a:lnTo>
                    <a:pt x="3580096" y="1480568"/>
                  </a:lnTo>
                  <a:lnTo>
                    <a:pt x="3491726" y="1473093"/>
                  </a:lnTo>
                  <a:lnTo>
                    <a:pt x="3399943" y="1464114"/>
                  </a:lnTo>
                  <a:lnTo>
                    <a:pt x="3308634" y="1453667"/>
                  </a:lnTo>
                  <a:lnTo>
                    <a:pt x="3220702" y="1441765"/>
                  </a:lnTo>
                  <a:lnTo>
                    <a:pt x="3137975" y="1428374"/>
                  </a:lnTo>
                  <a:lnTo>
                    <a:pt x="3061329" y="1413399"/>
                  </a:lnTo>
                  <a:lnTo>
                    <a:pt x="2990902" y="1396676"/>
                  </a:lnTo>
                  <a:lnTo>
                    <a:pt x="2926319" y="1377975"/>
                  </a:lnTo>
                  <a:lnTo>
                    <a:pt x="2866887" y="1357009"/>
                  </a:lnTo>
                  <a:lnTo>
                    <a:pt x="2811737" y="1333448"/>
                  </a:lnTo>
                  <a:lnTo>
                    <a:pt x="2759934" y="1306950"/>
                  </a:lnTo>
                  <a:lnTo>
                    <a:pt x="2710564" y="1277212"/>
                  </a:lnTo>
                  <a:lnTo>
                    <a:pt x="2667772" y="1247705"/>
                  </a:lnTo>
                  <a:lnTo>
                    <a:pt x="2623897" y="1213924"/>
                  </a:lnTo>
                  <a:lnTo>
                    <a:pt x="2580450" y="1177077"/>
                  </a:lnTo>
                  <a:lnTo>
                    <a:pt x="2537059" y="1137110"/>
                  </a:lnTo>
                  <a:lnTo>
                    <a:pt x="2493454" y="1094049"/>
                  </a:lnTo>
                  <a:lnTo>
                    <a:pt x="2449456" y="1048009"/>
                  </a:lnTo>
                  <a:lnTo>
                    <a:pt x="2404967" y="999204"/>
                  </a:lnTo>
                  <a:lnTo>
                    <a:pt x="2359960" y="947944"/>
                  </a:lnTo>
                  <a:lnTo>
                    <a:pt x="2314473" y="894639"/>
                  </a:lnTo>
                  <a:lnTo>
                    <a:pt x="2268594" y="839779"/>
                  </a:lnTo>
                  <a:lnTo>
                    <a:pt x="2222455" y="783925"/>
                  </a:lnTo>
                  <a:lnTo>
                    <a:pt x="2176212" y="727680"/>
                  </a:lnTo>
                  <a:lnTo>
                    <a:pt x="2130031" y="671668"/>
                  </a:lnTo>
                  <a:lnTo>
                    <a:pt x="2084073" y="616498"/>
                  </a:lnTo>
                  <a:lnTo>
                    <a:pt x="2038475" y="562746"/>
                  </a:lnTo>
                  <a:lnTo>
                    <a:pt x="1993339" y="510922"/>
                  </a:lnTo>
                  <a:lnTo>
                    <a:pt x="1948718" y="461455"/>
                  </a:lnTo>
                  <a:lnTo>
                    <a:pt x="1904601" y="414685"/>
                  </a:lnTo>
                  <a:lnTo>
                    <a:pt x="1860909" y="370847"/>
                  </a:lnTo>
                  <a:lnTo>
                    <a:pt x="1817485" y="330084"/>
                  </a:lnTo>
                  <a:lnTo>
                    <a:pt x="1774084" y="292442"/>
                  </a:lnTo>
                  <a:lnTo>
                    <a:pt x="1730360" y="257887"/>
                  </a:lnTo>
                  <a:lnTo>
                    <a:pt x="1719082" y="249541"/>
                  </a:lnTo>
                  <a:lnTo>
                    <a:pt x="1671197" y="216754"/>
                  </a:lnTo>
                  <a:lnTo>
                    <a:pt x="1621613" y="187367"/>
                  </a:lnTo>
                  <a:lnTo>
                    <a:pt x="1569503" y="161192"/>
                  </a:lnTo>
                  <a:lnTo>
                    <a:pt x="1513947" y="137920"/>
                  </a:lnTo>
                  <a:lnTo>
                    <a:pt x="1454012" y="117207"/>
                  </a:lnTo>
                  <a:lnTo>
                    <a:pt x="1388844" y="98726"/>
                  </a:lnTo>
                  <a:lnTo>
                    <a:pt x="1317775" y="82196"/>
                  </a:lnTo>
                  <a:lnTo>
                    <a:pt x="1240473" y="67394"/>
                  </a:lnTo>
                  <a:lnTo>
                    <a:pt x="1157144" y="54163"/>
                  </a:lnTo>
                  <a:lnTo>
                    <a:pt x="1068754" y="42414"/>
                  </a:lnTo>
                  <a:lnTo>
                    <a:pt x="977240" y="32120"/>
                  </a:lnTo>
                  <a:lnTo>
                    <a:pt x="885618" y="23297"/>
                  </a:lnTo>
                  <a:lnTo>
                    <a:pt x="797860" y="15981"/>
                  </a:lnTo>
                  <a:lnTo>
                    <a:pt x="718452" y="10193"/>
                  </a:lnTo>
                  <a:lnTo>
                    <a:pt x="651624" y="5896"/>
                  </a:lnTo>
                  <a:lnTo>
                    <a:pt x="600427" y="2971"/>
                  </a:lnTo>
                  <a:lnTo>
                    <a:pt x="565938" y="1209"/>
                  </a:lnTo>
                  <a:lnTo>
                    <a:pt x="546869" y="333"/>
                  </a:lnTo>
                  <a:lnTo>
                    <a:pt x="539647" y="3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11" name="pl411"/>
            <p:cNvSpPr/>
            <p:nvPr/>
          </p:nvSpPr>
          <p:spPr>
            <a:xfrm>
              <a:off x="546595" y="1931921"/>
              <a:ext cx="8234974" cy="3598837"/>
            </a:xfrm>
            <a:custGeom>
              <a:avLst/>
              <a:pathLst>
                <a:path w="8234974" h="3598837">
                  <a:moveTo>
                    <a:pt x="0" y="0"/>
                  </a:moveTo>
                  <a:lnTo>
                    <a:pt x="538736" y="0"/>
                  </a:lnTo>
                  <a:lnTo>
                    <a:pt x="539998" y="48"/>
                  </a:lnTo>
                  <a:lnTo>
                    <a:pt x="548235" y="393"/>
                  </a:lnTo>
                  <a:lnTo>
                    <a:pt x="568792" y="1347"/>
                  </a:lnTo>
                  <a:lnTo>
                    <a:pt x="605016" y="3219"/>
                  </a:lnTo>
                  <a:lnTo>
                    <a:pt x="657943" y="6280"/>
                  </a:lnTo>
                  <a:lnTo>
                    <a:pt x="726263" y="10730"/>
                  </a:lnTo>
                  <a:lnTo>
                    <a:pt x="806758" y="16678"/>
                  </a:lnTo>
                  <a:lnTo>
                    <a:pt x="895129" y="24152"/>
                  </a:lnTo>
                  <a:lnTo>
                    <a:pt x="986912" y="33132"/>
                  </a:lnTo>
                  <a:lnTo>
                    <a:pt x="1078221" y="43579"/>
                  </a:lnTo>
                  <a:lnTo>
                    <a:pt x="1166153" y="55481"/>
                  </a:lnTo>
                  <a:lnTo>
                    <a:pt x="1248879" y="68871"/>
                  </a:lnTo>
                  <a:lnTo>
                    <a:pt x="1325525" y="83846"/>
                  </a:lnTo>
                  <a:lnTo>
                    <a:pt x="1395953" y="100570"/>
                  </a:lnTo>
                  <a:lnTo>
                    <a:pt x="1460535" y="119271"/>
                  </a:lnTo>
                  <a:lnTo>
                    <a:pt x="1519968" y="140236"/>
                  </a:lnTo>
                  <a:lnTo>
                    <a:pt x="1575118" y="163797"/>
                  </a:lnTo>
                  <a:lnTo>
                    <a:pt x="1626921" y="190296"/>
                  </a:lnTo>
                  <a:lnTo>
                    <a:pt x="1676290" y="220034"/>
                  </a:lnTo>
                  <a:lnTo>
                    <a:pt x="1719082" y="249541"/>
                  </a:lnTo>
                  <a:lnTo>
                    <a:pt x="1762958" y="283322"/>
                  </a:lnTo>
                  <a:lnTo>
                    <a:pt x="1806405" y="320169"/>
                  </a:lnTo>
                  <a:lnTo>
                    <a:pt x="1849796" y="360136"/>
                  </a:lnTo>
                  <a:lnTo>
                    <a:pt x="1893401" y="403197"/>
                  </a:lnTo>
                  <a:lnTo>
                    <a:pt x="1937399" y="449237"/>
                  </a:lnTo>
                  <a:lnTo>
                    <a:pt x="1981888" y="498042"/>
                  </a:lnTo>
                  <a:lnTo>
                    <a:pt x="2026895" y="549302"/>
                  </a:lnTo>
                  <a:lnTo>
                    <a:pt x="2072382" y="602607"/>
                  </a:lnTo>
                  <a:lnTo>
                    <a:pt x="2118260" y="657467"/>
                  </a:lnTo>
                  <a:lnTo>
                    <a:pt x="2164399" y="713321"/>
                  </a:lnTo>
                  <a:lnTo>
                    <a:pt x="2210642" y="769566"/>
                  </a:lnTo>
                  <a:lnTo>
                    <a:pt x="2256824" y="825578"/>
                  </a:lnTo>
                  <a:lnTo>
                    <a:pt x="2302782" y="880747"/>
                  </a:lnTo>
                  <a:lnTo>
                    <a:pt x="2348380" y="934500"/>
                  </a:lnTo>
                  <a:lnTo>
                    <a:pt x="2393515" y="986324"/>
                  </a:lnTo>
                  <a:lnTo>
                    <a:pt x="2438137" y="1035791"/>
                  </a:lnTo>
                  <a:lnTo>
                    <a:pt x="2482254" y="1082561"/>
                  </a:lnTo>
                  <a:lnTo>
                    <a:pt x="2525946" y="1126398"/>
                  </a:lnTo>
                  <a:lnTo>
                    <a:pt x="2569369" y="1167162"/>
                  </a:lnTo>
                  <a:lnTo>
                    <a:pt x="2612771" y="1204804"/>
                  </a:lnTo>
                  <a:lnTo>
                    <a:pt x="2656495" y="1239359"/>
                  </a:lnTo>
                  <a:lnTo>
                    <a:pt x="2667772" y="1247705"/>
                  </a:lnTo>
                  <a:lnTo>
                    <a:pt x="2715658" y="1280492"/>
                  </a:lnTo>
                  <a:lnTo>
                    <a:pt x="2765242" y="1309879"/>
                  </a:lnTo>
                  <a:lnTo>
                    <a:pt x="2817352" y="1336054"/>
                  </a:lnTo>
                  <a:lnTo>
                    <a:pt x="2872908" y="1359326"/>
                  </a:lnTo>
                  <a:lnTo>
                    <a:pt x="2932842" y="1380039"/>
                  </a:lnTo>
                  <a:lnTo>
                    <a:pt x="2998010" y="1398520"/>
                  </a:lnTo>
                  <a:lnTo>
                    <a:pt x="3069080" y="1415050"/>
                  </a:lnTo>
                  <a:lnTo>
                    <a:pt x="3146381" y="1429852"/>
                  </a:lnTo>
                  <a:lnTo>
                    <a:pt x="3229710" y="1443083"/>
                  </a:lnTo>
                  <a:lnTo>
                    <a:pt x="3318101" y="1454832"/>
                  </a:lnTo>
                  <a:lnTo>
                    <a:pt x="3409614" y="1465126"/>
                  </a:lnTo>
                  <a:lnTo>
                    <a:pt x="3501236" y="1473949"/>
                  </a:lnTo>
                  <a:lnTo>
                    <a:pt x="3588994" y="1481264"/>
                  </a:lnTo>
                  <a:lnTo>
                    <a:pt x="3668403" y="1487052"/>
                  </a:lnTo>
                  <a:lnTo>
                    <a:pt x="3735230" y="1491350"/>
                  </a:lnTo>
                  <a:lnTo>
                    <a:pt x="3786427" y="1494275"/>
                  </a:lnTo>
                  <a:lnTo>
                    <a:pt x="3820917" y="1496037"/>
                  </a:lnTo>
                  <a:lnTo>
                    <a:pt x="3839986" y="1496912"/>
                  </a:lnTo>
                  <a:lnTo>
                    <a:pt x="3847208" y="1497212"/>
                  </a:lnTo>
                  <a:lnTo>
                    <a:pt x="3848118" y="1497246"/>
                  </a:lnTo>
                  <a:lnTo>
                    <a:pt x="4386855" y="1497246"/>
                  </a:lnTo>
                  <a:lnTo>
                    <a:pt x="4388080" y="1497312"/>
                  </a:lnTo>
                  <a:lnTo>
                    <a:pt x="4396080" y="1497782"/>
                  </a:lnTo>
                  <a:lnTo>
                    <a:pt x="4416067" y="1499080"/>
                  </a:lnTo>
                  <a:lnTo>
                    <a:pt x="4451344" y="1501629"/>
                  </a:lnTo>
                  <a:lnTo>
                    <a:pt x="4502996" y="1505800"/>
                  </a:lnTo>
                  <a:lnTo>
                    <a:pt x="4569848" y="1511870"/>
                  </a:lnTo>
                  <a:lnTo>
                    <a:pt x="4648864" y="1519995"/>
                  </a:lnTo>
                  <a:lnTo>
                    <a:pt x="4735912" y="1530220"/>
                  </a:lnTo>
                  <a:lnTo>
                    <a:pt x="4826642" y="1542519"/>
                  </a:lnTo>
                  <a:lnTo>
                    <a:pt x="4917217" y="1556840"/>
                  </a:lnTo>
                  <a:lnTo>
                    <a:pt x="5004720" y="1573162"/>
                  </a:lnTo>
                  <a:lnTo>
                    <a:pt x="5087271" y="1591521"/>
                  </a:lnTo>
                  <a:lnTo>
                    <a:pt x="5163923" y="1612039"/>
                  </a:lnTo>
                  <a:lnTo>
                    <a:pt x="5234466" y="1634926"/>
                  </a:lnTo>
                  <a:lnTo>
                    <a:pt x="5299206" y="1660483"/>
                  </a:lnTo>
                  <a:lnTo>
                    <a:pt x="5358782" y="1689091"/>
                  </a:lnTo>
                  <a:lnTo>
                    <a:pt x="5414017" y="1721191"/>
                  </a:lnTo>
                  <a:lnTo>
                    <a:pt x="5465814" y="1757253"/>
                  </a:lnTo>
                  <a:lnTo>
                    <a:pt x="5515069" y="1797704"/>
                  </a:lnTo>
                  <a:lnTo>
                    <a:pt x="5562595" y="1842820"/>
                  </a:lnTo>
                  <a:lnTo>
                    <a:pt x="5567201" y="1847511"/>
                  </a:lnTo>
                  <a:lnTo>
                    <a:pt x="5606809" y="1890100"/>
                  </a:lnTo>
                  <a:lnTo>
                    <a:pt x="5646035" y="1936182"/>
                  </a:lnTo>
                  <a:lnTo>
                    <a:pt x="5685164" y="1985823"/>
                  </a:lnTo>
                  <a:lnTo>
                    <a:pt x="5724413" y="2039020"/>
                  </a:lnTo>
                  <a:lnTo>
                    <a:pt x="5763933" y="2095686"/>
                  </a:lnTo>
                  <a:lnTo>
                    <a:pt x="5803822" y="2155646"/>
                  </a:lnTo>
                  <a:lnTo>
                    <a:pt x="5844128" y="2218634"/>
                  </a:lnTo>
                  <a:lnTo>
                    <a:pt x="5884852" y="2284291"/>
                  </a:lnTo>
                  <a:lnTo>
                    <a:pt x="5925955" y="2352173"/>
                  </a:lnTo>
                  <a:lnTo>
                    <a:pt x="5967365" y="2421758"/>
                  </a:lnTo>
                  <a:lnTo>
                    <a:pt x="6008985" y="2492467"/>
                  </a:lnTo>
                  <a:lnTo>
                    <a:pt x="6050701" y="2563675"/>
                  </a:lnTo>
                  <a:lnTo>
                    <a:pt x="6092389" y="2634743"/>
                  </a:lnTo>
                  <a:lnTo>
                    <a:pt x="6133931" y="2705033"/>
                  </a:lnTo>
                  <a:lnTo>
                    <a:pt x="6175217" y="2773940"/>
                  </a:lnTo>
                  <a:lnTo>
                    <a:pt x="6216161" y="2840905"/>
                  </a:lnTo>
                  <a:lnTo>
                    <a:pt x="6256703" y="2905441"/>
                  </a:lnTo>
                  <a:lnTo>
                    <a:pt x="6296824" y="2967139"/>
                  </a:lnTo>
                  <a:lnTo>
                    <a:pt x="6336543" y="3025681"/>
                  </a:lnTo>
                  <a:lnTo>
                    <a:pt x="6375928" y="3080841"/>
                  </a:lnTo>
                  <a:lnTo>
                    <a:pt x="6415102" y="3132483"/>
                  </a:lnTo>
                  <a:lnTo>
                    <a:pt x="6454243" y="3180558"/>
                  </a:lnTo>
                  <a:lnTo>
                    <a:pt x="6493597" y="3225095"/>
                  </a:lnTo>
                  <a:lnTo>
                    <a:pt x="6515891" y="3248572"/>
                  </a:lnTo>
                  <a:lnTo>
                    <a:pt x="6563285" y="3294151"/>
                  </a:lnTo>
                  <a:lnTo>
                    <a:pt x="6612336" y="3335052"/>
                  </a:lnTo>
                  <a:lnTo>
                    <a:pt x="6663843" y="3371528"/>
                  </a:lnTo>
                  <a:lnTo>
                    <a:pt x="6718700" y="3403998"/>
                  </a:lnTo>
                  <a:lnTo>
                    <a:pt x="6777811" y="3432929"/>
                  </a:lnTo>
                  <a:lnTo>
                    <a:pt x="6842011" y="3458768"/>
                  </a:lnTo>
                  <a:lnTo>
                    <a:pt x="6911963" y="3481903"/>
                  </a:lnTo>
                  <a:lnTo>
                    <a:pt x="6988013" y="3502643"/>
                  </a:lnTo>
                  <a:lnTo>
                    <a:pt x="7070012" y="3521207"/>
                  </a:lnTo>
                  <a:lnTo>
                    <a:pt x="7157095" y="3537726"/>
                  </a:lnTo>
                  <a:lnTo>
                    <a:pt x="7247480" y="3552245"/>
                  </a:lnTo>
                  <a:lnTo>
                    <a:pt x="7338353" y="3564744"/>
                  </a:lnTo>
                  <a:lnTo>
                    <a:pt x="7425951" y="3575176"/>
                  </a:lnTo>
                  <a:lnTo>
                    <a:pt x="7505951" y="3583507"/>
                  </a:lnTo>
                  <a:lnTo>
                    <a:pt x="7574159" y="3589774"/>
                  </a:lnTo>
                  <a:lnTo>
                    <a:pt x="7627393" y="3594122"/>
                  </a:lnTo>
                  <a:lnTo>
                    <a:pt x="7664269" y="3596815"/>
                  </a:lnTo>
                  <a:lnTo>
                    <a:pt x="7685648" y="3598217"/>
                  </a:lnTo>
                  <a:lnTo>
                    <a:pt x="7694624" y="3598749"/>
                  </a:lnTo>
                  <a:lnTo>
                    <a:pt x="7696236" y="3598837"/>
                  </a:lnTo>
                  <a:lnTo>
                    <a:pt x="7696237" y="3598837"/>
                  </a:lnTo>
                  <a:lnTo>
                    <a:pt x="8234974" y="3598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2" name="pl412"/>
            <p:cNvSpPr/>
            <p:nvPr/>
          </p:nvSpPr>
          <p:spPr>
            <a:xfrm>
              <a:off x="546595" y="1926476"/>
              <a:ext cx="8234974" cy="3598837"/>
            </a:xfrm>
            <a:custGeom>
              <a:avLst/>
              <a:pathLst>
                <a:path w="8234974" h="3598837">
                  <a:moveTo>
                    <a:pt x="8234974" y="3598837"/>
                  </a:moveTo>
                  <a:lnTo>
                    <a:pt x="7696237" y="3598837"/>
                  </a:lnTo>
                  <a:lnTo>
                    <a:pt x="7695013" y="3598771"/>
                  </a:lnTo>
                  <a:lnTo>
                    <a:pt x="7687013" y="3598301"/>
                  </a:lnTo>
                  <a:lnTo>
                    <a:pt x="7667025" y="3597003"/>
                  </a:lnTo>
                  <a:lnTo>
                    <a:pt x="7631749" y="3594454"/>
                  </a:lnTo>
                  <a:lnTo>
                    <a:pt x="7580097" y="3590283"/>
                  </a:lnTo>
                  <a:lnTo>
                    <a:pt x="7513244" y="3584213"/>
                  </a:lnTo>
                  <a:lnTo>
                    <a:pt x="7434228" y="3576088"/>
                  </a:lnTo>
                  <a:lnTo>
                    <a:pt x="7347181" y="3565863"/>
                  </a:lnTo>
                  <a:lnTo>
                    <a:pt x="7256450" y="3553564"/>
                  </a:lnTo>
                  <a:lnTo>
                    <a:pt x="7165876" y="3539243"/>
                  </a:lnTo>
                  <a:lnTo>
                    <a:pt x="7078373" y="3522921"/>
                  </a:lnTo>
                  <a:lnTo>
                    <a:pt x="6995822" y="3504562"/>
                  </a:lnTo>
                  <a:lnTo>
                    <a:pt x="6919170" y="3484044"/>
                  </a:lnTo>
                  <a:lnTo>
                    <a:pt x="6848627" y="3461157"/>
                  </a:lnTo>
                  <a:lnTo>
                    <a:pt x="6783887" y="3435600"/>
                  </a:lnTo>
                  <a:lnTo>
                    <a:pt x="6724311" y="3406992"/>
                  </a:lnTo>
                  <a:lnTo>
                    <a:pt x="6669075" y="3374892"/>
                  </a:lnTo>
                  <a:lnTo>
                    <a:pt x="6617278" y="3338830"/>
                  </a:lnTo>
                  <a:lnTo>
                    <a:pt x="6568024" y="3298379"/>
                  </a:lnTo>
                  <a:lnTo>
                    <a:pt x="6520498" y="3253263"/>
                  </a:lnTo>
                  <a:lnTo>
                    <a:pt x="6515891" y="3248572"/>
                  </a:lnTo>
                  <a:lnTo>
                    <a:pt x="6476283" y="3205983"/>
                  </a:lnTo>
                  <a:lnTo>
                    <a:pt x="6437057" y="3159901"/>
                  </a:lnTo>
                  <a:lnTo>
                    <a:pt x="6397928" y="3110260"/>
                  </a:lnTo>
                  <a:lnTo>
                    <a:pt x="6358680" y="3057063"/>
                  </a:lnTo>
                  <a:lnTo>
                    <a:pt x="6319160" y="3000397"/>
                  </a:lnTo>
                  <a:lnTo>
                    <a:pt x="6279270" y="2940437"/>
                  </a:lnTo>
                  <a:lnTo>
                    <a:pt x="6238964" y="2877449"/>
                  </a:lnTo>
                  <a:lnTo>
                    <a:pt x="6198241" y="2811792"/>
                  </a:lnTo>
                  <a:lnTo>
                    <a:pt x="6157138" y="2743910"/>
                  </a:lnTo>
                  <a:lnTo>
                    <a:pt x="6115727" y="2674324"/>
                  </a:lnTo>
                  <a:lnTo>
                    <a:pt x="6074107" y="2603616"/>
                  </a:lnTo>
                  <a:lnTo>
                    <a:pt x="6032392" y="2532408"/>
                  </a:lnTo>
                  <a:lnTo>
                    <a:pt x="5990703" y="2461340"/>
                  </a:lnTo>
                  <a:lnTo>
                    <a:pt x="5949162" y="2391050"/>
                  </a:lnTo>
                  <a:lnTo>
                    <a:pt x="5907875" y="2322143"/>
                  </a:lnTo>
                  <a:lnTo>
                    <a:pt x="5866932" y="2255177"/>
                  </a:lnTo>
                  <a:lnTo>
                    <a:pt x="5826389" y="2190642"/>
                  </a:lnTo>
                  <a:lnTo>
                    <a:pt x="5786269" y="2128944"/>
                  </a:lnTo>
                  <a:lnTo>
                    <a:pt x="5746550" y="2070402"/>
                  </a:lnTo>
                  <a:lnTo>
                    <a:pt x="5707164" y="2015242"/>
                  </a:lnTo>
                  <a:lnTo>
                    <a:pt x="5667990" y="1963600"/>
                  </a:lnTo>
                  <a:lnTo>
                    <a:pt x="5628849" y="1915525"/>
                  </a:lnTo>
                  <a:lnTo>
                    <a:pt x="5589495" y="1870988"/>
                  </a:lnTo>
                  <a:lnTo>
                    <a:pt x="5567201" y="1847511"/>
                  </a:lnTo>
                  <a:lnTo>
                    <a:pt x="5519808" y="1801932"/>
                  </a:lnTo>
                  <a:lnTo>
                    <a:pt x="5470757" y="1761031"/>
                  </a:lnTo>
                  <a:lnTo>
                    <a:pt x="5419249" y="1724555"/>
                  </a:lnTo>
                  <a:lnTo>
                    <a:pt x="5364392" y="1692085"/>
                  </a:lnTo>
                  <a:lnTo>
                    <a:pt x="5305282" y="1663154"/>
                  </a:lnTo>
                  <a:lnTo>
                    <a:pt x="5241082" y="1637315"/>
                  </a:lnTo>
                  <a:lnTo>
                    <a:pt x="5171130" y="1614180"/>
                  </a:lnTo>
                  <a:lnTo>
                    <a:pt x="5095079" y="1593440"/>
                  </a:lnTo>
                  <a:lnTo>
                    <a:pt x="5013080" y="1574876"/>
                  </a:lnTo>
                  <a:lnTo>
                    <a:pt x="4925997" y="1558357"/>
                  </a:lnTo>
                  <a:lnTo>
                    <a:pt x="4835612" y="1543838"/>
                  </a:lnTo>
                  <a:lnTo>
                    <a:pt x="4744740" y="1531338"/>
                  </a:lnTo>
                  <a:lnTo>
                    <a:pt x="4657141" y="1520907"/>
                  </a:lnTo>
                  <a:lnTo>
                    <a:pt x="4577142" y="1512576"/>
                  </a:lnTo>
                  <a:lnTo>
                    <a:pt x="4508933" y="1506309"/>
                  </a:lnTo>
                  <a:lnTo>
                    <a:pt x="4455700" y="1501961"/>
                  </a:lnTo>
                  <a:lnTo>
                    <a:pt x="4418823" y="1499268"/>
                  </a:lnTo>
                  <a:lnTo>
                    <a:pt x="4397445" y="1497866"/>
                  </a:lnTo>
                  <a:lnTo>
                    <a:pt x="4388468" y="1497334"/>
                  </a:lnTo>
                  <a:lnTo>
                    <a:pt x="4386856" y="1497246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57" y="1497198"/>
                  </a:lnTo>
                  <a:lnTo>
                    <a:pt x="3838620" y="1496853"/>
                  </a:lnTo>
                  <a:lnTo>
                    <a:pt x="3818063" y="1495899"/>
                  </a:lnTo>
                  <a:lnTo>
                    <a:pt x="3781839" y="1494027"/>
                  </a:lnTo>
                  <a:lnTo>
                    <a:pt x="3728911" y="1490966"/>
                  </a:lnTo>
                  <a:lnTo>
                    <a:pt x="3660592" y="1486516"/>
                  </a:lnTo>
                  <a:lnTo>
                    <a:pt x="3580096" y="1480568"/>
                  </a:lnTo>
                  <a:lnTo>
                    <a:pt x="3491726" y="1473093"/>
                  </a:lnTo>
                  <a:lnTo>
                    <a:pt x="3399943" y="1464114"/>
                  </a:lnTo>
                  <a:lnTo>
                    <a:pt x="3308634" y="1453667"/>
                  </a:lnTo>
                  <a:lnTo>
                    <a:pt x="3220702" y="1441765"/>
                  </a:lnTo>
                  <a:lnTo>
                    <a:pt x="3137975" y="1428374"/>
                  </a:lnTo>
                  <a:lnTo>
                    <a:pt x="3061329" y="1413399"/>
                  </a:lnTo>
                  <a:lnTo>
                    <a:pt x="2990902" y="1396676"/>
                  </a:lnTo>
                  <a:lnTo>
                    <a:pt x="2926319" y="1377975"/>
                  </a:lnTo>
                  <a:lnTo>
                    <a:pt x="2866887" y="1357009"/>
                  </a:lnTo>
                  <a:lnTo>
                    <a:pt x="2811737" y="1333448"/>
                  </a:lnTo>
                  <a:lnTo>
                    <a:pt x="2759934" y="1306950"/>
                  </a:lnTo>
                  <a:lnTo>
                    <a:pt x="2710564" y="1277212"/>
                  </a:lnTo>
                  <a:lnTo>
                    <a:pt x="2667772" y="1247705"/>
                  </a:lnTo>
                  <a:lnTo>
                    <a:pt x="2623897" y="1213924"/>
                  </a:lnTo>
                  <a:lnTo>
                    <a:pt x="2580450" y="1177077"/>
                  </a:lnTo>
                  <a:lnTo>
                    <a:pt x="2537059" y="1137110"/>
                  </a:lnTo>
                  <a:lnTo>
                    <a:pt x="2493454" y="1094049"/>
                  </a:lnTo>
                  <a:lnTo>
                    <a:pt x="2449456" y="1048009"/>
                  </a:lnTo>
                  <a:lnTo>
                    <a:pt x="2404967" y="999204"/>
                  </a:lnTo>
                  <a:lnTo>
                    <a:pt x="2359960" y="947944"/>
                  </a:lnTo>
                  <a:lnTo>
                    <a:pt x="2314473" y="894639"/>
                  </a:lnTo>
                  <a:lnTo>
                    <a:pt x="2268594" y="839779"/>
                  </a:lnTo>
                  <a:lnTo>
                    <a:pt x="2222455" y="783925"/>
                  </a:lnTo>
                  <a:lnTo>
                    <a:pt x="2176212" y="727680"/>
                  </a:lnTo>
                  <a:lnTo>
                    <a:pt x="2130031" y="671668"/>
                  </a:lnTo>
                  <a:lnTo>
                    <a:pt x="2084073" y="616498"/>
                  </a:lnTo>
                  <a:lnTo>
                    <a:pt x="2038475" y="562746"/>
                  </a:lnTo>
                  <a:lnTo>
                    <a:pt x="1993339" y="510922"/>
                  </a:lnTo>
                  <a:lnTo>
                    <a:pt x="1948718" y="461455"/>
                  </a:lnTo>
                  <a:lnTo>
                    <a:pt x="1904601" y="414685"/>
                  </a:lnTo>
                  <a:lnTo>
                    <a:pt x="1860909" y="370847"/>
                  </a:lnTo>
                  <a:lnTo>
                    <a:pt x="1817485" y="330084"/>
                  </a:lnTo>
                  <a:lnTo>
                    <a:pt x="1774084" y="292442"/>
                  </a:lnTo>
                  <a:lnTo>
                    <a:pt x="1730360" y="257887"/>
                  </a:lnTo>
                  <a:lnTo>
                    <a:pt x="1719082" y="249541"/>
                  </a:lnTo>
                  <a:lnTo>
                    <a:pt x="1671197" y="216754"/>
                  </a:lnTo>
                  <a:lnTo>
                    <a:pt x="1621613" y="187367"/>
                  </a:lnTo>
                  <a:lnTo>
                    <a:pt x="1569503" y="161192"/>
                  </a:lnTo>
                  <a:lnTo>
                    <a:pt x="1513947" y="137920"/>
                  </a:lnTo>
                  <a:lnTo>
                    <a:pt x="1454012" y="117207"/>
                  </a:lnTo>
                  <a:lnTo>
                    <a:pt x="1388844" y="98726"/>
                  </a:lnTo>
                  <a:lnTo>
                    <a:pt x="1317775" y="82196"/>
                  </a:lnTo>
                  <a:lnTo>
                    <a:pt x="1240473" y="67394"/>
                  </a:lnTo>
                  <a:lnTo>
                    <a:pt x="1157144" y="54163"/>
                  </a:lnTo>
                  <a:lnTo>
                    <a:pt x="1068754" y="42414"/>
                  </a:lnTo>
                  <a:lnTo>
                    <a:pt x="977240" y="32120"/>
                  </a:lnTo>
                  <a:lnTo>
                    <a:pt x="885618" y="23297"/>
                  </a:lnTo>
                  <a:lnTo>
                    <a:pt x="797860" y="15981"/>
                  </a:lnTo>
                  <a:lnTo>
                    <a:pt x="718452" y="10193"/>
                  </a:lnTo>
                  <a:lnTo>
                    <a:pt x="651624" y="5896"/>
                  </a:lnTo>
                  <a:lnTo>
                    <a:pt x="600427" y="2971"/>
                  </a:lnTo>
                  <a:lnTo>
                    <a:pt x="565938" y="1209"/>
                  </a:lnTo>
                  <a:lnTo>
                    <a:pt x="546869" y="333"/>
                  </a:lnTo>
                  <a:lnTo>
                    <a:pt x="539647" y="3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3" name="pg413"/>
            <p:cNvSpPr/>
            <p:nvPr/>
          </p:nvSpPr>
          <p:spPr>
            <a:xfrm>
              <a:off x="546595" y="1224131"/>
              <a:ext cx="8234974" cy="892903"/>
            </a:xfrm>
            <a:custGeom>
              <a:avLst/>
              <a:pathLst>
                <a:path w="8234974" h="892903">
                  <a:moveTo>
                    <a:pt x="0" y="16333"/>
                  </a:moveTo>
                  <a:lnTo>
                    <a:pt x="538736" y="16333"/>
                  </a:lnTo>
                  <a:lnTo>
                    <a:pt x="540025" y="16362"/>
                  </a:lnTo>
                  <a:lnTo>
                    <a:pt x="548432" y="16568"/>
                  </a:lnTo>
                  <a:lnTo>
                    <a:pt x="569397" y="17139"/>
                  </a:lnTo>
                  <a:lnTo>
                    <a:pt x="606300" y="18259"/>
                  </a:lnTo>
                  <a:lnTo>
                    <a:pt x="660137" y="20089"/>
                  </a:lnTo>
                  <a:lnTo>
                    <a:pt x="729497" y="22746"/>
                  </a:lnTo>
                  <a:lnTo>
                    <a:pt x="811035" y="26295"/>
                  </a:lnTo>
                  <a:lnTo>
                    <a:pt x="900332" y="30751"/>
                  </a:lnTo>
                  <a:lnTo>
                    <a:pt x="992844" y="36099"/>
                  </a:lnTo>
                  <a:lnTo>
                    <a:pt x="1084653" y="42317"/>
                  </a:lnTo>
                  <a:lnTo>
                    <a:pt x="1172870" y="49400"/>
                  </a:lnTo>
                  <a:lnTo>
                    <a:pt x="1255706" y="57370"/>
                  </a:lnTo>
                  <a:lnTo>
                    <a:pt x="1332337" y="66288"/>
                  </a:lnTo>
                  <a:lnTo>
                    <a:pt x="1402677" y="76255"/>
                  </a:lnTo>
                  <a:lnTo>
                    <a:pt x="1467147" y="87412"/>
                  </a:lnTo>
                  <a:lnTo>
                    <a:pt x="1526482" y="99934"/>
                  </a:lnTo>
                  <a:lnTo>
                    <a:pt x="1581580" y="114021"/>
                  </a:lnTo>
                  <a:lnTo>
                    <a:pt x="1633398" y="129876"/>
                  </a:lnTo>
                  <a:lnTo>
                    <a:pt x="1682861" y="147674"/>
                  </a:lnTo>
                  <a:lnTo>
                    <a:pt x="1719082" y="162428"/>
                  </a:lnTo>
                  <a:lnTo>
                    <a:pt x="1767825" y="184525"/>
                  </a:lnTo>
                  <a:lnTo>
                    <a:pt x="1816093" y="208847"/>
                  </a:lnTo>
                  <a:lnTo>
                    <a:pt x="1864375" y="235426"/>
                  </a:lnTo>
                  <a:lnTo>
                    <a:pt x="1913005" y="264222"/>
                  </a:lnTo>
                  <a:lnTo>
                    <a:pt x="1962184" y="295112"/>
                  </a:lnTo>
                  <a:lnTo>
                    <a:pt x="2011998" y="327884"/>
                  </a:lnTo>
                  <a:lnTo>
                    <a:pt x="2062427" y="362240"/>
                  </a:lnTo>
                  <a:lnTo>
                    <a:pt x="2113368" y="397802"/>
                  </a:lnTo>
                  <a:lnTo>
                    <a:pt x="2164648" y="434128"/>
                  </a:lnTo>
                  <a:lnTo>
                    <a:pt x="2216057" y="470733"/>
                  </a:lnTo>
                  <a:lnTo>
                    <a:pt x="2267364" y="507118"/>
                  </a:lnTo>
                  <a:lnTo>
                    <a:pt x="2318356" y="542796"/>
                  </a:lnTo>
                  <a:lnTo>
                    <a:pt x="2368853" y="577318"/>
                  </a:lnTo>
                  <a:lnTo>
                    <a:pt x="2418743" y="610297"/>
                  </a:lnTo>
                  <a:lnTo>
                    <a:pt x="2467997" y="641425"/>
                  </a:lnTo>
                  <a:lnTo>
                    <a:pt x="2516684" y="670480"/>
                  </a:lnTo>
                  <a:lnTo>
                    <a:pt x="2564993" y="697328"/>
                  </a:lnTo>
                  <a:lnTo>
                    <a:pt x="2613240" y="721919"/>
                  </a:lnTo>
                  <a:lnTo>
                    <a:pt x="2661894" y="744278"/>
                  </a:lnTo>
                  <a:lnTo>
                    <a:pt x="2667772" y="746808"/>
                  </a:lnTo>
                  <a:lnTo>
                    <a:pt x="2716005" y="766133"/>
                  </a:lnTo>
                  <a:lnTo>
                    <a:pt x="2765968" y="783440"/>
                  </a:lnTo>
                  <a:lnTo>
                    <a:pt x="2818505" y="798842"/>
                  </a:lnTo>
                  <a:lnTo>
                    <a:pt x="2874558" y="812524"/>
                  </a:lnTo>
                  <a:lnTo>
                    <a:pt x="2935079" y="824692"/>
                  </a:lnTo>
                  <a:lnTo>
                    <a:pt x="3000937" y="835541"/>
                  </a:lnTo>
                  <a:lnTo>
                    <a:pt x="3072803" y="845238"/>
                  </a:lnTo>
                  <a:lnTo>
                    <a:pt x="3150994" y="853914"/>
                  </a:lnTo>
                  <a:lnTo>
                    <a:pt x="3235266" y="861662"/>
                  </a:lnTo>
                  <a:lnTo>
                    <a:pt x="3324575" y="868531"/>
                  </a:lnTo>
                  <a:lnTo>
                    <a:pt x="3416869" y="874536"/>
                  </a:lnTo>
                  <a:lnTo>
                    <a:pt x="3508986" y="879666"/>
                  </a:lnTo>
                  <a:lnTo>
                    <a:pt x="3596803" y="883899"/>
                  </a:lnTo>
                  <a:lnTo>
                    <a:pt x="3675728" y="887226"/>
                  </a:lnTo>
                  <a:lnTo>
                    <a:pt x="3741513" y="889671"/>
                  </a:lnTo>
                  <a:lnTo>
                    <a:pt x="3791220" y="891314"/>
                  </a:lnTo>
                  <a:lnTo>
                    <a:pt x="3824010" y="892282"/>
                  </a:lnTo>
                  <a:lnTo>
                    <a:pt x="3841482" y="892745"/>
                  </a:lnTo>
                  <a:lnTo>
                    <a:pt x="3847558" y="892891"/>
                  </a:lnTo>
                  <a:lnTo>
                    <a:pt x="3848118" y="892903"/>
                  </a:lnTo>
                  <a:lnTo>
                    <a:pt x="4386855" y="892903"/>
                  </a:lnTo>
                  <a:lnTo>
                    <a:pt x="4388144" y="892875"/>
                  </a:lnTo>
                  <a:lnTo>
                    <a:pt x="4396557" y="892675"/>
                  </a:lnTo>
                  <a:lnTo>
                    <a:pt x="4417535" y="892122"/>
                  </a:lnTo>
                  <a:lnTo>
                    <a:pt x="4454461" y="891036"/>
                  </a:lnTo>
                  <a:lnTo>
                    <a:pt x="4508327" y="889262"/>
                  </a:lnTo>
                  <a:lnTo>
                    <a:pt x="4577721" y="886685"/>
                  </a:lnTo>
                  <a:lnTo>
                    <a:pt x="4659294" y="883244"/>
                  </a:lnTo>
                  <a:lnTo>
                    <a:pt x="4748620" y="878924"/>
                  </a:lnTo>
                  <a:lnTo>
                    <a:pt x="4841155" y="873740"/>
                  </a:lnTo>
                  <a:lnTo>
                    <a:pt x="4932981" y="867711"/>
                  </a:lnTo>
                  <a:lnTo>
                    <a:pt x="5021207" y="860845"/>
                  </a:lnTo>
                  <a:lnTo>
                    <a:pt x="5104046" y="853118"/>
                  </a:lnTo>
                  <a:lnTo>
                    <a:pt x="5180676" y="844473"/>
                  </a:lnTo>
                  <a:lnTo>
                    <a:pt x="5251013" y="834810"/>
                  </a:lnTo>
                  <a:lnTo>
                    <a:pt x="5315480" y="823992"/>
                  </a:lnTo>
                  <a:lnTo>
                    <a:pt x="5374812" y="811851"/>
                  </a:lnTo>
                  <a:lnTo>
                    <a:pt x="5429908" y="798192"/>
                  </a:lnTo>
                  <a:lnTo>
                    <a:pt x="5481726" y="782819"/>
                  </a:lnTo>
                  <a:lnTo>
                    <a:pt x="5531193" y="765561"/>
                  </a:lnTo>
                  <a:lnTo>
                    <a:pt x="5567201" y="751345"/>
                  </a:lnTo>
                  <a:lnTo>
                    <a:pt x="5616149" y="729839"/>
                  </a:lnTo>
                  <a:lnTo>
                    <a:pt x="5664622" y="706159"/>
                  </a:lnTo>
                  <a:lnTo>
                    <a:pt x="5713111" y="680272"/>
                  </a:lnTo>
                  <a:lnTo>
                    <a:pt x="5761955" y="652221"/>
                  </a:lnTo>
                  <a:lnTo>
                    <a:pt x="5811355" y="622126"/>
                  </a:lnTo>
                  <a:lnTo>
                    <a:pt x="5861395" y="590197"/>
                  </a:lnTo>
                  <a:lnTo>
                    <a:pt x="5912055" y="556729"/>
                  </a:lnTo>
                  <a:lnTo>
                    <a:pt x="5963226" y="522094"/>
                  </a:lnTo>
                  <a:lnTo>
                    <a:pt x="6014733" y="486729"/>
                  </a:lnTo>
                  <a:lnTo>
                    <a:pt x="6066360" y="451109"/>
                  </a:lnTo>
                  <a:lnTo>
                    <a:pt x="6117876" y="415725"/>
                  </a:lnTo>
                  <a:lnTo>
                    <a:pt x="6169063" y="381053"/>
                  </a:lnTo>
                  <a:lnTo>
                    <a:pt x="6219745" y="347533"/>
                  </a:lnTo>
                  <a:lnTo>
                    <a:pt x="6269810" y="315538"/>
                  </a:lnTo>
                  <a:lnTo>
                    <a:pt x="6319235" y="285368"/>
                  </a:lnTo>
                  <a:lnTo>
                    <a:pt x="6368097" y="257234"/>
                  </a:lnTo>
                  <a:lnTo>
                    <a:pt x="6416595" y="231263"/>
                  </a:lnTo>
                  <a:lnTo>
                    <a:pt x="6465059" y="207497"/>
                  </a:lnTo>
                  <a:lnTo>
                    <a:pt x="6513978" y="185908"/>
                  </a:lnTo>
                  <a:lnTo>
                    <a:pt x="6515891" y="185114"/>
                  </a:lnTo>
                  <a:lnTo>
                    <a:pt x="6564136" y="166384"/>
                  </a:lnTo>
                  <a:lnTo>
                    <a:pt x="6614110" y="149612"/>
                  </a:lnTo>
                  <a:lnTo>
                    <a:pt x="6666661" y="134686"/>
                  </a:lnTo>
                  <a:lnTo>
                    <a:pt x="6722731" y="121427"/>
                  </a:lnTo>
                  <a:lnTo>
                    <a:pt x="6783271" y="109635"/>
                  </a:lnTo>
                  <a:lnTo>
                    <a:pt x="6849151" y="99123"/>
                  </a:lnTo>
                  <a:lnTo>
                    <a:pt x="6921043" y="89726"/>
                  </a:lnTo>
                  <a:lnTo>
                    <a:pt x="6999263" y="81319"/>
                  </a:lnTo>
                  <a:lnTo>
                    <a:pt x="7083565" y="73812"/>
                  </a:lnTo>
                  <a:lnTo>
                    <a:pt x="7172905" y="67157"/>
                  </a:lnTo>
                  <a:lnTo>
                    <a:pt x="7265224" y="61338"/>
                  </a:lnTo>
                  <a:lnTo>
                    <a:pt x="7357356" y="56369"/>
                  </a:lnTo>
                  <a:lnTo>
                    <a:pt x="7445175" y="52269"/>
                  </a:lnTo>
                  <a:lnTo>
                    <a:pt x="7524082" y="49048"/>
                  </a:lnTo>
                  <a:lnTo>
                    <a:pt x="7589832" y="46680"/>
                  </a:lnTo>
                  <a:lnTo>
                    <a:pt x="7639491" y="45091"/>
                  </a:lnTo>
                  <a:lnTo>
                    <a:pt x="7672225" y="44155"/>
                  </a:lnTo>
                  <a:lnTo>
                    <a:pt x="7689646" y="43708"/>
                  </a:lnTo>
                  <a:lnTo>
                    <a:pt x="7695687" y="43567"/>
                  </a:lnTo>
                  <a:lnTo>
                    <a:pt x="7696237" y="43556"/>
                  </a:lnTo>
                  <a:lnTo>
                    <a:pt x="8234974" y="43556"/>
                  </a:lnTo>
                  <a:lnTo>
                    <a:pt x="8234974" y="27222"/>
                  </a:lnTo>
                  <a:lnTo>
                    <a:pt x="7696237" y="27222"/>
                  </a:lnTo>
                  <a:lnTo>
                    <a:pt x="7694948" y="27250"/>
                  </a:lnTo>
                  <a:lnTo>
                    <a:pt x="7686536" y="27450"/>
                  </a:lnTo>
                  <a:lnTo>
                    <a:pt x="7665557" y="28004"/>
                  </a:lnTo>
                  <a:lnTo>
                    <a:pt x="7628632" y="29089"/>
                  </a:lnTo>
                  <a:lnTo>
                    <a:pt x="7574765" y="30864"/>
                  </a:lnTo>
                  <a:lnTo>
                    <a:pt x="7505371" y="33440"/>
                  </a:lnTo>
                  <a:lnTo>
                    <a:pt x="7423799" y="36881"/>
                  </a:lnTo>
                  <a:lnTo>
                    <a:pt x="7334472" y="41201"/>
                  </a:lnTo>
                  <a:lnTo>
                    <a:pt x="7241937" y="46386"/>
                  </a:lnTo>
                  <a:lnTo>
                    <a:pt x="7150112" y="52414"/>
                  </a:lnTo>
                  <a:lnTo>
                    <a:pt x="7061886" y="59281"/>
                  </a:lnTo>
                  <a:lnTo>
                    <a:pt x="6979047" y="67007"/>
                  </a:lnTo>
                  <a:lnTo>
                    <a:pt x="6902417" y="75653"/>
                  </a:lnTo>
                  <a:lnTo>
                    <a:pt x="6832079" y="85316"/>
                  </a:lnTo>
                  <a:lnTo>
                    <a:pt x="6767612" y="96133"/>
                  </a:lnTo>
                  <a:lnTo>
                    <a:pt x="6708281" y="108274"/>
                  </a:lnTo>
                  <a:lnTo>
                    <a:pt x="6653184" y="121933"/>
                  </a:lnTo>
                  <a:lnTo>
                    <a:pt x="6601366" y="137307"/>
                  </a:lnTo>
                  <a:lnTo>
                    <a:pt x="6551899" y="154564"/>
                  </a:lnTo>
                  <a:lnTo>
                    <a:pt x="6515891" y="168780"/>
                  </a:lnTo>
                  <a:lnTo>
                    <a:pt x="6466943" y="190287"/>
                  </a:lnTo>
                  <a:lnTo>
                    <a:pt x="6418471" y="213967"/>
                  </a:lnTo>
                  <a:lnTo>
                    <a:pt x="6369982" y="239853"/>
                  </a:lnTo>
                  <a:lnTo>
                    <a:pt x="6321138" y="267905"/>
                  </a:lnTo>
                  <a:lnTo>
                    <a:pt x="6271738" y="298000"/>
                  </a:lnTo>
                  <a:lnTo>
                    <a:pt x="6221697" y="329929"/>
                  </a:lnTo>
                  <a:lnTo>
                    <a:pt x="6171037" y="363397"/>
                  </a:lnTo>
                  <a:lnTo>
                    <a:pt x="6119867" y="398031"/>
                  </a:lnTo>
                  <a:lnTo>
                    <a:pt x="6068360" y="433396"/>
                  </a:lnTo>
                  <a:lnTo>
                    <a:pt x="6016733" y="469016"/>
                  </a:lnTo>
                  <a:lnTo>
                    <a:pt x="5965217" y="504401"/>
                  </a:lnTo>
                  <a:lnTo>
                    <a:pt x="5914030" y="539072"/>
                  </a:lnTo>
                  <a:lnTo>
                    <a:pt x="5863348" y="572593"/>
                  </a:lnTo>
                  <a:lnTo>
                    <a:pt x="5813282" y="604587"/>
                  </a:lnTo>
                  <a:lnTo>
                    <a:pt x="5763858" y="634758"/>
                  </a:lnTo>
                  <a:lnTo>
                    <a:pt x="5714996" y="662891"/>
                  </a:lnTo>
                  <a:lnTo>
                    <a:pt x="5666498" y="688863"/>
                  </a:lnTo>
                  <a:lnTo>
                    <a:pt x="5618033" y="712628"/>
                  </a:lnTo>
                  <a:lnTo>
                    <a:pt x="5569115" y="734218"/>
                  </a:lnTo>
                  <a:lnTo>
                    <a:pt x="5567201" y="735012"/>
                  </a:lnTo>
                  <a:lnTo>
                    <a:pt x="5518957" y="753741"/>
                  </a:lnTo>
                  <a:lnTo>
                    <a:pt x="5468982" y="770513"/>
                  </a:lnTo>
                  <a:lnTo>
                    <a:pt x="5416431" y="785439"/>
                  </a:lnTo>
                  <a:lnTo>
                    <a:pt x="5360361" y="798698"/>
                  </a:lnTo>
                  <a:lnTo>
                    <a:pt x="5299822" y="810490"/>
                  </a:lnTo>
                  <a:lnTo>
                    <a:pt x="5233942" y="821003"/>
                  </a:lnTo>
                  <a:lnTo>
                    <a:pt x="5162049" y="830399"/>
                  </a:lnTo>
                  <a:lnTo>
                    <a:pt x="5083829" y="838806"/>
                  </a:lnTo>
                  <a:lnTo>
                    <a:pt x="4999527" y="846313"/>
                  </a:lnTo>
                  <a:lnTo>
                    <a:pt x="4910188" y="852968"/>
                  </a:lnTo>
                  <a:lnTo>
                    <a:pt x="4817869" y="858787"/>
                  </a:lnTo>
                  <a:lnTo>
                    <a:pt x="4725736" y="863756"/>
                  </a:lnTo>
                  <a:lnTo>
                    <a:pt x="4637918" y="867856"/>
                  </a:lnTo>
                  <a:lnTo>
                    <a:pt x="4559010" y="871077"/>
                  </a:lnTo>
                  <a:lnTo>
                    <a:pt x="4493260" y="873445"/>
                  </a:lnTo>
                  <a:lnTo>
                    <a:pt x="4443601" y="875034"/>
                  </a:lnTo>
                  <a:lnTo>
                    <a:pt x="4410867" y="875970"/>
                  </a:lnTo>
                  <a:lnTo>
                    <a:pt x="4393446" y="876418"/>
                  </a:lnTo>
                  <a:lnTo>
                    <a:pt x="4387405" y="876558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30" y="876541"/>
                  </a:lnTo>
                  <a:lnTo>
                    <a:pt x="3838423" y="876334"/>
                  </a:lnTo>
                  <a:lnTo>
                    <a:pt x="3817458" y="875764"/>
                  </a:lnTo>
                  <a:lnTo>
                    <a:pt x="3780555" y="874644"/>
                  </a:lnTo>
                  <a:lnTo>
                    <a:pt x="3726718" y="872814"/>
                  </a:lnTo>
                  <a:lnTo>
                    <a:pt x="3657358" y="870156"/>
                  </a:lnTo>
                  <a:lnTo>
                    <a:pt x="3575819" y="866607"/>
                  </a:lnTo>
                  <a:lnTo>
                    <a:pt x="3486523" y="862152"/>
                  </a:lnTo>
                  <a:lnTo>
                    <a:pt x="3394011" y="856804"/>
                  </a:lnTo>
                  <a:lnTo>
                    <a:pt x="3302201" y="850585"/>
                  </a:lnTo>
                  <a:lnTo>
                    <a:pt x="3213984" y="843503"/>
                  </a:lnTo>
                  <a:lnTo>
                    <a:pt x="3131149" y="835533"/>
                  </a:lnTo>
                  <a:lnTo>
                    <a:pt x="3054518" y="826615"/>
                  </a:lnTo>
                  <a:lnTo>
                    <a:pt x="2984178" y="816648"/>
                  </a:lnTo>
                  <a:lnTo>
                    <a:pt x="2919707" y="805491"/>
                  </a:lnTo>
                  <a:lnTo>
                    <a:pt x="2860373" y="792969"/>
                  </a:lnTo>
                  <a:lnTo>
                    <a:pt x="2805275" y="778882"/>
                  </a:lnTo>
                  <a:lnTo>
                    <a:pt x="2753457" y="763027"/>
                  </a:lnTo>
                  <a:lnTo>
                    <a:pt x="2703993" y="745229"/>
                  </a:lnTo>
                  <a:lnTo>
                    <a:pt x="2667772" y="730475"/>
                  </a:lnTo>
                  <a:lnTo>
                    <a:pt x="2619030" y="708377"/>
                  </a:lnTo>
                  <a:lnTo>
                    <a:pt x="2570762" y="684056"/>
                  </a:lnTo>
                  <a:lnTo>
                    <a:pt x="2522480" y="657477"/>
                  </a:lnTo>
                  <a:lnTo>
                    <a:pt x="2473850" y="628681"/>
                  </a:lnTo>
                  <a:lnTo>
                    <a:pt x="2424670" y="597791"/>
                  </a:lnTo>
                  <a:lnTo>
                    <a:pt x="2374857" y="565019"/>
                  </a:lnTo>
                  <a:lnTo>
                    <a:pt x="2324427" y="530663"/>
                  </a:lnTo>
                  <a:lnTo>
                    <a:pt x="2273487" y="495101"/>
                  </a:lnTo>
                  <a:lnTo>
                    <a:pt x="2222206" y="458775"/>
                  </a:lnTo>
                  <a:lnTo>
                    <a:pt x="2170798" y="422169"/>
                  </a:lnTo>
                  <a:lnTo>
                    <a:pt x="2119490" y="385784"/>
                  </a:lnTo>
                  <a:lnTo>
                    <a:pt x="2068499" y="350106"/>
                  </a:lnTo>
                  <a:lnTo>
                    <a:pt x="2018001" y="315585"/>
                  </a:lnTo>
                  <a:lnTo>
                    <a:pt x="1968111" y="282606"/>
                  </a:lnTo>
                  <a:lnTo>
                    <a:pt x="1918858" y="251477"/>
                  </a:lnTo>
                  <a:lnTo>
                    <a:pt x="1870171" y="222423"/>
                  </a:lnTo>
                  <a:lnTo>
                    <a:pt x="1821862" y="195575"/>
                  </a:lnTo>
                  <a:lnTo>
                    <a:pt x="1773615" y="170984"/>
                  </a:lnTo>
                  <a:lnTo>
                    <a:pt x="1724960" y="148624"/>
                  </a:lnTo>
                  <a:lnTo>
                    <a:pt x="1719082" y="146095"/>
                  </a:lnTo>
                  <a:lnTo>
                    <a:pt x="1670849" y="126769"/>
                  </a:lnTo>
                  <a:lnTo>
                    <a:pt x="1620887" y="109462"/>
                  </a:lnTo>
                  <a:lnTo>
                    <a:pt x="1568350" y="94061"/>
                  </a:lnTo>
                  <a:lnTo>
                    <a:pt x="1512296" y="80379"/>
                  </a:lnTo>
                  <a:lnTo>
                    <a:pt x="1451776" y="68210"/>
                  </a:lnTo>
                  <a:lnTo>
                    <a:pt x="1385918" y="57361"/>
                  </a:lnTo>
                  <a:lnTo>
                    <a:pt x="1314052" y="47665"/>
                  </a:lnTo>
                  <a:lnTo>
                    <a:pt x="1235860" y="38988"/>
                  </a:lnTo>
                  <a:lnTo>
                    <a:pt x="1151589" y="31241"/>
                  </a:lnTo>
                  <a:lnTo>
                    <a:pt x="1062279" y="24372"/>
                  </a:lnTo>
                  <a:lnTo>
                    <a:pt x="969986" y="18366"/>
                  </a:lnTo>
                  <a:lnTo>
                    <a:pt x="877869" y="13236"/>
                  </a:lnTo>
                  <a:lnTo>
                    <a:pt x="790051" y="9003"/>
                  </a:lnTo>
                  <a:lnTo>
                    <a:pt x="711127" y="5677"/>
                  </a:lnTo>
                  <a:lnTo>
                    <a:pt x="645342" y="3231"/>
                  </a:lnTo>
                  <a:lnTo>
                    <a:pt x="595634" y="1589"/>
                  </a:lnTo>
                  <a:lnTo>
                    <a:pt x="562845" y="621"/>
                  </a:lnTo>
                  <a:lnTo>
                    <a:pt x="545373" y="157"/>
                  </a:lnTo>
                  <a:lnTo>
                    <a:pt x="539296" y="1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14" name="pl414"/>
            <p:cNvSpPr/>
            <p:nvPr/>
          </p:nvSpPr>
          <p:spPr>
            <a:xfrm>
              <a:off x="546595" y="1240465"/>
              <a:ext cx="8234974" cy="876570"/>
            </a:xfrm>
            <a:custGeom>
              <a:avLst/>
              <a:pathLst>
                <a:path w="8234974" h="876570">
                  <a:moveTo>
                    <a:pt x="0" y="0"/>
                  </a:moveTo>
                  <a:lnTo>
                    <a:pt x="538736" y="0"/>
                  </a:lnTo>
                  <a:lnTo>
                    <a:pt x="540025" y="28"/>
                  </a:lnTo>
                  <a:lnTo>
                    <a:pt x="548432" y="235"/>
                  </a:lnTo>
                  <a:lnTo>
                    <a:pt x="569397" y="805"/>
                  </a:lnTo>
                  <a:lnTo>
                    <a:pt x="606300" y="1925"/>
                  </a:lnTo>
                  <a:lnTo>
                    <a:pt x="660137" y="3755"/>
                  </a:lnTo>
                  <a:lnTo>
                    <a:pt x="729497" y="6413"/>
                  </a:lnTo>
                  <a:lnTo>
                    <a:pt x="811035" y="9962"/>
                  </a:lnTo>
                  <a:lnTo>
                    <a:pt x="900332" y="14417"/>
                  </a:lnTo>
                  <a:lnTo>
                    <a:pt x="992844" y="19765"/>
                  </a:lnTo>
                  <a:lnTo>
                    <a:pt x="1084653" y="25984"/>
                  </a:lnTo>
                  <a:lnTo>
                    <a:pt x="1172870" y="33066"/>
                  </a:lnTo>
                  <a:lnTo>
                    <a:pt x="1255706" y="41036"/>
                  </a:lnTo>
                  <a:lnTo>
                    <a:pt x="1332337" y="49954"/>
                  </a:lnTo>
                  <a:lnTo>
                    <a:pt x="1402677" y="59921"/>
                  </a:lnTo>
                  <a:lnTo>
                    <a:pt x="1467147" y="71078"/>
                  </a:lnTo>
                  <a:lnTo>
                    <a:pt x="1526482" y="83600"/>
                  </a:lnTo>
                  <a:lnTo>
                    <a:pt x="1581580" y="97687"/>
                  </a:lnTo>
                  <a:lnTo>
                    <a:pt x="1633398" y="113542"/>
                  </a:lnTo>
                  <a:lnTo>
                    <a:pt x="1682861" y="131340"/>
                  </a:lnTo>
                  <a:lnTo>
                    <a:pt x="1719082" y="146095"/>
                  </a:lnTo>
                  <a:lnTo>
                    <a:pt x="1767825" y="168192"/>
                  </a:lnTo>
                  <a:lnTo>
                    <a:pt x="1816093" y="192513"/>
                  </a:lnTo>
                  <a:lnTo>
                    <a:pt x="1864375" y="219092"/>
                  </a:lnTo>
                  <a:lnTo>
                    <a:pt x="1913005" y="247888"/>
                  </a:lnTo>
                  <a:lnTo>
                    <a:pt x="1962184" y="278778"/>
                  </a:lnTo>
                  <a:lnTo>
                    <a:pt x="2011998" y="311550"/>
                  </a:lnTo>
                  <a:lnTo>
                    <a:pt x="2062427" y="345906"/>
                  </a:lnTo>
                  <a:lnTo>
                    <a:pt x="2113368" y="381468"/>
                  </a:lnTo>
                  <a:lnTo>
                    <a:pt x="2164648" y="417794"/>
                  </a:lnTo>
                  <a:lnTo>
                    <a:pt x="2216057" y="454400"/>
                  </a:lnTo>
                  <a:lnTo>
                    <a:pt x="2267364" y="490785"/>
                  </a:lnTo>
                  <a:lnTo>
                    <a:pt x="2318356" y="526463"/>
                  </a:lnTo>
                  <a:lnTo>
                    <a:pt x="2368853" y="560984"/>
                  </a:lnTo>
                  <a:lnTo>
                    <a:pt x="2418743" y="593963"/>
                  </a:lnTo>
                  <a:lnTo>
                    <a:pt x="2467997" y="625092"/>
                  </a:lnTo>
                  <a:lnTo>
                    <a:pt x="2516684" y="654146"/>
                  </a:lnTo>
                  <a:lnTo>
                    <a:pt x="2564993" y="680994"/>
                  </a:lnTo>
                  <a:lnTo>
                    <a:pt x="2613240" y="705585"/>
                  </a:lnTo>
                  <a:lnTo>
                    <a:pt x="2661894" y="727945"/>
                  </a:lnTo>
                  <a:lnTo>
                    <a:pt x="2667772" y="730475"/>
                  </a:lnTo>
                  <a:lnTo>
                    <a:pt x="2716005" y="749800"/>
                  </a:lnTo>
                  <a:lnTo>
                    <a:pt x="2765968" y="767107"/>
                  </a:lnTo>
                  <a:lnTo>
                    <a:pt x="2818505" y="782508"/>
                  </a:lnTo>
                  <a:lnTo>
                    <a:pt x="2874558" y="796190"/>
                  </a:lnTo>
                  <a:lnTo>
                    <a:pt x="2935079" y="808359"/>
                  </a:lnTo>
                  <a:lnTo>
                    <a:pt x="3000937" y="819208"/>
                  </a:lnTo>
                  <a:lnTo>
                    <a:pt x="3072803" y="828904"/>
                  </a:lnTo>
                  <a:lnTo>
                    <a:pt x="3150994" y="837581"/>
                  </a:lnTo>
                  <a:lnTo>
                    <a:pt x="3235266" y="845328"/>
                  </a:lnTo>
                  <a:lnTo>
                    <a:pt x="3324575" y="852197"/>
                  </a:lnTo>
                  <a:lnTo>
                    <a:pt x="3416869" y="858203"/>
                  </a:lnTo>
                  <a:lnTo>
                    <a:pt x="3508986" y="863333"/>
                  </a:lnTo>
                  <a:lnTo>
                    <a:pt x="3596803" y="867566"/>
                  </a:lnTo>
                  <a:lnTo>
                    <a:pt x="3675728" y="870892"/>
                  </a:lnTo>
                  <a:lnTo>
                    <a:pt x="3741513" y="873338"/>
                  </a:lnTo>
                  <a:lnTo>
                    <a:pt x="3791220" y="874980"/>
                  </a:lnTo>
                  <a:lnTo>
                    <a:pt x="3824010" y="875948"/>
                  </a:lnTo>
                  <a:lnTo>
                    <a:pt x="3841482" y="876412"/>
                  </a:lnTo>
                  <a:lnTo>
                    <a:pt x="3847558" y="876557"/>
                  </a:lnTo>
                  <a:lnTo>
                    <a:pt x="3848118" y="876570"/>
                  </a:lnTo>
                  <a:lnTo>
                    <a:pt x="4386855" y="876570"/>
                  </a:lnTo>
                  <a:lnTo>
                    <a:pt x="4388144" y="876541"/>
                  </a:lnTo>
                  <a:lnTo>
                    <a:pt x="4396557" y="876341"/>
                  </a:lnTo>
                  <a:lnTo>
                    <a:pt x="4417535" y="875788"/>
                  </a:lnTo>
                  <a:lnTo>
                    <a:pt x="4454461" y="874702"/>
                  </a:lnTo>
                  <a:lnTo>
                    <a:pt x="4508327" y="872928"/>
                  </a:lnTo>
                  <a:lnTo>
                    <a:pt x="4577721" y="870351"/>
                  </a:lnTo>
                  <a:lnTo>
                    <a:pt x="4659294" y="866910"/>
                  </a:lnTo>
                  <a:lnTo>
                    <a:pt x="4748620" y="862591"/>
                  </a:lnTo>
                  <a:lnTo>
                    <a:pt x="4841155" y="857406"/>
                  </a:lnTo>
                  <a:lnTo>
                    <a:pt x="4932981" y="851377"/>
                  </a:lnTo>
                  <a:lnTo>
                    <a:pt x="5021207" y="844511"/>
                  </a:lnTo>
                  <a:lnTo>
                    <a:pt x="5104046" y="836785"/>
                  </a:lnTo>
                  <a:lnTo>
                    <a:pt x="5180676" y="828139"/>
                  </a:lnTo>
                  <a:lnTo>
                    <a:pt x="5251013" y="818476"/>
                  </a:lnTo>
                  <a:lnTo>
                    <a:pt x="5315480" y="807659"/>
                  </a:lnTo>
                  <a:lnTo>
                    <a:pt x="5374812" y="795517"/>
                  </a:lnTo>
                  <a:lnTo>
                    <a:pt x="5429908" y="781859"/>
                  </a:lnTo>
                  <a:lnTo>
                    <a:pt x="5481726" y="766485"/>
                  </a:lnTo>
                  <a:lnTo>
                    <a:pt x="5531193" y="749228"/>
                  </a:lnTo>
                  <a:lnTo>
                    <a:pt x="5567201" y="735012"/>
                  </a:lnTo>
                  <a:lnTo>
                    <a:pt x="5616149" y="713505"/>
                  </a:lnTo>
                  <a:lnTo>
                    <a:pt x="5664622" y="689825"/>
                  </a:lnTo>
                  <a:lnTo>
                    <a:pt x="5713111" y="663939"/>
                  </a:lnTo>
                  <a:lnTo>
                    <a:pt x="5761955" y="635887"/>
                  </a:lnTo>
                  <a:lnTo>
                    <a:pt x="5811355" y="605792"/>
                  </a:lnTo>
                  <a:lnTo>
                    <a:pt x="5861395" y="573863"/>
                  </a:lnTo>
                  <a:lnTo>
                    <a:pt x="5912055" y="540395"/>
                  </a:lnTo>
                  <a:lnTo>
                    <a:pt x="5963226" y="505761"/>
                  </a:lnTo>
                  <a:lnTo>
                    <a:pt x="6014733" y="470395"/>
                  </a:lnTo>
                  <a:lnTo>
                    <a:pt x="6066360" y="434775"/>
                  </a:lnTo>
                  <a:lnTo>
                    <a:pt x="6117876" y="399391"/>
                  </a:lnTo>
                  <a:lnTo>
                    <a:pt x="6169063" y="364720"/>
                  </a:lnTo>
                  <a:lnTo>
                    <a:pt x="6219745" y="331199"/>
                  </a:lnTo>
                  <a:lnTo>
                    <a:pt x="6269810" y="299204"/>
                  </a:lnTo>
                  <a:lnTo>
                    <a:pt x="6319235" y="269034"/>
                  </a:lnTo>
                  <a:lnTo>
                    <a:pt x="6368097" y="240900"/>
                  </a:lnTo>
                  <a:lnTo>
                    <a:pt x="6416595" y="214929"/>
                  </a:lnTo>
                  <a:lnTo>
                    <a:pt x="6465059" y="191164"/>
                  </a:lnTo>
                  <a:lnTo>
                    <a:pt x="6513978" y="169574"/>
                  </a:lnTo>
                  <a:lnTo>
                    <a:pt x="6515891" y="168780"/>
                  </a:lnTo>
                  <a:lnTo>
                    <a:pt x="6564136" y="150051"/>
                  </a:lnTo>
                  <a:lnTo>
                    <a:pt x="6614110" y="133278"/>
                  </a:lnTo>
                  <a:lnTo>
                    <a:pt x="6666661" y="118353"/>
                  </a:lnTo>
                  <a:lnTo>
                    <a:pt x="6722731" y="105093"/>
                  </a:lnTo>
                  <a:lnTo>
                    <a:pt x="6783271" y="93302"/>
                  </a:lnTo>
                  <a:lnTo>
                    <a:pt x="6849151" y="82789"/>
                  </a:lnTo>
                  <a:lnTo>
                    <a:pt x="6921043" y="73393"/>
                  </a:lnTo>
                  <a:lnTo>
                    <a:pt x="6999263" y="64985"/>
                  </a:lnTo>
                  <a:lnTo>
                    <a:pt x="7083565" y="57479"/>
                  </a:lnTo>
                  <a:lnTo>
                    <a:pt x="7172905" y="50823"/>
                  </a:lnTo>
                  <a:lnTo>
                    <a:pt x="7265224" y="45005"/>
                  </a:lnTo>
                  <a:lnTo>
                    <a:pt x="7357356" y="40035"/>
                  </a:lnTo>
                  <a:lnTo>
                    <a:pt x="7445175" y="35935"/>
                  </a:lnTo>
                  <a:lnTo>
                    <a:pt x="7524082" y="32714"/>
                  </a:lnTo>
                  <a:lnTo>
                    <a:pt x="7589832" y="30347"/>
                  </a:lnTo>
                  <a:lnTo>
                    <a:pt x="7639491" y="28758"/>
                  </a:lnTo>
                  <a:lnTo>
                    <a:pt x="7672225" y="27822"/>
                  </a:lnTo>
                  <a:lnTo>
                    <a:pt x="7689646" y="27374"/>
                  </a:lnTo>
                  <a:lnTo>
                    <a:pt x="7695687" y="27234"/>
                  </a:lnTo>
                  <a:lnTo>
                    <a:pt x="7696237" y="27222"/>
                  </a:lnTo>
                  <a:lnTo>
                    <a:pt x="8234974" y="272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5" name="pl415"/>
            <p:cNvSpPr/>
            <p:nvPr/>
          </p:nvSpPr>
          <p:spPr>
            <a:xfrm>
              <a:off x="546595" y="1224131"/>
              <a:ext cx="8234974" cy="876570"/>
            </a:xfrm>
            <a:custGeom>
              <a:avLst/>
              <a:pathLst>
                <a:path w="8234974" h="876570">
                  <a:moveTo>
                    <a:pt x="8234974" y="27222"/>
                  </a:moveTo>
                  <a:lnTo>
                    <a:pt x="7696237" y="27222"/>
                  </a:lnTo>
                  <a:lnTo>
                    <a:pt x="7694948" y="27250"/>
                  </a:lnTo>
                  <a:lnTo>
                    <a:pt x="7686536" y="27450"/>
                  </a:lnTo>
                  <a:lnTo>
                    <a:pt x="7665557" y="28004"/>
                  </a:lnTo>
                  <a:lnTo>
                    <a:pt x="7628632" y="29089"/>
                  </a:lnTo>
                  <a:lnTo>
                    <a:pt x="7574765" y="30864"/>
                  </a:lnTo>
                  <a:lnTo>
                    <a:pt x="7505371" y="33440"/>
                  </a:lnTo>
                  <a:lnTo>
                    <a:pt x="7423799" y="36881"/>
                  </a:lnTo>
                  <a:lnTo>
                    <a:pt x="7334472" y="41201"/>
                  </a:lnTo>
                  <a:lnTo>
                    <a:pt x="7241937" y="46386"/>
                  </a:lnTo>
                  <a:lnTo>
                    <a:pt x="7150112" y="52414"/>
                  </a:lnTo>
                  <a:lnTo>
                    <a:pt x="7061886" y="59281"/>
                  </a:lnTo>
                  <a:lnTo>
                    <a:pt x="6979047" y="67007"/>
                  </a:lnTo>
                  <a:lnTo>
                    <a:pt x="6902417" y="75653"/>
                  </a:lnTo>
                  <a:lnTo>
                    <a:pt x="6832079" y="85316"/>
                  </a:lnTo>
                  <a:lnTo>
                    <a:pt x="6767612" y="96133"/>
                  </a:lnTo>
                  <a:lnTo>
                    <a:pt x="6708281" y="108274"/>
                  </a:lnTo>
                  <a:lnTo>
                    <a:pt x="6653184" y="121933"/>
                  </a:lnTo>
                  <a:lnTo>
                    <a:pt x="6601366" y="137307"/>
                  </a:lnTo>
                  <a:lnTo>
                    <a:pt x="6551899" y="154564"/>
                  </a:lnTo>
                  <a:lnTo>
                    <a:pt x="6515891" y="168780"/>
                  </a:lnTo>
                  <a:lnTo>
                    <a:pt x="6466943" y="190287"/>
                  </a:lnTo>
                  <a:lnTo>
                    <a:pt x="6418471" y="213967"/>
                  </a:lnTo>
                  <a:lnTo>
                    <a:pt x="6369982" y="239853"/>
                  </a:lnTo>
                  <a:lnTo>
                    <a:pt x="6321138" y="267905"/>
                  </a:lnTo>
                  <a:lnTo>
                    <a:pt x="6271738" y="298000"/>
                  </a:lnTo>
                  <a:lnTo>
                    <a:pt x="6221697" y="329929"/>
                  </a:lnTo>
                  <a:lnTo>
                    <a:pt x="6171037" y="363397"/>
                  </a:lnTo>
                  <a:lnTo>
                    <a:pt x="6119867" y="398031"/>
                  </a:lnTo>
                  <a:lnTo>
                    <a:pt x="6068360" y="433396"/>
                  </a:lnTo>
                  <a:lnTo>
                    <a:pt x="6016733" y="469016"/>
                  </a:lnTo>
                  <a:lnTo>
                    <a:pt x="5965217" y="504401"/>
                  </a:lnTo>
                  <a:lnTo>
                    <a:pt x="5914030" y="539072"/>
                  </a:lnTo>
                  <a:lnTo>
                    <a:pt x="5863348" y="572593"/>
                  </a:lnTo>
                  <a:lnTo>
                    <a:pt x="5813282" y="604587"/>
                  </a:lnTo>
                  <a:lnTo>
                    <a:pt x="5763858" y="634758"/>
                  </a:lnTo>
                  <a:lnTo>
                    <a:pt x="5714996" y="662891"/>
                  </a:lnTo>
                  <a:lnTo>
                    <a:pt x="5666498" y="688863"/>
                  </a:lnTo>
                  <a:lnTo>
                    <a:pt x="5618033" y="712628"/>
                  </a:lnTo>
                  <a:lnTo>
                    <a:pt x="5569115" y="734218"/>
                  </a:lnTo>
                  <a:lnTo>
                    <a:pt x="5567201" y="735012"/>
                  </a:lnTo>
                  <a:lnTo>
                    <a:pt x="5518957" y="753741"/>
                  </a:lnTo>
                  <a:lnTo>
                    <a:pt x="5468982" y="770513"/>
                  </a:lnTo>
                  <a:lnTo>
                    <a:pt x="5416431" y="785439"/>
                  </a:lnTo>
                  <a:lnTo>
                    <a:pt x="5360361" y="798698"/>
                  </a:lnTo>
                  <a:lnTo>
                    <a:pt x="5299822" y="810490"/>
                  </a:lnTo>
                  <a:lnTo>
                    <a:pt x="5233942" y="821003"/>
                  </a:lnTo>
                  <a:lnTo>
                    <a:pt x="5162049" y="830399"/>
                  </a:lnTo>
                  <a:lnTo>
                    <a:pt x="5083829" y="838806"/>
                  </a:lnTo>
                  <a:lnTo>
                    <a:pt x="4999527" y="846313"/>
                  </a:lnTo>
                  <a:lnTo>
                    <a:pt x="4910188" y="852968"/>
                  </a:lnTo>
                  <a:lnTo>
                    <a:pt x="4817869" y="858787"/>
                  </a:lnTo>
                  <a:lnTo>
                    <a:pt x="4725736" y="863756"/>
                  </a:lnTo>
                  <a:lnTo>
                    <a:pt x="4637918" y="867856"/>
                  </a:lnTo>
                  <a:lnTo>
                    <a:pt x="4559010" y="871077"/>
                  </a:lnTo>
                  <a:lnTo>
                    <a:pt x="4493260" y="873445"/>
                  </a:lnTo>
                  <a:lnTo>
                    <a:pt x="4443601" y="875034"/>
                  </a:lnTo>
                  <a:lnTo>
                    <a:pt x="4410867" y="875970"/>
                  </a:lnTo>
                  <a:lnTo>
                    <a:pt x="4393446" y="876418"/>
                  </a:lnTo>
                  <a:lnTo>
                    <a:pt x="4387405" y="876558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30" y="876541"/>
                  </a:lnTo>
                  <a:lnTo>
                    <a:pt x="3838423" y="876334"/>
                  </a:lnTo>
                  <a:lnTo>
                    <a:pt x="3817458" y="875764"/>
                  </a:lnTo>
                  <a:lnTo>
                    <a:pt x="3780555" y="874644"/>
                  </a:lnTo>
                  <a:lnTo>
                    <a:pt x="3726718" y="872814"/>
                  </a:lnTo>
                  <a:lnTo>
                    <a:pt x="3657358" y="870156"/>
                  </a:lnTo>
                  <a:lnTo>
                    <a:pt x="3575819" y="866607"/>
                  </a:lnTo>
                  <a:lnTo>
                    <a:pt x="3486523" y="862152"/>
                  </a:lnTo>
                  <a:lnTo>
                    <a:pt x="3394011" y="856804"/>
                  </a:lnTo>
                  <a:lnTo>
                    <a:pt x="3302201" y="850585"/>
                  </a:lnTo>
                  <a:lnTo>
                    <a:pt x="3213984" y="843503"/>
                  </a:lnTo>
                  <a:lnTo>
                    <a:pt x="3131149" y="835533"/>
                  </a:lnTo>
                  <a:lnTo>
                    <a:pt x="3054518" y="826615"/>
                  </a:lnTo>
                  <a:lnTo>
                    <a:pt x="2984178" y="816648"/>
                  </a:lnTo>
                  <a:lnTo>
                    <a:pt x="2919707" y="805491"/>
                  </a:lnTo>
                  <a:lnTo>
                    <a:pt x="2860373" y="792969"/>
                  </a:lnTo>
                  <a:lnTo>
                    <a:pt x="2805275" y="778882"/>
                  </a:lnTo>
                  <a:lnTo>
                    <a:pt x="2753457" y="763027"/>
                  </a:lnTo>
                  <a:lnTo>
                    <a:pt x="2703993" y="745229"/>
                  </a:lnTo>
                  <a:lnTo>
                    <a:pt x="2667772" y="730475"/>
                  </a:lnTo>
                  <a:lnTo>
                    <a:pt x="2619030" y="708377"/>
                  </a:lnTo>
                  <a:lnTo>
                    <a:pt x="2570762" y="684056"/>
                  </a:lnTo>
                  <a:lnTo>
                    <a:pt x="2522480" y="657477"/>
                  </a:lnTo>
                  <a:lnTo>
                    <a:pt x="2473850" y="628681"/>
                  </a:lnTo>
                  <a:lnTo>
                    <a:pt x="2424670" y="597791"/>
                  </a:lnTo>
                  <a:lnTo>
                    <a:pt x="2374857" y="565019"/>
                  </a:lnTo>
                  <a:lnTo>
                    <a:pt x="2324427" y="530663"/>
                  </a:lnTo>
                  <a:lnTo>
                    <a:pt x="2273487" y="495101"/>
                  </a:lnTo>
                  <a:lnTo>
                    <a:pt x="2222206" y="458775"/>
                  </a:lnTo>
                  <a:lnTo>
                    <a:pt x="2170798" y="422169"/>
                  </a:lnTo>
                  <a:lnTo>
                    <a:pt x="2119490" y="385784"/>
                  </a:lnTo>
                  <a:lnTo>
                    <a:pt x="2068499" y="350106"/>
                  </a:lnTo>
                  <a:lnTo>
                    <a:pt x="2018001" y="315585"/>
                  </a:lnTo>
                  <a:lnTo>
                    <a:pt x="1968111" y="282606"/>
                  </a:lnTo>
                  <a:lnTo>
                    <a:pt x="1918858" y="251477"/>
                  </a:lnTo>
                  <a:lnTo>
                    <a:pt x="1870171" y="222423"/>
                  </a:lnTo>
                  <a:lnTo>
                    <a:pt x="1821862" y="195575"/>
                  </a:lnTo>
                  <a:lnTo>
                    <a:pt x="1773615" y="170984"/>
                  </a:lnTo>
                  <a:lnTo>
                    <a:pt x="1724960" y="148624"/>
                  </a:lnTo>
                  <a:lnTo>
                    <a:pt x="1719082" y="146095"/>
                  </a:lnTo>
                  <a:lnTo>
                    <a:pt x="1670849" y="126769"/>
                  </a:lnTo>
                  <a:lnTo>
                    <a:pt x="1620887" y="109462"/>
                  </a:lnTo>
                  <a:lnTo>
                    <a:pt x="1568350" y="94061"/>
                  </a:lnTo>
                  <a:lnTo>
                    <a:pt x="1512296" y="80379"/>
                  </a:lnTo>
                  <a:lnTo>
                    <a:pt x="1451776" y="68210"/>
                  </a:lnTo>
                  <a:lnTo>
                    <a:pt x="1385918" y="57361"/>
                  </a:lnTo>
                  <a:lnTo>
                    <a:pt x="1314052" y="47665"/>
                  </a:lnTo>
                  <a:lnTo>
                    <a:pt x="1235860" y="38988"/>
                  </a:lnTo>
                  <a:lnTo>
                    <a:pt x="1151589" y="31241"/>
                  </a:lnTo>
                  <a:lnTo>
                    <a:pt x="1062279" y="24372"/>
                  </a:lnTo>
                  <a:lnTo>
                    <a:pt x="969986" y="18366"/>
                  </a:lnTo>
                  <a:lnTo>
                    <a:pt x="877869" y="13236"/>
                  </a:lnTo>
                  <a:lnTo>
                    <a:pt x="790051" y="9003"/>
                  </a:lnTo>
                  <a:lnTo>
                    <a:pt x="711127" y="5677"/>
                  </a:lnTo>
                  <a:lnTo>
                    <a:pt x="645342" y="3231"/>
                  </a:lnTo>
                  <a:lnTo>
                    <a:pt x="595634" y="1589"/>
                  </a:lnTo>
                  <a:lnTo>
                    <a:pt x="562845" y="621"/>
                  </a:lnTo>
                  <a:lnTo>
                    <a:pt x="545373" y="157"/>
                  </a:lnTo>
                  <a:lnTo>
                    <a:pt x="539296" y="1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6" name="pg416"/>
            <p:cNvSpPr/>
            <p:nvPr/>
          </p:nvSpPr>
          <p:spPr>
            <a:xfrm>
              <a:off x="546595" y="1240465"/>
              <a:ext cx="8234974" cy="1061684"/>
            </a:xfrm>
            <a:custGeom>
              <a:avLst/>
              <a:pathLst>
                <a:path w="8234974" h="1061684">
                  <a:moveTo>
                    <a:pt x="0" y="5444"/>
                  </a:moveTo>
                  <a:lnTo>
                    <a:pt x="538736" y="5444"/>
                  </a:lnTo>
                  <a:lnTo>
                    <a:pt x="540024" y="5474"/>
                  </a:lnTo>
                  <a:lnTo>
                    <a:pt x="548426" y="5685"/>
                  </a:lnTo>
                  <a:lnTo>
                    <a:pt x="569380" y="6270"/>
                  </a:lnTo>
                  <a:lnTo>
                    <a:pt x="606265" y="7416"/>
                  </a:lnTo>
                  <a:lnTo>
                    <a:pt x="660078" y="9291"/>
                  </a:lnTo>
                  <a:lnTo>
                    <a:pt x="729410" y="12013"/>
                  </a:lnTo>
                  <a:lnTo>
                    <a:pt x="810921" y="15648"/>
                  </a:lnTo>
                  <a:lnTo>
                    <a:pt x="900193" y="20212"/>
                  </a:lnTo>
                  <a:lnTo>
                    <a:pt x="992685" y="25691"/>
                  </a:lnTo>
                  <a:lnTo>
                    <a:pt x="1084482" y="32061"/>
                  </a:lnTo>
                  <a:lnTo>
                    <a:pt x="1172691" y="39316"/>
                  </a:lnTo>
                  <a:lnTo>
                    <a:pt x="1255524" y="47481"/>
                  </a:lnTo>
                  <a:lnTo>
                    <a:pt x="1332156" y="56616"/>
                  </a:lnTo>
                  <a:lnTo>
                    <a:pt x="1402498" y="66826"/>
                  </a:lnTo>
                  <a:lnTo>
                    <a:pt x="1466972" y="78254"/>
                  </a:lnTo>
                  <a:lnTo>
                    <a:pt x="1526309" y="91081"/>
                  </a:lnTo>
                  <a:lnTo>
                    <a:pt x="1581408" y="105509"/>
                  </a:lnTo>
                  <a:lnTo>
                    <a:pt x="1633225" y="121749"/>
                  </a:lnTo>
                  <a:lnTo>
                    <a:pt x="1682686" y="139978"/>
                  </a:lnTo>
                  <a:lnTo>
                    <a:pt x="1719082" y="155169"/>
                  </a:lnTo>
                  <a:lnTo>
                    <a:pt x="1767659" y="177734"/>
                  </a:lnTo>
                  <a:lnTo>
                    <a:pt x="1815762" y="202562"/>
                  </a:lnTo>
                  <a:lnTo>
                    <a:pt x="1863877" y="229688"/>
                  </a:lnTo>
                  <a:lnTo>
                    <a:pt x="1912334" y="259072"/>
                  </a:lnTo>
                  <a:lnTo>
                    <a:pt x="1961336" y="290589"/>
                  </a:lnTo>
                  <a:lnTo>
                    <a:pt x="2010966" y="324026"/>
                  </a:lnTo>
                  <a:lnTo>
                    <a:pt x="2061210" y="359083"/>
                  </a:lnTo>
                  <a:lnTo>
                    <a:pt x="2111965" y="395378"/>
                  </a:lnTo>
                  <a:lnTo>
                    <a:pt x="2163062" y="432462"/>
                  </a:lnTo>
                  <a:lnTo>
                    <a:pt x="2214294" y="469848"/>
                  </a:lnTo>
                  <a:lnTo>
                    <a:pt x="2265433" y="507026"/>
                  </a:lnTo>
                  <a:lnTo>
                    <a:pt x="2316266" y="543502"/>
                  </a:lnTo>
                  <a:lnTo>
                    <a:pt x="2366614" y="578820"/>
                  </a:lnTo>
                  <a:lnTo>
                    <a:pt x="2416363" y="612583"/>
                  </a:lnTo>
                  <a:lnTo>
                    <a:pt x="2465478" y="644475"/>
                  </a:lnTo>
                  <a:lnTo>
                    <a:pt x="2514024" y="674267"/>
                  </a:lnTo>
                  <a:lnTo>
                    <a:pt x="2562181" y="701817"/>
                  </a:lnTo>
                  <a:lnTo>
                    <a:pt x="2610255" y="727071"/>
                  </a:lnTo>
                  <a:lnTo>
                    <a:pt x="2658700" y="750050"/>
                  </a:lnTo>
                  <a:lnTo>
                    <a:pt x="2667772" y="754067"/>
                  </a:lnTo>
                  <a:lnTo>
                    <a:pt x="2715996" y="773869"/>
                  </a:lnTo>
                  <a:lnTo>
                    <a:pt x="2765948" y="791603"/>
                  </a:lnTo>
                  <a:lnTo>
                    <a:pt x="2818474" y="807385"/>
                  </a:lnTo>
                  <a:lnTo>
                    <a:pt x="2874514" y="821406"/>
                  </a:lnTo>
                  <a:lnTo>
                    <a:pt x="2935019" y="833876"/>
                  </a:lnTo>
                  <a:lnTo>
                    <a:pt x="3000858" y="844993"/>
                  </a:lnTo>
                  <a:lnTo>
                    <a:pt x="3072703" y="854930"/>
                  </a:lnTo>
                  <a:lnTo>
                    <a:pt x="3150871" y="863822"/>
                  </a:lnTo>
                  <a:lnTo>
                    <a:pt x="3235117" y="871762"/>
                  </a:lnTo>
                  <a:lnTo>
                    <a:pt x="3324402" y="878802"/>
                  </a:lnTo>
                  <a:lnTo>
                    <a:pt x="3416675" y="884957"/>
                  </a:lnTo>
                  <a:lnTo>
                    <a:pt x="3508780" y="890216"/>
                  </a:lnTo>
                  <a:lnTo>
                    <a:pt x="3596596" y="894555"/>
                  </a:lnTo>
                  <a:lnTo>
                    <a:pt x="3675534" y="897966"/>
                  </a:lnTo>
                  <a:lnTo>
                    <a:pt x="3741347" y="900474"/>
                  </a:lnTo>
                  <a:lnTo>
                    <a:pt x="3791095" y="902159"/>
                  </a:lnTo>
                  <a:lnTo>
                    <a:pt x="3823930" y="903153"/>
                  </a:lnTo>
                  <a:lnTo>
                    <a:pt x="3841444" y="903629"/>
                  </a:lnTo>
                  <a:lnTo>
                    <a:pt x="3847551" y="903779"/>
                  </a:lnTo>
                  <a:lnTo>
                    <a:pt x="3848118" y="903792"/>
                  </a:lnTo>
                  <a:lnTo>
                    <a:pt x="4386855" y="903792"/>
                  </a:lnTo>
                  <a:lnTo>
                    <a:pt x="4388157" y="903797"/>
                  </a:lnTo>
                  <a:lnTo>
                    <a:pt x="4396654" y="903835"/>
                  </a:lnTo>
                  <a:lnTo>
                    <a:pt x="4417832" y="903939"/>
                  </a:lnTo>
                  <a:lnTo>
                    <a:pt x="4455090" y="904143"/>
                  </a:lnTo>
                  <a:lnTo>
                    <a:pt x="4509400" y="904476"/>
                  </a:lnTo>
                  <a:lnTo>
                    <a:pt x="4579301" y="904960"/>
                  </a:lnTo>
                  <a:lnTo>
                    <a:pt x="4661379" y="905605"/>
                  </a:lnTo>
                  <a:lnTo>
                    <a:pt x="4751152" y="906415"/>
                  </a:lnTo>
                  <a:lnTo>
                    <a:pt x="4844036" y="907387"/>
                  </a:lnTo>
                  <a:lnTo>
                    <a:pt x="4936100" y="908517"/>
                  </a:lnTo>
                  <a:lnTo>
                    <a:pt x="5024459" y="909803"/>
                  </a:lnTo>
                  <a:lnTo>
                    <a:pt x="5107346" y="911251"/>
                  </a:lnTo>
                  <a:lnTo>
                    <a:pt x="5183965" y="912872"/>
                  </a:lnTo>
                  <a:lnTo>
                    <a:pt x="5254259" y="914684"/>
                  </a:lnTo>
                  <a:lnTo>
                    <a:pt x="5318671" y="916713"/>
                  </a:lnTo>
                  <a:lnTo>
                    <a:pt x="5377956" y="918992"/>
                  </a:lnTo>
                  <a:lnTo>
                    <a:pt x="5433030" y="921557"/>
                  </a:lnTo>
                  <a:lnTo>
                    <a:pt x="5484859" y="924445"/>
                  </a:lnTo>
                  <a:lnTo>
                    <a:pt x="5534376" y="927688"/>
                  </a:lnTo>
                  <a:lnTo>
                    <a:pt x="5567201" y="930107"/>
                  </a:lnTo>
                  <a:lnTo>
                    <a:pt x="5619836" y="934425"/>
                  </a:lnTo>
                  <a:lnTo>
                    <a:pt x="5671967" y="939211"/>
                  </a:lnTo>
                  <a:lnTo>
                    <a:pt x="5724186" y="944472"/>
                  </a:lnTo>
                  <a:lnTo>
                    <a:pt x="5776880" y="950193"/>
                  </a:lnTo>
                  <a:lnTo>
                    <a:pt x="5830259" y="956343"/>
                  </a:lnTo>
                  <a:lnTo>
                    <a:pt x="5884381" y="962865"/>
                  </a:lnTo>
                  <a:lnTo>
                    <a:pt x="5939174" y="969683"/>
                  </a:lnTo>
                  <a:lnTo>
                    <a:pt x="5994457" y="976704"/>
                  </a:lnTo>
                  <a:lnTo>
                    <a:pt x="6049981" y="983820"/>
                  </a:lnTo>
                  <a:lnTo>
                    <a:pt x="6105462" y="990919"/>
                  </a:lnTo>
                  <a:lnTo>
                    <a:pt x="6160620" y="997889"/>
                  </a:lnTo>
                  <a:lnTo>
                    <a:pt x="6215223" y="1004627"/>
                  </a:lnTo>
                  <a:lnTo>
                    <a:pt x="6269122" y="1011043"/>
                  </a:lnTo>
                  <a:lnTo>
                    <a:pt x="6322281" y="1017067"/>
                  </a:lnTo>
                  <a:lnTo>
                    <a:pt x="6374800" y="1022651"/>
                  </a:lnTo>
                  <a:lnTo>
                    <a:pt x="6426943" y="1027768"/>
                  </a:lnTo>
                  <a:lnTo>
                    <a:pt x="6479154" y="1032411"/>
                  </a:lnTo>
                  <a:lnTo>
                    <a:pt x="6515891" y="1035368"/>
                  </a:lnTo>
                  <a:lnTo>
                    <a:pt x="6564305" y="1038862"/>
                  </a:lnTo>
                  <a:lnTo>
                    <a:pt x="6614463" y="1041988"/>
                  </a:lnTo>
                  <a:lnTo>
                    <a:pt x="6667222" y="1044770"/>
                  </a:lnTo>
                  <a:lnTo>
                    <a:pt x="6723534" y="1047240"/>
                  </a:lnTo>
                  <a:lnTo>
                    <a:pt x="6784360" y="1049435"/>
                  </a:lnTo>
                  <a:lnTo>
                    <a:pt x="6850577" y="1051392"/>
                  </a:lnTo>
                  <a:lnTo>
                    <a:pt x="6922858" y="1053141"/>
                  </a:lnTo>
                  <a:lnTo>
                    <a:pt x="7001513" y="1054704"/>
                  </a:lnTo>
                  <a:lnTo>
                    <a:pt x="7086273" y="1056100"/>
                  </a:lnTo>
                  <a:lnTo>
                    <a:pt x="7176057" y="1057336"/>
                  </a:lnTo>
                  <a:lnTo>
                    <a:pt x="7268749" y="1058416"/>
                  </a:lnTo>
                  <a:lnTo>
                    <a:pt x="7361110" y="1059337"/>
                  </a:lnTo>
                  <a:lnTo>
                    <a:pt x="7448941" y="1060094"/>
                  </a:lnTo>
                  <a:lnTo>
                    <a:pt x="7527593" y="1060688"/>
                  </a:lnTo>
                  <a:lnTo>
                    <a:pt x="7592816" y="1061122"/>
                  </a:lnTo>
                  <a:lnTo>
                    <a:pt x="7641737" y="1061411"/>
                  </a:lnTo>
                  <a:lnTo>
                    <a:pt x="7673642" y="1061579"/>
                  </a:lnTo>
                  <a:lnTo>
                    <a:pt x="7690301" y="1061658"/>
                  </a:lnTo>
                  <a:lnTo>
                    <a:pt x="7695818" y="1061682"/>
                  </a:lnTo>
                  <a:lnTo>
                    <a:pt x="7696237" y="1061684"/>
                  </a:lnTo>
                  <a:lnTo>
                    <a:pt x="8234974" y="1061684"/>
                  </a:lnTo>
                  <a:lnTo>
                    <a:pt x="8234974" y="1056239"/>
                  </a:lnTo>
                  <a:lnTo>
                    <a:pt x="7696237" y="1056239"/>
                  </a:lnTo>
                  <a:lnTo>
                    <a:pt x="7694935" y="1056234"/>
                  </a:lnTo>
                  <a:lnTo>
                    <a:pt x="7686439" y="1056196"/>
                  </a:lnTo>
                  <a:lnTo>
                    <a:pt x="7665260" y="1056092"/>
                  </a:lnTo>
                  <a:lnTo>
                    <a:pt x="7628003" y="1055888"/>
                  </a:lnTo>
                  <a:lnTo>
                    <a:pt x="7573692" y="1055555"/>
                  </a:lnTo>
                  <a:lnTo>
                    <a:pt x="7503791" y="1055072"/>
                  </a:lnTo>
                  <a:lnTo>
                    <a:pt x="7421713" y="1054426"/>
                  </a:lnTo>
                  <a:lnTo>
                    <a:pt x="7331940" y="1053616"/>
                  </a:lnTo>
                  <a:lnTo>
                    <a:pt x="7239056" y="1052644"/>
                  </a:lnTo>
                  <a:lnTo>
                    <a:pt x="7146993" y="1051515"/>
                  </a:lnTo>
                  <a:lnTo>
                    <a:pt x="7058634" y="1050228"/>
                  </a:lnTo>
                  <a:lnTo>
                    <a:pt x="6975746" y="1048780"/>
                  </a:lnTo>
                  <a:lnTo>
                    <a:pt x="6899127" y="1047160"/>
                  </a:lnTo>
                  <a:lnTo>
                    <a:pt x="6828834" y="1045348"/>
                  </a:lnTo>
                  <a:lnTo>
                    <a:pt x="6764422" y="1043318"/>
                  </a:lnTo>
                  <a:lnTo>
                    <a:pt x="6705136" y="1041039"/>
                  </a:lnTo>
                  <a:lnTo>
                    <a:pt x="6650062" y="1038474"/>
                  </a:lnTo>
                  <a:lnTo>
                    <a:pt x="6598233" y="1035586"/>
                  </a:lnTo>
                  <a:lnTo>
                    <a:pt x="6548717" y="1032343"/>
                  </a:lnTo>
                  <a:lnTo>
                    <a:pt x="6515891" y="1029924"/>
                  </a:lnTo>
                  <a:lnTo>
                    <a:pt x="6463256" y="1025606"/>
                  </a:lnTo>
                  <a:lnTo>
                    <a:pt x="6411125" y="1020820"/>
                  </a:lnTo>
                  <a:lnTo>
                    <a:pt x="6358906" y="1015560"/>
                  </a:lnTo>
                  <a:lnTo>
                    <a:pt x="6306213" y="1009838"/>
                  </a:lnTo>
                  <a:lnTo>
                    <a:pt x="6252834" y="1003688"/>
                  </a:lnTo>
                  <a:lnTo>
                    <a:pt x="6198711" y="997167"/>
                  </a:lnTo>
                  <a:lnTo>
                    <a:pt x="6143919" y="990348"/>
                  </a:lnTo>
                  <a:lnTo>
                    <a:pt x="6088635" y="983328"/>
                  </a:lnTo>
                  <a:lnTo>
                    <a:pt x="6033111" y="976211"/>
                  </a:lnTo>
                  <a:lnTo>
                    <a:pt x="5977631" y="969112"/>
                  </a:lnTo>
                  <a:lnTo>
                    <a:pt x="5922473" y="962142"/>
                  </a:lnTo>
                  <a:lnTo>
                    <a:pt x="5867869" y="955404"/>
                  </a:lnTo>
                  <a:lnTo>
                    <a:pt x="5813970" y="948988"/>
                  </a:lnTo>
                  <a:lnTo>
                    <a:pt x="5760812" y="942964"/>
                  </a:lnTo>
                  <a:lnTo>
                    <a:pt x="5708293" y="937380"/>
                  </a:lnTo>
                  <a:lnTo>
                    <a:pt x="5656150" y="932263"/>
                  </a:lnTo>
                  <a:lnTo>
                    <a:pt x="5603939" y="927621"/>
                  </a:lnTo>
                  <a:lnTo>
                    <a:pt x="5567201" y="924663"/>
                  </a:lnTo>
                  <a:lnTo>
                    <a:pt x="5518788" y="921170"/>
                  </a:lnTo>
                  <a:lnTo>
                    <a:pt x="5468629" y="918043"/>
                  </a:lnTo>
                  <a:lnTo>
                    <a:pt x="5415870" y="915262"/>
                  </a:lnTo>
                  <a:lnTo>
                    <a:pt x="5359558" y="912792"/>
                  </a:lnTo>
                  <a:lnTo>
                    <a:pt x="5298732" y="910596"/>
                  </a:lnTo>
                  <a:lnTo>
                    <a:pt x="5232516" y="908639"/>
                  </a:lnTo>
                  <a:lnTo>
                    <a:pt x="5160234" y="906891"/>
                  </a:lnTo>
                  <a:lnTo>
                    <a:pt x="5081580" y="905327"/>
                  </a:lnTo>
                  <a:lnTo>
                    <a:pt x="4996819" y="903931"/>
                  </a:lnTo>
                  <a:lnTo>
                    <a:pt x="4907036" y="902695"/>
                  </a:lnTo>
                  <a:lnTo>
                    <a:pt x="4814344" y="901615"/>
                  </a:lnTo>
                  <a:lnTo>
                    <a:pt x="4721982" y="900695"/>
                  </a:lnTo>
                  <a:lnTo>
                    <a:pt x="4634151" y="899937"/>
                  </a:lnTo>
                  <a:lnTo>
                    <a:pt x="4555500" y="899344"/>
                  </a:lnTo>
                  <a:lnTo>
                    <a:pt x="4490277" y="898910"/>
                  </a:lnTo>
                  <a:lnTo>
                    <a:pt x="4441355" y="898621"/>
                  </a:lnTo>
                  <a:lnTo>
                    <a:pt x="4409450" y="898452"/>
                  </a:lnTo>
                  <a:lnTo>
                    <a:pt x="4392791" y="898373"/>
                  </a:lnTo>
                  <a:lnTo>
                    <a:pt x="4387275" y="898349"/>
                  </a:lnTo>
                  <a:lnTo>
                    <a:pt x="4386855" y="898348"/>
                  </a:lnTo>
                  <a:lnTo>
                    <a:pt x="3848118" y="898348"/>
                  </a:lnTo>
                  <a:lnTo>
                    <a:pt x="3846831" y="898318"/>
                  </a:lnTo>
                  <a:lnTo>
                    <a:pt x="3838428" y="898107"/>
                  </a:lnTo>
                  <a:lnTo>
                    <a:pt x="3817474" y="897522"/>
                  </a:lnTo>
                  <a:lnTo>
                    <a:pt x="3780589" y="896375"/>
                  </a:lnTo>
                  <a:lnTo>
                    <a:pt x="3726777" y="894501"/>
                  </a:lnTo>
                  <a:lnTo>
                    <a:pt x="3657444" y="891779"/>
                  </a:lnTo>
                  <a:lnTo>
                    <a:pt x="3575934" y="888143"/>
                  </a:lnTo>
                  <a:lnTo>
                    <a:pt x="3486662" y="883579"/>
                  </a:lnTo>
                  <a:lnTo>
                    <a:pt x="3394169" y="878101"/>
                  </a:lnTo>
                  <a:lnTo>
                    <a:pt x="3302373" y="871731"/>
                  </a:lnTo>
                  <a:lnTo>
                    <a:pt x="3214163" y="864475"/>
                  </a:lnTo>
                  <a:lnTo>
                    <a:pt x="3131330" y="856311"/>
                  </a:lnTo>
                  <a:lnTo>
                    <a:pt x="3054699" y="847176"/>
                  </a:lnTo>
                  <a:lnTo>
                    <a:pt x="2984357" y="836966"/>
                  </a:lnTo>
                  <a:lnTo>
                    <a:pt x="2919883" y="825538"/>
                  </a:lnTo>
                  <a:lnTo>
                    <a:pt x="2860546" y="812711"/>
                  </a:lnTo>
                  <a:lnTo>
                    <a:pt x="2805446" y="798282"/>
                  </a:lnTo>
                  <a:lnTo>
                    <a:pt x="2753629" y="782042"/>
                  </a:lnTo>
                  <a:lnTo>
                    <a:pt x="2704168" y="763813"/>
                  </a:lnTo>
                  <a:lnTo>
                    <a:pt x="2667772" y="748623"/>
                  </a:lnTo>
                  <a:lnTo>
                    <a:pt x="2619196" y="726058"/>
                  </a:lnTo>
                  <a:lnTo>
                    <a:pt x="2571092" y="701230"/>
                  </a:lnTo>
                  <a:lnTo>
                    <a:pt x="2522978" y="674104"/>
                  </a:lnTo>
                  <a:lnTo>
                    <a:pt x="2474521" y="644720"/>
                  </a:lnTo>
                  <a:lnTo>
                    <a:pt x="2425519" y="613203"/>
                  </a:lnTo>
                  <a:lnTo>
                    <a:pt x="2375888" y="579765"/>
                  </a:lnTo>
                  <a:lnTo>
                    <a:pt x="2325645" y="544708"/>
                  </a:lnTo>
                  <a:lnTo>
                    <a:pt x="2274890" y="508414"/>
                  </a:lnTo>
                  <a:lnTo>
                    <a:pt x="2223792" y="471329"/>
                  </a:lnTo>
                  <a:lnTo>
                    <a:pt x="2172561" y="433944"/>
                  </a:lnTo>
                  <a:lnTo>
                    <a:pt x="2121421" y="396766"/>
                  </a:lnTo>
                  <a:lnTo>
                    <a:pt x="2070589" y="360289"/>
                  </a:lnTo>
                  <a:lnTo>
                    <a:pt x="2020241" y="324972"/>
                  </a:lnTo>
                  <a:lnTo>
                    <a:pt x="1970492" y="291209"/>
                  </a:lnTo>
                  <a:lnTo>
                    <a:pt x="1921377" y="259316"/>
                  </a:lnTo>
                  <a:lnTo>
                    <a:pt x="1872830" y="229525"/>
                  </a:lnTo>
                  <a:lnTo>
                    <a:pt x="1824673" y="201975"/>
                  </a:lnTo>
                  <a:lnTo>
                    <a:pt x="1776599" y="176721"/>
                  </a:lnTo>
                  <a:lnTo>
                    <a:pt x="1728155" y="153742"/>
                  </a:lnTo>
                  <a:lnTo>
                    <a:pt x="1719082" y="149724"/>
                  </a:lnTo>
                  <a:lnTo>
                    <a:pt x="1670858" y="129922"/>
                  </a:lnTo>
                  <a:lnTo>
                    <a:pt x="1620906" y="112188"/>
                  </a:lnTo>
                  <a:lnTo>
                    <a:pt x="1568380" y="96406"/>
                  </a:lnTo>
                  <a:lnTo>
                    <a:pt x="1512340" y="82386"/>
                  </a:lnTo>
                  <a:lnTo>
                    <a:pt x="1451835" y="69916"/>
                  </a:lnTo>
                  <a:lnTo>
                    <a:pt x="1385996" y="58799"/>
                  </a:lnTo>
                  <a:lnTo>
                    <a:pt x="1314151" y="48861"/>
                  </a:lnTo>
                  <a:lnTo>
                    <a:pt x="1235984" y="39970"/>
                  </a:lnTo>
                  <a:lnTo>
                    <a:pt x="1151737" y="32030"/>
                  </a:lnTo>
                  <a:lnTo>
                    <a:pt x="1062453" y="24990"/>
                  </a:lnTo>
                  <a:lnTo>
                    <a:pt x="970179" y="18835"/>
                  </a:lnTo>
                  <a:lnTo>
                    <a:pt x="878075" y="13576"/>
                  </a:lnTo>
                  <a:lnTo>
                    <a:pt x="790259" y="9237"/>
                  </a:lnTo>
                  <a:lnTo>
                    <a:pt x="711321" y="5826"/>
                  </a:lnTo>
                  <a:lnTo>
                    <a:pt x="645507" y="3317"/>
                  </a:lnTo>
                  <a:lnTo>
                    <a:pt x="595759" y="1632"/>
                  </a:lnTo>
                  <a:lnTo>
                    <a:pt x="562925" y="639"/>
                  </a:lnTo>
                  <a:lnTo>
                    <a:pt x="545410" y="162"/>
                  </a:lnTo>
                  <a:lnTo>
                    <a:pt x="539304" y="1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17" name="pl417"/>
            <p:cNvSpPr/>
            <p:nvPr/>
          </p:nvSpPr>
          <p:spPr>
            <a:xfrm>
              <a:off x="546595" y="1245909"/>
              <a:ext cx="8234974" cy="1056239"/>
            </a:xfrm>
            <a:custGeom>
              <a:avLst/>
              <a:pathLst>
                <a:path w="8234974" h="1056239">
                  <a:moveTo>
                    <a:pt x="0" y="0"/>
                  </a:moveTo>
                  <a:lnTo>
                    <a:pt x="538736" y="0"/>
                  </a:lnTo>
                  <a:lnTo>
                    <a:pt x="540024" y="29"/>
                  </a:lnTo>
                  <a:lnTo>
                    <a:pt x="548426" y="240"/>
                  </a:lnTo>
                  <a:lnTo>
                    <a:pt x="569380" y="825"/>
                  </a:lnTo>
                  <a:lnTo>
                    <a:pt x="606265" y="1972"/>
                  </a:lnTo>
                  <a:lnTo>
                    <a:pt x="660078" y="3846"/>
                  </a:lnTo>
                  <a:lnTo>
                    <a:pt x="729410" y="6568"/>
                  </a:lnTo>
                  <a:lnTo>
                    <a:pt x="810921" y="10204"/>
                  </a:lnTo>
                  <a:lnTo>
                    <a:pt x="900193" y="14768"/>
                  </a:lnTo>
                  <a:lnTo>
                    <a:pt x="992685" y="20246"/>
                  </a:lnTo>
                  <a:lnTo>
                    <a:pt x="1084482" y="26616"/>
                  </a:lnTo>
                  <a:lnTo>
                    <a:pt x="1172691" y="33872"/>
                  </a:lnTo>
                  <a:lnTo>
                    <a:pt x="1255524" y="42036"/>
                  </a:lnTo>
                  <a:lnTo>
                    <a:pt x="1332156" y="51171"/>
                  </a:lnTo>
                  <a:lnTo>
                    <a:pt x="1402498" y="61381"/>
                  </a:lnTo>
                  <a:lnTo>
                    <a:pt x="1466972" y="72810"/>
                  </a:lnTo>
                  <a:lnTo>
                    <a:pt x="1526309" y="85636"/>
                  </a:lnTo>
                  <a:lnTo>
                    <a:pt x="1581408" y="100065"/>
                  </a:lnTo>
                  <a:lnTo>
                    <a:pt x="1633225" y="116305"/>
                  </a:lnTo>
                  <a:lnTo>
                    <a:pt x="1682686" y="134534"/>
                  </a:lnTo>
                  <a:lnTo>
                    <a:pt x="1719082" y="149724"/>
                  </a:lnTo>
                  <a:lnTo>
                    <a:pt x="1767659" y="172289"/>
                  </a:lnTo>
                  <a:lnTo>
                    <a:pt x="1815762" y="197117"/>
                  </a:lnTo>
                  <a:lnTo>
                    <a:pt x="1863877" y="224243"/>
                  </a:lnTo>
                  <a:lnTo>
                    <a:pt x="1912334" y="253627"/>
                  </a:lnTo>
                  <a:lnTo>
                    <a:pt x="1961336" y="285144"/>
                  </a:lnTo>
                  <a:lnTo>
                    <a:pt x="2010966" y="318582"/>
                  </a:lnTo>
                  <a:lnTo>
                    <a:pt x="2061210" y="353639"/>
                  </a:lnTo>
                  <a:lnTo>
                    <a:pt x="2111965" y="389933"/>
                  </a:lnTo>
                  <a:lnTo>
                    <a:pt x="2163062" y="427018"/>
                  </a:lnTo>
                  <a:lnTo>
                    <a:pt x="2214294" y="464403"/>
                  </a:lnTo>
                  <a:lnTo>
                    <a:pt x="2265433" y="501582"/>
                  </a:lnTo>
                  <a:lnTo>
                    <a:pt x="2316266" y="538058"/>
                  </a:lnTo>
                  <a:lnTo>
                    <a:pt x="2366614" y="573375"/>
                  </a:lnTo>
                  <a:lnTo>
                    <a:pt x="2416363" y="607139"/>
                  </a:lnTo>
                  <a:lnTo>
                    <a:pt x="2465478" y="639031"/>
                  </a:lnTo>
                  <a:lnTo>
                    <a:pt x="2514024" y="668822"/>
                  </a:lnTo>
                  <a:lnTo>
                    <a:pt x="2562181" y="696372"/>
                  </a:lnTo>
                  <a:lnTo>
                    <a:pt x="2610255" y="721626"/>
                  </a:lnTo>
                  <a:lnTo>
                    <a:pt x="2658700" y="744605"/>
                  </a:lnTo>
                  <a:lnTo>
                    <a:pt x="2667772" y="748623"/>
                  </a:lnTo>
                  <a:lnTo>
                    <a:pt x="2715996" y="768425"/>
                  </a:lnTo>
                  <a:lnTo>
                    <a:pt x="2765948" y="786159"/>
                  </a:lnTo>
                  <a:lnTo>
                    <a:pt x="2818474" y="801941"/>
                  </a:lnTo>
                  <a:lnTo>
                    <a:pt x="2874514" y="815962"/>
                  </a:lnTo>
                  <a:lnTo>
                    <a:pt x="2935019" y="828431"/>
                  </a:lnTo>
                  <a:lnTo>
                    <a:pt x="3000858" y="839549"/>
                  </a:lnTo>
                  <a:lnTo>
                    <a:pt x="3072703" y="849486"/>
                  </a:lnTo>
                  <a:lnTo>
                    <a:pt x="3150871" y="858378"/>
                  </a:lnTo>
                  <a:lnTo>
                    <a:pt x="3235117" y="866317"/>
                  </a:lnTo>
                  <a:lnTo>
                    <a:pt x="3324402" y="873357"/>
                  </a:lnTo>
                  <a:lnTo>
                    <a:pt x="3416675" y="879513"/>
                  </a:lnTo>
                  <a:lnTo>
                    <a:pt x="3508780" y="884771"/>
                  </a:lnTo>
                  <a:lnTo>
                    <a:pt x="3596596" y="889111"/>
                  </a:lnTo>
                  <a:lnTo>
                    <a:pt x="3675534" y="892521"/>
                  </a:lnTo>
                  <a:lnTo>
                    <a:pt x="3741347" y="895030"/>
                  </a:lnTo>
                  <a:lnTo>
                    <a:pt x="3791095" y="896715"/>
                  </a:lnTo>
                  <a:lnTo>
                    <a:pt x="3823930" y="897709"/>
                  </a:lnTo>
                  <a:lnTo>
                    <a:pt x="3841444" y="898185"/>
                  </a:lnTo>
                  <a:lnTo>
                    <a:pt x="3847551" y="898335"/>
                  </a:lnTo>
                  <a:lnTo>
                    <a:pt x="3848118" y="898348"/>
                  </a:lnTo>
                  <a:lnTo>
                    <a:pt x="4386855" y="898348"/>
                  </a:lnTo>
                  <a:lnTo>
                    <a:pt x="4388157" y="898353"/>
                  </a:lnTo>
                  <a:lnTo>
                    <a:pt x="4396654" y="898390"/>
                  </a:lnTo>
                  <a:lnTo>
                    <a:pt x="4417832" y="898494"/>
                  </a:lnTo>
                  <a:lnTo>
                    <a:pt x="4455090" y="898698"/>
                  </a:lnTo>
                  <a:lnTo>
                    <a:pt x="4509400" y="899032"/>
                  </a:lnTo>
                  <a:lnTo>
                    <a:pt x="4579301" y="899515"/>
                  </a:lnTo>
                  <a:lnTo>
                    <a:pt x="4661379" y="900161"/>
                  </a:lnTo>
                  <a:lnTo>
                    <a:pt x="4751152" y="900971"/>
                  </a:lnTo>
                  <a:lnTo>
                    <a:pt x="4844036" y="901943"/>
                  </a:lnTo>
                  <a:lnTo>
                    <a:pt x="4936100" y="903072"/>
                  </a:lnTo>
                  <a:lnTo>
                    <a:pt x="5024459" y="904359"/>
                  </a:lnTo>
                  <a:lnTo>
                    <a:pt x="5107346" y="905807"/>
                  </a:lnTo>
                  <a:lnTo>
                    <a:pt x="5183965" y="907427"/>
                  </a:lnTo>
                  <a:lnTo>
                    <a:pt x="5254259" y="909239"/>
                  </a:lnTo>
                  <a:lnTo>
                    <a:pt x="5318671" y="911268"/>
                  </a:lnTo>
                  <a:lnTo>
                    <a:pt x="5377956" y="913548"/>
                  </a:lnTo>
                  <a:lnTo>
                    <a:pt x="5433030" y="916113"/>
                  </a:lnTo>
                  <a:lnTo>
                    <a:pt x="5484859" y="919001"/>
                  </a:lnTo>
                  <a:lnTo>
                    <a:pt x="5534376" y="922243"/>
                  </a:lnTo>
                  <a:lnTo>
                    <a:pt x="5567201" y="924663"/>
                  </a:lnTo>
                  <a:lnTo>
                    <a:pt x="5619836" y="928981"/>
                  </a:lnTo>
                  <a:lnTo>
                    <a:pt x="5671967" y="933767"/>
                  </a:lnTo>
                  <a:lnTo>
                    <a:pt x="5724186" y="939027"/>
                  </a:lnTo>
                  <a:lnTo>
                    <a:pt x="5776880" y="944749"/>
                  </a:lnTo>
                  <a:lnTo>
                    <a:pt x="5830259" y="950898"/>
                  </a:lnTo>
                  <a:lnTo>
                    <a:pt x="5884381" y="957420"/>
                  </a:lnTo>
                  <a:lnTo>
                    <a:pt x="5939174" y="964238"/>
                  </a:lnTo>
                  <a:lnTo>
                    <a:pt x="5994457" y="971259"/>
                  </a:lnTo>
                  <a:lnTo>
                    <a:pt x="6049981" y="978376"/>
                  </a:lnTo>
                  <a:lnTo>
                    <a:pt x="6105462" y="985475"/>
                  </a:lnTo>
                  <a:lnTo>
                    <a:pt x="6160620" y="992445"/>
                  </a:lnTo>
                  <a:lnTo>
                    <a:pt x="6215223" y="999182"/>
                  </a:lnTo>
                  <a:lnTo>
                    <a:pt x="6269122" y="1005598"/>
                  </a:lnTo>
                  <a:lnTo>
                    <a:pt x="6322281" y="1011623"/>
                  </a:lnTo>
                  <a:lnTo>
                    <a:pt x="6374800" y="1017207"/>
                  </a:lnTo>
                  <a:lnTo>
                    <a:pt x="6426943" y="1022324"/>
                  </a:lnTo>
                  <a:lnTo>
                    <a:pt x="6479154" y="1026966"/>
                  </a:lnTo>
                  <a:lnTo>
                    <a:pt x="6515891" y="1029924"/>
                  </a:lnTo>
                  <a:lnTo>
                    <a:pt x="6564305" y="1033417"/>
                  </a:lnTo>
                  <a:lnTo>
                    <a:pt x="6614463" y="1036544"/>
                  </a:lnTo>
                  <a:lnTo>
                    <a:pt x="6667222" y="1039325"/>
                  </a:lnTo>
                  <a:lnTo>
                    <a:pt x="6723534" y="1041795"/>
                  </a:lnTo>
                  <a:lnTo>
                    <a:pt x="6784360" y="1043991"/>
                  </a:lnTo>
                  <a:lnTo>
                    <a:pt x="6850577" y="1045948"/>
                  </a:lnTo>
                  <a:lnTo>
                    <a:pt x="6922858" y="1047696"/>
                  </a:lnTo>
                  <a:lnTo>
                    <a:pt x="7001513" y="1049260"/>
                  </a:lnTo>
                  <a:lnTo>
                    <a:pt x="7086273" y="1050655"/>
                  </a:lnTo>
                  <a:lnTo>
                    <a:pt x="7176057" y="1051892"/>
                  </a:lnTo>
                  <a:lnTo>
                    <a:pt x="7268749" y="1052971"/>
                  </a:lnTo>
                  <a:lnTo>
                    <a:pt x="7361110" y="1053892"/>
                  </a:lnTo>
                  <a:lnTo>
                    <a:pt x="7448941" y="1054650"/>
                  </a:lnTo>
                  <a:lnTo>
                    <a:pt x="7527593" y="1055243"/>
                  </a:lnTo>
                  <a:lnTo>
                    <a:pt x="7592816" y="1055677"/>
                  </a:lnTo>
                  <a:lnTo>
                    <a:pt x="7641737" y="1055966"/>
                  </a:lnTo>
                  <a:lnTo>
                    <a:pt x="7673642" y="1056135"/>
                  </a:lnTo>
                  <a:lnTo>
                    <a:pt x="7690301" y="1056214"/>
                  </a:lnTo>
                  <a:lnTo>
                    <a:pt x="7695818" y="1056237"/>
                  </a:lnTo>
                  <a:lnTo>
                    <a:pt x="7696237" y="1056239"/>
                  </a:lnTo>
                  <a:lnTo>
                    <a:pt x="8234974" y="10562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8" name="pl418"/>
            <p:cNvSpPr/>
            <p:nvPr/>
          </p:nvSpPr>
          <p:spPr>
            <a:xfrm>
              <a:off x="546595" y="1240465"/>
              <a:ext cx="8234974" cy="1056239"/>
            </a:xfrm>
            <a:custGeom>
              <a:avLst/>
              <a:pathLst>
                <a:path w="8234974" h="1056239">
                  <a:moveTo>
                    <a:pt x="8234974" y="1056239"/>
                  </a:moveTo>
                  <a:lnTo>
                    <a:pt x="7696237" y="1056239"/>
                  </a:lnTo>
                  <a:lnTo>
                    <a:pt x="7694935" y="1056234"/>
                  </a:lnTo>
                  <a:lnTo>
                    <a:pt x="7686439" y="1056196"/>
                  </a:lnTo>
                  <a:lnTo>
                    <a:pt x="7665260" y="1056092"/>
                  </a:lnTo>
                  <a:lnTo>
                    <a:pt x="7628003" y="1055888"/>
                  </a:lnTo>
                  <a:lnTo>
                    <a:pt x="7573692" y="1055555"/>
                  </a:lnTo>
                  <a:lnTo>
                    <a:pt x="7503791" y="1055072"/>
                  </a:lnTo>
                  <a:lnTo>
                    <a:pt x="7421713" y="1054426"/>
                  </a:lnTo>
                  <a:lnTo>
                    <a:pt x="7331940" y="1053616"/>
                  </a:lnTo>
                  <a:lnTo>
                    <a:pt x="7239056" y="1052644"/>
                  </a:lnTo>
                  <a:lnTo>
                    <a:pt x="7146993" y="1051515"/>
                  </a:lnTo>
                  <a:lnTo>
                    <a:pt x="7058634" y="1050228"/>
                  </a:lnTo>
                  <a:lnTo>
                    <a:pt x="6975746" y="1048780"/>
                  </a:lnTo>
                  <a:lnTo>
                    <a:pt x="6899127" y="1047160"/>
                  </a:lnTo>
                  <a:lnTo>
                    <a:pt x="6828834" y="1045348"/>
                  </a:lnTo>
                  <a:lnTo>
                    <a:pt x="6764422" y="1043318"/>
                  </a:lnTo>
                  <a:lnTo>
                    <a:pt x="6705136" y="1041039"/>
                  </a:lnTo>
                  <a:lnTo>
                    <a:pt x="6650062" y="1038474"/>
                  </a:lnTo>
                  <a:lnTo>
                    <a:pt x="6598233" y="1035586"/>
                  </a:lnTo>
                  <a:lnTo>
                    <a:pt x="6548717" y="1032343"/>
                  </a:lnTo>
                  <a:lnTo>
                    <a:pt x="6515891" y="1029924"/>
                  </a:lnTo>
                  <a:lnTo>
                    <a:pt x="6463256" y="1025606"/>
                  </a:lnTo>
                  <a:lnTo>
                    <a:pt x="6411125" y="1020820"/>
                  </a:lnTo>
                  <a:lnTo>
                    <a:pt x="6358906" y="1015560"/>
                  </a:lnTo>
                  <a:lnTo>
                    <a:pt x="6306213" y="1009838"/>
                  </a:lnTo>
                  <a:lnTo>
                    <a:pt x="6252834" y="1003688"/>
                  </a:lnTo>
                  <a:lnTo>
                    <a:pt x="6198711" y="997167"/>
                  </a:lnTo>
                  <a:lnTo>
                    <a:pt x="6143919" y="990348"/>
                  </a:lnTo>
                  <a:lnTo>
                    <a:pt x="6088635" y="983328"/>
                  </a:lnTo>
                  <a:lnTo>
                    <a:pt x="6033111" y="976211"/>
                  </a:lnTo>
                  <a:lnTo>
                    <a:pt x="5977631" y="969112"/>
                  </a:lnTo>
                  <a:lnTo>
                    <a:pt x="5922473" y="962142"/>
                  </a:lnTo>
                  <a:lnTo>
                    <a:pt x="5867869" y="955404"/>
                  </a:lnTo>
                  <a:lnTo>
                    <a:pt x="5813970" y="948988"/>
                  </a:lnTo>
                  <a:lnTo>
                    <a:pt x="5760812" y="942964"/>
                  </a:lnTo>
                  <a:lnTo>
                    <a:pt x="5708293" y="937380"/>
                  </a:lnTo>
                  <a:lnTo>
                    <a:pt x="5656150" y="932263"/>
                  </a:lnTo>
                  <a:lnTo>
                    <a:pt x="5603939" y="927621"/>
                  </a:lnTo>
                  <a:lnTo>
                    <a:pt x="5567201" y="924663"/>
                  </a:lnTo>
                  <a:lnTo>
                    <a:pt x="5518788" y="921170"/>
                  </a:lnTo>
                  <a:lnTo>
                    <a:pt x="5468629" y="918043"/>
                  </a:lnTo>
                  <a:lnTo>
                    <a:pt x="5415870" y="915262"/>
                  </a:lnTo>
                  <a:lnTo>
                    <a:pt x="5359558" y="912792"/>
                  </a:lnTo>
                  <a:lnTo>
                    <a:pt x="5298732" y="910596"/>
                  </a:lnTo>
                  <a:lnTo>
                    <a:pt x="5232516" y="908639"/>
                  </a:lnTo>
                  <a:lnTo>
                    <a:pt x="5160234" y="906891"/>
                  </a:lnTo>
                  <a:lnTo>
                    <a:pt x="5081580" y="905327"/>
                  </a:lnTo>
                  <a:lnTo>
                    <a:pt x="4996819" y="903931"/>
                  </a:lnTo>
                  <a:lnTo>
                    <a:pt x="4907036" y="902695"/>
                  </a:lnTo>
                  <a:lnTo>
                    <a:pt x="4814344" y="901615"/>
                  </a:lnTo>
                  <a:lnTo>
                    <a:pt x="4721982" y="900695"/>
                  </a:lnTo>
                  <a:lnTo>
                    <a:pt x="4634151" y="899937"/>
                  </a:lnTo>
                  <a:lnTo>
                    <a:pt x="4555500" y="899344"/>
                  </a:lnTo>
                  <a:lnTo>
                    <a:pt x="4490277" y="898910"/>
                  </a:lnTo>
                  <a:lnTo>
                    <a:pt x="4441355" y="898621"/>
                  </a:lnTo>
                  <a:lnTo>
                    <a:pt x="4409450" y="898452"/>
                  </a:lnTo>
                  <a:lnTo>
                    <a:pt x="4392791" y="898373"/>
                  </a:lnTo>
                  <a:lnTo>
                    <a:pt x="4387275" y="898349"/>
                  </a:lnTo>
                  <a:lnTo>
                    <a:pt x="4386855" y="898348"/>
                  </a:lnTo>
                  <a:lnTo>
                    <a:pt x="3848118" y="898348"/>
                  </a:lnTo>
                  <a:lnTo>
                    <a:pt x="3846831" y="898318"/>
                  </a:lnTo>
                  <a:lnTo>
                    <a:pt x="3838428" y="898107"/>
                  </a:lnTo>
                  <a:lnTo>
                    <a:pt x="3817474" y="897522"/>
                  </a:lnTo>
                  <a:lnTo>
                    <a:pt x="3780589" y="896375"/>
                  </a:lnTo>
                  <a:lnTo>
                    <a:pt x="3726777" y="894501"/>
                  </a:lnTo>
                  <a:lnTo>
                    <a:pt x="3657444" y="891779"/>
                  </a:lnTo>
                  <a:lnTo>
                    <a:pt x="3575934" y="888143"/>
                  </a:lnTo>
                  <a:lnTo>
                    <a:pt x="3486662" y="883579"/>
                  </a:lnTo>
                  <a:lnTo>
                    <a:pt x="3394169" y="878101"/>
                  </a:lnTo>
                  <a:lnTo>
                    <a:pt x="3302373" y="871731"/>
                  </a:lnTo>
                  <a:lnTo>
                    <a:pt x="3214163" y="864475"/>
                  </a:lnTo>
                  <a:lnTo>
                    <a:pt x="3131330" y="856311"/>
                  </a:lnTo>
                  <a:lnTo>
                    <a:pt x="3054699" y="847176"/>
                  </a:lnTo>
                  <a:lnTo>
                    <a:pt x="2984357" y="836966"/>
                  </a:lnTo>
                  <a:lnTo>
                    <a:pt x="2919883" y="825538"/>
                  </a:lnTo>
                  <a:lnTo>
                    <a:pt x="2860546" y="812711"/>
                  </a:lnTo>
                  <a:lnTo>
                    <a:pt x="2805446" y="798282"/>
                  </a:lnTo>
                  <a:lnTo>
                    <a:pt x="2753629" y="782042"/>
                  </a:lnTo>
                  <a:lnTo>
                    <a:pt x="2704168" y="763813"/>
                  </a:lnTo>
                  <a:lnTo>
                    <a:pt x="2667772" y="748623"/>
                  </a:lnTo>
                  <a:lnTo>
                    <a:pt x="2619196" y="726058"/>
                  </a:lnTo>
                  <a:lnTo>
                    <a:pt x="2571092" y="701230"/>
                  </a:lnTo>
                  <a:lnTo>
                    <a:pt x="2522978" y="674104"/>
                  </a:lnTo>
                  <a:lnTo>
                    <a:pt x="2474521" y="644720"/>
                  </a:lnTo>
                  <a:lnTo>
                    <a:pt x="2425519" y="613203"/>
                  </a:lnTo>
                  <a:lnTo>
                    <a:pt x="2375888" y="579765"/>
                  </a:lnTo>
                  <a:lnTo>
                    <a:pt x="2325645" y="544708"/>
                  </a:lnTo>
                  <a:lnTo>
                    <a:pt x="2274890" y="508414"/>
                  </a:lnTo>
                  <a:lnTo>
                    <a:pt x="2223792" y="471329"/>
                  </a:lnTo>
                  <a:lnTo>
                    <a:pt x="2172561" y="433944"/>
                  </a:lnTo>
                  <a:lnTo>
                    <a:pt x="2121421" y="396766"/>
                  </a:lnTo>
                  <a:lnTo>
                    <a:pt x="2070589" y="360289"/>
                  </a:lnTo>
                  <a:lnTo>
                    <a:pt x="2020241" y="324972"/>
                  </a:lnTo>
                  <a:lnTo>
                    <a:pt x="1970492" y="291209"/>
                  </a:lnTo>
                  <a:lnTo>
                    <a:pt x="1921377" y="259316"/>
                  </a:lnTo>
                  <a:lnTo>
                    <a:pt x="1872830" y="229525"/>
                  </a:lnTo>
                  <a:lnTo>
                    <a:pt x="1824673" y="201975"/>
                  </a:lnTo>
                  <a:lnTo>
                    <a:pt x="1776599" y="176721"/>
                  </a:lnTo>
                  <a:lnTo>
                    <a:pt x="1728155" y="153742"/>
                  </a:lnTo>
                  <a:lnTo>
                    <a:pt x="1719082" y="149724"/>
                  </a:lnTo>
                  <a:lnTo>
                    <a:pt x="1670858" y="129922"/>
                  </a:lnTo>
                  <a:lnTo>
                    <a:pt x="1620906" y="112188"/>
                  </a:lnTo>
                  <a:lnTo>
                    <a:pt x="1568380" y="96406"/>
                  </a:lnTo>
                  <a:lnTo>
                    <a:pt x="1512340" y="82386"/>
                  </a:lnTo>
                  <a:lnTo>
                    <a:pt x="1451835" y="69916"/>
                  </a:lnTo>
                  <a:lnTo>
                    <a:pt x="1385996" y="58799"/>
                  </a:lnTo>
                  <a:lnTo>
                    <a:pt x="1314151" y="48861"/>
                  </a:lnTo>
                  <a:lnTo>
                    <a:pt x="1235984" y="39970"/>
                  </a:lnTo>
                  <a:lnTo>
                    <a:pt x="1151737" y="32030"/>
                  </a:lnTo>
                  <a:lnTo>
                    <a:pt x="1062453" y="24990"/>
                  </a:lnTo>
                  <a:lnTo>
                    <a:pt x="970179" y="18835"/>
                  </a:lnTo>
                  <a:lnTo>
                    <a:pt x="878075" y="13576"/>
                  </a:lnTo>
                  <a:lnTo>
                    <a:pt x="790259" y="9237"/>
                  </a:lnTo>
                  <a:lnTo>
                    <a:pt x="711321" y="5826"/>
                  </a:lnTo>
                  <a:lnTo>
                    <a:pt x="645507" y="3317"/>
                  </a:lnTo>
                  <a:lnTo>
                    <a:pt x="595759" y="1632"/>
                  </a:lnTo>
                  <a:lnTo>
                    <a:pt x="562925" y="639"/>
                  </a:lnTo>
                  <a:lnTo>
                    <a:pt x="545410" y="162"/>
                  </a:lnTo>
                  <a:lnTo>
                    <a:pt x="539304" y="1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9" name="pg419"/>
            <p:cNvSpPr/>
            <p:nvPr/>
          </p:nvSpPr>
          <p:spPr>
            <a:xfrm>
              <a:off x="546595" y="1245909"/>
              <a:ext cx="8234974" cy="2450040"/>
            </a:xfrm>
            <a:custGeom>
              <a:avLst/>
              <a:pathLst>
                <a:path w="8234974" h="2450040">
                  <a:moveTo>
                    <a:pt x="0" y="16333"/>
                  </a:moveTo>
                  <a:lnTo>
                    <a:pt x="538736" y="16333"/>
                  </a:lnTo>
                  <a:lnTo>
                    <a:pt x="540023" y="16363"/>
                  </a:lnTo>
                  <a:lnTo>
                    <a:pt x="548421" y="16580"/>
                  </a:lnTo>
                  <a:lnTo>
                    <a:pt x="569364" y="17178"/>
                  </a:lnTo>
                  <a:lnTo>
                    <a:pt x="606230" y="18352"/>
                  </a:lnTo>
                  <a:lnTo>
                    <a:pt x="660018" y="20271"/>
                  </a:lnTo>
                  <a:lnTo>
                    <a:pt x="729322" y="23058"/>
                  </a:lnTo>
                  <a:lnTo>
                    <a:pt x="810804" y="26779"/>
                  </a:lnTo>
                  <a:lnTo>
                    <a:pt x="900051" y="31452"/>
                  </a:lnTo>
                  <a:lnTo>
                    <a:pt x="992523" y="37060"/>
                  </a:lnTo>
                  <a:lnTo>
                    <a:pt x="1084306" y="43582"/>
                  </a:lnTo>
                  <a:lnTo>
                    <a:pt x="1172508" y="51010"/>
                  </a:lnTo>
                  <a:lnTo>
                    <a:pt x="1255338" y="59368"/>
                  </a:lnTo>
                  <a:lnTo>
                    <a:pt x="1331970" y="68720"/>
                  </a:lnTo>
                  <a:lnTo>
                    <a:pt x="1402315" y="79173"/>
                  </a:lnTo>
                  <a:lnTo>
                    <a:pt x="1466792" y="90872"/>
                  </a:lnTo>
                  <a:lnTo>
                    <a:pt x="1526132" y="104003"/>
                  </a:lnTo>
                  <a:lnTo>
                    <a:pt x="1581232" y="118773"/>
                  </a:lnTo>
                  <a:lnTo>
                    <a:pt x="1633049" y="135396"/>
                  </a:lnTo>
                  <a:lnTo>
                    <a:pt x="1682507" y="154056"/>
                  </a:lnTo>
                  <a:lnTo>
                    <a:pt x="1719082" y="169687"/>
                  </a:lnTo>
                  <a:lnTo>
                    <a:pt x="1767492" y="192715"/>
                  </a:lnTo>
                  <a:lnTo>
                    <a:pt x="1815429" y="218045"/>
                  </a:lnTo>
                  <a:lnTo>
                    <a:pt x="1863375" y="245712"/>
                  </a:lnTo>
                  <a:lnTo>
                    <a:pt x="1911659" y="275677"/>
                  </a:lnTo>
                  <a:lnTo>
                    <a:pt x="1960481" y="307814"/>
                  </a:lnTo>
                  <a:lnTo>
                    <a:pt x="2009928" y="341908"/>
                  </a:lnTo>
                  <a:lnTo>
                    <a:pt x="2059985" y="377658"/>
                  </a:lnTo>
                  <a:lnTo>
                    <a:pt x="2110552" y="414676"/>
                  </a:lnTo>
                  <a:lnTo>
                    <a:pt x="2161465" y="452511"/>
                  </a:lnTo>
                  <a:lnTo>
                    <a:pt x="2212519" y="490668"/>
                  </a:lnTo>
                  <a:lnTo>
                    <a:pt x="2263488" y="528633"/>
                  </a:lnTo>
                  <a:lnTo>
                    <a:pt x="2314160" y="565902"/>
                  </a:lnTo>
                  <a:lnTo>
                    <a:pt x="2364358" y="602011"/>
                  </a:lnTo>
                  <a:lnTo>
                    <a:pt x="2413963" y="636555"/>
                  </a:lnTo>
                  <a:lnTo>
                    <a:pt x="2462939" y="669209"/>
                  </a:lnTo>
                  <a:lnTo>
                    <a:pt x="2511345" y="699737"/>
                  </a:lnTo>
                  <a:lnTo>
                    <a:pt x="2559350" y="727990"/>
                  </a:lnTo>
                  <a:lnTo>
                    <a:pt x="2607251" y="753909"/>
                  </a:lnTo>
                  <a:lnTo>
                    <a:pt x="2655487" y="777510"/>
                  </a:lnTo>
                  <a:lnTo>
                    <a:pt x="2667772" y="783105"/>
                  </a:lnTo>
                  <a:lnTo>
                    <a:pt x="2715987" y="803383"/>
                  </a:lnTo>
                  <a:lnTo>
                    <a:pt x="2765929" y="821544"/>
                  </a:lnTo>
                  <a:lnTo>
                    <a:pt x="2818443" y="837707"/>
                  </a:lnTo>
                  <a:lnTo>
                    <a:pt x="2874469" y="852066"/>
                  </a:lnTo>
                  <a:lnTo>
                    <a:pt x="2934958" y="864836"/>
                  </a:lnTo>
                  <a:lnTo>
                    <a:pt x="3000778" y="876222"/>
                  </a:lnTo>
                  <a:lnTo>
                    <a:pt x="3072601" y="886400"/>
                  </a:lnTo>
                  <a:lnTo>
                    <a:pt x="3150745" y="895507"/>
                  </a:lnTo>
                  <a:lnTo>
                    <a:pt x="3234965" y="903639"/>
                  </a:lnTo>
                  <a:lnTo>
                    <a:pt x="3324225" y="910850"/>
                  </a:lnTo>
                  <a:lnTo>
                    <a:pt x="3416477" y="917155"/>
                  </a:lnTo>
                  <a:lnTo>
                    <a:pt x="3508568" y="922542"/>
                  </a:lnTo>
                  <a:lnTo>
                    <a:pt x="3596384" y="926988"/>
                  </a:lnTo>
                  <a:lnTo>
                    <a:pt x="3675335" y="930484"/>
                  </a:lnTo>
                  <a:lnTo>
                    <a:pt x="3741178" y="933055"/>
                  </a:lnTo>
                  <a:lnTo>
                    <a:pt x="3790967" y="934783"/>
                  </a:lnTo>
                  <a:lnTo>
                    <a:pt x="3823848" y="935802"/>
                  </a:lnTo>
                  <a:lnTo>
                    <a:pt x="3841406" y="936292"/>
                  </a:lnTo>
                  <a:lnTo>
                    <a:pt x="3847542" y="936446"/>
                  </a:lnTo>
                  <a:lnTo>
                    <a:pt x="3848118" y="936459"/>
                  </a:lnTo>
                  <a:lnTo>
                    <a:pt x="4386855" y="936459"/>
                  </a:lnTo>
                  <a:lnTo>
                    <a:pt x="4388116" y="936508"/>
                  </a:lnTo>
                  <a:lnTo>
                    <a:pt x="4396347" y="936857"/>
                  </a:lnTo>
                  <a:lnTo>
                    <a:pt x="4416891" y="937820"/>
                  </a:lnTo>
                  <a:lnTo>
                    <a:pt x="4453093" y="939711"/>
                  </a:lnTo>
                  <a:lnTo>
                    <a:pt x="4505991" y="942804"/>
                  </a:lnTo>
                  <a:lnTo>
                    <a:pt x="4574276" y="947299"/>
                  </a:lnTo>
                  <a:lnTo>
                    <a:pt x="4654737" y="953308"/>
                  </a:lnTo>
                  <a:lnTo>
                    <a:pt x="4743078" y="960860"/>
                  </a:lnTo>
                  <a:lnTo>
                    <a:pt x="4834837" y="969932"/>
                  </a:lnTo>
                  <a:lnTo>
                    <a:pt x="4926129" y="980488"/>
                  </a:lnTo>
                  <a:lnTo>
                    <a:pt x="5014051" y="992513"/>
                  </a:lnTo>
                  <a:lnTo>
                    <a:pt x="5096774" y="1006042"/>
                  </a:lnTo>
                  <a:lnTo>
                    <a:pt x="5173420" y="1021172"/>
                  </a:lnTo>
                  <a:lnTo>
                    <a:pt x="5243850" y="1038068"/>
                  </a:lnTo>
                  <a:lnTo>
                    <a:pt x="5308437" y="1056961"/>
                  </a:lnTo>
                  <a:lnTo>
                    <a:pt x="5367872" y="1078142"/>
                  </a:lnTo>
                  <a:lnTo>
                    <a:pt x="5423024" y="1101944"/>
                  </a:lnTo>
                  <a:lnTo>
                    <a:pt x="5474827" y="1128712"/>
                  </a:lnTo>
                  <a:lnTo>
                    <a:pt x="5524193" y="1158753"/>
                  </a:lnTo>
                  <a:lnTo>
                    <a:pt x="5567201" y="1188723"/>
                  </a:lnTo>
                  <a:lnTo>
                    <a:pt x="5610952" y="1222771"/>
                  </a:lnTo>
                  <a:lnTo>
                    <a:pt x="5654276" y="1259899"/>
                  </a:lnTo>
                  <a:lnTo>
                    <a:pt x="5697542" y="1300164"/>
                  </a:lnTo>
                  <a:lnTo>
                    <a:pt x="5741019" y="1343540"/>
                  </a:lnTo>
                  <a:lnTo>
                    <a:pt x="5784885" y="1389911"/>
                  </a:lnTo>
                  <a:lnTo>
                    <a:pt x="5829239" y="1439067"/>
                  </a:lnTo>
                  <a:lnTo>
                    <a:pt x="5874107" y="1490694"/>
                  </a:lnTo>
                  <a:lnTo>
                    <a:pt x="5919455" y="1544388"/>
                  </a:lnTo>
                  <a:lnTo>
                    <a:pt x="5965194" y="1599656"/>
                  </a:lnTo>
                  <a:lnTo>
                    <a:pt x="6011196" y="1655939"/>
                  </a:lnTo>
                  <a:lnTo>
                    <a:pt x="6057306" y="1712632"/>
                  </a:lnTo>
                  <a:lnTo>
                    <a:pt x="6103360" y="1769111"/>
                  </a:lnTo>
                  <a:lnTo>
                    <a:pt x="6149197" y="1824764"/>
                  </a:lnTo>
                  <a:lnTo>
                    <a:pt x="6194681" y="1879012"/>
                  </a:lnTo>
                  <a:lnTo>
                    <a:pt x="6239708" y="1931342"/>
                  </a:lnTo>
                  <a:lnTo>
                    <a:pt x="6284225" y="1981318"/>
                  </a:lnTo>
                  <a:lnTo>
                    <a:pt x="6328238" y="2028599"/>
                  </a:lnTo>
                  <a:lnTo>
                    <a:pt x="6371823" y="2072939"/>
                  </a:lnTo>
                  <a:lnTo>
                    <a:pt x="6415131" y="2114196"/>
                  </a:lnTo>
                  <a:lnTo>
                    <a:pt x="6458402" y="2152314"/>
                  </a:lnTo>
                  <a:lnTo>
                    <a:pt x="6501970" y="2187327"/>
                  </a:lnTo>
                  <a:lnTo>
                    <a:pt x="6515891" y="2197776"/>
                  </a:lnTo>
                  <a:lnTo>
                    <a:pt x="6563765" y="2230914"/>
                  </a:lnTo>
                  <a:lnTo>
                    <a:pt x="6613337" y="2260615"/>
                  </a:lnTo>
                  <a:lnTo>
                    <a:pt x="6665433" y="2287071"/>
                  </a:lnTo>
                  <a:lnTo>
                    <a:pt x="6720973" y="2310594"/>
                  </a:lnTo>
                  <a:lnTo>
                    <a:pt x="6780888" y="2331531"/>
                  </a:lnTo>
                  <a:lnTo>
                    <a:pt x="6846033" y="2350212"/>
                  </a:lnTo>
                  <a:lnTo>
                    <a:pt x="6917077" y="2366921"/>
                  </a:lnTo>
                  <a:lnTo>
                    <a:pt x="6994349" y="2381884"/>
                  </a:lnTo>
                  <a:lnTo>
                    <a:pt x="7077647" y="2395259"/>
                  </a:lnTo>
                  <a:lnTo>
                    <a:pt x="7166008" y="2407136"/>
                  </a:lnTo>
                  <a:lnTo>
                    <a:pt x="7257496" y="2417544"/>
                  </a:lnTo>
                  <a:lnTo>
                    <a:pt x="7349101" y="2426466"/>
                  </a:lnTo>
                  <a:lnTo>
                    <a:pt x="7436856" y="2433863"/>
                  </a:lnTo>
                  <a:lnTo>
                    <a:pt x="7516280" y="2439718"/>
                  </a:lnTo>
                  <a:lnTo>
                    <a:pt x="7583140" y="2444066"/>
                  </a:lnTo>
                  <a:lnTo>
                    <a:pt x="7634386" y="2447028"/>
                  </a:lnTo>
                  <a:lnTo>
                    <a:pt x="7668931" y="2448813"/>
                  </a:lnTo>
                  <a:lnTo>
                    <a:pt x="7688052" y="2449700"/>
                  </a:lnTo>
                  <a:lnTo>
                    <a:pt x="7695314" y="2450004"/>
                  </a:lnTo>
                  <a:lnTo>
                    <a:pt x="7696237" y="2450040"/>
                  </a:lnTo>
                  <a:lnTo>
                    <a:pt x="8234974" y="2450040"/>
                  </a:lnTo>
                  <a:lnTo>
                    <a:pt x="8234974" y="2433706"/>
                  </a:lnTo>
                  <a:lnTo>
                    <a:pt x="7696237" y="2433706"/>
                  </a:lnTo>
                  <a:lnTo>
                    <a:pt x="7694977" y="2433657"/>
                  </a:lnTo>
                  <a:lnTo>
                    <a:pt x="7686745" y="2433309"/>
                  </a:lnTo>
                  <a:lnTo>
                    <a:pt x="7666202" y="2432345"/>
                  </a:lnTo>
                  <a:lnTo>
                    <a:pt x="7629999" y="2430454"/>
                  </a:lnTo>
                  <a:lnTo>
                    <a:pt x="7577102" y="2427362"/>
                  </a:lnTo>
                  <a:lnTo>
                    <a:pt x="7508816" y="2422866"/>
                  </a:lnTo>
                  <a:lnTo>
                    <a:pt x="7428355" y="2416857"/>
                  </a:lnTo>
                  <a:lnTo>
                    <a:pt x="7340015" y="2409305"/>
                  </a:lnTo>
                  <a:lnTo>
                    <a:pt x="7248256" y="2400233"/>
                  </a:lnTo>
                  <a:lnTo>
                    <a:pt x="7156964" y="2389678"/>
                  </a:lnTo>
                  <a:lnTo>
                    <a:pt x="7069041" y="2377652"/>
                  </a:lnTo>
                  <a:lnTo>
                    <a:pt x="6986319" y="2364123"/>
                  </a:lnTo>
                  <a:lnTo>
                    <a:pt x="6909672" y="2348993"/>
                  </a:lnTo>
                  <a:lnTo>
                    <a:pt x="6839242" y="2332098"/>
                  </a:lnTo>
                  <a:lnTo>
                    <a:pt x="6774656" y="2313204"/>
                  </a:lnTo>
                  <a:lnTo>
                    <a:pt x="6715220" y="2292024"/>
                  </a:lnTo>
                  <a:lnTo>
                    <a:pt x="6660068" y="2268222"/>
                  </a:lnTo>
                  <a:lnTo>
                    <a:pt x="6608266" y="2241454"/>
                  </a:lnTo>
                  <a:lnTo>
                    <a:pt x="6558899" y="2211413"/>
                  </a:lnTo>
                  <a:lnTo>
                    <a:pt x="6515891" y="2181443"/>
                  </a:lnTo>
                  <a:lnTo>
                    <a:pt x="6472140" y="2147395"/>
                  </a:lnTo>
                  <a:lnTo>
                    <a:pt x="6428817" y="2110266"/>
                  </a:lnTo>
                  <a:lnTo>
                    <a:pt x="6385551" y="2070002"/>
                  </a:lnTo>
                  <a:lnTo>
                    <a:pt x="6342074" y="2026626"/>
                  </a:lnTo>
                  <a:lnTo>
                    <a:pt x="6298208" y="1980254"/>
                  </a:lnTo>
                  <a:lnTo>
                    <a:pt x="6253854" y="1931099"/>
                  </a:lnTo>
                  <a:lnTo>
                    <a:pt x="6208985" y="1879471"/>
                  </a:lnTo>
                  <a:lnTo>
                    <a:pt x="6163637" y="1825778"/>
                  </a:lnTo>
                  <a:lnTo>
                    <a:pt x="6117898" y="1770510"/>
                  </a:lnTo>
                  <a:lnTo>
                    <a:pt x="6071897" y="1714227"/>
                  </a:lnTo>
                  <a:lnTo>
                    <a:pt x="6025786" y="1657534"/>
                  </a:lnTo>
                  <a:lnTo>
                    <a:pt x="5979733" y="1601054"/>
                  </a:lnTo>
                  <a:lnTo>
                    <a:pt x="5933895" y="1545402"/>
                  </a:lnTo>
                  <a:lnTo>
                    <a:pt x="5888412" y="1491153"/>
                  </a:lnTo>
                  <a:lnTo>
                    <a:pt x="5843385" y="1438824"/>
                  </a:lnTo>
                  <a:lnTo>
                    <a:pt x="5798868" y="1388847"/>
                  </a:lnTo>
                  <a:lnTo>
                    <a:pt x="5754854" y="1341567"/>
                  </a:lnTo>
                  <a:lnTo>
                    <a:pt x="5711270" y="1297226"/>
                  </a:lnTo>
                  <a:lnTo>
                    <a:pt x="5667961" y="1255970"/>
                  </a:lnTo>
                  <a:lnTo>
                    <a:pt x="5624691" y="1217851"/>
                  </a:lnTo>
                  <a:lnTo>
                    <a:pt x="5581122" y="1182839"/>
                  </a:lnTo>
                  <a:lnTo>
                    <a:pt x="5567201" y="1172389"/>
                  </a:lnTo>
                  <a:lnTo>
                    <a:pt x="5519327" y="1139252"/>
                  </a:lnTo>
                  <a:lnTo>
                    <a:pt x="5469755" y="1109550"/>
                  </a:lnTo>
                  <a:lnTo>
                    <a:pt x="5417659" y="1083094"/>
                  </a:lnTo>
                  <a:lnTo>
                    <a:pt x="5362120" y="1059572"/>
                  </a:lnTo>
                  <a:lnTo>
                    <a:pt x="5302204" y="1038635"/>
                  </a:lnTo>
                  <a:lnTo>
                    <a:pt x="5237059" y="1019954"/>
                  </a:lnTo>
                  <a:lnTo>
                    <a:pt x="5166015" y="1003245"/>
                  </a:lnTo>
                  <a:lnTo>
                    <a:pt x="5088743" y="988282"/>
                  </a:lnTo>
                  <a:lnTo>
                    <a:pt x="5005445" y="974907"/>
                  </a:lnTo>
                  <a:lnTo>
                    <a:pt x="4917085" y="963029"/>
                  </a:lnTo>
                  <a:lnTo>
                    <a:pt x="4825597" y="952621"/>
                  </a:lnTo>
                  <a:lnTo>
                    <a:pt x="4733992" y="943700"/>
                  </a:lnTo>
                  <a:lnTo>
                    <a:pt x="4646236" y="936302"/>
                  </a:lnTo>
                  <a:lnTo>
                    <a:pt x="4566813" y="930448"/>
                  </a:lnTo>
                  <a:lnTo>
                    <a:pt x="4499952" y="926100"/>
                  </a:lnTo>
                  <a:lnTo>
                    <a:pt x="4448707" y="923138"/>
                  </a:lnTo>
                  <a:lnTo>
                    <a:pt x="4414162" y="921353"/>
                  </a:lnTo>
                  <a:lnTo>
                    <a:pt x="4395040" y="920466"/>
                  </a:lnTo>
                  <a:lnTo>
                    <a:pt x="4387779" y="920161"/>
                  </a:lnTo>
                  <a:lnTo>
                    <a:pt x="4386855" y="920126"/>
                  </a:lnTo>
                  <a:lnTo>
                    <a:pt x="3848118" y="920126"/>
                  </a:lnTo>
                  <a:lnTo>
                    <a:pt x="3846831" y="920095"/>
                  </a:lnTo>
                  <a:lnTo>
                    <a:pt x="3838434" y="919879"/>
                  </a:lnTo>
                  <a:lnTo>
                    <a:pt x="3817491" y="919281"/>
                  </a:lnTo>
                  <a:lnTo>
                    <a:pt x="3780625" y="918107"/>
                  </a:lnTo>
                  <a:lnTo>
                    <a:pt x="3726837" y="916188"/>
                  </a:lnTo>
                  <a:lnTo>
                    <a:pt x="3657533" y="913401"/>
                  </a:lnTo>
                  <a:lnTo>
                    <a:pt x="3576051" y="909680"/>
                  </a:lnTo>
                  <a:lnTo>
                    <a:pt x="3486804" y="905007"/>
                  </a:lnTo>
                  <a:lnTo>
                    <a:pt x="3394331" y="899399"/>
                  </a:lnTo>
                  <a:lnTo>
                    <a:pt x="3302548" y="892877"/>
                  </a:lnTo>
                  <a:lnTo>
                    <a:pt x="3214346" y="885449"/>
                  </a:lnTo>
                  <a:lnTo>
                    <a:pt x="3131516" y="877091"/>
                  </a:lnTo>
                  <a:lnTo>
                    <a:pt x="3054884" y="867738"/>
                  </a:lnTo>
                  <a:lnTo>
                    <a:pt x="2984540" y="857286"/>
                  </a:lnTo>
                  <a:lnTo>
                    <a:pt x="2920063" y="845587"/>
                  </a:lnTo>
                  <a:lnTo>
                    <a:pt x="2860723" y="832456"/>
                  </a:lnTo>
                  <a:lnTo>
                    <a:pt x="2805622" y="817686"/>
                  </a:lnTo>
                  <a:lnTo>
                    <a:pt x="2753806" y="801063"/>
                  </a:lnTo>
                  <a:lnTo>
                    <a:pt x="2704347" y="782403"/>
                  </a:lnTo>
                  <a:lnTo>
                    <a:pt x="2667772" y="766771"/>
                  </a:lnTo>
                  <a:lnTo>
                    <a:pt x="2619363" y="743744"/>
                  </a:lnTo>
                  <a:lnTo>
                    <a:pt x="2571425" y="718414"/>
                  </a:lnTo>
                  <a:lnTo>
                    <a:pt x="2523479" y="690747"/>
                  </a:lnTo>
                  <a:lnTo>
                    <a:pt x="2475196" y="660782"/>
                  </a:lnTo>
                  <a:lnTo>
                    <a:pt x="2426373" y="628645"/>
                  </a:lnTo>
                  <a:lnTo>
                    <a:pt x="2376927" y="594550"/>
                  </a:lnTo>
                  <a:lnTo>
                    <a:pt x="2326870" y="558801"/>
                  </a:lnTo>
                  <a:lnTo>
                    <a:pt x="2276303" y="521783"/>
                  </a:lnTo>
                  <a:lnTo>
                    <a:pt x="2225389" y="483947"/>
                  </a:lnTo>
                  <a:lnTo>
                    <a:pt x="2174336" y="445790"/>
                  </a:lnTo>
                  <a:lnTo>
                    <a:pt x="2123367" y="407826"/>
                  </a:lnTo>
                  <a:lnTo>
                    <a:pt x="2072694" y="370557"/>
                  </a:lnTo>
                  <a:lnTo>
                    <a:pt x="2022497" y="334448"/>
                  </a:lnTo>
                  <a:lnTo>
                    <a:pt x="1972891" y="299904"/>
                  </a:lnTo>
                  <a:lnTo>
                    <a:pt x="1923915" y="267250"/>
                  </a:lnTo>
                  <a:lnTo>
                    <a:pt x="1875510" y="236722"/>
                  </a:lnTo>
                  <a:lnTo>
                    <a:pt x="1827505" y="208469"/>
                  </a:lnTo>
                  <a:lnTo>
                    <a:pt x="1779604" y="182550"/>
                  </a:lnTo>
                  <a:lnTo>
                    <a:pt x="1731368" y="158949"/>
                  </a:lnTo>
                  <a:lnTo>
                    <a:pt x="1719082" y="153354"/>
                  </a:lnTo>
                  <a:lnTo>
                    <a:pt x="1670868" y="133076"/>
                  </a:lnTo>
                  <a:lnTo>
                    <a:pt x="1620926" y="114915"/>
                  </a:lnTo>
                  <a:lnTo>
                    <a:pt x="1568412" y="98752"/>
                  </a:lnTo>
                  <a:lnTo>
                    <a:pt x="1512385" y="84393"/>
                  </a:lnTo>
                  <a:lnTo>
                    <a:pt x="1451897" y="71623"/>
                  </a:lnTo>
                  <a:lnTo>
                    <a:pt x="1386076" y="60236"/>
                  </a:lnTo>
                  <a:lnTo>
                    <a:pt x="1314253" y="50059"/>
                  </a:lnTo>
                  <a:lnTo>
                    <a:pt x="1236110" y="40952"/>
                  </a:lnTo>
                  <a:lnTo>
                    <a:pt x="1151889" y="32820"/>
                  </a:lnTo>
                  <a:lnTo>
                    <a:pt x="1062630" y="25609"/>
                  </a:lnTo>
                  <a:lnTo>
                    <a:pt x="970377" y="19304"/>
                  </a:lnTo>
                  <a:lnTo>
                    <a:pt x="878286" y="13917"/>
                  </a:lnTo>
                  <a:lnTo>
                    <a:pt x="790471" y="9470"/>
                  </a:lnTo>
                  <a:lnTo>
                    <a:pt x="711519" y="5975"/>
                  </a:lnTo>
                  <a:lnTo>
                    <a:pt x="645677" y="3404"/>
                  </a:lnTo>
                  <a:lnTo>
                    <a:pt x="595887" y="1676"/>
                  </a:lnTo>
                  <a:lnTo>
                    <a:pt x="563006" y="656"/>
                  </a:lnTo>
                  <a:lnTo>
                    <a:pt x="545449" y="167"/>
                  </a:lnTo>
                  <a:lnTo>
                    <a:pt x="539312" y="1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20" name="pl420"/>
            <p:cNvSpPr/>
            <p:nvPr/>
          </p:nvSpPr>
          <p:spPr>
            <a:xfrm>
              <a:off x="546595" y="1262243"/>
              <a:ext cx="8234974" cy="2433706"/>
            </a:xfrm>
            <a:custGeom>
              <a:avLst/>
              <a:pathLst>
                <a:path w="8234974" h="2433706">
                  <a:moveTo>
                    <a:pt x="0" y="0"/>
                  </a:moveTo>
                  <a:lnTo>
                    <a:pt x="538736" y="0"/>
                  </a:lnTo>
                  <a:lnTo>
                    <a:pt x="540023" y="30"/>
                  </a:lnTo>
                  <a:lnTo>
                    <a:pt x="548421" y="246"/>
                  </a:lnTo>
                  <a:lnTo>
                    <a:pt x="569364" y="845"/>
                  </a:lnTo>
                  <a:lnTo>
                    <a:pt x="606230" y="2018"/>
                  </a:lnTo>
                  <a:lnTo>
                    <a:pt x="660018" y="3937"/>
                  </a:lnTo>
                  <a:lnTo>
                    <a:pt x="729322" y="6724"/>
                  </a:lnTo>
                  <a:lnTo>
                    <a:pt x="810804" y="10445"/>
                  </a:lnTo>
                  <a:lnTo>
                    <a:pt x="900051" y="15118"/>
                  </a:lnTo>
                  <a:lnTo>
                    <a:pt x="992523" y="20726"/>
                  </a:lnTo>
                  <a:lnTo>
                    <a:pt x="1084306" y="27248"/>
                  </a:lnTo>
                  <a:lnTo>
                    <a:pt x="1172508" y="34676"/>
                  </a:lnTo>
                  <a:lnTo>
                    <a:pt x="1255338" y="43035"/>
                  </a:lnTo>
                  <a:lnTo>
                    <a:pt x="1331970" y="52387"/>
                  </a:lnTo>
                  <a:lnTo>
                    <a:pt x="1402315" y="62839"/>
                  </a:lnTo>
                  <a:lnTo>
                    <a:pt x="1466792" y="74539"/>
                  </a:lnTo>
                  <a:lnTo>
                    <a:pt x="1526132" y="87669"/>
                  </a:lnTo>
                  <a:lnTo>
                    <a:pt x="1581232" y="102439"/>
                  </a:lnTo>
                  <a:lnTo>
                    <a:pt x="1633049" y="119063"/>
                  </a:lnTo>
                  <a:lnTo>
                    <a:pt x="1682507" y="137723"/>
                  </a:lnTo>
                  <a:lnTo>
                    <a:pt x="1719082" y="153354"/>
                  </a:lnTo>
                  <a:lnTo>
                    <a:pt x="1767492" y="176382"/>
                  </a:lnTo>
                  <a:lnTo>
                    <a:pt x="1815429" y="201711"/>
                  </a:lnTo>
                  <a:lnTo>
                    <a:pt x="1863375" y="229379"/>
                  </a:lnTo>
                  <a:lnTo>
                    <a:pt x="1911659" y="259343"/>
                  </a:lnTo>
                  <a:lnTo>
                    <a:pt x="1960481" y="291480"/>
                  </a:lnTo>
                  <a:lnTo>
                    <a:pt x="2009928" y="325575"/>
                  </a:lnTo>
                  <a:lnTo>
                    <a:pt x="2059985" y="361324"/>
                  </a:lnTo>
                  <a:lnTo>
                    <a:pt x="2110552" y="398342"/>
                  </a:lnTo>
                  <a:lnTo>
                    <a:pt x="2161465" y="436178"/>
                  </a:lnTo>
                  <a:lnTo>
                    <a:pt x="2212519" y="474335"/>
                  </a:lnTo>
                  <a:lnTo>
                    <a:pt x="2263488" y="512299"/>
                  </a:lnTo>
                  <a:lnTo>
                    <a:pt x="2314160" y="549569"/>
                  </a:lnTo>
                  <a:lnTo>
                    <a:pt x="2364358" y="585677"/>
                  </a:lnTo>
                  <a:lnTo>
                    <a:pt x="2413963" y="620221"/>
                  </a:lnTo>
                  <a:lnTo>
                    <a:pt x="2462939" y="652876"/>
                  </a:lnTo>
                  <a:lnTo>
                    <a:pt x="2511345" y="683403"/>
                  </a:lnTo>
                  <a:lnTo>
                    <a:pt x="2559350" y="711657"/>
                  </a:lnTo>
                  <a:lnTo>
                    <a:pt x="2607251" y="737575"/>
                  </a:lnTo>
                  <a:lnTo>
                    <a:pt x="2655487" y="761177"/>
                  </a:lnTo>
                  <a:lnTo>
                    <a:pt x="2667772" y="766771"/>
                  </a:lnTo>
                  <a:lnTo>
                    <a:pt x="2715987" y="787050"/>
                  </a:lnTo>
                  <a:lnTo>
                    <a:pt x="2765929" y="805211"/>
                  </a:lnTo>
                  <a:lnTo>
                    <a:pt x="2818443" y="821373"/>
                  </a:lnTo>
                  <a:lnTo>
                    <a:pt x="2874469" y="835732"/>
                  </a:lnTo>
                  <a:lnTo>
                    <a:pt x="2934958" y="848502"/>
                  </a:lnTo>
                  <a:lnTo>
                    <a:pt x="3000778" y="859889"/>
                  </a:lnTo>
                  <a:lnTo>
                    <a:pt x="3072601" y="870066"/>
                  </a:lnTo>
                  <a:lnTo>
                    <a:pt x="3150745" y="879173"/>
                  </a:lnTo>
                  <a:lnTo>
                    <a:pt x="3234965" y="887305"/>
                  </a:lnTo>
                  <a:lnTo>
                    <a:pt x="3324225" y="894516"/>
                  </a:lnTo>
                  <a:lnTo>
                    <a:pt x="3416477" y="900822"/>
                  </a:lnTo>
                  <a:lnTo>
                    <a:pt x="3508568" y="906209"/>
                  </a:lnTo>
                  <a:lnTo>
                    <a:pt x="3596384" y="910655"/>
                  </a:lnTo>
                  <a:lnTo>
                    <a:pt x="3675335" y="914150"/>
                  </a:lnTo>
                  <a:lnTo>
                    <a:pt x="3741178" y="916721"/>
                  </a:lnTo>
                  <a:lnTo>
                    <a:pt x="3790967" y="918449"/>
                  </a:lnTo>
                  <a:lnTo>
                    <a:pt x="3823848" y="919469"/>
                  </a:lnTo>
                  <a:lnTo>
                    <a:pt x="3841406" y="919958"/>
                  </a:lnTo>
                  <a:lnTo>
                    <a:pt x="3847542" y="920112"/>
                  </a:lnTo>
                  <a:lnTo>
                    <a:pt x="3848118" y="920126"/>
                  </a:lnTo>
                  <a:lnTo>
                    <a:pt x="4386855" y="920126"/>
                  </a:lnTo>
                  <a:lnTo>
                    <a:pt x="4388116" y="920175"/>
                  </a:lnTo>
                  <a:lnTo>
                    <a:pt x="4396347" y="920523"/>
                  </a:lnTo>
                  <a:lnTo>
                    <a:pt x="4416891" y="921487"/>
                  </a:lnTo>
                  <a:lnTo>
                    <a:pt x="4453093" y="923378"/>
                  </a:lnTo>
                  <a:lnTo>
                    <a:pt x="4505991" y="926470"/>
                  </a:lnTo>
                  <a:lnTo>
                    <a:pt x="4574276" y="930966"/>
                  </a:lnTo>
                  <a:lnTo>
                    <a:pt x="4654737" y="936975"/>
                  </a:lnTo>
                  <a:lnTo>
                    <a:pt x="4743078" y="944527"/>
                  </a:lnTo>
                  <a:lnTo>
                    <a:pt x="4834837" y="953599"/>
                  </a:lnTo>
                  <a:lnTo>
                    <a:pt x="4926129" y="964154"/>
                  </a:lnTo>
                  <a:lnTo>
                    <a:pt x="5014051" y="976180"/>
                  </a:lnTo>
                  <a:lnTo>
                    <a:pt x="5096774" y="989709"/>
                  </a:lnTo>
                  <a:lnTo>
                    <a:pt x="5173420" y="1004839"/>
                  </a:lnTo>
                  <a:lnTo>
                    <a:pt x="5243850" y="1021735"/>
                  </a:lnTo>
                  <a:lnTo>
                    <a:pt x="5308437" y="1040628"/>
                  </a:lnTo>
                  <a:lnTo>
                    <a:pt x="5367872" y="1061808"/>
                  </a:lnTo>
                  <a:lnTo>
                    <a:pt x="5423024" y="1085610"/>
                  </a:lnTo>
                  <a:lnTo>
                    <a:pt x="5474827" y="1112378"/>
                  </a:lnTo>
                  <a:lnTo>
                    <a:pt x="5524193" y="1142419"/>
                  </a:lnTo>
                  <a:lnTo>
                    <a:pt x="5567201" y="1172389"/>
                  </a:lnTo>
                  <a:lnTo>
                    <a:pt x="5610952" y="1206437"/>
                  </a:lnTo>
                  <a:lnTo>
                    <a:pt x="5654276" y="1243566"/>
                  </a:lnTo>
                  <a:lnTo>
                    <a:pt x="5697542" y="1283830"/>
                  </a:lnTo>
                  <a:lnTo>
                    <a:pt x="5741019" y="1327206"/>
                  </a:lnTo>
                  <a:lnTo>
                    <a:pt x="5784885" y="1373578"/>
                  </a:lnTo>
                  <a:lnTo>
                    <a:pt x="5829239" y="1422733"/>
                  </a:lnTo>
                  <a:lnTo>
                    <a:pt x="5874107" y="1474361"/>
                  </a:lnTo>
                  <a:lnTo>
                    <a:pt x="5919455" y="1528054"/>
                  </a:lnTo>
                  <a:lnTo>
                    <a:pt x="5965194" y="1583322"/>
                  </a:lnTo>
                  <a:lnTo>
                    <a:pt x="6011196" y="1639605"/>
                  </a:lnTo>
                  <a:lnTo>
                    <a:pt x="6057306" y="1696298"/>
                  </a:lnTo>
                  <a:lnTo>
                    <a:pt x="6103360" y="1752778"/>
                  </a:lnTo>
                  <a:lnTo>
                    <a:pt x="6149197" y="1808430"/>
                  </a:lnTo>
                  <a:lnTo>
                    <a:pt x="6194681" y="1862679"/>
                  </a:lnTo>
                  <a:lnTo>
                    <a:pt x="6239708" y="1915009"/>
                  </a:lnTo>
                  <a:lnTo>
                    <a:pt x="6284225" y="1964985"/>
                  </a:lnTo>
                  <a:lnTo>
                    <a:pt x="6328238" y="2012265"/>
                  </a:lnTo>
                  <a:lnTo>
                    <a:pt x="6371823" y="2056606"/>
                  </a:lnTo>
                  <a:lnTo>
                    <a:pt x="6415131" y="2097862"/>
                  </a:lnTo>
                  <a:lnTo>
                    <a:pt x="6458402" y="2135981"/>
                  </a:lnTo>
                  <a:lnTo>
                    <a:pt x="6501970" y="2170993"/>
                  </a:lnTo>
                  <a:lnTo>
                    <a:pt x="6515891" y="2181443"/>
                  </a:lnTo>
                  <a:lnTo>
                    <a:pt x="6563765" y="2214580"/>
                  </a:lnTo>
                  <a:lnTo>
                    <a:pt x="6613337" y="2244282"/>
                  </a:lnTo>
                  <a:lnTo>
                    <a:pt x="6665433" y="2270738"/>
                  </a:lnTo>
                  <a:lnTo>
                    <a:pt x="6720973" y="2294261"/>
                  </a:lnTo>
                  <a:lnTo>
                    <a:pt x="6780888" y="2315197"/>
                  </a:lnTo>
                  <a:lnTo>
                    <a:pt x="6846033" y="2333878"/>
                  </a:lnTo>
                  <a:lnTo>
                    <a:pt x="6917077" y="2350587"/>
                  </a:lnTo>
                  <a:lnTo>
                    <a:pt x="6994349" y="2365550"/>
                  </a:lnTo>
                  <a:lnTo>
                    <a:pt x="7077647" y="2378925"/>
                  </a:lnTo>
                  <a:lnTo>
                    <a:pt x="7166008" y="2390803"/>
                  </a:lnTo>
                  <a:lnTo>
                    <a:pt x="7257496" y="2401211"/>
                  </a:lnTo>
                  <a:lnTo>
                    <a:pt x="7349101" y="2410132"/>
                  </a:lnTo>
                  <a:lnTo>
                    <a:pt x="7436856" y="2417530"/>
                  </a:lnTo>
                  <a:lnTo>
                    <a:pt x="7516280" y="2423384"/>
                  </a:lnTo>
                  <a:lnTo>
                    <a:pt x="7583140" y="2427732"/>
                  </a:lnTo>
                  <a:lnTo>
                    <a:pt x="7634386" y="2430694"/>
                  </a:lnTo>
                  <a:lnTo>
                    <a:pt x="7668931" y="2432479"/>
                  </a:lnTo>
                  <a:lnTo>
                    <a:pt x="7688052" y="2433366"/>
                  </a:lnTo>
                  <a:lnTo>
                    <a:pt x="7695314" y="2433671"/>
                  </a:lnTo>
                  <a:lnTo>
                    <a:pt x="7696237" y="2433706"/>
                  </a:lnTo>
                  <a:lnTo>
                    <a:pt x="8234974" y="24337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1" name="pl421"/>
            <p:cNvSpPr/>
            <p:nvPr/>
          </p:nvSpPr>
          <p:spPr>
            <a:xfrm>
              <a:off x="546595" y="1245909"/>
              <a:ext cx="8234974" cy="2433706"/>
            </a:xfrm>
            <a:custGeom>
              <a:avLst/>
              <a:pathLst>
                <a:path w="8234974" h="2433706">
                  <a:moveTo>
                    <a:pt x="8234974" y="2433706"/>
                  </a:moveTo>
                  <a:lnTo>
                    <a:pt x="7696237" y="2433706"/>
                  </a:lnTo>
                  <a:lnTo>
                    <a:pt x="7694977" y="2433657"/>
                  </a:lnTo>
                  <a:lnTo>
                    <a:pt x="7686745" y="2433309"/>
                  </a:lnTo>
                  <a:lnTo>
                    <a:pt x="7666202" y="2432345"/>
                  </a:lnTo>
                  <a:lnTo>
                    <a:pt x="7629999" y="2430454"/>
                  </a:lnTo>
                  <a:lnTo>
                    <a:pt x="7577102" y="2427362"/>
                  </a:lnTo>
                  <a:lnTo>
                    <a:pt x="7508816" y="2422866"/>
                  </a:lnTo>
                  <a:lnTo>
                    <a:pt x="7428355" y="2416857"/>
                  </a:lnTo>
                  <a:lnTo>
                    <a:pt x="7340015" y="2409305"/>
                  </a:lnTo>
                  <a:lnTo>
                    <a:pt x="7248256" y="2400233"/>
                  </a:lnTo>
                  <a:lnTo>
                    <a:pt x="7156964" y="2389678"/>
                  </a:lnTo>
                  <a:lnTo>
                    <a:pt x="7069041" y="2377652"/>
                  </a:lnTo>
                  <a:lnTo>
                    <a:pt x="6986319" y="2364123"/>
                  </a:lnTo>
                  <a:lnTo>
                    <a:pt x="6909672" y="2348993"/>
                  </a:lnTo>
                  <a:lnTo>
                    <a:pt x="6839242" y="2332098"/>
                  </a:lnTo>
                  <a:lnTo>
                    <a:pt x="6774656" y="2313204"/>
                  </a:lnTo>
                  <a:lnTo>
                    <a:pt x="6715220" y="2292024"/>
                  </a:lnTo>
                  <a:lnTo>
                    <a:pt x="6660068" y="2268222"/>
                  </a:lnTo>
                  <a:lnTo>
                    <a:pt x="6608266" y="2241454"/>
                  </a:lnTo>
                  <a:lnTo>
                    <a:pt x="6558899" y="2211413"/>
                  </a:lnTo>
                  <a:lnTo>
                    <a:pt x="6515891" y="2181443"/>
                  </a:lnTo>
                  <a:lnTo>
                    <a:pt x="6472140" y="2147395"/>
                  </a:lnTo>
                  <a:lnTo>
                    <a:pt x="6428817" y="2110266"/>
                  </a:lnTo>
                  <a:lnTo>
                    <a:pt x="6385551" y="2070002"/>
                  </a:lnTo>
                  <a:lnTo>
                    <a:pt x="6342074" y="2026626"/>
                  </a:lnTo>
                  <a:lnTo>
                    <a:pt x="6298208" y="1980254"/>
                  </a:lnTo>
                  <a:lnTo>
                    <a:pt x="6253854" y="1931099"/>
                  </a:lnTo>
                  <a:lnTo>
                    <a:pt x="6208985" y="1879471"/>
                  </a:lnTo>
                  <a:lnTo>
                    <a:pt x="6163637" y="1825778"/>
                  </a:lnTo>
                  <a:lnTo>
                    <a:pt x="6117898" y="1770510"/>
                  </a:lnTo>
                  <a:lnTo>
                    <a:pt x="6071897" y="1714227"/>
                  </a:lnTo>
                  <a:lnTo>
                    <a:pt x="6025786" y="1657534"/>
                  </a:lnTo>
                  <a:lnTo>
                    <a:pt x="5979733" y="1601054"/>
                  </a:lnTo>
                  <a:lnTo>
                    <a:pt x="5933895" y="1545402"/>
                  </a:lnTo>
                  <a:lnTo>
                    <a:pt x="5888412" y="1491153"/>
                  </a:lnTo>
                  <a:lnTo>
                    <a:pt x="5843385" y="1438824"/>
                  </a:lnTo>
                  <a:lnTo>
                    <a:pt x="5798868" y="1388847"/>
                  </a:lnTo>
                  <a:lnTo>
                    <a:pt x="5754854" y="1341567"/>
                  </a:lnTo>
                  <a:lnTo>
                    <a:pt x="5711270" y="1297226"/>
                  </a:lnTo>
                  <a:lnTo>
                    <a:pt x="5667961" y="1255970"/>
                  </a:lnTo>
                  <a:lnTo>
                    <a:pt x="5624691" y="1217851"/>
                  </a:lnTo>
                  <a:lnTo>
                    <a:pt x="5581122" y="1182839"/>
                  </a:lnTo>
                  <a:lnTo>
                    <a:pt x="5567201" y="1172389"/>
                  </a:lnTo>
                  <a:lnTo>
                    <a:pt x="5519327" y="1139252"/>
                  </a:lnTo>
                  <a:lnTo>
                    <a:pt x="5469755" y="1109550"/>
                  </a:lnTo>
                  <a:lnTo>
                    <a:pt x="5417659" y="1083094"/>
                  </a:lnTo>
                  <a:lnTo>
                    <a:pt x="5362120" y="1059572"/>
                  </a:lnTo>
                  <a:lnTo>
                    <a:pt x="5302204" y="1038635"/>
                  </a:lnTo>
                  <a:lnTo>
                    <a:pt x="5237059" y="1019954"/>
                  </a:lnTo>
                  <a:lnTo>
                    <a:pt x="5166015" y="1003245"/>
                  </a:lnTo>
                  <a:lnTo>
                    <a:pt x="5088743" y="988282"/>
                  </a:lnTo>
                  <a:lnTo>
                    <a:pt x="5005445" y="974907"/>
                  </a:lnTo>
                  <a:lnTo>
                    <a:pt x="4917085" y="963029"/>
                  </a:lnTo>
                  <a:lnTo>
                    <a:pt x="4825597" y="952621"/>
                  </a:lnTo>
                  <a:lnTo>
                    <a:pt x="4733992" y="943700"/>
                  </a:lnTo>
                  <a:lnTo>
                    <a:pt x="4646236" y="936302"/>
                  </a:lnTo>
                  <a:lnTo>
                    <a:pt x="4566813" y="930448"/>
                  </a:lnTo>
                  <a:lnTo>
                    <a:pt x="4499952" y="926100"/>
                  </a:lnTo>
                  <a:lnTo>
                    <a:pt x="4448707" y="923138"/>
                  </a:lnTo>
                  <a:lnTo>
                    <a:pt x="4414162" y="921353"/>
                  </a:lnTo>
                  <a:lnTo>
                    <a:pt x="4395040" y="920466"/>
                  </a:lnTo>
                  <a:lnTo>
                    <a:pt x="4387779" y="920161"/>
                  </a:lnTo>
                  <a:lnTo>
                    <a:pt x="4386855" y="920126"/>
                  </a:lnTo>
                  <a:lnTo>
                    <a:pt x="3848118" y="920126"/>
                  </a:lnTo>
                  <a:lnTo>
                    <a:pt x="3846831" y="920095"/>
                  </a:lnTo>
                  <a:lnTo>
                    <a:pt x="3838434" y="919879"/>
                  </a:lnTo>
                  <a:lnTo>
                    <a:pt x="3817491" y="919281"/>
                  </a:lnTo>
                  <a:lnTo>
                    <a:pt x="3780625" y="918107"/>
                  </a:lnTo>
                  <a:lnTo>
                    <a:pt x="3726837" y="916188"/>
                  </a:lnTo>
                  <a:lnTo>
                    <a:pt x="3657533" y="913401"/>
                  </a:lnTo>
                  <a:lnTo>
                    <a:pt x="3576051" y="909680"/>
                  </a:lnTo>
                  <a:lnTo>
                    <a:pt x="3486804" y="905007"/>
                  </a:lnTo>
                  <a:lnTo>
                    <a:pt x="3394331" y="899399"/>
                  </a:lnTo>
                  <a:lnTo>
                    <a:pt x="3302548" y="892877"/>
                  </a:lnTo>
                  <a:lnTo>
                    <a:pt x="3214346" y="885449"/>
                  </a:lnTo>
                  <a:lnTo>
                    <a:pt x="3131516" y="877091"/>
                  </a:lnTo>
                  <a:lnTo>
                    <a:pt x="3054884" y="867738"/>
                  </a:lnTo>
                  <a:lnTo>
                    <a:pt x="2984540" y="857286"/>
                  </a:lnTo>
                  <a:lnTo>
                    <a:pt x="2920063" y="845587"/>
                  </a:lnTo>
                  <a:lnTo>
                    <a:pt x="2860723" y="832456"/>
                  </a:lnTo>
                  <a:lnTo>
                    <a:pt x="2805622" y="817686"/>
                  </a:lnTo>
                  <a:lnTo>
                    <a:pt x="2753806" y="801063"/>
                  </a:lnTo>
                  <a:lnTo>
                    <a:pt x="2704347" y="782403"/>
                  </a:lnTo>
                  <a:lnTo>
                    <a:pt x="2667772" y="766771"/>
                  </a:lnTo>
                  <a:lnTo>
                    <a:pt x="2619363" y="743744"/>
                  </a:lnTo>
                  <a:lnTo>
                    <a:pt x="2571425" y="718414"/>
                  </a:lnTo>
                  <a:lnTo>
                    <a:pt x="2523479" y="690747"/>
                  </a:lnTo>
                  <a:lnTo>
                    <a:pt x="2475196" y="660782"/>
                  </a:lnTo>
                  <a:lnTo>
                    <a:pt x="2426373" y="628645"/>
                  </a:lnTo>
                  <a:lnTo>
                    <a:pt x="2376927" y="594550"/>
                  </a:lnTo>
                  <a:lnTo>
                    <a:pt x="2326870" y="558801"/>
                  </a:lnTo>
                  <a:lnTo>
                    <a:pt x="2276303" y="521783"/>
                  </a:lnTo>
                  <a:lnTo>
                    <a:pt x="2225389" y="483947"/>
                  </a:lnTo>
                  <a:lnTo>
                    <a:pt x="2174336" y="445790"/>
                  </a:lnTo>
                  <a:lnTo>
                    <a:pt x="2123367" y="407826"/>
                  </a:lnTo>
                  <a:lnTo>
                    <a:pt x="2072694" y="370557"/>
                  </a:lnTo>
                  <a:lnTo>
                    <a:pt x="2022497" y="334448"/>
                  </a:lnTo>
                  <a:lnTo>
                    <a:pt x="1972891" y="299904"/>
                  </a:lnTo>
                  <a:lnTo>
                    <a:pt x="1923915" y="267250"/>
                  </a:lnTo>
                  <a:lnTo>
                    <a:pt x="1875510" y="236722"/>
                  </a:lnTo>
                  <a:lnTo>
                    <a:pt x="1827505" y="208469"/>
                  </a:lnTo>
                  <a:lnTo>
                    <a:pt x="1779604" y="182550"/>
                  </a:lnTo>
                  <a:lnTo>
                    <a:pt x="1731368" y="158949"/>
                  </a:lnTo>
                  <a:lnTo>
                    <a:pt x="1719082" y="153354"/>
                  </a:lnTo>
                  <a:lnTo>
                    <a:pt x="1670868" y="133076"/>
                  </a:lnTo>
                  <a:lnTo>
                    <a:pt x="1620926" y="114915"/>
                  </a:lnTo>
                  <a:lnTo>
                    <a:pt x="1568412" y="98752"/>
                  </a:lnTo>
                  <a:lnTo>
                    <a:pt x="1512385" y="84393"/>
                  </a:lnTo>
                  <a:lnTo>
                    <a:pt x="1451897" y="71623"/>
                  </a:lnTo>
                  <a:lnTo>
                    <a:pt x="1386076" y="60236"/>
                  </a:lnTo>
                  <a:lnTo>
                    <a:pt x="1314253" y="50059"/>
                  </a:lnTo>
                  <a:lnTo>
                    <a:pt x="1236110" y="40952"/>
                  </a:lnTo>
                  <a:lnTo>
                    <a:pt x="1151889" y="32820"/>
                  </a:lnTo>
                  <a:lnTo>
                    <a:pt x="1062630" y="25609"/>
                  </a:lnTo>
                  <a:lnTo>
                    <a:pt x="970377" y="19304"/>
                  </a:lnTo>
                  <a:lnTo>
                    <a:pt x="878286" y="13917"/>
                  </a:lnTo>
                  <a:lnTo>
                    <a:pt x="790471" y="9470"/>
                  </a:lnTo>
                  <a:lnTo>
                    <a:pt x="711519" y="5975"/>
                  </a:lnTo>
                  <a:lnTo>
                    <a:pt x="645677" y="3404"/>
                  </a:lnTo>
                  <a:lnTo>
                    <a:pt x="595887" y="1676"/>
                  </a:lnTo>
                  <a:lnTo>
                    <a:pt x="563006" y="656"/>
                  </a:lnTo>
                  <a:lnTo>
                    <a:pt x="545449" y="167"/>
                  </a:lnTo>
                  <a:lnTo>
                    <a:pt x="539312" y="1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2" name="pg422"/>
            <p:cNvSpPr/>
            <p:nvPr/>
          </p:nvSpPr>
          <p:spPr>
            <a:xfrm>
              <a:off x="546595" y="1262243"/>
              <a:ext cx="8234974" cy="2793046"/>
            </a:xfrm>
            <a:custGeom>
              <a:avLst/>
              <a:pathLst>
                <a:path w="8234974" h="2793046">
                  <a:moveTo>
                    <a:pt x="0" y="10889"/>
                  </a:moveTo>
                  <a:lnTo>
                    <a:pt x="538736" y="10889"/>
                  </a:lnTo>
                  <a:lnTo>
                    <a:pt x="540023" y="10919"/>
                  </a:lnTo>
                  <a:lnTo>
                    <a:pt x="548418" y="11138"/>
                  </a:lnTo>
                  <a:lnTo>
                    <a:pt x="569355" y="11743"/>
                  </a:lnTo>
                  <a:lnTo>
                    <a:pt x="606212" y="12931"/>
                  </a:lnTo>
                  <a:lnTo>
                    <a:pt x="659987" y="14872"/>
                  </a:lnTo>
                  <a:lnTo>
                    <a:pt x="729277" y="17691"/>
                  </a:lnTo>
                  <a:lnTo>
                    <a:pt x="810744" y="21455"/>
                  </a:lnTo>
                  <a:lnTo>
                    <a:pt x="899978" y="26182"/>
                  </a:lnTo>
                  <a:lnTo>
                    <a:pt x="992441" y="31855"/>
                  </a:lnTo>
                  <a:lnTo>
                    <a:pt x="1084217" y="38453"/>
                  </a:lnTo>
                  <a:lnTo>
                    <a:pt x="1172415" y="45967"/>
                  </a:lnTo>
                  <a:lnTo>
                    <a:pt x="1255244" y="54422"/>
                  </a:lnTo>
                  <a:lnTo>
                    <a:pt x="1331876" y="63883"/>
                  </a:lnTo>
                  <a:lnTo>
                    <a:pt x="1402222" y="74456"/>
                  </a:lnTo>
                  <a:lnTo>
                    <a:pt x="1466700" y="86291"/>
                  </a:lnTo>
                  <a:lnTo>
                    <a:pt x="1526041" y="99573"/>
                  </a:lnTo>
                  <a:lnTo>
                    <a:pt x="1581143" y="114514"/>
                  </a:lnTo>
                  <a:lnTo>
                    <a:pt x="1632959" y="131329"/>
                  </a:lnTo>
                  <a:lnTo>
                    <a:pt x="1682416" y="150204"/>
                  </a:lnTo>
                  <a:lnTo>
                    <a:pt x="1719082" y="166058"/>
                  </a:lnTo>
                  <a:lnTo>
                    <a:pt x="1767408" y="189315"/>
                  </a:lnTo>
                  <a:lnTo>
                    <a:pt x="1815262" y="214894"/>
                  </a:lnTo>
                  <a:lnTo>
                    <a:pt x="1863123" y="242829"/>
                  </a:lnTo>
                  <a:lnTo>
                    <a:pt x="1911320" y="273081"/>
                  </a:lnTo>
                  <a:lnTo>
                    <a:pt x="1960052" y="305525"/>
                  </a:lnTo>
                  <a:lnTo>
                    <a:pt x="2009406" y="339946"/>
                  </a:lnTo>
                  <a:lnTo>
                    <a:pt x="2059369" y="376038"/>
                  </a:lnTo>
                  <a:lnTo>
                    <a:pt x="2109842" y="413415"/>
                  </a:lnTo>
                  <a:lnTo>
                    <a:pt x="2160663" y="451623"/>
                  </a:lnTo>
                  <a:lnTo>
                    <a:pt x="2211627" y="490163"/>
                  </a:lnTo>
                  <a:lnTo>
                    <a:pt x="2262511" y="528518"/>
                  </a:lnTo>
                  <a:lnTo>
                    <a:pt x="2313102" y="566181"/>
                  </a:lnTo>
                  <a:lnTo>
                    <a:pt x="2363224" y="602683"/>
                  </a:lnTo>
                  <a:lnTo>
                    <a:pt x="2412758" y="637617"/>
                  </a:lnTo>
                  <a:lnTo>
                    <a:pt x="2461664" y="670652"/>
                  </a:lnTo>
                  <a:lnTo>
                    <a:pt x="2509998" y="701547"/>
                  </a:lnTo>
                  <a:lnTo>
                    <a:pt x="2557927" y="730153"/>
                  </a:lnTo>
                  <a:lnTo>
                    <a:pt x="2605742" y="756404"/>
                  </a:lnTo>
                  <a:lnTo>
                    <a:pt x="2653874" y="780318"/>
                  </a:lnTo>
                  <a:lnTo>
                    <a:pt x="2667772" y="786735"/>
                  </a:lnTo>
                  <a:lnTo>
                    <a:pt x="2715982" y="807251"/>
                  </a:lnTo>
                  <a:lnTo>
                    <a:pt x="2765918" y="825625"/>
                  </a:lnTo>
                  <a:lnTo>
                    <a:pt x="2818427" y="841978"/>
                  </a:lnTo>
                  <a:lnTo>
                    <a:pt x="2874446" y="856506"/>
                  </a:lnTo>
                  <a:lnTo>
                    <a:pt x="2934927" y="869427"/>
                  </a:lnTo>
                  <a:lnTo>
                    <a:pt x="3000737" y="880948"/>
                  </a:lnTo>
                  <a:lnTo>
                    <a:pt x="3072550" y="891245"/>
                  </a:lnTo>
                  <a:lnTo>
                    <a:pt x="3150680" y="900460"/>
                  </a:lnTo>
                  <a:lnTo>
                    <a:pt x="3234888" y="908688"/>
                  </a:lnTo>
                  <a:lnTo>
                    <a:pt x="3324135" y="915985"/>
                  </a:lnTo>
                  <a:lnTo>
                    <a:pt x="3416376" y="922365"/>
                  </a:lnTo>
                  <a:lnTo>
                    <a:pt x="3508461" y="927816"/>
                  </a:lnTo>
                  <a:lnTo>
                    <a:pt x="3596275" y="932316"/>
                  </a:lnTo>
                  <a:lnTo>
                    <a:pt x="3675234" y="935853"/>
                  </a:lnTo>
                  <a:lnTo>
                    <a:pt x="3741092" y="938456"/>
                  </a:lnTo>
                  <a:lnTo>
                    <a:pt x="3790902" y="940205"/>
                  </a:lnTo>
                  <a:lnTo>
                    <a:pt x="3823807" y="941238"/>
                  </a:lnTo>
                  <a:lnTo>
                    <a:pt x="3841386" y="941734"/>
                  </a:lnTo>
                  <a:lnTo>
                    <a:pt x="3847538" y="941890"/>
                  </a:lnTo>
                  <a:lnTo>
                    <a:pt x="3848118" y="941904"/>
                  </a:lnTo>
                  <a:lnTo>
                    <a:pt x="4386855" y="941904"/>
                  </a:lnTo>
                  <a:lnTo>
                    <a:pt x="4388096" y="941963"/>
                  </a:lnTo>
                  <a:lnTo>
                    <a:pt x="4396202" y="942382"/>
                  </a:lnTo>
                  <a:lnTo>
                    <a:pt x="4416444" y="943541"/>
                  </a:lnTo>
                  <a:lnTo>
                    <a:pt x="4452144" y="945817"/>
                  </a:lnTo>
                  <a:lnTo>
                    <a:pt x="4504367" y="949541"/>
                  </a:lnTo>
                  <a:lnTo>
                    <a:pt x="4571878" y="954957"/>
                  </a:lnTo>
                  <a:lnTo>
                    <a:pt x="4651558" y="962202"/>
                  </a:lnTo>
                  <a:lnTo>
                    <a:pt x="4739202" y="971314"/>
                  </a:lnTo>
                  <a:lnTo>
                    <a:pt x="4830408" y="982267"/>
                  </a:lnTo>
                  <a:lnTo>
                    <a:pt x="4921316" y="995017"/>
                  </a:lnTo>
                  <a:lnTo>
                    <a:pt x="5009015" y="1009545"/>
                  </a:lnTo>
                  <a:lnTo>
                    <a:pt x="5091648" y="1025888"/>
                  </a:lnTo>
                  <a:lnTo>
                    <a:pt x="5168300" y="1044158"/>
                  </a:lnTo>
                  <a:lnTo>
                    <a:pt x="5238792" y="1064548"/>
                  </a:lnTo>
                  <a:lnTo>
                    <a:pt x="5303462" y="1087331"/>
                  </a:lnTo>
                  <a:lnTo>
                    <a:pt x="5362973" y="1112851"/>
                  </a:lnTo>
                  <a:lnTo>
                    <a:pt x="5418168" y="1141508"/>
                  </a:lnTo>
                  <a:lnTo>
                    <a:pt x="5469965" y="1173716"/>
                  </a:lnTo>
                  <a:lnTo>
                    <a:pt x="5519269" y="1209854"/>
                  </a:lnTo>
                  <a:lnTo>
                    <a:pt x="5566892" y="1250149"/>
                  </a:lnTo>
                  <a:lnTo>
                    <a:pt x="5567201" y="1250428"/>
                  </a:lnTo>
                  <a:lnTo>
                    <a:pt x="5608486" y="1289607"/>
                  </a:lnTo>
                  <a:lnTo>
                    <a:pt x="5649369" y="1332133"/>
                  </a:lnTo>
                  <a:lnTo>
                    <a:pt x="5690169" y="1378070"/>
                  </a:lnTo>
                  <a:lnTo>
                    <a:pt x="5731124" y="1427405"/>
                  </a:lnTo>
                  <a:lnTo>
                    <a:pt x="5772395" y="1480039"/>
                  </a:lnTo>
                  <a:lnTo>
                    <a:pt x="5814083" y="1535779"/>
                  </a:lnTo>
                  <a:lnTo>
                    <a:pt x="5856228" y="1594337"/>
                  </a:lnTo>
                  <a:lnTo>
                    <a:pt x="5898819" y="1655333"/>
                  </a:lnTo>
                  <a:lnTo>
                    <a:pt x="5941799" y="1718295"/>
                  </a:lnTo>
                  <a:lnTo>
                    <a:pt x="5985075" y="1782681"/>
                  </a:lnTo>
                  <a:lnTo>
                    <a:pt x="6028527" y="1847892"/>
                  </a:lnTo>
                  <a:lnTo>
                    <a:pt x="6072021" y="1913294"/>
                  </a:lnTo>
                  <a:lnTo>
                    <a:pt x="6115419" y="1978249"/>
                  </a:lnTo>
                  <a:lnTo>
                    <a:pt x="6158589" y="2042133"/>
                  </a:lnTo>
                  <a:lnTo>
                    <a:pt x="6201422" y="2104367"/>
                  </a:lnTo>
                  <a:lnTo>
                    <a:pt x="6243838" y="2164436"/>
                  </a:lnTo>
                  <a:lnTo>
                    <a:pt x="6285798" y="2221904"/>
                  </a:lnTo>
                  <a:lnTo>
                    <a:pt x="6327311" y="2276426"/>
                  </a:lnTo>
                  <a:lnTo>
                    <a:pt x="6368440" y="2327753"/>
                  </a:lnTo>
                  <a:lnTo>
                    <a:pt x="6409309" y="2375730"/>
                  </a:lnTo>
                  <a:lnTo>
                    <a:pt x="6450110" y="2420295"/>
                  </a:lnTo>
                  <a:lnTo>
                    <a:pt x="6491111" y="2461467"/>
                  </a:lnTo>
                  <a:lnTo>
                    <a:pt x="6515891" y="2484522"/>
                  </a:lnTo>
                  <a:lnTo>
                    <a:pt x="6563506" y="2524844"/>
                  </a:lnTo>
                  <a:lnTo>
                    <a:pt x="6612796" y="2561009"/>
                  </a:lnTo>
                  <a:lnTo>
                    <a:pt x="6664573" y="2593242"/>
                  </a:lnTo>
                  <a:lnTo>
                    <a:pt x="6719744" y="2621920"/>
                  </a:lnTo>
                  <a:lnTo>
                    <a:pt x="6779223" y="2647460"/>
                  </a:lnTo>
                  <a:lnTo>
                    <a:pt x="6843857" y="2670260"/>
                  </a:lnTo>
                  <a:lnTo>
                    <a:pt x="6914309" y="2690665"/>
                  </a:lnTo>
                  <a:lnTo>
                    <a:pt x="6990920" y="2708948"/>
                  </a:lnTo>
                  <a:lnTo>
                    <a:pt x="7073516" y="2725303"/>
                  </a:lnTo>
                  <a:lnTo>
                    <a:pt x="7161187" y="2739843"/>
                  </a:lnTo>
                  <a:lnTo>
                    <a:pt x="7252082" y="2752605"/>
                  </a:lnTo>
                  <a:lnTo>
                    <a:pt x="7343298" y="2763570"/>
                  </a:lnTo>
                  <a:lnTo>
                    <a:pt x="7430979" y="2772694"/>
                  </a:lnTo>
                  <a:lnTo>
                    <a:pt x="7510727" y="2779951"/>
                  </a:lnTo>
                  <a:lnTo>
                    <a:pt x="7578329" y="2785378"/>
                  </a:lnTo>
                  <a:lnTo>
                    <a:pt x="7630658" y="2789113"/>
                  </a:lnTo>
                  <a:lnTo>
                    <a:pt x="7666467" y="2791397"/>
                  </a:lnTo>
                  <a:lnTo>
                    <a:pt x="7686802" y="2792563"/>
                  </a:lnTo>
                  <a:lnTo>
                    <a:pt x="7694972" y="2792986"/>
                  </a:lnTo>
                  <a:lnTo>
                    <a:pt x="7696237" y="2793046"/>
                  </a:lnTo>
                  <a:lnTo>
                    <a:pt x="8234974" y="2793046"/>
                  </a:lnTo>
                  <a:lnTo>
                    <a:pt x="8234974" y="2782156"/>
                  </a:lnTo>
                  <a:lnTo>
                    <a:pt x="7696237" y="2782156"/>
                  </a:lnTo>
                  <a:lnTo>
                    <a:pt x="7694996" y="2782098"/>
                  </a:lnTo>
                  <a:lnTo>
                    <a:pt x="7686890" y="2781678"/>
                  </a:lnTo>
                  <a:lnTo>
                    <a:pt x="7666648" y="2780519"/>
                  </a:lnTo>
                  <a:lnTo>
                    <a:pt x="7630948" y="2778243"/>
                  </a:lnTo>
                  <a:lnTo>
                    <a:pt x="7578725" y="2774519"/>
                  </a:lnTo>
                  <a:lnTo>
                    <a:pt x="7511215" y="2769104"/>
                  </a:lnTo>
                  <a:lnTo>
                    <a:pt x="7431534" y="2761859"/>
                  </a:lnTo>
                  <a:lnTo>
                    <a:pt x="7343891" y="2752747"/>
                  </a:lnTo>
                  <a:lnTo>
                    <a:pt x="7252684" y="2741794"/>
                  </a:lnTo>
                  <a:lnTo>
                    <a:pt x="7161776" y="2729044"/>
                  </a:lnTo>
                  <a:lnTo>
                    <a:pt x="7074077" y="2714516"/>
                  </a:lnTo>
                  <a:lnTo>
                    <a:pt x="6991444" y="2698173"/>
                  </a:lnTo>
                  <a:lnTo>
                    <a:pt x="6914793" y="2679903"/>
                  </a:lnTo>
                  <a:lnTo>
                    <a:pt x="6844300" y="2659513"/>
                  </a:lnTo>
                  <a:lnTo>
                    <a:pt x="6779631" y="2636730"/>
                  </a:lnTo>
                  <a:lnTo>
                    <a:pt x="6720120" y="2611209"/>
                  </a:lnTo>
                  <a:lnTo>
                    <a:pt x="6664924" y="2582553"/>
                  </a:lnTo>
                  <a:lnTo>
                    <a:pt x="6613127" y="2550344"/>
                  </a:lnTo>
                  <a:lnTo>
                    <a:pt x="6563823" y="2514206"/>
                  </a:lnTo>
                  <a:lnTo>
                    <a:pt x="6516200" y="2473912"/>
                  </a:lnTo>
                  <a:lnTo>
                    <a:pt x="6515891" y="2473633"/>
                  </a:lnTo>
                  <a:lnTo>
                    <a:pt x="6474607" y="2434454"/>
                  </a:lnTo>
                  <a:lnTo>
                    <a:pt x="6433724" y="2391927"/>
                  </a:lnTo>
                  <a:lnTo>
                    <a:pt x="6392923" y="2345990"/>
                  </a:lnTo>
                  <a:lnTo>
                    <a:pt x="6351969" y="2296655"/>
                  </a:lnTo>
                  <a:lnTo>
                    <a:pt x="6310697" y="2244022"/>
                  </a:lnTo>
                  <a:lnTo>
                    <a:pt x="6269009" y="2188282"/>
                  </a:lnTo>
                  <a:lnTo>
                    <a:pt x="6226864" y="2129723"/>
                  </a:lnTo>
                  <a:lnTo>
                    <a:pt x="6184274" y="2068728"/>
                  </a:lnTo>
                  <a:lnTo>
                    <a:pt x="6141294" y="2005765"/>
                  </a:lnTo>
                  <a:lnTo>
                    <a:pt x="6098018" y="1941379"/>
                  </a:lnTo>
                  <a:lnTo>
                    <a:pt x="6054565" y="1876169"/>
                  </a:lnTo>
                  <a:lnTo>
                    <a:pt x="6011071" y="1810766"/>
                  </a:lnTo>
                  <a:lnTo>
                    <a:pt x="5967674" y="1745812"/>
                  </a:lnTo>
                  <a:lnTo>
                    <a:pt x="5924504" y="1681928"/>
                  </a:lnTo>
                  <a:lnTo>
                    <a:pt x="5881671" y="1619694"/>
                  </a:lnTo>
                  <a:lnTo>
                    <a:pt x="5839255" y="1559625"/>
                  </a:lnTo>
                  <a:lnTo>
                    <a:pt x="5797294" y="1502157"/>
                  </a:lnTo>
                  <a:lnTo>
                    <a:pt x="5755782" y="1447635"/>
                  </a:lnTo>
                  <a:lnTo>
                    <a:pt x="5714653" y="1396308"/>
                  </a:lnTo>
                  <a:lnTo>
                    <a:pt x="5673784" y="1348330"/>
                  </a:lnTo>
                  <a:lnTo>
                    <a:pt x="5632983" y="1303765"/>
                  </a:lnTo>
                  <a:lnTo>
                    <a:pt x="5591982" y="1262594"/>
                  </a:lnTo>
                  <a:lnTo>
                    <a:pt x="5567201" y="1239538"/>
                  </a:lnTo>
                  <a:lnTo>
                    <a:pt x="5519587" y="1199216"/>
                  </a:lnTo>
                  <a:lnTo>
                    <a:pt x="5470297" y="1163052"/>
                  </a:lnTo>
                  <a:lnTo>
                    <a:pt x="5418519" y="1130818"/>
                  </a:lnTo>
                  <a:lnTo>
                    <a:pt x="5363349" y="1102140"/>
                  </a:lnTo>
                  <a:lnTo>
                    <a:pt x="5303869" y="1076600"/>
                  </a:lnTo>
                  <a:lnTo>
                    <a:pt x="5239236" y="1053800"/>
                  </a:lnTo>
                  <a:lnTo>
                    <a:pt x="5168783" y="1033395"/>
                  </a:lnTo>
                  <a:lnTo>
                    <a:pt x="5092172" y="1015112"/>
                  </a:lnTo>
                  <a:lnTo>
                    <a:pt x="5009577" y="998757"/>
                  </a:lnTo>
                  <a:lnTo>
                    <a:pt x="4921906" y="984217"/>
                  </a:lnTo>
                  <a:lnTo>
                    <a:pt x="4831011" y="971456"/>
                  </a:lnTo>
                  <a:lnTo>
                    <a:pt x="4739794" y="960491"/>
                  </a:lnTo>
                  <a:lnTo>
                    <a:pt x="4652114" y="951366"/>
                  </a:lnTo>
                  <a:lnTo>
                    <a:pt x="4572366" y="944109"/>
                  </a:lnTo>
                  <a:lnTo>
                    <a:pt x="4504764" y="938682"/>
                  </a:lnTo>
                  <a:lnTo>
                    <a:pt x="4452434" y="934948"/>
                  </a:lnTo>
                  <a:lnTo>
                    <a:pt x="4416626" y="932663"/>
                  </a:lnTo>
                  <a:lnTo>
                    <a:pt x="4396291" y="931498"/>
                  </a:lnTo>
                  <a:lnTo>
                    <a:pt x="4388120" y="931075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832" y="930984"/>
                  </a:lnTo>
                  <a:lnTo>
                    <a:pt x="3838436" y="930765"/>
                  </a:lnTo>
                  <a:lnTo>
                    <a:pt x="3817499" y="930160"/>
                  </a:lnTo>
                  <a:lnTo>
                    <a:pt x="3780642" y="928973"/>
                  </a:lnTo>
                  <a:lnTo>
                    <a:pt x="3726868" y="927032"/>
                  </a:lnTo>
                  <a:lnTo>
                    <a:pt x="3657578" y="924213"/>
                  </a:lnTo>
                  <a:lnTo>
                    <a:pt x="3576110" y="920448"/>
                  </a:lnTo>
                  <a:lnTo>
                    <a:pt x="3486876" y="915722"/>
                  </a:lnTo>
                  <a:lnTo>
                    <a:pt x="3394414" y="910048"/>
                  </a:lnTo>
                  <a:lnTo>
                    <a:pt x="3302638" y="903451"/>
                  </a:lnTo>
                  <a:lnTo>
                    <a:pt x="3214439" y="895936"/>
                  </a:lnTo>
                  <a:lnTo>
                    <a:pt x="3131611" y="887481"/>
                  </a:lnTo>
                  <a:lnTo>
                    <a:pt x="3054979" y="878020"/>
                  </a:lnTo>
                  <a:lnTo>
                    <a:pt x="2984633" y="867447"/>
                  </a:lnTo>
                  <a:lnTo>
                    <a:pt x="2920154" y="855612"/>
                  </a:lnTo>
                  <a:lnTo>
                    <a:pt x="2860813" y="842330"/>
                  </a:lnTo>
                  <a:lnTo>
                    <a:pt x="2805712" y="827390"/>
                  </a:lnTo>
                  <a:lnTo>
                    <a:pt x="2753896" y="810574"/>
                  </a:lnTo>
                  <a:lnTo>
                    <a:pt x="2704439" y="791699"/>
                  </a:lnTo>
                  <a:lnTo>
                    <a:pt x="2667772" y="775846"/>
                  </a:lnTo>
                  <a:lnTo>
                    <a:pt x="2619447" y="752588"/>
                  </a:lnTo>
                  <a:lnTo>
                    <a:pt x="2571593" y="727009"/>
                  </a:lnTo>
                  <a:lnTo>
                    <a:pt x="2523731" y="699074"/>
                  </a:lnTo>
                  <a:lnTo>
                    <a:pt x="2475535" y="668822"/>
                  </a:lnTo>
                  <a:lnTo>
                    <a:pt x="2426803" y="636378"/>
                  </a:lnTo>
                  <a:lnTo>
                    <a:pt x="2377448" y="601957"/>
                  </a:lnTo>
                  <a:lnTo>
                    <a:pt x="2327486" y="565865"/>
                  </a:lnTo>
                  <a:lnTo>
                    <a:pt x="2277012" y="528488"/>
                  </a:lnTo>
                  <a:lnTo>
                    <a:pt x="2226191" y="490281"/>
                  </a:lnTo>
                  <a:lnTo>
                    <a:pt x="2175228" y="451740"/>
                  </a:lnTo>
                  <a:lnTo>
                    <a:pt x="2124344" y="413385"/>
                  </a:lnTo>
                  <a:lnTo>
                    <a:pt x="2073752" y="375722"/>
                  </a:lnTo>
                  <a:lnTo>
                    <a:pt x="2023631" y="339220"/>
                  </a:lnTo>
                  <a:lnTo>
                    <a:pt x="1974097" y="304287"/>
                  </a:lnTo>
                  <a:lnTo>
                    <a:pt x="1925191" y="271252"/>
                  </a:lnTo>
                  <a:lnTo>
                    <a:pt x="1876857" y="240356"/>
                  </a:lnTo>
                  <a:lnTo>
                    <a:pt x="1828927" y="211751"/>
                  </a:lnTo>
                  <a:lnTo>
                    <a:pt x="1781113" y="185499"/>
                  </a:lnTo>
                  <a:lnTo>
                    <a:pt x="1732980" y="161586"/>
                  </a:lnTo>
                  <a:lnTo>
                    <a:pt x="1719082" y="155169"/>
                  </a:lnTo>
                  <a:lnTo>
                    <a:pt x="1670873" y="134652"/>
                  </a:lnTo>
                  <a:lnTo>
                    <a:pt x="1620936" y="116278"/>
                  </a:lnTo>
                  <a:lnTo>
                    <a:pt x="1568428" y="99925"/>
                  </a:lnTo>
                  <a:lnTo>
                    <a:pt x="1512408" y="85398"/>
                  </a:lnTo>
                  <a:lnTo>
                    <a:pt x="1451928" y="72476"/>
                  </a:lnTo>
                  <a:lnTo>
                    <a:pt x="1386117" y="60956"/>
                  </a:lnTo>
                  <a:lnTo>
                    <a:pt x="1314305" y="50658"/>
                  </a:lnTo>
                  <a:lnTo>
                    <a:pt x="1236174" y="41443"/>
                  </a:lnTo>
                  <a:lnTo>
                    <a:pt x="1151967" y="33215"/>
                  </a:lnTo>
                  <a:lnTo>
                    <a:pt x="1062720" y="25919"/>
                  </a:lnTo>
                  <a:lnTo>
                    <a:pt x="970478" y="19539"/>
                  </a:lnTo>
                  <a:lnTo>
                    <a:pt x="878394" y="14087"/>
                  </a:lnTo>
                  <a:lnTo>
                    <a:pt x="790579" y="9588"/>
                  </a:lnTo>
                  <a:lnTo>
                    <a:pt x="711620" y="6050"/>
                  </a:lnTo>
                  <a:lnTo>
                    <a:pt x="645763" y="3448"/>
                  </a:lnTo>
                  <a:lnTo>
                    <a:pt x="595953" y="1698"/>
                  </a:lnTo>
                  <a:lnTo>
                    <a:pt x="563048" y="665"/>
                  </a:lnTo>
                  <a:lnTo>
                    <a:pt x="545468" y="170"/>
                  </a:lnTo>
                  <a:lnTo>
                    <a:pt x="539316" y="1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546595" y="1273132"/>
              <a:ext cx="8234974" cy="2782156"/>
            </a:xfrm>
            <a:custGeom>
              <a:avLst/>
              <a:pathLst>
                <a:path w="8234974" h="2782156">
                  <a:moveTo>
                    <a:pt x="0" y="0"/>
                  </a:moveTo>
                  <a:lnTo>
                    <a:pt x="538736" y="0"/>
                  </a:lnTo>
                  <a:lnTo>
                    <a:pt x="540023" y="30"/>
                  </a:lnTo>
                  <a:lnTo>
                    <a:pt x="548418" y="249"/>
                  </a:lnTo>
                  <a:lnTo>
                    <a:pt x="569355" y="854"/>
                  </a:lnTo>
                  <a:lnTo>
                    <a:pt x="606212" y="2042"/>
                  </a:lnTo>
                  <a:lnTo>
                    <a:pt x="659987" y="3983"/>
                  </a:lnTo>
                  <a:lnTo>
                    <a:pt x="729277" y="6802"/>
                  </a:lnTo>
                  <a:lnTo>
                    <a:pt x="810744" y="10566"/>
                  </a:lnTo>
                  <a:lnTo>
                    <a:pt x="899978" y="15293"/>
                  </a:lnTo>
                  <a:lnTo>
                    <a:pt x="992441" y="20966"/>
                  </a:lnTo>
                  <a:lnTo>
                    <a:pt x="1084217" y="27564"/>
                  </a:lnTo>
                  <a:lnTo>
                    <a:pt x="1172415" y="35078"/>
                  </a:lnTo>
                  <a:lnTo>
                    <a:pt x="1255244" y="43533"/>
                  </a:lnTo>
                  <a:lnTo>
                    <a:pt x="1331876" y="52994"/>
                  </a:lnTo>
                  <a:lnTo>
                    <a:pt x="1402222" y="63567"/>
                  </a:lnTo>
                  <a:lnTo>
                    <a:pt x="1466700" y="75402"/>
                  </a:lnTo>
                  <a:lnTo>
                    <a:pt x="1526041" y="88684"/>
                  </a:lnTo>
                  <a:lnTo>
                    <a:pt x="1581143" y="103625"/>
                  </a:lnTo>
                  <a:lnTo>
                    <a:pt x="1632959" y="120440"/>
                  </a:lnTo>
                  <a:lnTo>
                    <a:pt x="1682416" y="139315"/>
                  </a:lnTo>
                  <a:lnTo>
                    <a:pt x="1719082" y="155169"/>
                  </a:lnTo>
                  <a:lnTo>
                    <a:pt x="1767408" y="178426"/>
                  </a:lnTo>
                  <a:lnTo>
                    <a:pt x="1815262" y="204005"/>
                  </a:lnTo>
                  <a:lnTo>
                    <a:pt x="1863123" y="231940"/>
                  </a:lnTo>
                  <a:lnTo>
                    <a:pt x="1911320" y="262192"/>
                  </a:lnTo>
                  <a:lnTo>
                    <a:pt x="1960052" y="294636"/>
                  </a:lnTo>
                  <a:lnTo>
                    <a:pt x="2009406" y="329057"/>
                  </a:lnTo>
                  <a:lnTo>
                    <a:pt x="2059369" y="365149"/>
                  </a:lnTo>
                  <a:lnTo>
                    <a:pt x="2109842" y="402526"/>
                  </a:lnTo>
                  <a:lnTo>
                    <a:pt x="2160663" y="440734"/>
                  </a:lnTo>
                  <a:lnTo>
                    <a:pt x="2211627" y="479274"/>
                  </a:lnTo>
                  <a:lnTo>
                    <a:pt x="2262511" y="517629"/>
                  </a:lnTo>
                  <a:lnTo>
                    <a:pt x="2313102" y="555292"/>
                  </a:lnTo>
                  <a:lnTo>
                    <a:pt x="2363224" y="591794"/>
                  </a:lnTo>
                  <a:lnTo>
                    <a:pt x="2412758" y="626728"/>
                  </a:lnTo>
                  <a:lnTo>
                    <a:pt x="2461664" y="659763"/>
                  </a:lnTo>
                  <a:lnTo>
                    <a:pt x="2509998" y="690658"/>
                  </a:lnTo>
                  <a:lnTo>
                    <a:pt x="2557927" y="719264"/>
                  </a:lnTo>
                  <a:lnTo>
                    <a:pt x="2605742" y="745515"/>
                  </a:lnTo>
                  <a:lnTo>
                    <a:pt x="2653874" y="769429"/>
                  </a:lnTo>
                  <a:lnTo>
                    <a:pt x="2667772" y="775846"/>
                  </a:lnTo>
                  <a:lnTo>
                    <a:pt x="2715982" y="796362"/>
                  </a:lnTo>
                  <a:lnTo>
                    <a:pt x="2765918" y="814736"/>
                  </a:lnTo>
                  <a:lnTo>
                    <a:pt x="2818427" y="831089"/>
                  </a:lnTo>
                  <a:lnTo>
                    <a:pt x="2874446" y="845617"/>
                  </a:lnTo>
                  <a:lnTo>
                    <a:pt x="2934927" y="858538"/>
                  </a:lnTo>
                  <a:lnTo>
                    <a:pt x="3000737" y="870059"/>
                  </a:lnTo>
                  <a:lnTo>
                    <a:pt x="3072550" y="880356"/>
                  </a:lnTo>
                  <a:lnTo>
                    <a:pt x="3150680" y="889571"/>
                  </a:lnTo>
                  <a:lnTo>
                    <a:pt x="3234888" y="897799"/>
                  </a:lnTo>
                  <a:lnTo>
                    <a:pt x="3324135" y="905096"/>
                  </a:lnTo>
                  <a:lnTo>
                    <a:pt x="3416376" y="911476"/>
                  </a:lnTo>
                  <a:lnTo>
                    <a:pt x="3508461" y="916927"/>
                  </a:lnTo>
                  <a:lnTo>
                    <a:pt x="3596275" y="921427"/>
                  </a:lnTo>
                  <a:lnTo>
                    <a:pt x="3675234" y="924964"/>
                  </a:lnTo>
                  <a:lnTo>
                    <a:pt x="3741092" y="927567"/>
                  </a:lnTo>
                  <a:lnTo>
                    <a:pt x="3790902" y="929316"/>
                  </a:lnTo>
                  <a:lnTo>
                    <a:pt x="3823807" y="930349"/>
                  </a:lnTo>
                  <a:lnTo>
                    <a:pt x="3841386" y="930845"/>
                  </a:lnTo>
                  <a:lnTo>
                    <a:pt x="3847538" y="931001"/>
                  </a:lnTo>
                  <a:lnTo>
                    <a:pt x="3848118" y="931015"/>
                  </a:lnTo>
                  <a:lnTo>
                    <a:pt x="4386855" y="931015"/>
                  </a:lnTo>
                  <a:lnTo>
                    <a:pt x="4388096" y="931074"/>
                  </a:lnTo>
                  <a:lnTo>
                    <a:pt x="4396202" y="931493"/>
                  </a:lnTo>
                  <a:lnTo>
                    <a:pt x="4416444" y="932652"/>
                  </a:lnTo>
                  <a:lnTo>
                    <a:pt x="4452144" y="934928"/>
                  </a:lnTo>
                  <a:lnTo>
                    <a:pt x="4504367" y="938652"/>
                  </a:lnTo>
                  <a:lnTo>
                    <a:pt x="4571878" y="944068"/>
                  </a:lnTo>
                  <a:lnTo>
                    <a:pt x="4651558" y="951313"/>
                  </a:lnTo>
                  <a:lnTo>
                    <a:pt x="4739202" y="960425"/>
                  </a:lnTo>
                  <a:lnTo>
                    <a:pt x="4830408" y="971378"/>
                  </a:lnTo>
                  <a:lnTo>
                    <a:pt x="4921316" y="984128"/>
                  </a:lnTo>
                  <a:lnTo>
                    <a:pt x="5009015" y="998656"/>
                  </a:lnTo>
                  <a:lnTo>
                    <a:pt x="5091648" y="1014999"/>
                  </a:lnTo>
                  <a:lnTo>
                    <a:pt x="5168300" y="1033269"/>
                  </a:lnTo>
                  <a:lnTo>
                    <a:pt x="5238792" y="1053659"/>
                  </a:lnTo>
                  <a:lnTo>
                    <a:pt x="5303462" y="1076442"/>
                  </a:lnTo>
                  <a:lnTo>
                    <a:pt x="5362973" y="1101962"/>
                  </a:lnTo>
                  <a:lnTo>
                    <a:pt x="5418168" y="1130618"/>
                  </a:lnTo>
                  <a:lnTo>
                    <a:pt x="5469965" y="1162827"/>
                  </a:lnTo>
                  <a:lnTo>
                    <a:pt x="5519269" y="1198965"/>
                  </a:lnTo>
                  <a:lnTo>
                    <a:pt x="5566892" y="1239260"/>
                  </a:lnTo>
                  <a:lnTo>
                    <a:pt x="5567201" y="1239538"/>
                  </a:lnTo>
                  <a:lnTo>
                    <a:pt x="5608486" y="1278718"/>
                  </a:lnTo>
                  <a:lnTo>
                    <a:pt x="5649369" y="1321244"/>
                  </a:lnTo>
                  <a:lnTo>
                    <a:pt x="5690169" y="1367181"/>
                  </a:lnTo>
                  <a:lnTo>
                    <a:pt x="5731124" y="1416516"/>
                  </a:lnTo>
                  <a:lnTo>
                    <a:pt x="5772395" y="1469150"/>
                  </a:lnTo>
                  <a:lnTo>
                    <a:pt x="5814083" y="1524890"/>
                  </a:lnTo>
                  <a:lnTo>
                    <a:pt x="5856228" y="1583448"/>
                  </a:lnTo>
                  <a:lnTo>
                    <a:pt x="5898819" y="1644444"/>
                  </a:lnTo>
                  <a:lnTo>
                    <a:pt x="5941799" y="1707406"/>
                  </a:lnTo>
                  <a:lnTo>
                    <a:pt x="5985075" y="1771792"/>
                  </a:lnTo>
                  <a:lnTo>
                    <a:pt x="6028527" y="1837003"/>
                  </a:lnTo>
                  <a:lnTo>
                    <a:pt x="6072021" y="1902405"/>
                  </a:lnTo>
                  <a:lnTo>
                    <a:pt x="6115419" y="1967359"/>
                  </a:lnTo>
                  <a:lnTo>
                    <a:pt x="6158589" y="2031243"/>
                  </a:lnTo>
                  <a:lnTo>
                    <a:pt x="6201422" y="2093478"/>
                  </a:lnTo>
                  <a:lnTo>
                    <a:pt x="6243838" y="2153547"/>
                  </a:lnTo>
                  <a:lnTo>
                    <a:pt x="6285798" y="2211015"/>
                  </a:lnTo>
                  <a:lnTo>
                    <a:pt x="6327311" y="2265537"/>
                  </a:lnTo>
                  <a:lnTo>
                    <a:pt x="6368440" y="2316864"/>
                  </a:lnTo>
                  <a:lnTo>
                    <a:pt x="6409309" y="2364841"/>
                  </a:lnTo>
                  <a:lnTo>
                    <a:pt x="6450110" y="2409406"/>
                  </a:lnTo>
                  <a:lnTo>
                    <a:pt x="6491111" y="2450578"/>
                  </a:lnTo>
                  <a:lnTo>
                    <a:pt x="6515891" y="2473633"/>
                  </a:lnTo>
                  <a:lnTo>
                    <a:pt x="6563506" y="2513955"/>
                  </a:lnTo>
                  <a:lnTo>
                    <a:pt x="6612796" y="2550120"/>
                  </a:lnTo>
                  <a:lnTo>
                    <a:pt x="6664573" y="2582353"/>
                  </a:lnTo>
                  <a:lnTo>
                    <a:pt x="6719744" y="2611031"/>
                  </a:lnTo>
                  <a:lnTo>
                    <a:pt x="6779223" y="2636571"/>
                  </a:lnTo>
                  <a:lnTo>
                    <a:pt x="6843857" y="2659371"/>
                  </a:lnTo>
                  <a:lnTo>
                    <a:pt x="6914309" y="2679776"/>
                  </a:lnTo>
                  <a:lnTo>
                    <a:pt x="6990920" y="2698059"/>
                  </a:lnTo>
                  <a:lnTo>
                    <a:pt x="7073516" y="2714414"/>
                  </a:lnTo>
                  <a:lnTo>
                    <a:pt x="7161187" y="2728954"/>
                  </a:lnTo>
                  <a:lnTo>
                    <a:pt x="7252082" y="2741716"/>
                  </a:lnTo>
                  <a:lnTo>
                    <a:pt x="7343298" y="2752681"/>
                  </a:lnTo>
                  <a:lnTo>
                    <a:pt x="7430979" y="2761805"/>
                  </a:lnTo>
                  <a:lnTo>
                    <a:pt x="7510727" y="2769062"/>
                  </a:lnTo>
                  <a:lnTo>
                    <a:pt x="7578329" y="2774489"/>
                  </a:lnTo>
                  <a:lnTo>
                    <a:pt x="7630658" y="2778223"/>
                  </a:lnTo>
                  <a:lnTo>
                    <a:pt x="7666467" y="2780508"/>
                  </a:lnTo>
                  <a:lnTo>
                    <a:pt x="7686802" y="2781674"/>
                  </a:lnTo>
                  <a:lnTo>
                    <a:pt x="7694972" y="2782097"/>
                  </a:lnTo>
                  <a:lnTo>
                    <a:pt x="7696237" y="2782156"/>
                  </a:lnTo>
                  <a:lnTo>
                    <a:pt x="7696237" y="2782156"/>
                  </a:lnTo>
                  <a:lnTo>
                    <a:pt x="8234974" y="27821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546595" y="1262243"/>
              <a:ext cx="8234974" cy="2782156"/>
            </a:xfrm>
            <a:custGeom>
              <a:avLst/>
              <a:pathLst>
                <a:path w="8234974" h="2782156">
                  <a:moveTo>
                    <a:pt x="8234974" y="2782156"/>
                  </a:moveTo>
                  <a:lnTo>
                    <a:pt x="7696237" y="2782156"/>
                  </a:lnTo>
                  <a:lnTo>
                    <a:pt x="7694996" y="2782098"/>
                  </a:lnTo>
                  <a:lnTo>
                    <a:pt x="7686890" y="2781678"/>
                  </a:lnTo>
                  <a:lnTo>
                    <a:pt x="7666648" y="2780519"/>
                  </a:lnTo>
                  <a:lnTo>
                    <a:pt x="7630948" y="2778243"/>
                  </a:lnTo>
                  <a:lnTo>
                    <a:pt x="7578725" y="2774519"/>
                  </a:lnTo>
                  <a:lnTo>
                    <a:pt x="7511215" y="2769104"/>
                  </a:lnTo>
                  <a:lnTo>
                    <a:pt x="7431534" y="2761859"/>
                  </a:lnTo>
                  <a:lnTo>
                    <a:pt x="7343891" y="2752747"/>
                  </a:lnTo>
                  <a:lnTo>
                    <a:pt x="7252684" y="2741794"/>
                  </a:lnTo>
                  <a:lnTo>
                    <a:pt x="7161776" y="2729044"/>
                  </a:lnTo>
                  <a:lnTo>
                    <a:pt x="7074077" y="2714516"/>
                  </a:lnTo>
                  <a:lnTo>
                    <a:pt x="6991444" y="2698173"/>
                  </a:lnTo>
                  <a:lnTo>
                    <a:pt x="6914793" y="2679903"/>
                  </a:lnTo>
                  <a:lnTo>
                    <a:pt x="6844300" y="2659513"/>
                  </a:lnTo>
                  <a:lnTo>
                    <a:pt x="6779631" y="2636730"/>
                  </a:lnTo>
                  <a:lnTo>
                    <a:pt x="6720120" y="2611209"/>
                  </a:lnTo>
                  <a:lnTo>
                    <a:pt x="6664924" y="2582553"/>
                  </a:lnTo>
                  <a:lnTo>
                    <a:pt x="6613127" y="2550344"/>
                  </a:lnTo>
                  <a:lnTo>
                    <a:pt x="6563823" y="2514206"/>
                  </a:lnTo>
                  <a:lnTo>
                    <a:pt x="6516200" y="2473912"/>
                  </a:lnTo>
                  <a:lnTo>
                    <a:pt x="6515891" y="2473633"/>
                  </a:lnTo>
                  <a:lnTo>
                    <a:pt x="6474607" y="2434454"/>
                  </a:lnTo>
                  <a:lnTo>
                    <a:pt x="6433724" y="2391927"/>
                  </a:lnTo>
                  <a:lnTo>
                    <a:pt x="6392923" y="2345990"/>
                  </a:lnTo>
                  <a:lnTo>
                    <a:pt x="6351969" y="2296655"/>
                  </a:lnTo>
                  <a:lnTo>
                    <a:pt x="6310697" y="2244022"/>
                  </a:lnTo>
                  <a:lnTo>
                    <a:pt x="6269009" y="2188282"/>
                  </a:lnTo>
                  <a:lnTo>
                    <a:pt x="6226864" y="2129723"/>
                  </a:lnTo>
                  <a:lnTo>
                    <a:pt x="6184274" y="2068728"/>
                  </a:lnTo>
                  <a:lnTo>
                    <a:pt x="6141294" y="2005765"/>
                  </a:lnTo>
                  <a:lnTo>
                    <a:pt x="6098018" y="1941379"/>
                  </a:lnTo>
                  <a:lnTo>
                    <a:pt x="6054565" y="1876169"/>
                  </a:lnTo>
                  <a:lnTo>
                    <a:pt x="6011071" y="1810766"/>
                  </a:lnTo>
                  <a:lnTo>
                    <a:pt x="5967674" y="1745812"/>
                  </a:lnTo>
                  <a:lnTo>
                    <a:pt x="5924504" y="1681928"/>
                  </a:lnTo>
                  <a:lnTo>
                    <a:pt x="5881671" y="1619694"/>
                  </a:lnTo>
                  <a:lnTo>
                    <a:pt x="5839255" y="1559625"/>
                  </a:lnTo>
                  <a:lnTo>
                    <a:pt x="5797294" y="1502157"/>
                  </a:lnTo>
                  <a:lnTo>
                    <a:pt x="5755782" y="1447635"/>
                  </a:lnTo>
                  <a:lnTo>
                    <a:pt x="5714653" y="1396308"/>
                  </a:lnTo>
                  <a:lnTo>
                    <a:pt x="5673784" y="1348330"/>
                  </a:lnTo>
                  <a:lnTo>
                    <a:pt x="5632983" y="1303765"/>
                  </a:lnTo>
                  <a:lnTo>
                    <a:pt x="5591982" y="1262594"/>
                  </a:lnTo>
                  <a:lnTo>
                    <a:pt x="5567201" y="1239538"/>
                  </a:lnTo>
                  <a:lnTo>
                    <a:pt x="5519587" y="1199216"/>
                  </a:lnTo>
                  <a:lnTo>
                    <a:pt x="5470297" y="1163052"/>
                  </a:lnTo>
                  <a:lnTo>
                    <a:pt x="5418519" y="1130818"/>
                  </a:lnTo>
                  <a:lnTo>
                    <a:pt x="5363349" y="1102140"/>
                  </a:lnTo>
                  <a:lnTo>
                    <a:pt x="5303869" y="1076600"/>
                  </a:lnTo>
                  <a:lnTo>
                    <a:pt x="5239236" y="1053800"/>
                  </a:lnTo>
                  <a:lnTo>
                    <a:pt x="5168783" y="1033395"/>
                  </a:lnTo>
                  <a:lnTo>
                    <a:pt x="5092172" y="1015112"/>
                  </a:lnTo>
                  <a:lnTo>
                    <a:pt x="5009577" y="998757"/>
                  </a:lnTo>
                  <a:lnTo>
                    <a:pt x="4921906" y="984217"/>
                  </a:lnTo>
                  <a:lnTo>
                    <a:pt x="4831011" y="971456"/>
                  </a:lnTo>
                  <a:lnTo>
                    <a:pt x="4739794" y="960491"/>
                  </a:lnTo>
                  <a:lnTo>
                    <a:pt x="4652114" y="951366"/>
                  </a:lnTo>
                  <a:lnTo>
                    <a:pt x="4572366" y="944109"/>
                  </a:lnTo>
                  <a:lnTo>
                    <a:pt x="4504764" y="938682"/>
                  </a:lnTo>
                  <a:lnTo>
                    <a:pt x="4452434" y="934948"/>
                  </a:lnTo>
                  <a:lnTo>
                    <a:pt x="4416626" y="932663"/>
                  </a:lnTo>
                  <a:lnTo>
                    <a:pt x="4396291" y="931498"/>
                  </a:lnTo>
                  <a:lnTo>
                    <a:pt x="4388120" y="931075"/>
                  </a:lnTo>
                  <a:lnTo>
                    <a:pt x="4386855" y="931015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832" y="930984"/>
                  </a:lnTo>
                  <a:lnTo>
                    <a:pt x="3838436" y="930765"/>
                  </a:lnTo>
                  <a:lnTo>
                    <a:pt x="3817499" y="930160"/>
                  </a:lnTo>
                  <a:lnTo>
                    <a:pt x="3780642" y="928973"/>
                  </a:lnTo>
                  <a:lnTo>
                    <a:pt x="3726868" y="927032"/>
                  </a:lnTo>
                  <a:lnTo>
                    <a:pt x="3657578" y="924213"/>
                  </a:lnTo>
                  <a:lnTo>
                    <a:pt x="3576110" y="920448"/>
                  </a:lnTo>
                  <a:lnTo>
                    <a:pt x="3486876" y="915722"/>
                  </a:lnTo>
                  <a:lnTo>
                    <a:pt x="3394414" y="910048"/>
                  </a:lnTo>
                  <a:lnTo>
                    <a:pt x="3302638" y="903451"/>
                  </a:lnTo>
                  <a:lnTo>
                    <a:pt x="3214439" y="895936"/>
                  </a:lnTo>
                  <a:lnTo>
                    <a:pt x="3131611" y="887481"/>
                  </a:lnTo>
                  <a:lnTo>
                    <a:pt x="3054979" y="878020"/>
                  </a:lnTo>
                  <a:lnTo>
                    <a:pt x="2984633" y="867447"/>
                  </a:lnTo>
                  <a:lnTo>
                    <a:pt x="2920154" y="855612"/>
                  </a:lnTo>
                  <a:lnTo>
                    <a:pt x="2860813" y="842330"/>
                  </a:lnTo>
                  <a:lnTo>
                    <a:pt x="2805712" y="827390"/>
                  </a:lnTo>
                  <a:lnTo>
                    <a:pt x="2753896" y="810574"/>
                  </a:lnTo>
                  <a:lnTo>
                    <a:pt x="2704439" y="791699"/>
                  </a:lnTo>
                  <a:lnTo>
                    <a:pt x="2667772" y="775846"/>
                  </a:lnTo>
                  <a:lnTo>
                    <a:pt x="2619447" y="752588"/>
                  </a:lnTo>
                  <a:lnTo>
                    <a:pt x="2571593" y="727009"/>
                  </a:lnTo>
                  <a:lnTo>
                    <a:pt x="2523731" y="699074"/>
                  </a:lnTo>
                  <a:lnTo>
                    <a:pt x="2475535" y="668822"/>
                  </a:lnTo>
                  <a:lnTo>
                    <a:pt x="2426803" y="636378"/>
                  </a:lnTo>
                  <a:lnTo>
                    <a:pt x="2377448" y="601957"/>
                  </a:lnTo>
                  <a:lnTo>
                    <a:pt x="2327486" y="565865"/>
                  </a:lnTo>
                  <a:lnTo>
                    <a:pt x="2277012" y="528488"/>
                  </a:lnTo>
                  <a:lnTo>
                    <a:pt x="2226191" y="490281"/>
                  </a:lnTo>
                  <a:lnTo>
                    <a:pt x="2175228" y="451740"/>
                  </a:lnTo>
                  <a:lnTo>
                    <a:pt x="2124344" y="413385"/>
                  </a:lnTo>
                  <a:lnTo>
                    <a:pt x="2073752" y="375722"/>
                  </a:lnTo>
                  <a:lnTo>
                    <a:pt x="2023631" y="339220"/>
                  </a:lnTo>
                  <a:lnTo>
                    <a:pt x="1974097" y="304287"/>
                  </a:lnTo>
                  <a:lnTo>
                    <a:pt x="1925191" y="271252"/>
                  </a:lnTo>
                  <a:lnTo>
                    <a:pt x="1876857" y="240356"/>
                  </a:lnTo>
                  <a:lnTo>
                    <a:pt x="1828927" y="211751"/>
                  </a:lnTo>
                  <a:lnTo>
                    <a:pt x="1781113" y="185499"/>
                  </a:lnTo>
                  <a:lnTo>
                    <a:pt x="1732980" y="161586"/>
                  </a:lnTo>
                  <a:lnTo>
                    <a:pt x="1719082" y="155169"/>
                  </a:lnTo>
                  <a:lnTo>
                    <a:pt x="1670873" y="134652"/>
                  </a:lnTo>
                  <a:lnTo>
                    <a:pt x="1620936" y="116278"/>
                  </a:lnTo>
                  <a:lnTo>
                    <a:pt x="1568428" y="99925"/>
                  </a:lnTo>
                  <a:lnTo>
                    <a:pt x="1512408" y="85398"/>
                  </a:lnTo>
                  <a:lnTo>
                    <a:pt x="1451928" y="72476"/>
                  </a:lnTo>
                  <a:lnTo>
                    <a:pt x="1386117" y="60956"/>
                  </a:lnTo>
                  <a:lnTo>
                    <a:pt x="1314305" y="50658"/>
                  </a:lnTo>
                  <a:lnTo>
                    <a:pt x="1236174" y="41443"/>
                  </a:lnTo>
                  <a:lnTo>
                    <a:pt x="1151967" y="33215"/>
                  </a:lnTo>
                  <a:lnTo>
                    <a:pt x="1062720" y="25919"/>
                  </a:lnTo>
                  <a:lnTo>
                    <a:pt x="970478" y="19539"/>
                  </a:lnTo>
                  <a:lnTo>
                    <a:pt x="878394" y="14087"/>
                  </a:lnTo>
                  <a:lnTo>
                    <a:pt x="790579" y="9588"/>
                  </a:lnTo>
                  <a:lnTo>
                    <a:pt x="711620" y="6050"/>
                  </a:lnTo>
                  <a:lnTo>
                    <a:pt x="645763" y="3448"/>
                  </a:lnTo>
                  <a:lnTo>
                    <a:pt x="595953" y="1698"/>
                  </a:lnTo>
                  <a:lnTo>
                    <a:pt x="563048" y="665"/>
                  </a:lnTo>
                  <a:lnTo>
                    <a:pt x="545468" y="170"/>
                  </a:lnTo>
                  <a:lnTo>
                    <a:pt x="539316" y="1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5" name="pg425"/>
            <p:cNvSpPr/>
            <p:nvPr/>
          </p:nvSpPr>
          <p:spPr>
            <a:xfrm>
              <a:off x="546595" y="1273132"/>
              <a:ext cx="8234974" cy="3021716"/>
            </a:xfrm>
            <a:custGeom>
              <a:avLst/>
              <a:pathLst>
                <a:path w="8234974" h="3021716">
                  <a:moveTo>
                    <a:pt x="0" y="16333"/>
                  </a:moveTo>
                  <a:lnTo>
                    <a:pt x="538736" y="16333"/>
                  </a:lnTo>
                  <a:lnTo>
                    <a:pt x="540023" y="16364"/>
                  </a:lnTo>
                  <a:lnTo>
                    <a:pt x="548417" y="16584"/>
                  </a:lnTo>
                  <a:lnTo>
                    <a:pt x="569351" y="17193"/>
                  </a:lnTo>
                  <a:lnTo>
                    <a:pt x="606203" y="18387"/>
                  </a:lnTo>
                  <a:lnTo>
                    <a:pt x="659972" y="20339"/>
                  </a:lnTo>
                  <a:lnTo>
                    <a:pt x="729254" y="23174"/>
                  </a:lnTo>
                  <a:lnTo>
                    <a:pt x="810714" y="26960"/>
                  </a:lnTo>
                  <a:lnTo>
                    <a:pt x="899942" y="31714"/>
                  </a:lnTo>
                  <a:lnTo>
                    <a:pt x="992399" y="37420"/>
                  </a:lnTo>
                  <a:lnTo>
                    <a:pt x="1084172" y="44055"/>
                  </a:lnTo>
                  <a:lnTo>
                    <a:pt x="1172368" y="51612"/>
                  </a:lnTo>
                  <a:lnTo>
                    <a:pt x="1255196" y="60116"/>
                  </a:lnTo>
                  <a:lnTo>
                    <a:pt x="1331828" y="69631"/>
                  </a:lnTo>
                  <a:lnTo>
                    <a:pt x="1402175" y="80265"/>
                  </a:lnTo>
                  <a:lnTo>
                    <a:pt x="1466654" y="92167"/>
                  </a:lnTo>
                  <a:lnTo>
                    <a:pt x="1525996" y="105525"/>
                  </a:lnTo>
                  <a:lnTo>
                    <a:pt x="1581098" y="120551"/>
                  </a:lnTo>
                  <a:lnTo>
                    <a:pt x="1632914" y="137462"/>
                  </a:lnTo>
                  <a:lnTo>
                    <a:pt x="1682370" y="156444"/>
                  </a:lnTo>
                  <a:lnTo>
                    <a:pt x="1719082" y="172410"/>
                  </a:lnTo>
                  <a:lnTo>
                    <a:pt x="1767365" y="195782"/>
                  </a:lnTo>
                  <a:lnTo>
                    <a:pt x="1815178" y="221484"/>
                  </a:lnTo>
                  <a:lnTo>
                    <a:pt x="1862997" y="249553"/>
                  </a:lnTo>
                  <a:lnTo>
                    <a:pt x="1911150" y="279949"/>
                  </a:lnTo>
                  <a:lnTo>
                    <a:pt x="1959837" y="312545"/>
                  </a:lnTo>
                  <a:lnTo>
                    <a:pt x="2009145" y="347128"/>
                  </a:lnTo>
                  <a:lnTo>
                    <a:pt x="2059061" y="383391"/>
                  </a:lnTo>
                  <a:lnTo>
                    <a:pt x="2109487" y="420946"/>
                  </a:lnTo>
                  <a:lnTo>
                    <a:pt x="2160261" y="459339"/>
                  </a:lnTo>
                  <a:lnTo>
                    <a:pt x="2211180" y="498070"/>
                  </a:lnTo>
                  <a:lnTo>
                    <a:pt x="2262021" y="536620"/>
                  </a:lnTo>
                  <a:lnTo>
                    <a:pt x="2312572" y="574480"/>
                  </a:lnTo>
                  <a:lnTo>
                    <a:pt x="2362656" y="611178"/>
                  </a:lnTo>
                  <a:lnTo>
                    <a:pt x="2412153" y="646306"/>
                  </a:lnTo>
                  <a:lnTo>
                    <a:pt x="2461024" y="679531"/>
                  </a:lnTo>
                  <a:lnTo>
                    <a:pt x="2509323" y="710610"/>
                  </a:lnTo>
                  <a:lnTo>
                    <a:pt x="2557215" y="739392"/>
                  </a:lnTo>
                  <a:lnTo>
                    <a:pt x="2604986" y="765810"/>
                  </a:lnTo>
                  <a:lnTo>
                    <a:pt x="2653066" y="789880"/>
                  </a:lnTo>
                  <a:lnTo>
                    <a:pt x="2667772" y="796716"/>
                  </a:lnTo>
                  <a:lnTo>
                    <a:pt x="2715979" y="817352"/>
                  </a:lnTo>
                  <a:lnTo>
                    <a:pt x="2765913" y="835833"/>
                  </a:lnTo>
                  <a:lnTo>
                    <a:pt x="2818418" y="852280"/>
                  </a:lnTo>
                  <a:lnTo>
                    <a:pt x="2874435" y="866893"/>
                  </a:lnTo>
                  <a:lnTo>
                    <a:pt x="2934911" y="879889"/>
                  </a:lnTo>
                  <a:lnTo>
                    <a:pt x="3000717" y="891477"/>
                  </a:lnTo>
                  <a:lnTo>
                    <a:pt x="3072523" y="901835"/>
                  </a:lnTo>
                  <a:lnTo>
                    <a:pt x="3150648" y="911103"/>
                  </a:lnTo>
                  <a:lnTo>
                    <a:pt x="3234849" y="919380"/>
                  </a:lnTo>
                  <a:lnTo>
                    <a:pt x="3324089" y="926719"/>
                  </a:lnTo>
                  <a:lnTo>
                    <a:pt x="3416325" y="933136"/>
                  </a:lnTo>
                  <a:lnTo>
                    <a:pt x="3508406" y="938620"/>
                  </a:lnTo>
                  <a:lnTo>
                    <a:pt x="3596221" y="943146"/>
                  </a:lnTo>
                  <a:lnTo>
                    <a:pt x="3675183" y="946705"/>
                  </a:lnTo>
                  <a:lnTo>
                    <a:pt x="3741048" y="949323"/>
                  </a:lnTo>
                  <a:lnTo>
                    <a:pt x="3790869" y="951083"/>
                  </a:lnTo>
                  <a:lnTo>
                    <a:pt x="3823786" y="952123"/>
                  </a:lnTo>
                  <a:lnTo>
                    <a:pt x="3841376" y="952621"/>
                  </a:lnTo>
                  <a:lnTo>
                    <a:pt x="3847536" y="952779"/>
                  </a:lnTo>
                  <a:lnTo>
                    <a:pt x="3848118" y="952793"/>
                  </a:lnTo>
                  <a:lnTo>
                    <a:pt x="4386855" y="952793"/>
                  </a:lnTo>
                  <a:lnTo>
                    <a:pt x="4388082" y="952858"/>
                  </a:lnTo>
                  <a:lnTo>
                    <a:pt x="4396097" y="953321"/>
                  </a:lnTo>
                  <a:lnTo>
                    <a:pt x="4416119" y="954601"/>
                  </a:lnTo>
                  <a:lnTo>
                    <a:pt x="4451453" y="957115"/>
                  </a:lnTo>
                  <a:lnTo>
                    <a:pt x="4503182" y="961229"/>
                  </a:lnTo>
                  <a:lnTo>
                    <a:pt x="4570124" y="967215"/>
                  </a:lnTo>
                  <a:lnTo>
                    <a:pt x="4649231" y="975227"/>
                  </a:lnTo>
                  <a:lnTo>
                    <a:pt x="4736360" y="985310"/>
                  </a:lnTo>
                  <a:lnTo>
                    <a:pt x="4827155" y="997435"/>
                  </a:lnTo>
                  <a:lnTo>
                    <a:pt x="4917776" y="1011555"/>
                  </a:lnTo>
                  <a:lnTo>
                    <a:pt x="5005306" y="1027646"/>
                  </a:lnTo>
                  <a:lnTo>
                    <a:pt x="5087868" y="1045746"/>
                  </a:lnTo>
                  <a:lnTo>
                    <a:pt x="5164521" y="1065974"/>
                  </a:lnTo>
                  <a:lnTo>
                    <a:pt x="5235057" y="1088540"/>
                  </a:lnTo>
                  <a:lnTo>
                    <a:pt x="5299787" y="1113741"/>
                  </a:lnTo>
                  <a:lnTo>
                    <a:pt x="5359354" y="1141953"/>
                  </a:lnTo>
                  <a:lnTo>
                    <a:pt x="5414584" y="1173613"/>
                  </a:lnTo>
                  <a:lnTo>
                    <a:pt x="5466381" y="1209182"/>
                  </a:lnTo>
                  <a:lnTo>
                    <a:pt x="5515642" y="1249081"/>
                  </a:lnTo>
                  <a:lnTo>
                    <a:pt x="5563181" y="1293580"/>
                  </a:lnTo>
                  <a:lnTo>
                    <a:pt x="5567201" y="1297613"/>
                  </a:lnTo>
                  <a:lnTo>
                    <a:pt x="5607020" y="1339774"/>
                  </a:lnTo>
                  <a:lnTo>
                    <a:pt x="5646454" y="1385410"/>
                  </a:lnTo>
                  <a:lnTo>
                    <a:pt x="5685794" y="1434589"/>
                  </a:lnTo>
                  <a:lnTo>
                    <a:pt x="5725256" y="1487305"/>
                  </a:lnTo>
                  <a:lnTo>
                    <a:pt x="5764996" y="1543470"/>
                  </a:lnTo>
                  <a:lnTo>
                    <a:pt x="5805111" y="1602907"/>
                  </a:lnTo>
                  <a:lnTo>
                    <a:pt x="5845648" y="1665346"/>
                  </a:lnTo>
                  <a:lnTo>
                    <a:pt x="5886606" y="1730427"/>
                  </a:lnTo>
                  <a:lnTo>
                    <a:pt x="5927945" y="1797700"/>
                  </a:lnTo>
                  <a:lnTo>
                    <a:pt x="5969591" y="1866642"/>
                  </a:lnTo>
                  <a:lnTo>
                    <a:pt x="6011443" y="1936668"/>
                  </a:lnTo>
                  <a:lnTo>
                    <a:pt x="6053384" y="2007155"/>
                  </a:lnTo>
                  <a:lnTo>
                    <a:pt x="6095289" y="2077460"/>
                  </a:lnTo>
                  <a:lnTo>
                    <a:pt x="6137038" y="2146949"/>
                  </a:lnTo>
                  <a:lnTo>
                    <a:pt x="6178522" y="2215018"/>
                  </a:lnTo>
                  <a:lnTo>
                    <a:pt x="6219653" y="2281113"/>
                  </a:lnTo>
                  <a:lnTo>
                    <a:pt x="6260376" y="2344753"/>
                  </a:lnTo>
                  <a:lnTo>
                    <a:pt x="6300672" y="2405536"/>
                  </a:lnTo>
                  <a:lnTo>
                    <a:pt x="6340566" y="2463153"/>
                  </a:lnTo>
                  <a:lnTo>
                    <a:pt x="6380134" y="2517388"/>
                  </a:lnTo>
                  <a:lnTo>
                    <a:pt x="6419504" y="2568113"/>
                  </a:lnTo>
                  <a:lnTo>
                    <a:pt x="6458866" y="2615288"/>
                  </a:lnTo>
                  <a:lnTo>
                    <a:pt x="6498477" y="2658950"/>
                  </a:lnTo>
                  <a:lnTo>
                    <a:pt x="6515891" y="2676895"/>
                  </a:lnTo>
                  <a:lnTo>
                    <a:pt x="6563315" y="2721793"/>
                  </a:lnTo>
                  <a:lnTo>
                    <a:pt x="6612398" y="2762079"/>
                  </a:lnTo>
                  <a:lnTo>
                    <a:pt x="6663943" y="2798004"/>
                  </a:lnTo>
                  <a:lnTo>
                    <a:pt x="6718842" y="2829981"/>
                  </a:lnTo>
                  <a:lnTo>
                    <a:pt x="6778003" y="2858471"/>
                  </a:lnTo>
                  <a:lnTo>
                    <a:pt x="6842262" y="2883915"/>
                  </a:lnTo>
                  <a:lnTo>
                    <a:pt x="6912282" y="2906694"/>
                  </a:lnTo>
                  <a:lnTo>
                    <a:pt x="6988409" y="2927114"/>
                  </a:lnTo>
                  <a:lnTo>
                    <a:pt x="7070489" y="2945390"/>
                  </a:lnTo>
                  <a:lnTo>
                    <a:pt x="7157652" y="2961651"/>
                  </a:lnTo>
                  <a:lnTo>
                    <a:pt x="7248107" y="2975940"/>
                  </a:lnTo>
                  <a:lnTo>
                    <a:pt x="7339027" y="2988238"/>
                  </a:lnTo>
                  <a:lnTo>
                    <a:pt x="7426638" y="2998498"/>
                  </a:lnTo>
                  <a:lnTo>
                    <a:pt x="7506605" y="3006687"/>
                  </a:lnTo>
                  <a:lnTo>
                    <a:pt x="7574731" y="3012843"/>
                  </a:lnTo>
                  <a:lnTo>
                    <a:pt x="7627843" y="3017108"/>
                  </a:lnTo>
                  <a:lnTo>
                    <a:pt x="7664574" y="3019746"/>
                  </a:lnTo>
                  <a:lnTo>
                    <a:pt x="7685810" y="3021116"/>
                  </a:lnTo>
                  <a:lnTo>
                    <a:pt x="7694675" y="3021633"/>
                  </a:lnTo>
                  <a:lnTo>
                    <a:pt x="7696237" y="3021716"/>
                  </a:lnTo>
                  <a:lnTo>
                    <a:pt x="8234974" y="3021716"/>
                  </a:lnTo>
                  <a:lnTo>
                    <a:pt x="8234974" y="3005382"/>
                  </a:lnTo>
                  <a:lnTo>
                    <a:pt x="7696237" y="3005382"/>
                  </a:lnTo>
                  <a:lnTo>
                    <a:pt x="7695011" y="3005318"/>
                  </a:lnTo>
                  <a:lnTo>
                    <a:pt x="7686996" y="3004854"/>
                  </a:lnTo>
                  <a:lnTo>
                    <a:pt x="7666974" y="3003574"/>
                  </a:lnTo>
                  <a:lnTo>
                    <a:pt x="7631640" y="3001060"/>
                  </a:lnTo>
                  <a:lnTo>
                    <a:pt x="7579910" y="2996946"/>
                  </a:lnTo>
                  <a:lnTo>
                    <a:pt x="7512968" y="2990960"/>
                  </a:lnTo>
                  <a:lnTo>
                    <a:pt x="7433861" y="2982948"/>
                  </a:lnTo>
                  <a:lnTo>
                    <a:pt x="7346733" y="2972866"/>
                  </a:lnTo>
                  <a:lnTo>
                    <a:pt x="7255937" y="2960740"/>
                  </a:lnTo>
                  <a:lnTo>
                    <a:pt x="7165317" y="2946620"/>
                  </a:lnTo>
                  <a:lnTo>
                    <a:pt x="7077786" y="2930530"/>
                  </a:lnTo>
                  <a:lnTo>
                    <a:pt x="6995224" y="2912430"/>
                  </a:lnTo>
                  <a:lnTo>
                    <a:pt x="6918572" y="2892201"/>
                  </a:lnTo>
                  <a:lnTo>
                    <a:pt x="6848036" y="2869635"/>
                  </a:lnTo>
                  <a:lnTo>
                    <a:pt x="6783305" y="2844434"/>
                  </a:lnTo>
                  <a:lnTo>
                    <a:pt x="6723738" y="2816222"/>
                  </a:lnTo>
                  <a:lnTo>
                    <a:pt x="6668508" y="2784562"/>
                  </a:lnTo>
                  <a:lnTo>
                    <a:pt x="6616712" y="2748994"/>
                  </a:lnTo>
                  <a:lnTo>
                    <a:pt x="6567450" y="2709095"/>
                  </a:lnTo>
                  <a:lnTo>
                    <a:pt x="6519912" y="2664595"/>
                  </a:lnTo>
                  <a:lnTo>
                    <a:pt x="6515891" y="2660562"/>
                  </a:lnTo>
                  <a:lnTo>
                    <a:pt x="6476072" y="2618401"/>
                  </a:lnTo>
                  <a:lnTo>
                    <a:pt x="6436638" y="2572765"/>
                  </a:lnTo>
                  <a:lnTo>
                    <a:pt x="6397299" y="2523586"/>
                  </a:lnTo>
                  <a:lnTo>
                    <a:pt x="6357836" y="2470870"/>
                  </a:lnTo>
                  <a:lnTo>
                    <a:pt x="6318096" y="2414705"/>
                  </a:lnTo>
                  <a:lnTo>
                    <a:pt x="6277981" y="2355268"/>
                  </a:lnTo>
                  <a:lnTo>
                    <a:pt x="6237444" y="2292829"/>
                  </a:lnTo>
                  <a:lnTo>
                    <a:pt x="6196486" y="2227749"/>
                  </a:lnTo>
                  <a:lnTo>
                    <a:pt x="6155147" y="2160476"/>
                  </a:lnTo>
                  <a:lnTo>
                    <a:pt x="6113501" y="2091534"/>
                  </a:lnTo>
                  <a:lnTo>
                    <a:pt x="6071650" y="2021507"/>
                  </a:lnTo>
                  <a:lnTo>
                    <a:pt x="6029709" y="1951020"/>
                  </a:lnTo>
                  <a:lnTo>
                    <a:pt x="5987803" y="1880715"/>
                  </a:lnTo>
                  <a:lnTo>
                    <a:pt x="5946054" y="1811226"/>
                  </a:lnTo>
                  <a:lnTo>
                    <a:pt x="5904571" y="1743158"/>
                  </a:lnTo>
                  <a:lnTo>
                    <a:pt x="5863440" y="1677062"/>
                  </a:lnTo>
                  <a:lnTo>
                    <a:pt x="5822717" y="1613423"/>
                  </a:lnTo>
                  <a:lnTo>
                    <a:pt x="5782421" y="1552639"/>
                  </a:lnTo>
                  <a:lnTo>
                    <a:pt x="5742526" y="1495022"/>
                  </a:lnTo>
                  <a:lnTo>
                    <a:pt x="5702958" y="1440788"/>
                  </a:lnTo>
                  <a:lnTo>
                    <a:pt x="5663588" y="1390063"/>
                  </a:lnTo>
                  <a:lnTo>
                    <a:pt x="5624226" y="1342887"/>
                  </a:lnTo>
                  <a:lnTo>
                    <a:pt x="5584616" y="1299225"/>
                  </a:lnTo>
                  <a:lnTo>
                    <a:pt x="5567201" y="1281280"/>
                  </a:lnTo>
                  <a:lnTo>
                    <a:pt x="5519778" y="1236382"/>
                  </a:lnTo>
                  <a:lnTo>
                    <a:pt x="5470694" y="1196096"/>
                  </a:lnTo>
                  <a:lnTo>
                    <a:pt x="5419150" y="1160171"/>
                  </a:lnTo>
                  <a:lnTo>
                    <a:pt x="5364250" y="1128194"/>
                  </a:lnTo>
                  <a:lnTo>
                    <a:pt x="5305089" y="1099704"/>
                  </a:lnTo>
                  <a:lnTo>
                    <a:pt x="5240830" y="1074261"/>
                  </a:lnTo>
                  <a:lnTo>
                    <a:pt x="5170811" y="1051481"/>
                  </a:lnTo>
                  <a:lnTo>
                    <a:pt x="5094684" y="1031062"/>
                  </a:lnTo>
                  <a:lnTo>
                    <a:pt x="5012603" y="1012785"/>
                  </a:lnTo>
                  <a:lnTo>
                    <a:pt x="4925440" y="996524"/>
                  </a:lnTo>
                  <a:lnTo>
                    <a:pt x="4834985" y="982235"/>
                  </a:lnTo>
                  <a:lnTo>
                    <a:pt x="4744065" y="969937"/>
                  </a:lnTo>
                  <a:lnTo>
                    <a:pt x="4656454" y="959677"/>
                  </a:lnTo>
                  <a:lnTo>
                    <a:pt x="4576488" y="951488"/>
                  </a:lnTo>
                  <a:lnTo>
                    <a:pt x="4508361" y="945333"/>
                  </a:lnTo>
                  <a:lnTo>
                    <a:pt x="4455250" y="941067"/>
                  </a:lnTo>
                  <a:lnTo>
                    <a:pt x="4418518" y="938429"/>
                  </a:lnTo>
                  <a:lnTo>
                    <a:pt x="4397282" y="937059"/>
                  </a:lnTo>
                  <a:lnTo>
                    <a:pt x="4388417" y="936542"/>
                  </a:lnTo>
                  <a:lnTo>
                    <a:pt x="4386855" y="936459"/>
                  </a:lnTo>
                  <a:lnTo>
                    <a:pt x="3848118" y="936459"/>
                  </a:lnTo>
                  <a:lnTo>
                    <a:pt x="3846832" y="936429"/>
                  </a:lnTo>
                  <a:lnTo>
                    <a:pt x="3838438" y="936208"/>
                  </a:lnTo>
                  <a:lnTo>
                    <a:pt x="3817504" y="935600"/>
                  </a:lnTo>
                  <a:lnTo>
                    <a:pt x="3780651" y="934405"/>
                  </a:lnTo>
                  <a:lnTo>
                    <a:pt x="3726883" y="932453"/>
                  </a:lnTo>
                  <a:lnTo>
                    <a:pt x="3657601" y="929619"/>
                  </a:lnTo>
                  <a:lnTo>
                    <a:pt x="3576140" y="925832"/>
                  </a:lnTo>
                  <a:lnTo>
                    <a:pt x="3486913" y="921079"/>
                  </a:lnTo>
                  <a:lnTo>
                    <a:pt x="3394455" y="915373"/>
                  </a:lnTo>
                  <a:lnTo>
                    <a:pt x="3302683" y="908738"/>
                  </a:lnTo>
                  <a:lnTo>
                    <a:pt x="3214486" y="901180"/>
                  </a:lnTo>
                  <a:lnTo>
                    <a:pt x="3131658" y="892676"/>
                  </a:lnTo>
                  <a:lnTo>
                    <a:pt x="3055026" y="883162"/>
                  </a:lnTo>
                  <a:lnTo>
                    <a:pt x="2984680" y="872528"/>
                  </a:lnTo>
                  <a:lnTo>
                    <a:pt x="2920201" y="860625"/>
                  </a:lnTo>
                  <a:lnTo>
                    <a:pt x="2860859" y="847267"/>
                  </a:lnTo>
                  <a:lnTo>
                    <a:pt x="2805757" y="832242"/>
                  </a:lnTo>
                  <a:lnTo>
                    <a:pt x="2753941" y="815331"/>
                  </a:lnTo>
                  <a:lnTo>
                    <a:pt x="2704485" y="796348"/>
                  </a:lnTo>
                  <a:lnTo>
                    <a:pt x="2667772" y="780383"/>
                  </a:lnTo>
                  <a:lnTo>
                    <a:pt x="2619489" y="757011"/>
                  </a:lnTo>
                  <a:lnTo>
                    <a:pt x="2571676" y="731308"/>
                  </a:lnTo>
                  <a:lnTo>
                    <a:pt x="2523858" y="703239"/>
                  </a:lnTo>
                  <a:lnTo>
                    <a:pt x="2475705" y="672844"/>
                  </a:lnTo>
                  <a:lnTo>
                    <a:pt x="2427018" y="640247"/>
                  </a:lnTo>
                  <a:lnTo>
                    <a:pt x="2377710" y="605665"/>
                  </a:lnTo>
                  <a:lnTo>
                    <a:pt x="2327794" y="569402"/>
                  </a:lnTo>
                  <a:lnTo>
                    <a:pt x="2277368" y="531846"/>
                  </a:lnTo>
                  <a:lnTo>
                    <a:pt x="2226593" y="493453"/>
                  </a:lnTo>
                  <a:lnTo>
                    <a:pt x="2175675" y="454722"/>
                  </a:lnTo>
                  <a:lnTo>
                    <a:pt x="2124834" y="416172"/>
                  </a:lnTo>
                  <a:lnTo>
                    <a:pt x="2074283" y="378313"/>
                  </a:lnTo>
                  <a:lnTo>
                    <a:pt x="2024199" y="341614"/>
                  </a:lnTo>
                  <a:lnTo>
                    <a:pt x="1974701" y="306487"/>
                  </a:lnTo>
                  <a:lnTo>
                    <a:pt x="1925831" y="273261"/>
                  </a:lnTo>
                  <a:lnTo>
                    <a:pt x="1877531" y="242182"/>
                  </a:lnTo>
                  <a:lnTo>
                    <a:pt x="1829640" y="213401"/>
                  </a:lnTo>
                  <a:lnTo>
                    <a:pt x="1781869" y="186982"/>
                  </a:lnTo>
                  <a:lnTo>
                    <a:pt x="1733788" y="162912"/>
                  </a:lnTo>
                  <a:lnTo>
                    <a:pt x="1719082" y="156076"/>
                  </a:lnTo>
                  <a:lnTo>
                    <a:pt x="1670875" y="135441"/>
                  </a:lnTo>
                  <a:lnTo>
                    <a:pt x="1620941" y="116960"/>
                  </a:lnTo>
                  <a:lnTo>
                    <a:pt x="1568436" y="100512"/>
                  </a:lnTo>
                  <a:lnTo>
                    <a:pt x="1512420" y="85900"/>
                  </a:lnTo>
                  <a:lnTo>
                    <a:pt x="1451943" y="72903"/>
                  </a:lnTo>
                  <a:lnTo>
                    <a:pt x="1386138" y="61316"/>
                  </a:lnTo>
                  <a:lnTo>
                    <a:pt x="1314331" y="50958"/>
                  </a:lnTo>
                  <a:lnTo>
                    <a:pt x="1236207" y="41689"/>
                  </a:lnTo>
                  <a:lnTo>
                    <a:pt x="1152006" y="33413"/>
                  </a:lnTo>
                  <a:lnTo>
                    <a:pt x="1062765" y="26074"/>
                  </a:lnTo>
                  <a:lnTo>
                    <a:pt x="970529" y="19656"/>
                  </a:lnTo>
                  <a:lnTo>
                    <a:pt x="878448" y="14173"/>
                  </a:lnTo>
                  <a:lnTo>
                    <a:pt x="790634" y="9646"/>
                  </a:lnTo>
                  <a:lnTo>
                    <a:pt x="711671" y="6088"/>
                  </a:lnTo>
                  <a:lnTo>
                    <a:pt x="645806" y="3469"/>
                  </a:lnTo>
                  <a:lnTo>
                    <a:pt x="595986" y="1709"/>
                  </a:lnTo>
                  <a:lnTo>
                    <a:pt x="563069" y="670"/>
                  </a:lnTo>
                  <a:lnTo>
                    <a:pt x="545478" y="171"/>
                  </a:lnTo>
                  <a:lnTo>
                    <a:pt x="539319" y="1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546595" y="1289466"/>
              <a:ext cx="8234974" cy="3005382"/>
            </a:xfrm>
            <a:custGeom>
              <a:avLst/>
              <a:pathLst>
                <a:path w="8234974" h="3005382">
                  <a:moveTo>
                    <a:pt x="0" y="0"/>
                  </a:moveTo>
                  <a:lnTo>
                    <a:pt x="538736" y="0"/>
                  </a:lnTo>
                  <a:lnTo>
                    <a:pt x="540023" y="30"/>
                  </a:lnTo>
                  <a:lnTo>
                    <a:pt x="548417" y="250"/>
                  </a:lnTo>
                  <a:lnTo>
                    <a:pt x="569351" y="859"/>
                  </a:lnTo>
                  <a:lnTo>
                    <a:pt x="606203" y="2053"/>
                  </a:lnTo>
                  <a:lnTo>
                    <a:pt x="659972" y="4005"/>
                  </a:lnTo>
                  <a:lnTo>
                    <a:pt x="729254" y="6840"/>
                  </a:lnTo>
                  <a:lnTo>
                    <a:pt x="810714" y="10626"/>
                  </a:lnTo>
                  <a:lnTo>
                    <a:pt x="899942" y="15380"/>
                  </a:lnTo>
                  <a:lnTo>
                    <a:pt x="992399" y="21086"/>
                  </a:lnTo>
                  <a:lnTo>
                    <a:pt x="1084172" y="27721"/>
                  </a:lnTo>
                  <a:lnTo>
                    <a:pt x="1172368" y="35279"/>
                  </a:lnTo>
                  <a:lnTo>
                    <a:pt x="1255196" y="43783"/>
                  </a:lnTo>
                  <a:lnTo>
                    <a:pt x="1331828" y="53297"/>
                  </a:lnTo>
                  <a:lnTo>
                    <a:pt x="1402175" y="63931"/>
                  </a:lnTo>
                  <a:lnTo>
                    <a:pt x="1466654" y="75834"/>
                  </a:lnTo>
                  <a:lnTo>
                    <a:pt x="1525996" y="89192"/>
                  </a:lnTo>
                  <a:lnTo>
                    <a:pt x="1581098" y="104217"/>
                  </a:lnTo>
                  <a:lnTo>
                    <a:pt x="1632914" y="121128"/>
                  </a:lnTo>
                  <a:lnTo>
                    <a:pt x="1682370" y="140111"/>
                  </a:lnTo>
                  <a:lnTo>
                    <a:pt x="1719082" y="156076"/>
                  </a:lnTo>
                  <a:lnTo>
                    <a:pt x="1767365" y="179448"/>
                  </a:lnTo>
                  <a:lnTo>
                    <a:pt x="1815178" y="205151"/>
                  </a:lnTo>
                  <a:lnTo>
                    <a:pt x="1862997" y="233220"/>
                  </a:lnTo>
                  <a:lnTo>
                    <a:pt x="1911150" y="263615"/>
                  </a:lnTo>
                  <a:lnTo>
                    <a:pt x="1959837" y="296212"/>
                  </a:lnTo>
                  <a:lnTo>
                    <a:pt x="2009145" y="330794"/>
                  </a:lnTo>
                  <a:lnTo>
                    <a:pt x="2059061" y="367057"/>
                  </a:lnTo>
                  <a:lnTo>
                    <a:pt x="2109487" y="404613"/>
                  </a:lnTo>
                  <a:lnTo>
                    <a:pt x="2160261" y="443006"/>
                  </a:lnTo>
                  <a:lnTo>
                    <a:pt x="2211180" y="481737"/>
                  </a:lnTo>
                  <a:lnTo>
                    <a:pt x="2262021" y="520286"/>
                  </a:lnTo>
                  <a:lnTo>
                    <a:pt x="2312572" y="558146"/>
                  </a:lnTo>
                  <a:lnTo>
                    <a:pt x="2362656" y="594845"/>
                  </a:lnTo>
                  <a:lnTo>
                    <a:pt x="2412153" y="629972"/>
                  </a:lnTo>
                  <a:lnTo>
                    <a:pt x="2461024" y="663197"/>
                  </a:lnTo>
                  <a:lnTo>
                    <a:pt x="2509323" y="694277"/>
                  </a:lnTo>
                  <a:lnTo>
                    <a:pt x="2557215" y="723058"/>
                  </a:lnTo>
                  <a:lnTo>
                    <a:pt x="2604986" y="749477"/>
                  </a:lnTo>
                  <a:lnTo>
                    <a:pt x="2653066" y="773546"/>
                  </a:lnTo>
                  <a:lnTo>
                    <a:pt x="2667772" y="780383"/>
                  </a:lnTo>
                  <a:lnTo>
                    <a:pt x="2715979" y="801018"/>
                  </a:lnTo>
                  <a:lnTo>
                    <a:pt x="2765913" y="819499"/>
                  </a:lnTo>
                  <a:lnTo>
                    <a:pt x="2818418" y="835947"/>
                  </a:lnTo>
                  <a:lnTo>
                    <a:pt x="2874435" y="850559"/>
                  </a:lnTo>
                  <a:lnTo>
                    <a:pt x="2934911" y="863556"/>
                  </a:lnTo>
                  <a:lnTo>
                    <a:pt x="3000717" y="875143"/>
                  </a:lnTo>
                  <a:lnTo>
                    <a:pt x="3072523" y="885501"/>
                  </a:lnTo>
                  <a:lnTo>
                    <a:pt x="3150648" y="894770"/>
                  </a:lnTo>
                  <a:lnTo>
                    <a:pt x="3234849" y="903046"/>
                  </a:lnTo>
                  <a:lnTo>
                    <a:pt x="3324089" y="910385"/>
                  </a:lnTo>
                  <a:lnTo>
                    <a:pt x="3416325" y="916803"/>
                  </a:lnTo>
                  <a:lnTo>
                    <a:pt x="3508406" y="922286"/>
                  </a:lnTo>
                  <a:lnTo>
                    <a:pt x="3596221" y="926812"/>
                  </a:lnTo>
                  <a:lnTo>
                    <a:pt x="3675183" y="930371"/>
                  </a:lnTo>
                  <a:lnTo>
                    <a:pt x="3741048" y="932990"/>
                  </a:lnTo>
                  <a:lnTo>
                    <a:pt x="3790869" y="934750"/>
                  </a:lnTo>
                  <a:lnTo>
                    <a:pt x="3823786" y="935789"/>
                  </a:lnTo>
                  <a:lnTo>
                    <a:pt x="3841376" y="936288"/>
                  </a:lnTo>
                  <a:lnTo>
                    <a:pt x="3847536" y="936446"/>
                  </a:lnTo>
                  <a:lnTo>
                    <a:pt x="3848118" y="936459"/>
                  </a:lnTo>
                  <a:lnTo>
                    <a:pt x="4386855" y="936459"/>
                  </a:lnTo>
                  <a:lnTo>
                    <a:pt x="4388082" y="936524"/>
                  </a:lnTo>
                  <a:lnTo>
                    <a:pt x="4396097" y="936987"/>
                  </a:lnTo>
                  <a:lnTo>
                    <a:pt x="4416119" y="938268"/>
                  </a:lnTo>
                  <a:lnTo>
                    <a:pt x="4451453" y="940782"/>
                  </a:lnTo>
                  <a:lnTo>
                    <a:pt x="4503182" y="944895"/>
                  </a:lnTo>
                  <a:lnTo>
                    <a:pt x="4570124" y="950881"/>
                  </a:lnTo>
                  <a:lnTo>
                    <a:pt x="4649231" y="958893"/>
                  </a:lnTo>
                  <a:lnTo>
                    <a:pt x="4736360" y="968976"/>
                  </a:lnTo>
                  <a:lnTo>
                    <a:pt x="4827155" y="981102"/>
                  </a:lnTo>
                  <a:lnTo>
                    <a:pt x="4917776" y="995221"/>
                  </a:lnTo>
                  <a:lnTo>
                    <a:pt x="5005306" y="1011312"/>
                  </a:lnTo>
                  <a:lnTo>
                    <a:pt x="5087868" y="1029412"/>
                  </a:lnTo>
                  <a:lnTo>
                    <a:pt x="5164521" y="1049641"/>
                  </a:lnTo>
                  <a:lnTo>
                    <a:pt x="5235057" y="1072207"/>
                  </a:lnTo>
                  <a:lnTo>
                    <a:pt x="5299787" y="1097408"/>
                  </a:lnTo>
                  <a:lnTo>
                    <a:pt x="5359354" y="1125620"/>
                  </a:lnTo>
                  <a:lnTo>
                    <a:pt x="5414584" y="1157279"/>
                  </a:lnTo>
                  <a:lnTo>
                    <a:pt x="5466381" y="1192848"/>
                  </a:lnTo>
                  <a:lnTo>
                    <a:pt x="5515642" y="1232747"/>
                  </a:lnTo>
                  <a:lnTo>
                    <a:pt x="5563181" y="1277246"/>
                  </a:lnTo>
                  <a:lnTo>
                    <a:pt x="5567201" y="1281280"/>
                  </a:lnTo>
                  <a:lnTo>
                    <a:pt x="5607020" y="1323441"/>
                  </a:lnTo>
                  <a:lnTo>
                    <a:pt x="5646454" y="1369077"/>
                  </a:lnTo>
                  <a:lnTo>
                    <a:pt x="5685794" y="1418256"/>
                  </a:lnTo>
                  <a:lnTo>
                    <a:pt x="5725256" y="1470972"/>
                  </a:lnTo>
                  <a:lnTo>
                    <a:pt x="5764996" y="1527137"/>
                  </a:lnTo>
                  <a:lnTo>
                    <a:pt x="5805111" y="1586573"/>
                  </a:lnTo>
                  <a:lnTo>
                    <a:pt x="5845648" y="1649013"/>
                  </a:lnTo>
                  <a:lnTo>
                    <a:pt x="5886606" y="1714093"/>
                  </a:lnTo>
                  <a:lnTo>
                    <a:pt x="5927945" y="1781366"/>
                  </a:lnTo>
                  <a:lnTo>
                    <a:pt x="5969591" y="1850308"/>
                  </a:lnTo>
                  <a:lnTo>
                    <a:pt x="6011443" y="1920335"/>
                  </a:lnTo>
                  <a:lnTo>
                    <a:pt x="6053384" y="1990821"/>
                  </a:lnTo>
                  <a:lnTo>
                    <a:pt x="6095289" y="2061127"/>
                  </a:lnTo>
                  <a:lnTo>
                    <a:pt x="6137038" y="2130616"/>
                  </a:lnTo>
                  <a:lnTo>
                    <a:pt x="6178522" y="2198684"/>
                  </a:lnTo>
                  <a:lnTo>
                    <a:pt x="6219653" y="2264780"/>
                  </a:lnTo>
                  <a:lnTo>
                    <a:pt x="6260376" y="2328419"/>
                  </a:lnTo>
                  <a:lnTo>
                    <a:pt x="6300672" y="2389202"/>
                  </a:lnTo>
                  <a:lnTo>
                    <a:pt x="6340566" y="2446820"/>
                  </a:lnTo>
                  <a:lnTo>
                    <a:pt x="6380134" y="2501054"/>
                  </a:lnTo>
                  <a:lnTo>
                    <a:pt x="6419504" y="2551779"/>
                  </a:lnTo>
                  <a:lnTo>
                    <a:pt x="6458866" y="2598954"/>
                  </a:lnTo>
                  <a:lnTo>
                    <a:pt x="6498477" y="2642616"/>
                  </a:lnTo>
                  <a:lnTo>
                    <a:pt x="6515891" y="2660562"/>
                  </a:lnTo>
                  <a:lnTo>
                    <a:pt x="6563315" y="2705459"/>
                  </a:lnTo>
                  <a:lnTo>
                    <a:pt x="6612398" y="2745746"/>
                  </a:lnTo>
                  <a:lnTo>
                    <a:pt x="6663943" y="2781671"/>
                  </a:lnTo>
                  <a:lnTo>
                    <a:pt x="6718842" y="2813647"/>
                  </a:lnTo>
                  <a:lnTo>
                    <a:pt x="6778003" y="2842137"/>
                  </a:lnTo>
                  <a:lnTo>
                    <a:pt x="6842262" y="2867581"/>
                  </a:lnTo>
                  <a:lnTo>
                    <a:pt x="6912282" y="2890360"/>
                  </a:lnTo>
                  <a:lnTo>
                    <a:pt x="6988409" y="2910780"/>
                  </a:lnTo>
                  <a:lnTo>
                    <a:pt x="7070489" y="2929057"/>
                  </a:lnTo>
                  <a:lnTo>
                    <a:pt x="7157652" y="2945317"/>
                  </a:lnTo>
                  <a:lnTo>
                    <a:pt x="7248107" y="2959606"/>
                  </a:lnTo>
                  <a:lnTo>
                    <a:pt x="7339027" y="2971905"/>
                  </a:lnTo>
                  <a:lnTo>
                    <a:pt x="7426638" y="2982164"/>
                  </a:lnTo>
                  <a:lnTo>
                    <a:pt x="7506605" y="2990354"/>
                  </a:lnTo>
                  <a:lnTo>
                    <a:pt x="7574731" y="2996509"/>
                  </a:lnTo>
                  <a:lnTo>
                    <a:pt x="7627843" y="3000775"/>
                  </a:lnTo>
                  <a:lnTo>
                    <a:pt x="7664574" y="3003412"/>
                  </a:lnTo>
                  <a:lnTo>
                    <a:pt x="7685810" y="3004783"/>
                  </a:lnTo>
                  <a:lnTo>
                    <a:pt x="7694675" y="3005299"/>
                  </a:lnTo>
                  <a:lnTo>
                    <a:pt x="7696237" y="3005382"/>
                  </a:lnTo>
                  <a:lnTo>
                    <a:pt x="7696237" y="3005382"/>
                  </a:lnTo>
                  <a:lnTo>
                    <a:pt x="8234974" y="30053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546595" y="1273132"/>
              <a:ext cx="8234974" cy="3005382"/>
            </a:xfrm>
            <a:custGeom>
              <a:avLst/>
              <a:pathLst>
                <a:path w="8234974" h="3005382">
                  <a:moveTo>
                    <a:pt x="8234974" y="3005382"/>
                  </a:moveTo>
                  <a:lnTo>
                    <a:pt x="7696237" y="3005382"/>
                  </a:lnTo>
                  <a:lnTo>
                    <a:pt x="7695011" y="3005318"/>
                  </a:lnTo>
                  <a:lnTo>
                    <a:pt x="7686996" y="3004854"/>
                  </a:lnTo>
                  <a:lnTo>
                    <a:pt x="7666974" y="3003574"/>
                  </a:lnTo>
                  <a:lnTo>
                    <a:pt x="7631640" y="3001060"/>
                  </a:lnTo>
                  <a:lnTo>
                    <a:pt x="7579910" y="2996946"/>
                  </a:lnTo>
                  <a:lnTo>
                    <a:pt x="7512968" y="2990960"/>
                  </a:lnTo>
                  <a:lnTo>
                    <a:pt x="7433861" y="2982948"/>
                  </a:lnTo>
                  <a:lnTo>
                    <a:pt x="7346733" y="2972866"/>
                  </a:lnTo>
                  <a:lnTo>
                    <a:pt x="7255937" y="2960740"/>
                  </a:lnTo>
                  <a:lnTo>
                    <a:pt x="7165317" y="2946620"/>
                  </a:lnTo>
                  <a:lnTo>
                    <a:pt x="7077786" y="2930530"/>
                  </a:lnTo>
                  <a:lnTo>
                    <a:pt x="6995224" y="2912430"/>
                  </a:lnTo>
                  <a:lnTo>
                    <a:pt x="6918572" y="2892201"/>
                  </a:lnTo>
                  <a:lnTo>
                    <a:pt x="6848036" y="2869635"/>
                  </a:lnTo>
                  <a:lnTo>
                    <a:pt x="6783305" y="2844434"/>
                  </a:lnTo>
                  <a:lnTo>
                    <a:pt x="6723738" y="2816222"/>
                  </a:lnTo>
                  <a:lnTo>
                    <a:pt x="6668508" y="2784562"/>
                  </a:lnTo>
                  <a:lnTo>
                    <a:pt x="6616712" y="2748994"/>
                  </a:lnTo>
                  <a:lnTo>
                    <a:pt x="6567450" y="2709095"/>
                  </a:lnTo>
                  <a:lnTo>
                    <a:pt x="6519912" y="2664595"/>
                  </a:lnTo>
                  <a:lnTo>
                    <a:pt x="6515891" y="2660562"/>
                  </a:lnTo>
                  <a:lnTo>
                    <a:pt x="6476072" y="2618401"/>
                  </a:lnTo>
                  <a:lnTo>
                    <a:pt x="6436638" y="2572765"/>
                  </a:lnTo>
                  <a:lnTo>
                    <a:pt x="6397299" y="2523586"/>
                  </a:lnTo>
                  <a:lnTo>
                    <a:pt x="6357836" y="2470870"/>
                  </a:lnTo>
                  <a:lnTo>
                    <a:pt x="6318096" y="2414705"/>
                  </a:lnTo>
                  <a:lnTo>
                    <a:pt x="6277981" y="2355268"/>
                  </a:lnTo>
                  <a:lnTo>
                    <a:pt x="6237444" y="2292829"/>
                  </a:lnTo>
                  <a:lnTo>
                    <a:pt x="6196486" y="2227749"/>
                  </a:lnTo>
                  <a:lnTo>
                    <a:pt x="6155147" y="2160476"/>
                  </a:lnTo>
                  <a:lnTo>
                    <a:pt x="6113501" y="2091534"/>
                  </a:lnTo>
                  <a:lnTo>
                    <a:pt x="6071650" y="2021507"/>
                  </a:lnTo>
                  <a:lnTo>
                    <a:pt x="6029709" y="1951020"/>
                  </a:lnTo>
                  <a:lnTo>
                    <a:pt x="5987803" y="1880715"/>
                  </a:lnTo>
                  <a:lnTo>
                    <a:pt x="5946054" y="1811226"/>
                  </a:lnTo>
                  <a:lnTo>
                    <a:pt x="5904571" y="1743158"/>
                  </a:lnTo>
                  <a:lnTo>
                    <a:pt x="5863440" y="1677062"/>
                  </a:lnTo>
                  <a:lnTo>
                    <a:pt x="5822717" y="1613423"/>
                  </a:lnTo>
                  <a:lnTo>
                    <a:pt x="5782421" y="1552639"/>
                  </a:lnTo>
                  <a:lnTo>
                    <a:pt x="5742526" y="1495022"/>
                  </a:lnTo>
                  <a:lnTo>
                    <a:pt x="5702958" y="1440788"/>
                  </a:lnTo>
                  <a:lnTo>
                    <a:pt x="5663588" y="1390063"/>
                  </a:lnTo>
                  <a:lnTo>
                    <a:pt x="5624226" y="1342887"/>
                  </a:lnTo>
                  <a:lnTo>
                    <a:pt x="5584616" y="1299225"/>
                  </a:lnTo>
                  <a:lnTo>
                    <a:pt x="5567201" y="1281280"/>
                  </a:lnTo>
                  <a:lnTo>
                    <a:pt x="5519778" y="1236382"/>
                  </a:lnTo>
                  <a:lnTo>
                    <a:pt x="5470694" y="1196096"/>
                  </a:lnTo>
                  <a:lnTo>
                    <a:pt x="5419150" y="1160171"/>
                  </a:lnTo>
                  <a:lnTo>
                    <a:pt x="5364250" y="1128194"/>
                  </a:lnTo>
                  <a:lnTo>
                    <a:pt x="5305089" y="1099704"/>
                  </a:lnTo>
                  <a:lnTo>
                    <a:pt x="5240830" y="1074261"/>
                  </a:lnTo>
                  <a:lnTo>
                    <a:pt x="5170811" y="1051481"/>
                  </a:lnTo>
                  <a:lnTo>
                    <a:pt x="5094684" y="1031062"/>
                  </a:lnTo>
                  <a:lnTo>
                    <a:pt x="5012603" y="1012785"/>
                  </a:lnTo>
                  <a:lnTo>
                    <a:pt x="4925440" y="996524"/>
                  </a:lnTo>
                  <a:lnTo>
                    <a:pt x="4834985" y="982235"/>
                  </a:lnTo>
                  <a:lnTo>
                    <a:pt x="4744065" y="969937"/>
                  </a:lnTo>
                  <a:lnTo>
                    <a:pt x="4656454" y="959677"/>
                  </a:lnTo>
                  <a:lnTo>
                    <a:pt x="4576488" y="951488"/>
                  </a:lnTo>
                  <a:lnTo>
                    <a:pt x="4508361" y="945333"/>
                  </a:lnTo>
                  <a:lnTo>
                    <a:pt x="4455250" y="941067"/>
                  </a:lnTo>
                  <a:lnTo>
                    <a:pt x="4418518" y="938429"/>
                  </a:lnTo>
                  <a:lnTo>
                    <a:pt x="4397282" y="937059"/>
                  </a:lnTo>
                  <a:lnTo>
                    <a:pt x="4388417" y="936542"/>
                  </a:lnTo>
                  <a:lnTo>
                    <a:pt x="4386856" y="936459"/>
                  </a:lnTo>
                  <a:lnTo>
                    <a:pt x="4386855" y="936459"/>
                  </a:lnTo>
                  <a:lnTo>
                    <a:pt x="3848118" y="936459"/>
                  </a:lnTo>
                  <a:lnTo>
                    <a:pt x="3846832" y="936429"/>
                  </a:lnTo>
                  <a:lnTo>
                    <a:pt x="3838438" y="936208"/>
                  </a:lnTo>
                  <a:lnTo>
                    <a:pt x="3817504" y="935600"/>
                  </a:lnTo>
                  <a:lnTo>
                    <a:pt x="3780651" y="934405"/>
                  </a:lnTo>
                  <a:lnTo>
                    <a:pt x="3726883" y="932453"/>
                  </a:lnTo>
                  <a:lnTo>
                    <a:pt x="3657601" y="929619"/>
                  </a:lnTo>
                  <a:lnTo>
                    <a:pt x="3576140" y="925832"/>
                  </a:lnTo>
                  <a:lnTo>
                    <a:pt x="3486913" y="921079"/>
                  </a:lnTo>
                  <a:lnTo>
                    <a:pt x="3394455" y="915373"/>
                  </a:lnTo>
                  <a:lnTo>
                    <a:pt x="3302683" y="908738"/>
                  </a:lnTo>
                  <a:lnTo>
                    <a:pt x="3214486" y="901180"/>
                  </a:lnTo>
                  <a:lnTo>
                    <a:pt x="3131658" y="892676"/>
                  </a:lnTo>
                  <a:lnTo>
                    <a:pt x="3055026" y="883162"/>
                  </a:lnTo>
                  <a:lnTo>
                    <a:pt x="2984680" y="872528"/>
                  </a:lnTo>
                  <a:lnTo>
                    <a:pt x="2920201" y="860625"/>
                  </a:lnTo>
                  <a:lnTo>
                    <a:pt x="2860859" y="847267"/>
                  </a:lnTo>
                  <a:lnTo>
                    <a:pt x="2805757" y="832242"/>
                  </a:lnTo>
                  <a:lnTo>
                    <a:pt x="2753941" y="815331"/>
                  </a:lnTo>
                  <a:lnTo>
                    <a:pt x="2704485" y="796348"/>
                  </a:lnTo>
                  <a:lnTo>
                    <a:pt x="2667772" y="780383"/>
                  </a:lnTo>
                  <a:lnTo>
                    <a:pt x="2619489" y="757011"/>
                  </a:lnTo>
                  <a:lnTo>
                    <a:pt x="2571676" y="731308"/>
                  </a:lnTo>
                  <a:lnTo>
                    <a:pt x="2523858" y="703239"/>
                  </a:lnTo>
                  <a:lnTo>
                    <a:pt x="2475705" y="672844"/>
                  </a:lnTo>
                  <a:lnTo>
                    <a:pt x="2427018" y="640247"/>
                  </a:lnTo>
                  <a:lnTo>
                    <a:pt x="2377710" y="605665"/>
                  </a:lnTo>
                  <a:lnTo>
                    <a:pt x="2327794" y="569402"/>
                  </a:lnTo>
                  <a:lnTo>
                    <a:pt x="2277368" y="531846"/>
                  </a:lnTo>
                  <a:lnTo>
                    <a:pt x="2226593" y="493453"/>
                  </a:lnTo>
                  <a:lnTo>
                    <a:pt x="2175675" y="454722"/>
                  </a:lnTo>
                  <a:lnTo>
                    <a:pt x="2124834" y="416172"/>
                  </a:lnTo>
                  <a:lnTo>
                    <a:pt x="2074283" y="378313"/>
                  </a:lnTo>
                  <a:lnTo>
                    <a:pt x="2024199" y="341614"/>
                  </a:lnTo>
                  <a:lnTo>
                    <a:pt x="1974701" y="306487"/>
                  </a:lnTo>
                  <a:lnTo>
                    <a:pt x="1925831" y="273261"/>
                  </a:lnTo>
                  <a:lnTo>
                    <a:pt x="1877531" y="242182"/>
                  </a:lnTo>
                  <a:lnTo>
                    <a:pt x="1829640" y="213401"/>
                  </a:lnTo>
                  <a:lnTo>
                    <a:pt x="1781869" y="186982"/>
                  </a:lnTo>
                  <a:lnTo>
                    <a:pt x="1733788" y="162912"/>
                  </a:lnTo>
                  <a:lnTo>
                    <a:pt x="1719082" y="156076"/>
                  </a:lnTo>
                  <a:lnTo>
                    <a:pt x="1670875" y="135441"/>
                  </a:lnTo>
                  <a:lnTo>
                    <a:pt x="1620941" y="116960"/>
                  </a:lnTo>
                  <a:lnTo>
                    <a:pt x="1568436" y="100512"/>
                  </a:lnTo>
                  <a:lnTo>
                    <a:pt x="1512420" y="85900"/>
                  </a:lnTo>
                  <a:lnTo>
                    <a:pt x="1451943" y="72903"/>
                  </a:lnTo>
                  <a:lnTo>
                    <a:pt x="1386138" y="61316"/>
                  </a:lnTo>
                  <a:lnTo>
                    <a:pt x="1314331" y="50958"/>
                  </a:lnTo>
                  <a:lnTo>
                    <a:pt x="1236207" y="41689"/>
                  </a:lnTo>
                  <a:lnTo>
                    <a:pt x="1152006" y="33413"/>
                  </a:lnTo>
                  <a:lnTo>
                    <a:pt x="1062765" y="26074"/>
                  </a:lnTo>
                  <a:lnTo>
                    <a:pt x="970529" y="19656"/>
                  </a:lnTo>
                  <a:lnTo>
                    <a:pt x="878448" y="14173"/>
                  </a:lnTo>
                  <a:lnTo>
                    <a:pt x="790634" y="9646"/>
                  </a:lnTo>
                  <a:lnTo>
                    <a:pt x="711671" y="6088"/>
                  </a:lnTo>
                  <a:lnTo>
                    <a:pt x="645806" y="3469"/>
                  </a:lnTo>
                  <a:lnTo>
                    <a:pt x="595986" y="1709"/>
                  </a:lnTo>
                  <a:lnTo>
                    <a:pt x="563069" y="670"/>
                  </a:lnTo>
                  <a:lnTo>
                    <a:pt x="545478" y="171"/>
                  </a:lnTo>
                  <a:lnTo>
                    <a:pt x="539319" y="1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8" name="pg428"/>
            <p:cNvSpPr/>
            <p:nvPr/>
          </p:nvSpPr>
          <p:spPr>
            <a:xfrm>
              <a:off x="546595" y="1289466"/>
              <a:ext cx="8234974" cy="3669616"/>
            </a:xfrm>
            <a:custGeom>
              <a:avLst/>
              <a:pathLst>
                <a:path w="8234974" h="3669616">
                  <a:moveTo>
                    <a:pt x="0" y="5444"/>
                  </a:moveTo>
                  <a:lnTo>
                    <a:pt x="538736" y="5444"/>
                  </a:lnTo>
                  <a:lnTo>
                    <a:pt x="540022" y="5475"/>
                  </a:lnTo>
                  <a:lnTo>
                    <a:pt x="548414" y="5698"/>
                  </a:lnTo>
                  <a:lnTo>
                    <a:pt x="569342" y="6313"/>
                  </a:lnTo>
                  <a:lnTo>
                    <a:pt x="606185" y="7521"/>
                  </a:lnTo>
                  <a:lnTo>
                    <a:pt x="659940" y="9495"/>
                  </a:lnTo>
                  <a:lnTo>
                    <a:pt x="729208" y="12362"/>
                  </a:lnTo>
                  <a:lnTo>
                    <a:pt x="810654" y="16191"/>
                  </a:lnTo>
                  <a:lnTo>
                    <a:pt x="899868" y="20999"/>
                  </a:lnTo>
                  <a:lnTo>
                    <a:pt x="992315" y="26770"/>
                  </a:lnTo>
                  <a:lnTo>
                    <a:pt x="1084081" y="33481"/>
                  </a:lnTo>
                  <a:lnTo>
                    <a:pt x="1172273" y="41124"/>
                  </a:lnTo>
                  <a:lnTo>
                    <a:pt x="1255100" y="49725"/>
                  </a:lnTo>
                  <a:lnTo>
                    <a:pt x="1331732" y="59348"/>
                  </a:lnTo>
                  <a:lnTo>
                    <a:pt x="1402080" y="70103"/>
                  </a:lnTo>
                  <a:lnTo>
                    <a:pt x="1466561" y="82141"/>
                  </a:lnTo>
                  <a:lnTo>
                    <a:pt x="1525904" y="95650"/>
                  </a:lnTo>
                  <a:lnTo>
                    <a:pt x="1581007" y="110846"/>
                  </a:lnTo>
                  <a:lnTo>
                    <a:pt x="1632822" y="127948"/>
                  </a:lnTo>
                  <a:lnTo>
                    <a:pt x="1682277" y="147146"/>
                  </a:lnTo>
                  <a:lnTo>
                    <a:pt x="1719082" y="163336"/>
                  </a:lnTo>
                  <a:lnTo>
                    <a:pt x="1767281" y="186936"/>
                  </a:lnTo>
                  <a:lnTo>
                    <a:pt x="1815010" y="212885"/>
                  </a:lnTo>
                  <a:lnTo>
                    <a:pt x="1862744" y="241220"/>
                  </a:lnTo>
                  <a:lnTo>
                    <a:pt x="1910809" y="271900"/>
                  </a:lnTo>
                  <a:lnTo>
                    <a:pt x="1959406" y="304801"/>
                  </a:lnTo>
                  <a:lnTo>
                    <a:pt x="2008621" y="339706"/>
                  </a:lnTo>
                  <a:lnTo>
                    <a:pt x="2058442" y="376309"/>
                  </a:lnTo>
                  <a:lnTo>
                    <a:pt x="2108774" y="414220"/>
                  </a:lnTo>
                  <a:lnTo>
                    <a:pt x="2159455" y="452983"/>
                  </a:lnTo>
                  <a:lnTo>
                    <a:pt x="2210284" y="492094"/>
                  </a:lnTo>
                  <a:lnTo>
                    <a:pt x="2261039" y="531031"/>
                  </a:lnTo>
                  <a:lnTo>
                    <a:pt x="2311509" y="569283"/>
                  </a:lnTo>
                  <a:lnTo>
                    <a:pt x="2361516" y="606373"/>
                  </a:lnTo>
                  <a:lnTo>
                    <a:pt x="2410942" y="641889"/>
                  </a:lnTo>
                  <a:lnTo>
                    <a:pt x="2459742" y="675494"/>
                  </a:lnTo>
                  <a:lnTo>
                    <a:pt x="2507970" y="706940"/>
                  </a:lnTo>
                  <a:lnTo>
                    <a:pt x="2555786" y="736074"/>
                  </a:lnTo>
                  <a:lnTo>
                    <a:pt x="2603471" y="762826"/>
                  </a:lnTo>
                  <a:lnTo>
                    <a:pt x="2651448" y="787209"/>
                  </a:lnTo>
                  <a:lnTo>
                    <a:pt x="2667772" y="794901"/>
                  </a:lnTo>
                  <a:lnTo>
                    <a:pt x="2715974" y="815775"/>
                  </a:lnTo>
                  <a:lnTo>
                    <a:pt x="2765903" y="834469"/>
                  </a:lnTo>
                  <a:lnTo>
                    <a:pt x="2818402" y="851107"/>
                  </a:lnTo>
                  <a:lnTo>
                    <a:pt x="2874411" y="865888"/>
                  </a:lnTo>
                  <a:lnTo>
                    <a:pt x="2934880" y="879035"/>
                  </a:lnTo>
                  <a:lnTo>
                    <a:pt x="3000675" y="890757"/>
                  </a:lnTo>
                  <a:lnTo>
                    <a:pt x="3072471" y="901235"/>
                  </a:lnTo>
                  <a:lnTo>
                    <a:pt x="3150583" y="910611"/>
                  </a:lnTo>
                  <a:lnTo>
                    <a:pt x="3234770" y="918984"/>
                  </a:lnTo>
                  <a:lnTo>
                    <a:pt x="3323998" y="926409"/>
                  </a:lnTo>
                  <a:lnTo>
                    <a:pt x="3416223" y="932901"/>
                  </a:lnTo>
                  <a:lnTo>
                    <a:pt x="3508297" y="938449"/>
                  </a:lnTo>
                  <a:lnTo>
                    <a:pt x="3596111" y="943029"/>
                  </a:lnTo>
                  <a:lnTo>
                    <a:pt x="3675081" y="946630"/>
                  </a:lnTo>
                  <a:lnTo>
                    <a:pt x="3740961" y="949280"/>
                  </a:lnTo>
                  <a:lnTo>
                    <a:pt x="3790803" y="951061"/>
                  </a:lnTo>
                  <a:lnTo>
                    <a:pt x="3823743" y="952113"/>
                  </a:lnTo>
                  <a:lnTo>
                    <a:pt x="3841356" y="952619"/>
                  </a:lnTo>
                  <a:lnTo>
                    <a:pt x="3847532" y="952779"/>
                  </a:lnTo>
                  <a:lnTo>
                    <a:pt x="3848118" y="952793"/>
                  </a:lnTo>
                  <a:lnTo>
                    <a:pt x="4386855" y="952793"/>
                  </a:lnTo>
                  <a:lnTo>
                    <a:pt x="4388033" y="952875"/>
                  </a:lnTo>
                  <a:lnTo>
                    <a:pt x="4395735" y="953458"/>
                  </a:lnTo>
                  <a:lnTo>
                    <a:pt x="4415005" y="955070"/>
                  </a:lnTo>
                  <a:lnTo>
                    <a:pt x="4449082" y="958236"/>
                  </a:lnTo>
                  <a:lnTo>
                    <a:pt x="4499112" y="963424"/>
                  </a:lnTo>
                  <a:lnTo>
                    <a:pt x="4564088" y="970984"/>
                  </a:lnTo>
                  <a:lnTo>
                    <a:pt x="4641196" y="981121"/>
                  </a:lnTo>
                  <a:lnTo>
                    <a:pt x="4726517" y="993903"/>
                  </a:lnTo>
                  <a:lnTo>
                    <a:pt x="4815856" y="1009301"/>
                  </a:lnTo>
                  <a:lnTo>
                    <a:pt x="4905441" y="1027253"/>
                  </a:lnTo>
                  <a:lnTo>
                    <a:pt x="4992348" y="1047723"/>
                  </a:lnTo>
                  <a:lnTo>
                    <a:pt x="5074634" y="1070745"/>
                  </a:lnTo>
                  <a:lnTo>
                    <a:pt x="5151266" y="1096452"/>
                  </a:lnTo>
                  <a:lnTo>
                    <a:pt x="5221941" y="1125090"/>
                  </a:lnTo>
                  <a:lnTo>
                    <a:pt x="5286880" y="1157010"/>
                  </a:lnTo>
                  <a:lnTo>
                    <a:pt x="5346649" y="1192670"/>
                  </a:lnTo>
                  <a:lnTo>
                    <a:pt x="5402012" y="1232606"/>
                  </a:lnTo>
                  <a:lnTo>
                    <a:pt x="5453828" y="1277398"/>
                  </a:lnTo>
                  <a:lnTo>
                    <a:pt x="5502966" y="1327600"/>
                  </a:lnTo>
                  <a:lnTo>
                    <a:pt x="5550235" y="1383618"/>
                  </a:lnTo>
                  <a:lnTo>
                    <a:pt x="5567201" y="1405597"/>
                  </a:lnTo>
                  <a:lnTo>
                    <a:pt x="5603253" y="1455498"/>
                  </a:lnTo>
                  <a:lnTo>
                    <a:pt x="5638965" y="1509127"/>
                  </a:lnTo>
                  <a:lnTo>
                    <a:pt x="5674560" y="1566557"/>
                  </a:lnTo>
                  <a:lnTo>
                    <a:pt x="5710211" y="1627802"/>
                  </a:lnTo>
                  <a:lnTo>
                    <a:pt x="5746048" y="1692804"/>
                  </a:lnTo>
                  <a:lnTo>
                    <a:pt x="5782160" y="1761428"/>
                  </a:lnTo>
                  <a:lnTo>
                    <a:pt x="5818601" y="1833459"/>
                  </a:lnTo>
                  <a:lnTo>
                    <a:pt x="5855391" y="1908601"/>
                  </a:lnTo>
                  <a:lnTo>
                    <a:pt x="5892523" y="1986477"/>
                  </a:lnTo>
                  <a:lnTo>
                    <a:pt x="5929959" y="2066635"/>
                  </a:lnTo>
                  <a:lnTo>
                    <a:pt x="5967643" y="2148559"/>
                  </a:lnTo>
                  <a:lnTo>
                    <a:pt x="6005500" y="2231680"/>
                  </a:lnTo>
                  <a:lnTo>
                    <a:pt x="6043444" y="2315394"/>
                  </a:lnTo>
                  <a:lnTo>
                    <a:pt x="6081384" y="2399076"/>
                  </a:lnTo>
                  <a:lnTo>
                    <a:pt x="6119227" y="2482105"/>
                  </a:lnTo>
                  <a:lnTo>
                    <a:pt x="6156889" y="2563877"/>
                  </a:lnTo>
                  <a:lnTo>
                    <a:pt x="6194297" y="2643830"/>
                  </a:lnTo>
                  <a:lnTo>
                    <a:pt x="6231395" y="2721451"/>
                  </a:lnTo>
                  <a:lnTo>
                    <a:pt x="6268151" y="2796297"/>
                  </a:lnTo>
                  <a:lnTo>
                    <a:pt x="6304558" y="2868000"/>
                  </a:lnTo>
                  <a:lnTo>
                    <a:pt x="6340639" y="2936270"/>
                  </a:lnTo>
                  <a:lnTo>
                    <a:pt x="6376453" y="3000901"/>
                  </a:lnTo>
                  <a:lnTo>
                    <a:pt x="6412092" y="3061766"/>
                  </a:lnTo>
                  <a:lnTo>
                    <a:pt x="6447690" y="3118814"/>
                  </a:lnTo>
                  <a:lnTo>
                    <a:pt x="6483425" y="3172066"/>
                  </a:lnTo>
                  <a:lnTo>
                    <a:pt x="6515891" y="3216812"/>
                  </a:lnTo>
                  <a:lnTo>
                    <a:pt x="6562653" y="3275000"/>
                  </a:lnTo>
                  <a:lnTo>
                    <a:pt x="6611019" y="3327295"/>
                  </a:lnTo>
                  <a:lnTo>
                    <a:pt x="6661756" y="3374007"/>
                  </a:lnTo>
                  <a:lnTo>
                    <a:pt x="6715719" y="3415652"/>
                  </a:lnTo>
                  <a:lnTo>
                    <a:pt x="6773780" y="3452811"/>
                  </a:lnTo>
                  <a:lnTo>
                    <a:pt x="6836749" y="3486042"/>
                  </a:lnTo>
                  <a:lnTo>
                    <a:pt x="6905277" y="3515834"/>
                  </a:lnTo>
                  <a:lnTo>
                    <a:pt x="6979733" y="3542579"/>
                  </a:lnTo>
                  <a:lnTo>
                    <a:pt x="7060028" y="3566563"/>
                  </a:lnTo>
                  <a:lnTo>
                    <a:pt x="7145418" y="3587958"/>
                  </a:lnTo>
                  <a:lnTo>
                    <a:pt x="7234311" y="3606832"/>
                  </a:lnTo>
                  <a:lnTo>
                    <a:pt x="7324139" y="3623172"/>
                  </a:lnTo>
                  <a:lnTo>
                    <a:pt x="7411407" y="3636917"/>
                  </a:lnTo>
                  <a:lnTo>
                    <a:pt x="7492006" y="3648021"/>
                  </a:lnTo>
                  <a:lnTo>
                    <a:pt x="7561824" y="3656508"/>
                  </a:lnTo>
                  <a:lnTo>
                    <a:pt x="7617547" y="3662530"/>
                  </a:lnTo>
                  <a:lnTo>
                    <a:pt x="7657444" y="3666387"/>
                  </a:lnTo>
                  <a:lnTo>
                    <a:pt x="7681862" y="3668509"/>
                  </a:lnTo>
                  <a:lnTo>
                    <a:pt x="7693300" y="3669406"/>
                  </a:lnTo>
                  <a:lnTo>
                    <a:pt x="7696237" y="3669616"/>
                  </a:lnTo>
                  <a:lnTo>
                    <a:pt x="8234974" y="3669616"/>
                  </a:lnTo>
                  <a:lnTo>
                    <a:pt x="8234974" y="3664171"/>
                  </a:lnTo>
                  <a:lnTo>
                    <a:pt x="7696237" y="3664171"/>
                  </a:lnTo>
                  <a:lnTo>
                    <a:pt x="7695060" y="3664089"/>
                  </a:lnTo>
                  <a:lnTo>
                    <a:pt x="7687357" y="3663506"/>
                  </a:lnTo>
                  <a:lnTo>
                    <a:pt x="7668087" y="3661894"/>
                  </a:lnTo>
                  <a:lnTo>
                    <a:pt x="7634010" y="3658728"/>
                  </a:lnTo>
                  <a:lnTo>
                    <a:pt x="7583980" y="3653540"/>
                  </a:lnTo>
                  <a:lnTo>
                    <a:pt x="7519004" y="3645980"/>
                  </a:lnTo>
                  <a:lnTo>
                    <a:pt x="7441897" y="3635843"/>
                  </a:lnTo>
                  <a:lnTo>
                    <a:pt x="7356576" y="3623061"/>
                  </a:lnTo>
                  <a:lnTo>
                    <a:pt x="7267237" y="3607663"/>
                  </a:lnTo>
                  <a:lnTo>
                    <a:pt x="7177652" y="3589711"/>
                  </a:lnTo>
                  <a:lnTo>
                    <a:pt x="7090745" y="3569241"/>
                  </a:lnTo>
                  <a:lnTo>
                    <a:pt x="7008459" y="3546219"/>
                  </a:lnTo>
                  <a:lnTo>
                    <a:pt x="6931826" y="3520512"/>
                  </a:lnTo>
                  <a:lnTo>
                    <a:pt x="6861151" y="3491874"/>
                  </a:lnTo>
                  <a:lnTo>
                    <a:pt x="6796212" y="3459954"/>
                  </a:lnTo>
                  <a:lnTo>
                    <a:pt x="6736444" y="3424294"/>
                  </a:lnTo>
                  <a:lnTo>
                    <a:pt x="6681080" y="3384358"/>
                  </a:lnTo>
                  <a:lnTo>
                    <a:pt x="6629265" y="3339566"/>
                  </a:lnTo>
                  <a:lnTo>
                    <a:pt x="6580127" y="3289364"/>
                  </a:lnTo>
                  <a:lnTo>
                    <a:pt x="6532857" y="3233346"/>
                  </a:lnTo>
                  <a:lnTo>
                    <a:pt x="6515891" y="3211367"/>
                  </a:lnTo>
                  <a:lnTo>
                    <a:pt x="6479839" y="3161466"/>
                  </a:lnTo>
                  <a:lnTo>
                    <a:pt x="6444127" y="3107837"/>
                  </a:lnTo>
                  <a:lnTo>
                    <a:pt x="6408532" y="3050407"/>
                  </a:lnTo>
                  <a:lnTo>
                    <a:pt x="6372881" y="2989161"/>
                  </a:lnTo>
                  <a:lnTo>
                    <a:pt x="6337045" y="2924160"/>
                  </a:lnTo>
                  <a:lnTo>
                    <a:pt x="6300933" y="2855536"/>
                  </a:lnTo>
                  <a:lnTo>
                    <a:pt x="6264492" y="2783505"/>
                  </a:lnTo>
                  <a:lnTo>
                    <a:pt x="6227701" y="2708363"/>
                  </a:lnTo>
                  <a:lnTo>
                    <a:pt x="6190570" y="2630487"/>
                  </a:lnTo>
                  <a:lnTo>
                    <a:pt x="6153134" y="2550329"/>
                  </a:lnTo>
                  <a:lnTo>
                    <a:pt x="6115450" y="2468405"/>
                  </a:lnTo>
                  <a:lnTo>
                    <a:pt x="6077593" y="2385284"/>
                  </a:lnTo>
                  <a:lnTo>
                    <a:pt x="6039648" y="2301570"/>
                  </a:lnTo>
                  <a:lnTo>
                    <a:pt x="6001709" y="2217888"/>
                  </a:lnTo>
                  <a:lnTo>
                    <a:pt x="5963865" y="2134859"/>
                  </a:lnTo>
                  <a:lnTo>
                    <a:pt x="5926203" y="2053086"/>
                  </a:lnTo>
                  <a:lnTo>
                    <a:pt x="5888795" y="1973134"/>
                  </a:lnTo>
                  <a:lnTo>
                    <a:pt x="5851697" y="1895513"/>
                  </a:lnTo>
                  <a:lnTo>
                    <a:pt x="5814941" y="1820667"/>
                  </a:lnTo>
                  <a:lnTo>
                    <a:pt x="5778535" y="1748964"/>
                  </a:lnTo>
                  <a:lnTo>
                    <a:pt x="5742453" y="1680694"/>
                  </a:lnTo>
                  <a:lnTo>
                    <a:pt x="5706640" y="1616063"/>
                  </a:lnTo>
                  <a:lnTo>
                    <a:pt x="5671001" y="1555198"/>
                  </a:lnTo>
                  <a:lnTo>
                    <a:pt x="5635403" y="1498149"/>
                  </a:lnTo>
                  <a:lnTo>
                    <a:pt x="5599668" y="1444898"/>
                  </a:lnTo>
                  <a:lnTo>
                    <a:pt x="5567201" y="1400152"/>
                  </a:lnTo>
                  <a:lnTo>
                    <a:pt x="5520439" y="1341964"/>
                  </a:lnTo>
                  <a:lnTo>
                    <a:pt x="5472073" y="1289669"/>
                  </a:lnTo>
                  <a:lnTo>
                    <a:pt x="5421336" y="1242957"/>
                  </a:lnTo>
                  <a:lnTo>
                    <a:pt x="5367373" y="1201312"/>
                  </a:lnTo>
                  <a:lnTo>
                    <a:pt x="5309312" y="1164153"/>
                  </a:lnTo>
                  <a:lnTo>
                    <a:pt x="5246344" y="1130922"/>
                  </a:lnTo>
                  <a:lnTo>
                    <a:pt x="5177815" y="1101130"/>
                  </a:lnTo>
                  <a:lnTo>
                    <a:pt x="5103359" y="1074385"/>
                  </a:lnTo>
                  <a:lnTo>
                    <a:pt x="5023065" y="1050401"/>
                  </a:lnTo>
                  <a:lnTo>
                    <a:pt x="4937674" y="1029006"/>
                  </a:lnTo>
                  <a:lnTo>
                    <a:pt x="4848782" y="1010132"/>
                  </a:lnTo>
                  <a:lnTo>
                    <a:pt x="4758954" y="993792"/>
                  </a:lnTo>
                  <a:lnTo>
                    <a:pt x="4671686" y="980047"/>
                  </a:lnTo>
                  <a:lnTo>
                    <a:pt x="4591086" y="968943"/>
                  </a:lnTo>
                  <a:lnTo>
                    <a:pt x="4521269" y="960456"/>
                  </a:lnTo>
                  <a:lnTo>
                    <a:pt x="4465546" y="954434"/>
                  </a:lnTo>
                  <a:lnTo>
                    <a:pt x="4425648" y="950577"/>
                  </a:lnTo>
                  <a:lnTo>
                    <a:pt x="4401231" y="948455"/>
                  </a:lnTo>
                  <a:lnTo>
                    <a:pt x="4389792" y="947558"/>
                  </a:lnTo>
                  <a:lnTo>
                    <a:pt x="4386855" y="947348"/>
                  </a:lnTo>
                  <a:lnTo>
                    <a:pt x="3848118" y="947348"/>
                  </a:lnTo>
                  <a:lnTo>
                    <a:pt x="3846832" y="947317"/>
                  </a:lnTo>
                  <a:lnTo>
                    <a:pt x="3838441" y="947095"/>
                  </a:lnTo>
                  <a:lnTo>
                    <a:pt x="3817512" y="946479"/>
                  </a:lnTo>
                  <a:lnTo>
                    <a:pt x="3780670" y="945271"/>
                  </a:lnTo>
                  <a:lnTo>
                    <a:pt x="3726914" y="943297"/>
                  </a:lnTo>
                  <a:lnTo>
                    <a:pt x="3657647" y="940430"/>
                  </a:lnTo>
                  <a:lnTo>
                    <a:pt x="3576201" y="936601"/>
                  </a:lnTo>
                  <a:lnTo>
                    <a:pt x="3486986" y="931793"/>
                  </a:lnTo>
                  <a:lnTo>
                    <a:pt x="3394539" y="926022"/>
                  </a:lnTo>
                  <a:lnTo>
                    <a:pt x="3302773" y="919312"/>
                  </a:lnTo>
                  <a:lnTo>
                    <a:pt x="3214581" y="911668"/>
                  </a:lnTo>
                  <a:lnTo>
                    <a:pt x="3131755" y="903067"/>
                  </a:lnTo>
                  <a:lnTo>
                    <a:pt x="3055122" y="893444"/>
                  </a:lnTo>
                  <a:lnTo>
                    <a:pt x="2984774" y="882689"/>
                  </a:lnTo>
                  <a:lnTo>
                    <a:pt x="2920294" y="870652"/>
                  </a:lnTo>
                  <a:lnTo>
                    <a:pt x="2860950" y="857142"/>
                  </a:lnTo>
                  <a:lnTo>
                    <a:pt x="2805848" y="841946"/>
                  </a:lnTo>
                  <a:lnTo>
                    <a:pt x="2754032" y="824844"/>
                  </a:lnTo>
                  <a:lnTo>
                    <a:pt x="2704577" y="805647"/>
                  </a:lnTo>
                  <a:lnTo>
                    <a:pt x="2667772" y="789457"/>
                  </a:lnTo>
                  <a:lnTo>
                    <a:pt x="2619573" y="765857"/>
                  </a:lnTo>
                  <a:lnTo>
                    <a:pt x="2571844" y="739907"/>
                  </a:lnTo>
                  <a:lnTo>
                    <a:pt x="2524111" y="711573"/>
                  </a:lnTo>
                  <a:lnTo>
                    <a:pt x="2476045" y="680892"/>
                  </a:lnTo>
                  <a:lnTo>
                    <a:pt x="2427449" y="647991"/>
                  </a:lnTo>
                  <a:lnTo>
                    <a:pt x="2378233" y="613086"/>
                  </a:lnTo>
                  <a:lnTo>
                    <a:pt x="2328412" y="576483"/>
                  </a:lnTo>
                  <a:lnTo>
                    <a:pt x="2278081" y="538572"/>
                  </a:lnTo>
                  <a:lnTo>
                    <a:pt x="2227399" y="499810"/>
                  </a:lnTo>
                  <a:lnTo>
                    <a:pt x="2176571" y="460699"/>
                  </a:lnTo>
                  <a:lnTo>
                    <a:pt x="2125816" y="421761"/>
                  </a:lnTo>
                  <a:lnTo>
                    <a:pt x="2075346" y="383510"/>
                  </a:lnTo>
                  <a:lnTo>
                    <a:pt x="2025338" y="346419"/>
                  </a:lnTo>
                  <a:lnTo>
                    <a:pt x="1975913" y="310904"/>
                  </a:lnTo>
                  <a:lnTo>
                    <a:pt x="1927112" y="277299"/>
                  </a:lnTo>
                  <a:lnTo>
                    <a:pt x="1878884" y="245852"/>
                  </a:lnTo>
                  <a:lnTo>
                    <a:pt x="1831069" y="216719"/>
                  </a:lnTo>
                  <a:lnTo>
                    <a:pt x="1783383" y="189966"/>
                  </a:lnTo>
                  <a:lnTo>
                    <a:pt x="1735406" y="165583"/>
                  </a:lnTo>
                  <a:lnTo>
                    <a:pt x="1719082" y="157891"/>
                  </a:lnTo>
                  <a:lnTo>
                    <a:pt x="1670880" y="137018"/>
                  </a:lnTo>
                  <a:lnTo>
                    <a:pt x="1620951" y="118323"/>
                  </a:lnTo>
                  <a:lnTo>
                    <a:pt x="1568452" y="101686"/>
                  </a:lnTo>
                  <a:lnTo>
                    <a:pt x="1512443" y="86904"/>
                  </a:lnTo>
                  <a:lnTo>
                    <a:pt x="1451975" y="73757"/>
                  </a:lnTo>
                  <a:lnTo>
                    <a:pt x="1386179" y="62035"/>
                  </a:lnTo>
                  <a:lnTo>
                    <a:pt x="1314384" y="51557"/>
                  </a:lnTo>
                  <a:lnTo>
                    <a:pt x="1236272" y="42181"/>
                  </a:lnTo>
                  <a:lnTo>
                    <a:pt x="1152084" y="33809"/>
                  </a:lnTo>
                  <a:lnTo>
                    <a:pt x="1062857" y="26384"/>
                  </a:lnTo>
                  <a:lnTo>
                    <a:pt x="970632" y="19891"/>
                  </a:lnTo>
                  <a:lnTo>
                    <a:pt x="878558" y="14343"/>
                  </a:lnTo>
                  <a:lnTo>
                    <a:pt x="790744" y="9764"/>
                  </a:lnTo>
                  <a:lnTo>
                    <a:pt x="711774" y="6163"/>
                  </a:lnTo>
                  <a:lnTo>
                    <a:pt x="645894" y="3513"/>
                  </a:lnTo>
                  <a:lnTo>
                    <a:pt x="596052" y="1731"/>
                  </a:lnTo>
                  <a:lnTo>
                    <a:pt x="563111" y="679"/>
                  </a:lnTo>
                  <a:lnTo>
                    <a:pt x="545498" y="174"/>
                  </a:lnTo>
                  <a:lnTo>
                    <a:pt x="539323" y="1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29" name="pl429"/>
            <p:cNvSpPr/>
            <p:nvPr/>
          </p:nvSpPr>
          <p:spPr>
            <a:xfrm>
              <a:off x="546595" y="1294910"/>
              <a:ext cx="8234974" cy="3664171"/>
            </a:xfrm>
            <a:custGeom>
              <a:avLst/>
              <a:pathLst>
                <a:path w="8234974" h="3664171">
                  <a:moveTo>
                    <a:pt x="0" y="0"/>
                  </a:moveTo>
                  <a:lnTo>
                    <a:pt x="538736" y="0"/>
                  </a:lnTo>
                  <a:lnTo>
                    <a:pt x="540022" y="31"/>
                  </a:lnTo>
                  <a:lnTo>
                    <a:pt x="548414" y="253"/>
                  </a:lnTo>
                  <a:lnTo>
                    <a:pt x="569342" y="869"/>
                  </a:lnTo>
                  <a:lnTo>
                    <a:pt x="606185" y="2077"/>
                  </a:lnTo>
                  <a:lnTo>
                    <a:pt x="659940" y="4051"/>
                  </a:lnTo>
                  <a:lnTo>
                    <a:pt x="729208" y="6918"/>
                  </a:lnTo>
                  <a:lnTo>
                    <a:pt x="810654" y="10747"/>
                  </a:lnTo>
                  <a:lnTo>
                    <a:pt x="899868" y="15555"/>
                  </a:lnTo>
                  <a:lnTo>
                    <a:pt x="992315" y="21326"/>
                  </a:lnTo>
                  <a:lnTo>
                    <a:pt x="1084081" y="28036"/>
                  </a:lnTo>
                  <a:lnTo>
                    <a:pt x="1172273" y="35680"/>
                  </a:lnTo>
                  <a:lnTo>
                    <a:pt x="1255100" y="44281"/>
                  </a:lnTo>
                  <a:lnTo>
                    <a:pt x="1331732" y="53904"/>
                  </a:lnTo>
                  <a:lnTo>
                    <a:pt x="1402080" y="64658"/>
                  </a:lnTo>
                  <a:lnTo>
                    <a:pt x="1466561" y="76696"/>
                  </a:lnTo>
                  <a:lnTo>
                    <a:pt x="1525904" y="90206"/>
                  </a:lnTo>
                  <a:lnTo>
                    <a:pt x="1581007" y="105401"/>
                  </a:lnTo>
                  <a:lnTo>
                    <a:pt x="1632822" y="122504"/>
                  </a:lnTo>
                  <a:lnTo>
                    <a:pt x="1682277" y="141701"/>
                  </a:lnTo>
                  <a:lnTo>
                    <a:pt x="1719082" y="157891"/>
                  </a:lnTo>
                  <a:lnTo>
                    <a:pt x="1767281" y="181491"/>
                  </a:lnTo>
                  <a:lnTo>
                    <a:pt x="1815010" y="207440"/>
                  </a:lnTo>
                  <a:lnTo>
                    <a:pt x="1862744" y="235775"/>
                  </a:lnTo>
                  <a:lnTo>
                    <a:pt x="1910809" y="266456"/>
                  </a:lnTo>
                  <a:lnTo>
                    <a:pt x="1959406" y="299357"/>
                  </a:lnTo>
                  <a:lnTo>
                    <a:pt x="2008621" y="334262"/>
                  </a:lnTo>
                  <a:lnTo>
                    <a:pt x="2058442" y="370865"/>
                  </a:lnTo>
                  <a:lnTo>
                    <a:pt x="2108774" y="408776"/>
                  </a:lnTo>
                  <a:lnTo>
                    <a:pt x="2159455" y="447538"/>
                  </a:lnTo>
                  <a:lnTo>
                    <a:pt x="2210284" y="486649"/>
                  </a:lnTo>
                  <a:lnTo>
                    <a:pt x="2261039" y="525587"/>
                  </a:lnTo>
                  <a:lnTo>
                    <a:pt x="2311509" y="563838"/>
                  </a:lnTo>
                  <a:lnTo>
                    <a:pt x="2361516" y="600929"/>
                  </a:lnTo>
                  <a:lnTo>
                    <a:pt x="2410942" y="636444"/>
                  </a:lnTo>
                  <a:lnTo>
                    <a:pt x="2459742" y="670049"/>
                  </a:lnTo>
                  <a:lnTo>
                    <a:pt x="2507970" y="701496"/>
                  </a:lnTo>
                  <a:lnTo>
                    <a:pt x="2555786" y="730629"/>
                  </a:lnTo>
                  <a:lnTo>
                    <a:pt x="2603471" y="757382"/>
                  </a:lnTo>
                  <a:lnTo>
                    <a:pt x="2651448" y="781765"/>
                  </a:lnTo>
                  <a:lnTo>
                    <a:pt x="2667772" y="789457"/>
                  </a:lnTo>
                  <a:lnTo>
                    <a:pt x="2715974" y="810330"/>
                  </a:lnTo>
                  <a:lnTo>
                    <a:pt x="2765903" y="829025"/>
                  </a:lnTo>
                  <a:lnTo>
                    <a:pt x="2818402" y="845662"/>
                  </a:lnTo>
                  <a:lnTo>
                    <a:pt x="2874411" y="860444"/>
                  </a:lnTo>
                  <a:lnTo>
                    <a:pt x="2934880" y="873591"/>
                  </a:lnTo>
                  <a:lnTo>
                    <a:pt x="3000675" y="885313"/>
                  </a:lnTo>
                  <a:lnTo>
                    <a:pt x="3072471" y="895791"/>
                  </a:lnTo>
                  <a:lnTo>
                    <a:pt x="3150583" y="905167"/>
                  </a:lnTo>
                  <a:lnTo>
                    <a:pt x="3234770" y="913539"/>
                  </a:lnTo>
                  <a:lnTo>
                    <a:pt x="3323998" y="920964"/>
                  </a:lnTo>
                  <a:lnTo>
                    <a:pt x="3416223" y="927457"/>
                  </a:lnTo>
                  <a:lnTo>
                    <a:pt x="3508297" y="933005"/>
                  </a:lnTo>
                  <a:lnTo>
                    <a:pt x="3596111" y="937584"/>
                  </a:lnTo>
                  <a:lnTo>
                    <a:pt x="3675081" y="941185"/>
                  </a:lnTo>
                  <a:lnTo>
                    <a:pt x="3740961" y="943835"/>
                  </a:lnTo>
                  <a:lnTo>
                    <a:pt x="3790803" y="945617"/>
                  </a:lnTo>
                  <a:lnTo>
                    <a:pt x="3823743" y="946669"/>
                  </a:lnTo>
                  <a:lnTo>
                    <a:pt x="3841356" y="947174"/>
                  </a:lnTo>
                  <a:lnTo>
                    <a:pt x="3847532" y="947334"/>
                  </a:lnTo>
                  <a:lnTo>
                    <a:pt x="3848118" y="947348"/>
                  </a:lnTo>
                  <a:lnTo>
                    <a:pt x="4386855" y="947348"/>
                  </a:lnTo>
                  <a:lnTo>
                    <a:pt x="4388033" y="947430"/>
                  </a:lnTo>
                  <a:lnTo>
                    <a:pt x="4395735" y="948013"/>
                  </a:lnTo>
                  <a:lnTo>
                    <a:pt x="4415005" y="949625"/>
                  </a:lnTo>
                  <a:lnTo>
                    <a:pt x="4449082" y="952792"/>
                  </a:lnTo>
                  <a:lnTo>
                    <a:pt x="4499112" y="957979"/>
                  </a:lnTo>
                  <a:lnTo>
                    <a:pt x="4564088" y="965539"/>
                  </a:lnTo>
                  <a:lnTo>
                    <a:pt x="4641196" y="975677"/>
                  </a:lnTo>
                  <a:lnTo>
                    <a:pt x="4726517" y="988459"/>
                  </a:lnTo>
                  <a:lnTo>
                    <a:pt x="4815856" y="1003857"/>
                  </a:lnTo>
                  <a:lnTo>
                    <a:pt x="4905441" y="1021808"/>
                  </a:lnTo>
                  <a:lnTo>
                    <a:pt x="4992348" y="1042278"/>
                  </a:lnTo>
                  <a:lnTo>
                    <a:pt x="5074634" y="1065300"/>
                  </a:lnTo>
                  <a:lnTo>
                    <a:pt x="5151266" y="1091008"/>
                  </a:lnTo>
                  <a:lnTo>
                    <a:pt x="5221941" y="1119645"/>
                  </a:lnTo>
                  <a:lnTo>
                    <a:pt x="5286880" y="1151566"/>
                  </a:lnTo>
                  <a:lnTo>
                    <a:pt x="5346649" y="1187226"/>
                  </a:lnTo>
                  <a:lnTo>
                    <a:pt x="5402012" y="1227162"/>
                  </a:lnTo>
                  <a:lnTo>
                    <a:pt x="5453828" y="1271954"/>
                  </a:lnTo>
                  <a:lnTo>
                    <a:pt x="5502966" y="1322155"/>
                  </a:lnTo>
                  <a:lnTo>
                    <a:pt x="5550235" y="1378173"/>
                  </a:lnTo>
                  <a:lnTo>
                    <a:pt x="5567201" y="1400152"/>
                  </a:lnTo>
                  <a:lnTo>
                    <a:pt x="5603253" y="1450054"/>
                  </a:lnTo>
                  <a:lnTo>
                    <a:pt x="5638965" y="1503682"/>
                  </a:lnTo>
                  <a:lnTo>
                    <a:pt x="5674560" y="1561113"/>
                  </a:lnTo>
                  <a:lnTo>
                    <a:pt x="5710211" y="1622358"/>
                  </a:lnTo>
                  <a:lnTo>
                    <a:pt x="5746048" y="1687360"/>
                  </a:lnTo>
                  <a:lnTo>
                    <a:pt x="5782160" y="1755983"/>
                  </a:lnTo>
                  <a:lnTo>
                    <a:pt x="5818601" y="1828015"/>
                  </a:lnTo>
                  <a:lnTo>
                    <a:pt x="5855391" y="1903156"/>
                  </a:lnTo>
                  <a:lnTo>
                    <a:pt x="5892523" y="1981032"/>
                  </a:lnTo>
                  <a:lnTo>
                    <a:pt x="5929959" y="2061190"/>
                  </a:lnTo>
                  <a:lnTo>
                    <a:pt x="5967643" y="2143114"/>
                  </a:lnTo>
                  <a:lnTo>
                    <a:pt x="6005500" y="2226236"/>
                  </a:lnTo>
                  <a:lnTo>
                    <a:pt x="6043444" y="2309950"/>
                  </a:lnTo>
                  <a:lnTo>
                    <a:pt x="6081384" y="2393632"/>
                  </a:lnTo>
                  <a:lnTo>
                    <a:pt x="6119227" y="2476660"/>
                  </a:lnTo>
                  <a:lnTo>
                    <a:pt x="6156889" y="2558433"/>
                  </a:lnTo>
                  <a:lnTo>
                    <a:pt x="6194297" y="2638385"/>
                  </a:lnTo>
                  <a:lnTo>
                    <a:pt x="6231395" y="2716006"/>
                  </a:lnTo>
                  <a:lnTo>
                    <a:pt x="6268151" y="2790853"/>
                  </a:lnTo>
                  <a:lnTo>
                    <a:pt x="6304558" y="2862555"/>
                  </a:lnTo>
                  <a:lnTo>
                    <a:pt x="6340639" y="2930825"/>
                  </a:lnTo>
                  <a:lnTo>
                    <a:pt x="6376453" y="2995456"/>
                  </a:lnTo>
                  <a:lnTo>
                    <a:pt x="6412092" y="3056321"/>
                  </a:lnTo>
                  <a:lnTo>
                    <a:pt x="6447690" y="3113370"/>
                  </a:lnTo>
                  <a:lnTo>
                    <a:pt x="6483425" y="3166621"/>
                  </a:lnTo>
                  <a:lnTo>
                    <a:pt x="6515891" y="3211367"/>
                  </a:lnTo>
                  <a:lnTo>
                    <a:pt x="6562653" y="3269555"/>
                  </a:lnTo>
                  <a:lnTo>
                    <a:pt x="6611019" y="3321851"/>
                  </a:lnTo>
                  <a:lnTo>
                    <a:pt x="6661756" y="3368562"/>
                  </a:lnTo>
                  <a:lnTo>
                    <a:pt x="6715719" y="3410207"/>
                  </a:lnTo>
                  <a:lnTo>
                    <a:pt x="6773780" y="3447366"/>
                  </a:lnTo>
                  <a:lnTo>
                    <a:pt x="6836749" y="3480597"/>
                  </a:lnTo>
                  <a:lnTo>
                    <a:pt x="6905277" y="3510389"/>
                  </a:lnTo>
                  <a:lnTo>
                    <a:pt x="6979733" y="3537135"/>
                  </a:lnTo>
                  <a:lnTo>
                    <a:pt x="7060028" y="3561118"/>
                  </a:lnTo>
                  <a:lnTo>
                    <a:pt x="7145418" y="3582513"/>
                  </a:lnTo>
                  <a:lnTo>
                    <a:pt x="7234311" y="3601388"/>
                  </a:lnTo>
                  <a:lnTo>
                    <a:pt x="7324139" y="3617727"/>
                  </a:lnTo>
                  <a:lnTo>
                    <a:pt x="7411407" y="3631473"/>
                  </a:lnTo>
                  <a:lnTo>
                    <a:pt x="7492006" y="3642576"/>
                  </a:lnTo>
                  <a:lnTo>
                    <a:pt x="7561824" y="3651063"/>
                  </a:lnTo>
                  <a:lnTo>
                    <a:pt x="7617547" y="3657085"/>
                  </a:lnTo>
                  <a:lnTo>
                    <a:pt x="7657444" y="3660942"/>
                  </a:lnTo>
                  <a:lnTo>
                    <a:pt x="7681862" y="3663064"/>
                  </a:lnTo>
                  <a:lnTo>
                    <a:pt x="7693300" y="3663962"/>
                  </a:lnTo>
                  <a:lnTo>
                    <a:pt x="7696177" y="3664167"/>
                  </a:lnTo>
                  <a:lnTo>
                    <a:pt x="7696237" y="3664171"/>
                  </a:lnTo>
                  <a:lnTo>
                    <a:pt x="8234974" y="36641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0" name="pl430"/>
            <p:cNvSpPr/>
            <p:nvPr/>
          </p:nvSpPr>
          <p:spPr>
            <a:xfrm>
              <a:off x="546595" y="1289466"/>
              <a:ext cx="8234974" cy="3664171"/>
            </a:xfrm>
            <a:custGeom>
              <a:avLst/>
              <a:pathLst>
                <a:path w="8234974" h="3664171">
                  <a:moveTo>
                    <a:pt x="8234974" y="3664171"/>
                  </a:moveTo>
                  <a:lnTo>
                    <a:pt x="7696237" y="3664171"/>
                  </a:lnTo>
                  <a:lnTo>
                    <a:pt x="7695060" y="3664089"/>
                  </a:lnTo>
                  <a:lnTo>
                    <a:pt x="7687357" y="3663506"/>
                  </a:lnTo>
                  <a:lnTo>
                    <a:pt x="7668087" y="3661894"/>
                  </a:lnTo>
                  <a:lnTo>
                    <a:pt x="7634010" y="3658728"/>
                  </a:lnTo>
                  <a:lnTo>
                    <a:pt x="7583980" y="3653540"/>
                  </a:lnTo>
                  <a:lnTo>
                    <a:pt x="7519004" y="3645980"/>
                  </a:lnTo>
                  <a:lnTo>
                    <a:pt x="7441897" y="3635843"/>
                  </a:lnTo>
                  <a:lnTo>
                    <a:pt x="7356576" y="3623061"/>
                  </a:lnTo>
                  <a:lnTo>
                    <a:pt x="7267237" y="3607663"/>
                  </a:lnTo>
                  <a:lnTo>
                    <a:pt x="7177652" y="3589711"/>
                  </a:lnTo>
                  <a:lnTo>
                    <a:pt x="7090745" y="3569241"/>
                  </a:lnTo>
                  <a:lnTo>
                    <a:pt x="7008459" y="3546219"/>
                  </a:lnTo>
                  <a:lnTo>
                    <a:pt x="6931826" y="3520512"/>
                  </a:lnTo>
                  <a:lnTo>
                    <a:pt x="6861151" y="3491874"/>
                  </a:lnTo>
                  <a:lnTo>
                    <a:pt x="6796212" y="3459954"/>
                  </a:lnTo>
                  <a:lnTo>
                    <a:pt x="6736444" y="3424294"/>
                  </a:lnTo>
                  <a:lnTo>
                    <a:pt x="6681080" y="3384358"/>
                  </a:lnTo>
                  <a:lnTo>
                    <a:pt x="6629265" y="3339566"/>
                  </a:lnTo>
                  <a:lnTo>
                    <a:pt x="6580127" y="3289364"/>
                  </a:lnTo>
                  <a:lnTo>
                    <a:pt x="6532857" y="3233346"/>
                  </a:lnTo>
                  <a:lnTo>
                    <a:pt x="6515891" y="3211367"/>
                  </a:lnTo>
                  <a:lnTo>
                    <a:pt x="6479839" y="3161466"/>
                  </a:lnTo>
                  <a:lnTo>
                    <a:pt x="6444127" y="3107837"/>
                  </a:lnTo>
                  <a:lnTo>
                    <a:pt x="6408532" y="3050407"/>
                  </a:lnTo>
                  <a:lnTo>
                    <a:pt x="6372881" y="2989161"/>
                  </a:lnTo>
                  <a:lnTo>
                    <a:pt x="6337045" y="2924160"/>
                  </a:lnTo>
                  <a:lnTo>
                    <a:pt x="6300933" y="2855536"/>
                  </a:lnTo>
                  <a:lnTo>
                    <a:pt x="6264492" y="2783505"/>
                  </a:lnTo>
                  <a:lnTo>
                    <a:pt x="6227701" y="2708363"/>
                  </a:lnTo>
                  <a:lnTo>
                    <a:pt x="6190570" y="2630487"/>
                  </a:lnTo>
                  <a:lnTo>
                    <a:pt x="6153134" y="2550329"/>
                  </a:lnTo>
                  <a:lnTo>
                    <a:pt x="6115450" y="2468405"/>
                  </a:lnTo>
                  <a:lnTo>
                    <a:pt x="6077593" y="2385284"/>
                  </a:lnTo>
                  <a:lnTo>
                    <a:pt x="6039648" y="2301570"/>
                  </a:lnTo>
                  <a:lnTo>
                    <a:pt x="6001709" y="2217888"/>
                  </a:lnTo>
                  <a:lnTo>
                    <a:pt x="5963865" y="2134859"/>
                  </a:lnTo>
                  <a:lnTo>
                    <a:pt x="5926203" y="2053086"/>
                  </a:lnTo>
                  <a:lnTo>
                    <a:pt x="5888795" y="1973134"/>
                  </a:lnTo>
                  <a:lnTo>
                    <a:pt x="5851697" y="1895513"/>
                  </a:lnTo>
                  <a:lnTo>
                    <a:pt x="5814941" y="1820667"/>
                  </a:lnTo>
                  <a:lnTo>
                    <a:pt x="5778535" y="1748964"/>
                  </a:lnTo>
                  <a:lnTo>
                    <a:pt x="5742453" y="1680694"/>
                  </a:lnTo>
                  <a:lnTo>
                    <a:pt x="5706640" y="1616063"/>
                  </a:lnTo>
                  <a:lnTo>
                    <a:pt x="5671001" y="1555198"/>
                  </a:lnTo>
                  <a:lnTo>
                    <a:pt x="5635403" y="1498149"/>
                  </a:lnTo>
                  <a:lnTo>
                    <a:pt x="5599668" y="1444898"/>
                  </a:lnTo>
                  <a:lnTo>
                    <a:pt x="5567201" y="1400152"/>
                  </a:lnTo>
                  <a:lnTo>
                    <a:pt x="5520439" y="1341964"/>
                  </a:lnTo>
                  <a:lnTo>
                    <a:pt x="5472073" y="1289669"/>
                  </a:lnTo>
                  <a:lnTo>
                    <a:pt x="5421336" y="1242957"/>
                  </a:lnTo>
                  <a:lnTo>
                    <a:pt x="5367373" y="1201312"/>
                  </a:lnTo>
                  <a:lnTo>
                    <a:pt x="5309312" y="1164153"/>
                  </a:lnTo>
                  <a:lnTo>
                    <a:pt x="5246344" y="1130922"/>
                  </a:lnTo>
                  <a:lnTo>
                    <a:pt x="5177815" y="1101130"/>
                  </a:lnTo>
                  <a:lnTo>
                    <a:pt x="5103359" y="1074385"/>
                  </a:lnTo>
                  <a:lnTo>
                    <a:pt x="5023065" y="1050401"/>
                  </a:lnTo>
                  <a:lnTo>
                    <a:pt x="4937674" y="1029006"/>
                  </a:lnTo>
                  <a:lnTo>
                    <a:pt x="4848782" y="1010132"/>
                  </a:lnTo>
                  <a:lnTo>
                    <a:pt x="4758954" y="993792"/>
                  </a:lnTo>
                  <a:lnTo>
                    <a:pt x="4671686" y="980047"/>
                  </a:lnTo>
                  <a:lnTo>
                    <a:pt x="4591086" y="968943"/>
                  </a:lnTo>
                  <a:lnTo>
                    <a:pt x="4521269" y="960456"/>
                  </a:lnTo>
                  <a:lnTo>
                    <a:pt x="4465546" y="954434"/>
                  </a:lnTo>
                  <a:lnTo>
                    <a:pt x="4425648" y="950577"/>
                  </a:lnTo>
                  <a:lnTo>
                    <a:pt x="4401231" y="948455"/>
                  </a:lnTo>
                  <a:lnTo>
                    <a:pt x="4389792" y="947558"/>
                  </a:lnTo>
                  <a:lnTo>
                    <a:pt x="4386915" y="947352"/>
                  </a:lnTo>
                  <a:lnTo>
                    <a:pt x="4386855" y="947348"/>
                  </a:lnTo>
                  <a:lnTo>
                    <a:pt x="3848118" y="947348"/>
                  </a:lnTo>
                  <a:lnTo>
                    <a:pt x="3846832" y="947317"/>
                  </a:lnTo>
                  <a:lnTo>
                    <a:pt x="3838441" y="947095"/>
                  </a:lnTo>
                  <a:lnTo>
                    <a:pt x="3817512" y="946479"/>
                  </a:lnTo>
                  <a:lnTo>
                    <a:pt x="3780670" y="945271"/>
                  </a:lnTo>
                  <a:lnTo>
                    <a:pt x="3726914" y="943297"/>
                  </a:lnTo>
                  <a:lnTo>
                    <a:pt x="3657647" y="940430"/>
                  </a:lnTo>
                  <a:lnTo>
                    <a:pt x="3576201" y="936601"/>
                  </a:lnTo>
                  <a:lnTo>
                    <a:pt x="3486986" y="931793"/>
                  </a:lnTo>
                  <a:lnTo>
                    <a:pt x="3394539" y="926022"/>
                  </a:lnTo>
                  <a:lnTo>
                    <a:pt x="3302773" y="919312"/>
                  </a:lnTo>
                  <a:lnTo>
                    <a:pt x="3214581" y="911668"/>
                  </a:lnTo>
                  <a:lnTo>
                    <a:pt x="3131755" y="903067"/>
                  </a:lnTo>
                  <a:lnTo>
                    <a:pt x="3055122" y="893444"/>
                  </a:lnTo>
                  <a:lnTo>
                    <a:pt x="2984774" y="882689"/>
                  </a:lnTo>
                  <a:lnTo>
                    <a:pt x="2920294" y="870652"/>
                  </a:lnTo>
                  <a:lnTo>
                    <a:pt x="2860950" y="857142"/>
                  </a:lnTo>
                  <a:lnTo>
                    <a:pt x="2805848" y="841946"/>
                  </a:lnTo>
                  <a:lnTo>
                    <a:pt x="2754032" y="824844"/>
                  </a:lnTo>
                  <a:lnTo>
                    <a:pt x="2704577" y="805647"/>
                  </a:lnTo>
                  <a:lnTo>
                    <a:pt x="2667772" y="789457"/>
                  </a:lnTo>
                  <a:lnTo>
                    <a:pt x="2619573" y="765857"/>
                  </a:lnTo>
                  <a:lnTo>
                    <a:pt x="2571844" y="739907"/>
                  </a:lnTo>
                  <a:lnTo>
                    <a:pt x="2524111" y="711573"/>
                  </a:lnTo>
                  <a:lnTo>
                    <a:pt x="2476045" y="680892"/>
                  </a:lnTo>
                  <a:lnTo>
                    <a:pt x="2427449" y="647991"/>
                  </a:lnTo>
                  <a:lnTo>
                    <a:pt x="2378233" y="613086"/>
                  </a:lnTo>
                  <a:lnTo>
                    <a:pt x="2328412" y="576483"/>
                  </a:lnTo>
                  <a:lnTo>
                    <a:pt x="2278081" y="538572"/>
                  </a:lnTo>
                  <a:lnTo>
                    <a:pt x="2227399" y="499810"/>
                  </a:lnTo>
                  <a:lnTo>
                    <a:pt x="2176571" y="460699"/>
                  </a:lnTo>
                  <a:lnTo>
                    <a:pt x="2125816" y="421761"/>
                  </a:lnTo>
                  <a:lnTo>
                    <a:pt x="2075346" y="383510"/>
                  </a:lnTo>
                  <a:lnTo>
                    <a:pt x="2025338" y="346419"/>
                  </a:lnTo>
                  <a:lnTo>
                    <a:pt x="1975913" y="310904"/>
                  </a:lnTo>
                  <a:lnTo>
                    <a:pt x="1927112" y="277299"/>
                  </a:lnTo>
                  <a:lnTo>
                    <a:pt x="1878884" y="245852"/>
                  </a:lnTo>
                  <a:lnTo>
                    <a:pt x="1831069" y="216719"/>
                  </a:lnTo>
                  <a:lnTo>
                    <a:pt x="1783383" y="189966"/>
                  </a:lnTo>
                  <a:lnTo>
                    <a:pt x="1735406" y="165583"/>
                  </a:lnTo>
                  <a:lnTo>
                    <a:pt x="1719082" y="157891"/>
                  </a:lnTo>
                  <a:lnTo>
                    <a:pt x="1670880" y="137018"/>
                  </a:lnTo>
                  <a:lnTo>
                    <a:pt x="1620951" y="118323"/>
                  </a:lnTo>
                  <a:lnTo>
                    <a:pt x="1568452" y="101686"/>
                  </a:lnTo>
                  <a:lnTo>
                    <a:pt x="1512443" y="86904"/>
                  </a:lnTo>
                  <a:lnTo>
                    <a:pt x="1451975" y="73757"/>
                  </a:lnTo>
                  <a:lnTo>
                    <a:pt x="1386179" y="62035"/>
                  </a:lnTo>
                  <a:lnTo>
                    <a:pt x="1314384" y="51557"/>
                  </a:lnTo>
                  <a:lnTo>
                    <a:pt x="1236272" y="42181"/>
                  </a:lnTo>
                  <a:lnTo>
                    <a:pt x="1152084" y="33809"/>
                  </a:lnTo>
                  <a:lnTo>
                    <a:pt x="1062857" y="26384"/>
                  </a:lnTo>
                  <a:lnTo>
                    <a:pt x="970632" y="19891"/>
                  </a:lnTo>
                  <a:lnTo>
                    <a:pt x="878558" y="14343"/>
                  </a:lnTo>
                  <a:lnTo>
                    <a:pt x="790744" y="9764"/>
                  </a:lnTo>
                  <a:lnTo>
                    <a:pt x="711774" y="6163"/>
                  </a:lnTo>
                  <a:lnTo>
                    <a:pt x="645894" y="3513"/>
                  </a:lnTo>
                  <a:lnTo>
                    <a:pt x="596052" y="1731"/>
                  </a:lnTo>
                  <a:lnTo>
                    <a:pt x="563111" y="679"/>
                  </a:lnTo>
                  <a:lnTo>
                    <a:pt x="545498" y="174"/>
                  </a:lnTo>
                  <a:lnTo>
                    <a:pt x="539323" y="1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1" name="pg431"/>
            <p:cNvSpPr/>
            <p:nvPr/>
          </p:nvSpPr>
          <p:spPr>
            <a:xfrm>
              <a:off x="546595" y="1294910"/>
              <a:ext cx="8234974" cy="4143290"/>
            </a:xfrm>
            <a:custGeom>
              <a:avLst/>
              <a:pathLst>
                <a:path w="8234974" h="4143290">
                  <a:moveTo>
                    <a:pt x="0" y="65334"/>
                  </a:moveTo>
                  <a:lnTo>
                    <a:pt x="538736" y="65334"/>
                  </a:lnTo>
                  <a:lnTo>
                    <a:pt x="540022" y="65365"/>
                  </a:lnTo>
                  <a:lnTo>
                    <a:pt x="548414" y="65588"/>
                  </a:lnTo>
                  <a:lnTo>
                    <a:pt x="569342" y="66203"/>
                  </a:lnTo>
                  <a:lnTo>
                    <a:pt x="606185" y="67411"/>
                  </a:lnTo>
                  <a:lnTo>
                    <a:pt x="659940" y="69385"/>
                  </a:lnTo>
                  <a:lnTo>
                    <a:pt x="729208" y="72252"/>
                  </a:lnTo>
                  <a:lnTo>
                    <a:pt x="810654" y="76081"/>
                  </a:lnTo>
                  <a:lnTo>
                    <a:pt x="899868" y="80889"/>
                  </a:lnTo>
                  <a:lnTo>
                    <a:pt x="992315" y="86660"/>
                  </a:lnTo>
                  <a:lnTo>
                    <a:pt x="1084081" y="93371"/>
                  </a:lnTo>
                  <a:lnTo>
                    <a:pt x="1172273" y="101014"/>
                  </a:lnTo>
                  <a:lnTo>
                    <a:pt x="1255100" y="109615"/>
                  </a:lnTo>
                  <a:lnTo>
                    <a:pt x="1331732" y="119238"/>
                  </a:lnTo>
                  <a:lnTo>
                    <a:pt x="1402080" y="129993"/>
                  </a:lnTo>
                  <a:lnTo>
                    <a:pt x="1466561" y="142031"/>
                  </a:lnTo>
                  <a:lnTo>
                    <a:pt x="1525904" y="155540"/>
                  </a:lnTo>
                  <a:lnTo>
                    <a:pt x="1581007" y="170736"/>
                  </a:lnTo>
                  <a:lnTo>
                    <a:pt x="1632822" y="187838"/>
                  </a:lnTo>
                  <a:lnTo>
                    <a:pt x="1682277" y="207036"/>
                  </a:lnTo>
                  <a:lnTo>
                    <a:pt x="1719082" y="223225"/>
                  </a:lnTo>
                  <a:lnTo>
                    <a:pt x="1767281" y="246826"/>
                  </a:lnTo>
                  <a:lnTo>
                    <a:pt x="1815010" y="272775"/>
                  </a:lnTo>
                  <a:lnTo>
                    <a:pt x="1862744" y="301110"/>
                  </a:lnTo>
                  <a:lnTo>
                    <a:pt x="1910809" y="331790"/>
                  </a:lnTo>
                  <a:lnTo>
                    <a:pt x="1959406" y="364691"/>
                  </a:lnTo>
                  <a:lnTo>
                    <a:pt x="2008621" y="399596"/>
                  </a:lnTo>
                  <a:lnTo>
                    <a:pt x="2058442" y="436199"/>
                  </a:lnTo>
                  <a:lnTo>
                    <a:pt x="2108774" y="474110"/>
                  </a:lnTo>
                  <a:lnTo>
                    <a:pt x="2159455" y="512872"/>
                  </a:lnTo>
                  <a:lnTo>
                    <a:pt x="2210284" y="551983"/>
                  </a:lnTo>
                  <a:lnTo>
                    <a:pt x="2261039" y="590921"/>
                  </a:lnTo>
                  <a:lnTo>
                    <a:pt x="2311509" y="629173"/>
                  </a:lnTo>
                  <a:lnTo>
                    <a:pt x="2361516" y="666263"/>
                  </a:lnTo>
                  <a:lnTo>
                    <a:pt x="2410942" y="701779"/>
                  </a:lnTo>
                  <a:lnTo>
                    <a:pt x="2459742" y="735383"/>
                  </a:lnTo>
                  <a:lnTo>
                    <a:pt x="2507970" y="766830"/>
                  </a:lnTo>
                  <a:lnTo>
                    <a:pt x="2555786" y="795964"/>
                  </a:lnTo>
                  <a:lnTo>
                    <a:pt x="2603471" y="822716"/>
                  </a:lnTo>
                  <a:lnTo>
                    <a:pt x="2651448" y="847099"/>
                  </a:lnTo>
                  <a:lnTo>
                    <a:pt x="2667772" y="854791"/>
                  </a:lnTo>
                  <a:lnTo>
                    <a:pt x="2715974" y="875665"/>
                  </a:lnTo>
                  <a:lnTo>
                    <a:pt x="2765903" y="894359"/>
                  </a:lnTo>
                  <a:lnTo>
                    <a:pt x="2818402" y="910997"/>
                  </a:lnTo>
                  <a:lnTo>
                    <a:pt x="2874411" y="925778"/>
                  </a:lnTo>
                  <a:lnTo>
                    <a:pt x="2934880" y="938925"/>
                  </a:lnTo>
                  <a:lnTo>
                    <a:pt x="3000675" y="950647"/>
                  </a:lnTo>
                  <a:lnTo>
                    <a:pt x="3072471" y="961125"/>
                  </a:lnTo>
                  <a:lnTo>
                    <a:pt x="3150583" y="970501"/>
                  </a:lnTo>
                  <a:lnTo>
                    <a:pt x="3234770" y="978874"/>
                  </a:lnTo>
                  <a:lnTo>
                    <a:pt x="3323998" y="986298"/>
                  </a:lnTo>
                  <a:lnTo>
                    <a:pt x="3416223" y="992791"/>
                  </a:lnTo>
                  <a:lnTo>
                    <a:pt x="3508297" y="998339"/>
                  </a:lnTo>
                  <a:lnTo>
                    <a:pt x="3596111" y="1002918"/>
                  </a:lnTo>
                  <a:lnTo>
                    <a:pt x="3675081" y="1006519"/>
                  </a:lnTo>
                  <a:lnTo>
                    <a:pt x="3740961" y="1009169"/>
                  </a:lnTo>
                  <a:lnTo>
                    <a:pt x="3790803" y="1010951"/>
                  </a:lnTo>
                  <a:lnTo>
                    <a:pt x="3823743" y="1012003"/>
                  </a:lnTo>
                  <a:lnTo>
                    <a:pt x="3841356" y="1012509"/>
                  </a:lnTo>
                  <a:lnTo>
                    <a:pt x="3847532" y="1012669"/>
                  </a:lnTo>
                  <a:lnTo>
                    <a:pt x="3848118" y="1012683"/>
                  </a:lnTo>
                  <a:lnTo>
                    <a:pt x="4386855" y="1012683"/>
                  </a:lnTo>
                  <a:lnTo>
                    <a:pt x="4387998" y="1012774"/>
                  </a:lnTo>
                  <a:lnTo>
                    <a:pt x="4395476" y="1013425"/>
                  </a:lnTo>
                  <a:lnTo>
                    <a:pt x="4414204" y="1015226"/>
                  </a:lnTo>
                  <a:lnTo>
                    <a:pt x="4447373" y="1018763"/>
                  </a:lnTo>
                  <a:lnTo>
                    <a:pt x="4496169" y="1024563"/>
                  </a:lnTo>
                  <a:lnTo>
                    <a:pt x="4559708" y="1033025"/>
                  </a:lnTo>
                  <a:lnTo>
                    <a:pt x="4635342" y="1044387"/>
                  </a:lnTo>
                  <a:lnTo>
                    <a:pt x="4719317" y="1058733"/>
                  </a:lnTo>
                  <a:lnTo>
                    <a:pt x="4807556" y="1076037"/>
                  </a:lnTo>
                  <a:lnTo>
                    <a:pt x="4896344" y="1096231"/>
                  </a:lnTo>
                  <a:lnTo>
                    <a:pt x="4982757" y="1119267"/>
                  </a:lnTo>
                  <a:lnTo>
                    <a:pt x="5064809" y="1145175"/>
                  </a:lnTo>
                  <a:lnTo>
                    <a:pt x="5141403" y="1174089"/>
                  </a:lnTo>
                  <a:lnTo>
                    <a:pt x="5212166" y="1206266"/>
                  </a:lnTo>
                  <a:lnTo>
                    <a:pt x="5277254" y="1242085"/>
                  </a:lnTo>
                  <a:lnTo>
                    <a:pt x="5337175" y="1282039"/>
                  </a:lnTo>
                  <a:lnTo>
                    <a:pt x="5392649" y="1326715"/>
                  </a:lnTo>
                  <a:lnTo>
                    <a:pt x="5444499" y="1376758"/>
                  </a:lnTo>
                  <a:lnTo>
                    <a:pt x="5493571" y="1432799"/>
                  </a:lnTo>
                  <a:lnTo>
                    <a:pt x="5540666" y="1495340"/>
                  </a:lnTo>
                  <a:lnTo>
                    <a:pt x="5567201" y="1534451"/>
                  </a:lnTo>
                  <a:lnTo>
                    <a:pt x="5601259" y="1588643"/>
                  </a:lnTo>
                  <a:lnTo>
                    <a:pt x="5635002" y="1646659"/>
                  </a:lnTo>
                  <a:lnTo>
                    <a:pt x="5668621" y="1708578"/>
                  </a:lnTo>
                  <a:lnTo>
                    <a:pt x="5702267" y="1774420"/>
                  </a:lnTo>
                  <a:lnTo>
                    <a:pt x="5736057" y="1844143"/>
                  </a:lnTo>
                  <a:lnTo>
                    <a:pt x="5770073" y="1917636"/>
                  </a:lnTo>
                  <a:lnTo>
                    <a:pt x="5804371" y="1994715"/>
                  </a:lnTo>
                  <a:lnTo>
                    <a:pt x="5838977" y="2075119"/>
                  </a:lnTo>
                  <a:lnTo>
                    <a:pt x="5873894" y="2158516"/>
                  </a:lnTo>
                  <a:lnTo>
                    <a:pt x="5909101" y="2244501"/>
                  </a:lnTo>
                  <a:lnTo>
                    <a:pt x="5944560" y="2332604"/>
                  </a:lnTo>
                  <a:lnTo>
                    <a:pt x="5980216" y="2422301"/>
                  </a:lnTo>
                  <a:lnTo>
                    <a:pt x="6016002" y="2513025"/>
                  </a:lnTo>
                  <a:lnTo>
                    <a:pt x="6051844" y="2604182"/>
                  </a:lnTo>
                  <a:lnTo>
                    <a:pt x="6087662" y="2695164"/>
                  </a:lnTo>
                  <a:lnTo>
                    <a:pt x="6123382" y="2785369"/>
                  </a:lnTo>
                  <a:lnTo>
                    <a:pt x="6158933" y="2874217"/>
                  </a:lnTo>
                  <a:lnTo>
                    <a:pt x="6194253" y="2961164"/>
                  </a:lnTo>
                  <a:lnTo>
                    <a:pt x="6229297" y="3045715"/>
                  </a:lnTo>
                  <a:lnTo>
                    <a:pt x="6264036" y="3127438"/>
                  </a:lnTo>
                  <a:lnTo>
                    <a:pt x="6298463" y="3205968"/>
                  </a:lnTo>
                  <a:lnTo>
                    <a:pt x="6332595" y="3281013"/>
                  </a:lnTo>
                  <a:lnTo>
                    <a:pt x="6366472" y="3352358"/>
                  </a:lnTo>
                  <a:lnTo>
                    <a:pt x="6400168" y="3419861"/>
                  </a:lnTo>
                  <a:lnTo>
                    <a:pt x="6433782" y="3483450"/>
                  </a:lnTo>
                  <a:lnTo>
                    <a:pt x="6467451" y="3543120"/>
                  </a:lnTo>
                  <a:lnTo>
                    <a:pt x="6501348" y="3598926"/>
                  </a:lnTo>
                  <a:lnTo>
                    <a:pt x="6515891" y="3621522"/>
                  </a:lnTo>
                  <a:lnTo>
                    <a:pt x="6562167" y="3687920"/>
                  </a:lnTo>
                  <a:lnTo>
                    <a:pt x="6610007" y="3747664"/>
                  </a:lnTo>
                  <a:lnTo>
                    <a:pt x="6660153" y="3801095"/>
                  </a:lnTo>
                  <a:lnTo>
                    <a:pt x="6713433" y="3848786"/>
                  </a:lnTo>
                  <a:lnTo>
                    <a:pt x="6770693" y="3891387"/>
                  </a:lnTo>
                  <a:lnTo>
                    <a:pt x="6832723" y="3929523"/>
                  </a:lnTo>
                  <a:lnTo>
                    <a:pt x="6900168" y="3963746"/>
                  </a:lnTo>
                  <a:lnTo>
                    <a:pt x="6973406" y="3994503"/>
                  </a:lnTo>
                  <a:lnTo>
                    <a:pt x="7052394" y="4022121"/>
                  </a:lnTo>
                  <a:lnTo>
                    <a:pt x="7136474" y="4046804"/>
                  </a:lnTo>
                  <a:lnTo>
                    <a:pt x="7224190" y="4068638"/>
                  </a:lnTo>
                  <a:lnTo>
                    <a:pt x="7313155" y="4087617"/>
                  </a:lnTo>
                  <a:lnTo>
                    <a:pt x="7400076" y="4103677"/>
                  </a:lnTo>
                  <a:lnTo>
                    <a:pt x="7481016" y="4116758"/>
                  </a:lnTo>
                  <a:lnTo>
                    <a:pt x="7551943" y="4126874"/>
                  </a:lnTo>
                  <a:lnTo>
                    <a:pt x="7609474" y="4134170"/>
                  </a:lnTo>
                  <a:lnTo>
                    <a:pt x="7651647" y="4138955"/>
                  </a:lnTo>
                  <a:lnTo>
                    <a:pt x="7678437" y="4141688"/>
                  </a:lnTo>
                  <a:lnTo>
                    <a:pt x="7691907" y="4142929"/>
                  </a:lnTo>
                  <a:lnTo>
                    <a:pt x="7696013" y="4143273"/>
                  </a:lnTo>
                  <a:lnTo>
                    <a:pt x="7696237" y="4143290"/>
                  </a:lnTo>
                  <a:lnTo>
                    <a:pt x="8234974" y="4143290"/>
                  </a:lnTo>
                  <a:lnTo>
                    <a:pt x="8234974" y="4077956"/>
                  </a:lnTo>
                  <a:lnTo>
                    <a:pt x="7696237" y="4077956"/>
                  </a:lnTo>
                  <a:lnTo>
                    <a:pt x="7695095" y="4077864"/>
                  </a:lnTo>
                  <a:lnTo>
                    <a:pt x="7687617" y="4077213"/>
                  </a:lnTo>
                  <a:lnTo>
                    <a:pt x="7668889" y="4075413"/>
                  </a:lnTo>
                  <a:lnTo>
                    <a:pt x="7635720" y="4071875"/>
                  </a:lnTo>
                  <a:lnTo>
                    <a:pt x="7586923" y="4066075"/>
                  </a:lnTo>
                  <a:lnTo>
                    <a:pt x="7523384" y="4057614"/>
                  </a:lnTo>
                  <a:lnTo>
                    <a:pt x="7447750" y="4046252"/>
                  </a:lnTo>
                  <a:lnTo>
                    <a:pt x="7363776" y="4031906"/>
                  </a:lnTo>
                  <a:lnTo>
                    <a:pt x="7275537" y="4014601"/>
                  </a:lnTo>
                  <a:lnTo>
                    <a:pt x="7186748" y="3994408"/>
                  </a:lnTo>
                  <a:lnTo>
                    <a:pt x="7100336" y="3971371"/>
                  </a:lnTo>
                  <a:lnTo>
                    <a:pt x="7018283" y="3945463"/>
                  </a:lnTo>
                  <a:lnTo>
                    <a:pt x="6941689" y="3916549"/>
                  </a:lnTo>
                  <a:lnTo>
                    <a:pt x="6870926" y="3884372"/>
                  </a:lnTo>
                  <a:lnTo>
                    <a:pt x="6805839" y="3848553"/>
                  </a:lnTo>
                  <a:lnTo>
                    <a:pt x="6745917" y="3808600"/>
                  </a:lnTo>
                  <a:lnTo>
                    <a:pt x="6690443" y="3763924"/>
                  </a:lnTo>
                  <a:lnTo>
                    <a:pt x="6638594" y="3713881"/>
                  </a:lnTo>
                  <a:lnTo>
                    <a:pt x="6589522" y="3657839"/>
                  </a:lnTo>
                  <a:lnTo>
                    <a:pt x="6542426" y="3595299"/>
                  </a:lnTo>
                  <a:lnTo>
                    <a:pt x="6515891" y="3556188"/>
                  </a:lnTo>
                  <a:lnTo>
                    <a:pt x="6481833" y="3501996"/>
                  </a:lnTo>
                  <a:lnTo>
                    <a:pt x="6448091" y="3443980"/>
                  </a:lnTo>
                  <a:lnTo>
                    <a:pt x="6414472" y="3382061"/>
                  </a:lnTo>
                  <a:lnTo>
                    <a:pt x="6380825" y="3316219"/>
                  </a:lnTo>
                  <a:lnTo>
                    <a:pt x="6347036" y="3246495"/>
                  </a:lnTo>
                  <a:lnTo>
                    <a:pt x="6313019" y="3173002"/>
                  </a:lnTo>
                  <a:lnTo>
                    <a:pt x="6278721" y="3095924"/>
                  </a:lnTo>
                  <a:lnTo>
                    <a:pt x="6244115" y="3015519"/>
                  </a:lnTo>
                  <a:lnTo>
                    <a:pt x="6209198" y="2932122"/>
                  </a:lnTo>
                  <a:lnTo>
                    <a:pt x="6173991" y="2846137"/>
                  </a:lnTo>
                  <a:lnTo>
                    <a:pt x="6138532" y="2758034"/>
                  </a:lnTo>
                  <a:lnTo>
                    <a:pt x="6102876" y="2668337"/>
                  </a:lnTo>
                  <a:lnTo>
                    <a:pt x="6067090" y="2577613"/>
                  </a:lnTo>
                  <a:lnTo>
                    <a:pt x="6031249" y="2486456"/>
                  </a:lnTo>
                  <a:lnTo>
                    <a:pt x="5995430" y="2395475"/>
                  </a:lnTo>
                  <a:lnTo>
                    <a:pt x="5959710" y="2305269"/>
                  </a:lnTo>
                  <a:lnTo>
                    <a:pt x="5924160" y="2216421"/>
                  </a:lnTo>
                  <a:lnTo>
                    <a:pt x="5888840" y="2129474"/>
                  </a:lnTo>
                  <a:lnTo>
                    <a:pt x="5853796" y="2044923"/>
                  </a:lnTo>
                  <a:lnTo>
                    <a:pt x="5819056" y="1963200"/>
                  </a:lnTo>
                  <a:lnTo>
                    <a:pt x="5784629" y="1884670"/>
                  </a:lnTo>
                  <a:lnTo>
                    <a:pt x="5750498" y="1809625"/>
                  </a:lnTo>
                  <a:lnTo>
                    <a:pt x="5716620" y="1738280"/>
                  </a:lnTo>
                  <a:lnTo>
                    <a:pt x="5682925" y="1670778"/>
                  </a:lnTo>
                  <a:lnTo>
                    <a:pt x="5649311" y="1607189"/>
                  </a:lnTo>
                  <a:lnTo>
                    <a:pt x="5615642" y="1547518"/>
                  </a:lnTo>
                  <a:lnTo>
                    <a:pt x="5581744" y="1491712"/>
                  </a:lnTo>
                  <a:lnTo>
                    <a:pt x="5567201" y="1469116"/>
                  </a:lnTo>
                  <a:lnTo>
                    <a:pt x="5520925" y="1402718"/>
                  </a:lnTo>
                  <a:lnTo>
                    <a:pt x="5473085" y="1342974"/>
                  </a:lnTo>
                  <a:lnTo>
                    <a:pt x="5422939" y="1289544"/>
                  </a:lnTo>
                  <a:lnTo>
                    <a:pt x="5369659" y="1241852"/>
                  </a:lnTo>
                  <a:lnTo>
                    <a:pt x="5312399" y="1199252"/>
                  </a:lnTo>
                  <a:lnTo>
                    <a:pt x="5250369" y="1161115"/>
                  </a:lnTo>
                  <a:lnTo>
                    <a:pt x="5182925" y="1126892"/>
                  </a:lnTo>
                  <a:lnTo>
                    <a:pt x="5109686" y="1096135"/>
                  </a:lnTo>
                  <a:lnTo>
                    <a:pt x="5030699" y="1068518"/>
                  </a:lnTo>
                  <a:lnTo>
                    <a:pt x="4946619" y="1043835"/>
                  </a:lnTo>
                  <a:lnTo>
                    <a:pt x="4858903" y="1022000"/>
                  </a:lnTo>
                  <a:lnTo>
                    <a:pt x="4769938" y="1003021"/>
                  </a:lnTo>
                  <a:lnTo>
                    <a:pt x="4683017" y="986962"/>
                  </a:lnTo>
                  <a:lnTo>
                    <a:pt x="4602076" y="973880"/>
                  </a:lnTo>
                  <a:lnTo>
                    <a:pt x="4531150" y="963764"/>
                  </a:lnTo>
                  <a:lnTo>
                    <a:pt x="4473618" y="956468"/>
                  </a:lnTo>
                  <a:lnTo>
                    <a:pt x="4431446" y="951684"/>
                  </a:lnTo>
                  <a:lnTo>
                    <a:pt x="4404656" y="948951"/>
                  </a:lnTo>
                  <a:lnTo>
                    <a:pt x="4391186" y="947710"/>
                  </a:lnTo>
                  <a:lnTo>
                    <a:pt x="4387080" y="947366"/>
                  </a:lnTo>
                  <a:lnTo>
                    <a:pt x="4386855" y="947348"/>
                  </a:lnTo>
                  <a:lnTo>
                    <a:pt x="3848118" y="947348"/>
                  </a:lnTo>
                  <a:lnTo>
                    <a:pt x="3846832" y="947317"/>
                  </a:lnTo>
                  <a:lnTo>
                    <a:pt x="3838441" y="947095"/>
                  </a:lnTo>
                  <a:lnTo>
                    <a:pt x="3817512" y="946479"/>
                  </a:lnTo>
                  <a:lnTo>
                    <a:pt x="3780670" y="945271"/>
                  </a:lnTo>
                  <a:lnTo>
                    <a:pt x="3726914" y="943297"/>
                  </a:lnTo>
                  <a:lnTo>
                    <a:pt x="3657647" y="940430"/>
                  </a:lnTo>
                  <a:lnTo>
                    <a:pt x="3576201" y="936601"/>
                  </a:lnTo>
                  <a:lnTo>
                    <a:pt x="3486986" y="931793"/>
                  </a:lnTo>
                  <a:lnTo>
                    <a:pt x="3394539" y="926022"/>
                  </a:lnTo>
                  <a:lnTo>
                    <a:pt x="3302773" y="919312"/>
                  </a:lnTo>
                  <a:lnTo>
                    <a:pt x="3214581" y="911668"/>
                  </a:lnTo>
                  <a:lnTo>
                    <a:pt x="3131755" y="903067"/>
                  </a:lnTo>
                  <a:lnTo>
                    <a:pt x="3055122" y="893444"/>
                  </a:lnTo>
                  <a:lnTo>
                    <a:pt x="2984774" y="882689"/>
                  </a:lnTo>
                  <a:lnTo>
                    <a:pt x="2920294" y="870652"/>
                  </a:lnTo>
                  <a:lnTo>
                    <a:pt x="2860950" y="857142"/>
                  </a:lnTo>
                  <a:lnTo>
                    <a:pt x="2805848" y="841946"/>
                  </a:lnTo>
                  <a:lnTo>
                    <a:pt x="2754032" y="824844"/>
                  </a:lnTo>
                  <a:lnTo>
                    <a:pt x="2704577" y="805647"/>
                  </a:lnTo>
                  <a:lnTo>
                    <a:pt x="2667772" y="789457"/>
                  </a:lnTo>
                  <a:lnTo>
                    <a:pt x="2619573" y="765857"/>
                  </a:lnTo>
                  <a:lnTo>
                    <a:pt x="2571844" y="739907"/>
                  </a:lnTo>
                  <a:lnTo>
                    <a:pt x="2524111" y="711573"/>
                  </a:lnTo>
                  <a:lnTo>
                    <a:pt x="2476045" y="680892"/>
                  </a:lnTo>
                  <a:lnTo>
                    <a:pt x="2427449" y="647991"/>
                  </a:lnTo>
                  <a:lnTo>
                    <a:pt x="2378233" y="613086"/>
                  </a:lnTo>
                  <a:lnTo>
                    <a:pt x="2328412" y="576483"/>
                  </a:lnTo>
                  <a:lnTo>
                    <a:pt x="2278081" y="538572"/>
                  </a:lnTo>
                  <a:lnTo>
                    <a:pt x="2227399" y="499810"/>
                  </a:lnTo>
                  <a:lnTo>
                    <a:pt x="2176571" y="460699"/>
                  </a:lnTo>
                  <a:lnTo>
                    <a:pt x="2125816" y="421761"/>
                  </a:lnTo>
                  <a:lnTo>
                    <a:pt x="2075346" y="383510"/>
                  </a:lnTo>
                  <a:lnTo>
                    <a:pt x="2025338" y="346419"/>
                  </a:lnTo>
                  <a:lnTo>
                    <a:pt x="1975913" y="310904"/>
                  </a:lnTo>
                  <a:lnTo>
                    <a:pt x="1927112" y="277299"/>
                  </a:lnTo>
                  <a:lnTo>
                    <a:pt x="1878884" y="245852"/>
                  </a:lnTo>
                  <a:lnTo>
                    <a:pt x="1831069" y="216719"/>
                  </a:lnTo>
                  <a:lnTo>
                    <a:pt x="1783383" y="189966"/>
                  </a:lnTo>
                  <a:lnTo>
                    <a:pt x="1735406" y="165583"/>
                  </a:lnTo>
                  <a:lnTo>
                    <a:pt x="1719082" y="157891"/>
                  </a:lnTo>
                  <a:lnTo>
                    <a:pt x="1670880" y="137018"/>
                  </a:lnTo>
                  <a:lnTo>
                    <a:pt x="1620951" y="118323"/>
                  </a:lnTo>
                  <a:lnTo>
                    <a:pt x="1568452" y="101686"/>
                  </a:lnTo>
                  <a:lnTo>
                    <a:pt x="1512443" y="86904"/>
                  </a:lnTo>
                  <a:lnTo>
                    <a:pt x="1451975" y="73757"/>
                  </a:lnTo>
                  <a:lnTo>
                    <a:pt x="1386179" y="62035"/>
                  </a:lnTo>
                  <a:lnTo>
                    <a:pt x="1314384" y="51557"/>
                  </a:lnTo>
                  <a:lnTo>
                    <a:pt x="1236272" y="42181"/>
                  </a:lnTo>
                  <a:lnTo>
                    <a:pt x="1152084" y="33809"/>
                  </a:lnTo>
                  <a:lnTo>
                    <a:pt x="1062857" y="26384"/>
                  </a:lnTo>
                  <a:lnTo>
                    <a:pt x="970632" y="19891"/>
                  </a:lnTo>
                  <a:lnTo>
                    <a:pt x="878558" y="14343"/>
                  </a:lnTo>
                  <a:lnTo>
                    <a:pt x="790744" y="9764"/>
                  </a:lnTo>
                  <a:lnTo>
                    <a:pt x="711774" y="6163"/>
                  </a:lnTo>
                  <a:lnTo>
                    <a:pt x="645894" y="3513"/>
                  </a:lnTo>
                  <a:lnTo>
                    <a:pt x="596052" y="1731"/>
                  </a:lnTo>
                  <a:lnTo>
                    <a:pt x="563111" y="679"/>
                  </a:lnTo>
                  <a:lnTo>
                    <a:pt x="545498" y="174"/>
                  </a:lnTo>
                  <a:lnTo>
                    <a:pt x="539323" y="1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32" name="pl432"/>
            <p:cNvSpPr/>
            <p:nvPr/>
          </p:nvSpPr>
          <p:spPr>
            <a:xfrm>
              <a:off x="546595" y="1360244"/>
              <a:ext cx="8234974" cy="4077956"/>
            </a:xfrm>
            <a:custGeom>
              <a:avLst/>
              <a:pathLst>
                <a:path w="8234974" h="4077956">
                  <a:moveTo>
                    <a:pt x="0" y="0"/>
                  </a:moveTo>
                  <a:lnTo>
                    <a:pt x="538736" y="0"/>
                  </a:lnTo>
                  <a:lnTo>
                    <a:pt x="540022" y="31"/>
                  </a:lnTo>
                  <a:lnTo>
                    <a:pt x="548414" y="253"/>
                  </a:lnTo>
                  <a:lnTo>
                    <a:pt x="569342" y="869"/>
                  </a:lnTo>
                  <a:lnTo>
                    <a:pt x="606185" y="2077"/>
                  </a:lnTo>
                  <a:lnTo>
                    <a:pt x="659940" y="4051"/>
                  </a:lnTo>
                  <a:lnTo>
                    <a:pt x="729208" y="6918"/>
                  </a:lnTo>
                  <a:lnTo>
                    <a:pt x="810654" y="10747"/>
                  </a:lnTo>
                  <a:lnTo>
                    <a:pt x="899868" y="15555"/>
                  </a:lnTo>
                  <a:lnTo>
                    <a:pt x="992315" y="21326"/>
                  </a:lnTo>
                  <a:lnTo>
                    <a:pt x="1084081" y="28036"/>
                  </a:lnTo>
                  <a:lnTo>
                    <a:pt x="1172273" y="35680"/>
                  </a:lnTo>
                  <a:lnTo>
                    <a:pt x="1255100" y="44281"/>
                  </a:lnTo>
                  <a:lnTo>
                    <a:pt x="1331732" y="53904"/>
                  </a:lnTo>
                  <a:lnTo>
                    <a:pt x="1402080" y="64658"/>
                  </a:lnTo>
                  <a:lnTo>
                    <a:pt x="1466561" y="76696"/>
                  </a:lnTo>
                  <a:lnTo>
                    <a:pt x="1525904" y="90206"/>
                  </a:lnTo>
                  <a:lnTo>
                    <a:pt x="1581007" y="105401"/>
                  </a:lnTo>
                  <a:lnTo>
                    <a:pt x="1632822" y="122504"/>
                  </a:lnTo>
                  <a:lnTo>
                    <a:pt x="1682277" y="141701"/>
                  </a:lnTo>
                  <a:lnTo>
                    <a:pt x="1719082" y="157891"/>
                  </a:lnTo>
                  <a:lnTo>
                    <a:pt x="1767281" y="181491"/>
                  </a:lnTo>
                  <a:lnTo>
                    <a:pt x="1815010" y="207440"/>
                  </a:lnTo>
                  <a:lnTo>
                    <a:pt x="1862744" y="235775"/>
                  </a:lnTo>
                  <a:lnTo>
                    <a:pt x="1910809" y="266456"/>
                  </a:lnTo>
                  <a:lnTo>
                    <a:pt x="1959406" y="299357"/>
                  </a:lnTo>
                  <a:lnTo>
                    <a:pt x="2008621" y="334262"/>
                  </a:lnTo>
                  <a:lnTo>
                    <a:pt x="2058442" y="370865"/>
                  </a:lnTo>
                  <a:lnTo>
                    <a:pt x="2108774" y="408776"/>
                  </a:lnTo>
                  <a:lnTo>
                    <a:pt x="2159455" y="447538"/>
                  </a:lnTo>
                  <a:lnTo>
                    <a:pt x="2210284" y="486649"/>
                  </a:lnTo>
                  <a:lnTo>
                    <a:pt x="2261039" y="525587"/>
                  </a:lnTo>
                  <a:lnTo>
                    <a:pt x="2311509" y="563838"/>
                  </a:lnTo>
                  <a:lnTo>
                    <a:pt x="2361516" y="600929"/>
                  </a:lnTo>
                  <a:lnTo>
                    <a:pt x="2410942" y="636444"/>
                  </a:lnTo>
                  <a:lnTo>
                    <a:pt x="2459742" y="670049"/>
                  </a:lnTo>
                  <a:lnTo>
                    <a:pt x="2507970" y="701496"/>
                  </a:lnTo>
                  <a:lnTo>
                    <a:pt x="2555786" y="730629"/>
                  </a:lnTo>
                  <a:lnTo>
                    <a:pt x="2603471" y="757382"/>
                  </a:lnTo>
                  <a:lnTo>
                    <a:pt x="2651448" y="781765"/>
                  </a:lnTo>
                  <a:lnTo>
                    <a:pt x="2667772" y="789457"/>
                  </a:lnTo>
                  <a:lnTo>
                    <a:pt x="2715974" y="810330"/>
                  </a:lnTo>
                  <a:lnTo>
                    <a:pt x="2765903" y="829025"/>
                  </a:lnTo>
                  <a:lnTo>
                    <a:pt x="2818402" y="845662"/>
                  </a:lnTo>
                  <a:lnTo>
                    <a:pt x="2874411" y="860444"/>
                  </a:lnTo>
                  <a:lnTo>
                    <a:pt x="2934880" y="873591"/>
                  </a:lnTo>
                  <a:lnTo>
                    <a:pt x="3000675" y="885313"/>
                  </a:lnTo>
                  <a:lnTo>
                    <a:pt x="3072471" y="895791"/>
                  </a:lnTo>
                  <a:lnTo>
                    <a:pt x="3150583" y="905167"/>
                  </a:lnTo>
                  <a:lnTo>
                    <a:pt x="3234770" y="913539"/>
                  </a:lnTo>
                  <a:lnTo>
                    <a:pt x="3323998" y="920964"/>
                  </a:lnTo>
                  <a:lnTo>
                    <a:pt x="3416223" y="927457"/>
                  </a:lnTo>
                  <a:lnTo>
                    <a:pt x="3508297" y="933005"/>
                  </a:lnTo>
                  <a:lnTo>
                    <a:pt x="3596111" y="937584"/>
                  </a:lnTo>
                  <a:lnTo>
                    <a:pt x="3675081" y="941185"/>
                  </a:lnTo>
                  <a:lnTo>
                    <a:pt x="3740961" y="943835"/>
                  </a:lnTo>
                  <a:lnTo>
                    <a:pt x="3790803" y="945617"/>
                  </a:lnTo>
                  <a:lnTo>
                    <a:pt x="3823743" y="946669"/>
                  </a:lnTo>
                  <a:lnTo>
                    <a:pt x="3841356" y="947174"/>
                  </a:lnTo>
                  <a:lnTo>
                    <a:pt x="3847532" y="947334"/>
                  </a:lnTo>
                  <a:lnTo>
                    <a:pt x="3848118" y="947348"/>
                  </a:lnTo>
                  <a:lnTo>
                    <a:pt x="4386855" y="947348"/>
                  </a:lnTo>
                  <a:lnTo>
                    <a:pt x="4387998" y="947440"/>
                  </a:lnTo>
                  <a:lnTo>
                    <a:pt x="4395476" y="948091"/>
                  </a:lnTo>
                  <a:lnTo>
                    <a:pt x="4414204" y="949891"/>
                  </a:lnTo>
                  <a:lnTo>
                    <a:pt x="4447373" y="953429"/>
                  </a:lnTo>
                  <a:lnTo>
                    <a:pt x="4496169" y="959229"/>
                  </a:lnTo>
                  <a:lnTo>
                    <a:pt x="4559708" y="967690"/>
                  </a:lnTo>
                  <a:lnTo>
                    <a:pt x="4635342" y="979052"/>
                  </a:lnTo>
                  <a:lnTo>
                    <a:pt x="4719317" y="993398"/>
                  </a:lnTo>
                  <a:lnTo>
                    <a:pt x="4807556" y="1010703"/>
                  </a:lnTo>
                  <a:lnTo>
                    <a:pt x="4896344" y="1030896"/>
                  </a:lnTo>
                  <a:lnTo>
                    <a:pt x="4982757" y="1053933"/>
                  </a:lnTo>
                  <a:lnTo>
                    <a:pt x="5064809" y="1079841"/>
                  </a:lnTo>
                  <a:lnTo>
                    <a:pt x="5141403" y="1108755"/>
                  </a:lnTo>
                  <a:lnTo>
                    <a:pt x="5212166" y="1140932"/>
                  </a:lnTo>
                  <a:lnTo>
                    <a:pt x="5277254" y="1176751"/>
                  </a:lnTo>
                  <a:lnTo>
                    <a:pt x="5337175" y="1216704"/>
                  </a:lnTo>
                  <a:lnTo>
                    <a:pt x="5392649" y="1261380"/>
                  </a:lnTo>
                  <a:lnTo>
                    <a:pt x="5444499" y="1311423"/>
                  </a:lnTo>
                  <a:lnTo>
                    <a:pt x="5493571" y="1367465"/>
                  </a:lnTo>
                  <a:lnTo>
                    <a:pt x="5540666" y="1430005"/>
                  </a:lnTo>
                  <a:lnTo>
                    <a:pt x="5567201" y="1469116"/>
                  </a:lnTo>
                  <a:lnTo>
                    <a:pt x="5601259" y="1523308"/>
                  </a:lnTo>
                  <a:lnTo>
                    <a:pt x="5635002" y="1581324"/>
                  </a:lnTo>
                  <a:lnTo>
                    <a:pt x="5668621" y="1643243"/>
                  </a:lnTo>
                  <a:lnTo>
                    <a:pt x="5702267" y="1709085"/>
                  </a:lnTo>
                  <a:lnTo>
                    <a:pt x="5736057" y="1778809"/>
                  </a:lnTo>
                  <a:lnTo>
                    <a:pt x="5770073" y="1852302"/>
                  </a:lnTo>
                  <a:lnTo>
                    <a:pt x="5804371" y="1929380"/>
                  </a:lnTo>
                  <a:lnTo>
                    <a:pt x="5838977" y="2009785"/>
                  </a:lnTo>
                  <a:lnTo>
                    <a:pt x="5873894" y="2093182"/>
                  </a:lnTo>
                  <a:lnTo>
                    <a:pt x="5909101" y="2179167"/>
                  </a:lnTo>
                  <a:lnTo>
                    <a:pt x="5944560" y="2267270"/>
                  </a:lnTo>
                  <a:lnTo>
                    <a:pt x="5980216" y="2356967"/>
                  </a:lnTo>
                  <a:lnTo>
                    <a:pt x="6016002" y="2447691"/>
                  </a:lnTo>
                  <a:lnTo>
                    <a:pt x="6051844" y="2538848"/>
                  </a:lnTo>
                  <a:lnTo>
                    <a:pt x="6087662" y="2629830"/>
                  </a:lnTo>
                  <a:lnTo>
                    <a:pt x="6123382" y="2720035"/>
                  </a:lnTo>
                  <a:lnTo>
                    <a:pt x="6158933" y="2808883"/>
                  </a:lnTo>
                  <a:lnTo>
                    <a:pt x="6194253" y="2895830"/>
                  </a:lnTo>
                  <a:lnTo>
                    <a:pt x="6229297" y="2980381"/>
                  </a:lnTo>
                  <a:lnTo>
                    <a:pt x="6264036" y="3062104"/>
                  </a:lnTo>
                  <a:lnTo>
                    <a:pt x="6298463" y="3140634"/>
                  </a:lnTo>
                  <a:lnTo>
                    <a:pt x="6332595" y="3215679"/>
                  </a:lnTo>
                  <a:lnTo>
                    <a:pt x="6366472" y="3287024"/>
                  </a:lnTo>
                  <a:lnTo>
                    <a:pt x="6400168" y="3354526"/>
                  </a:lnTo>
                  <a:lnTo>
                    <a:pt x="6433782" y="3418115"/>
                  </a:lnTo>
                  <a:lnTo>
                    <a:pt x="6467451" y="3477786"/>
                  </a:lnTo>
                  <a:lnTo>
                    <a:pt x="6501348" y="3533592"/>
                  </a:lnTo>
                  <a:lnTo>
                    <a:pt x="6515891" y="3556188"/>
                  </a:lnTo>
                  <a:lnTo>
                    <a:pt x="6562167" y="3622586"/>
                  </a:lnTo>
                  <a:lnTo>
                    <a:pt x="6610007" y="3682330"/>
                  </a:lnTo>
                  <a:lnTo>
                    <a:pt x="6660153" y="3735760"/>
                  </a:lnTo>
                  <a:lnTo>
                    <a:pt x="6713433" y="3783452"/>
                  </a:lnTo>
                  <a:lnTo>
                    <a:pt x="6770693" y="3826052"/>
                  </a:lnTo>
                  <a:lnTo>
                    <a:pt x="6832723" y="3864189"/>
                  </a:lnTo>
                  <a:lnTo>
                    <a:pt x="6900168" y="3898412"/>
                  </a:lnTo>
                  <a:lnTo>
                    <a:pt x="6973406" y="3929169"/>
                  </a:lnTo>
                  <a:lnTo>
                    <a:pt x="7052394" y="3956786"/>
                  </a:lnTo>
                  <a:lnTo>
                    <a:pt x="7136474" y="3981469"/>
                  </a:lnTo>
                  <a:lnTo>
                    <a:pt x="7224190" y="4003304"/>
                  </a:lnTo>
                  <a:lnTo>
                    <a:pt x="7313155" y="4022283"/>
                  </a:lnTo>
                  <a:lnTo>
                    <a:pt x="7400076" y="4038343"/>
                  </a:lnTo>
                  <a:lnTo>
                    <a:pt x="7481016" y="4051424"/>
                  </a:lnTo>
                  <a:lnTo>
                    <a:pt x="7551943" y="4061540"/>
                  </a:lnTo>
                  <a:lnTo>
                    <a:pt x="7609474" y="4068836"/>
                  </a:lnTo>
                  <a:lnTo>
                    <a:pt x="7651647" y="4073620"/>
                  </a:lnTo>
                  <a:lnTo>
                    <a:pt x="7678437" y="4076354"/>
                  </a:lnTo>
                  <a:lnTo>
                    <a:pt x="7691907" y="4077594"/>
                  </a:lnTo>
                  <a:lnTo>
                    <a:pt x="7696013" y="4077938"/>
                  </a:lnTo>
                  <a:lnTo>
                    <a:pt x="7696237" y="4077956"/>
                  </a:lnTo>
                  <a:lnTo>
                    <a:pt x="8234974" y="40779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3" name="pl433"/>
            <p:cNvSpPr/>
            <p:nvPr/>
          </p:nvSpPr>
          <p:spPr>
            <a:xfrm>
              <a:off x="546595" y="1294910"/>
              <a:ext cx="8234974" cy="4077956"/>
            </a:xfrm>
            <a:custGeom>
              <a:avLst/>
              <a:pathLst>
                <a:path w="8234974" h="4077956">
                  <a:moveTo>
                    <a:pt x="8234974" y="4077956"/>
                  </a:moveTo>
                  <a:lnTo>
                    <a:pt x="7696237" y="4077956"/>
                  </a:lnTo>
                  <a:lnTo>
                    <a:pt x="7695095" y="4077864"/>
                  </a:lnTo>
                  <a:lnTo>
                    <a:pt x="7687617" y="4077213"/>
                  </a:lnTo>
                  <a:lnTo>
                    <a:pt x="7668889" y="4075413"/>
                  </a:lnTo>
                  <a:lnTo>
                    <a:pt x="7635720" y="4071875"/>
                  </a:lnTo>
                  <a:lnTo>
                    <a:pt x="7586923" y="4066075"/>
                  </a:lnTo>
                  <a:lnTo>
                    <a:pt x="7523384" y="4057614"/>
                  </a:lnTo>
                  <a:lnTo>
                    <a:pt x="7447750" y="4046252"/>
                  </a:lnTo>
                  <a:lnTo>
                    <a:pt x="7363776" y="4031906"/>
                  </a:lnTo>
                  <a:lnTo>
                    <a:pt x="7275537" y="4014601"/>
                  </a:lnTo>
                  <a:lnTo>
                    <a:pt x="7186748" y="3994408"/>
                  </a:lnTo>
                  <a:lnTo>
                    <a:pt x="7100336" y="3971371"/>
                  </a:lnTo>
                  <a:lnTo>
                    <a:pt x="7018283" y="3945463"/>
                  </a:lnTo>
                  <a:lnTo>
                    <a:pt x="6941689" y="3916549"/>
                  </a:lnTo>
                  <a:lnTo>
                    <a:pt x="6870926" y="3884372"/>
                  </a:lnTo>
                  <a:lnTo>
                    <a:pt x="6805839" y="3848553"/>
                  </a:lnTo>
                  <a:lnTo>
                    <a:pt x="6745917" y="3808600"/>
                  </a:lnTo>
                  <a:lnTo>
                    <a:pt x="6690443" y="3763924"/>
                  </a:lnTo>
                  <a:lnTo>
                    <a:pt x="6638594" y="3713881"/>
                  </a:lnTo>
                  <a:lnTo>
                    <a:pt x="6589522" y="3657839"/>
                  </a:lnTo>
                  <a:lnTo>
                    <a:pt x="6542426" y="3595299"/>
                  </a:lnTo>
                  <a:lnTo>
                    <a:pt x="6515891" y="3556188"/>
                  </a:lnTo>
                  <a:lnTo>
                    <a:pt x="6481833" y="3501996"/>
                  </a:lnTo>
                  <a:lnTo>
                    <a:pt x="6448091" y="3443980"/>
                  </a:lnTo>
                  <a:lnTo>
                    <a:pt x="6414472" y="3382061"/>
                  </a:lnTo>
                  <a:lnTo>
                    <a:pt x="6380825" y="3316219"/>
                  </a:lnTo>
                  <a:lnTo>
                    <a:pt x="6347036" y="3246495"/>
                  </a:lnTo>
                  <a:lnTo>
                    <a:pt x="6313019" y="3173002"/>
                  </a:lnTo>
                  <a:lnTo>
                    <a:pt x="6278721" y="3095924"/>
                  </a:lnTo>
                  <a:lnTo>
                    <a:pt x="6244115" y="3015519"/>
                  </a:lnTo>
                  <a:lnTo>
                    <a:pt x="6209198" y="2932122"/>
                  </a:lnTo>
                  <a:lnTo>
                    <a:pt x="6173991" y="2846137"/>
                  </a:lnTo>
                  <a:lnTo>
                    <a:pt x="6138532" y="2758034"/>
                  </a:lnTo>
                  <a:lnTo>
                    <a:pt x="6102876" y="2668337"/>
                  </a:lnTo>
                  <a:lnTo>
                    <a:pt x="6067090" y="2577613"/>
                  </a:lnTo>
                  <a:lnTo>
                    <a:pt x="6031249" y="2486456"/>
                  </a:lnTo>
                  <a:lnTo>
                    <a:pt x="5995430" y="2395475"/>
                  </a:lnTo>
                  <a:lnTo>
                    <a:pt x="5959710" y="2305269"/>
                  </a:lnTo>
                  <a:lnTo>
                    <a:pt x="5924160" y="2216421"/>
                  </a:lnTo>
                  <a:lnTo>
                    <a:pt x="5888840" y="2129474"/>
                  </a:lnTo>
                  <a:lnTo>
                    <a:pt x="5853796" y="2044923"/>
                  </a:lnTo>
                  <a:lnTo>
                    <a:pt x="5819056" y="1963200"/>
                  </a:lnTo>
                  <a:lnTo>
                    <a:pt x="5784629" y="1884670"/>
                  </a:lnTo>
                  <a:lnTo>
                    <a:pt x="5750498" y="1809625"/>
                  </a:lnTo>
                  <a:lnTo>
                    <a:pt x="5716620" y="1738280"/>
                  </a:lnTo>
                  <a:lnTo>
                    <a:pt x="5682925" y="1670778"/>
                  </a:lnTo>
                  <a:lnTo>
                    <a:pt x="5649311" y="1607189"/>
                  </a:lnTo>
                  <a:lnTo>
                    <a:pt x="5615642" y="1547518"/>
                  </a:lnTo>
                  <a:lnTo>
                    <a:pt x="5581744" y="1491712"/>
                  </a:lnTo>
                  <a:lnTo>
                    <a:pt x="5567201" y="1469116"/>
                  </a:lnTo>
                  <a:lnTo>
                    <a:pt x="5520925" y="1402718"/>
                  </a:lnTo>
                  <a:lnTo>
                    <a:pt x="5473085" y="1342974"/>
                  </a:lnTo>
                  <a:lnTo>
                    <a:pt x="5422939" y="1289544"/>
                  </a:lnTo>
                  <a:lnTo>
                    <a:pt x="5369659" y="1241852"/>
                  </a:lnTo>
                  <a:lnTo>
                    <a:pt x="5312399" y="1199252"/>
                  </a:lnTo>
                  <a:lnTo>
                    <a:pt x="5250369" y="1161115"/>
                  </a:lnTo>
                  <a:lnTo>
                    <a:pt x="5182925" y="1126892"/>
                  </a:lnTo>
                  <a:lnTo>
                    <a:pt x="5109686" y="1096135"/>
                  </a:lnTo>
                  <a:lnTo>
                    <a:pt x="5030699" y="1068518"/>
                  </a:lnTo>
                  <a:lnTo>
                    <a:pt x="4946619" y="1043835"/>
                  </a:lnTo>
                  <a:lnTo>
                    <a:pt x="4858903" y="1022000"/>
                  </a:lnTo>
                  <a:lnTo>
                    <a:pt x="4769938" y="1003021"/>
                  </a:lnTo>
                  <a:lnTo>
                    <a:pt x="4683017" y="986962"/>
                  </a:lnTo>
                  <a:lnTo>
                    <a:pt x="4602076" y="973880"/>
                  </a:lnTo>
                  <a:lnTo>
                    <a:pt x="4531150" y="963764"/>
                  </a:lnTo>
                  <a:lnTo>
                    <a:pt x="4473618" y="956468"/>
                  </a:lnTo>
                  <a:lnTo>
                    <a:pt x="4431446" y="951684"/>
                  </a:lnTo>
                  <a:lnTo>
                    <a:pt x="4404656" y="948951"/>
                  </a:lnTo>
                  <a:lnTo>
                    <a:pt x="4391186" y="947710"/>
                  </a:lnTo>
                  <a:lnTo>
                    <a:pt x="4387080" y="947366"/>
                  </a:lnTo>
                  <a:lnTo>
                    <a:pt x="4386855" y="947348"/>
                  </a:lnTo>
                  <a:lnTo>
                    <a:pt x="3848118" y="947348"/>
                  </a:lnTo>
                  <a:lnTo>
                    <a:pt x="3846832" y="947317"/>
                  </a:lnTo>
                  <a:lnTo>
                    <a:pt x="3838441" y="947095"/>
                  </a:lnTo>
                  <a:lnTo>
                    <a:pt x="3817512" y="946479"/>
                  </a:lnTo>
                  <a:lnTo>
                    <a:pt x="3780670" y="945271"/>
                  </a:lnTo>
                  <a:lnTo>
                    <a:pt x="3726914" y="943297"/>
                  </a:lnTo>
                  <a:lnTo>
                    <a:pt x="3657647" y="940430"/>
                  </a:lnTo>
                  <a:lnTo>
                    <a:pt x="3576201" y="936601"/>
                  </a:lnTo>
                  <a:lnTo>
                    <a:pt x="3486986" y="931793"/>
                  </a:lnTo>
                  <a:lnTo>
                    <a:pt x="3394539" y="926022"/>
                  </a:lnTo>
                  <a:lnTo>
                    <a:pt x="3302773" y="919312"/>
                  </a:lnTo>
                  <a:lnTo>
                    <a:pt x="3214581" y="911668"/>
                  </a:lnTo>
                  <a:lnTo>
                    <a:pt x="3131755" y="903067"/>
                  </a:lnTo>
                  <a:lnTo>
                    <a:pt x="3055122" y="893444"/>
                  </a:lnTo>
                  <a:lnTo>
                    <a:pt x="2984774" y="882689"/>
                  </a:lnTo>
                  <a:lnTo>
                    <a:pt x="2920294" y="870652"/>
                  </a:lnTo>
                  <a:lnTo>
                    <a:pt x="2860950" y="857142"/>
                  </a:lnTo>
                  <a:lnTo>
                    <a:pt x="2805848" y="841946"/>
                  </a:lnTo>
                  <a:lnTo>
                    <a:pt x="2754032" y="824844"/>
                  </a:lnTo>
                  <a:lnTo>
                    <a:pt x="2704577" y="805647"/>
                  </a:lnTo>
                  <a:lnTo>
                    <a:pt x="2667772" y="789457"/>
                  </a:lnTo>
                  <a:lnTo>
                    <a:pt x="2619573" y="765857"/>
                  </a:lnTo>
                  <a:lnTo>
                    <a:pt x="2571844" y="739907"/>
                  </a:lnTo>
                  <a:lnTo>
                    <a:pt x="2524111" y="711573"/>
                  </a:lnTo>
                  <a:lnTo>
                    <a:pt x="2476045" y="680892"/>
                  </a:lnTo>
                  <a:lnTo>
                    <a:pt x="2427449" y="647991"/>
                  </a:lnTo>
                  <a:lnTo>
                    <a:pt x="2378233" y="613086"/>
                  </a:lnTo>
                  <a:lnTo>
                    <a:pt x="2328412" y="576483"/>
                  </a:lnTo>
                  <a:lnTo>
                    <a:pt x="2278081" y="538572"/>
                  </a:lnTo>
                  <a:lnTo>
                    <a:pt x="2227399" y="499810"/>
                  </a:lnTo>
                  <a:lnTo>
                    <a:pt x="2176571" y="460699"/>
                  </a:lnTo>
                  <a:lnTo>
                    <a:pt x="2125816" y="421761"/>
                  </a:lnTo>
                  <a:lnTo>
                    <a:pt x="2075346" y="383510"/>
                  </a:lnTo>
                  <a:lnTo>
                    <a:pt x="2025338" y="346419"/>
                  </a:lnTo>
                  <a:lnTo>
                    <a:pt x="1975913" y="310904"/>
                  </a:lnTo>
                  <a:lnTo>
                    <a:pt x="1927112" y="277299"/>
                  </a:lnTo>
                  <a:lnTo>
                    <a:pt x="1878884" y="245852"/>
                  </a:lnTo>
                  <a:lnTo>
                    <a:pt x="1831069" y="216719"/>
                  </a:lnTo>
                  <a:lnTo>
                    <a:pt x="1783383" y="189966"/>
                  </a:lnTo>
                  <a:lnTo>
                    <a:pt x="1735406" y="165583"/>
                  </a:lnTo>
                  <a:lnTo>
                    <a:pt x="1719082" y="157891"/>
                  </a:lnTo>
                  <a:lnTo>
                    <a:pt x="1670880" y="137018"/>
                  </a:lnTo>
                  <a:lnTo>
                    <a:pt x="1620951" y="118323"/>
                  </a:lnTo>
                  <a:lnTo>
                    <a:pt x="1568452" y="101686"/>
                  </a:lnTo>
                  <a:lnTo>
                    <a:pt x="1512443" y="86904"/>
                  </a:lnTo>
                  <a:lnTo>
                    <a:pt x="1451975" y="73757"/>
                  </a:lnTo>
                  <a:lnTo>
                    <a:pt x="1386179" y="62035"/>
                  </a:lnTo>
                  <a:lnTo>
                    <a:pt x="1314384" y="51557"/>
                  </a:lnTo>
                  <a:lnTo>
                    <a:pt x="1236272" y="42181"/>
                  </a:lnTo>
                  <a:lnTo>
                    <a:pt x="1152084" y="33809"/>
                  </a:lnTo>
                  <a:lnTo>
                    <a:pt x="1062857" y="26384"/>
                  </a:lnTo>
                  <a:lnTo>
                    <a:pt x="970632" y="19891"/>
                  </a:lnTo>
                  <a:lnTo>
                    <a:pt x="878558" y="14343"/>
                  </a:lnTo>
                  <a:lnTo>
                    <a:pt x="790744" y="9764"/>
                  </a:lnTo>
                  <a:lnTo>
                    <a:pt x="711774" y="6163"/>
                  </a:lnTo>
                  <a:lnTo>
                    <a:pt x="645894" y="3513"/>
                  </a:lnTo>
                  <a:lnTo>
                    <a:pt x="596052" y="1731"/>
                  </a:lnTo>
                  <a:lnTo>
                    <a:pt x="563111" y="679"/>
                  </a:lnTo>
                  <a:lnTo>
                    <a:pt x="545498" y="174"/>
                  </a:lnTo>
                  <a:lnTo>
                    <a:pt x="539323" y="1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4" name="pg434"/>
            <p:cNvSpPr/>
            <p:nvPr/>
          </p:nvSpPr>
          <p:spPr>
            <a:xfrm>
              <a:off x="546595" y="1360244"/>
              <a:ext cx="8234974" cy="4595186"/>
            </a:xfrm>
            <a:custGeom>
              <a:avLst/>
              <a:pathLst>
                <a:path w="8234974" h="4595186">
                  <a:moveTo>
                    <a:pt x="0" y="21778"/>
                  </a:moveTo>
                  <a:lnTo>
                    <a:pt x="538736" y="21778"/>
                  </a:lnTo>
                  <a:lnTo>
                    <a:pt x="540021" y="21809"/>
                  </a:lnTo>
                  <a:lnTo>
                    <a:pt x="548408" y="22037"/>
                  </a:lnTo>
                  <a:lnTo>
                    <a:pt x="569325" y="22666"/>
                  </a:lnTo>
                  <a:lnTo>
                    <a:pt x="606148" y="23901"/>
                  </a:lnTo>
                  <a:lnTo>
                    <a:pt x="659877" y="25920"/>
                  </a:lnTo>
                  <a:lnTo>
                    <a:pt x="729115" y="28851"/>
                  </a:lnTo>
                  <a:lnTo>
                    <a:pt x="810531" y="32766"/>
                  </a:lnTo>
                  <a:lnTo>
                    <a:pt x="899719" y="37682"/>
                  </a:lnTo>
                  <a:lnTo>
                    <a:pt x="992145" y="43582"/>
                  </a:lnTo>
                  <a:lnTo>
                    <a:pt x="1083897" y="50444"/>
                  </a:lnTo>
                  <a:lnTo>
                    <a:pt x="1172081" y="58260"/>
                  </a:lnTo>
                  <a:lnTo>
                    <a:pt x="1254904" y="67054"/>
                  </a:lnTo>
                  <a:lnTo>
                    <a:pt x="1331537" y="76894"/>
                  </a:lnTo>
                  <a:lnTo>
                    <a:pt x="1401888" y="87890"/>
                  </a:lnTo>
                  <a:lnTo>
                    <a:pt x="1466372" y="100198"/>
                  </a:lnTo>
                  <a:lnTo>
                    <a:pt x="1525718" y="114010"/>
                  </a:lnTo>
                  <a:lnTo>
                    <a:pt x="1580821" y="129545"/>
                  </a:lnTo>
                  <a:lnTo>
                    <a:pt x="1632637" y="147030"/>
                  </a:lnTo>
                  <a:lnTo>
                    <a:pt x="1682089" y="166656"/>
                  </a:lnTo>
                  <a:lnTo>
                    <a:pt x="1719082" y="183299"/>
                  </a:lnTo>
                  <a:lnTo>
                    <a:pt x="1767112" y="207352"/>
                  </a:lnTo>
                  <a:lnTo>
                    <a:pt x="1814673" y="233791"/>
                  </a:lnTo>
                  <a:lnTo>
                    <a:pt x="1862236" y="262653"/>
                  </a:lnTo>
                  <a:lnTo>
                    <a:pt x="1910125" y="293899"/>
                  </a:lnTo>
                  <a:lnTo>
                    <a:pt x="1958541" y="327403"/>
                  </a:lnTo>
                  <a:lnTo>
                    <a:pt x="2007570" y="362947"/>
                  </a:lnTo>
                  <a:lnTo>
                    <a:pt x="2057202" y="400223"/>
                  </a:lnTo>
                  <a:lnTo>
                    <a:pt x="2107343" y="438839"/>
                  </a:lnTo>
                  <a:lnTo>
                    <a:pt x="2157838" y="478333"/>
                  </a:lnTo>
                  <a:lnTo>
                    <a:pt x="2208485" y="518198"/>
                  </a:lnTo>
                  <a:lnTo>
                    <a:pt x="2259067" y="557906"/>
                  </a:lnTo>
                  <a:lnTo>
                    <a:pt x="2309374" y="596937"/>
                  </a:lnTo>
                  <a:lnTo>
                    <a:pt x="2359228" y="634808"/>
                  </a:lnTo>
                  <a:lnTo>
                    <a:pt x="2408508" y="671097"/>
                  </a:lnTo>
                  <a:lnTo>
                    <a:pt x="2457167" y="705459"/>
                  </a:lnTo>
                  <a:lnTo>
                    <a:pt x="2505252" y="737641"/>
                  </a:lnTo>
                  <a:lnTo>
                    <a:pt x="2552916" y="767479"/>
                  </a:lnTo>
                  <a:lnTo>
                    <a:pt x="2600430" y="794901"/>
                  </a:lnTo>
                  <a:lnTo>
                    <a:pt x="2648203" y="819912"/>
                  </a:lnTo>
                  <a:lnTo>
                    <a:pt x="2667772" y="829384"/>
                  </a:lnTo>
                  <a:lnTo>
                    <a:pt x="2715964" y="850733"/>
                  </a:lnTo>
                  <a:lnTo>
                    <a:pt x="2765882" y="869853"/>
                  </a:lnTo>
                  <a:lnTo>
                    <a:pt x="2818369" y="886871"/>
                  </a:lnTo>
                  <a:lnTo>
                    <a:pt x="2874364" y="901991"/>
                  </a:lnTo>
                  <a:lnTo>
                    <a:pt x="2934815" y="915438"/>
                  </a:lnTo>
                  <a:lnTo>
                    <a:pt x="3000591" y="927429"/>
                  </a:lnTo>
                  <a:lnTo>
                    <a:pt x="3072364" y="938147"/>
                  </a:lnTo>
                  <a:lnTo>
                    <a:pt x="3150450" y="947739"/>
                  </a:lnTo>
                  <a:lnTo>
                    <a:pt x="3234610" y="956304"/>
                  </a:lnTo>
                  <a:lnTo>
                    <a:pt x="3323812" y="963899"/>
                  </a:lnTo>
                  <a:lnTo>
                    <a:pt x="3416014" y="970542"/>
                  </a:lnTo>
                  <a:lnTo>
                    <a:pt x="3508075" y="976218"/>
                  </a:lnTo>
                  <a:lnTo>
                    <a:pt x="3595888" y="980905"/>
                  </a:lnTo>
                  <a:lnTo>
                    <a:pt x="3674872" y="984590"/>
                  </a:lnTo>
                  <a:lnTo>
                    <a:pt x="3740782" y="987304"/>
                  </a:lnTo>
                  <a:lnTo>
                    <a:pt x="3790667" y="989128"/>
                  </a:lnTo>
                  <a:lnTo>
                    <a:pt x="3823657" y="990207"/>
                  </a:lnTo>
                  <a:lnTo>
                    <a:pt x="3841316" y="990726"/>
                  </a:lnTo>
                  <a:lnTo>
                    <a:pt x="3847523" y="990890"/>
                  </a:lnTo>
                  <a:lnTo>
                    <a:pt x="3848118" y="990905"/>
                  </a:lnTo>
                  <a:lnTo>
                    <a:pt x="4386855" y="990905"/>
                  </a:lnTo>
                  <a:lnTo>
                    <a:pt x="4387813" y="990992"/>
                  </a:lnTo>
                  <a:lnTo>
                    <a:pt x="4394110" y="991618"/>
                  </a:lnTo>
                  <a:lnTo>
                    <a:pt x="4409968" y="993346"/>
                  </a:lnTo>
                  <a:lnTo>
                    <a:pt x="4438285" y="996747"/>
                  </a:lnTo>
                  <a:lnTo>
                    <a:pt x="4480407" y="1002345"/>
                  </a:lnTo>
                  <a:lnTo>
                    <a:pt x="4536034" y="1010561"/>
                  </a:lnTo>
                  <a:lnTo>
                    <a:pt x="4603367" y="1021676"/>
                  </a:lnTo>
                  <a:lnTo>
                    <a:pt x="4679534" y="1035823"/>
                  </a:lnTo>
                  <a:lnTo>
                    <a:pt x="4761155" y="1053014"/>
                  </a:lnTo>
                  <a:lnTo>
                    <a:pt x="4844912" y="1073194"/>
                  </a:lnTo>
                  <a:lnTo>
                    <a:pt x="4927963" y="1096299"/>
                  </a:lnTo>
                  <a:lnTo>
                    <a:pt x="5008165" y="1122307"/>
                  </a:lnTo>
                  <a:lnTo>
                    <a:pt x="5084118" y="1151276"/>
                  </a:lnTo>
                  <a:lnTo>
                    <a:pt x="5155088" y="1183367"/>
                  </a:lnTo>
                  <a:lnTo>
                    <a:pt x="5220876" y="1218853"/>
                  </a:lnTo>
                  <a:lnTo>
                    <a:pt x="5281670" y="1258117"/>
                  </a:lnTo>
                  <a:lnTo>
                    <a:pt x="5337918" y="1301643"/>
                  </a:lnTo>
                  <a:lnTo>
                    <a:pt x="5390229" y="1350001"/>
                  </a:lnTo>
                  <a:lnTo>
                    <a:pt x="5439290" y="1403811"/>
                  </a:lnTo>
                  <a:lnTo>
                    <a:pt x="5485810" y="1463687"/>
                  </a:lnTo>
                  <a:lnTo>
                    <a:pt x="5530468" y="1530137"/>
                  </a:lnTo>
                  <a:lnTo>
                    <a:pt x="5567201" y="1591618"/>
                  </a:lnTo>
                  <a:lnTo>
                    <a:pt x="5599296" y="1650274"/>
                  </a:lnTo>
                  <a:lnTo>
                    <a:pt x="5631100" y="1712832"/>
                  </a:lnTo>
                  <a:lnTo>
                    <a:pt x="5662777" y="1779371"/>
                  </a:lnTo>
                  <a:lnTo>
                    <a:pt x="5694457" y="1849920"/>
                  </a:lnTo>
                  <a:lnTo>
                    <a:pt x="5726244" y="1924452"/>
                  </a:lnTo>
                  <a:lnTo>
                    <a:pt x="5758214" y="2002876"/>
                  </a:lnTo>
                  <a:lnTo>
                    <a:pt x="5790420" y="2085038"/>
                  </a:lnTo>
                  <a:lnTo>
                    <a:pt x="5822892" y="2170716"/>
                  </a:lnTo>
                  <a:lnTo>
                    <a:pt x="5855642" y="2259619"/>
                  </a:lnTo>
                  <a:lnTo>
                    <a:pt x="5888662" y="2351392"/>
                  </a:lnTo>
                  <a:lnTo>
                    <a:pt x="5921927" y="2445615"/>
                  </a:lnTo>
                  <a:lnTo>
                    <a:pt x="5955399" y="2541814"/>
                  </a:lnTo>
                  <a:lnTo>
                    <a:pt x="5989029" y="2639470"/>
                  </a:lnTo>
                  <a:lnTo>
                    <a:pt x="6022759" y="2738028"/>
                  </a:lnTo>
                  <a:lnTo>
                    <a:pt x="6056524" y="2836911"/>
                  </a:lnTo>
                  <a:lnTo>
                    <a:pt x="6090261" y="2935535"/>
                  </a:lnTo>
                  <a:lnTo>
                    <a:pt x="6123906" y="3033321"/>
                  </a:lnTo>
                  <a:lnTo>
                    <a:pt x="6157398" y="3129711"/>
                  </a:lnTo>
                  <a:lnTo>
                    <a:pt x="6190689" y="3224182"/>
                  </a:lnTo>
                  <a:lnTo>
                    <a:pt x="6223738" y="3316253"/>
                  </a:lnTo>
                  <a:lnTo>
                    <a:pt x="6256519" y="3405499"/>
                  </a:lnTo>
                  <a:lnTo>
                    <a:pt x="6289022" y="3491557"/>
                  </a:lnTo>
                  <a:lnTo>
                    <a:pt x="6321257" y="3574128"/>
                  </a:lnTo>
                  <a:lnTo>
                    <a:pt x="6353251" y="3652983"/>
                  </a:lnTo>
                  <a:lnTo>
                    <a:pt x="6385055" y="3727959"/>
                  </a:lnTo>
                  <a:lnTo>
                    <a:pt x="6416743" y="3798960"/>
                  </a:lnTo>
                  <a:lnTo>
                    <a:pt x="6448415" y="3865951"/>
                  </a:lnTo>
                  <a:lnTo>
                    <a:pt x="6480197" y="3928955"/>
                  </a:lnTo>
                  <a:lnTo>
                    <a:pt x="6512249" y="3988046"/>
                  </a:lnTo>
                  <a:lnTo>
                    <a:pt x="6515891" y="3994473"/>
                  </a:lnTo>
                  <a:lnTo>
                    <a:pt x="6559444" y="4066690"/>
                  </a:lnTo>
                  <a:lnTo>
                    <a:pt x="6604349" y="4132097"/>
                  </a:lnTo>
                  <a:lnTo>
                    <a:pt x="6651217" y="4190996"/>
                  </a:lnTo>
                  <a:lnTo>
                    <a:pt x="6700734" y="4243920"/>
                  </a:lnTo>
                  <a:lnTo>
                    <a:pt x="6753611" y="4291490"/>
                  </a:lnTo>
                  <a:lnTo>
                    <a:pt x="6810527" y="4334321"/>
                  </a:lnTo>
                  <a:lnTo>
                    <a:pt x="6872070" y="4372970"/>
                  </a:lnTo>
                  <a:lnTo>
                    <a:pt x="6938656" y="4407908"/>
                  </a:lnTo>
                  <a:lnTo>
                    <a:pt x="7010423" y="4439501"/>
                  </a:lnTo>
                  <a:lnTo>
                    <a:pt x="7087097" y="4468004"/>
                  </a:lnTo>
                  <a:lnTo>
                    <a:pt x="7167850" y="4493560"/>
                  </a:lnTo>
                  <a:lnTo>
                    <a:pt x="7251170" y="4516215"/>
                  </a:lnTo>
                  <a:lnTo>
                    <a:pt x="7334798" y="4535937"/>
                  </a:lnTo>
                  <a:lnTo>
                    <a:pt x="7415799" y="4552659"/>
                  </a:lnTo>
                  <a:lnTo>
                    <a:pt x="7490813" y="4566333"/>
                  </a:lnTo>
                  <a:lnTo>
                    <a:pt x="7556501" y="4576987"/>
                  </a:lnTo>
                  <a:lnTo>
                    <a:pt x="7610119" y="4584775"/>
                  </a:lnTo>
                  <a:lnTo>
                    <a:pt x="7650082" y="4590002"/>
                  </a:lnTo>
                  <a:lnTo>
                    <a:pt x="7676339" y="4593108"/>
                  </a:lnTo>
                  <a:lnTo>
                    <a:pt x="7690492" y="4594628"/>
                  </a:lnTo>
                  <a:lnTo>
                    <a:pt x="7695654" y="4595134"/>
                  </a:lnTo>
                  <a:lnTo>
                    <a:pt x="7696237" y="4595186"/>
                  </a:lnTo>
                  <a:lnTo>
                    <a:pt x="8234974" y="4595186"/>
                  </a:lnTo>
                  <a:lnTo>
                    <a:pt x="8234974" y="4573408"/>
                  </a:lnTo>
                  <a:lnTo>
                    <a:pt x="7696237" y="4573408"/>
                  </a:lnTo>
                  <a:lnTo>
                    <a:pt x="7695279" y="4573321"/>
                  </a:lnTo>
                  <a:lnTo>
                    <a:pt x="7688983" y="4572695"/>
                  </a:lnTo>
                  <a:lnTo>
                    <a:pt x="7673124" y="4570967"/>
                  </a:lnTo>
                  <a:lnTo>
                    <a:pt x="7644808" y="4567566"/>
                  </a:lnTo>
                  <a:lnTo>
                    <a:pt x="7602685" y="4561968"/>
                  </a:lnTo>
                  <a:lnTo>
                    <a:pt x="7547059" y="4553752"/>
                  </a:lnTo>
                  <a:lnTo>
                    <a:pt x="7479725" y="4542637"/>
                  </a:lnTo>
                  <a:lnTo>
                    <a:pt x="7403559" y="4528490"/>
                  </a:lnTo>
                  <a:lnTo>
                    <a:pt x="7321937" y="4511299"/>
                  </a:lnTo>
                  <a:lnTo>
                    <a:pt x="7238180" y="4491119"/>
                  </a:lnTo>
                  <a:lnTo>
                    <a:pt x="7155129" y="4468014"/>
                  </a:lnTo>
                  <a:lnTo>
                    <a:pt x="7074927" y="4442006"/>
                  </a:lnTo>
                  <a:lnTo>
                    <a:pt x="6998975" y="4413037"/>
                  </a:lnTo>
                  <a:lnTo>
                    <a:pt x="6928004" y="4380946"/>
                  </a:lnTo>
                  <a:lnTo>
                    <a:pt x="6862216" y="4345460"/>
                  </a:lnTo>
                  <a:lnTo>
                    <a:pt x="6801423" y="4306196"/>
                  </a:lnTo>
                  <a:lnTo>
                    <a:pt x="6745174" y="4262670"/>
                  </a:lnTo>
                  <a:lnTo>
                    <a:pt x="6692863" y="4214312"/>
                  </a:lnTo>
                  <a:lnTo>
                    <a:pt x="6643802" y="4160502"/>
                  </a:lnTo>
                  <a:lnTo>
                    <a:pt x="6597282" y="4100626"/>
                  </a:lnTo>
                  <a:lnTo>
                    <a:pt x="6552624" y="4034176"/>
                  </a:lnTo>
                  <a:lnTo>
                    <a:pt x="6515891" y="3972695"/>
                  </a:lnTo>
                  <a:lnTo>
                    <a:pt x="6483797" y="3914038"/>
                  </a:lnTo>
                  <a:lnTo>
                    <a:pt x="6451993" y="3851481"/>
                  </a:lnTo>
                  <a:lnTo>
                    <a:pt x="6420316" y="3784942"/>
                  </a:lnTo>
                  <a:lnTo>
                    <a:pt x="6388635" y="3714393"/>
                  </a:lnTo>
                  <a:lnTo>
                    <a:pt x="6356848" y="3639861"/>
                  </a:lnTo>
                  <a:lnTo>
                    <a:pt x="6324878" y="3561437"/>
                  </a:lnTo>
                  <a:lnTo>
                    <a:pt x="6292673" y="3479275"/>
                  </a:lnTo>
                  <a:lnTo>
                    <a:pt x="6260200" y="3393597"/>
                  </a:lnTo>
                  <a:lnTo>
                    <a:pt x="6227450" y="3304694"/>
                  </a:lnTo>
                  <a:lnTo>
                    <a:pt x="6194431" y="3212921"/>
                  </a:lnTo>
                  <a:lnTo>
                    <a:pt x="6161166" y="3118698"/>
                  </a:lnTo>
                  <a:lnTo>
                    <a:pt x="6127693" y="3022499"/>
                  </a:lnTo>
                  <a:lnTo>
                    <a:pt x="6094063" y="2924843"/>
                  </a:lnTo>
                  <a:lnTo>
                    <a:pt x="6060334" y="2826285"/>
                  </a:lnTo>
                  <a:lnTo>
                    <a:pt x="6026568" y="2727402"/>
                  </a:lnTo>
                  <a:lnTo>
                    <a:pt x="5992831" y="2628778"/>
                  </a:lnTo>
                  <a:lnTo>
                    <a:pt x="5959187" y="2530992"/>
                  </a:lnTo>
                  <a:lnTo>
                    <a:pt x="5925694" y="2434602"/>
                  </a:lnTo>
                  <a:lnTo>
                    <a:pt x="5892404" y="2340131"/>
                  </a:lnTo>
                  <a:lnTo>
                    <a:pt x="5859355" y="2248060"/>
                  </a:lnTo>
                  <a:lnTo>
                    <a:pt x="5826574" y="2158814"/>
                  </a:lnTo>
                  <a:lnTo>
                    <a:pt x="5794070" y="2072756"/>
                  </a:lnTo>
                  <a:lnTo>
                    <a:pt x="5761836" y="1990185"/>
                  </a:lnTo>
                  <a:lnTo>
                    <a:pt x="5729841" y="1911330"/>
                  </a:lnTo>
                  <a:lnTo>
                    <a:pt x="5698037" y="1836354"/>
                  </a:lnTo>
                  <a:lnTo>
                    <a:pt x="5666349" y="1765353"/>
                  </a:lnTo>
                  <a:lnTo>
                    <a:pt x="5634678" y="1698362"/>
                  </a:lnTo>
                  <a:lnTo>
                    <a:pt x="5602896" y="1635358"/>
                  </a:lnTo>
                  <a:lnTo>
                    <a:pt x="5570843" y="1576267"/>
                  </a:lnTo>
                  <a:lnTo>
                    <a:pt x="5567201" y="1569840"/>
                  </a:lnTo>
                  <a:lnTo>
                    <a:pt x="5523649" y="1497623"/>
                  </a:lnTo>
                  <a:lnTo>
                    <a:pt x="5478744" y="1432216"/>
                  </a:lnTo>
                  <a:lnTo>
                    <a:pt x="5431876" y="1373317"/>
                  </a:lnTo>
                  <a:lnTo>
                    <a:pt x="5382358" y="1320393"/>
                  </a:lnTo>
                  <a:lnTo>
                    <a:pt x="5329481" y="1272823"/>
                  </a:lnTo>
                  <a:lnTo>
                    <a:pt x="5272566" y="1229992"/>
                  </a:lnTo>
                  <a:lnTo>
                    <a:pt x="5211023" y="1191343"/>
                  </a:lnTo>
                  <a:lnTo>
                    <a:pt x="5144436" y="1156405"/>
                  </a:lnTo>
                  <a:lnTo>
                    <a:pt x="5072669" y="1124812"/>
                  </a:lnTo>
                  <a:lnTo>
                    <a:pt x="4995995" y="1096309"/>
                  </a:lnTo>
                  <a:lnTo>
                    <a:pt x="4915242" y="1070753"/>
                  </a:lnTo>
                  <a:lnTo>
                    <a:pt x="4831923" y="1048098"/>
                  </a:lnTo>
                  <a:lnTo>
                    <a:pt x="4748295" y="1028376"/>
                  </a:lnTo>
                  <a:lnTo>
                    <a:pt x="4667293" y="1011653"/>
                  </a:lnTo>
                  <a:lnTo>
                    <a:pt x="4592279" y="997980"/>
                  </a:lnTo>
                  <a:lnTo>
                    <a:pt x="4526592" y="987326"/>
                  </a:lnTo>
                  <a:lnTo>
                    <a:pt x="4472973" y="979538"/>
                  </a:lnTo>
                  <a:lnTo>
                    <a:pt x="4433011" y="974311"/>
                  </a:lnTo>
                  <a:lnTo>
                    <a:pt x="4406753" y="971205"/>
                  </a:lnTo>
                  <a:lnTo>
                    <a:pt x="4392601" y="969685"/>
                  </a:lnTo>
                  <a:lnTo>
                    <a:pt x="4387438" y="969179"/>
                  </a:lnTo>
                  <a:lnTo>
                    <a:pt x="4386855" y="969127"/>
                  </a:lnTo>
                  <a:lnTo>
                    <a:pt x="3848118" y="969127"/>
                  </a:lnTo>
                  <a:lnTo>
                    <a:pt x="3846833" y="969095"/>
                  </a:lnTo>
                  <a:lnTo>
                    <a:pt x="3838446" y="968867"/>
                  </a:lnTo>
                  <a:lnTo>
                    <a:pt x="3817530" y="968238"/>
                  </a:lnTo>
                  <a:lnTo>
                    <a:pt x="3780707" y="967003"/>
                  </a:lnTo>
                  <a:lnTo>
                    <a:pt x="3726977" y="964985"/>
                  </a:lnTo>
                  <a:lnTo>
                    <a:pt x="3657740" y="962053"/>
                  </a:lnTo>
                  <a:lnTo>
                    <a:pt x="3576324" y="958138"/>
                  </a:lnTo>
                  <a:lnTo>
                    <a:pt x="3487136" y="953223"/>
                  </a:lnTo>
                  <a:lnTo>
                    <a:pt x="3394710" y="947322"/>
                  </a:lnTo>
                  <a:lnTo>
                    <a:pt x="3302958" y="940460"/>
                  </a:lnTo>
                  <a:lnTo>
                    <a:pt x="3214774" y="932645"/>
                  </a:lnTo>
                  <a:lnTo>
                    <a:pt x="3131950" y="923850"/>
                  </a:lnTo>
                  <a:lnTo>
                    <a:pt x="3055317" y="914011"/>
                  </a:lnTo>
                  <a:lnTo>
                    <a:pt x="2984967" y="903014"/>
                  </a:lnTo>
                  <a:lnTo>
                    <a:pt x="2920483" y="890707"/>
                  </a:lnTo>
                  <a:lnTo>
                    <a:pt x="2861137" y="876895"/>
                  </a:lnTo>
                  <a:lnTo>
                    <a:pt x="2806033" y="861359"/>
                  </a:lnTo>
                  <a:lnTo>
                    <a:pt x="2754218" y="843874"/>
                  </a:lnTo>
                  <a:lnTo>
                    <a:pt x="2704766" y="824248"/>
                  </a:lnTo>
                  <a:lnTo>
                    <a:pt x="2667772" y="807605"/>
                  </a:lnTo>
                  <a:lnTo>
                    <a:pt x="2619743" y="783552"/>
                  </a:lnTo>
                  <a:lnTo>
                    <a:pt x="2572182" y="757113"/>
                  </a:lnTo>
                  <a:lnTo>
                    <a:pt x="2524619" y="728251"/>
                  </a:lnTo>
                  <a:lnTo>
                    <a:pt x="2476729" y="697005"/>
                  </a:lnTo>
                  <a:lnTo>
                    <a:pt x="2428314" y="663502"/>
                  </a:lnTo>
                  <a:lnTo>
                    <a:pt x="2379285" y="627957"/>
                  </a:lnTo>
                  <a:lnTo>
                    <a:pt x="2329653" y="590681"/>
                  </a:lnTo>
                  <a:lnTo>
                    <a:pt x="2279511" y="552066"/>
                  </a:lnTo>
                  <a:lnTo>
                    <a:pt x="2229017" y="512571"/>
                  </a:lnTo>
                  <a:lnTo>
                    <a:pt x="2178369" y="472706"/>
                  </a:lnTo>
                  <a:lnTo>
                    <a:pt x="2127787" y="432998"/>
                  </a:lnTo>
                  <a:lnTo>
                    <a:pt x="2077481" y="393967"/>
                  </a:lnTo>
                  <a:lnTo>
                    <a:pt x="2027627" y="356096"/>
                  </a:lnTo>
                  <a:lnTo>
                    <a:pt x="1978347" y="319807"/>
                  </a:lnTo>
                  <a:lnTo>
                    <a:pt x="1929688" y="285445"/>
                  </a:lnTo>
                  <a:lnTo>
                    <a:pt x="1881602" y="253263"/>
                  </a:lnTo>
                  <a:lnTo>
                    <a:pt x="1833938" y="223425"/>
                  </a:lnTo>
                  <a:lnTo>
                    <a:pt x="1786424" y="196004"/>
                  </a:lnTo>
                  <a:lnTo>
                    <a:pt x="1738652" y="170992"/>
                  </a:lnTo>
                  <a:lnTo>
                    <a:pt x="1719082" y="161521"/>
                  </a:lnTo>
                  <a:lnTo>
                    <a:pt x="1670890" y="140172"/>
                  </a:lnTo>
                  <a:lnTo>
                    <a:pt x="1620972" y="121051"/>
                  </a:lnTo>
                  <a:lnTo>
                    <a:pt x="1568486" y="104033"/>
                  </a:lnTo>
                  <a:lnTo>
                    <a:pt x="1512491" y="88914"/>
                  </a:lnTo>
                  <a:lnTo>
                    <a:pt x="1452039" y="75466"/>
                  </a:lnTo>
                  <a:lnTo>
                    <a:pt x="1386263" y="63475"/>
                  </a:lnTo>
                  <a:lnTo>
                    <a:pt x="1314491" y="52757"/>
                  </a:lnTo>
                  <a:lnTo>
                    <a:pt x="1236405" y="43166"/>
                  </a:lnTo>
                  <a:lnTo>
                    <a:pt x="1152244" y="34601"/>
                  </a:lnTo>
                  <a:lnTo>
                    <a:pt x="1063043" y="27005"/>
                  </a:lnTo>
                  <a:lnTo>
                    <a:pt x="970840" y="20362"/>
                  </a:lnTo>
                  <a:lnTo>
                    <a:pt x="878780" y="14686"/>
                  </a:lnTo>
                  <a:lnTo>
                    <a:pt x="790967" y="9999"/>
                  </a:lnTo>
                  <a:lnTo>
                    <a:pt x="711983" y="6314"/>
                  </a:lnTo>
                  <a:lnTo>
                    <a:pt x="646072" y="3601"/>
                  </a:lnTo>
                  <a:lnTo>
                    <a:pt x="596187" y="1776"/>
                  </a:lnTo>
                  <a:lnTo>
                    <a:pt x="563197" y="697"/>
                  </a:lnTo>
                  <a:lnTo>
                    <a:pt x="545539" y="179"/>
                  </a:lnTo>
                  <a:lnTo>
                    <a:pt x="539332" y="1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35" name="pl435"/>
            <p:cNvSpPr/>
            <p:nvPr/>
          </p:nvSpPr>
          <p:spPr>
            <a:xfrm>
              <a:off x="546595" y="1382023"/>
              <a:ext cx="8234974" cy="4573408"/>
            </a:xfrm>
            <a:custGeom>
              <a:avLst/>
              <a:pathLst>
                <a:path w="8234974" h="4573408">
                  <a:moveTo>
                    <a:pt x="0" y="0"/>
                  </a:moveTo>
                  <a:lnTo>
                    <a:pt x="538736" y="0"/>
                  </a:lnTo>
                  <a:lnTo>
                    <a:pt x="540021" y="31"/>
                  </a:lnTo>
                  <a:lnTo>
                    <a:pt x="548408" y="259"/>
                  </a:lnTo>
                  <a:lnTo>
                    <a:pt x="569325" y="888"/>
                  </a:lnTo>
                  <a:lnTo>
                    <a:pt x="606148" y="2123"/>
                  </a:lnTo>
                  <a:lnTo>
                    <a:pt x="659877" y="4141"/>
                  </a:lnTo>
                  <a:lnTo>
                    <a:pt x="729115" y="7073"/>
                  </a:lnTo>
                  <a:lnTo>
                    <a:pt x="810531" y="10988"/>
                  </a:lnTo>
                  <a:lnTo>
                    <a:pt x="899719" y="15903"/>
                  </a:lnTo>
                  <a:lnTo>
                    <a:pt x="992145" y="21804"/>
                  </a:lnTo>
                  <a:lnTo>
                    <a:pt x="1083897" y="28666"/>
                  </a:lnTo>
                  <a:lnTo>
                    <a:pt x="1172081" y="36482"/>
                  </a:lnTo>
                  <a:lnTo>
                    <a:pt x="1254904" y="45276"/>
                  </a:lnTo>
                  <a:lnTo>
                    <a:pt x="1331537" y="55115"/>
                  </a:lnTo>
                  <a:lnTo>
                    <a:pt x="1401888" y="66112"/>
                  </a:lnTo>
                  <a:lnTo>
                    <a:pt x="1466372" y="78419"/>
                  </a:lnTo>
                  <a:lnTo>
                    <a:pt x="1525718" y="92232"/>
                  </a:lnTo>
                  <a:lnTo>
                    <a:pt x="1580821" y="107767"/>
                  </a:lnTo>
                  <a:lnTo>
                    <a:pt x="1632637" y="125252"/>
                  </a:lnTo>
                  <a:lnTo>
                    <a:pt x="1682089" y="144878"/>
                  </a:lnTo>
                  <a:lnTo>
                    <a:pt x="1719082" y="161521"/>
                  </a:lnTo>
                  <a:lnTo>
                    <a:pt x="1767112" y="185574"/>
                  </a:lnTo>
                  <a:lnTo>
                    <a:pt x="1814673" y="212013"/>
                  </a:lnTo>
                  <a:lnTo>
                    <a:pt x="1862236" y="240875"/>
                  </a:lnTo>
                  <a:lnTo>
                    <a:pt x="1910125" y="272121"/>
                  </a:lnTo>
                  <a:lnTo>
                    <a:pt x="1958541" y="305624"/>
                  </a:lnTo>
                  <a:lnTo>
                    <a:pt x="2007570" y="341169"/>
                  </a:lnTo>
                  <a:lnTo>
                    <a:pt x="2057202" y="378445"/>
                  </a:lnTo>
                  <a:lnTo>
                    <a:pt x="2107343" y="417061"/>
                  </a:lnTo>
                  <a:lnTo>
                    <a:pt x="2157838" y="456555"/>
                  </a:lnTo>
                  <a:lnTo>
                    <a:pt x="2208485" y="496420"/>
                  </a:lnTo>
                  <a:lnTo>
                    <a:pt x="2259067" y="536128"/>
                  </a:lnTo>
                  <a:lnTo>
                    <a:pt x="2309374" y="575159"/>
                  </a:lnTo>
                  <a:lnTo>
                    <a:pt x="2359228" y="613030"/>
                  </a:lnTo>
                  <a:lnTo>
                    <a:pt x="2408508" y="649319"/>
                  </a:lnTo>
                  <a:lnTo>
                    <a:pt x="2457167" y="683681"/>
                  </a:lnTo>
                  <a:lnTo>
                    <a:pt x="2505252" y="715863"/>
                  </a:lnTo>
                  <a:lnTo>
                    <a:pt x="2552916" y="745701"/>
                  </a:lnTo>
                  <a:lnTo>
                    <a:pt x="2600430" y="773122"/>
                  </a:lnTo>
                  <a:lnTo>
                    <a:pt x="2648203" y="798134"/>
                  </a:lnTo>
                  <a:lnTo>
                    <a:pt x="2667772" y="807605"/>
                  </a:lnTo>
                  <a:lnTo>
                    <a:pt x="2715964" y="828954"/>
                  </a:lnTo>
                  <a:lnTo>
                    <a:pt x="2765882" y="848075"/>
                  </a:lnTo>
                  <a:lnTo>
                    <a:pt x="2818369" y="865093"/>
                  </a:lnTo>
                  <a:lnTo>
                    <a:pt x="2874364" y="880213"/>
                  </a:lnTo>
                  <a:lnTo>
                    <a:pt x="2934815" y="893660"/>
                  </a:lnTo>
                  <a:lnTo>
                    <a:pt x="3000591" y="905651"/>
                  </a:lnTo>
                  <a:lnTo>
                    <a:pt x="3072364" y="916369"/>
                  </a:lnTo>
                  <a:lnTo>
                    <a:pt x="3150450" y="925960"/>
                  </a:lnTo>
                  <a:lnTo>
                    <a:pt x="3234610" y="934525"/>
                  </a:lnTo>
                  <a:lnTo>
                    <a:pt x="3323812" y="942121"/>
                  </a:lnTo>
                  <a:lnTo>
                    <a:pt x="3416014" y="948764"/>
                  </a:lnTo>
                  <a:lnTo>
                    <a:pt x="3508075" y="954440"/>
                  </a:lnTo>
                  <a:lnTo>
                    <a:pt x="3595888" y="959127"/>
                  </a:lnTo>
                  <a:lnTo>
                    <a:pt x="3674872" y="962812"/>
                  </a:lnTo>
                  <a:lnTo>
                    <a:pt x="3740782" y="965525"/>
                  </a:lnTo>
                  <a:lnTo>
                    <a:pt x="3790667" y="967350"/>
                  </a:lnTo>
                  <a:lnTo>
                    <a:pt x="3823657" y="968429"/>
                  </a:lnTo>
                  <a:lnTo>
                    <a:pt x="3841316" y="968947"/>
                  </a:lnTo>
                  <a:lnTo>
                    <a:pt x="3847523" y="969112"/>
                  </a:lnTo>
                  <a:lnTo>
                    <a:pt x="3848118" y="969127"/>
                  </a:lnTo>
                  <a:lnTo>
                    <a:pt x="4386855" y="969127"/>
                  </a:lnTo>
                  <a:lnTo>
                    <a:pt x="4387813" y="969214"/>
                  </a:lnTo>
                  <a:lnTo>
                    <a:pt x="4394110" y="969839"/>
                  </a:lnTo>
                  <a:lnTo>
                    <a:pt x="4409968" y="971568"/>
                  </a:lnTo>
                  <a:lnTo>
                    <a:pt x="4438285" y="974969"/>
                  </a:lnTo>
                  <a:lnTo>
                    <a:pt x="4480407" y="980567"/>
                  </a:lnTo>
                  <a:lnTo>
                    <a:pt x="4536034" y="988783"/>
                  </a:lnTo>
                  <a:lnTo>
                    <a:pt x="4603367" y="999898"/>
                  </a:lnTo>
                  <a:lnTo>
                    <a:pt x="4679534" y="1014044"/>
                  </a:lnTo>
                  <a:lnTo>
                    <a:pt x="4761155" y="1031235"/>
                  </a:lnTo>
                  <a:lnTo>
                    <a:pt x="4844912" y="1051416"/>
                  </a:lnTo>
                  <a:lnTo>
                    <a:pt x="4927963" y="1074521"/>
                  </a:lnTo>
                  <a:lnTo>
                    <a:pt x="5008165" y="1100528"/>
                  </a:lnTo>
                  <a:lnTo>
                    <a:pt x="5084118" y="1129498"/>
                  </a:lnTo>
                  <a:lnTo>
                    <a:pt x="5155088" y="1161589"/>
                  </a:lnTo>
                  <a:lnTo>
                    <a:pt x="5220876" y="1197075"/>
                  </a:lnTo>
                  <a:lnTo>
                    <a:pt x="5281670" y="1236339"/>
                  </a:lnTo>
                  <a:lnTo>
                    <a:pt x="5337918" y="1279865"/>
                  </a:lnTo>
                  <a:lnTo>
                    <a:pt x="5390229" y="1328223"/>
                  </a:lnTo>
                  <a:lnTo>
                    <a:pt x="5439290" y="1382033"/>
                  </a:lnTo>
                  <a:lnTo>
                    <a:pt x="5485810" y="1441909"/>
                  </a:lnTo>
                  <a:lnTo>
                    <a:pt x="5530468" y="1508359"/>
                  </a:lnTo>
                  <a:lnTo>
                    <a:pt x="5567201" y="1569840"/>
                  </a:lnTo>
                  <a:lnTo>
                    <a:pt x="5599296" y="1628496"/>
                  </a:lnTo>
                  <a:lnTo>
                    <a:pt x="5631100" y="1691054"/>
                  </a:lnTo>
                  <a:lnTo>
                    <a:pt x="5662777" y="1757593"/>
                  </a:lnTo>
                  <a:lnTo>
                    <a:pt x="5694457" y="1828142"/>
                  </a:lnTo>
                  <a:lnTo>
                    <a:pt x="5726244" y="1902673"/>
                  </a:lnTo>
                  <a:lnTo>
                    <a:pt x="5758214" y="1981097"/>
                  </a:lnTo>
                  <a:lnTo>
                    <a:pt x="5790420" y="2063260"/>
                  </a:lnTo>
                  <a:lnTo>
                    <a:pt x="5822892" y="2148938"/>
                  </a:lnTo>
                  <a:lnTo>
                    <a:pt x="5855642" y="2237841"/>
                  </a:lnTo>
                  <a:lnTo>
                    <a:pt x="5888662" y="2329614"/>
                  </a:lnTo>
                  <a:lnTo>
                    <a:pt x="5921927" y="2423836"/>
                  </a:lnTo>
                  <a:lnTo>
                    <a:pt x="5955399" y="2520036"/>
                  </a:lnTo>
                  <a:lnTo>
                    <a:pt x="5989029" y="2617692"/>
                  </a:lnTo>
                  <a:lnTo>
                    <a:pt x="6022759" y="2716250"/>
                  </a:lnTo>
                  <a:lnTo>
                    <a:pt x="6056524" y="2815133"/>
                  </a:lnTo>
                  <a:lnTo>
                    <a:pt x="6090261" y="2913757"/>
                  </a:lnTo>
                  <a:lnTo>
                    <a:pt x="6123906" y="3011543"/>
                  </a:lnTo>
                  <a:lnTo>
                    <a:pt x="6157398" y="3107933"/>
                  </a:lnTo>
                  <a:lnTo>
                    <a:pt x="6190689" y="3202404"/>
                  </a:lnTo>
                  <a:lnTo>
                    <a:pt x="6223738" y="3294475"/>
                  </a:lnTo>
                  <a:lnTo>
                    <a:pt x="6256519" y="3383721"/>
                  </a:lnTo>
                  <a:lnTo>
                    <a:pt x="6289022" y="3469779"/>
                  </a:lnTo>
                  <a:lnTo>
                    <a:pt x="6321257" y="3552350"/>
                  </a:lnTo>
                  <a:lnTo>
                    <a:pt x="6353251" y="3631205"/>
                  </a:lnTo>
                  <a:lnTo>
                    <a:pt x="6385055" y="3706181"/>
                  </a:lnTo>
                  <a:lnTo>
                    <a:pt x="6416743" y="3777182"/>
                  </a:lnTo>
                  <a:lnTo>
                    <a:pt x="6448415" y="3844173"/>
                  </a:lnTo>
                  <a:lnTo>
                    <a:pt x="6480197" y="3907177"/>
                  </a:lnTo>
                  <a:lnTo>
                    <a:pt x="6512249" y="3966268"/>
                  </a:lnTo>
                  <a:lnTo>
                    <a:pt x="6515891" y="3972695"/>
                  </a:lnTo>
                  <a:lnTo>
                    <a:pt x="6559444" y="4044912"/>
                  </a:lnTo>
                  <a:lnTo>
                    <a:pt x="6604349" y="4110319"/>
                  </a:lnTo>
                  <a:lnTo>
                    <a:pt x="6651217" y="4169218"/>
                  </a:lnTo>
                  <a:lnTo>
                    <a:pt x="6700734" y="4222142"/>
                  </a:lnTo>
                  <a:lnTo>
                    <a:pt x="6753611" y="4269712"/>
                  </a:lnTo>
                  <a:lnTo>
                    <a:pt x="6810527" y="4312543"/>
                  </a:lnTo>
                  <a:lnTo>
                    <a:pt x="6872070" y="4351192"/>
                  </a:lnTo>
                  <a:lnTo>
                    <a:pt x="6938656" y="4386130"/>
                  </a:lnTo>
                  <a:lnTo>
                    <a:pt x="7010423" y="4417723"/>
                  </a:lnTo>
                  <a:lnTo>
                    <a:pt x="7087097" y="4446225"/>
                  </a:lnTo>
                  <a:lnTo>
                    <a:pt x="7167850" y="4471782"/>
                  </a:lnTo>
                  <a:lnTo>
                    <a:pt x="7251170" y="4494437"/>
                  </a:lnTo>
                  <a:lnTo>
                    <a:pt x="7334798" y="4514159"/>
                  </a:lnTo>
                  <a:lnTo>
                    <a:pt x="7415799" y="4530881"/>
                  </a:lnTo>
                  <a:lnTo>
                    <a:pt x="7490813" y="4544555"/>
                  </a:lnTo>
                  <a:lnTo>
                    <a:pt x="7556501" y="4555209"/>
                  </a:lnTo>
                  <a:lnTo>
                    <a:pt x="7610119" y="4562997"/>
                  </a:lnTo>
                  <a:lnTo>
                    <a:pt x="7650082" y="4568224"/>
                  </a:lnTo>
                  <a:lnTo>
                    <a:pt x="7676339" y="4571330"/>
                  </a:lnTo>
                  <a:lnTo>
                    <a:pt x="7690492" y="4572850"/>
                  </a:lnTo>
                  <a:lnTo>
                    <a:pt x="7695654" y="4573355"/>
                  </a:lnTo>
                  <a:lnTo>
                    <a:pt x="7696237" y="4573408"/>
                  </a:lnTo>
                  <a:lnTo>
                    <a:pt x="8234974" y="45734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6" name="pl436"/>
            <p:cNvSpPr/>
            <p:nvPr/>
          </p:nvSpPr>
          <p:spPr>
            <a:xfrm>
              <a:off x="546595" y="1360244"/>
              <a:ext cx="8234974" cy="4573408"/>
            </a:xfrm>
            <a:custGeom>
              <a:avLst/>
              <a:pathLst>
                <a:path w="8234974" h="4573408">
                  <a:moveTo>
                    <a:pt x="8234974" y="4573408"/>
                  </a:moveTo>
                  <a:lnTo>
                    <a:pt x="7696237" y="4573408"/>
                  </a:lnTo>
                  <a:lnTo>
                    <a:pt x="7695279" y="4573321"/>
                  </a:lnTo>
                  <a:lnTo>
                    <a:pt x="7688983" y="4572695"/>
                  </a:lnTo>
                  <a:lnTo>
                    <a:pt x="7673124" y="4570967"/>
                  </a:lnTo>
                  <a:lnTo>
                    <a:pt x="7644808" y="4567566"/>
                  </a:lnTo>
                  <a:lnTo>
                    <a:pt x="7602685" y="4561968"/>
                  </a:lnTo>
                  <a:lnTo>
                    <a:pt x="7547059" y="4553752"/>
                  </a:lnTo>
                  <a:lnTo>
                    <a:pt x="7479725" y="4542637"/>
                  </a:lnTo>
                  <a:lnTo>
                    <a:pt x="7403559" y="4528490"/>
                  </a:lnTo>
                  <a:lnTo>
                    <a:pt x="7321937" y="4511299"/>
                  </a:lnTo>
                  <a:lnTo>
                    <a:pt x="7238180" y="4491119"/>
                  </a:lnTo>
                  <a:lnTo>
                    <a:pt x="7155129" y="4468014"/>
                  </a:lnTo>
                  <a:lnTo>
                    <a:pt x="7074927" y="4442006"/>
                  </a:lnTo>
                  <a:lnTo>
                    <a:pt x="6998975" y="4413037"/>
                  </a:lnTo>
                  <a:lnTo>
                    <a:pt x="6928004" y="4380946"/>
                  </a:lnTo>
                  <a:lnTo>
                    <a:pt x="6862216" y="4345460"/>
                  </a:lnTo>
                  <a:lnTo>
                    <a:pt x="6801423" y="4306196"/>
                  </a:lnTo>
                  <a:lnTo>
                    <a:pt x="6745174" y="4262670"/>
                  </a:lnTo>
                  <a:lnTo>
                    <a:pt x="6692863" y="4214312"/>
                  </a:lnTo>
                  <a:lnTo>
                    <a:pt x="6643802" y="4160502"/>
                  </a:lnTo>
                  <a:lnTo>
                    <a:pt x="6597282" y="4100626"/>
                  </a:lnTo>
                  <a:lnTo>
                    <a:pt x="6552624" y="4034176"/>
                  </a:lnTo>
                  <a:lnTo>
                    <a:pt x="6515891" y="3972695"/>
                  </a:lnTo>
                  <a:lnTo>
                    <a:pt x="6483797" y="3914038"/>
                  </a:lnTo>
                  <a:lnTo>
                    <a:pt x="6451993" y="3851481"/>
                  </a:lnTo>
                  <a:lnTo>
                    <a:pt x="6420316" y="3784942"/>
                  </a:lnTo>
                  <a:lnTo>
                    <a:pt x="6388635" y="3714393"/>
                  </a:lnTo>
                  <a:lnTo>
                    <a:pt x="6356848" y="3639861"/>
                  </a:lnTo>
                  <a:lnTo>
                    <a:pt x="6324878" y="3561437"/>
                  </a:lnTo>
                  <a:lnTo>
                    <a:pt x="6292673" y="3479275"/>
                  </a:lnTo>
                  <a:lnTo>
                    <a:pt x="6260200" y="3393597"/>
                  </a:lnTo>
                  <a:lnTo>
                    <a:pt x="6227450" y="3304694"/>
                  </a:lnTo>
                  <a:lnTo>
                    <a:pt x="6194431" y="3212921"/>
                  </a:lnTo>
                  <a:lnTo>
                    <a:pt x="6161166" y="3118698"/>
                  </a:lnTo>
                  <a:lnTo>
                    <a:pt x="6127693" y="3022499"/>
                  </a:lnTo>
                  <a:lnTo>
                    <a:pt x="6094063" y="2924843"/>
                  </a:lnTo>
                  <a:lnTo>
                    <a:pt x="6060334" y="2826285"/>
                  </a:lnTo>
                  <a:lnTo>
                    <a:pt x="6026568" y="2727402"/>
                  </a:lnTo>
                  <a:lnTo>
                    <a:pt x="5992831" y="2628778"/>
                  </a:lnTo>
                  <a:lnTo>
                    <a:pt x="5959187" y="2530992"/>
                  </a:lnTo>
                  <a:lnTo>
                    <a:pt x="5925694" y="2434602"/>
                  </a:lnTo>
                  <a:lnTo>
                    <a:pt x="5892404" y="2340131"/>
                  </a:lnTo>
                  <a:lnTo>
                    <a:pt x="5859355" y="2248060"/>
                  </a:lnTo>
                  <a:lnTo>
                    <a:pt x="5826574" y="2158814"/>
                  </a:lnTo>
                  <a:lnTo>
                    <a:pt x="5794070" y="2072756"/>
                  </a:lnTo>
                  <a:lnTo>
                    <a:pt x="5761836" y="1990185"/>
                  </a:lnTo>
                  <a:lnTo>
                    <a:pt x="5729841" y="1911330"/>
                  </a:lnTo>
                  <a:lnTo>
                    <a:pt x="5698037" y="1836354"/>
                  </a:lnTo>
                  <a:lnTo>
                    <a:pt x="5666349" y="1765353"/>
                  </a:lnTo>
                  <a:lnTo>
                    <a:pt x="5634678" y="1698362"/>
                  </a:lnTo>
                  <a:lnTo>
                    <a:pt x="5602896" y="1635358"/>
                  </a:lnTo>
                  <a:lnTo>
                    <a:pt x="5570843" y="1576267"/>
                  </a:lnTo>
                  <a:lnTo>
                    <a:pt x="5567201" y="1569840"/>
                  </a:lnTo>
                  <a:lnTo>
                    <a:pt x="5523649" y="1497623"/>
                  </a:lnTo>
                  <a:lnTo>
                    <a:pt x="5478744" y="1432216"/>
                  </a:lnTo>
                  <a:lnTo>
                    <a:pt x="5431876" y="1373317"/>
                  </a:lnTo>
                  <a:lnTo>
                    <a:pt x="5382358" y="1320393"/>
                  </a:lnTo>
                  <a:lnTo>
                    <a:pt x="5329481" y="1272823"/>
                  </a:lnTo>
                  <a:lnTo>
                    <a:pt x="5272566" y="1229992"/>
                  </a:lnTo>
                  <a:lnTo>
                    <a:pt x="5211023" y="1191343"/>
                  </a:lnTo>
                  <a:lnTo>
                    <a:pt x="5144436" y="1156405"/>
                  </a:lnTo>
                  <a:lnTo>
                    <a:pt x="5072669" y="1124812"/>
                  </a:lnTo>
                  <a:lnTo>
                    <a:pt x="4995995" y="1096309"/>
                  </a:lnTo>
                  <a:lnTo>
                    <a:pt x="4915242" y="1070753"/>
                  </a:lnTo>
                  <a:lnTo>
                    <a:pt x="4831923" y="1048098"/>
                  </a:lnTo>
                  <a:lnTo>
                    <a:pt x="4748295" y="1028376"/>
                  </a:lnTo>
                  <a:lnTo>
                    <a:pt x="4667293" y="1011653"/>
                  </a:lnTo>
                  <a:lnTo>
                    <a:pt x="4592279" y="997980"/>
                  </a:lnTo>
                  <a:lnTo>
                    <a:pt x="4526592" y="987326"/>
                  </a:lnTo>
                  <a:lnTo>
                    <a:pt x="4472973" y="979538"/>
                  </a:lnTo>
                  <a:lnTo>
                    <a:pt x="4433011" y="974311"/>
                  </a:lnTo>
                  <a:lnTo>
                    <a:pt x="4406753" y="971205"/>
                  </a:lnTo>
                  <a:lnTo>
                    <a:pt x="4392601" y="969685"/>
                  </a:lnTo>
                  <a:lnTo>
                    <a:pt x="4387438" y="969179"/>
                  </a:lnTo>
                  <a:lnTo>
                    <a:pt x="4386855" y="969127"/>
                  </a:lnTo>
                  <a:lnTo>
                    <a:pt x="3848118" y="969127"/>
                  </a:lnTo>
                  <a:lnTo>
                    <a:pt x="3846833" y="969095"/>
                  </a:lnTo>
                  <a:lnTo>
                    <a:pt x="3838446" y="968867"/>
                  </a:lnTo>
                  <a:lnTo>
                    <a:pt x="3817530" y="968238"/>
                  </a:lnTo>
                  <a:lnTo>
                    <a:pt x="3780707" y="967003"/>
                  </a:lnTo>
                  <a:lnTo>
                    <a:pt x="3726977" y="964985"/>
                  </a:lnTo>
                  <a:lnTo>
                    <a:pt x="3657740" y="962053"/>
                  </a:lnTo>
                  <a:lnTo>
                    <a:pt x="3576324" y="958138"/>
                  </a:lnTo>
                  <a:lnTo>
                    <a:pt x="3487136" y="953223"/>
                  </a:lnTo>
                  <a:lnTo>
                    <a:pt x="3394710" y="947322"/>
                  </a:lnTo>
                  <a:lnTo>
                    <a:pt x="3302958" y="940460"/>
                  </a:lnTo>
                  <a:lnTo>
                    <a:pt x="3214774" y="932645"/>
                  </a:lnTo>
                  <a:lnTo>
                    <a:pt x="3131950" y="923850"/>
                  </a:lnTo>
                  <a:lnTo>
                    <a:pt x="3055317" y="914011"/>
                  </a:lnTo>
                  <a:lnTo>
                    <a:pt x="2984967" y="903014"/>
                  </a:lnTo>
                  <a:lnTo>
                    <a:pt x="2920483" y="890707"/>
                  </a:lnTo>
                  <a:lnTo>
                    <a:pt x="2861137" y="876895"/>
                  </a:lnTo>
                  <a:lnTo>
                    <a:pt x="2806033" y="861359"/>
                  </a:lnTo>
                  <a:lnTo>
                    <a:pt x="2754218" y="843874"/>
                  </a:lnTo>
                  <a:lnTo>
                    <a:pt x="2704766" y="824248"/>
                  </a:lnTo>
                  <a:lnTo>
                    <a:pt x="2667772" y="807605"/>
                  </a:lnTo>
                  <a:lnTo>
                    <a:pt x="2619743" y="783552"/>
                  </a:lnTo>
                  <a:lnTo>
                    <a:pt x="2572182" y="757113"/>
                  </a:lnTo>
                  <a:lnTo>
                    <a:pt x="2524619" y="728251"/>
                  </a:lnTo>
                  <a:lnTo>
                    <a:pt x="2476729" y="697005"/>
                  </a:lnTo>
                  <a:lnTo>
                    <a:pt x="2428314" y="663502"/>
                  </a:lnTo>
                  <a:lnTo>
                    <a:pt x="2379285" y="627957"/>
                  </a:lnTo>
                  <a:lnTo>
                    <a:pt x="2329653" y="590681"/>
                  </a:lnTo>
                  <a:lnTo>
                    <a:pt x="2279511" y="552066"/>
                  </a:lnTo>
                  <a:lnTo>
                    <a:pt x="2229017" y="512571"/>
                  </a:lnTo>
                  <a:lnTo>
                    <a:pt x="2178369" y="472706"/>
                  </a:lnTo>
                  <a:lnTo>
                    <a:pt x="2127787" y="432998"/>
                  </a:lnTo>
                  <a:lnTo>
                    <a:pt x="2077481" y="393967"/>
                  </a:lnTo>
                  <a:lnTo>
                    <a:pt x="2027627" y="356096"/>
                  </a:lnTo>
                  <a:lnTo>
                    <a:pt x="1978347" y="319807"/>
                  </a:lnTo>
                  <a:lnTo>
                    <a:pt x="1929688" y="285445"/>
                  </a:lnTo>
                  <a:lnTo>
                    <a:pt x="1881602" y="253263"/>
                  </a:lnTo>
                  <a:lnTo>
                    <a:pt x="1833938" y="223425"/>
                  </a:lnTo>
                  <a:lnTo>
                    <a:pt x="1786424" y="196004"/>
                  </a:lnTo>
                  <a:lnTo>
                    <a:pt x="1738652" y="170992"/>
                  </a:lnTo>
                  <a:lnTo>
                    <a:pt x="1719082" y="161521"/>
                  </a:lnTo>
                  <a:lnTo>
                    <a:pt x="1670890" y="140172"/>
                  </a:lnTo>
                  <a:lnTo>
                    <a:pt x="1620972" y="121051"/>
                  </a:lnTo>
                  <a:lnTo>
                    <a:pt x="1568486" y="104033"/>
                  </a:lnTo>
                  <a:lnTo>
                    <a:pt x="1512491" y="88914"/>
                  </a:lnTo>
                  <a:lnTo>
                    <a:pt x="1452039" y="75466"/>
                  </a:lnTo>
                  <a:lnTo>
                    <a:pt x="1386263" y="63475"/>
                  </a:lnTo>
                  <a:lnTo>
                    <a:pt x="1314491" y="52757"/>
                  </a:lnTo>
                  <a:lnTo>
                    <a:pt x="1236405" y="43166"/>
                  </a:lnTo>
                  <a:lnTo>
                    <a:pt x="1152244" y="34601"/>
                  </a:lnTo>
                  <a:lnTo>
                    <a:pt x="1063043" y="27005"/>
                  </a:lnTo>
                  <a:lnTo>
                    <a:pt x="970840" y="20362"/>
                  </a:lnTo>
                  <a:lnTo>
                    <a:pt x="878780" y="14686"/>
                  </a:lnTo>
                  <a:lnTo>
                    <a:pt x="790967" y="9999"/>
                  </a:lnTo>
                  <a:lnTo>
                    <a:pt x="711983" y="6314"/>
                  </a:lnTo>
                  <a:lnTo>
                    <a:pt x="646072" y="3601"/>
                  </a:lnTo>
                  <a:lnTo>
                    <a:pt x="596187" y="1776"/>
                  </a:lnTo>
                  <a:lnTo>
                    <a:pt x="563197" y="697"/>
                  </a:lnTo>
                  <a:lnTo>
                    <a:pt x="545539" y="179"/>
                  </a:lnTo>
                  <a:lnTo>
                    <a:pt x="539332" y="1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7" name="pg437"/>
            <p:cNvSpPr/>
            <p:nvPr/>
          </p:nvSpPr>
          <p:spPr>
            <a:xfrm>
              <a:off x="546595" y="1294910"/>
              <a:ext cx="8234974" cy="3261275"/>
            </a:xfrm>
            <a:custGeom>
              <a:avLst/>
              <a:pathLst>
                <a:path w="8234974" h="3261275">
                  <a:moveTo>
                    <a:pt x="0" y="1197797"/>
                  </a:moveTo>
                  <a:lnTo>
                    <a:pt x="538736" y="1197797"/>
                  </a:lnTo>
                  <a:lnTo>
                    <a:pt x="539963" y="1197862"/>
                  </a:lnTo>
                  <a:lnTo>
                    <a:pt x="547980" y="1198324"/>
                  </a:lnTo>
                  <a:lnTo>
                    <a:pt x="568008" y="1199601"/>
                  </a:lnTo>
                  <a:lnTo>
                    <a:pt x="603352" y="1202109"/>
                  </a:lnTo>
                  <a:lnTo>
                    <a:pt x="655094" y="1206213"/>
                  </a:lnTo>
                  <a:lnTo>
                    <a:pt x="722051" y="1212185"/>
                  </a:lnTo>
                  <a:lnTo>
                    <a:pt x="801173" y="1220179"/>
                  </a:lnTo>
                  <a:lnTo>
                    <a:pt x="888315" y="1230237"/>
                  </a:lnTo>
                  <a:lnTo>
                    <a:pt x="979121" y="1242334"/>
                  </a:lnTo>
                  <a:lnTo>
                    <a:pt x="1069749" y="1256420"/>
                  </a:lnTo>
                  <a:lnTo>
                    <a:pt x="1157284" y="1272472"/>
                  </a:lnTo>
                  <a:lnTo>
                    <a:pt x="1239848" y="1290529"/>
                  </a:lnTo>
                  <a:lnTo>
                    <a:pt x="1316501" y="1310709"/>
                  </a:lnTo>
                  <a:lnTo>
                    <a:pt x="1387035" y="1333222"/>
                  </a:lnTo>
                  <a:lnTo>
                    <a:pt x="1451764" y="1358363"/>
                  </a:lnTo>
                  <a:lnTo>
                    <a:pt x="1511330" y="1386509"/>
                  </a:lnTo>
                  <a:lnTo>
                    <a:pt x="1566559" y="1418095"/>
                  </a:lnTo>
                  <a:lnTo>
                    <a:pt x="1618356" y="1453581"/>
                  </a:lnTo>
                  <a:lnTo>
                    <a:pt x="1667618" y="1493387"/>
                  </a:lnTo>
                  <a:lnTo>
                    <a:pt x="1715159" y="1537784"/>
                  </a:lnTo>
                  <a:lnTo>
                    <a:pt x="1719082" y="1541710"/>
                  </a:lnTo>
                  <a:lnTo>
                    <a:pt x="1758937" y="1583799"/>
                  </a:lnTo>
                  <a:lnTo>
                    <a:pt x="1798406" y="1629361"/>
                  </a:lnTo>
                  <a:lnTo>
                    <a:pt x="1837781" y="1678462"/>
                  </a:lnTo>
                  <a:lnTo>
                    <a:pt x="1877279" y="1731097"/>
                  </a:lnTo>
                  <a:lnTo>
                    <a:pt x="1917056" y="1787178"/>
                  </a:lnTo>
                  <a:lnTo>
                    <a:pt x="1957209" y="1846527"/>
                  </a:lnTo>
                  <a:lnTo>
                    <a:pt x="1997784" y="1908874"/>
                  </a:lnTo>
                  <a:lnTo>
                    <a:pt x="2038782" y="1973857"/>
                  </a:lnTo>
                  <a:lnTo>
                    <a:pt x="2080161" y="2041028"/>
                  </a:lnTo>
                  <a:lnTo>
                    <a:pt x="2121845" y="2109861"/>
                  </a:lnTo>
                  <a:lnTo>
                    <a:pt x="2163736" y="2179773"/>
                  </a:lnTo>
                  <a:lnTo>
                    <a:pt x="2205715" y="2250139"/>
                  </a:lnTo>
                  <a:lnTo>
                    <a:pt x="2247657" y="2320316"/>
                  </a:lnTo>
                  <a:lnTo>
                    <a:pt x="2289440" y="2389671"/>
                  </a:lnTo>
                  <a:lnTo>
                    <a:pt x="2330957" y="2457598"/>
                  </a:lnTo>
                  <a:lnTo>
                    <a:pt x="2372119" y="2523548"/>
                  </a:lnTo>
                  <a:lnTo>
                    <a:pt x="2412872" y="2587037"/>
                  </a:lnTo>
                  <a:lnTo>
                    <a:pt x="2453198" y="2647668"/>
                  </a:lnTo>
                  <a:lnTo>
                    <a:pt x="2493122" y="2705130"/>
                  </a:lnTo>
                  <a:lnTo>
                    <a:pt x="2532720" y="2759210"/>
                  </a:lnTo>
                  <a:lnTo>
                    <a:pt x="2572124" y="2809782"/>
                  </a:lnTo>
                  <a:lnTo>
                    <a:pt x="2611523" y="2856807"/>
                  </a:lnTo>
                  <a:lnTo>
                    <a:pt x="2651177" y="2900323"/>
                  </a:lnTo>
                  <a:lnTo>
                    <a:pt x="2667772" y="2917362"/>
                  </a:lnTo>
                  <a:lnTo>
                    <a:pt x="2715201" y="2962146"/>
                  </a:lnTo>
                  <a:lnTo>
                    <a:pt x="2764290" y="3002330"/>
                  </a:lnTo>
                  <a:lnTo>
                    <a:pt x="2815840" y="3038163"/>
                  </a:lnTo>
                  <a:lnTo>
                    <a:pt x="2870747" y="3070058"/>
                  </a:lnTo>
                  <a:lnTo>
                    <a:pt x="2929916" y="3098474"/>
                  </a:lnTo>
                  <a:lnTo>
                    <a:pt x="2994185" y="3123852"/>
                  </a:lnTo>
                  <a:lnTo>
                    <a:pt x="3064216" y="3146572"/>
                  </a:lnTo>
                  <a:lnTo>
                    <a:pt x="3140355" y="3166938"/>
                  </a:lnTo>
                  <a:lnTo>
                    <a:pt x="3222449" y="3185167"/>
                  </a:lnTo>
                  <a:lnTo>
                    <a:pt x="3309626" y="3201384"/>
                  </a:lnTo>
                  <a:lnTo>
                    <a:pt x="3400092" y="3215635"/>
                  </a:lnTo>
                  <a:lnTo>
                    <a:pt x="3491020" y="3227900"/>
                  </a:lnTo>
                  <a:lnTo>
                    <a:pt x="3578633" y="3238131"/>
                  </a:lnTo>
                  <a:lnTo>
                    <a:pt x="3658594" y="3246297"/>
                  </a:lnTo>
                  <a:lnTo>
                    <a:pt x="3726707" y="3252434"/>
                  </a:lnTo>
                  <a:lnTo>
                    <a:pt x="3779798" y="3256685"/>
                  </a:lnTo>
                  <a:lnTo>
                    <a:pt x="3816505" y="3259314"/>
                  </a:lnTo>
                  <a:lnTo>
                    <a:pt x="3837718" y="3260679"/>
                  </a:lnTo>
                  <a:lnTo>
                    <a:pt x="3846564" y="3261193"/>
                  </a:lnTo>
                  <a:lnTo>
                    <a:pt x="3848118" y="3261275"/>
                  </a:lnTo>
                  <a:lnTo>
                    <a:pt x="4386855" y="3261275"/>
                  </a:lnTo>
                  <a:lnTo>
                    <a:pt x="4387987" y="3261182"/>
                  </a:lnTo>
                  <a:lnTo>
                    <a:pt x="4395394" y="3260511"/>
                  </a:lnTo>
                  <a:lnTo>
                    <a:pt x="4413951" y="3258657"/>
                  </a:lnTo>
                  <a:lnTo>
                    <a:pt x="4446832" y="3255015"/>
                  </a:lnTo>
                  <a:lnTo>
                    <a:pt x="4495237" y="3249041"/>
                  </a:lnTo>
                  <a:lnTo>
                    <a:pt x="4558319" y="3240324"/>
                  </a:lnTo>
                  <a:lnTo>
                    <a:pt x="4633482" y="3228612"/>
                  </a:lnTo>
                  <a:lnTo>
                    <a:pt x="4717022" y="3213818"/>
                  </a:lnTo>
                  <a:lnTo>
                    <a:pt x="4804904" y="3195966"/>
                  </a:lnTo>
                  <a:lnTo>
                    <a:pt x="4893432" y="3175128"/>
                  </a:lnTo>
                  <a:lnTo>
                    <a:pt x="4979681" y="3151351"/>
                  </a:lnTo>
                  <a:lnTo>
                    <a:pt x="5061652" y="3124611"/>
                  </a:lnTo>
                  <a:lnTo>
                    <a:pt x="5138230" y="3094773"/>
                  </a:lnTo>
                  <a:lnTo>
                    <a:pt x="5209018" y="3061578"/>
                  </a:lnTo>
                  <a:lnTo>
                    <a:pt x="5274152" y="3024642"/>
                  </a:lnTo>
                  <a:lnTo>
                    <a:pt x="5334123" y="2983462"/>
                  </a:lnTo>
                  <a:lnTo>
                    <a:pt x="5389635" y="2937436"/>
                  </a:lnTo>
                  <a:lnTo>
                    <a:pt x="5441498" y="2885904"/>
                  </a:lnTo>
                  <a:lnTo>
                    <a:pt x="5490554" y="2828212"/>
                  </a:lnTo>
                  <a:lnTo>
                    <a:pt x="5537598" y="2763829"/>
                  </a:lnTo>
                  <a:lnTo>
                    <a:pt x="5567201" y="2718637"/>
                  </a:lnTo>
                  <a:lnTo>
                    <a:pt x="5600710" y="2663223"/>
                  </a:lnTo>
                  <a:lnTo>
                    <a:pt x="5633910" y="2603962"/>
                  </a:lnTo>
                  <a:lnTo>
                    <a:pt x="5666985" y="2540774"/>
                  </a:lnTo>
                  <a:lnTo>
                    <a:pt x="5700080" y="2473637"/>
                  </a:lnTo>
                  <a:lnTo>
                    <a:pt x="5733308" y="2402588"/>
                  </a:lnTo>
                  <a:lnTo>
                    <a:pt x="5766750" y="2327733"/>
                  </a:lnTo>
                  <a:lnTo>
                    <a:pt x="5800460" y="2249247"/>
                  </a:lnTo>
                  <a:lnTo>
                    <a:pt x="5834467" y="2167380"/>
                  </a:lnTo>
                  <a:lnTo>
                    <a:pt x="5868776" y="2082453"/>
                  </a:lnTo>
                  <a:lnTo>
                    <a:pt x="5903370" y="1994858"/>
                  </a:lnTo>
                  <a:lnTo>
                    <a:pt x="5938215" y="1905050"/>
                  </a:lnTo>
                  <a:lnTo>
                    <a:pt x="5973261" y="1813539"/>
                  </a:lnTo>
                  <a:lnTo>
                    <a:pt x="6008446" y="1720881"/>
                  </a:lnTo>
                  <a:lnTo>
                    <a:pt x="6043701" y="1627660"/>
                  </a:lnTo>
                  <a:lnTo>
                    <a:pt x="6078950" y="1534475"/>
                  </a:lnTo>
                  <a:lnTo>
                    <a:pt x="6114122" y="1441926"/>
                  </a:lnTo>
                  <a:lnTo>
                    <a:pt x="6149147" y="1350594"/>
                  </a:lnTo>
                  <a:lnTo>
                    <a:pt x="6183963" y="1261030"/>
                  </a:lnTo>
                  <a:lnTo>
                    <a:pt x="6218524" y="1173738"/>
                  </a:lnTo>
                  <a:lnTo>
                    <a:pt x="6252796" y="1089165"/>
                  </a:lnTo>
                  <a:lnTo>
                    <a:pt x="6286767" y="1007695"/>
                  </a:lnTo>
                  <a:lnTo>
                    <a:pt x="6320442" y="929641"/>
                  </a:lnTo>
                  <a:lnTo>
                    <a:pt x="6353855" y="855243"/>
                  </a:lnTo>
                  <a:lnTo>
                    <a:pt x="6387061" y="784668"/>
                  </a:lnTo>
                  <a:lnTo>
                    <a:pt x="6420148" y="718013"/>
                  </a:lnTo>
                  <a:lnTo>
                    <a:pt x="6453229" y="655307"/>
                  </a:lnTo>
                  <a:lnTo>
                    <a:pt x="6486457" y="596521"/>
                  </a:lnTo>
                  <a:lnTo>
                    <a:pt x="6515891" y="548083"/>
                  </a:lnTo>
                  <a:lnTo>
                    <a:pt x="6562012" y="479245"/>
                  </a:lnTo>
                  <a:lnTo>
                    <a:pt x="6609684" y="417283"/>
                  </a:lnTo>
                  <a:lnTo>
                    <a:pt x="6659641" y="361848"/>
                  </a:lnTo>
                  <a:lnTo>
                    <a:pt x="6712704" y="312348"/>
                  </a:lnTo>
                  <a:lnTo>
                    <a:pt x="6769710" y="268117"/>
                  </a:lnTo>
                  <a:lnTo>
                    <a:pt x="6831441" y="228507"/>
                  </a:lnTo>
                  <a:lnTo>
                    <a:pt x="6898542" y="192951"/>
                  </a:lnTo>
                  <a:lnTo>
                    <a:pt x="6971393" y="160985"/>
                  </a:lnTo>
                  <a:lnTo>
                    <a:pt x="7049964" y="132270"/>
                  </a:lnTo>
                  <a:lnTo>
                    <a:pt x="7133625" y="106591"/>
                  </a:lnTo>
                  <a:lnTo>
                    <a:pt x="7220960" y="83856"/>
                  </a:lnTo>
                  <a:lnTo>
                    <a:pt x="7309639" y="64070"/>
                  </a:lnTo>
                  <a:lnTo>
                    <a:pt x="7396432" y="47296"/>
                  </a:lnTo>
                  <a:lnTo>
                    <a:pt x="7477460" y="33598"/>
                  </a:lnTo>
                  <a:lnTo>
                    <a:pt x="7548717" y="22968"/>
                  </a:lnTo>
                  <a:lnTo>
                    <a:pt x="7606805" y="15261"/>
                  </a:lnTo>
                  <a:lnTo>
                    <a:pt x="7649693" y="10171"/>
                  </a:lnTo>
                  <a:lnTo>
                    <a:pt x="7677245" y="7230"/>
                  </a:lnTo>
                  <a:lnTo>
                    <a:pt x="7691386" y="5867"/>
                  </a:lnTo>
                  <a:lnTo>
                    <a:pt x="7695927" y="54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91" y="3255766"/>
                  </a:lnTo>
                  <a:lnTo>
                    <a:pt x="3838874" y="3255304"/>
                  </a:lnTo>
                  <a:lnTo>
                    <a:pt x="3818846" y="3254027"/>
                  </a:lnTo>
                  <a:lnTo>
                    <a:pt x="3783503" y="3251519"/>
                  </a:lnTo>
                  <a:lnTo>
                    <a:pt x="3731761" y="3247415"/>
                  </a:lnTo>
                  <a:lnTo>
                    <a:pt x="3664804" y="3241443"/>
                  </a:lnTo>
                  <a:lnTo>
                    <a:pt x="3585682" y="3233449"/>
                  </a:lnTo>
                  <a:lnTo>
                    <a:pt x="3498540" y="3223391"/>
                  </a:lnTo>
                  <a:lnTo>
                    <a:pt x="3407733" y="3211294"/>
                  </a:lnTo>
                  <a:lnTo>
                    <a:pt x="3317105" y="3197208"/>
                  </a:lnTo>
                  <a:lnTo>
                    <a:pt x="3229571" y="3181156"/>
                  </a:lnTo>
                  <a:lnTo>
                    <a:pt x="3147006" y="3163099"/>
                  </a:lnTo>
                  <a:lnTo>
                    <a:pt x="3070354" y="3142919"/>
                  </a:lnTo>
                  <a:lnTo>
                    <a:pt x="2999819" y="3120406"/>
                  </a:lnTo>
                  <a:lnTo>
                    <a:pt x="2935090" y="3095265"/>
                  </a:lnTo>
                  <a:lnTo>
                    <a:pt x="2875524" y="3067119"/>
                  </a:lnTo>
                  <a:lnTo>
                    <a:pt x="2820296" y="3035533"/>
                  </a:lnTo>
                  <a:lnTo>
                    <a:pt x="2768499" y="3000047"/>
                  </a:lnTo>
                  <a:lnTo>
                    <a:pt x="2719237" y="2960240"/>
                  </a:lnTo>
                  <a:lnTo>
                    <a:pt x="2671696" y="2915844"/>
                  </a:lnTo>
                  <a:lnTo>
                    <a:pt x="2667772" y="2911918"/>
                  </a:lnTo>
                  <a:lnTo>
                    <a:pt x="2627918" y="2869829"/>
                  </a:lnTo>
                  <a:lnTo>
                    <a:pt x="2588449" y="2824267"/>
                  </a:lnTo>
                  <a:lnTo>
                    <a:pt x="2549074" y="2775166"/>
                  </a:lnTo>
                  <a:lnTo>
                    <a:pt x="2509576" y="2722531"/>
                  </a:lnTo>
                  <a:lnTo>
                    <a:pt x="2469799" y="2666450"/>
                  </a:lnTo>
                  <a:lnTo>
                    <a:pt x="2429646" y="2607101"/>
                  </a:lnTo>
                  <a:lnTo>
                    <a:pt x="2389070" y="2544754"/>
                  </a:lnTo>
                  <a:lnTo>
                    <a:pt x="2348073" y="2479771"/>
                  </a:lnTo>
                  <a:lnTo>
                    <a:pt x="2306694" y="2412600"/>
                  </a:lnTo>
                  <a:lnTo>
                    <a:pt x="2265009" y="2343767"/>
                  </a:lnTo>
                  <a:lnTo>
                    <a:pt x="2223119" y="2273855"/>
                  </a:lnTo>
                  <a:lnTo>
                    <a:pt x="2181140" y="2203489"/>
                  </a:lnTo>
                  <a:lnTo>
                    <a:pt x="2139198" y="2133312"/>
                  </a:lnTo>
                  <a:lnTo>
                    <a:pt x="2097414" y="2063957"/>
                  </a:lnTo>
                  <a:lnTo>
                    <a:pt x="2055898" y="1996030"/>
                  </a:lnTo>
                  <a:lnTo>
                    <a:pt x="2014735" y="1930080"/>
                  </a:lnTo>
                  <a:lnTo>
                    <a:pt x="1973982" y="1866591"/>
                  </a:lnTo>
                  <a:lnTo>
                    <a:pt x="1933657" y="1805960"/>
                  </a:lnTo>
                  <a:lnTo>
                    <a:pt x="1893733" y="1748498"/>
                  </a:lnTo>
                  <a:lnTo>
                    <a:pt x="1854134" y="1694418"/>
                  </a:lnTo>
                  <a:lnTo>
                    <a:pt x="1814731" y="1643846"/>
                  </a:lnTo>
                  <a:lnTo>
                    <a:pt x="1775332" y="1596821"/>
                  </a:lnTo>
                  <a:lnTo>
                    <a:pt x="1735678" y="1553305"/>
                  </a:lnTo>
                  <a:lnTo>
                    <a:pt x="1719082" y="1536266"/>
                  </a:lnTo>
                  <a:lnTo>
                    <a:pt x="1671654" y="1491482"/>
                  </a:lnTo>
                  <a:lnTo>
                    <a:pt x="1622565" y="1451298"/>
                  </a:lnTo>
                  <a:lnTo>
                    <a:pt x="1571014" y="1415465"/>
                  </a:lnTo>
                  <a:lnTo>
                    <a:pt x="1516108" y="1383570"/>
                  </a:lnTo>
                  <a:lnTo>
                    <a:pt x="1456939" y="1355154"/>
                  </a:lnTo>
                  <a:lnTo>
                    <a:pt x="1392670" y="1329776"/>
                  </a:lnTo>
                  <a:lnTo>
                    <a:pt x="1322639" y="1307056"/>
                  </a:lnTo>
                  <a:lnTo>
                    <a:pt x="1246499" y="1286690"/>
                  </a:lnTo>
                  <a:lnTo>
                    <a:pt x="1164405" y="1268461"/>
                  </a:lnTo>
                  <a:lnTo>
                    <a:pt x="1077229" y="1252244"/>
                  </a:lnTo>
                  <a:lnTo>
                    <a:pt x="986763" y="1237993"/>
                  </a:lnTo>
                  <a:lnTo>
                    <a:pt x="895835" y="1225728"/>
                  </a:lnTo>
                  <a:lnTo>
                    <a:pt x="808222" y="1215497"/>
                  </a:lnTo>
                  <a:lnTo>
                    <a:pt x="728261" y="1207331"/>
                  </a:lnTo>
                  <a:lnTo>
                    <a:pt x="660148" y="1201194"/>
                  </a:lnTo>
                  <a:lnTo>
                    <a:pt x="607056" y="1196942"/>
                  </a:lnTo>
                  <a:lnTo>
                    <a:pt x="570349" y="1194314"/>
                  </a:lnTo>
                  <a:lnTo>
                    <a:pt x="549137" y="1192949"/>
                  </a:lnTo>
                  <a:lnTo>
                    <a:pt x="540290" y="1192435"/>
                  </a:lnTo>
                  <a:lnTo>
                    <a:pt x="538736" y="1192352"/>
                  </a:lnTo>
                  <a:lnTo>
                    <a:pt x="0" y="119235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38" name="pl438"/>
            <p:cNvSpPr/>
            <p:nvPr/>
          </p:nvSpPr>
          <p:spPr>
            <a:xfrm>
              <a:off x="546595" y="1300355"/>
              <a:ext cx="8234974" cy="3255831"/>
            </a:xfrm>
            <a:custGeom>
              <a:avLst/>
              <a:pathLst>
                <a:path w="8234974" h="3255831">
                  <a:moveTo>
                    <a:pt x="0" y="1192352"/>
                  </a:moveTo>
                  <a:lnTo>
                    <a:pt x="538736" y="1192352"/>
                  </a:lnTo>
                  <a:lnTo>
                    <a:pt x="539963" y="1192417"/>
                  </a:lnTo>
                  <a:lnTo>
                    <a:pt x="547980" y="1192879"/>
                  </a:lnTo>
                  <a:lnTo>
                    <a:pt x="568008" y="1194157"/>
                  </a:lnTo>
                  <a:lnTo>
                    <a:pt x="603352" y="1196665"/>
                  </a:lnTo>
                  <a:lnTo>
                    <a:pt x="655094" y="1200769"/>
                  </a:lnTo>
                  <a:lnTo>
                    <a:pt x="722051" y="1206741"/>
                  </a:lnTo>
                  <a:lnTo>
                    <a:pt x="801173" y="1214734"/>
                  </a:lnTo>
                  <a:lnTo>
                    <a:pt x="888315" y="1224793"/>
                  </a:lnTo>
                  <a:lnTo>
                    <a:pt x="979121" y="1236889"/>
                  </a:lnTo>
                  <a:lnTo>
                    <a:pt x="1069749" y="1250975"/>
                  </a:lnTo>
                  <a:lnTo>
                    <a:pt x="1157284" y="1267028"/>
                  </a:lnTo>
                  <a:lnTo>
                    <a:pt x="1239848" y="1285084"/>
                  </a:lnTo>
                  <a:lnTo>
                    <a:pt x="1316501" y="1305265"/>
                  </a:lnTo>
                  <a:lnTo>
                    <a:pt x="1387035" y="1327777"/>
                  </a:lnTo>
                  <a:lnTo>
                    <a:pt x="1451764" y="1352919"/>
                  </a:lnTo>
                  <a:lnTo>
                    <a:pt x="1511330" y="1381064"/>
                  </a:lnTo>
                  <a:lnTo>
                    <a:pt x="1566559" y="1412650"/>
                  </a:lnTo>
                  <a:lnTo>
                    <a:pt x="1618356" y="1448136"/>
                  </a:lnTo>
                  <a:lnTo>
                    <a:pt x="1667618" y="1487943"/>
                  </a:lnTo>
                  <a:lnTo>
                    <a:pt x="1715159" y="1532339"/>
                  </a:lnTo>
                  <a:lnTo>
                    <a:pt x="1719082" y="1536266"/>
                  </a:lnTo>
                  <a:lnTo>
                    <a:pt x="1758937" y="1578355"/>
                  </a:lnTo>
                  <a:lnTo>
                    <a:pt x="1798406" y="1623916"/>
                  </a:lnTo>
                  <a:lnTo>
                    <a:pt x="1837781" y="1673017"/>
                  </a:lnTo>
                  <a:lnTo>
                    <a:pt x="1877279" y="1725652"/>
                  </a:lnTo>
                  <a:lnTo>
                    <a:pt x="1917056" y="1781733"/>
                  </a:lnTo>
                  <a:lnTo>
                    <a:pt x="1957209" y="1841082"/>
                  </a:lnTo>
                  <a:lnTo>
                    <a:pt x="1997784" y="1903429"/>
                  </a:lnTo>
                  <a:lnTo>
                    <a:pt x="2038782" y="1968413"/>
                  </a:lnTo>
                  <a:lnTo>
                    <a:pt x="2080161" y="2035583"/>
                  </a:lnTo>
                  <a:lnTo>
                    <a:pt x="2121845" y="2104417"/>
                  </a:lnTo>
                  <a:lnTo>
                    <a:pt x="2163736" y="2174329"/>
                  </a:lnTo>
                  <a:lnTo>
                    <a:pt x="2205715" y="2244694"/>
                  </a:lnTo>
                  <a:lnTo>
                    <a:pt x="2247657" y="2314872"/>
                  </a:lnTo>
                  <a:lnTo>
                    <a:pt x="2289440" y="2384226"/>
                  </a:lnTo>
                  <a:lnTo>
                    <a:pt x="2330957" y="2452154"/>
                  </a:lnTo>
                  <a:lnTo>
                    <a:pt x="2372119" y="2518103"/>
                  </a:lnTo>
                  <a:lnTo>
                    <a:pt x="2412872" y="2581593"/>
                  </a:lnTo>
                  <a:lnTo>
                    <a:pt x="2453198" y="2642223"/>
                  </a:lnTo>
                  <a:lnTo>
                    <a:pt x="2493122" y="2699686"/>
                  </a:lnTo>
                  <a:lnTo>
                    <a:pt x="2532720" y="2753765"/>
                  </a:lnTo>
                  <a:lnTo>
                    <a:pt x="2572124" y="2804337"/>
                  </a:lnTo>
                  <a:lnTo>
                    <a:pt x="2611523" y="2851362"/>
                  </a:lnTo>
                  <a:lnTo>
                    <a:pt x="2651177" y="2894879"/>
                  </a:lnTo>
                  <a:lnTo>
                    <a:pt x="2667772" y="2911918"/>
                  </a:lnTo>
                  <a:lnTo>
                    <a:pt x="2715201" y="2956702"/>
                  </a:lnTo>
                  <a:lnTo>
                    <a:pt x="2764290" y="2996886"/>
                  </a:lnTo>
                  <a:lnTo>
                    <a:pt x="2815840" y="3032718"/>
                  </a:lnTo>
                  <a:lnTo>
                    <a:pt x="2870747" y="3064613"/>
                  </a:lnTo>
                  <a:lnTo>
                    <a:pt x="2929916" y="3093029"/>
                  </a:lnTo>
                  <a:lnTo>
                    <a:pt x="2994185" y="3118407"/>
                  </a:lnTo>
                  <a:lnTo>
                    <a:pt x="3064216" y="3141127"/>
                  </a:lnTo>
                  <a:lnTo>
                    <a:pt x="3140355" y="3161494"/>
                  </a:lnTo>
                  <a:lnTo>
                    <a:pt x="3222449" y="3179722"/>
                  </a:lnTo>
                  <a:lnTo>
                    <a:pt x="3309626" y="3195940"/>
                  </a:lnTo>
                  <a:lnTo>
                    <a:pt x="3400092" y="3210190"/>
                  </a:lnTo>
                  <a:lnTo>
                    <a:pt x="3491020" y="3222456"/>
                  </a:lnTo>
                  <a:lnTo>
                    <a:pt x="3578633" y="3232686"/>
                  </a:lnTo>
                  <a:lnTo>
                    <a:pt x="3658594" y="3240852"/>
                  </a:lnTo>
                  <a:lnTo>
                    <a:pt x="3726707" y="3246989"/>
                  </a:lnTo>
                  <a:lnTo>
                    <a:pt x="3779798" y="3251241"/>
                  </a:lnTo>
                  <a:lnTo>
                    <a:pt x="3816505" y="3253870"/>
                  </a:lnTo>
                  <a:lnTo>
                    <a:pt x="3837718" y="3255234"/>
                  </a:lnTo>
                  <a:lnTo>
                    <a:pt x="3846564" y="3255748"/>
                  </a:lnTo>
                  <a:lnTo>
                    <a:pt x="3848118" y="3255831"/>
                  </a:lnTo>
                  <a:lnTo>
                    <a:pt x="3848118" y="3255831"/>
                  </a:lnTo>
                  <a:lnTo>
                    <a:pt x="4386855" y="3255831"/>
                  </a:lnTo>
                  <a:lnTo>
                    <a:pt x="4387987" y="3255737"/>
                  </a:lnTo>
                  <a:lnTo>
                    <a:pt x="4395394" y="3255067"/>
                  </a:lnTo>
                  <a:lnTo>
                    <a:pt x="4413951" y="3253213"/>
                  </a:lnTo>
                  <a:lnTo>
                    <a:pt x="4446832" y="3249570"/>
                  </a:lnTo>
                  <a:lnTo>
                    <a:pt x="4495237" y="3243597"/>
                  </a:lnTo>
                  <a:lnTo>
                    <a:pt x="4558319" y="3234879"/>
                  </a:lnTo>
                  <a:lnTo>
                    <a:pt x="4633482" y="3223168"/>
                  </a:lnTo>
                  <a:lnTo>
                    <a:pt x="4717022" y="3208374"/>
                  </a:lnTo>
                  <a:lnTo>
                    <a:pt x="4804904" y="3190522"/>
                  </a:lnTo>
                  <a:lnTo>
                    <a:pt x="4893432" y="3169683"/>
                  </a:lnTo>
                  <a:lnTo>
                    <a:pt x="4979681" y="3145907"/>
                  </a:lnTo>
                  <a:lnTo>
                    <a:pt x="5061652" y="3119167"/>
                  </a:lnTo>
                  <a:lnTo>
                    <a:pt x="5138230" y="3089328"/>
                  </a:lnTo>
                  <a:lnTo>
                    <a:pt x="5209018" y="3056134"/>
                  </a:lnTo>
                  <a:lnTo>
                    <a:pt x="5274152" y="3019197"/>
                  </a:lnTo>
                  <a:lnTo>
                    <a:pt x="5334123" y="2978017"/>
                  </a:lnTo>
                  <a:lnTo>
                    <a:pt x="5389635" y="2931992"/>
                  </a:lnTo>
                  <a:lnTo>
                    <a:pt x="5441498" y="2880460"/>
                  </a:lnTo>
                  <a:lnTo>
                    <a:pt x="5490554" y="2822767"/>
                  </a:lnTo>
                  <a:lnTo>
                    <a:pt x="5537598" y="2758385"/>
                  </a:lnTo>
                  <a:lnTo>
                    <a:pt x="5567201" y="2713192"/>
                  </a:lnTo>
                  <a:lnTo>
                    <a:pt x="5600710" y="2657779"/>
                  </a:lnTo>
                  <a:lnTo>
                    <a:pt x="5633910" y="2598517"/>
                  </a:lnTo>
                  <a:lnTo>
                    <a:pt x="5666985" y="2535330"/>
                  </a:lnTo>
                  <a:lnTo>
                    <a:pt x="5700080" y="2468192"/>
                  </a:lnTo>
                  <a:lnTo>
                    <a:pt x="5733308" y="2397144"/>
                  </a:lnTo>
                  <a:lnTo>
                    <a:pt x="5766750" y="2322288"/>
                  </a:lnTo>
                  <a:lnTo>
                    <a:pt x="5800460" y="2243803"/>
                  </a:lnTo>
                  <a:lnTo>
                    <a:pt x="5834467" y="2161936"/>
                  </a:lnTo>
                  <a:lnTo>
                    <a:pt x="5868776" y="2077009"/>
                  </a:lnTo>
                  <a:lnTo>
                    <a:pt x="5903370" y="1989414"/>
                  </a:lnTo>
                  <a:lnTo>
                    <a:pt x="5938215" y="1899605"/>
                  </a:lnTo>
                  <a:lnTo>
                    <a:pt x="5973261" y="1808095"/>
                  </a:lnTo>
                  <a:lnTo>
                    <a:pt x="6008446" y="1715436"/>
                  </a:lnTo>
                  <a:lnTo>
                    <a:pt x="6043701" y="1622215"/>
                  </a:lnTo>
                  <a:lnTo>
                    <a:pt x="6078950" y="1529030"/>
                  </a:lnTo>
                  <a:lnTo>
                    <a:pt x="6114122" y="1436481"/>
                  </a:lnTo>
                  <a:lnTo>
                    <a:pt x="6149147" y="1345150"/>
                  </a:lnTo>
                  <a:lnTo>
                    <a:pt x="6183963" y="1255586"/>
                  </a:lnTo>
                  <a:lnTo>
                    <a:pt x="6218524" y="1168293"/>
                  </a:lnTo>
                  <a:lnTo>
                    <a:pt x="6252796" y="1083720"/>
                  </a:lnTo>
                  <a:lnTo>
                    <a:pt x="6286767" y="1002251"/>
                  </a:lnTo>
                  <a:lnTo>
                    <a:pt x="6320442" y="924197"/>
                  </a:lnTo>
                  <a:lnTo>
                    <a:pt x="6353855" y="849799"/>
                  </a:lnTo>
                  <a:lnTo>
                    <a:pt x="6387061" y="779224"/>
                  </a:lnTo>
                  <a:lnTo>
                    <a:pt x="6420148" y="712568"/>
                  </a:lnTo>
                  <a:lnTo>
                    <a:pt x="6453229" y="649863"/>
                  </a:lnTo>
                  <a:lnTo>
                    <a:pt x="6486457" y="591077"/>
                  </a:lnTo>
                  <a:lnTo>
                    <a:pt x="6515891" y="542638"/>
                  </a:lnTo>
                  <a:lnTo>
                    <a:pt x="6562012" y="473801"/>
                  </a:lnTo>
                  <a:lnTo>
                    <a:pt x="6609684" y="411839"/>
                  </a:lnTo>
                  <a:lnTo>
                    <a:pt x="6659641" y="356404"/>
                  </a:lnTo>
                  <a:lnTo>
                    <a:pt x="6712704" y="306904"/>
                  </a:lnTo>
                  <a:lnTo>
                    <a:pt x="6769710" y="262672"/>
                  </a:lnTo>
                  <a:lnTo>
                    <a:pt x="6831441" y="223063"/>
                  </a:lnTo>
                  <a:lnTo>
                    <a:pt x="6898542" y="187507"/>
                  </a:lnTo>
                  <a:lnTo>
                    <a:pt x="6971393" y="155541"/>
                  </a:lnTo>
                  <a:lnTo>
                    <a:pt x="7049964" y="126826"/>
                  </a:lnTo>
                  <a:lnTo>
                    <a:pt x="7133625" y="101147"/>
                  </a:lnTo>
                  <a:lnTo>
                    <a:pt x="7220960" y="78411"/>
                  </a:lnTo>
                  <a:lnTo>
                    <a:pt x="7309639" y="58625"/>
                  </a:lnTo>
                  <a:lnTo>
                    <a:pt x="7396432" y="41852"/>
                  </a:lnTo>
                  <a:lnTo>
                    <a:pt x="7477460" y="28154"/>
                  </a:lnTo>
                  <a:lnTo>
                    <a:pt x="7548717" y="17523"/>
                  </a:lnTo>
                  <a:lnTo>
                    <a:pt x="7606805" y="9817"/>
                  </a:lnTo>
                  <a:lnTo>
                    <a:pt x="7649693" y="4726"/>
                  </a:lnTo>
                  <a:lnTo>
                    <a:pt x="7677245" y="1785"/>
                  </a:lnTo>
                  <a:lnTo>
                    <a:pt x="7691386" y="422"/>
                  </a:lnTo>
                  <a:lnTo>
                    <a:pt x="7695927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9" name="pl439"/>
            <p:cNvSpPr/>
            <p:nvPr/>
          </p:nvSpPr>
          <p:spPr>
            <a:xfrm>
              <a:off x="546595" y="1294910"/>
              <a:ext cx="8234974" cy="3255831"/>
            </a:xfrm>
            <a:custGeom>
              <a:avLst/>
              <a:pathLst>
                <a:path w="8234974" h="3255831">
                  <a:moveTo>
                    <a:pt x="8234974" y="0"/>
                  </a:move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91" y="3255766"/>
                  </a:lnTo>
                  <a:lnTo>
                    <a:pt x="3838874" y="3255304"/>
                  </a:lnTo>
                  <a:lnTo>
                    <a:pt x="3818846" y="3254027"/>
                  </a:lnTo>
                  <a:lnTo>
                    <a:pt x="3783503" y="3251519"/>
                  </a:lnTo>
                  <a:lnTo>
                    <a:pt x="3731761" y="3247415"/>
                  </a:lnTo>
                  <a:lnTo>
                    <a:pt x="3664804" y="3241443"/>
                  </a:lnTo>
                  <a:lnTo>
                    <a:pt x="3585682" y="3233449"/>
                  </a:lnTo>
                  <a:lnTo>
                    <a:pt x="3498540" y="3223391"/>
                  </a:lnTo>
                  <a:lnTo>
                    <a:pt x="3407733" y="3211294"/>
                  </a:lnTo>
                  <a:lnTo>
                    <a:pt x="3317105" y="3197208"/>
                  </a:lnTo>
                  <a:lnTo>
                    <a:pt x="3229571" y="3181156"/>
                  </a:lnTo>
                  <a:lnTo>
                    <a:pt x="3147006" y="3163099"/>
                  </a:lnTo>
                  <a:lnTo>
                    <a:pt x="3070354" y="3142919"/>
                  </a:lnTo>
                  <a:lnTo>
                    <a:pt x="2999819" y="3120406"/>
                  </a:lnTo>
                  <a:lnTo>
                    <a:pt x="2935090" y="3095265"/>
                  </a:lnTo>
                  <a:lnTo>
                    <a:pt x="2875524" y="3067119"/>
                  </a:lnTo>
                  <a:lnTo>
                    <a:pt x="2820296" y="3035533"/>
                  </a:lnTo>
                  <a:lnTo>
                    <a:pt x="2768499" y="3000047"/>
                  </a:lnTo>
                  <a:lnTo>
                    <a:pt x="2719237" y="2960240"/>
                  </a:lnTo>
                  <a:lnTo>
                    <a:pt x="2671696" y="2915844"/>
                  </a:lnTo>
                  <a:lnTo>
                    <a:pt x="2667772" y="2911918"/>
                  </a:lnTo>
                  <a:lnTo>
                    <a:pt x="2627918" y="2869829"/>
                  </a:lnTo>
                  <a:lnTo>
                    <a:pt x="2588449" y="2824267"/>
                  </a:lnTo>
                  <a:lnTo>
                    <a:pt x="2549074" y="2775166"/>
                  </a:lnTo>
                  <a:lnTo>
                    <a:pt x="2509576" y="2722531"/>
                  </a:lnTo>
                  <a:lnTo>
                    <a:pt x="2469799" y="2666450"/>
                  </a:lnTo>
                  <a:lnTo>
                    <a:pt x="2429646" y="2607101"/>
                  </a:lnTo>
                  <a:lnTo>
                    <a:pt x="2389070" y="2544754"/>
                  </a:lnTo>
                  <a:lnTo>
                    <a:pt x="2348073" y="2479771"/>
                  </a:lnTo>
                  <a:lnTo>
                    <a:pt x="2306694" y="2412600"/>
                  </a:lnTo>
                  <a:lnTo>
                    <a:pt x="2265009" y="2343767"/>
                  </a:lnTo>
                  <a:lnTo>
                    <a:pt x="2223119" y="2273855"/>
                  </a:lnTo>
                  <a:lnTo>
                    <a:pt x="2181140" y="2203489"/>
                  </a:lnTo>
                  <a:lnTo>
                    <a:pt x="2139198" y="2133312"/>
                  </a:lnTo>
                  <a:lnTo>
                    <a:pt x="2097414" y="2063957"/>
                  </a:lnTo>
                  <a:lnTo>
                    <a:pt x="2055898" y="1996030"/>
                  </a:lnTo>
                  <a:lnTo>
                    <a:pt x="2014735" y="1930080"/>
                  </a:lnTo>
                  <a:lnTo>
                    <a:pt x="1973982" y="1866591"/>
                  </a:lnTo>
                  <a:lnTo>
                    <a:pt x="1933657" y="1805960"/>
                  </a:lnTo>
                  <a:lnTo>
                    <a:pt x="1893733" y="1748498"/>
                  </a:lnTo>
                  <a:lnTo>
                    <a:pt x="1854134" y="1694418"/>
                  </a:lnTo>
                  <a:lnTo>
                    <a:pt x="1814731" y="1643846"/>
                  </a:lnTo>
                  <a:lnTo>
                    <a:pt x="1775332" y="1596821"/>
                  </a:lnTo>
                  <a:lnTo>
                    <a:pt x="1735678" y="1553305"/>
                  </a:lnTo>
                  <a:lnTo>
                    <a:pt x="1719082" y="1536266"/>
                  </a:lnTo>
                  <a:lnTo>
                    <a:pt x="1671654" y="1491482"/>
                  </a:lnTo>
                  <a:lnTo>
                    <a:pt x="1622565" y="1451298"/>
                  </a:lnTo>
                  <a:lnTo>
                    <a:pt x="1571014" y="1415465"/>
                  </a:lnTo>
                  <a:lnTo>
                    <a:pt x="1516108" y="1383570"/>
                  </a:lnTo>
                  <a:lnTo>
                    <a:pt x="1456939" y="1355154"/>
                  </a:lnTo>
                  <a:lnTo>
                    <a:pt x="1392670" y="1329776"/>
                  </a:lnTo>
                  <a:lnTo>
                    <a:pt x="1322639" y="1307056"/>
                  </a:lnTo>
                  <a:lnTo>
                    <a:pt x="1246499" y="1286690"/>
                  </a:lnTo>
                  <a:lnTo>
                    <a:pt x="1164405" y="1268461"/>
                  </a:lnTo>
                  <a:lnTo>
                    <a:pt x="1077229" y="1252244"/>
                  </a:lnTo>
                  <a:lnTo>
                    <a:pt x="986763" y="1237993"/>
                  </a:lnTo>
                  <a:lnTo>
                    <a:pt x="895835" y="1225728"/>
                  </a:lnTo>
                  <a:lnTo>
                    <a:pt x="808222" y="1215497"/>
                  </a:lnTo>
                  <a:lnTo>
                    <a:pt x="728261" y="1207331"/>
                  </a:lnTo>
                  <a:lnTo>
                    <a:pt x="660148" y="1201194"/>
                  </a:lnTo>
                  <a:lnTo>
                    <a:pt x="607056" y="1196942"/>
                  </a:lnTo>
                  <a:lnTo>
                    <a:pt x="570349" y="1194314"/>
                  </a:lnTo>
                  <a:lnTo>
                    <a:pt x="549137" y="1192949"/>
                  </a:lnTo>
                  <a:lnTo>
                    <a:pt x="540290" y="1192435"/>
                  </a:lnTo>
                  <a:lnTo>
                    <a:pt x="538737" y="1192353"/>
                  </a:lnTo>
                  <a:lnTo>
                    <a:pt x="538736" y="1192352"/>
                  </a:lnTo>
                  <a:lnTo>
                    <a:pt x="0" y="11923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0" name="pg440"/>
            <p:cNvSpPr/>
            <p:nvPr/>
          </p:nvSpPr>
          <p:spPr>
            <a:xfrm>
              <a:off x="546595" y="1556248"/>
              <a:ext cx="8234974" cy="3016271"/>
            </a:xfrm>
            <a:custGeom>
              <a:avLst/>
              <a:pathLst>
                <a:path w="8234974" h="3016271">
                  <a:moveTo>
                    <a:pt x="0" y="941904"/>
                  </a:moveTo>
                  <a:lnTo>
                    <a:pt x="538736" y="941904"/>
                  </a:lnTo>
                  <a:lnTo>
                    <a:pt x="539963" y="941969"/>
                  </a:lnTo>
                  <a:lnTo>
                    <a:pt x="547975" y="942433"/>
                  </a:lnTo>
                  <a:lnTo>
                    <a:pt x="567991" y="943716"/>
                  </a:lnTo>
                  <a:lnTo>
                    <a:pt x="603316" y="946236"/>
                  </a:lnTo>
                  <a:lnTo>
                    <a:pt x="655032" y="950360"/>
                  </a:lnTo>
                  <a:lnTo>
                    <a:pt x="721960" y="956360"/>
                  </a:lnTo>
                  <a:lnTo>
                    <a:pt x="801051" y="964390"/>
                  </a:lnTo>
                  <a:lnTo>
                    <a:pt x="888166" y="974497"/>
                  </a:lnTo>
                  <a:lnTo>
                    <a:pt x="978951" y="986651"/>
                  </a:lnTo>
                  <a:lnTo>
                    <a:pt x="1069564" y="1000805"/>
                  </a:lnTo>
                  <a:lnTo>
                    <a:pt x="1157090" y="1016934"/>
                  </a:lnTo>
                  <a:lnTo>
                    <a:pt x="1239650" y="1035077"/>
                  </a:lnTo>
                  <a:lnTo>
                    <a:pt x="1316303" y="1055354"/>
                  </a:lnTo>
                  <a:lnTo>
                    <a:pt x="1386840" y="1077974"/>
                  </a:lnTo>
                  <a:lnTo>
                    <a:pt x="1451572" y="1103234"/>
                  </a:lnTo>
                  <a:lnTo>
                    <a:pt x="1511141" y="1131513"/>
                  </a:lnTo>
                  <a:lnTo>
                    <a:pt x="1566371" y="1163246"/>
                  </a:lnTo>
                  <a:lnTo>
                    <a:pt x="1618168" y="1198897"/>
                  </a:lnTo>
                  <a:lnTo>
                    <a:pt x="1667428" y="1238888"/>
                  </a:lnTo>
                  <a:lnTo>
                    <a:pt x="1714965" y="1283490"/>
                  </a:lnTo>
                  <a:lnTo>
                    <a:pt x="1719082" y="1287632"/>
                  </a:lnTo>
                  <a:lnTo>
                    <a:pt x="1758866" y="1329864"/>
                  </a:lnTo>
                  <a:lnTo>
                    <a:pt x="1798265" y="1375575"/>
                  </a:lnTo>
                  <a:lnTo>
                    <a:pt x="1837570" y="1424831"/>
                  </a:lnTo>
                  <a:lnTo>
                    <a:pt x="1876996" y="1477628"/>
                  </a:lnTo>
                  <a:lnTo>
                    <a:pt x="1916699" y="1533877"/>
                  </a:lnTo>
                  <a:lnTo>
                    <a:pt x="1956777" y="1593401"/>
                  </a:lnTo>
                  <a:lnTo>
                    <a:pt x="1997275" y="1655933"/>
                  </a:lnTo>
                  <a:lnTo>
                    <a:pt x="2038194" y="1721110"/>
                  </a:lnTo>
                  <a:lnTo>
                    <a:pt x="2079493" y="1788485"/>
                  </a:lnTo>
                  <a:lnTo>
                    <a:pt x="2121099" y="1857535"/>
                  </a:lnTo>
                  <a:lnTo>
                    <a:pt x="2162912" y="1927676"/>
                  </a:lnTo>
                  <a:lnTo>
                    <a:pt x="2204815" y="1998284"/>
                  </a:lnTo>
                  <a:lnTo>
                    <a:pt x="2246685" y="2068717"/>
                  </a:lnTo>
                  <a:lnTo>
                    <a:pt x="2288399" y="2138340"/>
                  </a:lnTo>
                  <a:lnTo>
                    <a:pt x="2329849" y="2206549"/>
                  </a:lnTo>
                  <a:lnTo>
                    <a:pt x="2370949" y="2272790"/>
                  </a:lnTo>
                  <a:lnTo>
                    <a:pt x="2411642" y="2336579"/>
                  </a:lnTo>
                  <a:lnTo>
                    <a:pt x="2451909" y="2397515"/>
                  </a:lnTo>
                  <a:lnTo>
                    <a:pt x="2491774" y="2455287"/>
                  </a:lnTo>
                  <a:lnTo>
                    <a:pt x="2531311" y="2509676"/>
                  </a:lnTo>
                  <a:lnTo>
                    <a:pt x="2570648" y="2560554"/>
                  </a:lnTo>
                  <a:lnTo>
                    <a:pt x="2609973" y="2607879"/>
                  </a:lnTo>
                  <a:lnTo>
                    <a:pt x="2649540" y="2651687"/>
                  </a:lnTo>
                  <a:lnTo>
                    <a:pt x="2667772" y="2670544"/>
                  </a:lnTo>
                  <a:lnTo>
                    <a:pt x="2715191" y="2715555"/>
                  </a:lnTo>
                  <a:lnTo>
                    <a:pt x="2764269" y="2755944"/>
                  </a:lnTo>
                  <a:lnTo>
                    <a:pt x="2815807" y="2791960"/>
                  </a:lnTo>
                  <a:lnTo>
                    <a:pt x="2870700" y="2824019"/>
                  </a:lnTo>
                  <a:lnTo>
                    <a:pt x="2929852" y="2852583"/>
                  </a:lnTo>
                  <a:lnTo>
                    <a:pt x="2994102" y="2878092"/>
                  </a:lnTo>
                  <a:lnTo>
                    <a:pt x="3064110" y="2900931"/>
                  </a:lnTo>
                  <a:lnTo>
                    <a:pt x="3140224" y="2921404"/>
                  </a:lnTo>
                  <a:lnTo>
                    <a:pt x="3222291" y="2939729"/>
                  </a:lnTo>
                  <a:lnTo>
                    <a:pt x="3309441" y="2956032"/>
                  </a:lnTo>
                  <a:lnTo>
                    <a:pt x="3399884" y="2970360"/>
                  </a:lnTo>
                  <a:lnTo>
                    <a:pt x="3490797" y="2982692"/>
                  </a:lnTo>
                  <a:lnTo>
                    <a:pt x="3578405" y="2992980"/>
                  </a:lnTo>
                  <a:lnTo>
                    <a:pt x="3658377" y="3001193"/>
                  </a:lnTo>
                  <a:lnTo>
                    <a:pt x="3726518" y="3007367"/>
                  </a:lnTo>
                  <a:lnTo>
                    <a:pt x="3779649" y="3011646"/>
                  </a:lnTo>
                  <a:lnTo>
                    <a:pt x="3816405" y="3014293"/>
                  </a:lnTo>
                  <a:lnTo>
                    <a:pt x="3837664" y="3015669"/>
                  </a:lnTo>
                  <a:lnTo>
                    <a:pt x="3846548" y="3016188"/>
                  </a:lnTo>
                  <a:lnTo>
                    <a:pt x="3848118" y="3016271"/>
                  </a:lnTo>
                  <a:lnTo>
                    <a:pt x="4386855" y="3016271"/>
                  </a:lnTo>
                  <a:lnTo>
                    <a:pt x="4388008" y="3016183"/>
                  </a:lnTo>
                  <a:lnTo>
                    <a:pt x="4395553" y="3015551"/>
                  </a:lnTo>
                  <a:lnTo>
                    <a:pt x="4414442" y="3013803"/>
                  </a:lnTo>
                  <a:lnTo>
                    <a:pt x="4447880" y="3010369"/>
                  </a:lnTo>
                  <a:lnTo>
                    <a:pt x="4497044" y="3004740"/>
                  </a:lnTo>
                  <a:lnTo>
                    <a:pt x="4561011" y="2996531"/>
                  </a:lnTo>
                  <a:lnTo>
                    <a:pt x="4637086" y="2985513"/>
                  </a:lnTo>
                  <a:lnTo>
                    <a:pt x="4721464" y="2971606"/>
                  </a:lnTo>
                  <a:lnTo>
                    <a:pt x="4810034" y="2954838"/>
                  </a:lnTo>
                  <a:lnTo>
                    <a:pt x="4899063" y="2935276"/>
                  </a:lnTo>
                  <a:lnTo>
                    <a:pt x="4985627" y="2912964"/>
                  </a:lnTo>
                  <a:lnTo>
                    <a:pt x="5067752" y="2887870"/>
                  </a:lnTo>
                  <a:lnTo>
                    <a:pt x="5144360" y="2859859"/>
                  </a:lnTo>
                  <a:lnTo>
                    <a:pt x="5215098" y="2828679"/>
                  </a:lnTo>
                  <a:lnTo>
                    <a:pt x="5280141" y="2793957"/>
                  </a:lnTo>
                  <a:lnTo>
                    <a:pt x="5340017" y="2755208"/>
                  </a:lnTo>
                  <a:lnTo>
                    <a:pt x="5395457" y="2711860"/>
                  </a:lnTo>
                  <a:lnTo>
                    <a:pt x="5447294" y="2663285"/>
                  </a:lnTo>
                  <a:lnTo>
                    <a:pt x="5496384" y="2608873"/>
                  </a:lnTo>
                  <a:lnTo>
                    <a:pt x="5543529" y="2548152"/>
                  </a:lnTo>
                  <a:lnTo>
                    <a:pt x="5567201" y="2514467"/>
                  </a:lnTo>
                  <a:lnTo>
                    <a:pt x="5601807" y="2461475"/>
                  </a:lnTo>
                  <a:lnTo>
                    <a:pt x="5636091" y="2404683"/>
                  </a:lnTo>
                  <a:lnTo>
                    <a:pt x="5670253" y="2344015"/>
                  </a:lnTo>
                  <a:lnTo>
                    <a:pt x="5704449" y="2279450"/>
                  </a:lnTo>
                  <a:lnTo>
                    <a:pt x="5738800" y="2211036"/>
                  </a:lnTo>
                  <a:lnTo>
                    <a:pt x="5773391" y="2138891"/>
                  </a:lnTo>
                  <a:lnTo>
                    <a:pt x="5808276" y="2063207"/>
                  </a:lnTo>
                  <a:lnTo>
                    <a:pt x="5843481" y="1984254"/>
                  </a:lnTo>
                  <a:lnTo>
                    <a:pt x="5879005" y="1902377"/>
                  </a:lnTo>
                  <a:lnTo>
                    <a:pt x="5914825" y="1817995"/>
                  </a:lnTo>
                  <a:lnTo>
                    <a:pt x="5950896" y="1731590"/>
                  </a:lnTo>
                  <a:lnTo>
                    <a:pt x="5987159" y="1643699"/>
                  </a:lnTo>
                  <a:lnTo>
                    <a:pt x="6023542" y="1554902"/>
                  </a:lnTo>
                  <a:lnTo>
                    <a:pt x="6059965" y="1465801"/>
                  </a:lnTo>
                  <a:lnTo>
                    <a:pt x="6096347" y="1377011"/>
                  </a:lnTo>
                  <a:lnTo>
                    <a:pt x="6132608" y="1289134"/>
                  </a:lnTo>
                  <a:lnTo>
                    <a:pt x="6168676" y="1202749"/>
                  </a:lnTo>
                  <a:lnTo>
                    <a:pt x="6204493" y="1118393"/>
                  </a:lnTo>
                  <a:lnTo>
                    <a:pt x="6240013" y="1036547"/>
                  </a:lnTo>
                  <a:lnTo>
                    <a:pt x="6275214" y="957629"/>
                  </a:lnTo>
                  <a:lnTo>
                    <a:pt x="6310096" y="881984"/>
                  </a:lnTo>
                  <a:lnTo>
                    <a:pt x="6344684" y="809880"/>
                  </a:lnTo>
                  <a:lnTo>
                    <a:pt x="6379033" y="741509"/>
                  </a:lnTo>
                  <a:lnTo>
                    <a:pt x="6413228" y="676989"/>
                  </a:lnTo>
                  <a:lnTo>
                    <a:pt x="6447390" y="616365"/>
                  </a:lnTo>
                  <a:lnTo>
                    <a:pt x="6481677" y="559617"/>
                  </a:lnTo>
                  <a:lnTo>
                    <a:pt x="6515891" y="507249"/>
                  </a:lnTo>
                  <a:lnTo>
                    <a:pt x="6562312" y="443203"/>
                  </a:lnTo>
                  <a:lnTo>
                    <a:pt x="6610309" y="385597"/>
                  </a:lnTo>
                  <a:lnTo>
                    <a:pt x="6660631" y="334097"/>
                  </a:lnTo>
                  <a:lnTo>
                    <a:pt x="6714115" y="288145"/>
                  </a:lnTo>
                  <a:lnTo>
                    <a:pt x="6771614" y="247111"/>
                  </a:lnTo>
                  <a:lnTo>
                    <a:pt x="6833923" y="210389"/>
                  </a:lnTo>
                  <a:lnTo>
                    <a:pt x="6901690" y="177444"/>
                  </a:lnTo>
                  <a:lnTo>
                    <a:pt x="6975291" y="147846"/>
                  </a:lnTo>
                  <a:lnTo>
                    <a:pt x="7054669" y="121279"/>
                  </a:lnTo>
                  <a:lnTo>
                    <a:pt x="7139141" y="97549"/>
                  </a:lnTo>
                  <a:lnTo>
                    <a:pt x="7227210" y="76573"/>
                  </a:lnTo>
                  <a:lnTo>
                    <a:pt x="7316438" y="58363"/>
                  </a:lnTo>
                  <a:lnTo>
                    <a:pt x="7403471" y="42980"/>
                  </a:lnTo>
                  <a:lnTo>
                    <a:pt x="7484321" y="30481"/>
                  </a:lnTo>
                  <a:lnTo>
                    <a:pt x="7554928" y="20848"/>
                  </a:lnTo>
                  <a:lnTo>
                    <a:pt x="7611930" y="13934"/>
                  </a:lnTo>
                  <a:lnTo>
                    <a:pt x="7653428" y="9430"/>
                  </a:lnTo>
                  <a:lnTo>
                    <a:pt x="7679507" y="6886"/>
                  </a:lnTo>
                  <a:lnTo>
                    <a:pt x="7692360" y="5754"/>
                  </a:lnTo>
                  <a:lnTo>
                    <a:pt x="7696077" y="545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4" y="88"/>
                  </a:lnTo>
                  <a:lnTo>
                    <a:pt x="7687540" y="720"/>
                  </a:lnTo>
                  <a:lnTo>
                    <a:pt x="7668651" y="2468"/>
                  </a:lnTo>
                  <a:lnTo>
                    <a:pt x="7635212" y="5902"/>
                  </a:lnTo>
                  <a:lnTo>
                    <a:pt x="7586048" y="11531"/>
                  </a:lnTo>
                  <a:lnTo>
                    <a:pt x="7522081" y="19740"/>
                  </a:lnTo>
                  <a:lnTo>
                    <a:pt x="7446007" y="30758"/>
                  </a:lnTo>
                  <a:lnTo>
                    <a:pt x="7361629" y="44665"/>
                  </a:lnTo>
                  <a:lnTo>
                    <a:pt x="7273059" y="61433"/>
                  </a:lnTo>
                  <a:lnTo>
                    <a:pt x="7184029" y="80995"/>
                  </a:lnTo>
                  <a:lnTo>
                    <a:pt x="7097465" y="103307"/>
                  </a:lnTo>
                  <a:lnTo>
                    <a:pt x="7015341" y="128401"/>
                  </a:lnTo>
                  <a:lnTo>
                    <a:pt x="6938733" y="156411"/>
                  </a:lnTo>
                  <a:lnTo>
                    <a:pt x="6867995" y="187592"/>
                  </a:lnTo>
                  <a:lnTo>
                    <a:pt x="6802951" y="222314"/>
                  </a:lnTo>
                  <a:lnTo>
                    <a:pt x="6743076" y="261063"/>
                  </a:lnTo>
                  <a:lnTo>
                    <a:pt x="6687636" y="304411"/>
                  </a:lnTo>
                  <a:lnTo>
                    <a:pt x="6635798" y="352986"/>
                  </a:lnTo>
                  <a:lnTo>
                    <a:pt x="6586708" y="407398"/>
                  </a:lnTo>
                  <a:lnTo>
                    <a:pt x="6539563" y="468119"/>
                  </a:lnTo>
                  <a:lnTo>
                    <a:pt x="6515891" y="501804"/>
                  </a:lnTo>
                  <a:lnTo>
                    <a:pt x="6481285" y="554796"/>
                  </a:lnTo>
                  <a:lnTo>
                    <a:pt x="6447001" y="611588"/>
                  </a:lnTo>
                  <a:lnTo>
                    <a:pt x="6412840" y="672256"/>
                  </a:lnTo>
                  <a:lnTo>
                    <a:pt x="6378643" y="736821"/>
                  </a:lnTo>
                  <a:lnTo>
                    <a:pt x="6344292" y="805234"/>
                  </a:lnTo>
                  <a:lnTo>
                    <a:pt x="6309701" y="877380"/>
                  </a:lnTo>
                  <a:lnTo>
                    <a:pt x="6274816" y="953064"/>
                  </a:lnTo>
                  <a:lnTo>
                    <a:pt x="6239611" y="1032017"/>
                  </a:lnTo>
                  <a:lnTo>
                    <a:pt x="6204087" y="1113894"/>
                  </a:lnTo>
                  <a:lnTo>
                    <a:pt x="6168268" y="1198276"/>
                  </a:lnTo>
                  <a:lnTo>
                    <a:pt x="6132196" y="1284681"/>
                  </a:lnTo>
                  <a:lnTo>
                    <a:pt x="6095933" y="1372572"/>
                  </a:lnTo>
                  <a:lnTo>
                    <a:pt x="6059551" y="1461369"/>
                  </a:lnTo>
                  <a:lnTo>
                    <a:pt x="6023128" y="1550470"/>
                  </a:lnTo>
                  <a:lnTo>
                    <a:pt x="5986746" y="1639260"/>
                  </a:lnTo>
                  <a:lnTo>
                    <a:pt x="5950485" y="1727137"/>
                  </a:lnTo>
                  <a:lnTo>
                    <a:pt x="5914416" y="1813522"/>
                  </a:lnTo>
                  <a:lnTo>
                    <a:pt x="5878600" y="1897878"/>
                  </a:lnTo>
                  <a:lnTo>
                    <a:pt x="5843079" y="1979724"/>
                  </a:lnTo>
                  <a:lnTo>
                    <a:pt x="5807878" y="2058642"/>
                  </a:lnTo>
                  <a:lnTo>
                    <a:pt x="5772996" y="2134287"/>
                  </a:lnTo>
                  <a:lnTo>
                    <a:pt x="5738409" y="2206391"/>
                  </a:lnTo>
                  <a:lnTo>
                    <a:pt x="5704060" y="2274761"/>
                  </a:lnTo>
                  <a:lnTo>
                    <a:pt x="5669864" y="2339282"/>
                  </a:lnTo>
                  <a:lnTo>
                    <a:pt x="5635702" y="2399906"/>
                  </a:lnTo>
                  <a:lnTo>
                    <a:pt x="5601416" y="2456654"/>
                  </a:lnTo>
                  <a:lnTo>
                    <a:pt x="5567201" y="2509022"/>
                  </a:lnTo>
                  <a:lnTo>
                    <a:pt x="5520780" y="2573068"/>
                  </a:lnTo>
                  <a:lnTo>
                    <a:pt x="5472783" y="2630674"/>
                  </a:lnTo>
                  <a:lnTo>
                    <a:pt x="5422461" y="2682174"/>
                  </a:lnTo>
                  <a:lnTo>
                    <a:pt x="5368977" y="2728126"/>
                  </a:lnTo>
                  <a:lnTo>
                    <a:pt x="5311479" y="2769160"/>
                  </a:lnTo>
                  <a:lnTo>
                    <a:pt x="5249170" y="2805882"/>
                  </a:lnTo>
                  <a:lnTo>
                    <a:pt x="5181402" y="2838827"/>
                  </a:lnTo>
                  <a:lnTo>
                    <a:pt x="5107801" y="2868425"/>
                  </a:lnTo>
                  <a:lnTo>
                    <a:pt x="5028424" y="2894992"/>
                  </a:lnTo>
                  <a:lnTo>
                    <a:pt x="4943952" y="2918722"/>
                  </a:lnTo>
                  <a:lnTo>
                    <a:pt x="4855882" y="2939697"/>
                  </a:lnTo>
                  <a:lnTo>
                    <a:pt x="4766654" y="2957908"/>
                  </a:lnTo>
                  <a:lnTo>
                    <a:pt x="4679621" y="2973290"/>
                  </a:lnTo>
                  <a:lnTo>
                    <a:pt x="4598772" y="2985790"/>
                  </a:lnTo>
                  <a:lnTo>
                    <a:pt x="4528165" y="2995423"/>
                  </a:lnTo>
                  <a:lnTo>
                    <a:pt x="4471163" y="3002337"/>
                  </a:lnTo>
                  <a:lnTo>
                    <a:pt x="4429664" y="3006841"/>
                  </a:lnTo>
                  <a:lnTo>
                    <a:pt x="4403585" y="3009385"/>
                  </a:lnTo>
                  <a:lnTo>
                    <a:pt x="4390733" y="3010517"/>
                  </a:lnTo>
                  <a:lnTo>
                    <a:pt x="4387016" y="3010815"/>
                  </a:lnTo>
                  <a:lnTo>
                    <a:pt x="4386855" y="3010827"/>
                  </a:lnTo>
                  <a:lnTo>
                    <a:pt x="3848118" y="3010827"/>
                  </a:lnTo>
                  <a:lnTo>
                    <a:pt x="3846892" y="3010762"/>
                  </a:lnTo>
                  <a:lnTo>
                    <a:pt x="3838880" y="3010298"/>
                  </a:lnTo>
                  <a:lnTo>
                    <a:pt x="3818863" y="3009014"/>
                  </a:lnTo>
                  <a:lnTo>
                    <a:pt x="3783539" y="3006495"/>
                  </a:lnTo>
                  <a:lnTo>
                    <a:pt x="3731822" y="3002371"/>
                  </a:lnTo>
                  <a:lnTo>
                    <a:pt x="3664895" y="2996371"/>
                  </a:lnTo>
                  <a:lnTo>
                    <a:pt x="3585803" y="2988340"/>
                  </a:lnTo>
                  <a:lnTo>
                    <a:pt x="3498688" y="2978234"/>
                  </a:lnTo>
                  <a:lnTo>
                    <a:pt x="3407903" y="2966079"/>
                  </a:lnTo>
                  <a:lnTo>
                    <a:pt x="3317290" y="2951926"/>
                  </a:lnTo>
                  <a:lnTo>
                    <a:pt x="3229765" y="2935797"/>
                  </a:lnTo>
                  <a:lnTo>
                    <a:pt x="3147204" y="2917654"/>
                  </a:lnTo>
                  <a:lnTo>
                    <a:pt x="3070552" y="2897377"/>
                  </a:lnTo>
                  <a:lnTo>
                    <a:pt x="3000015" y="2874757"/>
                  </a:lnTo>
                  <a:lnTo>
                    <a:pt x="2935283" y="2849496"/>
                  </a:lnTo>
                  <a:lnTo>
                    <a:pt x="2875714" y="2821218"/>
                  </a:lnTo>
                  <a:lnTo>
                    <a:pt x="2820483" y="2789485"/>
                  </a:lnTo>
                  <a:lnTo>
                    <a:pt x="2768687" y="2753834"/>
                  </a:lnTo>
                  <a:lnTo>
                    <a:pt x="2719427" y="2713843"/>
                  </a:lnTo>
                  <a:lnTo>
                    <a:pt x="2671890" y="2669240"/>
                  </a:lnTo>
                  <a:lnTo>
                    <a:pt x="2667772" y="2665099"/>
                  </a:lnTo>
                  <a:lnTo>
                    <a:pt x="2627989" y="2622866"/>
                  </a:lnTo>
                  <a:lnTo>
                    <a:pt x="2588589" y="2577156"/>
                  </a:lnTo>
                  <a:lnTo>
                    <a:pt x="2549285" y="2527899"/>
                  </a:lnTo>
                  <a:lnTo>
                    <a:pt x="2509859" y="2475103"/>
                  </a:lnTo>
                  <a:lnTo>
                    <a:pt x="2470155" y="2418854"/>
                  </a:lnTo>
                  <a:lnTo>
                    <a:pt x="2430078" y="2359329"/>
                  </a:lnTo>
                  <a:lnTo>
                    <a:pt x="2389580" y="2296798"/>
                  </a:lnTo>
                  <a:lnTo>
                    <a:pt x="2348661" y="2231621"/>
                  </a:lnTo>
                  <a:lnTo>
                    <a:pt x="2307361" y="2164246"/>
                  </a:lnTo>
                  <a:lnTo>
                    <a:pt x="2265755" y="2095196"/>
                  </a:lnTo>
                  <a:lnTo>
                    <a:pt x="2223942" y="2025055"/>
                  </a:lnTo>
                  <a:lnTo>
                    <a:pt x="2182039" y="1954447"/>
                  </a:lnTo>
                  <a:lnTo>
                    <a:pt x="2140170" y="1884014"/>
                  </a:lnTo>
                  <a:lnTo>
                    <a:pt x="2098456" y="1814391"/>
                  </a:lnTo>
                  <a:lnTo>
                    <a:pt x="2057005" y="1746182"/>
                  </a:lnTo>
                  <a:lnTo>
                    <a:pt x="2015905" y="1679941"/>
                  </a:lnTo>
                  <a:lnTo>
                    <a:pt x="1975213" y="1616152"/>
                  </a:lnTo>
                  <a:lnTo>
                    <a:pt x="1934946" y="1555215"/>
                  </a:lnTo>
                  <a:lnTo>
                    <a:pt x="1895081" y="1497444"/>
                  </a:lnTo>
                  <a:lnTo>
                    <a:pt x="1855544" y="1443055"/>
                  </a:lnTo>
                  <a:lnTo>
                    <a:pt x="1816206" y="1392177"/>
                  </a:lnTo>
                  <a:lnTo>
                    <a:pt x="1776882" y="1344852"/>
                  </a:lnTo>
                  <a:lnTo>
                    <a:pt x="1737315" y="1301044"/>
                  </a:lnTo>
                  <a:lnTo>
                    <a:pt x="1719082" y="1282187"/>
                  </a:lnTo>
                  <a:lnTo>
                    <a:pt x="1671664" y="1237176"/>
                  </a:lnTo>
                  <a:lnTo>
                    <a:pt x="1622586" y="1196787"/>
                  </a:lnTo>
                  <a:lnTo>
                    <a:pt x="1571047" y="1160770"/>
                  </a:lnTo>
                  <a:lnTo>
                    <a:pt x="1516155" y="1128711"/>
                  </a:lnTo>
                  <a:lnTo>
                    <a:pt x="1457002" y="1100148"/>
                  </a:lnTo>
                  <a:lnTo>
                    <a:pt x="1392753" y="1074638"/>
                  </a:lnTo>
                  <a:lnTo>
                    <a:pt x="1322745" y="1051800"/>
                  </a:lnTo>
                  <a:lnTo>
                    <a:pt x="1246630" y="1031327"/>
                  </a:lnTo>
                  <a:lnTo>
                    <a:pt x="1164563" y="1013002"/>
                  </a:lnTo>
                  <a:lnTo>
                    <a:pt x="1077414" y="996698"/>
                  </a:lnTo>
                  <a:lnTo>
                    <a:pt x="986970" y="982371"/>
                  </a:lnTo>
                  <a:lnTo>
                    <a:pt x="896058" y="970039"/>
                  </a:lnTo>
                  <a:lnTo>
                    <a:pt x="808449" y="959751"/>
                  </a:lnTo>
                  <a:lnTo>
                    <a:pt x="728477" y="951538"/>
                  </a:lnTo>
                  <a:lnTo>
                    <a:pt x="660337" y="945364"/>
                  </a:lnTo>
                  <a:lnTo>
                    <a:pt x="607205" y="941085"/>
                  </a:lnTo>
                  <a:lnTo>
                    <a:pt x="570450" y="938438"/>
                  </a:lnTo>
                  <a:lnTo>
                    <a:pt x="549190" y="937062"/>
                  </a:lnTo>
                  <a:lnTo>
                    <a:pt x="540307" y="936543"/>
                  </a:lnTo>
                  <a:lnTo>
                    <a:pt x="538736" y="936459"/>
                  </a:lnTo>
                  <a:lnTo>
                    <a:pt x="0" y="936459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41" name="pl441"/>
            <p:cNvSpPr/>
            <p:nvPr/>
          </p:nvSpPr>
          <p:spPr>
            <a:xfrm>
              <a:off x="546595" y="1561692"/>
              <a:ext cx="8234974" cy="3010827"/>
            </a:xfrm>
            <a:custGeom>
              <a:avLst/>
              <a:pathLst>
                <a:path w="8234974" h="3010827">
                  <a:moveTo>
                    <a:pt x="0" y="936459"/>
                  </a:moveTo>
                  <a:lnTo>
                    <a:pt x="538736" y="936459"/>
                  </a:lnTo>
                  <a:lnTo>
                    <a:pt x="539963" y="936524"/>
                  </a:lnTo>
                  <a:lnTo>
                    <a:pt x="547975" y="936989"/>
                  </a:lnTo>
                  <a:lnTo>
                    <a:pt x="567991" y="938272"/>
                  </a:lnTo>
                  <a:lnTo>
                    <a:pt x="603316" y="940792"/>
                  </a:lnTo>
                  <a:lnTo>
                    <a:pt x="655032" y="944915"/>
                  </a:lnTo>
                  <a:lnTo>
                    <a:pt x="721960" y="950915"/>
                  </a:lnTo>
                  <a:lnTo>
                    <a:pt x="801051" y="958946"/>
                  </a:lnTo>
                  <a:lnTo>
                    <a:pt x="888166" y="969052"/>
                  </a:lnTo>
                  <a:lnTo>
                    <a:pt x="978951" y="981207"/>
                  </a:lnTo>
                  <a:lnTo>
                    <a:pt x="1069564" y="995360"/>
                  </a:lnTo>
                  <a:lnTo>
                    <a:pt x="1157090" y="1011489"/>
                  </a:lnTo>
                  <a:lnTo>
                    <a:pt x="1239650" y="1029633"/>
                  </a:lnTo>
                  <a:lnTo>
                    <a:pt x="1316303" y="1049910"/>
                  </a:lnTo>
                  <a:lnTo>
                    <a:pt x="1386840" y="1072529"/>
                  </a:lnTo>
                  <a:lnTo>
                    <a:pt x="1451572" y="1097790"/>
                  </a:lnTo>
                  <a:lnTo>
                    <a:pt x="1511141" y="1126068"/>
                  </a:lnTo>
                  <a:lnTo>
                    <a:pt x="1566371" y="1157801"/>
                  </a:lnTo>
                  <a:lnTo>
                    <a:pt x="1618168" y="1193452"/>
                  </a:lnTo>
                  <a:lnTo>
                    <a:pt x="1667428" y="1233443"/>
                  </a:lnTo>
                  <a:lnTo>
                    <a:pt x="1714965" y="1278046"/>
                  </a:lnTo>
                  <a:lnTo>
                    <a:pt x="1719082" y="1282187"/>
                  </a:lnTo>
                  <a:lnTo>
                    <a:pt x="1758866" y="1324420"/>
                  </a:lnTo>
                  <a:lnTo>
                    <a:pt x="1798265" y="1370130"/>
                  </a:lnTo>
                  <a:lnTo>
                    <a:pt x="1837570" y="1419387"/>
                  </a:lnTo>
                  <a:lnTo>
                    <a:pt x="1876996" y="1472183"/>
                  </a:lnTo>
                  <a:lnTo>
                    <a:pt x="1916699" y="1528432"/>
                  </a:lnTo>
                  <a:lnTo>
                    <a:pt x="1956777" y="1587957"/>
                  </a:lnTo>
                  <a:lnTo>
                    <a:pt x="1997275" y="1650488"/>
                  </a:lnTo>
                  <a:lnTo>
                    <a:pt x="2038194" y="1715665"/>
                  </a:lnTo>
                  <a:lnTo>
                    <a:pt x="2079493" y="1783040"/>
                  </a:lnTo>
                  <a:lnTo>
                    <a:pt x="2121099" y="1852090"/>
                  </a:lnTo>
                  <a:lnTo>
                    <a:pt x="2162912" y="1922231"/>
                  </a:lnTo>
                  <a:lnTo>
                    <a:pt x="2204815" y="1992839"/>
                  </a:lnTo>
                  <a:lnTo>
                    <a:pt x="2246685" y="2063272"/>
                  </a:lnTo>
                  <a:lnTo>
                    <a:pt x="2288399" y="2132895"/>
                  </a:lnTo>
                  <a:lnTo>
                    <a:pt x="2329849" y="2201104"/>
                  </a:lnTo>
                  <a:lnTo>
                    <a:pt x="2370949" y="2267345"/>
                  </a:lnTo>
                  <a:lnTo>
                    <a:pt x="2411642" y="2331135"/>
                  </a:lnTo>
                  <a:lnTo>
                    <a:pt x="2451909" y="2392071"/>
                  </a:lnTo>
                  <a:lnTo>
                    <a:pt x="2491774" y="2449843"/>
                  </a:lnTo>
                  <a:lnTo>
                    <a:pt x="2531311" y="2504232"/>
                  </a:lnTo>
                  <a:lnTo>
                    <a:pt x="2570648" y="2555110"/>
                  </a:lnTo>
                  <a:lnTo>
                    <a:pt x="2609973" y="2602435"/>
                  </a:lnTo>
                  <a:lnTo>
                    <a:pt x="2649540" y="2646243"/>
                  </a:lnTo>
                  <a:lnTo>
                    <a:pt x="2667772" y="2665099"/>
                  </a:lnTo>
                  <a:lnTo>
                    <a:pt x="2715191" y="2710110"/>
                  </a:lnTo>
                  <a:lnTo>
                    <a:pt x="2764269" y="2750499"/>
                  </a:lnTo>
                  <a:lnTo>
                    <a:pt x="2815807" y="2786516"/>
                  </a:lnTo>
                  <a:lnTo>
                    <a:pt x="2870700" y="2818575"/>
                  </a:lnTo>
                  <a:lnTo>
                    <a:pt x="2929852" y="2847138"/>
                  </a:lnTo>
                  <a:lnTo>
                    <a:pt x="2994102" y="2872648"/>
                  </a:lnTo>
                  <a:lnTo>
                    <a:pt x="3064110" y="2895487"/>
                  </a:lnTo>
                  <a:lnTo>
                    <a:pt x="3140224" y="2915960"/>
                  </a:lnTo>
                  <a:lnTo>
                    <a:pt x="3222291" y="2934284"/>
                  </a:lnTo>
                  <a:lnTo>
                    <a:pt x="3309441" y="2950588"/>
                  </a:lnTo>
                  <a:lnTo>
                    <a:pt x="3399884" y="2964915"/>
                  </a:lnTo>
                  <a:lnTo>
                    <a:pt x="3490797" y="2977247"/>
                  </a:lnTo>
                  <a:lnTo>
                    <a:pt x="3578405" y="2987535"/>
                  </a:lnTo>
                  <a:lnTo>
                    <a:pt x="3658377" y="2995748"/>
                  </a:lnTo>
                  <a:lnTo>
                    <a:pt x="3726518" y="3001922"/>
                  </a:lnTo>
                  <a:lnTo>
                    <a:pt x="3779649" y="3006201"/>
                  </a:lnTo>
                  <a:lnTo>
                    <a:pt x="3816405" y="3008848"/>
                  </a:lnTo>
                  <a:lnTo>
                    <a:pt x="3837664" y="3010224"/>
                  </a:lnTo>
                  <a:lnTo>
                    <a:pt x="3846548" y="3010743"/>
                  </a:lnTo>
                  <a:lnTo>
                    <a:pt x="3848118" y="3010827"/>
                  </a:lnTo>
                  <a:lnTo>
                    <a:pt x="3848118" y="3010827"/>
                  </a:lnTo>
                  <a:lnTo>
                    <a:pt x="4386855" y="3010827"/>
                  </a:lnTo>
                  <a:lnTo>
                    <a:pt x="4388008" y="3010738"/>
                  </a:lnTo>
                  <a:lnTo>
                    <a:pt x="4395553" y="3010106"/>
                  </a:lnTo>
                  <a:lnTo>
                    <a:pt x="4414442" y="3008358"/>
                  </a:lnTo>
                  <a:lnTo>
                    <a:pt x="4447880" y="3004924"/>
                  </a:lnTo>
                  <a:lnTo>
                    <a:pt x="4497044" y="2999296"/>
                  </a:lnTo>
                  <a:lnTo>
                    <a:pt x="4561011" y="2991087"/>
                  </a:lnTo>
                  <a:lnTo>
                    <a:pt x="4637086" y="2980068"/>
                  </a:lnTo>
                  <a:lnTo>
                    <a:pt x="4721464" y="2966161"/>
                  </a:lnTo>
                  <a:lnTo>
                    <a:pt x="4810034" y="2949394"/>
                  </a:lnTo>
                  <a:lnTo>
                    <a:pt x="4899063" y="2929832"/>
                  </a:lnTo>
                  <a:lnTo>
                    <a:pt x="4985627" y="2907519"/>
                  </a:lnTo>
                  <a:lnTo>
                    <a:pt x="5067752" y="2882425"/>
                  </a:lnTo>
                  <a:lnTo>
                    <a:pt x="5144360" y="2854415"/>
                  </a:lnTo>
                  <a:lnTo>
                    <a:pt x="5215098" y="2823235"/>
                  </a:lnTo>
                  <a:lnTo>
                    <a:pt x="5280141" y="2788512"/>
                  </a:lnTo>
                  <a:lnTo>
                    <a:pt x="5340017" y="2749764"/>
                  </a:lnTo>
                  <a:lnTo>
                    <a:pt x="5395457" y="2706415"/>
                  </a:lnTo>
                  <a:lnTo>
                    <a:pt x="5447294" y="2657840"/>
                  </a:lnTo>
                  <a:lnTo>
                    <a:pt x="5496384" y="2603428"/>
                  </a:lnTo>
                  <a:lnTo>
                    <a:pt x="5543529" y="2542707"/>
                  </a:lnTo>
                  <a:lnTo>
                    <a:pt x="5567201" y="2509022"/>
                  </a:lnTo>
                  <a:lnTo>
                    <a:pt x="5601807" y="2456030"/>
                  </a:lnTo>
                  <a:lnTo>
                    <a:pt x="5636091" y="2399239"/>
                  </a:lnTo>
                  <a:lnTo>
                    <a:pt x="5670253" y="2338570"/>
                  </a:lnTo>
                  <a:lnTo>
                    <a:pt x="5704449" y="2274006"/>
                  </a:lnTo>
                  <a:lnTo>
                    <a:pt x="5738800" y="2205592"/>
                  </a:lnTo>
                  <a:lnTo>
                    <a:pt x="5773391" y="2133447"/>
                  </a:lnTo>
                  <a:lnTo>
                    <a:pt x="5808276" y="2057763"/>
                  </a:lnTo>
                  <a:lnTo>
                    <a:pt x="5843481" y="1978809"/>
                  </a:lnTo>
                  <a:lnTo>
                    <a:pt x="5879005" y="1896932"/>
                  </a:lnTo>
                  <a:lnTo>
                    <a:pt x="5914825" y="1812550"/>
                  </a:lnTo>
                  <a:lnTo>
                    <a:pt x="5950896" y="1726145"/>
                  </a:lnTo>
                  <a:lnTo>
                    <a:pt x="5987159" y="1638255"/>
                  </a:lnTo>
                  <a:lnTo>
                    <a:pt x="6023542" y="1549457"/>
                  </a:lnTo>
                  <a:lnTo>
                    <a:pt x="6059965" y="1460357"/>
                  </a:lnTo>
                  <a:lnTo>
                    <a:pt x="6096347" y="1371566"/>
                  </a:lnTo>
                  <a:lnTo>
                    <a:pt x="6132608" y="1283689"/>
                  </a:lnTo>
                  <a:lnTo>
                    <a:pt x="6168676" y="1197304"/>
                  </a:lnTo>
                  <a:lnTo>
                    <a:pt x="6204493" y="1112948"/>
                  </a:lnTo>
                  <a:lnTo>
                    <a:pt x="6240013" y="1031102"/>
                  </a:lnTo>
                  <a:lnTo>
                    <a:pt x="6275214" y="952184"/>
                  </a:lnTo>
                  <a:lnTo>
                    <a:pt x="6310096" y="876539"/>
                  </a:lnTo>
                  <a:lnTo>
                    <a:pt x="6344684" y="804435"/>
                  </a:lnTo>
                  <a:lnTo>
                    <a:pt x="6379033" y="736065"/>
                  </a:lnTo>
                  <a:lnTo>
                    <a:pt x="6413228" y="671545"/>
                  </a:lnTo>
                  <a:lnTo>
                    <a:pt x="6447390" y="610920"/>
                  </a:lnTo>
                  <a:lnTo>
                    <a:pt x="6481677" y="554172"/>
                  </a:lnTo>
                  <a:lnTo>
                    <a:pt x="6515891" y="501804"/>
                  </a:lnTo>
                  <a:lnTo>
                    <a:pt x="6562312" y="437759"/>
                  </a:lnTo>
                  <a:lnTo>
                    <a:pt x="6610309" y="380152"/>
                  </a:lnTo>
                  <a:lnTo>
                    <a:pt x="6660631" y="328652"/>
                  </a:lnTo>
                  <a:lnTo>
                    <a:pt x="6714115" y="282700"/>
                  </a:lnTo>
                  <a:lnTo>
                    <a:pt x="6771614" y="241667"/>
                  </a:lnTo>
                  <a:lnTo>
                    <a:pt x="6833923" y="204944"/>
                  </a:lnTo>
                  <a:lnTo>
                    <a:pt x="6901690" y="172000"/>
                  </a:lnTo>
                  <a:lnTo>
                    <a:pt x="6975291" y="142402"/>
                  </a:lnTo>
                  <a:lnTo>
                    <a:pt x="7054669" y="115835"/>
                  </a:lnTo>
                  <a:lnTo>
                    <a:pt x="7139141" y="92104"/>
                  </a:lnTo>
                  <a:lnTo>
                    <a:pt x="7227210" y="71129"/>
                  </a:lnTo>
                  <a:lnTo>
                    <a:pt x="7316438" y="52919"/>
                  </a:lnTo>
                  <a:lnTo>
                    <a:pt x="7403471" y="37536"/>
                  </a:lnTo>
                  <a:lnTo>
                    <a:pt x="7484321" y="25037"/>
                  </a:lnTo>
                  <a:lnTo>
                    <a:pt x="7554928" y="15404"/>
                  </a:lnTo>
                  <a:lnTo>
                    <a:pt x="7611930" y="8489"/>
                  </a:lnTo>
                  <a:lnTo>
                    <a:pt x="7653428" y="3986"/>
                  </a:lnTo>
                  <a:lnTo>
                    <a:pt x="7679507" y="1441"/>
                  </a:lnTo>
                  <a:lnTo>
                    <a:pt x="7692360" y="309"/>
                  </a:lnTo>
                  <a:lnTo>
                    <a:pt x="7696077" y="1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2" name="pl442"/>
            <p:cNvSpPr/>
            <p:nvPr/>
          </p:nvSpPr>
          <p:spPr>
            <a:xfrm>
              <a:off x="546595" y="1556248"/>
              <a:ext cx="8234974" cy="3010827"/>
            </a:xfrm>
            <a:custGeom>
              <a:avLst/>
              <a:pathLst>
                <a:path w="8234974" h="3010827">
                  <a:moveTo>
                    <a:pt x="8234974" y="0"/>
                  </a:moveTo>
                  <a:lnTo>
                    <a:pt x="7696237" y="0"/>
                  </a:lnTo>
                  <a:lnTo>
                    <a:pt x="7695084" y="88"/>
                  </a:lnTo>
                  <a:lnTo>
                    <a:pt x="7687540" y="720"/>
                  </a:lnTo>
                  <a:lnTo>
                    <a:pt x="7668651" y="2468"/>
                  </a:lnTo>
                  <a:lnTo>
                    <a:pt x="7635212" y="5902"/>
                  </a:lnTo>
                  <a:lnTo>
                    <a:pt x="7586048" y="11531"/>
                  </a:lnTo>
                  <a:lnTo>
                    <a:pt x="7522081" y="19740"/>
                  </a:lnTo>
                  <a:lnTo>
                    <a:pt x="7446007" y="30758"/>
                  </a:lnTo>
                  <a:lnTo>
                    <a:pt x="7361629" y="44665"/>
                  </a:lnTo>
                  <a:lnTo>
                    <a:pt x="7273059" y="61433"/>
                  </a:lnTo>
                  <a:lnTo>
                    <a:pt x="7184029" y="80995"/>
                  </a:lnTo>
                  <a:lnTo>
                    <a:pt x="7097465" y="103307"/>
                  </a:lnTo>
                  <a:lnTo>
                    <a:pt x="7015341" y="128401"/>
                  </a:lnTo>
                  <a:lnTo>
                    <a:pt x="6938733" y="156411"/>
                  </a:lnTo>
                  <a:lnTo>
                    <a:pt x="6867995" y="187592"/>
                  </a:lnTo>
                  <a:lnTo>
                    <a:pt x="6802951" y="222314"/>
                  </a:lnTo>
                  <a:lnTo>
                    <a:pt x="6743076" y="261063"/>
                  </a:lnTo>
                  <a:lnTo>
                    <a:pt x="6687636" y="304411"/>
                  </a:lnTo>
                  <a:lnTo>
                    <a:pt x="6635798" y="352986"/>
                  </a:lnTo>
                  <a:lnTo>
                    <a:pt x="6586708" y="407398"/>
                  </a:lnTo>
                  <a:lnTo>
                    <a:pt x="6539563" y="468119"/>
                  </a:lnTo>
                  <a:lnTo>
                    <a:pt x="6515891" y="501804"/>
                  </a:lnTo>
                  <a:lnTo>
                    <a:pt x="6481285" y="554796"/>
                  </a:lnTo>
                  <a:lnTo>
                    <a:pt x="6447001" y="611588"/>
                  </a:lnTo>
                  <a:lnTo>
                    <a:pt x="6412840" y="672256"/>
                  </a:lnTo>
                  <a:lnTo>
                    <a:pt x="6378643" y="736821"/>
                  </a:lnTo>
                  <a:lnTo>
                    <a:pt x="6344292" y="805234"/>
                  </a:lnTo>
                  <a:lnTo>
                    <a:pt x="6309701" y="877380"/>
                  </a:lnTo>
                  <a:lnTo>
                    <a:pt x="6274816" y="953064"/>
                  </a:lnTo>
                  <a:lnTo>
                    <a:pt x="6239611" y="1032017"/>
                  </a:lnTo>
                  <a:lnTo>
                    <a:pt x="6204087" y="1113894"/>
                  </a:lnTo>
                  <a:lnTo>
                    <a:pt x="6168268" y="1198276"/>
                  </a:lnTo>
                  <a:lnTo>
                    <a:pt x="6132196" y="1284681"/>
                  </a:lnTo>
                  <a:lnTo>
                    <a:pt x="6095933" y="1372572"/>
                  </a:lnTo>
                  <a:lnTo>
                    <a:pt x="6059551" y="1461369"/>
                  </a:lnTo>
                  <a:lnTo>
                    <a:pt x="6023128" y="1550470"/>
                  </a:lnTo>
                  <a:lnTo>
                    <a:pt x="5986746" y="1639260"/>
                  </a:lnTo>
                  <a:lnTo>
                    <a:pt x="5950485" y="1727137"/>
                  </a:lnTo>
                  <a:lnTo>
                    <a:pt x="5914416" y="1813522"/>
                  </a:lnTo>
                  <a:lnTo>
                    <a:pt x="5878600" y="1897878"/>
                  </a:lnTo>
                  <a:lnTo>
                    <a:pt x="5843079" y="1979724"/>
                  </a:lnTo>
                  <a:lnTo>
                    <a:pt x="5807878" y="2058642"/>
                  </a:lnTo>
                  <a:lnTo>
                    <a:pt x="5772996" y="2134287"/>
                  </a:lnTo>
                  <a:lnTo>
                    <a:pt x="5738409" y="2206391"/>
                  </a:lnTo>
                  <a:lnTo>
                    <a:pt x="5704060" y="2274761"/>
                  </a:lnTo>
                  <a:lnTo>
                    <a:pt x="5669864" y="2339282"/>
                  </a:lnTo>
                  <a:lnTo>
                    <a:pt x="5635702" y="2399906"/>
                  </a:lnTo>
                  <a:lnTo>
                    <a:pt x="5601416" y="2456654"/>
                  </a:lnTo>
                  <a:lnTo>
                    <a:pt x="5567201" y="2509022"/>
                  </a:lnTo>
                  <a:lnTo>
                    <a:pt x="5520780" y="2573068"/>
                  </a:lnTo>
                  <a:lnTo>
                    <a:pt x="5472783" y="2630674"/>
                  </a:lnTo>
                  <a:lnTo>
                    <a:pt x="5422461" y="2682174"/>
                  </a:lnTo>
                  <a:lnTo>
                    <a:pt x="5368977" y="2728126"/>
                  </a:lnTo>
                  <a:lnTo>
                    <a:pt x="5311479" y="2769160"/>
                  </a:lnTo>
                  <a:lnTo>
                    <a:pt x="5249170" y="2805882"/>
                  </a:lnTo>
                  <a:lnTo>
                    <a:pt x="5181402" y="2838827"/>
                  </a:lnTo>
                  <a:lnTo>
                    <a:pt x="5107801" y="2868425"/>
                  </a:lnTo>
                  <a:lnTo>
                    <a:pt x="5028424" y="2894992"/>
                  </a:lnTo>
                  <a:lnTo>
                    <a:pt x="4943952" y="2918722"/>
                  </a:lnTo>
                  <a:lnTo>
                    <a:pt x="4855882" y="2939697"/>
                  </a:lnTo>
                  <a:lnTo>
                    <a:pt x="4766654" y="2957908"/>
                  </a:lnTo>
                  <a:lnTo>
                    <a:pt x="4679621" y="2973290"/>
                  </a:lnTo>
                  <a:lnTo>
                    <a:pt x="4598772" y="2985790"/>
                  </a:lnTo>
                  <a:lnTo>
                    <a:pt x="4528165" y="2995423"/>
                  </a:lnTo>
                  <a:lnTo>
                    <a:pt x="4471163" y="3002337"/>
                  </a:lnTo>
                  <a:lnTo>
                    <a:pt x="4429664" y="3006841"/>
                  </a:lnTo>
                  <a:lnTo>
                    <a:pt x="4403585" y="3009385"/>
                  </a:lnTo>
                  <a:lnTo>
                    <a:pt x="4390733" y="3010517"/>
                  </a:lnTo>
                  <a:lnTo>
                    <a:pt x="4387016" y="3010815"/>
                  </a:lnTo>
                  <a:lnTo>
                    <a:pt x="4386855" y="3010827"/>
                  </a:lnTo>
                  <a:lnTo>
                    <a:pt x="3848118" y="3010827"/>
                  </a:lnTo>
                  <a:lnTo>
                    <a:pt x="3846892" y="3010762"/>
                  </a:lnTo>
                  <a:lnTo>
                    <a:pt x="3838880" y="3010298"/>
                  </a:lnTo>
                  <a:lnTo>
                    <a:pt x="3818863" y="3009014"/>
                  </a:lnTo>
                  <a:lnTo>
                    <a:pt x="3783539" y="3006495"/>
                  </a:lnTo>
                  <a:lnTo>
                    <a:pt x="3731822" y="3002371"/>
                  </a:lnTo>
                  <a:lnTo>
                    <a:pt x="3664895" y="2996371"/>
                  </a:lnTo>
                  <a:lnTo>
                    <a:pt x="3585803" y="2988340"/>
                  </a:lnTo>
                  <a:lnTo>
                    <a:pt x="3498688" y="2978234"/>
                  </a:lnTo>
                  <a:lnTo>
                    <a:pt x="3407903" y="2966079"/>
                  </a:lnTo>
                  <a:lnTo>
                    <a:pt x="3317290" y="2951926"/>
                  </a:lnTo>
                  <a:lnTo>
                    <a:pt x="3229765" y="2935797"/>
                  </a:lnTo>
                  <a:lnTo>
                    <a:pt x="3147204" y="2917654"/>
                  </a:lnTo>
                  <a:lnTo>
                    <a:pt x="3070552" y="2897377"/>
                  </a:lnTo>
                  <a:lnTo>
                    <a:pt x="3000015" y="2874757"/>
                  </a:lnTo>
                  <a:lnTo>
                    <a:pt x="2935283" y="2849496"/>
                  </a:lnTo>
                  <a:lnTo>
                    <a:pt x="2875714" y="2821218"/>
                  </a:lnTo>
                  <a:lnTo>
                    <a:pt x="2820483" y="2789485"/>
                  </a:lnTo>
                  <a:lnTo>
                    <a:pt x="2768687" y="2753834"/>
                  </a:lnTo>
                  <a:lnTo>
                    <a:pt x="2719427" y="2713843"/>
                  </a:lnTo>
                  <a:lnTo>
                    <a:pt x="2671890" y="2669240"/>
                  </a:lnTo>
                  <a:lnTo>
                    <a:pt x="2667772" y="2665099"/>
                  </a:lnTo>
                  <a:lnTo>
                    <a:pt x="2627989" y="2622866"/>
                  </a:lnTo>
                  <a:lnTo>
                    <a:pt x="2588589" y="2577156"/>
                  </a:lnTo>
                  <a:lnTo>
                    <a:pt x="2549285" y="2527899"/>
                  </a:lnTo>
                  <a:lnTo>
                    <a:pt x="2509859" y="2475103"/>
                  </a:lnTo>
                  <a:lnTo>
                    <a:pt x="2470155" y="2418854"/>
                  </a:lnTo>
                  <a:lnTo>
                    <a:pt x="2430078" y="2359329"/>
                  </a:lnTo>
                  <a:lnTo>
                    <a:pt x="2389580" y="2296798"/>
                  </a:lnTo>
                  <a:lnTo>
                    <a:pt x="2348661" y="2231621"/>
                  </a:lnTo>
                  <a:lnTo>
                    <a:pt x="2307361" y="2164246"/>
                  </a:lnTo>
                  <a:lnTo>
                    <a:pt x="2265755" y="2095196"/>
                  </a:lnTo>
                  <a:lnTo>
                    <a:pt x="2223942" y="2025055"/>
                  </a:lnTo>
                  <a:lnTo>
                    <a:pt x="2182039" y="1954447"/>
                  </a:lnTo>
                  <a:lnTo>
                    <a:pt x="2140170" y="1884014"/>
                  </a:lnTo>
                  <a:lnTo>
                    <a:pt x="2098456" y="1814391"/>
                  </a:lnTo>
                  <a:lnTo>
                    <a:pt x="2057005" y="1746182"/>
                  </a:lnTo>
                  <a:lnTo>
                    <a:pt x="2015905" y="1679941"/>
                  </a:lnTo>
                  <a:lnTo>
                    <a:pt x="1975213" y="1616152"/>
                  </a:lnTo>
                  <a:lnTo>
                    <a:pt x="1934946" y="1555215"/>
                  </a:lnTo>
                  <a:lnTo>
                    <a:pt x="1895081" y="1497444"/>
                  </a:lnTo>
                  <a:lnTo>
                    <a:pt x="1855544" y="1443055"/>
                  </a:lnTo>
                  <a:lnTo>
                    <a:pt x="1816206" y="1392177"/>
                  </a:lnTo>
                  <a:lnTo>
                    <a:pt x="1776882" y="1344852"/>
                  </a:lnTo>
                  <a:lnTo>
                    <a:pt x="1737315" y="1301044"/>
                  </a:lnTo>
                  <a:lnTo>
                    <a:pt x="1719082" y="1282187"/>
                  </a:lnTo>
                  <a:lnTo>
                    <a:pt x="1671664" y="1237176"/>
                  </a:lnTo>
                  <a:lnTo>
                    <a:pt x="1622586" y="1196787"/>
                  </a:lnTo>
                  <a:lnTo>
                    <a:pt x="1571047" y="1160770"/>
                  </a:lnTo>
                  <a:lnTo>
                    <a:pt x="1516155" y="1128711"/>
                  </a:lnTo>
                  <a:lnTo>
                    <a:pt x="1457002" y="1100148"/>
                  </a:lnTo>
                  <a:lnTo>
                    <a:pt x="1392753" y="1074638"/>
                  </a:lnTo>
                  <a:lnTo>
                    <a:pt x="1322745" y="1051800"/>
                  </a:lnTo>
                  <a:lnTo>
                    <a:pt x="1246630" y="1031327"/>
                  </a:lnTo>
                  <a:lnTo>
                    <a:pt x="1164563" y="1013002"/>
                  </a:lnTo>
                  <a:lnTo>
                    <a:pt x="1077414" y="996698"/>
                  </a:lnTo>
                  <a:lnTo>
                    <a:pt x="986970" y="982371"/>
                  </a:lnTo>
                  <a:lnTo>
                    <a:pt x="896058" y="970039"/>
                  </a:lnTo>
                  <a:lnTo>
                    <a:pt x="808449" y="959751"/>
                  </a:lnTo>
                  <a:lnTo>
                    <a:pt x="728477" y="951538"/>
                  </a:lnTo>
                  <a:lnTo>
                    <a:pt x="660337" y="945364"/>
                  </a:lnTo>
                  <a:lnTo>
                    <a:pt x="607205" y="941085"/>
                  </a:lnTo>
                  <a:lnTo>
                    <a:pt x="570450" y="938438"/>
                  </a:lnTo>
                  <a:lnTo>
                    <a:pt x="549190" y="937062"/>
                  </a:lnTo>
                  <a:lnTo>
                    <a:pt x="540307" y="936543"/>
                  </a:lnTo>
                  <a:lnTo>
                    <a:pt x="538737" y="936459"/>
                  </a:lnTo>
                  <a:lnTo>
                    <a:pt x="538736" y="936459"/>
                  </a:lnTo>
                  <a:lnTo>
                    <a:pt x="0" y="936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3" name="pg443"/>
            <p:cNvSpPr/>
            <p:nvPr/>
          </p:nvSpPr>
          <p:spPr>
            <a:xfrm>
              <a:off x="546595" y="1719584"/>
              <a:ext cx="8234974" cy="2874714"/>
            </a:xfrm>
            <a:custGeom>
              <a:avLst/>
              <a:pathLst>
                <a:path w="8234974" h="2874714">
                  <a:moveTo>
                    <a:pt x="0" y="800346"/>
                  </a:moveTo>
                  <a:lnTo>
                    <a:pt x="538736" y="800346"/>
                  </a:lnTo>
                  <a:lnTo>
                    <a:pt x="539963" y="800411"/>
                  </a:lnTo>
                  <a:lnTo>
                    <a:pt x="547975" y="800875"/>
                  </a:lnTo>
                  <a:lnTo>
                    <a:pt x="567991" y="802159"/>
                  </a:lnTo>
                  <a:lnTo>
                    <a:pt x="603316" y="804678"/>
                  </a:lnTo>
                  <a:lnTo>
                    <a:pt x="655032" y="808802"/>
                  </a:lnTo>
                  <a:lnTo>
                    <a:pt x="721960" y="814802"/>
                  </a:lnTo>
                  <a:lnTo>
                    <a:pt x="801051" y="822833"/>
                  </a:lnTo>
                  <a:lnTo>
                    <a:pt x="888166" y="832939"/>
                  </a:lnTo>
                  <a:lnTo>
                    <a:pt x="978951" y="845093"/>
                  </a:lnTo>
                  <a:lnTo>
                    <a:pt x="1069564" y="859247"/>
                  </a:lnTo>
                  <a:lnTo>
                    <a:pt x="1157090" y="875376"/>
                  </a:lnTo>
                  <a:lnTo>
                    <a:pt x="1239650" y="893519"/>
                  </a:lnTo>
                  <a:lnTo>
                    <a:pt x="1316303" y="913796"/>
                  </a:lnTo>
                  <a:lnTo>
                    <a:pt x="1386840" y="936416"/>
                  </a:lnTo>
                  <a:lnTo>
                    <a:pt x="1451572" y="961677"/>
                  </a:lnTo>
                  <a:lnTo>
                    <a:pt x="1511141" y="989955"/>
                  </a:lnTo>
                  <a:lnTo>
                    <a:pt x="1566371" y="1021688"/>
                  </a:lnTo>
                  <a:lnTo>
                    <a:pt x="1618168" y="1057339"/>
                  </a:lnTo>
                  <a:lnTo>
                    <a:pt x="1667428" y="1097330"/>
                  </a:lnTo>
                  <a:lnTo>
                    <a:pt x="1714965" y="1141933"/>
                  </a:lnTo>
                  <a:lnTo>
                    <a:pt x="1719082" y="1146074"/>
                  </a:lnTo>
                  <a:lnTo>
                    <a:pt x="1758866" y="1188307"/>
                  </a:lnTo>
                  <a:lnTo>
                    <a:pt x="1798265" y="1234017"/>
                  </a:lnTo>
                  <a:lnTo>
                    <a:pt x="1837570" y="1283274"/>
                  </a:lnTo>
                  <a:lnTo>
                    <a:pt x="1876996" y="1336070"/>
                  </a:lnTo>
                  <a:lnTo>
                    <a:pt x="1916699" y="1392319"/>
                  </a:lnTo>
                  <a:lnTo>
                    <a:pt x="1956777" y="1451844"/>
                  </a:lnTo>
                  <a:lnTo>
                    <a:pt x="1997275" y="1514375"/>
                  </a:lnTo>
                  <a:lnTo>
                    <a:pt x="2038194" y="1579552"/>
                  </a:lnTo>
                  <a:lnTo>
                    <a:pt x="2079493" y="1646927"/>
                  </a:lnTo>
                  <a:lnTo>
                    <a:pt x="2121099" y="1715977"/>
                  </a:lnTo>
                  <a:lnTo>
                    <a:pt x="2162912" y="1786118"/>
                  </a:lnTo>
                  <a:lnTo>
                    <a:pt x="2204815" y="1856726"/>
                  </a:lnTo>
                  <a:lnTo>
                    <a:pt x="2246685" y="1927159"/>
                  </a:lnTo>
                  <a:lnTo>
                    <a:pt x="2288399" y="1996782"/>
                  </a:lnTo>
                  <a:lnTo>
                    <a:pt x="2329849" y="2064991"/>
                  </a:lnTo>
                  <a:lnTo>
                    <a:pt x="2370949" y="2131232"/>
                  </a:lnTo>
                  <a:lnTo>
                    <a:pt x="2411642" y="2195021"/>
                  </a:lnTo>
                  <a:lnTo>
                    <a:pt x="2451909" y="2255958"/>
                  </a:lnTo>
                  <a:lnTo>
                    <a:pt x="2491774" y="2313729"/>
                  </a:lnTo>
                  <a:lnTo>
                    <a:pt x="2531311" y="2368118"/>
                  </a:lnTo>
                  <a:lnTo>
                    <a:pt x="2570648" y="2418996"/>
                  </a:lnTo>
                  <a:lnTo>
                    <a:pt x="2609973" y="2466321"/>
                  </a:lnTo>
                  <a:lnTo>
                    <a:pt x="2649540" y="2510129"/>
                  </a:lnTo>
                  <a:lnTo>
                    <a:pt x="2667772" y="2528986"/>
                  </a:lnTo>
                  <a:lnTo>
                    <a:pt x="2715191" y="2573997"/>
                  </a:lnTo>
                  <a:lnTo>
                    <a:pt x="2764269" y="2614386"/>
                  </a:lnTo>
                  <a:lnTo>
                    <a:pt x="2815807" y="2650403"/>
                  </a:lnTo>
                  <a:lnTo>
                    <a:pt x="2870700" y="2682462"/>
                  </a:lnTo>
                  <a:lnTo>
                    <a:pt x="2929852" y="2711025"/>
                  </a:lnTo>
                  <a:lnTo>
                    <a:pt x="2994102" y="2736535"/>
                  </a:lnTo>
                  <a:lnTo>
                    <a:pt x="3064110" y="2759373"/>
                  </a:lnTo>
                  <a:lnTo>
                    <a:pt x="3140224" y="2779846"/>
                  </a:lnTo>
                  <a:lnTo>
                    <a:pt x="3222291" y="2798171"/>
                  </a:lnTo>
                  <a:lnTo>
                    <a:pt x="3309441" y="2814475"/>
                  </a:lnTo>
                  <a:lnTo>
                    <a:pt x="3399884" y="2828802"/>
                  </a:lnTo>
                  <a:lnTo>
                    <a:pt x="3490797" y="2841134"/>
                  </a:lnTo>
                  <a:lnTo>
                    <a:pt x="3578405" y="2851422"/>
                  </a:lnTo>
                  <a:lnTo>
                    <a:pt x="3658377" y="2859635"/>
                  </a:lnTo>
                  <a:lnTo>
                    <a:pt x="3726518" y="2865809"/>
                  </a:lnTo>
                  <a:lnTo>
                    <a:pt x="3779649" y="2870088"/>
                  </a:lnTo>
                  <a:lnTo>
                    <a:pt x="3816405" y="2872735"/>
                  </a:lnTo>
                  <a:lnTo>
                    <a:pt x="3837664" y="2874111"/>
                  </a:lnTo>
                  <a:lnTo>
                    <a:pt x="3846548" y="2874630"/>
                  </a:lnTo>
                  <a:lnTo>
                    <a:pt x="3848118" y="2874714"/>
                  </a:lnTo>
                  <a:lnTo>
                    <a:pt x="4386855" y="2874714"/>
                  </a:lnTo>
                  <a:lnTo>
                    <a:pt x="4388022" y="2874629"/>
                  </a:lnTo>
                  <a:lnTo>
                    <a:pt x="4395652" y="2874022"/>
                  </a:lnTo>
                  <a:lnTo>
                    <a:pt x="4414748" y="2872346"/>
                  </a:lnTo>
                  <a:lnTo>
                    <a:pt x="4448534" y="2869054"/>
                  </a:lnTo>
                  <a:lnTo>
                    <a:pt x="4498170" y="2863658"/>
                  </a:lnTo>
                  <a:lnTo>
                    <a:pt x="4562686" y="2855793"/>
                  </a:lnTo>
                  <a:lnTo>
                    <a:pt x="4639325" y="2845240"/>
                  </a:lnTo>
                  <a:lnTo>
                    <a:pt x="4724218" y="2831930"/>
                  </a:lnTo>
                  <a:lnTo>
                    <a:pt x="4813208" y="2815888"/>
                  </a:lnTo>
                  <a:lnTo>
                    <a:pt x="4902543" y="2797181"/>
                  </a:lnTo>
                  <a:lnTo>
                    <a:pt x="4989296" y="2775846"/>
                  </a:lnTo>
                  <a:lnTo>
                    <a:pt x="5071510" y="2751852"/>
                  </a:lnTo>
                  <a:lnTo>
                    <a:pt x="5148133" y="2725064"/>
                  </a:lnTo>
                  <a:lnTo>
                    <a:pt x="5218837" y="2695232"/>
                  </a:lnTo>
                  <a:lnTo>
                    <a:pt x="5283824" y="2661995"/>
                  </a:lnTo>
                  <a:lnTo>
                    <a:pt x="5343641" y="2624882"/>
                  </a:lnTo>
                  <a:lnTo>
                    <a:pt x="5399038" y="2583339"/>
                  </a:lnTo>
                  <a:lnTo>
                    <a:pt x="5450863" y="2536764"/>
                  </a:lnTo>
                  <a:lnTo>
                    <a:pt x="5499978" y="2484576"/>
                  </a:lnTo>
                  <a:lnTo>
                    <a:pt x="5547189" y="2426339"/>
                  </a:lnTo>
                  <a:lnTo>
                    <a:pt x="5567201" y="2399224"/>
                  </a:lnTo>
                  <a:lnTo>
                    <a:pt x="5602565" y="2347865"/>
                  </a:lnTo>
                  <a:lnTo>
                    <a:pt x="5637598" y="2292742"/>
                  </a:lnTo>
                  <a:lnTo>
                    <a:pt x="5672511" y="2233781"/>
                  </a:lnTo>
                  <a:lnTo>
                    <a:pt x="5707469" y="2170964"/>
                  </a:lnTo>
                  <a:lnTo>
                    <a:pt x="5742598" y="2104346"/>
                  </a:lnTo>
                  <a:lnTo>
                    <a:pt x="5777985" y="2034051"/>
                  </a:lnTo>
                  <a:lnTo>
                    <a:pt x="5813685" y="1960285"/>
                  </a:lnTo>
                  <a:lnTo>
                    <a:pt x="5849720" y="1883332"/>
                  </a:lnTo>
                  <a:lnTo>
                    <a:pt x="5886086" y="1803553"/>
                  </a:lnTo>
                  <a:lnTo>
                    <a:pt x="5922753" y="1721384"/>
                  </a:lnTo>
                  <a:lnTo>
                    <a:pt x="5959670" y="1637327"/>
                  </a:lnTo>
                  <a:lnTo>
                    <a:pt x="5996770" y="1551935"/>
                  </a:lnTo>
                  <a:lnTo>
                    <a:pt x="6033974" y="1465801"/>
                  </a:lnTo>
                  <a:lnTo>
                    <a:pt x="6071195" y="1379542"/>
                  </a:lnTo>
                  <a:lnTo>
                    <a:pt x="6108348" y="1293775"/>
                  </a:lnTo>
                  <a:lnTo>
                    <a:pt x="6145348" y="1209105"/>
                  </a:lnTo>
                  <a:lnTo>
                    <a:pt x="6182124" y="1126104"/>
                  </a:lnTo>
                  <a:lnTo>
                    <a:pt x="6218617" y="1045296"/>
                  </a:lnTo>
                  <a:lnTo>
                    <a:pt x="6254789" y="967145"/>
                  </a:lnTo>
                  <a:lnTo>
                    <a:pt x="6290624" y="892044"/>
                  </a:lnTo>
                  <a:lnTo>
                    <a:pt x="6326133" y="820308"/>
                  </a:lnTo>
                  <a:lnTo>
                    <a:pt x="6361359" y="752175"/>
                  </a:lnTo>
                  <a:lnTo>
                    <a:pt x="6396374" y="687801"/>
                  </a:lnTo>
                  <a:lnTo>
                    <a:pt x="6431288" y="627270"/>
                  </a:lnTo>
                  <a:lnTo>
                    <a:pt x="6466249" y="570591"/>
                  </a:lnTo>
                  <a:lnTo>
                    <a:pt x="6501449" y="517714"/>
                  </a:lnTo>
                  <a:lnTo>
                    <a:pt x="6515891" y="497267"/>
                  </a:lnTo>
                  <a:lnTo>
                    <a:pt x="6562498" y="436353"/>
                  </a:lnTo>
                  <a:lnTo>
                    <a:pt x="6610696" y="381587"/>
                  </a:lnTo>
                  <a:lnTo>
                    <a:pt x="6661244" y="332650"/>
                  </a:lnTo>
                  <a:lnTo>
                    <a:pt x="6714990" y="289005"/>
                  </a:lnTo>
                  <a:lnTo>
                    <a:pt x="6772794" y="250047"/>
                  </a:lnTo>
                  <a:lnTo>
                    <a:pt x="6835463" y="215196"/>
                  </a:lnTo>
                  <a:lnTo>
                    <a:pt x="6903645" y="183942"/>
                  </a:lnTo>
                  <a:lnTo>
                    <a:pt x="6977711" y="155874"/>
                  </a:lnTo>
                  <a:lnTo>
                    <a:pt x="7057588" y="130694"/>
                  </a:lnTo>
                  <a:lnTo>
                    <a:pt x="7142562" y="108219"/>
                  </a:lnTo>
                  <a:lnTo>
                    <a:pt x="7231082" y="88373"/>
                  </a:lnTo>
                  <a:lnTo>
                    <a:pt x="7320640" y="71170"/>
                  </a:lnTo>
                  <a:lnTo>
                    <a:pt x="7407806" y="56671"/>
                  </a:lnTo>
                  <a:lnTo>
                    <a:pt x="7488525" y="44927"/>
                  </a:lnTo>
                  <a:lnTo>
                    <a:pt x="7558709" y="35917"/>
                  </a:lnTo>
                  <a:lnTo>
                    <a:pt x="7615019" y="29489"/>
                  </a:lnTo>
                  <a:lnTo>
                    <a:pt x="7655647" y="25341"/>
                  </a:lnTo>
                  <a:lnTo>
                    <a:pt x="7680819" y="23030"/>
                  </a:lnTo>
                  <a:lnTo>
                    <a:pt x="7692893" y="22029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92" y="2852870"/>
                  </a:lnTo>
                  <a:lnTo>
                    <a:pt x="3838880" y="2852406"/>
                  </a:lnTo>
                  <a:lnTo>
                    <a:pt x="3818863" y="2851123"/>
                  </a:lnTo>
                  <a:lnTo>
                    <a:pt x="3783539" y="2848603"/>
                  </a:lnTo>
                  <a:lnTo>
                    <a:pt x="3731822" y="2844480"/>
                  </a:lnTo>
                  <a:lnTo>
                    <a:pt x="3664895" y="2838480"/>
                  </a:lnTo>
                  <a:lnTo>
                    <a:pt x="3585803" y="2830449"/>
                  </a:lnTo>
                  <a:lnTo>
                    <a:pt x="3498688" y="2820342"/>
                  </a:lnTo>
                  <a:lnTo>
                    <a:pt x="3407903" y="2808188"/>
                  </a:lnTo>
                  <a:lnTo>
                    <a:pt x="3317290" y="2794035"/>
                  </a:lnTo>
                  <a:lnTo>
                    <a:pt x="3229765" y="2777905"/>
                  </a:lnTo>
                  <a:lnTo>
                    <a:pt x="3147204" y="2759762"/>
                  </a:lnTo>
                  <a:lnTo>
                    <a:pt x="3070552" y="2739485"/>
                  </a:lnTo>
                  <a:lnTo>
                    <a:pt x="3000015" y="2716865"/>
                  </a:lnTo>
                  <a:lnTo>
                    <a:pt x="2935283" y="2691605"/>
                  </a:lnTo>
                  <a:lnTo>
                    <a:pt x="2875714" y="2663327"/>
                  </a:lnTo>
                  <a:lnTo>
                    <a:pt x="2820483" y="2631594"/>
                  </a:lnTo>
                  <a:lnTo>
                    <a:pt x="2768687" y="2595943"/>
                  </a:lnTo>
                  <a:lnTo>
                    <a:pt x="2719427" y="2555951"/>
                  </a:lnTo>
                  <a:lnTo>
                    <a:pt x="2671890" y="2511349"/>
                  </a:lnTo>
                  <a:lnTo>
                    <a:pt x="2667772" y="2507207"/>
                  </a:lnTo>
                  <a:lnTo>
                    <a:pt x="2627989" y="2464975"/>
                  </a:lnTo>
                  <a:lnTo>
                    <a:pt x="2588589" y="2419264"/>
                  </a:lnTo>
                  <a:lnTo>
                    <a:pt x="2549285" y="2370008"/>
                  </a:lnTo>
                  <a:lnTo>
                    <a:pt x="2509859" y="2317211"/>
                  </a:lnTo>
                  <a:lnTo>
                    <a:pt x="2470155" y="2260963"/>
                  </a:lnTo>
                  <a:lnTo>
                    <a:pt x="2430078" y="2201438"/>
                  </a:lnTo>
                  <a:lnTo>
                    <a:pt x="2389580" y="2138907"/>
                  </a:lnTo>
                  <a:lnTo>
                    <a:pt x="2348661" y="2073729"/>
                  </a:lnTo>
                  <a:lnTo>
                    <a:pt x="2307361" y="2006354"/>
                  </a:lnTo>
                  <a:lnTo>
                    <a:pt x="2265755" y="1937304"/>
                  </a:lnTo>
                  <a:lnTo>
                    <a:pt x="2223942" y="1867164"/>
                  </a:lnTo>
                  <a:lnTo>
                    <a:pt x="2182039" y="1796556"/>
                  </a:lnTo>
                  <a:lnTo>
                    <a:pt x="2140170" y="1726123"/>
                  </a:lnTo>
                  <a:lnTo>
                    <a:pt x="2098456" y="1656499"/>
                  </a:lnTo>
                  <a:lnTo>
                    <a:pt x="2057005" y="1588291"/>
                  </a:lnTo>
                  <a:lnTo>
                    <a:pt x="2015905" y="1522050"/>
                  </a:lnTo>
                  <a:lnTo>
                    <a:pt x="1975213" y="1458260"/>
                  </a:lnTo>
                  <a:lnTo>
                    <a:pt x="1934946" y="1397324"/>
                  </a:lnTo>
                  <a:lnTo>
                    <a:pt x="1895081" y="1339552"/>
                  </a:lnTo>
                  <a:lnTo>
                    <a:pt x="1855544" y="1285163"/>
                  </a:lnTo>
                  <a:lnTo>
                    <a:pt x="1816206" y="1234285"/>
                  </a:lnTo>
                  <a:lnTo>
                    <a:pt x="1776882" y="1186960"/>
                  </a:lnTo>
                  <a:lnTo>
                    <a:pt x="1737315" y="1143152"/>
                  </a:lnTo>
                  <a:lnTo>
                    <a:pt x="1719082" y="1124296"/>
                  </a:lnTo>
                  <a:lnTo>
                    <a:pt x="1671664" y="1079284"/>
                  </a:lnTo>
                  <a:lnTo>
                    <a:pt x="1622586" y="1038896"/>
                  </a:lnTo>
                  <a:lnTo>
                    <a:pt x="1571047" y="1002879"/>
                  </a:lnTo>
                  <a:lnTo>
                    <a:pt x="1516155" y="970820"/>
                  </a:lnTo>
                  <a:lnTo>
                    <a:pt x="1457002" y="942256"/>
                  </a:lnTo>
                  <a:lnTo>
                    <a:pt x="1392753" y="916747"/>
                  </a:lnTo>
                  <a:lnTo>
                    <a:pt x="1322745" y="893908"/>
                  </a:lnTo>
                  <a:lnTo>
                    <a:pt x="1246630" y="873435"/>
                  </a:lnTo>
                  <a:lnTo>
                    <a:pt x="1164563" y="855110"/>
                  </a:lnTo>
                  <a:lnTo>
                    <a:pt x="1077414" y="838807"/>
                  </a:lnTo>
                  <a:lnTo>
                    <a:pt x="986970" y="824480"/>
                  </a:lnTo>
                  <a:lnTo>
                    <a:pt x="896058" y="812148"/>
                  </a:lnTo>
                  <a:lnTo>
                    <a:pt x="808449" y="801859"/>
                  </a:lnTo>
                  <a:lnTo>
                    <a:pt x="728477" y="793647"/>
                  </a:lnTo>
                  <a:lnTo>
                    <a:pt x="660337" y="787472"/>
                  </a:lnTo>
                  <a:lnTo>
                    <a:pt x="607205" y="783193"/>
                  </a:lnTo>
                  <a:lnTo>
                    <a:pt x="570450" y="780546"/>
                  </a:lnTo>
                  <a:lnTo>
                    <a:pt x="549190" y="779171"/>
                  </a:lnTo>
                  <a:lnTo>
                    <a:pt x="540307" y="778652"/>
                  </a:lnTo>
                  <a:lnTo>
                    <a:pt x="538736" y="778568"/>
                  </a:lnTo>
                  <a:lnTo>
                    <a:pt x="0" y="77856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44" name="pl444"/>
            <p:cNvSpPr/>
            <p:nvPr/>
          </p:nvSpPr>
          <p:spPr>
            <a:xfrm>
              <a:off x="546595" y="1741362"/>
              <a:ext cx="8234974" cy="2852935"/>
            </a:xfrm>
            <a:custGeom>
              <a:avLst/>
              <a:pathLst>
                <a:path w="8234974" h="2852935">
                  <a:moveTo>
                    <a:pt x="0" y="778568"/>
                  </a:moveTo>
                  <a:lnTo>
                    <a:pt x="538736" y="778568"/>
                  </a:lnTo>
                  <a:lnTo>
                    <a:pt x="539963" y="778633"/>
                  </a:lnTo>
                  <a:lnTo>
                    <a:pt x="547975" y="779097"/>
                  </a:lnTo>
                  <a:lnTo>
                    <a:pt x="567991" y="780380"/>
                  </a:lnTo>
                  <a:lnTo>
                    <a:pt x="603316" y="782900"/>
                  </a:lnTo>
                  <a:lnTo>
                    <a:pt x="655032" y="787024"/>
                  </a:lnTo>
                  <a:lnTo>
                    <a:pt x="721960" y="793024"/>
                  </a:lnTo>
                  <a:lnTo>
                    <a:pt x="801051" y="801054"/>
                  </a:lnTo>
                  <a:lnTo>
                    <a:pt x="888166" y="811161"/>
                  </a:lnTo>
                  <a:lnTo>
                    <a:pt x="978951" y="823315"/>
                  </a:lnTo>
                  <a:lnTo>
                    <a:pt x="1069564" y="837469"/>
                  </a:lnTo>
                  <a:lnTo>
                    <a:pt x="1157090" y="853598"/>
                  </a:lnTo>
                  <a:lnTo>
                    <a:pt x="1239650" y="871741"/>
                  </a:lnTo>
                  <a:lnTo>
                    <a:pt x="1316303" y="892018"/>
                  </a:lnTo>
                  <a:lnTo>
                    <a:pt x="1386840" y="914638"/>
                  </a:lnTo>
                  <a:lnTo>
                    <a:pt x="1451572" y="939898"/>
                  </a:lnTo>
                  <a:lnTo>
                    <a:pt x="1511141" y="968176"/>
                  </a:lnTo>
                  <a:lnTo>
                    <a:pt x="1566371" y="999910"/>
                  </a:lnTo>
                  <a:lnTo>
                    <a:pt x="1618168" y="1035561"/>
                  </a:lnTo>
                  <a:lnTo>
                    <a:pt x="1667428" y="1075552"/>
                  </a:lnTo>
                  <a:lnTo>
                    <a:pt x="1714965" y="1120154"/>
                  </a:lnTo>
                  <a:lnTo>
                    <a:pt x="1719082" y="1124296"/>
                  </a:lnTo>
                  <a:lnTo>
                    <a:pt x="1758866" y="1166528"/>
                  </a:lnTo>
                  <a:lnTo>
                    <a:pt x="1798265" y="1212239"/>
                  </a:lnTo>
                  <a:lnTo>
                    <a:pt x="1837570" y="1261495"/>
                  </a:lnTo>
                  <a:lnTo>
                    <a:pt x="1876996" y="1314292"/>
                  </a:lnTo>
                  <a:lnTo>
                    <a:pt x="1916699" y="1370541"/>
                  </a:lnTo>
                  <a:lnTo>
                    <a:pt x="1956777" y="1430065"/>
                  </a:lnTo>
                  <a:lnTo>
                    <a:pt x="1997275" y="1492597"/>
                  </a:lnTo>
                  <a:lnTo>
                    <a:pt x="2038194" y="1557774"/>
                  </a:lnTo>
                  <a:lnTo>
                    <a:pt x="2079493" y="1625149"/>
                  </a:lnTo>
                  <a:lnTo>
                    <a:pt x="2121099" y="1694199"/>
                  </a:lnTo>
                  <a:lnTo>
                    <a:pt x="2162912" y="1764340"/>
                  </a:lnTo>
                  <a:lnTo>
                    <a:pt x="2204815" y="1834948"/>
                  </a:lnTo>
                  <a:lnTo>
                    <a:pt x="2246685" y="1905381"/>
                  </a:lnTo>
                  <a:lnTo>
                    <a:pt x="2288399" y="1975004"/>
                  </a:lnTo>
                  <a:lnTo>
                    <a:pt x="2329849" y="2043213"/>
                  </a:lnTo>
                  <a:lnTo>
                    <a:pt x="2370949" y="2109454"/>
                  </a:lnTo>
                  <a:lnTo>
                    <a:pt x="2411642" y="2173243"/>
                  </a:lnTo>
                  <a:lnTo>
                    <a:pt x="2451909" y="2234179"/>
                  </a:lnTo>
                  <a:lnTo>
                    <a:pt x="2491774" y="2291951"/>
                  </a:lnTo>
                  <a:lnTo>
                    <a:pt x="2531311" y="2346340"/>
                  </a:lnTo>
                  <a:lnTo>
                    <a:pt x="2570648" y="2397218"/>
                  </a:lnTo>
                  <a:lnTo>
                    <a:pt x="2609973" y="2444543"/>
                  </a:lnTo>
                  <a:lnTo>
                    <a:pt x="2649540" y="2488351"/>
                  </a:lnTo>
                  <a:lnTo>
                    <a:pt x="2667772" y="2507207"/>
                  </a:lnTo>
                  <a:lnTo>
                    <a:pt x="2715191" y="2552219"/>
                  </a:lnTo>
                  <a:lnTo>
                    <a:pt x="2764269" y="2592608"/>
                  </a:lnTo>
                  <a:lnTo>
                    <a:pt x="2815807" y="2628624"/>
                  </a:lnTo>
                  <a:lnTo>
                    <a:pt x="2870700" y="2660683"/>
                  </a:lnTo>
                  <a:lnTo>
                    <a:pt x="2929852" y="2689247"/>
                  </a:lnTo>
                  <a:lnTo>
                    <a:pt x="2994102" y="2714756"/>
                  </a:lnTo>
                  <a:lnTo>
                    <a:pt x="3064110" y="2737595"/>
                  </a:lnTo>
                  <a:lnTo>
                    <a:pt x="3140224" y="2758068"/>
                  </a:lnTo>
                  <a:lnTo>
                    <a:pt x="3222291" y="2776393"/>
                  </a:lnTo>
                  <a:lnTo>
                    <a:pt x="3309441" y="2792696"/>
                  </a:lnTo>
                  <a:lnTo>
                    <a:pt x="3399884" y="2807024"/>
                  </a:lnTo>
                  <a:lnTo>
                    <a:pt x="3490797" y="2819356"/>
                  </a:lnTo>
                  <a:lnTo>
                    <a:pt x="3578405" y="2829644"/>
                  </a:lnTo>
                  <a:lnTo>
                    <a:pt x="3658377" y="2837857"/>
                  </a:lnTo>
                  <a:lnTo>
                    <a:pt x="3726518" y="2844031"/>
                  </a:lnTo>
                  <a:lnTo>
                    <a:pt x="3779649" y="2848310"/>
                  </a:lnTo>
                  <a:lnTo>
                    <a:pt x="3816405" y="2850957"/>
                  </a:lnTo>
                  <a:lnTo>
                    <a:pt x="3837664" y="2852333"/>
                  </a:lnTo>
                  <a:lnTo>
                    <a:pt x="3846548" y="2852852"/>
                  </a:lnTo>
                  <a:lnTo>
                    <a:pt x="3848118" y="2852935"/>
                  </a:lnTo>
                  <a:lnTo>
                    <a:pt x="3848118" y="2852935"/>
                  </a:lnTo>
                  <a:lnTo>
                    <a:pt x="4386855" y="2852935"/>
                  </a:lnTo>
                  <a:lnTo>
                    <a:pt x="4388022" y="2852851"/>
                  </a:lnTo>
                  <a:lnTo>
                    <a:pt x="4395652" y="2852244"/>
                  </a:lnTo>
                  <a:lnTo>
                    <a:pt x="4414748" y="2850568"/>
                  </a:lnTo>
                  <a:lnTo>
                    <a:pt x="4448534" y="2847275"/>
                  </a:lnTo>
                  <a:lnTo>
                    <a:pt x="4498170" y="2841880"/>
                  </a:lnTo>
                  <a:lnTo>
                    <a:pt x="4562686" y="2834014"/>
                  </a:lnTo>
                  <a:lnTo>
                    <a:pt x="4639325" y="2823462"/>
                  </a:lnTo>
                  <a:lnTo>
                    <a:pt x="4724218" y="2810152"/>
                  </a:lnTo>
                  <a:lnTo>
                    <a:pt x="4813208" y="2794110"/>
                  </a:lnTo>
                  <a:lnTo>
                    <a:pt x="4902543" y="2775403"/>
                  </a:lnTo>
                  <a:lnTo>
                    <a:pt x="4989296" y="2754068"/>
                  </a:lnTo>
                  <a:lnTo>
                    <a:pt x="5071510" y="2730074"/>
                  </a:lnTo>
                  <a:lnTo>
                    <a:pt x="5148133" y="2703286"/>
                  </a:lnTo>
                  <a:lnTo>
                    <a:pt x="5218837" y="2673454"/>
                  </a:lnTo>
                  <a:lnTo>
                    <a:pt x="5283824" y="2640217"/>
                  </a:lnTo>
                  <a:lnTo>
                    <a:pt x="5343641" y="2603104"/>
                  </a:lnTo>
                  <a:lnTo>
                    <a:pt x="5399038" y="2561561"/>
                  </a:lnTo>
                  <a:lnTo>
                    <a:pt x="5450863" y="2514985"/>
                  </a:lnTo>
                  <a:lnTo>
                    <a:pt x="5499978" y="2462798"/>
                  </a:lnTo>
                  <a:lnTo>
                    <a:pt x="5547189" y="2404561"/>
                  </a:lnTo>
                  <a:lnTo>
                    <a:pt x="5567201" y="2377446"/>
                  </a:lnTo>
                  <a:lnTo>
                    <a:pt x="5602565" y="2326087"/>
                  </a:lnTo>
                  <a:lnTo>
                    <a:pt x="5637598" y="2270964"/>
                  </a:lnTo>
                  <a:lnTo>
                    <a:pt x="5672511" y="2212002"/>
                  </a:lnTo>
                  <a:lnTo>
                    <a:pt x="5707469" y="2149186"/>
                  </a:lnTo>
                  <a:lnTo>
                    <a:pt x="5742598" y="2082567"/>
                  </a:lnTo>
                  <a:lnTo>
                    <a:pt x="5777985" y="2012273"/>
                  </a:lnTo>
                  <a:lnTo>
                    <a:pt x="5813685" y="1938507"/>
                  </a:lnTo>
                  <a:lnTo>
                    <a:pt x="5849720" y="1861554"/>
                  </a:lnTo>
                  <a:lnTo>
                    <a:pt x="5886086" y="1781775"/>
                  </a:lnTo>
                  <a:lnTo>
                    <a:pt x="5922753" y="1699606"/>
                  </a:lnTo>
                  <a:lnTo>
                    <a:pt x="5959670" y="1615549"/>
                  </a:lnTo>
                  <a:lnTo>
                    <a:pt x="5996770" y="1530157"/>
                  </a:lnTo>
                  <a:lnTo>
                    <a:pt x="6033974" y="1444023"/>
                  </a:lnTo>
                  <a:lnTo>
                    <a:pt x="6071195" y="1357763"/>
                  </a:lnTo>
                  <a:lnTo>
                    <a:pt x="6108348" y="1271996"/>
                  </a:lnTo>
                  <a:lnTo>
                    <a:pt x="6145348" y="1187327"/>
                  </a:lnTo>
                  <a:lnTo>
                    <a:pt x="6182124" y="1104326"/>
                  </a:lnTo>
                  <a:lnTo>
                    <a:pt x="6218617" y="1023518"/>
                  </a:lnTo>
                  <a:lnTo>
                    <a:pt x="6254789" y="945367"/>
                  </a:lnTo>
                  <a:lnTo>
                    <a:pt x="6290624" y="870266"/>
                  </a:lnTo>
                  <a:lnTo>
                    <a:pt x="6326133" y="798530"/>
                  </a:lnTo>
                  <a:lnTo>
                    <a:pt x="6361359" y="730397"/>
                  </a:lnTo>
                  <a:lnTo>
                    <a:pt x="6396374" y="666023"/>
                  </a:lnTo>
                  <a:lnTo>
                    <a:pt x="6431288" y="605491"/>
                  </a:lnTo>
                  <a:lnTo>
                    <a:pt x="6466249" y="548813"/>
                  </a:lnTo>
                  <a:lnTo>
                    <a:pt x="6501449" y="495936"/>
                  </a:lnTo>
                  <a:lnTo>
                    <a:pt x="6515891" y="475489"/>
                  </a:lnTo>
                  <a:lnTo>
                    <a:pt x="6562498" y="414575"/>
                  </a:lnTo>
                  <a:lnTo>
                    <a:pt x="6610696" y="359809"/>
                  </a:lnTo>
                  <a:lnTo>
                    <a:pt x="6661244" y="310872"/>
                  </a:lnTo>
                  <a:lnTo>
                    <a:pt x="6714990" y="267227"/>
                  </a:lnTo>
                  <a:lnTo>
                    <a:pt x="6772794" y="228269"/>
                  </a:lnTo>
                  <a:lnTo>
                    <a:pt x="6835463" y="193418"/>
                  </a:lnTo>
                  <a:lnTo>
                    <a:pt x="6903645" y="162164"/>
                  </a:lnTo>
                  <a:lnTo>
                    <a:pt x="6977711" y="134096"/>
                  </a:lnTo>
                  <a:lnTo>
                    <a:pt x="7057588" y="108916"/>
                  </a:lnTo>
                  <a:lnTo>
                    <a:pt x="7142562" y="86440"/>
                  </a:lnTo>
                  <a:lnTo>
                    <a:pt x="7231082" y="66595"/>
                  </a:lnTo>
                  <a:lnTo>
                    <a:pt x="7320640" y="49392"/>
                  </a:lnTo>
                  <a:lnTo>
                    <a:pt x="7407806" y="34893"/>
                  </a:lnTo>
                  <a:lnTo>
                    <a:pt x="7488525" y="23149"/>
                  </a:lnTo>
                  <a:lnTo>
                    <a:pt x="7558709" y="14138"/>
                  </a:lnTo>
                  <a:lnTo>
                    <a:pt x="7615019" y="7711"/>
                  </a:lnTo>
                  <a:lnTo>
                    <a:pt x="7655647" y="3562"/>
                  </a:lnTo>
                  <a:lnTo>
                    <a:pt x="7680819" y="1252"/>
                  </a:lnTo>
                  <a:lnTo>
                    <a:pt x="7692893" y="251"/>
                  </a:lnTo>
                  <a:lnTo>
                    <a:pt x="769614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5" name="pl445"/>
            <p:cNvSpPr/>
            <p:nvPr/>
          </p:nvSpPr>
          <p:spPr>
            <a:xfrm>
              <a:off x="546595" y="1719584"/>
              <a:ext cx="8234974" cy="2852935"/>
            </a:xfrm>
            <a:custGeom>
              <a:avLst/>
              <a:pathLst>
                <a:path w="8234974" h="2852935">
                  <a:moveTo>
                    <a:pt x="8234974" y="0"/>
                  </a:move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953" y="2852929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92" y="2852870"/>
                  </a:lnTo>
                  <a:lnTo>
                    <a:pt x="3838880" y="2852406"/>
                  </a:lnTo>
                  <a:lnTo>
                    <a:pt x="3818863" y="2851123"/>
                  </a:lnTo>
                  <a:lnTo>
                    <a:pt x="3783539" y="2848603"/>
                  </a:lnTo>
                  <a:lnTo>
                    <a:pt x="3731822" y="2844480"/>
                  </a:lnTo>
                  <a:lnTo>
                    <a:pt x="3664895" y="2838480"/>
                  </a:lnTo>
                  <a:lnTo>
                    <a:pt x="3585803" y="2830449"/>
                  </a:lnTo>
                  <a:lnTo>
                    <a:pt x="3498688" y="2820342"/>
                  </a:lnTo>
                  <a:lnTo>
                    <a:pt x="3407903" y="2808188"/>
                  </a:lnTo>
                  <a:lnTo>
                    <a:pt x="3317290" y="2794035"/>
                  </a:lnTo>
                  <a:lnTo>
                    <a:pt x="3229765" y="2777905"/>
                  </a:lnTo>
                  <a:lnTo>
                    <a:pt x="3147204" y="2759762"/>
                  </a:lnTo>
                  <a:lnTo>
                    <a:pt x="3070552" y="2739485"/>
                  </a:lnTo>
                  <a:lnTo>
                    <a:pt x="3000015" y="2716865"/>
                  </a:lnTo>
                  <a:lnTo>
                    <a:pt x="2935283" y="2691605"/>
                  </a:lnTo>
                  <a:lnTo>
                    <a:pt x="2875714" y="2663327"/>
                  </a:lnTo>
                  <a:lnTo>
                    <a:pt x="2820483" y="2631594"/>
                  </a:lnTo>
                  <a:lnTo>
                    <a:pt x="2768687" y="2595943"/>
                  </a:lnTo>
                  <a:lnTo>
                    <a:pt x="2719427" y="2555951"/>
                  </a:lnTo>
                  <a:lnTo>
                    <a:pt x="2671890" y="2511349"/>
                  </a:lnTo>
                  <a:lnTo>
                    <a:pt x="2667772" y="2507207"/>
                  </a:lnTo>
                  <a:lnTo>
                    <a:pt x="2627989" y="2464975"/>
                  </a:lnTo>
                  <a:lnTo>
                    <a:pt x="2588589" y="2419264"/>
                  </a:lnTo>
                  <a:lnTo>
                    <a:pt x="2549285" y="2370008"/>
                  </a:lnTo>
                  <a:lnTo>
                    <a:pt x="2509859" y="2317211"/>
                  </a:lnTo>
                  <a:lnTo>
                    <a:pt x="2470155" y="2260963"/>
                  </a:lnTo>
                  <a:lnTo>
                    <a:pt x="2430078" y="2201438"/>
                  </a:lnTo>
                  <a:lnTo>
                    <a:pt x="2389580" y="2138907"/>
                  </a:lnTo>
                  <a:lnTo>
                    <a:pt x="2348661" y="2073729"/>
                  </a:lnTo>
                  <a:lnTo>
                    <a:pt x="2307361" y="2006354"/>
                  </a:lnTo>
                  <a:lnTo>
                    <a:pt x="2265755" y="1937304"/>
                  </a:lnTo>
                  <a:lnTo>
                    <a:pt x="2223942" y="1867164"/>
                  </a:lnTo>
                  <a:lnTo>
                    <a:pt x="2182039" y="1796556"/>
                  </a:lnTo>
                  <a:lnTo>
                    <a:pt x="2140170" y="1726123"/>
                  </a:lnTo>
                  <a:lnTo>
                    <a:pt x="2098456" y="1656499"/>
                  </a:lnTo>
                  <a:lnTo>
                    <a:pt x="2057005" y="1588291"/>
                  </a:lnTo>
                  <a:lnTo>
                    <a:pt x="2015905" y="1522050"/>
                  </a:lnTo>
                  <a:lnTo>
                    <a:pt x="1975213" y="1458260"/>
                  </a:lnTo>
                  <a:lnTo>
                    <a:pt x="1934946" y="1397324"/>
                  </a:lnTo>
                  <a:lnTo>
                    <a:pt x="1895081" y="1339552"/>
                  </a:lnTo>
                  <a:lnTo>
                    <a:pt x="1855544" y="1285163"/>
                  </a:lnTo>
                  <a:lnTo>
                    <a:pt x="1816206" y="1234285"/>
                  </a:lnTo>
                  <a:lnTo>
                    <a:pt x="1776882" y="1186960"/>
                  </a:lnTo>
                  <a:lnTo>
                    <a:pt x="1737315" y="1143152"/>
                  </a:lnTo>
                  <a:lnTo>
                    <a:pt x="1719082" y="1124296"/>
                  </a:lnTo>
                  <a:lnTo>
                    <a:pt x="1671664" y="1079284"/>
                  </a:lnTo>
                  <a:lnTo>
                    <a:pt x="1622586" y="1038896"/>
                  </a:lnTo>
                  <a:lnTo>
                    <a:pt x="1571047" y="1002879"/>
                  </a:lnTo>
                  <a:lnTo>
                    <a:pt x="1516155" y="970820"/>
                  </a:lnTo>
                  <a:lnTo>
                    <a:pt x="1457002" y="942256"/>
                  </a:lnTo>
                  <a:lnTo>
                    <a:pt x="1392753" y="916747"/>
                  </a:lnTo>
                  <a:lnTo>
                    <a:pt x="1322745" y="893908"/>
                  </a:lnTo>
                  <a:lnTo>
                    <a:pt x="1246630" y="873435"/>
                  </a:lnTo>
                  <a:lnTo>
                    <a:pt x="1164563" y="855110"/>
                  </a:lnTo>
                  <a:lnTo>
                    <a:pt x="1077414" y="838807"/>
                  </a:lnTo>
                  <a:lnTo>
                    <a:pt x="986970" y="824480"/>
                  </a:lnTo>
                  <a:lnTo>
                    <a:pt x="896058" y="812148"/>
                  </a:lnTo>
                  <a:lnTo>
                    <a:pt x="808449" y="801859"/>
                  </a:lnTo>
                  <a:lnTo>
                    <a:pt x="728477" y="793647"/>
                  </a:lnTo>
                  <a:lnTo>
                    <a:pt x="660337" y="787472"/>
                  </a:lnTo>
                  <a:lnTo>
                    <a:pt x="607205" y="783193"/>
                  </a:lnTo>
                  <a:lnTo>
                    <a:pt x="570450" y="780546"/>
                  </a:lnTo>
                  <a:lnTo>
                    <a:pt x="549190" y="779171"/>
                  </a:lnTo>
                  <a:lnTo>
                    <a:pt x="540307" y="778652"/>
                  </a:lnTo>
                  <a:lnTo>
                    <a:pt x="538737" y="778568"/>
                  </a:lnTo>
                  <a:lnTo>
                    <a:pt x="538736" y="778568"/>
                  </a:lnTo>
                  <a:lnTo>
                    <a:pt x="0" y="7785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6" name="pg446"/>
            <p:cNvSpPr/>
            <p:nvPr/>
          </p:nvSpPr>
          <p:spPr>
            <a:xfrm>
              <a:off x="546595" y="1926476"/>
              <a:ext cx="8234974" cy="2700488"/>
            </a:xfrm>
            <a:custGeom>
              <a:avLst/>
              <a:pathLst>
                <a:path w="8234974" h="2700488">
                  <a:moveTo>
                    <a:pt x="0" y="604343"/>
                  </a:moveTo>
                  <a:lnTo>
                    <a:pt x="538736" y="604343"/>
                  </a:lnTo>
                  <a:lnTo>
                    <a:pt x="539961" y="604408"/>
                  </a:lnTo>
                  <a:lnTo>
                    <a:pt x="547964" y="604877"/>
                  </a:lnTo>
                  <a:lnTo>
                    <a:pt x="567957" y="606172"/>
                  </a:lnTo>
                  <a:lnTo>
                    <a:pt x="603243" y="608715"/>
                  </a:lnTo>
                  <a:lnTo>
                    <a:pt x="654908" y="612877"/>
                  </a:lnTo>
                  <a:lnTo>
                    <a:pt x="721776" y="618933"/>
                  </a:lnTo>
                  <a:lnTo>
                    <a:pt x="800807" y="627039"/>
                  </a:lnTo>
                  <a:lnTo>
                    <a:pt x="887868" y="637240"/>
                  </a:lnTo>
                  <a:lnTo>
                    <a:pt x="978609" y="649510"/>
                  </a:lnTo>
                  <a:lnTo>
                    <a:pt x="1069192" y="663798"/>
                  </a:lnTo>
                  <a:lnTo>
                    <a:pt x="1156699" y="680081"/>
                  </a:lnTo>
                  <a:lnTo>
                    <a:pt x="1239252" y="698397"/>
                  </a:lnTo>
                  <a:lnTo>
                    <a:pt x="1315904" y="718867"/>
                  </a:lnTo>
                  <a:lnTo>
                    <a:pt x="1386446" y="741701"/>
                  </a:lnTo>
                  <a:lnTo>
                    <a:pt x="1451184" y="767199"/>
                  </a:lnTo>
                  <a:lnTo>
                    <a:pt x="1510759" y="795741"/>
                  </a:lnTo>
                  <a:lnTo>
                    <a:pt x="1565993" y="827768"/>
                  </a:lnTo>
                  <a:lnTo>
                    <a:pt x="1617790" y="863748"/>
                  </a:lnTo>
                  <a:lnTo>
                    <a:pt x="1667046" y="904107"/>
                  </a:lnTo>
                  <a:lnTo>
                    <a:pt x="1714574" y="949121"/>
                  </a:lnTo>
                  <a:lnTo>
                    <a:pt x="1719082" y="953700"/>
                  </a:lnTo>
                  <a:lnTo>
                    <a:pt x="1758725" y="996218"/>
                  </a:lnTo>
                  <a:lnTo>
                    <a:pt x="1797986" y="1042226"/>
                  </a:lnTo>
                  <a:lnTo>
                    <a:pt x="1837150" y="1091790"/>
                  </a:lnTo>
                  <a:lnTo>
                    <a:pt x="1876434" y="1144907"/>
                  </a:lnTo>
                  <a:lnTo>
                    <a:pt x="1915990" y="1201490"/>
                  </a:lnTo>
                  <a:lnTo>
                    <a:pt x="1955917" y="1261364"/>
                  </a:lnTo>
                  <a:lnTo>
                    <a:pt x="1996261" y="1324261"/>
                  </a:lnTo>
                  <a:lnTo>
                    <a:pt x="2037024" y="1389823"/>
                  </a:lnTo>
                  <a:lnTo>
                    <a:pt x="2078166" y="1457604"/>
                  </a:lnTo>
                  <a:lnTo>
                    <a:pt x="2119615" y="1527083"/>
                  </a:lnTo>
                  <a:lnTo>
                    <a:pt x="2161274" y="1597678"/>
                  </a:lnTo>
                  <a:lnTo>
                    <a:pt x="2203027" y="1668767"/>
                  </a:lnTo>
                  <a:lnTo>
                    <a:pt x="2244752" y="1739708"/>
                  </a:lnTo>
                  <a:lnTo>
                    <a:pt x="2286328" y="1809866"/>
                  </a:lnTo>
                  <a:lnTo>
                    <a:pt x="2327646" y="1878633"/>
                  </a:lnTo>
                  <a:lnTo>
                    <a:pt x="2368621" y="1945454"/>
                  </a:lnTo>
                  <a:lnTo>
                    <a:pt x="2409194" y="2009841"/>
                  </a:lnTo>
                  <a:lnTo>
                    <a:pt x="2449344" y="2071387"/>
                  </a:lnTo>
                  <a:lnTo>
                    <a:pt x="2489092" y="2129776"/>
                  </a:lnTo>
                  <a:lnTo>
                    <a:pt x="2528507" y="2184781"/>
                  </a:lnTo>
                  <a:lnTo>
                    <a:pt x="2567713" y="2236271"/>
                  </a:lnTo>
                  <a:lnTo>
                    <a:pt x="2606891" y="2284196"/>
                  </a:lnTo>
                  <a:lnTo>
                    <a:pt x="2646287" y="2328587"/>
                  </a:lnTo>
                  <a:lnTo>
                    <a:pt x="2667772" y="2351131"/>
                  </a:lnTo>
                  <a:lnTo>
                    <a:pt x="2715171" y="2396597"/>
                  </a:lnTo>
                  <a:lnTo>
                    <a:pt x="2764227" y="2437396"/>
                  </a:lnTo>
                  <a:lnTo>
                    <a:pt x="2815741" y="2473780"/>
                  </a:lnTo>
                  <a:lnTo>
                    <a:pt x="2870605" y="2506167"/>
                  </a:lnTo>
                  <a:lnTo>
                    <a:pt x="2929724" y="2535025"/>
                  </a:lnTo>
                  <a:lnTo>
                    <a:pt x="2993934" y="2560798"/>
                  </a:lnTo>
                  <a:lnTo>
                    <a:pt x="3063897" y="2583874"/>
                  </a:lnTo>
                  <a:lnTo>
                    <a:pt x="3139961" y="2604560"/>
                  </a:lnTo>
                  <a:lnTo>
                    <a:pt x="3221973" y="2623077"/>
                  </a:lnTo>
                  <a:lnTo>
                    <a:pt x="3309070" y="2639553"/>
                  </a:lnTo>
                  <a:lnTo>
                    <a:pt x="3399466" y="2654033"/>
                  </a:lnTo>
                  <a:lnTo>
                    <a:pt x="3490347" y="2666499"/>
                  </a:lnTo>
                  <a:lnTo>
                    <a:pt x="3577948" y="2676902"/>
                  </a:lnTo>
                  <a:lnTo>
                    <a:pt x="3657941" y="2685209"/>
                  </a:lnTo>
                  <a:lnTo>
                    <a:pt x="3726136" y="2691458"/>
                  </a:lnTo>
                  <a:lnTo>
                    <a:pt x="3779349" y="2695791"/>
                  </a:lnTo>
                  <a:lnTo>
                    <a:pt x="3816201" y="2698475"/>
                  </a:lnTo>
                  <a:lnTo>
                    <a:pt x="3837556" y="2699873"/>
                  </a:lnTo>
                  <a:lnTo>
                    <a:pt x="3846514" y="2700402"/>
                  </a:lnTo>
                  <a:lnTo>
                    <a:pt x="3848118" y="2700488"/>
                  </a:lnTo>
                  <a:lnTo>
                    <a:pt x="4386855" y="2700488"/>
                  </a:lnTo>
                  <a:lnTo>
                    <a:pt x="4388035" y="2700407"/>
                  </a:lnTo>
                  <a:lnTo>
                    <a:pt x="4395752" y="2699829"/>
                  </a:lnTo>
                  <a:lnTo>
                    <a:pt x="4415056" y="2698230"/>
                  </a:lnTo>
                  <a:lnTo>
                    <a:pt x="4449190" y="2695089"/>
                  </a:lnTo>
                  <a:lnTo>
                    <a:pt x="4499298" y="2689944"/>
                  </a:lnTo>
                  <a:lnTo>
                    <a:pt x="4564364" y="2682446"/>
                  </a:lnTo>
                  <a:lnTo>
                    <a:pt x="4641563" y="2672393"/>
                  </a:lnTo>
                  <a:lnTo>
                    <a:pt x="4726968" y="2659719"/>
                  </a:lnTo>
                  <a:lnTo>
                    <a:pt x="4816375" y="2644451"/>
                  </a:lnTo>
                  <a:lnTo>
                    <a:pt x="4906009" y="2626653"/>
                  </a:lnTo>
                  <a:lnTo>
                    <a:pt x="4992945" y="2606358"/>
                  </a:lnTo>
                  <a:lnTo>
                    <a:pt x="5075245" y="2583533"/>
                  </a:lnTo>
                  <a:lnTo>
                    <a:pt x="5151879" y="2558045"/>
                  </a:lnTo>
                  <a:lnTo>
                    <a:pt x="5222548" y="2529650"/>
                  </a:lnTo>
                  <a:lnTo>
                    <a:pt x="5287478" y="2497997"/>
                  </a:lnTo>
                  <a:lnTo>
                    <a:pt x="5347237" y="2462632"/>
                  </a:lnTo>
                  <a:lnTo>
                    <a:pt x="5402594" y="2423023"/>
                  </a:lnTo>
                  <a:lnTo>
                    <a:pt x="5454408" y="2378594"/>
                  </a:lnTo>
                  <a:lnTo>
                    <a:pt x="5503551" y="2328798"/>
                  </a:lnTo>
                  <a:lnTo>
                    <a:pt x="5550832" y="2273232"/>
                  </a:lnTo>
                  <a:lnTo>
                    <a:pt x="5567201" y="2252222"/>
                  </a:lnTo>
                  <a:lnTo>
                    <a:pt x="5603395" y="2202618"/>
                  </a:lnTo>
                  <a:lnTo>
                    <a:pt x="5639247" y="2149295"/>
                  </a:lnTo>
                  <a:lnTo>
                    <a:pt x="5674982" y="2092178"/>
                  </a:lnTo>
                  <a:lnTo>
                    <a:pt x="5710776" y="2031254"/>
                  </a:lnTo>
                  <a:lnTo>
                    <a:pt x="5746758" y="1966584"/>
                  </a:lnTo>
                  <a:lnTo>
                    <a:pt x="5783020" y="1898304"/>
                  </a:lnTo>
                  <a:lnTo>
                    <a:pt x="5819613" y="1826629"/>
                  </a:lnTo>
                  <a:lnTo>
                    <a:pt x="5856560" y="1751860"/>
                  </a:lnTo>
                  <a:lnTo>
                    <a:pt x="5893849" y="1674377"/>
                  </a:lnTo>
                  <a:lnTo>
                    <a:pt x="5931443" y="1594633"/>
                  </a:lnTo>
                  <a:lnTo>
                    <a:pt x="5969285" y="1513149"/>
                  </a:lnTo>
                  <a:lnTo>
                    <a:pt x="6007297" y="1430495"/>
                  </a:lnTo>
                  <a:lnTo>
                    <a:pt x="6045393" y="1347280"/>
                  </a:lnTo>
                  <a:lnTo>
                    <a:pt x="6083480" y="1264128"/>
                  </a:lnTo>
                  <a:lnTo>
                    <a:pt x="6121465" y="1181663"/>
                  </a:lnTo>
                  <a:lnTo>
                    <a:pt x="6159262" y="1100485"/>
                  </a:lnTo>
                  <a:lnTo>
                    <a:pt x="6196799" y="1021158"/>
                  </a:lnTo>
                  <a:lnTo>
                    <a:pt x="6234021" y="944188"/>
                  </a:lnTo>
                  <a:lnTo>
                    <a:pt x="6270896" y="870016"/>
                  </a:lnTo>
                  <a:lnTo>
                    <a:pt x="6307420" y="799005"/>
                  </a:lnTo>
                  <a:lnTo>
                    <a:pt x="6343620" y="731439"/>
                  </a:lnTo>
                  <a:lnTo>
                    <a:pt x="6379555" y="667517"/>
                  </a:lnTo>
                  <a:lnTo>
                    <a:pt x="6415325" y="607360"/>
                  </a:lnTo>
                  <a:lnTo>
                    <a:pt x="6451069" y="551012"/>
                  </a:lnTo>
                  <a:lnTo>
                    <a:pt x="6486970" y="498448"/>
                  </a:lnTo>
                  <a:lnTo>
                    <a:pt x="6515891" y="459155"/>
                  </a:lnTo>
                  <a:lnTo>
                    <a:pt x="6562683" y="401515"/>
                  </a:lnTo>
                  <a:lnTo>
                    <a:pt x="6611083" y="349716"/>
                  </a:lnTo>
                  <a:lnTo>
                    <a:pt x="6661856" y="303451"/>
                  </a:lnTo>
                  <a:lnTo>
                    <a:pt x="6715862" y="262208"/>
                  </a:lnTo>
                  <a:lnTo>
                    <a:pt x="6773974" y="225410"/>
                  </a:lnTo>
                  <a:lnTo>
                    <a:pt x="6837001" y="192503"/>
                  </a:lnTo>
                  <a:lnTo>
                    <a:pt x="6905598" y="163004"/>
                  </a:lnTo>
                  <a:lnTo>
                    <a:pt x="6980130" y="136523"/>
                  </a:lnTo>
                  <a:lnTo>
                    <a:pt x="7060506" y="112779"/>
                  </a:lnTo>
                  <a:lnTo>
                    <a:pt x="7145978" y="91601"/>
                  </a:lnTo>
                  <a:lnTo>
                    <a:pt x="7234944" y="72920"/>
                  </a:lnTo>
                  <a:lnTo>
                    <a:pt x="7324824" y="56753"/>
                  </a:lnTo>
                  <a:lnTo>
                    <a:pt x="7412111" y="43157"/>
                  </a:lnTo>
                  <a:lnTo>
                    <a:pt x="7492686" y="32180"/>
                  </a:lnTo>
                  <a:lnTo>
                    <a:pt x="7562430" y="23796"/>
                  </a:lnTo>
                  <a:lnTo>
                    <a:pt x="7618037" y="17854"/>
                  </a:lnTo>
                  <a:lnTo>
                    <a:pt x="7657791" y="14054"/>
                  </a:lnTo>
                  <a:lnTo>
                    <a:pt x="7682061" y="11968"/>
                  </a:lnTo>
                  <a:lnTo>
                    <a:pt x="7693376" y="1109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7" y="80"/>
                  </a:lnTo>
                  <a:lnTo>
                    <a:pt x="7687341" y="659"/>
                  </a:lnTo>
                  <a:lnTo>
                    <a:pt x="7668037" y="2258"/>
                  </a:lnTo>
                  <a:lnTo>
                    <a:pt x="7633903" y="5399"/>
                  </a:lnTo>
                  <a:lnTo>
                    <a:pt x="7583795" y="10544"/>
                  </a:lnTo>
                  <a:lnTo>
                    <a:pt x="7518729" y="18042"/>
                  </a:lnTo>
                  <a:lnTo>
                    <a:pt x="7441529" y="28095"/>
                  </a:lnTo>
                  <a:lnTo>
                    <a:pt x="7356125" y="40769"/>
                  </a:lnTo>
                  <a:lnTo>
                    <a:pt x="7266718" y="56037"/>
                  </a:lnTo>
                  <a:lnTo>
                    <a:pt x="7177084" y="73835"/>
                  </a:lnTo>
                  <a:lnTo>
                    <a:pt x="7090147" y="94130"/>
                  </a:lnTo>
                  <a:lnTo>
                    <a:pt x="7007847" y="116954"/>
                  </a:lnTo>
                  <a:lnTo>
                    <a:pt x="6931213" y="142443"/>
                  </a:lnTo>
                  <a:lnTo>
                    <a:pt x="6860544" y="170838"/>
                  </a:lnTo>
                  <a:lnTo>
                    <a:pt x="6795614" y="202491"/>
                  </a:lnTo>
                  <a:lnTo>
                    <a:pt x="6735855" y="237856"/>
                  </a:lnTo>
                  <a:lnTo>
                    <a:pt x="6680499" y="277465"/>
                  </a:lnTo>
                  <a:lnTo>
                    <a:pt x="6628685" y="321894"/>
                  </a:lnTo>
                  <a:lnTo>
                    <a:pt x="6579542" y="371690"/>
                  </a:lnTo>
                  <a:lnTo>
                    <a:pt x="6532261" y="427256"/>
                  </a:lnTo>
                  <a:lnTo>
                    <a:pt x="6515891" y="448266"/>
                  </a:lnTo>
                  <a:lnTo>
                    <a:pt x="6479698" y="497870"/>
                  </a:lnTo>
                  <a:lnTo>
                    <a:pt x="6443846" y="551193"/>
                  </a:lnTo>
                  <a:lnTo>
                    <a:pt x="6408110" y="608310"/>
                  </a:lnTo>
                  <a:lnTo>
                    <a:pt x="6372317" y="669234"/>
                  </a:lnTo>
                  <a:lnTo>
                    <a:pt x="6336334" y="733903"/>
                  </a:lnTo>
                  <a:lnTo>
                    <a:pt x="6300073" y="802184"/>
                  </a:lnTo>
                  <a:lnTo>
                    <a:pt x="6263479" y="873859"/>
                  </a:lnTo>
                  <a:lnTo>
                    <a:pt x="6226533" y="948627"/>
                  </a:lnTo>
                  <a:lnTo>
                    <a:pt x="6189244" y="1026111"/>
                  </a:lnTo>
                  <a:lnTo>
                    <a:pt x="6151649" y="1105855"/>
                  </a:lnTo>
                  <a:lnTo>
                    <a:pt x="6113808" y="1187339"/>
                  </a:lnTo>
                  <a:lnTo>
                    <a:pt x="6075795" y="1269993"/>
                  </a:lnTo>
                  <a:lnTo>
                    <a:pt x="6037699" y="1353208"/>
                  </a:lnTo>
                  <a:lnTo>
                    <a:pt x="5999612" y="1436360"/>
                  </a:lnTo>
                  <a:lnTo>
                    <a:pt x="5961628" y="1518825"/>
                  </a:lnTo>
                  <a:lnTo>
                    <a:pt x="5923830" y="1600003"/>
                  </a:lnTo>
                  <a:lnTo>
                    <a:pt x="5886294" y="1679330"/>
                  </a:lnTo>
                  <a:lnTo>
                    <a:pt x="5849072" y="1756300"/>
                  </a:lnTo>
                  <a:lnTo>
                    <a:pt x="5812197" y="1830472"/>
                  </a:lnTo>
                  <a:lnTo>
                    <a:pt x="5775673" y="1901483"/>
                  </a:lnTo>
                  <a:lnTo>
                    <a:pt x="5739473" y="1969049"/>
                  </a:lnTo>
                  <a:lnTo>
                    <a:pt x="5703537" y="2032971"/>
                  </a:lnTo>
                  <a:lnTo>
                    <a:pt x="5667767" y="2093128"/>
                  </a:lnTo>
                  <a:lnTo>
                    <a:pt x="5632024" y="2149476"/>
                  </a:lnTo>
                  <a:lnTo>
                    <a:pt x="5596123" y="2202040"/>
                  </a:lnTo>
                  <a:lnTo>
                    <a:pt x="5567201" y="2241333"/>
                  </a:lnTo>
                  <a:lnTo>
                    <a:pt x="5520409" y="2298973"/>
                  </a:lnTo>
                  <a:lnTo>
                    <a:pt x="5472010" y="2350772"/>
                  </a:lnTo>
                  <a:lnTo>
                    <a:pt x="5421236" y="2397037"/>
                  </a:lnTo>
                  <a:lnTo>
                    <a:pt x="5367230" y="2438280"/>
                  </a:lnTo>
                  <a:lnTo>
                    <a:pt x="5309119" y="2475078"/>
                  </a:lnTo>
                  <a:lnTo>
                    <a:pt x="5246091" y="2507985"/>
                  </a:lnTo>
                  <a:lnTo>
                    <a:pt x="5177495" y="2537484"/>
                  </a:lnTo>
                  <a:lnTo>
                    <a:pt x="5102962" y="2563965"/>
                  </a:lnTo>
                  <a:lnTo>
                    <a:pt x="5022586" y="2587709"/>
                  </a:lnTo>
                  <a:lnTo>
                    <a:pt x="4937114" y="2608887"/>
                  </a:lnTo>
                  <a:lnTo>
                    <a:pt x="4848148" y="2627568"/>
                  </a:lnTo>
                  <a:lnTo>
                    <a:pt x="4758268" y="2643735"/>
                  </a:lnTo>
                  <a:lnTo>
                    <a:pt x="4670981" y="2657331"/>
                  </a:lnTo>
                  <a:lnTo>
                    <a:pt x="4590406" y="2668308"/>
                  </a:lnTo>
                  <a:lnTo>
                    <a:pt x="4520662" y="2676692"/>
                  </a:lnTo>
                  <a:lnTo>
                    <a:pt x="4465055" y="2682634"/>
                  </a:lnTo>
                  <a:lnTo>
                    <a:pt x="4425302" y="2686434"/>
                  </a:lnTo>
                  <a:lnTo>
                    <a:pt x="4401032" y="2688520"/>
                  </a:lnTo>
                  <a:lnTo>
                    <a:pt x="4389717" y="2689398"/>
                  </a:lnTo>
                  <a:lnTo>
                    <a:pt x="4386855" y="2689599"/>
                  </a:lnTo>
                  <a:lnTo>
                    <a:pt x="3848118" y="2689599"/>
                  </a:lnTo>
                  <a:lnTo>
                    <a:pt x="3846894" y="2689534"/>
                  </a:lnTo>
                  <a:lnTo>
                    <a:pt x="3838891" y="2689065"/>
                  </a:lnTo>
                  <a:lnTo>
                    <a:pt x="3818897" y="2687770"/>
                  </a:lnTo>
                  <a:lnTo>
                    <a:pt x="3783611" y="2685227"/>
                  </a:lnTo>
                  <a:lnTo>
                    <a:pt x="3731947" y="2681066"/>
                  </a:lnTo>
                  <a:lnTo>
                    <a:pt x="3665079" y="2675010"/>
                  </a:lnTo>
                  <a:lnTo>
                    <a:pt x="3586048" y="2666903"/>
                  </a:lnTo>
                  <a:lnTo>
                    <a:pt x="3498987" y="2656702"/>
                  </a:lnTo>
                  <a:lnTo>
                    <a:pt x="3408245" y="2644432"/>
                  </a:lnTo>
                  <a:lnTo>
                    <a:pt x="3317663" y="2630144"/>
                  </a:lnTo>
                  <a:lnTo>
                    <a:pt x="3230155" y="2613861"/>
                  </a:lnTo>
                  <a:lnTo>
                    <a:pt x="3147603" y="2595545"/>
                  </a:lnTo>
                  <a:lnTo>
                    <a:pt x="3070950" y="2575075"/>
                  </a:lnTo>
                  <a:lnTo>
                    <a:pt x="3000409" y="2552241"/>
                  </a:lnTo>
                  <a:lnTo>
                    <a:pt x="2935670" y="2526744"/>
                  </a:lnTo>
                  <a:lnTo>
                    <a:pt x="2876096" y="2498202"/>
                  </a:lnTo>
                  <a:lnTo>
                    <a:pt x="2820861" y="2466174"/>
                  </a:lnTo>
                  <a:lnTo>
                    <a:pt x="2769065" y="2430194"/>
                  </a:lnTo>
                  <a:lnTo>
                    <a:pt x="2719809" y="2389835"/>
                  </a:lnTo>
                  <a:lnTo>
                    <a:pt x="2672281" y="2344821"/>
                  </a:lnTo>
                  <a:lnTo>
                    <a:pt x="2667772" y="2340242"/>
                  </a:lnTo>
                  <a:lnTo>
                    <a:pt x="2628129" y="2297724"/>
                  </a:lnTo>
                  <a:lnTo>
                    <a:pt x="2588869" y="2251716"/>
                  </a:lnTo>
                  <a:lnTo>
                    <a:pt x="2549705" y="2202152"/>
                  </a:lnTo>
                  <a:lnTo>
                    <a:pt x="2510421" y="2149035"/>
                  </a:lnTo>
                  <a:lnTo>
                    <a:pt x="2470864" y="2092452"/>
                  </a:lnTo>
                  <a:lnTo>
                    <a:pt x="2430937" y="2032578"/>
                  </a:lnTo>
                  <a:lnTo>
                    <a:pt x="2390593" y="1969681"/>
                  </a:lnTo>
                  <a:lnTo>
                    <a:pt x="2349831" y="1904120"/>
                  </a:lnTo>
                  <a:lnTo>
                    <a:pt x="2308689" y="1836339"/>
                  </a:lnTo>
                  <a:lnTo>
                    <a:pt x="2267239" y="1766859"/>
                  </a:lnTo>
                  <a:lnTo>
                    <a:pt x="2225580" y="1696264"/>
                  </a:lnTo>
                  <a:lnTo>
                    <a:pt x="2183828" y="1625175"/>
                  </a:lnTo>
                  <a:lnTo>
                    <a:pt x="2142103" y="1554234"/>
                  </a:lnTo>
                  <a:lnTo>
                    <a:pt x="2100527" y="1484076"/>
                  </a:lnTo>
                  <a:lnTo>
                    <a:pt x="2059208" y="1415309"/>
                  </a:lnTo>
                  <a:lnTo>
                    <a:pt x="2018233" y="1348488"/>
                  </a:lnTo>
                  <a:lnTo>
                    <a:pt x="1977661" y="1284101"/>
                  </a:lnTo>
                  <a:lnTo>
                    <a:pt x="1937511" y="1222555"/>
                  </a:lnTo>
                  <a:lnTo>
                    <a:pt x="1897763" y="1164166"/>
                  </a:lnTo>
                  <a:lnTo>
                    <a:pt x="1858347" y="1109161"/>
                  </a:lnTo>
                  <a:lnTo>
                    <a:pt x="1819141" y="1057671"/>
                  </a:lnTo>
                  <a:lnTo>
                    <a:pt x="1779964" y="1009746"/>
                  </a:lnTo>
                  <a:lnTo>
                    <a:pt x="1740568" y="965355"/>
                  </a:lnTo>
                  <a:lnTo>
                    <a:pt x="1719082" y="942811"/>
                  </a:lnTo>
                  <a:lnTo>
                    <a:pt x="1671684" y="897345"/>
                  </a:lnTo>
                  <a:lnTo>
                    <a:pt x="1622627" y="856547"/>
                  </a:lnTo>
                  <a:lnTo>
                    <a:pt x="1571113" y="820163"/>
                  </a:lnTo>
                  <a:lnTo>
                    <a:pt x="1516250" y="787775"/>
                  </a:lnTo>
                  <a:lnTo>
                    <a:pt x="1457131" y="758917"/>
                  </a:lnTo>
                  <a:lnTo>
                    <a:pt x="1392921" y="733144"/>
                  </a:lnTo>
                  <a:lnTo>
                    <a:pt x="1322957" y="710069"/>
                  </a:lnTo>
                  <a:lnTo>
                    <a:pt x="1246894" y="689382"/>
                  </a:lnTo>
                  <a:lnTo>
                    <a:pt x="1164881" y="670865"/>
                  </a:lnTo>
                  <a:lnTo>
                    <a:pt x="1077785" y="654390"/>
                  </a:lnTo>
                  <a:lnTo>
                    <a:pt x="987388" y="639909"/>
                  </a:lnTo>
                  <a:lnTo>
                    <a:pt x="896508" y="627443"/>
                  </a:lnTo>
                  <a:lnTo>
                    <a:pt x="808907" y="617040"/>
                  </a:lnTo>
                  <a:lnTo>
                    <a:pt x="728913" y="608733"/>
                  </a:lnTo>
                  <a:lnTo>
                    <a:pt x="660719" y="602485"/>
                  </a:lnTo>
                  <a:lnTo>
                    <a:pt x="607505" y="598151"/>
                  </a:lnTo>
                  <a:lnTo>
                    <a:pt x="570653" y="595467"/>
                  </a:lnTo>
                  <a:lnTo>
                    <a:pt x="549298" y="594070"/>
                  </a:lnTo>
                  <a:lnTo>
                    <a:pt x="540341" y="593540"/>
                  </a:lnTo>
                  <a:lnTo>
                    <a:pt x="538736" y="593454"/>
                  </a:lnTo>
                  <a:lnTo>
                    <a:pt x="0" y="59345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47" name="pl447"/>
            <p:cNvSpPr/>
            <p:nvPr/>
          </p:nvSpPr>
          <p:spPr>
            <a:xfrm>
              <a:off x="546595" y="1937365"/>
              <a:ext cx="8234974" cy="2689599"/>
            </a:xfrm>
            <a:custGeom>
              <a:avLst/>
              <a:pathLst>
                <a:path w="8234974" h="2689599">
                  <a:moveTo>
                    <a:pt x="0" y="593454"/>
                  </a:moveTo>
                  <a:lnTo>
                    <a:pt x="538736" y="593454"/>
                  </a:lnTo>
                  <a:lnTo>
                    <a:pt x="539961" y="593519"/>
                  </a:lnTo>
                  <a:lnTo>
                    <a:pt x="547964" y="593988"/>
                  </a:lnTo>
                  <a:lnTo>
                    <a:pt x="567957" y="595283"/>
                  </a:lnTo>
                  <a:lnTo>
                    <a:pt x="603243" y="597826"/>
                  </a:lnTo>
                  <a:lnTo>
                    <a:pt x="654908" y="601988"/>
                  </a:lnTo>
                  <a:lnTo>
                    <a:pt x="721776" y="608043"/>
                  </a:lnTo>
                  <a:lnTo>
                    <a:pt x="800807" y="616150"/>
                  </a:lnTo>
                  <a:lnTo>
                    <a:pt x="887868" y="626351"/>
                  </a:lnTo>
                  <a:lnTo>
                    <a:pt x="978609" y="638621"/>
                  </a:lnTo>
                  <a:lnTo>
                    <a:pt x="1069192" y="652909"/>
                  </a:lnTo>
                  <a:lnTo>
                    <a:pt x="1156699" y="669192"/>
                  </a:lnTo>
                  <a:lnTo>
                    <a:pt x="1239252" y="687508"/>
                  </a:lnTo>
                  <a:lnTo>
                    <a:pt x="1315904" y="707978"/>
                  </a:lnTo>
                  <a:lnTo>
                    <a:pt x="1386446" y="730812"/>
                  </a:lnTo>
                  <a:lnTo>
                    <a:pt x="1451184" y="756309"/>
                  </a:lnTo>
                  <a:lnTo>
                    <a:pt x="1510759" y="784851"/>
                  </a:lnTo>
                  <a:lnTo>
                    <a:pt x="1565993" y="816879"/>
                  </a:lnTo>
                  <a:lnTo>
                    <a:pt x="1617790" y="852859"/>
                  </a:lnTo>
                  <a:lnTo>
                    <a:pt x="1667046" y="893218"/>
                  </a:lnTo>
                  <a:lnTo>
                    <a:pt x="1714574" y="938232"/>
                  </a:lnTo>
                  <a:lnTo>
                    <a:pt x="1719082" y="942811"/>
                  </a:lnTo>
                  <a:lnTo>
                    <a:pt x="1758725" y="985329"/>
                  </a:lnTo>
                  <a:lnTo>
                    <a:pt x="1797986" y="1031337"/>
                  </a:lnTo>
                  <a:lnTo>
                    <a:pt x="1837150" y="1080901"/>
                  </a:lnTo>
                  <a:lnTo>
                    <a:pt x="1876434" y="1134018"/>
                  </a:lnTo>
                  <a:lnTo>
                    <a:pt x="1915990" y="1190601"/>
                  </a:lnTo>
                  <a:lnTo>
                    <a:pt x="1955917" y="1250475"/>
                  </a:lnTo>
                  <a:lnTo>
                    <a:pt x="1996261" y="1313372"/>
                  </a:lnTo>
                  <a:lnTo>
                    <a:pt x="2037024" y="1378933"/>
                  </a:lnTo>
                  <a:lnTo>
                    <a:pt x="2078166" y="1446714"/>
                  </a:lnTo>
                  <a:lnTo>
                    <a:pt x="2119615" y="1516194"/>
                  </a:lnTo>
                  <a:lnTo>
                    <a:pt x="2161274" y="1586789"/>
                  </a:lnTo>
                  <a:lnTo>
                    <a:pt x="2203027" y="1657878"/>
                  </a:lnTo>
                  <a:lnTo>
                    <a:pt x="2244752" y="1728819"/>
                  </a:lnTo>
                  <a:lnTo>
                    <a:pt x="2286328" y="1798977"/>
                  </a:lnTo>
                  <a:lnTo>
                    <a:pt x="2327646" y="1867744"/>
                  </a:lnTo>
                  <a:lnTo>
                    <a:pt x="2368621" y="1934565"/>
                  </a:lnTo>
                  <a:lnTo>
                    <a:pt x="2409194" y="1998952"/>
                  </a:lnTo>
                  <a:lnTo>
                    <a:pt x="2449344" y="2060498"/>
                  </a:lnTo>
                  <a:lnTo>
                    <a:pt x="2489092" y="2118887"/>
                  </a:lnTo>
                  <a:lnTo>
                    <a:pt x="2528507" y="2173892"/>
                  </a:lnTo>
                  <a:lnTo>
                    <a:pt x="2567713" y="2225382"/>
                  </a:lnTo>
                  <a:lnTo>
                    <a:pt x="2606891" y="2273307"/>
                  </a:lnTo>
                  <a:lnTo>
                    <a:pt x="2646287" y="2317698"/>
                  </a:lnTo>
                  <a:lnTo>
                    <a:pt x="2667772" y="2340242"/>
                  </a:lnTo>
                  <a:lnTo>
                    <a:pt x="2715171" y="2385708"/>
                  </a:lnTo>
                  <a:lnTo>
                    <a:pt x="2764227" y="2426507"/>
                  </a:lnTo>
                  <a:lnTo>
                    <a:pt x="2815741" y="2462891"/>
                  </a:lnTo>
                  <a:lnTo>
                    <a:pt x="2870605" y="2495278"/>
                  </a:lnTo>
                  <a:lnTo>
                    <a:pt x="2929724" y="2524136"/>
                  </a:lnTo>
                  <a:lnTo>
                    <a:pt x="2993934" y="2549909"/>
                  </a:lnTo>
                  <a:lnTo>
                    <a:pt x="3063897" y="2572984"/>
                  </a:lnTo>
                  <a:lnTo>
                    <a:pt x="3139961" y="2593671"/>
                  </a:lnTo>
                  <a:lnTo>
                    <a:pt x="3221973" y="2612188"/>
                  </a:lnTo>
                  <a:lnTo>
                    <a:pt x="3309070" y="2628664"/>
                  </a:lnTo>
                  <a:lnTo>
                    <a:pt x="3399466" y="2643144"/>
                  </a:lnTo>
                  <a:lnTo>
                    <a:pt x="3490347" y="2655610"/>
                  </a:lnTo>
                  <a:lnTo>
                    <a:pt x="3577948" y="2666013"/>
                  </a:lnTo>
                  <a:lnTo>
                    <a:pt x="3657941" y="2674320"/>
                  </a:lnTo>
                  <a:lnTo>
                    <a:pt x="3726136" y="2680569"/>
                  </a:lnTo>
                  <a:lnTo>
                    <a:pt x="3779349" y="2684902"/>
                  </a:lnTo>
                  <a:lnTo>
                    <a:pt x="3816201" y="2687586"/>
                  </a:lnTo>
                  <a:lnTo>
                    <a:pt x="3837556" y="2688984"/>
                  </a:lnTo>
                  <a:lnTo>
                    <a:pt x="3846514" y="2689513"/>
                  </a:lnTo>
                  <a:lnTo>
                    <a:pt x="3848117" y="2689599"/>
                  </a:lnTo>
                  <a:lnTo>
                    <a:pt x="3848118" y="2689599"/>
                  </a:lnTo>
                  <a:lnTo>
                    <a:pt x="4386855" y="2689599"/>
                  </a:lnTo>
                  <a:lnTo>
                    <a:pt x="4388035" y="2689518"/>
                  </a:lnTo>
                  <a:lnTo>
                    <a:pt x="4395752" y="2688940"/>
                  </a:lnTo>
                  <a:lnTo>
                    <a:pt x="4415056" y="2687341"/>
                  </a:lnTo>
                  <a:lnTo>
                    <a:pt x="4449190" y="2684200"/>
                  </a:lnTo>
                  <a:lnTo>
                    <a:pt x="4499298" y="2679055"/>
                  </a:lnTo>
                  <a:lnTo>
                    <a:pt x="4564364" y="2671557"/>
                  </a:lnTo>
                  <a:lnTo>
                    <a:pt x="4641563" y="2661504"/>
                  </a:lnTo>
                  <a:lnTo>
                    <a:pt x="4726968" y="2648830"/>
                  </a:lnTo>
                  <a:lnTo>
                    <a:pt x="4816375" y="2633562"/>
                  </a:lnTo>
                  <a:lnTo>
                    <a:pt x="4906009" y="2615764"/>
                  </a:lnTo>
                  <a:lnTo>
                    <a:pt x="4992945" y="2595469"/>
                  </a:lnTo>
                  <a:lnTo>
                    <a:pt x="5075245" y="2572644"/>
                  </a:lnTo>
                  <a:lnTo>
                    <a:pt x="5151879" y="2547156"/>
                  </a:lnTo>
                  <a:lnTo>
                    <a:pt x="5222548" y="2518761"/>
                  </a:lnTo>
                  <a:lnTo>
                    <a:pt x="5287478" y="2487107"/>
                  </a:lnTo>
                  <a:lnTo>
                    <a:pt x="5347237" y="2451743"/>
                  </a:lnTo>
                  <a:lnTo>
                    <a:pt x="5402594" y="2412134"/>
                  </a:lnTo>
                  <a:lnTo>
                    <a:pt x="5454408" y="2367705"/>
                  </a:lnTo>
                  <a:lnTo>
                    <a:pt x="5503551" y="2317909"/>
                  </a:lnTo>
                  <a:lnTo>
                    <a:pt x="5550832" y="2262343"/>
                  </a:lnTo>
                  <a:lnTo>
                    <a:pt x="5567201" y="2241333"/>
                  </a:lnTo>
                  <a:lnTo>
                    <a:pt x="5603395" y="2191729"/>
                  </a:lnTo>
                  <a:lnTo>
                    <a:pt x="5639247" y="2138406"/>
                  </a:lnTo>
                  <a:lnTo>
                    <a:pt x="5674982" y="2081288"/>
                  </a:lnTo>
                  <a:lnTo>
                    <a:pt x="5710776" y="2020365"/>
                  </a:lnTo>
                  <a:lnTo>
                    <a:pt x="5746758" y="1955695"/>
                  </a:lnTo>
                  <a:lnTo>
                    <a:pt x="5783020" y="1887415"/>
                  </a:lnTo>
                  <a:lnTo>
                    <a:pt x="5819613" y="1815740"/>
                  </a:lnTo>
                  <a:lnTo>
                    <a:pt x="5856560" y="1740971"/>
                  </a:lnTo>
                  <a:lnTo>
                    <a:pt x="5893849" y="1663488"/>
                  </a:lnTo>
                  <a:lnTo>
                    <a:pt x="5931443" y="1583744"/>
                  </a:lnTo>
                  <a:lnTo>
                    <a:pt x="5969285" y="1502260"/>
                  </a:lnTo>
                  <a:lnTo>
                    <a:pt x="6007297" y="1419606"/>
                  </a:lnTo>
                  <a:lnTo>
                    <a:pt x="6045393" y="1336391"/>
                  </a:lnTo>
                  <a:lnTo>
                    <a:pt x="6083480" y="1253239"/>
                  </a:lnTo>
                  <a:lnTo>
                    <a:pt x="6121465" y="1170774"/>
                  </a:lnTo>
                  <a:lnTo>
                    <a:pt x="6159262" y="1089596"/>
                  </a:lnTo>
                  <a:lnTo>
                    <a:pt x="6196799" y="1010269"/>
                  </a:lnTo>
                  <a:lnTo>
                    <a:pt x="6234021" y="933299"/>
                  </a:lnTo>
                  <a:lnTo>
                    <a:pt x="6270896" y="859127"/>
                  </a:lnTo>
                  <a:lnTo>
                    <a:pt x="6307420" y="788116"/>
                  </a:lnTo>
                  <a:lnTo>
                    <a:pt x="6343620" y="720550"/>
                  </a:lnTo>
                  <a:lnTo>
                    <a:pt x="6379555" y="656628"/>
                  </a:lnTo>
                  <a:lnTo>
                    <a:pt x="6415325" y="596471"/>
                  </a:lnTo>
                  <a:lnTo>
                    <a:pt x="6451069" y="540123"/>
                  </a:lnTo>
                  <a:lnTo>
                    <a:pt x="6486970" y="487559"/>
                  </a:lnTo>
                  <a:lnTo>
                    <a:pt x="6515891" y="448266"/>
                  </a:lnTo>
                  <a:lnTo>
                    <a:pt x="6562683" y="390626"/>
                  </a:lnTo>
                  <a:lnTo>
                    <a:pt x="6611083" y="338827"/>
                  </a:lnTo>
                  <a:lnTo>
                    <a:pt x="6661856" y="292562"/>
                  </a:lnTo>
                  <a:lnTo>
                    <a:pt x="6715862" y="251319"/>
                  </a:lnTo>
                  <a:lnTo>
                    <a:pt x="6773974" y="214521"/>
                  </a:lnTo>
                  <a:lnTo>
                    <a:pt x="6837001" y="181614"/>
                  </a:lnTo>
                  <a:lnTo>
                    <a:pt x="6905598" y="152115"/>
                  </a:lnTo>
                  <a:lnTo>
                    <a:pt x="6980130" y="125634"/>
                  </a:lnTo>
                  <a:lnTo>
                    <a:pt x="7060506" y="101890"/>
                  </a:lnTo>
                  <a:lnTo>
                    <a:pt x="7145978" y="80711"/>
                  </a:lnTo>
                  <a:lnTo>
                    <a:pt x="7234944" y="62031"/>
                  </a:lnTo>
                  <a:lnTo>
                    <a:pt x="7324824" y="45864"/>
                  </a:lnTo>
                  <a:lnTo>
                    <a:pt x="7412111" y="32268"/>
                  </a:lnTo>
                  <a:lnTo>
                    <a:pt x="7492686" y="21291"/>
                  </a:lnTo>
                  <a:lnTo>
                    <a:pt x="7562430" y="12907"/>
                  </a:lnTo>
                  <a:lnTo>
                    <a:pt x="7618037" y="6965"/>
                  </a:lnTo>
                  <a:lnTo>
                    <a:pt x="7657791" y="3165"/>
                  </a:lnTo>
                  <a:lnTo>
                    <a:pt x="7682061" y="1079"/>
                  </a:lnTo>
                  <a:lnTo>
                    <a:pt x="7693376" y="201"/>
                  </a:lnTo>
                  <a:lnTo>
                    <a:pt x="7696183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8" name="pl448"/>
            <p:cNvSpPr/>
            <p:nvPr/>
          </p:nvSpPr>
          <p:spPr>
            <a:xfrm>
              <a:off x="546595" y="1926476"/>
              <a:ext cx="8234974" cy="2689599"/>
            </a:xfrm>
            <a:custGeom>
              <a:avLst/>
              <a:pathLst>
                <a:path w="8234974" h="2689599">
                  <a:moveTo>
                    <a:pt x="8234974" y="0"/>
                  </a:moveTo>
                  <a:lnTo>
                    <a:pt x="7696237" y="0"/>
                  </a:lnTo>
                  <a:lnTo>
                    <a:pt x="7695057" y="80"/>
                  </a:lnTo>
                  <a:lnTo>
                    <a:pt x="7687341" y="659"/>
                  </a:lnTo>
                  <a:lnTo>
                    <a:pt x="7668037" y="2258"/>
                  </a:lnTo>
                  <a:lnTo>
                    <a:pt x="7633903" y="5399"/>
                  </a:lnTo>
                  <a:lnTo>
                    <a:pt x="7583795" y="10544"/>
                  </a:lnTo>
                  <a:lnTo>
                    <a:pt x="7518729" y="18042"/>
                  </a:lnTo>
                  <a:lnTo>
                    <a:pt x="7441529" y="28095"/>
                  </a:lnTo>
                  <a:lnTo>
                    <a:pt x="7356125" y="40769"/>
                  </a:lnTo>
                  <a:lnTo>
                    <a:pt x="7266718" y="56037"/>
                  </a:lnTo>
                  <a:lnTo>
                    <a:pt x="7177084" y="73835"/>
                  </a:lnTo>
                  <a:lnTo>
                    <a:pt x="7090147" y="94130"/>
                  </a:lnTo>
                  <a:lnTo>
                    <a:pt x="7007847" y="116954"/>
                  </a:lnTo>
                  <a:lnTo>
                    <a:pt x="6931213" y="142443"/>
                  </a:lnTo>
                  <a:lnTo>
                    <a:pt x="6860544" y="170838"/>
                  </a:lnTo>
                  <a:lnTo>
                    <a:pt x="6795614" y="202491"/>
                  </a:lnTo>
                  <a:lnTo>
                    <a:pt x="6735855" y="237856"/>
                  </a:lnTo>
                  <a:lnTo>
                    <a:pt x="6680499" y="277465"/>
                  </a:lnTo>
                  <a:lnTo>
                    <a:pt x="6628685" y="321894"/>
                  </a:lnTo>
                  <a:lnTo>
                    <a:pt x="6579542" y="371690"/>
                  </a:lnTo>
                  <a:lnTo>
                    <a:pt x="6532261" y="427256"/>
                  </a:lnTo>
                  <a:lnTo>
                    <a:pt x="6515891" y="448266"/>
                  </a:lnTo>
                  <a:lnTo>
                    <a:pt x="6479698" y="497870"/>
                  </a:lnTo>
                  <a:lnTo>
                    <a:pt x="6443846" y="551193"/>
                  </a:lnTo>
                  <a:lnTo>
                    <a:pt x="6408110" y="608310"/>
                  </a:lnTo>
                  <a:lnTo>
                    <a:pt x="6372317" y="669234"/>
                  </a:lnTo>
                  <a:lnTo>
                    <a:pt x="6336334" y="733903"/>
                  </a:lnTo>
                  <a:lnTo>
                    <a:pt x="6300073" y="802184"/>
                  </a:lnTo>
                  <a:lnTo>
                    <a:pt x="6263479" y="873859"/>
                  </a:lnTo>
                  <a:lnTo>
                    <a:pt x="6226533" y="948627"/>
                  </a:lnTo>
                  <a:lnTo>
                    <a:pt x="6189244" y="1026111"/>
                  </a:lnTo>
                  <a:lnTo>
                    <a:pt x="6151649" y="1105855"/>
                  </a:lnTo>
                  <a:lnTo>
                    <a:pt x="6113808" y="1187339"/>
                  </a:lnTo>
                  <a:lnTo>
                    <a:pt x="6075795" y="1269993"/>
                  </a:lnTo>
                  <a:lnTo>
                    <a:pt x="6037699" y="1353208"/>
                  </a:lnTo>
                  <a:lnTo>
                    <a:pt x="5999612" y="1436360"/>
                  </a:lnTo>
                  <a:lnTo>
                    <a:pt x="5961628" y="1518825"/>
                  </a:lnTo>
                  <a:lnTo>
                    <a:pt x="5923830" y="1600003"/>
                  </a:lnTo>
                  <a:lnTo>
                    <a:pt x="5886294" y="1679330"/>
                  </a:lnTo>
                  <a:lnTo>
                    <a:pt x="5849072" y="1756300"/>
                  </a:lnTo>
                  <a:lnTo>
                    <a:pt x="5812197" y="1830472"/>
                  </a:lnTo>
                  <a:lnTo>
                    <a:pt x="5775673" y="1901483"/>
                  </a:lnTo>
                  <a:lnTo>
                    <a:pt x="5739473" y="1969049"/>
                  </a:lnTo>
                  <a:lnTo>
                    <a:pt x="5703537" y="2032971"/>
                  </a:lnTo>
                  <a:lnTo>
                    <a:pt x="5667767" y="2093128"/>
                  </a:lnTo>
                  <a:lnTo>
                    <a:pt x="5632024" y="2149476"/>
                  </a:lnTo>
                  <a:lnTo>
                    <a:pt x="5596123" y="2202040"/>
                  </a:lnTo>
                  <a:lnTo>
                    <a:pt x="5567201" y="2241333"/>
                  </a:lnTo>
                  <a:lnTo>
                    <a:pt x="5520409" y="2298973"/>
                  </a:lnTo>
                  <a:lnTo>
                    <a:pt x="5472010" y="2350772"/>
                  </a:lnTo>
                  <a:lnTo>
                    <a:pt x="5421236" y="2397037"/>
                  </a:lnTo>
                  <a:lnTo>
                    <a:pt x="5367230" y="2438280"/>
                  </a:lnTo>
                  <a:lnTo>
                    <a:pt x="5309119" y="2475078"/>
                  </a:lnTo>
                  <a:lnTo>
                    <a:pt x="5246091" y="2507985"/>
                  </a:lnTo>
                  <a:lnTo>
                    <a:pt x="5177495" y="2537484"/>
                  </a:lnTo>
                  <a:lnTo>
                    <a:pt x="5102962" y="2563965"/>
                  </a:lnTo>
                  <a:lnTo>
                    <a:pt x="5022586" y="2587709"/>
                  </a:lnTo>
                  <a:lnTo>
                    <a:pt x="4937114" y="2608887"/>
                  </a:lnTo>
                  <a:lnTo>
                    <a:pt x="4848148" y="2627568"/>
                  </a:lnTo>
                  <a:lnTo>
                    <a:pt x="4758268" y="2643735"/>
                  </a:lnTo>
                  <a:lnTo>
                    <a:pt x="4670981" y="2657331"/>
                  </a:lnTo>
                  <a:lnTo>
                    <a:pt x="4590406" y="2668308"/>
                  </a:lnTo>
                  <a:lnTo>
                    <a:pt x="4520662" y="2676692"/>
                  </a:lnTo>
                  <a:lnTo>
                    <a:pt x="4465055" y="2682634"/>
                  </a:lnTo>
                  <a:lnTo>
                    <a:pt x="4425302" y="2686434"/>
                  </a:lnTo>
                  <a:lnTo>
                    <a:pt x="4401032" y="2688520"/>
                  </a:lnTo>
                  <a:lnTo>
                    <a:pt x="4389717" y="2689398"/>
                  </a:lnTo>
                  <a:lnTo>
                    <a:pt x="4386909" y="2689596"/>
                  </a:lnTo>
                  <a:lnTo>
                    <a:pt x="4386855" y="2689599"/>
                  </a:lnTo>
                  <a:lnTo>
                    <a:pt x="3848118" y="2689599"/>
                  </a:lnTo>
                  <a:lnTo>
                    <a:pt x="3846894" y="2689534"/>
                  </a:lnTo>
                  <a:lnTo>
                    <a:pt x="3838891" y="2689065"/>
                  </a:lnTo>
                  <a:lnTo>
                    <a:pt x="3818897" y="2687770"/>
                  </a:lnTo>
                  <a:lnTo>
                    <a:pt x="3783611" y="2685227"/>
                  </a:lnTo>
                  <a:lnTo>
                    <a:pt x="3731947" y="2681066"/>
                  </a:lnTo>
                  <a:lnTo>
                    <a:pt x="3665079" y="2675010"/>
                  </a:lnTo>
                  <a:lnTo>
                    <a:pt x="3586048" y="2666903"/>
                  </a:lnTo>
                  <a:lnTo>
                    <a:pt x="3498987" y="2656702"/>
                  </a:lnTo>
                  <a:lnTo>
                    <a:pt x="3408245" y="2644432"/>
                  </a:lnTo>
                  <a:lnTo>
                    <a:pt x="3317663" y="2630144"/>
                  </a:lnTo>
                  <a:lnTo>
                    <a:pt x="3230155" y="2613861"/>
                  </a:lnTo>
                  <a:lnTo>
                    <a:pt x="3147603" y="2595545"/>
                  </a:lnTo>
                  <a:lnTo>
                    <a:pt x="3070950" y="2575075"/>
                  </a:lnTo>
                  <a:lnTo>
                    <a:pt x="3000409" y="2552241"/>
                  </a:lnTo>
                  <a:lnTo>
                    <a:pt x="2935670" y="2526744"/>
                  </a:lnTo>
                  <a:lnTo>
                    <a:pt x="2876096" y="2498202"/>
                  </a:lnTo>
                  <a:lnTo>
                    <a:pt x="2820861" y="2466174"/>
                  </a:lnTo>
                  <a:lnTo>
                    <a:pt x="2769065" y="2430194"/>
                  </a:lnTo>
                  <a:lnTo>
                    <a:pt x="2719809" y="2389835"/>
                  </a:lnTo>
                  <a:lnTo>
                    <a:pt x="2672281" y="2344821"/>
                  </a:lnTo>
                  <a:lnTo>
                    <a:pt x="2667772" y="2340242"/>
                  </a:lnTo>
                  <a:lnTo>
                    <a:pt x="2628129" y="2297724"/>
                  </a:lnTo>
                  <a:lnTo>
                    <a:pt x="2588869" y="2251716"/>
                  </a:lnTo>
                  <a:lnTo>
                    <a:pt x="2549705" y="2202152"/>
                  </a:lnTo>
                  <a:lnTo>
                    <a:pt x="2510421" y="2149035"/>
                  </a:lnTo>
                  <a:lnTo>
                    <a:pt x="2470864" y="2092452"/>
                  </a:lnTo>
                  <a:lnTo>
                    <a:pt x="2430937" y="2032578"/>
                  </a:lnTo>
                  <a:lnTo>
                    <a:pt x="2390593" y="1969681"/>
                  </a:lnTo>
                  <a:lnTo>
                    <a:pt x="2349831" y="1904120"/>
                  </a:lnTo>
                  <a:lnTo>
                    <a:pt x="2308689" y="1836339"/>
                  </a:lnTo>
                  <a:lnTo>
                    <a:pt x="2267239" y="1766859"/>
                  </a:lnTo>
                  <a:lnTo>
                    <a:pt x="2225580" y="1696264"/>
                  </a:lnTo>
                  <a:lnTo>
                    <a:pt x="2183828" y="1625175"/>
                  </a:lnTo>
                  <a:lnTo>
                    <a:pt x="2142103" y="1554234"/>
                  </a:lnTo>
                  <a:lnTo>
                    <a:pt x="2100527" y="1484076"/>
                  </a:lnTo>
                  <a:lnTo>
                    <a:pt x="2059208" y="1415309"/>
                  </a:lnTo>
                  <a:lnTo>
                    <a:pt x="2018233" y="1348488"/>
                  </a:lnTo>
                  <a:lnTo>
                    <a:pt x="1977661" y="1284101"/>
                  </a:lnTo>
                  <a:lnTo>
                    <a:pt x="1937511" y="1222555"/>
                  </a:lnTo>
                  <a:lnTo>
                    <a:pt x="1897763" y="1164166"/>
                  </a:lnTo>
                  <a:lnTo>
                    <a:pt x="1858347" y="1109161"/>
                  </a:lnTo>
                  <a:lnTo>
                    <a:pt x="1819141" y="1057671"/>
                  </a:lnTo>
                  <a:lnTo>
                    <a:pt x="1779964" y="1009746"/>
                  </a:lnTo>
                  <a:lnTo>
                    <a:pt x="1740568" y="965355"/>
                  </a:lnTo>
                  <a:lnTo>
                    <a:pt x="1719082" y="942811"/>
                  </a:lnTo>
                  <a:lnTo>
                    <a:pt x="1671684" y="897345"/>
                  </a:lnTo>
                  <a:lnTo>
                    <a:pt x="1622627" y="856547"/>
                  </a:lnTo>
                  <a:lnTo>
                    <a:pt x="1571113" y="820163"/>
                  </a:lnTo>
                  <a:lnTo>
                    <a:pt x="1516250" y="787775"/>
                  </a:lnTo>
                  <a:lnTo>
                    <a:pt x="1457131" y="758917"/>
                  </a:lnTo>
                  <a:lnTo>
                    <a:pt x="1392921" y="733144"/>
                  </a:lnTo>
                  <a:lnTo>
                    <a:pt x="1322957" y="710069"/>
                  </a:lnTo>
                  <a:lnTo>
                    <a:pt x="1246894" y="689382"/>
                  </a:lnTo>
                  <a:lnTo>
                    <a:pt x="1164881" y="670865"/>
                  </a:lnTo>
                  <a:lnTo>
                    <a:pt x="1077785" y="654390"/>
                  </a:lnTo>
                  <a:lnTo>
                    <a:pt x="987388" y="639909"/>
                  </a:lnTo>
                  <a:lnTo>
                    <a:pt x="896508" y="627443"/>
                  </a:lnTo>
                  <a:lnTo>
                    <a:pt x="808907" y="617040"/>
                  </a:lnTo>
                  <a:lnTo>
                    <a:pt x="728913" y="608733"/>
                  </a:lnTo>
                  <a:lnTo>
                    <a:pt x="660719" y="602485"/>
                  </a:lnTo>
                  <a:lnTo>
                    <a:pt x="607505" y="598151"/>
                  </a:lnTo>
                  <a:lnTo>
                    <a:pt x="570653" y="595467"/>
                  </a:lnTo>
                  <a:lnTo>
                    <a:pt x="549298" y="594070"/>
                  </a:lnTo>
                  <a:lnTo>
                    <a:pt x="540341" y="593540"/>
                  </a:lnTo>
                  <a:lnTo>
                    <a:pt x="538737" y="593454"/>
                  </a:lnTo>
                  <a:lnTo>
                    <a:pt x="538736" y="593454"/>
                  </a:lnTo>
                  <a:lnTo>
                    <a:pt x="0" y="5934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9" name="pg449"/>
            <p:cNvSpPr/>
            <p:nvPr/>
          </p:nvSpPr>
          <p:spPr>
            <a:xfrm>
              <a:off x="546595" y="2122479"/>
              <a:ext cx="8234974" cy="2515374"/>
            </a:xfrm>
            <a:custGeom>
              <a:avLst/>
              <a:pathLst>
                <a:path w="8234974" h="2515374">
                  <a:moveTo>
                    <a:pt x="0" y="413784"/>
                  </a:moveTo>
                  <a:lnTo>
                    <a:pt x="538736" y="413784"/>
                  </a:lnTo>
                  <a:lnTo>
                    <a:pt x="539961" y="413850"/>
                  </a:lnTo>
                  <a:lnTo>
                    <a:pt x="547961" y="414319"/>
                  </a:lnTo>
                  <a:lnTo>
                    <a:pt x="567949" y="415618"/>
                  </a:lnTo>
                  <a:lnTo>
                    <a:pt x="603225" y="418166"/>
                  </a:lnTo>
                  <a:lnTo>
                    <a:pt x="654877" y="422337"/>
                  </a:lnTo>
                  <a:lnTo>
                    <a:pt x="721729" y="428407"/>
                  </a:lnTo>
                  <a:lnTo>
                    <a:pt x="800746" y="436532"/>
                  </a:lnTo>
                  <a:lnTo>
                    <a:pt x="887793" y="446758"/>
                  </a:lnTo>
                  <a:lnTo>
                    <a:pt x="978523" y="459056"/>
                  </a:lnTo>
                  <a:lnTo>
                    <a:pt x="1069098" y="473378"/>
                  </a:lnTo>
                  <a:lnTo>
                    <a:pt x="1156601" y="489699"/>
                  </a:lnTo>
                  <a:lnTo>
                    <a:pt x="1239152" y="508059"/>
                  </a:lnTo>
                  <a:lnTo>
                    <a:pt x="1315804" y="528576"/>
                  </a:lnTo>
                  <a:lnTo>
                    <a:pt x="1386347" y="551463"/>
                  </a:lnTo>
                  <a:lnTo>
                    <a:pt x="1451087" y="577020"/>
                  </a:lnTo>
                  <a:lnTo>
                    <a:pt x="1510663" y="605628"/>
                  </a:lnTo>
                  <a:lnTo>
                    <a:pt x="1565898" y="637729"/>
                  </a:lnTo>
                  <a:lnTo>
                    <a:pt x="1617695" y="673791"/>
                  </a:lnTo>
                  <a:lnTo>
                    <a:pt x="1666950" y="714242"/>
                  </a:lnTo>
                  <a:lnTo>
                    <a:pt x="1714476" y="759358"/>
                  </a:lnTo>
                  <a:lnTo>
                    <a:pt x="1719082" y="764049"/>
                  </a:lnTo>
                  <a:lnTo>
                    <a:pt x="1758690" y="806638"/>
                  </a:lnTo>
                  <a:lnTo>
                    <a:pt x="1797916" y="852719"/>
                  </a:lnTo>
                  <a:lnTo>
                    <a:pt x="1837045" y="902361"/>
                  </a:lnTo>
                  <a:lnTo>
                    <a:pt x="1876294" y="955557"/>
                  </a:lnTo>
                  <a:lnTo>
                    <a:pt x="1915814" y="1012223"/>
                  </a:lnTo>
                  <a:lnTo>
                    <a:pt x="1955703" y="1072183"/>
                  </a:lnTo>
                  <a:lnTo>
                    <a:pt x="1996009" y="1135171"/>
                  </a:lnTo>
                  <a:lnTo>
                    <a:pt x="2036733" y="1200829"/>
                  </a:lnTo>
                  <a:lnTo>
                    <a:pt x="2077836" y="1268710"/>
                  </a:lnTo>
                  <a:lnTo>
                    <a:pt x="2119246" y="1338296"/>
                  </a:lnTo>
                  <a:lnTo>
                    <a:pt x="2160866" y="1409005"/>
                  </a:lnTo>
                  <a:lnTo>
                    <a:pt x="2202582" y="1480213"/>
                  </a:lnTo>
                  <a:lnTo>
                    <a:pt x="2244270" y="1551281"/>
                  </a:lnTo>
                  <a:lnTo>
                    <a:pt x="2285812" y="1621571"/>
                  </a:lnTo>
                  <a:lnTo>
                    <a:pt x="2327098" y="1690478"/>
                  </a:lnTo>
                  <a:lnTo>
                    <a:pt x="2368042" y="1757443"/>
                  </a:lnTo>
                  <a:lnTo>
                    <a:pt x="2408585" y="1821979"/>
                  </a:lnTo>
                  <a:lnTo>
                    <a:pt x="2448705" y="1883677"/>
                  </a:lnTo>
                  <a:lnTo>
                    <a:pt x="2488424" y="1942219"/>
                  </a:lnTo>
                  <a:lnTo>
                    <a:pt x="2527809" y="1997379"/>
                  </a:lnTo>
                  <a:lnTo>
                    <a:pt x="2566983" y="2049021"/>
                  </a:lnTo>
                  <a:lnTo>
                    <a:pt x="2606124" y="2097096"/>
                  </a:lnTo>
                  <a:lnTo>
                    <a:pt x="2645478" y="2141632"/>
                  </a:lnTo>
                  <a:lnTo>
                    <a:pt x="2667772" y="2165109"/>
                  </a:lnTo>
                  <a:lnTo>
                    <a:pt x="2715166" y="2210689"/>
                  </a:lnTo>
                  <a:lnTo>
                    <a:pt x="2764217" y="2251590"/>
                  </a:lnTo>
                  <a:lnTo>
                    <a:pt x="2815724" y="2288066"/>
                  </a:lnTo>
                  <a:lnTo>
                    <a:pt x="2870581" y="2320535"/>
                  </a:lnTo>
                  <a:lnTo>
                    <a:pt x="2929692" y="2349466"/>
                  </a:lnTo>
                  <a:lnTo>
                    <a:pt x="2993892" y="2375305"/>
                  </a:lnTo>
                  <a:lnTo>
                    <a:pt x="3063844" y="2398440"/>
                  </a:lnTo>
                  <a:lnTo>
                    <a:pt x="3139894" y="2419180"/>
                  </a:lnTo>
                  <a:lnTo>
                    <a:pt x="3221893" y="2437745"/>
                  </a:lnTo>
                  <a:lnTo>
                    <a:pt x="3308976" y="2454264"/>
                  </a:lnTo>
                  <a:lnTo>
                    <a:pt x="3399361" y="2468783"/>
                  </a:lnTo>
                  <a:lnTo>
                    <a:pt x="3490234" y="2481282"/>
                  </a:lnTo>
                  <a:lnTo>
                    <a:pt x="3577832" y="2491714"/>
                  </a:lnTo>
                  <a:lnTo>
                    <a:pt x="3657832" y="2500045"/>
                  </a:lnTo>
                  <a:lnTo>
                    <a:pt x="3726040" y="2506312"/>
                  </a:lnTo>
                  <a:lnTo>
                    <a:pt x="3779274" y="2510659"/>
                  </a:lnTo>
                  <a:lnTo>
                    <a:pt x="3816150" y="2513352"/>
                  </a:lnTo>
                  <a:lnTo>
                    <a:pt x="3837529" y="2514755"/>
                  </a:lnTo>
                  <a:lnTo>
                    <a:pt x="3846505" y="2515287"/>
                  </a:lnTo>
                  <a:lnTo>
                    <a:pt x="3848118" y="2515374"/>
                  </a:lnTo>
                  <a:lnTo>
                    <a:pt x="4386855" y="2515374"/>
                  </a:lnTo>
                  <a:lnTo>
                    <a:pt x="4388049" y="2515298"/>
                  </a:lnTo>
                  <a:lnTo>
                    <a:pt x="4395857" y="2514751"/>
                  </a:lnTo>
                  <a:lnTo>
                    <a:pt x="4415382" y="2513240"/>
                  </a:lnTo>
                  <a:lnTo>
                    <a:pt x="4449885" y="2510273"/>
                  </a:lnTo>
                  <a:lnTo>
                    <a:pt x="4500492" y="2505413"/>
                  </a:lnTo>
                  <a:lnTo>
                    <a:pt x="4566137" y="2498335"/>
                  </a:lnTo>
                  <a:lnTo>
                    <a:pt x="4643927" y="2488850"/>
                  </a:lnTo>
                  <a:lnTo>
                    <a:pt x="4729867" y="2476898"/>
                  </a:lnTo>
                  <a:lnTo>
                    <a:pt x="4819708" y="2462508"/>
                  </a:lnTo>
                  <a:lnTo>
                    <a:pt x="4909653" y="2445738"/>
                  </a:lnTo>
                  <a:lnTo>
                    <a:pt x="4996778" y="2426621"/>
                  </a:lnTo>
                  <a:lnTo>
                    <a:pt x="5079164" y="2405118"/>
                  </a:lnTo>
                  <a:lnTo>
                    <a:pt x="5155807" y="2381101"/>
                  </a:lnTo>
                  <a:lnTo>
                    <a:pt x="5226437" y="2354334"/>
                  </a:lnTo>
                  <a:lnTo>
                    <a:pt x="5291306" y="2324479"/>
                  </a:lnTo>
                  <a:lnTo>
                    <a:pt x="5351005" y="2291103"/>
                  </a:lnTo>
                  <a:lnTo>
                    <a:pt x="5406320" y="2253698"/>
                  </a:lnTo>
                  <a:lnTo>
                    <a:pt x="5458126" y="2211721"/>
                  </a:lnTo>
                  <a:lnTo>
                    <a:pt x="5507302" y="2164659"/>
                  </a:lnTo>
                  <a:lnTo>
                    <a:pt x="5554659" y="2112151"/>
                  </a:lnTo>
                  <a:lnTo>
                    <a:pt x="5567201" y="2097053"/>
                  </a:lnTo>
                  <a:lnTo>
                    <a:pt x="5604364" y="2049467"/>
                  </a:lnTo>
                  <a:lnTo>
                    <a:pt x="5641174" y="1998219"/>
                  </a:lnTo>
                  <a:lnTo>
                    <a:pt x="5677871" y="1943235"/>
                  </a:lnTo>
                  <a:lnTo>
                    <a:pt x="5714643" y="1884508"/>
                  </a:lnTo>
                  <a:lnTo>
                    <a:pt x="5751626" y="1822104"/>
                  </a:lnTo>
                  <a:lnTo>
                    <a:pt x="5788912" y="1756171"/>
                  </a:lnTo>
                  <a:lnTo>
                    <a:pt x="5826555" y="1686941"/>
                  </a:lnTo>
                  <a:lnTo>
                    <a:pt x="5864570" y="1614730"/>
                  </a:lnTo>
                  <a:lnTo>
                    <a:pt x="5902940" y="1539938"/>
                  </a:lnTo>
                  <a:lnTo>
                    <a:pt x="5941618" y="1463040"/>
                  </a:lnTo>
                  <a:lnTo>
                    <a:pt x="5980538" y="1384577"/>
                  </a:lnTo>
                  <a:lnTo>
                    <a:pt x="6019611" y="1305138"/>
                  </a:lnTo>
                  <a:lnTo>
                    <a:pt x="6058741" y="1225344"/>
                  </a:lnTo>
                  <a:lnTo>
                    <a:pt x="6097826" y="1145828"/>
                  </a:lnTo>
                  <a:lnTo>
                    <a:pt x="6136769" y="1067214"/>
                  </a:lnTo>
                  <a:lnTo>
                    <a:pt x="6175481" y="990097"/>
                  </a:lnTo>
                  <a:lnTo>
                    <a:pt x="6213891" y="915023"/>
                  </a:lnTo>
                  <a:lnTo>
                    <a:pt x="6251950" y="842477"/>
                  </a:lnTo>
                  <a:lnTo>
                    <a:pt x="6289638" y="772866"/>
                  </a:lnTo>
                  <a:lnTo>
                    <a:pt x="6326966" y="706520"/>
                  </a:lnTo>
                  <a:lnTo>
                    <a:pt x="6363981" y="643679"/>
                  </a:lnTo>
                  <a:lnTo>
                    <a:pt x="6400772" y="584501"/>
                  </a:lnTo>
                  <a:lnTo>
                    <a:pt x="6437470" y="529062"/>
                  </a:lnTo>
                  <a:lnTo>
                    <a:pt x="6474254" y="477364"/>
                  </a:lnTo>
                  <a:lnTo>
                    <a:pt x="6511359" y="429341"/>
                  </a:lnTo>
                  <a:lnTo>
                    <a:pt x="6515891" y="423766"/>
                  </a:lnTo>
                  <a:lnTo>
                    <a:pt x="6562879" y="369766"/>
                  </a:lnTo>
                  <a:lnTo>
                    <a:pt x="6611489" y="321262"/>
                  </a:lnTo>
                  <a:lnTo>
                    <a:pt x="6662501" y="277961"/>
                  </a:lnTo>
                  <a:lnTo>
                    <a:pt x="6716783" y="239378"/>
                  </a:lnTo>
                  <a:lnTo>
                    <a:pt x="6775217" y="204969"/>
                  </a:lnTo>
                  <a:lnTo>
                    <a:pt x="6838624" y="174211"/>
                  </a:lnTo>
                  <a:lnTo>
                    <a:pt x="6907659" y="146649"/>
                  </a:lnTo>
                  <a:lnTo>
                    <a:pt x="6982683" y="121918"/>
                  </a:lnTo>
                  <a:lnTo>
                    <a:pt x="7063585" y="99755"/>
                  </a:lnTo>
                  <a:lnTo>
                    <a:pt x="7149582" y="80002"/>
                  </a:lnTo>
                  <a:lnTo>
                    <a:pt x="7239012" y="62598"/>
                  </a:lnTo>
                  <a:lnTo>
                    <a:pt x="7329224" y="47562"/>
                  </a:lnTo>
                  <a:lnTo>
                    <a:pt x="7416626" y="34947"/>
                  </a:lnTo>
                  <a:lnTo>
                    <a:pt x="7497031" y="24798"/>
                  </a:lnTo>
                  <a:lnTo>
                    <a:pt x="7566296" y="17084"/>
                  </a:lnTo>
                  <a:lnTo>
                    <a:pt x="7621147" y="11653"/>
                  </a:lnTo>
                  <a:lnTo>
                    <a:pt x="7659973" y="8215"/>
                  </a:lnTo>
                  <a:lnTo>
                    <a:pt x="7683298" y="6358"/>
                  </a:lnTo>
                  <a:lnTo>
                    <a:pt x="7693832" y="560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3" y="76"/>
                  </a:lnTo>
                  <a:lnTo>
                    <a:pt x="7687235" y="622"/>
                  </a:lnTo>
                  <a:lnTo>
                    <a:pt x="7667711" y="2134"/>
                  </a:lnTo>
                  <a:lnTo>
                    <a:pt x="7633208" y="5101"/>
                  </a:lnTo>
                  <a:lnTo>
                    <a:pt x="7582601" y="9960"/>
                  </a:lnTo>
                  <a:lnTo>
                    <a:pt x="7516956" y="17039"/>
                  </a:lnTo>
                  <a:lnTo>
                    <a:pt x="7439166" y="26524"/>
                  </a:lnTo>
                  <a:lnTo>
                    <a:pt x="7353225" y="38476"/>
                  </a:lnTo>
                  <a:lnTo>
                    <a:pt x="7263384" y="52866"/>
                  </a:lnTo>
                  <a:lnTo>
                    <a:pt x="7173440" y="69636"/>
                  </a:lnTo>
                  <a:lnTo>
                    <a:pt x="7086314" y="88753"/>
                  </a:lnTo>
                  <a:lnTo>
                    <a:pt x="7003928" y="110256"/>
                  </a:lnTo>
                  <a:lnTo>
                    <a:pt x="6927285" y="134273"/>
                  </a:lnTo>
                  <a:lnTo>
                    <a:pt x="6856655" y="161040"/>
                  </a:lnTo>
                  <a:lnTo>
                    <a:pt x="6791786" y="190895"/>
                  </a:lnTo>
                  <a:lnTo>
                    <a:pt x="6732088" y="224271"/>
                  </a:lnTo>
                  <a:lnTo>
                    <a:pt x="6676772" y="261675"/>
                  </a:lnTo>
                  <a:lnTo>
                    <a:pt x="6624967" y="303652"/>
                  </a:lnTo>
                  <a:lnTo>
                    <a:pt x="6575791" y="350714"/>
                  </a:lnTo>
                  <a:lnTo>
                    <a:pt x="6528434" y="403223"/>
                  </a:lnTo>
                  <a:lnTo>
                    <a:pt x="6515891" y="418321"/>
                  </a:lnTo>
                  <a:lnTo>
                    <a:pt x="6478728" y="465907"/>
                  </a:lnTo>
                  <a:lnTo>
                    <a:pt x="6441919" y="517154"/>
                  </a:lnTo>
                  <a:lnTo>
                    <a:pt x="6405221" y="572139"/>
                  </a:lnTo>
                  <a:lnTo>
                    <a:pt x="6368449" y="630866"/>
                  </a:lnTo>
                  <a:lnTo>
                    <a:pt x="6331467" y="693270"/>
                  </a:lnTo>
                  <a:lnTo>
                    <a:pt x="6294180" y="759203"/>
                  </a:lnTo>
                  <a:lnTo>
                    <a:pt x="6256537" y="828433"/>
                  </a:lnTo>
                  <a:lnTo>
                    <a:pt x="6218522" y="900644"/>
                  </a:lnTo>
                  <a:lnTo>
                    <a:pt x="6180153" y="975436"/>
                  </a:lnTo>
                  <a:lnTo>
                    <a:pt x="6141474" y="1052333"/>
                  </a:lnTo>
                  <a:lnTo>
                    <a:pt x="6102555" y="1130797"/>
                  </a:lnTo>
                  <a:lnTo>
                    <a:pt x="6063482" y="1210236"/>
                  </a:lnTo>
                  <a:lnTo>
                    <a:pt x="6024352" y="1290030"/>
                  </a:lnTo>
                  <a:lnTo>
                    <a:pt x="5985266" y="1369546"/>
                  </a:lnTo>
                  <a:lnTo>
                    <a:pt x="5946323" y="1448160"/>
                  </a:lnTo>
                  <a:lnTo>
                    <a:pt x="5907611" y="1525277"/>
                  </a:lnTo>
                  <a:lnTo>
                    <a:pt x="5869201" y="1600351"/>
                  </a:lnTo>
                  <a:lnTo>
                    <a:pt x="5831142" y="1672897"/>
                  </a:lnTo>
                  <a:lnTo>
                    <a:pt x="5793454" y="1742507"/>
                  </a:lnTo>
                  <a:lnTo>
                    <a:pt x="5756127" y="1808854"/>
                  </a:lnTo>
                  <a:lnTo>
                    <a:pt x="5719111" y="1871695"/>
                  </a:lnTo>
                  <a:lnTo>
                    <a:pt x="5682320" y="1930873"/>
                  </a:lnTo>
                  <a:lnTo>
                    <a:pt x="5645622" y="1986312"/>
                  </a:lnTo>
                  <a:lnTo>
                    <a:pt x="5608838" y="2038010"/>
                  </a:lnTo>
                  <a:lnTo>
                    <a:pt x="5571733" y="2086033"/>
                  </a:lnTo>
                  <a:lnTo>
                    <a:pt x="5567201" y="2091608"/>
                  </a:lnTo>
                  <a:lnTo>
                    <a:pt x="5520214" y="2145608"/>
                  </a:lnTo>
                  <a:lnTo>
                    <a:pt x="5471603" y="2194112"/>
                  </a:lnTo>
                  <a:lnTo>
                    <a:pt x="5420592" y="2237413"/>
                  </a:lnTo>
                  <a:lnTo>
                    <a:pt x="5366310" y="2275996"/>
                  </a:lnTo>
                  <a:lnTo>
                    <a:pt x="5307875" y="2310405"/>
                  </a:lnTo>
                  <a:lnTo>
                    <a:pt x="5244468" y="2341163"/>
                  </a:lnTo>
                  <a:lnTo>
                    <a:pt x="5175433" y="2368725"/>
                  </a:lnTo>
                  <a:lnTo>
                    <a:pt x="5100410" y="2393456"/>
                  </a:lnTo>
                  <a:lnTo>
                    <a:pt x="5019507" y="2415619"/>
                  </a:lnTo>
                  <a:lnTo>
                    <a:pt x="4933511" y="2435372"/>
                  </a:lnTo>
                  <a:lnTo>
                    <a:pt x="4844080" y="2452775"/>
                  </a:lnTo>
                  <a:lnTo>
                    <a:pt x="4753869" y="2467812"/>
                  </a:lnTo>
                  <a:lnTo>
                    <a:pt x="4666467" y="2480426"/>
                  </a:lnTo>
                  <a:lnTo>
                    <a:pt x="4586061" y="2490576"/>
                  </a:lnTo>
                  <a:lnTo>
                    <a:pt x="4516797" y="2498290"/>
                  </a:lnTo>
                  <a:lnTo>
                    <a:pt x="4461946" y="2503721"/>
                  </a:lnTo>
                  <a:lnTo>
                    <a:pt x="4423120" y="2507159"/>
                  </a:lnTo>
                  <a:lnTo>
                    <a:pt x="4399795" y="2509015"/>
                  </a:lnTo>
                  <a:lnTo>
                    <a:pt x="4389260" y="2509772"/>
                  </a:lnTo>
                  <a:lnTo>
                    <a:pt x="4386855" y="2509930"/>
                  </a:lnTo>
                  <a:lnTo>
                    <a:pt x="3848118" y="2509930"/>
                  </a:lnTo>
                  <a:lnTo>
                    <a:pt x="3846894" y="2509864"/>
                  </a:lnTo>
                  <a:lnTo>
                    <a:pt x="3838894" y="2509395"/>
                  </a:lnTo>
                  <a:lnTo>
                    <a:pt x="3818906" y="2508096"/>
                  </a:lnTo>
                  <a:lnTo>
                    <a:pt x="3783630" y="2505548"/>
                  </a:lnTo>
                  <a:lnTo>
                    <a:pt x="3731978" y="2501376"/>
                  </a:lnTo>
                  <a:lnTo>
                    <a:pt x="3665125" y="2495307"/>
                  </a:lnTo>
                  <a:lnTo>
                    <a:pt x="3586109" y="2487182"/>
                  </a:lnTo>
                  <a:lnTo>
                    <a:pt x="3499062" y="2476956"/>
                  </a:lnTo>
                  <a:lnTo>
                    <a:pt x="3408331" y="2464658"/>
                  </a:lnTo>
                  <a:lnTo>
                    <a:pt x="3317757" y="2450336"/>
                  </a:lnTo>
                  <a:lnTo>
                    <a:pt x="3230254" y="2434014"/>
                  </a:lnTo>
                  <a:lnTo>
                    <a:pt x="3147703" y="2415655"/>
                  </a:lnTo>
                  <a:lnTo>
                    <a:pt x="3071051" y="2395138"/>
                  </a:lnTo>
                  <a:lnTo>
                    <a:pt x="3000508" y="2372250"/>
                  </a:lnTo>
                  <a:lnTo>
                    <a:pt x="2935768" y="2346693"/>
                  </a:lnTo>
                  <a:lnTo>
                    <a:pt x="2876192" y="2318086"/>
                  </a:lnTo>
                  <a:lnTo>
                    <a:pt x="2820956" y="2285985"/>
                  </a:lnTo>
                  <a:lnTo>
                    <a:pt x="2769159" y="2249923"/>
                  </a:lnTo>
                  <a:lnTo>
                    <a:pt x="2719905" y="2209472"/>
                  </a:lnTo>
                  <a:lnTo>
                    <a:pt x="2672379" y="2164356"/>
                  </a:lnTo>
                  <a:lnTo>
                    <a:pt x="2667772" y="2159665"/>
                  </a:lnTo>
                  <a:lnTo>
                    <a:pt x="2628164" y="2117076"/>
                  </a:lnTo>
                  <a:lnTo>
                    <a:pt x="2588939" y="2070995"/>
                  </a:lnTo>
                  <a:lnTo>
                    <a:pt x="2549809" y="2021353"/>
                  </a:lnTo>
                  <a:lnTo>
                    <a:pt x="2510561" y="1968156"/>
                  </a:lnTo>
                  <a:lnTo>
                    <a:pt x="2471041" y="1911491"/>
                  </a:lnTo>
                  <a:lnTo>
                    <a:pt x="2431151" y="1851530"/>
                  </a:lnTo>
                  <a:lnTo>
                    <a:pt x="2390845" y="1788542"/>
                  </a:lnTo>
                  <a:lnTo>
                    <a:pt x="2350122" y="1722885"/>
                  </a:lnTo>
                  <a:lnTo>
                    <a:pt x="2309019" y="1655003"/>
                  </a:lnTo>
                  <a:lnTo>
                    <a:pt x="2267608" y="1585418"/>
                  </a:lnTo>
                  <a:lnTo>
                    <a:pt x="2225988" y="1514709"/>
                  </a:lnTo>
                  <a:lnTo>
                    <a:pt x="2184273" y="1443501"/>
                  </a:lnTo>
                  <a:lnTo>
                    <a:pt x="2142584" y="1372433"/>
                  </a:lnTo>
                  <a:lnTo>
                    <a:pt x="2101043" y="1302143"/>
                  </a:lnTo>
                  <a:lnTo>
                    <a:pt x="2059757" y="1233236"/>
                  </a:lnTo>
                  <a:lnTo>
                    <a:pt x="2018813" y="1166271"/>
                  </a:lnTo>
                  <a:lnTo>
                    <a:pt x="1978270" y="1101735"/>
                  </a:lnTo>
                  <a:lnTo>
                    <a:pt x="1938150" y="1040037"/>
                  </a:lnTo>
                  <a:lnTo>
                    <a:pt x="1898431" y="981495"/>
                  </a:lnTo>
                  <a:lnTo>
                    <a:pt x="1859045" y="926335"/>
                  </a:lnTo>
                  <a:lnTo>
                    <a:pt x="1819871" y="874693"/>
                  </a:lnTo>
                  <a:lnTo>
                    <a:pt x="1780730" y="826618"/>
                  </a:lnTo>
                  <a:lnTo>
                    <a:pt x="1741377" y="782081"/>
                  </a:lnTo>
                  <a:lnTo>
                    <a:pt x="1719082" y="758605"/>
                  </a:lnTo>
                  <a:lnTo>
                    <a:pt x="1671689" y="713025"/>
                  </a:lnTo>
                  <a:lnTo>
                    <a:pt x="1622638" y="672124"/>
                  </a:lnTo>
                  <a:lnTo>
                    <a:pt x="1571130" y="635648"/>
                  </a:lnTo>
                  <a:lnTo>
                    <a:pt x="1516273" y="603178"/>
                  </a:lnTo>
                  <a:lnTo>
                    <a:pt x="1457163" y="574247"/>
                  </a:lnTo>
                  <a:lnTo>
                    <a:pt x="1392963" y="548408"/>
                  </a:lnTo>
                  <a:lnTo>
                    <a:pt x="1323011" y="525273"/>
                  </a:lnTo>
                  <a:lnTo>
                    <a:pt x="1246960" y="504534"/>
                  </a:lnTo>
                  <a:lnTo>
                    <a:pt x="1164961" y="485969"/>
                  </a:lnTo>
                  <a:lnTo>
                    <a:pt x="1077878" y="469450"/>
                  </a:lnTo>
                  <a:lnTo>
                    <a:pt x="987493" y="454931"/>
                  </a:lnTo>
                  <a:lnTo>
                    <a:pt x="896621" y="442432"/>
                  </a:lnTo>
                  <a:lnTo>
                    <a:pt x="809022" y="432000"/>
                  </a:lnTo>
                  <a:lnTo>
                    <a:pt x="729023" y="423669"/>
                  </a:lnTo>
                  <a:lnTo>
                    <a:pt x="660815" y="417402"/>
                  </a:lnTo>
                  <a:lnTo>
                    <a:pt x="607581" y="413055"/>
                  </a:lnTo>
                  <a:lnTo>
                    <a:pt x="570705" y="410362"/>
                  </a:lnTo>
                  <a:lnTo>
                    <a:pt x="549326" y="408959"/>
                  </a:lnTo>
                  <a:lnTo>
                    <a:pt x="540349" y="408427"/>
                  </a:lnTo>
                  <a:lnTo>
                    <a:pt x="538736" y="408340"/>
                  </a:lnTo>
                  <a:lnTo>
                    <a:pt x="0" y="40834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50" name="pl450"/>
            <p:cNvSpPr/>
            <p:nvPr/>
          </p:nvSpPr>
          <p:spPr>
            <a:xfrm>
              <a:off x="546595" y="2127924"/>
              <a:ext cx="8234974" cy="2509930"/>
            </a:xfrm>
            <a:custGeom>
              <a:avLst/>
              <a:pathLst>
                <a:path w="8234974" h="2509930">
                  <a:moveTo>
                    <a:pt x="0" y="408340"/>
                  </a:moveTo>
                  <a:lnTo>
                    <a:pt x="538736" y="408340"/>
                  </a:lnTo>
                  <a:lnTo>
                    <a:pt x="539961" y="408405"/>
                  </a:lnTo>
                  <a:lnTo>
                    <a:pt x="547961" y="408875"/>
                  </a:lnTo>
                  <a:lnTo>
                    <a:pt x="567949" y="410173"/>
                  </a:lnTo>
                  <a:lnTo>
                    <a:pt x="603225" y="412722"/>
                  </a:lnTo>
                  <a:lnTo>
                    <a:pt x="654877" y="416893"/>
                  </a:lnTo>
                  <a:lnTo>
                    <a:pt x="721729" y="422963"/>
                  </a:lnTo>
                  <a:lnTo>
                    <a:pt x="800746" y="431088"/>
                  </a:lnTo>
                  <a:lnTo>
                    <a:pt x="887793" y="441313"/>
                  </a:lnTo>
                  <a:lnTo>
                    <a:pt x="978523" y="453612"/>
                  </a:lnTo>
                  <a:lnTo>
                    <a:pt x="1069098" y="467933"/>
                  </a:lnTo>
                  <a:lnTo>
                    <a:pt x="1156601" y="484255"/>
                  </a:lnTo>
                  <a:lnTo>
                    <a:pt x="1239152" y="502614"/>
                  </a:lnTo>
                  <a:lnTo>
                    <a:pt x="1315804" y="523132"/>
                  </a:lnTo>
                  <a:lnTo>
                    <a:pt x="1386347" y="546019"/>
                  </a:lnTo>
                  <a:lnTo>
                    <a:pt x="1451087" y="571576"/>
                  </a:lnTo>
                  <a:lnTo>
                    <a:pt x="1510663" y="600184"/>
                  </a:lnTo>
                  <a:lnTo>
                    <a:pt x="1565898" y="632285"/>
                  </a:lnTo>
                  <a:lnTo>
                    <a:pt x="1617695" y="668346"/>
                  </a:lnTo>
                  <a:lnTo>
                    <a:pt x="1666950" y="708797"/>
                  </a:lnTo>
                  <a:lnTo>
                    <a:pt x="1714476" y="753914"/>
                  </a:lnTo>
                  <a:lnTo>
                    <a:pt x="1719082" y="758605"/>
                  </a:lnTo>
                  <a:lnTo>
                    <a:pt x="1758690" y="801194"/>
                  </a:lnTo>
                  <a:lnTo>
                    <a:pt x="1797916" y="847275"/>
                  </a:lnTo>
                  <a:lnTo>
                    <a:pt x="1837045" y="896916"/>
                  </a:lnTo>
                  <a:lnTo>
                    <a:pt x="1876294" y="950113"/>
                  </a:lnTo>
                  <a:lnTo>
                    <a:pt x="1915814" y="1006779"/>
                  </a:lnTo>
                  <a:lnTo>
                    <a:pt x="1955703" y="1066739"/>
                  </a:lnTo>
                  <a:lnTo>
                    <a:pt x="1996009" y="1129727"/>
                  </a:lnTo>
                  <a:lnTo>
                    <a:pt x="2036733" y="1195384"/>
                  </a:lnTo>
                  <a:lnTo>
                    <a:pt x="2077836" y="1263266"/>
                  </a:lnTo>
                  <a:lnTo>
                    <a:pt x="2119246" y="1332852"/>
                  </a:lnTo>
                  <a:lnTo>
                    <a:pt x="2160866" y="1403560"/>
                  </a:lnTo>
                  <a:lnTo>
                    <a:pt x="2202582" y="1474769"/>
                  </a:lnTo>
                  <a:lnTo>
                    <a:pt x="2244270" y="1545836"/>
                  </a:lnTo>
                  <a:lnTo>
                    <a:pt x="2285812" y="1616127"/>
                  </a:lnTo>
                  <a:lnTo>
                    <a:pt x="2327098" y="1685033"/>
                  </a:lnTo>
                  <a:lnTo>
                    <a:pt x="2368042" y="1751999"/>
                  </a:lnTo>
                  <a:lnTo>
                    <a:pt x="2408585" y="1816534"/>
                  </a:lnTo>
                  <a:lnTo>
                    <a:pt x="2448705" y="1878232"/>
                  </a:lnTo>
                  <a:lnTo>
                    <a:pt x="2488424" y="1936774"/>
                  </a:lnTo>
                  <a:lnTo>
                    <a:pt x="2527809" y="1991934"/>
                  </a:lnTo>
                  <a:lnTo>
                    <a:pt x="2566983" y="2043576"/>
                  </a:lnTo>
                  <a:lnTo>
                    <a:pt x="2606124" y="2091652"/>
                  </a:lnTo>
                  <a:lnTo>
                    <a:pt x="2645478" y="2136188"/>
                  </a:lnTo>
                  <a:lnTo>
                    <a:pt x="2667772" y="2159665"/>
                  </a:lnTo>
                  <a:lnTo>
                    <a:pt x="2715166" y="2205244"/>
                  </a:lnTo>
                  <a:lnTo>
                    <a:pt x="2764217" y="2246145"/>
                  </a:lnTo>
                  <a:lnTo>
                    <a:pt x="2815724" y="2282621"/>
                  </a:lnTo>
                  <a:lnTo>
                    <a:pt x="2870581" y="2315091"/>
                  </a:lnTo>
                  <a:lnTo>
                    <a:pt x="2929692" y="2344022"/>
                  </a:lnTo>
                  <a:lnTo>
                    <a:pt x="2993892" y="2369861"/>
                  </a:lnTo>
                  <a:lnTo>
                    <a:pt x="3063844" y="2392996"/>
                  </a:lnTo>
                  <a:lnTo>
                    <a:pt x="3139894" y="2413736"/>
                  </a:lnTo>
                  <a:lnTo>
                    <a:pt x="3221893" y="2432300"/>
                  </a:lnTo>
                  <a:lnTo>
                    <a:pt x="3308976" y="2448819"/>
                  </a:lnTo>
                  <a:lnTo>
                    <a:pt x="3399361" y="2463338"/>
                  </a:lnTo>
                  <a:lnTo>
                    <a:pt x="3490234" y="2475838"/>
                  </a:lnTo>
                  <a:lnTo>
                    <a:pt x="3577832" y="2486269"/>
                  </a:lnTo>
                  <a:lnTo>
                    <a:pt x="3657832" y="2494600"/>
                  </a:lnTo>
                  <a:lnTo>
                    <a:pt x="3726040" y="2500867"/>
                  </a:lnTo>
                  <a:lnTo>
                    <a:pt x="3779274" y="2505215"/>
                  </a:lnTo>
                  <a:lnTo>
                    <a:pt x="3816150" y="2507908"/>
                  </a:lnTo>
                  <a:lnTo>
                    <a:pt x="3837529" y="2509311"/>
                  </a:lnTo>
                  <a:lnTo>
                    <a:pt x="3846505" y="2509843"/>
                  </a:lnTo>
                  <a:lnTo>
                    <a:pt x="3848117" y="2509930"/>
                  </a:lnTo>
                  <a:lnTo>
                    <a:pt x="3848118" y="2509930"/>
                  </a:lnTo>
                  <a:lnTo>
                    <a:pt x="4386855" y="2509930"/>
                  </a:lnTo>
                  <a:lnTo>
                    <a:pt x="4388049" y="2509853"/>
                  </a:lnTo>
                  <a:lnTo>
                    <a:pt x="4395857" y="2509307"/>
                  </a:lnTo>
                  <a:lnTo>
                    <a:pt x="4415382" y="2507796"/>
                  </a:lnTo>
                  <a:lnTo>
                    <a:pt x="4449885" y="2504828"/>
                  </a:lnTo>
                  <a:lnTo>
                    <a:pt x="4500492" y="2499969"/>
                  </a:lnTo>
                  <a:lnTo>
                    <a:pt x="4566137" y="2492891"/>
                  </a:lnTo>
                  <a:lnTo>
                    <a:pt x="4643927" y="2483405"/>
                  </a:lnTo>
                  <a:lnTo>
                    <a:pt x="4729867" y="2471453"/>
                  </a:lnTo>
                  <a:lnTo>
                    <a:pt x="4819708" y="2457063"/>
                  </a:lnTo>
                  <a:lnTo>
                    <a:pt x="4909653" y="2440294"/>
                  </a:lnTo>
                  <a:lnTo>
                    <a:pt x="4996778" y="2421176"/>
                  </a:lnTo>
                  <a:lnTo>
                    <a:pt x="5079164" y="2399674"/>
                  </a:lnTo>
                  <a:lnTo>
                    <a:pt x="5155807" y="2375656"/>
                  </a:lnTo>
                  <a:lnTo>
                    <a:pt x="5226437" y="2348889"/>
                  </a:lnTo>
                  <a:lnTo>
                    <a:pt x="5291306" y="2319034"/>
                  </a:lnTo>
                  <a:lnTo>
                    <a:pt x="5351005" y="2285658"/>
                  </a:lnTo>
                  <a:lnTo>
                    <a:pt x="5406320" y="2248254"/>
                  </a:lnTo>
                  <a:lnTo>
                    <a:pt x="5458126" y="2206277"/>
                  </a:lnTo>
                  <a:lnTo>
                    <a:pt x="5507302" y="2159215"/>
                  </a:lnTo>
                  <a:lnTo>
                    <a:pt x="5554659" y="2106706"/>
                  </a:lnTo>
                  <a:lnTo>
                    <a:pt x="5567201" y="2091608"/>
                  </a:lnTo>
                  <a:lnTo>
                    <a:pt x="5604364" y="2044023"/>
                  </a:lnTo>
                  <a:lnTo>
                    <a:pt x="5641174" y="1992775"/>
                  </a:lnTo>
                  <a:lnTo>
                    <a:pt x="5677871" y="1937791"/>
                  </a:lnTo>
                  <a:lnTo>
                    <a:pt x="5714643" y="1879063"/>
                  </a:lnTo>
                  <a:lnTo>
                    <a:pt x="5751626" y="1816660"/>
                  </a:lnTo>
                  <a:lnTo>
                    <a:pt x="5788912" y="1750727"/>
                  </a:lnTo>
                  <a:lnTo>
                    <a:pt x="5826555" y="1681496"/>
                  </a:lnTo>
                  <a:lnTo>
                    <a:pt x="5864570" y="1609285"/>
                  </a:lnTo>
                  <a:lnTo>
                    <a:pt x="5902940" y="1534493"/>
                  </a:lnTo>
                  <a:lnTo>
                    <a:pt x="5941618" y="1457596"/>
                  </a:lnTo>
                  <a:lnTo>
                    <a:pt x="5980538" y="1379133"/>
                  </a:lnTo>
                  <a:lnTo>
                    <a:pt x="6019611" y="1299693"/>
                  </a:lnTo>
                  <a:lnTo>
                    <a:pt x="6058741" y="1219899"/>
                  </a:lnTo>
                  <a:lnTo>
                    <a:pt x="6097826" y="1140383"/>
                  </a:lnTo>
                  <a:lnTo>
                    <a:pt x="6136769" y="1061770"/>
                  </a:lnTo>
                  <a:lnTo>
                    <a:pt x="6175481" y="984652"/>
                  </a:lnTo>
                  <a:lnTo>
                    <a:pt x="6213891" y="909579"/>
                  </a:lnTo>
                  <a:lnTo>
                    <a:pt x="6251950" y="837032"/>
                  </a:lnTo>
                  <a:lnTo>
                    <a:pt x="6289638" y="767422"/>
                  </a:lnTo>
                  <a:lnTo>
                    <a:pt x="6326966" y="701075"/>
                  </a:lnTo>
                  <a:lnTo>
                    <a:pt x="6363981" y="638234"/>
                  </a:lnTo>
                  <a:lnTo>
                    <a:pt x="6400772" y="579056"/>
                  </a:lnTo>
                  <a:lnTo>
                    <a:pt x="6437470" y="523618"/>
                  </a:lnTo>
                  <a:lnTo>
                    <a:pt x="6474254" y="471920"/>
                  </a:lnTo>
                  <a:lnTo>
                    <a:pt x="6511359" y="423896"/>
                  </a:lnTo>
                  <a:lnTo>
                    <a:pt x="6515891" y="418321"/>
                  </a:lnTo>
                  <a:lnTo>
                    <a:pt x="6562879" y="364322"/>
                  </a:lnTo>
                  <a:lnTo>
                    <a:pt x="6611489" y="315817"/>
                  </a:lnTo>
                  <a:lnTo>
                    <a:pt x="6662501" y="272516"/>
                  </a:lnTo>
                  <a:lnTo>
                    <a:pt x="6716783" y="233933"/>
                  </a:lnTo>
                  <a:lnTo>
                    <a:pt x="6775217" y="199524"/>
                  </a:lnTo>
                  <a:lnTo>
                    <a:pt x="6838624" y="168766"/>
                  </a:lnTo>
                  <a:lnTo>
                    <a:pt x="6907659" y="141204"/>
                  </a:lnTo>
                  <a:lnTo>
                    <a:pt x="6982683" y="116473"/>
                  </a:lnTo>
                  <a:lnTo>
                    <a:pt x="7063585" y="94310"/>
                  </a:lnTo>
                  <a:lnTo>
                    <a:pt x="7149582" y="74557"/>
                  </a:lnTo>
                  <a:lnTo>
                    <a:pt x="7239012" y="57154"/>
                  </a:lnTo>
                  <a:lnTo>
                    <a:pt x="7329224" y="42117"/>
                  </a:lnTo>
                  <a:lnTo>
                    <a:pt x="7416626" y="29503"/>
                  </a:lnTo>
                  <a:lnTo>
                    <a:pt x="7497031" y="19354"/>
                  </a:lnTo>
                  <a:lnTo>
                    <a:pt x="7566296" y="11639"/>
                  </a:lnTo>
                  <a:lnTo>
                    <a:pt x="7621147" y="6208"/>
                  </a:lnTo>
                  <a:lnTo>
                    <a:pt x="7659973" y="2770"/>
                  </a:lnTo>
                  <a:lnTo>
                    <a:pt x="7683298" y="914"/>
                  </a:lnTo>
                  <a:lnTo>
                    <a:pt x="7693832" y="157"/>
                  </a:lnTo>
                  <a:lnTo>
                    <a:pt x="7696213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1" name="pl451"/>
            <p:cNvSpPr/>
            <p:nvPr/>
          </p:nvSpPr>
          <p:spPr>
            <a:xfrm>
              <a:off x="546595" y="2122479"/>
              <a:ext cx="8234974" cy="2509930"/>
            </a:xfrm>
            <a:custGeom>
              <a:avLst/>
              <a:pathLst>
                <a:path w="8234974" h="2509930">
                  <a:moveTo>
                    <a:pt x="8234974" y="0"/>
                  </a:moveTo>
                  <a:lnTo>
                    <a:pt x="7696237" y="0"/>
                  </a:lnTo>
                  <a:lnTo>
                    <a:pt x="7695043" y="76"/>
                  </a:lnTo>
                  <a:lnTo>
                    <a:pt x="7687235" y="622"/>
                  </a:lnTo>
                  <a:lnTo>
                    <a:pt x="7667711" y="2134"/>
                  </a:lnTo>
                  <a:lnTo>
                    <a:pt x="7633208" y="5101"/>
                  </a:lnTo>
                  <a:lnTo>
                    <a:pt x="7582601" y="9960"/>
                  </a:lnTo>
                  <a:lnTo>
                    <a:pt x="7516956" y="17039"/>
                  </a:lnTo>
                  <a:lnTo>
                    <a:pt x="7439166" y="26524"/>
                  </a:lnTo>
                  <a:lnTo>
                    <a:pt x="7353225" y="38476"/>
                  </a:lnTo>
                  <a:lnTo>
                    <a:pt x="7263384" y="52866"/>
                  </a:lnTo>
                  <a:lnTo>
                    <a:pt x="7173440" y="69636"/>
                  </a:lnTo>
                  <a:lnTo>
                    <a:pt x="7086314" y="88753"/>
                  </a:lnTo>
                  <a:lnTo>
                    <a:pt x="7003928" y="110256"/>
                  </a:lnTo>
                  <a:lnTo>
                    <a:pt x="6927285" y="134273"/>
                  </a:lnTo>
                  <a:lnTo>
                    <a:pt x="6856655" y="161040"/>
                  </a:lnTo>
                  <a:lnTo>
                    <a:pt x="6791786" y="190895"/>
                  </a:lnTo>
                  <a:lnTo>
                    <a:pt x="6732088" y="224271"/>
                  </a:lnTo>
                  <a:lnTo>
                    <a:pt x="6676772" y="261675"/>
                  </a:lnTo>
                  <a:lnTo>
                    <a:pt x="6624967" y="303652"/>
                  </a:lnTo>
                  <a:lnTo>
                    <a:pt x="6575791" y="350714"/>
                  </a:lnTo>
                  <a:lnTo>
                    <a:pt x="6528434" y="403223"/>
                  </a:lnTo>
                  <a:lnTo>
                    <a:pt x="6515891" y="418321"/>
                  </a:lnTo>
                  <a:lnTo>
                    <a:pt x="6478728" y="465907"/>
                  </a:lnTo>
                  <a:lnTo>
                    <a:pt x="6441919" y="517154"/>
                  </a:lnTo>
                  <a:lnTo>
                    <a:pt x="6405221" y="572139"/>
                  </a:lnTo>
                  <a:lnTo>
                    <a:pt x="6368449" y="630866"/>
                  </a:lnTo>
                  <a:lnTo>
                    <a:pt x="6331467" y="693270"/>
                  </a:lnTo>
                  <a:lnTo>
                    <a:pt x="6294180" y="759203"/>
                  </a:lnTo>
                  <a:lnTo>
                    <a:pt x="6256537" y="828433"/>
                  </a:lnTo>
                  <a:lnTo>
                    <a:pt x="6218522" y="900644"/>
                  </a:lnTo>
                  <a:lnTo>
                    <a:pt x="6180153" y="975436"/>
                  </a:lnTo>
                  <a:lnTo>
                    <a:pt x="6141474" y="1052333"/>
                  </a:lnTo>
                  <a:lnTo>
                    <a:pt x="6102555" y="1130797"/>
                  </a:lnTo>
                  <a:lnTo>
                    <a:pt x="6063482" y="1210236"/>
                  </a:lnTo>
                  <a:lnTo>
                    <a:pt x="6024352" y="1290030"/>
                  </a:lnTo>
                  <a:lnTo>
                    <a:pt x="5985266" y="1369546"/>
                  </a:lnTo>
                  <a:lnTo>
                    <a:pt x="5946323" y="1448160"/>
                  </a:lnTo>
                  <a:lnTo>
                    <a:pt x="5907611" y="1525277"/>
                  </a:lnTo>
                  <a:lnTo>
                    <a:pt x="5869201" y="1600351"/>
                  </a:lnTo>
                  <a:lnTo>
                    <a:pt x="5831142" y="1672897"/>
                  </a:lnTo>
                  <a:lnTo>
                    <a:pt x="5793454" y="1742507"/>
                  </a:lnTo>
                  <a:lnTo>
                    <a:pt x="5756127" y="1808854"/>
                  </a:lnTo>
                  <a:lnTo>
                    <a:pt x="5719111" y="1871695"/>
                  </a:lnTo>
                  <a:lnTo>
                    <a:pt x="5682320" y="1930873"/>
                  </a:lnTo>
                  <a:lnTo>
                    <a:pt x="5645622" y="1986312"/>
                  </a:lnTo>
                  <a:lnTo>
                    <a:pt x="5608838" y="2038010"/>
                  </a:lnTo>
                  <a:lnTo>
                    <a:pt x="5571733" y="2086033"/>
                  </a:lnTo>
                  <a:lnTo>
                    <a:pt x="5567201" y="2091608"/>
                  </a:lnTo>
                  <a:lnTo>
                    <a:pt x="5520214" y="2145608"/>
                  </a:lnTo>
                  <a:lnTo>
                    <a:pt x="5471603" y="2194112"/>
                  </a:lnTo>
                  <a:lnTo>
                    <a:pt x="5420592" y="2237413"/>
                  </a:lnTo>
                  <a:lnTo>
                    <a:pt x="5366310" y="2275996"/>
                  </a:lnTo>
                  <a:lnTo>
                    <a:pt x="5307875" y="2310405"/>
                  </a:lnTo>
                  <a:lnTo>
                    <a:pt x="5244468" y="2341163"/>
                  </a:lnTo>
                  <a:lnTo>
                    <a:pt x="5175433" y="2368725"/>
                  </a:lnTo>
                  <a:lnTo>
                    <a:pt x="5100410" y="2393456"/>
                  </a:lnTo>
                  <a:lnTo>
                    <a:pt x="5019507" y="2415619"/>
                  </a:lnTo>
                  <a:lnTo>
                    <a:pt x="4933511" y="2435372"/>
                  </a:lnTo>
                  <a:lnTo>
                    <a:pt x="4844080" y="2452775"/>
                  </a:lnTo>
                  <a:lnTo>
                    <a:pt x="4753869" y="2467812"/>
                  </a:lnTo>
                  <a:lnTo>
                    <a:pt x="4666467" y="2480426"/>
                  </a:lnTo>
                  <a:lnTo>
                    <a:pt x="4586061" y="2490576"/>
                  </a:lnTo>
                  <a:lnTo>
                    <a:pt x="4516797" y="2498290"/>
                  </a:lnTo>
                  <a:lnTo>
                    <a:pt x="4461946" y="2503721"/>
                  </a:lnTo>
                  <a:lnTo>
                    <a:pt x="4423120" y="2507159"/>
                  </a:lnTo>
                  <a:lnTo>
                    <a:pt x="4399795" y="2509015"/>
                  </a:lnTo>
                  <a:lnTo>
                    <a:pt x="4389260" y="2509772"/>
                  </a:lnTo>
                  <a:lnTo>
                    <a:pt x="4386880" y="2509928"/>
                  </a:lnTo>
                  <a:lnTo>
                    <a:pt x="4386855" y="2509930"/>
                  </a:lnTo>
                  <a:lnTo>
                    <a:pt x="3848118" y="2509930"/>
                  </a:lnTo>
                  <a:lnTo>
                    <a:pt x="3846894" y="2509864"/>
                  </a:lnTo>
                  <a:lnTo>
                    <a:pt x="3838894" y="2509395"/>
                  </a:lnTo>
                  <a:lnTo>
                    <a:pt x="3818906" y="2508096"/>
                  </a:lnTo>
                  <a:lnTo>
                    <a:pt x="3783630" y="2505548"/>
                  </a:lnTo>
                  <a:lnTo>
                    <a:pt x="3731978" y="2501376"/>
                  </a:lnTo>
                  <a:lnTo>
                    <a:pt x="3665125" y="2495307"/>
                  </a:lnTo>
                  <a:lnTo>
                    <a:pt x="3586109" y="2487182"/>
                  </a:lnTo>
                  <a:lnTo>
                    <a:pt x="3499062" y="2476956"/>
                  </a:lnTo>
                  <a:lnTo>
                    <a:pt x="3408331" y="2464658"/>
                  </a:lnTo>
                  <a:lnTo>
                    <a:pt x="3317757" y="2450336"/>
                  </a:lnTo>
                  <a:lnTo>
                    <a:pt x="3230254" y="2434014"/>
                  </a:lnTo>
                  <a:lnTo>
                    <a:pt x="3147703" y="2415655"/>
                  </a:lnTo>
                  <a:lnTo>
                    <a:pt x="3071051" y="2395138"/>
                  </a:lnTo>
                  <a:lnTo>
                    <a:pt x="3000508" y="2372250"/>
                  </a:lnTo>
                  <a:lnTo>
                    <a:pt x="2935768" y="2346693"/>
                  </a:lnTo>
                  <a:lnTo>
                    <a:pt x="2876192" y="2318086"/>
                  </a:lnTo>
                  <a:lnTo>
                    <a:pt x="2820956" y="2285985"/>
                  </a:lnTo>
                  <a:lnTo>
                    <a:pt x="2769159" y="2249923"/>
                  </a:lnTo>
                  <a:lnTo>
                    <a:pt x="2719905" y="2209472"/>
                  </a:lnTo>
                  <a:lnTo>
                    <a:pt x="2672379" y="2164356"/>
                  </a:lnTo>
                  <a:lnTo>
                    <a:pt x="2667772" y="2159665"/>
                  </a:lnTo>
                  <a:lnTo>
                    <a:pt x="2628164" y="2117076"/>
                  </a:lnTo>
                  <a:lnTo>
                    <a:pt x="2588939" y="2070995"/>
                  </a:lnTo>
                  <a:lnTo>
                    <a:pt x="2549809" y="2021353"/>
                  </a:lnTo>
                  <a:lnTo>
                    <a:pt x="2510561" y="1968156"/>
                  </a:lnTo>
                  <a:lnTo>
                    <a:pt x="2471041" y="1911491"/>
                  </a:lnTo>
                  <a:lnTo>
                    <a:pt x="2431151" y="1851530"/>
                  </a:lnTo>
                  <a:lnTo>
                    <a:pt x="2390845" y="1788542"/>
                  </a:lnTo>
                  <a:lnTo>
                    <a:pt x="2350122" y="1722885"/>
                  </a:lnTo>
                  <a:lnTo>
                    <a:pt x="2309019" y="1655003"/>
                  </a:lnTo>
                  <a:lnTo>
                    <a:pt x="2267608" y="1585418"/>
                  </a:lnTo>
                  <a:lnTo>
                    <a:pt x="2225988" y="1514709"/>
                  </a:lnTo>
                  <a:lnTo>
                    <a:pt x="2184273" y="1443501"/>
                  </a:lnTo>
                  <a:lnTo>
                    <a:pt x="2142584" y="1372433"/>
                  </a:lnTo>
                  <a:lnTo>
                    <a:pt x="2101043" y="1302143"/>
                  </a:lnTo>
                  <a:lnTo>
                    <a:pt x="2059757" y="1233236"/>
                  </a:lnTo>
                  <a:lnTo>
                    <a:pt x="2018813" y="1166271"/>
                  </a:lnTo>
                  <a:lnTo>
                    <a:pt x="1978270" y="1101735"/>
                  </a:lnTo>
                  <a:lnTo>
                    <a:pt x="1938150" y="1040037"/>
                  </a:lnTo>
                  <a:lnTo>
                    <a:pt x="1898431" y="981495"/>
                  </a:lnTo>
                  <a:lnTo>
                    <a:pt x="1859045" y="926335"/>
                  </a:lnTo>
                  <a:lnTo>
                    <a:pt x="1819871" y="874693"/>
                  </a:lnTo>
                  <a:lnTo>
                    <a:pt x="1780730" y="826618"/>
                  </a:lnTo>
                  <a:lnTo>
                    <a:pt x="1741377" y="782081"/>
                  </a:lnTo>
                  <a:lnTo>
                    <a:pt x="1719082" y="758605"/>
                  </a:lnTo>
                  <a:lnTo>
                    <a:pt x="1671689" y="713025"/>
                  </a:lnTo>
                  <a:lnTo>
                    <a:pt x="1622638" y="672124"/>
                  </a:lnTo>
                  <a:lnTo>
                    <a:pt x="1571130" y="635648"/>
                  </a:lnTo>
                  <a:lnTo>
                    <a:pt x="1516273" y="603178"/>
                  </a:lnTo>
                  <a:lnTo>
                    <a:pt x="1457163" y="574247"/>
                  </a:lnTo>
                  <a:lnTo>
                    <a:pt x="1392963" y="548408"/>
                  </a:lnTo>
                  <a:lnTo>
                    <a:pt x="1323011" y="525273"/>
                  </a:lnTo>
                  <a:lnTo>
                    <a:pt x="1246960" y="504534"/>
                  </a:lnTo>
                  <a:lnTo>
                    <a:pt x="1164961" y="485969"/>
                  </a:lnTo>
                  <a:lnTo>
                    <a:pt x="1077878" y="469450"/>
                  </a:lnTo>
                  <a:lnTo>
                    <a:pt x="987493" y="454931"/>
                  </a:lnTo>
                  <a:lnTo>
                    <a:pt x="896621" y="442432"/>
                  </a:lnTo>
                  <a:lnTo>
                    <a:pt x="809022" y="432000"/>
                  </a:lnTo>
                  <a:lnTo>
                    <a:pt x="729023" y="423669"/>
                  </a:lnTo>
                  <a:lnTo>
                    <a:pt x="660815" y="417402"/>
                  </a:lnTo>
                  <a:lnTo>
                    <a:pt x="607581" y="413055"/>
                  </a:lnTo>
                  <a:lnTo>
                    <a:pt x="570705" y="410362"/>
                  </a:lnTo>
                  <a:lnTo>
                    <a:pt x="549326" y="408959"/>
                  </a:lnTo>
                  <a:lnTo>
                    <a:pt x="540349" y="408427"/>
                  </a:lnTo>
                  <a:lnTo>
                    <a:pt x="538737" y="408340"/>
                  </a:lnTo>
                  <a:lnTo>
                    <a:pt x="538736" y="408340"/>
                  </a:lnTo>
                  <a:lnTo>
                    <a:pt x="0" y="4083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2" name="pg452"/>
            <p:cNvSpPr/>
            <p:nvPr/>
          </p:nvSpPr>
          <p:spPr>
            <a:xfrm>
              <a:off x="546595" y="2536264"/>
              <a:ext cx="8234974" cy="2107034"/>
            </a:xfrm>
            <a:custGeom>
              <a:avLst/>
              <a:pathLst>
                <a:path w="8234974" h="2107034">
                  <a:moveTo>
                    <a:pt x="0" y="5444"/>
                  </a:moveTo>
                  <a:lnTo>
                    <a:pt x="538736" y="5444"/>
                  </a:lnTo>
                  <a:lnTo>
                    <a:pt x="539961" y="5510"/>
                  </a:lnTo>
                  <a:lnTo>
                    <a:pt x="547961" y="5979"/>
                  </a:lnTo>
                  <a:lnTo>
                    <a:pt x="567949" y="7277"/>
                  </a:lnTo>
                  <a:lnTo>
                    <a:pt x="603225" y="9826"/>
                  </a:lnTo>
                  <a:lnTo>
                    <a:pt x="654877" y="13997"/>
                  </a:lnTo>
                  <a:lnTo>
                    <a:pt x="721729" y="20067"/>
                  </a:lnTo>
                  <a:lnTo>
                    <a:pt x="800746" y="28192"/>
                  </a:lnTo>
                  <a:lnTo>
                    <a:pt x="887793" y="38418"/>
                  </a:lnTo>
                  <a:lnTo>
                    <a:pt x="978523" y="50716"/>
                  </a:lnTo>
                  <a:lnTo>
                    <a:pt x="1069098" y="65038"/>
                  </a:lnTo>
                  <a:lnTo>
                    <a:pt x="1156601" y="81359"/>
                  </a:lnTo>
                  <a:lnTo>
                    <a:pt x="1239152" y="99719"/>
                  </a:lnTo>
                  <a:lnTo>
                    <a:pt x="1315804" y="120236"/>
                  </a:lnTo>
                  <a:lnTo>
                    <a:pt x="1386347" y="143123"/>
                  </a:lnTo>
                  <a:lnTo>
                    <a:pt x="1451087" y="168680"/>
                  </a:lnTo>
                  <a:lnTo>
                    <a:pt x="1510663" y="197288"/>
                  </a:lnTo>
                  <a:lnTo>
                    <a:pt x="1565898" y="229389"/>
                  </a:lnTo>
                  <a:lnTo>
                    <a:pt x="1617695" y="265451"/>
                  </a:lnTo>
                  <a:lnTo>
                    <a:pt x="1666950" y="305902"/>
                  </a:lnTo>
                  <a:lnTo>
                    <a:pt x="1714476" y="351018"/>
                  </a:lnTo>
                  <a:lnTo>
                    <a:pt x="1719082" y="355709"/>
                  </a:lnTo>
                  <a:lnTo>
                    <a:pt x="1758690" y="398298"/>
                  </a:lnTo>
                  <a:lnTo>
                    <a:pt x="1797916" y="444379"/>
                  </a:lnTo>
                  <a:lnTo>
                    <a:pt x="1837045" y="494021"/>
                  </a:lnTo>
                  <a:lnTo>
                    <a:pt x="1876294" y="547217"/>
                  </a:lnTo>
                  <a:lnTo>
                    <a:pt x="1915814" y="603883"/>
                  </a:lnTo>
                  <a:lnTo>
                    <a:pt x="1955703" y="663843"/>
                  </a:lnTo>
                  <a:lnTo>
                    <a:pt x="1996009" y="726831"/>
                  </a:lnTo>
                  <a:lnTo>
                    <a:pt x="2036733" y="792488"/>
                  </a:lnTo>
                  <a:lnTo>
                    <a:pt x="2077836" y="860370"/>
                  </a:lnTo>
                  <a:lnTo>
                    <a:pt x="2119246" y="929956"/>
                  </a:lnTo>
                  <a:lnTo>
                    <a:pt x="2160866" y="1000665"/>
                  </a:lnTo>
                  <a:lnTo>
                    <a:pt x="2202582" y="1071873"/>
                  </a:lnTo>
                  <a:lnTo>
                    <a:pt x="2244270" y="1142941"/>
                  </a:lnTo>
                  <a:lnTo>
                    <a:pt x="2285812" y="1213231"/>
                  </a:lnTo>
                  <a:lnTo>
                    <a:pt x="2327098" y="1282138"/>
                  </a:lnTo>
                  <a:lnTo>
                    <a:pt x="2368042" y="1349103"/>
                  </a:lnTo>
                  <a:lnTo>
                    <a:pt x="2408585" y="1413639"/>
                  </a:lnTo>
                  <a:lnTo>
                    <a:pt x="2448705" y="1475337"/>
                  </a:lnTo>
                  <a:lnTo>
                    <a:pt x="2488424" y="1533879"/>
                  </a:lnTo>
                  <a:lnTo>
                    <a:pt x="2527809" y="1589039"/>
                  </a:lnTo>
                  <a:lnTo>
                    <a:pt x="2566983" y="1640681"/>
                  </a:lnTo>
                  <a:lnTo>
                    <a:pt x="2606124" y="1688756"/>
                  </a:lnTo>
                  <a:lnTo>
                    <a:pt x="2645478" y="1733292"/>
                  </a:lnTo>
                  <a:lnTo>
                    <a:pt x="2667772" y="1756769"/>
                  </a:lnTo>
                  <a:lnTo>
                    <a:pt x="2715166" y="1802349"/>
                  </a:lnTo>
                  <a:lnTo>
                    <a:pt x="2764217" y="1843250"/>
                  </a:lnTo>
                  <a:lnTo>
                    <a:pt x="2815724" y="1879726"/>
                  </a:lnTo>
                  <a:lnTo>
                    <a:pt x="2870581" y="1912195"/>
                  </a:lnTo>
                  <a:lnTo>
                    <a:pt x="2929692" y="1941126"/>
                  </a:lnTo>
                  <a:lnTo>
                    <a:pt x="2993892" y="1966965"/>
                  </a:lnTo>
                  <a:lnTo>
                    <a:pt x="3063844" y="1990100"/>
                  </a:lnTo>
                  <a:lnTo>
                    <a:pt x="3139894" y="2010840"/>
                  </a:lnTo>
                  <a:lnTo>
                    <a:pt x="3221893" y="2029405"/>
                  </a:lnTo>
                  <a:lnTo>
                    <a:pt x="3308976" y="2045924"/>
                  </a:lnTo>
                  <a:lnTo>
                    <a:pt x="3399361" y="2060443"/>
                  </a:lnTo>
                  <a:lnTo>
                    <a:pt x="3490234" y="2072942"/>
                  </a:lnTo>
                  <a:lnTo>
                    <a:pt x="3577832" y="2083374"/>
                  </a:lnTo>
                  <a:lnTo>
                    <a:pt x="3657832" y="2091705"/>
                  </a:lnTo>
                  <a:lnTo>
                    <a:pt x="3726040" y="2097972"/>
                  </a:lnTo>
                  <a:lnTo>
                    <a:pt x="3779274" y="2102319"/>
                  </a:lnTo>
                  <a:lnTo>
                    <a:pt x="3816150" y="2105012"/>
                  </a:lnTo>
                  <a:lnTo>
                    <a:pt x="3837529" y="2106415"/>
                  </a:lnTo>
                  <a:lnTo>
                    <a:pt x="3846505" y="2106947"/>
                  </a:lnTo>
                  <a:lnTo>
                    <a:pt x="3848118" y="2107034"/>
                  </a:lnTo>
                  <a:lnTo>
                    <a:pt x="4386855" y="2107034"/>
                  </a:lnTo>
                  <a:lnTo>
                    <a:pt x="4388084" y="2106970"/>
                  </a:lnTo>
                  <a:lnTo>
                    <a:pt x="4396110" y="2106512"/>
                  </a:lnTo>
                  <a:lnTo>
                    <a:pt x="4416161" y="2105247"/>
                  </a:lnTo>
                  <a:lnTo>
                    <a:pt x="4451542" y="2102762"/>
                  </a:lnTo>
                  <a:lnTo>
                    <a:pt x="4503336" y="2098696"/>
                  </a:lnTo>
                  <a:lnTo>
                    <a:pt x="4570352" y="2092781"/>
                  </a:lnTo>
                  <a:lnTo>
                    <a:pt x="4649533" y="2084863"/>
                  </a:lnTo>
                  <a:lnTo>
                    <a:pt x="4736729" y="2074900"/>
                  </a:lnTo>
                  <a:lnTo>
                    <a:pt x="4827578" y="2062919"/>
                  </a:lnTo>
                  <a:lnTo>
                    <a:pt x="4918236" y="2048969"/>
                  </a:lnTo>
                  <a:lnTo>
                    <a:pt x="5005789" y="2033071"/>
                  </a:lnTo>
                  <a:lnTo>
                    <a:pt x="5088360" y="2015188"/>
                  </a:lnTo>
                  <a:lnTo>
                    <a:pt x="5165013" y="1995201"/>
                  </a:lnTo>
                  <a:lnTo>
                    <a:pt x="5235543" y="1972903"/>
                  </a:lnTo>
                  <a:lnTo>
                    <a:pt x="5300266" y="1948001"/>
                  </a:lnTo>
                  <a:lnTo>
                    <a:pt x="5359826" y="1920120"/>
                  </a:lnTo>
                  <a:lnTo>
                    <a:pt x="5415051" y="1888830"/>
                  </a:lnTo>
                  <a:lnTo>
                    <a:pt x="5466847" y="1853675"/>
                  </a:lnTo>
                  <a:lnTo>
                    <a:pt x="5516114" y="1814238"/>
                  </a:lnTo>
                  <a:lnTo>
                    <a:pt x="5563663" y="1770256"/>
                  </a:lnTo>
                  <a:lnTo>
                    <a:pt x="5567201" y="1766751"/>
                  </a:lnTo>
                  <a:lnTo>
                    <a:pt x="5607198" y="1724950"/>
                  </a:lnTo>
                  <a:lnTo>
                    <a:pt x="5646807" y="1679689"/>
                  </a:lnTo>
                  <a:lnTo>
                    <a:pt x="5686324" y="1630900"/>
                  </a:lnTo>
                  <a:lnTo>
                    <a:pt x="5725967" y="1578590"/>
                  </a:lnTo>
                  <a:lnTo>
                    <a:pt x="5765892" y="1522848"/>
                  </a:lnTo>
                  <a:lnTo>
                    <a:pt x="5806197" y="1463853"/>
                  </a:lnTo>
                  <a:lnTo>
                    <a:pt x="5846928" y="1401877"/>
                  </a:lnTo>
                  <a:lnTo>
                    <a:pt x="5888084" y="1337284"/>
                  </a:lnTo>
                  <a:lnTo>
                    <a:pt x="5929622" y="1270526"/>
                  </a:lnTo>
                  <a:lnTo>
                    <a:pt x="5971465" y="1202128"/>
                  </a:lnTo>
                  <a:lnTo>
                    <a:pt x="6013512" y="1132677"/>
                  </a:lnTo>
                  <a:lnTo>
                    <a:pt x="6055642" y="1062800"/>
                  </a:lnTo>
                  <a:lnTo>
                    <a:pt x="6097730" y="993137"/>
                  </a:lnTo>
                  <a:lnTo>
                    <a:pt x="6139653" y="924324"/>
                  </a:lnTo>
                  <a:lnTo>
                    <a:pt x="6181301" y="856961"/>
                  </a:lnTo>
                  <a:lnTo>
                    <a:pt x="6222590" y="791598"/>
                  </a:lnTo>
                  <a:lnTo>
                    <a:pt x="6263464" y="728711"/>
                  </a:lnTo>
                  <a:lnTo>
                    <a:pt x="6303908" y="668695"/>
                  </a:lnTo>
                  <a:lnTo>
                    <a:pt x="6343950" y="611852"/>
                  </a:lnTo>
                  <a:lnTo>
                    <a:pt x="6383672" y="558392"/>
                  </a:lnTo>
                  <a:lnTo>
                    <a:pt x="6423210" y="508433"/>
                  </a:lnTo>
                  <a:lnTo>
                    <a:pt x="6462760" y="462008"/>
                  </a:lnTo>
                  <a:lnTo>
                    <a:pt x="6502591" y="419074"/>
                  </a:lnTo>
                  <a:lnTo>
                    <a:pt x="6515891" y="405617"/>
                  </a:lnTo>
                  <a:lnTo>
                    <a:pt x="6563340" y="361289"/>
                  </a:lnTo>
                  <a:lnTo>
                    <a:pt x="6612450" y="321516"/>
                  </a:lnTo>
                  <a:lnTo>
                    <a:pt x="6664025" y="286050"/>
                  </a:lnTo>
                  <a:lnTo>
                    <a:pt x="6718959" y="254485"/>
                  </a:lnTo>
                  <a:lnTo>
                    <a:pt x="6778161" y="226363"/>
                  </a:lnTo>
                  <a:lnTo>
                    <a:pt x="6842469" y="201249"/>
                  </a:lnTo>
                  <a:lnTo>
                    <a:pt x="6912545" y="178766"/>
                  </a:lnTo>
                  <a:lnTo>
                    <a:pt x="6988735" y="158613"/>
                  </a:lnTo>
                  <a:lnTo>
                    <a:pt x="7070882" y="140576"/>
                  </a:lnTo>
                  <a:lnTo>
                    <a:pt x="7158111" y="124531"/>
                  </a:lnTo>
                  <a:lnTo>
                    <a:pt x="7248624" y="110433"/>
                  </a:lnTo>
                  <a:lnTo>
                    <a:pt x="7339583" y="98302"/>
                  </a:lnTo>
                  <a:lnTo>
                    <a:pt x="7427203" y="88185"/>
                  </a:lnTo>
                  <a:lnTo>
                    <a:pt x="7507142" y="80114"/>
                  </a:lnTo>
                  <a:lnTo>
                    <a:pt x="7575202" y="74051"/>
                  </a:lnTo>
                  <a:lnTo>
                    <a:pt x="7628212" y="69853"/>
                  </a:lnTo>
                  <a:lnTo>
                    <a:pt x="7664824" y="67261"/>
                  </a:lnTo>
                  <a:lnTo>
                    <a:pt x="7685942" y="65918"/>
                  </a:lnTo>
                  <a:lnTo>
                    <a:pt x="7694716" y="65414"/>
                  </a:lnTo>
                  <a:lnTo>
                    <a:pt x="7696237" y="65334"/>
                  </a:lnTo>
                  <a:lnTo>
                    <a:pt x="8234974" y="65334"/>
                  </a:lnTo>
                  <a:lnTo>
                    <a:pt x="8234974" y="59889"/>
                  </a:lnTo>
                  <a:lnTo>
                    <a:pt x="7696237" y="59889"/>
                  </a:lnTo>
                  <a:lnTo>
                    <a:pt x="7695009" y="59953"/>
                  </a:lnTo>
                  <a:lnTo>
                    <a:pt x="7686982" y="60411"/>
                  </a:lnTo>
                  <a:lnTo>
                    <a:pt x="7666932" y="61677"/>
                  </a:lnTo>
                  <a:lnTo>
                    <a:pt x="7631550" y="64161"/>
                  </a:lnTo>
                  <a:lnTo>
                    <a:pt x="7579757" y="68227"/>
                  </a:lnTo>
                  <a:lnTo>
                    <a:pt x="7512741" y="74143"/>
                  </a:lnTo>
                  <a:lnTo>
                    <a:pt x="7433559" y="82060"/>
                  </a:lnTo>
                  <a:lnTo>
                    <a:pt x="7346364" y="92023"/>
                  </a:lnTo>
                  <a:lnTo>
                    <a:pt x="7255514" y="104004"/>
                  </a:lnTo>
                  <a:lnTo>
                    <a:pt x="7164856" y="117955"/>
                  </a:lnTo>
                  <a:lnTo>
                    <a:pt x="7077304" y="133853"/>
                  </a:lnTo>
                  <a:lnTo>
                    <a:pt x="6994732" y="151736"/>
                  </a:lnTo>
                  <a:lnTo>
                    <a:pt x="6918080" y="171722"/>
                  </a:lnTo>
                  <a:lnTo>
                    <a:pt x="6847549" y="194020"/>
                  </a:lnTo>
                  <a:lnTo>
                    <a:pt x="6782827" y="218923"/>
                  </a:lnTo>
                  <a:lnTo>
                    <a:pt x="6723267" y="246804"/>
                  </a:lnTo>
                  <a:lnTo>
                    <a:pt x="6668042" y="278094"/>
                  </a:lnTo>
                  <a:lnTo>
                    <a:pt x="6616245" y="313249"/>
                  </a:lnTo>
                  <a:lnTo>
                    <a:pt x="6566979" y="352686"/>
                  </a:lnTo>
                  <a:lnTo>
                    <a:pt x="6519429" y="396668"/>
                  </a:lnTo>
                  <a:lnTo>
                    <a:pt x="6515891" y="400173"/>
                  </a:lnTo>
                  <a:lnTo>
                    <a:pt x="6475895" y="441973"/>
                  </a:lnTo>
                  <a:lnTo>
                    <a:pt x="6436285" y="487234"/>
                  </a:lnTo>
                  <a:lnTo>
                    <a:pt x="6396769" y="536023"/>
                  </a:lnTo>
                  <a:lnTo>
                    <a:pt x="6357126" y="588334"/>
                  </a:lnTo>
                  <a:lnTo>
                    <a:pt x="6317201" y="644076"/>
                  </a:lnTo>
                  <a:lnTo>
                    <a:pt x="6276895" y="703071"/>
                  </a:lnTo>
                  <a:lnTo>
                    <a:pt x="6236164" y="765047"/>
                  </a:lnTo>
                  <a:lnTo>
                    <a:pt x="6195008" y="829639"/>
                  </a:lnTo>
                  <a:lnTo>
                    <a:pt x="6153471" y="896398"/>
                  </a:lnTo>
                  <a:lnTo>
                    <a:pt x="6111627" y="964796"/>
                  </a:lnTo>
                  <a:lnTo>
                    <a:pt x="6069581" y="1034246"/>
                  </a:lnTo>
                  <a:lnTo>
                    <a:pt x="6027451" y="1104124"/>
                  </a:lnTo>
                  <a:lnTo>
                    <a:pt x="5985363" y="1173786"/>
                  </a:lnTo>
                  <a:lnTo>
                    <a:pt x="5943440" y="1242600"/>
                  </a:lnTo>
                  <a:lnTo>
                    <a:pt x="5901791" y="1309962"/>
                  </a:lnTo>
                  <a:lnTo>
                    <a:pt x="5860502" y="1375326"/>
                  </a:lnTo>
                  <a:lnTo>
                    <a:pt x="5819628" y="1438213"/>
                  </a:lnTo>
                  <a:lnTo>
                    <a:pt x="5779185" y="1498229"/>
                  </a:lnTo>
                  <a:lnTo>
                    <a:pt x="5739142" y="1555072"/>
                  </a:lnTo>
                  <a:lnTo>
                    <a:pt x="5699420" y="1608532"/>
                  </a:lnTo>
                  <a:lnTo>
                    <a:pt x="5659883" y="1658491"/>
                  </a:lnTo>
                  <a:lnTo>
                    <a:pt x="5620333" y="1704915"/>
                  </a:lnTo>
                  <a:lnTo>
                    <a:pt x="5580502" y="1747849"/>
                  </a:lnTo>
                  <a:lnTo>
                    <a:pt x="5567201" y="1761306"/>
                  </a:lnTo>
                  <a:lnTo>
                    <a:pt x="5519753" y="1805635"/>
                  </a:lnTo>
                  <a:lnTo>
                    <a:pt x="5470642" y="1845408"/>
                  </a:lnTo>
                  <a:lnTo>
                    <a:pt x="5419068" y="1880873"/>
                  </a:lnTo>
                  <a:lnTo>
                    <a:pt x="5364133" y="1912439"/>
                  </a:lnTo>
                  <a:lnTo>
                    <a:pt x="5304931" y="1940561"/>
                  </a:lnTo>
                  <a:lnTo>
                    <a:pt x="5240623" y="1965675"/>
                  </a:lnTo>
                  <a:lnTo>
                    <a:pt x="5170547" y="1988158"/>
                  </a:lnTo>
                  <a:lnTo>
                    <a:pt x="5094358" y="2008311"/>
                  </a:lnTo>
                  <a:lnTo>
                    <a:pt x="5012210" y="2026347"/>
                  </a:lnTo>
                  <a:lnTo>
                    <a:pt x="4924981" y="2042393"/>
                  </a:lnTo>
                  <a:lnTo>
                    <a:pt x="4834469" y="2056490"/>
                  </a:lnTo>
                  <a:lnTo>
                    <a:pt x="4743510" y="2068621"/>
                  </a:lnTo>
                  <a:lnTo>
                    <a:pt x="4655889" y="2078738"/>
                  </a:lnTo>
                  <a:lnTo>
                    <a:pt x="4575950" y="2086810"/>
                  </a:lnTo>
                  <a:lnTo>
                    <a:pt x="4507891" y="2092873"/>
                  </a:lnTo>
                  <a:lnTo>
                    <a:pt x="4454880" y="2097070"/>
                  </a:lnTo>
                  <a:lnTo>
                    <a:pt x="4418268" y="2099662"/>
                  </a:lnTo>
                  <a:lnTo>
                    <a:pt x="4397150" y="2101006"/>
                  </a:lnTo>
                  <a:lnTo>
                    <a:pt x="4388376" y="2101510"/>
                  </a:lnTo>
                  <a:lnTo>
                    <a:pt x="4386855" y="2101590"/>
                  </a:lnTo>
                  <a:lnTo>
                    <a:pt x="3848118" y="2101590"/>
                  </a:lnTo>
                  <a:lnTo>
                    <a:pt x="3846894" y="2101524"/>
                  </a:lnTo>
                  <a:lnTo>
                    <a:pt x="3838894" y="2101054"/>
                  </a:lnTo>
                  <a:lnTo>
                    <a:pt x="3818906" y="2099756"/>
                  </a:lnTo>
                  <a:lnTo>
                    <a:pt x="3783630" y="2097208"/>
                  </a:lnTo>
                  <a:lnTo>
                    <a:pt x="3731978" y="2093036"/>
                  </a:lnTo>
                  <a:lnTo>
                    <a:pt x="3665125" y="2086966"/>
                  </a:lnTo>
                  <a:lnTo>
                    <a:pt x="3586109" y="2078842"/>
                  </a:lnTo>
                  <a:lnTo>
                    <a:pt x="3499062" y="2068616"/>
                  </a:lnTo>
                  <a:lnTo>
                    <a:pt x="3408331" y="2056318"/>
                  </a:lnTo>
                  <a:lnTo>
                    <a:pt x="3317757" y="2041996"/>
                  </a:lnTo>
                  <a:lnTo>
                    <a:pt x="3230254" y="2025674"/>
                  </a:lnTo>
                  <a:lnTo>
                    <a:pt x="3147703" y="2007315"/>
                  </a:lnTo>
                  <a:lnTo>
                    <a:pt x="3071051" y="1986797"/>
                  </a:lnTo>
                  <a:lnTo>
                    <a:pt x="3000508" y="1963910"/>
                  </a:lnTo>
                  <a:lnTo>
                    <a:pt x="2935768" y="1938353"/>
                  </a:lnTo>
                  <a:lnTo>
                    <a:pt x="2876192" y="1909746"/>
                  </a:lnTo>
                  <a:lnTo>
                    <a:pt x="2820956" y="1877645"/>
                  </a:lnTo>
                  <a:lnTo>
                    <a:pt x="2769159" y="1841583"/>
                  </a:lnTo>
                  <a:lnTo>
                    <a:pt x="2719905" y="1801132"/>
                  </a:lnTo>
                  <a:lnTo>
                    <a:pt x="2672379" y="1756016"/>
                  </a:lnTo>
                  <a:lnTo>
                    <a:pt x="2667772" y="1751325"/>
                  </a:lnTo>
                  <a:lnTo>
                    <a:pt x="2628164" y="1708736"/>
                  </a:lnTo>
                  <a:lnTo>
                    <a:pt x="2588939" y="1662654"/>
                  </a:lnTo>
                  <a:lnTo>
                    <a:pt x="2549809" y="1613013"/>
                  </a:lnTo>
                  <a:lnTo>
                    <a:pt x="2510561" y="1559816"/>
                  </a:lnTo>
                  <a:lnTo>
                    <a:pt x="2471041" y="1503151"/>
                  </a:lnTo>
                  <a:lnTo>
                    <a:pt x="2431151" y="1443190"/>
                  </a:lnTo>
                  <a:lnTo>
                    <a:pt x="2390845" y="1380202"/>
                  </a:lnTo>
                  <a:lnTo>
                    <a:pt x="2350122" y="1314545"/>
                  </a:lnTo>
                  <a:lnTo>
                    <a:pt x="2309019" y="1246663"/>
                  </a:lnTo>
                  <a:lnTo>
                    <a:pt x="2267608" y="1177078"/>
                  </a:lnTo>
                  <a:lnTo>
                    <a:pt x="2225988" y="1106369"/>
                  </a:lnTo>
                  <a:lnTo>
                    <a:pt x="2184273" y="1035161"/>
                  </a:lnTo>
                  <a:lnTo>
                    <a:pt x="2142584" y="964093"/>
                  </a:lnTo>
                  <a:lnTo>
                    <a:pt x="2101043" y="893803"/>
                  </a:lnTo>
                  <a:lnTo>
                    <a:pt x="2059757" y="824896"/>
                  </a:lnTo>
                  <a:lnTo>
                    <a:pt x="2018813" y="757931"/>
                  </a:lnTo>
                  <a:lnTo>
                    <a:pt x="1978270" y="693395"/>
                  </a:lnTo>
                  <a:lnTo>
                    <a:pt x="1938150" y="631697"/>
                  </a:lnTo>
                  <a:lnTo>
                    <a:pt x="1898431" y="573155"/>
                  </a:lnTo>
                  <a:lnTo>
                    <a:pt x="1859045" y="517995"/>
                  </a:lnTo>
                  <a:lnTo>
                    <a:pt x="1819871" y="466353"/>
                  </a:lnTo>
                  <a:lnTo>
                    <a:pt x="1780730" y="418278"/>
                  </a:lnTo>
                  <a:lnTo>
                    <a:pt x="1741377" y="373741"/>
                  </a:lnTo>
                  <a:lnTo>
                    <a:pt x="1719082" y="350265"/>
                  </a:lnTo>
                  <a:lnTo>
                    <a:pt x="1671689" y="304685"/>
                  </a:lnTo>
                  <a:lnTo>
                    <a:pt x="1622638" y="263784"/>
                  </a:lnTo>
                  <a:lnTo>
                    <a:pt x="1571130" y="227308"/>
                  </a:lnTo>
                  <a:lnTo>
                    <a:pt x="1516273" y="194838"/>
                  </a:lnTo>
                  <a:lnTo>
                    <a:pt x="1457163" y="165907"/>
                  </a:lnTo>
                  <a:lnTo>
                    <a:pt x="1392963" y="140068"/>
                  </a:lnTo>
                  <a:lnTo>
                    <a:pt x="1323011" y="116933"/>
                  </a:lnTo>
                  <a:lnTo>
                    <a:pt x="1246960" y="96194"/>
                  </a:lnTo>
                  <a:lnTo>
                    <a:pt x="1164961" y="77629"/>
                  </a:lnTo>
                  <a:lnTo>
                    <a:pt x="1077878" y="61110"/>
                  </a:lnTo>
                  <a:lnTo>
                    <a:pt x="987493" y="46591"/>
                  </a:lnTo>
                  <a:lnTo>
                    <a:pt x="896621" y="34092"/>
                  </a:lnTo>
                  <a:lnTo>
                    <a:pt x="809022" y="23660"/>
                  </a:lnTo>
                  <a:lnTo>
                    <a:pt x="729023" y="15329"/>
                  </a:lnTo>
                  <a:lnTo>
                    <a:pt x="660815" y="9062"/>
                  </a:lnTo>
                  <a:lnTo>
                    <a:pt x="607581" y="4715"/>
                  </a:lnTo>
                  <a:lnTo>
                    <a:pt x="570705" y="2022"/>
                  </a:lnTo>
                  <a:lnTo>
                    <a:pt x="549326" y="619"/>
                  </a:lnTo>
                  <a:lnTo>
                    <a:pt x="540349" y="8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53" name="pl453"/>
            <p:cNvSpPr/>
            <p:nvPr/>
          </p:nvSpPr>
          <p:spPr>
            <a:xfrm>
              <a:off x="546595" y="2541708"/>
              <a:ext cx="8234974" cy="2101590"/>
            </a:xfrm>
            <a:custGeom>
              <a:avLst/>
              <a:pathLst>
                <a:path w="8234974" h="2101590">
                  <a:moveTo>
                    <a:pt x="0" y="0"/>
                  </a:moveTo>
                  <a:lnTo>
                    <a:pt x="538736" y="0"/>
                  </a:lnTo>
                  <a:lnTo>
                    <a:pt x="539961" y="65"/>
                  </a:lnTo>
                  <a:lnTo>
                    <a:pt x="547961" y="535"/>
                  </a:lnTo>
                  <a:lnTo>
                    <a:pt x="567949" y="1833"/>
                  </a:lnTo>
                  <a:lnTo>
                    <a:pt x="603225" y="4382"/>
                  </a:lnTo>
                  <a:lnTo>
                    <a:pt x="654877" y="8553"/>
                  </a:lnTo>
                  <a:lnTo>
                    <a:pt x="721729" y="14623"/>
                  </a:lnTo>
                  <a:lnTo>
                    <a:pt x="800746" y="22748"/>
                  </a:lnTo>
                  <a:lnTo>
                    <a:pt x="887793" y="32973"/>
                  </a:lnTo>
                  <a:lnTo>
                    <a:pt x="978523" y="45272"/>
                  </a:lnTo>
                  <a:lnTo>
                    <a:pt x="1069098" y="59593"/>
                  </a:lnTo>
                  <a:lnTo>
                    <a:pt x="1156601" y="75915"/>
                  </a:lnTo>
                  <a:lnTo>
                    <a:pt x="1239152" y="94274"/>
                  </a:lnTo>
                  <a:lnTo>
                    <a:pt x="1315804" y="114792"/>
                  </a:lnTo>
                  <a:lnTo>
                    <a:pt x="1386347" y="137679"/>
                  </a:lnTo>
                  <a:lnTo>
                    <a:pt x="1451087" y="163236"/>
                  </a:lnTo>
                  <a:lnTo>
                    <a:pt x="1510663" y="191844"/>
                  </a:lnTo>
                  <a:lnTo>
                    <a:pt x="1565898" y="223945"/>
                  </a:lnTo>
                  <a:lnTo>
                    <a:pt x="1617695" y="260006"/>
                  </a:lnTo>
                  <a:lnTo>
                    <a:pt x="1666950" y="300457"/>
                  </a:lnTo>
                  <a:lnTo>
                    <a:pt x="1714476" y="345574"/>
                  </a:lnTo>
                  <a:lnTo>
                    <a:pt x="1719082" y="350265"/>
                  </a:lnTo>
                  <a:lnTo>
                    <a:pt x="1758690" y="392854"/>
                  </a:lnTo>
                  <a:lnTo>
                    <a:pt x="1797916" y="438935"/>
                  </a:lnTo>
                  <a:lnTo>
                    <a:pt x="1837045" y="488576"/>
                  </a:lnTo>
                  <a:lnTo>
                    <a:pt x="1876294" y="541773"/>
                  </a:lnTo>
                  <a:lnTo>
                    <a:pt x="1915814" y="598439"/>
                  </a:lnTo>
                  <a:lnTo>
                    <a:pt x="1955703" y="658399"/>
                  </a:lnTo>
                  <a:lnTo>
                    <a:pt x="1996009" y="721387"/>
                  </a:lnTo>
                  <a:lnTo>
                    <a:pt x="2036733" y="787044"/>
                  </a:lnTo>
                  <a:lnTo>
                    <a:pt x="2077836" y="854926"/>
                  </a:lnTo>
                  <a:lnTo>
                    <a:pt x="2119246" y="924512"/>
                  </a:lnTo>
                  <a:lnTo>
                    <a:pt x="2160866" y="995220"/>
                  </a:lnTo>
                  <a:lnTo>
                    <a:pt x="2202582" y="1066429"/>
                  </a:lnTo>
                  <a:lnTo>
                    <a:pt x="2244270" y="1137496"/>
                  </a:lnTo>
                  <a:lnTo>
                    <a:pt x="2285812" y="1207787"/>
                  </a:lnTo>
                  <a:lnTo>
                    <a:pt x="2327098" y="1276693"/>
                  </a:lnTo>
                  <a:lnTo>
                    <a:pt x="2368042" y="1343659"/>
                  </a:lnTo>
                  <a:lnTo>
                    <a:pt x="2408585" y="1408194"/>
                  </a:lnTo>
                  <a:lnTo>
                    <a:pt x="2448705" y="1469892"/>
                  </a:lnTo>
                  <a:lnTo>
                    <a:pt x="2488424" y="1528434"/>
                  </a:lnTo>
                  <a:lnTo>
                    <a:pt x="2527809" y="1583594"/>
                  </a:lnTo>
                  <a:lnTo>
                    <a:pt x="2566983" y="1635236"/>
                  </a:lnTo>
                  <a:lnTo>
                    <a:pt x="2606124" y="1683311"/>
                  </a:lnTo>
                  <a:lnTo>
                    <a:pt x="2645478" y="1727848"/>
                  </a:lnTo>
                  <a:lnTo>
                    <a:pt x="2667772" y="1751325"/>
                  </a:lnTo>
                  <a:lnTo>
                    <a:pt x="2715166" y="1796904"/>
                  </a:lnTo>
                  <a:lnTo>
                    <a:pt x="2764217" y="1837805"/>
                  </a:lnTo>
                  <a:lnTo>
                    <a:pt x="2815724" y="1874281"/>
                  </a:lnTo>
                  <a:lnTo>
                    <a:pt x="2870581" y="1906751"/>
                  </a:lnTo>
                  <a:lnTo>
                    <a:pt x="2929692" y="1935682"/>
                  </a:lnTo>
                  <a:lnTo>
                    <a:pt x="2993892" y="1961521"/>
                  </a:lnTo>
                  <a:lnTo>
                    <a:pt x="3063844" y="1984656"/>
                  </a:lnTo>
                  <a:lnTo>
                    <a:pt x="3139894" y="2005396"/>
                  </a:lnTo>
                  <a:lnTo>
                    <a:pt x="3221893" y="2023960"/>
                  </a:lnTo>
                  <a:lnTo>
                    <a:pt x="3308976" y="2040479"/>
                  </a:lnTo>
                  <a:lnTo>
                    <a:pt x="3399361" y="2054998"/>
                  </a:lnTo>
                  <a:lnTo>
                    <a:pt x="3490234" y="2067498"/>
                  </a:lnTo>
                  <a:lnTo>
                    <a:pt x="3577832" y="2077929"/>
                  </a:lnTo>
                  <a:lnTo>
                    <a:pt x="3657832" y="2086260"/>
                  </a:lnTo>
                  <a:lnTo>
                    <a:pt x="3726040" y="2092527"/>
                  </a:lnTo>
                  <a:lnTo>
                    <a:pt x="3779274" y="2096875"/>
                  </a:lnTo>
                  <a:lnTo>
                    <a:pt x="3816150" y="2099568"/>
                  </a:lnTo>
                  <a:lnTo>
                    <a:pt x="3837529" y="2100971"/>
                  </a:lnTo>
                  <a:lnTo>
                    <a:pt x="3846505" y="2101502"/>
                  </a:lnTo>
                  <a:lnTo>
                    <a:pt x="3848117" y="2101590"/>
                  </a:lnTo>
                  <a:lnTo>
                    <a:pt x="3848118" y="2101590"/>
                  </a:lnTo>
                  <a:lnTo>
                    <a:pt x="4386855" y="2101590"/>
                  </a:lnTo>
                  <a:lnTo>
                    <a:pt x="4388084" y="2101526"/>
                  </a:lnTo>
                  <a:lnTo>
                    <a:pt x="4396110" y="2101068"/>
                  </a:lnTo>
                  <a:lnTo>
                    <a:pt x="4416161" y="2099802"/>
                  </a:lnTo>
                  <a:lnTo>
                    <a:pt x="4451542" y="2097318"/>
                  </a:lnTo>
                  <a:lnTo>
                    <a:pt x="4503336" y="2093252"/>
                  </a:lnTo>
                  <a:lnTo>
                    <a:pt x="4570352" y="2087336"/>
                  </a:lnTo>
                  <a:lnTo>
                    <a:pt x="4649533" y="2079419"/>
                  </a:lnTo>
                  <a:lnTo>
                    <a:pt x="4736729" y="2069456"/>
                  </a:lnTo>
                  <a:lnTo>
                    <a:pt x="4827578" y="2057475"/>
                  </a:lnTo>
                  <a:lnTo>
                    <a:pt x="4918236" y="2043524"/>
                  </a:lnTo>
                  <a:lnTo>
                    <a:pt x="5005789" y="2027627"/>
                  </a:lnTo>
                  <a:lnTo>
                    <a:pt x="5088360" y="2009744"/>
                  </a:lnTo>
                  <a:lnTo>
                    <a:pt x="5165013" y="1989757"/>
                  </a:lnTo>
                  <a:lnTo>
                    <a:pt x="5235543" y="1967459"/>
                  </a:lnTo>
                  <a:lnTo>
                    <a:pt x="5300266" y="1942556"/>
                  </a:lnTo>
                  <a:lnTo>
                    <a:pt x="5359826" y="1914676"/>
                  </a:lnTo>
                  <a:lnTo>
                    <a:pt x="5415051" y="1883386"/>
                  </a:lnTo>
                  <a:lnTo>
                    <a:pt x="5466847" y="1848230"/>
                  </a:lnTo>
                  <a:lnTo>
                    <a:pt x="5516114" y="1808794"/>
                  </a:lnTo>
                  <a:lnTo>
                    <a:pt x="5563663" y="1764811"/>
                  </a:lnTo>
                  <a:lnTo>
                    <a:pt x="5567201" y="1761306"/>
                  </a:lnTo>
                  <a:lnTo>
                    <a:pt x="5607198" y="1719506"/>
                  </a:lnTo>
                  <a:lnTo>
                    <a:pt x="5646807" y="1674245"/>
                  </a:lnTo>
                  <a:lnTo>
                    <a:pt x="5686324" y="1625456"/>
                  </a:lnTo>
                  <a:lnTo>
                    <a:pt x="5725967" y="1573145"/>
                  </a:lnTo>
                  <a:lnTo>
                    <a:pt x="5765892" y="1517403"/>
                  </a:lnTo>
                  <a:lnTo>
                    <a:pt x="5806197" y="1458408"/>
                  </a:lnTo>
                  <a:lnTo>
                    <a:pt x="5846928" y="1396432"/>
                  </a:lnTo>
                  <a:lnTo>
                    <a:pt x="5888084" y="1331840"/>
                  </a:lnTo>
                  <a:lnTo>
                    <a:pt x="5929622" y="1265081"/>
                  </a:lnTo>
                  <a:lnTo>
                    <a:pt x="5971465" y="1196683"/>
                  </a:lnTo>
                  <a:lnTo>
                    <a:pt x="6013512" y="1127233"/>
                  </a:lnTo>
                  <a:lnTo>
                    <a:pt x="6055642" y="1057355"/>
                  </a:lnTo>
                  <a:lnTo>
                    <a:pt x="6097730" y="987693"/>
                  </a:lnTo>
                  <a:lnTo>
                    <a:pt x="6139653" y="918879"/>
                  </a:lnTo>
                  <a:lnTo>
                    <a:pt x="6181301" y="851517"/>
                  </a:lnTo>
                  <a:lnTo>
                    <a:pt x="6222590" y="786153"/>
                  </a:lnTo>
                  <a:lnTo>
                    <a:pt x="6263464" y="723267"/>
                  </a:lnTo>
                  <a:lnTo>
                    <a:pt x="6303908" y="663250"/>
                  </a:lnTo>
                  <a:lnTo>
                    <a:pt x="6343950" y="606408"/>
                  </a:lnTo>
                  <a:lnTo>
                    <a:pt x="6383672" y="552947"/>
                  </a:lnTo>
                  <a:lnTo>
                    <a:pt x="6423210" y="502988"/>
                  </a:lnTo>
                  <a:lnTo>
                    <a:pt x="6462760" y="456564"/>
                  </a:lnTo>
                  <a:lnTo>
                    <a:pt x="6502591" y="413630"/>
                  </a:lnTo>
                  <a:lnTo>
                    <a:pt x="6515891" y="400173"/>
                  </a:lnTo>
                  <a:lnTo>
                    <a:pt x="6563340" y="355844"/>
                  </a:lnTo>
                  <a:lnTo>
                    <a:pt x="6612450" y="316071"/>
                  </a:lnTo>
                  <a:lnTo>
                    <a:pt x="6664025" y="280606"/>
                  </a:lnTo>
                  <a:lnTo>
                    <a:pt x="6718959" y="249040"/>
                  </a:lnTo>
                  <a:lnTo>
                    <a:pt x="6778161" y="220918"/>
                  </a:lnTo>
                  <a:lnTo>
                    <a:pt x="6842469" y="195804"/>
                  </a:lnTo>
                  <a:lnTo>
                    <a:pt x="6912545" y="173321"/>
                  </a:lnTo>
                  <a:lnTo>
                    <a:pt x="6988735" y="153168"/>
                  </a:lnTo>
                  <a:lnTo>
                    <a:pt x="7070882" y="135132"/>
                  </a:lnTo>
                  <a:lnTo>
                    <a:pt x="7158111" y="119087"/>
                  </a:lnTo>
                  <a:lnTo>
                    <a:pt x="7248624" y="104989"/>
                  </a:lnTo>
                  <a:lnTo>
                    <a:pt x="7339583" y="92858"/>
                  </a:lnTo>
                  <a:lnTo>
                    <a:pt x="7427203" y="82741"/>
                  </a:lnTo>
                  <a:lnTo>
                    <a:pt x="7507142" y="74669"/>
                  </a:lnTo>
                  <a:lnTo>
                    <a:pt x="7575202" y="68606"/>
                  </a:lnTo>
                  <a:lnTo>
                    <a:pt x="7628212" y="64409"/>
                  </a:lnTo>
                  <a:lnTo>
                    <a:pt x="7664824" y="61817"/>
                  </a:lnTo>
                  <a:lnTo>
                    <a:pt x="7685942" y="60473"/>
                  </a:lnTo>
                  <a:lnTo>
                    <a:pt x="7694716" y="59969"/>
                  </a:lnTo>
                  <a:lnTo>
                    <a:pt x="7696237" y="59889"/>
                  </a:lnTo>
                  <a:lnTo>
                    <a:pt x="7696237" y="59889"/>
                  </a:lnTo>
                  <a:lnTo>
                    <a:pt x="8234974" y="59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4" name="pl454"/>
            <p:cNvSpPr/>
            <p:nvPr/>
          </p:nvSpPr>
          <p:spPr>
            <a:xfrm>
              <a:off x="546595" y="2536264"/>
              <a:ext cx="8234974" cy="2101590"/>
            </a:xfrm>
            <a:custGeom>
              <a:avLst/>
              <a:pathLst>
                <a:path w="8234974" h="2101590">
                  <a:moveTo>
                    <a:pt x="8234974" y="59889"/>
                  </a:moveTo>
                  <a:lnTo>
                    <a:pt x="7696237" y="59889"/>
                  </a:lnTo>
                  <a:lnTo>
                    <a:pt x="7695009" y="59953"/>
                  </a:lnTo>
                  <a:lnTo>
                    <a:pt x="7686982" y="60411"/>
                  </a:lnTo>
                  <a:lnTo>
                    <a:pt x="7666932" y="61677"/>
                  </a:lnTo>
                  <a:lnTo>
                    <a:pt x="7631550" y="64161"/>
                  </a:lnTo>
                  <a:lnTo>
                    <a:pt x="7579757" y="68227"/>
                  </a:lnTo>
                  <a:lnTo>
                    <a:pt x="7512741" y="74143"/>
                  </a:lnTo>
                  <a:lnTo>
                    <a:pt x="7433559" y="82060"/>
                  </a:lnTo>
                  <a:lnTo>
                    <a:pt x="7346364" y="92023"/>
                  </a:lnTo>
                  <a:lnTo>
                    <a:pt x="7255514" y="104004"/>
                  </a:lnTo>
                  <a:lnTo>
                    <a:pt x="7164856" y="117955"/>
                  </a:lnTo>
                  <a:lnTo>
                    <a:pt x="7077304" y="133853"/>
                  </a:lnTo>
                  <a:lnTo>
                    <a:pt x="6994732" y="151736"/>
                  </a:lnTo>
                  <a:lnTo>
                    <a:pt x="6918080" y="171722"/>
                  </a:lnTo>
                  <a:lnTo>
                    <a:pt x="6847549" y="194020"/>
                  </a:lnTo>
                  <a:lnTo>
                    <a:pt x="6782827" y="218923"/>
                  </a:lnTo>
                  <a:lnTo>
                    <a:pt x="6723267" y="246804"/>
                  </a:lnTo>
                  <a:lnTo>
                    <a:pt x="6668042" y="278094"/>
                  </a:lnTo>
                  <a:lnTo>
                    <a:pt x="6616245" y="313249"/>
                  </a:lnTo>
                  <a:lnTo>
                    <a:pt x="6566979" y="352686"/>
                  </a:lnTo>
                  <a:lnTo>
                    <a:pt x="6519429" y="396668"/>
                  </a:lnTo>
                  <a:lnTo>
                    <a:pt x="6515891" y="400173"/>
                  </a:lnTo>
                  <a:lnTo>
                    <a:pt x="6475895" y="441973"/>
                  </a:lnTo>
                  <a:lnTo>
                    <a:pt x="6436285" y="487234"/>
                  </a:lnTo>
                  <a:lnTo>
                    <a:pt x="6396769" y="536023"/>
                  </a:lnTo>
                  <a:lnTo>
                    <a:pt x="6357126" y="588334"/>
                  </a:lnTo>
                  <a:lnTo>
                    <a:pt x="6317201" y="644076"/>
                  </a:lnTo>
                  <a:lnTo>
                    <a:pt x="6276895" y="703071"/>
                  </a:lnTo>
                  <a:lnTo>
                    <a:pt x="6236164" y="765047"/>
                  </a:lnTo>
                  <a:lnTo>
                    <a:pt x="6195008" y="829639"/>
                  </a:lnTo>
                  <a:lnTo>
                    <a:pt x="6153471" y="896398"/>
                  </a:lnTo>
                  <a:lnTo>
                    <a:pt x="6111627" y="964796"/>
                  </a:lnTo>
                  <a:lnTo>
                    <a:pt x="6069581" y="1034246"/>
                  </a:lnTo>
                  <a:lnTo>
                    <a:pt x="6027451" y="1104124"/>
                  </a:lnTo>
                  <a:lnTo>
                    <a:pt x="5985363" y="1173786"/>
                  </a:lnTo>
                  <a:lnTo>
                    <a:pt x="5943440" y="1242600"/>
                  </a:lnTo>
                  <a:lnTo>
                    <a:pt x="5901791" y="1309962"/>
                  </a:lnTo>
                  <a:lnTo>
                    <a:pt x="5860502" y="1375326"/>
                  </a:lnTo>
                  <a:lnTo>
                    <a:pt x="5819628" y="1438213"/>
                  </a:lnTo>
                  <a:lnTo>
                    <a:pt x="5779185" y="1498229"/>
                  </a:lnTo>
                  <a:lnTo>
                    <a:pt x="5739142" y="1555072"/>
                  </a:lnTo>
                  <a:lnTo>
                    <a:pt x="5699420" y="1608532"/>
                  </a:lnTo>
                  <a:lnTo>
                    <a:pt x="5659883" y="1658491"/>
                  </a:lnTo>
                  <a:lnTo>
                    <a:pt x="5620333" y="1704915"/>
                  </a:lnTo>
                  <a:lnTo>
                    <a:pt x="5580502" y="1747849"/>
                  </a:lnTo>
                  <a:lnTo>
                    <a:pt x="5567201" y="1761306"/>
                  </a:lnTo>
                  <a:lnTo>
                    <a:pt x="5519753" y="1805635"/>
                  </a:lnTo>
                  <a:lnTo>
                    <a:pt x="5470642" y="1845408"/>
                  </a:lnTo>
                  <a:lnTo>
                    <a:pt x="5419068" y="1880873"/>
                  </a:lnTo>
                  <a:lnTo>
                    <a:pt x="5364133" y="1912439"/>
                  </a:lnTo>
                  <a:lnTo>
                    <a:pt x="5304931" y="1940561"/>
                  </a:lnTo>
                  <a:lnTo>
                    <a:pt x="5240623" y="1965675"/>
                  </a:lnTo>
                  <a:lnTo>
                    <a:pt x="5170547" y="1988158"/>
                  </a:lnTo>
                  <a:lnTo>
                    <a:pt x="5094358" y="2008311"/>
                  </a:lnTo>
                  <a:lnTo>
                    <a:pt x="5012210" y="2026347"/>
                  </a:lnTo>
                  <a:lnTo>
                    <a:pt x="4924981" y="2042393"/>
                  </a:lnTo>
                  <a:lnTo>
                    <a:pt x="4834469" y="2056490"/>
                  </a:lnTo>
                  <a:lnTo>
                    <a:pt x="4743510" y="2068621"/>
                  </a:lnTo>
                  <a:lnTo>
                    <a:pt x="4655889" y="2078738"/>
                  </a:lnTo>
                  <a:lnTo>
                    <a:pt x="4575950" y="2086810"/>
                  </a:lnTo>
                  <a:lnTo>
                    <a:pt x="4507891" y="2092873"/>
                  </a:lnTo>
                  <a:lnTo>
                    <a:pt x="4454880" y="2097070"/>
                  </a:lnTo>
                  <a:lnTo>
                    <a:pt x="4418268" y="2099662"/>
                  </a:lnTo>
                  <a:lnTo>
                    <a:pt x="4397150" y="2101006"/>
                  </a:lnTo>
                  <a:lnTo>
                    <a:pt x="4388376" y="2101510"/>
                  </a:lnTo>
                  <a:lnTo>
                    <a:pt x="4386856" y="2101590"/>
                  </a:lnTo>
                  <a:lnTo>
                    <a:pt x="4386855" y="2101590"/>
                  </a:lnTo>
                  <a:lnTo>
                    <a:pt x="3848118" y="2101590"/>
                  </a:lnTo>
                  <a:lnTo>
                    <a:pt x="3846894" y="2101524"/>
                  </a:lnTo>
                  <a:lnTo>
                    <a:pt x="3838894" y="2101054"/>
                  </a:lnTo>
                  <a:lnTo>
                    <a:pt x="3818906" y="2099756"/>
                  </a:lnTo>
                  <a:lnTo>
                    <a:pt x="3783630" y="2097208"/>
                  </a:lnTo>
                  <a:lnTo>
                    <a:pt x="3731978" y="2093036"/>
                  </a:lnTo>
                  <a:lnTo>
                    <a:pt x="3665125" y="2086966"/>
                  </a:lnTo>
                  <a:lnTo>
                    <a:pt x="3586109" y="2078842"/>
                  </a:lnTo>
                  <a:lnTo>
                    <a:pt x="3499062" y="2068616"/>
                  </a:lnTo>
                  <a:lnTo>
                    <a:pt x="3408331" y="2056318"/>
                  </a:lnTo>
                  <a:lnTo>
                    <a:pt x="3317757" y="2041996"/>
                  </a:lnTo>
                  <a:lnTo>
                    <a:pt x="3230254" y="2025674"/>
                  </a:lnTo>
                  <a:lnTo>
                    <a:pt x="3147703" y="2007315"/>
                  </a:lnTo>
                  <a:lnTo>
                    <a:pt x="3071051" y="1986797"/>
                  </a:lnTo>
                  <a:lnTo>
                    <a:pt x="3000508" y="1963910"/>
                  </a:lnTo>
                  <a:lnTo>
                    <a:pt x="2935768" y="1938353"/>
                  </a:lnTo>
                  <a:lnTo>
                    <a:pt x="2876192" y="1909746"/>
                  </a:lnTo>
                  <a:lnTo>
                    <a:pt x="2820956" y="1877645"/>
                  </a:lnTo>
                  <a:lnTo>
                    <a:pt x="2769159" y="1841583"/>
                  </a:lnTo>
                  <a:lnTo>
                    <a:pt x="2719905" y="1801132"/>
                  </a:lnTo>
                  <a:lnTo>
                    <a:pt x="2672379" y="1756016"/>
                  </a:lnTo>
                  <a:lnTo>
                    <a:pt x="2667772" y="1751325"/>
                  </a:lnTo>
                  <a:lnTo>
                    <a:pt x="2628164" y="1708736"/>
                  </a:lnTo>
                  <a:lnTo>
                    <a:pt x="2588939" y="1662654"/>
                  </a:lnTo>
                  <a:lnTo>
                    <a:pt x="2549809" y="1613013"/>
                  </a:lnTo>
                  <a:lnTo>
                    <a:pt x="2510561" y="1559816"/>
                  </a:lnTo>
                  <a:lnTo>
                    <a:pt x="2471041" y="1503151"/>
                  </a:lnTo>
                  <a:lnTo>
                    <a:pt x="2431151" y="1443190"/>
                  </a:lnTo>
                  <a:lnTo>
                    <a:pt x="2390845" y="1380202"/>
                  </a:lnTo>
                  <a:lnTo>
                    <a:pt x="2350122" y="1314545"/>
                  </a:lnTo>
                  <a:lnTo>
                    <a:pt x="2309019" y="1246663"/>
                  </a:lnTo>
                  <a:lnTo>
                    <a:pt x="2267608" y="1177078"/>
                  </a:lnTo>
                  <a:lnTo>
                    <a:pt x="2225988" y="1106369"/>
                  </a:lnTo>
                  <a:lnTo>
                    <a:pt x="2184273" y="1035161"/>
                  </a:lnTo>
                  <a:lnTo>
                    <a:pt x="2142584" y="964093"/>
                  </a:lnTo>
                  <a:lnTo>
                    <a:pt x="2101043" y="893803"/>
                  </a:lnTo>
                  <a:lnTo>
                    <a:pt x="2059757" y="824896"/>
                  </a:lnTo>
                  <a:lnTo>
                    <a:pt x="2018813" y="757931"/>
                  </a:lnTo>
                  <a:lnTo>
                    <a:pt x="1978270" y="693395"/>
                  </a:lnTo>
                  <a:lnTo>
                    <a:pt x="1938150" y="631697"/>
                  </a:lnTo>
                  <a:lnTo>
                    <a:pt x="1898431" y="573155"/>
                  </a:lnTo>
                  <a:lnTo>
                    <a:pt x="1859045" y="517995"/>
                  </a:lnTo>
                  <a:lnTo>
                    <a:pt x="1819871" y="466353"/>
                  </a:lnTo>
                  <a:lnTo>
                    <a:pt x="1780730" y="418278"/>
                  </a:lnTo>
                  <a:lnTo>
                    <a:pt x="1741377" y="373741"/>
                  </a:lnTo>
                  <a:lnTo>
                    <a:pt x="1719082" y="350265"/>
                  </a:lnTo>
                  <a:lnTo>
                    <a:pt x="1671689" y="304685"/>
                  </a:lnTo>
                  <a:lnTo>
                    <a:pt x="1622638" y="263784"/>
                  </a:lnTo>
                  <a:lnTo>
                    <a:pt x="1571130" y="227308"/>
                  </a:lnTo>
                  <a:lnTo>
                    <a:pt x="1516273" y="194838"/>
                  </a:lnTo>
                  <a:lnTo>
                    <a:pt x="1457163" y="165907"/>
                  </a:lnTo>
                  <a:lnTo>
                    <a:pt x="1392963" y="140068"/>
                  </a:lnTo>
                  <a:lnTo>
                    <a:pt x="1323011" y="116933"/>
                  </a:lnTo>
                  <a:lnTo>
                    <a:pt x="1246960" y="96194"/>
                  </a:lnTo>
                  <a:lnTo>
                    <a:pt x="1164961" y="77629"/>
                  </a:lnTo>
                  <a:lnTo>
                    <a:pt x="1077878" y="61110"/>
                  </a:lnTo>
                  <a:lnTo>
                    <a:pt x="987493" y="46591"/>
                  </a:lnTo>
                  <a:lnTo>
                    <a:pt x="896621" y="34092"/>
                  </a:lnTo>
                  <a:lnTo>
                    <a:pt x="809022" y="23660"/>
                  </a:lnTo>
                  <a:lnTo>
                    <a:pt x="729023" y="15329"/>
                  </a:lnTo>
                  <a:lnTo>
                    <a:pt x="660815" y="9062"/>
                  </a:lnTo>
                  <a:lnTo>
                    <a:pt x="607581" y="4715"/>
                  </a:lnTo>
                  <a:lnTo>
                    <a:pt x="570705" y="2022"/>
                  </a:lnTo>
                  <a:lnTo>
                    <a:pt x="549326" y="619"/>
                  </a:lnTo>
                  <a:lnTo>
                    <a:pt x="540349" y="87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5" name="pg455"/>
            <p:cNvSpPr/>
            <p:nvPr/>
          </p:nvSpPr>
          <p:spPr>
            <a:xfrm>
              <a:off x="546595" y="2541708"/>
              <a:ext cx="8234974" cy="2128812"/>
            </a:xfrm>
            <a:custGeom>
              <a:avLst/>
              <a:pathLst>
                <a:path w="8234974" h="2128812">
                  <a:moveTo>
                    <a:pt x="0" y="21778"/>
                  </a:moveTo>
                  <a:lnTo>
                    <a:pt x="538736" y="21778"/>
                  </a:lnTo>
                  <a:lnTo>
                    <a:pt x="539960" y="21844"/>
                  </a:lnTo>
                  <a:lnTo>
                    <a:pt x="547958" y="22314"/>
                  </a:lnTo>
                  <a:lnTo>
                    <a:pt x="567940" y="23615"/>
                  </a:lnTo>
                  <a:lnTo>
                    <a:pt x="603207" y="26170"/>
                  </a:lnTo>
                  <a:lnTo>
                    <a:pt x="654845" y="30350"/>
                  </a:lnTo>
                  <a:lnTo>
                    <a:pt x="721683" y="36434"/>
                  </a:lnTo>
                  <a:lnTo>
                    <a:pt x="800684" y="44578"/>
                  </a:lnTo>
                  <a:lnTo>
                    <a:pt x="887717" y="54827"/>
                  </a:lnTo>
                  <a:lnTo>
                    <a:pt x="978437" y="67154"/>
                  </a:lnTo>
                  <a:lnTo>
                    <a:pt x="1069004" y="81510"/>
                  </a:lnTo>
                  <a:lnTo>
                    <a:pt x="1156503" y="97870"/>
                  </a:lnTo>
                  <a:lnTo>
                    <a:pt x="1239051" y="116272"/>
                  </a:lnTo>
                  <a:lnTo>
                    <a:pt x="1315704" y="136838"/>
                  </a:lnTo>
                  <a:lnTo>
                    <a:pt x="1386247" y="159778"/>
                  </a:lnTo>
                  <a:lnTo>
                    <a:pt x="1450989" y="185394"/>
                  </a:lnTo>
                  <a:lnTo>
                    <a:pt x="1510567" y="214068"/>
                  </a:lnTo>
                  <a:lnTo>
                    <a:pt x="1565803" y="246242"/>
                  </a:lnTo>
                  <a:lnTo>
                    <a:pt x="1617600" y="282386"/>
                  </a:lnTo>
                  <a:lnTo>
                    <a:pt x="1666854" y="322928"/>
                  </a:lnTo>
                  <a:lnTo>
                    <a:pt x="1714377" y="368147"/>
                  </a:lnTo>
                  <a:lnTo>
                    <a:pt x="1719082" y="372950"/>
                  </a:lnTo>
                  <a:lnTo>
                    <a:pt x="1758655" y="415610"/>
                  </a:lnTo>
                  <a:lnTo>
                    <a:pt x="1797847" y="461765"/>
                  </a:lnTo>
                  <a:lnTo>
                    <a:pt x="1836941" y="511483"/>
                  </a:lnTo>
                  <a:lnTo>
                    <a:pt x="1876154" y="564759"/>
                  </a:lnTo>
                  <a:lnTo>
                    <a:pt x="1915638" y="621508"/>
                  </a:lnTo>
                  <a:lnTo>
                    <a:pt x="1955490" y="681554"/>
                  </a:lnTo>
                  <a:lnTo>
                    <a:pt x="1995758" y="744633"/>
                  </a:lnTo>
                  <a:lnTo>
                    <a:pt x="2036442" y="810385"/>
                  </a:lnTo>
                  <a:lnTo>
                    <a:pt x="2077506" y="878368"/>
                  </a:lnTo>
                  <a:lnTo>
                    <a:pt x="2118878" y="948060"/>
                  </a:lnTo>
                  <a:lnTo>
                    <a:pt x="2160460" y="1018881"/>
                  </a:lnTo>
                  <a:lnTo>
                    <a:pt x="2202138" y="1090209"/>
                  </a:lnTo>
                  <a:lnTo>
                    <a:pt x="2243790" y="1161402"/>
                  </a:lnTo>
                  <a:lnTo>
                    <a:pt x="2285297" y="1231826"/>
                  </a:lnTo>
                  <a:lnTo>
                    <a:pt x="2326551" y="1300871"/>
                  </a:lnTo>
                  <a:lnTo>
                    <a:pt x="2367463" y="1367981"/>
                  </a:lnTo>
                  <a:lnTo>
                    <a:pt x="2407976" y="1432665"/>
                  </a:lnTo>
                  <a:lnTo>
                    <a:pt x="2448067" y="1494515"/>
                  </a:lnTo>
                  <a:lnTo>
                    <a:pt x="2487757" y="1553210"/>
                  </a:lnTo>
                  <a:lnTo>
                    <a:pt x="2527113" y="1608524"/>
                  </a:lnTo>
                  <a:lnTo>
                    <a:pt x="2566254" y="1660319"/>
                  </a:lnTo>
                  <a:lnTo>
                    <a:pt x="2605359" y="1708544"/>
                  </a:lnTo>
                  <a:lnTo>
                    <a:pt x="2644671" y="1753226"/>
                  </a:lnTo>
                  <a:lnTo>
                    <a:pt x="2667772" y="1777640"/>
                  </a:lnTo>
                  <a:lnTo>
                    <a:pt x="2715161" y="1823333"/>
                  </a:lnTo>
                  <a:lnTo>
                    <a:pt x="2764206" y="1864337"/>
                  </a:lnTo>
                  <a:lnTo>
                    <a:pt x="2815708" y="1900904"/>
                  </a:lnTo>
                  <a:lnTo>
                    <a:pt x="2870557" y="1933456"/>
                  </a:lnTo>
                  <a:lnTo>
                    <a:pt x="2929659" y="1962460"/>
                  </a:lnTo>
                  <a:lnTo>
                    <a:pt x="2993850" y="1988365"/>
                  </a:lnTo>
                  <a:lnTo>
                    <a:pt x="3063790" y="2011559"/>
                  </a:lnTo>
                  <a:lnTo>
                    <a:pt x="3139828" y="2032353"/>
                  </a:lnTo>
                  <a:lnTo>
                    <a:pt x="3221813" y="2050965"/>
                  </a:lnTo>
                  <a:lnTo>
                    <a:pt x="3308883" y="2067527"/>
                  </a:lnTo>
                  <a:lnTo>
                    <a:pt x="3399256" y="2082084"/>
                  </a:lnTo>
                  <a:lnTo>
                    <a:pt x="3490121" y="2094617"/>
                  </a:lnTo>
                  <a:lnTo>
                    <a:pt x="3577717" y="2105078"/>
                  </a:lnTo>
                  <a:lnTo>
                    <a:pt x="3657722" y="2113432"/>
                  </a:lnTo>
                  <a:lnTo>
                    <a:pt x="3725944" y="2119718"/>
                  </a:lnTo>
                  <a:lnTo>
                    <a:pt x="3779198" y="2124079"/>
                  </a:lnTo>
                  <a:lnTo>
                    <a:pt x="3816099" y="2126782"/>
                  </a:lnTo>
                  <a:lnTo>
                    <a:pt x="3837501" y="2128190"/>
                  </a:lnTo>
                  <a:lnTo>
                    <a:pt x="3846497" y="2128724"/>
                  </a:lnTo>
                  <a:lnTo>
                    <a:pt x="3848118" y="2128812"/>
                  </a:lnTo>
                  <a:lnTo>
                    <a:pt x="4386855" y="2128812"/>
                  </a:lnTo>
                  <a:lnTo>
                    <a:pt x="4388130" y="2128772"/>
                  </a:lnTo>
                  <a:lnTo>
                    <a:pt x="4396448" y="2128484"/>
                  </a:lnTo>
                  <a:lnTo>
                    <a:pt x="4417200" y="2127689"/>
                  </a:lnTo>
                  <a:lnTo>
                    <a:pt x="4453750" y="2126127"/>
                  </a:lnTo>
                  <a:lnTo>
                    <a:pt x="4507113" y="2123575"/>
                  </a:lnTo>
                  <a:lnTo>
                    <a:pt x="4575932" y="2119866"/>
                  </a:lnTo>
                  <a:lnTo>
                    <a:pt x="4656929" y="2114912"/>
                  </a:lnTo>
                  <a:lnTo>
                    <a:pt x="4745746" y="2108688"/>
                  </a:lnTo>
                  <a:lnTo>
                    <a:pt x="4837880" y="2101214"/>
                  </a:lnTo>
                  <a:lnTo>
                    <a:pt x="4929432" y="2092522"/>
                  </a:lnTo>
                  <a:lnTo>
                    <a:pt x="5017503" y="2082620"/>
                  </a:lnTo>
                  <a:lnTo>
                    <a:pt x="5100283" y="2071478"/>
                  </a:lnTo>
                  <a:lnTo>
                    <a:pt x="5176923" y="2059016"/>
                  </a:lnTo>
                  <a:lnTo>
                    <a:pt x="5247309" y="2045092"/>
                  </a:lnTo>
                  <a:lnTo>
                    <a:pt x="5311838" y="2029515"/>
                  </a:lnTo>
                  <a:lnTo>
                    <a:pt x="5371223" y="2012042"/>
                  </a:lnTo>
                  <a:lnTo>
                    <a:pt x="5426347" y="1992396"/>
                  </a:lnTo>
                  <a:lnTo>
                    <a:pt x="5478156" y="1970292"/>
                  </a:lnTo>
                  <a:lnTo>
                    <a:pt x="5527569" y="1945483"/>
                  </a:lnTo>
                  <a:lnTo>
                    <a:pt x="5567201" y="1922827"/>
                  </a:lnTo>
                  <a:lnTo>
                    <a:pt x="5613119" y="1893574"/>
                  </a:lnTo>
                  <a:lnTo>
                    <a:pt x="5658588" y="1861544"/>
                  </a:lnTo>
                  <a:lnTo>
                    <a:pt x="5704028" y="1826692"/>
                  </a:lnTo>
                  <a:lnTo>
                    <a:pt x="5749734" y="1789050"/>
                  </a:lnTo>
                  <a:lnTo>
                    <a:pt x="5795897" y="1748744"/>
                  </a:lnTo>
                  <a:lnTo>
                    <a:pt x="5842611" y="1705994"/>
                  </a:lnTo>
                  <a:lnTo>
                    <a:pt x="5889887" y="1661121"/>
                  </a:lnTo>
                  <a:lnTo>
                    <a:pt x="5937663" y="1614535"/>
                  </a:lnTo>
                  <a:lnTo>
                    <a:pt x="5985818" y="1566728"/>
                  </a:lnTo>
                  <a:lnTo>
                    <a:pt x="6034188" y="1518248"/>
                  </a:lnTo>
                  <a:lnTo>
                    <a:pt x="6082588" y="1469678"/>
                  </a:lnTo>
                  <a:lnTo>
                    <a:pt x="6130827" y="1421606"/>
                  </a:lnTo>
                  <a:lnTo>
                    <a:pt x="6178733" y="1374594"/>
                  </a:lnTo>
                  <a:lnTo>
                    <a:pt x="6226170" y="1329153"/>
                  </a:lnTo>
                  <a:lnTo>
                    <a:pt x="6273058" y="1285720"/>
                  </a:lnTo>
                  <a:lnTo>
                    <a:pt x="6319382" y="1244643"/>
                  </a:lnTo>
                  <a:lnTo>
                    <a:pt x="6365212" y="1206174"/>
                  </a:lnTo>
                  <a:lnTo>
                    <a:pt x="6410706" y="1170466"/>
                  </a:lnTo>
                  <a:lnTo>
                    <a:pt x="6456128" y="1137579"/>
                  </a:lnTo>
                  <a:lnTo>
                    <a:pt x="6501857" y="1107491"/>
                  </a:lnTo>
                  <a:lnTo>
                    <a:pt x="6515891" y="1098888"/>
                  </a:lnTo>
                  <a:lnTo>
                    <a:pt x="6563944" y="1071736"/>
                  </a:lnTo>
                  <a:lnTo>
                    <a:pt x="6613709" y="1047409"/>
                  </a:lnTo>
                  <a:lnTo>
                    <a:pt x="6666024" y="1025751"/>
                  </a:lnTo>
                  <a:lnTo>
                    <a:pt x="6721819" y="1006501"/>
                  </a:lnTo>
                  <a:lnTo>
                    <a:pt x="6782035" y="989375"/>
                  </a:lnTo>
                  <a:lnTo>
                    <a:pt x="6847533" y="974100"/>
                  </a:lnTo>
                  <a:lnTo>
                    <a:pt x="6918985" y="960442"/>
                  </a:lnTo>
                  <a:lnTo>
                    <a:pt x="6996714" y="948217"/>
                  </a:lnTo>
                  <a:lnTo>
                    <a:pt x="7080495" y="937294"/>
                  </a:lnTo>
                  <a:lnTo>
                    <a:pt x="7169327" y="927603"/>
                  </a:lnTo>
                  <a:lnTo>
                    <a:pt x="7261218" y="919119"/>
                  </a:lnTo>
                  <a:lnTo>
                    <a:pt x="7353081" y="911860"/>
                  </a:lnTo>
                  <a:lnTo>
                    <a:pt x="7440874" y="905855"/>
                  </a:lnTo>
                  <a:lnTo>
                    <a:pt x="7520056" y="901119"/>
                  </a:lnTo>
                  <a:lnTo>
                    <a:pt x="7586390" y="897620"/>
                  </a:lnTo>
                  <a:lnTo>
                    <a:pt x="7636876" y="895252"/>
                  </a:lnTo>
                  <a:lnTo>
                    <a:pt x="7670550" y="893841"/>
                  </a:lnTo>
                  <a:lnTo>
                    <a:pt x="7688848" y="893152"/>
                  </a:lnTo>
                  <a:lnTo>
                    <a:pt x="7695509" y="892926"/>
                  </a:lnTo>
                  <a:lnTo>
                    <a:pt x="7696237" y="892903"/>
                  </a:lnTo>
                  <a:lnTo>
                    <a:pt x="8234974" y="892903"/>
                  </a:lnTo>
                  <a:lnTo>
                    <a:pt x="8234974" y="871125"/>
                  </a:lnTo>
                  <a:lnTo>
                    <a:pt x="7696237" y="871125"/>
                  </a:lnTo>
                  <a:lnTo>
                    <a:pt x="7694963" y="871165"/>
                  </a:lnTo>
                  <a:lnTo>
                    <a:pt x="7686645" y="871453"/>
                  </a:lnTo>
                  <a:lnTo>
                    <a:pt x="7665892" y="872249"/>
                  </a:lnTo>
                  <a:lnTo>
                    <a:pt x="7629343" y="873810"/>
                  </a:lnTo>
                  <a:lnTo>
                    <a:pt x="7575979" y="876362"/>
                  </a:lnTo>
                  <a:lnTo>
                    <a:pt x="7507160" y="880071"/>
                  </a:lnTo>
                  <a:lnTo>
                    <a:pt x="7426163" y="885026"/>
                  </a:lnTo>
                  <a:lnTo>
                    <a:pt x="7337347" y="891249"/>
                  </a:lnTo>
                  <a:lnTo>
                    <a:pt x="7245212" y="898723"/>
                  </a:lnTo>
                  <a:lnTo>
                    <a:pt x="7153661" y="907416"/>
                  </a:lnTo>
                  <a:lnTo>
                    <a:pt x="7065590" y="917318"/>
                  </a:lnTo>
                  <a:lnTo>
                    <a:pt x="6982809" y="928459"/>
                  </a:lnTo>
                  <a:lnTo>
                    <a:pt x="6906170" y="940922"/>
                  </a:lnTo>
                  <a:lnTo>
                    <a:pt x="6835784" y="954845"/>
                  </a:lnTo>
                  <a:lnTo>
                    <a:pt x="6771255" y="970422"/>
                  </a:lnTo>
                  <a:lnTo>
                    <a:pt x="6711870" y="987896"/>
                  </a:lnTo>
                  <a:lnTo>
                    <a:pt x="6656745" y="1007541"/>
                  </a:lnTo>
                  <a:lnTo>
                    <a:pt x="6604937" y="1029645"/>
                  </a:lnTo>
                  <a:lnTo>
                    <a:pt x="6555523" y="1054454"/>
                  </a:lnTo>
                  <a:lnTo>
                    <a:pt x="6515891" y="1077110"/>
                  </a:lnTo>
                  <a:lnTo>
                    <a:pt x="6469973" y="1106363"/>
                  </a:lnTo>
                  <a:lnTo>
                    <a:pt x="6424504" y="1138393"/>
                  </a:lnTo>
                  <a:lnTo>
                    <a:pt x="6379065" y="1173246"/>
                  </a:lnTo>
                  <a:lnTo>
                    <a:pt x="6333359" y="1210887"/>
                  </a:lnTo>
                  <a:lnTo>
                    <a:pt x="6287196" y="1251194"/>
                  </a:lnTo>
                  <a:lnTo>
                    <a:pt x="6240482" y="1293943"/>
                  </a:lnTo>
                  <a:lnTo>
                    <a:pt x="6193205" y="1338817"/>
                  </a:lnTo>
                  <a:lnTo>
                    <a:pt x="6145430" y="1385402"/>
                  </a:lnTo>
                  <a:lnTo>
                    <a:pt x="6097275" y="1433210"/>
                  </a:lnTo>
                  <a:lnTo>
                    <a:pt x="6048904" y="1481690"/>
                  </a:lnTo>
                  <a:lnTo>
                    <a:pt x="6000505" y="1530259"/>
                  </a:lnTo>
                  <a:lnTo>
                    <a:pt x="5952266" y="1578331"/>
                  </a:lnTo>
                  <a:lnTo>
                    <a:pt x="5904360" y="1625343"/>
                  </a:lnTo>
                  <a:lnTo>
                    <a:pt x="5856922" y="1670784"/>
                  </a:lnTo>
                  <a:lnTo>
                    <a:pt x="5810035" y="1714218"/>
                  </a:lnTo>
                  <a:lnTo>
                    <a:pt x="5763710" y="1755295"/>
                  </a:lnTo>
                  <a:lnTo>
                    <a:pt x="5717881" y="1793764"/>
                  </a:lnTo>
                  <a:lnTo>
                    <a:pt x="5672387" y="1829472"/>
                  </a:lnTo>
                  <a:lnTo>
                    <a:pt x="5626965" y="1862358"/>
                  </a:lnTo>
                  <a:lnTo>
                    <a:pt x="5581236" y="1892446"/>
                  </a:lnTo>
                  <a:lnTo>
                    <a:pt x="5567201" y="1901049"/>
                  </a:lnTo>
                  <a:lnTo>
                    <a:pt x="5519149" y="1928202"/>
                  </a:lnTo>
                  <a:lnTo>
                    <a:pt x="5469383" y="1952528"/>
                  </a:lnTo>
                  <a:lnTo>
                    <a:pt x="5417068" y="1974187"/>
                  </a:lnTo>
                  <a:lnTo>
                    <a:pt x="5361273" y="1993436"/>
                  </a:lnTo>
                  <a:lnTo>
                    <a:pt x="5301058" y="2010562"/>
                  </a:lnTo>
                  <a:lnTo>
                    <a:pt x="5235559" y="2025837"/>
                  </a:lnTo>
                  <a:lnTo>
                    <a:pt x="5164107" y="2039495"/>
                  </a:lnTo>
                  <a:lnTo>
                    <a:pt x="5086379" y="2051721"/>
                  </a:lnTo>
                  <a:lnTo>
                    <a:pt x="5002597" y="2062643"/>
                  </a:lnTo>
                  <a:lnTo>
                    <a:pt x="4913765" y="2072335"/>
                  </a:lnTo>
                  <a:lnTo>
                    <a:pt x="4821875" y="2080818"/>
                  </a:lnTo>
                  <a:lnTo>
                    <a:pt x="4730011" y="2088077"/>
                  </a:lnTo>
                  <a:lnTo>
                    <a:pt x="4642219" y="2094082"/>
                  </a:lnTo>
                  <a:lnTo>
                    <a:pt x="4563036" y="2098818"/>
                  </a:lnTo>
                  <a:lnTo>
                    <a:pt x="4496703" y="2102318"/>
                  </a:lnTo>
                  <a:lnTo>
                    <a:pt x="4446216" y="2104685"/>
                  </a:lnTo>
                  <a:lnTo>
                    <a:pt x="4412543" y="2106096"/>
                  </a:lnTo>
                  <a:lnTo>
                    <a:pt x="4394245" y="2106785"/>
                  </a:lnTo>
                  <a:lnTo>
                    <a:pt x="4387583" y="2107012"/>
                  </a:lnTo>
                  <a:lnTo>
                    <a:pt x="4386855" y="2107034"/>
                  </a:lnTo>
                  <a:lnTo>
                    <a:pt x="3848118" y="2107034"/>
                  </a:lnTo>
                  <a:lnTo>
                    <a:pt x="3846894" y="2106968"/>
                  </a:lnTo>
                  <a:lnTo>
                    <a:pt x="3838896" y="2106498"/>
                  </a:lnTo>
                  <a:lnTo>
                    <a:pt x="3818915" y="2105197"/>
                  </a:lnTo>
                  <a:lnTo>
                    <a:pt x="3783648" y="2102642"/>
                  </a:lnTo>
                  <a:lnTo>
                    <a:pt x="3732009" y="2098461"/>
                  </a:lnTo>
                  <a:lnTo>
                    <a:pt x="3665172" y="2092378"/>
                  </a:lnTo>
                  <a:lnTo>
                    <a:pt x="3586171" y="2084234"/>
                  </a:lnTo>
                  <a:lnTo>
                    <a:pt x="3499137" y="2073985"/>
                  </a:lnTo>
                  <a:lnTo>
                    <a:pt x="3408417" y="2061657"/>
                  </a:lnTo>
                  <a:lnTo>
                    <a:pt x="3317851" y="2047302"/>
                  </a:lnTo>
                  <a:lnTo>
                    <a:pt x="3230352" y="2030942"/>
                  </a:lnTo>
                  <a:lnTo>
                    <a:pt x="3147803" y="2012540"/>
                  </a:lnTo>
                  <a:lnTo>
                    <a:pt x="3071151" y="1991974"/>
                  </a:lnTo>
                  <a:lnTo>
                    <a:pt x="3000607" y="1969034"/>
                  </a:lnTo>
                  <a:lnTo>
                    <a:pt x="2935865" y="1943418"/>
                  </a:lnTo>
                  <a:lnTo>
                    <a:pt x="2876288" y="1914744"/>
                  </a:lnTo>
                  <a:lnTo>
                    <a:pt x="2821051" y="1882570"/>
                  </a:lnTo>
                  <a:lnTo>
                    <a:pt x="2769255" y="1846426"/>
                  </a:lnTo>
                  <a:lnTo>
                    <a:pt x="2720001" y="1805884"/>
                  </a:lnTo>
                  <a:lnTo>
                    <a:pt x="2672477" y="1760665"/>
                  </a:lnTo>
                  <a:lnTo>
                    <a:pt x="2667772" y="1755862"/>
                  </a:lnTo>
                  <a:lnTo>
                    <a:pt x="2628199" y="1713202"/>
                  </a:lnTo>
                  <a:lnTo>
                    <a:pt x="2589008" y="1667047"/>
                  </a:lnTo>
                  <a:lnTo>
                    <a:pt x="2549913" y="1617329"/>
                  </a:lnTo>
                  <a:lnTo>
                    <a:pt x="2510701" y="1564053"/>
                  </a:lnTo>
                  <a:lnTo>
                    <a:pt x="2471217" y="1507304"/>
                  </a:lnTo>
                  <a:lnTo>
                    <a:pt x="2431365" y="1447257"/>
                  </a:lnTo>
                  <a:lnTo>
                    <a:pt x="2391097" y="1384179"/>
                  </a:lnTo>
                  <a:lnTo>
                    <a:pt x="2350412" y="1318427"/>
                  </a:lnTo>
                  <a:lnTo>
                    <a:pt x="2309348" y="1250444"/>
                  </a:lnTo>
                  <a:lnTo>
                    <a:pt x="2267977" y="1180752"/>
                  </a:lnTo>
                  <a:lnTo>
                    <a:pt x="2226395" y="1109931"/>
                  </a:lnTo>
                  <a:lnTo>
                    <a:pt x="2184717" y="1038603"/>
                  </a:lnTo>
                  <a:lnTo>
                    <a:pt x="2143064" y="967409"/>
                  </a:lnTo>
                  <a:lnTo>
                    <a:pt x="2101557" y="896986"/>
                  </a:lnTo>
                  <a:lnTo>
                    <a:pt x="2060304" y="827941"/>
                  </a:lnTo>
                  <a:lnTo>
                    <a:pt x="2019392" y="760831"/>
                  </a:lnTo>
                  <a:lnTo>
                    <a:pt x="1978879" y="696147"/>
                  </a:lnTo>
                  <a:lnTo>
                    <a:pt x="1938787" y="634297"/>
                  </a:lnTo>
                  <a:lnTo>
                    <a:pt x="1899097" y="575602"/>
                  </a:lnTo>
                  <a:lnTo>
                    <a:pt x="1859742" y="520288"/>
                  </a:lnTo>
                  <a:lnTo>
                    <a:pt x="1820600" y="468493"/>
                  </a:lnTo>
                  <a:lnTo>
                    <a:pt x="1781495" y="420268"/>
                  </a:lnTo>
                  <a:lnTo>
                    <a:pt x="1742184" y="375586"/>
                  </a:lnTo>
                  <a:lnTo>
                    <a:pt x="1719082" y="351172"/>
                  </a:lnTo>
                  <a:lnTo>
                    <a:pt x="1671694" y="305479"/>
                  </a:lnTo>
                  <a:lnTo>
                    <a:pt x="1622648" y="264475"/>
                  </a:lnTo>
                  <a:lnTo>
                    <a:pt x="1571147" y="227908"/>
                  </a:lnTo>
                  <a:lnTo>
                    <a:pt x="1516297" y="195356"/>
                  </a:lnTo>
                  <a:lnTo>
                    <a:pt x="1457195" y="166352"/>
                  </a:lnTo>
                  <a:lnTo>
                    <a:pt x="1393005" y="140447"/>
                  </a:lnTo>
                  <a:lnTo>
                    <a:pt x="1323065" y="117252"/>
                  </a:lnTo>
                  <a:lnTo>
                    <a:pt x="1247027" y="96459"/>
                  </a:lnTo>
                  <a:lnTo>
                    <a:pt x="1165041" y="77847"/>
                  </a:lnTo>
                  <a:lnTo>
                    <a:pt x="1077972" y="61285"/>
                  </a:lnTo>
                  <a:lnTo>
                    <a:pt x="987599" y="46728"/>
                  </a:lnTo>
                  <a:lnTo>
                    <a:pt x="896734" y="34194"/>
                  </a:lnTo>
                  <a:lnTo>
                    <a:pt x="809137" y="23734"/>
                  </a:lnTo>
                  <a:lnTo>
                    <a:pt x="729133" y="15380"/>
                  </a:lnTo>
                  <a:lnTo>
                    <a:pt x="660911" y="9094"/>
                  </a:lnTo>
                  <a:lnTo>
                    <a:pt x="607657" y="4733"/>
                  </a:lnTo>
                  <a:lnTo>
                    <a:pt x="570756" y="2030"/>
                  </a:lnTo>
                  <a:lnTo>
                    <a:pt x="549353" y="622"/>
                  </a:lnTo>
                  <a:lnTo>
                    <a:pt x="540358" y="8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56" name="pl456"/>
            <p:cNvSpPr/>
            <p:nvPr/>
          </p:nvSpPr>
          <p:spPr>
            <a:xfrm>
              <a:off x="546595" y="2563487"/>
              <a:ext cx="8234974" cy="2107034"/>
            </a:xfrm>
            <a:custGeom>
              <a:avLst/>
              <a:pathLst>
                <a:path w="8234974" h="2107034">
                  <a:moveTo>
                    <a:pt x="0" y="0"/>
                  </a:moveTo>
                  <a:lnTo>
                    <a:pt x="538736" y="0"/>
                  </a:lnTo>
                  <a:lnTo>
                    <a:pt x="539960" y="65"/>
                  </a:lnTo>
                  <a:lnTo>
                    <a:pt x="547958" y="536"/>
                  </a:lnTo>
                  <a:lnTo>
                    <a:pt x="567940" y="1837"/>
                  </a:lnTo>
                  <a:lnTo>
                    <a:pt x="603207" y="4392"/>
                  </a:lnTo>
                  <a:lnTo>
                    <a:pt x="654845" y="8572"/>
                  </a:lnTo>
                  <a:lnTo>
                    <a:pt x="721683" y="14656"/>
                  </a:lnTo>
                  <a:lnTo>
                    <a:pt x="800684" y="22800"/>
                  </a:lnTo>
                  <a:lnTo>
                    <a:pt x="887717" y="33049"/>
                  </a:lnTo>
                  <a:lnTo>
                    <a:pt x="978437" y="45376"/>
                  </a:lnTo>
                  <a:lnTo>
                    <a:pt x="1069004" y="59732"/>
                  </a:lnTo>
                  <a:lnTo>
                    <a:pt x="1156503" y="76091"/>
                  </a:lnTo>
                  <a:lnTo>
                    <a:pt x="1239051" y="94494"/>
                  </a:lnTo>
                  <a:lnTo>
                    <a:pt x="1315704" y="115060"/>
                  </a:lnTo>
                  <a:lnTo>
                    <a:pt x="1386247" y="138000"/>
                  </a:lnTo>
                  <a:lnTo>
                    <a:pt x="1450989" y="163616"/>
                  </a:lnTo>
                  <a:lnTo>
                    <a:pt x="1510567" y="192290"/>
                  </a:lnTo>
                  <a:lnTo>
                    <a:pt x="1565803" y="224464"/>
                  </a:lnTo>
                  <a:lnTo>
                    <a:pt x="1617600" y="260608"/>
                  </a:lnTo>
                  <a:lnTo>
                    <a:pt x="1666854" y="301150"/>
                  </a:lnTo>
                  <a:lnTo>
                    <a:pt x="1714377" y="346369"/>
                  </a:lnTo>
                  <a:lnTo>
                    <a:pt x="1719082" y="351172"/>
                  </a:lnTo>
                  <a:lnTo>
                    <a:pt x="1758655" y="393832"/>
                  </a:lnTo>
                  <a:lnTo>
                    <a:pt x="1797847" y="439987"/>
                  </a:lnTo>
                  <a:lnTo>
                    <a:pt x="1836941" y="489705"/>
                  </a:lnTo>
                  <a:lnTo>
                    <a:pt x="1876154" y="542981"/>
                  </a:lnTo>
                  <a:lnTo>
                    <a:pt x="1915638" y="599730"/>
                  </a:lnTo>
                  <a:lnTo>
                    <a:pt x="1955490" y="659776"/>
                  </a:lnTo>
                  <a:lnTo>
                    <a:pt x="1995758" y="722855"/>
                  </a:lnTo>
                  <a:lnTo>
                    <a:pt x="2036442" y="788607"/>
                  </a:lnTo>
                  <a:lnTo>
                    <a:pt x="2077506" y="856590"/>
                  </a:lnTo>
                  <a:lnTo>
                    <a:pt x="2118878" y="926282"/>
                  </a:lnTo>
                  <a:lnTo>
                    <a:pt x="2160460" y="997103"/>
                  </a:lnTo>
                  <a:lnTo>
                    <a:pt x="2202138" y="1068431"/>
                  </a:lnTo>
                  <a:lnTo>
                    <a:pt x="2243790" y="1139624"/>
                  </a:lnTo>
                  <a:lnTo>
                    <a:pt x="2285297" y="1210047"/>
                  </a:lnTo>
                  <a:lnTo>
                    <a:pt x="2326551" y="1279093"/>
                  </a:lnTo>
                  <a:lnTo>
                    <a:pt x="2367463" y="1346202"/>
                  </a:lnTo>
                  <a:lnTo>
                    <a:pt x="2407976" y="1410887"/>
                  </a:lnTo>
                  <a:lnTo>
                    <a:pt x="2448067" y="1472737"/>
                  </a:lnTo>
                  <a:lnTo>
                    <a:pt x="2487757" y="1531432"/>
                  </a:lnTo>
                  <a:lnTo>
                    <a:pt x="2527113" y="1586746"/>
                  </a:lnTo>
                  <a:lnTo>
                    <a:pt x="2566254" y="1638541"/>
                  </a:lnTo>
                  <a:lnTo>
                    <a:pt x="2605359" y="1686766"/>
                  </a:lnTo>
                  <a:lnTo>
                    <a:pt x="2644671" y="1731448"/>
                  </a:lnTo>
                  <a:lnTo>
                    <a:pt x="2667772" y="1755862"/>
                  </a:lnTo>
                  <a:lnTo>
                    <a:pt x="2715161" y="1801555"/>
                  </a:lnTo>
                  <a:lnTo>
                    <a:pt x="2764206" y="1842558"/>
                  </a:lnTo>
                  <a:lnTo>
                    <a:pt x="2815708" y="1879126"/>
                  </a:lnTo>
                  <a:lnTo>
                    <a:pt x="2870557" y="1911678"/>
                  </a:lnTo>
                  <a:lnTo>
                    <a:pt x="2929659" y="1940682"/>
                  </a:lnTo>
                  <a:lnTo>
                    <a:pt x="2993850" y="1966587"/>
                  </a:lnTo>
                  <a:lnTo>
                    <a:pt x="3063790" y="1989781"/>
                  </a:lnTo>
                  <a:lnTo>
                    <a:pt x="3139828" y="2010574"/>
                  </a:lnTo>
                  <a:lnTo>
                    <a:pt x="3221813" y="2029187"/>
                  </a:lnTo>
                  <a:lnTo>
                    <a:pt x="3308883" y="2045749"/>
                  </a:lnTo>
                  <a:lnTo>
                    <a:pt x="3399256" y="2060306"/>
                  </a:lnTo>
                  <a:lnTo>
                    <a:pt x="3490121" y="2072839"/>
                  </a:lnTo>
                  <a:lnTo>
                    <a:pt x="3577717" y="2083299"/>
                  </a:lnTo>
                  <a:lnTo>
                    <a:pt x="3657722" y="2091654"/>
                  </a:lnTo>
                  <a:lnTo>
                    <a:pt x="3725944" y="2097940"/>
                  </a:lnTo>
                  <a:lnTo>
                    <a:pt x="3779198" y="2102301"/>
                  </a:lnTo>
                  <a:lnTo>
                    <a:pt x="3816099" y="2105003"/>
                  </a:lnTo>
                  <a:lnTo>
                    <a:pt x="3837501" y="2106412"/>
                  </a:lnTo>
                  <a:lnTo>
                    <a:pt x="3846497" y="2106946"/>
                  </a:lnTo>
                  <a:lnTo>
                    <a:pt x="3848117" y="2107034"/>
                  </a:lnTo>
                  <a:lnTo>
                    <a:pt x="3848118" y="2107034"/>
                  </a:lnTo>
                  <a:lnTo>
                    <a:pt x="4386855" y="2107034"/>
                  </a:lnTo>
                  <a:lnTo>
                    <a:pt x="4388130" y="2106994"/>
                  </a:lnTo>
                  <a:lnTo>
                    <a:pt x="4396448" y="2106706"/>
                  </a:lnTo>
                  <a:lnTo>
                    <a:pt x="4417200" y="2105911"/>
                  </a:lnTo>
                  <a:lnTo>
                    <a:pt x="4453750" y="2104349"/>
                  </a:lnTo>
                  <a:lnTo>
                    <a:pt x="4507113" y="2101797"/>
                  </a:lnTo>
                  <a:lnTo>
                    <a:pt x="4575932" y="2098088"/>
                  </a:lnTo>
                  <a:lnTo>
                    <a:pt x="4656929" y="2093134"/>
                  </a:lnTo>
                  <a:lnTo>
                    <a:pt x="4745746" y="2086910"/>
                  </a:lnTo>
                  <a:lnTo>
                    <a:pt x="4837880" y="2079436"/>
                  </a:lnTo>
                  <a:lnTo>
                    <a:pt x="4929432" y="2070743"/>
                  </a:lnTo>
                  <a:lnTo>
                    <a:pt x="5017503" y="2060841"/>
                  </a:lnTo>
                  <a:lnTo>
                    <a:pt x="5100283" y="2049700"/>
                  </a:lnTo>
                  <a:lnTo>
                    <a:pt x="5176923" y="2037238"/>
                  </a:lnTo>
                  <a:lnTo>
                    <a:pt x="5247309" y="2023314"/>
                  </a:lnTo>
                  <a:lnTo>
                    <a:pt x="5311838" y="2007737"/>
                  </a:lnTo>
                  <a:lnTo>
                    <a:pt x="5371223" y="1990264"/>
                  </a:lnTo>
                  <a:lnTo>
                    <a:pt x="5426347" y="1970618"/>
                  </a:lnTo>
                  <a:lnTo>
                    <a:pt x="5478156" y="1948514"/>
                  </a:lnTo>
                  <a:lnTo>
                    <a:pt x="5527569" y="1923705"/>
                  </a:lnTo>
                  <a:lnTo>
                    <a:pt x="5567201" y="1901049"/>
                  </a:lnTo>
                  <a:lnTo>
                    <a:pt x="5613119" y="1871796"/>
                  </a:lnTo>
                  <a:lnTo>
                    <a:pt x="5658588" y="1839766"/>
                  </a:lnTo>
                  <a:lnTo>
                    <a:pt x="5704028" y="1804914"/>
                  </a:lnTo>
                  <a:lnTo>
                    <a:pt x="5749734" y="1767272"/>
                  </a:lnTo>
                  <a:lnTo>
                    <a:pt x="5795897" y="1726965"/>
                  </a:lnTo>
                  <a:lnTo>
                    <a:pt x="5842611" y="1684216"/>
                  </a:lnTo>
                  <a:lnTo>
                    <a:pt x="5889887" y="1639343"/>
                  </a:lnTo>
                  <a:lnTo>
                    <a:pt x="5937663" y="1592757"/>
                  </a:lnTo>
                  <a:lnTo>
                    <a:pt x="5985818" y="1544950"/>
                  </a:lnTo>
                  <a:lnTo>
                    <a:pt x="6034188" y="1496470"/>
                  </a:lnTo>
                  <a:lnTo>
                    <a:pt x="6082588" y="1447900"/>
                  </a:lnTo>
                  <a:lnTo>
                    <a:pt x="6130827" y="1399828"/>
                  </a:lnTo>
                  <a:lnTo>
                    <a:pt x="6178733" y="1352816"/>
                  </a:lnTo>
                  <a:lnTo>
                    <a:pt x="6226170" y="1307375"/>
                  </a:lnTo>
                  <a:lnTo>
                    <a:pt x="6273058" y="1263942"/>
                  </a:lnTo>
                  <a:lnTo>
                    <a:pt x="6319382" y="1222865"/>
                  </a:lnTo>
                  <a:lnTo>
                    <a:pt x="6365212" y="1184395"/>
                  </a:lnTo>
                  <a:lnTo>
                    <a:pt x="6410706" y="1148687"/>
                  </a:lnTo>
                  <a:lnTo>
                    <a:pt x="6456128" y="1115801"/>
                  </a:lnTo>
                  <a:lnTo>
                    <a:pt x="6501857" y="1085713"/>
                  </a:lnTo>
                  <a:lnTo>
                    <a:pt x="6515891" y="1077110"/>
                  </a:lnTo>
                  <a:lnTo>
                    <a:pt x="6563944" y="1049958"/>
                  </a:lnTo>
                  <a:lnTo>
                    <a:pt x="6613709" y="1025631"/>
                  </a:lnTo>
                  <a:lnTo>
                    <a:pt x="6666024" y="1003972"/>
                  </a:lnTo>
                  <a:lnTo>
                    <a:pt x="6721819" y="984723"/>
                  </a:lnTo>
                  <a:lnTo>
                    <a:pt x="6782035" y="967597"/>
                  </a:lnTo>
                  <a:lnTo>
                    <a:pt x="6847533" y="952322"/>
                  </a:lnTo>
                  <a:lnTo>
                    <a:pt x="6918985" y="938664"/>
                  </a:lnTo>
                  <a:lnTo>
                    <a:pt x="6996714" y="926439"/>
                  </a:lnTo>
                  <a:lnTo>
                    <a:pt x="7080495" y="915516"/>
                  </a:lnTo>
                  <a:lnTo>
                    <a:pt x="7169327" y="905824"/>
                  </a:lnTo>
                  <a:lnTo>
                    <a:pt x="7261218" y="897341"/>
                  </a:lnTo>
                  <a:lnTo>
                    <a:pt x="7353081" y="890082"/>
                  </a:lnTo>
                  <a:lnTo>
                    <a:pt x="7440874" y="884077"/>
                  </a:lnTo>
                  <a:lnTo>
                    <a:pt x="7520056" y="879341"/>
                  </a:lnTo>
                  <a:lnTo>
                    <a:pt x="7586390" y="875841"/>
                  </a:lnTo>
                  <a:lnTo>
                    <a:pt x="7636876" y="873474"/>
                  </a:lnTo>
                  <a:lnTo>
                    <a:pt x="7670550" y="872063"/>
                  </a:lnTo>
                  <a:lnTo>
                    <a:pt x="7688848" y="871374"/>
                  </a:lnTo>
                  <a:lnTo>
                    <a:pt x="7695509" y="871148"/>
                  </a:lnTo>
                  <a:lnTo>
                    <a:pt x="7696237" y="871125"/>
                  </a:lnTo>
                  <a:lnTo>
                    <a:pt x="8234974" y="8711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7" name="pl457"/>
            <p:cNvSpPr/>
            <p:nvPr/>
          </p:nvSpPr>
          <p:spPr>
            <a:xfrm>
              <a:off x="546595" y="2541708"/>
              <a:ext cx="8234974" cy="2107034"/>
            </a:xfrm>
            <a:custGeom>
              <a:avLst/>
              <a:pathLst>
                <a:path w="8234974" h="2107034">
                  <a:moveTo>
                    <a:pt x="8234974" y="871125"/>
                  </a:moveTo>
                  <a:lnTo>
                    <a:pt x="7696237" y="871125"/>
                  </a:lnTo>
                  <a:lnTo>
                    <a:pt x="7694963" y="871165"/>
                  </a:lnTo>
                  <a:lnTo>
                    <a:pt x="7686645" y="871453"/>
                  </a:lnTo>
                  <a:lnTo>
                    <a:pt x="7665892" y="872249"/>
                  </a:lnTo>
                  <a:lnTo>
                    <a:pt x="7629343" y="873810"/>
                  </a:lnTo>
                  <a:lnTo>
                    <a:pt x="7575979" y="876362"/>
                  </a:lnTo>
                  <a:lnTo>
                    <a:pt x="7507160" y="880071"/>
                  </a:lnTo>
                  <a:lnTo>
                    <a:pt x="7426163" y="885026"/>
                  </a:lnTo>
                  <a:lnTo>
                    <a:pt x="7337347" y="891249"/>
                  </a:lnTo>
                  <a:lnTo>
                    <a:pt x="7245212" y="898723"/>
                  </a:lnTo>
                  <a:lnTo>
                    <a:pt x="7153661" y="907416"/>
                  </a:lnTo>
                  <a:lnTo>
                    <a:pt x="7065590" y="917318"/>
                  </a:lnTo>
                  <a:lnTo>
                    <a:pt x="6982809" y="928459"/>
                  </a:lnTo>
                  <a:lnTo>
                    <a:pt x="6906170" y="940922"/>
                  </a:lnTo>
                  <a:lnTo>
                    <a:pt x="6835784" y="954845"/>
                  </a:lnTo>
                  <a:lnTo>
                    <a:pt x="6771255" y="970422"/>
                  </a:lnTo>
                  <a:lnTo>
                    <a:pt x="6711870" y="987896"/>
                  </a:lnTo>
                  <a:lnTo>
                    <a:pt x="6656745" y="1007541"/>
                  </a:lnTo>
                  <a:lnTo>
                    <a:pt x="6604937" y="1029645"/>
                  </a:lnTo>
                  <a:lnTo>
                    <a:pt x="6555523" y="1054454"/>
                  </a:lnTo>
                  <a:lnTo>
                    <a:pt x="6515891" y="1077110"/>
                  </a:lnTo>
                  <a:lnTo>
                    <a:pt x="6469973" y="1106363"/>
                  </a:lnTo>
                  <a:lnTo>
                    <a:pt x="6424504" y="1138393"/>
                  </a:lnTo>
                  <a:lnTo>
                    <a:pt x="6379065" y="1173246"/>
                  </a:lnTo>
                  <a:lnTo>
                    <a:pt x="6333359" y="1210887"/>
                  </a:lnTo>
                  <a:lnTo>
                    <a:pt x="6287196" y="1251194"/>
                  </a:lnTo>
                  <a:lnTo>
                    <a:pt x="6240482" y="1293943"/>
                  </a:lnTo>
                  <a:lnTo>
                    <a:pt x="6193205" y="1338817"/>
                  </a:lnTo>
                  <a:lnTo>
                    <a:pt x="6145430" y="1385402"/>
                  </a:lnTo>
                  <a:lnTo>
                    <a:pt x="6097275" y="1433210"/>
                  </a:lnTo>
                  <a:lnTo>
                    <a:pt x="6048904" y="1481690"/>
                  </a:lnTo>
                  <a:lnTo>
                    <a:pt x="6000505" y="1530259"/>
                  </a:lnTo>
                  <a:lnTo>
                    <a:pt x="5952266" y="1578331"/>
                  </a:lnTo>
                  <a:lnTo>
                    <a:pt x="5904360" y="1625343"/>
                  </a:lnTo>
                  <a:lnTo>
                    <a:pt x="5856922" y="1670784"/>
                  </a:lnTo>
                  <a:lnTo>
                    <a:pt x="5810035" y="1714218"/>
                  </a:lnTo>
                  <a:lnTo>
                    <a:pt x="5763710" y="1755295"/>
                  </a:lnTo>
                  <a:lnTo>
                    <a:pt x="5717881" y="1793764"/>
                  </a:lnTo>
                  <a:lnTo>
                    <a:pt x="5672387" y="1829472"/>
                  </a:lnTo>
                  <a:lnTo>
                    <a:pt x="5626965" y="1862358"/>
                  </a:lnTo>
                  <a:lnTo>
                    <a:pt x="5581236" y="1892446"/>
                  </a:lnTo>
                  <a:lnTo>
                    <a:pt x="5567201" y="1901049"/>
                  </a:lnTo>
                  <a:lnTo>
                    <a:pt x="5519149" y="1928202"/>
                  </a:lnTo>
                  <a:lnTo>
                    <a:pt x="5469383" y="1952528"/>
                  </a:lnTo>
                  <a:lnTo>
                    <a:pt x="5417068" y="1974187"/>
                  </a:lnTo>
                  <a:lnTo>
                    <a:pt x="5361273" y="1993436"/>
                  </a:lnTo>
                  <a:lnTo>
                    <a:pt x="5301058" y="2010562"/>
                  </a:lnTo>
                  <a:lnTo>
                    <a:pt x="5235559" y="2025837"/>
                  </a:lnTo>
                  <a:lnTo>
                    <a:pt x="5164107" y="2039495"/>
                  </a:lnTo>
                  <a:lnTo>
                    <a:pt x="5086379" y="2051721"/>
                  </a:lnTo>
                  <a:lnTo>
                    <a:pt x="5002597" y="2062643"/>
                  </a:lnTo>
                  <a:lnTo>
                    <a:pt x="4913765" y="2072335"/>
                  </a:lnTo>
                  <a:lnTo>
                    <a:pt x="4821875" y="2080818"/>
                  </a:lnTo>
                  <a:lnTo>
                    <a:pt x="4730011" y="2088077"/>
                  </a:lnTo>
                  <a:lnTo>
                    <a:pt x="4642219" y="2094082"/>
                  </a:lnTo>
                  <a:lnTo>
                    <a:pt x="4563036" y="2098818"/>
                  </a:lnTo>
                  <a:lnTo>
                    <a:pt x="4496703" y="2102318"/>
                  </a:lnTo>
                  <a:lnTo>
                    <a:pt x="4446216" y="2104685"/>
                  </a:lnTo>
                  <a:lnTo>
                    <a:pt x="4412543" y="2106096"/>
                  </a:lnTo>
                  <a:lnTo>
                    <a:pt x="4394245" y="2106785"/>
                  </a:lnTo>
                  <a:lnTo>
                    <a:pt x="4387583" y="2107012"/>
                  </a:lnTo>
                  <a:lnTo>
                    <a:pt x="4386855" y="2107034"/>
                  </a:lnTo>
                  <a:lnTo>
                    <a:pt x="3848118" y="2107034"/>
                  </a:lnTo>
                  <a:lnTo>
                    <a:pt x="3846894" y="2106968"/>
                  </a:lnTo>
                  <a:lnTo>
                    <a:pt x="3838896" y="2106498"/>
                  </a:lnTo>
                  <a:lnTo>
                    <a:pt x="3818915" y="2105197"/>
                  </a:lnTo>
                  <a:lnTo>
                    <a:pt x="3783648" y="2102642"/>
                  </a:lnTo>
                  <a:lnTo>
                    <a:pt x="3732009" y="2098461"/>
                  </a:lnTo>
                  <a:lnTo>
                    <a:pt x="3665172" y="2092378"/>
                  </a:lnTo>
                  <a:lnTo>
                    <a:pt x="3586171" y="2084234"/>
                  </a:lnTo>
                  <a:lnTo>
                    <a:pt x="3499137" y="2073985"/>
                  </a:lnTo>
                  <a:lnTo>
                    <a:pt x="3408417" y="2061657"/>
                  </a:lnTo>
                  <a:lnTo>
                    <a:pt x="3317851" y="2047302"/>
                  </a:lnTo>
                  <a:lnTo>
                    <a:pt x="3230352" y="2030942"/>
                  </a:lnTo>
                  <a:lnTo>
                    <a:pt x="3147803" y="2012540"/>
                  </a:lnTo>
                  <a:lnTo>
                    <a:pt x="3071151" y="1991974"/>
                  </a:lnTo>
                  <a:lnTo>
                    <a:pt x="3000607" y="1969034"/>
                  </a:lnTo>
                  <a:lnTo>
                    <a:pt x="2935865" y="1943418"/>
                  </a:lnTo>
                  <a:lnTo>
                    <a:pt x="2876288" y="1914744"/>
                  </a:lnTo>
                  <a:lnTo>
                    <a:pt x="2821051" y="1882570"/>
                  </a:lnTo>
                  <a:lnTo>
                    <a:pt x="2769255" y="1846426"/>
                  </a:lnTo>
                  <a:lnTo>
                    <a:pt x="2720001" y="1805884"/>
                  </a:lnTo>
                  <a:lnTo>
                    <a:pt x="2672477" y="1760665"/>
                  </a:lnTo>
                  <a:lnTo>
                    <a:pt x="2667772" y="1755862"/>
                  </a:lnTo>
                  <a:lnTo>
                    <a:pt x="2628199" y="1713202"/>
                  </a:lnTo>
                  <a:lnTo>
                    <a:pt x="2589008" y="1667047"/>
                  </a:lnTo>
                  <a:lnTo>
                    <a:pt x="2549913" y="1617329"/>
                  </a:lnTo>
                  <a:lnTo>
                    <a:pt x="2510701" y="1564053"/>
                  </a:lnTo>
                  <a:lnTo>
                    <a:pt x="2471217" y="1507304"/>
                  </a:lnTo>
                  <a:lnTo>
                    <a:pt x="2431365" y="1447257"/>
                  </a:lnTo>
                  <a:lnTo>
                    <a:pt x="2391097" y="1384179"/>
                  </a:lnTo>
                  <a:lnTo>
                    <a:pt x="2350412" y="1318427"/>
                  </a:lnTo>
                  <a:lnTo>
                    <a:pt x="2309348" y="1250444"/>
                  </a:lnTo>
                  <a:lnTo>
                    <a:pt x="2267977" y="1180752"/>
                  </a:lnTo>
                  <a:lnTo>
                    <a:pt x="2226395" y="1109931"/>
                  </a:lnTo>
                  <a:lnTo>
                    <a:pt x="2184717" y="1038603"/>
                  </a:lnTo>
                  <a:lnTo>
                    <a:pt x="2143064" y="967409"/>
                  </a:lnTo>
                  <a:lnTo>
                    <a:pt x="2101557" y="896986"/>
                  </a:lnTo>
                  <a:lnTo>
                    <a:pt x="2060304" y="827941"/>
                  </a:lnTo>
                  <a:lnTo>
                    <a:pt x="2019392" y="760831"/>
                  </a:lnTo>
                  <a:lnTo>
                    <a:pt x="1978879" y="696147"/>
                  </a:lnTo>
                  <a:lnTo>
                    <a:pt x="1938787" y="634297"/>
                  </a:lnTo>
                  <a:lnTo>
                    <a:pt x="1899097" y="575602"/>
                  </a:lnTo>
                  <a:lnTo>
                    <a:pt x="1859742" y="520288"/>
                  </a:lnTo>
                  <a:lnTo>
                    <a:pt x="1820600" y="468493"/>
                  </a:lnTo>
                  <a:lnTo>
                    <a:pt x="1781495" y="420268"/>
                  </a:lnTo>
                  <a:lnTo>
                    <a:pt x="1742184" y="375586"/>
                  </a:lnTo>
                  <a:lnTo>
                    <a:pt x="1719082" y="351172"/>
                  </a:lnTo>
                  <a:lnTo>
                    <a:pt x="1671694" y="305479"/>
                  </a:lnTo>
                  <a:lnTo>
                    <a:pt x="1622648" y="264475"/>
                  </a:lnTo>
                  <a:lnTo>
                    <a:pt x="1571147" y="227908"/>
                  </a:lnTo>
                  <a:lnTo>
                    <a:pt x="1516297" y="195356"/>
                  </a:lnTo>
                  <a:lnTo>
                    <a:pt x="1457195" y="166352"/>
                  </a:lnTo>
                  <a:lnTo>
                    <a:pt x="1393005" y="140447"/>
                  </a:lnTo>
                  <a:lnTo>
                    <a:pt x="1323065" y="117252"/>
                  </a:lnTo>
                  <a:lnTo>
                    <a:pt x="1247027" y="96459"/>
                  </a:lnTo>
                  <a:lnTo>
                    <a:pt x="1165041" y="77847"/>
                  </a:lnTo>
                  <a:lnTo>
                    <a:pt x="1077972" y="61285"/>
                  </a:lnTo>
                  <a:lnTo>
                    <a:pt x="987599" y="46728"/>
                  </a:lnTo>
                  <a:lnTo>
                    <a:pt x="896734" y="34194"/>
                  </a:lnTo>
                  <a:lnTo>
                    <a:pt x="809137" y="23734"/>
                  </a:lnTo>
                  <a:lnTo>
                    <a:pt x="729133" y="15380"/>
                  </a:lnTo>
                  <a:lnTo>
                    <a:pt x="660911" y="9094"/>
                  </a:lnTo>
                  <a:lnTo>
                    <a:pt x="607657" y="4733"/>
                  </a:lnTo>
                  <a:lnTo>
                    <a:pt x="570756" y="2030"/>
                  </a:lnTo>
                  <a:lnTo>
                    <a:pt x="549353" y="622"/>
                  </a:lnTo>
                  <a:lnTo>
                    <a:pt x="540358" y="87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8" name="pg458"/>
            <p:cNvSpPr/>
            <p:nvPr/>
          </p:nvSpPr>
          <p:spPr>
            <a:xfrm>
              <a:off x="546595" y="2563487"/>
              <a:ext cx="8234974" cy="2117923"/>
            </a:xfrm>
            <a:custGeom>
              <a:avLst/>
              <a:pathLst>
                <a:path w="8234974" h="2117923">
                  <a:moveTo>
                    <a:pt x="0" y="5444"/>
                  </a:moveTo>
                  <a:lnTo>
                    <a:pt x="538736" y="5444"/>
                  </a:lnTo>
                  <a:lnTo>
                    <a:pt x="539960" y="5510"/>
                  </a:lnTo>
                  <a:lnTo>
                    <a:pt x="547955" y="5982"/>
                  </a:lnTo>
                  <a:lnTo>
                    <a:pt x="567931" y="7286"/>
                  </a:lnTo>
                  <a:lnTo>
                    <a:pt x="603188" y="9846"/>
                  </a:lnTo>
                  <a:lnTo>
                    <a:pt x="654814" y="14036"/>
                  </a:lnTo>
                  <a:lnTo>
                    <a:pt x="721637" y="20134"/>
                  </a:lnTo>
                  <a:lnTo>
                    <a:pt x="800622" y="28296"/>
                  </a:lnTo>
                  <a:lnTo>
                    <a:pt x="887642" y="38570"/>
                  </a:lnTo>
                  <a:lnTo>
                    <a:pt x="978351" y="50925"/>
                  </a:lnTo>
                  <a:lnTo>
                    <a:pt x="1068910" y="65314"/>
                  </a:lnTo>
                  <a:lnTo>
                    <a:pt x="1156404" y="81712"/>
                  </a:lnTo>
                  <a:lnTo>
                    <a:pt x="1238951" y="100158"/>
                  </a:lnTo>
                  <a:lnTo>
                    <a:pt x="1315603" y="120772"/>
                  </a:lnTo>
                  <a:lnTo>
                    <a:pt x="1386148" y="143765"/>
                  </a:lnTo>
                  <a:lnTo>
                    <a:pt x="1450891" y="169441"/>
                  </a:lnTo>
                  <a:lnTo>
                    <a:pt x="1510470" y="198180"/>
                  </a:lnTo>
                  <a:lnTo>
                    <a:pt x="1565708" y="230427"/>
                  </a:lnTo>
                  <a:lnTo>
                    <a:pt x="1617505" y="266653"/>
                  </a:lnTo>
                  <a:lnTo>
                    <a:pt x="1666757" y="307287"/>
                  </a:lnTo>
                  <a:lnTo>
                    <a:pt x="1714279" y="352608"/>
                  </a:lnTo>
                  <a:lnTo>
                    <a:pt x="1719082" y="357524"/>
                  </a:lnTo>
                  <a:lnTo>
                    <a:pt x="1758620" y="400255"/>
                  </a:lnTo>
                  <a:lnTo>
                    <a:pt x="1797777" y="446483"/>
                  </a:lnTo>
                  <a:lnTo>
                    <a:pt x="1836837" y="496277"/>
                  </a:lnTo>
                  <a:lnTo>
                    <a:pt x="1876014" y="549633"/>
                  </a:lnTo>
                  <a:lnTo>
                    <a:pt x="1915462" y="606464"/>
                  </a:lnTo>
                  <a:lnTo>
                    <a:pt x="1955277" y="666597"/>
                  </a:lnTo>
                  <a:lnTo>
                    <a:pt x="1995506" y="729766"/>
                  </a:lnTo>
                  <a:lnTo>
                    <a:pt x="2036153" y="795614"/>
                  </a:lnTo>
                  <a:lnTo>
                    <a:pt x="2077177" y="863696"/>
                  </a:lnTo>
                  <a:lnTo>
                    <a:pt x="2118510" y="933495"/>
                  </a:lnTo>
                  <a:lnTo>
                    <a:pt x="2160053" y="1004428"/>
                  </a:lnTo>
                  <a:lnTo>
                    <a:pt x="2201694" y="1075875"/>
                  </a:lnTo>
                  <a:lnTo>
                    <a:pt x="2243311" y="1147194"/>
                  </a:lnTo>
                  <a:lnTo>
                    <a:pt x="2284783" y="1217750"/>
                  </a:lnTo>
                  <a:lnTo>
                    <a:pt x="2326004" y="1286933"/>
                  </a:lnTo>
                  <a:lnTo>
                    <a:pt x="2366885" y="1354187"/>
                  </a:lnTo>
                  <a:lnTo>
                    <a:pt x="2407369" y="1419020"/>
                  </a:lnTo>
                  <a:lnTo>
                    <a:pt x="2447431" y="1481021"/>
                  </a:lnTo>
                  <a:lnTo>
                    <a:pt x="2487092" y="1539870"/>
                  </a:lnTo>
                  <a:lnTo>
                    <a:pt x="2526417" y="1595338"/>
                  </a:lnTo>
                  <a:lnTo>
                    <a:pt x="2565526" y="1647285"/>
                  </a:lnTo>
                  <a:lnTo>
                    <a:pt x="2604595" y="1695660"/>
                  </a:lnTo>
                  <a:lnTo>
                    <a:pt x="2643865" y="1740488"/>
                  </a:lnTo>
                  <a:lnTo>
                    <a:pt x="2667772" y="1765843"/>
                  </a:lnTo>
                  <a:lnTo>
                    <a:pt x="2715156" y="1811650"/>
                  </a:lnTo>
                  <a:lnTo>
                    <a:pt x="2764196" y="1852756"/>
                  </a:lnTo>
                  <a:lnTo>
                    <a:pt x="2815691" y="1889415"/>
                  </a:lnTo>
                  <a:lnTo>
                    <a:pt x="2870533" y="1922049"/>
                  </a:lnTo>
                  <a:lnTo>
                    <a:pt x="2929627" y="1951127"/>
                  </a:lnTo>
                  <a:lnTo>
                    <a:pt x="2993807" y="1977098"/>
                  </a:lnTo>
                  <a:lnTo>
                    <a:pt x="3063736" y="2000351"/>
                  </a:lnTo>
                  <a:lnTo>
                    <a:pt x="3139761" y="2021198"/>
                  </a:lnTo>
                  <a:lnTo>
                    <a:pt x="3221733" y="2039858"/>
                  </a:lnTo>
                  <a:lnTo>
                    <a:pt x="3308789" y="2056464"/>
                  </a:lnTo>
                  <a:lnTo>
                    <a:pt x="3399151" y="2071059"/>
                  </a:lnTo>
                  <a:lnTo>
                    <a:pt x="3490007" y="2083625"/>
                  </a:lnTo>
                  <a:lnTo>
                    <a:pt x="3577602" y="2094114"/>
                  </a:lnTo>
                  <a:lnTo>
                    <a:pt x="3657612" y="2102493"/>
                  </a:lnTo>
                  <a:lnTo>
                    <a:pt x="3725847" y="2108797"/>
                  </a:lnTo>
                  <a:lnTo>
                    <a:pt x="3779122" y="2113172"/>
                  </a:lnTo>
                  <a:lnTo>
                    <a:pt x="3816047" y="2115884"/>
                  </a:lnTo>
                  <a:lnTo>
                    <a:pt x="3837474" y="2117298"/>
                  </a:lnTo>
                  <a:lnTo>
                    <a:pt x="3846488" y="2117835"/>
                  </a:lnTo>
                  <a:lnTo>
                    <a:pt x="3848118" y="2117923"/>
                  </a:lnTo>
                  <a:lnTo>
                    <a:pt x="4386855" y="2117923"/>
                  </a:lnTo>
                  <a:lnTo>
                    <a:pt x="4388144" y="2117895"/>
                  </a:lnTo>
                  <a:lnTo>
                    <a:pt x="4396557" y="2117695"/>
                  </a:lnTo>
                  <a:lnTo>
                    <a:pt x="4417535" y="2117142"/>
                  </a:lnTo>
                  <a:lnTo>
                    <a:pt x="4454461" y="2116056"/>
                  </a:lnTo>
                  <a:lnTo>
                    <a:pt x="4508327" y="2114282"/>
                  </a:lnTo>
                  <a:lnTo>
                    <a:pt x="4577721" y="2111705"/>
                  </a:lnTo>
                  <a:lnTo>
                    <a:pt x="4659294" y="2108264"/>
                  </a:lnTo>
                  <a:lnTo>
                    <a:pt x="4748620" y="2103944"/>
                  </a:lnTo>
                  <a:lnTo>
                    <a:pt x="4841155" y="2098760"/>
                  </a:lnTo>
                  <a:lnTo>
                    <a:pt x="4932981" y="2092731"/>
                  </a:lnTo>
                  <a:lnTo>
                    <a:pt x="5021207" y="2085865"/>
                  </a:lnTo>
                  <a:lnTo>
                    <a:pt x="5104046" y="2078138"/>
                  </a:lnTo>
                  <a:lnTo>
                    <a:pt x="5180676" y="2069493"/>
                  </a:lnTo>
                  <a:lnTo>
                    <a:pt x="5251013" y="2059830"/>
                  </a:lnTo>
                  <a:lnTo>
                    <a:pt x="5315480" y="2049013"/>
                  </a:lnTo>
                  <a:lnTo>
                    <a:pt x="5374812" y="2036871"/>
                  </a:lnTo>
                  <a:lnTo>
                    <a:pt x="5429908" y="2023213"/>
                  </a:lnTo>
                  <a:lnTo>
                    <a:pt x="5481726" y="2007839"/>
                  </a:lnTo>
                  <a:lnTo>
                    <a:pt x="5531193" y="1990582"/>
                  </a:lnTo>
                  <a:lnTo>
                    <a:pt x="5567201" y="1976365"/>
                  </a:lnTo>
                  <a:lnTo>
                    <a:pt x="5616149" y="1954859"/>
                  </a:lnTo>
                  <a:lnTo>
                    <a:pt x="5664622" y="1931179"/>
                  </a:lnTo>
                  <a:lnTo>
                    <a:pt x="5713111" y="1905293"/>
                  </a:lnTo>
                  <a:lnTo>
                    <a:pt x="5761955" y="1877241"/>
                  </a:lnTo>
                  <a:lnTo>
                    <a:pt x="5811355" y="1847146"/>
                  </a:lnTo>
                  <a:lnTo>
                    <a:pt x="5861395" y="1815217"/>
                  </a:lnTo>
                  <a:lnTo>
                    <a:pt x="5912055" y="1781749"/>
                  </a:lnTo>
                  <a:lnTo>
                    <a:pt x="5963226" y="1747114"/>
                  </a:lnTo>
                  <a:lnTo>
                    <a:pt x="6014733" y="1711749"/>
                  </a:lnTo>
                  <a:lnTo>
                    <a:pt x="6066360" y="1676129"/>
                  </a:lnTo>
                  <a:lnTo>
                    <a:pt x="6117876" y="1640745"/>
                  </a:lnTo>
                  <a:lnTo>
                    <a:pt x="6169063" y="1606074"/>
                  </a:lnTo>
                  <a:lnTo>
                    <a:pt x="6219745" y="1572553"/>
                  </a:lnTo>
                  <a:lnTo>
                    <a:pt x="6269810" y="1540558"/>
                  </a:lnTo>
                  <a:lnTo>
                    <a:pt x="6319235" y="1510388"/>
                  </a:lnTo>
                  <a:lnTo>
                    <a:pt x="6368097" y="1482254"/>
                  </a:lnTo>
                  <a:lnTo>
                    <a:pt x="6416595" y="1456283"/>
                  </a:lnTo>
                  <a:lnTo>
                    <a:pt x="6465059" y="1432517"/>
                  </a:lnTo>
                  <a:lnTo>
                    <a:pt x="6513978" y="1410928"/>
                  </a:lnTo>
                  <a:lnTo>
                    <a:pt x="6515891" y="1410134"/>
                  </a:lnTo>
                  <a:lnTo>
                    <a:pt x="6564136" y="1391405"/>
                  </a:lnTo>
                  <a:lnTo>
                    <a:pt x="6614110" y="1374632"/>
                  </a:lnTo>
                  <a:lnTo>
                    <a:pt x="6666661" y="1359706"/>
                  </a:lnTo>
                  <a:lnTo>
                    <a:pt x="6722731" y="1346447"/>
                  </a:lnTo>
                  <a:lnTo>
                    <a:pt x="6783271" y="1334656"/>
                  </a:lnTo>
                  <a:lnTo>
                    <a:pt x="6849151" y="1324143"/>
                  </a:lnTo>
                  <a:lnTo>
                    <a:pt x="6921043" y="1314746"/>
                  </a:lnTo>
                  <a:lnTo>
                    <a:pt x="6999263" y="1306339"/>
                  </a:lnTo>
                  <a:lnTo>
                    <a:pt x="7083565" y="1298833"/>
                  </a:lnTo>
                  <a:lnTo>
                    <a:pt x="7172905" y="1292177"/>
                  </a:lnTo>
                  <a:lnTo>
                    <a:pt x="7265224" y="1286359"/>
                  </a:lnTo>
                  <a:lnTo>
                    <a:pt x="7357356" y="1281389"/>
                  </a:lnTo>
                  <a:lnTo>
                    <a:pt x="7445175" y="1277289"/>
                  </a:lnTo>
                  <a:lnTo>
                    <a:pt x="7524082" y="1274068"/>
                  </a:lnTo>
                  <a:lnTo>
                    <a:pt x="7589832" y="1271700"/>
                  </a:lnTo>
                  <a:lnTo>
                    <a:pt x="7639491" y="1270112"/>
                  </a:lnTo>
                  <a:lnTo>
                    <a:pt x="7672225" y="1269175"/>
                  </a:lnTo>
                  <a:lnTo>
                    <a:pt x="7689646" y="1268728"/>
                  </a:lnTo>
                  <a:lnTo>
                    <a:pt x="7695687" y="1268588"/>
                  </a:lnTo>
                  <a:lnTo>
                    <a:pt x="7696237" y="1268576"/>
                  </a:lnTo>
                  <a:lnTo>
                    <a:pt x="8234974" y="1268576"/>
                  </a:lnTo>
                  <a:lnTo>
                    <a:pt x="8234974" y="1263131"/>
                  </a:lnTo>
                  <a:lnTo>
                    <a:pt x="7696237" y="1263131"/>
                  </a:lnTo>
                  <a:lnTo>
                    <a:pt x="7694948" y="1263159"/>
                  </a:lnTo>
                  <a:lnTo>
                    <a:pt x="7686536" y="1263360"/>
                  </a:lnTo>
                  <a:lnTo>
                    <a:pt x="7665557" y="1263913"/>
                  </a:lnTo>
                  <a:lnTo>
                    <a:pt x="7628632" y="1264999"/>
                  </a:lnTo>
                  <a:lnTo>
                    <a:pt x="7574765" y="1266773"/>
                  </a:lnTo>
                  <a:lnTo>
                    <a:pt x="7505371" y="1269350"/>
                  </a:lnTo>
                  <a:lnTo>
                    <a:pt x="7423799" y="1272791"/>
                  </a:lnTo>
                  <a:lnTo>
                    <a:pt x="7334472" y="1277110"/>
                  </a:lnTo>
                  <a:lnTo>
                    <a:pt x="7241937" y="1282295"/>
                  </a:lnTo>
                  <a:lnTo>
                    <a:pt x="7150112" y="1288324"/>
                  </a:lnTo>
                  <a:lnTo>
                    <a:pt x="7061886" y="1295190"/>
                  </a:lnTo>
                  <a:lnTo>
                    <a:pt x="6979047" y="1302916"/>
                  </a:lnTo>
                  <a:lnTo>
                    <a:pt x="6902417" y="1311562"/>
                  </a:lnTo>
                  <a:lnTo>
                    <a:pt x="6832079" y="1321225"/>
                  </a:lnTo>
                  <a:lnTo>
                    <a:pt x="6767612" y="1332042"/>
                  </a:lnTo>
                  <a:lnTo>
                    <a:pt x="6708281" y="1344184"/>
                  </a:lnTo>
                  <a:lnTo>
                    <a:pt x="6653184" y="1357842"/>
                  </a:lnTo>
                  <a:lnTo>
                    <a:pt x="6601366" y="1373216"/>
                  </a:lnTo>
                  <a:lnTo>
                    <a:pt x="6551899" y="1390473"/>
                  </a:lnTo>
                  <a:lnTo>
                    <a:pt x="6515891" y="1404689"/>
                  </a:lnTo>
                  <a:lnTo>
                    <a:pt x="6466943" y="1426196"/>
                  </a:lnTo>
                  <a:lnTo>
                    <a:pt x="6418471" y="1449876"/>
                  </a:lnTo>
                  <a:lnTo>
                    <a:pt x="6369982" y="1475762"/>
                  </a:lnTo>
                  <a:lnTo>
                    <a:pt x="6321138" y="1503814"/>
                  </a:lnTo>
                  <a:lnTo>
                    <a:pt x="6271738" y="1533909"/>
                  </a:lnTo>
                  <a:lnTo>
                    <a:pt x="6221697" y="1565838"/>
                  </a:lnTo>
                  <a:lnTo>
                    <a:pt x="6171037" y="1599306"/>
                  </a:lnTo>
                  <a:lnTo>
                    <a:pt x="6119867" y="1633940"/>
                  </a:lnTo>
                  <a:lnTo>
                    <a:pt x="6068360" y="1669306"/>
                  </a:lnTo>
                  <a:lnTo>
                    <a:pt x="6016733" y="1704926"/>
                  </a:lnTo>
                  <a:lnTo>
                    <a:pt x="5965217" y="1740310"/>
                  </a:lnTo>
                  <a:lnTo>
                    <a:pt x="5914030" y="1774981"/>
                  </a:lnTo>
                  <a:lnTo>
                    <a:pt x="5863348" y="1808502"/>
                  </a:lnTo>
                  <a:lnTo>
                    <a:pt x="5813282" y="1840497"/>
                  </a:lnTo>
                  <a:lnTo>
                    <a:pt x="5763858" y="1870667"/>
                  </a:lnTo>
                  <a:lnTo>
                    <a:pt x="5714996" y="1898801"/>
                  </a:lnTo>
                  <a:lnTo>
                    <a:pt x="5666498" y="1924772"/>
                  </a:lnTo>
                  <a:lnTo>
                    <a:pt x="5618033" y="1948537"/>
                  </a:lnTo>
                  <a:lnTo>
                    <a:pt x="5569115" y="1970127"/>
                  </a:lnTo>
                  <a:lnTo>
                    <a:pt x="5567201" y="1970921"/>
                  </a:lnTo>
                  <a:lnTo>
                    <a:pt x="5518957" y="1989650"/>
                  </a:lnTo>
                  <a:lnTo>
                    <a:pt x="5468982" y="2006423"/>
                  </a:lnTo>
                  <a:lnTo>
                    <a:pt x="5416431" y="2021348"/>
                  </a:lnTo>
                  <a:lnTo>
                    <a:pt x="5360361" y="2034607"/>
                  </a:lnTo>
                  <a:lnTo>
                    <a:pt x="5299822" y="2046399"/>
                  </a:lnTo>
                  <a:lnTo>
                    <a:pt x="5233942" y="2056912"/>
                  </a:lnTo>
                  <a:lnTo>
                    <a:pt x="5162049" y="2066308"/>
                  </a:lnTo>
                  <a:lnTo>
                    <a:pt x="5083829" y="2074716"/>
                  </a:lnTo>
                  <a:lnTo>
                    <a:pt x="4999527" y="2082222"/>
                  </a:lnTo>
                  <a:lnTo>
                    <a:pt x="4910188" y="2088878"/>
                  </a:lnTo>
                  <a:lnTo>
                    <a:pt x="4817869" y="2094696"/>
                  </a:lnTo>
                  <a:lnTo>
                    <a:pt x="4725736" y="2099666"/>
                  </a:lnTo>
                  <a:lnTo>
                    <a:pt x="4637918" y="2103766"/>
                  </a:lnTo>
                  <a:lnTo>
                    <a:pt x="4559010" y="2106987"/>
                  </a:lnTo>
                  <a:lnTo>
                    <a:pt x="4493260" y="2109354"/>
                  </a:lnTo>
                  <a:lnTo>
                    <a:pt x="4443601" y="2110943"/>
                  </a:lnTo>
                  <a:lnTo>
                    <a:pt x="4410867" y="2111879"/>
                  </a:lnTo>
                  <a:lnTo>
                    <a:pt x="4393446" y="2112327"/>
                  </a:lnTo>
                  <a:lnTo>
                    <a:pt x="4387405" y="2112467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59" name="pl459"/>
            <p:cNvSpPr/>
            <p:nvPr/>
          </p:nvSpPr>
          <p:spPr>
            <a:xfrm>
              <a:off x="546595" y="2568931"/>
              <a:ext cx="8234974" cy="2112479"/>
            </a:xfrm>
            <a:custGeom>
              <a:avLst/>
              <a:pathLst>
                <a:path w="8234974" h="2112479">
                  <a:moveTo>
                    <a:pt x="0" y="0"/>
                  </a:moveTo>
                  <a:lnTo>
                    <a:pt x="538736" y="0"/>
                  </a:lnTo>
                  <a:lnTo>
                    <a:pt x="539960" y="66"/>
                  </a:lnTo>
                  <a:lnTo>
                    <a:pt x="547955" y="537"/>
                  </a:lnTo>
                  <a:lnTo>
                    <a:pt x="567931" y="1841"/>
                  </a:lnTo>
                  <a:lnTo>
                    <a:pt x="603188" y="4402"/>
                  </a:lnTo>
                  <a:lnTo>
                    <a:pt x="654814" y="8592"/>
                  </a:lnTo>
                  <a:lnTo>
                    <a:pt x="721637" y="14689"/>
                  </a:lnTo>
                  <a:lnTo>
                    <a:pt x="800622" y="22852"/>
                  </a:lnTo>
                  <a:lnTo>
                    <a:pt x="887642" y="33125"/>
                  </a:lnTo>
                  <a:lnTo>
                    <a:pt x="978351" y="45481"/>
                  </a:lnTo>
                  <a:lnTo>
                    <a:pt x="1068910" y="59870"/>
                  </a:lnTo>
                  <a:lnTo>
                    <a:pt x="1156404" y="76268"/>
                  </a:lnTo>
                  <a:lnTo>
                    <a:pt x="1238951" y="94713"/>
                  </a:lnTo>
                  <a:lnTo>
                    <a:pt x="1315603" y="115327"/>
                  </a:lnTo>
                  <a:lnTo>
                    <a:pt x="1386148" y="138321"/>
                  </a:lnTo>
                  <a:lnTo>
                    <a:pt x="1450891" y="163996"/>
                  </a:lnTo>
                  <a:lnTo>
                    <a:pt x="1510470" y="192735"/>
                  </a:lnTo>
                  <a:lnTo>
                    <a:pt x="1565708" y="224983"/>
                  </a:lnTo>
                  <a:lnTo>
                    <a:pt x="1617505" y="261208"/>
                  </a:lnTo>
                  <a:lnTo>
                    <a:pt x="1666757" y="301842"/>
                  </a:lnTo>
                  <a:lnTo>
                    <a:pt x="1714279" y="347164"/>
                  </a:lnTo>
                  <a:lnTo>
                    <a:pt x="1719082" y="352079"/>
                  </a:lnTo>
                  <a:lnTo>
                    <a:pt x="1758620" y="394810"/>
                  </a:lnTo>
                  <a:lnTo>
                    <a:pt x="1797777" y="441038"/>
                  </a:lnTo>
                  <a:lnTo>
                    <a:pt x="1836837" y="490833"/>
                  </a:lnTo>
                  <a:lnTo>
                    <a:pt x="1876014" y="544188"/>
                  </a:lnTo>
                  <a:lnTo>
                    <a:pt x="1915462" y="601020"/>
                  </a:lnTo>
                  <a:lnTo>
                    <a:pt x="1955277" y="661153"/>
                  </a:lnTo>
                  <a:lnTo>
                    <a:pt x="1995506" y="724321"/>
                  </a:lnTo>
                  <a:lnTo>
                    <a:pt x="2036153" y="790169"/>
                  </a:lnTo>
                  <a:lnTo>
                    <a:pt x="2077177" y="858252"/>
                  </a:lnTo>
                  <a:lnTo>
                    <a:pt x="2118510" y="928050"/>
                  </a:lnTo>
                  <a:lnTo>
                    <a:pt x="2160053" y="998984"/>
                  </a:lnTo>
                  <a:lnTo>
                    <a:pt x="2201694" y="1070430"/>
                  </a:lnTo>
                  <a:lnTo>
                    <a:pt x="2243311" y="1141750"/>
                  </a:lnTo>
                  <a:lnTo>
                    <a:pt x="2284783" y="1212305"/>
                  </a:lnTo>
                  <a:lnTo>
                    <a:pt x="2326004" y="1281489"/>
                  </a:lnTo>
                  <a:lnTo>
                    <a:pt x="2366885" y="1348743"/>
                  </a:lnTo>
                  <a:lnTo>
                    <a:pt x="2407369" y="1413575"/>
                  </a:lnTo>
                  <a:lnTo>
                    <a:pt x="2447431" y="1475577"/>
                  </a:lnTo>
                  <a:lnTo>
                    <a:pt x="2487092" y="1534426"/>
                  </a:lnTo>
                  <a:lnTo>
                    <a:pt x="2526417" y="1589893"/>
                  </a:lnTo>
                  <a:lnTo>
                    <a:pt x="2565526" y="1641841"/>
                  </a:lnTo>
                  <a:lnTo>
                    <a:pt x="2604595" y="1690215"/>
                  </a:lnTo>
                  <a:lnTo>
                    <a:pt x="2643865" y="1735043"/>
                  </a:lnTo>
                  <a:lnTo>
                    <a:pt x="2667772" y="1760399"/>
                  </a:lnTo>
                  <a:lnTo>
                    <a:pt x="2715156" y="1806205"/>
                  </a:lnTo>
                  <a:lnTo>
                    <a:pt x="2764196" y="1847311"/>
                  </a:lnTo>
                  <a:lnTo>
                    <a:pt x="2815691" y="1883971"/>
                  </a:lnTo>
                  <a:lnTo>
                    <a:pt x="2870533" y="1916605"/>
                  </a:lnTo>
                  <a:lnTo>
                    <a:pt x="2929627" y="1945682"/>
                  </a:lnTo>
                  <a:lnTo>
                    <a:pt x="2993807" y="1971653"/>
                  </a:lnTo>
                  <a:lnTo>
                    <a:pt x="3063736" y="1994907"/>
                  </a:lnTo>
                  <a:lnTo>
                    <a:pt x="3139761" y="2015753"/>
                  </a:lnTo>
                  <a:lnTo>
                    <a:pt x="3221733" y="2034414"/>
                  </a:lnTo>
                  <a:lnTo>
                    <a:pt x="3308789" y="2051019"/>
                  </a:lnTo>
                  <a:lnTo>
                    <a:pt x="3399151" y="2065614"/>
                  </a:lnTo>
                  <a:lnTo>
                    <a:pt x="3490007" y="2078181"/>
                  </a:lnTo>
                  <a:lnTo>
                    <a:pt x="3577602" y="2088670"/>
                  </a:lnTo>
                  <a:lnTo>
                    <a:pt x="3657612" y="2097048"/>
                  </a:lnTo>
                  <a:lnTo>
                    <a:pt x="3725847" y="2103352"/>
                  </a:lnTo>
                  <a:lnTo>
                    <a:pt x="3779122" y="2107728"/>
                  </a:lnTo>
                  <a:lnTo>
                    <a:pt x="3816047" y="2110439"/>
                  </a:lnTo>
                  <a:lnTo>
                    <a:pt x="3837474" y="2111853"/>
                  </a:lnTo>
                  <a:lnTo>
                    <a:pt x="3846488" y="2112390"/>
                  </a:lnTo>
                  <a:lnTo>
                    <a:pt x="3848117" y="2112479"/>
                  </a:lnTo>
                  <a:lnTo>
                    <a:pt x="3848118" y="2112479"/>
                  </a:lnTo>
                  <a:lnTo>
                    <a:pt x="4386855" y="2112479"/>
                  </a:lnTo>
                  <a:lnTo>
                    <a:pt x="4388144" y="2112451"/>
                  </a:lnTo>
                  <a:lnTo>
                    <a:pt x="4396557" y="2112251"/>
                  </a:lnTo>
                  <a:lnTo>
                    <a:pt x="4417535" y="2111697"/>
                  </a:lnTo>
                  <a:lnTo>
                    <a:pt x="4454461" y="2110612"/>
                  </a:lnTo>
                  <a:lnTo>
                    <a:pt x="4508327" y="2108837"/>
                  </a:lnTo>
                  <a:lnTo>
                    <a:pt x="4577721" y="2106261"/>
                  </a:lnTo>
                  <a:lnTo>
                    <a:pt x="4659294" y="2102820"/>
                  </a:lnTo>
                  <a:lnTo>
                    <a:pt x="4748620" y="2098500"/>
                  </a:lnTo>
                  <a:lnTo>
                    <a:pt x="4841155" y="2093315"/>
                  </a:lnTo>
                  <a:lnTo>
                    <a:pt x="4932981" y="2087287"/>
                  </a:lnTo>
                  <a:lnTo>
                    <a:pt x="5021207" y="2080420"/>
                  </a:lnTo>
                  <a:lnTo>
                    <a:pt x="5104046" y="2072694"/>
                  </a:lnTo>
                  <a:lnTo>
                    <a:pt x="5180676" y="2064048"/>
                  </a:lnTo>
                  <a:lnTo>
                    <a:pt x="5251013" y="2054385"/>
                  </a:lnTo>
                  <a:lnTo>
                    <a:pt x="5315480" y="2043568"/>
                  </a:lnTo>
                  <a:lnTo>
                    <a:pt x="5374812" y="2031427"/>
                  </a:lnTo>
                  <a:lnTo>
                    <a:pt x="5429908" y="2017768"/>
                  </a:lnTo>
                  <a:lnTo>
                    <a:pt x="5481726" y="2002394"/>
                  </a:lnTo>
                  <a:lnTo>
                    <a:pt x="5531193" y="1985137"/>
                  </a:lnTo>
                  <a:lnTo>
                    <a:pt x="5567201" y="1970921"/>
                  </a:lnTo>
                  <a:lnTo>
                    <a:pt x="5616149" y="1949414"/>
                  </a:lnTo>
                  <a:lnTo>
                    <a:pt x="5664622" y="1925734"/>
                  </a:lnTo>
                  <a:lnTo>
                    <a:pt x="5713111" y="1899848"/>
                  </a:lnTo>
                  <a:lnTo>
                    <a:pt x="5761955" y="1871796"/>
                  </a:lnTo>
                  <a:lnTo>
                    <a:pt x="5811355" y="1841701"/>
                  </a:lnTo>
                  <a:lnTo>
                    <a:pt x="5861395" y="1809772"/>
                  </a:lnTo>
                  <a:lnTo>
                    <a:pt x="5912055" y="1776304"/>
                  </a:lnTo>
                  <a:lnTo>
                    <a:pt x="5963226" y="1741670"/>
                  </a:lnTo>
                  <a:lnTo>
                    <a:pt x="6014733" y="1706305"/>
                  </a:lnTo>
                  <a:lnTo>
                    <a:pt x="6066360" y="1670685"/>
                  </a:lnTo>
                  <a:lnTo>
                    <a:pt x="6117876" y="1635300"/>
                  </a:lnTo>
                  <a:lnTo>
                    <a:pt x="6169063" y="1600629"/>
                  </a:lnTo>
                  <a:lnTo>
                    <a:pt x="6219745" y="1567108"/>
                  </a:lnTo>
                  <a:lnTo>
                    <a:pt x="6269810" y="1535114"/>
                  </a:lnTo>
                  <a:lnTo>
                    <a:pt x="6319235" y="1504943"/>
                  </a:lnTo>
                  <a:lnTo>
                    <a:pt x="6368097" y="1476809"/>
                  </a:lnTo>
                  <a:lnTo>
                    <a:pt x="6416595" y="1450838"/>
                  </a:lnTo>
                  <a:lnTo>
                    <a:pt x="6465059" y="1427073"/>
                  </a:lnTo>
                  <a:lnTo>
                    <a:pt x="6513978" y="1405483"/>
                  </a:lnTo>
                  <a:lnTo>
                    <a:pt x="6515891" y="1404689"/>
                  </a:lnTo>
                  <a:lnTo>
                    <a:pt x="6564136" y="1385960"/>
                  </a:lnTo>
                  <a:lnTo>
                    <a:pt x="6614110" y="1369188"/>
                  </a:lnTo>
                  <a:lnTo>
                    <a:pt x="6666661" y="1354262"/>
                  </a:lnTo>
                  <a:lnTo>
                    <a:pt x="6722731" y="1341003"/>
                  </a:lnTo>
                  <a:lnTo>
                    <a:pt x="6783271" y="1329211"/>
                  </a:lnTo>
                  <a:lnTo>
                    <a:pt x="6849151" y="1318698"/>
                  </a:lnTo>
                  <a:lnTo>
                    <a:pt x="6921043" y="1309302"/>
                  </a:lnTo>
                  <a:lnTo>
                    <a:pt x="6999263" y="1300895"/>
                  </a:lnTo>
                  <a:lnTo>
                    <a:pt x="7083565" y="1293388"/>
                  </a:lnTo>
                  <a:lnTo>
                    <a:pt x="7172905" y="1286733"/>
                  </a:lnTo>
                  <a:lnTo>
                    <a:pt x="7265224" y="1280914"/>
                  </a:lnTo>
                  <a:lnTo>
                    <a:pt x="7357356" y="1275944"/>
                  </a:lnTo>
                  <a:lnTo>
                    <a:pt x="7445175" y="1271845"/>
                  </a:lnTo>
                  <a:lnTo>
                    <a:pt x="7524082" y="1268624"/>
                  </a:lnTo>
                  <a:lnTo>
                    <a:pt x="7589832" y="1266256"/>
                  </a:lnTo>
                  <a:lnTo>
                    <a:pt x="7639491" y="1264667"/>
                  </a:lnTo>
                  <a:lnTo>
                    <a:pt x="7672225" y="1263731"/>
                  </a:lnTo>
                  <a:lnTo>
                    <a:pt x="7689646" y="1263283"/>
                  </a:lnTo>
                  <a:lnTo>
                    <a:pt x="7695687" y="1263143"/>
                  </a:lnTo>
                  <a:lnTo>
                    <a:pt x="7696237" y="1263131"/>
                  </a:lnTo>
                  <a:lnTo>
                    <a:pt x="8234974" y="1263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0" name="pl460"/>
            <p:cNvSpPr/>
            <p:nvPr/>
          </p:nvSpPr>
          <p:spPr>
            <a:xfrm>
              <a:off x="546595" y="2563487"/>
              <a:ext cx="8234974" cy="2112479"/>
            </a:xfrm>
            <a:custGeom>
              <a:avLst/>
              <a:pathLst>
                <a:path w="8234974" h="2112479">
                  <a:moveTo>
                    <a:pt x="8234974" y="1263131"/>
                  </a:moveTo>
                  <a:lnTo>
                    <a:pt x="7696237" y="1263131"/>
                  </a:lnTo>
                  <a:lnTo>
                    <a:pt x="7694948" y="1263159"/>
                  </a:lnTo>
                  <a:lnTo>
                    <a:pt x="7686536" y="1263360"/>
                  </a:lnTo>
                  <a:lnTo>
                    <a:pt x="7665557" y="1263913"/>
                  </a:lnTo>
                  <a:lnTo>
                    <a:pt x="7628632" y="1264999"/>
                  </a:lnTo>
                  <a:lnTo>
                    <a:pt x="7574765" y="1266773"/>
                  </a:lnTo>
                  <a:lnTo>
                    <a:pt x="7505371" y="1269350"/>
                  </a:lnTo>
                  <a:lnTo>
                    <a:pt x="7423799" y="1272791"/>
                  </a:lnTo>
                  <a:lnTo>
                    <a:pt x="7334472" y="1277110"/>
                  </a:lnTo>
                  <a:lnTo>
                    <a:pt x="7241937" y="1282295"/>
                  </a:lnTo>
                  <a:lnTo>
                    <a:pt x="7150112" y="1288324"/>
                  </a:lnTo>
                  <a:lnTo>
                    <a:pt x="7061886" y="1295190"/>
                  </a:lnTo>
                  <a:lnTo>
                    <a:pt x="6979047" y="1302916"/>
                  </a:lnTo>
                  <a:lnTo>
                    <a:pt x="6902417" y="1311562"/>
                  </a:lnTo>
                  <a:lnTo>
                    <a:pt x="6832079" y="1321225"/>
                  </a:lnTo>
                  <a:lnTo>
                    <a:pt x="6767612" y="1332042"/>
                  </a:lnTo>
                  <a:lnTo>
                    <a:pt x="6708281" y="1344184"/>
                  </a:lnTo>
                  <a:lnTo>
                    <a:pt x="6653184" y="1357842"/>
                  </a:lnTo>
                  <a:lnTo>
                    <a:pt x="6601366" y="1373216"/>
                  </a:lnTo>
                  <a:lnTo>
                    <a:pt x="6551899" y="1390473"/>
                  </a:lnTo>
                  <a:lnTo>
                    <a:pt x="6515891" y="1404689"/>
                  </a:lnTo>
                  <a:lnTo>
                    <a:pt x="6466943" y="1426196"/>
                  </a:lnTo>
                  <a:lnTo>
                    <a:pt x="6418471" y="1449876"/>
                  </a:lnTo>
                  <a:lnTo>
                    <a:pt x="6369982" y="1475762"/>
                  </a:lnTo>
                  <a:lnTo>
                    <a:pt x="6321138" y="1503814"/>
                  </a:lnTo>
                  <a:lnTo>
                    <a:pt x="6271738" y="1533909"/>
                  </a:lnTo>
                  <a:lnTo>
                    <a:pt x="6221697" y="1565838"/>
                  </a:lnTo>
                  <a:lnTo>
                    <a:pt x="6171037" y="1599306"/>
                  </a:lnTo>
                  <a:lnTo>
                    <a:pt x="6119867" y="1633940"/>
                  </a:lnTo>
                  <a:lnTo>
                    <a:pt x="6068360" y="1669306"/>
                  </a:lnTo>
                  <a:lnTo>
                    <a:pt x="6016733" y="1704926"/>
                  </a:lnTo>
                  <a:lnTo>
                    <a:pt x="5965217" y="1740310"/>
                  </a:lnTo>
                  <a:lnTo>
                    <a:pt x="5914030" y="1774981"/>
                  </a:lnTo>
                  <a:lnTo>
                    <a:pt x="5863348" y="1808502"/>
                  </a:lnTo>
                  <a:lnTo>
                    <a:pt x="5813282" y="1840497"/>
                  </a:lnTo>
                  <a:lnTo>
                    <a:pt x="5763858" y="1870667"/>
                  </a:lnTo>
                  <a:lnTo>
                    <a:pt x="5714996" y="1898801"/>
                  </a:lnTo>
                  <a:lnTo>
                    <a:pt x="5666498" y="1924772"/>
                  </a:lnTo>
                  <a:lnTo>
                    <a:pt x="5618033" y="1948537"/>
                  </a:lnTo>
                  <a:lnTo>
                    <a:pt x="5569115" y="1970127"/>
                  </a:lnTo>
                  <a:lnTo>
                    <a:pt x="5567201" y="1970921"/>
                  </a:lnTo>
                  <a:lnTo>
                    <a:pt x="5518957" y="1989650"/>
                  </a:lnTo>
                  <a:lnTo>
                    <a:pt x="5468982" y="2006423"/>
                  </a:lnTo>
                  <a:lnTo>
                    <a:pt x="5416431" y="2021348"/>
                  </a:lnTo>
                  <a:lnTo>
                    <a:pt x="5360361" y="2034607"/>
                  </a:lnTo>
                  <a:lnTo>
                    <a:pt x="5299822" y="2046399"/>
                  </a:lnTo>
                  <a:lnTo>
                    <a:pt x="5233942" y="2056912"/>
                  </a:lnTo>
                  <a:lnTo>
                    <a:pt x="5162049" y="2066308"/>
                  </a:lnTo>
                  <a:lnTo>
                    <a:pt x="5083829" y="2074716"/>
                  </a:lnTo>
                  <a:lnTo>
                    <a:pt x="4999527" y="2082222"/>
                  </a:lnTo>
                  <a:lnTo>
                    <a:pt x="4910188" y="2088878"/>
                  </a:lnTo>
                  <a:lnTo>
                    <a:pt x="4817869" y="2094696"/>
                  </a:lnTo>
                  <a:lnTo>
                    <a:pt x="4725736" y="2099666"/>
                  </a:lnTo>
                  <a:lnTo>
                    <a:pt x="4637918" y="2103766"/>
                  </a:lnTo>
                  <a:lnTo>
                    <a:pt x="4559010" y="2106987"/>
                  </a:lnTo>
                  <a:lnTo>
                    <a:pt x="4493260" y="2109354"/>
                  </a:lnTo>
                  <a:lnTo>
                    <a:pt x="4443601" y="2110943"/>
                  </a:lnTo>
                  <a:lnTo>
                    <a:pt x="4410867" y="2111879"/>
                  </a:lnTo>
                  <a:lnTo>
                    <a:pt x="4393446" y="2112327"/>
                  </a:lnTo>
                  <a:lnTo>
                    <a:pt x="4387405" y="2112467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1" name="pg461"/>
            <p:cNvSpPr/>
            <p:nvPr/>
          </p:nvSpPr>
          <p:spPr>
            <a:xfrm>
              <a:off x="546595" y="2568931"/>
              <a:ext cx="8234974" cy="2117923"/>
            </a:xfrm>
            <a:custGeom>
              <a:avLst/>
              <a:pathLst>
                <a:path w="8234974" h="2117923">
                  <a:moveTo>
                    <a:pt x="0" y="5444"/>
                  </a:moveTo>
                  <a:lnTo>
                    <a:pt x="538736" y="5444"/>
                  </a:lnTo>
                  <a:lnTo>
                    <a:pt x="539960" y="5510"/>
                  </a:lnTo>
                  <a:lnTo>
                    <a:pt x="547955" y="5982"/>
                  </a:lnTo>
                  <a:lnTo>
                    <a:pt x="567931" y="7286"/>
                  </a:lnTo>
                  <a:lnTo>
                    <a:pt x="603188" y="9846"/>
                  </a:lnTo>
                  <a:lnTo>
                    <a:pt x="654814" y="14036"/>
                  </a:lnTo>
                  <a:lnTo>
                    <a:pt x="721637" y="20134"/>
                  </a:lnTo>
                  <a:lnTo>
                    <a:pt x="800622" y="28296"/>
                  </a:lnTo>
                  <a:lnTo>
                    <a:pt x="887642" y="38570"/>
                  </a:lnTo>
                  <a:lnTo>
                    <a:pt x="978351" y="50925"/>
                  </a:lnTo>
                  <a:lnTo>
                    <a:pt x="1068910" y="65314"/>
                  </a:lnTo>
                  <a:lnTo>
                    <a:pt x="1156404" y="81712"/>
                  </a:lnTo>
                  <a:lnTo>
                    <a:pt x="1238951" y="100158"/>
                  </a:lnTo>
                  <a:lnTo>
                    <a:pt x="1315603" y="120772"/>
                  </a:lnTo>
                  <a:lnTo>
                    <a:pt x="1386148" y="143765"/>
                  </a:lnTo>
                  <a:lnTo>
                    <a:pt x="1450891" y="169441"/>
                  </a:lnTo>
                  <a:lnTo>
                    <a:pt x="1510470" y="198180"/>
                  </a:lnTo>
                  <a:lnTo>
                    <a:pt x="1565708" y="230427"/>
                  </a:lnTo>
                  <a:lnTo>
                    <a:pt x="1617505" y="266653"/>
                  </a:lnTo>
                  <a:lnTo>
                    <a:pt x="1666757" y="307287"/>
                  </a:lnTo>
                  <a:lnTo>
                    <a:pt x="1714279" y="352608"/>
                  </a:lnTo>
                  <a:lnTo>
                    <a:pt x="1719082" y="357524"/>
                  </a:lnTo>
                  <a:lnTo>
                    <a:pt x="1758620" y="400255"/>
                  </a:lnTo>
                  <a:lnTo>
                    <a:pt x="1797777" y="446483"/>
                  </a:lnTo>
                  <a:lnTo>
                    <a:pt x="1836837" y="496277"/>
                  </a:lnTo>
                  <a:lnTo>
                    <a:pt x="1876014" y="549633"/>
                  </a:lnTo>
                  <a:lnTo>
                    <a:pt x="1915462" y="606464"/>
                  </a:lnTo>
                  <a:lnTo>
                    <a:pt x="1955277" y="666597"/>
                  </a:lnTo>
                  <a:lnTo>
                    <a:pt x="1995506" y="729766"/>
                  </a:lnTo>
                  <a:lnTo>
                    <a:pt x="2036153" y="795614"/>
                  </a:lnTo>
                  <a:lnTo>
                    <a:pt x="2077177" y="863696"/>
                  </a:lnTo>
                  <a:lnTo>
                    <a:pt x="2118510" y="933495"/>
                  </a:lnTo>
                  <a:lnTo>
                    <a:pt x="2160053" y="1004428"/>
                  </a:lnTo>
                  <a:lnTo>
                    <a:pt x="2201694" y="1075875"/>
                  </a:lnTo>
                  <a:lnTo>
                    <a:pt x="2243311" y="1147194"/>
                  </a:lnTo>
                  <a:lnTo>
                    <a:pt x="2284783" y="1217750"/>
                  </a:lnTo>
                  <a:lnTo>
                    <a:pt x="2326004" y="1286933"/>
                  </a:lnTo>
                  <a:lnTo>
                    <a:pt x="2366885" y="1354187"/>
                  </a:lnTo>
                  <a:lnTo>
                    <a:pt x="2407369" y="1419020"/>
                  </a:lnTo>
                  <a:lnTo>
                    <a:pt x="2447431" y="1481021"/>
                  </a:lnTo>
                  <a:lnTo>
                    <a:pt x="2487092" y="1539870"/>
                  </a:lnTo>
                  <a:lnTo>
                    <a:pt x="2526417" y="1595338"/>
                  </a:lnTo>
                  <a:lnTo>
                    <a:pt x="2565526" y="1647285"/>
                  </a:lnTo>
                  <a:lnTo>
                    <a:pt x="2604595" y="1695660"/>
                  </a:lnTo>
                  <a:lnTo>
                    <a:pt x="2643865" y="1740488"/>
                  </a:lnTo>
                  <a:lnTo>
                    <a:pt x="2667772" y="1765843"/>
                  </a:lnTo>
                  <a:lnTo>
                    <a:pt x="2715156" y="1811650"/>
                  </a:lnTo>
                  <a:lnTo>
                    <a:pt x="2764196" y="1852756"/>
                  </a:lnTo>
                  <a:lnTo>
                    <a:pt x="2815691" y="1889415"/>
                  </a:lnTo>
                  <a:lnTo>
                    <a:pt x="2870533" y="1922049"/>
                  </a:lnTo>
                  <a:lnTo>
                    <a:pt x="2929627" y="1951127"/>
                  </a:lnTo>
                  <a:lnTo>
                    <a:pt x="2993807" y="1977098"/>
                  </a:lnTo>
                  <a:lnTo>
                    <a:pt x="3063736" y="2000351"/>
                  </a:lnTo>
                  <a:lnTo>
                    <a:pt x="3139761" y="2021198"/>
                  </a:lnTo>
                  <a:lnTo>
                    <a:pt x="3221733" y="2039858"/>
                  </a:lnTo>
                  <a:lnTo>
                    <a:pt x="3308789" y="2056464"/>
                  </a:lnTo>
                  <a:lnTo>
                    <a:pt x="3399151" y="2071059"/>
                  </a:lnTo>
                  <a:lnTo>
                    <a:pt x="3490007" y="2083625"/>
                  </a:lnTo>
                  <a:lnTo>
                    <a:pt x="3577602" y="2094114"/>
                  </a:lnTo>
                  <a:lnTo>
                    <a:pt x="3657612" y="2102493"/>
                  </a:lnTo>
                  <a:lnTo>
                    <a:pt x="3725847" y="2108797"/>
                  </a:lnTo>
                  <a:lnTo>
                    <a:pt x="3779122" y="2113172"/>
                  </a:lnTo>
                  <a:lnTo>
                    <a:pt x="3816047" y="2115884"/>
                  </a:lnTo>
                  <a:lnTo>
                    <a:pt x="3837474" y="2117298"/>
                  </a:lnTo>
                  <a:lnTo>
                    <a:pt x="3846488" y="2117835"/>
                  </a:lnTo>
                  <a:lnTo>
                    <a:pt x="3848118" y="2117923"/>
                  </a:lnTo>
                  <a:lnTo>
                    <a:pt x="4386855" y="2117923"/>
                  </a:lnTo>
                  <a:lnTo>
                    <a:pt x="4388157" y="2117916"/>
                  </a:lnTo>
                  <a:lnTo>
                    <a:pt x="4396650" y="2117861"/>
                  </a:lnTo>
                  <a:lnTo>
                    <a:pt x="4417820" y="2117711"/>
                  </a:lnTo>
                  <a:lnTo>
                    <a:pt x="4455065" y="2117416"/>
                  </a:lnTo>
                  <a:lnTo>
                    <a:pt x="4509358" y="2116933"/>
                  </a:lnTo>
                  <a:lnTo>
                    <a:pt x="4579239" y="2116233"/>
                  </a:lnTo>
                  <a:lnTo>
                    <a:pt x="4661297" y="2115298"/>
                  </a:lnTo>
                  <a:lnTo>
                    <a:pt x="4751052" y="2114126"/>
                  </a:lnTo>
                  <a:lnTo>
                    <a:pt x="4843922" y="2112719"/>
                  </a:lnTo>
                  <a:lnTo>
                    <a:pt x="4935976" y="2111083"/>
                  </a:lnTo>
                  <a:lnTo>
                    <a:pt x="5024330" y="2109220"/>
                  </a:lnTo>
                  <a:lnTo>
                    <a:pt x="5107216" y="2107124"/>
                  </a:lnTo>
                  <a:lnTo>
                    <a:pt x="5183835" y="2104778"/>
                  </a:lnTo>
                  <a:lnTo>
                    <a:pt x="5254130" y="2102155"/>
                  </a:lnTo>
                  <a:lnTo>
                    <a:pt x="5318545" y="2099217"/>
                  </a:lnTo>
                  <a:lnTo>
                    <a:pt x="5377832" y="2095917"/>
                  </a:lnTo>
                  <a:lnTo>
                    <a:pt x="5432907" y="2092204"/>
                  </a:lnTo>
                  <a:lnTo>
                    <a:pt x="5484735" y="2088023"/>
                  </a:lnTo>
                  <a:lnTo>
                    <a:pt x="5534250" y="2083329"/>
                  </a:lnTo>
                  <a:lnTo>
                    <a:pt x="5567201" y="2079812"/>
                  </a:lnTo>
                  <a:lnTo>
                    <a:pt x="5619663" y="2073580"/>
                  </a:lnTo>
                  <a:lnTo>
                    <a:pt x="5671623" y="2066675"/>
                  </a:lnTo>
                  <a:lnTo>
                    <a:pt x="5723666" y="2059087"/>
                  </a:lnTo>
                  <a:lnTo>
                    <a:pt x="5776178" y="2050835"/>
                  </a:lnTo>
                  <a:lnTo>
                    <a:pt x="5829369" y="2041967"/>
                  </a:lnTo>
                  <a:lnTo>
                    <a:pt x="5883300" y="2032562"/>
                  </a:lnTo>
                  <a:lnTo>
                    <a:pt x="5937898" y="2022728"/>
                  </a:lnTo>
                  <a:lnTo>
                    <a:pt x="5992989" y="2012599"/>
                  </a:lnTo>
                  <a:lnTo>
                    <a:pt x="6048327" y="2002328"/>
                  </a:lnTo>
                  <a:lnTo>
                    <a:pt x="6103630" y="1992077"/>
                  </a:lnTo>
                  <a:lnTo>
                    <a:pt x="6158621" y="1982007"/>
                  </a:lnTo>
                  <a:lnTo>
                    <a:pt x="6213068" y="1972266"/>
                  </a:lnTo>
                  <a:lnTo>
                    <a:pt x="6266819" y="1962983"/>
                  </a:lnTo>
                  <a:lnTo>
                    <a:pt x="6319833" y="1954260"/>
                  </a:lnTo>
                  <a:lnTo>
                    <a:pt x="6372205" y="1946168"/>
                  </a:lnTo>
                  <a:lnTo>
                    <a:pt x="6424185" y="1938747"/>
                  </a:lnTo>
                  <a:lnTo>
                    <a:pt x="6476205" y="1932008"/>
                  </a:lnTo>
                  <a:lnTo>
                    <a:pt x="6515891" y="1927365"/>
                  </a:lnTo>
                  <a:lnTo>
                    <a:pt x="6564298" y="1922306"/>
                  </a:lnTo>
                  <a:lnTo>
                    <a:pt x="6614449" y="1917778"/>
                  </a:lnTo>
                  <a:lnTo>
                    <a:pt x="6667200" y="1913750"/>
                  </a:lnTo>
                  <a:lnTo>
                    <a:pt x="6723502" y="1910174"/>
                  </a:lnTo>
                  <a:lnTo>
                    <a:pt x="6784317" y="1906994"/>
                  </a:lnTo>
                  <a:lnTo>
                    <a:pt x="6850520" y="1904160"/>
                  </a:lnTo>
                  <a:lnTo>
                    <a:pt x="6922786" y="1901628"/>
                  </a:lnTo>
                  <a:lnTo>
                    <a:pt x="7001423" y="1899363"/>
                  </a:lnTo>
                  <a:lnTo>
                    <a:pt x="7086166" y="1897342"/>
                  </a:lnTo>
                  <a:lnTo>
                    <a:pt x="7175932" y="1895551"/>
                  </a:lnTo>
                  <a:lnTo>
                    <a:pt x="7268609" y="1893988"/>
                  </a:lnTo>
                  <a:lnTo>
                    <a:pt x="7360962" y="1892654"/>
                  </a:lnTo>
                  <a:lnTo>
                    <a:pt x="7448792" y="1891556"/>
                  </a:lnTo>
                  <a:lnTo>
                    <a:pt x="7527454" y="1890697"/>
                  </a:lnTo>
                  <a:lnTo>
                    <a:pt x="7592698" y="1890068"/>
                  </a:lnTo>
                  <a:lnTo>
                    <a:pt x="7641649" y="1889649"/>
                  </a:lnTo>
                  <a:lnTo>
                    <a:pt x="7673587" y="1889404"/>
                  </a:lnTo>
                  <a:lnTo>
                    <a:pt x="7690276" y="1889290"/>
                  </a:lnTo>
                  <a:lnTo>
                    <a:pt x="7695813" y="1889255"/>
                  </a:lnTo>
                  <a:lnTo>
                    <a:pt x="7696237" y="1889253"/>
                  </a:lnTo>
                  <a:lnTo>
                    <a:pt x="8234974" y="1889253"/>
                  </a:lnTo>
                  <a:lnTo>
                    <a:pt x="8234974" y="1883808"/>
                  </a:lnTo>
                  <a:lnTo>
                    <a:pt x="7696237" y="1883808"/>
                  </a:lnTo>
                  <a:lnTo>
                    <a:pt x="7694935" y="1883816"/>
                  </a:lnTo>
                  <a:lnTo>
                    <a:pt x="7686443" y="1883870"/>
                  </a:lnTo>
                  <a:lnTo>
                    <a:pt x="7665272" y="1884021"/>
                  </a:lnTo>
                  <a:lnTo>
                    <a:pt x="7628028" y="1884316"/>
                  </a:lnTo>
                  <a:lnTo>
                    <a:pt x="7573735" y="1884798"/>
                  </a:lnTo>
                  <a:lnTo>
                    <a:pt x="7503854" y="1885499"/>
                  </a:lnTo>
                  <a:lnTo>
                    <a:pt x="7421796" y="1886433"/>
                  </a:lnTo>
                  <a:lnTo>
                    <a:pt x="7332041" y="1887606"/>
                  </a:lnTo>
                  <a:lnTo>
                    <a:pt x="7239170" y="1889013"/>
                  </a:lnTo>
                  <a:lnTo>
                    <a:pt x="7147116" y="1890648"/>
                  </a:lnTo>
                  <a:lnTo>
                    <a:pt x="7058762" y="1892511"/>
                  </a:lnTo>
                  <a:lnTo>
                    <a:pt x="6975877" y="1894607"/>
                  </a:lnTo>
                  <a:lnTo>
                    <a:pt x="6899257" y="1896954"/>
                  </a:lnTo>
                  <a:lnTo>
                    <a:pt x="6828962" y="1899577"/>
                  </a:lnTo>
                  <a:lnTo>
                    <a:pt x="6764548" y="1902515"/>
                  </a:lnTo>
                  <a:lnTo>
                    <a:pt x="6705260" y="1905814"/>
                  </a:lnTo>
                  <a:lnTo>
                    <a:pt x="6650186" y="1909528"/>
                  </a:lnTo>
                  <a:lnTo>
                    <a:pt x="6598357" y="1913709"/>
                  </a:lnTo>
                  <a:lnTo>
                    <a:pt x="6548843" y="1918403"/>
                  </a:lnTo>
                  <a:lnTo>
                    <a:pt x="6515891" y="1921920"/>
                  </a:lnTo>
                  <a:lnTo>
                    <a:pt x="6463429" y="1928151"/>
                  </a:lnTo>
                  <a:lnTo>
                    <a:pt x="6411470" y="1935057"/>
                  </a:lnTo>
                  <a:lnTo>
                    <a:pt x="6359426" y="1942644"/>
                  </a:lnTo>
                  <a:lnTo>
                    <a:pt x="6306915" y="1950896"/>
                  </a:lnTo>
                  <a:lnTo>
                    <a:pt x="6253723" y="1959764"/>
                  </a:lnTo>
                  <a:lnTo>
                    <a:pt x="6199793" y="1969170"/>
                  </a:lnTo>
                  <a:lnTo>
                    <a:pt x="6145195" y="1979004"/>
                  </a:lnTo>
                  <a:lnTo>
                    <a:pt x="6090103" y="1989133"/>
                  </a:lnTo>
                  <a:lnTo>
                    <a:pt x="6034766" y="1999404"/>
                  </a:lnTo>
                  <a:lnTo>
                    <a:pt x="5979463" y="2009654"/>
                  </a:lnTo>
                  <a:lnTo>
                    <a:pt x="5924472" y="2019725"/>
                  </a:lnTo>
                  <a:lnTo>
                    <a:pt x="5870025" y="2029465"/>
                  </a:lnTo>
                  <a:lnTo>
                    <a:pt x="5816273" y="2038748"/>
                  </a:lnTo>
                  <a:lnTo>
                    <a:pt x="5763259" y="2047471"/>
                  </a:lnTo>
                  <a:lnTo>
                    <a:pt x="5710888" y="2055564"/>
                  </a:lnTo>
                  <a:lnTo>
                    <a:pt x="5658908" y="2062985"/>
                  </a:lnTo>
                  <a:lnTo>
                    <a:pt x="5606888" y="2069723"/>
                  </a:lnTo>
                  <a:lnTo>
                    <a:pt x="5567201" y="2074367"/>
                  </a:lnTo>
                  <a:lnTo>
                    <a:pt x="5518794" y="2079425"/>
                  </a:lnTo>
                  <a:lnTo>
                    <a:pt x="5468643" y="2083953"/>
                  </a:lnTo>
                  <a:lnTo>
                    <a:pt x="5415892" y="2087981"/>
                  </a:lnTo>
                  <a:lnTo>
                    <a:pt x="5359590" y="2091558"/>
                  </a:lnTo>
                  <a:lnTo>
                    <a:pt x="5298775" y="2094738"/>
                  </a:lnTo>
                  <a:lnTo>
                    <a:pt x="5232572" y="2097572"/>
                  </a:lnTo>
                  <a:lnTo>
                    <a:pt x="5160306" y="2100104"/>
                  </a:lnTo>
                  <a:lnTo>
                    <a:pt x="5081669" y="2102368"/>
                  </a:lnTo>
                  <a:lnTo>
                    <a:pt x="4996927" y="2104390"/>
                  </a:lnTo>
                  <a:lnTo>
                    <a:pt x="4907161" y="2106180"/>
                  </a:lnTo>
                  <a:lnTo>
                    <a:pt x="4814483" y="2107744"/>
                  </a:lnTo>
                  <a:lnTo>
                    <a:pt x="4722131" y="2109078"/>
                  </a:lnTo>
                  <a:lnTo>
                    <a:pt x="4634300" y="2110175"/>
                  </a:lnTo>
                  <a:lnTo>
                    <a:pt x="4555638" y="2111035"/>
                  </a:lnTo>
                  <a:lnTo>
                    <a:pt x="4490394" y="2111664"/>
                  </a:lnTo>
                  <a:lnTo>
                    <a:pt x="4441443" y="2112083"/>
                  </a:lnTo>
                  <a:lnTo>
                    <a:pt x="4409505" y="2112327"/>
                  </a:lnTo>
                  <a:lnTo>
                    <a:pt x="4392816" y="2112442"/>
                  </a:lnTo>
                  <a:lnTo>
                    <a:pt x="4387280" y="2112476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62" name="pl462"/>
            <p:cNvSpPr/>
            <p:nvPr/>
          </p:nvSpPr>
          <p:spPr>
            <a:xfrm>
              <a:off x="546595" y="2574376"/>
              <a:ext cx="8234974" cy="2112479"/>
            </a:xfrm>
            <a:custGeom>
              <a:avLst/>
              <a:pathLst>
                <a:path w="8234974" h="2112479">
                  <a:moveTo>
                    <a:pt x="0" y="0"/>
                  </a:moveTo>
                  <a:lnTo>
                    <a:pt x="538736" y="0"/>
                  </a:lnTo>
                  <a:lnTo>
                    <a:pt x="539960" y="66"/>
                  </a:lnTo>
                  <a:lnTo>
                    <a:pt x="547955" y="537"/>
                  </a:lnTo>
                  <a:lnTo>
                    <a:pt x="567931" y="1841"/>
                  </a:lnTo>
                  <a:lnTo>
                    <a:pt x="603188" y="4402"/>
                  </a:lnTo>
                  <a:lnTo>
                    <a:pt x="654814" y="8592"/>
                  </a:lnTo>
                  <a:lnTo>
                    <a:pt x="721637" y="14689"/>
                  </a:lnTo>
                  <a:lnTo>
                    <a:pt x="800622" y="22852"/>
                  </a:lnTo>
                  <a:lnTo>
                    <a:pt x="887642" y="33125"/>
                  </a:lnTo>
                  <a:lnTo>
                    <a:pt x="978351" y="45481"/>
                  </a:lnTo>
                  <a:lnTo>
                    <a:pt x="1068910" y="59870"/>
                  </a:lnTo>
                  <a:lnTo>
                    <a:pt x="1156404" y="76268"/>
                  </a:lnTo>
                  <a:lnTo>
                    <a:pt x="1238951" y="94713"/>
                  </a:lnTo>
                  <a:lnTo>
                    <a:pt x="1315603" y="115327"/>
                  </a:lnTo>
                  <a:lnTo>
                    <a:pt x="1386148" y="138321"/>
                  </a:lnTo>
                  <a:lnTo>
                    <a:pt x="1450891" y="163996"/>
                  </a:lnTo>
                  <a:lnTo>
                    <a:pt x="1510470" y="192735"/>
                  </a:lnTo>
                  <a:lnTo>
                    <a:pt x="1565708" y="224983"/>
                  </a:lnTo>
                  <a:lnTo>
                    <a:pt x="1617505" y="261208"/>
                  </a:lnTo>
                  <a:lnTo>
                    <a:pt x="1666757" y="301842"/>
                  </a:lnTo>
                  <a:lnTo>
                    <a:pt x="1714279" y="347164"/>
                  </a:lnTo>
                  <a:lnTo>
                    <a:pt x="1719082" y="352079"/>
                  </a:lnTo>
                  <a:lnTo>
                    <a:pt x="1758620" y="394810"/>
                  </a:lnTo>
                  <a:lnTo>
                    <a:pt x="1797777" y="441038"/>
                  </a:lnTo>
                  <a:lnTo>
                    <a:pt x="1836837" y="490833"/>
                  </a:lnTo>
                  <a:lnTo>
                    <a:pt x="1876014" y="544188"/>
                  </a:lnTo>
                  <a:lnTo>
                    <a:pt x="1915462" y="601020"/>
                  </a:lnTo>
                  <a:lnTo>
                    <a:pt x="1955277" y="661153"/>
                  </a:lnTo>
                  <a:lnTo>
                    <a:pt x="1995506" y="724321"/>
                  </a:lnTo>
                  <a:lnTo>
                    <a:pt x="2036153" y="790169"/>
                  </a:lnTo>
                  <a:lnTo>
                    <a:pt x="2077177" y="858252"/>
                  </a:lnTo>
                  <a:lnTo>
                    <a:pt x="2118510" y="928050"/>
                  </a:lnTo>
                  <a:lnTo>
                    <a:pt x="2160053" y="998984"/>
                  </a:lnTo>
                  <a:lnTo>
                    <a:pt x="2201694" y="1070430"/>
                  </a:lnTo>
                  <a:lnTo>
                    <a:pt x="2243311" y="1141750"/>
                  </a:lnTo>
                  <a:lnTo>
                    <a:pt x="2284783" y="1212305"/>
                  </a:lnTo>
                  <a:lnTo>
                    <a:pt x="2326004" y="1281489"/>
                  </a:lnTo>
                  <a:lnTo>
                    <a:pt x="2366885" y="1348743"/>
                  </a:lnTo>
                  <a:lnTo>
                    <a:pt x="2407369" y="1413575"/>
                  </a:lnTo>
                  <a:lnTo>
                    <a:pt x="2447431" y="1475577"/>
                  </a:lnTo>
                  <a:lnTo>
                    <a:pt x="2487092" y="1534426"/>
                  </a:lnTo>
                  <a:lnTo>
                    <a:pt x="2526417" y="1589893"/>
                  </a:lnTo>
                  <a:lnTo>
                    <a:pt x="2565526" y="1641841"/>
                  </a:lnTo>
                  <a:lnTo>
                    <a:pt x="2604595" y="1690215"/>
                  </a:lnTo>
                  <a:lnTo>
                    <a:pt x="2643865" y="1735043"/>
                  </a:lnTo>
                  <a:lnTo>
                    <a:pt x="2667772" y="1760399"/>
                  </a:lnTo>
                  <a:lnTo>
                    <a:pt x="2715156" y="1806205"/>
                  </a:lnTo>
                  <a:lnTo>
                    <a:pt x="2764196" y="1847311"/>
                  </a:lnTo>
                  <a:lnTo>
                    <a:pt x="2815691" y="1883971"/>
                  </a:lnTo>
                  <a:lnTo>
                    <a:pt x="2870533" y="1916605"/>
                  </a:lnTo>
                  <a:lnTo>
                    <a:pt x="2929627" y="1945682"/>
                  </a:lnTo>
                  <a:lnTo>
                    <a:pt x="2993807" y="1971653"/>
                  </a:lnTo>
                  <a:lnTo>
                    <a:pt x="3063736" y="1994907"/>
                  </a:lnTo>
                  <a:lnTo>
                    <a:pt x="3139761" y="2015753"/>
                  </a:lnTo>
                  <a:lnTo>
                    <a:pt x="3221733" y="2034414"/>
                  </a:lnTo>
                  <a:lnTo>
                    <a:pt x="3308789" y="2051019"/>
                  </a:lnTo>
                  <a:lnTo>
                    <a:pt x="3399151" y="2065614"/>
                  </a:lnTo>
                  <a:lnTo>
                    <a:pt x="3490007" y="2078181"/>
                  </a:lnTo>
                  <a:lnTo>
                    <a:pt x="3577602" y="2088670"/>
                  </a:lnTo>
                  <a:lnTo>
                    <a:pt x="3657612" y="2097048"/>
                  </a:lnTo>
                  <a:lnTo>
                    <a:pt x="3725847" y="2103352"/>
                  </a:lnTo>
                  <a:lnTo>
                    <a:pt x="3779122" y="2107728"/>
                  </a:lnTo>
                  <a:lnTo>
                    <a:pt x="3816047" y="2110439"/>
                  </a:lnTo>
                  <a:lnTo>
                    <a:pt x="3837474" y="2111853"/>
                  </a:lnTo>
                  <a:lnTo>
                    <a:pt x="3846488" y="2112390"/>
                  </a:lnTo>
                  <a:lnTo>
                    <a:pt x="3848117" y="2112479"/>
                  </a:lnTo>
                  <a:lnTo>
                    <a:pt x="3848118" y="2112479"/>
                  </a:lnTo>
                  <a:lnTo>
                    <a:pt x="4386855" y="2112479"/>
                  </a:lnTo>
                  <a:lnTo>
                    <a:pt x="4388157" y="2112471"/>
                  </a:lnTo>
                  <a:lnTo>
                    <a:pt x="4396650" y="2112417"/>
                  </a:lnTo>
                  <a:lnTo>
                    <a:pt x="4417820" y="2112266"/>
                  </a:lnTo>
                  <a:lnTo>
                    <a:pt x="4455065" y="2111971"/>
                  </a:lnTo>
                  <a:lnTo>
                    <a:pt x="4509358" y="2111489"/>
                  </a:lnTo>
                  <a:lnTo>
                    <a:pt x="4579239" y="2110788"/>
                  </a:lnTo>
                  <a:lnTo>
                    <a:pt x="4661297" y="2109854"/>
                  </a:lnTo>
                  <a:lnTo>
                    <a:pt x="4751052" y="2108681"/>
                  </a:lnTo>
                  <a:lnTo>
                    <a:pt x="4843922" y="2107274"/>
                  </a:lnTo>
                  <a:lnTo>
                    <a:pt x="4935976" y="2105639"/>
                  </a:lnTo>
                  <a:lnTo>
                    <a:pt x="5024330" y="2103776"/>
                  </a:lnTo>
                  <a:lnTo>
                    <a:pt x="5107216" y="2101680"/>
                  </a:lnTo>
                  <a:lnTo>
                    <a:pt x="5183835" y="2099334"/>
                  </a:lnTo>
                  <a:lnTo>
                    <a:pt x="5254130" y="2096710"/>
                  </a:lnTo>
                  <a:lnTo>
                    <a:pt x="5318545" y="2093772"/>
                  </a:lnTo>
                  <a:lnTo>
                    <a:pt x="5377832" y="2090473"/>
                  </a:lnTo>
                  <a:lnTo>
                    <a:pt x="5432907" y="2086759"/>
                  </a:lnTo>
                  <a:lnTo>
                    <a:pt x="5484735" y="2082578"/>
                  </a:lnTo>
                  <a:lnTo>
                    <a:pt x="5534250" y="2077884"/>
                  </a:lnTo>
                  <a:lnTo>
                    <a:pt x="5567201" y="2074367"/>
                  </a:lnTo>
                  <a:lnTo>
                    <a:pt x="5619663" y="2068136"/>
                  </a:lnTo>
                  <a:lnTo>
                    <a:pt x="5671623" y="2061230"/>
                  </a:lnTo>
                  <a:lnTo>
                    <a:pt x="5723666" y="2053643"/>
                  </a:lnTo>
                  <a:lnTo>
                    <a:pt x="5776178" y="2045391"/>
                  </a:lnTo>
                  <a:lnTo>
                    <a:pt x="5829369" y="2036523"/>
                  </a:lnTo>
                  <a:lnTo>
                    <a:pt x="5883300" y="2027118"/>
                  </a:lnTo>
                  <a:lnTo>
                    <a:pt x="5937898" y="2017283"/>
                  </a:lnTo>
                  <a:lnTo>
                    <a:pt x="5992989" y="2007154"/>
                  </a:lnTo>
                  <a:lnTo>
                    <a:pt x="6048327" y="1996884"/>
                  </a:lnTo>
                  <a:lnTo>
                    <a:pt x="6103630" y="1986633"/>
                  </a:lnTo>
                  <a:lnTo>
                    <a:pt x="6158621" y="1976562"/>
                  </a:lnTo>
                  <a:lnTo>
                    <a:pt x="6213068" y="1966822"/>
                  </a:lnTo>
                  <a:lnTo>
                    <a:pt x="6266819" y="1957539"/>
                  </a:lnTo>
                  <a:lnTo>
                    <a:pt x="6319833" y="1948816"/>
                  </a:lnTo>
                  <a:lnTo>
                    <a:pt x="6372205" y="1940723"/>
                  </a:lnTo>
                  <a:lnTo>
                    <a:pt x="6424185" y="1933302"/>
                  </a:lnTo>
                  <a:lnTo>
                    <a:pt x="6476205" y="1926564"/>
                  </a:lnTo>
                  <a:lnTo>
                    <a:pt x="6515891" y="1921920"/>
                  </a:lnTo>
                  <a:lnTo>
                    <a:pt x="6564298" y="1916862"/>
                  </a:lnTo>
                  <a:lnTo>
                    <a:pt x="6614449" y="1912334"/>
                  </a:lnTo>
                  <a:lnTo>
                    <a:pt x="6667200" y="1908306"/>
                  </a:lnTo>
                  <a:lnTo>
                    <a:pt x="6723502" y="1904729"/>
                  </a:lnTo>
                  <a:lnTo>
                    <a:pt x="6784317" y="1901549"/>
                  </a:lnTo>
                  <a:lnTo>
                    <a:pt x="6850520" y="1898715"/>
                  </a:lnTo>
                  <a:lnTo>
                    <a:pt x="6922786" y="1896183"/>
                  </a:lnTo>
                  <a:lnTo>
                    <a:pt x="7001423" y="1893919"/>
                  </a:lnTo>
                  <a:lnTo>
                    <a:pt x="7086166" y="1891898"/>
                  </a:lnTo>
                  <a:lnTo>
                    <a:pt x="7175932" y="1890107"/>
                  </a:lnTo>
                  <a:lnTo>
                    <a:pt x="7268609" y="1888543"/>
                  </a:lnTo>
                  <a:lnTo>
                    <a:pt x="7360962" y="1887210"/>
                  </a:lnTo>
                  <a:lnTo>
                    <a:pt x="7448792" y="1886112"/>
                  </a:lnTo>
                  <a:lnTo>
                    <a:pt x="7527454" y="1885252"/>
                  </a:lnTo>
                  <a:lnTo>
                    <a:pt x="7592698" y="1884624"/>
                  </a:lnTo>
                  <a:lnTo>
                    <a:pt x="7641649" y="1884204"/>
                  </a:lnTo>
                  <a:lnTo>
                    <a:pt x="7673587" y="1883960"/>
                  </a:lnTo>
                  <a:lnTo>
                    <a:pt x="7690276" y="1883845"/>
                  </a:lnTo>
                  <a:lnTo>
                    <a:pt x="7695813" y="1883811"/>
                  </a:lnTo>
                  <a:lnTo>
                    <a:pt x="7696237" y="1883808"/>
                  </a:lnTo>
                  <a:lnTo>
                    <a:pt x="8234974" y="1883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3" name="pl463"/>
            <p:cNvSpPr/>
            <p:nvPr/>
          </p:nvSpPr>
          <p:spPr>
            <a:xfrm>
              <a:off x="546595" y="2568931"/>
              <a:ext cx="8234974" cy="2112479"/>
            </a:xfrm>
            <a:custGeom>
              <a:avLst/>
              <a:pathLst>
                <a:path w="8234974" h="2112479">
                  <a:moveTo>
                    <a:pt x="8234974" y="1883808"/>
                  </a:moveTo>
                  <a:lnTo>
                    <a:pt x="7696237" y="1883808"/>
                  </a:lnTo>
                  <a:lnTo>
                    <a:pt x="7694935" y="1883816"/>
                  </a:lnTo>
                  <a:lnTo>
                    <a:pt x="7686443" y="1883870"/>
                  </a:lnTo>
                  <a:lnTo>
                    <a:pt x="7665272" y="1884021"/>
                  </a:lnTo>
                  <a:lnTo>
                    <a:pt x="7628028" y="1884316"/>
                  </a:lnTo>
                  <a:lnTo>
                    <a:pt x="7573735" y="1884798"/>
                  </a:lnTo>
                  <a:lnTo>
                    <a:pt x="7503854" y="1885499"/>
                  </a:lnTo>
                  <a:lnTo>
                    <a:pt x="7421796" y="1886433"/>
                  </a:lnTo>
                  <a:lnTo>
                    <a:pt x="7332041" y="1887606"/>
                  </a:lnTo>
                  <a:lnTo>
                    <a:pt x="7239170" y="1889013"/>
                  </a:lnTo>
                  <a:lnTo>
                    <a:pt x="7147116" y="1890648"/>
                  </a:lnTo>
                  <a:lnTo>
                    <a:pt x="7058762" y="1892511"/>
                  </a:lnTo>
                  <a:lnTo>
                    <a:pt x="6975877" y="1894607"/>
                  </a:lnTo>
                  <a:lnTo>
                    <a:pt x="6899257" y="1896954"/>
                  </a:lnTo>
                  <a:lnTo>
                    <a:pt x="6828962" y="1899577"/>
                  </a:lnTo>
                  <a:lnTo>
                    <a:pt x="6764548" y="1902515"/>
                  </a:lnTo>
                  <a:lnTo>
                    <a:pt x="6705260" y="1905814"/>
                  </a:lnTo>
                  <a:lnTo>
                    <a:pt x="6650186" y="1909528"/>
                  </a:lnTo>
                  <a:lnTo>
                    <a:pt x="6598357" y="1913709"/>
                  </a:lnTo>
                  <a:lnTo>
                    <a:pt x="6548843" y="1918403"/>
                  </a:lnTo>
                  <a:lnTo>
                    <a:pt x="6515891" y="1921920"/>
                  </a:lnTo>
                  <a:lnTo>
                    <a:pt x="6463429" y="1928151"/>
                  </a:lnTo>
                  <a:lnTo>
                    <a:pt x="6411470" y="1935057"/>
                  </a:lnTo>
                  <a:lnTo>
                    <a:pt x="6359426" y="1942644"/>
                  </a:lnTo>
                  <a:lnTo>
                    <a:pt x="6306915" y="1950896"/>
                  </a:lnTo>
                  <a:lnTo>
                    <a:pt x="6253723" y="1959764"/>
                  </a:lnTo>
                  <a:lnTo>
                    <a:pt x="6199793" y="1969170"/>
                  </a:lnTo>
                  <a:lnTo>
                    <a:pt x="6145195" y="1979004"/>
                  </a:lnTo>
                  <a:lnTo>
                    <a:pt x="6090103" y="1989133"/>
                  </a:lnTo>
                  <a:lnTo>
                    <a:pt x="6034766" y="1999404"/>
                  </a:lnTo>
                  <a:lnTo>
                    <a:pt x="5979463" y="2009654"/>
                  </a:lnTo>
                  <a:lnTo>
                    <a:pt x="5924472" y="2019725"/>
                  </a:lnTo>
                  <a:lnTo>
                    <a:pt x="5870025" y="2029465"/>
                  </a:lnTo>
                  <a:lnTo>
                    <a:pt x="5816273" y="2038748"/>
                  </a:lnTo>
                  <a:lnTo>
                    <a:pt x="5763259" y="2047471"/>
                  </a:lnTo>
                  <a:lnTo>
                    <a:pt x="5710888" y="2055564"/>
                  </a:lnTo>
                  <a:lnTo>
                    <a:pt x="5658908" y="2062985"/>
                  </a:lnTo>
                  <a:lnTo>
                    <a:pt x="5606888" y="2069723"/>
                  </a:lnTo>
                  <a:lnTo>
                    <a:pt x="5567201" y="2074367"/>
                  </a:lnTo>
                  <a:lnTo>
                    <a:pt x="5518794" y="2079425"/>
                  </a:lnTo>
                  <a:lnTo>
                    <a:pt x="5468643" y="2083953"/>
                  </a:lnTo>
                  <a:lnTo>
                    <a:pt x="5415892" y="2087981"/>
                  </a:lnTo>
                  <a:lnTo>
                    <a:pt x="5359590" y="2091558"/>
                  </a:lnTo>
                  <a:lnTo>
                    <a:pt x="5298775" y="2094738"/>
                  </a:lnTo>
                  <a:lnTo>
                    <a:pt x="5232572" y="2097572"/>
                  </a:lnTo>
                  <a:lnTo>
                    <a:pt x="5160306" y="2100104"/>
                  </a:lnTo>
                  <a:lnTo>
                    <a:pt x="5081669" y="2102368"/>
                  </a:lnTo>
                  <a:lnTo>
                    <a:pt x="4996927" y="2104390"/>
                  </a:lnTo>
                  <a:lnTo>
                    <a:pt x="4907161" y="2106180"/>
                  </a:lnTo>
                  <a:lnTo>
                    <a:pt x="4814483" y="2107744"/>
                  </a:lnTo>
                  <a:lnTo>
                    <a:pt x="4722131" y="2109078"/>
                  </a:lnTo>
                  <a:lnTo>
                    <a:pt x="4634300" y="2110175"/>
                  </a:lnTo>
                  <a:lnTo>
                    <a:pt x="4555638" y="2111035"/>
                  </a:lnTo>
                  <a:lnTo>
                    <a:pt x="4490394" y="2111664"/>
                  </a:lnTo>
                  <a:lnTo>
                    <a:pt x="4441443" y="2112083"/>
                  </a:lnTo>
                  <a:lnTo>
                    <a:pt x="4409505" y="2112327"/>
                  </a:lnTo>
                  <a:lnTo>
                    <a:pt x="4392816" y="2112442"/>
                  </a:lnTo>
                  <a:lnTo>
                    <a:pt x="4387280" y="2112476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4" name="pg464"/>
            <p:cNvSpPr/>
            <p:nvPr/>
          </p:nvSpPr>
          <p:spPr>
            <a:xfrm>
              <a:off x="546595" y="2574376"/>
              <a:ext cx="8234974" cy="2210480"/>
            </a:xfrm>
            <a:custGeom>
              <a:avLst/>
              <a:pathLst>
                <a:path w="8234974" h="2210480">
                  <a:moveTo>
                    <a:pt x="0" y="5444"/>
                  </a:moveTo>
                  <a:lnTo>
                    <a:pt x="538736" y="5444"/>
                  </a:lnTo>
                  <a:lnTo>
                    <a:pt x="539960" y="5510"/>
                  </a:lnTo>
                  <a:lnTo>
                    <a:pt x="547955" y="5982"/>
                  </a:lnTo>
                  <a:lnTo>
                    <a:pt x="567931" y="7286"/>
                  </a:lnTo>
                  <a:lnTo>
                    <a:pt x="603188" y="9846"/>
                  </a:lnTo>
                  <a:lnTo>
                    <a:pt x="654814" y="14036"/>
                  </a:lnTo>
                  <a:lnTo>
                    <a:pt x="721637" y="20134"/>
                  </a:lnTo>
                  <a:lnTo>
                    <a:pt x="800622" y="28296"/>
                  </a:lnTo>
                  <a:lnTo>
                    <a:pt x="887642" y="38570"/>
                  </a:lnTo>
                  <a:lnTo>
                    <a:pt x="978351" y="50925"/>
                  </a:lnTo>
                  <a:lnTo>
                    <a:pt x="1068910" y="65314"/>
                  </a:lnTo>
                  <a:lnTo>
                    <a:pt x="1156404" y="81712"/>
                  </a:lnTo>
                  <a:lnTo>
                    <a:pt x="1238951" y="100158"/>
                  </a:lnTo>
                  <a:lnTo>
                    <a:pt x="1315603" y="120772"/>
                  </a:lnTo>
                  <a:lnTo>
                    <a:pt x="1386148" y="143765"/>
                  </a:lnTo>
                  <a:lnTo>
                    <a:pt x="1450891" y="169441"/>
                  </a:lnTo>
                  <a:lnTo>
                    <a:pt x="1510470" y="198180"/>
                  </a:lnTo>
                  <a:lnTo>
                    <a:pt x="1565708" y="230427"/>
                  </a:lnTo>
                  <a:lnTo>
                    <a:pt x="1617505" y="266653"/>
                  </a:lnTo>
                  <a:lnTo>
                    <a:pt x="1666757" y="307287"/>
                  </a:lnTo>
                  <a:lnTo>
                    <a:pt x="1714279" y="352608"/>
                  </a:lnTo>
                  <a:lnTo>
                    <a:pt x="1719082" y="357524"/>
                  </a:lnTo>
                  <a:lnTo>
                    <a:pt x="1758620" y="400255"/>
                  </a:lnTo>
                  <a:lnTo>
                    <a:pt x="1797777" y="446483"/>
                  </a:lnTo>
                  <a:lnTo>
                    <a:pt x="1836837" y="496277"/>
                  </a:lnTo>
                  <a:lnTo>
                    <a:pt x="1876014" y="549633"/>
                  </a:lnTo>
                  <a:lnTo>
                    <a:pt x="1915462" y="606464"/>
                  </a:lnTo>
                  <a:lnTo>
                    <a:pt x="1955277" y="666597"/>
                  </a:lnTo>
                  <a:lnTo>
                    <a:pt x="1995506" y="729766"/>
                  </a:lnTo>
                  <a:lnTo>
                    <a:pt x="2036153" y="795614"/>
                  </a:lnTo>
                  <a:lnTo>
                    <a:pt x="2077177" y="863696"/>
                  </a:lnTo>
                  <a:lnTo>
                    <a:pt x="2118510" y="933495"/>
                  </a:lnTo>
                  <a:lnTo>
                    <a:pt x="2160053" y="1004428"/>
                  </a:lnTo>
                  <a:lnTo>
                    <a:pt x="2201694" y="1075875"/>
                  </a:lnTo>
                  <a:lnTo>
                    <a:pt x="2243311" y="1147194"/>
                  </a:lnTo>
                  <a:lnTo>
                    <a:pt x="2284783" y="1217750"/>
                  </a:lnTo>
                  <a:lnTo>
                    <a:pt x="2326004" y="1286933"/>
                  </a:lnTo>
                  <a:lnTo>
                    <a:pt x="2366885" y="1354187"/>
                  </a:lnTo>
                  <a:lnTo>
                    <a:pt x="2407369" y="1419020"/>
                  </a:lnTo>
                  <a:lnTo>
                    <a:pt x="2447431" y="1481021"/>
                  </a:lnTo>
                  <a:lnTo>
                    <a:pt x="2487092" y="1539870"/>
                  </a:lnTo>
                  <a:lnTo>
                    <a:pt x="2526417" y="1595338"/>
                  </a:lnTo>
                  <a:lnTo>
                    <a:pt x="2565526" y="1647285"/>
                  </a:lnTo>
                  <a:lnTo>
                    <a:pt x="2604595" y="1695660"/>
                  </a:lnTo>
                  <a:lnTo>
                    <a:pt x="2643865" y="1740488"/>
                  </a:lnTo>
                  <a:lnTo>
                    <a:pt x="2667772" y="1765843"/>
                  </a:lnTo>
                  <a:lnTo>
                    <a:pt x="2715156" y="1811650"/>
                  </a:lnTo>
                  <a:lnTo>
                    <a:pt x="2764196" y="1852756"/>
                  </a:lnTo>
                  <a:lnTo>
                    <a:pt x="2815691" y="1889415"/>
                  </a:lnTo>
                  <a:lnTo>
                    <a:pt x="2870533" y="1922049"/>
                  </a:lnTo>
                  <a:lnTo>
                    <a:pt x="2929627" y="1951127"/>
                  </a:lnTo>
                  <a:lnTo>
                    <a:pt x="2993807" y="1977098"/>
                  </a:lnTo>
                  <a:lnTo>
                    <a:pt x="3063736" y="2000351"/>
                  </a:lnTo>
                  <a:lnTo>
                    <a:pt x="3139761" y="2021198"/>
                  </a:lnTo>
                  <a:lnTo>
                    <a:pt x="3221733" y="2039858"/>
                  </a:lnTo>
                  <a:lnTo>
                    <a:pt x="3308789" y="2056464"/>
                  </a:lnTo>
                  <a:lnTo>
                    <a:pt x="3399151" y="2071059"/>
                  </a:lnTo>
                  <a:lnTo>
                    <a:pt x="3490007" y="2083625"/>
                  </a:lnTo>
                  <a:lnTo>
                    <a:pt x="3577602" y="2094114"/>
                  </a:lnTo>
                  <a:lnTo>
                    <a:pt x="3657612" y="2102493"/>
                  </a:lnTo>
                  <a:lnTo>
                    <a:pt x="3725847" y="2108797"/>
                  </a:lnTo>
                  <a:lnTo>
                    <a:pt x="3779122" y="2113172"/>
                  </a:lnTo>
                  <a:lnTo>
                    <a:pt x="3816047" y="2115884"/>
                  </a:lnTo>
                  <a:lnTo>
                    <a:pt x="3837474" y="2117298"/>
                  </a:lnTo>
                  <a:lnTo>
                    <a:pt x="3846488" y="2117835"/>
                  </a:lnTo>
                  <a:lnTo>
                    <a:pt x="3848118" y="2117923"/>
                  </a:lnTo>
                  <a:lnTo>
                    <a:pt x="4386855" y="2117923"/>
                  </a:lnTo>
                  <a:lnTo>
                    <a:pt x="4388158" y="2117926"/>
                  </a:lnTo>
                  <a:lnTo>
                    <a:pt x="4396656" y="2117948"/>
                  </a:lnTo>
                  <a:lnTo>
                    <a:pt x="4417839" y="2118009"/>
                  </a:lnTo>
                  <a:lnTo>
                    <a:pt x="4455105" y="2118129"/>
                  </a:lnTo>
                  <a:lnTo>
                    <a:pt x="4509426" y="2118324"/>
                  </a:lnTo>
                  <a:lnTo>
                    <a:pt x="4579339" y="2118608"/>
                  </a:lnTo>
                  <a:lnTo>
                    <a:pt x="4661429" y="2118986"/>
                  </a:lnTo>
                  <a:lnTo>
                    <a:pt x="4751212" y="2119461"/>
                  </a:lnTo>
                  <a:lnTo>
                    <a:pt x="4844105" y="2120031"/>
                  </a:lnTo>
                  <a:lnTo>
                    <a:pt x="4936173" y="2120693"/>
                  </a:lnTo>
                  <a:lnTo>
                    <a:pt x="5024536" y="2121448"/>
                  </a:lnTo>
                  <a:lnTo>
                    <a:pt x="5107424" y="2122297"/>
                  </a:lnTo>
                  <a:lnTo>
                    <a:pt x="5184043" y="2123247"/>
                  </a:lnTo>
                  <a:lnTo>
                    <a:pt x="5254335" y="2124309"/>
                  </a:lnTo>
                  <a:lnTo>
                    <a:pt x="5318746" y="2125499"/>
                  </a:lnTo>
                  <a:lnTo>
                    <a:pt x="5378031" y="2126835"/>
                  </a:lnTo>
                  <a:lnTo>
                    <a:pt x="5433104" y="2128339"/>
                  </a:lnTo>
                  <a:lnTo>
                    <a:pt x="5484933" y="2130033"/>
                  </a:lnTo>
                  <a:lnTo>
                    <a:pt x="5534451" y="2131934"/>
                  </a:lnTo>
                  <a:lnTo>
                    <a:pt x="5567201" y="2133349"/>
                  </a:lnTo>
                  <a:lnTo>
                    <a:pt x="5619941" y="2135886"/>
                  </a:lnTo>
                  <a:lnTo>
                    <a:pt x="5672176" y="2138698"/>
                  </a:lnTo>
                  <a:lnTo>
                    <a:pt x="5724502" y="2141789"/>
                  </a:lnTo>
                  <a:lnTo>
                    <a:pt x="5777305" y="2145152"/>
                  </a:lnTo>
                  <a:lnTo>
                    <a:pt x="5830798" y="2148766"/>
                  </a:lnTo>
                  <a:lnTo>
                    <a:pt x="5885037" y="2152599"/>
                  </a:lnTo>
                  <a:lnTo>
                    <a:pt x="5939947" y="2156606"/>
                  </a:lnTo>
                  <a:lnTo>
                    <a:pt x="5995347" y="2160731"/>
                  </a:lnTo>
                  <a:lnTo>
                    <a:pt x="6050984" y="2164912"/>
                  </a:lnTo>
                  <a:lnTo>
                    <a:pt x="6106572" y="2169081"/>
                  </a:lnTo>
                  <a:lnTo>
                    <a:pt x="6161831" y="2173173"/>
                  </a:lnTo>
                  <a:lnTo>
                    <a:pt x="6216529" y="2177126"/>
                  </a:lnTo>
                  <a:lnTo>
                    <a:pt x="6270518" y="2180890"/>
                  </a:lnTo>
                  <a:lnTo>
                    <a:pt x="6323763" y="2184421"/>
                  </a:lnTo>
                  <a:lnTo>
                    <a:pt x="6376372" y="2187694"/>
                  </a:lnTo>
                  <a:lnTo>
                    <a:pt x="6428614" y="2190691"/>
                  </a:lnTo>
                  <a:lnTo>
                    <a:pt x="6480942" y="2193408"/>
                  </a:lnTo>
                  <a:lnTo>
                    <a:pt x="6515891" y="2195054"/>
                  </a:lnTo>
                  <a:lnTo>
                    <a:pt x="6564309" y="2197102"/>
                  </a:lnTo>
                  <a:lnTo>
                    <a:pt x="6614472" y="2198935"/>
                  </a:lnTo>
                  <a:lnTo>
                    <a:pt x="6667236" y="2200566"/>
                  </a:lnTo>
                  <a:lnTo>
                    <a:pt x="6723553" y="2202014"/>
                  </a:lnTo>
                  <a:lnTo>
                    <a:pt x="6784386" y="2203301"/>
                  </a:lnTo>
                  <a:lnTo>
                    <a:pt x="6850611" y="2204448"/>
                  </a:lnTo>
                  <a:lnTo>
                    <a:pt x="6922901" y="2205473"/>
                  </a:lnTo>
                  <a:lnTo>
                    <a:pt x="7001566" y="2206390"/>
                  </a:lnTo>
                  <a:lnTo>
                    <a:pt x="7086337" y="2207208"/>
                  </a:lnTo>
                  <a:lnTo>
                    <a:pt x="7176131" y="2207932"/>
                  </a:lnTo>
                  <a:lnTo>
                    <a:pt x="7268832" y="2208565"/>
                  </a:lnTo>
                  <a:lnTo>
                    <a:pt x="7361199" y="2209105"/>
                  </a:lnTo>
                  <a:lnTo>
                    <a:pt x="7449030" y="2209549"/>
                  </a:lnTo>
                  <a:lnTo>
                    <a:pt x="7527675" y="2209897"/>
                  </a:lnTo>
                  <a:lnTo>
                    <a:pt x="7592886" y="2210151"/>
                  </a:lnTo>
                  <a:lnTo>
                    <a:pt x="7641790" y="2210321"/>
                  </a:lnTo>
                  <a:lnTo>
                    <a:pt x="7673675" y="2210419"/>
                  </a:lnTo>
                  <a:lnTo>
                    <a:pt x="7690316" y="2210466"/>
                  </a:lnTo>
                  <a:lnTo>
                    <a:pt x="7695820" y="2210479"/>
                  </a:lnTo>
                  <a:lnTo>
                    <a:pt x="7696237" y="2210480"/>
                  </a:lnTo>
                  <a:lnTo>
                    <a:pt x="8234974" y="2210480"/>
                  </a:lnTo>
                  <a:lnTo>
                    <a:pt x="8234974" y="2205036"/>
                  </a:lnTo>
                  <a:lnTo>
                    <a:pt x="7696237" y="2205036"/>
                  </a:lnTo>
                  <a:lnTo>
                    <a:pt x="7694935" y="2205033"/>
                  </a:lnTo>
                  <a:lnTo>
                    <a:pt x="7686437" y="2205011"/>
                  </a:lnTo>
                  <a:lnTo>
                    <a:pt x="7665253" y="2204950"/>
                  </a:lnTo>
                  <a:lnTo>
                    <a:pt x="7627988" y="2204830"/>
                  </a:lnTo>
                  <a:lnTo>
                    <a:pt x="7573667" y="2204635"/>
                  </a:lnTo>
                  <a:lnTo>
                    <a:pt x="7503754" y="2204351"/>
                  </a:lnTo>
                  <a:lnTo>
                    <a:pt x="7421664" y="2203973"/>
                  </a:lnTo>
                  <a:lnTo>
                    <a:pt x="7331880" y="2203498"/>
                  </a:lnTo>
                  <a:lnTo>
                    <a:pt x="7238988" y="2202928"/>
                  </a:lnTo>
                  <a:lnTo>
                    <a:pt x="7146919" y="2202266"/>
                  </a:lnTo>
                  <a:lnTo>
                    <a:pt x="7058557" y="2201511"/>
                  </a:lnTo>
                  <a:lnTo>
                    <a:pt x="6975668" y="2200662"/>
                  </a:lnTo>
                  <a:lnTo>
                    <a:pt x="6899049" y="2199712"/>
                  </a:lnTo>
                  <a:lnTo>
                    <a:pt x="6828757" y="2198650"/>
                  </a:lnTo>
                  <a:lnTo>
                    <a:pt x="6764346" y="2197460"/>
                  </a:lnTo>
                  <a:lnTo>
                    <a:pt x="6705062" y="2196124"/>
                  </a:lnTo>
                  <a:lnTo>
                    <a:pt x="6649989" y="2194620"/>
                  </a:lnTo>
                  <a:lnTo>
                    <a:pt x="6598159" y="2192926"/>
                  </a:lnTo>
                  <a:lnTo>
                    <a:pt x="6548641" y="2191025"/>
                  </a:lnTo>
                  <a:lnTo>
                    <a:pt x="6515891" y="2189610"/>
                  </a:lnTo>
                  <a:lnTo>
                    <a:pt x="6463152" y="2187073"/>
                  </a:lnTo>
                  <a:lnTo>
                    <a:pt x="6410916" y="2184261"/>
                  </a:lnTo>
                  <a:lnTo>
                    <a:pt x="6358591" y="2181170"/>
                  </a:lnTo>
                  <a:lnTo>
                    <a:pt x="6305788" y="2177807"/>
                  </a:lnTo>
                  <a:lnTo>
                    <a:pt x="6252295" y="2174193"/>
                  </a:lnTo>
                  <a:lnTo>
                    <a:pt x="6198056" y="2170360"/>
                  </a:lnTo>
                  <a:lnTo>
                    <a:pt x="6143146" y="2166353"/>
                  </a:lnTo>
                  <a:lnTo>
                    <a:pt x="6087746" y="2162228"/>
                  </a:lnTo>
                  <a:lnTo>
                    <a:pt x="6032109" y="2158047"/>
                  </a:lnTo>
                  <a:lnTo>
                    <a:pt x="5976520" y="2153878"/>
                  </a:lnTo>
                  <a:lnTo>
                    <a:pt x="5921261" y="2149787"/>
                  </a:lnTo>
                  <a:lnTo>
                    <a:pt x="5866563" y="2145833"/>
                  </a:lnTo>
                  <a:lnTo>
                    <a:pt x="5812575" y="2142070"/>
                  </a:lnTo>
                  <a:lnTo>
                    <a:pt x="5759329" y="2138538"/>
                  </a:lnTo>
                  <a:lnTo>
                    <a:pt x="5706720" y="2135265"/>
                  </a:lnTo>
                  <a:lnTo>
                    <a:pt x="5654479" y="2132269"/>
                  </a:lnTo>
                  <a:lnTo>
                    <a:pt x="5602150" y="2129551"/>
                  </a:lnTo>
                  <a:lnTo>
                    <a:pt x="5567201" y="2127905"/>
                  </a:lnTo>
                  <a:lnTo>
                    <a:pt x="5518784" y="2125857"/>
                  </a:lnTo>
                  <a:lnTo>
                    <a:pt x="5468621" y="2124024"/>
                  </a:lnTo>
                  <a:lnTo>
                    <a:pt x="5415857" y="2122393"/>
                  </a:lnTo>
                  <a:lnTo>
                    <a:pt x="5359539" y="2120946"/>
                  </a:lnTo>
                  <a:lnTo>
                    <a:pt x="5298706" y="2119658"/>
                  </a:lnTo>
                  <a:lnTo>
                    <a:pt x="5232482" y="2118511"/>
                  </a:lnTo>
                  <a:lnTo>
                    <a:pt x="5160191" y="2117486"/>
                  </a:lnTo>
                  <a:lnTo>
                    <a:pt x="5081527" y="2116570"/>
                  </a:lnTo>
                  <a:lnTo>
                    <a:pt x="4996755" y="2115751"/>
                  </a:lnTo>
                  <a:lnTo>
                    <a:pt x="4906961" y="2115027"/>
                  </a:lnTo>
                  <a:lnTo>
                    <a:pt x="4814260" y="2114394"/>
                  </a:lnTo>
                  <a:lnTo>
                    <a:pt x="4721893" y="2113854"/>
                  </a:lnTo>
                  <a:lnTo>
                    <a:pt x="4634062" y="2113410"/>
                  </a:lnTo>
                  <a:lnTo>
                    <a:pt x="4555417" y="2113062"/>
                  </a:lnTo>
                  <a:lnTo>
                    <a:pt x="4490207" y="2112808"/>
                  </a:lnTo>
                  <a:lnTo>
                    <a:pt x="4441303" y="2112639"/>
                  </a:lnTo>
                  <a:lnTo>
                    <a:pt x="4409417" y="2112540"/>
                  </a:lnTo>
                  <a:lnTo>
                    <a:pt x="4392776" y="2112494"/>
                  </a:lnTo>
                  <a:lnTo>
                    <a:pt x="4387272" y="2112480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65" name="pl465"/>
            <p:cNvSpPr/>
            <p:nvPr/>
          </p:nvSpPr>
          <p:spPr>
            <a:xfrm>
              <a:off x="546595" y="2579820"/>
              <a:ext cx="8234974" cy="2205036"/>
            </a:xfrm>
            <a:custGeom>
              <a:avLst/>
              <a:pathLst>
                <a:path w="8234974" h="2205036">
                  <a:moveTo>
                    <a:pt x="0" y="0"/>
                  </a:moveTo>
                  <a:lnTo>
                    <a:pt x="538736" y="0"/>
                  </a:lnTo>
                  <a:lnTo>
                    <a:pt x="539960" y="66"/>
                  </a:lnTo>
                  <a:lnTo>
                    <a:pt x="547955" y="537"/>
                  </a:lnTo>
                  <a:lnTo>
                    <a:pt x="567931" y="1841"/>
                  </a:lnTo>
                  <a:lnTo>
                    <a:pt x="603188" y="4402"/>
                  </a:lnTo>
                  <a:lnTo>
                    <a:pt x="654814" y="8592"/>
                  </a:lnTo>
                  <a:lnTo>
                    <a:pt x="721637" y="14689"/>
                  </a:lnTo>
                  <a:lnTo>
                    <a:pt x="800622" y="22852"/>
                  </a:lnTo>
                  <a:lnTo>
                    <a:pt x="887642" y="33125"/>
                  </a:lnTo>
                  <a:lnTo>
                    <a:pt x="978351" y="45481"/>
                  </a:lnTo>
                  <a:lnTo>
                    <a:pt x="1068910" y="59870"/>
                  </a:lnTo>
                  <a:lnTo>
                    <a:pt x="1156404" y="76268"/>
                  </a:lnTo>
                  <a:lnTo>
                    <a:pt x="1238951" y="94713"/>
                  </a:lnTo>
                  <a:lnTo>
                    <a:pt x="1315603" y="115327"/>
                  </a:lnTo>
                  <a:lnTo>
                    <a:pt x="1386148" y="138321"/>
                  </a:lnTo>
                  <a:lnTo>
                    <a:pt x="1450891" y="163996"/>
                  </a:lnTo>
                  <a:lnTo>
                    <a:pt x="1510470" y="192735"/>
                  </a:lnTo>
                  <a:lnTo>
                    <a:pt x="1565708" y="224983"/>
                  </a:lnTo>
                  <a:lnTo>
                    <a:pt x="1617505" y="261208"/>
                  </a:lnTo>
                  <a:lnTo>
                    <a:pt x="1666757" y="301842"/>
                  </a:lnTo>
                  <a:lnTo>
                    <a:pt x="1714279" y="347164"/>
                  </a:lnTo>
                  <a:lnTo>
                    <a:pt x="1719082" y="352079"/>
                  </a:lnTo>
                  <a:lnTo>
                    <a:pt x="1758620" y="394810"/>
                  </a:lnTo>
                  <a:lnTo>
                    <a:pt x="1797777" y="441038"/>
                  </a:lnTo>
                  <a:lnTo>
                    <a:pt x="1836837" y="490833"/>
                  </a:lnTo>
                  <a:lnTo>
                    <a:pt x="1876014" y="544188"/>
                  </a:lnTo>
                  <a:lnTo>
                    <a:pt x="1915462" y="601020"/>
                  </a:lnTo>
                  <a:lnTo>
                    <a:pt x="1955277" y="661153"/>
                  </a:lnTo>
                  <a:lnTo>
                    <a:pt x="1995506" y="724321"/>
                  </a:lnTo>
                  <a:lnTo>
                    <a:pt x="2036153" y="790169"/>
                  </a:lnTo>
                  <a:lnTo>
                    <a:pt x="2077177" y="858252"/>
                  </a:lnTo>
                  <a:lnTo>
                    <a:pt x="2118510" y="928050"/>
                  </a:lnTo>
                  <a:lnTo>
                    <a:pt x="2160053" y="998984"/>
                  </a:lnTo>
                  <a:lnTo>
                    <a:pt x="2201694" y="1070430"/>
                  </a:lnTo>
                  <a:lnTo>
                    <a:pt x="2243311" y="1141750"/>
                  </a:lnTo>
                  <a:lnTo>
                    <a:pt x="2284783" y="1212305"/>
                  </a:lnTo>
                  <a:lnTo>
                    <a:pt x="2326004" y="1281489"/>
                  </a:lnTo>
                  <a:lnTo>
                    <a:pt x="2366885" y="1348743"/>
                  </a:lnTo>
                  <a:lnTo>
                    <a:pt x="2407369" y="1413575"/>
                  </a:lnTo>
                  <a:lnTo>
                    <a:pt x="2447431" y="1475577"/>
                  </a:lnTo>
                  <a:lnTo>
                    <a:pt x="2487092" y="1534426"/>
                  </a:lnTo>
                  <a:lnTo>
                    <a:pt x="2526417" y="1589893"/>
                  </a:lnTo>
                  <a:lnTo>
                    <a:pt x="2565526" y="1641841"/>
                  </a:lnTo>
                  <a:lnTo>
                    <a:pt x="2604595" y="1690215"/>
                  </a:lnTo>
                  <a:lnTo>
                    <a:pt x="2643865" y="1735043"/>
                  </a:lnTo>
                  <a:lnTo>
                    <a:pt x="2667772" y="1760399"/>
                  </a:lnTo>
                  <a:lnTo>
                    <a:pt x="2715156" y="1806205"/>
                  </a:lnTo>
                  <a:lnTo>
                    <a:pt x="2764196" y="1847311"/>
                  </a:lnTo>
                  <a:lnTo>
                    <a:pt x="2815691" y="1883971"/>
                  </a:lnTo>
                  <a:lnTo>
                    <a:pt x="2870533" y="1916605"/>
                  </a:lnTo>
                  <a:lnTo>
                    <a:pt x="2929627" y="1945682"/>
                  </a:lnTo>
                  <a:lnTo>
                    <a:pt x="2993807" y="1971653"/>
                  </a:lnTo>
                  <a:lnTo>
                    <a:pt x="3063736" y="1994907"/>
                  </a:lnTo>
                  <a:lnTo>
                    <a:pt x="3139761" y="2015753"/>
                  </a:lnTo>
                  <a:lnTo>
                    <a:pt x="3221733" y="2034414"/>
                  </a:lnTo>
                  <a:lnTo>
                    <a:pt x="3308789" y="2051019"/>
                  </a:lnTo>
                  <a:lnTo>
                    <a:pt x="3399151" y="2065614"/>
                  </a:lnTo>
                  <a:lnTo>
                    <a:pt x="3490007" y="2078181"/>
                  </a:lnTo>
                  <a:lnTo>
                    <a:pt x="3577602" y="2088670"/>
                  </a:lnTo>
                  <a:lnTo>
                    <a:pt x="3657612" y="2097048"/>
                  </a:lnTo>
                  <a:lnTo>
                    <a:pt x="3725847" y="2103352"/>
                  </a:lnTo>
                  <a:lnTo>
                    <a:pt x="3779122" y="2107728"/>
                  </a:lnTo>
                  <a:lnTo>
                    <a:pt x="3816047" y="2110439"/>
                  </a:lnTo>
                  <a:lnTo>
                    <a:pt x="3837474" y="2111853"/>
                  </a:lnTo>
                  <a:lnTo>
                    <a:pt x="3846488" y="2112390"/>
                  </a:lnTo>
                  <a:lnTo>
                    <a:pt x="3848117" y="2112479"/>
                  </a:lnTo>
                  <a:lnTo>
                    <a:pt x="3848118" y="2112479"/>
                  </a:lnTo>
                  <a:lnTo>
                    <a:pt x="4386855" y="2112479"/>
                  </a:lnTo>
                  <a:lnTo>
                    <a:pt x="4388158" y="2112482"/>
                  </a:lnTo>
                  <a:lnTo>
                    <a:pt x="4396656" y="2112504"/>
                  </a:lnTo>
                  <a:lnTo>
                    <a:pt x="4417839" y="2112565"/>
                  </a:lnTo>
                  <a:lnTo>
                    <a:pt x="4455105" y="2112684"/>
                  </a:lnTo>
                  <a:lnTo>
                    <a:pt x="4509426" y="2112880"/>
                  </a:lnTo>
                  <a:lnTo>
                    <a:pt x="4579339" y="2113163"/>
                  </a:lnTo>
                  <a:lnTo>
                    <a:pt x="4661429" y="2113542"/>
                  </a:lnTo>
                  <a:lnTo>
                    <a:pt x="4751212" y="2114017"/>
                  </a:lnTo>
                  <a:lnTo>
                    <a:pt x="4844105" y="2114587"/>
                  </a:lnTo>
                  <a:lnTo>
                    <a:pt x="4936173" y="2115249"/>
                  </a:lnTo>
                  <a:lnTo>
                    <a:pt x="5024536" y="2116003"/>
                  </a:lnTo>
                  <a:lnTo>
                    <a:pt x="5107424" y="2116852"/>
                  </a:lnTo>
                  <a:lnTo>
                    <a:pt x="5184043" y="2117802"/>
                  </a:lnTo>
                  <a:lnTo>
                    <a:pt x="5254335" y="2118865"/>
                  </a:lnTo>
                  <a:lnTo>
                    <a:pt x="5318746" y="2120055"/>
                  </a:lnTo>
                  <a:lnTo>
                    <a:pt x="5378031" y="2121391"/>
                  </a:lnTo>
                  <a:lnTo>
                    <a:pt x="5433104" y="2122895"/>
                  </a:lnTo>
                  <a:lnTo>
                    <a:pt x="5484933" y="2124588"/>
                  </a:lnTo>
                  <a:lnTo>
                    <a:pt x="5534451" y="2126490"/>
                  </a:lnTo>
                  <a:lnTo>
                    <a:pt x="5567201" y="2127905"/>
                  </a:lnTo>
                  <a:lnTo>
                    <a:pt x="5619941" y="2130441"/>
                  </a:lnTo>
                  <a:lnTo>
                    <a:pt x="5672176" y="2133253"/>
                  </a:lnTo>
                  <a:lnTo>
                    <a:pt x="5724502" y="2136345"/>
                  </a:lnTo>
                  <a:lnTo>
                    <a:pt x="5777305" y="2139707"/>
                  </a:lnTo>
                  <a:lnTo>
                    <a:pt x="5830798" y="2143322"/>
                  </a:lnTo>
                  <a:lnTo>
                    <a:pt x="5885037" y="2147155"/>
                  </a:lnTo>
                  <a:lnTo>
                    <a:pt x="5939947" y="2151162"/>
                  </a:lnTo>
                  <a:lnTo>
                    <a:pt x="5995347" y="2155287"/>
                  </a:lnTo>
                  <a:lnTo>
                    <a:pt x="6050984" y="2159467"/>
                  </a:lnTo>
                  <a:lnTo>
                    <a:pt x="6106572" y="2163636"/>
                  </a:lnTo>
                  <a:lnTo>
                    <a:pt x="6161831" y="2167728"/>
                  </a:lnTo>
                  <a:lnTo>
                    <a:pt x="6216529" y="2171682"/>
                  </a:lnTo>
                  <a:lnTo>
                    <a:pt x="6270518" y="2175445"/>
                  </a:lnTo>
                  <a:lnTo>
                    <a:pt x="6323763" y="2178977"/>
                  </a:lnTo>
                  <a:lnTo>
                    <a:pt x="6376372" y="2182249"/>
                  </a:lnTo>
                  <a:lnTo>
                    <a:pt x="6428614" y="2185246"/>
                  </a:lnTo>
                  <a:lnTo>
                    <a:pt x="6480942" y="2187964"/>
                  </a:lnTo>
                  <a:lnTo>
                    <a:pt x="6515891" y="2189610"/>
                  </a:lnTo>
                  <a:lnTo>
                    <a:pt x="6564309" y="2191658"/>
                  </a:lnTo>
                  <a:lnTo>
                    <a:pt x="6614472" y="2193491"/>
                  </a:lnTo>
                  <a:lnTo>
                    <a:pt x="6667236" y="2195121"/>
                  </a:lnTo>
                  <a:lnTo>
                    <a:pt x="6723553" y="2196569"/>
                  </a:lnTo>
                  <a:lnTo>
                    <a:pt x="6784386" y="2197856"/>
                  </a:lnTo>
                  <a:lnTo>
                    <a:pt x="6850611" y="2199003"/>
                  </a:lnTo>
                  <a:lnTo>
                    <a:pt x="6922901" y="2200028"/>
                  </a:lnTo>
                  <a:lnTo>
                    <a:pt x="7001566" y="2200945"/>
                  </a:lnTo>
                  <a:lnTo>
                    <a:pt x="7086337" y="2201763"/>
                  </a:lnTo>
                  <a:lnTo>
                    <a:pt x="7176131" y="2202488"/>
                  </a:lnTo>
                  <a:lnTo>
                    <a:pt x="7268832" y="2203121"/>
                  </a:lnTo>
                  <a:lnTo>
                    <a:pt x="7361199" y="2203660"/>
                  </a:lnTo>
                  <a:lnTo>
                    <a:pt x="7449030" y="2204105"/>
                  </a:lnTo>
                  <a:lnTo>
                    <a:pt x="7527675" y="2204452"/>
                  </a:lnTo>
                  <a:lnTo>
                    <a:pt x="7592886" y="2204707"/>
                  </a:lnTo>
                  <a:lnTo>
                    <a:pt x="7641790" y="2204876"/>
                  </a:lnTo>
                  <a:lnTo>
                    <a:pt x="7673675" y="2204975"/>
                  </a:lnTo>
                  <a:lnTo>
                    <a:pt x="7690316" y="2205021"/>
                  </a:lnTo>
                  <a:lnTo>
                    <a:pt x="7695820" y="2205035"/>
                  </a:lnTo>
                  <a:lnTo>
                    <a:pt x="7696237" y="2205036"/>
                  </a:lnTo>
                  <a:lnTo>
                    <a:pt x="8234974" y="22050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6" name="pl466"/>
            <p:cNvSpPr/>
            <p:nvPr/>
          </p:nvSpPr>
          <p:spPr>
            <a:xfrm>
              <a:off x="546595" y="2574376"/>
              <a:ext cx="8234974" cy="2205036"/>
            </a:xfrm>
            <a:custGeom>
              <a:avLst/>
              <a:pathLst>
                <a:path w="8234974" h="2205036">
                  <a:moveTo>
                    <a:pt x="8234974" y="2205036"/>
                  </a:moveTo>
                  <a:lnTo>
                    <a:pt x="7696237" y="2205036"/>
                  </a:lnTo>
                  <a:lnTo>
                    <a:pt x="7694935" y="2205033"/>
                  </a:lnTo>
                  <a:lnTo>
                    <a:pt x="7686437" y="2205011"/>
                  </a:lnTo>
                  <a:lnTo>
                    <a:pt x="7665253" y="2204950"/>
                  </a:lnTo>
                  <a:lnTo>
                    <a:pt x="7627988" y="2204830"/>
                  </a:lnTo>
                  <a:lnTo>
                    <a:pt x="7573667" y="2204635"/>
                  </a:lnTo>
                  <a:lnTo>
                    <a:pt x="7503754" y="2204351"/>
                  </a:lnTo>
                  <a:lnTo>
                    <a:pt x="7421664" y="2203973"/>
                  </a:lnTo>
                  <a:lnTo>
                    <a:pt x="7331880" y="2203498"/>
                  </a:lnTo>
                  <a:lnTo>
                    <a:pt x="7238988" y="2202928"/>
                  </a:lnTo>
                  <a:lnTo>
                    <a:pt x="7146919" y="2202266"/>
                  </a:lnTo>
                  <a:lnTo>
                    <a:pt x="7058557" y="2201511"/>
                  </a:lnTo>
                  <a:lnTo>
                    <a:pt x="6975668" y="2200662"/>
                  </a:lnTo>
                  <a:lnTo>
                    <a:pt x="6899049" y="2199712"/>
                  </a:lnTo>
                  <a:lnTo>
                    <a:pt x="6828757" y="2198650"/>
                  </a:lnTo>
                  <a:lnTo>
                    <a:pt x="6764346" y="2197460"/>
                  </a:lnTo>
                  <a:lnTo>
                    <a:pt x="6705062" y="2196124"/>
                  </a:lnTo>
                  <a:lnTo>
                    <a:pt x="6649989" y="2194620"/>
                  </a:lnTo>
                  <a:lnTo>
                    <a:pt x="6598159" y="2192926"/>
                  </a:lnTo>
                  <a:lnTo>
                    <a:pt x="6548641" y="2191025"/>
                  </a:lnTo>
                  <a:lnTo>
                    <a:pt x="6515891" y="2189610"/>
                  </a:lnTo>
                  <a:lnTo>
                    <a:pt x="6463152" y="2187073"/>
                  </a:lnTo>
                  <a:lnTo>
                    <a:pt x="6410916" y="2184261"/>
                  </a:lnTo>
                  <a:lnTo>
                    <a:pt x="6358591" y="2181170"/>
                  </a:lnTo>
                  <a:lnTo>
                    <a:pt x="6305788" y="2177807"/>
                  </a:lnTo>
                  <a:lnTo>
                    <a:pt x="6252295" y="2174193"/>
                  </a:lnTo>
                  <a:lnTo>
                    <a:pt x="6198056" y="2170360"/>
                  </a:lnTo>
                  <a:lnTo>
                    <a:pt x="6143146" y="2166353"/>
                  </a:lnTo>
                  <a:lnTo>
                    <a:pt x="6087746" y="2162228"/>
                  </a:lnTo>
                  <a:lnTo>
                    <a:pt x="6032109" y="2158047"/>
                  </a:lnTo>
                  <a:lnTo>
                    <a:pt x="5976520" y="2153878"/>
                  </a:lnTo>
                  <a:lnTo>
                    <a:pt x="5921261" y="2149787"/>
                  </a:lnTo>
                  <a:lnTo>
                    <a:pt x="5866563" y="2145833"/>
                  </a:lnTo>
                  <a:lnTo>
                    <a:pt x="5812575" y="2142070"/>
                  </a:lnTo>
                  <a:lnTo>
                    <a:pt x="5759329" y="2138538"/>
                  </a:lnTo>
                  <a:lnTo>
                    <a:pt x="5706720" y="2135265"/>
                  </a:lnTo>
                  <a:lnTo>
                    <a:pt x="5654479" y="2132269"/>
                  </a:lnTo>
                  <a:lnTo>
                    <a:pt x="5602150" y="2129551"/>
                  </a:lnTo>
                  <a:lnTo>
                    <a:pt x="5567201" y="2127905"/>
                  </a:lnTo>
                  <a:lnTo>
                    <a:pt x="5518784" y="2125857"/>
                  </a:lnTo>
                  <a:lnTo>
                    <a:pt x="5468621" y="2124024"/>
                  </a:lnTo>
                  <a:lnTo>
                    <a:pt x="5415857" y="2122393"/>
                  </a:lnTo>
                  <a:lnTo>
                    <a:pt x="5359539" y="2120946"/>
                  </a:lnTo>
                  <a:lnTo>
                    <a:pt x="5298706" y="2119658"/>
                  </a:lnTo>
                  <a:lnTo>
                    <a:pt x="5232482" y="2118511"/>
                  </a:lnTo>
                  <a:lnTo>
                    <a:pt x="5160191" y="2117486"/>
                  </a:lnTo>
                  <a:lnTo>
                    <a:pt x="5081527" y="2116570"/>
                  </a:lnTo>
                  <a:lnTo>
                    <a:pt x="4996755" y="2115751"/>
                  </a:lnTo>
                  <a:lnTo>
                    <a:pt x="4906961" y="2115027"/>
                  </a:lnTo>
                  <a:lnTo>
                    <a:pt x="4814260" y="2114394"/>
                  </a:lnTo>
                  <a:lnTo>
                    <a:pt x="4721893" y="2113854"/>
                  </a:lnTo>
                  <a:lnTo>
                    <a:pt x="4634062" y="2113410"/>
                  </a:lnTo>
                  <a:lnTo>
                    <a:pt x="4555417" y="2113062"/>
                  </a:lnTo>
                  <a:lnTo>
                    <a:pt x="4490207" y="2112808"/>
                  </a:lnTo>
                  <a:lnTo>
                    <a:pt x="4441303" y="2112639"/>
                  </a:lnTo>
                  <a:lnTo>
                    <a:pt x="4409417" y="2112540"/>
                  </a:lnTo>
                  <a:lnTo>
                    <a:pt x="4392776" y="2112494"/>
                  </a:lnTo>
                  <a:lnTo>
                    <a:pt x="4387272" y="2112480"/>
                  </a:lnTo>
                  <a:lnTo>
                    <a:pt x="4386855" y="2112479"/>
                  </a:lnTo>
                  <a:lnTo>
                    <a:pt x="3848118" y="2112479"/>
                  </a:lnTo>
                  <a:lnTo>
                    <a:pt x="3846895" y="2112413"/>
                  </a:lnTo>
                  <a:lnTo>
                    <a:pt x="3838899" y="2111941"/>
                  </a:lnTo>
                  <a:lnTo>
                    <a:pt x="3818923" y="2110637"/>
                  </a:lnTo>
                  <a:lnTo>
                    <a:pt x="3783666" y="2108077"/>
                  </a:lnTo>
                  <a:lnTo>
                    <a:pt x="3732041" y="2103886"/>
                  </a:lnTo>
                  <a:lnTo>
                    <a:pt x="3665218" y="2097789"/>
                  </a:lnTo>
                  <a:lnTo>
                    <a:pt x="3586232" y="2089626"/>
                  </a:lnTo>
                  <a:lnTo>
                    <a:pt x="3499212" y="2079353"/>
                  </a:lnTo>
                  <a:lnTo>
                    <a:pt x="3408504" y="2066997"/>
                  </a:lnTo>
                  <a:lnTo>
                    <a:pt x="3317945" y="2052608"/>
                  </a:lnTo>
                  <a:lnTo>
                    <a:pt x="3230451" y="2036210"/>
                  </a:lnTo>
                  <a:lnTo>
                    <a:pt x="3147904" y="2017765"/>
                  </a:lnTo>
                  <a:lnTo>
                    <a:pt x="3071252" y="1997151"/>
                  </a:lnTo>
                  <a:lnTo>
                    <a:pt x="3000707" y="1974158"/>
                  </a:lnTo>
                  <a:lnTo>
                    <a:pt x="2935963" y="1948482"/>
                  </a:lnTo>
                  <a:lnTo>
                    <a:pt x="2876384" y="1919743"/>
                  </a:lnTo>
                  <a:lnTo>
                    <a:pt x="2821147" y="1887495"/>
                  </a:lnTo>
                  <a:lnTo>
                    <a:pt x="2769350" y="1851270"/>
                  </a:lnTo>
                  <a:lnTo>
                    <a:pt x="2720097" y="1810636"/>
                  </a:lnTo>
                  <a:lnTo>
                    <a:pt x="2672576" y="1765315"/>
                  </a:lnTo>
                  <a:lnTo>
                    <a:pt x="2667772" y="1760399"/>
                  </a:lnTo>
                  <a:lnTo>
                    <a:pt x="2628234" y="1717668"/>
                  </a:lnTo>
                  <a:lnTo>
                    <a:pt x="2589077" y="1671440"/>
                  </a:lnTo>
                  <a:lnTo>
                    <a:pt x="2550017" y="1621646"/>
                  </a:lnTo>
                  <a:lnTo>
                    <a:pt x="2510840" y="1568290"/>
                  </a:lnTo>
                  <a:lnTo>
                    <a:pt x="2471393" y="1511459"/>
                  </a:lnTo>
                  <a:lnTo>
                    <a:pt x="2431578" y="1451326"/>
                  </a:lnTo>
                  <a:lnTo>
                    <a:pt x="2391348" y="1388157"/>
                  </a:lnTo>
                  <a:lnTo>
                    <a:pt x="2350702" y="1322309"/>
                  </a:lnTo>
                  <a:lnTo>
                    <a:pt x="2309677" y="1254227"/>
                  </a:lnTo>
                  <a:lnTo>
                    <a:pt x="2268345" y="1184428"/>
                  </a:lnTo>
                  <a:lnTo>
                    <a:pt x="2226801" y="1113495"/>
                  </a:lnTo>
                  <a:lnTo>
                    <a:pt x="2185160" y="1042048"/>
                  </a:lnTo>
                  <a:lnTo>
                    <a:pt x="2143544" y="970729"/>
                  </a:lnTo>
                  <a:lnTo>
                    <a:pt x="2102071" y="900173"/>
                  </a:lnTo>
                  <a:lnTo>
                    <a:pt x="2060850" y="830989"/>
                  </a:lnTo>
                  <a:lnTo>
                    <a:pt x="2019969" y="763736"/>
                  </a:lnTo>
                  <a:lnTo>
                    <a:pt x="1979486" y="698903"/>
                  </a:lnTo>
                  <a:lnTo>
                    <a:pt x="1939424" y="636902"/>
                  </a:lnTo>
                  <a:lnTo>
                    <a:pt x="1899763" y="578053"/>
                  </a:lnTo>
                  <a:lnTo>
                    <a:pt x="1860437" y="522585"/>
                  </a:lnTo>
                  <a:lnTo>
                    <a:pt x="1821328" y="470638"/>
                  </a:lnTo>
                  <a:lnTo>
                    <a:pt x="1782259" y="422263"/>
                  </a:lnTo>
                  <a:lnTo>
                    <a:pt x="1742989" y="377435"/>
                  </a:lnTo>
                  <a:lnTo>
                    <a:pt x="1719082" y="352079"/>
                  </a:lnTo>
                  <a:lnTo>
                    <a:pt x="1671699" y="306273"/>
                  </a:lnTo>
                  <a:lnTo>
                    <a:pt x="1622659" y="265167"/>
                  </a:lnTo>
                  <a:lnTo>
                    <a:pt x="1571164" y="228508"/>
                  </a:lnTo>
                  <a:lnTo>
                    <a:pt x="1516321" y="195874"/>
                  </a:lnTo>
                  <a:lnTo>
                    <a:pt x="1457227" y="166796"/>
                  </a:lnTo>
                  <a:lnTo>
                    <a:pt x="1393047" y="140825"/>
                  </a:lnTo>
                  <a:lnTo>
                    <a:pt x="1323118" y="117572"/>
                  </a:lnTo>
                  <a:lnTo>
                    <a:pt x="1247093" y="96725"/>
                  </a:lnTo>
                  <a:lnTo>
                    <a:pt x="1165122" y="78064"/>
                  </a:lnTo>
                  <a:lnTo>
                    <a:pt x="1078066" y="61459"/>
                  </a:lnTo>
                  <a:lnTo>
                    <a:pt x="987704" y="46864"/>
                  </a:lnTo>
                  <a:lnTo>
                    <a:pt x="896847" y="34297"/>
                  </a:lnTo>
                  <a:lnTo>
                    <a:pt x="809253" y="23809"/>
                  </a:lnTo>
                  <a:lnTo>
                    <a:pt x="729243" y="15430"/>
                  </a:lnTo>
                  <a:lnTo>
                    <a:pt x="661007" y="9126"/>
                  </a:lnTo>
                  <a:lnTo>
                    <a:pt x="607733" y="4751"/>
                  </a:lnTo>
                  <a:lnTo>
                    <a:pt x="570807" y="2039"/>
                  </a:lnTo>
                  <a:lnTo>
                    <a:pt x="549381" y="625"/>
                  </a:lnTo>
                  <a:lnTo>
                    <a:pt x="540366" y="88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7" name="pg467"/>
            <p:cNvSpPr/>
            <p:nvPr/>
          </p:nvSpPr>
          <p:spPr>
            <a:xfrm>
              <a:off x="546595" y="2579820"/>
              <a:ext cx="8234974" cy="2580709"/>
            </a:xfrm>
            <a:custGeom>
              <a:avLst/>
              <a:pathLst>
                <a:path w="8234974" h="2580709">
                  <a:moveTo>
                    <a:pt x="0" y="5444"/>
                  </a:moveTo>
                  <a:lnTo>
                    <a:pt x="538736" y="5444"/>
                  </a:lnTo>
                  <a:lnTo>
                    <a:pt x="539960" y="5510"/>
                  </a:lnTo>
                  <a:lnTo>
                    <a:pt x="547953" y="5983"/>
                  </a:lnTo>
                  <a:lnTo>
                    <a:pt x="567923" y="7290"/>
                  </a:lnTo>
                  <a:lnTo>
                    <a:pt x="603170" y="9856"/>
                  </a:lnTo>
                  <a:lnTo>
                    <a:pt x="654783" y="14056"/>
                  </a:lnTo>
                  <a:lnTo>
                    <a:pt x="721590" y="20167"/>
                  </a:lnTo>
                  <a:lnTo>
                    <a:pt x="800561" y="28349"/>
                  </a:lnTo>
                  <a:lnTo>
                    <a:pt x="887567" y="38645"/>
                  </a:lnTo>
                  <a:lnTo>
                    <a:pt x="978264" y="51030"/>
                  </a:lnTo>
                  <a:lnTo>
                    <a:pt x="1068816" y="65452"/>
                  </a:lnTo>
                  <a:lnTo>
                    <a:pt x="1156305" y="81889"/>
                  </a:lnTo>
                  <a:lnTo>
                    <a:pt x="1238850" y="100377"/>
                  </a:lnTo>
                  <a:lnTo>
                    <a:pt x="1315502" y="121039"/>
                  </a:lnTo>
                  <a:lnTo>
                    <a:pt x="1386048" y="144086"/>
                  </a:lnTo>
                  <a:lnTo>
                    <a:pt x="1450793" y="169820"/>
                  </a:lnTo>
                  <a:lnTo>
                    <a:pt x="1510374" y="198625"/>
                  </a:lnTo>
                  <a:lnTo>
                    <a:pt x="1565612" y="230946"/>
                  </a:lnTo>
                  <a:lnTo>
                    <a:pt x="1617409" y="267253"/>
                  </a:lnTo>
                  <a:lnTo>
                    <a:pt x="1666661" y="307979"/>
                  </a:lnTo>
                  <a:lnTo>
                    <a:pt x="1714180" y="353402"/>
                  </a:lnTo>
                  <a:lnTo>
                    <a:pt x="1719082" y="358431"/>
                  </a:lnTo>
                  <a:lnTo>
                    <a:pt x="1758586" y="401233"/>
                  </a:lnTo>
                  <a:lnTo>
                    <a:pt x="1797708" y="447534"/>
                  </a:lnTo>
                  <a:lnTo>
                    <a:pt x="1836733" y="497405"/>
                  </a:lnTo>
                  <a:lnTo>
                    <a:pt x="1875875" y="550840"/>
                  </a:lnTo>
                  <a:lnTo>
                    <a:pt x="1915286" y="607753"/>
                  </a:lnTo>
                  <a:lnTo>
                    <a:pt x="1955064" y="667972"/>
                  </a:lnTo>
                  <a:lnTo>
                    <a:pt x="1995256" y="731232"/>
                  </a:lnTo>
                  <a:lnTo>
                    <a:pt x="2035863" y="797174"/>
                  </a:lnTo>
                  <a:lnTo>
                    <a:pt x="2076849" y="865357"/>
                  </a:lnTo>
                  <a:lnTo>
                    <a:pt x="2118143" y="935261"/>
                  </a:lnTo>
                  <a:lnTo>
                    <a:pt x="2159648" y="1006307"/>
                  </a:lnTo>
                  <a:lnTo>
                    <a:pt x="2201252" y="1077872"/>
                  </a:lnTo>
                  <a:lnTo>
                    <a:pt x="2242832" y="1149317"/>
                  </a:lnTo>
                  <a:lnTo>
                    <a:pt x="2284271" y="1220004"/>
                  </a:lnTo>
                  <a:lnTo>
                    <a:pt x="2325459" y="1289326"/>
                  </a:lnTo>
                  <a:lnTo>
                    <a:pt x="2366309" y="1356724"/>
                  </a:lnTo>
                  <a:lnTo>
                    <a:pt x="2406762" y="1421705"/>
                  </a:lnTo>
                  <a:lnTo>
                    <a:pt x="2446796" y="1483857"/>
                  </a:lnTo>
                  <a:lnTo>
                    <a:pt x="2486427" y="1542860"/>
                  </a:lnTo>
                  <a:lnTo>
                    <a:pt x="2525723" y="1598481"/>
                  </a:lnTo>
                  <a:lnTo>
                    <a:pt x="2564800" y="1650581"/>
                  </a:lnTo>
                  <a:lnTo>
                    <a:pt x="2603833" y="1699105"/>
                  </a:lnTo>
                  <a:lnTo>
                    <a:pt x="2643061" y="1744079"/>
                  </a:lnTo>
                  <a:lnTo>
                    <a:pt x="2667772" y="1770381"/>
                  </a:lnTo>
                  <a:lnTo>
                    <a:pt x="2715151" y="1816301"/>
                  </a:lnTo>
                  <a:lnTo>
                    <a:pt x="2764185" y="1857509"/>
                  </a:lnTo>
                  <a:lnTo>
                    <a:pt x="2815674" y="1894260"/>
                  </a:lnTo>
                  <a:lnTo>
                    <a:pt x="2870509" y="1926976"/>
                  </a:lnTo>
                  <a:lnTo>
                    <a:pt x="2929595" y="1956127"/>
                  </a:lnTo>
                  <a:lnTo>
                    <a:pt x="2993765" y="1982164"/>
                  </a:lnTo>
                  <a:lnTo>
                    <a:pt x="3063682" y="2005476"/>
                  </a:lnTo>
                  <a:lnTo>
                    <a:pt x="3139695" y="2026376"/>
                  </a:lnTo>
                  <a:lnTo>
                    <a:pt x="3221653" y="2045085"/>
                  </a:lnTo>
                  <a:lnTo>
                    <a:pt x="3308695" y="2061733"/>
                  </a:lnTo>
                  <a:lnTo>
                    <a:pt x="3399045" y="2076367"/>
                  </a:lnTo>
                  <a:lnTo>
                    <a:pt x="3489893" y="2088967"/>
                  </a:lnTo>
                  <a:lnTo>
                    <a:pt x="3577486" y="2099484"/>
                  </a:lnTo>
                  <a:lnTo>
                    <a:pt x="3657502" y="2107887"/>
                  </a:lnTo>
                  <a:lnTo>
                    <a:pt x="3725751" y="2114210"/>
                  </a:lnTo>
                  <a:lnTo>
                    <a:pt x="3779046" y="2118598"/>
                  </a:lnTo>
                  <a:lnTo>
                    <a:pt x="3815995" y="2121319"/>
                  </a:lnTo>
                  <a:lnTo>
                    <a:pt x="3837446" y="2122739"/>
                  </a:lnTo>
                  <a:lnTo>
                    <a:pt x="3846479" y="2123278"/>
                  </a:lnTo>
                  <a:lnTo>
                    <a:pt x="3848118" y="2123368"/>
                  </a:lnTo>
                  <a:lnTo>
                    <a:pt x="4386855" y="2123368"/>
                  </a:lnTo>
                  <a:lnTo>
                    <a:pt x="4388154" y="2123383"/>
                  </a:lnTo>
                  <a:lnTo>
                    <a:pt x="4396628" y="2123492"/>
                  </a:lnTo>
                  <a:lnTo>
                    <a:pt x="4417753" y="2123792"/>
                  </a:lnTo>
                  <a:lnTo>
                    <a:pt x="4454922" y="2124381"/>
                  </a:lnTo>
                  <a:lnTo>
                    <a:pt x="4509114" y="2125343"/>
                  </a:lnTo>
                  <a:lnTo>
                    <a:pt x="4578880" y="2126741"/>
                  </a:lnTo>
                  <a:lnTo>
                    <a:pt x="4660824" y="2128606"/>
                  </a:lnTo>
                  <a:lnTo>
                    <a:pt x="4750478" y="2130947"/>
                  </a:lnTo>
                  <a:lnTo>
                    <a:pt x="4843269" y="2133756"/>
                  </a:lnTo>
                  <a:lnTo>
                    <a:pt x="4935270" y="2137021"/>
                  </a:lnTo>
                  <a:lnTo>
                    <a:pt x="5023594" y="2140740"/>
                  </a:lnTo>
                  <a:lnTo>
                    <a:pt x="5106469" y="2144924"/>
                  </a:lnTo>
                  <a:lnTo>
                    <a:pt x="5183091" y="2149608"/>
                  </a:lnTo>
                  <a:lnTo>
                    <a:pt x="5253396" y="2154844"/>
                  </a:lnTo>
                  <a:lnTo>
                    <a:pt x="5317823" y="2160708"/>
                  </a:lnTo>
                  <a:lnTo>
                    <a:pt x="5377121" y="2167293"/>
                  </a:lnTo>
                  <a:lnTo>
                    <a:pt x="5432200" y="2174703"/>
                  </a:lnTo>
                  <a:lnTo>
                    <a:pt x="5484026" y="2183045"/>
                  </a:lnTo>
                  <a:lnTo>
                    <a:pt x="5533529" y="2192410"/>
                  </a:lnTo>
                  <a:lnTo>
                    <a:pt x="5567201" y="2199591"/>
                  </a:lnTo>
                  <a:lnTo>
                    <a:pt x="5618723" y="2211817"/>
                  </a:lnTo>
                  <a:lnTo>
                    <a:pt x="5669750" y="2225343"/>
                  </a:lnTo>
                  <a:lnTo>
                    <a:pt x="5720841" y="2240184"/>
                  </a:lnTo>
                  <a:lnTo>
                    <a:pt x="5772368" y="2256310"/>
                  </a:lnTo>
                  <a:lnTo>
                    <a:pt x="5824542" y="2273633"/>
                  </a:lnTo>
                  <a:lnTo>
                    <a:pt x="5877429" y="2292009"/>
                  </a:lnTo>
                  <a:lnTo>
                    <a:pt x="5930973" y="2311237"/>
                  </a:lnTo>
                  <a:lnTo>
                    <a:pt x="5985019" y="2331069"/>
                  </a:lnTo>
                  <a:lnTo>
                    <a:pt x="6039339" y="2351218"/>
                  </a:lnTo>
                  <a:lnTo>
                    <a:pt x="6093671" y="2371380"/>
                  </a:lnTo>
                  <a:lnTo>
                    <a:pt x="6147748" y="2391248"/>
                  </a:lnTo>
                  <a:lnTo>
                    <a:pt x="6201339" y="2410535"/>
                  </a:lnTo>
                  <a:lnTo>
                    <a:pt x="6254283" y="2428989"/>
                  </a:lnTo>
                  <a:lnTo>
                    <a:pt x="6306514" y="2446403"/>
                  </a:lnTo>
                  <a:lnTo>
                    <a:pt x="6358089" y="2462630"/>
                  </a:lnTo>
                  <a:lnTo>
                    <a:pt x="6409204" y="2477578"/>
                  </a:lnTo>
                  <a:lnTo>
                    <a:pt x="6460217" y="2491210"/>
                  </a:lnTo>
                  <a:lnTo>
                    <a:pt x="6511673" y="2503540"/>
                  </a:lnTo>
                  <a:lnTo>
                    <a:pt x="6515891" y="2504485"/>
                  </a:lnTo>
                  <a:lnTo>
                    <a:pt x="6564260" y="2514594"/>
                  </a:lnTo>
                  <a:lnTo>
                    <a:pt x="6614369" y="2523645"/>
                  </a:lnTo>
                  <a:lnTo>
                    <a:pt x="6667073" y="2531696"/>
                  </a:lnTo>
                  <a:lnTo>
                    <a:pt x="6723320" y="2538846"/>
                  </a:lnTo>
                  <a:lnTo>
                    <a:pt x="6784070" y="2545203"/>
                  </a:lnTo>
                  <a:lnTo>
                    <a:pt x="6850197" y="2550869"/>
                  </a:lnTo>
                  <a:lnTo>
                    <a:pt x="6922375" y="2555932"/>
                  </a:lnTo>
                  <a:lnTo>
                    <a:pt x="7000913" y="2560461"/>
                  </a:lnTo>
                  <a:lnTo>
                    <a:pt x="7085552" y="2564503"/>
                  </a:lnTo>
                  <a:lnTo>
                    <a:pt x="7175217" y="2568085"/>
                  </a:lnTo>
                  <a:lnTo>
                    <a:pt x="7267810" y="2571214"/>
                  </a:lnTo>
                  <a:lnTo>
                    <a:pt x="7360112" y="2573883"/>
                  </a:lnTo>
                  <a:lnTo>
                    <a:pt x="7447940" y="2576082"/>
                  </a:lnTo>
                  <a:lnTo>
                    <a:pt x="7526661" y="2577804"/>
                  </a:lnTo>
                  <a:lnTo>
                    <a:pt x="7592026" y="2579066"/>
                  </a:lnTo>
                  <a:lnTo>
                    <a:pt x="7641144" y="2579909"/>
                  </a:lnTo>
                  <a:lnTo>
                    <a:pt x="7673270" y="2580401"/>
                  </a:lnTo>
                  <a:lnTo>
                    <a:pt x="7690131" y="2580633"/>
                  </a:lnTo>
                  <a:lnTo>
                    <a:pt x="7695785" y="2580704"/>
                  </a:lnTo>
                  <a:lnTo>
                    <a:pt x="7696237" y="2580709"/>
                  </a:lnTo>
                  <a:lnTo>
                    <a:pt x="8234974" y="2580709"/>
                  </a:lnTo>
                  <a:lnTo>
                    <a:pt x="8234974" y="2575264"/>
                  </a:lnTo>
                  <a:lnTo>
                    <a:pt x="7696237" y="2575264"/>
                  </a:lnTo>
                  <a:lnTo>
                    <a:pt x="7694938" y="2575249"/>
                  </a:lnTo>
                  <a:lnTo>
                    <a:pt x="7686465" y="2575140"/>
                  </a:lnTo>
                  <a:lnTo>
                    <a:pt x="7665339" y="2574840"/>
                  </a:lnTo>
                  <a:lnTo>
                    <a:pt x="7628171" y="2574251"/>
                  </a:lnTo>
                  <a:lnTo>
                    <a:pt x="7573978" y="2573289"/>
                  </a:lnTo>
                  <a:lnTo>
                    <a:pt x="7504212" y="2571891"/>
                  </a:lnTo>
                  <a:lnTo>
                    <a:pt x="7422269" y="2570026"/>
                  </a:lnTo>
                  <a:lnTo>
                    <a:pt x="7332614" y="2567685"/>
                  </a:lnTo>
                  <a:lnTo>
                    <a:pt x="7239823" y="2564876"/>
                  </a:lnTo>
                  <a:lnTo>
                    <a:pt x="7147823" y="2561611"/>
                  </a:lnTo>
                  <a:lnTo>
                    <a:pt x="7059499" y="2557892"/>
                  </a:lnTo>
                  <a:lnTo>
                    <a:pt x="6976624" y="2553708"/>
                  </a:lnTo>
                  <a:lnTo>
                    <a:pt x="6900001" y="2549024"/>
                  </a:lnTo>
                  <a:lnTo>
                    <a:pt x="6829696" y="2543788"/>
                  </a:lnTo>
                  <a:lnTo>
                    <a:pt x="6765270" y="2537924"/>
                  </a:lnTo>
                  <a:lnTo>
                    <a:pt x="6705972" y="2531339"/>
                  </a:lnTo>
                  <a:lnTo>
                    <a:pt x="6650892" y="2523929"/>
                  </a:lnTo>
                  <a:lnTo>
                    <a:pt x="6599066" y="2515587"/>
                  </a:lnTo>
                  <a:lnTo>
                    <a:pt x="6549563" y="2506222"/>
                  </a:lnTo>
                  <a:lnTo>
                    <a:pt x="6515891" y="2499041"/>
                  </a:lnTo>
                  <a:lnTo>
                    <a:pt x="6464369" y="2486815"/>
                  </a:lnTo>
                  <a:lnTo>
                    <a:pt x="6413343" y="2473289"/>
                  </a:lnTo>
                  <a:lnTo>
                    <a:pt x="6362252" y="2458448"/>
                  </a:lnTo>
                  <a:lnTo>
                    <a:pt x="6310724" y="2442322"/>
                  </a:lnTo>
                  <a:lnTo>
                    <a:pt x="6258550" y="2424999"/>
                  </a:lnTo>
                  <a:lnTo>
                    <a:pt x="6205663" y="2406623"/>
                  </a:lnTo>
                  <a:lnTo>
                    <a:pt x="6152119" y="2387395"/>
                  </a:lnTo>
                  <a:lnTo>
                    <a:pt x="6098074" y="2367563"/>
                  </a:lnTo>
                  <a:lnTo>
                    <a:pt x="6043753" y="2347414"/>
                  </a:lnTo>
                  <a:lnTo>
                    <a:pt x="5989422" y="2327252"/>
                  </a:lnTo>
                  <a:lnTo>
                    <a:pt x="5935345" y="2307384"/>
                  </a:lnTo>
                  <a:lnTo>
                    <a:pt x="5881753" y="2288097"/>
                  </a:lnTo>
                  <a:lnTo>
                    <a:pt x="5828809" y="2269643"/>
                  </a:lnTo>
                  <a:lnTo>
                    <a:pt x="5776578" y="2252229"/>
                  </a:lnTo>
                  <a:lnTo>
                    <a:pt x="5725004" y="2236002"/>
                  </a:lnTo>
                  <a:lnTo>
                    <a:pt x="5673889" y="2221054"/>
                  </a:lnTo>
                  <a:lnTo>
                    <a:pt x="5622875" y="2207422"/>
                  </a:lnTo>
                  <a:lnTo>
                    <a:pt x="5571420" y="2195092"/>
                  </a:lnTo>
                  <a:lnTo>
                    <a:pt x="5567201" y="2194147"/>
                  </a:lnTo>
                  <a:lnTo>
                    <a:pt x="5518833" y="2184038"/>
                  </a:lnTo>
                  <a:lnTo>
                    <a:pt x="5468723" y="2174987"/>
                  </a:lnTo>
                  <a:lnTo>
                    <a:pt x="5416020" y="2166936"/>
                  </a:lnTo>
                  <a:lnTo>
                    <a:pt x="5359772" y="2159786"/>
                  </a:lnTo>
                  <a:lnTo>
                    <a:pt x="5299022" y="2153429"/>
                  </a:lnTo>
                  <a:lnTo>
                    <a:pt x="5232895" y="2147763"/>
                  </a:lnTo>
                  <a:lnTo>
                    <a:pt x="5160718" y="2142700"/>
                  </a:lnTo>
                  <a:lnTo>
                    <a:pt x="5082179" y="2138171"/>
                  </a:lnTo>
                  <a:lnTo>
                    <a:pt x="4997541" y="2134129"/>
                  </a:lnTo>
                  <a:lnTo>
                    <a:pt x="4907875" y="2130547"/>
                  </a:lnTo>
                  <a:lnTo>
                    <a:pt x="4815282" y="2127418"/>
                  </a:lnTo>
                  <a:lnTo>
                    <a:pt x="4722981" y="2124749"/>
                  </a:lnTo>
                  <a:lnTo>
                    <a:pt x="4635152" y="2122550"/>
                  </a:lnTo>
                  <a:lnTo>
                    <a:pt x="4556431" y="2120828"/>
                  </a:lnTo>
                  <a:lnTo>
                    <a:pt x="4491067" y="2119566"/>
                  </a:lnTo>
                  <a:lnTo>
                    <a:pt x="4441948" y="2118723"/>
                  </a:lnTo>
                  <a:lnTo>
                    <a:pt x="4409822" y="2118231"/>
                  </a:lnTo>
                  <a:lnTo>
                    <a:pt x="4392961" y="2117999"/>
                  </a:lnTo>
                  <a:lnTo>
                    <a:pt x="4387307" y="2117928"/>
                  </a:lnTo>
                  <a:lnTo>
                    <a:pt x="4386855" y="2117923"/>
                  </a:lnTo>
                  <a:lnTo>
                    <a:pt x="3848118" y="2117923"/>
                  </a:lnTo>
                  <a:lnTo>
                    <a:pt x="3846895" y="2117857"/>
                  </a:lnTo>
                  <a:lnTo>
                    <a:pt x="3838902" y="2117384"/>
                  </a:lnTo>
                  <a:lnTo>
                    <a:pt x="3818932" y="2116077"/>
                  </a:lnTo>
                  <a:lnTo>
                    <a:pt x="3783684" y="2113511"/>
                  </a:lnTo>
                  <a:lnTo>
                    <a:pt x="3732072" y="2109312"/>
                  </a:lnTo>
                  <a:lnTo>
                    <a:pt x="3665264" y="2103200"/>
                  </a:lnTo>
                  <a:lnTo>
                    <a:pt x="3586294" y="2095019"/>
                  </a:lnTo>
                  <a:lnTo>
                    <a:pt x="3499288" y="2084722"/>
                  </a:lnTo>
                  <a:lnTo>
                    <a:pt x="3408590" y="2072337"/>
                  </a:lnTo>
                  <a:lnTo>
                    <a:pt x="3318039" y="2057915"/>
                  </a:lnTo>
                  <a:lnTo>
                    <a:pt x="3230550" y="2041479"/>
                  </a:lnTo>
                  <a:lnTo>
                    <a:pt x="3148005" y="2022990"/>
                  </a:lnTo>
                  <a:lnTo>
                    <a:pt x="3071352" y="2002328"/>
                  </a:lnTo>
                  <a:lnTo>
                    <a:pt x="3000806" y="1979281"/>
                  </a:lnTo>
                  <a:lnTo>
                    <a:pt x="2936061" y="1953547"/>
                  </a:lnTo>
                  <a:lnTo>
                    <a:pt x="2876481" y="1924742"/>
                  </a:lnTo>
                  <a:lnTo>
                    <a:pt x="2821242" y="1892421"/>
                  </a:lnTo>
                  <a:lnTo>
                    <a:pt x="2769446" y="1856114"/>
                  </a:lnTo>
                  <a:lnTo>
                    <a:pt x="2720194" y="1815389"/>
                  </a:lnTo>
                  <a:lnTo>
                    <a:pt x="2672675" y="1769965"/>
                  </a:lnTo>
                  <a:lnTo>
                    <a:pt x="2667772" y="1764936"/>
                  </a:lnTo>
                  <a:lnTo>
                    <a:pt x="2628269" y="1722135"/>
                  </a:lnTo>
                  <a:lnTo>
                    <a:pt x="2589147" y="1675833"/>
                  </a:lnTo>
                  <a:lnTo>
                    <a:pt x="2550121" y="1625963"/>
                  </a:lnTo>
                  <a:lnTo>
                    <a:pt x="2510979" y="1572528"/>
                  </a:lnTo>
                  <a:lnTo>
                    <a:pt x="2471568" y="1515614"/>
                  </a:lnTo>
                  <a:lnTo>
                    <a:pt x="2431790" y="1455395"/>
                  </a:lnTo>
                  <a:lnTo>
                    <a:pt x="2391599" y="1392136"/>
                  </a:lnTo>
                  <a:lnTo>
                    <a:pt x="2350991" y="1326193"/>
                  </a:lnTo>
                  <a:lnTo>
                    <a:pt x="2310006" y="1258011"/>
                  </a:lnTo>
                  <a:lnTo>
                    <a:pt x="2268712" y="1188106"/>
                  </a:lnTo>
                  <a:lnTo>
                    <a:pt x="2227207" y="1117061"/>
                  </a:lnTo>
                  <a:lnTo>
                    <a:pt x="2185603" y="1045495"/>
                  </a:lnTo>
                  <a:lnTo>
                    <a:pt x="2144022" y="974051"/>
                  </a:lnTo>
                  <a:lnTo>
                    <a:pt x="2102584" y="903363"/>
                  </a:lnTo>
                  <a:lnTo>
                    <a:pt x="2061396" y="834041"/>
                  </a:lnTo>
                  <a:lnTo>
                    <a:pt x="2020546" y="766644"/>
                  </a:lnTo>
                  <a:lnTo>
                    <a:pt x="1980092" y="701663"/>
                  </a:lnTo>
                  <a:lnTo>
                    <a:pt x="1940059" y="639510"/>
                  </a:lnTo>
                  <a:lnTo>
                    <a:pt x="1900427" y="580508"/>
                  </a:lnTo>
                  <a:lnTo>
                    <a:pt x="1861131" y="524887"/>
                  </a:lnTo>
                  <a:lnTo>
                    <a:pt x="1822054" y="472787"/>
                  </a:lnTo>
                  <a:lnTo>
                    <a:pt x="1783021" y="424262"/>
                  </a:lnTo>
                  <a:lnTo>
                    <a:pt x="1743793" y="379288"/>
                  </a:lnTo>
                  <a:lnTo>
                    <a:pt x="1719082" y="352987"/>
                  </a:lnTo>
                  <a:lnTo>
                    <a:pt x="1671704" y="307067"/>
                  </a:lnTo>
                  <a:lnTo>
                    <a:pt x="1622669" y="265859"/>
                  </a:lnTo>
                  <a:lnTo>
                    <a:pt x="1571180" y="229107"/>
                  </a:lnTo>
                  <a:lnTo>
                    <a:pt x="1516345" y="196392"/>
                  </a:lnTo>
                  <a:lnTo>
                    <a:pt x="1457260" y="167240"/>
                  </a:lnTo>
                  <a:lnTo>
                    <a:pt x="1393089" y="141204"/>
                  </a:lnTo>
                  <a:lnTo>
                    <a:pt x="1323172" y="117891"/>
                  </a:lnTo>
                  <a:lnTo>
                    <a:pt x="1247160" y="96991"/>
                  </a:lnTo>
                  <a:lnTo>
                    <a:pt x="1165202" y="78282"/>
                  </a:lnTo>
                  <a:lnTo>
                    <a:pt x="1078159" y="61634"/>
                  </a:lnTo>
                  <a:lnTo>
                    <a:pt x="987810" y="47001"/>
                  </a:lnTo>
                  <a:lnTo>
                    <a:pt x="896961" y="34400"/>
                  </a:lnTo>
                  <a:lnTo>
                    <a:pt x="809369" y="23883"/>
                  </a:lnTo>
                  <a:lnTo>
                    <a:pt x="729353" y="15481"/>
                  </a:lnTo>
                  <a:lnTo>
                    <a:pt x="661104" y="9158"/>
                  </a:lnTo>
                  <a:lnTo>
                    <a:pt x="607809" y="4769"/>
                  </a:lnTo>
                  <a:lnTo>
                    <a:pt x="570859" y="2048"/>
                  </a:lnTo>
                  <a:lnTo>
                    <a:pt x="549408" y="629"/>
                  </a:lnTo>
                  <a:lnTo>
                    <a:pt x="540375" y="8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68" name="pl468"/>
            <p:cNvSpPr/>
            <p:nvPr/>
          </p:nvSpPr>
          <p:spPr>
            <a:xfrm>
              <a:off x="546595" y="2585265"/>
              <a:ext cx="8234974" cy="2575264"/>
            </a:xfrm>
            <a:custGeom>
              <a:avLst/>
              <a:pathLst>
                <a:path w="8234974" h="2575264">
                  <a:moveTo>
                    <a:pt x="0" y="0"/>
                  </a:moveTo>
                  <a:lnTo>
                    <a:pt x="538736" y="0"/>
                  </a:lnTo>
                  <a:lnTo>
                    <a:pt x="539960" y="66"/>
                  </a:lnTo>
                  <a:lnTo>
                    <a:pt x="547953" y="538"/>
                  </a:lnTo>
                  <a:lnTo>
                    <a:pt x="567923" y="1845"/>
                  </a:lnTo>
                  <a:lnTo>
                    <a:pt x="603170" y="4411"/>
                  </a:lnTo>
                  <a:lnTo>
                    <a:pt x="654783" y="8611"/>
                  </a:lnTo>
                  <a:lnTo>
                    <a:pt x="721590" y="14723"/>
                  </a:lnTo>
                  <a:lnTo>
                    <a:pt x="800561" y="22904"/>
                  </a:lnTo>
                  <a:lnTo>
                    <a:pt x="887567" y="33201"/>
                  </a:lnTo>
                  <a:lnTo>
                    <a:pt x="978264" y="45585"/>
                  </a:lnTo>
                  <a:lnTo>
                    <a:pt x="1068816" y="60008"/>
                  </a:lnTo>
                  <a:lnTo>
                    <a:pt x="1156305" y="76444"/>
                  </a:lnTo>
                  <a:lnTo>
                    <a:pt x="1238850" y="94933"/>
                  </a:lnTo>
                  <a:lnTo>
                    <a:pt x="1315502" y="115594"/>
                  </a:lnTo>
                  <a:lnTo>
                    <a:pt x="1386048" y="138641"/>
                  </a:lnTo>
                  <a:lnTo>
                    <a:pt x="1450793" y="164376"/>
                  </a:lnTo>
                  <a:lnTo>
                    <a:pt x="1510374" y="193181"/>
                  </a:lnTo>
                  <a:lnTo>
                    <a:pt x="1565612" y="225501"/>
                  </a:lnTo>
                  <a:lnTo>
                    <a:pt x="1617409" y="261809"/>
                  </a:lnTo>
                  <a:lnTo>
                    <a:pt x="1666661" y="302534"/>
                  </a:lnTo>
                  <a:lnTo>
                    <a:pt x="1714180" y="347958"/>
                  </a:lnTo>
                  <a:lnTo>
                    <a:pt x="1719082" y="352987"/>
                  </a:lnTo>
                  <a:lnTo>
                    <a:pt x="1758586" y="395788"/>
                  </a:lnTo>
                  <a:lnTo>
                    <a:pt x="1797708" y="442090"/>
                  </a:lnTo>
                  <a:lnTo>
                    <a:pt x="1836733" y="491960"/>
                  </a:lnTo>
                  <a:lnTo>
                    <a:pt x="1875875" y="545395"/>
                  </a:lnTo>
                  <a:lnTo>
                    <a:pt x="1915286" y="602309"/>
                  </a:lnTo>
                  <a:lnTo>
                    <a:pt x="1955064" y="662528"/>
                  </a:lnTo>
                  <a:lnTo>
                    <a:pt x="1995256" y="725787"/>
                  </a:lnTo>
                  <a:lnTo>
                    <a:pt x="2035863" y="791729"/>
                  </a:lnTo>
                  <a:lnTo>
                    <a:pt x="2076849" y="859912"/>
                  </a:lnTo>
                  <a:lnTo>
                    <a:pt x="2118143" y="929816"/>
                  </a:lnTo>
                  <a:lnTo>
                    <a:pt x="2159648" y="1000862"/>
                  </a:lnTo>
                  <a:lnTo>
                    <a:pt x="2201252" y="1072428"/>
                  </a:lnTo>
                  <a:lnTo>
                    <a:pt x="2242832" y="1143872"/>
                  </a:lnTo>
                  <a:lnTo>
                    <a:pt x="2284271" y="1214560"/>
                  </a:lnTo>
                  <a:lnTo>
                    <a:pt x="2325459" y="1283882"/>
                  </a:lnTo>
                  <a:lnTo>
                    <a:pt x="2366309" y="1351279"/>
                  </a:lnTo>
                  <a:lnTo>
                    <a:pt x="2406762" y="1416260"/>
                  </a:lnTo>
                  <a:lnTo>
                    <a:pt x="2446796" y="1478413"/>
                  </a:lnTo>
                  <a:lnTo>
                    <a:pt x="2486427" y="1537415"/>
                  </a:lnTo>
                  <a:lnTo>
                    <a:pt x="2525723" y="1593036"/>
                  </a:lnTo>
                  <a:lnTo>
                    <a:pt x="2564800" y="1645136"/>
                  </a:lnTo>
                  <a:lnTo>
                    <a:pt x="2603833" y="1693661"/>
                  </a:lnTo>
                  <a:lnTo>
                    <a:pt x="2643061" y="1738635"/>
                  </a:lnTo>
                  <a:lnTo>
                    <a:pt x="2667772" y="1764936"/>
                  </a:lnTo>
                  <a:lnTo>
                    <a:pt x="2715151" y="1810856"/>
                  </a:lnTo>
                  <a:lnTo>
                    <a:pt x="2764185" y="1852064"/>
                  </a:lnTo>
                  <a:lnTo>
                    <a:pt x="2815674" y="1888815"/>
                  </a:lnTo>
                  <a:lnTo>
                    <a:pt x="2870509" y="1921531"/>
                  </a:lnTo>
                  <a:lnTo>
                    <a:pt x="2929595" y="1950683"/>
                  </a:lnTo>
                  <a:lnTo>
                    <a:pt x="2993765" y="1976719"/>
                  </a:lnTo>
                  <a:lnTo>
                    <a:pt x="3063682" y="2000032"/>
                  </a:lnTo>
                  <a:lnTo>
                    <a:pt x="3139695" y="2020932"/>
                  </a:lnTo>
                  <a:lnTo>
                    <a:pt x="3221653" y="2039640"/>
                  </a:lnTo>
                  <a:lnTo>
                    <a:pt x="3308695" y="2056289"/>
                  </a:lnTo>
                  <a:lnTo>
                    <a:pt x="3399045" y="2070922"/>
                  </a:lnTo>
                  <a:lnTo>
                    <a:pt x="3489893" y="2083522"/>
                  </a:lnTo>
                  <a:lnTo>
                    <a:pt x="3577486" y="2094040"/>
                  </a:lnTo>
                  <a:lnTo>
                    <a:pt x="3657502" y="2102442"/>
                  </a:lnTo>
                  <a:lnTo>
                    <a:pt x="3725751" y="2108765"/>
                  </a:lnTo>
                  <a:lnTo>
                    <a:pt x="3779046" y="2113154"/>
                  </a:lnTo>
                  <a:lnTo>
                    <a:pt x="3815995" y="2115875"/>
                  </a:lnTo>
                  <a:lnTo>
                    <a:pt x="3837446" y="2117294"/>
                  </a:lnTo>
                  <a:lnTo>
                    <a:pt x="3846479" y="2117834"/>
                  </a:lnTo>
                  <a:lnTo>
                    <a:pt x="3848117" y="2117923"/>
                  </a:lnTo>
                  <a:lnTo>
                    <a:pt x="3848118" y="2117923"/>
                  </a:lnTo>
                  <a:lnTo>
                    <a:pt x="4386855" y="2117923"/>
                  </a:lnTo>
                  <a:lnTo>
                    <a:pt x="4388154" y="2117938"/>
                  </a:lnTo>
                  <a:lnTo>
                    <a:pt x="4396628" y="2118047"/>
                  </a:lnTo>
                  <a:lnTo>
                    <a:pt x="4417753" y="2118347"/>
                  </a:lnTo>
                  <a:lnTo>
                    <a:pt x="4454922" y="2118936"/>
                  </a:lnTo>
                  <a:lnTo>
                    <a:pt x="4509114" y="2119899"/>
                  </a:lnTo>
                  <a:lnTo>
                    <a:pt x="4578880" y="2121296"/>
                  </a:lnTo>
                  <a:lnTo>
                    <a:pt x="4660824" y="2123161"/>
                  </a:lnTo>
                  <a:lnTo>
                    <a:pt x="4750478" y="2125502"/>
                  </a:lnTo>
                  <a:lnTo>
                    <a:pt x="4843269" y="2128311"/>
                  </a:lnTo>
                  <a:lnTo>
                    <a:pt x="4935270" y="2131576"/>
                  </a:lnTo>
                  <a:lnTo>
                    <a:pt x="5023594" y="2135295"/>
                  </a:lnTo>
                  <a:lnTo>
                    <a:pt x="5106469" y="2139480"/>
                  </a:lnTo>
                  <a:lnTo>
                    <a:pt x="5183091" y="2144163"/>
                  </a:lnTo>
                  <a:lnTo>
                    <a:pt x="5253396" y="2149400"/>
                  </a:lnTo>
                  <a:lnTo>
                    <a:pt x="5317823" y="2155264"/>
                  </a:lnTo>
                  <a:lnTo>
                    <a:pt x="5377121" y="2161848"/>
                  </a:lnTo>
                  <a:lnTo>
                    <a:pt x="5432200" y="2169258"/>
                  </a:lnTo>
                  <a:lnTo>
                    <a:pt x="5484026" y="2177601"/>
                  </a:lnTo>
                  <a:lnTo>
                    <a:pt x="5533529" y="2186966"/>
                  </a:lnTo>
                  <a:lnTo>
                    <a:pt x="5567201" y="2194147"/>
                  </a:lnTo>
                  <a:lnTo>
                    <a:pt x="5618723" y="2206373"/>
                  </a:lnTo>
                  <a:lnTo>
                    <a:pt x="5669750" y="2219898"/>
                  </a:lnTo>
                  <a:lnTo>
                    <a:pt x="5720841" y="2234740"/>
                  </a:lnTo>
                  <a:lnTo>
                    <a:pt x="5772368" y="2250866"/>
                  </a:lnTo>
                  <a:lnTo>
                    <a:pt x="5824542" y="2268189"/>
                  </a:lnTo>
                  <a:lnTo>
                    <a:pt x="5877429" y="2286564"/>
                  </a:lnTo>
                  <a:lnTo>
                    <a:pt x="5930973" y="2305793"/>
                  </a:lnTo>
                  <a:lnTo>
                    <a:pt x="5985019" y="2325624"/>
                  </a:lnTo>
                  <a:lnTo>
                    <a:pt x="6039339" y="2345774"/>
                  </a:lnTo>
                  <a:lnTo>
                    <a:pt x="6093671" y="2365935"/>
                  </a:lnTo>
                  <a:lnTo>
                    <a:pt x="6147748" y="2385804"/>
                  </a:lnTo>
                  <a:lnTo>
                    <a:pt x="6201339" y="2405091"/>
                  </a:lnTo>
                  <a:lnTo>
                    <a:pt x="6254283" y="2423544"/>
                  </a:lnTo>
                  <a:lnTo>
                    <a:pt x="6306514" y="2440959"/>
                  </a:lnTo>
                  <a:lnTo>
                    <a:pt x="6358089" y="2457186"/>
                  </a:lnTo>
                  <a:lnTo>
                    <a:pt x="6409204" y="2472133"/>
                  </a:lnTo>
                  <a:lnTo>
                    <a:pt x="6460217" y="2485766"/>
                  </a:lnTo>
                  <a:lnTo>
                    <a:pt x="6511673" y="2498095"/>
                  </a:lnTo>
                  <a:lnTo>
                    <a:pt x="6515891" y="2499041"/>
                  </a:lnTo>
                  <a:lnTo>
                    <a:pt x="6564260" y="2509150"/>
                  </a:lnTo>
                  <a:lnTo>
                    <a:pt x="6614369" y="2518200"/>
                  </a:lnTo>
                  <a:lnTo>
                    <a:pt x="6667073" y="2526251"/>
                  </a:lnTo>
                  <a:lnTo>
                    <a:pt x="6723320" y="2533402"/>
                  </a:lnTo>
                  <a:lnTo>
                    <a:pt x="6784070" y="2539759"/>
                  </a:lnTo>
                  <a:lnTo>
                    <a:pt x="6850197" y="2545425"/>
                  </a:lnTo>
                  <a:lnTo>
                    <a:pt x="6922375" y="2550488"/>
                  </a:lnTo>
                  <a:lnTo>
                    <a:pt x="7000913" y="2555017"/>
                  </a:lnTo>
                  <a:lnTo>
                    <a:pt x="7085552" y="2559059"/>
                  </a:lnTo>
                  <a:lnTo>
                    <a:pt x="7175217" y="2562641"/>
                  </a:lnTo>
                  <a:lnTo>
                    <a:pt x="7267810" y="2565770"/>
                  </a:lnTo>
                  <a:lnTo>
                    <a:pt x="7360112" y="2568439"/>
                  </a:lnTo>
                  <a:lnTo>
                    <a:pt x="7447940" y="2570637"/>
                  </a:lnTo>
                  <a:lnTo>
                    <a:pt x="7526661" y="2572360"/>
                  </a:lnTo>
                  <a:lnTo>
                    <a:pt x="7592026" y="2573622"/>
                  </a:lnTo>
                  <a:lnTo>
                    <a:pt x="7641144" y="2574464"/>
                  </a:lnTo>
                  <a:lnTo>
                    <a:pt x="7673270" y="2574957"/>
                  </a:lnTo>
                  <a:lnTo>
                    <a:pt x="7690131" y="2575189"/>
                  </a:lnTo>
                  <a:lnTo>
                    <a:pt x="7695785" y="2575259"/>
                  </a:lnTo>
                  <a:lnTo>
                    <a:pt x="7696237" y="2575264"/>
                  </a:lnTo>
                  <a:lnTo>
                    <a:pt x="8234974" y="25752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9" name="pl469"/>
            <p:cNvSpPr/>
            <p:nvPr/>
          </p:nvSpPr>
          <p:spPr>
            <a:xfrm>
              <a:off x="546595" y="2579820"/>
              <a:ext cx="8234974" cy="2575264"/>
            </a:xfrm>
            <a:custGeom>
              <a:avLst/>
              <a:pathLst>
                <a:path w="8234974" h="2575264">
                  <a:moveTo>
                    <a:pt x="8234974" y="2575264"/>
                  </a:moveTo>
                  <a:lnTo>
                    <a:pt x="7696237" y="2575264"/>
                  </a:lnTo>
                  <a:lnTo>
                    <a:pt x="7694938" y="2575249"/>
                  </a:lnTo>
                  <a:lnTo>
                    <a:pt x="7686465" y="2575140"/>
                  </a:lnTo>
                  <a:lnTo>
                    <a:pt x="7665339" y="2574840"/>
                  </a:lnTo>
                  <a:lnTo>
                    <a:pt x="7628171" y="2574251"/>
                  </a:lnTo>
                  <a:lnTo>
                    <a:pt x="7573978" y="2573289"/>
                  </a:lnTo>
                  <a:lnTo>
                    <a:pt x="7504212" y="2571891"/>
                  </a:lnTo>
                  <a:lnTo>
                    <a:pt x="7422269" y="2570026"/>
                  </a:lnTo>
                  <a:lnTo>
                    <a:pt x="7332614" y="2567685"/>
                  </a:lnTo>
                  <a:lnTo>
                    <a:pt x="7239823" y="2564876"/>
                  </a:lnTo>
                  <a:lnTo>
                    <a:pt x="7147823" y="2561611"/>
                  </a:lnTo>
                  <a:lnTo>
                    <a:pt x="7059499" y="2557892"/>
                  </a:lnTo>
                  <a:lnTo>
                    <a:pt x="6976624" y="2553708"/>
                  </a:lnTo>
                  <a:lnTo>
                    <a:pt x="6900001" y="2549024"/>
                  </a:lnTo>
                  <a:lnTo>
                    <a:pt x="6829696" y="2543788"/>
                  </a:lnTo>
                  <a:lnTo>
                    <a:pt x="6765270" y="2537924"/>
                  </a:lnTo>
                  <a:lnTo>
                    <a:pt x="6705972" y="2531339"/>
                  </a:lnTo>
                  <a:lnTo>
                    <a:pt x="6650892" y="2523929"/>
                  </a:lnTo>
                  <a:lnTo>
                    <a:pt x="6599066" y="2515587"/>
                  </a:lnTo>
                  <a:lnTo>
                    <a:pt x="6549563" y="2506222"/>
                  </a:lnTo>
                  <a:lnTo>
                    <a:pt x="6515891" y="2499041"/>
                  </a:lnTo>
                  <a:lnTo>
                    <a:pt x="6464369" y="2486815"/>
                  </a:lnTo>
                  <a:lnTo>
                    <a:pt x="6413343" y="2473289"/>
                  </a:lnTo>
                  <a:lnTo>
                    <a:pt x="6362252" y="2458448"/>
                  </a:lnTo>
                  <a:lnTo>
                    <a:pt x="6310724" y="2442322"/>
                  </a:lnTo>
                  <a:lnTo>
                    <a:pt x="6258550" y="2424999"/>
                  </a:lnTo>
                  <a:lnTo>
                    <a:pt x="6205663" y="2406623"/>
                  </a:lnTo>
                  <a:lnTo>
                    <a:pt x="6152119" y="2387395"/>
                  </a:lnTo>
                  <a:lnTo>
                    <a:pt x="6098074" y="2367563"/>
                  </a:lnTo>
                  <a:lnTo>
                    <a:pt x="6043753" y="2347414"/>
                  </a:lnTo>
                  <a:lnTo>
                    <a:pt x="5989422" y="2327252"/>
                  </a:lnTo>
                  <a:lnTo>
                    <a:pt x="5935345" y="2307384"/>
                  </a:lnTo>
                  <a:lnTo>
                    <a:pt x="5881753" y="2288097"/>
                  </a:lnTo>
                  <a:lnTo>
                    <a:pt x="5828809" y="2269643"/>
                  </a:lnTo>
                  <a:lnTo>
                    <a:pt x="5776578" y="2252229"/>
                  </a:lnTo>
                  <a:lnTo>
                    <a:pt x="5725004" y="2236002"/>
                  </a:lnTo>
                  <a:lnTo>
                    <a:pt x="5673889" y="2221054"/>
                  </a:lnTo>
                  <a:lnTo>
                    <a:pt x="5622875" y="2207422"/>
                  </a:lnTo>
                  <a:lnTo>
                    <a:pt x="5571420" y="2195092"/>
                  </a:lnTo>
                  <a:lnTo>
                    <a:pt x="5567201" y="2194147"/>
                  </a:lnTo>
                  <a:lnTo>
                    <a:pt x="5518833" y="2184038"/>
                  </a:lnTo>
                  <a:lnTo>
                    <a:pt x="5468723" y="2174987"/>
                  </a:lnTo>
                  <a:lnTo>
                    <a:pt x="5416020" y="2166936"/>
                  </a:lnTo>
                  <a:lnTo>
                    <a:pt x="5359772" y="2159786"/>
                  </a:lnTo>
                  <a:lnTo>
                    <a:pt x="5299022" y="2153429"/>
                  </a:lnTo>
                  <a:lnTo>
                    <a:pt x="5232895" y="2147763"/>
                  </a:lnTo>
                  <a:lnTo>
                    <a:pt x="5160718" y="2142700"/>
                  </a:lnTo>
                  <a:lnTo>
                    <a:pt x="5082179" y="2138171"/>
                  </a:lnTo>
                  <a:lnTo>
                    <a:pt x="4997541" y="2134129"/>
                  </a:lnTo>
                  <a:lnTo>
                    <a:pt x="4907875" y="2130547"/>
                  </a:lnTo>
                  <a:lnTo>
                    <a:pt x="4815282" y="2127418"/>
                  </a:lnTo>
                  <a:lnTo>
                    <a:pt x="4722981" y="2124749"/>
                  </a:lnTo>
                  <a:lnTo>
                    <a:pt x="4635152" y="2122550"/>
                  </a:lnTo>
                  <a:lnTo>
                    <a:pt x="4556431" y="2120828"/>
                  </a:lnTo>
                  <a:lnTo>
                    <a:pt x="4491067" y="2119566"/>
                  </a:lnTo>
                  <a:lnTo>
                    <a:pt x="4441948" y="2118723"/>
                  </a:lnTo>
                  <a:lnTo>
                    <a:pt x="4409822" y="2118231"/>
                  </a:lnTo>
                  <a:lnTo>
                    <a:pt x="4392961" y="2117999"/>
                  </a:lnTo>
                  <a:lnTo>
                    <a:pt x="4387307" y="2117928"/>
                  </a:lnTo>
                  <a:lnTo>
                    <a:pt x="4386855" y="2117923"/>
                  </a:lnTo>
                  <a:lnTo>
                    <a:pt x="3848118" y="2117923"/>
                  </a:lnTo>
                  <a:lnTo>
                    <a:pt x="3846895" y="2117857"/>
                  </a:lnTo>
                  <a:lnTo>
                    <a:pt x="3838902" y="2117384"/>
                  </a:lnTo>
                  <a:lnTo>
                    <a:pt x="3818932" y="2116077"/>
                  </a:lnTo>
                  <a:lnTo>
                    <a:pt x="3783684" y="2113511"/>
                  </a:lnTo>
                  <a:lnTo>
                    <a:pt x="3732072" y="2109312"/>
                  </a:lnTo>
                  <a:lnTo>
                    <a:pt x="3665264" y="2103200"/>
                  </a:lnTo>
                  <a:lnTo>
                    <a:pt x="3586294" y="2095019"/>
                  </a:lnTo>
                  <a:lnTo>
                    <a:pt x="3499288" y="2084722"/>
                  </a:lnTo>
                  <a:lnTo>
                    <a:pt x="3408590" y="2072337"/>
                  </a:lnTo>
                  <a:lnTo>
                    <a:pt x="3318039" y="2057915"/>
                  </a:lnTo>
                  <a:lnTo>
                    <a:pt x="3230550" y="2041479"/>
                  </a:lnTo>
                  <a:lnTo>
                    <a:pt x="3148005" y="2022990"/>
                  </a:lnTo>
                  <a:lnTo>
                    <a:pt x="3071352" y="2002328"/>
                  </a:lnTo>
                  <a:lnTo>
                    <a:pt x="3000806" y="1979281"/>
                  </a:lnTo>
                  <a:lnTo>
                    <a:pt x="2936061" y="1953547"/>
                  </a:lnTo>
                  <a:lnTo>
                    <a:pt x="2876481" y="1924742"/>
                  </a:lnTo>
                  <a:lnTo>
                    <a:pt x="2821242" y="1892421"/>
                  </a:lnTo>
                  <a:lnTo>
                    <a:pt x="2769446" y="1856114"/>
                  </a:lnTo>
                  <a:lnTo>
                    <a:pt x="2720194" y="1815389"/>
                  </a:lnTo>
                  <a:lnTo>
                    <a:pt x="2672675" y="1769965"/>
                  </a:lnTo>
                  <a:lnTo>
                    <a:pt x="2667772" y="1764936"/>
                  </a:lnTo>
                  <a:lnTo>
                    <a:pt x="2628269" y="1722135"/>
                  </a:lnTo>
                  <a:lnTo>
                    <a:pt x="2589147" y="1675833"/>
                  </a:lnTo>
                  <a:lnTo>
                    <a:pt x="2550121" y="1625963"/>
                  </a:lnTo>
                  <a:lnTo>
                    <a:pt x="2510979" y="1572528"/>
                  </a:lnTo>
                  <a:lnTo>
                    <a:pt x="2471568" y="1515614"/>
                  </a:lnTo>
                  <a:lnTo>
                    <a:pt x="2431790" y="1455395"/>
                  </a:lnTo>
                  <a:lnTo>
                    <a:pt x="2391599" y="1392136"/>
                  </a:lnTo>
                  <a:lnTo>
                    <a:pt x="2350991" y="1326193"/>
                  </a:lnTo>
                  <a:lnTo>
                    <a:pt x="2310006" y="1258011"/>
                  </a:lnTo>
                  <a:lnTo>
                    <a:pt x="2268712" y="1188106"/>
                  </a:lnTo>
                  <a:lnTo>
                    <a:pt x="2227207" y="1117061"/>
                  </a:lnTo>
                  <a:lnTo>
                    <a:pt x="2185603" y="1045495"/>
                  </a:lnTo>
                  <a:lnTo>
                    <a:pt x="2144022" y="974051"/>
                  </a:lnTo>
                  <a:lnTo>
                    <a:pt x="2102584" y="903363"/>
                  </a:lnTo>
                  <a:lnTo>
                    <a:pt x="2061396" y="834041"/>
                  </a:lnTo>
                  <a:lnTo>
                    <a:pt x="2020546" y="766644"/>
                  </a:lnTo>
                  <a:lnTo>
                    <a:pt x="1980092" y="701663"/>
                  </a:lnTo>
                  <a:lnTo>
                    <a:pt x="1940059" y="639510"/>
                  </a:lnTo>
                  <a:lnTo>
                    <a:pt x="1900427" y="580508"/>
                  </a:lnTo>
                  <a:lnTo>
                    <a:pt x="1861131" y="524887"/>
                  </a:lnTo>
                  <a:lnTo>
                    <a:pt x="1822054" y="472787"/>
                  </a:lnTo>
                  <a:lnTo>
                    <a:pt x="1783021" y="424262"/>
                  </a:lnTo>
                  <a:lnTo>
                    <a:pt x="1743793" y="379288"/>
                  </a:lnTo>
                  <a:lnTo>
                    <a:pt x="1719082" y="352987"/>
                  </a:lnTo>
                  <a:lnTo>
                    <a:pt x="1671704" y="307067"/>
                  </a:lnTo>
                  <a:lnTo>
                    <a:pt x="1622669" y="265859"/>
                  </a:lnTo>
                  <a:lnTo>
                    <a:pt x="1571180" y="229107"/>
                  </a:lnTo>
                  <a:lnTo>
                    <a:pt x="1516345" y="196392"/>
                  </a:lnTo>
                  <a:lnTo>
                    <a:pt x="1457260" y="167240"/>
                  </a:lnTo>
                  <a:lnTo>
                    <a:pt x="1393089" y="141204"/>
                  </a:lnTo>
                  <a:lnTo>
                    <a:pt x="1323172" y="117891"/>
                  </a:lnTo>
                  <a:lnTo>
                    <a:pt x="1247160" y="96991"/>
                  </a:lnTo>
                  <a:lnTo>
                    <a:pt x="1165202" y="78282"/>
                  </a:lnTo>
                  <a:lnTo>
                    <a:pt x="1078159" y="61634"/>
                  </a:lnTo>
                  <a:lnTo>
                    <a:pt x="987810" y="47001"/>
                  </a:lnTo>
                  <a:lnTo>
                    <a:pt x="896961" y="34400"/>
                  </a:lnTo>
                  <a:lnTo>
                    <a:pt x="809369" y="23883"/>
                  </a:lnTo>
                  <a:lnTo>
                    <a:pt x="729353" y="15481"/>
                  </a:lnTo>
                  <a:lnTo>
                    <a:pt x="661104" y="9158"/>
                  </a:lnTo>
                  <a:lnTo>
                    <a:pt x="607809" y="4769"/>
                  </a:lnTo>
                  <a:lnTo>
                    <a:pt x="570859" y="2048"/>
                  </a:lnTo>
                  <a:lnTo>
                    <a:pt x="549408" y="629"/>
                  </a:lnTo>
                  <a:lnTo>
                    <a:pt x="540375" y="89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0" name="pg470"/>
            <p:cNvSpPr/>
            <p:nvPr/>
          </p:nvSpPr>
          <p:spPr>
            <a:xfrm>
              <a:off x="546595" y="2585265"/>
              <a:ext cx="8234974" cy="3517169"/>
            </a:xfrm>
            <a:custGeom>
              <a:avLst/>
              <a:pathLst>
                <a:path w="8234974" h="3517169">
                  <a:moveTo>
                    <a:pt x="0" y="10889"/>
                  </a:moveTo>
                  <a:lnTo>
                    <a:pt x="538736" y="10889"/>
                  </a:lnTo>
                  <a:lnTo>
                    <a:pt x="539959" y="10955"/>
                  </a:lnTo>
                  <a:lnTo>
                    <a:pt x="547950" y="11429"/>
                  </a:lnTo>
                  <a:lnTo>
                    <a:pt x="567914" y="12739"/>
                  </a:lnTo>
                  <a:lnTo>
                    <a:pt x="603152" y="15310"/>
                  </a:lnTo>
                  <a:lnTo>
                    <a:pt x="654751" y="19520"/>
                  </a:lnTo>
                  <a:lnTo>
                    <a:pt x="721544" y="25645"/>
                  </a:lnTo>
                  <a:lnTo>
                    <a:pt x="800499" y="33845"/>
                  </a:lnTo>
                  <a:lnTo>
                    <a:pt x="887491" y="44166"/>
                  </a:lnTo>
                  <a:lnTo>
                    <a:pt x="978178" y="56579"/>
                  </a:lnTo>
                  <a:lnTo>
                    <a:pt x="1068721" y="71035"/>
                  </a:lnTo>
                  <a:lnTo>
                    <a:pt x="1156206" y="87510"/>
                  </a:lnTo>
                  <a:lnTo>
                    <a:pt x="1238749" y="106041"/>
                  </a:lnTo>
                  <a:lnTo>
                    <a:pt x="1315401" y="126751"/>
                  </a:lnTo>
                  <a:lnTo>
                    <a:pt x="1385948" y="149851"/>
                  </a:lnTo>
                  <a:lnTo>
                    <a:pt x="1450695" y="175644"/>
                  </a:lnTo>
                  <a:lnTo>
                    <a:pt x="1510277" y="204515"/>
                  </a:lnTo>
                  <a:lnTo>
                    <a:pt x="1565516" y="236908"/>
                  </a:lnTo>
                  <a:lnTo>
                    <a:pt x="1617313" y="273297"/>
                  </a:lnTo>
                  <a:lnTo>
                    <a:pt x="1666564" y="314114"/>
                  </a:lnTo>
                  <a:lnTo>
                    <a:pt x="1714081" y="359640"/>
                  </a:lnTo>
                  <a:lnTo>
                    <a:pt x="1719082" y="364783"/>
                  </a:lnTo>
                  <a:lnTo>
                    <a:pt x="1758551" y="407655"/>
                  </a:lnTo>
                  <a:lnTo>
                    <a:pt x="1797639" y="454030"/>
                  </a:lnTo>
                  <a:lnTo>
                    <a:pt x="1836630" y="503977"/>
                  </a:lnTo>
                  <a:lnTo>
                    <a:pt x="1875736" y="557490"/>
                  </a:lnTo>
                  <a:lnTo>
                    <a:pt x="1915111" y="614486"/>
                  </a:lnTo>
                  <a:lnTo>
                    <a:pt x="1954852" y="674791"/>
                  </a:lnTo>
                  <a:lnTo>
                    <a:pt x="1995005" y="738140"/>
                  </a:lnTo>
                  <a:lnTo>
                    <a:pt x="2035574" y="804177"/>
                  </a:lnTo>
                  <a:lnTo>
                    <a:pt x="2076521" y="872460"/>
                  </a:lnTo>
                  <a:lnTo>
                    <a:pt x="2117776" y="942470"/>
                  </a:lnTo>
                  <a:lnTo>
                    <a:pt x="2159243" y="1013627"/>
                  </a:lnTo>
                  <a:lnTo>
                    <a:pt x="2200810" y="1085311"/>
                  </a:lnTo>
                  <a:lnTo>
                    <a:pt x="2242355" y="1156881"/>
                  </a:lnTo>
                  <a:lnTo>
                    <a:pt x="2283759" y="1227701"/>
                  </a:lnTo>
                  <a:lnTo>
                    <a:pt x="2324914" y="1297160"/>
                  </a:lnTo>
                  <a:lnTo>
                    <a:pt x="2365733" y="1364701"/>
                  </a:lnTo>
                  <a:lnTo>
                    <a:pt x="2406157" y="1429830"/>
                  </a:lnTo>
                  <a:lnTo>
                    <a:pt x="2446161" y="1492134"/>
                  </a:lnTo>
                  <a:lnTo>
                    <a:pt x="2485764" y="1551290"/>
                  </a:lnTo>
                  <a:lnTo>
                    <a:pt x="2525030" y="1607064"/>
                  </a:lnTo>
                  <a:lnTo>
                    <a:pt x="2564075" y="1659316"/>
                  </a:lnTo>
                  <a:lnTo>
                    <a:pt x="2603073" y="1707991"/>
                  </a:lnTo>
                  <a:lnTo>
                    <a:pt x="2642259" y="1753111"/>
                  </a:lnTo>
                  <a:lnTo>
                    <a:pt x="2667772" y="1780362"/>
                  </a:lnTo>
                  <a:lnTo>
                    <a:pt x="2715146" y="1826396"/>
                  </a:lnTo>
                  <a:lnTo>
                    <a:pt x="2764175" y="1867706"/>
                  </a:lnTo>
                  <a:lnTo>
                    <a:pt x="2815657" y="1904549"/>
                  </a:lnTo>
                  <a:lnTo>
                    <a:pt x="2870485" y="1937347"/>
                  </a:lnTo>
                  <a:lnTo>
                    <a:pt x="2929562" y="1966572"/>
                  </a:lnTo>
                  <a:lnTo>
                    <a:pt x="2993723" y="1992674"/>
                  </a:lnTo>
                  <a:lnTo>
                    <a:pt x="3063629" y="2016046"/>
                  </a:lnTo>
                  <a:lnTo>
                    <a:pt x="3139628" y="2036999"/>
                  </a:lnTo>
                  <a:lnTo>
                    <a:pt x="3221572" y="2055756"/>
                  </a:lnTo>
                  <a:lnTo>
                    <a:pt x="3308601" y="2072447"/>
                  </a:lnTo>
                  <a:lnTo>
                    <a:pt x="3398939" y="2087119"/>
                  </a:lnTo>
                  <a:lnTo>
                    <a:pt x="3489779" y="2099753"/>
                  </a:lnTo>
                  <a:lnTo>
                    <a:pt x="3577370" y="2110299"/>
                  </a:lnTo>
                  <a:lnTo>
                    <a:pt x="3657391" y="2118725"/>
                  </a:lnTo>
                  <a:lnTo>
                    <a:pt x="3725654" y="2125067"/>
                  </a:lnTo>
                  <a:lnTo>
                    <a:pt x="3778969" y="2129469"/>
                  </a:lnTo>
                  <a:lnTo>
                    <a:pt x="3815944" y="2132200"/>
                  </a:lnTo>
                  <a:lnTo>
                    <a:pt x="3837419" y="2133624"/>
                  </a:lnTo>
                  <a:lnTo>
                    <a:pt x="3846471" y="2134167"/>
                  </a:lnTo>
                  <a:lnTo>
                    <a:pt x="3848118" y="2134257"/>
                  </a:lnTo>
                  <a:lnTo>
                    <a:pt x="4386855" y="2134257"/>
                  </a:lnTo>
                  <a:lnTo>
                    <a:pt x="4388123" y="2134302"/>
                  </a:lnTo>
                  <a:lnTo>
                    <a:pt x="4396397" y="2134622"/>
                  </a:lnTo>
                  <a:lnTo>
                    <a:pt x="4417043" y="2135507"/>
                  </a:lnTo>
                  <a:lnTo>
                    <a:pt x="4453417" y="2137244"/>
                  </a:lnTo>
                  <a:lnTo>
                    <a:pt x="4506544" y="2140085"/>
                  </a:lnTo>
                  <a:lnTo>
                    <a:pt x="4575093" y="2144213"/>
                  </a:lnTo>
                  <a:lnTo>
                    <a:pt x="4655818" y="2149730"/>
                  </a:lnTo>
                  <a:lnTo>
                    <a:pt x="4744394" y="2156662"/>
                  </a:lnTo>
                  <a:lnTo>
                    <a:pt x="4836339" y="2164987"/>
                  </a:lnTo>
                  <a:lnTo>
                    <a:pt x="4927759" y="2174672"/>
                  </a:lnTo>
                  <a:lnTo>
                    <a:pt x="5015755" y="2185704"/>
                  </a:lnTo>
                  <a:lnTo>
                    <a:pt x="5098507" y="2198117"/>
                  </a:lnTo>
                  <a:lnTo>
                    <a:pt x="5175150" y="2212001"/>
                  </a:lnTo>
                  <a:lnTo>
                    <a:pt x="5245559" y="2227508"/>
                  </a:lnTo>
                  <a:lnTo>
                    <a:pt x="5310117" y="2244853"/>
                  </a:lnTo>
                  <a:lnTo>
                    <a:pt x="5369527" y="2264303"/>
                  </a:lnTo>
                  <a:lnTo>
                    <a:pt x="5424666" y="2286166"/>
                  </a:lnTo>
                  <a:lnTo>
                    <a:pt x="5476471" y="2310759"/>
                  </a:lnTo>
                  <a:lnTo>
                    <a:pt x="5525860" y="2338360"/>
                  </a:lnTo>
                  <a:lnTo>
                    <a:pt x="5567201" y="2364742"/>
                  </a:lnTo>
                  <a:lnTo>
                    <a:pt x="5611961" y="2396606"/>
                  </a:lnTo>
                  <a:lnTo>
                    <a:pt x="5656283" y="2431418"/>
                  </a:lnTo>
                  <a:lnTo>
                    <a:pt x="5700560" y="2469231"/>
                  </a:lnTo>
                  <a:lnTo>
                    <a:pt x="5745073" y="2510014"/>
                  </a:lnTo>
                  <a:lnTo>
                    <a:pt x="5790006" y="2553648"/>
                  </a:lnTo>
                  <a:lnTo>
                    <a:pt x="5835456" y="2599915"/>
                  </a:lnTo>
                  <a:lnTo>
                    <a:pt x="5881444" y="2648497"/>
                  </a:lnTo>
                  <a:lnTo>
                    <a:pt x="5927922" y="2698984"/>
                  </a:lnTo>
                  <a:lnTo>
                    <a:pt x="5974787" y="2750882"/>
                  </a:lnTo>
                  <a:lnTo>
                    <a:pt x="6021895" y="2803633"/>
                  </a:lnTo>
                  <a:lnTo>
                    <a:pt x="6069076" y="2856638"/>
                  </a:lnTo>
                  <a:lnTo>
                    <a:pt x="6116155" y="2909287"/>
                  </a:lnTo>
                  <a:lnTo>
                    <a:pt x="6162964" y="2960986"/>
                  </a:lnTo>
                  <a:lnTo>
                    <a:pt x="6209366" y="3011188"/>
                  </a:lnTo>
                  <a:lnTo>
                    <a:pt x="6255265" y="3059409"/>
                  </a:lnTo>
                  <a:lnTo>
                    <a:pt x="6300626" y="3105256"/>
                  </a:lnTo>
                  <a:lnTo>
                    <a:pt x="6345480" y="3148426"/>
                  </a:lnTo>
                  <a:lnTo>
                    <a:pt x="6389938" y="3188719"/>
                  </a:lnTo>
                  <a:lnTo>
                    <a:pt x="6434200" y="3226030"/>
                  </a:lnTo>
                  <a:lnTo>
                    <a:pt x="6478565" y="3260344"/>
                  </a:lnTo>
                  <a:lnTo>
                    <a:pt x="6515891" y="3286683"/>
                  </a:lnTo>
                  <a:lnTo>
                    <a:pt x="6563853" y="3317012"/>
                  </a:lnTo>
                  <a:lnTo>
                    <a:pt x="6613521" y="3344190"/>
                  </a:lnTo>
                  <a:lnTo>
                    <a:pt x="6665725" y="3368393"/>
                  </a:lnTo>
                  <a:lnTo>
                    <a:pt x="6721390" y="3389908"/>
                  </a:lnTo>
                  <a:lnTo>
                    <a:pt x="6781454" y="3409054"/>
                  </a:lnTo>
                  <a:lnTo>
                    <a:pt x="6846773" y="3426134"/>
                  </a:lnTo>
                  <a:lnTo>
                    <a:pt x="6918018" y="3441408"/>
                  </a:lnTo>
                  <a:lnTo>
                    <a:pt x="6995515" y="3455084"/>
                  </a:lnTo>
                  <a:lnTo>
                    <a:pt x="7079052" y="3467305"/>
                  </a:lnTo>
                  <a:lnTo>
                    <a:pt x="7167645" y="3478153"/>
                  </a:lnTo>
                  <a:lnTo>
                    <a:pt x="7259332" y="3487654"/>
                  </a:lnTo>
                  <a:lnTo>
                    <a:pt x="7351066" y="3495792"/>
                  </a:lnTo>
                  <a:lnTo>
                    <a:pt x="7438841" y="3502531"/>
                  </a:lnTo>
                  <a:lnTo>
                    <a:pt x="7518147" y="3507855"/>
                  </a:lnTo>
                  <a:lnTo>
                    <a:pt x="7584750" y="3511800"/>
                  </a:lnTo>
                  <a:lnTo>
                    <a:pt x="7635622" y="3514478"/>
                  </a:lnTo>
                  <a:lnTo>
                    <a:pt x="7669737" y="3516083"/>
                  </a:lnTo>
                  <a:lnTo>
                    <a:pt x="7688451" y="3516874"/>
                  </a:lnTo>
                  <a:lnTo>
                    <a:pt x="7695414" y="3517140"/>
                  </a:lnTo>
                  <a:lnTo>
                    <a:pt x="7696237" y="3517169"/>
                  </a:lnTo>
                  <a:lnTo>
                    <a:pt x="8234974" y="3517169"/>
                  </a:lnTo>
                  <a:lnTo>
                    <a:pt x="8234974" y="3506280"/>
                  </a:lnTo>
                  <a:lnTo>
                    <a:pt x="7696237" y="3506280"/>
                  </a:lnTo>
                  <a:lnTo>
                    <a:pt x="7694970" y="3506235"/>
                  </a:lnTo>
                  <a:lnTo>
                    <a:pt x="7686696" y="3505915"/>
                  </a:lnTo>
                  <a:lnTo>
                    <a:pt x="7666049" y="3505029"/>
                  </a:lnTo>
                  <a:lnTo>
                    <a:pt x="7629676" y="3503292"/>
                  </a:lnTo>
                  <a:lnTo>
                    <a:pt x="7576548" y="3500451"/>
                  </a:lnTo>
                  <a:lnTo>
                    <a:pt x="7508000" y="3496323"/>
                  </a:lnTo>
                  <a:lnTo>
                    <a:pt x="7427274" y="3490807"/>
                  </a:lnTo>
                  <a:lnTo>
                    <a:pt x="7338699" y="3483875"/>
                  </a:lnTo>
                  <a:lnTo>
                    <a:pt x="7246754" y="3475550"/>
                  </a:lnTo>
                  <a:lnTo>
                    <a:pt x="7155333" y="3465865"/>
                  </a:lnTo>
                  <a:lnTo>
                    <a:pt x="7067337" y="3454832"/>
                  </a:lnTo>
                  <a:lnTo>
                    <a:pt x="6984586" y="3442419"/>
                  </a:lnTo>
                  <a:lnTo>
                    <a:pt x="6907942" y="3428535"/>
                  </a:lnTo>
                  <a:lnTo>
                    <a:pt x="6837534" y="3413028"/>
                  </a:lnTo>
                  <a:lnTo>
                    <a:pt x="6772976" y="3395684"/>
                  </a:lnTo>
                  <a:lnTo>
                    <a:pt x="6713565" y="3376233"/>
                  </a:lnTo>
                  <a:lnTo>
                    <a:pt x="6658427" y="3354370"/>
                  </a:lnTo>
                  <a:lnTo>
                    <a:pt x="6606622" y="3329777"/>
                  </a:lnTo>
                  <a:lnTo>
                    <a:pt x="6557232" y="3302176"/>
                  </a:lnTo>
                  <a:lnTo>
                    <a:pt x="6515891" y="3275794"/>
                  </a:lnTo>
                  <a:lnTo>
                    <a:pt x="6471132" y="3243931"/>
                  </a:lnTo>
                  <a:lnTo>
                    <a:pt x="6426810" y="3209118"/>
                  </a:lnTo>
                  <a:lnTo>
                    <a:pt x="6382533" y="3171306"/>
                  </a:lnTo>
                  <a:lnTo>
                    <a:pt x="6338020" y="3130522"/>
                  </a:lnTo>
                  <a:lnTo>
                    <a:pt x="6293087" y="3086888"/>
                  </a:lnTo>
                  <a:lnTo>
                    <a:pt x="6247636" y="3040622"/>
                  </a:lnTo>
                  <a:lnTo>
                    <a:pt x="6201648" y="2992039"/>
                  </a:lnTo>
                  <a:lnTo>
                    <a:pt x="6155171" y="2941552"/>
                  </a:lnTo>
                  <a:lnTo>
                    <a:pt x="6108306" y="2889654"/>
                  </a:lnTo>
                  <a:lnTo>
                    <a:pt x="6061198" y="2836904"/>
                  </a:lnTo>
                  <a:lnTo>
                    <a:pt x="6014016" y="2783899"/>
                  </a:lnTo>
                  <a:lnTo>
                    <a:pt x="5966938" y="2731250"/>
                  </a:lnTo>
                  <a:lnTo>
                    <a:pt x="5920128" y="2679550"/>
                  </a:lnTo>
                  <a:lnTo>
                    <a:pt x="5873727" y="2629349"/>
                  </a:lnTo>
                  <a:lnTo>
                    <a:pt x="5827827" y="2581127"/>
                  </a:lnTo>
                  <a:lnTo>
                    <a:pt x="5782467" y="2535281"/>
                  </a:lnTo>
                  <a:lnTo>
                    <a:pt x="5737613" y="2492110"/>
                  </a:lnTo>
                  <a:lnTo>
                    <a:pt x="5693154" y="2451817"/>
                  </a:lnTo>
                  <a:lnTo>
                    <a:pt x="5648892" y="2414506"/>
                  </a:lnTo>
                  <a:lnTo>
                    <a:pt x="5604528" y="2380192"/>
                  </a:lnTo>
                  <a:lnTo>
                    <a:pt x="5567201" y="2353853"/>
                  </a:lnTo>
                  <a:lnTo>
                    <a:pt x="5519239" y="2323525"/>
                  </a:lnTo>
                  <a:lnTo>
                    <a:pt x="5469572" y="2296346"/>
                  </a:lnTo>
                  <a:lnTo>
                    <a:pt x="5417368" y="2272143"/>
                  </a:lnTo>
                  <a:lnTo>
                    <a:pt x="5361702" y="2250628"/>
                  </a:lnTo>
                  <a:lnTo>
                    <a:pt x="5301639" y="2231482"/>
                  </a:lnTo>
                  <a:lnTo>
                    <a:pt x="5236319" y="2214403"/>
                  </a:lnTo>
                  <a:lnTo>
                    <a:pt x="5165074" y="2199128"/>
                  </a:lnTo>
                  <a:lnTo>
                    <a:pt x="5087577" y="2185453"/>
                  </a:lnTo>
                  <a:lnTo>
                    <a:pt x="5004041" y="2173232"/>
                  </a:lnTo>
                  <a:lnTo>
                    <a:pt x="4915447" y="2162383"/>
                  </a:lnTo>
                  <a:lnTo>
                    <a:pt x="4823760" y="2152882"/>
                  </a:lnTo>
                  <a:lnTo>
                    <a:pt x="4732026" y="2144745"/>
                  </a:lnTo>
                  <a:lnTo>
                    <a:pt x="4644251" y="2138006"/>
                  </a:lnTo>
                  <a:lnTo>
                    <a:pt x="4564945" y="2132681"/>
                  </a:lnTo>
                  <a:lnTo>
                    <a:pt x="4498343" y="2128736"/>
                  </a:lnTo>
                  <a:lnTo>
                    <a:pt x="4447471" y="2126059"/>
                  </a:lnTo>
                  <a:lnTo>
                    <a:pt x="4413355" y="2124453"/>
                  </a:lnTo>
                  <a:lnTo>
                    <a:pt x="4394641" y="2123662"/>
                  </a:lnTo>
                  <a:lnTo>
                    <a:pt x="4387679" y="2123397"/>
                  </a:lnTo>
                  <a:lnTo>
                    <a:pt x="4386855" y="2123368"/>
                  </a:lnTo>
                  <a:lnTo>
                    <a:pt x="3848118" y="2123368"/>
                  </a:lnTo>
                  <a:lnTo>
                    <a:pt x="3846895" y="2123302"/>
                  </a:lnTo>
                  <a:lnTo>
                    <a:pt x="3838905" y="2122828"/>
                  </a:lnTo>
                  <a:lnTo>
                    <a:pt x="3818940" y="2121518"/>
                  </a:lnTo>
                  <a:lnTo>
                    <a:pt x="3783703" y="2118946"/>
                  </a:lnTo>
                  <a:lnTo>
                    <a:pt x="3732103" y="2114737"/>
                  </a:lnTo>
                  <a:lnTo>
                    <a:pt x="3665311" y="2108611"/>
                  </a:lnTo>
                  <a:lnTo>
                    <a:pt x="3586356" y="2100411"/>
                  </a:lnTo>
                  <a:lnTo>
                    <a:pt x="3499364" y="2090091"/>
                  </a:lnTo>
                  <a:lnTo>
                    <a:pt x="3408677" y="2077678"/>
                  </a:lnTo>
                  <a:lnTo>
                    <a:pt x="3318133" y="2063222"/>
                  </a:lnTo>
                  <a:lnTo>
                    <a:pt x="3230649" y="2046747"/>
                  </a:lnTo>
                  <a:lnTo>
                    <a:pt x="3148106" y="2028215"/>
                  </a:lnTo>
                  <a:lnTo>
                    <a:pt x="3071453" y="2007506"/>
                  </a:lnTo>
                  <a:lnTo>
                    <a:pt x="3000906" y="1984406"/>
                  </a:lnTo>
                  <a:lnTo>
                    <a:pt x="2936160" y="1958612"/>
                  </a:lnTo>
                  <a:lnTo>
                    <a:pt x="2876577" y="1929742"/>
                  </a:lnTo>
                  <a:lnTo>
                    <a:pt x="2821338" y="1897348"/>
                  </a:lnTo>
                  <a:lnTo>
                    <a:pt x="2769541" y="1860959"/>
                  </a:lnTo>
                  <a:lnTo>
                    <a:pt x="2720291" y="1820142"/>
                  </a:lnTo>
                  <a:lnTo>
                    <a:pt x="2672774" y="1774616"/>
                  </a:lnTo>
                  <a:lnTo>
                    <a:pt x="2667772" y="1769473"/>
                  </a:lnTo>
                  <a:lnTo>
                    <a:pt x="2628304" y="1726601"/>
                  </a:lnTo>
                  <a:lnTo>
                    <a:pt x="2589216" y="1680226"/>
                  </a:lnTo>
                  <a:lnTo>
                    <a:pt x="2550225" y="1630280"/>
                  </a:lnTo>
                  <a:lnTo>
                    <a:pt x="2511118" y="1576766"/>
                  </a:lnTo>
                  <a:lnTo>
                    <a:pt x="2471743" y="1519770"/>
                  </a:lnTo>
                  <a:lnTo>
                    <a:pt x="2432003" y="1459465"/>
                  </a:lnTo>
                  <a:lnTo>
                    <a:pt x="2391849" y="1396116"/>
                  </a:lnTo>
                  <a:lnTo>
                    <a:pt x="2351280" y="1330079"/>
                  </a:lnTo>
                  <a:lnTo>
                    <a:pt x="2310333" y="1261796"/>
                  </a:lnTo>
                  <a:lnTo>
                    <a:pt x="2269078" y="1191787"/>
                  </a:lnTo>
                  <a:lnTo>
                    <a:pt x="2227611" y="1120629"/>
                  </a:lnTo>
                  <a:lnTo>
                    <a:pt x="2186045" y="1048945"/>
                  </a:lnTo>
                  <a:lnTo>
                    <a:pt x="2144500" y="977375"/>
                  </a:lnTo>
                  <a:lnTo>
                    <a:pt x="2103096" y="906556"/>
                  </a:lnTo>
                  <a:lnTo>
                    <a:pt x="2061941" y="837096"/>
                  </a:lnTo>
                  <a:lnTo>
                    <a:pt x="2021121" y="769555"/>
                  </a:lnTo>
                  <a:lnTo>
                    <a:pt x="1980698" y="704426"/>
                  </a:lnTo>
                  <a:lnTo>
                    <a:pt x="1940693" y="642122"/>
                  </a:lnTo>
                  <a:lnTo>
                    <a:pt x="1901090" y="582967"/>
                  </a:lnTo>
                  <a:lnTo>
                    <a:pt x="1861824" y="527192"/>
                  </a:lnTo>
                  <a:lnTo>
                    <a:pt x="1822779" y="474940"/>
                  </a:lnTo>
                  <a:lnTo>
                    <a:pt x="1783782" y="426265"/>
                  </a:lnTo>
                  <a:lnTo>
                    <a:pt x="1744595" y="381146"/>
                  </a:lnTo>
                  <a:lnTo>
                    <a:pt x="1719082" y="353894"/>
                  </a:lnTo>
                  <a:lnTo>
                    <a:pt x="1671709" y="307861"/>
                  </a:lnTo>
                  <a:lnTo>
                    <a:pt x="1622680" y="266550"/>
                  </a:lnTo>
                  <a:lnTo>
                    <a:pt x="1571197" y="229707"/>
                  </a:lnTo>
                  <a:lnTo>
                    <a:pt x="1516369" y="196909"/>
                  </a:lnTo>
                  <a:lnTo>
                    <a:pt x="1457292" y="167685"/>
                  </a:lnTo>
                  <a:lnTo>
                    <a:pt x="1393132" y="141582"/>
                  </a:lnTo>
                  <a:lnTo>
                    <a:pt x="1323226" y="118210"/>
                  </a:lnTo>
                  <a:lnTo>
                    <a:pt x="1247227" y="97257"/>
                  </a:lnTo>
                  <a:lnTo>
                    <a:pt x="1165282" y="78500"/>
                  </a:lnTo>
                  <a:lnTo>
                    <a:pt x="1078254" y="61809"/>
                  </a:lnTo>
                  <a:lnTo>
                    <a:pt x="987916" y="47137"/>
                  </a:lnTo>
                  <a:lnTo>
                    <a:pt x="897075" y="34503"/>
                  </a:lnTo>
                  <a:lnTo>
                    <a:pt x="809485" y="23957"/>
                  </a:lnTo>
                  <a:lnTo>
                    <a:pt x="729464" y="15531"/>
                  </a:lnTo>
                  <a:lnTo>
                    <a:pt x="661201" y="9190"/>
                  </a:lnTo>
                  <a:lnTo>
                    <a:pt x="607885" y="4787"/>
                  </a:lnTo>
                  <a:lnTo>
                    <a:pt x="570911" y="2057"/>
                  </a:lnTo>
                  <a:lnTo>
                    <a:pt x="549436" y="632"/>
                  </a:lnTo>
                  <a:lnTo>
                    <a:pt x="540384" y="9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71" name="pl471"/>
            <p:cNvSpPr/>
            <p:nvPr/>
          </p:nvSpPr>
          <p:spPr>
            <a:xfrm>
              <a:off x="546595" y="2596154"/>
              <a:ext cx="8234974" cy="3506280"/>
            </a:xfrm>
            <a:custGeom>
              <a:avLst/>
              <a:pathLst>
                <a:path w="8234974" h="3506280">
                  <a:moveTo>
                    <a:pt x="0" y="0"/>
                  </a:moveTo>
                  <a:lnTo>
                    <a:pt x="538736" y="0"/>
                  </a:lnTo>
                  <a:lnTo>
                    <a:pt x="539959" y="66"/>
                  </a:lnTo>
                  <a:lnTo>
                    <a:pt x="547950" y="540"/>
                  </a:lnTo>
                  <a:lnTo>
                    <a:pt x="567914" y="1850"/>
                  </a:lnTo>
                  <a:lnTo>
                    <a:pt x="603152" y="4421"/>
                  </a:lnTo>
                  <a:lnTo>
                    <a:pt x="654751" y="8631"/>
                  </a:lnTo>
                  <a:lnTo>
                    <a:pt x="721544" y="14756"/>
                  </a:lnTo>
                  <a:lnTo>
                    <a:pt x="800499" y="22956"/>
                  </a:lnTo>
                  <a:lnTo>
                    <a:pt x="887491" y="33277"/>
                  </a:lnTo>
                  <a:lnTo>
                    <a:pt x="978178" y="45690"/>
                  </a:lnTo>
                  <a:lnTo>
                    <a:pt x="1068721" y="60146"/>
                  </a:lnTo>
                  <a:lnTo>
                    <a:pt x="1156206" y="76620"/>
                  </a:lnTo>
                  <a:lnTo>
                    <a:pt x="1238749" y="95152"/>
                  </a:lnTo>
                  <a:lnTo>
                    <a:pt x="1315401" y="115862"/>
                  </a:lnTo>
                  <a:lnTo>
                    <a:pt x="1385948" y="138962"/>
                  </a:lnTo>
                  <a:lnTo>
                    <a:pt x="1450695" y="164755"/>
                  </a:lnTo>
                  <a:lnTo>
                    <a:pt x="1510277" y="193626"/>
                  </a:lnTo>
                  <a:lnTo>
                    <a:pt x="1565516" y="226019"/>
                  </a:lnTo>
                  <a:lnTo>
                    <a:pt x="1617313" y="262408"/>
                  </a:lnTo>
                  <a:lnTo>
                    <a:pt x="1666564" y="303225"/>
                  </a:lnTo>
                  <a:lnTo>
                    <a:pt x="1714081" y="348751"/>
                  </a:lnTo>
                  <a:lnTo>
                    <a:pt x="1719082" y="353894"/>
                  </a:lnTo>
                  <a:lnTo>
                    <a:pt x="1758551" y="396766"/>
                  </a:lnTo>
                  <a:lnTo>
                    <a:pt x="1797639" y="443141"/>
                  </a:lnTo>
                  <a:lnTo>
                    <a:pt x="1836630" y="493087"/>
                  </a:lnTo>
                  <a:lnTo>
                    <a:pt x="1875736" y="546601"/>
                  </a:lnTo>
                  <a:lnTo>
                    <a:pt x="1915111" y="603597"/>
                  </a:lnTo>
                  <a:lnTo>
                    <a:pt x="1954852" y="663902"/>
                  </a:lnTo>
                  <a:lnTo>
                    <a:pt x="1995005" y="727251"/>
                  </a:lnTo>
                  <a:lnTo>
                    <a:pt x="2035574" y="793288"/>
                  </a:lnTo>
                  <a:lnTo>
                    <a:pt x="2076521" y="861571"/>
                  </a:lnTo>
                  <a:lnTo>
                    <a:pt x="2117776" y="931581"/>
                  </a:lnTo>
                  <a:lnTo>
                    <a:pt x="2159243" y="1002738"/>
                  </a:lnTo>
                  <a:lnTo>
                    <a:pt x="2200810" y="1074422"/>
                  </a:lnTo>
                  <a:lnTo>
                    <a:pt x="2242355" y="1145992"/>
                  </a:lnTo>
                  <a:lnTo>
                    <a:pt x="2283759" y="1216811"/>
                  </a:lnTo>
                  <a:lnTo>
                    <a:pt x="2324914" y="1286271"/>
                  </a:lnTo>
                  <a:lnTo>
                    <a:pt x="2365733" y="1353812"/>
                  </a:lnTo>
                  <a:lnTo>
                    <a:pt x="2406157" y="1418941"/>
                  </a:lnTo>
                  <a:lnTo>
                    <a:pt x="2446161" y="1481245"/>
                  </a:lnTo>
                  <a:lnTo>
                    <a:pt x="2485764" y="1540401"/>
                  </a:lnTo>
                  <a:lnTo>
                    <a:pt x="2525030" y="1596175"/>
                  </a:lnTo>
                  <a:lnTo>
                    <a:pt x="2564075" y="1648427"/>
                  </a:lnTo>
                  <a:lnTo>
                    <a:pt x="2603073" y="1697102"/>
                  </a:lnTo>
                  <a:lnTo>
                    <a:pt x="2642259" y="1742222"/>
                  </a:lnTo>
                  <a:lnTo>
                    <a:pt x="2667772" y="1769473"/>
                  </a:lnTo>
                  <a:lnTo>
                    <a:pt x="2715146" y="1815507"/>
                  </a:lnTo>
                  <a:lnTo>
                    <a:pt x="2764175" y="1856817"/>
                  </a:lnTo>
                  <a:lnTo>
                    <a:pt x="2815657" y="1893660"/>
                  </a:lnTo>
                  <a:lnTo>
                    <a:pt x="2870485" y="1926458"/>
                  </a:lnTo>
                  <a:lnTo>
                    <a:pt x="2929562" y="1955683"/>
                  </a:lnTo>
                  <a:lnTo>
                    <a:pt x="2993723" y="1981785"/>
                  </a:lnTo>
                  <a:lnTo>
                    <a:pt x="3063629" y="2005157"/>
                  </a:lnTo>
                  <a:lnTo>
                    <a:pt x="3139628" y="2026110"/>
                  </a:lnTo>
                  <a:lnTo>
                    <a:pt x="3221572" y="2044867"/>
                  </a:lnTo>
                  <a:lnTo>
                    <a:pt x="3308601" y="2061558"/>
                  </a:lnTo>
                  <a:lnTo>
                    <a:pt x="3398939" y="2076230"/>
                  </a:lnTo>
                  <a:lnTo>
                    <a:pt x="3489779" y="2088864"/>
                  </a:lnTo>
                  <a:lnTo>
                    <a:pt x="3577370" y="2099410"/>
                  </a:lnTo>
                  <a:lnTo>
                    <a:pt x="3657391" y="2107836"/>
                  </a:lnTo>
                  <a:lnTo>
                    <a:pt x="3725654" y="2114178"/>
                  </a:lnTo>
                  <a:lnTo>
                    <a:pt x="3778969" y="2118580"/>
                  </a:lnTo>
                  <a:lnTo>
                    <a:pt x="3815944" y="2121310"/>
                  </a:lnTo>
                  <a:lnTo>
                    <a:pt x="3837419" y="2122735"/>
                  </a:lnTo>
                  <a:lnTo>
                    <a:pt x="3846471" y="2123278"/>
                  </a:lnTo>
                  <a:lnTo>
                    <a:pt x="3848117" y="2123368"/>
                  </a:lnTo>
                  <a:lnTo>
                    <a:pt x="3848118" y="2123368"/>
                  </a:lnTo>
                  <a:lnTo>
                    <a:pt x="4386855" y="2123368"/>
                  </a:lnTo>
                  <a:lnTo>
                    <a:pt x="4388123" y="2123413"/>
                  </a:lnTo>
                  <a:lnTo>
                    <a:pt x="4396397" y="2123733"/>
                  </a:lnTo>
                  <a:lnTo>
                    <a:pt x="4417043" y="2124618"/>
                  </a:lnTo>
                  <a:lnTo>
                    <a:pt x="4453417" y="2126355"/>
                  </a:lnTo>
                  <a:lnTo>
                    <a:pt x="4506544" y="2129196"/>
                  </a:lnTo>
                  <a:lnTo>
                    <a:pt x="4575093" y="2133324"/>
                  </a:lnTo>
                  <a:lnTo>
                    <a:pt x="4655818" y="2138841"/>
                  </a:lnTo>
                  <a:lnTo>
                    <a:pt x="4744394" y="2145772"/>
                  </a:lnTo>
                  <a:lnTo>
                    <a:pt x="4836339" y="2154098"/>
                  </a:lnTo>
                  <a:lnTo>
                    <a:pt x="4927759" y="2163783"/>
                  </a:lnTo>
                  <a:lnTo>
                    <a:pt x="5015755" y="2174815"/>
                  </a:lnTo>
                  <a:lnTo>
                    <a:pt x="5098507" y="2187228"/>
                  </a:lnTo>
                  <a:lnTo>
                    <a:pt x="5175150" y="2201112"/>
                  </a:lnTo>
                  <a:lnTo>
                    <a:pt x="5245559" y="2216619"/>
                  </a:lnTo>
                  <a:lnTo>
                    <a:pt x="5310117" y="2233964"/>
                  </a:lnTo>
                  <a:lnTo>
                    <a:pt x="5369527" y="2253414"/>
                  </a:lnTo>
                  <a:lnTo>
                    <a:pt x="5424666" y="2275277"/>
                  </a:lnTo>
                  <a:lnTo>
                    <a:pt x="5476471" y="2299870"/>
                  </a:lnTo>
                  <a:lnTo>
                    <a:pt x="5525860" y="2327471"/>
                  </a:lnTo>
                  <a:lnTo>
                    <a:pt x="5567201" y="2353853"/>
                  </a:lnTo>
                  <a:lnTo>
                    <a:pt x="5611961" y="2385717"/>
                  </a:lnTo>
                  <a:lnTo>
                    <a:pt x="5656283" y="2420529"/>
                  </a:lnTo>
                  <a:lnTo>
                    <a:pt x="5700560" y="2458342"/>
                  </a:lnTo>
                  <a:lnTo>
                    <a:pt x="5745073" y="2499125"/>
                  </a:lnTo>
                  <a:lnTo>
                    <a:pt x="5790006" y="2542759"/>
                  </a:lnTo>
                  <a:lnTo>
                    <a:pt x="5835456" y="2589026"/>
                  </a:lnTo>
                  <a:lnTo>
                    <a:pt x="5881444" y="2637608"/>
                  </a:lnTo>
                  <a:lnTo>
                    <a:pt x="5927922" y="2688095"/>
                  </a:lnTo>
                  <a:lnTo>
                    <a:pt x="5974787" y="2739993"/>
                  </a:lnTo>
                  <a:lnTo>
                    <a:pt x="6021895" y="2792744"/>
                  </a:lnTo>
                  <a:lnTo>
                    <a:pt x="6069076" y="2845749"/>
                  </a:lnTo>
                  <a:lnTo>
                    <a:pt x="6116155" y="2898398"/>
                  </a:lnTo>
                  <a:lnTo>
                    <a:pt x="6162964" y="2950097"/>
                  </a:lnTo>
                  <a:lnTo>
                    <a:pt x="6209366" y="3000299"/>
                  </a:lnTo>
                  <a:lnTo>
                    <a:pt x="6255265" y="3048520"/>
                  </a:lnTo>
                  <a:lnTo>
                    <a:pt x="6300626" y="3094367"/>
                  </a:lnTo>
                  <a:lnTo>
                    <a:pt x="6345480" y="3137537"/>
                  </a:lnTo>
                  <a:lnTo>
                    <a:pt x="6389938" y="3177830"/>
                  </a:lnTo>
                  <a:lnTo>
                    <a:pt x="6434200" y="3215141"/>
                  </a:lnTo>
                  <a:lnTo>
                    <a:pt x="6478565" y="3249455"/>
                  </a:lnTo>
                  <a:lnTo>
                    <a:pt x="6515891" y="3275794"/>
                  </a:lnTo>
                  <a:lnTo>
                    <a:pt x="6563853" y="3306123"/>
                  </a:lnTo>
                  <a:lnTo>
                    <a:pt x="6613521" y="3333301"/>
                  </a:lnTo>
                  <a:lnTo>
                    <a:pt x="6665725" y="3357504"/>
                  </a:lnTo>
                  <a:lnTo>
                    <a:pt x="6721390" y="3379019"/>
                  </a:lnTo>
                  <a:lnTo>
                    <a:pt x="6781454" y="3398165"/>
                  </a:lnTo>
                  <a:lnTo>
                    <a:pt x="6846773" y="3415245"/>
                  </a:lnTo>
                  <a:lnTo>
                    <a:pt x="6918018" y="3430519"/>
                  </a:lnTo>
                  <a:lnTo>
                    <a:pt x="6995515" y="3444195"/>
                  </a:lnTo>
                  <a:lnTo>
                    <a:pt x="7079052" y="3456416"/>
                  </a:lnTo>
                  <a:lnTo>
                    <a:pt x="7167645" y="3467264"/>
                  </a:lnTo>
                  <a:lnTo>
                    <a:pt x="7259332" y="3476765"/>
                  </a:lnTo>
                  <a:lnTo>
                    <a:pt x="7351066" y="3484902"/>
                  </a:lnTo>
                  <a:lnTo>
                    <a:pt x="7438841" y="3491642"/>
                  </a:lnTo>
                  <a:lnTo>
                    <a:pt x="7518147" y="3496966"/>
                  </a:lnTo>
                  <a:lnTo>
                    <a:pt x="7584750" y="3500911"/>
                  </a:lnTo>
                  <a:lnTo>
                    <a:pt x="7635622" y="3503589"/>
                  </a:lnTo>
                  <a:lnTo>
                    <a:pt x="7669737" y="3505194"/>
                  </a:lnTo>
                  <a:lnTo>
                    <a:pt x="7688451" y="3505985"/>
                  </a:lnTo>
                  <a:lnTo>
                    <a:pt x="7695414" y="3506251"/>
                  </a:lnTo>
                  <a:lnTo>
                    <a:pt x="7696237" y="3506280"/>
                  </a:lnTo>
                  <a:lnTo>
                    <a:pt x="8234974" y="35062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2" name="pl472"/>
            <p:cNvSpPr/>
            <p:nvPr/>
          </p:nvSpPr>
          <p:spPr>
            <a:xfrm>
              <a:off x="546595" y="2585265"/>
              <a:ext cx="8234974" cy="3506280"/>
            </a:xfrm>
            <a:custGeom>
              <a:avLst/>
              <a:pathLst>
                <a:path w="8234974" h="3506280">
                  <a:moveTo>
                    <a:pt x="8234974" y="3506280"/>
                  </a:moveTo>
                  <a:lnTo>
                    <a:pt x="7696237" y="3506280"/>
                  </a:lnTo>
                  <a:lnTo>
                    <a:pt x="7694970" y="3506235"/>
                  </a:lnTo>
                  <a:lnTo>
                    <a:pt x="7686696" y="3505915"/>
                  </a:lnTo>
                  <a:lnTo>
                    <a:pt x="7666049" y="3505029"/>
                  </a:lnTo>
                  <a:lnTo>
                    <a:pt x="7629676" y="3503292"/>
                  </a:lnTo>
                  <a:lnTo>
                    <a:pt x="7576548" y="3500451"/>
                  </a:lnTo>
                  <a:lnTo>
                    <a:pt x="7508000" y="3496323"/>
                  </a:lnTo>
                  <a:lnTo>
                    <a:pt x="7427274" y="3490807"/>
                  </a:lnTo>
                  <a:lnTo>
                    <a:pt x="7338699" y="3483875"/>
                  </a:lnTo>
                  <a:lnTo>
                    <a:pt x="7246754" y="3475550"/>
                  </a:lnTo>
                  <a:lnTo>
                    <a:pt x="7155333" y="3465865"/>
                  </a:lnTo>
                  <a:lnTo>
                    <a:pt x="7067337" y="3454832"/>
                  </a:lnTo>
                  <a:lnTo>
                    <a:pt x="6984586" y="3442419"/>
                  </a:lnTo>
                  <a:lnTo>
                    <a:pt x="6907942" y="3428535"/>
                  </a:lnTo>
                  <a:lnTo>
                    <a:pt x="6837534" y="3413028"/>
                  </a:lnTo>
                  <a:lnTo>
                    <a:pt x="6772976" y="3395684"/>
                  </a:lnTo>
                  <a:lnTo>
                    <a:pt x="6713565" y="3376233"/>
                  </a:lnTo>
                  <a:lnTo>
                    <a:pt x="6658427" y="3354370"/>
                  </a:lnTo>
                  <a:lnTo>
                    <a:pt x="6606622" y="3329777"/>
                  </a:lnTo>
                  <a:lnTo>
                    <a:pt x="6557232" y="3302176"/>
                  </a:lnTo>
                  <a:lnTo>
                    <a:pt x="6515891" y="3275794"/>
                  </a:lnTo>
                  <a:lnTo>
                    <a:pt x="6471132" y="3243931"/>
                  </a:lnTo>
                  <a:lnTo>
                    <a:pt x="6426810" y="3209118"/>
                  </a:lnTo>
                  <a:lnTo>
                    <a:pt x="6382533" y="3171306"/>
                  </a:lnTo>
                  <a:lnTo>
                    <a:pt x="6338020" y="3130522"/>
                  </a:lnTo>
                  <a:lnTo>
                    <a:pt x="6293087" y="3086888"/>
                  </a:lnTo>
                  <a:lnTo>
                    <a:pt x="6247636" y="3040622"/>
                  </a:lnTo>
                  <a:lnTo>
                    <a:pt x="6201648" y="2992039"/>
                  </a:lnTo>
                  <a:lnTo>
                    <a:pt x="6155171" y="2941552"/>
                  </a:lnTo>
                  <a:lnTo>
                    <a:pt x="6108306" y="2889654"/>
                  </a:lnTo>
                  <a:lnTo>
                    <a:pt x="6061198" y="2836904"/>
                  </a:lnTo>
                  <a:lnTo>
                    <a:pt x="6014016" y="2783899"/>
                  </a:lnTo>
                  <a:lnTo>
                    <a:pt x="5966938" y="2731250"/>
                  </a:lnTo>
                  <a:lnTo>
                    <a:pt x="5920128" y="2679550"/>
                  </a:lnTo>
                  <a:lnTo>
                    <a:pt x="5873727" y="2629349"/>
                  </a:lnTo>
                  <a:lnTo>
                    <a:pt x="5827827" y="2581127"/>
                  </a:lnTo>
                  <a:lnTo>
                    <a:pt x="5782467" y="2535281"/>
                  </a:lnTo>
                  <a:lnTo>
                    <a:pt x="5737613" y="2492110"/>
                  </a:lnTo>
                  <a:lnTo>
                    <a:pt x="5693154" y="2451817"/>
                  </a:lnTo>
                  <a:lnTo>
                    <a:pt x="5648892" y="2414506"/>
                  </a:lnTo>
                  <a:lnTo>
                    <a:pt x="5604528" y="2380192"/>
                  </a:lnTo>
                  <a:lnTo>
                    <a:pt x="5567201" y="2353853"/>
                  </a:lnTo>
                  <a:lnTo>
                    <a:pt x="5519239" y="2323525"/>
                  </a:lnTo>
                  <a:lnTo>
                    <a:pt x="5469572" y="2296346"/>
                  </a:lnTo>
                  <a:lnTo>
                    <a:pt x="5417368" y="2272143"/>
                  </a:lnTo>
                  <a:lnTo>
                    <a:pt x="5361702" y="2250628"/>
                  </a:lnTo>
                  <a:lnTo>
                    <a:pt x="5301639" y="2231482"/>
                  </a:lnTo>
                  <a:lnTo>
                    <a:pt x="5236319" y="2214403"/>
                  </a:lnTo>
                  <a:lnTo>
                    <a:pt x="5165074" y="2199128"/>
                  </a:lnTo>
                  <a:lnTo>
                    <a:pt x="5087577" y="2185453"/>
                  </a:lnTo>
                  <a:lnTo>
                    <a:pt x="5004041" y="2173232"/>
                  </a:lnTo>
                  <a:lnTo>
                    <a:pt x="4915447" y="2162383"/>
                  </a:lnTo>
                  <a:lnTo>
                    <a:pt x="4823760" y="2152882"/>
                  </a:lnTo>
                  <a:lnTo>
                    <a:pt x="4732026" y="2144745"/>
                  </a:lnTo>
                  <a:lnTo>
                    <a:pt x="4644251" y="2138006"/>
                  </a:lnTo>
                  <a:lnTo>
                    <a:pt x="4564945" y="2132681"/>
                  </a:lnTo>
                  <a:lnTo>
                    <a:pt x="4498343" y="2128736"/>
                  </a:lnTo>
                  <a:lnTo>
                    <a:pt x="4447471" y="2126059"/>
                  </a:lnTo>
                  <a:lnTo>
                    <a:pt x="4413355" y="2124453"/>
                  </a:lnTo>
                  <a:lnTo>
                    <a:pt x="4394641" y="2123662"/>
                  </a:lnTo>
                  <a:lnTo>
                    <a:pt x="4387679" y="2123397"/>
                  </a:lnTo>
                  <a:lnTo>
                    <a:pt x="4386855" y="2123368"/>
                  </a:lnTo>
                  <a:lnTo>
                    <a:pt x="3848118" y="2123368"/>
                  </a:lnTo>
                  <a:lnTo>
                    <a:pt x="3846895" y="2123302"/>
                  </a:lnTo>
                  <a:lnTo>
                    <a:pt x="3838905" y="2122828"/>
                  </a:lnTo>
                  <a:lnTo>
                    <a:pt x="3818940" y="2121518"/>
                  </a:lnTo>
                  <a:lnTo>
                    <a:pt x="3783703" y="2118946"/>
                  </a:lnTo>
                  <a:lnTo>
                    <a:pt x="3732103" y="2114737"/>
                  </a:lnTo>
                  <a:lnTo>
                    <a:pt x="3665311" y="2108611"/>
                  </a:lnTo>
                  <a:lnTo>
                    <a:pt x="3586356" y="2100411"/>
                  </a:lnTo>
                  <a:lnTo>
                    <a:pt x="3499364" y="2090091"/>
                  </a:lnTo>
                  <a:lnTo>
                    <a:pt x="3408677" y="2077678"/>
                  </a:lnTo>
                  <a:lnTo>
                    <a:pt x="3318133" y="2063222"/>
                  </a:lnTo>
                  <a:lnTo>
                    <a:pt x="3230649" y="2046747"/>
                  </a:lnTo>
                  <a:lnTo>
                    <a:pt x="3148106" y="2028215"/>
                  </a:lnTo>
                  <a:lnTo>
                    <a:pt x="3071453" y="2007506"/>
                  </a:lnTo>
                  <a:lnTo>
                    <a:pt x="3000906" y="1984406"/>
                  </a:lnTo>
                  <a:lnTo>
                    <a:pt x="2936160" y="1958612"/>
                  </a:lnTo>
                  <a:lnTo>
                    <a:pt x="2876577" y="1929742"/>
                  </a:lnTo>
                  <a:lnTo>
                    <a:pt x="2821338" y="1897348"/>
                  </a:lnTo>
                  <a:lnTo>
                    <a:pt x="2769541" y="1860959"/>
                  </a:lnTo>
                  <a:lnTo>
                    <a:pt x="2720291" y="1820142"/>
                  </a:lnTo>
                  <a:lnTo>
                    <a:pt x="2672774" y="1774616"/>
                  </a:lnTo>
                  <a:lnTo>
                    <a:pt x="2667772" y="1769473"/>
                  </a:lnTo>
                  <a:lnTo>
                    <a:pt x="2628304" y="1726601"/>
                  </a:lnTo>
                  <a:lnTo>
                    <a:pt x="2589216" y="1680226"/>
                  </a:lnTo>
                  <a:lnTo>
                    <a:pt x="2550225" y="1630280"/>
                  </a:lnTo>
                  <a:lnTo>
                    <a:pt x="2511118" y="1576766"/>
                  </a:lnTo>
                  <a:lnTo>
                    <a:pt x="2471743" y="1519770"/>
                  </a:lnTo>
                  <a:lnTo>
                    <a:pt x="2432003" y="1459465"/>
                  </a:lnTo>
                  <a:lnTo>
                    <a:pt x="2391849" y="1396116"/>
                  </a:lnTo>
                  <a:lnTo>
                    <a:pt x="2351280" y="1330079"/>
                  </a:lnTo>
                  <a:lnTo>
                    <a:pt x="2310333" y="1261796"/>
                  </a:lnTo>
                  <a:lnTo>
                    <a:pt x="2269078" y="1191787"/>
                  </a:lnTo>
                  <a:lnTo>
                    <a:pt x="2227611" y="1120629"/>
                  </a:lnTo>
                  <a:lnTo>
                    <a:pt x="2186045" y="1048945"/>
                  </a:lnTo>
                  <a:lnTo>
                    <a:pt x="2144500" y="977375"/>
                  </a:lnTo>
                  <a:lnTo>
                    <a:pt x="2103096" y="906556"/>
                  </a:lnTo>
                  <a:lnTo>
                    <a:pt x="2061941" y="837096"/>
                  </a:lnTo>
                  <a:lnTo>
                    <a:pt x="2021121" y="769555"/>
                  </a:lnTo>
                  <a:lnTo>
                    <a:pt x="1980698" y="704426"/>
                  </a:lnTo>
                  <a:lnTo>
                    <a:pt x="1940693" y="642122"/>
                  </a:lnTo>
                  <a:lnTo>
                    <a:pt x="1901090" y="582967"/>
                  </a:lnTo>
                  <a:lnTo>
                    <a:pt x="1861824" y="527192"/>
                  </a:lnTo>
                  <a:lnTo>
                    <a:pt x="1822779" y="474940"/>
                  </a:lnTo>
                  <a:lnTo>
                    <a:pt x="1783782" y="426265"/>
                  </a:lnTo>
                  <a:lnTo>
                    <a:pt x="1744595" y="381146"/>
                  </a:lnTo>
                  <a:lnTo>
                    <a:pt x="1719082" y="353894"/>
                  </a:lnTo>
                  <a:lnTo>
                    <a:pt x="1671709" y="307861"/>
                  </a:lnTo>
                  <a:lnTo>
                    <a:pt x="1622680" y="266550"/>
                  </a:lnTo>
                  <a:lnTo>
                    <a:pt x="1571197" y="229707"/>
                  </a:lnTo>
                  <a:lnTo>
                    <a:pt x="1516369" y="196909"/>
                  </a:lnTo>
                  <a:lnTo>
                    <a:pt x="1457292" y="167685"/>
                  </a:lnTo>
                  <a:lnTo>
                    <a:pt x="1393132" y="141582"/>
                  </a:lnTo>
                  <a:lnTo>
                    <a:pt x="1323226" y="118210"/>
                  </a:lnTo>
                  <a:lnTo>
                    <a:pt x="1247227" y="97257"/>
                  </a:lnTo>
                  <a:lnTo>
                    <a:pt x="1165282" y="78500"/>
                  </a:lnTo>
                  <a:lnTo>
                    <a:pt x="1078254" y="61809"/>
                  </a:lnTo>
                  <a:lnTo>
                    <a:pt x="987916" y="47137"/>
                  </a:lnTo>
                  <a:lnTo>
                    <a:pt x="897075" y="34503"/>
                  </a:lnTo>
                  <a:lnTo>
                    <a:pt x="809485" y="23957"/>
                  </a:lnTo>
                  <a:lnTo>
                    <a:pt x="729464" y="15531"/>
                  </a:lnTo>
                  <a:lnTo>
                    <a:pt x="661201" y="9190"/>
                  </a:lnTo>
                  <a:lnTo>
                    <a:pt x="607885" y="4787"/>
                  </a:lnTo>
                  <a:lnTo>
                    <a:pt x="570911" y="2057"/>
                  </a:lnTo>
                  <a:lnTo>
                    <a:pt x="549436" y="632"/>
                  </a:lnTo>
                  <a:lnTo>
                    <a:pt x="540384" y="90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3" name="pg473"/>
            <p:cNvSpPr/>
            <p:nvPr/>
          </p:nvSpPr>
          <p:spPr>
            <a:xfrm>
              <a:off x="546595" y="1942810"/>
              <a:ext cx="8234974" cy="3174163"/>
            </a:xfrm>
            <a:custGeom>
              <a:avLst/>
              <a:pathLst>
                <a:path w="8234974" h="3174163">
                  <a:moveTo>
                    <a:pt x="0" y="849347"/>
                  </a:moveTo>
                  <a:lnTo>
                    <a:pt x="538736" y="849347"/>
                  </a:lnTo>
                  <a:lnTo>
                    <a:pt x="539945" y="849419"/>
                  </a:lnTo>
                  <a:lnTo>
                    <a:pt x="547843" y="849931"/>
                  </a:lnTo>
                  <a:lnTo>
                    <a:pt x="567584" y="851348"/>
                  </a:lnTo>
                  <a:lnTo>
                    <a:pt x="602449" y="854129"/>
                  </a:lnTo>
                  <a:lnTo>
                    <a:pt x="653546" y="858683"/>
                  </a:lnTo>
                  <a:lnTo>
                    <a:pt x="719758" y="865314"/>
                  </a:lnTo>
                  <a:lnTo>
                    <a:pt x="798125" y="874194"/>
                  </a:lnTo>
                  <a:lnTo>
                    <a:pt x="884587" y="885378"/>
                  </a:lnTo>
                  <a:lnTo>
                    <a:pt x="974848" y="898836"/>
                  </a:lnTo>
                  <a:lnTo>
                    <a:pt x="1065092" y="914514"/>
                  </a:lnTo>
                  <a:lnTo>
                    <a:pt x="1152397" y="932385"/>
                  </a:lnTo>
                  <a:lnTo>
                    <a:pt x="1234863" y="952485"/>
                  </a:lnTo>
                  <a:lnTo>
                    <a:pt x="1311512" y="974942"/>
                  </a:lnTo>
                  <a:lnTo>
                    <a:pt x="1382102" y="999981"/>
                  </a:lnTo>
                  <a:lnTo>
                    <a:pt x="1446910" y="1027923"/>
                  </a:lnTo>
                  <a:lnTo>
                    <a:pt x="1506551" y="1059179"/>
                  </a:lnTo>
                  <a:lnTo>
                    <a:pt x="1561828" y="1094229"/>
                  </a:lnTo>
                  <a:lnTo>
                    <a:pt x="1613628" y="1133583"/>
                  </a:lnTo>
                  <a:lnTo>
                    <a:pt x="1662839" y="1177715"/>
                  </a:lnTo>
                  <a:lnTo>
                    <a:pt x="1710273" y="1226947"/>
                  </a:lnTo>
                  <a:lnTo>
                    <a:pt x="1719082" y="1236816"/>
                  </a:lnTo>
                  <a:lnTo>
                    <a:pt x="1757310" y="1282213"/>
                  </a:lnTo>
                  <a:lnTo>
                    <a:pt x="1795173" y="1331204"/>
                  </a:lnTo>
                  <a:lnTo>
                    <a:pt x="1832929" y="1383859"/>
                  </a:lnTo>
                  <a:lnTo>
                    <a:pt x="1870778" y="1440182"/>
                  </a:lnTo>
                  <a:lnTo>
                    <a:pt x="1908864" y="1500096"/>
                  </a:lnTo>
                  <a:lnTo>
                    <a:pt x="1947281" y="1563442"/>
                  </a:lnTo>
                  <a:lnTo>
                    <a:pt x="1986082" y="1629974"/>
                  </a:lnTo>
                  <a:lnTo>
                    <a:pt x="2025274" y="1699354"/>
                  </a:lnTo>
                  <a:lnTo>
                    <a:pt x="2064834" y="1771163"/>
                  </a:lnTo>
                  <a:lnTo>
                    <a:pt x="2104704" y="1844905"/>
                  </a:lnTo>
                  <a:lnTo>
                    <a:pt x="2144803" y="1920018"/>
                  </a:lnTo>
                  <a:lnTo>
                    <a:pt x="2185034" y="1995898"/>
                  </a:lnTo>
                  <a:lnTo>
                    <a:pt x="2225288" y="2071912"/>
                  </a:lnTo>
                  <a:lnTo>
                    <a:pt x="2265455" y="2147421"/>
                  </a:lnTo>
                  <a:lnTo>
                    <a:pt x="2305431" y="2221805"/>
                  </a:lnTo>
                  <a:lnTo>
                    <a:pt x="2345129" y="2294485"/>
                  </a:lnTo>
                  <a:lnTo>
                    <a:pt x="2384479" y="2364933"/>
                  </a:lnTo>
                  <a:lnTo>
                    <a:pt x="2423444" y="2432698"/>
                  </a:lnTo>
                  <a:lnTo>
                    <a:pt x="2462017" y="2497408"/>
                  </a:lnTo>
                  <a:lnTo>
                    <a:pt x="2500233" y="2558777"/>
                  </a:lnTo>
                  <a:lnTo>
                    <a:pt x="2538166" y="2616611"/>
                  </a:lnTo>
                  <a:lnTo>
                    <a:pt x="2575940" y="2670800"/>
                  </a:lnTo>
                  <a:lnTo>
                    <a:pt x="2613730" y="2721313"/>
                  </a:lnTo>
                  <a:lnTo>
                    <a:pt x="2651770" y="2768196"/>
                  </a:lnTo>
                  <a:lnTo>
                    <a:pt x="2667772" y="2786694"/>
                  </a:lnTo>
                  <a:lnTo>
                    <a:pt x="2714951" y="2836900"/>
                  </a:lnTo>
                  <a:lnTo>
                    <a:pt x="2763768" y="2881977"/>
                  </a:lnTo>
                  <a:lnTo>
                    <a:pt x="2815013" y="2922199"/>
                  </a:lnTo>
                  <a:lnTo>
                    <a:pt x="2869564" y="2958022"/>
                  </a:lnTo>
                  <a:lnTo>
                    <a:pt x="2928316" y="2989956"/>
                  </a:lnTo>
                  <a:lnTo>
                    <a:pt x="2992095" y="3018490"/>
                  </a:lnTo>
                  <a:lnTo>
                    <a:pt x="3061560" y="3044048"/>
                  </a:lnTo>
                  <a:lnTo>
                    <a:pt x="3137066" y="3066973"/>
                  </a:lnTo>
                  <a:lnTo>
                    <a:pt x="3218483" y="3087505"/>
                  </a:lnTo>
                  <a:lnTo>
                    <a:pt x="3304991" y="3105791"/>
                  </a:lnTo>
                  <a:lnTo>
                    <a:pt x="3394873" y="3121884"/>
                  </a:lnTo>
                  <a:lnTo>
                    <a:pt x="3485399" y="3135765"/>
                  </a:lnTo>
                  <a:lnTo>
                    <a:pt x="3572901" y="3147381"/>
                  </a:lnTo>
                  <a:lnTo>
                    <a:pt x="3653125" y="3156696"/>
                  </a:lnTo>
                  <a:lnTo>
                    <a:pt x="3721902" y="3163741"/>
                  </a:lnTo>
                  <a:lnTo>
                    <a:pt x="3776001" y="3168668"/>
                  </a:lnTo>
                  <a:lnTo>
                    <a:pt x="3813914" y="3171755"/>
                  </a:lnTo>
                  <a:lnTo>
                    <a:pt x="3836320" y="3173395"/>
                  </a:lnTo>
                  <a:lnTo>
                    <a:pt x="3846111" y="3174042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910" y="3168647"/>
                  </a:lnTo>
                  <a:lnTo>
                    <a:pt x="3839012" y="3168134"/>
                  </a:lnTo>
                  <a:lnTo>
                    <a:pt x="3819271" y="3166718"/>
                  </a:lnTo>
                  <a:lnTo>
                    <a:pt x="3784405" y="3163936"/>
                  </a:lnTo>
                  <a:lnTo>
                    <a:pt x="3733308" y="3159382"/>
                  </a:lnTo>
                  <a:lnTo>
                    <a:pt x="3667096" y="3152752"/>
                  </a:lnTo>
                  <a:lnTo>
                    <a:pt x="3588730" y="3143871"/>
                  </a:lnTo>
                  <a:lnTo>
                    <a:pt x="3502268" y="3132687"/>
                  </a:lnTo>
                  <a:lnTo>
                    <a:pt x="3412006" y="3119229"/>
                  </a:lnTo>
                  <a:lnTo>
                    <a:pt x="3321763" y="3103551"/>
                  </a:lnTo>
                  <a:lnTo>
                    <a:pt x="3234457" y="3085681"/>
                  </a:lnTo>
                  <a:lnTo>
                    <a:pt x="3151992" y="3065580"/>
                  </a:lnTo>
                  <a:lnTo>
                    <a:pt x="3075343" y="3043123"/>
                  </a:lnTo>
                  <a:lnTo>
                    <a:pt x="3004753" y="3018084"/>
                  </a:lnTo>
                  <a:lnTo>
                    <a:pt x="2939944" y="2990142"/>
                  </a:lnTo>
                  <a:lnTo>
                    <a:pt x="2880303" y="2958886"/>
                  </a:lnTo>
                  <a:lnTo>
                    <a:pt x="2825027" y="2923836"/>
                  </a:lnTo>
                  <a:lnTo>
                    <a:pt x="2773227" y="2884482"/>
                  </a:lnTo>
                  <a:lnTo>
                    <a:pt x="2724016" y="2840351"/>
                  </a:lnTo>
                  <a:lnTo>
                    <a:pt x="2676581" y="2791118"/>
                  </a:lnTo>
                  <a:lnTo>
                    <a:pt x="2667772" y="2781249"/>
                  </a:lnTo>
                  <a:lnTo>
                    <a:pt x="2629544" y="2735852"/>
                  </a:lnTo>
                  <a:lnTo>
                    <a:pt x="2591682" y="2686862"/>
                  </a:lnTo>
                  <a:lnTo>
                    <a:pt x="2553926" y="2634206"/>
                  </a:lnTo>
                  <a:lnTo>
                    <a:pt x="2516077" y="2577883"/>
                  </a:lnTo>
                  <a:lnTo>
                    <a:pt x="2477991" y="2517969"/>
                  </a:lnTo>
                  <a:lnTo>
                    <a:pt x="2439573" y="2454623"/>
                  </a:lnTo>
                  <a:lnTo>
                    <a:pt x="2400773" y="2388092"/>
                  </a:lnTo>
                  <a:lnTo>
                    <a:pt x="2361580" y="2318711"/>
                  </a:lnTo>
                  <a:lnTo>
                    <a:pt x="2322021" y="2246902"/>
                  </a:lnTo>
                  <a:lnTo>
                    <a:pt x="2282151" y="2173161"/>
                  </a:lnTo>
                  <a:lnTo>
                    <a:pt x="2242051" y="2098047"/>
                  </a:lnTo>
                  <a:lnTo>
                    <a:pt x="2201821" y="2022167"/>
                  </a:lnTo>
                  <a:lnTo>
                    <a:pt x="2161567" y="1946154"/>
                  </a:lnTo>
                  <a:lnTo>
                    <a:pt x="2121400" y="1870645"/>
                  </a:lnTo>
                  <a:lnTo>
                    <a:pt x="2081423" y="1796260"/>
                  </a:lnTo>
                  <a:lnTo>
                    <a:pt x="2041726" y="1723581"/>
                  </a:lnTo>
                  <a:lnTo>
                    <a:pt x="2002375" y="1653132"/>
                  </a:lnTo>
                  <a:lnTo>
                    <a:pt x="1963411" y="1585367"/>
                  </a:lnTo>
                  <a:lnTo>
                    <a:pt x="1924837" y="1520658"/>
                  </a:lnTo>
                  <a:lnTo>
                    <a:pt x="1886622" y="1459288"/>
                  </a:lnTo>
                  <a:lnTo>
                    <a:pt x="1848689" y="1401454"/>
                  </a:lnTo>
                  <a:lnTo>
                    <a:pt x="1810915" y="1347266"/>
                  </a:lnTo>
                  <a:lnTo>
                    <a:pt x="1773124" y="1296752"/>
                  </a:lnTo>
                  <a:lnTo>
                    <a:pt x="1735085" y="1249870"/>
                  </a:lnTo>
                  <a:lnTo>
                    <a:pt x="1719082" y="1231372"/>
                  </a:lnTo>
                  <a:lnTo>
                    <a:pt x="1671904" y="1181165"/>
                  </a:lnTo>
                  <a:lnTo>
                    <a:pt x="1623087" y="1136088"/>
                  </a:lnTo>
                  <a:lnTo>
                    <a:pt x="1571842" y="1095866"/>
                  </a:lnTo>
                  <a:lnTo>
                    <a:pt x="1517290" y="1060044"/>
                  </a:lnTo>
                  <a:lnTo>
                    <a:pt x="1458538" y="1028110"/>
                  </a:lnTo>
                  <a:lnTo>
                    <a:pt x="1394760" y="999576"/>
                  </a:lnTo>
                  <a:lnTo>
                    <a:pt x="1325294" y="974017"/>
                  </a:lnTo>
                  <a:lnTo>
                    <a:pt x="1249789" y="951093"/>
                  </a:lnTo>
                  <a:lnTo>
                    <a:pt x="1168371" y="930560"/>
                  </a:lnTo>
                  <a:lnTo>
                    <a:pt x="1081864" y="912274"/>
                  </a:lnTo>
                  <a:lnTo>
                    <a:pt x="991982" y="896182"/>
                  </a:lnTo>
                  <a:lnTo>
                    <a:pt x="901455" y="882301"/>
                  </a:lnTo>
                  <a:lnTo>
                    <a:pt x="813954" y="870684"/>
                  </a:lnTo>
                  <a:lnTo>
                    <a:pt x="733730" y="861370"/>
                  </a:lnTo>
                  <a:lnTo>
                    <a:pt x="664952" y="854324"/>
                  </a:lnTo>
                  <a:lnTo>
                    <a:pt x="610854" y="849398"/>
                  </a:lnTo>
                  <a:lnTo>
                    <a:pt x="572941" y="846310"/>
                  </a:lnTo>
                  <a:lnTo>
                    <a:pt x="550534" y="844670"/>
                  </a:lnTo>
                  <a:lnTo>
                    <a:pt x="540743" y="844023"/>
                  </a:lnTo>
                  <a:lnTo>
                    <a:pt x="538736" y="843902"/>
                  </a:lnTo>
                  <a:lnTo>
                    <a:pt x="0" y="84390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74" name="pl474"/>
            <p:cNvSpPr/>
            <p:nvPr/>
          </p:nvSpPr>
          <p:spPr>
            <a:xfrm>
              <a:off x="546595" y="1948254"/>
              <a:ext cx="8234974" cy="3168718"/>
            </a:xfrm>
            <a:custGeom>
              <a:avLst/>
              <a:pathLst>
                <a:path w="8234974" h="3168718">
                  <a:moveTo>
                    <a:pt x="0" y="843902"/>
                  </a:moveTo>
                  <a:lnTo>
                    <a:pt x="538736" y="843902"/>
                  </a:lnTo>
                  <a:lnTo>
                    <a:pt x="539945" y="843974"/>
                  </a:lnTo>
                  <a:lnTo>
                    <a:pt x="547843" y="844486"/>
                  </a:lnTo>
                  <a:lnTo>
                    <a:pt x="567584" y="845903"/>
                  </a:lnTo>
                  <a:lnTo>
                    <a:pt x="602449" y="848685"/>
                  </a:lnTo>
                  <a:lnTo>
                    <a:pt x="653546" y="853239"/>
                  </a:lnTo>
                  <a:lnTo>
                    <a:pt x="719758" y="859869"/>
                  </a:lnTo>
                  <a:lnTo>
                    <a:pt x="798125" y="868750"/>
                  </a:lnTo>
                  <a:lnTo>
                    <a:pt x="884587" y="879933"/>
                  </a:lnTo>
                  <a:lnTo>
                    <a:pt x="974848" y="893391"/>
                  </a:lnTo>
                  <a:lnTo>
                    <a:pt x="1065092" y="909070"/>
                  </a:lnTo>
                  <a:lnTo>
                    <a:pt x="1152397" y="926940"/>
                  </a:lnTo>
                  <a:lnTo>
                    <a:pt x="1234863" y="947041"/>
                  </a:lnTo>
                  <a:lnTo>
                    <a:pt x="1311512" y="969498"/>
                  </a:lnTo>
                  <a:lnTo>
                    <a:pt x="1382102" y="994536"/>
                  </a:lnTo>
                  <a:lnTo>
                    <a:pt x="1446910" y="1022478"/>
                  </a:lnTo>
                  <a:lnTo>
                    <a:pt x="1506551" y="1053735"/>
                  </a:lnTo>
                  <a:lnTo>
                    <a:pt x="1561828" y="1088785"/>
                  </a:lnTo>
                  <a:lnTo>
                    <a:pt x="1613628" y="1128138"/>
                  </a:lnTo>
                  <a:lnTo>
                    <a:pt x="1662839" y="1172270"/>
                  </a:lnTo>
                  <a:lnTo>
                    <a:pt x="1710273" y="1221502"/>
                  </a:lnTo>
                  <a:lnTo>
                    <a:pt x="1719082" y="1231372"/>
                  </a:lnTo>
                  <a:lnTo>
                    <a:pt x="1757310" y="1276769"/>
                  </a:lnTo>
                  <a:lnTo>
                    <a:pt x="1795173" y="1325759"/>
                  </a:lnTo>
                  <a:lnTo>
                    <a:pt x="1832929" y="1378415"/>
                  </a:lnTo>
                  <a:lnTo>
                    <a:pt x="1870778" y="1434737"/>
                  </a:lnTo>
                  <a:lnTo>
                    <a:pt x="1908864" y="1494651"/>
                  </a:lnTo>
                  <a:lnTo>
                    <a:pt x="1947281" y="1557998"/>
                  </a:lnTo>
                  <a:lnTo>
                    <a:pt x="1986082" y="1624529"/>
                  </a:lnTo>
                  <a:lnTo>
                    <a:pt x="2025274" y="1693909"/>
                  </a:lnTo>
                  <a:lnTo>
                    <a:pt x="2064834" y="1765719"/>
                  </a:lnTo>
                  <a:lnTo>
                    <a:pt x="2104704" y="1839460"/>
                  </a:lnTo>
                  <a:lnTo>
                    <a:pt x="2144803" y="1914574"/>
                  </a:lnTo>
                  <a:lnTo>
                    <a:pt x="2185034" y="1990454"/>
                  </a:lnTo>
                  <a:lnTo>
                    <a:pt x="2225288" y="2066467"/>
                  </a:lnTo>
                  <a:lnTo>
                    <a:pt x="2265455" y="2141976"/>
                  </a:lnTo>
                  <a:lnTo>
                    <a:pt x="2305431" y="2216361"/>
                  </a:lnTo>
                  <a:lnTo>
                    <a:pt x="2345129" y="2289040"/>
                  </a:lnTo>
                  <a:lnTo>
                    <a:pt x="2384479" y="2359489"/>
                  </a:lnTo>
                  <a:lnTo>
                    <a:pt x="2423444" y="2427254"/>
                  </a:lnTo>
                  <a:lnTo>
                    <a:pt x="2462017" y="2491963"/>
                  </a:lnTo>
                  <a:lnTo>
                    <a:pt x="2500233" y="2553333"/>
                  </a:lnTo>
                  <a:lnTo>
                    <a:pt x="2538166" y="2611166"/>
                  </a:lnTo>
                  <a:lnTo>
                    <a:pt x="2575940" y="2665355"/>
                  </a:lnTo>
                  <a:lnTo>
                    <a:pt x="2613730" y="2715869"/>
                  </a:lnTo>
                  <a:lnTo>
                    <a:pt x="2651770" y="2762751"/>
                  </a:lnTo>
                  <a:lnTo>
                    <a:pt x="2667772" y="2781249"/>
                  </a:lnTo>
                  <a:lnTo>
                    <a:pt x="2714951" y="2831456"/>
                  </a:lnTo>
                  <a:lnTo>
                    <a:pt x="2763768" y="2876533"/>
                  </a:lnTo>
                  <a:lnTo>
                    <a:pt x="2815013" y="2916754"/>
                  </a:lnTo>
                  <a:lnTo>
                    <a:pt x="2869564" y="2952577"/>
                  </a:lnTo>
                  <a:lnTo>
                    <a:pt x="2928316" y="2984511"/>
                  </a:lnTo>
                  <a:lnTo>
                    <a:pt x="2992095" y="3013045"/>
                  </a:lnTo>
                  <a:lnTo>
                    <a:pt x="3061560" y="3038604"/>
                  </a:lnTo>
                  <a:lnTo>
                    <a:pt x="3137066" y="3061528"/>
                  </a:lnTo>
                  <a:lnTo>
                    <a:pt x="3218483" y="3082061"/>
                  </a:lnTo>
                  <a:lnTo>
                    <a:pt x="3304991" y="3100346"/>
                  </a:lnTo>
                  <a:lnTo>
                    <a:pt x="3394873" y="3116439"/>
                  </a:lnTo>
                  <a:lnTo>
                    <a:pt x="3485399" y="3130320"/>
                  </a:lnTo>
                  <a:lnTo>
                    <a:pt x="3572901" y="3141937"/>
                  </a:lnTo>
                  <a:lnTo>
                    <a:pt x="3653125" y="3151251"/>
                  </a:lnTo>
                  <a:lnTo>
                    <a:pt x="3721902" y="3158297"/>
                  </a:lnTo>
                  <a:lnTo>
                    <a:pt x="3776001" y="3163223"/>
                  </a:lnTo>
                  <a:lnTo>
                    <a:pt x="3813914" y="3166311"/>
                  </a:lnTo>
                  <a:lnTo>
                    <a:pt x="3836320" y="3167950"/>
                  </a:lnTo>
                  <a:lnTo>
                    <a:pt x="3846111" y="3168598"/>
                  </a:lnTo>
                  <a:lnTo>
                    <a:pt x="3848110" y="3168718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5" name="pl475"/>
            <p:cNvSpPr/>
            <p:nvPr/>
          </p:nvSpPr>
          <p:spPr>
            <a:xfrm>
              <a:off x="546595" y="1942810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910" y="3168647"/>
                  </a:lnTo>
                  <a:lnTo>
                    <a:pt x="3839012" y="3168134"/>
                  </a:lnTo>
                  <a:lnTo>
                    <a:pt x="3819271" y="3166718"/>
                  </a:lnTo>
                  <a:lnTo>
                    <a:pt x="3784405" y="3163936"/>
                  </a:lnTo>
                  <a:lnTo>
                    <a:pt x="3733308" y="3159382"/>
                  </a:lnTo>
                  <a:lnTo>
                    <a:pt x="3667096" y="3152752"/>
                  </a:lnTo>
                  <a:lnTo>
                    <a:pt x="3588730" y="3143871"/>
                  </a:lnTo>
                  <a:lnTo>
                    <a:pt x="3502268" y="3132687"/>
                  </a:lnTo>
                  <a:lnTo>
                    <a:pt x="3412006" y="3119229"/>
                  </a:lnTo>
                  <a:lnTo>
                    <a:pt x="3321763" y="3103551"/>
                  </a:lnTo>
                  <a:lnTo>
                    <a:pt x="3234457" y="3085681"/>
                  </a:lnTo>
                  <a:lnTo>
                    <a:pt x="3151992" y="3065580"/>
                  </a:lnTo>
                  <a:lnTo>
                    <a:pt x="3075343" y="3043123"/>
                  </a:lnTo>
                  <a:lnTo>
                    <a:pt x="3004753" y="3018084"/>
                  </a:lnTo>
                  <a:lnTo>
                    <a:pt x="2939944" y="2990142"/>
                  </a:lnTo>
                  <a:lnTo>
                    <a:pt x="2880303" y="2958886"/>
                  </a:lnTo>
                  <a:lnTo>
                    <a:pt x="2825027" y="2923836"/>
                  </a:lnTo>
                  <a:lnTo>
                    <a:pt x="2773227" y="2884482"/>
                  </a:lnTo>
                  <a:lnTo>
                    <a:pt x="2724016" y="2840351"/>
                  </a:lnTo>
                  <a:lnTo>
                    <a:pt x="2676581" y="2791118"/>
                  </a:lnTo>
                  <a:lnTo>
                    <a:pt x="2667772" y="2781249"/>
                  </a:lnTo>
                  <a:lnTo>
                    <a:pt x="2629544" y="2735852"/>
                  </a:lnTo>
                  <a:lnTo>
                    <a:pt x="2591682" y="2686862"/>
                  </a:lnTo>
                  <a:lnTo>
                    <a:pt x="2553926" y="2634206"/>
                  </a:lnTo>
                  <a:lnTo>
                    <a:pt x="2516077" y="2577883"/>
                  </a:lnTo>
                  <a:lnTo>
                    <a:pt x="2477991" y="2517969"/>
                  </a:lnTo>
                  <a:lnTo>
                    <a:pt x="2439573" y="2454623"/>
                  </a:lnTo>
                  <a:lnTo>
                    <a:pt x="2400773" y="2388092"/>
                  </a:lnTo>
                  <a:lnTo>
                    <a:pt x="2361580" y="2318711"/>
                  </a:lnTo>
                  <a:lnTo>
                    <a:pt x="2322021" y="2246902"/>
                  </a:lnTo>
                  <a:lnTo>
                    <a:pt x="2282151" y="2173161"/>
                  </a:lnTo>
                  <a:lnTo>
                    <a:pt x="2242051" y="2098047"/>
                  </a:lnTo>
                  <a:lnTo>
                    <a:pt x="2201821" y="2022167"/>
                  </a:lnTo>
                  <a:lnTo>
                    <a:pt x="2161567" y="1946154"/>
                  </a:lnTo>
                  <a:lnTo>
                    <a:pt x="2121400" y="1870645"/>
                  </a:lnTo>
                  <a:lnTo>
                    <a:pt x="2081423" y="1796260"/>
                  </a:lnTo>
                  <a:lnTo>
                    <a:pt x="2041726" y="1723581"/>
                  </a:lnTo>
                  <a:lnTo>
                    <a:pt x="2002375" y="1653132"/>
                  </a:lnTo>
                  <a:lnTo>
                    <a:pt x="1963411" y="1585367"/>
                  </a:lnTo>
                  <a:lnTo>
                    <a:pt x="1924837" y="1520658"/>
                  </a:lnTo>
                  <a:lnTo>
                    <a:pt x="1886622" y="1459288"/>
                  </a:lnTo>
                  <a:lnTo>
                    <a:pt x="1848689" y="1401454"/>
                  </a:lnTo>
                  <a:lnTo>
                    <a:pt x="1810915" y="1347266"/>
                  </a:lnTo>
                  <a:lnTo>
                    <a:pt x="1773124" y="1296752"/>
                  </a:lnTo>
                  <a:lnTo>
                    <a:pt x="1735085" y="1249870"/>
                  </a:lnTo>
                  <a:lnTo>
                    <a:pt x="1719082" y="1231372"/>
                  </a:lnTo>
                  <a:lnTo>
                    <a:pt x="1671904" y="1181165"/>
                  </a:lnTo>
                  <a:lnTo>
                    <a:pt x="1623087" y="1136088"/>
                  </a:lnTo>
                  <a:lnTo>
                    <a:pt x="1571842" y="1095866"/>
                  </a:lnTo>
                  <a:lnTo>
                    <a:pt x="1517290" y="1060044"/>
                  </a:lnTo>
                  <a:lnTo>
                    <a:pt x="1458538" y="1028110"/>
                  </a:lnTo>
                  <a:lnTo>
                    <a:pt x="1394760" y="999576"/>
                  </a:lnTo>
                  <a:lnTo>
                    <a:pt x="1325294" y="974017"/>
                  </a:lnTo>
                  <a:lnTo>
                    <a:pt x="1249789" y="951093"/>
                  </a:lnTo>
                  <a:lnTo>
                    <a:pt x="1168371" y="930560"/>
                  </a:lnTo>
                  <a:lnTo>
                    <a:pt x="1081864" y="912274"/>
                  </a:lnTo>
                  <a:lnTo>
                    <a:pt x="991982" y="896182"/>
                  </a:lnTo>
                  <a:lnTo>
                    <a:pt x="901455" y="882301"/>
                  </a:lnTo>
                  <a:lnTo>
                    <a:pt x="813954" y="870684"/>
                  </a:lnTo>
                  <a:lnTo>
                    <a:pt x="733730" y="861370"/>
                  </a:lnTo>
                  <a:lnTo>
                    <a:pt x="664952" y="854324"/>
                  </a:lnTo>
                  <a:lnTo>
                    <a:pt x="610854" y="849398"/>
                  </a:lnTo>
                  <a:lnTo>
                    <a:pt x="572941" y="846310"/>
                  </a:lnTo>
                  <a:lnTo>
                    <a:pt x="550534" y="844670"/>
                  </a:lnTo>
                  <a:lnTo>
                    <a:pt x="540743" y="844023"/>
                  </a:lnTo>
                  <a:lnTo>
                    <a:pt x="538745" y="843903"/>
                  </a:lnTo>
                  <a:lnTo>
                    <a:pt x="538736" y="843902"/>
                  </a:lnTo>
                  <a:lnTo>
                    <a:pt x="0" y="84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6" name="pg476"/>
            <p:cNvSpPr/>
            <p:nvPr/>
          </p:nvSpPr>
          <p:spPr>
            <a:xfrm>
              <a:off x="546595" y="2792157"/>
              <a:ext cx="8234974" cy="2362927"/>
            </a:xfrm>
            <a:custGeom>
              <a:avLst/>
              <a:pathLst>
                <a:path w="8234974" h="2362927">
                  <a:moveTo>
                    <a:pt x="0" y="10889"/>
                  </a:moveTo>
                  <a:lnTo>
                    <a:pt x="538736" y="10889"/>
                  </a:lnTo>
                  <a:lnTo>
                    <a:pt x="539943" y="10961"/>
                  </a:lnTo>
                  <a:lnTo>
                    <a:pt x="547828" y="11478"/>
                  </a:lnTo>
                  <a:lnTo>
                    <a:pt x="567538" y="12909"/>
                  </a:lnTo>
                  <a:lnTo>
                    <a:pt x="602351" y="15719"/>
                  </a:lnTo>
                  <a:lnTo>
                    <a:pt x="653377" y="20318"/>
                  </a:lnTo>
                  <a:lnTo>
                    <a:pt x="719508" y="27016"/>
                  </a:lnTo>
                  <a:lnTo>
                    <a:pt x="797792" y="35986"/>
                  </a:lnTo>
                  <a:lnTo>
                    <a:pt x="884179" y="47285"/>
                  </a:lnTo>
                  <a:lnTo>
                    <a:pt x="974381" y="60881"/>
                  </a:lnTo>
                  <a:lnTo>
                    <a:pt x="1064581" y="76722"/>
                  </a:lnTo>
                  <a:lnTo>
                    <a:pt x="1151862" y="94778"/>
                  </a:lnTo>
                  <a:lnTo>
                    <a:pt x="1234316" y="115087"/>
                  </a:lnTo>
                  <a:lnTo>
                    <a:pt x="1310964" y="137776"/>
                  </a:lnTo>
                  <a:lnTo>
                    <a:pt x="1381560" y="163072"/>
                  </a:lnTo>
                  <a:lnTo>
                    <a:pt x="1446377" y="191300"/>
                  </a:lnTo>
                  <a:lnTo>
                    <a:pt x="1506026" y="222872"/>
                  </a:lnTo>
                  <a:lnTo>
                    <a:pt x="1561308" y="258273"/>
                  </a:lnTo>
                  <a:lnTo>
                    <a:pt x="1613109" y="298019"/>
                  </a:lnTo>
                  <a:lnTo>
                    <a:pt x="1662315" y="342589"/>
                  </a:lnTo>
                  <a:lnTo>
                    <a:pt x="1709738" y="392311"/>
                  </a:lnTo>
                  <a:lnTo>
                    <a:pt x="1719082" y="402895"/>
                  </a:lnTo>
                  <a:lnTo>
                    <a:pt x="1757149" y="448621"/>
                  </a:lnTo>
                  <a:lnTo>
                    <a:pt x="1794852" y="497952"/>
                  </a:lnTo>
                  <a:lnTo>
                    <a:pt x="1832449" y="550959"/>
                  </a:lnTo>
                  <a:lnTo>
                    <a:pt x="1870135" y="607645"/>
                  </a:lnTo>
                  <a:lnTo>
                    <a:pt x="1908053" y="667936"/>
                  </a:lnTo>
                  <a:lnTo>
                    <a:pt x="1946300" y="731675"/>
                  </a:lnTo>
                  <a:lnTo>
                    <a:pt x="1984925" y="798616"/>
                  </a:lnTo>
                  <a:lnTo>
                    <a:pt x="2023939" y="868426"/>
                  </a:lnTo>
                  <a:lnTo>
                    <a:pt x="2063318" y="940688"/>
                  </a:lnTo>
                  <a:lnTo>
                    <a:pt x="2103008" y="1014909"/>
                  </a:lnTo>
                  <a:lnTo>
                    <a:pt x="2142930" y="1090532"/>
                  </a:lnTo>
                  <a:lnTo>
                    <a:pt x="2182986" y="1166952"/>
                  </a:lnTo>
                  <a:lnTo>
                    <a:pt x="2223071" y="1243539"/>
                  </a:lnTo>
                  <a:lnTo>
                    <a:pt x="2263075" y="1319655"/>
                  </a:lnTo>
                  <a:lnTo>
                    <a:pt x="2302897" y="1394679"/>
                  </a:lnTo>
                  <a:lnTo>
                    <a:pt x="2342447" y="1468027"/>
                  </a:lnTo>
                  <a:lnTo>
                    <a:pt x="2381656" y="1539172"/>
                  </a:lnTo>
                  <a:lnTo>
                    <a:pt x="2420485" y="1607654"/>
                  </a:lnTo>
                  <a:lnTo>
                    <a:pt x="2458925" y="1673097"/>
                  </a:lnTo>
                  <a:lnTo>
                    <a:pt x="2497005" y="1735209"/>
                  </a:lnTo>
                  <a:lnTo>
                    <a:pt x="2534798" y="1793787"/>
                  </a:lnTo>
                  <a:lnTo>
                    <a:pt x="2572420" y="1848715"/>
                  </a:lnTo>
                  <a:lnTo>
                    <a:pt x="2610039" y="1899956"/>
                  </a:lnTo>
                  <a:lnTo>
                    <a:pt x="2647880" y="1947546"/>
                  </a:lnTo>
                  <a:lnTo>
                    <a:pt x="2667772" y="1970921"/>
                  </a:lnTo>
                  <a:lnTo>
                    <a:pt x="2714923" y="2021688"/>
                  </a:lnTo>
                  <a:lnTo>
                    <a:pt x="2763711" y="2067271"/>
                  </a:lnTo>
                  <a:lnTo>
                    <a:pt x="2814922" y="2107947"/>
                  </a:lnTo>
                  <a:lnTo>
                    <a:pt x="2869435" y="2144177"/>
                  </a:lnTo>
                  <a:lnTo>
                    <a:pt x="2928141" y="2176476"/>
                  </a:lnTo>
                  <a:lnTo>
                    <a:pt x="2991867" y="2205337"/>
                  </a:lnTo>
                  <a:lnTo>
                    <a:pt x="3061270" y="2231191"/>
                  </a:lnTo>
                  <a:lnTo>
                    <a:pt x="3136706" y="2254381"/>
                  </a:lnTo>
                  <a:lnTo>
                    <a:pt x="3218050" y="2275154"/>
                  </a:lnTo>
                  <a:lnTo>
                    <a:pt x="3304484" y="2293655"/>
                  </a:lnTo>
                  <a:lnTo>
                    <a:pt x="3394302" y="2309940"/>
                  </a:lnTo>
                  <a:lnTo>
                    <a:pt x="3484783" y="2323991"/>
                  </a:lnTo>
                  <a:lnTo>
                    <a:pt x="3572271" y="2335753"/>
                  </a:lnTo>
                  <a:lnTo>
                    <a:pt x="3652523" y="2345189"/>
                  </a:lnTo>
                  <a:lnTo>
                    <a:pt x="3721371" y="2352332"/>
                  </a:lnTo>
                  <a:lnTo>
                    <a:pt x="3775578" y="2357331"/>
                  </a:lnTo>
                  <a:lnTo>
                    <a:pt x="3813623" y="2360469"/>
                  </a:lnTo>
                  <a:lnTo>
                    <a:pt x="3836161" y="2362139"/>
                  </a:lnTo>
                  <a:lnTo>
                    <a:pt x="3846057" y="2362802"/>
                  </a:lnTo>
                  <a:lnTo>
                    <a:pt x="3848118" y="2362927"/>
                  </a:lnTo>
                  <a:lnTo>
                    <a:pt x="4386855" y="2362927"/>
                  </a:lnTo>
                  <a:lnTo>
                    <a:pt x="4388139" y="2362894"/>
                  </a:lnTo>
                  <a:lnTo>
                    <a:pt x="4396514" y="2362655"/>
                  </a:lnTo>
                  <a:lnTo>
                    <a:pt x="4417403" y="2361995"/>
                  </a:lnTo>
                  <a:lnTo>
                    <a:pt x="4454181" y="2360700"/>
                  </a:lnTo>
                  <a:lnTo>
                    <a:pt x="4507849" y="2358582"/>
                  </a:lnTo>
                  <a:lnTo>
                    <a:pt x="4577017" y="2355507"/>
                  </a:lnTo>
                  <a:lnTo>
                    <a:pt x="4658363" y="2351399"/>
                  </a:lnTo>
                  <a:lnTo>
                    <a:pt x="4747489" y="2346241"/>
                  </a:lnTo>
                  <a:lnTo>
                    <a:pt x="4839867" y="2340049"/>
                  </a:lnTo>
                  <a:lnTo>
                    <a:pt x="4931585" y="2332848"/>
                  </a:lnTo>
                  <a:lnTo>
                    <a:pt x="5019751" y="2324646"/>
                  </a:lnTo>
                  <a:lnTo>
                    <a:pt x="5102567" y="2315418"/>
                  </a:lnTo>
                  <a:lnTo>
                    <a:pt x="5179202" y="2305092"/>
                  </a:lnTo>
                  <a:lnTo>
                    <a:pt x="5249558" y="2293554"/>
                  </a:lnTo>
                  <a:lnTo>
                    <a:pt x="5314049" y="2280640"/>
                  </a:lnTo>
                  <a:lnTo>
                    <a:pt x="5373402" y="2266149"/>
                  </a:lnTo>
                  <a:lnTo>
                    <a:pt x="5428509" y="2249851"/>
                  </a:lnTo>
                  <a:lnTo>
                    <a:pt x="5480323" y="2231509"/>
                  </a:lnTo>
                  <a:lnTo>
                    <a:pt x="5529769" y="2210920"/>
                  </a:lnTo>
                  <a:lnTo>
                    <a:pt x="5567201" y="2193239"/>
                  </a:lnTo>
                  <a:lnTo>
                    <a:pt x="5614847" y="2168183"/>
                  </a:lnTo>
                  <a:lnTo>
                    <a:pt x="5662027" y="2140662"/>
                  </a:lnTo>
                  <a:lnTo>
                    <a:pt x="5709204" y="2110635"/>
                  </a:lnTo>
                  <a:lnTo>
                    <a:pt x="5756695" y="2078142"/>
                  </a:lnTo>
                  <a:lnTo>
                    <a:pt x="5804700" y="2043309"/>
                  </a:lnTo>
                  <a:lnTo>
                    <a:pt x="5853307" y="2006356"/>
                  </a:lnTo>
                  <a:lnTo>
                    <a:pt x="5902510" y="1967595"/>
                  </a:lnTo>
                  <a:lnTo>
                    <a:pt x="5952221" y="1927424"/>
                  </a:lnTo>
                  <a:lnTo>
                    <a:pt x="6002292" y="1886313"/>
                  </a:lnTo>
                  <a:lnTo>
                    <a:pt x="6052527" y="1844778"/>
                  </a:lnTo>
                  <a:lnTo>
                    <a:pt x="6102716" y="1803363"/>
                  </a:lnTo>
                  <a:lnTo>
                    <a:pt x="6152652" y="1762601"/>
                  </a:lnTo>
                  <a:lnTo>
                    <a:pt x="6202156" y="1722993"/>
                  </a:lnTo>
                  <a:lnTo>
                    <a:pt x="6251105" y="1684978"/>
                  </a:lnTo>
                  <a:lnTo>
                    <a:pt x="6299444" y="1648918"/>
                  </a:lnTo>
                  <a:lnTo>
                    <a:pt x="6347207" y="1615087"/>
                  </a:lnTo>
                  <a:lnTo>
                    <a:pt x="6394530" y="1583661"/>
                  </a:lnTo>
                  <a:lnTo>
                    <a:pt x="6441661" y="1554729"/>
                  </a:lnTo>
                  <a:lnTo>
                    <a:pt x="6488979" y="1528294"/>
                  </a:lnTo>
                  <a:lnTo>
                    <a:pt x="6515891" y="1514487"/>
                  </a:lnTo>
                  <a:lnTo>
                    <a:pt x="6564060" y="1492069"/>
                  </a:lnTo>
                  <a:lnTo>
                    <a:pt x="6613953" y="1471989"/>
                  </a:lnTo>
                  <a:lnTo>
                    <a:pt x="6666411" y="1454117"/>
                  </a:lnTo>
                  <a:lnTo>
                    <a:pt x="6722372" y="1438238"/>
                  </a:lnTo>
                  <a:lnTo>
                    <a:pt x="6782784" y="1424113"/>
                  </a:lnTo>
                  <a:lnTo>
                    <a:pt x="6848514" y="1411519"/>
                  </a:lnTo>
                  <a:lnTo>
                    <a:pt x="6920233" y="1400260"/>
                  </a:lnTo>
                  <a:lnTo>
                    <a:pt x="6998260" y="1390184"/>
                  </a:lnTo>
                  <a:lnTo>
                    <a:pt x="7082357" y="1381186"/>
                  </a:lnTo>
                  <a:lnTo>
                    <a:pt x="7171497" y="1373206"/>
                  </a:lnTo>
                  <a:lnTo>
                    <a:pt x="7263648" y="1366226"/>
                  </a:lnTo>
                  <a:lnTo>
                    <a:pt x="7355676" y="1360260"/>
                  </a:lnTo>
                  <a:lnTo>
                    <a:pt x="7443486" y="1355332"/>
                  </a:lnTo>
                  <a:lnTo>
                    <a:pt x="7522503" y="1351455"/>
                  </a:lnTo>
                  <a:lnTo>
                    <a:pt x="7588485" y="1348600"/>
                  </a:lnTo>
                  <a:lnTo>
                    <a:pt x="7638471" y="1346677"/>
                  </a:lnTo>
                  <a:lnTo>
                    <a:pt x="7671574" y="1345539"/>
                  </a:lnTo>
                  <a:lnTo>
                    <a:pt x="7689339" y="1344990"/>
                  </a:lnTo>
                  <a:lnTo>
                    <a:pt x="7695621" y="1344815"/>
                  </a:lnTo>
                  <a:lnTo>
                    <a:pt x="7696237" y="1344799"/>
                  </a:lnTo>
                  <a:lnTo>
                    <a:pt x="8234974" y="1344799"/>
                  </a:lnTo>
                  <a:lnTo>
                    <a:pt x="8234974" y="1333910"/>
                  </a:lnTo>
                  <a:lnTo>
                    <a:pt x="7696237" y="1333910"/>
                  </a:lnTo>
                  <a:lnTo>
                    <a:pt x="7694954" y="1333944"/>
                  </a:lnTo>
                  <a:lnTo>
                    <a:pt x="7686578" y="1334183"/>
                  </a:lnTo>
                  <a:lnTo>
                    <a:pt x="7665689" y="1334843"/>
                  </a:lnTo>
                  <a:lnTo>
                    <a:pt x="7628912" y="1336138"/>
                  </a:lnTo>
                  <a:lnTo>
                    <a:pt x="7575244" y="1338256"/>
                  </a:lnTo>
                  <a:lnTo>
                    <a:pt x="7506076" y="1341331"/>
                  </a:lnTo>
                  <a:lnTo>
                    <a:pt x="7424730" y="1345439"/>
                  </a:lnTo>
                  <a:lnTo>
                    <a:pt x="7335603" y="1350597"/>
                  </a:lnTo>
                  <a:lnTo>
                    <a:pt x="7243225" y="1356789"/>
                  </a:lnTo>
                  <a:lnTo>
                    <a:pt x="7151507" y="1363990"/>
                  </a:lnTo>
                  <a:lnTo>
                    <a:pt x="7063342" y="1372191"/>
                  </a:lnTo>
                  <a:lnTo>
                    <a:pt x="6980525" y="1381420"/>
                  </a:lnTo>
                  <a:lnTo>
                    <a:pt x="6903891" y="1391745"/>
                  </a:lnTo>
                  <a:lnTo>
                    <a:pt x="6833534" y="1403284"/>
                  </a:lnTo>
                  <a:lnTo>
                    <a:pt x="6769043" y="1416198"/>
                  </a:lnTo>
                  <a:lnTo>
                    <a:pt x="6709691" y="1430689"/>
                  </a:lnTo>
                  <a:lnTo>
                    <a:pt x="6654583" y="1446987"/>
                  </a:lnTo>
                  <a:lnTo>
                    <a:pt x="6602769" y="1465329"/>
                  </a:lnTo>
                  <a:lnTo>
                    <a:pt x="6553324" y="1485917"/>
                  </a:lnTo>
                  <a:lnTo>
                    <a:pt x="6515891" y="1503598"/>
                  </a:lnTo>
                  <a:lnTo>
                    <a:pt x="6468246" y="1528654"/>
                  </a:lnTo>
                  <a:lnTo>
                    <a:pt x="6421065" y="1556176"/>
                  </a:lnTo>
                  <a:lnTo>
                    <a:pt x="6373889" y="1586203"/>
                  </a:lnTo>
                  <a:lnTo>
                    <a:pt x="6326397" y="1618696"/>
                  </a:lnTo>
                  <a:lnTo>
                    <a:pt x="6278393" y="1653529"/>
                  </a:lnTo>
                  <a:lnTo>
                    <a:pt x="6229786" y="1690482"/>
                  </a:lnTo>
                  <a:lnTo>
                    <a:pt x="6180583" y="1729243"/>
                  </a:lnTo>
                  <a:lnTo>
                    <a:pt x="6130871" y="1769414"/>
                  </a:lnTo>
                  <a:lnTo>
                    <a:pt x="6080801" y="1810525"/>
                  </a:lnTo>
                  <a:lnTo>
                    <a:pt x="6030565" y="1852059"/>
                  </a:lnTo>
                  <a:lnTo>
                    <a:pt x="5980376" y="1893475"/>
                  </a:lnTo>
                  <a:lnTo>
                    <a:pt x="5930441" y="1934236"/>
                  </a:lnTo>
                  <a:lnTo>
                    <a:pt x="5880936" y="1973845"/>
                  </a:lnTo>
                  <a:lnTo>
                    <a:pt x="5831988" y="2011860"/>
                  </a:lnTo>
                  <a:lnTo>
                    <a:pt x="5783648" y="2047919"/>
                  </a:lnTo>
                  <a:lnTo>
                    <a:pt x="5735885" y="2081751"/>
                  </a:lnTo>
                  <a:lnTo>
                    <a:pt x="5688562" y="2113176"/>
                  </a:lnTo>
                  <a:lnTo>
                    <a:pt x="5641431" y="2142108"/>
                  </a:lnTo>
                  <a:lnTo>
                    <a:pt x="5594113" y="2168543"/>
                  </a:lnTo>
                  <a:lnTo>
                    <a:pt x="5567201" y="2182350"/>
                  </a:lnTo>
                  <a:lnTo>
                    <a:pt x="5519032" y="2204769"/>
                  </a:lnTo>
                  <a:lnTo>
                    <a:pt x="5469140" y="2224848"/>
                  </a:lnTo>
                  <a:lnTo>
                    <a:pt x="5416682" y="2242721"/>
                  </a:lnTo>
                  <a:lnTo>
                    <a:pt x="5360720" y="2258600"/>
                  </a:lnTo>
                  <a:lnTo>
                    <a:pt x="5300308" y="2272725"/>
                  </a:lnTo>
                  <a:lnTo>
                    <a:pt x="5234578" y="2285319"/>
                  </a:lnTo>
                  <a:lnTo>
                    <a:pt x="5162859" y="2296578"/>
                  </a:lnTo>
                  <a:lnTo>
                    <a:pt x="5084833" y="2306653"/>
                  </a:lnTo>
                  <a:lnTo>
                    <a:pt x="5000736" y="2315651"/>
                  </a:lnTo>
                  <a:lnTo>
                    <a:pt x="4911596" y="2323632"/>
                  </a:lnTo>
                  <a:lnTo>
                    <a:pt x="4819445" y="2330612"/>
                  </a:lnTo>
                  <a:lnTo>
                    <a:pt x="4727417" y="2336578"/>
                  </a:lnTo>
                  <a:lnTo>
                    <a:pt x="4639607" y="2341505"/>
                  </a:lnTo>
                  <a:lnTo>
                    <a:pt x="4560589" y="2345382"/>
                  </a:lnTo>
                  <a:lnTo>
                    <a:pt x="4494608" y="2348238"/>
                  </a:lnTo>
                  <a:lnTo>
                    <a:pt x="4444622" y="2350161"/>
                  </a:lnTo>
                  <a:lnTo>
                    <a:pt x="4411518" y="2351299"/>
                  </a:lnTo>
                  <a:lnTo>
                    <a:pt x="4393754" y="2351847"/>
                  </a:lnTo>
                  <a:lnTo>
                    <a:pt x="4387472" y="2352022"/>
                  </a:lnTo>
                  <a:lnTo>
                    <a:pt x="4386855" y="2352038"/>
                  </a:lnTo>
                  <a:lnTo>
                    <a:pt x="3848118" y="2352038"/>
                  </a:lnTo>
                  <a:lnTo>
                    <a:pt x="3846912" y="2351966"/>
                  </a:lnTo>
                  <a:lnTo>
                    <a:pt x="3839027" y="2351448"/>
                  </a:lnTo>
                  <a:lnTo>
                    <a:pt x="3819317" y="2350018"/>
                  </a:lnTo>
                  <a:lnTo>
                    <a:pt x="3784504" y="2347208"/>
                  </a:lnTo>
                  <a:lnTo>
                    <a:pt x="3733477" y="2342609"/>
                  </a:lnTo>
                  <a:lnTo>
                    <a:pt x="3667347" y="2335911"/>
                  </a:lnTo>
                  <a:lnTo>
                    <a:pt x="3589062" y="2326940"/>
                  </a:lnTo>
                  <a:lnTo>
                    <a:pt x="3502675" y="2315642"/>
                  </a:lnTo>
                  <a:lnTo>
                    <a:pt x="3412474" y="2302045"/>
                  </a:lnTo>
                  <a:lnTo>
                    <a:pt x="3322273" y="2286205"/>
                  </a:lnTo>
                  <a:lnTo>
                    <a:pt x="3234993" y="2268149"/>
                  </a:lnTo>
                  <a:lnTo>
                    <a:pt x="3152539" y="2247840"/>
                  </a:lnTo>
                  <a:lnTo>
                    <a:pt x="3075890" y="2225150"/>
                  </a:lnTo>
                  <a:lnTo>
                    <a:pt x="3005295" y="2199854"/>
                  </a:lnTo>
                  <a:lnTo>
                    <a:pt x="2940477" y="2171627"/>
                  </a:lnTo>
                  <a:lnTo>
                    <a:pt x="2880828" y="2140055"/>
                  </a:lnTo>
                  <a:lnTo>
                    <a:pt x="2825546" y="2104653"/>
                  </a:lnTo>
                  <a:lnTo>
                    <a:pt x="2773746" y="2064908"/>
                  </a:lnTo>
                  <a:lnTo>
                    <a:pt x="2724540" y="2020338"/>
                  </a:lnTo>
                  <a:lnTo>
                    <a:pt x="2677116" y="1970616"/>
                  </a:lnTo>
                  <a:lnTo>
                    <a:pt x="2667772" y="1960032"/>
                  </a:lnTo>
                  <a:lnTo>
                    <a:pt x="2629705" y="1914306"/>
                  </a:lnTo>
                  <a:lnTo>
                    <a:pt x="2592002" y="1864975"/>
                  </a:lnTo>
                  <a:lnTo>
                    <a:pt x="2554406" y="1811968"/>
                  </a:lnTo>
                  <a:lnTo>
                    <a:pt x="2516720" y="1755282"/>
                  </a:lnTo>
                  <a:lnTo>
                    <a:pt x="2478801" y="1694990"/>
                  </a:lnTo>
                  <a:lnTo>
                    <a:pt x="2440555" y="1631252"/>
                  </a:lnTo>
                  <a:lnTo>
                    <a:pt x="2401930" y="1564311"/>
                  </a:lnTo>
                  <a:lnTo>
                    <a:pt x="2362916" y="1494501"/>
                  </a:lnTo>
                  <a:lnTo>
                    <a:pt x="2323536" y="1422239"/>
                  </a:lnTo>
                  <a:lnTo>
                    <a:pt x="2283846" y="1348018"/>
                  </a:lnTo>
                  <a:lnTo>
                    <a:pt x="2243925" y="1272395"/>
                  </a:lnTo>
                  <a:lnTo>
                    <a:pt x="2203868" y="1195975"/>
                  </a:lnTo>
                  <a:lnTo>
                    <a:pt x="2163784" y="1119388"/>
                  </a:lnTo>
                  <a:lnTo>
                    <a:pt x="2123779" y="1043272"/>
                  </a:lnTo>
                  <a:lnTo>
                    <a:pt x="2083958" y="968248"/>
                  </a:lnTo>
                  <a:lnTo>
                    <a:pt x="2044408" y="894900"/>
                  </a:lnTo>
                  <a:lnTo>
                    <a:pt x="2005198" y="823755"/>
                  </a:lnTo>
                  <a:lnTo>
                    <a:pt x="1966370" y="755273"/>
                  </a:lnTo>
                  <a:lnTo>
                    <a:pt x="1927930" y="689830"/>
                  </a:lnTo>
                  <a:lnTo>
                    <a:pt x="1889849" y="627718"/>
                  </a:lnTo>
                  <a:lnTo>
                    <a:pt x="1852057" y="569140"/>
                  </a:lnTo>
                  <a:lnTo>
                    <a:pt x="1814435" y="514212"/>
                  </a:lnTo>
                  <a:lnTo>
                    <a:pt x="1776815" y="462971"/>
                  </a:lnTo>
                  <a:lnTo>
                    <a:pt x="1738974" y="415380"/>
                  </a:lnTo>
                  <a:lnTo>
                    <a:pt x="1719082" y="392006"/>
                  </a:lnTo>
                  <a:lnTo>
                    <a:pt x="1671931" y="341239"/>
                  </a:lnTo>
                  <a:lnTo>
                    <a:pt x="1623144" y="295656"/>
                  </a:lnTo>
                  <a:lnTo>
                    <a:pt x="1571932" y="254980"/>
                  </a:lnTo>
                  <a:lnTo>
                    <a:pt x="1517420" y="218750"/>
                  </a:lnTo>
                  <a:lnTo>
                    <a:pt x="1458713" y="186451"/>
                  </a:lnTo>
                  <a:lnTo>
                    <a:pt x="1394988" y="157590"/>
                  </a:lnTo>
                  <a:lnTo>
                    <a:pt x="1325585" y="131736"/>
                  </a:lnTo>
                  <a:lnTo>
                    <a:pt x="1250148" y="108546"/>
                  </a:lnTo>
                  <a:lnTo>
                    <a:pt x="1168805" y="87773"/>
                  </a:lnTo>
                  <a:lnTo>
                    <a:pt x="1082370" y="69272"/>
                  </a:lnTo>
                  <a:lnTo>
                    <a:pt x="992553" y="52987"/>
                  </a:lnTo>
                  <a:lnTo>
                    <a:pt x="902071" y="38936"/>
                  </a:lnTo>
                  <a:lnTo>
                    <a:pt x="814583" y="27174"/>
                  </a:lnTo>
                  <a:lnTo>
                    <a:pt x="734332" y="17738"/>
                  </a:lnTo>
                  <a:lnTo>
                    <a:pt x="665484" y="10595"/>
                  </a:lnTo>
                  <a:lnTo>
                    <a:pt x="611276" y="5596"/>
                  </a:lnTo>
                  <a:lnTo>
                    <a:pt x="573232" y="2458"/>
                  </a:lnTo>
                  <a:lnTo>
                    <a:pt x="550694" y="788"/>
                  </a:lnTo>
                  <a:lnTo>
                    <a:pt x="540798" y="12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77" name="pl477"/>
            <p:cNvSpPr/>
            <p:nvPr/>
          </p:nvSpPr>
          <p:spPr>
            <a:xfrm>
              <a:off x="546595" y="2803046"/>
              <a:ext cx="8234974" cy="2352038"/>
            </a:xfrm>
            <a:custGeom>
              <a:avLst/>
              <a:pathLst>
                <a:path w="8234974" h="2352038">
                  <a:moveTo>
                    <a:pt x="0" y="0"/>
                  </a:moveTo>
                  <a:lnTo>
                    <a:pt x="538736" y="0"/>
                  </a:lnTo>
                  <a:lnTo>
                    <a:pt x="539943" y="72"/>
                  </a:lnTo>
                  <a:lnTo>
                    <a:pt x="547828" y="589"/>
                  </a:lnTo>
                  <a:lnTo>
                    <a:pt x="567538" y="2020"/>
                  </a:lnTo>
                  <a:lnTo>
                    <a:pt x="602351" y="4830"/>
                  </a:lnTo>
                  <a:lnTo>
                    <a:pt x="653377" y="9429"/>
                  </a:lnTo>
                  <a:lnTo>
                    <a:pt x="719508" y="16126"/>
                  </a:lnTo>
                  <a:lnTo>
                    <a:pt x="797792" y="25097"/>
                  </a:lnTo>
                  <a:lnTo>
                    <a:pt x="884179" y="36395"/>
                  </a:lnTo>
                  <a:lnTo>
                    <a:pt x="974381" y="49992"/>
                  </a:lnTo>
                  <a:lnTo>
                    <a:pt x="1064581" y="65833"/>
                  </a:lnTo>
                  <a:lnTo>
                    <a:pt x="1151862" y="83889"/>
                  </a:lnTo>
                  <a:lnTo>
                    <a:pt x="1234316" y="104198"/>
                  </a:lnTo>
                  <a:lnTo>
                    <a:pt x="1310964" y="126887"/>
                  </a:lnTo>
                  <a:lnTo>
                    <a:pt x="1381560" y="152183"/>
                  </a:lnTo>
                  <a:lnTo>
                    <a:pt x="1446377" y="180411"/>
                  </a:lnTo>
                  <a:lnTo>
                    <a:pt x="1506026" y="211983"/>
                  </a:lnTo>
                  <a:lnTo>
                    <a:pt x="1561308" y="247384"/>
                  </a:lnTo>
                  <a:lnTo>
                    <a:pt x="1613109" y="287130"/>
                  </a:lnTo>
                  <a:lnTo>
                    <a:pt x="1662315" y="331700"/>
                  </a:lnTo>
                  <a:lnTo>
                    <a:pt x="1709738" y="381422"/>
                  </a:lnTo>
                  <a:lnTo>
                    <a:pt x="1719082" y="392006"/>
                  </a:lnTo>
                  <a:lnTo>
                    <a:pt x="1757149" y="437732"/>
                  </a:lnTo>
                  <a:lnTo>
                    <a:pt x="1794852" y="487063"/>
                  </a:lnTo>
                  <a:lnTo>
                    <a:pt x="1832449" y="540070"/>
                  </a:lnTo>
                  <a:lnTo>
                    <a:pt x="1870135" y="596756"/>
                  </a:lnTo>
                  <a:lnTo>
                    <a:pt x="1908053" y="657047"/>
                  </a:lnTo>
                  <a:lnTo>
                    <a:pt x="1946300" y="720786"/>
                  </a:lnTo>
                  <a:lnTo>
                    <a:pt x="1984925" y="787727"/>
                  </a:lnTo>
                  <a:lnTo>
                    <a:pt x="2023939" y="857537"/>
                  </a:lnTo>
                  <a:lnTo>
                    <a:pt x="2063318" y="929799"/>
                  </a:lnTo>
                  <a:lnTo>
                    <a:pt x="2103008" y="1004020"/>
                  </a:lnTo>
                  <a:lnTo>
                    <a:pt x="2142930" y="1079643"/>
                  </a:lnTo>
                  <a:lnTo>
                    <a:pt x="2182986" y="1156063"/>
                  </a:lnTo>
                  <a:lnTo>
                    <a:pt x="2223071" y="1232650"/>
                  </a:lnTo>
                  <a:lnTo>
                    <a:pt x="2263075" y="1308766"/>
                  </a:lnTo>
                  <a:lnTo>
                    <a:pt x="2302897" y="1383790"/>
                  </a:lnTo>
                  <a:lnTo>
                    <a:pt x="2342447" y="1457138"/>
                  </a:lnTo>
                  <a:lnTo>
                    <a:pt x="2381656" y="1528283"/>
                  </a:lnTo>
                  <a:lnTo>
                    <a:pt x="2420485" y="1596765"/>
                  </a:lnTo>
                  <a:lnTo>
                    <a:pt x="2458925" y="1662208"/>
                  </a:lnTo>
                  <a:lnTo>
                    <a:pt x="2497005" y="1724320"/>
                  </a:lnTo>
                  <a:lnTo>
                    <a:pt x="2534798" y="1782898"/>
                  </a:lnTo>
                  <a:lnTo>
                    <a:pt x="2572420" y="1837826"/>
                  </a:lnTo>
                  <a:lnTo>
                    <a:pt x="2610039" y="1889066"/>
                  </a:lnTo>
                  <a:lnTo>
                    <a:pt x="2647880" y="1936657"/>
                  </a:lnTo>
                  <a:lnTo>
                    <a:pt x="2667772" y="1960032"/>
                  </a:lnTo>
                  <a:lnTo>
                    <a:pt x="2714923" y="2010799"/>
                  </a:lnTo>
                  <a:lnTo>
                    <a:pt x="2763711" y="2056382"/>
                  </a:lnTo>
                  <a:lnTo>
                    <a:pt x="2814922" y="2097058"/>
                  </a:lnTo>
                  <a:lnTo>
                    <a:pt x="2869435" y="2133288"/>
                  </a:lnTo>
                  <a:lnTo>
                    <a:pt x="2928141" y="2165587"/>
                  </a:lnTo>
                  <a:lnTo>
                    <a:pt x="2991867" y="2194448"/>
                  </a:lnTo>
                  <a:lnTo>
                    <a:pt x="3061270" y="2220302"/>
                  </a:lnTo>
                  <a:lnTo>
                    <a:pt x="3136706" y="2243492"/>
                  </a:lnTo>
                  <a:lnTo>
                    <a:pt x="3218050" y="2264265"/>
                  </a:lnTo>
                  <a:lnTo>
                    <a:pt x="3304484" y="2282766"/>
                  </a:lnTo>
                  <a:lnTo>
                    <a:pt x="3394302" y="2299051"/>
                  </a:lnTo>
                  <a:lnTo>
                    <a:pt x="3484783" y="2313102"/>
                  </a:lnTo>
                  <a:lnTo>
                    <a:pt x="3572271" y="2324864"/>
                  </a:lnTo>
                  <a:lnTo>
                    <a:pt x="3652523" y="2334300"/>
                  </a:lnTo>
                  <a:lnTo>
                    <a:pt x="3721371" y="2341443"/>
                  </a:lnTo>
                  <a:lnTo>
                    <a:pt x="3775578" y="2346442"/>
                  </a:lnTo>
                  <a:lnTo>
                    <a:pt x="3813623" y="2349580"/>
                  </a:lnTo>
                  <a:lnTo>
                    <a:pt x="3836161" y="2351250"/>
                  </a:lnTo>
                  <a:lnTo>
                    <a:pt x="3846057" y="2351913"/>
                  </a:lnTo>
                  <a:lnTo>
                    <a:pt x="3848108" y="2352038"/>
                  </a:lnTo>
                  <a:lnTo>
                    <a:pt x="3848118" y="2352038"/>
                  </a:lnTo>
                  <a:lnTo>
                    <a:pt x="4386855" y="2352038"/>
                  </a:lnTo>
                  <a:lnTo>
                    <a:pt x="4388139" y="2352005"/>
                  </a:lnTo>
                  <a:lnTo>
                    <a:pt x="4396514" y="2351766"/>
                  </a:lnTo>
                  <a:lnTo>
                    <a:pt x="4417403" y="2351106"/>
                  </a:lnTo>
                  <a:lnTo>
                    <a:pt x="4454181" y="2349810"/>
                  </a:lnTo>
                  <a:lnTo>
                    <a:pt x="4507849" y="2347693"/>
                  </a:lnTo>
                  <a:lnTo>
                    <a:pt x="4577017" y="2344618"/>
                  </a:lnTo>
                  <a:lnTo>
                    <a:pt x="4658363" y="2340510"/>
                  </a:lnTo>
                  <a:lnTo>
                    <a:pt x="4747489" y="2335352"/>
                  </a:lnTo>
                  <a:lnTo>
                    <a:pt x="4839867" y="2329160"/>
                  </a:lnTo>
                  <a:lnTo>
                    <a:pt x="4931585" y="2321959"/>
                  </a:lnTo>
                  <a:lnTo>
                    <a:pt x="5019751" y="2313757"/>
                  </a:lnTo>
                  <a:lnTo>
                    <a:pt x="5102567" y="2304529"/>
                  </a:lnTo>
                  <a:lnTo>
                    <a:pt x="5179202" y="2294203"/>
                  </a:lnTo>
                  <a:lnTo>
                    <a:pt x="5249558" y="2282665"/>
                  </a:lnTo>
                  <a:lnTo>
                    <a:pt x="5314049" y="2269751"/>
                  </a:lnTo>
                  <a:lnTo>
                    <a:pt x="5373402" y="2255260"/>
                  </a:lnTo>
                  <a:lnTo>
                    <a:pt x="5428509" y="2238961"/>
                  </a:lnTo>
                  <a:lnTo>
                    <a:pt x="5480323" y="2220620"/>
                  </a:lnTo>
                  <a:lnTo>
                    <a:pt x="5529769" y="2200031"/>
                  </a:lnTo>
                  <a:lnTo>
                    <a:pt x="5567201" y="2182350"/>
                  </a:lnTo>
                  <a:lnTo>
                    <a:pt x="5614847" y="2157294"/>
                  </a:lnTo>
                  <a:lnTo>
                    <a:pt x="5662027" y="2129772"/>
                  </a:lnTo>
                  <a:lnTo>
                    <a:pt x="5709204" y="2099746"/>
                  </a:lnTo>
                  <a:lnTo>
                    <a:pt x="5756695" y="2067253"/>
                  </a:lnTo>
                  <a:lnTo>
                    <a:pt x="5804700" y="2032420"/>
                  </a:lnTo>
                  <a:lnTo>
                    <a:pt x="5853307" y="1995467"/>
                  </a:lnTo>
                  <a:lnTo>
                    <a:pt x="5902510" y="1956706"/>
                  </a:lnTo>
                  <a:lnTo>
                    <a:pt x="5952221" y="1916535"/>
                  </a:lnTo>
                  <a:lnTo>
                    <a:pt x="6002292" y="1875423"/>
                  </a:lnTo>
                  <a:lnTo>
                    <a:pt x="6052527" y="1833889"/>
                  </a:lnTo>
                  <a:lnTo>
                    <a:pt x="6102716" y="1792474"/>
                  </a:lnTo>
                  <a:lnTo>
                    <a:pt x="6152652" y="1751712"/>
                  </a:lnTo>
                  <a:lnTo>
                    <a:pt x="6202156" y="1712104"/>
                  </a:lnTo>
                  <a:lnTo>
                    <a:pt x="6251105" y="1674089"/>
                  </a:lnTo>
                  <a:lnTo>
                    <a:pt x="6299444" y="1638029"/>
                  </a:lnTo>
                  <a:lnTo>
                    <a:pt x="6347207" y="1604198"/>
                  </a:lnTo>
                  <a:lnTo>
                    <a:pt x="6394530" y="1572772"/>
                  </a:lnTo>
                  <a:lnTo>
                    <a:pt x="6441661" y="1543840"/>
                  </a:lnTo>
                  <a:lnTo>
                    <a:pt x="6488979" y="1517405"/>
                  </a:lnTo>
                  <a:lnTo>
                    <a:pt x="6515891" y="1503598"/>
                  </a:lnTo>
                  <a:lnTo>
                    <a:pt x="6564060" y="1481180"/>
                  </a:lnTo>
                  <a:lnTo>
                    <a:pt x="6613953" y="1461100"/>
                  </a:lnTo>
                  <a:lnTo>
                    <a:pt x="6666411" y="1443228"/>
                  </a:lnTo>
                  <a:lnTo>
                    <a:pt x="6722372" y="1427349"/>
                  </a:lnTo>
                  <a:lnTo>
                    <a:pt x="6782784" y="1413224"/>
                  </a:lnTo>
                  <a:lnTo>
                    <a:pt x="6848514" y="1400629"/>
                  </a:lnTo>
                  <a:lnTo>
                    <a:pt x="6920233" y="1389371"/>
                  </a:lnTo>
                  <a:lnTo>
                    <a:pt x="6998260" y="1379295"/>
                  </a:lnTo>
                  <a:lnTo>
                    <a:pt x="7082357" y="1370297"/>
                  </a:lnTo>
                  <a:lnTo>
                    <a:pt x="7171497" y="1362317"/>
                  </a:lnTo>
                  <a:lnTo>
                    <a:pt x="7263648" y="1355337"/>
                  </a:lnTo>
                  <a:lnTo>
                    <a:pt x="7355676" y="1349370"/>
                  </a:lnTo>
                  <a:lnTo>
                    <a:pt x="7443486" y="1344443"/>
                  </a:lnTo>
                  <a:lnTo>
                    <a:pt x="7522503" y="1340566"/>
                  </a:lnTo>
                  <a:lnTo>
                    <a:pt x="7588485" y="1337710"/>
                  </a:lnTo>
                  <a:lnTo>
                    <a:pt x="7638471" y="1335788"/>
                  </a:lnTo>
                  <a:lnTo>
                    <a:pt x="7671574" y="1334650"/>
                  </a:lnTo>
                  <a:lnTo>
                    <a:pt x="7689339" y="1334101"/>
                  </a:lnTo>
                  <a:lnTo>
                    <a:pt x="7695621" y="1333926"/>
                  </a:lnTo>
                  <a:lnTo>
                    <a:pt x="7696237" y="1333910"/>
                  </a:lnTo>
                  <a:lnTo>
                    <a:pt x="8234974" y="1333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8" name="pl478"/>
            <p:cNvSpPr/>
            <p:nvPr/>
          </p:nvSpPr>
          <p:spPr>
            <a:xfrm>
              <a:off x="546595" y="2792157"/>
              <a:ext cx="8234974" cy="2352038"/>
            </a:xfrm>
            <a:custGeom>
              <a:avLst/>
              <a:pathLst>
                <a:path w="8234974" h="2352038">
                  <a:moveTo>
                    <a:pt x="8234974" y="1333910"/>
                  </a:moveTo>
                  <a:lnTo>
                    <a:pt x="7696237" y="1333910"/>
                  </a:lnTo>
                  <a:lnTo>
                    <a:pt x="7694954" y="1333944"/>
                  </a:lnTo>
                  <a:lnTo>
                    <a:pt x="7686578" y="1334183"/>
                  </a:lnTo>
                  <a:lnTo>
                    <a:pt x="7665689" y="1334843"/>
                  </a:lnTo>
                  <a:lnTo>
                    <a:pt x="7628912" y="1336138"/>
                  </a:lnTo>
                  <a:lnTo>
                    <a:pt x="7575244" y="1338256"/>
                  </a:lnTo>
                  <a:lnTo>
                    <a:pt x="7506076" y="1341331"/>
                  </a:lnTo>
                  <a:lnTo>
                    <a:pt x="7424730" y="1345439"/>
                  </a:lnTo>
                  <a:lnTo>
                    <a:pt x="7335603" y="1350597"/>
                  </a:lnTo>
                  <a:lnTo>
                    <a:pt x="7243225" y="1356789"/>
                  </a:lnTo>
                  <a:lnTo>
                    <a:pt x="7151507" y="1363990"/>
                  </a:lnTo>
                  <a:lnTo>
                    <a:pt x="7063342" y="1372191"/>
                  </a:lnTo>
                  <a:lnTo>
                    <a:pt x="6980525" y="1381420"/>
                  </a:lnTo>
                  <a:lnTo>
                    <a:pt x="6903891" y="1391745"/>
                  </a:lnTo>
                  <a:lnTo>
                    <a:pt x="6833534" y="1403284"/>
                  </a:lnTo>
                  <a:lnTo>
                    <a:pt x="6769043" y="1416198"/>
                  </a:lnTo>
                  <a:lnTo>
                    <a:pt x="6709691" y="1430689"/>
                  </a:lnTo>
                  <a:lnTo>
                    <a:pt x="6654583" y="1446987"/>
                  </a:lnTo>
                  <a:lnTo>
                    <a:pt x="6602769" y="1465329"/>
                  </a:lnTo>
                  <a:lnTo>
                    <a:pt x="6553324" y="1485917"/>
                  </a:lnTo>
                  <a:lnTo>
                    <a:pt x="6515891" y="1503598"/>
                  </a:lnTo>
                  <a:lnTo>
                    <a:pt x="6468246" y="1528654"/>
                  </a:lnTo>
                  <a:lnTo>
                    <a:pt x="6421065" y="1556176"/>
                  </a:lnTo>
                  <a:lnTo>
                    <a:pt x="6373889" y="1586203"/>
                  </a:lnTo>
                  <a:lnTo>
                    <a:pt x="6326397" y="1618696"/>
                  </a:lnTo>
                  <a:lnTo>
                    <a:pt x="6278393" y="1653529"/>
                  </a:lnTo>
                  <a:lnTo>
                    <a:pt x="6229786" y="1690482"/>
                  </a:lnTo>
                  <a:lnTo>
                    <a:pt x="6180583" y="1729243"/>
                  </a:lnTo>
                  <a:lnTo>
                    <a:pt x="6130871" y="1769414"/>
                  </a:lnTo>
                  <a:lnTo>
                    <a:pt x="6080801" y="1810525"/>
                  </a:lnTo>
                  <a:lnTo>
                    <a:pt x="6030565" y="1852059"/>
                  </a:lnTo>
                  <a:lnTo>
                    <a:pt x="5980376" y="1893475"/>
                  </a:lnTo>
                  <a:lnTo>
                    <a:pt x="5930441" y="1934236"/>
                  </a:lnTo>
                  <a:lnTo>
                    <a:pt x="5880936" y="1973845"/>
                  </a:lnTo>
                  <a:lnTo>
                    <a:pt x="5831988" y="2011860"/>
                  </a:lnTo>
                  <a:lnTo>
                    <a:pt x="5783648" y="2047919"/>
                  </a:lnTo>
                  <a:lnTo>
                    <a:pt x="5735885" y="2081751"/>
                  </a:lnTo>
                  <a:lnTo>
                    <a:pt x="5688562" y="2113176"/>
                  </a:lnTo>
                  <a:lnTo>
                    <a:pt x="5641431" y="2142108"/>
                  </a:lnTo>
                  <a:lnTo>
                    <a:pt x="5594113" y="2168543"/>
                  </a:lnTo>
                  <a:lnTo>
                    <a:pt x="5567201" y="2182350"/>
                  </a:lnTo>
                  <a:lnTo>
                    <a:pt x="5519032" y="2204769"/>
                  </a:lnTo>
                  <a:lnTo>
                    <a:pt x="5469140" y="2224848"/>
                  </a:lnTo>
                  <a:lnTo>
                    <a:pt x="5416682" y="2242721"/>
                  </a:lnTo>
                  <a:lnTo>
                    <a:pt x="5360720" y="2258600"/>
                  </a:lnTo>
                  <a:lnTo>
                    <a:pt x="5300308" y="2272725"/>
                  </a:lnTo>
                  <a:lnTo>
                    <a:pt x="5234578" y="2285319"/>
                  </a:lnTo>
                  <a:lnTo>
                    <a:pt x="5162859" y="2296578"/>
                  </a:lnTo>
                  <a:lnTo>
                    <a:pt x="5084833" y="2306653"/>
                  </a:lnTo>
                  <a:lnTo>
                    <a:pt x="5000736" y="2315651"/>
                  </a:lnTo>
                  <a:lnTo>
                    <a:pt x="4911596" y="2323632"/>
                  </a:lnTo>
                  <a:lnTo>
                    <a:pt x="4819445" y="2330612"/>
                  </a:lnTo>
                  <a:lnTo>
                    <a:pt x="4727417" y="2336578"/>
                  </a:lnTo>
                  <a:lnTo>
                    <a:pt x="4639607" y="2341505"/>
                  </a:lnTo>
                  <a:lnTo>
                    <a:pt x="4560589" y="2345382"/>
                  </a:lnTo>
                  <a:lnTo>
                    <a:pt x="4494608" y="2348238"/>
                  </a:lnTo>
                  <a:lnTo>
                    <a:pt x="4444622" y="2350161"/>
                  </a:lnTo>
                  <a:lnTo>
                    <a:pt x="4411518" y="2351299"/>
                  </a:lnTo>
                  <a:lnTo>
                    <a:pt x="4393754" y="2351847"/>
                  </a:lnTo>
                  <a:lnTo>
                    <a:pt x="4387472" y="2352022"/>
                  </a:lnTo>
                  <a:lnTo>
                    <a:pt x="4386855" y="2352038"/>
                  </a:lnTo>
                  <a:lnTo>
                    <a:pt x="3848118" y="2352038"/>
                  </a:lnTo>
                  <a:lnTo>
                    <a:pt x="3846912" y="2351966"/>
                  </a:lnTo>
                  <a:lnTo>
                    <a:pt x="3839027" y="2351448"/>
                  </a:lnTo>
                  <a:lnTo>
                    <a:pt x="3819317" y="2350018"/>
                  </a:lnTo>
                  <a:lnTo>
                    <a:pt x="3784504" y="2347208"/>
                  </a:lnTo>
                  <a:lnTo>
                    <a:pt x="3733477" y="2342609"/>
                  </a:lnTo>
                  <a:lnTo>
                    <a:pt x="3667347" y="2335911"/>
                  </a:lnTo>
                  <a:lnTo>
                    <a:pt x="3589062" y="2326940"/>
                  </a:lnTo>
                  <a:lnTo>
                    <a:pt x="3502675" y="2315642"/>
                  </a:lnTo>
                  <a:lnTo>
                    <a:pt x="3412474" y="2302045"/>
                  </a:lnTo>
                  <a:lnTo>
                    <a:pt x="3322273" y="2286205"/>
                  </a:lnTo>
                  <a:lnTo>
                    <a:pt x="3234993" y="2268149"/>
                  </a:lnTo>
                  <a:lnTo>
                    <a:pt x="3152539" y="2247840"/>
                  </a:lnTo>
                  <a:lnTo>
                    <a:pt x="3075890" y="2225150"/>
                  </a:lnTo>
                  <a:lnTo>
                    <a:pt x="3005295" y="2199854"/>
                  </a:lnTo>
                  <a:lnTo>
                    <a:pt x="2940477" y="2171627"/>
                  </a:lnTo>
                  <a:lnTo>
                    <a:pt x="2880828" y="2140055"/>
                  </a:lnTo>
                  <a:lnTo>
                    <a:pt x="2825546" y="2104653"/>
                  </a:lnTo>
                  <a:lnTo>
                    <a:pt x="2773746" y="2064908"/>
                  </a:lnTo>
                  <a:lnTo>
                    <a:pt x="2724540" y="2020338"/>
                  </a:lnTo>
                  <a:lnTo>
                    <a:pt x="2677116" y="1970616"/>
                  </a:lnTo>
                  <a:lnTo>
                    <a:pt x="2667772" y="1960032"/>
                  </a:lnTo>
                  <a:lnTo>
                    <a:pt x="2629705" y="1914306"/>
                  </a:lnTo>
                  <a:lnTo>
                    <a:pt x="2592002" y="1864975"/>
                  </a:lnTo>
                  <a:lnTo>
                    <a:pt x="2554406" y="1811968"/>
                  </a:lnTo>
                  <a:lnTo>
                    <a:pt x="2516720" y="1755282"/>
                  </a:lnTo>
                  <a:lnTo>
                    <a:pt x="2478801" y="1694990"/>
                  </a:lnTo>
                  <a:lnTo>
                    <a:pt x="2440555" y="1631252"/>
                  </a:lnTo>
                  <a:lnTo>
                    <a:pt x="2401930" y="1564311"/>
                  </a:lnTo>
                  <a:lnTo>
                    <a:pt x="2362916" y="1494501"/>
                  </a:lnTo>
                  <a:lnTo>
                    <a:pt x="2323536" y="1422239"/>
                  </a:lnTo>
                  <a:lnTo>
                    <a:pt x="2283846" y="1348018"/>
                  </a:lnTo>
                  <a:lnTo>
                    <a:pt x="2243925" y="1272395"/>
                  </a:lnTo>
                  <a:lnTo>
                    <a:pt x="2203868" y="1195975"/>
                  </a:lnTo>
                  <a:lnTo>
                    <a:pt x="2163784" y="1119388"/>
                  </a:lnTo>
                  <a:lnTo>
                    <a:pt x="2123779" y="1043272"/>
                  </a:lnTo>
                  <a:lnTo>
                    <a:pt x="2083958" y="968248"/>
                  </a:lnTo>
                  <a:lnTo>
                    <a:pt x="2044408" y="894900"/>
                  </a:lnTo>
                  <a:lnTo>
                    <a:pt x="2005198" y="823755"/>
                  </a:lnTo>
                  <a:lnTo>
                    <a:pt x="1966370" y="755273"/>
                  </a:lnTo>
                  <a:lnTo>
                    <a:pt x="1927930" y="689830"/>
                  </a:lnTo>
                  <a:lnTo>
                    <a:pt x="1889849" y="627718"/>
                  </a:lnTo>
                  <a:lnTo>
                    <a:pt x="1852057" y="569140"/>
                  </a:lnTo>
                  <a:lnTo>
                    <a:pt x="1814435" y="514212"/>
                  </a:lnTo>
                  <a:lnTo>
                    <a:pt x="1776815" y="462971"/>
                  </a:lnTo>
                  <a:lnTo>
                    <a:pt x="1738974" y="415380"/>
                  </a:lnTo>
                  <a:lnTo>
                    <a:pt x="1719082" y="392006"/>
                  </a:lnTo>
                  <a:lnTo>
                    <a:pt x="1671931" y="341239"/>
                  </a:lnTo>
                  <a:lnTo>
                    <a:pt x="1623144" y="295656"/>
                  </a:lnTo>
                  <a:lnTo>
                    <a:pt x="1571932" y="254980"/>
                  </a:lnTo>
                  <a:lnTo>
                    <a:pt x="1517420" y="218750"/>
                  </a:lnTo>
                  <a:lnTo>
                    <a:pt x="1458713" y="186451"/>
                  </a:lnTo>
                  <a:lnTo>
                    <a:pt x="1394988" y="157590"/>
                  </a:lnTo>
                  <a:lnTo>
                    <a:pt x="1325585" y="131736"/>
                  </a:lnTo>
                  <a:lnTo>
                    <a:pt x="1250148" y="108546"/>
                  </a:lnTo>
                  <a:lnTo>
                    <a:pt x="1168805" y="87773"/>
                  </a:lnTo>
                  <a:lnTo>
                    <a:pt x="1082370" y="69272"/>
                  </a:lnTo>
                  <a:lnTo>
                    <a:pt x="992553" y="52987"/>
                  </a:lnTo>
                  <a:lnTo>
                    <a:pt x="902071" y="38936"/>
                  </a:lnTo>
                  <a:lnTo>
                    <a:pt x="814583" y="27174"/>
                  </a:lnTo>
                  <a:lnTo>
                    <a:pt x="734332" y="17738"/>
                  </a:lnTo>
                  <a:lnTo>
                    <a:pt x="665484" y="10595"/>
                  </a:lnTo>
                  <a:lnTo>
                    <a:pt x="611276" y="5596"/>
                  </a:lnTo>
                  <a:lnTo>
                    <a:pt x="573232" y="2458"/>
                  </a:lnTo>
                  <a:lnTo>
                    <a:pt x="550694" y="788"/>
                  </a:lnTo>
                  <a:lnTo>
                    <a:pt x="540798" y="125"/>
                  </a:lnTo>
                  <a:lnTo>
                    <a:pt x="53874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9" name="pg479"/>
            <p:cNvSpPr/>
            <p:nvPr/>
          </p:nvSpPr>
          <p:spPr>
            <a:xfrm>
              <a:off x="546595" y="2803046"/>
              <a:ext cx="8234974" cy="2362927"/>
            </a:xfrm>
            <a:custGeom>
              <a:avLst/>
              <a:pathLst>
                <a:path w="8234974" h="2362927">
                  <a:moveTo>
                    <a:pt x="0" y="5444"/>
                  </a:moveTo>
                  <a:lnTo>
                    <a:pt x="538736" y="5444"/>
                  </a:lnTo>
                  <a:lnTo>
                    <a:pt x="539942" y="5517"/>
                  </a:lnTo>
                  <a:lnTo>
                    <a:pt x="547825" y="6035"/>
                  </a:lnTo>
                  <a:lnTo>
                    <a:pt x="567528" y="7469"/>
                  </a:lnTo>
                  <a:lnTo>
                    <a:pt x="602331" y="10284"/>
                  </a:lnTo>
                  <a:lnTo>
                    <a:pt x="653344" y="14892"/>
                  </a:lnTo>
                  <a:lnTo>
                    <a:pt x="719458" y="21603"/>
                  </a:lnTo>
                  <a:lnTo>
                    <a:pt x="797725" y="30592"/>
                  </a:lnTo>
                  <a:lnTo>
                    <a:pt x="884098" y="41913"/>
                  </a:lnTo>
                  <a:lnTo>
                    <a:pt x="974287" y="55537"/>
                  </a:lnTo>
                  <a:lnTo>
                    <a:pt x="1064479" y="71410"/>
                  </a:lnTo>
                  <a:lnTo>
                    <a:pt x="1151754" y="89503"/>
                  </a:lnTo>
                  <a:lnTo>
                    <a:pt x="1234206" y="109854"/>
                  </a:lnTo>
                  <a:lnTo>
                    <a:pt x="1310854" y="132590"/>
                  </a:lnTo>
                  <a:lnTo>
                    <a:pt x="1381451" y="157937"/>
                  </a:lnTo>
                  <a:lnTo>
                    <a:pt x="1446270" y="186221"/>
                  </a:lnTo>
                  <a:lnTo>
                    <a:pt x="1505921" y="217857"/>
                  </a:lnTo>
                  <a:lnTo>
                    <a:pt x="1561204" y="253328"/>
                  </a:lnTo>
                  <a:lnTo>
                    <a:pt x="1613005" y="293152"/>
                  </a:lnTo>
                  <a:lnTo>
                    <a:pt x="1662210" y="337809"/>
                  </a:lnTo>
                  <a:lnTo>
                    <a:pt x="1709631" y="387628"/>
                  </a:lnTo>
                  <a:lnTo>
                    <a:pt x="1719082" y="398358"/>
                  </a:lnTo>
                  <a:lnTo>
                    <a:pt x="1757117" y="444150"/>
                  </a:lnTo>
                  <a:lnTo>
                    <a:pt x="1794789" y="493548"/>
                  </a:lnTo>
                  <a:lnTo>
                    <a:pt x="1832353" y="546625"/>
                  </a:lnTo>
                  <a:lnTo>
                    <a:pt x="1870007" y="603384"/>
                  </a:lnTo>
                  <a:lnTo>
                    <a:pt x="1907892" y="663750"/>
                  </a:lnTo>
                  <a:lnTo>
                    <a:pt x="1946105" y="727566"/>
                  </a:lnTo>
                  <a:lnTo>
                    <a:pt x="1984695" y="794588"/>
                  </a:lnTo>
                  <a:lnTo>
                    <a:pt x="2023674" y="864484"/>
                  </a:lnTo>
                  <a:lnTo>
                    <a:pt x="2063017" y="936836"/>
                  </a:lnTo>
                  <a:lnTo>
                    <a:pt x="2102671" y="1011152"/>
                  </a:lnTo>
                  <a:lnTo>
                    <a:pt x="2142557" y="1086876"/>
                  </a:lnTo>
                  <a:lnTo>
                    <a:pt x="2182579" y="1163404"/>
                  </a:lnTo>
                  <a:lnTo>
                    <a:pt x="2222630" y="1240104"/>
                  </a:lnTo>
                  <a:lnTo>
                    <a:pt x="2262602" y="1316341"/>
                  </a:lnTo>
                  <a:lnTo>
                    <a:pt x="2302393" y="1391492"/>
                  </a:lnTo>
                  <a:lnTo>
                    <a:pt x="2341913" y="1464974"/>
                  </a:lnTo>
                  <a:lnTo>
                    <a:pt x="2381095" y="1536257"/>
                  </a:lnTo>
                  <a:lnTo>
                    <a:pt x="2419896" y="1604882"/>
                  </a:lnTo>
                  <a:lnTo>
                    <a:pt x="2458310" y="1670471"/>
                  </a:lnTo>
                  <a:lnTo>
                    <a:pt x="2496363" y="1732731"/>
                  </a:lnTo>
                  <a:lnTo>
                    <a:pt x="2534128" y="1791458"/>
                  </a:lnTo>
                  <a:lnTo>
                    <a:pt x="2571720" y="1846533"/>
                  </a:lnTo>
                  <a:lnTo>
                    <a:pt x="2609306" y="1897919"/>
                  </a:lnTo>
                  <a:lnTo>
                    <a:pt x="2647108" y="1945652"/>
                  </a:lnTo>
                  <a:lnTo>
                    <a:pt x="2667772" y="1970013"/>
                  </a:lnTo>
                  <a:lnTo>
                    <a:pt x="2714918" y="2020893"/>
                  </a:lnTo>
                  <a:lnTo>
                    <a:pt x="2763699" y="2066577"/>
                  </a:lnTo>
                  <a:lnTo>
                    <a:pt x="2814904" y="2107344"/>
                  </a:lnTo>
                  <a:lnTo>
                    <a:pt x="2869409" y="2143655"/>
                  </a:lnTo>
                  <a:lnTo>
                    <a:pt x="2928106" y="2176027"/>
                  </a:lnTo>
                  <a:lnTo>
                    <a:pt x="2991821" y="2204954"/>
                  </a:lnTo>
                  <a:lnTo>
                    <a:pt x="3061212" y="2230867"/>
                  </a:lnTo>
                  <a:lnTo>
                    <a:pt x="3136634" y="2254110"/>
                  </a:lnTo>
                  <a:lnTo>
                    <a:pt x="3217963" y="2274930"/>
                  </a:lnTo>
                  <a:lnTo>
                    <a:pt x="3304382" y="2293475"/>
                  </a:lnTo>
                  <a:lnTo>
                    <a:pt x="3394187" y="2309798"/>
                  </a:lnTo>
                  <a:lnTo>
                    <a:pt x="3484660" y="2323883"/>
                  </a:lnTo>
                  <a:lnTo>
                    <a:pt x="3572145" y="2335674"/>
                  </a:lnTo>
                  <a:lnTo>
                    <a:pt x="3652401" y="2345135"/>
                  </a:lnTo>
                  <a:lnTo>
                    <a:pt x="3721264" y="2352297"/>
                  </a:lnTo>
                  <a:lnTo>
                    <a:pt x="3775493" y="2357311"/>
                  </a:lnTo>
                  <a:lnTo>
                    <a:pt x="3813564" y="2360459"/>
                  </a:lnTo>
                  <a:lnTo>
                    <a:pt x="3836128" y="2362135"/>
                  </a:lnTo>
                  <a:lnTo>
                    <a:pt x="3846046" y="2362801"/>
                  </a:lnTo>
                  <a:lnTo>
                    <a:pt x="3848118" y="2362927"/>
                  </a:lnTo>
                  <a:lnTo>
                    <a:pt x="4386855" y="2362927"/>
                  </a:lnTo>
                  <a:lnTo>
                    <a:pt x="4388156" y="2362916"/>
                  </a:lnTo>
                  <a:lnTo>
                    <a:pt x="4396640" y="2362833"/>
                  </a:lnTo>
                  <a:lnTo>
                    <a:pt x="4417791" y="2362604"/>
                  </a:lnTo>
                  <a:lnTo>
                    <a:pt x="4455002" y="2362154"/>
                  </a:lnTo>
                  <a:lnTo>
                    <a:pt x="4509250" y="2361420"/>
                  </a:lnTo>
                  <a:lnTo>
                    <a:pt x="4579081" y="2360354"/>
                  </a:lnTo>
                  <a:lnTo>
                    <a:pt x="4661088" y="2358931"/>
                  </a:lnTo>
                  <a:lnTo>
                    <a:pt x="4750799" y="2357146"/>
                  </a:lnTo>
                  <a:lnTo>
                    <a:pt x="4843634" y="2355004"/>
                  </a:lnTo>
                  <a:lnTo>
                    <a:pt x="4935665" y="2352513"/>
                  </a:lnTo>
                  <a:lnTo>
                    <a:pt x="5024005" y="2349677"/>
                  </a:lnTo>
                  <a:lnTo>
                    <a:pt x="5106886" y="2346486"/>
                  </a:lnTo>
                  <a:lnTo>
                    <a:pt x="5183507" y="2342913"/>
                  </a:lnTo>
                  <a:lnTo>
                    <a:pt x="5253806" y="2338919"/>
                  </a:lnTo>
                  <a:lnTo>
                    <a:pt x="5318226" y="2334446"/>
                  </a:lnTo>
                  <a:lnTo>
                    <a:pt x="5377518" y="2329424"/>
                  </a:lnTo>
                  <a:lnTo>
                    <a:pt x="5432595" y="2323771"/>
                  </a:lnTo>
                  <a:lnTo>
                    <a:pt x="5484423" y="2317406"/>
                  </a:lnTo>
                  <a:lnTo>
                    <a:pt x="5533932" y="2310261"/>
                  </a:lnTo>
                  <a:lnTo>
                    <a:pt x="5567201" y="2304852"/>
                  </a:lnTo>
                  <a:lnTo>
                    <a:pt x="5619238" y="2295438"/>
                  </a:lnTo>
                  <a:lnTo>
                    <a:pt x="5670776" y="2285014"/>
                  </a:lnTo>
                  <a:lnTo>
                    <a:pt x="5722389" y="2273567"/>
                  </a:lnTo>
                  <a:lnTo>
                    <a:pt x="5774456" y="2261124"/>
                  </a:lnTo>
                  <a:lnTo>
                    <a:pt x="5827187" y="2247753"/>
                  </a:lnTo>
                  <a:lnTo>
                    <a:pt x="5880646" y="2233571"/>
                  </a:lnTo>
                  <a:lnTo>
                    <a:pt x="5934768" y="2218737"/>
                  </a:lnTo>
                  <a:lnTo>
                    <a:pt x="5989387" y="2203449"/>
                  </a:lnTo>
                  <a:lnTo>
                    <a:pt x="6044265" y="2187932"/>
                  </a:lnTo>
                  <a:lnTo>
                    <a:pt x="6099130" y="2172428"/>
                  </a:lnTo>
                  <a:lnTo>
                    <a:pt x="6153710" y="2157175"/>
                  </a:lnTo>
                  <a:lnTo>
                    <a:pt x="6207772" y="2142397"/>
                  </a:lnTo>
                  <a:lnTo>
                    <a:pt x="6261159" y="2128289"/>
                  </a:lnTo>
                  <a:lnTo>
                    <a:pt x="6313820" y="2115006"/>
                  </a:lnTo>
                  <a:lnTo>
                    <a:pt x="6365830" y="2102658"/>
                  </a:lnTo>
                  <a:lnTo>
                    <a:pt x="6417415" y="2091312"/>
                  </a:lnTo>
                  <a:lnTo>
                    <a:pt x="6468973" y="2080989"/>
                  </a:lnTo>
                  <a:lnTo>
                    <a:pt x="6515891" y="2072552"/>
                  </a:lnTo>
                  <a:lnTo>
                    <a:pt x="6564281" y="2064847"/>
                  </a:lnTo>
                  <a:lnTo>
                    <a:pt x="6614414" y="2057949"/>
                  </a:lnTo>
                  <a:lnTo>
                    <a:pt x="6667144" y="2051813"/>
                  </a:lnTo>
                  <a:lnTo>
                    <a:pt x="6723422" y="2046364"/>
                  </a:lnTo>
                  <a:lnTo>
                    <a:pt x="6784208" y="2041519"/>
                  </a:lnTo>
                  <a:lnTo>
                    <a:pt x="6850378" y="2037201"/>
                  </a:lnTo>
                  <a:lnTo>
                    <a:pt x="6922605" y="2033343"/>
                  </a:lnTo>
                  <a:lnTo>
                    <a:pt x="7001198" y="2029892"/>
                  </a:lnTo>
                  <a:lnTo>
                    <a:pt x="7085895" y="2026813"/>
                  </a:lnTo>
                  <a:lnTo>
                    <a:pt x="7175617" y="2024084"/>
                  </a:lnTo>
                  <a:lnTo>
                    <a:pt x="7268257" y="2021700"/>
                  </a:lnTo>
                  <a:lnTo>
                    <a:pt x="7360587" y="2019668"/>
                  </a:lnTo>
                  <a:lnTo>
                    <a:pt x="7448417" y="2017994"/>
                  </a:lnTo>
                  <a:lnTo>
                    <a:pt x="7527105" y="2016683"/>
                  </a:lnTo>
                  <a:lnTo>
                    <a:pt x="7592402" y="2015723"/>
                  </a:lnTo>
                  <a:lnTo>
                    <a:pt x="7641427" y="2015083"/>
                  </a:lnTo>
                  <a:lnTo>
                    <a:pt x="7673448" y="2014710"/>
                  </a:lnTo>
                  <a:lnTo>
                    <a:pt x="7690212" y="2014534"/>
                  </a:lnTo>
                  <a:lnTo>
                    <a:pt x="7695801" y="2014481"/>
                  </a:lnTo>
                  <a:lnTo>
                    <a:pt x="7696237" y="2014477"/>
                  </a:lnTo>
                  <a:lnTo>
                    <a:pt x="8234974" y="2014477"/>
                  </a:lnTo>
                  <a:lnTo>
                    <a:pt x="8234974" y="2009033"/>
                  </a:lnTo>
                  <a:lnTo>
                    <a:pt x="7696237" y="2009033"/>
                  </a:lnTo>
                  <a:lnTo>
                    <a:pt x="7694937" y="2009044"/>
                  </a:lnTo>
                  <a:lnTo>
                    <a:pt x="7686452" y="2009127"/>
                  </a:lnTo>
                  <a:lnTo>
                    <a:pt x="7665302" y="2009356"/>
                  </a:lnTo>
                  <a:lnTo>
                    <a:pt x="7628091" y="2009805"/>
                  </a:lnTo>
                  <a:lnTo>
                    <a:pt x="7573842" y="2010540"/>
                  </a:lnTo>
                  <a:lnTo>
                    <a:pt x="7504012" y="2011606"/>
                  </a:lnTo>
                  <a:lnTo>
                    <a:pt x="7422004" y="2013028"/>
                  </a:lnTo>
                  <a:lnTo>
                    <a:pt x="7332294" y="2014814"/>
                  </a:lnTo>
                  <a:lnTo>
                    <a:pt x="7239458" y="2016956"/>
                  </a:lnTo>
                  <a:lnTo>
                    <a:pt x="7147428" y="2019447"/>
                  </a:lnTo>
                  <a:lnTo>
                    <a:pt x="7059087" y="2022283"/>
                  </a:lnTo>
                  <a:lnTo>
                    <a:pt x="6976206" y="2025474"/>
                  </a:lnTo>
                  <a:lnTo>
                    <a:pt x="6899585" y="2029047"/>
                  </a:lnTo>
                  <a:lnTo>
                    <a:pt x="6829286" y="2033041"/>
                  </a:lnTo>
                  <a:lnTo>
                    <a:pt x="6764866" y="2037513"/>
                  </a:lnTo>
                  <a:lnTo>
                    <a:pt x="6705574" y="2042536"/>
                  </a:lnTo>
                  <a:lnTo>
                    <a:pt x="6650498" y="2048189"/>
                  </a:lnTo>
                  <a:lnTo>
                    <a:pt x="6598670" y="2054554"/>
                  </a:lnTo>
                  <a:lnTo>
                    <a:pt x="6549160" y="2061699"/>
                  </a:lnTo>
                  <a:lnTo>
                    <a:pt x="6515891" y="2067108"/>
                  </a:lnTo>
                  <a:lnTo>
                    <a:pt x="6463854" y="2076522"/>
                  </a:lnTo>
                  <a:lnTo>
                    <a:pt x="6412316" y="2086946"/>
                  </a:lnTo>
                  <a:lnTo>
                    <a:pt x="6360703" y="2098393"/>
                  </a:lnTo>
                  <a:lnTo>
                    <a:pt x="6308637" y="2110836"/>
                  </a:lnTo>
                  <a:lnTo>
                    <a:pt x="6255905" y="2124207"/>
                  </a:lnTo>
                  <a:lnTo>
                    <a:pt x="6202447" y="2138389"/>
                  </a:lnTo>
                  <a:lnTo>
                    <a:pt x="6148325" y="2153223"/>
                  </a:lnTo>
                  <a:lnTo>
                    <a:pt x="6093706" y="2168511"/>
                  </a:lnTo>
                  <a:lnTo>
                    <a:pt x="6038827" y="2184028"/>
                  </a:lnTo>
                  <a:lnTo>
                    <a:pt x="5983962" y="2199532"/>
                  </a:lnTo>
                  <a:lnTo>
                    <a:pt x="5929383" y="2214785"/>
                  </a:lnTo>
                  <a:lnTo>
                    <a:pt x="5875321" y="2229562"/>
                  </a:lnTo>
                  <a:lnTo>
                    <a:pt x="5821933" y="2243671"/>
                  </a:lnTo>
                  <a:lnTo>
                    <a:pt x="5769273" y="2256954"/>
                  </a:lnTo>
                  <a:lnTo>
                    <a:pt x="5717263" y="2269301"/>
                  </a:lnTo>
                  <a:lnTo>
                    <a:pt x="5665677" y="2280648"/>
                  </a:lnTo>
                  <a:lnTo>
                    <a:pt x="5614119" y="2290971"/>
                  </a:lnTo>
                  <a:lnTo>
                    <a:pt x="5567201" y="2299408"/>
                  </a:lnTo>
                  <a:lnTo>
                    <a:pt x="5518811" y="2307113"/>
                  </a:lnTo>
                  <a:lnTo>
                    <a:pt x="5468678" y="2314011"/>
                  </a:lnTo>
                  <a:lnTo>
                    <a:pt x="5415948" y="2320147"/>
                  </a:lnTo>
                  <a:lnTo>
                    <a:pt x="5359670" y="2325596"/>
                  </a:lnTo>
                  <a:lnTo>
                    <a:pt x="5298884" y="2330441"/>
                  </a:lnTo>
                  <a:lnTo>
                    <a:pt x="5232715" y="2334759"/>
                  </a:lnTo>
                  <a:lnTo>
                    <a:pt x="5160488" y="2338617"/>
                  </a:lnTo>
                  <a:lnTo>
                    <a:pt x="5081894" y="2342068"/>
                  </a:lnTo>
                  <a:lnTo>
                    <a:pt x="4997198" y="2345147"/>
                  </a:lnTo>
                  <a:lnTo>
                    <a:pt x="4907476" y="2347876"/>
                  </a:lnTo>
                  <a:lnTo>
                    <a:pt x="4814836" y="2350259"/>
                  </a:lnTo>
                  <a:lnTo>
                    <a:pt x="4722506" y="2352292"/>
                  </a:lnTo>
                  <a:lnTo>
                    <a:pt x="4634676" y="2353966"/>
                  </a:lnTo>
                  <a:lnTo>
                    <a:pt x="4555988" y="2355277"/>
                  </a:lnTo>
                  <a:lnTo>
                    <a:pt x="4490690" y="2356236"/>
                  </a:lnTo>
                  <a:lnTo>
                    <a:pt x="4441666" y="2356877"/>
                  </a:lnTo>
                  <a:lnTo>
                    <a:pt x="4409645" y="2357250"/>
                  </a:lnTo>
                  <a:lnTo>
                    <a:pt x="4392880" y="2357426"/>
                  </a:lnTo>
                  <a:lnTo>
                    <a:pt x="4387292" y="2357479"/>
                  </a:lnTo>
                  <a:lnTo>
                    <a:pt x="4386855" y="2357483"/>
                  </a:lnTo>
                  <a:lnTo>
                    <a:pt x="3848118" y="2357483"/>
                  </a:lnTo>
                  <a:lnTo>
                    <a:pt x="3846912" y="2357410"/>
                  </a:lnTo>
                  <a:lnTo>
                    <a:pt x="3839030" y="2356892"/>
                  </a:lnTo>
                  <a:lnTo>
                    <a:pt x="3819326" y="2355458"/>
                  </a:lnTo>
                  <a:lnTo>
                    <a:pt x="3784523" y="2352643"/>
                  </a:lnTo>
                  <a:lnTo>
                    <a:pt x="3733511" y="2348034"/>
                  </a:lnTo>
                  <a:lnTo>
                    <a:pt x="3667397" y="2341324"/>
                  </a:lnTo>
                  <a:lnTo>
                    <a:pt x="3589129" y="2332335"/>
                  </a:lnTo>
                  <a:lnTo>
                    <a:pt x="3502757" y="2321014"/>
                  </a:lnTo>
                  <a:lnTo>
                    <a:pt x="3412568" y="2307390"/>
                  </a:lnTo>
                  <a:lnTo>
                    <a:pt x="3322376" y="2291517"/>
                  </a:lnTo>
                  <a:lnTo>
                    <a:pt x="3235101" y="2273423"/>
                  </a:lnTo>
                  <a:lnTo>
                    <a:pt x="3152649" y="2253073"/>
                  </a:lnTo>
                  <a:lnTo>
                    <a:pt x="3076000" y="2230337"/>
                  </a:lnTo>
                  <a:lnTo>
                    <a:pt x="3005403" y="2204990"/>
                  </a:lnTo>
                  <a:lnTo>
                    <a:pt x="2940584" y="2176706"/>
                  </a:lnTo>
                  <a:lnTo>
                    <a:pt x="2880934" y="2145070"/>
                  </a:lnTo>
                  <a:lnTo>
                    <a:pt x="2825651" y="2109599"/>
                  </a:lnTo>
                  <a:lnTo>
                    <a:pt x="2773850" y="2069775"/>
                  </a:lnTo>
                  <a:lnTo>
                    <a:pt x="2724645" y="2025118"/>
                  </a:lnTo>
                  <a:lnTo>
                    <a:pt x="2677224" y="1975299"/>
                  </a:lnTo>
                  <a:lnTo>
                    <a:pt x="2667772" y="1964569"/>
                  </a:lnTo>
                  <a:lnTo>
                    <a:pt x="2629737" y="1918777"/>
                  </a:lnTo>
                  <a:lnTo>
                    <a:pt x="2592066" y="1869379"/>
                  </a:lnTo>
                  <a:lnTo>
                    <a:pt x="2554502" y="1816302"/>
                  </a:lnTo>
                  <a:lnTo>
                    <a:pt x="2516848" y="1759543"/>
                  </a:lnTo>
                  <a:lnTo>
                    <a:pt x="2478962" y="1699177"/>
                  </a:lnTo>
                  <a:lnTo>
                    <a:pt x="2440750" y="1635361"/>
                  </a:lnTo>
                  <a:lnTo>
                    <a:pt x="2402160" y="1568339"/>
                  </a:lnTo>
                  <a:lnTo>
                    <a:pt x="2363181" y="1498443"/>
                  </a:lnTo>
                  <a:lnTo>
                    <a:pt x="2323837" y="1426091"/>
                  </a:lnTo>
                  <a:lnTo>
                    <a:pt x="2284183" y="1351774"/>
                  </a:lnTo>
                  <a:lnTo>
                    <a:pt x="2244297" y="1276051"/>
                  </a:lnTo>
                  <a:lnTo>
                    <a:pt x="2204276" y="1199523"/>
                  </a:lnTo>
                  <a:lnTo>
                    <a:pt x="2164225" y="1122822"/>
                  </a:lnTo>
                  <a:lnTo>
                    <a:pt x="2124252" y="1046586"/>
                  </a:lnTo>
                  <a:lnTo>
                    <a:pt x="2084462" y="971435"/>
                  </a:lnTo>
                  <a:lnTo>
                    <a:pt x="2044941" y="897953"/>
                  </a:lnTo>
                  <a:lnTo>
                    <a:pt x="2005760" y="826670"/>
                  </a:lnTo>
                  <a:lnTo>
                    <a:pt x="1966958" y="758045"/>
                  </a:lnTo>
                  <a:lnTo>
                    <a:pt x="1928545" y="692456"/>
                  </a:lnTo>
                  <a:lnTo>
                    <a:pt x="1890491" y="630196"/>
                  </a:lnTo>
                  <a:lnTo>
                    <a:pt x="1852726" y="571469"/>
                  </a:lnTo>
                  <a:lnTo>
                    <a:pt x="1815135" y="516394"/>
                  </a:lnTo>
                  <a:lnTo>
                    <a:pt x="1777549" y="465008"/>
                  </a:lnTo>
                  <a:lnTo>
                    <a:pt x="1739747" y="417275"/>
                  </a:lnTo>
                  <a:lnTo>
                    <a:pt x="1719082" y="392913"/>
                  </a:lnTo>
                  <a:lnTo>
                    <a:pt x="1671937" y="342034"/>
                  </a:lnTo>
                  <a:lnTo>
                    <a:pt x="1623155" y="296350"/>
                  </a:lnTo>
                  <a:lnTo>
                    <a:pt x="1571951" y="255583"/>
                  </a:lnTo>
                  <a:lnTo>
                    <a:pt x="1517446" y="219272"/>
                  </a:lnTo>
                  <a:lnTo>
                    <a:pt x="1458748" y="186900"/>
                  </a:lnTo>
                  <a:lnTo>
                    <a:pt x="1395034" y="157973"/>
                  </a:lnTo>
                  <a:lnTo>
                    <a:pt x="1325643" y="132060"/>
                  </a:lnTo>
                  <a:lnTo>
                    <a:pt x="1250220" y="108817"/>
                  </a:lnTo>
                  <a:lnTo>
                    <a:pt x="1168892" y="87997"/>
                  </a:lnTo>
                  <a:lnTo>
                    <a:pt x="1082472" y="69452"/>
                  </a:lnTo>
                  <a:lnTo>
                    <a:pt x="992668" y="53128"/>
                  </a:lnTo>
                  <a:lnTo>
                    <a:pt x="902195" y="39044"/>
                  </a:lnTo>
                  <a:lnTo>
                    <a:pt x="814710" y="27252"/>
                  </a:lnTo>
                  <a:lnTo>
                    <a:pt x="734453" y="17792"/>
                  </a:lnTo>
                  <a:lnTo>
                    <a:pt x="665591" y="10630"/>
                  </a:lnTo>
                  <a:lnTo>
                    <a:pt x="611361" y="5616"/>
                  </a:lnTo>
                  <a:lnTo>
                    <a:pt x="573291" y="2468"/>
                  </a:lnTo>
                  <a:lnTo>
                    <a:pt x="550726" y="792"/>
                  </a:lnTo>
                  <a:lnTo>
                    <a:pt x="540809" y="12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80" name="pl480"/>
            <p:cNvSpPr/>
            <p:nvPr/>
          </p:nvSpPr>
          <p:spPr>
            <a:xfrm>
              <a:off x="546595" y="2808491"/>
              <a:ext cx="8234974" cy="2357483"/>
            </a:xfrm>
            <a:custGeom>
              <a:avLst/>
              <a:pathLst>
                <a:path w="8234974" h="2357483">
                  <a:moveTo>
                    <a:pt x="0" y="0"/>
                  </a:moveTo>
                  <a:lnTo>
                    <a:pt x="538736" y="0"/>
                  </a:lnTo>
                  <a:lnTo>
                    <a:pt x="539942" y="72"/>
                  </a:lnTo>
                  <a:lnTo>
                    <a:pt x="547825" y="591"/>
                  </a:lnTo>
                  <a:lnTo>
                    <a:pt x="567528" y="2024"/>
                  </a:lnTo>
                  <a:lnTo>
                    <a:pt x="602331" y="4839"/>
                  </a:lnTo>
                  <a:lnTo>
                    <a:pt x="653344" y="9448"/>
                  </a:lnTo>
                  <a:lnTo>
                    <a:pt x="719458" y="16158"/>
                  </a:lnTo>
                  <a:lnTo>
                    <a:pt x="797725" y="25147"/>
                  </a:lnTo>
                  <a:lnTo>
                    <a:pt x="884098" y="36468"/>
                  </a:lnTo>
                  <a:lnTo>
                    <a:pt x="974287" y="50093"/>
                  </a:lnTo>
                  <a:lnTo>
                    <a:pt x="1064479" y="65966"/>
                  </a:lnTo>
                  <a:lnTo>
                    <a:pt x="1151754" y="84059"/>
                  </a:lnTo>
                  <a:lnTo>
                    <a:pt x="1234206" y="104409"/>
                  </a:lnTo>
                  <a:lnTo>
                    <a:pt x="1310854" y="127145"/>
                  </a:lnTo>
                  <a:lnTo>
                    <a:pt x="1381451" y="152492"/>
                  </a:lnTo>
                  <a:lnTo>
                    <a:pt x="1446270" y="180777"/>
                  </a:lnTo>
                  <a:lnTo>
                    <a:pt x="1505921" y="212412"/>
                  </a:lnTo>
                  <a:lnTo>
                    <a:pt x="1561204" y="247884"/>
                  </a:lnTo>
                  <a:lnTo>
                    <a:pt x="1613005" y="287707"/>
                  </a:lnTo>
                  <a:lnTo>
                    <a:pt x="1662210" y="332364"/>
                  </a:lnTo>
                  <a:lnTo>
                    <a:pt x="1709631" y="382184"/>
                  </a:lnTo>
                  <a:lnTo>
                    <a:pt x="1719082" y="392913"/>
                  </a:lnTo>
                  <a:lnTo>
                    <a:pt x="1757117" y="438705"/>
                  </a:lnTo>
                  <a:lnTo>
                    <a:pt x="1794789" y="488104"/>
                  </a:lnTo>
                  <a:lnTo>
                    <a:pt x="1832353" y="541181"/>
                  </a:lnTo>
                  <a:lnTo>
                    <a:pt x="1870007" y="597939"/>
                  </a:lnTo>
                  <a:lnTo>
                    <a:pt x="1907892" y="658305"/>
                  </a:lnTo>
                  <a:lnTo>
                    <a:pt x="1946105" y="722121"/>
                  </a:lnTo>
                  <a:lnTo>
                    <a:pt x="1984695" y="789144"/>
                  </a:lnTo>
                  <a:lnTo>
                    <a:pt x="2023674" y="859039"/>
                  </a:lnTo>
                  <a:lnTo>
                    <a:pt x="2063017" y="931392"/>
                  </a:lnTo>
                  <a:lnTo>
                    <a:pt x="2102671" y="1005708"/>
                  </a:lnTo>
                  <a:lnTo>
                    <a:pt x="2142557" y="1081432"/>
                  </a:lnTo>
                  <a:lnTo>
                    <a:pt x="2182579" y="1157959"/>
                  </a:lnTo>
                  <a:lnTo>
                    <a:pt x="2222630" y="1234660"/>
                  </a:lnTo>
                  <a:lnTo>
                    <a:pt x="2262602" y="1310896"/>
                  </a:lnTo>
                  <a:lnTo>
                    <a:pt x="2302393" y="1386047"/>
                  </a:lnTo>
                  <a:lnTo>
                    <a:pt x="2341913" y="1459529"/>
                  </a:lnTo>
                  <a:lnTo>
                    <a:pt x="2381095" y="1530812"/>
                  </a:lnTo>
                  <a:lnTo>
                    <a:pt x="2419896" y="1599438"/>
                  </a:lnTo>
                  <a:lnTo>
                    <a:pt x="2458310" y="1665026"/>
                  </a:lnTo>
                  <a:lnTo>
                    <a:pt x="2496363" y="1727286"/>
                  </a:lnTo>
                  <a:lnTo>
                    <a:pt x="2534128" y="1786013"/>
                  </a:lnTo>
                  <a:lnTo>
                    <a:pt x="2571720" y="1841088"/>
                  </a:lnTo>
                  <a:lnTo>
                    <a:pt x="2609306" y="1892475"/>
                  </a:lnTo>
                  <a:lnTo>
                    <a:pt x="2647108" y="1940207"/>
                  </a:lnTo>
                  <a:lnTo>
                    <a:pt x="2667772" y="1964569"/>
                  </a:lnTo>
                  <a:lnTo>
                    <a:pt x="2714918" y="2015448"/>
                  </a:lnTo>
                  <a:lnTo>
                    <a:pt x="2763699" y="2061132"/>
                  </a:lnTo>
                  <a:lnTo>
                    <a:pt x="2814904" y="2101899"/>
                  </a:lnTo>
                  <a:lnTo>
                    <a:pt x="2869409" y="2138210"/>
                  </a:lnTo>
                  <a:lnTo>
                    <a:pt x="2928106" y="2170582"/>
                  </a:lnTo>
                  <a:lnTo>
                    <a:pt x="2991821" y="2199509"/>
                  </a:lnTo>
                  <a:lnTo>
                    <a:pt x="3061212" y="2225422"/>
                  </a:lnTo>
                  <a:lnTo>
                    <a:pt x="3136634" y="2248665"/>
                  </a:lnTo>
                  <a:lnTo>
                    <a:pt x="3217963" y="2269486"/>
                  </a:lnTo>
                  <a:lnTo>
                    <a:pt x="3304382" y="2288030"/>
                  </a:lnTo>
                  <a:lnTo>
                    <a:pt x="3394187" y="2304354"/>
                  </a:lnTo>
                  <a:lnTo>
                    <a:pt x="3484660" y="2318438"/>
                  </a:lnTo>
                  <a:lnTo>
                    <a:pt x="3572145" y="2330230"/>
                  </a:lnTo>
                  <a:lnTo>
                    <a:pt x="3652401" y="2339690"/>
                  </a:lnTo>
                  <a:lnTo>
                    <a:pt x="3721264" y="2346852"/>
                  </a:lnTo>
                  <a:lnTo>
                    <a:pt x="3775493" y="2351866"/>
                  </a:lnTo>
                  <a:lnTo>
                    <a:pt x="3813564" y="2355014"/>
                  </a:lnTo>
                  <a:lnTo>
                    <a:pt x="3836128" y="2356691"/>
                  </a:lnTo>
                  <a:lnTo>
                    <a:pt x="3846046" y="2357356"/>
                  </a:lnTo>
                  <a:lnTo>
                    <a:pt x="3848108" y="2357482"/>
                  </a:lnTo>
                  <a:lnTo>
                    <a:pt x="3848118" y="2357483"/>
                  </a:lnTo>
                  <a:lnTo>
                    <a:pt x="4386855" y="2357483"/>
                  </a:lnTo>
                  <a:lnTo>
                    <a:pt x="4388156" y="2357471"/>
                  </a:lnTo>
                  <a:lnTo>
                    <a:pt x="4396640" y="2357388"/>
                  </a:lnTo>
                  <a:lnTo>
                    <a:pt x="4417791" y="2357159"/>
                  </a:lnTo>
                  <a:lnTo>
                    <a:pt x="4455002" y="2356710"/>
                  </a:lnTo>
                  <a:lnTo>
                    <a:pt x="4509250" y="2355976"/>
                  </a:lnTo>
                  <a:lnTo>
                    <a:pt x="4579081" y="2354910"/>
                  </a:lnTo>
                  <a:lnTo>
                    <a:pt x="4661088" y="2353487"/>
                  </a:lnTo>
                  <a:lnTo>
                    <a:pt x="4750799" y="2351701"/>
                  </a:lnTo>
                  <a:lnTo>
                    <a:pt x="4843634" y="2349559"/>
                  </a:lnTo>
                  <a:lnTo>
                    <a:pt x="4935665" y="2347069"/>
                  </a:lnTo>
                  <a:lnTo>
                    <a:pt x="5024005" y="2344233"/>
                  </a:lnTo>
                  <a:lnTo>
                    <a:pt x="5106886" y="2341041"/>
                  </a:lnTo>
                  <a:lnTo>
                    <a:pt x="5183507" y="2337469"/>
                  </a:lnTo>
                  <a:lnTo>
                    <a:pt x="5253806" y="2333475"/>
                  </a:lnTo>
                  <a:lnTo>
                    <a:pt x="5318226" y="2329002"/>
                  </a:lnTo>
                  <a:lnTo>
                    <a:pt x="5377518" y="2323979"/>
                  </a:lnTo>
                  <a:lnTo>
                    <a:pt x="5432595" y="2318326"/>
                  </a:lnTo>
                  <a:lnTo>
                    <a:pt x="5484423" y="2311962"/>
                  </a:lnTo>
                  <a:lnTo>
                    <a:pt x="5533932" y="2304817"/>
                  </a:lnTo>
                  <a:lnTo>
                    <a:pt x="5567201" y="2299408"/>
                  </a:lnTo>
                  <a:lnTo>
                    <a:pt x="5619238" y="2289994"/>
                  </a:lnTo>
                  <a:lnTo>
                    <a:pt x="5670776" y="2279570"/>
                  </a:lnTo>
                  <a:lnTo>
                    <a:pt x="5722389" y="2268123"/>
                  </a:lnTo>
                  <a:lnTo>
                    <a:pt x="5774456" y="2255679"/>
                  </a:lnTo>
                  <a:lnTo>
                    <a:pt x="5827187" y="2242308"/>
                  </a:lnTo>
                  <a:lnTo>
                    <a:pt x="5880646" y="2228126"/>
                  </a:lnTo>
                  <a:lnTo>
                    <a:pt x="5934768" y="2213292"/>
                  </a:lnTo>
                  <a:lnTo>
                    <a:pt x="5989387" y="2198004"/>
                  </a:lnTo>
                  <a:lnTo>
                    <a:pt x="6044265" y="2182488"/>
                  </a:lnTo>
                  <a:lnTo>
                    <a:pt x="6099130" y="2166983"/>
                  </a:lnTo>
                  <a:lnTo>
                    <a:pt x="6153710" y="2151731"/>
                  </a:lnTo>
                  <a:lnTo>
                    <a:pt x="6207772" y="2136953"/>
                  </a:lnTo>
                  <a:lnTo>
                    <a:pt x="6261159" y="2122845"/>
                  </a:lnTo>
                  <a:lnTo>
                    <a:pt x="6313820" y="2109561"/>
                  </a:lnTo>
                  <a:lnTo>
                    <a:pt x="6365830" y="2097214"/>
                  </a:lnTo>
                  <a:lnTo>
                    <a:pt x="6417415" y="2085868"/>
                  </a:lnTo>
                  <a:lnTo>
                    <a:pt x="6468973" y="2075545"/>
                  </a:lnTo>
                  <a:lnTo>
                    <a:pt x="6515891" y="2067108"/>
                  </a:lnTo>
                  <a:lnTo>
                    <a:pt x="6564281" y="2059402"/>
                  </a:lnTo>
                  <a:lnTo>
                    <a:pt x="6614414" y="2052504"/>
                  </a:lnTo>
                  <a:lnTo>
                    <a:pt x="6667144" y="2046368"/>
                  </a:lnTo>
                  <a:lnTo>
                    <a:pt x="6723422" y="2040919"/>
                  </a:lnTo>
                  <a:lnTo>
                    <a:pt x="6784208" y="2036075"/>
                  </a:lnTo>
                  <a:lnTo>
                    <a:pt x="6850378" y="2031757"/>
                  </a:lnTo>
                  <a:lnTo>
                    <a:pt x="6922605" y="2027899"/>
                  </a:lnTo>
                  <a:lnTo>
                    <a:pt x="7001198" y="2024448"/>
                  </a:lnTo>
                  <a:lnTo>
                    <a:pt x="7085895" y="2021368"/>
                  </a:lnTo>
                  <a:lnTo>
                    <a:pt x="7175617" y="2018639"/>
                  </a:lnTo>
                  <a:lnTo>
                    <a:pt x="7268257" y="2016256"/>
                  </a:lnTo>
                  <a:lnTo>
                    <a:pt x="7360587" y="2014223"/>
                  </a:lnTo>
                  <a:lnTo>
                    <a:pt x="7448417" y="2012550"/>
                  </a:lnTo>
                  <a:lnTo>
                    <a:pt x="7527105" y="2011239"/>
                  </a:lnTo>
                  <a:lnTo>
                    <a:pt x="7592402" y="2010279"/>
                  </a:lnTo>
                  <a:lnTo>
                    <a:pt x="7641427" y="2009639"/>
                  </a:lnTo>
                  <a:lnTo>
                    <a:pt x="7673448" y="2009265"/>
                  </a:lnTo>
                  <a:lnTo>
                    <a:pt x="7690212" y="2009089"/>
                  </a:lnTo>
                  <a:lnTo>
                    <a:pt x="7695801" y="2009036"/>
                  </a:lnTo>
                  <a:lnTo>
                    <a:pt x="7696237" y="2009033"/>
                  </a:lnTo>
                  <a:lnTo>
                    <a:pt x="8234974" y="2009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1" name="pl481"/>
            <p:cNvSpPr/>
            <p:nvPr/>
          </p:nvSpPr>
          <p:spPr>
            <a:xfrm>
              <a:off x="546595" y="2803046"/>
              <a:ext cx="8234974" cy="2357483"/>
            </a:xfrm>
            <a:custGeom>
              <a:avLst/>
              <a:pathLst>
                <a:path w="8234974" h="2357483">
                  <a:moveTo>
                    <a:pt x="8234974" y="2009033"/>
                  </a:moveTo>
                  <a:lnTo>
                    <a:pt x="7696237" y="2009033"/>
                  </a:lnTo>
                  <a:lnTo>
                    <a:pt x="7694937" y="2009044"/>
                  </a:lnTo>
                  <a:lnTo>
                    <a:pt x="7686452" y="2009127"/>
                  </a:lnTo>
                  <a:lnTo>
                    <a:pt x="7665302" y="2009356"/>
                  </a:lnTo>
                  <a:lnTo>
                    <a:pt x="7628091" y="2009805"/>
                  </a:lnTo>
                  <a:lnTo>
                    <a:pt x="7573842" y="2010540"/>
                  </a:lnTo>
                  <a:lnTo>
                    <a:pt x="7504012" y="2011606"/>
                  </a:lnTo>
                  <a:lnTo>
                    <a:pt x="7422004" y="2013028"/>
                  </a:lnTo>
                  <a:lnTo>
                    <a:pt x="7332294" y="2014814"/>
                  </a:lnTo>
                  <a:lnTo>
                    <a:pt x="7239458" y="2016956"/>
                  </a:lnTo>
                  <a:lnTo>
                    <a:pt x="7147428" y="2019447"/>
                  </a:lnTo>
                  <a:lnTo>
                    <a:pt x="7059087" y="2022283"/>
                  </a:lnTo>
                  <a:lnTo>
                    <a:pt x="6976206" y="2025474"/>
                  </a:lnTo>
                  <a:lnTo>
                    <a:pt x="6899585" y="2029047"/>
                  </a:lnTo>
                  <a:lnTo>
                    <a:pt x="6829286" y="2033041"/>
                  </a:lnTo>
                  <a:lnTo>
                    <a:pt x="6764866" y="2037513"/>
                  </a:lnTo>
                  <a:lnTo>
                    <a:pt x="6705574" y="2042536"/>
                  </a:lnTo>
                  <a:lnTo>
                    <a:pt x="6650498" y="2048189"/>
                  </a:lnTo>
                  <a:lnTo>
                    <a:pt x="6598670" y="2054554"/>
                  </a:lnTo>
                  <a:lnTo>
                    <a:pt x="6549160" y="2061699"/>
                  </a:lnTo>
                  <a:lnTo>
                    <a:pt x="6515891" y="2067108"/>
                  </a:lnTo>
                  <a:lnTo>
                    <a:pt x="6463854" y="2076522"/>
                  </a:lnTo>
                  <a:lnTo>
                    <a:pt x="6412316" y="2086946"/>
                  </a:lnTo>
                  <a:lnTo>
                    <a:pt x="6360703" y="2098393"/>
                  </a:lnTo>
                  <a:lnTo>
                    <a:pt x="6308637" y="2110836"/>
                  </a:lnTo>
                  <a:lnTo>
                    <a:pt x="6255905" y="2124207"/>
                  </a:lnTo>
                  <a:lnTo>
                    <a:pt x="6202447" y="2138389"/>
                  </a:lnTo>
                  <a:lnTo>
                    <a:pt x="6148325" y="2153223"/>
                  </a:lnTo>
                  <a:lnTo>
                    <a:pt x="6093706" y="2168511"/>
                  </a:lnTo>
                  <a:lnTo>
                    <a:pt x="6038827" y="2184028"/>
                  </a:lnTo>
                  <a:lnTo>
                    <a:pt x="5983962" y="2199532"/>
                  </a:lnTo>
                  <a:lnTo>
                    <a:pt x="5929383" y="2214785"/>
                  </a:lnTo>
                  <a:lnTo>
                    <a:pt x="5875321" y="2229562"/>
                  </a:lnTo>
                  <a:lnTo>
                    <a:pt x="5821933" y="2243671"/>
                  </a:lnTo>
                  <a:lnTo>
                    <a:pt x="5769273" y="2256954"/>
                  </a:lnTo>
                  <a:lnTo>
                    <a:pt x="5717263" y="2269301"/>
                  </a:lnTo>
                  <a:lnTo>
                    <a:pt x="5665677" y="2280648"/>
                  </a:lnTo>
                  <a:lnTo>
                    <a:pt x="5614119" y="2290971"/>
                  </a:lnTo>
                  <a:lnTo>
                    <a:pt x="5567201" y="2299408"/>
                  </a:lnTo>
                  <a:lnTo>
                    <a:pt x="5518811" y="2307113"/>
                  </a:lnTo>
                  <a:lnTo>
                    <a:pt x="5468678" y="2314011"/>
                  </a:lnTo>
                  <a:lnTo>
                    <a:pt x="5415948" y="2320147"/>
                  </a:lnTo>
                  <a:lnTo>
                    <a:pt x="5359670" y="2325596"/>
                  </a:lnTo>
                  <a:lnTo>
                    <a:pt x="5298884" y="2330441"/>
                  </a:lnTo>
                  <a:lnTo>
                    <a:pt x="5232715" y="2334759"/>
                  </a:lnTo>
                  <a:lnTo>
                    <a:pt x="5160488" y="2338617"/>
                  </a:lnTo>
                  <a:lnTo>
                    <a:pt x="5081894" y="2342068"/>
                  </a:lnTo>
                  <a:lnTo>
                    <a:pt x="4997198" y="2345147"/>
                  </a:lnTo>
                  <a:lnTo>
                    <a:pt x="4907476" y="2347876"/>
                  </a:lnTo>
                  <a:lnTo>
                    <a:pt x="4814836" y="2350259"/>
                  </a:lnTo>
                  <a:lnTo>
                    <a:pt x="4722506" y="2352292"/>
                  </a:lnTo>
                  <a:lnTo>
                    <a:pt x="4634676" y="2353966"/>
                  </a:lnTo>
                  <a:lnTo>
                    <a:pt x="4555988" y="2355277"/>
                  </a:lnTo>
                  <a:lnTo>
                    <a:pt x="4490690" y="2356236"/>
                  </a:lnTo>
                  <a:lnTo>
                    <a:pt x="4441666" y="2356877"/>
                  </a:lnTo>
                  <a:lnTo>
                    <a:pt x="4409645" y="2357250"/>
                  </a:lnTo>
                  <a:lnTo>
                    <a:pt x="4392880" y="2357426"/>
                  </a:lnTo>
                  <a:lnTo>
                    <a:pt x="4387292" y="2357479"/>
                  </a:lnTo>
                  <a:lnTo>
                    <a:pt x="4386855" y="2357483"/>
                  </a:lnTo>
                  <a:lnTo>
                    <a:pt x="3848118" y="2357483"/>
                  </a:lnTo>
                  <a:lnTo>
                    <a:pt x="3846912" y="2357410"/>
                  </a:lnTo>
                  <a:lnTo>
                    <a:pt x="3839030" y="2356892"/>
                  </a:lnTo>
                  <a:lnTo>
                    <a:pt x="3819326" y="2355458"/>
                  </a:lnTo>
                  <a:lnTo>
                    <a:pt x="3784523" y="2352643"/>
                  </a:lnTo>
                  <a:lnTo>
                    <a:pt x="3733511" y="2348034"/>
                  </a:lnTo>
                  <a:lnTo>
                    <a:pt x="3667397" y="2341324"/>
                  </a:lnTo>
                  <a:lnTo>
                    <a:pt x="3589129" y="2332335"/>
                  </a:lnTo>
                  <a:lnTo>
                    <a:pt x="3502757" y="2321014"/>
                  </a:lnTo>
                  <a:lnTo>
                    <a:pt x="3412568" y="2307390"/>
                  </a:lnTo>
                  <a:lnTo>
                    <a:pt x="3322376" y="2291517"/>
                  </a:lnTo>
                  <a:lnTo>
                    <a:pt x="3235101" y="2273423"/>
                  </a:lnTo>
                  <a:lnTo>
                    <a:pt x="3152649" y="2253073"/>
                  </a:lnTo>
                  <a:lnTo>
                    <a:pt x="3076000" y="2230337"/>
                  </a:lnTo>
                  <a:lnTo>
                    <a:pt x="3005403" y="2204990"/>
                  </a:lnTo>
                  <a:lnTo>
                    <a:pt x="2940584" y="2176706"/>
                  </a:lnTo>
                  <a:lnTo>
                    <a:pt x="2880934" y="2145070"/>
                  </a:lnTo>
                  <a:lnTo>
                    <a:pt x="2825651" y="2109599"/>
                  </a:lnTo>
                  <a:lnTo>
                    <a:pt x="2773850" y="2069775"/>
                  </a:lnTo>
                  <a:lnTo>
                    <a:pt x="2724645" y="2025118"/>
                  </a:lnTo>
                  <a:lnTo>
                    <a:pt x="2677224" y="1975299"/>
                  </a:lnTo>
                  <a:lnTo>
                    <a:pt x="2667772" y="1964569"/>
                  </a:lnTo>
                  <a:lnTo>
                    <a:pt x="2629737" y="1918777"/>
                  </a:lnTo>
                  <a:lnTo>
                    <a:pt x="2592066" y="1869379"/>
                  </a:lnTo>
                  <a:lnTo>
                    <a:pt x="2554502" y="1816302"/>
                  </a:lnTo>
                  <a:lnTo>
                    <a:pt x="2516848" y="1759543"/>
                  </a:lnTo>
                  <a:lnTo>
                    <a:pt x="2478962" y="1699177"/>
                  </a:lnTo>
                  <a:lnTo>
                    <a:pt x="2440750" y="1635361"/>
                  </a:lnTo>
                  <a:lnTo>
                    <a:pt x="2402160" y="1568339"/>
                  </a:lnTo>
                  <a:lnTo>
                    <a:pt x="2363181" y="1498443"/>
                  </a:lnTo>
                  <a:lnTo>
                    <a:pt x="2323837" y="1426091"/>
                  </a:lnTo>
                  <a:lnTo>
                    <a:pt x="2284183" y="1351774"/>
                  </a:lnTo>
                  <a:lnTo>
                    <a:pt x="2244297" y="1276051"/>
                  </a:lnTo>
                  <a:lnTo>
                    <a:pt x="2204276" y="1199523"/>
                  </a:lnTo>
                  <a:lnTo>
                    <a:pt x="2164225" y="1122822"/>
                  </a:lnTo>
                  <a:lnTo>
                    <a:pt x="2124252" y="1046586"/>
                  </a:lnTo>
                  <a:lnTo>
                    <a:pt x="2084462" y="971435"/>
                  </a:lnTo>
                  <a:lnTo>
                    <a:pt x="2044941" y="897953"/>
                  </a:lnTo>
                  <a:lnTo>
                    <a:pt x="2005760" y="826670"/>
                  </a:lnTo>
                  <a:lnTo>
                    <a:pt x="1966958" y="758045"/>
                  </a:lnTo>
                  <a:lnTo>
                    <a:pt x="1928545" y="692456"/>
                  </a:lnTo>
                  <a:lnTo>
                    <a:pt x="1890491" y="630196"/>
                  </a:lnTo>
                  <a:lnTo>
                    <a:pt x="1852726" y="571469"/>
                  </a:lnTo>
                  <a:lnTo>
                    <a:pt x="1815135" y="516394"/>
                  </a:lnTo>
                  <a:lnTo>
                    <a:pt x="1777549" y="465008"/>
                  </a:lnTo>
                  <a:lnTo>
                    <a:pt x="1739747" y="417275"/>
                  </a:lnTo>
                  <a:lnTo>
                    <a:pt x="1719082" y="392913"/>
                  </a:lnTo>
                  <a:lnTo>
                    <a:pt x="1671937" y="342034"/>
                  </a:lnTo>
                  <a:lnTo>
                    <a:pt x="1623155" y="296350"/>
                  </a:lnTo>
                  <a:lnTo>
                    <a:pt x="1571951" y="255583"/>
                  </a:lnTo>
                  <a:lnTo>
                    <a:pt x="1517446" y="219272"/>
                  </a:lnTo>
                  <a:lnTo>
                    <a:pt x="1458748" y="186900"/>
                  </a:lnTo>
                  <a:lnTo>
                    <a:pt x="1395034" y="157973"/>
                  </a:lnTo>
                  <a:lnTo>
                    <a:pt x="1325643" y="132060"/>
                  </a:lnTo>
                  <a:lnTo>
                    <a:pt x="1250220" y="108817"/>
                  </a:lnTo>
                  <a:lnTo>
                    <a:pt x="1168892" y="87997"/>
                  </a:lnTo>
                  <a:lnTo>
                    <a:pt x="1082472" y="69452"/>
                  </a:lnTo>
                  <a:lnTo>
                    <a:pt x="992668" y="53128"/>
                  </a:lnTo>
                  <a:lnTo>
                    <a:pt x="902195" y="39044"/>
                  </a:lnTo>
                  <a:lnTo>
                    <a:pt x="814710" y="27252"/>
                  </a:lnTo>
                  <a:lnTo>
                    <a:pt x="734453" y="17792"/>
                  </a:lnTo>
                  <a:lnTo>
                    <a:pt x="665591" y="10630"/>
                  </a:lnTo>
                  <a:lnTo>
                    <a:pt x="611361" y="5616"/>
                  </a:lnTo>
                  <a:lnTo>
                    <a:pt x="573291" y="2468"/>
                  </a:lnTo>
                  <a:lnTo>
                    <a:pt x="550726" y="792"/>
                  </a:lnTo>
                  <a:lnTo>
                    <a:pt x="540809" y="126"/>
                  </a:lnTo>
                  <a:lnTo>
                    <a:pt x="53874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2" name="pg482"/>
            <p:cNvSpPr/>
            <p:nvPr/>
          </p:nvSpPr>
          <p:spPr>
            <a:xfrm>
              <a:off x="546595" y="2808491"/>
              <a:ext cx="8234974" cy="2395595"/>
            </a:xfrm>
            <a:custGeom>
              <a:avLst/>
              <a:pathLst>
                <a:path w="8234974" h="2395595">
                  <a:moveTo>
                    <a:pt x="0" y="16333"/>
                  </a:moveTo>
                  <a:lnTo>
                    <a:pt x="538736" y="16333"/>
                  </a:lnTo>
                  <a:lnTo>
                    <a:pt x="539942" y="16406"/>
                  </a:lnTo>
                  <a:lnTo>
                    <a:pt x="547822" y="16925"/>
                  </a:lnTo>
                  <a:lnTo>
                    <a:pt x="567519" y="18362"/>
                  </a:lnTo>
                  <a:lnTo>
                    <a:pt x="602311" y="21182"/>
                  </a:lnTo>
                  <a:lnTo>
                    <a:pt x="653310" y="25800"/>
                  </a:lnTo>
                  <a:lnTo>
                    <a:pt x="719407" y="32524"/>
                  </a:lnTo>
                  <a:lnTo>
                    <a:pt x="797658" y="41531"/>
                  </a:lnTo>
                  <a:lnTo>
                    <a:pt x="884016" y="52874"/>
                  </a:lnTo>
                  <a:lnTo>
                    <a:pt x="974193" y="66527"/>
                  </a:lnTo>
                  <a:lnTo>
                    <a:pt x="1064376" y="82432"/>
                  </a:lnTo>
                  <a:lnTo>
                    <a:pt x="1151646" y="100562"/>
                  </a:lnTo>
                  <a:lnTo>
                    <a:pt x="1234096" y="120954"/>
                  </a:lnTo>
                  <a:lnTo>
                    <a:pt x="1310744" y="143736"/>
                  </a:lnTo>
                  <a:lnTo>
                    <a:pt x="1381342" y="169135"/>
                  </a:lnTo>
                  <a:lnTo>
                    <a:pt x="1446163" y="197476"/>
                  </a:lnTo>
                  <a:lnTo>
                    <a:pt x="1505815" y="229175"/>
                  </a:lnTo>
                  <a:lnTo>
                    <a:pt x="1561099" y="264716"/>
                  </a:lnTo>
                  <a:lnTo>
                    <a:pt x="1612900" y="304617"/>
                  </a:lnTo>
                  <a:lnTo>
                    <a:pt x="1662104" y="349362"/>
                  </a:lnTo>
                  <a:lnTo>
                    <a:pt x="1709523" y="399279"/>
                  </a:lnTo>
                  <a:lnTo>
                    <a:pt x="1719082" y="410154"/>
                  </a:lnTo>
                  <a:lnTo>
                    <a:pt x="1757085" y="456012"/>
                  </a:lnTo>
                  <a:lnTo>
                    <a:pt x="1794725" y="505478"/>
                  </a:lnTo>
                  <a:lnTo>
                    <a:pt x="1832258" y="558624"/>
                  </a:lnTo>
                  <a:lnTo>
                    <a:pt x="1869879" y="615455"/>
                  </a:lnTo>
                  <a:lnTo>
                    <a:pt x="1907731" y="675896"/>
                  </a:lnTo>
                  <a:lnTo>
                    <a:pt x="1945910" y="739790"/>
                  </a:lnTo>
                  <a:lnTo>
                    <a:pt x="1984465" y="806893"/>
                  </a:lnTo>
                  <a:lnTo>
                    <a:pt x="2023409" y="876874"/>
                  </a:lnTo>
                  <a:lnTo>
                    <a:pt x="2062717" y="949316"/>
                  </a:lnTo>
                  <a:lnTo>
                    <a:pt x="2102335" y="1023728"/>
                  </a:lnTo>
                  <a:lnTo>
                    <a:pt x="2142186" y="1099552"/>
                  </a:lnTo>
                  <a:lnTo>
                    <a:pt x="2182173" y="1176187"/>
                  </a:lnTo>
                  <a:lnTo>
                    <a:pt x="2222190" y="1253001"/>
                  </a:lnTo>
                  <a:lnTo>
                    <a:pt x="2262130" y="1329358"/>
                  </a:lnTo>
                  <a:lnTo>
                    <a:pt x="2301890" y="1404636"/>
                  </a:lnTo>
                  <a:lnTo>
                    <a:pt x="2341381" y="1478251"/>
                  </a:lnTo>
                  <a:lnTo>
                    <a:pt x="2380534" y="1549672"/>
                  </a:lnTo>
                  <a:lnTo>
                    <a:pt x="2419309" y="1618440"/>
                  </a:lnTo>
                  <a:lnTo>
                    <a:pt x="2457696" y="1684175"/>
                  </a:lnTo>
                  <a:lnTo>
                    <a:pt x="2495723" y="1746583"/>
                  </a:lnTo>
                  <a:lnTo>
                    <a:pt x="2533459" y="1805458"/>
                  </a:lnTo>
                  <a:lnTo>
                    <a:pt x="2571021" y="1860681"/>
                  </a:lnTo>
                  <a:lnTo>
                    <a:pt x="2608573" y="1912212"/>
                  </a:lnTo>
                  <a:lnTo>
                    <a:pt x="2646337" y="1960087"/>
                  </a:lnTo>
                  <a:lnTo>
                    <a:pt x="2667772" y="1985440"/>
                  </a:lnTo>
                  <a:lnTo>
                    <a:pt x="2714912" y="2036431"/>
                  </a:lnTo>
                  <a:lnTo>
                    <a:pt x="2763688" y="2082216"/>
                  </a:lnTo>
                  <a:lnTo>
                    <a:pt x="2814886" y="2123074"/>
                  </a:lnTo>
                  <a:lnTo>
                    <a:pt x="2869383" y="2159466"/>
                  </a:lnTo>
                  <a:lnTo>
                    <a:pt x="2928071" y="2191911"/>
                  </a:lnTo>
                  <a:lnTo>
                    <a:pt x="2991775" y="2220903"/>
                  </a:lnTo>
                  <a:lnTo>
                    <a:pt x="3061153" y="2246875"/>
                  </a:lnTo>
                  <a:lnTo>
                    <a:pt x="3136562" y="2270172"/>
                  </a:lnTo>
                  <a:lnTo>
                    <a:pt x="3217876" y="2291040"/>
                  </a:lnTo>
                  <a:lnTo>
                    <a:pt x="3304280" y="2309628"/>
                  </a:lnTo>
                  <a:lnTo>
                    <a:pt x="3394072" y="2325990"/>
                  </a:lnTo>
                  <a:lnTo>
                    <a:pt x="3484536" y="2340108"/>
                  </a:lnTo>
                  <a:lnTo>
                    <a:pt x="3572018" y="2351929"/>
                  </a:lnTo>
                  <a:lnTo>
                    <a:pt x="3652280" y="2361414"/>
                  </a:lnTo>
                  <a:lnTo>
                    <a:pt x="3721157" y="2368595"/>
                  </a:lnTo>
                  <a:lnTo>
                    <a:pt x="3775408" y="2373624"/>
                  </a:lnTo>
                  <a:lnTo>
                    <a:pt x="3813505" y="2376782"/>
                  </a:lnTo>
                  <a:lnTo>
                    <a:pt x="3836096" y="2378465"/>
                  </a:lnTo>
                  <a:lnTo>
                    <a:pt x="3846035" y="2379133"/>
                  </a:lnTo>
                  <a:lnTo>
                    <a:pt x="3848118" y="2379261"/>
                  </a:lnTo>
                  <a:lnTo>
                    <a:pt x="4386855" y="2379261"/>
                  </a:lnTo>
                  <a:lnTo>
                    <a:pt x="4388158" y="2379261"/>
                  </a:lnTo>
                  <a:lnTo>
                    <a:pt x="4396657" y="2379265"/>
                  </a:lnTo>
                  <a:lnTo>
                    <a:pt x="4417843" y="2379276"/>
                  </a:lnTo>
                  <a:lnTo>
                    <a:pt x="4455112" y="2379297"/>
                  </a:lnTo>
                  <a:lnTo>
                    <a:pt x="4509439" y="2379332"/>
                  </a:lnTo>
                  <a:lnTo>
                    <a:pt x="4579358" y="2379382"/>
                  </a:lnTo>
                  <a:lnTo>
                    <a:pt x="4661454" y="2379449"/>
                  </a:lnTo>
                  <a:lnTo>
                    <a:pt x="4751243" y="2379532"/>
                  </a:lnTo>
                  <a:lnTo>
                    <a:pt x="4844139" y="2379633"/>
                  </a:lnTo>
                  <a:lnTo>
                    <a:pt x="4936211" y="2379750"/>
                  </a:lnTo>
                  <a:lnTo>
                    <a:pt x="5024575" y="2379883"/>
                  </a:lnTo>
                  <a:lnTo>
                    <a:pt x="5107464" y="2380033"/>
                  </a:lnTo>
                  <a:lnTo>
                    <a:pt x="5184083" y="2380200"/>
                  </a:lnTo>
                  <a:lnTo>
                    <a:pt x="5254374" y="2380388"/>
                  </a:lnTo>
                  <a:lnTo>
                    <a:pt x="5318785" y="2380598"/>
                  </a:lnTo>
                  <a:lnTo>
                    <a:pt x="5378069" y="2380834"/>
                  </a:lnTo>
                  <a:lnTo>
                    <a:pt x="5433141" y="2381099"/>
                  </a:lnTo>
                  <a:lnTo>
                    <a:pt x="5484971" y="2381398"/>
                  </a:lnTo>
                  <a:lnTo>
                    <a:pt x="5534489" y="2381734"/>
                  </a:lnTo>
                  <a:lnTo>
                    <a:pt x="5567201" y="2381983"/>
                  </a:lnTo>
                  <a:lnTo>
                    <a:pt x="5619994" y="2382431"/>
                  </a:lnTo>
                  <a:lnTo>
                    <a:pt x="5672283" y="2382928"/>
                  </a:lnTo>
                  <a:lnTo>
                    <a:pt x="5724663" y="2383474"/>
                  </a:lnTo>
                  <a:lnTo>
                    <a:pt x="5777522" y="2384069"/>
                  </a:lnTo>
                  <a:lnTo>
                    <a:pt x="5831073" y="2384707"/>
                  </a:lnTo>
                  <a:lnTo>
                    <a:pt x="5885372" y="2385384"/>
                  </a:lnTo>
                  <a:lnTo>
                    <a:pt x="5940342" y="2386092"/>
                  </a:lnTo>
                  <a:lnTo>
                    <a:pt x="5995801" y="2386821"/>
                  </a:lnTo>
                  <a:lnTo>
                    <a:pt x="6051496" y="2387560"/>
                  </a:lnTo>
                  <a:lnTo>
                    <a:pt x="6107139" y="2388296"/>
                  </a:lnTo>
                  <a:lnTo>
                    <a:pt x="6162450" y="2389019"/>
                  </a:lnTo>
                  <a:lnTo>
                    <a:pt x="6217196" y="2389717"/>
                  </a:lnTo>
                  <a:lnTo>
                    <a:pt x="6271231" y="2390381"/>
                  </a:lnTo>
                  <a:lnTo>
                    <a:pt x="6324521" y="2391005"/>
                  </a:lnTo>
                  <a:lnTo>
                    <a:pt x="6377176" y="2391582"/>
                  </a:lnTo>
                  <a:lnTo>
                    <a:pt x="6429468" y="2392110"/>
                  </a:lnTo>
                  <a:lnTo>
                    <a:pt x="6481857" y="2392590"/>
                  </a:lnTo>
                  <a:lnTo>
                    <a:pt x="6515891" y="2392872"/>
                  </a:lnTo>
                  <a:lnTo>
                    <a:pt x="6564311" y="2393234"/>
                  </a:lnTo>
                  <a:lnTo>
                    <a:pt x="6614476" y="2393557"/>
                  </a:lnTo>
                  <a:lnTo>
                    <a:pt x="6667242" y="2393845"/>
                  </a:lnTo>
                  <a:lnTo>
                    <a:pt x="6723563" y="2394100"/>
                  </a:lnTo>
                  <a:lnTo>
                    <a:pt x="6784399" y="2394328"/>
                  </a:lnTo>
                  <a:lnTo>
                    <a:pt x="6850628" y="2394530"/>
                  </a:lnTo>
                  <a:lnTo>
                    <a:pt x="6922923" y="2394711"/>
                  </a:lnTo>
                  <a:lnTo>
                    <a:pt x="7001593" y="2394873"/>
                  </a:lnTo>
                  <a:lnTo>
                    <a:pt x="7086370" y="2395017"/>
                  </a:lnTo>
                  <a:lnTo>
                    <a:pt x="7176169" y="2395145"/>
                  </a:lnTo>
                  <a:lnTo>
                    <a:pt x="7268875" y="2395257"/>
                  </a:lnTo>
                  <a:lnTo>
                    <a:pt x="7361244" y="2395352"/>
                  </a:lnTo>
                  <a:lnTo>
                    <a:pt x="7449075" y="2395430"/>
                  </a:lnTo>
                  <a:lnTo>
                    <a:pt x="7527717" y="2395492"/>
                  </a:lnTo>
                  <a:lnTo>
                    <a:pt x="7592921" y="2395536"/>
                  </a:lnTo>
                  <a:lnTo>
                    <a:pt x="7641816" y="2395566"/>
                  </a:lnTo>
                  <a:lnTo>
                    <a:pt x="7673692" y="2395584"/>
                  </a:lnTo>
                  <a:lnTo>
                    <a:pt x="7690324" y="2395592"/>
                  </a:lnTo>
                  <a:lnTo>
                    <a:pt x="7695822" y="2395594"/>
                  </a:lnTo>
                  <a:lnTo>
                    <a:pt x="7696237" y="2395595"/>
                  </a:lnTo>
                  <a:lnTo>
                    <a:pt x="8234974" y="2395595"/>
                  </a:lnTo>
                  <a:lnTo>
                    <a:pt x="8234974" y="2379261"/>
                  </a:lnTo>
                  <a:lnTo>
                    <a:pt x="7696237" y="2379261"/>
                  </a:lnTo>
                  <a:lnTo>
                    <a:pt x="7694935" y="2379260"/>
                  </a:lnTo>
                  <a:lnTo>
                    <a:pt x="7686435" y="2379257"/>
                  </a:lnTo>
                  <a:lnTo>
                    <a:pt x="7665250" y="2379246"/>
                  </a:lnTo>
                  <a:lnTo>
                    <a:pt x="7627980" y="2379225"/>
                  </a:lnTo>
                  <a:lnTo>
                    <a:pt x="7573654" y="2379190"/>
                  </a:lnTo>
                  <a:lnTo>
                    <a:pt x="7503735" y="2379140"/>
                  </a:lnTo>
                  <a:lnTo>
                    <a:pt x="7421638" y="2379073"/>
                  </a:lnTo>
                  <a:lnTo>
                    <a:pt x="7331850" y="2378989"/>
                  </a:lnTo>
                  <a:lnTo>
                    <a:pt x="7238953" y="2378889"/>
                  </a:lnTo>
                  <a:lnTo>
                    <a:pt x="7146882" y="2378772"/>
                  </a:lnTo>
                  <a:lnTo>
                    <a:pt x="7058518" y="2378639"/>
                  </a:lnTo>
                  <a:lnTo>
                    <a:pt x="6975629" y="2378489"/>
                  </a:lnTo>
                  <a:lnTo>
                    <a:pt x="6899010" y="2378321"/>
                  </a:lnTo>
                  <a:lnTo>
                    <a:pt x="6828718" y="2378134"/>
                  </a:lnTo>
                  <a:lnTo>
                    <a:pt x="6764308" y="2377924"/>
                  </a:lnTo>
                  <a:lnTo>
                    <a:pt x="6705024" y="2377688"/>
                  </a:lnTo>
                  <a:lnTo>
                    <a:pt x="6649951" y="2377423"/>
                  </a:lnTo>
                  <a:lnTo>
                    <a:pt x="6598121" y="2377124"/>
                  </a:lnTo>
                  <a:lnTo>
                    <a:pt x="6548603" y="2376788"/>
                  </a:lnTo>
                  <a:lnTo>
                    <a:pt x="6515891" y="2376539"/>
                  </a:lnTo>
                  <a:lnTo>
                    <a:pt x="6463098" y="2376091"/>
                  </a:lnTo>
                  <a:lnTo>
                    <a:pt x="6410809" y="2375594"/>
                  </a:lnTo>
                  <a:lnTo>
                    <a:pt x="6358430" y="2375048"/>
                  </a:lnTo>
                  <a:lnTo>
                    <a:pt x="6305570" y="2374453"/>
                  </a:lnTo>
                  <a:lnTo>
                    <a:pt x="6252019" y="2373815"/>
                  </a:lnTo>
                  <a:lnTo>
                    <a:pt x="6197720" y="2373137"/>
                  </a:lnTo>
                  <a:lnTo>
                    <a:pt x="6142750" y="2372429"/>
                  </a:lnTo>
                  <a:lnTo>
                    <a:pt x="6087291" y="2371701"/>
                  </a:lnTo>
                  <a:lnTo>
                    <a:pt x="6031596" y="2370962"/>
                  </a:lnTo>
                  <a:lnTo>
                    <a:pt x="5975953" y="2370226"/>
                  </a:lnTo>
                  <a:lnTo>
                    <a:pt x="5920642" y="2369503"/>
                  </a:lnTo>
                  <a:lnTo>
                    <a:pt x="5865896" y="2368805"/>
                  </a:lnTo>
                  <a:lnTo>
                    <a:pt x="5811862" y="2368141"/>
                  </a:lnTo>
                  <a:lnTo>
                    <a:pt x="5758572" y="2367517"/>
                  </a:lnTo>
                  <a:lnTo>
                    <a:pt x="5705917" y="2366940"/>
                  </a:lnTo>
                  <a:lnTo>
                    <a:pt x="5653624" y="2366411"/>
                  </a:lnTo>
                  <a:lnTo>
                    <a:pt x="5601236" y="2365932"/>
                  </a:lnTo>
                  <a:lnTo>
                    <a:pt x="5567201" y="2365650"/>
                  </a:lnTo>
                  <a:lnTo>
                    <a:pt x="5518782" y="2365288"/>
                  </a:lnTo>
                  <a:lnTo>
                    <a:pt x="5468617" y="2364965"/>
                  </a:lnTo>
                  <a:lnTo>
                    <a:pt x="5415850" y="2364677"/>
                  </a:lnTo>
                  <a:lnTo>
                    <a:pt x="5359529" y="2364421"/>
                  </a:lnTo>
                  <a:lnTo>
                    <a:pt x="5298693" y="2364194"/>
                  </a:lnTo>
                  <a:lnTo>
                    <a:pt x="5232465" y="2363992"/>
                  </a:lnTo>
                  <a:lnTo>
                    <a:pt x="5160169" y="2363811"/>
                  </a:lnTo>
                  <a:lnTo>
                    <a:pt x="5081499" y="2363649"/>
                  </a:lnTo>
                  <a:lnTo>
                    <a:pt x="4996723" y="2363505"/>
                  </a:lnTo>
                  <a:lnTo>
                    <a:pt x="4906923" y="2363377"/>
                  </a:lnTo>
                  <a:lnTo>
                    <a:pt x="4814218" y="2363265"/>
                  </a:lnTo>
                  <a:lnTo>
                    <a:pt x="4721848" y="2363170"/>
                  </a:lnTo>
                  <a:lnTo>
                    <a:pt x="4634017" y="2363092"/>
                  </a:lnTo>
                  <a:lnTo>
                    <a:pt x="4555375" y="2363030"/>
                  </a:lnTo>
                  <a:lnTo>
                    <a:pt x="4490171" y="2362985"/>
                  </a:lnTo>
                  <a:lnTo>
                    <a:pt x="4441276" y="2362956"/>
                  </a:lnTo>
                  <a:lnTo>
                    <a:pt x="4409400" y="2362938"/>
                  </a:lnTo>
                  <a:lnTo>
                    <a:pt x="4392769" y="2362930"/>
                  </a:lnTo>
                  <a:lnTo>
                    <a:pt x="4387271" y="2362928"/>
                  </a:lnTo>
                  <a:lnTo>
                    <a:pt x="4386855" y="2362927"/>
                  </a:lnTo>
                  <a:lnTo>
                    <a:pt x="3848118" y="2362927"/>
                  </a:lnTo>
                  <a:lnTo>
                    <a:pt x="3846913" y="2362855"/>
                  </a:lnTo>
                  <a:lnTo>
                    <a:pt x="3839033" y="2362335"/>
                  </a:lnTo>
                  <a:lnTo>
                    <a:pt x="3819335" y="2360899"/>
                  </a:lnTo>
                  <a:lnTo>
                    <a:pt x="3784543" y="2358078"/>
                  </a:lnTo>
                  <a:lnTo>
                    <a:pt x="3733545" y="2353460"/>
                  </a:lnTo>
                  <a:lnTo>
                    <a:pt x="3667447" y="2346737"/>
                  </a:lnTo>
                  <a:lnTo>
                    <a:pt x="3589196" y="2337730"/>
                  </a:lnTo>
                  <a:lnTo>
                    <a:pt x="3502839" y="2326386"/>
                  </a:lnTo>
                  <a:lnTo>
                    <a:pt x="3412662" y="2312734"/>
                  </a:lnTo>
                  <a:lnTo>
                    <a:pt x="3322479" y="2296828"/>
                  </a:lnTo>
                  <a:lnTo>
                    <a:pt x="3235209" y="2278698"/>
                  </a:lnTo>
                  <a:lnTo>
                    <a:pt x="3152759" y="2258306"/>
                  </a:lnTo>
                  <a:lnTo>
                    <a:pt x="3076111" y="2235524"/>
                  </a:lnTo>
                  <a:lnTo>
                    <a:pt x="3005513" y="2210125"/>
                  </a:lnTo>
                  <a:lnTo>
                    <a:pt x="2940692" y="2181785"/>
                  </a:lnTo>
                  <a:lnTo>
                    <a:pt x="2881040" y="2150086"/>
                  </a:lnTo>
                  <a:lnTo>
                    <a:pt x="2825755" y="2114545"/>
                  </a:lnTo>
                  <a:lnTo>
                    <a:pt x="2773954" y="2074643"/>
                  </a:lnTo>
                  <a:lnTo>
                    <a:pt x="2724751" y="2029899"/>
                  </a:lnTo>
                  <a:lnTo>
                    <a:pt x="2677332" y="1979982"/>
                  </a:lnTo>
                  <a:lnTo>
                    <a:pt x="2667772" y="1969106"/>
                  </a:lnTo>
                  <a:lnTo>
                    <a:pt x="2629769" y="1923249"/>
                  </a:lnTo>
                  <a:lnTo>
                    <a:pt x="2592129" y="1873783"/>
                  </a:lnTo>
                  <a:lnTo>
                    <a:pt x="2554597" y="1820636"/>
                  </a:lnTo>
                  <a:lnTo>
                    <a:pt x="2516976" y="1763805"/>
                  </a:lnTo>
                  <a:lnTo>
                    <a:pt x="2479123" y="1703365"/>
                  </a:lnTo>
                  <a:lnTo>
                    <a:pt x="2440945" y="1639471"/>
                  </a:lnTo>
                  <a:lnTo>
                    <a:pt x="2402389" y="1572367"/>
                  </a:lnTo>
                  <a:lnTo>
                    <a:pt x="2363446" y="1502386"/>
                  </a:lnTo>
                  <a:lnTo>
                    <a:pt x="2324138" y="1429944"/>
                  </a:lnTo>
                  <a:lnTo>
                    <a:pt x="2284520" y="1355533"/>
                  </a:lnTo>
                  <a:lnTo>
                    <a:pt x="2244669" y="1279708"/>
                  </a:lnTo>
                  <a:lnTo>
                    <a:pt x="2204682" y="1203073"/>
                  </a:lnTo>
                  <a:lnTo>
                    <a:pt x="2164665" y="1126259"/>
                  </a:lnTo>
                  <a:lnTo>
                    <a:pt x="2124725" y="1049902"/>
                  </a:lnTo>
                  <a:lnTo>
                    <a:pt x="2084965" y="974624"/>
                  </a:lnTo>
                  <a:lnTo>
                    <a:pt x="2045474" y="901010"/>
                  </a:lnTo>
                  <a:lnTo>
                    <a:pt x="2006320" y="829588"/>
                  </a:lnTo>
                  <a:lnTo>
                    <a:pt x="1967546" y="760820"/>
                  </a:lnTo>
                  <a:lnTo>
                    <a:pt x="1929159" y="695086"/>
                  </a:lnTo>
                  <a:lnTo>
                    <a:pt x="1891132" y="632678"/>
                  </a:lnTo>
                  <a:lnTo>
                    <a:pt x="1853395" y="573803"/>
                  </a:lnTo>
                  <a:lnTo>
                    <a:pt x="1815833" y="518580"/>
                  </a:lnTo>
                  <a:lnTo>
                    <a:pt x="1778281" y="467048"/>
                  </a:lnTo>
                  <a:lnTo>
                    <a:pt x="1740518" y="419174"/>
                  </a:lnTo>
                  <a:lnTo>
                    <a:pt x="1719082" y="393821"/>
                  </a:lnTo>
                  <a:lnTo>
                    <a:pt x="1671942" y="342830"/>
                  </a:lnTo>
                  <a:lnTo>
                    <a:pt x="1623167" y="297044"/>
                  </a:lnTo>
                  <a:lnTo>
                    <a:pt x="1571969" y="256187"/>
                  </a:lnTo>
                  <a:lnTo>
                    <a:pt x="1517472" y="219794"/>
                  </a:lnTo>
                  <a:lnTo>
                    <a:pt x="1458784" y="187350"/>
                  </a:lnTo>
                  <a:lnTo>
                    <a:pt x="1395080" y="158357"/>
                  </a:lnTo>
                  <a:lnTo>
                    <a:pt x="1325701" y="132385"/>
                  </a:lnTo>
                  <a:lnTo>
                    <a:pt x="1250293" y="109089"/>
                  </a:lnTo>
                  <a:lnTo>
                    <a:pt x="1168979" y="88220"/>
                  </a:lnTo>
                  <a:lnTo>
                    <a:pt x="1082574" y="69632"/>
                  </a:lnTo>
                  <a:lnTo>
                    <a:pt x="992783" y="53271"/>
                  </a:lnTo>
                  <a:lnTo>
                    <a:pt x="902319" y="39152"/>
                  </a:lnTo>
                  <a:lnTo>
                    <a:pt x="814836" y="27331"/>
                  </a:lnTo>
                  <a:lnTo>
                    <a:pt x="734575" y="17847"/>
                  </a:lnTo>
                  <a:lnTo>
                    <a:pt x="665698" y="10665"/>
                  </a:lnTo>
                  <a:lnTo>
                    <a:pt x="611447" y="5637"/>
                  </a:lnTo>
                  <a:lnTo>
                    <a:pt x="573350" y="2479"/>
                  </a:lnTo>
                  <a:lnTo>
                    <a:pt x="550759" y="796"/>
                  </a:lnTo>
                  <a:lnTo>
                    <a:pt x="540820" y="12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83" name="pl483"/>
            <p:cNvSpPr/>
            <p:nvPr/>
          </p:nvSpPr>
          <p:spPr>
            <a:xfrm>
              <a:off x="546595" y="2824824"/>
              <a:ext cx="8234974" cy="2379261"/>
            </a:xfrm>
            <a:custGeom>
              <a:avLst/>
              <a:pathLst>
                <a:path w="8234974" h="2379261">
                  <a:moveTo>
                    <a:pt x="0" y="0"/>
                  </a:moveTo>
                  <a:lnTo>
                    <a:pt x="538736" y="0"/>
                  </a:lnTo>
                  <a:lnTo>
                    <a:pt x="539942" y="72"/>
                  </a:lnTo>
                  <a:lnTo>
                    <a:pt x="547822" y="592"/>
                  </a:lnTo>
                  <a:lnTo>
                    <a:pt x="567519" y="2028"/>
                  </a:lnTo>
                  <a:lnTo>
                    <a:pt x="602311" y="4849"/>
                  </a:lnTo>
                  <a:lnTo>
                    <a:pt x="653310" y="9466"/>
                  </a:lnTo>
                  <a:lnTo>
                    <a:pt x="719407" y="16190"/>
                  </a:lnTo>
                  <a:lnTo>
                    <a:pt x="797658" y="25197"/>
                  </a:lnTo>
                  <a:lnTo>
                    <a:pt x="884016" y="36541"/>
                  </a:lnTo>
                  <a:lnTo>
                    <a:pt x="974193" y="50193"/>
                  </a:lnTo>
                  <a:lnTo>
                    <a:pt x="1064376" y="66099"/>
                  </a:lnTo>
                  <a:lnTo>
                    <a:pt x="1151646" y="84229"/>
                  </a:lnTo>
                  <a:lnTo>
                    <a:pt x="1234096" y="104621"/>
                  </a:lnTo>
                  <a:lnTo>
                    <a:pt x="1310744" y="127403"/>
                  </a:lnTo>
                  <a:lnTo>
                    <a:pt x="1381342" y="152801"/>
                  </a:lnTo>
                  <a:lnTo>
                    <a:pt x="1446163" y="181142"/>
                  </a:lnTo>
                  <a:lnTo>
                    <a:pt x="1505815" y="212841"/>
                  </a:lnTo>
                  <a:lnTo>
                    <a:pt x="1561099" y="248382"/>
                  </a:lnTo>
                  <a:lnTo>
                    <a:pt x="1612900" y="288284"/>
                  </a:lnTo>
                  <a:lnTo>
                    <a:pt x="1662104" y="333028"/>
                  </a:lnTo>
                  <a:lnTo>
                    <a:pt x="1709523" y="382945"/>
                  </a:lnTo>
                  <a:lnTo>
                    <a:pt x="1719082" y="393821"/>
                  </a:lnTo>
                  <a:lnTo>
                    <a:pt x="1757085" y="439678"/>
                  </a:lnTo>
                  <a:lnTo>
                    <a:pt x="1794725" y="489144"/>
                  </a:lnTo>
                  <a:lnTo>
                    <a:pt x="1832258" y="542291"/>
                  </a:lnTo>
                  <a:lnTo>
                    <a:pt x="1869879" y="599121"/>
                  </a:lnTo>
                  <a:lnTo>
                    <a:pt x="1907731" y="659562"/>
                  </a:lnTo>
                  <a:lnTo>
                    <a:pt x="1945910" y="723456"/>
                  </a:lnTo>
                  <a:lnTo>
                    <a:pt x="1984465" y="790560"/>
                  </a:lnTo>
                  <a:lnTo>
                    <a:pt x="2023409" y="860540"/>
                  </a:lnTo>
                  <a:lnTo>
                    <a:pt x="2062717" y="932983"/>
                  </a:lnTo>
                  <a:lnTo>
                    <a:pt x="2102335" y="1007394"/>
                  </a:lnTo>
                  <a:lnTo>
                    <a:pt x="2142186" y="1083219"/>
                  </a:lnTo>
                  <a:lnTo>
                    <a:pt x="2182173" y="1159853"/>
                  </a:lnTo>
                  <a:lnTo>
                    <a:pt x="2222190" y="1236668"/>
                  </a:lnTo>
                  <a:lnTo>
                    <a:pt x="2262130" y="1313024"/>
                  </a:lnTo>
                  <a:lnTo>
                    <a:pt x="2301890" y="1388302"/>
                  </a:lnTo>
                  <a:lnTo>
                    <a:pt x="2341381" y="1461917"/>
                  </a:lnTo>
                  <a:lnTo>
                    <a:pt x="2380534" y="1533338"/>
                  </a:lnTo>
                  <a:lnTo>
                    <a:pt x="2419309" y="1602106"/>
                  </a:lnTo>
                  <a:lnTo>
                    <a:pt x="2457696" y="1667841"/>
                  </a:lnTo>
                  <a:lnTo>
                    <a:pt x="2495723" y="1730249"/>
                  </a:lnTo>
                  <a:lnTo>
                    <a:pt x="2533459" y="1789124"/>
                  </a:lnTo>
                  <a:lnTo>
                    <a:pt x="2571021" y="1844347"/>
                  </a:lnTo>
                  <a:lnTo>
                    <a:pt x="2608573" y="1895879"/>
                  </a:lnTo>
                  <a:lnTo>
                    <a:pt x="2646337" y="1943753"/>
                  </a:lnTo>
                  <a:lnTo>
                    <a:pt x="2667772" y="1969106"/>
                  </a:lnTo>
                  <a:lnTo>
                    <a:pt x="2714912" y="2020097"/>
                  </a:lnTo>
                  <a:lnTo>
                    <a:pt x="2763688" y="2065882"/>
                  </a:lnTo>
                  <a:lnTo>
                    <a:pt x="2814886" y="2106740"/>
                  </a:lnTo>
                  <a:lnTo>
                    <a:pt x="2869383" y="2143133"/>
                  </a:lnTo>
                  <a:lnTo>
                    <a:pt x="2928071" y="2175577"/>
                  </a:lnTo>
                  <a:lnTo>
                    <a:pt x="2991775" y="2204570"/>
                  </a:lnTo>
                  <a:lnTo>
                    <a:pt x="3061153" y="2230542"/>
                  </a:lnTo>
                  <a:lnTo>
                    <a:pt x="3136562" y="2253838"/>
                  </a:lnTo>
                  <a:lnTo>
                    <a:pt x="3217876" y="2274707"/>
                  </a:lnTo>
                  <a:lnTo>
                    <a:pt x="3304280" y="2293294"/>
                  </a:lnTo>
                  <a:lnTo>
                    <a:pt x="3394072" y="2309656"/>
                  </a:lnTo>
                  <a:lnTo>
                    <a:pt x="3484536" y="2323775"/>
                  </a:lnTo>
                  <a:lnTo>
                    <a:pt x="3572018" y="2335595"/>
                  </a:lnTo>
                  <a:lnTo>
                    <a:pt x="3652280" y="2345080"/>
                  </a:lnTo>
                  <a:lnTo>
                    <a:pt x="3721157" y="2352262"/>
                  </a:lnTo>
                  <a:lnTo>
                    <a:pt x="3775408" y="2357290"/>
                  </a:lnTo>
                  <a:lnTo>
                    <a:pt x="3813505" y="2360448"/>
                  </a:lnTo>
                  <a:lnTo>
                    <a:pt x="3836096" y="2362131"/>
                  </a:lnTo>
                  <a:lnTo>
                    <a:pt x="3846035" y="2362800"/>
                  </a:lnTo>
                  <a:lnTo>
                    <a:pt x="3848108" y="2362927"/>
                  </a:lnTo>
                  <a:lnTo>
                    <a:pt x="3848118" y="2362927"/>
                  </a:lnTo>
                  <a:lnTo>
                    <a:pt x="4386855" y="2362927"/>
                  </a:lnTo>
                  <a:lnTo>
                    <a:pt x="4388158" y="2362928"/>
                  </a:lnTo>
                  <a:lnTo>
                    <a:pt x="4396657" y="2362932"/>
                  </a:lnTo>
                  <a:lnTo>
                    <a:pt x="4417843" y="2362943"/>
                  </a:lnTo>
                  <a:lnTo>
                    <a:pt x="4455112" y="2362964"/>
                  </a:lnTo>
                  <a:lnTo>
                    <a:pt x="4509439" y="2362998"/>
                  </a:lnTo>
                  <a:lnTo>
                    <a:pt x="4579358" y="2363048"/>
                  </a:lnTo>
                  <a:lnTo>
                    <a:pt x="4661454" y="2363115"/>
                  </a:lnTo>
                  <a:lnTo>
                    <a:pt x="4751243" y="2363199"/>
                  </a:lnTo>
                  <a:lnTo>
                    <a:pt x="4844139" y="2363299"/>
                  </a:lnTo>
                  <a:lnTo>
                    <a:pt x="4936211" y="2363416"/>
                  </a:lnTo>
                  <a:lnTo>
                    <a:pt x="5024575" y="2363549"/>
                  </a:lnTo>
                  <a:lnTo>
                    <a:pt x="5107464" y="2363699"/>
                  </a:lnTo>
                  <a:lnTo>
                    <a:pt x="5184083" y="2363867"/>
                  </a:lnTo>
                  <a:lnTo>
                    <a:pt x="5254374" y="2364054"/>
                  </a:lnTo>
                  <a:lnTo>
                    <a:pt x="5318785" y="2364264"/>
                  </a:lnTo>
                  <a:lnTo>
                    <a:pt x="5378069" y="2364500"/>
                  </a:lnTo>
                  <a:lnTo>
                    <a:pt x="5433141" y="2364766"/>
                  </a:lnTo>
                  <a:lnTo>
                    <a:pt x="5484971" y="2365065"/>
                  </a:lnTo>
                  <a:lnTo>
                    <a:pt x="5534489" y="2365400"/>
                  </a:lnTo>
                  <a:lnTo>
                    <a:pt x="5567201" y="2365650"/>
                  </a:lnTo>
                  <a:lnTo>
                    <a:pt x="5619994" y="2366098"/>
                  </a:lnTo>
                  <a:lnTo>
                    <a:pt x="5672283" y="2366595"/>
                  </a:lnTo>
                  <a:lnTo>
                    <a:pt x="5724663" y="2367141"/>
                  </a:lnTo>
                  <a:lnTo>
                    <a:pt x="5777522" y="2367735"/>
                  </a:lnTo>
                  <a:lnTo>
                    <a:pt x="5831073" y="2368374"/>
                  </a:lnTo>
                  <a:lnTo>
                    <a:pt x="5885372" y="2369051"/>
                  </a:lnTo>
                  <a:lnTo>
                    <a:pt x="5940342" y="2369759"/>
                  </a:lnTo>
                  <a:lnTo>
                    <a:pt x="5995801" y="2370488"/>
                  </a:lnTo>
                  <a:lnTo>
                    <a:pt x="6051496" y="2371226"/>
                  </a:lnTo>
                  <a:lnTo>
                    <a:pt x="6107139" y="2371963"/>
                  </a:lnTo>
                  <a:lnTo>
                    <a:pt x="6162450" y="2372685"/>
                  </a:lnTo>
                  <a:lnTo>
                    <a:pt x="6217196" y="2373383"/>
                  </a:lnTo>
                  <a:lnTo>
                    <a:pt x="6271231" y="2374048"/>
                  </a:lnTo>
                  <a:lnTo>
                    <a:pt x="6324521" y="2374671"/>
                  </a:lnTo>
                  <a:lnTo>
                    <a:pt x="6377176" y="2375248"/>
                  </a:lnTo>
                  <a:lnTo>
                    <a:pt x="6429468" y="2375777"/>
                  </a:lnTo>
                  <a:lnTo>
                    <a:pt x="6481857" y="2376256"/>
                  </a:lnTo>
                  <a:lnTo>
                    <a:pt x="6515891" y="2376539"/>
                  </a:lnTo>
                  <a:lnTo>
                    <a:pt x="6564311" y="2376900"/>
                  </a:lnTo>
                  <a:lnTo>
                    <a:pt x="6614476" y="2377224"/>
                  </a:lnTo>
                  <a:lnTo>
                    <a:pt x="6667242" y="2377511"/>
                  </a:lnTo>
                  <a:lnTo>
                    <a:pt x="6723563" y="2377767"/>
                  </a:lnTo>
                  <a:lnTo>
                    <a:pt x="6784399" y="2377994"/>
                  </a:lnTo>
                  <a:lnTo>
                    <a:pt x="6850628" y="2378196"/>
                  </a:lnTo>
                  <a:lnTo>
                    <a:pt x="6922923" y="2378377"/>
                  </a:lnTo>
                  <a:lnTo>
                    <a:pt x="7001593" y="2378539"/>
                  </a:lnTo>
                  <a:lnTo>
                    <a:pt x="7086370" y="2378683"/>
                  </a:lnTo>
                  <a:lnTo>
                    <a:pt x="7176169" y="2378811"/>
                  </a:lnTo>
                  <a:lnTo>
                    <a:pt x="7268875" y="2378923"/>
                  </a:lnTo>
                  <a:lnTo>
                    <a:pt x="7361244" y="2379018"/>
                  </a:lnTo>
                  <a:lnTo>
                    <a:pt x="7449075" y="2379097"/>
                  </a:lnTo>
                  <a:lnTo>
                    <a:pt x="7527717" y="2379158"/>
                  </a:lnTo>
                  <a:lnTo>
                    <a:pt x="7592921" y="2379203"/>
                  </a:lnTo>
                  <a:lnTo>
                    <a:pt x="7641816" y="2379233"/>
                  </a:lnTo>
                  <a:lnTo>
                    <a:pt x="7673692" y="2379250"/>
                  </a:lnTo>
                  <a:lnTo>
                    <a:pt x="7690324" y="2379258"/>
                  </a:lnTo>
                  <a:lnTo>
                    <a:pt x="7695822" y="2379261"/>
                  </a:lnTo>
                  <a:lnTo>
                    <a:pt x="7696237" y="2379261"/>
                  </a:lnTo>
                  <a:lnTo>
                    <a:pt x="8234974" y="23792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4" name="pl484"/>
            <p:cNvSpPr/>
            <p:nvPr/>
          </p:nvSpPr>
          <p:spPr>
            <a:xfrm>
              <a:off x="546595" y="2808491"/>
              <a:ext cx="8234974" cy="2379261"/>
            </a:xfrm>
            <a:custGeom>
              <a:avLst/>
              <a:pathLst>
                <a:path w="8234974" h="2379261">
                  <a:moveTo>
                    <a:pt x="8234974" y="2379261"/>
                  </a:moveTo>
                  <a:lnTo>
                    <a:pt x="7696237" y="2379261"/>
                  </a:lnTo>
                  <a:lnTo>
                    <a:pt x="7694935" y="2379260"/>
                  </a:lnTo>
                  <a:lnTo>
                    <a:pt x="7686435" y="2379257"/>
                  </a:lnTo>
                  <a:lnTo>
                    <a:pt x="7665250" y="2379246"/>
                  </a:lnTo>
                  <a:lnTo>
                    <a:pt x="7627980" y="2379225"/>
                  </a:lnTo>
                  <a:lnTo>
                    <a:pt x="7573654" y="2379190"/>
                  </a:lnTo>
                  <a:lnTo>
                    <a:pt x="7503735" y="2379140"/>
                  </a:lnTo>
                  <a:lnTo>
                    <a:pt x="7421638" y="2379073"/>
                  </a:lnTo>
                  <a:lnTo>
                    <a:pt x="7331850" y="2378989"/>
                  </a:lnTo>
                  <a:lnTo>
                    <a:pt x="7238953" y="2378889"/>
                  </a:lnTo>
                  <a:lnTo>
                    <a:pt x="7146882" y="2378772"/>
                  </a:lnTo>
                  <a:lnTo>
                    <a:pt x="7058518" y="2378639"/>
                  </a:lnTo>
                  <a:lnTo>
                    <a:pt x="6975629" y="2378489"/>
                  </a:lnTo>
                  <a:lnTo>
                    <a:pt x="6899010" y="2378321"/>
                  </a:lnTo>
                  <a:lnTo>
                    <a:pt x="6828718" y="2378134"/>
                  </a:lnTo>
                  <a:lnTo>
                    <a:pt x="6764308" y="2377924"/>
                  </a:lnTo>
                  <a:lnTo>
                    <a:pt x="6705024" y="2377688"/>
                  </a:lnTo>
                  <a:lnTo>
                    <a:pt x="6649951" y="2377423"/>
                  </a:lnTo>
                  <a:lnTo>
                    <a:pt x="6598121" y="2377124"/>
                  </a:lnTo>
                  <a:lnTo>
                    <a:pt x="6548603" y="2376788"/>
                  </a:lnTo>
                  <a:lnTo>
                    <a:pt x="6515891" y="2376539"/>
                  </a:lnTo>
                  <a:lnTo>
                    <a:pt x="6463098" y="2376091"/>
                  </a:lnTo>
                  <a:lnTo>
                    <a:pt x="6410809" y="2375594"/>
                  </a:lnTo>
                  <a:lnTo>
                    <a:pt x="6358430" y="2375048"/>
                  </a:lnTo>
                  <a:lnTo>
                    <a:pt x="6305570" y="2374453"/>
                  </a:lnTo>
                  <a:lnTo>
                    <a:pt x="6252019" y="2373815"/>
                  </a:lnTo>
                  <a:lnTo>
                    <a:pt x="6197720" y="2373137"/>
                  </a:lnTo>
                  <a:lnTo>
                    <a:pt x="6142750" y="2372429"/>
                  </a:lnTo>
                  <a:lnTo>
                    <a:pt x="6087291" y="2371701"/>
                  </a:lnTo>
                  <a:lnTo>
                    <a:pt x="6031596" y="2370962"/>
                  </a:lnTo>
                  <a:lnTo>
                    <a:pt x="5975953" y="2370226"/>
                  </a:lnTo>
                  <a:lnTo>
                    <a:pt x="5920642" y="2369503"/>
                  </a:lnTo>
                  <a:lnTo>
                    <a:pt x="5865896" y="2368805"/>
                  </a:lnTo>
                  <a:lnTo>
                    <a:pt x="5811862" y="2368141"/>
                  </a:lnTo>
                  <a:lnTo>
                    <a:pt x="5758572" y="2367517"/>
                  </a:lnTo>
                  <a:lnTo>
                    <a:pt x="5705917" y="2366940"/>
                  </a:lnTo>
                  <a:lnTo>
                    <a:pt x="5653624" y="2366411"/>
                  </a:lnTo>
                  <a:lnTo>
                    <a:pt x="5601236" y="2365932"/>
                  </a:lnTo>
                  <a:lnTo>
                    <a:pt x="5567201" y="2365650"/>
                  </a:lnTo>
                  <a:lnTo>
                    <a:pt x="5518782" y="2365288"/>
                  </a:lnTo>
                  <a:lnTo>
                    <a:pt x="5468617" y="2364965"/>
                  </a:lnTo>
                  <a:lnTo>
                    <a:pt x="5415850" y="2364677"/>
                  </a:lnTo>
                  <a:lnTo>
                    <a:pt x="5359529" y="2364421"/>
                  </a:lnTo>
                  <a:lnTo>
                    <a:pt x="5298693" y="2364194"/>
                  </a:lnTo>
                  <a:lnTo>
                    <a:pt x="5232465" y="2363992"/>
                  </a:lnTo>
                  <a:lnTo>
                    <a:pt x="5160169" y="2363811"/>
                  </a:lnTo>
                  <a:lnTo>
                    <a:pt x="5081499" y="2363649"/>
                  </a:lnTo>
                  <a:lnTo>
                    <a:pt x="4996723" y="2363505"/>
                  </a:lnTo>
                  <a:lnTo>
                    <a:pt x="4906923" y="2363377"/>
                  </a:lnTo>
                  <a:lnTo>
                    <a:pt x="4814218" y="2363265"/>
                  </a:lnTo>
                  <a:lnTo>
                    <a:pt x="4721848" y="2363170"/>
                  </a:lnTo>
                  <a:lnTo>
                    <a:pt x="4634017" y="2363092"/>
                  </a:lnTo>
                  <a:lnTo>
                    <a:pt x="4555375" y="2363030"/>
                  </a:lnTo>
                  <a:lnTo>
                    <a:pt x="4490171" y="2362985"/>
                  </a:lnTo>
                  <a:lnTo>
                    <a:pt x="4441276" y="2362956"/>
                  </a:lnTo>
                  <a:lnTo>
                    <a:pt x="4409400" y="2362938"/>
                  </a:lnTo>
                  <a:lnTo>
                    <a:pt x="4392769" y="2362930"/>
                  </a:lnTo>
                  <a:lnTo>
                    <a:pt x="4387271" y="2362928"/>
                  </a:lnTo>
                  <a:lnTo>
                    <a:pt x="4386855" y="2362927"/>
                  </a:lnTo>
                  <a:lnTo>
                    <a:pt x="3848118" y="2362927"/>
                  </a:lnTo>
                  <a:lnTo>
                    <a:pt x="3846913" y="2362855"/>
                  </a:lnTo>
                  <a:lnTo>
                    <a:pt x="3839033" y="2362335"/>
                  </a:lnTo>
                  <a:lnTo>
                    <a:pt x="3819335" y="2360899"/>
                  </a:lnTo>
                  <a:lnTo>
                    <a:pt x="3784543" y="2358078"/>
                  </a:lnTo>
                  <a:lnTo>
                    <a:pt x="3733545" y="2353460"/>
                  </a:lnTo>
                  <a:lnTo>
                    <a:pt x="3667447" y="2346737"/>
                  </a:lnTo>
                  <a:lnTo>
                    <a:pt x="3589196" y="2337730"/>
                  </a:lnTo>
                  <a:lnTo>
                    <a:pt x="3502839" y="2326386"/>
                  </a:lnTo>
                  <a:lnTo>
                    <a:pt x="3412662" y="2312734"/>
                  </a:lnTo>
                  <a:lnTo>
                    <a:pt x="3322479" y="2296828"/>
                  </a:lnTo>
                  <a:lnTo>
                    <a:pt x="3235209" y="2278698"/>
                  </a:lnTo>
                  <a:lnTo>
                    <a:pt x="3152759" y="2258306"/>
                  </a:lnTo>
                  <a:lnTo>
                    <a:pt x="3076111" y="2235524"/>
                  </a:lnTo>
                  <a:lnTo>
                    <a:pt x="3005513" y="2210125"/>
                  </a:lnTo>
                  <a:lnTo>
                    <a:pt x="2940692" y="2181785"/>
                  </a:lnTo>
                  <a:lnTo>
                    <a:pt x="2881040" y="2150086"/>
                  </a:lnTo>
                  <a:lnTo>
                    <a:pt x="2825755" y="2114545"/>
                  </a:lnTo>
                  <a:lnTo>
                    <a:pt x="2773954" y="2074643"/>
                  </a:lnTo>
                  <a:lnTo>
                    <a:pt x="2724751" y="2029899"/>
                  </a:lnTo>
                  <a:lnTo>
                    <a:pt x="2677332" y="1979982"/>
                  </a:lnTo>
                  <a:lnTo>
                    <a:pt x="2667772" y="1969106"/>
                  </a:lnTo>
                  <a:lnTo>
                    <a:pt x="2629769" y="1923249"/>
                  </a:lnTo>
                  <a:lnTo>
                    <a:pt x="2592129" y="1873783"/>
                  </a:lnTo>
                  <a:lnTo>
                    <a:pt x="2554597" y="1820636"/>
                  </a:lnTo>
                  <a:lnTo>
                    <a:pt x="2516976" y="1763805"/>
                  </a:lnTo>
                  <a:lnTo>
                    <a:pt x="2479123" y="1703365"/>
                  </a:lnTo>
                  <a:lnTo>
                    <a:pt x="2440945" y="1639471"/>
                  </a:lnTo>
                  <a:lnTo>
                    <a:pt x="2402389" y="1572367"/>
                  </a:lnTo>
                  <a:lnTo>
                    <a:pt x="2363446" y="1502386"/>
                  </a:lnTo>
                  <a:lnTo>
                    <a:pt x="2324138" y="1429944"/>
                  </a:lnTo>
                  <a:lnTo>
                    <a:pt x="2284520" y="1355533"/>
                  </a:lnTo>
                  <a:lnTo>
                    <a:pt x="2244669" y="1279708"/>
                  </a:lnTo>
                  <a:lnTo>
                    <a:pt x="2204682" y="1203073"/>
                  </a:lnTo>
                  <a:lnTo>
                    <a:pt x="2164665" y="1126259"/>
                  </a:lnTo>
                  <a:lnTo>
                    <a:pt x="2124725" y="1049902"/>
                  </a:lnTo>
                  <a:lnTo>
                    <a:pt x="2084965" y="974624"/>
                  </a:lnTo>
                  <a:lnTo>
                    <a:pt x="2045474" y="901010"/>
                  </a:lnTo>
                  <a:lnTo>
                    <a:pt x="2006320" y="829588"/>
                  </a:lnTo>
                  <a:lnTo>
                    <a:pt x="1967546" y="760820"/>
                  </a:lnTo>
                  <a:lnTo>
                    <a:pt x="1929159" y="695086"/>
                  </a:lnTo>
                  <a:lnTo>
                    <a:pt x="1891132" y="632678"/>
                  </a:lnTo>
                  <a:lnTo>
                    <a:pt x="1853395" y="573803"/>
                  </a:lnTo>
                  <a:lnTo>
                    <a:pt x="1815833" y="518580"/>
                  </a:lnTo>
                  <a:lnTo>
                    <a:pt x="1778281" y="467048"/>
                  </a:lnTo>
                  <a:lnTo>
                    <a:pt x="1740518" y="419174"/>
                  </a:lnTo>
                  <a:lnTo>
                    <a:pt x="1719082" y="393821"/>
                  </a:lnTo>
                  <a:lnTo>
                    <a:pt x="1671942" y="342830"/>
                  </a:lnTo>
                  <a:lnTo>
                    <a:pt x="1623167" y="297044"/>
                  </a:lnTo>
                  <a:lnTo>
                    <a:pt x="1571969" y="256187"/>
                  </a:lnTo>
                  <a:lnTo>
                    <a:pt x="1517472" y="219794"/>
                  </a:lnTo>
                  <a:lnTo>
                    <a:pt x="1458784" y="187350"/>
                  </a:lnTo>
                  <a:lnTo>
                    <a:pt x="1395080" y="158357"/>
                  </a:lnTo>
                  <a:lnTo>
                    <a:pt x="1325701" y="132385"/>
                  </a:lnTo>
                  <a:lnTo>
                    <a:pt x="1250293" y="109089"/>
                  </a:lnTo>
                  <a:lnTo>
                    <a:pt x="1168979" y="88220"/>
                  </a:lnTo>
                  <a:lnTo>
                    <a:pt x="1082574" y="69632"/>
                  </a:lnTo>
                  <a:lnTo>
                    <a:pt x="992783" y="53271"/>
                  </a:lnTo>
                  <a:lnTo>
                    <a:pt x="902319" y="39152"/>
                  </a:lnTo>
                  <a:lnTo>
                    <a:pt x="814836" y="27331"/>
                  </a:lnTo>
                  <a:lnTo>
                    <a:pt x="734575" y="17847"/>
                  </a:lnTo>
                  <a:lnTo>
                    <a:pt x="665698" y="10665"/>
                  </a:lnTo>
                  <a:lnTo>
                    <a:pt x="611447" y="5637"/>
                  </a:lnTo>
                  <a:lnTo>
                    <a:pt x="573350" y="2479"/>
                  </a:lnTo>
                  <a:lnTo>
                    <a:pt x="550759" y="796"/>
                  </a:lnTo>
                  <a:lnTo>
                    <a:pt x="540820" y="127"/>
                  </a:lnTo>
                  <a:lnTo>
                    <a:pt x="53874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5" name="pg485"/>
            <p:cNvSpPr/>
            <p:nvPr/>
          </p:nvSpPr>
          <p:spPr>
            <a:xfrm>
              <a:off x="546595" y="2824824"/>
              <a:ext cx="8234974" cy="3310276"/>
            </a:xfrm>
            <a:custGeom>
              <a:avLst/>
              <a:pathLst>
                <a:path w="8234974" h="3310276">
                  <a:moveTo>
                    <a:pt x="0" y="5444"/>
                  </a:moveTo>
                  <a:lnTo>
                    <a:pt x="538736" y="5444"/>
                  </a:lnTo>
                  <a:lnTo>
                    <a:pt x="539941" y="5517"/>
                  </a:lnTo>
                  <a:lnTo>
                    <a:pt x="547813" y="6040"/>
                  </a:lnTo>
                  <a:lnTo>
                    <a:pt x="567491" y="7484"/>
                  </a:lnTo>
                  <a:lnTo>
                    <a:pt x="602252" y="10322"/>
                  </a:lnTo>
                  <a:lnTo>
                    <a:pt x="653207" y="14967"/>
                  </a:lnTo>
                  <a:lnTo>
                    <a:pt x="719256" y="21730"/>
                  </a:lnTo>
                  <a:lnTo>
                    <a:pt x="797456" y="30791"/>
                  </a:lnTo>
                  <a:lnTo>
                    <a:pt x="883768" y="42203"/>
                  </a:lnTo>
                  <a:lnTo>
                    <a:pt x="973909" y="55938"/>
                  </a:lnTo>
                  <a:lnTo>
                    <a:pt x="1064067" y="71940"/>
                  </a:lnTo>
                  <a:lnTo>
                    <a:pt x="1151321" y="90181"/>
                  </a:lnTo>
                  <a:lnTo>
                    <a:pt x="1233764" y="110698"/>
                  </a:lnTo>
                  <a:lnTo>
                    <a:pt x="1310412" y="133619"/>
                  </a:lnTo>
                  <a:lnTo>
                    <a:pt x="1381013" y="159171"/>
                  </a:lnTo>
                  <a:lnTo>
                    <a:pt x="1445839" y="187682"/>
                  </a:lnTo>
                  <a:lnTo>
                    <a:pt x="1505497" y="219569"/>
                  </a:lnTo>
                  <a:lnTo>
                    <a:pt x="1560784" y="255320"/>
                  </a:lnTo>
                  <a:lnTo>
                    <a:pt x="1612586" y="295455"/>
                  </a:lnTo>
                  <a:lnTo>
                    <a:pt x="1661786" y="340461"/>
                  </a:lnTo>
                  <a:lnTo>
                    <a:pt x="1709198" y="390670"/>
                  </a:lnTo>
                  <a:lnTo>
                    <a:pt x="1719082" y="401988"/>
                  </a:lnTo>
                  <a:lnTo>
                    <a:pt x="1756990" y="448040"/>
                  </a:lnTo>
                  <a:lnTo>
                    <a:pt x="1794535" y="497709"/>
                  </a:lnTo>
                  <a:lnTo>
                    <a:pt x="1831973" y="551064"/>
                  </a:lnTo>
                  <a:lnTo>
                    <a:pt x="1869497" y="608110"/>
                  </a:lnTo>
                  <a:lnTo>
                    <a:pt x="1907251" y="668774"/>
                  </a:lnTo>
                  <a:lnTo>
                    <a:pt x="1945328" y="732901"/>
                  </a:lnTo>
                  <a:lnTo>
                    <a:pt x="1983779" y="800246"/>
                  </a:lnTo>
                  <a:lnTo>
                    <a:pt x="2022617" y="870482"/>
                  </a:lnTo>
                  <a:lnTo>
                    <a:pt x="2061818" y="943192"/>
                  </a:lnTo>
                  <a:lnTo>
                    <a:pt x="2101330" y="1017887"/>
                  </a:lnTo>
                  <a:lnTo>
                    <a:pt x="2141075" y="1094013"/>
                  </a:lnTo>
                  <a:lnTo>
                    <a:pt x="2180958" y="1170968"/>
                  </a:lnTo>
                  <a:lnTo>
                    <a:pt x="2220875" y="1248121"/>
                  </a:lnTo>
                  <a:lnTo>
                    <a:pt x="2260718" y="1324838"/>
                  </a:lnTo>
                  <a:lnTo>
                    <a:pt x="2300386" y="1400495"/>
                  </a:lnTo>
                  <a:lnTo>
                    <a:pt x="2339789" y="1474507"/>
                  </a:lnTo>
                  <a:lnTo>
                    <a:pt x="2378858" y="1546342"/>
                  </a:lnTo>
                  <a:lnTo>
                    <a:pt x="2417552" y="1615537"/>
                  </a:lnTo>
                  <a:lnTo>
                    <a:pt x="2455860" y="1681709"/>
                  </a:lnTo>
                  <a:lnTo>
                    <a:pt x="2493807" y="1744559"/>
                  </a:lnTo>
                  <a:lnTo>
                    <a:pt x="2531461" y="1803879"/>
                  </a:lnTo>
                  <a:lnTo>
                    <a:pt x="2568933" y="1859545"/>
                  </a:lnTo>
                  <a:lnTo>
                    <a:pt x="2606386" y="1911512"/>
                  </a:lnTo>
                  <a:lnTo>
                    <a:pt x="2644034" y="1959811"/>
                  </a:lnTo>
                  <a:lnTo>
                    <a:pt x="2667772" y="1988162"/>
                  </a:lnTo>
                  <a:lnTo>
                    <a:pt x="2714896" y="2039488"/>
                  </a:lnTo>
                  <a:lnTo>
                    <a:pt x="2763653" y="2085577"/>
                  </a:lnTo>
                  <a:lnTo>
                    <a:pt x="2814831" y="2126707"/>
                  </a:lnTo>
                  <a:lnTo>
                    <a:pt x="2869305" y="2163343"/>
                  </a:lnTo>
                  <a:lnTo>
                    <a:pt x="2927965" y="2196007"/>
                  </a:lnTo>
                  <a:lnTo>
                    <a:pt x="2991636" y="2225196"/>
                  </a:lnTo>
                  <a:lnTo>
                    <a:pt x="3060977" y="2251345"/>
                  </a:lnTo>
                  <a:lnTo>
                    <a:pt x="3136344" y="2274801"/>
                  </a:lnTo>
                  <a:lnTo>
                    <a:pt x="3217613" y="2295813"/>
                  </a:lnTo>
                  <a:lnTo>
                    <a:pt x="3303973" y="2314530"/>
                  </a:lnTo>
                  <a:lnTo>
                    <a:pt x="3393726" y="2331008"/>
                  </a:lnTo>
                  <a:lnTo>
                    <a:pt x="3484162" y="2345228"/>
                  </a:lnTo>
                  <a:lnTo>
                    <a:pt x="3571636" y="2357136"/>
                  </a:lnTo>
                  <a:lnTo>
                    <a:pt x="3651914" y="2366694"/>
                  </a:lnTo>
                  <a:lnTo>
                    <a:pt x="3720834" y="2373934"/>
                  </a:lnTo>
                  <a:lnTo>
                    <a:pt x="3775151" y="2379007"/>
                  </a:lnTo>
                  <a:lnTo>
                    <a:pt x="3813327" y="2382195"/>
                  </a:lnTo>
                  <a:lnTo>
                    <a:pt x="3835998" y="2383897"/>
                  </a:lnTo>
                  <a:lnTo>
                    <a:pt x="3846001" y="2384575"/>
                  </a:lnTo>
                  <a:lnTo>
                    <a:pt x="3848118" y="2384705"/>
                  </a:lnTo>
                  <a:lnTo>
                    <a:pt x="4386855" y="2384705"/>
                  </a:lnTo>
                  <a:lnTo>
                    <a:pt x="4388142" y="2384736"/>
                  </a:lnTo>
                  <a:lnTo>
                    <a:pt x="4396538" y="2384954"/>
                  </a:lnTo>
                  <a:lnTo>
                    <a:pt x="4417478" y="2385555"/>
                  </a:lnTo>
                  <a:lnTo>
                    <a:pt x="4454340" y="2386736"/>
                  </a:lnTo>
                  <a:lnTo>
                    <a:pt x="4508121" y="2388666"/>
                  </a:lnTo>
                  <a:lnTo>
                    <a:pt x="4577418" y="2391469"/>
                  </a:lnTo>
                  <a:lnTo>
                    <a:pt x="4658893" y="2395212"/>
                  </a:lnTo>
                  <a:lnTo>
                    <a:pt x="4748133" y="2399911"/>
                  </a:lnTo>
                  <a:lnTo>
                    <a:pt x="4840601" y="2405552"/>
                  </a:lnTo>
                  <a:lnTo>
                    <a:pt x="4932381" y="2412112"/>
                  </a:lnTo>
                  <a:lnTo>
                    <a:pt x="5020581" y="2419583"/>
                  </a:lnTo>
                  <a:lnTo>
                    <a:pt x="5103410" y="2427990"/>
                  </a:lnTo>
                  <a:lnTo>
                    <a:pt x="5180042" y="2437396"/>
                  </a:lnTo>
                  <a:lnTo>
                    <a:pt x="5250388" y="2447909"/>
                  </a:lnTo>
                  <a:lnTo>
                    <a:pt x="5314865" y="2459676"/>
                  </a:lnTo>
                  <a:lnTo>
                    <a:pt x="5374206" y="2472883"/>
                  </a:lnTo>
                  <a:lnTo>
                    <a:pt x="5429306" y="2487738"/>
                  </a:lnTo>
                  <a:lnTo>
                    <a:pt x="5481123" y="2504457"/>
                  </a:lnTo>
                  <a:lnTo>
                    <a:pt x="5530581" y="2523225"/>
                  </a:lnTo>
                  <a:lnTo>
                    <a:pt x="5567201" y="2538967"/>
                  </a:lnTo>
                  <a:lnTo>
                    <a:pt x="5615569" y="2562110"/>
                  </a:lnTo>
                  <a:lnTo>
                    <a:pt x="5663465" y="2587564"/>
                  </a:lnTo>
                  <a:lnTo>
                    <a:pt x="5711368" y="2615366"/>
                  </a:lnTo>
                  <a:lnTo>
                    <a:pt x="5759608" y="2645474"/>
                  </a:lnTo>
                  <a:lnTo>
                    <a:pt x="5808386" y="2677765"/>
                  </a:lnTo>
                  <a:lnTo>
                    <a:pt x="5857786" y="2712023"/>
                  </a:lnTo>
                  <a:lnTo>
                    <a:pt x="5907796" y="2747944"/>
                  </a:lnTo>
                  <a:lnTo>
                    <a:pt x="5958316" y="2785142"/>
                  </a:lnTo>
                  <a:lnTo>
                    <a:pt x="6009183" y="2823164"/>
                  </a:lnTo>
                  <a:lnTo>
                    <a:pt x="6060192" y="2861513"/>
                  </a:lnTo>
                  <a:lnTo>
                    <a:pt x="6111119" y="2899673"/>
                  </a:lnTo>
                  <a:lnTo>
                    <a:pt x="6161751" y="2937139"/>
                  </a:lnTo>
                  <a:lnTo>
                    <a:pt x="6211910" y="2973444"/>
                  </a:lnTo>
                  <a:lnTo>
                    <a:pt x="6261480" y="3008183"/>
                  </a:lnTo>
                  <a:lnTo>
                    <a:pt x="6310421" y="3041028"/>
                  </a:lnTo>
                  <a:lnTo>
                    <a:pt x="6358791" y="3071740"/>
                  </a:lnTo>
                  <a:lnTo>
                    <a:pt x="6406758" y="3100169"/>
                  </a:lnTo>
                  <a:lnTo>
                    <a:pt x="6454616" y="3126254"/>
                  </a:lnTo>
                  <a:lnTo>
                    <a:pt x="6502800" y="3150011"/>
                  </a:lnTo>
                  <a:lnTo>
                    <a:pt x="6515891" y="3156014"/>
                  </a:lnTo>
                  <a:lnTo>
                    <a:pt x="6564103" y="3176412"/>
                  </a:lnTo>
                  <a:lnTo>
                    <a:pt x="6614042" y="3194679"/>
                  </a:lnTo>
                  <a:lnTo>
                    <a:pt x="6666554" y="3210937"/>
                  </a:lnTo>
                  <a:lnTo>
                    <a:pt x="6722577" y="3225380"/>
                  </a:lnTo>
                  <a:lnTo>
                    <a:pt x="6783061" y="3238226"/>
                  </a:lnTo>
                  <a:lnTo>
                    <a:pt x="6848877" y="3249680"/>
                  </a:lnTo>
                  <a:lnTo>
                    <a:pt x="6920694" y="3259917"/>
                  </a:lnTo>
                  <a:lnTo>
                    <a:pt x="6998832" y="3269078"/>
                  </a:lnTo>
                  <a:lnTo>
                    <a:pt x="7083045" y="3277258"/>
                  </a:lnTo>
                  <a:lnTo>
                    <a:pt x="7172299" y="3284512"/>
                  </a:lnTo>
                  <a:lnTo>
                    <a:pt x="7264546" y="3290855"/>
                  </a:lnTo>
                  <a:lnTo>
                    <a:pt x="7356633" y="3296274"/>
                  </a:lnTo>
                  <a:lnTo>
                    <a:pt x="7444449" y="3300747"/>
                  </a:lnTo>
                  <a:lnTo>
                    <a:pt x="7523404" y="3304263"/>
                  </a:lnTo>
                  <a:lnTo>
                    <a:pt x="7589254" y="3306850"/>
                  </a:lnTo>
                  <a:lnTo>
                    <a:pt x="7639054" y="3308589"/>
                  </a:lnTo>
                  <a:lnTo>
                    <a:pt x="7671947" y="3309615"/>
                  </a:lnTo>
                  <a:lnTo>
                    <a:pt x="7689515" y="3310107"/>
                  </a:lnTo>
                  <a:lnTo>
                    <a:pt x="7695659" y="3310263"/>
                  </a:lnTo>
                  <a:lnTo>
                    <a:pt x="7696237" y="3310276"/>
                  </a:lnTo>
                  <a:lnTo>
                    <a:pt x="8234974" y="3310276"/>
                  </a:lnTo>
                  <a:lnTo>
                    <a:pt x="8234974" y="3304832"/>
                  </a:lnTo>
                  <a:lnTo>
                    <a:pt x="7696237" y="3304832"/>
                  </a:lnTo>
                  <a:lnTo>
                    <a:pt x="7694951" y="3304801"/>
                  </a:lnTo>
                  <a:lnTo>
                    <a:pt x="7686554" y="3304584"/>
                  </a:lnTo>
                  <a:lnTo>
                    <a:pt x="7665614" y="3303982"/>
                  </a:lnTo>
                  <a:lnTo>
                    <a:pt x="7628752" y="3302801"/>
                  </a:lnTo>
                  <a:lnTo>
                    <a:pt x="7574971" y="3300871"/>
                  </a:lnTo>
                  <a:lnTo>
                    <a:pt x="7505674" y="3298068"/>
                  </a:lnTo>
                  <a:lnTo>
                    <a:pt x="7424199" y="3294325"/>
                  </a:lnTo>
                  <a:lnTo>
                    <a:pt x="7334959" y="3289626"/>
                  </a:lnTo>
                  <a:lnTo>
                    <a:pt x="7242491" y="3283985"/>
                  </a:lnTo>
                  <a:lnTo>
                    <a:pt x="7150712" y="3277425"/>
                  </a:lnTo>
                  <a:lnTo>
                    <a:pt x="7062512" y="3269954"/>
                  </a:lnTo>
                  <a:lnTo>
                    <a:pt x="6979682" y="3261547"/>
                  </a:lnTo>
                  <a:lnTo>
                    <a:pt x="6903050" y="3252141"/>
                  </a:lnTo>
                  <a:lnTo>
                    <a:pt x="6832705" y="3241628"/>
                  </a:lnTo>
                  <a:lnTo>
                    <a:pt x="6768227" y="3229861"/>
                  </a:lnTo>
                  <a:lnTo>
                    <a:pt x="6708887" y="3216655"/>
                  </a:lnTo>
                  <a:lnTo>
                    <a:pt x="6653786" y="3201799"/>
                  </a:lnTo>
                  <a:lnTo>
                    <a:pt x="6601969" y="3185080"/>
                  </a:lnTo>
                  <a:lnTo>
                    <a:pt x="6552512" y="3166312"/>
                  </a:lnTo>
                  <a:lnTo>
                    <a:pt x="6515891" y="3150570"/>
                  </a:lnTo>
                  <a:lnTo>
                    <a:pt x="6467524" y="3127427"/>
                  </a:lnTo>
                  <a:lnTo>
                    <a:pt x="6419628" y="3101973"/>
                  </a:lnTo>
                  <a:lnTo>
                    <a:pt x="6371724" y="3074171"/>
                  </a:lnTo>
                  <a:lnTo>
                    <a:pt x="6323484" y="3044063"/>
                  </a:lnTo>
                  <a:lnTo>
                    <a:pt x="6274707" y="3011772"/>
                  </a:lnTo>
                  <a:lnTo>
                    <a:pt x="6225306" y="2977514"/>
                  </a:lnTo>
                  <a:lnTo>
                    <a:pt x="6175297" y="2941593"/>
                  </a:lnTo>
                  <a:lnTo>
                    <a:pt x="6124776" y="2904395"/>
                  </a:lnTo>
                  <a:lnTo>
                    <a:pt x="6073909" y="2866373"/>
                  </a:lnTo>
                  <a:lnTo>
                    <a:pt x="6022901" y="2828025"/>
                  </a:lnTo>
                  <a:lnTo>
                    <a:pt x="5971974" y="2789865"/>
                  </a:lnTo>
                  <a:lnTo>
                    <a:pt x="5921342" y="2752398"/>
                  </a:lnTo>
                  <a:lnTo>
                    <a:pt x="5871182" y="2716093"/>
                  </a:lnTo>
                  <a:lnTo>
                    <a:pt x="5821613" y="2681354"/>
                  </a:lnTo>
                  <a:lnTo>
                    <a:pt x="5772672" y="2648509"/>
                  </a:lnTo>
                  <a:lnTo>
                    <a:pt x="5724302" y="2617798"/>
                  </a:lnTo>
                  <a:lnTo>
                    <a:pt x="5676334" y="2589368"/>
                  </a:lnTo>
                  <a:lnTo>
                    <a:pt x="5628477" y="2563283"/>
                  </a:lnTo>
                  <a:lnTo>
                    <a:pt x="5580293" y="2539526"/>
                  </a:lnTo>
                  <a:lnTo>
                    <a:pt x="5567201" y="2533523"/>
                  </a:lnTo>
                  <a:lnTo>
                    <a:pt x="5518989" y="2513125"/>
                  </a:lnTo>
                  <a:lnTo>
                    <a:pt x="5469050" y="2494858"/>
                  </a:lnTo>
                  <a:lnTo>
                    <a:pt x="5416539" y="2478600"/>
                  </a:lnTo>
                  <a:lnTo>
                    <a:pt x="5360516" y="2464157"/>
                  </a:lnTo>
                  <a:lnTo>
                    <a:pt x="5300031" y="2451311"/>
                  </a:lnTo>
                  <a:lnTo>
                    <a:pt x="5234216" y="2439858"/>
                  </a:lnTo>
                  <a:lnTo>
                    <a:pt x="5162398" y="2429620"/>
                  </a:lnTo>
                  <a:lnTo>
                    <a:pt x="5084261" y="2420459"/>
                  </a:lnTo>
                  <a:lnTo>
                    <a:pt x="5000047" y="2412279"/>
                  </a:lnTo>
                  <a:lnTo>
                    <a:pt x="4910793" y="2405025"/>
                  </a:lnTo>
                  <a:lnTo>
                    <a:pt x="4818547" y="2398682"/>
                  </a:lnTo>
                  <a:lnTo>
                    <a:pt x="4726459" y="2393263"/>
                  </a:lnTo>
                  <a:lnTo>
                    <a:pt x="4638644" y="2388790"/>
                  </a:lnTo>
                  <a:lnTo>
                    <a:pt x="4559689" y="2385274"/>
                  </a:lnTo>
                  <a:lnTo>
                    <a:pt x="4493839" y="2382687"/>
                  </a:lnTo>
                  <a:lnTo>
                    <a:pt x="4444039" y="2380949"/>
                  </a:lnTo>
                  <a:lnTo>
                    <a:pt x="4411146" y="2379922"/>
                  </a:lnTo>
                  <a:lnTo>
                    <a:pt x="4393577" y="2379430"/>
                  </a:lnTo>
                  <a:lnTo>
                    <a:pt x="4387433" y="2379274"/>
                  </a:lnTo>
                  <a:lnTo>
                    <a:pt x="4386855" y="2379261"/>
                  </a:lnTo>
                  <a:lnTo>
                    <a:pt x="3848118" y="2379261"/>
                  </a:lnTo>
                  <a:lnTo>
                    <a:pt x="3846914" y="2379188"/>
                  </a:lnTo>
                  <a:lnTo>
                    <a:pt x="3839042" y="2378665"/>
                  </a:lnTo>
                  <a:lnTo>
                    <a:pt x="3819363" y="2377220"/>
                  </a:lnTo>
                  <a:lnTo>
                    <a:pt x="3784603" y="2374383"/>
                  </a:lnTo>
                  <a:lnTo>
                    <a:pt x="3733647" y="2369738"/>
                  </a:lnTo>
                  <a:lnTo>
                    <a:pt x="3667599" y="2362975"/>
                  </a:lnTo>
                  <a:lnTo>
                    <a:pt x="3589398" y="2353914"/>
                  </a:lnTo>
                  <a:lnTo>
                    <a:pt x="3503086" y="2342502"/>
                  </a:lnTo>
                  <a:lnTo>
                    <a:pt x="3412946" y="2328767"/>
                  </a:lnTo>
                  <a:lnTo>
                    <a:pt x="3322788" y="2312764"/>
                  </a:lnTo>
                  <a:lnTo>
                    <a:pt x="3235534" y="2294524"/>
                  </a:lnTo>
                  <a:lnTo>
                    <a:pt x="3153091" y="2274007"/>
                  </a:lnTo>
                  <a:lnTo>
                    <a:pt x="3076443" y="2251086"/>
                  </a:lnTo>
                  <a:lnTo>
                    <a:pt x="3005841" y="2225534"/>
                  </a:lnTo>
                  <a:lnTo>
                    <a:pt x="2941015" y="2197023"/>
                  </a:lnTo>
                  <a:lnTo>
                    <a:pt x="2881358" y="2165136"/>
                  </a:lnTo>
                  <a:lnTo>
                    <a:pt x="2826070" y="2129385"/>
                  </a:lnTo>
                  <a:lnTo>
                    <a:pt x="2774269" y="2089250"/>
                  </a:lnTo>
                  <a:lnTo>
                    <a:pt x="2725068" y="2044244"/>
                  </a:lnTo>
                  <a:lnTo>
                    <a:pt x="2677657" y="1994035"/>
                  </a:lnTo>
                  <a:lnTo>
                    <a:pt x="2667772" y="1982717"/>
                  </a:lnTo>
                  <a:lnTo>
                    <a:pt x="2629865" y="1936665"/>
                  </a:lnTo>
                  <a:lnTo>
                    <a:pt x="2592319" y="1886996"/>
                  </a:lnTo>
                  <a:lnTo>
                    <a:pt x="2554882" y="1833641"/>
                  </a:lnTo>
                  <a:lnTo>
                    <a:pt x="2517357" y="1776595"/>
                  </a:lnTo>
                  <a:lnTo>
                    <a:pt x="2479604" y="1715931"/>
                  </a:lnTo>
                  <a:lnTo>
                    <a:pt x="2441527" y="1651804"/>
                  </a:lnTo>
                  <a:lnTo>
                    <a:pt x="2403075" y="1584459"/>
                  </a:lnTo>
                  <a:lnTo>
                    <a:pt x="2364238" y="1514223"/>
                  </a:lnTo>
                  <a:lnTo>
                    <a:pt x="2325036" y="1441513"/>
                  </a:lnTo>
                  <a:lnTo>
                    <a:pt x="2285525" y="1366818"/>
                  </a:lnTo>
                  <a:lnTo>
                    <a:pt x="2245780" y="1290692"/>
                  </a:lnTo>
                  <a:lnTo>
                    <a:pt x="2205897" y="1213737"/>
                  </a:lnTo>
                  <a:lnTo>
                    <a:pt x="2165980" y="1136583"/>
                  </a:lnTo>
                  <a:lnTo>
                    <a:pt x="2126136" y="1059867"/>
                  </a:lnTo>
                  <a:lnTo>
                    <a:pt x="2086469" y="984210"/>
                  </a:lnTo>
                  <a:lnTo>
                    <a:pt x="2047066" y="910198"/>
                  </a:lnTo>
                  <a:lnTo>
                    <a:pt x="2007996" y="838363"/>
                  </a:lnTo>
                  <a:lnTo>
                    <a:pt x="1969302" y="769168"/>
                  </a:lnTo>
                  <a:lnTo>
                    <a:pt x="1930995" y="702996"/>
                  </a:lnTo>
                  <a:lnTo>
                    <a:pt x="1893048" y="640146"/>
                  </a:lnTo>
                  <a:lnTo>
                    <a:pt x="1855394" y="580826"/>
                  </a:lnTo>
                  <a:lnTo>
                    <a:pt x="1817921" y="525160"/>
                  </a:lnTo>
                  <a:lnTo>
                    <a:pt x="1780469" y="473193"/>
                  </a:lnTo>
                  <a:lnTo>
                    <a:pt x="1742821" y="424894"/>
                  </a:lnTo>
                  <a:lnTo>
                    <a:pt x="1719082" y="396543"/>
                  </a:lnTo>
                  <a:lnTo>
                    <a:pt x="1671959" y="345216"/>
                  </a:lnTo>
                  <a:lnTo>
                    <a:pt x="1623201" y="299128"/>
                  </a:lnTo>
                  <a:lnTo>
                    <a:pt x="1572024" y="257998"/>
                  </a:lnTo>
                  <a:lnTo>
                    <a:pt x="1517550" y="221362"/>
                  </a:lnTo>
                  <a:lnTo>
                    <a:pt x="1458890" y="188698"/>
                  </a:lnTo>
                  <a:lnTo>
                    <a:pt x="1395218" y="159509"/>
                  </a:lnTo>
                  <a:lnTo>
                    <a:pt x="1325877" y="133360"/>
                  </a:lnTo>
                  <a:lnTo>
                    <a:pt x="1250511" y="109904"/>
                  </a:lnTo>
                  <a:lnTo>
                    <a:pt x="1169242" y="88892"/>
                  </a:lnTo>
                  <a:lnTo>
                    <a:pt x="1082881" y="70175"/>
                  </a:lnTo>
                  <a:lnTo>
                    <a:pt x="993129" y="53697"/>
                  </a:lnTo>
                  <a:lnTo>
                    <a:pt x="902692" y="39477"/>
                  </a:lnTo>
                  <a:lnTo>
                    <a:pt x="815218" y="27569"/>
                  </a:lnTo>
                  <a:lnTo>
                    <a:pt x="734940" y="18011"/>
                  </a:lnTo>
                  <a:lnTo>
                    <a:pt x="666021" y="10771"/>
                  </a:lnTo>
                  <a:lnTo>
                    <a:pt x="611704" y="5698"/>
                  </a:lnTo>
                  <a:lnTo>
                    <a:pt x="573527" y="2510"/>
                  </a:lnTo>
                  <a:lnTo>
                    <a:pt x="550856" y="808"/>
                  </a:lnTo>
                  <a:lnTo>
                    <a:pt x="540853" y="13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86" name="pl486"/>
            <p:cNvSpPr/>
            <p:nvPr/>
          </p:nvSpPr>
          <p:spPr>
            <a:xfrm>
              <a:off x="546595" y="2830269"/>
              <a:ext cx="8234974" cy="3304832"/>
            </a:xfrm>
            <a:custGeom>
              <a:avLst/>
              <a:pathLst>
                <a:path w="8234974" h="3304832">
                  <a:moveTo>
                    <a:pt x="0" y="0"/>
                  </a:moveTo>
                  <a:lnTo>
                    <a:pt x="538736" y="0"/>
                  </a:lnTo>
                  <a:lnTo>
                    <a:pt x="539941" y="73"/>
                  </a:lnTo>
                  <a:lnTo>
                    <a:pt x="547813" y="595"/>
                  </a:lnTo>
                  <a:lnTo>
                    <a:pt x="567491" y="2040"/>
                  </a:lnTo>
                  <a:lnTo>
                    <a:pt x="602252" y="4877"/>
                  </a:lnTo>
                  <a:lnTo>
                    <a:pt x="653207" y="9522"/>
                  </a:lnTo>
                  <a:lnTo>
                    <a:pt x="719256" y="16286"/>
                  </a:lnTo>
                  <a:lnTo>
                    <a:pt x="797456" y="25346"/>
                  </a:lnTo>
                  <a:lnTo>
                    <a:pt x="883768" y="36759"/>
                  </a:lnTo>
                  <a:lnTo>
                    <a:pt x="973909" y="50494"/>
                  </a:lnTo>
                  <a:lnTo>
                    <a:pt x="1064067" y="66496"/>
                  </a:lnTo>
                  <a:lnTo>
                    <a:pt x="1151321" y="84737"/>
                  </a:lnTo>
                  <a:lnTo>
                    <a:pt x="1233764" y="105254"/>
                  </a:lnTo>
                  <a:lnTo>
                    <a:pt x="1310412" y="128174"/>
                  </a:lnTo>
                  <a:lnTo>
                    <a:pt x="1381013" y="153726"/>
                  </a:lnTo>
                  <a:lnTo>
                    <a:pt x="1445839" y="182237"/>
                  </a:lnTo>
                  <a:lnTo>
                    <a:pt x="1505497" y="214125"/>
                  </a:lnTo>
                  <a:lnTo>
                    <a:pt x="1560784" y="249876"/>
                  </a:lnTo>
                  <a:lnTo>
                    <a:pt x="1612586" y="290011"/>
                  </a:lnTo>
                  <a:lnTo>
                    <a:pt x="1661786" y="335016"/>
                  </a:lnTo>
                  <a:lnTo>
                    <a:pt x="1709198" y="385225"/>
                  </a:lnTo>
                  <a:lnTo>
                    <a:pt x="1719082" y="396543"/>
                  </a:lnTo>
                  <a:lnTo>
                    <a:pt x="1756990" y="442596"/>
                  </a:lnTo>
                  <a:lnTo>
                    <a:pt x="1794535" y="492264"/>
                  </a:lnTo>
                  <a:lnTo>
                    <a:pt x="1831973" y="545619"/>
                  </a:lnTo>
                  <a:lnTo>
                    <a:pt x="1869497" y="602665"/>
                  </a:lnTo>
                  <a:lnTo>
                    <a:pt x="1907251" y="663330"/>
                  </a:lnTo>
                  <a:lnTo>
                    <a:pt x="1945328" y="727456"/>
                  </a:lnTo>
                  <a:lnTo>
                    <a:pt x="1983779" y="794802"/>
                  </a:lnTo>
                  <a:lnTo>
                    <a:pt x="2022617" y="865037"/>
                  </a:lnTo>
                  <a:lnTo>
                    <a:pt x="2061818" y="937747"/>
                  </a:lnTo>
                  <a:lnTo>
                    <a:pt x="2101330" y="1012443"/>
                  </a:lnTo>
                  <a:lnTo>
                    <a:pt x="2141075" y="1088568"/>
                  </a:lnTo>
                  <a:lnTo>
                    <a:pt x="2180958" y="1165523"/>
                  </a:lnTo>
                  <a:lnTo>
                    <a:pt x="2220875" y="1242677"/>
                  </a:lnTo>
                  <a:lnTo>
                    <a:pt x="2260718" y="1319393"/>
                  </a:lnTo>
                  <a:lnTo>
                    <a:pt x="2300386" y="1395051"/>
                  </a:lnTo>
                  <a:lnTo>
                    <a:pt x="2339789" y="1469063"/>
                  </a:lnTo>
                  <a:lnTo>
                    <a:pt x="2378858" y="1540898"/>
                  </a:lnTo>
                  <a:lnTo>
                    <a:pt x="2417552" y="1610093"/>
                  </a:lnTo>
                  <a:lnTo>
                    <a:pt x="2455860" y="1676264"/>
                  </a:lnTo>
                  <a:lnTo>
                    <a:pt x="2493807" y="1739115"/>
                  </a:lnTo>
                  <a:lnTo>
                    <a:pt x="2531461" y="1798435"/>
                  </a:lnTo>
                  <a:lnTo>
                    <a:pt x="2568933" y="1854100"/>
                  </a:lnTo>
                  <a:lnTo>
                    <a:pt x="2606386" y="1906067"/>
                  </a:lnTo>
                  <a:lnTo>
                    <a:pt x="2644034" y="1954367"/>
                  </a:lnTo>
                  <a:lnTo>
                    <a:pt x="2667772" y="1982717"/>
                  </a:lnTo>
                  <a:lnTo>
                    <a:pt x="2714896" y="2034044"/>
                  </a:lnTo>
                  <a:lnTo>
                    <a:pt x="2763653" y="2080132"/>
                  </a:lnTo>
                  <a:lnTo>
                    <a:pt x="2814831" y="2121262"/>
                  </a:lnTo>
                  <a:lnTo>
                    <a:pt x="2869305" y="2157899"/>
                  </a:lnTo>
                  <a:lnTo>
                    <a:pt x="2927965" y="2190562"/>
                  </a:lnTo>
                  <a:lnTo>
                    <a:pt x="2991636" y="2219751"/>
                  </a:lnTo>
                  <a:lnTo>
                    <a:pt x="3060977" y="2245900"/>
                  </a:lnTo>
                  <a:lnTo>
                    <a:pt x="3136344" y="2269356"/>
                  </a:lnTo>
                  <a:lnTo>
                    <a:pt x="3217613" y="2290368"/>
                  </a:lnTo>
                  <a:lnTo>
                    <a:pt x="3303973" y="2309086"/>
                  </a:lnTo>
                  <a:lnTo>
                    <a:pt x="3393726" y="2325563"/>
                  </a:lnTo>
                  <a:lnTo>
                    <a:pt x="3484162" y="2339783"/>
                  </a:lnTo>
                  <a:lnTo>
                    <a:pt x="3571636" y="2351692"/>
                  </a:lnTo>
                  <a:lnTo>
                    <a:pt x="3651914" y="2361250"/>
                  </a:lnTo>
                  <a:lnTo>
                    <a:pt x="3720834" y="2368490"/>
                  </a:lnTo>
                  <a:lnTo>
                    <a:pt x="3775151" y="2373562"/>
                  </a:lnTo>
                  <a:lnTo>
                    <a:pt x="3813327" y="2376751"/>
                  </a:lnTo>
                  <a:lnTo>
                    <a:pt x="3835998" y="2378452"/>
                  </a:lnTo>
                  <a:lnTo>
                    <a:pt x="3846001" y="2379130"/>
                  </a:lnTo>
                  <a:lnTo>
                    <a:pt x="3848106" y="2379260"/>
                  </a:lnTo>
                  <a:lnTo>
                    <a:pt x="3848118" y="2379261"/>
                  </a:lnTo>
                  <a:lnTo>
                    <a:pt x="4386855" y="2379261"/>
                  </a:lnTo>
                  <a:lnTo>
                    <a:pt x="4388142" y="2379291"/>
                  </a:lnTo>
                  <a:lnTo>
                    <a:pt x="4396538" y="2379509"/>
                  </a:lnTo>
                  <a:lnTo>
                    <a:pt x="4417478" y="2380111"/>
                  </a:lnTo>
                  <a:lnTo>
                    <a:pt x="4454340" y="2381292"/>
                  </a:lnTo>
                  <a:lnTo>
                    <a:pt x="4508121" y="2383221"/>
                  </a:lnTo>
                  <a:lnTo>
                    <a:pt x="4577418" y="2386024"/>
                  </a:lnTo>
                  <a:lnTo>
                    <a:pt x="4658893" y="2389767"/>
                  </a:lnTo>
                  <a:lnTo>
                    <a:pt x="4748133" y="2394467"/>
                  </a:lnTo>
                  <a:lnTo>
                    <a:pt x="4840601" y="2400108"/>
                  </a:lnTo>
                  <a:lnTo>
                    <a:pt x="4932381" y="2406667"/>
                  </a:lnTo>
                  <a:lnTo>
                    <a:pt x="5020581" y="2414139"/>
                  </a:lnTo>
                  <a:lnTo>
                    <a:pt x="5103410" y="2422545"/>
                  </a:lnTo>
                  <a:lnTo>
                    <a:pt x="5180042" y="2431952"/>
                  </a:lnTo>
                  <a:lnTo>
                    <a:pt x="5250388" y="2442465"/>
                  </a:lnTo>
                  <a:lnTo>
                    <a:pt x="5314865" y="2454232"/>
                  </a:lnTo>
                  <a:lnTo>
                    <a:pt x="5374206" y="2467438"/>
                  </a:lnTo>
                  <a:lnTo>
                    <a:pt x="5429306" y="2482293"/>
                  </a:lnTo>
                  <a:lnTo>
                    <a:pt x="5481123" y="2499013"/>
                  </a:lnTo>
                  <a:lnTo>
                    <a:pt x="5530581" y="2517780"/>
                  </a:lnTo>
                  <a:lnTo>
                    <a:pt x="5567201" y="2533523"/>
                  </a:lnTo>
                  <a:lnTo>
                    <a:pt x="5615569" y="2556666"/>
                  </a:lnTo>
                  <a:lnTo>
                    <a:pt x="5663465" y="2582120"/>
                  </a:lnTo>
                  <a:lnTo>
                    <a:pt x="5711368" y="2609921"/>
                  </a:lnTo>
                  <a:lnTo>
                    <a:pt x="5759608" y="2640030"/>
                  </a:lnTo>
                  <a:lnTo>
                    <a:pt x="5808386" y="2672321"/>
                  </a:lnTo>
                  <a:lnTo>
                    <a:pt x="5857786" y="2706579"/>
                  </a:lnTo>
                  <a:lnTo>
                    <a:pt x="5907796" y="2742499"/>
                  </a:lnTo>
                  <a:lnTo>
                    <a:pt x="5958316" y="2779697"/>
                  </a:lnTo>
                  <a:lnTo>
                    <a:pt x="6009183" y="2817719"/>
                  </a:lnTo>
                  <a:lnTo>
                    <a:pt x="6060192" y="2856068"/>
                  </a:lnTo>
                  <a:lnTo>
                    <a:pt x="6111119" y="2894228"/>
                  </a:lnTo>
                  <a:lnTo>
                    <a:pt x="6161751" y="2931694"/>
                  </a:lnTo>
                  <a:lnTo>
                    <a:pt x="6211910" y="2968000"/>
                  </a:lnTo>
                  <a:lnTo>
                    <a:pt x="6261480" y="3002739"/>
                  </a:lnTo>
                  <a:lnTo>
                    <a:pt x="6310421" y="3035584"/>
                  </a:lnTo>
                  <a:lnTo>
                    <a:pt x="6358791" y="3066295"/>
                  </a:lnTo>
                  <a:lnTo>
                    <a:pt x="6406758" y="3094724"/>
                  </a:lnTo>
                  <a:lnTo>
                    <a:pt x="6454616" y="3120810"/>
                  </a:lnTo>
                  <a:lnTo>
                    <a:pt x="6502800" y="3144567"/>
                  </a:lnTo>
                  <a:lnTo>
                    <a:pt x="6515891" y="3150570"/>
                  </a:lnTo>
                  <a:lnTo>
                    <a:pt x="6564103" y="3170967"/>
                  </a:lnTo>
                  <a:lnTo>
                    <a:pt x="6614042" y="3189235"/>
                  </a:lnTo>
                  <a:lnTo>
                    <a:pt x="6666554" y="3205492"/>
                  </a:lnTo>
                  <a:lnTo>
                    <a:pt x="6722577" y="3219936"/>
                  </a:lnTo>
                  <a:lnTo>
                    <a:pt x="6783061" y="3232782"/>
                  </a:lnTo>
                  <a:lnTo>
                    <a:pt x="6848877" y="3244235"/>
                  </a:lnTo>
                  <a:lnTo>
                    <a:pt x="6920694" y="3254473"/>
                  </a:lnTo>
                  <a:lnTo>
                    <a:pt x="6998832" y="3263634"/>
                  </a:lnTo>
                  <a:lnTo>
                    <a:pt x="7083045" y="3271814"/>
                  </a:lnTo>
                  <a:lnTo>
                    <a:pt x="7172299" y="3279067"/>
                  </a:lnTo>
                  <a:lnTo>
                    <a:pt x="7264546" y="3285410"/>
                  </a:lnTo>
                  <a:lnTo>
                    <a:pt x="7356633" y="3290829"/>
                  </a:lnTo>
                  <a:lnTo>
                    <a:pt x="7444449" y="3295302"/>
                  </a:lnTo>
                  <a:lnTo>
                    <a:pt x="7523404" y="3298819"/>
                  </a:lnTo>
                  <a:lnTo>
                    <a:pt x="7589254" y="3301406"/>
                  </a:lnTo>
                  <a:lnTo>
                    <a:pt x="7639054" y="3303144"/>
                  </a:lnTo>
                  <a:lnTo>
                    <a:pt x="7671947" y="3304170"/>
                  </a:lnTo>
                  <a:lnTo>
                    <a:pt x="7689515" y="3304663"/>
                  </a:lnTo>
                  <a:lnTo>
                    <a:pt x="7695659" y="3304818"/>
                  </a:lnTo>
                  <a:lnTo>
                    <a:pt x="7696237" y="3304832"/>
                  </a:lnTo>
                  <a:lnTo>
                    <a:pt x="8234974" y="3304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7" name="pl487"/>
            <p:cNvSpPr/>
            <p:nvPr/>
          </p:nvSpPr>
          <p:spPr>
            <a:xfrm>
              <a:off x="546595" y="2824824"/>
              <a:ext cx="8234974" cy="3304832"/>
            </a:xfrm>
            <a:custGeom>
              <a:avLst/>
              <a:pathLst>
                <a:path w="8234974" h="3304832">
                  <a:moveTo>
                    <a:pt x="8234974" y="3304832"/>
                  </a:moveTo>
                  <a:lnTo>
                    <a:pt x="7696237" y="3304832"/>
                  </a:lnTo>
                  <a:lnTo>
                    <a:pt x="7694951" y="3304801"/>
                  </a:lnTo>
                  <a:lnTo>
                    <a:pt x="7686554" y="3304584"/>
                  </a:lnTo>
                  <a:lnTo>
                    <a:pt x="7665614" y="3303982"/>
                  </a:lnTo>
                  <a:lnTo>
                    <a:pt x="7628752" y="3302801"/>
                  </a:lnTo>
                  <a:lnTo>
                    <a:pt x="7574971" y="3300871"/>
                  </a:lnTo>
                  <a:lnTo>
                    <a:pt x="7505674" y="3298068"/>
                  </a:lnTo>
                  <a:lnTo>
                    <a:pt x="7424199" y="3294325"/>
                  </a:lnTo>
                  <a:lnTo>
                    <a:pt x="7334959" y="3289626"/>
                  </a:lnTo>
                  <a:lnTo>
                    <a:pt x="7242491" y="3283985"/>
                  </a:lnTo>
                  <a:lnTo>
                    <a:pt x="7150712" y="3277425"/>
                  </a:lnTo>
                  <a:lnTo>
                    <a:pt x="7062512" y="3269954"/>
                  </a:lnTo>
                  <a:lnTo>
                    <a:pt x="6979682" y="3261547"/>
                  </a:lnTo>
                  <a:lnTo>
                    <a:pt x="6903050" y="3252141"/>
                  </a:lnTo>
                  <a:lnTo>
                    <a:pt x="6832705" y="3241628"/>
                  </a:lnTo>
                  <a:lnTo>
                    <a:pt x="6768227" y="3229861"/>
                  </a:lnTo>
                  <a:lnTo>
                    <a:pt x="6708887" y="3216655"/>
                  </a:lnTo>
                  <a:lnTo>
                    <a:pt x="6653786" y="3201799"/>
                  </a:lnTo>
                  <a:lnTo>
                    <a:pt x="6601969" y="3185080"/>
                  </a:lnTo>
                  <a:lnTo>
                    <a:pt x="6552512" y="3166312"/>
                  </a:lnTo>
                  <a:lnTo>
                    <a:pt x="6515891" y="3150570"/>
                  </a:lnTo>
                  <a:lnTo>
                    <a:pt x="6467524" y="3127427"/>
                  </a:lnTo>
                  <a:lnTo>
                    <a:pt x="6419628" y="3101973"/>
                  </a:lnTo>
                  <a:lnTo>
                    <a:pt x="6371724" y="3074171"/>
                  </a:lnTo>
                  <a:lnTo>
                    <a:pt x="6323484" y="3044063"/>
                  </a:lnTo>
                  <a:lnTo>
                    <a:pt x="6274707" y="3011772"/>
                  </a:lnTo>
                  <a:lnTo>
                    <a:pt x="6225306" y="2977514"/>
                  </a:lnTo>
                  <a:lnTo>
                    <a:pt x="6175297" y="2941593"/>
                  </a:lnTo>
                  <a:lnTo>
                    <a:pt x="6124776" y="2904395"/>
                  </a:lnTo>
                  <a:lnTo>
                    <a:pt x="6073909" y="2866373"/>
                  </a:lnTo>
                  <a:lnTo>
                    <a:pt x="6022901" y="2828025"/>
                  </a:lnTo>
                  <a:lnTo>
                    <a:pt x="5971974" y="2789865"/>
                  </a:lnTo>
                  <a:lnTo>
                    <a:pt x="5921342" y="2752398"/>
                  </a:lnTo>
                  <a:lnTo>
                    <a:pt x="5871182" y="2716093"/>
                  </a:lnTo>
                  <a:lnTo>
                    <a:pt x="5821613" y="2681354"/>
                  </a:lnTo>
                  <a:lnTo>
                    <a:pt x="5772672" y="2648509"/>
                  </a:lnTo>
                  <a:lnTo>
                    <a:pt x="5724302" y="2617798"/>
                  </a:lnTo>
                  <a:lnTo>
                    <a:pt x="5676334" y="2589368"/>
                  </a:lnTo>
                  <a:lnTo>
                    <a:pt x="5628477" y="2563283"/>
                  </a:lnTo>
                  <a:lnTo>
                    <a:pt x="5580293" y="2539526"/>
                  </a:lnTo>
                  <a:lnTo>
                    <a:pt x="5567201" y="2533523"/>
                  </a:lnTo>
                  <a:lnTo>
                    <a:pt x="5518989" y="2513125"/>
                  </a:lnTo>
                  <a:lnTo>
                    <a:pt x="5469050" y="2494858"/>
                  </a:lnTo>
                  <a:lnTo>
                    <a:pt x="5416539" y="2478600"/>
                  </a:lnTo>
                  <a:lnTo>
                    <a:pt x="5360516" y="2464157"/>
                  </a:lnTo>
                  <a:lnTo>
                    <a:pt x="5300031" y="2451311"/>
                  </a:lnTo>
                  <a:lnTo>
                    <a:pt x="5234216" y="2439858"/>
                  </a:lnTo>
                  <a:lnTo>
                    <a:pt x="5162398" y="2429620"/>
                  </a:lnTo>
                  <a:lnTo>
                    <a:pt x="5084261" y="2420459"/>
                  </a:lnTo>
                  <a:lnTo>
                    <a:pt x="5000047" y="2412279"/>
                  </a:lnTo>
                  <a:lnTo>
                    <a:pt x="4910793" y="2405025"/>
                  </a:lnTo>
                  <a:lnTo>
                    <a:pt x="4818547" y="2398682"/>
                  </a:lnTo>
                  <a:lnTo>
                    <a:pt x="4726459" y="2393263"/>
                  </a:lnTo>
                  <a:lnTo>
                    <a:pt x="4638644" y="2388790"/>
                  </a:lnTo>
                  <a:lnTo>
                    <a:pt x="4559689" y="2385274"/>
                  </a:lnTo>
                  <a:lnTo>
                    <a:pt x="4493839" y="2382687"/>
                  </a:lnTo>
                  <a:lnTo>
                    <a:pt x="4444039" y="2380949"/>
                  </a:lnTo>
                  <a:lnTo>
                    <a:pt x="4411146" y="2379922"/>
                  </a:lnTo>
                  <a:lnTo>
                    <a:pt x="4393577" y="2379430"/>
                  </a:lnTo>
                  <a:lnTo>
                    <a:pt x="4387433" y="2379274"/>
                  </a:lnTo>
                  <a:lnTo>
                    <a:pt x="4386855" y="2379261"/>
                  </a:lnTo>
                  <a:lnTo>
                    <a:pt x="3848118" y="2379261"/>
                  </a:lnTo>
                  <a:lnTo>
                    <a:pt x="3846914" y="2379188"/>
                  </a:lnTo>
                  <a:lnTo>
                    <a:pt x="3839042" y="2378665"/>
                  </a:lnTo>
                  <a:lnTo>
                    <a:pt x="3819363" y="2377220"/>
                  </a:lnTo>
                  <a:lnTo>
                    <a:pt x="3784603" y="2374383"/>
                  </a:lnTo>
                  <a:lnTo>
                    <a:pt x="3733647" y="2369738"/>
                  </a:lnTo>
                  <a:lnTo>
                    <a:pt x="3667599" y="2362975"/>
                  </a:lnTo>
                  <a:lnTo>
                    <a:pt x="3589398" y="2353914"/>
                  </a:lnTo>
                  <a:lnTo>
                    <a:pt x="3503086" y="2342502"/>
                  </a:lnTo>
                  <a:lnTo>
                    <a:pt x="3412946" y="2328767"/>
                  </a:lnTo>
                  <a:lnTo>
                    <a:pt x="3322788" y="2312764"/>
                  </a:lnTo>
                  <a:lnTo>
                    <a:pt x="3235534" y="2294524"/>
                  </a:lnTo>
                  <a:lnTo>
                    <a:pt x="3153091" y="2274007"/>
                  </a:lnTo>
                  <a:lnTo>
                    <a:pt x="3076443" y="2251086"/>
                  </a:lnTo>
                  <a:lnTo>
                    <a:pt x="3005841" y="2225534"/>
                  </a:lnTo>
                  <a:lnTo>
                    <a:pt x="2941015" y="2197023"/>
                  </a:lnTo>
                  <a:lnTo>
                    <a:pt x="2881358" y="2165136"/>
                  </a:lnTo>
                  <a:lnTo>
                    <a:pt x="2826070" y="2129385"/>
                  </a:lnTo>
                  <a:lnTo>
                    <a:pt x="2774269" y="2089250"/>
                  </a:lnTo>
                  <a:lnTo>
                    <a:pt x="2725068" y="2044244"/>
                  </a:lnTo>
                  <a:lnTo>
                    <a:pt x="2677657" y="1994035"/>
                  </a:lnTo>
                  <a:lnTo>
                    <a:pt x="2667772" y="1982717"/>
                  </a:lnTo>
                  <a:lnTo>
                    <a:pt x="2629865" y="1936665"/>
                  </a:lnTo>
                  <a:lnTo>
                    <a:pt x="2592319" y="1886996"/>
                  </a:lnTo>
                  <a:lnTo>
                    <a:pt x="2554882" y="1833641"/>
                  </a:lnTo>
                  <a:lnTo>
                    <a:pt x="2517357" y="1776595"/>
                  </a:lnTo>
                  <a:lnTo>
                    <a:pt x="2479604" y="1715931"/>
                  </a:lnTo>
                  <a:lnTo>
                    <a:pt x="2441527" y="1651804"/>
                  </a:lnTo>
                  <a:lnTo>
                    <a:pt x="2403075" y="1584459"/>
                  </a:lnTo>
                  <a:lnTo>
                    <a:pt x="2364238" y="1514223"/>
                  </a:lnTo>
                  <a:lnTo>
                    <a:pt x="2325036" y="1441513"/>
                  </a:lnTo>
                  <a:lnTo>
                    <a:pt x="2285525" y="1366818"/>
                  </a:lnTo>
                  <a:lnTo>
                    <a:pt x="2245780" y="1290692"/>
                  </a:lnTo>
                  <a:lnTo>
                    <a:pt x="2205897" y="1213737"/>
                  </a:lnTo>
                  <a:lnTo>
                    <a:pt x="2165980" y="1136583"/>
                  </a:lnTo>
                  <a:lnTo>
                    <a:pt x="2126136" y="1059867"/>
                  </a:lnTo>
                  <a:lnTo>
                    <a:pt x="2086469" y="984210"/>
                  </a:lnTo>
                  <a:lnTo>
                    <a:pt x="2047066" y="910198"/>
                  </a:lnTo>
                  <a:lnTo>
                    <a:pt x="2007996" y="838363"/>
                  </a:lnTo>
                  <a:lnTo>
                    <a:pt x="1969302" y="769168"/>
                  </a:lnTo>
                  <a:lnTo>
                    <a:pt x="1930995" y="702996"/>
                  </a:lnTo>
                  <a:lnTo>
                    <a:pt x="1893048" y="640146"/>
                  </a:lnTo>
                  <a:lnTo>
                    <a:pt x="1855394" y="580826"/>
                  </a:lnTo>
                  <a:lnTo>
                    <a:pt x="1817921" y="525160"/>
                  </a:lnTo>
                  <a:lnTo>
                    <a:pt x="1780469" y="473193"/>
                  </a:lnTo>
                  <a:lnTo>
                    <a:pt x="1742821" y="424894"/>
                  </a:lnTo>
                  <a:lnTo>
                    <a:pt x="1719082" y="396543"/>
                  </a:lnTo>
                  <a:lnTo>
                    <a:pt x="1671959" y="345216"/>
                  </a:lnTo>
                  <a:lnTo>
                    <a:pt x="1623201" y="299128"/>
                  </a:lnTo>
                  <a:lnTo>
                    <a:pt x="1572024" y="257998"/>
                  </a:lnTo>
                  <a:lnTo>
                    <a:pt x="1517550" y="221362"/>
                  </a:lnTo>
                  <a:lnTo>
                    <a:pt x="1458890" y="188698"/>
                  </a:lnTo>
                  <a:lnTo>
                    <a:pt x="1395218" y="159509"/>
                  </a:lnTo>
                  <a:lnTo>
                    <a:pt x="1325877" y="133360"/>
                  </a:lnTo>
                  <a:lnTo>
                    <a:pt x="1250511" y="109904"/>
                  </a:lnTo>
                  <a:lnTo>
                    <a:pt x="1169242" y="88892"/>
                  </a:lnTo>
                  <a:lnTo>
                    <a:pt x="1082881" y="70175"/>
                  </a:lnTo>
                  <a:lnTo>
                    <a:pt x="993129" y="53697"/>
                  </a:lnTo>
                  <a:lnTo>
                    <a:pt x="902692" y="39477"/>
                  </a:lnTo>
                  <a:lnTo>
                    <a:pt x="815218" y="27569"/>
                  </a:lnTo>
                  <a:lnTo>
                    <a:pt x="734940" y="18011"/>
                  </a:lnTo>
                  <a:lnTo>
                    <a:pt x="666021" y="10771"/>
                  </a:lnTo>
                  <a:lnTo>
                    <a:pt x="611704" y="5698"/>
                  </a:lnTo>
                  <a:lnTo>
                    <a:pt x="573527" y="2510"/>
                  </a:lnTo>
                  <a:lnTo>
                    <a:pt x="550856" y="808"/>
                  </a:lnTo>
                  <a:lnTo>
                    <a:pt x="540853" y="130"/>
                  </a:lnTo>
                  <a:lnTo>
                    <a:pt x="53874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8" name="pg488"/>
            <p:cNvSpPr/>
            <p:nvPr/>
          </p:nvSpPr>
          <p:spPr>
            <a:xfrm>
              <a:off x="546595" y="592565"/>
              <a:ext cx="8234974" cy="3228608"/>
            </a:xfrm>
            <a:custGeom>
              <a:avLst/>
              <a:pathLst>
                <a:path w="8234974" h="3228608">
                  <a:moveTo>
                    <a:pt x="0" y="1584359"/>
                  </a:moveTo>
                  <a:lnTo>
                    <a:pt x="538736" y="1584359"/>
                  </a:lnTo>
                  <a:lnTo>
                    <a:pt x="539990" y="1584412"/>
                  </a:lnTo>
                  <a:lnTo>
                    <a:pt x="548175" y="1584788"/>
                  </a:lnTo>
                  <a:lnTo>
                    <a:pt x="568608" y="1585829"/>
                  </a:lnTo>
                  <a:lnTo>
                    <a:pt x="604626" y="1587871"/>
                  </a:lnTo>
                  <a:lnTo>
                    <a:pt x="657276" y="1591211"/>
                  </a:lnTo>
                  <a:lnTo>
                    <a:pt x="725277" y="1596068"/>
                  </a:lnTo>
                  <a:lnTo>
                    <a:pt x="805452" y="1602562"/>
                  </a:lnTo>
                  <a:lnTo>
                    <a:pt x="893538" y="1610725"/>
                  </a:lnTo>
                  <a:lnTo>
                    <a:pt x="985095" y="1620534"/>
                  </a:lnTo>
                  <a:lnTo>
                    <a:pt x="1076248" y="1631949"/>
                  </a:lnTo>
                  <a:lnTo>
                    <a:pt x="1164089" y="1644954"/>
                  </a:lnTo>
                  <a:lnTo>
                    <a:pt x="1246780" y="1659585"/>
                  </a:lnTo>
                  <a:lnTo>
                    <a:pt x="1323429" y="1675944"/>
                  </a:lnTo>
                  <a:lnTo>
                    <a:pt x="1393882" y="1694209"/>
                  </a:lnTo>
                  <a:lnTo>
                    <a:pt x="1458499" y="1714628"/>
                  </a:lnTo>
                  <a:lnTo>
                    <a:pt x="1517962" y="1737511"/>
                  </a:lnTo>
                  <a:lnTo>
                    <a:pt x="1573129" y="1763219"/>
                  </a:lnTo>
                  <a:lnTo>
                    <a:pt x="1624929" y="1792126"/>
                  </a:lnTo>
                  <a:lnTo>
                    <a:pt x="1674272" y="1824563"/>
                  </a:lnTo>
                  <a:lnTo>
                    <a:pt x="1719082" y="1858400"/>
                  </a:lnTo>
                  <a:lnTo>
                    <a:pt x="1761852" y="1894517"/>
                  </a:lnTo>
                  <a:lnTo>
                    <a:pt x="1804205" y="1933828"/>
                  </a:lnTo>
                  <a:lnTo>
                    <a:pt x="1846489" y="1976394"/>
                  </a:lnTo>
                  <a:lnTo>
                    <a:pt x="1888961" y="2022193"/>
                  </a:lnTo>
                  <a:lnTo>
                    <a:pt x="1931793" y="2071117"/>
                  </a:lnTo>
                  <a:lnTo>
                    <a:pt x="1975084" y="2122960"/>
                  </a:lnTo>
                  <a:lnTo>
                    <a:pt x="2018867" y="2177419"/>
                  </a:lnTo>
                  <a:lnTo>
                    <a:pt x="2063117" y="2234096"/>
                  </a:lnTo>
                  <a:lnTo>
                    <a:pt x="2107759" y="2292505"/>
                  </a:lnTo>
                  <a:lnTo>
                    <a:pt x="2152680" y="2352090"/>
                  </a:lnTo>
                  <a:lnTo>
                    <a:pt x="2197739" y="2412245"/>
                  </a:lnTo>
                  <a:lnTo>
                    <a:pt x="2242784" y="2472339"/>
                  </a:lnTo>
                  <a:lnTo>
                    <a:pt x="2287661" y="2531745"/>
                  </a:lnTo>
                  <a:lnTo>
                    <a:pt x="2332236" y="2589864"/>
                  </a:lnTo>
                  <a:lnTo>
                    <a:pt x="2376402" y="2646151"/>
                  </a:lnTo>
                  <a:lnTo>
                    <a:pt x="2420091" y="2700138"/>
                  </a:lnTo>
                  <a:lnTo>
                    <a:pt x="2463289" y="2751443"/>
                  </a:lnTo>
                  <a:lnTo>
                    <a:pt x="2506042" y="2799782"/>
                  </a:lnTo>
                  <a:lnTo>
                    <a:pt x="2548462" y="2844969"/>
                  </a:lnTo>
                  <a:lnTo>
                    <a:pt x="2590738" y="2886911"/>
                  </a:lnTo>
                  <a:lnTo>
                    <a:pt x="2633140" y="2925604"/>
                  </a:lnTo>
                  <a:lnTo>
                    <a:pt x="2667772" y="2954567"/>
                  </a:lnTo>
                  <a:lnTo>
                    <a:pt x="2715551" y="2990498"/>
                  </a:lnTo>
                  <a:lnTo>
                    <a:pt x="2765020" y="3022711"/>
                  </a:lnTo>
                  <a:lnTo>
                    <a:pt x="2816999" y="3051411"/>
                  </a:lnTo>
                  <a:lnTo>
                    <a:pt x="2872403" y="3076935"/>
                  </a:lnTo>
                  <a:lnTo>
                    <a:pt x="2932159" y="3099658"/>
                  </a:lnTo>
                  <a:lnTo>
                    <a:pt x="2997116" y="3119936"/>
                  </a:lnTo>
                  <a:lnTo>
                    <a:pt x="3067943" y="3138078"/>
                  </a:lnTo>
                  <a:lnTo>
                    <a:pt x="3144973" y="3154327"/>
                  </a:lnTo>
                  <a:lnTo>
                    <a:pt x="3228013" y="3168856"/>
                  </a:lnTo>
                  <a:lnTo>
                    <a:pt x="3316121" y="3181763"/>
                  </a:lnTo>
                  <a:lnTo>
                    <a:pt x="3407393" y="3193081"/>
                  </a:lnTo>
                  <a:lnTo>
                    <a:pt x="3498858" y="3202790"/>
                  </a:lnTo>
                  <a:lnTo>
                    <a:pt x="3586588" y="3210852"/>
                  </a:lnTo>
                  <a:lnTo>
                    <a:pt x="3666134" y="3217243"/>
                  </a:lnTo>
                  <a:lnTo>
                    <a:pt x="3733270" y="3222002"/>
                  </a:lnTo>
                  <a:lnTo>
                    <a:pt x="3784915" y="3225256"/>
                  </a:lnTo>
                  <a:lnTo>
                    <a:pt x="3819924" y="3227228"/>
                  </a:lnTo>
                  <a:lnTo>
                    <a:pt x="3839488" y="3228218"/>
                  </a:lnTo>
                  <a:lnTo>
                    <a:pt x="3847078" y="3228565"/>
                  </a:lnTo>
                  <a:lnTo>
                    <a:pt x="3848118" y="3228608"/>
                  </a:lnTo>
                  <a:lnTo>
                    <a:pt x="4386855" y="3228608"/>
                  </a:lnTo>
                  <a:lnTo>
                    <a:pt x="4387990" y="3228515"/>
                  </a:lnTo>
                  <a:lnTo>
                    <a:pt x="4395419" y="3227851"/>
                  </a:lnTo>
                  <a:lnTo>
                    <a:pt x="4414028" y="3226013"/>
                  </a:lnTo>
                  <a:lnTo>
                    <a:pt x="4446998" y="3222402"/>
                  </a:lnTo>
                  <a:lnTo>
                    <a:pt x="4495523" y="3216481"/>
                  </a:lnTo>
                  <a:lnTo>
                    <a:pt x="4558744" y="3207840"/>
                  </a:lnTo>
                  <a:lnTo>
                    <a:pt x="4634052" y="3196234"/>
                  </a:lnTo>
                  <a:lnTo>
                    <a:pt x="4717726" y="3181575"/>
                  </a:lnTo>
                  <a:lnTo>
                    <a:pt x="4805718" y="3163888"/>
                  </a:lnTo>
                  <a:lnTo>
                    <a:pt x="4894326" y="3143244"/>
                  </a:lnTo>
                  <a:lnTo>
                    <a:pt x="4980625" y="3119691"/>
                  </a:lnTo>
                  <a:lnTo>
                    <a:pt x="5062621" y="3093202"/>
                  </a:lnTo>
                  <a:lnTo>
                    <a:pt x="5139204" y="3063643"/>
                  </a:lnTo>
                  <a:lnTo>
                    <a:pt x="5209985" y="3030755"/>
                  </a:lnTo>
                  <a:lnTo>
                    <a:pt x="5275105" y="2994156"/>
                  </a:lnTo>
                  <a:lnTo>
                    <a:pt x="5335061" y="2953346"/>
                  </a:lnTo>
                  <a:lnTo>
                    <a:pt x="5390561" y="2907727"/>
                  </a:lnTo>
                  <a:lnTo>
                    <a:pt x="5442420" y="2856643"/>
                  </a:lnTo>
                  <a:lnTo>
                    <a:pt x="5491480" y="2799447"/>
                  </a:lnTo>
                  <a:lnTo>
                    <a:pt x="5538540" y="2735619"/>
                  </a:lnTo>
                  <a:lnTo>
                    <a:pt x="5567201" y="2692322"/>
                  </a:lnTo>
                  <a:lnTo>
                    <a:pt x="5600874" y="2637276"/>
                  </a:lnTo>
                  <a:lnTo>
                    <a:pt x="5634237" y="2578390"/>
                  </a:lnTo>
                  <a:lnTo>
                    <a:pt x="5667475" y="2515585"/>
                  </a:lnTo>
                  <a:lnTo>
                    <a:pt x="5700736" y="2448838"/>
                  </a:lnTo>
                  <a:lnTo>
                    <a:pt x="5734132" y="2378188"/>
                  </a:lnTo>
                  <a:lnTo>
                    <a:pt x="5767746" y="2303742"/>
                  </a:lnTo>
                  <a:lnTo>
                    <a:pt x="5801633" y="2225680"/>
                  </a:lnTo>
                  <a:lnTo>
                    <a:pt x="5835819" y="2144252"/>
                  </a:lnTo>
                  <a:lnTo>
                    <a:pt x="5870310" y="2059785"/>
                  </a:lnTo>
                  <a:lnTo>
                    <a:pt x="5905088" y="1972673"/>
                  </a:lnTo>
                  <a:lnTo>
                    <a:pt x="5940117" y="1883376"/>
                  </a:lnTo>
                  <a:lnTo>
                    <a:pt x="5975346" y="1792410"/>
                  </a:lnTo>
                  <a:lnTo>
                    <a:pt x="6010712" y="1700332"/>
                  </a:lnTo>
                  <a:lnTo>
                    <a:pt x="6046142" y="1607730"/>
                  </a:lnTo>
                  <a:lnTo>
                    <a:pt x="6081563" y="1515207"/>
                  </a:lnTo>
                  <a:lnTo>
                    <a:pt x="6116900" y="1423361"/>
                  </a:lnTo>
                  <a:lnTo>
                    <a:pt x="6152083" y="1332776"/>
                  </a:lnTo>
                  <a:lnTo>
                    <a:pt x="6187051" y="1243999"/>
                  </a:lnTo>
                  <a:lnTo>
                    <a:pt x="6221757" y="1157531"/>
                  </a:lnTo>
                  <a:lnTo>
                    <a:pt x="6256170" y="1073817"/>
                  </a:lnTo>
                  <a:lnTo>
                    <a:pt x="6290278" y="993234"/>
                  </a:lnTo>
                  <a:lnTo>
                    <a:pt x="6324090" y="916088"/>
                  </a:lnTo>
                  <a:lnTo>
                    <a:pt x="6357641" y="842613"/>
                  </a:lnTo>
                  <a:lnTo>
                    <a:pt x="6390993" y="772968"/>
                  </a:lnTo>
                  <a:lnTo>
                    <a:pt x="6424236" y="707242"/>
                  </a:lnTo>
                  <a:lnTo>
                    <a:pt x="6457490" y="645458"/>
                  </a:lnTo>
                  <a:lnTo>
                    <a:pt x="6490914" y="587578"/>
                  </a:lnTo>
                  <a:lnTo>
                    <a:pt x="6515891" y="547175"/>
                  </a:lnTo>
                  <a:lnTo>
                    <a:pt x="6562059" y="479078"/>
                  </a:lnTo>
                  <a:lnTo>
                    <a:pt x="6609783" y="417789"/>
                  </a:lnTo>
                  <a:lnTo>
                    <a:pt x="6659798" y="362963"/>
                  </a:lnTo>
                  <a:lnTo>
                    <a:pt x="6712928" y="314012"/>
                  </a:lnTo>
                  <a:lnTo>
                    <a:pt x="6770011" y="270276"/>
                  </a:lnTo>
                  <a:lnTo>
                    <a:pt x="6831834" y="231115"/>
                  </a:lnTo>
                  <a:lnTo>
                    <a:pt x="6899040" y="195964"/>
                  </a:lnTo>
                  <a:lnTo>
                    <a:pt x="6972010" y="164366"/>
                  </a:lnTo>
                  <a:lnTo>
                    <a:pt x="7050709" y="135984"/>
                  </a:lnTo>
                  <a:lnTo>
                    <a:pt x="7134498" y="110609"/>
                  </a:lnTo>
                  <a:lnTo>
                    <a:pt x="7221950" y="88148"/>
                  </a:lnTo>
                  <a:lnTo>
                    <a:pt x="7310718" y="68607"/>
                  </a:lnTo>
                  <a:lnTo>
                    <a:pt x="7397551" y="52052"/>
                  </a:lnTo>
                  <a:lnTo>
                    <a:pt x="7478553" y="38543"/>
                  </a:lnTo>
                  <a:lnTo>
                    <a:pt x="7549710" y="28069"/>
                  </a:lnTo>
                  <a:lnTo>
                    <a:pt x="7607629" y="20489"/>
                  </a:lnTo>
                  <a:lnTo>
                    <a:pt x="7650298" y="15493"/>
                  </a:lnTo>
                  <a:lnTo>
                    <a:pt x="7677616" y="12617"/>
                  </a:lnTo>
                  <a:lnTo>
                    <a:pt x="7691550" y="11292"/>
                  </a:lnTo>
                  <a:lnTo>
                    <a:pt x="7695955" y="1091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2" y="93"/>
                  </a:lnTo>
                  <a:lnTo>
                    <a:pt x="7687673" y="757"/>
                  </a:lnTo>
                  <a:lnTo>
                    <a:pt x="7669064" y="2595"/>
                  </a:lnTo>
                  <a:lnTo>
                    <a:pt x="7636095" y="6206"/>
                  </a:lnTo>
                  <a:lnTo>
                    <a:pt x="7587570" y="12127"/>
                  </a:lnTo>
                  <a:lnTo>
                    <a:pt x="7524348" y="20768"/>
                  </a:lnTo>
                  <a:lnTo>
                    <a:pt x="7449041" y="32374"/>
                  </a:lnTo>
                  <a:lnTo>
                    <a:pt x="7365367" y="47033"/>
                  </a:lnTo>
                  <a:lnTo>
                    <a:pt x="7277375" y="64719"/>
                  </a:lnTo>
                  <a:lnTo>
                    <a:pt x="7188767" y="85363"/>
                  </a:lnTo>
                  <a:lnTo>
                    <a:pt x="7102468" y="108916"/>
                  </a:lnTo>
                  <a:lnTo>
                    <a:pt x="7020471" y="135405"/>
                  </a:lnTo>
                  <a:lnTo>
                    <a:pt x="6943888" y="164965"/>
                  </a:lnTo>
                  <a:lnTo>
                    <a:pt x="6873108" y="197852"/>
                  </a:lnTo>
                  <a:lnTo>
                    <a:pt x="6807988" y="234452"/>
                  </a:lnTo>
                  <a:lnTo>
                    <a:pt x="6748032" y="275262"/>
                  </a:lnTo>
                  <a:lnTo>
                    <a:pt x="6692532" y="320881"/>
                  </a:lnTo>
                  <a:lnTo>
                    <a:pt x="6640673" y="371965"/>
                  </a:lnTo>
                  <a:lnTo>
                    <a:pt x="6591612" y="429161"/>
                  </a:lnTo>
                  <a:lnTo>
                    <a:pt x="6544553" y="492989"/>
                  </a:lnTo>
                  <a:lnTo>
                    <a:pt x="6515891" y="536286"/>
                  </a:lnTo>
                  <a:lnTo>
                    <a:pt x="6482218" y="591331"/>
                  </a:lnTo>
                  <a:lnTo>
                    <a:pt x="6448855" y="650217"/>
                  </a:lnTo>
                  <a:lnTo>
                    <a:pt x="6415617" y="713023"/>
                  </a:lnTo>
                  <a:lnTo>
                    <a:pt x="6382357" y="779770"/>
                  </a:lnTo>
                  <a:lnTo>
                    <a:pt x="6348960" y="850420"/>
                  </a:lnTo>
                  <a:lnTo>
                    <a:pt x="6315346" y="924865"/>
                  </a:lnTo>
                  <a:lnTo>
                    <a:pt x="6281460" y="1002928"/>
                  </a:lnTo>
                  <a:lnTo>
                    <a:pt x="6247273" y="1084356"/>
                  </a:lnTo>
                  <a:lnTo>
                    <a:pt x="6212782" y="1168823"/>
                  </a:lnTo>
                  <a:lnTo>
                    <a:pt x="6178004" y="1255935"/>
                  </a:lnTo>
                  <a:lnTo>
                    <a:pt x="6142975" y="1345231"/>
                  </a:lnTo>
                  <a:lnTo>
                    <a:pt x="6107746" y="1436198"/>
                  </a:lnTo>
                  <a:lnTo>
                    <a:pt x="6072381" y="1528276"/>
                  </a:lnTo>
                  <a:lnTo>
                    <a:pt x="6036950" y="1620878"/>
                  </a:lnTo>
                  <a:lnTo>
                    <a:pt x="6001529" y="1713401"/>
                  </a:lnTo>
                  <a:lnTo>
                    <a:pt x="5966192" y="1805246"/>
                  </a:lnTo>
                  <a:lnTo>
                    <a:pt x="5931010" y="1895832"/>
                  </a:lnTo>
                  <a:lnTo>
                    <a:pt x="5896041" y="1984609"/>
                  </a:lnTo>
                  <a:lnTo>
                    <a:pt x="5861335" y="2071076"/>
                  </a:lnTo>
                  <a:lnTo>
                    <a:pt x="5826922" y="2154791"/>
                  </a:lnTo>
                  <a:lnTo>
                    <a:pt x="5792815" y="2235374"/>
                  </a:lnTo>
                  <a:lnTo>
                    <a:pt x="5759003" y="2312519"/>
                  </a:lnTo>
                  <a:lnTo>
                    <a:pt x="5725451" y="2385994"/>
                  </a:lnTo>
                  <a:lnTo>
                    <a:pt x="5692099" y="2455640"/>
                  </a:lnTo>
                  <a:lnTo>
                    <a:pt x="5658857" y="2521366"/>
                  </a:lnTo>
                  <a:lnTo>
                    <a:pt x="5625602" y="2583150"/>
                  </a:lnTo>
                  <a:lnTo>
                    <a:pt x="5592178" y="2641030"/>
                  </a:lnTo>
                  <a:lnTo>
                    <a:pt x="5567201" y="2681433"/>
                  </a:lnTo>
                  <a:lnTo>
                    <a:pt x="5521033" y="2749530"/>
                  </a:lnTo>
                  <a:lnTo>
                    <a:pt x="5473309" y="2810819"/>
                  </a:lnTo>
                  <a:lnTo>
                    <a:pt x="5423294" y="2865645"/>
                  </a:lnTo>
                  <a:lnTo>
                    <a:pt x="5370165" y="2914596"/>
                  </a:lnTo>
                  <a:lnTo>
                    <a:pt x="5313081" y="2958332"/>
                  </a:lnTo>
                  <a:lnTo>
                    <a:pt x="5251258" y="2997493"/>
                  </a:lnTo>
                  <a:lnTo>
                    <a:pt x="5184052" y="3032644"/>
                  </a:lnTo>
                  <a:lnTo>
                    <a:pt x="5111082" y="3064242"/>
                  </a:lnTo>
                  <a:lnTo>
                    <a:pt x="5032384" y="3092624"/>
                  </a:lnTo>
                  <a:lnTo>
                    <a:pt x="4948594" y="3117999"/>
                  </a:lnTo>
                  <a:lnTo>
                    <a:pt x="4861142" y="3140460"/>
                  </a:lnTo>
                  <a:lnTo>
                    <a:pt x="4772375" y="3160000"/>
                  </a:lnTo>
                  <a:lnTo>
                    <a:pt x="4685541" y="3176556"/>
                  </a:lnTo>
                  <a:lnTo>
                    <a:pt x="4604539" y="3190065"/>
                  </a:lnTo>
                  <a:lnTo>
                    <a:pt x="4533383" y="3200538"/>
                  </a:lnTo>
                  <a:lnTo>
                    <a:pt x="4475464" y="3208118"/>
                  </a:lnTo>
                  <a:lnTo>
                    <a:pt x="4432795" y="3213115"/>
                  </a:lnTo>
                  <a:lnTo>
                    <a:pt x="4405477" y="3215991"/>
                  </a:lnTo>
                  <a:lnTo>
                    <a:pt x="4391543" y="3217316"/>
                  </a:lnTo>
                  <a:lnTo>
                    <a:pt x="4387137" y="3217697"/>
                  </a:lnTo>
                  <a:lnTo>
                    <a:pt x="4386855" y="3217719"/>
                  </a:lnTo>
                  <a:lnTo>
                    <a:pt x="3848118" y="3217719"/>
                  </a:lnTo>
                  <a:lnTo>
                    <a:pt x="3846865" y="3217667"/>
                  </a:lnTo>
                  <a:lnTo>
                    <a:pt x="3838680" y="3217290"/>
                  </a:lnTo>
                  <a:lnTo>
                    <a:pt x="3818247" y="3216250"/>
                  </a:lnTo>
                  <a:lnTo>
                    <a:pt x="3782229" y="3214207"/>
                  </a:lnTo>
                  <a:lnTo>
                    <a:pt x="3729579" y="3210867"/>
                  </a:lnTo>
                  <a:lnTo>
                    <a:pt x="3661578" y="3206010"/>
                  </a:lnTo>
                  <a:lnTo>
                    <a:pt x="3581402" y="3199517"/>
                  </a:lnTo>
                  <a:lnTo>
                    <a:pt x="3493317" y="3191353"/>
                  </a:lnTo>
                  <a:lnTo>
                    <a:pt x="3401759" y="3181544"/>
                  </a:lnTo>
                  <a:lnTo>
                    <a:pt x="3310607" y="3170129"/>
                  </a:lnTo>
                  <a:lnTo>
                    <a:pt x="3222765" y="3157124"/>
                  </a:lnTo>
                  <a:lnTo>
                    <a:pt x="3140075" y="3142494"/>
                  </a:lnTo>
                  <a:lnTo>
                    <a:pt x="3063426" y="3126134"/>
                  </a:lnTo>
                  <a:lnTo>
                    <a:pt x="2992973" y="3107869"/>
                  </a:lnTo>
                  <a:lnTo>
                    <a:pt x="2928356" y="3087451"/>
                  </a:lnTo>
                  <a:lnTo>
                    <a:pt x="2868893" y="3064567"/>
                  </a:lnTo>
                  <a:lnTo>
                    <a:pt x="2813725" y="3038859"/>
                  </a:lnTo>
                  <a:lnTo>
                    <a:pt x="2761925" y="3009952"/>
                  </a:lnTo>
                  <a:lnTo>
                    <a:pt x="2712582" y="2977515"/>
                  </a:lnTo>
                  <a:lnTo>
                    <a:pt x="2667772" y="2943678"/>
                  </a:lnTo>
                  <a:lnTo>
                    <a:pt x="2625002" y="2907562"/>
                  </a:lnTo>
                  <a:lnTo>
                    <a:pt x="2582650" y="2868250"/>
                  </a:lnTo>
                  <a:lnTo>
                    <a:pt x="2540365" y="2825685"/>
                  </a:lnTo>
                  <a:lnTo>
                    <a:pt x="2497893" y="2779885"/>
                  </a:lnTo>
                  <a:lnTo>
                    <a:pt x="2455062" y="2730961"/>
                  </a:lnTo>
                  <a:lnTo>
                    <a:pt x="2411771" y="2679118"/>
                  </a:lnTo>
                  <a:lnTo>
                    <a:pt x="2367988" y="2624659"/>
                  </a:lnTo>
                  <a:lnTo>
                    <a:pt x="2323738" y="2567982"/>
                  </a:lnTo>
                  <a:lnTo>
                    <a:pt x="2279096" y="2509573"/>
                  </a:lnTo>
                  <a:lnTo>
                    <a:pt x="2234175" y="2449988"/>
                  </a:lnTo>
                  <a:lnTo>
                    <a:pt x="2189115" y="2389833"/>
                  </a:lnTo>
                  <a:lnTo>
                    <a:pt x="2144071" y="2329739"/>
                  </a:lnTo>
                  <a:lnTo>
                    <a:pt x="2099193" y="2270333"/>
                  </a:lnTo>
                  <a:lnTo>
                    <a:pt x="2054618" y="2212214"/>
                  </a:lnTo>
                  <a:lnTo>
                    <a:pt x="2010453" y="2155927"/>
                  </a:lnTo>
                  <a:lnTo>
                    <a:pt x="1966764" y="2101940"/>
                  </a:lnTo>
                  <a:lnTo>
                    <a:pt x="1923565" y="2050635"/>
                  </a:lnTo>
                  <a:lnTo>
                    <a:pt x="1880812" y="2002296"/>
                  </a:lnTo>
                  <a:lnTo>
                    <a:pt x="1838392" y="1957109"/>
                  </a:lnTo>
                  <a:lnTo>
                    <a:pt x="1796117" y="1915167"/>
                  </a:lnTo>
                  <a:lnTo>
                    <a:pt x="1753715" y="1876474"/>
                  </a:lnTo>
                  <a:lnTo>
                    <a:pt x="1719082" y="1847511"/>
                  </a:lnTo>
                  <a:lnTo>
                    <a:pt x="1671304" y="1811580"/>
                  </a:lnTo>
                  <a:lnTo>
                    <a:pt x="1621835" y="1779367"/>
                  </a:lnTo>
                  <a:lnTo>
                    <a:pt x="1569856" y="1750667"/>
                  </a:lnTo>
                  <a:lnTo>
                    <a:pt x="1514451" y="1725143"/>
                  </a:lnTo>
                  <a:lnTo>
                    <a:pt x="1454696" y="1702420"/>
                  </a:lnTo>
                  <a:lnTo>
                    <a:pt x="1389738" y="1682142"/>
                  </a:lnTo>
                  <a:lnTo>
                    <a:pt x="1318912" y="1664000"/>
                  </a:lnTo>
                  <a:lnTo>
                    <a:pt x="1241882" y="1647751"/>
                  </a:lnTo>
                  <a:lnTo>
                    <a:pt x="1158841" y="1633222"/>
                  </a:lnTo>
                  <a:lnTo>
                    <a:pt x="1070733" y="1620315"/>
                  </a:lnTo>
                  <a:lnTo>
                    <a:pt x="979462" y="1608997"/>
                  </a:lnTo>
                  <a:lnTo>
                    <a:pt x="887997" y="1599288"/>
                  </a:lnTo>
                  <a:lnTo>
                    <a:pt x="800266" y="1591227"/>
                  </a:lnTo>
                  <a:lnTo>
                    <a:pt x="720720" y="1584835"/>
                  </a:lnTo>
                  <a:lnTo>
                    <a:pt x="653584" y="1580076"/>
                  </a:lnTo>
                  <a:lnTo>
                    <a:pt x="601939" y="1576822"/>
                  </a:lnTo>
                  <a:lnTo>
                    <a:pt x="566931" y="1574850"/>
                  </a:lnTo>
                  <a:lnTo>
                    <a:pt x="547366" y="1573860"/>
                  </a:lnTo>
                  <a:lnTo>
                    <a:pt x="539777" y="1573513"/>
                  </a:lnTo>
                  <a:lnTo>
                    <a:pt x="538736" y="1573470"/>
                  </a:lnTo>
                  <a:lnTo>
                    <a:pt x="0" y="157347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89" name="pl489"/>
            <p:cNvSpPr/>
            <p:nvPr/>
          </p:nvSpPr>
          <p:spPr>
            <a:xfrm>
              <a:off x="546595" y="603454"/>
              <a:ext cx="8234974" cy="3217719"/>
            </a:xfrm>
            <a:custGeom>
              <a:avLst/>
              <a:pathLst>
                <a:path w="8234974" h="3217719">
                  <a:moveTo>
                    <a:pt x="0" y="1573470"/>
                  </a:moveTo>
                  <a:lnTo>
                    <a:pt x="538736" y="1573470"/>
                  </a:lnTo>
                  <a:lnTo>
                    <a:pt x="539990" y="1573523"/>
                  </a:lnTo>
                  <a:lnTo>
                    <a:pt x="548175" y="1573899"/>
                  </a:lnTo>
                  <a:lnTo>
                    <a:pt x="568608" y="1574939"/>
                  </a:lnTo>
                  <a:lnTo>
                    <a:pt x="604626" y="1576982"/>
                  </a:lnTo>
                  <a:lnTo>
                    <a:pt x="657276" y="1580322"/>
                  </a:lnTo>
                  <a:lnTo>
                    <a:pt x="725277" y="1585179"/>
                  </a:lnTo>
                  <a:lnTo>
                    <a:pt x="805452" y="1591673"/>
                  </a:lnTo>
                  <a:lnTo>
                    <a:pt x="893538" y="1599836"/>
                  </a:lnTo>
                  <a:lnTo>
                    <a:pt x="985095" y="1609645"/>
                  </a:lnTo>
                  <a:lnTo>
                    <a:pt x="1076248" y="1621060"/>
                  </a:lnTo>
                  <a:lnTo>
                    <a:pt x="1164089" y="1634065"/>
                  </a:lnTo>
                  <a:lnTo>
                    <a:pt x="1246780" y="1648695"/>
                  </a:lnTo>
                  <a:lnTo>
                    <a:pt x="1323429" y="1665055"/>
                  </a:lnTo>
                  <a:lnTo>
                    <a:pt x="1393882" y="1683320"/>
                  </a:lnTo>
                  <a:lnTo>
                    <a:pt x="1458499" y="1703738"/>
                  </a:lnTo>
                  <a:lnTo>
                    <a:pt x="1517962" y="1726622"/>
                  </a:lnTo>
                  <a:lnTo>
                    <a:pt x="1573129" y="1752330"/>
                  </a:lnTo>
                  <a:lnTo>
                    <a:pt x="1624929" y="1781237"/>
                  </a:lnTo>
                  <a:lnTo>
                    <a:pt x="1674272" y="1813674"/>
                  </a:lnTo>
                  <a:lnTo>
                    <a:pt x="1719082" y="1847511"/>
                  </a:lnTo>
                  <a:lnTo>
                    <a:pt x="1761852" y="1883628"/>
                  </a:lnTo>
                  <a:lnTo>
                    <a:pt x="1804205" y="1922939"/>
                  </a:lnTo>
                  <a:lnTo>
                    <a:pt x="1846489" y="1965505"/>
                  </a:lnTo>
                  <a:lnTo>
                    <a:pt x="1888961" y="2011304"/>
                  </a:lnTo>
                  <a:lnTo>
                    <a:pt x="1931793" y="2060228"/>
                  </a:lnTo>
                  <a:lnTo>
                    <a:pt x="1975084" y="2112071"/>
                  </a:lnTo>
                  <a:lnTo>
                    <a:pt x="2018867" y="2166530"/>
                  </a:lnTo>
                  <a:lnTo>
                    <a:pt x="2063117" y="2223207"/>
                  </a:lnTo>
                  <a:lnTo>
                    <a:pt x="2107759" y="2281616"/>
                  </a:lnTo>
                  <a:lnTo>
                    <a:pt x="2152680" y="2341201"/>
                  </a:lnTo>
                  <a:lnTo>
                    <a:pt x="2197739" y="2401356"/>
                  </a:lnTo>
                  <a:lnTo>
                    <a:pt x="2242784" y="2461450"/>
                  </a:lnTo>
                  <a:lnTo>
                    <a:pt x="2287661" y="2520856"/>
                  </a:lnTo>
                  <a:lnTo>
                    <a:pt x="2332236" y="2578975"/>
                  </a:lnTo>
                  <a:lnTo>
                    <a:pt x="2376402" y="2635262"/>
                  </a:lnTo>
                  <a:lnTo>
                    <a:pt x="2420091" y="2689249"/>
                  </a:lnTo>
                  <a:lnTo>
                    <a:pt x="2463289" y="2740554"/>
                  </a:lnTo>
                  <a:lnTo>
                    <a:pt x="2506042" y="2788893"/>
                  </a:lnTo>
                  <a:lnTo>
                    <a:pt x="2548462" y="2834080"/>
                  </a:lnTo>
                  <a:lnTo>
                    <a:pt x="2590738" y="2876022"/>
                  </a:lnTo>
                  <a:lnTo>
                    <a:pt x="2633140" y="2914715"/>
                  </a:lnTo>
                  <a:lnTo>
                    <a:pt x="2667772" y="2943678"/>
                  </a:lnTo>
                  <a:lnTo>
                    <a:pt x="2715551" y="2979609"/>
                  </a:lnTo>
                  <a:lnTo>
                    <a:pt x="2765020" y="3011822"/>
                  </a:lnTo>
                  <a:lnTo>
                    <a:pt x="2816999" y="3040522"/>
                  </a:lnTo>
                  <a:lnTo>
                    <a:pt x="2872403" y="3066046"/>
                  </a:lnTo>
                  <a:lnTo>
                    <a:pt x="2932159" y="3088769"/>
                  </a:lnTo>
                  <a:lnTo>
                    <a:pt x="2997116" y="3109047"/>
                  </a:lnTo>
                  <a:lnTo>
                    <a:pt x="3067943" y="3127189"/>
                  </a:lnTo>
                  <a:lnTo>
                    <a:pt x="3144973" y="3143438"/>
                  </a:lnTo>
                  <a:lnTo>
                    <a:pt x="3228013" y="3157967"/>
                  </a:lnTo>
                  <a:lnTo>
                    <a:pt x="3316121" y="3170874"/>
                  </a:lnTo>
                  <a:lnTo>
                    <a:pt x="3407393" y="3182192"/>
                  </a:lnTo>
                  <a:lnTo>
                    <a:pt x="3498858" y="3191901"/>
                  </a:lnTo>
                  <a:lnTo>
                    <a:pt x="3586588" y="3199963"/>
                  </a:lnTo>
                  <a:lnTo>
                    <a:pt x="3666134" y="3206354"/>
                  </a:lnTo>
                  <a:lnTo>
                    <a:pt x="3733270" y="3211113"/>
                  </a:lnTo>
                  <a:lnTo>
                    <a:pt x="3784915" y="3214367"/>
                  </a:lnTo>
                  <a:lnTo>
                    <a:pt x="3819924" y="3216339"/>
                  </a:lnTo>
                  <a:lnTo>
                    <a:pt x="3839488" y="3217329"/>
                  </a:lnTo>
                  <a:lnTo>
                    <a:pt x="3847078" y="3217676"/>
                  </a:lnTo>
                  <a:lnTo>
                    <a:pt x="3848118" y="3217719"/>
                  </a:lnTo>
                  <a:lnTo>
                    <a:pt x="4386855" y="3217719"/>
                  </a:lnTo>
                  <a:lnTo>
                    <a:pt x="4387990" y="3217626"/>
                  </a:lnTo>
                  <a:lnTo>
                    <a:pt x="4395419" y="3216961"/>
                  </a:lnTo>
                  <a:lnTo>
                    <a:pt x="4414028" y="3215124"/>
                  </a:lnTo>
                  <a:lnTo>
                    <a:pt x="4446998" y="3211513"/>
                  </a:lnTo>
                  <a:lnTo>
                    <a:pt x="4495523" y="3205592"/>
                  </a:lnTo>
                  <a:lnTo>
                    <a:pt x="4558744" y="3196951"/>
                  </a:lnTo>
                  <a:lnTo>
                    <a:pt x="4634052" y="3185345"/>
                  </a:lnTo>
                  <a:lnTo>
                    <a:pt x="4717726" y="3170686"/>
                  </a:lnTo>
                  <a:lnTo>
                    <a:pt x="4805718" y="3152999"/>
                  </a:lnTo>
                  <a:lnTo>
                    <a:pt x="4894326" y="3132355"/>
                  </a:lnTo>
                  <a:lnTo>
                    <a:pt x="4980625" y="3108802"/>
                  </a:lnTo>
                  <a:lnTo>
                    <a:pt x="5062621" y="3082313"/>
                  </a:lnTo>
                  <a:lnTo>
                    <a:pt x="5139204" y="3052754"/>
                  </a:lnTo>
                  <a:lnTo>
                    <a:pt x="5209985" y="3019866"/>
                  </a:lnTo>
                  <a:lnTo>
                    <a:pt x="5275105" y="2983267"/>
                  </a:lnTo>
                  <a:lnTo>
                    <a:pt x="5335061" y="2942457"/>
                  </a:lnTo>
                  <a:lnTo>
                    <a:pt x="5390561" y="2896838"/>
                  </a:lnTo>
                  <a:lnTo>
                    <a:pt x="5442420" y="2845754"/>
                  </a:lnTo>
                  <a:lnTo>
                    <a:pt x="5491480" y="2788558"/>
                  </a:lnTo>
                  <a:lnTo>
                    <a:pt x="5538540" y="2724730"/>
                  </a:lnTo>
                  <a:lnTo>
                    <a:pt x="5567201" y="2681433"/>
                  </a:lnTo>
                  <a:lnTo>
                    <a:pt x="5600874" y="2626387"/>
                  </a:lnTo>
                  <a:lnTo>
                    <a:pt x="5634237" y="2567501"/>
                  </a:lnTo>
                  <a:lnTo>
                    <a:pt x="5667475" y="2504696"/>
                  </a:lnTo>
                  <a:lnTo>
                    <a:pt x="5700736" y="2437949"/>
                  </a:lnTo>
                  <a:lnTo>
                    <a:pt x="5734132" y="2367299"/>
                  </a:lnTo>
                  <a:lnTo>
                    <a:pt x="5767746" y="2292853"/>
                  </a:lnTo>
                  <a:lnTo>
                    <a:pt x="5801633" y="2214791"/>
                  </a:lnTo>
                  <a:lnTo>
                    <a:pt x="5835819" y="2133363"/>
                  </a:lnTo>
                  <a:lnTo>
                    <a:pt x="5870310" y="2048896"/>
                  </a:lnTo>
                  <a:lnTo>
                    <a:pt x="5905088" y="1961784"/>
                  </a:lnTo>
                  <a:lnTo>
                    <a:pt x="5940117" y="1872487"/>
                  </a:lnTo>
                  <a:lnTo>
                    <a:pt x="5975346" y="1781521"/>
                  </a:lnTo>
                  <a:lnTo>
                    <a:pt x="6010712" y="1689443"/>
                  </a:lnTo>
                  <a:lnTo>
                    <a:pt x="6046142" y="1596841"/>
                  </a:lnTo>
                  <a:lnTo>
                    <a:pt x="6081563" y="1504318"/>
                  </a:lnTo>
                  <a:lnTo>
                    <a:pt x="6116900" y="1412472"/>
                  </a:lnTo>
                  <a:lnTo>
                    <a:pt x="6152083" y="1321887"/>
                  </a:lnTo>
                  <a:lnTo>
                    <a:pt x="6187051" y="1233110"/>
                  </a:lnTo>
                  <a:lnTo>
                    <a:pt x="6221757" y="1146642"/>
                  </a:lnTo>
                  <a:lnTo>
                    <a:pt x="6256170" y="1062928"/>
                  </a:lnTo>
                  <a:lnTo>
                    <a:pt x="6290278" y="982345"/>
                  </a:lnTo>
                  <a:lnTo>
                    <a:pt x="6324090" y="905199"/>
                  </a:lnTo>
                  <a:lnTo>
                    <a:pt x="6357641" y="831724"/>
                  </a:lnTo>
                  <a:lnTo>
                    <a:pt x="6390993" y="762079"/>
                  </a:lnTo>
                  <a:lnTo>
                    <a:pt x="6424236" y="696353"/>
                  </a:lnTo>
                  <a:lnTo>
                    <a:pt x="6457490" y="634569"/>
                  </a:lnTo>
                  <a:lnTo>
                    <a:pt x="6490914" y="576689"/>
                  </a:lnTo>
                  <a:lnTo>
                    <a:pt x="6515891" y="536286"/>
                  </a:lnTo>
                  <a:lnTo>
                    <a:pt x="6562059" y="468189"/>
                  </a:lnTo>
                  <a:lnTo>
                    <a:pt x="6609783" y="406900"/>
                  </a:lnTo>
                  <a:lnTo>
                    <a:pt x="6659798" y="352074"/>
                  </a:lnTo>
                  <a:lnTo>
                    <a:pt x="6712928" y="303123"/>
                  </a:lnTo>
                  <a:lnTo>
                    <a:pt x="6770011" y="259387"/>
                  </a:lnTo>
                  <a:lnTo>
                    <a:pt x="6831834" y="220226"/>
                  </a:lnTo>
                  <a:lnTo>
                    <a:pt x="6899040" y="185075"/>
                  </a:lnTo>
                  <a:lnTo>
                    <a:pt x="6972010" y="153477"/>
                  </a:lnTo>
                  <a:lnTo>
                    <a:pt x="7050709" y="125095"/>
                  </a:lnTo>
                  <a:lnTo>
                    <a:pt x="7134498" y="99720"/>
                  </a:lnTo>
                  <a:lnTo>
                    <a:pt x="7221950" y="77258"/>
                  </a:lnTo>
                  <a:lnTo>
                    <a:pt x="7310718" y="57718"/>
                  </a:lnTo>
                  <a:lnTo>
                    <a:pt x="7397551" y="41163"/>
                  </a:lnTo>
                  <a:lnTo>
                    <a:pt x="7478553" y="27653"/>
                  </a:lnTo>
                  <a:lnTo>
                    <a:pt x="7549710" y="17180"/>
                  </a:lnTo>
                  <a:lnTo>
                    <a:pt x="7607629" y="9600"/>
                  </a:lnTo>
                  <a:lnTo>
                    <a:pt x="7650298" y="4604"/>
                  </a:lnTo>
                  <a:lnTo>
                    <a:pt x="7677616" y="1728"/>
                  </a:lnTo>
                  <a:lnTo>
                    <a:pt x="7691550" y="403"/>
                  </a:lnTo>
                  <a:lnTo>
                    <a:pt x="7695955" y="2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0" name="pl490"/>
            <p:cNvSpPr/>
            <p:nvPr/>
          </p:nvSpPr>
          <p:spPr>
            <a:xfrm>
              <a:off x="546595" y="592565"/>
              <a:ext cx="8234974" cy="3217719"/>
            </a:xfrm>
            <a:custGeom>
              <a:avLst/>
              <a:pathLst>
                <a:path w="8234974" h="3217719">
                  <a:moveTo>
                    <a:pt x="8234974" y="0"/>
                  </a:moveTo>
                  <a:lnTo>
                    <a:pt x="7696237" y="0"/>
                  </a:lnTo>
                  <a:lnTo>
                    <a:pt x="7695102" y="93"/>
                  </a:lnTo>
                  <a:lnTo>
                    <a:pt x="7687673" y="757"/>
                  </a:lnTo>
                  <a:lnTo>
                    <a:pt x="7669064" y="2595"/>
                  </a:lnTo>
                  <a:lnTo>
                    <a:pt x="7636095" y="6206"/>
                  </a:lnTo>
                  <a:lnTo>
                    <a:pt x="7587570" y="12127"/>
                  </a:lnTo>
                  <a:lnTo>
                    <a:pt x="7524348" y="20768"/>
                  </a:lnTo>
                  <a:lnTo>
                    <a:pt x="7449041" y="32374"/>
                  </a:lnTo>
                  <a:lnTo>
                    <a:pt x="7365367" y="47033"/>
                  </a:lnTo>
                  <a:lnTo>
                    <a:pt x="7277375" y="64719"/>
                  </a:lnTo>
                  <a:lnTo>
                    <a:pt x="7188767" y="85363"/>
                  </a:lnTo>
                  <a:lnTo>
                    <a:pt x="7102468" y="108916"/>
                  </a:lnTo>
                  <a:lnTo>
                    <a:pt x="7020471" y="135405"/>
                  </a:lnTo>
                  <a:lnTo>
                    <a:pt x="6943888" y="164965"/>
                  </a:lnTo>
                  <a:lnTo>
                    <a:pt x="6873108" y="197852"/>
                  </a:lnTo>
                  <a:lnTo>
                    <a:pt x="6807988" y="234452"/>
                  </a:lnTo>
                  <a:lnTo>
                    <a:pt x="6748032" y="275262"/>
                  </a:lnTo>
                  <a:lnTo>
                    <a:pt x="6692532" y="320881"/>
                  </a:lnTo>
                  <a:lnTo>
                    <a:pt x="6640673" y="371965"/>
                  </a:lnTo>
                  <a:lnTo>
                    <a:pt x="6591612" y="429161"/>
                  </a:lnTo>
                  <a:lnTo>
                    <a:pt x="6544553" y="492989"/>
                  </a:lnTo>
                  <a:lnTo>
                    <a:pt x="6515891" y="536286"/>
                  </a:lnTo>
                  <a:lnTo>
                    <a:pt x="6482218" y="591331"/>
                  </a:lnTo>
                  <a:lnTo>
                    <a:pt x="6448855" y="650217"/>
                  </a:lnTo>
                  <a:lnTo>
                    <a:pt x="6415617" y="713023"/>
                  </a:lnTo>
                  <a:lnTo>
                    <a:pt x="6382357" y="779770"/>
                  </a:lnTo>
                  <a:lnTo>
                    <a:pt x="6348960" y="850420"/>
                  </a:lnTo>
                  <a:lnTo>
                    <a:pt x="6315346" y="924865"/>
                  </a:lnTo>
                  <a:lnTo>
                    <a:pt x="6281460" y="1002928"/>
                  </a:lnTo>
                  <a:lnTo>
                    <a:pt x="6247273" y="1084356"/>
                  </a:lnTo>
                  <a:lnTo>
                    <a:pt x="6212782" y="1168823"/>
                  </a:lnTo>
                  <a:lnTo>
                    <a:pt x="6178004" y="1255935"/>
                  </a:lnTo>
                  <a:lnTo>
                    <a:pt x="6142975" y="1345231"/>
                  </a:lnTo>
                  <a:lnTo>
                    <a:pt x="6107746" y="1436198"/>
                  </a:lnTo>
                  <a:lnTo>
                    <a:pt x="6072381" y="1528276"/>
                  </a:lnTo>
                  <a:lnTo>
                    <a:pt x="6036950" y="1620878"/>
                  </a:lnTo>
                  <a:lnTo>
                    <a:pt x="6001529" y="1713401"/>
                  </a:lnTo>
                  <a:lnTo>
                    <a:pt x="5966192" y="1805246"/>
                  </a:lnTo>
                  <a:lnTo>
                    <a:pt x="5931010" y="1895832"/>
                  </a:lnTo>
                  <a:lnTo>
                    <a:pt x="5896041" y="1984609"/>
                  </a:lnTo>
                  <a:lnTo>
                    <a:pt x="5861335" y="2071076"/>
                  </a:lnTo>
                  <a:lnTo>
                    <a:pt x="5826922" y="2154791"/>
                  </a:lnTo>
                  <a:lnTo>
                    <a:pt x="5792815" y="2235374"/>
                  </a:lnTo>
                  <a:lnTo>
                    <a:pt x="5759003" y="2312519"/>
                  </a:lnTo>
                  <a:lnTo>
                    <a:pt x="5725451" y="2385994"/>
                  </a:lnTo>
                  <a:lnTo>
                    <a:pt x="5692099" y="2455640"/>
                  </a:lnTo>
                  <a:lnTo>
                    <a:pt x="5658857" y="2521366"/>
                  </a:lnTo>
                  <a:lnTo>
                    <a:pt x="5625602" y="2583150"/>
                  </a:lnTo>
                  <a:lnTo>
                    <a:pt x="5592178" y="2641030"/>
                  </a:lnTo>
                  <a:lnTo>
                    <a:pt x="5567201" y="2681433"/>
                  </a:lnTo>
                  <a:lnTo>
                    <a:pt x="5521033" y="2749530"/>
                  </a:lnTo>
                  <a:lnTo>
                    <a:pt x="5473309" y="2810819"/>
                  </a:lnTo>
                  <a:lnTo>
                    <a:pt x="5423294" y="2865645"/>
                  </a:lnTo>
                  <a:lnTo>
                    <a:pt x="5370165" y="2914596"/>
                  </a:lnTo>
                  <a:lnTo>
                    <a:pt x="5313081" y="2958332"/>
                  </a:lnTo>
                  <a:lnTo>
                    <a:pt x="5251258" y="2997493"/>
                  </a:lnTo>
                  <a:lnTo>
                    <a:pt x="5184052" y="3032644"/>
                  </a:lnTo>
                  <a:lnTo>
                    <a:pt x="5111082" y="3064242"/>
                  </a:lnTo>
                  <a:lnTo>
                    <a:pt x="5032384" y="3092624"/>
                  </a:lnTo>
                  <a:lnTo>
                    <a:pt x="4948594" y="3117999"/>
                  </a:lnTo>
                  <a:lnTo>
                    <a:pt x="4861142" y="3140460"/>
                  </a:lnTo>
                  <a:lnTo>
                    <a:pt x="4772375" y="3160000"/>
                  </a:lnTo>
                  <a:lnTo>
                    <a:pt x="4685541" y="3176556"/>
                  </a:lnTo>
                  <a:lnTo>
                    <a:pt x="4604539" y="3190065"/>
                  </a:lnTo>
                  <a:lnTo>
                    <a:pt x="4533383" y="3200538"/>
                  </a:lnTo>
                  <a:lnTo>
                    <a:pt x="4475464" y="3208118"/>
                  </a:lnTo>
                  <a:lnTo>
                    <a:pt x="4432795" y="3213115"/>
                  </a:lnTo>
                  <a:lnTo>
                    <a:pt x="4405477" y="3215991"/>
                  </a:lnTo>
                  <a:lnTo>
                    <a:pt x="4391543" y="3217316"/>
                  </a:lnTo>
                  <a:lnTo>
                    <a:pt x="4387137" y="3217697"/>
                  </a:lnTo>
                  <a:lnTo>
                    <a:pt x="4386855" y="3217719"/>
                  </a:lnTo>
                  <a:lnTo>
                    <a:pt x="3848118" y="3217719"/>
                  </a:lnTo>
                  <a:lnTo>
                    <a:pt x="3846865" y="3217667"/>
                  </a:lnTo>
                  <a:lnTo>
                    <a:pt x="3838680" y="3217290"/>
                  </a:lnTo>
                  <a:lnTo>
                    <a:pt x="3818247" y="3216250"/>
                  </a:lnTo>
                  <a:lnTo>
                    <a:pt x="3782229" y="3214207"/>
                  </a:lnTo>
                  <a:lnTo>
                    <a:pt x="3729579" y="3210867"/>
                  </a:lnTo>
                  <a:lnTo>
                    <a:pt x="3661578" y="3206010"/>
                  </a:lnTo>
                  <a:lnTo>
                    <a:pt x="3581402" y="3199517"/>
                  </a:lnTo>
                  <a:lnTo>
                    <a:pt x="3493317" y="3191353"/>
                  </a:lnTo>
                  <a:lnTo>
                    <a:pt x="3401759" y="3181544"/>
                  </a:lnTo>
                  <a:lnTo>
                    <a:pt x="3310607" y="3170129"/>
                  </a:lnTo>
                  <a:lnTo>
                    <a:pt x="3222765" y="3157124"/>
                  </a:lnTo>
                  <a:lnTo>
                    <a:pt x="3140075" y="3142494"/>
                  </a:lnTo>
                  <a:lnTo>
                    <a:pt x="3063426" y="3126134"/>
                  </a:lnTo>
                  <a:lnTo>
                    <a:pt x="2992973" y="3107869"/>
                  </a:lnTo>
                  <a:lnTo>
                    <a:pt x="2928356" y="3087451"/>
                  </a:lnTo>
                  <a:lnTo>
                    <a:pt x="2868893" y="3064567"/>
                  </a:lnTo>
                  <a:lnTo>
                    <a:pt x="2813725" y="3038859"/>
                  </a:lnTo>
                  <a:lnTo>
                    <a:pt x="2761925" y="3009952"/>
                  </a:lnTo>
                  <a:lnTo>
                    <a:pt x="2712582" y="2977515"/>
                  </a:lnTo>
                  <a:lnTo>
                    <a:pt x="2667772" y="2943678"/>
                  </a:lnTo>
                  <a:lnTo>
                    <a:pt x="2625002" y="2907562"/>
                  </a:lnTo>
                  <a:lnTo>
                    <a:pt x="2582650" y="2868250"/>
                  </a:lnTo>
                  <a:lnTo>
                    <a:pt x="2540365" y="2825685"/>
                  </a:lnTo>
                  <a:lnTo>
                    <a:pt x="2497893" y="2779885"/>
                  </a:lnTo>
                  <a:lnTo>
                    <a:pt x="2455062" y="2730961"/>
                  </a:lnTo>
                  <a:lnTo>
                    <a:pt x="2411771" y="2679118"/>
                  </a:lnTo>
                  <a:lnTo>
                    <a:pt x="2367988" y="2624659"/>
                  </a:lnTo>
                  <a:lnTo>
                    <a:pt x="2323738" y="2567982"/>
                  </a:lnTo>
                  <a:lnTo>
                    <a:pt x="2279096" y="2509573"/>
                  </a:lnTo>
                  <a:lnTo>
                    <a:pt x="2234175" y="2449988"/>
                  </a:lnTo>
                  <a:lnTo>
                    <a:pt x="2189115" y="2389833"/>
                  </a:lnTo>
                  <a:lnTo>
                    <a:pt x="2144071" y="2329739"/>
                  </a:lnTo>
                  <a:lnTo>
                    <a:pt x="2099193" y="2270333"/>
                  </a:lnTo>
                  <a:lnTo>
                    <a:pt x="2054618" y="2212214"/>
                  </a:lnTo>
                  <a:lnTo>
                    <a:pt x="2010453" y="2155927"/>
                  </a:lnTo>
                  <a:lnTo>
                    <a:pt x="1966764" y="2101940"/>
                  </a:lnTo>
                  <a:lnTo>
                    <a:pt x="1923565" y="2050635"/>
                  </a:lnTo>
                  <a:lnTo>
                    <a:pt x="1880812" y="2002296"/>
                  </a:lnTo>
                  <a:lnTo>
                    <a:pt x="1838392" y="1957109"/>
                  </a:lnTo>
                  <a:lnTo>
                    <a:pt x="1796117" y="1915167"/>
                  </a:lnTo>
                  <a:lnTo>
                    <a:pt x="1753715" y="1876474"/>
                  </a:lnTo>
                  <a:lnTo>
                    <a:pt x="1719082" y="1847511"/>
                  </a:lnTo>
                  <a:lnTo>
                    <a:pt x="1671304" y="1811580"/>
                  </a:lnTo>
                  <a:lnTo>
                    <a:pt x="1621835" y="1779367"/>
                  </a:lnTo>
                  <a:lnTo>
                    <a:pt x="1569856" y="1750667"/>
                  </a:lnTo>
                  <a:lnTo>
                    <a:pt x="1514451" y="1725143"/>
                  </a:lnTo>
                  <a:lnTo>
                    <a:pt x="1454696" y="1702420"/>
                  </a:lnTo>
                  <a:lnTo>
                    <a:pt x="1389738" y="1682142"/>
                  </a:lnTo>
                  <a:lnTo>
                    <a:pt x="1318912" y="1664000"/>
                  </a:lnTo>
                  <a:lnTo>
                    <a:pt x="1241882" y="1647751"/>
                  </a:lnTo>
                  <a:lnTo>
                    <a:pt x="1158841" y="1633222"/>
                  </a:lnTo>
                  <a:lnTo>
                    <a:pt x="1070733" y="1620315"/>
                  </a:lnTo>
                  <a:lnTo>
                    <a:pt x="979462" y="1608997"/>
                  </a:lnTo>
                  <a:lnTo>
                    <a:pt x="887997" y="1599288"/>
                  </a:lnTo>
                  <a:lnTo>
                    <a:pt x="800266" y="1591227"/>
                  </a:lnTo>
                  <a:lnTo>
                    <a:pt x="720720" y="1584835"/>
                  </a:lnTo>
                  <a:lnTo>
                    <a:pt x="653584" y="1580076"/>
                  </a:lnTo>
                  <a:lnTo>
                    <a:pt x="601939" y="1576822"/>
                  </a:lnTo>
                  <a:lnTo>
                    <a:pt x="566931" y="1574850"/>
                  </a:lnTo>
                  <a:lnTo>
                    <a:pt x="547366" y="1573860"/>
                  </a:lnTo>
                  <a:lnTo>
                    <a:pt x="539777" y="1573513"/>
                  </a:lnTo>
                  <a:lnTo>
                    <a:pt x="538736" y="1573470"/>
                  </a:lnTo>
                  <a:lnTo>
                    <a:pt x="0" y="15734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1" name="pg491"/>
            <p:cNvSpPr/>
            <p:nvPr/>
          </p:nvSpPr>
          <p:spPr>
            <a:xfrm>
              <a:off x="546595" y="794013"/>
              <a:ext cx="8234974" cy="3043494"/>
            </a:xfrm>
            <a:custGeom>
              <a:avLst/>
              <a:pathLst>
                <a:path w="8234974" h="3043494">
                  <a:moveTo>
                    <a:pt x="0" y="1393800"/>
                  </a:moveTo>
                  <a:lnTo>
                    <a:pt x="538736" y="1393800"/>
                  </a:lnTo>
                  <a:lnTo>
                    <a:pt x="539989" y="1393853"/>
                  </a:lnTo>
                  <a:lnTo>
                    <a:pt x="548173" y="1394231"/>
                  </a:lnTo>
                  <a:lnTo>
                    <a:pt x="568601" y="1395274"/>
                  </a:lnTo>
                  <a:lnTo>
                    <a:pt x="604611" y="1397323"/>
                  </a:lnTo>
                  <a:lnTo>
                    <a:pt x="657250" y="1400674"/>
                  </a:lnTo>
                  <a:lnTo>
                    <a:pt x="725239" y="1405545"/>
                  </a:lnTo>
                  <a:lnTo>
                    <a:pt x="805402" y="1412059"/>
                  </a:lnTo>
                  <a:lnTo>
                    <a:pt x="893476" y="1420248"/>
                  </a:lnTo>
                  <a:lnTo>
                    <a:pt x="985025" y="1430087"/>
                  </a:lnTo>
                  <a:lnTo>
                    <a:pt x="1076171" y="1441537"/>
                  </a:lnTo>
                  <a:lnTo>
                    <a:pt x="1164009" y="1454583"/>
                  </a:lnTo>
                  <a:lnTo>
                    <a:pt x="1246699" y="1469259"/>
                  </a:lnTo>
                  <a:lnTo>
                    <a:pt x="1323348" y="1485670"/>
                  </a:lnTo>
                  <a:lnTo>
                    <a:pt x="1393802" y="1503991"/>
                  </a:lnTo>
                  <a:lnTo>
                    <a:pt x="1458420" y="1524473"/>
                  </a:lnTo>
                  <a:lnTo>
                    <a:pt x="1517884" y="1547427"/>
                  </a:lnTo>
                  <a:lnTo>
                    <a:pt x="1573053" y="1573214"/>
                  </a:lnTo>
                  <a:lnTo>
                    <a:pt x="1624852" y="1602208"/>
                  </a:lnTo>
                  <a:lnTo>
                    <a:pt x="1674194" y="1634744"/>
                  </a:lnTo>
                  <a:lnTo>
                    <a:pt x="1719082" y="1668749"/>
                  </a:lnTo>
                  <a:lnTo>
                    <a:pt x="1761812" y="1704949"/>
                  </a:lnTo>
                  <a:lnTo>
                    <a:pt x="1804125" y="1744349"/>
                  </a:lnTo>
                  <a:lnTo>
                    <a:pt x="1846369" y="1787007"/>
                  </a:lnTo>
                  <a:lnTo>
                    <a:pt x="1888800" y="1832904"/>
                  </a:lnTo>
                  <a:lnTo>
                    <a:pt x="1931589" y="1881931"/>
                  </a:lnTo>
                  <a:lnTo>
                    <a:pt x="1974836" y="1933882"/>
                  </a:lnTo>
                  <a:lnTo>
                    <a:pt x="2018575" y="1988455"/>
                  </a:lnTo>
                  <a:lnTo>
                    <a:pt x="2062780" y="2045251"/>
                  </a:lnTo>
                  <a:lnTo>
                    <a:pt x="2107378" y="2103787"/>
                  </a:lnTo>
                  <a:lnTo>
                    <a:pt x="2152254" y="2163504"/>
                  </a:lnTo>
                  <a:lnTo>
                    <a:pt x="2197270" y="2223799"/>
                  </a:lnTo>
                  <a:lnTo>
                    <a:pt x="2242273" y="2284039"/>
                  </a:lnTo>
                  <a:lnTo>
                    <a:pt x="2287111" y="2343597"/>
                  </a:lnTo>
                  <a:lnTo>
                    <a:pt x="2331649" y="2401873"/>
                  </a:lnTo>
                  <a:lnTo>
                    <a:pt x="2375778" y="2458322"/>
                  </a:lnTo>
                  <a:lnTo>
                    <a:pt x="2419433" y="2512474"/>
                  </a:lnTo>
                  <a:lnTo>
                    <a:pt x="2462598" y="2563944"/>
                  </a:lnTo>
                  <a:lnTo>
                    <a:pt x="2505317" y="2612449"/>
                  </a:lnTo>
                  <a:lnTo>
                    <a:pt x="2547702" y="2657798"/>
                  </a:lnTo>
                  <a:lnTo>
                    <a:pt x="2589938" y="2699899"/>
                  </a:lnTo>
                  <a:lnTo>
                    <a:pt x="2632294" y="2738747"/>
                  </a:lnTo>
                  <a:lnTo>
                    <a:pt x="2667772" y="2768545"/>
                  </a:lnTo>
                  <a:lnTo>
                    <a:pt x="2715547" y="2804592"/>
                  </a:lnTo>
                  <a:lnTo>
                    <a:pt x="2765011" y="2836910"/>
                  </a:lnTo>
                  <a:lnTo>
                    <a:pt x="2816985" y="2865703"/>
                  </a:lnTo>
                  <a:lnTo>
                    <a:pt x="2872384" y="2891311"/>
                  </a:lnTo>
                  <a:lnTo>
                    <a:pt x="2932132" y="2914108"/>
                  </a:lnTo>
                  <a:lnTo>
                    <a:pt x="2997082" y="2934453"/>
                  </a:lnTo>
                  <a:lnTo>
                    <a:pt x="3067899" y="2952654"/>
                  </a:lnTo>
                  <a:lnTo>
                    <a:pt x="3144918" y="2968957"/>
                  </a:lnTo>
                  <a:lnTo>
                    <a:pt x="3227948" y="2983534"/>
                  </a:lnTo>
                  <a:lnTo>
                    <a:pt x="3316045" y="2996484"/>
                  </a:lnTo>
                  <a:lnTo>
                    <a:pt x="3407307" y="3007839"/>
                  </a:lnTo>
                  <a:lnTo>
                    <a:pt x="3498766" y="3017581"/>
                  </a:lnTo>
                  <a:lnTo>
                    <a:pt x="3586495" y="3025671"/>
                  </a:lnTo>
                  <a:lnTo>
                    <a:pt x="3666046" y="3032085"/>
                  </a:lnTo>
                  <a:lnTo>
                    <a:pt x="3733194" y="3036861"/>
                  </a:lnTo>
                  <a:lnTo>
                    <a:pt x="3784857" y="3040127"/>
                  </a:lnTo>
                  <a:lnTo>
                    <a:pt x="3819885" y="3042107"/>
                  </a:lnTo>
                  <a:lnTo>
                    <a:pt x="3839469" y="3043102"/>
                  </a:lnTo>
                  <a:lnTo>
                    <a:pt x="3847072" y="3043450"/>
                  </a:lnTo>
                  <a:lnTo>
                    <a:pt x="3848118" y="3043494"/>
                  </a:lnTo>
                  <a:lnTo>
                    <a:pt x="4386855" y="3043494"/>
                  </a:lnTo>
                  <a:lnTo>
                    <a:pt x="4388006" y="3043405"/>
                  </a:lnTo>
                  <a:lnTo>
                    <a:pt x="4395539" y="3042769"/>
                  </a:lnTo>
                  <a:lnTo>
                    <a:pt x="4414399" y="3041012"/>
                  </a:lnTo>
                  <a:lnTo>
                    <a:pt x="4447789" y="3037559"/>
                  </a:lnTo>
                  <a:lnTo>
                    <a:pt x="4496886" y="3031899"/>
                  </a:lnTo>
                  <a:lnTo>
                    <a:pt x="4560776" y="3023643"/>
                  </a:lnTo>
                  <a:lnTo>
                    <a:pt x="4636772" y="3012561"/>
                  </a:lnTo>
                  <a:lnTo>
                    <a:pt x="4721077" y="2998574"/>
                  </a:lnTo>
                  <a:lnTo>
                    <a:pt x="4809587" y="2981708"/>
                  </a:lnTo>
                  <a:lnTo>
                    <a:pt x="4898574" y="2962030"/>
                  </a:lnTo>
                  <a:lnTo>
                    <a:pt x="4985111" y="2939585"/>
                  </a:lnTo>
                  <a:lnTo>
                    <a:pt x="5067223" y="2914342"/>
                  </a:lnTo>
                  <a:lnTo>
                    <a:pt x="5143828" y="2886165"/>
                  </a:lnTo>
                  <a:lnTo>
                    <a:pt x="5214571" y="2854802"/>
                  </a:lnTo>
                  <a:lnTo>
                    <a:pt x="5279622" y="2819878"/>
                  </a:lnTo>
                  <a:lnTo>
                    <a:pt x="5339506" y="2780908"/>
                  </a:lnTo>
                  <a:lnTo>
                    <a:pt x="5394952" y="2737316"/>
                  </a:lnTo>
                  <a:lnTo>
                    <a:pt x="5446792" y="2688471"/>
                  </a:lnTo>
                  <a:lnTo>
                    <a:pt x="5495878" y="2633759"/>
                  </a:lnTo>
                  <a:lnTo>
                    <a:pt x="5543014" y="2572703"/>
                  </a:lnTo>
                  <a:lnTo>
                    <a:pt x="5567201" y="2538060"/>
                  </a:lnTo>
                  <a:lnTo>
                    <a:pt x="5601706" y="2484847"/>
                  </a:lnTo>
                  <a:lnTo>
                    <a:pt x="5635890" y="2427830"/>
                  </a:lnTo>
                  <a:lnTo>
                    <a:pt x="5669951" y="2366932"/>
                  </a:lnTo>
                  <a:lnTo>
                    <a:pt x="5704046" y="2302132"/>
                  </a:lnTo>
                  <a:lnTo>
                    <a:pt x="5738293" y="2233477"/>
                  </a:lnTo>
                  <a:lnTo>
                    <a:pt x="5772778" y="2161083"/>
                  </a:lnTo>
                  <a:lnTo>
                    <a:pt x="5807554" y="2085142"/>
                  </a:lnTo>
                  <a:lnTo>
                    <a:pt x="5842648" y="2005921"/>
                  </a:lnTo>
                  <a:lnTo>
                    <a:pt x="5878060" y="1923763"/>
                  </a:lnTo>
                  <a:lnTo>
                    <a:pt x="5913766" y="1839085"/>
                  </a:lnTo>
                  <a:lnTo>
                    <a:pt x="5949724" y="1752366"/>
                  </a:lnTo>
                  <a:lnTo>
                    <a:pt x="5985875" y="1664141"/>
                  </a:lnTo>
                  <a:lnTo>
                    <a:pt x="6022147" y="1574988"/>
                  </a:lnTo>
                  <a:lnTo>
                    <a:pt x="6058463" y="1485507"/>
                  </a:lnTo>
                  <a:lnTo>
                    <a:pt x="6094741" y="1396312"/>
                  </a:lnTo>
                  <a:lnTo>
                    <a:pt x="6130903" y="1308005"/>
                  </a:lnTo>
                  <a:lnTo>
                    <a:pt x="6166876" y="1221166"/>
                  </a:lnTo>
                  <a:lnTo>
                    <a:pt x="6202601" y="1136332"/>
                  </a:lnTo>
                  <a:lnTo>
                    <a:pt x="6238034" y="1053988"/>
                  </a:lnTo>
                  <a:lnTo>
                    <a:pt x="6273150" y="974555"/>
                  </a:lnTo>
                  <a:lnTo>
                    <a:pt x="6307948" y="898380"/>
                  </a:lnTo>
                  <a:lnTo>
                    <a:pt x="6342451" y="825736"/>
                  </a:lnTo>
                  <a:lnTo>
                    <a:pt x="6376712" y="756821"/>
                  </a:lnTo>
                  <a:lnTo>
                    <a:pt x="6410814" y="691756"/>
                  </a:lnTo>
                  <a:lnTo>
                    <a:pt x="6444873" y="630590"/>
                  </a:lnTo>
                  <a:lnTo>
                    <a:pt x="6479042" y="573310"/>
                  </a:lnTo>
                  <a:lnTo>
                    <a:pt x="6513518" y="519841"/>
                  </a:lnTo>
                  <a:lnTo>
                    <a:pt x="6515891" y="516323"/>
                  </a:lnTo>
                  <a:lnTo>
                    <a:pt x="6562286" y="451848"/>
                  </a:lnTo>
                  <a:lnTo>
                    <a:pt x="6610255" y="393852"/>
                  </a:lnTo>
                  <a:lnTo>
                    <a:pt x="6660545" y="342000"/>
                  </a:lnTo>
                  <a:lnTo>
                    <a:pt x="6713992" y="295731"/>
                  </a:lnTo>
                  <a:lnTo>
                    <a:pt x="6771448" y="254412"/>
                  </a:lnTo>
                  <a:lnTo>
                    <a:pt x="6833707" y="217432"/>
                  </a:lnTo>
                  <a:lnTo>
                    <a:pt x="6901416" y="184255"/>
                  </a:lnTo>
                  <a:lnTo>
                    <a:pt x="6974952" y="154446"/>
                  </a:lnTo>
                  <a:lnTo>
                    <a:pt x="7054259" y="127688"/>
                  </a:lnTo>
                  <a:lnTo>
                    <a:pt x="7138660" y="103785"/>
                  </a:lnTo>
                  <a:lnTo>
                    <a:pt x="7226666" y="82653"/>
                  </a:lnTo>
                  <a:lnTo>
                    <a:pt x="7315847" y="64303"/>
                  </a:lnTo>
                  <a:lnTo>
                    <a:pt x="7402860" y="48798"/>
                  </a:lnTo>
                  <a:lnTo>
                    <a:pt x="7483727" y="36193"/>
                  </a:lnTo>
                  <a:lnTo>
                    <a:pt x="7554393" y="26473"/>
                  </a:lnTo>
                  <a:lnTo>
                    <a:pt x="7611490" y="19490"/>
                  </a:lnTo>
                  <a:lnTo>
                    <a:pt x="7653110" y="14937"/>
                  </a:lnTo>
                  <a:lnTo>
                    <a:pt x="7679318" y="12359"/>
                  </a:lnTo>
                  <a:lnTo>
                    <a:pt x="7692280" y="11207"/>
                  </a:lnTo>
                  <a:lnTo>
                    <a:pt x="7696066" y="1090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65" y="3032552"/>
                  </a:lnTo>
                  <a:lnTo>
                    <a:pt x="3838682" y="3032175"/>
                  </a:lnTo>
                  <a:lnTo>
                    <a:pt x="3818254" y="3031131"/>
                  </a:lnTo>
                  <a:lnTo>
                    <a:pt x="3782244" y="3029082"/>
                  </a:lnTo>
                  <a:lnTo>
                    <a:pt x="3729605" y="3025732"/>
                  </a:lnTo>
                  <a:lnTo>
                    <a:pt x="3661616" y="3020860"/>
                  </a:lnTo>
                  <a:lnTo>
                    <a:pt x="3581453" y="3014346"/>
                  </a:lnTo>
                  <a:lnTo>
                    <a:pt x="3493378" y="3006158"/>
                  </a:lnTo>
                  <a:lnTo>
                    <a:pt x="3401830" y="2996318"/>
                  </a:lnTo>
                  <a:lnTo>
                    <a:pt x="3310683" y="2984868"/>
                  </a:lnTo>
                  <a:lnTo>
                    <a:pt x="3222845" y="2971822"/>
                  </a:lnTo>
                  <a:lnTo>
                    <a:pt x="3140156" y="2957146"/>
                  </a:lnTo>
                  <a:lnTo>
                    <a:pt x="3063507" y="2940736"/>
                  </a:lnTo>
                  <a:lnTo>
                    <a:pt x="2993053" y="2922414"/>
                  </a:lnTo>
                  <a:lnTo>
                    <a:pt x="2928434" y="2901933"/>
                  </a:lnTo>
                  <a:lnTo>
                    <a:pt x="2868970" y="2878978"/>
                  </a:lnTo>
                  <a:lnTo>
                    <a:pt x="2813802" y="2853192"/>
                  </a:lnTo>
                  <a:lnTo>
                    <a:pt x="2762002" y="2824197"/>
                  </a:lnTo>
                  <a:lnTo>
                    <a:pt x="2712660" y="2791661"/>
                  </a:lnTo>
                  <a:lnTo>
                    <a:pt x="2667772" y="2757656"/>
                  </a:lnTo>
                  <a:lnTo>
                    <a:pt x="2625043" y="2721456"/>
                  </a:lnTo>
                  <a:lnTo>
                    <a:pt x="2582730" y="2682056"/>
                  </a:lnTo>
                  <a:lnTo>
                    <a:pt x="2540485" y="2639398"/>
                  </a:lnTo>
                  <a:lnTo>
                    <a:pt x="2498055" y="2593501"/>
                  </a:lnTo>
                  <a:lnTo>
                    <a:pt x="2455265" y="2544475"/>
                  </a:lnTo>
                  <a:lnTo>
                    <a:pt x="2412018" y="2492523"/>
                  </a:lnTo>
                  <a:lnTo>
                    <a:pt x="2368279" y="2437950"/>
                  </a:lnTo>
                  <a:lnTo>
                    <a:pt x="2324074" y="2381154"/>
                  </a:lnTo>
                  <a:lnTo>
                    <a:pt x="2279477" y="2322619"/>
                  </a:lnTo>
                  <a:lnTo>
                    <a:pt x="2234600" y="2262901"/>
                  </a:lnTo>
                  <a:lnTo>
                    <a:pt x="2189584" y="2202606"/>
                  </a:lnTo>
                  <a:lnTo>
                    <a:pt x="2144582" y="2142366"/>
                  </a:lnTo>
                  <a:lnTo>
                    <a:pt x="2099743" y="2082808"/>
                  </a:lnTo>
                  <a:lnTo>
                    <a:pt x="2055206" y="2024532"/>
                  </a:lnTo>
                  <a:lnTo>
                    <a:pt x="2011076" y="1968083"/>
                  </a:lnTo>
                  <a:lnTo>
                    <a:pt x="1967421" y="1913932"/>
                  </a:lnTo>
                  <a:lnTo>
                    <a:pt x="1924256" y="1862461"/>
                  </a:lnTo>
                  <a:lnTo>
                    <a:pt x="1881537" y="1813957"/>
                  </a:lnTo>
                  <a:lnTo>
                    <a:pt x="1839153" y="1768607"/>
                  </a:lnTo>
                  <a:lnTo>
                    <a:pt x="1796917" y="1726506"/>
                  </a:lnTo>
                  <a:lnTo>
                    <a:pt x="1754560" y="1687659"/>
                  </a:lnTo>
                  <a:lnTo>
                    <a:pt x="1719082" y="1657860"/>
                  </a:lnTo>
                  <a:lnTo>
                    <a:pt x="1671308" y="1621813"/>
                  </a:lnTo>
                  <a:lnTo>
                    <a:pt x="1621843" y="1589495"/>
                  </a:lnTo>
                  <a:lnTo>
                    <a:pt x="1569869" y="1560702"/>
                  </a:lnTo>
                  <a:lnTo>
                    <a:pt x="1514471" y="1535094"/>
                  </a:lnTo>
                  <a:lnTo>
                    <a:pt x="1454722" y="1512297"/>
                  </a:lnTo>
                  <a:lnTo>
                    <a:pt x="1389773" y="1491953"/>
                  </a:lnTo>
                  <a:lnTo>
                    <a:pt x="1318956" y="1473751"/>
                  </a:lnTo>
                  <a:lnTo>
                    <a:pt x="1241936" y="1457448"/>
                  </a:lnTo>
                  <a:lnTo>
                    <a:pt x="1158907" y="1442871"/>
                  </a:lnTo>
                  <a:lnTo>
                    <a:pt x="1070810" y="1429921"/>
                  </a:lnTo>
                  <a:lnTo>
                    <a:pt x="979547" y="1418566"/>
                  </a:lnTo>
                  <a:lnTo>
                    <a:pt x="888089" y="1408824"/>
                  </a:lnTo>
                  <a:lnTo>
                    <a:pt x="800359" y="1400735"/>
                  </a:lnTo>
                  <a:lnTo>
                    <a:pt x="720808" y="1394320"/>
                  </a:lnTo>
                  <a:lnTo>
                    <a:pt x="653660" y="1389544"/>
                  </a:lnTo>
                  <a:lnTo>
                    <a:pt x="601998" y="1386278"/>
                  </a:lnTo>
                  <a:lnTo>
                    <a:pt x="566969" y="1384298"/>
                  </a:lnTo>
                  <a:lnTo>
                    <a:pt x="547386" y="1383304"/>
                  </a:lnTo>
                  <a:lnTo>
                    <a:pt x="539782" y="1382955"/>
                  </a:lnTo>
                  <a:lnTo>
                    <a:pt x="538736" y="1382911"/>
                  </a:lnTo>
                  <a:lnTo>
                    <a:pt x="0" y="138291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92" name="pl492"/>
            <p:cNvSpPr/>
            <p:nvPr/>
          </p:nvSpPr>
          <p:spPr>
            <a:xfrm>
              <a:off x="546595" y="804902"/>
              <a:ext cx="8234974" cy="3032605"/>
            </a:xfrm>
            <a:custGeom>
              <a:avLst/>
              <a:pathLst>
                <a:path w="8234974" h="3032605">
                  <a:moveTo>
                    <a:pt x="0" y="1382911"/>
                  </a:moveTo>
                  <a:lnTo>
                    <a:pt x="538736" y="1382911"/>
                  </a:lnTo>
                  <a:lnTo>
                    <a:pt x="539989" y="1382964"/>
                  </a:lnTo>
                  <a:lnTo>
                    <a:pt x="548173" y="1383342"/>
                  </a:lnTo>
                  <a:lnTo>
                    <a:pt x="568601" y="1384385"/>
                  </a:lnTo>
                  <a:lnTo>
                    <a:pt x="604611" y="1386434"/>
                  </a:lnTo>
                  <a:lnTo>
                    <a:pt x="657250" y="1389785"/>
                  </a:lnTo>
                  <a:lnTo>
                    <a:pt x="725239" y="1394656"/>
                  </a:lnTo>
                  <a:lnTo>
                    <a:pt x="805402" y="1401170"/>
                  </a:lnTo>
                  <a:lnTo>
                    <a:pt x="893476" y="1409358"/>
                  </a:lnTo>
                  <a:lnTo>
                    <a:pt x="985025" y="1419198"/>
                  </a:lnTo>
                  <a:lnTo>
                    <a:pt x="1076171" y="1430648"/>
                  </a:lnTo>
                  <a:lnTo>
                    <a:pt x="1164009" y="1443694"/>
                  </a:lnTo>
                  <a:lnTo>
                    <a:pt x="1246699" y="1458370"/>
                  </a:lnTo>
                  <a:lnTo>
                    <a:pt x="1323348" y="1474781"/>
                  </a:lnTo>
                  <a:lnTo>
                    <a:pt x="1393802" y="1493102"/>
                  </a:lnTo>
                  <a:lnTo>
                    <a:pt x="1458420" y="1513584"/>
                  </a:lnTo>
                  <a:lnTo>
                    <a:pt x="1517884" y="1536538"/>
                  </a:lnTo>
                  <a:lnTo>
                    <a:pt x="1573053" y="1562325"/>
                  </a:lnTo>
                  <a:lnTo>
                    <a:pt x="1624852" y="1591319"/>
                  </a:lnTo>
                  <a:lnTo>
                    <a:pt x="1674194" y="1623855"/>
                  </a:lnTo>
                  <a:lnTo>
                    <a:pt x="1719082" y="1657860"/>
                  </a:lnTo>
                  <a:lnTo>
                    <a:pt x="1761812" y="1694060"/>
                  </a:lnTo>
                  <a:lnTo>
                    <a:pt x="1804125" y="1733460"/>
                  </a:lnTo>
                  <a:lnTo>
                    <a:pt x="1846369" y="1776118"/>
                  </a:lnTo>
                  <a:lnTo>
                    <a:pt x="1888800" y="1822015"/>
                  </a:lnTo>
                  <a:lnTo>
                    <a:pt x="1931589" y="1871042"/>
                  </a:lnTo>
                  <a:lnTo>
                    <a:pt x="1974836" y="1922993"/>
                  </a:lnTo>
                  <a:lnTo>
                    <a:pt x="2018575" y="1977566"/>
                  </a:lnTo>
                  <a:lnTo>
                    <a:pt x="2062780" y="2034362"/>
                  </a:lnTo>
                  <a:lnTo>
                    <a:pt x="2107378" y="2092897"/>
                  </a:lnTo>
                  <a:lnTo>
                    <a:pt x="2152254" y="2152615"/>
                  </a:lnTo>
                  <a:lnTo>
                    <a:pt x="2197270" y="2212910"/>
                  </a:lnTo>
                  <a:lnTo>
                    <a:pt x="2242273" y="2273150"/>
                  </a:lnTo>
                  <a:lnTo>
                    <a:pt x="2287111" y="2332708"/>
                  </a:lnTo>
                  <a:lnTo>
                    <a:pt x="2331649" y="2390984"/>
                  </a:lnTo>
                  <a:lnTo>
                    <a:pt x="2375778" y="2447433"/>
                  </a:lnTo>
                  <a:lnTo>
                    <a:pt x="2419433" y="2501584"/>
                  </a:lnTo>
                  <a:lnTo>
                    <a:pt x="2462598" y="2553055"/>
                  </a:lnTo>
                  <a:lnTo>
                    <a:pt x="2505317" y="2601559"/>
                  </a:lnTo>
                  <a:lnTo>
                    <a:pt x="2547702" y="2646909"/>
                  </a:lnTo>
                  <a:lnTo>
                    <a:pt x="2589938" y="2689010"/>
                  </a:lnTo>
                  <a:lnTo>
                    <a:pt x="2632294" y="2727858"/>
                  </a:lnTo>
                  <a:lnTo>
                    <a:pt x="2667772" y="2757656"/>
                  </a:lnTo>
                  <a:lnTo>
                    <a:pt x="2715547" y="2793703"/>
                  </a:lnTo>
                  <a:lnTo>
                    <a:pt x="2765011" y="2826021"/>
                  </a:lnTo>
                  <a:lnTo>
                    <a:pt x="2816985" y="2854814"/>
                  </a:lnTo>
                  <a:lnTo>
                    <a:pt x="2872384" y="2880422"/>
                  </a:lnTo>
                  <a:lnTo>
                    <a:pt x="2932132" y="2903219"/>
                  </a:lnTo>
                  <a:lnTo>
                    <a:pt x="2997082" y="2923563"/>
                  </a:lnTo>
                  <a:lnTo>
                    <a:pt x="3067899" y="2941765"/>
                  </a:lnTo>
                  <a:lnTo>
                    <a:pt x="3144918" y="2958068"/>
                  </a:lnTo>
                  <a:lnTo>
                    <a:pt x="3227948" y="2972645"/>
                  </a:lnTo>
                  <a:lnTo>
                    <a:pt x="3316045" y="2985595"/>
                  </a:lnTo>
                  <a:lnTo>
                    <a:pt x="3407307" y="2996950"/>
                  </a:lnTo>
                  <a:lnTo>
                    <a:pt x="3498766" y="3006692"/>
                  </a:lnTo>
                  <a:lnTo>
                    <a:pt x="3586495" y="3014782"/>
                  </a:lnTo>
                  <a:lnTo>
                    <a:pt x="3666046" y="3021196"/>
                  </a:lnTo>
                  <a:lnTo>
                    <a:pt x="3733194" y="3025972"/>
                  </a:lnTo>
                  <a:lnTo>
                    <a:pt x="3784857" y="3029238"/>
                  </a:lnTo>
                  <a:lnTo>
                    <a:pt x="3819885" y="3031218"/>
                  </a:lnTo>
                  <a:lnTo>
                    <a:pt x="3839469" y="3032212"/>
                  </a:lnTo>
                  <a:lnTo>
                    <a:pt x="3847072" y="3032561"/>
                  </a:lnTo>
                  <a:lnTo>
                    <a:pt x="3848118" y="3032605"/>
                  </a:lnTo>
                  <a:lnTo>
                    <a:pt x="4386855" y="3032605"/>
                  </a:lnTo>
                  <a:lnTo>
                    <a:pt x="4388006" y="3032516"/>
                  </a:lnTo>
                  <a:lnTo>
                    <a:pt x="4395539" y="3031880"/>
                  </a:lnTo>
                  <a:lnTo>
                    <a:pt x="4414399" y="3030123"/>
                  </a:lnTo>
                  <a:lnTo>
                    <a:pt x="4447789" y="3026670"/>
                  </a:lnTo>
                  <a:lnTo>
                    <a:pt x="4496886" y="3021010"/>
                  </a:lnTo>
                  <a:lnTo>
                    <a:pt x="4560776" y="3012754"/>
                  </a:lnTo>
                  <a:lnTo>
                    <a:pt x="4636772" y="3001672"/>
                  </a:lnTo>
                  <a:lnTo>
                    <a:pt x="4721077" y="2987685"/>
                  </a:lnTo>
                  <a:lnTo>
                    <a:pt x="4809587" y="2970819"/>
                  </a:lnTo>
                  <a:lnTo>
                    <a:pt x="4898574" y="2951141"/>
                  </a:lnTo>
                  <a:lnTo>
                    <a:pt x="4985111" y="2928696"/>
                  </a:lnTo>
                  <a:lnTo>
                    <a:pt x="5067223" y="2903452"/>
                  </a:lnTo>
                  <a:lnTo>
                    <a:pt x="5143828" y="2875276"/>
                  </a:lnTo>
                  <a:lnTo>
                    <a:pt x="5214571" y="2843913"/>
                  </a:lnTo>
                  <a:lnTo>
                    <a:pt x="5279622" y="2808989"/>
                  </a:lnTo>
                  <a:lnTo>
                    <a:pt x="5339506" y="2770019"/>
                  </a:lnTo>
                  <a:lnTo>
                    <a:pt x="5394952" y="2726427"/>
                  </a:lnTo>
                  <a:lnTo>
                    <a:pt x="5446792" y="2677582"/>
                  </a:lnTo>
                  <a:lnTo>
                    <a:pt x="5495878" y="2622870"/>
                  </a:lnTo>
                  <a:lnTo>
                    <a:pt x="5543014" y="2561814"/>
                  </a:lnTo>
                  <a:lnTo>
                    <a:pt x="5567201" y="2527171"/>
                  </a:lnTo>
                  <a:lnTo>
                    <a:pt x="5601706" y="2473958"/>
                  </a:lnTo>
                  <a:lnTo>
                    <a:pt x="5635890" y="2416941"/>
                  </a:lnTo>
                  <a:lnTo>
                    <a:pt x="5669951" y="2356043"/>
                  </a:lnTo>
                  <a:lnTo>
                    <a:pt x="5704046" y="2291243"/>
                  </a:lnTo>
                  <a:lnTo>
                    <a:pt x="5738293" y="2222588"/>
                  </a:lnTo>
                  <a:lnTo>
                    <a:pt x="5772778" y="2150194"/>
                  </a:lnTo>
                  <a:lnTo>
                    <a:pt x="5807554" y="2074253"/>
                  </a:lnTo>
                  <a:lnTo>
                    <a:pt x="5842648" y="1995032"/>
                  </a:lnTo>
                  <a:lnTo>
                    <a:pt x="5878060" y="1912874"/>
                  </a:lnTo>
                  <a:lnTo>
                    <a:pt x="5913766" y="1828196"/>
                  </a:lnTo>
                  <a:lnTo>
                    <a:pt x="5949724" y="1741477"/>
                  </a:lnTo>
                  <a:lnTo>
                    <a:pt x="5985875" y="1653252"/>
                  </a:lnTo>
                  <a:lnTo>
                    <a:pt x="6022147" y="1564099"/>
                  </a:lnTo>
                  <a:lnTo>
                    <a:pt x="6058463" y="1474618"/>
                  </a:lnTo>
                  <a:lnTo>
                    <a:pt x="6094741" y="1385423"/>
                  </a:lnTo>
                  <a:lnTo>
                    <a:pt x="6130903" y="1297116"/>
                  </a:lnTo>
                  <a:lnTo>
                    <a:pt x="6166876" y="1210277"/>
                  </a:lnTo>
                  <a:lnTo>
                    <a:pt x="6202601" y="1125443"/>
                  </a:lnTo>
                  <a:lnTo>
                    <a:pt x="6238034" y="1043099"/>
                  </a:lnTo>
                  <a:lnTo>
                    <a:pt x="6273150" y="963666"/>
                  </a:lnTo>
                  <a:lnTo>
                    <a:pt x="6307948" y="887491"/>
                  </a:lnTo>
                  <a:lnTo>
                    <a:pt x="6342451" y="814847"/>
                  </a:lnTo>
                  <a:lnTo>
                    <a:pt x="6376712" y="745932"/>
                  </a:lnTo>
                  <a:lnTo>
                    <a:pt x="6410814" y="680867"/>
                  </a:lnTo>
                  <a:lnTo>
                    <a:pt x="6444873" y="619701"/>
                  </a:lnTo>
                  <a:lnTo>
                    <a:pt x="6479042" y="562421"/>
                  </a:lnTo>
                  <a:lnTo>
                    <a:pt x="6513518" y="508952"/>
                  </a:lnTo>
                  <a:lnTo>
                    <a:pt x="6515891" y="505434"/>
                  </a:lnTo>
                  <a:lnTo>
                    <a:pt x="6562286" y="440959"/>
                  </a:lnTo>
                  <a:lnTo>
                    <a:pt x="6610255" y="382963"/>
                  </a:lnTo>
                  <a:lnTo>
                    <a:pt x="6660545" y="331111"/>
                  </a:lnTo>
                  <a:lnTo>
                    <a:pt x="6713992" y="284842"/>
                  </a:lnTo>
                  <a:lnTo>
                    <a:pt x="6771448" y="243523"/>
                  </a:lnTo>
                  <a:lnTo>
                    <a:pt x="6833707" y="206543"/>
                  </a:lnTo>
                  <a:lnTo>
                    <a:pt x="6901416" y="173366"/>
                  </a:lnTo>
                  <a:lnTo>
                    <a:pt x="6974952" y="143557"/>
                  </a:lnTo>
                  <a:lnTo>
                    <a:pt x="7054259" y="116799"/>
                  </a:lnTo>
                  <a:lnTo>
                    <a:pt x="7138660" y="92895"/>
                  </a:lnTo>
                  <a:lnTo>
                    <a:pt x="7226666" y="71764"/>
                  </a:lnTo>
                  <a:lnTo>
                    <a:pt x="7315847" y="53414"/>
                  </a:lnTo>
                  <a:lnTo>
                    <a:pt x="7402860" y="37909"/>
                  </a:lnTo>
                  <a:lnTo>
                    <a:pt x="7483727" y="25304"/>
                  </a:lnTo>
                  <a:lnTo>
                    <a:pt x="7554393" y="15584"/>
                  </a:lnTo>
                  <a:lnTo>
                    <a:pt x="7611490" y="8601"/>
                  </a:lnTo>
                  <a:lnTo>
                    <a:pt x="7653110" y="4047"/>
                  </a:lnTo>
                  <a:lnTo>
                    <a:pt x="7679318" y="1469"/>
                  </a:lnTo>
                  <a:lnTo>
                    <a:pt x="7692280" y="318"/>
                  </a:lnTo>
                  <a:lnTo>
                    <a:pt x="7696066" y="1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3" name="pl493"/>
            <p:cNvSpPr/>
            <p:nvPr/>
          </p:nvSpPr>
          <p:spPr>
            <a:xfrm>
              <a:off x="546595" y="794013"/>
              <a:ext cx="8234974" cy="3032605"/>
            </a:xfrm>
            <a:custGeom>
              <a:avLst/>
              <a:pathLst>
                <a:path w="8234974" h="3032605">
                  <a:moveTo>
                    <a:pt x="8234974" y="0"/>
                  </a:move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65" y="3032552"/>
                  </a:lnTo>
                  <a:lnTo>
                    <a:pt x="3838682" y="3032175"/>
                  </a:lnTo>
                  <a:lnTo>
                    <a:pt x="3818254" y="3031131"/>
                  </a:lnTo>
                  <a:lnTo>
                    <a:pt x="3782244" y="3029082"/>
                  </a:lnTo>
                  <a:lnTo>
                    <a:pt x="3729605" y="3025732"/>
                  </a:lnTo>
                  <a:lnTo>
                    <a:pt x="3661616" y="3020860"/>
                  </a:lnTo>
                  <a:lnTo>
                    <a:pt x="3581453" y="3014346"/>
                  </a:lnTo>
                  <a:lnTo>
                    <a:pt x="3493378" y="3006158"/>
                  </a:lnTo>
                  <a:lnTo>
                    <a:pt x="3401830" y="2996318"/>
                  </a:lnTo>
                  <a:lnTo>
                    <a:pt x="3310683" y="2984868"/>
                  </a:lnTo>
                  <a:lnTo>
                    <a:pt x="3222845" y="2971822"/>
                  </a:lnTo>
                  <a:lnTo>
                    <a:pt x="3140156" y="2957146"/>
                  </a:lnTo>
                  <a:lnTo>
                    <a:pt x="3063507" y="2940736"/>
                  </a:lnTo>
                  <a:lnTo>
                    <a:pt x="2993053" y="2922414"/>
                  </a:lnTo>
                  <a:lnTo>
                    <a:pt x="2928434" y="2901933"/>
                  </a:lnTo>
                  <a:lnTo>
                    <a:pt x="2868970" y="2878978"/>
                  </a:lnTo>
                  <a:lnTo>
                    <a:pt x="2813802" y="2853192"/>
                  </a:lnTo>
                  <a:lnTo>
                    <a:pt x="2762002" y="2824197"/>
                  </a:lnTo>
                  <a:lnTo>
                    <a:pt x="2712660" y="2791661"/>
                  </a:lnTo>
                  <a:lnTo>
                    <a:pt x="2667772" y="2757656"/>
                  </a:lnTo>
                  <a:lnTo>
                    <a:pt x="2625043" y="2721456"/>
                  </a:lnTo>
                  <a:lnTo>
                    <a:pt x="2582730" y="2682056"/>
                  </a:lnTo>
                  <a:lnTo>
                    <a:pt x="2540485" y="2639398"/>
                  </a:lnTo>
                  <a:lnTo>
                    <a:pt x="2498055" y="2593501"/>
                  </a:lnTo>
                  <a:lnTo>
                    <a:pt x="2455265" y="2544475"/>
                  </a:lnTo>
                  <a:lnTo>
                    <a:pt x="2412018" y="2492523"/>
                  </a:lnTo>
                  <a:lnTo>
                    <a:pt x="2368279" y="2437950"/>
                  </a:lnTo>
                  <a:lnTo>
                    <a:pt x="2324074" y="2381154"/>
                  </a:lnTo>
                  <a:lnTo>
                    <a:pt x="2279477" y="2322619"/>
                  </a:lnTo>
                  <a:lnTo>
                    <a:pt x="2234600" y="2262901"/>
                  </a:lnTo>
                  <a:lnTo>
                    <a:pt x="2189584" y="2202606"/>
                  </a:lnTo>
                  <a:lnTo>
                    <a:pt x="2144582" y="2142366"/>
                  </a:lnTo>
                  <a:lnTo>
                    <a:pt x="2099743" y="2082808"/>
                  </a:lnTo>
                  <a:lnTo>
                    <a:pt x="2055206" y="2024532"/>
                  </a:lnTo>
                  <a:lnTo>
                    <a:pt x="2011076" y="1968083"/>
                  </a:lnTo>
                  <a:lnTo>
                    <a:pt x="1967421" y="1913932"/>
                  </a:lnTo>
                  <a:lnTo>
                    <a:pt x="1924256" y="1862461"/>
                  </a:lnTo>
                  <a:lnTo>
                    <a:pt x="1881537" y="1813957"/>
                  </a:lnTo>
                  <a:lnTo>
                    <a:pt x="1839153" y="1768607"/>
                  </a:lnTo>
                  <a:lnTo>
                    <a:pt x="1796917" y="1726506"/>
                  </a:lnTo>
                  <a:lnTo>
                    <a:pt x="1754560" y="1687659"/>
                  </a:lnTo>
                  <a:lnTo>
                    <a:pt x="1719082" y="1657860"/>
                  </a:lnTo>
                  <a:lnTo>
                    <a:pt x="1671308" y="1621813"/>
                  </a:lnTo>
                  <a:lnTo>
                    <a:pt x="1621843" y="1589495"/>
                  </a:lnTo>
                  <a:lnTo>
                    <a:pt x="1569869" y="1560702"/>
                  </a:lnTo>
                  <a:lnTo>
                    <a:pt x="1514471" y="1535094"/>
                  </a:lnTo>
                  <a:lnTo>
                    <a:pt x="1454722" y="1512297"/>
                  </a:lnTo>
                  <a:lnTo>
                    <a:pt x="1389773" y="1491953"/>
                  </a:lnTo>
                  <a:lnTo>
                    <a:pt x="1318956" y="1473751"/>
                  </a:lnTo>
                  <a:lnTo>
                    <a:pt x="1241936" y="1457448"/>
                  </a:lnTo>
                  <a:lnTo>
                    <a:pt x="1158907" y="1442871"/>
                  </a:lnTo>
                  <a:lnTo>
                    <a:pt x="1070810" y="1429921"/>
                  </a:lnTo>
                  <a:lnTo>
                    <a:pt x="979547" y="1418566"/>
                  </a:lnTo>
                  <a:lnTo>
                    <a:pt x="888089" y="1408824"/>
                  </a:lnTo>
                  <a:lnTo>
                    <a:pt x="800359" y="1400735"/>
                  </a:lnTo>
                  <a:lnTo>
                    <a:pt x="720808" y="1394320"/>
                  </a:lnTo>
                  <a:lnTo>
                    <a:pt x="653660" y="1389544"/>
                  </a:lnTo>
                  <a:lnTo>
                    <a:pt x="601998" y="1386278"/>
                  </a:lnTo>
                  <a:lnTo>
                    <a:pt x="566969" y="1384298"/>
                  </a:lnTo>
                  <a:lnTo>
                    <a:pt x="547386" y="1383304"/>
                  </a:lnTo>
                  <a:lnTo>
                    <a:pt x="539782" y="1382955"/>
                  </a:lnTo>
                  <a:lnTo>
                    <a:pt x="538736" y="1382911"/>
                  </a:lnTo>
                  <a:lnTo>
                    <a:pt x="0" y="1382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4" name="pg494"/>
            <p:cNvSpPr/>
            <p:nvPr/>
          </p:nvSpPr>
          <p:spPr>
            <a:xfrm>
              <a:off x="546595" y="2187814"/>
              <a:ext cx="8234974" cy="1676916"/>
            </a:xfrm>
            <a:custGeom>
              <a:avLst/>
              <a:pathLst>
                <a:path w="8234974" h="1676916">
                  <a:moveTo>
                    <a:pt x="0" y="10889"/>
                  </a:moveTo>
                  <a:lnTo>
                    <a:pt x="538736" y="10889"/>
                  </a:lnTo>
                  <a:lnTo>
                    <a:pt x="539988" y="10942"/>
                  </a:lnTo>
                  <a:lnTo>
                    <a:pt x="548166" y="11323"/>
                  </a:lnTo>
                  <a:lnTo>
                    <a:pt x="568579" y="12376"/>
                  </a:lnTo>
                  <a:lnTo>
                    <a:pt x="604565" y="14443"/>
                  </a:lnTo>
                  <a:lnTo>
                    <a:pt x="657172" y="17825"/>
                  </a:lnTo>
                  <a:lnTo>
                    <a:pt x="725124" y="22741"/>
                  </a:lnTo>
                  <a:lnTo>
                    <a:pt x="805250" y="29315"/>
                  </a:lnTo>
                  <a:lnTo>
                    <a:pt x="893291" y="37579"/>
                  </a:lnTo>
                  <a:lnTo>
                    <a:pt x="984813" y="47510"/>
                  </a:lnTo>
                  <a:lnTo>
                    <a:pt x="1075941" y="59067"/>
                  </a:lnTo>
                  <a:lnTo>
                    <a:pt x="1163769" y="72234"/>
                  </a:lnTo>
                  <a:lnTo>
                    <a:pt x="1246454" y="87046"/>
                  </a:lnTo>
                  <a:lnTo>
                    <a:pt x="1323103" y="103609"/>
                  </a:lnTo>
                  <a:lnTo>
                    <a:pt x="1393560" y="122100"/>
                  </a:lnTo>
                  <a:lnTo>
                    <a:pt x="1458183" y="142771"/>
                  </a:lnTo>
                  <a:lnTo>
                    <a:pt x="1517650" y="165936"/>
                  </a:lnTo>
                  <a:lnTo>
                    <a:pt x="1572821" y="191958"/>
                  </a:lnTo>
                  <a:lnTo>
                    <a:pt x="1624620" y="221217"/>
                  </a:lnTo>
                  <a:lnTo>
                    <a:pt x="1673959" y="254049"/>
                  </a:lnTo>
                  <a:lnTo>
                    <a:pt x="1719082" y="288560"/>
                  </a:lnTo>
                  <a:lnTo>
                    <a:pt x="1761692" y="325010"/>
                  </a:lnTo>
                  <a:lnTo>
                    <a:pt x="1803886" y="364673"/>
                  </a:lnTo>
                  <a:lnTo>
                    <a:pt x="1846010" y="407609"/>
                  </a:lnTo>
                  <a:lnTo>
                    <a:pt x="1888317" y="453797"/>
                  </a:lnTo>
                  <a:lnTo>
                    <a:pt x="1930980" y="503130"/>
                  </a:lnTo>
                  <a:lnTo>
                    <a:pt x="1974097" y="555403"/>
                  </a:lnTo>
                  <a:lnTo>
                    <a:pt x="2017703" y="610315"/>
                  </a:lnTo>
                  <a:lnTo>
                    <a:pt x="2061774" y="667469"/>
                  </a:lnTo>
                  <a:lnTo>
                    <a:pt x="2106237" y="726380"/>
                  </a:lnTo>
                  <a:lnTo>
                    <a:pt x="2150980" y="786494"/>
                  </a:lnTo>
                  <a:lnTo>
                    <a:pt x="2195867" y="847205"/>
                  </a:lnTo>
                  <a:lnTo>
                    <a:pt x="2240745" y="907882"/>
                  </a:lnTo>
                  <a:lnTo>
                    <a:pt x="2285465" y="967894"/>
                  </a:lnTo>
                  <a:lnTo>
                    <a:pt x="2329890" y="1026640"/>
                  </a:lnTo>
                  <a:lnTo>
                    <a:pt x="2373913" y="1083573"/>
                  </a:lnTo>
                  <a:lnTo>
                    <a:pt x="2417466" y="1138216"/>
                  </a:lnTo>
                  <a:lnTo>
                    <a:pt x="2460531" y="1190182"/>
                  </a:lnTo>
                  <a:lnTo>
                    <a:pt x="2503149" y="1239181"/>
                  </a:lnTo>
                  <a:lnTo>
                    <a:pt x="2545427" y="1285020"/>
                  </a:lnTo>
                  <a:lnTo>
                    <a:pt x="2587545" y="1327599"/>
                  </a:lnTo>
                  <a:lnTo>
                    <a:pt x="2629765" y="1366909"/>
                  </a:lnTo>
                  <a:lnTo>
                    <a:pt x="2667772" y="1399245"/>
                  </a:lnTo>
                  <a:lnTo>
                    <a:pt x="2715535" y="1435640"/>
                  </a:lnTo>
                  <a:lnTo>
                    <a:pt x="2764985" y="1468271"/>
                  </a:lnTo>
                  <a:lnTo>
                    <a:pt x="2816944" y="1497344"/>
                  </a:lnTo>
                  <a:lnTo>
                    <a:pt x="2872325" y="1523201"/>
                  </a:lnTo>
                  <a:lnTo>
                    <a:pt x="2932053" y="1546221"/>
                  </a:lnTo>
                  <a:lnTo>
                    <a:pt x="2996978" y="1566765"/>
                  </a:lnTo>
                  <a:lnTo>
                    <a:pt x="3067767" y="1585145"/>
                  </a:lnTo>
                  <a:lnTo>
                    <a:pt x="3144754" y="1601609"/>
                  </a:lnTo>
                  <a:lnTo>
                    <a:pt x="3227750" y="1616330"/>
                  </a:lnTo>
                  <a:lnTo>
                    <a:pt x="3315814" y="1629409"/>
                  </a:lnTo>
                  <a:lnTo>
                    <a:pt x="3407048" y="1640878"/>
                  </a:lnTo>
                  <a:lnTo>
                    <a:pt x="3498488" y="1650719"/>
                  </a:lnTo>
                  <a:lnTo>
                    <a:pt x="3586215" y="1658892"/>
                  </a:lnTo>
                  <a:lnTo>
                    <a:pt x="3665781" y="1665374"/>
                  </a:lnTo>
                  <a:lnTo>
                    <a:pt x="3732965" y="1670202"/>
                  </a:lnTo>
                  <a:lnTo>
                    <a:pt x="3784679" y="1673505"/>
                  </a:lnTo>
                  <a:lnTo>
                    <a:pt x="3819768" y="1675509"/>
                  </a:lnTo>
                  <a:lnTo>
                    <a:pt x="3839409" y="1676517"/>
                  </a:lnTo>
                  <a:lnTo>
                    <a:pt x="3847056" y="1676871"/>
                  </a:lnTo>
                  <a:lnTo>
                    <a:pt x="3848118" y="1676916"/>
                  </a:lnTo>
                  <a:lnTo>
                    <a:pt x="4386855" y="1676916"/>
                  </a:lnTo>
                  <a:lnTo>
                    <a:pt x="4388118" y="1676868"/>
                  </a:lnTo>
                  <a:lnTo>
                    <a:pt x="4396360" y="1676527"/>
                  </a:lnTo>
                  <a:lnTo>
                    <a:pt x="4416930" y="1675583"/>
                  </a:lnTo>
                  <a:lnTo>
                    <a:pt x="4453176" y="1673730"/>
                  </a:lnTo>
                  <a:lnTo>
                    <a:pt x="4506133" y="1670700"/>
                  </a:lnTo>
                  <a:lnTo>
                    <a:pt x="4574486" y="1666296"/>
                  </a:lnTo>
                  <a:lnTo>
                    <a:pt x="4655016" y="1660409"/>
                  </a:lnTo>
                  <a:lnTo>
                    <a:pt x="4743417" y="1653011"/>
                  </a:lnTo>
                  <a:lnTo>
                    <a:pt x="4835224" y="1644125"/>
                  </a:lnTo>
                  <a:lnTo>
                    <a:pt x="4926549" y="1633786"/>
                  </a:lnTo>
                  <a:lnTo>
                    <a:pt x="5014490" y="1622008"/>
                  </a:lnTo>
                  <a:lnTo>
                    <a:pt x="5097221" y="1608756"/>
                  </a:lnTo>
                  <a:lnTo>
                    <a:pt x="5173866" y="1593936"/>
                  </a:lnTo>
                  <a:lnTo>
                    <a:pt x="5244291" y="1577386"/>
                  </a:lnTo>
                  <a:lnTo>
                    <a:pt x="5308870" y="1558878"/>
                  </a:lnTo>
                  <a:lnTo>
                    <a:pt x="5368299" y="1538127"/>
                  </a:lnTo>
                  <a:lnTo>
                    <a:pt x="5423447" y="1514807"/>
                  </a:lnTo>
                  <a:lnTo>
                    <a:pt x="5475250" y="1488579"/>
                  </a:lnTo>
                  <a:lnTo>
                    <a:pt x="5524623" y="1459145"/>
                  </a:lnTo>
                  <a:lnTo>
                    <a:pt x="5567201" y="1430097"/>
                  </a:lnTo>
                  <a:lnTo>
                    <a:pt x="5611202" y="1396584"/>
                  </a:lnTo>
                  <a:lnTo>
                    <a:pt x="5654773" y="1360021"/>
                  </a:lnTo>
                  <a:lnTo>
                    <a:pt x="5698289" y="1320355"/>
                  </a:lnTo>
                  <a:lnTo>
                    <a:pt x="5742022" y="1277611"/>
                  </a:lnTo>
                  <a:lnTo>
                    <a:pt x="5786152" y="1231905"/>
                  </a:lnTo>
                  <a:lnTo>
                    <a:pt x="5830778" y="1183453"/>
                  </a:lnTo>
                  <a:lnTo>
                    <a:pt x="5875923" y="1132565"/>
                  </a:lnTo>
                  <a:lnTo>
                    <a:pt x="5921551" y="1079652"/>
                  </a:lnTo>
                  <a:lnTo>
                    <a:pt x="5967569" y="1025204"/>
                  </a:lnTo>
                  <a:lnTo>
                    <a:pt x="6013845" y="969782"/>
                  </a:lnTo>
                  <a:lnTo>
                    <a:pt x="6060221" y="913989"/>
                  </a:lnTo>
                  <a:lnTo>
                    <a:pt x="6106530" y="858447"/>
                  </a:lnTo>
                  <a:lnTo>
                    <a:pt x="6152610" y="803764"/>
                  </a:lnTo>
                  <a:lnTo>
                    <a:pt x="6198322" y="750510"/>
                  </a:lnTo>
                  <a:lnTo>
                    <a:pt x="6243566" y="699194"/>
                  </a:lnTo>
                  <a:lnTo>
                    <a:pt x="6288293" y="650239"/>
                  </a:lnTo>
                  <a:lnTo>
                    <a:pt x="6332514" y="603979"/>
                  </a:lnTo>
                  <a:lnTo>
                    <a:pt x="6376313" y="560646"/>
                  </a:lnTo>
                  <a:lnTo>
                    <a:pt x="6419853" y="520376"/>
                  </a:lnTo>
                  <a:lnTo>
                    <a:pt x="6463388" y="483211"/>
                  </a:lnTo>
                  <a:lnTo>
                    <a:pt x="6507270" y="449112"/>
                  </a:lnTo>
                  <a:lnTo>
                    <a:pt x="6515891" y="442822"/>
                  </a:lnTo>
                  <a:lnTo>
                    <a:pt x="6563788" y="410385"/>
                  </a:lnTo>
                  <a:lnTo>
                    <a:pt x="6613384" y="381313"/>
                  </a:lnTo>
                  <a:lnTo>
                    <a:pt x="6665508" y="355420"/>
                  </a:lnTo>
                  <a:lnTo>
                    <a:pt x="6721080" y="332398"/>
                  </a:lnTo>
                  <a:lnTo>
                    <a:pt x="6781034" y="311909"/>
                  </a:lnTo>
                  <a:lnTo>
                    <a:pt x="6846224" y="293628"/>
                  </a:lnTo>
                  <a:lnTo>
                    <a:pt x="6917319" y="277277"/>
                  </a:lnTo>
                  <a:lnTo>
                    <a:pt x="6994650" y="262636"/>
                  </a:lnTo>
                  <a:lnTo>
                    <a:pt x="7078009" y="249550"/>
                  </a:lnTo>
                  <a:lnTo>
                    <a:pt x="7166429" y="237930"/>
                  </a:lnTo>
                  <a:lnTo>
                    <a:pt x="7257969" y="227748"/>
                  </a:lnTo>
                  <a:lnTo>
                    <a:pt x="7349607" y="219023"/>
                  </a:lnTo>
                  <a:lnTo>
                    <a:pt x="7437368" y="211791"/>
                  </a:lnTo>
                  <a:lnTo>
                    <a:pt x="7516761" y="206069"/>
                  </a:lnTo>
                  <a:lnTo>
                    <a:pt x="7583556" y="201823"/>
                  </a:lnTo>
                  <a:lnTo>
                    <a:pt x="7634705" y="198933"/>
                  </a:lnTo>
                  <a:lnTo>
                    <a:pt x="7669140" y="197194"/>
                  </a:lnTo>
                  <a:lnTo>
                    <a:pt x="7688156" y="196331"/>
                  </a:lnTo>
                  <a:lnTo>
                    <a:pt x="7695340" y="196036"/>
                  </a:lnTo>
                  <a:lnTo>
                    <a:pt x="7696237" y="196003"/>
                  </a:lnTo>
                  <a:lnTo>
                    <a:pt x="8234974" y="196003"/>
                  </a:lnTo>
                  <a:lnTo>
                    <a:pt x="8234974" y="185114"/>
                  </a:lnTo>
                  <a:lnTo>
                    <a:pt x="7696237" y="185114"/>
                  </a:lnTo>
                  <a:lnTo>
                    <a:pt x="7694975" y="185161"/>
                  </a:lnTo>
                  <a:lnTo>
                    <a:pt x="7686732" y="185503"/>
                  </a:lnTo>
                  <a:lnTo>
                    <a:pt x="7666162" y="186447"/>
                  </a:lnTo>
                  <a:lnTo>
                    <a:pt x="7629916" y="188300"/>
                  </a:lnTo>
                  <a:lnTo>
                    <a:pt x="7576959" y="191330"/>
                  </a:lnTo>
                  <a:lnTo>
                    <a:pt x="7508606" y="195734"/>
                  </a:lnTo>
                  <a:lnTo>
                    <a:pt x="7428077" y="201621"/>
                  </a:lnTo>
                  <a:lnTo>
                    <a:pt x="7339676" y="209018"/>
                  </a:lnTo>
                  <a:lnTo>
                    <a:pt x="7247869" y="217905"/>
                  </a:lnTo>
                  <a:lnTo>
                    <a:pt x="7156544" y="228244"/>
                  </a:lnTo>
                  <a:lnTo>
                    <a:pt x="7068602" y="240022"/>
                  </a:lnTo>
                  <a:lnTo>
                    <a:pt x="6985872" y="253273"/>
                  </a:lnTo>
                  <a:lnTo>
                    <a:pt x="6909226" y="268093"/>
                  </a:lnTo>
                  <a:lnTo>
                    <a:pt x="6838802" y="284644"/>
                  </a:lnTo>
                  <a:lnTo>
                    <a:pt x="6774223" y="303152"/>
                  </a:lnTo>
                  <a:lnTo>
                    <a:pt x="6714793" y="323902"/>
                  </a:lnTo>
                  <a:lnTo>
                    <a:pt x="6659645" y="347222"/>
                  </a:lnTo>
                  <a:lnTo>
                    <a:pt x="6607842" y="373450"/>
                  </a:lnTo>
                  <a:lnTo>
                    <a:pt x="6558470" y="402885"/>
                  </a:lnTo>
                  <a:lnTo>
                    <a:pt x="6515891" y="431933"/>
                  </a:lnTo>
                  <a:lnTo>
                    <a:pt x="6471890" y="465446"/>
                  </a:lnTo>
                  <a:lnTo>
                    <a:pt x="6428320" y="502008"/>
                  </a:lnTo>
                  <a:lnTo>
                    <a:pt x="6384803" y="541675"/>
                  </a:lnTo>
                  <a:lnTo>
                    <a:pt x="6341070" y="584419"/>
                  </a:lnTo>
                  <a:lnTo>
                    <a:pt x="6296940" y="630124"/>
                  </a:lnTo>
                  <a:lnTo>
                    <a:pt x="6252315" y="678577"/>
                  </a:lnTo>
                  <a:lnTo>
                    <a:pt x="6207169" y="729464"/>
                  </a:lnTo>
                  <a:lnTo>
                    <a:pt x="6161542" y="782378"/>
                  </a:lnTo>
                  <a:lnTo>
                    <a:pt x="6115524" y="836826"/>
                  </a:lnTo>
                  <a:lnTo>
                    <a:pt x="6069247" y="892248"/>
                  </a:lnTo>
                  <a:lnTo>
                    <a:pt x="6022871" y="948041"/>
                  </a:lnTo>
                  <a:lnTo>
                    <a:pt x="5976562" y="1003583"/>
                  </a:lnTo>
                  <a:lnTo>
                    <a:pt x="5930483" y="1058266"/>
                  </a:lnTo>
                  <a:lnTo>
                    <a:pt x="5884770" y="1111520"/>
                  </a:lnTo>
                  <a:lnTo>
                    <a:pt x="5839526" y="1162836"/>
                  </a:lnTo>
                  <a:lnTo>
                    <a:pt x="5794800" y="1211790"/>
                  </a:lnTo>
                  <a:lnTo>
                    <a:pt x="5750578" y="1258051"/>
                  </a:lnTo>
                  <a:lnTo>
                    <a:pt x="5706779" y="1301383"/>
                  </a:lnTo>
                  <a:lnTo>
                    <a:pt x="5663239" y="1341654"/>
                  </a:lnTo>
                  <a:lnTo>
                    <a:pt x="5619705" y="1378819"/>
                  </a:lnTo>
                  <a:lnTo>
                    <a:pt x="5575823" y="1412918"/>
                  </a:lnTo>
                  <a:lnTo>
                    <a:pt x="5567201" y="1419208"/>
                  </a:lnTo>
                  <a:lnTo>
                    <a:pt x="5519305" y="1451644"/>
                  </a:lnTo>
                  <a:lnTo>
                    <a:pt x="5469708" y="1480716"/>
                  </a:lnTo>
                  <a:lnTo>
                    <a:pt x="5417584" y="1506610"/>
                  </a:lnTo>
                  <a:lnTo>
                    <a:pt x="5362012" y="1529631"/>
                  </a:lnTo>
                  <a:lnTo>
                    <a:pt x="5302059" y="1550121"/>
                  </a:lnTo>
                  <a:lnTo>
                    <a:pt x="5236869" y="1568402"/>
                  </a:lnTo>
                  <a:lnTo>
                    <a:pt x="5165773" y="1584752"/>
                  </a:lnTo>
                  <a:lnTo>
                    <a:pt x="5088443" y="1599394"/>
                  </a:lnTo>
                  <a:lnTo>
                    <a:pt x="5005083" y="1612480"/>
                  </a:lnTo>
                  <a:lnTo>
                    <a:pt x="4916663" y="1624100"/>
                  </a:lnTo>
                  <a:lnTo>
                    <a:pt x="4825124" y="1634281"/>
                  </a:lnTo>
                  <a:lnTo>
                    <a:pt x="4733485" y="1643006"/>
                  </a:lnTo>
                  <a:lnTo>
                    <a:pt x="4645725" y="1650239"/>
                  </a:lnTo>
                  <a:lnTo>
                    <a:pt x="4566331" y="1655960"/>
                  </a:lnTo>
                  <a:lnTo>
                    <a:pt x="4499536" y="1660207"/>
                  </a:lnTo>
                  <a:lnTo>
                    <a:pt x="4448387" y="1663097"/>
                  </a:lnTo>
                  <a:lnTo>
                    <a:pt x="4413953" y="1664836"/>
                  </a:lnTo>
                  <a:lnTo>
                    <a:pt x="4394936" y="1665699"/>
                  </a:lnTo>
                  <a:lnTo>
                    <a:pt x="4387752" y="1665993"/>
                  </a:lnTo>
                  <a:lnTo>
                    <a:pt x="4386855" y="1666027"/>
                  </a:lnTo>
                  <a:lnTo>
                    <a:pt x="3848118" y="1666027"/>
                  </a:lnTo>
                  <a:lnTo>
                    <a:pt x="3846866" y="1665974"/>
                  </a:lnTo>
                  <a:lnTo>
                    <a:pt x="3838689" y="1665593"/>
                  </a:lnTo>
                  <a:lnTo>
                    <a:pt x="3818275" y="1664539"/>
                  </a:lnTo>
                  <a:lnTo>
                    <a:pt x="3782289" y="1662472"/>
                  </a:lnTo>
                  <a:lnTo>
                    <a:pt x="3729682" y="1659091"/>
                  </a:lnTo>
                  <a:lnTo>
                    <a:pt x="3661731" y="1654175"/>
                  </a:lnTo>
                  <a:lnTo>
                    <a:pt x="3581605" y="1647601"/>
                  </a:lnTo>
                  <a:lnTo>
                    <a:pt x="3493564" y="1639336"/>
                  </a:lnTo>
                  <a:lnTo>
                    <a:pt x="3402041" y="1629406"/>
                  </a:lnTo>
                  <a:lnTo>
                    <a:pt x="3310913" y="1617849"/>
                  </a:lnTo>
                  <a:lnTo>
                    <a:pt x="3223086" y="1604682"/>
                  </a:lnTo>
                  <a:lnTo>
                    <a:pt x="3140401" y="1589869"/>
                  </a:lnTo>
                  <a:lnTo>
                    <a:pt x="3063752" y="1573306"/>
                  </a:lnTo>
                  <a:lnTo>
                    <a:pt x="2993294" y="1554815"/>
                  </a:lnTo>
                  <a:lnTo>
                    <a:pt x="2928672" y="1534145"/>
                  </a:lnTo>
                  <a:lnTo>
                    <a:pt x="2869204" y="1510980"/>
                  </a:lnTo>
                  <a:lnTo>
                    <a:pt x="2814034" y="1484957"/>
                  </a:lnTo>
                  <a:lnTo>
                    <a:pt x="2762235" y="1455698"/>
                  </a:lnTo>
                  <a:lnTo>
                    <a:pt x="2712896" y="1422866"/>
                  </a:lnTo>
                  <a:lnTo>
                    <a:pt x="2667772" y="1388356"/>
                  </a:lnTo>
                  <a:lnTo>
                    <a:pt x="2625163" y="1351905"/>
                  </a:lnTo>
                  <a:lnTo>
                    <a:pt x="2582969" y="1312242"/>
                  </a:lnTo>
                  <a:lnTo>
                    <a:pt x="2540845" y="1269307"/>
                  </a:lnTo>
                  <a:lnTo>
                    <a:pt x="2498537" y="1223119"/>
                  </a:lnTo>
                  <a:lnTo>
                    <a:pt x="2455874" y="1173786"/>
                  </a:lnTo>
                  <a:lnTo>
                    <a:pt x="2412757" y="1121513"/>
                  </a:lnTo>
                  <a:lnTo>
                    <a:pt x="2369151" y="1066601"/>
                  </a:lnTo>
                  <a:lnTo>
                    <a:pt x="2325081" y="1009447"/>
                  </a:lnTo>
                  <a:lnTo>
                    <a:pt x="2280618" y="950535"/>
                  </a:lnTo>
                  <a:lnTo>
                    <a:pt x="2235874" y="890421"/>
                  </a:lnTo>
                  <a:lnTo>
                    <a:pt x="2190988" y="829710"/>
                  </a:lnTo>
                  <a:lnTo>
                    <a:pt x="2146109" y="769034"/>
                  </a:lnTo>
                  <a:lnTo>
                    <a:pt x="2101390" y="709021"/>
                  </a:lnTo>
                  <a:lnTo>
                    <a:pt x="2056965" y="650275"/>
                  </a:lnTo>
                  <a:lnTo>
                    <a:pt x="2012942" y="593343"/>
                  </a:lnTo>
                  <a:lnTo>
                    <a:pt x="1969389" y="538700"/>
                  </a:lnTo>
                  <a:lnTo>
                    <a:pt x="1926324" y="486733"/>
                  </a:lnTo>
                  <a:lnTo>
                    <a:pt x="1883706" y="437734"/>
                  </a:lnTo>
                  <a:lnTo>
                    <a:pt x="1841428" y="391896"/>
                  </a:lnTo>
                  <a:lnTo>
                    <a:pt x="1799310" y="349317"/>
                  </a:lnTo>
                  <a:lnTo>
                    <a:pt x="1757089" y="310007"/>
                  </a:lnTo>
                  <a:lnTo>
                    <a:pt x="1719082" y="277671"/>
                  </a:lnTo>
                  <a:lnTo>
                    <a:pt x="1671320" y="241275"/>
                  </a:lnTo>
                  <a:lnTo>
                    <a:pt x="1621869" y="208645"/>
                  </a:lnTo>
                  <a:lnTo>
                    <a:pt x="1569910" y="179572"/>
                  </a:lnTo>
                  <a:lnTo>
                    <a:pt x="1514529" y="153715"/>
                  </a:lnTo>
                  <a:lnTo>
                    <a:pt x="1454802" y="130695"/>
                  </a:lnTo>
                  <a:lnTo>
                    <a:pt x="1389877" y="110150"/>
                  </a:lnTo>
                  <a:lnTo>
                    <a:pt x="1319088" y="91770"/>
                  </a:lnTo>
                  <a:lnTo>
                    <a:pt x="1242100" y="75307"/>
                  </a:lnTo>
                  <a:lnTo>
                    <a:pt x="1159104" y="60585"/>
                  </a:lnTo>
                  <a:lnTo>
                    <a:pt x="1071040" y="47507"/>
                  </a:lnTo>
                  <a:lnTo>
                    <a:pt x="979806" y="36037"/>
                  </a:lnTo>
                  <a:lnTo>
                    <a:pt x="888366" y="26196"/>
                  </a:lnTo>
                  <a:lnTo>
                    <a:pt x="800640" y="18024"/>
                  </a:lnTo>
                  <a:lnTo>
                    <a:pt x="721073" y="11542"/>
                  </a:lnTo>
                  <a:lnTo>
                    <a:pt x="653890" y="6713"/>
                  </a:lnTo>
                  <a:lnTo>
                    <a:pt x="602176" y="3410"/>
                  </a:lnTo>
                  <a:lnTo>
                    <a:pt x="567087" y="1407"/>
                  </a:lnTo>
                  <a:lnTo>
                    <a:pt x="547445" y="399"/>
                  </a:lnTo>
                  <a:lnTo>
                    <a:pt x="539798" y="4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95" name="pl495"/>
            <p:cNvSpPr/>
            <p:nvPr/>
          </p:nvSpPr>
          <p:spPr>
            <a:xfrm>
              <a:off x="546595" y="2198703"/>
              <a:ext cx="8234974" cy="1666027"/>
            </a:xfrm>
            <a:custGeom>
              <a:avLst/>
              <a:pathLst>
                <a:path w="8234974" h="1666027">
                  <a:moveTo>
                    <a:pt x="0" y="0"/>
                  </a:moveTo>
                  <a:lnTo>
                    <a:pt x="538736" y="0"/>
                  </a:lnTo>
                  <a:lnTo>
                    <a:pt x="539988" y="53"/>
                  </a:lnTo>
                  <a:lnTo>
                    <a:pt x="548166" y="434"/>
                  </a:lnTo>
                  <a:lnTo>
                    <a:pt x="568579" y="1487"/>
                  </a:lnTo>
                  <a:lnTo>
                    <a:pt x="604565" y="3554"/>
                  </a:lnTo>
                  <a:lnTo>
                    <a:pt x="657172" y="6936"/>
                  </a:lnTo>
                  <a:lnTo>
                    <a:pt x="725124" y="11852"/>
                  </a:lnTo>
                  <a:lnTo>
                    <a:pt x="805250" y="18426"/>
                  </a:lnTo>
                  <a:lnTo>
                    <a:pt x="893291" y="26690"/>
                  </a:lnTo>
                  <a:lnTo>
                    <a:pt x="984813" y="36621"/>
                  </a:lnTo>
                  <a:lnTo>
                    <a:pt x="1075941" y="48178"/>
                  </a:lnTo>
                  <a:lnTo>
                    <a:pt x="1163769" y="61345"/>
                  </a:lnTo>
                  <a:lnTo>
                    <a:pt x="1246454" y="76157"/>
                  </a:lnTo>
                  <a:lnTo>
                    <a:pt x="1323103" y="92720"/>
                  </a:lnTo>
                  <a:lnTo>
                    <a:pt x="1393560" y="111211"/>
                  </a:lnTo>
                  <a:lnTo>
                    <a:pt x="1458183" y="131882"/>
                  </a:lnTo>
                  <a:lnTo>
                    <a:pt x="1517650" y="155047"/>
                  </a:lnTo>
                  <a:lnTo>
                    <a:pt x="1572821" y="181069"/>
                  </a:lnTo>
                  <a:lnTo>
                    <a:pt x="1624620" y="210328"/>
                  </a:lnTo>
                  <a:lnTo>
                    <a:pt x="1673959" y="243160"/>
                  </a:lnTo>
                  <a:lnTo>
                    <a:pt x="1719082" y="277671"/>
                  </a:lnTo>
                  <a:lnTo>
                    <a:pt x="1761692" y="314121"/>
                  </a:lnTo>
                  <a:lnTo>
                    <a:pt x="1803886" y="353784"/>
                  </a:lnTo>
                  <a:lnTo>
                    <a:pt x="1846010" y="396720"/>
                  </a:lnTo>
                  <a:lnTo>
                    <a:pt x="1888317" y="442908"/>
                  </a:lnTo>
                  <a:lnTo>
                    <a:pt x="1930980" y="492240"/>
                  </a:lnTo>
                  <a:lnTo>
                    <a:pt x="1974097" y="544514"/>
                  </a:lnTo>
                  <a:lnTo>
                    <a:pt x="2017703" y="599426"/>
                  </a:lnTo>
                  <a:lnTo>
                    <a:pt x="2061774" y="656580"/>
                  </a:lnTo>
                  <a:lnTo>
                    <a:pt x="2106237" y="715491"/>
                  </a:lnTo>
                  <a:lnTo>
                    <a:pt x="2150980" y="775605"/>
                  </a:lnTo>
                  <a:lnTo>
                    <a:pt x="2195867" y="836316"/>
                  </a:lnTo>
                  <a:lnTo>
                    <a:pt x="2240745" y="896993"/>
                  </a:lnTo>
                  <a:lnTo>
                    <a:pt x="2285465" y="957005"/>
                  </a:lnTo>
                  <a:lnTo>
                    <a:pt x="2329890" y="1015751"/>
                  </a:lnTo>
                  <a:lnTo>
                    <a:pt x="2373913" y="1072683"/>
                  </a:lnTo>
                  <a:lnTo>
                    <a:pt x="2417466" y="1127326"/>
                  </a:lnTo>
                  <a:lnTo>
                    <a:pt x="2460531" y="1179293"/>
                  </a:lnTo>
                  <a:lnTo>
                    <a:pt x="2503149" y="1228292"/>
                  </a:lnTo>
                  <a:lnTo>
                    <a:pt x="2545427" y="1274130"/>
                  </a:lnTo>
                  <a:lnTo>
                    <a:pt x="2587545" y="1316710"/>
                  </a:lnTo>
                  <a:lnTo>
                    <a:pt x="2629765" y="1356020"/>
                  </a:lnTo>
                  <a:lnTo>
                    <a:pt x="2667772" y="1388356"/>
                  </a:lnTo>
                  <a:lnTo>
                    <a:pt x="2715535" y="1424751"/>
                  </a:lnTo>
                  <a:lnTo>
                    <a:pt x="2764985" y="1457382"/>
                  </a:lnTo>
                  <a:lnTo>
                    <a:pt x="2816944" y="1486455"/>
                  </a:lnTo>
                  <a:lnTo>
                    <a:pt x="2872325" y="1512312"/>
                  </a:lnTo>
                  <a:lnTo>
                    <a:pt x="2932053" y="1535332"/>
                  </a:lnTo>
                  <a:lnTo>
                    <a:pt x="2996978" y="1555876"/>
                  </a:lnTo>
                  <a:lnTo>
                    <a:pt x="3067767" y="1574256"/>
                  </a:lnTo>
                  <a:lnTo>
                    <a:pt x="3144754" y="1590720"/>
                  </a:lnTo>
                  <a:lnTo>
                    <a:pt x="3227750" y="1605441"/>
                  </a:lnTo>
                  <a:lnTo>
                    <a:pt x="3315814" y="1618520"/>
                  </a:lnTo>
                  <a:lnTo>
                    <a:pt x="3407048" y="1629989"/>
                  </a:lnTo>
                  <a:lnTo>
                    <a:pt x="3498488" y="1639830"/>
                  </a:lnTo>
                  <a:lnTo>
                    <a:pt x="3586215" y="1648003"/>
                  </a:lnTo>
                  <a:lnTo>
                    <a:pt x="3665781" y="1654484"/>
                  </a:lnTo>
                  <a:lnTo>
                    <a:pt x="3732965" y="1659313"/>
                  </a:lnTo>
                  <a:lnTo>
                    <a:pt x="3784679" y="1662616"/>
                  </a:lnTo>
                  <a:lnTo>
                    <a:pt x="3819768" y="1664620"/>
                  </a:lnTo>
                  <a:lnTo>
                    <a:pt x="3839409" y="1665628"/>
                  </a:lnTo>
                  <a:lnTo>
                    <a:pt x="3847056" y="1665982"/>
                  </a:lnTo>
                  <a:lnTo>
                    <a:pt x="3848118" y="1666027"/>
                  </a:lnTo>
                  <a:lnTo>
                    <a:pt x="4386855" y="1666027"/>
                  </a:lnTo>
                  <a:lnTo>
                    <a:pt x="4388118" y="1665979"/>
                  </a:lnTo>
                  <a:lnTo>
                    <a:pt x="4396360" y="1665638"/>
                  </a:lnTo>
                  <a:lnTo>
                    <a:pt x="4416930" y="1664694"/>
                  </a:lnTo>
                  <a:lnTo>
                    <a:pt x="4453176" y="1662841"/>
                  </a:lnTo>
                  <a:lnTo>
                    <a:pt x="4506133" y="1659811"/>
                  </a:lnTo>
                  <a:lnTo>
                    <a:pt x="4574486" y="1655407"/>
                  </a:lnTo>
                  <a:lnTo>
                    <a:pt x="4655016" y="1649520"/>
                  </a:lnTo>
                  <a:lnTo>
                    <a:pt x="4743417" y="1642122"/>
                  </a:lnTo>
                  <a:lnTo>
                    <a:pt x="4835224" y="1633236"/>
                  </a:lnTo>
                  <a:lnTo>
                    <a:pt x="4926549" y="1622897"/>
                  </a:lnTo>
                  <a:lnTo>
                    <a:pt x="5014490" y="1611119"/>
                  </a:lnTo>
                  <a:lnTo>
                    <a:pt x="5097221" y="1597867"/>
                  </a:lnTo>
                  <a:lnTo>
                    <a:pt x="5173866" y="1583047"/>
                  </a:lnTo>
                  <a:lnTo>
                    <a:pt x="5244291" y="1566497"/>
                  </a:lnTo>
                  <a:lnTo>
                    <a:pt x="5308870" y="1547989"/>
                  </a:lnTo>
                  <a:lnTo>
                    <a:pt x="5368299" y="1527238"/>
                  </a:lnTo>
                  <a:lnTo>
                    <a:pt x="5423447" y="1503918"/>
                  </a:lnTo>
                  <a:lnTo>
                    <a:pt x="5475250" y="1477690"/>
                  </a:lnTo>
                  <a:lnTo>
                    <a:pt x="5524623" y="1448256"/>
                  </a:lnTo>
                  <a:lnTo>
                    <a:pt x="5567201" y="1419208"/>
                  </a:lnTo>
                  <a:lnTo>
                    <a:pt x="5611202" y="1385695"/>
                  </a:lnTo>
                  <a:lnTo>
                    <a:pt x="5654773" y="1349132"/>
                  </a:lnTo>
                  <a:lnTo>
                    <a:pt x="5698289" y="1309466"/>
                  </a:lnTo>
                  <a:lnTo>
                    <a:pt x="5742022" y="1266722"/>
                  </a:lnTo>
                  <a:lnTo>
                    <a:pt x="5786152" y="1221016"/>
                  </a:lnTo>
                  <a:lnTo>
                    <a:pt x="5830778" y="1172564"/>
                  </a:lnTo>
                  <a:lnTo>
                    <a:pt x="5875923" y="1121676"/>
                  </a:lnTo>
                  <a:lnTo>
                    <a:pt x="5921551" y="1068762"/>
                  </a:lnTo>
                  <a:lnTo>
                    <a:pt x="5967569" y="1014315"/>
                  </a:lnTo>
                  <a:lnTo>
                    <a:pt x="6013845" y="958893"/>
                  </a:lnTo>
                  <a:lnTo>
                    <a:pt x="6060221" y="903100"/>
                  </a:lnTo>
                  <a:lnTo>
                    <a:pt x="6106530" y="847558"/>
                  </a:lnTo>
                  <a:lnTo>
                    <a:pt x="6152610" y="792875"/>
                  </a:lnTo>
                  <a:lnTo>
                    <a:pt x="6198322" y="739621"/>
                  </a:lnTo>
                  <a:lnTo>
                    <a:pt x="6243566" y="688304"/>
                  </a:lnTo>
                  <a:lnTo>
                    <a:pt x="6288293" y="639350"/>
                  </a:lnTo>
                  <a:lnTo>
                    <a:pt x="6332514" y="593090"/>
                  </a:lnTo>
                  <a:lnTo>
                    <a:pt x="6376313" y="549757"/>
                  </a:lnTo>
                  <a:lnTo>
                    <a:pt x="6419853" y="509487"/>
                  </a:lnTo>
                  <a:lnTo>
                    <a:pt x="6463388" y="472322"/>
                  </a:lnTo>
                  <a:lnTo>
                    <a:pt x="6507270" y="438223"/>
                  </a:lnTo>
                  <a:lnTo>
                    <a:pt x="6515891" y="431933"/>
                  </a:lnTo>
                  <a:lnTo>
                    <a:pt x="6563788" y="399496"/>
                  </a:lnTo>
                  <a:lnTo>
                    <a:pt x="6613384" y="370424"/>
                  </a:lnTo>
                  <a:lnTo>
                    <a:pt x="6665508" y="344531"/>
                  </a:lnTo>
                  <a:lnTo>
                    <a:pt x="6721080" y="321509"/>
                  </a:lnTo>
                  <a:lnTo>
                    <a:pt x="6781034" y="301020"/>
                  </a:lnTo>
                  <a:lnTo>
                    <a:pt x="6846224" y="282739"/>
                  </a:lnTo>
                  <a:lnTo>
                    <a:pt x="6917319" y="266388"/>
                  </a:lnTo>
                  <a:lnTo>
                    <a:pt x="6994650" y="251747"/>
                  </a:lnTo>
                  <a:lnTo>
                    <a:pt x="7078009" y="238660"/>
                  </a:lnTo>
                  <a:lnTo>
                    <a:pt x="7166429" y="227040"/>
                  </a:lnTo>
                  <a:lnTo>
                    <a:pt x="7257969" y="216859"/>
                  </a:lnTo>
                  <a:lnTo>
                    <a:pt x="7349607" y="208134"/>
                  </a:lnTo>
                  <a:lnTo>
                    <a:pt x="7437368" y="200902"/>
                  </a:lnTo>
                  <a:lnTo>
                    <a:pt x="7516761" y="195180"/>
                  </a:lnTo>
                  <a:lnTo>
                    <a:pt x="7583556" y="190934"/>
                  </a:lnTo>
                  <a:lnTo>
                    <a:pt x="7634705" y="188044"/>
                  </a:lnTo>
                  <a:lnTo>
                    <a:pt x="7669140" y="186305"/>
                  </a:lnTo>
                  <a:lnTo>
                    <a:pt x="7688156" y="185442"/>
                  </a:lnTo>
                  <a:lnTo>
                    <a:pt x="7695340" y="185147"/>
                  </a:lnTo>
                  <a:lnTo>
                    <a:pt x="7696237" y="185114"/>
                  </a:lnTo>
                  <a:lnTo>
                    <a:pt x="8234974" y="1851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6" name="pl496"/>
            <p:cNvSpPr/>
            <p:nvPr/>
          </p:nvSpPr>
          <p:spPr>
            <a:xfrm>
              <a:off x="546595" y="2187814"/>
              <a:ext cx="8234974" cy="1666027"/>
            </a:xfrm>
            <a:custGeom>
              <a:avLst/>
              <a:pathLst>
                <a:path w="8234974" h="1666027">
                  <a:moveTo>
                    <a:pt x="8234974" y="185114"/>
                  </a:moveTo>
                  <a:lnTo>
                    <a:pt x="7696237" y="185114"/>
                  </a:lnTo>
                  <a:lnTo>
                    <a:pt x="7694975" y="185161"/>
                  </a:lnTo>
                  <a:lnTo>
                    <a:pt x="7686732" y="185503"/>
                  </a:lnTo>
                  <a:lnTo>
                    <a:pt x="7666162" y="186447"/>
                  </a:lnTo>
                  <a:lnTo>
                    <a:pt x="7629916" y="188300"/>
                  </a:lnTo>
                  <a:lnTo>
                    <a:pt x="7576959" y="191330"/>
                  </a:lnTo>
                  <a:lnTo>
                    <a:pt x="7508606" y="195734"/>
                  </a:lnTo>
                  <a:lnTo>
                    <a:pt x="7428077" y="201621"/>
                  </a:lnTo>
                  <a:lnTo>
                    <a:pt x="7339676" y="209018"/>
                  </a:lnTo>
                  <a:lnTo>
                    <a:pt x="7247869" y="217905"/>
                  </a:lnTo>
                  <a:lnTo>
                    <a:pt x="7156544" y="228244"/>
                  </a:lnTo>
                  <a:lnTo>
                    <a:pt x="7068602" y="240022"/>
                  </a:lnTo>
                  <a:lnTo>
                    <a:pt x="6985872" y="253273"/>
                  </a:lnTo>
                  <a:lnTo>
                    <a:pt x="6909226" y="268093"/>
                  </a:lnTo>
                  <a:lnTo>
                    <a:pt x="6838802" y="284644"/>
                  </a:lnTo>
                  <a:lnTo>
                    <a:pt x="6774223" y="303152"/>
                  </a:lnTo>
                  <a:lnTo>
                    <a:pt x="6714793" y="323902"/>
                  </a:lnTo>
                  <a:lnTo>
                    <a:pt x="6659645" y="347222"/>
                  </a:lnTo>
                  <a:lnTo>
                    <a:pt x="6607842" y="373450"/>
                  </a:lnTo>
                  <a:lnTo>
                    <a:pt x="6558470" y="402885"/>
                  </a:lnTo>
                  <a:lnTo>
                    <a:pt x="6515891" y="431933"/>
                  </a:lnTo>
                  <a:lnTo>
                    <a:pt x="6471890" y="465446"/>
                  </a:lnTo>
                  <a:lnTo>
                    <a:pt x="6428320" y="502008"/>
                  </a:lnTo>
                  <a:lnTo>
                    <a:pt x="6384803" y="541675"/>
                  </a:lnTo>
                  <a:lnTo>
                    <a:pt x="6341070" y="584419"/>
                  </a:lnTo>
                  <a:lnTo>
                    <a:pt x="6296940" y="630124"/>
                  </a:lnTo>
                  <a:lnTo>
                    <a:pt x="6252315" y="678577"/>
                  </a:lnTo>
                  <a:lnTo>
                    <a:pt x="6207169" y="729464"/>
                  </a:lnTo>
                  <a:lnTo>
                    <a:pt x="6161542" y="782378"/>
                  </a:lnTo>
                  <a:lnTo>
                    <a:pt x="6115524" y="836826"/>
                  </a:lnTo>
                  <a:lnTo>
                    <a:pt x="6069247" y="892248"/>
                  </a:lnTo>
                  <a:lnTo>
                    <a:pt x="6022871" y="948041"/>
                  </a:lnTo>
                  <a:lnTo>
                    <a:pt x="5976562" y="1003583"/>
                  </a:lnTo>
                  <a:lnTo>
                    <a:pt x="5930483" y="1058266"/>
                  </a:lnTo>
                  <a:lnTo>
                    <a:pt x="5884770" y="1111520"/>
                  </a:lnTo>
                  <a:lnTo>
                    <a:pt x="5839526" y="1162836"/>
                  </a:lnTo>
                  <a:lnTo>
                    <a:pt x="5794800" y="1211790"/>
                  </a:lnTo>
                  <a:lnTo>
                    <a:pt x="5750578" y="1258051"/>
                  </a:lnTo>
                  <a:lnTo>
                    <a:pt x="5706779" y="1301383"/>
                  </a:lnTo>
                  <a:lnTo>
                    <a:pt x="5663239" y="1341654"/>
                  </a:lnTo>
                  <a:lnTo>
                    <a:pt x="5619705" y="1378819"/>
                  </a:lnTo>
                  <a:lnTo>
                    <a:pt x="5575823" y="1412918"/>
                  </a:lnTo>
                  <a:lnTo>
                    <a:pt x="5567201" y="1419208"/>
                  </a:lnTo>
                  <a:lnTo>
                    <a:pt x="5519305" y="1451644"/>
                  </a:lnTo>
                  <a:lnTo>
                    <a:pt x="5469708" y="1480716"/>
                  </a:lnTo>
                  <a:lnTo>
                    <a:pt x="5417584" y="1506610"/>
                  </a:lnTo>
                  <a:lnTo>
                    <a:pt x="5362012" y="1529631"/>
                  </a:lnTo>
                  <a:lnTo>
                    <a:pt x="5302059" y="1550121"/>
                  </a:lnTo>
                  <a:lnTo>
                    <a:pt x="5236869" y="1568402"/>
                  </a:lnTo>
                  <a:lnTo>
                    <a:pt x="5165773" y="1584752"/>
                  </a:lnTo>
                  <a:lnTo>
                    <a:pt x="5088443" y="1599394"/>
                  </a:lnTo>
                  <a:lnTo>
                    <a:pt x="5005083" y="1612480"/>
                  </a:lnTo>
                  <a:lnTo>
                    <a:pt x="4916663" y="1624100"/>
                  </a:lnTo>
                  <a:lnTo>
                    <a:pt x="4825124" y="1634281"/>
                  </a:lnTo>
                  <a:lnTo>
                    <a:pt x="4733485" y="1643006"/>
                  </a:lnTo>
                  <a:lnTo>
                    <a:pt x="4645725" y="1650239"/>
                  </a:lnTo>
                  <a:lnTo>
                    <a:pt x="4566331" y="1655960"/>
                  </a:lnTo>
                  <a:lnTo>
                    <a:pt x="4499536" y="1660207"/>
                  </a:lnTo>
                  <a:lnTo>
                    <a:pt x="4448387" y="1663097"/>
                  </a:lnTo>
                  <a:lnTo>
                    <a:pt x="4413953" y="1664836"/>
                  </a:lnTo>
                  <a:lnTo>
                    <a:pt x="4394936" y="1665699"/>
                  </a:lnTo>
                  <a:lnTo>
                    <a:pt x="4387752" y="1665993"/>
                  </a:lnTo>
                  <a:lnTo>
                    <a:pt x="4386855" y="1666027"/>
                  </a:lnTo>
                  <a:lnTo>
                    <a:pt x="3848118" y="1666027"/>
                  </a:lnTo>
                  <a:lnTo>
                    <a:pt x="3846866" y="1665974"/>
                  </a:lnTo>
                  <a:lnTo>
                    <a:pt x="3838689" y="1665593"/>
                  </a:lnTo>
                  <a:lnTo>
                    <a:pt x="3818275" y="1664539"/>
                  </a:lnTo>
                  <a:lnTo>
                    <a:pt x="3782289" y="1662472"/>
                  </a:lnTo>
                  <a:lnTo>
                    <a:pt x="3729682" y="1659091"/>
                  </a:lnTo>
                  <a:lnTo>
                    <a:pt x="3661731" y="1654175"/>
                  </a:lnTo>
                  <a:lnTo>
                    <a:pt x="3581605" y="1647601"/>
                  </a:lnTo>
                  <a:lnTo>
                    <a:pt x="3493564" y="1639336"/>
                  </a:lnTo>
                  <a:lnTo>
                    <a:pt x="3402041" y="1629406"/>
                  </a:lnTo>
                  <a:lnTo>
                    <a:pt x="3310913" y="1617849"/>
                  </a:lnTo>
                  <a:lnTo>
                    <a:pt x="3223086" y="1604682"/>
                  </a:lnTo>
                  <a:lnTo>
                    <a:pt x="3140401" y="1589869"/>
                  </a:lnTo>
                  <a:lnTo>
                    <a:pt x="3063752" y="1573306"/>
                  </a:lnTo>
                  <a:lnTo>
                    <a:pt x="2993294" y="1554815"/>
                  </a:lnTo>
                  <a:lnTo>
                    <a:pt x="2928672" y="1534145"/>
                  </a:lnTo>
                  <a:lnTo>
                    <a:pt x="2869204" y="1510980"/>
                  </a:lnTo>
                  <a:lnTo>
                    <a:pt x="2814034" y="1484957"/>
                  </a:lnTo>
                  <a:lnTo>
                    <a:pt x="2762235" y="1455698"/>
                  </a:lnTo>
                  <a:lnTo>
                    <a:pt x="2712896" y="1422866"/>
                  </a:lnTo>
                  <a:lnTo>
                    <a:pt x="2667772" y="1388356"/>
                  </a:lnTo>
                  <a:lnTo>
                    <a:pt x="2625163" y="1351905"/>
                  </a:lnTo>
                  <a:lnTo>
                    <a:pt x="2582969" y="1312242"/>
                  </a:lnTo>
                  <a:lnTo>
                    <a:pt x="2540845" y="1269307"/>
                  </a:lnTo>
                  <a:lnTo>
                    <a:pt x="2498537" y="1223119"/>
                  </a:lnTo>
                  <a:lnTo>
                    <a:pt x="2455874" y="1173786"/>
                  </a:lnTo>
                  <a:lnTo>
                    <a:pt x="2412757" y="1121513"/>
                  </a:lnTo>
                  <a:lnTo>
                    <a:pt x="2369151" y="1066601"/>
                  </a:lnTo>
                  <a:lnTo>
                    <a:pt x="2325081" y="1009447"/>
                  </a:lnTo>
                  <a:lnTo>
                    <a:pt x="2280618" y="950535"/>
                  </a:lnTo>
                  <a:lnTo>
                    <a:pt x="2235874" y="890421"/>
                  </a:lnTo>
                  <a:lnTo>
                    <a:pt x="2190988" y="829710"/>
                  </a:lnTo>
                  <a:lnTo>
                    <a:pt x="2146109" y="769034"/>
                  </a:lnTo>
                  <a:lnTo>
                    <a:pt x="2101390" y="709021"/>
                  </a:lnTo>
                  <a:lnTo>
                    <a:pt x="2056965" y="650275"/>
                  </a:lnTo>
                  <a:lnTo>
                    <a:pt x="2012942" y="593343"/>
                  </a:lnTo>
                  <a:lnTo>
                    <a:pt x="1969389" y="538700"/>
                  </a:lnTo>
                  <a:lnTo>
                    <a:pt x="1926324" y="486733"/>
                  </a:lnTo>
                  <a:lnTo>
                    <a:pt x="1883706" y="437734"/>
                  </a:lnTo>
                  <a:lnTo>
                    <a:pt x="1841428" y="391896"/>
                  </a:lnTo>
                  <a:lnTo>
                    <a:pt x="1799310" y="349317"/>
                  </a:lnTo>
                  <a:lnTo>
                    <a:pt x="1757089" y="310007"/>
                  </a:lnTo>
                  <a:lnTo>
                    <a:pt x="1719082" y="277671"/>
                  </a:lnTo>
                  <a:lnTo>
                    <a:pt x="1671320" y="241275"/>
                  </a:lnTo>
                  <a:lnTo>
                    <a:pt x="1621869" y="208645"/>
                  </a:lnTo>
                  <a:lnTo>
                    <a:pt x="1569910" y="179572"/>
                  </a:lnTo>
                  <a:lnTo>
                    <a:pt x="1514529" y="153715"/>
                  </a:lnTo>
                  <a:lnTo>
                    <a:pt x="1454802" y="130695"/>
                  </a:lnTo>
                  <a:lnTo>
                    <a:pt x="1389877" y="110150"/>
                  </a:lnTo>
                  <a:lnTo>
                    <a:pt x="1319088" y="91770"/>
                  </a:lnTo>
                  <a:lnTo>
                    <a:pt x="1242100" y="75307"/>
                  </a:lnTo>
                  <a:lnTo>
                    <a:pt x="1159104" y="60585"/>
                  </a:lnTo>
                  <a:lnTo>
                    <a:pt x="1071040" y="47507"/>
                  </a:lnTo>
                  <a:lnTo>
                    <a:pt x="979806" y="36037"/>
                  </a:lnTo>
                  <a:lnTo>
                    <a:pt x="888366" y="26196"/>
                  </a:lnTo>
                  <a:lnTo>
                    <a:pt x="800640" y="18024"/>
                  </a:lnTo>
                  <a:lnTo>
                    <a:pt x="721073" y="11542"/>
                  </a:lnTo>
                  <a:lnTo>
                    <a:pt x="653890" y="6713"/>
                  </a:lnTo>
                  <a:lnTo>
                    <a:pt x="602176" y="3410"/>
                  </a:lnTo>
                  <a:lnTo>
                    <a:pt x="567087" y="1407"/>
                  </a:lnTo>
                  <a:lnTo>
                    <a:pt x="547445" y="399"/>
                  </a:lnTo>
                  <a:lnTo>
                    <a:pt x="539798" y="4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7" name="pg497"/>
            <p:cNvSpPr/>
            <p:nvPr/>
          </p:nvSpPr>
          <p:spPr>
            <a:xfrm>
              <a:off x="546595" y="2198703"/>
              <a:ext cx="8234974" cy="2515374"/>
            </a:xfrm>
            <a:custGeom>
              <a:avLst/>
              <a:pathLst>
                <a:path w="8234974" h="2515374">
                  <a:moveTo>
                    <a:pt x="0" y="16333"/>
                  </a:moveTo>
                  <a:lnTo>
                    <a:pt x="538736" y="16333"/>
                  </a:lnTo>
                  <a:lnTo>
                    <a:pt x="539985" y="16388"/>
                  </a:lnTo>
                  <a:lnTo>
                    <a:pt x="548137" y="16783"/>
                  </a:lnTo>
                  <a:lnTo>
                    <a:pt x="568492" y="17874"/>
                  </a:lnTo>
                  <a:lnTo>
                    <a:pt x="604380" y="20016"/>
                  </a:lnTo>
                  <a:lnTo>
                    <a:pt x="656855" y="23519"/>
                  </a:lnTo>
                  <a:lnTo>
                    <a:pt x="724656" y="28613"/>
                  </a:lnTo>
                  <a:lnTo>
                    <a:pt x="804629" y="35425"/>
                  </a:lnTo>
                  <a:lnTo>
                    <a:pt x="892534" y="43991"/>
                  </a:lnTo>
                  <a:lnTo>
                    <a:pt x="983948" y="54285"/>
                  </a:lnTo>
                  <a:lnTo>
                    <a:pt x="1075001" y="66266"/>
                  </a:lnTo>
                  <a:lnTo>
                    <a:pt x="1162785" y="79917"/>
                  </a:lnTo>
                  <a:lnTo>
                    <a:pt x="1245453" y="95273"/>
                  </a:lnTo>
                  <a:lnTo>
                    <a:pt x="1322103" y="112443"/>
                  </a:lnTo>
                  <a:lnTo>
                    <a:pt x="1392572" y="131609"/>
                  </a:lnTo>
                  <a:lnTo>
                    <a:pt x="1457211" y="153031"/>
                  </a:lnTo>
                  <a:lnTo>
                    <a:pt x="1516693" y="177034"/>
                  </a:lnTo>
                  <a:lnTo>
                    <a:pt x="1571872" y="203995"/>
                  </a:lnTo>
                  <a:lnTo>
                    <a:pt x="1623670" y="234304"/>
                  </a:lnTo>
                  <a:lnTo>
                    <a:pt x="1672997" y="268314"/>
                  </a:lnTo>
                  <a:lnTo>
                    <a:pt x="1719082" y="304893"/>
                  </a:lnTo>
                  <a:lnTo>
                    <a:pt x="1761216" y="342329"/>
                  </a:lnTo>
                  <a:lnTo>
                    <a:pt x="1802939" y="383028"/>
                  </a:lnTo>
                  <a:lnTo>
                    <a:pt x="1844588" y="427051"/>
                  </a:lnTo>
                  <a:lnTo>
                    <a:pt x="1886409" y="474382"/>
                  </a:lnTo>
                  <a:lnTo>
                    <a:pt x="1928572" y="524914"/>
                  </a:lnTo>
                  <a:lnTo>
                    <a:pt x="1971175" y="578448"/>
                  </a:lnTo>
                  <a:lnTo>
                    <a:pt x="2014256" y="634688"/>
                  </a:lnTo>
                  <a:lnTo>
                    <a:pt x="2057795" y="693240"/>
                  </a:lnTo>
                  <a:lnTo>
                    <a:pt x="2101726" y="753625"/>
                  </a:lnTo>
                  <a:lnTo>
                    <a:pt x="2145943" y="815292"/>
                  </a:lnTo>
                  <a:lnTo>
                    <a:pt x="2190316" y="877637"/>
                  </a:lnTo>
                  <a:lnTo>
                    <a:pt x="2234700" y="940027"/>
                  </a:lnTo>
                  <a:lnTo>
                    <a:pt x="2278948" y="1001826"/>
                  </a:lnTo>
                  <a:lnTo>
                    <a:pt x="2322926" y="1062426"/>
                  </a:lnTo>
                  <a:lnTo>
                    <a:pt x="2366525" y="1121266"/>
                  </a:lnTo>
                  <a:lnTo>
                    <a:pt x="2409672" y="1177855"/>
                  </a:lnTo>
                  <a:lnTo>
                    <a:pt x="2452341" y="1231788"/>
                  </a:lnTo>
                  <a:lnTo>
                    <a:pt x="2494561" y="1282755"/>
                  </a:lnTo>
                  <a:lnTo>
                    <a:pt x="2536422" y="1330543"/>
                  </a:lnTo>
                  <a:lnTo>
                    <a:pt x="2578082" y="1375032"/>
                  </a:lnTo>
                  <a:lnTo>
                    <a:pt x="2619776" y="1416195"/>
                  </a:lnTo>
                  <a:lnTo>
                    <a:pt x="2661829" y="1454082"/>
                  </a:lnTo>
                  <a:lnTo>
                    <a:pt x="2667772" y="1459135"/>
                  </a:lnTo>
                  <a:lnTo>
                    <a:pt x="2715484" y="1496920"/>
                  </a:lnTo>
                  <a:lnTo>
                    <a:pt x="2764880" y="1530801"/>
                  </a:lnTo>
                  <a:lnTo>
                    <a:pt x="2816776" y="1560992"/>
                  </a:lnTo>
                  <a:lnTo>
                    <a:pt x="2872085" y="1587846"/>
                  </a:lnTo>
                  <a:lnTo>
                    <a:pt x="2931728" y="1611757"/>
                  </a:lnTo>
                  <a:lnTo>
                    <a:pt x="2996553" y="1633098"/>
                  </a:lnTo>
                  <a:lnTo>
                    <a:pt x="3067226" y="1652193"/>
                  </a:lnTo>
                  <a:lnTo>
                    <a:pt x="3144085" y="1669299"/>
                  </a:lnTo>
                  <a:lnTo>
                    <a:pt x="3226943" y="1684597"/>
                  </a:lnTo>
                  <a:lnTo>
                    <a:pt x="3314873" y="1698191"/>
                  </a:lnTo>
                  <a:lnTo>
                    <a:pt x="3405991" y="1710116"/>
                  </a:lnTo>
                  <a:lnTo>
                    <a:pt x="3497355" y="1720353"/>
                  </a:lnTo>
                  <a:lnTo>
                    <a:pt x="3585067" y="1728860"/>
                  </a:lnTo>
                  <a:lnTo>
                    <a:pt x="3664696" y="1735614"/>
                  </a:lnTo>
                  <a:lnTo>
                    <a:pt x="3732024" y="1740652"/>
                  </a:lnTo>
                  <a:lnTo>
                    <a:pt x="3783950" y="1744105"/>
                  </a:lnTo>
                  <a:lnTo>
                    <a:pt x="3819286" y="1746206"/>
                  </a:lnTo>
                  <a:lnTo>
                    <a:pt x="3839165" y="1747268"/>
                  </a:lnTo>
                  <a:lnTo>
                    <a:pt x="3846989" y="1747645"/>
                  </a:lnTo>
                  <a:lnTo>
                    <a:pt x="3848118" y="1747695"/>
                  </a:lnTo>
                  <a:lnTo>
                    <a:pt x="4386855" y="1747695"/>
                  </a:lnTo>
                  <a:lnTo>
                    <a:pt x="4388147" y="1747720"/>
                  </a:lnTo>
                  <a:lnTo>
                    <a:pt x="4396575" y="1747902"/>
                  </a:lnTo>
                  <a:lnTo>
                    <a:pt x="4417591" y="1748403"/>
                  </a:lnTo>
                  <a:lnTo>
                    <a:pt x="4454579" y="1749386"/>
                  </a:lnTo>
                  <a:lnTo>
                    <a:pt x="4508529" y="1750993"/>
                  </a:lnTo>
                  <a:lnTo>
                    <a:pt x="4578018" y="1753326"/>
                  </a:lnTo>
                  <a:lnTo>
                    <a:pt x="4659686" y="1756441"/>
                  </a:lnTo>
                  <a:lnTo>
                    <a:pt x="4749097" y="1760352"/>
                  </a:lnTo>
                  <a:lnTo>
                    <a:pt x="4841698" y="1765045"/>
                  </a:lnTo>
                  <a:lnTo>
                    <a:pt x="4933568" y="1770503"/>
                  </a:lnTo>
                  <a:lnTo>
                    <a:pt x="5021820" y="1776718"/>
                  </a:lnTo>
                  <a:lnTo>
                    <a:pt x="5104668" y="1783712"/>
                  </a:lnTo>
                  <a:lnTo>
                    <a:pt x="5181296" y="1791538"/>
                  </a:lnTo>
                  <a:lnTo>
                    <a:pt x="5251625" y="1800287"/>
                  </a:lnTo>
                  <a:lnTo>
                    <a:pt x="5316082" y="1810081"/>
                  </a:lnTo>
                  <a:lnTo>
                    <a:pt x="5375405" y="1821075"/>
                  </a:lnTo>
                  <a:lnTo>
                    <a:pt x="5430497" y="1833444"/>
                  </a:lnTo>
                  <a:lnTo>
                    <a:pt x="5482317" y="1847367"/>
                  </a:lnTo>
                  <a:lnTo>
                    <a:pt x="5531793" y="1862996"/>
                  </a:lnTo>
                  <a:lnTo>
                    <a:pt x="5567201" y="1875642"/>
                  </a:lnTo>
                  <a:lnTo>
                    <a:pt x="5616752" y="1895333"/>
                  </a:lnTo>
                  <a:lnTo>
                    <a:pt x="5665822" y="1917039"/>
                  </a:lnTo>
                  <a:lnTo>
                    <a:pt x="5714919" y="1940789"/>
                  </a:lnTo>
                  <a:lnTo>
                    <a:pt x="5764390" y="1966541"/>
                  </a:lnTo>
                  <a:lnTo>
                    <a:pt x="5814438" y="1994179"/>
                  </a:lnTo>
                  <a:lnTo>
                    <a:pt x="5865143" y="2023501"/>
                  </a:lnTo>
                  <a:lnTo>
                    <a:pt x="5916477" y="2054225"/>
                  </a:lnTo>
                  <a:lnTo>
                    <a:pt x="5968322" y="2085996"/>
                  </a:lnTo>
                  <a:lnTo>
                    <a:pt x="6020491" y="2118402"/>
                  </a:lnTo>
                  <a:lnTo>
                    <a:pt x="6072756" y="2150994"/>
                  </a:lnTo>
                  <a:lnTo>
                    <a:pt x="6124879" y="2183311"/>
                  </a:lnTo>
                  <a:lnTo>
                    <a:pt x="6176637" y="2214910"/>
                  </a:lnTo>
                  <a:lnTo>
                    <a:pt x="6227856" y="2245387"/>
                  </a:lnTo>
                  <a:lnTo>
                    <a:pt x="6278433" y="2274401"/>
                  </a:lnTo>
                  <a:lnTo>
                    <a:pt x="6328358" y="2301686"/>
                  </a:lnTo>
                  <a:lnTo>
                    <a:pt x="6377736" y="2327056"/>
                  </a:lnTo>
                  <a:lnTo>
                    <a:pt x="6426796" y="2350409"/>
                  </a:lnTo>
                  <a:lnTo>
                    <a:pt x="6475914" y="2371719"/>
                  </a:lnTo>
                  <a:lnTo>
                    <a:pt x="6515891" y="2387428"/>
                  </a:lnTo>
                  <a:lnTo>
                    <a:pt x="6564168" y="2404367"/>
                  </a:lnTo>
                  <a:lnTo>
                    <a:pt x="6614177" y="2419534"/>
                  </a:lnTo>
                  <a:lnTo>
                    <a:pt x="6666767" y="2433031"/>
                  </a:lnTo>
                  <a:lnTo>
                    <a:pt x="6722882" y="2445020"/>
                  </a:lnTo>
                  <a:lnTo>
                    <a:pt x="6783476" y="2455681"/>
                  </a:lnTo>
                  <a:lnTo>
                    <a:pt x="6849419" y="2465185"/>
                  </a:lnTo>
                  <a:lnTo>
                    <a:pt x="6921385" y="2473680"/>
                  </a:lnTo>
                  <a:lnTo>
                    <a:pt x="6999687" y="2481280"/>
                  </a:lnTo>
                  <a:lnTo>
                    <a:pt x="7084075" y="2488064"/>
                  </a:lnTo>
                  <a:lnTo>
                    <a:pt x="7173498" y="2494079"/>
                  </a:lnTo>
                  <a:lnTo>
                    <a:pt x="7265887" y="2499336"/>
                  </a:lnTo>
                  <a:lnTo>
                    <a:pt x="7358064" y="2503825"/>
                  </a:lnTo>
                  <a:lnTo>
                    <a:pt x="7445885" y="2507527"/>
                  </a:lnTo>
                  <a:lnTo>
                    <a:pt x="7524746" y="2510433"/>
                  </a:lnTo>
                  <a:lnTo>
                    <a:pt x="7590398" y="2512567"/>
                  </a:lnTo>
                  <a:lnTo>
                    <a:pt x="7639918" y="2513998"/>
                  </a:lnTo>
                  <a:lnTo>
                    <a:pt x="7672496" y="2514839"/>
                  </a:lnTo>
                  <a:lnTo>
                    <a:pt x="7689773" y="2515240"/>
                  </a:lnTo>
                  <a:lnTo>
                    <a:pt x="7695713" y="2515364"/>
                  </a:lnTo>
                  <a:lnTo>
                    <a:pt x="7696237" y="2515374"/>
                  </a:lnTo>
                  <a:lnTo>
                    <a:pt x="8234974" y="2515374"/>
                  </a:lnTo>
                  <a:lnTo>
                    <a:pt x="8234974" y="2499041"/>
                  </a:lnTo>
                  <a:lnTo>
                    <a:pt x="7696237" y="2499041"/>
                  </a:lnTo>
                  <a:lnTo>
                    <a:pt x="7694946" y="2499015"/>
                  </a:lnTo>
                  <a:lnTo>
                    <a:pt x="7686517" y="2498834"/>
                  </a:lnTo>
                  <a:lnTo>
                    <a:pt x="7665501" y="2498333"/>
                  </a:lnTo>
                  <a:lnTo>
                    <a:pt x="7628514" y="2497350"/>
                  </a:lnTo>
                  <a:lnTo>
                    <a:pt x="7574564" y="2495743"/>
                  </a:lnTo>
                  <a:lnTo>
                    <a:pt x="7505074" y="2493410"/>
                  </a:lnTo>
                  <a:lnTo>
                    <a:pt x="7423406" y="2490294"/>
                  </a:lnTo>
                  <a:lnTo>
                    <a:pt x="7333996" y="2486384"/>
                  </a:lnTo>
                  <a:lnTo>
                    <a:pt x="7241395" y="2481690"/>
                  </a:lnTo>
                  <a:lnTo>
                    <a:pt x="7149524" y="2476233"/>
                  </a:lnTo>
                  <a:lnTo>
                    <a:pt x="7061273" y="2470018"/>
                  </a:lnTo>
                  <a:lnTo>
                    <a:pt x="6978424" y="2463024"/>
                  </a:lnTo>
                  <a:lnTo>
                    <a:pt x="6901796" y="2455197"/>
                  </a:lnTo>
                  <a:lnTo>
                    <a:pt x="6831467" y="2446449"/>
                  </a:lnTo>
                  <a:lnTo>
                    <a:pt x="6767011" y="2436655"/>
                  </a:lnTo>
                  <a:lnTo>
                    <a:pt x="6707688" y="2425661"/>
                  </a:lnTo>
                  <a:lnTo>
                    <a:pt x="6652596" y="2413292"/>
                  </a:lnTo>
                  <a:lnTo>
                    <a:pt x="6600775" y="2399369"/>
                  </a:lnTo>
                  <a:lnTo>
                    <a:pt x="6551299" y="2383740"/>
                  </a:lnTo>
                  <a:lnTo>
                    <a:pt x="6515891" y="2371094"/>
                  </a:lnTo>
                  <a:lnTo>
                    <a:pt x="6466340" y="2351402"/>
                  </a:lnTo>
                  <a:lnTo>
                    <a:pt x="6417271" y="2329696"/>
                  </a:lnTo>
                  <a:lnTo>
                    <a:pt x="6368173" y="2305947"/>
                  </a:lnTo>
                  <a:lnTo>
                    <a:pt x="6318703" y="2280194"/>
                  </a:lnTo>
                  <a:lnTo>
                    <a:pt x="6268655" y="2252557"/>
                  </a:lnTo>
                  <a:lnTo>
                    <a:pt x="6217950" y="2223235"/>
                  </a:lnTo>
                  <a:lnTo>
                    <a:pt x="6166615" y="2192511"/>
                  </a:lnTo>
                  <a:lnTo>
                    <a:pt x="6114771" y="2160739"/>
                  </a:lnTo>
                  <a:lnTo>
                    <a:pt x="6062602" y="2128333"/>
                  </a:lnTo>
                  <a:lnTo>
                    <a:pt x="6010336" y="2095742"/>
                  </a:lnTo>
                  <a:lnTo>
                    <a:pt x="5958213" y="2063425"/>
                  </a:lnTo>
                  <a:lnTo>
                    <a:pt x="5906455" y="2031826"/>
                  </a:lnTo>
                  <a:lnTo>
                    <a:pt x="5855236" y="2001349"/>
                  </a:lnTo>
                  <a:lnTo>
                    <a:pt x="5804660" y="1972334"/>
                  </a:lnTo>
                  <a:lnTo>
                    <a:pt x="5754734" y="1945050"/>
                  </a:lnTo>
                  <a:lnTo>
                    <a:pt x="5705356" y="1919680"/>
                  </a:lnTo>
                  <a:lnTo>
                    <a:pt x="5656296" y="1896327"/>
                  </a:lnTo>
                  <a:lnTo>
                    <a:pt x="5607178" y="1875017"/>
                  </a:lnTo>
                  <a:lnTo>
                    <a:pt x="5567201" y="1859308"/>
                  </a:lnTo>
                  <a:lnTo>
                    <a:pt x="5518925" y="1842369"/>
                  </a:lnTo>
                  <a:lnTo>
                    <a:pt x="5468916" y="1827201"/>
                  </a:lnTo>
                  <a:lnTo>
                    <a:pt x="5416325" y="1813705"/>
                  </a:lnTo>
                  <a:lnTo>
                    <a:pt x="5360210" y="1801716"/>
                  </a:lnTo>
                  <a:lnTo>
                    <a:pt x="5299617" y="1791055"/>
                  </a:lnTo>
                  <a:lnTo>
                    <a:pt x="5233673" y="1781550"/>
                  </a:lnTo>
                  <a:lnTo>
                    <a:pt x="5161708" y="1773056"/>
                  </a:lnTo>
                  <a:lnTo>
                    <a:pt x="5083406" y="1765456"/>
                  </a:lnTo>
                  <a:lnTo>
                    <a:pt x="4999018" y="1758671"/>
                  </a:lnTo>
                  <a:lnTo>
                    <a:pt x="4909595" y="1752656"/>
                  </a:lnTo>
                  <a:lnTo>
                    <a:pt x="4817205" y="1747399"/>
                  </a:lnTo>
                  <a:lnTo>
                    <a:pt x="4725029" y="1742910"/>
                  </a:lnTo>
                  <a:lnTo>
                    <a:pt x="4637207" y="1739209"/>
                  </a:lnTo>
                  <a:lnTo>
                    <a:pt x="4558347" y="1736303"/>
                  </a:lnTo>
                  <a:lnTo>
                    <a:pt x="4492695" y="1734168"/>
                  </a:lnTo>
                  <a:lnTo>
                    <a:pt x="4443174" y="1732738"/>
                  </a:lnTo>
                  <a:lnTo>
                    <a:pt x="4410596" y="1731897"/>
                  </a:lnTo>
                  <a:lnTo>
                    <a:pt x="4393320" y="1731496"/>
                  </a:lnTo>
                  <a:lnTo>
                    <a:pt x="4387379" y="1731371"/>
                  </a:lnTo>
                  <a:lnTo>
                    <a:pt x="4386855" y="1731361"/>
                  </a:lnTo>
                  <a:lnTo>
                    <a:pt x="3848118" y="1731361"/>
                  </a:lnTo>
                  <a:lnTo>
                    <a:pt x="3846870" y="1731306"/>
                  </a:lnTo>
                  <a:lnTo>
                    <a:pt x="3838717" y="1730912"/>
                  </a:lnTo>
                  <a:lnTo>
                    <a:pt x="3818363" y="1729820"/>
                  </a:lnTo>
                  <a:lnTo>
                    <a:pt x="3782475" y="1727679"/>
                  </a:lnTo>
                  <a:lnTo>
                    <a:pt x="3729999" y="1724176"/>
                  </a:lnTo>
                  <a:lnTo>
                    <a:pt x="3662199" y="1719082"/>
                  </a:lnTo>
                  <a:lnTo>
                    <a:pt x="3582225" y="1712269"/>
                  </a:lnTo>
                  <a:lnTo>
                    <a:pt x="3494320" y="1703703"/>
                  </a:lnTo>
                  <a:lnTo>
                    <a:pt x="3402906" y="1693409"/>
                  </a:lnTo>
                  <a:lnTo>
                    <a:pt x="3311853" y="1681428"/>
                  </a:lnTo>
                  <a:lnTo>
                    <a:pt x="3224069" y="1667778"/>
                  </a:lnTo>
                  <a:lnTo>
                    <a:pt x="3141402" y="1652421"/>
                  </a:lnTo>
                  <a:lnTo>
                    <a:pt x="3064752" y="1635251"/>
                  </a:lnTo>
                  <a:lnTo>
                    <a:pt x="2994282" y="1616085"/>
                  </a:lnTo>
                  <a:lnTo>
                    <a:pt x="2929644" y="1594663"/>
                  </a:lnTo>
                  <a:lnTo>
                    <a:pt x="2870161" y="1570660"/>
                  </a:lnTo>
                  <a:lnTo>
                    <a:pt x="2814983" y="1543700"/>
                  </a:lnTo>
                  <a:lnTo>
                    <a:pt x="2763184" y="1513390"/>
                  </a:lnTo>
                  <a:lnTo>
                    <a:pt x="2713857" y="1479381"/>
                  </a:lnTo>
                  <a:lnTo>
                    <a:pt x="2667772" y="1442801"/>
                  </a:lnTo>
                  <a:lnTo>
                    <a:pt x="2625639" y="1405365"/>
                  </a:lnTo>
                  <a:lnTo>
                    <a:pt x="2583915" y="1364666"/>
                  </a:lnTo>
                  <a:lnTo>
                    <a:pt x="2542267" y="1320643"/>
                  </a:lnTo>
                  <a:lnTo>
                    <a:pt x="2500445" y="1273313"/>
                  </a:lnTo>
                  <a:lnTo>
                    <a:pt x="2458283" y="1222781"/>
                  </a:lnTo>
                  <a:lnTo>
                    <a:pt x="2415679" y="1169246"/>
                  </a:lnTo>
                  <a:lnTo>
                    <a:pt x="2372599" y="1113007"/>
                  </a:lnTo>
                  <a:lnTo>
                    <a:pt x="2329060" y="1054455"/>
                  </a:lnTo>
                  <a:lnTo>
                    <a:pt x="2285129" y="994069"/>
                  </a:lnTo>
                  <a:lnTo>
                    <a:pt x="2240911" y="932402"/>
                  </a:lnTo>
                  <a:lnTo>
                    <a:pt x="2196538" y="870057"/>
                  </a:lnTo>
                  <a:lnTo>
                    <a:pt x="2152154" y="807668"/>
                  </a:lnTo>
                  <a:lnTo>
                    <a:pt x="2107907" y="745868"/>
                  </a:lnTo>
                  <a:lnTo>
                    <a:pt x="2063929" y="685269"/>
                  </a:lnTo>
                  <a:lnTo>
                    <a:pt x="2020330" y="626429"/>
                  </a:lnTo>
                  <a:lnTo>
                    <a:pt x="1977183" y="569840"/>
                  </a:lnTo>
                  <a:lnTo>
                    <a:pt x="1934513" y="515906"/>
                  </a:lnTo>
                  <a:lnTo>
                    <a:pt x="1892293" y="464939"/>
                  </a:lnTo>
                  <a:lnTo>
                    <a:pt x="1850433" y="417152"/>
                  </a:lnTo>
                  <a:lnTo>
                    <a:pt x="1808773" y="372662"/>
                  </a:lnTo>
                  <a:lnTo>
                    <a:pt x="1767078" y="331499"/>
                  </a:lnTo>
                  <a:lnTo>
                    <a:pt x="1725026" y="293613"/>
                  </a:lnTo>
                  <a:lnTo>
                    <a:pt x="1719082" y="288560"/>
                  </a:lnTo>
                  <a:lnTo>
                    <a:pt x="1671371" y="250775"/>
                  </a:lnTo>
                  <a:lnTo>
                    <a:pt x="1621975" y="216894"/>
                  </a:lnTo>
                  <a:lnTo>
                    <a:pt x="1570078" y="186703"/>
                  </a:lnTo>
                  <a:lnTo>
                    <a:pt x="1514770" y="159849"/>
                  </a:lnTo>
                  <a:lnTo>
                    <a:pt x="1455127" y="135938"/>
                  </a:lnTo>
                  <a:lnTo>
                    <a:pt x="1390302" y="114597"/>
                  </a:lnTo>
                  <a:lnTo>
                    <a:pt x="1319628" y="95501"/>
                  </a:lnTo>
                  <a:lnTo>
                    <a:pt x="1242770" y="78395"/>
                  </a:lnTo>
                  <a:lnTo>
                    <a:pt x="1159911" y="63097"/>
                  </a:lnTo>
                  <a:lnTo>
                    <a:pt x="1071982" y="49503"/>
                  </a:lnTo>
                  <a:lnTo>
                    <a:pt x="980863" y="37578"/>
                  </a:lnTo>
                  <a:lnTo>
                    <a:pt x="889500" y="27341"/>
                  </a:lnTo>
                  <a:lnTo>
                    <a:pt x="801788" y="18834"/>
                  </a:lnTo>
                  <a:lnTo>
                    <a:pt x="722158" y="12081"/>
                  </a:lnTo>
                  <a:lnTo>
                    <a:pt x="654830" y="7043"/>
                  </a:lnTo>
                  <a:lnTo>
                    <a:pt x="602904" y="3590"/>
                  </a:lnTo>
                  <a:lnTo>
                    <a:pt x="567569" y="1489"/>
                  </a:lnTo>
                  <a:lnTo>
                    <a:pt x="547690" y="427"/>
                  </a:lnTo>
                  <a:lnTo>
                    <a:pt x="539865" y="4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498" name="pl498"/>
            <p:cNvSpPr/>
            <p:nvPr/>
          </p:nvSpPr>
          <p:spPr>
            <a:xfrm>
              <a:off x="546595" y="2215036"/>
              <a:ext cx="8234974" cy="2499041"/>
            </a:xfrm>
            <a:custGeom>
              <a:avLst/>
              <a:pathLst>
                <a:path w="8234974" h="2499041">
                  <a:moveTo>
                    <a:pt x="0" y="0"/>
                  </a:moveTo>
                  <a:lnTo>
                    <a:pt x="538736" y="0"/>
                  </a:lnTo>
                  <a:lnTo>
                    <a:pt x="539985" y="55"/>
                  </a:lnTo>
                  <a:lnTo>
                    <a:pt x="548137" y="449"/>
                  </a:lnTo>
                  <a:lnTo>
                    <a:pt x="568492" y="1540"/>
                  </a:lnTo>
                  <a:lnTo>
                    <a:pt x="604380" y="3682"/>
                  </a:lnTo>
                  <a:lnTo>
                    <a:pt x="656855" y="7185"/>
                  </a:lnTo>
                  <a:lnTo>
                    <a:pt x="724656" y="12279"/>
                  </a:lnTo>
                  <a:lnTo>
                    <a:pt x="804629" y="19092"/>
                  </a:lnTo>
                  <a:lnTo>
                    <a:pt x="892534" y="27658"/>
                  </a:lnTo>
                  <a:lnTo>
                    <a:pt x="983948" y="37952"/>
                  </a:lnTo>
                  <a:lnTo>
                    <a:pt x="1075001" y="49933"/>
                  </a:lnTo>
                  <a:lnTo>
                    <a:pt x="1162785" y="63583"/>
                  </a:lnTo>
                  <a:lnTo>
                    <a:pt x="1245453" y="78940"/>
                  </a:lnTo>
                  <a:lnTo>
                    <a:pt x="1322103" y="96109"/>
                  </a:lnTo>
                  <a:lnTo>
                    <a:pt x="1392572" y="115276"/>
                  </a:lnTo>
                  <a:lnTo>
                    <a:pt x="1457211" y="136698"/>
                  </a:lnTo>
                  <a:lnTo>
                    <a:pt x="1516693" y="160701"/>
                  </a:lnTo>
                  <a:lnTo>
                    <a:pt x="1571872" y="187661"/>
                  </a:lnTo>
                  <a:lnTo>
                    <a:pt x="1623670" y="217971"/>
                  </a:lnTo>
                  <a:lnTo>
                    <a:pt x="1672997" y="251980"/>
                  </a:lnTo>
                  <a:lnTo>
                    <a:pt x="1719082" y="288560"/>
                  </a:lnTo>
                  <a:lnTo>
                    <a:pt x="1761216" y="325996"/>
                  </a:lnTo>
                  <a:lnTo>
                    <a:pt x="1802939" y="366695"/>
                  </a:lnTo>
                  <a:lnTo>
                    <a:pt x="1844588" y="410718"/>
                  </a:lnTo>
                  <a:lnTo>
                    <a:pt x="1886409" y="458048"/>
                  </a:lnTo>
                  <a:lnTo>
                    <a:pt x="1928572" y="508580"/>
                  </a:lnTo>
                  <a:lnTo>
                    <a:pt x="1971175" y="562115"/>
                  </a:lnTo>
                  <a:lnTo>
                    <a:pt x="2014256" y="618354"/>
                  </a:lnTo>
                  <a:lnTo>
                    <a:pt x="2057795" y="676906"/>
                  </a:lnTo>
                  <a:lnTo>
                    <a:pt x="2101726" y="737292"/>
                  </a:lnTo>
                  <a:lnTo>
                    <a:pt x="2145943" y="798959"/>
                  </a:lnTo>
                  <a:lnTo>
                    <a:pt x="2190316" y="861304"/>
                  </a:lnTo>
                  <a:lnTo>
                    <a:pt x="2234700" y="923693"/>
                  </a:lnTo>
                  <a:lnTo>
                    <a:pt x="2278948" y="985493"/>
                  </a:lnTo>
                  <a:lnTo>
                    <a:pt x="2322926" y="1046092"/>
                  </a:lnTo>
                  <a:lnTo>
                    <a:pt x="2366525" y="1104932"/>
                  </a:lnTo>
                  <a:lnTo>
                    <a:pt x="2409672" y="1161521"/>
                  </a:lnTo>
                  <a:lnTo>
                    <a:pt x="2452341" y="1215455"/>
                  </a:lnTo>
                  <a:lnTo>
                    <a:pt x="2494561" y="1266422"/>
                  </a:lnTo>
                  <a:lnTo>
                    <a:pt x="2536422" y="1314209"/>
                  </a:lnTo>
                  <a:lnTo>
                    <a:pt x="2578082" y="1358699"/>
                  </a:lnTo>
                  <a:lnTo>
                    <a:pt x="2619776" y="1399861"/>
                  </a:lnTo>
                  <a:lnTo>
                    <a:pt x="2661829" y="1437748"/>
                  </a:lnTo>
                  <a:lnTo>
                    <a:pt x="2667772" y="1442801"/>
                  </a:lnTo>
                  <a:lnTo>
                    <a:pt x="2715484" y="1480586"/>
                  </a:lnTo>
                  <a:lnTo>
                    <a:pt x="2764880" y="1514467"/>
                  </a:lnTo>
                  <a:lnTo>
                    <a:pt x="2816776" y="1544658"/>
                  </a:lnTo>
                  <a:lnTo>
                    <a:pt x="2872085" y="1571512"/>
                  </a:lnTo>
                  <a:lnTo>
                    <a:pt x="2931728" y="1595423"/>
                  </a:lnTo>
                  <a:lnTo>
                    <a:pt x="2996553" y="1616764"/>
                  </a:lnTo>
                  <a:lnTo>
                    <a:pt x="3067226" y="1635859"/>
                  </a:lnTo>
                  <a:lnTo>
                    <a:pt x="3144085" y="1652966"/>
                  </a:lnTo>
                  <a:lnTo>
                    <a:pt x="3226943" y="1668264"/>
                  </a:lnTo>
                  <a:lnTo>
                    <a:pt x="3314873" y="1681858"/>
                  </a:lnTo>
                  <a:lnTo>
                    <a:pt x="3405991" y="1693783"/>
                  </a:lnTo>
                  <a:lnTo>
                    <a:pt x="3497355" y="1704019"/>
                  </a:lnTo>
                  <a:lnTo>
                    <a:pt x="3585067" y="1712527"/>
                  </a:lnTo>
                  <a:lnTo>
                    <a:pt x="3664696" y="1719280"/>
                  </a:lnTo>
                  <a:lnTo>
                    <a:pt x="3732024" y="1724318"/>
                  </a:lnTo>
                  <a:lnTo>
                    <a:pt x="3783950" y="1727771"/>
                  </a:lnTo>
                  <a:lnTo>
                    <a:pt x="3819286" y="1729872"/>
                  </a:lnTo>
                  <a:lnTo>
                    <a:pt x="3839165" y="1730934"/>
                  </a:lnTo>
                  <a:lnTo>
                    <a:pt x="3846989" y="1731312"/>
                  </a:lnTo>
                  <a:lnTo>
                    <a:pt x="3848118" y="1731361"/>
                  </a:lnTo>
                  <a:lnTo>
                    <a:pt x="4386855" y="1731361"/>
                  </a:lnTo>
                  <a:lnTo>
                    <a:pt x="4388147" y="1731387"/>
                  </a:lnTo>
                  <a:lnTo>
                    <a:pt x="4396575" y="1731568"/>
                  </a:lnTo>
                  <a:lnTo>
                    <a:pt x="4417591" y="1732069"/>
                  </a:lnTo>
                  <a:lnTo>
                    <a:pt x="4454579" y="1733052"/>
                  </a:lnTo>
                  <a:lnTo>
                    <a:pt x="4508529" y="1734659"/>
                  </a:lnTo>
                  <a:lnTo>
                    <a:pt x="4578018" y="1736992"/>
                  </a:lnTo>
                  <a:lnTo>
                    <a:pt x="4659686" y="1740108"/>
                  </a:lnTo>
                  <a:lnTo>
                    <a:pt x="4749097" y="1744018"/>
                  </a:lnTo>
                  <a:lnTo>
                    <a:pt x="4841698" y="1748712"/>
                  </a:lnTo>
                  <a:lnTo>
                    <a:pt x="4933568" y="1754169"/>
                  </a:lnTo>
                  <a:lnTo>
                    <a:pt x="5021820" y="1760384"/>
                  </a:lnTo>
                  <a:lnTo>
                    <a:pt x="5104668" y="1767378"/>
                  </a:lnTo>
                  <a:lnTo>
                    <a:pt x="5181296" y="1775205"/>
                  </a:lnTo>
                  <a:lnTo>
                    <a:pt x="5251625" y="1783953"/>
                  </a:lnTo>
                  <a:lnTo>
                    <a:pt x="5316082" y="1793747"/>
                  </a:lnTo>
                  <a:lnTo>
                    <a:pt x="5375405" y="1804741"/>
                  </a:lnTo>
                  <a:lnTo>
                    <a:pt x="5430497" y="1817110"/>
                  </a:lnTo>
                  <a:lnTo>
                    <a:pt x="5482317" y="1831033"/>
                  </a:lnTo>
                  <a:lnTo>
                    <a:pt x="5531793" y="1846662"/>
                  </a:lnTo>
                  <a:lnTo>
                    <a:pt x="5567201" y="1859308"/>
                  </a:lnTo>
                  <a:lnTo>
                    <a:pt x="5616752" y="1879000"/>
                  </a:lnTo>
                  <a:lnTo>
                    <a:pt x="5665822" y="1900706"/>
                  </a:lnTo>
                  <a:lnTo>
                    <a:pt x="5714919" y="1924455"/>
                  </a:lnTo>
                  <a:lnTo>
                    <a:pt x="5764390" y="1950208"/>
                  </a:lnTo>
                  <a:lnTo>
                    <a:pt x="5814438" y="1977845"/>
                  </a:lnTo>
                  <a:lnTo>
                    <a:pt x="5865143" y="2007167"/>
                  </a:lnTo>
                  <a:lnTo>
                    <a:pt x="5916477" y="2037891"/>
                  </a:lnTo>
                  <a:lnTo>
                    <a:pt x="5968322" y="2069663"/>
                  </a:lnTo>
                  <a:lnTo>
                    <a:pt x="6020491" y="2102069"/>
                  </a:lnTo>
                  <a:lnTo>
                    <a:pt x="6072756" y="2134660"/>
                  </a:lnTo>
                  <a:lnTo>
                    <a:pt x="6124879" y="2166978"/>
                  </a:lnTo>
                  <a:lnTo>
                    <a:pt x="6176637" y="2198576"/>
                  </a:lnTo>
                  <a:lnTo>
                    <a:pt x="6227856" y="2229054"/>
                  </a:lnTo>
                  <a:lnTo>
                    <a:pt x="6278433" y="2258068"/>
                  </a:lnTo>
                  <a:lnTo>
                    <a:pt x="6328358" y="2285352"/>
                  </a:lnTo>
                  <a:lnTo>
                    <a:pt x="6377736" y="2310722"/>
                  </a:lnTo>
                  <a:lnTo>
                    <a:pt x="6426796" y="2334075"/>
                  </a:lnTo>
                  <a:lnTo>
                    <a:pt x="6475914" y="2355385"/>
                  </a:lnTo>
                  <a:lnTo>
                    <a:pt x="6515891" y="2371094"/>
                  </a:lnTo>
                  <a:lnTo>
                    <a:pt x="6564168" y="2388033"/>
                  </a:lnTo>
                  <a:lnTo>
                    <a:pt x="6614177" y="2403201"/>
                  </a:lnTo>
                  <a:lnTo>
                    <a:pt x="6666767" y="2416698"/>
                  </a:lnTo>
                  <a:lnTo>
                    <a:pt x="6722882" y="2428686"/>
                  </a:lnTo>
                  <a:lnTo>
                    <a:pt x="6783476" y="2439348"/>
                  </a:lnTo>
                  <a:lnTo>
                    <a:pt x="6849419" y="2448852"/>
                  </a:lnTo>
                  <a:lnTo>
                    <a:pt x="6921385" y="2457346"/>
                  </a:lnTo>
                  <a:lnTo>
                    <a:pt x="6999687" y="2464946"/>
                  </a:lnTo>
                  <a:lnTo>
                    <a:pt x="7084075" y="2471731"/>
                  </a:lnTo>
                  <a:lnTo>
                    <a:pt x="7173498" y="2477746"/>
                  </a:lnTo>
                  <a:lnTo>
                    <a:pt x="7265887" y="2483003"/>
                  </a:lnTo>
                  <a:lnTo>
                    <a:pt x="7358064" y="2487492"/>
                  </a:lnTo>
                  <a:lnTo>
                    <a:pt x="7445885" y="2491193"/>
                  </a:lnTo>
                  <a:lnTo>
                    <a:pt x="7524746" y="2494100"/>
                  </a:lnTo>
                  <a:lnTo>
                    <a:pt x="7590398" y="2496234"/>
                  </a:lnTo>
                  <a:lnTo>
                    <a:pt x="7639918" y="2497664"/>
                  </a:lnTo>
                  <a:lnTo>
                    <a:pt x="7672496" y="2498505"/>
                  </a:lnTo>
                  <a:lnTo>
                    <a:pt x="7689773" y="2498906"/>
                  </a:lnTo>
                  <a:lnTo>
                    <a:pt x="7695713" y="2499031"/>
                  </a:lnTo>
                  <a:lnTo>
                    <a:pt x="7696237" y="2499041"/>
                  </a:lnTo>
                  <a:lnTo>
                    <a:pt x="8234974" y="2499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9" name="pl499"/>
            <p:cNvSpPr/>
            <p:nvPr/>
          </p:nvSpPr>
          <p:spPr>
            <a:xfrm>
              <a:off x="546595" y="2198703"/>
              <a:ext cx="8234974" cy="2499041"/>
            </a:xfrm>
            <a:custGeom>
              <a:avLst/>
              <a:pathLst>
                <a:path w="8234974" h="2499041">
                  <a:moveTo>
                    <a:pt x="8234974" y="2499041"/>
                  </a:moveTo>
                  <a:lnTo>
                    <a:pt x="7696237" y="2499041"/>
                  </a:lnTo>
                  <a:lnTo>
                    <a:pt x="7694946" y="2499015"/>
                  </a:lnTo>
                  <a:lnTo>
                    <a:pt x="7686517" y="2498834"/>
                  </a:lnTo>
                  <a:lnTo>
                    <a:pt x="7665501" y="2498333"/>
                  </a:lnTo>
                  <a:lnTo>
                    <a:pt x="7628514" y="2497350"/>
                  </a:lnTo>
                  <a:lnTo>
                    <a:pt x="7574564" y="2495743"/>
                  </a:lnTo>
                  <a:lnTo>
                    <a:pt x="7505074" y="2493410"/>
                  </a:lnTo>
                  <a:lnTo>
                    <a:pt x="7423406" y="2490294"/>
                  </a:lnTo>
                  <a:lnTo>
                    <a:pt x="7333996" y="2486384"/>
                  </a:lnTo>
                  <a:lnTo>
                    <a:pt x="7241395" y="2481690"/>
                  </a:lnTo>
                  <a:lnTo>
                    <a:pt x="7149524" y="2476233"/>
                  </a:lnTo>
                  <a:lnTo>
                    <a:pt x="7061273" y="2470018"/>
                  </a:lnTo>
                  <a:lnTo>
                    <a:pt x="6978424" y="2463024"/>
                  </a:lnTo>
                  <a:lnTo>
                    <a:pt x="6901796" y="2455197"/>
                  </a:lnTo>
                  <a:lnTo>
                    <a:pt x="6831467" y="2446449"/>
                  </a:lnTo>
                  <a:lnTo>
                    <a:pt x="6767011" y="2436655"/>
                  </a:lnTo>
                  <a:lnTo>
                    <a:pt x="6707688" y="2425661"/>
                  </a:lnTo>
                  <a:lnTo>
                    <a:pt x="6652596" y="2413292"/>
                  </a:lnTo>
                  <a:lnTo>
                    <a:pt x="6600775" y="2399369"/>
                  </a:lnTo>
                  <a:lnTo>
                    <a:pt x="6551299" y="2383740"/>
                  </a:lnTo>
                  <a:lnTo>
                    <a:pt x="6515891" y="2371094"/>
                  </a:lnTo>
                  <a:lnTo>
                    <a:pt x="6466340" y="2351402"/>
                  </a:lnTo>
                  <a:lnTo>
                    <a:pt x="6417271" y="2329696"/>
                  </a:lnTo>
                  <a:lnTo>
                    <a:pt x="6368173" y="2305947"/>
                  </a:lnTo>
                  <a:lnTo>
                    <a:pt x="6318703" y="2280194"/>
                  </a:lnTo>
                  <a:lnTo>
                    <a:pt x="6268655" y="2252557"/>
                  </a:lnTo>
                  <a:lnTo>
                    <a:pt x="6217950" y="2223235"/>
                  </a:lnTo>
                  <a:lnTo>
                    <a:pt x="6166615" y="2192511"/>
                  </a:lnTo>
                  <a:lnTo>
                    <a:pt x="6114771" y="2160739"/>
                  </a:lnTo>
                  <a:lnTo>
                    <a:pt x="6062602" y="2128333"/>
                  </a:lnTo>
                  <a:lnTo>
                    <a:pt x="6010336" y="2095742"/>
                  </a:lnTo>
                  <a:lnTo>
                    <a:pt x="5958213" y="2063425"/>
                  </a:lnTo>
                  <a:lnTo>
                    <a:pt x="5906455" y="2031826"/>
                  </a:lnTo>
                  <a:lnTo>
                    <a:pt x="5855236" y="2001349"/>
                  </a:lnTo>
                  <a:lnTo>
                    <a:pt x="5804660" y="1972334"/>
                  </a:lnTo>
                  <a:lnTo>
                    <a:pt x="5754734" y="1945050"/>
                  </a:lnTo>
                  <a:lnTo>
                    <a:pt x="5705356" y="1919680"/>
                  </a:lnTo>
                  <a:lnTo>
                    <a:pt x="5656296" y="1896327"/>
                  </a:lnTo>
                  <a:lnTo>
                    <a:pt x="5607178" y="1875017"/>
                  </a:lnTo>
                  <a:lnTo>
                    <a:pt x="5567201" y="1859308"/>
                  </a:lnTo>
                  <a:lnTo>
                    <a:pt x="5518925" y="1842369"/>
                  </a:lnTo>
                  <a:lnTo>
                    <a:pt x="5468916" y="1827201"/>
                  </a:lnTo>
                  <a:lnTo>
                    <a:pt x="5416325" y="1813705"/>
                  </a:lnTo>
                  <a:lnTo>
                    <a:pt x="5360210" y="1801716"/>
                  </a:lnTo>
                  <a:lnTo>
                    <a:pt x="5299617" y="1791055"/>
                  </a:lnTo>
                  <a:lnTo>
                    <a:pt x="5233673" y="1781550"/>
                  </a:lnTo>
                  <a:lnTo>
                    <a:pt x="5161708" y="1773056"/>
                  </a:lnTo>
                  <a:lnTo>
                    <a:pt x="5083406" y="1765456"/>
                  </a:lnTo>
                  <a:lnTo>
                    <a:pt x="4999018" y="1758671"/>
                  </a:lnTo>
                  <a:lnTo>
                    <a:pt x="4909595" y="1752656"/>
                  </a:lnTo>
                  <a:lnTo>
                    <a:pt x="4817205" y="1747399"/>
                  </a:lnTo>
                  <a:lnTo>
                    <a:pt x="4725029" y="1742910"/>
                  </a:lnTo>
                  <a:lnTo>
                    <a:pt x="4637207" y="1739209"/>
                  </a:lnTo>
                  <a:lnTo>
                    <a:pt x="4558347" y="1736303"/>
                  </a:lnTo>
                  <a:lnTo>
                    <a:pt x="4492695" y="1734168"/>
                  </a:lnTo>
                  <a:lnTo>
                    <a:pt x="4443174" y="1732738"/>
                  </a:lnTo>
                  <a:lnTo>
                    <a:pt x="4410596" y="1731897"/>
                  </a:lnTo>
                  <a:lnTo>
                    <a:pt x="4393320" y="1731496"/>
                  </a:lnTo>
                  <a:lnTo>
                    <a:pt x="4387379" y="1731371"/>
                  </a:lnTo>
                  <a:lnTo>
                    <a:pt x="4386855" y="1731361"/>
                  </a:lnTo>
                  <a:lnTo>
                    <a:pt x="3848118" y="1731361"/>
                  </a:lnTo>
                  <a:lnTo>
                    <a:pt x="3846870" y="1731306"/>
                  </a:lnTo>
                  <a:lnTo>
                    <a:pt x="3838717" y="1730912"/>
                  </a:lnTo>
                  <a:lnTo>
                    <a:pt x="3818363" y="1729820"/>
                  </a:lnTo>
                  <a:lnTo>
                    <a:pt x="3782475" y="1727679"/>
                  </a:lnTo>
                  <a:lnTo>
                    <a:pt x="3729999" y="1724176"/>
                  </a:lnTo>
                  <a:lnTo>
                    <a:pt x="3662199" y="1719082"/>
                  </a:lnTo>
                  <a:lnTo>
                    <a:pt x="3582225" y="1712269"/>
                  </a:lnTo>
                  <a:lnTo>
                    <a:pt x="3494320" y="1703703"/>
                  </a:lnTo>
                  <a:lnTo>
                    <a:pt x="3402906" y="1693409"/>
                  </a:lnTo>
                  <a:lnTo>
                    <a:pt x="3311853" y="1681428"/>
                  </a:lnTo>
                  <a:lnTo>
                    <a:pt x="3224069" y="1667778"/>
                  </a:lnTo>
                  <a:lnTo>
                    <a:pt x="3141402" y="1652421"/>
                  </a:lnTo>
                  <a:lnTo>
                    <a:pt x="3064752" y="1635251"/>
                  </a:lnTo>
                  <a:lnTo>
                    <a:pt x="2994282" y="1616085"/>
                  </a:lnTo>
                  <a:lnTo>
                    <a:pt x="2929644" y="1594663"/>
                  </a:lnTo>
                  <a:lnTo>
                    <a:pt x="2870161" y="1570660"/>
                  </a:lnTo>
                  <a:lnTo>
                    <a:pt x="2814983" y="1543700"/>
                  </a:lnTo>
                  <a:lnTo>
                    <a:pt x="2763184" y="1513390"/>
                  </a:lnTo>
                  <a:lnTo>
                    <a:pt x="2713857" y="1479381"/>
                  </a:lnTo>
                  <a:lnTo>
                    <a:pt x="2667772" y="1442801"/>
                  </a:lnTo>
                  <a:lnTo>
                    <a:pt x="2625639" y="1405365"/>
                  </a:lnTo>
                  <a:lnTo>
                    <a:pt x="2583915" y="1364666"/>
                  </a:lnTo>
                  <a:lnTo>
                    <a:pt x="2542267" y="1320643"/>
                  </a:lnTo>
                  <a:lnTo>
                    <a:pt x="2500445" y="1273313"/>
                  </a:lnTo>
                  <a:lnTo>
                    <a:pt x="2458283" y="1222781"/>
                  </a:lnTo>
                  <a:lnTo>
                    <a:pt x="2415679" y="1169246"/>
                  </a:lnTo>
                  <a:lnTo>
                    <a:pt x="2372599" y="1113007"/>
                  </a:lnTo>
                  <a:lnTo>
                    <a:pt x="2329060" y="1054455"/>
                  </a:lnTo>
                  <a:lnTo>
                    <a:pt x="2285129" y="994069"/>
                  </a:lnTo>
                  <a:lnTo>
                    <a:pt x="2240911" y="932402"/>
                  </a:lnTo>
                  <a:lnTo>
                    <a:pt x="2196538" y="870057"/>
                  </a:lnTo>
                  <a:lnTo>
                    <a:pt x="2152154" y="807668"/>
                  </a:lnTo>
                  <a:lnTo>
                    <a:pt x="2107907" y="745868"/>
                  </a:lnTo>
                  <a:lnTo>
                    <a:pt x="2063929" y="685269"/>
                  </a:lnTo>
                  <a:lnTo>
                    <a:pt x="2020330" y="626429"/>
                  </a:lnTo>
                  <a:lnTo>
                    <a:pt x="1977183" y="569840"/>
                  </a:lnTo>
                  <a:lnTo>
                    <a:pt x="1934513" y="515906"/>
                  </a:lnTo>
                  <a:lnTo>
                    <a:pt x="1892293" y="464939"/>
                  </a:lnTo>
                  <a:lnTo>
                    <a:pt x="1850433" y="417152"/>
                  </a:lnTo>
                  <a:lnTo>
                    <a:pt x="1808773" y="372662"/>
                  </a:lnTo>
                  <a:lnTo>
                    <a:pt x="1767078" y="331499"/>
                  </a:lnTo>
                  <a:lnTo>
                    <a:pt x="1725026" y="293613"/>
                  </a:lnTo>
                  <a:lnTo>
                    <a:pt x="1719082" y="288560"/>
                  </a:lnTo>
                  <a:lnTo>
                    <a:pt x="1671371" y="250775"/>
                  </a:lnTo>
                  <a:lnTo>
                    <a:pt x="1621975" y="216894"/>
                  </a:lnTo>
                  <a:lnTo>
                    <a:pt x="1570078" y="186703"/>
                  </a:lnTo>
                  <a:lnTo>
                    <a:pt x="1514770" y="159849"/>
                  </a:lnTo>
                  <a:lnTo>
                    <a:pt x="1455127" y="135938"/>
                  </a:lnTo>
                  <a:lnTo>
                    <a:pt x="1390302" y="114597"/>
                  </a:lnTo>
                  <a:lnTo>
                    <a:pt x="1319628" y="95501"/>
                  </a:lnTo>
                  <a:lnTo>
                    <a:pt x="1242770" y="78395"/>
                  </a:lnTo>
                  <a:lnTo>
                    <a:pt x="1159911" y="63097"/>
                  </a:lnTo>
                  <a:lnTo>
                    <a:pt x="1071982" y="49503"/>
                  </a:lnTo>
                  <a:lnTo>
                    <a:pt x="980863" y="37578"/>
                  </a:lnTo>
                  <a:lnTo>
                    <a:pt x="889500" y="27341"/>
                  </a:lnTo>
                  <a:lnTo>
                    <a:pt x="801788" y="18834"/>
                  </a:lnTo>
                  <a:lnTo>
                    <a:pt x="722158" y="12081"/>
                  </a:lnTo>
                  <a:lnTo>
                    <a:pt x="654830" y="7043"/>
                  </a:lnTo>
                  <a:lnTo>
                    <a:pt x="602904" y="3590"/>
                  </a:lnTo>
                  <a:lnTo>
                    <a:pt x="567569" y="1489"/>
                  </a:lnTo>
                  <a:lnTo>
                    <a:pt x="547690" y="427"/>
                  </a:lnTo>
                  <a:lnTo>
                    <a:pt x="539865" y="4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0" name="pg500"/>
            <p:cNvSpPr/>
            <p:nvPr/>
          </p:nvSpPr>
          <p:spPr>
            <a:xfrm>
              <a:off x="546595" y="2215036"/>
              <a:ext cx="8234974" cy="3849285"/>
            </a:xfrm>
            <a:custGeom>
              <a:avLst/>
              <a:pathLst>
                <a:path w="8234974" h="3849285">
                  <a:moveTo>
                    <a:pt x="0" y="5444"/>
                  </a:moveTo>
                  <a:lnTo>
                    <a:pt x="538736" y="5444"/>
                  </a:lnTo>
                  <a:lnTo>
                    <a:pt x="539982" y="5501"/>
                  </a:lnTo>
                  <a:lnTo>
                    <a:pt x="548118" y="5904"/>
                  </a:lnTo>
                  <a:lnTo>
                    <a:pt x="568432" y="7020"/>
                  </a:lnTo>
                  <a:lnTo>
                    <a:pt x="604253" y="9211"/>
                  </a:lnTo>
                  <a:lnTo>
                    <a:pt x="656638" y="12795"/>
                  </a:lnTo>
                  <a:lnTo>
                    <a:pt x="724335" y="18007"/>
                  </a:lnTo>
                  <a:lnTo>
                    <a:pt x="804204" y="24977"/>
                  </a:lnTo>
                  <a:lnTo>
                    <a:pt x="892016" y="33742"/>
                  </a:lnTo>
                  <a:lnTo>
                    <a:pt x="983356" y="44277"/>
                  </a:lnTo>
                  <a:lnTo>
                    <a:pt x="1074357" y="56539"/>
                  </a:lnTo>
                  <a:lnTo>
                    <a:pt x="1162111" y="70510"/>
                  </a:lnTo>
                  <a:lnTo>
                    <a:pt x="1244766" y="86227"/>
                  </a:lnTo>
                  <a:lnTo>
                    <a:pt x="1321417" y="103799"/>
                  </a:lnTo>
                  <a:lnTo>
                    <a:pt x="1391895" y="123412"/>
                  </a:lnTo>
                  <a:lnTo>
                    <a:pt x="1456544" y="145331"/>
                  </a:lnTo>
                  <a:lnTo>
                    <a:pt x="1516037" y="169889"/>
                  </a:lnTo>
                  <a:lnTo>
                    <a:pt x="1571222" y="197470"/>
                  </a:lnTo>
                  <a:lnTo>
                    <a:pt x="1623020" y="228474"/>
                  </a:lnTo>
                  <a:lnTo>
                    <a:pt x="1672338" y="263262"/>
                  </a:lnTo>
                  <a:lnTo>
                    <a:pt x="1719082" y="301264"/>
                  </a:lnTo>
                  <a:lnTo>
                    <a:pt x="1760904" y="339343"/>
                  </a:lnTo>
                  <a:lnTo>
                    <a:pt x="1802318" y="380717"/>
                  </a:lnTo>
                  <a:lnTo>
                    <a:pt x="1843655" y="425448"/>
                  </a:lnTo>
                  <a:lnTo>
                    <a:pt x="1885157" y="473520"/>
                  </a:lnTo>
                  <a:lnTo>
                    <a:pt x="1926992" y="524830"/>
                  </a:lnTo>
                  <a:lnTo>
                    <a:pt x="1969258" y="579182"/>
                  </a:lnTo>
                  <a:lnTo>
                    <a:pt x="2011994" y="636281"/>
                  </a:lnTo>
                  <a:lnTo>
                    <a:pt x="2055185" y="695739"/>
                  </a:lnTo>
                  <a:lnTo>
                    <a:pt x="2098766" y="757080"/>
                  </a:lnTo>
                  <a:lnTo>
                    <a:pt x="2142637" y="819755"/>
                  </a:lnTo>
                  <a:lnTo>
                    <a:pt x="2186673" y="883161"/>
                  </a:lnTo>
                  <a:lnTo>
                    <a:pt x="2230730" y="946664"/>
                  </a:lnTo>
                  <a:lnTo>
                    <a:pt x="2274666" y="1009629"/>
                  </a:lnTo>
                  <a:lnTo>
                    <a:pt x="2318349" y="1071440"/>
                  </a:lnTo>
                  <a:lnTo>
                    <a:pt x="2361667" y="1131529"/>
                  </a:lnTo>
                  <a:lnTo>
                    <a:pt x="2404547" y="1189397"/>
                  </a:lnTo>
                  <a:lnTo>
                    <a:pt x="2446956" y="1244627"/>
                  </a:lnTo>
                  <a:lnTo>
                    <a:pt x="2488915" y="1296895"/>
                  </a:lnTo>
                  <a:lnTo>
                    <a:pt x="2530505" y="1345975"/>
                  </a:lnTo>
                  <a:lnTo>
                    <a:pt x="2571870" y="1391736"/>
                  </a:lnTo>
                  <a:lnTo>
                    <a:pt x="2613230" y="1434136"/>
                  </a:lnTo>
                  <a:lnTo>
                    <a:pt x="2654886" y="1473214"/>
                  </a:lnTo>
                  <a:lnTo>
                    <a:pt x="2667772" y="1484542"/>
                  </a:lnTo>
                  <a:lnTo>
                    <a:pt x="2715449" y="1523252"/>
                  </a:lnTo>
                  <a:lnTo>
                    <a:pt x="2764807" y="1557964"/>
                  </a:lnTo>
                  <a:lnTo>
                    <a:pt x="2816662" y="1588899"/>
                  </a:lnTo>
                  <a:lnTo>
                    <a:pt x="2871921" y="1616417"/>
                  </a:lnTo>
                  <a:lnTo>
                    <a:pt x="2931505" y="1640921"/>
                  </a:lnTo>
                  <a:lnTo>
                    <a:pt x="2996262" y="1662793"/>
                  </a:lnTo>
                  <a:lnTo>
                    <a:pt x="3066856" y="1682365"/>
                  </a:lnTo>
                  <a:lnTo>
                    <a:pt x="3143626" y="1699899"/>
                  </a:lnTo>
                  <a:lnTo>
                    <a:pt x="3226391" y="1715581"/>
                  </a:lnTo>
                  <a:lnTo>
                    <a:pt x="3314228" y="1729519"/>
                  </a:lnTo>
                  <a:lnTo>
                    <a:pt x="3405267" y="1741748"/>
                  </a:lnTo>
                  <a:lnTo>
                    <a:pt x="3496578" y="1752250"/>
                  </a:lnTo>
                  <a:lnTo>
                    <a:pt x="3584279" y="1760981"/>
                  </a:lnTo>
                  <a:lnTo>
                    <a:pt x="3663952" y="1767917"/>
                  </a:lnTo>
                  <a:lnTo>
                    <a:pt x="3731378" y="1773095"/>
                  </a:lnTo>
                  <a:lnTo>
                    <a:pt x="3783449" y="1776650"/>
                  </a:lnTo>
                  <a:lnTo>
                    <a:pt x="3818953" y="1778816"/>
                  </a:lnTo>
                  <a:lnTo>
                    <a:pt x="3838994" y="1779915"/>
                  </a:lnTo>
                  <a:lnTo>
                    <a:pt x="3846942" y="1780309"/>
                  </a:lnTo>
                  <a:lnTo>
                    <a:pt x="3848118" y="1780362"/>
                  </a:lnTo>
                  <a:lnTo>
                    <a:pt x="4386855" y="1780362"/>
                  </a:lnTo>
                  <a:lnTo>
                    <a:pt x="4388082" y="1780427"/>
                  </a:lnTo>
                  <a:lnTo>
                    <a:pt x="4396097" y="1780890"/>
                  </a:lnTo>
                  <a:lnTo>
                    <a:pt x="4416119" y="1782171"/>
                  </a:lnTo>
                  <a:lnTo>
                    <a:pt x="4451453" y="1784684"/>
                  </a:lnTo>
                  <a:lnTo>
                    <a:pt x="4503182" y="1788798"/>
                  </a:lnTo>
                  <a:lnTo>
                    <a:pt x="4570124" y="1794784"/>
                  </a:lnTo>
                  <a:lnTo>
                    <a:pt x="4649231" y="1802796"/>
                  </a:lnTo>
                  <a:lnTo>
                    <a:pt x="4736360" y="1812879"/>
                  </a:lnTo>
                  <a:lnTo>
                    <a:pt x="4827155" y="1825004"/>
                  </a:lnTo>
                  <a:lnTo>
                    <a:pt x="4917776" y="1839124"/>
                  </a:lnTo>
                  <a:lnTo>
                    <a:pt x="5005306" y="1855215"/>
                  </a:lnTo>
                  <a:lnTo>
                    <a:pt x="5087868" y="1873315"/>
                  </a:lnTo>
                  <a:lnTo>
                    <a:pt x="5164521" y="1893543"/>
                  </a:lnTo>
                  <a:lnTo>
                    <a:pt x="5235057" y="1916110"/>
                  </a:lnTo>
                  <a:lnTo>
                    <a:pt x="5299787" y="1941311"/>
                  </a:lnTo>
                  <a:lnTo>
                    <a:pt x="5359354" y="1969523"/>
                  </a:lnTo>
                  <a:lnTo>
                    <a:pt x="5414584" y="2001182"/>
                  </a:lnTo>
                  <a:lnTo>
                    <a:pt x="5466381" y="2036751"/>
                  </a:lnTo>
                  <a:lnTo>
                    <a:pt x="5515642" y="2076650"/>
                  </a:lnTo>
                  <a:lnTo>
                    <a:pt x="5563181" y="2121149"/>
                  </a:lnTo>
                  <a:lnTo>
                    <a:pt x="5567201" y="2125183"/>
                  </a:lnTo>
                  <a:lnTo>
                    <a:pt x="5607020" y="2167344"/>
                  </a:lnTo>
                  <a:lnTo>
                    <a:pt x="5646454" y="2212980"/>
                  </a:lnTo>
                  <a:lnTo>
                    <a:pt x="5685794" y="2262159"/>
                  </a:lnTo>
                  <a:lnTo>
                    <a:pt x="5725256" y="2314874"/>
                  </a:lnTo>
                  <a:lnTo>
                    <a:pt x="5764996" y="2371039"/>
                  </a:lnTo>
                  <a:lnTo>
                    <a:pt x="5805111" y="2430476"/>
                  </a:lnTo>
                  <a:lnTo>
                    <a:pt x="5845648" y="2492916"/>
                  </a:lnTo>
                  <a:lnTo>
                    <a:pt x="5886606" y="2557996"/>
                  </a:lnTo>
                  <a:lnTo>
                    <a:pt x="5927945" y="2625269"/>
                  </a:lnTo>
                  <a:lnTo>
                    <a:pt x="5969591" y="2694211"/>
                  </a:lnTo>
                  <a:lnTo>
                    <a:pt x="6011443" y="2764237"/>
                  </a:lnTo>
                  <a:lnTo>
                    <a:pt x="6053384" y="2834724"/>
                  </a:lnTo>
                  <a:lnTo>
                    <a:pt x="6095289" y="2905030"/>
                  </a:lnTo>
                  <a:lnTo>
                    <a:pt x="6137038" y="2974519"/>
                  </a:lnTo>
                  <a:lnTo>
                    <a:pt x="6178522" y="3042587"/>
                  </a:lnTo>
                  <a:lnTo>
                    <a:pt x="6219653" y="3108682"/>
                  </a:lnTo>
                  <a:lnTo>
                    <a:pt x="6260376" y="3172322"/>
                  </a:lnTo>
                  <a:lnTo>
                    <a:pt x="6300672" y="3233105"/>
                  </a:lnTo>
                  <a:lnTo>
                    <a:pt x="6340566" y="3290723"/>
                  </a:lnTo>
                  <a:lnTo>
                    <a:pt x="6380134" y="3344957"/>
                  </a:lnTo>
                  <a:lnTo>
                    <a:pt x="6419504" y="3395682"/>
                  </a:lnTo>
                  <a:lnTo>
                    <a:pt x="6458866" y="3442857"/>
                  </a:lnTo>
                  <a:lnTo>
                    <a:pt x="6498477" y="3486519"/>
                  </a:lnTo>
                  <a:lnTo>
                    <a:pt x="6515891" y="3504465"/>
                  </a:lnTo>
                  <a:lnTo>
                    <a:pt x="6563315" y="3549362"/>
                  </a:lnTo>
                  <a:lnTo>
                    <a:pt x="6612398" y="3589649"/>
                  </a:lnTo>
                  <a:lnTo>
                    <a:pt x="6663943" y="3625573"/>
                  </a:lnTo>
                  <a:lnTo>
                    <a:pt x="6718842" y="3657550"/>
                  </a:lnTo>
                  <a:lnTo>
                    <a:pt x="6778003" y="3686040"/>
                  </a:lnTo>
                  <a:lnTo>
                    <a:pt x="6842262" y="3711484"/>
                  </a:lnTo>
                  <a:lnTo>
                    <a:pt x="6912282" y="3734263"/>
                  </a:lnTo>
                  <a:lnTo>
                    <a:pt x="6988409" y="3754683"/>
                  </a:lnTo>
                  <a:lnTo>
                    <a:pt x="7070489" y="3772960"/>
                  </a:lnTo>
                  <a:lnTo>
                    <a:pt x="7157652" y="3789220"/>
                  </a:lnTo>
                  <a:lnTo>
                    <a:pt x="7248107" y="3803509"/>
                  </a:lnTo>
                  <a:lnTo>
                    <a:pt x="7339027" y="3815808"/>
                  </a:lnTo>
                  <a:lnTo>
                    <a:pt x="7426638" y="3826067"/>
                  </a:lnTo>
                  <a:lnTo>
                    <a:pt x="7506605" y="3834256"/>
                  </a:lnTo>
                  <a:lnTo>
                    <a:pt x="7574731" y="3840412"/>
                  </a:lnTo>
                  <a:lnTo>
                    <a:pt x="7627843" y="3844677"/>
                  </a:lnTo>
                  <a:lnTo>
                    <a:pt x="7664574" y="3847315"/>
                  </a:lnTo>
                  <a:lnTo>
                    <a:pt x="7685810" y="3848685"/>
                  </a:lnTo>
                  <a:lnTo>
                    <a:pt x="7694675" y="3849202"/>
                  </a:lnTo>
                  <a:lnTo>
                    <a:pt x="7696237" y="3849285"/>
                  </a:lnTo>
                  <a:lnTo>
                    <a:pt x="8234974" y="3849285"/>
                  </a:lnTo>
                  <a:lnTo>
                    <a:pt x="8234974" y="3843841"/>
                  </a:lnTo>
                  <a:lnTo>
                    <a:pt x="7696237" y="3843841"/>
                  </a:lnTo>
                  <a:lnTo>
                    <a:pt x="7695011" y="3843776"/>
                  </a:lnTo>
                  <a:lnTo>
                    <a:pt x="7686996" y="3843313"/>
                  </a:lnTo>
                  <a:lnTo>
                    <a:pt x="7666974" y="3842032"/>
                  </a:lnTo>
                  <a:lnTo>
                    <a:pt x="7631640" y="3839518"/>
                  </a:lnTo>
                  <a:lnTo>
                    <a:pt x="7579910" y="3835405"/>
                  </a:lnTo>
                  <a:lnTo>
                    <a:pt x="7512968" y="3829419"/>
                  </a:lnTo>
                  <a:lnTo>
                    <a:pt x="7433861" y="3821407"/>
                  </a:lnTo>
                  <a:lnTo>
                    <a:pt x="7346733" y="3811324"/>
                  </a:lnTo>
                  <a:lnTo>
                    <a:pt x="7255937" y="3799198"/>
                  </a:lnTo>
                  <a:lnTo>
                    <a:pt x="7165317" y="3785079"/>
                  </a:lnTo>
                  <a:lnTo>
                    <a:pt x="7077786" y="3768988"/>
                  </a:lnTo>
                  <a:lnTo>
                    <a:pt x="6995224" y="3750888"/>
                  </a:lnTo>
                  <a:lnTo>
                    <a:pt x="6918572" y="3730659"/>
                  </a:lnTo>
                  <a:lnTo>
                    <a:pt x="6848036" y="3708093"/>
                  </a:lnTo>
                  <a:lnTo>
                    <a:pt x="6783305" y="3682892"/>
                  </a:lnTo>
                  <a:lnTo>
                    <a:pt x="6723738" y="3654680"/>
                  </a:lnTo>
                  <a:lnTo>
                    <a:pt x="6668508" y="3623021"/>
                  </a:lnTo>
                  <a:lnTo>
                    <a:pt x="6616712" y="3587452"/>
                  </a:lnTo>
                  <a:lnTo>
                    <a:pt x="6567450" y="3547553"/>
                  </a:lnTo>
                  <a:lnTo>
                    <a:pt x="6519912" y="3503054"/>
                  </a:lnTo>
                  <a:lnTo>
                    <a:pt x="6515891" y="3499020"/>
                  </a:lnTo>
                  <a:lnTo>
                    <a:pt x="6476072" y="3456859"/>
                  </a:lnTo>
                  <a:lnTo>
                    <a:pt x="6436638" y="3411223"/>
                  </a:lnTo>
                  <a:lnTo>
                    <a:pt x="6397299" y="3362044"/>
                  </a:lnTo>
                  <a:lnTo>
                    <a:pt x="6357836" y="3309328"/>
                  </a:lnTo>
                  <a:lnTo>
                    <a:pt x="6318096" y="3253163"/>
                  </a:lnTo>
                  <a:lnTo>
                    <a:pt x="6277981" y="3193727"/>
                  </a:lnTo>
                  <a:lnTo>
                    <a:pt x="6237444" y="3131287"/>
                  </a:lnTo>
                  <a:lnTo>
                    <a:pt x="6196486" y="3066207"/>
                  </a:lnTo>
                  <a:lnTo>
                    <a:pt x="6155147" y="2998934"/>
                  </a:lnTo>
                  <a:lnTo>
                    <a:pt x="6113501" y="2929992"/>
                  </a:lnTo>
                  <a:lnTo>
                    <a:pt x="6071650" y="2859965"/>
                  </a:lnTo>
                  <a:lnTo>
                    <a:pt x="6029709" y="2789479"/>
                  </a:lnTo>
                  <a:lnTo>
                    <a:pt x="5987803" y="2719173"/>
                  </a:lnTo>
                  <a:lnTo>
                    <a:pt x="5946054" y="2649684"/>
                  </a:lnTo>
                  <a:lnTo>
                    <a:pt x="5904571" y="2581616"/>
                  </a:lnTo>
                  <a:lnTo>
                    <a:pt x="5863440" y="2515520"/>
                  </a:lnTo>
                  <a:lnTo>
                    <a:pt x="5822717" y="2451881"/>
                  </a:lnTo>
                  <a:lnTo>
                    <a:pt x="5782421" y="2391098"/>
                  </a:lnTo>
                  <a:lnTo>
                    <a:pt x="5742526" y="2333480"/>
                  </a:lnTo>
                  <a:lnTo>
                    <a:pt x="5702958" y="2279246"/>
                  </a:lnTo>
                  <a:lnTo>
                    <a:pt x="5663588" y="2228521"/>
                  </a:lnTo>
                  <a:lnTo>
                    <a:pt x="5624226" y="2181346"/>
                  </a:lnTo>
                  <a:lnTo>
                    <a:pt x="5584616" y="2137684"/>
                  </a:lnTo>
                  <a:lnTo>
                    <a:pt x="5567201" y="2119738"/>
                  </a:lnTo>
                  <a:lnTo>
                    <a:pt x="5519778" y="2074841"/>
                  </a:lnTo>
                  <a:lnTo>
                    <a:pt x="5470694" y="2034554"/>
                  </a:lnTo>
                  <a:lnTo>
                    <a:pt x="5419150" y="1998629"/>
                  </a:lnTo>
                  <a:lnTo>
                    <a:pt x="5364250" y="1966653"/>
                  </a:lnTo>
                  <a:lnTo>
                    <a:pt x="5305089" y="1938163"/>
                  </a:lnTo>
                  <a:lnTo>
                    <a:pt x="5240830" y="1912719"/>
                  </a:lnTo>
                  <a:lnTo>
                    <a:pt x="5170811" y="1889940"/>
                  </a:lnTo>
                  <a:lnTo>
                    <a:pt x="5094684" y="1869520"/>
                  </a:lnTo>
                  <a:lnTo>
                    <a:pt x="5012603" y="1851243"/>
                  </a:lnTo>
                  <a:lnTo>
                    <a:pt x="4925440" y="1834983"/>
                  </a:lnTo>
                  <a:lnTo>
                    <a:pt x="4834985" y="1820694"/>
                  </a:lnTo>
                  <a:lnTo>
                    <a:pt x="4744065" y="1808395"/>
                  </a:lnTo>
                  <a:lnTo>
                    <a:pt x="4656454" y="1798136"/>
                  </a:lnTo>
                  <a:lnTo>
                    <a:pt x="4576488" y="1789946"/>
                  </a:lnTo>
                  <a:lnTo>
                    <a:pt x="4508361" y="1783791"/>
                  </a:lnTo>
                  <a:lnTo>
                    <a:pt x="4455250" y="1779525"/>
                  </a:lnTo>
                  <a:lnTo>
                    <a:pt x="4418518" y="1776888"/>
                  </a:lnTo>
                  <a:lnTo>
                    <a:pt x="4397282" y="1775517"/>
                  </a:lnTo>
                  <a:lnTo>
                    <a:pt x="4388417" y="1775001"/>
                  </a:lnTo>
                  <a:lnTo>
                    <a:pt x="4386855" y="1774918"/>
                  </a:lnTo>
                  <a:lnTo>
                    <a:pt x="3848118" y="1774918"/>
                  </a:lnTo>
                  <a:lnTo>
                    <a:pt x="3846873" y="1774861"/>
                  </a:lnTo>
                  <a:lnTo>
                    <a:pt x="3838737" y="1774457"/>
                  </a:lnTo>
                  <a:lnTo>
                    <a:pt x="3818422" y="1773341"/>
                  </a:lnTo>
                  <a:lnTo>
                    <a:pt x="3782601" y="1771151"/>
                  </a:lnTo>
                  <a:lnTo>
                    <a:pt x="3730216" y="1767567"/>
                  </a:lnTo>
                  <a:lnTo>
                    <a:pt x="3662519" y="1762355"/>
                  </a:lnTo>
                  <a:lnTo>
                    <a:pt x="3582650" y="1755385"/>
                  </a:lnTo>
                  <a:lnTo>
                    <a:pt x="3494839" y="1746619"/>
                  </a:lnTo>
                  <a:lnTo>
                    <a:pt x="3403499" y="1736084"/>
                  </a:lnTo>
                  <a:lnTo>
                    <a:pt x="3312497" y="1723822"/>
                  </a:lnTo>
                  <a:lnTo>
                    <a:pt x="3224743" y="1709851"/>
                  </a:lnTo>
                  <a:lnTo>
                    <a:pt x="3142088" y="1694135"/>
                  </a:lnTo>
                  <a:lnTo>
                    <a:pt x="3065437" y="1676563"/>
                  </a:lnTo>
                  <a:lnTo>
                    <a:pt x="2994960" y="1656950"/>
                  </a:lnTo>
                  <a:lnTo>
                    <a:pt x="2930310" y="1635030"/>
                  </a:lnTo>
                  <a:lnTo>
                    <a:pt x="2870818" y="1610472"/>
                  </a:lnTo>
                  <a:lnTo>
                    <a:pt x="2815633" y="1582892"/>
                  </a:lnTo>
                  <a:lnTo>
                    <a:pt x="2763835" y="1551888"/>
                  </a:lnTo>
                  <a:lnTo>
                    <a:pt x="2714517" y="1517099"/>
                  </a:lnTo>
                  <a:lnTo>
                    <a:pt x="2667772" y="1479098"/>
                  </a:lnTo>
                  <a:lnTo>
                    <a:pt x="2625951" y="1441019"/>
                  </a:lnTo>
                  <a:lnTo>
                    <a:pt x="2584537" y="1399645"/>
                  </a:lnTo>
                  <a:lnTo>
                    <a:pt x="2543200" y="1354914"/>
                  </a:lnTo>
                  <a:lnTo>
                    <a:pt x="2501698" y="1306842"/>
                  </a:lnTo>
                  <a:lnTo>
                    <a:pt x="2459863" y="1255532"/>
                  </a:lnTo>
                  <a:lnTo>
                    <a:pt x="2417597" y="1201180"/>
                  </a:lnTo>
                  <a:lnTo>
                    <a:pt x="2374860" y="1144080"/>
                  </a:lnTo>
                  <a:lnTo>
                    <a:pt x="2331670" y="1084622"/>
                  </a:lnTo>
                  <a:lnTo>
                    <a:pt x="2288089" y="1023282"/>
                  </a:lnTo>
                  <a:lnTo>
                    <a:pt x="2244217" y="960607"/>
                  </a:lnTo>
                  <a:lnTo>
                    <a:pt x="2200182" y="897201"/>
                  </a:lnTo>
                  <a:lnTo>
                    <a:pt x="2156124" y="833697"/>
                  </a:lnTo>
                  <a:lnTo>
                    <a:pt x="2112188" y="770733"/>
                  </a:lnTo>
                  <a:lnTo>
                    <a:pt x="2068506" y="708922"/>
                  </a:lnTo>
                  <a:lnTo>
                    <a:pt x="2025188" y="648832"/>
                  </a:lnTo>
                  <a:lnTo>
                    <a:pt x="1982308" y="590964"/>
                  </a:lnTo>
                  <a:lnTo>
                    <a:pt x="1939899" y="535735"/>
                  </a:lnTo>
                  <a:lnTo>
                    <a:pt x="1897939" y="483467"/>
                  </a:lnTo>
                  <a:lnTo>
                    <a:pt x="1856350" y="434387"/>
                  </a:lnTo>
                  <a:lnTo>
                    <a:pt x="1814985" y="388626"/>
                  </a:lnTo>
                  <a:lnTo>
                    <a:pt x="1773625" y="346226"/>
                  </a:lnTo>
                  <a:lnTo>
                    <a:pt x="1731969" y="307148"/>
                  </a:lnTo>
                  <a:lnTo>
                    <a:pt x="1719082" y="295819"/>
                  </a:lnTo>
                  <a:lnTo>
                    <a:pt x="1671405" y="257110"/>
                  </a:lnTo>
                  <a:lnTo>
                    <a:pt x="1622047" y="222397"/>
                  </a:lnTo>
                  <a:lnTo>
                    <a:pt x="1570193" y="191463"/>
                  </a:lnTo>
                  <a:lnTo>
                    <a:pt x="1514934" y="163944"/>
                  </a:lnTo>
                  <a:lnTo>
                    <a:pt x="1455350" y="139441"/>
                  </a:lnTo>
                  <a:lnTo>
                    <a:pt x="1390593" y="117569"/>
                  </a:lnTo>
                  <a:lnTo>
                    <a:pt x="1319998" y="97997"/>
                  </a:lnTo>
                  <a:lnTo>
                    <a:pt x="1243228" y="80463"/>
                  </a:lnTo>
                  <a:lnTo>
                    <a:pt x="1160464" y="64780"/>
                  </a:lnTo>
                  <a:lnTo>
                    <a:pt x="1072626" y="50842"/>
                  </a:lnTo>
                  <a:lnTo>
                    <a:pt x="981588" y="38613"/>
                  </a:lnTo>
                  <a:lnTo>
                    <a:pt x="890276" y="28112"/>
                  </a:lnTo>
                  <a:lnTo>
                    <a:pt x="802575" y="19381"/>
                  </a:lnTo>
                  <a:lnTo>
                    <a:pt x="722903" y="12445"/>
                  </a:lnTo>
                  <a:lnTo>
                    <a:pt x="655476" y="7267"/>
                  </a:lnTo>
                  <a:lnTo>
                    <a:pt x="603406" y="3712"/>
                  </a:lnTo>
                  <a:lnTo>
                    <a:pt x="567901" y="1545"/>
                  </a:lnTo>
                  <a:lnTo>
                    <a:pt x="547860" y="446"/>
                  </a:lnTo>
                  <a:lnTo>
                    <a:pt x="539913" y="5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01" name="pl501"/>
            <p:cNvSpPr/>
            <p:nvPr/>
          </p:nvSpPr>
          <p:spPr>
            <a:xfrm>
              <a:off x="546595" y="2220481"/>
              <a:ext cx="8234974" cy="3843841"/>
            </a:xfrm>
            <a:custGeom>
              <a:avLst/>
              <a:pathLst>
                <a:path w="8234974" h="3843841">
                  <a:moveTo>
                    <a:pt x="0" y="0"/>
                  </a:moveTo>
                  <a:lnTo>
                    <a:pt x="538736" y="0"/>
                  </a:lnTo>
                  <a:lnTo>
                    <a:pt x="539982" y="56"/>
                  </a:lnTo>
                  <a:lnTo>
                    <a:pt x="548118" y="460"/>
                  </a:lnTo>
                  <a:lnTo>
                    <a:pt x="568432" y="1576"/>
                  </a:lnTo>
                  <a:lnTo>
                    <a:pt x="604253" y="3767"/>
                  </a:lnTo>
                  <a:lnTo>
                    <a:pt x="656638" y="7350"/>
                  </a:lnTo>
                  <a:lnTo>
                    <a:pt x="724335" y="12562"/>
                  </a:lnTo>
                  <a:lnTo>
                    <a:pt x="804204" y="19532"/>
                  </a:lnTo>
                  <a:lnTo>
                    <a:pt x="892016" y="28298"/>
                  </a:lnTo>
                  <a:lnTo>
                    <a:pt x="983356" y="38833"/>
                  </a:lnTo>
                  <a:lnTo>
                    <a:pt x="1074357" y="51095"/>
                  </a:lnTo>
                  <a:lnTo>
                    <a:pt x="1162111" y="65066"/>
                  </a:lnTo>
                  <a:lnTo>
                    <a:pt x="1244766" y="80783"/>
                  </a:lnTo>
                  <a:lnTo>
                    <a:pt x="1321417" y="98354"/>
                  </a:lnTo>
                  <a:lnTo>
                    <a:pt x="1391895" y="117968"/>
                  </a:lnTo>
                  <a:lnTo>
                    <a:pt x="1456544" y="139887"/>
                  </a:lnTo>
                  <a:lnTo>
                    <a:pt x="1516037" y="164445"/>
                  </a:lnTo>
                  <a:lnTo>
                    <a:pt x="1571222" y="192025"/>
                  </a:lnTo>
                  <a:lnTo>
                    <a:pt x="1623020" y="223030"/>
                  </a:lnTo>
                  <a:lnTo>
                    <a:pt x="1672338" y="257818"/>
                  </a:lnTo>
                  <a:lnTo>
                    <a:pt x="1719082" y="295819"/>
                  </a:lnTo>
                  <a:lnTo>
                    <a:pt x="1760904" y="333898"/>
                  </a:lnTo>
                  <a:lnTo>
                    <a:pt x="1802318" y="375272"/>
                  </a:lnTo>
                  <a:lnTo>
                    <a:pt x="1843655" y="420003"/>
                  </a:lnTo>
                  <a:lnTo>
                    <a:pt x="1885157" y="468075"/>
                  </a:lnTo>
                  <a:lnTo>
                    <a:pt x="1926992" y="519386"/>
                  </a:lnTo>
                  <a:lnTo>
                    <a:pt x="1969258" y="573737"/>
                  </a:lnTo>
                  <a:lnTo>
                    <a:pt x="2011994" y="630837"/>
                  </a:lnTo>
                  <a:lnTo>
                    <a:pt x="2055185" y="690295"/>
                  </a:lnTo>
                  <a:lnTo>
                    <a:pt x="2098766" y="751636"/>
                  </a:lnTo>
                  <a:lnTo>
                    <a:pt x="2142637" y="814310"/>
                  </a:lnTo>
                  <a:lnTo>
                    <a:pt x="2186673" y="877716"/>
                  </a:lnTo>
                  <a:lnTo>
                    <a:pt x="2230730" y="941220"/>
                  </a:lnTo>
                  <a:lnTo>
                    <a:pt x="2274666" y="1004185"/>
                  </a:lnTo>
                  <a:lnTo>
                    <a:pt x="2318349" y="1065996"/>
                  </a:lnTo>
                  <a:lnTo>
                    <a:pt x="2361667" y="1126085"/>
                  </a:lnTo>
                  <a:lnTo>
                    <a:pt x="2404547" y="1183953"/>
                  </a:lnTo>
                  <a:lnTo>
                    <a:pt x="2446956" y="1239183"/>
                  </a:lnTo>
                  <a:lnTo>
                    <a:pt x="2488915" y="1291451"/>
                  </a:lnTo>
                  <a:lnTo>
                    <a:pt x="2530505" y="1340531"/>
                  </a:lnTo>
                  <a:lnTo>
                    <a:pt x="2571870" y="1386291"/>
                  </a:lnTo>
                  <a:lnTo>
                    <a:pt x="2613230" y="1428691"/>
                  </a:lnTo>
                  <a:lnTo>
                    <a:pt x="2654886" y="1467769"/>
                  </a:lnTo>
                  <a:lnTo>
                    <a:pt x="2667772" y="1479098"/>
                  </a:lnTo>
                  <a:lnTo>
                    <a:pt x="2715449" y="1517807"/>
                  </a:lnTo>
                  <a:lnTo>
                    <a:pt x="2764807" y="1552520"/>
                  </a:lnTo>
                  <a:lnTo>
                    <a:pt x="2816662" y="1583455"/>
                  </a:lnTo>
                  <a:lnTo>
                    <a:pt x="2871921" y="1610973"/>
                  </a:lnTo>
                  <a:lnTo>
                    <a:pt x="2931505" y="1635476"/>
                  </a:lnTo>
                  <a:lnTo>
                    <a:pt x="2996262" y="1657348"/>
                  </a:lnTo>
                  <a:lnTo>
                    <a:pt x="3066856" y="1676920"/>
                  </a:lnTo>
                  <a:lnTo>
                    <a:pt x="3143626" y="1694454"/>
                  </a:lnTo>
                  <a:lnTo>
                    <a:pt x="3226391" y="1710137"/>
                  </a:lnTo>
                  <a:lnTo>
                    <a:pt x="3314228" y="1724075"/>
                  </a:lnTo>
                  <a:lnTo>
                    <a:pt x="3405267" y="1736304"/>
                  </a:lnTo>
                  <a:lnTo>
                    <a:pt x="3496578" y="1746805"/>
                  </a:lnTo>
                  <a:lnTo>
                    <a:pt x="3584279" y="1755536"/>
                  </a:lnTo>
                  <a:lnTo>
                    <a:pt x="3663952" y="1762472"/>
                  </a:lnTo>
                  <a:lnTo>
                    <a:pt x="3731378" y="1767651"/>
                  </a:lnTo>
                  <a:lnTo>
                    <a:pt x="3783449" y="1771205"/>
                  </a:lnTo>
                  <a:lnTo>
                    <a:pt x="3818953" y="1773372"/>
                  </a:lnTo>
                  <a:lnTo>
                    <a:pt x="3838994" y="1774471"/>
                  </a:lnTo>
                  <a:lnTo>
                    <a:pt x="3846942" y="1774864"/>
                  </a:lnTo>
                  <a:lnTo>
                    <a:pt x="3848118" y="1774918"/>
                  </a:lnTo>
                  <a:lnTo>
                    <a:pt x="4386855" y="1774918"/>
                  </a:lnTo>
                  <a:lnTo>
                    <a:pt x="4388082" y="1774982"/>
                  </a:lnTo>
                  <a:lnTo>
                    <a:pt x="4396097" y="1775446"/>
                  </a:lnTo>
                  <a:lnTo>
                    <a:pt x="4416119" y="1776726"/>
                  </a:lnTo>
                  <a:lnTo>
                    <a:pt x="4451453" y="1779240"/>
                  </a:lnTo>
                  <a:lnTo>
                    <a:pt x="4503182" y="1783354"/>
                  </a:lnTo>
                  <a:lnTo>
                    <a:pt x="4570124" y="1789340"/>
                  </a:lnTo>
                  <a:lnTo>
                    <a:pt x="4649231" y="1797352"/>
                  </a:lnTo>
                  <a:lnTo>
                    <a:pt x="4736360" y="1807434"/>
                  </a:lnTo>
                  <a:lnTo>
                    <a:pt x="4827155" y="1819560"/>
                  </a:lnTo>
                  <a:lnTo>
                    <a:pt x="4917776" y="1833680"/>
                  </a:lnTo>
                  <a:lnTo>
                    <a:pt x="5005306" y="1849770"/>
                  </a:lnTo>
                  <a:lnTo>
                    <a:pt x="5087868" y="1867870"/>
                  </a:lnTo>
                  <a:lnTo>
                    <a:pt x="5164521" y="1888099"/>
                  </a:lnTo>
                  <a:lnTo>
                    <a:pt x="5235057" y="1910665"/>
                  </a:lnTo>
                  <a:lnTo>
                    <a:pt x="5299787" y="1935866"/>
                  </a:lnTo>
                  <a:lnTo>
                    <a:pt x="5359354" y="1964078"/>
                  </a:lnTo>
                  <a:lnTo>
                    <a:pt x="5414584" y="1995738"/>
                  </a:lnTo>
                  <a:lnTo>
                    <a:pt x="5466381" y="2031306"/>
                  </a:lnTo>
                  <a:lnTo>
                    <a:pt x="5515642" y="2071205"/>
                  </a:lnTo>
                  <a:lnTo>
                    <a:pt x="5563181" y="2115705"/>
                  </a:lnTo>
                  <a:lnTo>
                    <a:pt x="5567201" y="2119738"/>
                  </a:lnTo>
                  <a:lnTo>
                    <a:pt x="5607020" y="2161899"/>
                  </a:lnTo>
                  <a:lnTo>
                    <a:pt x="5646454" y="2207535"/>
                  </a:lnTo>
                  <a:lnTo>
                    <a:pt x="5685794" y="2256714"/>
                  </a:lnTo>
                  <a:lnTo>
                    <a:pt x="5725256" y="2309430"/>
                  </a:lnTo>
                  <a:lnTo>
                    <a:pt x="5764996" y="2365595"/>
                  </a:lnTo>
                  <a:lnTo>
                    <a:pt x="5805111" y="2425032"/>
                  </a:lnTo>
                  <a:lnTo>
                    <a:pt x="5845648" y="2487471"/>
                  </a:lnTo>
                  <a:lnTo>
                    <a:pt x="5886606" y="2552551"/>
                  </a:lnTo>
                  <a:lnTo>
                    <a:pt x="5927945" y="2619824"/>
                  </a:lnTo>
                  <a:lnTo>
                    <a:pt x="5969591" y="2688766"/>
                  </a:lnTo>
                  <a:lnTo>
                    <a:pt x="6011443" y="2758793"/>
                  </a:lnTo>
                  <a:lnTo>
                    <a:pt x="6053384" y="2829280"/>
                  </a:lnTo>
                  <a:lnTo>
                    <a:pt x="6095289" y="2899585"/>
                  </a:lnTo>
                  <a:lnTo>
                    <a:pt x="6137038" y="2969074"/>
                  </a:lnTo>
                  <a:lnTo>
                    <a:pt x="6178522" y="3037142"/>
                  </a:lnTo>
                  <a:lnTo>
                    <a:pt x="6219653" y="3103238"/>
                  </a:lnTo>
                  <a:lnTo>
                    <a:pt x="6260376" y="3166877"/>
                  </a:lnTo>
                  <a:lnTo>
                    <a:pt x="6300672" y="3227661"/>
                  </a:lnTo>
                  <a:lnTo>
                    <a:pt x="6340566" y="3285278"/>
                  </a:lnTo>
                  <a:lnTo>
                    <a:pt x="6380134" y="3339512"/>
                  </a:lnTo>
                  <a:lnTo>
                    <a:pt x="6419504" y="3390237"/>
                  </a:lnTo>
                  <a:lnTo>
                    <a:pt x="6458866" y="3437413"/>
                  </a:lnTo>
                  <a:lnTo>
                    <a:pt x="6498477" y="3481075"/>
                  </a:lnTo>
                  <a:lnTo>
                    <a:pt x="6515891" y="3499020"/>
                  </a:lnTo>
                  <a:lnTo>
                    <a:pt x="6563315" y="3543918"/>
                  </a:lnTo>
                  <a:lnTo>
                    <a:pt x="6612398" y="3584204"/>
                  </a:lnTo>
                  <a:lnTo>
                    <a:pt x="6663943" y="3620129"/>
                  </a:lnTo>
                  <a:lnTo>
                    <a:pt x="6718842" y="3652106"/>
                  </a:lnTo>
                  <a:lnTo>
                    <a:pt x="6778003" y="3680596"/>
                  </a:lnTo>
                  <a:lnTo>
                    <a:pt x="6842262" y="3706039"/>
                  </a:lnTo>
                  <a:lnTo>
                    <a:pt x="6912282" y="3728819"/>
                  </a:lnTo>
                  <a:lnTo>
                    <a:pt x="6988409" y="3749238"/>
                  </a:lnTo>
                  <a:lnTo>
                    <a:pt x="7070489" y="3767515"/>
                  </a:lnTo>
                  <a:lnTo>
                    <a:pt x="7157652" y="3783776"/>
                  </a:lnTo>
                  <a:lnTo>
                    <a:pt x="7248107" y="3798065"/>
                  </a:lnTo>
                  <a:lnTo>
                    <a:pt x="7339027" y="3810363"/>
                  </a:lnTo>
                  <a:lnTo>
                    <a:pt x="7426638" y="3820623"/>
                  </a:lnTo>
                  <a:lnTo>
                    <a:pt x="7506605" y="3828812"/>
                  </a:lnTo>
                  <a:lnTo>
                    <a:pt x="7574731" y="3834967"/>
                  </a:lnTo>
                  <a:lnTo>
                    <a:pt x="7627843" y="3839233"/>
                  </a:lnTo>
                  <a:lnTo>
                    <a:pt x="7664574" y="3841871"/>
                  </a:lnTo>
                  <a:lnTo>
                    <a:pt x="7685810" y="3843241"/>
                  </a:lnTo>
                  <a:lnTo>
                    <a:pt x="7694675" y="3843758"/>
                  </a:lnTo>
                  <a:lnTo>
                    <a:pt x="7696237" y="3843841"/>
                  </a:lnTo>
                  <a:lnTo>
                    <a:pt x="7696237" y="3843841"/>
                  </a:lnTo>
                  <a:lnTo>
                    <a:pt x="8234974" y="38438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2" name="pl502"/>
            <p:cNvSpPr/>
            <p:nvPr/>
          </p:nvSpPr>
          <p:spPr>
            <a:xfrm>
              <a:off x="546595" y="2215036"/>
              <a:ext cx="8234974" cy="3843841"/>
            </a:xfrm>
            <a:custGeom>
              <a:avLst/>
              <a:pathLst>
                <a:path w="8234974" h="3843841">
                  <a:moveTo>
                    <a:pt x="8234974" y="3843841"/>
                  </a:moveTo>
                  <a:lnTo>
                    <a:pt x="7696237" y="3843841"/>
                  </a:lnTo>
                  <a:lnTo>
                    <a:pt x="7695011" y="3843776"/>
                  </a:lnTo>
                  <a:lnTo>
                    <a:pt x="7686996" y="3843313"/>
                  </a:lnTo>
                  <a:lnTo>
                    <a:pt x="7666974" y="3842032"/>
                  </a:lnTo>
                  <a:lnTo>
                    <a:pt x="7631640" y="3839518"/>
                  </a:lnTo>
                  <a:lnTo>
                    <a:pt x="7579910" y="3835405"/>
                  </a:lnTo>
                  <a:lnTo>
                    <a:pt x="7512968" y="3829419"/>
                  </a:lnTo>
                  <a:lnTo>
                    <a:pt x="7433861" y="3821407"/>
                  </a:lnTo>
                  <a:lnTo>
                    <a:pt x="7346733" y="3811324"/>
                  </a:lnTo>
                  <a:lnTo>
                    <a:pt x="7255937" y="3799198"/>
                  </a:lnTo>
                  <a:lnTo>
                    <a:pt x="7165317" y="3785079"/>
                  </a:lnTo>
                  <a:lnTo>
                    <a:pt x="7077786" y="3768988"/>
                  </a:lnTo>
                  <a:lnTo>
                    <a:pt x="6995224" y="3750888"/>
                  </a:lnTo>
                  <a:lnTo>
                    <a:pt x="6918572" y="3730659"/>
                  </a:lnTo>
                  <a:lnTo>
                    <a:pt x="6848036" y="3708093"/>
                  </a:lnTo>
                  <a:lnTo>
                    <a:pt x="6783305" y="3682892"/>
                  </a:lnTo>
                  <a:lnTo>
                    <a:pt x="6723738" y="3654680"/>
                  </a:lnTo>
                  <a:lnTo>
                    <a:pt x="6668508" y="3623021"/>
                  </a:lnTo>
                  <a:lnTo>
                    <a:pt x="6616712" y="3587452"/>
                  </a:lnTo>
                  <a:lnTo>
                    <a:pt x="6567450" y="3547553"/>
                  </a:lnTo>
                  <a:lnTo>
                    <a:pt x="6519912" y="3503054"/>
                  </a:lnTo>
                  <a:lnTo>
                    <a:pt x="6515891" y="3499020"/>
                  </a:lnTo>
                  <a:lnTo>
                    <a:pt x="6476072" y="3456859"/>
                  </a:lnTo>
                  <a:lnTo>
                    <a:pt x="6436638" y="3411223"/>
                  </a:lnTo>
                  <a:lnTo>
                    <a:pt x="6397299" y="3362044"/>
                  </a:lnTo>
                  <a:lnTo>
                    <a:pt x="6357836" y="3309328"/>
                  </a:lnTo>
                  <a:lnTo>
                    <a:pt x="6318096" y="3253163"/>
                  </a:lnTo>
                  <a:lnTo>
                    <a:pt x="6277981" y="3193727"/>
                  </a:lnTo>
                  <a:lnTo>
                    <a:pt x="6237444" y="3131287"/>
                  </a:lnTo>
                  <a:lnTo>
                    <a:pt x="6196486" y="3066207"/>
                  </a:lnTo>
                  <a:lnTo>
                    <a:pt x="6155147" y="2998934"/>
                  </a:lnTo>
                  <a:lnTo>
                    <a:pt x="6113501" y="2929992"/>
                  </a:lnTo>
                  <a:lnTo>
                    <a:pt x="6071650" y="2859965"/>
                  </a:lnTo>
                  <a:lnTo>
                    <a:pt x="6029709" y="2789479"/>
                  </a:lnTo>
                  <a:lnTo>
                    <a:pt x="5987803" y="2719173"/>
                  </a:lnTo>
                  <a:lnTo>
                    <a:pt x="5946054" y="2649684"/>
                  </a:lnTo>
                  <a:lnTo>
                    <a:pt x="5904571" y="2581616"/>
                  </a:lnTo>
                  <a:lnTo>
                    <a:pt x="5863440" y="2515520"/>
                  </a:lnTo>
                  <a:lnTo>
                    <a:pt x="5822717" y="2451881"/>
                  </a:lnTo>
                  <a:lnTo>
                    <a:pt x="5782421" y="2391098"/>
                  </a:lnTo>
                  <a:lnTo>
                    <a:pt x="5742526" y="2333480"/>
                  </a:lnTo>
                  <a:lnTo>
                    <a:pt x="5702958" y="2279246"/>
                  </a:lnTo>
                  <a:lnTo>
                    <a:pt x="5663588" y="2228521"/>
                  </a:lnTo>
                  <a:lnTo>
                    <a:pt x="5624226" y="2181346"/>
                  </a:lnTo>
                  <a:lnTo>
                    <a:pt x="5584616" y="2137684"/>
                  </a:lnTo>
                  <a:lnTo>
                    <a:pt x="5567201" y="2119738"/>
                  </a:lnTo>
                  <a:lnTo>
                    <a:pt x="5519778" y="2074841"/>
                  </a:lnTo>
                  <a:lnTo>
                    <a:pt x="5470694" y="2034554"/>
                  </a:lnTo>
                  <a:lnTo>
                    <a:pt x="5419150" y="1998629"/>
                  </a:lnTo>
                  <a:lnTo>
                    <a:pt x="5364250" y="1966653"/>
                  </a:lnTo>
                  <a:lnTo>
                    <a:pt x="5305089" y="1938163"/>
                  </a:lnTo>
                  <a:lnTo>
                    <a:pt x="5240830" y="1912719"/>
                  </a:lnTo>
                  <a:lnTo>
                    <a:pt x="5170811" y="1889940"/>
                  </a:lnTo>
                  <a:lnTo>
                    <a:pt x="5094684" y="1869520"/>
                  </a:lnTo>
                  <a:lnTo>
                    <a:pt x="5012603" y="1851243"/>
                  </a:lnTo>
                  <a:lnTo>
                    <a:pt x="4925440" y="1834983"/>
                  </a:lnTo>
                  <a:lnTo>
                    <a:pt x="4834985" y="1820694"/>
                  </a:lnTo>
                  <a:lnTo>
                    <a:pt x="4744065" y="1808395"/>
                  </a:lnTo>
                  <a:lnTo>
                    <a:pt x="4656454" y="1798136"/>
                  </a:lnTo>
                  <a:lnTo>
                    <a:pt x="4576488" y="1789946"/>
                  </a:lnTo>
                  <a:lnTo>
                    <a:pt x="4508361" y="1783791"/>
                  </a:lnTo>
                  <a:lnTo>
                    <a:pt x="4455250" y="1779525"/>
                  </a:lnTo>
                  <a:lnTo>
                    <a:pt x="4418518" y="1776888"/>
                  </a:lnTo>
                  <a:lnTo>
                    <a:pt x="4397282" y="1775517"/>
                  </a:lnTo>
                  <a:lnTo>
                    <a:pt x="4388417" y="1775001"/>
                  </a:lnTo>
                  <a:lnTo>
                    <a:pt x="4386856" y="1774918"/>
                  </a:lnTo>
                  <a:lnTo>
                    <a:pt x="4386855" y="1774918"/>
                  </a:lnTo>
                  <a:lnTo>
                    <a:pt x="3848118" y="1774918"/>
                  </a:lnTo>
                  <a:lnTo>
                    <a:pt x="3846873" y="1774861"/>
                  </a:lnTo>
                  <a:lnTo>
                    <a:pt x="3838737" y="1774457"/>
                  </a:lnTo>
                  <a:lnTo>
                    <a:pt x="3818422" y="1773341"/>
                  </a:lnTo>
                  <a:lnTo>
                    <a:pt x="3782601" y="1771151"/>
                  </a:lnTo>
                  <a:lnTo>
                    <a:pt x="3730216" y="1767567"/>
                  </a:lnTo>
                  <a:lnTo>
                    <a:pt x="3662519" y="1762355"/>
                  </a:lnTo>
                  <a:lnTo>
                    <a:pt x="3582650" y="1755385"/>
                  </a:lnTo>
                  <a:lnTo>
                    <a:pt x="3494839" y="1746619"/>
                  </a:lnTo>
                  <a:lnTo>
                    <a:pt x="3403499" y="1736084"/>
                  </a:lnTo>
                  <a:lnTo>
                    <a:pt x="3312497" y="1723822"/>
                  </a:lnTo>
                  <a:lnTo>
                    <a:pt x="3224743" y="1709851"/>
                  </a:lnTo>
                  <a:lnTo>
                    <a:pt x="3142088" y="1694135"/>
                  </a:lnTo>
                  <a:lnTo>
                    <a:pt x="3065437" y="1676563"/>
                  </a:lnTo>
                  <a:lnTo>
                    <a:pt x="2994960" y="1656950"/>
                  </a:lnTo>
                  <a:lnTo>
                    <a:pt x="2930310" y="1635030"/>
                  </a:lnTo>
                  <a:lnTo>
                    <a:pt x="2870818" y="1610472"/>
                  </a:lnTo>
                  <a:lnTo>
                    <a:pt x="2815633" y="1582892"/>
                  </a:lnTo>
                  <a:lnTo>
                    <a:pt x="2763835" y="1551888"/>
                  </a:lnTo>
                  <a:lnTo>
                    <a:pt x="2714517" y="1517099"/>
                  </a:lnTo>
                  <a:lnTo>
                    <a:pt x="2667772" y="1479098"/>
                  </a:lnTo>
                  <a:lnTo>
                    <a:pt x="2625951" y="1441019"/>
                  </a:lnTo>
                  <a:lnTo>
                    <a:pt x="2584537" y="1399645"/>
                  </a:lnTo>
                  <a:lnTo>
                    <a:pt x="2543200" y="1354914"/>
                  </a:lnTo>
                  <a:lnTo>
                    <a:pt x="2501698" y="1306842"/>
                  </a:lnTo>
                  <a:lnTo>
                    <a:pt x="2459863" y="1255532"/>
                  </a:lnTo>
                  <a:lnTo>
                    <a:pt x="2417597" y="1201180"/>
                  </a:lnTo>
                  <a:lnTo>
                    <a:pt x="2374860" y="1144080"/>
                  </a:lnTo>
                  <a:lnTo>
                    <a:pt x="2331670" y="1084622"/>
                  </a:lnTo>
                  <a:lnTo>
                    <a:pt x="2288089" y="1023282"/>
                  </a:lnTo>
                  <a:lnTo>
                    <a:pt x="2244217" y="960607"/>
                  </a:lnTo>
                  <a:lnTo>
                    <a:pt x="2200182" y="897201"/>
                  </a:lnTo>
                  <a:lnTo>
                    <a:pt x="2156124" y="833697"/>
                  </a:lnTo>
                  <a:lnTo>
                    <a:pt x="2112188" y="770733"/>
                  </a:lnTo>
                  <a:lnTo>
                    <a:pt x="2068506" y="708922"/>
                  </a:lnTo>
                  <a:lnTo>
                    <a:pt x="2025188" y="648832"/>
                  </a:lnTo>
                  <a:lnTo>
                    <a:pt x="1982308" y="590964"/>
                  </a:lnTo>
                  <a:lnTo>
                    <a:pt x="1939899" y="535735"/>
                  </a:lnTo>
                  <a:lnTo>
                    <a:pt x="1897939" y="483467"/>
                  </a:lnTo>
                  <a:lnTo>
                    <a:pt x="1856350" y="434387"/>
                  </a:lnTo>
                  <a:lnTo>
                    <a:pt x="1814985" y="388626"/>
                  </a:lnTo>
                  <a:lnTo>
                    <a:pt x="1773625" y="346226"/>
                  </a:lnTo>
                  <a:lnTo>
                    <a:pt x="1731969" y="307148"/>
                  </a:lnTo>
                  <a:lnTo>
                    <a:pt x="1719082" y="295819"/>
                  </a:lnTo>
                  <a:lnTo>
                    <a:pt x="1671405" y="257110"/>
                  </a:lnTo>
                  <a:lnTo>
                    <a:pt x="1622047" y="222397"/>
                  </a:lnTo>
                  <a:lnTo>
                    <a:pt x="1570193" y="191463"/>
                  </a:lnTo>
                  <a:lnTo>
                    <a:pt x="1514934" y="163944"/>
                  </a:lnTo>
                  <a:lnTo>
                    <a:pt x="1455350" y="139441"/>
                  </a:lnTo>
                  <a:lnTo>
                    <a:pt x="1390593" y="117569"/>
                  </a:lnTo>
                  <a:lnTo>
                    <a:pt x="1319998" y="97997"/>
                  </a:lnTo>
                  <a:lnTo>
                    <a:pt x="1243228" y="80463"/>
                  </a:lnTo>
                  <a:lnTo>
                    <a:pt x="1160464" y="64780"/>
                  </a:lnTo>
                  <a:lnTo>
                    <a:pt x="1072626" y="50842"/>
                  </a:lnTo>
                  <a:lnTo>
                    <a:pt x="981588" y="38613"/>
                  </a:lnTo>
                  <a:lnTo>
                    <a:pt x="890276" y="28112"/>
                  </a:lnTo>
                  <a:lnTo>
                    <a:pt x="802575" y="19381"/>
                  </a:lnTo>
                  <a:lnTo>
                    <a:pt x="722903" y="12445"/>
                  </a:lnTo>
                  <a:lnTo>
                    <a:pt x="655476" y="7267"/>
                  </a:lnTo>
                  <a:lnTo>
                    <a:pt x="603406" y="3712"/>
                  </a:lnTo>
                  <a:lnTo>
                    <a:pt x="567901" y="1545"/>
                  </a:lnTo>
                  <a:lnTo>
                    <a:pt x="547860" y="446"/>
                  </a:lnTo>
                  <a:lnTo>
                    <a:pt x="539913" y="5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3" name="pg503"/>
            <p:cNvSpPr/>
            <p:nvPr/>
          </p:nvSpPr>
          <p:spPr>
            <a:xfrm>
              <a:off x="546595" y="1779474"/>
              <a:ext cx="8234974" cy="3718616"/>
            </a:xfrm>
            <a:custGeom>
              <a:avLst/>
              <a:pathLst>
                <a:path w="8234974" h="3718616">
                  <a:moveTo>
                    <a:pt x="0" y="1214131"/>
                  </a:moveTo>
                  <a:lnTo>
                    <a:pt x="538736" y="1214131"/>
                  </a:lnTo>
                  <a:lnTo>
                    <a:pt x="539931" y="1214207"/>
                  </a:lnTo>
                  <a:lnTo>
                    <a:pt x="547742" y="1214752"/>
                  </a:lnTo>
                  <a:lnTo>
                    <a:pt x="567273" y="1216261"/>
                  </a:lnTo>
                  <a:lnTo>
                    <a:pt x="601786" y="1219223"/>
                  </a:lnTo>
                  <a:lnTo>
                    <a:pt x="652408" y="1224073"/>
                  </a:lnTo>
                  <a:lnTo>
                    <a:pt x="718070" y="1231139"/>
                  </a:lnTo>
                  <a:lnTo>
                    <a:pt x="795878" y="1240607"/>
                  </a:lnTo>
                  <a:lnTo>
                    <a:pt x="881834" y="1252537"/>
                  </a:lnTo>
                  <a:lnTo>
                    <a:pt x="971688" y="1266900"/>
                  </a:lnTo>
                  <a:lnTo>
                    <a:pt x="1061641" y="1283637"/>
                  </a:lnTo>
                  <a:lnTo>
                    <a:pt x="1148772" y="1302719"/>
                  </a:lnTo>
                  <a:lnTo>
                    <a:pt x="1231161" y="1324180"/>
                  </a:lnTo>
                  <a:lnTo>
                    <a:pt x="1307804" y="1348153"/>
                  </a:lnTo>
                  <a:lnTo>
                    <a:pt x="1378433" y="1374869"/>
                  </a:lnTo>
                  <a:lnTo>
                    <a:pt x="1443300" y="1404669"/>
                  </a:lnTo>
                  <a:lnTo>
                    <a:pt x="1502997" y="1437984"/>
                  </a:lnTo>
                  <a:lnTo>
                    <a:pt x="1558311" y="1475320"/>
                  </a:lnTo>
                  <a:lnTo>
                    <a:pt x="1610116" y="1517221"/>
                  </a:lnTo>
                  <a:lnTo>
                    <a:pt x="1659293" y="1564199"/>
                  </a:lnTo>
                  <a:lnTo>
                    <a:pt x="1706653" y="1616613"/>
                  </a:lnTo>
                  <a:lnTo>
                    <a:pt x="1719082" y="1631545"/>
                  </a:lnTo>
                  <a:lnTo>
                    <a:pt x="1756275" y="1679068"/>
                  </a:lnTo>
                  <a:lnTo>
                    <a:pt x="1793115" y="1730251"/>
                  </a:lnTo>
                  <a:lnTo>
                    <a:pt x="1829843" y="1785168"/>
                  </a:lnTo>
                  <a:lnTo>
                    <a:pt x="1866645" y="1843827"/>
                  </a:lnTo>
                  <a:lnTo>
                    <a:pt x="1903659" y="1906160"/>
                  </a:lnTo>
                  <a:lnTo>
                    <a:pt x="1940978" y="1972020"/>
                  </a:lnTo>
                  <a:lnTo>
                    <a:pt x="1978654" y="2041173"/>
                  </a:lnTo>
                  <a:lnTo>
                    <a:pt x="2016702" y="2113304"/>
                  </a:lnTo>
                  <a:lnTo>
                    <a:pt x="2055106" y="2188011"/>
                  </a:lnTo>
                  <a:lnTo>
                    <a:pt x="2093818" y="2264819"/>
                  </a:lnTo>
                  <a:lnTo>
                    <a:pt x="2132771" y="2343188"/>
                  </a:lnTo>
                  <a:lnTo>
                    <a:pt x="2171878" y="2422526"/>
                  </a:lnTo>
                  <a:lnTo>
                    <a:pt x="2211040" y="2502213"/>
                  </a:lnTo>
                  <a:lnTo>
                    <a:pt x="2250156" y="2581615"/>
                  </a:lnTo>
                  <a:lnTo>
                    <a:pt x="2289129" y="2660108"/>
                  </a:lnTo>
                  <a:lnTo>
                    <a:pt x="2327869" y="2737098"/>
                  </a:lnTo>
                  <a:lnTo>
                    <a:pt x="2366306" y="2812040"/>
                  </a:lnTo>
                  <a:lnTo>
                    <a:pt x="2404391" y="2884449"/>
                  </a:lnTo>
                  <a:lnTo>
                    <a:pt x="2442104" y="2953918"/>
                  </a:lnTo>
                  <a:lnTo>
                    <a:pt x="2479457" y="3020120"/>
                  </a:lnTo>
                  <a:lnTo>
                    <a:pt x="2516499" y="3082816"/>
                  </a:lnTo>
                  <a:lnTo>
                    <a:pt x="2553317" y="3141849"/>
                  </a:lnTo>
                  <a:lnTo>
                    <a:pt x="2590045" y="3197143"/>
                  </a:lnTo>
                  <a:lnTo>
                    <a:pt x="2626863" y="3248700"/>
                  </a:lnTo>
                  <a:lnTo>
                    <a:pt x="2664008" y="3296585"/>
                  </a:lnTo>
                  <a:lnTo>
                    <a:pt x="2667772" y="3301202"/>
                  </a:lnTo>
                  <a:lnTo>
                    <a:pt x="2714766" y="3355091"/>
                  </a:lnTo>
                  <a:lnTo>
                    <a:pt x="2763382" y="3403495"/>
                  </a:lnTo>
                  <a:lnTo>
                    <a:pt x="2814401" y="3446705"/>
                  </a:lnTo>
                  <a:lnTo>
                    <a:pt x="2868691" y="3485207"/>
                  </a:lnTo>
                  <a:lnTo>
                    <a:pt x="2927135" y="3519544"/>
                  </a:lnTo>
                  <a:lnTo>
                    <a:pt x="2990553" y="3550237"/>
                  </a:lnTo>
                  <a:lnTo>
                    <a:pt x="3059601" y="3577740"/>
                  </a:lnTo>
                  <a:lnTo>
                    <a:pt x="3134639" y="3602418"/>
                  </a:lnTo>
                  <a:lnTo>
                    <a:pt x="3215557" y="3624533"/>
                  </a:lnTo>
                  <a:lnTo>
                    <a:pt x="3301569" y="3644243"/>
                  </a:lnTo>
                  <a:lnTo>
                    <a:pt x="3391014" y="3661607"/>
                  </a:lnTo>
                  <a:lnTo>
                    <a:pt x="3481234" y="3676610"/>
                  </a:lnTo>
                  <a:lnTo>
                    <a:pt x="3568640" y="3689195"/>
                  </a:lnTo>
                  <a:lnTo>
                    <a:pt x="3649040" y="3699319"/>
                  </a:lnTo>
                  <a:lnTo>
                    <a:pt x="3718290" y="3707014"/>
                  </a:lnTo>
                  <a:lnTo>
                    <a:pt x="3773119" y="3712429"/>
                  </a:lnTo>
                  <a:lnTo>
                    <a:pt x="3811917" y="3715857"/>
                  </a:lnTo>
                  <a:lnTo>
                    <a:pt x="3835214" y="3717707"/>
                  </a:lnTo>
                  <a:lnTo>
                    <a:pt x="3845726" y="3718460"/>
                  </a:lnTo>
                  <a:lnTo>
                    <a:pt x="3848118" y="3718616"/>
                  </a:lnTo>
                  <a:lnTo>
                    <a:pt x="4386855" y="3718616"/>
                  </a:lnTo>
                  <a:lnTo>
                    <a:pt x="4387805" y="3718527"/>
                  </a:lnTo>
                  <a:lnTo>
                    <a:pt x="4394050" y="3717889"/>
                  </a:lnTo>
                  <a:lnTo>
                    <a:pt x="4409784" y="3716127"/>
                  </a:lnTo>
                  <a:lnTo>
                    <a:pt x="4437887" y="3712658"/>
                  </a:lnTo>
                  <a:lnTo>
                    <a:pt x="4479713" y="3706947"/>
                  </a:lnTo>
                  <a:lnTo>
                    <a:pt x="4534982" y="3698564"/>
                  </a:lnTo>
                  <a:lnTo>
                    <a:pt x="4601933" y="3687219"/>
                  </a:lnTo>
                  <a:lnTo>
                    <a:pt x="4677732" y="3672774"/>
                  </a:lnTo>
                  <a:lnTo>
                    <a:pt x="4759031" y="3655215"/>
                  </a:lnTo>
                  <a:lnTo>
                    <a:pt x="4842534" y="3634596"/>
                  </a:lnTo>
                  <a:lnTo>
                    <a:pt x="4925406" y="3610984"/>
                  </a:lnTo>
                  <a:lnTo>
                    <a:pt x="5005499" y="3584403"/>
                  </a:lnTo>
                  <a:lnTo>
                    <a:pt x="5081403" y="3554797"/>
                  </a:lnTo>
                  <a:lnTo>
                    <a:pt x="5152369" y="3522005"/>
                  </a:lnTo>
                  <a:lnTo>
                    <a:pt x="5218181" y="3485755"/>
                  </a:lnTo>
                  <a:lnTo>
                    <a:pt x="5279013" y="3445659"/>
                  </a:lnTo>
                  <a:lnTo>
                    <a:pt x="5335302" y="3401228"/>
                  </a:lnTo>
                  <a:lnTo>
                    <a:pt x="5387643" y="3351884"/>
                  </a:lnTo>
                  <a:lnTo>
                    <a:pt x="5436717" y="3296996"/>
                  </a:lnTo>
                  <a:lnTo>
                    <a:pt x="5483227" y="3235937"/>
                  </a:lnTo>
                  <a:lnTo>
                    <a:pt x="5527849" y="3168175"/>
                  </a:lnTo>
                  <a:lnTo>
                    <a:pt x="5567201" y="3100662"/>
                  </a:lnTo>
                  <a:lnTo>
                    <a:pt x="5598906" y="3041083"/>
                  </a:lnTo>
                  <a:lnTo>
                    <a:pt x="5630325" y="2977589"/>
                  </a:lnTo>
                  <a:lnTo>
                    <a:pt x="5661617" y="2910100"/>
                  </a:lnTo>
                  <a:lnTo>
                    <a:pt x="5692908" y="2838587"/>
                  </a:lnTo>
                  <a:lnTo>
                    <a:pt x="5724299" y="2763073"/>
                  </a:lnTo>
                  <a:lnTo>
                    <a:pt x="5755864" y="2683645"/>
                  </a:lnTo>
                  <a:lnTo>
                    <a:pt x="5787657" y="2600450"/>
                  </a:lnTo>
                  <a:lnTo>
                    <a:pt x="5819708" y="2513705"/>
                  </a:lnTo>
                  <a:lnTo>
                    <a:pt x="5852029" y="2423691"/>
                  </a:lnTo>
                  <a:lnTo>
                    <a:pt x="5884616" y="2330755"/>
                  </a:lnTo>
                  <a:lnTo>
                    <a:pt x="5917445" y="2235304"/>
                  </a:lnTo>
                  <a:lnTo>
                    <a:pt x="5950483" y="2137803"/>
                  </a:lnTo>
                  <a:lnTo>
                    <a:pt x="5983682" y="2038760"/>
                  </a:lnTo>
                  <a:lnTo>
                    <a:pt x="6016988" y="1938722"/>
                  </a:lnTo>
                  <a:lnTo>
                    <a:pt x="6050340" y="1838258"/>
                  </a:lnTo>
                  <a:lnTo>
                    <a:pt x="6083675" y="1737947"/>
                  </a:lnTo>
                  <a:lnTo>
                    <a:pt x="6116932" y="1638364"/>
                  </a:lnTo>
                  <a:lnTo>
                    <a:pt x="6150052" y="1540068"/>
                  </a:lnTo>
                  <a:lnTo>
                    <a:pt x="6182985" y="1443587"/>
                  </a:lnTo>
                  <a:lnTo>
                    <a:pt x="6215690" y="1349408"/>
                  </a:lnTo>
                  <a:lnTo>
                    <a:pt x="6248139" y="1257965"/>
                  </a:lnTo>
                  <a:lnTo>
                    <a:pt x="6280317" y="1169635"/>
                  </a:lnTo>
                  <a:lnTo>
                    <a:pt x="6312229" y="1084731"/>
                  </a:lnTo>
                  <a:lnTo>
                    <a:pt x="6343897" y="1003500"/>
                  </a:lnTo>
                  <a:lnTo>
                    <a:pt x="6375362" y="926121"/>
                  </a:lnTo>
                  <a:lnTo>
                    <a:pt x="6406690" y="852710"/>
                  </a:lnTo>
                  <a:lnTo>
                    <a:pt x="6437967" y="783319"/>
                  </a:lnTo>
                  <a:lnTo>
                    <a:pt x="6469308" y="717944"/>
                  </a:lnTo>
                  <a:lnTo>
                    <a:pt x="6500856" y="656527"/>
                  </a:lnTo>
                  <a:lnTo>
                    <a:pt x="6515891" y="628843"/>
                  </a:lnTo>
                  <a:lnTo>
                    <a:pt x="6559319" y="554754"/>
                  </a:lnTo>
                  <a:lnTo>
                    <a:pt x="6604089" y="487631"/>
                  </a:lnTo>
                  <a:lnTo>
                    <a:pt x="6650807" y="427169"/>
                  </a:lnTo>
                  <a:lnTo>
                    <a:pt x="6700155" y="372822"/>
                  </a:lnTo>
                  <a:lnTo>
                    <a:pt x="6752835" y="323960"/>
                  </a:lnTo>
                  <a:lnTo>
                    <a:pt x="6809521" y="279954"/>
                  </a:lnTo>
                  <a:lnTo>
                    <a:pt x="6870800" y="240234"/>
                  </a:lnTo>
                  <a:lnTo>
                    <a:pt x="6937088" y="204318"/>
                  </a:lnTo>
                  <a:lnTo>
                    <a:pt x="7008528" y="171832"/>
                  </a:lnTo>
                  <a:lnTo>
                    <a:pt x="7084861" y="142511"/>
                  </a:lnTo>
                  <a:lnTo>
                    <a:pt x="7165282" y="116207"/>
                  </a:lnTo>
                  <a:lnTo>
                    <a:pt x="7248314" y="92870"/>
                  </a:lnTo>
                  <a:lnTo>
                    <a:pt x="7331741" y="72532"/>
                  </a:lnTo>
                  <a:lnTo>
                    <a:pt x="7412674" y="55259"/>
                  </a:lnTo>
                  <a:lnTo>
                    <a:pt x="7487789" y="41105"/>
                  </a:lnTo>
                  <a:lnTo>
                    <a:pt x="7553763" y="30042"/>
                  </a:lnTo>
                  <a:lnTo>
                    <a:pt x="7607840" y="21921"/>
                  </a:lnTo>
                  <a:lnTo>
                    <a:pt x="7648380" y="16439"/>
                  </a:lnTo>
                  <a:lnTo>
                    <a:pt x="7675254" y="13152"/>
                  </a:lnTo>
                  <a:lnTo>
                    <a:pt x="7689965" y="11518"/>
                  </a:lnTo>
                  <a:lnTo>
                    <a:pt x="7695524" y="10955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7" y="89"/>
                  </a:lnTo>
                  <a:lnTo>
                    <a:pt x="7689042" y="727"/>
                  </a:lnTo>
                  <a:lnTo>
                    <a:pt x="7673309" y="2489"/>
                  </a:lnTo>
                  <a:lnTo>
                    <a:pt x="7645205" y="5958"/>
                  </a:lnTo>
                  <a:lnTo>
                    <a:pt x="7603380" y="11669"/>
                  </a:lnTo>
                  <a:lnTo>
                    <a:pt x="7548111" y="20052"/>
                  </a:lnTo>
                  <a:lnTo>
                    <a:pt x="7481159" y="31397"/>
                  </a:lnTo>
                  <a:lnTo>
                    <a:pt x="7405361" y="45841"/>
                  </a:lnTo>
                  <a:lnTo>
                    <a:pt x="7324061" y="63401"/>
                  </a:lnTo>
                  <a:lnTo>
                    <a:pt x="7240558" y="84020"/>
                  </a:lnTo>
                  <a:lnTo>
                    <a:pt x="7157687" y="107632"/>
                  </a:lnTo>
                  <a:lnTo>
                    <a:pt x="7077594" y="134213"/>
                  </a:lnTo>
                  <a:lnTo>
                    <a:pt x="7001690" y="163819"/>
                  </a:lnTo>
                  <a:lnTo>
                    <a:pt x="6930724" y="196611"/>
                  </a:lnTo>
                  <a:lnTo>
                    <a:pt x="6864911" y="232861"/>
                  </a:lnTo>
                  <a:lnTo>
                    <a:pt x="6804079" y="272957"/>
                  </a:lnTo>
                  <a:lnTo>
                    <a:pt x="6747791" y="317388"/>
                  </a:lnTo>
                  <a:lnTo>
                    <a:pt x="6695450" y="366732"/>
                  </a:lnTo>
                  <a:lnTo>
                    <a:pt x="6646375" y="421620"/>
                  </a:lnTo>
                  <a:lnTo>
                    <a:pt x="6599865" y="482679"/>
                  </a:lnTo>
                  <a:lnTo>
                    <a:pt x="6555243" y="550441"/>
                  </a:lnTo>
                  <a:lnTo>
                    <a:pt x="6515891" y="617954"/>
                  </a:lnTo>
                  <a:lnTo>
                    <a:pt x="6484187" y="677533"/>
                  </a:lnTo>
                  <a:lnTo>
                    <a:pt x="6452767" y="741027"/>
                  </a:lnTo>
                  <a:lnTo>
                    <a:pt x="6421475" y="808515"/>
                  </a:lnTo>
                  <a:lnTo>
                    <a:pt x="6390184" y="880029"/>
                  </a:lnTo>
                  <a:lnTo>
                    <a:pt x="6358793" y="955543"/>
                  </a:lnTo>
                  <a:lnTo>
                    <a:pt x="6327228" y="1034971"/>
                  </a:lnTo>
                  <a:lnTo>
                    <a:pt x="6295436" y="1118165"/>
                  </a:lnTo>
                  <a:lnTo>
                    <a:pt x="6263385" y="1204911"/>
                  </a:lnTo>
                  <a:lnTo>
                    <a:pt x="6231063" y="1294925"/>
                  </a:lnTo>
                  <a:lnTo>
                    <a:pt x="6198477" y="1387861"/>
                  </a:lnTo>
                  <a:lnTo>
                    <a:pt x="6165647" y="1483312"/>
                  </a:lnTo>
                  <a:lnTo>
                    <a:pt x="6132609" y="1580813"/>
                  </a:lnTo>
                  <a:lnTo>
                    <a:pt x="6099410" y="1679856"/>
                  </a:lnTo>
                  <a:lnTo>
                    <a:pt x="6066105" y="1779894"/>
                  </a:lnTo>
                  <a:lnTo>
                    <a:pt x="6032753" y="1880358"/>
                  </a:lnTo>
                  <a:lnTo>
                    <a:pt x="5999417" y="1980669"/>
                  </a:lnTo>
                  <a:lnTo>
                    <a:pt x="5966161" y="2080252"/>
                  </a:lnTo>
                  <a:lnTo>
                    <a:pt x="5933040" y="2178548"/>
                  </a:lnTo>
                  <a:lnTo>
                    <a:pt x="5900107" y="2275029"/>
                  </a:lnTo>
                  <a:lnTo>
                    <a:pt x="5867402" y="2369208"/>
                  </a:lnTo>
                  <a:lnTo>
                    <a:pt x="5834954" y="2460651"/>
                  </a:lnTo>
                  <a:lnTo>
                    <a:pt x="5802775" y="2548981"/>
                  </a:lnTo>
                  <a:lnTo>
                    <a:pt x="5770863" y="2633884"/>
                  </a:lnTo>
                  <a:lnTo>
                    <a:pt x="5739196" y="2715116"/>
                  </a:lnTo>
                  <a:lnTo>
                    <a:pt x="5707730" y="2792494"/>
                  </a:lnTo>
                  <a:lnTo>
                    <a:pt x="5676403" y="2865906"/>
                  </a:lnTo>
                  <a:lnTo>
                    <a:pt x="5645126" y="2935297"/>
                  </a:lnTo>
                  <a:lnTo>
                    <a:pt x="5613784" y="3000672"/>
                  </a:lnTo>
                  <a:lnTo>
                    <a:pt x="5582236" y="3062089"/>
                  </a:lnTo>
                  <a:lnTo>
                    <a:pt x="5567201" y="3089773"/>
                  </a:lnTo>
                  <a:lnTo>
                    <a:pt x="5523774" y="3163862"/>
                  </a:lnTo>
                  <a:lnTo>
                    <a:pt x="5479004" y="3230985"/>
                  </a:lnTo>
                  <a:lnTo>
                    <a:pt x="5432285" y="3291447"/>
                  </a:lnTo>
                  <a:lnTo>
                    <a:pt x="5382937" y="3345794"/>
                  </a:lnTo>
                  <a:lnTo>
                    <a:pt x="5330258" y="3394656"/>
                  </a:lnTo>
                  <a:lnTo>
                    <a:pt x="5273571" y="3438662"/>
                  </a:lnTo>
                  <a:lnTo>
                    <a:pt x="5212293" y="3478382"/>
                  </a:lnTo>
                  <a:lnTo>
                    <a:pt x="5146005" y="3514297"/>
                  </a:lnTo>
                  <a:lnTo>
                    <a:pt x="5074565" y="3546784"/>
                  </a:lnTo>
                  <a:lnTo>
                    <a:pt x="4998232" y="3576105"/>
                  </a:lnTo>
                  <a:lnTo>
                    <a:pt x="4917810" y="3602409"/>
                  </a:lnTo>
                  <a:lnTo>
                    <a:pt x="4834779" y="3625746"/>
                  </a:lnTo>
                  <a:lnTo>
                    <a:pt x="4751352" y="3646084"/>
                  </a:lnTo>
                  <a:lnTo>
                    <a:pt x="4670419" y="3663356"/>
                  </a:lnTo>
                  <a:lnTo>
                    <a:pt x="4595304" y="3677511"/>
                  </a:lnTo>
                  <a:lnTo>
                    <a:pt x="4529329" y="3688573"/>
                  </a:lnTo>
                  <a:lnTo>
                    <a:pt x="4475253" y="3696694"/>
                  </a:lnTo>
                  <a:lnTo>
                    <a:pt x="4434713" y="3702177"/>
                  </a:lnTo>
                  <a:lnTo>
                    <a:pt x="4407838" y="3705464"/>
                  </a:lnTo>
                  <a:lnTo>
                    <a:pt x="4393127" y="3707098"/>
                  </a:lnTo>
                  <a:lnTo>
                    <a:pt x="4387568" y="3707661"/>
                  </a:lnTo>
                  <a:lnTo>
                    <a:pt x="4386855" y="3707727"/>
                  </a:lnTo>
                  <a:lnTo>
                    <a:pt x="3848118" y="3707727"/>
                  </a:lnTo>
                  <a:lnTo>
                    <a:pt x="3846924" y="3707651"/>
                  </a:lnTo>
                  <a:lnTo>
                    <a:pt x="3839113" y="3707105"/>
                  </a:lnTo>
                  <a:lnTo>
                    <a:pt x="3819582" y="3705597"/>
                  </a:lnTo>
                  <a:lnTo>
                    <a:pt x="3785068" y="3702635"/>
                  </a:lnTo>
                  <a:lnTo>
                    <a:pt x="3734446" y="3697784"/>
                  </a:lnTo>
                  <a:lnTo>
                    <a:pt x="3668784" y="3690719"/>
                  </a:lnTo>
                  <a:lnTo>
                    <a:pt x="3590977" y="3681251"/>
                  </a:lnTo>
                  <a:lnTo>
                    <a:pt x="3505020" y="3669321"/>
                  </a:lnTo>
                  <a:lnTo>
                    <a:pt x="3415167" y="3654958"/>
                  </a:lnTo>
                  <a:lnTo>
                    <a:pt x="3325213" y="3638220"/>
                  </a:lnTo>
                  <a:lnTo>
                    <a:pt x="3238082" y="3619139"/>
                  </a:lnTo>
                  <a:lnTo>
                    <a:pt x="3155694" y="3597678"/>
                  </a:lnTo>
                  <a:lnTo>
                    <a:pt x="3079050" y="3573705"/>
                  </a:lnTo>
                  <a:lnTo>
                    <a:pt x="3008422" y="3546988"/>
                  </a:lnTo>
                  <a:lnTo>
                    <a:pt x="2943555" y="3517189"/>
                  </a:lnTo>
                  <a:lnTo>
                    <a:pt x="2883858" y="3483874"/>
                  </a:lnTo>
                  <a:lnTo>
                    <a:pt x="2828544" y="3446538"/>
                  </a:lnTo>
                  <a:lnTo>
                    <a:pt x="2776738" y="3404637"/>
                  </a:lnTo>
                  <a:lnTo>
                    <a:pt x="2727561" y="3357659"/>
                  </a:lnTo>
                  <a:lnTo>
                    <a:pt x="2680202" y="3305245"/>
                  </a:lnTo>
                  <a:lnTo>
                    <a:pt x="2667772" y="3290313"/>
                  </a:lnTo>
                  <a:lnTo>
                    <a:pt x="2630579" y="3242790"/>
                  </a:lnTo>
                  <a:lnTo>
                    <a:pt x="2593740" y="3191607"/>
                  </a:lnTo>
                  <a:lnTo>
                    <a:pt x="2557012" y="3136689"/>
                  </a:lnTo>
                  <a:lnTo>
                    <a:pt x="2520209" y="3078031"/>
                  </a:lnTo>
                  <a:lnTo>
                    <a:pt x="2483195" y="3015698"/>
                  </a:lnTo>
                  <a:lnTo>
                    <a:pt x="2445876" y="2949838"/>
                  </a:lnTo>
                  <a:lnTo>
                    <a:pt x="2408201" y="2880685"/>
                  </a:lnTo>
                  <a:lnTo>
                    <a:pt x="2370152" y="2808554"/>
                  </a:lnTo>
                  <a:lnTo>
                    <a:pt x="2331749" y="2733846"/>
                  </a:lnTo>
                  <a:lnTo>
                    <a:pt x="2293036" y="2657038"/>
                  </a:lnTo>
                  <a:lnTo>
                    <a:pt x="2254083" y="2578670"/>
                  </a:lnTo>
                  <a:lnTo>
                    <a:pt x="2214977" y="2499332"/>
                  </a:lnTo>
                  <a:lnTo>
                    <a:pt x="2175815" y="2419645"/>
                  </a:lnTo>
                  <a:lnTo>
                    <a:pt x="2136698" y="2340243"/>
                  </a:lnTo>
                  <a:lnTo>
                    <a:pt x="2097726" y="2261750"/>
                  </a:lnTo>
                  <a:lnTo>
                    <a:pt x="2058986" y="2184760"/>
                  </a:lnTo>
                  <a:lnTo>
                    <a:pt x="2020548" y="2109818"/>
                  </a:lnTo>
                  <a:lnTo>
                    <a:pt x="1982463" y="2037409"/>
                  </a:lnTo>
                  <a:lnTo>
                    <a:pt x="1944750" y="1967940"/>
                  </a:lnTo>
                  <a:lnTo>
                    <a:pt x="1907397" y="1901737"/>
                  </a:lnTo>
                  <a:lnTo>
                    <a:pt x="1870356" y="1839042"/>
                  </a:lnTo>
                  <a:lnTo>
                    <a:pt x="1833538" y="1780009"/>
                  </a:lnTo>
                  <a:lnTo>
                    <a:pt x="1796810" y="1724715"/>
                  </a:lnTo>
                  <a:lnTo>
                    <a:pt x="1759992" y="1673158"/>
                  </a:lnTo>
                  <a:lnTo>
                    <a:pt x="1722847" y="1625272"/>
                  </a:lnTo>
                  <a:lnTo>
                    <a:pt x="1719082" y="1620656"/>
                  </a:lnTo>
                  <a:lnTo>
                    <a:pt x="1672089" y="1566767"/>
                  </a:lnTo>
                  <a:lnTo>
                    <a:pt x="1623472" y="1518363"/>
                  </a:lnTo>
                  <a:lnTo>
                    <a:pt x="1572454" y="1475153"/>
                  </a:lnTo>
                  <a:lnTo>
                    <a:pt x="1518164" y="1436650"/>
                  </a:lnTo>
                  <a:lnTo>
                    <a:pt x="1459719" y="1402314"/>
                  </a:lnTo>
                  <a:lnTo>
                    <a:pt x="1396302" y="1371621"/>
                  </a:lnTo>
                  <a:lnTo>
                    <a:pt x="1327253" y="1344118"/>
                  </a:lnTo>
                  <a:lnTo>
                    <a:pt x="1252215" y="1319440"/>
                  </a:lnTo>
                  <a:lnTo>
                    <a:pt x="1171297" y="1297325"/>
                  </a:lnTo>
                  <a:lnTo>
                    <a:pt x="1085285" y="1277615"/>
                  </a:lnTo>
                  <a:lnTo>
                    <a:pt x="995841" y="1260250"/>
                  </a:lnTo>
                  <a:lnTo>
                    <a:pt x="905620" y="1245248"/>
                  </a:lnTo>
                  <a:lnTo>
                    <a:pt x="818215" y="1232663"/>
                  </a:lnTo>
                  <a:lnTo>
                    <a:pt x="737814" y="1222539"/>
                  </a:lnTo>
                  <a:lnTo>
                    <a:pt x="668565" y="1214844"/>
                  </a:lnTo>
                  <a:lnTo>
                    <a:pt x="613736" y="1209429"/>
                  </a:lnTo>
                  <a:lnTo>
                    <a:pt x="574937" y="1206001"/>
                  </a:lnTo>
                  <a:lnTo>
                    <a:pt x="551640" y="1204151"/>
                  </a:lnTo>
                  <a:lnTo>
                    <a:pt x="541128" y="1203398"/>
                  </a:lnTo>
                  <a:lnTo>
                    <a:pt x="538736" y="1203242"/>
                  </a:lnTo>
                  <a:lnTo>
                    <a:pt x="0" y="120324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04" name="pl504"/>
            <p:cNvSpPr/>
            <p:nvPr/>
          </p:nvSpPr>
          <p:spPr>
            <a:xfrm>
              <a:off x="546595" y="1790363"/>
              <a:ext cx="8234974" cy="3707727"/>
            </a:xfrm>
            <a:custGeom>
              <a:avLst/>
              <a:pathLst>
                <a:path w="8234974" h="3707727">
                  <a:moveTo>
                    <a:pt x="0" y="1203242"/>
                  </a:moveTo>
                  <a:lnTo>
                    <a:pt x="538736" y="1203242"/>
                  </a:lnTo>
                  <a:lnTo>
                    <a:pt x="539931" y="1203318"/>
                  </a:lnTo>
                  <a:lnTo>
                    <a:pt x="547742" y="1203863"/>
                  </a:lnTo>
                  <a:lnTo>
                    <a:pt x="567273" y="1205372"/>
                  </a:lnTo>
                  <a:lnTo>
                    <a:pt x="601786" y="1208334"/>
                  </a:lnTo>
                  <a:lnTo>
                    <a:pt x="652408" y="1213184"/>
                  </a:lnTo>
                  <a:lnTo>
                    <a:pt x="718070" y="1220250"/>
                  </a:lnTo>
                  <a:lnTo>
                    <a:pt x="795878" y="1229718"/>
                  </a:lnTo>
                  <a:lnTo>
                    <a:pt x="881834" y="1241648"/>
                  </a:lnTo>
                  <a:lnTo>
                    <a:pt x="971688" y="1256010"/>
                  </a:lnTo>
                  <a:lnTo>
                    <a:pt x="1061641" y="1272748"/>
                  </a:lnTo>
                  <a:lnTo>
                    <a:pt x="1148772" y="1291830"/>
                  </a:lnTo>
                  <a:lnTo>
                    <a:pt x="1231161" y="1313291"/>
                  </a:lnTo>
                  <a:lnTo>
                    <a:pt x="1307804" y="1337263"/>
                  </a:lnTo>
                  <a:lnTo>
                    <a:pt x="1378433" y="1363980"/>
                  </a:lnTo>
                  <a:lnTo>
                    <a:pt x="1443300" y="1393780"/>
                  </a:lnTo>
                  <a:lnTo>
                    <a:pt x="1502997" y="1427095"/>
                  </a:lnTo>
                  <a:lnTo>
                    <a:pt x="1558311" y="1464431"/>
                  </a:lnTo>
                  <a:lnTo>
                    <a:pt x="1610116" y="1506332"/>
                  </a:lnTo>
                  <a:lnTo>
                    <a:pt x="1659293" y="1553310"/>
                  </a:lnTo>
                  <a:lnTo>
                    <a:pt x="1706653" y="1605724"/>
                  </a:lnTo>
                  <a:lnTo>
                    <a:pt x="1719082" y="1620656"/>
                  </a:lnTo>
                  <a:lnTo>
                    <a:pt x="1756275" y="1668178"/>
                  </a:lnTo>
                  <a:lnTo>
                    <a:pt x="1793115" y="1719362"/>
                  </a:lnTo>
                  <a:lnTo>
                    <a:pt x="1829843" y="1774279"/>
                  </a:lnTo>
                  <a:lnTo>
                    <a:pt x="1866645" y="1832938"/>
                  </a:lnTo>
                  <a:lnTo>
                    <a:pt x="1903659" y="1895271"/>
                  </a:lnTo>
                  <a:lnTo>
                    <a:pt x="1940978" y="1961130"/>
                  </a:lnTo>
                  <a:lnTo>
                    <a:pt x="1978654" y="2030284"/>
                  </a:lnTo>
                  <a:lnTo>
                    <a:pt x="2016702" y="2102415"/>
                  </a:lnTo>
                  <a:lnTo>
                    <a:pt x="2055106" y="2177122"/>
                  </a:lnTo>
                  <a:lnTo>
                    <a:pt x="2093818" y="2253930"/>
                  </a:lnTo>
                  <a:lnTo>
                    <a:pt x="2132771" y="2332299"/>
                  </a:lnTo>
                  <a:lnTo>
                    <a:pt x="2171878" y="2411637"/>
                  </a:lnTo>
                  <a:lnTo>
                    <a:pt x="2211040" y="2491324"/>
                  </a:lnTo>
                  <a:lnTo>
                    <a:pt x="2250156" y="2570726"/>
                  </a:lnTo>
                  <a:lnTo>
                    <a:pt x="2289129" y="2649219"/>
                  </a:lnTo>
                  <a:lnTo>
                    <a:pt x="2327869" y="2726209"/>
                  </a:lnTo>
                  <a:lnTo>
                    <a:pt x="2366306" y="2801151"/>
                  </a:lnTo>
                  <a:lnTo>
                    <a:pt x="2404391" y="2873560"/>
                  </a:lnTo>
                  <a:lnTo>
                    <a:pt x="2442104" y="2943029"/>
                  </a:lnTo>
                  <a:lnTo>
                    <a:pt x="2479457" y="3009231"/>
                  </a:lnTo>
                  <a:lnTo>
                    <a:pt x="2516499" y="3071927"/>
                  </a:lnTo>
                  <a:lnTo>
                    <a:pt x="2553317" y="3130960"/>
                  </a:lnTo>
                  <a:lnTo>
                    <a:pt x="2590045" y="3186254"/>
                  </a:lnTo>
                  <a:lnTo>
                    <a:pt x="2626863" y="3237811"/>
                  </a:lnTo>
                  <a:lnTo>
                    <a:pt x="2664008" y="3285696"/>
                  </a:lnTo>
                  <a:lnTo>
                    <a:pt x="2667772" y="3290313"/>
                  </a:lnTo>
                  <a:lnTo>
                    <a:pt x="2714766" y="3344202"/>
                  </a:lnTo>
                  <a:lnTo>
                    <a:pt x="2763382" y="3392606"/>
                  </a:lnTo>
                  <a:lnTo>
                    <a:pt x="2814401" y="3435816"/>
                  </a:lnTo>
                  <a:lnTo>
                    <a:pt x="2868691" y="3474318"/>
                  </a:lnTo>
                  <a:lnTo>
                    <a:pt x="2927135" y="3508655"/>
                  </a:lnTo>
                  <a:lnTo>
                    <a:pt x="2990553" y="3539348"/>
                  </a:lnTo>
                  <a:lnTo>
                    <a:pt x="3059601" y="3566851"/>
                  </a:lnTo>
                  <a:lnTo>
                    <a:pt x="3134639" y="3591529"/>
                  </a:lnTo>
                  <a:lnTo>
                    <a:pt x="3215557" y="3613644"/>
                  </a:lnTo>
                  <a:lnTo>
                    <a:pt x="3301569" y="3633354"/>
                  </a:lnTo>
                  <a:lnTo>
                    <a:pt x="3391014" y="3650718"/>
                  </a:lnTo>
                  <a:lnTo>
                    <a:pt x="3481234" y="3665721"/>
                  </a:lnTo>
                  <a:lnTo>
                    <a:pt x="3568640" y="3678306"/>
                  </a:lnTo>
                  <a:lnTo>
                    <a:pt x="3649040" y="3688430"/>
                  </a:lnTo>
                  <a:lnTo>
                    <a:pt x="3718290" y="3696125"/>
                  </a:lnTo>
                  <a:lnTo>
                    <a:pt x="3773119" y="3701540"/>
                  </a:lnTo>
                  <a:lnTo>
                    <a:pt x="3811917" y="3704968"/>
                  </a:lnTo>
                  <a:lnTo>
                    <a:pt x="3835214" y="3706818"/>
                  </a:lnTo>
                  <a:lnTo>
                    <a:pt x="3845726" y="3707571"/>
                  </a:lnTo>
                  <a:lnTo>
                    <a:pt x="3848095" y="3707726"/>
                  </a:lnTo>
                  <a:lnTo>
                    <a:pt x="3848118" y="3707727"/>
                  </a:lnTo>
                  <a:lnTo>
                    <a:pt x="4386855" y="3707727"/>
                  </a:lnTo>
                  <a:lnTo>
                    <a:pt x="4387805" y="3707638"/>
                  </a:lnTo>
                  <a:lnTo>
                    <a:pt x="4394050" y="3707000"/>
                  </a:lnTo>
                  <a:lnTo>
                    <a:pt x="4409784" y="3705238"/>
                  </a:lnTo>
                  <a:lnTo>
                    <a:pt x="4437887" y="3701768"/>
                  </a:lnTo>
                  <a:lnTo>
                    <a:pt x="4479713" y="3696058"/>
                  </a:lnTo>
                  <a:lnTo>
                    <a:pt x="4534982" y="3687675"/>
                  </a:lnTo>
                  <a:lnTo>
                    <a:pt x="4601933" y="3676330"/>
                  </a:lnTo>
                  <a:lnTo>
                    <a:pt x="4677732" y="3661885"/>
                  </a:lnTo>
                  <a:lnTo>
                    <a:pt x="4759031" y="3644326"/>
                  </a:lnTo>
                  <a:lnTo>
                    <a:pt x="4842534" y="3623707"/>
                  </a:lnTo>
                  <a:lnTo>
                    <a:pt x="4925406" y="3600095"/>
                  </a:lnTo>
                  <a:lnTo>
                    <a:pt x="5005499" y="3573514"/>
                  </a:lnTo>
                  <a:lnTo>
                    <a:pt x="5081403" y="3543908"/>
                  </a:lnTo>
                  <a:lnTo>
                    <a:pt x="5152369" y="3511116"/>
                  </a:lnTo>
                  <a:lnTo>
                    <a:pt x="5218181" y="3474866"/>
                  </a:lnTo>
                  <a:lnTo>
                    <a:pt x="5279013" y="3434770"/>
                  </a:lnTo>
                  <a:lnTo>
                    <a:pt x="5335302" y="3390339"/>
                  </a:lnTo>
                  <a:lnTo>
                    <a:pt x="5387643" y="3340995"/>
                  </a:lnTo>
                  <a:lnTo>
                    <a:pt x="5436717" y="3286107"/>
                  </a:lnTo>
                  <a:lnTo>
                    <a:pt x="5483227" y="3225047"/>
                  </a:lnTo>
                  <a:lnTo>
                    <a:pt x="5527849" y="3157286"/>
                  </a:lnTo>
                  <a:lnTo>
                    <a:pt x="5567201" y="3089773"/>
                  </a:lnTo>
                  <a:lnTo>
                    <a:pt x="5598906" y="3030194"/>
                  </a:lnTo>
                  <a:lnTo>
                    <a:pt x="5630325" y="2966700"/>
                  </a:lnTo>
                  <a:lnTo>
                    <a:pt x="5661617" y="2899211"/>
                  </a:lnTo>
                  <a:lnTo>
                    <a:pt x="5692908" y="2827698"/>
                  </a:lnTo>
                  <a:lnTo>
                    <a:pt x="5724299" y="2752184"/>
                  </a:lnTo>
                  <a:lnTo>
                    <a:pt x="5755864" y="2672756"/>
                  </a:lnTo>
                  <a:lnTo>
                    <a:pt x="5787657" y="2589561"/>
                  </a:lnTo>
                  <a:lnTo>
                    <a:pt x="5819708" y="2502816"/>
                  </a:lnTo>
                  <a:lnTo>
                    <a:pt x="5852029" y="2412802"/>
                  </a:lnTo>
                  <a:lnTo>
                    <a:pt x="5884616" y="2319865"/>
                  </a:lnTo>
                  <a:lnTo>
                    <a:pt x="5917445" y="2224415"/>
                  </a:lnTo>
                  <a:lnTo>
                    <a:pt x="5950483" y="2126914"/>
                  </a:lnTo>
                  <a:lnTo>
                    <a:pt x="5983682" y="2027871"/>
                  </a:lnTo>
                  <a:lnTo>
                    <a:pt x="6016988" y="1927833"/>
                  </a:lnTo>
                  <a:lnTo>
                    <a:pt x="6050340" y="1827369"/>
                  </a:lnTo>
                  <a:lnTo>
                    <a:pt x="6083675" y="1727057"/>
                  </a:lnTo>
                  <a:lnTo>
                    <a:pt x="6116932" y="1627475"/>
                  </a:lnTo>
                  <a:lnTo>
                    <a:pt x="6150052" y="1529179"/>
                  </a:lnTo>
                  <a:lnTo>
                    <a:pt x="6182985" y="1432698"/>
                  </a:lnTo>
                  <a:lnTo>
                    <a:pt x="6215690" y="1338519"/>
                  </a:lnTo>
                  <a:lnTo>
                    <a:pt x="6248139" y="1247076"/>
                  </a:lnTo>
                  <a:lnTo>
                    <a:pt x="6280317" y="1158746"/>
                  </a:lnTo>
                  <a:lnTo>
                    <a:pt x="6312229" y="1073842"/>
                  </a:lnTo>
                  <a:lnTo>
                    <a:pt x="6343897" y="992611"/>
                  </a:lnTo>
                  <a:lnTo>
                    <a:pt x="6375362" y="915232"/>
                  </a:lnTo>
                  <a:lnTo>
                    <a:pt x="6406690" y="841821"/>
                  </a:lnTo>
                  <a:lnTo>
                    <a:pt x="6437967" y="772430"/>
                  </a:lnTo>
                  <a:lnTo>
                    <a:pt x="6469308" y="707055"/>
                  </a:lnTo>
                  <a:lnTo>
                    <a:pt x="6500856" y="645638"/>
                  </a:lnTo>
                  <a:lnTo>
                    <a:pt x="6515891" y="617954"/>
                  </a:lnTo>
                  <a:lnTo>
                    <a:pt x="6559319" y="543865"/>
                  </a:lnTo>
                  <a:lnTo>
                    <a:pt x="6604089" y="476742"/>
                  </a:lnTo>
                  <a:lnTo>
                    <a:pt x="6650807" y="416279"/>
                  </a:lnTo>
                  <a:lnTo>
                    <a:pt x="6700155" y="361933"/>
                  </a:lnTo>
                  <a:lnTo>
                    <a:pt x="6752835" y="313071"/>
                  </a:lnTo>
                  <a:lnTo>
                    <a:pt x="6809521" y="269065"/>
                  </a:lnTo>
                  <a:lnTo>
                    <a:pt x="6870800" y="229345"/>
                  </a:lnTo>
                  <a:lnTo>
                    <a:pt x="6937088" y="193429"/>
                  </a:lnTo>
                  <a:lnTo>
                    <a:pt x="7008528" y="160943"/>
                  </a:lnTo>
                  <a:lnTo>
                    <a:pt x="7084861" y="131622"/>
                  </a:lnTo>
                  <a:lnTo>
                    <a:pt x="7165282" y="105317"/>
                  </a:lnTo>
                  <a:lnTo>
                    <a:pt x="7248314" y="81981"/>
                  </a:lnTo>
                  <a:lnTo>
                    <a:pt x="7331741" y="61643"/>
                  </a:lnTo>
                  <a:lnTo>
                    <a:pt x="7412674" y="44370"/>
                  </a:lnTo>
                  <a:lnTo>
                    <a:pt x="7487789" y="30216"/>
                  </a:lnTo>
                  <a:lnTo>
                    <a:pt x="7553763" y="19153"/>
                  </a:lnTo>
                  <a:lnTo>
                    <a:pt x="7607840" y="11032"/>
                  </a:lnTo>
                  <a:lnTo>
                    <a:pt x="7648380" y="5550"/>
                  </a:lnTo>
                  <a:lnTo>
                    <a:pt x="7675254" y="2263"/>
                  </a:lnTo>
                  <a:lnTo>
                    <a:pt x="7689965" y="629"/>
                  </a:lnTo>
                  <a:lnTo>
                    <a:pt x="7695524" y="6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5" name="pl505"/>
            <p:cNvSpPr/>
            <p:nvPr/>
          </p:nvSpPr>
          <p:spPr>
            <a:xfrm>
              <a:off x="546595" y="1779474"/>
              <a:ext cx="8234974" cy="3707727"/>
            </a:xfrm>
            <a:custGeom>
              <a:avLst/>
              <a:pathLst>
                <a:path w="8234974" h="3707727">
                  <a:moveTo>
                    <a:pt x="8234974" y="0"/>
                  </a:moveTo>
                  <a:lnTo>
                    <a:pt x="7696237" y="0"/>
                  </a:lnTo>
                  <a:lnTo>
                    <a:pt x="7695287" y="89"/>
                  </a:lnTo>
                  <a:lnTo>
                    <a:pt x="7689042" y="727"/>
                  </a:lnTo>
                  <a:lnTo>
                    <a:pt x="7673309" y="2489"/>
                  </a:lnTo>
                  <a:lnTo>
                    <a:pt x="7645205" y="5958"/>
                  </a:lnTo>
                  <a:lnTo>
                    <a:pt x="7603380" y="11669"/>
                  </a:lnTo>
                  <a:lnTo>
                    <a:pt x="7548111" y="20052"/>
                  </a:lnTo>
                  <a:lnTo>
                    <a:pt x="7481159" y="31397"/>
                  </a:lnTo>
                  <a:lnTo>
                    <a:pt x="7405361" y="45841"/>
                  </a:lnTo>
                  <a:lnTo>
                    <a:pt x="7324061" y="63401"/>
                  </a:lnTo>
                  <a:lnTo>
                    <a:pt x="7240558" y="84020"/>
                  </a:lnTo>
                  <a:lnTo>
                    <a:pt x="7157687" y="107632"/>
                  </a:lnTo>
                  <a:lnTo>
                    <a:pt x="7077594" y="134213"/>
                  </a:lnTo>
                  <a:lnTo>
                    <a:pt x="7001690" y="163819"/>
                  </a:lnTo>
                  <a:lnTo>
                    <a:pt x="6930724" y="196611"/>
                  </a:lnTo>
                  <a:lnTo>
                    <a:pt x="6864911" y="232861"/>
                  </a:lnTo>
                  <a:lnTo>
                    <a:pt x="6804079" y="272957"/>
                  </a:lnTo>
                  <a:lnTo>
                    <a:pt x="6747791" y="317388"/>
                  </a:lnTo>
                  <a:lnTo>
                    <a:pt x="6695450" y="366732"/>
                  </a:lnTo>
                  <a:lnTo>
                    <a:pt x="6646375" y="421620"/>
                  </a:lnTo>
                  <a:lnTo>
                    <a:pt x="6599865" y="482679"/>
                  </a:lnTo>
                  <a:lnTo>
                    <a:pt x="6555243" y="550441"/>
                  </a:lnTo>
                  <a:lnTo>
                    <a:pt x="6515891" y="617954"/>
                  </a:lnTo>
                  <a:lnTo>
                    <a:pt x="6484187" y="677533"/>
                  </a:lnTo>
                  <a:lnTo>
                    <a:pt x="6452767" y="741027"/>
                  </a:lnTo>
                  <a:lnTo>
                    <a:pt x="6421475" y="808515"/>
                  </a:lnTo>
                  <a:lnTo>
                    <a:pt x="6390184" y="880029"/>
                  </a:lnTo>
                  <a:lnTo>
                    <a:pt x="6358793" y="955543"/>
                  </a:lnTo>
                  <a:lnTo>
                    <a:pt x="6327228" y="1034971"/>
                  </a:lnTo>
                  <a:lnTo>
                    <a:pt x="6295436" y="1118165"/>
                  </a:lnTo>
                  <a:lnTo>
                    <a:pt x="6263385" y="1204911"/>
                  </a:lnTo>
                  <a:lnTo>
                    <a:pt x="6231063" y="1294925"/>
                  </a:lnTo>
                  <a:lnTo>
                    <a:pt x="6198477" y="1387861"/>
                  </a:lnTo>
                  <a:lnTo>
                    <a:pt x="6165647" y="1483312"/>
                  </a:lnTo>
                  <a:lnTo>
                    <a:pt x="6132609" y="1580813"/>
                  </a:lnTo>
                  <a:lnTo>
                    <a:pt x="6099410" y="1679856"/>
                  </a:lnTo>
                  <a:lnTo>
                    <a:pt x="6066105" y="1779894"/>
                  </a:lnTo>
                  <a:lnTo>
                    <a:pt x="6032753" y="1880358"/>
                  </a:lnTo>
                  <a:lnTo>
                    <a:pt x="5999417" y="1980669"/>
                  </a:lnTo>
                  <a:lnTo>
                    <a:pt x="5966161" y="2080252"/>
                  </a:lnTo>
                  <a:lnTo>
                    <a:pt x="5933040" y="2178548"/>
                  </a:lnTo>
                  <a:lnTo>
                    <a:pt x="5900107" y="2275029"/>
                  </a:lnTo>
                  <a:lnTo>
                    <a:pt x="5867402" y="2369208"/>
                  </a:lnTo>
                  <a:lnTo>
                    <a:pt x="5834954" y="2460651"/>
                  </a:lnTo>
                  <a:lnTo>
                    <a:pt x="5802775" y="2548981"/>
                  </a:lnTo>
                  <a:lnTo>
                    <a:pt x="5770863" y="2633884"/>
                  </a:lnTo>
                  <a:lnTo>
                    <a:pt x="5739196" y="2715116"/>
                  </a:lnTo>
                  <a:lnTo>
                    <a:pt x="5707730" y="2792494"/>
                  </a:lnTo>
                  <a:lnTo>
                    <a:pt x="5676403" y="2865906"/>
                  </a:lnTo>
                  <a:lnTo>
                    <a:pt x="5645126" y="2935297"/>
                  </a:lnTo>
                  <a:lnTo>
                    <a:pt x="5613784" y="3000672"/>
                  </a:lnTo>
                  <a:lnTo>
                    <a:pt x="5582236" y="3062089"/>
                  </a:lnTo>
                  <a:lnTo>
                    <a:pt x="5567201" y="3089773"/>
                  </a:lnTo>
                  <a:lnTo>
                    <a:pt x="5523774" y="3163862"/>
                  </a:lnTo>
                  <a:lnTo>
                    <a:pt x="5479004" y="3230985"/>
                  </a:lnTo>
                  <a:lnTo>
                    <a:pt x="5432285" y="3291447"/>
                  </a:lnTo>
                  <a:lnTo>
                    <a:pt x="5382937" y="3345794"/>
                  </a:lnTo>
                  <a:lnTo>
                    <a:pt x="5330258" y="3394656"/>
                  </a:lnTo>
                  <a:lnTo>
                    <a:pt x="5273571" y="3438662"/>
                  </a:lnTo>
                  <a:lnTo>
                    <a:pt x="5212293" y="3478382"/>
                  </a:lnTo>
                  <a:lnTo>
                    <a:pt x="5146005" y="3514297"/>
                  </a:lnTo>
                  <a:lnTo>
                    <a:pt x="5074565" y="3546784"/>
                  </a:lnTo>
                  <a:lnTo>
                    <a:pt x="4998232" y="3576105"/>
                  </a:lnTo>
                  <a:lnTo>
                    <a:pt x="4917810" y="3602409"/>
                  </a:lnTo>
                  <a:lnTo>
                    <a:pt x="4834779" y="3625746"/>
                  </a:lnTo>
                  <a:lnTo>
                    <a:pt x="4751352" y="3646084"/>
                  </a:lnTo>
                  <a:lnTo>
                    <a:pt x="4670419" y="3663356"/>
                  </a:lnTo>
                  <a:lnTo>
                    <a:pt x="4595304" y="3677511"/>
                  </a:lnTo>
                  <a:lnTo>
                    <a:pt x="4529329" y="3688573"/>
                  </a:lnTo>
                  <a:lnTo>
                    <a:pt x="4475253" y="3696694"/>
                  </a:lnTo>
                  <a:lnTo>
                    <a:pt x="4434713" y="3702177"/>
                  </a:lnTo>
                  <a:lnTo>
                    <a:pt x="4407838" y="3705464"/>
                  </a:lnTo>
                  <a:lnTo>
                    <a:pt x="4393127" y="3707098"/>
                  </a:lnTo>
                  <a:lnTo>
                    <a:pt x="4387568" y="3707661"/>
                  </a:lnTo>
                  <a:lnTo>
                    <a:pt x="4386855" y="3707727"/>
                  </a:lnTo>
                  <a:lnTo>
                    <a:pt x="3848118" y="3707727"/>
                  </a:lnTo>
                  <a:lnTo>
                    <a:pt x="3846924" y="3707651"/>
                  </a:lnTo>
                  <a:lnTo>
                    <a:pt x="3839113" y="3707105"/>
                  </a:lnTo>
                  <a:lnTo>
                    <a:pt x="3819582" y="3705597"/>
                  </a:lnTo>
                  <a:lnTo>
                    <a:pt x="3785068" y="3702635"/>
                  </a:lnTo>
                  <a:lnTo>
                    <a:pt x="3734446" y="3697784"/>
                  </a:lnTo>
                  <a:lnTo>
                    <a:pt x="3668784" y="3690719"/>
                  </a:lnTo>
                  <a:lnTo>
                    <a:pt x="3590977" y="3681251"/>
                  </a:lnTo>
                  <a:lnTo>
                    <a:pt x="3505020" y="3669321"/>
                  </a:lnTo>
                  <a:lnTo>
                    <a:pt x="3415167" y="3654958"/>
                  </a:lnTo>
                  <a:lnTo>
                    <a:pt x="3325213" y="3638220"/>
                  </a:lnTo>
                  <a:lnTo>
                    <a:pt x="3238082" y="3619139"/>
                  </a:lnTo>
                  <a:lnTo>
                    <a:pt x="3155694" y="3597678"/>
                  </a:lnTo>
                  <a:lnTo>
                    <a:pt x="3079050" y="3573705"/>
                  </a:lnTo>
                  <a:lnTo>
                    <a:pt x="3008422" y="3546988"/>
                  </a:lnTo>
                  <a:lnTo>
                    <a:pt x="2943555" y="3517189"/>
                  </a:lnTo>
                  <a:lnTo>
                    <a:pt x="2883858" y="3483874"/>
                  </a:lnTo>
                  <a:lnTo>
                    <a:pt x="2828544" y="3446538"/>
                  </a:lnTo>
                  <a:lnTo>
                    <a:pt x="2776738" y="3404637"/>
                  </a:lnTo>
                  <a:lnTo>
                    <a:pt x="2727561" y="3357659"/>
                  </a:lnTo>
                  <a:lnTo>
                    <a:pt x="2680202" y="3305245"/>
                  </a:lnTo>
                  <a:lnTo>
                    <a:pt x="2667772" y="3290313"/>
                  </a:lnTo>
                  <a:lnTo>
                    <a:pt x="2630579" y="3242790"/>
                  </a:lnTo>
                  <a:lnTo>
                    <a:pt x="2593740" y="3191607"/>
                  </a:lnTo>
                  <a:lnTo>
                    <a:pt x="2557012" y="3136689"/>
                  </a:lnTo>
                  <a:lnTo>
                    <a:pt x="2520209" y="3078031"/>
                  </a:lnTo>
                  <a:lnTo>
                    <a:pt x="2483195" y="3015698"/>
                  </a:lnTo>
                  <a:lnTo>
                    <a:pt x="2445876" y="2949838"/>
                  </a:lnTo>
                  <a:lnTo>
                    <a:pt x="2408201" y="2880685"/>
                  </a:lnTo>
                  <a:lnTo>
                    <a:pt x="2370152" y="2808554"/>
                  </a:lnTo>
                  <a:lnTo>
                    <a:pt x="2331749" y="2733846"/>
                  </a:lnTo>
                  <a:lnTo>
                    <a:pt x="2293036" y="2657038"/>
                  </a:lnTo>
                  <a:lnTo>
                    <a:pt x="2254083" y="2578670"/>
                  </a:lnTo>
                  <a:lnTo>
                    <a:pt x="2214977" y="2499332"/>
                  </a:lnTo>
                  <a:lnTo>
                    <a:pt x="2175815" y="2419645"/>
                  </a:lnTo>
                  <a:lnTo>
                    <a:pt x="2136698" y="2340243"/>
                  </a:lnTo>
                  <a:lnTo>
                    <a:pt x="2097726" y="2261750"/>
                  </a:lnTo>
                  <a:lnTo>
                    <a:pt x="2058986" y="2184760"/>
                  </a:lnTo>
                  <a:lnTo>
                    <a:pt x="2020548" y="2109818"/>
                  </a:lnTo>
                  <a:lnTo>
                    <a:pt x="1982463" y="2037409"/>
                  </a:lnTo>
                  <a:lnTo>
                    <a:pt x="1944750" y="1967940"/>
                  </a:lnTo>
                  <a:lnTo>
                    <a:pt x="1907397" y="1901737"/>
                  </a:lnTo>
                  <a:lnTo>
                    <a:pt x="1870356" y="1839042"/>
                  </a:lnTo>
                  <a:lnTo>
                    <a:pt x="1833538" y="1780009"/>
                  </a:lnTo>
                  <a:lnTo>
                    <a:pt x="1796810" y="1724715"/>
                  </a:lnTo>
                  <a:lnTo>
                    <a:pt x="1759992" y="1673158"/>
                  </a:lnTo>
                  <a:lnTo>
                    <a:pt x="1722847" y="1625272"/>
                  </a:lnTo>
                  <a:lnTo>
                    <a:pt x="1719082" y="1620656"/>
                  </a:lnTo>
                  <a:lnTo>
                    <a:pt x="1672089" y="1566767"/>
                  </a:lnTo>
                  <a:lnTo>
                    <a:pt x="1623472" y="1518363"/>
                  </a:lnTo>
                  <a:lnTo>
                    <a:pt x="1572454" y="1475153"/>
                  </a:lnTo>
                  <a:lnTo>
                    <a:pt x="1518164" y="1436650"/>
                  </a:lnTo>
                  <a:lnTo>
                    <a:pt x="1459719" y="1402314"/>
                  </a:lnTo>
                  <a:lnTo>
                    <a:pt x="1396302" y="1371621"/>
                  </a:lnTo>
                  <a:lnTo>
                    <a:pt x="1327253" y="1344118"/>
                  </a:lnTo>
                  <a:lnTo>
                    <a:pt x="1252215" y="1319440"/>
                  </a:lnTo>
                  <a:lnTo>
                    <a:pt x="1171297" y="1297325"/>
                  </a:lnTo>
                  <a:lnTo>
                    <a:pt x="1085285" y="1277615"/>
                  </a:lnTo>
                  <a:lnTo>
                    <a:pt x="995841" y="1260250"/>
                  </a:lnTo>
                  <a:lnTo>
                    <a:pt x="905620" y="1245248"/>
                  </a:lnTo>
                  <a:lnTo>
                    <a:pt x="818215" y="1232663"/>
                  </a:lnTo>
                  <a:lnTo>
                    <a:pt x="737814" y="1222539"/>
                  </a:lnTo>
                  <a:lnTo>
                    <a:pt x="668565" y="1214844"/>
                  </a:lnTo>
                  <a:lnTo>
                    <a:pt x="613736" y="1209429"/>
                  </a:lnTo>
                  <a:lnTo>
                    <a:pt x="574937" y="1206001"/>
                  </a:lnTo>
                  <a:lnTo>
                    <a:pt x="551640" y="1204151"/>
                  </a:lnTo>
                  <a:lnTo>
                    <a:pt x="541128" y="1203398"/>
                  </a:lnTo>
                  <a:lnTo>
                    <a:pt x="538760" y="1203243"/>
                  </a:lnTo>
                  <a:lnTo>
                    <a:pt x="538736" y="1203242"/>
                  </a:lnTo>
                  <a:lnTo>
                    <a:pt x="0" y="12032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6" name="pg506"/>
            <p:cNvSpPr/>
            <p:nvPr/>
          </p:nvSpPr>
          <p:spPr>
            <a:xfrm>
              <a:off x="546595" y="2993605"/>
              <a:ext cx="8234974" cy="2526263"/>
            </a:xfrm>
            <a:custGeom>
              <a:avLst/>
              <a:pathLst>
                <a:path w="8234974" h="2526263">
                  <a:moveTo>
                    <a:pt x="0" y="5444"/>
                  </a:moveTo>
                  <a:lnTo>
                    <a:pt x="538736" y="5444"/>
                  </a:lnTo>
                  <a:lnTo>
                    <a:pt x="539930" y="5521"/>
                  </a:lnTo>
                  <a:lnTo>
                    <a:pt x="547732" y="6069"/>
                  </a:lnTo>
                  <a:lnTo>
                    <a:pt x="567244" y="7586"/>
                  </a:lnTo>
                  <a:lnTo>
                    <a:pt x="601725" y="10564"/>
                  </a:lnTo>
                  <a:lnTo>
                    <a:pt x="652302" y="15441"/>
                  </a:lnTo>
                  <a:lnTo>
                    <a:pt x="717913" y="22545"/>
                  </a:lnTo>
                  <a:lnTo>
                    <a:pt x="795668" y="32066"/>
                  </a:lnTo>
                  <a:lnTo>
                    <a:pt x="881577" y="44062"/>
                  </a:lnTo>
                  <a:lnTo>
                    <a:pt x="971392" y="58506"/>
                  </a:lnTo>
                  <a:lnTo>
                    <a:pt x="1061318" y="75339"/>
                  </a:lnTo>
                  <a:lnTo>
                    <a:pt x="1148433" y="94528"/>
                  </a:lnTo>
                  <a:lnTo>
                    <a:pt x="1230814" y="116112"/>
                  </a:lnTo>
                  <a:lnTo>
                    <a:pt x="1307456" y="140220"/>
                  </a:lnTo>
                  <a:lnTo>
                    <a:pt x="1378089" y="167087"/>
                  </a:lnTo>
                  <a:lnTo>
                    <a:pt x="1442961" y="197053"/>
                  </a:lnTo>
                  <a:lnTo>
                    <a:pt x="1502663" y="230551"/>
                  </a:lnTo>
                  <a:lnTo>
                    <a:pt x="1557981" y="268091"/>
                  </a:lnTo>
                  <a:lnTo>
                    <a:pt x="1609787" y="310220"/>
                  </a:lnTo>
                  <a:lnTo>
                    <a:pt x="1658961" y="357450"/>
                  </a:lnTo>
                  <a:lnTo>
                    <a:pt x="1706313" y="410148"/>
                  </a:lnTo>
                  <a:lnTo>
                    <a:pt x="1719082" y="425581"/>
                  </a:lnTo>
                  <a:lnTo>
                    <a:pt x="1756185" y="473291"/>
                  </a:lnTo>
                  <a:lnTo>
                    <a:pt x="1792934" y="524668"/>
                  </a:lnTo>
                  <a:lnTo>
                    <a:pt x="1829572" y="579785"/>
                  </a:lnTo>
                  <a:lnTo>
                    <a:pt x="1866283" y="638649"/>
                  </a:lnTo>
                  <a:lnTo>
                    <a:pt x="1903203" y="701194"/>
                  </a:lnTo>
                  <a:lnTo>
                    <a:pt x="1940425" y="767273"/>
                  </a:lnTo>
                  <a:lnTo>
                    <a:pt x="1978003" y="836657"/>
                  </a:lnTo>
                  <a:lnTo>
                    <a:pt x="2015950" y="909028"/>
                  </a:lnTo>
                  <a:lnTo>
                    <a:pt x="2054253" y="983988"/>
                  </a:lnTo>
                  <a:lnTo>
                    <a:pt x="2092864" y="1061064"/>
                  </a:lnTo>
                  <a:lnTo>
                    <a:pt x="2131716" y="1139716"/>
                  </a:lnTo>
                  <a:lnTo>
                    <a:pt x="2170723" y="1219357"/>
                  </a:lnTo>
                  <a:lnTo>
                    <a:pt x="2209789" y="1299365"/>
                  </a:lnTo>
                  <a:lnTo>
                    <a:pt x="2248812" y="1379108"/>
                  </a:lnTo>
                  <a:lnTo>
                    <a:pt x="2287695" y="1457962"/>
                  </a:lnTo>
                  <a:lnTo>
                    <a:pt x="2326351" y="1535332"/>
                  </a:lnTo>
                  <a:lnTo>
                    <a:pt x="2364707" y="1610670"/>
                  </a:lnTo>
                  <a:lnTo>
                    <a:pt x="2402714" y="1683491"/>
                  </a:lnTo>
                  <a:lnTo>
                    <a:pt x="2440352" y="1753383"/>
                  </a:lnTo>
                  <a:lnTo>
                    <a:pt x="2477629" y="1820017"/>
                  </a:lnTo>
                  <a:lnTo>
                    <a:pt x="2514593" y="1883149"/>
                  </a:lnTo>
                  <a:lnTo>
                    <a:pt x="2551330" y="1942617"/>
                  </a:lnTo>
                  <a:lnTo>
                    <a:pt x="2587968" y="1998344"/>
                  </a:lnTo>
                  <a:lnTo>
                    <a:pt x="2624685" y="2050324"/>
                  </a:lnTo>
                  <a:lnTo>
                    <a:pt x="2661711" y="2098623"/>
                  </a:lnTo>
                  <a:lnTo>
                    <a:pt x="2667772" y="2106127"/>
                  </a:lnTo>
                  <a:lnTo>
                    <a:pt x="2714748" y="2160348"/>
                  </a:lnTo>
                  <a:lnTo>
                    <a:pt x="2763346" y="2209053"/>
                  </a:lnTo>
                  <a:lnTo>
                    <a:pt x="2814344" y="2252534"/>
                  </a:lnTo>
                  <a:lnTo>
                    <a:pt x="2868609" y="2291279"/>
                  </a:lnTo>
                  <a:lnTo>
                    <a:pt x="2927025" y="2325834"/>
                  </a:lnTo>
                  <a:lnTo>
                    <a:pt x="2990409" y="2356722"/>
                  </a:lnTo>
                  <a:lnTo>
                    <a:pt x="3059418" y="2384401"/>
                  </a:lnTo>
                  <a:lnTo>
                    <a:pt x="3134413" y="2409239"/>
                  </a:lnTo>
                  <a:lnTo>
                    <a:pt x="3215284" y="2431497"/>
                  </a:lnTo>
                  <a:lnTo>
                    <a:pt x="3301249" y="2451337"/>
                  </a:lnTo>
                  <a:lnTo>
                    <a:pt x="3390653" y="2468817"/>
                  </a:lnTo>
                  <a:lnTo>
                    <a:pt x="3480844" y="2483923"/>
                  </a:lnTo>
                  <a:lnTo>
                    <a:pt x="3568240" y="2496596"/>
                  </a:lnTo>
                  <a:lnTo>
                    <a:pt x="3648656" y="2506795"/>
                  </a:lnTo>
                  <a:lnTo>
                    <a:pt x="3717949" y="2514549"/>
                  </a:lnTo>
                  <a:lnTo>
                    <a:pt x="3772846" y="2520010"/>
                  </a:lnTo>
                  <a:lnTo>
                    <a:pt x="3811727" y="2523470"/>
                  </a:lnTo>
                  <a:lnTo>
                    <a:pt x="3835108" y="2525340"/>
                  </a:lnTo>
                  <a:lnTo>
                    <a:pt x="3845688" y="2526104"/>
                  </a:lnTo>
                  <a:lnTo>
                    <a:pt x="3848118" y="2526263"/>
                  </a:lnTo>
                  <a:lnTo>
                    <a:pt x="4386855" y="2526263"/>
                  </a:lnTo>
                  <a:lnTo>
                    <a:pt x="4388087" y="2526201"/>
                  </a:lnTo>
                  <a:lnTo>
                    <a:pt x="4396137" y="2525754"/>
                  </a:lnTo>
                  <a:lnTo>
                    <a:pt x="4416244" y="2524518"/>
                  </a:lnTo>
                  <a:lnTo>
                    <a:pt x="4451719" y="2522093"/>
                  </a:lnTo>
                  <a:lnTo>
                    <a:pt x="4503638" y="2518124"/>
                  </a:lnTo>
                  <a:lnTo>
                    <a:pt x="4570800" y="2512349"/>
                  </a:lnTo>
                  <a:lnTo>
                    <a:pt x="4650128" y="2504622"/>
                  </a:lnTo>
                  <a:lnTo>
                    <a:pt x="4737455" y="2494900"/>
                  </a:lnTo>
                  <a:lnTo>
                    <a:pt x="4828410" y="2483210"/>
                  </a:lnTo>
                  <a:lnTo>
                    <a:pt x="4919142" y="2469599"/>
                  </a:lnTo>
                  <a:lnTo>
                    <a:pt x="5006738" y="2454090"/>
                  </a:lnTo>
                  <a:lnTo>
                    <a:pt x="5089328" y="2436643"/>
                  </a:lnTo>
                  <a:lnTo>
                    <a:pt x="5165980" y="2417142"/>
                  </a:lnTo>
                  <a:lnTo>
                    <a:pt x="5236499" y="2395384"/>
                  </a:lnTo>
                  <a:lnTo>
                    <a:pt x="5301207" y="2371081"/>
                  </a:lnTo>
                  <a:lnTo>
                    <a:pt x="5360752" y="2343868"/>
                  </a:lnTo>
                  <a:lnTo>
                    <a:pt x="5415968" y="2313322"/>
                  </a:lnTo>
                  <a:lnTo>
                    <a:pt x="5467765" y="2278999"/>
                  </a:lnTo>
                  <a:lnTo>
                    <a:pt x="5517042" y="2240494"/>
                  </a:lnTo>
                  <a:lnTo>
                    <a:pt x="5564613" y="2197553"/>
                  </a:lnTo>
                  <a:lnTo>
                    <a:pt x="5567201" y="2195054"/>
                  </a:lnTo>
                  <a:lnTo>
                    <a:pt x="5607558" y="2153985"/>
                  </a:lnTo>
                  <a:lnTo>
                    <a:pt x="5647523" y="2109485"/>
                  </a:lnTo>
                  <a:lnTo>
                    <a:pt x="5687398" y="2061488"/>
                  </a:lnTo>
                  <a:lnTo>
                    <a:pt x="5727407" y="2010003"/>
                  </a:lnTo>
                  <a:lnTo>
                    <a:pt x="5767708" y="1955122"/>
                  </a:lnTo>
                  <a:lnTo>
                    <a:pt x="5808399" y="1897028"/>
                  </a:lnTo>
                  <a:lnTo>
                    <a:pt x="5849525" y="1835996"/>
                  </a:lnTo>
                  <a:lnTo>
                    <a:pt x="5891081" y="1772398"/>
                  </a:lnTo>
                  <a:lnTo>
                    <a:pt x="5933022" y="1706688"/>
                  </a:lnTo>
                  <a:lnTo>
                    <a:pt x="5975266" y="1639400"/>
                  </a:lnTo>
                  <a:lnTo>
                    <a:pt x="6017706" y="1571123"/>
                  </a:lnTo>
                  <a:lnTo>
                    <a:pt x="6060220" y="1502486"/>
                  </a:lnTo>
                  <a:lnTo>
                    <a:pt x="6102676" y="1434131"/>
                  </a:lnTo>
                  <a:lnTo>
                    <a:pt x="6144950" y="1366690"/>
                  </a:lnTo>
                  <a:lnTo>
                    <a:pt x="6186933" y="1300758"/>
                  </a:lnTo>
                  <a:lnTo>
                    <a:pt x="6228539" y="1236877"/>
                  </a:lnTo>
                  <a:lnTo>
                    <a:pt x="6269718" y="1175512"/>
                  </a:lnTo>
                  <a:lnTo>
                    <a:pt x="6310461" y="1117044"/>
                  </a:lnTo>
                  <a:lnTo>
                    <a:pt x="6350805" y="1061761"/>
                  </a:lnTo>
                  <a:lnTo>
                    <a:pt x="6390842" y="1009857"/>
                  </a:lnTo>
                  <a:lnTo>
                    <a:pt x="6430723" y="961434"/>
                  </a:lnTo>
                  <a:lnTo>
                    <a:pt x="6470663" y="916511"/>
                  </a:lnTo>
                  <a:lnTo>
                    <a:pt x="6510953" y="875030"/>
                  </a:lnTo>
                  <a:lnTo>
                    <a:pt x="6515891" y="870218"/>
                  </a:lnTo>
                  <a:lnTo>
                    <a:pt x="6563388" y="827030"/>
                  </a:lnTo>
                  <a:lnTo>
                    <a:pt x="6612552" y="788284"/>
                  </a:lnTo>
                  <a:lnTo>
                    <a:pt x="6664186" y="753740"/>
                  </a:lnTo>
                  <a:lnTo>
                    <a:pt x="6719190" y="722998"/>
                  </a:lnTo>
                  <a:lnTo>
                    <a:pt x="6778473" y="695612"/>
                  </a:lnTo>
                  <a:lnTo>
                    <a:pt x="6842877" y="671159"/>
                  </a:lnTo>
                  <a:lnTo>
                    <a:pt x="6913063" y="649269"/>
                  </a:lnTo>
                  <a:lnTo>
                    <a:pt x="6989377" y="629650"/>
                  </a:lnTo>
                  <a:lnTo>
                    <a:pt x="7071656" y="612094"/>
                  </a:lnTo>
                  <a:lnTo>
                    <a:pt x="7159015" y="596479"/>
                  </a:lnTo>
                  <a:lnTo>
                    <a:pt x="7249640" y="582763"/>
                  </a:lnTo>
                  <a:lnTo>
                    <a:pt x="7340675" y="570966"/>
                  </a:lnTo>
                  <a:lnTo>
                    <a:pt x="7428315" y="561134"/>
                  </a:lnTo>
                  <a:lnTo>
                    <a:pt x="7508199" y="553297"/>
                  </a:lnTo>
                  <a:lnTo>
                    <a:pt x="7576125" y="547418"/>
                  </a:lnTo>
                  <a:lnTo>
                    <a:pt x="7628937" y="543355"/>
                  </a:lnTo>
                  <a:lnTo>
                    <a:pt x="7665312" y="540853"/>
                  </a:lnTo>
                  <a:lnTo>
                    <a:pt x="7686200" y="539562"/>
                  </a:lnTo>
                  <a:lnTo>
                    <a:pt x="7694794" y="539082"/>
                  </a:lnTo>
                  <a:lnTo>
                    <a:pt x="7696237" y="539008"/>
                  </a:lnTo>
                  <a:lnTo>
                    <a:pt x="8234974" y="539008"/>
                  </a:lnTo>
                  <a:lnTo>
                    <a:pt x="8234974" y="533564"/>
                  </a:lnTo>
                  <a:lnTo>
                    <a:pt x="7696237" y="533564"/>
                  </a:lnTo>
                  <a:lnTo>
                    <a:pt x="7695005" y="533626"/>
                  </a:lnTo>
                  <a:lnTo>
                    <a:pt x="7686955" y="534073"/>
                  </a:lnTo>
                  <a:lnTo>
                    <a:pt x="7666849" y="535309"/>
                  </a:lnTo>
                  <a:lnTo>
                    <a:pt x="7631373" y="537735"/>
                  </a:lnTo>
                  <a:lnTo>
                    <a:pt x="7579454" y="541704"/>
                  </a:lnTo>
                  <a:lnTo>
                    <a:pt x="7512293" y="547478"/>
                  </a:lnTo>
                  <a:lnTo>
                    <a:pt x="7432964" y="555205"/>
                  </a:lnTo>
                  <a:lnTo>
                    <a:pt x="7345637" y="564927"/>
                  </a:lnTo>
                  <a:lnTo>
                    <a:pt x="7254683" y="576617"/>
                  </a:lnTo>
                  <a:lnTo>
                    <a:pt x="7163951" y="590228"/>
                  </a:lnTo>
                  <a:lnTo>
                    <a:pt x="7076355" y="605738"/>
                  </a:lnTo>
                  <a:lnTo>
                    <a:pt x="6993765" y="623184"/>
                  </a:lnTo>
                  <a:lnTo>
                    <a:pt x="6917112" y="642685"/>
                  </a:lnTo>
                  <a:lnTo>
                    <a:pt x="6846593" y="664443"/>
                  </a:lnTo>
                  <a:lnTo>
                    <a:pt x="6781886" y="688746"/>
                  </a:lnTo>
                  <a:lnTo>
                    <a:pt x="6722341" y="715959"/>
                  </a:lnTo>
                  <a:lnTo>
                    <a:pt x="6667124" y="746505"/>
                  </a:lnTo>
                  <a:lnTo>
                    <a:pt x="6615328" y="780828"/>
                  </a:lnTo>
                  <a:lnTo>
                    <a:pt x="6566050" y="819333"/>
                  </a:lnTo>
                  <a:lnTo>
                    <a:pt x="6518479" y="862274"/>
                  </a:lnTo>
                  <a:lnTo>
                    <a:pt x="6515891" y="864773"/>
                  </a:lnTo>
                  <a:lnTo>
                    <a:pt x="6475535" y="905842"/>
                  </a:lnTo>
                  <a:lnTo>
                    <a:pt x="6435569" y="950342"/>
                  </a:lnTo>
                  <a:lnTo>
                    <a:pt x="6395694" y="998339"/>
                  </a:lnTo>
                  <a:lnTo>
                    <a:pt x="6355685" y="1049824"/>
                  </a:lnTo>
                  <a:lnTo>
                    <a:pt x="6315385" y="1104705"/>
                  </a:lnTo>
                  <a:lnTo>
                    <a:pt x="6274693" y="1162799"/>
                  </a:lnTo>
                  <a:lnTo>
                    <a:pt x="6233568" y="1223831"/>
                  </a:lnTo>
                  <a:lnTo>
                    <a:pt x="6192011" y="1287429"/>
                  </a:lnTo>
                  <a:lnTo>
                    <a:pt x="6150071" y="1353139"/>
                  </a:lnTo>
                  <a:lnTo>
                    <a:pt x="6107826" y="1420428"/>
                  </a:lnTo>
                  <a:lnTo>
                    <a:pt x="6065386" y="1488705"/>
                  </a:lnTo>
                  <a:lnTo>
                    <a:pt x="6022873" y="1557342"/>
                  </a:lnTo>
                  <a:lnTo>
                    <a:pt x="5980417" y="1625696"/>
                  </a:lnTo>
                  <a:lnTo>
                    <a:pt x="5938142" y="1693138"/>
                  </a:lnTo>
                  <a:lnTo>
                    <a:pt x="5896160" y="1759069"/>
                  </a:lnTo>
                  <a:lnTo>
                    <a:pt x="5854554" y="1822950"/>
                  </a:lnTo>
                  <a:lnTo>
                    <a:pt x="5813374" y="1884315"/>
                  </a:lnTo>
                  <a:lnTo>
                    <a:pt x="5772632" y="1942783"/>
                  </a:lnTo>
                  <a:lnTo>
                    <a:pt x="5732288" y="1998066"/>
                  </a:lnTo>
                  <a:lnTo>
                    <a:pt x="5692251" y="2049971"/>
                  </a:lnTo>
                  <a:lnTo>
                    <a:pt x="5652370" y="2098393"/>
                  </a:lnTo>
                  <a:lnTo>
                    <a:pt x="5612430" y="2143316"/>
                  </a:lnTo>
                  <a:lnTo>
                    <a:pt x="5572140" y="2184797"/>
                  </a:lnTo>
                  <a:lnTo>
                    <a:pt x="5567201" y="2189610"/>
                  </a:lnTo>
                  <a:lnTo>
                    <a:pt x="5519704" y="2232797"/>
                  </a:lnTo>
                  <a:lnTo>
                    <a:pt x="5470541" y="2271543"/>
                  </a:lnTo>
                  <a:lnTo>
                    <a:pt x="5418906" y="2306087"/>
                  </a:lnTo>
                  <a:lnTo>
                    <a:pt x="5363903" y="2336829"/>
                  </a:lnTo>
                  <a:lnTo>
                    <a:pt x="5304619" y="2364215"/>
                  </a:lnTo>
                  <a:lnTo>
                    <a:pt x="5240216" y="2388669"/>
                  </a:lnTo>
                  <a:lnTo>
                    <a:pt x="5170029" y="2410558"/>
                  </a:lnTo>
                  <a:lnTo>
                    <a:pt x="5093716" y="2430177"/>
                  </a:lnTo>
                  <a:lnTo>
                    <a:pt x="5011437" y="2447734"/>
                  </a:lnTo>
                  <a:lnTo>
                    <a:pt x="4924078" y="2463349"/>
                  </a:lnTo>
                  <a:lnTo>
                    <a:pt x="4833452" y="2477064"/>
                  </a:lnTo>
                  <a:lnTo>
                    <a:pt x="4742417" y="2488861"/>
                  </a:lnTo>
                  <a:lnTo>
                    <a:pt x="4654778" y="2498693"/>
                  </a:lnTo>
                  <a:lnTo>
                    <a:pt x="4574894" y="2506530"/>
                  </a:lnTo>
                  <a:lnTo>
                    <a:pt x="4506967" y="2512409"/>
                  </a:lnTo>
                  <a:lnTo>
                    <a:pt x="4454156" y="2516472"/>
                  </a:lnTo>
                  <a:lnTo>
                    <a:pt x="4417780" y="2518975"/>
                  </a:lnTo>
                  <a:lnTo>
                    <a:pt x="4396893" y="2520266"/>
                  </a:lnTo>
                  <a:lnTo>
                    <a:pt x="4388298" y="2520745"/>
                  </a:lnTo>
                  <a:lnTo>
                    <a:pt x="4386855" y="2520819"/>
                  </a:lnTo>
                  <a:lnTo>
                    <a:pt x="3848118" y="2520819"/>
                  </a:lnTo>
                  <a:lnTo>
                    <a:pt x="3846925" y="2520742"/>
                  </a:lnTo>
                  <a:lnTo>
                    <a:pt x="3839122" y="2520194"/>
                  </a:lnTo>
                  <a:lnTo>
                    <a:pt x="3819611" y="2518677"/>
                  </a:lnTo>
                  <a:lnTo>
                    <a:pt x="3785130" y="2515699"/>
                  </a:lnTo>
                  <a:lnTo>
                    <a:pt x="3734553" y="2510822"/>
                  </a:lnTo>
                  <a:lnTo>
                    <a:pt x="3668942" y="2503718"/>
                  </a:lnTo>
                  <a:lnTo>
                    <a:pt x="3591187" y="2494197"/>
                  </a:lnTo>
                  <a:lnTo>
                    <a:pt x="3505278" y="2482201"/>
                  </a:lnTo>
                  <a:lnTo>
                    <a:pt x="3415463" y="2467757"/>
                  </a:lnTo>
                  <a:lnTo>
                    <a:pt x="3325536" y="2450924"/>
                  </a:lnTo>
                  <a:lnTo>
                    <a:pt x="3238422" y="2431734"/>
                  </a:lnTo>
                  <a:lnTo>
                    <a:pt x="3156041" y="2410151"/>
                  </a:lnTo>
                  <a:lnTo>
                    <a:pt x="3079398" y="2386043"/>
                  </a:lnTo>
                  <a:lnTo>
                    <a:pt x="3008766" y="2359176"/>
                  </a:lnTo>
                  <a:lnTo>
                    <a:pt x="2943894" y="2329210"/>
                  </a:lnTo>
                  <a:lnTo>
                    <a:pt x="2884191" y="2295712"/>
                  </a:lnTo>
                  <a:lnTo>
                    <a:pt x="2828874" y="2258172"/>
                  </a:lnTo>
                  <a:lnTo>
                    <a:pt x="2777067" y="2216043"/>
                  </a:lnTo>
                  <a:lnTo>
                    <a:pt x="2727894" y="2168813"/>
                  </a:lnTo>
                  <a:lnTo>
                    <a:pt x="2680541" y="2116115"/>
                  </a:lnTo>
                  <a:lnTo>
                    <a:pt x="2667772" y="2100682"/>
                  </a:lnTo>
                  <a:lnTo>
                    <a:pt x="2630670" y="2052972"/>
                  </a:lnTo>
                  <a:lnTo>
                    <a:pt x="2593920" y="2001595"/>
                  </a:lnTo>
                  <a:lnTo>
                    <a:pt x="2557283" y="1946478"/>
                  </a:lnTo>
                  <a:lnTo>
                    <a:pt x="2520572" y="1887614"/>
                  </a:lnTo>
                  <a:lnTo>
                    <a:pt x="2483652" y="1825069"/>
                  </a:lnTo>
                  <a:lnTo>
                    <a:pt x="2446429" y="1758990"/>
                  </a:lnTo>
                  <a:lnTo>
                    <a:pt x="2408852" y="1689606"/>
                  </a:lnTo>
                  <a:lnTo>
                    <a:pt x="2370904" y="1617235"/>
                  </a:lnTo>
                  <a:lnTo>
                    <a:pt x="2332602" y="1542275"/>
                  </a:lnTo>
                  <a:lnTo>
                    <a:pt x="2293991" y="1465199"/>
                  </a:lnTo>
                  <a:lnTo>
                    <a:pt x="2255139" y="1386547"/>
                  </a:lnTo>
                  <a:lnTo>
                    <a:pt x="2216132" y="1306906"/>
                  </a:lnTo>
                  <a:lnTo>
                    <a:pt x="2177066" y="1226898"/>
                  </a:lnTo>
                  <a:lnTo>
                    <a:pt x="2138043" y="1147155"/>
                  </a:lnTo>
                  <a:lnTo>
                    <a:pt x="2099159" y="1068301"/>
                  </a:lnTo>
                  <a:lnTo>
                    <a:pt x="2060504" y="990931"/>
                  </a:lnTo>
                  <a:lnTo>
                    <a:pt x="2022148" y="915593"/>
                  </a:lnTo>
                  <a:lnTo>
                    <a:pt x="1984140" y="842772"/>
                  </a:lnTo>
                  <a:lnTo>
                    <a:pt x="1946503" y="772880"/>
                  </a:lnTo>
                  <a:lnTo>
                    <a:pt x="1909226" y="706246"/>
                  </a:lnTo>
                  <a:lnTo>
                    <a:pt x="1872261" y="643114"/>
                  </a:lnTo>
                  <a:lnTo>
                    <a:pt x="1835525" y="583646"/>
                  </a:lnTo>
                  <a:lnTo>
                    <a:pt x="1798887" y="527919"/>
                  </a:lnTo>
                  <a:lnTo>
                    <a:pt x="1762170" y="475938"/>
                  </a:lnTo>
                  <a:lnTo>
                    <a:pt x="1725144" y="427640"/>
                  </a:lnTo>
                  <a:lnTo>
                    <a:pt x="1719082" y="420136"/>
                  </a:lnTo>
                  <a:lnTo>
                    <a:pt x="1672106" y="365915"/>
                  </a:lnTo>
                  <a:lnTo>
                    <a:pt x="1623508" y="317210"/>
                  </a:lnTo>
                  <a:lnTo>
                    <a:pt x="1572511" y="273729"/>
                  </a:lnTo>
                  <a:lnTo>
                    <a:pt x="1518245" y="234984"/>
                  </a:lnTo>
                  <a:lnTo>
                    <a:pt x="1459830" y="200429"/>
                  </a:lnTo>
                  <a:lnTo>
                    <a:pt x="1396446" y="169541"/>
                  </a:lnTo>
                  <a:lnTo>
                    <a:pt x="1327437" y="141861"/>
                  </a:lnTo>
                  <a:lnTo>
                    <a:pt x="1252442" y="117024"/>
                  </a:lnTo>
                  <a:lnTo>
                    <a:pt x="1171571" y="94765"/>
                  </a:lnTo>
                  <a:lnTo>
                    <a:pt x="1085605" y="74926"/>
                  </a:lnTo>
                  <a:lnTo>
                    <a:pt x="996202" y="57445"/>
                  </a:lnTo>
                  <a:lnTo>
                    <a:pt x="906010" y="42340"/>
                  </a:lnTo>
                  <a:lnTo>
                    <a:pt x="818615" y="29667"/>
                  </a:lnTo>
                  <a:lnTo>
                    <a:pt x="738198" y="19468"/>
                  </a:lnTo>
                  <a:lnTo>
                    <a:pt x="668905" y="11714"/>
                  </a:lnTo>
                  <a:lnTo>
                    <a:pt x="614009" y="6252"/>
                  </a:lnTo>
                  <a:lnTo>
                    <a:pt x="575128" y="2793"/>
                  </a:lnTo>
                  <a:lnTo>
                    <a:pt x="551747" y="923"/>
                  </a:lnTo>
                  <a:lnTo>
                    <a:pt x="541167" y="15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07" name="pl507"/>
            <p:cNvSpPr/>
            <p:nvPr/>
          </p:nvSpPr>
          <p:spPr>
            <a:xfrm>
              <a:off x="546595" y="2999049"/>
              <a:ext cx="8234974" cy="2520819"/>
            </a:xfrm>
            <a:custGeom>
              <a:avLst/>
              <a:pathLst>
                <a:path w="8234974" h="2520819">
                  <a:moveTo>
                    <a:pt x="0" y="0"/>
                  </a:moveTo>
                  <a:lnTo>
                    <a:pt x="538736" y="0"/>
                  </a:lnTo>
                  <a:lnTo>
                    <a:pt x="539930" y="76"/>
                  </a:lnTo>
                  <a:lnTo>
                    <a:pt x="547732" y="625"/>
                  </a:lnTo>
                  <a:lnTo>
                    <a:pt x="567244" y="2141"/>
                  </a:lnTo>
                  <a:lnTo>
                    <a:pt x="601725" y="5119"/>
                  </a:lnTo>
                  <a:lnTo>
                    <a:pt x="652302" y="9996"/>
                  </a:lnTo>
                  <a:lnTo>
                    <a:pt x="717913" y="17100"/>
                  </a:lnTo>
                  <a:lnTo>
                    <a:pt x="795668" y="26621"/>
                  </a:lnTo>
                  <a:lnTo>
                    <a:pt x="881577" y="38618"/>
                  </a:lnTo>
                  <a:lnTo>
                    <a:pt x="971392" y="53061"/>
                  </a:lnTo>
                  <a:lnTo>
                    <a:pt x="1061318" y="69894"/>
                  </a:lnTo>
                  <a:lnTo>
                    <a:pt x="1148433" y="89084"/>
                  </a:lnTo>
                  <a:lnTo>
                    <a:pt x="1230814" y="110667"/>
                  </a:lnTo>
                  <a:lnTo>
                    <a:pt x="1307456" y="134775"/>
                  </a:lnTo>
                  <a:lnTo>
                    <a:pt x="1378089" y="161642"/>
                  </a:lnTo>
                  <a:lnTo>
                    <a:pt x="1442961" y="191608"/>
                  </a:lnTo>
                  <a:lnTo>
                    <a:pt x="1502663" y="225106"/>
                  </a:lnTo>
                  <a:lnTo>
                    <a:pt x="1557981" y="262647"/>
                  </a:lnTo>
                  <a:lnTo>
                    <a:pt x="1609787" y="304775"/>
                  </a:lnTo>
                  <a:lnTo>
                    <a:pt x="1658961" y="352006"/>
                  </a:lnTo>
                  <a:lnTo>
                    <a:pt x="1706313" y="404703"/>
                  </a:lnTo>
                  <a:lnTo>
                    <a:pt x="1719082" y="420136"/>
                  </a:lnTo>
                  <a:lnTo>
                    <a:pt x="1756185" y="467847"/>
                  </a:lnTo>
                  <a:lnTo>
                    <a:pt x="1792934" y="519223"/>
                  </a:lnTo>
                  <a:lnTo>
                    <a:pt x="1829572" y="574340"/>
                  </a:lnTo>
                  <a:lnTo>
                    <a:pt x="1866283" y="633204"/>
                  </a:lnTo>
                  <a:lnTo>
                    <a:pt x="1903203" y="695749"/>
                  </a:lnTo>
                  <a:lnTo>
                    <a:pt x="1940425" y="761829"/>
                  </a:lnTo>
                  <a:lnTo>
                    <a:pt x="1978003" y="831212"/>
                  </a:lnTo>
                  <a:lnTo>
                    <a:pt x="2015950" y="903583"/>
                  </a:lnTo>
                  <a:lnTo>
                    <a:pt x="2054253" y="978544"/>
                  </a:lnTo>
                  <a:lnTo>
                    <a:pt x="2092864" y="1055619"/>
                  </a:lnTo>
                  <a:lnTo>
                    <a:pt x="2131716" y="1134272"/>
                  </a:lnTo>
                  <a:lnTo>
                    <a:pt x="2170723" y="1213912"/>
                  </a:lnTo>
                  <a:lnTo>
                    <a:pt x="2209789" y="1293921"/>
                  </a:lnTo>
                  <a:lnTo>
                    <a:pt x="2248812" y="1373664"/>
                  </a:lnTo>
                  <a:lnTo>
                    <a:pt x="2287695" y="1452518"/>
                  </a:lnTo>
                  <a:lnTo>
                    <a:pt x="2326351" y="1529888"/>
                  </a:lnTo>
                  <a:lnTo>
                    <a:pt x="2364707" y="1605226"/>
                  </a:lnTo>
                  <a:lnTo>
                    <a:pt x="2402714" y="1678046"/>
                  </a:lnTo>
                  <a:lnTo>
                    <a:pt x="2440352" y="1747939"/>
                  </a:lnTo>
                  <a:lnTo>
                    <a:pt x="2477629" y="1814573"/>
                  </a:lnTo>
                  <a:lnTo>
                    <a:pt x="2514593" y="1877704"/>
                  </a:lnTo>
                  <a:lnTo>
                    <a:pt x="2551330" y="1937172"/>
                  </a:lnTo>
                  <a:lnTo>
                    <a:pt x="2587968" y="1992899"/>
                  </a:lnTo>
                  <a:lnTo>
                    <a:pt x="2624685" y="2044880"/>
                  </a:lnTo>
                  <a:lnTo>
                    <a:pt x="2661711" y="2093178"/>
                  </a:lnTo>
                  <a:lnTo>
                    <a:pt x="2667772" y="2100682"/>
                  </a:lnTo>
                  <a:lnTo>
                    <a:pt x="2714748" y="2154904"/>
                  </a:lnTo>
                  <a:lnTo>
                    <a:pt x="2763346" y="2203609"/>
                  </a:lnTo>
                  <a:lnTo>
                    <a:pt x="2814344" y="2247090"/>
                  </a:lnTo>
                  <a:lnTo>
                    <a:pt x="2868609" y="2285835"/>
                  </a:lnTo>
                  <a:lnTo>
                    <a:pt x="2927025" y="2320389"/>
                  </a:lnTo>
                  <a:lnTo>
                    <a:pt x="2990409" y="2351277"/>
                  </a:lnTo>
                  <a:lnTo>
                    <a:pt x="3059418" y="2378957"/>
                  </a:lnTo>
                  <a:lnTo>
                    <a:pt x="3134413" y="2403794"/>
                  </a:lnTo>
                  <a:lnTo>
                    <a:pt x="3215284" y="2426053"/>
                  </a:lnTo>
                  <a:lnTo>
                    <a:pt x="3301249" y="2445892"/>
                  </a:lnTo>
                  <a:lnTo>
                    <a:pt x="3390653" y="2463373"/>
                  </a:lnTo>
                  <a:lnTo>
                    <a:pt x="3480844" y="2478478"/>
                  </a:lnTo>
                  <a:lnTo>
                    <a:pt x="3568240" y="2491151"/>
                  </a:lnTo>
                  <a:lnTo>
                    <a:pt x="3648656" y="2501350"/>
                  </a:lnTo>
                  <a:lnTo>
                    <a:pt x="3717949" y="2509105"/>
                  </a:lnTo>
                  <a:lnTo>
                    <a:pt x="3772846" y="2514566"/>
                  </a:lnTo>
                  <a:lnTo>
                    <a:pt x="3811727" y="2518025"/>
                  </a:lnTo>
                  <a:lnTo>
                    <a:pt x="3835108" y="2519895"/>
                  </a:lnTo>
                  <a:lnTo>
                    <a:pt x="3845688" y="2520659"/>
                  </a:lnTo>
                  <a:lnTo>
                    <a:pt x="3848093" y="2520817"/>
                  </a:lnTo>
                  <a:lnTo>
                    <a:pt x="3848118" y="2520819"/>
                  </a:lnTo>
                  <a:lnTo>
                    <a:pt x="4386855" y="2520819"/>
                  </a:lnTo>
                  <a:lnTo>
                    <a:pt x="4388087" y="2520756"/>
                  </a:lnTo>
                  <a:lnTo>
                    <a:pt x="4396137" y="2520309"/>
                  </a:lnTo>
                  <a:lnTo>
                    <a:pt x="4416244" y="2519074"/>
                  </a:lnTo>
                  <a:lnTo>
                    <a:pt x="4451719" y="2516648"/>
                  </a:lnTo>
                  <a:lnTo>
                    <a:pt x="4503638" y="2512679"/>
                  </a:lnTo>
                  <a:lnTo>
                    <a:pt x="4570800" y="2506905"/>
                  </a:lnTo>
                  <a:lnTo>
                    <a:pt x="4650128" y="2499177"/>
                  </a:lnTo>
                  <a:lnTo>
                    <a:pt x="4737455" y="2489455"/>
                  </a:lnTo>
                  <a:lnTo>
                    <a:pt x="4828410" y="2477765"/>
                  </a:lnTo>
                  <a:lnTo>
                    <a:pt x="4919142" y="2464155"/>
                  </a:lnTo>
                  <a:lnTo>
                    <a:pt x="5006738" y="2448645"/>
                  </a:lnTo>
                  <a:lnTo>
                    <a:pt x="5089328" y="2431198"/>
                  </a:lnTo>
                  <a:lnTo>
                    <a:pt x="5165980" y="2411698"/>
                  </a:lnTo>
                  <a:lnTo>
                    <a:pt x="5236499" y="2389940"/>
                  </a:lnTo>
                  <a:lnTo>
                    <a:pt x="5301207" y="2365637"/>
                  </a:lnTo>
                  <a:lnTo>
                    <a:pt x="5360752" y="2338423"/>
                  </a:lnTo>
                  <a:lnTo>
                    <a:pt x="5415968" y="2307878"/>
                  </a:lnTo>
                  <a:lnTo>
                    <a:pt x="5467765" y="2273555"/>
                  </a:lnTo>
                  <a:lnTo>
                    <a:pt x="5517042" y="2235050"/>
                  </a:lnTo>
                  <a:lnTo>
                    <a:pt x="5564613" y="2192108"/>
                  </a:lnTo>
                  <a:lnTo>
                    <a:pt x="5567201" y="2189610"/>
                  </a:lnTo>
                  <a:lnTo>
                    <a:pt x="5607558" y="2148540"/>
                  </a:lnTo>
                  <a:lnTo>
                    <a:pt x="5647523" y="2104040"/>
                  </a:lnTo>
                  <a:lnTo>
                    <a:pt x="5687398" y="2056044"/>
                  </a:lnTo>
                  <a:lnTo>
                    <a:pt x="5727407" y="2004559"/>
                  </a:lnTo>
                  <a:lnTo>
                    <a:pt x="5767708" y="1949678"/>
                  </a:lnTo>
                  <a:lnTo>
                    <a:pt x="5808399" y="1891583"/>
                  </a:lnTo>
                  <a:lnTo>
                    <a:pt x="5849525" y="1830552"/>
                  </a:lnTo>
                  <a:lnTo>
                    <a:pt x="5891081" y="1766953"/>
                  </a:lnTo>
                  <a:lnTo>
                    <a:pt x="5933022" y="1701244"/>
                  </a:lnTo>
                  <a:lnTo>
                    <a:pt x="5975266" y="1633955"/>
                  </a:lnTo>
                  <a:lnTo>
                    <a:pt x="6017706" y="1565678"/>
                  </a:lnTo>
                  <a:lnTo>
                    <a:pt x="6060220" y="1497041"/>
                  </a:lnTo>
                  <a:lnTo>
                    <a:pt x="6102676" y="1428686"/>
                  </a:lnTo>
                  <a:lnTo>
                    <a:pt x="6144950" y="1361245"/>
                  </a:lnTo>
                  <a:lnTo>
                    <a:pt x="6186933" y="1295314"/>
                  </a:lnTo>
                  <a:lnTo>
                    <a:pt x="6228539" y="1231433"/>
                  </a:lnTo>
                  <a:lnTo>
                    <a:pt x="6269718" y="1170068"/>
                  </a:lnTo>
                  <a:lnTo>
                    <a:pt x="6310461" y="1111600"/>
                  </a:lnTo>
                  <a:lnTo>
                    <a:pt x="6350805" y="1056316"/>
                  </a:lnTo>
                  <a:lnTo>
                    <a:pt x="6390842" y="1004412"/>
                  </a:lnTo>
                  <a:lnTo>
                    <a:pt x="6430723" y="955989"/>
                  </a:lnTo>
                  <a:lnTo>
                    <a:pt x="6470663" y="911066"/>
                  </a:lnTo>
                  <a:lnTo>
                    <a:pt x="6510953" y="869586"/>
                  </a:lnTo>
                  <a:lnTo>
                    <a:pt x="6515891" y="864773"/>
                  </a:lnTo>
                  <a:lnTo>
                    <a:pt x="6563388" y="821585"/>
                  </a:lnTo>
                  <a:lnTo>
                    <a:pt x="6612552" y="782840"/>
                  </a:lnTo>
                  <a:lnTo>
                    <a:pt x="6664186" y="748296"/>
                  </a:lnTo>
                  <a:lnTo>
                    <a:pt x="6719190" y="717553"/>
                  </a:lnTo>
                  <a:lnTo>
                    <a:pt x="6778473" y="690168"/>
                  </a:lnTo>
                  <a:lnTo>
                    <a:pt x="6842877" y="665714"/>
                  </a:lnTo>
                  <a:lnTo>
                    <a:pt x="6913063" y="643824"/>
                  </a:lnTo>
                  <a:lnTo>
                    <a:pt x="6989377" y="624205"/>
                  </a:lnTo>
                  <a:lnTo>
                    <a:pt x="7071656" y="606649"/>
                  </a:lnTo>
                  <a:lnTo>
                    <a:pt x="7159015" y="591034"/>
                  </a:lnTo>
                  <a:lnTo>
                    <a:pt x="7249640" y="577319"/>
                  </a:lnTo>
                  <a:lnTo>
                    <a:pt x="7340675" y="565522"/>
                  </a:lnTo>
                  <a:lnTo>
                    <a:pt x="7428315" y="555690"/>
                  </a:lnTo>
                  <a:lnTo>
                    <a:pt x="7508199" y="547853"/>
                  </a:lnTo>
                  <a:lnTo>
                    <a:pt x="7576125" y="541973"/>
                  </a:lnTo>
                  <a:lnTo>
                    <a:pt x="7628937" y="537910"/>
                  </a:lnTo>
                  <a:lnTo>
                    <a:pt x="7665312" y="535408"/>
                  </a:lnTo>
                  <a:lnTo>
                    <a:pt x="7686200" y="534117"/>
                  </a:lnTo>
                  <a:lnTo>
                    <a:pt x="7694794" y="533637"/>
                  </a:lnTo>
                  <a:lnTo>
                    <a:pt x="7696237" y="533564"/>
                  </a:lnTo>
                  <a:lnTo>
                    <a:pt x="7696237" y="533564"/>
                  </a:lnTo>
                  <a:lnTo>
                    <a:pt x="8234974" y="533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8" name="pl508"/>
            <p:cNvSpPr/>
            <p:nvPr/>
          </p:nvSpPr>
          <p:spPr>
            <a:xfrm>
              <a:off x="546595" y="2993605"/>
              <a:ext cx="8234974" cy="2520819"/>
            </a:xfrm>
            <a:custGeom>
              <a:avLst/>
              <a:pathLst>
                <a:path w="8234974" h="2520819">
                  <a:moveTo>
                    <a:pt x="8234974" y="533564"/>
                  </a:moveTo>
                  <a:lnTo>
                    <a:pt x="7696237" y="533564"/>
                  </a:lnTo>
                  <a:lnTo>
                    <a:pt x="7695005" y="533626"/>
                  </a:lnTo>
                  <a:lnTo>
                    <a:pt x="7686955" y="534073"/>
                  </a:lnTo>
                  <a:lnTo>
                    <a:pt x="7666849" y="535309"/>
                  </a:lnTo>
                  <a:lnTo>
                    <a:pt x="7631373" y="537735"/>
                  </a:lnTo>
                  <a:lnTo>
                    <a:pt x="7579454" y="541704"/>
                  </a:lnTo>
                  <a:lnTo>
                    <a:pt x="7512293" y="547478"/>
                  </a:lnTo>
                  <a:lnTo>
                    <a:pt x="7432964" y="555205"/>
                  </a:lnTo>
                  <a:lnTo>
                    <a:pt x="7345637" y="564927"/>
                  </a:lnTo>
                  <a:lnTo>
                    <a:pt x="7254683" y="576617"/>
                  </a:lnTo>
                  <a:lnTo>
                    <a:pt x="7163951" y="590228"/>
                  </a:lnTo>
                  <a:lnTo>
                    <a:pt x="7076355" y="605738"/>
                  </a:lnTo>
                  <a:lnTo>
                    <a:pt x="6993765" y="623184"/>
                  </a:lnTo>
                  <a:lnTo>
                    <a:pt x="6917112" y="642685"/>
                  </a:lnTo>
                  <a:lnTo>
                    <a:pt x="6846593" y="664443"/>
                  </a:lnTo>
                  <a:lnTo>
                    <a:pt x="6781886" y="688746"/>
                  </a:lnTo>
                  <a:lnTo>
                    <a:pt x="6722341" y="715959"/>
                  </a:lnTo>
                  <a:lnTo>
                    <a:pt x="6667124" y="746505"/>
                  </a:lnTo>
                  <a:lnTo>
                    <a:pt x="6615328" y="780828"/>
                  </a:lnTo>
                  <a:lnTo>
                    <a:pt x="6566050" y="819333"/>
                  </a:lnTo>
                  <a:lnTo>
                    <a:pt x="6518479" y="862274"/>
                  </a:lnTo>
                  <a:lnTo>
                    <a:pt x="6515891" y="864773"/>
                  </a:lnTo>
                  <a:lnTo>
                    <a:pt x="6475535" y="905842"/>
                  </a:lnTo>
                  <a:lnTo>
                    <a:pt x="6435569" y="950342"/>
                  </a:lnTo>
                  <a:lnTo>
                    <a:pt x="6395694" y="998339"/>
                  </a:lnTo>
                  <a:lnTo>
                    <a:pt x="6355685" y="1049824"/>
                  </a:lnTo>
                  <a:lnTo>
                    <a:pt x="6315385" y="1104705"/>
                  </a:lnTo>
                  <a:lnTo>
                    <a:pt x="6274693" y="1162799"/>
                  </a:lnTo>
                  <a:lnTo>
                    <a:pt x="6233568" y="1223831"/>
                  </a:lnTo>
                  <a:lnTo>
                    <a:pt x="6192011" y="1287429"/>
                  </a:lnTo>
                  <a:lnTo>
                    <a:pt x="6150071" y="1353139"/>
                  </a:lnTo>
                  <a:lnTo>
                    <a:pt x="6107826" y="1420428"/>
                  </a:lnTo>
                  <a:lnTo>
                    <a:pt x="6065386" y="1488705"/>
                  </a:lnTo>
                  <a:lnTo>
                    <a:pt x="6022873" y="1557342"/>
                  </a:lnTo>
                  <a:lnTo>
                    <a:pt x="5980417" y="1625696"/>
                  </a:lnTo>
                  <a:lnTo>
                    <a:pt x="5938142" y="1693138"/>
                  </a:lnTo>
                  <a:lnTo>
                    <a:pt x="5896160" y="1759069"/>
                  </a:lnTo>
                  <a:lnTo>
                    <a:pt x="5854554" y="1822950"/>
                  </a:lnTo>
                  <a:lnTo>
                    <a:pt x="5813374" y="1884315"/>
                  </a:lnTo>
                  <a:lnTo>
                    <a:pt x="5772632" y="1942783"/>
                  </a:lnTo>
                  <a:lnTo>
                    <a:pt x="5732288" y="1998066"/>
                  </a:lnTo>
                  <a:lnTo>
                    <a:pt x="5692251" y="2049971"/>
                  </a:lnTo>
                  <a:lnTo>
                    <a:pt x="5652370" y="2098393"/>
                  </a:lnTo>
                  <a:lnTo>
                    <a:pt x="5612430" y="2143316"/>
                  </a:lnTo>
                  <a:lnTo>
                    <a:pt x="5572140" y="2184797"/>
                  </a:lnTo>
                  <a:lnTo>
                    <a:pt x="5567201" y="2189610"/>
                  </a:lnTo>
                  <a:lnTo>
                    <a:pt x="5519704" y="2232797"/>
                  </a:lnTo>
                  <a:lnTo>
                    <a:pt x="5470541" y="2271543"/>
                  </a:lnTo>
                  <a:lnTo>
                    <a:pt x="5418906" y="2306087"/>
                  </a:lnTo>
                  <a:lnTo>
                    <a:pt x="5363903" y="2336829"/>
                  </a:lnTo>
                  <a:lnTo>
                    <a:pt x="5304619" y="2364215"/>
                  </a:lnTo>
                  <a:lnTo>
                    <a:pt x="5240216" y="2388669"/>
                  </a:lnTo>
                  <a:lnTo>
                    <a:pt x="5170029" y="2410558"/>
                  </a:lnTo>
                  <a:lnTo>
                    <a:pt x="5093716" y="2430177"/>
                  </a:lnTo>
                  <a:lnTo>
                    <a:pt x="5011437" y="2447734"/>
                  </a:lnTo>
                  <a:lnTo>
                    <a:pt x="4924078" y="2463349"/>
                  </a:lnTo>
                  <a:lnTo>
                    <a:pt x="4833452" y="2477064"/>
                  </a:lnTo>
                  <a:lnTo>
                    <a:pt x="4742417" y="2488861"/>
                  </a:lnTo>
                  <a:lnTo>
                    <a:pt x="4654778" y="2498693"/>
                  </a:lnTo>
                  <a:lnTo>
                    <a:pt x="4574894" y="2506530"/>
                  </a:lnTo>
                  <a:lnTo>
                    <a:pt x="4506967" y="2512409"/>
                  </a:lnTo>
                  <a:lnTo>
                    <a:pt x="4454156" y="2516472"/>
                  </a:lnTo>
                  <a:lnTo>
                    <a:pt x="4417780" y="2518975"/>
                  </a:lnTo>
                  <a:lnTo>
                    <a:pt x="4396893" y="2520266"/>
                  </a:lnTo>
                  <a:lnTo>
                    <a:pt x="4388298" y="2520745"/>
                  </a:lnTo>
                  <a:lnTo>
                    <a:pt x="4386855" y="2520819"/>
                  </a:lnTo>
                  <a:lnTo>
                    <a:pt x="4386855" y="2520819"/>
                  </a:lnTo>
                  <a:lnTo>
                    <a:pt x="3848118" y="2520819"/>
                  </a:lnTo>
                  <a:lnTo>
                    <a:pt x="3846925" y="2520742"/>
                  </a:lnTo>
                  <a:lnTo>
                    <a:pt x="3839122" y="2520194"/>
                  </a:lnTo>
                  <a:lnTo>
                    <a:pt x="3819611" y="2518677"/>
                  </a:lnTo>
                  <a:lnTo>
                    <a:pt x="3785130" y="2515699"/>
                  </a:lnTo>
                  <a:lnTo>
                    <a:pt x="3734553" y="2510822"/>
                  </a:lnTo>
                  <a:lnTo>
                    <a:pt x="3668942" y="2503718"/>
                  </a:lnTo>
                  <a:lnTo>
                    <a:pt x="3591187" y="2494197"/>
                  </a:lnTo>
                  <a:lnTo>
                    <a:pt x="3505278" y="2482201"/>
                  </a:lnTo>
                  <a:lnTo>
                    <a:pt x="3415463" y="2467757"/>
                  </a:lnTo>
                  <a:lnTo>
                    <a:pt x="3325536" y="2450924"/>
                  </a:lnTo>
                  <a:lnTo>
                    <a:pt x="3238422" y="2431734"/>
                  </a:lnTo>
                  <a:lnTo>
                    <a:pt x="3156041" y="2410151"/>
                  </a:lnTo>
                  <a:lnTo>
                    <a:pt x="3079398" y="2386043"/>
                  </a:lnTo>
                  <a:lnTo>
                    <a:pt x="3008766" y="2359176"/>
                  </a:lnTo>
                  <a:lnTo>
                    <a:pt x="2943894" y="2329210"/>
                  </a:lnTo>
                  <a:lnTo>
                    <a:pt x="2884191" y="2295712"/>
                  </a:lnTo>
                  <a:lnTo>
                    <a:pt x="2828874" y="2258172"/>
                  </a:lnTo>
                  <a:lnTo>
                    <a:pt x="2777067" y="2216043"/>
                  </a:lnTo>
                  <a:lnTo>
                    <a:pt x="2727894" y="2168813"/>
                  </a:lnTo>
                  <a:lnTo>
                    <a:pt x="2680541" y="2116115"/>
                  </a:lnTo>
                  <a:lnTo>
                    <a:pt x="2667772" y="2100682"/>
                  </a:lnTo>
                  <a:lnTo>
                    <a:pt x="2630670" y="2052972"/>
                  </a:lnTo>
                  <a:lnTo>
                    <a:pt x="2593920" y="2001595"/>
                  </a:lnTo>
                  <a:lnTo>
                    <a:pt x="2557283" y="1946478"/>
                  </a:lnTo>
                  <a:lnTo>
                    <a:pt x="2520572" y="1887614"/>
                  </a:lnTo>
                  <a:lnTo>
                    <a:pt x="2483652" y="1825069"/>
                  </a:lnTo>
                  <a:lnTo>
                    <a:pt x="2446429" y="1758990"/>
                  </a:lnTo>
                  <a:lnTo>
                    <a:pt x="2408852" y="1689606"/>
                  </a:lnTo>
                  <a:lnTo>
                    <a:pt x="2370904" y="1617235"/>
                  </a:lnTo>
                  <a:lnTo>
                    <a:pt x="2332602" y="1542275"/>
                  </a:lnTo>
                  <a:lnTo>
                    <a:pt x="2293991" y="1465199"/>
                  </a:lnTo>
                  <a:lnTo>
                    <a:pt x="2255139" y="1386547"/>
                  </a:lnTo>
                  <a:lnTo>
                    <a:pt x="2216132" y="1306906"/>
                  </a:lnTo>
                  <a:lnTo>
                    <a:pt x="2177066" y="1226898"/>
                  </a:lnTo>
                  <a:lnTo>
                    <a:pt x="2138043" y="1147155"/>
                  </a:lnTo>
                  <a:lnTo>
                    <a:pt x="2099159" y="1068301"/>
                  </a:lnTo>
                  <a:lnTo>
                    <a:pt x="2060504" y="990931"/>
                  </a:lnTo>
                  <a:lnTo>
                    <a:pt x="2022148" y="915593"/>
                  </a:lnTo>
                  <a:lnTo>
                    <a:pt x="1984140" y="842772"/>
                  </a:lnTo>
                  <a:lnTo>
                    <a:pt x="1946503" y="772880"/>
                  </a:lnTo>
                  <a:lnTo>
                    <a:pt x="1909226" y="706246"/>
                  </a:lnTo>
                  <a:lnTo>
                    <a:pt x="1872261" y="643114"/>
                  </a:lnTo>
                  <a:lnTo>
                    <a:pt x="1835525" y="583646"/>
                  </a:lnTo>
                  <a:lnTo>
                    <a:pt x="1798887" y="527919"/>
                  </a:lnTo>
                  <a:lnTo>
                    <a:pt x="1762170" y="475938"/>
                  </a:lnTo>
                  <a:lnTo>
                    <a:pt x="1725144" y="427640"/>
                  </a:lnTo>
                  <a:lnTo>
                    <a:pt x="1719082" y="420136"/>
                  </a:lnTo>
                  <a:lnTo>
                    <a:pt x="1672106" y="365915"/>
                  </a:lnTo>
                  <a:lnTo>
                    <a:pt x="1623508" y="317210"/>
                  </a:lnTo>
                  <a:lnTo>
                    <a:pt x="1572511" y="273729"/>
                  </a:lnTo>
                  <a:lnTo>
                    <a:pt x="1518245" y="234984"/>
                  </a:lnTo>
                  <a:lnTo>
                    <a:pt x="1459830" y="200429"/>
                  </a:lnTo>
                  <a:lnTo>
                    <a:pt x="1396446" y="169541"/>
                  </a:lnTo>
                  <a:lnTo>
                    <a:pt x="1327437" y="141861"/>
                  </a:lnTo>
                  <a:lnTo>
                    <a:pt x="1252442" y="117024"/>
                  </a:lnTo>
                  <a:lnTo>
                    <a:pt x="1171571" y="94765"/>
                  </a:lnTo>
                  <a:lnTo>
                    <a:pt x="1085605" y="74926"/>
                  </a:lnTo>
                  <a:lnTo>
                    <a:pt x="996202" y="57445"/>
                  </a:lnTo>
                  <a:lnTo>
                    <a:pt x="906010" y="42340"/>
                  </a:lnTo>
                  <a:lnTo>
                    <a:pt x="818615" y="29667"/>
                  </a:lnTo>
                  <a:lnTo>
                    <a:pt x="738198" y="19468"/>
                  </a:lnTo>
                  <a:lnTo>
                    <a:pt x="668905" y="11714"/>
                  </a:lnTo>
                  <a:lnTo>
                    <a:pt x="614009" y="6252"/>
                  </a:lnTo>
                  <a:lnTo>
                    <a:pt x="575128" y="2793"/>
                  </a:lnTo>
                  <a:lnTo>
                    <a:pt x="551747" y="923"/>
                  </a:lnTo>
                  <a:lnTo>
                    <a:pt x="541167" y="159"/>
                  </a:lnTo>
                  <a:lnTo>
                    <a:pt x="538762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9" name="pg509"/>
            <p:cNvSpPr/>
            <p:nvPr/>
          </p:nvSpPr>
          <p:spPr>
            <a:xfrm>
              <a:off x="546595" y="2999049"/>
              <a:ext cx="8234974" cy="2542597"/>
            </a:xfrm>
            <a:custGeom>
              <a:avLst/>
              <a:pathLst>
                <a:path w="8234974" h="2542597">
                  <a:moveTo>
                    <a:pt x="0" y="16333"/>
                  </a:moveTo>
                  <a:lnTo>
                    <a:pt x="538736" y="16333"/>
                  </a:lnTo>
                  <a:lnTo>
                    <a:pt x="539929" y="16410"/>
                  </a:lnTo>
                  <a:lnTo>
                    <a:pt x="547729" y="16959"/>
                  </a:lnTo>
                  <a:lnTo>
                    <a:pt x="567234" y="18479"/>
                  </a:lnTo>
                  <a:lnTo>
                    <a:pt x="601704" y="21462"/>
                  </a:lnTo>
                  <a:lnTo>
                    <a:pt x="652266" y="26348"/>
                  </a:lnTo>
                  <a:lnTo>
                    <a:pt x="717860" y="33465"/>
                  </a:lnTo>
                  <a:lnTo>
                    <a:pt x="795597" y="43003"/>
                  </a:lnTo>
                  <a:lnTo>
                    <a:pt x="881491" y="55022"/>
                  </a:lnTo>
                  <a:lnTo>
                    <a:pt x="971293" y="69492"/>
                  </a:lnTo>
                  <a:lnTo>
                    <a:pt x="1061210" y="86357"/>
                  </a:lnTo>
                  <a:lnTo>
                    <a:pt x="1148319" y="105583"/>
                  </a:lnTo>
                  <a:lnTo>
                    <a:pt x="1230697" y="127207"/>
                  </a:lnTo>
                  <a:lnTo>
                    <a:pt x="1307340" y="151360"/>
                  </a:lnTo>
                  <a:lnTo>
                    <a:pt x="1377973" y="178277"/>
                  </a:lnTo>
                  <a:lnTo>
                    <a:pt x="1442848" y="208298"/>
                  </a:lnTo>
                  <a:lnTo>
                    <a:pt x="1502552" y="241857"/>
                  </a:lnTo>
                  <a:lnTo>
                    <a:pt x="1557871" y="279465"/>
                  </a:lnTo>
                  <a:lnTo>
                    <a:pt x="1609677" y="321669"/>
                  </a:lnTo>
                  <a:lnTo>
                    <a:pt x="1658850" y="368984"/>
                  </a:lnTo>
                  <a:lnTo>
                    <a:pt x="1706200" y="421776"/>
                  </a:lnTo>
                  <a:lnTo>
                    <a:pt x="1719082" y="437377"/>
                  </a:lnTo>
                  <a:lnTo>
                    <a:pt x="1756154" y="485150"/>
                  </a:lnTo>
                  <a:lnTo>
                    <a:pt x="1792874" y="536591"/>
                  </a:lnTo>
                  <a:lnTo>
                    <a:pt x="1829482" y="591774"/>
                  </a:lnTo>
                  <a:lnTo>
                    <a:pt x="1866162" y="650706"/>
                  </a:lnTo>
                  <a:lnTo>
                    <a:pt x="1903051" y="713322"/>
                  </a:lnTo>
                  <a:lnTo>
                    <a:pt x="1940242" y="779474"/>
                  </a:lnTo>
                  <a:lnTo>
                    <a:pt x="1977786" y="848934"/>
                  </a:lnTo>
                  <a:lnTo>
                    <a:pt x="2015701" y="921385"/>
                  </a:lnTo>
                  <a:lnTo>
                    <a:pt x="2053969" y="996429"/>
                  </a:lnTo>
                  <a:lnTo>
                    <a:pt x="2092547" y="1073594"/>
                  </a:lnTo>
                  <a:lnTo>
                    <a:pt x="2131365" y="1152341"/>
                  </a:lnTo>
                  <a:lnTo>
                    <a:pt x="2170339" y="1232081"/>
                  </a:lnTo>
                  <a:lnTo>
                    <a:pt x="2209373" y="1312196"/>
                  </a:lnTo>
                  <a:lnTo>
                    <a:pt x="2248366" y="1392053"/>
                  </a:lnTo>
                  <a:lnTo>
                    <a:pt x="2287219" y="1471026"/>
                  </a:lnTo>
                  <a:lnTo>
                    <a:pt x="2325847" y="1548523"/>
                  </a:lnTo>
                  <a:lnTo>
                    <a:pt x="2364176" y="1623992"/>
                  </a:lnTo>
                  <a:lnTo>
                    <a:pt x="2402157" y="1696950"/>
                  </a:lnTo>
                  <a:lnTo>
                    <a:pt x="2439769" y="1766983"/>
                  </a:lnTo>
                  <a:lnTo>
                    <a:pt x="2477022" y="1833761"/>
                  </a:lnTo>
                  <a:lnTo>
                    <a:pt x="2513960" y="1897037"/>
                  </a:lnTo>
                  <a:lnTo>
                    <a:pt x="2550670" y="1956650"/>
                  </a:lnTo>
                  <a:lnTo>
                    <a:pt x="2587278" y="2012521"/>
                  </a:lnTo>
                  <a:lnTo>
                    <a:pt x="2623962" y="2064643"/>
                  </a:lnTo>
                  <a:lnTo>
                    <a:pt x="2660948" y="2113079"/>
                  </a:lnTo>
                  <a:lnTo>
                    <a:pt x="2667772" y="2121553"/>
                  </a:lnTo>
                  <a:lnTo>
                    <a:pt x="2714742" y="2175885"/>
                  </a:lnTo>
                  <a:lnTo>
                    <a:pt x="2763334" y="2224690"/>
                  </a:lnTo>
                  <a:lnTo>
                    <a:pt x="2814325" y="2268262"/>
                  </a:lnTo>
                  <a:lnTo>
                    <a:pt x="2868582" y="2307087"/>
                  </a:lnTo>
                  <a:lnTo>
                    <a:pt x="2926988" y="2341714"/>
                  </a:lnTo>
                  <a:lnTo>
                    <a:pt x="2990361" y="2372668"/>
                  </a:lnTo>
                  <a:lnTo>
                    <a:pt x="3059357" y="2400406"/>
                  </a:lnTo>
                  <a:lnTo>
                    <a:pt x="3134337" y="2425296"/>
                  </a:lnTo>
                  <a:lnTo>
                    <a:pt x="3215192" y="2447603"/>
                  </a:lnTo>
                  <a:lnTo>
                    <a:pt x="3301142" y="2467486"/>
                  </a:lnTo>
                  <a:lnTo>
                    <a:pt x="3390532" y="2485005"/>
                  </a:lnTo>
                  <a:lnTo>
                    <a:pt x="3480714" y="2500144"/>
                  </a:lnTo>
                  <a:lnTo>
                    <a:pt x="3568106" y="2512847"/>
                  </a:lnTo>
                  <a:lnTo>
                    <a:pt x="3648528" y="2523071"/>
                  </a:lnTo>
                  <a:lnTo>
                    <a:pt x="3717835" y="2530845"/>
                  </a:lnTo>
                  <a:lnTo>
                    <a:pt x="3772754" y="2536322"/>
                  </a:lnTo>
                  <a:lnTo>
                    <a:pt x="3811663" y="2539792"/>
                  </a:lnTo>
                  <a:lnTo>
                    <a:pt x="3835072" y="2541669"/>
                  </a:lnTo>
                  <a:lnTo>
                    <a:pt x="3845675" y="2542436"/>
                  </a:lnTo>
                  <a:lnTo>
                    <a:pt x="3848118" y="2542597"/>
                  </a:lnTo>
                  <a:lnTo>
                    <a:pt x="4386855" y="2542597"/>
                  </a:lnTo>
                  <a:lnTo>
                    <a:pt x="4388111" y="2542545"/>
                  </a:lnTo>
                  <a:lnTo>
                    <a:pt x="4396308" y="2542176"/>
                  </a:lnTo>
                  <a:lnTo>
                    <a:pt x="4416769" y="2541154"/>
                  </a:lnTo>
                  <a:lnTo>
                    <a:pt x="4452834" y="2539150"/>
                  </a:lnTo>
                  <a:lnTo>
                    <a:pt x="4505548" y="2535871"/>
                  </a:lnTo>
                  <a:lnTo>
                    <a:pt x="4573622" y="2531104"/>
                  </a:lnTo>
                  <a:lnTo>
                    <a:pt x="4653871" y="2524731"/>
                  </a:lnTo>
                  <a:lnTo>
                    <a:pt x="4742022" y="2516719"/>
                  </a:lnTo>
                  <a:lnTo>
                    <a:pt x="4833631" y="2507093"/>
                  </a:lnTo>
                  <a:lnTo>
                    <a:pt x="4924819" y="2495892"/>
                  </a:lnTo>
                  <a:lnTo>
                    <a:pt x="5012682" y="2483131"/>
                  </a:lnTo>
                  <a:lnTo>
                    <a:pt x="5095381" y="2468774"/>
                  </a:lnTo>
                  <a:lnTo>
                    <a:pt x="5172029" y="2452720"/>
                  </a:lnTo>
                  <a:lnTo>
                    <a:pt x="5242476" y="2434796"/>
                  </a:lnTo>
                  <a:lnTo>
                    <a:pt x="5307085" y="2414757"/>
                  </a:lnTo>
                  <a:lnTo>
                    <a:pt x="5366541" y="2392296"/>
                  </a:lnTo>
                  <a:lnTo>
                    <a:pt x="5421705" y="2367061"/>
                  </a:lnTo>
                  <a:lnTo>
                    <a:pt x="5473505" y="2338686"/>
                  </a:lnTo>
                  <a:lnTo>
                    <a:pt x="5522854" y="2306843"/>
                  </a:lnTo>
                  <a:lnTo>
                    <a:pt x="5567201" y="2274000"/>
                  </a:lnTo>
                  <a:lnTo>
                    <a:pt x="5610213" y="2238391"/>
                  </a:lnTo>
                  <a:lnTo>
                    <a:pt x="5652806" y="2199613"/>
                  </a:lnTo>
                  <a:lnTo>
                    <a:pt x="5695333" y="2157609"/>
                  </a:lnTo>
                  <a:lnTo>
                    <a:pt x="5738053" y="2112401"/>
                  </a:lnTo>
                  <a:lnTo>
                    <a:pt x="5781140" y="2064099"/>
                  </a:lnTo>
                  <a:lnTo>
                    <a:pt x="5824693" y="2012910"/>
                  </a:lnTo>
                  <a:lnTo>
                    <a:pt x="5868744" y="1959140"/>
                  </a:lnTo>
                  <a:lnTo>
                    <a:pt x="5913265" y="1903189"/>
                  </a:lnTo>
                  <a:lnTo>
                    <a:pt x="5958178" y="1845545"/>
                  </a:lnTo>
                  <a:lnTo>
                    <a:pt x="6003367" y="1786765"/>
                  </a:lnTo>
                  <a:lnTo>
                    <a:pt x="6048686" y="1727455"/>
                  </a:lnTo>
                  <a:lnTo>
                    <a:pt x="6093981" y="1668245"/>
                  </a:lnTo>
                  <a:lnTo>
                    <a:pt x="6139097" y="1609759"/>
                  </a:lnTo>
                  <a:lnTo>
                    <a:pt x="6183898" y="1552591"/>
                  </a:lnTo>
                  <a:lnTo>
                    <a:pt x="6228278" y="1497279"/>
                  </a:lnTo>
                  <a:lnTo>
                    <a:pt x="6272172" y="1444283"/>
                  </a:lnTo>
                  <a:lnTo>
                    <a:pt x="6315572" y="1393975"/>
                  </a:lnTo>
                  <a:lnTo>
                    <a:pt x="6358529" y="1346630"/>
                  </a:lnTo>
                  <a:lnTo>
                    <a:pt x="6401165" y="1302423"/>
                  </a:lnTo>
                  <a:lnTo>
                    <a:pt x="6443681" y="1261437"/>
                  </a:lnTo>
                  <a:lnTo>
                    <a:pt x="6486362" y="1223668"/>
                  </a:lnTo>
                  <a:lnTo>
                    <a:pt x="6515891" y="1199612"/>
                  </a:lnTo>
                  <a:lnTo>
                    <a:pt x="6563694" y="1164378"/>
                  </a:lnTo>
                  <a:lnTo>
                    <a:pt x="6613190" y="1132791"/>
                  </a:lnTo>
                  <a:lnTo>
                    <a:pt x="6665199" y="1104651"/>
                  </a:lnTo>
                  <a:lnTo>
                    <a:pt x="6720638" y="1079627"/>
                  </a:lnTo>
                  <a:lnTo>
                    <a:pt x="6780434" y="1057350"/>
                  </a:lnTo>
                  <a:lnTo>
                    <a:pt x="6845440" y="1037471"/>
                  </a:lnTo>
                  <a:lnTo>
                    <a:pt x="6916322" y="1019687"/>
                  </a:lnTo>
                  <a:lnTo>
                    <a:pt x="6993415" y="1003759"/>
                  </a:lnTo>
                  <a:lnTo>
                    <a:pt x="7076521" y="989519"/>
                  </a:lnTo>
                  <a:lnTo>
                    <a:pt x="7164694" y="976869"/>
                  </a:lnTo>
                  <a:lnTo>
                    <a:pt x="7256021" y="965779"/>
                  </a:lnTo>
                  <a:lnTo>
                    <a:pt x="7347522" y="956267"/>
                  </a:lnTo>
                  <a:lnTo>
                    <a:pt x="7435260" y="948372"/>
                  </a:lnTo>
                  <a:lnTo>
                    <a:pt x="7514774" y="942116"/>
                  </a:lnTo>
                  <a:lnTo>
                    <a:pt x="7581840" y="937460"/>
                  </a:lnTo>
                  <a:lnTo>
                    <a:pt x="7633383" y="934280"/>
                  </a:lnTo>
                  <a:lnTo>
                    <a:pt x="7668273" y="932356"/>
                  </a:lnTo>
                  <a:lnTo>
                    <a:pt x="7687723" y="931392"/>
                  </a:lnTo>
                  <a:lnTo>
                    <a:pt x="7695227" y="931056"/>
                  </a:lnTo>
                  <a:lnTo>
                    <a:pt x="7696237" y="931015"/>
                  </a:lnTo>
                  <a:lnTo>
                    <a:pt x="8234974" y="931015"/>
                  </a:lnTo>
                  <a:lnTo>
                    <a:pt x="8234974" y="914681"/>
                  </a:lnTo>
                  <a:lnTo>
                    <a:pt x="7696237" y="914681"/>
                  </a:lnTo>
                  <a:lnTo>
                    <a:pt x="7694982" y="914733"/>
                  </a:lnTo>
                  <a:lnTo>
                    <a:pt x="7686785" y="915102"/>
                  </a:lnTo>
                  <a:lnTo>
                    <a:pt x="7666324" y="916124"/>
                  </a:lnTo>
                  <a:lnTo>
                    <a:pt x="7630258" y="918129"/>
                  </a:lnTo>
                  <a:lnTo>
                    <a:pt x="7577545" y="921408"/>
                  </a:lnTo>
                  <a:lnTo>
                    <a:pt x="7509471" y="926174"/>
                  </a:lnTo>
                  <a:lnTo>
                    <a:pt x="7429222" y="932548"/>
                  </a:lnTo>
                  <a:lnTo>
                    <a:pt x="7341071" y="940559"/>
                  </a:lnTo>
                  <a:lnTo>
                    <a:pt x="7249462" y="950185"/>
                  </a:lnTo>
                  <a:lnTo>
                    <a:pt x="7158273" y="961386"/>
                  </a:lnTo>
                  <a:lnTo>
                    <a:pt x="7070411" y="974147"/>
                  </a:lnTo>
                  <a:lnTo>
                    <a:pt x="6987712" y="988504"/>
                  </a:lnTo>
                  <a:lnTo>
                    <a:pt x="6911064" y="1004558"/>
                  </a:lnTo>
                  <a:lnTo>
                    <a:pt x="6840616" y="1022482"/>
                  </a:lnTo>
                  <a:lnTo>
                    <a:pt x="6776007" y="1042522"/>
                  </a:lnTo>
                  <a:lnTo>
                    <a:pt x="6716551" y="1064982"/>
                  </a:lnTo>
                  <a:lnTo>
                    <a:pt x="6661388" y="1090217"/>
                  </a:lnTo>
                  <a:lnTo>
                    <a:pt x="6609587" y="1118593"/>
                  </a:lnTo>
                  <a:lnTo>
                    <a:pt x="6560238" y="1150435"/>
                  </a:lnTo>
                  <a:lnTo>
                    <a:pt x="6515891" y="1183278"/>
                  </a:lnTo>
                  <a:lnTo>
                    <a:pt x="6472879" y="1218888"/>
                  </a:lnTo>
                  <a:lnTo>
                    <a:pt x="6430287" y="1257665"/>
                  </a:lnTo>
                  <a:lnTo>
                    <a:pt x="6387760" y="1299669"/>
                  </a:lnTo>
                  <a:lnTo>
                    <a:pt x="6345040" y="1344877"/>
                  </a:lnTo>
                  <a:lnTo>
                    <a:pt x="6301953" y="1393179"/>
                  </a:lnTo>
                  <a:lnTo>
                    <a:pt x="6258400" y="1444368"/>
                  </a:lnTo>
                  <a:lnTo>
                    <a:pt x="6214349" y="1498138"/>
                  </a:lnTo>
                  <a:lnTo>
                    <a:pt x="6169828" y="1554089"/>
                  </a:lnTo>
                  <a:lnTo>
                    <a:pt x="6124914" y="1611733"/>
                  </a:lnTo>
                  <a:lnTo>
                    <a:pt x="6079726" y="1670513"/>
                  </a:lnTo>
                  <a:lnTo>
                    <a:pt x="6034406" y="1729823"/>
                  </a:lnTo>
                  <a:lnTo>
                    <a:pt x="5989111" y="1789033"/>
                  </a:lnTo>
                  <a:lnTo>
                    <a:pt x="5943995" y="1847519"/>
                  </a:lnTo>
                  <a:lnTo>
                    <a:pt x="5899194" y="1904687"/>
                  </a:lnTo>
                  <a:lnTo>
                    <a:pt x="5854815" y="1959999"/>
                  </a:lnTo>
                  <a:lnTo>
                    <a:pt x="5810920" y="2012996"/>
                  </a:lnTo>
                  <a:lnTo>
                    <a:pt x="5767521" y="2063303"/>
                  </a:lnTo>
                  <a:lnTo>
                    <a:pt x="5724563" y="2110649"/>
                  </a:lnTo>
                  <a:lnTo>
                    <a:pt x="5681927" y="2154855"/>
                  </a:lnTo>
                  <a:lnTo>
                    <a:pt x="5639411" y="2195841"/>
                  </a:lnTo>
                  <a:lnTo>
                    <a:pt x="5596730" y="2233611"/>
                  </a:lnTo>
                  <a:lnTo>
                    <a:pt x="5567201" y="2257666"/>
                  </a:lnTo>
                  <a:lnTo>
                    <a:pt x="5519398" y="2292901"/>
                  </a:lnTo>
                  <a:lnTo>
                    <a:pt x="5469903" y="2324487"/>
                  </a:lnTo>
                  <a:lnTo>
                    <a:pt x="5417894" y="2352627"/>
                  </a:lnTo>
                  <a:lnTo>
                    <a:pt x="5362454" y="2377651"/>
                  </a:lnTo>
                  <a:lnTo>
                    <a:pt x="5302658" y="2399928"/>
                  </a:lnTo>
                  <a:lnTo>
                    <a:pt x="5237652" y="2419807"/>
                  </a:lnTo>
                  <a:lnTo>
                    <a:pt x="5166770" y="2437591"/>
                  </a:lnTo>
                  <a:lnTo>
                    <a:pt x="5089678" y="2453519"/>
                  </a:lnTo>
                  <a:lnTo>
                    <a:pt x="5006571" y="2467759"/>
                  </a:lnTo>
                  <a:lnTo>
                    <a:pt x="4918399" y="2480409"/>
                  </a:lnTo>
                  <a:lnTo>
                    <a:pt x="4827071" y="2491499"/>
                  </a:lnTo>
                  <a:lnTo>
                    <a:pt x="4735570" y="2501011"/>
                  </a:lnTo>
                  <a:lnTo>
                    <a:pt x="4647833" y="2508906"/>
                  </a:lnTo>
                  <a:lnTo>
                    <a:pt x="4568318" y="2515163"/>
                  </a:lnTo>
                  <a:lnTo>
                    <a:pt x="4501252" y="2519818"/>
                  </a:lnTo>
                  <a:lnTo>
                    <a:pt x="4449710" y="2522998"/>
                  </a:lnTo>
                  <a:lnTo>
                    <a:pt x="4414820" y="2524922"/>
                  </a:lnTo>
                  <a:lnTo>
                    <a:pt x="4395370" y="2525886"/>
                  </a:lnTo>
                  <a:lnTo>
                    <a:pt x="4387865" y="2526222"/>
                  </a:lnTo>
                  <a:lnTo>
                    <a:pt x="4386855" y="2526263"/>
                  </a:lnTo>
                  <a:lnTo>
                    <a:pt x="3848118" y="2526263"/>
                  </a:lnTo>
                  <a:lnTo>
                    <a:pt x="3846925" y="2526186"/>
                  </a:lnTo>
                  <a:lnTo>
                    <a:pt x="3839126" y="2525637"/>
                  </a:lnTo>
                  <a:lnTo>
                    <a:pt x="3819621" y="2524118"/>
                  </a:lnTo>
                  <a:lnTo>
                    <a:pt x="3785151" y="2521134"/>
                  </a:lnTo>
                  <a:lnTo>
                    <a:pt x="3734588" y="2516249"/>
                  </a:lnTo>
                  <a:lnTo>
                    <a:pt x="3668995" y="2509132"/>
                  </a:lnTo>
                  <a:lnTo>
                    <a:pt x="3591257" y="2499594"/>
                  </a:lnTo>
                  <a:lnTo>
                    <a:pt x="3505364" y="2487575"/>
                  </a:lnTo>
                  <a:lnTo>
                    <a:pt x="3415562" y="2473104"/>
                  </a:lnTo>
                  <a:lnTo>
                    <a:pt x="3325645" y="2456240"/>
                  </a:lnTo>
                  <a:lnTo>
                    <a:pt x="3238535" y="2437014"/>
                  </a:lnTo>
                  <a:lnTo>
                    <a:pt x="3156157" y="2415390"/>
                  </a:lnTo>
                  <a:lnTo>
                    <a:pt x="3079515" y="2391237"/>
                  </a:lnTo>
                  <a:lnTo>
                    <a:pt x="3008881" y="2364320"/>
                  </a:lnTo>
                  <a:lnTo>
                    <a:pt x="2944007" y="2334299"/>
                  </a:lnTo>
                  <a:lnTo>
                    <a:pt x="2884303" y="2300739"/>
                  </a:lnTo>
                  <a:lnTo>
                    <a:pt x="2828984" y="2263131"/>
                  </a:lnTo>
                  <a:lnTo>
                    <a:pt x="2777178" y="2220927"/>
                  </a:lnTo>
                  <a:lnTo>
                    <a:pt x="2728005" y="2173612"/>
                  </a:lnTo>
                  <a:lnTo>
                    <a:pt x="2680655" y="2120821"/>
                  </a:lnTo>
                  <a:lnTo>
                    <a:pt x="2667772" y="2105219"/>
                  </a:lnTo>
                  <a:lnTo>
                    <a:pt x="2630700" y="2057446"/>
                  </a:lnTo>
                  <a:lnTo>
                    <a:pt x="2593980" y="2006005"/>
                  </a:lnTo>
                  <a:lnTo>
                    <a:pt x="2557373" y="1950823"/>
                  </a:lnTo>
                  <a:lnTo>
                    <a:pt x="2520692" y="1891890"/>
                  </a:lnTo>
                  <a:lnTo>
                    <a:pt x="2483803" y="1829275"/>
                  </a:lnTo>
                  <a:lnTo>
                    <a:pt x="2446613" y="1763122"/>
                  </a:lnTo>
                  <a:lnTo>
                    <a:pt x="2409068" y="1693663"/>
                  </a:lnTo>
                  <a:lnTo>
                    <a:pt x="2371154" y="1621212"/>
                  </a:lnTo>
                  <a:lnTo>
                    <a:pt x="2332885" y="1546167"/>
                  </a:lnTo>
                  <a:lnTo>
                    <a:pt x="2294308" y="1469003"/>
                  </a:lnTo>
                  <a:lnTo>
                    <a:pt x="2255489" y="1390256"/>
                  </a:lnTo>
                  <a:lnTo>
                    <a:pt x="2216515" y="1310515"/>
                  </a:lnTo>
                  <a:lnTo>
                    <a:pt x="2177481" y="1230400"/>
                  </a:lnTo>
                  <a:lnTo>
                    <a:pt x="2138489" y="1150544"/>
                  </a:lnTo>
                  <a:lnTo>
                    <a:pt x="2099635" y="1071570"/>
                  </a:lnTo>
                  <a:lnTo>
                    <a:pt x="2061008" y="994074"/>
                  </a:lnTo>
                  <a:lnTo>
                    <a:pt x="2022679" y="918604"/>
                  </a:lnTo>
                  <a:lnTo>
                    <a:pt x="1984697" y="845646"/>
                  </a:lnTo>
                  <a:lnTo>
                    <a:pt x="1947085" y="775613"/>
                  </a:lnTo>
                  <a:lnTo>
                    <a:pt x="1909833" y="708836"/>
                  </a:lnTo>
                  <a:lnTo>
                    <a:pt x="1872894" y="645560"/>
                  </a:lnTo>
                  <a:lnTo>
                    <a:pt x="1836185" y="585946"/>
                  </a:lnTo>
                  <a:lnTo>
                    <a:pt x="1799576" y="530076"/>
                  </a:lnTo>
                  <a:lnTo>
                    <a:pt x="1762893" y="477953"/>
                  </a:lnTo>
                  <a:lnTo>
                    <a:pt x="1725906" y="429517"/>
                  </a:lnTo>
                  <a:lnTo>
                    <a:pt x="1719082" y="421043"/>
                  </a:lnTo>
                  <a:lnTo>
                    <a:pt x="1672112" y="366711"/>
                  </a:lnTo>
                  <a:lnTo>
                    <a:pt x="1623520" y="317906"/>
                  </a:lnTo>
                  <a:lnTo>
                    <a:pt x="1572530" y="274335"/>
                  </a:lnTo>
                  <a:lnTo>
                    <a:pt x="1518273" y="235509"/>
                  </a:lnTo>
                  <a:lnTo>
                    <a:pt x="1459867" y="200882"/>
                  </a:lnTo>
                  <a:lnTo>
                    <a:pt x="1396494" y="169928"/>
                  </a:lnTo>
                  <a:lnTo>
                    <a:pt x="1327498" y="142190"/>
                  </a:lnTo>
                  <a:lnTo>
                    <a:pt x="1252518" y="117300"/>
                  </a:lnTo>
                  <a:lnTo>
                    <a:pt x="1171662" y="94993"/>
                  </a:lnTo>
                  <a:lnTo>
                    <a:pt x="1085712" y="75110"/>
                  </a:lnTo>
                  <a:lnTo>
                    <a:pt x="996323" y="57591"/>
                  </a:lnTo>
                  <a:lnTo>
                    <a:pt x="906141" y="42452"/>
                  </a:lnTo>
                  <a:lnTo>
                    <a:pt x="818748" y="29749"/>
                  </a:lnTo>
                  <a:lnTo>
                    <a:pt x="738327" y="19525"/>
                  </a:lnTo>
                  <a:lnTo>
                    <a:pt x="669019" y="11751"/>
                  </a:lnTo>
                  <a:lnTo>
                    <a:pt x="614100" y="6275"/>
                  </a:lnTo>
                  <a:lnTo>
                    <a:pt x="575191" y="2804"/>
                  </a:lnTo>
                  <a:lnTo>
                    <a:pt x="551783" y="928"/>
                  </a:lnTo>
                  <a:lnTo>
                    <a:pt x="541180" y="16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10" name="pl510"/>
            <p:cNvSpPr/>
            <p:nvPr/>
          </p:nvSpPr>
          <p:spPr>
            <a:xfrm>
              <a:off x="546595" y="3015383"/>
              <a:ext cx="8234974" cy="2526263"/>
            </a:xfrm>
            <a:custGeom>
              <a:avLst/>
              <a:pathLst>
                <a:path w="8234974" h="2526263">
                  <a:moveTo>
                    <a:pt x="0" y="0"/>
                  </a:moveTo>
                  <a:lnTo>
                    <a:pt x="538736" y="0"/>
                  </a:lnTo>
                  <a:lnTo>
                    <a:pt x="539929" y="76"/>
                  </a:lnTo>
                  <a:lnTo>
                    <a:pt x="547729" y="626"/>
                  </a:lnTo>
                  <a:lnTo>
                    <a:pt x="567234" y="2145"/>
                  </a:lnTo>
                  <a:lnTo>
                    <a:pt x="601704" y="5128"/>
                  </a:lnTo>
                  <a:lnTo>
                    <a:pt x="652266" y="10014"/>
                  </a:lnTo>
                  <a:lnTo>
                    <a:pt x="717860" y="17131"/>
                  </a:lnTo>
                  <a:lnTo>
                    <a:pt x="795597" y="26669"/>
                  </a:lnTo>
                  <a:lnTo>
                    <a:pt x="881491" y="38688"/>
                  </a:lnTo>
                  <a:lnTo>
                    <a:pt x="971293" y="53159"/>
                  </a:lnTo>
                  <a:lnTo>
                    <a:pt x="1061210" y="70023"/>
                  </a:lnTo>
                  <a:lnTo>
                    <a:pt x="1148319" y="89249"/>
                  </a:lnTo>
                  <a:lnTo>
                    <a:pt x="1230697" y="110873"/>
                  </a:lnTo>
                  <a:lnTo>
                    <a:pt x="1307340" y="135026"/>
                  </a:lnTo>
                  <a:lnTo>
                    <a:pt x="1377973" y="161943"/>
                  </a:lnTo>
                  <a:lnTo>
                    <a:pt x="1442848" y="191964"/>
                  </a:lnTo>
                  <a:lnTo>
                    <a:pt x="1502552" y="225524"/>
                  </a:lnTo>
                  <a:lnTo>
                    <a:pt x="1557871" y="263132"/>
                  </a:lnTo>
                  <a:lnTo>
                    <a:pt x="1609677" y="305335"/>
                  </a:lnTo>
                  <a:lnTo>
                    <a:pt x="1658850" y="352651"/>
                  </a:lnTo>
                  <a:lnTo>
                    <a:pt x="1706200" y="405442"/>
                  </a:lnTo>
                  <a:lnTo>
                    <a:pt x="1719082" y="421043"/>
                  </a:lnTo>
                  <a:lnTo>
                    <a:pt x="1756154" y="468816"/>
                  </a:lnTo>
                  <a:lnTo>
                    <a:pt x="1792874" y="520257"/>
                  </a:lnTo>
                  <a:lnTo>
                    <a:pt x="1829482" y="575440"/>
                  </a:lnTo>
                  <a:lnTo>
                    <a:pt x="1866162" y="634373"/>
                  </a:lnTo>
                  <a:lnTo>
                    <a:pt x="1903051" y="696988"/>
                  </a:lnTo>
                  <a:lnTo>
                    <a:pt x="1940242" y="763141"/>
                  </a:lnTo>
                  <a:lnTo>
                    <a:pt x="1977786" y="832600"/>
                  </a:lnTo>
                  <a:lnTo>
                    <a:pt x="2015701" y="905051"/>
                  </a:lnTo>
                  <a:lnTo>
                    <a:pt x="2053969" y="980096"/>
                  </a:lnTo>
                  <a:lnTo>
                    <a:pt x="2092547" y="1057260"/>
                  </a:lnTo>
                  <a:lnTo>
                    <a:pt x="2131365" y="1136007"/>
                  </a:lnTo>
                  <a:lnTo>
                    <a:pt x="2170339" y="1215748"/>
                  </a:lnTo>
                  <a:lnTo>
                    <a:pt x="2209373" y="1295863"/>
                  </a:lnTo>
                  <a:lnTo>
                    <a:pt x="2248366" y="1375719"/>
                  </a:lnTo>
                  <a:lnTo>
                    <a:pt x="2287219" y="1454693"/>
                  </a:lnTo>
                  <a:lnTo>
                    <a:pt x="2325847" y="1532189"/>
                  </a:lnTo>
                  <a:lnTo>
                    <a:pt x="2364176" y="1607659"/>
                  </a:lnTo>
                  <a:lnTo>
                    <a:pt x="2402157" y="1680616"/>
                  </a:lnTo>
                  <a:lnTo>
                    <a:pt x="2439769" y="1750649"/>
                  </a:lnTo>
                  <a:lnTo>
                    <a:pt x="2477022" y="1817427"/>
                  </a:lnTo>
                  <a:lnTo>
                    <a:pt x="2513960" y="1880703"/>
                  </a:lnTo>
                  <a:lnTo>
                    <a:pt x="2550670" y="1940317"/>
                  </a:lnTo>
                  <a:lnTo>
                    <a:pt x="2587278" y="1996187"/>
                  </a:lnTo>
                  <a:lnTo>
                    <a:pt x="2623962" y="2048310"/>
                  </a:lnTo>
                  <a:lnTo>
                    <a:pt x="2660948" y="2096746"/>
                  </a:lnTo>
                  <a:lnTo>
                    <a:pt x="2667772" y="2105219"/>
                  </a:lnTo>
                  <a:lnTo>
                    <a:pt x="2714742" y="2159552"/>
                  </a:lnTo>
                  <a:lnTo>
                    <a:pt x="2763334" y="2208357"/>
                  </a:lnTo>
                  <a:lnTo>
                    <a:pt x="2814325" y="2251928"/>
                  </a:lnTo>
                  <a:lnTo>
                    <a:pt x="2868582" y="2290754"/>
                  </a:lnTo>
                  <a:lnTo>
                    <a:pt x="2926988" y="2325381"/>
                  </a:lnTo>
                  <a:lnTo>
                    <a:pt x="2990361" y="2356334"/>
                  </a:lnTo>
                  <a:lnTo>
                    <a:pt x="3059357" y="2384073"/>
                  </a:lnTo>
                  <a:lnTo>
                    <a:pt x="3134337" y="2408963"/>
                  </a:lnTo>
                  <a:lnTo>
                    <a:pt x="3215192" y="2431270"/>
                  </a:lnTo>
                  <a:lnTo>
                    <a:pt x="3301142" y="2451152"/>
                  </a:lnTo>
                  <a:lnTo>
                    <a:pt x="3390532" y="2468672"/>
                  </a:lnTo>
                  <a:lnTo>
                    <a:pt x="3480714" y="2483811"/>
                  </a:lnTo>
                  <a:lnTo>
                    <a:pt x="3568106" y="2496514"/>
                  </a:lnTo>
                  <a:lnTo>
                    <a:pt x="3648528" y="2506737"/>
                  </a:lnTo>
                  <a:lnTo>
                    <a:pt x="3717835" y="2514512"/>
                  </a:lnTo>
                  <a:lnTo>
                    <a:pt x="3772754" y="2519988"/>
                  </a:lnTo>
                  <a:lnTo>
                    <a:pt x="3811663" y="2523459"/>
                  </a:lnTo>
                  <a:lnTo>
                    <a:pt x="3835072" y="2525335"/>
                  </a:lnTo>
                  <a:lnTo>
                    <a:pt x="3845675" y="2526102"/>
                  </a:lnTo>
                  <a:lnTo>
                    <a:pt x="3848092" y="2526262"/>
                  </a:lnTo>
                  <a:lnTo>
                    <a:pt x="3848118" y="2526263"/>
                  </a:lnTo>
                  <a:lnTo>
                    <a:pt x="4386855" y="2526263"/>
                  </a:lnTo>
                  <a:lnTo>
                    <a:pt x="4388111" y="2526212"/>
                  </a:lnTo>
                  <a:lnTo>
                    <a:pt x="4396308" y="2525842"/>
                  </a:lnTo>
                  <a:lnTo>
                    <a:pt x="4416769" y="2524821"/>
                  </a:lnTo>
                  <a:lnTo>
                    <a:pt x="4452834" y="2522816"/>
                  </a:lnTo>
                  <a:lnTo>
                    <a:pt x="4505548" y="2519537"/>
                  </a:lnTo>
                  <a:lnTo>
                    <a:pt x="4573622" y="2514770"/>
                  </a:lnTo>
                  <a:lnTo>
                    <a:pt x="4653871" y="2508397"/>
                  </a:lnTo>
                  <a:lnTo>
                    <a:pt x="4742022" y="2500386"/>
                  </a:lnTo>
                  <a:lnTo>
                    <a:pt x="4833631" y="2490760"/>
                  </a:lnTo>
                  <a:lnTo>
                    <a:pt x="4924819" y="2479559"/>
                  </a:lnTo>
                  <a:lnTo>
                    <a:pt x="5012682" y="2466797"/>
                  </a:lnTo>
                  <a:lnTo>
                    <a:pt x="5095381" y="2452441"/>
                  </a:lnTo>
                  <a:lnTo>
                    <a:pt x="5172029" y="2436387"/>
                  </a:lnTo>
                  <a:lnTo>
                    <a:pt x="5242476" y="2418462"/>
                  </a:lnTo>
                  <a:lnTo>
                    <a:pt x="5307085" y="2398423"/>
                  </a:lnTo>
                  <a:lnTo>
                    <a:pt x="5366541" y="2375962"/>
                  </a:lnTo>
                  <a:lnTo>
                    <a:pt x="5421705" y="2350728"/>
                  </a:lnTo>
                  <a:lnTo>
                    <a:pt x="5473505" y="2322352"/>
                  </a:lnTo>
                  <a:lnTo>
                    <a:pt x="5522854" y="2290510"/>
                  </a:lnTo>
                  <a:lnTo>
                    <a:pt x="5567201" y="2257666"/>
                  </a:lnTo>
                  <a:lnTo>
                    <a:pt x="5610213" y="2222057"/>
                  </a:lnTo>
                  <a:lnTo>
                    <a:pt x="5652806" y="2183279"/>
                  </a:lnTo>
                  <a:lnTo>
                    <a:pt x="5695333" y="2141276"/>
                  </a:lnTo>
                  <a:lnTo>
                    <a:pt x="5738053" y="2096068"/>
                  </a:lnTo>
                  <a:lnTo>
                    <a:pt x="5781140" y="2047766"/>
                  </a:lnTo>
                  <a:lnTo>
                    <a:pt x="5824693" y="1996577"/>
                  </a:lnTo>
                  <a:lnTo>
                    <a:pt x="5868744" y="1942806"/>
                  </a:lnTo>
                  <a:lnTo>
                    <a:pt x="5913265" y="1886856"/>
                  </a:lnTo>
                  <a:lnTo>
                    <a:pt x="5958178" y="1829212"/>
                  </a:lnTo>
                  <a:lnTo>
                    <a:pt x="6003367" y="1770432"/>
                  </a:lnTo>
                  <a:lnTo>
                    <a:pt x="6048686" y="1711122"/>
                  </a:lnTo>
                  <a:lnTo>
                    <a:pt x="6093981" y="1651911"/>
                  </a:lnTo>
                  <a:lnTo>
                    <a:pt x="6139097" y="1593426"/>
                  </a:lnTo>
                  <a:lnTo>
                    <a:pt x="6183898" y="1536258"/>
                  </a:lnTo>
                  <a:lnTo>
                    <a:pt x="6228278" y="1480945"/>
                  </a:lnTo>
                  <a:lnTo>
                    <a:pt x="6272172" y="1427949"/>
                  </a:lnTo>
                  <a:lnTo>
                    <a:pt x="6315572" y="1377641"/>
                  </a:lnTo>
                  <a:lnTo>
                    <a:pt x="6358529" y="1330296"/>
                  </a:lnTo>
                  <a:lnTo>
                    <a:pt x="6401165" y="1286090"/>
                  </a:lnTo>
                  <a:lnTo>
                    <a:pt x="6443681" y="1245104"/>
                  </a:lnTo>
                  <a:lnTo>
                    <a:pt x="6486362" y="1207334"/>
                  </a:lnTo>
                  <a:lnTo>
                    <a:pt x="6515891" y="1183278"/>
                  </a:lnTo>
                  <a:lnTo>
                    <a:pt x="6563694" y="1148044"/>
                  </a:lnTo>
                  <a:lnTo>
                    <a:pt x="6613190" y="1116458"/>
                  </a:lnTo>
                  <a:lnTo>
                    <a:pt x="6665199" y="1088318"/>
                  </a:lnTo>
                  <a:lnTo>
                    <a:pt x="6720638" y="1063293"/>
                  </a:lnTo>
                  <a:lnTo>
                    <a:pt x="6780434" y="1041016"/>
                  </a:lnTo>
                  <a:lnTo>
                    <a:pt x="6845440" y="1021137"/>
                  </a:lnTo>
                  <a:lnTo>
                    <a:pt x="6916322" y="1003354"/>
                  </a:lnTo>
                  <a:lnTo>
                    <a:pt x="6993415" y="987426"/>
                  </a:lnTo>
                  <a:lnTo>
                    <a:pt x="7076521" y="973185"/>
                  </a:lnTo>
                  <a:lnTo>
                    <a:pt x="7164694" y="960536"/>
                  </a:lnTo>
                  <a:lnTo>
                    <a:pt x="7256021" y="949446"/>
                  </a:lnTo>
                  <a:lnTo>
                    <a:pt x="7347522" y="939934"/>
                  </a:lnTo>
                  <a:lnTo>
                    <a:pt x="7435260" y="932039"/>
                  </a:lnTo>
                  <a:lnTo>
                    <a:pt x="7514774" y="925782"/>
                  </a:lnTo>
                  <a:lnTo>
                    <a:pt x="7581840" y="921126"/>
                  </a:lnTo>
                  <a:lnTo>
                    <a:pt x="7633383" y="917947"/>
                  </a:lnTo>
                  <a:lnTo>
                    <a:pt x="7668273" y="916022"/>
                  </a:lnTo>
                  <a:lnTo>
                    <a:pt x="7687723" y="915058"/>
                  </a:lnTo>
                  <a:lnTo>
                    <a:pt x="7695227" y="914723"/>
                  </a:lnTo>
                  <a:lnTo>
                    <a:pt x="7696237" y="914681"/>
                  </a:lnTo>
                  <a:lnTo>
                    <a:pt x="8234974" y="9146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1" name="pl511"/>
            <p:cNvSpPr/>
            <p:nvPr/>
          </p:nvSpPr>
          <p:spPr>
            <a:xfrm>
              <a:off x="546595" y="2999049"/>
              <a:ext cx="8234974" cy="2526263"/>
            </a:xfrm>
            <a:custGeom>
              <a:avLst/>
              <a:pathLst>
                <a:path w="8234974" h="2526263">
                  <a:moveTo>
                    <a:pt x="8234974" y="914681"/>
                  </a:moveTo>
                  <a:lnTo>
                    <a:pt x="7696237" y="914681"/>
                  </a:lnTo>
                  <a:lnTo>
                    <a:pt x="7694982" y="914733"/>
                  </a:lnTo>
                  <a:lnTo>
                    <a:pt x="7686785" y="915102"/>
                  </a:lnTo>
                  <a:lnTo>
                    <a:pt x="7666324" y="916124"/>
                  </a:lnTo>
                  <a:lnTo>
                    <a:pt x="7630258" y="918129"/>
                  </a:lnTo>
                  <a:lnTo>
                    <a:pt x="7577545" y="921408"/>
                  </a:lnTo>
                  <a:lnTo>
                    <a:pt x="7509471" y="926174"/>
                  </a:lnTo>
                  <a:lnTo>
                    <a:pt x="7429222" y="932548"/>
                  </a:lnTo>
                  <a:lnTo>
                    <a:pt x="7341071" y="940559"/>
                  </a:lnTo>
                  <a:lnTo>
                    <a:pt x="7249462" y="950185"/>
                  </a:lnTo>
                  <a:lnTo>
                    <a:pt x="7158273" y="961386"/>
                  </a:lnTo>
                  <a:lnTo>
                    <a:pt x="7070411" y="974147"/>
                  </a:lnTo>
                  <a:lnTo>
                    <a:pt x="6987712" y="988504"/>
                  </a:lnTo>
                  <a:lnTo>
                    <a:pt x="6911064" y="1004558"/>
                  </a:lnTo>
                  <a:lnTo>
                    <a:pt x="6840616" y="1022482"/>
                  </a:lnTo>
                  <a:lnTo>
                    <a:pt x="6776007" y="1042522"/>
                  </a:lnTo>
                  <a:lnTo>
                    <a:pt x="6716551" y="1064982"/>
                  </a:lnTo>
                  <a:lnTo>
                    <a:pt x="6661388" y="1090217"/>
                  </a:lnTo>
                  <a:lnTo>
                    <a:pt x="6609587" y="1118593"/>
                  </a:lnTo>
                  <a:lnTo>
                    <a:pt x="6560238" y="1150435"/>
                  </a:lnTo>
                  <a:lnTo>
                    <a:pt x="6515891" y="1183278"/>
                  </a:lnTo>
                  <a:lnTo>
                    <a:pt x="6472879" y="1218888"/>
                  </a:lnTo>
                  <a:lnTo>
                    <a:pt x="6430287" y="1257665"/>
                  </a:lnTo>
                  <a:lnTo>
                    <a:pt x="6387760" y="1299669"/>
                  </a:lnTo>
                  <a:lnTo>
                    <a:pt x="6345040" y="1344877"/>
                  </a:lnTo>
                  <a:lnTo>
                    <a:pt x="6301953" y="1393179"/>
                  </a:lnTo>
                  <a:lnTo>
                    <a:pt x="6258400" y="1444368"/>
                  </a:lnTo>
                  <a:lnTo>
                    <a:pt x="6214349" y="1498138"/>
                  </a:lnTo>
                  <a:lnTo>
                    <a:pt x="6169828" y="1554089"/>
                  </a:lnTo>
                  <a:lnTo>
                    <a:pt x="6124914" y="1611733"/>
                  </a:lnTo>
                  <a:lnTo>
                    <a:pt x="6079726" y="1670513"/>
                  </a:lnTo>
                  <a:lnTo>
                    <a:pt x="6034406" y="1729823"/>
                  </a:lnTo>
                  <a:lnTo>
                    <a:pt x="5989111" y="1789033"/>
                  </a:lnTo>
                  <a:lnTo>
                    <a:pt x="5943995" y="1847519"/>
                  </a:lnTo>
                  <a:lnTo>
                    <a:pt x="5899194" y="1904687"/>
                  </a:lnTo>
                  <a:lnTo>
                    <a:pt x="5854815" y="1959999"/>
                  </a:lnTo>
                  <a:lnTo>
                    <a:pt x="5810920" y="2012996"/>
                  </a:lnTo>
                  <a:lnTo>
                    <a:pt x="5767521" y="2063303"/>
                  </a:lnTo>
                  <a:lnTo>
                    <a:pt x="5724563" y="2110649"/>
                  </a:lnTo>
                  <a:lnTo>
                    <a:pt x="5681927" y="2154855"/>
                  </a:lnTo>
                  <a:lnTo>
                    <a:pt x="5639411" y="2195841"/>
                  </a:lnTo>
                  <a:lnTo>
                    <a:pt x="5596730" y="2233611"/>
                  </a:lnTo>
                  <a:lnTo>
                    <a:pt x="5567201" y="2257666"/>
                  </a:lnTo>
                  <a:lnTo>
                    <a:pt x="5519398" y="2292901"/>
                  </a:lnTo>
                  <a:lnTo>
                    <a:pt x="5469903" y="2324487"/>
                  </a:lnTo>
                  <a:lnTo>
                    <a:pt x="5417894" y="2352627"/>
                  </a:lnTo>
                  <a:lnTo>
                    <a:pt x="5362454" y="2377651"/>
                  </a:lnTo>
                  <a:lnTo>
                    <a:pt x="5302658" y="2399928"/>
                  </a:lnTo>
                  <a:lnTo>
                    <a:pt x="5237652" y="2419807"/>
                  </a:lnTo>
                  <a:lnTo>
                    <a:pt x="5166770" y="2437591"/>
                  </a:lnTo>
                  <a:lnTo>
                    <a:pt x="5089678" y="2453519"/>
                  </a:lnTo>
                  <a:lnTo>
                    <a:pt x="5006571" y="2467759"/>
                  </a:lnTo>
                  <a:lnTo>
                    <a:pt x="4918399" y="2480409"/>
                  </a:lnTo>
                  <a:lnTo>
                    <a:pt x="4827071" y="2491499"/>
                  </a:lnTo>
                  <a:lnTo>
                    <a:pt x="4735570" y="2501011"/>
                  </a:lnTo>
                  <a:lnTo>
                    <a:pt x="4647833" y="2508906"/>
                  </a:lnTo>
                  <a:lnTo>
                    <a:pt x="4568318" y="2515163"/>
                  </a:lnTo>
                  <a:lnTo>
                    <a:pt x="4501252" y="2519818"/>
                  </a:lnTo>
                  <a:lnTo>
                    <a:pt x="4449710" y="2522998"/>
                  </a:lnTo>
                  <a:lnTo>
                    <a:pt x="4414820" y="2524922"/>
                  </a:lnTo>
                  <a:lnTo>
                    <a:pt x="4395370" y="2525886"/>
                  </a:lnTo>
                  <a:lnTo>
                    <a:pt x="4387865" y="2526222"/>
                  </a:lnTo>
                  <a:lnTo>
                    <a:pt x="4386855" y="2526263"/>
                  </a:lnTo>
                  <a:lnTo>
                    <a:pt x="3848118" y="2526263"/>
                  </a:lnTo>
                  <a:lnTo>
                    <a:pt x="3846925" y="2526186"/>
                  </a:lnTo>
                  <a:lnTo>
                    <a:pt x="3839126" y="2525637"/>
                  </a:lnTo>
                  <a:lnTo>
                    <a:pt x="3819621" y="2524118"/>
                  </a:lnTo>
                  <a:lnTo>
                    <a:pt x="3785151" y="2521134"/>
                  </a:lnTo>
                  <a:lnTo>
                    <a:pt x="3734588" y="2516249"/>
                  </a:lnTo>
                  <a:lnTo>
                    <a:pt x="3668995" y="2509132"/>
                  </a:lnTo>
                  <a:lnTo>
                    <a:pt x="3591257" y="2499594"/>
                  </a:lnTo>
                  <a:lnTo>
                    <a:pt x="3505364" y="2487575"/>
                  </a:lnTo>
                  <a:lnTo>
                    <a:pt x="3415562" y="2473104"/>
                  </a:lnTo>
                  <a:lnTo>
                    <a:pt x="3325645" y="2456240"/>
                  </a:lnTo>
                  <a:lnTo>
                    <a:pt x="3238535" y="2437014"/>
                  </a:lnTo>
                  <a:lnTo>
                    <a:pt x="3156157" y="2415390"/>
                  </a:lnTo>
                  <a:lnTo>
                    <a:pt x="3079515" y="2391237"/>
                  </a:lnTo>
                  <a:lnTo>
                    <a:pt x="3008881" y="2364320"/>
                  </a:lnTo>
                  <a:lnTo>
                    <a:pt x="2944007" y="2334299"/>
                  </a:lnTo>
                  <a:lnTo>
                    <a:pt x="2884303" y="2300739"/>
                  </a:lnTo>
                  <a:lnTo>
                    <a:pt x="2828984" y="2263131"/>
                  </a:lnTo>
                  <a:lnTo>
                    <a:pt x="2777178" y="2220927"/>
                  </a:lnTo>
                  <a:lnTo>
                    <a:pt x="2728005" y="2173612"/>
                  </a:lnTo>
                  <a:lnTo>
                    <a:pt x="2680655" y="2120821"/>
                  </a:lnTo>
                  <a:lnTo>
                    <a:pt x="2667772" y="2105219"/>
                  </a:lnTo>
                  <a:lnTo>
                    <a:pt x="2630700" y="2057446"/>
                  </a:lnTo>
                  <a:lnTo>
                    <a:pt x="2593980" y="2006005"/>
                  </a:lnTo>
                  <a:lnTo>
                    <a:pt x="2557373" y="1950823"/>
                  </a:lnTo>
                  <a:lnTo>
                    <a:pt x="2520692" y="1891890"/>
                  </a:lnTo>
                  <a:lnTo>
                    <a:pt x="2483803" y="1829275"/>
                  </a:lnTo>
                  <a:lnTo>
                    <a:pt x="2446613" y="1763122"/>
                  </a:lnTo>
                  <a:lnTo>
                    <a:pt x="2409068" y="1693663"/>
                  </a:lnTo>
                  <a:lnTo>
                    <a:pt x="2371154" y="1621212"/>
                  </a:lnTo>
                  <a:lnTo>
                    <a:pt x="2332885" y="1546167"/>
                  </a:lnTo>
                  <a:lnTo>
                    <a:pt x="2294308" y="1469003"/>
                  </a:lnTo>
                  <a:lnTo>
                    <a:pt x="2255489" y="1390256"/>
                  </a:lnTo>
                  <a:lnTo>
                    <a:pt x="2216515" y="1310515"/>
                  </a:lnTo>
                  <a:lnTo>
                    <a:pt x="2177481" y="1230400"/>
                  </a:lnTo>
                  <a:lnTo>
                    <a:pt x="2138489" y="1150544"/>
                  </a:lnTo>
                  <a:lnTo>
                    <a:pt x="2099635" y="1071570"/>
                  </a:lnTo>
                  <a:lnTo>
                    <a:pt x="2061008" y="994074"/>
                  </a:lnTo>
                  <a:lnTo>
                    <a:pt x="2022679" y="918604"/>
                  </a:lnTo>
                  <a:lnTo>
                    <a:pt x="1984697" y="845646"/>
                  </a:lnTo>
                  <a:lnTo>
                    <a:pt x="1947085" y="775613"/>
                  </a:lnTo>
                  <a:lnTo>
                    <a:pt x="1909833" y="708836"/>
                  </a:lnTo>
                  <a:lnTo>
                    <a:pt x="1872894" y="645560"/>
                  </a:lnTo>
                  <a:lnTo>
                    <a:pt x="1836185" y="585946"/>
                  </a:lnTo>
                  <a:lnTo>
                    <a:pt x="1799576" y="530076"/>
                  </a:lnTo>
                  <a:lnTo>
                    <a:pt x="1762893" y="477953"/>
                  </a:lnTo>
                  <a:lnTo>
                    <a:pt x="1725906" y="429517"/>
                  </a:lnTo>
                  <a:lnTo>
                    <a:pt x="1719082" y="421043"/>
                  </a:lnTo>
                  <a:lnTo>
                    <a:pt x="1672112" y="366711"/>
                  </a:lnTo>
                  <a:lnTo>
                    <a:pt x="1623520" y="317906"/>
                  </a:lnTo>
                  <a:lnTo>
                    <a:pt x="1572530" y="274335"/>
                  </a:lnTo>
                  <a:lnTo>
                    <a:pt x="1518273" y="235509"/>
                  </a:lnTo>
                  <a:lnTo>
                    <a:pt x="1459867" y="200882"/>
                  </a:lnTo>
                  <a:lnTo>
                    <a:pt x="1396494" y="169928"/>
                  </a:lnTo>
                  <a:lnTo>
                    <a:pt x="1327498" y="142190"/>
                  </a:lnTo>
                  <a:lnTo>
                    <a:pt x="1252518" y="117300"/>
                  </a:lnTo>
                  <a:lnTo>
                    <a:pt x="1171662" y="94993"/>
                  </a:lnTo>
                  <a:lnTo>
                    <a:pt x="1085712" y="75110"/>
                  </a:lnTo>
                  <a:lnTo>
                    <a:pt x="996323" y="57591"/>
                  </a:lnTo>
                  <a:lnTo>
                    <a:pt x="906141" y="42452"/>
                  </a:lnTo>
                  <a:lnTo>
                    <a:pt x="818748" y="29749"/>
                  </a:lnTo>
                  <a:lnTo>
                    <a:pt x="738327" y="19525"/>
                  </a:lnTo>
                  <a:lnTo>
                    <a:pt x="669019" y="11751"/>
                  </a:lnTo>
                  <a:lnTo>
                    <a:pt x="614100" y="6275"/>
                  </a:lnTo>
                  <a:lnTo>
                    <a:pt x="575191" y="2804"/>
                  </a:lnTo>
                  <a:lnTo>
                    <a:pt x="551783" y="928"/>
                  </a:lnTo>
                  <a:lnTo>
                    <a:pt x="541180" y="160"/>
                  </a:lnTo>
                  <a:lnTo>
                    <a:pt x="538763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2" name="pg512"/>
            <p:cNvSpPr/>
            <p:nvPr/>
          </p:nvSpPr>
          <p:spPr>
            <a:xfrm>
              <a:off x="546595" y="3015383"/>
              <a:ext cx="8234974" cy="2537152"/>
            </a:xfrm>
            <a:custGeom>
              <a:avLst/>
              <a:pathLst>
                <a:path w="8234974" h="2537152">
                  <a:moveTo>
                    <a:pt x="0" y="5444"/>
                  </a:moveTo>
                  <a:lnTo>
                    <a:pt x="538736" y="5444"/>
                  </a:lnTo>
                  <a:lnTo>
                    <a:pt x="539929" y="5521"/>
                  </a:lnTo>
                  <a:lnTo>
                    <a:pt x="547726" y="6072"/>
                  </a:lnTo>
                  <a:lnTo>
                    <a:pt x="567224" y="7593"/>
                  </a:lnTo>
                  <a:lnTo>
                    <a:pt x="601683" y="10582"/>
                  </a:lnTo>
                  <a:lnTo>
                    <a:pt x="652231" y="15477"/>
                  </a:lnTo>
                  <a:lnTo>
                    <a:pt x="717807" y="22607"/>
                  </a:lnTo>
                  <a:lnTo>
                    <a:pt x="795527" y="32162"/>
                  </a:lnTo>
                  <a:lnTo>
                    <a:pt x="881404" y="44203"/>
                  </a:lnTo>
                  <a:lnTo>
                    <a:pt x="971194" y="58701"/>
                  </a:lnTo>
                  <a:lnTo>
                    <a:pt x="1061102" y="75597"/>
                  </a:lnTo>
                  <a:lnTo>
                    <a:pt x="1148205" y="94859"/>
                  </a:lnTo>
                  <a:lnTo>
                    <a:pt x="1230581" y="116523"/>
                  </a:lnTo>
                  <a:lnTo>
                    <a:pt x="1307224" y="140721"/>
                  </a:lnTo>
                  <a:lnTo>
                    <a:pt x="1377858" y="167688"/>
                  </a:lnTo>
                  <a:lnTo>
                    <a:pt x="1442734" y="197764"/>
                  </a:lnTo>
                  <a:lnTo>
                    <a:pt x="1502440" y="231385"/>
                  </a:lnTo>
                  <a:lnTo>
                    <a:pt x="1557760" y="269061"/>
                  </a:lnTo>
                  <a:lnTo>
                    <a:pt x="1609567" y="311340"/>
                  </a:lnTo>
                  <a:lnTo>
                    <a:pt x="1658738" y="358739"/>
                  </a:lnTo>
                  <a:lnTo>
                    <a:pt x="1706086" y="411625"/>
                  </a:lnTo>
                  <a:lnTo>
                    <a:pt x="1719082" y="427395"/>
                  </a:lnTo>
                  <a:lnTo>
                    <a:pt x="1756124" y="475231"/>
                  </a:lnTo>
                  <a:lnTo>
                    <a:pt x="1792814" y="526736"/>
                  </a:lnTo>
                  <a:lnTo>
                    <a:pt x="1829392" y="581985"/>
                  </a:lnTo>
                  <a:lnTo>
                    <a:pt x="1866042" y="640985"/>
                  </a:lnTo>
                  <a:lnTo>
                    <a:pt x="1902900" y="703671"/>
                  </a:lnTo>
                  <a:lnTo>
                    <a:pt x="1940059" y="769897"/>
                  </a:lnTo>
                  <a:lnTo>
                    <a:pt x="1977570" y="839432"/>
                  </a:lnTo>
                  <a:lnTo>
                    <a:pt x="2015452" y="911963"/>
                  </a:lnTo>
                  <a:lnTo>
                    <a:pt x="2053687" y="987091"/>
                  </a:lnTo>
                  <a:lnTo>
                    <a:pt x="2092230" y="1064344"/>
                  </a:lnTo>
                  <a:lnTo>
                    <a:pt x="2131015" y="1143185"/>
                  </a:lnTo>
                  <a:lnTo>
                    <a:pt x="2169957" y="1223026"/>
                  </a:lnTo>
                  <a:lnTo>
                    <a:pt x="2208958" y="1303247"/>
                  </a:lnTo>
                  <a:lnTo>
                    <a:pt x="2247920" y="1383217"/>
                  </a:lnTo>
                  <a:lnTo>
                    <a:pt x="2286744" y="1462310"/>
                  </a:lnTo>
                  <a:lnTo>
                    <a:pt x="2325343" y="1539932"/>
                  </a:lnTo>
                  <a:lnTo>
                    <a:pt x="2363645" y="1615534"/>
                  </a:lnTo>
                  <a:lnTo>
                    <a:pt x="2401601" y="1688628"/>
                  </a:lnTo>
                  <a:lnTo>
                    <a:pt x="2439188" y="1758801"/>
                  </a:lnTo>
                  <a:lnTo>
                    <a:pt x="2476416" y="1825722"/>
                  </a:lnTo>
                  <a:lnTo>
                    <a:pt x="2513329" y="1889143"/>
                  </a:lnTo>
                  <a:lnTo>
                    <a:pt x="2550011" y="1948902"/>
                  </a:lnTo>
                  <a:lnTo>
                    <a:pt x="2586590" y="2004916"/>
                  </a:lnTo>
                  <a:lnTo>
                    <a:pt x="2623240" y="2057180"/>
                  </a:lnTo>
                  <a:lnTo>
                    <a:pt x="2660188" y="2105753"/>
                  </a:lnTo>
                  <a:lnTo>
                    <a:pt x="2667772" y="2115201"/>
                  </a:lnTo>
                  <a:lnTo>
                    <a:pt x="2714737" y="2169644"/>
                  </a:lnTo>
                  <a:lnTo>
                    <a:pt x="2763322" y="2218550"/>
                  </a:lnTo>
                  <a:lnTo>
                    <a:pt x="2814306" y="2262211"/>
                  </a:lnTo>
                  <a:lnTo>
                    <a:pt x="2868554" y="2301117"/>
                  </a:lnTo>
                  <a:lnTo>
                    <a:pt x="2926951" y="2335817"/>
                  </a:lnTo>
                  <a:lnTo>
                    <a:pt x="2990312" y="2366836"/>
                  </a:lnTo>
                  <a:lnTo>
                    <a:pt x="3059295" y="2394633"/>
                  </a:lnTo>
                  <a:lnTo>
                    <a:pt x="3134261" y="2419576"/>
                  </a:lnTo>
                  <a:lnTo>
                    <a:pt x="3215101" y="2441931"/>
                  </a:lnTo>
                  <a:lnTo>
                    <a:pt x="3301035" y="2461857"/>
                  </a:lnTo>
                  <a:lnTo>
                    <a:pt x="3390411" y="2479415"/>
                  </a:lnTo>
                  <a:lnTo>
                    <a:pt x="3480583" y="2494588"/>
                  </a:lnTo>
                  <a:lnTo>
                    <a:pt x="3567972" y="2507321"/>
                  </a:lnTo>
                  <a:lnTo>
                    <a:pt x="3648399" y="2517569"/>
                  </a:lnTo>
                  <a:lnTo>
                    <a:pt x="3717721" y="2525364"/>
                  </a:lnTo>
                  <a:lnTo>
                    <a:pt x="3772663" y="2530855"/>
                  </a:lnTo>
                  <a:lnTo>
                    <a:pt x="3811599" y="2534336"/>
                  </a:lnTo>
                  <a:lnTo>
                    <a:pt x="3835036" y="2536219"/>
                  </a:lnTo>
                  <a:lnTo>
                    <a:pt x="3845662" y="2536990"/>
                  </a:lnTo>
                  <a:lnTo>
                    <a:pt x="3848118" y="2537152"/>
                  </a:lnTo>
                  <a:lnTo>
                    <a:pt x="4386855" y="2537152"/>
                  </a:lnTo>
                  <a:lnTo>
                    <a:pt x="4388137" y="2537118"/>
                  </a:lnTo>
                  <a:lnTo>
                    <a:pt x="4396502" y="2536869"/>
                  </a:lnTo>
                  <a:lnTo>
                    <a:pt x="4417366" y="2536181"/>
                  </a:lnTo>
                  <a:lnTo>
                    <a:pt x="4454101" y="2534832"/>
                  </a:lnTo>
                  <a:lnTo>
                    <a:pt x="4507712" y="2532627"/>
                  </a:lnTo>
                  <a:lnTo>
                    <a:pt x="4576816" y="2529424"/>
                  </a:lnTo>
                  <a:lnTo>
                    <a:pt x="4658097" y="2525146"/>
                  </a:lnTo>
                  <a:lnTo>
                    <a:pt x="4747166" y="2519773"/>
                  </a:lnTo>
                  <a:lnTo>
                    <a:pt x="4839499" y="2513323"/>
                  </a:lnTo>
                  <a:lnTo>
                    <a:pt x="4931186" y="2505822"/>
                  </a:lnTo>
                  <a:lnTo>
                    <a:pt x="5019334" y="2497278"/>
                  </a:lnTo>
                  <a:lnTo>
                    <a:pt x="5102144" y="2487664"/>
                  </a:lnTo>
                  <a:lnTo>
                    <a:pt x="5178779" y="2476908"/>
                  </a:lnTo>
                  <a:lnTo>
                    <a:pt x="5249141" y="2464890"/>
                  </a:lnTo>
                  <a:lnTo>
                    <a:pt x="5313640" y="2451439"/>
                  </a:lnTo>
                  <a:lnTo>
                    <a:pt x="5372998" y="2436347"/>
                  </a:lnTo>
                  <a:lnTo>
                    <a:pt x="5428109" y="2419373"/>
                  </a:lnTo>
                  <a:lnTo>
                    <a:pt x="5479922" y="2400273"/>
                  </a:lnTo>
                  <a:lnTo>
                    <a:pt x="5529361" y="2378833"/>
                  </a:lnTo>
                  <a:lnTo>
                    <a:pt x="5567201" y="2360205"/>
                  </a:lnTo>
                  <a:lnTo>
                    <a:pt x="5614503" y="2334276"/>
                  </a:lnTo>
                  <a:lnTo>
                    <a:pt x="5661343" y="2305814"/>
                  </a:lnTo>
                  <a:lnTo>
                    <a:pt x="5708173" y="2274777"/>
                  </a:lnTo>
                  <a:lnTo>
                    <a:pt x="5755309" y="2241203"/>
                  </a:lnTo>
                  <a:lnTo>
                    <a:pt x="5802946" y="2205220"/>
                  </a:lnTo>
                  <a:lnTo>
                    <a:pt x="5851176" y="2167048"/>
                  </a:lnTo>
                  <a:lnTo>
                    <a:pt x="5899995" y="2127002"/>
                  </a:lnTo>
                  <a:lnTo>
                    <a:pt x="5949321" y="2085484"/>
                  </a:lnTo>
                  <a:lnTo>
                    <a:pt x="5999011" y="2042970"/>
                  </a:lnTo>
                  <a:lnTo>
                    <a:pt x="6048878" y="1999985"/>
                  </a:lnTo>
                  <a:lnTo>
                    <a:pt x="6098713" y="1957082"/>
                  </a:lnTo>
                  <a:lnTo>
                    <a:pt x="6148314" y="1914808"/>
                  </a:lnTo>
                  <a:lnTo>
                    <a:pt x="6197504" y="1873676"/>
                  </a:lnTo>
                  <a:lnTo>
                    <a:pt x="6246155" y="1834143"/>
                  </a:lnTo>
                  <a:lnTo>
                    <a:pt x="6294207" y="1796586"/>
                  </a:lnTo>
                  <a:lnTo>
                    <a:pt x="6341683" y="1761292"/>
                  </a:lnTo>
                  <a:lnTo>
                    <a:pt x="6388703" y="1728455"/>
                  </a:lnTo>
                  <a:lnTo>
                    <a:pt x="6435498" y="1698175"/>
                  </a:lnTo>
                  <a:lnTo>
                    <a:pt x="6482420" y="1670464"/>
                  </a:lnTo>
                  <a:lnTo>
                    <a:pt x="6515891" y="1652416"/>
                  </a:lnTo>
                  <a:lnTo>
                    <a:pt x="6564039" y="1629048"/>
                  </a:lnTo>
                  <a:lnTo>
                    <a:pt x="6613908" y="1608117"/>
                  </a:lnTo>
                  <a:lnTo>
                    <a:pt x="6666339" y="1589486"/>
                  </a:lnTo>
                  <a:lnTo>
                    <a:pt x="6722270" y="1572931"/>
                  </a:lnTo>
                  <a:lnTo>
                    <a:pt x="6782645" y="1558206"/>
                  </a:lnTo>
                  <a:lnTo>
                    <a:pt x="6848332" y="1545075"/>
                  </a:lnTo>
                  <a:lnTo>
                    <a:pt x="6920001" y="1533336"/>
                  </a:lnTo>
                  <a:lnTo>
                    <a:pt x="6997973" y="1522830"/>
                  </a:lnTo>
                  <a:lnTo>
                    <a:pt x="7082011" y="1513447"/>
                  </a:lnTo>
                  <a:lnTo>
                    <a:pt x="7171094" y="1505125"/>
                  </a:lnTo>
                  <a:lnTo>
                    <a:pt x="7263197" y="1497844"/>
                  </a:lnTo>
                  <a:lnTo>
                    <a:pt x="7355195" y="1491620"/>
                  </a:lnTo>
                  <a:lnTo>
                    <a:pt x="7443002" y="1486478"/>
                  </a:lnTo>
                  <a:lnTo>
                    <a:pt x="7522051" y="1482431"/>
                  </a:lnTo>
                  <a:lnTo>
                    <a:pt x="7588098" y="1479447"/>
                  </a:lnTo>
                  <a:lnTo>
                    <a:pt x="7638177" y="1477437"/>
                  </a:lnTo>
                  <a:lnTo>
                    <a:pt x="7671386" y="1476246"/>
                  </a:lnTo>
                  <a:lnTo>
                    <a:pt x="7689249" y="1475670"/>
                  </a:lnTo>
                  <a:lnTo>
                    <a:pt x="7695601" y="1475485"/>
                  </a:lnTo>
                  <a:lnTo>
                    <a:pt x="7696237" y="1475468"/>
                  </a:lnTo>
                  <a:lnTo>
                    <a:pt x="8234974" y="1475468"/>
                  </a:lnTo>
                  <a:lnTo>
                    <a:pt x="8234974" y="1470024"/>
                  </a:lnTo>
                  <a:lnTo>
                    <a:pt x="7696237" y="1470024"/>
                  </a:lnTo>
                  <a:lnTo>
                    <a:pt x="7694956" y="1470059"/>
                  </a:lnTo>
                  <a:lnTo>
                    <a:pt x="7686591" y="1470307"/>
                  </a:lnTo>
                  <a:lnTo>
                    <a:pt x="7665727" y="1470995"/>
                  </a:lnTo>
                  <a:lnTo>
                    <a:pt x="7628992" y="1472344"/>
                  </a:lnTo>
                  <a:lnTo>
                    <a:pt x="7575380" y="1474549"/>
                  </a:lnTo>
                  <a:lnTo>
                    <a:pt x="7506277" y="1477752"/>
                  </a:lnTo>
                  <a:lnTo>
                    <a:pt x="7424996" y="1482030"/>
                  </a:lnTo>
                  <a:lnTo>
                    <a:pt x="7335927" y="1487403"/>
                  </a:lnTo>
                  <a:lnTo>
                    <a:pt x="7243594" y="1493853"/>
                  </a:lnTo>
                  <a:lnTo>
                    <a:pt x="7151906" y="1501354"/>
                  </a:lnTo>
                  <a:lnTo>
                    <a:pt x="7063758" y="1509898"/>
                  </a:lnTo>
                  <a:lnTo>
                    <a:pt x="6980948" y="1519512"/>
                  </a:lnTo>
                  <a:lnTo>
                    <a:pt x="6904313" y="1530268"/>
                  </a:lnTo>
                  <a:lnTo>
                    <a:pt x="6833951" y="1542287"/>
                  </a:lnTo>
                  <a:lnTo>
                    <a:pt x="6769453" y="1555737"/>
                  </a:lnTo>
                  <a:lnTo>
                    <a:pt x="6710094" y="1570829"/>
                  </a:lnTo>
                  <a:lnTo>
                    <a:pt x="6654984" y="1587803"/>
                  </a:lnTo>
                  <a:lnTo>
                    <a:pt x="6603171" y="1606903"/>
                  </a:lnTo>
                  <a:lnTo>
                    <a:pt x="6553731" y="1628343"/>
                  </a:lnTo>
                  <a:lnTo>
                    <a:pt x="6515891" y="1646971"/>
                  </a:lnTo>
                  <a:lnTo>
                    <a:pt x="6468590" y="1672900"/>
                  </a:lnTo>
                  <a:lnTo>
                    <a:pt x="6421750" y="1701363"/>
                  </a:lnTo>
                  <a:lnTo>
                    <a:pt x="6374919" y="1732400"/>
                  </a:lnTo>
                  <a:lnTo>
                    <a:pt x="6327784" y="1765973"/>
                  </a:lnTo>
                  <a:lnTo>
                    <a:pt x="6280146" y="1801956"/>
                  </a:lnTo>
                  <a:lnTo>
                    <a:pt x="6231917" y="1840128"/>
                  </a:lnTo>
                  <a:lnTo>
                    <a:pt x="6183098" y="1880174"/>
                  </a:lnTo>
                  <a:lnTo>
                    <a:pt x="6133771" y="1921692"/>
                  </a:lnTo>
                  <a:lnTo>
                    <a:pt x="6084081" y="1964207"/>
                  </a:lnTo>
                  <a:lnTo>
                    <a:pt x="6034215" y="2007191"/>
                  </a:lnTo>
                  <a:lnTo>
                    <a:pt x="5984379" y="2050094"/>
                  </a:lnTo>
                  <a:lnTo>
                    <a:pt x="5934778" y="2092368"/>
                  </a:lnTo>
                  <a:lnTo>
                    <a:pt x="5885588" y="2133500"/>
                  </a:lnTo>
                  <a:lnTo>
                    <a:pt x="5836937" y="2173033"/>
                  </a:lnTo>
                  <a:lnTo>
                    <a:pt x="5788886" y="2210590"/>
                  </a:lnTo>
                  <a:lnTo>
                    <a:pt x="5741410" y="2245884"/>
                  </a:lnTo>
                  <a:lnTo>
                    <a:pt x="5694389" y="2278721"/>
                  </a:lnTo>
                  <a:lnTo>
                    <a:pt x="5647594" y="2309001"/>
                  </a:lnTo>
                  <a:lnTo>
                    <a:pt x="5600672" y="2336712"/>
                  </a:lnTo>
                  <a:lnTo>
                    <a:pt x="5567201" y="2354761"/>
                  </a:lnTo>
                  <a:lnTo>
                    <a:pt x="5519054" y="2378128"/>
                  </a:lnTo>
                  <a:lnTo>
                    <a:pt x="5469185" y="2399059"/>
                  </a:lnTo>
                  <a:lnTo>
                    <a:pt x="5416753" y="2417690"/>
                  </a:lnTo>
                  <a:lnTo>
                    <a:pt x="5360823" y="2434245"/>
                  </a:lnTo>
                  <a:lnTo>
                    <a:pt x="5300447" y="2448970"/>
                  </a:lnTo>
                  <a:lnTo>
                    <a:pt x="5234760" y="2462102"/>
                  </a:lnTo>
                  <a:lnTo>
                    <a:pt x="5163091" y="2473841"/>
                  </a:lnTo>
                  <a:lnTo>
                    <a:pt x="5085120" y="2484346"/>
                  </a:lnTo>
                  <a:lnTo>
                    <a:pt x="5001081" y="2493729"/>
                  </a:lnTo>
                  <a:lnTo>
                    <a:pt x="4911998" y="2502052"/>
                  </a:lnTo>
                  <a:lnTo>
                    <a:pt x="4819895" y="2509332"/>
                  </a:lnTo>
                  <a:lnTo>
                    <a:pt x="4727898" y="2515556"/>
                  </a:lnTo>
                  <a:lnTo>
                    <a:pt x="4640091" y="2520698"/>
                  </a:lnTo>
                  <a:lnTo>
                    <a:pt x="4561042" y="2524746"/>
                  </a:lnTo>
                  <a:lnTo>
                    <a:pt x="4494994" y="2527729"/>
                  </a:lnTo>
                  <a:lnTo>
                    <a:pt x="4444915" y="2529739"/>
                  </a:lnTo>
                  <a:lnTo>
                    <a:pt x="4411706" y="2530930"/>
                  </a:lnTo>
                  <a:lnTo>
                    <a:pt x="4393843" y="2531506"/>
                  </a:lnTo>
                  <a:lnTo>
                    <a:pt x="4387491" y="2531691"/>
                  </a:lnTo>
                  <a:lnTo>
                    <a:pt x="4386855" y="2531708"/>
                  </a:lnTo>
                  <a:lnTo>
                    <a:pt x="3848118" y="2531708"/>
                  </a:lnTo>
                  <a:lnTo>
                    <a:pt x="3846926" y="2531631"/>
                  </a:lnTo>
                  <a:lnTo>
                    <a:pt x="3839129" y="2531080"/>
                  </a:lnTo>
                  <a:lnTo>
                    <a:pt x="3819630" y="2529559"/>
                  </a:lnTo>
                  <a:lnTo>
                    <a:pt x="3785171" y="2526570"/>
                  </a:lnTo>
                  <a:lnTo>
                    <a:pt x="3734624" y="2521675"/>
                  </a:lnTo>
                  <a:lnTo>
                    <a:pt x="3669048" y="2514545"/>
                  </a:lnTo>
                  <a:lnTo>
                    <a:pt x="3591327" y="2504990"/>
                  </a:lnTo>
                  <a:lnTo>
                    <a:pt x="3505450" y="2492949"/>
                  </a:lnTo>
                  <a:lnTo>
                    <a:pt x="3415661" y="2478451"/>
                  </a:lnTo>
                  <a:lnTo>
                    <a:pt x="3325753" y="2461555"/>
                  </a:lnTo>
                  <a:lnTo>
                    <a:pt x="3238649" y="2442293"/>
                  </a:lnTo>
                  <a:lnTo>
                    <a:pt x="3156273" y="2420629"/>
                  </a:lnTo>
                  <a:lnTo>
                    <a:pt x="3079631" y="2396431"/>
                  </a:lnTo>
                  <a:lnTo>
                    <a:pt x="3008996" y="2369464"/>
                  </a:lnTo>
                  <a:lnTo>
                    <a:pt x="2944120" y="2339388"/>
                  </a:lnTo>
                  <a:lnTo>
                    <a:pt x="2884414" y="2305767"/>
                  </a:lnTo>
                  <a:lnTo>
                    <a:pt x="2829094" y="2268091"/>
                  </a:lnTo>
                  <a:lnTo>
                    <a:pt x="2777288" y="2225812"/>
                  </a:lnTo>
                  <a:lnTo>
                    <a:pt x="2728116" y="2178413"/>
                  </a:lnTo>
                  <a:lnTo>
                    <a:pt x="2680768" y="2125527"/>
                  </a:lnTo>
                  <a:lnTo>
                    <a:pt x="2667772" y="2109756"/>
                  </a:lnTo>
                  <a:lnTo>
                    <a:pt x="2630730" y="2061921"/>
                  </a:lnTo>
                  <a:lnTo>
                    <a:pt x="2594040" y="2010416"/>
                  </a:lnTo>
                  <a:lnTo>
                    <a:pt x="2557462" y="1955167"/>
                  </a:lnTo>
                  <a:lnTo>
                    <a:pt x="2520813" y="1896167"/>
                  </a:lnTo>
                  <a:lnTo>
                    <a:pt x="2483955" y="1833481"/>
                  </a:lnTo>
                  <a:lnTo>
                    <a:pt x="2446796" y="1767255"/>
                  </a:lnTo>
                  <a:lnTo>
                    <a:pt x="2409284" y="1697720"/>
                  </a:lnTo>
                  <a:lnTo>
                    <a:pt x="2371403" y="1625189"/>
                  </a:lnTo>
                  <a:lnTo>
                    <a:pt x="2333168" y="1550061"/>
                  </a:lnTo>
                  <a:lnTo>
                    <a:pt x="2294624" y="1472808"/>
                  </a:lnTo>
                  <a:lnTo>
                    <a:pt x="2255839" y="1393967"/>
                  </a:lnTo>
                  <a:lnTo>
                    <a:pt x="2216898" y="1314126"/>
                  </a:lnTo>
                  <a:lnTo>
                    <a:pt x="2177896" y="1233905"/>
                  </a:lnTo>
                  <a:lnTo>
                    <a:pt x="2138934" y="1153935"/>
                  </a:lnTo>
                  <a:lnTo>
                    <a:pt x="2100110" y="1074842"/>
                  </a:lnTo>
                  <a:lnTo>
                    <a:pt x="2061511" y="997220"/>
                  </a:lnTo>
                  <a:lnTo>
                    <a:pt x="2023209" y="921618"/>
                  </a:lnTo>
                  <a:lnTo>
                    <a:pt x="1985253" y="848524"/>
                  </a:lnTo>
                  <a:lnTo>
                    <a:pt x="1947667" y="778351"/>
                  </a:lnTo>
                  <a:lnTo>
                    <a:pt x="1910439" y="711430"/>
                  </a:lnTo>
                  <a:lnTo>
                    <a:pt x="1873526" y="648009"/>
                  </a:lnTo>
                  <a:lnTo>
                    <a:pt x="1836843" y="588250"/>
                  </a:lnTo>
                  <a:lnTo>
                    <a:pt x="1800264" y="532236"/>
                  </a:lnTo>
                  <a:lnTo>
                    <a:pt x="1763615" y="479972"/>
                  </a:lnTo>
                  <a:lnTo>
                    <a:pt x="1726667" y="431399"/>
                  </a:lnTo>
                  <a:lnTo>
                    <a:pt x="1719082" y="421951"/>
                  </a:lnTo>
                  <a:lnTo>
                    <a:pt x="1672118" y="367508"/>
                  </a:lnTo>
                  <a:lnTo>
                    <a:pt x="1623533" y="318602"/>
                  </a:lnTo>
                  <a:lnTo>
                    <a:pt x="1572549" y="274941"/>
                  </a:lnTo>
                  <a:lnTo>
                    <a:pt x="1518300" y="236035"/>
                  </a:lnTo>
                  <a:lnTo>
                    <a:pt x="1459904" y="201335"/>
                  </a:lnTo>
                  <a:lnTo>
                    <a:pt x="1396542" y="170316"/>
                  </a:lnTo>
                  <a:lnTo>
                    <a:pt x="1327559" y="142519"/>
                  </a:lnTo>
                  <a:lnTo>
                    <a:pt x="1252594" y="117576"/>
                  </a:lnTo>
                  <a:lnTo>
                    <a:pt x="1171754" y="95221"/>
                  </a:lnTo>
                  <a:lnTo>
                    <a:pt x="1085820" y="75295"/>
                  </a:lnTo>
                  <a:lnTo>
                    <a:pt x="996444" y="57737"/>
                  </a:lnTo>
                  <a:lnTo>
                    <a:pt x="906271" y="42564"/>
                  </a:lnTo>
                  <a:lnTo>
                    <a:pt x="818882" y="29831"/>
                  </a:lnTo>
                  <a:lnTo>
                    <a:pt x="738456" y="19583"/>
                  </a:lnTo>
                  <a:lnTo>
                    <a:pt x="669134" y="11788"/>
                  </a:lnTo>
                  <a:lnTo>
                    <a:pt x="614192" y="6297"/>
                  </a:lnTo>
                  <a:lnTo>
                    <a:pt x="575255" y="2816"/>
                  </a:lnTo>
                  <a:lnTo>
                    <a:pt x="551819" y="933"/>
                  </a:lnTo>
                  <a:lnTo>
                    <a:pt x="541193" y="16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13" name="pl513"/>
            <p:cNvSpPr/>
            <p:nvPr/>
          </p:nvSpPr>
          <p:spPr>
            <a:xfrm>
              <a:off x="546595" y="3020827"/>
              <a:ext cx="8234974" cy="2531708"/>
            </a:xfrm>
            <a:custGeom>
              <a:avLst/>
              <a:pathLst>
                <a:path w="8234974" h="2531708">
                  <a:moveTo>
                    <a:pt x="0" y="0"/>
                  </a:moveTo>
                  <a:lnTo>
                    <a:pt x="538736" y="0"/>
                  </a:lnTo>
                  <a:lnTo>
                    <a:pt x="539929" y="77"/>
                  </a:lnTo>
                  <a:lnTo>
                    <a:pt x="547726" y="627"/>
                  </a:lnTo>
                  <a:lnTo>
                    <a:pt x="567224" y="2149"/>
                  </a:lnTo>
                  <a:lnTo>
                    <a:pt x="601683" y="5138"/>
                  </a:lnTo>
                  <a:lnTo>
                    <a:pt x="652231" y="10032"/>
                  </a:lnTo>
                  <a:lnTo>
                    <a:pt x="717807" y="17162"/>
                  </a:lnTo>
                  <a:lnTo>
                    <a:pt x="795527" y="26718"/>
                  </a:lnTo>
                  <a:lnTo>
                    <a:pt x="881404" y="38758"/>
                  </a:lnTo>
                  <a:lnTo>
                    <a:pt x="971194" y="53256"/>
                  </a:lnTo>
                  <a:lnTo>
                    <a:pt x="1061102" y="70152"/>
                  </a:lnTo>
                  <a:lnTo>
                    <a:pt x="1148205" y="89414"/>
                  </a:lnTo>
                  <a:lnTo>
                    <a:pt x="1230581" y="111079"/>
                  </a:lnTo>
                  <a:lnTo>
                    <a:pt x="1307224" y="135277"/>
                  </a:lnTo>
                  <a:lnTo>
                    <a:pt x="1377858" y="162244"/>
                  </a:lnTo>
                  <a:lnTo>
                    <a:pt x="1442734" y="192320"/>
                  </a:lnTo>
                  <a:lnTo>
                    <a:pt x="1502440" y="225940"/>
                  </a:lnTo>
                  <a:lnTo>
                    <a:pt x="1557760" y="263616"/>
                  </a:lnTo>
                  <a:lnTo>
                    <a:pt x="1609567" y="305895"/>
                  </a:lnTo>
                  <a:lnTo>
                    <a:pt x="1658738" y="353295"/>
                  </a:lnTo>
                  <a:lnTo>
                    <a:pt x="1706086" y="406180"/>
                  </a:lnTo>
                  <a:lnTo>
                    <a:pt x="1719082" y="421951"/>
                  </a:lnTo>
                  <a:lnTo>
                    <a:pt x="1756124" y="469786"/>
                  </a:lnTo>
                  <a:lnTo>
                    <a:pt x="1792814" y="521291"/>
                  </a:lnTo>
                  <a:lnTo>
                    <a:pt x="1829392" y="576540"/>
                  </a:lnTo>
                  <a:lnTo>
                    <a:pt x="1866042" y="635541"/>
                  </a:lnTo>
                  <a:lnTo>
                    <a:pt x="1902900" y="698227"/>
                  </a:lnTo>
                  <a:lnTo>
                    <a:pt x="1940059" y="764452"/>
                  </a:lnTo>
                  <a:lnTo>
                    <a:pt x="1977570" y="833988"/>
                  </a:lnTo>
                  <a:lnTo>
                    <a:pt x="2015452" y="906518"/>
                  </a:lnTo>
                  <a:lnTo>
                    <a:pt x="2053687" y="981646"/>
                  </a:lnTo>
                  <a:lnTo>
                    <a:pt x="2092230" y="1058900"/>
                  </a:lnTo>
                  <a:lnTo>
                    <a:pt x="2131015" y="1137740"/>
                  </a:lnTo>
                  <a:lnTo>
                    <a:pt x="2169957" y="1217581"/>
                  </a:lnTo>
                  <a:lnTo>
                    <a:pt x="2208958" y="1297803"/>
                  </a:lnTo>
                  <a:lnTo>
                    <a:pt x="2247920" y="1377772"/>
                  </a:lnTo>
                  <a:lnTo>
                    <a:pt x="2286744" y="1456866"/>
                  </a:lnTo>
                  <a:lnTo>
                    <a:pt x="2325343" y="1534488"/>
                  </a:lnTo>
                  <a:lnTo>
                    <a:pt x="2363645" y="1610089"/>
                  </a:lnTo>
                  <a:lnTo>
                    <a:pt x="2401601" y="1683183"/>
                  </a:lnTo>
                  <a:lnTo>
                    <a:pt x="2439188" y="1753357"/>
                  </a:lnTo>
                  <a:lnTo>
                    <a:pt x="2476416" y="1820278"/>
                  </a:lnTo>
                  <a:lnTo>
                    <a:pt x="2513329" y="1883699"/>
                  </a:lnTo>
                  <a:lnTo>
                    <a:pt x="2550011" y="1943457"/>
                  </a:lnTo>
                  <a:lnTo>
                    <a:pt x="2586590" y="1999472"/>
                  </a:lnTo>
                  <a:lnTo>
                    <a:pt x="2623240" y="2051735"/>
                  </a:lnTo>
                  <a:lnTo>
                    <a:pt x="2660188" y="2100309"/>
                  </a:lnTo>
                  <a:lnTo>
                    <a:pt x="2667772" y="2109756"/>
                  </a:lnTo>
                  <a:lnTo>
                    <a:pt x="2714737" y="2164199"/>
                  </a:lnTo>
                  <a:lnTo>
                    <a:pt x="2763322" y="2213105"/>
                  </a:lnTo>
                  <a:lnTo>
                    <a:pt x="2814306" y="2256766"/>
                  </a:lnTo>
                  <a:lnTo>
                    <a:pt x="2868554" y="2295673"/>
                  </a:lnTo>
                  <a:lnTo>
                    <a:pt x="2926951" y="2330372"/>
                  </a:lnTo>
                  <a:lnTo>
                    <a:pt x="2990312" y="2361391"/>
                  </a:lnTo>
                  <a:lnTo>
                    <a:pt x="3059295" y="2389188"/>
                  </a:lnTo>
                  <a:lnTo>
                    <a:pt x="3134261" y="2414132"/>
                  </a:lnTo>
                  <a:lnTo>
                    <a:pt x="3215101" y="2436486"/>
                  </a:lnTo>
                  <a:lnTo>
                    <a:pt x="3301035" y="2456412"/>
                  </a:lnTo>
                  <a:lnTo>
                    <a:pt x="3390411" y="2473970"/>
                  </a:lnTo>
                  <a:lnTo>
                    <a:pt x="3480583" y="2489143"/>
                  </a:lnTo>
                  <a:lnTo>
                    <a:pt x="3567972" y="2501876"/>
                  </a:lnTo>
                  <a:lnTo>
                    <a:pt x="3648399" y="2512125"/>
                  </a:lnTo>
                  <a:lnTo>
                    <a:pt x="3717721" y="2519919"/>
                  </a:lnTo>
                  <a:lnTo>
                    <a:pt x="3772663" y="2525411"/>
                  </a:lnTo>
                  <a:lnTo>
                    <a:pt x="3811599" y="2528892"/>
                  </a:lnTo>
                  <a:lnTo>
                    <a:pt x="3835036" y="2530775"/>
                  </a:lnTo>
                  <a:lnTo>
                    <a:pt x="3845662" y="2531546"/>
                  </a:lnTo>
                  <a:lnTo>
                    <a:pt x="3848091" y="2531706"/>
                  </a:lnTo>
                  <a:lnTo>
                    <a:pt x="3848118" y="2531708"/>
                  </a:lnTo>
                  <a:lnTo>
                    <a:pt x="4386855" y="2531708"/>
                  </a:lnTo>
                  <a:lnTo>
                    <a:pt x="4388137" y="2531673"/>
                  </a:lnTo>
                  <a:lnTo>
                    <a:pt x="4396502" y="2531424"/>
                  </a:lnTo>
                  <a:lnTo>
                    <a:pt x="4417366" y="2530737"/>
                  </a:lnTo>
                  <a:lnTo>
                    <a:pt x="4454101" y="2529388"/>
                  </a:lnTo>
                  <a:lnTo>
                    <a:pt x="4507712" y="2527183"/>
                  </a:lnTo>
                  <a:lnTo>
                    <a:pt x="4576816" y="2523980"/>
                  </a:lnTo>
                  <a:lnTo>
                    <a:pt x="4658097" y="2519701"/>
                  </a:lnTo>
                  <a:lnTo>
                    <a:pt x="4747166" y="2514329"/>
                  </a:lnTo>
                  <a:lnTo>
                    <a:pt x="4839499" y="2507879"/>
                  </a:lnTo>
                  <a:lnTo>
                    <a:pt x="4931186" y="2500377"/>
                  </a:lnTo>
                  <a:lnTo>
                    <a:pt x="5019334" y="2491833"/>
                  </a:lnTo>
                  <a:lnTo>
                    <a:pt x="5102144" y="2482220"/>
                  </a:lnTo>
                  <a:lnTo>
                    <a:pt x="5178779" y="2471464"/>
                  </a:lnTo>
                  <a:lnTo>
                    <a:pt x="5249141" y="2459445"/>
                  </a:lnTo>
                  <a:lnTo>
                    <a:pt x="5313640" y="2445995"/>
                  </a:lnTo>
                  <a:lnTo>
                    <a:pt x="5372998" y="2430902"/>
                  </a:lnTo>
                  <a:lnTo>
                    <a:pt x="5428109" y="2413929"/>
                  </a:lnTo>
                  <a:lnTo>
                    <a:pt x="5479922" y="2394828"/>
                  </a:lnTo>
                  <a:lnTo>
                    <a:pt x="5529361" y="2373388"/>
                  </a:lnTo>
                  <a:lnTo>
                    <a:pt x="5567201" y="2354761"/>
                  </a:lnTo>
                  <a:lnTo>
                    <a:pt x="5614503" y="2328832"/>
                  </a:lnTo>
                  <a:lnTo>
                    <a:pt x="5661343" y="2300369"/>
                  </a:lnTo>
                  <a:lnTo>
                    <a:pt x="5708173" y="2269332"/>
                  </a:lnTo>
                  <a:lnTo>
                    <a:pt x="5755309" y="2235759"/>
                  </a:lnTo>
                  <a:lnTo>
                    <a:pt x="5802946" y="2199776"/>
                  </a:lnTo>
                  <a:lnTo>
                    <a:pt x="5851176" y="2161603"/>
                  </a:lnTo>
                  <a:lnTo>
                    <a:pt x="5899995" y="2121557"/>
                  </a:lnTo>
                  <a:lnTo>
                    <a:pt x="5949321" y="2080040"/>
                  </a:lnTo>
                  <a:lnTo>
                    <a:pt x="5999011" y="2037525"/>
                  </a:lnTo>
                  <a:lnTo>
                    <a:pt x="6048878" y="1994541"/>
                  </a:lnTo>
                  <a:lnTo>
                    <a:pt x="6098713" y="1951638"/>
                  </a:lnTo>
                  <a:lnTo>
                    <a:pt x="6148314" y="1909363"/>
                  </a:lnTo>
                  <a:lnTo>
                    <a:pt x="6197504" y="1868232"/>
                  </a:lnTo>
                  <a:lnTo>
                    <a:pt x="6246155" y="1828698"/>
                  </a:lnTo>
                  <a:lnTo>
                    <a:pt x="6294207" y="1791141"/>
                  </a:lnTo>
                  <a:lnTo>
                    <a:pt x="6341683" y="1755848"/>
                  </a:lnTo>
                  <a:lnTo>
                    <a:pt x="6388703" y="1723011"/>
                  </a:lnTo>
                  <a:lnTo>
                    <a:pt x="6435498" y="1692730"/>
                  </a:lnTo>
                  <a:lnTo>
                    <a:pt x="6482420" y="1665020"/>
                  </a:lnTo>
                  <a:lnTo>
                    <a:pt x="6515891" y="1646971"/>
                  </a:lnTo>
                  <a:lnTo>
                    <a:pt x="6564039" y="1623603"/>
                  </a:lnTo>
                  <a:lnTo>
                    <a:pt x="6613908" y="1602672"/>
                  </a:lnTo>
                  <a:lnTo>
                    <a:pt x="6666339" y="1584041"/>
                  </a:lnTo>
                  <a:lnTo>
                    <a:pt x="6722270" y="1567487"/>
                  </a:lnTo>
                  <a:lnTo>
                    <a:pt x="6782645" y="1552761"/>
                  </a:lnTo>
                  <a:lnTo>
                    <a:pt x="6848332" y="1539630"/>
                  </a:lnTo>
                  <a:lnTo>
                    <a:pt x="6920001" y="1527891"/>
                  </a:lnTo>
                  <a:lnTo>
                    <a:pt x="6997973" y="1517385"/>
                  </a:lnTo>
                  <a:lnTo>
                    <a:pt x="7082011" y="1508003"/>
                  </a:lnTo>
                  <a:lnTo>
                    <a:pt x="7171094" y="1499680"/>
                  </a:lnTo>
                  <a:lnTo>
                    <a:pt x="7263197" y="1492400"/>
                  </a:lnTo>
                  <a:lnTo>
                    <a:pt x="7355195" y="1486175"/>
                  </a:lnTo>
                  <a:lnTo>
                    <a:pt x="7443002" y="1481034"/>
                  </a:lnTo>
                  <a:lnTo>
                    <a:pt x="7522051" y="1476986"/>
                  </a:lnTo>
                  <a:lnTo>
                    <a:pt x="7588098" y="1474003"/>
                  </a:lnTo>
                  <a:lnTo>
                    <a:pt x="7638177" y="1471993"/>
                  </a:lnTo>
                  <a:lnTo>
                    <a:pt x="7671386" y="1470801"/>
                  </a:lnTo>
                  <a:lnTo>
                    <a:pt x="7689249" y="1470226"/>
                  </a:lnTo>
                  <a:lnTo>
                    <a:pt x="7695601" y="1470041"/>
                  </a:lnTo>
                  <a:lnTo>
                    <a:pt x="7696237" y="1470024"/>
                  </a:lnTo>
                  <a:lnTo>
                    <a:pt x="8234974" y="14700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4" name="pl514"/>
            <p:cNvSpPr/>
            <p:nvPr/>
          </p:nvSpPr>
          <p:spPr>
            <a:xfrm>
              <a:off x="546595" y="3015383"/>
              <a:ext cx="8234974" cy="2531708"/>
            </a:xfrm>
            <a:custGeom>
              <a:avLst/>
              <a:pathLst>
                <a:path w="8234974" h="2531708">
                  <a:moveTo>
                    <a:pt x="8234974" y="1470024"/>
                  </a:moveTo>
                  <a:lnTo>
                    <a:pt x="7696237" y="1470024"/>
                  </a:lnTo>
                  <a:lnTo>
                    <a:pt x="7694956" y="1470059"/>
                  </a:lnTo>
                  <a:lnTo>
                    <a:pt x="7686591" y="1470307"/>
                  </a:lnTo>
                  <a:lnTo>
                    <a:pt x="7665727" y="1470995"/>
                  </a:lnTo>
                  <a:lnTo>
                    <a:pt x="7628992" y="1472344"/>
                  </a:lnTo>
                  <a:lnTo>
                    <a:pt x="7575380" y="1474549"/>
                  </a:lnTo>
                  <a:lnTo>
                    <a:pt x="7506277" y="1477752"/>
                  </a:lnTo>
                  <a:lnTo>
                    <a:pt x="7424996" y="1482030"/>
                  </a:lnTo>
                  <a:lnTo>
                    <a:pt x="7335927" y="1487403"/>
                  </a:lnTo>
                  <a:lnTo>
                    <a:pt x="7243594" y="1493853"/>
                  </a:lnTo>
                  <a:lnTo>
                    <a:pt x="7151906" y="1501354"/>
                  </a:lnTo>
                  <a:lnTo>
                    <a:pt x="7063758" y="1509898"/>
                  </a:lnTo>
                  <a:lnTo>
                    <a:pt x="6980948" y="1519512"/>
                  </a:lnTo>
                  <a:lnTo>
                    <a:pt x="6904313" y="1530268"/>
                  </a:lnTo>
                  <a:lnTo>
                    <a:pt x="6833951" y="1542287"/>
                  </a:lnTo>
                  <a:lnTo>
                    <a:pt x="6769453" y="1555737"/>
                  </a:lnTo>
                  <a:lnTo>
                    <a:pt x="6710094" y="1570829"/>
                  </a:lnTo>
                  <a:lnTo>
                    <a:pt x="6654984" y="1587803"/>
                  </a:lnTo>
                  <a:lnTo>
                    <a:pt x="6603171" y="1606903"/>
                  </a:lnTo>
                  <a:lnTo>
                    <a:pt x="6553731" y="1628343"/>
                  </a:lnTo>
                  <a:lnTo>
                    <a:pt x="6515891" y="1646971"/>
                  </a:lnTo>
                  <a:lnTo>
                    <a:pt x="6468590" y="1672900"/>
                  </a:lnTo>
                  <a:lnTo>
                    <a:pt x="6421750" y="1701363"/>
                  </a:lnTo>
                  <a:lnTo>
                    <a:pt x="6374919" y="1732400"/>
                  </a:lnTo>
                  <a:lnTo>
                    <a:pt x="6327784" y="1765973"/>
                  </a:lnTo>
                  <a:lnTo>
                    <a:pt x="6280146" y="1801956"/>
                  </a:lnTo>
                  <a:lnTo>
                    <a:pt x="6231917" y="1840128"/>
                  </a:lnTo>
                  <a:lnTo>
                    <a:pt x="6183098" y="1880174"/>
                  </a:lnTo>
                  <a:lnTo>
                    <a:pt x="6133771" y="1921692"/>
                  </a:lnTo>
                  <a:lnTo>
                    <a:pt x="6084081" y="1964207"/>
                  </a:lnTo>
                  <a:lnTo>
                    <a:pt x="6034215" y="2007191"/>
                  </a:lnTo>
                  <a:lnTo>
                    <a:pt x="5984379" y="2050094"/>
                  </a:lnTo>
                  <a:lnTo>
                    <a:pt x="5934778" y="2092368"/>
                  </a:lnTo>
                  <a:lnTo>
                    <a:pt x="5885588" y="2133500"/>
                  </a:lnTo>
                  <a:lnTo>
                    <a:pt x="5836937" y="2173033"/>
                  </a:lnTo>
                  <a:lnTo>
                    <a:pt x="5788886" y="2210590"/>
                  </a:lnTo>
                  <a:lnTo>
                    <a:pt x="5741410" y="2245884"/>
                  </a:lnTo>
                  <a:lnTo>
                    <a:pt x="5694389" y="2278721"/>
                  </a:lnTo>
                  <a:lnTo>
                    <a:pt x="5647594" y="2309001"/>
                  </a:lnTo>
                  <a:lnTo>
                    <a:pt x="5600672" y="2336712"/>
                  </a:lnTo>
                  <a:lnTo>
                    <a:pt x="5567201" y="2354761"/>
                  </a:lnTo>
                  <a:lnTo>
                    <a:pt x="5519054" y="2378128"/>
                  </a:lnTo>
                  <a:lnTo>
                    <a:pt x="5469185" y="2399059"/>
                  </a:lnTo>
                  <a:lnTo>
                    <a:pt x="5416753" y="2417690"/>
                  </a:lnTo>
                  <a:lnTo>
                    <a:pt x="5360823" y="2434245"/>
                  </a:lnTo>
                  <a:lnTo>
                    <a:pt x="5300447" y="2448970"/>
                  </a:lnTo>
                  <a:lnTo>
                    <a:pt x="5234760" y="2462102"/>
                  </a:lnTo>
                  <a:lnTo>
                    <a:pt x="5163091" y="2473841"/>
                  </a:lnTo>
                  <a:lnTo>
                    <a:pt x="5085120" y="2484346"/>
                  </a:lnTo>
                  <a:lnTo>
                    <a:pt x="5001081" y="2493729"/>
                  </a:lnTo>
                  <a:lnTo>
                    <a:pt x="4911998" y="2502052"/>
                  </a:lnTo>
                  <a:lnTo>
                    <a:pt x="4819895" y="2509332"/>
                  </a:lnTo>
                  <a:lnTo>
                    <a:pt x="4727898" y="2515556"/>
                  </a:lnTo>
                  <a:lnTo>
                    <a:pt x="4640091" y="2520698"/>
                  </a:lnTo>
                  <a:lnTo>
                    <a:pt x="4561042" y="2524746"/>
                  </a:lnTo>
                  <a:lnTo>
                    <a:pt x="4494994" y="2527729"/>
                  </a:lnTo>
                  <a:lnTo>
                    <a:pt x="4444915" y="2529739"/>
                  </a:lnTo>
                  <a:lnTo>
                    <a:pt x="4411706" y="2530930"/>
                  </a:lnTo>
                  <a:lnTo>
                    <a:pt x="4393843" y="2531506"/>
                  </a:lnTo>
                  <a:lnTo>
                    <a:pt x="4387491" y="2531691"/>
                  </a:lnTo>
                  <a:lnTo>
                    <a:pt x="4386855" y="2531708"/>
                  </a:lnTo>
                  <a:lnTo>
                    <a:pt x="3848118" y="2531708"/>
                  </a:lnTo>
                  <a:lnTo>
                    <a:pt x="3846926" y="2531631"/>
                  </a:lnTo>
                  <a:lnTo>
                    <a:pt x="3839129" y="2531080"/>
                  </a:lnTo>
                  <a:lnTo>
                    <a:pt x="3819630" y="2529559"/>
                  </a:lnTo>
                  <a:lnTo>
                    <a:pt x="3785171" y="2526570"/>
                  </a:lnTo>
                  <a:lnTo>
                    <a:pt x="3734624" y="2521675"/>
                  </a:lnTo>
                  <a:lnTo>
                    <a:pt x="3669048" y="2514545"/>
                  </a:lnTo>
                  <a:lnTo>
                    <a:pt x="3591327" y="2504990"/>
                  </a:lnTo>
                  <a:lnTo>
                    <a:pt x="3505450" y="2492949"/>
                  </a:lnTo>
                  <a:lnTo>
                    <a:pt x="3415661" y="2478451"/>
                  </a:lnTo>
                  <a:lnTo>
                    <a:pt x="3325753" y="2461555"/>
                  </a:lnTo>
                  <a:lnTo>
                    <a:pt x="3238649" y="2442293"/>
                  </a:lnTo>
                  <a:lnTo>
                    <a:pt x="3156273" y="2420629"/>
                  </a:lnTo>
                  <a:lnTo>
                    <a:pt x="3079631" y="2396431"/>
                  </a:lnTo>
                  <a:lnTo>
                    <a:pt x="3008996" y="2369464"/>
                  </a:lnTo>
                  <a:lnTo>
                    <a:pt x="2944120" y="2339388"/>
                  </a:lnTo>
                  <a:lnTo>
                    <a:pt x="2884414" y="2305767"/>
                  </a:lnTo>
                  <a:lnTo>
                    <a:pt x="2829094" y="2268091"/>
                  </a:lnTo>
                  <a:lnTo>
                    <a:pt x="2777288" y="2225812"/>
                  </a:lnTo>
                  <a:lnTo>
                    <a:pt x="2728116" y="2178413"/>
                  </a:lnTo>
                  <a:lnTo>
                    <a:pt x="2680768" y="2125527"/>
                  </a:lnTo>
                  <a:lnTo>
                    <a:pt x="2667772" y="2109756"/>
                  </a:lnTo>
                  <a:lnTo>
                    <a:pt x="2630730" y="2061921"/>
                  </a:lnTo>
                  <a:lnTo>
                    <a:pt x="2594040" y="2010416"/>
                  </a:lnTo>
                  <a:lnTo>
                    <a:pt x="2557462" y="1955167"/>
                  </a:lnTo>
                  <a:lnTo>
                    <a:pt x="2520813" y="1896167"/>
                  </a:lnTo>
                  <a:lnTo>
                    <a:pt x="2483955" y="1833481"/>
                  </a:lnTo>
                  <a:lnTo>
                    <a:pt x="2446796" y="1767255"/>
                  </a:lnTo>
                  <a:lnTo>
                    <a:pt x="2409284" y="1697720"/>
                  </a:lnTo>
                  <a:lnTo>
                    <a:pt x="2371403" y="1625189"/>
                  </a:lnTo>
                  <a:lnTo>
                    <a:pt x="2333168" y="1550061"/>
                  </a:lnTo>
                  <a:lnTo>
                    <a:pt x="2294624" y="1472808"/>
                  </a:lnTo>
                  <a:lnTo>
                    <a:pt x="2255839" y="1393967"/>
                  </a:lnTo>
                  <a:lnTo>
                    <a:pt x="2216898" y="1314126"/>
                  </a:lnTo>
                  <a:lnTo>
                    <a:pt x="2177896" y="1233905"/>
                  </a:lnTo>
                  <a:lnTo>
                    <a:pt x="2138934" y="1153935"/>
                  </a:lnTo>
                  <a:lnTo>
                    <a:pt x="2100110" y="1074842"/>
                  </a:lnTo>
                  <a:lnTo>
                    <a:pt x="2061511" y="997220"/>
                  </a:lnTo>
                  <a:lnTo>
                    <a:pt x="2023209" y="921618"/>
                  </a:lnTo>
                  <a:lnTo>
                    <a:pt x="1985253" y="848524"/>
                  </a:lnTo>
                  <a:lnTo>
                    <a:pt x="1947667" y="778351"/>
                  </a:lnTo>
                  <a:lnTo>
                    <a:pt x="1910439" y="711430"/>
                  </a:lnTo>
                  <a:lnTo>
                    <a:pt x="1873526" y="648009"/>
                  </a:lnTo>
                  <a:lnTo>
                    <a:pt x="1836843" y="588250"/>
                  </a:lnTo>
                  <a:lnTo>
                    <a:pt x="1800264" y="532236"/>
                  </a:lnTo>
                  <a:lnTo>
                    <a:pt x="1763615" y="479972"/>
                  </a:lnTo>
                  <a:lnTo>
                    <a:pt x="1726667" y="431399"/>
                  </a:lnTo>
                  <a:lnTo>
                    <a:pt x="1719082" y="421951"/>
                  </a:lnTo>
                  <a:lnTo>
                    <a:pt x="1672118" y="367508"/>
                  </a:lnTo>
                  <a:lnTo>
                    <a:pt x="1623533" y="318602"/>
                  </a:lnTo>
                  <a:lnTo>
                    <a:pt x="1572549" y="274941"/>
                  </a:lnTo>
                  <a:lnTo>
                    <a:pt x="1518300" y="236035"/>
                  </a:lnTo>
                  <a:lnTo>
                    <a:pt x="1459904" y="201335"/>
                  </a:lnTo>
                  <a:lnTo>
                    <a:pt x="1396542" y="170316"/>
                  </a:lnTo>
                  <a:lnTo>
                    <a:pt x="1327559" y="142519"/>
                  </a:lnTo>
                  <a:lnTo>
                    <a:pt x="1252594" y="117576"/>
                  </a:lnTo>
                  <a:lnTo>
                    <a:pt x="1171754" y="95221"/>
                  </a:lnTo>
                  <a:lnTo>
                    <a:pt x="1085820" y="75295"/>
                  </a:lnTo>
                  <a:lnTo>
                    <a:pt x="996444" y="57737"/>
                  </a:lnTo>
                  <a:lnTo>
                    <a:pt x="906271" y="42564"/>
                  </a:lnTo>
                  <a:lnTo>
                    <a:pt x="818882" y="29831"/>
                  </a:lnTo>
                  <a:lnTo>
                    <a:pt x="738456" y="19583"/>
                  </a:lnTo>
                  <a:lnTo>
                    <a:pt x="669134" y="11788"/>
                  </a:lnTo>
                  <a:lnTo>
                    <a:pt x="614192" y="6297"/>
                  </a:lnTo>
                  <a:lnTo>
                    <a:pt x="575255" y="2816"/>
                  </a:lnTo>
                  <a:lnTo>
                    <a:pt x="551819" y="933"/>
                  </a:lnTo>
                  <a:lnTo>
                    <a:pt x="541193" y="162"/>
                  </a:lnTo>
                  <a:lnTo>
                    <a:pt x="538763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5" name="pg515"/>
            <p:cNvSpPr/>
            <p:nvPr/>
          </p:nvSpPr>
          <p:spPr>
            <a:xfrm>
              <a:off x="546595" y="3020827"/>
              <a:ext cx="8234974" cy="2553486"/>
            </a:xfrm>
            <a:custGeom>
              <a:avLst/>
              <a:pathLst>
                <a:path w="8234974" h="2553486">
                  <a:moveTo>
                    <a:pt x="0" y="10889"/>
                  </a:moveTo>
                  <a:lnTo>
                    <a:pt x="538736" y="10889"/>
                  </a:lnTo>
                  <a:lnTo>
                    <a:pt x="539928" y="10966"/>
                  </a:lnTo>
                  <a:lnTo>
                    <a:pt x="547720" y="11518"/>
                  </a:lnTo>
                  <a:lnTo>
                    <a:pt x="567205" y="13046"/>
                  </a:lnTo>
                  <a:lnTo>
                    <a:pt x="601642" y="16045"/>
                  </a:lnTo>
                  <a:lnTo>
                    <a:pt x="652160" y="20957"/>
                  </a:lnTo>
                  <a:lnTo>
                    <a:pt x="717701" y="28113"/>
                  </a:lnTo>
                  <a:lnTo>
                    <a:pt x="795386" y="37703"/>
                  </a:lnTo>
                  <a:lnTo>
                    <a:pt x="881231" y="49788"/>
                  </a:lnTo>
                  <a:lnTo>
                    <a:pt x="970995" y="64340"/>
                  </a:lnTo>
                  <a:lnTo>
                    <a:pt x="1060885" y="81299"/>
                  </a:lnTo>
                  <a:lnTo>
                    <a:pt x="1147977" y="100633"/>
                  </a:lnTo>
                  <a:lnTo>
                    <a:pt x="1230348" y="122378"/>
                  </a:lnTo>
                  <a:lnTo>
                    <a:pt x="1306990" y="146666"/>
                  </a:lnTo>
                  <a:lnTo>
                    <a:pt x="1377627" y="173733"/>
                  </a:lnTo>
                  <a:lnTo>
                    <a:pt x="1442506" y="203919"/>
                  </a:lnTo>
                  <a:lnTo>
                    <a:pt x="1502216" y="237662"/>
                  </a:lnTo>
                  <a:lnTo>
                    <a:pt x="1557539" y="275473"/>
                  </a:lnTo>
                  <a:lnTo>
                    <a:pt x="1609345" y="317903"/>
                  </a:lnTo>
                  <a:lnTo>
                    <a:pt x="1658515" y="365470"/>
                  </a:lnTo>
                  <a:lnTo>
                    <a:pt x="1705858" y="418543"/>
                  </a:lnTo>
                  <a:lnTo>
                    <a:pt x="1719082" y="434655"/>
                  </a:lnTo>
                  <a:lnTo>
                    <a:pt x="1756064" y="482615"/>
                  </a:lnTo>
                  <a:lnTo>
                    <a:pt x="1792695" y="534248"/>
                  </a:lnTo>
                  <a:lnTo>
                    <a:pt x="1829213" y="589628"/>
                  </a:lnTo>
                  <a:lnTo>
                    <a:pt x="1865802" y="648765"/>
                  </a:lnTo>
                  <a:lnTo>
                    <a:pt x="1902598" y="711591"/>
                  </a:lnTo>
                  <a:lnTo>
                    <a:pt x="1939693" y="777962"/>
                  </a:lnTo>
                  <a:lnTo>
                    <a:pt x="1977140" y="847649"/>
                  </a:lnTo>
                  <a:lnTo>
                    <a:pt x="2014955" y="920338"/>
                  </a:lnTo>
                  <a:lnTo>
                    <a:pt x="2053123" y="995633"/>
                  </a:lnTo>
                  <a:lnTo>
                    <a:pt x="2091600" y="1073063"/>
                  </a:lnTo>
                  <a:lnTo>
                    <a:pt x="2130318" y="1152092"/>
                  </a:lnTo>
                  <a:lnTo>
                    <a:pt x="2169194" y="1232132"/>
                  </a:lnTo>
                  <a:lnTo>
                    <a:pt x="2208132" y="1312566"/>
                  </a:lnTo>
                  <a:lnTo>
                    <a:pt x="2247032" y="1392761"/>
                  </a:lnTo>
                  <a:lnTo>
                    <a:pt x="2285797" y="1472093"/>
                  </a:lnTo>
                  <a:lnTo>
                    <a:pt x="2324340" y="1549966"/>
                  </a:lnTo>
                  <a:lnTo>
                    <a:pt x="2362588" y="1625830"/>
                  </a:lnTo>
                  <a:lnTo>
                    <a:pt x="2400492" y="1699197"/>
                  </a:lnTo>
                  <a:lnTo>
                    <a:pt x="2438029" y="1769651"/>
                  </a:lnTo>
                  <a:lnTo>
                    <a:pt x="2475206" y="1836858"/>
                  </a:lnTo>
                  <a:lnTo>
                    <a:pt x="2512069" y="1900568"/>
                  </a:lnTo>
                  <a:lnTo>
                    <a:pt x="2548698" y="1960617"/>
                  </a:lnTo>
                  <a:lnTo>
                    <a:pt x="2585218" y="2016918"/>
                  </a:lnTo>
                  <a:lnTo>
                    <a:pt x="2621801" y="2069465"/>
                  </a:lnTo>
                  <a:lnTo>
                    <a:pt x="2658672" y="2118313"/>
                  </a:lnTo>
                  <a:lnTo>
                    <a:pt x="2667772" y="2129720"/>
                  </a:lnTo>
                  <a:lnTo>
                    <a:pt x="2714725" y="2184384"/>
                  </a:lnTo>
                  <a:lnTo>
                    <a:pt x="2763298" y="2233490"/>
                  </a:lnTo>
                  <a:lnTo>
                    <a:pt x="2814267" y="2277332"/>
                  </a:lnTo>
                  <a:lnTo>
                    <a:pt x="2868500" y="2316400"/>
                  </a:lnTo>
                  <a:lnTo>
                    <a:pt x="2926877" y="2351244"/>
                  </a:lnTo>
                  <a:lnTo>
                    <a:pt x="2990216" y="2382394"/>
                  </a:lnTo>
                  <a:lnTo>
                    <a:pt x="3059173" y="2410308"/>
                  </a:lnTo>
                  <a:lnTo>
                    <a:pt x="3134109" y="2435358"/>
                  </a:lnTo>
                  <a:lnTo>
                    <a:pt x="3214917" y="2457808"/>
                  </a:lnTo>
                  <a:lnTo>
                    <a:pt x="3300820" y="2477821"/>
                  </a:lnTo>
                  <a:lnTo>
                    <a:pt x="3390168" y="2495456"/>
                  </a:lnTo>
                  <a:lnTo>
                    <a:pt x="3480321" y="2510697"/>
                  </a:lnTo>
                  <a:lnTo>
                    <a:pt x="3567704" y="2523489"/>
                  </a:lnTo>
                  <a:lnTo>
                    <a:pt x="3648141" y="2533788"/>
                  </a:lnTo>
                  <a:lnTo>
                    <a:pt x="3717492" y="2541622"/>
                  </a:lnTo>
                  <a:lnTo>
                    <a:pt x="3772479" y="2547144"/>
                  </a:lnTo>
                  <a:lnTo>
                    <a:pt x="3811471" y="2550647"/>
                  </a:lnTo>
                  <a:lnTo>
                    <a:pt x="3834964" y="2552543"/>
                  </a:lnTo>
                  <a:lnTo>
                    <a:pt x="3845636" y="2553321"/>
                  </a:lnTo>
                  <a:lnTo>
                    <a:pt x="3848118" y="2553486"/>
                  </a:lnTo>
                  <a:lnTo>
                    <a:pt x="4386855" y="2553486"/>
                  </a:lnTo>
                  <a:lnTo>
                    <a:pt x="4388148" y="2553462"/>
                  </a:lnTo>
                  <a:lnTo>
                    <a:pt x="4396581" y="2553287"/>
                  </a:lnTo>
                  <a:lnTo>
                    <a:pt x="4417608" y="2552803"/>
                  </a:lnTo>
                  <a:lnTo>
                    <a:pt x="4454616" y="2551854"/>
                  </a:lnTo>
                  <a:lnTo>
                    <a:pt x="4508592" y="2550303"/>
                  </a:lnTo>
                  <a:lnTo>
                    <a:pt x="4578111" y="2548052"/>
                  </a:lnTo>
                  <a:lnTo>
                    <a:pt x="4659808" y="2545045"/>
                  </a:lnTo>
                  <a:lnTo>
                    <a:pt x="4749245" y="2541271"/>
                  </a:lnTo>
                  <a:lnTo>
                    <a:pt x="4841867" y="2536742"/>
                  </a:lnTo>
                  <a:lnTo>
                    <a:pt x="4933751" y="2531476"/>
                  </a:lnTo>
                  <a:lnTo>
                    <a:pt x="5022011" y="2525478"/>
                  </a:lnTo>
                  <a:lnTo>
                    <a:pt x="5104862" y="2518729"/>
                  </a:lnTo>
                  <a:lnTo>
                    <a:pt x="5181490" y="2511176"/>
                  </a:lnTo>
                  <a:lnTo>
                    <a:pt x="5251816" y="2502734"/>
                  </a:lnTo>
                  <a:lnTo>
                    <a:pt x="5316269" y="2493282"/>
                  </a:lnTo>
                  <a:lnTo>
                    <a:pt x="5375589" y="2482672"/>
                  </a:lnTo>
                  <a:lnTo>
                    <a:pt x="5430680" y="2470735"/>
                  </a:lnTo>
                  <a:lnTo>
                    <a:pt x="5482501" y="2457297"/>
                  </a:lnTo>
                  <a:lnTo>
                    <a:pt x="5531980" y="2442212"/>
                  </a:lnTo>
                  <a:lnTo>
                    <a:pt x="5567201" y="2430077"/>
                  </a:lnTo>
                  <a:lnTo>
                    <a:pt x="5616947" y="2411004"/>
                  </a:lnTo>
                  <a:lnTo>
                    <a:pt x="5666211" y="2389973"/>
                  </a:lnTo>
                  <a:lnTo>
                    <a:pt x="5715505" y="2366955"/>
                  </a:lnTo>
                  <a:lnTo>
                    <a:pt x="5765179" y="2341991"/>
                  </a:lnTo>
                  <a:lnTo>
                    <a:pt x="5815436" y="2315197"/>
                  </a:lnTo>
                  <a:lnTo>
                    <a:pt x="5866357" y="2286770"/>
                  </a:lnTo>
                  <a:lnTo>
                    <a:pt x="5917910" y="2256987"/>
                  </a:lnTo>
                  <a:lnTo>
                    <a:pt x="5969973" y="2226197"/>
                  </a:lnTo>
                  <a:lnTo>
                    <a:pt x="6022355" y="2194803"/>
                  </a:lnTo>
                  <a:lnTo>
                    <a:pt x="6074827" y="2163245"/>
                  </a:lnTo>
                  <a:lnTo>
                    <a:pt x="6127146" y="2131971"/>
                  </a:lnTo>
                  <a:lnTo>
                    <a:pt x="6179088" y="2101413"/>
                  </a:lnTo>
                  <a:lnTo>
                    <a:pt x="6230479" y="2071963"/>
                  </a:lnTo>
                  <a:lnTo>
                    <a:pt x="6281221" y="2043951"/>
                  </a:lnTo>
                  <a:lnTo>
                    <a:pt x="6331309" y="2017632"/>
                  </a:lnTo>
                  <a:lnTo>
                    <a:pt x="6380855" y="1993183"/>
                  </a:lnTo>
                  <a:lnTo>
                    <a:pt x="6430100" y="1970698"/>
                  </a:lnTo>
                  <a:lnTo>
                    <a:pt x="6479435" y="1950198"/>
                  </a:lnTo>
                  <a:lnTo>
                    <a:pt x="6515891" y="1936439"/>
                  </a:lnTo>
                  <a:lnTo>
                    <a:pt x="6564177" y="1920098"/>
                  </a:lnTo>
                  <a:lnTo>
                    <a:pt x="6614197" y="1905465"/>
                  </a:lnTo>
                  <a:lnTo>
                    <a:pt x="6666800" y="1892445"/>
                  </a:lnTo>
                  <a:lnTo>
                    <a:pt x="6722929" y="1880880"/>
                  </a:lnTo>
                  <a:lnTo>
                    <a:pt x="6783540" y="1870596"/>
                  </a:lnTo>
                  <a:lnTo>
                    <a:pt x="6849503" y="1861428"/>
                  </a:lnTo>
                  <a:lnTo>
                    <a:pt x="6921491" y="1853234"/>
                  </a:lnTo>
                  <a:lnTo>
                    <a:pt x="6999818" y="1845904"/>
                  </a:lnTo>
                  <a:lnTo>
                    <a:pt x="7084234" y="1839360"/>
                  </a:lnTo>
                  <a:lnTo>
                    <a:pt x="7173683" y="1833558"/>
                  </a:lnTo>
                  <a:lnTo>
                    <a:pt x="7266094" y="1828488"/>
                  </a:lnTo>
                  <a:lnTo>
                    <a:pt x="7358284" y="1824159"/>
                  </a:lnTo>
                  <a:lnTo>
                    <a:pt x="7446107" y="1820590"/>
                  </a:lnTo>
                  <a:lnTo>
                    <a:pt x="7524952" y="1817788"/>
                  </a:lnTo>
                  <a:lnTo>
                    <a:pt x="7590573" y="1815732"/>
                  </a:lnTo>
                  <a:lnTo>
                    <a:pt x="7640051" y="1814353"/>
                  </a:lnTo>
                  <a:lnTo>
                    <a:pt x="7672580" y="1813544"/>
                  </a:lnTo>
                  <a:lnTo>
                    <a:pt x="7689812" y="1813158"/>
                  </a:lnTo>
                  <a:lnTo>
                    <a:pt x="7695721" y="1813039"/>
                  </a:lnTo>
                  <a:lnTo>
                    <a:pt x="7696237" y="1813029"/>
                  </a:lnTo>
                  <a:lnTo>
                    <a:pt x="8234974" y="1813029"/>
                  </a:lnTo>
                  <a:lnTo>
                    <a:pt x="8234974" y="1802140"/>
                  </a:lnTo>
                  <a:lnTo>
                    <a:pt x="7696237" y="1802140"/>
                  </a:lnTo>
                  <a:lnTo>
                    <a:pt x="7694945" y="1802165"/>
                  </a:lnTo>
                  <a:lnTo>
                    <a:pt x="7686512" y="1802340"/>
                  </a:lnTo>
                  <a:lnTo>
                    <a:pt x="7665484" y="1802823"/>
                  </a:lnTo>
                  <a:lnTo>
                    <a:pt x="7628477" y="1803772"/>
                  </a:lnTo>
                  <a:lnTo>
                    <a:pt x="7574501" y="1805323"/>
                  </a:lnTo>
                  <a:lnTo>
                    <a:pt x="7504981" y="1807575"/>
                  </a:lnTo>
                  <a:lnTo>
                    <a:pt x="7423284" y="1810581"/>
                  </a:lnTo>
                  <a:lnTo>
                    <a:pt x="7333847" y="1814355"/>
                  </a:lnTo>
                  <a:lnTo>
                    <a:pt x="7241226" y="1818884"/>
                  </a:lnTo>
                  <a:lnTo>
                    <a:pt x="7149341" y="1824151"/>
                  </a:lnTo>
                  <a:lnTo>
                    <a:pt x="7061082" y="1830148"/>
                  </a:lnTo>
                  <a:lnTo>
                    <a:pt x="6978231" y="1836898"/>
                  </a:lnTo>
                  <a:lnTo>
                    <a:pt x="6901603" y="1844450"/>
                  </a:lnTo>
                  <a:lnTo>
                    <a:pt x="6831277" y="1852892"/>
                  </a:lnTo>
                  <a:lnTo>
                    <a:pt x="6766823" y="1862344"/>
                  </a:lnTo>
                  <a:lnTo>
                    <a:pt x="6707503" y="1872954"/>
                  </a:lnTo>
                  <a:lnTo>
                    <a:pt x="6652412" y="1884892"/>
                  </a:lnTo>
                  <a:lnTo>
                    <a:pt x="6600592" y="1898330"/>
                  </a:lnTo>
                  <a:lnTo>
                    <a:pt x="6551113" y="1913414"/>
                  </a:lnTo>
                  <a:lnTo>
                    <a:pt x="6515891" y="1925550"/>
                  </a:lnTo>
                  <a:lnTo>
                    <a:pt x="6466145" y="1944622"/>
                  </a:lnTo>
                  <a:lnTo>
                    <a:pt x="6416882" y="1965653"/>
                  </a:lnTo>
                  <a:lnTo>
                    <a:pt x="6367587" y="1988671"/>
                  </a:lnTo>
                  <a:lnTo>
                    <a:pt x="6317914" y="2013635"/>
                  </a:lnTo>
                  <a:lnTo>
                    <a:pt x="6267656" y="2040429"/>
                  </a:lnTo>
                  <a:lnTo>
                    <a:pt x="6216735" y="2068856"/>
                  </a:lnTo>
                  <a:lnTo>
                    <a:pt x="6165183" y="2098639"/>
                  </a:lnTo>
                  <a:lnTo>
                    <a:pt x="6113120" y="2129430"/>
                  </a:lnTo>
                  <a:lnTo>
                    <a:pt x="6060737" y="2160823"/>
                  </a:lnTo>
                  <a:lnTo>
                    <a:pt x="6008265" y="2192382"/>
                  </a:lnTo>
                  <a:lnTo>
                    <a:pt x="5955947" y="2223656"/>
                  </a:lnTo>
                  <a:lnTo>
                    <a:pt x="5904005" y="2254213"/>
                  </a:lnTo>
                  <a:lnTo>
                    <a:pt x="5852613" y="2283663"/>
                  </a:lnTo>
                  <a:lnTo>
                    <a:pt x="5801872" y="2311676"/>
                  </a:lnTo>
                  <a:lnTo>
                    <a:pt x="5751784" y="2337994"/>
                  </a:lnTo>
                  <a:lnTo>
                    <a:pt x="5702238" y="2362444"/>
                  </a:lnTo>
                  <a:lnTo>
                    <a:pt x="5652992" y="2384928"/>
                  </a:lnTo>
                  <a:lnTo>
                    <a:pt x="5603657" y="2405428"/>
                  </a:lnTo>
                  <a:lnTo>
                    <a:pt x="5567201" y="2419188"/>
                  </a:lnTo>
                  <a:lnTo>
                    <a:pt x="5518915" y="2435529"/>
                  </a:lnTo>
                  <a:lnTo>
                    <a:pt x="5468895" y="2450161"/>
                  </a:lnTo>
                  <a:lnTo>
                    <a:pt x="5416293" y="2463181"/>
                  </a:lnTo>
                  <a:lnTo>
                    <a:pt x="5360163" y="2474746"/>
                  </a:lnTo>
                  <a:lnTo>
                    <a:pt x="5299553" y="2485030"/>
                  </a:lnTo>
                  <a:lnTo>
                    <a:pt x="5233590" y="2494198"/>
                  </a:lnTo>
                  <a:lnTo>
                    <a:pt x="5161601" y="2502392"/>
                  </a:lnTo>
                  <a:lnTo>
                    <a:pt x="5083274" y="2509722"/>
                  </a:lnTo>
                  <a:lnTo>
                    <a:pt x="4998859" y="2516267"/>
                  </a:lnTo>
                  <a:lnTo>
                    <a:pt x="4909410" y="2522068"/>
                  </a:lnTo>
                  <a:lnTo>
                    <a:pt x="4816998" y="2527138"/>
                  </a:lnTo>
                  <a:lnTo>
                    <a:pt x="4724808" y="2531467"/>
                  </a:lnTo>
                  <a:lnTo>
                    <a:pt x="4636986" y="2535036"/>
                  </a:lnTo>
                  <a:lnTo>
                    <a:pt x="4558140" y="2537838"/>
                  </a:lnTo>
                  <a:lnTo>
                    <a:pt x="4492519" y="2539895"/>
                  </a:lnTo>
                  <a:lnTo>
                    <a:pt x="4443042" y="2541273"/>
                  </a:lnTo>
                  <a:lnTo>
                    <a:pt x="4410512" y="2542083"/>
                  </a:lnTo>
                  <a:lnTo>
                    <a:pt x="4393280" y="2542468"/>
                  </a:lnTo>
                  <a:lnTo>
                    <a:pt x="4387371" y="2542587"/>
                  </a:lnTo>
                  <a:lnTo>
                    <a:pt x="4386855" y="2542597"/>
                  </a:lnTo>
                  <a:lnTo>
                    <a:pt x="3848118" y="2542597"/>
                  </a:lnTo>
                  <a:lnTo>
                    <a:pt x="3846927" y="2542520"/>
                  </a:lnTo>
                  <a:lnTo>
                    <a:pt x="3839135" y="2541967"/>
                  </a:lnTo>
                  <a:lnTo>
                    <a:pt x="3819650" y="2540440"/>
                  </a:lnTo>
                  <a:lnTo>
                    <a:pt x="3785213" y="2537441"/>
                  </a:lnTo>
                  <a:lnTo>
                    <a:pt x="3734695" y="2532528"/>
                  </a:lnTo>
                  <a:lnTo>
                    <a:pt x="3669153" y="2525373"/>
                  </a:lnTo>
                  <a:lnTo>
                    <a:pt x="3591468" y="2515782"/>
                  </a:lnTo>
                  <a:lnTo>
                    <a:pt x="3505623" y="2503697"/>
                  </a:lnTo>
                  <a:lnTo>
                    <a:pt x="3415859" y="2489146"/>
                  </a:lnTo>
                  <a:lnTo>
                    <a:pt x="3325970" y="2472187"/>
                  </a:lnTo>
                  <a:lnTo>
                    <a:pt x="3238877" y="2452853"/>
                  </a:lnTo>
                  <a:lnTo>
                    <a:pt x="3156507" y="2431107"/>
                  </a:lnTo>
                  <a:lnTo>
                    <a:pt x="3079865" y="2406819"/>
                  </a:lnTo>
                  <a:lnTo>
                    <a:pt x="3009228" y="2379753"/>
                  </a:lnTo>
                  <a:lnTo>
                    <a:pt x="2944348" y="2349566"/>
                  </a:lnTo>
                  <a:lnTo>
                    <a:pt x="2884638" y="2315824"/>
                  </a:lnTo>
                  <a:lnTo>
                    <a:pt x="2829316" y="2278013"/>
                  </a:lnTo>
                  <a:lnTo>
                    <a:pt x="2777509" y="2235583"/>
                  </a:lnTo>
                  <a:lnTo>
                    <a:pt x="2728339" y="2188016"/>
                  </a:lnTo>
                  <a:lnTo>
                    <a:pt x="2680996" y="2134942"/>
                  </a:lnTo>
                  <a:lnTo>
                    <a:pt x="2667772" y="2118831"/>
                  </a:lnTo>
                  <a:lnTo>
                    <a:pt x="2630790" y="2070871"/>
                  </a:lnTo>
                  <a:lnTo>
                    <a:pt x="2594160" y="2019238"/>
                  </a:lnTo>
                  <a:lnTo>
                    <a:pt x="2557641" y="1963857"/>
                  </a:lnTo>
                  <a:lnTo>
                    <a:pt x="2521052" y="1904721"/>
                  </a:lnTo>
                  <a:lnTo>
                    <a:pt x="2484256" y="1841895"/>
                  </a:lnTo>
                  <a:lnTo>
                    <a:pt x="2447161" y="1775524"/>
                  </a:lnTo>
                  <a:lnTo>
                    <a:pt x="2409715" y="1705837"/>
                  </a:lnTo>
                  <a:lnTo>
                    <a:pt x="2371899" y="1633148"/>
                  </a:lnTo>
                  <a:lnTo>
                    <a:pt x="2333732" y="1557852"/>
                  </a:lnTo>
                  <a:lnTo>
                    <a:pt x="2295255" y="1480422"/>
                  </a:lnTo>
                  <a:lnTo>
                    <a:pt x="2256537" y="1401394"/>
                  </a:lnTo>
                  <a:lnTo>
                    <a:pt x="2217661" y="1321353"/>
                  </a:lnTo>
                  <a:lnTo>
                    <a:pt x="2178723" y="1240920"/>
                  </a:lnTo>
                  <a:lnTo>
                    <a:pt x="2139823" y="1160725"/>
                  </a:lnTo>
                  <a:lnTo>
                    <a:pt x="2101058" y="1081393"/>
                  </a:lnTo>
                  <a:lnTo>
                    <a:pt x="2062515" y="1003520"/>
                  </a:lnTo>
                  <a:lnTo>
                    <a:pt x="2024267" y="927656"/>
                  </a:lnTo>
                  <a:lnTo>
                    <a:pt x="1986363" y="854289"/>
                  </a:lnTo>
                  <a:lnTo>
                    <a:pt x="1948826" y="783835"/>
                  </a:lnTo>
                  <a:lnTo>
                    <a:pt x="1911648" y="716628"/>
                  </a:lnTo>
                  <a:lnTo>
                    <a:pt x="1874786" y="652917"/>
                  </a:lnTo>
                  <a:lnTo>
                    <a:pt x="1838157" y="592869"/>
                  </a:lnTo>
                  <a:lnTo>
                    <a:pt x="1801637" y="536567"/>
                  </a:lnTo>
                  <a:lnTo>
                    <a:pt x="1765053" y="484021"/>
                  </a:lnTo>
                  <a:lnTo>
                    <a:pt x="1728183" y="435172"/>
                  </a:lnTo>
                  <a:lnTo>
                    <a:pt x="1719082" y="423766"/>
                  </a:lnTo>
                  <a:lnTo>
                    <a:pt x="1672130" y="369101"/>
                  </a:lnTo>
                  <a:lnTo>
                    <a:pt x="1623557" y="319995"/>
                  </a:lnTo>
                  <a:lnTo>
                    <a:pt x="1572587" y="276154"/>
                  </a:lnTo>
                  <a:lnTo>
                    <a:pt x="1518355" y="237086"/>
                  </a:lnTo>
                  <a:lnTo>
                    <a:pt x="1459978" y="202241"/>
                  </a:lnTo>
                  <a:lnTo>
                    <a:pt x="1396639" y="171092"/>
                  </a:lnTo>
                  <a:lnTo>
                    <a:pt x="1327682" y="143177"/>
                  </a:lnTo>
                  <a:lnTo>
                    <a:pt x="1252746" y="118128"/>
                  </a:lnTo>
                  <a:lnTo>
                    <a:pt x="1171937" y="95677"/>
                  </a:lnTo>
                  <a:lnTo>
                    <a:pt x="1086034" y="75665"/>
                  </a:lnTo>
                  <a:lnTo>
                    <a:pt x="996686" y="58030"/>
                  </a:lnTo>
                  <a:lnTo>
                    <a:pt x="906533" y="42788"/>
                  </a:lnTo>
                  <a:lnTo>
                    <a:pt x="819151" y="29996"/>
                  </a:lnTo>
                  <a:lnTo>
                    <a:pt x="738714" y="19698"/>
                  </a:lnTo>
                  <a:lnTo>
                    <a:pt x="669363" y="11863"/>
                  </a:lnTo>
                  <a:lnTo>
                    <a:pt x="614376" y="6341"/>
                  </a:lnTo>
                  <a:lnTo>
                    <a:pt x="575384" y="2839"/>
                  </a:lnTo>
                  <a:lnTo>
                    <a:pt x="551891" y="942"/>
                  </a:lnTo>
                  <a:lnTo>
                    <a:pt x="541219" y="16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16" name="pl516"/>
            <p:cNvSpPr/>
            <p:nvPr/>
          </p:nvSpPr>
          <p:spPr>
            <a:xfrm>
              <a:off x="546595" y="3031716"/>
              <a:ext cx="8234974" cy="2542597"/>
            </a:xfrm>
            <a:custGeom>
              <a:avLst/>
              <a:pathLst>
                <a:path w="8234974" h="2542597">
                  <a:moveTo>
                    <a:pt x="0" y="0"/>
                  </a:moveTo>
                  <a:lnTo>
                    <a:pt x="538736" y="0"/>
                  </a:lnTo>
                  <a:lnTo>
                    <a:pt x="539928" y="77"/>
                  </a:lnTo>
                  <a:lnTo>
                    <a:pt x="547720" y="629"/>
                  </a:lnTo>
                  <a:lnTo>
                    <a:pt x="567205" y="2156"/>
                  </a:lnTo>
                  <a:lnTo>
                    <a:pt x="601642" y="5156"/>
                  </a:lnTo>
                  <a:lnTo>
                    <a:pt x="652160" y="10068"/>
                  </a:lnTo>
                  <a:lnTo>
                    <a:pt x="717701" y="17224"/>
                  </a:lnTo>
                  <a:lnTo>
                    <a:pt x="795386" y="26814"/>
                  </a:lnTo>
                  <a:lnTo>
                    <a:pt x="881231" y="38899"/>
                  </a:lnTo>
                  <a:lnTo>
                    <a:pt x="970995" y="53451"/>
                  </a:lnTo>
                  <a:lnTo>
                    <a:pt x="1060885" y="70409"/>
                  </a:lnTo>
                  <a:lnTo>
                    <a:pt x="1147977" y="89743"/>
                  </a:lnTo>
                  <a:lnTo>
                    <a:pt x="1230348" y="111489"/>
                  </a:lnTo>
                  <a:lnTo>
                    <a:pt x="1306990" y="135777"/>
                  </a:lnTo>
                  <a:lnTo>
                    <a:pt x="1377627" y="162844"/>
                  </a:lnTo>
                  <a:lnTo>
                    <a:pt x="1442506" y="193030"/>
                  </a:lnTo>
                  <a:lnTo>
                    <a:pt x="1502216" y="226773"/>
                  </a:lnTo>
                  <a:lnTo>
                    <a:pt x="1557539" y="264584"/>
                  </a:lnTo>
                  <a:lnTo>
                    <a:pt x="1609345" y="307014"/>
                  </a:lnTo>
                  <a:lnTo>
                    <a:pt x="1658515" y="354581"/>
                  </a:lnTo>
                  <a:lnTo>
                    <a:pt x="1705858" y="407654"/>
                  </a:lnTo>
                  <a:lnTo>
                    <a:pt x="1719082" y="423766"/>
                  </a:lnTo>
                  <a:lnTo>
                    <a:pt x="1756064" y="471725"/>
                  </a:lnTo>
                  <a:lnTo>
                    <a:pt x="1792695" y="523359"/>
                  </a:lnTo>
                  <a:lnTo>
                    <a:pt x="1829213" y="578739"/>
                  </a:lnTo>
                  <a:lnTo>
                    <a:pt x="1865802" y="637876"/>
                  </a:lnTo>
                  <a:lnTo>
                    <a:pt x="1902598" y="700702"/>
                  </a:lnTo>
                  <a:lnTo>
                    <a:pt x="1939693" y="767073"/>
                  </a:lnTo>
                  <a:lnTo>
                    <a:pt x="1977140" y="836760"/>
                  </a:lnTo>
                  <a:lnTo>
                    <a:pt x="2014955" y="909449"/>
                  </a:lnTo>
                  <a:lnTo>
                    <a:pt x="2053123" y="984744"/>
                  </a:lnTo>
                  <a:lnTo>
                    <a:pt x="2091600" y="1062174"/>
                  </a:lnTo>
                  <a:lnTo>
                    <a:pt x="2130318" y="1141203"/>
                  </a:lnTo>
                  <a:lnTo>
                    <a:pt x="2169194" y="1221243"/>
                  </a:lnTo>
                  <a:lnTo>
                    <a:pt x="2208132" y="1301677"/>
                  </a:lnTo>
                  <a:lnTo>
                    <a:pt x="2247032" y="1381872"/>
                  </a:lnTo>
                  <a:lnTo>
                    <a:pt x="2285797" y="1461204"/>
                  </a:lnTo>
                  <a:lnTo>
                    <a:pt x="2324340" y="1539077"/>
                  </a:lnTo>
                  <a:lnTo>
                    <a:pt x="2362588" y="1614941"/>
                  </a:lnTo>
                  <a:lnTo>
                    <a:pt x="2400492" y="1688307"/>
                  </a:lnTo>
                  <a:lnTo>
                    <a:pt x="2438029" y="1758762"/>
                  </a:lnTo>
                  <a:lnTo>
                    <a:pt x="2475206" y="1825969"/>
                  </a:lnTo>
                  <a:lnTo>
                    <a:pt x="2512069" y="1889679"/>
                  </a:lnTo>
                  <a:lnTo>
                    <a:pt x="2548698" y="1949728"/>
                  </a:lnTo>
                  <a:lnTo>
                    <a:pt x="2585218" y="2006029"/>
                  </a:lnTo>
                  <a:lnTo>
                    <a:pt x="2621801" y="2058576"/>
                  </a:lnTo>
                  <a:lnTo>
                    <a:pt x="2658672" y="2107424"/>
                  </a:lnTo>
                  <a:lnTo>
                    <a:pt x="2667772" y="2118831"/>
                  </a:lnTo>
                  <a:lnTo>
                    <a:pt x="2714725" y="2173495"/>
                  </a:lnTo>
                  <a:lnTo>
                    <a:pt x="2763298" y="2222601"/>
                  </a:lnTo>
                  <a:lnTo>
                    <a:pt x="2814267" y="2266443"/>
                  </a:lnTo>
                  <a:lnTo>
                    <a:pt x="2868500" y="2305511"/>
                  </a:lnTo>
                  <a:lnTo>
                    <a:pt x="2926877" y="2340355"/>
                  </a:lnTo>
                  <a:lnTo>
                    <a:pt x="2990216" y="2371505"/>
                  </a:lnTo>
                  <a:lnTo>
                    <a:pt x="3059173" y="2399419"/>
                  </a:lnTo>
                  <a:lnTo>
                    <a:pt x="3134109" y="2424469"/>
                  </a:lnTo>
                  <a:lnTo>
                    <a:pt x="3214917" y="2446919"/>
                  </a:lnTo>
                  <a:lnTo>
                    <a:pt x="3300820" y="2466932"/>
                  </a:lnTo>
                  <a:lnTo>
                    <a:pt x="3390168" y="2484567"/>
                  </a:lnTo>
                  <a:lnTo>
                    <a:pt x="3480321" y="2499808"/>
                  </a:lnTo>
                  <a:lnTo>
                    <a:pt x="3567704" y="2512600"/>
                  </a:lnTo>
                  <a:lnTo>
                    <a:pt x="3648141" y="2522898"/>
                  </a:lnTo>
                  <a:lnTo>
                    <a:pt x="3717492" y="2530733"/>
                  </a:lnTo>
                  <a:lnTo>
                    <a:pt x="3772479" y="2536255"/>
                  </a:lnTo>
                  <a:lnTo>
                    <a:pt x="3811471" y="2539758"/>
                  </a:lnTo>
                  <a:lnTo>
                    <a:pt x="3834964" y="2541654"/>
                  </a:lnTo>
                  <a:lnTo>
                    <a:pt x="3845636" y="2542432"/>
                  </a:lnTo>
                  <a:lnTo>
                    <a:pt x="3848090" y="2542595"/>
                  </a:lnTo>
                  <a:lnTo>
                    <a:pt x="3848118" y="2542597"/>
                  </a:lnTo>
                  <a:lnTo>
                    <a:pt x="4386855" y="2542597"/>
                  </a:lnTo>
                  <a:lnTo>
                    <a:pt x="4388148" y="2542572"/>
                  </a:lnTo>
                  <a:lnTo>
                    <a:pt x="4396581" y="2542398"/>
                  </a:lnTo>
                  <a:lnTo>
                    <a:pt x="4417608" y="2541914"/>
                  </a:lnTo>
                  <a:lnTo>
                    <a:pt x="4454616" y="2540965"/>
                  </a:lnTo>
                  <a:lnTo>
                    <a:pt x="4508592" y="2539414"/>
                  </a:lnTo>
                  <a:lnTo>
                    <a:pt x="4578111" y="2537163"/>
                  </a:lnTo>
                  <a:lnTo>
                    <a:pt x="4659808" y="2534156"/>
                  </a:lnTo>
                  <a:lnTo>
                    <a:pt x="4749245" y="2530382"/>
                  </a:lnTo>
                  <a:lnTo>
                    <a:pt x="4841867" y="2525853"/>
                  </a:lnTo>
                  <a:lnTo>
                    <a:pt x="4933751" y="2520587"/>
                  </a:lnTo>
                  <a:lnTo>
                    <a:pt x="5022011" y="2514589"/>
                  </a:lnTo>
                  <a:lnTo>
                    <a:pt x="5104862" y="2507840"/>
                  </a:lnTo>
                  <a:lnTo>
                    <a:pt x="5181490" y="2500287"/>
                  </a:lnTo>
                  <a:lnTo>
                    <a:pt x="5251816" y="2491845"/>
                  </a:lnTo>
                  <a:lnTo>
                    <a:pt x="5316269" y="2482393"/>
                  </a:lnTo>
                  <a:lnTo>
                    <a:pt x="5375589" y="2471783"/>
                  </a:lnTo>
                  <a:lnTo>
                    <a:pt x="5430680" y="2459845"/>
                  </a:lnTo>
                  <a:lnTo>
                    <a:pt x="5482501" y="2446408"/>
                  </a:lnTo>
                  <a:lnTo>
                    <a:pt x="5531980" y="2431323"/>
                  </a:lnTo>
                  <a:lnTo>
                    <a:pt x="5567201" y="2419188"/>
                  </a:lnTo>
                  <a:lnTo>
                    <a:pt x="5616947" y="2400115"/>
                  </a:lnTo>
                  <a:lnTo>
                    <a:pt x="5666211" y="2379084"/>
                  </a:lnTo>
                  <a:lnTo>
                    <a:pt x="5715505" y="2356066"/>
                  </a:lnTo>
                  <a:lnTo>
                    <a:pt x="5765179" y="2331102"/>
                  </a:lnTo>
                  <a:lnTo>
                    <a:pt x="5815436" y="2304308"/>
                  </a:lnTo>
                  <a:lnTo>
                    <a:pt x="5866357" y="2275881"/>
                  </a:lnTo>
                  <a:lnTo>
                    <a:pt x="5917910" y="2246098"/>
                  </a:lnTo>
                  <a:lnTo>
                    <a:pt x="5969973" y="2215308"/>
                  </a:lnTo>
                  <a:lnTo>
                    <a:pt x="6022355" y="2183914"/>
                  </a:lnTo>
                  <a:lnTo>
                    <a:pt x="6074827" y="2152355"/>
                  </a:lnTo>
                  <a:lnTo>
                    <a:pt x="6127146" y="2121081"/>
                  </a:lnTo>
                  <a:lnTo>
                    <a:pt x="6179088" y="2090524"/>
                  </a:lnTo>
                  <a:lnTo>
                    <a:pt x="6230479" y="2061074"/>
                  </a:lnTo>
                  <a:lnTo>
                    <a:pt x="6281221" y="2033062"/>
                  </a:lnTo>
                  <a:lnTo>
                    <a:pt x="6331309" y="2006743"/>
                  </a:lnTo>
                  <a:lnTo>
                    <a:pt x="6380855" y="1982294"/>
                  </a:lnTo>
                  <a:lnTo>
                    <a:pt x="6430100" y="1959809"/>
                  </a:lnTo>
                  <a:lnTo>
                    <a:pt x="6479435" y="1939309"/>
                  </a:lnTo>
                  <a:lnTo>
                    <a:pt x="6515891" y="1925550"/>
                  </a:lnTo>
                  <a:lnTo>
                    <a:pt x="6564177" y="1909208"/>
                  </a:lnTo>
                  <a:lnTo>
                    <a:pt x="6614197" y="1894576"/>
                  </a:lnTo>
                  <a:lnTo>
                    <a:pt x="6666800" y="1881556"/>
                  </a:lnTo>
                  <a:lnTo>
                    <a:pt x="6722929" y="1869991"/>
                  </a:lnTo>
                  <a:lnTo>
                    <a:pt x="6783540" y="1859707"/>
                  </a:lnTo>
                  <a:lnTo>
                    <a:pt x="6849503" y="1850539"/>
                  </a:lnTo>
                  <a:lnTo>
                    <a:pt x="6921491" y="1842345"/>
                  </a:lnTo>
                  <a:lnTo>
                    <a:pt x="6999818" y="1835015"/>
                  </a:lnTo>
                  <a:lnTo>
                    <a:pt x="7084234" y="1828471"/>
                  </a:lnTo>
                  <a:lnTo>
                    <a:pt x="7173683" y="1822669"/>
                  </a:lnTo>
                  <a:lnTo>
                    <a:pt x="7266094" y="1817599"/>
                  </a:lnTo>
                  <a:lnTo>
                    <a:pt x="7358284" y="1813270"/>
                  </a:lnTo>
                  <a:lnTo>
                    <a:pt x="7446107" y="1809701"/>
                  </a:lnTo>
                  <a:lnTo>
                    <a:pt x="7524952" y="1806899"/>
                  </a:lnTo>
                  <a:lnTo>
                    <a:pt x="7590573" y="1804842"/>
                  </a:lnTo>
                  <a:lnTo>
                    <a:pt x="7640051" y="1803464"/>
                  </a:lnTo>
                  <a:lnTo>
                    <a:pt x="7672580" y="1802655"/>
                  </a:lnTo>
                  <a:lnTo>
                    <a:pt x="7689812" y="1802269"/>
                  </a:lnTo>
                  <a:lnTo>
                    <a:pt x="7695721" y="1802150"/>
                  </a:lnTo>
                  <a:lnTo>
                    <a:pt x="7696237" y="1802140"/>
                  </a:lnTo>
                  <a:lnTo>
                    <a:pt x="8234974" y="1802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7" name="pl517"/>
            <p:cNvSpPr/>
            <p:nvPr/>
          </p:nvSpPr>
          <p:spPr>
            <a:xfrm>
              <a:off x="546595" y="3020827"/>
              <a:ext cx="8234974" cy="2542597"/>
            </a:xfrm>
            <a:custGeom>
              <a:avLst/>
              <a:pathLst>
                <a:path w="8234974" h="2542597">
                  <a:moveTo>
                    <a:pt x="8234974" y="1802140"/>
                  </a:moveTo>
                  <a:lnTo>
                    <a:pt x="7696237" y="1802140"/>
                  </a:lnTo>
                  <a:lnTo>
                    <a:pt x="7694945" y="1802165"/>
                  </a:lnTo>
                  <a:lnTo>
                    <a:pt x="7686512" y="1802340"/>
                  </a:lnTo>
                  <a:lnTo>
                    <a:pt x="7665484" y="1802823"/>
                  </a:lnTo>
                  <a:lnTo>
                    <a:pt x="7628477" y="1803772"/>
                  </a:lnTo>
                  <a:lnTo>
                    <a:pt x="7574501" y="1805323"/>
                  </a:lnTo>
                  <a:lnTo>
                    <a:pt x="7504981" y="1807575"/>
                  </a:lnTo>
                  <a:lnTo>
                    <a:pt x="7423284" y="1810581"/>
                  </a:lnTo>
                  <a:lnTo>
                    <a:pt x="7333847" y="1814355"/>
                  </a:lnTo>
                  <a:lnTo>
                    <a:pt x="7241226" y="1818884"/>
                  </a:lnTo>
                  <a:lnTo>
                    <a:pt x="7149341" y="1824151"/>
                  </a:lnTo>
                  <a:lnTo>
                    <a:pt x="7061082" y="1830148"/>
                  </a:lnTo>
                  <a:lnTo>
                    <a:pt x="6978231" y="1836898"/>
                  </a:lnTo>
                  <a:lnTo>
                    <a:pt x="6901603" y="1844450"/>
                  </a:lnTo>
                  <a:lnTo>
                    <a:pt x="6831277" y="1852892"/>
                  </a:lnTo>
                  <a:lnTo>
                    <a:pt x="6766823" y="1862344"/>
                  </a:lnTo>
                  <a:lnTo>
                    <a:pt x="6707503" y="1872954"/>
                  </a:lnTo>
                  <a:lnTo>
                    <a:pt x="6652412" y="1884892"/>
                  </a:lnTo>
                  <a:lnTo>
                    <a:pt x="6600592" y="1898330"/>
                  </a:lnTo>
                  <a:lnTo>
                    <a:pt x="6551113" y="1913414"/>
                  </a:lnTo>
                  <a:lnTo>
                    <a:pt x="6515891" y="1925550"/>
                  </a:lnTo>
                  <a:lnTo>
                    <a:pt x="6466145" y="1944622"/>
                  </a:lnTo>
                  <a:lnTo>
                    <a:pt x="6416882" y="1965653"/>
                  </a:lnTo>
                  <a:lnTo>
                    <a:pt x="6367587" y="1988671"/>
                  </a:lnTo>
                  <a:lnTo>
                    <a:pt x="6317914" y="2013635"/>
                  </a:lnTo>
                  <a:lnTo>
                    <a:pt x="6267656" y="2040429"/>
                  </a:lnTo>
                  <a:lnTo>
                    <a:pt x="6216735" y="2068856"/>
                  </a:lnTo>
                  <a:lnTo>
                    <a:pt x="6165183" y="2098639"/>
                  </a:lnTo>
                  <a:lnTo>
                    <a:pt x="6113120" y="2129430"/>
                  </a:lnTo>
                  <a:lnTo>
                    <a:pt x="6060737" y="2160823"/>
                  </a:lnTo>
                  <a:lnTo>
                    <a:pt x="6008265" y="2192382"/>
                  </a:lnTo>
                  <a:lnTo>
                    <a:pt x="5955947" y="2223656"/>
                  </a:lnTo>
                  <a:lnTo>
                    <a:pt x="5904005" y="2254213"/>
                  </a:lnTo>
                  <a:lnTo>
                    <a:pt x="5852613" y="2283663"/>
                  </a:lnTo>
                  <a:lnTo>
                    <a:pt x="5801872" y="2311676"/>
                  </a:lnTo>
                  <a:lnTo>
                    <a:pt x="5751784" y="2337994"/>
                  </a:lnTo>
                  <a:lnTo>
                    <a:pt x="5702238" y="2362444"/>
                  </a:lnTo>
                  <a:lnTo>
                    <a:pt x="5652992" y="2384928"/>
                  </a:lnTo>
                  <a:lnTo>
                    <a:pt x="5603657" y="2405428"/>
                  </a:lnTo>
                  <a:lnTo>
                    <a:pt x="5567201" y="2419188"/>
                  </a:lnTo>
                  <a:lnTo>
                    <a:pt x="5518915" y="2435529"/>
                  </a:lnTo>
                  <a:lnTo>
                    <a:pt x="5468895" y="2450161"/>
                  </a:lnTo>
                  <a:lnTo>
                    <a:pt x="5416293" y="2463181"/>
                  </a:lnTo>
                  <a:lnTo>
                    <a:pt x="5360163" y="2474746"/>
                  </a:lnTo>
                  <a:lnTo>
                    <a:pt x="5299553" y="2485030"/>
                  </a:lnTo>
                  <a:lnTo>
                    <a:pt x="5233590" y="2494198"/>
                  </a:lnTo>
                  <a:lnTo>
                    <a:pt x="5161601" y="2502392"/>
                  </a:lnTo>
                  <a:lnTo>
                    <a:pt x="5083274" y="2509722"/>
                  </a:lnTo>
                  <a:lnTo>
                    <a:pt x="4998859" y="2516267"/>
                  </a:lnTo>
                  <a:lnTo>
                    <a:pt x="4909410" y="2522068"/>
                  </a:lnTo>
                  <a:lnTo>
                    <a:pt x="4816998" y="2527138"/>
                  </a:lnTo>
                  <a:lnTo>
                    <a:pt x="4724808" y="2531467"/>
                  </a:lnTo>
                  <a:lnTo>
                    <a:pt x="4636986" y="2535036"/>
                  </a:lnTo>
                  <a:lnTo>
                    <a:pt x="4558140" y="2537838"/>
                  </a:lnTo>
                  <a:lnTo>
                    <a:pt x="4492519" y="2539895"/>
                  </a:lnTo>
                  <a:lnTo>
                    <a:pt x="4443042" y="2541273"/>
                  </a:lnTo>
                  <a:lnTo>
                    <a:pt x="4410512" y="2542083"/>
                  </a:lnTo>
                  <a:lnTo>
                    <a:pt x="4393280" y="2542468"/>
                  </a:lnTo>
                  <a:lnTo>
                    <a:pt x="4387371" y="2542587"/>
                  </a:lnTo>
                  <a:lnTo>
                    <a:pt x="4386855" y="2542597"/>
                  </a:lnTo>
                  <a:lnTo>
                    <a:pt x="3848118" y="2542597"/>
                  </a:lnTo>
                  <a:lnTo>
                    <a:pt x="3846927" y="2542520"/>
                  </a:lnTo>
                  <a:lnTo>
                    <a:pt x="3839135" y="2541967"/>
                  </a:lnTo>
                  <a:lnTo>
                    <a:pt x="3819650" y="2540440"/>
                  </a:lnTo>
                  <a:lnTo>
                    <a:pt x="3785213" y="2537441"/>
                  </a:lnTo>
                  <a:lnTo>
                    <a:pt x="3734695" y="2532528"/>
                  </a:lnTo>
                  <a:lnTo>
                    <a:pt x="3669153" y="2525373"/>
                  </a:lnTo>
                  <a:lnTo>
                    <a:pt x="3591468" y="2515782"/>
                  </a:lnTo>
                  <a:lnTo>
                    <a:pt x="3505623" y="2503697"/>
                  </a:lnTo>
                  <a:lnTo>
                    <a:pt x="3415859" y="2489146"/>
                  </a:lnTo>
                  <a:lnTo>
                    <a:pt x="3325970" y="2472187"/>
                  </a:lnTo>
                  <a:lnTo>
                    <a:pt x="3238877" y="2452853"/>
                  </a:lnTo>
                  <a:lnTo>
                    <a:pt x="3156507" y="2431107"/>
                  </a:lnTo>
                  <a:lnTo>
                    <a:pt x="3079865" y="2406819"/>
                  </a:lnTo>
                  <a:lnTo>
                    <a:pt x="3009228" y="2379753"/>
                  </a:lnTo>
                  <a:lnTo>
                    <a:pt x="2944348" y="2349566"/>
                  </a:lnTo>
                  <a:lnTo>
                    <a:pt x="2884638" y="2315824"/>
                  </a:lnTo>
                  <a:lnTo>
                    <a:pt x="2829316" y="2278013"/>
                  </a:lnTo>
                  <a:lnTo>
                    <a:pt x="2777509" y="2235583"/>
                  </a:lnTo>
                  <a:lnTo>
                    <a:pt x="2728339" y="2188016"/>
                  </a:lnTo>
                  <a:lnTo>
                    <a:pt x="2680996" y="2134942"/>
                  </a:lnTo>
                  <a:lnTo>
                    <a:pt x="2667772" y="2118831"/>
                  </a:lnTo>
                  <a:lnTo>
                    <a:pt x="2630790" y="2070871"/>
                  </a:lnTo>
                  <a:lnTo>
                    <a:pt x="2594160" y="2019238"/>
                  </a:lnTo>
                  <a:lnTo>
                    <a:pt x="2557641" y="1963857"/>
                  </a:lnTo>
                  <a:lnTo>
                    <a:pt x="2521052" y="1904721"/>
                  </a:lnTo>
                  <a:lnTo>
                    <a:pt x="2484256" y="1841895"/>
                  </a:lnTo>
                  <a:lnTo>
                    <a:pt x="2447161" y="1775524"/>
                  </a:lnTo>
                  <a:lnTo>
                    <a:pt x="2409715" y="1705837"/>
                  </a:lnTo>
                  <a:lnTo>
                    <a:pt x="2371899" y="1633148"/>
                  </a:lnTo>
                  <a:lnTo>
                    <a:pt x="2333732" y="1557852"/>
                  </a:lnTo>
                  <a:lnTo>
                    <a:pt x="2295255" y="1480422"/>
                  </a:lnTo>
                  <a:lnTo>
                    <a:pt x="2256537" y="1401394"/>
                  </a:lnTo>
                  <a:lnTo>
                    <a:pt x="2217661" y="1321353"/>
                  </a:lnTo>
                  <a:lnTo>
                    <a:pt x="2178723" y="1240920"/>
                  </a:lnTo>
                  <a:lnTo>
                    <a:pt x="2139823" y="1160725"/>
                  </a:lnTo>
                  <a:lnTo>
                    <a:pt x="2101058" y="1081393"/>
                  </a:lnTo>
                  <a:lnTo>
                    <a:pt x="2062515" y="1003520"/>
                  </a:lnTo>
                  <a:lnTo>
                    <a:pt x="2024267" y="927656"/>
                  </a:lnTo>
                  <a:lnTo>
                    <a:pt x="1986363" y="854289"/>
                  </a:lnTo>
                  <a:lnTo>
                    <a:pt x="1948826" y="783835"/>
                  </a:lnTo>
                  <a:lnTo>
                    <a:pt x="1911648" y="716628"/>
                  </a:lnTo>
                  <a:lnTo>
                    <a:pt x="1874786" y="652917"/>
                  </a:lnTo>
                  <a:lnTo>
                    <a:pt x="1838157" y="592869"/>
                  </a:lnTo>
                  <a:lnTo>
                    <a:pt x="1801637" y="536567"/>
                  </a:lnTo>
                  <a:lnTo>
                    <a:pt x="1765053" y="484021"/>
                  </a:lnTo>
                  <a:lnTo>
                    <a:pt x="1728183" y="435172"/>
                  </a:lnTo>
                  <a:lnTo>
                    <a:pt x="1719082" y="423766"/>
                  </a:lnTo>
                  <a:lnTo>
                    <a:pt x="1672130" y="369101"/>
                  </a:lnTo>
                  <a:lnTo>
                    <a:pt x="1623557" y="319995"/>
                  </a:lnTo>
                  <a:lnTo>
                    <a:pt x="1572587" y="276154"/>
                  </a:lnTo>
                  <a:lnTo>
                    <a:pt x="1518355" y="237086"/>
                  </a:lnTo>
                  <a:lnTo>
                    <a:pt x="1459978" y="202241"/>
                  </a:lnTo>
                  <a:lnTo>
                    <a:pt x="1396639" y="171092"/>
                  </a:lnTo>
                  <a:lnTo>
                    <a:pt x="1327682" y="143177"/>
                  </a:lnTo>
                  <a:lnTo>
                    <a:pt x="1252746" y="118128"/>
                  </a:lnTo>
                  <a:lnTo>
                    <a:pt x="1171937" y="95677"/>
                  </a:lnTo>
                  <a:lnTo>
                    <a:pt x="1086034" y="75665"/>
                  </a:lnTo>
                  <a:lnTo>
                    <a:pt x="996686" y="58030"/>
                  </a:lnTo>
                  <a:lnTo>
                    <a:pt x="906533" y="42788"/>
                  </a:lnTo>
                  <a:lnTo>
                    <a:pt x="819151" y="29996"/>
                  </a:lnTo>
                  <a:lnTo>
                    <a:pt x="738714" y="19698"/>
                  </a:lnTo>
                  <a:lnTo>
                    <a:pt x="669363" y="11863"/>
                  </a:lnTo>
                  <a:lnTo>
                    <a:pt x="614376" y="6341"/>
                  </a:lnTo>
                  <a:lnTo>
                    <a:pt x="575384" y="2839"/>
                  </a:lnTo>
                  <a:lnTo>
                    <a:pt x="551891" y="942"/>
                  </a:lnTo>
                  <a:lnTo>
                    <a:pt x="541219" y="164"/>
                  </a:lnTo>
                  <a:lnTo>
                    <a:pt x="53876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8" name="pg518"/>
            <p:cNvSpPr/>
            <p:nvPr/>
          </p:nvSpPr>
          <p:spPr>
            <a:xfrm>
              <a:off x="546595" y="3031716"/>
              <a:ext cx="8234974" cy="2673266"/>
            </a:xfrm>
            <a:custGeom>
              <a:avLst/>
              <a:pathLst>
                <a:path w="8234974" h="2673266">
                  <a:moveTo>
                    <a:pt x="0" y="16333"/>
                  </a:moveTo>
                  <a:lnTo>
                    <a:pt x="538736" y="16333"/>
                  </a:lnTo>
                  <a:lnTo>
                    <a:pt x="539927" y="16411"/>
                  </a:lnTo>
                  <a:lnTo>
                    <a:pt x="547713" y="16965"/>
                  </a:lnTo>
                  <a:lnTo>
                    <a:pt x="567185" y="18498"/>
                  </a:lnTo>
                  <a:lnTo>
                    <a:pt x="601600" y="21508"/>
                  </a:lnTo>
                  <a:lnTo>
                    <a:pt x="652088" y="26437"/>
                  </a:lnTo>
                  <a:lnTo>
                    <a:pt x="717595" y="33619"/>
                  </a:lnTo>
                  <a:lnTo>
                    <a:pt x="795245" y="43244"/>
                  </a:lnTo>
                  <a:lnTo>
                    <a:pt x="881058" y="55373"/>
                  </a:lnTo>
                  <a:lnTo>
                    <a:pt x="970796" y="69978"/>
                  </a:lnTo>
                  <a:lnTo>
                    <a:pt x="1060667" y="87000"/>
                  </a:lnTo>
                  <a:lnTo>
                    <a:pt x="1147748" y="106406"/>
                  </a:lnTo>
                  <a:lnTo>
                    <a:pt x="1230114" y="128232"/>
                  </a:lnTo>
                  <a:lnTo>
                    <a:pt x="1306755" y="152610"/>
                  </a:lnTo>
                  <a:lnTo>
                    <a:pt x="1377395" y="179777"/>
                  </a:lnTo>
                  <a:lnTo>
                    <a:pt x="1442278" y="210073"/>
                  </a:lnTo>
                  <a:lnTo>
                    <a:pt x="1501991" y="243937"/>
                  </a:lnTo>
                  <a:lnTo>
                    <a:pt x="1557316" y="281883"/>
                  </a:lnTo>
                  <a:lnTo>
                    <a:pt x="1609124" y="324463"/>
                  </a:lnTo>
                  <a:lnTo>
                    <a:pt x="1658291" y="372198"/>
                  </a:lnTo>
                  <a:lnTo>
                    <a:pt x="1705630" y="425459"/>
                  </a:lnTo>
                  <a:lnTo>
                    <a:pt x="1719082" y="441914"/>
                  </a:lnTo>
                  <a:lnTo>
                    <a:pt x="1756004" y="489998"/>
                  </a:lnTo>
                  <a:lnTo>
                    <a:pt x="1792576" y="541759"/>
                  </a:lnTo>
                  <a:lnTo>
                    <a:pt x="1829035" y="597271"/>
                  </a:lnTo>
                  <a:lnTo>
                    <a:pt x="1865564" y="656542"/>
                  </a:lnTo>
                  <a:lnTo>
                    <a:pt x="1902298" y="719508"/>
                  </a:lnTo>
                  <a:lnTo>
                    <a:pt x="1939329" y="786024"/>
                  </a:lnTo>
                  <a:lnTo>
                    <a:pt x="1976711" y="855862"/>
                  </a:lnTo>
                  <a:lnTo>
                    <a:pt x="2014461" y="928709"/>
                  </a:lnTo>
                  <a:lnTo>
                    <a:pt x="2052562" y="1004171"/>
                  </a:lnTo>
                  <a:lnTo>
                    <a:pt x="2090971" y="1081777"/>
                  </a:lnTo>
                  <a:lnTo>
                    <a:pt x="2129623" y="1160992"/>
                  </a:lnTo>
                  <a:lnTo>
                    <a:pt x="2168434" y="1241231"/>
                  </a:lnTo>
                  <a:lnTo>
                    <a:pt x="2207308" y="1321876"/>
                  </a:lnTo>
                  <a:lnTo>
                    <a:pt x="2246147" y="1402296"/>
                  </a:lnTo>
                  <a:lnTo>
                    <a:pt x="2284853" y="1481865"/>
                  </a:lnTo>
                  <a:lnTo>
                    <a:pt x="2323339" y="1559988"/>
                  </a:lnTo>
                  <a:lnTo>
                    <a:pt x="2361534" y="1636114"/>
                  </a:lnTo>
                  <a:lnTo>
                    <a:pt x="2399387" y="1709753"/>
                  </a:lnTo>
                  <a:lnTo>
                    <a:pt x="2436874" y="1780487"/>
                  </a:lnTo>
                  <a:lnTo>
                    <a:pt x="2474002" y="1847980"/>
                  </a:lnTo>
                  <a:lnTo>
                    <a:pt x="2510813" y="1911979"/>
                  </a:lnTo>
                  <a:lnTo>
                    <a:pt x="2547389" y="1972317"/>
                  </a:lnTo>
                  <a:lnTo>
                    <a:pt x="2583851" y="2028906"/>
                  </a:lnTo>
                  <a:lnTo>
                    <a:pt x="2620369" y="2081734"/>
                  </a:lnTo>
                  <a:lnTo>
                    <a:pt x="2657163" y="2130859"/>
                  </a:lnTo>
                  <a:lnTo>
                    <a:pt x="2667772" y="2144239"/>
                  </a:lnTo>
                  <a:lnTo>
                    <a:pt x="2714713" y="2199124"/>
                  </a:lnTo>
                  <a:lnTo>
                    <a:pt x="2763274" y="2248431"/>
                  </a:lnTo>
                  <a:lnTo>
                    <a:pt x="2814229" y="2292452"/>
                  </a:lnTo>
                  <a:lnTo>
                    <a:pt x="2868445" y="2331682"/>
                  </a:lnTo>
                  <a:lnTo>
                    <a:pt x="2926802" y="2366671"/>
                  </a:lnTo>
                  <a:lnTo>
                    <a:pt x="2990119" y="2397951"/>
                  </a:lnTo>
                  <a:lnTo>
                    <a:pt x="3059049" y="2425983"/>
                  </a:lnTo>
                  <a:lnTo>
                    <a:pt x="3133956" y="2451139"/>
                  </a:lnTo>
                  <a:lnTo>
                    <a:pt x="3214733" y="2473685"/>
                  </a:lnTo>
                  <a:lnTo>
                    <a:pt x="3300605" y="2493784"/>
                  </a:lnTo>
                  <a:lnTo>
                    <a:pt x="3389925" y="2511496"/>
                  </a:lnTo>
                  <a:lnTo>
                    <a:pt x="3480058" y="2526806"/>
                  </a:lnTo>
                  <a:lnTo>
                    <a:pt x="3567434" y="2539657"/>
                  </a:lnTo>
                  <a:lnTo>
                    <a:pt x="3647882" y="2550006"/>
                  </a:lnTo>
                  <a:lnTo>
                    <a:pt x="3717262" y="2557880"/>
                  </a:lnTo>
                  <a:lnTo>
                    <a:pt x="3772294" y="2563433"/>
                  </a:lnTo>
                  <a:lnTo>
                    <a:pt x="3811342" y="2566957"/>
                  </a:lnTo>
                  <a:lnTo>
                    <a:pt x="3834891" y="2568867"/>
                  </a:lnTo>
                  <a:lnTo>
                    <a:pt x="3845609" y="2569652"/>
                  </a:lnTo>
                  <a:lnTo>
                    <a:pt x="3848118" y="2569820"/>
                  </a:lnTo>
                  <a:lnTo>
                    <a:pt x="4386855" y="2569820"/>
                  </a:lnTo>
                  <a:lnTo>
                    <a:pt x="4388158" y="2569823"/>
                  </a:lnTo>
                  <a:lnTo>
                    <a:pt x="4396656" y="2569848"/>
                  </a:lnTo>
                  <a:lnTo>
                    <a:pt x="4417838" y="2569916"/>
                  </a:lnTo>
                  <a:lnTo>
                    <a:pt x="4455103" y="2570049"/>
                  </a:lnTo>
                  <a:lnTo>
                    <a:pt x="4509423" y="2570268"/>
                  </a:lnTo>
                  <a:lnTo>
                    <a:pt x="4579334" y="2570585"/>
                  </a:lnTo>
                  <a:lnTo>
                    <a:pt x="4661422" y="2571008"/>
                  </a:lnTo>
                  <a:lnTo>
                    <a:pt x="4751205" y="2571539"/>
                  </a:lnTo>
                  <a:lnTo>
                    <a:pt x="4844096" y="2572175"/>
                  </a:lnTo>
                  <a:lnTo>
                    <a:pt x="4936164" y="2572916"/>
                  </a:lnTo>
                  <a:lnTo>
                    <a:pt x="5024526" y="2573759"/>
                  </a:lnTo>
                  <a:lnTo>
                    <a:pt x="5107414" y="2574707"/>
                  </a:lnTo>
                  <a:lnTo>
                    <a:pt x="5184033" y="2575769"/>
                  </a:lnTo>
                  <a:lnTo>
                    <a:pt x="5254325" y="2576957"/>
                  </a:lnTo>
                  <a:lnTo>
                    <a:pt x="5318737" y="2578287"/>
                  </a:lnTo>
                  <a:lnTo>
                    <a:pt x="5378021" y="2579780"/>
                  </a:lnTo>
                  <a:lnTo>
                    <a:pt x="5433094" y="2581461"/>
                  </a:lnTo>
                  <a:lnTo>
                    <a:pt x="5484924" y="2583354"/>
                  </a:lnTo>
                  <a:lnTo>
                    <a:pt x="5534441" y="2585478"/>
                  </a:lnTo>
                  <a:lnTo>
                    <a:pt x="5567201" y="2587061"/>
                  </a:lnTo>
                  <a:lnTo>
                    <a:pt x="5619927" y="2589895"/>
                  </a:lnTo>
                  <a:lnTo>
                    <a:pt x="5672149" y="2593037"/>
                  </a:lnTo>
                  <a:lnTo>
                    <a:pt x="5724460" y="2596491"/>
                  </a:lnTo>
                  <a:lnTo>
                    <a:pt x="5777249" y="2600248"/>
                  </a:lnTo>
                  <a:lnTo>
                    <a:pt x="5830727" y="2604286"/>
                  </a:lnTo>
                  <a:lnTo>
                    <a:pt x="5884951" y="2608568"/>
                  </a:lnTo>
                  <a:lnTo>
                    <a:pt x="5939845" y="2613045"/>
                  </a:lnTo>
                  <a:lnTo>
                    <a:pt x="5995230" y="2617654"/>
                  </a:lnTo>
                  <a:lnTo>
                    <a:pt x="6050853" y="2622325"/>
                  </a:lnTo>
                  <a:lnTo>
                    <a:pt x="6106427" y="2626983"/>
                  </a:lnTo>
                  <a:lnTo>
                    <a:pt x="6161673" y="2631556"/>
                  </a:lnTo>
                  <a:lnTo>
                    <a:pt x="6216358" y="2635974"/>
                  </a:lnTo>
                  <a:lnTo>
                    <a:pt x="6270335" y="2640180"/>
                  </a:lnTo>
                  <a:lnTo>
                    <a:pt x="6323569" y="2644127"/>
                  </a:lnTo>
                  <a:lnTo>
                    <a:pt x="6376166" y="2647785"/>
                  </a:lnTo>
                  <a:lnTo>
                    <a:pt x="6428395" y="2651134"/>
                  </a:lnTo>
                  <a:lnTo>
                    <a:pt x="6480708" y="2654172"/>
                  </a:lnTo>
                  <a:lnTo>
                    <a:pt x="6515891" y="2656025"/>
                  </a:lnTo>
                  <a:lnTo>
                    <a:pt x="6564308" y="2658314"/>
                  </a:lnTo>
                  <a:lnTo>
                    <a:pt x="6614471" y="2660362"/>
                  </a:lnTo>
                  <a:lnTo>
                    <a:pt x="6667234" y="2662185"/>
                  </a:lnTo>
                  <a:lnTo>
                    <a:pt x="6723551" y="2663803"/>
                  </a:lnTo>
                  <a:lnTo>
                    <a:pt x="6784383" y="2665241"/>
                  </a:lnTo>
                  <a:lnTo>
                    <a:pt x="6850606" y="2666524"/>
                  </a:lnTo>
                  <a:lnTo>
                    <a:pt x="6922896" y="2667669"/>
                  </a:lnTo>
                  <a:lnTo>
                    <a:pt x="7001559" y="2668694"/>
                  </a:lnTo>
                  <a:lnTo>
                    <a:pt x="7086329" y="2669608"/>
                  </a:lnTo>
                  <a:lnTo>
                    <a:pt x="7176122" y="2670418"/>
                  </a:lnTo>
                  <a:lnTo>
                    <a:pt x="7268821" y="2671125"/>
                  </a:lnTo>
                  <a:lnTo>
                    <a:pt x="7361188" y="2671728"/>
                  </a:lnTo>
                  <a:lnTo>
                    <a:pt x="7449019" y="2672225"/>
                  </a:lnTo>
                  <a:lnTo>
                    <a:pt x="7527665" y="2672613"/>
                  </a:lnTo>
                  <a:lnTo>
                    <a:pt x="7592877" y="2672898"/>
                  </a:lnTo>
                  <a:lnTo>
                    <a:pt x="7641783" y="2673087"/>
                  </a:lnTo>
                  <a:lnTo>
                    <a:pt x="7673671" y="2673197"/>
                  </a:lnTo>
                  <a:lnTo>
                    <a:pt x="7690314" y="2673249"/>
                  </a:lnTo>
                  <a:lnTo>
                    <a:pt x="7695820" y="2673265"/>
                  </a:lnTo>
                  <a:lnTo>
                    <a:pt x="7696237" y="2673266"/>
                  </a:lnTo>
                  <a:lnTo>
                    <a:pt x="8234974" y="2673266"/>
                  </a:lnTo>
                  <a:lnTo>
                    <a:pt x="8234974" y="2656932"/>
                  </a:lnTo>
                  <a:lnTo>
                    <a:pt x="7696237" y="2656932"/>
                  </a:lnTo>
                  <a:lnTo>
                    <a:pt x="7694935" y="2656929"/>
                  </a:lnTo>
                  <a:lnTo>
                    <a:pt x="7686437" y="2656904"/>
                  </a:lnTo>
                  <a:lnTo>
                    <a:pt x="7665254" y="2656836"/>
                  </a:lnTo>
                  <a:lnTo>
                    <a:pt x="7627990" y="2656702"/>
                  </a:lnTo>
                  <a:lnTo>
                    <a:pt x="7573670" y="2656484"/>
                  </a:lnTo>
                  <a:lnTo>
                    <a:pt x="7503758" y="2656167"/>
                  </a:lnTo>
                  <a:lnTo>
                    <a:pt x="7421670" y="2655744"/>
                  </a:lnTo>
                  <a:lnTo>
                    <a:pt x="7331888" y="2655213"/>
                  </a:lnTo>
                  <a:lnTo>
                    <a:pt x="7238997" y="2654576"/>
                  </a:lnTo>
                  <a:lnTo>
                    <a:pt x="7146929" y="2653836"/>
                  </a:lnTo>
                  <a:lnTo>
                    <a:pt x="7058567" y="2652993"/>
                  </a:lnTo>
                  <a:lnTo>
                    <a:pt x="6975678" y="2652044"/>
                  </a:lnTo>
                  <a:lnTo>
                    <a:pt x="6899059" y="2650983"/>
                  </a:lnTo>
                  <a:lnTo>
                    <a:pt x="6828767" y="2649795"/>
                  </a:lnTo>
                  <a:lnTo>
                    <a:pt x="6764356" y="2648465"/>
                  </a:lnTo>
                  <a:lnTo>
                    <a:pt x="6705071" y="2646972"/>
                  </a:lnTo>
                  <a:lnTo>
                    <a:pt x="6649998" y="2645291"/>
                  </a:lnTo>
                  <a:lnTo>
                    <a:pt x="6598169" y="2643398"/>
                  </a:lnTo>
                  <a:lnTo>
                    <a:pt x="6548651" y="2641273"/>
                  </a:lnTo>
                  <a:lnTo>
                    <a:pt x="6515891" y="2639691"/>
                  </a:lnTo>
                  <a:lnTo>
                    <a:pt x="6463165" y="2636857"/>
                  </a:lnTo>
                  <a:lnTo>
                    <a:pt x="6410944" y="2633715"/>
                  </a:lnTo>
                  <a:lnTo>
                    <a:pt x="6358632" y="2630261"/>
                  </a:lnTo>
                  <a:lnTo>
                    <a:pt x="6305843" y="2626504"/>
                  </a:lnTo>
                  <a:lnTo>
                    <a:pt x="6252365" y="2622466"/>
                  </a:lnTo>
                  <a:lnTo>
                    <a:pt x="6198141" y="2618184"/>
                  </a:lnTo>
                  <a:lnTo>
                    <a:pt x="6143247" y="2613707"/>
                  </a:lnTo>
                  <a:lnTo>
                    <a:pt x="6087862" y="2609098"/>
                  </a:lnTo>
                  <a:lnTo>
                    <a:pt x="6032240" y="2604427"/>
                  </a:lnTo>
                  <a:lnTo>
                    <a:pt x="5976666" y="2599768"/>
                  </a:lnTo>
                  <a:lnTo>
                    <a:pt x="5921420" y="2595196"/>
                  </a:lnTo>
                  <a:lnTo>
                    <a:pt x="5866734" y="2590778"/>
                  </a:lnTo>
                  <a:lnTo>
                    <a:pt x="5812758" y="2586572"/>
                  </a:lnTo>
                  <a:lnTo>
                    <a:pt x="5759524" y="2582625"/>
                  </a:lnTo>
                  <a:lnTo>
                    <a:pt x="5706926" y="2578967"/>
                  </a:lnTo>
                  <a:lnTo>
                    <a:pt x="5654697" y="2575617"/>
                  </a:lnTo>
                  <a:lnTo>
                    <a:pt x="5602384" y="2572579"/>
                  </a:lnTo>
                  <a:lnTo>
                    <a:pt x="5567201" y="2570727"/>
                  </a:lnTo>
                  <a:lnTo>
                    <a:pt x="5518784" y="2568438"/>
                  </a:lnTo>
                  <a:lnTo>
                    <a:pt x="5468622" y="2566390"/>
                  </a:lnTo>
                  <a:lnTo>
                    <a:pt x="5415859" y="2564567"/>
                  </a:lnTo>
                  <a:lnTo>
                    <a:pt x="5359542" y="2562949"/>
                  </a:lnTo>
                  <a:lnTo>
                    <a:pt x="5298710" y="2561510"/>
                  </a:lnTo>
                  <a:lnTo>
                    <a:pt x="5232486" y="2560228"/>
                  </a:lnTo>
                  <a:lnTo>
                    <a:pt x="5160197" y="2559083"/>
                  </a:lnTo>
                  <a:lnTo>
                    <a:pt x="5081534" y="2558058"/>
                  </a:lnTo>
                  <a:lnTo>
                    <a:pt x="4996764" y="2557144"/>
                  </a:lnTo>
                  <a:lnTo>
                    <a:pt x="4906971" y="2556334"/>
                  </a:lnTo>
                  <a:lnTo>
                    <a:pt x="4814271" y="2555626"/>
                  </a:lnTo>
                  <a:lnTo>
                    <a:pt x="4721905" y="2555023"/>
                  </a:lnTo>
                  <a:lnTo>
                    <a:pt x="4634074" y="2554527"/>
                  </a:lnTo>
                  <a:lnTo>
                    <a:pt x="4555428" y="2554138"/>
                  </a:lnTo>
                  <a:lnTo>
                    <a:pt x="4490216" y="2553854"/>
                  </a:lnTo>
                  <a:lnTo>
                    <a:pt x="4441310" y="2553665"/>
                  </a:lnTo>
                  <a:lnTo>
                    <a:pt x="4409421" y="2553554"/>
                  </a:lnTo>
                  <a:lnTo>
                    <a:pt x="4392778" y="2553503"/>
                  </a:lnTo>
                  <a:lnTo>
                    <a:pt x="4387272" y="2553487"/>
                  </a:lnTo>
                  <a:lnTo>
                    <a:pt x="4386855" y="2553486"/>
                  </a:lnTo>
                  <a:lnTo>
                    <a:pt x="3848118" y="2553486"/>
                  </a:lnTo>
                  <a:lnTo>
                    <a:pt x="3846927" y="2553408"/>
                  </a:lnTo>
                  <a:lnTo>
                    <a:pt x="3839141" y="2552854"/>
                  </a:lnTo>
                  <a:lnTo>
                    <a:pt x="3819669" y="2551321"/>
                  </a:lnTo>
                  <a:lnTo>
                    <a:pt x="3785255" y="2548311"/>
                  </a:lnTo>
                  <a:lnTo>
                    <a:pt x="3734766" y="2543382"/>
                  </a:lnTo>
                  <a:lnTo>
                    <a:pt x="3669259" y="2536200"/>
                  </a:lnTo>
                  <a:lnTo>
                    <a:pt x="3591610" y="2526575"/>
                  </a:lnTo>
                  <a:lnTo>
                    <a:pt x="3505796" y="2514446"/>
                  </a:lnTo>
                  <a:lnTo>
                    <a:pt x="3416058" y="2499841"/>
                  </a:lnTo>
                  <a:lnTo>
                    <a:pt x="3326187" y="2482819"/>
                  </a:lnTo>
                  <a:lnTo>
                    <a:pt x="3239106" y="2463413"/>
                  </a:lnTo>
                  <a:lnTo>
                    <a:pt x="3156741" y="2441587"/>
                  </a:lnTo>
                  <a:lnTo>
                    <a:pt x="3080099" y="2417209"/>
                  </a:lnTo>
                  <a:lnTo>
                    <a:pt x="3009460" y="2390043"/>
                  </a:lnTo>
                  <a:lnTo>
                    <a:pt x="2944576" y="2359746"/>
                  </a:lnTo>
                  <a:lnTo>
                    <a:pt x="2884863" y="2325882"/>
                  </a:lnTo>
                  <a:lnTo>
                    <a:pt x="2829538" y="2287936"/>
                  </a:lnTo>
                  <a:lnTo>
                    <a:pt x="2777731" y="2245356"/>
                  </a:lnTo>
                  <a:lnTo>
                    <a:pt x="2728563" y="2197621"/>
                  </a:lnTo>
                  <a:lnTo>
                    <a:pt x="2681225" y="2144360"/>
                  </a:lnTo>
                  <a:lnTo>
                    <a:pt x="2667772" y="2127905"/>
                  </a:lnTo>
                  <a:lnTo>
                    <a:pt x="2630850" y="2079821"/>
                  </a:lnTo>
                  <a:lnTo>
                    <a:pt x="2594278" y="2028060"/>
                  </a:lnTo>
                  <a:lnTo>
                    <a:pt x="2557820" y="1972548"/>
                  </a:lnTo>
                  <a:lnTo>
                    <a:pt x="2521291" y="1913277"/>
                  </a:lnTo>
                  <a:lnTo>
                    <a:pt x="2484557" y="1850311"/>
                  </a:lnTo>
                  <a:lnTo>
                    <a:pt x="2447525" y="1783795"/>
                  </a:lnTo>
                  <a:lnTo>
                    <a:pt x="2410143" y="1713957"/>
                  </a:lnTo>
                  <a:lnTo>
                    <a:pt x="2372394" y="1641110"/>
                  </a:lnTo>
                  <a:lnTo>
                    <a:pt x="2334293" y="1565648"/>
                  </a:lnTo>
                  <a:lnTo>
                    <a:pt x="2295883" y="1488042"/>
                  </a:lnTo>
                  <a:lnTo>
                    <a:pt x="2257231" y="1408827"/>
                  </a:lnTo>
                  <a:lnTo>
                    <a:pt x="2218421" y="1328588"/>
                  </a:lnTo>
                  <a:lnTo>
                    <a:pt x="2179547" y="1247943"/>
                  </a:lnTo>
                  <a:lnTo>
                    <a:pt x="2140708" y="1167524"/>
                  </a:lnTo>
                  <a:lnTo>
                    <a:pt x="2102002" y="1087954"/>
                  </a:lnTo>
                  <a:lnTo>
                    <a:pt x="2063515" y="1009831"/>
                  </a:lnTo>
                  <a:lnTo>
                    <a:pt x="2025320" y="933705"/>
                  </a:lnTo>
                  <a:lnTo>
                    <a:pt x="1987468" y="860066"/>
                  </a:lnTo>
                  <a:lnTo>
                    <a:pt x="1949981" y="789332"/>
                  </a:lnTo>
                  <a:lnTo>
                    <a:pt x="1912853" y="721840"/>
                  </a:lnTo>
                  <a:lnTo>
                    <a:pt x="1876041" y="657840"/>
                  </a:lnTo>
                  <a:lnTo>
                    <a:pt x="1839466" y="597502"/>
                  </a:lnTo>
                  <a:lnTo>
                    <a:pt x="1803003" y="540913"/>
                  </a:lnTo>
                  <a:lnTo>
                    <a:pt x="1766486" y="488085"/>
                  </a:lnTo>
                  <a:lnTo>
                    <a:pt x="1729692" y="438961"/>
                  </a:lnTo>
                  <a:lnTo>
                    <a:pt x="1719082" y="425581"/>
                  </a:lnTo>
                  <a:lnTo>
                    <a:pt x="1672141" y="370695"/>
                  </a:lnTo>
                  <a:lnTo>
                    <a:pt x="1623581" y="321389"/>
                  </a:lnTo>
                  <a:lnTo>
                    <a:pt x="1572626" y="277367"/>
                  </a:lnTo>
                  <a:lnTo>
                    <a:pt x="1518410" y="238137"/>
                  </a:lnTo>
                  <a:lnTo>
                    <a:pt x="1460052" y="203148"/>
                  </a:lnTo>
                  <a:lnTo>
                    <a:pt x="1396736" y="171868"/>
                  </a:lnTo>
                  <a:lnTo>
                    <a:pt x="1327805" y="143836"/>
                  </a:lnTo>
                  <a:lnTo>
                    <a:pt x="1252899" y="118680"/>
                  </a:lnTo>
                  <a:lnTo>
                    <a:pt x="1172121" y="96134"/>
                  </a:lnTo>
                  <a:lnTo>
                    <a:pt x="1086250" y="76035"/>
                  </a:lnTo>
                  <a:lnTo>
                    <a:pt x="996929" y="58323"/>
                  </a:lnTo>
                  <a:lnTo>
                    <a:pt x="906796" y="43013"/>
                  </a:lnTo>
                  <a:lnTo>
                    <a:pt x="819420" y="30162"/>
                  </a:lnTo>
                  <a:lnTo>
                    <a:pt x="738973" y="19814"/>
                  </a:lnTo>
                  <a:lnTo>
                    <a:pt x="669593" y="11939"/>
                  </a:lnTo>
                  <a:lnTo>
                    <a:pt x="614560" y="6386"/>
                  </a:lnTo>
                  <a:lnTo>
                    <a:pt x="575513" y="2862"/>
                  </a:lnTo>
                  <a:lnTo>
                    <a:pt x="551964" y="952"/>
                  </a:lnTo>
                  <a:lnTo>
                    <a:pt x="541245" y="16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19" name="pl519"/>
            <p:cNvSpPr/>
            <p:nvPr/>
          </p:nvSpPr>
          <p:spPr>
            <a:xfrm>
              <a:off x="546595" y="3048050"/>
              <a:ext cx="8234974" cy="2656932"/>
            </a:xfrm>
            <a:custGeom>
              <a:avLst/>
              <a:pathLst>
                <a:path w="8234974" h="2656932">
                  <a:moveTo>
                    <a:pt x="0" y="0"/>
                  </a:moveTo>
                  <a:lnTo>
                    <a:pt x="538736" y="0"/>
                  </a:lnTo>
                  <a:lnTo>
                    <a:pt x="539927" y="77"/>
                  </a:lnTo>
                  <a:lnTo>
                    <a:pt x="547713" y="631"/>
                  </a:lnTo>
                  <a:lnTo>
                    <a:pt x="567185" y="2164"/>
                  </a:lnTo>
                  <a:lnTo>
                    <a:pt x="601600" y="5174"/>
                  </a:lnTo>
                  <a:lnTo>
                    <a:pt x="652088" y="10104"/>
                  </a:lnTo>
                  <a:lnTo>
                    <a:pt x="717595" y="17285"/>
                  </a:lnTo>
                  <a:lnTo>
                    <a:pt x="795245" y="26910"/>
                  </a:lnTo>
                  <a:lnTo>
                    <a:pt x="881058" y="39040"/>
                  </a:lnTo>
                  <a:lnTo>
                    <a:pt x="970796" y="53645"/>
                  </a:lnTo>
                  <a:lnTo>
                    <a:pt x="1060667" y="70666"/>
                  </a:lnTo>
                  <a:lnTo>
                    <a:pt x="1147748" y="90072"/>
                  </a:lnTo>
                  <a:lnTo>
                    <a:pt x="1230114" y="111899"/>
                  </a:lnTo>
                  <a:lnTo>
                    <a:pt x="1306755" y="136277"/>
                  </a:lnTo>
                  <a:lnTo>
                    <a:pt x="1377395" y="163443"/>
                  </a:lnTo>
                  <a:lnTo>
                    <a:pt x="1442278" y="193739"/>
                  </a:lnTo>
                  <a:lnTo>
                    <a:pt x="1501991" y="227604"/>
                  </a:lnTo>
                  <a:lnTo>
                    <a:pt x="1557316" y="265550"/>
                  </a:lnTo>
                  <a:lnTo>
                    <a:pt x="1609124" y="308130"/>
                  </a:lnTo>
                  <a:lnTo>
                    <a:pt x="1658291" y="355865"/>
                  </a:lnTo>
                  <a:lnTo>
                    <a:pt x="1705630" y="409125"/>
                  </a:lnTo>
                  <a:lnTo>
                    <a:pt x="1719082" y="425581"/>
                  </a:lnTo>
                  <a:lnTo>
                    <a:pt x="1756004" y="473664"/>
                  </a:lnTo>
                  <a:lnTo>
                    <a:pt x="1792576" y="525425"/>
                  </a:lnTo>
                  <a:lnTo>
                    <a:pt x="1829035" y="580937"/>
                  </a:lnTo>
                  <a:lnTo>
                    <a:pt x="1865564" y="640209"/>
                  </a:lnTo>
                  <a:lnTo>
                    <a:pt x="1902298" y="703174"/>
                  </a:lnTo>
                  <a:lnTo>
                    <a:pt x="1939329" y="769690"/>
                  </a:lnTo>
                  <a:lnTo>
                    <a:pt x="1976711" y="839528"/>
                  </a:lnTo>
                  <a:lnTo>
                    <a:pt x="2014461" y="912375"/>
                  </a:lnTo>
                  <a:lnTo>
                    <a:pt x="2052562" y="987837"/>
                  </a:lnTo>
                  <a:lnTo>
                    <a:pt x="2090971" y="1065443"/>
                  </a:lnTo>
                  <a:lnTo>
                    <a:pt x="2129623" y="1144659"/>
                  </a:lnTo>
                  <a:lnTo>
                    <a:pt x="2168434" y="1224898"/>
                  </a:lnTo>
                  <a:lnTo>
                    <a:pt x="2207308" y="1305543"/>
                  </a:lnTo>
                  <a:lnTo>
                    <a:pt x="2246147" y="1385962"/>
                  </a:lnTo>
                  <a:lnTo>
                    <a:pt x="2284853" y="1465532"/>
                  </a:lnTo>
                  <a:lnTo>
                    <a:pt x="2323339" y="1543655"/>
                  </a:lnTo>
                  <a:lnTo>
                    <a:pt x="2361534" y="1619781"/>
                  </a:lnTo>
                  <a:lnTo>
                    <a:pt x="2399387" y="1693419"/>
                  </a:lnTo>
                  <a:lnTo>
                    <a:pt x="2436874" y="1764153"/>
                  </a:lnTo>
                  <a:lnTo>
                    <a:pt x="2474002" y="1831646"/>
                  </a:lnTo>
                  <a:lnTo>
                    <a:pt x="2510813" y="1895645"/>
                  </a:lnTo>
                  <a:lnTo>
                    <a:pt x="2547389" y="1955983"/>
                  </a:lnTo>
                  <a:lnTo>
                    <a:pt x="2583851" y="2012572"/>
                  </a:lnTo>
                  <a:lnTo>
                    <a:pt x="2620369" y="2065401"/>
                  </a:lnTo>
                  <a:lnTo>
                    <a:pt x="2657163" y="2114525"/>
                  </a:lnTo>
                  <a:lnTo>
                    <a:pt x="2667772" y="2127905"/>
                  </a:lnTo>
                  <a:lnTo>
                    <a:pt x="2714713" y="2182791"/>
                  </a:lnTo>
                  <a:lnTo>
                    <a:pt x="2763274" y="2232097"/>
                  </a:lnTo>
                  <a:lnTo>
                    <a:pt x="2814229" y="2276118"/>
                  </a:lnTo>
                  <a:lnTo>
                    <a:pt x="2868445" y="2315348"/>
                  </a:lnTo>
                  <a:lnTo>
                    <a:pt x="2926802" y="2350338"/>
                  </a:lnTo>
                  <a:lnTo>
                    <a:pt x="2990119" y="2381618"/>
                  </a:lnTo>
                  <a:lnTo>
                    <a:pt x="3059049" y="2409650"/>
                  </a:lnTo>
                  <a:lnTo>
                    <a:pt x="3133956" y="2434805"/>
                  </a:lnTo>
                  <a:lnTo>
                    <a:pt x="3214733" y="2457352"/>
                  </a:lnTo>
                  <a:lnTo>
                    <a:pt x="3300605" y="2477450"/>
                  </a:lnTo>
                  <a:lnTo>
                    <a:pt x="3389925" y="2495163"/>
                  </a:lnTo>
                  <a:lnTo>
                    <a:pt x="3480058" y="2510473"/>
                  </a:lnTo>
                  <a:lnTo>
                    <a:pt x="3567434" y="2523324"/>
                  </a:lnTo>
                  <a:lnTo>
                    <a:pt x="3647882" y="2533672"/>
                  </a:lnTo>
                  <a:lnTo>
                    <a:pt x="3717262" y="2541547"/>
                  </a:lnTo>
                  <a:lnTo>
                    <a:pt x="3772294" y="2547100"/>
                  </a:lnTo>
                  <a:lnTo>
                    <a:pt x="3811342" y="2550624"/>
                  </a:lnTo>
                  <a:lnTo>
                    <a:pt x="3834891" y="2552534"/>
                  </a:lnTo>
                  <a:lnTo>
                    <a:pt x="3845609" y="2553319"/>
                  </a:lnTo>
                  <a:lnTo>
                    <a:pt x="3848088" y="2553484"/>
                  </a:lnTo>
                  <a:lnTo>
                    <a:pt x="3848118" y="2553486"/>
                  </a:lnTo>
                  <a:lnTo>
                    <a:pt x="4386855" y="2553486"/>
                  </a:lnTo>
                  <a:lnTo>
                    <a:pt x="4388158" y="2553489"/>
                  </a:lnTo>
                  <a:lnTo>
                    <a:pt x="4396656" y="2553514"/>
                  </a:lnTo>
                  <a:lnTo>
                    <a:pt x="4417838" y="2553582"/>
                  </a:lnTo>
                  <a:lnTo>
                    <a:pt x="4455103" y="2553716"/>
                  </a:lnTo>
                  <a:lnTo>
                    <a:pt x="4509423" y="2553934"/>
                  </a:lnTo>
                  <a:lnTo>
                    <a:pt x="4579334" y="2554251"/>
                  </a:lnTo>
                  <a:lnTo>
                    <a:pt x="4661422" y="2554674"/>
                  </a:lnTo>
                  <a:lnTo>
                    <a:pt x="4751205" y="2555205"/>
                  </a:lnTo>
                  <a:lnTo>
                    <a:pt x="4844096" y="2555842"/>
                  </a:lnTo>
                  <a:lnTo>
                    <a:pt x="4936164" y="2556582"/>
                  </a:lnTo>
                  <a:lnTo>
                    <a:pt x="5024526" y="2557425"/>
                  </a:lnTo>
                  <a:lnTo>
                    <a:pt x="5107414" y="2558374"/>
                  </a:lnTo>
                  <a:lnTo>
                    <a:pt x="5184033" y="2559436"/>
                  </a:lnTo>
                  <a:lnTo>
                    <a:pt x="5254325" y="2560623"/>
                  </a:lnTo>
                  <a:lnTo>
                    <a:pt x="5318737" y="2561953"/>
                  </a:lnTo>
                  <a:lnTo>
                    <a:pt x="5378021" y="2563446"/>
                  </a:lnTo>
                  <a:lnTo>
                    <a:pt x="5433094" y="2565127"/>
                  </a:lnTo>
                  <a:lnTo>
                    <a:pt x="5484924" y="2567020"/>
                  </a:lnTo>
                  <a:lnTo>
                    <a:pt x="5534441" y="2569145"/>
                  </a:lnTo>
                  <a:lnTo>
                    <a:pt x="5567201" y="2570727"/>
                  </a:lnTo>
                  <a:lnTo>
                    <a:pt x="5619927" y="2573561"/>
                  </a:lnTo>
                  <a:lnTo>
                    <a:pt x="5672149" y="2576703"/>
                  </a:lnTo>
                  <a:lnTo>
                    <a:pt x="5724460" y="2580157"/>
                  </a:lnTo>
                  <a:lnTo>
                    <a:pt x="5777249" y="2583914"/>
                  </a:lnTo>
                  <a:lnTo>
                    <a:pt x="5830727" y="2587952"/>
                  </a:lnTo>
                  <a:lnTo>
                    <a:pt x="5884951" y="2592235"/>
                  </a:lnTo>
                  <a:lnTo>
                    <a:pt x="5939845" y="2596711"/>
                  </a:lnTo>
                  <a:lnTo>
                    <a:pt x="5995230" y="2601320"/>
                  </a:lnTo>
                  <a:lnTo>
                    <a:pt x="6050853" y="2605991"/>
                  </a:lnTo>
                  <a:lnTo>
                    <a:pt x="6106427" y="2610650"/>
                  </a:lnTo>
                  <a:lnTo>
                    <a:pt x="6161673" y="2615222"/>
                  </a:lnTo>
                  <a:lnTo>
                    <a:pt x="6216358" y="2619640"/>
                  </a:lnTo>
                  <a:lnTo>
                    <a:pt x="6270335" y="2623846"/>
                  </a:lnTo>
                  <a:lnTo>
                    <a:pt x="6323569" y="2627794"/>
                  </a:lnTo>
                  <a:lnTo>
                    <a:pt x="6376166" y="2631451"/>
                  </a:lnTo>
                  <a:lnTo>
                    <a:pt x="6428395" y="2634801"/>
                  </a:lnTo>
                  <a:lnTo>
                    <a:pt x="6480708" y="2637839"/>
                  </a:lnTo>
                  <a:lnTo>
                    <a:pt x="6515891" y="2639691"/>
                  </a:lnTo>
                  <a:lnTo>
                    <a:pt x="6564308" y="2641980"/>
                  </a:lnTo>
                  <a:lnTo>
                    <a:pt x="6614471" y="2644029"/>
                  </a:lnTo>
                  <a:lnTo>
                    <a:pt x="6667234" y="2645851"/>
                  </a:lnTo>
                  <a:lnTo>
                    <a:pt x="6723551" y="2647469"/>
                  </a:lnTo>
                  <a:lnTo>
                    <a:pt x="6784383" y="2648908"/>
                  </a:lnTo>
                  <a:lnTo>
                    <a:pt x="6850606" y="2650190"/>
                  </a:lnTo>
                  <a:lnTo>
                    <a:pt x="6922896" y="2651336"/>
                  </a:lnTo>
                  <a:lnTo>
                    <a:pt x="7001559" y="2652360"/>
                  </a:lnTo>
                  <a:lnTo>
                    <a:pt x="7086329" y="2653274"/>
                  </a:lnTo>
                  <a:lnTo>
                    <a:pt x="7176122" y="2654084"/>
                  </a:lnTo>
                  <a:lnTo>
                    <a:pt x="7268821" y="2654792"/>
                  </a:lnTo>
                  <a:lnTo>
                    <a:pt x="7361188" y="2655395"/>
                  </a:lnTo>
                  <a:lnTo>
                    <a:pt x="7449019" y="2655891"/>
                  </a:lnTo>
                  <a:lnTo>
                    <a:pt x="7527665" y="2656280"/>
                  </a:lnTo>
                  <a:lnTo>
                    <a:pt x="7592877" y="2656564"/>
                  </a:lnTo>
                  <a:lnTo>
                    <a:pt x="7641783" y="2656754"/>
                  </a:lnTo>
                  <a:lnTo>
                    <a:pt x="7673671" y="2656864"/>
                  </a:lnTo>
                  <a:lnTo>
                    <a:pt x="7690314" y="2656916"/>
                  </a:lnTo>
                  <a:lnTo>
                    <a:pt x="7695820" y="2656931"/>
                  </a:lnTo>
                  <a:lnTo>
                    <a:pt x="7696237" y="2656932"/>
                  </a:lnTo>
                  <a:lnTo>
                    <a:pt x="8234974" y="2656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0" name="pl520"/>
            <p:cNvSpPr/>
            <p:nvPr/>
          </p:nvSpPr>
          <p:spPr>
            <a:xfrm>
              <a:off x="546595" y="3031716"/>
              <a:ext cx="8234974" cy="2656932"/>
            </a:xfrm>
            <a:custGeom>
              <a:avLst/>
              <a:pathLst>
                <a:path w="8234974" h="2656932">
                  <a:moveTo>
                    <a:pt x="8234974" y="2656932"/>
                  </a:moveTo>
                  <a:lnTo>
                    <a:pt x="7696237" y="2656932"/>
                  </a:lnTo>
                  <a:lnTo>
                    <a:pt x="7694935" y="2656929"/>
                  </a:lnTo>
                  <a:lnTo>
                    <a:pt x="7686437" y="2656904"/>
                  </a:lnTo>
                  <a:lnTo>
                    <a:pt x="7665254" y="2656836"/>
                  </a:lnTo>
                  <a:lnTo>
                    <a:pt x="7627990" y="2656702"/>
                  </a:lnTo>
                  <a:lnTo>
                    <a:pt x="7573670" y="2656484"/>
                  </a:lnTo>
                  <a:lnTo>
                    <a:pt x="7503758" y="2656167"/>
                  </a:lnTo>
                  <a:lnTo>
                    <a:pt x="7421670" y="2655744"/>
                  </a:lnTo>
                  <a:lnTo>
                    <a:pt x="7331888" y="2655213"/>
                  </a:lnTo>
                  <a:lnTo>
                    <a:pt x="7238997" y="2654576"/>
                  </a:lnTo>
                  <a:lnTo>
                    <a:pt x="7146929" y="2653836"/>
                  </a:lnTo>
                  <a:lnTo>
                    <a:pt x="7058567" y="2652993"/>
                  </a:lnTo>
                  <a:lnTo>
                    <a:pt x="6975678" y="2652044"/>
                  </a:lnTo>
                  <a:lnTo>
                    <a:pt x="6899059" y="2650983"/>
                  </a:lnTo>
                  <a:lnTo>
                    <a:pt x="6828767" y="2649795"/>
                  </a:lnTo>
                  <a:lnTo>
                    <a:pt x="6764356" y="2648465"/>
                  </a:lnTo>
                  <a:lnTo>
                    <a:pt x="6705071" y="2646972"/>
                  </a:lnTo>
                  <a:lnTo>
                    <a:pt x="6649998" y="2645291"/>
                  </a:lnTo>
                  <a:lnTo>
                    <a:pt x="6598169" y="2643398"/>
                  </a:lnTo>
                  <a:lnTo>
                    <a:pt x="6548651" y="2641273"/>
                  </a:lnTo>
                  <a:lnTo>
                    <a:pt x="6515891" y="2639691"/>
                  </a:lnTo>
                  <a:lnTo>
                    <a:pt x="6463165" y="2636857"/>
                  </a:lnTo>
                  <a:lnTo>
                    <a:pt x="6410944" y="2633715"/>
                  </a:lnTo>
                  <a:lnTo>
                    <a:pt x="6358632" y="2630261"/>
                  </a:lnTo>
                  <a:lnTo>
                    <a:pt x="6305843" y="2626504"/>
                  </a:lnTo>
                  <a:lnTo>
                    <a:pt x="6252365" y="2622466"/>
                  </a:lnTo>
                  <a:lnTo>
                    <a:pt x="6198141" y="2618184"/>
                  </a:lnTo>
                  <a:lnTo>
                    <a:pt x="6143247" y="2613707"/>
                  </a:lnTo>
                  <a:lnTo>
                    <a:pt x="6087862" y="2609098"/>
                  </a:lnTo>
                  <a:lnTo>
                    <a:pt x="6032240" y="2604427"/>
                  </a:lnTo>
                  <a:lnTo>
                    <a:pt x="5976666" y="2599768"/>
                  </a:lnTo>
                  <a:lnTo>
                    <a:pt x="5921420" y="2595196"/>
                  </a:lnTo>
                  <a:lnTo>
                    <a:pt x="5866734" y="2590778"/>
                  </a:lnTo>
                  <a:lnTo>
                    <a:pt x="5812758" y="2586572"/>
                  </a:lnTo>
                  <a:lnTo>
                    <a:pt x="5759524" y="2582625"/>
                  </a:lnTo>
                  <a:lnTo>
                    <a:pt x="5706926" y="2578967"/>
                  </a:lnTo>
                  <a:lnTo>
                    <a:pt x="5654697" y="2575617"/>
                  </a:lnTo>
                  <a:lnTo>
                    <a:pt x="5602384" y="2572579"/>
                  </a:lnTo>
                  <a:lnTo>
                    <a:pt x="5567201" y="2570727"/>
                  </a:lnTo>
                  <a:lnTo>
                    <a:pt x="5518784" y="2568438"/>
                  </a:lnTo>
                  <a:lnTo>
                    <a:pt x="5468622" y="2566390"/>
                  </a:lnTo>
                  <a:lnTo>
                    <a:pt x="5415859" y="2564567"/>
                  </a:lnTo>
                  <a:lnTo>
                    <a:pt x="5359542" y="2562949"/>
                  </a:lnTo>
                  <a:lnTo>
                    <a:pt x="5298710" y="2561510"/>
                  </a:lnTo>
                  <a:lnTo>
                    <a:pt x="5232486" y="2560228"/>
                  </a:lnTo>
                  <a:lnTo>
                    <a:pt x="5160197" y="2559083"/>
                  </a:lnTo>
                  <a:lnTo>
                    <a:pt x="5081534" y="2558058"/>
                  </a:lnTo>
                  <a:lnTo>
                    <a:pt x="4996764" y="2557144"/>
                  </a:lnTo>
                  <a:lnTo>
                    <a:pt x="4906971" y="2556334"/>
                  </a:lnTo>
                  <a:lnTo>
                    <a:pt x="4814271" y="2555626"/>
                  </a:lnTo>
                  <a:lnTo>
                    <a:pt x="4721905" y="2555023"/>
                  </a:lnTo>
                  <a:lnTo>
                    <a:pt x="4634074" y="2554527"/>
                  </a:lnTo>
                  <a:lnTo>
                    <a:pt x="4555428" y="2554138"/>
                  </a:lnTo>
                  <a:lnTo>
                    <a:pt x="4490216" y="2553854"/>
                  </a:lnTo>
                  <a:lnTo>
                    <a:pt x="4441310" y="2553665"/>
                  </a:lnTo>
                  <a:lnTo>
                    <a:pt x="4409421" y="2553554"/>
                  </a:lnTo>
                  <a:lnTo>
                    <a:pt x="4392778" y="2553503"/>
                  </a:lnTo>
                  <a:lnTo>
                    <a:pt x="4387272" y="2553487"/>
                  </a:lnTo>
                  <a:lnTo>
                    <a:pt x="4386855" y="2553486"/>
                  </a:lnTo>
                  <a:lnTo>
                    <a:pt x="3848118" y="2553486"/>
                  </a:lnTo>
                  <a:lnTo>
                    <a:pt x="3846927" y="2553408"/>
                  </a:lnTo>
                  <a:lnTo>
                    <a:pt x="3839141" y="2552854"/>
                  </a:lnTo>
                  <a:lnTo>
                    <a:pt x="3819669" y="2551321"/>
                  </a:lnTo>
                  <a:lnTo>
                    <a:pt x="3785255" y="2548311"/>
                  </a:lnTo>
                  <a:lnTo>
                    <a:pt x="3734766" y="2543382"/>
                  </a:lnTo>
                  <a:lnTo>
                    <a:pt x="3669259" y="2536200"/>
                  </a:lnTo>
                  <a:lnTo>
                    <a:pt x="3591610" y="2526575"/>
                  </a:lnTo>
                  <a:lnTo>
                    <a:pt x="3505796" y="2514446"/>
                  </a:lnTo>
                  <a:lnTo>
                    <a:pt x="3416058" y="2499841"/>
                  </a:lnTo>
                  <a:lnTo>
                    <a:pt x="3326187" y="2482819"/>
                  </a:lnTo>
                  <a:lnTo>
                    <a:pt x="3239106" y="2463413"/>
                  </a:lnTo>
                  <a:lnTo>
                    <a:pt x="3156741" y="2441587"/>
                  </a:lnTo>
                  <a:lnTo>
                    <a:pt x="3080099" y="2417209"/>
                  </a:lnTo>
                  <a:lnTo>
                    <a:pt x="3009460" y="2390043"/>
                  </a:lnTo>
                  <a:lnTo>
                    <a:pt x="2944576" y="2359746"/>
                  </a:lnTo>
                  <a:lnTo>
                    <a:pt x="2884863" y="2325882"/>
                  </a:lnTo>
                  <a:lnTo>
                    <a:pt x="2829538" y="2287936"/>
                  </a:lnTo>
                  <a:lnTo>
                    <a:pt x="2777731" y="2245356"/>
                  </a:lnTo>
                  <a:lnTo>
                    <a:pt x="2728563" y="2197621"/>
                  </a:lnTo>
                  <a:lnTo>
                    <a:pt x="2681225" y="2144360"/>
                  </a:lnTo>
                  <a:lnTo>
                    <a:pt x="2667772" y="2127905"/>
                  </a:lnTo>
                  <a:lnTo>
                    <a:pt x="2630850" y="2079821"/>
                  </a:lnTo>
                  <a:lnTo>
                    <a:pt x="2594278" y="2028060"/>
                  </a:lnTo>
                  <a:lnTo>
                    <a:pt x="2557820" y="1972548"/>
                  </a:lnTo>
                  <a:lnTo>
                    <a:pt x="2521291" y="1913277"/>
                  </a:lnTo>
                  <a:lnTo>
                    <a:pt x="2484557" y="1850311"/>
                  </a:lnTo>
                  <a:lnTo>
                    <a:pt x="2447525" y="1783795"/>
                  </a:lnTo>
                  <a:lnTo>
                    <a:pt x="2410143" y="1713957"/>
                  </a:lnTo>
                  <a:lnTo>
                    <a:pt x="2372394" y="1641110"/>
                  </a:lnTo>
                  <a:lnTo>
                    <a:pt x="2334293" y="1565648"/>
                  </a:lnTo>
                  <a:lnTo>
                    <a:pt x="2295883" y="1488042"/>
                  </a:lnTo>
                  <a:lnTo>
                    <a:pt x="2257231" y="1408827"/>
                  </a:lnTo>
                  <a:lnTo>
                    <a:pt x="2218421" y="1328588"/>
                  </a:lnTo>
                  <a:lnTo>
                    <a:pt x="2179547" y="1247943"/>
                  </a:lnTo>
                  <a:lnTo>
                    <a:pt x="2140708" y="1167524"/>
                  </a:lnTo>
                  <a:lnTo>
                    <a:pt x="2102002" y="1087954"/>
                  </a:lnTo>
                  <a:lnTo>
                    <a:pt x="2063515" y="1009831"/>
                  </a:lnTo>
                  <a:lnTo>
                    <a:pt x="2025320" y="933705"/>
                  </a:lnTo>
                  <a:lnTo>
                    <a:pt x="1987468" y="860066"/>
                  </a:lnTo>
                  <a:lnTo>
                    <a:pt x="1949981" y="789332"/>
                  </a:lnTo>
                  <a:lnTo>
                    <a:pt x="1912853" y="721840"/>
                  </a:lnTo>
                  <a:lnTo>
                    <a:pt x="1876041" y="657840"/>
                  </a:lnTo>
                  <a:lnTo>
                    <a:pt x="1839466" y="597502"/>
                  </a:lnTo>
                  <a:lnTo>
                    <a:pt x="1803003" y="540913"/>
                  </a:lnTo>
                  <a:lnTo>
                    <a:pt x="1766486" y="488085"/>
                  </a:lnTo>
                  <a:lnTo>
                    <a:pt x="1729692" y="438961"/>
                  </a:lnTo>
                  <a:lnTo>
                    <a:pt x="1719082" y="425581"/>
                  </a:lnTo>
                  <a:lnTo>
                    <a:pt x="1672141" y="370695"/>
                  </a:lnTo>
                  <a:lnTo>
                    <a:pt x="1623581" y="321389"/>
                  </a:lnTo>
                  <a:lnTo>
                    <a:pt x="1572626" y="277367"/>
                  </a:lnTo>
                  <a:lnTo>
                    <a:pt x="1518410" y="238137"/>
                  </a:lnTo>
                  <a:lnTo>
                    <a:pt x="1460052" y="203148"/>
                  </a:lnTo>
                  <a:lnTo>
                    <a:pt x="1396736" y="171868"/>
                  </a:lnTo>
                  <a:lnTo>
                    <a:pt x="1327805" y="143836"/>
                  </a:lnTo>
                  <a:lnTo>
                    <a:pt x="1252899" y="118680"/>
                  </a:lnTo>
                  <a:lnTo>
                    <a:pt x="1172121" y="96134"/>
                  </a:lnTo>
                  <a:lnTo>
                    <a:pt x="1086250" y="76035"/>
                  </a:lnTo>
                  <a:lnTo>
                    <a:pt x="996929" y="58323"/>
                  </a:lnTo>
                  <a:lnTo>
                    <a:pt x="906796" y="43013"/>
                  </a:lnTo>
                  <a:lnTo>
                    <a:pt x="819420" y="30162"/>
                  </a:lnTo>
                  <a:lnTo>
                    <a:pt x="738973" y="19814"/>
                  </a:lnTo>
                  <a:lnTo>
                    <a:pt x="669593" y="11939"/>
                  </a:lnTo>
                  <a:lnTo>
                    <a:pt x="614560" y="6386"/>
                  </a:lnTo>
                  <a:lnTo>
                    <a:pt x="575513" y="2862"/>
                  </a:lnTo>
                  <a:lnTo>
                    <a:pt x="551964" y="952"/>
                  </a:lnTo>
                  <a:lnTo>
                    <a:pt x="541245" y="167"/>
                  </a:lnTo>
                  <a:lnTo>
                    <a:pt x="538766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1" name="pg521"/>
            <p:cNvSpPr/>
            <p:nvPr/>
          </p:nvSpPr>
          <p:spPr>
            <a:xfrm>
              <a:off x="546595" y="886570"/>
              <a:ext cx="8234974" cy="3838396"/>
            </a:xfrm>
            <a:custGeom>
              <a:avLst/>
              <a:pathLst>
                <a:path w="8234974" h="3838396">
                  <a:moveTo>
                    <a:pt x="0" y="1715028"/>
                  </a:moveTo>
                  <a:lnTo>
                    <a:pt x="538736" y="1715028"/>
                  </a:lnTo>
                  <a:lnTo>
                    <a:pt x="539959" y="1715094"/>
                  </a:lnTo>
                  <a:lnTo>
                    <a:pt x="547950" y="1715568"/>
                  </a:lnTo>
                  <a:lnTo>
                    <a:pt x="567914" y="1716878"/>
                  </a:lnTo>
                  <a:lnTo>
                    <a:pt x="603152" y="1719450"/>
                  </a:lnTo>
                  <a:lnTo>
                    <a:pt x="654751" y="1723659"/>
                  </a:lnTo>
                  <a:lnTo>
                    <a:pt x="721544" y="1729784"/>
                  </a:lnTo>
                  <a:lnTo>
                    <a:pt x="800499" y="1737984"/>
                  </a:lnTo>
                  <a:lnTo>
                    <a:pt x="887491" y="1748305"/>
                  </a:lnTo>
                  <a:lnTo>
                    <a:pt x="978178" y="1760718"/>
                  </a:lnTo>
                  <a:lnTo>
                    <a:pt x="1068721" y="1775174"/>
                  </a:lnTo>
                  <a:lnTo>
                    <a:pt x="1156206" y="1791649"/>
                  </a:lnTo>
                  <a:lnTo>
                    <a:pt x="1238749" y="1810180"/>
                  </a:lnTo>
                  <a:lnTo>
                    <a:pt x="1315401" y="1830890"/>
                  </a:lnTo>
                  <a:lnTo>
                    <a:pt x="1385948" y="1853990"/>
                  </a:lnTo>
                  <a:lnTo>
                    <a:pt x="1450695" y="1879783"/>
                  </a:lnTo>
                  <a:lnTo>
                    <a:pt x="1510277" y="1908654"/>
                  </a:lnTo>
                  <a:lnTo>
                    <a:pt x="1565516" y="1941048"/>
                  </a:lnTo>
                  <a:lnTo>
                    <a:pt x="1617313" y="1977437"/>
                  </a:lnTo>
                  <a:lnTo>
                    <a:pt x="1666564" y="2018253"/>
                  </a:lnTo>
                  <a:lnTo>
                    <a:pt x="1714081" y="2063779"/>
                  </a:lnTo>
                  <a:lnTo>
                    <a:pt x="1719082" y="2068922"/>
                  </a:lnTo>
                  <a:lnTo>
                    <a:pt x="1758551" y="2111794"/>
                  </a:lnTo>
                  <a:lnTo>
                    <a:pt x="1797639" y="2158169"/>
                  </a:lnTo>
                  <a:lnTo>
                    <a:pt x="1836630" y="2208116"/>
                  </a:lnTo>
                  <a:lnTo>
                    <a:pt x="1875736" y="2261630"/>
                  </a:lnTo>
                  <a:lnTo>
                    <a:pt x="1915111" y="2318626"/>
                  </a:lnTo>
                  <a:lnTo>
                    <a:pt x="1954852" y="2378931"/>
                  </a:lnTo>
                  <a:lnTo>
                    <a:pt x="1995005" y="2442280"/>
                  </a:lnTo>
                  <a:lnTo>
                    <a:pt x="2035574" y="2508317"/>
                  </a:lnTo>
                  <a:lnTo>
                    <a:pt x="2076521" y="2576599"/>
                  </a:lnTo>
                  <a:lnTo>
                    <a:pt x="2117776" y="2646609"/>
                  </a:lnTo>
                  <a:lnTo>
                    <a:pt x="2159243" y="2717766"/>
                  </a:lnTo>
                  <a:lnTo>
                    <a:pt x="2200810" y="2789450"/>
                  </a:lnTo>
                  <a:lnTo>
                    <a:pt x="2242355" y="2861020"/>
                  </a:lnTo>
                  <a:lnTo>
                    <a:pt x="2283759" y="2931840"/>
                  </a:lnTo>
                  <a:lnTo>
                    <a:pt x="2324914" y="3001300"/>
                  </a:lnTo>
                  <a:lnTo>
                    <a:pt x="2365733" y="3068840"/>
                  </a:lnTo>
                  <a:lnTo>
                    <a:pt x="2406157" y="3133969"/>
                  </a:lnTo>
                  <a:lnTo>
                    <a:pt x="2446161" y="3196273"/>
                  </a:lnTo>
                  <a:lnTo>
                    <a:pt x="2485764" y="3255429"/>
                  </a:lnTo>
                  <a:lnTo>
                    <a:pt x="2525030" y="3311203"/>
                  </a:lnTo>
                  <a:lnTo>
                    <a:pt x="2564075" y="3363456"/>
                  </a:lnTo>
                  <a:lnTo>
                    <a:pt x="2603073" y="3412130"/>
                  </a:lnTo>
                  <a:lnTo>
                    <a:pt x="2642259" y="3457250"/>
                  </a:lnTo>
                  <a:lnTo>
                    <a:pt x="2667772" y="3484501"/>
                  </a:lnTo>
                  <a:lnTo>
                    <a:pt x="2715146" y="3530535"/>
                  </a:lnTo>
                  <a:lnTo>
                    <a:pt x="2764175" y="3571845"/>
                  </a:lnTo>
                  <a:lnTo>
                    <a:pt x="2815657" y="3608688"/>
                  </a:lnTo>
                  <a:lnTo>
                    <a:pt x="2870485" y="3641486"/>
                  </a:lnTo>
                  <a:lnTo>
                    <a:pt x="2929562" y="3670711"/>
                  </a:lnTo>
                  <a:lnTo>
                    <a:pt x="2993723" y="3696813"/>
                  </a:lnTo>
                  <a:lnTo>
                    <a:pt x="3063629" y="3720185"/>
                  </a:lnTo>
                  <a:lnTo>
                    <a:pt x="3139628" y="3741138"/>
                  </a:lnTo>
                  <a:lnTo>
                    <a:pt x="3221572" y="3759895"/>
                  </a:lnTo>
                  <a:lnTo>
                    <a:pt x="3308601" y="3776586"/>
                  </a:lnTo>
                  <a:lnTo>
                    <a:pt x="3398939" y="3791258"/>
                  </a:lnTo>
                  <a:lnTo>
                    <a:pt x="3489779" y="3803892"/>
                  </a:lnTo>
                  <a:lnTo>
                    <a:pt x="3577370" y="3814438"/>
                  </a:lnTo>
                  <a:lnTo>
                    <a:pt x="3657391" y="3822864"/>
                  </a:lnTo>
                  <a:lnTo>
                    <a:pt x="3725654" y="3829206"/>
                  </a:lnTo>
                  <a:lnTo>
                    <a:pt x="3778969" y="3833609"/>
                  </a:lnTo>
                  <a:lnTo>
                    <a:pt x="3815944" y="3836339"/>
                  </a:lnTo>
                  <a:lnTo>
                    <a:pt x="3837419" y="3837764"/>
                  </a:lnTo>
                  <a:lnTo>
                    <a:pt x="3846471" y="3838306"/>
                  </a:lnTo>
                  <a:lnTo>
                    <a:pt x="3848118" y="3838396"/>
                  </a:lnTo>
                  <a:lnTo>
                    <a:pt x="4386855" y="3838396"/>
                  </a:lnTo>
                  <a:lnTo>
                    <a:pt x="4387796" y="3838305"/>
                  </a:lnTo>
                  <a:lnTo>
                    <a:pt x="4393978" y="3837652"/>
                  </a:lnTo>
                  <a:lnTo>
                    <a:pt x="4409559" y="3835849"/>
                  </a:lnTo>
                  <a:lnTo>
                    <a:pt x="4437401" y="3832301"/>
                  </a:lnTo>
                  <a:lnTo>
                    <a:pt x="4478863" y="3826459"/>
                  </a:lnTo>
                  <a:lnTo>
                    <a:pt x="4533695" y="3817879"/>
                  </a:lnTo>
                  <a:lnTo>
                    <a:pt x="4600177" y="3806263"/>
                  </a:lnTo>
                  <a:lnTo>
                    <a:pt x="4675522" y="3791467"/>
                  </a:lnTo>
                  <a:lnTo>
                    <a:pt x="4756425" y="3773473"/>
                  </a:lnTo>
                  <a:lnTo>
                    <a:pt x="4839613" y="3752335"/>
                  </a:lnTo>
                  <a:lnTo>
                    <a:pt x="4922261" y="3728123"/>
                  </a:lnTo>
                  <a:lnTo>
                    <a:pt x="5002217" y="3700864"/>
                  </a:lnTo>
                  <a:lnTo>
                    <a:pt x="5078059" y="3670504"/>
                  </a:lnTo>
                  <a:lnTo>
                    <a:pt x="5149017" y="3636883"/>
                  </a:lnTo>
                  <a:lnTo>
                    <a:pt x="5214858" y="3599728"/>
                  </a:lnTo>
                  <a:lnTo>
                    <a:pt x="5275737" y="3558650"/>
                  </a:lnTo>
                  <a:lnTo>
                    <a:pt x="5332075" y="3513152"/>
                  </a:lnTo>
                  <a:lnTo>
                    <a:pt x="5384455" y="3462648"/>
                  </a:lnTo>
                  <a:lnTo>
                    <a:pt x="5433546" y="3406494"/>
                  </a:lnTo>
                  <a:lnTo>
                    <a:pt x="5480046" y="3344045"/>
                  </a:lnTo>
                  <a:lnTo>
                    <a:pt x="5524625" y="3274748"/>
                  </a:lnTo>
                  <a:lnTo>
                    <a:pt x="5567201" y="3199571"/>
                  </a:lnTo>
                  <a:lnTo>
                    <a:pt x="5598451" y="3138897"/>
                  </a:lnTo>
                  <a:lnTo>
                    <a:pt x="5629421" y="3074294"/>
                  </a:lnTo>
                  <a:lnTo>
                    <a:pt x="5660263" y="3005680"/>
                  </a:lnTo>
                  <a:lnTo>
                    <a:pt x="5691100" y="2933025"/>
                  </a:lnTo>
                  <a:lnTo>
                    <a:pt x="5722029" y="2856350"/>
                  </a:lnTo>
                  <a:lnTo>
                    <a:pt x="5753123" y="2775736"/>
                  </a:lnTo>
                  <a:lnTo>
                    <a:pt x="5784434" y="2691324"/>
                  </a:lnTo>
                  <a:lnTo>
                    <a:pt x="5815994" y="2603322"/>
                  </a:lnTo>
                  <a:lnTo>
                    <a:pt x="5847816" y="2512001"/>
                  </a:lnTo>
                  <a:lnTo>
                    <a:pt x="5879897" y="2417697"/>
                  </a:lnTo>
                  <a:lnTo>
                    <a:pt x="5912219" y="2320805"/>
                  </a:lnTo>
                  <a:lnTo>
                    <a:pt x="5944749" y="2221777"/>
                  </a:lnTo>
                  <a:lnTo>
                    <a:pt x="5977444" y="2121109"/>
                  </a:lnTo>
                  <a:lnTo>
                    <a:pt x="6010253" y="2019337"/>
                  </a:lnTo>
                  <a:lnTo>
                    <a:pt x="6043119" y="1917020"/>
                  </a:lnTo>
                  <a:lnTo>
                    <a:pt x="6075983" y="1814730"/>
                  </a:lnTo>
                  <a:lnTo>
                    <a:pt x="6108784" y="1713040"/>
                  </a:lnTo>
                  <a:lnTo>
                    <a:pt x="6141465" y="1612507"/>
                  </a:lnTo>
                  <a:lnTo>
                    <a:pt x="6173977" y="1513662"/>
                  </a:lnTo>
                  <a:lnTo>
                    <a:pt x="6206276" y="1416999"/>
                  </a:lnTo>
                  <a:lnTo>
                    <a:pt x="6238333" y="1322964"/>
                  </a:lnTo>
                  <a:lnTo>
                    <a:pt x="6270131" y="1231947"/>
                  </a:lnTo>
                  <a:lnTo>
                    <a:pt x="6301666" y="1144278"/>
                  </a:lnTo>
                  <a:lnTo>
                    <a:pt x="6332954" y="1060222"/>
                  </a:lnTo>
                  <a:lnTo>
                    <a:pt x="6364030" y="979979"/>
                  </a:lnTo>
                  <a:lnTo>
                    <a:pt x="6394946" y="903687"/>
                  </a:lnTo>
                  <a:lnTo>
                    <a:pt x="6425779" y="831418"/>
                  </a:lnTo>
                  <a:lnTo>
                    <a:pt x="6456628" y="763191"/>
                  </a:lnTo>
                  <a:lnTo>
                    <a:pt x="6487618" y="698968"/>
                  </a:lnTo>
                  <a:lnTo>
                    <a:pt x="6515891" y="644269"/>
                  </a:lnTo>
                  <a:lnTo>
                    <a:pt x="6559165" y="567933"/>
                  </a:lnTo>
                  <a:lnTo>
                    <a:pt x="6603770" y="498749"/>
                  </a:lnTo>
                  <a:lnTo>
                    <a:pt x="6650305" y="436405"/>
                  </a:lnTo>
                  <a:lnTo>
                    <a:pt x="6699444" y="380346"/>
                  </a:lnTo>
                  <a:lnTo>
                    <a:pt x="6751882" y="329926"/>
                  </a:lnTo>
                  <a:lnTo>
                    <a:pt x="6808287" y="284503"/>
                  </a:lnTo>
                  <a:lnTo>
                    <a:pt x="6869243" y="243491"/>
                  </a:lnTo>
                  <a:lnTo>
                    <a:pt x="6935165" y="206395"/>
                  </a:lnTo>
                  <a:lnTo>
                    <a:pt x="7006204" y="172828"/>
                  </a:lnTo>
                  <a:lnTo>
                    <a:pt x="7082118" y="142518"/>
                  </a:lnTo>
                  <a:lnTo>
                    <a:pt x="7162131" y="115307"/>
                  </a:lnTo>
                  <a:lnTo>
                    <a:pt x="7244806" y="91144"/>
                  </a:lnTo>
                  <a:lnTo>
                    <a:pt x="7327982" y="70056"/>
                  </a:lnTo>
                  <a:lnTo>
                    <a:pt x="7408822" y="52112"/>
                  </a:lnTo>
                  <a:lnTo>
                    <a:pt x="7484051" y="37367"/>
                  </a:lnTo>
                  <a:lnTo>
                    <a:pt x="7550368" y="25802"/>
                  </a:lnTo>
                  <a:lnTo>
                    <a:pt x="7604996" y="17268"/>
                  </a:lnTo>
                  <a:lnTo>
                    <a:pt x="7646240" y="11466"/>
                  </a:lnTo>
                  <a:lnTo>
                    <a:pt x="7673872" y="7950"/>
                  </a:lnTo>
                  <a:lnTo>
                    <a:pt x="7689277" y="6170"/>
                  </a:lnTo>
                  <a:lnTo>
                    <a:pt x="7695340" y="553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7" y="91"/>
                  </a:lnTo>
                  <a:lnTo>
                    <a:pt x="7689115" y="743"/>
                  </a:lnTo>
                  <a:lnTo>
                    <a:pt x="7673534" y="2546"/>
                  </a:lnTo>
                  <a:lnTo>
                    <a:pt x="7645691" y="6095"/>
                  </a:lnTo>
                  <a:lnTo>
                    <a:pt x="7604229" y="11937"/>
                  </a:lnTo>
                  <a:lnTo>
                    <a:pt x="7549397" y="20517"/>
                  </a:lnTo>
                  <a:lnTo>
                    <a:pt x="7482915" y="32132"/>
                  </a:lnTo>
                  <a:lnTo>
                    <a:pt x="7407570" y="46928"/>
                  </a:lnTo>
                  <a:lnTo>
                    <a:pt x="7326667" y="64923"/>
                  </a:lnTo>
                  <a:lnTo>
                    <a:pt x="7243480" y="86060"/>
                  </a:lnTo>
                  <a:lnTo>
                    <a:pt x="7160832" y="110272"/>
                  </a:lnTo>
                  <a:lnTo>
                    <a:pt x="7080875" y="137531"/>
                  </a:lnTo>
                  <a:lnTo>
                    <a:pt x="7005034" y="167892"/>
                  </a:lnTo>
                  <a:lnTo>
                    <a:pt x="6934075" y="201512"/>
                  </a:lnTo>
                  <a:lnTo>
                    <a:pt x="6868234" y="238667"/>
                  </a:lnTo>
                  <a:lnTo>
                    <a:pt x="6807355" y="279745"/>
                  </a:lnTo>
                  <a:lnTo>
                    <a:pt x="6751018" y="325244"/>
                  </a:lnTo>
                  <a:lnTo>
                    <a:pt x="6698638" y="375748"/>
                  </a:lnTo>
                  <a:lnTo>
                    <a:pt x="6649546" y="431902"/>
                  </a:lnTo>
                  <a:lnTo>
                    <a:pt x="6603047" y="494351"/>
                  </a:lnTo>
                  <a:lnTo>
                    <a:pt x="6558467" y="563647"/>
                  </a:lnTo>
                  <a:lnTo>
                    <a:pt x="6515891" y="638825"/>
                  </a:lnTo>
                  <a:lnTo>
                    <a:pt x="6484642" y="699498"/>
                  </a:lnTo>
                  <a:lnTo>
                    <a:pt x="6453672" y="764102"/>
                  </a:lnTo>
                  <a:lnTo>
                    <a:pt x="6422829" y="832715"/>
                  </a:lnTo>
                  <a:lnTo>
                    <a:pt x="6391992" y="905371"/>
                  </a:lnTo>
                  <a:lnTo>
                    <a:pt x="6361064" y="982045"/>
                  </a:lnTo>
                  <a:lnTo>
                    <a:pt x="6329970" y="1062660"/>
                  </a:lnTo>
                  <a:lnTo>
                    <a:pt x="6298659" y="1147071"/>
                  </a:lnTo>
                  <a:lnTo>
                    <a:pt x="6267099" y="1235073"/>
                  </a:lnTo>
                  <a:lnTo>
                    <a:pt x="6235276" y="1326394"/>
                  </a:lnTo>
                  <a:lnTo>
                    <a:pt x="6203195" y="1420699"/>
                  </a:lnTo>
                  <a:lnTo>
                    <a:pt x="6170874" y="1517591"/>
                  </a:lnTo>
                  <a:lnTo>
                    <a:pt x="6138344" y="1616619"/>
                  </a:lnTo>
                  <a:lnTo>
                    <a:pt x="6105649" y="1717286"/>
                  </a:lnTo>
                  <a:lnTo>
                    <a:pt x="6072839" y="1819059"/>
                  </a:lnTo>
                  <a:lnTo>
                    <a:pt x="6039973" y="1921376"/>
                  </a:lnTo>
                  <a:lnTo>
                    <a:pt x="6007110" y="2023665"/>
                  </a:lnTo>
                  <a:lnTo>
                    <a:pt x="5974309" y="2125356"/>
                  </a:lnTo>
                  <a:lnTo>
                    <a:pt x="5941627" y="2225889"/>
                  </a:lnTo>
                  <a:lnTo>
                    <a:pt x="5909116" y="2324734"/>
                  </a:lnTo>
                  <a:lnTo>
                    <a:pt x="5876816" y="2421396"/>
                  </a:lnTo>
                  <a:lnTo>
                    <a:pt x="5844759" y="2515432"/>
                  </a:lnTo>
                  <a:lnTo>
                    <a:pt x="5812962" y="2606448"/>
                  </a:lnTo>
                  <a:lnTo>
                    <a:pt x="5781427" y="2694118"/>
                  </a:lnTo>
                  <a:lnTo>
                    <a:pt x="5750138" y="2778174"/>
                  </a:lnTo>
                  <a:lnTo>
                    <a:pt x="5719063" y="2858416"/>
                  </a:lnTo>
                  <a:lnTo>
                    <a:pt x="5688146" y="2934709"/>
                  </a:lnTo>
                  <a:lnTo>
                    <a:pt x="5657313" y="3006977"/>
                  </a:lnTo>
                  <a:lnTo>
                    <a:pt x="5626465" y="3075205"/>
                  </a:lnTo>
                  <a:lnTo>
                    <a:pt x="5595475" y="3139428"/>
                  </a:lnTo>
                  <a:lnTo>
                    <a:pt x="5567201" y="3194126"/>
                  </a:lnTo>
                  <a:lnTo>
                    <a:pt x="5523928" y="3270463"/>
                  </a:lnTo>
                  <a:lnTo>
                    <a:pt x="5479322" y="3339647"/>
                  </a:lnTo>
                  <a:lnTo>
                    <a:pt x="5432787" y="3401991"/>
                  </a:lnTo>
                  <a:lnTo>
                    <a:pt x="5383648" y="3458050"/>
                  </a:lnTo>
                  <a:lnTo>
                    <a:pt x="5331211" y="3508469"/>
                  </a:lnTo>
                  <a:lnTo>
                    <a:pt x="5274805" y="3553893"/>
                  </a:lnTo>
                  <a:lnTo>
                    <a:pt x="5213850" y="3594905"/>
                  </a:lnTo>
                  <a:lnTo>
                    <a:pt x="5147928" y="3632001"/>
                  </a:lnTo>
                  <a:lnTo>
                    <a:pt x="5076888" y="3665568"/>
                  </a:lnTo>
                  <a:lnTo>
                    <a:pt x="5000974" y="3695878"/>
                  </a:lnTo>
                  <a:lnTo>
                    <a:pt x="4920961" y="3723088"/>
                  </a:lnTo>
                  <a:lnTo>
                    <a:pt x="4838286" y="3747252"/>
                  </a:lnTo>
                  <a:lnTo>
                    <a:pt x="4755111" y="3768340"/>
                  </a:lnTo>
                  <a:lnTo>
                    <a:pt x="4674270" y="3786283"/>
                  </a:lnTo>
                  <a:lnTo>
                    <a:pt x="4599041" y="3801028"/>
                  </a:lnTo>
                  <a:lnTo>
                    <a:pt x="4532725" y="3812594"/>
                  </a:lnTo>
                  <a:lnTo>
                    <a:pt x="4478096" y="3821127"/>
                  </a:lnTo>
                  <a:lnTo>
                    <a:pt x="4436853" y="3826929"/>
                  </a:lnTo>
                  <a:lnTo>
                    <a:pt x="4409220" y="3830446"/>
                  </a:lnTo>
                  <a:lnTo>
                    <a:pt x="4393815" y="3832226"/>
                  </a:lnTo>
                  <a:lnTo>
                    <a:pt x="4387752" y="3832864"/>
                  </a:lnTo>
                  <a:lnTo>
                    <a:pt x="4386855" y="3832952"/>
                  </a:lnTo>
                  <a:lnTo>
                    <a:pt x="3848118" y="3832952"/>
                  </a:lnTo>
                  <a:lnTo>
                    <a:pt x="3846895" y="3832885"/>
                  </a:lnTo>
                  <a:lnTo>
                    <a:pt x="3838905" y="3832411"/>
                  </a:lnTo>
                  <a:lnTo>
                    <a:pt x="3818940" y="3831101"/>
                  </a:lnTo>
                  <a:lnTo>
                    <a:pt x="3783703" y="3828530"/>
                  </a:lnTo>
                  <a:lnTo>
                    <a:pt x="3732103" y="3824320"/>
                  </a:lnTo>
                  <a:lnTo>
                    <a:pt x="3665311" y="3818195"/>
                  </a:lnTo>
                  <a:lnTo>
                    <a:pt x="3586356" y="3809995"/>
                  </a:lnTo>
                  <a:lnTo>
                    <a:pt x="3499364" y="3799675"/>
                  </a:lnTo>
                  <a:lnTo>
                    <a:pt x="3408677" y="3787261"/>
                  </a:lnTo>
                  <a:lnTo>
                    <a:pt x="3318133" y="3772805"/>
                  </a:lnTo>
                  <a:lnTo>
                    <a:pt x="3230649" y="3756331"/>
                  </a:lnTo>
                  <a:lnTo>
                    <a:pt x="3148106" y="3737799"/>
                  </a:lnTo>
                  <a:lnTo>
                    <a:pt x="3071453" y="3717090"/>
                  </a:lnTo>
                  <a:lnTo>
                    <a:pt x="3000906" y="3693989"/>
                  </a:lnTo>
                  <a:lnTo>
                    <a:pt x="2936160" y="3668196"/>
                  </a:lnTo>
                  <a:lnTo>
                    <a:pt x="2876577" y="3639325"/>
                  </a:lnTo>
                  <a:lnTo>
                    <a:pt x="2821338" y="3606932"/>
                  </a:lnTo>
                  <a:lnTo>
                    <a:pt x="2769541" y="3570543"/>
                  </a:lnTo>
                  <a:lnTo>
                    <a:pt x="2720291" y="3529726"/>
                  </a:lnTo>
                  <a:lnTo>
                    <a:pt x="2672774" y="3484200"/>
                  </a:lnTo>
                  <a:lnTo>
                    <a:pt x="2667772" y="3479057"/>
                  </a:lnTo>
                  <a:lnTo>
                    <a:pt x="2628304" y="3436185"/>
                  </a:lnTo>
                  <a:lnTo>
                    <a:pt x="2589216" y="3389810"/>
                  </a:lnTo>
                  <a:lnTo>
                    <a:pt x="2550225" y="3339864"/>
                  </a:lnTo>
                  <a:lnTo>
                    <a:pt x="2511118" y="3286350"/>
                  </a:lnTo>
                  <a:lnTo>
                    <a:pt x="2471743" y="3229354"/>
                  </a:lnTo>
                  <a:lnTo>
                    <a:pt x="2432003" y="3169049"/>
                  </a:lnTo>
                  <a:lnTo>
                    <a:pt x="2391849" y="3105700"/>
                  </a:lnTo>
                  <a:lnTo>
                    <a:pt x="2351280" y="3039663"/>
                  </a:lnTo>
                  <a:lnTo>
                    <a:pt x="2310333" y="2971380"/>
                  </a:lnTo>
                  <a:lnTo>
                    <a:pt x="2269078" y="2901370"/>
                  </a:lnTo>
                  <a:lnTo>
                    <a:pt x="2227611" y="2830213"/>
                  </a:lnTo>
                  <a:lnTo>
                    <a:pt x="2186045" y="2758529"/>
                  </a:lnTo>
                  <a:lnTo>
                    <a:pt x="2144500" y="2686959"/>
                  </a:lnTo>
                  <a:lnTo>
                    <a:pt x="2103096" y="2616140"/>
                  </a:lnTo>
                  <a:lnTo>
                    <a:pt x="2061941" y="2546680"/>
                  </a:lnTo>
                  <a:lnTo>
                    <a:pt x="2021121" y="2479139"/>
                  </a:lnTo>
                  <a:lnTo>
                    <a:pt x="1980698" y="2414010"/>
                  </a:lnTo>
                  <a:lnTo>
                    <a:pt x="1940693" y="2351706"/>
                  </a:lnTo>
                  <a:lnTo>
                    <a:pt x="1901090" y="2292551"/>
                  </a:lnTo>
                  <a:lnTo>
                    <a:pt x="1861824" y="2236776"/>
                  </a:lnTo>
                  <a:lnTo>
                    <a:pt x="1822779" y="2184524"/>
                  </a:lnTo>
                  <a:lnTo>
                    <a:pt x="1783782" y="2135849"/>
                  </a:lnTo>
                  <a:lnTo>
                    <a:pt x="1744595" y="2090729"/>
                  </a:lnTo>
                  <a:lnTo>
                    <a:pt x="1719082" y="2063478"/>
                  </a:lnTo>
                  <a:lnTo>
                    <a:pt x="1671709" y="2017445"/>
                  </a:lnTo>
                  <a:lnTo>
                    <a:pt x="1622680" y="1976134"/>
                  </a:lnTo>
                  <a:lnTo>
                    <a:pt x="1571197" y="1939291"/>
                  </a:lnTo>
                  <a:lnTo>
                    <a:pt x="1516369" y="1906493"/>
                  </a:lnTo>
                  <a:lnTo>
                    <a:pt x="1457292" y="1877268"/>
                  </a:lnTo>
                  <a:lnTo>
                    <a:pt x="1393132" y="1851166"/>
                  </a:lnTo>
                  <a:lnTo>
                    <a:pt x="1323226" y="1827794"/>
                  </a:lnTo>
                  <a:lnTo>
                    <a:pt x="1247227" y="1806841"/>
                  </a:lnTo>
                  <a:lnTo>
                    <a:pt x="1165282" y="1788084"/>
                  </a:lnTo>
                  <a:lnTo>
                    <a:pt x="1078254" y="1771393"/>
                  </a:lnTo>
                  <a:lnTo>
                    <a:pt x="987916" y="1756721"/>
                  </a:lnTo>
                  <a:lnTo>
                    <a:pt x="897075" y="1744087"/>
                  </a:lnTo>
                  <a:lnTo>
                    <a:pt x="809485" y="1733541"/>
                  </a:lnTo>
                  <a:lnTo>
                    <a:pt x="729464" y="1725115"/>
                  </a:lnTo>
                  <a:lnTo>
                    <a:pt x="661201" y="1718773"/>
                  </a:lnTo>
                  <a:lnTo>
                    <a:pt x="607885" y="1714371"/>
                  </a:lnTo>
                  <a:lnTo>
                    <a:pt x="570911" y="1711641"/>
                  </a:lnTo>
                  <a:lnTo>
                    <a:pt x="549436" y="1710216"/>
                  </a:lnTo>
                  <a:lnTo>
                    <a:pt x="540384" y="1709673"/>
                  </a:lnTo>
                  <a:lnTo>
                    <a:pt x="538736" y="1709583"/>
                  </a:lnTo>
                  <a:lnTo>
                    <a:pt x="0" y="170958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22" name="pl522"/>
            <p:cNvSpPr/>
            <p:nvPr/>
          </p:nvSpPr>
          <p:spPr>
            <a:xfrm>
              <a:off x="546595" y="892015"/>
              <a:ext cx="8234974" cy="3832952"/>
            </a:xfrm>
            <a:custGeom>
              <a:avLst/>
              <a:pathLst>
                <a:path w="8234974" h="3832952">
                  <a:moveTo>
                    <a:pt x="0" y="1709583"/>
                  </a:moveTo>
                  <a:lnTo>
                    <a:pt x="538736" y="1709583"/>
                  </a:lnTo>
                  <a:lnTo>
                    <a:pt x="539959" y="1709650"/>
                  </a:lnTo>
                  <a:lnTo>
                    <a:pt x="547950" y="1710123"/>
                  </a:lnTo>
                  <a:lnTo>
                    <a:pt x="567914" y="1711433"/>
                  </a:lnTo>
                  <a:lnTo>
                    <a:pt x="603152" y="1714005"/>
                  </a:lnTo>
                  <a:lnTo>
                    <a:pt x="654751" y="1718214"/>
                  </a:lnTo>
                  <a:lnTo>
                    <a:pt x="721544" y="1724340"/>
                  </a:lnTo>
                  <a:lnTo>
                    <a:pt x="800499" y="1732540"/>
                  </a:lnTo>
                  <a:lnTo>
                    <a:pt x="887491" y="1742860"/>
                  </a:lnTo>
                  <a:lnTo>
                    <a:pt x="978178" y="1755274"/>
                  </a:lnTo>
                  <a:lnTo>
                    <a:pt x="1068721" y="1769730"/>
                  </a:lnTo>
                  <a:lnTo>
                    <a:pt x="1156206" y="1786204"/>
                  </a:lnTo>
                  <a:lnTo>
                    <a:pt x="1238749" y="1804736"/>
                  </a:lnTo>
                  <a:lnTo>
                    <a:pt x="1315401" y="1825445"/>
                  </a:lnTo>
                  <a:lnTo>
                    <a:pt x="1385948" y="1848545"/>
                  </a:lnTo>
                  <a:lnTo>
                    <a:pt x="1450695" y="1874339"/>
                  </a:lnTo>
                  <a:lnTo>
                    <a:pt x="1510277" y="1903209"/>
                  </a:lnTo>
                  <a:lnTo>
                    <a:pt x="1565516" y="1935603"/>
                  </a:lnTo>
                  <a:lnTo>
                    <a:pt x="1617313" y="1971992"/>
                  </a:lnTo>
                  <a:lnTo>
                    <a:pt x="1666564" y="2012809"/>
                  </a:lnTo>
                  <a:lnTo>
                    <a:pt x="1714081" y="2058335"/>
                  </a:lnTo>
                  <a:lnTo>
                    <a:pt x="1719082" y="2063478"/>
                  </a:lnTo>
                  <a:lnTo>
                    <a:pt x="1758551" y="2106350"/>
                  </a:lnTo>
                  <a:lnTo>
                    <a:pt x="1797639" y="2152725"/>
                  </a:lnTo>
                  <a:lnTo>
                    <a:pt x="1836630" y="2202671"/>
                  </a:lnTo>
                  <a:lnTo>
                    <a:pt x="1875736" y="2256185"/>
                  </a:lnTo>
                  <a:lnTo>
                    <a:pt x="1915111" y="2313181"/>
                  </a:lnTo>
                  <a:lnTo>
                    <a:pt x="1954852" y="2373486"/>
                  </a:lnTo>
                  <a:lnTo>
                    <a:pt x="1995005" y="2436835"/>
                  </a:lnTo>
                  <a:lnTo>
                    <a:pt x="2035574" y="2502872"/>
                  </a:lnTo>
                  <a:lnTo>
                    <a:pt x="2076521" y="2571155"/>
                  </a:lnTo>
                  <a:lnTo>
                    <a:pt x="2117776" y="2641164"/>
                  </a:lnTo>
                  <a:lnTo>
                    <a:pt x="2159243" y="2712322"/>
                  </a:lnTo>
                  <a:lnTo>
                    <a:pt x="2200810" y="2784006"/>
                  </a:lnTo>
                  <a:lnTo>
                    <a:pt x="2242355" y="2855576"/>
                  </a:lnTo>
                  <a:lnTo>
                    <a:pt x="2283759" y="2926395"/>
                  </a:lnTo>
                  <a:lnTo>
                    <a:pt x="2324914" y="2995855"/>
                  </a:lnTo>
                  <a:lnTo>
                    <a:pt x="2365733" y="3063396"/>
                  </a:lnTo>
                  <a:lnTo>
                    <a:pt x="2406157" y="3128525"/>
                  </a:lnTo>
                  <a:lnTo>
                    <a:pt x="2446161" y="3190829"/>
                  </a:lnTo>
                  <a:lnTo>
                    <a:pt x="2485764" y="3249984"/>
                  </a:lnTo>
                  <a:lnTo>
                    <a:pt x="2525030" y="3305759"/>
                  </a:lnTo>
                  <a:lnTo>
                    <a:pt x="2564075" y="3358011"/>
                  </a:lnTo>
                  <a:lnTo>
                    <a:pt x="2603073" y="3406686"/>
                  </a:lnTo>
                  <a:lnTo>
                    <a:pt x="2642259" y="3451805"/>
                  </a:lnTo>
                  <a:lnTo>
                    <a:pt x="2667772" y="3479057"/>
                  </a:lnTo>
                  <a:lnTo>
                    <a:pt x="2715146" y="3525090"/>
                  </a:lnTo>
                  <a:lnTo>
                    <a:pt x="2764175" y="3566401"/>
                  </a:lnTo>
                  <a:lnTo>
                    <a:pt x="2815657" y="3603244"/>
                  </a:lnTo>
                  <a:lnTo>
                    <a:pt x="2870485" y="3636042"/>
                  </a:lnTo>
                  <a:lnTo>
                    <a:pt x="2929562" y="3665266"/>
                  </a:lnTo>
                  <a:lnTo>
                    <a:pt x="2993723" y="3691369"/>
                  </a:lnTo>
                  <a:lnTo>
                    <a:pt x="3063629" y="3714741"/>
                  </a:lnTo>
                  <a:lnTo>
                    <a:pt x="3139628" y="3735694"/>
                  </a:lnTo>
                  <a:lnTo>
                    <a:pt x="3221572" y="3754451"/>
                  </a:lnTo>
                  <a:lnTo>
                    <a:pt x="3308601" y="3771142"/>
                  </a:lnTo>
                  <a:lnTo>
                    <a:pt x="3398939" y="3785814"/>
                  </a:lnTo>
                  <a:lnTo>
                    <a:pt x="3489779" y="3798448"/>
                  </a:lnTo>
                  <a:lnTo>
                    <a:pt x="3577370" y="3808994"/>
                  </a:lnTo>
                  <a:lnTo>
                    <a:pt x="3657391" y="3817420"/>
                  </a:lnTo>
                  <a:lnTo>
                    <a:pt x="3725654" y="3823761"/>
                  </a:lnTo>
                  <a:lnTo>
                    <a:pt x="3778969" y="3828164"/>
                  </a:lnTo>
                  <a:lnTo>
                    <a:pt x="3815944" y="3830894"/>
                  </a:lnTo>
                  <a:lnTo>
                    <a:pt x="3837419" y="3832319"/>
                  </a:lnTo>
                  <a:lnTo>
                    <a:pt x="3846471" y="3832861"/>
                  </a:lnTo>
                  <a:lnTo>
                    <a:pt x="3848117" y="3832951"/>
                  </a:lnTo>
                  <a:lnTo>
                    <a:pt x="3848118" y="3832952"/>
                  </a:lnTo>
                  <a:lnTo>
                    <a:pt x="4386855" y="3832952"/>
                  </a:lnTo>
                  <a:lnTo>
                    <a:pt x="4387796" y="3832860"/>
                  </a:lnTo>
                  <a:lnTo>
                    <a:pt x="4393978" y="3832208"/>
                  </a:lnTo>
                  <a:lnTo>
                    <a:pt x="4409559" y="3830405"/>
                  </a:lnTo>
                  <a:lnTo>
                    <a:pt x="4437401" y="3826856"/>
                  </a:lnTo>
                  <a:lnTo>
                    <a:pt x="4478863" y="3821014"/>
                  </a:lnTo>
                  <a:lnTo>
                    <a:pt x="4533695" y="3812434"/>
                  </a:lnTo>
                  <a:lnTo>
                    <a:pt x="4600177" y="3800819"/>
                  </a:lnTo>
                  <a:lnTo>
                    <a:pt x="4675522" y="3786023"/>
                  </a:lnTo>
                  <a:lnTo>
                    <a:pt x="4756425" y="3768028"/>
                  </a:lnTo>
                  <a:lnTo>
                    <a:pt x="4839613" y="3746891"/>
                  </a:lnTo>
                  <a:lnTo>
                    <a:pt x="4922261" y="3722679"/>
                  </a:lnTo>
                  <a:lnTo>
                    <a:pt x="5002217" y="3695420"/>
                  </a:lnTo>
                  <a:lnTo>
                    <a:pt x="5078059" y="3665059"/>
                  </a:lnTo>
                  <a:lnTo>
                    <a:pt x="5149017" y="3631439"/>
                  </a:lnTo>
                  <a:lnTo>
                    <a:pt x="5214858" y="3594284"/>
                  </a:lnTo>
                  <a:lnTo>
                    <a:pt x="5275737" y="3553206"/>
                  </a:lnTo>
                  <a:lnTo>
                    <a:pt x="5332075" y="3507707"/>
                  </a:lnTo>
                  <a:lnTo>
                    <a:pt x="5384455" y="3457203"/>
                  </a:lnTo>
                  <a:lnTo>
                    <a:pt x="5433546" y="3401049"/>
                  </a:lnTo>
                  <a:lnTo>
                    <a:pt x="5480046" y="3338600"/>
                  </a:lnTo>
                  <a:lnTo>
                    <a:pt x="5524625" y="3269304"/>
                  </a:lnTo>
                  <a:lnTo>
                    <a:pt x="5567201" y="3194126"/>
                  </a:lnTo>
                  <a:lnTo>
                    <a:pt x="5598451" y="3133453"/>
                  </a:lnTo>
                  <a:lnTo>
                    <a:pt x="5629421" y="3068849"/>
                  </a:lnTo>
                  <a:lnTo>
                    <a:pt x="5660263" y="3000236"/>
                  </a:lnTo>
                  <a:lnTo>
                    <a:pt x="5691100" y="2927580"/>
                  </a:lnTo>
                  <a:lnTo>
                    <a:pt x="5722029" y="2850906"/>
                  </a:lnTo>
                  <a:lnTo>
                    <a:pt x="5753123" y="2770291"/>
                  </a:lnTo>
                  <a:lnTo>
                    <a:pt x="5784434" y="2685880"/>
                  </a:lnTo>
                  <a:lnTo>
                    <a:pt x="5815994" y="2597878"/>
                  </a:lnTo>
                  <a:lnTo>
                    <a:pt x="5847816" y="2506557"/>
                  </a:lnTo>
                  <a:lnTo>
                    <a:pt x="5879897" y="2412252"/>
                  </a:lnTo>
                  <a:lnTo>
                    <a:pt x="5912219" y="2315361"/>
                  </a:lnTo>
                  <a:lnTo>
                    <a:pt x="5944749" y="2216332"/>
                  </a:lnTo>
                  <a:lnTo>
                    <a:pt x="5977444" y="2115665"/>
                  </a:lnTo>
                  <a:lnTo>
                    <a:pt x="6010253" y="2013893"/>
                  </a:lnTo>
                  <a:lnTo>
                    <a:pt x="6043119" y="1911575"/>
                  </a:lnTo>
                  <a:lnTo>
                    <a:pt x="6075983" y="1809286"/>
                  </a:lnTo>
                  <a:lnTo>
                    <a:pt x="6108784" y="1707595"/>
                  </a:lnTo>
                  <a:lnTo>
                    <a:pt x="6141465" y="1607062"/>
                  </a:lnTo>
                  <a:lnTo>
                    <a:pt x="6173977" y="1508217"/>
                  </a:lnTo>
                  <a:lnTo>
                    <a:pt x="6206276" y="1411555"/>
                  </a:lnTo>
                  <a:lnTo>
                    <a:pt x="6238333" y="1317520"/>
                  </a:lnTo>
                  <a:lnTo>
                    <a:pt x="6270131" y="1226503"/>
                  </a:lnTo>
                  <a:lnTo>
                    <a:pt x="6301666" y="1138833"/>
                  </a:lnTo>
                  <a:lnTo>
                    <a:pt x="6332954" y="1054777"/>
                  </a:lnTo>
                  <a:lnTo>
                    <a:pt x="6364030" y="974535"/>
                  </a:lnTo>
                  <a:lnTo>
                    <a:pt x="6394946" y="898242"/>
                  </a:lnTo>
                  <a:lnTo>
                    <a:pt x="6425779" y="825974"/>
                  </a:lnTo>
                  <a:lnTo>
                    <a:pt x="6456628" y="757746"/>
                  </a:lnTo>
                  <a:lnTo>
                    <a:pt x="6487618" y="693523"/>
                  </a:lnTo>
                  <a:lnTo>
                    <a:pt x="6515891" y="638825"/>
                  </a:lnTo>
                  <a:lnTo>
                    <a:pt x="6559165" y="562489"/>
                  </a:lnTo>
                  <a:lnTo>
                    <a:pt x="6603770" y="493304"/>
                  </a:lnTo>
                  <a:lnTo>
                    <a:pt x="6650305" y="430960"/>
                  </a:lnTo>
                  <a:lnTo>
                    <a:pt x="6699444" y="374901"/>
                  </a:lnTo>
                  <a:lnTo>
                    <a:pt x="6751882" y="324482"/>
                  </a:lnTo>
                  <a:lnTo>
                    <a:pt x="6808287" y="279058"/>
                  </a:lnTo>
                  <a:lnTo>
                    <a:pt x="6869243" y="238046"/>
                  </a:lnTo>
                  <a:lnTo>
                    <a:pt x="6935165" y="200950"/>
                  </a:lnTo>
                  <a:lnTo>
                    <a:pt x="7006204" y="167383"/>
                  </a:lnTo>
                  <a:lnTo>
                    <a:pt x="7082118" y="137073"/>
                  </a:lnTo>
                  <a:lnTo>
                    <a:pt x="7162131" y="109863"/>
                  </a:lnTo>
                  <a:lnTo>
                    <a:pt x="7244806" y="85700"/>
                  </a:lnTo>
                  <a:lnTo>
                    <a:pt x="7327982" y="64612"/>
                  </a:lnTo>
                  <a:lnTo>
                    <a:pt x="7408822" y="46668"/>
                  </a:lnTo>
                  <a:lnTo>
                    <a:pt x="7484051" y="31923"/>
                  </a:lnTo>
                  <a:lnTo>
                    <a:pt x="7550368" y="20357"/>
                  </a:lnTo>
                  <a:lnTo>
                    <a:pt x="7604996" y="11824"/>
                  </a:lnTo>
                  <a:lnTo>
                    <a:pt x="7646240" y="6022"/>
                  </a:lnTo>
                  <a:lnTo>
                    <a:pt x="7673872" y="2505"/>
                  </a:lnTo>
                  <a:lnTo>
                    <a:pt x="7689277" y="725"/>
                  </a:lnTo>
                  <a:lnTo>
                    <a:pt x="7695340" y="8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3" name="pl523"/>
            <p:cNvSpPr/>
            <p:nvPr/>
          </p:nvSpPr>
          <p:spPr>
            <a:xfrm>
              <a:off x="546595" y="886570"/>
              <a:ext cx="8234974" cy="3832952"/>
            </a:xfrm>
            <a:custGeom>
              <a:avLst/>
              <a:pathLst>
                <a:path w="8234974" h="3832952">
                  <a:moveTo>
                    <a:pt x="8234974" y="0"/>
                  </a:moveTo>
                  <a:lnTo>
                    <a:pt x="7696237" y="0"/>
                  </a:lnTo>
                  <a:lnTo>
                    <a:pt x="7695297" y="91"/>
                  </a:lnTo>
                  <a:lnTo>
                    <a:pt x="7689115" y="743"/>
                  </a:lnTo>
                  <a:lnTo>
                    <a:pt x="7673534" y="2546"/>
                  </a:lnTo>
                  <a:lnTo>
                    <a:pt x="7645691" y="6095"/>
                  </a:lnTo>
                  <a:lnTo>
                    <a:pt x="7604229" y="11937"/>
                  </a:lnTo>
                  <a:lnTo>
                    <a:pt x="7549397" y="20517"/>
                  </a:lnTo>
                  <a:lnTo>
                    <a:pt x="7482915" y="32132"/>
                  </a:lnTo>
                  <a:lnTo>
                    <a:pt x="7407570" y="46928"/>
                  </a:lnTo>
                  <a:lnTo>
                    <a:pt x="7326667" y="64923"/>
                  </a:lnTo>
                  <a:lnTo>
                    <a:pt x="7243480" y="86060"/>
                  </a:lnTo>
                  <a:lnTo>
                    <a:pt x="7160832" y="110272"/>
                  </a:lnTo>
                  <a:lnTo>
                    <a:pt x="7080875" y="137531"/>
                  </a:lnTo>
                  <a:lnTo>
                    <a:pt x="7005034" y="167892"/>
                  </a:lnTo>
                  <a:lnTo>
                    <a:pt x="6934075" y="201512"/>
                  </a:lnTo>
                  <a:lnTo>
                    <a:pt x="6868234" y="238667"/>
                  </a:lnTo>
                  <a:lnTo>
                    <a:pt x="6807355" y="279745"/>
                  </a:lnTo>
                  <a:lnTo>
                    <a:pt x="6751018" y="325244"/>
                  </a:lnTo>
                  <a:lnTo>
                    <a:pt x="6698638" y="375748"/>
                  </a:lnTo>
                  <a:lnTo>
                    <a:pt x="6649546" y="431902"/>
                  </a:lnTo>
                  <a:lnTo>
                    <a:pt x="6603047" y="494351"/>
                  </a:lnTo>
                  <a:lnTo>
                    <a:pt x="6558467" y="563647"/>
                  </a:lnTo>
                  <a:lnTo>
                    <a:pt x="6515891" y="638825"/>
                  </a:lnTo>
                  <a:lnTo>
                    <a:pt x="6484642" y="699498"/>
                  </a:lnTo>
                  <a:lnTo>
                    <a:pt x="6453672" y="764102"/>
                  </a:lnTo>
                  <a:lnTo>
                    <a:pt x="6422829" y="832715"/>
                  </a:lnTo>
                  <a:lnTo>
                    <a:pt x="6391992" y="905371"/>
                  </a:lnTo>
                  <a:lnTo>
                    <a:pt x="6361064" y="982045"/>
                  </a:lnTo>
                  <a:lnTo>
                    <a:pt x="6329970" y="1062660"/>
                  </a:lnTo>
                  <a:lnTo>
                    <a:pt x="6298659" y="1147071"/>
                  </a:lnTo>
                  <a:lnTo>
                    <a:pt x="6267099" y="1235073"/>
                  </a:lnTo>
                  <a:lnTo>
                    <a:pt x="6235276" y="1326394"/>
                  </a:lnTo>
                  <a:lnTo>
                    <a:pt x="6203195" y="1420699"/>
                  </a:lnTo>
                  <a:lnTo>
                    <a:pt x="6170874" y="1517591"/>
                  </a:lnTo>
                  <a:lnTo>
                    <a:pt x="6138344" y="1616619"/>
                  </a:lnTo>
                  <a:lnTo>
                    <a:pt x="6105649" y="1717286"/>
                  </a:lnTo>
                  <a:lnTo>
                    <a:pt x="6072839" y="1819059"/>
                  </a:lnTo>
                  <a:lnTo>
                    <a:pt x="6039973" y="1921376"/>
                  </a:lnTo>
                  <a:lnTo>
                    <a:pt x="6007110" y="2023665"/>
                  </a:lnTo>
                  <a:lnTo>
                    <a:pt x="5974309" y="2125356"/>
                  </a:lnTo>
                  <a:lnTo>
                    <a:pt x="5941627" y="2225889"/>
                  </a:lnTo>
                  <a:lnTo>
                    <a:pt x="5909116" y="2324734"/>
                  </a:lnTo>
                  <a:lnTo>
                    <a:pt x="5876816" y="2421396"/>
                  </a:lnTo>
                  <a:lnTo>
                    <a:pt x="5844759" y="2515432"/>
                  </a:lnTo>
                  <a:lnTo>
                    <a:pt x="5812962" y="2606448"/>
                  </a:lnTo>
                  <a:lnTo>
                    <a:pt x="5781427" y="2694118"/>
                  </a:lnTo>
                  <a:lnTo>
                    <a:pt x="5750138" y="2778174"/>
                  </a:lnTo>
                  <a:lnTo>
                    <a:pt x="5719063" y="2858416"/>
                  </a:lnTo>
                  <a:lnTo>
                    <a:pt x="5688146" y="2934709"/>
                  </a:lnTo>
                  <a:lnTo>
                    <a:pt x="5657313" y="3006977"/>
                  </a:lnTo>
                  <a:lnTo>
                    <a:pt x="5626465" y="3075205"/>
                  </a:lnTo>
                  <a:lnTo>
                    <a:pt x="5595475" y="3139428"/>
                  </a:lnTo>
                  <a:lnTo>
                    <a:pt x="5567201" y="3194126"/>
                  </a:lnTo>
                  <a:lnTo>
                    <a:pt x="5523928" y="3270463"/>
                  </a:lnTo>
                  <a:lnTo>
                    <a:pt x="5479322" y="3339647"/>
                  </a:lnTo>
                  <a:lnTo>
                    <a:pt x="5432787" y="3401991"/>
                  </a:lnTo>
                  <a:lnTo>
                    <a:pt x="5383648" y="3458050"/>
                  </a:lnTo>
                  <a:lnTo>
                    <a:pt x="5331211" y="3508469"/>
                  </a:lnTo>
                  <a:lnTo>
                    <a:pt x="5274805" y="3553893"/>
                  </a:lnTo>
                  <a:lnTo>
                    <a:pt x="5213850" y="3594905"/>
                  </a:lnTo>
                  <a:lnTo>
                    <a:pt x="5147928" y="3632001"/>
                  </a:lnTo>
                  <a:lnTo>
                    <a:pt x="5076888" y="3665568"/>
                  </a:lnTo>
                  <a:lnTo>
                    <a:pt x="5000974" y="3695878"/>
                  </a:lnTo>
                  <a:lnTo>
                    <a:pt x="4920961" y="3723088"/>
                  </a:lnTo>
                  <a:lnTo>
                    <a:pt x="4838286" y="3747252"/>
                  </a:lnTo>
                  <a:lnTo>
                    <a:pt x="4755111" y="3768340"/>
                  </a:lnTo>
                  <a:lnTo>
                    <a:pt x="4674270" y="3786283"/>
                  </a:lnTo>
                  <a:lnTo>
                    <a:pt x="4599041" y="3801028"/>
                  </a:lnTo>
                  <a:lnTo>
                    <a:pt x="4532725" y="3812594"/>
                  </a:lnTo>
                  <a:lnTo>
                    <a:pt x="4478096" y="3821127"/>
                  </a:lnTo>
                  <a:lnTo>
                    <a:pt x="4436853" y="3826929"/>
                  </a:lnTo>
                  <a:lnTo>
                    <a:pt x="4409220" y="3830446"/>
                  </a:lnTo>
                  <a:lnTo>
                    <a:pt x="4393815" y="3832226"/>
                  </a:lnTo>
                  <a:lnTo>
                    <a:pt x="4387752" y="3832864"/>
                  </a:lnTo>
                  <a:lnTo>
                    <a:pt x="4386855" y="3832952"/>
                  </a:lnTo>
                  <a:lnTo>
                    <a:pt x="3848118" y="3832952"/>
                  </a:lnTo>
                  <a:lnTo>
                    <a:pt x="3846895" y="3832885"/>
                  </a:lnTo>
                  <a:lnTo>
                    <a:pt x="3838905" y="3832411"/>
                  </a:lnTo>
                  <a:lnTo>
                    <a:pt x="3818940" y="3831101"/>
                  </a:lnTo>
                  <a:lnTo>
                    <a:pt x="3783703" y="3828530"/>
                  </a:lnTo>
                  <a:lnTo>
                    <a:pt x="3732103" y="3824320"/>
                  </a:lnTo>
                  <a:lnTo>
                    <a:pt x="3665311" y="3818195"/>
                  </a:lnTo>
                  <a:lnTo>
                    <a:pt x="3586356" y="3809995"/>
                  </a:lnTo>
                  <a:lnTo>
                    <a:pt x="3499364" y="3799675"/>
                  </a:lnTo>
                  <a:lnTo>
                    <a:pt x="3408677" y="3787261"/>
                  </a:lnTo>
                  <a:lnTo>
                    <a:pt x="3318133" y="3772805"/>
                  </a:lnTo>
                  <a:lnTo>
                    <a:pt x="3230649" y="3756331"/>
                  </a:lnTo>
                  <a:lnTo>
                    <a:pt x="3148106" y="3737799"/>
                  </a:lnTo>
                  <a:lnTo>
                    <a:pt x="3071453" y="3717090"/>
                  </a:lnTo>
                  <a:lnTo>
                    <a:pt x="3000906" y="3693989"/>
                  </a:lnTo>
                  <a:lnTo>
                    <a:pt x="2936160" y="3668196"/>
                  </a:lnTo>
                  <a:lnTo>
                    <a:pt x="2876577" y="3639325"/>
                  </a:lnTo>
                  <a:lnTo>
                    <a:pt x="2821338" y="3606932"/>
                  </a:lnTo>
                  <a:lnTo>
                    <a:pt x="2769541" y="3570543"/>
                  </a:lnTo>
                  <a:lnTo>
                    <a:pt x="2720291" y="3529726"/>
                  </a:lnTo>
                  <a:lnTo>
                    <a:pt x="2672774" y="3484200"/>
                  </a:lnTo>
                  <a:lnTo>
                    <a:pt x="2667772" y="3479057"/>
                  </a:lnTo>
                  <a:lnTo>
                    <a:pt x="2628304" y="3436185"/>
                  </a:lnTo>
                  <a:lnTo>
                    <a:pt x="2589216" y="3389810"/>
                  </a:lnTo>
                  <a:lnTo>
                    <a:pt x="2550225" y="3339864"/>
                  </a:lnTo>
                  <a:lnTo>
                    <a:pt x="2511118" y="3286350"/>
                  </a:lnTo>
                  <a:lnTo>
                    <a:pt x="2471743" y="3229354"/>
                  </a:lnTo>
                  <a:lnTo>
                    <a:pt x="2432003" y="3169049"/>
                  </a:lnTo>
                  <a:lnTo>
                    <a:pt x="2391849" y="3105700"/>
                  </a:lnTo>
                  <a:lnTo>
                    <a:pt x="2351280" y="3039663"/>
                  </a:lnTo>
                  <a:lnTo>
                    <a:pt x="2310333" y="2971380"/>
                  </a:lnTo>
                  <a:lnTo>
                    <a:pt x="2269078" y="2901370"/>
                  </a:lnTo>
                  <a:lnTo>
                    <a:pt x="2227611" y="2830213"/>
                  </a:lnTo>
                  <a:lnTo>
                    <a:pt x="2186045" y="2758529"/>
                  </a:lnTo>
                  <a:lnTo>
                    <a:pt x="2144500" y="2686959"/>
                  </a:lnTo>
                  <a:lnTo>
                    <a:pt x="2103096" y="2616140"/>
                  </a:lnTo>
                  <a:lnTo>
                    <a:pt x="2061941" y="2546680"/>
                  </a:lnTo>
                  <a:lnTo>
                    <a:pt x="2021121" y="2479139"/>
                  </a:lnTo>
                  <a:lnTo>
                    <a:pt x="1980698" y="2414010"/>
                  </a:lnTo>
                  <a:lnTo>
                    <a:pt x="1940693" y="2351706"/>
                  </a:lnTo>
                  <a:lnTo>
                    <a:pt x="1901090" y="2292551"/>
                  </a:lnTo>
                  <a:lnTo>
                    <a:pt x="1861824" y="2236776"/>
                  </a:lnTo>
                  <a:lnTo>
                    <a:pt x="1822779" y="2184524"/>
                  </a:lnTo>
                  <a:lnTo>
                    <a:pt x="1783782" y="2135849"/>
                  </a:lnTo>
                  <a:lnTo>
                    <a:pt x="1744595" y="2090729"/>
                  </a:lnTo>
                  <a:lnTo>
                    <a:pt x="1719082" y="2063478"/>
                  </a:lnTo>
                  <a:lnTo>
                    <a:pt x="1671709" y="2017445"/>
                  </a:lnTo>
                  <a:lnTo>
                    <a:pt x="1622680" y="1976134"/>
                  </a:lnTo>
                  <a:lnTo>
                    <a:pt x="1571197" y="1939291"/>
                  </a:lnTo>
                  <a:lnTo>
                    <a:pt x="1516369" y="1906493"/>
                  </a:lnTo>
                  <a:lnTo>
                    <a:pt x="1457292" y="1877268"/>
                  </a:lnTo>
                  <a:lnTo>
                    <a:pt x="1393132" y="1851166"/>
                  </a:lnTo>
                  <a:lnTo>
                    <a:pt x="1323226" y="1827794"/>
                  </a:lnTo>
                  <a:lnTo>
                    <a:pt x="1247227" y="1806841"/>
                  </a:lnTo>
                  <a:lnTo>
                    <a:pt x="1165282" y="1788084"/>
                  </a:lnTo>
                  <a:lnTo>
                    <a:pt x="1078254" y="1771393"/>
                  </a:lnTo>
                  <a:lnTo>
                    <a:pt x="987916" y="1756721"/>
                  </a:lnTo>
                  <a:lnTo>
                    <a:pt x="897075" y="1744087"/>
                  </a:lnTo>
                  <a:lnTo>
                    <a:pt x="809485" y="1733541"/>
                  </a:lnTo>
                  <a:lnTo>
                    <a:pt x="729464" y="1725115"/>
                  </a:lnTo>
                  <a:lnTo>
                    <a:pt x="661201" y="1718773"/>
                  </a:lnTo>
                  <a:lnTo>
                    <a:pt x="607885" y="1714371"/>
                  </a:lnTo>
                  <a:lnTo>
                    <a:pt x="570911" y="1711641"/>
                  </a:lnTo>
                  <a:lnTo>
                    <a:pt x="549436" y="1710216"/>
                  </a:lnTo>
                  <a:lnTo>
                    <a:pt x="540384" y="1709673"/>
                  </a:lnTo>
                  <a:lnTo>
                    <a:pt x="538738" y="1709583"/>
                  </a:lnTo>
                  <a:lnTo>
                    <a:pt x="538736" y="1709583"/>
                  </a:lnTo>
                  <a:lnTo>
                    <a:pt x="0" y="17095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4" name="pg524"/>
            <p:cNvSpPr/>
            <p:nvPr/>
          </p:nvSpPr>
          <p:spPr>
            <a:xfrm>
              <a:off x="546595" y="2127924"/>
              <a:ext cx="8234974" cy="2602487"/>
            </a:xfrm>
            <a:custGeom>
              <a:avLst/>
              <a:pathLst>
                <a:path w="8234974" h="2602487">
                  <a:moveTo>
                    <a:pt x="0" y="479119"/>
                  </a:moveTo>
                  <a:lnTo>
                    <a:pt x="538736" y="479119"/>
                  </a:lnTo>
                  <a:lnTo>
                    <a:pt x="539959" y="479185"/>
                  </a:lnTo>
                  <a:lnTo>
                    <a:pt x="547950" y="479659"/>
                  </a:lnTo>
                  <a:lnTo>
                    <a:pt x="567914" y="480969"/>
                  </a:lnTo>
                  <a:lnTo>
                    <a:pt x="603152" y="483540"/>
                  </a:lnTo>
                  <a:lnTo>
                    <a:pt x="654751" y="487750"/>
                  </a:lnTo>
                  <a:lnTo>
                    <a:pt x="721544" y="493875"/>
                  </a:lnTo>
                  <a:lnTo>
                    <a:pt x="800499" y="502075"/>
                  </a:lnTo>
                  <a:lnTo>
                    <a:pt x="887491" y="512396"/>
                  </a:lnTo>
                  <a:lnTo>
                    <a:pt x="978178" y="524809"/>
                  </a:lnTo>
                  <a:lnTo>
                    <a:pt x="1068721" y="539265"/>
                  </a:lnTo>
                  <a:lnTo>
                    <a:pt x="1156206" y="555739"/>
                  </a:lnTo>
                  <a:lnTo>
                    <a:pt x="1238749" y="574271"/>
                  </a:lnTo>
                  <a:lnTo>
                    <a:pt x="1315401" y="594981"/>
                  </a:lnTo>
                  <a:lnTo>
                    <a:pt x="1385948" y="618081"/>
                  </a:lnTo>
                  <a:lnTo>
                    <a:pt x="1450695" y="643874"/>
                  </a:lnTo>
                  <a:lnTo>
                    <a:pt x="1510277" y="672745"/>
                  </a:lnTo>
                  <a:lnTo>
                    <a:pt x="1565516" y="705138"/>
                  </a:lnTo>
                  <a:lnTo>
                    <a:pt x="1617313" y="741527"/>
                  </a:lnTo>
                  <a:lnTo>
                    <a:pt x="1666564" y="782344"/>
                  </a:lnTo>
                  <a:lnTo>
                    <a:pt x="1714081" y="827870"/>
                  </a:lnTo>
                  <a:lnTo>
                    <a:pt x="1719082" y="833013"/>
                  </a:lnTo>
                  <a:lnTo>
                    <a:pt x="1758551" y="875885"/>
                  </a:lnTo>
                  <a:lnTo>
                    <a:pt x="1797639" y="922260"/>
                  </a:lnTo>
                  <a:lnTo>
                    <a:pt x="1836630" y="972206"/>
                  </a:lnTo>
                  <a:lnTo>
                    <a:pt x="1875736" y="1025720"/>
                  </a:lnTo>
                  <a:lnTo>
                    <a:pt x="1915111" y="1082716"/>
                  </a:lnTo>
                  <a:lnTo>
                    <a:pt x="1954852" y="1143021"/>
                  </a:lnTo>
                  <a:lnTo>
                    <a:pt x="1995005" y="1206370"/>
                  </a:lnTo>
                  <a:lnTo>
                    <a:pt x="2035574" y="1272407"/>
                  </a:lnTo>
                  <a:lnTo>
                    <a:pt x="2076521" y="1340690"/>
                  </a:lnTo>
                  <a:lnTo>
                    <a:pt x="2117776" y="1410700"/>
                  </a:lnTo>
                  <a:lnTo>
                    <a:pt x="2159243" y="1481857"/>
                  </a:lnTo>
                  <a:lnTo>
                    <a:pt x="2200810" y="1553541"/>
                  </a:lnTo>
                  <a:lnTo>
                    <a:pt x="2242355" y="1625111"/>
                  </a:lnTo>
                  <a:lnTo>
                    <a:pt x="2283759" y="1695930"/>
                  </a:lnTo>
                  <a:lnTo>
                    <a:pt x="2324914" y="1765390"/>
                  </a:lnTo>
                  <a:lnTo>
                    <a:pt x="2365733" y="1832931"/>
                  </a:lnTo>
                  <a:lnTo>
                    <a:pt x="2406157" y="1898060"/>
                  </a:lnTo>
                  <a:lnTo>
                    <a:pt x="2446161" y="1960364"/>
                  </a:lnTo>
                  <a:lnTo>
                    <a:pt x="2485764" y="2019520"/>
                  </a:lnTo>
                  <a:lnTo>
                    <a:pt x="2525030" y="2075294"/>
                  </a:lnTo>
                  <a:lnTo>
                    <a:pt x="2564075" y="2127546"/>
                  </a:lnTo>
                  <a:lnTo>
                    <a:pt x="2603073" y="2176221"/>
                  </a:lnTo>
                  <a:lnTo>
                    <a:pt x="2642259" y="2221341"/>
                  </a:lnTo>
                  <a:lnTo>
                    <a:pt x="2667772" y="2248592"/>
                  </a:lnTo>
                  <a:lnTo>
                    <a:pt x="2715146" y="2294626"/>
                  </a:lnTo>
                  <a:lnTo>
                    <a:pt x="2764175" y="2335936"/>
                  </a:lnTo>
                  <a:lnTo>
                    <a:pt x="2815657" y="2372779"/>
                  </a:lnTo>
                  <a:lnTo>
                    <a:pt x="2870485" y="2405577"/>
                  </a:lnTo>
                  <a:lnTo>
                    <a:pt x="2929562" y="2434802"/>
                  </a:lnTo>
                  <a:lnTo>
                    <a:pt x="2993723" y="2460904"/>
                  </a:lnTo>
                  <a:lnTo>
                    <a:pt x="3063629" y="2484276"/>
                  </a:lnTo>
                  <a:lnTo>
                    <a:pt x="3139628" y="2505229"/>
                  </a:lnTo>
                  <a:lnTo>
                    <a:pt x="3221572" y="2523986"/>
                  </a:lnTo>
                  <a:lnTo>
                    <a:pt x="3308601" y="2540677"/>
                  </a:lnTo>
                  <a:lnTo>
                    <a:pt x="3398939" y="2555349"/>
                  </a:lnTo>
                  <a:lnTo>
                    <a:pt x="3489779" y="2567983"/>
                  </a:lnTo>
                  <a:lnTo>
                    <a:pt x="3577370" y="2578529"/>
                  </a:lnTo>
                  <a:lnTo>
                    <a:pt x="3657391" y="2586955"/>
                  </a:lnTo>
                  <a:lnTo>
                    <a:pt x="3725654" y="2593297"/>
                  </a:lnTo>
                  <a:lnTo>
                    <a:pt x="3778969" y="2597699"/>
                  </a:lnTo>
                  <a:lnTo>
                    <a:pt x="3815944" y="2600429"/>
                  </a:lnTo>
                  <a:lnTo>
                    <a:pt x="3837419" y="2601854"/>
                  </a:lnTo>
                  <a:lnTo>
                    <a:pt x="3846471" y="2602397"/>
                  </a:lnTo>
                  <a:lnTo>
                    <a:pt x="3848118" y="2602487"/>
                  </a:lnTo>
                  <a:lnTo>
                    <a:pt x="4386855" y="2602487"/>
                  </a:lnTo>
                  <a:lnTo>
                    <a:pt x="4388043" y="2602408"/>
                  </a:lnTo>
                  <a:lnTo>
                    <a:pt x="4395807" y="2601846"/>
                  </a:lnTo>
                  <a:lnTo>
                    <a:pt x="4415225" y="2600292"/>
                  </a:lnTo>
                  <a:lnTo>
                    <a:pt x="4449552" y="2597240"/>
                  </a:lnTo>
                  <a:lnTo>
                    <a:pt x="4499919" y="2592240"/>
                  </a:lnTo>
                  <a:lnTo>
                    <a:pt x="4565287" y="2584957"/>
                  </a:lnTo>
                  <a:lnTo>
                    <a:pt x="4642794" y="2575193"/>
                  </a:lnTo>
                  <a:lnTo>
                    <a:pt x="4728479" y="2562888"/>
                  </a:lnTo>
                  <a:lnTo>
                    <a:pt x="4818112" y="2548070"/>
                  </a:lnTo>
                  <a:lnTo>
                    <a:pt x="4907909" y="2530797"/>
                  </a:lnTo>
                  <a:lnTo>
                    <a:pt x="4994944" y="2511105"/>
                  </a:lnTo>
                  <a:lnTo>
                    <a:pt x="5077290" y="2488957"/>
                  </a:lnTo>
                  <a:lnTo>
                    <a:pt x="5153929" y="2464221"/>
                  </a:lnTo>
                  <a:lnTo>
                    <a:pt x="5224578" y="2436658"/>
                  </a:lnTo>
                  <a:lnTo>
                    <a:pt x="5289476" y="2405924"/>
                  </a:lnTo>
                  <a:lnTo>
                    <a:pt x="5349203" y="2371575"/>
                  </a:lnTo>
                  <a:lnTo>
                    <a:pt x="5404538" y="2333092"/>
                  </a:lnTo>
                  <a:lnTo>
                    <a:pt x="5456348" y="2289914"/>
                  </a:lnTo>
                  <a:lnTo>
                    <a:pt x="5505507" y="2241513"/>
                  </a:lnTo>
                  <a:lnTo>
                    <a:pt x="5552827" y="2187507"/>
                  </a:lnTo>
                  <a:lnTo>
                    <a:pt x="5567201" y="2169646"/>
                  </a:lnTo>
                  <a:lnTo>
                    <a:pt x="5603886" y="2121070"/>
                  </a:lnTo>
                  <a:lnTo>
                    <a:pt x="5640224" y="2068803"/>
                  </a:lnTo>
                  <a:lnTo>
                    <a:pt x="5676447" y="2012770"/>
                  </a:lnTo>
                  <a:lnTo>
                    <a:pt x="5712737" y="1952962"/>
                  </a:lnTo>
                  <a:lnTo>
                    <a:pt x="5749226" y="1889443"/>
                  </a:lnTo>
                  <a:lnTo>
                    <a:pt x="5786007" y="1822353"/>
                  </a:lnTo>
                  <a:lnTo>
                    <a:pt x="5823133" y="1751917"/>
                  </a:lnTo>
                  <a:lnTo>
                    <a:pt x="5860620" y="1678444"/>
                  </a:lnTo>
                  <a:lnTo>
                    <a:pt x="5898457" y="1602324"/>
                  </a:lnTo>
                  <a:lnTo>
                    <a:pt x="5936602" y="1524022"/>
                  </a:lnTo>
                  <a:lnTo>
                    <a:pt x="5974990" y="1444067"/>
                  </a:lnTo>
                  <a:lnTo>
                    <a:pt x="6013542" y="1363042"/>
                  </a:lnTo>
                  <a:lnTo>
                    <a:pt x="6052163" y="1281560"/>
                  </a:lnTo>
                  <a:lnTo>
                    <a:pt x="6090758" y="1200251"/>
                  </a:lnTo>
                  <a:lnTo>
                    <a:pt x="6129231" y="1119740"/>
                  </a:lnTo>
                  <a:lnTo>
                    <a:pt x="6167494" y="1040625"/>
                  </a:lnTo>
                  <a:lnTo>
                    <a:pt x="6205476" y="963460"/>
                  </a:lnTo>
                  <a:lnTo>
                    <a:pt x="6243125" y="888743"/>
                  </a:lnTo>
                  <a:lnTo>
                    <a:pt x="6280413" y="816896"/>
                  </a:lnTo>
                  <a:lnTo>
                    <a:pt x="6317345" y="748267"/>
                  </a:lnTo>
                  <a:lnTo>
                    <a:pt x="6353956" y="683117"/>
                  </a:lnTo>
                  <a:lnTo>
                    <a:pt x="6390322" y="621626"/>
                  </a:lnTo>
                  <a:lnTo>
                    <a:pt x="6426556" y="563890"/>
                  </a:lnTo>
                  <a:lnTo>
                    <a:pt x="6462816" y="509933"/>
                  </a:lnTo>
                  <a:lnTo>
                    <a:pt x="6499312" y="459708"/>
                  </a:lnTo>
                  <a:lnTo>
                    <a:pt x="6515891" y="438285"/>
                  </a:lnTo>
                  <a:lnTo>
                    <a:pt x="6562785" y="382515"/>
                  </a:lnTo>
                  <a:lnTo>
                    <a:pt x="6611294" y="332409"/>
                  </a:lnTo>
                  <a:lnTo>
                    <a:pt x="6662192" y="287668"/>
                  </a:lnTo>
                  <a:lnTo>
                    <a:pt x="6716342" y="247793"/>
                  </a:lnTo>
                  <a:lnTo>
                    <a:pt x="6774622" y="212223"/>
                  </a:lnTo>
                  <a:lnTo>
                    <a:pt x="6837847" y="180422"/>
                  </a:lnTo>
                  <a:lnTo>
                    <a:pt x="6906672" y="151921"/>
                  </a:lnTo>
                  <a:lnTo>
                    <a:pt x="6981460" y="126341"/>
                  </a:lnTo>
                  <a:lnTo>
                    <a:pt x="7062110" y="103411"/>
                  </a:lnTo>
                  <a:lnTo>
                    <a:pt x="7147856" y="82967"/>
                  </a:lnTo>
                  <a:lnTo>
                    <a:pt x="7237064" y="64945"/>
                  </a:lnTo>
                  <a:lnTo>
                    <a:pt x="7327118" y="49361"/>
                  </a:lnTo>
                  <a:lnTo>
                    <a:pt x="7414467" y="36272"/>
                  </a:lnTo>
                  <a:lnTo>
                    <a:pt x="7494955" y="25724"/>
                  </a:lnTo>
                  <a:lnTo>
                    <a:pt x="7564452" y="17688"/>
                  </a:lnTo>
                  <a:lnTo>
                    <a:pt x="7619667" y="12011"/>
                  </a:lnTo>
                  <a:lnTo>
                    <a:pt x="7658938" y="8401"/>
                  </a:lnTo>
                  <a:lnTo>
                    <a:pt x="7682714" y="6436"/>
                  </a:lnTo>
                  <a:lnTo>
                    <a:pt x="7693620" y="562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0" y="78"/>
                  </a:lnTo>
                  <a:lnTo>
                    <a:pt x="7687286" y="640"/>
                  </a:lnTo>
                  <a:lnTo>
                    <a:pt x="7667867" y="2194"/>
                  </a:lnTo>
                  <a:lnTo>
                    <a:pt x="7633541" y="5247"/>
                  </a:lnTo>
                  <a:lnTo>
                    <a:pt x="7583173" y="10246"/>
                  </a:lnTo>
                  <a:lnTo>
                    <a:pt x="7517806" y="17530"/>
                  </a:lnTo>
                  <a:lnTo>
                    <a:pt x="7440298" y="27293"/>
                  </a:lnTo>
                  <a:lnTo>
                    <a:pt x="7354614" y="39598"/>
                  </a:lnTo>
                  <a:lnTo>
                    <a:pt x="7264980" y="54417"/>
                  </a:lnTo>
                  <a:lnTo>
                    <a:pt x="7175184" y="71689"/>
                  </a:lnTo>
                  <a:lnTo>
                    <a:pt x="7088148" y="91381"/>
                  </a:lnTo>
                  <a:lnTo>
                    <a:pt x="7005803" y="113530"/>
                  </a:lnTo>
                  <a:lnTo>
                    <a:pt x="6929163" y="138266"/>
                  </a:lnTo>
                  <a:lnTo>
                    <a:pt x="6858515" y="165828"/>
                  </a:lnTo>
                  <a:lnTo>
                    <a:pt x="6793617" y="196562"/>
                  </a:lnTo>
                  <a:lnTo>
                    <a:pt x="6733889" y="230911"/>
                  </a:lnTo>
                  <a:lnTo>
                    <a:pt x="6678554" y="269394"/>
                  </a:lnTo>
                  <a:lnTo>
                    <a:pt x="6626745" y="312572"/>
                  </a:lnTo>
                  <a:lnTo>
                    <a:pt x="6577585" y="360973"/>
                  </a:lnTo>
                  <a:lnTo>
                    <a:pt x="6530265" y="414979"/>
                  </a:lnTo>
                  <a:lnTo>
                    <a:pt x="6515891" y="432840"/>
                  </a:lnTo>
                  <a:lnTo>
                    <a:pt x="6479206" y="481416"/>
                  </a:lnTo>
                  <a:lnTo>
                    <a:pt x="6442869" y="533684"/>
                  </a:lnTo>
                  <a:lnTo>
                    <a:pt x="6406645" y="589716"/>
                  </a:lnTo>
                  <a:lnTo>
                    <a:pt x="6370356" y="649524"/>
                  </a:lnTo>
                  <a:lnTo>
                    <a:pt x="6333866" y="713044"/>
                  </a:lnTo>
                  <a:lnTo>
                    <a:pt x="6297085" y="780134"/>
                  </a:lnTo>
                  <a:lnTo>
                    <a:pt x="6259960" y="850569"/>
                  </a:lnTo>
                  <a:lnTo>
                    <a:pt x="6222472" y="924042"/>
                  </a:lnTo>
                  <a:lnTo>
                    <a:pt x="6184635" y="1000162"/>
                  </a:lnTo>
                  <a:lnTo>
                    <a:pt x="6146491" y="1078465"/>
                  </a:lnTo>
                  <a:lnTo>
                    <a:pt x="6108102" y="1158419"/>
                  </a:lnTo>
                  <a:lnTo>
                    <a:pt x="6069551" y="1239445"/>
                  </a:lnTo>
                  <a:lnTo>
                    <a:pt x="6030929" y="1320926"/>
                  </a:lnTo>
                  <a:lnTo>
                    <a:pt x="5992334" y="1402235"/>
                  </a:lnTo>
                  <a:lnTo>
                    <a:pt x="5953862" y="1482746"/>
                  </a:lnTo>
                  <a:lnTo>
                    <a:pt x="5915598" y="1561861"/>
                  </a:lnTo>
                  <a:lnTo>
                    <a:pt x="5877616" y="1639026"/>
                  </a:lnTo>
                  <a:lnTo>
                    <a:pt x="5839968" y="1713744"/>
                  </a:lnTo>
                  <a:lnTo>
                    <a:pt x="5802680" y="1785590"/>
                  </a:lnTo>
                  <a:lnTo>
                    <a:pt x="5765748" y="1854219"/>
                  </a:lnTo>
                  <a:lnTo>
                    <a:pt x="5729136" y="1919369"/>
                  </a:lnTo>
                  <a:lnTo>
                    <a:pt x="5692771" y="1980860"/>
                  </a:lnTo>
                  <a:lnTo>
                    <a:pt x="5656537" y="2038596"/>
                  </a:lnTo>
                  <a:lnTo>
                    <a:pt x="5620276" y="2092553"/>
                  </a:lnTo>
                  <a:lnTo>
                    <a:pt x="5583780" y="2142779"/>
                  </a:lnTo>
                  <a:lnTo>
                    <a:pt x="5567201" y="2164202"/>
                  </a:lnTo>
                  <a:lnTo>
                    <a:pt x="5520307" y="2219972"/>
                  </a:lnTo>
                  <a:lnTo>
                    <a:pt x="5471798" y="2270077"/>
                  </a:lnTo>
                  <a:lnTo>
                    <a:pt x="5420900" y="2314818"/>
                  </a:lnTo>
                  <a:lnTo>
                    <a:pt x="5366751" y="2354694"/>
                  </a:lnTo>
                  <a:lnTo>
                    <a:pt x="5308471" y="2390263"/>
                  </a:lnTo>
                  <a:lnTo>
                    <a:pt x="5245246" y="2422064"/>
                  </a:lnTo>
                  <a:lnTo>
                    <a:pt x="5176421" y="2450566"/>
                  </a:lnTo>
                  <a:lnTo>
                    <a:pt x="5101633" y="2476146"/>
                  </a:lnTo>
                  <a:lnTo>
                    <a:pt x="5020982" y="2499076"/>
                  </a:lnTo>
                  <a:lnTo>
                    <a:pt x="4935237" y="2519520"/>
                  </a:lnTo>
                  <a:lnTo>
                    <a:pt x="4846028" y="2537542"/>
                  </a:lnTo>
                  <a:lnTo>
                    <a:pt x="4755974" y="2553125"/>
                  </a:lnTo>
                  <a:lnTo>
                    <a:pt x="4668626" y="2566214"/>
                  </a:lnTo>
                  <a:lnTo>
                    <a:pt x="4588137" y="2576762"/>
                  </a:lnTo>
                  <a:lnTo>
                    <a:pt x="4518641" y="2584799"/>
                  </a:lnTo>
                  <a:lnTo>
                    <a:pt x="4463426" y="2590475"/>
                  </a:lnTo>
                  <a:lnTo>
                    <a:pt x="4424155" y="2594086"/>
                  </a:lnTo>
                  <a:lnTo>
                    <a:pt x="4400378" y="2596051"/>
                  </a:lnTo>
                  <a:lnTo>
                    <a:pt x="4389472" y="2596865"/>
                  </a:lnTo>
                  <a:lnTo>
                    <a:pt x="4386855" y="2597042"/>
                  </a:lnTo>
                  <a:lnTo>
                    <a:pt x="3848118" y="2597042"/>
                  </a:lnTo>
                  <a:lnTo>
                    <a:pt x="3846895" y="2596976"/>
                  </a:lnTo>
                  <a:lnTo>
                    <a:pt x="3838905" y="2596502"/>
                  </a:lnTo>
                  <a:lnTo>
                    <a:pt x="3818940" y="2595192"/>
                  </a:lnTo>
                  <a:lnTo>
                    <a:pt x="3783703" y="2592620"/>
                  </a:lnTo>
                  <a:lnTo>
                    <a:pt x="3732103" y="2588411"/>
                  </a:lnTo>
                  <a:lnTo>
                    <a:pt x="3665311" y="2582286"/>
                  </a:lnTo>
                  <a:lnTo>
                    <a:pt x="3586356" y="2574086"/>
                  </a:lnTo>
                  <a:lnTo>
                    <a:pt x="3499364" y="2563765"/>
                  </a:lnTo>
                  <a:lnTo>
                    <a:pt x="3408677" y="2551352"/>
                  </a:lnTo>
                  <a:lnTo>
                    <a:pt x="3318133" y="2536896"/>
                  </a:lnTo>
                  <a:lnTo>
                    <a:pt x="3230649" y="2520421"/>
                  </a:lnTo>
                  <a:lnTo>
                    <a:pt x="3148106" y="2501890"/>
                  </a:lnTo>
                  <a:lnTo>
                    <a:pt x="3071453" y="2481180"/>
                  </a:lnTo>
                  <a:lnTo>
                    <a:pt x="3000906" y="2458080"/>
                  </a:lnTo>
                  <a:lnTo>
                    <a:pt x="2936160" y="2432287"/>
                  </a:lnTo>
                  <a:lnTo>
                    <a:pt x="2876577" y="2403416"/>
                  </a:lnTo>
                  <a:lnTo>
                    <a:pt x="2821338" y="2371022"/>
                  </a:lnTo>
                  <a:lnTo>
                    <a:pt x="2769541" y="2334634"/>
                  </a:lnTo>
                  <a:lnTo>
                    <a:pt x="2720291" y="2293817"/>
                  </a:lnTo>
                  <a:lnTo>
                    <a:pt x="2672774" y="2248291"/>
                  </a:lnTo>
                  <a:lnTo>
                    <a:pt x="2667772" y="2243148"/>
                  </a:lnTo>
                  <a:lnTo>
                    <a:pt x="2628304" y="2200276"/>
                  </a:lnTo>
                  <a:lnTo>
                    <a:pt x="2589216" y="2153901"/>
                  </a:lnTo>
                  <a:lnTo>
                    <a:pt x="2550225" y="2103954"/>
                  </a:lnTo>
                  <a:lnTo>
                    <a:pt x="2511118" y="2050440"/>
                  </a:lnTo>
                  <a:lnTo>
                    <a:pt x="2471743" y="1993444"/>
                  </a:lnTo>
                  <a:lnTo>
                    <a:pt x="2432003" y="1933140"/>
                  </a:lnTo>
                  <a:lnTo>
                    <a:pt x="2391849" y="1869791"/>
                  </a:lnTo>
                  <a:lnTo>
                    <a:pt x="2351280" y="1803754"/>
                  </a:lnTo>
                  <a:lnTo>
                    <a:pt x="2310333" y="1735471"/>
                  </a:lnTo>
                  <a:lnTo>
                    <a:pt x="2269078" y="1665461"/>
                  </a:lnTo>
                  <a:lnTo>
                    <a:pt x="2227611" y="1594304"/>
                  </a:lnTo>
                  <a:lnTo>
                    <a:pt x="2186045" y="1522620"/>
                  </a:lnTo>
                  <a:lnTo>
                    <a:pt x="2144500" y="1451050"/>
                  </a:lnTo>
                  <a:lnTo>
                    <a:pt x="2103096" y="1380230"/>
                  </a:lnTo>
                  <a:lnTo>
                    <a:pt x="2061941" y="1310770"/>
                  </a:lnTo>
                  <a:lnTo>
                    <a:pt x="2021121" y="1243230"/>
                  </a:lnTo>
                  <a:lnTo>
                    <a:pt x="1980698" y="1178101"/>
                  </a:lnTo>
                  <a:lnTo>
                    <a:pt x="1940693" y="1115797"/>
                  </a:lnTo>
                  <a:lnTo>
                    <a:pt x="1901090" y="1056641"/>
                  </a:lnTo>
                  <a:lnTo>
                    <a:pt x="1861824" y="1000867"/>
                  </a:lnTo>
                  <a:lnTo>
                    <a:pt x="1822779" y="948614"/>
                  </a:lnTo>
                  <a:lnTo>
                    <a:pt x="1783782" y="899940"/>
                  </a:lnTo>
                  <a:lnTo>
                    <a:pt x="1744595" y="854820"/>
                  </a:lnTo>
                  <a:lnTo>
                    <a:pt x="1719082" y="827569"/>
                  </a:lnTo>
                  <a:lnTo>
                    <a:pt x="1671709" y="781535"/>
                  </a:lnTo>
                  <a:lnTo>
                    <a:pt x="1622680" y="740225"/>
                  </a:lnTo>
                  <a:lnTo>
                    <a:pt x="1571197" y="703382"/>
                  </a:lnTo>
                  <a:lnTo>
                    <a:pt x="1516369" y="670584"/>
                  </a:lnTo>
                  <a:lnTo>
                    <a:pt x="1457292" y="641359"/>
                  </a:lnTo>
                  <a:lnTo>
                    <a:pt x="1393132" y="615257"/>
                  </a:lnTo>
                  <a:lnTo>
                    <a:pt x="1323226" y="591885"/>
                  </a:lnTo>
                  <a:lnTo>
                    <a:pt x="1247227" y="570932"/>
                  </a:lnTo>
                  <a:lnTo>
                    <a:pt x="1165282" y="552175"/>
                  </a:lnTo>
                  <a:lnTo>
                    <a:pt x="1078254" y="535484"/>
                  </a:lnTo>
                  <a:lnTo>
                    <a:pt x="987916" y="520812"/>
                  </a:lnTo>
                  <a:lnTo>
                    <a:pt x="897075" y="508178"/>
                  </a:lnTo>
                  <a:lnTo>
                    <a:pt x="809485" y="497632"/>
                  </a:lnTo>
                  <a:lnTo>
                    <a:pt x="729464" y="489206"/>
                  </a:lnTo>
                  <a:lnTo>
                    <a:pt x="661201" y="482864"/>
                  </a:lnTo>
                  <a:lnTo>
                    <a:pt x="607885" y="478462"/>
                  </a:lnTo>
                  <a:lnTo>
                    <a:pt x="570911" y="475731"/>
                  </a:lnTo>
                  <a:lnTo>
                    <a:pt x="549436" y="474306"/>
                  </a:lnTo>
                  <a:lnTo>
                    <a:pt x="540384" y="473764"/>
                  </a:lnTo>
                  <a:lnTo>
                    <a:pt x="538736" y="473674"/>
                  </a:lnTo>
                  <a:lnTo>
                    <a:pt x="0" y="47367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25" name="pl525"/>
            <p:cNvSpPr/>
            <p:nvPr/>
          </p:nvSpPr>
          <p:spPr>
            <a:xfrm>
              <a:off x="546595" y="2133368"/>
              <a:ext cx="8234974" cy="2597042"/>
            </a:xfrm>
            <a:custGeom>
              <a:avLst/>
              <a:pathLst>
                <a:path w="8234974" h="2597042">
                  <a:moveTo>
                    <a:pt x="0" y="473674"/>
                  </a:moveTo>
                  <a:lnTo>
                    <a:pt x="538736" y="473674"/>
                  </a:lnTo>
                  <a:lnTo>
                    <a:pt x="539959" y="473740"/>
                  </a:lnTo>
                  <a:lnTo>
                    <a:pt x="547950" y="474214"/>
                  </a:lnTo>
                  <a:lnTo>
                    <a:pt x="567914" y="475524"/>
                  </a:lnTo>
                  <a:lnTo>
                    <a:pt x="603152" y="478096"/>
                  </a:lnTo>
                  <a:lnTo>
                    <a:pt x="654751" y="482305"/>
                  </a:lnTo>
                  <a:lnTo>
                    <a:pt x="721544" y="488431"/>
                  </a:lnTo>
                  <a:lnTo>
                    <a:pt x="800499" y="496631"/>
                  </a:lnTo>
                  <a:lnTo>
                    <a:pt x="887491" y="506951"/>
                  </a:lnTo>
                  <a:lnTo>
                    <a:pt x="978178" y="519364"/>
                  </a:lnTo>
                  <a:lnTo>
                    <a:pt x="1068721" y="533820"/>
                  </a:lnTo>
                  <a:lnTo>
                    <a:pt x="1156206" y="550295"/>
                  </a:lnTo>
                  <a:lnTo>
                    <a:pt x="1238749" y="568826"/>
                  </a:lnTo>
                  <a:lnTo>
                    <a:pt x="1315401" y="589536"/>
                  </a:lnTo>
                  <a:lnTo>
                    <a:pt x="1385948" y="612636"/>
                  </a:lnTo>
                  <a:lnTo>
                    <a:pt x="1450695" y="638430"/>
                  </a:lnTo>
                  <a:lnTo>
                    <a:pt x="1510277" y="667300"/>
                  </a:lnTo>
                  <a:lnTo>
                    <a:pt x="1565516" y="699694"/>
                  </a:lnTo>
                  <a:lnTo>
                    <a:pt x="1617313" y="736083"/>
                  </a:lnTo>
                  <a:lnTo>
                    <a:pt x="1666564" y="776900"/>
                  </a:lnTo>
                  <a:lnTo>
                    <a:pt x="1714081" y="822425"/>
                  </a:lnTo>
                  <a:lnTo>
                    <a:pt x="1719082" y="827569"/>
                  </a:lnTo>
                  <a:lnTo>
                    <a:pt x="1758551" y="870441"/>
                  </a:lnTo>
                  <a:lnTo>
                    <a:pt x="1797639" y="916816"/>
                  </a:lnTo>
                  <a:lnTo>
                    <a:pt x="1836630" y="966762"/>
                  </a:lnTo>
                  <a:lnTo>
                    <a:pt x="1875736" y="1020276"/>
                  </a:lnTo>
                  <a:lnTo>
                    <a:pt x="1915111" y="1077272"/>
                  </a:lnTo>
                  <a:lnTo>
                    <a:pt x="1954852" y="1137577"/>
                  </a:lnTo>
                  <a:lnTo>
                    <a:pt x="1995005" y="1200926"/>
                  </a:lnTo>
                  <a:lnTo>
                    <a:pt x="2035574" y="1266963"/>
                  </a:lnTo>
                  <a:lnTo>
                    <a:pt x="2076521" y="1335245"/>
                  </a:lnTo>
                  <a:lnTo>
                    <a:pt x="2117776" y="1405255"/>
                  </a:lnTo>
                  <a:lnTo>
                    <a:pt x="2159243" y="1476413"/>
                  </a:lnTo>
                  <a:lnTo>
                    <a:pt x="2200810" y="1548097"/>
                  </a:lnTo>
                  <a:lnTo>
                    <a:pt x="2242355" y="1619667"/>
                  </a:lnTo>
                  <a:lnTo>
                    <a:pt x="2283759" y="1690486"/>
                  </a:lnTo>
                  <a:lnTo>
                    <a:pt x="2324914" y="1759946"/>
                  </a:lnTo>
                  <a:lnTo>
                    <a:pt x="2365733" y="1827487"/>
                  </a:lnTo>
                  <a:lnTo>
                    <a:pt x="2406157" y="1892615"/>
                  </a:lnTo>
                  <a:lnTo>
                    <a:pt x="2446161" y="1954920"/>
                  </a:lnTo>
                  <a:lnTo>
                    <a:pt x="2485764" y="2014075"/>
                  </a:lnTo>
                  <a:lnTo>
                    <a:pt x="2525030" y="2069850"/>
                  </a:lnTo>
                  <a:lnTo>
                    <a:pt x="2564075" y="2122102"/>
                  </a:lnTo>
                  <a:lnTo>
                    <a:pt x="2603073" y="2170777"/>
                  </a:lnTo>
                  <a:lnTo>
                    <a:pt x="2642259" y="2215896"/>
                  </a:lnTo>
                  <a:lnTo>
                    <a:pt x="2667772" y="2243148"/>
                  </a:lnTo>
                  <a:lnTo>
                    <a:pt x="2715146" y="2289181"/>
                  </a:lnTo>
                  <a:lnTo>
                    <a:pt x="2764175" y="2330492"/>
                  </a:lnTo>
                  <a:lnTo>
                    <a:pt x="2815657" y="2367334"/>
                  </a:lnTo>
                  <a:lnTo>
                    <a:pt x="2870485" y="2400132"/>
                  </a:lnTo>
                  <a:lnTo>
                    <a:pt x="2929562" y="2429357"/>
                  </a:lnTo>
                  <a:lnTo>
                    <a:pt x="2993723" y="2455460"/>
                  </a:lnTo>
                  <a:lnTo>
                    <a:pt x="3063629" y="2478831"/>
                  </a:lnTo>
                  <a:lnTo>
                    <a:pt x="3139628" y="2499785"/>
                  </a:lnTo>
                  <a:lnTo>
                    <a:pt x="3221572" y="2518541"/>
                  </a:lnTo>
                  <a:lnTo>
                    <a:pt x="3308601" y="2535233"/>
                  </a:lnTo>
                  <a:lnTo>
                    <a:pt x="3398939" y="2549905"/>
                  </a:lnTo>
                  <a:lnTo>
                    <a:pt x="3489779" y="2562538"/>
                  </a:lnTo>
                  <a:lnTo>
                    <a:pt x="3577370" y="2573084"/>
                  </a:lnTo>
                  <a:lnTo>
                    <a:pt x="3657391" y="2581510"/>
                  </a:lnTo>
                  <a:lnTo>
                    <a:pt x="3725654" y="2587852"/>
                  </a:lnTo>
                  <a:lnTo>
                    <a:pt x="3778969" y="2592255"/>
                  </a:lnTo>
                  <a:lnTo>
                    <a:pt x="3815944" y="2594985"/>
                  </a:lnTo>
                  <a:lnTo>
                    <a:pt x="3837419" y="2596410"/>
                  </a:lnTo>
                  <a:lnTo>
                    <a:pt x="3846471" y="2596952"/>
                  </a:lnTo>
                  <a:lnTo>
                    <a:pt x="3848117" y="2597042"/>
                  </a:lnTo>
                  <a:lnTo>
                    <a:pt x="3848118" y="2597042"/>
                  </a:lnTo>
                  <a:lnTo>
                    <a:pt x="4386855" y="2597042"/>
                  </a:lnTo>
                  <a:lnTo>
                    <a:pt x="4388043" y="2596964"/>
                  </a:lnTo>
                  <a:lnTo>
                    <a:pt x="4395807" y="2596402"/>
                  </a:lnTo>
                  <a:lnTo>
                    <a:pt x="4415225" y="2594847"/>
                  </a:lnTo>
                  <a:lnTo>
                    <a:pt x="4449552" y="2591795"/>
                  </a:lnTo>
                  <a:lnTo>
                    <a:pt x="4499919" y="2586796"/>
                  </a:lnTo>
                  <a:lnTo>
                    <a:pt x="4565287" y="2579512"/>
                  </a:lnTo>
                  <a:lnTo>
                    <a:pt x="4642794" y="2569749"/>
                  </a:lnTo>
                  <a:lnTo>
                    <a:pt x="4728479" y="2557444"/>
                  </a:lnTo>
                  <a:lnTo>
                    <a:pt x="4818112" y="2542625"/>
                  </a:lnTo>
                  <a:lnTo>
                    <a:pt x="4907909" y="2525353"/>
                  </a:lnTo>
                  <a:lnTo>
                    <a:pt x="4994944" y="2505660"/>
                  </a:lnTo>
                  <a:lnTo>
                    <a:pt x="5077290" y="2483512"/>
                  </a:lnTo>
                  <a:lnTo>
                    <a:pt x="5153929" y="2458776"/>
                  </a:lnTo>
                  <a:lnTo>
                    <a:pt x="5224578" y="2431214"/>
                  </a:lnTo>
                  <a:lnTo>
                    <a:pt x="5289476" y="2400479"/>
                  </a:lnTo>
                  <a:lnTo>
                    <a:pt x="5349203" y="2366131"/>
                  </a:lnTo>
                  <a:lnTo>
                    <a:pt x="5404538" y="2327647"/>
                  </a:lnTo>
                  <a:lnTo>
                    <a:pt x="5456348" y="2284470"/>
                  </a:lnTo>
                  <a:lnTo>
                    <a:pt x="5505507" y="2236068"/>
                  </a:lnTo>
                  <a:lnTo>
                    <a:pt x="5552827" y="2182062"/>
                  </a:lnTo>
                  <a:lnTo>
                    <a:pt x="5567201" y="2164202"/>
                  </a:lnTo>
                  <a:lnTo>
                    <a:pt x="5603886" y="2115626"/>
                  </a:lnTo>
                  <a:lnTo>
                    <a:pt x="5640224" y="2063358"/>
                  </a:lnTo>
                  <a:lnTo>
                    <a:pt x="5676447" y="2007325"/>
                  </a:lnTo>
                  <a:lnTo>
                    <a:pt x="5712737" y="1947518"/>
                  </a:lnTo>
                  <a:lnTo>
                    <a:pt x="5749226" y="1883998"/>
                  </a:lnTo>
                  <a:lnTo>
                    <a:pt x="5786007" y="1816908"/>
                  </a:lnTo>
                  <a:lnTo>
                    <a:pt x="5823133" y="1746473"/>
                  </a:lnTo>
                  <a:lnTo>
                    <a:pt x="5860620" y="1673000"/>
                  </a:lnTo>
                  <a:lnTo>
                    <a:pt x="5898457" y="1596880"/>
                  </a:lnTo>
                  <a:lnTo>
                    <a:pt x="5936602" y="1518577"/>
                  </a:lnTo>
                  <a:lnTo>
                    <a:pt x="5974990" y="1438623"/>
                  </a:lnTo>
                  <a:lnTo>
                    <a:pt x="6013542" y="1357597"/>
                  </a:lnTo>
                  <a:lnTo>
                    <a:pt x="6052163" y="1276115"/>
                  </a:lnTo>
                  <a:lnTo>
                    <a:pt x="6090758" y="1194807"/>
                  </a:lnTo>
                  <a:lnTo>
                    <a:pt x="6129231" y="1114296"/>
                  </a:lnTo>
                  <a:lnTo>
                    <a:pt x="6167494" y="1035180"/>
                  </a:lnTo>
                  <a:lnTo>
                    <a:pt x="6205476" y="958016"/>
                  </a:lnTo>
                  <a:lnTo>
                    <a:pt x="6243125" y="883298"/>
                  </a:lnTo>
                  <a:lnTo>
                    <a:pt x="6280413" y="811452"/>
                  </a:lnTo>
                  <a:lnTo>
                    <a:pt x="6317345" y="742823"/>
                  </a:lnTo>
                  <a:lnTo>
                    <a:pt x="6353956" y="677673"/>
                  </a:lnTo>
                  <a:lnTo>
                    <a:pt x="6390322" y="616181"/>
                  </a:lnTo>
                  <a:lnTo>
                    <a:pt x="6426556" y="558446"/>
                  </a:lnTo>
                  <a:lnTo>
                    <a:pt x="6462816" y="504488"/>
                  </a:lnTo>
                  <a:lnTo>
                    <a:pt x="6499312" y="454263"/>
                  </a:lnTo>
                  <a:lnTo>
                    <a:pt x="6515891" y="432840"/>
                  </a:lnTo>
                  <a:lnTo>
                    <a:pt x="6562785" y="377070"/>
                  </a:lnTo>
                  <a:lnTo>
                    <a:pt x="6611294" y="326964"/>
                  </a:lnTo>
                  <a:lnTo>
                    <a:pt x="6662192" y="282223"/>
                  </a:lnTo>
                  <a:lnTo>
                    <a:pt x="6716342" y="242348"/>
                  </a:lnTo>
                  <a:lnTo>
                    <a:pt x="6774622" y="206779"/>
                  </a:lnTo>
                  <a:lnTo>
                    <a:pt x="6837847" y="174978"/>
                  </a:lnTo>
                  <a:lnTo>
                    <a:pt x="6906672" y="146476"/>
                  </a:lnTo>
                  <a:lnTo>
                    <a:pt x="6981460" y="120896"/>
                  </a:lnTo>
                  <a:lnTo>
                    <a:pt x="7062110" y="97966"/>
                  </a:lnTo>
                  <a:lnTo>
                    <a:pt x="7147856" y="77522"/>
                  </a:lnTo>
                  <a:lnTo>
                    <a:pt x="7237064" y="59500"/>
                  </a:lnTo>
                  <a:lnTo>
                    <a:pt x="7327118" y="43916"/>
                  </a:lnTo>
                  <a:lnTo>
                    <a:pt x="7414467" y="30828"/>
                  </a:lnTo>
                  <a:lnTo>
                    <a:pt x="7494955" y="20280"/>
                  </a:lnTo>
                  <a:lnTo>
                    <a:pt x="7564452" y="12243"/>
                  </a:lnTo>
                  <a:lnTo>
                    <a:pt x="7619667" y="6567"/>
                  </a:lnTo>
                  <a:lnTo>
                    <a:pt x="7658938" y="2956"/>
                  </a:lnTo>
                  <a:lnTo>
                    <a:pt x="7682714" y="991"/>
                  </a:lnTo>
                  <a:lnTo>
                    <a:pt x="7693620" y="177"/>
                  </a:lnTo>
                  <a:lnTo>
                    <a:pt x="7696201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6" name="pl526"/>
            <p:cNvSpPr/>
            <p:nvPr/>
          </p:nvSpPr>
          <p:spPr>
            <a:xfrm>
              <a:off x="546595" y="2127924"/>
              <a:ext cx="8234974" cy="2597042"/>
            </a:xfrm>
            <a:custGeom>
              <a:avLst/>
              <a:pathLst>
                <a:path w="8234974" h="2597042">
                  <a:moveTo>
                    <a:pt x="8234974" y="0"/>
                  </a:moveTo>
                  <a:lnTo>
                    <a:pt x="7696237" y="0"/>
                  </a:lnTo>
                  <a:lnTo>
                    <a:pt x="7695050" y="78"/>
                  </a:lnTo>
                  <a:lnTo>
                    <a:pt x="7687286" y="640"/>
                  </a:lnTo>
                  <a:lnTo>
                    <a:pt x="7667867" y="2194"/>
                  </a:lnTo>
                  <a:lnTo>
                    <a:pt x="7633541" y="5247"/>
                  </a:lnTo>
                  <a:lnTo>
                    <a:pt x="7583173" y="10246"/>
                  </a:lnTo>
                  <a:lnTo>
                    <a:pt x="7517806" y="17530"/>
                  </a:lnTo>
                  <a:lnTo>
                    <a:pt x="7440298" y="27293"/>
                  </a:lnTo>
                  <a:lnTo>
                    <a:pt x="7354614" y="39598"/>
                  </a:lnTo>
                  <a:lnTo>
                    <a:pt x="7264980" y="54417"/>
                  </a:lnTo>
                  <a:lnTo>
                    <a:pt x="7175184" y="71689"/>
                  </a:lnTo>
                  <a:lnTo>
                    <a:pt x="7088148" y="91381"/>
                  </a:lnTo>
                  <a:lnTo>
                    <a:pt x="7005803" y="113530"/>
                  </a:lnTo>
                  <a:lnTo>
                    <a:pt x="6929163" y="138266"/>
                  </a:lnTo>
                  <a:lnTo>
                    <a:pt x="6858515" y="165828"/>
                  </a:lnTo>
                  <a:lnTo>
                    <a:pt x="6793617" y="196562"/>
                  </a:lnTo>
                  <a:lnTo>
                    <a:pt x="6733889" y="230911"/>
                  </a:lnTo>
                  <a:lnTo>
                    <a:pt x="6678554" y="269394"/>
                  </a:lnTo>
                  <a:lnTo>
                    <a:pt x="6626745" y="312572"/>
                  </a:lnTo>
                  <a:lnTo>
                    <a:pt x="6577585" y="360973"/>
                  </a:lnTo>
                  <a:lnTo>
                    <a:pt x="6530265" y="414979"/>
                  </a:lnTo>
                  <a:lnTo>
                    <a:pt x="6515891" y="432840"/>
                  </a:lnTo>
                  <a:lnTo>
                    <a:pt x="6479206" y="481416"/>
                  </a:lnTo>
                  <a:lnTo>
                    <a:pt x="6442869" y="533684"/>
                  </a:lnTo>
                  <a:lnTo>
                    <a:pt x="6406645" y="589716"/>
                  </a:lnTo>
                  <a:lnTo>
                    <a:pt x="6370356" y="649524"/>
                  </a:lnTo>
                  <a:lnTo>
                    <a:pt x="6333866" y="713044"/>
                  </a:lnTo>
                  <a:lnTo>
                    <a:pt x="6297085" y="780134"/>
                  </a:lnTo>
                  <a:lnTo>
                    <a:pt x="6259960" y="850569"/>
                  </a:lnTo>
                  <a:lnTo>
                    <a:pt x="6222472" y="924042"/>
                  </a:lnTo>
                  <a:lnTo>
                    <a:pt x="6184635" y="1000162"/>
                  </a:lnTo>
                  <a:lnTo>
                    <a:pt x="6146491" y="1078465"/>
                  </a:lnTo>
                  <a:lnTo>
                    <a:pt x="6108102" y="1158419"/>
                  </a:lnTo>
                  <a:lnTo>
                    <a:pt x="6069551" y="1239445"/>
                  </a:lnTo>
                  <a:lnTo>
                    <a:pt x="6030929" y="1320926"/>
                  </a:lnTo>
                  <a:lnTo>
                    <a:pt x="5992334" y="1402235"/>
                  </a:lnTo>
                  <a:lnTo>
                    <a:pt x="5953862" y="1482746"/>
                  </a:lnTo>
                  <a:lnTo>
                    <a:pt x="5915598" y="1561861"/>
                  </a:lnTo>
                  <a:lnTo>
                    <a:pt x="5877616" y="1639026"/>
                  </a:lnTo>
                  <a:lnTo>
                    <a:pt x="5839968" y="1713744"/>
                  </a:lnTo>
                  <a:lnTo>
                    <a:pt x="5802680" y="1785590"/>
                  </a:lnTo>
                  <a:lnTo>
                    <a:pt x="5765748" y="1854219"/>
                  </a:lnTo>
                  <a:lnTo>
                    <a:pt x="5729136" y="1919369"/>
                  </a:lnTo>
                  <a:lnTo>
                    <a:pt x="5692771" y="1980860"/>
                  </a:lnTo>
                  <a:lnTo>
                    <a:pt x="5656537" y="2038596"/>
                  </a:lnTo>
                  <a:lnTo>
                    <a:pt x="5620276" y="2092553"/>
                  </a:lnTo>
                  <a:lnTo>
                    <a:pt x="5583780" y="2142779"/>
                  </a:lnTo>
                  <a:lnTo>
                    <a:pt x="5567201" y="2164202"/>
                  </a:lnTo>
                  <a:lnTo>
                    <a:pt x="5520307" y="2219972"/>
                  </a:lnTo>
                  <a:lnTo>
                    <a:pt x="5471798" y="2270077"/>
                  </a:lnTo>
                  <a:lnTo>
                    <a:pt x="5420900" y="2314818"/>
                  </a:lnTo>
                  <a:lnTo>
                    <a:pt x="5366751" y="2354694"/>
                  </a:lnTo>
                  <a:lnTo>
                    <a:pt x="5308471" y="2390263"/>
                  </a:lnTo>
                  <a:lnTo>
                    <a:pt x="5245246" y="2422064"/>
                  </a:lnTo>
                  <a:lnTo>
                    <a:pt x="5176421" y="2450566"/>
                  </a:lnTo>
                  <a:lnTo>
                    <a:pt x="5101633" y="2476146"/>
                  </a:lnTo>
                  <a:lnTo>
                    <a:pt x="5020982" y="2499076"/>
                  </a:lnTo>
                  <a:lnTo>
                    <a:pt x="4935237" y="2519520"/>
                  </a:lnTo>
                  <a:lnTo>
                    <a:pt x="4846028" y="2537542"/>
                  </a:lnTo>
                  <a:lnTo>
                    <a:pt x="4755974" y="2553125"/>
                  </a:lnTo>
                  <a:lnTo>
                    <a:pt x="4668626" y="2566214"/>
                  </a:lnTo>
                  <a:lnTo>
                    <a:pt x="4588137" y="2576762"/>
                  </a:lnTo>
                  <a:lnTo>
                    <a:pt x="4518641" y="2584799"/>
                  </a:lnTo>
                  <a:lnTo>
                    <a:pt x="4463426" y="2590475"/>
                  </a:lnTo>
                  <a:lnTo>
                    <a:pt x="4424155" y="2594086"/>
                  </a:lnTo>
                  <a:lnTo>
                    <a:pt x="4400378" y="2596051"/>
                  </a:lnTo>
                  <a:lnTo>
                    <a:pt x="4389472" y="2596865"/>
                  </a:lnTo>
                  <a:lnTo>
                    <a:pt x="4386892" y="2597040"/>
                  </a:lnTo>
                  <a:lnTo>
                    <a:pt x="4386855" y="2597042"/>
                  </a:lnTo>
                  <a:lnTo>
                    <a:pt x="3848118" y="2597042"/>
                  </a:lnTo>
                  <a:lnTo>
                    <a:pt x="3846895" y="2596976"/>
                  </a:lnTo>
                  <a:lnTo>
                    <a:pt x="3838905" y="2596502"/>
                  </a:lnTo>
                  <a:lnTo>
                    <a:pt x="3818940" y="2595192"/>
                  </a:lnTo>
                  <a:lnTo>
                    <a:pt x="3783703" y="2592620"/>
                  </a:lnTo>
                  <a:lnTo>
                    <a:pt x="3732103" y="2588411"/>
                  </a:lnTo>
                  <a:lnTo>
                    <a:pt x="3665311" y="2582286"/>
                  </a:lnTo>
                  <a:lnTo>
                    <a:pt x="3586356" y="2574086"/>
                  </a:lnTo>
                  <a:lnTo>
                    <a:pt x="3499364" y="2563765"/>
                  </a:lnTo>
                  <a:lnTo>
                    <a:pt x="3408677" y="2551352"/>
                  </a:lnTo>
                  <a:lnTo>
                    <a:pt x="3318133" y="2536896"/>
                  </a:lnTo>
                  <a:lnTo>
                    <a:pt x="3230649" y="2520421"/>
                  </a:lnTo>
                  <a:lnTo>
                    <a:pt x="3148106" y="2501890"/>
                  </a:lnTo>
                  <a:lnTo>
                    <a:pt x="3071453" y="2481180"/>
                  </a:lnTo>
                  <a:lnTo>
                    <a:pt x="3000906" y="2458080"/>
                  </a:lnTo>
                  <a:lnTo>
                    <a:pt x="2936160" y="2432287"/>
                  </a:lnTo>
                  <a:lnTo>
                    <a:pt x="2876577" y="2403416"/>
                  </a:lnTo>
                  <a:lnTo>
                    <a:pt x="2821338" y="2371022"/>
                  </a:lnTo>
                  <a:lnTo>
                    <a:pt x="2769541" y="2334634"/>
                  </a:lnTo>
                  <a:lnTo>
                    <a:pt x="2720291" y="2293817"/>
                  </a:lnTo>
                  <a:lnTo>
                    <a:pt x="2672774" y="2248291"/>
                  </a:lnTo>
                  <a:lnTo>
                    <a:pt x="2667772" y="2243148"/>
                  </a:lnTo>
                  <a:lnTo>
                    <a:pt x="2628304" y="2200276"/>
                  </a:lnTo>
                  <a:lnTo>
                    <a:pt x="2589216" y="2153901"/>
                  </a:lnTo>
                  <a:lnTo>
                    <a:pt x="2550225" y="2103954"/>
                  </a:lnTo>
                  <a:lnTo>
                    <a:pt x="2511118" y="2050440"/>
                  </a:lnTo>
                  <a:lnTo>
                    <a:pt x="2471743" y="1993444"/>
                  </a:lnTo>
                  <a:lnTo>
                    <a:pt x="2432003" y="1933140"/>
                  </a:lnTo>
                  <a:lnTo>
                    <a:pt x="2391849" y="1869791"/>
                  </a:lnTo>
                  <a:lnTo>
                    <a:pt x="2351280" y="1803754"/>
                  </a:lnTo>
                  <a:lnTo>
                    <a:pt x="2310333" y="1735471"/>
                  </a:lnTo>
                  <a:lnTo>
                    <a:pt x="2269078" y="1665461"/>
                  </a:lnTo>
                  <a:lnTo>
                    <a:pt x="2227611" y="1594304"/>
                  </a:lnTo>
                  <a:lnTo>
                    <a:pt x="2186045" y="1522620"/>
                  </a:lnTo>
                  <a:lnTo>
                    <a:pt x="2144500" y="1451050"/>
                  </a:lnTo>
                  <a:lnTo>
                    <a:pt x="2103096" y="1380230"/>
                  </a:lnTo>
                  <a:lnTo>
                    <a:pt x="2061941" y="1310770"/>
                  </a:lnTo>
                  <a:lnTo>
                    <a:pt x="2021121" y="1243230"/>
                  </a:lnTo>
                  <a:lnTo>
                    <a:pt x="1980698" y="1178101"/>
                  </a:lnTo>
                  <a:lnTo>
                    <a:pt x="1940693" y="1115797"/>
                  </a:lnTo>
                  <a:lnTo>
                    <a:pt x="1901090" y="1056641"/>
                  </a:lnTo>
                  <a:lnTo>
                    <a:pt x="1861824" y="1000867"/>
                  </a:lnTo>
                  <a:lnTo>
                    <a:pt x="1822779" y="948614"/>
                  </a:lnTo>
                  <a:lnTo>
                    <a:pt x="1783782" y="899940"/>
                  </a:lnTo>
                  <a:lnTo>
                    <a:pt x="1744595" y="854820"/>
                  </a:lnTo>
                  <a:lnTo>
                    <a:pt x="1719082" y="827569"/>
                  </a:lnTo>
                  <a:lnTo>
                    <a:pt x="1671709" y="781535"/>
                  </a:lnTo>
                  <a:lnTo>
                    <a:pt x="1622680" y="740225"/>
                  </a:lnTo>
                  <a:lnTo>
                    <a:pt x="1571197" y="703382"/>
                  </a:lnTo>
                  <a:lnTo>
                    <a:pt x="1516369" y="670584"/>
                  </a:lnTo>
                  <a:lnTo>
                    <a:pt x="1457292" y="641359"/>
                  </a:lnTo>
                  <a:lnTo>
                    <a:pt x="1393132" y="615257"/>
                  </a:lnTo>
                  <a:lnTo>
                    <a:pt x="1323226" y="591885"/>
                  </a:lnTo>
                  <a:lnTo>
                    <a:pt x="1247227" y="570932"/>
                  </a:lnTo>
                  <a:lnTo>
                    <a:pt x="1165282" y="552175"/>
                  </a:lnTo>
                  <a:lnTo>
                    <a:pt x="1078254" y="535484"/>
                  </a:lnTo>
                  <a:lnTo>
                    <a:pt x="987916" y="520812"/>
                  </a:lnTo>
                  <a:lnTo>
                    <a:pt x="897075" y="508178"/>
                  </a:lnTo>
                  <a:lnTo>
                    <a:pt x="809485" y="497632"/>
                  </a:lnTo>
                  <a:lnTo>
                    <a:pt x="729464" y="489206"/>
                  </a:lnTo>
                  <a:lnTo>
                    <a:pt x="661201" y="482864"/>
                  </a:lnTo>
                  <a:lnTo>
                    <a:pt x="607885" y="478462"/>
                  </a:lnTo>
                  <a:lnTo>
                    <a:pt x="570911" y="475731"/>
                  </a:lnTo>
                  <a:lnTo>
                    <a:pt x="549436" y="474306"/>
                  </a:lnTo>
                  <a:lnTo>
                    <a:pt x="540384" y="473764"/>
                  </a:lnTo>
                  <a:lnTo>
                    <a:pt x="538738" y="473674"/>
                  </a:lnTo>
                  <a:lnTo>
                    <a:pt x="538736" y="473674"/>
                  </a:lnTo>
                  <a:lnTo>
                    <a:pt x="0" y="4736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7" name="pg527"/>
            <p:cNvSpPr/>
            <p:nvPr/>
          </p:nvSpPr>
          <p:spPr>
            <a:xfrm>
              <a:off x="546595" y="2400151"/>
              <a:ext cx="8234974" cy="2341149"/>
            </a:xfrm>
            <a:custGeom>
              <a:avLst/>
              <a:pathLst>
                <a:path w="8234974" h="2341149">
                  <a:moveTo>
                    <a:pt x="0" y="217781"/>
                  </a:moveTo>
                  <a:lnTo>
                    <a:pt x="538736" y="217781"/>
                  </a:lnTo>
                  <a:lnTo>
                    <a:pt x="539959" y="217847"/>
                  </a:lnTo>
                  <a:lnTo>
                    <a:pt x="547950" y="218321"/>
                  </a:lnTo>
                  <a:lnTo>
                    <a:pt x="567914" y="219631"/>
                  </a:lnTo>
                  <a:lnTo>
                    <a:pt x="603152" y="222203"/>
                  </a:lnTo>
                  <a:lnTo>
                    <a:pt x="654751" y="226412"/>
                  </a:lnTo>
                  <a:lnTo>
                    <a:pt x="721544" y="232538"/>
                  </a:lnTo>
                  <a:lnTo>
                    <a:pt x="800499" y="240737"/>
                  </a:lnTo>
                  <a:lnTo>
                    <a:pt x="887491" y="251058"/>
                  </a:lnTo>
                  <a:lnTo>
                    <a:pt x="978178" y="263471"/>
                  </a:lnTo>
                  <a:lnTo>
                    <a:pt x="1068721" y="277927"/>
                  </a:lnTo>
                  <a:lnTo>
                    <a:pt x="1156206" y="294402"/>
                  </a:lnTo>
                  <a:lnTo>
                    <a:pt x="1238749" y="312933"/>
                  </a:lnTo>
                  <a:lnTo>
                    <a:pt x="1315401" y="333643"/>
                  </a:lnTo>
                  <a:lnTo>
                    <a:pt x="1385948" y="356743"/>
                  </a:lnTo>
                  <a:lnTo>
                    <a:pt x="1450695" y="382536"/>
                  </a:lnTo>
                  <a:lnTo>
                    <a:pt x="1510277" y="411407"/>
                  </a:lnTo>
                  <a:lnTo>
                    <a:pt x="1565516" y="443801"/>
                  </a:lnTo>
                  <a:lnTo>
                    <a:pt x="1617313" y="480190"/>
                  </a:lnTo>
                  <a:lnTo>
                    <a:pt x="1666564" y="521007"/>
                  </a:lnTo>
                  <a:lnTo>
                    <a:pt x="1714081" y="566532"/>
                  </a:lnTo>
                  <a:lnTo>
                    <a:pt x="1719082" y="571676"/>
                  </a:lnTo>
                  <a:lnTo>
                    <a:pt x="1758551" y="614548"/>
                  </a:lnTo>
                  <a:lnTo>
                    <a:pt x="1797639" y="660922"/>
                  </a:lnTo>
                  <a:lnTo>
                    <a:pt x="1836630" y="710869"/>
                  </a:lnTo>
                  <a:lnTo>
                    <a:pt x="1875736" y="764383"/>
                  </a:lnTo>
                  <a:lnTo>
                    <a:pt x="1915111" y="821379"/>
                  </a:lnTo>
                  <a:lnTo>
                    <a:pt x="1954852" y="881684"/>
                  </a:lnTo>
                  <a:lnTo>
                    <a:pt x="1995005" y="945033"/>
                  </a:lnTo>
                  <a:lnTo>
                    <a:pt x="2035574" y="1011070"/>
                  </a:lnTo>
                  <a:lnTo>
                    <a:pt x="2076521" y="1079352"/>
                  </a:lnTo>
                  <a:lnTo>
                    <a:pt x="2117776" y="1149362"/>
                  </a:lnTo>
                  <a:lnTo>
                    <a:pt x="2159243" y="1220520"/>
                  </a:lnTo>
                  <a:lnTo>
                    <a:pt x="2200810" y="1292204"/>
                  </a:lnTo>
                  <a:lnTo>
                    <a:pt x="2242355" y="1363773"/>
                  </a:lnTo>
                  <a:lnTo>
                    <a:pt x="2283759" y="1434593"/>
                  </a:lnTo>
                  <a:lnTo>
                    <a:pt x="2324914" y="1504053"/>
                  </a:lnTo>
                  <a:lnTo>
                    <a:pt x="2365733" y="1571594"/>
                  </a:lnTo>
                  <a:lnTo>
                    <a:pt x="2406157" y="1636722"/>
                  </a:lnTo>
                  <a:lnTo>
                    <a:pt x="2446161" y="1699026"/>
                  </a:lnTo>
                  <a:lnTo>
                    <a:pt x="2485764" y="1758182"/>
                  </a:lnTo>
                  <a:lnTo>
                    <a:pt x="2525030" y="1813956"/>
                  </a:lnTo>
                  <a:lnTo>
                    <a:pt x="2564075" y="1866209"/>
                  </a:lnTo>
                  <a:lnTo>
                    <a:pt x="2603073" y="1914883"/>
                  </a:lnTo>
                  <a:lnTo>
                    <a:pt x="2642259" y="1960003"/>
                  </a:lnTo>
                  <a:lnTo>
                    <a:pt x="2667772" y="1987254"/>
                  </a:lnTo>
                  <a:lnTo>
                    <a:pt x="2715146" y="2033288"/>
                  </a:lnTo>
                  <a:lnTo>
                    <a:pt x="2764175" y="2074598"/>
                  </a:lnTo>
                  <a:lnTo>
                    <a:pt x="2815657" y="2111441"/>
                  </a:lnTo>
                  <a:lnTo>
                    <a:pt x="2870485" y="2144239"/>
                  </a:lnTo>
                  <a:lnTo>
                    <a:pt x="2929562" y="2173464"/>
                  </a:lnTo>
                  <a:lnTo>
                    <a:pt x="2993723" y="2199567"/>
                  </a:lnTo>
                  <a:lnTo>
                    <a:pt x="3063629" y="2222938"/>
                  </a:lnTo>
                  <a:lnTo>
                    <a:pt x="3139628" y="2243892"/>
                  </a:lnTo>
                  <a:lnTo>
                    <a:pt x="3221572" y="2262648"/>
                  </a:lnTo>
                  <a:lnTo>
                    <a:pt x="3308601" y="2279340"/>
                  </a:lnTo>
                  <a:lnTo>
                    <a:pt x="3398939" y="2294011"/>
                  </a:lnTo>
                  <a:lnTo>
                    <a:pt x="3489779" y="2306645"/>
                  </a:lnTo>
                  <a:lnTo>
                    <a:pt x="3577370" y="2317191"/>
                  </a:lnTo>
                  <a:lnTo>
                    <a:pt x="3657391" y="2325617"/>
                  </a:lnTo>
                  <a:lnTo>
                    <a:pt x="3725654" y="2331959"/>
                  </a:lnTo>
                  <a:lnTo>
                    <a:pt x="3778969" y="2336362"/>
                  </a:lnTo>
                  <a:lnTo>
                    <a:pt x="3815944" y="2339092"/>
                  </a:lnTo>
                  <a:lnTo>
                    <a:pt x="3837419" y="2340517"/>
                  </a:lnTo>
                  <a:lnTo>
                    <a:pt x="3846471" y="2341059"/>
                  </a:lnTo>
                  <a:lnTo>
                    <a:pt x="3848118" y="2341149"/>
                  </a:lnTo>
                  <a:lnTo>
                    <a:pt x="4386855" y="2341149"/>
                  </a:lnTo>
                  <a:lnTo>
                    <a:pt x="4388063" y="2341077"/>
                  </a:lnTo>
                  <a:lnTo>
                    <a:pt x="4395959" y="2340564"/>
                  </a:lnTo>
                  <a:lnTo>
                    <a:pt x="4415694" y="2339144"/>
                  </a:lnTo>
                  <a:lnTo>
                    <a:pt x="4450549" y="2336357"/>
                  </a:lnTo>
                  <a:lnTo>
                    <a:pt x="4501631" y="2331794"/>
                  </a:lnTo>
                  <a:lnTo>
                    <a:pt x="4567827" y="2325150"/>
                  </a:lnTo>
                  <a:lnTo>
                    <a:pt x="4646178" y="2316252"/>
                  </a:lnTo>
                  <a:lnTo>
                    <a:pt x="4732625" y="2305045"/>
                  </a:lnTo>
                  <a:lnTo>
                    <a:pt x="4822874" y="2291559"/>
                  </a:lnTo>
                  <a:lnTo>
                    <a:pt x="4913109" y="2275848"/>
                  </a:lnTo>
                  <a:lnTo>
                    <a:pt x="5000409" y="2257941"/>
                  </a:lnTo>
                  <a:lnTo>
                    <a:pt x="5082873" y="2237798"/>
                  </a:lnTo>
                  <a:lnTo>
                    <a:pt x="5159522" y="2215295"/>
                  </a:lnTo>
                  <a:lnTo>
                    <a:pt x="5230113" y="2190205"/>
                  </a:lnTo>
                  <a:lnTo>
                    <a:pt x="5294923" y="2162205"/>
                  </a:lnTo>
                  <a:lnTo>
                    <a:pt x="5354566" y="2130886"/>
                  </a:lnTo>
                  <a:lnTo>
                    <a:pt x="5409843" y="2095765"/>
                  </a:lnTo>
                  <a:lnTo>
                    <a:pt x="5461643" y="2056333"/>
                  </a:lnTo>
                  <a:lnTo>
                    <a:pt x="5510853" y="2012114"/>
                  </a:lnTo>
                  <a:lnTo>
                    <a:pt x="5558286" y="1962783"/>
                  </a:lnTo>
                  <a:lnTo>
                    <a:pt x="5567201" y="1952772"/>
                  </a:lnTo>
                  <a:lnTo>
                    <a:pt x="5605397" y="1907309"/>
                  </a:lnTo>
                  <a:lnTo>
                    <a:pt x="5643227" y="1858251"/>
                  </a:lnTo>
                  <a:lnTo>
                    <a:pt x="5680951" y="1805524"/>
                  </a:lnTo>
                  <a:lnTo>
                    <a:pt x="5718768" y="1749129"/>
                  </a:lnTo>
                  <a:lnTo>
                    <a:pt x="5756820" y="1689139"/>
                  </a:lnTo>
                  <a:lnTo>
                    <a:pt x="5795203" y="1625714"/>
                  </a:lnTo>
                  <a:lnTo>
                    <a:pt x="5833968" y="1559100"/>
                  </a:lnTo>
                  <a:lnTo>
                    <a:pt x="5873125" y="1489634"/>
                  </a:lnTo>
                  <a:lnTo>
                    <a:pt x="5912648" y="1417733"/>
                  </a:lnTo>
                  <a:lnTo>
                    <a:pt x="5952482" y="1343896"/>
                  </a:lnTo>
                  <a:lnTo>
                    <a:pt x="5992546" y="1268680"/>
                  </a:lnTo>
                  <a:lnTo>
                    <a:pt x="6032742" y="1192691"/>
                  </a:lnTo>
                  <a:lnTo>
                    <a:pt x="6072962" y="1116563"/>
                  </a:lnTo>
                  <a:lnTo>
                    <a:pt x="6113096" y="1040932"/>
                  </a:lnTo>
                  <a:lnTo>
                    <a:pt x="6153042" y="966419"/>
                  </a:lnTo>
                  <a:lnTo>
                    <a:pt x="6192709" y="893605"/>
                  </a:lnTo>
                  <a:lnTo>
                    <a:pt x="6232032" y="823017"/>
                  </a:lnTo>
                  <a:lnTo>
                    <a:pt x="6270969" y="755108"/>
                  </a:lnTo>
                  <a:lnTo>
                    <a:pt x="6309516" y="690252"/>
                  </a:lnTo>
                  <a:lnTo>
                    <a:pt x="6347704" y="628733"/>
                  </a:lnTo>
                  <a:lnTo>
                    <a:pt x="6385609" y="570750"/>
                  </a:lnTo>
                  <a:lnTo>
                    <a:pt x="6423352" y="516414"/>
                  </a:lnTo>
                  <a:lnTo>
                    <a:pt x="6461108" y="465755"/>
                  </a:lnTo>
                  <a:lnTo>
                    <a:pt x="6499107" y="418730"/>
                  </a:lnTo>
                  <a:lnTo>
                    <a:pt x="6515891" y="399265"/>
                  </a:lnTo>
                  <a:lnTo>
                    <a:pt x="6563064" y="348946"/>
                  </a:lnTo>
                  <a:lnTo>
                    <a:pt x="6611876" y="303768"/>
                  </a:lnTo>
                  <a:lnTo>
                    <a:pt x="6663114" y="263456"/>
                  </a:lnTo>
                  <a:lnTo>
                    <a:pt x="6717657" y="227551"/>
                  </a:lnTo>
                  <a:lnTo>
                    <a:pt x="6776400" y="195544"/>
                  </a:lnTo>
                  <a:lnTo>
                    <a:pt x="6840168" y="166945"/>
                  </a:lnTo>
                  <a:lnTo>
                    <a:pt x="6909621" y="141327"/>
                  </a:lnTo>
                  <a:lnTo>
                    <a:pt x="6985113" y="118350"/>
                  </a:lnTo>
                  <a:lnTo>
                    <a:pt x="7066516" y="97769"/>
                  </a:lnTo>
                  <a:lnTo>
                    <a:pt x="7153009" y="79440"/>
                  </a:lnTo>
                  <a:lnTo>
                    <a:pt x="7242878" y="63309"/>
                  </a:lnTo>
                  <a:lnTo>
                    <a:pt x="7333395" y="49394"/>
                  </a:lnTo>
                  <a:lnTo>
                    <a:pt x="7420894" y="37749"/>
                  </a:lnTo>
                  <a:lnTo>
                    <a:pt x="7501124" y="28410"/>
                  </a:lnTo>
                  <a:lnTo>
                    <a:pt x="7569915" y="21345"/>
                  </a:lnTo>
                  <a:lnTo>
                    <a:pt x="7624036" y="16404"/>
                  </a:lnTo>
                  <a:lnTo>
                    <a:pt x="7661975" y="13306"/>
                  </a:lnTo>
                  <a:lnTo>
                    <a:pt x="7684408" y="11660"/>
                  </a:lnTo>
                  <a:lnTo>
                    <a:pt x="7694219" y="1101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9" y="71"/>
                  </a:lnTo>
                  <a:lnTo>
                    <a:pt x="7687134" y="585"/>
                  </a:lnTo>
                  <a:lnTo>
                    <a:pt x="7667399" y="2004"/>
                  </a:lnTo>
                  <a:lnTo>
                    <a:pt x="7632544" y="4791"/>
                  </a:lnTo>
                  <a:lnTo>
                    <a:pt x="7581461" y="9355"/>
                  </a:lnTo>
                  <a:lnTo>
                    <a:pt x="7515265" y="15998"/>
                  </a:lnTo>
                  <a:lnTo>
                    <a:pt x="7436915" y="24897"/>
                  </a:lnTo>
                  <a:lnTo>
                    <a:pt x="7350468" y="36104"/>
                  </a:lnTo>
                  <a:lnTo>
                    <a:pt x="7260218" y="49590"/>
                  </a:lnTo>
                  <a:lnTo>
                    <a:pt x="7169984" y="65300"/>
                  </a:lnTo>
                  <a:lnTo>
                    <a:pt x="7082683" y="83208"/>
                  </a:lnTo>
                  <a:lnTo>
                    <a:pt x="7000220" y="103350"/>
                  </a:lnTo>
                  <a:lnTo>
                    <a:pt x="6923571" y="125854"/>
                  </a:lnTo>
                  <a:lnTo>
                    <a:pt x="6852980" y="150944"/>
                  </a:lnTo>
                  <a:lnTo>
                    <a:pt x="6788169" y="178943"/>
                  </a:lnTo>
                  <a:lnTo>
                    <a:pt x="6728527" y="210263"/>
                  </a:lnTo>
                  <a:lnTo>
                    <a:pt x="6673249" y="245383"/>
                  </a:lnTo>
                  <a:lnTo>
                    <a:pt x="6621449" y="284815"/>
                  </a:lnTo>
                  <a:lnTo>
                    <a:pt x="6572239" y="329035"/>
                  </a:lnTo>
                  <a:lnTo>
                    <a:pt x="6524807" y="378365"/>
                  </a:lnTo>
                  <a:lnTo>
                    <a:pt x="6515891" y="388376"/>
                  </a:lnTo>
                  <a:lnTo>
                    <a:pt x="6477695" y="433839"/>
                  </a:lnTo>
                  <a:lnTo>
                    <a:pt x="6439865" y="482898"/>
                  </a:lnTo>
                  <a:lnTo>
                    <a:pt x="6402141" y="535624"/>
                  </a:lnTo>
                  <a:lnTo>
                    <a:pt x="6364325" y="592020"/>
                  </a:lnTo>
                  <a:lnTo>
                    <a:pt x="6326273" y="652010"/>
                  </a:lnTo>
                  <a:lnTo>
                    <a:pt x="6287889" y="715435"/>
                  </a:lnTo>
                  <a:lnTo>
                    <a:pt x="6249124" y="782048"/>
                  </a:lnTo>
                  <a:lnTo>
                    <a:pt x="6209967" y="851515"/>
                  </a:lnTo>
                  <a:lnTo>
                    <a:pt x="6170444" y="923415"/>
                  </a:lnTo>
                  <a:lnTo>
                    <a:pt x="6130610" y="997253"/>
                  </a:lnTo>
                  <a:lnTo>
                    <a:pt x="6090546" y="1072469"/>
                  </a:lnTo>
                  <a:lnTo>
                    <a:pt x="6050351" y="1148458"/>
                  </a:lnTo>
                  <a:lnTo>
                    <a:pt x="6010131" y="1224586"/>
                  </a:lnTo>
                  <a:lnTo>
                    <a:pt x="5969996" y="1300217"/>
                  </a:lnTo>
                  <a:lnTo>
                    <a:pt x="5930051" y="1374730"/>
                  </a:lnTo>
                  <a:lnTo>
                    <a:pt x="5890383" y="1447544"/>
                  </a:lnTo>
                  <a:lnTo>
                    <a:pt x="5851061" y="1518132"/>
                  </a:lnTo>
                  <a:lnTo>
                    <a:pt x="5812123" y="1586041"/>
                  </a:lnTo>
                  <a:lnTo>
                    <a:pt x="5773577" y="1650897"/>
                  </a:lnTo>
                  <a:lnTo>
                    <a:pt x="5735389" y="1712415"/>
                  </a:lnTo>
                  <a:lnTo>
                    <a:pt x="5697484" y="1770398"/>
                  </a:lnTo>
                  <a:lnTo>
                    <a:pt x="5659740" y="1824735"/>
                  </a:lnTo>
                  <a:lnTo>
                    <a:pt x="5621985" y="1875394"/>
                  </a:lnTo>
                  <a:lnTo>
                    <a:pt x="5583985" y="1922418"/>
                  </a:lnTo>
                  <a:lnTo>
                    <a:pt x="5567201" y="1941883"/>
                  </a:lnTo>
                  <a:lnTo>
                    <a:pt x="5520028" y="1992202"/>
                  </a:lnTo>
                  <a:lnTo>
                    <a:pt x="5471217" y="2037381"/>
                  </a:lnTo>
                  <a:lnTo>
                    <a:pt x="5419979" y="2077693"/>
                  </a:lnTo>
                  <a:lnTo>
                    <a:pt x="5365435" y="2113597"/>
                  </a:lnTo>
                  <a:lnTo>
                    <a:pt x="5306692" y="2145604"/>
                  </a:lnTo>
                  <a:lnTo>
                    <a:pt x="5242924" y="2174204"/>
                  </a:lnTo>
                  <a:lnTo>
                    <a:pt x="5173471" y="2199822"/>
                  </a:lnTo>
                  <a:lnTo>
                    <a:pt x="5097979" y="2222799"/>
                  </a:lnTo>
                  <a:lnTo>
                    <a:pt x="5016577" y="2243379"/>
                  </a:lnTo>
                  <a:lnTo>
                    <a:pt x="4930084" y="2261708"/>
                  </a:lnTo>
                  <a:lnTo>
                    <a:pt x="4840215" y="2277839"/>
                  </a:lnTo>
                  <a:lnTo>
                    <a:pt x="4749697" y="2291754"/>
                  </a:lnTo>
                  <a:lnTo>
                    <a:pt x="4662198" y="2303400"/>
                  </a:lnTo>
                  <a:lnTo>
                    <a:pt x="4581969" y="2312739"/>
                  </a:lnTo>
                  <a:lnTo>
                    <a:pt x="4513177" y="2319804"/>
                  </a:lnTo>
                  <a:lnTo>
                    <a:pt x="4459057" y="2324745"/>
                  </a:lnTo>
                  <a:lnTo>
                    <a:pt x="4421118" y="2327842"/>
                  </a:lnTo>
                  <a:lnTo>
                    <a:pt x="4398685" y="2329488"/>
                  </a:lnTo>
                  <a:lnTo>
                    <a:pt x="4388873" y="2330138"/>
                  </a:lnTo>
                  <a:lnTo>
                    <a:pt x="4386855" y="2330260"/>
                  </a:lnTo>
                  <a:lnTo>
                    <a:pt x="3848118" y="2330260"/>
                  </a:lnTo>
                  <a:lnTo>
                    <a:pt x="3846895" y="2330194"/>
                  </a:lnTo>
                  <a:lnTo>
                    <a:pt x="3838905" y="2329720"/>
                  </a:lnTo>
                  <a:lnTo>
                    <a:pt x="3818940" y="2328410"/>
                  </a:lnTo>
                  <a:lnTo>
                    <a:pt x="3783703" y="2325838"/>
                  </a:lnTo>
                  <a:lnTo>
                    <a:pt x="3732103" y="2321629"/>
                  </a:lnTo>
                  <a:lnTo>
                    <a:pt x="3665311" y="2315503"/>
                  </a:lnTo>
                  <a:lnTo>
                    <a:pt x="3586356" y="2307304"/>
                  </a:lnTo>
                  <a:lnTo>
                    <a:pt x="3499364" y="2296983"/>
                  </a:lnTo>
                  <a:lnTo>
                    <a:pt x="3408677" y="2284570"/>
                  </a:lnTo>
                  <a:lnTo>
                    <a:pt x="3318133" y="2270114"/>
                  </a:lnTo>
                  <a:lnTo>
                    <a:pt x="3230649" y="2253639"/>
                  </a:lnTo>
                  <a:lnTo>
                    <a:pt x="3148106" y="2235108"/>
                  </a:lnTo>
                  <a:lnTo>
                    <a:pt x="3071453" y="2214398"/>
                  </a:lnTo>
                  <a:lnTo>
                    <a:pt x="3000906" y="2191298"/>
                  </a:lnTo>
                  <a:lnTo>
                    <a:pt x="2936160" y="2165505"/>
                  </a:lnTo>
                  <a:lnTo>
                    <a:pt x="2876577" y="2136634"/>
                  </a:lnTo>
                  <a:lnTo>
                    <a:pt x="2821338" y="2104240"/>
                  </a:lnTo>
                  <a:lnTo>
                    <a:pt x="2769541" y="2067851"/>
                  </a:lnTo>
                  <a:lnTo>
                    <a:pt x="2720291" y="2027034"/>
                  </a:lnTo>
                  <a:lnTo>
                    <a:pt x="2672774" y="1981509"/>
                  </a:lnTo>
                  <a:lnTo>
                    <a:pt x="2667772" y="1976365"/>
                  </a:lnTo>
                  <a:lnTo>
                    <a:pt x="2628304" y="1933493"/>
                  </a:lnTo>
                  <a:lnTo>
                    <a:pt x="2589216" y="1887119"/>
                  </a:lnTo>
                  <a:lnTo>
                    <a:pt x="2550225" y="1837172"/>
                  </a:lnTo>
                  <a:lnTo>
                    <a:pt x="2511118" y="1783658"/>
                  </a:lnTo>
                  <a:lnTo>
                    <a:pt x="2471743" y="1726662"/>
                  </a:lnTo>
                  <a:lnTo>
                    <a:pt x="2432003" y="1666357"/>
                  </a:lnTo>
                  <a:lnTo>
                    <a:pt x="2391849" y="1603008"/>
                  </a:lnTo>
                  <a:lnTo>
                    <a:pt x="2351280" y="1536971"/>
                  </a:lnTo>
                  <a:lnTo>
                    <a:pt x="2310333" y="1468689"/>
                  </a:lnTo>
                  <a:lnTo>
                    <a:pt x="2269078" y="1398679"/>
                  </a:lnTo>
                  <a:lnTo>
                    <a:pt x="2227611" y="1327521"/>
                  </a:lnTo>
                  <a:lnTo>
                    <a:pt x="2186045" y="1255837"/>
                  </a:lnTo>
                  <a:lnTo>
                    <a:pt x="2144500" y="1184268"/>
                  </a:lnTo>
                  <a:lnTo>
                    <a:pt x="2103096" y="1113448"/>
                  </a:lnTo>
                  <a:lnTo>
                    <a:pt x="2061941" y="1043988"/>
                  </a:lnTo>
                  <a:lnTo>
                    <a:pt x="2021121" y="976447"/>
                  </a:lnTo>
                  <a:lnTo>
                    <a:pt x="1980698" y="911319"/>
                  </a:lnTo>
                  <a:lnTo>
                    <a:pt x="1940693" y="849015"/>
                  </a:lnTo>
                  <a:lnTo>
                    <a:pt x="1901090" y="789859"/>
                  </a:lnTo>
                  <a:lnTo>
                    <a:pt x="1861824" y="734085"/>
                  </a:lnTo>
                  <a:lnTo>
                    <a:pt x="1822779" y="681832"/>
                  </a:lnTo>
                  <a:lnTo>
                    <a:pt x="1783782" y="633158"/>
                  </a:lnTo>
                  <a:lnTo>
                    <a:pt x="1744595" y="588038"/>
                  </a:lnTo>
                  <a:lnTo>
                    <a:pt x="1719082" y="560787"/>
                  </a:lnTo>
                  <a:lnTo>
                    <a:pt x="1671709" y="514753"/>
                  </a:lnTo>
                  <a:lnTo>
                    <a:pt x="1622680" y="473443"/>
                  </a:lnTo>
                  <a:lnTo>
                    <a:pt x="1571197" y="436600"/>
                  </a:lnTo>
                  <a:lnTo>
                    <a:pt x="1516369" y="403802"/>
                  </a:lnTo>
                  <a:lnTo>
                    <a:pt x="1457292" y="374577"/>
                  </a:lnTo>
                  <a:lnTo>
                    <a:pt x="1393132" y="348474"/>
                  </a:lnTo>
                  <a:lnTo>
                    <a:pt x="1323226" y="325103"/>
                  </a:lnTo>
                  <a:lnTo>
                    <a:pt x="1247227" y="304149"/>
                  </a:lnTo>
                  <a:lnTo>
                    <a:pt x="1165282" y="285393"/>
                  </a:lnTo>
                  <a:lnTo>
                    <a:pt x="1078254" y="268701"/>
                  </a:lnTo>
                  <a:lnTo>
                    <a:pt x="987916" y="254030"/>
                  </a:lnTo>
                  <a:lnTo>
                    <a:pt x="897075" y="241396"/>
                  </a:lnTo>
                  <a:lnTo>
                    <a:pt x="809485" y="230850"/>
                  </a:lnTo>
                  <a:lnTo>
                    <a:pt x="729464" y="222424"/>
                  </a:lnTo>
                  <a:lnTo>
                    <a:pt x="661201" y="216082"/>
                  </a:lnTo>
                  <a:lnTo>
                    <a:pt x="607885" y="211679"/>
                  </a:lnTo>
                  <a:lnTo>
                    <a:pt x="570911" y="208949"/>
                  </a:lnTo>
                  <a:lnTo>
                    <a:pt x="549436" y="207524"/>
                  </a:lnTo>
                  <a:lnTo>
                    <a:pt x="540384" y="206982"/>
                  </a:lnTo>
                  <a:lnTo>
                    <a:pt x="538736" y="206892"/>
                  </a:lnTo>
                  <a:lnTo>
                    <a:pt x="0" y="20689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28" name="pl528"/>
            <p:cNvSpPr/>
            <p:nvPr/>
          </p:nvSpPr>
          <p:spPr>
            <a:xfrm>
              <a:off x="546595" y="2411040"/>
              <a:ext cx="8234974" cy="2330260"/>
            </a:xfrm>
            <a:custGeom>
              <a:avLst/>
              <a:pathLst>
                <a:path w="8234974" h="2330260">
                  <a:moveTo>
                    <a:pt x="0" y="206892"/>
                  </a:moveTo>
                  <a:lnTo>
                    <a:pt x="538736" y="206892"/>
                  </a:lnTo>
                  <a:lnTo>
                    <a:pt x="539959" y="206958"/>
                  </a:lnTo>
                  <a:lnTo>
                    <a:pt x="547950" y="207432"/>
                  </a:lnTo>
                  <a:lnTo>
                    <a:pt x="567914" y="208742"/>
                  </a:lnTo>
                  <a:lnTo>
                    <a:pt x="603152" y="211314"/>
                  </a:lnTo>
                  <a:lnTo>
                    <a:pt x="654751" y="215523"/>
                  </a:lnTo>
                  <a:lnTo>
                    <a:pt x="721544" y="221648"/>
                  </a:lnTo>
                  <a:lnTo>
                    <a:pt x="800499" y="229848"/>
                  </a:lnTo>
                  <a:lnTo>
                    <a:pt x="887491" y="240169"/>
                  </a:lnTo>
                  <a:lnTo>
                    <a:pt x="978178" y="252582"/>
                  </a:lnTo>
                  <a:lnTo>
                    <a:pt x="1068721" y="267038"/>
                  </a:lnTo>
                  <a:lnTo>
                    <a:pt x="1156206" y="283513"/>
                  </a:lnTo>
                  <a:lnTo>
                    <a:pt x="1238749" y="302044"/>
                  </a:lnTo>
                  <a:lnTo>
                    <a:pt x="1315401" y="322754"/>
                  </a:lnTo>
                  <a:lnTo>
                    <a:pt x="1385948" y="345854"/>
                  </a:lnTo>
                  <a:lnTo>
                    <a:pt x="1450695" y="371647"/>
                  </a:lnTo>
                  <a:lnTo>
                    <a:pt x="1510277" y="400518"/>
                  </a:lnTo>
                  <a:lnTo>
                    <a:pt x="1565516" y="432912"/>
                  </a:lnTo>
                  <a:lnTo>
                    <a:pt x="1617313" y="469301"/>
                  </a:lnTo>
                  <a:lnTo>
                    <a:pt x="1666564" y="510117"/>
                  </a:lnTo>
                  <a:lnTo>
                    <a:pt x="1714081" y="555643"/>
                  </a:lnTo>
                  <a:lnTo>
                    <a:pt x="1719082" y="560787"/>
                  </a:lnTo>
                  <a:lnTo>
                    <a:pt x="1758551" y="603658"/>
                  </a:lnTo>
                  <a:lnTo>
                    <a:pt x="1797639" y="650033"/>
                  </a:lnTo>
                  <a:lnTo>
                    <a:pt x="1836630" y="699980"/>
                  </a:lnTo>
                  <a:lnTo>
                    <a:pt x="1875736" y="753494"/>
                  </a:lnTo>
                  <a:lnTo>
                    <a:pt x="1915111" y="810490"/>
                  </a:lnTo>
                  <a:lnTo>
                    <a:pt x="1954852" y="870795"/>
                  </a:lnTo>
                  <a:lnTo>
                    <a:pt x="1995005" y="934144"/>
                  </a:lnTo>
                  <a:lnTo>
                    <a:pt x="2035574" y="1000181"/>
                  </a:lnTo>
                  <a:lnTo>
                    <a:pt x="2076521" y="1068463"/>
                  </a:lnTo>
                  <a:lnTo>
                    <a:pt x="2117776" y="1138473"/>
                  </a:lnTo>
                  <a:lnTo>
                    <a:pt x="2159243" y="1209630"/>
                  </a:lnTo>
                  <a:lnTo>
                    <a:pt x="2200810" y="1281314"/>
                  </a:lnTo>
                  <a:lnTo>
                    <a:pt x="2242355" y="1352884"/>
                  </a:lnTo>
                  <a:lnTo>
                    <a:pt x="2283759" y="1423704"/>
                  </a:lnTo>
                  <a:lnTo>
                    <a:pt x="2324914" y="1493164"/>
                  </a:lnTo>
                  <a:lnTo>
                    <a:pt x="2365733" y="1560705"/>
                  </a:lnTo>
                  <a:lnTo>
                    <a:pt x="2406157" y="1625833"/>
                  </a:lnTo>
                  <a:lnTo>
                    <a:pt x="2446161" y="1688137"/>
                  </a:lnTo>
                  <a:lnTo>
                    <a:pt x="2485764" y="1747293"/>
                  </a:lnTo>
                  <a:lnTo>
                    <a:pt x="2525030" y="1803067"/>
                  </a:lnTo>
                  <a:lnTo>
                    <a:pt x="2564075" y="1855320"/>
                  </a:lnTo>
                  <a:lnTo>
                    <a:pt x="2603073" y="1903994"/>
                  </a:lnTo>
                  <a:lnTo>
                    <a:pt x="2642259" y="1949114"/>
                  </a:lnTo>
                  <a:lnTo>
                    <a:pt x="2667772" y="1976365"/>
                  </a:lnTo>
                  <a:lnTo>
                    <a:pt x="2715146" y="2022399"/>
                  </a:lnTo>
                  <a:lnTo>
                    <a:pt x="2764175" y="2063709"/>
                  </a:lnTo>
                  <a:lnTo>
                    <a:pt x="2815657" y="2100552"/>
                  </a:lnTo>
                  <a:lnTo>
                    <a:pt x="2870485" y="2133350"/>
                  </a:lnTo>
                  <a:lnTo>
                    <a:pt x="2929562" y="2162575"/>
                  </a:lnTo>
                  <a:lnTo>
                    <a:pt x="2993723" y="2188677"/>
                  </a:lnTo>
                  <a:lnTo>
                    <a:pt x="3063629" y="2212049"/>
                  </a:lnTo>
                  <a:lnTo>
                    <a:pt x="3139628" y="2233002"/>
                  </a:lnTo>
                  <a:lnTo>
                    <a:pt x="3221572" y="2251759"/>
                  </a:lnTo>
                  <a:lnTo>
                    <a:pt x="3308601" y="2268450"/>
                  </a:lnTo>
                  <a:lnTo>
                    <a:pt x="3398939" y="2283122"/>
                  </a:lnTo>
                  <a:lnTo>
                    <a:pt x="3489779" y="2295756"/>
                  </a:lnTo>
                  <a:lnTo>
                    <a:pt x="3577370" y="2306302"/>
                  </a:lnTo>
                  <a:lnTo>
                    <a:pt x="3657391" y="2314728"/>
                  </a:lnTo>
                  <a:lnTo>
                    <a:pt x="3725654" y="2321070"/>
                  </a:lnTo>
                  <a:lnTo>
                    <a:pt x="3778969" y="2325473"/>
                  </a:lnTo>
                  <a:lnTo>
                    <a:pt x="3815944" y="2328203"/>
                  </a:lnTo>
                  <a:lnTo>
                    <a:pt x="3837419" y="2329628"/>
                  </a:lnTo>
                  <a:lnTo>
                    <a:pt x="3846471" y="2330170"/>
                  </a:lnTo>
                  <a:lnTo>
                    <a:pt x="3848117" y="2330260"/>
                  </a:lnTo>
                  <a:lnTo>
                    <a:pt x="3848118" y="2330260"/>
                  </a:lnTo>
                  <a:lnTo>
                    <a:pt x="4386855" y="2330260"/>
                  </a:lnTo>
                  <a:lnTo>
                    <a:pt x="4388063" y="2330188"/>
                  </a:lnTo>
                  <a:lnTo>
                    <a:pt x="4395959" y="2329675"/>
                  </a:lnTo>
                  <a:lnTo>
                    <a:pt x="4415694" y="2328255"/>
                  </a:lnTo>
                  <a:lnTo>
                    <a:pt x="4450549" y="2325468"/>
                  </a:lnTo>
                  <a:lnTo>
                    <a:pt x="4501631" y="2320905"/>
                  </a:lnTo>
                  <a:lnTo>
                    <a:pt x="4567827" y="2314261"/>
                  </a:lnTo>
                  <a:lnTo>
                    <a:pt x="4646178" y="2305362"/>
                  </a:lnTo>
                  <a:lnTo>
                    <a:pt x="4732625" y="2294156"/>
                  </a:lnTo>
                  <a:lnTo>
                    <a:pt x="4822874" y="2280670"/>
                  </a:lnTo>
                  <a:lnTo>
                    <a:pt x="4913109" y="2264959"/>
                  </a:lnTo>
                  <a:lnTo>
                    <a:pt x="5000409" y="2247052"/>
                  </a:lnTo>
                  <a:lnTo>
                    <a:pt x="5082873" y="2226909"/>
                  </a:lnTo>
                  <a:lnTo>
                    <a:pt x="5159522" y="2204406"/>
                  </a:lnTo>
                  <a:lnTo>
                    <a:pt x="5230113" y="2179316"/>
                  </a:lnTo>
                  <a:lnTo>
                    <a:pt x="5294923" y="2151316"/>
                  </a:lnTo>
                  <a:lnTo>
                    <a:pt x="5354566" y="2119997"/>
                  </a:lnTo>
                  <a:lnTo>
                    <a:pt x="5409843" y="2084876"/>
                  </a:lnTo>
                  <a:lnTo>
                    <a:pt x="5461643" y="2045444"/>
                  </a:lnTo>
                  <a:lnTo>
                    <a:pt x="5510853" y="2001225"/>
                  </a:lnTo>
                  <a:lnTo>
                    <a:pt x="5558286" y="1951894"/>
                  </a:lnTo>
                  <a:lnTo>
                    <a:pt x="5567201" y="1941883"/>
                  </a:lnTo>
                  <a:lnTo>
                    <a:pt x="5605397" y="1896420"/>
                  </a:lnTo>
                  <a:lnTo>
                    <a:pt x="5643227" y="1847362"/>
                  </a:lnTo>
                  <a:lnTo>
                    <a:pt x="5680951" y="1794635"/>
                  </a:lnTo>
                  <a:lnTo>
                    <a:pt x="5718768" y="1738240"/>
                  </a:lnTo>
                  <a:lnTo>
                    <a:pt x="5756820" y="1678250"/>
                  </a:lnTo>
                  <a:lnTo>
                    <a:pt x="5795203" y="1614825"/>
                  </a:lnTo>
                  <a:lnTo>
                    <a:pt x="5833968" y="1548211"/>
                  </a:lnTo>
                  <a:lnTo>
                    <a:pt x="5873125" y="1478745"/>
                  </a:lnTo>
                  <a:lnTo>
                    <a:pt x="5912648" y="1406844"/>
                  </a:lnTo>
                  <a:lnTo>
                    <a:pt x="5952482" y="1333007"/>
                  </a:lnTo>
                  <a:lnTo>
                    <a:pt x="5992546" y="1257790"/>
                  </a:lnTo>
                  <a:lnTo>
                    <a:pt x="6032742" y="1181802"/>
                  </a:lnTo>
                  <a:lnTo>
                    <a:pt x="6072962" y="1105674"/>
                  </a:lnTo>
                  <a:lnTo>
                    <a:pt x="6113096" y="1030043"/>
                  </a:lnTo>
                  <a:lnTo>
                    <a:pt x="6153042" y="955530"/>
                  </a:lnTo>
                  <a:lnTo>
                    <a:pt x="6192709" y="882716"/>
                  </a:lnTo>
                  <a:lnTo>
                    <a:pt x="6232032" y="812128"/>
                  </a:lnTo>
                  <a:lnTo>
                    <a:pt x="6270969" y="744219"/>
                  </a:lnTo>
                  <a:lnTo>
                    <a:pt x="6309516" y="679363"/>
                  </a:lnTo>
                  <a:lnTo>
                    <a:pt x="6347704" y="617844"/>
                  </a:lnTo>
                  <a:lnTo>
                    <a:pt x="6385609" y="559861"/>
                  </a:lnTo>
                  <a:lnTo>
                    <a:pt x="6423352" y="505525"/>
                  </a:lnTo>
                  <a:lnTo>
                    <a:pt x="6461108" y="454866"/>
                  </a:lnTo>
                  <a:lnTo>
                    <a:pt x="6499107" y="407841"/>
                  </a:lnTo>
                  <a:lnTo>
                    <a:pt x="6515891" y="388376"/>
                  </a:lnTo>
                  <a:lnTo>
                    <a:pt x="6563064" y="338057"/>
                  </a:lnTo>
                  <a:lnTo>
                    <a:pt x="6611876" y="292879"/>
                  </a:lnTo>
                  <a:lnTo>
                    <a:pt x="6663114" y="252567"/>
                  </a:lnTo>
                  <a:lnTo>
                    <a:pt x="6717657" y="216662"/>
                  </a:lnTo>
                  <a:lnTo>
                    <a:pt x="6776400" y="184655"/>
                  </a:lnTo>
                  <a:lnTo>
                    <a:pt x="6840168" y="156056"/>
                  </a:lnTo>
                  <a:lnTo>
                    <a:pt x="6909621" y="130438"/>
                  </a:lnTo>
                  <a:lnTo>
                    <a:pt x="6985113" y="107461"/>
                  </a:lnTo>
                  <a:lnTo>
                    <a:pt x="7066516" y="86880"/>
                  </a:lnTo>
                  <a:lnTo>
                    <a:pt x="7153009" y="68551"/>
                  </a:lnTo>
                  <a:lnTo>
                    <a:pt x="7242878" y="52420"/>
                  </a:lnTo>
                  <a:lnTo>
                    <a:pt x="7333395" y="38505"/>
                  </a:lnTo>
                  <a:lnTo>
                    <a:pt x="7420894" y="26860"/>
                  </a:lnTo>
                  <a:lnTo>
                    <a:pt x="7501124" y="17521"/>
                  </a:lnTo>
                  <a:lnTo>
                    <a:pt x="7569915" y="10456"/>
                  </a:lnTo>
                  <a:lnTo>
                    <a:pt x="7624036" y="5515"/>
                  </a:lnTo>
                  <a:lnTo>
                    <a:pt x="7661975" y="2417"/>
                  </a:lnTo>
                  <a:lnTo>
                    <a:pt x="7684408" y="771"/>
                  </a:lnTo>
                  <a:lnTo>
                    <a:pt x="7694219" y="121"/>
                  </a:lnTo>
                  <a:lnTo>
                    <a:pt x="7696229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9" name="pl529"/>
            <p:cNvSpPr/>
            <p:nvPr/>
          </p:nvSpPr>
          <p:spPr>
            <a:xfrm>
              <a:off x="546595" y="2400151"/>
              <a:ext cx="8234974" cy="2330260"/>
            </a:xfrm>
            <a:custGeom>
              <a:avLst/>
              <a:pathLst>
                <a:path w="8234974" h="2330260">
                  <a:moveTo>
                    <a:pt x="8234974" y="0"/>
                  </a:moveTo>
                  <a:lnTo>
                    <a:pt x="7696237" y="0"/>
                  </a:lnTo>
                  <a:lnTo>
                    <a:pt x="7695029" y="71"/>
                  </a:lnTo>
                  <a:lnTo>
                    <a:pt x="7687134" y="585"/>
                  </a:lnTo>
                  <a:lnTo>
                    <a:pt x="7667399" y="2004"/>
                  </a:lnTo>
                  <a:lnTo>
                    <a:pt x="7632544" y="4791"/>
                  </a:lnTo>
                  <a:lnTo>
                    <a:pt x="7581461" y="9355"/>
                  </a:lnTo>
                  <a:lnTo>
                    <a:pt x="7515265" y="15998"/>
                  </a:lnTo>
                  <a:lnTo>
                    <a:pt x="7436915" y="24897"/>
                  </a:lnTo>
                  <a:lnTo>
                    <a:pt x="7350468" y="36104"/>
                  </a:lnTo>
                  <a:lnTo>
                    <a:pt x="7260218" y="49590"/>
                  </a:lnTo>
                  <a:lnTo>
                    <a:pt x="7169984" y="65300"/>
                  </a:lnTo>
                  <a:lnTo>
                    <a:pt x="7082683" y="83208"/>
                  </a:lnTo>
                  <a:lnTo>
                    <a:pt x="7000220" y="103350"/>
                  </a:lnTo>
                  <a:lnTo>
                    <a:pt x="6923571" y="125854"/>
                  </a:lnTo>
                  <a:lnTo>
                    <a:pt x="6852980" y="150944"/>
                  </a:lnTo>
                  <a:lnTo>
                    <a:pt x="6788169" y="178943"/>
                  </a:lnTo>
                  <a:lnTo>
                    <a:pt x="6728527" y="210263"/>
                  </a:lnTo>
                  <a:lnTo>
                    <a:pt x="6673249" y="245383"/>
                  </a:lnTo>
                  <a:lnTo>
                    <a:pt x="6621449" y="284815"/>
                  </a:lnTo>
                  <a:lnTo>
                    <a:pt x="6572239" y="329035"/>
                  </a:lnTo>
                  <a:lnTo>
                    <a:pt x="6524807" y="378365"/>
                  </a:lnTo>
                  <a:lnTo>
                    <a:pt x="6515891" y="388376"/>
                  </a:lnTo>
                  <a:lnTo>
                    <a:pt x="6477695" y="433839"/>
                  </a:lnTo>
                  <a:lnTo>
                    <a:pt x="6439865" y="482898"/>
                  </a:lnTo>
                  <a:lnTo>
                    <a:pt x="6402141" y="535624"/>
                  </a:lnTo>
                  <a:lnTo>
                    <a:pt x="6364325" y="592020"/>
                  </a:lnTo>
                  <a:lnTo>
                    <a:pt x="6326273" y="652010"/>
                  </a:lnTo>
                  <a:lnTo>
                    <a:pt x="6287889" y="715435"/>
                  </a:lnTo>
                  <a:lnTo>
                    <a:pt x="6249124" y="782048"/>
                  </a:lnTo>
                  <a:lnTo>
                    <a:pt x="6209967" y="851515"/>
                  </a:lnTo>
                  <a:lnTo>
                    <a:pt x="6170444" y="923415"/>
                  </a:lnTo>
                  <a:lnTo>
                    <a:pt x="6130610" y="997253"/>
                  </a:lnTo>
                  <a:lnTo>
                    <a:pt x="6090546" y="1072469"/>
                  </a:lnTo>
                  <a:lnTo>
                    <a:pt x="6050351" y="1148458"/>
                  </a:lnTo>
                  <a:lnTo>
                    <a:pt x="6010131" y="1224586"/>
                  </a:lnTo>
                  <a:lnTo>
                    <a:pt x="5969996" y="1300217"/>
                  </a:lnTo>
                  <a:lnTo>
                    <a:pt x="5930051" y="1374730"/>
                  </a:lnTo>
                  <a:lnTo>
                    <a:pt x="5890383" y="1447544"/>
                  </a:lnTo>
                  <a:lnTo>
                    <a:pt x="5851061" y="1518132"/>
                  </a:lnTo>
                  <a:lnTo>
                    <a:pt x="5812123" y="1586041"/>
                  </a:lnTo>
                  <a:lnTo>
                    <a:pt x="5773577" y="1650897"/>
                  </a:lnTo>
                  <a:lnTo>
                    <a:pt x="5735389" y="1712415"/>
                  </a:lnTo>
                  <a:lnTo>
                    <a:pt x="5697484" y="1770398"/>
                  </a:lnTo>
                  <a:lnTo>
                    <a:pt x="5659740" y="1824735"/>
                  </a:lnTo>
                  <a:lnTo>
                    <a:pt x="5621985" y="1875394"/>
                  </a:lnTo>
                  <a:lnTo>
                    <a:pt x="5583985" y="1922418"/>
                  </a:lnTo>
                  <a:lnTo>
                    <a:pt x="5567201" y="1941883"/>
                  </a:lnTo>
                  <a:lnTo>
                    <a:pt x="5520028" y="1992202"/>
                  </a:lnTo>
                  <a:lnTo>
                    <a:pt x="5471217" y="2037381"/>
                  </a:lnTo>
                  <a:lnTo>
                    <a:pt x="5419979" y="2077693"/>
                  </a:lnTo>
                  <a:lnTo>
                    <a:pt x="5365435" y="2113597"/>
                  </a:lnTo>
                  <a:lnTo>
                    <a:pt x="5306692" y="2145604"/>
                  </a:lnTo>
                  <a:lnTo>
                    <a:pt x="5242924" y="2174204"/>
                  </a:lnTo>
                  <a:lnTo>
                    <a:pt x="5173471" y="2199822"/>
                  </a:lnTo>
                  <a:lnTo>
                    <a:pt x="5097979" y="2222799"/>
                  </a:lnTo>
                  <a:lnTo>
                    <a:pt x="5016577" y="2243379"/>
                  </a:lnTo>
                  <a:lnTo>
                    <a:pt x="4930084" y="2261708"/>
                  </a:lnTo>
                  <a:lnTo>
                    <a:pt x="4840215" y="2277839"/>
                  </a:lnTo>
                  <a:lnTo>
                    <a:pt x="4749697" y="2291754"/>
                  </a:lnTo>
                  <a:lnTo>
                    <a:pt x="4662198" y="2303400"/>
                  </a:lnTo>
                  <a:lnTo>
                    <a:pt x="4581969" y="2312739"/>
                  </a:lnTo>
                  <a:lnTo>
                    <a:pt x="4513177" y="2319804"/>
                  </a:lnTo>
                  <a:lnTo>
                    <a:pt x="4459057" y="2324745"/>
                  </a:lnTo>
                  <a:lnTo>
                    <a:pt x="4421118" y="2327842"/>
                  </a:lnTo>
                  <a:lnTo>
                    <a:pt x="4398685" y="2329488"/>
                  </a:lnTo>
                  <a:lnTo>
                    <a:pt x="4388873" y="2330138"/>
                  </a:lnTo>
                  <a:lnTo>
                    <a:pt x="4386864" y="2330260"/>
                  </a:lnTo>
                  <a:lnTo>
                    <a:pt x="4386855" y="2330260"/>
                  </a:lnTo>
                  <a:lnTo>
                    <a:pt x="3848118" y="2330260"/>
                  </a:lnTo>
                  <a:lnTo>
                    <a:pt x="3846895" y="2330194"/>
                  </a:lnTo>
                  <a:lnTo>
                    <a:pt x="3838905" y="2329720"/>
                  </a:lnTo>
                  <a:lnTo>
                    <a:pt x="3818940" y="2328410"/>
                  </a:lnTo>
                  <a:lnTo>
                    <a:pt x="3783703" y="2325838"/>
                  </a:lnTo>
                  <a:lnTo>
                    <a:pt x="3732103" y="2321629"/>
                  </a:lnTo>
                  <a:lnTo>
                    <a:pt x="3665311" y="2315503"/>
                  </a:lnTo>
                  <a:lnTo>
                    <a:pt x="3586356" y="2307304"/>
                  </a:lnTo>
                  <a:lnTo>
                    <a:pt x="3499364" y="2296983"/>
                  </a:lnTo>
                  <a:lnTo>
                    <a:pt x="3408677" y="2284570"/>
                  </a:lnTo>
                  <a:lnTo>
                    <a:pt x="3318133" y="2270114"/>
                  </a:lnTo>
                  <a:lnTo>
                    <a:pt x="3230649" y="2253639"/>
                  </a:lnTo>
                  <a:lnTo>
                    <a:pt x="3148106" y="2235108"/>
                  </a:lnTo>
                  <a:lnTo>
                    <a:pt x="3071453" y="2214398"/>
                  </a:lnTo>
                  <a:lnTo>
                    <a:pt x="3000906" y="2191298"/>
                  </a:lnTo>
                  <a:lnTo>
                    <a:pt x="2936160" y="2165505"/>
                  </a:lnTo>
                  <a:lnTo>
                    <a:pt x="2876577" y="2136634"/>
                  </a:lnTo>
                  <a:lnTo>
                    <a:pt x="2821338" y="2104240"/>
                  </a:lnTo>
                  <a:lnTo>
                    <a:pt x="2769541" y="2067851"/>
                  </a:lnTo>
                  <a:lnTo>
                    <a:pt x="2720291" y="2027034"/>
                  </a:lnTo>
                  <a:lnTo>
                    <a:pt x="2672774" y="1981509"/>
                  </a:lnTo>
                  <a:lnTo>
                    <a:pt x="2667772" y="1976365"/>
                  </a:lnTo>
                  <a:lnTo>
                    <a:pt x="2628304" y="1933493"/>
                  </a:lnTo>
                  <a:lnTo>
                    <a:pt x="2589216" y="1887119"/>
                  </a:lnTo>
                  <a:lnTo>
                    <a:pt x="2550225" y="1837172"/>
                  </a:lnTo>
                  <a:lnTo>
                    <a:pt x="2511118" y="1783658"/>
                  </a:lnTo>
                  <a:lnTo>
                    <a:pt x="2471743" y="1726662"/>
                  </a:lnTo>
                  <a:lnTo>
                    <a:pt x="2432003" y="1666357"/>
                  </a:lnTo>
                  <a:lnTo>
                    <a:pt x="2391849" y="1603008"/>
                  </a:lnTo>
                  <a:lnTo>
                    <a:pt x="2351280" y="1536971"/>
                  </a:lnTo>
                  <a:lnTo>
                    <a:pt x="2310333" y="1468689"/>
                  </a:lnTo>
                  <a:lnTo>
                    <a:pt x="2269078" y="1398679"/>
                  </a:lnTo>
                  <a:lnTo>
                    <a:pt x="2227611" y="1327521"/>
                  </a:lnTo>
                  <a:lnTo>
                    <a:pt x="2186045" y="1255837"/>
                  </a:lnTo>
                  <a:lnTo>
                    <a:pt x="2144500" y="1184268"/>
                  </a:lnTo>
                  <a:lnTo>
                    <a:pt x="2103096" y="1113448"/>
                  </a:lnTo>
                  <a:lnTo>
                    <a:pt x="2061941" y="1043988"/>
                  </a:lnTo>
                  <a:lnTo>
                    <a:pt x="2021121" y="976447"/>
                  </a:lnTo>
                  <a:lnTo>
                    <a:pt x="1980698" y="911319"/>
                  </a:lnTo>
                  <a:lnTo>
                    <a:pt x="1940693" y="849015"/>
                  </a:lnTo>
                  <a:lnTo>
                    <a:pt x="1901090" y="789859"/>
                  </a:lnTo>
                  <a:lnTo>
                    <a:pt x="1861824" y="734085"/>
                  </a:lnTo>
                  <a:lnTo>
                    <a:pt x="1822779" y="681832"/>
                  </a:lnTo>
                  <a:lnTo>
                    <a:pt x="1783782" y="633158"/>
                  </a:lnTo>
                  <a:lnTo>
                    <a:pt x="1744595" y="588038"/>
                  </a:lnTo>
                  <a:lnTo>
                    <a:pt x="1719082" y="560787"/>
                  </a:lnTo>
                  <a:lnTo>
                    <a:pt x="1671709" y="514753"/>
                  </a:lnTo>
                  <a:lnTo>
                    <a:pt x="1622680" y="473443"/>
                  </a:lnTo>
                  <a:lnTo>
                    <a:pt x="1571197" y="436600"/>
                  </a:lnTo>
                  <a:lnTo>
                    <a:pt x="1516369" y="403802"/>
                  </a:lnTo>
                  <a:lnTo>
                    <a:pt x="1457292" y="374577"/>
                  </a:lnTo>
                  <a:lnTo>
                    <a:pt x="1393132" y="348474"/>
                  </a:lnTo>
                  <a:lnTo>
                    <a:pt x="1323226" y="325103"/>
                  </a:lnTo>
                  <a:lnTo>
                    <a:pt x="1247227" y="304149"/>
                  </a:lnTo>
                  <a:lnTo>
                    <a:pt x="1165282" y="285393"/>
                  </a:lnTo>
                  <a:lnTo>
                    <a:pt x="1078254" y="268701"/>
                  </a:lnTo>
                  <a:lnTo>
                    <a:pt x="987916" y="254030"/>
                  </a:lnTo>
                  <a:lnTo>
                    <a:pt x="897075" y="241396"/>
                  </a:lnTo>
                  <a:lnTo>
                    <a:pt x="809485" y="230850"/>
                  </a:lnTo>
                  <a:lnTo>
                    <a:pt x="729464" y="222424"/>
                  </a:lnTo>
                  <a:lnTo>
                    <a:pt x="661201" y="216082"/>
                  </a:lnTo>
                  <a:lnTo>
                    <a:pt x="607885" y="211679"/>
                  </a:lnTo>
                  <a:lnTo>
                    <a:pt x="570911" y="208949"/>
                  </a:lnTo>
                  <a:lnTo>
                    <a:pt x="549436" y="207524"/>
                  </a:lnTo>
                  <a:lnTo>
                    <a:pt x="540384" y="206982"/>
                  </a:lnTo>
                  <a:lnTo>
                    <a:pt x="538738" y="206892"/>
                  </a:lnTo>
                  <a:lnTo>
                    <a:pt x="538736" y="206892"/>
                  </a:lnTo>
                  <a:lnTo>
                    <a:pt x="0" y="2068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0" name="pg530"/>
            <p:cNvSpPr/>
            <p:nvPr/>
          </p:nvSpPr>
          <p:spPr>
            <a:xfrm>
              <a:off x="546595" y="2601598"/>
              <a:ext cx="8234974" cy="2156035"/>
            </a:xfrm>
            <a:custGeom>
              <a:avLst/>
              <a:pathLst>
                <a:path w="8234974" h="2156035">
                  <a:moveTo>
                    <a:pt x="0" y="27222"/>
                  </a:moveTo>
                  <a:lnTo>
                    <a:pt x="538736" y="27222"/>
                  </a:lnTo>
                  <a:lnTo>
                    <a:pt x="539959" y="27289"/>
                  </a:lnTo>
                  <a:lnTo>
                    <a:pt x="547947" y="27763"/>
                  </a:lnTo>
                  <a:lnTo>
                    <a:pt x="567905" y="29076"/>
                  </a:lnTo>
                  <a:lnTo>
                    <a:pt x="603133" y="31654"/>
                  </a:lnTo>
                  <a:lnTo>
                    <a:pt x="654720" y="35873"/>
                  </a:lnTo>
                  <a:lnTo>
                    <a:pt x="721497" y="42012"/>
                  </a:lnTo>
                  <a:lnTo>
                    <a:pt x="800437" y="50231"/>
                  </a:lnTo>
                  <a:lnTo>
                    <a:pt x="887415" y="60575"/>
                  </a:lnTo>
                  <a:lnTo>
                    <a:pt x="978091" y="73017"/>
                  </a:lnTo>
                  <a:lnTo>
                    <a:pt x="1068627" y="87506"/>
                  </a:lnTo>
                  <a:lnTo>
                    <a:pt x="1156107" y="104019"/>
                  </a:lnTo>
                  <a:lnTo>
                    <a:pt x="1238648" y="122594"/>
                  </a:lnTo>
                  <a:lnTo>
                    <a:pt x="1315300" y="143351"/>
                  </a:lnTo>
                  <a:lnTo>
                    <a:pt x="1385848" y="166504"/>
                  </a:lnTo>
                  <a:lnTo>
                    <a:pt x="1450597" y="192357"/>
                  </a:lnTo>
                  <a:lnTo>
                    <a:pt x="1510180" y="221293"/>
                  </a:lnTo>
                  <a:lnTo>
                    <a:pt x="1565420" y="253760"/>
                  </a:lnTo>
                  <a:lnTo>
                    <a:pt x="1617217" y="290230"/>
                  </a:lnTo>
                  <a:lnTo>
                    <a:pt x="1666467" y="331138"/>
                  </a:lnTo>
                  <a:lnTo>
                    <a:pt x="1713981" y="376766"/>
                  </a:lnTo>
                  <a:lnTo>
                    <a:pt x="1719082" y="382024"/>
                  </a:lnTo>
                  <a:lnTo>
                    <a:pt x="1758516" y="424967"/>
                  </a:lnTo>
                  <a:lnTo>
                    <a:pt x="1797570" y="471415"/>
                  </a:lnTo>
                  <a:lnTo>
                    <a:pt x="1836526" y="521437"/>
                  </a:lnTo>
                  <a:lnTo>
                    <a:pt x="1875598" y="575030"/>
                  </a:lnTo>
                  <a:lnTo>
                    <a:pt x="1914937" y="632108"/>
                  </a:lnTo>
                  <a:lnTo>
                    <a:pt x="1954640" y="692498"/>
                  </a:lnTo>
                  <a:lnTo>
                    <a:pt x="1994756" y="755937"/>
                  </a:lnTo>
                  <a:lnTo>
                    <a:pt x="2035286" y="822068"/>
                  </a:lnTo>
                  <a:lnTo>
                    <a:pt x="2076194" y="890451"/>
                  </a:lnTo>
                  <a:lnTo>
                    <a:pt x="2117411" y="960566"/>
                  </a:lnTo>
                  <a:lnTo>
                    <a:pt x="2158840" y="1031835"/>
                  </a:lnTo>
                  <a:lnTo>
                    <a:pt x="2200369" y="1103637"/>
                  </a:lnTo>
                  <a:lnTo>
                    <a:pt x="2241878" y="1175332"/>
                  </a:lnTo>
                  <a:lnTo>
                    <a:pt x="2283248" y="1246283"/>
                  </a:lnTo>
                  <a:lnTo>
                    <a:pt x="2324370" y="1315880"/>
                  </a:lnTo>
                  <a:lnTo>
                    <a:pt x="2365159" y="1383564"/>
                  </a:lnTo>
                  <a:lnTo>
                    <a:pt x="2405553" y="1448841"/>
                  </a:lnTo>
                  <a:lnTo>
                    <a:pt x="2445528" y="1511296"/>
                  </a:lnTo>
                  <a:lnTo>
                    <a:pt x="2485102" y="1570604"/>
                  </a:lnTo>
                  <a:lnTo>
                    <a:pt x="2524338" y="1626532"/>
                  </a:lnTo>
                  <a:lnTo>
                    <a:pt x="2563351" y="1678937"/>
                  </a:lnTo>
                  <a:lnTo>
                    <a:pt x="2602313" y="1727761"/>
                  </a:lnTo>
                  <a:lnTo>
                    <a:pt x="2641459" y="1773027"/>
                  </a:lnTo>
                  <a:lnTo>
                    <a:pt x="2667772" y="1801233"/>
                  </a:lnTo>
                  <a:lnTo>
                    <a:pt x="2715141" y="1847380"/>
                  </a:lnTo>
                  <a:lnTo>
                    <a:pt x="2764164" y="1888793"/>
                  </a:lnTo>
                  <a:lnTo>
                    <a:pt x="2815641" y="1925727"/>
                  </a:lnTo>
                  <a:lnTo>
                    <a:pt x="2870461" y="1958607"/>
                  </a:lnTo>
                  <a:lnTo>
                    <a:pt x="2929530" y="1987905"/>
                  </a:lnTo>
                  <a:lnTo>
                    <a:pt x="2993680" y="2014074"/>
                  </a:lnTo>
                  <a:lnTo>
                    <a:pt x="3063574" y="2037505"/>
                  </a:lnTo>
                  <a:lnTo>
                    <a:pt x="3139561" y="2058511"/>
                  </a:lnTo>
                  <a:lnTo>
                    <a:pt x="3221491" y="2077316"/>
                  </a:lnTo>
                  <a:lnTo>
                    <a:pt x="3308507" y="2094050"/>
                  </a:lnTo>
                  <a:lnTo>
                    <a:pt x="3398833" y="2108760"/>
                  </a:lnTo>
                  <a:lnTo>
                    <a:pt x="3489665" y="2121428"/>
                  </a:lnTo>
                  <a:lnTo>
                    <a:pt x="3577253" y="2132003"/>
                  </a:lnTo>
                  <a:lnTo>
                    <a:pt x="3657280" y="2140452"/>
                  </a:lnTo>
                  <a:lnTo>
                    <a:pt x="3725556" y="2146813"/>
                  </a:lnTo>
                  <a:lnTo>
                    <a:pt x="3778893" y="2151229"/>
                  </a:lnTo>
                  <a:lnTo>
                    <a:pt x="3815892" y="2153969"/>
                  </a:lnTo>
                  <a:lnTo>
                    <a:pt x="3837391" y="2155399"/>
                  </a:lnTo>
                  <a:lnTo>
                    <a:pt x="3846462" y="2155944"/>
                  </a:lnTo>
                  <a:lnTo>
                    <a:pt x="3848118" y="2156035"/>
                  </a:lnTo>
                  <a:lnTo>
                    <a:pt x="4386855" y="2156035"/>
                  </a:lnTo>
                  <a:lnTo>
                    <a:pt x="4388077" y="2155968"/>
                  </a:lnTo>
                  <a:lnTo>
                    <a:pt x="4396057" y="2155490"/>
                  </a:lnTo>
                  <a:lnTo>
                    <a:pt x="4415998" y="2154168"/>
                  </a:lnTo>
                  <a:lnTo>
                    <a:pt x="4451197" y="2151573"/>
                  </a:lnTo>
                  <a:lnTo>
                    <a:pt x="4502744" y="2147326"/>
                  </a:lnTo>
                  <a:lnTo>
                    <a:pt x="4569475" y="2141145"/>
                  </a:lnTo>
                  <a:lnTo>
                    <a:pt x="4648369" y="2132871"/>
                  </a:lnTo>
                  <a:lnTo>
                    <a:pt x="4735306" y="2122456"/>
                  </a:lnTo>
                  <a:lnTo>
                    <a:pt x="4825948" y="2109928"/>
                  </a:lnTo>
                  <a:lnTo>
                    <a:pt x="4916460" y="2095338"/>
                  </a:lnTo>
                  <a:lnTo>
                    <a:pt x="5003927" y="2078711"/>
                  </a:lnTo>
                  <a:lnTo>
                    <a:pt x="5086462" y="2060007"/>
                  </a:lnTo>
                  <a:lnTo>
                    <a:pt x="5163114" y="2039107"/>
                  </a:lnTo>
                  <a:lnTo>
                    <a:pt x="5233665" y="2015794"/>
                  </a:lnTo>
                  <a:lnTo>
                    <a:pt x="5298419" y="1989765"/>
                  </a:lnTo>
                  <a:lnTo>
                    <a:pt x="5358007" y="1960633"/>
                  </a:lnTo>
                  <a:lnTo>
                    <a:pt x="5413250" y="1927947"/>
                  </a:lnTo>
                  <a:lnTo>
                    <a:pt x="5465047" y="1891232"/>
                  </a:lnTo>
                  <a:lnTo>
                    <a:pt x="5514293" y="1850051"/>
                  </a:lnTo>
                  <a:lnTo>
                    <a:pt x="5561801" y="1804118"/>
                  </a:lnTo>
                  <a:lnTo>
                    <a:pt x="5567201" y="1798511"/>
                  </a:lnTo>
                  <a:lnTo>
                    <a:pt x="5606532" y="1755358"/>
                  </a:lnTo>
                  <a:lnTo>
                    <a:pt x="5645483" y="1708691"/>
                  </a:lnTo>
                  <a:lnTo>
                    <a:pt x="5684336" y="1658442"/>
                  </a:lnTo>
                  <a:lnTo>
                    <a:pt x="5723302" y="1604614"/>
                  </a:lnTo>
                  <a:lnTo>
                    <a:pt x="5762533" y="1547291"/>
                  </a:lnTo>
                  <a:lnTo>
                    <a:pt x="5802126" y="1486645"/>
                  </a:lnTo>
                  <a:lnTo>
                    <a:pt x="5842128" y="1422938"/>
                  </a:lnTo>
                  <a:lnTo>
                    <a:pt x="5882544" y="1356525"/>
                  </a:lnTo>
                  <a:lnTo>
                    <a:pt x="5923336" y="1287846"/>
                  </a:lnTo>
                  <a:lnTo>
                    <a:pt x="5964437" y="1217416"/>
                  </a:lnTo>
                  <a:lnTo>
                    <a:pt x="6005752" y="1145814"/>
                  </a:lnTo>
                  <a:lnTo>
                    <a:pt x="6047170" y="1073659"/>
                  </a:lnTo>
                  <a:lnTo>
                    <a:pt x="6088572" y="1001591"/>
                  </a:lnTo>
                  <a:lnTo>
                    <a:pt x="6129839" y="930247"/>
                  </a:lnTo>
                  <a:lnTo>
                    <a:pt x="6170864" y="860238"/>
                  </a:lnTo>
                  <a:lnTo>
                    <a:pt x="6211560" y="792126"/>
                  </a:lnTo>
                  <a:lnTo>
                    <a:pt x="6251865" y="726407"/>
                  </a:lnTo>
                  <a:lnTo>
                    <a:pt x="6291754" y="663500"/>
                  </a:lnTo>
                  <a:lnTo>
                    <a:pt x="6331242" y="603734"/>
                  </a:lnTo>
                  <a:lnTo>
                    <a:pt x="6370389" y="547346"/>
                  </a:lnTo>
                  <a:lnTo>
                    <a:pt x="6409307" y="494485"/>
                  </a:lnTo>
                  <a:lnTo>
                    <a:pt x="6448163" y="445211"/>
                  </a:lnTo>
                  <a:lnTo>
                    <a:pt x="6487187" y="399508"/>
                  </a:lnTo>
                  <a:lnTo>
                    <a:pt x="6515891" y="368413"/>
                  </a:lnTo>
                  <a:lnTo>
                    <a:pt x="6563244" y="321926"/>
                  </a:lnTo>
                  <a:lnTo>
                    <a:pt x="6612251" y="280207"/>
                  </a:lnTo>
                  <a:lnTo>
                    <a:pt x="6663709" y="242997"/>
                  </a:lnTo>
                  <a:lnTo>
                    <a:pt x="6718508" y="209871"/>
                  </a:lnTo>
                  <a:lnTo>
                    <a:pt x="6777551" y="180353"/>
                  </a:lnTo>
                  <a:lnTo>
                    <a:pt x="6841671" y="153987"/>
                  </a:lnTo>
                  <a:lnTo>
                    <a:pt x="6911531" y="130378"/>
                  </a:lnTo>
                  <a:lnTo>
                    <a:pt x="6987478" y="109212"/>
                  </a:lnTo>
                  <a:lnTo>
                    <a:pt x="7069367" y="90263"/>
                  </a:lnTo>
                  <a:lnTo>
                    <a:pt x="7156342" y="73399"/>
                  </a:lnTo>
                  <a:lnTo>
                    <a:pt x="7246632" y="58574"/>
                  </a:lnTo>
                  <a:lnTo>
                    <a:pt x="7337440" y="45806"/>
                  </a:lnTo>
                  <a:lnTo>
                    <a:pt x="7425022" y="35145"/>
                  </a:lnTo>
                  <a:lnTo>
                    <a:pt x="7505065" y="26624"/>
                  </a:lnTo>
                  <a:lnTo>
                    <a:pt x="7573382" y="20207"/>
                  </a:lnTo>
                  <a:lnTo>
                    <a:pt x="7626781" y="15749"/>
                  </a:lnTo>
                  <a:lnTo>
                    <a:pt x="7663853" y="12982"/>
                  </a:lnTo>
                  <a:lnTo>
                    <a:pt x="7685426" y="11535"/>
                  </a:lnTo>
                  <a:lnTo>
                    <a:pt x="7694554" y="10982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96" y="2145079"/>
                  </a:lnTo>
                  <a:lnTo>
                    <a:pt x="3838908" y="2144605"/>
                  </a:lnTo>
                  <a:lnTo>
                    <a:pt x="3818949" y="2143292"/>
                  </a:lnTo>
                  <a:lnTo>
                    <a:pt x="3783721" y="2140714"/>
                  </a:lnTo>
                  <a:lnTo>
                    <a:pt x="3732135" y="2136495"/>
                  </a:lnTo>
                  <a:lnTo>
                    <a:pt x="3665358" y="2130356"/>
                  </a:lnTo>
                  <a:lnTo>
                    <a:pt x="3586418" y="2122137"/>
                  </a:lnTo>
                  <a:lnTo>
                    <a:pt x="3499439" y="2111793"/>
                  </a:lnTo>
                  <a:lnTo>
                    <a:pt x="3408764" y="2099351"/>
                  </a:lnTo>
                  <a:lnTo>
                    <a:pt x="3318228" y="2084862"/>
                  </a:lnTo>
                  <a:lnTo>
                    <a:pt x="3230748" y="2068349"/>
                  </a:lnTo>
                  <a:lnTo>
                    <a:pt x="3148207" y="2049774"/>
                  </a:lnTo>
                  <a:lnTo>
                    <a:pt x="3071555" y="2029017"/>
                  </a:lnTo>
                  <a:lnTo>
                    <a:pt x="3001006" y="2005864"/>
                  </a:lnTo>
                  <a:lnTo>
                    <a:pt x="2936258" y="1980011"/>
                  </a:lnTo>
                  <a:lnTo>
                    <a:pt x="2876674" y="1951075"/>
                  </a:lnTo>
                  <a:lnTo>
                    <a:pt x="2821434" y="1918608"/>
                  </a:lnTo>
                  <a:lnTo>
                    <a:pt x="2769637" y="1882138"/>
                  </a:lnTo>
                  <a:lnTo>
                    <a:pt x="2720388" y="1841230"/>
                  </a:lnTo>
                  <a:lnTo>
                    <a:pt x="2672873" y="1795602"/>
                  </a:lnTo>
                  <a:lnTo>
                    <a:pt x="2667772" y="1790344"/>
                  </a:lnTo>
                  <a:lnTo>
                    <a:pt x="2628338" y="1747402"/>
                  </a:lnTo>
                  <a:lnTo>
                    <a:pt x="2589285" y="1700953"/>
                  </a:lnTo>
                  <a:lnTo>
                    <a:pt x="2550328" y="1650931"/>
                  </a:lnTo>
                  <a:lnTo>
                    <a:pt x="2511257" y="1597339"/>
                  </a:lnTo>
                  <a:lnTo>
                    <a:pt x="2471918" y="1540260"/>
                  </a:lnTo>
                  <a:lnTo>
                    <a:pt x="2432214" y="1479870"/>
                  </a:lnTo>
                  <a:lnTo>
                    <a:pt x="2392099" y="1416431"/>
                  </a:lnTo>
                  <a:lnTo>
                    <a:pt x="2351569" y="1350300"/>
                  </a:lnTo>
                  <a:lnTo>
                    <a:pt x="2310660" y="1281918"/>
                  </a:lnTo>
                  <a:lnTo>
                    <a:pt x="2269444" y="1211802"/>
                  </a:lnTo>
                  <a:lnTo>
                    <a:pt x="2228015" y="1140533"/>
                  </a:lnTo>
                  <a:lnTo>
                    <a:pt x="2186486" y="1068731"/>
                  </a:lnTo>
                  <a:lnTo>
                    <a:pt x="2144977" y="997036"/>
                  </a:lnTo>
                  <a:lnTo>
                    <a:pt x="2103607" y="926085"/>
                  </a:lnTo>
                  <a:lnTo>
                    <a:pt x="2062484" y="856488"/>
                  </a:lnTo>
                  <a:lnTo>
                    <a:pt x="2021696" y="788804"/>
                  </a:lnTo>
                  <a:lnTo>
                    <a:pt x="1981302" y="723527"/>
                  </a:lnTo>
                  <a:lnTo>
                    <a:pt x="1941326" y="661072"/>
                  </a:lnTo>
                  <a:lnTo>
                    <a:pt x="1901752" y="601764"/>
                  </a:lnTo>
                  <a:lnTo>
                    <a:pt x="1862516" y="545836"/>
                  </a:lnTo>
                  <a:lnTo>
                    <a:pt x="1823503" y="493431"/>
                  </a:lnTo>
                  <a:lnTo>
                    <a:pt x="1784541" y="444607"/>
                  </a:lnTo>
                  <a:lnTo>
                    <a:pt x="1745396" y="399341"/>
                  </a:lnTo>
                  <a:lnTo>
                    <a:pt x="1719082" y="371135"/>
                  </a:lnTo>
                  <a:lnTo>
                    <a:pt x="1671714" y="324988"/>
                  </a:lnTo>
                  <a:lnTo>
                    <a:pt x="1622691" y="283576"/>
                  </a:lnTo>
                  <a:lnTo>
                    <a:pt x="1571214" y="246641"/>
                  </a:lnTo>
                  <a:lnTo>
                    <a:pt x="1516393" y="213761"/>
                  </a:lnTo>
                  <a:lnTo>
                    <a:pt x="1457325" y="184463"/>
                  </a:lnTo>
                  <a:lnTo>
                    <a:pt x="1393174" y="158295"/>
                  </a:lnTo>
                  <a:lnTo>
                    <a:pt x="1323280" y="134863"/>
                  </a:lnTo>
                  <a:lnTo>
                    <a:pt x="1247294" y="113857"/>
                  </a:lnTo>
                  <a:lnTo>
                    <a:pt x="1165363" y="95052"/>
                  </a:lnTo>
                  <a:lnTo>
                    <a:pt x="1078348" y="78318"/>
                  </a:lnTo>
                  <a:lnTo>
                    <a:pt x="988022" y="63608"/>
                  </a:lnTo>
                  <a:lnTo>
                    <a:pt x="897189" y="50940"/>
                  </a:lnTo>
                  <a:lnTo>
                    <a:pt x="809601" y="40365"/>
                  </a:lnTo>
                  <a:lnTo>
                    <a:pt x="729574" y="31916"/>
                  </a:lnTo>
                  <a:lnTo>
                    <a:pt x="661298" y="25555"/>
                  </a:lnTo>
                  <a:lnTo>
                    <a:pt x="607962" y="21139"/>
                  </a:lnTo>
                  <a:lnTo>
                    <a:pt x="570963" y="18399"/>
                  </a:lnTo>
                  <a:lnTo>
                    <a:pt x="549464" y="16969"/>
                  </a:lnTo>
                  <a:lnTo>
                    <a:pt x="540393" y="16424"/>
                  </a:lnTo>
                  <a:lnTo>
                    <a:pt x="538736" y="16333"/>
                  </a:lnTo>
                  <a:lnTo>
                    <a:pt x="0" y="1633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31" name="pl531"/>
            <p:cNvSpPr/>
            <p:nvPr/>
          </p:nvSpPr>
          <p:spPr>
            <a:xfrm>
              <a:off x="546595" y="2612487"/>
              <a:ext cx="8234974" cy="2145146"/>
            </a:xfrm>
            <a:custGeom>
              <a:avLst/>
              <a:pathLst>
                <a:path w="8234974" h="2145146">
                  <a:moveTo>
                    <a:pt x="0" y="16333"/>
                  </a:moveTo>
                  <a:lnTo>
                    <a:pt x="538736" y="16333"/>
                  </a:lnTo>
                  <a:lnTo>
                    <a:pt x="539959" y="16400"/>
                  </a:lnTo>
                  <a:lnTo>
                    <a:pt x="547947" y="16874"/>
                  </a:lnTo>
                  <a:lnTo>
                    <a:pt x="567905" y="18187"/>
                  </a:lnTo>
                  <a:lnTo>
                    <a:pt x="603133" y="20765"/>
                  </a:lnTo>
                  <a:lnTo>
                    <a:pt x="654720" y="24984"/>
                  </a:lnTo>
                  <a:lnTo>
                    <a:pt x="721497" y="31123"/>
                  </a:lnTo>
                  <a:lnTo>
                    <a:pt x="800437" y="39342"/>
                  </a:lnTo>
                  <a:lnTo>
                    <a:pt x="887415" y="49686"/>
                  </a:lnTo>
                  <a:lnTo>
                    <a:pt x="978091" y="62128"/>
                  </a:lnTo>
                  <a:lnTo>
                    <a:pt x="1068627" y="76617"/>
                  </a:lnTo>
                  <a:lnTo>
                    <a:pt x="1156107" y="93130"/>
                  </a:lnTo>
                  <a:lnTo>
                    <a:pt x="1238648" y="111705"/>
                  </a:lnTo>
                  <a:lnTo>
                    <a:pt x="1315300" y="132462"/>
                  </a:lnTo>
                  <a:lnTo>
                    <a:pt x="1385848" y="155615"/>
                  </a:lnTo>
                  <a:lnTo>
                    <a:pt x="1450597" y="181468"/>
                  </a:lnTo>
                  <a:lnTo>
                    <a:pt x="1510180" y="210404"/>
                  </a:lnTo>
                  <a:lnTo>
                    <a:pt x="1565420" y="242871"/>
                  </a:lnTo>
                  <a:lnTo>
                    <a:pt x="1617217" y="279341"/>
                  </a:lnTo>
                  <a:lnTo>
                    <a:pt x="1666467" y="320249"/>
                  </a:lnTo>
                  <a:lnTo>
                    <a:pt x="1713981" y="365877"/>
                  </a:lnTo>
                  <a:lnTo>
                    <a:pt x="1719082" y="371135"/>
                  </a:lnTo>
                  <a:lnTo>
                    <a:pt x="1758516" y="414078"/>
                  </a:lnTo>
                  <a:lnTo>
                    <a:pt x="1797570" y="460526"/>
                  </a:lnTo>
                  <a:lnTo>
                    <a:pt x="1836526" y="510548"/>
                  </a:lnTo>
                  <a:lnTo>
                    <a:pt x="1875598" y="564141"/>
                  </a:lnTo>
                  <a:lnTo>
                    <a:pt x="1914937" y="621219"/>
                  </a:lnTo>
                  <a:lnTo>
                    <a:pt x="1954640" y="681609"/>
                  </a:lnTo>
                  <a:lnTo>
                    <a:pt x="1994756" y="745048"/>
                  </a:lnTo>
                  <a:lnTo>
                    <a:pt x="2035286" y="811179"/>
                  </a:lnTo>
                  <a:lnTo>
                    <a:pt x="2076194" y="879561"/>
                  </a:lnTo>
                  <a:lnTo>
                    <a:pt x="2117411" y="949677"/>
                  </a:lnTo>
                  <a:lnTo>
                    <a:pt x="2158840" y="1020946"/>
                  </a:lnTo>
                  <a:lnTo>
                    <a:pt x="2200369" y="1092748"/>
                  </a:lnTo>
                  <a:lnTo>
                    <a:pt x="2241878" y="1164443"/>
                  </a:lnTo>
                  <a:lnTo>
                    <a:pt x="2283248" y="1235394"/>
                  </a:lnTo>
                  <a:lnTo>
                    <a:pt x="2324370" y="1304991"/>
                  </a:lnTo>
                  <a:lnTo>
                    <a:pt x="2365159" y="1372675"/>
                  </a:lnTo>
                  <a:lnTo>
                    <a:pt x="2405553" y="1437952"/>
                  </a:lnTo>
                  <a:lnTo>
                    <a:pt x="2445528" y="1500407"/>
                  </a:lnTo>
                  <a:lnTo>
                    <a:pt x="2485102" y="1559715"/>
                  </a:lnTo>
                  <a:lnTo>
                    <a:pt x="2524338" y="1615643"/>
                  </a:lnTo>
                  <a:lnTo>
                    <a:pt x="2563351" y="1668048"/>
                  </a:lnTo>
                  <a:lnTo>
                    <a:pt x="2602313" y="1716872"/>
                  </a:lnTo>
                  <a:lnTo>
                    <a:pt x="2641459" y="1762138"/>
                  </a:lnTo>
                  <a:lnTo>
                    <a:pt x="2667772" y="1790344"/>
                  </a:lnTo>
                  <a:lnTo>
                    <a:pt x="2715141" y="1836491"/>
                  </a:lnTo>
                  <a:lnTo>
                    <a:pt x="2764164" y="1877904"/>
                  </a:lnTo>
                  <a:lnTo>
                    <a:pt x="2815641" y="1914838"/>
                  </a:lnTo>
                  <a:lnTo>
                    <a:pt x="2870461" y="1947718"/>
                  </a:lnTo>
                  <a:lnTo>
                    <a:pt x="2929530" y="1977016"/>
                  </a:lnTo>
                  <a:lnTo>
                    <a:pt x="2993680" y="2003185"/>
                  </a:lnTo>
                  <a:lnTo>
                    <a:pt x="3063574" y="2026616"/>
                  </a:lnTo>
                  <a:lnTo>
                    <a:pt x="3139561" y="2047622"/>
                  </a:lnTo>
                  <a:lnTo>
                    <a:pt x="3221491" y="2066427"/>
                  </a:lnTo>
                  <a:lnTo>
                    <a:pt x="3308507" y="2083161"/>
                  </a:lnTo>
                  <a:lnTo>
                    <a:pt x="3398833" y="2097871"/>
                  </a:lnTo>
                  <a:lnTo>
                    <a:pt x="3489665" y="2110539"/>
                  </a:lnTo>
                  <a:lnTo>
                    <a:pt x="3577253" y="2121114"/>
                  </a:lnTo>
                  <a:lnTo>
                    <a:pt x="3657280" y="2129563"/>
                  </a:lnTo>
                  <a:lnTo>
                    <a:pt x="3725556" y="2135924"/>
                  </a:lnTo>
                  <a:lnTo>
                    <a:pt x="3778893" y="2140340"/>
                  </a:lnTo>
                  <a:lnTo>
                    <a:pt x="3815892" y="2143080"/>
                  </a:lnTo>
                  <a:lnTo>
                    <a:pt x="3837391" y="2144510"/>
                  </a:lnTo>
                  <a:lnTo>
                    <a:pt x="3846462" y="2145055"/>
                  </a:lnTo>
                  <a:lnTo>
                    <a:pt x="3848117" y="2145146"/>
                  </a:lnTo>
                  <a:lnTo>
                    <a:pt x="3848118" y="2145146"/>
                  </a:lnTo>
                  <a:lnTo>
                    <a:pt x="4386855" y="2145146"/>
                  </a:lnTo>
                  <a:lnTo>
                    <a:pt x="4388077" y="2145079"/>
                  </a:lnTo>
                  <a:lnTo>
                    <a:pt x="4396057" y="2144601"/>
                  </a:lnTo>
                  <a:lnTo>
                    <a:pt x="4415998" y="2143279"/>
                  </a:lnTo>
                  <a:lnTo>
                    <a:pt x="4451197" y="2140684"/>
                  </a:lnTo>
                  <a:lnTo>
                    <a:pt x="4502744" y="2136437"/>
                  </a:lnTo>
                  <a:lnTo>
                    <a:pt x="4569475" y="2130256"/>
                  </a:lnTo>
                  <a:lnTo>
                    <a:pt x="4648369" y="2121982"/>
                  </a:lnTo>
                  <a:lnTo>
                    <a:pt x="4735306" y="2111567"/>
                  </a:lnTo>
                  <a:lnTo>
                    <a:pt x="4825948" y="2099039"/>
                  </a:lnTo>
                  <a:lnTo>
                    <a:pt x="4916460" y="2084449"/>
                  </a:lnTo>
                  <a:lnTo>
                    <a:pt x="5003927" y="2067822"/>
                  </a:lnTo>
                  <a:lnTo>
                    <a:pt x="5086462" y="2049118"/>
                  </a:lnTo>
                  <a:lnTo>
                    <a:pt x="5163114" y="2028217"/>
                  </a:lnTo>
                  <a:lnTo>
                    <a:pt x="5233665" y="2004905"/>
                  </a:lnTo>
                  <a:lnTo>
                    <a:pt x="5298419" y="1978876"/>
                  </a:lnTo>
                  <a:lnTo>
                    <a:pt x="5358007" y="1949744"/>
                  </a:lnTo>
                  <a:lnTo>
                    <a:pt x="5413250" y="1917058"/>
                  </a:lnTo>
                  <a:lnTo>
                    <a:pt x="5465047" y="1880343"/>
                  </a:lnTo>
                  <a:lnTo>
                    <a:pt x="5514293" y="1839162"/>
                  </a:lnTo>
                  <a:lnTo>
                    <a:pt x="5561801" y="1793229"/>
                  </a:lnTo>
                  <a:lnTo>
                    <a:pt x="5567201" y="1787622"/>
                  </a:lnTo>
                  <a:lnTo>
                    <a:pt x="5606532" y="1744469"/>
                  </a:lnTo>
                  <a:lnTo>
                    <a:pt x="5645483" y="1697802"/>
                  </a:lnTo>
                  <a:lnTo>
                    <a:pt x="5684336" y="1647553"/>
                  </a:lnTo>
                  <a:lnTo>
                    <a:pt x="5723302" y="1593725"/>
                  </a:lnTo>
                  <a:lnTo>
                    <a:pt x="5762533" y="1536402"/>
                  </a:lnTo>
                  <a:lnTo>
                    <a:pt x="5802126" y="1475756"/>
                  </a:lnTo>
                  <a:lnTo>
                    <a:pt x="5842128" y="1412049"/>
                  </a:lnTo>
                  <a:lnTo>
                    <a:pt x="5882544" y="1345636"/>
                  </a:lnTo>
                  <a:lnTo>
                    <a:pt x="5923336" y="1276957"/>
                  </a:lnTo>
                  <a:lnTo>
                    <a:pt x="5964437" y="1206527"/>
                  </a:lnTo>
                  <a:lnTo>
                    <a:pt x="6005752" y="1134925"/>
                  </a:lnTo>
                  <a:lnTo>
                    <a:pt x="6047170" y="1062770"/>
                  </a:lnTo>
                  <a:lnTo>
                    <a:pt x="6088572" y="990702"/>
                  </a:lnTo>
                  <a:lnTo>
                    <a:pt x="6129839" y="919358"/>
                  </a:lnTo>
                  <a:lnTo>
                    <a:pt x="6170864" y="849349"/>
                  </a:lnTo>
                  <a:lnTo>
                    <a:pt x="6211560" y="781237"/>
                  </a:lnTo>
                  <a:lnTo>
                    <a:pt x="6251865" y="715518"/>
                  </a:lnTo>
                  <a:lnTo>
                    <a:pt x="6291754" y="652611"/>
                  </a:lnTo>
                  <a:lnTo>
                    <a:pt x="6331242" y="592845"/>
                  </a:lnTo>
                  <a:lnTo>
                    <a:pt x="6370389" y="536457"/>
                  </a:lnTo>
                  <a:lnTo>
                    <a:pt x="6409307" y="483596"/>
                  </a:lnTo>
                  <a:lnTo>
                    <a:pt x="6448163" y="434322"/>
                  </a:lnTo>
                  <a:lnTo>
                    <a:pt x="6487187" y="388619"/>
                  </a:lnTo>
                  <a:lnTo>
                    <a:pt x="6515891" y="357524"/>
                  </a:lnTo>
                  <a:lnTo>
                    <a:pt x="6563244" y="311037"/>
                  </a:lnTo>
                  <a:lnTo>
                    <a:pt x="6612251" y="269318"/>
                  </a:lnTo>
                  <a:lnTo>
                    <a:pt x="6663709" y="232108"/>
                  </a:lnTo>
                  <a:lnTo>
                    <a:pt x="6718508" y="198982"/>
                  </a:lnTo>
                  <a:lnTo>
                    <a:pt x="6777551" y="169464"/>
                  </a:lnTo>
                  <a:lnTo>
                    <a:pt x="6841671" y="143098"/>
                  </a:lnTo>
                  <a:lnTo>
                    <a:pt x="6911531" y="119489"/>
                  </a:lnTo>
                  <a:lnTo>
                    <a:pt x="6987478" y="98323"/>
                  </a:lnTo>
                  <a:lnTo>
                    <a:pt x="7069367" y="79374"/>
                  </a:lnTo>
                  <a:lnTo>
                    <a:pt x="7156342" y="62510"/>
                  </a:lnTo>
                  <a:lnTo>
                    <a:pt x="7246632" y="47685"/>
                  </a:lnTo>
                  <a:lnTo>
                    <a:pt x="7337440" y="34917"/>
                  </a:lnTo>
                  <a:lnTo>
                    <a:pt x="7425022" y="24256"/>
                  </a:lnTo>
                  <a:lnTo>
                    <a:pt x="7505065" y="15735"/>
                  </a:lnTo>
                  <a:lnTo>
                    <a:pt x="7573382" y="9318"/>
                  </a:lnTo>
                  <a:lnTo>
                    <a:pt x="7626781" y="4860"/>
                  </a:lnTo>
                  <a:lnTo>
                    <a:pt x="7663853" y="2093"/>
                  </a:lnTo>
                  <a:lnTo>
                    <a:pt x="7685426" y="646"/>
                  </a:lnTo>
                  <a:lnTo>
                    <a:pt x="7694554" y="93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2" name="pl532"/>
            <p:cNvSpPr/>
            <p:nvPr/>
          </p:nvSpPr>
          <p:spPr>
            <a:xfrm>
              <a:off x="546595" y="2601598"/>
              <a:ext cx="8234974" cy="2145146"/>
            </a:xfrm>
            <a:custGeom>
              <a:avLst/>
              <a:pathLst>
                <a:path w="8234974" h="2145146">
                  <a:moveTo>
                    <a:pt x="8234974" y="0"/>
                  </a:move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7" y="2145146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96" y="2145079"/>
                  </a:lnTo>
                  <a:lnTo>
                    <a:pt x="3838908" y="2144605"/>
                  </a:lnTo>
                  <a:lnTo>
                    <a:pt x="3818949" y="2143292"/>
                  </a:lnTo>
                  <a:lnTo>
                    <a:pt x="3783721" y="2140714"/>
                  </a:lnTo>
                  <a:lnTo>
                    <a:pt x="3732135" y="2136495"/>
                  </a:lnTo>
                  <a:lnTo>
                    <a:pt x="3665358" y="2130356"/>
                  </a:lnTo>
                  <a:lnTo>
                    <a:pt x="3586418" y="2122137"/>
                  </a:lnTo>
                  <a:lnTo>
                    <a:pt x="3499439" y="2111793"/>
                  </a:lnTo>
                  <a:lnTo>
                    <a:pt x="3408764" y="2099351"/>
                  </a:lnTo>
                  <a:lnTo>
                    <a:pt x="3318228" y="2084862"/>
                  </a:lnTo>
                  <a:lnTo>
                    <a:pt x="3230748" y="2068349"/>
                  </a:lnTo>
                  <a:lnTo>
                    <a:pt x="3148207" y="2049774"/>
                  </a:lnTo>
                  <a:lnTo>
                    <a:pt x="3071555" y="2029017"/>
                  </a:lnTo>
                  <a:lnTo>
                    <a:pt x="3001006" y="2005864"/>
                  </a:lnTo>
                  <a:lnTo>
                    <a:pt x="2936258" y="1980011"/>
                  </a:lnTo>
                  <a:lnTo>
                    <a:pt x="2876674" y="1951075"/>
                  </a:lnTo>
                  <a:lnTo>
                    <a:pt x="2821434" y="1918608"/>
                  </a:lnTo>
                  <a:lnTo>
                    <a:pt x="2769637" y="1882138"/>
                  </a:lnTo>
                  <a:lnTo>
                    <a:pt x="2720388" y="1841230"/>
                  </a:lnTo>
                  <a:lnTo>
                    <a:pt x="2672873" y="1795602"/>
                  </a:lnTo>
                  <a:lnTo>
                    <a:pt x="2667772" y="1790344"/>
                  </a:lnTo>
                  <a:lnTo>
                    <a:pt x="2628338" y="1747402"/>
                  </a:lnTo>
                  <a:lnTo>
                    <a:pt x="2589285" y="1700953"/>
                  </a:lnTo>
                  <a:lnTo>
                    <a:pt x="2550328" y="1650931"/>
                  </a:lnTo>
                  <a:lnTo>
                    <a:pt x="2511257" y="1597339"/>
                  </a:lnTo>
                  <a:lnTo>
                    <a:pt x="2471918" y="1540260"/>
                  </a:lnTo>
                  <a:lnTo>
                    <a:pt x="2432214" y="1479870"/>
                  </a:lnTo>
                  <a:lnTo>
                    <a:pt x="2392099" y="1416431"/>
                  </a:lnTo>
                  <a:lnTo>
                    <a:pt x="2351569" y="1350300"/>
                  </a:lnTo>
                  <a:lnTo>
                    <a:pt x="2310660" y="1281918"/>
                  </a:lnTo>
                  <a:lnTo>
                    <a:pt x="2269444" y="1211802"/>
                  </a:lnTo>
                  <a:lnTo>
                    <a:pt x="2228015" y="1140533"/>
                  </a:lnTo>
                  <a:lnTo>
                    <a:pt x="2186486" y="1068731"/>
                  </a:lnTo>
                  <a:lnTo>
                    <a:pt x="2144977" y="997036"/>
                  </a:lnTo>
                  <a:lnTo>
                    <a:pt x="2103607" y="926085"/>
                  </a:lnTo>
                  <a:lnTo>
                    <a:pt x="2062484" y="856488"/>
                  </a:lnTo>
                  <a:lnTo>
                    <a:pt x="2021696" y="788804"/>
                  </a:lnTo>
                  <a:lnTo>
                    <a:pt x="1981302" y="723527"/>
                  </a:lnTo>
                  <a:lnTo>
                    <a:pt x="1941326" y="661072"/>
                  </a:lnTo>
                  <a:lnTo>
                    <a:pt x="1901752" y="601764"/>
                  </a:lnTo>
                  <a:lnTo>
                    <a:pt x="1862516" y="545836"/>
                  </a:lnTo>
                  <a:lnTo>
                    <a:pt x="1823503" y="493431"/>
                  </a:lnTo>
                  <a:lnTo>
                    <a:pt x="1784541" y="444607"/>
                  </a:lnTo>
                  <a:lnTo>
                    <a:pt x="1745396" y="399341"/>
                  </a:lnTo>
                  <a:lnTo>
                    <a:pt x="1719082" y="371135"/>
                  </a:lnTo>
                  <a:lnTo>
                    <a:pt x="1671714" y="324988"/>
                  </a:lnTo>
                  <a:lnTo>
                    <a:pt x="1622691" y="283576"/>
                  </a:lnTo>
                  <a:lnTo>
                    <a:pt x="1571214" y="246641"/>
                  </a:lnTo>
                  <a:lnTo>
                    <a:pt x="1516393" y="213761"/>
                  </a:lnTo>
                  <a:lnTo>
                    <a:pt x="1457325" y="184463"/>
                  </a:lnTo>
                  <a:lnTo>
                    <a:pt x="1393174" y="158295"/>
                  </a:lnTo>
                  <a:lnTo>
                    <a:pt x="1323280" y="134863"/>
                  </a:lnTo>
                  <a:lnTo>
                    <a:pt x="1247294" y="113857"/>
                  </a:lnTo>
                  <a:lnTo>
                    <a:pt x="1165363" y="95052"/>
                  </a:lnTo>
                  <a:lnTo>
                    <a:pt x="1078348" y="78318"/>
                  </a:lnTo>
                  <a:lnTo>
                    <a:pt x="988022" y="63608"/>
                  </a:lnTo>
                  <a:lnTo>
                    <a:pt x="897189" y="50940"/>
                  </a:lnTo>
                  <a:lnTo>
                    <a:pt x="809601" y="40365"/>
                  </a:lnTo>
                  <a:lnTo>
                    <a:pt x="729574" y="31916"/>
                  </a:lnTo>
                  <a:lnTo>
                    <a:pt x="661298" y="25555"/>
                  </a:lnTo>
                  <a:lnTo>
                    <a:pt x="607962" y="21139"/>
                  </a:lnTo>
                  <a:lnTo>
                    <a:pt x="570963" y="18399"/>
                  </a:lnTo>
                  <a:lnTo>
                    <a:pt x="549464" y="16969"/>
                  </a:lnTo>
                  <a:lnTo>
                    <a:pt x="540393" y="16424"/>
                  </a:lnTo>
                  <a:lnTo>
                    <a:pt x="538738" y="16333"/>
                  </a:lnTo>
                  <a:lnTo>
                    <a:pt x="538736" y="16333"/>
                  </a:lnTo>
                  <a:lnTo>
                    <a:pt x="0" y="163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3" name="pg533"/>
            <p:cNvSpPr/>
            <p:nvPr/>
          </p:nvSpPr>
          <p:spPr>
            <a:xfrm>
              <a:off x="546595" y="2628821"/>
              <a:ext cx="8234974" cy="2172369"/>
            </a:xfrm>
            <a:custGeom>
              <a:avLst/>
              <a:pathLst>
                <a:path w="8234974" h="2172369">
                  <a:moveTo>
                    <a:pt x="0" y="32667"/>
                  </a:moveTo>
                  <a:lnTo>
                    <a:pt x="538736" y="32667"/>
                  </a:lnTo>
                  <a:lnTo>
                    <a:pt x="539958" y="32733"/>
                  </a:lnTo>
                  <a:lnTo>
                    <a:pt x="547941" y="33210"/>
                  </a:lnTo>
                  <a:lnTo>
                    <a:pt x="567888" y="34529"/>
                  </a:lnTo>
                  <a:lnTo>
                    <a:pt x="603097" y="37118"/>
                  </a:lnTo>
                  <a:lnTo>
                    <a:pt x="654656" y="41356"/>
                  </a:lnTo>
                  <a:lnTo>
                    <a:pt x="721403" y="47523"/>
                  </a:lnTo>
                  <a:lnTo>
                    <a:pt x="800312" y="55779"/>
                  </a:lnTo>
                  <a:lnTo>
                    <a:pt x="887263" y="66171"/>
                  </a:lnTo>
                  <a:lnTo>
                    <a:pt x="977916" y="78670"/>
                  </a:lnTo>
                  <a:lnTo>
                    <a:pt x="1068437" y="93226"/>
                  </a:lnTo>
                  <a:lnTo>
                    <a:pt x="1155908" y="109815"/>
                  </a:lnTo>
                  <a:lnTo>
                    <a:pt x="1238445" y="128476"/>
                  </a:lnTo>
                  <a:lnTo>
                    <a:pt x="1315097" y="149329"/>
                  </a:lnTo>
                  <a:lnTo>
                    <a:pt x="1385647" y="172588"/>
                  </a:lnTo>
                  <a:lnTo>
                    <a:pt x="1450399" y="198559"/>
                  </a:lnTo>
                  <a:lnTo>
                    <a:pt x="1509986" y="227626"/>
                  </a:lnTo>
                  <a:lnTo>
                    <a:pt x="1565228" y="260238"/>
                  </a:lnTo>
                  <a:lnTo>
                    <a:pt x="1617025" y="296872"/>
                  </a:lnTo>
                  <a:lnTo>
                    <a:pt x="1666272" y="337962"/>
                  </a:lnTo>
                  <a:lnTo>
                    <a:pt x="1713782" y="383794"/>
                  </a:lnTo>
                  <a:lnTo>
                    <a:pt x="1719082" y="389284"/>
                  </a:lnTo>
                  <a:lnTo>
                    <a:pt x="1758447" y="432366"/>
                  </a:lnTo>
                  <a:lnTo>
                    <a:pt x="1797433" y="478960"/>
                  </a:lnTo>
                  <a:lnTo>
                    <a:pt x="1836320" y="529134"/>
                  </a:lnTo>
                  <a:lnTo>
                    <a:pt x="1875321" y="582884"/>
                  </a:lnTo>
                  <a:lnTo>
                    <a:pt x="1914588" y="640125"/>
                  </a:lnTo>
                  <a:lnTo>
                    <a:pt x="1954218" y="700687"/>
                  </a:lnTo>
                  <a:lnTo>
                    <a:pt x="1994258" y="764304"/>
                  </a:lnTo>
                  <a:lnTo>
                    <a:pt x="2034711" y="830624"/>
                  </a:lnTo>
                  <a:lnTo>
                    <a:pt x="2075542" y="899204"/>
                  </a:lnTo>
                  <a:lnTo>
                    <a:pt x="2116681" y="969529"/>
                  </a:lnTo>
                  <a:lnTo>
                    <a:pt x="2158034" y="1041021"/>
                  </a:lnTo>
                  <a:lnTo>
                    <a:pt x="2199489" y="1113058"/>
                  </a:lnTo>
                  <a:lnTo>
                    <a:pt x="2240927" y="1185002"/>
                  </a:lnTo>
                  <a:lnTo>
                    <a:pt x="2282228" y="1256215"/>
                  </a:lnTo>
                  <a:lnTo>
                    <a:pt x="2323286" y="1326088"/>
                  </a:lnTo>
                  <a:lnTo>
                    <a:pt x="2364012" y="1394057"/>
                  </a:lnTo>
                  <a:lnTo>
                    <a:pt x="2404347" y="1459629"/>
                  </a:lnTo>
                  <a:lnTo>
                    <a:pt x="2444265" y="1522385"/>
                  </a:lnTo>
                  <a:lnTo>
                    <a:pt x="2483782" y="1581999"/>
                  </a:lnTo>
                  <a:lnTo>
                    <a:pt x="2522958" y="1638234"/>
                  </a:lnTo>
                  <a:lnTo>
                    <a:pt x="2561908" y="1690943"/>
                  </a:lnTo>
                  <a:lnTo>
                    <a:pt x="2600799" y="1740067"/>
                  </a:lnTo>
                  <a:lnTo>
                    <a:pt x="2639863" y="1785624"/>
                  </a:lnTo>
                  <a:lnTo>
                    <a:pt x="2667772" y="1815752"/>
                  </a:lnTo>
                  <a:lnTo>
                    <a:pt x="2715130" y="1862125"/>
                  </a:lnTo>
                  <a:lnTo>
                    <a:pt x="2764143" y="1903743"/>
                  </a:lnTo>
                  <a:lnTo>
                    <a:pt x="2815607" y="1940860"/>
                  </a:lnTo>
                  <a:lnTo>
                    <a:pt x="2870413" y="1973904"/>
                  </a:lnTo>
                  <a:lnTo>
                    <a:pt x="2929464" y="2003349"/>
                  </a:lnTo>
                  <a:lnTo>
                    <a:pt x="2993595" y="2029649"/>
                  </a:lnTo>
                  <a:lnTo>
                    <a:pt x="3063466" y="2053199"/>
                  </a:lnTo>
                  <a:lnTo>
                    <a:pt x="3139427" y="2074312"/>
                  </a:lnTo>
                  <a:lnTo>
                    <a:pt x="3221330" y="2093213"/>
                  </a:lnTo>
                  <a:lnTo>
                    <a:pt x="3308318" y="2110033"/>
                  </a:lnTo>
                  <a:lnTo>
                    <a:pt x="3398620" y="2124820"/>
                  </a:lnTo>
                  <a:lnTo>
                    <a:pt x="3489436" y="2137555"/>
                  </a:lnTo>
                  <a:lnTo>
                    <a:pt x="3577020" y="2148187"/>
                  </a:lnTo>
                  <a:lnTo>
                    <a:pt x="3657058" y="2156684"/>
                  </a:lnTo>
                  <a:lnTo>
                    <a:pt x="3725361" y="2163082"/>
                  </a:lnTo>
                  <a:lnTo>
                    <a:pt x="3778739" y="2167526"/>
                  </a:lnTo>
                  <a:lnTo>
                    <a:pt x="3815787" y="2170284"/>
                  </a:lnTo>
                  <a:lnTo>
                    <a:pt x="3837335" y="2171726"/>
                  </a:lnTo>
                  <a:lnTo>
                    <a:pt x="3846444" y="2172276"/>
                  </a:lnTo>
                  <a:lnTo>
                    <a:pt x="3848118" y="2172369"/>
                  </a:lnTo>
                  <a:lnTo>
                    <a:pt x="4386855" y="2172369"/>
                  </a:lnTo>
                  <a:lnTo>
                    <a:pt x="4388110" y="2172317"/>
                  </a:lnTo>
                  <a:lnTo>
                    <a:pt x="4396305" y="2171946"/>
                  </a:lnTo>
                  <a:lnTo>
                    <a:pt x="4416762" y="2170922"/>
                  </a:lnTo>
                  <a:lnTo>
                    <a:pt x="4452819" y="2168910"/>
                  </a:lnTo>
                  <a:lnTo>
                    <a:pt x="4505522" y="2165621"/>
                  </a:lnTo>
                  <a:lnTo>
                    <a:pt x="4573584" y="2160840"/>
                  </a:lnTo>
                  <a:lnTo>
                    <a:pt x="4653821" y="2154446"/>
                  </a:lnTo>
                  <a:lnTo>
                    <a:pt x="4741961" y="2146409"/>
                  </a:lnTo>
                  <a:lnTo>
                    <a:pt x="4833562" y="2136753"/>
                  </a:lnTo>
                  <a:lnTo>
                    <a:pt x="4924744" y="2125516"/>
                  </a:lnTo>
                  <a:lnTo>
                    <a:pt x="5012603" y="2112714"/>
                  </a:lnTo>
                  <a:lnTo>
                    <a:pt x="5095301" y="2098312"/>
                  </a:lnTo>
                  <a:lnTo>
                    <a:pt x="5171949" y="2082207"/>
                  </a:lnTo>
                  <a:lnTo>
                    <a:pt x="5242398" y="2064226"/>
                  </a:lnTo>
                  <a:lnTo>
                    <a:pt x="5307008" y="2044123"/>
                  </a:lnTo>
                  <a:lnTo>
                    <a:pt x="5366465" y="2021591"/>
                  </a:lnTo>
                  <a:lnTo>
                    <a:pt x="5421629" y="1996278"/>
                  </a:lnTo>
                  <a:lnTo>
                    <a:pt x="5473429" y="1967814"/>
                  </a:lnTo>
                  <a:lnTo>
                    <a:pt x="5522778" y="1935872"/>
                  </a:lnTo>
                  <a:lnTo>
                    <a:pt x="5567201" y="1902864"/>
                  </a:lnTo>
                  <a:lnTo>
                    <a:pt x="5610173" y="1867170"/>
                  </a:lnTo>
                  <a:lnTo>
                    <a:pt x="5652725" y="1828303"/>
                  </a:lnTo>
                  <a:lnTo>
                    <a:pt x="5695212" y="1786205"/>
                  </a:lnTo>
                  <a:lnTo>
                    <a:pt x="5737890" y="1740898"/>
                  </a:lnTo>
                  <a:lnTo>
                    <a:pt x="5780934" y="1692491"/>
                  </a:lnTo>
                  <a:lnTo>
                    <a:pt x="5824443" y="1641192"/>
                  </a:lnTo>
                  <a:lnTo>
                    <a:pt x="5868450" y="1587306"/>
                  </a:lnTo>
                  <a:lnTo>
                    <a:pt x="5912925" y="1531234"/>
                  </a:lnTo>
                  <a:lnTo>
                    <a:pt x="5957793" y="1473461"/>
                  </a:lnTo>
                  <a:lnTo>
                    <a:pt x="6002937" y="1414546"/>
                  </a:lnTo>
                  <a:lnTo>
                    <a:pt x="6048213" y="1355095"/>
                  </a:lnTo>
                  <a:lnTo>
                    <a:pt x="6093466" y="1295736"/>
                  </a:lnTo>
                  <a:lnTo>
                    <a:pt x="6138543" y="1237096"/>
                  </a:lnTo>
                  <a:lnTo>
                    <a:pt x="6183306" y="1179769"/>
                  </a:lnTo>
                  <a:lnTo>
                    <a:pt x="6227649" y="1124293"/>
                  </a:lnTo>
                  <a:lnTo>
                    <a:pt x="6271510" y="1071131"/>
                  </a:lnTo>
                  <a:lnTo>
                    <a:pt x="6314876" y="1020657"/>
                  </a:lnTo>
                  <a:lnTo>
                    <a:pt x="6357799" y="973146"/>
                  </a:lnTo>
                  <a:lnTo>
                    <a:pt x="6400399" y="928776"/>
                  </a:lnTo>
                  <a:lnTo>
                    <a:pt x="6442874" y="887631"/>
                  </a:lnTo>
                  <a:lnTo>
                    <a:pt x="6485508" y="849707"/>
                  </a:lnTo>
                  <a:lnTo>
                    <a:pt x="6515891" y="824846"/>
                  </a:lnTo>
                  <a:lnTo>
                    <a:pt x="6563690" y="789496"/>
                  </a:lnTo>
                  <a:lnTo>
                    <a:pt x="6613181" y="757805"/>
                  </a:lnTo>
                  <a:lnTo>
                    <a:pt x="6665185" y="729572"/>
                  </a:lnTo>
                  <a:lnTo>
                    <a:pt x="6720619" y="704464"/>
                  </a:lnTo>
                  <a:lnTo>
                    <a:pt x="6780408" y="682113"/>
                  </a:lnTo>
                  <a:lnTo>
                    <a:pt x="6845406" y="662167"/>
                  </a:lnTo>
                  <a:lnTo>
                    <a:pt x="6916279" y="644324"/>
                  </a:lnTo>
                  <a:lnTo>
                    <a:pt x="6993361" y="628342"/>
                  </a:lnTo>
                  <a:lnTo>
                    <a:pt x="7076457" y="614054"/>
                  </a:lnTo>
                  <a:lnTo>
                    <a:pt x="7164619" y="601361"/>
                  </a:lnTo>
                  <a:lnTo>
                    <a:pt x="7255937" y="590233"/>
                  </a:lnTo>
                  <a:lnTo>
                    <a:pt x="7347432" y="580689"/>
                  </a:lnTo>
                  <a:lnTo>
                    <a:pt x="7435168" y="572766"/>
                  </a:lnTo>
                  <a:lnTo>
                    <a:pt x="7514688" y="566487"/>
                  </a:lnTo>
                  <a:lnTo>
                    <a:pt x="7581766" y="561814"/>
                  </a:lnTo>
                  <a:lnTo>
                    <a:pt x="7633325" y="558622"/>
                  </a:lnTo>
                  <a:lnTo>
                    <a:pt x="7668235" y="556689"/>
                  </a:lnTo>
                  <a:lnTo>
                    <a:pt x="7687704" y="555721"/>
                  </a:lnTo>
                  <a:lnTo>
                    <a:pt x="7695222" y="555384"/>
                  </a:lnTo>
                  <a:lnTo>
                    <a:pt x="7696237" y="555342"/>
                  </a:lnTo>
                  <a:lnTo>
                    <a:pt x="8234974" y="555342"/>
                  </a:lnTo>
                  <a:lnTo>
                    <a:pt x="8234974" y="522675"/>
                  </a:lnTo>
                  <a:lnTo>
                    <a:pt x="7696237" y="522675"/>
                  </a:lnTo>
                  <a:lnTo>
                    <a:pt x="7694982" y="522727"/>
                  </a:lnTo>
                  <a:lnTo>
                    <a:pt x="7686787" y="523097"/>
                  </a:lnTo>
                  <a:lnTo>
                    <a:pt x="7666331" y="524122"/>
                  </a:lnTo>
                  <a:lnTo>
                    <a:pt x="7630273" y="526133"/>
                  </a:lnTo>
                  <a:lnTo>
                    <a:pt x="7577570" y="529422"/>
                  </a:lnTo>
                  <a:lnTo>
                    <a:pt x="7509508" y="534204"/>
                  </a:lnTo>
                  <a:lnTo>
                    <a:pt x="7429271" y="540597"/>
                  </a:lnTo>
                  <a:lnTo>
                    <a:pt x="7341131" y="548634"/>
                  </a:lnTo>
                  <a:lnTo>
                    <a:pt x="7249531" y="558290"/>
                  </a:lnTo>
                  <a:lnTo>
                    <a:pt x="7158348" y="569527"/>
                  </a:lnTo>
                  <a:lnTo>
                    <a:pt x="7070489" y="582329"/>
                  </a:lnTo>
                  <a:lnTo>
                    <a:pt x="6987792" y="596732"/>
                  </a:lnTo>
                  <a:lnTo>
                    <a:pt x="6911143" y="612837"/>
                  </a:lnTo>
                  <a:lnTo>
                    <a:pt x="6840695" y="630818"/>
                  </a:lnTo>
                  <a:lnTo>
                    <a:pt x="6776084" y="650921"/>
                  </a:lnTo>
                  <a:lnTo>
                    <a:pt x="6716627" y="673452"/>
                  </a:lnTo>
                  <a:lnTo>
                    <a:pt x="6661463" y="698766"/>
                  </a:lnTo>
                  <a:lnTo>
                    <a:pt x="6609663" y="727230"/>
                  </a:lnTo>
                  <a:lnTo>
                    <a:pt x="6560315" y="759171"/>
                  </a:lnTo>
                  <a:lnTo>
                    <a:pt x="6515891" y="792179"/>
                  </a:lnTo>
                  <a:lnTo>
                    <a:pt x="6472920" y="827874"/>
                  </a:lnTo>
                  <a:lnTo>
                    <a:pt x="6430367" y="866741"/>
                  </a:lnTo>
                  <a:lnTo>
                    <a:pt x="6387881" y="908838"/>
                  </a:lnTo>
                  <a:lnTo>
                    <a:pt x="6345202" y="954146"/>
                  </a:lnTo>
                  <a:lnTo>
                    <a:pt x="6302158" y="1002552"/>
                  </a:lnTo>
                  <a:lnTo>
                    <a:pt x="6258649" y="1053851"/>
                  </a:lnTo>
                  <a:lnTo>
                    <a:pt x="6214643" y="1107737"/>
                  </a:lnTo>
                  <a:lnTo>
                    <a:pt x="6170167" y="1163810"/>
                  </a:lnTo>
                  <a:lnTo>
                    <a:pt x="6125299" y="1221582"/>
                  </a:lnTo>
                  <a:lnTo>
                    <a:pt x="6080155" y="1280497"/>
                  </a:lnTo>
                  <a:lnTo>
                    <a:pt x="6034879" y="1339949"/>
                  </a:lnTo>
                  <a:lnTo>
                    <a:pt x="5989626" y="1399307"/>
                  </a:lnTo>
                  <a:lnTo>
                    <a:pt x="5944550" y="1457947"/>
                  </a:lnTo>
                  <a:lnTo>
                    <a:pt x="5899787" y="1515274"/>
                  </a:lnTo>
                  <a:lnTo>
                    <a:pt x="5855443" y="1570750"/>
                  </a:lnTo>
                  <a:lnTo>
                    <a:pt x="5811583" y="1623912"/>
                  </a:lnTo>
                  <a:lnTo>
                    <a:pt x="5768217" y="1674386"/>
                  </a:lnTo>
                  <a:lnTo>
                    <a:pt x="5725294" y="1721898"/>
                  </a:lnTo>
                  <a:lnTo>
                    <a:pt x="5682694" y="1766267"/>
                  </a:lnTo>
                  <a:lnTo>
                    <a:pt x="5640218" y="1807413"/>
                  </a:lnTo>
                  <a:lnTo>
                    <a:pt x="5597584" y="1845336"/>
                  </a:lnTo>
                  <a:lnTo>
                    <a:pt x="5567201" y="1870197"/>
                  </a:lnTo>
                  <a:lnTo>
                    <a:pt x="5519402" y="1905547"/>
                  </a:lnTo>
                  <a:lnTo>
                    <a:pt x="5469911" y="1937238"/>
                  </a:lnTo>
                  <a:lnTo>
                    <a:pt x="5417907" y="1965472"/>
                  </a:lnTo>
                  <a:lnTo>
                    <a:pt x="5362474" y="1990579"/>
                  </a:lnTo>
                  <a:lnTo>
                    <a:pt x="5302684" y="2012931"/>
                  </a:lnTo>
                  <a:lnTo>
                    <a:pt x="5237686" y="2032876"/>
                  </a:lnTo>
                  <a:lnTo>
                    <a:pt x="5166813" y="2050720"/>
                  </a:lnTo>
                  <a:lnTo>
                    <a:pt x="5089731" y="2066701"/>
                  </a:lnTo>
                  <a:lnTo>
                    <a:pt x="5006636" y="2080990"/>
                  </a:lnTo>
                  <a:lnTo>
                    <a:pt x="4918474" y="2093682"/>
                  </a:lnTo>
                  <a:lnTo>
                    <a:pt x="4827155" y="2104810"/>
                  </a:lnTo>
                  <a:lnTo>
                    <a:pt x="4735661" y="2114355"/>
                  </a:lnTo>
                  <a:lnTo>
                    <a:pt x="4647924" y="2122278"/>
                  </a:lnTo>
                  <a:lnTo>
                    <a:pt x="4568404" y="2128557"/>
                  </a:lnTo>
                  <a:lnTo>
                    <a:pt x="4501327" y="2133230"/>
                  </a:lnTo>
                  <a:lnTo>
                    <a:pt x="4449767" y="2136422"/>
                  </a:lnTo>
                  <a:lnTo>
                    <a:pt x="4414858" y="2138354"/>
                  </a:lnTo>
                  <a:lnTo>
                    <a:pt x="4395389" y="2139322"/>
                  </a:lnTo>
                  <a:lnTo>
                    <a:pt x="4387870" y="2139660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97" y="2139635"/>
                  </a:lnTo>
                  <a:lnTo>
                    <a:pt x="3838913" y="2139158"/>
                  </a:lnTo>
                  <a:lnTo>
                    <a:pt x="3818966" y="2137839"/>
                  </a:lnTo>
                  <a:lnTo>
                    <a:pt x="3783758" y="2135250"/>
                  </a:lnTo>
                  <a:lnTo>
                    <a:pt x="3732198" y="2131012"/>
                  </a:lnTo>
                  <a:lnTo>
                    <a:pt x="3665451" y="2124845"/>
                  </a:lnTo>
                  <a:lnTo>
                    <a:pt x="3586542" y="2116589"/>
                  </a:lnTo>
                  <a:lnTo>
                    <a:pt x="3499592" y="2106198"/>
                  </a:lnTo>
                  <a:lnTo>
                    <a:pt x="3408938" y="2093698"/>
                  </a:lnTo>
                  <a:lnTo>
                    <a:pt x="3318418" y="2079142"/>
                  </a:lnTo>
                  <a:lnTo>
                    <a:pt x="3230947" y="2062553"/>
                  </a:lnTo>
                  <a:lnTo>
                    <a:pt x="3148410" y="2043892"/>
                  </a:lnTo>
                  <a:lnTo>
                    <a:pt x="3071758" y="2023039"/>
                  </a:lnTo>
                  <a:lnTo>
                    <a:pt x="3001207" y="1999780"/>
                  </a:lnTo>
                  <a:lnTo>
                    <a:pt x="2936456" y="1973810"/>
                  </a:lnTo>
                  <a:lnTo>
                    <a:pt x="2876869" y="1944743"/>
                  </a:lnTo>
                  <a:lnTo>
                    <a:pt x="2821627" y="1912130"/>
                  </a:lnTo>
                  <a:lnTo>
                    <a:pt x="2769830" y="1875496"/>
                  </a:lnTo>
                  <a:lnTo>
                    <a:pt x="2720583" y="1834406"/>
                  </a:lnTo>
                  <a:lnTo>
                    <a:pt x="2673072" y="1788574"/>
                  </a:lnTo>
                  <a:lnTo>
                    <a:pt x="2667772" y="1783084"/>
                  </a:lnTo>
                  <a:lnTo>
                    <a:pt x="2628407" y="1740002"/>
                  </a:lnTo>
                  <a:lnTo>
                    <a:pt x="2589422" y="1693408"/>
                  </a:lnTo>
                  <a:lnTo>
                    <a:pt x="2550535" y="1643234"/>
                  </a:lnTo>
                  <a:lnTo>
                    <a:pt x="2511533" y="1589484"/>
                  </a:lnTo>
                  <a:lnTo>
                    <a:pt x="2472267" y="1532243"/>
                  </a:lnTo>
                  <a:lnTo>
                    <a:pt x="2432637" y="1471682"/>
                  </a:lnTo>
                  <a:lnTo>
                    <a:pt x="2392597" y="1408064"/>
                  </a:lnTo>
                  <a:lnTo>
                    <a:pt x="2352143" y="1341745"/>
                  </a:lnTo>
                  <a:lnTo>
                    <a:pt x="2311313" y="1273164"/>
                  </a:lnTo>
                  <a:lnTo>
                    <a:pt x="2270173" y="1202839"/>
                  </a:lnTo>
                  <a:lnTo>
                    <a:pt x="2228820" y="1131348"/>
                  </a:lnTo>
                  <a:lnTo>
                    <a:pt x="2187365" y="1059310"/>
                  </a:lnTo>
                  <a:lnTo>
                    <a:pt x="2145928" y="987366"/>
                  </a:lnTo>
                  <a:lnTo>
                    <a:pt x="2104626" y="916153"/>
                  </a:lnTo>
                  <a:lnTo>
                    <a:pt x="2063568" y="846281"/>
                  </a:lnTo>
                  <a:lnTo>
                    <a:pt x="2022842" y="778311"/>
                  </a:lnTo>
                  <a:lnTo>
                    <a:pt x="1982507" y="712740"/>
                  </a:lnTo>
                  <a:lnTo>
                    <a:pt x="1942590" y="649983"/>
                  </a:lnTo>
                  <a:lnTo>
                    <a:pt x="1903073" y="590369"/>
                  </a:lnTo>
                  <a:lnTo>
                    <a:pt x="1863896" y="534135"/>
                  </a:lnTo>
                  <a:lnTo>
                    <a:pt x="1824946" y="481425"/>
                  </a:lnTo>
                  <a:lnTo>
                    <a:pt x="1786055" y="432301"/>
                  </a:lnTo>
                  <a:lnTo>
                    <a:pt x="1746991" y="386744"/>
                  </a:lnTo>
                  <a:lnTo>
                    <a:pt x="1719082" y="356616"/>
                  </a:lnTo>
                  <a:lnTo>
                    <a:pt x="1671724" y="310243"/>
                  </a:lnTo>
                  <a:lnTo>
                    <a:pt x="1622712" y="268626"/>
                  </a:lnTo>
                  <a:lnTo>
                    <a:pt x="1571248" y="231508"/>
                  </a:lnTo>
                  <a:lnTo>
                    <a:pt x="1516441" y="198464"/>
                  </a:lnTo>
                  <a:lnTo>
                    <a:pt x="1457390" y="169019"/>
                  </a:lnTo>
                  <a:lnTo>
                    <a:pt x="1393260" y="142719"/>
                  </a:lnTo>
                  <a:lnTo>
                    <a:pt x="1323388" y="119169"/>
                  </a:lnTo>
                  <a:lnTo>
                    <a:pt x="1247428" y="98056"/>
                  </a:lnTo>
                  <a:lnTo>
                    <a:pt x="1165525" y="79155"/>
                  </a:lnTo>
                  <a:lnTo>
                    <a:pt x="1078537" y="62335"/>
                  </a:lnTo>
                  <a:lnTo>
                    <a:pt x="988235" y="47548"/>
                  </a:lnTo>
                  <a:lnTo>
                    <a:pt x="897418" y="34814"/>
                  </a:lnTo>
                  <a:lnTo>
                    <a:pt x="809835" y="24181"/>
                  </a:lnTo>
                  <a:lnTo>
                    <a:pt x="729797" y="15684"/>
                  </a:lnTo>
                  <a:lnTo>
                    <a:pt x="661493" y="9286"/>
                  </a:lnTo>
                  <a:lnTo>
                    <a:pt x="608116" y="4842"/>
                  </a:lnTo>
                  <a:lnTo>
                    <a:pt x="571068" y="2084"/>
                  </a:lnTo>
                  <a:lnTo>
                    <a:pt x="549520" y="642"/>
                  </a:lnTo>
                  <a:lnTo>
                    <a:pt x="540410" y="9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34" name="pl534"/>
            <p:cNvSpPr/>
            <p:nvPr/>
          </p:nvSpPr>
          <p:spPr>
            <a:xfrm>
              <a:off x="546595" y="2661488"/>
              <a:ext cx="8234974" cy="2139701"/>
            </a:xfrm>
            <a:custGeom>
              <a:avLst/>
              <a:pathLst>
                <a:path w="8234974" h="2139701">
                  <a:moveTo>
                    <a:pt x="0" y="0"/>
                  </a:moveTo>
                  <a:lnTo>
                    <a:pt x="538736" y="0"/>
                  </a:lnTo>
                  <a:lnTo>
                    <a:pt x="539958" y="66"/>
                  </a:lnTo>
                  <a:lnTo>
                    <a:pt x="547941" y="543"/>
                  </a:lnTo>
                  <a:lnTo>
                    <a:pt x="567888" y="1862"/>
                  </a:lnTo>
                  <a:lnTo>
                    <a:pt x="603097" y="4451"/>
                  </a:lnTo>
                  <a:lnTo>
                    <a:pt x="654656" y="8689"/>
                  </a:lnTo>
                  <a:lnTo>
                    <a:pt x="721403" y="14856"/>
                  </a:lnTo>
                  <a:lnTo>
                    <a:pt x="800312" y="23112"/>
                  </a:lnTo>
                  <a:lnTo>
                    <a:pt x="887263" y="33503"/>
                  </a:lnTo>
                  <a:lnTo>
                    <a:pt x="977916" y="46002"/>
                  </a:lnTo>
                  <a:lnTo>
                    <a:pt x="1068437" y="60559"/>
                  </a:lnTo>
                  <a:lnTo>
                    <a:pt x="1155908" y="77148"/>
                  </a:lnTo>
                  <a:lnTo>
                    <a:pt x="1238445" y="95809"/>
                  </a:lnTo>
                  <a:lnTo>
                    <a:pt x="1315097" y="116662"/>
                  </a:lnTo>
                  <a:lnTo>
                    <a:pt x="1385647" y="139921"/>
                  </a:lnTo>
                  <a:lnTo>
                    <a:pt x="1450399" y="165891"/>
                  </a:lnTo>
                  <a:lnTo>
                    <a:pt x="1509986" y="194958"/>
                  </a:lnTo>
                  <a:lnTo>
                    <a:pt x="1565228" y="227571"/>
                  </a:lnTo>
                  <a:lnTo>
                    <a:pt x="1617025" y="264204"/>
                  </a:lnTo>
                  <a:lnTo>
                    <a:pt x="1666272" y="305295"/>
                  </a:lnTo>
                  <a:lnTo>
                    <a:pt x="1713782" y="351126"/>
                  </a:lnTo>
                  <a:lnTo>
                    <a:pt x="1719082" y="356616"/>
                  </a:lnTo>
                  <a:lnTo>
                    <a:pt x="1758447" y="399699"/>
                  </a:lnTo>
                  <a:lnTo>
                    <a:pt x="1797433" y="446293"/>
                  </a:lnTo>
                  <a:lnTo>
                    <a:pt x="1836320" y="496467"/>
                  </a:lnTo>
                  <a:lnTo>
                    <a:pt x="1875321" y="550216"/>
                  </a:lnTo>
                  <a:lnTo>
                    <a:pt x="1914588" y="607458"/>
                  </a:lnTo>
                  <a:lnTo>
                    <a:pt x="1954218" y="668019"/>
                  </a:lnTo>
                  <a:lnTo>
                    <a:pt x="1994258" y="731637"/>
                  </a:lnTo>
                  <a:lnTo>
                    <a:pt x="2034711" y="797956"/>
                  </a:lnTo>
                  <a:lnTo>
                    <a:pt x="2075542" y="866537"/>
                  </a:lnTo>
                  <a:lnTo>
                    <a:pt x="2116681" y="936862"/>
                  </a:lnTo>
                  <a:lnTo>
                    <a:pt x="2158034" y="1008353"/>
                  </a:lnTo>
                  <a:lnTo>
                    <a:pt x="2199489" y="1080391"/>
                  </a:lnTo>
                  <a:lnTo>
                    <a:pt x="2240927" y="1152335"/>
                  </a:lnTo>
                  <a:lnTo>
                    <a:pt x="2282228" y="1223548"/>
                  </a:lnTo>
                  <a:lnTo>
                    <a:pt x="2323286" y="1293420"/>
                  </a:lnTo>
                  <a:lnTo>
                    <a:pt x="2364012" y="1361390"/>
                  </a:lnTo>
                  <a:lnTo>
                    <a:pt x="2404347" y="1426961"/>
                  </a:lnTo>
                  <a:lnTo>
                    <a:pt x="2444265" y="1489718"/>
                  </a:lnTo>
                  <a:lnTo>
                    <a:pt x="2483782" y="1549332"/>
                  </a:lnTo>
                  <a:lnTo>
                    <a:pt x="2522958" y="1605566"/>
                  </a:lnTo>
                  <a:lnTo>
                    <a:pt x="2561908" y="1658276"/>
                  </a:lnTo>
                  <a:lnTo>
                    <a:pt x="2600799" y="1707399"/>
                  </a:lnTo>
                  <a:lnTo>
                    <a:pt x="2639863" y="1752957"/>
                  </a:lnTo>
                  <a:lnTo>
                    <a:pt x="2667772" y="1783084"/>
                  </a:lnTo>
                  <a:lnTo>
                    <a:pt x="2715130" y="1829458"/>
                  </a:lnTo>
                  <a:lnTo>
                    <a:pt x="2764143" y="1871075"/>
                  </a:lnTo>
                  <a:lnTo>
                    <a:pt x="2815607" y="1908193"/>
                  </a:lnTo>
                  <a:lnTo>
                    <a:pt x="2870413" y="1941237"/>
                  </a:lnTo>
                  <a:lnTo>
                    <a:pt x="2929464" y="1970682"/>
                  </a:lnTo>
                  <a:lnTo>
                    <a:pt x="2993595" y="1996982"/>
                  </a:lnTo>
                  <a:lnTo>
                    <a:pt x="3063466" y="2020532"/>
                  </a:lnTo>
                  <a:lnTo>
                    <a:pt x="3139427" y="2041645"/>
                  </a:lnTo>
                  <a:lnTo>
                    <a:pt x="3221330" y="2060546"/>
                  </a:lnTo>
                  <a:lnTo>
                    <a:pt x="3308318" y="2077366"/>
                  </a:lnTo>
                  <a:lnTo>
                    <a:pt x="3398620" y="2092153"/>
                  </a:lnTo>
                  <a:lnTo>
                    <a:pt x="3489436" y="2104887"/>
                  </a:lnTo>
                  <a:lnTo>
                    <a:pt x="3577020" y="2115520"/>
                  </a:lnTo>
                  <a:lnTo>
                    <a:pt x="3657058" y="2124017"/>
                  </a:lnTo>
                  <a:lnTo>
                    <a:pt x="3725361" y="2130415"/>
                  </a:lnTo>
                  <a:lnTo>
                    <a:pt x="3778739" y="2134859"/>
                  </a:lnTo>
                  <a:lnTo>
                    <a:pt x="3815787" y="2137617"/>
                  </a:lnTo>
                  <a:lnTo>
                    <a:pt x="3837335" y="2139059"/>
                  </a:lnTo>
                  <a:lnTo>
                    <a:pt x="3846444" y="2139609"/>
                  </a:lnTo>
                  <a:lnTo>
                    <a:pt x="3848117" y="2139701"/>
                  </a:lnTo>
                  <a:lnTo>
                    <a:pt x="3848118" y="2139701"/>
                  </a:lnTo>
                  <a:lnTo>
                    <a:pt x="4386855" y="2139701"/>
                  </a:lnTo>
                  <a:lnTo>
                    <a:pt x="4388110" y="2139650"/>
                  </a:lnTo>
                  <a:lnTo>
                    <a:pt x="4396305" y="2139279"/>
                  </a:lnTo>
                  <a:lnTo>
                    <a:pt x="4416762" y="2138254"/>
                  </a:lnTo>
                  <a:lnTo>
                    <a:pt x="4452819" y="2136243"/>
                  </a:lnTo>
                  <a:lnTo>
                    <a:pt x="4505522" y="2132954"/>
                  </a:lnTo>
                  <a:lnTo>
                    <a:pt x="4573584" y="2128172"/>
                  </a:lnTo>
                  <a:lnTo>
                    <a:pt x="4653821" y="2121779"/>
                  </a:lnTo>
                  <a:lnTo>
                    <a:pt x="4741961" y="2113742"/>
                  </a:lnTo>
                  <a:lnTo>
                    <a:pt x="4833562" y="2104086"/>
                  </a:lnTo>
                  <a:lnTo>
                    <a:pt x="4924744" y="2092849"/>
                  </a:lnTo>
                  <a:lnTo>
                    <a:pt x="5012603" y="2080047"/>
                  </a:lnTo>
                  <a:lnTo>
                    <a:pt x="5095301" y="2065644"/>
                  </a:lnTo>
                  <a:lnTo>
                    <a:pt x="5171949" y="2049540"/>
                  </a:lnTo>
                  <a:lnTo>
                    <a:pt x="5242398" y="2031558"/>
                  </a:lnTo>
                  <a:lnTo>
                    <a:pt x="5307008" y="2011456"/>
                  </a:lnTo>
                  <a:lnTo>
                    <a:pt x="5366465" y="1988924"/>
                  </a:lnTo>
                  <a:lnTo>
                    <a:pt x="5421629" y="1963611"/>
                  </a:lnTo>
                  <a:lnTo>
                    <a:pt x="5473429" y="1935146"/>
                  </a:lnTo>
                  <a:lnTo>
                    <a:pt x="5522778" y="1903205"/>
                  </a:lnTo>
                  <a:lnTo>
                    <a:pt x="5567201" y="1870197"/>
                  </a:lnTo>
                  <a:lnTo>
                    <a:pt x="5610173" y="1834503"/>
                  </a:lnTo>
                  <a:lnTo>
                    <a:pt x="5652725" y="1795636"/>
                  </a:lnTo>
                  <a:lnTo>
                    <a:pt x="5695212" y="1753538"/>
                  </a:lnTo>
                  <a:lnTo>
                    <a:pt x="5737890" y="1708230"/>
                  </a:lnTo>
                  <a:lnTo>
                    <a:pt x="5780934" y="1659824"/>
                  </a:lnTo>
                  <a:lnTo>
                    <a:pt x="5824443" y="1608525"/>
                  </a:lnTo>
                  <a:lnTo>
                    <a:pt x="5868450" y="1554639"/>
                  </a:lnTo>
                  <a:lnTo>
                    <a:pt x="5912925" y="1498567"/>
                  </a:lnTo>
                  <a:lnTo>
                    <a:pt x="5957793" y="1440794"/>
                  </a:lnTo>
                  <a:lnTo>
                    <a:pt x="6002937" y="1381879"/>
                  </a:lnTo>
                  <a:lnTo>
                    <a:pt x="6048213" y="1322427"/>
                  </a:lnTo>
                  <a:lnTo>
                    <a:pt x="6093466" y="1263069"/>
                  </a:lnTo>
                  <a:lnTo>
                    <a:pt x="6138543" y="1204429"/>
                  </a:lnTo>
                  <a:lnTo>
                    <a:pt x="6183306" y="1147102"/>
                  </a:lnTo>
                  <a:lnTo>
                    <a:pt x="6227649" y="1091626"/>
                  </a:lnTo>
                  <a:lnTo>
                    <a:pt x="6271510" y="1038464"/>
                  </a:lnTo>
                  <a:lnTo>
                    <a:pt x="6314876" y="987990"/>
                  </a:lnTo>
                  <a:lnTo>
                    <a:pt x="6357799" y="940479"/>
                  </a:lnTo>
                  <a:lnTo>
                    <a:pt x="6400399" y="896109"/>
                  </a:lnTo>
                  <a:lnTo>
                    <a:pt x="6442874" y="854964"/>
                  </a:lnTo>
                  <a:lnTo>
                    <a:pt x="6485508" y="817040"/>
                  </a:lnTo>
                  <a:lnTo>
                    <a:pt x="6515891" y="792179"/>
                  </a:lnTo>
                  <a:lnTo>
                    <a:pt x="6563690" y="756829"/>
                  </a:lnTo>
                  <a:lnTo>
                    <a:pt x="6613181" y="725138"/>
                  </a:lnTo>
                  <a:lnTo>
                    <a:pt x="6665185" y="696905"/>
                  </a:lnTo>
                  <a:lnTo>
                    <a:pt x="6720619" y="671797"/>
                  </a:lnTo>
                  <a:lnTo>
                    <a:pt x="6780408" y="649446"/>
                  </a:lnTo>
                  <a:lnTo>
                    <a:pt x="6845406" y="629500"/>
                  </a:lnTo>
                  <a:lnTo>
                    <a:pt x="6916279" y="611656"/>
                  </a:lnTo>
                  <a:lnTo>
                    <a:pt x="6993361" y="595675"/>
                  </a:lnTo>
                  <a:lnTo>
                    <a:pt x="7076457" y="581386"/>
                  </a:lnTo>
                  <a:lnTo>
                    <a:pt x="7164619" y="568694"/>
                  </a:lnTo>
                  <a:lnTo>
                    <a:pt x="7255937" y="557566"/>
                  </a:lnTo>
                  <a:lnTo>
                    <a:pt x="7347432" y="548021"/>
                  </a:lnTo>
                  <a:lnTo>
                    <a:pt x="7435168" y="540099"/>
                  </a:lnTo>
                  <a:lnTo>
                    <a:pt x="7514688" y="533819"/>
                  </a:lnTo>
                  <a:lnTo>
                    <a:pt x="7581766" y="529147"/>
                  </a:lnTo>
                  <a:lnTo>
                    <a:pt x="7633325" y="525954"/>
                  </a:lnTo>
                  <a:lnTo>
                    <a:pt x="7668235" y="524022"/>
                  </a:lnTo>
                  <a:lnTo>
                    <a:pt x="7687704" y="523054"/>
                  </a:lnTo>
                  <a:lnTo>
                    <a:pt x="7695222" y="522717"/>
                  </a:lnTo>
                  <a:lnTo>
                    <a:pt x="7696237" y="522675"/>
                  </a:lnTo>
                  <a:lnTo>
                    <a:pt x="8234974" y="522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5" name="pl535"/>
            <p:cNvSpPr/>
            <p:nvPr/>
          </p:nvSpPr>
          <p:spPr>
            <a:xfrm>
              <a:off x="546595" y="2628821"/>
              <a:ext cx="8234974" cy="2139701"/>
            </a:xfrm>
            <a:custGeom>
              <a:avLst/>
              <a:pathLst>
                <a:path w="8234974" h="2139701">
                  <a:moveTo>
                    <a:pt x="8234974" y="522675"/>
                  </a:moveTo>
                  <a:lnTo>
                    <a:pt x="7696237" y="522675"/>
                  </a:lnTo>
                  <a:lnTo>
                    <a:pt x="7694982" y="522727"/>
                  </a:lnTo>
                  <a:lnTo>
                    <a:pt x="7686787" y="523097"/>
                  </a:lnTo>
                  <a:lnTo>
                    <a:pt x="7666331" y="524122"/>
                  </a:lnTo>
                  <a:lnTo>
                    <a:pt x="7630273" y="526133"/>
                  </a:lnTo>
                  <a:lnTo>
                    <a:pt x="7577570" y="529422"/>
                  </a:lnTo>
                  <a:lnTo>
                    <a:pt x="7509508" y="534204"/>
                  </a:lnTo>
                  <a:lnTo>
                    <a:pt x="7429271" y="540597"/>
                  </a:lnTo>
                  <a:lnTo>
                    <a:pt x="7341131" y="548634"/>
                  </a:lnTo>
                  <a:lnTo>
                    <a:pt x="7249531" y="558290"/>
                  </a:lnTo>
                  <a:lnTo>
                    <a:pt x="7158348" y="569527"/>
                  </a:lnTo>
                  <a:lnTo>
                    <a:pt x="7070489" y="582329"/>
                  </a:lnTo>
                  <a:lnTo>
                    <a:pt x="6987792" y="596732"/>
                  </a:lnTo>
                  <a:lnTo>
                    <a:pt x="6911143" y="612837"/>
                  </a:lnTo>
                  <a:lnTo>
                    <a:pt x="6840695" y="630818"/>
                  </a:lnTo>
                  <a:lnTo>
                    <a:pt x="6776084" y="650921"/>
                  </a:lnTo>
                  <a:lnTo>
                    <a:pt x="6716627" y="673452"/>
                  </a:lnTo>
                  <a:lnTo>
                    <a:pt x="6661463" y="698766"/>
                  </a:lnTo>
                  <a:lnTo>
                    <a:pt x="6609663" y="727230"/>
                  </a:lnTo>
                  <a:lnTo>
                    <a:pt x="6560315" y="759171"/>
                  </a:lnTo>
                  <a:lnTo>
                    <a:pt x="6515891" y="792179"/>
                  </a:lnTo>
                  <a:lnTo>
                    <a:pt x="6472920" y="827874"/>
                  </a:lnTo>
                  <a:lnTo>
                    <a:pt x="6430367" y="866741"/>
                  </a:lnTo>
                  <a:lnTo>
                    <a:pt x="6387881" y="908838"/>
                  </a:lnTo>
                  <a:lnTo>
                    <a:pt x="6345202" y="954146"/>
                  </a:lnTo>
                  <a:lnTo>
                    <a:pt x="6302158" y="1002552"/>
                  </a:lnTo>
                  <a:lnTo>
                    <a:pt x="6258649" y="1053851"/>
                  </a:lnTo>
                  <a:lnTo>
                    <a:pt x="6214643" y="1107737"/>
                  </a:lnTo>
                  <a:lnTo>
                    <a:pt x="6170167" y="1163810"/>
                  </a:lnTo>
                  <a:lnTo>
                    <a:pt x="6125299" y="1221582"/>
                  </a:lnTo>
                  <a:lnTo>
                    <a:pt x="6080155" y="1280497"/>
                  </a:lnTo>
                  <a:lnTo>
                    <a:pt x="6034879" y="1339949"/>
                  </a:lnTo>
                  <a:lnTo>
                    <a:pt x="5989626" y="1399307"/>
                  </a:lnTo>
                  <a:lnTo>
                    <a:pt x="5944550" y="1457947"/>
                  </a:lnTo>
                  <a:lnTo>
                    <a:pt x="5899787" y="1515274"/>
                  </a:lnTo>
                  <a:lnTo>
                    <a:pt x="5855443" y="1570750"/>
                  </a:lnTo>
                  <a:lnTo>
                    <a:pt x="5811583" y="1623912"/>
                  </a:lnTo>
                  <a:lnTo>
                    <a:pt x="5768217" y="1674386"/>
                  </a:lnTo>
                  <a:lnTo>
                    <a:pt x="5725294" y="1721898"/>
                  </a:lnTo>
                  <a:lnTo>
                    <a:pt x="5682694" y="1766267"/>
                  </a:lnTo>
                  <a:lnTo>
                    <a:pt x="5640218" y="1807413"/>
                  </a:lnTo>
                  <a:lnTo>
                    <a:pt x="5597584" y="1845336"/>
                  </a:lnTo>
                  <a:lnTo>
                    <a:pt x="5567201" y="1870197"/>
                  </a:lnTo>
                  <a:lnTo>
                    <a:pt x="5519402" y="1905547"/>
                  </a:lnTo>
                  <a:lnTo>
                    <a:pt x="5469911" y="1937238"/>
                  </a:lnTo>
                  <a:lnTo>
                    <a:pt x="5417907" y="1965472"/>
                  </a:lnTo>
                  <a:lnTo>
                    <a:pt x="5362474" y="1990579"/>
                  </a:lnTo>
                  <a:lnTo>
                    <a:pt x="5302684" y="2012931"/>
                  </a:lnTo>
                  <a:lnTo>
                    <a:pt x="5237686" y="2032876"/>
                  </a:lnTo>
                  <a:lnTo>
                    <a:pt x="5166813" y="2050720"/>
                  </a:lnTo>
                  <a:lnTo>
                    <a:pt x="5089731" y="2066701"/>
                  </a:lnTo>
                  <a:lnTo>
                    <a:pt x="5006636" y="2080990"/>
                  </a:lnTo>
                  <a:lnTo>
                    <a:pt x="4918474" y="2093682"/>
                  </a:lnTo>
                  <a:lnTo>
                    <a:pt x="4827155" y="2104810"/>
                  </a:lnTo>
                  <a:lnTo>
                    <a:pt x="4735661" y="2114355"/>
                  </a:lnTo>
                  <a:lnTo>
                    <a:pt x="4647924" y="2122278"/>
                  </a:lnTo>
                  <a:lnTo>
                    <a:pt x="4568404" y="2128557"/>
                  </a:lnTo>
                  <a:lnTo>
                    <a:pt x="4501327" y="2133230"/>
                  </a:lnTo>
                  <a:lnTo>
                    <a:pt x="4449767" y="2136422"/>
                  </a:lnTo>
                  <a:lnTo>
                    <a:pt x="4414858" y="2138354"/>
                  </a:lnTo>
                  <a:lnTo>
                    <a:pt x="4395389" y="2139322"/>
                  </a:lnTo>
                  <a:lnTo>
                    <a:pt x="4387870" y="2139660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97" y="2139635"/>
                  </a:lnTo>
                  <a:lnTo>
                    <a:pt x="3838913" y="2139158"/>
                  </a:lnTo>
                  <a:lnTo>
                    <a:pt x="3818966" y="2137839"/>
                  </a:lnTo>
                  <a:lnTo>
                    <a:pt x="3783758" y="2135250"/>
                  </a:lnTo>
                  <a:lnTo>
                    <a:pt x="3732198" y="2131012"/>
                  </a:lnTo>
                  <a:lnTo>
                    <a:pt x="3665451" y="2124845"/>
                  </a:lnTo>
                  <a:lnTo>
                    <a:pt x="3586542" y="2116589"/>
                  </a:lnTo>
                  <a:lnTo>
                    <a:pt x="3499592" y="2106198"/>
                  </a:lnTo>
                  <a:lnTo>
                    <a:pt x="3408938" y="2093698"/>
                  </a:lnTo>
                  <a:lnTo>
                    <a:pt x="3318418" y="2079142"/>
                  </a:lnTo>
                  <a:lnTo>
                    <a:pt x="3230947" y="2062553"/>
                  </a:lnTo>
                  <a:lnTo>
                    <a:pt x="3148410" y="2043892"/>
                  </a:lnTo>
                  <a:lnTo>
                    <a:pt x="3071758" y="2023039"/>
                  </a:lnTo>
                  <a:lnTo>
                    <a:pt x="3001207" y="1999780"/>
                  </a:lnTo>
                  <a:lnTo>
                    <a:pt x="2936456" y="1973810"/>
                  </a:lnTo>
                  <a:lnTo>
                    <a:pt x="2876869" y="1944743"/>
                  </a:lnTo>
                  <a:lnTo>
                    <a:pt x="2821627" y="1912130"/>
                  </a:lnTo>
                  <a:lnTo>
                    <a:pt x="2769830" y="1875496"/>
                  </a:lnTo>
                  <a:lnTo>
                    <a:pt x="2720583" y="1834406"/>
                  </a:lnTo>
                  <a:lnTo>
                    <a:pt x="2673072" y="1788574"/>
                  </a:lnTo>
                  <a:lnTo>
                    <a:pt x="2667772" y="1783084"/>
                  </a:lnTo>
                  <a:lnTo>
                    <a:pt x="2628407" y="1740002"/>
                  </a:lnTo>
                  <a:lnTo>
                    <a:pt x="2589422" y="1693408"/>
                  </a:lnTo>
                  <a:lnTo>
                    <a:pt x="2550535" y="1643234"/>
                  </a:lnTo>
                  <a:lnTo>
                    <a:pt x="2511533" y="1589484"/>
                  </a:lnTo>
                  <a:lnTo>
                    <a:pt x="2472267" y="1532243"/>
                  </a:lnTo>
                  <a:lnTo>
                    <a:pt x="2432637" y="1471682"/>
                  </a:lnTo>
                  <a:lnTo>
                    <a:pt x="2392597" y="1408064"/>
                  </a:lnTo>
                  <a:lnTo>
                    <a:pt x="2352143" y="1341745"/>
                  </a:lnTo>
                  <a:lnTo>
                    <a:pt x="2311313" y="1273164"/>
                  </a:lnTo>
                  <a:lnTo>
                    <a:pt x="2270173" y="1202839"/>
                  </a:lnTo>
                  <a:lnTo>
                    <a:pt x="2228820" y="1131348"/>
                  </a:lnTo>
                  <a:lnTo>
                    <a:pt x="2187365" y="1059310"/>
                  </a:lnTo>
                  <a:lnTo>
                    <a:pt x="2145928" y="987366"/>
                  </a:lnTo>
                  <a:lnTo>
                    <a:pt x="2104626" y="916153"/>
                  </a:lnTo>
                  <a:lnTo>
                    <a:pt x="2063568" y="846281"/>
                  </a:lnTo>
                  <a:lnTo>
                    <a:pt x="2022842" y="778311"/>
                  </a:lnTo>
                  <a:lnTo>
                    <a:pt x="1982507" y="712740"/>
                  </a:lnTo>
                  <a:lnTo>
                    <a:pt x="1942590" y="649983"/>
                  </a:lnTo>
                  <a:lnTo>
                    <a:pt x="1903073" y="590369"/>
                  </a:lnTo>
                  <a:lnTo>
                    <a:pt x="1863896" y="534135"/>
                  </a:lnTo>
                  <a:lnTo>
                    <a:pt x="1824946" y="481425"/>
                  </a:lnTo>
                  <a:lnTo>
                    <a:pt x="1786055" y="432301"/>
                  </a:lnTo>
                  <a:lnTo>
                    <a:pt x="1746991" y="386744"/>
                  </a:lnTo>
                  <a:lnTo>
                    <a:pt x="1719082" y="356616"/>
                  </a:lnTo>
                  <a:lnTo>
                    <a:pt x="1671724" y="310243"/>
                  </a:lnTo>
                  <a:lnTo>
                    <a:pt x="1622712" y="268626"/>
                  </a:lnTo>
                  <a:lnTo>
                    <a:pt x="1571248" y="231508"/>
                  </a:lnTo>
                  <a:lnTo>
                    <a:pt x="1516441" y="198464"/>
                  </a:lnTo>
                  <a:lnTo>
                    <a:pt x="1457390" y="169019"/>
                  </a:lnTo>
                  <a:lnTo>
                    <a:pt x="1393260" y="142719"/>
                  </a:lnTo>
                  <a:lnTo>
                    <a:pt x="1323388" y="119169"/>
                  </a:lnTo>
                  <a:lnTo>
                    <a:pt x="1247428" y="98056"/>
                  </a:lnTo>
                  <a:lnTo>
                    <a:pt x="1165525" y="79155"/>
                  </a:lnTo>
                  <a:lnTo>
                    <a:pt x="1078537" y="62335"/>
                  </a:lnTo>
                  <a:lnTo>
                    <a:pt x="988235" y="47548"/>
                  </a:lnTo>
                  <a:lnTo>
                    <a:pt x="897418" y="34814"/>
                  </a:lnTo>
                  <a:lnTo>
                    <a:pt x="809835" y="24181"/>
                  </a:lnTo>
                  <a:lnTo>
                    <a:pt x="729797" y="15684"/>
                  </a:lnTo>
                  <a:lnTo>
                    <a:pt x="661493" y="9286"/>
                  </a:lnTo>
                  <a:lnTo>
                    <a:pt x="608116" y="4842"/>
                  </a:lnTo>
                  <a:lnTo>
                    <a:pt x="571068" y="2084"/>
                  </a:lnTo>
                  <a:lnTo>
                    <a:pt x="549520" y="642"/>
                  </a:lnTo>
                  <a:lnTo>
                    <a:pt x="540410" y="92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6" name="pg536"/>
            <p:cNvSpPr/>
            <p:nvPr/>
          </p:nvSpPr>
          <p:spPr>
            <a:xfrm>
              <a:off x="546595" y="2661488"/>
              <a:ext cx="8234974" cy="2172369"/>
            </a:xfrm>
            <a:custGeom>
              <a:avLst/>
              <a:pathLst>
                <a:path w="8234974" h="2172369">
                  <a:moveTo>
                    <a:pt x="0" y="27222"/>
                  </a:moveTo>
                  <a:lnTo>
                    <a:pt x="538736" y="27222"/>
                  </a:lnTo>
                  <a:lnTo>
                    <a:pt x="539958" y="27289"/>
                  </a:lnTo>
                  <a:lnTo>
                    <a:pt x="547939" y="27767"/>
                  </a:lnTo>
                  <a:lnTo>
                    <a:pt x="567879" y="29089"/>
                  </a:lnTo>
                  <a:lnTo>
                    <a:pt x="603078" y="31684"/>
                  </a:lnTo>
                  <a:lnTo>
                    <a:pt x="654625" y="35931"/>
                  </a:lnTo>
                  <a:lnTo>
                    <a:pt x="721356" y="42112"/>
                  </a:lnTo>
                  <a:lnTo>
                    <a:pt x="800250" y="50386"/>
                  </a:lnTo>
                  <a:lnTo>
                    <a:pt x="887187" y="60801"/>
                  </a:lnTo>
                  <a:lnTo>
                    <a:pt x="977829" y="73329"/>
                  </a:lnTo>
                  <a:lnTo>
                    <a:pt x="1068342" y="87919"/>
                  </a:lnTo>
                  <a:lnTo>
                    <a:pt x="1155808" y="104546"/>
                  </a:lnTo>
                  <a:lnTo>
                    <a:pt x="1238343" y="123250"/>
                  </a:lnTo>
                  <a:lnTo>
                    <a:pt x="1314995" y="144151"/>
                  </a:lnTo>
                  <a:lnTo>
                    <a:pt x="1385546" y="167463"/>
                  </a:lnTo>
                  <a:lnTo>
                    <a:pt x="1450300" y="193492"/>
                  </a:lnTo>
                  <a:lnTo>
                    <a:pt x="1509888" y="222625"/>
                  </a:lnTo>
                  <a:lnTo>
                    <a:pt x="1565131" y="255310"/>
                  </a:lnTo>
                  <a:lnTo>
                    <a:pt x="1616928" y="292025"/>
                  </a:lnTo>
                  <a:lnTo>
                    <a:pt x="1666174" y="333206"/>
                  </a:lnTo>
                  <a:lnTo>
                    <a:pt x="1713682" y="379140"/>
                  </a:lnTo>
                  <a:lnTo>
                    <a:pt x="1719082" y="384747"/>
                  </a:lnTo>
                  <a:lnTo>
                    <a:pt x="1758413" y="427899"/>
                  </a:lnTo>
                  <a:lnTo>
                    <a:pt x="1797364" y="474566"/>
                  </a:lnTo>
                  <a:lnTo>
                    <a:pt x="1836217" y="524815"/>
                  </a:lnTo>
                  <a:lnTo>
                    <a:pt x="1875183" y="578643"/>
                  </a:lnTo>
                  <a:lnTo>
                    <a:pt x="1914414" y="635966"/>
                  </a:lnTo>
                  <a:lnTo>
                    <a:pt x="1954007" y="696612"/>
                  </a:lnTo>
                  <a:lnTo>
                    <a:pt x="1994009" y="760319"/>
                  </a:lnTo>
                  <a:lnTo>
                    <a:pt x="2034425" y="826732"/>
                  </a:lnTo>
                  <a:lnTo>
                    <a:pt x="2075217" y="895412"/>
                  </a:lnTo>
                  <a:lnTo>
                    <a:pt x="2116318" y="965841"/>
                  </a:lnTo>
                  <a:lnTo>
                    <a:pt x="2157633" y="1037443"/>
                  </a:lnTo>
                  <a:lnTo>
                    <a:pt x="2199051" y="1109598"/>
                  </a:lnTo>
                  <a:lnTo>
                    <a:pt x="2240453" y="1181666"/>
                  </a:lnTo>
                  <a:lnTo>
                    <a:pt x="2281720" y="1253010"/>
                  </a:lnTo>
                  <a:lnTo>
                    <a:pt x="2322745" y="1323019"/>
                  </a:lnTo>
                  <a:lnTo>
                    <a:pt x="2363441" y="1391132"/>
                  </a:lnTo>
                  <a:lnTo>
                    <a:pt x="2403746" y="1456850"/>
                  </a:lnTo>
                  <a:lnTo>
                    <a:pt x="2443635" y="1519757"/>
                  </a:lnTo>
                  <a:lnTo>
                    <a:pt x="2483123" y="1579523"/>
                  </a:lnTo>
                  <a:lnTo>
                    <a:pt x="2522270" y="1635911"/>
                  </a:lnTo>
                  <a:lnTo>
                    <a:pt x="2561188" y="1688772"/>
                  </a:lnTo>
                  <a:lnTo>
                    <a:pt x="2600044" y="1738046"/>
                  </a:lnTo>
                  <a:lnTo>
                    <a:pt x="2639068" y="1783749"/>
                  </a:lnTo>
                  <a:lnTo>
                    <a:pt x="2667772" y="1814844"/>
                  </a:lnTo>
                  <a:lnTo>
                    <a:pt x="2715125" y="1861331"/>
                  </a:lnTo>
                  <a:lnTo>
                    <a:pt x="2764132" y="1903051"/>
                  </a:lnTo>
                  <a:lnTo>
                    <a:pt x="2815590" y="1940260"/>
                  </a:lnTo>
                  <a:lnTo>
                    <a:pt x="2870389" y="1973386"/>
                  </a:lnTo>
                  <a:lnTo>
                    <a:pt x="2929432" y="2002904"/>
                  </a:lnTo>
                  <a:lnTo>
                    <a:pt x="2993552" y="2029270"/>
                  </a:lnTo>
                  <a:lnTo>
                    <a:pt x="3063412" y="2052879"/>
                  </a:lnTo>
                  <a:lnTo>
                    <a:pt x="3139359" y="2074045"/>
                  </a:lnTo>
                  <a:lnTo>
                    <a:pt x="3221248" y="2092994"/>
                  </a:lnTo>
                  <a:lnTo>
                    <a:pt x="3308223" y="2109858"/>
                  </a:lnTo>
                  <a:lnTo>
                    <a:pt x="3398513" y="2124683"/>
                  </a:lnTo>
                  <a:lnTo>
                    <a:pt x="3489321" y="2137451"/>
                  </a:lnTo>
                  <a:lnTo>
                    <a:pt x="3576903" y="2148112"/>
                  </a:lnTo>
                  <a:lnTo>
                    <a:pt x="3656946" y="2156633"/>
                  </a:lnTo>
                  <a:lnTo>
                    <a:pt x="3725264" y="2163050"/>
                  </a:lnTo>
                  <a:lnTo>
                    <a:pt x="3778662" y="2167508"/>
                  </a:lnTo>
                  <a:lnTo>
                    <a:pt x="3815735" y="2170275"/>
                  </a:lnTo>
                  <a:lnTo>
                    <a:pt x="3837307" y="2171723"/>
                  </a:lnTo>
                  <a:lnTo>
                    <a:pt x="3846435" y="2172276"/>
                  </a:lnTo>
                  <a:lnTo>
                    <a:pt x="3848118" y="2172369"/>
                  </a:lnTo>
                  <a:lnTo>
                    <a:pt x="4386855" y="2172369"/>
                  </a:lnTo>
                  <a:lnTo>
                    <a:pt x="4388140" y="2172337"/>
                  </a:lnTo>
                  <a:lnTo>
                    <a:pt x="4396526" y="2172108"/>
                  </a:lnTo>
                  <a:lnTo>
                    <a:pt x="4417439" y="2171475"/>
                  </a:lnTo>
                  <a:lnTo>
                    <a:pt x="4454257" y="2170233"/>
                  </a:lnTo>
                  <a:lnTo>
                    <a:pt x="4507980" y="2168204"/>
                  </a:lnTo>
                  <a:lnTo>
                    <a:pt x="4577210" y="2165257"/>
                  </a:lnTo>
                  <a:lnTo>
                    <a:pt x="4658618" y="2161320"/>
                  </a:lnTo>
                  <a:lnTo>
                    <a:pt x="4747800" y="2156378"/>
                  </a:lnTo>
                  <a:lnTo>
                    <a:pt x="4840221" y="2150445"/>
                  </a:lnTo>
                  <a:lnTo>
                    <a:pt x="4931969" y="2143545"/>
                  </a:lnTo>
                  <a:lnTo>
                    <a:pt x="5020151" y="2135686"/>
                  </a:lnTo>
                  <a:lnTo>
                    <a:pt x="5102974" y="2126844"/>
                  </a:lnTo>
                  <a:lnTo>
                    <a:pt x="5179607" y="2116950"/>
                  </a:lnTo>
                  <a:lnTo>
                    <a:pt x="5249958" y="2105894"/>
                  </a:lnTo>
                  <a:lnTo>
                    <a:pt x="5314443" y="2093518"/>
                  </a:lnTo>
                  <a:lnTo>
                    <a:pt x="5373789" y="2079631"/>
                  </a:lnTo>
                  <a:lnTo>
                    <a:pt x="5428893" y="2064010"/>
                  </a:lnTo>
                  <a:lnTo>
                    <a:pt x="5480709" y="2046430"/>
                  </a:lnTo>
                  <a:lnTo>
                    <a:pt x="5530160" y="2026697"/>
                  </a:lnTo>
                  <a:lnTo>
                    <a:pt x="5567201" y="2009940"/>
                  </a:lnTo>
                  <a:lnTo>
                    <a:pt x="5615188" y="1985774"/>
                  </a:lnTo>
                  <a:lnTo>
                    <a:pt x="5662707" y="1959214"/>
                  </a:lnTo>
                  <a:lnTo>
                    <a:pt x="5710227" y="1930221"/>
                  </a:lnTo>
                  <a:lnTo>
                    <a:pt x="5758073" y="1898835"/>
                  </a:lnTo>
                  <a:lnTo>
                    <a:pt x="5806443" y="1865181"/>
                  </a:lnTo>
                  <a:lnTo>
                    <a:pt x="5855425" y="1829479"/>
                  </a:lnTo>
                  <a:lnTo>
                    <a:pt x="5905009" y="1792036"/>
                  </a:lnTo>
                  <a:lnTo>
                    <a:pt x="5955104" y="1753245"/>
                  </a:lnTo>
                  <a:lnTo>
                    <a:pt x="6005551" y="1713569"/>
                  </a:lnTo>
                  <a:lnTo>
                    <a:pt x="6056153" y="1673516"/>
                  </a:lnTo>
                  <a:lnTo>
                    <a:pt x="6106692" y="1633617"/>
                  </a:lnTo>
                  <a:lnTo>
                    <a:pt x="6156957" y="1594392"/>
                  </a:lnTo>
                  <a:lnTo>
                    <a:pt x="6206773" y="1556327"/>
                  </a:lnTo>
                  <a:lnTo>
                    <a:pt x="6256016" y="1519845"/>
                  </a:lnTo>
                  <a:lnTo>
                    <a:pt x="6304640" y="1485294"/>
                  </a:lnTo>
                  <a:lnTo>
                    <a:pt x="6352690" y="1452928"/>
                  </a:lnTo>
                  <a:lnTo>
                    <a:pt x="6400315" y="1422914"/>
                  </a:lnTo>
                  <a:lnTo>
                    <a:pt x="6447787" y="1395325"/>
                  </a:lnTo>
                  <a:lnTo>
                    <a:pt x="6495508" y="1370156"/>
                  </a:lnTo>
                  <a:lnTo>
                    <a:pt x="6515891" y="1360226"/>
                  </a:lnTo>
                  <a:lnTo>
                    <a:pt x="6564081" y="1338758"/>
                  </a:lnTo>
                  <a:lnTo>
                    <a:pt x="6613996" y="1319530"/>
                  </a:lnTo>
                  <a:lnTo>
                    <a:pt x="6666480" y="1302418"/>
                  </a:lnTo>
                  <a:lnTo>
                    <a:pt x="6722471" y="1287214"/>
                  </a:lnTo>
                  <a:lnTo>
                    <a:pt x="6782918" y="1273691"/>
                  </a:lnTo>
                  <a:lnTo>
                    <a:pt x="6848689" y="1261633"/>
                  </a:lnTo>
                  <a:lnTo>
                    <a:pt x="6920455" y="1250854"/>
                  </a:lnTo>
                  <a:lnTo>
                    <a:pt x="6998535" y="1241210"/>
                  </a:lnTo>
                  <a:lnTo>
                    <a:pt x="7082689" y="1232596"/>
                  </a:lnTo>
                  <a:lnTo>
                    <a:pt x="7171883" y="1224958"/>
                  </a:lnTo>
                  <a:lnTo>
                    <a:pt x="7264081" y="1218278"/>
                  </a:lnTo>
                  <a:lnTo>
                    <a:pt x="7356137" y="1212569"/>
                  </a:lnTo>
                  <a:lnTo>
                    <a:pt x="7443950" y="1207856"/>
                  </a:lnTo>
                  <a:lnTo>
                    <a:pt x="7522938" y="1204149"/>
                  </a:lnTo>
                  <a:lnTo>
                    <a:pt x="7588856" y="1201420"/>
                  </a:lnTo>
                  <a:lnTo>
                    <a:pt x="7638752" y="1199585"/>
                  </a:lnTo>
                  <a:lnTo>
                    <a:pt x="7671754" y="1198499"/>
                  </a:lnTo>
                  <a:lnTo>
                    <a:pt x="7689424" y="1197978"/>
                  </a:lnTo>
                  <a:lnTo>
                    <a:pt x="7695640" y="1197812"/>
                  </a:lnTo>
                  <a:lnTo>
                    <a:pt x="7696237" y="1197797"/>
                  </a:lnTo>
                  <a:lnTo>
                    <a:pt x="8234974" y="1197797"/>
                  </a:lnTo>
                  <a:lnTo>
                    <a:pt x="8234974" y="1170574"/>
                  </a:lnTo>
                  <a:lnTo>
                    <a:pt x="7696237" y="1170574"/>
                  </a:lnTo>
                  <a:lnTo>
                    <a:pt x="7694952" y="1170606"/>
                  </a:lnTo>
                  <a:lnTo>
                    <a:pt x="7686567" y="1170835"/>
                  </a:lnTo>
                  <a:lnTo>
                    <a:pt x="7665653" y="1171468"/>
                  </a:lnTo>
                  <a:lnTo>
                    <a:pt x="7628835" y="1172710"/>
                  </a:lnTo>
                  <a:lnTo>
                    <a:pt x="7575112" y="1174739"/>
                  </a:lnTo>
                  <a:lnTo>
                    <a:pt x="7505882" y="1177686"/>
                  </a:lnTo>
                  <a:lnTo>
                    <a:pt x="7424474" y="1181623"/>
                  </a:lnTo>
                  <a:lnTo>
                    <a:pt x="7335293" y="1186565"/>
                  </a:lnTo>
                  <a:lnTo>
                    <a:pt x="7242872" y="1192498"/>
                  </a:lnTo>
                  <a:lnTo>
                    <a:pt x="7151124" y="1199398"/>
                  </a:lnTo>
                  <a:lnTo>
                    <a:pt x="7062942" y="1207257"/>
                  </a:lnTo>
                  <a:lnTo>
                    <a:pt x="6980119" y="1216099"/>
                  </a:lnTo>
                  <a:lnTo>
                    <a:pt x="6903486" y="1225993"/>
                  </a:lnTo>
                  <a:lnTo>
                    <a:pt x="6833135" y="1237049"/>
                  </a:lnTo>
                  <a:lnTo>
                    <a:pt x="6768650" y="1249425"/>
                  </a:lnTo>
                  <a:lnTo>
                    <a:pt x="6709303" y="1263312"/>
                  </a:lnTo>
                  <a:lnTo>
                    <a:pt x="6654199" y="1278933"/>
                  </a:lnTo>
                  <a:lnTo>
                    <a:pt x="6602384" y="1296513"/>
                  </a:lnTo>
                  <a:lnTo>
                    <a:pt x="6552932" y="1316246"/>
                  </a:lnTo>
                  <a:lnTo>
                    <a:pt x="6515891" y="1333003"/>
                  </a:lnTo>
                  <a:lnTo>
                    <a:pt x="6467904" y="1357169"/>
                  </a:lnTo>
                  <a:lnTo>
                    <a:pt x="6420385" y="1383729"/>
                  </a:lnTo>
                  <a:lnTo>
                    <a:pt x="6372865" y="1412722"/>
                  </a:lnTo>
                  <a:lnTo>
                    <a:pt x="6325020" y="1444108"/>
                  </a:lnTo>
                  <a:lnTo>
                    <a:pt x="6276650" y="1477762"/>
                  </a:lnTo>
                  <a:lnTo>
                    <a:pt x="6227667" y="1513464"/>
                  </a:lnTo>
                  <a:lnTo>
                    <a:pt x="6178083" y="1550907"/>
                  </a:lnTo>
                  <a:lnTo>
                    <a:pt x="6127989" y="1589698"/>
                  </a:lnTo>
                  <a:lnTo>
                    <a:pt x="6077541" y="1629374"/>
                  </a:lnTo>
                  <a:lnTo>
                    <a:pt x="6026939" y="1669427"/>
                  </a:lnTo>
                  <a:lnTo>
                    <a:pt x="5976401" y="1709326"/>
                  </a:lnTo>
                  <a:lnTo>
                    <a:pt x="5926135" y="1748551"/>
                  </a:lnTo>
                  <a:lnTo>
                    <a:pt x="5876320" y="1786616"/>
                  </a:lnTo>
                  <a:lnTo>
                    <a:pt x="5827077" y="1823098"/>
                  </a:lnTo>
                  <a:lnTo>
                    <a:pt x="5778453" y="1857649"/>
                  </a:lnTo>
                  <a:lnTo>
                    <a:pt x="5730403" y="1890015"/>
                  </a:lnTo>
                  <a:lnTo>
                    <a:pt x="5682777" y="1920029"/>
                  </a:lnTo>
                  <a:lnTo>
                    <a:pt x="5635306" y="1947618"/>
                  </a:lnTo>
                  <a:lnTo>
                    <a:pt x="5587584" y="1972787"/>
                  </a:lnTo>
                  <a:lnTo>
                    <a:pt x="5567201" y="1982717"/>
                  </a:lnTo>
                  <a:lnTo>
                    <a:pt x="5519012" y="2004185"/>
                  </a:lnTo>
                  <a:lnTo>
                    <a:pt x="5469097" y="2023413"/>
                  </a:lnTo>
                  <a:lnTo>
                    <a:pt x="5416613" y="2040525"/>
                  </a:lnTo>
                  <a:lnTo>
                    <a:pt x="5360622" y="2055729"/>
                  </a:lnTo>
                  <a:lnTo>
                    <a:pt x="5300175" y="2069252"/>
                  </a:lnTo>
                  <a:lnTo>
                    <a:pt x="5234404" y="2081310"/>
                  </a:lnTo>
                  <a:lnTo>
                    <a:pt x="5162637" y="2092089"/>
                  </a:lnTo>
                  <a:lnTo>
                    <a:pt x="5084557" y="2101733"/>
                  </a:lnTo>
                  <a:lnTo>
                    <a:pt x="5000404" y="2110347"/>
                  </a:lnTo>
                  <a:lnTo>
                    <a:pt x="4911209" y="2117985"/>
                  </a:lnTo>
                  <a:lnTo>
                    <a:pt x="4819012" y="2124665"/>
                  </a:lnTo>
                  <a:lnTo>
                    <a:pt x="4726955" y="2130374"/>
                  </a:lnTo>
                  <a:lnTo>
                    <a:pt x="4639143" y="2135087"/>
                  </a:lnTo>
                  <a:lnTo>
                    <a:pt x="4560155" y="2138794"/>
                  </a:lnTo>
                  <a:lnTo>
                    <a:pt x="4494237" y="2141523"/>
                  </a:lnTo>
                  <a:lnTo>
                    <a:pt x="4444340" y="2143358"/>
                  </a:lnTo>
                  <a:lnTo>
                    <a:pt x="4411338" y="2144444"/>
                  </a:lnTo>
                  <a:lnTo>
                    <a:pt x="4393668" y="2144965"/>
                  </a:lnTo>
                  <a:lnTo>
                    <a:pt x="4387453" y="2145131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97" y="2145079"/>
                  </a:lnTo>
                  <a:lnTo>
                    <a:pt x="3838916" y="2144601"/>
                  </a:lnTo>
                  <a:lnTo>
                    <a:pt x="3818975" y="2143279"/>
                  </a:lnTo>
                  <a:lnTo>
                    <a:pt x="3783777" y="2140684"/>
                  </a:lnTo>
                  <a:lnTo>
                    <a:pt x="3732230" y="2136437"/>
                  </a:lnTo>
                  <a:lnTo>
                    <a:pt x="3665498" y="2130256"/>
                  </a:lnTo>
                  <a:lnTo>
                    <a:pt x="3586605" y="2121982"/>
                  </a:lnTo>
                  <a:lnTo>
                    <a:pt x="3499668" y="2111567"/>
                  </a:lnTo>
                  <a:lnTo>
                    <a:pt x="3409026" y="2099039"/>
                  </a:lnTo>
                  <a:lnTo>
                    <a:pt x="3318513" y="2084449"/>
                  </a:lnTo>
                  <a:lnTo>
                    <a:pt x="3231047" y="2067822"/>
                  </a:lnTo>
                  <a:lnTo>
                    <a:pt x="3148512" y="2049118"/>
                  </a:lnTo>
                  <a:lnTo>
                    <a:pt x="3071860" y="2028217"/>
                  </a:lnTo>
                  <a:lnTo>
                    <a:pt x="3001308" y="2004905"/>
                  </a:lnTo>
                  <a:lnTo>
                    <a:pt x="2936555" y="1978876"/>
                  </a:lnTo>
                  <a:lnTo>
                    <a:pt x="2876967" y="1949744"/>
                  </a:lnTo>
                  <a:lnTo>
                    <a:pt x="2821724" y="1917058"/>
                  </a:lnTo>
                  <a:lnTo>
                    <a:pt x="2769927" y="1880343"/>
                  </a:lnTo>
                  <a:lnTo>
                    <a:pt x="2720680" y="1839162"/>
                  </a:lnTo>
                  <a:lnTo>
                    <a:pt x="2673172" y="1793229"/>
                  </a:lnTo>
                  <a:lnTo>
                    <a:pt x="2667772" y="1787622"/>
                  </a:lnTo>
                  <a:lnTo>
                    <a:pt x="2628442" y="1744469"/>
                  </a:lnTo>
                  <a:lnTo>
                    <a:pt x="2589491" y="1697802"/>
                  </a:lnTo>
                  <a:lnTo>
                    <a:pt x="2550638" y="1647553"/>
                  </a:lnTo>
                  <a:lnTo>
                    <a:pt x="2511671" y="1593725"/>
                  </a:lnTo>
                  <a:lnTo>
                    <a:pt x="2472440" y="1536402"/>
                  </a:lnTo>
                  <a:lnTo>
                    <a:pt x="2432848" y="1475756"/>
                  </a:lnTo>
                  <a:lnTo>
                    <a:pt x="2392845" y="1412049"/>
                  </a:lnTo>
                  <a:lnTo>
                    <a:pt x="2352430" y="1345636"/>
                  </a:lnTo>
                  <a:lnTo>
                    <a:pt x="2311638" y="1276957"/>
                  </a:lnTo>
                  <a:lnTo>
                    <a:pt x="2270537" y="1206527"/>
                  </a:lnTo>
                  <a:lnTo>
                    <a:pt x="2229222" y="1134925"/>
                  </a:lnTo>
                  <a:lnTo>
                    <a:pt x="2187804" y="1062770"/>
                  </a:lnTo>
                  <a:lnTo>
                    <a:pt x="2146402" y="990702"/>
                  </a:lnTo>
                  <a:lnTo>
                    <a:pt x="2105135" y="919358"/>
                  </a:lnTo>
                  <a:lnTo>
                    <a:pt x="2064109" y="849349"/>
                  </a:lnTo>
                  <a:lnTo>
                    <a:pt x="2023414" y="781237"/>
                  </a:lnTo>
                  <a:lnTo>
                    <a:pt x="1983109" y="715518"/>
                  </a:lnTo>
                  <a:lnTo>
                    <a:pt x="1943220" y="652611"/>
                  </a:lnTo>
                  <a:lnTo>
                    <a:pt x="1903732" y="592845"/>
                  </a:lnTo>
                  <a:lnTo>
                    <a:pt x="1864584" y="536457"/>
                  </a:lnTo>
                  <a:lnTo>
                    <a:pt x="1825666" y="483596"/>
                  </a:lnTo>
                  <a:lnTo>
                    <a:pt x="1786810" y="434322"/>
                  </a:lnTo>
                  <a:lnTo>
                    <a:pt x="1747787" y="388619"/>
                  </a:lnTo>
                  <a:lnTo>
                    <a:pt x="1719082" y="357524"/>
                  </a:lnTo>
                  <a:lnTo>
                    <a:pt x="1671729" y="311037"/>
                  </a:lnTo>
                  <a:lnTo>
                    <a:pt x="1622723" y="269318"/>
                  </a:lnTo>
                  <a:lnTo>
                    <a:pt x="1571265" y="232108"/>
                  </a:lnTo>
                  <a:lnTo>
                    <a:pt x="1516466" y="198982"/>
                  </a:lnTo>
                  <a:lnTo>
                    <a:pt x="1457423" y="169464"/>
                  </a:lnTo>
                  <a:lnTo>
                    <a:pt x="1393302" y="143098"/>
                  </a:lnTo>
                  <a:lnTo>
                    <a:pt x="1323443" y="119489"/>
                  </a:lnTo>
                  <a:lnTo>
                    <a:pt x="1247495" y="98323"/>
                  </a:lnTo>
                  <a:lnTo>
                    <a:pt x="1165606" y="79374"/>
                  </a:lnTo>
                  <a:lnTo>
                    <a:pt x="1078632" y="62510"/>
                  </a:lnTo>
                  <a:lnTo>
                    <a:pt x="988341" y="47685"/>
                  </a:lnTo>
                  <a:lnTo>
                    <a:pt x="897533" y="34917"/>
                  </a:lnTo>
                  <a:lnTo>
                    <a:pt x="809952" y="24256"/>
                  </a:lnTo>
                  <a:lnTo>
                    <a:pt x="729908" y="15735"/>
                  </a:lnTo>
                  <a:lnTo>
                    <a:pt x="661591" y="9318"/>
                  </a:lnTo>
                  <a:lnTo>
                    <a:pt x="608193" y="4860"/>
                  </a:lnTo>
                  <a:lnTo>
                    <a:pt x="571120" y="2093"/>
                  </a:lnTo>
                  <a:lnTo>
                    <a:pt x="549548" y="646"/>
                  </a:lnTo>
                  <a:lnTo>
                    <a:pt x="540419" y="9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37" name="pl537"/>
            <p:cNvSpPr/>
            <p:nvPr/>
          </p:nvSpPr>
          <p:spPr>
            <a:xfrm>
              <a:off x="546595" y="2688711"/>
              <a:ext cx="8234974" cy="2145146"/>
            </a:xfrm>
            <a:custGeom>
              <a:avLst/>
              <a:pathLst>
                <a:path w="8234974" h="2145146">
                  <a:moveTo>
                    <a:pt x="0" y="0"/>
                  </a:moveTo>
                  <a:lnTo>
                    <a:pt x="538736" y="0"/>
                  </a:lnTo>
                  <a:lnTo>
                    <a:pt x="539958" y="66"/>
                  </a:lnTo>
                  <a:lnTo>
                    <a:pt x="547939" y="544"/>
                  </a:lnTo>
                  <a:lnTo>
                    <a:pt x="567879" y="1866"/>
                  </a:lnTo>
                  <a:lnTo>
                    <a:pt x="603078" y="4461"/>
                  </a:lnTo>
                  <a:lnTo>
                    <a:pt x="654625" y="8708"/>
                  </a:lnTo>
                  <a:lnTo>
                    <a:pt x="721356" y="14889"/>
                  </a:lnTo>
                  <a:lnTo>
                    <a:pt x="800250" y="23164"/>
                  </a:lnTo>
                  <a:lnTo>
                    <a:pt x="887187" y="33579"/>
                  </a:lnTo>
                  <a:lnTo>
                    <a:pt x="977829" y="46107"/>
                  </a:lnTo>
                  <a:lnTo>
                    <a:pt x="1068342" y="60696"/>
                  </a:lnTo>
                  <a:lnTo>
                    <a:pt x="1155808" y="77324"/>
                  </a:lnTo>
                  <a:lnTo>
                    <a:pt x="1238343" y="96027"/>
                  </a:lnTo>
                  <a:lnTo>
                    <a:pt x="1314995" y="116928"/>
                  </a:lnTo>
                  <a:lnTo>
                    <a:pt x="1385546" y="140240"/>
                  </a:lnTo>
                  <a:lnTo>
                    <a:pt x="1450300" y="166269"/>
                  </a:lnTo>
                  <a:lnTo>
                    <a:pt x="1509888" y="195402"/>
                  </a:lnTo>
                  <a:lnTo>
                    <a:pt x="1565131" y="228087"/>
                  </a:lnTo>
                  <a:lnTo>
                    <a:pt x="1616928" y="264802"/>
                  </a:lnTo>
                  <a:lnTo>
                    <a:pt x="1666174" y="305984"/>
                  </a:lnTo>
                  <a:lnTo>
                    <a:pt x="1713682" y="351917"/>
                  </a:lnTo>
                  <a:lnTo>
                    <a:pt x="1719082" y="357524"/>
                  </a:lnTo>
                  <a:lnTo>
                    <a:pt x="1758413" y="400677"/>
                  </a:lnTo>
                  <a:lnTo>
                    <a:pt x="1797364" y="447343"/>
                  </a:lnTo>
                  <a:lnTo>
                    <a:pt x="1836217" y="497592"/>
                  </a:lnTo>
                  <a:lnTo>
                    <a:pt x="1875183" y="551420"/>
                  </a:lnTo>
                  <a:lnTo>
                    <a:pt x="1914414" y="608743"/>
                  </a:lnTo>
                  <a:lnTo>
                    <a:pt x="1954007" y="669390"/>
                  </a:lnTo>
                  <a:lnTo>
                    <a:pt x="1994009" y="733096"/>
                  </a:lnTo>
                  <a:lnTo>
                    <a:pt x="2034425" y="799509"/>
                  </a:lnTo>
                  <a:lnTo>
                    <a:pt x="2075217" y="868189"/>
                  </a:lnTo>
                  <a:lnTo>
                    <a:pt x="2116318" y="938618"/>
                  </a:lnTo>
                  <a:lnTo>
                    <a:pt x="2157633" y="1010221"/>
                  </a:lnTo>
                  <a:lnTo>
                    <a:pt x="2199051" y="1082376"/>
                  </a:lnTo>
                  <a:lnTo>
                    <a:pt x="2240453" y="1154444"/>
                  </a:lnTo>
                  <a:lnTo>
                    <a:pt x="2281720" y="1225787"/>
                  </a:lnTo>
                  <a:lnTo>
                    <a:pt x="2322745" y="1295797"/>
                  </a:lnTo>
                  <a:lnTo>
                    <a:pt x="2363441" y="1363909"/>
                  </a:lnTo>
                  <a:lnTo>
                    <a:pt x="2403746" y="1429627"/>
                  </a:lnTo>
                  <a:lnTo>
                    <a:pt x="2443635" y="1492534"/>
                  </a:lnTo>
                  <a:lnTo>
                    <a:pt x="2483123" y="1552301"/>
                  </a:lnTo>
                  <a:lnTo>
                    <a:pt x="2522270" y="1608688"/>
                  </a:lnTo>
                  <a:lnTo>
                    <a:pt x="2561188" y="1661550"/>
                  </a:lnTo>
                  <a:lnTo>
                    <a:pt x="2600044" y="1710823"/>
                  </a:lnTo>
                  <a:lnTo>
                    <a:pt x="2639068" y="1756526"/>
                  </a:lnTo>
                  <a:lnTo>
                    <a:pt x="2667772" y="1787622"/>
                  </a:lnTo>
                  <a:lnTo>
                    <a:pt x="2715125" y="1834108"/>
                  </a:lnTo>
                  <a:lnTo>
                    <a:pt x="2764132" y="1875828"/>
                  </a:lnTo>
                  <a:lnTo>
                    <a:pt x="2815590" y="1913037"/>
                  </a:lnTo>
                  <a:lnTo>
                    <a:pt x="2870389" y="1946163"/>
                  </a:lnTo>
                  <a:lnTo>
                    <a:pt x="2929432" y="1975682"/>
                  </a:lnTo>
                  <a:lnTo>
                    <a:pt x="2993552" y="2002048"/>
                  </a:lnTo>
                  <a:lnTo>
                    <a:pt x="3063412" y="2025656"/>
                  </a:lnTo>
                  <a:lnTo>
                    <a:pt x="3139359" y="2046823"/>
                  </a:lnTo>
                  <a:lnTo>
                    <a:pt x="3221248" y="2065772"/>
                  </a:lnTo>
                  <a:lnTo>
                    <a:pt x="3308223" y="2082635"/>
                  </a:lnTo>
                  <a:lnTo>
                    <a:pt x="3398513" y="2097460"/>
                  </a:lnTo>
                  <a:lnTo>
                    <a:pt x="3489321" y="2110228"/>
                  </a:lnTo>
                  <a:lnTo>
                    <a:pt x="3576903" y="2120889"/>
                  </a:lnTo>
                  <a:lnTo>
                    <a:pt x="3656946" y="2129410"/>
                  </a:lnTo>
                  <a:lnTo>
                    <a:pt x="3725264" y="2135827"/>
                  </a:lnTo>
                  <a:lnTo>
                    <a:pt x="3778662" y="2140285"/>
                  </a:lnTo>
                  <a:lnTo>
                    <a:pt x="3815735" y="2143053"/>
                  </a:lnTo>
                  <a:lnTo>
                    <a:pt x="3837307" y="2144500"/>
                  </a:lnTo>
                  <a:lnTo>
                    <a:pt x="3846435" y="2145053"/>
                  </a:lnTo>
                  <a:lnTo>
                    <a:pt x="3848116" y="2145146"/>
                  </a:lnTo>
                  <a:lnTo>
                    <a:pt x="3848118" y="2145146"/>
                  </a:lnTo>
                  <a:lnTo>
                    <a:pt x="4386855" y="2145146"/>
                  </a:lnTo>
                  <a:lnTo>
                    <a:pt x="4388140" y="2145114"/>
                  </a:lnTo>
                  <a:lnTo>
                    <a:pt x="4396526" y="2144885"/>
                  </a:lnTo>
                  <a:lnTo>
                    <a:pt x="4417439" y="2144252"/>
                  </a:lnTo>
                  <a:lnTo>
                    <a:pt x="4454257" y="2143011"/>
                  </a:lnTo>
                  <a:lnTo>
                    <a:pt x="4507980" y="2140981"/>
                  </a:lnTo>
                  <a:lnTo>
                    <a:pt x="4577210" y="2138034"/>
                  </a:lnTo>
                  <a:lnTo>
                    <a:pt x="4658618" y="2134098"/>
                  </a:lnTo>
                  <a:lnTo>
                    <a:pt x="4747800" y="2129155"/>
                  </a:lnTo>
                  <a:lnTo>
                    <a:pt x="4840221" y="2123222"/>
                  </a:lnTo>
                  <a:lnTo>
                    <a:pt x="4931969" y="2116322"/>
                  </a:lnTo>
                  <a:lnTo>
                    <a:pt x="5020151" y="2108464"/>
                  </a:lnTo>
                  <a:lnTo>
                    <a:pt x="5102974" y="2099621"/>
                  </a:lnTo>
                  <a:lnTo>
                    <a:pt x="5179607" y="2089727"/>
                  </a:lnTo>
                  <a:lnTo>
                    <a:pt x="5249958" y="2078671"/>
                  </a:lnTo>
                  <a:lnTo>
                    <a:pt x="5314443" y="2066296"/>
                  </a:lnTo>
                  <a:lnTo>
                    <a:pt x="5373789" y="2052408"/>
                  </a:lnTo>
                  <a:lnTo>
                    <a:pt x="5428893" y="2036787"/>
                  </a:lnTo>
                  <a:lnTo>
                    <a:pt x="5480709" y="2019207"/>
                  </a:lnTo>
                  <a:lnTo>
                    <a:pt x="5530160" y="1999474"/>
                  </a:lnTo>
                  <a:lnTo>
                    <a:pt x="5567201" y="1982717"/>
                  </a:lnTo>
                  <a:lnTo>
                    <a:pt x="5615188" y="1958552"/>
                  </a:lnTo>
                  <a:lnTo>
                    <a:pt x="5662707" y="1931991"/>
                  </a:lnTo>
                  <a:lnTo>
                    <a:pt x="5710227" y="1902998"/>
                  </a:lnTo>
                  <a:lnTo>
                    <a:pt x="5758073" y="1871612"/>
                  </a:lnTo>
                  <a:lnTo>
                    <a:pt x="5806443" y="1837959"/>
                  </a:lnTo>
                  <a:lnTo>
                    <a:pt x="5855425" y="1802256"/>
                  </a:lnTo>
                  <a:lnTo>
                    <a:pt x="5905009" y="1764813"/>
                  </a:lnTo>
                  <a:lnTo>
                    <a:pt x="5955104" y="1726022"/>
                  </a:lnTo>
                  <a:lnTo>
                    <a:pt x="6005551" y="1686346"/>
                  </a:lnTo>
                  <a:lnTo>
                    <a:pt x="6056153" y="1646293"/>
                  </a:lnTo>
                  <a:lnTo>
                    <a:pt x="6106692" y="1606394"/>
                  </a:lnTo>
                  <a:lnTo>
                    <a:pt x="6156957" y="1567169"/>
                  </a:lnTo>
                  <a:lnTo>
                    <a:pt x="6206773" y="1529104"/>
                  </a:lnTo>
                  <a:lnTo>
                    <a:pt x="6256016" y="1492623"/>
                  </a:lnTo>
                  <a:lnTo>
                    <a:pt x="6304640" y="1458071"/>
                  </a:lnTo>
                  <a:lnTo>
                    <a:pt x="6352690" y="1425706"/>
                  </a:lnTo>
                  <a:lnTo>
                    <a:pt x="6400315" y="1395691"/>
                  </a:lnTo>
                  <a:lnTo>
                    <a:pt x="6447787" y="1368103"/>
                  </a:lnTo>
                  <a:lnTo>
                    <a:pt x="6495508" y="1342933"/>
                  </a:lnTo>
                  <a:lnTo>
                    <a:pt x="6515891" y="1333003"/>
                  </a:lnTo>
                  <a:lnTo>
                    <a:pt x="6564081" y="1311535"/>
                  </a:lnTo>
                  <a:lnTo>
                    <a:pt x="6613996" y="1292308"/>
                  </a:lnTo>
                  <a:lnTo>
                    <a:pt x="6666480" y="1275195"/>
                  </a:lnTo>
                  <a:lnTo>
                    <a:pt x="6722471" y="1259991"/>
                  </a:lnTo>
                  <a:lnTo>
                    <a:pt x="6782918" y="1246468"/>
                  </a:lnTo>
                  <a:lnTo>
                    <a:pt x="6848689" y="1234410"/>
                  </a:lnTo>
                  <a:lnTo>
                    <a:pt x="6920455" y="1223632"/>
                  </a:lnTo>
                  <a:lnTo>
                    <a:pt x="6998535" y="1213987"/>
                  </a:lnTo>
                  <a:lnTo>
                    <a:pt x="7082689" y="1205374"/>
                  </a:lnTo>
                  <a:lnTo>
                    <a:pt x="7171883" y="1197735"/>
                  </a:lnTo>
                  <a:lnTo>
                    <a:pt x="7264081" y="1191055"/>
                  </a:lnTo>
                  <a:lnTo>
                    <a:pt x="7356137" y="1185346"/>
                  </a:lnTo>
                  <a:lnTo>
                    <a:pt x="7443950" y="1180633"/>
                  </a:lnTo>
                  <a:lnTo>
                    <a:pt x="7522938" y="1176926"/>
                  </a:lnTo>
                  <a:lnTo>
                    <a:pt x="7588856" y="1174197"/>
                  </a:lnTo>
                  <a:lnTo>
                    <a:pt x="7638752" y="1172362"/>
                  </a:lnTo>
                  <a:lnTo>
                    <a:pt x="7671754" y="1171277"/>
                  </a:lnTo>
                  <a:lnTo>
                    <a:pt x="7689424" y="1170755"/>
                  </a:lnTo>
                  <a:lnTo>
                    <a:pt x="7695640" y="1170589"/>
                  </a:lnTo>
                  <a:lnTo>
                    <a:pt x="7696237" y="1170574"/>
                  </a:lnTo>
                  <a:lnTo>
                    <a:pt x="8234974" y="11705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8" name="pl538"/>
            <p:cNvSpPr/>
            <p:nvPr/>
          </p:nvSpPr>
          <p:spPr>
            <a:xfrm>
              <a:off x="546595" y="2661488"/>
              <a:ext cx="8234974" cy="2145146"/>
            </a:xfrm>
            <a:custGeom>
              <a:avLst/>
              <a:pathLst>
                <a:path w="8234974" h="2145146">
                  <a:moveTo>
                    <a:pt x="8234974" y="1170574"/>
                  </a:moveTo>
                  <a:lnTo>
                    <a:pt x="7696237" y="1170574"/>
                  </a:lnTo>
                  <a:lnTo>
                    <a:pt x="7694952" y="1170606"/>
                  </a:lnTo>
                  <a:lnTo>
                    <a:pt x="7686567" y="1170835"/>
                  </a:lnTo>
                  <a:lnTo>
                    <a:pt x="7665653" y="1171468"/>
                  </a:lnTo>
                  <a:lnTo>
                    <a:pt x="7628835" y="1172710"/>
                  </a:lnTo>
                  <a:lnTo>
                    <a:pt x="7575112" y="1174739"/>
                  </a:lnTo>
                  <a:lnTo>
                    <a:pt x="7505882" y="1177686"/>
                  </a:lnTo>
                  <a:lnTo>
                    <a:pt x="7424474" y="1181623"/>
                  </a:lnTo>
                  <a:lnTo>
                    <a:pt x="7335293" y="1186565"/>
                  </a:lnTo>
                  <a:lnTo>
                    <a:pt x="7242872" y="1192498"/>
                  </a:lnTo>
                  <a:lnTo>
                    <a:pt x="7151124" y="1199398"/>
                  </a:lnTo>
                  <a:lnTo>
                    <a:pt x="7062942" y="1207257"/>
                  </a:lnTo>
                  <a:lnTo>
                    <a:pt x="6980119" y="1216099"/>
                  </a:lnTo>
                  <a:lnTo>
                    <a:pt x="6903486" y="1225993"/>
                  </a:lnTo>
                  <a:lnTo>
                    <a:pt x="6833135" y="1237049"/>
                  </a:lnTo>
                  <a:lnTo>
                    <a:pt x="6768650" y="1249425"/>
                  </a:lnTo>
                  <a:lnTo>
                    <a:pt x="6709303" y="1263312"/>
                  </a:lnTo>
                  <a:lnTo>
                    <a:pt x="6654199" y="1278933"/>
                  </a:lnTo>
                  <a:lnTo>
                    <a:pt x="6602384" y="1296513"/>
                  </a:lnTo>
                  <a:lnTo>
                    <a:pt x="6552932" y="1316246"/>
                  </a:lnTo>
                  <a:lnTo>
                    <a:pt x="6515891" y="1333003"/>
                  </a:lnTo>
                  <a:lnTo>
                    <a:pt x="6467904" y="1357169"/>
                  </a:lnTo>
                  <a:lnTo>
                    <a:pt x="6420385" y="1383729"/>
                  </a:lnTo>
                  <a:lnTo>
                    <a:pt x="6372865" y="1412722"/>
                  </a:lnTo>
                  <a:lnTo>
                    <a:pt x="6325020" y="1444108"/>
                  </a:lnTo>
                  <a:lnTo>
                    <a:pt x="6276650" y="1477762"/>
                  </a:lnTo>
                  <a:lnTo>
                    <a:pt x="6227667" y="1513464"/>
                  </a:lnTo>
                  <a:lnTo>
                    <a:pt x="6178083" y="1550907"/>
                  </a:lnTo>
                  <a:lnTo>
                    <a:pt x="6127989" y="1589698"/>
                  </a:lnTo>
                  <a:lnTo>
                    <a:pt x="6077541" y="1629374"/>
                  </a:lnTo>
                  <a:lnTo>
                    <a:pt x="6026939" y="1669427"/>
                  </a:lnTo>
                  <a:lnTo>
                    <a:pt x="5976401" y="1709326"/>
                  </a:lnTo>
                  <a:lnTo>
                    <a:pt x="5926135" y="1748551"/>
                  </a:lnTo>
                  <a:lnTo>
                    <a:pt x="5876320" y="1786616"/>
                  </a:lnTo>
                  <a:lnTo>
                    <a:pt x="5827077" y="1823098"/>
                  </a:lnTo>
                  <a:lnTo>
                    <a:pt x="5778453" y="1857649"/>
                  </a:lnTo>
                  <a:lnTo>
                    <a:pt x="5730403" y="1890015"/>
                  </a:lnTo>
                  <a:lnTo>
                    <a:pt x="5682777" y="1920029"/>
                  </a:lnTo>
                  <a:lnTo>
                    <a:pt x="5635306" y="1947618"/>
                  </a:lnTo>
                  <a:lnTo>
                    <a:pt x="5587584" y="1972787"/>
                  </a:lnTo>
                  <a:lnTo>
                    <a:pt x="5567201" y="1982717"/>
                  </a:lnTo>
                  <a:lnTo>
                    <a:pt x="5519012" y="2004185"/>
                  </a:lnTo>
                  <a:lnTo>
                    <a:pt x="5469097" y="2023413"/>
                  </a:lnTo>
                  <a:lnTo>
                    <a:pt x="5416613" y="2040525"/>
                  </a:lnTo>
                  <a:lnTo>
                    <a:pt x="5360622" y="2055729"/>
                  </a:lnTo>
                  <a:lnTo>
                    <a:pt x="5300175" y="2069252"/>
                  </a:lnTo>
                  <a:lnTo>
                    <a:pt x="5234404" y="2081310"/>
                  </a:lnTo>
                  <a:lnTo>
                    <a:pt x="5162637" y="2092089"/>
                  </a:lnTo>
                  <a:lnTo>
                    <a:pt x="5084557" y="2101733"/>
                  </a:lnTo>
                  <a:lnTo>
                    <a:pt x="5000404" y="2110347"/>
                  </a:lnTo>
                  <a:lnTo>
                    <a:pt x="4911209" y="2117985"/>
                  </a:lnTo>
                  <a:lnTo>
                    <a:pt x="4819012" y="2124665"/>
                  </a:lnTo>
                  <a:lnTo>
                    <a:pt x="4726955" y="2130374"/>
                  </a:lnTo>
                  <a:lnTo>
                    <a:pt x="4639143" y="2135087"/>
                  </a:lnTo>
                  <a:lnTo>
                    <a:pt x="4560155" y="2138794"/>
                  </a:lnTo>
                  <a:lnTo>
                    <a:pt x="4494237" y="2141523"/>
                  </a:lnTo>
                  <a:lnTo>
                    <a:pt x="4444340" y="2143358"/>
                  </a:lnTo>
                  <a:lnTo>
                    <a:pt x="4411338" y="2144444"/>
                  </a:lnTo>
                  <a:lnTo>
                    <a:pt x="4393668" y="2144965"/>
                  </a:lnTo>
                  <a:lnTo>
                    <a:pt x="4387453" y="2145131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97" y="2145079"/>
                  </a:lnTo>
                  <a:lnTo>
                    <a:pt x="3838916" y="2144601"/>
                  </a:lnTo>
                  <a:lnTo>
                    <a:pt x="3818975" y="2143279"/>
                  </a:lnTo>
                  <a:lnTo>
                    <a:pt x="3783777" y="2140684"/>
                  </a:lnTo>
                  <a:lnTo>
                    <a:pt x="3732230" y="2136437"/>
                  </a:lnTo>
                  <a:lnTo>
                    <a:pt x="3665498" y="2130256"/>
                  </a:lnTo>
                  <a:lnTo>
                    <a:pt x="3586605" y="2121982"/>
                  </a:lnTo>
                  <a:lnTo>
                    <a:pt x="3499668" y="2111567"/>
                  </a:lnTo>
                  <a:lnTo>
                    <a:pt x="3409026" y="2099039"/>
                  </a:lnTo>
                  <a:lnTo>
                    <a:pt x="3318513" y="2084449"/>
                  </a:lnTo>
                  <a:lnTo>
                    <a:pt x="3231047" y="2067822"/>
                  </a:lnTo>
                  <a:lnTo>
                    <a:pt x="3148512" y="2049118"/>
                  </a:lnTo>
                  <a:lnTo>
                    <a:pt x="3071860" y="2028217"/>
                  </a:lnTo>
                  <a:lnTo>
                    <a:pt x="3001308" y="2004905"/>
                  </a:lnTo>
                  <a:lnTo>
                    <a:pt x="2936555" y="1978876"/>
                  </a:lnTo>
                  <a:lnTo>
                    <a:pt x="2876967" y="1949744"/>
                  </a:lnTo>
                  <a:lnTo>
                    <a:pt x="2821724" y="1917058"/>
                  </a:lnTo>
                  <a:lnTo>
                    <a:pt x="2769927" y="1880343"/>
                  </a:lnTo>
                  <a:lnTo>
                    <a:pt x="2720680" y="1839162"/>
                  </a:lnTo>
                  <a:lnTo>
                    <a:pt x="2673172" y="1793229"/>
                  </a:lnTo>
                  <a:lnTo>
                    <a:pt x="2667772" y="1787622"/>
                  </a:lnTo>
                  <a:lnTo>
                    <a:pt x="2628442" y="1744469"/>
                  </a:lnTo>
                  <a:lnTo>
                    <a:pt x="2589491" y="1697802"/>
                  </a:lnTo>
                  <a:lnTo>
                    <a:pt x="2550638" y="1647553"/>
                  </a:lnTo>
                  <a:lnTo>
                    <a:pt x="2511671" y="1593725"/>
                  </a:lnTo>
                  <a:lnTo>
                    <a:pt x="2472440" y="1536402"/>
                  </a:lnTo>
                  <a:lnTo>
                    <a:pt x="2432848" y="1475756"/>
                  </a:lnTo>
                  <a:lnTo>
                    <a:pt x="2392845" y="1412049"/>
                  </a:lnTo>
                  <a:lnTo>
                    <a:pt x="2352430" y="1345636"/>
                  </a:lnTo>
                  <a:lnTo>
                    <a:pt x="2311638" y="1276957"/>
                  </a:lnTo>
                  <a:lnTo>
                    <a:pt x="2270537" y="1206527"/>
                  </a:lnTo>
                  <a:lnTo>
                    <a:pt x="2229222" y="1134925"/>
                  </a:lnTo>
                  <a:lnTo>
                    <a:pt x="2187804" y="1062770"/>
                  </a:lnTo>
                  <a:lnTo>
                    <a:pt x="2146402" y="990702"/>
                  </a:lnTo>
                  <a:lnTo>
                    <a:pt x="2105135" y="919358"/>
                  </a:lnTo>
                  <a:lnTo>
                    <a:pt x="2064109" y="849349"/>
                  </a:lnTo>
                  <a:lnTo>
                    <a:pt x="2023414" y="781237"/>
                  </a:lnTo>
                  <a:lnTo>
                    <a:pt x="1983109" y="715518"/>
                  </a:lnTo>
                  <a:lnTo>
                    <a:pt x="1943220" y="652611"/>
                  </a:lnTo>
                  <a:lnTo>
                    <a:pt x="1903732" y="592845"/>
                  </a:lnTo>
                  <a:lnTo>
                    <a:pt x="1864584" y="536457"/>
                  </a:lnTo>
                  <a:lnTo>
                    <a:pt x="1825666" y="483596"/>
                  </a:lnTo>
                  <a:lnTo>
                    <a:pt x="1786810" y="434322"/>
                  </a:lnTo>
                  <a:lnTo>
                    <a:pt x="1747787" y="388619"/>
                  </a:lnTo>
                  <a:lnTo>
                    <a:pt x="1719082" y="357524"/>
                  </a:lnTo>
                  <a:lnTo>
                    <a:pt x="1671729" y="311037"/>
                  </a:lnTo>
                  <a:lnTo>
                    <a:pt x="1622723" y="269318"/>
                  </a:lnTo>
                  <a:lnTo>
                    <a:pt x="1571265" y="232108"/>
                  </a:lnTo>
                  <a:lnTo>
                    <a:pt x="1516466" y="198982"/>
                  </a:lnTo>
                  <a:lnTo>
                    <a:pt x="1457423" y="169464"/>
                  </a:lnTo>
                  <a:lnTo>
                    <a:pt x="1393302" y="143098"/>
                  </a:lnTo>
                  <a:lnTo>
                    <a:pt x="1323443" y="119489"/>
                  </a:lnTo>
                  <a:lnTo>
                    <a:pt x="1247495" y="98323"/>
                  </a:lnTo>
                  <a:lnTo>
                    <a:pt x="1165606" y="79374"/>
                  </a:lnTo>
                  <a:lnTo>
                    <a:pt x="1078632" y="62510"/>
                  </a:lnTo>
                  <a:lnTo>
                    <a:pt x="988341" y="47685"/>
                  </a:lnTo>
                  <a:lnTo>
                    <a:pt x="897533" y="34917"/>
                  </a:lnTo>
                  <a:lnTo>
                    <a:pt x="809952" y="24256"/>
                  </a:lnTo>
                  <a:lnTo>
                    <a:pt x="729908" y="15735"/>
                  </a:lnTo>
                  <a:lnTo>
                    <a:pt x="661591" y="9318"/>
                  </a:lnTo>
                  <a:lnTo>
                    <a:pt x="608193" y="4860"/>
                  </a:lnTo>
                  <a:lnTo>
                    <a:pt x="571120" y="2093"/>
                  </a:lnTo>
                  <a:lnTo>
                    <a:pt x="549548" y="646"/>
                  </a:lnTo>
                  <a:lnTo>
                    <a:pt x="540419" y="93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9" name="pg539"/>
            <p:cNvSpPr/>
            <p:nvPr/>
          </p:nvSpPr>
          <p:spPr>
            <a:xfrm>
              <a:off x="546595" y="2688711"/>
              <a:ext cx="8234974" cy="2166924"/>
            </a:xfrm>
            <a:custGeom>
              <a:avLst/>
              <a:pathLst>
                <a:path w="8234974" h="2166924">
                  <a:moveTo>
                    <a:pt x="0" y="5444"/>
                  </a:moveTo>
                  <a:lnTo>
                    <a:pt x="538736" y="5444"/>
                  </a:lnTo>
                  <a:lnTo>
                    <a:pt x="539956" y="5511"/>
                  </a:lnTo>
                  <a:lnTo>
                    <a:pt x="547930" y="5993"/>
                  </a:lnTo>
                  <a:lnTo>
                    <a:pt x="567853" y="7323"/>
                  </a:lnTo>
                  <a:lnTo>
                    <a:pt x="603022" y="9935"/>
                  </a:lnTo>
                  <a:lnTo>
                    <a:pt x="654529" y="14211"/>
                  </a:lnTo>
                  <a:lnTo>
                    <a:pt x="721215" y="20433"/>
                  </a:lnTo>
                  <a:lnTo>
                    <a:pt x="800062" y="28763"/>
                  </a:lnTo>
                  <a:lnTo>
                    <a:pt x="886957" y="39249"/>
                  </a:lnTo>
                  <a:lnTo>
                    <a:pt x="977566" y="51863"/>
                  </a:lnTo>
                  <a:lnTo>
                    <a:pt x="1068055" y="66553"/>
                  </a:lnTo>
                  <a:lnTo>
                    <a:pt x="1155507" y="83294"/>
                  </a:lnTo>
                  <a:lnTo>
                    <a:pt x="1238036" y="102126"/>
                  </a:lnTo>
                  <a:lnTo>
                    <a:pt x="1314688" y="123170"/>
                  </a:lnTo>
                  <a:lnTo>
                    <a:pt x="1385243" y="146641"/>
                  </a:lnTo>
                  <a:lnTo>
                    <a:pt x="1450001" y="172847"/>
                  </a:lnTo>
                  <a:lnTo>
                    <a:pt x="1509594" y="202175"/>
                  </a:lnTo>
                  <a:lnTo>
                    <a:pt x="1564840" y="235078"/>
                  </a:lnTo>
                  <a:lnTo>
                    <a:pt x="1616637" y="272037"/>
                  </a:lnTo>
                  <a:lnTo>
                    <a:pt x="1665880" y="313491"/>
                  </a:lnTo>
                  <a:lnTo>
                    <a:pt x="1713382" y="359729"/>
                  </a:lnTo>
                  <a:lnTo>
                    <a:pt x="1719082" y="365691"/>
                  </a:lnTo>
                  <a:lnTo>
                    <a:pt x="1758310" y="409053"/>
                  </a:lnTo>
                  <a:lnTo>
                    <a:pt x="1797159" y="455937"/>
                  </a:lnTo>
                  <a:lnTo>
                    <a:pt x="1835909" y="506411"/>
                  </a:lnTo>
                  <a:lnTo>
                    <a:pt x="1874771" y="560473"/>
                  </a:lnTo>
                  <a:lnTo>
                    <a:pt x="1913895" y="618039"/>
                  </a:lnTo>
                  <a:lnTo>
                    <a:pt x="1953378" y="678940"/>
                  </a:lnTo>
                  <a:lnTo>
                    <a:pt x="1993267" y="742912"/>
                  </a:lnTo>
                  <a:lnTo>
                    <a:pt x="2033568" y="809605"/>
                  </a:lnTo>
                  <a:lnTo>
                    <a:pt x="2074245" y="878579"/>
                  </a:lnTo>
                  <a:lnTo>
                    <a:pt x="2115231" y="949321"/>
                  </a:lnTo>
                  <a:lnTo>
                    <a:pt x="2156433" y="1021254"/>
                  </a:lnTo>
                  <a:lnTo>
                    <a:pt x="2197740" y="1093760"/>
                  </a:lnTo>
                  <a:lnTo>
                    <a:pt x="2239035" y="1166198"/>
                  </a:lnTo>
                  <a:lnTo>
                    <a:pt x="2280201" y="1237932"/>
                  </a:lnTo>
                  <a:lnTo>
                    <a:pt x="2321129" y="1308351"/>
                  </a:lnTo>
                  <a:lnTo>
                    <a:pt x="2361732" y="1376889"/>
                  </a:lnTo>
                  <a:lnTo>
                    <a:pt x="2401948" y="1443047"/>
                  </a:lnTo>
                  <a:lnTo>
                    <a:pt x="2441751" y="1506405"/>
                  </a:lnTo>
                  <a:lnTo>
                    <a:pt x="2481154" y="1566628"/>
                  </a:lnTo>
                  <a:lnTo>
                    <a:pt x="2520213" y="1623474"/>
                  </a:lnTo>
                  <a:lnTo>
                    <a:pt x="2559037" y="1676791"/>
                  </a:lnTo>
                  <a:lnTo>
                    <a:pt x="2597789" y="1726514"/>
                  </a:lnTo>
                  <a:lnTo>
                    <a:pt x="2636692" y="1772654"/>
                  </a:lnTo>
                  <a:lnTo>
                    <a:pt x="2667772" y="1806677"/>
                  </a:lnTo>
                  <a:lnTo>
                    <a:pt x="2715110" y="1853504"/>
                  </a:lnTo>
                  <a:lnTo>
                    <a:pt x="2764100" y="1895530"/>
                  </a:lnTo>
                  <a:lnTo>
                    <a:pt x="2815539" y="1933014"/>
                  </a:lnTo>
                  <a:lnTo>
                    <a:pt x="2870316" y="1966386"/>
                  </a:lnTo>
                  <a:lnTo>
                    <a:pt x="2929333" y="1996124"/>
                  </a:lnTo>
                  <a:lnTo>
                    <a:pt x="2993423" y="2022688"/>
                  </a:lnTo>
                  <a:lnTo>
                    <a:pt x="3063248" y="2046474"/>
                  </a:lnTo>
                  <a:lnTo>
                    <a:pt x="3139157" y="2067800"/>
                  </a:lnTo>
                  <a:lnTo>
                    <a:pt x="3221004" y="2086893"/>
                  </a:lnTo>
                  <a:lnTo>
                    <a:pt x="3307937" y="2103886"/>
                  </a:lnTo>
                  <a:lnTo>
                    <a:pt x="3398192" y="2118826"/>
                  </a:lnTo>
                  <a:lnTo>
                    <a:pt x="3488975" y="2131695"/>
                  </a:lnTo>
                  <a:lnTo>
                    <a:pt x="3576550" y="2142443"/>
                  </a:lnTo>
                  <a:lnTo>
                    <a:pt x="3656610" y="2151035"/>
                  </a:lnTo>
                  <a:lnTo>
                    <a:pt x="3724968" y="2157508"/>
                  </a:lnTo>
                  <a:lnTo>
                    <a:pt x="3778429" y="2162008"/>
                  </a:lnTo>
                  <a:lnTo>
                    <a:pt x="3815576" y="2164804"/>
                  </a:lnTo>
                  <a:lnTo>
                    <a:pt x="3837222" y="2166268"/>
                  </a:lnTo>
                  <a:lnTo>
                    <a:pt x="3846408" y="2166829"/>
                  </a:lnTo>
                  <a:lnTo>
                    <a:pt x="3848118" y="2166924"/>
                  </a:lnTo>
                  <a:lnTo>
                    <a:pt x="4386855" y="2166924"/>
                  </a:lnTo>
                  <a:lnTo>
                    <a:pt x="4388155" y="2166911"/>
                  </a:lnTo>
                  <a:lnTo>
                    <a:pt x="4396636" y="2166818"/>
                  </a:lnTo>
                  <a:lnTo>
                    <a:pt x="4417777" y="2166560"/>
                  </a:lnTo>
                  <a:lnTo>
                    <a:pt x="4454972" y="2166055"/>
                  </a:lnTo>
                  <a:lnTo>
                    <a:pt x="4509200" y="2165229"/>
                  </a:lnTo>
                  <a:lnTo>
                    <a:pt x="4579007" y="2164031"/>
                  </a:lnTo>
                  <a:lnTo>
                    <a:pt x="4660991" y="2162431"/>
                  </a:lnTo>
                  <a:lnTo>
                    <a:pt x="4750681" y="2160423"/>
                  </a:lnTo>
                  <a:lnTo>
                    <a:pt x="4843500" y="2158014"/>
                  </a:lnTo>
                  <a:lnTo>
                    <a:pt x="4935519" y="2155213"/>
                  </a:lnTo>
                  <a:lnTo>
                    <a:pt x="5023854" y="2152024"/>
                  </a:lnTo>
                  <a:lnTo>
                    <a:pt x="5106733" y="2148434"/>
                  </a:lnTo>
                  <a:lnTo>
                    <a:pt x="5183354" y="2144417"/>
                  </a:lnTo>
                  <a:lnTo>
                    <a:pt x="5253655" y="2139926"/>
                  </a:lnTo>
                  <a:lnTo>
                    <a:pt x="5318078" y="2134896"/>
                  </a:lnTo>
                  <a:lnTo>
                    <a:pt x="5377372" y="2129248"/>
                  </a:lnTo>
                  <a:lnTo>
                    <a:pt x="5432450" y="2122891"/>
                  </a:lnTo>
                  <a:lnTo>
                    <a:pt x="5484277" y="2115735"/>
                  </a:lnTo>
                  <a:lnTo>
                    <a:pt x="5533784" y="2107700"/>
                  </a:lnTo>
                  <a:lnTo>
                    <a:pt x="5567201" y="2101590"/>
                  </a:lnTo>
                  <a:lnTo>
                    <a:pt x="5619046" y="2091041"/>
                  </a:lnTo>
                  <a:lnTo>
                    <a:pt x="5670393" y="2079364"/>
                  </a:lnTo>
                  <a:lnTo>
                    <a:pt x="5721811" y="2066544"/>
                  </a:lnTo>
                  <a:lnTo>
                    <a:pt x="5773676" y="2052611"/>
                  </a:lnTo>
                  <a:lnTo>
                    <a:pt x="5826199" y="2037641"/>
                  </a:lnTo>
                  <a:lnTo>
                    <a:pt x="5879445" y="2021763"/>
                  </a:lnTo>
                  <a:lnTo>
                    <a:pt x="5933350" y="2005152"/>
                  </a:lnTo>
                  <a:lnTo>
                    <a:pt x="5987755" y="1988028"/>
                  </a:lnTo>
                  <a:lnTo>
                    <a:pt x="6042426" y="1970641"/>
                  </a:lnTo>
                  <a:lnTo>
                    <a:pt x="6097092" y="1953258"/>
                  </a:lnTo>
                  <a:lnTo>
                    <a:pt x="6151484" y="1936146"/>
                  </a:lnTo>
                  <a:lnTo>
                    <a:pt x="6205371" y="1919556"/>
                  </a:lnTo>
                  <a:lnTo>
                    <a:pt x="6258593" y="1903704"/>
                  </a:lnTo>
                  <a:lnTo>
                    <a:pt x="6311093" y="1888766"/>
                  </a:lnTo>
                  <a:lnTo>
                    <a:pt x="6362940" y="1874868"/>
                  </a:lnTo>
                  <a:lnTo>
                    <a:pt x="6414349" y="1862085"/>
                  </a:lnTo>
                  <a:lnTo>
                    <a:pt x="6465702" y="1850445"/>
                  </a:lnTo>
                  <a:lnTo>
                    <a:pt x="6515891" y="1840252"/>
                  </a:lnTo>
                  <a:lnTo>
                    <a:pt x="6564273" y="1831585"/>
                  </a:lnTo>
                  <a:lnTo>
                    <a:pt x="6614398" y="1823826"/>
                  </a:lnTo>
                  <a:lnTo>
                    <a:pt x="6667118" y="1816923"/>
                  </a:lnTo>
                  <a:lnTo>
                    <a:pt x="6723385" y="1810794"/>
                  </a:lnTo>
                  <a:lnTo>
                    <a:pt x="6784157" y="1805344"/>
                  </a:lnTo>
                  <a:lnTo>
                    <a:pt x="6850311" y="1800487"/>
                  </a:lnTo>
                  <a:lnTo>
                    <a:pt x="6922520" y="1796147"/>
                  </a:lnTo>
                  <a:lnTo>
                    <a:pt x="7001094" y="1792264"/>
                  </a:lnTo>
                  <a:lnTo>
                    <a:pt x="7085769" y="1788800"/>
                  </a:lnTo>
                  <a:lnTo>
                    <a:pt x="7175470" y="1785730"/>
                  </a:lnTo>
                  <a:lnTo>
                    <a:pt x="7268093" y="1783048"/>
                  </a:lnTo>
                  <a:lnTo>
                    <a:pt x="7360412" y="1780761"/>
                  </a:lnTo>
                  <a:lnTo>
                    <a:pt x="7448241" y="1778878"/>
                  </a:lnTo>
                  <a:lnTo>
                    <a:pt x="7526941" y="1777402"/>
                  </a:lnTo>
                  <a:lnTo>
                    <a:pt x="7592264" y="1776322"/>
                  </a:lnTo>
                  <a:lnTo>
                    <a:pt x="7641323" y="1775601"/>
                  </a:lnTo>
                  <a:lnTo>
                    <a:pt x="7673383" y="1775180"/>
                  </a:lnTo>
                  <a:lnTo>
                    <a:pt x="7690183" y="1774982"/>
                  </a:lnTo>
                  <a:lnTo>
                    <a:pt x="7695795" y="1774922"/>
                  </a:lnTo>
                  <a:lnTo>
                    <a:pt x="7696237" y="1774918"/>
                  </a:lnTo>
                  <a:lnTo>
                    <a:pt x="8234974" y="1774918"/>
                  </a:lnTo>
                  <a:lnTo>
                    <a:pt x="8234974" y="1769473"/>
                  </a:lnTo>
                  <a:lnTo>
                    <a:pt x="7696237" y="1769473"/>
                  </a:lnTo>
                  <a:lnTo>
                    <a:pt x="7694937" y="1769486"/>
                  </a:lnTo>
                  <a:lnTo>
                    <a:pt x="7686457" y="1769579"/>
                  </a:lnTo>
                  <a:lnTo>
                    <a:pt x="7665316" y="1769837"/>
                  </a:lnTo>
                  <a:lnTo>
                    <a:pt x="7628120" y="1770342"/>
                  </a:lnTo>
                  <a:lnTo>
                    <a:pt x="7573892" y="1771168"/>
                  </a:lnTo>
                  <a:lnTo>
                    <a:pt x="7504086" y="1772366"/>
                  </a:lnTo>
                  <a:lnTo>
                    <a:pt x="7422102" y="1773966"/>
                  </a:lnTo>
                  <a:lnTo>
                    <a:pt x="7332412" y="1775974"/>
                  </a:lnTo>
                  <a:lnTo>
                    <a:pt x="7239592" y="1778383"/>
                  </a:lnTo>
                  <a:lnTo>
                    <a:pt x="7147573" y="1781184"/>
                  </a:lnTo>
                  <a:lnTo>
                    <a:pt x="7059239" y="1784374"/>
                  </a:lnTo>
                  <a:lnTo>
                    <a:pt x="6976360" y="1787963"/>
                  </a:lnTo>
                  <a:lnTo>
                    <a:pt x="6899738" y="1791980"/>
                  </a:lnTo>
                  <a:lnTo>
                    <a:pt x="6829437" y="1796471"/>
                  </a:lnTo>
                  <a:lnTo>
                    <a:pt x="6765014" y="1801501"/>
                  </a:lnTo>
                  <a:lnTo>
                    <a:pt x="6705720" y="1807149"/>
                  </a:lnTo>
                  <a:lnTo>
                    <a:pt x="6650643" y="1813506"/>
                  </a:lnTo>
                  <a:lnTo>
                    <a:pt x="6598816" y="1820663"/>
                  </a:lnTo>
                  <a:lnTo>
                    <a:pt x="6549309" y="1828697"/>
                  </a:lnTo>
                  <a:lnTo>
                    <a:pt x="6515891" y="1834808"/>
                  </a:lnTo>
                  <a:lnTo>
                    <a:pt x="6464046" y="1845357"/>
                  </a:lnTo>
                  <a:lnTo>
                    <a:pt x="6412700" y="1857034"/>
                  </a:lnTo>
                  <a:lnTo>
                    <a:pt x="6361282" y="1869853"/>
                  </a:lnTo>
                  <a:lnTo>
                    <a:pt x="6309416" y="1883786"/>
                  </a:lnTo>
                  <a:lnTo>
                    <a:pt x="6256893" y="1898756"/>
                  </a:lnTo>
                  <a:lnTo>
                    <a:pt x="6203648" y="1914634"/>
                  </a:lnTo>
                  <a:lnTo>
                    <a:pt x="6149742" y="1931245"/>
                  </a:lnTo>
                  <a:lnTo>
                    <a:pt x="6095337" y="1948370"/>
                  </a:lnTo>
                  <a:lnTo>
                    <a:pt x="6040667" y="1965757"/>
                  </a:lnTo>
                  <a:lnTo>
                    <a:pt x="5986001" y="1983139"/>
                  </a:lnTo>
                  <a:lnTo>
                    <a:pt x="5931608" y="2000251"/>
                  </a:lnTo>
                  <a:lnTo>
                    <a:pt x="5877722" y="2016841"/>
                  </a:lnTo>
                  <a:lnTo>
                    <a:pt x="5824499" y="2032693"/>
                  </a:lnTo>
                  <a:lnTo>
                    <a:pt x="5771999" y="2047631"/>
                  </a:lnTo>
                  <a:lnTo>
                    <a:pt x="5720152" y="2061529"/>
                  </a:lnTo>
                  <a:lnTo>
                    <a:pt x="5668743" y="2074312"/>
                  </a:lnTo>
                  <a:lnTo>
                    <a:pt x="5617391" y="2085953"/>
                  </a:lnTo>
                  <a:lnTo>
                    <a:pt x="5567201" y="2096145"/>
                  </a:lnTo>
                  <a:lnTo>
                    <a:pt x="5518819" y="2104812"/>
                  </a:lnTo>
                  <a:lnTo>
                    <a:pt x="5468695" y="2112572"/>
                  </a:lnTo>
                  <a:lnTo>
                    <a:pt x="5415975" y="2119474"/>
                  </a:lnTo>
                  <a:lnTo>
                    <a:pt x="5359708" y="2125604"/>
                  </a:lnTo>
                  <a:lnTo>
                    <a:pt x="5298935" y="2131053"/>
                  </a:lnTo>
                  <a:lnTo>
                    <a:pt x="5232781" y="2135911"/>
                  </a:lnTo>
                  <a:lnTo>
                    <a:pt x="5160572" y="2140251"/>
                  </a:lnTo>
                  <a:lnTo>
                    <a:pt x="5081999" y="2144133"/>
                  </a:lnTo>
                  <a:lnTo>
                    <a:pt x="4997324" y="2147597"/>
                  </a:lnTo>
                  <a:lnTo>
                    <a:pt x="4907623" y="2150667"/>
                  </a:lnTo>
                  <a:lnTo>
                    <a:pt x="4815000" y="2153349"/>
                  </a:lnTo>
                  <a:lnTo>
                    <a:pt x="4722680" y="2155636"/>
                  </a:lnTo>
                  <a:lnTo>
                    <a:pt x="4634851" y="2157520"/>
                  </a:lnTo>
                  <a:lnTo>
                    <a:pt x="4556151" y="2158995"/>
                  </a:lnTo>
                  <a:lnTo>
                    <a:pt x="4490829" y="2160075"/>
                  </a:lnTo>
                  <a:lnTo>
                    <a:pt x="4441769" y="2160796"/>
                  </a:lnTo>
                  <a:lnTo>
                    <a:pt x="4409710" y="2161217"/>
                  </a:lnTo>
                  <a:lnTo>
                    <a:pt x="4392910" y="2161415"/>
                  </a:lnTo>
                  <a:lnTo>
                    <a:pt x="4387297" y="2161475"/>
                  </a:lnTo>
                  <a:lnTo>
                    <a:pt x="4386855" y="2161480"/>
                  </a:lnTo>
                  <a:lnTo>
                    <a:pt x="3848118" y="2161480"/>
                  </a:lnTo>
                  <a:lnTo>
                    <a:pt x="3846898" y="2161412"/>
                  </a:lnTo>
                  <a:lnTo>
                    <a:pt x="3838925" y="2160931"/>
                  </a:lnTo>
                  <a:lnTo>
                    <a:pt x="3819001" y="2159601"/>
                  </a:lnTo>
                  <a:lnTo>
                    <a:pt x="3783832" y="2156988"/>
                  </a:lnTo>
                  <a:lnTo>
                    <a:pt x="3732325" y="2152713"/>
                  </a:lnTo>
                  <a:lnTo>
                    <a:pt x="3665640" y="2146491"/>
                  </a:lnTo>
                  <a:lnTo>
                    <a:pt x="3586793" y="2138160"/>
                  </a:lnTo>
                  <a:lnTo>
                    <a:pt x="3499898" y="2127674"/>
                  </a:lnTo>
                  <a:lnTo>
                    <a:pt x="3409289" y="2115061"/>
                  </a:lnTo>
                  <a:lnTo>
                    <a:pt x="3318800" y="2100371"/>
                  </a:lnTo>
                  <a:lnTo>
                    <a:pt x="3231348" y="2083629"/>
                  </a:lnTo>
                  <a:lnTo>
                    <a:pt x="3148819" y="2064798"/>
                  </a:lnTo>
                  <a:lnTo>
                    <a:pt x="3072167" y="2043753"/>
                  </a:lnTo>
                  <a:lnTo>
                    <a:pt x="3001612" y="2020282"/>
                  </a:lnTo>
                  <a:lnTo>
                    <a:pt x="2936854" y="1994077"/>
                  </a:lnTo>
                  <a:lnTo>
                    <a:pt x="2877261" y="1964749"/>
                  </a:lnTo>
                  <a:lnTo>
                    <a:pt x="2822015" y="1931845"/>
                  </a:lnTo>
                  <a:lnTo>
                    <a:pt x="2770218" y="1894887"/>
                  </a:lnTo>
                  <a:lnTo>
                    <a:pt x="2720975" y="1853433"/>
                  </a:lnTo>
                  <a:lnTo>
                    <a:pt x="2673473" y="1807195"/>
                  </a:lnTo>
                  <a:lnTo>
                    <a:pt x="2667772" y="1801233"/>
                  </a:lnTo>
                  <a:lnTo>
                    <a:pt x="2628545" y="1757871"/>
                  </a:lnTo>
                  <a:lnTo>
                    <a:pt x="2589695" y="1710987"/>
                  </a:lnTo>
                  <a:lnTo>
                    <a:pt x="2550945" y="1660513"/>
                  </a:lnTo>
                  <a:lnTo>
                    <a:pt x="2512083" y="1606451"/>
                  </a:lnTo>
                  <a:lnTo>
                    <a:pt x="2472960" y="1548884"/>
                  </a:lnTo>
                  <a:lnTo>
                    <a:pt x="2433477" y="1487984"/>
                  </a:lnTo>
                  <a:lnTo>
                    <a:pt x="2393587" y="1424011"/>
                  </a:lnTo>
                  <a:lnTo>
                    <a:pt x="2353286" y="1357319"/>
                  </a:lnTo>
                  <a:lnTo>
                    <a:pt x="2312609" y="1288344"/>
                  </a:lnTo>
                  <a:lnTo>
                    <a:pt x="2271624" y="1217603"/>
                  </a:lnTo>
                  <a:lnTo>
                    <a:pt x="2230422" y="1145670"/>
                  </a:lnTo>
                  <a:lnTo>
                    <a:pt x="2189114" y="1073164"/>
                  </a:lnTo>
                  <a:lnTo>
                    <a:pt x="2147819" y="1000725"/>
                  </a:lnTo>
                  <a:lnTo>
                    <a:pt x="2106654" y="928991"/>
                  </a:lnTo>
                  <a:lnTo>
                    <a:pt x="2065726" y="858573"/>
                  </a:lnTo>
                  <a:lnTo>
                    <a:pt x="2025123" y="790034"/>
                  </a:lnTo>
                  <a:lnTo>
                    <a:pt x="1984906" y="723876"/>
                  </a:lnTo>
                  <a:lnTo>
                    <a:pt x="1945103" y="660519"/>
                  </a:lnTo>
                  <a:lnTo>
                    <a:pt x="1905701" y="600296"/>
                  </a:lnTo>
                  <a:lnTo>
                    <a:pt x="1866641" y="543450"/>
                  </a:lnTo>
                  <a:lnTo>
                    <a:pt x="1827817" y="490132"/>
                  </a:lnTo>
                  <a:lnTo>
                    <a:pt x="1789066" y="440410"/>
                  </a:lnTo>
                  <a:lnTo>
                    <a:pt x="1750163" y="394269"/>
                  </a:lnTo>
                  <a:lnTo>
                    <a:pt x="1719082" y="360246"/>
                  </a:lnTo>
                  <a:lnTo>
                    <a:pt x="1671745" y="313420"/>
                  </a:lnTo>
                  <a:lnTo>
                    <a:pt x="1622755" y="271394"/>
                  </a:lnTo>
                  <a:lnTo>
                    <a:pt x="1571316" y="233910"/>
                  </a:lnTo>
                  <a:lnTo>
                    <a:pt x="1516539" y="200538"/>
                  </a:lnTo>
                  <a:lnTo>
                    <a:pt x="1457521" y="170799"/>
                  </a:lnTo>
                  <a:lnTo>
                    <a:pt x="1393431" y="144236"/>
                  </a:lnTo>
                  <a:lnTo>
                    <a:pt x="1323607" y="120450"/>
                  </a:lnTo>
                  <a:lnTo>
                    <a:pt x="1247698" y="99123"/>
                  </a:lnTo>
                  <a:lnTo>
                    <a:pt x="1165851" y="80030"/>
                  </a:lnTo>
                  <a:lnTo>
                    <a:pt x="1078917" y="63038"/>
                  </a:lnTo>
                  <a:lnTo>
                    <a:pt x="988663" y="48097"/>
                  </a:lnTo>
                  <a:lnTo>
                    <a:pt x="897880" y="35228"/>
                  </a:lnTo>
                  <a:lnTo>
                    <a:pt x="810305" y="24481"/>
                  </a:lnTo>
                  <a:lnTo>
                    <a:pt x="730245" y="15889"/>
                  </a:lnTo>
                  <a:lnTo>
                    <a:pt x="661886" y="9416"/>
                  </a:lnTo>
                  <a:lnTo>
                    <a:pt x="608426" y="4916"/>
                  </a:lnTo>
                  <a:lnTo>
                    <a:pt x="571278" y="2120"/>
                  </a:lnTo>
                  <a:lnTo>
                    <a:pt x="549633" y="656"/>
                  </a:lnTo>
                  <a:lnTo>
                    <a:pt x="540446" y="9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40" name="pl540"/>
            <p:cNvSpPr/>
            <p:nvPr/>
          </p:nvSpPr>
          <p:spPr>
            <a:xfrm>
              <a:off x="546595" y="2694155"/>
              <a:ext cx="8234974" cy="2161480"/>
            </a:xfrm>
            <a:custGeom>
              <a:avLst/>
              <a:pathLst>
                <a:path w="8234974" h="2161480">
                  <a:moveTo>
                    <a:pt x="0" y="0"/>
                  </a:moveTo>
                  <a:lnTo>
                    <a:pt x="538736" y="0"/>
                  </a:lnTo>
                  <a:lnTo>
                    <a:pt x="539956" y="67"/>
                  </a:lnTo>
                  <a:lnTo>
                    <a:pt x="547930" y="548"/>
                  </a:lnTo>
                  <a:lnTo>
                    <a:pt x="567853" y="1879"/>
                  </a:lnTo>
                  <a:lnTo>
                    <a:pt x="603022" y="4491"/>
                  </a:lnTo>
                  <a:lnTo>
                    <a:pt x="654529" y="8766"/>
                  </a:lnTo>
                  <a:lnTo>
                    <a:pt x="721215" y="14989"/>
                  </a:lnTo>
                  <a:lnTo>
                    <a:pt x="800062" y="23319"/>
                  </a:lnTo>
                  <a:lnTo>
                    <a:pt x="886957" y="33805"/>
                  </a:lnTo>
                  <a:lnTo>
                    <a:pt x="977566" y="46418"/>
                  </a:lnTo>
                  <a:lnTo>
                    <a:pt x="1068055" y="61108"/>
                  </a:lnTo>
                  <a:lnTo>
                    <a:pt x="1155507" y="77850"/>
                  </a:lnTo>
                  <a:lnTo>
                    <a:pt x="1238036" y="96682"/>
                  </a:lnTo>
                  <a:lnTo>
                    <a:pt x="1314688" y="117726"/>
                  </a:lnTo>
                  <a:lnTo>
                    <a:pt x="1385243" y="141197"/>
                  </a:lnTo>
                  <a:lnTo>
                    <a:pt x="1450001" y="167402"/>
                  </a:lnTo>
                  <a:lnTo>
                    <a:pt x="1509594" y="196730"/>
                  </a:lnTo>
                  <a:lnTo>
                    <a:pt x="1564840" y="229634"/>
                  </a:lnTo>
                  <a:lnTo>
                    <a:pt x="1616637" y="266592"/>
                  </a:lnTo>
                  <a:lnTo>
                    <a:pt x="1665880" y="308046"/>
                  </a:lnTo>
                  <a:lnTo>
                    <a:pt x="1713382" y="354284"/>
                  </a:lnTo>
                  <a:lnTo>
                    <a:pt x="1719082" y="360246"/>
                  </a:lnTo>
                  <a:lnTo>
                    <a:pt x="1758310" y="403608"/>
                  </a:lnTo>
                  <a:lnTo>
                    <a:pt x="1797159" y="450492"/>
                  </a:lnTo>
                  <a:lnTo>
                    <a:pt x="1835909" y="500966"/>
                  </a:lnTo>
                  <a:lnTo>
                    <a:pt x="1874771" y="555028"/>
                  </a:lnTo>
                  <a:lnTo>
                    <a:pt x="1913895" y="612595"/>
                  </a:lnTo>
                  <a:lnTo>
                    <a:pt x="1953378" y="673495"/>
                  </a:lnTo>
                  <a:lnTo>
                    <a:pt x="1993267" y="737468"/>
                  </a:lnTo>
                  <a:lnTo>
                    <a:pt x="2033568" y="804161"/>
                  </a:lnTo>
                  <a:lnTo>
                    <a:pt x="2074245" y="873135"/>
                  </a:lnTo>
                  <a:lnTo>
                    <a:pt x="2115231" y="943877"/>
                  </a:lnTo>
                  <a:lnTo>
                    <a:pt x="2156433" y="1015810"/>
                  </a:lnTo>
                  <a:lnTo>
                    <a:pt x="2197740" y="1088315"/>
                  </a:lnTo>
                  <a:lnTo>
                    <a:pt x="2239035" y="1160754"/>
                  </a:lnTo>
                  <a:lnTo>
                    <a:pt x="2280201" y="1232488"/>
                  </a:lnTo>
                  <a:lnTo>
                    <a:pt x="2321129" y="1302906"/>
                  </a:lnTo>
                  <a:lnTo>
                    <a:pt x="2361732" y="1371445"/>
                  </a:lnTo>
                  <a:lnTo>
                    <a:pt x="2401948" y="1437603"/>
                  </a:lnTo>
                  <a:lnTo>
                    <a:pt x="2441751" y="1500960"/>
                  </a:lnTo>
                  <a:lnTo>
                    <a:pt x="2481154" y="1561183"/>
                  </a:lnTo>
                  <a:lnTo>
                    <a:pt x="2520213" y="1618029"/>
                  </a:lnTo>
                  <a:lnTo>
                    <a:pt x="2559037" y="1671347"/>
                  </a:lnTo>
                  <a:lnTo>
                    <a:pt x="2597789" y="1721069"/>
                  </a:lnTo>
                  <a:lnTo>
                    <a:pt x="2636692" y="1767210"/>
                  </a:lnTo>
                  <a:lnTo>
                    <a:pt x="2667772" y="1801233"/>
                  </a:lnTo>
                  <a:lnTo>
                    <a:pt x="2715110" y="1848059"/>
                  </a:lnTo>
                  <a:lnTo>
                    <a:pt x="2764100" y="1890085"/>
                  </a:lnTo>
                  <a:lnTo>
                    <a:pt x="2815539" y="1927570"/>
                  </a:lnTo>
                  <a:lnTo>
                    <a:pt x="2870316" y="1960941"/>
                  </a:lnTo>
                  <a:lnTo>
                    <a:pt x="2929333" y="1990680"/>
                  </a:lnTo>
                  <a:lnTo>
                    <a:pt x="2993423" y="2017243"/>
                  </a:lnTo>
                  <a:lnTo>
                    <a:pt x="3063248" y="2041029"/>
                  </a:lnTo>
                  <a:lnTo>
                    <a:pt x="3139157" y="2062356"/>
                  </a:lnTo>
                  <a:lnTo>
                    <a:pt x="3221004" y="2081449"/>
                  </a:lnTo>
                  <a:lnTo>
                    <a:pt x="3307937" y="2098441"/>
                  </a:lnTo>
                  <a:lnTo>
                    <a:pt x="3398192" y="2113382"/>
                  </a:lnTo>
                  <a:lnTo>
                    <a:pt x="3488975" y="2126251"/>
                  </a:lnTo>
                  <a:lnTo>
                    <a:pt x="3576550" y="2136998"/>
                  </a:lnTo>
                  <a:lnTo>
                    <a:pt x="3656610" y="2145590"/>
                  </a:lnTo>
                  <a:lnTo>
                    <a:pt x="3724968" y="2152064"/>
                  </a:lnTo>
                  <a:lnTo>
                    <a:pt x="3778429" y="2156563"/>
                  </a:lnTo>
                  <a:lnTo>
                    <a:pt x="3815576" y="2159359"/>
                  </a:lnTo>
                  <a:lnTo>
                    <a:pt x="3837222" y="2160823"/>
                  </a:lnTo>
                  <a:lnTo>
                    <a:pt x="3846408" y="2161384"/>
                  </a:lnTo>
                  <a:lnTo>
                    <a:pt x="3848116" y="2161479"/>
                  </a:lnTo>
                  <a:lnTo>
                    <a:pt x="3848118" y="2161480"/>
                  </a:lnTo>
                  <a:lnTo>
                    <a:pt x="4386855" y="2161480"/>
                  </a:lnTo>
                  <a:lnTo>
                    <a:pt x="4388155" y="2161467"/>
                  </a:lnTo>
                  <a:lnTo>
                    <a:pt x="4396636" y="2161373"/>
                  </a:lnTo>
                  <a:lnTo>
                    <a:pt x="4417777" y="2161116"/>
                  </a:lnTo>
                  <a:lnTo>
                    <a:pt x="4454972" y="2160610"/>
                  </a:lnTo>
                  <a:lnTo>
                    <a:pt x="4509200" y="2159785"/>
                  </a:lnTo>
                  <a:lnTo>
                    <a:pt x="4579007" y="2158586"/>
                  </a:lnTo>
                  <a:lnTo>
                    <a:pt x="4660991" y="2156986"/>
                  </a:lnTo>
                  <a:lnTo>
                    <a:pt x="4750681" y="2154978"/>
                  </a:lnTo>
                  <a:lnTo>
                    <a:pt x="4843500" y="2152569"/>
                  </a:lnTo>
                  <a:lnTo>
                    <a:pt x="4935519" y="2149769"/>
                  </a:lnTo>
                  <a:lnTo>
                    <a:pt x="5023854" y="2146579"/>
                  </a:lnTo>
                  <a:lnTo>
                    <a:pt x="5106733" y="2142990"/>
                  </a:lnTo>
                  <a:lnTo>
                    <a:pt x="5183354" y="2138973"/>
                  </a:lnTo>
                  <a:lnTo>
                    <a:pt x="5253655" y="2134481"/>
                  </a:lnTo>
                  <a:lnTo>
                    <a:pt x="5318078" y="2129451"/>
                  </a:lnTo>
                  <a:lnTo>
                    <a:pt x="5377372" y="2123803"/>
                  </a:lnTo>
                  <a:lnTo>
                    <a:pt x="5432450" y="2117447"/>
                  </a:lnTo>
                  <a:lnTo>
                    <a:pt x="5484277" y="2110290"/>
                  </a:lnTo>
                  <a:lnTo>
                    <a:pt x="5533784" y="2102256"/>
                  </a:lnTo>
                  <a:lnTo>
                    <a:pt x="5567201" y="2096145"/>
                  </a:lnTo>
                  <a:lnTo>
                    <a:pt x="5619046" y="2085596"/>
                  </a:lnTo>
                  <a:lnTo>
                    <a:pt x="5670393" y="2073919"/>
                  </a:lnTo>
                  <a:lnTo>
                    <a:pt x="5721811" y="2061100"/>
                  </a:lnTo>
                  <a:lnTo>
                    <a:pt x="5773676" y="2047167"/>
                  </a:lnTo>
                  <a:lnTo>
                    <a:pt x="5826199" y="2032197"/>
                  </a:lnTo>
                  <a:lnTo>
                    <a:pt x="5879445" y="2016318"/>
                  </a:lnTo>
                  <a:lnTo>
                    <a:pt x="5933350" y="1999707"/>
                  </a:lnTo>
                  <a:lnTo>
                    <a:pt x="5987755" y="1982583"/>
                  </a:lnTo>
                  <a:lnTo>
                    <a:pt x="6042426" y="1965196"/>
                  </a:lnTo>
                  <a:lnTo>
                    <a:pt x="6097092" y="1947813"/>
                  </a:lnTo>
                  <a:lnTo>
                    <a:pt x="6151484" y="1930702"/>
                  </a:lnTo>
                  <a:lnTo>
                    <a:pt x="6205371" y="1914111"/>
                  </a:lnTo>
                  <a:lnTo>
                    <a:pt x="6258593" y="1898259"/>
                  </a:lnTo>
                  <a:lnTo>
                    <a:pt x="6311093" y="1883321"/>
                  </a:lnTo>
                  <a:lnTo>
                    <a:pt x="6362940" y="1869423"/>
                  </a:lnTo>
                  <a:lnTo>
                    <a:pt x="6414349" y="1856640"/>
                  </a:lnTo>
                  <a:lnTo>
                    <a:pt x="6465702" y="1845000"/>
                  </a:lnTo>
                  <a:lnTo>
                    <a:pt x="6515891" y="1834808"/>
                  </a:lnTo>
                  <a:lnTo>
                    <a:pt x="6564273" y="1826140"/>
                  </a:lnTo>
                  <a:lnTo>
                    <a:pt x="6614398" y="1818381"/>
                  </a:lnTo>
                  <a:lnTo>
                    <a:pt x="6667118" y="1811479"/>
                  </a:lnTo>
                  <a:lnTo>
                    <a:pt x="6723385" y="1805349"/>
                  </a:lnTo>
                  <a:lnTo>
                    <a:pt x="6784157" y="1799899"/>
                  </a:lnTo>
                  <a:lnTo>
                    <a:pt x="6850311" y="1795042"/>
                  </a:lnTo>
                  <a:lnTo>
                    <a:pt x="6922520" y="1790702"/>
                  </a:lnTo>
                  <a:lnTo>
                    <a:pt x="7001094" y="1786820"/>
                  </a:lnTo>
                  <a:lnTo>
                    <a:pt x="7085769" y="1783355"/>
                  </a:lnTo>
                  <a:lnTo>
                    <a:pt x="7175470" y="1780285"/>
                  </a:lnTo>
                  <a:lnTo>
                    <a:pt x="7268093" y="1777604"/>
                  </a:lnTo>
                  <a:lnTo>
                    <a:pt x="7360412" y="1775316"/>
                  </a:lnTo>
                  <a:lnTo>
                    <a:pt x="7448241" y="1773433"/>
                  </a:lnTo>
                  <a:lnTo>
                    <a:pt x="7526941" y="1771958"/>
                  </a:lnTo>
                  <a:lnTo>
                    <a:pt x="7592264" y="1770877"/>
                  </a:lnTo>
                  <a:lnTo>
                    <a:pt x="7641323" y="1770156"/>
                  </a:lnTo>
                  <a:lnTo>
                    <a:pt x="7673383" y="1769735"/>
                  </a:lnTo>
                  <a:lnTo>
                    <a:pt x="7690183" y="1769537"/>
                  </a:lnTo>
                  <a:lnTo>
                    <a:pt x="7695795" y="1769477"/>
                  </a:lnTo>
                  <a:lnTo>
                    <a:pt x="7696237" y="1769473"/>
                  </a:lnTo>
                  <a:lnTo>
                    <a:pt x="8234974" y="17694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1" name="pl541"/>
            <p:cNvSpPr/>
            <p:nvPr/>
          </p:nvSpPr>
          <p:spPr>
            <a:xfrm>
              <a:off x="546595" y="2688711"/>
              <a:ext cx="8234974" cy="2161480"/>
            </a:xfrm>
            <a:custGeom>
              <a:avLst/>
              <a:pathLst>
                <a:path w="8234974" h="2161480">
                  <a:moveTo>
                    <a:pt x="8234974" y="1769473"/>
                  </a:moveTo>
                  <a:lnTo>
                    <a:pt x="7696237" y="1769473"/>
                  </a:lnTo>
                  <a:lnTo>
                    <a:pt x="7694937" y="1769486"/>
                  </a:lnTo>
                  <a:lnTo>
                    <a:pt x="7686457" y="1769579"/>
                  </a:lnTo>
                  <a:lnTo>
                    <a:pt x="7665316" y="1769837"/>
                  </a:lnTo>
                  <a:lnTo>
                    <a:pt x="7628120" y="1770342"/>
                  </a:lnTo>
                  <a:lnTo>
                    <a:pt x="7573892" y="1771168"/>
                  </a:lnTo>
                  <a:lnTo>
                    <a:pt x="7504086" y="1772366"/>
                  </a:lnTo>
                  <a:lnTo>
                    <a:pt x="7422102" y="1773966"/>
                  </a:lnTo>
                  <a:lnTo>
                    <a:pt x="7332412" y="1775974"/>
                  </a:lnTo>
                  <a:lnTo>
                    <a:pt x="7239592" y="1778383"/>
                  </a:lnTo>
                  <a:lnTo>
                    <a:pt x="7147573" y="1781184"/>
                  </a:lnTo>
                  <a:lnTo>
                    <a:pt x="7059239" y="1784374"/>
                  </a:lnTo>
                  <a:lnTo>
                    <a:pt x="6976360" y="1787963"/>
                  </a:lnTo>
                  <a:lnTo>
                    <a:pt x="6899738" y="1791980"/>
                  </a:lnTo>
                  <a:lnTo>
                    <a:pt x="6829437" y="1796471"/>
                  </a:lnTo>
                  <a:lnTo>
                    <a:pt x="6765014" y="1801501"/>
                  </a:lnTo>
                  <a:lnTo>
                    <a:pt x="6705720" y="1807149"/>
                  </a:lnTo>
                  <a:lnTo>
                    <a:pt x="6650643" y="1813506"/>
                  </a:lnTo>
                  <a:lnTo>
                    <a:pt x="6598816" y="1820663"/>
                  </a:lnTo>
                  <a:lnTo>
                    <a:pt x="6549309" y="1828697"/>
                  </a:lnTo>
                  <a:lnTo>
                    <a:pt x="6515891" y="1834808"/>
                  </a:lnTo>
                  <a:lnTo>
                    <a:pt x="6464046" y="1845357"/>
                  </a:lnTo>
                  <a:lnTo>
                    <a:pt x="6412700" y="1857034"/>
                  </a:lnTo>
                  <a:lnTo>
                    <a:pt x="6361282" y="1869853"/>
                  </a:lnTo>
                  <a:lnTo>
                    <a:pt x="6309416" y="1883786"/>
                  </a:lnTo>
                  <a:lnTo>
                    <a:pt x="6256893" y="1898756"/>
                  </a:lnTo>
                  <a:lnTo>
                    <a:pt x="6203648" y="1914634"/>
                  </a:lnTo>
                  <a:lnTo>
                    <a:pt x="6149742" y="1931245"/>
                  </a:lnTo>
                  <a:lnTo>
                    <a:pt x="6095337" y="1948370"/>
                  </a:lnTo>
                  <a:lnTo>
                    <a:pt x="6040667" y="1965757"/>
                  </a:lnTo>
                  <a:lnTo>
                    <a:pt x="5986001" y="1983139"/>
                  </a:lnTo>
                  <a:lnTo>
                    <a:pt x="5931608" y="2000251"/>
                  </a:lnTo>
                  <a:lnTo>
                    <a:pt x="5877722" y="2016841"/>
                  </a:lnTo>
                  <a:lnTo>
                    <a:pt x="5824499" y="2032693"/>
                  </a:lnTo>
                  <a:lnTo>
                    <a:pt x="5771999" y="2047631"/>
                  </a:lnTo>
                  <a:lnTo>
                    <a:pt x="5720152" y="2061529"/>
                  </a:lnTo>
                  <a:lnTo>
                    <a:pt x="5668743" y="2074312"/>
                  </a:lnTo>
                  <a:lnTo>
                    <a:pt x="5617391" y="2085953"/>
                  </a:lnTo>
                  <a:lnTo>
                    <a:pt x="5567201" y="2096145"/>
                  </a:lnTo>
                  <a:lnTo>
                    <a:pt x="5518819" y="2104812"/>
                  </a:lnTo>
                  <a:lnTo>
                    <a:pt x="5468695" y="2112572"/>
                  </a:lnTo>
                  <a:lnTo>
                    <a:pt x="5415975" y="2119474"/>
                  </a:lnTo>
                  <a:lnTo>
                    <a:pt x="5359708" y="2125604"/>
                  </a:lnTo>
                  <a:lnTo>
                    <a:pt x="5298935" y="2131053"/>
                  </a:lnTo>
                  <a:lnTo>
                    <a:pt x="5232781" y="2135911"/>
                  </a:lnTo>
                  <a:lnTo>
                    <a:pt x="5160572" y="2140251"/>
                  </a:lnTo>
                  <a:lnTo>
                    <a:pt x="5081999" y="2144133"/>
                  </a:lnTo>
                  <a:lnTo>
                    <a:pt x="4997324" y="2147597"/>
                  </a:lnTo>
                  <a:lnTo>
                    <a:pt x="4907623" y="2150667"/>
                  </a:lnTo>
                  <a:lnTo>
                    <a:pt x="4815000" y="2153349"/>
                  </a:lnTo>
                  <a:lnTo>
                    <a:pt x="4722680" y="2155636"/>
                  </a:lnTo>
                  <a:lnTo>
                    <a:pt x="4634851" y="2157520"/>
                  </a:lnTo>
                  <a:lnTo>
                    <a:pt x="4556151" y="2158995"/>
                  </a:lnTo>
                  <a:lnTo>
                    <a:pt x="4490829" y="2160075"/>
                  </a:lnTo>
                  <a:lnTo>
                    <a:pt x="4441769" y="2160796"/>
                  </a:lnTo>
                  <a:lnTo>
                    <a:pt x="4409710" y="2161217"/>
                  </a:lnTo>
                  <a:lnTo>
                    <a:pt x="4392910" y="2161415"/>
                  </a:lnTo>
                  <a:lnTo>
                    <a:pt x="4387297" y="2161475"/>
                  </a:lnTo>
                  <a:lnTo>
                    <a:pt x="4386855" y="2161480"/>
                  </a:lnTo>
                  <a:lnTo>
                    <a:pt x="3848118" y="2161480"/>
                  </a:lnTo>
                  <a:lnTo>
                    <a:pt x="3846898" y="2161412"/>
                  </a:lnTo>
                  <a:lnTo>
                    <a:pt x="3838925" y="2160931"/>
                  </a:lnTo>
                  <a:lnTo>
                    <a:pt x="3819001" y="2159601"/>
                  </a:lnTo>
                  <a:lnTo>
                    <a:pt x="3783832" y="2156988"/>
                  </a:lnTo>
                  <a:lnTo>
                    <a:pt x="3732325" y="2152713"/>
                  </a:lnTo>
                  <a:lnTo>
                    <a:pt x="3665640" y="2146491"/>
                  </a:lnTo>
                  <a:lnTo>
                    <a:pt x="3586793" y="2138160"/>
                  </a:lnTo>
                  <a:lnTo>
                    <a:pt x="3499898" y="2127674"/>
                  </a:lnTo>
                  <a:lnTo>
                    <a:pt x="3409289" y="2115061"/>
                  </a:lnTo>
                  <a:lnTo>
                    <a:pt x="3318800" y="2100371"/>
                  </a:lnTo>
                  <a:lnTo>
                    <a:pt x="3231348" y="2083629"/>
                  </a:lnTo>
                  <a:lnTo>
                    <a:pt x="3148819" y="2064798"/>
                  </a:lnTo>
                  <a:lnTo>
                    <a:pt x="3072167" y="2043753"/>
                  </a:lnTo>
                  <a:lnTo>
                    <a:pt x="3001612" y="2020282"/>
                  </a:lnTo>
                  <a:lnTo>
                    <a:pt x="2936854" y="1994077"/>
                  </a:lnTo>
                  <a:lnTo>
                    <a:pt x="2877261" y="1964749"/>
                  </a:lnTo>
                  <a:lnTo>
                    <a:pt x="2822015" y="1931845"/>
                  </a:lnTo>
                  <a:lnTo>
                    <a:pt x="2770218" y="1894887"/>
                  </a:lnTo>
                  <a:lnTo>
                    <a:pt x="2720975" y="1853433"/>
                  </a:lnTo>
                  <a:lnTo>
                    <a:pt x="2673473" y="1807195"/>
                  </a:lnTo>
                  <a:lnTo>
                    <a:pt x="2667772" y="1801233"/>
                  </a:lnTo>
                  <a:lnTo>
                    <a:pt x="2628545" y="1757871"/>
                  </a:lnTo>
                  <a:lnTo>
                    <a:pt x="2589695" y="1710987"/>
                  </a:lnTo>
                  <a:lnTo>
                    <a:pt x="2550945" y="1660513"/>
                  </a:lnTo>
                  <a:lnTo>
                    <a:pt x="2512083" y="1606451"/>
                  </a:lnTo>
                  <a:lnTo>
                    <a:pt x="2472960" y="1548884"/>
                  </a:lnTo>
                  <a:lnTo>
                    <a:pt x="2433477" y="1487984"/>
                  </a:lnTo>
                  <a:lnTo>
                    <a:pt x="2393587" y="1424011"/>
                  </a:lnTo>
                  <a:lnTo>
                    <a:pt x="2353286" y="1357319"/>
                  </a:lnTo>
                  <a:lnTo>
                    <a:pt x="2312609" y="1288344"/>
                  </a:lnTo>
                  <a:lnTo>
                    <a:pt x="2271624" y="1217603"/>
                  </a:lnTo>
                  <a:lnTo>
                    <a:pt x="2230422" y="1145670"/>
                  </a:lnTo>
                  <a:lnTo>
                    <a:pt x="2189114" y="1073164"/>
                  </a:lnTo>
                  <a:lnTo>
                    <a:pt x="2147819" y="1000725"/>
                  </a:lnTo>
                  <a:lnTo>
                    <a:pt x="2106654" y="928991"/>
                  </a:lnTo>
                  <a:lnTo>
                    <a:pt x="2065726" y="858573"/>
                  </a:lnTo>
                  <a:lnTo>
                    <a:pt x="2025123" y="790034"/>
                  </a:lnTo>
                  <a:lnTo>
                    <a:pt x="1984906" y="723876"/>
                  </a:lnTo>
                  <a:lnTo>
                    <a:pt x="1945103" y="660519"/>
                  </a:lnTo>
                  <a:lnTo>
                    <a:pt x="1905701" y="600296"/>
                  </a:lnTo>
                  <a:lnTo>
                    <a:pt x="1866641" y="543450"/>
                  </a:lnTo>
                  <a:lnTo>
                    <a:pt x="1827817" y="490132"/>
                  </a:lnTo>
                  <a:lnTo>
                    <a:pt x="1789066" y="440410"/>
                  </a:lnTo>
                  <a:lnTo>
                    <a:pt x="1750163" y="394269"/>
                  </a:lnTo>
                  <a:lnTo>
                    <a:pt x="1719082" y="360246"/>
                  </a:lnTo>
                  <a:lnTo>
                    <a:pt x="1671745" y="313420"/>
                  </a:lnTo>
                  <a:lnTo>
                    <a:pt x="1622755" y="271394"/>
                  </a:lnTo>
                  <a:lnTo>
                    <a:pt x="1571316" y="233910"/>
                  </a:lnTo>
                  <a:lnTo>
                    <a:pt x="1516539" y="200538"/>
                  </a:lnTo>
                  <a:lnTo>
                    <a:pt x="1457521" y="170799"/>
                  </a:lnTo>
                  <a:lnTo>
                    <a:pt x="1393431" y="144236"/>
                  </a:lnTo>
                  <a:lnTo>
                    <a:pt x="1323607" y="120450"/>
                  </a:lnTo>
                  <a:lnTo>
                    <a:pt x="1247698" y="99123"/>
                  </a:lnTo>
                  <a:lnTo>
                    <a:pt x="1165851" y="80030"/>
                  </a:lnTo>
                  <a:lnTo>
                    <a:pt x="1078917" y="63038"/>
                  </a:lnTo>
                  <a:lnTo>
                    <a:pt x="988663" y="48097"/>
                  </a:lnTo>
                  <a:lnTo>
                    <a:pt x="897880" y="35228"/>
                  </a:lnTo>
                  <a:lnTo>
                    <a:pt x="810305" y="24481"/>
                  </a:lnTo>
                  <a:lnTo>
                    <a:pt x="730245" y="15889"/>
                  </a:lnTo>
                  <a:lnTo>
                    <a:pt x="661886" y="9416"/>
                  </a:lnTo>
                  <a:lnTo>
                    <a:pt x="608426" y="4916"/>
                  </a:lnTo>
                  <a:lnTo>
                    <a:pt x="571278" y="2120"/>
                  </a:lnTo>
                  <a:lnTo>
                    <a:pt x="549633" y="656"/>
                  </a:lnTo>
                  <a:lnTo>
                    <a:pt x="540446" y="95"/>
                  </a:lnTo>
                  <a:lnTo>
                    <a:pt x="538738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2" name="pg542"/>
            <p:cNvSpPr/>
            <p:nvPr/>
          </p:nvSpPr>
          <p:spPr>
            <a:xfrm>
              <a:off x="546595" y="2694155"/>
              <a:ext cx="8234974" cy="2967271"/>
            </a:xfrm>
            <a:custGeom>
              <a:avLst/>
              <a:pathLst>
                <a:path w="8234974" h="2967271">
                  <a:moveTo>
                    <a:pt x="0" y="5444"/>
                  </a:moveTo>
                  <a:lnTo>
                    <a:pt x="538736" y="5444"/>
                  </a:lnTo>
                  <a:lnTo>
                    <a:pt x="539956" y="5512"/>
                  </a:lnTo>
                  <a:lnTo>
                    <a:pt x="547927" y="5994"/>
                  </a:lnTo>
                  <a:lnTo>
                    <a:pt x="567845" y="7327"/>
                  </a:lnTo>
                  <a:lnTo>
                    <a:pt x="603004" y="9945"/>
                  </a:lnTo>
                  <a:lnTo>
                    <a:pt x="654497" y="14230"/>
                  </a:lnTo>
                  <a:lnTo>
                    <a:pt x="721168" y="20466"/>
                  </a:lnTo>
                  <a:lnTo>
                    <a:pt x="799999" y="28815"/>
                  </a:lnTo>
                  <a:lnTo>
                    <a:pt x="886880" y="39324"/>
                  </a:lnTo>
                  <a:lnTo>
                    <a:pt x="977478" y="51966"/>
                  </a:lnTo>
                  <a:lnTo>
                    <a:pt x="1067959" y="66690"/>
                  </a:lnTo>
                  <a:lnTo>
                    <a:pt x="1155406" y="83469"/>
                  </a:lnTo>
                  <a:lnTo>
                    <a:pt x="1237933" y="102344"/>
                  </a:lnTo>
                  <a:lnTo>
                    <a:pt x="1314585" y="123436"/>
                  </a:lnTo>
                  <a:lnTo>
                    <a:pt x="1385141" y="146960"/>
                  </a:lnTo>
                  <a:lnTo>
                    <a:pt x="1449901" y="173224"/>
                  </a:lnTo>
                  <a:lnTo>
                    <a:pt x="1509495" y="202617"/>
                  </a:lnTo>
                  <a:lnTo>
                    <a:pt x="1564742" y="235593"/>
                  </a:lnTo>
                  <a:lnTo>
                    <a:pt x="1616540" y="272632"/>
                  </a:lnTo>
                  <a:lnTo>
                    <a:pt x="1665782" y="314177"/>
                  </a:lnTo>
                  <a:lnTo>
                    <a:pt x="1713281" y="360516"/>
                  </a:lnTo>
                  <a:lnTo>
                    <a:pt x="1719082" y="366598"/>
                  </a:lnTo>
                  <a:lnTo>
                    <a:pt x="1758275" y="410030"/>
                  </a:lnTo>
                  <a:lnTo>
                    <a:pt x="1797091" y="456986"/>
                  </a:lnTo>
                  <a:lnTo>
                    <a:pt x="1835807" y="507535"/>
                  </a:lnTo>
                  <a:lnTo>
                    <a:pt x="1874634" y="561674"/>
                  </a:lnTo>
                  <a:lnTo>
                    <a:pt x="1913722" y="619322"/>
                  </a:lnTo>
                  <a:lnTo>
                    <a:pt x="1953169" y="680306"/>
                  </a:lnTo>
                  <a:lnTo>
                    <a:pt x="1993021" y="744367"/>
                  </a:lnTo>
                  <a:lnTo>
                    <a:pt x="2033284" y="811153"/>
                  </a:lnTo>
                  <a:lnTo>
                    <a:pt x="2073922" y="880225"/>
                  </a:lnTo>
                  <a:lnTo>
                    <a:pt x="2114870" y="951070"/>
                  </a:lnTo>
                  <a:lnTo>
                    <a:pt x="2156034" y="1023113"/>
                  </a:lnTo>
                  <a:lnTo>
                    <a:pt x="2197305" y="1095735"/>
                  </a:lnTo>
                  <a:lnTo>
                    <a:pt x="2238565" y="1168296"/>
                  </a:lnTo>
                  <a:lnTo>
                    <a:pt x="2279696" y="1240160"/>
                  </a:lnTo>
                  <a:lnTo>
                    <a:pt x="2320592" y="1310714"/>
                  </a:lnTo>
                  <a:lnTo>
                    <a:pt x="2361164" y="1379394"/>
                  </a:lnTo>
                  <a:lnTo>
                    <a:pt x="2401351" y="1445699"/>
                  </a:lnTo>
                  <a:lnTo>
                    <a:pt x="2441126" y="1509206"/>
                  </a:lnTo>
                  <a:lnTo>
                    <a:pt x="2480500" y="1569581"/>
                  </a:lnTo>
                  <a:lnTo>
                    <a:pt x="2519530" y="1626579"/>
                  </a:lnTo>
                  <a:lnTo>
                    <a:pt x="2558323" y="1680048"/>
                  </a:lnTo>
                  <a:lnTo>
                    <a:pt x="2597040" y="1729920"/>
                  </a:lnTo>
                  <a:lnTo>
                    <a:pt x="2635903" y="1776207"/>
                  </a:lnTo>
                  <a:lnTo>
                    <a:pt x="2667772" y="1811215"/>
                  </a:lnTo>
                  <a:lnTo>
                    <a:pt x="2715105" y="1858154"/>
                  </a:lnTo>
                  <a:lnTo>
                    <a:pt x="2764089" y="1900282"/>
                  </a:lnTo>
                  <a:lnTo>
                    <a:pt x="2815522" y="1937858"/>
                  </a:lnTo>
                  <a:lnTo>
                    <a:pt x="2870292" y="1971312"/>
                  </a:lnTo>
                  <a:lnTo>
                    <a:pt x="2929300" y="2001124"/>
                  </a:lnTo>
                  <a:lnTo>
                    <a:pt x="2993380" y="2027753"/>
                  </a:lnTo>
                  <a:lnTo>
                    <a:pt x="3063193" y="2051598"/>
                  </a:lnTo>
                  <a:lnTo>
                    <a:pt x="3139089" y="2072978"/>
                  </a:lnTo>
                  <a:lnTo>
                    <a:pt x="3220922" y="2092119"/>
                  </a:lnTo>
                  <a:lnTo>
                    <a:pt x="3307842" y="2109155"/>
                  </a:lnTo>
                  <a:lnTo>
                    <a:pt x="3398084" y="2124133"/>
                  </a:lnTo>
                  <a:lnTo>
                    <a:pt x="3488859" y="2137036"/>
                  </a:lnTo>
                  <a:lnTo>
                    <a:pt x="3576432" y="2147812"/>
                  </a:lnTo>
                  <a:lnTo>
                    <a:pt x="3656497" y="2156428"/>
                  </a:lnTo>
                  <a:lnTo>
                    <a:pt x="3724870" y="2162920"/>
                  </a:lnTo>
                  <a:lnTo>
                    <a:pt x="3778351" y="2167434"/>
                  </a:lnTo>
                  <a:lnTo>
                    <a:pt x="3815523" y="2170239"/>
                  </a:lnTo>
                  <a:lnTo>
                    <a:pt x="3837193" y="2171709"/>
                  </a:lnTo>
                  <a:lnTo>
                    <a:pt x="3846399" y="2172273"/>
                  </a:lnTo>
                  <a:lnTo>
                    <a:pt x="3848118" y="2172369"/>
                  </a:lnTo>
                  <a:lnTo>
                    <a:pt x="4386855" y="2172369"/>
                  </a:lnTo>
                  <a:lnTo>
                    <a:pt x="4388146" y="2172395"/>
                  </a:lnTo>
                  <a:lnTo>
                    <a:pt x="4396569" y="2172582"/>
                  </a:lnTo>
                  <a:lnTo>
                    <a:pt x="4417573" y="2173101"/>
                  </a:lnTo>
                  <a:lnTo>
                    <a:pt x="4454541" y="2174118"/>
                  </a:lnTo>
                  <a:lnTo>
                    <a:pt x="4508464" y="2175781"/>
                  </a:lnTo>
                  <a:lnTo>
                    <a:pt x="4577923" y="2178196"/>
                  </a:lnTo>
                  <a:lnTo>
                    <a:pt x="4659559" y="2181420"/>
                  </a:lnTo>
                  <a:lnTo>
                    <a:pt x="4748943" y="2185467"/>
                  </a:lnTo>
                  <a:lnTo>
                    <a:pt x="4841523" y="2190324"/>
                  </a:lnTo>
                  <a:lnTo>
                    <a:pt x="4933379" y="2195972"/>
                  </a:lnTo>
                  <a:lnTo>
                    <a:pt x="5021622" y="2202405"/>
                  </a:lnTo>
                  <a:lnTo>
                    <a:pt x="5104468" y="2209644"/>
                  </a:lnTo>
                  <a:lnTo>
                    <a:pt x="5181096" y="2217744"/>
                  </a:lnTo>
                  <a:lnTo>
                    <a:pt x="5251428" y="2226797"/>
                  </a:lnTo>
                  <a:lnTo>
                    <a:pt x="5315888" y="2236933"/>
                  </a:lnTo>
                  <a:lnTo>
                    <a:pt x="5375214" y="2248310"/>
                  </a:lnTo>
                  <a:lnTo>
                    <a:pt x="5430307" y="2261110"/>
                  </a:lnTo>
                  <a:lnTo>
                    <a:pt x="5482127" y="2275517"/>
                  </a:lnTo>
                  <a:lnTo>
                    <a:pt x="5531600" y="2291690"/>
                  </a:lnTo>
                  <a:lnTo>
                    <a:pt x="5567201" y="2304852"/>
                  </a:lnTo>
                  <a:lnTo>
                    <a:pt x="5616554" y="2325156"/>
                  </a:lnTo>
                  <a:lnTo>
                    <a:pt x="5665427" y="2347529"/>
                  </a:lnTo>
                  <a:lnTo>
                    <a:pt x="5714325" y="2372000"/>
                  </a:lnTo>
                  <a:lnTo>
                    <a:pt x="5763589" y="2398530"/>
                  </a:lnTo>
                  <a:lnTo>
                    <a:pt x="5813423" y="2426999"/>
                  </a:lnTo>
                  <a:lnTo>
                    <a:pt x="5863910" y="2457203"/>
                  </a:lnTo>
                  <a:lnTo>
                    <a:pt x="5915022" y="2488855"/>
                  </a:lnTo>
                  <a:lnTo>
                    <a:pt x="5966645" y="2521594"/>
                  </a:lnTo>
                  <a:lnTo>
                    <a:pt x="6018597" y="2554999"/>
                  </a:lnTo>
                  <a:lnTo>
                    <a:pt x="6070653" y="2588612"/>
                  </a:lnTo>
                  <a:lnTo>
                    <a:pt x="6122577" y="2621962"/>
                  </a:lnTo>
                  <a:lnTo>
                    <a:pt x="6174148" y="2654594"/>
                  </a:lnTo>
                  <a:lnTo>
                    <a:pt x="6225190" y="2686092"/>
                  </a:lnTo>
                  <a:lnTo>
                    <a:pt x="6275599" y="2716104"/>
                  </a:lnTo>
                  <a:lnTo>
                    <a:pt x="6325360" y="2744353"/>
                  </a:lnTo>
                  <a:lnTo>
                    <a:pt x="6374567" y="2770644"/>
                  </a:lnTo>
                  <a:lnTo>
                    <a:pt x="6423441" y="2794867"/>
                  </a:lnTo>
                  <a:lnTo>
                    <a:pt x="6472342" y="2816992"/>
                  </a:lnTo>
                  <a:lnTo>
                    <a:pt x="6515891" y="2834787"/>
                  </a:lnTo>
                  <a:lnTo>
                    <a:pt x="6564157" y="2852323"/>
                  </a:lnTo>
                  <a:lnTo>
                    <a:pt x="6614155" y="2868026"/>
                  </a:lnTo>
                  <a:lnTo>
                    <a:pt x="6666733" y="2881999"/>
                  </a:lnTo>
                  <a:lnTo>
                    <a:pt x="6722833" y="2894412"/>
                  </a:lnTo>
                  <a:lnTo>
                    <a:pt x="6783410" y="2905450"/>
                  </a:lnTo>
                  <a:lnTo>
                    <a:pt x="6849333" y="2915290"/>
                  </a:lnTo>
                  <a:lnTo>
                    <a:pt x="6921274" y="2924086"/>
                  </a:lnTo>
                  <a:lnTo>
                    <a:pt x="6999550" y="2931954"/>
                  </a:lnTo>
                  <a:lnTo>
                    <a:pt x="7083911" y="2938980"/>
                  </a:lnTo>
                  <a:lnTo>
                    <a:pt x="7173307" y="2945208"/>
                  </a:lnTo>
                  <a:lnTo>
                    <a:pt x="7265673" y="2950652"/>
                  </a:lnTo>
                  <a:lnTo>
                    <a:pt x="7357836" y="2955301"/>
                  </a:lnTo>
                  <a:lnTo>
                    <a:pt x="7445656" y="2959136"/>
                  </a:lnTo>
                  <a:lnTo>
                    <a:pt x="7524532" y="2962147"/>
                  </a:lnTo>
                  <a:lnTo>
                    <a:pt x="7590215" y="2964359"/>
                  </a:lnTo>
                  <a:lnTo>
                    <a:pt x="7639781" y="2965842"/>
                  </a:lnTo>
                  <a:lnTo>
                    <a:pt x="7672409" y="2966714"/>
                  </a:lnTo>
                  <a:lnTo>
                    <a:pt x="7689732" y="2967130"/>
                  </a:lnTo>
                  <a:lnTo>
                    <a:pt x="7695705" y="2967260"/>
                  </a:lnTo>
                  <a:lnTo>
                    <a:pt x="7696237" y="2967271"/>
                  </a:lnTo>
                  <a:lnTo>
                    <a:pt x="8234974" y="2967271"/>
                  </a:lnTo>
                  <a:lnTo>
                    <a:pt x="8234974" y="2961826"/>
                  </a:lnTo>
                  <a:lnTo>
                    <a:pt x="7696237" y="2961826"/>
                  </a:lnTo>
                  <a:lnTo>
                    <a:pt x="7694946" y="2961800"/>
                  </a:lnTo>
                  <a:lnTo>
                    <a:pt x="7686523" y="2961612"/>
                  </a:lnTo>
                  <a:lnTo>
                    <a:pt x="7665519" y="2961094"/>
                  </a:lnTo>
                  <a:lnTo>
                    <a:pt x="7628552" y="2960076"/>
                  </a:lnTo>
                  <a:lnTo>
                    <a:pt x="7574629" y="2958414"/>
                  </a:lnTo>
                  <a:lnTo>
                    <a:pt x="7505170" y="2955999"/>
                  </a:lnTo>
                  <a:lnTo>
                    <a:pt x="7423533" y="2952775"/>
                  </a:lnTo>
                  <a:lnTo>
                    <a:pt x="7334149" y="2948728"/>
                  </a:lnTo>
                  <a:lnTo>
                    <a:pt x="7241570" y="2943870"/>
                  </a:lnTo>
                  <a:lnTo>
                    <a:pt x="7149714" y="2938222"/>
                  </a:lnTo>
                  <a:lnTo>
                    <a:pt x="7061470" y="2931790"/>
                  </a:lnTo>
                  <a:lnTo>
                    <a:pt x="6978625" y="2924551"/>
                  </a:lnTo>
                  <a:lnTo>
                    <a:pt x="6901996" y="2916451"/>
                  </a:lnTo>
                  <a:lnTo>
                    <a:pt x="6831665" y="2907398"/>
                  </a:lnTo>
                  <a:lnTo>
                    <a:pt x="6767205" y="2897262"/>
                  </a:lnTo>
                  <a:lnTo>
                    <a:pt x="6707879" y="2885885"/>
                  </a:lnTo>
                  <a:lnTo>
                    <a:pt x="6652786" y="2873085"/>
                  </a:lnTo>
                  <a:lnTo>
                    <a:pt x="6600966" y="2858677"/>
                  </a:lnTo>
                  <a:lnTo>
                    <a:pt x="6551493" y="2842504"/>
                  </a:lnTo>
                  <a:lnTo>
                    <a:pt x="6515891" y="2829342"/>
                  </a:lnTo>
                  <a:lnTo>
                    <a:pt x="6466539" y="2809039"/>
                  </a:lnTo>
                  <a:lnTo>
                    <a:pt x="6417665" y="2786666"/>
                  </a:lnTo>
                  <a:lnTo>
                    <a:pt x="6368768" y="2762195"/>
                  </a:lnTo>
                  <a:lnTo>
                    <a:pt x="6319504" y="2735665"/>
                  </a:lnTo>
                  <a:lnTo>
                    <a:pt x="6269669" y="2707196"/>
                  </a:lnTo>
                  <a:lnTo>
                    <a:pt x="6219182" y="2676992"/>
                  </a:lnTo>
                  <a:lnTo>
                    <a:pt x="6168070" y="2645340"/>
                  </a:lnTo>
                  <a:lnTo>
                    <a:pt x="6116447" y="2612601"/>
                  </a:lnTo>
                  <a:lnTo>
                    <a:pt x="6064496" y="2579195"/>
                  </a:lnTo>
                  <a:lnTo>
                    <a:pt x="6012440" y="2545582"/>
                  </a:lnTo>
                  <a:lnTo>
                    <a:pt x="5960516" y="2512232"/>
                  </a:lnTo>
                  <a:lnTo>
                    <a:pt x="5908945" y="2479601"/>
                  </a:lnTo>
                  <a:lnTo>
                    <a:pt x="5857902" y="2448102"/>
                  </a:lnTo>
                  <a:lnTo>
                    <a:pt x="5807493" y="2418091"/>
                  </a:lnTo>
                  <a:lnTo>
                    <a:pt x="5757733" y="2389842"/>
                  </a:lnTo>
                  <a:lnTo>
                    <a:pt x="5708525" y="2363551"/>
                  </a:lnTo>
                  <a:lnTo>
                    <a:pt x="5659651" y="2339327"/>
                  </a:lnTo>
                  <a:lnTo>
                    <a:pt x="5610751" y="2317203"/>
                  </a:lnTo>
                  <a:lnTo>
                    <a:pt x="5567201" y="2299408"/>
                  </a:lnTo>
                  <a:lnTo>
                    <a:pt x="5518935" y="2281872"/>
                  </a:lnTo>
                  <a:lnTo>
                    <a:pt x="5468937" y="2266169"/>
                  </a:lnTo>
                  <a:lnTo>
                    <a:pt x="5416360" y="2252195"/>
                  </a:lnTo>
                  <a:lnTo>
                    <a:pt x="5360259" y="2239783"/>
                  </a:lnTo>
                  <a:lnTo>
                    <a:pt x="5299683" y="2228745"/>
                  </a:lnTo>
                  <a:lnTo>
                    <a:pt x="5233760" y="2218904"/>
                  </a:lnTo>
                  <a:lnTo>
                    <a:pt x="5161818" y="2210109"/>
                  </a:lnTo>
                  <a:lnTo>
                    <a:pt x="5083542" y="2202240"/>
                  </a:lnTo>
                  <a:lnTo>
                    <a:pt x="4999182" y="2195215"/>
                  </a:lnTo>
                  <a:lnTo>
                    <a:pt x="4909786" y="2188987"/>
                  </a:lnTo>
                  <a:lnTo>
                    <a:pt x="4817419" y="2183542"/>
                  </a:lnTo>
                  <a:lnTo>
                    <a:pt x="4725257" y="2178893"/>
                  </a:lnTo>
                  <a:lnTo>
                    <a:pt x="4637436" y="2175059"/>
                  </a:lnTo>
                  <a:lnTo>
                    <a:pt x="4558561" y="2172048"/>
                  </a:lnTo>
                  <a:lnTo>
                    <a:pt x="4492877" y="2169836"/>
                  </a:lnTo>
                  <a:lnTo>
                    <a:pt x="4443312" y="2168353"/>
                  </a:lnTo>
                  <a:lnTo>
                    <a:pt x="4410684" y="2167480"/>
                  </a:lnTo>
                  <a:lnTo>
                    <a:pt x="4393360" y="2167064"/>
                  </a:lnTo>
                  <a:lnTo>
                    <a:pt x="4387388" y="2166935"/>
                  </a:lnTo>
                  <a:lnTo>
                    <a:pt x="4386855" y="2166924"/>
                  </a:lnTo>
                  <a:lnTo>
                    <a:pt x="3848118" y="2166924"/>
                  </a:lnTo>
                  <a:lnTo>
                    <a:pt x="3846898" y="2166857"/>
                  </a:lnTo>
                  <a:lnTo>
                    <a:pt x="3838927" y="2166374"/>
                  </a:lnTo>
                  <a:lnTo>
                    <a:pt x="3819010" y="2165041"/>
                  </a:lnTo>
                  <a:lnTo>
                    <a:pt x="3783851" y="2162423"/>
                  </a:lnTo>
                  <a:lnTo>
                    <a:pt x="3732357" y="2158138"/>
                  </a:lnTo>
                  <a:lnTo>
                    <a:pt x="3665687" y="2151902"/>
                  </a:lnTo>
                  <a:lnTo>
                    <a:pt x="3586855" y="2143553"/>
                  </a:lnTo>
                  <a:lnTo>
                    <a:pt x="3499974" y="2133044"/>
                  </a:lnTo>
                  <a:lnTo>
                    <a:pt x="3409377" y="2120402"/>
                  </a:lnTo>
                  <a:lnTo>
                    <a:pt x="3318896" y="2105679"/>
                  </a:lnTo>
                  <a:lnTo>
                    <a:pt x="3231448" y="2088899"/>
                  </a:lnTo>
                  <a:lnTo>
                    <a:pt x="3148921" y="2070024"/>
                  </a:lnTo>
                  <a:lnTo>
                    <a:pt x="3072270" y="2048933"/>
                  </a:lnTo>
                  <a:lnTo>
                    <a:pt x="3001713" y="2025408"/>
                  </a:lnTo>
                  <a:lnTo>
                    <a:pt x="2936954" y="1999145"/>
                  </a:lnTo>
                  <a:lnTo>
                    <a:pt x="2877359" y="1969751"/>
                  </a:lnTo>
                  <a:lnTo>
                    <a:pt x="2822112" y="1936775"/>
                  </a:lnTo>
                  <a:lnTo>
                    <a:pt x="2770315" y="1899736"/>
                  </a:lnTo>
                  <a:lnTo>
                    <a:pt x="2721073" y="1858191"/>
                  </a:lnTo>
                  <a:lnTo>
                    <a:pt x="2673574" y="1811852"/>
                  </a:lnTo>
                  <a:lnTo>
                    <a:pt x="2667772" y="1805770"/>
                  </a:lnTo>
                  <a:lnTo>
                    <a:pt x="2628579" y="1762338"/>
                  </a:lnTo>
                  <a:lnTo>
                    <a:pt x="2589764" y="1715383"/>
                  </a:lnTo>
                  <a:lnTo>
                    <a:pt x="2551047" y="1664833"/>
                  </a:lnTo>
                  <a:lnTo>
                    <a:pt x="2512220" y="1610694"/>
                  </a:lnTo>
                  <a:lnTo>
                    <a:pt x="2473132" y="1553046"/>
                  </a:lnTo>
                  <a:lnTo>
                    <a:pt x="2433686" y="1492062"/>
                  </a:lnTo>
                  <a:lnTo>
                    <a:pt x="2393834" y="1428001"/>
                  </a:lnTo>
                  <a:lnTo>
                    <a:pt x="2353571" y="1361216"/>
                  </a:lnTo>
                  <a:lnTo>
                    <a:pt x="2312932" y="1292143"/>
                  </a:lnTo>
                  <a:lnTo>
                    <a:pt x="2271985" y="1221298"/>
                  </a:lnTo>
                  <a:lnTo>
                    <a:pt x="2230821" y="1149255"/>
                  </a:lnTo>
                  <a:lnTo>
                    <a:pt x="2189550" y="1076634"/>
                  </a:lnTo>
                  <a:lnTo>
                    <a:pt x="2148290" y="1004072"/>
                  </a:lnTo>
                  <a:lnTo>
                    <a:pt x="2107159" y="932208"/>
                  </a:lnTo>
                  <a:lnTo>
                    <a:pt x="2066263" y="861654"/>
                  </a:lnTo>
                  <a:lnTo>
                    <a:pt x="2025691" y="792974"/>
                  </a:lnTo>
                  <a:lnTo>
                    <a:pt x="1985503" y="726670"/>
                  </a:lnTo>
                  <a:lnTo>
                    <a:pt x="1945729" y="663162"/>
                  </a:lnTo>
                  <a:lnTo>
                    <a:pt x="1906355" y="602788"/>
                  </a:lnTo>
                  <a:lnTo>
                    <a:pt x="1867325" y="545789"/>
                  </a:lnTo>
                  <a:lnTo>
                    <a:pt x="1828532" y="492320"/>
                  </a:lnTo>
                  <a:lnTo>
                    <a:pt x="1789815" y="442448"/>
                  </a:lnTo>
                  <a:lnTo>
                    <a:pt x="1750952" y="396161"/>
                  </a:lnTo>
                  <a:lnTo>
                    <a:pt x="1719082" y="361154"/>
                  </a:lnTo>
                  <a:lnTo>
                    <a:pt x="1671750" y="314214"/>
                  </a:lnTo>
                  <a:lnTo>
                    <a:pt x="1622766" y="272086"/>
                  </a:lnTo>
                  <a:lnTo>
                    <a:pt x="1571333" y="234510"/>
                  </a:lnTo>
                  <a:lnTo>
                    <a:pt x="1516563" y="201056"/>
                  </a:lnTo>
                  <a:lnTo>
                    <a:pt x="1457554" y="171244"/>
                  </a:lnTo>
                  <a:lnTo>
                    <a:pt x="1393474" y="144615"/>
                  </a:lnTo>
                  <a:lnTo>
                    <a:pt x="1323661" y="120770"/>
                  </a:lnTo>
                  <a:lnTo>
                    <a:pt x="1247766" y="99390"/>
                  </a:lnTo>
                  <a:lnTo>
                    <a:pt x="1165932" y="80249"/>
                  </a:lnTo>
                  <a:lnTo>
                    <a:pt x="1079013" y="63214"/>
                  </a:lnTo>
                  <a:lnTo>
                    <a:pt x="988771" y="48235"/>
                  </a:lnTo>
                  <a:lnTo>
                    <a:pt x="897995" y="35332"/>
                  </a:lnTo>
                  <a:lnTo>
                    <a:pt x="810423" y="24556"/>
                  </a:lnTo>
                  <a:lnTo>
                    <a:pt x="730357" y="15940"/>
                  </a:lnTo>
                  <a:lnTo>
                    <a:pt x="661985" y="9448"/>
                  </a:lnTo>
                  <a:lnTo>
                    <a:pt x="608504" y="4934"/>
                  </a:lnTo>
                  <a:lnTo>
                    <a:pt x="571332" y="2129"/>
                  </a:lnTo>
                  <a:lnTo>
                    <a:pt x="549661" y="659"/>
                  </a:lnTo>
                  <a:lnTo>
                    <a:pt x="540456" y="9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43" name="pl543"/>
            <p:cNvSpPr/>
            <p:nvPr/>
          </p:nvSpPr>
          <p:spPr>
            <a:xfrm>
              <a:off x="546595" y="2699600"/>
              <a:ext cx="8234974" cy="2961826"/>
            </a:xfrm>
            <a:custGeom>
              <a:avLst/>
              <a:pathLst>
                <a:path w="8234974" h="2961826">
                  <a:moveTo>
                    <a:pt x="0" y="0"/>
                  </a:moveTo>
                  <a:lnTo>
                    <a:pt x="538736" y="0"/>
                  </a:lnTo>
                  <a:lnTo>
                    <a:pt x="539956" y="67"/>
                  </a:lnTo>
                  <a:lnTo>
                    <a:pt x="547927" y="549"/>
                  </a:lnTo>
                  <a:lnTo>
                    <a:pt x="567845" y="1883"/>
                  </a:lnTo>
                  <a:lnTo>
                    <a:pt x="603004" y="4501"/>
                  </a:lnTo>
                  <a:lnTo>
                    <a:pt x="654497" y="8785"/>
                  </a:lnTo>
                  <a:lnTo>
                    <a:pt x="721168" y="15022"/>
                  </a:lnTo>
                  <a:lnTo>
                    <a:pt x="799999" y="23371"/>
                  </a:lnTo>
                  <a:lnTo>
                    <a:pt x="886880" y="33880"/>
                  </a:lnTo>
                  <a:lnTo>
                    <a:pt x="977478" y="46522"/>
                  </a:lnTo>
                  <a:lnTo>
                    <a:pt x="1067959" y="61245"/>
                  </a:lnTo>
                  <a:lnTo>
                    <a:pt x="1155406" y="78025"/>
                  </a:lnTo>
                  <a:lnTo>
                    <a:pt x="1237933" y="96899"/>
                  </a:lnTo>
                  <a:lnTo>
                    <a:pt x="1314585" y="117991"/>
                  </a:lnTo>
                  <a:lnTo>
                    <a:pt x="1385141" y="141515"/>
                  </a:lnTo>
                  <a:lnTo>
                    <a:pt x="1449901" y="167779"/>
                  </a:lnTo>
                  <a:lnTo>
                    <a:pt x="1509495" y="197172"/>
                  </a:lnTo>
                  <a:lnTo>
                    <a:pt x="1564742" y="230148"/>
                  </a:lnTo>
                  <a:lnTo>
                    <a:pt x="1616540" y="267188"/>
                  </a:lnTo>
                  <a:lnTo>
                    <a:pt x="1665782" y="308732"/>
                  </a:lnTo>
                  <a:lnTo>
                    <a:pt x="1713281" y="355072"/>
                  </a:lnTo>
                  <a:lnTo>
                    <a:pt x="1719082" y="361154"/>
                  </a:lnTo>
                  <a:lnTo>
                    <a:pt x="1758275" y="404585"/>
                  </a:lnTo>
                  <a:lnTo>
                    <a:pt x="1797091" y="451541"/>
                  </a:lnTo>
                  <a:lnTo>
                    <a:pt x="1835807" y="502090"/>
                  </a:lnTo>
                  <a:lnTo>
                    <a:pt x="1874634" y="556230"/>
                  </a:lnTo>
                  <a:lnTo>
                    <a:pt x="1913722" y="613877"/>
                  </a:lnTo>
                  <a:lnTo>
                    <a:pt x="1953169" y="674862"/>
                  </a:lnTo>
                  <a:lnTo>
                    <a:pt x="1993021" y="738923"/>
                  </a:lnTo>
                  <a:lnTo>
                    <a:pt x="2033284" y="805708"/>
                  </a:lnTo>
                  <a:lnTo>
                    <a:pt x="2073922" y="874780"/>
                  </a:lnTo>
                  <a:lnTo>
                    <a:pt x="2114870" y="945625"/>
                  </a:lnTo>
                  <a:lnTo>
                    <a:pt x="2156034" y="1017668"/>
                  </a:lnTo>
                  <a:lnTo>
                    <a:pt x="2197305" y="1090290"/>
                  </a:lnTo>
                  <a:lnTo>
                    <a:pt x="2238565" y="1162852"/>
                  </a:lnTo>
                  <a:lnTo>
                    <a:pt x="2279696" y="1234715"/>
                  </a:lnTo>
                  <a:lnTo>
                    <a:pt x="2320592" y="1305270"/>
                  </a:lnTo>
                  <a:lnTo>
                    <a:pt x="2361164" y="1373950"/>
                  </a:lnTo>
                  <a:lnTo>
                    <a:pt x="2401351" y="1440254"/>
                  </a:lnTo>
                  <a:lnTo>
                    <a:pt x="2441126" y="1503761"/>
                  </a:lnTo>
                  <a:lnTo>
                    <a:pt x="2480500" y="1564136"/>
                  </a:lnTo>
                  <a:lnTo>
                    <a:pt x="2519530" y="1621135"/>
                  </a:lnTo>
                  <a:lnTo>
                    <a:pt x="2558323" y="1674604"/>
                  </a:lnTo>
                  <a:lnTo>
                    <a:pt x="2597040" y="1724476"/>
                  </a:lnTo>
                  <a:lnTo>
                    <a:pt x="2635903" y="1770762"/>
                  </a:lnTo>
                  <a:lnTo>
                    <a:pt x="2667772" y="1805770"/>
                  </a:lnTo>
                  <a:lnTo>
                    <a:pt x="2715105" y="1852710"/>
                  </a:lnTo>
                  <a:lnTo>
                    <a:pt x="2764089" y="1894838"/>
                  </a:lnTo>
                  <a:lnTo>
                    <a:pt x="2815522" y="1932413"/>
                  </a:lnTo>
                  <a:lnTo>
                    <a:pt x="2870292" y="1965867"/>
                  </a:lnTo>
                  <a:lnTo>
                    <a:pt x="2929300" y="1995679"/>
                  </a:lnTo>
                  <a:lnTo>
                    <a:pt x="2993380" y="2022308"/>
                  </a:lnTo>
                  <a:lnTo>
                    <a:pt x="3063193" y="2046154"/>
                  </a:lnTo>
                  <a:lnTo>
                    <a:pt x="3139089" y="2067533"/>
                  </a:lnTo>
                  <a:lnTo>
                    <a:pt x="3220922" y="2086674"/>
                  </a:lnTo>
                  <a:lnTo>
                    <a:pt x="3307842" y="2103710"/>
                  </a:lnTo>
                  <a:lnTo>
                    <a:pt x="3398084" y="2118689"/>
                  </a:lnTo>
                  <a:lnTo>
                    <a:pt x="3488859" y="2131591"/>
                  </a:lnTo>
                  <a:lnTo>
                    <a:pt x="3576432" y="2142367"/>
                  </a:lnTo>
                  <a:lnTo>
                    <a:pt x="3656497" y="2150984"/>
                  </a:lnTo>
                  <a:lnTo>
                    <a:pt x="3724870" y="2157476"/>
                  </a:lnTo>
                  <a:lnTo>
                    <a:pt x="3778351" y="2161989"/>
                  </a:lnTo>
                  <a:lnTo>
                    <a:pt x="3815523" y="2164795"/>
                  </a:lnTo>
                  <a:lnTo>
                    <a:pt x="3837193" y="2166264"/>
                  </a:lnTo>
                  <a:lnTo>
                    <a:pt x="3846399" y="2166828"/>
                  </a:lnTo>
                  <a:lnTo>
                    <a:pt x="3848116" y="2166924"/>
                  </a:lnTo>
                  <a:lnTo>
                    <a:pt x="3848118" y="2166924"/>
                  </a:lnTo>
                  <a:lnTo>
                    <a:pt x="4386855" y="2166924"/>
                  </a:lnTo>
                  <a:lnTo>
                    <a:pt x="4388146" y="2166950"/>
                  </a:lnTo>
                  <a:lnTo>
                    <a:pt x="4396569" y="2167138"/>
                  </a:lnTo>
                  <a:lnTo>
                    <a:pt x="4417573" y="2167656"/>
                  </a:lnTo>
                  <a:lnTo>
                    <a:pt x="4454541" y="2168674"/>
                  </a:lnTo>
                  <a:lnTo>
                    <a:pt x="4508464" y="2170337"/>
                  </a:lnTo>
                  <a:lnTo>
                    <a:pt x="4577923" y="2172751"/>
                  </a:lnTo>
                  <a:lnTo>
                    <a:pt x="4659559" y="2175975"/>
                  </a:lnTo>
                  <a:lnTo>
                    <a:pt x="4748943" y="2180023"/>
                  </a:lnTo>
                  <a:lnTo>
                    <a:pt x="4841523" y="2184880"/>
                  </a:lnTo>
                  <a:lnTo>
                    <a:pt x="4933379" y="2190528"/>
                  </a:lnTo>
                  <a:lnTo>
                    <a:pt x="5021622" y="2196961"/>
                  </a:lnTo>
                  <a:lnTo>
                    <a:pt x="5104468" y="2204199"/>
                  </a:lnTo>
                  <a:lnTo>
                    <a:pt x="5181096" y="2212299"/>
                  </a:lnTo>
                  <a:lnTo>
                    <a:pt x="5251428" y="2221353"/>
                  </a:lnTo>
                  <a:lnTo>
                    <a:pt x="5315888" y="2231488"/>
                  </a:lnTo>
                  <a:lnTo>
                    <a:pt x="5375214" y="2242865"/>
                  </a:lnTo>
                  <a:lnTo>
                    <a:pt x="5430307" y="2255665"/>
                  </a:lnTo>
                  <a:lnTo>
                    <a:pt x="5482127" y="2270073"/>
                  </a:lnTo>
                  <a:lnTo>
                    <a:pt x="5531600" y="2286246"/>
                  </a:lnTo>
                  <a:lnTo>
                    <a:pt x="5567201" y="2299408"/>
                  </a:lnTo>
                  <a:lnTo>
                    <a:pt x="5616554" y="2319712"/>
                  </a:lnTo>
                  <a:lnTo>
                    <a:pt x="5665427" y="2342084"/>
                  </a:lnTo>
                  <a:lnTo>
                    <a:pt x="5714325" y="2366556"/>
                  </a:lnTo>
                  <a:lnTo>
                    <a:pt x="5763589" y="2393086"/>
                  </a:lnTo>
                  <a:lnTo>
                    <a:pt x="5813423" y="2421554"/>
                  </a:lnTo>
                  <a:lnTo>
                    <a:pt x="5863910" y="2451758"/>
                  </a:lnTo>
                  <a:lnTo>
                    <a:pt x="5915022" y="2483410"/>
                  </a:lnTo>
                  <a:lnTo>
                    <a:pt x="5966645" y="2516150"/>
                  </a:lnTo>
                  <a:lnTo>
                    <a:pt x="6018597" y="2549555"/>
                  </a:lnTo>
                  <a:lnTo>
                    <a:pt x="6070653" y="2583168"/>
                  </a:lnTo>
                  <a:lnTo>
                    <a:pt x="6122577" y="2616518"/>
                  </a:lnTo>
                  <a:lnTo>
                    <a:pt x="6174148" y="2649149"/>
                  </a:lnTo>
                  <a:lnTo>
                    <a:pt x="6225190" y="2680648"/>
                  </a:lnTo>
                  <a:lnTo>
                    <a:pt x="6275599" y="2710660"/>
                  </a:lnTo>
                  <a:lnTo>
                    <a:pt x="6325360" y="2738908"/>
                  </a:lnTo>
                  <a:lnTo>
                    <a:pt x="6374567" y="2765199"/>
                  </a:lnTo>
                  <a:lnTo>
                    <a:pt x="6423441" y="2789423"/>
                  </a:lnTo>
                  <a:lnTo>
                    <a:pt x="6472342" y="2811548"/>
                  </a:lnTo>
                  <a:lnTo>
                    <a:pt x="6515891" y="2829342"/>
                  </a:lnTo>
                  <a:lnTo>
                    <a:pt x="6564157" y="2846878"/>
                  </a:lnTo>
                  <a:lnTo>
                    <a:pt x="6614155" y="2862581"/>
                  </a:lnTo>
                  <a:lnTo>
                    <a:pt x="6666733" y="2876555"/>
                  </a:lnTo>
                  <a:lnTo>
                    <a:pt x="6722833" y="2888967"/>
                  </a:lnTo>
                  <a:lnTo>
                    <a:pt x="6783410" y="2900005"/>
                  </a:lnTo>
                  <a:lnTo>
                    <a:pt x="6849333" y="2909846"/>
                  </a:lnTo>
                  <a:lnTo>
                    <a:pt x="6921274" y="2918641"/>
                  </a:lnTo>
                  <a:lnTo>
                    <a:pt x="6999550" y="2926510"/>
                  </a:lnTo>
                  <a:lnTo>
                    <a:pt x="7083911" y="2933535"/>
                  </a:lnTo>
                  <a:lnTo>
                    <a:pt x="7173307" y="2939764"/>
                  </a:lnTo>
                  <a:lnTo>
                    <a:pt x="7265673" y="2945208"/>
                  </a:lnTo>
                  <a:lnTo>
                    <a:pt x="7357836" y="2949857"/>
                  </a:lnTo>
                  <a:lnTo>
                    <a:pt x="7445656" y="2953691"/>
                  </a:lnTo>
                  <a:lnTo>
                    <a:pt x="7524532" y="2956702"/>
                  </a:lnTo>
                  <a:lnTo>
                    <a:pt x="7590215" y="2958914"/>
                  </a:lnTo>
                  <a:lnTo>
                    <a:pt x="7639781" y="2960397"/>
                  </a:lnTo>
                  <a:lnTo>
                    <a:pt x="7672409" y="2961270"/>
                  </a:lnTo>
                  <a:lnTo>
                    <a:pt x="7689732" y="2961686"/>
                  </a:lnTo>
                  <a:lnTo>
                    <a:pt x="7695705" y="2961815"/>
                  </a:lnTo>
                  <a:lnTo>
                    <a:pt x="7696237" y="2961826"/>
                  </a:lnTo>
                  <a:lnTo>
                    <a:pt x="8234974" y="29618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4" name="pl544"/>
            <p:cNvSpPr/>
            <p:nvPr/>
          </p:nvSpPr>
          <p:spPr>
            <a:xfrm>
              <a:off x="546595" y="2694155"/>
              <a:ext cx="8234974" cy="2961826"/>
            </a:xfrm>
            <a:custGeom>
              <a:avLst/>
              <a:pathLst>
                <a:path w="8234974" h="2961826">
                  <a:moveTo>
                    <a:pt x="8234974" y="2961826"/>
                  </a:moveTo>
                  <a:lnTo>
                    <a:pt x="7696237" y="2961826"/>
                  </a:lnTo>
                  <a:lnTo>
                    <a:pt x="7694946" y="2961800"/>
                  </a:lnTo>
                  <a:lnTo>
                    <a:pt x="7686523" y="2961612"/>
                  </a:lnTo>
                  <a:lnTo>
                    <a:pt x="7665519" y="2961094"/>
                  </a:lnTo>
                  <a:lnTo>
                    <a:pt x="7628552" y="2960076"/>
                  </a:lnTo>
                  <a:lnTo>
                    <a:pt x="7574629" y="2958414"/>
                  </a:lnTo>
                  <a:lnTo>
                    <a:pt x="7505170" y="2955999"/>
                  </a:lnTo>
                  <a:lnTo>
                    <a:pt x="7423533" y="2952775"/>
                  </a:lnTo>
                  <a:lnTo>
                    <a:pt x="7334149" y="2948728"/>
                  </a:lnTo>
                  <a:lnTo>
                    <a:pt x="7241570" y="2943870"/>
                  </a:lnTo>
                  <a:lnTo>
                    <a:pt x="7149714" y="2938222"/>
                  </a:lnTo>
                  <a:lnTo>
                    <a:pt x="7061470" y="2931790"/>
                  </a:lnTo>
                  <a:lnTo>
                    <a:pt x="6978625" y="2924551"/>
                  </a:lnTo>
                  <a:lnTo>
                    <a:pt x="6901996" y="2916451"/>
                  </a:lnTo>
                  <a:lnTo>
                    <a:pt x="6831665" y="2907398"/>
                  </a:lnTo>
                  <a:lnTo>
                    <a:pt x="6767205" y="2897262"/>
                  </a:lnTo>
                  <a:lnTo>
                    <a:pt x="6707879" y="2885885"/>
                  </a:lnTo>
                  <a:lnTo>
                    <a:pt x="6652786" y="2873085"/>
                  </a:lnTo>
                  <a:lnTo>
                    <a:pt x="6600966" y="2858677"/>
                  </a:lnTo>
                  <a:lnTo>
                    <a:pt x="6551493" y="2842504"/>
                  </a:lnTo>
                  <a:lnTo>
                    <a:pt x="6515891" y="2829342"/>
                  </a:lnTo>
                  <a:lnTo>
                    <a:pt x="6466539" y="2809039"/>
                  </a:lnTo>
                  <a:lnTo>
                    <a:pt x="6417665" y="2786666"/>
                  </a:lnTo>
                  <a:lnTo>
                    <a:pt x="6368768" y="2762195"/>
                  </a:lnTo>
                  <a:lnTo>
                    <a:pt x="6319504" y="2735665"/>
                  </a:lnTo>
                  <a:lnTo>
                    <a:pt x="6269669" y="2707196"/>
                  </a:lnTo>
                  <a:lnTo>
                    <a:pt x="6219182" y="2676992"/>
                  </a:lnTo>
                  <a:lnTo>
                    <a:pt x="6168070" y="2645340"/>
                  </a:lnTo>
                  <a:lnTo>
                    <a:pt x="6116447" y="2612601"/>
                  </a:lnTo>
                  <a:lnTo>
                    <a:pt x="6064496" y="2579195"/>
                  </a:lnTo>
                  <a:lnTo>
                    <a:pt x="6012440" y="2545582"/>
                  </a:lnTo>
                  <a:lnTo>
                    <a:pt x="5960516" y="2512232"/>
                  </a:lnTo>
                  <a:lnTo>
                    <a:pt x="5908945" y="2479601"/>
                  </a:lnTo>
                  <a:lnTo>
                    <a:pt x="5857902" y="2448102"/>
                  </a:lnTo>
                  <a:lnTo>
                    <a:pt x="5807493" y="2418091"/>
                  </a:lnTo>
                  <a:lnTo>
                    <a:pt x="5757733" y="2389842"/>
                  </a:lnTo>
                  <a:lnTo>
                    <a:pt x="5708525" y="2363551"/>
                  </a:lnTo>
                  <a:lnTo>
                    <a:pt x="5659651" y="2339327"/>
                  </a:lnTo>
                  <a:lnTo>
                    <a:pt x="5610751" y="2317203"/>
                  </a:lnTo>
                  <a:lnTo>
                    <a:pt x="5567201" y="2299408"/>
                  </a:lnTo>
                  <a:lnTo>
                    <a:pt x="5518935" y="2281872"/>
                  </a:lnTo>
                  <a:lnTo>
                    <a:pt x="5468937" y="2266169"/>
                  </a:lnTo>
                  <a:lnTo>
                    <a:pt x="5416360" y="2252195"/>
                  </a:lnTo>
                  <a:lnTo>
                    <a:pt x="5360259" y="2239783"/>
                  </a:lnTo>
                  <a:lnTo>
                    <a:pt x="5299683" y="2228745"/>
                  </a:lnTo>
                  <a:lnTo>
                    <a:pt x="5233760" y="2218904"/>
                  </a:lnTo>
                  <a:lnTo>
                    <a:pt x="5161818" y="2210109"/>
                  </a:lnTo>
                  <a:lnTo>
                    <a:pt x="5083542" y="2202240"/>
                  </a:lnTo>
                  <a:lnTo>
                    <a:pt x="4999182" y="2195215"/>
                  </a:lnTo>
                  <a:lnTo>
                    <a:pt x="4909786" y="2188987"/>
                  </a:lnTo>
                  <a:lnTo>
                    <a:pt x="4817419" y="2183542"/>
                  </a:lnTo>
                  <a:lnTo>
                    <a:pt x="4725257" y="2178893"/>
                  </a:lnTo>
                  <a:lnTo>
                    <a:pt x="4637436" y="2175059"/>
                  </a:lnTo>
                  <a:lnTo>
                    <a:pt x="4558561" y="2172048"/>
                  </a:lnTo>
                  <a:lnTo>
                    <a:pt x="4492877" y="2169836"/>
                  </a:lnTo>
                  <a:lnTo>
                    <a:pt x="4443312" y="2168353"/>
                  </a:lnTo>
                  <a:lnTo>
                    <a:pt x="4410684" y="2167480"/>
                  </a:lnTo>
                  <a:lnTo>
                    <a:pt x="4393360" y="2167064"/>
                  </a:lnTo>
                  <a:lnTo>
                    <a:pt x="4387388" y="2166935"/>
                  </a:lnTo>
                  <a:lnTo>
                    <a:pt x="4386855" y="2166924"/>
                  </a:lnTo>
                  <a:lnTo>
                    <a:pt x="3848118" y="2166924"/>
                  </a:lnTo>
                  <a:lnTo>
                    <a:pt x="3846898" y="2166857"/>
                  </a:lnTo>
                  <a:lnTo>
                    <a:pt x="3838927" y="2166374"/>
                  </a:lnTo>
                  <a:lnTo>
                    <a:pt x="3819010" y="2165041"/>
                  </a:lnTo>
                  <a:lnTo>
                    <a:pt x="3783851" y="2162423"/>
                  </a:lnTo>
                  <a:lnTo>
                    <a:pt x="3732357" y="2158138"/>
                  </a:lnTo>
                  <a:lnTo>
                    <a:pt x="3665687" y="2151902"/>
                  </a:lnTo>
                  <a:lnTo>
                    <a:pt x="3586855" y="2143553"/>
                  </a:lnTo>
                  <a:lnTo>
                    <a:pt x="3499974" y="2133044"/>
                  </a:lnTo>
                  <a:lnTo>
                    <a:pt x="3409377" y="2120402"/>
                  </a:lnTo>
                  <a:lnTo>
                    <a:pt x="3318896" y="2105679"/>
                  </a:lnTo>
                  <a:lnTo>
                    <a:pt x="3231448" y="2088899"/>
                  </a:lnTo>
                  <a:lnTo>
                    <a:pt x="3148921" y="2070024"/>
                  </a:lnTo>
                  <a:lnTo>
                    <a:pt x="3072270" y="2048933"/>
                  </a:lnTo>
                  <a:lnTo>
                    <a:pt x="3001713" y="2025408"/>
                  </a:lnTo>
                  <a:lnTo>
                    <a:pt x="2936954" y="1999145"/>
                  </a:lnTo>
                  <a:lnTo>
                    <a:pt x="2877359" y="1969751"/>
                  </a:lnTo>
                  <a:lnTo>
                    <a:pt x="2822112" y="1936775"/>
                  </a:lnTo>
                  <a:lnTo>
                    <a:pt x="2770315" y="1899736"/>
                  </a:lnTo>
                  <a:lnTo>
                    <a:pt x="2721073" y="1858191"/>
                  </a:lnTo>
                  <a:lnTo>
                    <a:pt x="2673574" y="1811852"/>
                  </a:lnTo>
                  <a:lnTo>
                    <a:pt x="2667772" y="1805770"/>
                  </a:lnTo>
                  <a:lnTo>
                    <a:pt x="2628579" y="1762338"/>
                  </a:lnTo>
                  <a:lnTo>
                    <a:pt x="2589764" y="1715383"/>
                  </a:lnTo>
                  <a:lnTo>
                    <a:pt x="2551047" y="1664833"/>
                  </a:lnTo>
                  <a:lnTo>
                    <a:pt x="2512220" y="1610694"/>
                  </a:lnTo>
                  <a:lnTo>
                    <a:pt x="2473132" y="1553046"/>
                  </a:lnTo>
                  <a:lnTo>
                    <a:pt x="2433686" y="1492062"/>
                  </a:lnTo>
                  <a:lnTo>
                    <a:pt x="2393834" y="1428001"/>
                  </a:lnTo>
                  <a:lnTo>
                    <a:pt x="2353571" y="1361216"/>
                  </a:lnTo>
                  <a:lnTo>
                    <a:pt x="2312932" y="1292143"/>
                  </a:lnTo>
                  <a:lnTo>
                    <a:pt x="2271985" y="1221298"/>
                  </a:lnTo>
                  <a:lnTo>
                    <a:pt x="2230821" y="1149255"/>
                  </a:lnTo>
                  <a:lnTo>
                    <a:pt x="2189550" y="1076634"/>
                  </a:lnTo>
                  <a:lnTo>
                    <a:pt x="2148290" y="1004072"/>
                  </a:lnTo>
                  <a:lnTo>
                    <a:pt x="2107159" y="932208"/>
                  </a:lnTo>
                  <a:lnTo>
                    <a:pt x="2066263" y="861654"/>
                  </a:lnTo>
                  <a:lnTo>
                    <a:pt x="2025691" y="792974"/>
                  </a:lnTo>
                  <a:lnTo>
                    <a:pt x="1985503" y="726670"/>
                  </a:lnTo>
                  <a:lnTo>
                    <a:pt x="1945729" y="663162"/>
                  </a:lnTo>
                  <a:lnTo>
                    <a:pt x="1906355" y="602788"/>
                  </a:lnTo>
                  <a:lnTo>
                    <a:pt x="1867325" y="545789"/>
                  </a:lnTo>
                  <a:lnTo>
                    <a:pt x="1828532" y="492320"/>
                  </a:lnTo>
                  <a:lnTo>
                    <a:pt x="1789815" y="442448"/>
                  </a:lnTo>
                  <a:lnTo>
                    <a:pt x="1750952" y="396161"/>
                  </a:lnTo>
                  <a:lnTo>
                    <a:pt x="1719082" y="361154"/>
                  </a:lnTo>
                  <a:lnTo>
                    <a:pt x="1671750" y="314214"/>
                  </a:lnTo>
                  <a:lnTo>
                    <a:pt x="1622766" y="272086"/>
                  </a:lnTo>
                  <a:lnTo>
                    <a:pt x="1571333" y="234510"/>
                  </a:lnTo>
                  <a:lnTo>
                    <a:pt x="1516563" y="201056"/>
                  </a:lnTo>
                  <a:lnTo>
                    <a:pt x="1457554" y="171244"/>
                  </a:lnTo>
                  <a:lnTo>
                    <a:pt x="1393474" y="144615"/>
                  </a:lnTo>
                  <a:lnTo>
                    <a:pt x="1323661" y="120770"/>
                  </a:lnTo>
                  <a:lnTo>
                    <a:pt x="1247766" y="99390"/>
                  </a:lnTo>
                  <a:lnTo>
                    <a:pt x="1165932" y="80249"/>
                  </a:lnTo>
                  <a:lnTo>
                    <a:pt x="1079013" y="63214"/>
                  </a:lnTo>
                  <a:lnTo>
                    <a:pt x="988771" y="48235"/>
                  </a:lnTo>
                  <a:lnTo>
                    <a:pt x="897995" y="35332"/>
                  </a:lnTo>
                  <a:lnTo>
                    <a:pt x="810423" y="24556"/>
                  </a:lnTo>
                  <a:lnTo>
                    <a:pt x="730357" y="15940"/>
                  </a:lnTo>
                  <a:lnTo>
                    <a:pt x="661985" y="9448"/>
                  </a:lnTo>
                  <a:lnTo>
                    <a:pt x="608504" y="4934"/>
                  </a:lnTo>
                  <a:lnTo>
                    <a:pt x="571332" y="2129"/>
                  </a:lnTo>
                  <a:lnTo>
                    <a:pt x="549661" y="659"/>
                  </a:lnTo>
                  <a:lnTo>
                    <a:pt x="540456" y="96"/>
                  </a:lnTo>
                  <a:lnTo>
                    <a:pt x="538739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5" name="pg545"/>
            <p:cNvSpPr/>
            <p:nvPr/>
          </p:nvSpPr>
          <p:spPr>
            <a:xfrm>
              <a:off x="546595" y="2699600"/>
              <a:ext cx="8234974" cy="3413722"/>
            </a:xfrm>
            <a:custGeom>
              <a:avLst/>
              <a:pathLst>
                <a:path w="8234974" h="3413722">
                  <a:moveTo>
                    <a:pt x="0" y="10889"/>
                  </a:moveTo>
                  <a:lnTo>
                    <a:pt x="538736" y="10889"/>
                  </a:lnTo>
                  <a:lnTo>
                    <a:pt x="539955" y="10956"/>
                  </a:lnTo>
                  <a:lnTo>
                    <a:pt x="547921" y="11441"/>
                  </a:lnTo>
                  <a:lnTo>
                    <a:pt x="567827" y="12780"/>
                  </a:lnTo>
                  <a:lnTo>
                    <a:pt x="602966" y="15409"/>
                  </a:lnTo>
                  <a:lnTo>
                    <a:pt x="654433" y="19713"/>
                  </a:lnTo>
                  <a:lnTo>
                    <a:pt x="721073" y="25977"/>
                  </a:lnTo>
                  <a:lnTo>
                    <a:pt x="799873" y="34363"/>
                  </a:lnTo>
                  <a:lnTo>
                    <a:pt x="886726" y="44919"/>
                  </a:lnTo>
                  <a:lnTo>
                    <a:pt x="977301" y="57618"/>
                  </a:lnTo>
                  <a:lnTo>
                    <a:pt x="1067766" y="72408"/>
                  </a:lnTo>
                  <a:lnTo>
                    <a:pt x="1155204" y="89264"/>
                  </a:lnTo>
                  <a:lnTo>
                    <a:pt x="1237727" y="108223"/>
                  </a:lnTo>
                  <a:lnTo>
                    <a:pt x="1314379" y="129410"/>
                  </a:lnTo>
                  <a:lnTo>
                    <a:pt x="1384937" y="153040"/>
                  </a:lnTo>
                  <a:lnTo>
                    <a:pt x="1449700" y="179421"/>
                  </a:lnTo>
                  <a:lnTo>
                    <a:pt x="1509298" y="208944"/>
                  </a:lnTo>
                  <a:lnTo>
                    <a:pt x="1564547" y="242066"/>
                  </a:lnTo>
                  <a:lnTo>
                    <a:pt x="1616344" y="279267"/>
                  </a:lnTo>
                  <a:lnTo>
                    <a:pt x="1665584" y="320992"/>
                  </a:lnTo>
                  <a:lnTo>
                    <a:pt x="1713079" y="367534"/>
                  </a:lnTo>
                  <a:lnTo>
                    <a:pt x="1719082" y="373858"/>
                  </a:lnTo>
                  <a:lnTo>
                    <a:pt x="1758207" y="417428"/>
                  </a:lnTo>
                  <a:lnTo>
                    <a:pt x="1796955" y="464528"/>
                  </a:lnTo>
                  <a:lnTo>
                    <a:pt x="1835604" y="515226"/>
                  </a:lnTo>
                  <a:lnTo>
                    <a:pt x="1874361" y="569520"/>
                  </a:lnTo>
                  <a:lnTo>
                    <a:pt x="1913379" y="627329"/>
                  </a:lnTo>
                  <a:lnTo>
                    <a:pt x="1952752" y="688481"/>
                  </a:lnTo>
                  <a:lnTo>
                    <a:pt x="1992530" y="752718"/>
                  </a:lnTo>
                  <a:lnTo>
                    <a:pt x="2032717" y="819688"/>
                  </a:lnTo>
                  <a:lnTo>
                    <a:pt x="2073279" y="888955"/>
                  </a:lnTo>
                  <a:lnTo>
                    <a:pt x="2114150" y="960007"/>
                  </a:lnTo>
                  <a:lnTo>
                    <a:pt x="2155239" y="1032268"/>
                  </a:lnTo>
                  <a:lnTo>
                    <a:pt x="2196437" y="1105122"/>
                  </a:lnTo>
                  <a:lnTo>
                    <a:pt x="2237626" y="1177928"/>
                  </a:lnTo>
                  <a:lnTo>
                    <a:pt x="2278689" y="1250051"/>
                  </a:lnTo>
                  <a:lnTo>
                    <a:pt x="2319521" y="1320876"/>
                  </a:lnTo>
                  <a:lnTo>
                    <a:pt x="2360032" y="1389838"/>
                  </a:lnTo>
                  <a:lnTo>
                    <a:pt x="2400160" y="1456434"/>
                  </a:lnTo>
                  <a:lnTo>
                    <a:pt x="2439878" y="1520240"/>
                  </a:lnTo>
                  <a:lnTo>
                    <a:pt x="2479195" y="1580918"/>
                  </a:lnTo>
                  <a:lnTo>
                    <a:pt x="2518167" y="1638222"/>
                  </a:lnTo>
                  <a:lnTo>
                    <a:pt x="2556898" y="1691994"/>
                  </a:lnTo>
                  <a:lnTo>
                    <a:pt x="2595546" y="1742166"/>
                  </a:lnTo>
                  <a:lnTo>
                    <a:pt x="2634331" y="1788744"/>
                  </a:lnTo>
                  <a:lnTo>
                    <a:pt x="2667772" y="1825733"/>
                  </a:lnTo>
                  <a:lnTo>
                    <a:pt x="2715094" y="1872899"/>
                  </a:lnTo>
                  <a:lnTo>
                    <a:pt x="2764067" y="1915231"/>
                  </a:lnTo>
                  <a:lnTo>
                    <a:pt x="2815488" y="1952990"/>
                  </a:lnTo>
                  <a:lnTo>
                    <a:pt x="2870243" y="1986608"/>
                  </a:lnTo>
                  <a:lnTo>
                    <a:pt x="2929234" y="2016566"/>
                  </a:lnTo>
                  <a:lnTo>
                    <a:pt x="2993294" y="2043327"/>
                  </a:lnTo>
                  <a:lnTo>
                    <a:pt x="3063083" y="2067291"/>
                  </a:lnTo>
                  <a:lnTo>
                    <a:pt x="3138953" y="2088777"/>
                  </a:lnTo>
                  <a:lnTo>
                    <a:pt x="3220758" y="2108014"/>
                  </a:lnTo>
                  <a:lnTo>
                    <a:pt x="3307650" y="2125136"/>
                  </a:lnTo>
                  <a:lnTo>
                    <a:pt x="3397868" y="2140191"/>
                  </a:lnTo>
                  <a:lnTo>
                    <a:pt x="3488627" y="2153161"/>
                  </a:lnTo>
                  <a:lnTo>
                    <a:pt x="3576195" y="2163995"/>
                  </a:lnTo>
                  <a:lnTo>
                    <a:pt x="3656271" y="2172659"/>
                  </a:lnTo>
                  <a:lnTo>
                    <a:pt x="3724671" y="2179188"/>
                  </a:lnTo>
                  <a:lnTo>
                    <a:pt x="3778194" y="2183730"/>
                  </a:lnTo>
                  <a:lnTo>
                    <a:pt x="3815416" y="2186554"/>
                  </a:lnTo>
                  <a:lnTo>
                    <a:pt x="3837136" y="2188035"/>
                  </a:lnTo>
                  <a:lnTo>
                    <a:pt x="3846381" y="2188605"/>
                  </a:lnTo>
                  <a:lnTo>
                    <a:pt x="3848118" y="2188702"/>
                  </a:lnTo>
                  <a:lnTo>
                    <a:pt x="4386855" y="2188702"/>
                  </a:lnTo>
                  <a:lnTo>
                    <a:pt x="4388130" y="2188742"/>
                  </a:lnTo>
                  <a:lnTo>
                    <a:pt x="4396452" y="2189027"/>
                  </a:lnTo>
                  <a:lnTo>
                    <a:pt x="4417211" y="2189816"/>
                  </a:lnTo>
                  <a:lnTo>
                    <a:pt x="4453773" y="2191365"/>
                  </a:lnTo>
                  <a:lnTo>
                    <a:pt x="4507153" y="2193895"/>
                  </a:lnTo>
                  <a:lnTo>
                    <a:pt x="4575991" y="2197573"/>
                  </a:lnTo>
                  <a:lnTo>
                    <a:pt x="4657007" y="2202485"/>
                  </a:lnTo>
                  <a:lnTo>
                    <a:pt x="4745840" y="2208657"/>
                  </a:lnTo>
                  <a:lnTo>
                    <a:pt x="4837988" y="2216066"/>
                  </a:lnTo>
                  <a:lnTo>
                    <a:pt x="4929549" y="2224685"/>
                  </a:lnTo>
                  <a:lnTo>
                    <a:pt x="5017625" y="2234503"/>
                  </a:lnTo>
                  <a:lnTo>
                    <a:pt x="5100407" y="2245549"/>
                  </a:lnTo>
                  <a:lnTo>
                    <a:pt x="5177047" y="2257906"/>
                  </a:lnTo>
                  <a:lnTo>
                    <a:pt x="5247431" y="2271711"/>
                  </a:lnTo>
                  <a:lnTo>
                    <a:pt x="5311958" y="2287156"/>
                  </a:lnTo>
                  <a:lnTo>
                    <a:pt x="5371341" y="2304482"/>
                  </a:lnTo>
                  <a:lnTo>
                    <a:pt x="5426465" y="2323962"/>
                  </a:lnTo>
                  <a:lnTo>
                    <a:pt x="5478273" y="2345880"/>
                  </a:lnTo>
                  <a:lnTo>
                    <a:pt x="5527689" y="2370480"/>
                  </a:lnTo>
                  <a:lnTo>
                    <a:pt x="5567201" y="2392872"/>
                  </a:lnTo>
                  <a:lnTo>
                    <a:pt x="5613206" y="2421926"/>
                  </a:lnTo>
                  <a:lnTo>
                    <a:pt x="5658760" y="2453741"/>
                  </a:lnTo>
                  <a:lnTo>
                    <a:pt x="5704287" y="2488365"/>
                  </a:lnTo>
                  <a:lnTo>
                    <a:pt x="5750082" y="2525764"/>
                  </a:lnTo>
                  <a:lnTo>
                    <a:pt x="5796337" y="2565813"/>
                  </a:lnTo>
                  <a:lnTo>
                    <a:pt x="5843145" y="2608290"/>
                  </a:lnTo>
                  <a:lnTo>
                    <a:pt x="5890518" y="2652876"/>
                  </a:lnTo>
                  <a:lnTo>
                    <a:pt x="5938390" y="2699159"/>
                  </a:lnTo>
                  <a:lnTo>
                    <a:pt x="5986641" y="2746650"/>
                  </a:lnTo>
                  <a:lnTo>
                    <a:pt x="6035105" y="2794801"/>
                  </a:lnTo>
                  <a:lnTo>
                    <a:pt x="6083595" y="2843029"/>
                  </a:lnTo>
                  <a:lnTo>
                    <a:pt x="6131920" y="2890751"/>
                  </a:lnTo>
                  <a:lnTo>
                    <a:pt x="6179907" y="2937406"/>
                  </a:lnTo>
                  <a:lnTo>
                    <a:pt x="6227421" y="2982486"/>
                  </a:lnTo>
                  <a:lnTo>
                    <a:pt x="6274382" y="3025558"/>
                  </a:lnTo>
                  <a:lnTo>
                    <a:pt x="6320778" y="3066277"/>
                  </a:lnTo>
                  <a:lnTo>
                    <a:pt x="6366681" y="3104395"/>
                  </a:lnTo>
                  <a:lnTo>
                    <a:pt x="6412254" y="3139763"/>
                  </a:lnTo>
                  <a:lnTo>
                    <a:pt x="6457766" y="3172323"/>
                  </a:lnTo>
                  <a:lnTo>
                    <a:pt x="6503602" y="3202101"/>
                  </a:lnTo>
                  <a:lnTo>
                    <a:pt x="6515891" y="3209552"/>
                  </a:lnTo>
                  <a:lnTo>
                    <a:pt x="6563950" y="3236469"/>
                  </a:lnTo>
                  <a:lnTo>
                    <a:pt x="6613723" y="3260584"/>
                  </a:lnTo>
                  <a:lnTo>
                    <a:pt x="6666045" y="3282053"/>
                  </a:lnTo>
                  <a:lnTo>
                    <a:pt x="6721849" y="3301134"/>
                  </a:lnTo>
                  <a:lnTo>
                    <a:pt x="6782075" y="3318111"/>
                  </a:lnTo>
                  <a:lnTo>
                    <a:pt x="6847587" y="3333252"/>
                  </a:lnTo>
                  <a:lnTo>
                    <a:pt x="6919053" y="3346790"/>
                  </a:lnTo>
                  <a:lnTo>
                    <a:pt x="6996797" y="3358908"/>
                  </a:lnTo>
                  <a:lnTo>
                    <a:pt x="7080596" y="3369734"/>
                  </a:lnTo>
                  <a:lnTo>
                    <a:pt x="7169445" y="3379340"/>
                  </a:lnTo>
                  <a:lnTo>
                    <a:pt x="7261350" y="3387748"/>
                  </a:lnTo>
                  <a:lnTo>
                    <a:pt x="7353222" y="3394943"/>
                  </a:lnTo>
                  <a:lnTo>
                    <a:pt x="7441016" y="3400894"/>
                  </a:lnTo>
                  <a:lnTo>
                    <a:pt x="7520189" y="3405586"/>
                  </a:lnTo>
                  <a:lnTo>
                    <a:pt x="7586504" y="3409053"/>
                  </a:lnTo>
                  <a:lnTo>
                    <a:pt x="7636963" y="3411398"/>
                  </a:lnTo>
                  <a:lnTo>
                    <a:pt x="7670606" y="3412795"/>
                  </a:lnTo>
                  <a:lnTo>
                    <a:pt x="7688875" y="3413476"/>
                  </a:lnTo>
                  <a:lnTo>
                    <a:pt x="7695516" y="3413700"/>
                  </a:lnTo>
                  <a:lnTo>
                    <a:pt x="7696237" y="3413722"/>
                  </a:lnTo>
                  <a:lnTo>
                    <a:pt x="8234974" y="3413722"/>
                  </a:lnTo>
                  <a:lnTo>
                    <a:pt x="8234974" y="3402833"/>
                  </a:lnTo>
                  <a:lnTo>
                    <a:pt x="7696237" y="3402833"/>
                  </a:lnTo>
                  <a:lnTo>
                    <a:pt x="7694962" y="3402793"/>
                  </a:lnTo>
                  <a:lnTo>
                    <a:pt x="7686641" y="3402508"/>
                  </a:lnTo>
                  <a:lnTo>
                    <a:pt x="7665881" y="3401719"/>
                  </a:lnTo>
                  <a:lnTo>
                    <a:pt x="7629319" y="3400171"/>
                  </a:lnTo>
                  <a:lnTo>
                    <a:pt x="7575939" y="3397640"/>
                  </a:lnTo>
                  <a:lnTo>
                    <a:pt x="7507101" y="3393963"/>
                  </a:lnTo>
                  <a:lnTo>
                    <a:pt x="7426085" y="3389050"/>
                  </a:lnTo>
                  <a:lnTo>
                    <a:pt x="7337252" y="3382879"/>
                  </a:lnTo>
                  <a:lnTo>
                    <a:pt x="7245104" y="3375469"/>
                  </a:lnTo>
                  <a:lnTo>
                    <a:pt x="7153544" y="3366850"/>
                  </a:lnTo>
                  <a:lnTo>
                    <a:pt x="7065468" y="3357033"/>
                  </a:lnTo>
                  <a:lnTo>
                    <a:pt x="6982685" y="3345986"/>
                  </a:lnTo>
                  <a:lnTo>
                    <a:pt x="6906046" y="3333630"/>
                  </a:lnTo>
                  <a:lnTo>
                    <a:pt x="6835661" y="3319825"/>
                  </a:lnTo>
                  <a:lnTo>
                    <a:pt x="6771135" y="3304379"/>
                  </a:lnTo>
                  <a:lnTo>
                    <a:pt x="6711751" y="3287053"/>
                  </a:lnTo>
                  <a:lnTo>
                    <a:pt x="6656628" y="3267573"/>
                  </a:lnTo>
                  <a:lnTo>
                    <a:pt x="6604819" y="3245656"/>
                  </a:lnTo>
                  <a:lnTo>
                    <a:pt x="6555404" y="3221056"/>
                  </a:lnTo>
                  <a:lnTo>
                    <a:pt x="6515891" y="3198663"/>
                  </a:lnTo>
                  <a:lnTo>
                    <a:pt x="6469887" y="3169610"/>
                  </a:lnTo>
                  <a:lnTo>
                    <a:pt x="6424332" y="3137795"/>
                  </a:lnTo>
                  <a:lnTo>
                    <a:pt x="6378806" y="3103170"/>
                  </a:lnTo>
                  <a:lnTo>
                    <a:pt x="6333011" y="3065771"/>
                  </a:lnTo>
                  <a:lnTo>
                    <a:pt x="6286756" y="3025723"/>
                  </a:lnTo>
                  <a:lnTo>
                    <a:pt x="6239947" y="2983246"/>
                  </a:lnTo>
                  <a:lnTo>
                    <a:pt x="6192575" y="2938660"/>
                  </a:lnTo>
                  <a:lnTo>
                    <a:pt x="6144702" y="2892377"/>
                  </a:lnTo>
                  <a:lnTo>
                    <a:pt x="6096451" y="2844886"/>
                  </a:lnTo>
                  <a:lnTo>
                    <a:pt x="6047987" y="2796735"/>
                  </a:lnTo>
                  <a:lnTo>
                    <a:pt x="5999497" y="2748506"/>
                  </a:lnTo>
                  <a:lnTo>
                    <a:pt x="5951172" y="2700785"/>
                  </a:lnTo>
                  <a:lnTo>
                    <a:pt x="5903185" y="2654130"/>
                  </a:lnTo>
                  <a:lnTo>
                    <a:pt x="5855671" y="2609050"/>
                  </a:lnTo>
                  <a:lnTo>
                    <a:pt x="5808710" y="2565978"/>
                  </a:lnTo>
                  <a:lnTo>
                    <a:pt x="5762314" y="2525259"/>
                  </a:lnTo>
                  <a:lnTo>
                    <a:pt x="5716411" y="2487140"/>
                  </a:lnTo>
                  <a:lnTo>
                    <a:pt x="5670838" y="2451772"/>
                  </a:lnTo>
                  <a:lnTo>
                    <a:pt x="5625327" y="2419212"/>
                  </a:lnTo>
                  <a:lnTo>
                    <a:pt x="5579491" y="2389434"/>
                  </a:lnTo>
                  <a:lnTo>
                    <a:pt x="5567201" y="2381983"/>
                  </a:lnTo>
                  <a:lnTo>
                    <a:pt x="5519143" y="2355067"/>
                  </a:lnTo>
                  <a:lnTo>
                    <a:pt x="5469370" y="2330952"/>
                  </a:lnTo>
                  <a:lnTo>
                    <a:pt x="5417047" y="2309482"/>
                  </a:lnTo>
                  <a:lnTo>
                    <a:pt x="5361243" y="2290401"/>
                  </a:lnTo>
                  <a:lnTo>
                    <a:pt x="5301017" y="2273425"/>
                  </a:lnTo>
                  <a:lnTo>
                    <a:pt x="5235506" y="2258284"/>
                  </a:lnTo>
                  <a:lnTo>
                    <a:pt x="5164040" y="2244746"/>
                  </a:lnTo>
                  <a:lnTo>
                    <a:pt x="5086295" y="2232628"/>
                  </a:lnTo>
                  <a:lnTo>
                    <a:pt x="5002496" y="2221802"/>
                  </a:lnTo>
                  <a:lnTo>
                    <a:pt x="4913647" y="2212195"/>
                  </a:lnTo>
                  <a:lnTo>
                    <a:pt x="4821743" y="2203787"/>
                  </a:lnTo>
                  <a:lnTo>
                    <a:pt x="4729870" y="2196593"/>
                  </a:lnTo>
                  <a:lnTo>
                    <a:pt x="4642077" y="2190642"/>
                  </a:lnTo>
                  <a:lnTo>
                    <a:pt x="4562903" y="2185950"/>
                  </a:lnTo>
                  <a:lnTo>
                    <a:pt x="4496588" y="2182482"/>
                  </a:lnTo>
                  <a:lnTo>
                    <a:pt x="4446129" y="2180138"/>
                  </a:lnTo>
                  <a:lnTo>
                    <a:pt x="4412486" y="2178741"/>
                  </a:lnTo>
                  <a:lnTo>
                    <a:pt x="4394218" y="2178059"/>
                  </a:lnTo>
                  <a:lnTo>
                    <a:pt x="4387577" y="2177835"/>
                  </a:lnTo>
                  <a:lnTo>
                    <a:pt x="4386855" y="2177813"/>
                  </a:lnTo>
                  <a:lnTo>
                    <a:pt x="3848118" y="2177813"/>
                  </a:lnTo>
                  <a:lnTo>
                    <a:pt x="3846899" y="2177745"/>
                  </a:lnTo>
                  <a:lnTo>
                    <a:pt x="3838933" y="2177261"/>
                  </a:lnTo>
                  <a:lnTo>
                    <a:pt x="3819028" y="2175922"/>
                  </a:lnTo>
                  <a:lnTo>
                    <a:pt x="3783888" y="2173292"/>
                  </a:lnTo>
                  <a:lnTo>
                    <a:pt x="3732421" y="2168989"/>
                  </a:lnTo>
                  <a:lnTo>
                    <a:pt x="3665782" y="2162725"/>
                  </a:lnTo>
                  <a:lnTo>
                    <a:pt x="3586982" y="2154339"/>
                  </a:lnTo>
                  <a:lnTo>
                    <a:pt x="3500129" y="2143783"/>
                  </a:lnTo>
                  <a:lnTo>
                    <a:pt x="3409554" y="2131084"/>
                  </a:lnTo>
                  <a:lnTo>
                    <a:pt x="3319089" y="2116294"/>
                  </a:lnTo>
                  <a:lnTo>
                    <a:pt x="3231650" y="2099438"/>
                  </a:lnTo>
                  <a:lnTo>
                    <a:pt x="3149128" y="2080478"/>
                  </a:lnTo>
                  <a:lnTo>
                    <a:pt x="3072476" y="2059291"/>
                  </a:lnTo>
                  <a:lnTo>
                    <a:pt x="3001917" y="2035662"/>
                  </a:lnTo>
                  <a:lnTo>
                    <a:pt x="2937154" y="2009281"/>
                  </a:lnTo>
                  <a:lnTo>
                    <a:pt x="2877557" y="1979757"/>
                  </a:lnTo>
                  <a:lnTo>
                    <a:pt x="2822308" y="1946636"/>
                  </a:lnTo>
                  <a:lnTo>
                    <a:pt x="2770510" y="1909435"/>
                  </a:lnTo>
                  <a:lnTo>
                    <a:pt x="2721271" y="1867710"/>
                  </a:lnTo>
                  <a:lnTo>
                    <a:pt x="2673776" y="1821168"/>
                  </a:lnTo>
                  <a:lnTo>
                    <a:pt x="2667772" y="1814844"/>
                  </a:lnTo>
                  <a:lnTo>
                    <a:pt x="2628647" y="1771274"/>
                  </a:lnTo>
                  <a:lnTo>
                    <a:pt x="2589899" y="1724174"/>
                  </a:lnTo>
                  <a:lnTo>
                    <a:pt x="2551251" y="1673476"/>
                  </a:lnTo>
                  <a:lnTo>
                    <a:pt x="2512493" y="1619181"/>
                  </a:lnTo>
                  <a:lnTo>
                    <a:pt x="2473476" y="1561373"/>
                  </a:lnTo>
                  <a:lnTo>
                    <a:pt x="2434103" y="1500221"/>
                  </a:lnTo>
                  <a:lnTo>
                    <a:pt x="2394325" y="1435984"/>
                  </a:lnTo>
                  <a:lnTo>
                    <a:pt x="2354138" y="1369014"/>
                  </a:lnTo>
                  <a:lnTo>
                    <a:pt x="2313576" y="1299747"/>
                  </a:lnTo>
                  <a:lnTo>
                    <a:pt x="2272704" y="1228695"/>
                  </a:lnTo>
                  <a:lnTo>
                    <a:pt x="2231615" y="1156434"/>
                  </a:lnTo>
                  <a:lnTo>
                    <a:pt x="2190418" y="1083580"/>
                  </a:lnTo>
                  <a:lnTo>
                    <a:pt x="2149229" y="1010773"/>
                  </a:lnTo>
                  <a:lnTo>
                    <a:pt x="2108165" y="938651"/>
                  </a:lnTo>
                  <a:lnTo>
                    <a:pt x="2067334" y="867826"/>
                  </a:lnTo>
                  <a:lnTo>
                    <a:pt x="2026823" y="798864"/>
                  </a:lnTo>
                  <a:lnTo>
                    <a:pt x="1986694" y="732267"/>
                  </a:lnTo>
                  <a:lnTo>
                    <a:pt x="1946977" y="668461"/>
                  </a:lnTo>
                  <a:lnTo>
                    <a:pt x="1907660" y="607783"/>
                  </a:lnTo>
                  <a:lnTo>
                    <a:pt x="1868688" y="550480"/>
                  </a:lnTo>
                  <a:lnTo>
                    <a:pt x="1829957" y="496707"/>
                  </a:lnTo>
                  <a:lnTo>
                    <a:pt x="1791308" y="446536"/>
                  </a:lnTo>
                  <a:lnTo>
                    <a:pt x="1752524" y="399958"/>
                  </a:lnTo>
                  <a:lnTo>
                    <a:pt x="1719082" y="362968"/>
                  </a:lnTo>
                  <a:lnTo>
                    <a:pt x="1671760" y="315802"/>
                  </a:lnTo>
                  <a:lnTo>
                    <a:pt x="1622787" y="273470"/>
                  </a:lnTo>
                  <a:lnTo>
                    <a:pt x="1571367" y="235712"/>
                  </a:lnTo>
                  <a:lnTo>
                    <a:pt x="1516612" y="202094"/>
                  </a:lnTo>
                  <a:lnTo>
                    <a:pt x="1457621" y="172135"/>
                  </a:lnTo>
                  <a:lnTo>
                    <a:pt x="1393561" y="145375"/>
                  </a:lnTo>
                  <a:lnTo>
                    <a:pt x="1323771" y="121411"/>
                  </a:lnTo>
                  <a:lnTo>
                    <a:pt x="1247902" y="99925"/>
                  </a:lnTo>
                  <a:lnTo>
                    <a:pt x="1166096" y="80688"/>
                  </a:lnTo>
                  <a:lnTo>
                    <a:pt x="1079205" y="63566"/>
                  </a:lnTo>
                  <a:lnTo>
                    <a:pt x="988987" y="48511"/>
                  </a:lnTo>
                  <a:lnTo>
                    <a:pt x="898228" y="35541"/>
                  </a:lnTo>
                  <a:lnTo>
                    <a:pt x="810660" y="24707"/>
                  </a:lnTo>
                  <a:lnTo>
                    <a:pt x="730583" y="16043"/>
                  </a:lnTo>
                  <a:lnTo>
                    <a:pt x="662183" y="9513"/>
                  </a:lnTo>
                  <a:lnTo>
                    <a:pt x="608660" y="4972"/>
                  </a:lnTo>
                  <a:lnTo>
                    <a:pt x="571438" y="2147"/>
                  </a:lnTo>
                  <a:lnTo>
                    <a:pt x="549719" y="666"/>
                  </a:lnTo>
                  <a:lnTo>
                    <a:pt x="540474" y="9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46" name="pl546"/>
            <p:cNvSpPr/>
            <p:nvPr/>
          </p:nvSpPr>
          <p:spPr>
            <a:xfrm>
              <a:off x="546595" y="2710489"/>
              <a:ext cx="8234974" cy="3402833"/>
            </a:xfrm>
            <a:custGeom>
              <a:avLst/>
              <a:pathLst>
                <a:path w="8234974" h="3402833">
                  <a:moveTo>
                    <a:pt x="0" y="0"/>
                  </a:moveTo>
                  <a:lnTo>
                    <a:pt x="538736" y="0"/>
                  </a:lnTo>
                  <a:lnTo>
                    <a:pt x="539955" y="67"/>
                  </a:lnTo>
                  <a:lnTo>
                    <a:pt x="547921" y="552"/>
                  </a:lnTo>
                  <a:lnTo>
                    <a:pt x="567827" y="1891"/>
                  </a:lnTo>
                  <a:lnTo>
                    <a:pt x="602966" y="4520"/>
                  </a:lnTo>
                  <a:lnTo>
                    <a:pt x="654433" y="8824"/>
                  </a:lnTo>
                  <a:lnTo>
                    <a:pt x="721073" y="15088"/>
                  </a:lnTo>
                  <a:lnTo>
                    <a:pt x="799873" y="23474"/>
                  </a:lnTo>
                  <a:lnTo>
                    <a:pt x="886726" y="34030"/>
                  </a:lnTo>
                  <a:lnTo>
                    <a:pt x="977301" y="46729"/>
                  </a:lnTo>
                  <a:lnTo>
                    <a:pt x="1067766" y="61519"/>
                  </a:lnTo>
                  <a:lnTo>
                    <a:pt x="1155204" y="78374"/>
                  </a:lnTo>
                  <a:lnTo>
                    <a:pt x="1237727" y="97334"/>
                  </a:lnTo>
                  <a:lnTo>
                    <a:pt x="1314379" y="118521"/>
                  </a:lnTo>
                  <a:lnTo>
                    <a:pt x="1384937" y="142151"/>
                  </a:lnTo>
                  <a:lnTo>
                    <a:pt x="1449700" y="168532"/>
                  </a:lnTo>
                  <a:lnTo>
                    <a:pt x="1509298" y="198055"/>
                  </a:lnTo>
                  <a:lnTo>
                    <a:pt x="1564547" y="231176"/>
                  </a:lnTo>
                  <a:lnTo>
                    <a:pt x="1616344" y="268378"/>
                  </a:lnTo>
                  <a:lnTo>
                    <a:pt x="1665584" y="310103"/>
                  </a:lnTo>
                  <a:lnTo>
                    <a:pt x="1713079" y="356645"/>
                  </a:lnTo>
                  <a:lnTo>
                    <a:pt x="1719082" y="362968"/>
                  </a:lnTo>
                  <a:lnTo>
                    <a:pt x="1758207" y="406539"/>
                  </a:lnTo>
                  <a:lnTo>
                    <a:pt x="1796955" y="453638"/>
                  </a:lnTo>
                  <a:lnTo>
                    <a:pt x="1835604" y="504337"/>
                  </a:lnTo>
                  <a:lnTo>
                    <a:pt x="1874361" y="558631"/>
                  </a:lnTo>
                  <a:lnTo>
                    <a:pt x="1913379" y="616440"/>
                  </a:lnTo>
                  <a:lnTo>
                    <a:pt x="1952752" y="677592"/>
                  </a:lnTo>
                  <a:lnTo>
                    <a:pt x="1992530" y="741829"/>
                  </a:lnTo>
                  <a:lnTo>
                    <a:pt x="2032717" y="808799"/>
                  </a:lnTo>
                  <a:lnTo>
                    <a:pt x="2073279" y="878066"/>
                  </a:lnTo>
                  <a:lnTo>
                    <a:pt x="2114150" y="949118"/>
                  </a:lnTo>
                  <a:lnTo>
                    <a:pt x="2155239" y="1021379"/>
                  </a:lnTo>
                  <a:lnTo>
                    <a:pt x="2196437" y="1094233"/>
                  </a:lnTo>
                  <a:lnTo>
                    <a:pt x="2237626" y="1167039"/>
                  </a:lnTo>
                  <a:lnTo>
                    <a:pt x="2278689" y="1239162"/>
                  </a:lnTo>
                  <a:lnTo>
                    <a:pt x="2319521" y="1309987"/>
                  </a:lnTo>
                  <a:lnTo>
                    <a:pt x="2360032" y="1378949"/>
                  </a:lnTo>
                  <a:lnTo>
                    <a:pt x="2400160" y="1445545"/>
                  </a:lnTo>
                  <a:lnTo>
                    <a:pt x="2439878" y="1509351"/>
                  </a:lnTo>
                  <a:lnTo>
                    <a:pt x="2479195" y="1570029"/>
                  </a:lnTo>
                  <a:lnTo>
                    <a:pt x="2518167" y="1627333"/>
                  </a:lnTo>
                  <a:lnTo>
                    <a:pt x="2556898" y="1681105"/>
                  </a:lnTo>
                  <a:lnTo>
                    <a:pt x="2595546" y="1731276"/>
                  </a:lnTo>
                  <a:lnTo>
                    <a:pt x="2634331" y="1777855"/>
                  </a:lnTo>
                  <a:lnTo>
                    <a:pt x="2667772" y="1814844"/>
                  </a:lnTo>
                  <a:lnTo>
                    <a:pt x="2715094" y="1862010"/>
                  </a:lnTo>
                  <a:lnTo>
                    <a:pt x="2764067" y="1904342"/>
                  </a:lnTo>
                  <a:lnTo>
                    <a:pt x="2815488" y="1942101"/>
                  </a:lnTo>
                  <a:lnTo>
                    <a:pt x="2870243" y="1975719"/>
                  </a:lnTo>
                  <a:lnTo>
                    <a:pt x="2929234" y="2005677"/>
                  </a:lnTo>
                  <a:lnTo>
                    <a:pt x="2993294" y="2032438"/>
                  </a:lnTo>
                  <a:lnTo>
                    <a:pt x="3063083" y="2056402"/>
                  </a:lnTo>
                  <a:lnTo>
                    <a:pt x="3138953" y="2077888"/>
                  </a:lnTo>
                  <a:lnTo>
                    <a:pt x="3220758" y="2097125"/>
                  </a:lnTo>
                  <a:lnTo>
                    <a:pt x="3307650" y="2114247"/>
                  </a:lnTo>
                  <a:lnTo>
                    <a:pt x="3397868" y="2129302"/>
                  </a:lnTo>
                  <a:lnTo>
                    <a:pt x="3488627" y="2142272"/>
                  </a:lnTo>
                  <a:lnTo>
                    <a:pt x="3576195" y="2153106"/>
                  </a:lnTo>
                  <a:lnTo>
                    <a:pt x="3656271" y="2161770"/>
                  </a:lnTo>
                  <a:lnTo>
                    <a:pt x="3724671" y="2168299"/>
                  </a:lnTo>
                  <a:lnTo>
                    <a:pt x="3778194" y="2172841"/>
                  </a:lnTo>
                  <a:lnTo>
                    <a:pt x="3815416" y="2175665"/>
                  </a:lnTo>
                  <a:lnTo>
                    <a:pt x="3837136" y="2177146"/>
                  </a:lnTo>
                  <a:lnTo>
                    <a:pt x="3846381" y="2177716"/>
                  </a:lnTo>
                  <a:lnTo>
                    <a:pt x="3848116" y="2177813"/>
                  </a:lnTo>
                  <a:lnTo>
                    <a:pt x="3848118" y="2177813"/>
                  </a:lnTo>
                  <a:lnTo>
                    <a:pt x="4386855" y="2177813"/>
                  </a:lnTo>
                  <a:lnTo>
                    <a:pt x="4388130" y="2177853"/>
                  </a:lnTo>
                  <a:lnTo>
                    <a:pt x="4396452" y="2178138"/>
                  </a:lnTo>
                  <a:lnTo>
                    <a:pt x="4417211" y="2178927"/>
                  </a:lnTo>
                  <a:lnTo>
                    <a:pt x="4453773" y="2180475"/>
                  </a:lnTo>
                  <a:lnTo>
                    <a:pt x="4507153" y="2183006"/>
                  </a:lnTo>
                  <a:lnTo>
                    <a:pt x="4575991" y="2186684"/>
                  </a:lnTo>
                  <a:lnTo>
                    <a:pt x="4657007" y="2191596"/>
                  </a:lnTo>
                  <a:lnTo>
                    <a:pt x="4745840" y="2197767"/>
                  </a:lnTo>
                  <a:lnTo>
                    <a:pt x="4837988" y="2205177"/>
                  </a:lnTo>
                  <a:lnTo>
                    <a:pt x="4929549" y="2213796"/>
                  </a:lnTo>
                  <a:lnTo>
                    <a:pt x="5017625" y="2223614"/>
                  </a:lnTo>
                  <a:lnTo>
                    <a:pt x="5100407" y="2234660"/>
                  </a:lnTo>
                  <a:lnTo>
                    <a:pt x="5177047" y="2247017"/>
                  </a:lnTo>
                  <a:lnTo>
                    <a:pt x="5247431" y="2260822"/>
                  </a:lnTo>
                  <a:lnTo>
                    <a:pt x="5311958" y="2276267"/>
                  </a:lnTo>
                  <a:lnTo>
                    <a:pt x="5371341" y="2293593"/>
                  </a:lnTo>
                  <a:lnTo>
                    <a:pt x="5426465" y="2313073"/>
                  </a:lnTo>
                  <a:lnTo>
                    <a:pt x="5478273" y="2334991"/>
                  </a:lnTo>
                  <a:lnTo>
                    <a:pt x="5527689" y="2359591"/>
                  </a:lnTo>
                  <a:lnTo>
                    <a:pt x="5567201" y="2381983"/>
                  </a:lnTo>
                  <a:lnTo>
                    <a:pt x="5613206" y="2411036"/>
                  </a:lnTo>
                  <a:lnTo>
                    <a:pt x="5658760" y="2442852"/>
                  </a:lnTo>
                  <a:lnTo>
                    <a:pt x="5704287" y="2477476"/>
                  </a:lnTo>
                  <a:lnTo>
                    <a:pt x="5750082" y="2514875"/>
                  </a:lnTo>
                  <a:lnTo>
                    <a:pt x="5796337" y="2554924"/>
                  </a:lnTo>
                  <a:lnTo>
                    <a:pt x="5843145" y="2597401"/>
                  </a:lnTo>
                  <a:lnTo>
                    <a:pt x="5890518" y="2641986"/>
                  </a:lnTo>
                  <a:lnTo>
                    <a:pt x="5938390" y="2688270"/>
                  </a:lnTo>
                  <a:lnTo>
                    <a:pt x="5986641" y="2735761"/>
                  </a:lnTo>
                  <a:lnTo>
                    <a:pt x="6035105" y="2783912"/>
                  </a:lnTo>
                  <a:lnTo>
                    <a:pt x="6083595" y="2832140"/>
                  </a:lnTo>
                  <a:lnTo>
                    <a:pt x="6131920" y="2879862"/>
                  </a:lnTo>
                  <a:lnTo>
                    <a:pt x="6179907" y="2926516"/>
                  </a:lnTo>
                  <a:lnTo>
                    <a:pt x="6227421" y="2971597"/>
                  </a:lnTo>
                  <a:lnTo>
                    <a:pt x="6274382" y="3014669"/>
                  </a:lnTo>
                  <a:lnTo>
                    <a:pt x="6320778" y="3055388"/>
                  </a:lnTo>
                  <a:lnTo>
                    <a:pt x="6366681" y="3093506"/>
                  </a:lnTo>
                  <a:lnTo>
                    <a:pt x="6412254" y="3128874"/>
                  </a:lnTo>
                  <a:lnTo>
                    <a:pt x="6457766" y="3161434"/>
                  </a:lnTo>
                  <a:lnTo>
                    <a:pt x="6503602" y="3191212"/>
                  </a:lnTo>
                  <a:lnTo>
                    <a:pt x="6515891" y="3198663"/>
                  </a:lnTo>
                  <a:lnTo>
                    <a:pt x="6563950" y="3225580"/>
                  </a:lnTo>
                  <a:lnTo>
                    <a:pt x="6613723" y="3249695"/>
                  </a:lnTo>
                  <a:lnTo>
                    <a:pt x="6666045" y="3271164"/>
                  </a:lnTo>
                  <a:lnTo>
                    <a:pt x="6721849" y="3290245"/>
                  </a:lnTo>
                  <a:lnTo>
                    <a:pt x="6782075" y="3307222"/>
                  </a:lnTo>
                  <a:lnTo>
                    <a:pt x="6847587" y="3322363"/>
                  </a:lnTo>
                  <a:lnTo>
                    <a:pt x="6919053" y="3335901"/>
                  </a:lnTo>
                  <a:lnTo>
                    <a:pt x="6996797" y="3348019"/>
                  </a:lnTo>
                  <a:lnTo>
                    <a:pt x="7080596" y="3358845"/>
                  </a:lnTo>
                  <a:lnTo>
                    <a:pt x="7169445" y="3368451"/>
                  </a:lnTo>
                  <a:lnTo>
                    <a:pt x="7261350" y="3376859"/>
                  </a:lnTo>
                  <a:lnTo>
                    <a:pt x="7353222" y="3384054"/>
                  </a:lnTo>
                  <a:lnTo>
                    <a:pt x="7441016" y="3390004"/>
                  </a:lnTo>
                  <a:lnTo>
                    <a:pt x="7520189" y="3394697"/>
                  </a:lnTo>
                  <a:lnTo>
                    <a:pt x="7586504" y="3398164"/>
                  </a:lnTo>
                  <a:lnTo>
                    <a:pt x="7636963" y="3400508"/>
                  </a:lnTo>
                  <a:lnTo>
                    <a:pt x="7670606" y="3401906"/>
                  </a:lnTo>
                  <a:lnTo>
                    <a:pt x="7688875" y="3402587"/>
                  </a:lnTo>
                  <a:lnTo>
                    <a:pt x="7695516" y="3402811"/>
                  </a:lnTo>
                  <a:lnTo>
                    <a:pt x="7696237" y="3402833"/>
                  </a:lnTo>
                  <a:lnTo>
                    <a:pt x="8234974" y="34028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7" name="pl547"/>
            <p:cNvSpPr/>
            <p:nvPr/>
          </p:nvSpPr>
          <p:spPr>
            <a:xfrm>
              <a:off x="546595" y="2699600"/>
              <a:ext cx="8234974" cy="3402833"/>
            </a:xfrm>
            <a:custGeom>
              <a:avLst/>
              <a:pathLst>
                <a:path w="8234974" h="3402833">
                  <a:moveTo>
                    <a:pt x="8234974" y="3402833"/>
                  </a:moveTo>
                  <a:lnTo>
                    <a:pt x="7696237" y="3402833"/>
                  </a:lnTo>
                  <a:lnTo>
                    <a:pt x="7694962" y="3402793"/>
                  </a:lnTo>
                  <a:lnTo>
                    <a:pt x="7686641" y="3402508"/>
                  </a:lnTo>
                  <a:lnTo>
                    <a:pt x="7665881" y="3401719"/>
                  </a:lnTo>
                  <a:lnTo>
                    <a:pt x="7629319" y="3400171"/>
                  </a:lnTo>
                  <a:lnTo>
                    <a:pt x="7575939" y="3397640"/>
                  </a:lnTo>
                  <a:lnTo>
                    <a:pt x="7507101" y="3393963"/>
                  </a:lnTo>
                  <a:lnTo>
                    <a:pt x="7426085" y="3389050"/>
                  </a:lnTo>
                  <a:lnTo>
                    <a:pt x="7337252" y="3382879"/>
                  </a:lnTo>
                  <a:lnTo>
                    <a:pt x="7245104" y="3375469"/>
                  </a:lnTo>
                  <a:lnTo>
                    <a:pt x="7153544" y="3366850"/>
                  </a:lnTo>
                  <a:lnTo>
                    <a:pt x="7065468" y="3357033"/>
                  </a:lnTo>
                  <a:lnTo>
                    <a:pt x="6982685" y="3345986"/>
                  </a:lnTo>
                  <a:lnTo>
                    <a:pt x="6906046" y="3333630"/>
                  </a:lnTo>
                  <a:lnTo>
                    <a:pt x="6835661" y="3319825"/>
                  </a:lnTo>
                  <a:lnTo>
                    <a:pt x="6771135" y="3304379"/>
                  </a:lnTo>
                  <a:lnTo>
                    <a:pt x="6711751" y="3287053"/>
                  </a:lnTo>
                  <a:lnTo>
                    <a:pt x="6656628" y="3267573"/>
                  </a:lnTo>
                  <a:lnTo>
                    <a:pt x="6604819" y="3245656"/>
                  </a:lnTo>
                  <a:lnTo>
                    <a:pt x="6555404" y="3221056"/>
                  </a:lnTo>
                  <a:lnTo>
                    <a:pt x="6515891" y="3198663"/>
                  </a:lnTo>
                  <a:lnTo>
                    <a:pt x="6469887" y="3169610"/>
                  </a:lnTo>
                  <a:lnTo>
                    <a:pt x="6424332" y="3137795"/>
                  </a:lnTo>
                  <a:lnTo>
                    <a:pt x="6378806" y="3103170"/>
                  </a:lnTo>
                  <a:lnTo>
                    <a:pt x="6333011" y="3065771"/>
                  </a:lnTo>
                  <a:lnTo>
                    <a:pt x="6286756" y="3025723"/>
                  </a:lnTo>
                  <a:lnTo>
                    <a:pt x="6239947" y="2983246"/>
                  </a:lnTo>
                  <a:lnTo>
                    <a:pt x="6192575" y="2938660"/>
                  </a:lnTo>
                  <a:lnTo>
                    <a:pt x="6144702" y="2892377"/>
                  </a:lnTo>
                  <a:lnTo>
                    <a:pt x="6096451" y="2844886"/>
                  </a:lnTo>
                  <a:lnTo>
                    <a:pt x="6047987" y="2796735"/>
                  </a:lnTo>
                  <a:lnTo>
                    <a:pt x="5999497" y="2748506"/>
                  </a:lnTo>
                  <a:lnTo>
                    <a:pt x="5951172" y="2700785"/>
                  </a:lnTo>
                  <a:lnTo>
                    <a:pt x="5903185" y="2654130"/>
                  </a:lnTo>
                  <a:lnTo>
                    <a:pt x="5855671" y="2609050"/>
                  </a:lnTo>
                  <a:lnTo>
                    <a:pt x="5808710" y="2565978"/>
                  </a:lnTo>
                  <a:lnTo>
                    <a:pt x="5762314" y="2525259"/>
                  </a:lnTo>
                  <a:lnTo>
                    <a:pt x="5716411" y="2487140"/>
                  </a:lnTo>
                  <a:lnTo>
                    <a:pt x="5670838" y="2451772"/>
                  </a:lnTo>
                  <a:lnTo>
                    <a:pt x="5625327" y="2419212"/>
                  </a:lnTo>
                  <a:lnTo>
                    <a:pt x="5579491" y="2389434"/>
                  </a:lnTo>
                  <a:lnTo>
                    <a:pt x="5567201" y="2381983"/>
                  </a:lnTo>
                  <a:lnTo>
                    <a:pt x="5519143" y="2355067"/>
                  </a:lnTo>
                  <a:lnTo>
                    <a:pt x="5469370" y="2330952"/>
                  </a:lnTo>
                  <a:lnTo>
                    <a:pt x="5417047" y="2309482"/>
                  </a:lnTo>
                  <a:lnTo>
                    <a:pt x="5361243" y="2290401"/>
                  </a:lnTo>
                  <a:lnTo>
                    <a:pt x="5301017" y="2273425"/>
                  </a:lnTo>
                  <a:lnTo>
                    <a:pt x="5235506" y="2258284"/>
                  </a:lnTo>
                  <a:lnTo>
                    <a:pt x="5164040" y="2244746"/>
                  </a:lnTo>
                  <a:lnTo>
                    <a:pt x="5086295" y="2232628"/>
                  </a:lnTo>
                  <a:lnTo>
                    <a:pt x="5002496" y="2221802"/>
                  </a:lnTo>
                  <a:lnTo>
                    <a:pt x="4913647" y="2212195"/>
                  </a:lnTo>
                  <a:lnTo>
                    <a:pt x="4821743" y="2203787"/>
                  </a:lnTo>
                  <a:lnTo>
                    <a:pt x="4729870" y="2196593"/>
                  </a:lnTo>
                  <a:lnTo>
                    <a:pt x="4642077" y="2190642"/>
                  </a:lnTo>
                  <a:lnTo>
                    <a:pt x="4562903" y="2185950"/>
                  </a:lnTo>
                  <a:lnTo>
                    <a:pt x="4496588" y="2182482"/>
                  </a:lnTo>
                  <a:lnTo>
                    <a:pt x="4446129" y="2180138"/>
                  </a:lnTo>
                  <a:lnTo>
                    <a:pt x="4412486" y="2178741"/>
                  </a:lnTo>
                  <a:lnTo>
                    <a:pt x="4394218" y="2178059"/>
                  </a:lnTo>
                  <a:lnTo>
                    <a:pt x="4387577" y="2177835"/>
                  </a:lnTo>
                  <a:lnTo>
                    <a:pt x="4386855" y="2177813"/>
                  </a:lnTo>
                  <a:lnTo>
                    <a:pt x="3848118" y="2177813"/>
                  </a:lnTo>
                  <a:lnTo>
                    <a:pt x="3846899" y="2177745"/>
                  </a:lnTo>
                  <a:lnTo>
                    <a:pt x="3838933" y="2177261"/>
                  </a:lnTo>
                  <a:lnTo>
                    <a:pt x="3819028" y="2175922"/>
                  </a:lnTo>
                  <a:lnTo>
                    <a:pt x="3783888" y="2173292"/>
                  </a:lnTo>
                  <a:lnTo>
                    <a:pt x="3732421" y="2168989"/>
                  </a:lnTo>
                  <a:lnTo>
                    <a:pt x="3665782" y="2162725"/>
                  </a:lnTo>
                  <a:lnTo>
                    <a:pt x="3586982" y="2154339"/>
                  </a:lnTo>
                  <a:lnTo>
                    <a:pt x="3500129" y="2143783"/>
                  </a:lnTo>
                  <a:lnTo>
                    <a:pt x="3409554" y="2131084"/>
                  </a:lnTo>
                  <a:lnTo>
                    <a:pt x="3319089" y="2116294"/>
                  </a:lnTo>
                  <a:lnTo>
                    <a:pt x="3231650" y="2099438"/>
                  </a:lnTo>
                  <a:lnTo>
                    <a:pt x="3149128" y="2080478"/>
                  </a:lnTo>
                  <a:lnTo>
                    <a:pt x="3072476" y="2059291"/>
                  </a:lnTo>
                  <a:lnTo>
                    <a:pt x="3001917" y="2035662"/>
                  </a:lnTo>
                  <a:lnTo>
                    <a:pt x="2937154" y="2009281"/>
                  </a:lnTo>
                  <a:lnTo>
                    <a:pt x="2877557" y="1979757"/>
                  </a:lnTo>
                  <a:lnTo>
                    <a:pt x="2822308" y="1946636"/>
                  </a:lnTo>
                  <a:lnTo>
                    <a:pt x="2770510" y="1909435"/>
                  </a:lnTo>
                  <a:lnTo>
                    <a:pt x="2721271" y="1867710"/>
                  </a:lnTo>
                  <a:lnTo>
                    <a:pt x="2673776" y="1821168"/>
                  </a:lnTo>
                  <a:lnTo>
                    <a:pt x="2667772" y="1814844"/>
                  </a:lnTo>
                  <a:lnTo>
                    <a:pt x="2628647" y="1771274"/>
                  </a:lnTo>
                  <a:lnTo>
                    <a:pt x="2589899" y="1724174"/>
                  </a:lnTo>
                  <a:lnTo>
                    <a:pt x="2551251" y="1673476"/>
                  </a:lnTo>
                  <a:lnTo>
                    <a:pt x="2512493" y="1619181"/>
                  </a:lnTo>
                  <a:lnTo>
                    <a:pt x="2473476" y="1561373"/>
                  </a:lnTo>
                  <a:lnTo>
                    <a:pt x="2434103" y="1500221"/>
                  </a:lnTo>
                  <a:lnTo>
                    <a:pt x="2394325" y="1435984"/>
                  </a:lnTo>
                  <a:lnTo>
                    <a:pt x="2354138" y="1369014"/>
                  </a:lnTo>
                  <a:lnTo>
                    <a:pt x="2313576" y="1299747"/>
                  </a:lnTo>
                  <a:lnTo>
                    <a:pt x="2272704" y="1228695"/>
                  </a:lnTo>
                  <a:lnTo>
                    <a:pt x="2231615" y="1156434"/>
                  </a:lnTo>
                  <a:lnTo>
                    <a:pt x="2190418" y="1083580"/>
                  </a:lnTo>
                  <a:lnTo>
                    <a:pt x="2149229" y="1010773"/>
                  </a:lnTo>
                  <a:lnTo>
                    <a:pt x="2108165" y="938651"/>
                  </a:lnTo>
                  <a:lnTo>
                    <a:pt x="2067334" y="867826"/>
                  </a:lnTo>
                  <a:lnTo>
                    <a:pt x="2026823" y="798864"/>
                  </a:lnTo>
                  <a:lnTo>
                    <a:pt x="1986694" y="732267"/>
                  </a:lnTo>
                  <a:lnTo>
                    <a:pt x="1946977" y="668461"/>
                  </a:lnTo>
                  <a:lnTo>
                    <a:pt x="1907660" y="607783"/>
                  </a:lnTo>
                  <a:lnTo>
                    <a:pt x="1868688" y="550480"/>
                  </a:lnTo>
                  <a:lnTo>
                    <a:pt x="1829957" y="496707"/>
                  </a:lnTo>
                  <a:lnTo>
                    <a:pt x="1791308" y="446536"/>
                  </a:lnTo>
                  <a:lnTo>
                    <a:pt x="1752524" y="399958"/>
                  </a:lnTo>
                  <a:lnTo>
                    <a:pt x="1719082" y="362968"/>
                  </a:lnTo>
                  <a:lnTo>
                    <a:pt x="1671760" y="315802"/>
                  </a:lnTo>
                  <a:lnTo>
                    <a:pt x="1622787" y="273470"/>
                  </a:lnTo>
                  <a:lnTo>
                    <a:pt x="1571367" y="235712"/>
                  </a:lnTo>
                  <a:lnTo>
                    <a:pt x="1516612" y="202094"/>
                  </a:lnTo>
                  <a:lnTo>
                    <a:pt x="1457621" y="172135"/>
                  </a:lnTo>
                  <a:lnTo>
                    <a:pt x="1393561" y="145375"/>
                  </a:lnTo>
                  <a:lnTo>
                    <a:pt x="1323771" y="121411"/>
                  </a:lnTo>
                  <a:lnTo>
                    <a:pt x="1247902" y="99925"/>
                  </a:lnTo>
                  <a:lnTo>
                    <a:pt x="1166096" y="80688"/>
                  </a:lnTo>
                  <a:lnTo>
                    <a:pt x="1079205" y="63566"/>
                  </a:lnTo>
                  <a:lnTo>
                    <a:pt x="988987" y="48511"/>
                  </a:lnTo>
                  <a:lnTo>
                    <a:pt x="898228" y="35541"/>
                  </a:lnTo>
                  <a:lnTo>
                    <a:pt x="810660" y="24707"/>
                  </a:lnTo>
                  <a:lnTo>
                    <a:pt x="730583" y="16043"/>
                  </a:lnTo>
                  <a:lnTo>
                    <a:pt x="662183" y="9513"/>
                  </a:lnTo>
                  <a:lnTo>
                    <a:pt x="608660" y="4972"/>
                  </a:lnTo>
                  <a:lnTo>
                    <a:pt x="571438" y="2147"/>
                  </a:lnTo>
                  <a:lnTo>
                    <a:pt x="549719" y="666"/>
                  </a:lnTo>
                  <a:lnTo>
                    <a:pt x="540474" y="97"/>
                  </a:lnTo>
                  <a:lnTo>
                    <a:pt x="538739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8" name="pg548"/>
            <p:cNvSpPr/>
            <p:nvPr/>
          </p:nvSpPr>
          <p:spPr>
            <a:xfrm>
              <a:off x="546595" y="674233"/>
              <a:ext cx="8234974" cy="822124"/>
            </a:xfrm>
            <a:custGeom>
              <a:avLst/>
              <a:pathLst>
                <a:path w="8234974" h="822124">
                  <a:moveTo>
                    <a:pt x="0" y="283115"/>
                  </a:moveTo>
                  <a:lnTo>
                    <a:pt x="538736" y="283115"/>
                  </a:lnTo>
                  <a:lnTo>
                    <a:pt x="540034" y="283133"/>
                  </a:lnTo>
                  <a:lnTo>
                    <a:pt x="548498" y="283261"/>
                  </a:lnTo>
                  <a:lnTo>
                    <a:pt x="569599" y="283614"/>
                  </a:lnTo>
                  <a:lnTo>
                    <a:pt x="606729" y="284308"/>
                  </a:lnTo>
                  <a:lnTo>
                    <a:pt x="660869" y="285441"/>
                  </a:lnTo>
                  <a:lnTo>
                    <a:pt x="730576" y="287086"/>
                  </a:lnTo>
                  <a:lnTo>
                    <a:pt x="812460" y="289282"/>
                  </a:lnTo>
                  <a:lnTo>
                    <a:pt x="902062" y="292038"/>
                  </a:lnTo>
                  <a:lnTo>
                    <a:pt x="994813" y="295345"/>
                  </a:lnTo>
                  <a:lnTo>
                    <a:pt x="1086785" y="299190"/>
                  </a:lnTo>
                  <a:lnTo>
                    <a:pt x="1175094" y="303569"/>
                  </a:lnTo>
                  <a:lnTo>
                    <a:pt x="1257963" y="308496"/>
                  </a:lnTo>
                  <a:lnTo>
                    <a:pt x="1334587" y="314011"/>
                  </a:lnTo>
                  <a:lnTo>
                    <a:pt x="1404897" y="320176"/>
                  </a:lnTo>
                  <a:lnTo>
                    <a:pt x="1469330" y="327079"/>
                  </a:lnTo>
                  <a:lnTo>
                    <a:pt x="1528633" y="334831"/>
                  </a:lnTo>
                  <a:lnTo>
                    <a:pt x="1583715" y="343553"/>
                  </a:lnTo>
                  <a:lnTo>
                    <a:pt x="1635540" y="353374"/>
                  </a:lnTo>
                  <a:lnTo>
                    <a:pt x="1685037" y="364397"/>
                  </a:lnTo>
                  <a:lnTo>
                    <a:pt x="1719082" y="372950"/>
                  </a:lnTo>
                  <a:lnTo>
                    <a:pt x="1770149" y="387224"/>
                  </a:lnTo>
                  <a:lnTo>
                    <a:pt x="1820723" y="403003"/>
                  </a:lnTo>
                  <a:lnTo>
                    <a:pt x="1871353" y="420305"/>
                  </a:lnTo>
                  <a:lnTo>
                    <a:pt x="1922404" y="439095"/>
                  </a:lnTo>
                  <a:lnTo>
                    <a:pt x="1974086" y="459277"/>
                  </a:lnTo>
                  <a:lnTo>
                    <a:pt x="2026468" y="480686"/>
                  </a:lnTo>
                  <a:lnTo>
                    <a:pt x="2079501" y="503096"/>
                  </a:lnTo>
                  <a:lnTo>
                    <a:pt x="2133038" y="526224"/>
                  </a:lnTo>
                  <a:lnTo>
                    <a:pt x="2186864" y="549745"/>
                  </a:lnTo>
                  <a:lnTo>
                    <a:pt x="2240721" y="573308"/>
                  </a:lnTo>
                  <a:lnTo>
                    <a:pt x="2294351" y="596563"/>
                  </a:lnTo>
                  <a:lnTo>
                    <a:pt x="2347523" y="619176"/>
                  </a:lnTo>
                  <a:lnTo>
                    <a:pt x="2400073" y="640852"/>
                  </a:lnTo>
                  <a:lnTo>
                    <a:pt x="2451923" y="661351"/>
                  </a:lnTo>
                  <a:lnTo>
                    <a:pt x="2503114" y="680492"/>
                  </a:lnTo>
                  <a:lnTo>
                    <a:pt x="2553820" y="698162"/>
                  </a:lnTo>
                  <a:lnTo>
                    <a:pt x="2604364" y="714311"/>
                  </a:lnTo>
                  <a:lnTo>
                    <a:pt x="2655249" y="728948"/>
                  </a:lnTo>
                  <a:lnTo>
                    <a:pt x="2667772" y="732289"/>
                  </a:lnTo>
                  <a:lnTo>
                    <a:pt x="2716121" y="744199"/>
                  </a:lnTo>
                  <a:lnTo>
                    <a:pt x="2766209" y="754862"/>
                  </a:lnTo>
                  <a:lnTo>
                    <a:pt x="2818888" y="764348"/>
                  </a:lnTo>
                  <a:lnTo>
                    <a:pt x="2875107" y="772773"/>
                  </a:lnTo>
                  <a:lnTo>
                    <a:pt x="2935823" y="780264"/>
                  </a:lnTo>
                  <a:lnTo>
                    <a:pt x="3001911" y="786941"/>
                  </a:lnTo>
                  <a:lnTo>
                    <a:pt x="3074043" y="792908"/>
                  </a:lnTo>
                  <a:lnTo>
                    <a:pt x="3152531" y="798245"/>
                  </a:lnTo>
                  <a:lnTo>
                    <a:pt x="3237115" y="803009"/>
                  </a:lnTo>
                  <a:lnTo>
                    <a:pt x="3326729" y="807231"/>
                  </a:lnTo>
                  <a:lnTo>
                    <a:pt x="3419278" y="810919"/>
                  </a:lnTo>
                  <a:lnTo>
                    <a:pt x="3511553" y="814066"/>
                  </a:lnTo>
                  <a:lnTo>
                    <a:pt x="3599380" y="816659"/>
                  </a:lnTo>
                  <a:lnTo>
                    <a:pt x="3678132" y="818691"/>
                  </a:lnTo>
                  <a:lnTo>
                    <a:pt x="3743558" y="820181"/>
                  </a:lnTo>
                  <a:lnTo>
                    <a:pt x="3792763" y="821176"/>
                  </a:lnTo>
                  <a:lnTo>
                    <a:pt x="3824986" y="821759"/>
                  </a:lnTo>
                  <a:lnTo>
                    <a:pt x="3841936" y="822034"/>
                  </a:lnTo>
                  <a:lnTo>
                    <a:pt x="3847651" y="822118"/>
                  </a:lnTo>
                  <a:lnTo>
                    <a:pt x="3848118" y="822124"/>
                  </a:lnTo>
                  <a:lnTo>
                    <a:pt x="4386855" y="822124"/>
                  </a:lnTo>
                  <a:lnTo>
                    <a:pt x="4388145" y="822097"/>
                  </a:lnTo>
                  <a:lnTo>
                    <a:pt x="4396564" y="821905"/>
                  </a:lnTo>
                  <a:lnTo>
                    <a:pt x="4417558" y="821372"/>
                  </a:lnTo>
                  <a:lnTo>
                    <a:pt x="4454509" y="820327"/>
                  </a:lnTo>
                  <a:lnTo>
                    <a:pt x="4508410" y="818620"/>
                  </a:lnTo>
                  <a:lnTo>
                    <a:pt x="4577844" y="816140"/>
                  </a:lnTo>
                  <a:lnTo>
                    <a:pt x="4659455" y="812830"/>
                  </a:lnTo>
                  <a:lnTo>
                    <a:pt x="4748816" y="808673"/>
                  </a:lnTo>
                  <a:lnTo>
                    <a:pt x="4841379" y="803685"/>
                  </a:lnTo>
                  <a:lnTo>
                    <a:pt x="4933223" y="797884"/>
                  </a:lnTo>
                  <a:lnTo>
                    <a:pt x="5021459" y="791278"/>
                  </a:lnTo>
                  <a:lnTo>
                    <a:pt x="5104302" y="783844"/>
                  </a:lnTo>
                  <a:lnTo>
                    <a:pt x="5180931" y="775526"/>
                  </a:lnTo>
                  <a:lnTo>
                    <a:pt x="5251265" y="766228"/>
                  </a:lnTo>
                  <a:lnTo>
                    <a:pt x="5315728" y="755820"/>
                  </a:lnTo>
                  <a:lnTo>
                    <a:pt x="5375056" y="744136"/>
                  </a:lnTo>
                  <a:lnTo>
                    <a:pt x="5430150" y="730993"/>
                  </a:lnTo>
                  <a:lnTo>
                    <a:pt x="5481970" y="716198"/>
                  </a:lnTo>
                  <a:lnTo>
                    <a:pt x="5531440" y="699591"/>
                  </a:lnTo>
                  <a:lnTo>
                    <a:pt x="5567201" y="686011"/>
                  </a:lnTo>
                  <a:lnTo>
                    <a:pt x="5616393" y="665222"/>
                  </a:lnTo>
                  <a:lnTo>
                    <a:pt x="5665107" y="642323"/>
                  </a:lnTo>
                  <a:lnTo>
                    <a:pt x="5713843" y="617281"/>
                  </a:lnTo>
                  <a:lnTo>
                    <a:pt x="5762940" y="590137"/>
                  </a:lnTo>
                  <a:lnTo>
                    <a:pt x="5812602" y="561012"/>
                  </a:lnTo>
                  <a:lnTo>
                    <a:pt x="5862911" y="530112"/>
                  </a:lnTo>
                  <a:lnTo>
                    <a:pt x="5913844" y="497727"/>
                  </a:lnTo>
                  <a:lnTo>
                    <a:pt x="5965287" y="464223"/>
                  </a:lnTo>
                  <a:lnTo>
                    <a:pt x="6017063" y="430027"/>
                  </a:lnTo>
                  <a:lnTo>
                    <a:pt x="6068949" y="395606"/>
                  </a:lnTo>
                  <a:lnTo>
                    <a:pt x="6120711" y="361437"/>
                  </a:lnTo>
                  <a:lnTo>
                    <a:pt x="6172130" y="327986"/>
                  </a:lnTo>
                  <a:lnTo>
                    <a:pt x="6223029" y="295675"/>
                  </a:lnTo>
                  <a:lnTo>
                    <a:pt x="6273302" y="264868"/>
                  </a:lnTo>
                  <a:lnTo>
                    <a:pt x="6322929" y="235850"/>
                  </a:lnTo>
                  <a:lnTo>
                    <a:pt x="6371999" y="208822"/>
                  </a:lnTo>
                  <a:lnTo>
                    <a:pt x="6420723" y="183900"/>
                  </a:lnTo>
                  <a:lnTo>
                    <a:pt x="6469449" y="161120"/>
                  </a:lnTo>
                  <a:lnTo>
                    <a:pt x="6515891" y="141557"/>
                  </a:lnTo>
                  <a:lnTo>
                    <a:pt x="6564149" y="123544"/>
                  </a:lnTo>
                  <a:lnTo>
                    <a:pt x="6614138" y="107413"/>
                  </a:lnTo>
                  <a:lnTo>
                    <a:pt x="6666705" y="93059"/>
                  </a:lnTo>
                  <a:lnTo>
                    <a:pt x="6722793" y="80307"/>
                  </a:lnTo>
                  <a:lnTo>
                    <a:pt x="6783355" y="68968"/>
                  </a:lnTo>
                  <a:lnTo>
                    <a:pt x="6849261" y="58858"/>
                  </a:lnTo>
                  <a:lnTo>
                    <a:pt x="6921184" y="49823"/>
                  </a:lnTo>
                  <a:lnTo>
                    <a:pt x="6999438" y="41738"/>
                  </a:lnTo>
                  <a:lnTo>
                    <a:pt x="7083775" y="34520"/>
                  </a:lnTo>
                  <a:lnTo>
                    <a:pt x="7173149" y="28121"/>
                  </a:lnTo>
                  <a:lnTo>
                    <a:pt x="7265497" y="22528"/>
                  </a:lnTo>
                  <a:lnTo>
                    <a:pt x="7357647" y="17750"/>
                  </a:lnTo>
                  <a:lnTo>
                    <a:pt x="7445467" y="13810"/>
                  </a:lnTo>
                  <a:lnTo>
                    <a:pt x="7524356" y="10715"/>
                  </a:lnTo>
                  <a:lnTo>
                    <a:pt x="7590065" y="8441"/>
                  </a:lnTo>
                  <a:lnTo>
                    <a:pt x="7639667" y="6915"/>
                  </a:lnTo>
                  <a:lnTo>
                    <a:pt x="7672337" y="6018"/>
                  </a:lnTo>
                  <a:lnTo>
                    <a:pt x="7689698" y="5589"/>
                  </a:lnTo>
                  <a:lnTo>
                    <a:pt x="7695698" y="54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7" y="26"/>
                  </a:lnTo>
                  <a:lnTo>
                    <a:pt x="7686528" y="219"/>
                  </a:lnTo>
                  <a:lnTo>
                    <a:pt x="7665534" y="752"/>
                  </a:lnTo>
                  <a:lnTo>
                    <a:pt x="7628583" y="1796"/>
                  </a:lnTo>
                  <a:lnTo>
                    <a:pt x="7574682" y="3504"/>
                  </a:lnTo>
                  <a:lnTo>
                    <a:pt x="7505249" y="5983"/>
                  </a:lnTo>
                  <a:lnTo>
                    <a:pt x="7423637" y="9294"/>
                  </a:lnTo>
                  <a:lnTo>
                    <a:pt x="7334276" y="13451"/>
                  </a:lnTo>
                  <a:lnTo>
                    <a:pt x="7241714" y="18439"/>
                  </a:lnTo>
                  <a:lnTo>
                    <a:pt x="7149870" y="24239"/>
                  </a:lnTo>
                  <a:lnTo>
                    <a:pt x="7061633" y="30846"/>
                  </a:lnTo>
                  <a:lnTo>
                    <a:pt x="6978790" y="38280"/>
                  </a:lnTo>
                  <a:lnTo>
                    <a:pt x="6902161" y="46598"/>
                  </a:lnTo>
                  <a:lnTo>
                    <a:pt x="6831827" y="55895"/>
                  </a:lnTo>
                  <a:lnTo>
                    <a:pt x="6767365" y="66304"/>
                  </a:lnTo>
                  <a:lnTo>
                    <a:pt x="6708037" y="77987"/>
                  </a:lnTo>
                  <a:lnTo>
                    <a:pt x="6652942" y="91131"/>
                  </a:lnTo>
                  <a:lnTo>
                    <a:pt x="6601123" y="105925"/>
                  </a:lnTo>
                  <a:lnTo>
                    <a:pt x="6551652" y="122533"/>
                  </a:lnTo>
                  <a:lnTo>
                    <a:pt x="6515891" y="136113"/>
                  </a:lnTo>
                  <a:lnTo>
                    <a:pt x="6466699" y="156901"/>
                  </a:lnTo>
                  <a:lnTo>
                    <a:pt x="6417985" y="179801"/>
                  </a:lnTo>
                  <a:lnTo>
                    <a:pt x="6369250" y="204843"/>
                  </a:lnTo>
                  <a:lnTo>
                    <a:pt x="6320153" y="231987"/>
                  </a:lnTo>
                  <a:lnTo>
                    <a:pt x="6270490" y="261112"/>
                  </a:lnTo>
                  <a:lnTo>
                    <a:pt x="6220181" y="292012"/>
                  </a:lnTo>
                  <a:lnTo>
                    <a:pt x="6169248" y="324397"/>
                  </a:lnTo>
                  <a:lnTo>
                    <a:pt x="6117805" y="357901"/>
                  </a:lnTo>
                  <a:lnTo>
                    <a:pt x="6066030" y="392096"/>
                  </a:lnTo>
                  <a:lnTo>
                    <a:pt x="6014144" y="426518"/>
                  </a:lnTo>
                  <a:lnTo>
                    <a:pt x="5962382" y="460686"/>
                  </a:lnTo>
                  <a:lnTo>
                    <a:pt x="5910963" y="494138"/>
                  </a:lnTo>
                  <a:lnTo>
                    <a:pt x="5860063" y="526449"/>
                  </a:lnTo>
                  <a:lnTo>
                    <a:pt x="5809790" y="557256"/>
                  </a:lnTo>
                  <a:lnTo>
                    <a:pt x="5760163" y="586274"/>
                  </a:lnTo>
                  <a:lnTo>
                    <a:pt x="5711093" y="613302"/>
                  </a:lnTo>
                  <a:lnTo>
                    <a:pt x="5662369" y="638224"/>
                  </a:lnTo>
                  <a:lnTo>
                    <a:pt x="5613643" y="661003"/>
                  </a:lnTo>
                  <a:lnTo>
                    <a:pt x="5567201" y="680566"/>
                  </a:lnTo>
                  <a:lnTo>
                    <a:pt x="5518944" y="698580"/>
                  </a:lnTo>
                  <a:lnTo>
                    <a:pt x="5468955" y="714711"/>
                  </a:lnTo>
                  <a:lnTo>
                    <a:pt x="5416388" y="729065"/>
                  </a:lnTo>
                  <a:lnTo>
                    <a:pt x="5360299" y="741816"/>
                  </a:lnTo>
                  <a:lnTo>
                    <a:pt x="5299737" y="753156"/>
                  </a:lnTo>
                  <a:lnTo>
                    <a:pt x="5233831" y="763265"/>
                  </a:lnTo>
                  <a:lnTo>
                    <a:pt x="5161909" y="772301"/>
                  </a:lnTo>
                  <a:lnTo>
                    <a:pt x="5083655" y="780385"/>
                  </a:lnTo>
                  <a:lnTo>
                    <a:pt x="4999317" y="787603"/>
                  </a:lnTo>
                  <a:lnTo>
                    <a:pt x="4909944" y="794002"/>
                  </a:lnTo>
                  <a:lnTo>
                    <a:pt x="4817596" y="799596"/>
                  </a:lnTo>
                  <a:lnTo>
                    <a:pt x="4725445" y="804373"/>
                  </a:lnTo>
                  <a:lnTo>
                    <a:pt x="4637625" y="808314"/>
                  </a:lnTo>
                  <a:lnTo>
                    <a:pt x="4558737" y="811409"/>
                  </a:lnTo>
                  <a:lnTo>
                    <a:pt x="4493027" y="813683"/>
                  </a:lnTo>
                  <a:lnTo>
                    <a:pt x="4443425" y="815208"/>
                  </a:lnTo>
                  <a:lnTo>
                    <a:pt x="4410756" y="816106"/>
                  </a:lnTo>
                  <a:lnTo>
                    <a:pt x="4393394" y="816535"/>
                  </a:lnTo>
                  <a:lnTo>
                    <a:pt x="4387395" y="816669"/>
                  </a:lnTo>
                  <a:lnTo>
                    <a:pt x="4386855" y="816680"/>
                  </a:lnTo>
                  <a:lnTo>
                    <a:pt x="3848118" y="816680"/>
                  </a:lnTo>
                  <a:lnTo>
                    <a:pt x="3846821" y="816662"/>
                  </a:lnTo>
                  <a:lnTo>
                    <a:pt x="3838357" y="816534"/>
                  </a:lnTo>
                  <a:lnTo>
                    <a:pt x="3817255" y="816180"/>
                  </a:lnTo>
                  <a:lnTo>
                    <a:pt x="3780125" y="815487"/>
                  </a:lnTo>
                  <a:lnTo>
                    <a:pt x="3725985" y="814354"/>
                  </a:lnTo>
                  <a:lnTo>
                    <a:pt x="3656279" y="812709"/>
                  </a:lnTo>
                  <a:lnTo>
                    <a:pt x="3574394" y="810513"/>
                  </a:lnTo>
                  <a:lnTo>
                    <a:pt x="3484792" y="807757"/>
                  </a:lnTo>
                  <a:lnTo>
                    <a:pt x="3392042" y="804450"/>
                  </a:lnTo>
                  <a:lnTo>
                    <a:pt x="3300069" y="800605"/>
                  </a:lnTo>
                  <a:lnTo>
                    <a:pt x="3211761" y="796226"/>
                  </a:lnTo>
                  <a:lnTo>
                    <a:pt x="3128891" y="791299"/>
                  </a:lnTo>
                  <a:lnTo>
                    <a:pt x="3052268" y="785784"/>
                  </a:lnTo>
                  <a:lnTo>
                    <a:pt x="2981958" y="779619"/>
                  </a:lnTo>
                  <a:lnTo>
                    <a:pt x="2917524" y="772715"/>
                  </a:lnTo>
                  <a:lnTo>
                    <a:pt x="2858221" y="764964"/>
                  </a:lnTo>
                  <a:lnTo>
                    <a:pt x="2803139" y="756241"/>
                  </a:lnTo>
                  <a:lnTo>
                    <a:pt x="2751314" y="746421"/>
                  </a:lnTo>
                  <a:lnTo>
                    <a:pt x="2701817" y="735398"/>
                  </a:lnTo>
                  <a:lnTo>
                    <a:pt x="2667772" y="726845"/>
                  </a:lnTo>
                  <a:lnTo>
                    <a:pt x="2616706" y="712570"/>
                  </a:lnTo>
                  <a:lnTo>
                    <a:pt x="2566132" y="696792"/>
                  </a:lnTo>
                  <a:lnTo>
                    <a:pt x="2515502" y="679490"/>
                  </a:lnTo>
                  <a:lnTo>
                    <a:pt x="2464450" y="660700"/>
                  </a:lnTo>
                  <a:lnTo>
                    <a:pt x="2412769" y="640518"/>
                  </a:lnTo>
                  <a:lnTo>
                    <a:pt x="2360387" y="619109"/>
                  </a:lnTo>
                  <a:lnTo>
                    <a:pt x="2307354" y="596699"/>
                  </a:lnTo>
                  <a:lnTo>
                    <a:pt x="2253816" y="573571"/>
                  </a:lnTo>
                  <a:lnTo>
                    <a:pt x="2199991" y="550050"/>
                  </a:lnTo>
                  <a:lnTo>
                    <a:pt x="2146134" y="526486"/>
                  </a:lnTo>
                  <a:lnTo>
                    <a:pt x="2092504" y="503232"/>
                  </a:lnTo>
                  <a:lnTo>
                    <a:pt x="2039331" y="480619"/>
                  </a:lnTo>
                  <a:lnTo>
                    <a:pt x="1986782" y="458942"/>
                  </a:lnTo>
                  <a:lnTo>
                    <a:pt x="1934931" y="438444"/>
                  </a:lnTo>
                  <a:lnTo>
                    <a:pt x="1883740" y="419303"/>
                  </a:lnTo>
                  <a:lnTo>
                    <a:pt x="1833035" y="401633"/>
                  </a:lnTo>
                  <a:lnTo>
                    <a:pt x="1782490" y="385483"/>
                  </a:lnTo>
                  <a:lnTo>
                    <a:pt x="1731605" y="370847"/>
                  </a:lnTo>
                  <a:lnTo>
                    <a:pt x="1719082" y="367506"/>
                  </a:lnTo>
                  <a:lnTo>
                    <a:pt x="1670734" y="355596"/>
                  </a:lnTo>
                  <a:lnTo>
                    <a:pt x="1620646" y="344933"/>
                  </a:lnTo>
                  <a:lnTo>
                    <a:pt x="1567966" y="335447"/>
                  </a:lnTo>
                  <a:lnTo>
                    <a:pt x="1511747" y="327022"/>
                  </a:lnTo>
                  <a:lnTo>
                    <a:pt x="1451031" y="319531"/>
                  </a:lnTo>
                  <a:lnTo>
                    <a:pt x="1384944" y="312854"/>
                  </a:lnTo>
                  <a:lnTo>
                    <a:pt x="1312812" y="306887"/>
                  </a:lnTo>
                  <a:lnTo>
                    <a:pt x="1234324" y="301550"/>
                  </a:lnTo>
                  <a:lnTo>
                    <a:pt x="1149739" y="296786"/>
                  </a:lnTo>
                  <a:lnTo>
                    <a:pt x="1060126" y="292564"/>
                  </a:lnTo>
                  <a:lnTo>
                    <a:pt x="967576" y="288876"/>
                  </a:lnTo>
                  <a:lnTo>
                    <a:pt x="875302" y="285729"/>
                  </a:lnTo>
                  <a:lnTo>
                    <a:pt x="787474" y="283136"/>
                  </a:lnTo>
                  <a:lnTo>
                    <a:pt x="708723" y="281104"/>
                  </a:lnTo>
                  <a:lnTo>
                    <a:pt x="643296" y="279614"/>
                  </a:lnTo>
                  <a:lnTo>
                    <a:pt x="594091" y="278619"/>
                  </a:lnTo>
                  <a:lnTo>
                    <a:pt x="561868" y="278036"/>
                  </a:lnTo>
                  <a:lnTo>
                    <a:pt x="544918" y="277761"/>
                  </a:lnTo>
                  <a:lnTo>
                    <a:pt x="539203" y="277677"/>
                  </a:lnTo>
                  <a:lnTo>
                    <a:pt x="538736" y="277671"/>
                  </a:lnTo>
                  <a:lnTo>
                    <a:pt x="0" y="27767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49" name="pl549"/>
            <p:cNvSpPr/>
            <p:nvPr/>
          </p:nvSpPr>
          <p:spPr>
            <a:xfrm>
              <a:off x="546595" y="679678"/>
              <a:ext cx="8234974" cy="816680"/>
            </a:xfrm>
            <a:custGeom>
              <a:avLst/>
              <a:pathLst>
                <a:path w="8234974" h="816680">
                  <a:moveTo>
                    <a:pt x="0" y="277671"/>
                  </a:moveTo>
                  <a:lnTo>
                    <a:pt x="538736" y="277671"/>
                  </a:lnTo>
                  <a:lnTo>
                    <a:pt x="540034" y="277689"/>
                  </a:lnTo>
                  <a:lnTo>
                    <a:pt x="548498" y="277816"/>
                  </a:lnTo>
                  <a:lnTo>
                    <a:pt x="569599" y="278170"/>
                  </a:lnTo>
                  <a:lnTo>
                    <a:pt x="606729" y="278863"/>
                  </a:lnTo>
                  <a:lnTo>
                    <a:pt x="660869" y="279996"/>
                  </a:lnTo>
                  <a:lnTo>
                    <a:pt x="730576" y="281641"/>
                  </a:lnTo>
                  <a:lnTo>
                    <a:pt x="812460" y="283837"/>
                  </a:lnTo>
                  <a:lnTo>
                    <a:pt x="902062" y="286593"/>
                  </a:lnTo>
                  <a:lnTo>
                    <a:pt x="994813" y="289900"/>
                  </a:lnTo>
                  <a:lnTo>
                    <a:pt x="1086785" y="293745"/>
                  </a:lnTo>
                  <a:lnTo>
                    <a:pt x="1175094" y="298124"/>
                  </a:lnTo>
                  <a:lnTo>
                    <a:pt x="1257963" y="303052"/>
                  </a:lnTo>
                  <a:lnTo>
                    <a:pt x="1334587" y="308566"/>
                  </a:lnTo>
                  <a:lnTo>
                    <a:pt x="1404897" y="314731"/>
                  </a:lnTo>
                  <a:lnTo>
                    <a:pt x="1469330" y="321635"/>
                  </a:lnTo>
                  <a:lnTo>
                    <a:pt x="1528633" y="329386"/>
                  </a:lnTo>
                  <a:lnTo>
                    <a:pt x="1583715" y="338109"/>
                  </a:lnTo>
                  <a:lnTo>
                    <a:pt x="1635540" y="347929"/>
                  </a:lnTo>
                  <a:lnTo>
                    <a:pt x="1685037" y="358953"/>
                  </a:lnTo>
                  <a:lnTo>
                    <a:pt x="1719082" y="367506"/>
                  </a:lnTo>
                  <a:lnTo>
                    <a:pt x="1770149" y="381780"/>
                  </a:lnTo>
                  <a:lnTo>
                    <a:pt x="1820723" y="397558"/>
                  </a:lnTo>
                  <a:lnTo>
                    <a:pt x="1871353" y="414860"/>
                  </a:lnTo>
                  <a:lnTo>
                    <a:pt x="1922404" y="433651"/>
                  </a:lnTo>
                  <a:lnTo>
                    <a:pt x="1974086" y="453832"/>
                  </a:lnTo>
                  <a:lnTo>
                    <a:pt x="2026468" y="475242"/>
                  </a:lnTo>
                  <a:lnTo>
                    <a:pt x="2079501" y="497652"/>
                  </a:lnTo>
                  <a:lnTo>
                    <a:pt x="2133038" y="520780"/>
                  </a:lnTo>
                  <a:lnTo>
                    <a:pt x="2186864" y="544300"/>
                  </a:lnTo>
                  <a:lnTo>
                    <a:pt x="2240721" y="567864"/>
                  </a:lnTo>
                  <a:lnTo>
                    <a:pt x="2294351" y="591119"/>
                  </a:lnTo>
                  <a:lnTo>
                    <a:pt x="2347523" y="613732"/>
                  </a:lnTo>
                  <a:lnTo>
                    <a:pt x="2400073" y="635408"/>
                  </a:lnTo>
                  <a:lnTo>
                    <a:pt x="2451923" y="655906"/>
                  </a:lnTo>
                  <a:lnTo>
                    <a:pt x="2503114" y="675047"/>
                  </a:lnTo>
                  <a:lnTo>
                    <a:pt x="2553820" y="692717"/>
                  </a:lnTo>
                  <a:lnTo>
                    <a:pt x="2604364" y="708867"/>
                  </a:lnTo>
                  <a:lnTo>
                    <a:pt x="2655249" y="723503"/>
                  </a:lnTo>
                  <a:lnTo>
                    <a:pt x="2667772" y="726845"/>
                  </a:lnTo>
                  <a:lnTo>
                    <a:pt x="2716121" y="738755"/>
                  </a:lnTo>
                  <a:lnTo>
                    <a:pt x="2766209" y="749418"/>
                  </a:lnTo>
                  <a:lnTo>
                    <a:pt x="2818888" y="758904"/>
                  </a:lnTo>
                  <a:lnTo>
                    <a:pt x="2875107" y="767329"/>
                  </a:lnTo>
                  <a:lnTo>
                    <a:pt x="2935823" y="774820"/>
                  </a:lnTo>
                  <a:lnTo>
                    <a:pt x="3001911" y="781497"/>
                  </a:lnTo>
                  <a:lnTo>
                    <a:pt x="3074043" y="787463"/>
                  </a:lnTo>
                  <a:lnTo>
                    <a:pt x="3152531" y="792800"/>
                  </a:lnTo>
                  <a:lnTo>
                    <a:pt x="3237115" y="797564"/>
                  </a:lnTo>
                  <a:lnTo>
                    <a:pt x="3326729" y="801786"/>
                  </a:lnTo>
                  <a:lnTo>
                    <a:pt x="3419278" y="805475"/>
                  </a:lnTo>
                  <a:lnTo>
                    <a:pt x="3511553" y="808622"/>
                  </a:lnTo>
                  <a:lnTo>
                    <a:pt x="3599380" y="811214"/>
                  </a:lnTo>
                  <a:lnTo>
                    <a:pt x="3678132" y="813247"/>
                  </a:lnTo>
                  <a:lnTo>
                    <a:pt x="3743558" y="814736"/>
                  </a:lnTo>
                  <a:lnTo>
                    <a:pt x="3792763" y="815732"/>
                  </a:lnTo>
                  <a:lnTo>
                    <a:pt x="3824986" y="816314"/>
                  </a:lnTo>
                  <a:lnTo>
                    <a:pt x="3841936" y="816589"/>
                  </a:lnTo>
                  <a:lnTo>
                    <a:pt x="3847651" y="816673"/>
                  </a:lnTo>
                  <a:lnTo>
                    <a:pt x="3848118" y="816680"/>
                  </a:lnTo>
                  <a:lnTo>
                    <a:pt x="4386855" y="816680"/>
                  </a:lnTo>
                  <a:lnTo>
                    <a:pt x="4388145" y="816653"/>
                  </a:lnTo>
                  <a:lnTo>
                    <a:pt x="4396564" y="816460"/>
                  </a:lnTo>
                  <a:lnTo>
                    <a:pt x="4417558" y="815928"/>
                  </a:lnTo>
                  <a:lnTo>
                    <a:pt x="4454509" y="814883"/>
                  </a:lnTo>
                  <a:lnTo>
                    <a:pt x="4508410" y="813175"/>
                  </a:lnTo>
                  <a:lnTo>
                    <a:pt x="4577844" y="810696"/>
                  </a:lnTo>
                  <a:lnTo>
                    <a:pt x="4659455" y="807385"/>
                  </a:lnTo>
                  <a:lnTo>
                    <a:pt x="4748816" y="803229"/>
                  </a:lnTo>
                  <a:lnTo>
                    <a:pt x="4841379" y="798240"/>
                  </a:lnTo>
                  <a:lnTo>
                    <a:pt x="4933223" y="792440"/>
                  </a:lnTo>
                  <a:lnTo>
                    <a:pt x="5021459" y="785833"/>
                  </a:lnTo>
                  <a:lnTo>
                    <a:pt x="5104302" y="778400"/>
                  </a:lnTo>
                  <a:lnTo>
                    <a:pt x="5180931" y="770081"/>
                  </a:lnTo>
                  <a:lnTo>
                    <a:pt x="5251265" y="760784"/>
                  </a:lnTo>
                  <a:lnTo>
                    <a:pt x="5315728" y="750375"/>
                  </a:lnTo>
                  <a:lnTo>
                    <a:pt x="5375056" y="738692"/>
                  </a:lnTo>
                  <a:lnTo>
                    <a:pt x="5430150" y="725548"/>
                  </a:lnTo>
                  <a:lnTo>
                    <a:pt x="5481970" y="710754"/>
                  </a:lnTo>
                  <a:lnTo>
                    <a:pt x="5531440" y="694146"/>
                  </a:lnTo>
                  <a:lnTo>
                    <a:pt x="5567201" y="680566"/>
                  </a:lnTo>
                  <a:lnTo>
                    <a:pt x="5616393" y="659778"/>
                  </a:lnTo>
                  <a:lnTo>
                    <a:pt x="5665107" y="636878"/>
                  </a:lnTo>
                  <a:lnTo>
                    <a:pt x="5713843" y="611836"/>
                  </a:lnTo>
                  <a:lnTo>
                    <a:pt x="5762940" y="584692"/>
                  </a:lnTo>
                  <a:lnTo>
                    <a:pt x="5812602" y="555567"/>
                  </a:lnTo>
                  <a:lnTo>
                    <a:pt x="5862911" y="524667"/>
                  </a:lnTo>
                  <a:lnTo>
                    <a:pt x="5913844" y="492282"/>
                  </a:lnTo>
                  <a:lnTo>
                    <a:pt x="5965287" y="458778"/>
                  </a:lnTo>
                  <a:lnTo>
                    <a:pt x="6017063" y="424583"/>
                  </a:lnTo>
                  <a:lnTo>
                    <a:pt x="6068949" y="390161"/>
                  </a:lnTo>
                  <a:lnTo>
                    <a:pt x="6120711" y="355993"/>
                  </a:lnTo>
                  <a:lnTo>
                    <a:pt x="6172130" y="322541"/>
                  </a:lnTo>
                  <a:lnTo>
                    <a:pt x="6223029" y="290231"/>
                  </a:lnTo>
                  <a:lnTo>
                    <a:pt x="6273302" y="259423"/>
                  </a:lnTo>
                  <a:lnTo>
                    <a:pt x="6322929" y="230405"/>
                  </a:lnTo>
                  <a:lnTo>
                    <a:pt x="6371999" y="203377"/>
                  </a:lnTo>
                  <a:lnTo>
                    <a:pt x="6420723" y="178455"/>
                  </a:lnTo>
                  <a:lnTo>
                    <a:pt x="6469449" y="155676"/>
                  </a:lnTo>
                  <a:lnTo>
                    <a:pt x="6515891" y="136113"/>
                  </a:lnTo>
                  <a:lnTo>
                    <a:pt x="6564149" y="118099"/>
                  </a:lnTo>
                  <a:lnTo>
                    <a:pt x="6614138" y="101968"/>
                  </a:lnTo>
                  <a:lnTo>
                    <a:pt x="6666705" y="87614"/>
                  </a:lnTo>
                  <a:lnTo>
                    <a:pt x="6722793" y="74863"/>
                  </a:lnTo>
                  <a:lnTo>
                    <a:pt x="6783355" y="63523"/>
                  </a:lnTo>
                  <a:lnTo>
                    <a:pt x="6849261" y="53414"/>
                  </a:lnTo>
                  <a:lnTo>
                    <a:pt x="6921184" y="44378"/>
                  </a:lnTo>
                  <a:lnTo>
                    <a:pt x="6999438" y="36294"/>
                  </a:lnTo>
                  <a:lnTo>
                    <a:pt x="7083775" y="29076"/>
                  </a:lnTo>
                  <a:lnTo>
                    <a:pt x="7173149" y="22677"/>
                  </a:lnTo>
                  <a:lnTo>
                    <a:pt x="7265497" y="17083"/>
                  </a:lnTo>
                  <a:lnTo>
                    <a:pt x="7357647" y="12306"/>
                  </a:lnTo>
                  <a:lnTo>
                    <a:pt x="7445467" y="8365"/>
                  </a:lnTo>
                  <a:lnTo>
                    <a:pt x="7524356" y="5270"/>
                  </a:lnTo>
                  <a:lnTo>
                    <a:pt x="7590065" y="2996"/>
                  </a:lnTo>
                  <a:lnTo>
                    <a:pt x="7639667" y="1471"/>
                  </a:lnTo>
                  <a:lnTo>
                    <a:pt x="7672337" y="573"/>
                  </a:lnTo>
                  <a:lnTo>
                    <a:pt x="7689698" y="144"/>
                  </a:lnTo>
                  <a:lnTo>
                    <a:pt x="7695698" y="1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0" name="pl550"/>
            <p:cNvSpPr/>
            <p:nvPr/>
          </p:nvSpPr>
          <p:spPr>
            <a:xfrm>
              <a:off x="546595" y="674233"/>
              <a:ext cx="8234974" cy="816680"/>
            </a:xfrm>
            <a:custGeom>
              <a:avLst/>
              <a:pathLst>
                <a:path w="8234974" h="816680">
                  <a:moveTo>
                    <a:pt x="8234974" y="0"/>
                  </a:moveTo>
                  <a:lnTo>
                    <a:pt x="7696237" y="0"/>
                  </a:lnTo>
                  <a:lnTo>
                    <a:pt x="7694947" y="26"/>
                  </a:lnTo>
                  <a:lnTo>
                    <a:pt x="7686528" y="219"/>
                  </a:lnTo>
                  <a:lnTo>
                    <a:pt x="7665534" y="752"/>
                  </a:lnTo>
                  <a:lnTo>
                    <a:pt x="7628583" y="1796"/>
                  </a:lnTo>
                  <a:lnTo>
                    <a:pt x="7574682" y="3504"/>
                  </a:lnTo>
                  <a:lnTo>
                    <a:pt x="7505249" y="5983"/>
                  </a:lnTo>
                  <a:lnTo>
                    <a:pt x="7423637" y="9294"/>
                  </a:lnTo>
                  <a:lnTo>
                    <a:pt x="7334276" y="13451"/>
                  </a:lnTo>
                  <a:lnTo>
                    <a:pt x="7241714" y="18439"/>
                  </a:lnTo>
                  <a:lnTo>
                    <a:pt x="7149870" y="24239"/>
                  </a:lnTo>
                  <a:lnTo>
                    <a:pt x="7061633" y="30846"/>
                  </a:lnTo>
                  <a:lnTo>
                    <a:pt x="6978790" y="38280"/>
                  </a:lnTo>
                  <a:lnTo>
                    <a:pt x="6902161" y="46598"/>
                  </a:lnTo>
                  <a:lnTo>
                    <a:pt x="6831827" y="55895"/>
                  </a:lnTo>
                  <a:lnTo>
                    <a:pt x="6767365" y="66304"/>
                  </a:lnTo>
                  <a:lnTo>
                    <a:pt x="6708037" y="77987"/>
                  </a:lnTo>
                  <a:lnTo>
                    <a:pt x="6652942" y="91131"/>
                  </a:lnTo>
                  <a:lnTo>
                    <a:pt x="6601123" y="105925"/>
                  </a:lnTo>
                  <a:lnTo>
                    <a:pt x="6551652" y="122533"/>
                  </a:lnTo>
                  <a:lnTo>
                    <a:pt x="6515891" y="136113"/>
                  </a:lnTo>
                  <a:lnTo>
                    <a:pt x="6466699" y="156901"/>
                  </a:lnTo>
                  <a:lnTo>
                    <a:pt x="6417985" y="179801"/>
                  </a:lnTo>
                  <a:lnTo>
                    <a:pt x="6369250" y="204843"/>
                  </a:lnTo>
                  <a:lnTo>
                    <a:pt x="6320153" y="231987"/>
                  </a:lnTo>
                  <a:lnTo>
                    <a:pt x="6270490" y="261112"/>
                  </a:lnTo>
                  <a:lnTo>
                    <a:pt x="6220181" y="292012"/>
                  </a:lnTo>
                  <a:lnTo>
                    <a:pt x="6169248" y="324397"/>
                  </a:lnTo>
                  <a:lnTo>
                    <a:pt x="6117805" y="357901"/>
                  </a:lnTo>
                  <a:lnTo>
                    <a:pt x="6066030" y="392096"/>
                  </a:lnTo>
                  <a:lnTo>
                    <a:pt x="6014144" y="426518"/>
                  </a:lnTo>
                  <a:lnTo>
                    <a:pt x="5962382" y="460686"/>
                  </a:lnTo>
                  <a:lnTo>
                    <a:pt x="5910963" y="494138"/>
                  </a:lnTo>
                  <a:lnTo>
                    <a:pt x="5860063" y="526449"/>
                  </a:lnTo>
                  <a:lnTo>
                    <a:pt x="5809790" y="557256"/>
                  </a:lnTo>
                  <a:lnTo>
                    <a:pt x="5760163" y="586274"/>
                  </a:lnTo>
                  <a:lnTo>
                    <a:pt x="5711093" y="613302"/>
                  </a:lnTo>
                  <a:lnTo>
                    <a:pt x="5662369" y="638224"/>
                  </a:lnTo>
                  <a:lnTo>
                    <a:pt x="5613643" y="661003"/>
                  </a:lnTo>
                  <a:lnTo>
                    <a:pt x="5567201" y="680566"/>
                  </a:lnTo>
                  <a:lnTo>
                    <a:pt x="5518944" y="698580"/>
                  </a:lnTo>
                  <a:lnTo>
                    <a:pt x="5468955" y="714711"/>
                  </a:lnTo>
                  <a:lnTo>
                    <a:pt x="5416388" y="729065"/>
                  </a:lnTo>
                  <a:lnTo>
                    <a:pt x="5360299" y="741816"/>
                  </a:lnTo>
                  <a:lnTo>
                    <a:pt x="5299737" y="753156"/>
                  </a:lnTo>
                  <a:lnTo>
                    <a:pt x="5233831" y="763265"/>
                  </a:lnTo>
                  <a:lnTo>
                    <a:pt x="5161909" y="772301"/>
                  </a:lnTo>
                  <a:lnTo>
                    <a:pt x="5083655" y="780385"/>
                  </a:lnTo>
                  <a:lnTo>
                    <a:pt x="4999317" y="787603"/>
                  </a:lnTo>
                  <a:lnTo>
                    <a:pt x="4909944" y="794002"/>
                  </a:lnTo>
                  <a:lnTo>
                    <a:pt x="4817596" y="799596"/>
                  </a:lnTo>
                  <a:lnTo>
                    <a:pt x="4725445" y="804373"/>
                  </a:lnTo>
                  <a:lnTo>
                    <a:pt x="4637625" y="808314"/>
                  </a:lnTo>
                  <a:lnTo>
                    <a:pt x="4558737" y="811409"/>
                  </a:lnTo>
                  <a:lnTo>
                    <a:pt x="4493027" y="813683"/>
                  </a:lnTo>
                  <a:lnTo>
                    <a:pt x="4443425" y="815208"/>
                  </a:lnTo>
                  <a:lnTo>
                    <a:pt x="4410756" y="816106"/>
                  </a:lnTo>
                  <a:lnTo>
                    <a:pt x="4393394" y="816535"/>
                  </a:lnTo>
                  <a:lnTo>
                    <a:pt x="4387395" y="816669"/>
                  </a:lnTo>
                  <a:lnTo>
                    <a:pt x="4386855" y="816680"/>
                  </a:lnTo>
                  <a:lnTo>
                    <a:pt x="3848118" y="816680"/>
                  </a:lnTo>
                  <a:lnTo>
                    <a:pt x="3846821" y="816662"/>
                  </a:lnTo>
                  <a:lnTo>
                    <a:pt x="3838357" y="816534"/>
                  </a:lnTo>
                  <a:lnTo>
                    <a:pt x="3817255" y="816180"/>
                  </a:lnTo>
                  <a:lnTo>
                    <a:pt x="3780125" y="815487"/>
                  </a:lnTo>
                  <a:lnTo>
                    <a:pt x="3725985" y="814354"/>
                  </a:lnTo>
                  <a:lnTo>
                    <a:pt x="3656279" y="812709"/>
                  </a:lnTo>
                  <a:lnTo>
                    <a:pt x="3574394" y="810513"/>
                  </a:lnTo>
                  <a:lnTo>
                    <a:pt x="3484792" y="807757"/>
                  </a:lnTo>
                  <a:lnTo>
                    <a:pt x="3392042" y="804450"/>
                  </a:lnTo>
                  <a:lnTo>
                    <a:pt x="3300069" y="800605"/>
                  </a:lnTo>
                  <a:lnTo>
                    <a:pt x="3211761" y="796226"/>
                  </a:lnTo>
                  <a:lnTo>
                    <a:pt x="3128891" y="791299"/>
                  </a:lnTo>
                  <a:lnTo>
                    <a:pt x="3052268" y="785784"/>
                  </a:lnTo>
                  <a:lnTo>
                    <a:pt x="2981958" y="779619"/>
                  </a:lnTo>
                  <a:lnTo>
                    <a:pt x="2917524" y="772715"/>
                  </a:lnTo>
                  <a:lnTo>
                    <a:pt x="2858221" y="764964"/>
                  </a:lnTo>
                  <a:lnTo>
                    <a:pt x="2803139" y="756241"/>
                  </a:lnTo>
                  <a:lnTo>
                    <a:pt x="2751314" y="746421"/>
                  </a:lnTo>
                  <a:lnTo>
                    <a:pt x="2701817" y="735398"/>
                  </a:lnTo>
                  <a:lnTo>
                    <a:pt x="2667772" y="726845"/>
                  </a:lnTo>
                  <a:lnTo>
                    <a:pt x="2616706" y="712570"/>
                  </a:lnTo>
                  <a:lnTo>
                    <a:pt x="2566132" y="696792"/>
                  </a:lnTo>
                  <a:lnTo>
                    <a:pt x="2515502" y="679490"/>
                  </a:lnTo>
                  <a:lnTo>
                    <a:pt x="2464450" y="660700"/>
                  </a:lnTo>
                  <a:lnTo>
                    <a:pt x="2412769" y="640518"/>
                  </a:lnTo>
                  <a:lnTo>
                    <a:pt x="2360387" y="619109"/>
                  </a:lnTo>
                  <a:lnTo>
                    <a:pt x="2307354" y="596699"/>
                  </a:lnTo>
                  <a:lnTo>
                    <a:pt x="2253816" y="573571"/>
                  </a:lnTo>
                  <a:lnTo>
                    <a:pt x="2199991" y="550050"/>
                  </a:lnTo>
                  <a:lnTo>
                    <a:pt x="2146134" y="526486"/>
                  </a:lnTo>
                  <a:lnTo>
                    <a:pt x="2092504" y="503232"/>
                  </a:lnTo>
                  <a:lnTo>
                    <a:pt x="2039331" y="480619"/>
                  </a:lnTo>
                  <a:lnTo>
                    <a:pt x="1986782" y="458942"/>
                  </a:lnTo>
                  <a:lnTo>
                    <a:pt x="1934931" y="438444"/>
                  </a:lnTo>
                  <a:lnTo>
                    <a:pt x="1883740" y="419303"/>
                  </a:lnTo>
                  <a:lnTo>
                    <a:pt x="1833035" y="401633"/>
                  </a:lnTo>
                  <a:lnTo>
                    <a:pt x="1782490" y="385483"/>
                  </a:lnTo>
                  <a:lnTo>
                    <a:pt x="1731605" y="370847"/>
                  </a:lnTo>
                  <a:lnTo>
                    <a:pt x="1719082" y="367506"/>
                  </a:lnTo>
                  <a:lnTo>
                    <a:pt x="1670734" y="355596"/>
                  </a:lnTo>
                  <a:lnTo>
                    <a:pt x="1620646" y="344933"/>
                  </a:lnTo>
                  <a:lnTo>
                    <a:pt x="1567966" y="335447"/>
                  </a:lnTo>
                  <a:lnTo>
                    <a:pt x="1511747" y="327022"/>
                  </a:lnTo>
                  <a:lnTo>
                    <a:pt x="1451031" y="319531"/>
                  </a:lnTo>
                  <a:lnTo>
                    <a:pt x="1384944" y="312854"/>
                  </a:lnTo>
                  <a:lnTo>
                    <a:pt x="1312812" y="306887"/>
                  </a:lnTo>
                  <a:lnTo>
                    <a:pt x="1234324" y="301550"/>
                  </a:lnTo>
                  <a:lnTo>
                    <a:pt x="1149739" y="296786"/>
                  </a:lnTo>
                  <a:lnTo>
                    <a:pt x="1060126" y="292564"/>
                  </a:lnTo>
                  <a:lnTo>
                    <a:pt x="967576" y="288876"/>
                  </a:lnTo>
                  <a:lnTo>
                    <a:pt x="875302" y="285729"/>
                  </a:lnTo>
                  <a:lnTo>
                    <a:pt x="787474" y="283136"/>
                  </a:lnTo>
                  <a:lnTo>
                    <a:pt x="708723" y="281104"/>
                  </a:lnTo>
                  <a:lnTo>
                    <a:pt x="643296" y="279614"/>
                  </a:lnTo>
                  <a:lnTo>
                    <a:pt x="594091" y="278619"/>
                  </a:lnTo>
                  <a:lnTo>
                    <a:pt x="561868" y="278036"/>
                  </a:lnTo>
                  <a:lnTo>
                    <a:pt x="544918" y="277761"/>
                  </a:lnTo>
                  <a:lnTo>
                    <a:pt x="539203" y="277677"/>
                  </a:lnTo>
                  <a:lnTo>
                    <a:pt x="538736" y="277671"/>
                  </a:lnTo>
                  <a:lnTo>
                    <a:pt x="0" y="2776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1" name="pg551"/>
            <p:cNvSpPr/>
            <p:nvPr/>
          </p:nvSpPr>
          <p:spPr>
            <a:xfrm>
              <a:off x="546595" y="957349"/>
              <a:ext cx="8234974" cy="582565"/>
            </a:xfrm>
            <a:custGeom>
              <a:avLst/>
              <a:pathLst>
                <a:path w="8234974" h="582565">
                  <a:moveTo>
                    <a:pt x="0" y="43556"/>
                  </a:moveTo>
                  <a:lnTo>
                    <a:pt x="538736" y="43556"/>
                  </a:lnTo>
                  <a:lnTo>
                    <a:pt x="540034" y="43574"/>
                  </a:lnTo>
                  <a:lnTo>
                    <a:pt x="548498" y="43701"/>
                  </a:lnTo>
                  <a:lnTo>
                    <a:pt x="569599" y="44055"/>
                  </a:lnTo>
                  <a:lnTo>
                    <a:pt x="606729" y="44748"/>
                  </a:lnTo>
                  <a:lnTo>
                    <a:pt x="660869" y="45881"/>
                  </a:lnTo>
                  <a:lnTo>
                    <a:pt x="730576" y="47526"/>
                  </a:lnTo>
                  <a:lnTo>
                    <a:pt x="812460" y="49722"/>
                  </a:lnTo>
                  <a:lnTo>
                    <a:pt x="902062" y="52478"/>
                  </a:lnTo>
                  <a:lnTo>
                    <a:pt x="994813" y="55785"/>
                  </a:lnTo>
                  <a:lnTo>
                    <a:pt x="1086785" y="59630"/>
                  </a:lnTo>
                  <a:lnTo>
                    <a:pt x="1175094" y="64009"/>
                  </a:lnTo>
                  <a:lnTo>
                    <a:pt x="1257963" y="68937"/>
                  </a:lnTo>
                  <a:lnTo>
                    <a:pt x="1334587" y="74451"/>
                  </a:lnTo>
                  <a:lnTo>
                    <a:pt x="1404897" y="80616"/>
                  </a:lnTo>
                  <a:lnTo>
                    <a:pt x="1469330" y="87520"/>
                  </a:lnTo>
                  <a:lnTo>
                    <a:pt x="1528633" y="95271"/>
                  </a:lnTo>
                  <a:lnTo>
                    <a:pt x="1583715" y="103994"/>
                  </a:lnTo>
                  <a:lnTo>
                    <a:pt x="1635540" y="113814"/>
                  </a:lnTo>
                  <a:lnTo>
                    <a:pt x="1685037" y="124838"/>
                  </a:lnTo>
                  <a:lnTo>
                    <a:pt x="1719082" y="133391"/>
                  </a:lnTo>
                  <a:lnTo>
                    <a:pt x="1770149" y="147665"/>
                  </a:lnTo>
                  <a:lnTo>
                    <a:pt x="1820723" y="163443"/>
                  </a:lnTo>
                  <a:lnTo>
                    <a:pt x="1871353" y="180745"/>
                  </a:lnTo>
                  <a:lnTo>
                    <a:pt x="1922404" y="199536"/>
                  </a:lnTo>
                  <a:lnTo>
                    <a:pt x="1974086" y="219717"/>
                  </a:lnTo>
                  <a:lnTo>
                    <a:pt x="2026468" y="241127"/>
                  </a:lnTo>
                  <a:lnTo>
                    <a:pt x="2079501" y="263537"/>
                  </a:lnTo>
                  <a:lnTo>
                    <a:pt x="2133038" y="286665"/>
                  </a:lnTo>
                  <a:lnTo>
                    <a:pt x="2186864" y="310185"/>
                  </a:lnTo>
                  <a:lnTo>
                    <a:pt x="2240721" y="333749"/>
                  </a:lnTo>
                  <a:lnTo>
                    <a:pt x="2294351" y="357004"/>
                  </a:lnTo>
                  <a:lnTo>
                    <a:pt x="2347523" y="379617"/>
                  </a:lnTo>
                  <a:lnTo>
                    <a:pt x="2400073" y="401293"/>
                  </a:lnTo>
                  <a:lnTo>
                    <a:pt x="2451923" y="421791"/>
                  </a:lnTo>
                  <a:lnTo>
                    <a:pt x="2503114" y="440932"/>
                  </a:lnTo>
                  <a:lnTo>
                    <a:pt x="2553820" y="458602"/>
                  </a:lnTo>
                  <a:lnTo>
                    <a:pt x="2604364" y="474752"/>
                  </a:lnTo>
                  <a:lnTo>
                    <a:pt x="2655249" y="489388"/>
                  </a:lnTo>
                  <a:lnTo>
                    <a:pt x="2667772" y="492730"/>
                  </a:lnTo>
                  <a:lnTo>
                    <a:pt x="2716121" y="504640"/>
                  </a:lnTo>
                  <a:lnTo>
                    <a:pt x="2766209" y="515303"/>
                  </a:lnTo>
                  <a:lnTo>
                    <a:pt x="2818888" y="524789"/>
                  </a:lnTo>
                  <a:lnTo>
                    <a:pt x="2875107" y="533214"/>
                  </a:lnTo>
                  <a:lnTo>
                    <a:pt x="2935823" y="540705"/>
                  </a:lnTo>
                  <a:lnTo>
                    <a:pt x="3001911" y="547382"/>
                  </a:lnTo>
                  <a:lnTo>
                    <a:pt x="3074043" y="553348"/>
                  </a:lnTo>
                  <a:lnTo>
                    <a:pt x="3152531" y="558685"/>
                  </a:lnTo>
                  <a:lnTo>
                    <a:pt x="3237115" y="563449"/>
                  </a:lnTo>
                  <a:lnTo>
                    <a:pt x="3326729" y="567671"/>
                  </a:lnTo>
                  <a:lnTo>
                    <a:pt x="3419278" y="571360"/>
                  </a:lnTo>
                  <a:lnTo>
                    <a:pt x="3511553" y="574507"/>
                  </a:lnTo>
                  <a:lnTo>
                    <a:pt x="3599380" y="577099"/>
                  </a:lnTo>
                  <a:lnTo>
                    <a:pt x="3678132" y="579132"/>
                  </a:lnTo>
                  <a:lnTo>
                    <a:pt x="3743558" y="580621"/>
                  </a:lnTo>
                  <a:lnTo>
                    <a:pt x="3792763" y="581617"/>
                  </a:lnTo>
                  <a:lnTo>
                    <a:pt x="3824986" y="582199"/>
                  </a:lnTo>
                  <a:lnTo>
                    <a:pt x="3841936" y="582475"/>
                  </a:lnTo>
                  <a:lnTo>
                    <a:pt x="3847651" y="582558"/>
                  </a:lnTo>
                  <a:lnTo>
                    <a:pt x="3848118" y="582565"/>
                  </a:lnTo>
                  <a:lnTo>
                    <a:pt x="4386855" y="582565"/>
                  </a:lnTo>
                  <a:lnTo>
                    <a:pt x="4388153" y="582548"/>
                  </a:lnTo>
                  <a:lnTo>
                    <a:pt x="4396621" y="582428"/>
                  </a:lnTo>
                  <a:lnTo>
                    <a:pt x="4417733" y="582096"/>
                  </a:lnTo>
                  <a:lnTo>
                    <a:pt x="4454879" y="581444"/>
                  </a:lnTo>
                  <a:lnTo>
                    <a:pt x="4509041" y="580379"/>
                  </a:lnTo>
                  <a:lnTo>
                    <a:pt x="4578773" y="578833"/>
                  </a:lnTo>
                  <a:lnTo>
                    <a:pt x="4660682" y="576769"/>
                  </a:lnTo>
                  <a:lnTo>
                    <a:pt x="4750306" y="574179"/>
                  </a:lnTo>
                  <a:lnTo>
                    <a:pt x="4843073" y="571071"/>
                  </a:lnTo>
                  <a:lnTo>
                    <a:pt x="4935058" y="567458"/>
                  </a:lnTo>
                  <a:lnTo>
                    <a:pt x="5023373" y="563343"/>
                  </a:lnTo>
                  <a:lnTo>
                    <a:pt x="5106244" y="558712"/>
                  </a:lnTo>
                  <a:lnTo>
                    <a:pt x="5182867" y="553530"/>
                  </a:lnTo>
                  <a:lnTo>
                    <a:pt x="5253175" y="547736"/>
                  </a:lnTo>
                  <a:lnTo>
                    <a:pt x="5317606" y="541248"/>
                  </a:lnTo>
                  <a:lnTo>
                    <a:pt x="5376907" y="533962"/>
                  </a:lnTo>
                  <a:lnTo>
                    <a:pt x="5431988" y="525764"/>
                  </a:lnTo>
                  <a:lnTo>
                    <a:pt x="5483813" y="516535"/>
                  </a:lnTo>
                  <a:lnTo>
                    <a:pt x="5533313" y="506174"/>
                  </a:lnTo>
                  <a:lnTo>
                    <a:pt x="5567201" y="498174"/>
                  </a:lnTo>
                  <a:lnTo>
                    <a:pt x="5618457" y="484713"/>
                  </a:lnTo>
                  <a:lnTo>
                    <a:pt x="5669218" y="469828"/>
                  </a:lnTo>
                  <a:lnTo>
                    <a:pt x="5720039" y="453500"/>
                  </a:lnTo>
                  <a:lnTo>
                    <a:pt x="5771287" y="435765"/>
                  </a:lnTo>
                  <a:lnTo>
                    <a:pt x="5823173" y="416715"/>
                  </a:lnTo>
                  <a:lnTo>
                    <a:pt x="5875764" y="396507"/>
                  </a:lnTo>
                  <a:lnTo>
                    <a:pt x="5929009" y="375357"/>
                  </a:lnTo>
                  <a:lnTo>
                    <a:pt x="5982757" y="353536"/>
                  </a:lnTo>
                  <a:lnTo>
                    <a:pt x="6036787" y="331352"/>
                  </a:lnTo>
                  <a:lnTo>
                    <a:pt x="6090841" y="309139"/>
                  </a:lnTo>
                  <a:lnTo>
                    <a:pt x="6144657" y="287230"/>
                  </a:lnTo>
                  <a:lnTo>
                    <a:pt x="6198003" y="265941"/>
                  </a:lnTo>
                  <a:lnTo>
                    <a:pt x="6250716" y="245550"/>
                  </a:lnTo>
                  <a:lnTo>
                    <a:pt x="6302724" y="226283"/>
                  </a:lnTo>
                  <a:lnTo>
                    <a:pt x="6354074" y="208308"/>
                  </a:lnTo>
                  <a:lnTo>
                    <a:pt x="6404948" y="191729"/>
                  </a:lnTo>
                  <a:lnTo>
                    <a:pt x="6455686" y="176590"/>
                  </a:lnTo>
                  <a:lnTo>
                    <a:pt x="6506805" y="162881"/>
                  </a:lnTo>
                  <a:lnTo>
                    <a:pt x="6515891" y="160613"/>
                  </a:lnTo>
                  <a:lnTo>
                    <a:pt x="6564248" y="149423"/>
                  </a:lnTo>
                  <a:lnTo>
                    <a:pt x="6614345" y="139405"/>
                  </a:lnTo>
                  <a:lnTo>
                    <a:pt x="6667035" y="130493"/>
                  </a:lnTo>
                  <a:lnTo>
                    <a:pt x="6723266" y="122578"/>
                  </a:lnTo>
                  <a:lnTo>
                    <a:pt x="6783996" y="115540"/>
                  </a:lnTo>
                  <a:lnTo>
                    <a:pt x="6850100" y="109268"/>
                  </a:lnTo>
                  <a:lnTo>
                    <a:pt x="6922251" y="103663"/>
                  </a:lnTo>
                  <a:lnTo>
                    <a:pt x="7000760" y="98649"/>
                  </a:lnTo>
                  <a:lnTo>
                    <a:pt x="7085368" y="94173"/>
                  </a:lnTo>
                  <a:lnTo>
                    <a:pt x="7175003" y="90208"/>
                  </a:lnTo>
                  <a:lnTo>
                    <a:pt x="7267571" y="86743"/>
                  </a:lnTo>
                  <a:lnTo>
                    <a:pt x="7359856" y="83787"/>
                  </a:lnTo>
                  <a:lnTo>
                    <a:pt x="7447684" y="81352"/>
                  </a:lnTo>
                  <a:lnTo>
                    <a:pt x="7526423" y="79444"/>
                  </a:lnTo>
                  <a:lnTo>
                    <a:pt x="7591823" y="78046"/>
                  </a:lnTo>
                  <a:lnTo>
                    <a:pt x="7640992" y="77112"/>
                  </a:lnTo>
                  <a:lnTo>
                    <a:pt x="7673175" y="76565"/>
                  </a:lnTo>
                  <a:lnTo>
                    <a:pt x="7690087" y="76307"/>
                  </a:lnTo>
                  <a:lnTo>
                    <a:pt x="7695776" y="76229"/>
                  </a:lnTo>
                  <a:lnTo>
                    <a:pt x="7696237" y="76223"/>
                  </a:lnTo>
                  <a:lnTo>
                    <a:pt x="8234974" y="76223"/>
                  </a:lnTo>
                  <a:lnTo>
                    <a:pt x="8234974" y="32667"/>
                  </a:lnTo>
                  <a:lnTo>
                    <a:pt x="7696237" y="32667"/>
                  </a:lnTo>
                  <a:lnTo>
                    <a:pt x="7694939" y="32684"/>
                  </a:lnTo>
                  <a:lnTo>
                    <a:pt x="7686471" y="32804"/>
                  </a:lnTo>
                  <a:lnTo>
                    <a:pt x="7665360" y="33136"/>
                  </a:lnTo>
                  <a:lnTo>
                    <a:pt x="7628213" y="33788"/>
                  </a:lnTo>
                  <a:lnTo>
                    <a:pt x="7574051" y="34852"/>
                  </a:lnTo>
                  <a:lnTo>
                    <a:pt x="7504320" y="36398"/>
                  </a:lnTo>
                  <a:lnTo>
                    <a:pt x="7422411" y="38462"/>
                  </a:lnTo>
                  <a:lnTo>
                    <a:pt x="7332787" y="41052"/>
                  </a:lnTo>
                  <a:lnTo>
                    <a:pt x="7240019" y="44160"/>
                  </a:lnTo>
                  <a:lnTo>
                    <a:pt x="7148035" y="47774"/>
                  </a:lnTo>
                  <a:lnTo>
                    <a:pt x="7059720" y="51889"/>
                  </a:lnTo>
                  <a:lnTo>
                    <a:pt x="6976848" y="56519"/>
                  </a:lnTo>
                  <a:lnTo>
                    <a:pt x="6900225" y="61702"/>
                  </a:lnTo>
                  <a:lnTo>
                    <a:pt x="6829917" y="67496"/>
                  </a:lnTo>
                  <a:lnTo>
                    <a:pt x="6765487" y="73984"/>
                  </a:lnTo>
                  <a:lnTo>
                    <a:pt x="6706186" y="81269"/>
                  </a:lnTo>
                  <a:lnTo>
                    <a:pt x="6651105" y="89467"/>
                  </a:lnTo>
                  <a:lnTo>
                    <a:pt x="6599279" y="98697"/>
                  </a:lnTo>
                  <a:lnTo>
                    <a:pt x="6549780" y="109058"/>
                  </a:lnTo>
                  <a:lnTo>
                    <a:pt x="6515891" y="117057"/>
                  </a:lnTo>
                  <a:lnTo>
                    <a:pt x="6464636" y="130519"/>
                  </a:lnTo>
                  <a:lnTo>
                    <a:pt x="6413874" y="145404"/>
                  </a:lnTo>
                  <a:lnTo>
                    <a:pt x="6363054" y="161731"/>
                  </a:lnTo>
                  <a:lnTo>
                    <a:pt x="6311805" y="179466"/>
                  </a:lnTo>
                  <a:lnTo>
                    <a:pt x="6259920" y="198516"/>
                  </a:lnTo>
                  <a:lnTo>
                    <a:pt x="6207329" y="218724"/>
                  </a:lnTo>
                  <a:lnTo>
                    <a:pt x="6154084" y="239874"/>
                  </a:lnTo>
                  <a:lnTo>
                    <a:pt x="6100336" y="261696"/>
                  </a:lnTo>
                  <a:lnTo>
                    <a:pt x="6046305" y="283879"/>
                  </a:lnTo>
                  <a:lnTo>
                    <a:pt x="5992251" y="306093"/>
                  </a:lnTo>
                  <a:lnTo>
                    <a:pt x="5938436" y="328001"/>
                  </a:lnTo>
                  <a:lnTo>
                    <a:pt x="5885089" y="349290"/>
                  </a:lnTo>
                  <a:lnTo>
                    <a:pt x="5832376" y="369681"/>
                  </a:lnTo>
                  <a:lnTo>
                    <a:pt x="5780368" y="388948"/>
                  </a:lnTo>
                  <a:lnTo>
                    <a:pt x="5729018" y="406923"/>
                  </a:lnTo>
                  <a:lnTo>
                    <a:pt x="5678144" y="423502"/>
                  </a:lnTo>
                  <a:lnTo>
                    <a:pt x="5627407" y="438641"/>
                  </a:lnTo>
                  <a:lnTo>
                    <a:pt x="5576288" y="452350"/>
                  </a:lnTo>
                  <a:lnTo>
                    <a:pt x="5567201" y="454618"/>
                  </a:lnTo>
                  <a:lnTo>
                    <a:pt x="5518844" y="465808"/>
                  </a:lnTo>
                  <a:lnTo>
                    <a:pt x="5468747" y="475826"/>
                  </a:lnTo>
                  <a:lnTo>
                    <a:pt x="5416058" y="484738"/>
                  </a:lnTo>
                  <a:lnTo>
                    <a:pt x="5359827" y="492654"/>
                  </a:lnTo>
                  <a:lnTo>
                    <a:pt x="5299097" y="499691"/>
                  </a:lnTo>
                  <a:lnTo>
                    <a:pt x="5232993" y="505964"/>
                  </a:lnTo>
                  <a:lnTo>
                    <a:pt x="5160841" y="511569"/>
                  </a:lnTo>
                  <a:lnTo>
                    <a:pt x="5082332" y="516583"/>
                  </a:lnTo>
                  <a:lnTo>
                    <a:pt x="4997725" y="521058"/>
                  </a:lnTo>
                  <a:lnTo>
                    <a:pt x="4908090" y="525024"/>
                  </a:lnTo>
                  <a:lnTo>
                    <a:pt x="4815522" y="528488"/>
                  </a:lnTo>
                  <a:lnTo>
                    <a:pt x="4723236" y="531444"/>
                  </a:lnTo>
                  <a:lnTo>
                    <a:pt x="4635408" y="533879"/>
                  </a:lnTo>
                  <a:lnTo>
                    <a:pt x="4556670" y="535787"/>
                  </a:lnTo>
                  <a:lnTo>
                    <a:pt x="4491269" y="537186"/>
                  </a:lnTo>
                  <a:lnTo>
                    <a:pt x="4442100" y="538120"/>
                  </a:lnTo>
                  <a:lnTo>
                    <a:pt x="4409918" y="538666"/>
                  </a:lnTo>
                  <a:lnTo>
                    <a:pt x="4393005" y="538924"/>
                  </a:lnTo>
                  <a:lnTo>
                    <a:pt x="4387316" y="539003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21" y="538990"/>
                  </a:lnTo>
                  <a:lnTo>
                    <a:pt x="3838357" y="538863"/>
                  </a:lnTo>
                  <a:lnTo>
                    <a:pt x="3817255" y="538509"/>
                  </a:lnTo>
                  <a:lnTo>
                    <a:pt x="3780125" y="537816"/>
                  </a:lnTo>
                  <a:lnTo>
                    <a:pt x="3725985" y="536683"/>
                  </a:lnTo>
                  <a:lnTo>
                    <a:pt x="3656279" y="535038"/>
                  </a:lnTo>
                  <a:lnTo>
                    <a:pt x="3574394" y="532842"/>
                  </a:lnTo>
                  <a:lnTo>
                    <a:pt x="3484792" y="530086"/>
                  </a:lnTo>
                  <a:lnTo>
                    <a:pt x="3392042" y="526779"/>
                  </a:lnTo>
                  <a:lnTo>
                    <a:pt x="3300069" y="522934"/>
                  </a:lnTo>
                  <a:lnTo>
                    <a:pt x="3211761" y="518555"/>
                  </a:lnTo>
                  <a:lnTo>
                    <a:pt x="3128891" y="513628"/>
                  </a:lnTo>
                  <a:lnTo>
                    <a:pt x="3052268" y="508113"/>
                  </a:lnTo>
                  <a:lnTo>
                    <a:pt x="2981958" y="501948"/>
                  </a:lnTo>
                  <a:lnTo>
                    <a:pt x="2917524" y="495044"/>
                  </a:lnTo>
                  <a:lnTo>
                    <a:pt x="2858221" y="487293"/>
                  </a:lnTo>
                  <a:lnTo>
                    <a:pt x="2803139" y="478570"/>
                  </a:lnTo>
                  <a:lnTo>
                    <a:pt x="2751314" y="468750"/>
                  </a:lnTo>
                  <a:lnTo>
                    <a:pt x="2701817" y="457726"/>
                  </a:lnTo>
                  <a:lnTo>
                    <a:pt x="2667772" y="449174"/>
                  </a:lnTo>
                  <a:lnTo>
                    <a:pt x="2616706" y="434899"/>
                  </a:lnTo>
                  <a:lnTo>
                    <a:pt x="2566132" y="419121"/>
                  </a:lnTo>
                  <a:lnTo>
                    <a:pt x="2515502" y="401819"/>
                  </a:lnTo>
                  <a:lnTo>
                    <a:pt x="2464450" y="383028"/>
                  </a:lnTo>
                  <a:lnTo>
                    <a:pt x="2412769" y="362847"/>
                  </a:lnTo>
                  <a:lnTo>
                    <a:pt x="2360387" y="341437"/>
                  </a:lnTo>
                  <a:lnTo>
                    <a:pt x="2307354" y="319027"/>
                  </a:lnTo>
                  <a:lnTo>
                    <a:pt x="2253816" y="295899"/>
                  </a:lnTo>
                  <a:lnTo>
                    <a:pt x="2199991" y="272379"/>
                  </a:lnTo>
                  <a:lnTo>
                    <a:pt x="2146134" y="248815"/>
                  </a:lnTo>
                  <a:lnTo>
                    <a:pt x="2092504" y="225560"/>
                  </a:lnTo>
                  <a:lnTo>
                    <a:pt x="2039331" y="202947"/>
                  </a:lnTo>
                  <a:lnTo>
                    <a:pt x="1986782" y="181271"/>
                  </a:lnTo>
                  <a:lnTo>
                    <a:pt x="1934931" y="160773"/>
                  </a:lnTo>
                  <a:lnTo>
                    <a:pt x="1883740" y="141632"/>
                  </a:lnTo>
                  <a:lnTo>
                    <a:pt x="1833035" y="123962"/>
                  </a:lnTo>
                  <a:lnTo>
                    <a:pt x="1782490" y="107812"/>
                  </a:lnTo>
                  <a:lnTo>
                    <a:pt x="1731605" y="93176"/>
                  </a:lnTo>
                  <a:lnTo>
                    <a:pt x="1719082" y="89834"/>
                  </a:lnTo>
                  <a:lnTo>
                    <a:pt x="1670734" y="77924"/>
                  </a:lnTo>
                  <a:lnTo>
                    <a:pt x="1620646" y="67262"/>
                  </a:lnTo>
                  <a:lnTo>
                    <a:pt x="1567966" y="57775"/>
                  </a:lnTo>
                  <a:lnTo>
                    <a:pt x="1511747" y="49350"/>
                  </a:lnTo>
                  <a:lnTo>
                    <a:pt x="1451031" y="41860"/>
                  </a:lnTo>
                  <a:lnTo>
                    <a:pt x="1384944" y="35183"/>
                  </a:lnTo>
                  <a:lnTo>
                    <a:pt x="1312812" y="29216"/>
                  </a:lnTo>
                  <a:lnTo>
                    <a:pt x="1234324" y="23879"/>
                  </a:lnTo>
                  <a:lnTo>
                    <a:pt x="1149739" y="19115"/>
                  </a:lnTo>
                  <a:lnTo>
                    <a:pt x="1060126" y="14893"/>
                  </a:lnTo>
                  <a:lnTo>
                    <a:pt x="967576" y="11205"/>
                  </a:lnTo>
                  <a:lnTo>
                    <a:pt x="875302" y="8057"/>
                  </a:lnTo>
                  <a:lnTo>
                    <a:pt x="787474" y="5465"/>
                  </a:lnTo>
                  <a:lnTo>
                    <a:pt x="708723" y="3432"/>
                  </a:lnTo>
                  <a:lnTo>
                    <a:pt x="643296" y="1943"/>
                  </a:lnTo>
                  <a:lnTo>
                    <a:pt x="594091" y="947"/>
                  </a:lnTo>
                  <a:lnTo>
                    <a:pt x="561868" y="365"/>
                  </a:lnTo>
                  <a:lnTo>
                    <a:pt x="544918" y="90"/>
                  </a:lnTo>
                  <a:lnTo>
                    <a:pt x="539203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52" name="pl552"/>
            <p:cNvSpPr/>
            <p:nvPr/>
          </p:nvSpPr>
          <p:spPr>
            <a:xfrm>
              <a:off x="546595" y="1000905"/>
              <a:ext cx="8234974" cy="539008"/>
            </a:xfrm>
            <a:custGeom>
              <a:avLst/>
              <a:pathLst>
                <a:path w="8234974" h="539008">
                  <a:moveTo>
                    <a:pt x="0" y="0"/>
                  </a:moveTo>
                  <a:lnTo>
                    <a:pt x="538736" y="0"/>
                  </a:lnTo>
                  <a:lnTo>
                    <a:pt x="540034" y="17"/>
                  </a:lnTo>
                  <a:lnTo>
                    <a:pt x="548498" y="145"/>
                  </a:lnTo>
                  <a:lnTo>
                    <a:pt x="569599" y="499"/>
                  </a:lnTo>
                  <a:lnTo>
                    <a:pt x="606729" y="1192"/>
                  </a:lnTo>
                  <a:lnTo>
                    <a:pt x="660869" y="2325"/>
                  </a:lnTo>
                  <a:lnTo>
                    <a:pt x="730576" y="3970"/>
                  </a:lnTo>
                  <a:lnTo>
                    <a:pt x="812460" y="6166"/>
                  </a:lnTo>
                  <a:lnTo>
                    <a:pt x="902062" y="8922"/>
                  </a:lnTo>
                  <a:lnTo>
                    <a:pt x="994813" y="12229"/>
                  </a:lnTo>
                  <a:lnTo>
                    <a:pt x="1086785" y="16074"/>
                  </a:lnTo>
                  <a:lnTo>
                    <a:pt x="1175094" y="20453"/>
                  </a:lnTo>
                  <a:lnTo>
                    <a:pt x="1257963" y="25380"/>
                  </a:lnTo>
                  <a:lnTo>
                    <a:pt x="1334587" y="30895"/>
                  </a:lnTo>
                  <a:lnTo>
                    <a:pt x="1404897" y="37060"/>
                  </a:lnTo>
                  <a:lnTo>
                    <a:pt x="1469330" y="43964"/>
                  </a:lnTo>
                  <a:lnTo>
                    <a:pt x="1528633" y="51715"/>
                  </a:lnTo>
                  <a:lnTo>
                    <a:pt x="1583715" y="60438"/>
                  </a:lnTo>
                  <a:lnTo>
                    <a:pt x="1635540" y="70258"/>
                  </a:lnTo>
                  <a:lnTo>
                    <a:pt x="1685037" y="81282"/>
                  </a:lnTo>
                  <a:lnTo>
                    <a:pt x="1719082" y="89834"/>
                  </a:lnTo>
                  <a:lnTo>
                    <a:pt x="1770149" y="104109"/>
                  </a:lnTo>
                  <a:lnTo>
                    <a:pt x="1820723" y="119887"/>
                  </a:lnTo>
                  <a:lnTo>
                    <a:pt x="1871353" y="137189"/>
                  </a:lnTo>
                  <a:lnTo>
                    <a:pt x="1922404" y="155980"/>
                  </a:lnTo>
                  <a:lnTo>
                    <a:pt x="1974086" y="176161"/>
                  </a:lnTo>
                  <a:lnTo>
                    <a:pt x="2026468" y="197570"/>
                  </a:lnTo>
                  <a:lnTo>
                    <a:pt x="2079501" y="219980"/>
                  </a:lnTo>
                  <a:lnTo>
                    <a:pt x="2133038" y="243108"/>
                  </a:lnTo>
                  <a:lnTo>
                    <a:pt x="2186864" y="266629"/>
                  </a:lnTo>
                  <a:lnTo>
                    <a:pt x="2240721" y="290193"/>
                  </a:lnTo>
                  <a:lnTo>
                    <a:pt x="2294351" y="313448"/>
                  </a:lnTo>
                  <a:lnTo>
                    <a:pt x="2347523" y="336060"/>
                  </a:lnTo>
                  <a:lnTo>
                    <a:pt x="2400073" y="357737"/>
                  </a:lnTo>
                  <a:lnTo>
                    <a:pt x="2451923" y="378235"/>
                  </a:lnTo>
                  <a:lnTo>
                    <a:pt x="2503114" y="397376"/>
                  </a:lnTo>
                  <a:lnTo>
                    <a:pt x="2553820" y="415046"/>
                  </a:lnTo>
                  <a:lnTo>
                    <a:pt x="2604364" y="431196"/>
                  </a:lnTo>
                  <a:lnTo>
                    <a:pt x="2655249" y="445832"/>
                  </a:lnTo>
                  <a:lnTo>
                    <a:pt x="2667772" y="449174"/>
                  </a:lnTo>
                  <a:lnTo>
                    <a:pt x="2716121" y="461083"/>
                  </a:lnTo>
                  <a:lnTo>
                    <a:pt x="2766209" y="471746"/>
                  </a:lnTo>
                  <a:lnTo>
                    <a:pt x="2818888" y="481233"/>
                  </a:lnTo>
                  <a:lnTo>
                    <a:pt x="2875107" y="489658"/>
                  </a:lnTo>
                  <a:lnTo>
                    <a:pt x="2935823" y="497148"/>
                  </a:lnTo>
                  <a:lnTo>
                    <a:pt x="3001911" y="503825"/>
                  </a:lnTo>
                  <a:lnTo>
                    <a:pt x="3074043" y="509792"/>
                  </a:lnTo>
                  <a:lnTo>
                    <a:pt x="3152531" y="515129"/>
                  </a:lnTo>
                  <a:lnTo>
                    <a:pt x="3237115" y="519893"/>
                  </a:lnTo>
                  <a:lnTo>
                    <a:pt x="3326729" y="524115"/>
                  </a:lnTo>
                  <a:lnTo>
                    <a:pt x="3419278" y="527803"/>
                  </a:lnTo>
                  <a:lnTo>
                    <a:pt x="3511553" y="530950"/>
                  </a:lnTo>
                  <a:lnTo>
                    <a:pt x="3599380" y="533543"/>
                  </a:lnTo>
                  <a:lnTo>
                    <a:pt x="3678132" y="535575"/>
                  </a:lnTo>
                  <a:lnTo>
                    <a:pt x="3743558" y="537065"/>
                  </a:lnTo>
                  <a:lnTo>
                    <a:pt x="3792763" y="538060"/>
                  </a:lnTo>
                  <a:lnTo>
                    <a:pt x="3824986" y="538643"/>
                  </a:lnTo>
                  <a:lnTo>
                    <a:pt x="3841936" y="538918"/>
                  </a:lnTo>
                  <a:lnTo>
                    <a:pt x="3847651" y="539002"/>
                  </a:lnTo>
                  <a:lnTo>
                    <a:pt x="3848118" y="539008"/>
                  </a:lnTo>
                  <a:lnTo>
                    <a:pt x="4386855" y="539008"/>
                  </a:lnTo>
                  <a:lnTo>
                    <a:pt x="4388153" y="538992"/>
                  </a:lnTo>
                  <a:lnTo>
                    <a:pt x="4396621" y="538871"/>
                  </a:lnTo>
                  <a:lnTo>
                    <a:pt x="4417733" y="538539"/>
                  </a:lnTo>
                  <a:lnTo>
                    <a:pt x="4454879" y="537888"/>
                  </a:lnTo>
                  <a:lnTo>
                    <a:pt x="4509041" y="536823"/>
                  </a:lnTo>
                  <a:lnTo>
                    <a:pt x="4578773" y="535277"/>
                  </a:lnTo>
                  <a:lnTo>
                    <a:pt x="4660682" y="533213"/>
                  </a:lnTo>
                  <a:lnTo>
                    <a:pt x="4750306" y="530623"/>
                  </a:lnTo>
                  <a:lnTo>
                    <a:pt x="4843073" y="527515"/>
                  </a:lnTo>
                  <a:lnTo>
                    <a:pt x="4935058" y="523902"/>
                  </a:lnTo>
                  <a:lnTo>
                    <a:pt x="5023373" y="519787"/>
                  </a:lnTo>
                  <a:lnTo>
                    <a:pt x="5106244" y="515156"/>
                  </a:lnTo>
                  <a:lnTo>
                    <a:pt x="5182867" y="509973"/>
                  </a:lnTo>
                  <a:lnTo>
                    <a:pt x="5253175" y="504179"/>
                  </a:lnTo>
                  <a:lnTo>
                    <a:pt x="5317606" y="497691"/>
                  </a:lnTo>
                  <a:lnTo>
                    <a:pt x="5376907" y="490406"/>
                  </a:lnTo>
                  <a:lnTo>
                    <a:pt x="5431988" y="482208"/>
                  </a:lnTo>
                  <a:lnTo>
                    <a:pt x="5483813" y="472978"/>
                  </a:lnTo>
                  <a:lnTo>
                    <a:pt x="5533313" y="462617"/>
                  </a:lnTo>
                  <a:lnTo>
                    <a:pt x="5567201" y="454618"/>
                  </a:lnTo>
                  <a:lnTo>
                    <a:pt x="5618457" y="441156"/>
                  </a:lnTo>
                  <a:lnTo>
                    <a:pt x="5669218" y="426271"/>
                  </a:lnTo>
                  <a:lnTo>
                    <a:pt x="5720039" y="409944"/>
                  </a:lnTo>
                  <a:lnTo>
                    <a:pt x="5771287" y="392209"/>
                  </a:lnTo>
                  <a:lnTo>
                    <a:pt x="5823173" y="373159"/>
                  </a:lnTo>
                  <a:lnTo>
                    <a:pt x="5875764" y="352951"/>
                  </a:lnTo>
                  <a:lnTo>
                    <a:pt x="5929009" y="331801"/>
                  </a:lnTo>
                  <a:lnTo>
                    <a:pt x="5982757" y="309979"/>
                  </a:lnTo>
                  <a:lnTo>
                    <a:pt x="6036787" y="287796"/>
                  </a:lnTo>
                  <a:lnTo>
                    <a:pt x="6090841" y="265583"/>
                  </a:lnTo>
                  <a:lnTo>
                    <a:pt x="6144657" y="243674"/>
                  </a:lnTo>
                  <a:lnTo>
                    <a:pt x="6198003" y="222385"/>
                  </a:lnTo>
                  <a:lnTo>
                    <a:pt x="6250716" y="201994"/>
                  </a:lnTo>
                  <a:lnTo>
                    <a:pt x="6302724" y="182727"/>
                  </a:lnTo>
                  <a:lnTo>
                    <a:pt x="6354074" y="164752"/>
                  </a:lnTo>
                  <a:lnTo>
                    <a:pt x="6404948" y="148173"/>
                  </a:lnTo>
                  <a:lnTo>
                    <a:pt x="6455686" y="133034"/>
                  </a:lnTo>
                  <a:lnTo>
                    <a:pt x="6506805" y="119325"/>
                  </a:lnTo>
                  <a:lnTo>
                    <a:pt x="6515891" y="117057"/>
                  </a:lnTo>
                  <a:lnTo>
                    <a:pt x="6564248" y="105867"/>
                  </a:lnTo>
                  <a:lnTo>
                    <a:pt x="6614345" y="95849"/>
                  </a:lnTo>
                  <a:lnTo>
                    <a:pt x="6667035" y="86937"/>
                  </a:lnTo>
                  <a:lnTo>
                    <a:pt x="6723266" y="79022"/>
                  </a:lnTo>
                  <a:lnTo>
                    <a:pt x="6783996" y="71984"/>
                  </a:lnTo>
                  <a:lnTo>
                    <a:pt x="6850100" y="65711"/>
                  </a:lnTo>
                  <a:lnTo>
                    <a:pt x="6922251" y="60106"/>
                  </a:lnTo>
                  <a:lnTo>
                    <a:pt x="7000760" y="55092"/>
                  </a:lnTo>
                  <a:lnTo>
                    <a:pt x="7085368" y="50617"/>
                  </a:lnTo>
                  <a:lnTo>
                    <a:pt x="7175003" y="46651"/>
                  </a:lnTo>
                  <a:lnTo>
                    <a:pt x="7267571" y="43187"/>
                  </a:lnTo>
                  <a:lnTo>
                    <a:pt x="7359856" y="40231"/>
                  </a:lnTo>
                  <a:lnTo>
                    <a:pt x="7447684" y="37796"/>
                  </a:lnTo>
                  <a:lnTo>
                    <a:pt x="7526423" y="35888"/>
                  </a:lnTo>
                  <a:lnTo>
                    <a:pt x="7591823" y="34489"/>
                  </a:lnTo>
                  <a:lnTo>
                    <a:pt x="7640992" y="33555"/>
                  </a:lnTo>
                  <a:lnTo>
                    <a:pt x="7673175" y="33009"/>
                  </a:lnTo>
                  <a:lnTo>
                    <a:pt x="7690087" y="32751"/>
                  </a:lnTo>
                  <a:lnTo>
                    <a:pt x="7695776" y="32673"/>
                  </a:lnTo>
                  <a:lnTo>
                    <a:pt x="7696237" y="32667"/>
                  </a:lnTo>
                  <a:lnTo>
                    <a:pt x="8234974" y="326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3" name="pl553"/>
            <p:cNvSpPr/>
            <p:nvPr/>
          </p:nvSpPr>
          <p:spPr>
            <a:xfrm>
              <a:off x="546595" y="957349"/>
              <a:ext cx="8234974" cy="539008"/>
            </a:xfrm>
            <a:custGeom>
              <a:avLst/>
              <a:pathLst>
                <a:path w="8234974" h="539008">
                  <a:moveTo>
                    <a:pt x="8234974" y="32667"/>
                  </a:moveTo>
                  <a:lnTo>
                    <a:pt x="7696237" y="32667"/>
                  </a:lnTo>
                  <a:lnTo>
                    <a:pt x="7694939" y="32684"/>
                  </a:lnTo>
                  <a:lnTo>
                    <a:pt x="7686471" y="32804"/>
                  </a:lnTo>
                  <a:lnTo>
                    <a:pt x="7665360" y="33136"/>
                  </a:lnTo>
                  <a:lnTo>
                    <a:pt x="7628213" y="33788"/>
                  </a:lnTo>
                  <a:lnTo>
                    <a:pt x="7574051" y="34852"/>
                  </a:lnTo>
                  <a:lnTo>
                    <a:pt x="7504320" y="36398"/>
                  </a:lnTo>
                  <a:lnTo>
                    <a:pt x="7422411" y="38462"/>
                  </a:lnTo>
                  <a:lnTo>
                    <a:pt x="7332787" y="41052"/>
                  </a:lnTo>
                  <a:lnTo>
                    <a:pt x="7240019" y="44160"/>
                  </a:lnTo>
                  <a:lnTo>
                    <a:pt x="7148035" y="47774"/>
                  </a:lnTo>
                  <a:lnTo>
                    <a:pt x="7059720" y="51889"/>
                  </a:lnTo>
                  <a:lnTo>
                    <a:pt x="6976848" y="56519"/>
                  </a:lnTo>
                  <a:lnTo>
                    <a:pt x="6900225" y="61702"/>
                  </a:lnTo>
                  <a:lnTo>
                    <a:pt x="6829917" y="67496"/>
                  </a:lnTo>
                  <a:lnTo>
                    <a:pt x="6765487" y="73984"/>
                  </a:lnTo>
                  <a:lnTo>
                    <a:pt x="6706186" y="81269"/>
                  </a:lnTo>
                  <a:lnTo>
                    <a:pt x="6651105" y="89467"/>
                  </a:lnTo>
                  <a:lnTo>
                    <a:pt x="6599279" y="98697"/>
                  </a:lnTo>
                  <a:lnTo>
                    <a:pt x="6549780" y="109058"/>
                  </a:lnTo>
                  <a:lnTo>
                    <a:pt x="6515891" y="117057"/>
                  </a:lnTo>
                  <a:lnTo>
                    <a:pt x="6464636" y="130519"/>
                  </a:lnTo>
                  <a:lnTo>
                    <a:pt x="6413874" y="145404"/>
                  </a:lnTo>
                  <a:lnTo>
                    <a:pt x="6363054" y="161731"/>
                  </a:lnTo>
                  <a:lnTo>
                    <a:pt x="6311805" y="179466"/>
                  </a:lnTo>
                  <a:lnTo>
                    <a:pt x="6259920" y="198516"/>
                  </a:lnTo>
                  <a:lnTo>
                    <a:pt x="6207329" y="218724"/>
                  </a:lnTo>
                  <a:lnTo>
                    <a:pt x="6154084" y="239874"/>
                  </a:lnTo>
                  <a:lnTo>
                    <a:pt x="6100336" y="261696"/>
                  </a:lnTo>
                  <a:lnTo>
                    <a:pt x="6046305" y="283879"/>
                  </a:lnTo>
                  <a:lnTo>
                    <a:pt x="5992251" y="306093"/>
                  </a:lnTo>
                  <a:lnTo>
                    <a:pt x="5938436" y="328001"/>
                  </a:lnTo>
                  <a:lnTo>
                    <a:pt x="5885089" y="349290"/>
                  </a:lnTo>
                  <a:lnTo>
                    <a:pt x="5832376" y="369681"/>
                  </a:lnTo>
                  <a:lnTo>
                    <a:pt x="5780368" y="388948"/>
                  </a:lnTo>
                  <a:lnTo>
                    <a:pt x="5729018" y="406923"/>
                  </a:lnTo>
                  <a:lnTo>
                    <a:pt x="5678144" y="423502"/>
                  </a:lnTo>
                  <a:lnTo>
                    <a:pt x="5627407" y="438641"/>
                  </a:lnTo>
                  <a:lnTo>
                    <a:pt x="5576288" y="452350"/>
                  </a:lnTo>
                  <a:lnTo>
                    <a:pt x="5567201" y="454618"/>
                  </a:lnTo>
                  <a:lnTo>
                    <a:pt x="5518844" y="465808"/>
                  </a:lnTo>
                  <a:lnTo>
                    <a:pt x="5468747" y="475826"/>
                  </a:lnTo>
                  <a:lnTo>
                    <a:pt x="5416058" y="484738"/>
                  </a:lnTo>
                  <a:lnTo>
                    <a:pt x="5359827" y="492654"/>
                  </a:lnTo>
                  <a:lnTo>
                    <a:pt x="5299097" y="499691"/>
                  </a:lnTo>
                  <a:lnTo>
                    <a:pt x="5232993" y="505964"/>
                  </a:lnTo>
                  <a:lnTo>
                    <a:pt x="5160841" y="511569"/>
                  </a:lnTo>
                  <a:lnTo>
                    <a:pt x="5082332" y="516583"/>
                  </a:lnTo>
                  <a:lnTo>
                    <a:pt x="4997725" y="521058"/>
                  </a:lnTo>
                  <a:lnTo>
                    <a:pt x="4908090" y="525024"/>
                  </a:lnTo>
                  <a:lnTo>
                    <a:pt x="4815522" y="528488"/>
                  </a:lnTo>
                  <a:lnTo>
                    <a:pt x="4723236" y="531444"/>
                  </a:lnTo>
                  <a:lnTo>
                    <a:pt x="4635408" y="533879"/>
                  </a:lnTo>
                  <a:lnTo>
                    <a:pt x="4556670" y="535787"/>
                  </a:lnTo>
                  <a:lnTo>
                    <a:pt x="4491269" y="537186"/>
                  </a:lnTo>
                  <a:lnTo>
                    <a:pt x="4442100" y="538120"/>
                  </a:lnTo>
                  <a:lnTo>
                    <a:pt x="4409918" y="538666"/>
                  </a:lnTo>
                  <a:lnTo>
                    <a:pt x="4393005" y="538924"/>
                  </a:lnTo>
                  <a:lnTo>
                    <a:pt x="4387316" y="539003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21" y="538990"/>
                  </a:lnTo>
                  <a:lnTo>
                    <a:pt x="3838357" y="538863"/>
                  </a:lnTo>
                  <a:lnTo>
                    <a:pt x="3817255" y="538509"/>
                  </a:lnTo>
                  <a:lnTo>
                    <a:pt x="3780125" y="537816"/>
                  </a:lnTo>
                  <a:lnTo>
                    <a:pt x="3725985" y="536683"/>
                  </a:lnTo>
                  <a:lnTo>
                    <a:pt x="3656279" y="535038"/>
                  </a:lnTo>
                  <a:lnTo>
                    <a:pt x="3574394" y="532842"/>
                  </a:lnTo>
                  <a:lnTo>
                    <a:pt x="3484792" y="530086"/>
                  </a:lnTo>
                  <a:lnTo>
                    <a:pt x="3392042" y="526779"/>
                  </a:lnTo>
                  <a:lnTo>
                    <a:pt x="3300069" y="522934"/>
                  </a:lnTo>
                  <a:lnTo>
                    <a:pt x="3211761" y="518555"/>
                  </a:lnTo>
                  <a:lnTo>
                    <a:pt x="3128891" y="513628"/>
                  </a:lnTo>
                  <a:lnTo>
                    <a:pt x="3052268" y="508113"/>
                  </a:lnTo>
                  <a:lnTo>
                    <a:pt x="2981958" y="501948"/>
                  </a:lnTo>
                  <a:lnTo>
                    <a:pt x="2917524" y="495044"/>
                  </a:lnTo>
                  <a:lnTo>
                    <a:pt x="2858221" y="487293"/>
                  </a:lnTo>
                  <a:lnTo>
                    <a:pt x="2803139" y="478570"/>
                  </a:lnTo>
                  <a:lnTo>
                    <a:pt x="2751314" y="468750"/>
                  </a:lnTo>
                  <a:lnTo>
                    <a:pt x="2701817" y="457726"/>
                  </a:lnTo>
                  <a:lnTo>
                    <a:pt x="2667772" y="449174"/>
                  </a:lnTo>
                  <a:lnTo>
                    <a:pt x="2616706" y="434899"/>
                  </a:lnTo>
                  <a:lnTo>
                    <a:pt x="2566132" y="419121"/>
                  </a:lnTo>
                  <a:lnTo>
                    <a:pt x="2515502" y="401819"/>
                  </a:lnTo>
                  <a:lnTo>
                    <a:pt x="2464450" y="383028"/>
                  </a:lnTo>
                  <a:lnTo>
                    <a:pt x="2412769" y="362847"/>
                  </a:lnTo>
                  <a:lnTo>
                    <a:pt x="2360387" y="341437"/>
                  </a:lnTo>
                  <a:lnTo>
                    <a:pt x="2307354" y="319027"/>
                  </a:lnTo>
                  <a:lnTo>
                    <a:pt x="2253816" y="295899"/>
                  </a:lnTo>
                  <a:lnTo>
                    <a:pt x="2199991" y="272379"/>
                  </a:lnTo>
                  <a:lnTo>
                    <a:pt x="2146134" y="248815"/>
                  </a:lnTo>
                  <a:lnTo>
                    <a:pt x="2092504" y="225560"/>
                  </a:lnTo>
                  <a:lnTo>
                    <a:pt x="2039331" y="202947"/>
                  </a:lnTo>
                  <a:lnTo>
                    <a:pt x="1986782" y="181271"/>
                  </a:lnTo>
                  <a:lnTo>
                    <a:pt x="1934931" y="160773"/>
                  </a:lnTo>
                  <a:lnTo>
                    <a:pt x="1883740" y="141632"/>
                  </a:lnTo>
                  <a:lnTo>
                    <a:pt x="1833035" y="123962"/>
                  </a:lnTo>
                  <a:lnTo>
                    <a:pt x="1782490" y="107812"/>
                  </a:lnTo>
                  <a:lnTo>
                    <a:pt x="1731605" y="93176"/>
                  </a:lnTo>
                  <a:lnTo>
                    <a:pt x="1719082" y="89834"/>
                  </a:lnTo>
                  <a:lnTo>
                    <a:pt x="1670734" y="77924"/>
                  </a:lnTo>
                  <a:lnTo>
                    <a:pt x="1620646" y="67262"/>
                  </a:lnTo>
                  <a:lnTo>
                    <a:pt x="1567966" y="57775"/>
                  </a:lnTo>
                  <a:lnTo>
                    <a:pt x="1511747" y="49350"/>
                  </a:lnTo>
                  <a:lnTo>
                    <a:pt x="1451031" y="41860"/>
                  </a:lnTo>
                  <a:lnTo>
                    <a:pt x="1384944" y="35183"/>
                  </a:lnTo>
                  <a:lnTo>
                    <a:pt x="1312812" y="29216"/>
                  </a:lnTo>
                  <a:lnTo>
                    <a:pt x="1234324" y="23879"/>
                  </a:lnTo>
                  <a:lnTo>
                    <a:pt x="1149739" y="19115"/>
                  </a:lnTo>
                  <a:lnTo>
                    <a:pt x="1060126" y="14893"/>
                  </a:lnTo>
                  <a:lnTo>
                    <a:pt x="967576" y="11205"/>
                  </a:lnTo>
                  <a:lnTo>
                    <a:pt x="875302" y="8057"/>
                  </a:lnTo>
                  <a:lnTo>
                    <a:pt x="787474" y="5465"/>
                  </a:lnTo>
                  <a:lnTo>
                    <a:pt x="708723" y="3432"/>
                  </a:lnTo>
                  <a:lnTo>
                    <a:pt x="643296" y="1943"/>
                  </a:lnTo>
                  <a:lnTo>
                    <a:pt x="594091" y="947"/>
                  </a:lnTo>
                  <a:lnTo>
                    <a:pt x="561868" y="365"/>
                  </a:lnTo>
                  <a:lnTo>
                    <a:pt x="544918" y="90"/>
                  </a:lnTo>
                  <a:lnTo>
                    <a:pt x="539203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4" name="pg554"/>
            <p:cNvSpPr/>
            <p:nvPr/>
          </p:nvSpPr>
          <p:spPr>
            <a:xfrm>
              <a:off x="546595" y="1000905"/>
              <a:ext cx="8234974" cy="560787"/>
            </a:xfrm>
            <a:custGeom>
              <a:avLst/>
              <a:pathLst>
                <a:path w="8234974" h="560787">
                  <a:moveTo>
                    <a:pt x="0" y="5444"/>
                  </a:moveTo>
                  <a:lnTo>
                    <a:pt x="538736" y="5444"/>
                  </a:lnTo>
                  <a:lnTo>
                    <a:pt x="540033" y="5462"/>
                  </a:lnTo>
                  <a:lnTo>
                    <a:pt x="548495" y="5594"/>
                  </a:lnTo>
                  <a:lnTo>
                    <a:pt x="569592" y="5958"/>
                  </a:lnTo>
                  <a:lnTo>
                    <a:pt x="606713" y="6672"/>
                  </a:lnTo>
                  <a:lnTo>
                    <a:pt x="660842" y="7839"/>
                  </a:lnTo>
                  <a:lnTo>
                    <a:pt x="730535" y="9534"/>
                  </a:lnTo>
                  <a:lnTo>
                    <a:pt x="812407" y="11796"/>
                  </a:lnTo>
                  <a:lnTo>
                    <a:pt x="901997" y="14635"/>
                  </a:lnTo>
                  <a:lnTo>
                    <a:pt x="994739" y="18041"/>
                  </a:lnTo>
                  <a:lnTo>
                    <a:pt x="1086705" y="22002"/>
                  </a:lnTo>
                  <a:lnTo>
                    <a:pt x="1175010" y="26512"/>
                  </a:lnTo>
                  <a:lnTo>
                    <a:pt x="1257878" y="31588"/>
                  </a:lnTo>
                  <a:lnTo>
                    <a:pt x="1334502" y="37269"/>
                  </a:lnTo>
                  <a:lnTo>
                    <a:pt x="1404814" y="43619"/>
                  </a:lnTo>
                  <a:lnTo>
                    <a:pt x="1469248" y="50730"/>
                  </a:lnTo>
                  <a:lnTo>
                    <a:pt x="1528552" y="58715"/>
                  </a:lnTo>
                  <a:lnTo>
                    <a:pt x="1583635" y="67699"/>
                  </a:lnTo>
                  <a:lnTo>
                    <a:pt x="1635460" y="77814"/>
                  </a:lnTo>
                  <a:lnTo>
                    <a:pt x="1684956" y="89169"/>
                  </a:lnTo>
                  <a:lnTo>
                    <a:pt x="1719082" y="98001"/>
                  </a:lnTo>
                  <a:lnTo>
                    <a:pt x="1770052" y="112678"/>
                  </a:lnTo>
                  <a:lnTo>
                    <a:pt x="1820529" y="128899"/>
                  </a:lnTo>
                  <a:lnTo>
                    <a:pt x="1871060" y="146684"/>
                  </a:lnTo>
                  <a:lnTo>
                    <a:pt x="1922010" y="165996"/>
                  </a:lnTo>
                  <a:lnTo>
                    <a:pt x="1973586" y="186738"/>
                  </a:lnTo>
                  <a:lnTo>
                    <a:pt x="2025860" y="208741"/>
                  </a:lnTo>
                  <a:lnTo>
                    <a:pt x="2078784" y="231775"/>
                  </a:lnTo>
                  <a:lnTo>
                    <a:pt x="2132213" y="255550"/>
                  </a:lnTo>
                  <a:lnTo>
                    <a:pt x="2185932" y="279733"/>
                  </a:lnTo>
                  <a:lnTo>
                    <a:pt x="2239688" y="303967"/>
                  </a:lnTo>
                  <a:lnTo>
                    <a:pt x="2293222" y="327890"/>
                  </a:lnTo>
                  <a:lnTo>
                    <a:pt x="2346304" y="351161"/>
                  </a:lnTo>
                  <a:lnTo>
                    <a:pt x="2398769" y="373478"/>
                  </a:lnTo>
                  <a:lnTo>
                    <a:pt x="2450538" y="394591"/>
                  </a:lnTo>
                  <a:lnTo>
                    <a:pt x="2501648" y="414315"/>
                  </a:lnTo>
                  <a:lnTo>
                    <a:pt x="2552266" y="432532"/>
                  </a:lnTo>
                  <a:lnTo>
                    <a:pt x="2602712" y="449188"/>
                  </a:lnTo>
                  <a:lnTo>
                    <a:pt x="2653477" y="464291"/>
                  </a:lnTo>
                  <a:lnTo>
                    <a:pt x="2667772" y="468229"/>
                  </a:lnTo>
                  <a:lnTo>
                    <a:pt x="2716117" y="480499"/>
                  </a:lnTo>
                  <a:lnTo>
                    <a:pt x="2766200" y="491484"/>
                  </a:lnTo>
                  <a:lnTo>
                    <a:pt x="2818874" y="501257"/>
                  </a:lnTo>
                  <a:lnTo>
                    <a:pt x="2875087" y="509937"/>
                  </a:lnTo>
                  <a:lnTo>
                    <a:pt x="2935795" y="517655"/>
                  </a:lnTo>
                  <a:lnTo>
                    <a:pt x="3001874" y="524534"/>
                  </a:lnTo>
                  <a:lnTo>
                    <a:pt x="3073996" y="530681"/>
                  </a:lnTo>
                  <a:lnTo>
                    <a:pt x="3152473" y="536180"/>
                  </a:lnTo>
                  <a:lnTo>
                    <a:pt x="3237046" y="541088"/>
                  </a:lnTo>
                  <a:lnTo>
                    <a:pt x="3326648" y="545438"/>
                  </a:lnTo>
                  <a:lnTo>
                    <a:pt x="3419188" y="549238"/>
                  </a:lnTo>
                  <a:lnTo>
                    <a:pt x="3511457" y="552481"/>
                  </a:lnTo>
                  <a:lnTo>
                    <a:pt x="3599284" y="555153"/>
                  </a:lnTo>
                  <a:lnTo>
                    <a:pt x="3678041" y="557247"/>
                  </a:lnTo>
                  <a:lnTo>
                    <a:pt x="3743482" y="558783"/>
                  </a:lnTo>
                  <a:lnTo>
                    <a:pt x="3792706" y="559809"/>
                  </a:lnTo>
                  <a:lnTo>
                    <a:pt x="3824950" y="560409"/>
                  </a:lnTo>
                  <a:lnTo>
                    <a:pt x="3841920" y="560693"/>
                  </a:lnTo>
                  <a:lnTo>
                    <a:pt x="3847648" y="560780"/>
                  </a:lnTo>
                  <a:lnTo>
                    <a:pt x="3848118" y="560787"/>
                  </a:lnTo>
                  <a:lnTo>
                    <a:pt x="4386855" y="560787"/>
                  </a:lnTo>
                  <a:lnTo>
                    <a:pt x="4388155" y="560772"/>
                  </a:lnTo>
                  <a:lnTo>
                    <a:pt x="4396632" y="560672"/>
                  </a:lnTo>
                  <a:lnTo>
                    <a:pt x="4417765" y="560393"/>
                  </a:lnTo>
                  <a:lnTo>
                    <a:pt x="4454948" y="559845"/>
                  </a:lnTo>
                  <a:lnTo>
                    <a:pt x="4509159" y="558951"/>
                  </a:lnTo>
                  <a:lnTo>
                    <a:pt x="4578946" y="557653"/>
                  </a:lnTo>
                  <a:lnTo>
                    <a:pt x="4660910" y="555921"/>
                  </a:lnTo>
                  <a:lnTo>
                    <a:pt x="4750583" y="553746"/>
                  </a:lnTo>
                  <a:lnTo>
                    <a:pt x="4843389" y="551137"/>
                  </a:lnTo>
                  <a:lnTo>
                    <a:pt x="4935399" y="548104"/>
                  </a:lnTo>
                  <a:lnTo>
                    <a:pt x="5023729" y="544650"/>
                  </a:lnTo>
                  <a:lnTo>
                    <a:pt x="5106606" y="540763"/>
                  </a:lnTo>
                  <a:lnTo>
                    <a:pt x="5183228" y="536412"/>
                  </a:lnTo>
                  <a:lnTo>
                    <a:pt x="5253531" y="531548"/>
                  </a:lnTo>
                  <a:lnTo>
                    <a:pt x="5317955" y="526101"/>
                  </a:lnTo>
                  <a:lnTo>
                    <a:pt x="5377251" y="519984"/>
                  </a:lnTo>
                  <a:lnTo>
                    <a:pt x="5432330" y="513101"/>
                  </a:lnTo>
                  <a:lnTo>
                    <a:pt x="5484156" y="505351"/>
                  </a:lnTo>
                  <a:lnTo>
                    <a:pt x="5533661" y="496651"/>
                  </a:lnTo>
                  <a:lnTo>
                    <a:pt x="5567201" y="490008"/>
                  </a:lnTo>
                  <a:lnTo>
                    <a:pt x="5618890" y="478616"/>
                  </a:lnTo>
                  <a:lnTo>
                    <a:pt x="5670081" y="466010"/>
                  </a:lnTo>
                  <a:lnTo>
                    <a:pt x="5721341" y="452174"/>
                  </a:lnTo>
                  <a:lnTo>
                    <a:pt x="5773042" y="437138"/>
                  </a:lnTo>
                  <a:lnTo>
                    <a:pt x="5825396" y="420984"/>
                  </a:lnTo>
                  <a:lnTo>
                    <a:pt x="5878468" y="403850"/>
                  </a:lnTo>
                  <a:lnTo>
                    <a:pt x="5932198" y="385923"/>
                  </a:lnTo>
                  <a:lnTo>
                    <a:pt x="5986429" y="367437"/>
                  </a:lnTo>
                  <a:lnTo>
                    <a:pt x="6040930" y="348662"/>
                  </a:lnTo>
                  <a:lnTo>
                    <a:pt x="6095434" y="329884"/>
                  </a:lnTo>
                  <a:lnTo>
                    <a:pt x="6149673" y="311389"/>
                  </a:lnTo>
                  <a:lnTo>
                    <a:pt x="6203417" y="293447"/>
                  </a:lnTo>
                  <a:lnTo>
                    <a:pt x="6256505" y="276292"/>
                  </a:lnTo>
                  <a:lnTo>
                    <a:pt x="6308875" y="260115"/>
                  </a:lnTo>
                  <a:lnTo>
                    <a:pt x="6360589" y="245052"/>
                  </a:lnTo>
                  <a:lnTo>
                    <a:pt x="6411855" y="231189"/>
                  </a:lnTo>
                  <a:lnTo>
                    <a:pt x="6463043" y="218555"/>
                  </a:lnTo>
                  <a:lnTo>
                    <a:pt x="6514712" y="207136"/>
                  </a:lnTo>
                  <a:lnTo>
                    <a:pt x="6515891" y="206892"/>
                  </a:lnTo>
                  <a:lnTo>
                    <a:pt x="6564267" y="197503"/>
                  </a:lnTo>
                  <a:lnTo>
                    <a:pt x="6614384" y="189099"/>
                  </a:lnTo>
                  <a:lnTo>
                    <a:pt x="6667096" y="181622"/>
                  </a:lnTo>
                  <a:lnTo>
                    <a:pt x="6723354" y="174982"/>
                  </a:lnTo>
                  <a:lnTo>
                    <a:pt x="6784115" y="169078"/>
                  </a:lnTo>
                  <a:lnTo>
                    <a:pt x="6850256" y="163817"/>
                  </a:lnTo>
                  <a:lnTo>
                    <a:pt x="6922450" y="159115"/>
                  </a:lnTo>
                  <a:lnTo>
                    <a:pt x="7001007" y="154909"/>
                  </a:lnTo>
                  <a:lnTo>
                    <a:pt x="7085664" y="151156"/>
                  </a:lnTo>
                  <a:lnTo>
                    <a:pt x="7175348" y="147830"/>
                  </a:lnTo>
                  <a:lnTo>
                    <a:pt x="7267957" y="144925"/>
                  </a:lnTo>
                  <a:lnTo>
                    <a:pt x="7360268" y="142447"/>
                  </a:lnTo>
                  <a:lnTo>
                    <a:pt x="7448097" y="140406"/>
                  </a:lnTo>
                  <a:lnTo>
                    <a:pt x="7526807" y="138807"/>
                  </a:lnTo>
                  <a:lnTo>
                    <a:pt x="7592149" y="137636"/>
                  </a:lnTo>
                  <a:lnTo>
                    <a:pt x="7641237" y="136854"/>
                  </a:lnTo>
                  <a:lnTo>
                    <a:pt x="7673329" y="136398"/>
                  </a:lnTo>
                  <a:lnTo>
                    <a:pt x="7690158" y="136183"/>
                  </a:lnTo>
                  <a:lnTo>
                    <a:pt x="7695790" y="136118"/>
                  </a:lnTo>
                  <a:lnTo>
                    <a:pt x="7696237" y="136113"/>
                  </a:lnTo>
                  <a:lnTo>
                    <a:pt x="8234974" y="136113"/>
                  </a:lnTo>
                  <a:lnTo>
                    <a:pt x="8234974" y="130668"/>
                  </a:lnTo>
                  <a:lnTo>
                    <a:pt x="7696237" y="130668"/>
                  </a:lnTo>
                  <a:lnTo>
                    <a:pt x="7694938" y="130682"/>
                  </a:lnTo>
                  <a:lnTo>
                    <a:pt x="7686461" y="130783"/>
                  </a:lnTo>
                  <a:lnTo>
                    <a:pt x="7665327" y="131062"/>
                  </a:lnTo>
                  <a:lnTo>
                    <a:pt x="7628144" y="131609"/>
                  </a:lnTo>
                  <a:lnTo>
                    <a:pt x="7573934" y="132504"/>
                  </a:lnTo>
                  <a:lnTo>
                    <a:pt x="7504146" y="133802"/>
                  </a:lnTo>
                  <a:lnTo>
                    <a:pt x="7422182" y="135534"/>
                  </a:lnTo>
                  <a:lnTo>
                    <a:pt x="7332509" y="137709"/>
                  </a:lnTo>
                  <a:lnTo>
                    <a:pt x="7239703" y="140318"/>
                  </a:lnTo>
                  <a:lnTo>
                    <a:pt x="7147693" y="143351"/>
                  </a:lnTo>
                  <a:lnTo>
                    <a:pt x="7059364" y="146805"/>
                  </a:lnTo>
                  <a:lnTo>
                    <a:pt x="6976487" y="150692"/>
                  </a:lnTo>
                  <a:lnTo>
                    <a:pt x="6899865" y="155043"/>
                  </a:lnTo>
                  <a:lnTo>
                    <a:pt x="6829562" y="159907"/>
                  </a:lnTo>
                  <a:lnTo>
                    <a:pt x="6765137" y="165354"/>
                  </a:lnTo>
                  <a:lnTo>
                    <a:pt x="6705841" y="171471"/>
                  </a:lnTo>
                  <a:lnTo>
                    <a:pt x="6650763" y="178354"/>
                  </a:lnTo>
                  <a:lnTo>
                    <a:pt x="6598936" y="186104"/>
                  </a:lnTo>
                  <a:lnTo>
                    <a:pt x="6549431" y="194804"/>
                  </a:lnTo>
                  <a:lnTo>
                    <a:pt x="6515891" y="201447"/>
                  </a:lnTo>
                  <a:lnTo>
                    <a:pt x="6464203" y="212839"/>
                  </a:lnTo>
                  <a:lnTo>
                    <a:pt x="6413011" y="225445"/>
                  </a:lnTo>
                  <a:lnTo>
                    <a:pt x="6361752" y="239281"/>
                  </a:lnTo>
                  <a:lnTo>
                    <a:pt x="6310050" y="254317"/>
                  </a:lnTo>
                  <a:lnTo>
                    <a:pt x="6257696" y="270470"/>
                  </a:lnTo>
                  <a:lnTo>
                    <a:pt x="6204625" y="287605"/>
                  </a:lnTo>
                  <a:lnTo>
                    <a:pt x="6150894" y="305532"/>
                  </a:lnTo>
                  <a:lnTo>
                    <a:pt x="6096664" y="324017"/>
                  </a:lnTo>
                  <a:lnTo>
                    <a:pt x="6042163" y="342792"/>
                  </a:lnTo>
                  <a:lnTo>
                    <a:pt x="5987659" y="361571"/>
                  </a:lnTo>
                  <a:lnTo>
                    <a:pt x="5933419" y="380066"/>
                  </a:lnTo>
                  <a:lnTo>
                    <a:pt x="5879675" y="398008"/>
                  </a:lnTo>
                  <a:lnTo>
                    <a:pt x="5826588" y="415163"/>
                  </a:lnTo>
                  <a:lnTo>
                    <a:pt x="5774218" y="431340"/>
                  </a:lnTo>
                  <a:lnTo>
                    <a:pt x="5722503" y="446402"/>
                  </a:lnTo>
                  <a:lnTo>
                    <a:pt x="5671237" y="460266"/>
                  </a:lnTo>
                  <a:lnTo>
                    <a:pt x="5620050" y="472900"/>
                  </a:lnTo>
                  <a:lnTo>
                    <a:pt x="5568380" y="484319"/>
                  </a:lnTo>
                  <a:lnTo>
                    <a:pt x="5567201" y="484563"/>
                  </a:lnTo>
                  <a:lnTo>
                    <a:pt x="5518826" y="493951"/>
                  </a:lnTo>
                  <a:lnTo>
                    <a:pt x="5468709" y="502356"/>
                  </a:lnTo>
                  <a:lnTo>
                    <a:pt x="5415996" y="509833"/>
                  </a:lnTo>
                  <a:lnTo>
                    <a:pt x="5359739" y="516473"/>
                  </a:lnTo>
                  <a:lnTo>
                    <a:pt x="5298977" y="522377"/>
                  </a:lnTo>
                  <a:lnTo>
                    <a:pt x="5232836" y="527638"/>
                  </a:lnTo>
                  <a:lnTo>
                    <a:pt x="5160642" y="532340"/>
                  </a:lnTo>
                  <a:lnTo>
                    <a:pt x="5082086" y="536545"/>
                  </a:lnTo>
                  <a:lnTo>
                    <a:pt x="4997428" y="540299"/>
                  </a:lnTo>
                  <a:lnTo>
                    <a:pt x="4907744" y="543625"/>
                  </a:lnTo>
                  <a:lnTo>
                    <a:pt x="4815136" y="546530"/>
                  </a:lnTo>
                  <a:lnTo>
                    <a:pt x="4722825" y="549008"/>
                  </a:lnTo>
                  <a:lnTo>
                    <a:pt x="4634996" y="551049"/>
                  </a:lnTo>
                  <a:lnTo>
                    <a:pt x="4556286" y="552648"/>
                  </a:lnTo>
                  <a:lnTo>
                    <a:pt x="4490943" y="553819"/>
                  </a:lnTo>
                  <a:lnTo>
                    <a:pt x="4441855" y="554600"/>
                  </a:lnTo>
                  <a:lnTo>
                    <a:pt x="4409764" y="555057"/>
                  </a:lnTo>
                  <a:lnTo>
                    <a:pt x="4392935" y="555272"/>
                  </a:lnTo>
                  <a:lnTo>
                    <a:pt x="4387302" y="555337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55" name="pl555"/>
            <p:cNvSpPr/>
            <p:nvPr/>
          </p:nvSpPr>
          <p:spPr>
            <a:xfrm>
              <a:off x="546595" y="1006350"/>
              <a:ext cx="8234974" cy="555342"/>
            </a:xfrm>
            <a:custGeom>
              <a:avLst/>
              <a:pathLst>
                <a:path w="8234974" h="555342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5" y="150"/>
                  </a:lnTo>
                  <a:lnTo>
                    <a:pt x="569592" y="514"/>
                  </a:lnTo>
                  <a:lnTo>
                    <a:pt x="606713" y="1228"/>
                  </a:lnTo>
                  <a:lnTo>
                    <a:pt x="660842" y="2395"/>
                  </a:lnTo>
                  <a:lnTo>
                    <a:pt x="730535" y="4089"/>
                  </a:lnTo>
                  <a:lnTo>
                    <a:pt x="812407" y="6351"/>
                  </a:lnTo>
                  <a:lnTo>
                    <a:pt x="901997" y="9190"/>
                  </a:lnTo>
                  <a:lnTo>
                    <a:pt x="994739" y="12597"/>
                  </a:lnTo>
                  <a:lnTo>
                    <a:pt x="1086705" y="16557"/>
                  </a:lnTo>
                  <a:lnTo>
                    <a:pt x="1175010" y="21068"/>
                  </a:lnTo>
                  <a:lnTo>
                    <a:pt x="1257878" y="26144"/>
                  </a:lnTo>
                  <a:lnTo>
                    <a:pt x="1334502" y="31824"/>
                  </a:lnTo>
                  <a:lnTo>
                    <a:pt x="1404814" y="38175"/>
                  </a:lnTo>
                  <a:lnTo>
                    <a:pt x="1469248" y="45286"/>
                  </a:lnTo>
                  <a:lnTo>
                    <a:pt x="1528552" y="53270"/>
                  </a:lnTo>
                  <a:lnTo>
                    <a:pt x="1583635" y="62255"/>
                  </a:lnTo>
                  <a:lnTo>
                    <a:pt x="1635460" y="72370"/>
                  </a:lnTo>
                  <a:lnTo>
                    <a:pt x="1684956" y="83725"/>
                  </a:lnTo>
                  <a:lnTo>
                    <a:pt x="1719082" y="92557"/>
                  </a:lnTo>
                  <a:lnTo>
                    <a:pt x="1770052" y="107234"/>
                  </a:lnTo>
                  <a:lnTo>
                    <a:pt x="1820529" y="123454"/>
                  </a:lnTo>
                  <a:lnTo>
                    <a:pt x="1871060" y="141239"/>
                  </a:lnTo>
                  <a:lnTo>
                    <a:pt x="1922010" y="160552"/>
                  </a:lnTo>
                  <a:lnTo>
                    <a:pt x="1973586" y="181293"/>
                  </a:lnTo>
                  <a:lnTo>
                    <a:pt x="2025860" y="203297"/>
                  </a:lnTo>
                  <a:lnTo>
                    <a:pt x="2078784" y="226331"/>
                  </a:lnTo>
                  <a:lnTo>
                    <a:pt x="2132213" y="250105"/>
                  </a:lnTo>
                  <a:lnTo>
                    <a:pt x="2185932" y="274288"/>
                  </a:lnTo>
                  <a:lnTo>
                    <a:pt x="2239688" y="298522"/>
                  </a:lnTo>
                  <a:lnTo>
                    <a:pt x="2293222" y="322445"/>
                  </a:lnTo>
                  <a:lnTo>
                    <a:pt x="2346304" y="345717"/>
                  </a:lnTo>
                  <a:lnTo>
                    <a:pt x="2398769" y="368033"/>
                  </a:lnTo>
                  <a:lnTo>
                    <a:pt x="2450538" y="389146"/>
                  </a:lnTo>
                  <a:lnTo>
                    <a:pt x="2501648" y="408870"/>
                  </a:lnTo>
                  <a:lnTo>
                    <a:pt x="2552266" y="427087"/>
                  </a:lnTo>
                  <a:lnTo>
                    <a:pt x="2602712" y="443744"/>
                  </a:lnTo>
                  <a:lnTo>
                    <a:pt x="2653477" y="458846"/>
                  </a:lnTo>
                  <a:lnTo>
                    <a:pt x="2667772" y="462785"/>
                  </a:lnTo>
                  <a:lnTo>
                    <a:pt x="2716117" y="475055"/>
                  </a:lnTo>
                  <a:lnTo>
                    <a:pt x="2766200" y="486040"/>
                  </a:lnTo>
                  <a:lnTo>
                    <a:pt x="2818874" y="495813"/>
                  </a:lnTo>
                  <a:lnTo>
                    <a:pt x="2875087" y="504493"/>
                  </a:lnTo>
                  <a:lnTo>
                    <a:pt x="2935795" y="512210"/>
                  </a:lnTo>
                  <a:lnTo>
                    <a:pt x="3001874" y="519089"/>
                  </a:lnTo>
                  <a:lnTo>
                    <a:pt x="3073996" y="525237"/>
                  </a:lnTo>
                  <a:lnTo>
                    <a:pt x="3152473" y="530735"/>
                  </a:lnTo>
                  <a:lnTo>
                    <a:pt x="3237046" y="535644"/>
                  </a:lnTo>
                  <a:lnTo>
                    <a:pt x="3326648" y="539994"/>
                  </a:lnTo>
                  <a:lnTo>
                    <a:pt x="3419188" y="543794"/>
                  </a:lnTo>
                  <a:lnTo>
                    <a:pt x="3511457" y="547037"/>
                  </a:lnTo>
                  <a:lnTo>
                    <a:pt x="3599284" y="549708"/>
                  </a:lnTo>
                  <a:lnTo>
                    <a:pt x="3678041" y="551803"/>
                  </a:lnTo>
                  <a:lnTo>
                    <a:pt x="3743482" y="553338"/>
                  </a:lnTo>
                  <a:lnTo>
                    <a:pt x="3792706" y="554364"/>
                  </a:lnTo>
                  <a:lnTo>
                    <a:pt x="3824950" y="554965"/>
                  </a:lnTo>
                  <a:lnTo>
                    <a:pt x="3841920" y="555249"/>
                  </a:lnTo>
                  <a:lnTo>
                    <a:pt x="3847648" y="555335"/>
                  </a:lnTo>
                  <a:lnTo>
                    <a:pt x="3848118" y="555342"/>
                  </a:lnTo>
                  <a:lnTo>
                    <a:pt x="4386855" y="555342"/>
                  </a:lnTo>
                  <a:lnTo>
                    <a:pt x="4388155" y="555328"/>
                  </a:lnTo>
                  <a:lnTo>
                    <a:pt x="4396632" y="555227"/>
                  </a:lnTo>
                  <a:lnTo>
                    <a:pt x="4417765" y="554948"/>
                  </a:lnTo>
                  <a:lnTo>
                    <a:pt x="4454948" y="554401"/>
                  </a:lnTo>
                  <a:lnTo>
                    <a:pt x="4509159" y="553507"/>
                  </a:lnTo>
                  <a:lnTo>
                    <a:pt x="4578946" y="552209"/>
                  </a:lnTo>
                  <a:lnTo>
                    <a:pt x="4660910" y="550476"/>
                  </a:lnTo>
                  <a:lnTo>
                    <a:pt x="4750583" y="548302"/>
                  </a:lnTo>
                  <a:lnTo>
                    <a:pt x="4843389" y="545693"/>
                  </a:lnTo>
                  <a:lnTo>
                    <a:pt x="4935399" y="542660"/>
                  </a:lnTo>
                  <a:lnTo>
                    <a:pt x="5023729" y="539205"/>
                  </a:lnTo>
                  <a:lnTo>
                    <a:pt x="5106606" y="535318"/>
                  </a:lnTo>
                  <a:lnTo>
                    <a:pt x="5183228" y="530968"/>
                  </a:lnTo>
                  <a:lnTo>
                    <a:pt x="5253531" y="526103"/>
                  </a:lnTo>
                  <a:lnTo>
                    <a:pt x="5317955" y="520656"/>
                  </a:lnTo>
                  <a:lnTo>
                    <a:pt x="5377251" y="514540"/>
                  </a:lnTo>
                  <a:lnTo>
                    <a:pt x="5432330" y="507656"/>
                  </a:lnTo>
                  <a:lnTo>
                    <a:pt x="5484156" y="499906"/>
                  </a:lnTo>
                  <a:lnTo>
                    <a:pt x="5533661" y="491206"/>
                  </a:lnTo>
                  <a:lnTo>
                    <a:pt x="5567201" y="484563"/>
                  </a:lnTo>
                  <a:lnTo>
                    <a:pt x="5618890" y="473171"/>
                  </a:lnTo>
                  <a:lnTo>
                    <a:pt x="5670081" y="460565"/>
                  </a:lnTo>
                  <a:lnTo>
                    <a:pt x="5721341" y="446729"/>
                  </a:lnTo>
                  <a:lnTo>
                    <a:pt x="5773042" y="431693"/>
                  </a:lnTo>
                  <a:lnTo>
                    <a:pt x="5825396" y="415540"/>
                  </a:lnTo>
                  <a:lnTo>
                    <a:pt x="5878468" y="398405"/>
                  </a:lnTo>
                  <a:lnTo>
                    <a:pt x="5932198" y="380478"/>
                  </a:lnTo>
                  <a:lnTo>
                    <a:pt x="5986429" y="361993"/>
                  </a:lnTo>
                  <a:lnTo>
                    <a:pt x="6040930" y="343218"/>
                  </a:lnTo>
                  <a:lnTo>
                    <a:pt x="6095434" y="324440"/>
                  </a:lnTo>
                  <a:lnTo>
                    <a:pt x="6149673" y="305945"/>
                  </a:lnTo>
                  <a:lnTo>
                    <a:pt x="6203417" y="288002"/>
                  </a:lnTo>
                  <a:lnTo>
                    <a:pt x="6256505" y="270847"/>
                  </a:lnTo>
                  <a:lnTo>
                    <a:pt x="6308875" y="254670"/>
                  </a:lnTo>
                  <a:lnTo>
                    <a:pt x="6360589" y="239608"/>
                  </a:lnTo>
                  <a:lnTo>
                    <a:pt x="6411855" y="225744"/>
                  </a:lnTo>
                  <a:lnTo>
                    <a:pt x="6463043" y="213110"/>
                  </a:lnTo>
                  <a:lnTo>
                    <a:pt x="6514712" y="201692"/>
                  </a:lnTo>
                  <a:lnTo>
                    <a:pt x="6515891" y="201447"/>
                  </a:lnTo>
                  <a:lnTo>
                    <a:pt x="6564267" y="192059"/>
                  </a:lnTo>
                  <a:lnTo>
                    <a:pt x="6614384" y="183654"/>
                  </a:lnTo>
                  <a:lnTo>
                    <a:pt x="6667096" y="176177"/>
                  </a:lnTo>
                  <a:lnTo>
                    <a:pt x="6723354" y="169537"/>
                  </a:lnTo>
                  <a:lnTo>
                    <a:pt x="6784115" y="163634"/>
                  </a:lnTo>
                  <a:lnTo>
                    <a:pt x="6850256" y="158372"/>
                  </a:lnTo>
                  <a:lnTo>
                    <a:pt x="6922450" y="153670"/>
                  </a:lnTo>
                  <a:lnTo>
                    <a:pt x="7001007" y="149465"/>
                  </a:lnTo>
                  <a:lnTo>
                    <a:pt x="7085664" y="145711"/>
                  </a:lnTo>
                  <a:lnTo>
                    <a:pt x="7175348" y="142386"/>
                  </a:lnTo>
                  <a:lnTo>
                    <a:pt x="7267957" y="139480"/>
                  </a:lnTo>
                  <a:lnTo>
                    <a:pt x="7360268" y="137002"/>
                  </a:lnTo>
                  <a:lnTo>
                    <a:pt x="7448097" y="134962"/>
                  </a:lnTo>
                  <a:lnTo>
                    <a:pt x="7526807" y="133362"/>
                  </a:lnTo>
                  <a:lnTo>
                    <a:pt x="7592149" y="132192"/>
                  </a:lnTo>
                  <a:lnTo>
                    <a:pt x="7641237" y="131410"/>
                  </a:lnTo>
                  <a:lnTo>
                    <a:pt x="7673329" y="130953"/>
                  </a:lnTo>
                  <a:lnTo>
                    <a:pt x="7690158" y="130738"/>
                  </a:lnTo>
                  <a:lnTo>
                    <a:pt x="7695790" y="130673"/>
                  </a:lnTo>
                  <a:lnTo>
                    <a:pt x="7696237" y="130668"/>
                  </a:lnTo>
                  <a:lnTo>
                    <a:pt x="8234974" y="1306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6" name="pl556"/>
            <p:cNvSpPr/>
            <p:nvPr/>
          </p:nvSpPr>
          <p:spPr>
            <a:xfrm>
              <a:off x="546595" y="1000905"/>
              <a:ext cx="8234974" cy="555342"/>
            </a:xfrm>
            <a:custGeom>
              <a:avLst/>
              <a:pathLst>
                <a:path w="8234974" h="555342">
                  <a:moveTo>
                    <a:pt x="8234974" y="130668"/>
                  </a:moveTo>
                  <a:lnTo>
                    <a:pt x="7696237" y="130668"/>
                  </a:lnTo>
                  <a:lnTo>
                    <a:pt x="7694938" y="130682"/>
                  </a:lnTo>
                  <a:lnTo>
                    <a:pt x="7686461" y="130783"/>
                  </a:lnTo>
                  <a:lnTo>
                    <a:pt x="7665327" y="131062"/>
                  </a:lnTo>
                  <a:lnTo>
                    <a:pt x="7628144" y="131609"/>
                  </a:lnTo>
                  <a:lnTo>
                    <a:pt x="7573934" y="132504"/>
                  </a:lnTo>
                  <a:lnTo>
                    <a:pt x="7504146" y="133802"/>
                  </a:lnTo>
                  <a:lnTo>
                    <a:pt x="7422182" y="135534"/>
                  </a:lnTo>
                  <a:lnTo>
                    <a:pt x="7332509" y="137709"/>
                  </a:lnTo>
                  <a:lnTo>
                    <a:pt x="7239703" y="140318"/>
                  </a:lnTo>
                  <a:lnTo>
                    <a:pt x="7147693" y="143351"/>
                  </a:lnTo>
                  <a:lnTo>
                    <a:pt x="7059364" y="146805"/>
                  </a:lnTo>
                  <a:lnTo>
                    <a:pt x="6976487" y="150692"/>
                  </a:lnTo>
                  <a:lnTo>
                    <a:pt x="6899865" y="155043"/>
                  </a:lnTo>
                  <a:lnTo>
                    <a:pt x="6829562" y="159907"/>
                  </a:lnTo>
                  <a:lnTo>
                    <a:pt x="6765137" y="165354"/>
                  </a:lnTo>
                  <a:lnTo>
                    <a:pt x="6705841" y="171471"/>
                  </a:lnTo>
                  <a:lnTo>
                    <a:pt x="6650763" y="178354"/>
                  </a:lnTo>
                  <a:lnTo>
                    <a:pt x="6598936" y="186104"/>
                  </a:lnTo>
                  <a:lnTo>
                    <a:pt x="6549431" y="194804"/>
                  </a:lnTo>
                  <a:lnTo>
                    <a:pt x="6515891" y="201447"/>
                  </a:lnTo>
                  <a:lnTo>
                    <a:pt x="6464203" y="212839"/>
                  </a:lnTo>
                  <a:lnTo>
                    <a:pt x="6413011" y="225445"/>
                  </a:lnTo>
                  <a:lnTo>
                    <a:pt x="6361752" y="239281"/>
                  </a:lnTo>
                  <a:lnTo>
                    <a:pt x="6310050" y="254317"/>
                  </a:lnTo>
                  <a:lnTo>
                    <a:pt x="6257696" y="270470"/>
                  </a:lnTo>
                  <a:lnTo>
                    <a:pt x="6204625" y="287605"/>
                  </a:lnTo>
                  <a:lnTo>
                    <a:pt x="6150894" y="305532"/>
                  </a:lnTo>
                  <a:lnTo>
                    <a:pt x="6096664" y="324017"/>
                  </a:lnTo>
                  <a:lnTo>
                    <a:pt x="6042163" y="342792"/>
                  </a:lnTo>
                  <a:lnTo>
                    <a:pt x="5987659" y="361571"/>
                  </a:lnTo>
                  <a:lnTo>
                    <a:pt x="5933419" y="380066"/>
                  </a:lnTo>
                  <a:lnTo>
                    <a:pt x="5879675" y="398008"/>
                  </a:lnTo>
                  <a:lnTo>
                    <a:pt x="5826588" y="415163"/>
                  </a:lnTo>
                  <a:lnTo>
                    <a:pt x="5774218" y="431340"/>
                  </a:lnTo>
                  <a:lnTo>
                    <a:pt x="5722503" y="446402"/>
                  </a:lnTo>
                  <a:lnTo>
                    <a:pt x="5671237" y="460266"/>
                  </a:lnTo>
                  <a:lnTo>
                    <a:pt x="5620050" y="472900"/>
                  </a:lnTo>
                  <a:lnTo>
                    <a:pt x="5568380" y="484319"/>
                  </a:lnTo>
                  <a:lnTo>
                    <a:pt x="5567201" y="484563"/>
                  </a:lnTo>
                  <a:lnTo>
                    <a:pt x="5518826" y="493951"/>
                  </a:lnTo>
                  <a:lnTo>
                    <a:pt x="5468709" y="502356"/>
                  </a:lnTo>
                  <a:lnTo>
                    <a:pt x="5415996" y="509833"/>
                  </a:lnTo>
                  <a:lnTo>
                    <a:pt x="5359739" y="516473"/>
                  </a:lnTo>
                  <a:lnTo>
                    <a:pt x="5298977" y="522377"/>
                  </a:lnTo>
                  <a:lnTo>
                    <a:pt x="5232836" y="527638"/>
                  </a:lnTo>
                  <a:lnTo>
                    <a:pt x="5160642" y="532340"/>
                  </a:lnTo>
                  <a:lnTo>
                    <a:pt x="5082086" y="536545"/>
                  </a:lnTo>
                  <a:lnTo>
                    <a:pt x="4997428" y="540299"/>
                  </a:lnTo>
                  <a:lnTo>
                    <a:pt x="4907744" y="543625"/>
                  </a:lnTo>
                  <a:lnTo>
                    <a:pt x="4815136" y="546530"/>
                  </a:lnTo>
                  <a:lnTo>
                    <a:pt x="4722825" y="549008"/>
                  </a:lnTo>
                  <a:lnTo>
                    <a:pt x="4634996" y="551049"/>
                  </a:lnTo>
                  <a:lnTo>
                    <a:pt x="4556286" y="552648"/>
                  </a:lnTo>
                  <a:lnTo>
                    <a:pt x="4490943" y="553819"/>
                  </a:lnTo>
                  <a:lnTo>
                    <a:pt x="4441855" y="554600"/>
                  </a:lnTo>
                  <a:lnTo>
                    <a:pt x="4409764" y="555057"/>
                  </a:lnTo>
                  <a:lnTo>
                    <a:pt x="4392935" y="555272"/>
                  </a:lnTo>
                  <a:lnTo>
                    <a:pt x="4387302" y="555337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7" name="pg557"/>
            <p:cNvSpPr/>
            <p:nvPr/>
          </p:nvSpPr>
          <p:spPr>
            <a:xfrm>
              <a:off x="546595" y="1006350"/>
              <a:ext cx="8234974" cy="560787"/>
            </a:xfrm>
            <a:custGeom>
              <a:avLst/>
              <a:pathLst>
                <a:path w="8234974" h="560787">
                  <a:moveTo>
                    <a:pt x="0" y="5444"/>
                  </a:moveTo>
                  <a:lnTo>
                    <a:pt x="538736" y="5444"/>
                  </a:lnTo>
                  <a:lnTo>
                    <a:pt x="540033" y="5462"/>
                  </a:lnTo>
                  <a:lnTo>
                    <a:pt x="548495" y="5594"/>
                  </a:lnTo>
                  <a:lnTo>
                    <a:pt x="569592" y="5958"/>
                  </a:lnTo>
                  <a:lnTo>
                    <a:pt x="606713" y="6672"/>
                  </a:lnTo>
                  <a:lnTo>
                    <a:pt x="660842" y="7839"/>
                  </a:lnTo>
                  <a:lnTo>
                    <a:pt x="730535" y="9534"/>
                  </a:lnTo>
                  <a:lnTo>
                    <a:pt x="812407" y="11796"/>
                  </a:lnTo>
                  <a:lnTo>
                    <a:pt x="901997" y="14635"/>
                  </a:lnTo>
                  <a:lnTo>
                    <a:pt x="994739" y="18041"/>
                  </a:lnTo>
                  <a:lnTo>
                    <a:pt x="1086705" y="22002"/>
                  </a:lnTo>
                  <a:lnTo>
                    <a:pt x="1175010" y="26512"/>
                  </a:lnTo>
                  <a:lnTo>
                    <a:pt x="1257878" y="31588"/>
                  </a:lnTo>
                  <a:lnTo>
                    <a:pt x="1334502" y="37269"/>
                  </a:lnTo>
                  <a:lnTo>
                    <a:pt x="1404814" y="43619"/>
                  </a:lnTo>
                  <a:lnTo>
                    <a:pt x="1469248" y="50730"/>
                  </a:lnTo>
                  <a:lnTo>
                    <a:pt x="1528552" y="58715"/>
                  </a:lnTo>
                  <a:lnTo>
                    <a:pt x="1583635" y="67699"/>
                  </a:lnTo>
                  <a:lnTo>
                    <a:pt x="1635460" y="77814"/>
                  </a:lnTo>
                  <a:lnTo>
                    <a:pt x="1684956" y="89169"/>
                  </a:lnTo>
                  <a:lnTo>
                    <a:pt x="1719082" y="98001"/>
                  </a:lnTo>
                  <a:lnTo>
                    <a:pt x="1770052" y="112678"/>
                  </a:lnTo>
                  <a:lnTo>
                    <a:pt x="1820529" y="128899"/>
                  </a:lnTo>
                  <a:lnTo>
                    <a:pt x="1871060" y="146684"/>
                  </a:lnTo>
                  <a:lnTo>
                    <a:pt x="1922010" y="165996"/>
                  </a:lnTo>
                  <a:lnTo>
                    <a:pt x="1973586" y="186738"/>
                  </a:lnTo>
                  <a:lnTo>
                    <a:pt x="2025860" y="208741"/>
                  </a:lnTo>
                  <a:lnTo>
                    <a:pt x="2078784" y="231775"/>
                  </a:lnTo>
                  <a:lnTo>
                    <a:pt x="2132213" y="255550"/>
                  </a:lnTo>
                  <a:lnTo>
                    <a:pt x="2185932" y="279733"/>
                  </a:lnTo>
                  <a:lnTo>
                    <a:pt x="2239688" y="303967"/>
                  </a:lnTo>
                  <a:lnTo>
                    <a:pt x="2293222" y="327890"/>
                  </a:lnTo>
                  <a:lnTo>
                    <a:pt x="2346304" y="351161"/>
                  </a:lnTo>
                  <a:lnTo>
                    <a:pt x="2398769" y="373478"/>
                  </a:lnTo>
                  <a:lnTo>
                    <a:pt x="2450538" y="394591"/>
                  </a:lnTo>
                  <a:lnTo>
                    <a:pt x="2501648" y="414315"/>
                  </a:lnTo>
                  <a:lnTo>
                    <a:pt x="2552266" y="432532"/>
                  </a:lnTo>
                  <a:lnTo>
                    <a:pt x="2602712" y="449188"/>
                  </a:lnTo>
                  <a:lnTo>
                    <a:pt x="2653477" y="464291"/>
                  </a:lnTo>
                  <a:lnTo>
                    <a:pt x="2667772" y="468229"/>
                  </a:lnTo>
                  <a:lnTo>
                    <a:pt x="2716117" y="480499"/>
                  </a:lnTo>
                  <a:lnTo>
                    <a:pt x="2766200" y="491484"/>
                  </a:lnTo>
                  <a:lnTo>
                    <a:pt x="2818874" y="501257"/>
                  </a:lnTo>
                  <a:lnTo>
                    <a:pt x="2875087" y="509937"/>
                  </a:lnTo>
                  <a:lnTo>
                    <a:pt x="2935795" y="517655"/>
                  </a:lnTo>
                  <a:lnTo>
                    <a:pt x="3001874" y="524534"/>
                  </a:lnTo>
                  <a:lnTo>
                    <a:pt x="3073996" y="530681"/>
                  </a:lnTo>
                  <a:lnTo>
                    <a:pt x="3152473" y="536180"/>
                  </a:lnTo>
                  <a:lnTo>
                    <a:pt x="3237046" y="541088"/>
                  </a:lnTo>
                  <a:lnTo>
                    <a:pt x="3326648" y="545438"/>
                  </a:lnTo>
                  <a:lnTo>
                    <a:pt x="3419188" y="549238"/>
                  </a:lnTo>
                  <a:lnTo>
                    <a:pt x="3511457" y="552481"/>
                  </a:lnTo>
                  <a:lnTo>
                    <a:pt x="3599284" y="555153"/>
                  </a:lnTo>
                  <a:lnTo>
                    <a:pt x="3678041" y="557247"/>
                  </a:lnTo>
                  <a:lnTo>
                    <a:pt x="3743482" y="558783"/>
                  </a:lnTo>
                  <a:lnTo>
                    <a:pt x="3792706" y="559809"/>
                  </a:lnTo>
                  <a:lnTo>
                    <a:pt x="3824950" y="560409"/>
                  </a:lnTo>
                  <a:lnTo>
                    <a:pt x="3841920" y="560693"/>
                  </a:lnTo>
                  <a:lnTo>
                    <a:pt x="3847648" y="560780"/>
                  </a:lnTo>
                  <a:lnTo>
                    <a:pt x="3848118" y="560787"/>
                  </a:lnTo>
                  <a:lnTo>
                    <a:pt x="4386855" y="560787"/>
                  </a:lnTo>
                  <a:lnTo>
                    <a:pt x="4388156" y="560776"/>
                  </a:lnTo>
                  <a:lnTo>
                    <a:pt x="4396643" y="560699"/>
                  </a:lnTo>
                  <a:lnTo>
                    <a:pt x="4417798" y="560488"/>
                  </a:lnTo>
                  <a:lnTo>
                    <a:pt x="4455018" y="560074"/>
                  </a:lnTo>
                  <a:lnTo>
                    <a:pt x="4509279" y="559397"/>
                  </a:lnTo>
                  <a:lnTo>
                    <a:pt x="4579122" y="558414"/>
                  </a:lnTo>
                  <a:lnTo>
                    <a:pt x="4661143" y="557102"/>
                  </a:lnTo>
                  <a:lnTo>
                    <a:pt x="4750865" y="555455"/>
                  </a:lnTo>
                  <a:lnTo>
                    <a:pt x="4843710" y="553480"/>
                  </a:lnTo>
                  <a:lnTo>
                    <a:pt x="4935747" y="551184"/>
                  </a:lnTo>
                  <a:lnTo>
                    <a:pt x="5024091" y="548569"/>
                  </a:lnTo>
                  <a:lnTo>
                    <a:pt x="5106973" y="545626"/>
                  </a:lnTo>
                  <a:lnTo>
                    <a:pt x="5183594" y="542332"/>
                  </a:lnTo>
                  <a:lnTo>
                    <a:pt x="5253892" y="538649"/>
                  </a:lnTo>
                  <a:lnTo>
                    <a:pt x="5318310" y="534525"/>
                  </a:lnTo>
                  <a:lnTo>
                    <a:pt x="5377601" y="529893"/>
                  </a:lnTo>
                  <a:lnTo>
                    <a:pt x="5432677" y="524680"/>
                  </a:lnTo>
                  <a:lnTo>
                    <a:pt x="5484505" y="518811"/>
                  </a:lnTo>
                  <a:lnTo>
                    <a:pt x="5534016" y="512223"/>
                  </a:lnTo>
                  <a:lnTo>
                    <a:pt x="5567201" y="507249"/>
                  </a:lnTo>
                  <a:lnTo>
                    <a:pt x="5619349" y="498551"/>
                  </a:lnTo>
                  <a:lnTo>
                    <a:pt x="5670996" y="488917"/>
                  </a:lnTo>
                  <a:lnTo>
                    <a:pt x="5722721" y="478337"/>
                  </a:lnTo>
                  <a:lnTo>
                    <a:pt x="5774903" y="466834"/>
                  </a:lnTo>
                  <a:lnTo>
                    <a:pt x="5827754" y="454474"/>
                  </a:lnTo>
                  <a:lnTo>
                    <a:pt x="5881335" y="441364"/>
                  </a:lnTo>
                  <a:lnTo>
                    <a:pt x="5935581" y="427653"/>
                  </a:lnTo>
                  <a:lnTo>
                    <a:pt x="5990322" y="413524"/>
                  </a:lnTo>
                  <a:lnTo>
                    <a:pt x="6045320" y="399188"/>
                  </a:lnTo>
                  <a:lnTo>
                    <a:pt x="6100299" y="384867"/>
                  </a:lnTo>
                  <a:lnTo>
                    <a:pt x="6154986" y="370783"/>
                  </a:lnTo>
                  <a:lnTo>
                    <a:pt x="6209148" y="357144"/>
                  </a:lnTo>
                  <a:lnTo>
                    <a:pt x="6262630" y="344129"/>
                  </a:lnTo>
                  <a:lnTo>
                    <a:pt x="6315383" y="331881"/>
                  </a:lnTo>
                  <a:lnTo>
                    <a:pt x="6367486" y="320502"/>
                  </a:lnTo>
                  <a:lnTo>
                    <a:pt x="6419174" y="310051"/>
                  </a:lnTo>
                  <a:lnTo>
                    <a:pt x="6470851" y="300547"/>
                  </a:lnTo>
                  <a:lnTo>
                    <a:pt x="6515891" y="293097"/>
                  </a:lnTo>
                  <a:lnTo>
                    <a:pt x="6564286" y="285993"/>
                  </a:lnTo>
                  <a:lnTo>
                    <a:pt x="6614423" y="279633"/>
                  </a:lnTo>
                  <a:lnTo>
                    <a:pt x="6667159" y="273976"/>
                  </a:lnTo>
                  <a:lnTo>
                    <a:pt x="6723443" y="268953"/>
                  </a:lnTo>
                  <a:lnTo>
                    <a:pt x="6784237" y="264486"/>
                  </a:lnTo>
                  <a:lnTo>
                    <a:pt x="6850415" y="260506"/>
                  </a:lnTo>
                  <a:lnTo>
                    <a:pt x="6922652" y="256949"/>
                  </a:lnTo>
                  <a:lnTo>
                    <a:pt x="7001258" y="253768"/>
                  </a:lnTo>
                  <a:lnTo>
                    <a:pt x="7085966" y="250929"/>
                  </a:lnTo>
                  <a:lnTo>
                    <a:pt x="7175700" y="248413"/>
                  </a:lnTo>
                  <a:lnTo>
                    <a:pt x="7268350" y="246216"/>
                  </a:lnTo>
                  <a:lnTo>
                    <a:pt x="7360686" y="244342"/>
                  </a:lnTo>
                  <a:lnTo>
                    <a:pt x="7448516" y="242800"/>
                  </a:lnTo>
                  <a:lnTo>
                    <a:pt x="7527197" y="241591"/>
                  </a:lnTo>
                  <a:lnTo>
                    <a:pt x="7592480" y="240707"/>
                  </a:lnTo>
                  <a:lnTo>
                    <a:pt x="7641485" y="240117"/>
                  </a:lnTo>
                  <a:lnTo>
                    <a:pt x="7673485" y="239773"/>
                  </a:lnTo>
                  <a:lnTo>
                    <a:pt x="7690229" y="239611"/>
                  </a:lnTo>
                  <a:lnTo>
                    <a:pt x="7695804" y="239562"/>
                  </a:lnTo>
                  <a:lnTo>
                    <a:pt x="7696237" y="239559"/>
                  </a:lnTo>
                  <a:lnTo>
                    <a:pt x="8234974" y="239559"/>
                  </a:lnTo>
                  <a:lnTo>
                    <a:pt x="8234974" y="234114"/>
                  </a:lnTo>
                  <a:lnTo>
                    <a:pt x="7696237" y="234114"/>
                  </a:lnTo>
                  <a:lnTo>
                    <a:pt x="7694936" y="234125"/>
                  </a:lnTo>
                  <a:lnTo>
                    <a:pt x="7686450" y="234202"/>
                  </a:lnTo>
                  <a:lnTo>
                    <a:pt x="7665294" y="234413"/>
                  </a:lnTo>
                  <a:lnTo>
                    <a:pt x="7628074" y="234827"/>
                  </a:lnTo>
                  <a:lnTo>
                    <a:pt x="7573814" y="235504"/>
                  </a:lnTo>
                  <a:lnTo>
                    <a:pt x="7503970" y="236487"/>
                  </a:lnTo>
                  <a:lnTo>
                    <a:pt x="7421949" y="237799"/>
                  </a:lnTo>
                  <a:lnTo>
                    <a:pt x="7332227" y="239445"/>
                  </a:lnTo>
                  <a:lnTo>
                    <a:pt x="7239382" y="241421"/>
                  </a:lnTo>
                  <a:lnTo>
                    <a:pt x="7147346" y="243717"/>
                  </a:lnTo>
                  <a:lnTo>
                    <a:pt x="7059002" y="246332"/>
                  </a:lnTo>
                  <a:lnTo>
                    <a:pt x="6976119" y="249275"/>
                  </a:lnTo>
                  <a:lnTo>
                    <a:pt x="6899499" y="252569"/>
                  </a:lnTo>
                  <a:lnTo>
                    <a:pt x="6829201" y="256252"/>
                  </a:lnTo>
                  <a:lnTo>
                    <a:pt x="6764782" y="260376"/>
                  </a:lnTo>
                  <a:lnTo>
                    <a:pt x="6705491" y="265008"/>
                  </a:lnTo>
                  <a:lnTo>
                    <a:pt x="6650415" y="270220"/>
                  </a:lnTo>
                  <a:lnTo>
                    <a:pt x="6598587" y="276090"/>
                  </a:lnTo>
                  <a:lnTo>
                    <a:pt x="6549077" y="282678"/>
                  </a:lnTo>
                  <a:lnTo>
                    <a:pt x="6515891" y="287652"/>
                  </a:lnTo>
                  <a:lnTo>
                    <a:pt x="6463744" y="296350"/>
                  </a:lnTo>
                  <a:lnTo>
                    <a:pt x="6412096" y="305984"/>
                  </a:lnTo>
                  <a:lnTo>
                    <a:pt x="6360372" y="316564"/>
                  </a:lnTo>
                  <a:lnTo>
                    <a:pt x="6308189" y="328067"/>
                  </a:lnTo>
                  <a:lnTo>
                    <a:pt x="6255338" y="340427"/>
                  </a:lnTo>
                  <a:lnTo>
                    <a:pt x="6201757" y="353537"/>
                  </a:lnTo>
                  <a:lnTo>
                    <a:pt x="6147512" y="367248"/>
                  </a:lnTo>
                  <a:lnTo>
                    <a:pt x="6092770" y="381377"/>
                  </a:lnTo>
                  <a:lnTo>
                    <a:pt x="6037772" y="395713"/>
                  </a:lnTo>
                  <a:lnTo>
                    <a:pt x="5982793" y="410034"/>
                  </a:lnTo>
                  <a:lnTo>
                    <a:pt x="5928107" y="424118"/>
                  </a:lnTo>
                  <a:lnTo>
                    <a:pt x="5873944" y="437757"/>
                  </a:lnTo>
                  <a:lnTo>
                    <a:pt x="5820462" y="450772"/>
                  </a:lnTo>
                  <a:lnTo>
                    <a:pt x="5767710" y="463020"/>
                  </a:lnTo>
                  <a:lnTo>
                    <a:pt x="5715606" y="474399"/>
                  </a:lnTo>
                  <a:lnTo>
                    <a:pt x="5663919" y="484850"/>
                  </a:lnTo>
                  <a:lnTo>
                    <a:pt x="5612242" y="494354"/>
                  </a:lnTo>
                  <a:lnTo>
                    <a:pt x="5567201" y="501804"/>
                  </a:lnTo>
                  <a:lnTo>
                    <a:pt x="5518807" y="508908"/>
                  </a:lnTo>
                  <a:lnTo>
                    <a:pt x="5468669" y="515268"/>
                  </a:lnTo>
                  <a:lnTo>
                    <a:pt x="5415934" y="520925"/>
                  </a:lnTo>
                  <a:lnTo>
                    <a:pt x="5359649" y="525948"/>
                  </a:lnTo>
                  <a:lnTo>
                    <a:pt x="5298856" y="530415"/>
                  </a:lnTo>
                  <a:lnTo>
                    <a:pt x="5232677" y="534395"/>
                  </a:lnTo>
                  <a:lnTo>
                    <a:pt x="5160440" y="537952"/>
                  </a:lnTo>
                  <a:lnTo>
                    <a:pt x="5081835" y="541133"/>
                  </a:lnTo>
                  <a:lnTo>
                    <a:pt x="4997126" y="543972"/>
                  </a:lnTo>
                  <a:lnTo>
                    <a:pt x="4907393" y="546488"/>
                  </a:lnTo>
                  <a:lnTo>
                    <a:pt x="4814743" y="548685"/>
                  </a:lnTo>
                  <a:lnTo>
                    <a:pt x="4722407" y="550559"/>
                  </a:lnTo>
                  <a:lnTo>
                    <a:pt x="4634577" y="552101"/>
                  </a:lnTo>
                  <a:lnTo>
                    <a:pt x="4555896" y="553310"/>
                  </a:lnTo>
                  <a:lnTo>
                    <a:pt x="4490612" y="554194"/>
                  </a:lnTo>
                  <a:lnTo>
                    <a:pt x="4441607" y="554784"/>
                  </a:lnTo>
                  <a:lnTo>
                    <a:pt x="4409608" y="555128"/>
                  </a:lnTo>
                  <a:lnTo>
                    <a:pt x="4392863" y="555290"/>
                  </a:lnTo>
                  <a:lnTo>
                    <a:pt x="4387289" y="555339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58" name="pl558"/>
            <p:cNvSpPr/>
            <p:nvPr/>
          </p:nvSpPr>
          <p:spPr>
            <a:xfrm>
              <a:off x="546595" y="1011794"/>
              <a:ext cx="8234974" cy="555342"/>
            </a:xfrm>
            <a:custGeom>
              <a:avLst/>
              <a:pathLst>
                <a:path w="8234974" h="555342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5" y="150"/>
                  </a:lnTo>
                  <a:lnTo>
                    <a:pt x="569592" y="514"/>
                  </a:lnTo>
                  <a:lnTo>
                    <a:pt x="606713" y="1228"/>
                  </a:lnTo>
                  <a:lnTo>
                    <a:pt x="660842" y="2395"/>
                  </a:lnTo>
                  <a:lnTo>
                    <a:pt x="730535" y="4089"/>
                  </a:lnTo>
                  <a:lnTo>
                    <a:pt x="812407" y="6351"/>
                  </a:lnTo>
                  <a:lnTo>
                    <a:pt x="901997" y="9190"/>
                  </a:lnTo>
                  <a:lnTo>
                    <a:pt x="994739" y="12597"/>
                  </a:lnTo>
                  <a:lnTo>
                    <a:pt x="1086705" y="16557"/>
                  </a:lnTo>
                  <a:lnTo>
                    <a:pt x="1175010" y="21068"/>
                  </a:lnTo>
                  <a:lnTo>
                    <a:pt x="1257878" y="26144"/>
                  </a:lnTo>
                  <a:lnTo>
                    <a:pt x="1334502" y="31824"/>
                  </a:lnTo>
                  <a:lnTo>
                    <a:pt x="1404814" y="38175"/>
                  </a:lnTo>
                  <a:lnTo>
                    <a:pt x="1469248" y="45286"/>
                  </a:lnTo>
                  <a:lnTo>
                    <a:pt x="1528552" y="53270"/>
                  </a:lnTo>
                  <a:lnTo>
                    <a:pt x="1583635" y="62255"/>
                  </a:lnTo>
                  <a:lnTo>
                    <a:pt x="1635460" y="72370"/>
                  </a:lnTo>
                  <a:lnTo>
                    <a:pt x="1684956" y="83725"/>
                  </a:lnTo>
                  <a:lnTo>
                    <a:pt x="1719082" y="92557"/>
                  </a:lnTo>
                  <a:lnTo>
                    <a:pt x="1770052" y="107234"/>
                  </a:lnTo>
                  <a:lnTo>
                    <a:pt x="1820529" y="123454"/>
                  </a:lnTo>
                  <a:lnTo>
                    <a:pt x="1871060" y="141239"/>
                  </a:lnTo>
                  <a:lnTo>
                    <a:pt x="1922010" y="160552"/>
                  </a:lnTo>
                  <a:lnTo>
                    <a:pt x="1973586" y="181293"/>
                  </a:lnTo>
                  <a:lnTo>
                    <a:pt x="2025860" y="203297"/>
                  </a:lnTo>
                  <a:lnTo>
                    <a:pt x="2078784" y="226331"/>
                  </a:lnTo>
                  <a:lnTo>
                    <a:pt x="2132213" y="250105"/>
                  </a:lnTo>
                  <a:lnTo>
                    <a:pt x="2185932" y="274288"/>
                  </a:lnTo>
                  <a:lnTo>
                    <a:pt x="2239688" y="298522"/>
                  </a:lnTo>
                  <a:lnTo>
                    <a:pt x="2293222" y="322445"/>
                  </a:lnTo>
                  <a:lnTo>
                    <a:pt x="2346304" y="345717"/>
                  </a:lnTo>
                  <a:lnTo>
                    <a:pt x="2398769" y="368033"/>
                  </a:lnTo>
                  <a:lnTo>
                    <a:pt x="2450538" y="389146"/>
                  </a:lnTo>
                  <a:lnTo>
                    <a:pt x="2501648" y="408870"/>
                  </a:lnTo>
                  <a:lnTo>
                    <a:pt x="2552266" y="427087"/>
                  </a:lnTo>
                  <a:lnTo>
                    <a:pt x="2602712" y="443744"/>
                  </a:lnTo>
                  <a:lnTo>
                    <a:pt x="2653477" y="458846"/>
                  </a:lnTo>
                  <a:lnTo>
                    <a:pt x="2667772" y="462785"/>
                  </a:lnTo>
                  <a:lnTo>
                    <a:pt x="2716117" y="475055"/>
                  </a:lnTo>
                  <a:lnTo>
                    <a:pt x="2766200" y="486040"/>
                  </a:lnTo>
                  <a:lnTo>
                    <a:pt x="2818874" y="495813"/>
                  </a:lnTo>
                  <a:lnTo>
                    <a:pt x="2875087" y="504493"/>
                  </a:lnTo>
                  <a:lnTo>
                    <a:pt x="2935795" y="512210"/>
                  </a:lnTo>
                  <a:lnTo>
                    <a:pt x="3001874" y="519089"/>
                  </a:lnTo>
                  <a:lnTo>
                    <a:pt x="3073996" y="525237"/>
                  </a:lnTo>
                  <a:lnTo>
                    <a:pt x="3152473" y="530735"/>
                  </a:lnTo>
                  <a:lnTo>
                    <a:pt x="3237046" y="535644"/>
                  </a:lnTo>
                  <a:lnTo>
                    <a:pt x="3326648" y="539994"/>
                  </a:lnTo>
                  <a:lnTo>
                    <a:pt x="3419188" y="543794"/>
                  </a:lnTo>
                  <a:lnTo>
                    <a:pt x="3511457" y="547037"/>
                  </a:lnTo>
                  <a:lnTo>
                    <a:pt x="3599284" y="549708"/>
                  </a:lnTo>
                  <a:lnTo>
                    <a:pt x="3678041" y="551803"/>
                  </a:lnTo>
                  <a:lnTo>
                    <a:pt x="3743482" y="553338"/>
                  </a:lnTo>
                  <a:lnTo>
                    <a:pt x="3792706" y="554364"/>
                  </a:lnTo>
                  <a:lnTo>
                    <a:pt x="3824950" y="554965"/>
                  </a:lnTo>
                  <a:lnTo>
                    <a:pt x="3841920" y="555249"/>
                  </a:lnTo>
                  <a:lnTo>
                    <a:pt x="3847648" y="555335"/>
                  </a:lnTo>
                  <a:lnTo>
                    <a:pt x="3848118" y="555342"/>
                  </a:lnTo>
                  <a:lnTo>
                    <a:pt x="4386855" y="555342"/>
                  </a:lnTo>
                  <a:lnTo>
                    <a:pt x="4388156" y="555331"/>
                  </a:lnTo>
                  <a:lnTo>
                    <a:pt x="4396643" y="555255"/>
                  </a:lnTo>
                  <a:lnTo>
                    <a:pt x="4417798" y="555044"/>
                  </a:lnTo>
                  <a:lnTo>
                    <a:pt x="4455018" y="554629"/>
                  </a:lnTo>
                  <a:lnTo>
                    <a:pt x="4509279" y="553952"/>
                  </a:lnTo>
                  <a:lnTo>
                    <a:pt x="4579122" y="552969"/>
                  </a:lnTo>
                  <a:lnTo>
                    <a:pt x="4661143" y="551657"/>
                  </a:lnTo>
                  <a:lnTo>
                    <a:pt x="4750865" y="550011"/>
                  </a:lnTo>
                  <a:lnTo>
                    <a:pt x="4843710" y="548036"/>
                  </a:lnTo>
                  <a:lnTo>
                    <a:pt x="4935747" y="545739"/>
                  </a:lnTo>
                  <a:lnTo>
                    <a:pt x="5024091" y="543124"/>
                  </a:lnTo>
                  <a:lnTo>
                    <a:pt x="5106973" y="540181"/>
                  </a:lnTo>
                  <a:lnTo>
                    <a:pt x="5183594" y="536888"/>
                  </a:lnTo>
                  <a:lnTo>
                    <a:pt x="5253892" y="533205"/>
                  </a:lnTo>
                  <a:lnTo>
                    <a:pt x="5318310" y="529080"/>
                  </a:lnTo>
                  <a:lnTo>
                    <a:pt x="5377601" y="524449"/>
                  </a:lnTo>
                  <a:lnTo>
                    <a:pt x="5432677" y="519236"/>
                  </a:lnTo>
                  <a:lnTo>
                    <a:pt x="5484505" y="513367"/>
                  </a:lnTo>
                  <a:lnTo>
                    <a:pt x="5534016" y="506778"/>
                  </a:lnTo>
                  <a:lnTo>
                    <a:pt x="5567201" y="501804"/>
                  </a:lnTo>
                  <a:lnTo>
                    <a:pt x="5619349" y="493106"/>
                  </a:lnTo>
                  <a:lnTo>
                    <a:pt x="5670996" y="483473"/>
                  </a:lnTo>
                  <a:lnTo>
                    <a:pt x="5722721" y="472893"/>
                  </a:lnTo>
                  <a:lnTo>
                    <a:pt x="5774903" y="461390"/>
                  </a:lnTo>
                  <a:lnTo>
                    <a:pt x="5827754" y="449030"/>
                  </a:lnTo>
                  <a:lnTo>
                    <a:pt x="5881335" y="435920"/>
                  </a:lnTo>
                  <a:lnTo>
                    <a:pt x="5935581" y="422208"/>
                  </a:lnTo>
                  <a:lnTo>
                    <a:pt x="5990322" y="408079"/>
                  </a:lnTo>
                  <a:lnTo>
                    <a:pt x="6045320" y="393743"/>
                  </a:lnTo>
                  <a:lnTo>
                    <a:pt x="6100299" y="379422"/>
                  </a:lnTo>
                  <a:lnTo>
                    <a:pt x="6154986" y="365339"/>
                  </a:lnTo>
                  <a:lnTo>
                    <a:pt x="6209148" y="351699"/>
                  </a:lnTo>
                  <a:lnTo>
                    <a:pt x="6262630" y="338684"/>
                  </a:lnTo>
                  <a:lnTo>
                    <a:pt x="6315383" y="326436"/>
                  </a:lnTo>
                  <a:lnTo>
                    <a:pt x="6367486" y="315057"/>
                  </a:lnTo>
                  <a:lnTo>
                    <a:pt x="6419174" y="304606"/>
                  </a:lnTo>
                  <a:lnTo>
                    <a:pt x="6470851" y="295103"/>
                  </a:lnTo>
                  <a:lnTo>
                    <a:pt x="6515891" y="287652"/>
                  </a:lnTo>
                  <a:lnTo>
                    <a:pt x="6564286" y="280548"/>
                  </a:lnTo>
                  <a:lnTo>
                    <a:pt x="6614423" y="274189"/>
                  </a:lnTo>
                  <a:lnTo>
                    <a:pt x="6667159" y="268532"/>
                  </a:lnTo>
                  <a:lnTo>
                    <a:pt x="6723443" y="263508"/>
                  </a:lnTo>
                  <a:lnTo>
                    <a:pt x="6784237" y="259042"/>
                  </a:lnTo>
                  <a:lnTo>
                    <a:pt x="6850415" y="255061"/>
                  </a:lnTo>
                  <a:lnTo>
                    <a:pt x="6922652" y="251504"/>
                  </a:lnTo>
                  <a:lnTo>
                    <a:pt x="7001258" y="248323"/>
                  </a:lnTo>
                  <a:lnTo>
                    <a:pt x="7085966" y="245484"/>
                  </a:lnTo>
                  <a:lnTo>
                    <a:pt x="7175700" y="242968"/>
                  </a:lnTo>
                  <a:lnTo>
                    <a:pt x="7268350" y="240771"/>
                  </a:lnTo>
                  <a:lnTo>
                    <a:pt x="7360686" y="238898"/>
                  </a:lnTo>
                  <a:lnTo>
                    <a:pt x="7448516" y="237355"/>
                  </a:lnTo>
                  <a:lnTo>
                    <a:pt x="7527197" y="236147"/>
                  </a:lnTo>
                  <a:lnTo>
                    <a:pt x="7592480" y="235262"/>
                  </a:lnTo>
                  <a:lnTo>
                    <a:pt x="7641485" y="234673"/>
                  </a:lnTo>
                  <a:lnTo>
                    <a:pt x="7673485" y="234328"/>
                  </a:lnTo>
                  <a:lnTo>
                    <a:pt x="7690229" y="234167"/>
                  </a:lnTo>
                  <a:lnTo>
                    <a:pt x="7695804" y="234118"/>
                  </a:lnTo>
                  <a:lnTo>
                    <a:pt x="7696237" y="234114"/>
                  </a:lnTo>
                  <a:lnTo>
                    <a:pt x="8234974" y="2341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9" name="pl559"/>
            <p:cNvSpPr/>
            <p:nvPr/>
          </p:nvSpPr>
          <p:spPr>
            <a:xfrm>
              <a:off x="546595" y="1006350"/>
              <a:ext cx="8234974" cy="555342"/>
            </a:xfrm>
            <a:custGeom>
              <a:avLst/>
              <a:pathLst>
                <a:path w="8234974" h="555342">
                  <a:moveTo>
                    <a:pt x="8234974" y="234114"/>
                  </a:moveTo>
                  <a:lnTo>
                    <a:pt x="7696237" y="234114"/>
                  </a:lnTo>
                  <a:lnTo>
                    <a:pt x="7694936" y="234125"/>
                  </a:lnTo>
                  <a:lnTo>
                    <a:pt x="7686450" y="234202"/>
                  </a:lnTo>
                  <a:lnTo>
                    <a:pt x="7665294" y="234413"/>
                  </a:lnTo>
                  <a:lnTo>
                    <a:pt x="7628074" y="234827"/>
                  </a:lnTo>
                  <a:lnTo>
                    <a:pt x="7573814" y="235504"/>
                  </a:lnTo>
                  <a:lnTo>
                    <a:pt x="7503970" y="236487"/>
                  </a:lnTo>
                  <a:lnTo>
                    <a:pt x="7421949" y="237799"/>
                  </a:lnTo>
                  <a:lnTo>
                    <a:pt x="7332227" y="239445"/>
                  </a:lnTo>
                  <a:lnTo>
                    <a:pt x="7239382" y="241421"/>
                  </a:lnTo>
                  <a:lnTo>
                    <a:pt x="7147346" y="243717"/>
                  </a:lnTo>
                  <a:lnTo>
                    <a:pt x="7059002" y="246332"/>
                  </a:lnTo>
                  <a:lnTo>
                    <a:pt x="6976119" y="249275"/>
                  </a:lnTo>
                  <a:lnTo>
                    <a:pt x="6899499" y="252569"/>
                  </a:lnTo>
                  <a:lnTo>
                    <a:pt x="6829201" y="256252"/>
                  </a:lnTo>
                  <a:lnTo>
                    <a:pt x="6764782" y="260376"/>
                  </a:lnTo>
                  <a:lnTo>
                    <a:pt x="6705491" y="265008"/>
                  </a:lnTo>
                  <a:lnTo>
                    <a:pt x="6650415" y="270220"/>
                  </a:lnTo>
                  <a:lnTo>
                    <a:pt x="6598587" y="276090"/>
                  </a:lnTo>
                  <a:lnTo>
                    <a:pt x="6549077" y="282678"/>
                  </a:lnTo>
                  <a:lnTo>
                    <a:pt x="6515891" y="287652"/>
                  </a:lnTo>
                  <a:lnTo>
                    <a:pt x="6463744" y="296350"/>
                  </a:lnTo>
                  <a:lnTo>
                    <a:pt x="6412096" y="305984"/>
                  </a:lnTo>
                  <a:lnTo>
                    <a:pt x="6360372" y="316564"/>
                  </a:lnTo>
                  <a:lnTo>
                    <a:pt x="6308189" y="328067"/>
                  </a:lnTo>
                  <a:lnTo>
                    <a:pt x="6255338" y="340427"/>
                  </a:lnTo>
                  <a:lnTo>
                    <a:pt x="6201757" y="353537"/>
                  </a:lnTo>
                  <a:lnTo>
                    <a:pt x="6147512" y="367248"/>
                  </a:lnTo>
                  <a:lnTo>
                    <a:pt x="6092770" y="381377"/>
                  </a:lnTo>
                  <a:lnTo>
                    <a:pt x="6037772" y="395713"/>
                  </a:lnTo>
                  <a:lnTo>
                    <a:pt x="5982793" y="410034"/>
                  </a:lnTo>
                  <a:lnTo>
                    <a:pt x="5928107" y="424118"/>
                  </a:lnTo>
                  <a:lnTo>
                    <a:pt x="5873944" y="437757"/>
                  </a:lnTo>
                  <a:lnTo>
                    <a:pt x="5820462" y="450772"/>
                  </a:lnTo>
                  <a:lnTo>
                    <a:pt x="5767710" y="463020"/>
                  </a:lnTo>
                  <a:lnTo>
                    <a:pt x="5715606" y="474399"/>
                  </a:lnTo>
                  <a:lnTo>
                    <a:pt x="5663919" y="484850"/>
                  </a:lnTo>
                  <a:lnTo>
                    <a:pt x="5612242" y="494354"/>
                  </a:lnTo>
                  <a:lnTo>
                    <a:pt x="5567201" y="501804"/>
                  </a:lnTo>
                  <a:lnTo>
                    <a:pt x="5518807" y="508908"/>
                  </a:lnTo>
                  <a:lnTo>
                    <a:pt x="5468669" y="515268"/>
                  </a:lnTo>
                  <a:lnTo>
                    <a:pt x="5415934" y="520925"/>
                  </a:lnTo>
                  <a:lnTo>
                    <a:pt x="5359649" y="525948"/>
                  </a:lnTo>
                  <a:lnTo>
                    <a:pt x="5298856" y="530415"/>
                  </a:lnTo>
                  <a:lnTo>
                    <a:pt x="5232677" y="534395"/>
                  </a:lnTo>
                  <a:lnTo>
                    <a:pt x="5160440" y="537952"/>
                  </a:lnTo>
                  <a:lnTo>
                    <a:pt x="5081835" y="541133"/>
                  </a:lnTo>
                  <a:lnTo>
                    <a:pt x="4997126" y="543972"/>
                  </a:lnTo>
                  <a:lnTo>
                    <a:pt x="4907393" y="546488"/>
                  </a:lnTo>
                  <a:lnTo>
                    <a:pt x="4814743" y="548685"/>
                  </a:lnTo>
                  <a:lnTo>
                    <a:pt x="4722407" y="550559"/>
                  </a:lnTo>
                  <a:lnTo>
                    <a:pt x="4634577" y="552101"/>
                  </a:lnTo>
                  <a:lnTo>
                    <a:pt x="4555896" y="553310"/>
                  </a:lnTo>
                  <a:lnTo>
                    <a:pt x="4490612" y="554194"/>
                  </a:lnTo>
                  <a:lnTo>
                    <a:pt x="4441607" y="554784"/>
                  </a:lnTo>
                  <a:lnTo>
                    <a:pt x="4409608" y="555128"/>
                  </a:lnTo>
                  <a:lnTo>
                    <a:pt x="4392863" y="555290"/>
                  </a:lnTo>
                  <a:lnTo>
                    <a:pt x="4387289" y="555339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0" name="pg560"/>
            <p:cNvSpPr/>
            <p:nvPr/>
          </p:nvSpPr>
          <p:spPr>
            <a:xfrm>
              <a:off x="546595" y="1011794"/>
              <a:ext cx="8234974" cy="566231"/>
            </a:xfrm>
            <a:custGeom>
              <a:avLst/>
              <a:pathLst>
                <a:path w="8234974" h="566231">
                  <a:moveTo>
                    <a:pt x="0" y="10889"/>
                  </a:moveTo>
                  <a:lnTo>
                    <a:pt x="538736" y="10889"/>
                  </a:lnTo>
                  <a:lnTo>
                    <a:pt x="540033" y="10907"/>
                  </a:lnTo>
                  <a:lnTo>
                    <a:pt x="548495" y="11039"/>
                  </a:lnTo>
                  <a:lnTo>
                    <a:pt x="569592" y="11403"/>
                  </a:lnTo>
                  <a:lnTo>
                    <a:pt x="606713" y="12117"/>
                  </a:lnTo>
                  <a:lnTo>
                    <a:pt x="660842" y="13284"/>
                  </a:lnTo>
                  <a:lnTo>
                    <a:pt x="730535" y="14978"/>
                  </a:lnTo>
                  <a:lnTo>
                    <a:pt x="812407" y="17240"/>
                  </a:lnTo>
                  <a:lnTo>
                    <a:pt x="901997" y="20079"/>
                  </a:lnTo>
                  <a:lnTo>
                    <a:pt x="994739" y="23486"/>
                  </a:lnTo>
                  <a:lnTo>
                    <a:pt x="1086705" y="27446"/>
                  </a:lnTo>
                  <a:lnTo>
                    <a:pt x="1175010" y="31957"/>
                  </a:lnTo>
                  <a:lnTo>
                    <a:pt x="1257878" y="37033"/>
                  </a:lnTo>
                  <a:lnTo>
                    <a:pt x="1334502" y="42713"/>
                  </a:lnTo>
                  <a:lnTo>
                    <a:pt x="1404814" y="49064"/>
                  </a:lnTo>
                  <a:lnTo>
                    <a:pt x="1469248" y="56175"/>
                  </a:lnTo>
                  <a:lnTo>
                    <a:pt x="1528552" y="64159"/>
                  </a:lnTo>
                  <a:lnTo>
                    <a:pt x="1583635" y="73144"/>
                  </a:lnTo>
                  <a:lnTo>
                    <a:pt x="1635460" y="83259"/>
                  </a:lnTo>
                  <a:lnTo>
                    <a:pt x="1684956" y="94614"/>
                  </a:lnTo>
                  <a:lnTo>
                    <a:pt x="1719082" y="103446"/>
                  </a:lnTo>
                  <a:lnTo>
                    <a:pt x="1770052" y="118123"/>
                  </a:lnTo>
                  <a:lnTo>
                    <a:pt x="1820529" y="134343"/>
                  </a:lnTo>
                  <a:lnTo>
                    <a:pt x="1871060" y="152128"/>
                  </a:lnTo>
                  <a:lnTo>
                    <a:pt x="1922010" y="171441"/>
                  </a:lnTo>
                  <a:lnTo>
                    <a:pt x="1973586" y="192182"/>
                  </a:lnTo>
                  <a:lnTo>
                    <a:pt x="2025860" y="214186"/>
                  </a:lnTo>
                  <a:lnTo>
                    <a:pt x="2078784" y="237220"/>
                  </a:lnTo>
                  <a:lnTo>
                    <a:pt x="2132213" y="260994"/>
                  </a:lnTo>
                  <a:lnTo>
                    <a:pt x="2185932" y="285177"/>
                  </a:lnTo>
                  <a:lnTo>
                    <a:pt x="2239688" y="309411"/>
                  </a:lnTo>
                  <a:lnTo>
                    <a:pt x="2293222" y="333335"/>
                  </a:lnTo>
                  <a:lnTo>
                    <a:pt x="2346304" y="356606"/>
                  </a:lnTo>
                  <a:lnTo>
                    <a:pt x="2398769" y="378923"/>
                  </a:lnTo>
                  <a:lnTo>
                    <a:pt x="2450538" y="400035"/>
                  </a:lnTo>
                  <a:lnTo>
                    <a:pt x="2501648" y="419759"/>
                  </a:lnTo>
                  <a:lnTo>
                    <a:pt x="2552266" y="437976"/>
                  </a:lnTo>
                  <a:lnTo>
                    <a:pt x="2602712" y="454633"/>
                  </a:lnTo>
                  <a:lnTo>
                    <a:pt x="2653477" y="469735"/>
                  </a:lnTo>
                  <a:lnTo>
                    <a:pt x="2667772" y="473674"/>
                  </a:lnTo>
                  <a:lnTo>
                    <a:pt x="2716117" y="485944"/>
                  </a:lnTo>
                  <a:lnTo>
                    <a:pt x="2766200" y="496929"/>
                  </a:lnTo>
                  <a:lnTo>
                    <a:pt x="2818874" y="506702"/>
                  </a:lnTo>
                  <a:lnTo>
                    <a:pt x="2875087" y="515382"/>
                  </a:lnTo>
                  <a:lnTo>
                    <a:pt x="2935795" y="523099"/>
                  </a:lnTo>
                  <a:lnTo>
                    <a:pt x="3001874" y="529978"/>
                  </a:lnTo>
                  <a:lnTo>
                    <a:pt x="3073996" y="536126"/>
                  </a:lnTo>
                  <a:lnTo>
                    <a:pt x="3152473" y="541624"/>
                  </a:lnTo>
                  <a:lnTo>
                    <a:pt x="3237046" y="546533"/>
                  </a:lnTo>
                  <a:lnTo>
                    <a:pt x="3326648" y="550883"/>
                  </a:lnTo>
                  <a:lnTo>
                    <a:pt x="3419188" y="554683"/>
                  </a:lnTo>
                  <a:lnTo>
                    <a:pt x="3511457" y="557926"/>
                  </a:lnTo>
                  <a:lnTo>
                    <a:pt x="3599284" y="560597"/>
                  </a:lnTo>
                  <a:lnTo>
                    <a:pt x="3678041" y="562692"/>
                  </a:lnTo>
                  <a:lnTo>
                    <a:pt x="3743482" y="564227"/>
                  </a:lnTo>
                  <a:lnTo>
                    <a:pt x="3792706" y="565253"/>
                  </a:lnTo>
                  <a:lnTo>
                    <a:pt x="3824950" y="565854"/>
                  </a:lnTo>
                  <a:lnTo>
                    <a:pt x="3841920" y="566138"/>
                  </a:lnTo>
                  <a:lnTo>
                    <a:pt x="3847648" y="566225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57" y="566226"/>
                  </a:lnTo>
                  <a:lnTo>
                    <a:pt x="4396654" y="566188"/>
                  </a:lnTo>
                  <a:lnTo>
                    <a:pt x="4417832" y="566084"/>
                  </a:lnTo>
                  <a:lnTo>
                    <a:pt x="4455090" y="565880"/>
                  </a:lnTo>
                  <a:lnTo>
                    <a:pt x="4509400" y="565547"/>
                  </a:lnTo>
                  <a:lnTo>
                    <a:pt x="4579301" y="565064"/>
                  </a:lnTo>
                  <a:lnTo>
                    <a:pt x="4661379" y="564418"/>
                  </a:lnTo>
                  <a:lnTo>
                    <a:pt x="4751152" y="563608"/>
                  </a:lnTo>
                  <a:lnTo>
                    <a:pt x="4844036" y="562636"/>
                  </a:lnTo>
                  <a:lnTo>
                    <a:pt x="4936100" y="561506"/>
                  </a:lnTo>
                  <a:lnTo>
                    <a:pt x="5024459" y="560220"/>
                  </a:lnTo>
                  <a:lnTo>
                    <a:pt x="5107346" y="558772"/>
                  </a:lnTo>
                  <a:lnTo>
                    <a:pt x="5183965" y="557152"/>
                  </a:lnTo>
                  <a:lnTo>
                    <a:pt x="5254259" y="555340"/>
                  </a:lnTo>
                  <a:lnTo>
                    <a:pt x="5318671" y="553310"/>
                  </a:lnTo>
                  <a:lnTo>
                    <a:pt x="5377956" y="551031"/>
                  </a:lnTo>
                  <a:lnTo>
                    <a:pt x="5433030" y="548466"/>
                  </a:lnTo>
                  <a:lnTo>
                    <a:pt x="5484859" y="545578"/>
                  </a:lnTo>
                  <a:lnTo>
                    <a:pt x="5534376" y="542335"/>
                  </a:lnTo>
                  <a:lnTo>
                    <a:pt x="5567201" y="539916"/>
                  </a:lnTo>
                  <a:lnTo>
                    <a:pt x="5619836" y="535598"/>
                  </a:lnTo>
                  <a:lnTo>
                    <a:pt x="5671967" y="530812"/>
                  </a:lnTo>
                  <a:lnTo>
                    <a:pt x="5724186" y="525552"/>
                  </a:lnTo>
                  <a:lnTo>
                    <a:pt x="5776880" y="519830"/>
                  </a:lnTo>
                  <a:lnTo>
                    <a:pt x="5830259" y="513680"/>
                  </a:lnTo>
                  <a:lnTo>
                    <a:pt x="5884381" y="507159"/>
                  </a:lnTo>
                  <a:lnTo>
                    <a:pt x="5939174" y="500340"/>
                  </a:lnTo>
                  <a:lnTo>
                    <a:pt x="5994457" y="493320"/>
                  </a:lnTo>
                  <a:lnTo>
                    <a:pt x="6049981" y="486203"/>
                  </a:lnTo>
                  <a:lnTo>
                    <a:pt x="6105462" y="479104"/>
                  </a:lnTo>
                  <a:lnTo>
                    <a:pt x="6160620" y="472134"/>
                  </a:lnTo>
                  <a:lnTo>
                    <a:pt x="6215223" y="465396"/>
                  </a:lnTo>
                  <a:lnTo>
                    <a:pt x="6269122" y="458980"/>
                  </a:lnTo>
                  <a:lnTo>
                    <a:pt x="6322281" y="452956"/>
                  </a:lnTo>
                  <a:lnTo>
                    <a:pt x="6374800" y="447372"/>
                  </a:lnTo>
                  <a:lnTo>
                    <a:pt x="6426943" y="442255"/>
                  </a:lnTo>
                  <a:lnTo>
                    <a:pt x="6479154" y="437612"/>
                  </a:lnTo>
                  <a:lnTo>
                    <a:pt x="6515891" y="434655"/>
                  </a:lnTo>
                  <a:lnTo>
                    <a:pt x="6564305" y="431162"/>
                  </a:lnTo>
                  <a:lnTo>
                    <a:pt x="6614463" y="428035"/>
                  </a:lnTo>
                  <a:lnTo>
                    <a:pt x="6667222" y="425253"/>
                  </a:lnTo>
                  <a:lnTo>
                    <a:pt x="6723534" y="422784"/>
                  </a:lnTo>
                  <a:lnTo>
                    <a:pt x="6784360" y="420588"/>
                  </a:lnTo>
                  <a:lnTo>
                    <a:pt x="6850577" y="418631"/>
                  </a:lnTo>
                  <a:lnTo>
                    <a:pt x="6922858" y="416883"/>
                  </a:lnTo>
                  <a:lnTo>
                    <a:pt x="7001513" y="415319"/>
                  </a:lnTo>
                  <a:lnTo>
                    <a:pt x="7086273" y="413923"/>
                  </a:lnTo>
                  <a:lnTo>
                    <a:pt x="7176057" y="412687"/>
                  </a:lnTo>
                  <a:lnTo>
                    <a:pt x="7268749" y="411607"/>
                  </a:lnTo>
                  <a:lnTo>
                    <a:pt x="7361110" y="410687"/>
                  </a:lnTo>
                  <a:lnTo>
                    <a:pt x="7448941" y="409929"/>
                  </a:lnTo>
                  <a:lnTo>
                    <a:pt x="7527593" y="409336"/>
                  </a:lnTo>
                  <a:lnTo>
                    <a:pt x="7592816" y="408902"/>
                  </a:lnTo>
                  <a:lnTo>
                    <a:pt x="7641737" y="408613"/>
                  </a:lnTo>
                  <a:lnTo>
                    <a:pt x="7673642" y="408444"/>
                  </a:lnTo>
                  <a:lnTo>
                    <a:pt x="7690301" y="408365"/>
                  </a:lnTo>
                  <a:lnTo>
                    <a:pt x="7695818" y="408341"/>
                  </a:lnTo>
                  <a:lnTo>
                    <a:pt x="7696237" y="408340"/>
                  </a:lnTo>
                  <a:lnTo>
                    <a:pt x="8234974" y="408340"/>
                  </a:lnTo>
                  <a:lnTo>
                    <a:pt x="8234974" y="397450"/>
                  </a:lnTo>
                  <a:lnTo>
                    <a:pt x="7696237" y="397450"/>
                  </a:lnTo>
                  <a:lnTo>
                    <a:pt x="7694935" y="397456"/>
                  </a:lnTo>
                  <a:lnTo>
                    <a:pt x="7686439" y="397493"/>
                  </a:lnTo>
                  <a:lnTo>
                    <a:pt x="7665260" y="397597"/>
                  </a:lnTo>
                  <a:lnTo>
                    <a:pt x="7628003" y="397801"/>
                  </a:lnTo>
                  <a:lnTo>
                    <a:pt x="7573692" y="398134"/>
                  </a:lnTo>
                  <a:lnTo>
                    <a:pt x="7503791" y="398618"/>
                  </a:lnTo>
                  <a:lnTo>
                    <a:pt x="7421713" y="399264"/>
                  </a:lnTo>
                  <a:lnTo>
                    <a:pt x="7331940" y="400074"/>
                  </a:lnTo>
                  <a:lnTo>
                    <a:pt x="7239056" y="401045"/>
                  </a:lnTo>
                  <a:lnTo>
                    <a:pt x="7146993" y="402175"/>
                  </a:lnTo>
                  <a:lnTo>
                    <a:pt x="7058634" y="403462"/>
                  </a:lnTo>
                  <a:lnTo>
                    <a:pt x="6975746" y="404909"/>
                  </a:lnTo>
                  <a:lnTo>
                    <a:pt x="6899127" y="406530"/>
                  </a:lnTo>
                  <a:lnTo>
                    <a:pt x="6828834" y="408342"/>
                  </a:lnTo>
                  <a:lnTo>
                    <a:pt x="6764422" y="410371"/>
                  </a:lnTo>
                  <a:lnTo>
                    <a:pt x="6705136" y="412650"/>
                  </a:lnTo>
                  <a:lnTo>
                    <a:pt x="6650062" y="415216"/>
                  </a:lnTo>
                  <a:lnTo>
                    <a:pt x="6598233" y="418104"/>
                  </a:lnTo>
                  <a:lnTo>
                    <a:pt x="6548717" y="421346"/>
                  </a:lnTo>
                  <a:lnTo>
                    <a:pt x="6515891" y="423766"/>
                  </a:lnTo>
                  <a:lnTo>
                    <a:pt x="6463256" y="428083"/>
                  </a:lnTo>
                  <a:lnTo>
                    <a:pt x="6411125" y="432870"/>
                  </a:lnTo>
                  <a:lnTo>
                    <a:pt x="6358906" y="438130"/>
                  </a:lnTo>
                  <a:lnTo>
                    <a:pt x="6306213" y="443852"/>
                  </a:lnTo>
                  <a:lnTo>
                    <a:pt x="6252834" y="450001"/>
                  </a:lnTo>
                  <a:lnTo>
                    <a:pt x="6198711" y="456523"/>
                  </a:lnTo>
                  <a:lnTo>
                    <a:pt x="6143919" y="463341"/>
                  </a:lnTo>
                  <a:lnTo>
                    <a:pt x="6088635" y="470362"/>
                  </a:lnTo>
                  <a:lnTo>
                    <a:pt x="6033111" y="477478"/>
                  </a:lnTo>
                  <a:lnTo>
                    <a:pt x="5977631" y="484578"/>
                  </a:lnTo>
                  <a:lnTo>
                    <a:pt x="5922473" y="491548"/>
                  </a:lnTo>
                  <a:lnTo>
                    <a:pt x="5867869" y="498285"/>
                  </a:lnTo>
                  <a:lnTo>
                    <a:pt x="5813970" y="504701"/>
                  </a:lnTo>
                  <a:lnTo>
                    <a:pt x="5760812" y="510726"/>
                  </a:lnTo>
                  <a:lnTo>
                    <a:pt x="5708293" y="516310"/>
                  </a:lnTo>
                  <a:lnTo>
                    <a:pt x="5656150" y="521427"/>
                  </a:lnTo>
                  <a:lnTo>
                    <a:pt x="5603939" y="526069"/>
                  </a:lnTo>
                  <a:lnTo>
                    <a:pt x="5567201" y="529027"/>
                  </a:lnTo>
                  <a:lnTo>
                    <a:pt x="5518788" y="532520"/>
                  </a:lnTo>
                  <a:lnTo>
                    <a:pt x="5468629" y="535647"/>
                  </a:lnTo>
                  <a:lnTo>
                    <a:pt x="5415870" y="538428"/>
                  </a:lnTo>
                  <a:lnTo>
                    <a:pt x="5359558" y="540898"/>
                  </a:lnTo>
                  <a:lnTo>
                    <a:pt x="5298732" y="543094"/>
                  </a:lnTo>
                  <a:lnTo>
                    <a:pt x="5232516" y="545050"/>
                  </a:lnTo>
                  <a:lnTo>
                    <a:pt x="5160234" y="546799"/>
                  </a:lnTo>
                  <a:lnTo>
                    <a:pt x="5081580" y="548363"/>
                  </a:lnTo>
                  <a:lnTo>
                    <a:pt x="4996819" y="549758"/>
                  </a:lnTo>
                  <a:lnTo>
                    <a:pt x="4907036" y="550995"/>
                  </a:lnTo>
                  <a:lnTo>
                    <a:pt x="4814344" y="552074"/>
                  </a:lnTo>
                  <a:lnTo>
                    <a:pt x="4721982" y="552995"/>
                  </a:lnTo>
                  <a:lnTo>
                    <a:pt x="4634151" y="553753"/>
                  </a:lnTo>
                  <a:lnTo>
                    <a:pt x="4555500" y="554346"/>
                  </a:lnTo>
                  <a:lnTo>
                    <a:pt x="4490277" y="554780"/>
                  </a:lnTo>
                  <a:lnTo>
                    <a:pt x="4441355" y="555069"/>
                  </a:lnTo>
                  <a:lnTo>
                    <a:pt x="4409450" y="555238"/>
                  </a:lnTo>
                  <a:lnTo>
                    <a:pt x="4392791" y="555317"/>
                  </a:lnTo>
                  <a:lnTo>
                    <a:pt x="4387275" y="555340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61" name="pl561"/>
            <p:cNvSpPr/>
            <p:nvPr/>
          </p:nvSpPr>
          <p:spPr>
            <a:xfrm>
              <a:off x="546595" y="1022683"/>
              <a:ext cx="8234974" cy="555342"/>
            </a:xfrm>
            <a:custGeom>
              <a:avLst/>
              <a:pathLst>
                <a:path w="8234974" h="555342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5" y="150"/>
                  </a:lnTo>
                  <a:lnTo>
                    <a:pt x="569592" y="514"/>
                  </a:lnTo>
                  <a:lnTo>
                    <a:pt x="606713" y="1228"/>
                  </a:lnTo>
                  <a:lnTo>
                    <a:pt x="660842" y="2395"/>
                  </a:lnTo>
                  <a:lnTo>
                    <a:pt x="730535" y="4089"/>
                  </a:lnTo>
                  <a:lnTo>
                    <a:pt x="812407" y="6351"/>
                  </a:lnTo>
                  <a:lnTo>
                    <a:pt x="901997" y="9190"/>
                  </a:lnTo>
                  <a:lnTo>
                    <a:pt x="994739" y="12597"/>
                  </a:lnTo>
                  <a:lnTo>
                    <a:pt x="1086705" y="16557"/>
                  </a:lnTo>
                  <a:lnTo>
                    <a:pt x="1175010" y="21068"/>
                  </a:lnTo>
                  <a:lnTo>
                    <a:pt x="1257878" y="26144"/>
                  </a:lnTo>
                  <a:lnTo>
                    <a:pt x="1334502" y="31824"/>
                  </a:lnTo>
                  <a:lnTo>
                    <a:pt x="1404814" y="38175"/>
                  </a:lnTo>
                  <a:lnTo>
                    <a:pt x="1469248" y="45286"/>
                  </a:lnTo>
                  <a:lnTo>
                    <a:pt x="1528552" y="53270"/>
                  </a:lnTo>
                  <a:lnTo>
                    <a:pt x="1583635" y="62255"/>
                  </a:lnTo>
                  <a:lnTo>
                    <a:pt x="1635460" y="72370"/>
                  </a:lnTo>
                  <a:lnTo>
                    <a:pt x="1684956" y="83725"/>
                  </a:lnTo>
                  <a:lnTo>
                    <a:pt x="1719082" y="92557"/>
                  </a:lnTo>
                  <a:lnTo>
                    <a:pt x="1770052" y="107234"/>
                  </a:lnTo>
                  <a:lnTo>
                    <a:pt x="1820529" y="123454"/>
                  </a:lnTo>
                  <a:lnTo>
                    <a:pt x="1871060" y="141239"/>
                  </a:lnTo>
                  <a:lnTo>
                    <a:pt x="1922010" y="160552"/>
                  </a:lnTo>
                  <a:lnTo>
                    <a:pt x="1973586" y="181293"/>
                  </a:lnTo>
                  <a:lnTo>
                    <a:pt x="2025860" y="203297"/>
                  </a:lnTo>
                  <a:lnTo>
                    <a:pt x="2078784" y="226331"/>
                  </a:lnTo>
                  <a:lnTo>
                    <a:pt x="2132213" y="250105"/>
                  </a:lnTo>
                  <a:lnTo>
                    <a:pt x="2185932" y="274288"/>
                  </a:lnTo>
                  <a:lnTo>
                    <a:pt x="2239688" y="298522"/>
                  </a:lnTo>
                  <a:lnTo>
                    <a:pt x="2293222" y="322445"/>
                  </a:lnTo>
                  <a:lnTo>
                    <a:pt x="2346304" y="345717"/>
                  </a:lnTo>
                  <a:lnTo>
                    <a:pt x="2398769" y="368033"/>
                  </a:lnTo>
                  <a:lnTo>
                    <a:pt x="2450538" y="389146"/>
                  </a:lnTo>
                  <a:lnTo>
                    <a:pt x="2501648" y="408870"/>
                  </a:lnTo>
                  <a:lnTo>
                    <a:pt x="2552266" y="427087"/>
                  </a:lnTo>
                  <a:lnTo>
                    <a:pt x="2602712" y="443744"/>
                  </a:lnTo>
                  <a:lnTo>
                    <a:pt x="2653477" y="458846"/>
                  </a:lnTo>
                  <a:lnTo>
                    <a:pt x="2667772" y="462785"/>
                  </a:lnTo>
                  <a:lnTo>
                    <a:pt x="2716117" y="475055"/>
                  </a:lnTo>
                  <a:lnTo>
                    <a:pt x="2766200" y="486040"/>
                  </a:lnTo>
                  <a:lnTo>
                    <a:pt x="2818874" y="495813"/>
                  </a:lnTo>
                  <a:lnTo>
                    <a:pt x="2875087" y="504493"/>
                  </a:lnTo>
                  <a:lnTo>
                    <a:pt x="2935795" y="512210"/>
                  </a:lnTo>
                  <a:lnTo>
                    <a:pt x="3001874" y="519089"/>
                  </a:lnTo>
                  <a:lnTo>
                    <a:pt x="3073996" y="525237"/>
                  </a:lnTo>
                  <a:lnTo>
                    <a:pt x="3152473" y="530735"/>
                  </a:lnTo>
                  <a:lnTo>
                    <a:pt x="3237046" y="535644"/>
                  </a:lnTo>
                  <a:lnTo>
                    <a:pt x="3326648" y="539994"/>
                  </a:lnTo>
                  <a:lnTo>
                    <a:pt x="3419188" y="543794"/>
                  </a:lnTo>
                  <a:lnTo>
                    <a:pt x="3511457" y="547037"/>
                  </a:lnTo>
                  <a:lnTo>
                    <a:pt x="3599284" y="549708"/>
                  </a:lnTo>
                  <a:lnTo>
                    <a:pt x="3678041" y="551803"/>
                  </a:lnTo>
                  <a:lnTo>
                    <a:pt x="3743482" y="553338"/>
                  </a:lnTo>
                  <a:lnTo>
                    <a:pt x="3792706" y="554364"/>
                  </a:lnTo>
                  <a:lnTo>
                    <a:pt x="3824950" y="554965"/>
                  </a:lnTo>
                  <a:lnTo>
                    <a:pt x="3841920" y="555249"/>
                  </a:lnTo>
                  <a:lnTo>
                    <a:pt x="3847648" y="555335"/>
                  </a:lnTo>
                  <a:lnTo>
                    <a:pt x="3848118" y="555342"/>
                  </a:lnTo>
                  <a:lnTo>
                    <a:pt x="4386855" y="555342"/>
                  </a:lnTo>
                  <a:lnTo>
                    <a:pt x="4388157" y="555337"/>
                  </a:lnTo>
                  <a:lnTo>
                    <a:pt x="4396654" y="555299"/>
                  </a:lnTo>
                  <a:lnTo>
                    <a:pt x="4417832" y="555195"/>
                  </a:lnTo>
                  <a:lnTo>
                    <a:pt x="4455090" y="554991"/>
                  </a:lnTo>
                  <a:lnTo>
                    <a:pt x="4509400" y="554658"/>
                  </a:lnTo>
                  <a:lnTo>
                    <a:pt x="4579301" y="554174"/>
                  </a:lnTo>
                  <a:lnTo>
                    <a:pt x="4661379" y="553529"/>
                  </a:lnTo>
                  <a:lnTo>
                    <a:pt x="4751152" y="552719"/>
                  </a:lnTo>
                  <a:lnTo>
                    <a:pt x="4844036" y="551747"/>
                  </a:lnTo>
                  <a:lnTo>
                    <a:pt x="4936100" y="550617"/>
                  </a:lnTo>
                  <a:lnTo>
                    <a:pt x="5024459" y="549331"/>
                  </a:lnTo>
                  <a:lnTo>
                    <a:pt x="5107346" y="547883"/>
                  </a:lnTo>
                  <a:lnTo>
                    <a:pt x="5183965" y="546262"/>
                  </a:lnTo>
                  <a:lnTo>
                    <a:pt x="5254259" y="544451"/>
                  </a:lnTo>
                  <a:lnTo>
                    <a:pt x="5318671" y="542421"/>
                  </a:lnTo>
                  <a:lnTo>
                    <a:pt x="5377956" y="540142"/>
                  </a:lnTo>
                  <a:lnTo>
                    <a:pt x="5433030" y="537577"/>
                  </a:lnTo>
                  <a:lnTo>
                    <a:pt x="5484859" y="534689"/>
                  </a:lnTo>
                  <a:lnTo>
                    <a:pt x="5534376" y="531446"/>
                  </a:lnTo>
                  <a:lnTo>
                    <a:pt x="5567201" y="529027"/>
                  </a:lnTo>
                  <a:lnTo>
                    <a:pt x="5619836" y="524709"/>
                  </a:lnTo>
                  <a:lnTo>
                    <a:pt x="5671967" y="519923"/>
                  </a:lnTo>
                  <a:lnTo>
                    <a:pt x="5724186" y="514663"/>
                  </a:lnTo>
                  <a:lnTo>
                    <a:pt x="5776880" y="508941"/>
                  </a:lnTo>
                  <a:lnTo>
                    <a:pt x="5830259" y="502791"/>
                  </a:lnTo>
                  <a:lnTo>
                    <a:pt x="5884381" y="496269"/>
                  </a:lnTo>
                  <a:lnTo>
                    <a:pt x="5939174" y="489451"/>
                  </a:lnTo>
                  <a:lnTo>
                    <a:pt x="5994457" y="482430"/>
                  </a:lnTo>
                  <a:lnTo>
                    <a:pt x="6049981" y="475314"/>
                  </a:lnTo>
                  <a:lnTo>
                    <a:pt x="6105462" y="468215"/>
                  </a:lnTo>
                  <a:lnTo>
                    <a:pt x="6160620" y="461245"/>
                  </a:lnTo>
                  <a:lnTo>
                    <a:pt x="6215223" y="454507"/>
                  </a:lnTo>
                  <a:lnTo>
                    <a:pt x="6269122" y="448091"/>
                  </a:lnTo>
                  <a:lnTo>
                    <a:pt x="6322281" y="442067"/>
                  </a:lnTo>
                  <a:lnTo>
                    <a:pt x="6374800" y="436483"/>
                  </a:lnTo>
                  <a:lnTo>
                    <a:pt x="6426943" y="431366"/>
                  </a:lnTo>
                  <a:lnTo>
                    <a:pt x="6479154" y="426723"/>
                  </a:lnTo>
                  <a:lnTo>
                    <a:pt x="6515891" y="423766"/>
                  </a:lnTo>
                  <a:lnTo>
                    <a:pt x="6564305" y="420273"/>
                  </a:lnTo>
                  <a:lnTo>
                    <a:pt x="6614463" y="417146"/>
                  </a:lnTo>
                  <a:lnTo>
                    <a:pt x="6667222" y="414364"/>
                  </a:lnTo>
                  <a:lnTo>
                    <a:pt x="6723534" y="411895"/>
                  </a:lnTo>
                  <a:lnTo>
                    <a:pt x="6784360" y="409699"/>
                  </a:lnTo>
                  <a:lnTo>
                    <a:pt x="6850577" y="407742"/>
                  </a:lnTo>
                  <a:lnTo>
                    <a:pt x="6922858" y="405994"/>
                  </a:lnTo>
                  <a:lnTo>
                    <a:pt x="7001513" y="404430"/>
                  </a:lnTo>
                  <a:lnTo>
                    <a:pt x="7086273" y="403034"/>
                  </a:lnTo>
                  <a:lnTo>
                    <a:pt x="7176057" y="401798"/>
                  </a:lnTo>
                  <a:lnTo>
                    <a:pt x="7268749" y="400718"/>
                  </a:lnTo>
                  <a:lnTo>
                    <a:pt x="7361110" y="399798"/>
                  </a:lnTo>
                  <a:lnTo>
                    <a:pt x="7448941" y="399040"/>
                  </a:lnTo>
                  <a:lnTo>
                    <a:pt x="7527593" y="398447"/>
                  </a:lnTo>
                  <a:lnTo>
                    <a:pt x="7592816" y="398013"/>
                  </a:lnTo>
                  <a:lnTo>
                    <a:pt x="7641737" y="397723"/>
                  </a:lnTo>
                  <a:lnTo>
                    <a:pt x="7673642" y="397555"/>
                  </a:lnTo>
                  <a:lnTo>
                    <a:pt x="7690301" y="397476"/>
                  </a:lnTo>
                  <a:lnTo>
                    <a:pt x="7695818" y="397452"/>
                  </a:lnTo>
                  <a:lnTo>
                    <a:pt x="7696237" y="397450"/>
                  </a:lnTo>
                  <a:lnTo>
                    <a:pt x="8234974" y="3974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2" name="pl562"/>
            <p:cNvSpPr/>
            <p:nvPr/>
          </p:nvSpPr>
          <p:spPr>
            <a:xfrm>
              <a:off x="546595" y="1011794"/>
              <a:ext cx="8234974" cy="555342"/>
            </a:xfrm>
            <a:custGeom>
              <a:avLst/>
              <a:pathLst>
                <a:path w="8234974" h="555342">
                  <a:moveTo>
                    <a:pt x="8234974" y="397450"/>
                  </a:moveTo>
                  <a:lnTo>
                    <a:pt x="7696237" y="397450"/>
                  </a:lnTo>
                  <a:lnTo>
                    <a:pt x="7694935" y="397456"/>
                  </a:lnTo>
                  <a:lnTo>
                    <a:pt x="7686439" y="397493"/>
                  </a:lnTo>
                  <a:lnTo>
                    <a:pt x="7665260" y="397597"/>
                  </a:lnTo>
                  <a:lnTo>
                    <a:pt x="7628003" y="397801"/>
                  </a:lnTo>
                  <a:lnTo>
                    <a:pt x="7573692" y="398134"/>
                  </a:lnTo>
                  <a:lnTo>
                    <a:pt x="7503791" y="398618"/>
                  </a:lnTo>
                  <a:lnTo>
                    <a:pt x="7421713" y="399264"/>
                  </a:lnTo>
                  <a:lnTo>
                    <a:pt x="7331940" y="400074"/>
                  </a:lnTo>
                  <a:lnTo>
                    <a:pt x="7239056" y="401045"/>
                  </a:lnTo>
                  <a:lnTo>
                    <a:pt x="7146993" y="402175"/>
                  </a:lnTo>
                  <a:lnTo>
                    <a:pt x="7058634" y="403462"/>
                  </a:lnTo>
                  <a:lnTo>
                    <a:pt x="6975746" y="404909"/>
                  </a:lnTo>
                  <a:lnTo>
                    <a:pt x="6899127" y="406530"/>
                  </a:lnTo>
                  <a:lnTo>
                    <a:pt x="6828834" y="408342"/>
                  </a:lnTo>
                  <a:lnTo>
                    <a:pt x="6764422" y="410371"/>
                  </a:lnTo>
                  <a:lnTo>
                    <a:pt x="6705136" y="412650"/>
                  </a:lnTo>
                  <a:lnTo>
                    <a:pt x="6650062" y="415216"/>
                  </a:lnTo>
                  <a:lnTo>
                    <a:pt x="6598233" y="418104"/>
                  </a:lnTo>
                  <a:lnTo>
                    <a:pt x="6548717" y="421346"/>
                  </a:lnTo>
                  <a:lnTo>
                    <a:pt x="6515891" y="423766"/>
                  </a:lnTo>
                  <a:lnTo>
                    <a:pt x="6463256" y="428083"/>
                  </a:lnTo>
                  <a:lnTo>
                    <a:pt x="6411125" y="432870"/>
                  </a:lnTo>
                  <a:lnTo>
                    <a:pt x="6358906" y="438130"/>
                  </a:lnTo>
                  <a:lnTo>
                    <a:pt x="6306213" y="443852"/>
                  </a:lnTo>
                  <a:lnTo>
                    <a:pt x="6252834" y="450001"/>
                  </a:lnTo>
                  <a:lnTo>
                    <a:pt x="6198711" y="456523"/>
                  </a:lnTo>
                  <a:lnTo>
                    <a:pt x="6143919" y="463341"/>
                  </a:lnTo>
                  <a:lnTo>
                    <a:pt x="6088635" y="470362"/>
                  </a:lnTo>
                  <a:lnTo>
                    <a:pt x="6033111" y="477478"/>
                  </a:lnTo>
                  <a:lnTo>
                    <a:pt x="5977631" y="484578"/>
                  </a:lnTo>
                  <a:lnTo>
                    <a:pt x="5922473" y="491548"/>
                  </a:lnTo>
                  <a:lnTo>
                    <a:pt x="5867869" y="498285"/>
                  </a:lnTo>
                  <a:lnTo>
                    <a:pt x="5813970" y="504701"/>
                  </a:lnTo>
                  <a:lnTo>
                    <a:pt x="5760812" y="510726"/>
                  </a:lnTo>
                  <a:lnTo>
                    <a:pt x="5708293" y="516310"/>
                  </a:lnTo>
                  <a:lnTo>
                    <a:pt x="5656150" y="521427"/>
                  </a:lnTo>
                  <a:lnTo>
                    <a:pt x="5603939" y="526069"/>
                  </a:lnTo>
                  <a:lnTo>
                    <a:pt x="5567201" y="529027"/>
                  </a:lnTo>
                  <a:lnTo>
                    <a:pt x="5518788" y="532520"/>
                  </a:lnTo>
                  <a:lnTo>
                    <a:pt x="5468629" y="535647"/>
                  </a:lnTo>
                  <a:lnTo>
                    <a:pt x="5415870" y="538428"/>
                  </a:lnTo>
                  <a:lnTo>
                    <a:pt x="5359558" y="540898"/>
                  </a:lnTo>
                  <a:lnTo>
                    <a:pt x="5298732" y="543094"/>
                  </a:lnTo>
                  <a:lnTo>
                    <a:pt x="5232516" y="545050"/>
                  </a:lnTo>
                  <a:lnTo>
                    <a:pt x="5160234" y="546799"/>
                  </a:lnTo>
                  <a:lnTo>
                    <a:pt x="5081580" y="548363"/>
                  </a:lnTo>
                  <a:lnTo>
                    <a:pt x="4996819" y="549758"/>
                  </a:lnTo>
                  <a:lnTo>
                    <a:pt x="4907036" y="550995"/>
                  </a:lnTo>
                  <a:lnTo>
                    <a:pt x="4814344" y="552074"/>
                  </a:lnTo>
                  <a:lnTo>
                    <a:pt x="4721982" y="552995"/>
                  </a:lnTo>
                  <a:lnTo>
                    <a:pt x="4634151" y="553753"/>
                  </a:lnTo>
                  <a:lnTo>
                    <a:pt x="4555500" y="554346"/>
                  </a:lnTo>
                  <a:lnTo>
                    <a:pt x="4490277" y="554780"/>
                  </a:lnTo>
                  <a:lnTo>
                    <a:pt x="4441355" y="555069"/>
                  </a:lnTo>
                  <a:lnTo>
                    <a:pt x="4409450" y="555238"/>
                  </a:lnTo>
                  <a:lnTo>
                    <a:pt x="4392791" y="555317"/>
                  </a:lnTo>
                  <a:lnTo>
                    <a:pt x="4387275" y="555340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821" y="555324"/>
                  </a:lnTo>
                  <a:lnTo>
                    <a:pt x="3838360" y="555192"/>
                  </a:lnTo>
                  <a:lnTo>
                    <a:pt x="3817263" y="554828"/>
                  </a:lnTo>
                  <a:lnTo>
                    <a:pt x="3780142" y="554114"/>
                  </a:lnTo>
                  <a:lnTo>
                    <a:pt x="3726013" y="552947"/>
                  </a:lnTo>
                  <a:lnTo>
                    <a:pt x="3656319" y="551252"/>
                  </a:lnTo>
                  <a:lnTo>
                    <a:pt x="3574448" y="548990"/>
                  </a:lnTo>
                  <a:lnTo>
                    <a:pt x="3484857" y="546151"/>
                  </a:lnTo>
                  <a:lnTo>
                    <a:pt x="3392116" y="542745"/>
                  </a:lnTo>
                  <a:lnTo>
                    <a:pt x="3300149" y="538784"/>
                  </a:lnTo>
                  <a:lnTo>
                    <a:pt x="3211844" y="534274"/>
                  </a:lnTo>
                  <a:lnTo>
                    <a:pt x="3128976" y="529198"/>
                  </a:lnTo>
                  <a:lnTo>
                    <a:pt x="3052352" y="523517"/>
                  </a:lnTo>
                  <a:lnTo>
                    <a:pt x="2982041" y="517167"/>
                  </a:lnTo>
                  <a:lnTo>
                    <a:pt x="2917606" y="510056"/>
                  </a:lnTo>
                  <a:lnTo>
                    <a:pt x="2858302" y="502071"/>
                  </a:lnTo>
                  <a:lnTo>
                    <a:pt x="2803219" y="493087"/>
                  </a:lnTo>
                  <a:lnTo>
                    <a:pt x="2751395" y="482972"/>
                  </a:lnTo>
                  <a:lnTo>
                    <a:pt x="2701899" y="471617"/>
                  </a:lnTo>
                  <a:lnTo>
                    <a:pt x="2667772" y="462785"/>
                  </a:lnTo>
                  <a:lnTo>
                    <a:pt x="2616803" y="448108"/>
                  </a:lnTo>
                  <a:lnTo>
                    <a:pt x="2566326" y="431887"/>
                  </a:lnTo>
                  <a:lnTo>
                    <a:pt x="2515794" y="414102"/>
                  </a:lnTo>
                  <a:lnTo>
                    <a:pt x="2464845" y="394790"/>
                  </a:lnTo>
                  <a:lnTo>
                    <a:pt x="2413269" y="374048"/>
                  </a:lnTo>
                  <a:lnTo>
                    <a:pt x="2360994" y="352045"/>
                  </a:lnTo>
                  <a:lnTo>
                    <a:pt x="2308071" y="329011"/>
                  </a:lnTo>
                  <a:lnTo>
                    <a:pt x="2254642" y="305236"/>
                  </a:lnTo>
                  <a:lnTo>
                    <a:pt x="2200922" y="281053"/>
                  </a:lnTo>
                  <a:lnTo>
                    <a:pt x="2147167" y="256820"/>
                  </a:lnTo>
                  <a:lnTo>
                    <a:pt x="2093633" y="232896"/>
                  </a:lnTo>
                  <a:lnTo>
                    <a:pt x="2040550" y="209625"/>
                  </a:lnTo>
                  <a:lnTo>
                    <a:pt x="1988086" y="187308"/>
                  </a:lnTo>
                  <a:lnTo>
                    <a:pt x="1936316" y="166195"/>
                  </a:lnTo>
                  <a:lnTo>
                    <a:pt x="1885207" y="146471"/>
                  </a:lnTo>
                  <a:lnTo>
                    <a:pt x="1834589" y="128254"/>
                  </a:lnTo>
                  <a:lnTo>
                    <a:pt x="1784143" y="111598"/>
                  </a:lnTo>
                  <a:lnTo>
                    <a:pt x="1733377" y="96495"/>
                  </a:lnTo>
                  <a:lnTo>
                    <a:pt x="1719082" y="92557"/>
                  </a:lnTo>
                  <a:lnTo>
                    <a:pt x="1670738" y="80287"/>
                  </a:lnTo>
                  <a:lnTo>
                    <a:pt x="1620655" y="69302"/>
                  </a:lnTo>
                  <a:lnTo>
                    <a:pt x="1567981" y="59529"/>
                  </a:lnTo>
                  <a:lnTo>
                    <a:pt x="1511768" y="50849"/>
                  </a:lnTo>
                  <a:lnTo>
                    <a:pt x="1451059" y="43131"/>
                  </a:lnTo>
                  <a:lnTo>
                    <a:pt x="1384980" y="36252"/>
                  </a:lnTo>
                  <a:lnTo>
                    <a:pt x="1312858" y="30105"/>
                  </a:lnTo>
                  <a:lnTo>
                    <a:pt x="1234382" y="24606"/>
                  </a:lnTo>
                  <a:lnTo>
                    <a:pt x="1149809" y="19698"/>
                  </a:lnTo>
                  <a:lnTo>
                    <a:pt x="1060207" y="15348"/>
                  </a:lnTo>
                  <a:lnTo>
                    <a:pt x="967667" y="11548"/>
                  </a:lnTo>
                  <a:lnTo>
                    <a:pt x="875398" y="8305"/>
                  </a:lnTo>
                  <a:lnTo>
                    <a:pt x="787571" y="5633"/>
                  </a:lnTo>
                  <a:lnTo>
                    <a:pt x="708813" y="3539"/>
                  </a:lnTo>
                  <a:lnTo>
                    <a:pt x="643373" y="2003"/>
                  </a:lnTo>
                  <a:lnTo>
                    <a:pt x="594149" y="977"/>
                  </a:lnTo>
                  <a:lnTo>
                    <a:pt x="561905" y="377"/>
                  </a:lnTo>
                  <a:lnTo>
                    <a:pt x="544935" y="93"/>
                  </a:lnTo>
                  <a:lnTo>
                    <a:pt x="539207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3" name="pg563"/>
            <p:cNvSpPr/>
            <p:nvPr/>
          </p:nvSpPr>
          <p:spPr>
            <a:xfrm>
              <a:off x="546595" y="1022683"/>
              <a:ext cx="8234974" cy="642455"/>
            </a:xfrm>
            <a:custGeom>
              <a:avLst/>
              <a:pathLst>
                <a:path w="8234974" h="642455">
                  <a:moveTo>
                    <a:pt x="0" y="5444"/>
                  </a:moveTo>
                  <a:lnTo>
                    <a:pt x="538736" y="5444"/>
                  </a:lnTo>
                  <a:lnTo>
                    <a:pt x="540033" y="5463"/>
                  </a:lnTo>
                  <a:lnTo>
                    <a:pt x="548494" y="5596"/>
                  </a:lnTo>
                  <a:lnTo>
                    <a:pt x="569589" y="5963"/>
                  </a:lnTo>
                  <a:lnTo>
                    <a:pt x="606707" y="6684"/>
                  </a:lnTo>
                  <a:lnTo>
                    <a:pt x="660832" y="7863"/>
                  </a:lnTo>
                  <a:lnTo>
                    <a:pt x="730522" y="9574"/>
                  </a:lnTo>
                  <a:lnTo>
                    <a:pt x="812388" y="11858"/>
                  </a:lnTo>
                  <a:lnTo>
                    <a:pt x="901975" y="14724"/>
                  </a:lnTo>
                  <a:lnTo>
                    <a:pt x="994714" y="18164"/>
                  </a:lnTo>
                  <a:lnTo>
                    <a:pt x="1086678" y="22163"/>
                  </a:lnTo>
                  <a:lnTo>
                    <a:pt x="1174982" y="26717"/>
                  </a:lnTo>
                  <a:lnTo>
                    <a:pt x="1257850" y="31843"/>
                  </a:lnTo>
                  <a:lnTo>
                    <a:pt x="1334474" y="37578"/>
                  </a:lnTo>
                  <a:lnTo>
                    <a:pt x="1404785" y="43991"/>
                  </a:lnTo>
                  <a:lnTo>
                    <a:pt x="1469220" y="51171"/>
                  </a:lnTo>
                  <a:lnTo>
                    <a:pt x="1528525" y="59233"/>
                  </a:lnTo>
                  <a:lnTo>
                    <a:pt x="1583608" y="68305"/>
                  </a:lnTo>
                  <a:lnTo>
                    <a:pt x="1635432" y="78518"/>
                  </a:lnTo>
                  <a:lnTo>
                    <a:pt x="1684928" y="89983"/>
                  </a:lnTo>
                  <a:lnTo>
                    <a:pt x="1719082" y="98909"/>
                  </a:lnTo>
                  <a:lnTo>
                    <a:pt x="1770019" y="113720"/>
                  </a:lnTo>
                  <a:lnTo>
                    <a:pt x="1820463" y="130087"/>
                  </a:lnTo>
                  <a:lnTo>
                    <a:pt x="1870961" y="148032"/>
                  </a:lnTo>
                  <a:lnTo>
                    <a:pt x="1921876" y="167518"/>
                  </a:lnTo>
                  <a:lnTo>
                    <a:pt x="1973417" y="188445"/>
                  </a:lnTo>
                  <a:lnTo>
                    <a:pt x="2025655" y="210646"/>
                  </a:lnTo>
                  <a:lnTo>
                    <a:pt x="2078542" y="233886"/>
                  </a:lnTo>
                  <a:lnTo>
                    <a:pt x="2131934" y="257876"/>
                  </a:lnTo>
                  <a:lnTo>
                    <a:pt x="2185618" y="282279"/>
                  </a:lnTo>
                  <a:lnTo>
                    <a:pt x="2239339" y="306735"/>
                  </a:lnTo>
                  <a:lnTo>
                    <a:pt x="2292840" y="330880"/>
                  </a:lnTo>
                  <a:lnTo>
                    <a:pt x="2345893" y="354371"/>
                  </a:lnTo>
                  <a:lnTo>
                    <a:pt x="2398329" y="376901"/>
                  </a:lnTo>
                  <a:lnTo>
                    <a:pt x="2450070" y="398218"/>
                  </a:lnTo>
                  <a:lnTo>
                    <a:pt x="2501152" y="418136"/>
                  </a:lnTo>
                  <a:lnTo>
                    <a:pt x="2551741" y="436536"/>
                  </a:lnTo>
                  <a:lnTo>
                    <a:pt x="2602154" y="453361"/>
                  </a:lnTo>
                  <a:lnTo>
                    <a:pt x="2652879" y="468620"/>
                  </a:lnTo>
                  <a:lnTo>
                    <a:pt x="2667772" y="472767"/>
                  </a:lnTo>
                  <a:lnTo>
                    <a:pt x="2716115" y="485156"/>
                  </a:lnTo>
                  <a:lnTo>
                    <a:pt x="2766197" y="496249"/>
                  </a:lnTo>
                  <a:lnTo>
                    <a:pt x="2818869" y="506118"/>
                  </a:lnTo>
                  <a:lnTo>
                    <a:pt x="2875080" y="514882"/>
                  </a:lnTo>
                  <a:lnTo>
                    <a:pt x="2935786" y="522675"/>
                  </a:lnTo>
                  <a:lnTo>
                    <a:pt x="3001862" y="529622"/>
                  </a:lnTo>
                  <a:lnTo>
                    <a:pt x="3073980" y="535829"/>
                  </a:lnTo>
                  <a:lnTo>
                    <a:pt x="3152453" y="541382"/>
                  </a:lnTo>
                  <a:lnTo>
                    <a:pt x="3237022" y="546338"/>
                  </a:lnTo>
                  <a:lnTo>
                    <a:pt x="3326620" y="550731"/>
                  </a:lnTo>
                  <a:lnTo>
                    <a:pt x="3419157" y="554569"/>
                  </a:lnTo>
                  <a:lnTo>
                    <a:pt x="3511424" y="557843"/>
                  </a:lnTo>
                  <a:lnTo>
                    <a:pt x="3599251" y="560541"/>
                  </a:lnTo>
                  <a:lnTo>
                    <a:pt x="3678011" y="562656"/>
                  </a:lnTo>
                  <a:lnTo>
                    <a:pt x="3743456" y="564207"/>
                  </a:lnTo>
                  <a:lnTo>
                    <a:pt x="3792686" y="565243"/>
                  </a:lnTo>
                  <a:lnTo>
                    <a:pt x="3824938" y="565850"/>
                  </a:lnTo>
                  <a:lnTo>
                    <a:pt x="3841914" y="566137"/>
                  </a:lnTo>
                  <a:lnTo>
                    <a:pt x="3847647" y="566224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58" y="566234"/>
                  </a:lnTo>
                  <a:lnTo>
                    <a:pt x="4396656" y="566252"/>
                  </a:lnTo>
                  <a:lnTo>
                    <a:pt x="4417840" y="566302"/>
                  </a:lnTo>
                  <a:lnTo>
                    <a:pt x="4455107" y="566400"/>
                  </a:lnTo>
                  <a:lnTo>
                    <a:pt x="4509430" y="566561"/>
                  </a:lnTo>
                  <a:lnTo>
                    <a:pt x="4579345" y="566795"/>
                  </a:lnTo>
                  <a:lnTo>
                    <a:pt x="4661437" y="567107"/>
                  </a:lnTo>
                  <a:lnTo>
                    <a:pt x="4751222" y="567498"/>
                  </a:lnTo>
                  <a:lnTo>
                    <a:pt x="4844116" y="567967"/>
                  </a:lnTo>
                  <a:lnTo>
                    <a:pt x="4936186" y="568512"/>
                  </a:lnTo>
                  <a:lnTo>
                    <a:pt x="5024549" y="569134"/>
                  </a:lnTo>
                  <a:lnTo>
                    <a:pt x="5107437" y="569833"/>
                  </a:lnTo>
                  <a:lnTo>
                    <a:pt x="5184056" y="570615"/>
                  </a:lnTo>
                  <a:lnTo>
                    <a:pt x="5254348" y="571490"/>
                  </a:lnTo>
                  <a:lnTo>
                    <a:pt x="5318759" y="572470"/>
                  </a:lnTo>
                  <a:lnTo>
                    <a:pt x="5378043" y="573571"/>
                  </a:lnTo>
                  <a:lnTo>
                    <a:pt x="5433116" y="574809"/>
                  </a:lnTo>
                  <a:lnTo>
                    <a:pt x="5484946" y="576204"/>
                  </a:lnTo>
                  <a:lnTo>
                    <a:pt x="5534464" y="577770"/>
                  </a:lnTo>
                  <a:lnTo>
                    <a:pt x="5567201" y="578935"/>
                  </a:lnTo>
                  <a:lnTo>
                    <a:pt x="5619959" y="581025"/>
                  </a:lnTo>
                  <a:lnTo>
                    <a:pt x="5672212" y="583341"/>
                  </a:lnTo>
                  <a:lnTo>
                    <a:pt x="5724555" y="585888"/>
                  </a:lnTo>
                  <a:lnTo>
                    <a:pt x="5777377" y="588659"/>
                  </a:lnTo>
                  <a:lnTo>
                    <a:pt x="5830889" y="591636"/>
                  </a:lnTo>
                  <a:lnTo>
                    <a:pt x="5885148" y="594794"/>
                  </a:lnTo>
                  <a:lnTo>
                    <a:pt x="5940078" y="598095"/>
                  </a:lnTo>
                  <a:lnTo>
                    <a:pt x="5995497" y="601494"/>
                  </a:lnTo>
                  <a:lnTo>
                    <a:pt x="6051154" y="604938"/>
                  </a:lnTo>
                  <a:lnTo>
                    <a:pt x="6106760" y="608372"/>
                  </a:lnTo>
                  <a:lnTo>
                    <a:pt x="6162036" y="611743"/>
                  </a:lnTo>
                  <a:lnTo>
                    <a:pt x="6216750" y="614999"/>
                  </a:lnTo>
                  <a:lnTo>
                    <a:pt x="6270754" y="618099"/>
                  </a:lnTo>
                  <a:lnTo>
                    <a:pt x="6324014" y="621008"/>
                  </a:lnTo>
                  <a:lnTo>
                    <a:pt x="6376639" y="623702"/>
                  </a:lnTo>
                  <a:lnTo>
                    <a:pt x="6428897" y="626170"/>
                  </a:lnTo>
                  <a:lnTo>
                    <a:pt x="6481246" y="628407"/>
                  </a:lnTo>
                  <a:lnTo>
                    <a:pt x="6515891" y="629751"/>
                  </a:lnTo>
                  <a:lnTo>
                    <a:pt x="6564309" y="631437"/>
                  </a:lnTo>
                  <a:lnTo>
                    <a:pt x="6614473" y="632947"/>
                  </a:lnTo>
                  <a:lnTo>
                    <a:pt x="6667238" y="634290"/>
                  </a:lnTo>
                  <a:lnTo>
                    <a:pt x="6723557" y="635482"/>
                  </a:lnTo>
                  <a:lnTo>
                    <a:pt x="6784390" y="636542"/>
                  </a:lnTo>
                  <a:lnTo>
                    <a:pt x="6850616" y="637487"/>
                  </a:lnTo>
                  <a:lnTo>
                    <a:pt x="6922909" y="638331"/>
                  </a:lnTo>
                  <a:lnTo>
                    <a:pt x="7001575" y="639086"/>
                  </a:lnTo>
                  <a:lnTo>
                    <a:pt x="7086348" y="639759"/>
                  </a:lnTo>
                  <a:lnTo>
                    <a:pt x="7176144" y="640356"/>
                  </a:lnTo>
                  <a:lnTo>
                    <a:pt x="7268846" y="640877"/>
                  </a:lnTo>
                  <a:lnTo>
                    <a:pt x="7361214" y="641322"/>
                  </a:lnTo>
                  <a:lnTo>
                    <a:pt x="7449045" y="641688"/>
                  </a:lnTo>
                  <a:lnTo>
                    <a:pt x="7527689" y="641974"/>
                  </a:lnTo>
                  <a:lnTo>
                    <a:pt x="7592898" y="642183"/>
                  </a:lnTo>
                  <a:lnTo>
                    <a:pt x="7641799" y="642323"/>
                  </a:lnTo>
                  <a:lnTo>
                    <a:pt x="7673681" y="642404"/>
                  </a:lnTo>
                  <a:lnTo>
                    <a:pt x="7690319" y="642442"/>
                  </a:lnTo>
                  <a:lnTo>
                    <a:pt x="7695821" y="642454"/>
                  </a:lnTo>
                  <a:lnTo>
                    <a:pt x="7696237" y="642455"/>
                  </a:lnTo>
                  <a:lnTo>
                    <a:pt x="8234974" y="642455"/>
                  </a:lnTo>
                  <a:lnTo>
                    <a:pt x="8234974" y="637010"/>
                  </a:lnTo>
                  <a:lnTo>
                    <a:pt x="7696237" y="637010"/>
                  </a:lnTo>
                  <a:lnTo>
                    <a:pt x="7694935" y="637007"/>
                  </a:lnTo>
                  <a:lnTo>
                    <a:pt x="7686436" y="636989"/>
                  </a:lnTo>
                  <a:lnTo>
                    <a:pt x="7665252" y="636939"/>
                  </a:lnTo>
                  <a:lnTo>
                    <a:pt x="7627985" y="636841"/>
                  </a:lnTo>
                  <a:lnTo>
                    <a:pt x="7573662" y="636680"/>
                  </a:lnTo>
                  <a:lnTo>
                    <a:pt x="7503747" y="636446"/>
                  </a:lnTo>
                  <a:lnTo>
                    <a:pt x="7421655" y="636134"/>
                  </a:lnTo>
                  <a:lnTo>
                    <a:pt x="7331870" y="635743"/>
                  </a:lnTo>
                  <a:lnTo>
                    <a:pt x="7238976" y="635274"/>
                  </a:lnTo>
                  <a:lnTo>
                    <a:pt x="7146907" y="634729"/>
                  </a:lnTo>
                  <a:lnTo>
                    <a:pt x="7058544" y="634107"/>
                  </a:lnTo>
                  <a:lnTo>
                    <a:pt x="6975655" y="633408"/>
                  </a:lnTo>
                  <a:lnTo>
                    <a:pt x="6899036" y="632626"/>
                  </a:lnTo>
                  <a:lnTo>
                    <a:pt x="6828744" y="631751"/>
                  </a:lnTo>
                  <a:lnTo>
                    <a:pt x="6764333" y="630771"/>
                  </a:lnTo>
                  <a:lnTo>
                    <a:pt x="6705049" y="629670"/>
                  </a:lnTo>
                  <a:lnTo>
                    <a:pt x="6649976" y="628432"/>
                  </a:lnTo>
                  <a:lnTo>
                    <a:pt x="6598147" y="627037"/>
                  </a:lnTo>
                  <a:lnTo>
                    <a:pt x="6548629" y="625471"/>
                  </a:lnTo>
                  <a:lnTo>
                    <a:pt x="6515891" y="624306"/>
                  </a:lnTo>
                  <a:lnTo>
                    <a:pt x="6463134" y="622217"/>
                  </a:lnTo>
                  <a:lnTo>
                    <a:pt x="6410881" y="619900"/>
                  </a:lnTo>
                  <a:lnTo>
                    <a:pt x="6358537" y="617353"/>
                  </a:lnTo>
                  <a:lnTo>
                    <a:pt x="6305715" y="614583"/>
                  </a:lnTo>
                  <a:lnTo>
                    <a:pt x="6252203" y="611605"/>
                  </a:lnTo>
                  <a:lnTo>
                    <a:pt x="6197944" y="608447"/>
                  </a:lnTo>
                  <a:lnTo>
                    <a:pt x="6143015" y="605146"/>
                  </a:lnTo>
                  <a:lnTo>
                    <a:pt x="6087595" y="601747"/>
                  </a:lnTo>
                  <a:lnTo>
                    <a:pt x="6031939" y="598303"/>
                  </a:lnTo>
                  <a:lnTo>
                    <a:pt x="5976332" y="594869"/>
                  </a:lnTo>
                  <a:lnTo>
                    <a:pt x="5921056" y="591498"/>
                  </a:lnTo>
                  <a:lnTo>
                    <a:pt x="5866342" y="588242"/>
                  </a:lnTo>
                  <a:lnTo>
                    <a:pt x="5812338" y="585142"/>
                  </a:lnTo>
                  <a:lnTo>
                    <a:pt x="5759078" y="582233"/>
                  </a:lnTo>
                  <a:lnTo>
                    <a:pt x="5706454" y="579539"/>
                  </a:lnTo>
                  <a:lnTo>
                    <a:pt x="5654195" y="577071"/>
                  </a:lnTo>
                  <a:lnTo>
                    <a:pt x="5601847" y="574834"/>
                  </a:lnTo>
                  <a:lnTo>
                    <a:pt x="5567201" y="573490"/>
                  </a:lnTo>
                  <a:lnTo>
                    <a:pt x="5518783" y="571804"/>
                  </a:lnTo>
                  <a:lnTo>
                    <a:pt x="5468619" y="570294"/>
                  </a:lnTo>
                  <a:lnTo>
                    <a:pt x="5415855" y="568951"/>
                  </a:lnTo>
                  <a:lnTo>
                    <a:pt x="5359536" y="567759"/>
                  </a:lnTo>
                  <a:lnTo>
                    <a:pt x="5298702" y="566699"/>
                  </a:lnTo>
                  <a:lnTo>
                    <a:pt x="5232476" y="565754"/>
                  </a:lnTo>
                  <a:lnTo>
                    <a:pt x="5160184" y="564910"/>
                  </a:lnTo>
                  <a:lnTo>
                    <a:pt x="5081518" y="564155"/>
                  </a:lnTo>
                  <a:lnTo>
                    <a:pt x="4996744" y="563482"/>
                  </a:lnTo>
                  <a:lnTo>
                    <a:pt x="4906948" y="562885"/>
                  </a:lnTo>
                  <a:lnTo>
                    <a:pt x="4814246" y="562364"/>
                  </a:lnTo>
                  <a:lnTo>
                    <a:pt x="4721878" y="561919"/>
                  </a:lnTo>
                  <a:lnTo>
                    <a:pt x="4634047" y="561553"/>
                  </a:lnTo>
                  <a:lnTo>
                    <a:pt x="4555403" y="561267"/>
                  </a:lnTo>
                  <a:lnTo>
                    <a:pt x="4490195" y="561058"/>
                  </a:lnTo>
                  <a:lnTo>
                    <a:pt x="4441294" y="560918"/>
                  </a:lnTo>
                  <a:lnTo>
                    <a:pt x="4409412" y="560837"/>
                  </a:lnTo>
                  <a:lnTo>
                    <a:pt x="4392774" y="560799"/>
                  </a:lnTo>
                  <a:lnTo>
                    <a:pt x="4387272" y="560787"/>
                  </a:lnTo>
                  <a:lnTo>
                    <a:pt x="4386855" y="560787"/>
                  </a:lnTo>
                  <a:lnTo>
                    <a:pt x="3848118" y="560787"/>
                  </a:lnTo>
                  <a:lnTo>
                    <a:pt x="3846822" y="560768"/>
                  </a:lnTo>
                  <a:lnTo>
                    <a:pt x="3838360" y="560635"/>
                  </a:lnTo>
                  <a:lnTo>
                    <a:pt x="3817266" y="560267"/>
                  </a:lnTo>
                  <a:lnTo>
                    <a:pt x="3780147" y="559546"/>
                  </a:lnTo>
                  <a:lnTo>
                    <a:pt x="3726022" y="558368"/>
                  </a:lnTo>
                  <a:lnTo>
                    <a:pt x="3656333" y="556657"/>
                  </a:lnTo>
                  <a:lnTo>
                    <a:pt x="3574466" y="554373"/>
                  </a:lnTo>
                  <a:lnTo>
                    <a:pt x="3484880" y="551506"/>
                  </a:lnTo>
                  <a:lnTo>
                    <a:pt x="3392141" y="548067"/>
                  </a:lnTo>
                  <a:lnTo>
                    <a:pt x="3300177" y="544068"/>
                  </a:lnTo>
                  <a:lnTo>
                    <a:pt x="3211873" y="539513"/>
                  </a:lnTo>
                  <a:lnTo>
                    <a:pt x="3129005" y="534388"/>
                  </a:lnTo>
                  <a:lnTo>
                    <a:pt x="3052381" y="528652"/>
                  </a:lnTo>
                  <a:lnTo>
                    <a:pt x="2982069" y="522240"/>
                  </a:lnTo>
                  <a:lnTo>
                    <a:pt x="2917634" y="515060"/>
                  </a:lnTo>
                  <a:lnTo>
                    <a:pt x="2858330" y="506998"/>
                  </a:lnTo>
                  <a:lnTo>
                    <a:pt x="2803247" y="497926"/>
                  </a:lnTo>
                  <a:lnTo>
                    <a:pt x="2751422" y="487713"/>
                  </a:lnTo>
                  <a:lnTo>
                    <a:pt x="2701927" y="476248"/>
                  </a:lnTo>
                  <a:lnTo>
                    <a:pt x="2667772" y="467322"/>
                  </a:lnTo>
                  <a:lnTo>
                    <a:pt x="2616836" y="452511"/>
                  </a:lnTo>
                  <a:lnTo>
                    <a:pt x="2566391" y="436144"/>
                  </a:lnTo>
                  <a:lnTo>
                    <a:pt x="2515893" y="418199"/>
                  </a:lnTo>
                  <a:lnTo>
                    <a:pt x="2464978" y="398713"/>
                  </a:lnTo>
                  <a:lnTo>
                    <a:pt x="2413437" y="377785"/>
                  </a:lnTo>
                  <a:lnTo>
                    <a:pt x="2361200" y="355585"/>
                  </a:lnTo>
                  <a:lnTo>
                    <a:pt x="2308313" y="332344"/>
                  </a:lnTo>
                  <a:lnTo>
                    <a:pt x="2254920" y="308355"/>
                  </a:lnTo>
                  <a:lnTo>
                    <a:pt x="2201237" y="283952"/>
                  </a:lnTo>
                  <a:lnTo>
                    <a:pt x="2147516" y="259496"/>
                  </a:lnTo>
                  <a:lnTo>
                    <a:pt x="2094014" y="235350"/>
                  </a:lnTo>
                  <a:lnTo>
                    <a:pt x="2040962" y="211860"/>
                  </a:lnTo>
                  <a:lnTo>
                    <a:pt x="1988526" y="189330"/>
                  </a:lnTo>
                  <a:lnTo>
                    <a:pt x="1936784" y="168012"/>
                  </a:lnTo>
                  <a:lnTo>
                    <a:pt x="1885702" y="148094"/>
                  </a:lnTo>
                  <a:lnTo>
                    <a:pt x="1835114" y="129695"/>
                  </a:lnTo>
                  <a:lnTo>
                    <a:pt x="1784701" y="112869"/>
                  </a:lnTo>
                  <a:lnTo>
                    <a:pt x="1733976" y="97611"/>
                  </a:lnTo>
                  <a:lnTo>
                    <a:pt x="1719082" y="93464"/>
                  </a:lnTo>
                  <a:lnTo>
                    <a:pt x="1670739" y="81074"/>
                  </a:lnTo>
                  <a:lnTo>
                    <a:pt x="1620658" y="69982"/>
                  </a:lnTo>
                  <a:lnTo>
                    <a:pt x="1567986" y="60113"/>
                  </a:lnTo>
                  <a:lnTo>
                    <a:pt x="1511775" y="51348"/>
                  </a:lnTo>
                  <a:lnTo>
                    <a:pt x="1451069" y="43555"/>
                  </a:lnTo>
                  <a:lnTo>
                    <a:pt x="1384993" y="36609"/>
                  </a:lnTo>
                  <a:lnTo>
                    <a:pt x="1312874" y="30401"/>
                  </a:lnTo>
                  <a:lnTo>
                    <a:pt x="1234401" y="24849"/>
                  </a:lnTo>
                  <a:lnTo>
                    <a:pt x="1149832" y="19892"/>
                  </a:lnTo>
                  <a:lnTo>
                    <a:pt x="1060234" y="15500"/>
                  </a:lnTo>
                  <a:lnTo>
                    <a:pt x="967698" y="11662"/>
                  </a:lnTo>
                  <a:lnTo>
                    <a:pt x="875431" y="8387"/>
                  </a:lnTo>
                  <a:lnTo>
                    <a:pt x="787604" y="5689"/>
                  </a:lnTo>
                  <a:lnTo>
                    <a:pt x="708844" y="3574"/>
                  </a:lnTo>
                  <a:lnTo>
                    <a:pt x="643399" y="2024"/>
                  </a:lnTo>
                  <a:lnTo>
                    <a:pt x="594168" y="987"/>
                  </a:lnTo>
                  <a:lnTo>
                    <a:pt x="561917" y="381"/>
                  </a:lnTo>
                  <a:lnTo>
                    <a:pt x="544941" y="94"/>
                  </a:lnTo>
                  <a:lnTo>
                    <a:pt x="539208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64" name="pl564"/>
            <p:cNvSpPr/>
            <p:nvPr/>
          </p:nvSpPr>
          <p:spPr>
            <a:xfrm>
              <a:off x="546595" y="1028128"/>
              <a:ext cx="8234974" cy="637010"/>
            </a:xfrm>
            <a:custGeom>
              <a:avLst/>
              <a:pathLst>
                <a:path w="8234974" h="637010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4" y="151"/>
                  </a:lnTo>
                  <a:lnTo>
                    <a:pt x="569589" y="519"/>
                  </a:lnTo>
                  <a:lnTo>
                    <a:pt x="606707" y="1240"/>
                  </a:lnTo>
                  <a:lnTo>
                    <a:pt x="660832" y="2418"/>
                  </a:lnTo>
                  <a:lnTo>
                    <a:pt x="730522" y="4129"/>
                  </a:lnTo>
                  <a:lnTo>
                    <a:pt x="812388" y="6413"/>
                  </a:lnTo>
                  <a:lnTo>
                    <a:pt x="901975" y="9280"/>
                  </a:lnTo>
                  <a:lnTo>
                    <a:pt x="994714" y="12719"/>
                  </a:lnTo>
                  <a:lnTo>
                    <a:pt x="1086678" y="16718"/>
                  </a:lnTo>
                  <a:lnTo>
                    <a:pt x="1174982" y="21273"/>
                  </a:lnTo>
                  <a:lnTo>
                    <a:pt x="1257850" y="26398"/>
                  </a:lnTo>
                  <a:lnTo>
                    <a:pt x="1334474" y="32134"/>
                  </a:lnTo>
                  <a:lnTo>
                    <a:pt x="1404785" y="38546"/>
                  </a:lnTo>
                  <a:lnTo>
                    <a:pt x="1469220" y="45727"/>
                  </a:lnTo>
                  <a:lnTo>
                    <a:pt x="1528525" y="53788"/>
                  </a:lnTo>
                  <a:lnTo>
                    <a:pt x="1583608" y="62860"/>
                  </a:lnTo>
                  <a:lnTo>
                    <a:pt x="1635432" y="73073"/>
                  </a:lnTo>
                  <a:lnTo>
                    <a:pt x="1684928" y="84538"/>
                  </a:lnTo>
                  <a:lnTo>
                    <a:pt x="1719082" y="93464"/>
                  </a:lnTo>
                  <a:lnTo>
                    <a:pt x="1770019" y="108275"/>
                  </a:lnTo>
                  <a:lnTo>
                    <a:pt x="1820463" y="124642"/>
                  </a:lnTo>
                  <a:lnTo>
                    <a:pt x="1870961" y="142587"/>
                  </a:lnTo>
                  <a:lnTo>
                    <a:pt x="1921876" y="162073"/>
                  </a:lnTo>
                  <a:lnTo>
                    <a:pt x="1973417" y="183001"/>
                  </a:lnTo>
                  <a:lnTo>
                    <a:pt x="2025655" y="205201"/>
                  </a:lnTo>
                  <a:lnTo>
                    <a:pt x="2078542" y="228442"/>
                  </a:lnTo>
                  <a:lnTo>
                    <a:pt x="2131934" y="252431"/>
                  </a:lnTo>
                  <a:lnTo>
                    <a:pt x="2185618" y="276834"/>
                  </a:lnTo>
                  <a:lnTo>
                    <a:pt x="2239339" y="301290"/>
                  </a:lnTo>
                  <a:lnTo>
                    <a:pt x="2292840" y="325436"/>
                  </a:lnTo>
                  <a:lnTo>
                    <a:pt x="2345893" y="348926"/>
                  </a:lnTo>
                  <a:lnTo>
                    <a:pt x="2398329" y="371456"/>
                  </a:lnTo>
                  <a:lnTo>
                    <a:pt x="2450070" y="392774"/>
                  </a:lnTo>
                  <a:lnTo>
                    <a:pt x="2501152" y="412692"/>
                  </a:lnTo>
                  <a:lnTo>
                    <a:pt x="2551741" y="431091"/>
                  </a:lnTo>
                  <a:lnTo>
                    <a:pt x="2602154" y="447917"/>
                  </a:lnTo>
                  <a:lnTo>
                    <a:pt x="2652879" y="463175"/>
                  </a:lnTo>
                  <a:lnTo>
                    <a:pt x="2667772" y="467322"/>
                  </a:lnTo>
                  <a:lnTo>
                    <a:pt x="2716115" y="479712"/>
                  </a:lnTo>
                  <a:lnTo>
                    <a:pt x="2766197" y="490804"/>
                  </a:lnTo>
                  <a:lnTo>
                    <a:pt x="2818869" y="500673"/>
                  </a:lnTo>
                  <a:lnTo>
                    <a:pt x="2875080" y="509438"/>
                  </a:lnTo>
                  <a:lnTo>
                    <a:pt x="2935786" y="517231"/>
                  </a:lnTo>
                  <a:lnTo>
                    <a:pt x="3001862" y="524177"/>
                  </a:lnTo>
                  <a:lnTo>
                    <a:pt x="3073980" y="530385"/>
                  </a:lnTo>
                  <a:lnTo>
                    <a:pt x="3152453" y="535937"/>
                  </a:lnTo>
                  <a:lnTo>
                    <a:pt x="3237022" y="540894"/>
                  </a:lnTo>
                  <a:lnTo>
                    <a:pt x="3326620" y="545286"/>
                  </a:lnTo>
                  <a:lnTo>
                    <a:pt x="3419157" y="549124"/>
                  </a:lnTo>
                  <a:lnTo>
                    <a:pt x="3511424" y="552399"/>
                  </a:lnTo>
                  <a:lnTo>
                    <a:pt x="3599251" y="555097"/>
                  </a:lnTo>
                  <a:lnTo>
                    <a:pt x="3678011" y="557212"/>
                  </a:lnTo>
                  <a:lnTo>
                    <a:pt x="3743456" y="558762"/>
                  </a:lnTo>
                  <a:lnTo>
                    <a:pt x="3792686" y="559799"/>
                  </a:lnTo>
                  <a:lnTo>
                    <a:pt x="3824938" y="560405"/>
                  </a:lnTo>
                  <a:lnTo>
                    <a:pt x="3841914" y="560692"/>
                  </a:lnTo>
                  <a:lnTo>
                    <a:pt x="3847647" y="560780"/>
                  </a:lnTo>
                  <a:lnTo>
                    <a:pt x="3848118" y="560787"/>
                  </a:lnTo>
                  <a:lnTo>
                    <a:pt x="4386855" y="560787"/>
                  </a:lnTo>
                  <a:lnTo>
                    <a:pt x="4388158" y="560789"/>
                  </a:lnTo>
                  <a:lnTo>
                    <a:pt x="4396656" y="560807"/>
                  </a:lnTo>
                  <a:lnTo>
                    <a:pt x="4417840" y="560857"/>
                  </a:lnTo>
                  <a:lnTo>
                    <a:pt x="4455107" y="560956"/>
                  </a:lnTo>
                  <a:lnTo>
                    <a:pt x="4509430" y="561117"/>
                  </a:lnTo>
                  <a:lnTo>
                    <a:pt x="4579345" y="561350"/>
                  </a:lnTo>
                  <a:lnTo>
                    <a:pt x="4661437" y="561662"/>
                  </a:lnTo>
                  <a:lnTo>
                    <a:pt x="4751222" y="562053"/>
                  </a:lnTo>
                  <a:lnTo>
                    <a:pt x="4844116" y="562522"/>
                  </a:lnTo>
                  <a:lnTo>
                    <a:pt x="4936186" y="563068"/>
                  </a:lnTo>
                  <a:lnTo>
                    <a:pt x="5024549" y="563689"/>
                  </a:lnTo>
                  <a:lnTo>
                    <a:pt x="5107437" y="564388"/>
                  </a:lnTo>
                  <a:lnTo>
                    <a:pt x="5184056" y="565171"/>
                  </a:lnTo>
                  <a:lnTo>
                    <a:pt x="5254348" y="566046"/>
                  </a:lnTo>
                  <a:lnTo>
                    <a:pt x="5318759" y="567026"/>
                  </a:lnTo>
                  <a:lnTo>
                    <a:pt x="5378043" y="568126"/>
                  </a:lnTo>
                  <a:lnTo>
                    <a:pt x="5433116" y="569365"/>
                  </a:lnTo>
                  <a:lnTo>
                    <a:pt x="5484946" y="570760"/>
                  </a:lnTo>
                  <a:lnTo>
                    <a:pt x="5534464" y="572325"/>
                  </a:lnTo>
                  <a:lnTo>
                    <a:pt x="5567201" y="573490"/>
                  </a:lnTo>
                  <a:lnTo>
                    <a:pt x="5619959" y="575580"/>
                  </a:lnTo>
                  <a:lnTo>
                    <a:pt x="5672212" y="577897"/>
                  </a:lnTo>
                  <a:lnTo>
                    <a:pt x="5724555" y="580444"/>
                  </a:lnTo>
                  <a:lnTo>
                    <a:pt x="5777377" y="583214"/>
                  </a:lnTo>
                  <a:lnTo>
                    <a:pt x="5830889" y="586192"/>
                  </a:lnTo>
                  <a:lnTo>
                    <a:pt x="5885148" y="589350"/>
                  </a:lnTo>
                  <a:lnTo>
                    <a:pt x="5940078" y="592651"/>
                  </a:lnTo>
                  <a:lnTo>
                    <a:pt x="5995497" y="596049"/>
                  </a:lnTo>
                  <a:lnTo>
                    <a:pt x="6051154" y="599493"/>
                  </a:lnTo>
                  <a:lnTo>
                    <a:pt x="6106760" y="602928"/>
                  </a:lnTo>
                  <a:lnTo>
                    <a:pt x="6162036" y="606298"/>
                  </a:lnTo>
                  <a:lnTo>
                    <a:pt x="6216750" y="609555"/>
                  </a:lnTo>
                  <a:lnTo>
                    <a:pt x="6270754" y="612654"/>
                  </a:lnTo>
                  <a:lnTo>
                    <a:pt x="6324014" y="615563"/>
                  </a:lnTo>
                  <a:lnTo>
                    <a:pt x="6376639" y="618258"/>
                  </a:lnTo>
                  <a:lnTo>
                    <a:pt x="6428897" y="620725"/>
                  </a:lnTo>
                  <a:lnTo>
                    <a:pt x="6481246" y="622963"/>
                  </a:lnTo>
                  <a:lnTo>
                    <a:pt x="6515891" y="624306"/>
                  </a:lnTo>
                  <a:lnTo>
                    <a:pt x="6564309" y="625993"/>
                  </a:lnTo>
                  <a:lnTo>
                    <a:pt x="6614473" y="627502"/>
                  </a:lnTo>
                  <a:lnTo>
                    <a:pt x="6667238" y="628845"/>
                  </a:lnTo>
                  <a:lnTo>
                    <a:pt x="6723557" y="630037"/>
                  </a:lnTo>
                  <a:lnTo>
                    <a:pt x="6784390" y="631097"/>
                  </a:lnTo>
                  <a:lnTo>
                    <a:pt x="6850616" y="632042"/>
                  </a:lnTo>
                  <a:lnTo>
                    <a:pt x="6922909" y="632886"/>
                  </a:lnTo>
                  <a:lnTo>
                    <a:pt x="7001575" y="633641"/>
                  </a:lnTo>
                  <a:lnTo>
                    <a:pt x="7086348" y="634315"/>
                  </a:lnTo>
                  <a:lnTo>
                    <a:pt x="7176144" y="634912"/>
                  </a:lnTo>
                  <a:lnTo>
                    <a:pt x="7268846" y="635433"/>
                  </a:lnTo>
                  <a:lnTo>
                    <a:pt x="7361214" y="635877"/>
                  </a:lnTo>
                  <a:lnTo>
                    <a:pt x="7449045" y="636243"/>
                  </a:lnTo>
                  <a:lnTo>
                    <a:pt x="7527689" y="636529"/>
                  </a:lnTo>
                  <a:lnTo>
                    <a:pt x="7592898" y="636739"/>
                  </a:lnTo>
                  <a:lnTo>
                    <a:pt x="7641799" y="636878"/>
                  </a:lnTo>
                  <a:lnTo>
                    <a:pt x="7673681" y="636960"/>
                  </a:lnTo>
                  <a:lnTo>
                    <a:pt x="7690319" y="636998"/>
                  </a:lnTo>
                  <a:lnTo>
                    <a:pt x="7695821" y="637009"/>
                  </a:lnTo>
                  <a:lnTo>
                    <a:pt x="7696237" y="637010"/>
                  </a:lnTo>
                  <a:lnTo>
                    <a:pt x="8234974" y="6370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5" name="pl565"/>
            <p:cNvSpPr/>
            <p:nvPr/>
          </p:nvSpPr>
          <p:spPr>
            <a:xfrm>
              <a:off x="546595" y="1022683"/>
              <a:ext cx="8234974" cy="637010"/>
            </a:xfrm>
            <a:custGeom>
              <a:avLst/>
              <a:pathLst>
                <a:path w="8234974" h="637010">
                  <a:moveTo>
                    <a:pt x="8234974" y="637010"/>
                  </a:moveTo>
                  <a:lnTo>
                    <a:pt x="7696237" y="637010"/>
                  </a:lnTo>
                  <a:lnTo>
                    <a:pt x="7694935" y="637007"/>
                  </a:lnTo>
                  <a:lnTo>
                    <a:pt x="7686436" y="636989"/>
                  </a:lnTo>
                  <a:lnTo>
                    <a:pt x="7665252" y="636939"/>
                  </a:lnTo>
                  <a:lnTo>
                    <a:pt x="7627985" y="636841"/>
                  </a:lnTo>
                  <a:lnTo>
                    <a:pt x="7573662" y="636680"/>
                  </a:lnTo>
                  <a:lnTo>
                    <a:pt x="7503747" y="636446"/>
                  </a:lnTo>
                  <a:lnTo>
                    <a:pt x="7421655" y="636134"/>
                  </a:lnTo>
                  <a:lnTo>
                    <a:pt x="7331870" y="635743"/>
                  </a:lnTo>
                  <a:lnTo>
                    <a:pt x="7238976" y="635274"/>
                  </a:lnTo>
                  <a:lnTo>
                    <a:pt x="7146907" y="634729"/>
                  </a:lnTo>
                  <a:lnTo>
                    <a:pt x="7058544" y="634107"/>
                  </a:lnTo>
                  <a:lnTo>
                    <a:pt x="6975655" y="633408"/>
                  </a:lnTo>
                  <a:lnTo>
                    <a:pt x="6899036" y="632626"/>
                  </a:lnTo>
                  <a:lnTo>
                    <a:pt x="6828744" y="631751"/>
                  </a:lnTo>
                  <a:lnTo>
                    <a:pt x="6764333" y="630771"/>
                  </a:lnTo>
                  <a:lnTo>
                    <a:pt x="6705049" y="629670"/>
                  </a:lnTo>
                  <a:lnTo>
                    <a:pt x="6649976" y="628432"/>
                  </a:lnTo>
                  <a:lnTo>
                    <a:pt x="6598147" y="627037"/>
                  </a:lnTo>
                  <a:lnTo>
                    <a:pt x="6548629" y="625471"/>
                  </a:lnTo>
                  <a:lnTo>
                    <a:pt x="6515891" y="624306"/>
                  </a:lnTo>
                  <a:lnTo>
                    <a:pt x="6463134" y="622217"/>
                  </a:lnTo>
                  <a:lnTo>
                    <a:pt x="6410881" y="619900"/>
                  </a:lnTo>
                  <a:lnTo>
                    <a:pt x="6358537" y="617353"/>
                  </a:lnTo>
                  <a:lnTo>
                    <a:pt x="6305715" y="614583"/>
                  </a:lnTo>
                  <a:lnTo>
                    <a:pt x="6252203" y="611605"/>
                  </a:lnTo>
                  <a:lnTo>
                    <a:pt x="6197944" y="608447"/>
                  </a:lnTo>
                  <a:lnTo>
                    <a:pt x="6143015" y="605146"/>
                  </a:lnTo>
                  <a:lnTo>
                    <a:pt x="6087595" y="601747"/>
                  </a:lnTo>
                  <a:lnTo>
                    <a:pt x="6031939" y="598303"/>
                  </a:lnTo>
                  <a:lnTo>
                    <a:pt x="5976332" y="594869"/>
                  </a:lnTo>
                  <a:lnTo>
                    <a:pt x="5921056" y="591498"/>
                  </a:lnTo>
                  <a:lnTo>
                    <a:pt x="5866342" y="588242"/>
                  </a:lnTo>
                  <a:lnTo>
                    <a:pt x="5812338" y="585142"/>
                  </a:lnTo>
                  <a:lnTo>
                    <a:pt x="5759078" y="582233"/>
                  </a:lnTo>
                  <a:lnTo>
                    <a:pt x="5706454" y="579539"/>
                  </a:lnTo>
                  <a:lnTo>
                    <a:pt x="5654195" y="577071"/>
                  </a:lnTo>
                  <a:lnTo>
                    <a:pt x="5601847" y="574834"/>
                  </a:lnTo>
                  <a:lnTo>
                    <a:pt x="5567201" y="573490"/>
                  </a:lnTo>
                  <a:lnTo>
                    <a:pt x="5518783" y="571804"/>
                  </a:lnTo>
                  <a:lnTo>
                    <a:pt x="5468619" y="570294"/>
                  </a:lnTo>
                  <a:lnTo>
                    <a:pt x="5415855" y="568951"/>
                  </a:lnTo>
                  <a:lnTo>
                    <a:pt x="5359536" y="567759"/>
                  </a:lnTo>
                  <a:lnTo>
                    <a:pt x="5298702" y="566699"/>
                  </a:lnTo>
                  <a:lnTo>
                    <a:pt x="5232476" y="565754"/>
                  </a:lnTo>
                  <a:lnTo>
                    <a:pt x="5160184" y="564910"/>
                  </a:lnTo>
                  <a:lnTo>
                    <a:pt x="5081518" y="564155"/>
                  </a:lnTo>
                  <a:lnTo>
                    <a:pt x="4996744" y="563482"/>
                  </a:lnTo>
                  <a:lnTo>
                    <a:pt x="4906948" y="562885"/>
                  </a:lnTo>
                  <a:lnTo>
                    <a:pt x="4814246" y="562364"/>
                  </a:lnTo>
                  <a:lnTo>
                    <a:pt x="4721878" y="561919"/>
                  </a:lnTo>
                  <a:lnTo>
                    <a:pt x="4634047" y="561553"/>
                  </a:lnTo>
                  <a:lnTo>
                    <a:pt x="4555403" y="561267"/>
                  </a:lnTo>
                  <a:lnTo>
                    <a:pt x="4490195" y="561058"/>
                  </a:lnTo>
                  <a:lnTo>
                    <a:pt x="4441294" y="560918"/>
                  </a:lnTo>
                  <a:lnTo>
                    <a:pt x="4409412" y="560837"/>
                  </a:lnTo>
                  <a:lnTo>
                    <a:pt x="4392774" y="560799"/>
                  </a:lnTo>
                  <a:lnTo>
                    <a:pt x="4387272" y="560787"/>
                  </a:lnTo>
                  <a:lnTo>
                    <a:pt x="4386855" y="560787"/>
                  </a:lnTo>
                  <a:lnTo>
                    <a:pt x="3848118" y="560787"/>
                  </a:lnTo>
                  <a:lnTo>
                    <a:pt x="3846822" y="560768"/>
                  </a:lnTo>
                  <a:lnTo>
                    <a:pt x="3838360" y="560635"/>
                  </a:lnTo>
                  <a:lnTo>
                    <a:pt x="3817266" y="560267"/>
                  </a:lnTo>
                  <a:lnTo>
                    <a:pt x="3780147" y="559546"/>
                  </a:lnTo>
                  <a:lnTo>
                    <a:pt x="3726022" y="558368"/>
                  </a:lnTo>
                  <a:lnTo>
                    <a:pt x="3656333" y="556657"/>
                  </a:lnTo>
                  <a:lnTo>
                    <a:pt x="3574466" y="554373"/>
                  </a:lnTo>
                  <a:lnTo>
                    <a:pt x="3484880" y="551506"/>
                  </a:lnTo>
                  <a:lnTo>
                    <a:pt x="3392141" y="548067"/>
                  </a:lnTo>
                  <a:lnTo>
                    <a:pt x="3300177" y="544068"/>
                  </a:lnTo>
                  <a:lnTo>
                    <a:pt x="3211873" y="539513"/>
                  </a:lnTo>
                  <a:lnTo>
                    <a:pt x="3129005" y="534388"/>
                  </a:lnTo>
                  <a:lnTo>
                    <a:pt x="3052381" y="528652"/>
                  </a:lnTo>
                  <a:lnTo>
                    <a:pt x="2982069" y="522240"/>
                  </a:lnTo>
                  <a:lnTo>
                    <a:pt x="2917634" y="515060"/>
                  </a:lnTo>
                  <a:lnTo>
                    <a:pt x="2858330" y="506998"/>
                  </a:lnTo>
                  <a:lnTo>
                    <a:pt x="2803247" y="497926"/>
                  </a:lnTo>
                  <a:lnTo>
                    <a:pt x="2751422" y="487713"/>
                  </a:lnTo>
                  <a:lnTo>
                    <a:pt x="2701927" y="476248"/>
                  </a:lnTo>
                  <a:lnTo>
                    <a:pt x="2667772" y="467322"/>
                  </a:lnTo>
                  <a:lnTo>
                    <a:pt x="2616836" y="452511"/>
                  </a:lnTo>
                  <a:lnTo>
                    <a:pt x="2566391" y="436144"/>
                  </a:lnTo>
                  <a:lnTo>
                    <a:pt x="2515893" y="418199"/>
                  </a:lnTo>
                  <a:lnTo>
                    <a:pt x="2464978" y="398713"/>
                  </a:lnTo>
                  <a:lnTo>
                    <a:pt x="2413437" y="377785"/>
                  </a:lnTo>
                  <a:lnTo>
                    <a:pt x="2361200" y="355585"/>
                  </a:lnTo>
                  <a:lnTo>
                    <a:pt x="2308313" y="332344"/>
                  </a:lnTo>
                  <a:lnTo>
                    <a:pt x="2254920" y="308355"/>
                  </a:lnTo>
                  <a:lnTo>
                    <a:pt x="2201237" y="283952"/>
                  </a:lnTo>
                  <a:lnTo>
                    <a:pt x="2147516" y="259496"/>
                  </a:lnTo>
                  <a:lnTo>
                    <a:pt x="2094014" y="235350"/>
                  </a:lnTo>
                  <a:lnTo>
                    <a:pt x="2040962" y="211860"/>
                  </a:lnTo>
                  <a:lnTo>
                    <a:pt x="1988526" y="189330"/>
                  </a:lnTo>
                  <a:lnTo>
                    <a:pt x="1936784" y="168012"/>
                  </a:lnTo>
                  <a:lnTo>
                    <a:pt x="1885702" y="148094"/>
                  </a:lnTo>
                  <a:lnTo>
                    <a:pt x="1835114" y="129695"/>
                  </a:lnTo>
                  <a:lnTo>
                    <a:pt x="1784701" y="112869"/>
                  </a:lnTo>
                  <a:lnTo>
                    <a:pt x="1733976" y="97611"/>
                  </a:lnTo>
                  <a:lnTo>
                    <a:pt x="1719082" y="93464"/>
                  </a:lnTo>
                  <a:lnTo>
                    <a:pt x="1670739" y="81074"/>
                  </a:lnTo>
                  <a:lnTo>
                    <a:pt x="1620658" y="69982"/>
                  </a:lnTo>
                  <a:lnTo>
                    <a:pt x="1567986" y="60113"/>
                  </a:lnTo>
                  <a:lnTo>
                    <a:pt x="1511775" y="51348"/>
                  </a:lnTo>
                  <a:lnTo>
                    <a:pt x="1451069" y="43555"/>
                  </a:lnTo>
                  <a:lnTo>
                    <a:pt x="1384993" y="36609"/>
                  </a:lnTo>
                  <a:lnTo>
                    <a:pt x="1312874" y="30401"/>
                  </a:lnTo>
                  <a:lnTo>
                    <a:pt x="1234401" y="24849"/>
                  </a:lnTo>
                  <a:lnTo>
                    <a:pt x="1149832" y="19892"/>
                  </a:lnTo>
                  <a:lnTo>
                    <a:pt x="1060234" y="15500"/>
                  </a:lnTo>
                  <a:lnTo>
                    <a:pt x="967698" y="11662"/>
                  </a:lnTo>
                  <a:lnTo>
                    <a:pt x="875431" y="8387"/>
                  </a:lnTo>
                  <a:lnTo>
                    <a:pt x="787604" y="5689"/>
                  </a:lnTo>
                  <a:lnTo>
                    <a:pt x="708844" y="3574"/>
                  </a:lnTo>
                  <a:lnTo>
                    <a:pt x="643399" y="2024"/>
                  </a:lnTo>
                  <a:lnTo>
                    <a:pt x="594168" y="987"/>
                  </a:lnTo>
                  <a:lnTo>
                    <a:pt x="561917" y="381"/>
                  </a:lnTo>
                  <a:lnTo>
                    <a:pt x="544941" y="94"/>
                  </a:lnTo>
                  <a:lnTo>
                    <a:pt x="539208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6" name="pg566"/>
            <p:cNvSpPr/>
            <p:nvPr/>
          </p:nvSpPr>
          <p:spPr>
            <a:xfrm>
              <a:off x="546595" y="1028128"/>
              <a:ext cx="8234974" cy="833013"/>
            </a:xfrm>
            <a:custGeom>
              <a:avLst/>
              <a:pathLst>
                <a:path w="8234974" h="833013">
                  <a:moveTo>
                    <a:pt x="0" y="10889"/>
                  </a:moveTo>
                  <a:lnTo>
                    <a:pt x="538736" y="10889"/>
                  </a:lnTo>
                  <a:lnTo>
                    <a:pt x="540033" y="10907"/>
                  </a:lnTo>
                  <a:lnTo>
                    <a:pt x="548493" y="11042"/>
                  </a:lnTo>
                  <a:lnTo>
                    <a:pt x="569586" y="11413"/>
                  </a:lnTo>
                  <a:lnTo>
                    <a:pt x="606702" y="12141"/>
                  </a:lnTo>
                  <a:lnTo>
                    <a:pt x="660823" y="13331"/>
                  </a:lnTo>
                  <a:lnTo>
                    <a:pt x="730508" y="15058"/>
                  </a:lnTo>
                  <a:lnTo>
                    <a:pt x="812370" y="17364"/>
                  </a:lnTo>
                  <a:lnTo>
                    <a:pt x="901953" y="20258"/>
                  </a:lnTo>
                  <a:lnTo>
                    <a:pt x="994688" y="23731"/>
                  </a:lnTo>
                  <a:lnTo>
                    <a:pt x="1086650" y="27768"/>
                  </a:lnTo>
                  <a:lnTo>
                    <a:pt x="1174953" y="32367"/>
                  </a:lnTo>
                  <a:lnTo>
                    <a:pt x="1257820" y="37541"/>
                  </a:lnTo>
                  <a:lnTo>
                    <a:pt x="1334445" y="43332"/>
                  </a:lnTo>
                  <a:lnTo>
                    <a:pt x="1404757" y="49807"/>
                  </a:lnTo>
                  <a:lnTo>
                    <a:pt x="1469192" y="57056"/>
                  </a:lnTo>
                  <a:lnTo>
                    <a:pt x="1528497" y="65195"/>
                  </a:lnTo>
                  <a:lnTo>
                    <a:pt x="1583580" y="74355"/>
                  </a:lnTo>
                  <a:lnTo>
                    <a:pt x="1635405" y="84666"/>
                  </a:lnTo>
                  <a:lnTo>
                    <a:pt x="1684900" y="96241"/>
                  </a:lnTo>
                  <a:lnTo>
                    <a:pt x="1719082" y="105260"/>
                  </a:lnTo>
                  <a:lnTo>
                    <a:pt x="1769986" y="120205"/>
                  </a:lnTo>
                  <a:lnTo>
                    <a:pt x="1820397" y="136719"/>
                  </a:lnTo>
                  <a:lnTo>
                    <a:pt x="1870862" y="154823"/>
                  </a:lnTo>
                  <a:lnTo>
                    <a:pt x="1921742" y="174482"/>
                  </a:lnTo>
                  <a:lnTo>
                    <a:pt x="1973247" y="195595"/>
                  </a:lnTo>
                  <a:lnTo>
                    <a:pt x="2025448" y="217992"/>
                  </a:lnTo>
                  <a:lnTo>
                    <a:pt x="2078298" y="241439"/>
                  </a:lnTo>
                  <a:lnTo>
                    <a:pt x="2131654" y="265643"/>
                  </a:lnTo>
                  <a:lnTo>
                    <a:pt x="2185301" y="290265"/>
                  </a:lnTo>
                  <a:lnTo>
                    <a:pt x="2238988" y="314943"/>
                  </a:lnTo>
                  <a:lnTo>
                    <a:pt x="2292456" y="339311"/>
                  </a:lnTo>
                  <a:lnTo>
                    <a:pt x="2345478" y="363020"/>
                  </a:lnTo>
                  <a:lnTo>
                    <a:pt x="2397885" y="385763"/>
                  </a:lnTo>
                  <a:lnTo>
                    <a:pt x="2449599" y="407285"/>
                  </a:lnTo>
                  <a:lnTo>
                    <a:pt x="2500653" y="427397"/>
                  </a:lnTo>
                  <a:lnTo>
                    <a:pt x="2551213" y="445979"/>
                  </a:lnTo>
                  <a:lnTo>
                    <a:pt x="2601592" y="462974"/>
                  </a:lnTo>
                  <a:lnTo>
                    <a:pt x="2652277" y="478388"/>
                  </a:lnTo>
                  <a:lnTo>
                    <a:pt x="2667772" y="482748"/>
                  </a:lnTo>
                  <a:lnTo>
                    <a:pt x="2716114" y="495258"/>
                  </a:lnTo>
                  <a:lnTo>
                    <a:pt x="2766194" y="506458"/>
                  </a:lnTo>
                  <a:lnTo>
                    <a:pt x="2818864" y="516422"/>
                  </a:lnTo>
                  <a:lnTo>
                    <a:pt x="2875073" y="525272"/>
                  </a:lnTo>
                  <a:lnTo>
                    <a:pt x="2935776" y="533140"/>
                  </a:lnTo>
                  <a:lnTo>
                    <a:pt x="3001849" y="540154"/>
                  </a:lnTo>
                  <a:lnTo>
                    <a:pt x="3073964" y="546422"/>
                  </a:lnTo>
                  <a:lnTo>
                    <a:pt x="3152433" y="552028"/>
                  </a:lnTo>
                  <a:lnTo>
                    <a:pt x="3236998" y="557033"/>
                  </a:lnTo>
                  <a:lnTo>
                    <a:pt x="3326592" y="561468"/>
                  </a:lnTo>
                  <a:lnTo>
                    <a:pt x="3419126" y="565343"/>
                  </a:lnTo>
                  <a:lnTo>
                    <a:pt x="3511391" y="568650"/>
                  </a:lnTo>
                  <a:lnTo>
                    <a:pt x="3599217" y="571374"/>
                  </a:lnTo>
                  <a:lnTo>
                    <a:pt x="3677980" y="573510"/>
                  </a:lnTo>
                  <a:lnTo>
                    <a:pt x="3743429" y="575076"/>
                  </a:lnTo>
                  <a:lnTo>
                    <a:pt x="3792666" y="576122"/>
                  </a:lnTo>
                  <a:lnTo>
                    <a:pt x="3824925" y="576735"/>
                  </a:lnTo>
                  <a:lnTo>
                    <a:pt x="3841908" y="577025"/>
                  </a:lnTo>
                  <a:lnTo>
                    <a:pt x="3847646" y="577113"/>
                  </a:lnTo>
                  <a:lnTo>
                    <a:pt x="3848118" y="577120"/>
                  </a:lnTo>
                  <a:lnTo>
                    <a:pt x="4386855" y="577120"/>
                  </a:lnTo>
                  <a:lnTo>
                    <a:pt x="4388157" y="577129"/>
                  </a:lnTo>
                  <a:lnTo>
                    <a:pt x="4396648" y="577190"/>
                  </a:lnTo>
                  <a:lnTo>
                    <a:pt x="4417815" y="577358"/>
                  </a:lnTo>
                  <a:lnTo>
                    <a:pt x="4455053" y="577688"/>
                  </a:lnTo>
                  <a:lnTo>
                    <a:pt x="4509337" y="578228"/>
                  </a:lnTo>
                  <a:lnTo>
                    <a:pt x="4579208" y="579011"/>
                  </a:lnTo>
                  <a:lnTo>
                    <a:pt x="4661257" y="580057"/>
                  </a:lnTo>
                  <a:lnTo>
                    <a:pt x="4751004" y="581369"/>
                  </a:lnTo>
                  <a:lnTo>
                    <a:pt x="4843867" y="582943"/>
                  </a:lnTo>
                  <a:lnTo>
                    <a:pt x="4935917" y="584773"/>
                  </a:lnTo>
                  <a:lnTo>
                    <a:pt x="5024268" y="586857"/>
                  </a:lnTo>
                  <a:lnTo>
                    <a:pt x="5107153" y="589203"/>
                  </a:lnTo>
                  <a:lnTo>
                    <a:pt x="5183773" y="591828"/>
                  </a:lnTo>
                  <a:lnTo>
                    <a:pt x="5254068" y="594763"/>
                  </a:lnTo>
                  <a:lnTo>
                    <a:pt x="5318484" y="598050"/>
                  </a:lnTo>
                  <a:lnTo>
                    <a:pt x="5377772" y="601742"/>
                  </a:lnTo>
                  <a:lnTo>
                    <a:pt x="5432847" y="605897"/>
                  </a:lnTo>
                  <a:lnTo>
                    <a:pt x="5484676" y="610575"/>
                  </a:lnTo>
                  <a:lnTo>
                    <a:pt x="5534189" y="615826"/>
                  </a:lnTo>
                  <a:lnTo>
                    <a:pt x="5567201" y="619769"/>
                  </a:lnTo>
                  <a:lnTo>
                    <a:pt x="5619581" y="626731"/>
                  </a:lnTo>
                  <a:lnTo>
                    <a:pt x="5671458" y="634444"/>
                  </a:lnTo>
                  <a:lnTo>
                    <a:pt x="5723418" y="642918"/>
                  </a:lnTo>
                  <a:lnTo>
                    <a:pt x="5775844" y="652134"/>
                  </a:lnTo>
                  <a:lnTo>
                    <a:pt x="5828946" y="662037"/>
                  </a:lnTo>
                  <a:lnTo>
                    <a:pt x="5882785" y="672541"/>
                  </a:lnTo>
                  <a:lnTo>
                    <a:pt x="5937290" y="683524"/>
                  </a:lnTo>
                  <a:lnTo>
                    <a:pt x="5992290" y="694838"/>
                  </a:lnTo>
                  <a:lnTo>
                    <a:pt x="6047539" y="706313"/>
                  </a:lnTo>
                  <a:lnTo>
                    <a:pt x="6102757" y="717768"/>
                  </a:lnTo>
                  <a:lnTo>
                    <a:pt x="6157668" y="729024"/>
                  </a:lnTo>
                  <a:lnTo>
                    <a:pt x="6212041" y="739915"/>
                  </a:lnTo>
                  <a:lnTo>
                    <a:pt x="6265722" y="750298"/>
                  </a:lnTo>
                  <a:lnTo>
                    <a:pt x="6318667" y="760058"/>
                  </a:lnTo>
                  <a:lnTo>
                    <a:pt x="6370968" y="769116"/>
                  </a:lnTo>
                  <a:lnTo>
                    <a:pt x="6422871" y="777426"/>
                  </a:lnTo>
                  <a:lnTo>
                    <a:pt x="6474801" y="784975"/>
                  </a:lnTo>
                  <a:lnTo>
                    <a:pt x="6515891" y="790364"/>
                  </a:lnTo>
                  <a:lnTo>
                    <a:pt x="6564295" y="796025"/>
                  </a:lnTo>
                  <a:lnTo>
                    <a:pt x="6614443" y="801091"/>
                  </a:lnTo>
                  <a:lnTo>
                    <a:pt x="6667189" y="805599"/>
                  </a:lnTo>
                  <a:lnTo>
                    <a:pt x="6723487" y="809601"/>
                  </a:lnTo>
                  <a:lnTo>
                    <a:pt x="6784296" y="813159"/>
                  </a:lnTo>
                  <a:lnTo>
                    <a:pt x="6850493" y="816330"/>
                  </a:lnTo>
                  <a:lnTo>
                    <a:pt x="6922752" y="819164"/>
                  </a:lnTo>
                  <a:lnTo>
                    <a:pt x="7001380" y="821698"/>
                  </a:lnTo>
                  <a:lnTo>
                    <a:pt x="7086114" y="823960"/>
                  </a:lnTo>
                  <a:lnTo>
                    <a:pt x="7175872" y="825964"/>
                  </a:lnTo>
                  <a:lnTo>
                    <a:pt x="7268542" y="827714"/>
                  </a:lnTo>
                  <a:lnTo>
                    <a:pt x="7360890" y="829206"/>
                  </a:lnTo>
                  <a:lnTo>
                    <a:pt x="7448721" y="830434"/>
                  </a:lnTo>
                  <a:lnTo>
                    <a:pt x="7527387" y="831396"/>
                  </a:lnTo>
                  <a:lnTo>
                    <a:pt x="7592642" y="832100"/>
                  </a:lnTo>
                  <a:lnTo>
                    <a:pt x="7641607" y="832570"/>
                  </a:lnTo>
                  <a:lnTo>
                    <a:pt x="7673561" y="832843"/>
                  </a:lnTo>
                  <a:lnTo>
                    <a:pt x="7690264" y="832972"/>
                  </a:lnTo>
                  <a:lnTo>
                    <a:pt x="7695811" y="833011"/>
                  </a:lnTo>
                  <a:lnTo>
                    <a:pt x="7696237" y="833013"/>
                  </a:lnTo>
                  <a:lnTo>
                    <a:pt x="8234974" y="833013"/>
                  </a:lnTo>
                  <a:lnTo>
                    <a:pt x="8234974" y="822124"/>
                  </a:lnTo>
                  <a:lnTo>
                    <a:pt x="7696237" y="822124"/>
                  </a:lnTo>
                  <a:lnTo>
                    <a:pt x="7694936" y="822116"/>
                  </a:lnTo>
                  <a:lnTo>
                    <a:pt x="7686445" y="822055"/>
                  </a:lnTo>
                  <a:lnTo>
                    <a:pt x="7665278" y="821886"/>
                  </a:lnTo>
                  <a:lnTo>
                    <a:pt x="7628040" y="821556"/>
                  </a:lnTo>
                  <a:lnTo>
                    <a:pt x="7573755" y="821016"/>
                  </a:lnTo>
                  <a:lnTo>
                    <a:pt x="7503884" y="820233"/>
                  </a:lnTo>
                  <a:lnTo>
                    <a:pt x="7421836" y="819187"/>
                  </a:lnTo>
                  <a:lnTo>
                    <a:pt x="7332089" y="817875"/>
                  </a:lnTo>
                  <a:lnTo>
                    <a:pt x="7239225" y="816301"/>
                  </a:lnTo>
                  <a:lnTo>
                    <a:pt x="7147176" y="814471"/>
                  </a:lnTo>
                  <a:lnTo>
                    <a:pt x="7058824" y="812387"/>
                  </a:lnTo>
                  <a:lnTo>
                    <a:pt x="6975940" y="810041"/>
                  </a:lnTo>
                  <a:lnTo>
                    <a:pt x="6899320" y="807416"/>
                  </a:lnTo>
                  <a:lnTo>
                    <a:pt x="6829024" y="804481"/>
                  </a:lnTo>
                  <a:lnTo>
                    <a:pt x="6764608" y="801194"/>
                  </a:lnTo>
                  <a:lnTo>
                    <a:pt x="6705320" y="797502"/>
                  </a:lnTo>
                  <a:lnTo>
                    <a:pt x="6650245" y="793348"/>
                  </a:lnTo>
                  <a:lnTo>
                    <a:pt x="6598417" y="788670"/>
                  </a:lnTo>
                  <a:lnTo>
                    <a:pt x="6548903" y="783418"/>
                  </a:lnTo>
                  <a:lnTo>
                    <a:pt x="6515891" y="779475"/>
                  </a:lnTo>
                  <a:lnTo>
                    <a:pt x="6463512" y="772514"/>
                  </a:lnTo>
                  <a:lnTo>
                    <a:pt x="6411634" y="764800"/>
                  </a:lnTo>
                  <a:lnTo>
                    <a:pt x="6359674" y="756326"/>
                  </a:lnTo>
                  <a:lnTo>
                    <a:pt x="6307249" y="747110"/>
                  </a:lnTo>
                  <a:lnTo>
                    <a:pt x="6254146" y="737207"/>
                  </a:lnTo>
                  <a:lnTo>
                    <a:pt x="6200308" y="726703"/>
                  </a:lnTo>
                  <a:lnTo>
                    <a:pt x="6145802" y="715720"/>
                  </a:lnTo>
                  <a:lnTo>
                    <a:pt x="6090802" y="704406"/>
                  </a:lnTo>
                  <a:lnTo>
                    <a:pt x="6035554" y="692931"/>
                  </a:lnTo>
                  <a:lnTo>
                    <a:pt x="5980336" y="681477"/>
                  </a:lnTo>
                  <a:lnTo>
                    <a:pt x="5925424" y="670221"/>
                  </a:lnTo>
                  <a:lnTo>
                    <a:pt x="5871052" y="659329"/>
                  </a:lnTo>
                  <a:lnTo>
                    <a:pt x="5817371" y="648947"/>
                  </a:lnTo>
                  <a:lnTo>
                    <a:pt x="5764425" y="639186"/>
                  </a:lnTo>
                  <a:lnTo>
                    <a:pt x="5712124" y="630128"/>
                  </a:lnTo>
                  <a:lnTo>
                    <a:pt x="5660221" y="621818"/>
                  </a:lnTo>
                  <a:lnTo>
                    <a:pt x="5608292" y="614269"/>
                  </a:lnTo>
                  <a:lnTo>
                    <a:pt x="5567201" y="608880"/>
                  </a:lnTo>
                  <a:lnTo>
                    <a:pt x="5518798" y="603220"/>
                  </a:lnTo>
                  <a:lnTo>
                    <a:pt x="5468650" y="598153"/>
                  </a:lnTo>
                  <a:lnTo>
                    <a:pt x="5415903" y="593646"/>
                  </a:lnTo>
                  <a:lnTo>
                    <a:pt x="5359605" y="589643"/>
                  </a:lnTo>
                  <a:lnTo>
                    <a:pt x="5298796" y="586085"/>
                  </a:lnTo>
                  <a:lnTo>
                    <a:pt x="5232599" y="582914"/>
                  </a:lnTo>
                  <a:lnTo>
                    <a:pt x="5160341" y="580081"/>
                  </a:lnTo>
                  <a:lnTo>
                    <a:pt x="5081712" y="577546"/>
                  </a:lnTo>
                  <a:lnTo>
                    <a:pt x="4996979" y="575285"/>
                  </a:lnTo>
                  <a:lnTo>
                    <a:pt x="4907221" y="573281"/>
                  </a:lnTo>
                  <a:lnTo>
                    <a:pt x="4814551" y="571531"/>
                  </a:lnTo>
                  <a:lnTo>
                    <a:pt x="4722202" y="570038"/>
                  </a:lnTo>
                  <a:lnTo>
                    <a:pt x="4634372" y="568810"/>
                  </a:lnTo>
                  <a:lnTo>
                    <a:pt x="4555705" y="567848"/>
                  </a:lnTo>
                  <a:lnTo>
                    <a:pt x="4490451" y="567144"/>
                  </a:lnTo>
                  <a:lnTo>
                    <a:pt x="4441486" y="566675"/>
                  </a:lnTo>
                  <a:lnTo>
                    <a:pt x="4409532" y="566401"/>
                  </a:lnTo>
                  <a:lnTo>
                    <a:pt x="4392828" y="566272"/>
                  </a:lnTo>
                  <a:lnTo>
                    <a:pt x="4387282" y="566234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67" name="pl567"/>
            <p:cNvSpPr/>
            <p:nvPr/>
          </p:nvSpPr>
          <p:spPr>
            <a:xfrm>
              <a:off x="546595" y="1039017"/>
              <a:ext cx="8234974" cy="822124"/>
            </a:xfrm>
            <a:custGeom>
              <a:avLst/>
              <a:pathLst>
                <a:path w="8234974" h="822124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3" y="152"/>
                  </a:lnTo>
                  <a:lnTo>
                    <a:pt x="569586" y="524"/>
                  </a:lnTo>
                  <a:lnTo>
                    <a:pt x="606702" y="1252"/>
                  </a:lnTo>
                  <a:lnTo>
                    <a:pt x="660823" y="2441"/>
                  </a:lnTo>
                  <a:lnTo>
                    <a:pt x="730508" y="4169"/>
                  </a:lnTo>
                  <a:lnTo>
                    <a:pt x="812370" y="6475"/>
                  </a:lnTo>
                  <a:lnTo>
                    <a:pt x="901953" y="9369"/>
                  </a:lnTo>
                  <a:lnTo>
                    <a:pt x="994688" y="12842"/>
                  </a:lnTo>
                  <a:lnTo>
                    <a:pt x="1086650" y="16879"/>
                  </a:lnTo>
                  <a:lnTo>
                    <a:pt x="1174953" y="21478"/>
                  </a:lnTo>
                  <a:lnTo>
                    <a:pt x="1257820" y="26652"/>
                  </a:lnTo>
                  <a:lnTo>
                    <a:pt x="1334445" y="32443"/>
                  </a:lnTo>
                  <a:lnTo>
                    <a:pt x="1404757" y="38917"/>
                  </a:lnTo>
                  <a:lnTo>
                    <a:pt x="1469192" y="46167"/>
                  </a:lnTo>
                  <a:lnTo>
                    <a:pt x="1528497" y="54306"/>
                  </a:lnTo>
                  <a:lnTo>
                    <a:pt x="1583580" y="63466"/>
                  </a:lnTo>
                  <a:lnTo>
                    <a:pt x="1635405" y="73777"/>
                  </a:lnTo>
                  <a:lnTo>
                    <a:pt x="1684900" y="85352"/>
                  </a:lnTo>
                  <a:lnTo>
                    <a:pt x="1719082" y="94371"/>
                  </a:lnTo>
                  <a:lnTo>
                    <a:pt x="1769986" y="109316"/>
                  </a:lnTo>
                  <a:lnTo>
                    <a:pt x="1820397" y="125830"/>
                  </a:lnTo>
                  <a:lnTo>
                    <a:pt x="1870862" y="143934"/>
                  </a:lnTo>
                  <a:lnTo>
                    <a:pt x="1921742" y="163593"/>
                  </a:lnTo>
                  <a:lnTo>
                    <a:pt x="1973247" y="184706"/>
                  </a:lnTo>
                  <a:lnTo>
                    <a:pt x="2025448" y="207103"/>
                  </a:lnTo>
                  <a:lnTo>
                    <a:pt x="2078298" y="230550"/>
                  </a:lnTo>
                  <a:lnTo>
                    <a:pt x="2131654" y="254754"/>
                  </a:lnTo>
                  <a:lnTo>
                    <a:pt x="2185301" y="279376"/>
                  </a:lnTo>
                  <a:lnTo>
                    <a:pt x="2238988" y="304054"/>
                  </a:lnTo>
                  <a:lnTo>
                    <a:pt x="2292456" y="328422"/>
                  </a:lnTo>
                  <a:lnTo>
                    <a:pt x="2345478" y="352131"/>
                  </a:lnTo>
                  <a:lnTo>
                    <a:pt x="2397885" y="374874"/>
                  </a:lnTo>
                  <a:lnTo>
                    <a:pt x="2449599" y="396396"/>
                  </a:lnTo>
                  <a:lnTo>
                    <a:pt x="2500653" y="416508"/>
                  </a:lnTo>
                  <a:lnTo>
                    <a:pt x="2551213" y="435090"/>
                  </a:lnTo>
                  <a:lnTo>
                    <a:pt x="2601592" y="452085"/>
                  </a:lnTo>
                  <a:lnTo>
                    <a:pt x="2652277" y="467499"/>
                  </a:lnTo>
                  <a:lnTo>
                    <a:pt x="2667772" y="471859"/>
                  </a:lnTo>
                  <a:lnTo>
                    <a:pt x="2716114" y="484369"/>
                  </a:lnTo>
                  <a:lnTo>
                    <a:pt x="2766194" y="495569"/>
                  </a:lnTo>
                  <a:lnTo>
                    <a:pt x="2818864" y="505533"/>
                  </a:lnTo>
                  <a:lnTo>
                    <a:pt x="2875073" y="514383"/>
                  </a:lnTo>
                  <a:lnTo>
                    <a:pt x="2935776" y="522251"/>
                  </a:lnTo>
                  <a:lnTo>
                    <a:pt x="3001849" y="529265"/>
                  </a:lnTo>
                  <a:lnTo>
                    <a:pt x="3073964" y="535533"/>
                  </a:lnTo>
                  <a:lnTo>
                    <a:pt x="3152433" y="541139"/>
                  </a:lnTo>
                  <a:lnTo>
                    <a:pt x="3236998" y="546144"/>
                  </a:lnTo>
                  <a:lnTo>
                    <a:pt x="3326592" y="550579"/>
                  </a:lnTo>
                  <a:lnTo>
                    <a:pt x="3419126" y="554454"/>
                  </a:lnTo>
                  <a:lnTo>
                    <a:pt x="3511391" y="557761"/>
                  </a:lnTo>
                  <a:lnTo>
                    <a:pt x="3599217" y="560485"/>
                  </a:lnTo>
                  <a:lnTo>
                    <a:pt x="3677980" y="562621"/>
                  </a:lnTo>
                  <a:lnTo>
                    <a:pt x="3743429" y="564187"/>
                  </a:lnTo>
                  <a:lnTo>
                    <a:pt x="3792666" y="565233"/>
                  </a:lnTo>
                  <a:lnTo>
                    <a:pt x="3824925" y="565846"/>
                  </a:lnTo>
                  <a:lnTo>
                    <a:pt x="3841908" y="566136"/>
                  </a:lnTo>
                  <a:lnTo>
                    <a:pt x="3847646" y="566224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57" y="566240"/>
                  </a:lnTo>
                  <a:lnTo>
                    <a:pt x="4396648" y="566300"/>
                  </a:lnTo>
                  <a:lnTo>
                    <a:pt x="4417815" y="566469"/>
                  </a:lnTo>
                  <a:lnTo>
                    <a:pt x="4455053" y="566799"/>
                  </a:lnTo>
                  <a:lnTo>
                    <a:pt x="4509337" y="567339"/>
                  </a:lnTo>
                  <a:lnTo>
                    <a:pt x="4579208" y="568122"/>
                  </a:lnTo>
                  <a:lnTo>
                    <a:pt x="4661257" y="569168"/>
                  </a:lnTo>
                  <a:lnTo>
                    <a:pt x="4751004" y="570480"/>
                  </a:lnTo>
                  <a:lnTo>
                    <a:pt x="4843867" y="572054"/>
                  </a:lnTo>
                  <a:lnTo>
                    <a:pt x="4935917" y="573884"/>
                  </a:lnTo>
                  <a:lnTo>
                    <a:pt x="5024268" y="575968"/>
                  </a:lnTo>
                  <a:lnTo>
                    <a:pt x="5107153" y="578314"/>
                  </a:lnTo>
                  <a:lnTo>
                    <a:pt x="5183773" y="580939"/>
                  </a:lnTo>
                  <a:lnTo>
                    <a:pt x="5254068" y="583874"/>
                  </a:lnTo>
                  <a:lnTo>
                    <a:pt x="5318484" y="587161"/>
                  </a:lnTo>
                  <a:lnTo>
                    <a:pt x="5377772" y="590853"/>
                  </a:lnTo>
                  <a:lnTo>
                    <a:pt x="5432847" y="595008"/>
                  </a:lnTo>
                  <a:lnTo>
                    <a:pt x="5484676" y="599686"/>
                  </a:lnTo>
                  <a:lnTo>
                    <a:pt x="5534189" y="604937"/>
                  </a:lnTo>
                  <a:lnTo>
                    <a:pt x="5567201" y="608880"/>
                  </a:lnTo>
                  <a:lnTo>
                    <a:pt x="5619581" y="615841"/>
                  </a:lnTo>
                  <a:lnTo>
                    <a:pt x="5671458" y="623555"/>
                  </a:lnTo>
                  <a:lnTo>
                    <a:pt x="5723418" y="632029"/>
                  </a:lnTo>
                  <a:lnTo>
                    <a:pt x="5775844" y="641245"/>
                  </a:lnTo>
                  <a:lnTo>
                    <a:pt x="5828946" y="651148"/>
                  </a:lnTo>
                  <a:lnTo>
                    <a:pt x="5882785" y="661652"/>
                  </a:lnTo>
                  <a:lnTo>
                    <a:pt x="5937290" y="672635"/>
                  </a:lnTo>
                  <a:lnTo>
                    <a:pt x="5992290" y="683949"/>
                  </a:lnTo>
                  <a:lnTo>
                    <a:pt x="6047539" y="695424"/>
                  </a:lnTo>
                  <a:lnTo>
                    <a:pt x="6102757" y="706879"/>
                  </a:lnTo>
                  <a:lnTo>
                    <a:pt x="6157668" y="718135"/>
                  </a:lnTo>
                  <a:lnTo>
                    <a:pt x="6212041" y="729026"/>
                  </a:lnTo>
                  <a:lnTo>
                    <a:pt x="6265722" y="739409"/>
                  </a:lnTo>
                  <a:lnTo>
                    <a:pt x="6318667" y="749169"/>
                  </a:lnTo>
                  <a:lnTo>
                    <a:pt x="6370968" y="758227"/>
                  </a:lnTo>
                  <a:lnTo>
                    <a:pt x="6422871" y="766537"/>
                  </a:lnTo>
                  <a:lnTo>
                    <a:pt x="6474801" y="774086"/>
                  </a:lnTo>
                  <a:lnTo>
                    <a:pt x="6515891" y="779475"/>
                  </a:lnTo>
                  <a:lnTo>
                    <a:pt x="6564295" y="785135"/>
                  </a:lnTo>
                  <a:lnTo>
                    <a:pt x="6614443" y="790202"/>
                  </a:lnTo>
                  <a:lnTo>
                    <a:pt x="6667189" y="794709"/>
                  </a:lnTo>
                  <a:lnTo>
                    <a:pt x="6723487" y="798712"/>
                  </a:lnTo>
                  <a:lnTo>
                    <a:pt x="6784296" y="802270"/>
                  </a:lnTo>
                  <a:lnTo>
                    <a:pt x="6850493" y="805441"/>
                  </a:lnTo>
                  <a:lnTo>
                    <a:pt x="6922752" y="808275"/>
                  </a:lnTo>
                  <a:lnTo>
                    <a:pt x="7001380" y="810809"/>
                  </a:lnTo>
                  <a:lnTo>
                    <a:pt x="7086114" y="813071"/>
                  </a:lnTo>
                  <a:lnTo>
                    <a:pt x="7175872" y="815075"/>
                  </a:lnTo>
                  <a:lnTo>
                    <a:pt x="7268542" y="816825"/>
                  </a:lnTo>
                  <a:lnTo>
                    <a:pt x="7360890" y="818317"/>
                  </a:lnTo>
                  <a:lnTo>
                    <a:pt x="7448721" y="819545"/>
                  </a:lnTo>
                  <a:lnTo>
                    <a:pt x="7527387" y="820507"/>
                  </a:lnTo>
                  <a:lnTo>
                    <a:pt x="7592642" y="821211"/>
                  </a:lnTo>
                  <a:lnTo>
                    <a:pt x="7641607" y="821681"/>
                  </a:lnTo>
                  <a:lnTo>
                    <a:pt x="7673561" y="821954"/>
                  </a:lnTo>
                  <a:lnTo>
                    <a:pt x="7690264" y="822083"/>
                  </a:lnTo>
                  <a:lnTo>
                    <a:pt x="7695811" y="822121"/>
                  </a:lnTo>
                  <a:lnTo>
                    <a:pt x="7696237" y="822124"/>
                  </a:lnTo>
                  <a:lnTo>
                    <a:pt x="8234974" y="8221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8" name="pl568"/>
            <p:cNvSpPr/>
            <p:nvPr/>
          </p:nvSpPr>
          <p:spPr>
            <a:xfrm>
              <a:off x="546595" y="1028128"/>
              <a:ext cx="8234974" cy="822124"/>
            </a:xfrm>
            <a:custGeom>
              <a:avLst/>
              <a:pathLst>
                <a:path w="8234974" h="822124">
                  <a:moveTo>
                    <a:pt x="8234974" y="822124"/>
                  </a:moveTo>
                  <a:lnTo>
                    <a:pt x="7696237" y="822124"/>
                  </a:lnTo>
                  <a:lnTo>
                    <a:pt x="7694936" y="822116"/>
                  </a:lnTo>
                  <a:lnTo>
                    <a:pt x="7686445" y="822055"/>
                  </a:lnTo>
                  <a:lnTo>
                    <a:pt x="7665278" y="821886"/>
                  </a:lnTo>
                  <a:lnTo>
                    <a:pt x="7628040" y="821556"/>
                  </a:lnTo>
                  <a:lnTo>
                    <a:pt x="7573755" y="821016"/>
                  </a:lnTo>
                  <a:lnTo>
                    <a:pt x="7503884" y="820233"/>
                  </a:lnTo>
                  <a:lnTo>
                    <a:pt x="7421836" y="819187"/>
                  </a:lnTo>
                  <a:lnTo>
                    <a:pt x="7332089" y="817875"/>
                  </a:lnTo>
                  <a:lnTo>
                    <a:pt x="7239225" y="816301"/>
                  </a:lnTo>
                  <a:lnTo>
                    <a:pt x="7147176" y="814471"/>
                  </a:lnTo>
                  <a:lnTo>
                    <a:pt x="7058824" y="812387"/>
                  </a:lnTo>
                  <a:lnTo>
                    <a:pt x="6975940" y="810041"/>
                  </a:lnTo>
                  <a:lnTo>
                    <a:pt x="6899320" y="807416"/>
                  </a:lnTo>
                  <a:lnTo>
                    <a:pt x="6829024" y="804481"/>
                  </a:lnTo>
                  <a:lnTo>
                    <a:pt x="6764608" y="801194"/>
                  </a:lnTo>
                  <a:lnTo>
                    <a:pt x="6705320" y="797502"/>
                  </a:lnTo>
                  <a:lnTo>
                    <a:pt x="6650245" y="793348"/>
                  </a:lnTo>
                  <a:lnTo>
                    <a:pt x="6598417" y="788670"/>
                  </a:lnTo>
                  <a:lnTo>
                    <a:pt x="6548903" y="783418"/>
                  </a:lnTo>
                  <a:lnTo>
                    <a:pt x="6515891" y="779475"/>
                  </a:lnTo>
                  <a:lnTo>
                    <a:pt x="6463512" y="772514"/>
                  </a:lnTo>
                  <a:lnTo>
                    <a:pt x="6411634" y="764800"/>
                  </a:lnTo>
                  <a:lnTo>
                    <a:pt x="6359674" y="756326"/>
                  </a:lnTo>
                  <a:lnTo>
                    <a:pt x="6307249" y="747110"/>
                  </a:lnTo>
                  <a:lnTo>
                    <a:pt x="6254146" y="737207"/>
                  </a:lnTo>
                  <a:lnTo>
                    <a:pt x="6200308" y="726703"/>
                  </a:lnTo>
                  <a:lnTo>
                    <a:pt x="6145802" y="715720"/>
                  </a:lnTo>
                  <a:lnTo>
                    <a:pt x="6090802" y="704406"/>
                  </a:lnTo>
                  <a:lnTo>
                    <a:pt x="6035554" y="692931"/>
                  </a:lnTo>
                  <a:lnTo>
                    <a:pt x="5980336" y="681477"/>
                  </a:lnTo>
                  <a:lnTo>
                    <a:pt x="5925424" y="670221"/>
                  </a:lnTo>
                  <a:lnTo>
                    <a:pt x="5871052" y="659329"/>
                  </a:lnTo>
                  <a:lnTo>
                    <a:pt x="5817371" y="648947"/>
                  </a:lnTo>
                  <a:lnTo>
                    <a:pt x="5764425" y="639186"/>
                  </a:lnTo>
                  <a:lnTo>
                    <a:pt x="5712124" y="630128"/>
                  </a:lnTo>
                  <a:lnTo>
                    <a:pt x="5660221" y="621818"/>
                  </a:lnTo>
                  <a:lnTo>
                    <a:pt x="5608292" y="614269"/>
                  </a:lnTo>
                  <a:lnTo>
                    <a:pt x="5567201" y="608880"/>
                  </a:lnTo>
                  <a:lnTo>
                    <a:pt x="5518798" y="603220"/>
                  </a:lnTo>
                  <a:lnTo>
                    <a:pt x="5468650" y="598153"/>
                  </a:lnTo>
                  <a:lnTo>
                    <a:pt x="5415903" y="593646"/>
                  </a:lnTo>
                  <a:lnTo>
                    <a:pt x="5359605" y="589643"/>
                  </a:lnTo>
                  <a:lnTo>
                    <a:pt x="5298796" y="586085"/>
                  </a:lnTo>
                  <a:lnTo>
                    <a:pt x="5232599" y="582914"/>
                  </a:lnTo>
                  <a:lnTo>
                    <a:pt x="5160341" y="580081"/>
                  </a:lnTo>
                  <a:lnTo>
                    <a:pt x="5081712" y="577546"/>
                  </a:lnTo>
                  <a:lnTo>
                    <a:pt x="4996979" y="575285"/>
                  </a:lnTo>
                  <a:lnTo>
                    <a:pt x="4907221" y="573281"/>
                  </a:lnTo>
                  <a:lnTo>
                    <a:pt x="4814551" y="571531"/>
                  </a:lnTo>
                  <a:lnTo>
                    <a:pt x="4722202" y="570038"/>
                  </a:lnTo>
                  <a:lnTo>
                    <a:pt x="4634372" y="568810"/>
                  </a:lnTo>
                  <a:lnTo>
                    <a:pt x="4555705" y="567848"/>
                  </a:lnTo>
                  <a:lnTo>
                    <a:pt x="4490451" y="567144"/>
                  </a:lnTo>
                  <a:lnTo>
                    <a:pt x="4441486" y="566675"/>
                  </a:lnTo>
                  <a:lnTo>
                    <a:pt x="4409532" y="566401"/>
                  </a:lnTo>
                  <a:lnTo>
                    <a:pt x="4392828" y="566272"/>
                  </a:lnTo>
                  <a:lnTo>
                    <a:pt x="4387282" y="566234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9" name="pg569"/>
            <p:cNvSpPr/>
            <p:nvPr/>
          </p:nvSpPr>
          <p:spPr>
            <a:xfrm>
              <a:off x="546595" y="1039017"/>
              <a:ext cx="8234974" cy="985460"/>
            </a:xfrm>
            <a:custGeom>
              <a:avLst/>
              <a:pathLst>
                <a:path w="8234974" h="985460">
                  <a:moveTo>
                    <a:pt x="0" y="5444"/>
                  </a:moveTo>
                  <a:lnTo>
                    <a:pt x="538736" y="5444"/>
                  </a:lnTo>
                  <a:lnTo>
                    <a:pt x="540033" y="5463"/>
                  </a:lnTo>
                  <a:lnTo>
                    <a:pt x="548493" y="5597"/>
                  </a:lnTo>
                  <a:lnTo>
                    <a:pt x="569586" y="5968"/>
                  </a:lnTo>
                  <a:lnTo>
                    <a:pt x="606702" y="6696"/>
                  </a:lnTo>
                  <a:lnTo>
                    <a:pt x="660823" y="7886"/>
                  </a:lnTo>
                  <a:lnTo>
                    <a:pt x="730508" y="9613"/>
                  </a:lnTo>
                  <a:lnTo>
                    <a:pt x="812370" y="11919"/>
                  </a:lnTo>
                  <a:lnTo>
                    <a:pt x="901953" y="14814"/>
                  </a:lnTo>
                  <a:lnTo>
                    <a:pt x="994688" y="18286"/>
                  </a:lnTo>
                  <a:lnTo>
                    <a:pt x="1086650" y="22324"/>
                  </a:lnTo>
                  <a:lnTo>
                    <a:pt x="1174953" y="26922"/>
                  </a:lnTo>
                  <a:lnTo>
                    <a:pt x="1257820" y="32097"/>
                  </a:lnTo>
                  <a:lnTo>
                    <a:pt x="1334445" y="37888"/>
                  </a:lnTo>
                  <a:lnTo>
                    <a:pt x="1404757" y="44362"/>
                  </a:lnTo>
                  <a:lnTo>
                    <a:pt x="1469192" y="51612"/>
                  </a:lnTo>
                  <a:lnTo>
                    <a:pt x="1528497" y="59751"/>
                  </a:lnTo>
                  <a:lnTo>
                    <a:pt x="1583580" y="68910"/>
                  </a:lnTo>
                  <a:lnTo>
                    <a:pt x="1635405" y="79221"/>
                  </a:lnTo>
                  <a:lnTo>
                    <a:pt x="1684900" y="90797"/>
                  </a:lnTo>
                  <a:lnTo>
                    <a:pt x="1719082" y="99816"/>
                  </a:lnTo>
                  <a:lnTo>
                    <a:pt x="1769986" y="114760"/>
                  </a:lnTo>
                  <a:lnTo>
                    <a:pt x="1820397" y="131274"/>
                  </a:lnTo>
                  <a:lnTo>
                    <a:pt x="1870862" y="149379"/>
                  </a:lnTo>
                  <a:lnTo>
                    <a:pt x="1921742" y="169038"/>
                  </a:lnTo>
                  <a:lnTo>
                    <a:pt x="1973247" y="190150"/>
                  </a:lnTo>
                  <a:lnTo>
                    <a:pt x="2025448" y="212548"/>
                  </a:lnTo>
                  <a:lnTo>
                    <a:pt x="2078298" y="235995"/>
                  </a:lnTo>
                  <a:lnTo>
                    <a:pt x="2131654" y="260198"/>
                  </a:lnTo>
                  <a:lnTo>
                    <a:pt x="2185301" y="284821"/>
                  </a:lnTo>
                  <a:lnTo>
                    <a:pt x="2238988" y="309499"/>
                  </a:lnTo>
                  <a:lnTo>
                    <a:pt x="2292456" y="333866"/>
                  </a:lnTo>
                  <a:lnTo>
                    <a:pt x="2345478" y="357576"/>
                  </a:lnTo>
                  <a:lnTo>
                    <a:pt x="2397885" y="380318"/>
                  </a:lnTo>
                  <a:lnTo>
                    <a:pt x="2449599" y="401840"/>
                  </a:lnTo>
                  <a:lnTo>
                    <a:pt x="2500653" y="421953"/>
                  </a:lnTo>
                  <a:lnTo>
                    <a:pt x="2551213" y="440534"/>
                  </a:lnTo>
                  <a:lnTo>
                    <a:pt x="2601592" y="457530"/>
                  </a:lnTo>
                  <a:lnTo>
                    <a:pt x="2652277" y="472944"/>
                  </a:lnTo>
                  <a:lnTo>
                    <a:pt x="2667772" y="477304"/>
                  </a:lnTo>
                  <a:lnTo>
                    <a:pt x="2716114" y="489813"/>
                  </a:lnTo>
                  <a:lnTo>
                    <a:pt x="2766194" y="501013"/>
                  </a:lnTo>
                  <a:lnTo>
                    <a:pt x="2818864" y="510978"/>
                  </a:lnTo>
                  <a:lnTo>
                    <a:pt x="2875073" y="519827"/>
                  </a:lnTo>
                  <a:lnTo>
                    <a:pt x="2935776" y="527696"/>
                  </a:lnTo>
                  <a:lnTo>
                    <a:pt x="3001849" y="534710"/>
                  </a:lnTo>
                  <a:lnTo>
                    <a:pt x="3073964" y="540977"/>
                  </a:lnTo>
                  <a:lnTo>
                    <a:pt x="3152433" y="546584"/>
                  </a:lnTo>
                  <a:lnTo>
                    <a:pt x="3236998" y="551588"/>
                  </a:lnTo>
                  <a:lnTo>
                    <a:pt x="3326592" y="556024"/>
                  </a:lnTo>
                  <a:lnTo>
                    <a:pt x="3419126" y="559899"/>
                  </a:lnTo>
                  <a:lnTo>
                    <a:pt x="3511391" y="563205"/>
                  </a:lnTo>
                  <a:lnTo>
                    <a:pt x="3599217" y="565929"/>
                  </a:lnTo>
                  <a:lnTo>
                    <a:pt x="3677980" y="568065"/>
                  </a:lnTo>
                  <a:lnTo>
                    <a:pt x="3743429" y="569631"/>
                  </a:lnTo>
                  <a:lnTo>
                    <a:pt x="3792666" y="570678"/>
                  </a:lnTo>
                  <a:lnTo>
                    <a:pt x="3824925" y="571291"/>
                  </a:lnTo>
                  <a:lnTo>
                    <a:pt x="3841908" y="571580"/>
                  </a:lnTo>
                  <a:lnTo>
                    <a:pt x="3847646" y="571669"/>
                  </a:lnTo>
                  <a:lnTo>
                    <a:pt x="3848118" y="571676"/>
                  </a:lnTo>
                  <a:lnTo>
                    <a:pt x="4386855" y="571676"/>
                  </a:lnTo>
                  <a:lnTo>
                    <a:pt x="4388155" y="571689"/>
                  </a:lnTo>
                  <a:lnTo>
                    <a:pt x="4396633" y="571788"/>
                  </a:lnTo>
                  <a:lnTo>
                    <a:pt x="4417769" y="572059"/>
                  </a:lnTo>
                  <a:lnTo>
                    <a:pt x="4454956" y="572593"/>
                  </a:lnTo>
                  <a:lnTo>
                    <a:pt x="4509173" y="573464"/>
                  </a:lnTo>
                  <a:lnTo>
                    <a:pt x="4578967" y="574729"/>
                  </a:lnTo>
                  <a:lnTo>
                    <a:pt x="4660938" y="576417"/>
                  </a:lnTo>
                  <a:lnTo>
                    <a:pt x="4750617" y="578536"/>
                  </a:lnTo>
                  <a:lnTo>
                    <a:pt x="4843427" y="581079"/>
                  </a:lnTo>
                  <a:lnTo>
                    <a:pt x="4935440" y="584034"/>
                  </a:lnTo>
                  <a:lnTo>
                    <a:pt x="5023772" y="587400"/>
                  </a:lnTo>
                  <a:lnTo>
                    <a:pt x="5106649" y="591188"/>
                  </a:lnTo>
                  <a:lnTo>
                    <a:pt x="5183271" y="595428"/>
                  </a:lnTo>
                  <a:lnTo>
                    <a:pt x="5253573" y="600168"/>
                  </a:lnTo>
                  <a:lnTo>
                    <a:pt x="5317997" y="605476"/>
                  </a:lnTo>
                  <a:lnTo>
                    <a:pt x="5377292" y="611436"/>
                  </a:lnTo>
                  <a:lnTo>
                    <a:pt x="5432371" y="618144"/>
                  </a:lnTo>
                  <a:lnTo>
                    <a:pt x="5484197" y="625696"/>
                  </a:lnTo>
                  <a:lnTo>
                    <a:pt x="5533703" y="634175"/>
                  </a:lnTo>
                  <a:lnTo>
                    <a:pt x="5567201" y="640640"/>
                  </a:lnTo>
                  <a:lnTo>
                    <a:pt x="5618943" y="651751"/>
                  </a:lnTo>
                  <a:lnTo>
                    <a:pt x="5670187" y="664049"/>
                  </a:lnTo>
                  <a:lnTo>
                    <a:pt x="5721501" y="677547"/>
                  </a:lnTo>
                  <a:lnTo>
                    <a:pt x="5773258" y="692217"/>
                  </a:lnTo>
                  <a:lnTo>
                    <a:pt x="5825670" y="707977"/>
                  </a:lnTo>
                  <a:lnTo>
                    <a:pt x="5878800" y="724695"/>
                  </a:lnTo>
                  <a:lnTo>
                    <a:pt x="5932591" y="742185"/>
                  </a:lnTo>
                  <a:lnTo>
                    <a:pt x="5986881" y="760218"/>
                  </a:lnTo>
                  <a:lnTo>
                    <a:pt x="6041439" y="778532"/>
                  </a:lnTo>
                  <a:lnTo>
                    <a:pt x="6095998" y="796846"/>
                  </a:lnTo>
                  <a:lnTo>
                    <a:pt x="6150290" y="814881"/>
                  </a:lnTo>
                  <a:lnTo>
                    <a:pt x="6204083" y="832374"/>
                  </a:lnTo>
                  <a:lnTo>
                    <a:pt x="6257216" y="849095"/>
                  </a:lnTo>
                  <a:lnTo>
                    <a:pt x="6309630" y="864859"/>
                  </a:lnTo>
                  <a:lnTo>
                    <a:pt x="6361390" y="879533"/>
                  </a:lnTo>
                  <a:lnTo>
                    <a:pt x="6412704" y="893036"/>
                  </a:lnTo>
                  <a:lnTo>
                    <a:pt x="6463948" y="905339"/>
                  </a:lnTo>
                  <a:lnTo>
                    <a:pt x="6515686" y="916455"/>
                  </a:lnTo>
                  <a:lnTo>
                    <a:pt x="6515891" y="916496"/>
                  </a:lnTo>
                  <a:lnTo>
                    <a:pt x="6564269" y="925644"/>
                  </a:lnTo>
                  <a:lnTo>
                    <a:pt x="6614389" y="933834"/>
                  </a:lnTo>
                  <a:lnTo>
                    <a:pt x="6667104" y="941119"/>
                  </a:lnTo>
                  <a:lnTo>
                    <a:pt x="6723364" y="947589"/>
                  </a:lnTo>
                  <a:lnTo>
                    <a:pt x="6784130" y="953341"/>
                  </a:lnTo>
                  <a:lnTo>
                    <a:pt x="6850275" y="958468"/>
                  </a:lnTo>
                  <a:lnTo>
                    <a:pt x="6922474" y="963049"/>
                  </a:lnTo>
                  <a:lnTo>
                    <a:pt x="7001037" y="967147"/>
                  </a:lnTo>
                  <a:lnTo>
                    <a:pt x="7085700" y="970804"/>
                  </a:lnTo>
                  <a:lnTo>
                    <a:pt x="7175390" y="974045"/>
                  </a:lnTo>
                  <a:lnTo>
                    <a:pt x="7268003" y="976875"/>
                  </a:lnTo>
                  <a:lnTo>
                    <a:pt x="7360317" y="979290"/>
                  </a:lnTo>
                  <a:lnTo>
                    <a:pt x="7448146" y="981278"/>
                  </a:lnTo>
                  <a:lnTo>
                    <a:pt x="7526853" y="982836"/>
                  </a:lnTo>
                  <a:lnTo>
                    <a:pt x="7592188" y="983977"/>
                  </a:lnTo>
                  <a:lnTo>
                    <a:pt x="7641267" y="984738"/>
                  </a:lnTo>
                  <a:lnTo>
                    <a:pt x="7673347" y="985183"/>
                  </a:lnTo>
                  <a:lnTo>
                    <a:pt x="7690166" y="985392"/>
                  </a:lnTo>
                  <a:lnTo>
                    <a:pt x="7695792" y="985456"/>
                  </a:lnTo>
                  <a:lnTo>
                    <a:pt x="7696237" y="985460"/>
                  </a:lnTo>
                  <a:lnTo>
                    <a:pt x="8234974" y="985460"/>
                  </a:lnTo>
                  <a:lnTo>
                    <a:pt x="8234974" y="980016"/>
                  </a:lnTo>
                  <a:lnTo>
                    <a:pt x="7696237" y="980016"/>
                  </a:lnTo>
                  <a:lnTo>
                    <a:pt x="7694938" y="980002"/>
                  </a:lnTo>
                  <a:lnTo>
                    <a:pt x="7686459" y="979904"/>
                  </a:lnTo>
                  <a:lnTo>
                    <a:pt x="7665323" y="979632"/>
                  </a:lnTo>
                  <a:lnTo>
                    <a:pt x="7628136" y="979099"/>
                  </a:lnTo>
                  <a:lnTo>
                    <a:pt x="7573919" y="978227"/>
                  </a:lnTo>
                  <a:lnTo>
                    <a:pt x="7504126" y="976962"/>
                  </a:lnTo>
                  <a:lnTo>
                    <a:pt x="7422155" y="975274"/>
                  </a:lnTo>
                  <a:lnTo>
                    <a:pt x="7332476" y="973155"/>
                  </a:lnTo>
                  <a:lnTo>
                    <a:pt x="7239665" y="970613"/>
                  </a:lnTo>
                  <a:lnTo>
                    <a:pt x="7147652" y="967657"/>
                  </a:lnTo>
                  <a:lnTo>
                    <a:pt x="7059321" y="964291"/>
                  </a:lnTo>
                  <a:lnTo>
                    <a:pt x="6976443" y="960503"/>
                  </a:lnTo>
                  <a:lnTo>
                    <a:pt x="6899822" y="956264"/>
                  </a:lnTo>
                  <a:lnTo>
                    <a:pt x="6829519" y="951524"/>
                  </a:lnTo>
                  <a:lnTo>
                    <a:pt x="6765095" y="946215"/>
                  </a:lnTo>
                  <a:lnTo>
                    <a:pt x="6705800" y="940255"/>
                  </a:lnTo>
                  <a:lnTo>
                    <a:pt x="6650722" y="933547"/>
                  </a:lnTo>
                  <a:lnTo>
                    <a:pt x="6598895" y="925995"/>
                  </a:lnTo>
                  <a:lnTo>
                    <a:pt x="6549389" y="917517"/>
                  </a:lnTo>
                  <a:lnTo>
                    <a:pt x="6515891" y="911052"/>
                  </a:lnTo>
                  <a:lnTo>
                    <a:pt x="6464149" y="899940"/>
                  </a:lnTo>
                  <a:lnTo>
                    <a:pt x="6412905" y="887642"/>
                  </a:lnTo>
                  <a:lnTo>
                    <a:pt x="6361592" y="874144"/>
                  </a:lnTo>
                  <a:lnTo>
                    <a:pt x="6309834" y="859474"/>
                  </a:lnTo>
                  <a:lnTo>
                    <a:pt x="6257423" y="843714"/>
                  </a:lnTo>
                  <a:lnTo>
                    <a:pt x="6204292" y="826996"/>
                  </a:lnTo>
                  <a:lnTo>
                    <a:pt x="6150502" y="809506"/>
                  </a:lnTo>
                  <a:lnTo>
                    <a:pt x="6096212" y="791473"/>
                  </a:lnTo>
                  <a:lnTo>
                    <a:pt x="6041653" y="773159"/>
                  </a:lnTo>
                  <a:lnTo>
                    <a:pt x="5987094" y="754845"/>
                  </a:lnTo>
                  <a:lnTo>
                    <a:pt x="5932802" y="736810"/>
                  </a:lnTo>
                  <a:lnTo>
                    <a:pt x="5879010" y="719317"/>
                  </a:lnTo>
                  <a:lnTo>
                    <a:pt x="5825877" y="702596"/>
                  </a:lnTo>
                  <a:lnTo>
                    <a:pt x="5773462" y="686832"/>
                  </a:lnTo>
                  <a:lnTo>
                    <a:pt x="5721703" y="672158"/>
                  </a:lnTo>
                  <a:lnTo>
                    <a:pt x="5670388" y="658655"/>
                  </a:lnTo>
                  <a:lnTo>
                    <a:pt x="5619144" y="646353"/>
                  </a:lnTo>
                  <a:lnTo>
                    <a:pt x="5567406" y="635236"/>
                  </a:lnTo>
                  <a:lnTo>
                    <a:pt x="5567201" y="635195"/>
                  </a:lnTo>
                  <a:lnTo>
                    <a:pt x="5518823" y="626047"/>
                  </a:lnTo>
                  <a:lnTo>
                    <a:pt x="5468704" y="617857"/>
                  </a:lnTo>
                  <a:lnTo>
                    <a:pt x="5415989" y="610572"/>
                  </a:lnTo>
                  <a:lnTo>
                    <a:pt x="5359728" y="604102"/>
                  </a:lnTo>
                  <a:lnTo>
                    <a:pt x="5298963" y="598350"/>
                  </a:lnTo>
                  <a:lnTo>
                    <a:pt x="5232817" y="593223"/>
                  </a:lnTo>
                  <a:lnTo>
                    <a:pt x="5160618" y="588642"/>
                  </a:lnTo>
                  <a:lnTo>
                    <a:pt x="5082056" y="584544"/>
                  </a:lnTo>
                  <a:lnTo>
                    <a:pt x="4997392" y="580887"/>
                  </a:lnTo>
                  <a:lnTo>
                    <a:pt x="4907703" y="577646"/>
                  </a:lnTo>
                  <a:lnTo>
                    <a:pt x="4815089" y="574816"/>
                  </a:lnTo>
                  <a:lnTo>
                    <a:pt x="4722775" y="572401"/>
                  </a:lnTo>
                  <a:lnTo>
                    <a:pt x="4634946" y="570413"/>
                  </a:lnTo>
                  <a:lnTo>
                    <a:pt x="4556240" y="568855"/>
                  </a:lnTo>
                  <a:lnTo>
                    <a:pt x="4490904" y="567715"/>
                  </a:lnTo>
                  <a:lnTo>
                    <a:pt x="4441826" y="566953"/>
                  </a:lnTo>
                  <a:lnTo>
                    <a:pt x="4409745" y="566508"/>
                  </a:lnTo>
                  <a:lnTo>
                    <a:pt x="4392926" y="566299"/>
                  </a:lnTo>
                  <a:lnTo>
                    <a:pt x="4387301" y="566236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70" name="pl570"/>
            <p:cNvSpPr/>
            <p:nvPr/>
          </p:nvSpPr>
          <p:spPr>
            <a:xfrm>
              <a:off x="546595" y="1044462"/>
              <a:ext cx="8234974" cy="980016"/>
            </a:xfrm>
            <a:custGeom>
              <a:avLst/>
              <a:pathLst>
                <a:path w="8234974" h="980016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3" y="152"/>
                  </a:lnTo>
                  <a:lnTo>
                    <a:pt x="569586" y="524"/>
                  </a:lnTo>
                  <a:lnTo>
                    <a:pt x="606702" y="1252"/>
                  </a:lnTo>
                  <a:lnTo>
                    <a:pt x="660823" y="2441"/>
                  </a:lnTo>
                  <a:lnTo>
                    <a:pt x="730508" y="4169"/>
                  </a:lnTo>
                  <a:lnTo>
                    <a:pt x="812370" y="6475"/>
                  </a:lnTo>
                  <a:lnTo>
                    <a:pt x="901953" y="9369"/>
                  </a:lnTo>
                  <a:lnTo>
                    <a:pt x="994688" y="12842"/>
                  </a:lnTo>
                  <a:lnTo>
                    <a:pt x="1086650" y="16879"/>
                  </a:lnTo>
                  <a:lnTo>
                    <a:pt x="1174953" y="21478"/>
                  </a:lnTo>
                  <a:lnTo>
                    <a:pt x="1257820" y="26652"/>
                  </a:lnTo>
                  <a:lnTo>
                    <a:pt x="1334445" y="32443"/>
                  </a:lnTo>
                  <a:lnTo>
                    <a:pt x="1404757" y="38917"/>
                  </a:lnTo>
                  <a:lnTo>
                    <a:pt x="1469192" y="46167"/>
                  </a:lnTo>
                  <a:lnTo>
                    <a:pt x="1528497" y="54306"/>
                  </a:lnTo>
                  <a:lnTo>
                    <a:pt x="1583580" y="63466"/>
                  </a:lnTo>
                  <a:lnTo>
                    <a:pt x="1635405" y="73777"/>
                  </a:lnTo>
                  <a:lnTo>
                    <a:pt x="1684900" y="85352"/>
                  </a:lnTo>
                  <a:lnTo>
                    <a:pt x="1719082" y="94371"/>
                  </a:lnTo>
                  <a:lnTo>
                    <a:pt x="1769986" y="109316"/>
                  </a:lnTo>
                  <a:lnTo>
                    <a:pt x="1820397" y="125830"/>
                  </a:lnTo>
                  <a:lnTo>
                    <a:pt x="1870862" y="143934"/>
                  </a:lnTo>
                  <a:lnTo>
                    <a:pt x="1921742" y="163593"/>
                  </a:lnTo>
                  <a:lnTo>
                    <a:pt x="1973247" y="184706"/>
                  </a:lnTo>
                  <a:lnTo>
                    <a:pt x="2025448" y="207103"/>
                  </a:lnTo>
                  <a:lnTo>
                    <a:pt x="2078298" y="230550"/>
                  </a:lnTo>
                  <a:lnTo>
                    <a:pt x="2131654" y="254754"/>
                  </a:lnTo>
                  <a:lnTo>
                    <a:pt x="2185301" y="279376"/>
                  </a:lnTo>
                  <a:lnTo>
                    <a:pt x="2238988" y="304054"/>
                  </a:lnTo>
                  <a:lnTo>
                    <a:pt x="2292456" y="328422"/>
                  </a:lnTo>
                  <a:lnTo>
                    <a:pt x="2345478" y="352131"/>
                  </a:lnTo>
                  <a:lnTo>
                    <a:pt x="2397885" y="374874"/>
                  </a:lnTo>
                  <a:lnTo>
                    <a:pt x="2449599" y="396396"/>
                  </a:lnTo>
                  <a:lnTo>
                    <a:pt x="2500653" y="416508"/>
                  </a:lnTo>
                  <a:lnTo>
                    <a:pt x="2551213" y="435090"/>
                  </a:lnTo>
                  <a:lnTo>
                    <a:pt x="2601592" y="452085"/>
                  </a:lnTo>
                  <a:lnTo>
                    <a:pt x="2652277" y="467499"/>
                  </a:lnTo>
                  <a:lnTo>
                    <a:pt x="2667772" y="471859"/>
                  </a:lnTo>
                  <a:lnTo>
                    <a:pt x="2716114" y="484369"/>
                  </a:lnTo>
                  <a:lnTo>
                    <a:pt x="2766194" y="495569"/>
                  </a:lnTo>
                  <a:lnTo>
                    <a:pt x="2818864" y="505533"/>
                  </a:lnTo>
                  <a:lnTo>
                    <a:pt x="2875073" y="514383"/>
                  </a:lnTo>
                  <a:lnTo>
                    <a:pt x="2935776" y="522251"/>
                  </a:lnTo>
                  <a:lnTo>
                    <a:pt x="3001849" y="529265"/>
                  </a:lnTo>
                  <a:lnTo>
                    <a:pt x="3073964" y="535533"/>
                  </a:lnTo>
                  <a:lnTo>
                    <a:pt x="3152433" y="541139"/>
                  </a:lnTo>
                  <a:lnTo>
                    <a:pt x="3236998" y="546144"/>
                  </a:lnTo>
                  <a:lnTo>
                    <a:pt x="3326592" y="550579"/>
                  </a:lnTo>
                  <a:lnTo>
                    <a:pt x="3419126" y="554454"/>
                  </a:lnTo>
                  <a:lnTo>
                    <a:pt x="3511391" y="557761"/>
                  </a:lnTo>
                  <a:lnTo>
                    <a:pt x="3599217" y="560485"/>
                  </a:lnTo>
                  <a:lnTo>
                    <a:pt x="3677980" y="562621"/>
                  </a:lnTo>
                  <a:lnTo>
                    <a:pt x="3743429" y="564187"/>
                  </a:lnTo>
                  <a:lnTo>
                    <a:pt x="3792666" y="565233"/>
                  </a:lnTo>
                  <a:lnTo>
                    <a:pt x="3824925" y="565846"/>
                  </a:lnTo>
                  <a:lnTo>
                    <a:pt x="3841908" y="566136"/>
                  </a:lnTo>
                  <a:lnTo>
                    <a:pt x="3847646" y="566224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55" y="566245"/>
                  </a:lnTo>
                  <a:lnTo>
                    <a:pt x="4396633" y="566343"/>
                  </a:lnTo>
                  <a:lnTo>
                    <a:pt x="4417769" y="566615"/>
                  </a:lnTo>
                  <a:lnTo>
                    <a:pt x="4454956" y="567148"/>
                  </a:lnTo>
                  <a:lnTo>
                    <a:pt x="4509173" y="568019"/>
                  </a:lnTo>
                  <a:lnTo>
                    <a:pt x="4578967" y="569284"/>
                  </a:lnTo>
                  <a:lnTo>
                    <a:pt x="4660938" y="570973"/>
                  </a:lnTo>
                  <a:lnTo>
                    <a:pt x="4750617" y="573092"/>
                  </a:lnTo>
                  <a:lnTo>
                    <a:pt x="4843427" y="575634"/>
                  </a:lnTo>
                  <a:lnTo>
                    <a:pt x="4935440" y="578590"/>
                  </a:lnTo>
                  <a:lnTo>
                    <a:pt x="5023772" y="581956"/>
                  </a:lnTo>
                  <a:lnTo>
                    <a:pt x="5106649" y="585744"/>
                  </a:lnTo>
                  <a:lnTo>
                    <a:pt x="5183271" y="589983"/>
                  </a:lnTo>
                  <a:lnTo>
                    <a:pt x="5253573" y="594723"/>
                  </a:lnTo>
                  <a:lnTo>
                    <a:pt x="5317997" y="600031"/>
                  </a:lnTo>
                  <a:lnTo>
                    <a:pt x="5377292" y="605992"/>
                  </a:lnTo>
                  <a:lnTo>
                    <a:pt x="5432371" y="612700"/>
                  </a:lnTo>
                  <a:lnTo>
                    <a:pt x="5484197" y="620252"/>
                  </a:lnTo>
                  <a:lnTo>
                    <a:pt x="5533703" y="628730"/>
                  </a:lnTo>
                  <a:lnTo>
                    <a:pt x="5567201" y="635195"/>
                  </a:lnTo>
                  <a:lnTo>
                    <a:pt x="5618943" y="646307"/>
                  </a:lnTo>
                  <a:lnTo>
                    <a:pt x="5670187" y="658604"/>
                  </a:lnTo>
                  <a:lnTo>
                    <a:pt x="5721501" y="672103"/>
                  </a:lnTo>
                  <a:lnTo>
                    <a:pt x="5773258" y="686772"/>
                  </a:lnTo>
                  <a:lnTo>
                    <a:pt x="5825670" y="702533"/>
                  </a:lnTo>
                  <a:lnTo>
                    <a:pt x="5878800" y="719250"/>
                  </a:lnTo>
                  <a:lnTo>
                    <a:pt x="5932591" y="736740"/>
                  </a:lnTo>
                  <a:lnTo>
                    <a:pt x="5986881" y="754774"/>
                  </a:lnTo>
                  <a:lnTo>
                    <a:pt x="6041439" y="773087"/>
                  </a:lnTo>
                  <a:lnTo>
                    <a:pt x="6095998" y="791402"/>
                  </a:lnTo>
                  <a:lnTo>
                    <a:pt x="6150290" y="809437"/>
                  </a:lnTo>
                  <a:lnTo>
                    <a:pt x="6204083" y="826929"/>
                  </a:lnTo>
                  <a:lnTo>
                    <a:pt x="6257216" y="843650"/>
                  </a:lnTo>
                  <a:lnTo>
                    <a:pt x="6309630" y="859415"/>
                  </a:lnTo>
                  <a:lnTo>
                    <a:pt x="6361390" y="874089"/>
                  </a:lnTo>
                  <a:lnTo>
                    <a:pt x="6412704" y="887592"/>
                  </a:lnTo>
                  <a:lnTo>
                    <a:pt x="6463948" y="899894"/>
                  </a:lnTo>
                  <a:lnTo>
                    <a:pt x="6515686" y="911010"/>
                  </a:lnTo>
                  <a:lnTo>
                    <a:pt x="6515891" y="911052"/>
                  </a:lnTo>
                  <a:lnTo>
                    <a:pt x="6564269" y="920200"/>
                  </a:lnTo>
                  <a:lnTo>
                    <a:pt x="6614389" y="928389"/>
                  </a:lnTo>
                  <a:lnTo>
                    <a:pt x="6667104" y="935675"/>
                  </a:lnTo>
                  <a:lnTo>
                    <a:pt x="6723364" y="942145"/>
                  </a:lnTo>
                  <a:lnTo>
                    <a:pt x="6784130" y="947897"/>
                  </a:lnTo>
                  <a:lnTo>
                    <a:pt x="6850275" y="953024"/>
                  </a:lnTo>
                  <a:lnTo>
                    <a:pt x="6922474" y="957605"/>
                  </a:lnTo>
                  <a:lnTo>
                    <a:pt x="7001037" y="961702"/>
                  </a:lnTo>
                  <a:lnTo>
                    <a:pt x="7085700" y="965360"/>
                  </a:lnTo>
                  <a:lnTo>
                    <a:pt x="7175390" y="968600"/>
                  </a:lnTo>
                  <a:lnTo>
                    <a:pt x="7268003" y="971431"/>
                  </a:lnTo>
                  <a:lnTo>
                    <a:pt x="7360317" y="973845"/>
                  </a:lnTo>
                  <a:lnTo>
                    <a:pt x="7448146" y="975834"/>
                  </a:lnTo>
                  <a:lnTo>
                    <a:pt x="7526853" y="977391"/>
                  </a:lnTo>
                  <a:lnTo>
                    <a:pt x="7592188" y="978532"/>
                  </a:lnTo>
                  <a:lnTo>
                    <a:pt x="7641267" y="979294"/>
                  </a:lnTo>
                  <a:lnTo>
                    <a:pt x="7673347" y="979738"/>
                  </a:lnTo>
                  <a:lnTo>
                    <a:pt x="7690166" y="979948"/>
                  </a:lnTo>
                  <a:lnTo>
                    <a:pt x="7695792" y="980011"/>
                  </a:lnTo>
                  <a:lnTo>
                    <a:pt x="7696237" y="980016"/>
                  </a:lnTo>
                  <a:lnTo>
                    <a:pt x="8234974" y="9800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1" name="pl571"/>
            <p:cNvSpPr/>
            <p:nvPr/>
          </p:nvSpPr>
          <p:spPr>
            <a:xfrm>
              <a:off x="546595" y="1039017"/>
              <a:ext cx="8234974" cy="980016"/>
            </a:xfrm>
            <a:custGeom>
              <a:avLst/>
              <a:pathLst>
                <a:path w="8234974" h="980016">
                  <a:moveTo>
                    <a:pt x="8234974" y="980016"/>
                  </a:moveTo>
                  <a:lnTo>
                    <a:pt x="7696237" y="980016"/>
                  </a:lnTo>
                  <a:lnTo>
                    <a:pt x="7694938" y="980002"/>
                  </a:lnTo>
                  <a:lnTo>
                    <a:pt x="7686459" y="979904"/>
                  </a:lnTo>
                  <a:lnTo>
                    <a:pt x="7665323" y="979632"/>
                  </a:lnTo>
                  <a:lnTo>
                    <a:pt x="7628136" y="979099"/>
                  </a:lnTo>
                  <a:lnTo>
                    <a:pt x="7573919" y="978227"/>
                  </a:lnTo>
                  <a:lnTo>
                    <a:pt x="7504126" y="976962"/>
                  </a:lnTo>
                  <a:lnTo>
                    <a:pt x="7422155" y="975274"/>
                  </a:lnTo>
                  <a:lnTo>
                    <a:pt x="7332476" y="973155"/>
                  </a:lnTo>
                  <a:lnTo>
                    <a:pt x="7239665" y="970613"/>
                  </a:lnTo>
                  <a:lnTo>
                    <a:pt x="7147652" y="967657"/>
                  </a:lnTo>
                  <a:lnTo>
                    <a:pt x="7059321" y="964291"/>
                  </a:lnTo>
                  <a:lnTo>
                    <a:pt x="6976443" y="960503"/>
                  </a:lnTo>
                  <a:lnTo>
                    <a:pt x="6899822" y="956264"/>
                  </a:lnTo>
                  <a:lnTo>
                    <a:pt x="6829519" y="951524"/>
                  </a:lnTo>
                  <a:lnTo>
                    <a:pt x="6765095" y="946215"/>
                  </a:lnTo>
                  <a:lnTo>
                    <a:pt x="6705800" y="940255"/>
                  </a:lnTo>
                  <a:lnTo>
                    <a:pt x="6650722" y="933547"/>
                  </a:lnTo>
                  <a:lnTo>
                    <a:pt x="6598895" y="925995"/>
                  </a:lnTo>
                  <a:lnTo>
                    <a:pt x="6549389" y="917517"/>
                  </a:lnTo>
                  <a:lnTo>
                    <a:pt x="6515891" y="911052"/>
                  </a:lnTo>
                  <a:lnTo>
                    <a:pt x="6464149" y="899940"/>
                  </a:lnTo>
                  <a:lnTo>
                    <a:pt x="6412905" y="887642"/>
                  </a:lnTo>
                  <a:lnTo>
                    <a:pt x="6361592" y="874144"/>
                  </a:lnTo>
                  <a:lnTo>
                    <a:pt x="6309834" y="859474"/>
                  </a:lnTo>
                  <a:lnTo>
                    <a:pt x="6257423" y="843714"/>
                  </a:lnTo>
                  <a:lnTo>
                    <a:pt x="6204292" y="826996"/>
                  </a:lnTo>
                  <a:lnTo>
                    <a:pt x="6150502" y="809506"/>
                  </a:lnTo>
                  <a:lnTo>
                    <a:pt x="6096212" y="791473"/>
                  </a:lnTo>
                  <a:lnTo>
                    <a:pt x="6041653" y="773159"/>
                  </a:lnTo>
                  <a:lnTo>
                    <a:pt x="5987094" y="754845"/>
                  </a:lnTo>
                  <a:lnTo>
                    <a:pt x="5932802" y="736810"/>
                  </a:lnTo>
                  <a:lnTo>
                    <a:pt x="5879010" y="719317"/>
                  </a:lnTo>
                  <a:lnTo>
                    <a:pt x="5825877" y="702596"/>
                  </a:lnTo>
                  <a:lnTo>
                    <a:pt x="5773462" y="686832"/>
                  </a:lnTo>
                  <a:lnTo>
                    <a:pt x="5721703" y="672158"/>
                  </a:lnTo>
                  <a:lnTo>
                    <a:pt x="5670388" y="658655"/>
                  </a:lnTo>
                  <a:lnTo>
                    <a:pt x="5619144" y="646353"/>
                  </a:lnTo>
                  <a:lnTo>
                    <a:pt x="5567406" y="635236"/>
                  </a:lnTo>
                  <a:lnTo>
                    <a:pt x="5567201" y="635195"/>
                  </a:lnTo>
                  <a:lnTo>
                    <a:pt x="5518823" y="626047"/>
                  </a:lnTo>
                  <a:lnTo>
                    <a:pt x="5468704" y="617857"/>
                  </a:lnTo>
                  <a:lnTo>
                    <a:pt x="5415989" y="610572"/>
                  </a:lnTo>
                  <a:lnTo>
                    <a:pt x="5359728" y="604102"/>
                  </a:lnTo>
                  <a:lnTo>
                    <a:pt x="5298963" y="598350"/>
                  </a:lnTo>
                  <a:lnTo>
                    <a:pt x="5232817" y="593223"/>
                  </a:lnTo>
                  <a:lnTo>
                    <a:pt x="5160618" y="588642"/>
                  </a:lnTo>
                  <a:lnTo>
                    <a:pt x="5082056" y="584544"/>
                  </a:lnTo>
                  <a:lnTo>
                    <a:pt x="4997392" y="580887"/>
                  </a:lnTo>
                  <a:lnTo>
                    <a:pt x="4907703" y="577646"/>
                  </a:lnTo>
                  <a:lnTo>
                    <a:pt x="4815089" y="574816"/>
                  </a:lnTo>
                  <a:lnTo>
                    <a:pt x="4722775" y="572401"/>
                  </a:lnTo>
                  <a:lnTo>
                    <a:pt x="4634946" y="570413"/>
                  </a:lnTo>
                  <a:lnTo>
                    <a:pt x="4556240" y="568855"/>
                  </a:lnTo>
                  <a:lnTo>
                    <a:pt x="4490904" y="567715"/>
                  </a:lnTo>
                  <a:lnTo>
                    <a:pt x="4441826" y="566953"/>
                  </a:lnTo>
                  <a:lnTo>
                    <a:pt x="4409745" y="566508"/>
                  </a:lnTo>
                  <a:lnTo>
                    <a:pt x="4392926" y="566299"/>
                  </a:lnTo>
                  <a:lnTo>
                    <a:pt x="4387301" y="566236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2" name="pg572"/>
            <p:cNvSpPr/>
            <p:nvPr/>
          </p:nvSpPr>
          <p:spPr>
            <a:xfrm>
              <a:off x="546595" y="1044462"/>
              <a:ext cx="8234974" cy="1246798"/>
            </a:xfrm>
            <a:custGeom>
              <a:avLst/>
              <a:pathLst>
                <a:path w="8234974" h="1246798">
                  <a:moveTo>
                    <a:pt x="0" y="5444"/>
                  </a:moveTo>
                  <a:lnTo>
                    <a:pt x="538736" y="5444"/>
                  </a:lnTo>
                  <a:lnTo>
                    <a:pt x="540033" y="5463"/>
                  </a:lnTo>
                  <a:lnTo>
                    <a:pt x="548493" y="5597"/>
                  </a:lnTo>
                  <a:lnTo>
                    <a:pt x="569586" y="5968"/>
                  </a:lnTo>
                  <a:lnTo>
                    <a:pt x="606702" y="6696"/>
                  </a:lnTo>
                  <a:lnTo>
                    <a:pt x="660823" y="7886"/>
                  </a:lnTo>
                  <a:lnTo>
                    <a:pt x="730508" y="9613"/>
                  </a:lnTo>
                  <a:lnTo>
                    <a:pt x="812370" y="11919"/>
                  </a:lnTo>
                  <a:lnTo>
                    <a:pt x="901953" y="14814"/>
                  </a:lnTo>
                  <a:lnTo>
                    <a:pt x="994688" y="18286"/>
                  </a:lnTo>
                  <a:lnTo>
                    <a:pt x="1086650" y="22324"/>
                  </a:lnTo>
                  <a:lnTo>
                    <a:pt x="1174953" y="26922"/>
                  </a:lnTo>
                  <a:lnTo>
                    <a:pt x="1257820" y="32097"/>
                  </a:lnTo>
                  <a:lnTo>
                    <a:pt x="1334445" y="37888"/>
                  </a:lnTo>
                  <a:lnTo>
                    <a:pt x="1404757" y="44362"/>
                  </a:lnTo>
                  <a:lnTo>
                    <a:pt x="1469192" y="51612"/>
                  </a:lnTo>
                  <a:lnTo>
                    <a:pt x="1528497" y="59751"/>
                  </a:lnTo>
                  <a:lnTo>
                    <a:pt x="1583580" y="68910"/>
                  </a:lnTo>
                  <a:lnTo>
                    <a:pt x="1635405" y="79221"/>
                  </a:lnTo>
                  <a:lnTo>
                    <a:pt x="1684900" y="90797"/>
                  </a:lnTo>
                  <a:lnTo>
                    <a:pt x="1719082" y="99816"/>
                  </a:lnTo>
                  <a:lnTo>
                    <a:pt x="1769986" y="114760"/>
                  </a:lnTo>
                  <a:lnTo>
                    <a:pt x="1820397" y="131274"/>
                  </a:lnTo>
                  <a:lnTo>
                    <a:pt x="1870862" y="149379"/>
                  </a:lnTo>
                  <a:lnTo>
                    <a:pt x="1921742" y="169038"/>
                  </a:lnTo>
                  <a:lnTo>
                    <a:pt x="1973247" y="190150"/>
                  </a:lnTo>
                  <a:lnTo>
                    <a:pt x="2025448" y="212548"/>
                  </a:lnTo>
                  <a:lnTo>
                    <a:pt x="2078298" y="235995"/>
                  </a:lnTo>
                  <a:lnTo>
                    <a:pt x="2131654" y="260198"/>
                  </a:lnTo>
                  <a:lnTo>
                    <a:pt x="2185301" y="284821"/>
                  </a:lnTo>
                  <a:lnTo>
                    <a:pt x="2238988" y="309499"/>
                  </a:lnTo>
                  <a:lnTo>
                    <a:pt x="2292456" y="333866"/>
                  </a:lnTo>
                  <a:lnTo>
                    <a:pt x="2345478" y="357576"/>
                  </a:lnTo>
                  <a:lnTo>
                    <a:pt x="2397885" y="380318"/>
                  </a:lnTo>
                  <a:lnTo>
                    <a:pt x="2449599" y="401840"/>
                  </a:lnTo>
                  <a:lnTo>
                    <a:pt x="2500653" y="421953"/>
                  </a:lnTo>
                  <a:lnTo>
                    <a:pt x="2551213" y="440534"/>
                  </a:lnTo>
                  <a:lnTo>
                    <a:pt x="2601592" y="457530"/>
                  </a:lnTo>
                  <a:lnTo>
                    <a:pt x="2652277" y="472944"/>
                  </a:lnTo>
                  <a:lnTo>
                    <a:pt x="2667772" y="477304"/>
                  </a:lnTo>
                  <a:lnTo>
                    <a:pt x="2716114" y="489813"/>
                  </a:lnTo>
                  <a:lnTo>
                    <a:pt x="2766194" y="501013"/>
                  </a:lnTo>
                  <a:lnTo>
                    <a:pt x="2818864" y="510978"/>
                  </a:lnTo>
                  <a:lnTo>
                    <a:pt x="2875073" y="519827"/>
                  </a:lnTo>
                  <a:lnTo>
                    <a:pt x="2935776" y="527696"/>
                  </a:lnTo>
                  <a:lnTo>
                    <a:pt x="3001849" y="534710"/>
                  </a:lnTo>
                  <a:lnTo>
                    <a:pt x="3073964" y="540977"/>
                  </a:lnTo>
                  <a:lnTo>
                    <a:pt x="3152433" y="546584"/>
                  </a:lnTo>
                  <a:lnTo>
                    <a:pt x="3236998" y="551588"/>
                  </a:lnTo>
                  <a:lnTo>
                    <a:pt x="3326592" y="556024"/>
                  </a:lnTo>
                  <a:lnTo>
                    <a:pt x="3419126" y="559899"/>
                  </a:lnTo>
                  <a:lnTo>
                    <a:pt x="3511391" y="563205"/>
                  </a:lnTo>
                  <a:lnTo>
                    <a:pt x="3599217" y="565929"/>
                  </a:lnTo>
                  <a:lnTo>
                    <a:pt x="3677980" y="568065"/>
                  </a:lnTo>
                  <a:lnTo>
                    <a:pt x="3743429" y="569631"/>
                  </a:lnTo>
                  <a:lnTo>
                    <a:pt x="3792666" y="570678"/>
                  </a:lnTo>
                  <a:lnTo>
                    <a:pt x="3824925" y="571291"/>
                  </a:lnTo>
                  <a:lnTo>
                    <a:pt x="3841908" y="571580"/>
                  </a:lnTo>
                  <a:lnTo>
                    <a:pt x="3847646" y="571669"/>
                  </a:lnTo>
                  <a:lnTo>
                    <a:pt x="3848118" y="571676"/>
                  </a:lnTo>
                  <a:lnTo>
                    <a:pt x="4386855" y="571676"/>
                  </a:lnTo>
                  <a:lnTo>
                    <a:pt x="4388149" y="571698"/>
                  </a:lnTo>
                  <a:lnTo>
                    <a:pt x="4396594" y="571858"/>
                  </a:lnTo>
                  <a:lnTo>
                    <a:pt x="4417648" y="572299"/>
                  </a:lnTo>
                  <a:lnTo>
                    <a:pt x="4454699" y="573166"/>
                  </a:lnTo>
                  <a:lnTo>
                    <a:pt x="4508734" y="574581"/>
                  </a:lnTo>
                  <a:lnTo>
                    <a:pt x="4578320" y="576637"/>
                  </a:lnTo>
                  <a:lnTo>
                    <a:pt x="4660084" y="579382"/>
                  </a:lnTo>
                  <a:lnTo>
                    <a:pt x="4749580" y="582827"/>
                  </a:lnTo>
                  <a:lnTo>
                    <a:pt x="4842248" y="586961"/>
                  </a:lnTo>
                  <a:lnTo>
                    <a:pt x="4934164" y="591767"/>
                  </a:lnTo>
                  <a:lnTo>
                    <a:pt x="5022441" y="597242"/>
                  </a:lnTo>
                  <a:lnTo>
                    <a:pt x="5105299" y="603402"/>
                  </a:lnTo>
                  <a:lnTo>
                    <a:pt x="5181925" y="610295"/>
                  </a:lnTo>
                  <a:lnTo>
                    <a:pt x="5252246" y="618001"/>
                  </a:lnTo>
                  <a:lnTo>
                    <a:pt x="5316692" y="626630"/>
                  </a:lnTo>
                  <a:lnTo>
                    <a:pt x="5376006" y="636316"/>
                  </a:lnTo>
                  <a:lnTo>
                    <a:pt x="5431094" y="647215"/>
                  </a:lnTo>
                  <a:lnTo>
                    <a:pt x="5482916" y="659484"/>
                  </a:lnTo>
                  <a:lnTo>
                    <a:pt x="5532401" y="673257"/>
                  </a:lnTo>
                  <a:lnTo>
                    <a:pt x="5567201" y="684196"/>
                  </a:lnTo>
                  <a:lnTo>
                    <a:pt x="5617401" y="701754"/>
                  </a:lnTo>
                  <a:lnTo>
                    <a:pt x="5667115" y="721131"/>
                  </a:lnTo>
                  <a:lnTo>
                    <a:pt x="5716869" y="742352"/>
                  </a:lnTo>
                  <a:lnTo>
                    <a:pt x="5767015" y="765379"/>
                  </a:lnTo>
                  <a:lnTo>
                    <a:pt x="5817762" y="790099"/>
                  </a:lnTo>
                  <a:lnTo>
                    <a:pt x="5869185" y="816326"/>
                  </a:lnTo>
                  <a:lnTo>
                    <a:pt x="5921246" y="843795"/>
                  </a:lnTo>
                  <a:lnTo>
                    <a:pt x="5973817" y="872177"/>
                  </a:lnTo>
                  <a:lnTo>
                    <a:pt x="6026697" y="901091"/>
                  </a:lnTo>
                  <a:lnTo>
                    <a:pt x="6079647" y="930122"/>
                  </a:lnTo>
                  <a:lnTo>
                    <a:pt x="6132418" y="958852"/>
                  </a:lnTo>
                  <a:lnTo>
                    <a:pt x="6184786" y="986877"/>
                  </a:lnTo>
                  <a:lnTo>
                    <a:pt x="6236578" y="1013838"/>
                  </a:lnTo>
                  <a:lnTo>
                    <a:pt x="6287702" y="1039431"/>
                  </a:lnTo>
                  <a:lnTo>
                    <a:pt x="6338169" y="1063426"/>
                  </a:lnTo>
                  <a:lnTo>
                    <a:pt x="6388109" y="1085669"/>
                  </a:lnTo>
                  <a:lnTo>
                    <a:pt x="6437792" y="1106081"/>
                  </a:lnTo>
                  <a:lnTo>
                    <a:pt x="6487644" y="1124652"/>
                  </a:lnTo>
                  <a:lnTo>
                    <a:pt x="6515891" y="1134277"/>
                  </a:lnTo>
                  <a:lnTo>
                    <a:pt x="6564200" y="1149183"/>
                  </a:lnTo>
                  <a:lnTo>
                    <a:pt x="6614244" y="1162530"/>
                  </a:lnTo>
                  <a:lnTo>
                    <a:pt x="6666874" y="1174405"/>
                  </a:lnTo>
                  <a:lnTo>
                    <a:pt x="6723036" y="1184952"/>
                  </a:lnTo>
                  <a:lnTo>
                    <a:pt x="6783684" y="1194331"/>
                  </a:lnTo>
                  <a:lnTo>
                    <a:pt x="6849691" y="1202691"/>
                  </a:lnTo>
                  <a:lnTo>
                    <a:pt x="6921731" y="1210163"/>
                  </a:lnTo>
                  <a:lnTo>
                    <a:pt x="7000116" y="1216847"/>
                  </a:lnTo>
                  <a:lnTo>
                    <a:pt x="7084592" y="1222814"/>
                  </a:lnTo>
                  <a:lnTo>
                    <a:pt x="7174100" y="1228103"/>
                  </a:lnTo>
                  <a:lnTo>
                    <a:pt x="7266561" y="1232725"/>
                  </a:lnTo>
                  <a:lnTo>
                    <a:pt x="7358781" y="1236670"/>
                  </a:lnTo>
                  <a:lnTo>
                    <a:pt x="7446606" y="1239921"/>
                  </a:lnTo>
                  <a:lnTo>
                    <a:pt x="7525418" y="1242473"/>
                  </a:lnTo>
                  <a:lnTo>
                    <a:pt x="7590969" y="1244345"/>
                  </a:lnTo>
                  <a:lnTo>
                    <a:pt x="7640349" y="1245598"/>
                  </a:lnTo>
                  <a:lnTo>
                    <a:pt x="7672769" y="1246333"/>
                  </a:lnTo>
                  <a:lnTo>
                    <a:pt x="7689900" y="1246682"/>
                  </a:lnTo>
                  <a:lnTo>
                    <a:pt x="7695739" y="1246789"/>
                  </a:lnTo>
                  <a:lnTo>
                    <a:pt x="7696237" y="1246798"/>
                  </a:lnTo>
                  <a:lnTo>
                    <a:pt x="8234974" y="1246798"/>
                  </a:lnTo>
                  <a:lnTo>
                    <a:pt x="8234974" y="1241353"/>
                  </a:lnTo>
                  <a:lnTo>
                    <a:pt x="7696237" y="1241353"/>
                  </a:lnTo>
                  <a:lnTo>
                    <a:pt x="7694943" y="1241331"/>
                  </a:lnTo>
                  <a:lnTo>
                    <a:pt x="7686499" y="1241171"/>
                  </a:lnTo>
                  <a:lnTo>
                    <a:pt x="7665445" y="1240730"/>
                  </a:lnTo>
                  <a:lnTo>
                    <a:pt x="7628394" y="1239863"/>
                  </a:lnTo>
                  <a:lnTo>
                    <a:pt x="7574359" y="1238448"/>
                  </a:lnTo>
                  <a:lnTo>
                    <a:pt x="7504772" y="1236392"/>
                  </a:lnTo>
                  <a:lnTo>
                    <a:pt x="7423008" y="1233647"/>
                  </a:lnTo>
                  <a:lnTo>
                    <a:pt x="7333512" y="1230202"/>
                  </a:lnTo>
                  <a:lnTo>
                    <a:pt x="7240844" y="1226068"/>
                  </a:lnTo>
                  <a:lnTo>
                    <a:pt x="7148928" y="1221262"/>
                  </a:lnTo>
                  <a:lnTo>
                    <a:pt x="7060651" y="1215787"/>
                  </a:lnTo>
                  <a:lnTo>
                    <a:pt x="6977793" y="1209627"/>
                  </a:lnTo>
                  <a:lnTo>
                    <a:pt x="6901167" y="1202734"/>
                  </a:lnTo>
                  <a:lnTo>
                    <a:pt x="6830847" y="1195027"/>
                  </a:lnTo>
                  <a:lnTo>
                    <a:pt x="6766400" y="1186399"/>
                  </a:lnTo>
                  <a:lnTo>
                    <a:pt x="6707086" y="1176713"/>
                  </a:lnTo>
                  <a:lnTo>
                    <a:pt x="6651999" y="1165814"/>
                  </a:lnTo>
                  <a:lnTo>
                    <a:pt x="6600177" y="1153545"/>
                  </a:lnTo>
                  <a:lnTo>
                    <a:pt x="6550691" y="1139772"/>
                  </a:lnTo>
                  <a:lnTo>
                    <a:pt x="6515891" y="1128833"/>
                  </a:lnTo>
                  <a:lnTo>
                    <a:pt x="6465691" y="1111275"/>
                  </a:lnTo>
                  <a:lnTo>
                    <a:pt x="6415977" y="1091898"/>
                  </a:lnTo>
                  <a:lnTo>
                    <a:pt x="6366224" y="1070677"/>
                  </a:lnTo>
                  <a:lnTo>
                    <a:pt x="6316077" y="1047650"/>
                  </a:lnTo>
                  <a:lnTo>
                    <a:pt x="6265330" y="1022929"/>
                  </a:lnTo>
                  <a:lnTo>
                    <a:pt x="6213908" y="996703"/>
                  </a:lnTo>
                  <a:lnTo>
                    <a:pt x="6161846" y="969234"/>
                  </a:lnTo>
                  <a:lnTo>
                    <a:pt x="6109276" y="940852"/>
                  </a:lnTo>
                  <a:lnTo>
                    <a:pt x="6056396" y="911938"/>
                  </a:lnTo>
                  <a:lnTo>
                    <a:pt x="6003446" y="882907"/>
                  </a:lnTo>
                  <a:lnTo>
                    <a:pt x="5950674" y="854177"/>
                  </a:lnTo>
                  <a:lnTo>
                    <a:pt x="5898306" y="826152"/>
                  </a:lnTo>
                  <a:lnTo>
                    <a:pt x="5846514" y="799191"/>
                  </a:lnTo>
                  <a:lnTo>
                    <a:pt x="5795390" y="773598"/>
                  </a:lnTo>
                  <a:lnTo>
                    <a:pt x="5744924" y="749603"/>
                  </a:lnTo>
                  <a:lnTo>
                    <a:pt x="5694983" y="727360"/>
                  </a:lnTo>
                  <a:lnTo>
                    <a:pt x="5645300" y="706948"/>
                  </a:lnTo>
                  <a:lnTo>
                    <a:pt x="5595449" y="688377"/>
                  </a:lnTo>
                  <a:lnTo>
                    <a:pt x="5567201" y="678751"/>
                  </a:lnTo>
                  <a:lnTo>
                    <a:pt x="5518893" y="663846"/>
                  </a:lnTo>
                  <a:lnTo>
                    <a:pt x="5468848" y="650499"/>
                  </a:lnTo>
                  <a:lnTo>
                    <a:pt x="5416218" y="638624"/>
                  </a:lnTo>
                  <a:lnTo>
                    <a:pt x="5360057" y="628077"/>
                  </a:lnTo>
                  <a:lnTo>
                    <a:pt x="5299409" y="618698"/>
                  </a:lnTo>
                  <a:lnTo>
                    <a:pt x="5233401" y="610338"/>
                  </a:lnTo>
                  <a:lnTo>
                    <a:pt x="5161361" y="602866"/>
                  </a:lnTo>
                  <a:lnTo>
                    <a:pt x="5082976" y="596182"/>
                  </a:lnTo>
                  <a:lnTo>
                    <a:pt x="4998501" y="590215"/>
                  </a:lnTo>
                  <a:lnTo>
                    <a:pt x="4908993" y="584926"/>
                  </a:lnTo>
                  <a:lnTo>
                    <a:pt x="4816532" y="580304"/>
                  </a:lnTo>
                  <a:lnTo>
                    <a:pt x="4724311" y="576359"/>
                  </a:lnTo>
                  <a:lnTo>
                    <a:pt x="4636487" y="573107"/>
                  </a:lnTo>
                  <a:lnTo>
                    <a:pt x="4557675" y="570556"/>
                  </a:lnTo>
                  <a:lnTo>
                    <a:pt x="4492123" y="568684"/>
                  </a:lnTo>
                  <a:lnTo>
                    <a:pt x="4442743" y="567431"/>
                  </a:lnTo>
                  <a:lnTo>
                    <a:pt x="4410323" y="566696"/>
                  </a:lnTo>
                  <a:lnTo>
                    <a:pt x="4393193" y="566347"/>
                  </a:lnTo>
                  <a:lnTo>
                    <a:pt x="4387353" y="566239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73" name="pl573"/>
            <p:cNvSpPr/>
            <p:nvPr/>
          </p:nvSpPr>
          <p:spPr>
            <a:xfrm>
              <a:off x="546595" y="1049906"/>
              <a:ext cx="8234974" cy="1241353"/>
            </a:xfrm>
            <a:custGeom>
              <a:avLst/>
              <a:pathLst>
                <a:path w="8234974" h="1241353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3" y="152"/>
                  </a:lnTo>
                  <a:lnTo>
                    <a:pt x="569586" y="524"/>
                  </a:lnTo>
                  <a:lnTo>
                    <a:pt x="606702" y="1252"/>
                  </a:lnTo>
                  <a:lnTo>
                    <a:pt x="660823" y="2441"/>
                  </a:lnTo>
                  <a:lnTo>
                    <a:pt x="730508" y="4169"/>
                  </a:lnTo>
                  <a:lnTo>
                    <a:pt x="812370" y="6475"/>
                  </a:lnTo>
                  <a:lnTo>
                    <a:pt x="901953" y="9369"/>
                  </a:lnTo>
                  <a:lnTo>
                    <a:pt x="994688" y="12842"/>
                  </a:lnTo>
                  <a:lnTo>
                    <a:pt x="1086650" y="16879"/>
                  </a:lnTo>
                  <a:lnTo>
                    <a:pt x="1174953" y="21478"/>
                  </a:lnTo>
                  <a:lnTo>
                    <a:pt x="1257820" y="26652"/>
                  </a:lnTo>
                  <a:lnTo>
                    <a:pt x="1334445" y="32443"/>
                  </a:lnTo>
                  <a:lnTo>
                    <a:pt x="1404757" y="38917"/>
                  </a:lnTo>
                  <a:lnTo>
                    <a:pt x="1469192" y="46167"/>
                  </a:lnTo>
                  <a:lnTo>
                    <a:pt x="1528497" y="54306"/>
                  </a:lnTo>
                  <a:lnTo>
                    <a:pt x="1583580" y="63466"/>
                  </a:lnTo>
                  <a:lnTo>
                    <a:pt x="1635405" y="73777"/>
                  </a:lnTo>
                  <a:lnTo>
                    <a:pt x="1684900" y="85352"/>
                  </a:lnTo>
                  <a:lnTo>
                    <a:pt x="1719082" y="94371"/>
                  </a:lnTo>
                  <a:lnTo>
                    <a:pt x="1769986" y="109316"/>
                  </a:lnTo>
                  <a:lnTo>
                    <a:pt x="1820397" y="125830"/>
                  </a:lnTo>
                  <a:lnTo>
                    <a:pt x="1870862" y="143934"/>
                  </a:lnTo>
                  <a:lnTo>
                    <a:pt x="1921742" y="163593"/>
                  </a:lnTo>
                  <a:lnTo>
                    <a:pt x="1973247" y="184706"/>
                  </a:lnTo>
                  <a:lnTo>
                    <a:pt x="2025448" y="207103"/>
                  </a:lnTo>
                  <a:lnTo>
                    <a:pt x="2078298" y="230550"/>
                  </a:lnTo>
                  <a:lnTo>
                    <a:pt x="2131654" y="254754"/>
                  </a:lnTo>
                  <a:lnTo>
                    <a:pt x="2185301" y="279376"/>
                  </a:lnTo>
                  <a:lnTo>
                    <a:pt x="2238988" y="304054"/>
                  </a:lnTo>
                  <a:lnTo>
                    <a:pt x="2292456" y="328422"/>
                  </a:lnTo>
                  <a:lnTo>
                    <a:pt x="2345478" y="352131"/>
                  </a:lnTo>
                  <a:lnTo>
                    <a:pt x="2397885" y="374874"/>
                  </a:lnTo>
                  <a:lnTo>
                    <a:pt x="2449599" y="396396"/>
                  </a:lnTo>
                  <a:lnTo>
                    <a:pt x="2500653" y="416508"/>
                  </a:lnTo>
                  <a:lnTo>
                    <a:pt x="2551213" y="435090"/>
                  </a:lnTo>
                  <a:lnTo>
                    <a:pt x="2601592" y="452085"/>
                  </a:lnTo>
                  <a:lnTo>
                    <a:pt x="2652277" y="467499"/>
                  </a:lnTo>
                  <a:lnTo>
                    <a:pt x="2667772" y="471859"/>
                  </a:lnTo>
                  <a:lnTo>
                    <a:pt x="2716114" y="484369"/>
                  </a:lnTo>
                  <a:lnTo>
                    <a:pt x="2766194" y="495569"/>
                  </a:lnTo>
                  <a:lnTo>
                    <a:pt x="2818864" y="505533"/>
                  </a:lnTo>
                  <a:lnTo>
                    <a:pt x="2875073" y="514383"/>
                  </a:lnTo>
                  <a:lnTo>
                    <a:pt x="2935776" y="522251"/>
                  </a:lnTo>
                  <a:lnTo>
                    <a:pt x="3001849" y="529265"/>
                  </a:lnTo>
                  <a:lnTo>
                    <a:pt x="3073964" y="535533"/>
                  </a:lnTo>
                  <a:lnTo>
                    <a:pt x="3152433" y="541139"/>
                  </a:lnTo>
                  <a:lnTo>
                    <a:pt x="3236998" y="546144"/>
                  </a:lnTo>
                  <a:lnTo>
                    <a:pt x="3326592" y="550579"/>
                  </a:lnTo>
                  <a:lnTo>
                    <a:pt x="3419126" y="554454"/>
                  </a:lnTo>
                  <a:lnTo>
                    <a:pt x="3511391" y="557761"/>
                  </a:lnTo>
                  <a:lnTo>
                    <a:pt x="3599217" y="560485"/>
                  </a:lnTo>
                  <a:lnTo>
                    <a:pt x="3677980" y="562621"/>
                  </a:lnTo>
                  <a:lnTo>
                    <a:pt x="3743429" y="564187"/>
                  </a:lnTo>
                  <a:lnTo>
                    <a:pt x="3792666" y="565233"/>
                  </a:lnTo>
                  <a:lnTo>
                    <a:pt x="3824925" y="565846"/>
                  </a:lnTo>
                  <a:lnTo>
                    <a:pt x="3841908" y="566136"/>
                  </a:lnTo>
                  <a:lnTo>
                    <a:pt x="3847646" y="566224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49" y="566253"/>
                  </a:lnTo>
                  <a:lnTo>
                    <a:pt x="4396594" y="566413"/>
                  </a:lnTo>
                  <a:lnTo>
                    <a:pt x="4417648" y="566855"/>
                  </a:lnTo>
                  <a:lnTo>
                    <a:pt x="4454699" y="567721"/>
                  </a:lnTo>
                  <a:lnTo>
                    <a:pt x="4508734" y="569137"/>
                  </a:lnTo>
                  <a:lnTo>
                    <a:pt x="4578320" y="571193"/>
                  </a:lnTo>
                  <a:lnTo>
                    <a:pt x="4660084" y="573937"/>
                  </a:lnTo>
                  <a:lnTo>
                    <a:pt x="4749580" y="577382"/>
                  </a:lnTo>
                  <a:lnTo>
                    <a:pt x="4842248" y="581516"/>
                  </a:lnTo>
                  <a:lnTo>
                    <a:pt x="4934164" y="586323"/>
                  </a:lnTo>
                  <a:lnTo>
                    <a:pt x="5022441" y="591797"/>
                  </a:lnTo>
                  <a:lnTo>
                    <a:pt x="5105299" y="597957"/>
                  </a:lnTo>
                  <a:lnTo>
                    <a:pt x="5181925" y="604851"/>
                  </a:lnTo>
                  <a:lnTo>
                    <a:pt x="5252246" y="612557"/>
                  </a:lnTo>
                  <a:lnTo>
                    <a:pt x="5316692" y="621185"/>
                  </a:lnTo>
                  <a:lnTo>
                    <a:pt x="5376006" y="630872"/>
                  </a:lnTo>
                  <a:lnTo>
                    <a:pt x="5431094" y="641771"/>
                  </a:lnTo>
                  <a:lnTo>
                    <a:pt x="5482916" y="654040"/>
                  </a:lnTo>
                  <a:lnTo>
                    <a:pt x="5532401" y="667813"/>
                  </a:lnTo>
                  <a:lnTo>
                    <a:pt x="5567201" y="678751"/>
                  </a:lnTo>
                  <a:lnTo>
                    <a:pt x="5617401" y="696309"/>
                  </a:lnTo>
                  <a:lnTo>
                    <a:pt x="5667115" y="715686"/>
                  </a:lnTo>
                  <a:lnTo>
                    <a:pt x="5716869" y="736907"/>
                  </a:lnTo>
                  <a:lnTo>
                    <a:pt x="5767015" y="759934"/>
                  </a:lnTo>
                  <a:lnTo>
                    <a:pt x="5817762" y="784655"/>
                  </a:lnTo>
                  <a:lnTo>
                    <a:pt x="5869185" y="810881"/>
                  </a:lnTo>
                  <a:lnTo>
                    <a:pt x="5921246" y="838351"/>
                  </a:lnTo>
                  <a:lnTo>
                    <a:pt x="5973817" y="866733"/>
                  </a:lnTo>
                  <a:lnTo>
                    <a:pt x="6026697" y="895646"/>
                  </a:lnTo>
                  <a:lnTo>
                    <a:pt x="6079647" y="924678"/>
                  </a:lnTo>
                  <a:lnTo>
                    <a:pt x="6132418" y="953407"/>
                  </a:lnTo>
                  <a:lnTo>
                    <a:pt x="6184786" y="981433"/>
                  </a:lnTo>
                  <a:lnTo>
                    <a:pt x="6236578" y="1008393"/>
                  </a:lnTo>
                  <a:lnTo>
                    <a:pt x="6287702" y="1033986"/>
                  </a:lnTo>
                  <a:lnTo>
                    <a:pt x="6338169" y="1057982"/>
                  </a:lnTo>
                  <a:lnTo>
                    <a:pt x="6388109" y="1080225"/>
                  </a:lnTo>
                  <a:lnTo>
                    <a:pt x="6437792" y="1100637"/>
                  </a:lnTo>
                  <a:lnTo>
                    <a:pt x="6487644" y="1119208"/>
                  </a:lnTo>
                  <a:lnTo>
                    <a:pt x="6515891" y="1128833"/>
                  </a:lnTo>
                  <a:lnTo>
                    <a:pt x="6564200" y="1143739"/>
                  </a:lnTo>
                  <a:lnTo>
                    <a:pt x="6614244" y="1157085"/>
                  </a:lnTo>
                  <a:lnTo>
                    <a:pt x="6666874" y="1168960"/>
                  </a:lnTo>
                  <a:lnTo>
                    <a:pt x="6723036" y="1179508"/>
                  </a:lnTo>
                  <a:lnTo>
                    <a:pt x="6783684" y="1188886"/>
                  </a:lnTo>
                  <a:lnTo>
                    <a:pt x="6849691" y="1197247"/>
                  </a:lnTo>
                  <a:lnTo>
                    <a:pt x="6921731" y="1204718"/>
                  </a:lnTo>
                  <a:lnTo>
                    <a:pt x="7000116" y="1211403"/>
                  </a:lnTo>
                  <a:lnTo>
                    <a:pt x="7084592" y="1217369"/>
                  </a:lnTo>
                  <a:lnTo>
                    <a:pt x="7174100" y="1222658"/>
                  </a:lnTo>
                  <a:lnTo>
                    <a:pt x="7266561" y="1227280"/>
                  </a:lnTo>
                  <a:lnTo>
                    <a:pt x="7358781" y="1231225"/>
                  </a:lnTo>
                  <a:lnTo>
                    <a:pt x="7446606" y="1234477"/>
                  </a:lnTo>
                  <a:lnTo>
                    <a:pt x="7525418" y="1237028"/>
                  </a:lnTo>
                  <a:lnTo>
                    <a:pt x="7590969" y="1238900"/>
                  </a:lnTo>
                  <a:lnTo>
                    <a:pt x="7640349" y="1240153"/>
                  </a:lnTo>
                  <a:lnTo>
                    <a:pt x="7672769" y="1240888"/>
                  </a:lnTo>
                  <a:lnTo>
                    <a:pt x="7689900" y="1241237"/>
                  </a:lnTo>
                  <a:lnTo>
                    <a:pt x="7695739" y="1241345"/>
                  </a:lnTo>
                  <a:lnTo>
                    <a:pt x="7696237" y="1241353"/>
                  </a:lnTo>
                  <a:lnTo>
                    <a:pt x="8234974" y="12413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4" name="pl574"/>
            <p:cNvSpPr/>
            <p:nvPr/>
          </p:nvSpPr>
          <p:spPr>
            <a:xfrm>
              <a:off x="546595" y="1044462"/>
              <a:ext cx="8234974" cy="1241353"/>
            </a:xfrm>
            <a:custGeom>
              <a:avLst/>
              <a:pathLst>
                <a:path w="8234974" h="1241353">
                  <a:moveTo>
                    <a:pt x="8234974" y="1241353"/>
                  </a:moveTo>
                  <a:lnTo>
                    <a:pt x="7696237" y="1241353"/>
                  </a:lnTo>
                  <a:lnTo>
                    <a:pt x="7694943" y="1241331"/>
                  </a:lnTo>
                  <a:lnTo>
                    <a:pt x="7686499" y="1241171"/>
                  </a:lnTo>
                  <a:lnTo>
                    <a:pt x="7665445" y="1240730"/>
                  </a:lnTo>
                  <a:lnTo>
                    <a:pt x="7628394" y="1239863"/>
                  </a:lnTo>
                  <a:lnTo>
                    <a:pt x="7574359" y="1238448"/>
                  </a:lnTo>
                  <a:lnTo>
                    <a:pt x="7504772" y="1236392"/>
                  </a:lnTo>
                  <a:lnTo>
                    <a:pt x="7423008" y="1233647"/>
                  </a:lnTo>
                  <a:lnTo>
                    <a:pt x="7333512" y="1230202"/>
                  </a:lnTo>
                  <a:lnTo>
                    <a:pt x="7240844" y="1226068"/>
                  </a:lnTo>
                  <a:lnTo>
                    <a:pt x="7148928" y="1221262"/>
                  </a:lnTo>
                  <a:lnTo>
                    <a:pt x="7060651" y="1215787"/>
                  </a:lnTo>
                  <a:lnTo>
                    <a:pt x="6977793" y="1209627"/>
                  </a:lnTo>
                  <a:lnTo>
                    <a:pt x="6901167" y="1202734"/>
                  </a:lnTo>
                  <a:lnTo>
                    <a:pt x="6830847" y="1195027"/>
                  </a:lnTo>
                  <a:lnTo>
                    <a:pt x="6766400" y="1186399"/>
                  </a:lnTo>
                  <a:lnTo>
                    <a:pt x="6707086" y="1176713"/>
                  </a:lnTo>
                  <a:lnTo>
                    <a:pt x="6651999" y="1165814"/>
                  </a:lnTo>
                  <a:lnTo>
                    <a:pt x="6600177" y="1153545"/>
                  </a:lnTo>
                  <a:lnTo>
                    <a:pt x="6550691" y="1139772"/>
                  </a:lnTo>
                  <a:lnTo>
                    <a:pt x="6515891" y="1128833"/>
                  </a:lnTo>
                  <a:lnTo>
                    <a:pt x="6465691" y="1111275"/>
                  </a:lnTo>
                  <a:lnTo>
                    <a:pt x="6415977" y="1091898"/>
                  </a:lnTo>
                  <a:lnTo>
                    <a:pt x="6366224" y="1070677"/>
                  </a:lnTo>
                  <a:lnTo>
                    <a:pt x="6316077" y="1047650"/>
                  </a:lnTo>
                  <a:lnTo>
                    <a:pt x="6265330" y="1022929"/>
                  </a:lnTo>
                  <a:lnTo>
                    <a:pt x="6213908" y="996703"/>
                  </a:lnTo>
                  <a:lnTo>
                    <a:pt x="6161846" y="969234"/>
                  </a:lnTo>
                  <a:lnTo>
                    <a:pt x="6109276" y="940852"/>
                  </a:lnTo>
                  <a:lnTo>
                    <a:pt x="6056396" y="911938"/>
                  </a:lnTo>
                  <a:lnTo>
                    <a:pt x="6003446" y="882907"/>
                  </a:lnTo>
                  <a:lnTo>
                    <a:pt x="5950674" y="854177"/>
                  </a:lnTo>
                  <a:lnTo>
                    <a:pt x="5898306" y="826152"/>
                  </a:lnTo>
                  <a:lnTo>
                    <a:pt x="5846514" y="799191"/>
                  </a:lnTo>
                  <a:lnTo>
                    <a:pt x="5795390" y="773598"/>
                  </a:lnTo>
                  <a:lnTo>
                    <a:pt x="5744924" y="749603"/>
                  </a:lnTo>
                  <a:lnTo>
                    <a:pt x="5694983" y="727360"/>
                  </a:lnTo>
                  <a:lnTo>
                    <a:pt x="5645300" y="706948"/>
                  </a:lnTo>
                  <a:lnTo>
                    <a:pt x="5595449" y="688377"/>
                  </a:lnTo>
                  <a:lnTo>
                    <a:pt x="5567201" y="678751"/>
                  </a:lnTo>
                  <a:lnTo>
                    <a:pt x="5518893" y="663846"/>
                  </a:lnTo>
                  <a:lnTo>
                    <a:pt x="5468848" y="650499"/>
                  </a:lnTo>
                  <a:lnTo>
                    <a:pt x="5416218" y="638624"/>
                  </a:lnTo>
                  <a:lnTo>
                    <a:pt x="5360057" y="628077"/>
                  </a:lnTo>
                  <a:lnTo>
                    <a:pt x="5299409" y="618698"/>
                  </a:lnTo>
                  <a:lnTo>
                    <a:pt x="5233401" y="610338"/>
                  </a:lnTo>
                  <a:lnTo>
                    <a:pt x="5161361" y="602866"/>
                  </a:lnTo>
                  <a:lnTo>
                    <a:pt x="5082976" y="596182"/>
                  </a:lnTo>
                  <a:lnTo>
                    <a:pt x="4998501" y="590215"/>
                  </a:lnTo>
                  <a:lnTo>
                    <a:pt x="4908993" y="584926"/>
                  </a:lnTo>
                  <a:lnTo>
                    <a:pt x="4816532" y="580304"/>
                  </a:lnTo>
                  <a:lnTo>
                    <a:pt x="4724311" y="576359"/>
                  </a:lnTo>
                  <a:lnTo>
                    <a:pt x="4636487" y="573107"/>
                  </a:lnTo>
                  <a:lnTo>
                    <a:pt x="4557675" y="570556"/>
                  </a:lnTo>
                  <a:lnTo>
                    <a:pt x="4492123" y="568684"/>
                  </a:lnTo>
                  <a:lnTo>
                    <a:pt x="4442743" y="567431"/>
                  </a:lnTo>
                  <a:lnTo>
                    <a:pt x="4410323" y="566696"/>
                  </a:lnTo>
                  <a:lnTo>
                    <a:pt x="4393193" y="566347"/>
                  </a:lnTo>
                  <a:lnTo>
                    <a:pt x="4387353" y="566239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5" name="pg575"/>
            <p:cNvSpPr/>
            <p:nvPr/>
          </p:nvSpPr>
          <p:spPr>
            <a:xfrm>
              <a:off x="546595" y="1049906"/>
              <a:ext cx="8234974" cy="1453690"/>
            </a:xfrm>
            <a:custGeom>
              <a:avLst/>
              <a:pathLst>
                <a:path w="8234974" h="1453690">
                  <a:moveTo>
                    <a:pt x="0" y="5444"/>
                  </a:moveTo>
                  <a:lnTo>
                    <a:pt x="538736" y="5444"/>
                  </a:lnTo>
                  <a:lnTo>
                    <a:pt x="540033" y="5463"/>
                  </a:lnTo>
                  <a:lnTo>
                    <a:pt x="548493" y="5597"/>
                  </a:lnTo>
                  <a:lnTo>
                    <a:pt x="569586" y="5968"/>
                  </a:lnTo>
                  <a:lnTo>
                    <a:pt x="606702" y="6696"/>
                  </a:lnTo>
                  <a:lnTo>
                    <a:pt x="660823" y="7886"/>
                  </a:lnTo>
                  <a:lnTo>
                    <a:pt x="730508" y="9613"/>
                  </a:lnTo>
                  <a:lnTo>
                    <a:pt x="812370" y="11919"/>
                  </a:lnTo>
                  <a:lnTo>
                    <a:pt x="901953" y="14814"/>
                  </a:lnTo>
                  <a:lnTo>
                    <a:pt x="994688" y="18286"/>
                  </a:lnTo>
                  <a:lnTo>
                    <a:pt x="1086650" y="22324"/>
                  </a:lnTo>
                  <a:lnTo>
                    <a:pt x="1174953" y="26922"/>
                  </a:lnTo>
                  <a:lnTo>
                    <a:pt x="1257820" y="32097"/>
                  </a:lnTo>
                  <a:lnTo>
                    <a:pt x="1334445" y="37888"/>
                  </a:lnTo>
                  <a:lnTo>
                    <a:pt x="1404757" y="44362"/>
                  </a:lnTo>
                  <a:lnTo>
                    <a:pt x="1469192" y="51612"/>
                  </a:lnTo>
                  <a:lnTo>
                    <a:pt x="1528497" y="59751"/>
                  </a:lnTo>
                  <a:lnTo>
                    <a:pt x="1583580" y="68910"/>
                  </a:lnTo>
                  <a:lnTo>
                    <a:pt x="1635405" y="79221"/>
                  </a:lnTo>
                  <a:lnTo>
                    <a:pt x="1684900" y="90797"/>
                  </a:lnTo>
                  <a:lnTo>
                    <a:pt x="1719082" y="99816"/>
                  </a:lnTo>
                  <a:lnTo>
                    <a:pt x="1769986" y="114760"/>
                  </a:lnTo>
                  <a:lnTo>
                    <a:pt x="1820397" y="131274"/>
                  </a:lnTo>
                  <a:lnTo>
                    <a:pt x="1870862" y="149379"/>
                  </a:lnTo>
                  <a:lnTo>
                    <a:pt x="1921742" y="169038"/>
                  </a:lnTo>
                  <a:lnTo>
                    <a:pt x="1973247" y="190150"/>
                  </a:lnTo>
                  <a:lnTo>
                    <a:pt x="2025448" y="212548"/>
                  </a:lnTo>
                  <a:lnTo>
                    <a:pt x="2078298" y="235995"/>
                  </a:lnTo>
                  <a:lnTo>
                    <a:pt x="2131654" y="260198"/>
                  </a:lnTo>
                  <a:lnTo>
                    <a:pt x="2185301" y="284821"/>
                  </a:lnTo>
                  <a:lnTo>
                    <a:pt x="2238988" y="309499"/>
                  </a:lnTo>
                  <a:lnTo>
                    <a:pt x="2292456" y="333866"/>
                  </a:lnTo>
                  <a:lnTo>
                    <a:pt x="2345478" y="357576"/>
                  </a:lnTo>
                  <a:lnTo>
                    <a:pt x="2397885" y="380318"/>
                  </a:lnTo>
                  <a:lnTo>
                    <a:pt x="2449599" y="401840"/>
                  </a:lnTo>
                  <a:lnTo>
                    <a:pt x="2500653" y="421953"/>
                  </a:lnTo>
                  <a:lnTo>
                    <a:pt x="2551213" y="440534"/>
                  </a:lnTo>
                  <a:lnTo>
                    <a:pt x="2601592" y="457530"/>
                  </a:lnTo>
                  <a:lnTo>
                    <a:pt x="2652277" y="472944"/>
                  </a:lnTo>
                  <a:lnTo>
                    <a:pt x="2667772" y="477304"/>
                  </a:lnTo>
                  <a:lnTo>
                    <a:pt x="2716114" y="489813"/>
                  </a:lnTo>
                  <a:lnTo>
                    <a:pt x="2766194" y="501013"/>
                  </a:lnTo>
                  <a:lnTo>
                    <a:pt x="2818864" y="510978"/>
                  </a:lnTo>
                  <a:lnTo>
                    <a:pt x="2875073" y="519827"/>
                  </a:lnTo>
                  <a:lnTo>
                    <a:pt x="2935776" y="527696"/>
                  </a:lnTo>
                  <a:lnTo>
                    <a:pt x="3001849" y="534710"/>
                  </a:lnTo>
                  <a:lnTo>
                    <a:pt x="3073964" y="540977"/>
                  </a:lnTo>
                  <a:lnTo>
                    <a:pt x="3152433" y="546584"/>
                  </a:lnTo>
                  <a:lnTo>
                    <a:pt x="3236998" y="551588"/>
                  </a:lnTo>
                  <a:lnTo>
                    <a:pt x="3326592" y="556024"/>
                  </a:lnTo>
                  <a:lnTo>
                    <a:pt x="3419126" y="559899"/>
                  </a:lnTo>
                  <a:lnTo>
                    <a:pt x="3511391" y="563205"/>
                  </a:lnTo>
                  <a:lnTo>
                    <a:pt x="3599217" y="565929"/>
                  </a:lnTo>
                  <a:lnTo>
                    <a:pt x="3677980" y="568065"/>
                  </a:lnTo>
                  <a:lnTo>
                    <a:pt x="3743429" y="569631"/>
                  </a:lnTo>
                  <a:lnTo>
                    <a:pt x="3792666" y="570678"/>
                  </a:lnTo>
                  <a:lnTo>
                    <a:pt x="3824925" y="571291"/>
                  </a:lnTo>
                  <a:lnTo>
                    <a:pt x="3841908" y="571580"/>
                  </a:lnTo>
                  <a:lnTo>
                    <a:pt x="3847646" y="571669"/>
                  </a:lnTo>
                  <a:lnTo>
                    <a:pt x="3848118" y="571676"/>
                  </a:lnTo>
                  <a:lnTo>
                    <a:pt x="4386855" y="571676"/>
                  </a:lnTo>
                  <a:lnTo>
                    <a:pt x="4388143" y="571705"/>
                  </a:lnTo>
                  <a:lnTo>
                    <a:pt x="4396549" y="571912"/>
                  </a:lnTo>
                  <a:lnTo>
                    <a:pt x="4417512" y="572486"/>
                  </a:lnTo>
                  <a:lnTo>
                    <a:pt x="4454410" y="573613"/>
                  </a:lnTo>
                  <a:lnTo>
                    <a:pt x="4508241" y="575454"/>
                  </a:lnTo>
                  <a:lnTo>
                    <a:pt x="4577594" y="578128"/>
                  </a:lnTo>
                  <a:lnTo>
                    <a:pt x="4659126" y="581698"/>
                  </a:lnTo>
                  <a:lnTo>
                    <a:pt x="4748416" y="586181"/>
                  </a:lnTo>
                  <a:lnTo>
                    <a:pt x="4840923" y="591562"/>
                  </a:lnTo>
                  <a:lnTo>
                    <a:pt x="4932730" y="597818"/>
                  </a:lnTo>
                  <a:lnTo>
                    <a:pt x="5020945" y="604944"/>
                  </a:lnTo>
                  <a:lnTo>
                    <a:pt x="5103780" y="612962"/>
                  </a:lnTo>
                  <a:lnTo>
                    <a:pt x="5180411" y="621935"/>
                  </a:lnTo>
                  <a:lnTo>
                    <a:pt x="5250751" y="631962"/>
                  </a:lnTo>
                  <a:lnTo>
                    <a:pt x="5315223" y="643187"/>
                  </a:lnTo>
                  <a:lnTo>
                    <a:pt x="5374558" y="655786"/>
                  </a:lnTo>
                  <a:lnTo>
                    <a:pt x="5429656" y="669958"/>
                  </a:lnTo>
                  <a:lnTo>
                    <a:pt x="5481474" y="685910"/>
                  </a:lnTo>
                  <a:lnTo>
                    <a:pt x="5530937" y="703815"/>
                  </a:lnTo>
                  <a:lnTo>
                    <a:pt x="5567201" y="718678"/>
                  </a:lnTo>
                  <a:lnTo>
                    <a:pt x="5615902" y="740893"/>
                  </a:lnTo>
                  <a:lnTo>
                    <a:pt x="5664130" y="765341"/>
                  </a:lnTo>
                  <a:lnTo>
                    <a:pt x="5712370" y="792057"/>
                  </a:lnTo>
                  <a:lnTo>
                    <a:pt x="5760956" y="821001"/>
                  </a:lnTo>
                  <a:lnTo>
                    <a:pt x="5810092" y="852048"/>
                  </a:lnTo>
                  <a:lnTo>
                    <a:pt x="5859860" y="884988"/>
                  </a:lnTo>
                  <a:lnTo>
                    <a:pt x="5910243" y="919520"/>
                  </a:lnTo>
                  <a:lnTo>
                    <a:pt x="5961137" y="955266"/>
                  </a:lnTo>
                  <a:lnTo>
                    <a:pt x="6012372" y="991782"/>
                  </a:lnTo>
                  <a:lnTo>
                    <a:pt x="6063736" y="1028583"/>
                  </a:lnTo>
                  <a:lnTo>
                    <a:pt x="6115002" y="1065168"/>
                  </a:lnTo>
                  <a:lnTo>
                    <a:pt x="6165954" y="1101045"/>
                  </a:lnTo>
                  <a:lnTo>
                    <a:pt x="6216414" y="1135766"/>
                  </a:lnTo>
                  <a:lnTo>
                    <a:pt x="6266269" y="1168942"/>
                  </a:lnTo>
                  <a:lnTo>
                    <a:pt x="6315488" y="1200261"/>
                  </a:lnTo>
                  <a:lnTo>
                    <a:pt x="6364140" y="1229500"/>
                  </a:lnTo>
                  <a:lnTo>
                    <a:pt x="6412411" y="1256524"/>
                  </a:lnTo>
                  <a:lnTo>
                    <a:pt x="6460615" y="1281280"/>
                  </a:lnTo>
                  <a:lnTo>
                    <a:pt x="6509216" y="1303794"/>
                  </a:lnTo>
                  <a:lnTo>
                    <a:pt x="6515891" y="1306688"/>
                  </a:lnTo>
                  <a:lnTo>
                    <a:pt x="6564122" y="1326132"/>
                  </a:lnTo>
                  <a:lnTo>
                    <a:pt x="6614082" y="1343546"/>
                  </a:lnTo>
                  <a:lnTo>
                    <a:pt x="6666616" y="1359042"/>
                  </a:lnTo>
                  <a:lnTo>
                    <a:pt x="6722666" y="1372809"/>
                  </a:lnTo>
                  <a:lnTo>
                    <a:pt x="6783183" y="1385053"/>
                  </a:lnTo>
                  <a:lnTo>
                    <a:pt x="6849036" y="1395969"/>
                  </a:lnTo>
                  <a:lnTo>
                    <a:pt x="6920897" y="1405726"/>
                  </a:lnTo>
                  <a:lnTo>
                    <a:pt x="6999083" y="1414456"/>
                  </a:lnTo>
                  <a:lnTo>
                    <a:pt x="7083348" y="1422252"/>
                  </a:lnTo>
                  <a:lnTo>
                    <a:pt x="7172651" y="1429163"/>
                  </a:lnTo>
                  <a:lnTo>
                    <a:pt x="7264940" y="1435206"/>
                  </a:lnTo>
                  <a:lnTo>
                    <a:pt x="7357054" y="1440369"/>
                  </a:lnTo>
                  <a:lnTo>
                    <a:pt x="7444871" y="1444628"/>
                  </a:lnTo>
                  <a:lnTo>
                    <a:pt x="7523799" y="1447976"/>
                  </a:lnTo>
                  <a:lnTo>
                    <a:pt x="7589591" y="1450437"/>
                  </a:lnTo>
                  <a:lnTo>
                    <a:pt x="7639308" y="1452090"/>
                  </a:lnTo>
                  <a:lnTo>
                    <a:pt x="7672109" y="1453064"/>
                  </a:lnTo>
                  <a:lnTo>
                    <a:pt x="7689591" y="1453531"/>
                  </a:lnTo>
                  <a:lnTo>
                    <a:pt x="7695675" y="1453678"/>
                  </a:lnTo>
                  <a:lnTo>
                    <a:pt x="7696237" y="1453690"/>
                  </a:lnTo>
                  <a:lnTo>
                    <a:pt x="8234974" y="1453690"/>
                  </a:lnTo>
                  <a:lnTo>
                    <a:pt x="8234974" y="1448246"/>
                  </a:lnTo>
                  <a:lnTo>
                    <a:pt x="7696237" y="1448246"/>
                  </a:lnTo>
                  <a:lnTo>
                    <a:pt x="7694949" y="1448217"/>
                  </a:lnTo>
                  <a:lnTo>
                    <a:pt x="7686543" y="1448009"/>
                  </a:lnTo>
                  <a:lnTo>
                    <a:pt x="7665581" y="1447435"/>
                  </a:lnTo>
                  <a:lnTo>
                    <a:pt x="7628682" y="1446308"/>
                  </a:lnTo>
                  <a:lnTo>
                    <a:pt x="7574851" y="1444467"/>
                  </a:lnTo>
                  <a:lnTo>
                    <a:pt x="7505498" y="1441793"/>
                  </a:lnTo>
                  <a:lnTo>
                    <a:pt x="7423966" y="1438223"/>
                  </a:lnTo>
                  <a:lnTo>
                    <a:pt x="7334676" y="1433740"/>
                  </a:lnTo>
                  <a:lnTo>
                    <a:pt x="7242169" y="1428360"/>
                  </a:lnTo>
                  <a:lnTo>
                    <a:pt x="7150363" y="1422103"/>
                  </a:lnTo>
                  <a:lnTo>
                    <a:pt x="7062148" y="1414977"/>
                  </a:lnTo>
                  <a:lnTo>
                    <a:pt x="6979313" y="1406959"/>
                  </a:lnTo>
                  <a:lnTo>
                    <a:pt x="6902682" y="1397987"/>
                  </a:lnTo>
                  <a:lnTo>
                    <a:pt x="6832341" y="1387959"/>
                  </a:lnTo>
                  <a:lnTo>
                    <a:pt x="6767870" y="1376734"/>
                  </a:lnTo>
                  <a:lnTo>
                    <a:pt x="6708534" y="1364135"/>
                  </a:lnTo>
                  <a:lnTo>
                    <a:pt x="6653436" y="1349963"/>
                  </a:lnTo>
                  <a:lnTo>
                    <a:pt x="6601619" y="1334012"/>
                  </a:lnTo>
                  <a:lnTo>
                    <a:pt x="6552156" y="1316106"/>
                  </a:lnTo>
                  <a:lnTo>
                    <a:pt x="6515891" y="1301243"/>
                  </a:lnTo>
                  <a:lnTo>
                    <a:pt x="6467190" y="1279029"/>
                  </a:lnTo>
                  <a:lnTo>
                    <a:pt x="6418963" y="1254580"/>
                  </a:lnTo>
                  <a:lnTo>
                    <a:pt x="6370723" y="1227864"/>
                  </a:lnTo>
                  <a:lnTo>
                    <a:pt x="6322136" y="1198920"/>
                  </a:lnTo>
                  <a:lnTo>
                    <a:pt x="6273001" y="1167873"/>
                  </a:lnTo>
                  <a:lnTo>
                    <a:pt x="6223233" y="1134933"/>
                  </a:lnTo>
                  <a:lnTo>
                    <a:pt x="6172850" y="1100401"/>
                  </a:lnTo>
                  <a:lnTo>
                    <a:pt x="6121956" y="1064655"/>
                  </a:lnTo>
                  <a:lnTo>
                    <a:pt x="6070721" y="1028139"/>
                  </a:lnTo>
                  <a:lnTo>
                    <a:pt x="6019356" y="991338"/>
                  </a:lnTo>
                  <a:lnTo>
                    <a:pt x="5968090" y="954754"/>
                  </a:lnTo>
                  <a:lnTo>
                    <a:pt x="5917139" y="918876"/>
                  </a:lnTo>
                  <a:lnTo>
                    <a:pt x="5866679" y="884155"/>
                  </a:lnTo>
                  <a:lnTo>
                    <a:pt x="5816824" y="850979"/>
                  </a:lnTo>
                  <a:lnTo>
                    <a:pt x="5767605" y="819660"/>
                  </a:lnTo>
                  <a:lnTo>
                    <a:pt x="5718952" y="790421"/>
                  </a:lnTo>
                  <a:lnTo>
                    <a:pt x="5670682" y="763398"/>
                  </a:lnTo>
                  <a:lnTo>
                    <a:pt x="5622478" y="738641"/>
                  </a:lnTo>
                  <a:lnTo>
                    <a:pt x="5573876" y="716127"/>
                  </a:lnTo>
                  <a:lnTo>
                    <a:pt x="5567201" y="713233"/>
                  </a:lnTo>
                  <a:lnTo>
                    <a:pt x="5518970" y="693789"/>
                  </a:lnTo>
                  <a:lnTo>
                    <a:pt x="5469011" y="676375"/>
                  </a:lnTo>
                  <a:lnTo>
                    <a:pt x="5416476" y="660879"/>
                  </a:lnTo>
                  <a:lnTo>
                    <a:pt x="5360426" y="647112"/>
                  </a:lnTo>
                  <a:lnTo>
                    <a:pt x="5299909" y="634868"/>
                  </a:lnTo>
                  <a:lnTo>
                    <a:pt x="5234056" y="623952"/>
                  </a:lnTo>
                  <a:lnTo>
                    <a:pt x="5162195" y="614195"/>
                  </a:lnTo>
                  <a:lnTo>
                    <a:pt x="5084010" y="605465"/>
                  </a:lnTo>
                  <a:lnTo>
                    <a:pt x="4999745" y="597670"/>
                  </a:lnTo>
                  <a:lnTo>
                    <a:pt x="4910441" y="590758"/>
                  </a:lnTo>
                  <a:lnTo>
                    <a:pt x="4818153" y="584715"/>
                  </a:lnTo>
                  <a:lnTo>
                    <a:pt x="4726039" y="579553"/>
                  </a:lnTo>
                  <a:lnTo>
                    <a:pt x="4638221" y="575293"/>
                  </a:lnTo>
                  <a:lnTo>
                    <a:pt x="4559294" y="571946"/>
                  </a:lnTo>
                  <a:lnTo>
                    <a:pt x="4493502" y="569484"/>
                  </a:lnTo>
                  <a:lnTo>
                    <a:pt x="4443784" y="567831"/>
                  </a:lnTo>
                  <a:lnTo>
                    <a:pt x="4410984" y="566857"/>
                  </a:lnTo>
                  <a:lnTo>
                    <a:pt x="4393501" y="566390"/>
                  </a:lnTo>
                  <a:lnTo>
                    <a:pt x="4387417" y="566243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76" name="pl576"/>
            <p:cNvSpPr/>
            <p:nvPr/>
          </p:nvSpPr>
          <p:spPr>
            <a:xfrm>
              <a:off x="546595" y="1055351"/>
              <a:ext cx="8234974" cy="1448246"/>
            </a:xfrm>
            <a:custGeom>
              <a:avLst/>
              <a:pathLst>
                <a:path w="8234974" h="1448246">
                  <a:moveTo>
                    <a:pt x="0" y="0"/>
                  </a:moveTo>
                  <a:lnTo>
                    <a:pt x="538736" y="0"/>
                  </a:lnTo>
                  <a:lnTo>
                    <a:pt x="540033" y="18"/>
                  </a:lnTo>
                  <a:lnTo>
                    <a:pt x="548493" y="152"/>
                  </a:lnTo>
                  <a:lnTo>
                    <a:pt x="569586" y="524"/>
                  </a:lnTo>
                  <a:lnTo>
                    <a:pt x="606702" y="1252"/>
                  </a:lnTo>
                  <a:lnTo>
                    <a:pt x="660823" y="2441"/>
                  </a:lnTo>
                  <a:lnTo>
                    <a:pt x="730508" y="4169"/>
                  </a:lnTo>
                  <a:lnTo>
                    <a:pt x="812370" y="6475"/>
                  </a:lnTo>
                  <a:lnTo>
                    <a:pt x="901953" y="9369"/>
                  </a:lnTo>
                  <a:lnTo>
                    <a:pt x="994688" y="12842"/>
                  </a:lnTo>
                  <a:lnTo>
                    <a:pt x="1086650" y="16879"/>
                  </a:lnTo>
                  <a:lnTo>
                    <a:pt x="1174953" y="21478"/>
                  </a:lnTo>
                  <a:lnTo>
                    <a:pt x="1257820" y="26652"/>
                  </a:lnTo>
                  <a:lnTo>
                    <a:pt x="1334445" y="32443"/>
                  </a:lnTo>
                  <a:lnTo>
                    <a:pt x="1404757" y="38917"/>
                  </a:lnTo>
                  <a:lnTo>
                    <a:pt x="1469192" y="46167"/>
                  </a:lnTo>
                  <a:lnTo>
                    <a:pt x="1528497" y="54306"/>
                  </a:lnTo>
                  <a:lnTo>
                    <a:pt x="1583580" y="63466"/>
                  </a:lnTo>
                  <a:lnTo>
                    <a:pt x="1635405" y="73777"/>
                  </a:lnTo>
                  <a:lnTo>
                    <a:pt x="1684900" y="85352"/>
                  </a:lnTo>
                  <a:lnTo>
                    <a:pt x="1719082" y="94371"/>
                  </a:lnTo>
                  <a:lnTo>
                    <a:pt x="1769986" y="109316"/>
                  </a:lnTo>
                  <a:lnTo>
                    <a:pt x="1820397" y="125830"/>
                  </a:lnTo>
                  <a:lnTo>
                    <a:pt x="1870862" y="143934"/>
                  </a:lnTo>
                  <a:lnTo>
                    <a:pt x="1921742" y="163593"/>
                  </a:lnTo>
                  <a:lnTo>
                    <a:pt x="1973247" y="184706"/>
                  </a:lnTo>
                  <a:lnTo>
                    <a:pt x="2025448" y="207103"/>
                  </a:lnTo>
                  <a:lnTo>
                    <a:pt x="2078298" y="230550"/>
                  </a:lnTo>
                  <a:lnTo>
                    <a:pt x="2131654" y="254754"/>
                  </a:lnTo>
                  <a:lnTo>
                    <a:pt x="2185301" y="279376"/>
                  </a:lnTo>
                  <a:lnTo>
                    <a:pt x="2238988" y="304054"/>
                  </a:lnTo>
                  <a:lnTo>
                    <a:pt x="2292456" y="328422"/>
                  </a:lnTo>
                  <a:lnTo>
                    <a:pt x="2345478" y="352131"/>
                  </a:lnTo>
                  <a:lnTo>
                    <a:pt x="2397885" y="374874"/>
                  </a:lnTo>
                  <a:lnTo>
                    <a:pt x="2449599" y="396396"/>
                  </a:lnTo>
                  <a:lnTo>
                    <a:pt x="2500653" y="416508"/>
                  </a:lnTo>
                  <a:lnTo>
                    <a:pt x="2551213" y="435090"/>
                  </a:lnTo>
                  <a:lnTo>
                    <a:pt x="2601592" y="452085"/>
                  </a:lnTo>
                  <a:lnTo>
                    <a:pt x="2652277" y="467499"/>
                  </a:lnTo>
                  <a:lnTo>
                    <a:pt x="2667772" y="471859"/>
                  </a:lnTo>
                  <a:lnTo>
                    <a:pt x="2716114" y="484369"/>
                  </a:lnTo>
                  <a:lnTo>
                    <a:pt x="2766194" y="495569"/>
                  </a:lnTo>
                  <a:lnTo>
                    <a:pt x="2818864" y="505533"/>
                  </a:lnTo>
                  <a:lnTo>
                    <a:pt x="2875073" y="514383"/>
                  </a:lnTo>
                  <a:lnTo>
                    <a:pt x="2935776" y="522251"/>
                  </a:lnTo>
                  <a:lnTo>
                    <a:pt x="3001849" y="529265"/>
                  </a:lnTo>
                  <a:lnTo>
                    <a:pt x="3073964" y="535533"/>
                  </a:lnTo>
                  <a:lnTo>
                    <a:pt x="3152433" y="541139"/>
                  </a:lnTo>
                  <a:lnTo>
                    <a:pt x="3236998" y="546144"/>
                  </a:lnTo>
                  <a:lnTo>
                    <a:pt x="3326592" y="550579"/>
                  </a:lnTo>
                  <a:lnTo>
                    <a:pt x="3419126" y="554454"/>
                  </a:lnTo>
                  <a:lnTo>
                    <a:pt x="3511391" y="557761"/>
                  </a:lnTo>
                  <a:lnTo>
                    <a:pt x="3599217" y="560485"/>
                  </a:lnTo>
                  <a:lnTo>
                    <a:pt x="3677980" y="562621"/>
                  </a:lnTo>
                  <a:lnTo>
                    <a:pt x="3743429" y="564187"/>
                  </a:lnTo>
                  <a:lnTo>
                    <a:pt x="3792666" y="565233"/>
                  </a:lnTo>
                  <a:lnTo>
                    <a:pt x="3824925" y="565846"/>
                  </a:lnTo>
                  <a:lnTo>
                    <a:pt x="3841908" y="566136"/>
                  </a:lnTo>
                  <a:lnTo>
                    <a:pt x="3847646" y="566224"/>
                  </a:lnTo>
                  <a:lnTo>
                    <a:pt x="3848118" y="566231"/>
                  </a:lnTo>
                  <a:lnTo>
                    <a:pt x="4386855" y="566231"/>
                  </a:lnTo>
                  <a:lnTo>
                    <a:pt x="4388143" y="566260"/>
                  </a:lnTo>
                  <a:lnTo>
                    <a:pt x="4396549" y="566468"/>
                  </a:lnTo>
                  <a:lnTo>
                    <a:pt x="4417512" y="567042"/>
                  </a:lnTo>
                  <a:lnTo>
                    <a:pt x="4454410" y="568168"/>
                  </a:lnTo>
                  <a:lnTo>
                    <a:pt x="4508241" y="570009"/>
                  </a:lnTo>
                  <a:lnTo>
                    <a:pt x="4577594" y="572683"/>
                  </a:lnTo>
                  <a:lnTo>
                    <a:pt x="4659126" y="576254"/>
                  </a:lnTo>
                  <a:lnTo>
                    <a:pt x="4748416" y="580737"/>
                  </a:lnTo>
                  <a:lnTo>
                    <a:pt x="4840923" y="586117"/>
                  </a:lnTo>
                  <a:lnTo>
                    <a:pt x="4932730" y="592374"/>
                  </a:lnTo>
                  <a:lnTo>
                    <a:pt x="5020945" y="599499"/>
                  </a:lnTo>
                  <a:lnTo>
                    <a:pt x="5103780" y="607518"/>
                  </a:lnTo>
                  <a:lnTo>
                    <a:pt x="5180411" y="616490"/>
                  </a:lnTo>
                  <a:lnTo>
                    <a:pt x="5250751" y="626518"/>
                  </a:lnTo>
                  <a:lnTo>
                    <a:pt x="5315223" y="637743"/>
                  </a:lnTo>
                  <a:lnTo>
                    <a:pt x="5374558" y="650341"/>
                  </a:lnTo>
                  <a:lnTo>
                    <a:pt x="5429656" y="664514"/>
                  </a:lnTo>
                  <a:lnTo>
                    <a:pt x="5481474" y="680465"/>
                  </a:lnTo>
                  <a:lnTo>
                    <a:pt x="5530937" y="698371"/>
                  </a:lnTo>
                  <a:lnTo>
                    <a:pt x="5567201" y="713233"/>
                  </a:lnTo>
                  <a:lnTo>
                    <a:pt x="5615902" y="735448"/>
                  </a:lnTo>
                  <a:lnTo>
                    <a:pt x="5664130" y="759897"/>
                  </a:lnTo>
                  <a:lnTo>
                    <a:pt x="5712370" y="786613"/>
                  </a:lnTo>
                  <a:lnTo>
                    <a:pt x="5760956" y="815556"/>
                  </a:lnTo>
                  <a:lnTo>
                    <a:pt x="5810092" y="846604"/>
                  </a:lnTo>
                  <a:lnTo>
                    <a:pt x="5859860" y="879543"/>
                  </a:lnTo>
                  <a:lnTo>
                    <a:pt x="5910243" y="914075"/>
                  </a:lnTo>
                  <a:lnTo>
                    <a:pt x="5961137" y="949821"/>
                  </a:lnTo>
                  <a:lnTo>
                    <a:pt x="6012372" y="986338"/>
                  </a:lnTo>
                  <a:lnTo>
                    <a:pt x="6063736" y="1023139"/>
                  </a:lnTo>
                  <a:lnTo>
                    <a:pt x="6115002" y="1059723"/>
                  </a:lnTo>
                  <a:lnTo>
                    <a:pt x="6165954" y="1095601"/>
                  </a:lnTo>
                  <a:lnTo>
                    <a:pt x="6216414" y="1130322"/>
                  </a:lnTo>
                  <a:lnTo>
                    <a:pt x="6266269" y="1163497"/>
                  </a:lnTo>
                  <a:lnTo>
                    <a:pt x="6315488" y="1194817"/>
                  </a:lnTo>
                  <a:lnTo>
                    <a:pt x="6364140" y="1224056"/>
                  </a:lnTo>
                  <a:lnTo>
                    <a:pt x="6412411" y="1251079"/>
                  </a:lnTo>
                  <a:lnTo>
                    <a:pt x="6460615" y="1275836"/>
                  </a:lnTo>
                  <a:lnTo>
                    <a:pt x="6509216" y="1298350"/>
                  </a:lnTo>
                  <a:lnTo>
                    <a:pt x="6515891" y="1301243"/>
                  </a:lnTo>
                  <a:lnTo>
                    <a:pt x="6564122" y="1320688"/>
                  </a:lnTo>
                  <a:lnTo>
                    <a:pt x="6614082" y="1338101"/>
                  </a:lnTo>
                  <a:lnTo>
                    <a:pt x="6666616" y="1353598"/>
                  </a:lnTo>
                  <a:lnTo>
                    <a:pt x="6722666" y="1367365"/>
                  </a:lnTo>
                  <a:lnTo>
                    <a:pt x="6783183" y="1379608"/>
                  </a:lnTo>
                  <a:lnTo>
                    <a:pt x="6849036" y="1390524"/>
                  </a:lnTo>
                  <a:lnTo>
                    <a:pt x="6920897" y="1400281"/>
                  </a:lnTo>
                  <a:lnTo>
                    <a:pt x="6999083" y="1409012"/>
                  </a:lnTo>
                  <a:lnTo>
                    <a:pt x="7083348" y="1416807"/>
                  </a:lnTo>
                  <a:lnTo>
                    <a:pt x="7172651" y="1423719"/>
                  </a:lnTo>
                  <a:lnTo>
                    <a:pt x="7264940" y="1429762"/>
                  </a:lnTo>
                  <a:lnTo>
                    <a:pt x="7357054" y="1434924"/>
                  </a:lnTo>
                  <a:lnTo>
                    <a:pt x="7444871" y="1439184"/>
                  </a:lnTo>
                  <a:lnTo>
                    <a:pt x="7523799" y="1442531"/>
                  </a:lnTo>
                  <a:lnTo>
                    <a:pt x="7589591" y="1444992"/>
                  </a:lnTo>
                  <a:lnTo>
                    <a:pt x="7639308" y="1446645"/>
                  </a:lnTo>
                  <a:lnTo>
                    <a:pt x="7672109" y="1447620"/>
                  </a:lnTo>
                  <a:lnTo>
                    <a:pt x="7689591" y="1448086"/>
                  </a:lnTo>
                  <a:lnTo>
                    <a:pt x="7695675" y="1448233"/>
                  </a:lnTo>
                  <a:lnTo>
                    <a:pt x="7696237" y="1448246"/>
                  </a:lnTo>
                  <a:lnTo>
                    <a:pt x="8234974" y="1448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7" name="pl577"/>
            <p:cNvSpPr/>
            <p:nvPr/>
          </p:nvSpPr>
          <p:spPr>
            <a:xfrm>
              <a:off x="546595" y="1049906"/>
              <a:ext cx="8234974" cy="1448246"/>
            </a:xfrm>
            <a:custGeom>
              <a:avLst/>
              <a:pathLst>
                <a:path w="8234974" h="1448246">
                  <a:moveTo>
                    <a:pt x="8234974" y="1448246"/>
                  </a:moveTo>
                  <a:lnTo>
                    <a:pt x="7696237" y="1448246"/>
                  </a:lnTo>
                  <a:lnTo>
                    <a:pt x="7694949" y="1448217"/>
                  </a:lnTo>
                  <a:lnTo>
                    <a:pt x="7686543" y="1448009"/>
                  </a:lnTo>
                  <a:lnTo>
                    <a:pt x="7665581" y="1447435"/>
                  </a:lnTo>
                  <a:lnTo>
                    <a:pt x="7628682" y="1446308"/>
                  </a:lnTo>
                  <a:lnTo>
                    <a:pt x="7574851" y="1444467"/>
                  </a:lnTo>
                  <a:lnTo>
                    <a:pt x="7505498" y="1441793"/>
                  </a:lnTo>
                  <a:lnTo>
                    <a:pt x="7423966" y="1438223"/>
                  </a:lnTo>
                  <a:lnTo>
                    <a:pt x="7334676" y="1433740"/>
                  </a:lnTo>
                  <a:lnTo>
                    <a:pt x="7242169" y="1428360"/>
                  </a:lnTo>
                  <a:lnTo>
                    <a:pt x="7150363" y="1422103"/>
                  </a:lnTo>
                  <a:lnTo>
                    <a:pt x="7062148" y="1414977"/>
                  </a:lnTo>
                  <a:lnTo>
                    <a:pt x="6979313" y="1406959"/>
                  </a:lnTo>
                  <a:lnTo>
                    <a:pt x="6902682" y="1397987"/>
                  </a:lnTo>
                  <a:lnTo>
                    <a:pt x="6832341" y="1387959"/>
                  </a:lnTo>
                  <a:lnTo>
                    <a:pt x="6767870" y="1376734"/>
                  </a:lnTo>
                  <a:lnTo>
                    <a:pt x="6708534" y="1364135"/>
                  </a:lnTo>
                  <a:lnTo>
                    <a:pt x="6653436" y="1349963"/>
                  </a:lnTo>
                  <a:lnTo>
                    <a:pt x="6601619" y="1334012"/>
                  </a:lnTo>
                  <a:lnTo>
                    <a:pt x="6552156" y="1316106"/>
                  </a:lnTo>
                  <a:lnTo>
                    <a:pt x="6515891" y="1301243"/>
                  </a:lnTo>
                  <a:lnTo>
                    <a:pt x="6467190" y="1279029"/>
                  </a:lnTo>
                  <a:lnTo>
                    <a:pt x="6418963" y="1254580"/>
                  </a:lnTo>
                  <a:lnTo>
                    <a:pt x="6370723" y="1227864"/>
                  </a:lnTo>
                  <a:lnTo>
                    <a:pt x="6322136" y="1198920"/>
                  </a:lnTo>
                  <a:lnTo>
                    <a:pt x="6273001" y="1167873"/>
                  </a:lnTo>
                  <a:lnTo>
                    <a:pt x="6223233" y="1134933"/>
                  </a:lnTo>
                  <a:lnTo>
                    <a:pt x="6172850" y="1100401"/>
                  </a:lnTo>
                  <a:lnTo>
                    <a:pt x="6121956" y="1064655"/>
                  </a:lnTo>
                  <a:lnTo>
                    <a:pt x="6070721" y="1028139"/>
                  </a:lnTo>
                  <a:lnTo>
                    <a:pt x="6019356" y="991338"/>
                  </a:lnTo>
                  <a:lnTo>
                    <a:pt x="5968090" y="954754"/>
                  </a:lnTo>
                  <a:lnTo>
                    <a:pt x="5917139" y="918876"/>
                  </a:lnTo>
                  <a:lnTo>
                    <a:pt x="5866679" y="884155"/>
                  </a:lnTo>
                  <a:lnTo>
                    <a:pt x="5816824" y="850979"/>
                  </a:lnTo>
                  <a:lnTo>
                    <a:pt x="5767605" y="819660"/>
                  </a:lnTo>
                  <a:lnTo>
                    <a:pt x="5718952" y="790421"/>
                  </a:lnTo>
                  <a:lnTo>
                    <a:pt x="5670682" y="763398"/>
                  </a:lnTo>
                  <a:lnTo>
                    <a:pt x="5622478" y="738641"/>
                  </a:lnTo>
                  <a:lnTo>
                    <a:pt x="5573876" y="716127"/>
                  </a:lnTo>
                  <a:lnTo>
                    <a:pt x="5567201" y="713233"/>
                  </a:lnTo>
                  <a:lnTo>
                    <a:pt x="5518970" y="693789"/>
                  </a:lnTo>
                  <a:lnTo>
                    <a:pt x="5469011" y="676375"/>
                  </a:lnTo>
                  <a:lnTo>
                    <a:pt x="5416476" y="660879"/>
                  </a:lnTo>
                  <a:lnTo>
                    <a:pt x="5360426" y="647112"/>
                  </a:lnTo>
                  <a:lnTo>
                    <a:pt x="5299909" y="634868"/>
                  </a:lnTo>
                  <a:lnTo>
                    <a:pt x="5234056" y="623952"/>
                  </a:lnTo>
                  <a:lnTo>
                    <a:pt x="5162195" y="614195"/>
                  </a:lnTo>
                  <a:lnTo>
                    <a:pt x="5084010" y="605465"/>
                  </a:lnTo>
                  <a:lnTo>
                    <a:pt x="4999745" y="597670"/>
                  </a:lnTo>
                  <a:lnTo>
                    <a:pt x="4910441" y="590758"/>
                  </a:lnTo>
                  <a:lnTo>
                    <a:pt x="4818153" y="584715"/>
                  </a:lnTo>
                  <a:lnTo>
                    <a:pt x="4726039" y="579553"/>
                  </a:lnTo>
                  <a:lnTo>
                    <a:pt x="4638221" y="575293"/>
                  </a:lnTo>
                  <a:lnTo>
                    <a:pt x="4559294" y="571946"/>
                  </a:lnTo>
                  <a:lnTo>
                    <a:pt x="4493502" y="569484"/>
                  </a:lnTo>
                  <a:lnTo>
                    <a:pt x="4443784" y="567831"/>
                  </a:lnTo>
                  <a:lnTo>
                    <a:pt x="4410984" y="566857"/>
                  </a:lnTo>
                  <a:lnTo>
                    <a:pt x="4393501" y="566390"/>
                  </a:lnTo>
                  <a:lnTo>
                    <a:pt x="4387417" y="566243"/>
                  </a:lnTo>
                  <a:lnTo>
                    <a:pt x="4386855" y="566231"/>
                  </a:lnTo>
                  <a:lnTo>
                    <a:pt x="3848118" y="566231"/>
                  </a:lnTo>
                  <a:lnTo>
                    <a:pt x="3846822" y="566212"/>
                  </a:lnTo>
                  <a:lnTo>
                    <a:pt x="3838361" y="566078"/>
                  </a:lnTo>
                  <a:lnTo>
                    <a:pt x="3817268" y="565707"/>
                  </a:lnTo>
                  <a:lnTo>
                    <a:pt x="3780153" y="564979"/>
                  </a:lnTo>
                  <a:lnTo>
                    <a:pt x="3726032" y="563789"/>
                  </a:lnTo>
                  <a:lnTo>
                    <a:pt x="3656347" y="562062"/>
                  </a:lnTo>
                  <a:lnTo>
                    <a:pt x="3574485" y="559756"/>
                  </a:lnTo>
                  <a:lnTo>
                    <a:pt x="3484902" y="556862"/>
                  </a:lnTo>
                  <a:lnTo>
                    <a:pt x="3392166" y="553389"/>
                  </a:lnTo>
                  <a:lnTo>
                    <a:pt x="3300204" y="549351"/>
                  </a:lnTo>
                  <a:lnTo>
                    <a:pt x="3211901" y="544753"/>
                  </a:lnTo>
                  <a:lnTo>
                    <a:pt x="3129034" y="539578"/>
                  </a:lnTo>
                  <a:lnTo>
                    <a:pt x="3052410" y="533787"/>
                  </a:lnTo>
                  <a:lnTo>
                    <a:pt x="2982098" y="527313"/>
                  </a:lnTo>
                  <a:lnTo>
                    <a:pt x="2917662" y="520064"/>
                  </a:lnTo>
                  <a:lnTo>
                    <a:pt x="2858357" y="511924"/>
                  </a:lnTo>
                  <a:lnTo>
                    <a:pt x="2803274" y="502765"/>
                  </a:lnTo>
                  <a:lnTo>
                    <a:pt x="2751450" y="492454"/>
                  </a:lnTo>
                  <a:lnTo>
                    <a:pt x="2701955" y="480878"/>
                  </a:lnTo>
                  <a:lnTo>
                    <a:pt x="2667772" y="471859"/>
                  </a:lnTo>
                  <a:lnTo>
                    <a:pt x="2616869" y="456915"/>
                  </a:lnTo>
                  <a:lnTo>
                    <a:pt x="2566457" y="440401"/>
                  </a:lnTo>
                  <a:lnTo>
                    <a:pt x="2515993" y="422296"/>
                  </a:lnTo>
                  <a:lnTo>
                    <a:pt x="2465112" y="402637"/>
                  </a:lnTo>
                  <a:lnTo>
                    <a:pt x="2413607" y="381525"/>
                  </a:lnTo>
                  <a:lnTo>
                    <a:pt x="2361406" y="359127"/>
                  </a:lnTo>
                  <a:lnTo>
                    <a:pt x="2308556" y="335680"/>
                  </a:lnTo>
                  <a:lnTo>
                    <a:pt x="2255201" y="311477"/>
                  </a:lnTo>
                  <a:lnTo>
                    <a:pt x="2201554" y="286854"/>
                  </a:lnTo>
                  <a:lnTo>
                    <a:pt x="2147867" y="262176"/>
                  </a:lnTo>
                  <a:lnTo>
                    <a:pt x="2094398" y="237809"/>
                  </a:lnTo>
                  <a:lnTo>
                    <a:pt x="2041376" y="214099"/>
                  </a:lnTo>
                  <a:lnTo>
                    <a:pt x="1988969" y="191357"/>
                  </a:lnTo>
                  <a:lnTo>
                    <a:pt x="1937255" y="169835"/>
                  </a:lnTo>
                  <a:lnTo>
                    <a:pt x="1886201" y="149722"/>
                  </a:lnTo>
                  <a:lnTo>
                    <a:pt x="1835642" y="131141"/>
                  </a:lnTo>
                  <a:lnTo>
                    <a:pt x="1785263" y="114145"/>
                  </a:lnTo>
                  <a:lnTo>
                    <a:pt x="1734578" y="98731"/>
                  </a:lnTo>
                  <a:lnTo>
                    <a:pt x="1719082" y="94371"/>
                  </a:lnTo>
                  <a:lnTo>
                    <a:pt x="1670741" y="81862"/>
                  </a:lnTo>
                  <a:lnTo>
                    <a:pt x="1620661" y="70662"/>
                  </a:lnTo>
                  <a:lnTo>
                    <a:pt x="1567991" y="60698"/>
                  </a:lnTo>
                  <a:lnTo>
                    <a:pt x="1511782" y="51848"/>
                  </a:lnTo>
                  <a:lnTo>
                    <a:pt x="1451078" y="43979"/>
                  </a:lnTo>
                  <a:lnTo>
                    <a:pt x="1385005" y="36965"/>
                  </a:lnTo>
                  <a:lnTo>
                    <a:pt x="1312890" y="30698"/>
                  </a:lnTo>
                  <a:lnTo>
                    <a:pt x="1234421" y="25091"/>
                  </a:lnTo>
                  <a:lnTo>
                    <a:pt x="1149856" y="20087"/>
                  </a:lnTo>
                  <a:lnTo>
                    <a:pt x="1060262" y="15651"/>
                  </a:lnTo>
                  <a:lnTo>
                    <a:pt x="967729" y="11776"/>
                  </a:lnTo>
                  <a:lnTo>
                    <a:pt x="875464" y="8470"/>
                  </a:lnTo>
                  <a:lnTo>
                    <a:pt x="787637" y="5746"/>
                  </a:lnTo>
                  <a:lnTo>
                    <a:pt x="708875" y="3610"/>
                  </a:lnTo>
                  <a:lnTo>
                    <a:pt x="643425" y="2044"/>
                  </a:lnTo>
                  <a:lnTo>
                    <a:pt x="594188" y="997"/>
                  </a:lnTo>
                  <a:lnTo>
                    <a:pt x="561929" y="384"/>
                  </a:lnTo>
                  <a:lnTo>
                    <a:pt x="544946" y="95"/>
                  </a:lnTo>
                  <a:lnTo>
                    <a:pt x="539209" y="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8" name="pg578"/>
            <p:cNvSpPr/>
            <p:nvPr/>
          </p:nvSpPr>
          <p:spPr>
            <a:xfrm>
              <a:off x="546595" y="1055351"/>
              <a:ext cx="8234974" cy="2237703"/>
            </a:xfrm>
            <a:custGeom>
              <a:avLst/>
              <a:pathLst>
                <a:path w="8234974" h="2237703">
                  <a:moveTo>
                    <a:pt x="0" y="10889"/>
                  </a:moveTo>
                  <a:lnTo>
                    <a:pt x="538736" y="10889"/>
                  </a:lnTo>
                  <a:lnTo>
                    <a:pt x="540031" y="10909"/>
                  </a:lnTo>
                  <a:lnTo>
                    <a:pt x="548482" y="11059"/>
                  </a:lnTo>
                  <a:lnTo>
                    <a:pt x="569553" y="11472"/>
                  </a:lnTo>
                  <a:lnTo>
                    <a:pt x="606631" y="12284"/>
                  </a:lnTo>
                  <a:lnTo>
                    <a:pt x="660702" y="13609"/>
                  </a:lnTo>
                  <a:lnTo>
                    <a:pt x="730330" y="15534"/>
                  </a:lnTo>
                  <a:lnTo>
                    <a:pt x="812136" y="18103"/>
                  </a:lnTo>
                  <a:lnTo>
                    <a:pt x="901668" y="21328"/>
                  </a:lnTo>
                  <a:lnTo>
                    <a:pt x="994364" y="25198"/>
                  </a:lnTo>
                  <a:lnTo>
                    <a:pt x="1086300" y="29698"/>
                  </a:lnTo>
                  <a:lnTo>
                    <a:pt x="1174588" y="34822"/>
                  </a:lnTo>
                  <a:lnTo>
                    <a:pt x="1257450" y="40588"/>
                  </a:lnTo>
                  <a:lnTo>
                    <a:pt x="1334075" y="47042"/>
                  </a:lnTo>
                  <a:lnTo>
                    <a:pt x="1404392" y="54256"/>
                  </a:lnTo>
                  <a:lnTo>
                    <a:pt x="1468834" y="62333"/>
                  </a:lnTo>
                  <a:lnTo>
                    <a:pt x="1528144" y="71402"/>
                  </a:lnTo>
                  <a:lnTo>
                    <a:pt x="1583230" y="81606"/>
                  </a:lnTo>
                  <a:lnTo>
                    <a:pt x="1635053" y="93094"/>
                  </a:lnTo>
                  <a:lnTo>
                    <a:pt x="1684542" y="105989"/>
                  </a:lnTo>
                  <a:lnTo>
                    <a:pt x="1719082" y="116150"/>
                  </a:lnTo>
                  <a:lnTo>
                    <a:pt x="1769572" y="132675"/>
                  </a:lnTo>
                  <a:lnTo>
                    <a:pt x="1819574" y="150922"/>
                  </a:lnTo>
                  <a:lnTo>
                    <a:pt x="1869621" y="170915"/>
                  </a:lnTo>
                  <a:lnTo>
                    <a:pt x="1920070" y="192616"/>
                  </a:lnTo>
                  <a:lnTo>
                    <a:pt x="1971130" y="215916"/>
                  </a:lnTo>
                  <a:lnTo>
                    <a:pt x="2022873" y="240634"/>
                  </a:lnTo>
                  <a:lnTo>
                    <a:pt x="2075260" y="266519"/>
                  </a:lnTo>
                  <a:lnTo>
                    <a:pt x="2128154" y="293254"/>
                  </a:lnTo>
                  <a:lnTo>
                    <a:pt x="2181351" y="320474"/>
                  </a:lnTo>
                  <a:lnTo>
                    <a:pt x="2234606" y="347785"/>
                  </a:lnTo>
                  <a:lnTo>
                    <a:pt x="2287666" y="374787"/>
                  </a:lnTo>
                  <a:lnTo>
                    <a:pt x="2340304" y="401100"/>
                  </a:lnTo>
                  <a:lnTo>
                    <a:pt x="2392351" y="426383"/>
                  </a:lnTo>
                  <a:lnTo>
                    <a:pt x="2443718" y="450353"/>
                  </a:lnTo>
                  <a:lnTo>
                    <a:pt x="2494427" y="472796"/>
                  </a:lnTo>
                  <a:lnTo>
                    <a:pt x="2544621" y="493572"/>
                  </a:lnTo>
                  <a:lnTo>
                    <a:pt x="2594589" y="512611"/>
                  </a:lnTo>
                  <a:lnTo>
                    <a:pt x="2644779" y="529911"/>
                  </a:lnTo>
                  <a:lnTo>
                    <a:pt x="2667772" y="537194"/>
                  </a:lnTo>
                  <a:lnTo>
                    <a:pt x="2716095" y="551141"/>
                  </a:lnTo>
                  <a:lnTo>
                    <a:pt x="2766154" y="563630"/>
                  </a:lnTo>
                  <a:lnTo>
                    <a:pt x="2818801" y="574741"/>
                  </a:lnTo>
                  <a:lnTo>
                    <a:pt x="2874982" y="584609"/>
                  </a:lnTo>
                  <a:lnTo>
                    <a:pt x="2935654" y="593384"/>
                  </a:lnTo>
                  <a:lnTo>
                    <a:pt x="3001689" y="601206"/>
                  </a:lnTo>
                  <a:lnTo>
                    <a:pt x="3073760" y="608196"/>
                  </a:lnTo>
                  <a:lnTo>
                    <a:pt x="3152181" y="614449"/>
                  </a:lnTo>
                  <a:lnTo>
                    <a:pt x="3236694" y="620031"/>
                  </a:lnTo>
                  <a:lnTo>
                    <a:pt x="3326238" y="624979"/>
                  </a:lnTo>
                  <a:lnTo>
                    <a:pt x="3418730" y="629302"/>
                  </a:lnTo>
                  <a:lnTo>
                    <a:pt x="3510969" y="632991"/>
                  </a:lnTo>
                  <a:lnTo>
                    <a:pt x="3598794" y="636032"/>
                  </a:lnTo>
                  <a:lnTo>
                    <a:pt x="3677585" y="638417"/>
                  </a:lnTo>
                  <a:lnTo>
                    <a:pt x="3743094" y="640166"/>
                  </a:lnTo>
                  <a:lnTo>
                    <a:pt x="3792414" y="641336"/>
                  </a:lnTo>
                  <a:lnTo>
                    <a:pt x="3824766" y="642022"/>
                  </a:lnTo>
                  <a:lnTo>
                    <a:pt x="3841835" y="642347"/>
                  </a:lnTo>
                  <a:lnTo>
                    <a:pt x="3847631" y="642447"/>
                  </a:lnTo>
                  <a:lnTo>
                    <a:pt x="3848118" y="642455"/>
                  </a:lnTo>
                  <a:lnTo>
                    <a:pt x="4386855" y="642455"/>
                  </a:lnTo>
                  <a:lnTo>
                    <a:pt x="4388111" y="642506"/>
                  </a:lnTo>
                  <a:lnTo>
                    <a:pt x="4396314" y="642872"/>
                  </a:lnTo>
                  <a:lnTo>
                    <a:pt x="4416789" y="643884"/>
                  </a:lnTo>
                  <a:lnTo>
                    <a:pt x="4452878" y="645870"/>
                  </a:lnTo>
                  <a:lnTo>
                    <a:pt x="4505623" y="649118"/>
                  </a:lnTo>
                  <a:lnTo>
                    <a:pt x="4573733" y="653839"/>
                  </a:lnTo>
                  <a:lnTo>
                    <a:pt x="4654018" y="660152"/>
                  </a:lnTo>
                  <a:lnTo>
                    <a:pt x="4742202" y="668087"/>
                  </a:lnTo>
                  <a:lnTo>
                    <a:pt x="4833836" y="677621"/>
                  </a:lnTo>
                  <a:lnTo>
                    <a:pt x="4925043" y="688715"/>
                  </a:lnTo>
                  <a:lnTo>
                    <a:pt x="5012915" y="701355"/>
                  </a:lnTo>
                  <a:lnTo>
                    <a:pt x="5095618" y="715574"/>
                  </a:lnTo>
                  <a:lnTo>
                    <a:pt x="5172266" y="731474"/>
                  </a:lnTo>
                  <a:lnTo>
                    <a:pt x="5242711" y="749228"/>
                  </a:lnTo>
                  <a:lnTo>
                    <a:pt x="5307316" y="769077"/>
                  </a:lnTo>
                  <a:lnTo>
                    <a:pt x="5366768" y="791326"/>
                  </a:lnTo>
                  <a:lnTo>
                    <a:pt x="5421930" y="816323"/>
                  </a:lnTo>
                  <a:lnTo>
                    <a:pt x="5473731" y="844432"/>
                  </a:lnTo>
                  <a:lnTo>
                    <a:pt x="5523083" y="875976"/>
                  </a:lnTo>
                  <a:lnTo>
                    <a:pt x="5567201" y="908329"/>
                  </a:lnTo>
                  <a:lnTo>
                    <a:pt x="5610335" y="943683"/>
                  </a:lnTo>
                  <a:lnTo>
                    <a:pt x="5653048" y="982190"/>
                  </a:lnTo>
                  <a:lnTo>
                    <a:pt x="5695697" y="1023910"/>
                  </a:lnTo>
                  <a:lnTo>
                    <a:pt x="5738542" y="1068819"/>
                  </a:lnTo>
                  <a:lnTo>
                    <a:pt x="5781757" y="1116806"/>
                  </a:lnTo>
                  <a:lnTo>
                    <a:pt x="5825443" y="1167663"/>
                  </a:lnTo>
                  <a:lnTo>
                    <a:pt x="5869628" y="1221085"/>
                  </a:lnTo>
                  <a:lnTo>
                    <a:pt x="5914286" y="1276667"/>
                  </a:lnTo>
                  <a:lnTo>
                    <a:pt x="5959336" y="1333924"/>
                  </a:lnTo>
                  <a:lnTo>
                    <a:pt x="6004659" y="1392297"/>
                  </a:lnTo>
                  <a:lnTo>
                    <a:pt x="6050109" y="1451179"/>
                  </a:lnTo>
                  <a:lnTo>
                    <a:pt x="6095530" y="1509942"/>
                  </a:lnTo>
                  <a:lnTo>
                    <a:pt x="6140766" y="1567964"/>
                  </a:lnTo>
                  <a:lnTo>
                    <a:pt x="6185680" y="1624652"/>
                  </a:lnTo>
                  <a:lnTo>
                    <a:pt x="6230166" y="1679473"/>
                  </a:lnTo>
                  <a:lnTo>
                    <a:pt x="6274164" y="1731971"/>
                  </a:lnTo>
                  <a:lnTo>
                    <a:pt x="6317665" y="1781778"/>
                  </a:lnTo>
                  <a:lnTo>
                    <a:pt x="6360725" y="1828625"/>
                  </a:lnTo>
                  <a:lnTo>
                    <a:pt x="6403471" y="1872340"/>
                  </a:lnTo>
                  <a:lnTo>
                    <a:pt x="6446109" y="1912848"/>
                  </a:lnTo>
                  <a:lnTo>
                    <a:pt x="6488933" y="1950157"/>
                  </a:lnTo>
                  <a:lnTo>
                    <a:pt x="6515891" y="1971828"/>
                  </a:lnTo>
                  <a:lnTo>
                    <a:pt x="6563706" y="2006714"/>
                  </a:lnTo>
                  <a:lnTo>
                    <a:pt x="6613215" y="2037986"/>
                  </a:lnTo>
                  <a:lnTo>
                    <a:pt x="6665239" y="2065846"/>
                  </a:lnTo>
                  <a:lnTo>
                    <a:pt x="6720695" y="2090620"/>
                  </a:lnTo>
                  <a:lnTo>
                    <a:pt x="6780512" y="2112674"/>
                  </a:lnTo>
                  <a:lnTo>
                    <a:pt x="6845541" y="2132354"/>
                  </a:lnTo>
                  <a:lnTo>
                    <a:pt x="6916451" y="2149958"/>
                  </a:lnTo>
                  <a:lnTo>
                    <a:pt x="6993574" y="2165726"/>
                  </a:lnTo>
                  <a:lnTo>
                    <a:pt x="7076713" y="2179822"/>
                  </a:lnTo>
                  <a:lnTo>
                    <a:pt x="7164918" y="2192343"/>
                  </a:lnTo>
                  <a:lnTo>
                    <a:pt x="7256273" y="2203319"/>
                  </a:lnTo>
                  <a:lnTo>
                    <a:pt x="7347791" y="2212732"/>
                  </a:lnTo>
                  <a:lnTo>
                    <a:pt x="7435532" y="2220544"/>
                  </a:lnTo>
                  <a:lnTo>
                    <a:pt x="7515031" y="2226733"/>
                  </a:lnTo>
                  <a:lnTo>
                    <a:pt x="7582062" y="2231337"/>
                  </a:lnTo>
                  <a:lnTo>
                    <a:pt x="7633554" y="2234481"/>
                  </a:lnTo>
                  <a:lnTo>
                    <a:pt x="7668385" y="2236381"/>
                  </a:lnTo>
                  <a:lnTo>
                    <a:pt x="7687780" y="2237332"/>
                  </a:lnTo>
                  <a:lnTo>
                    <a:pt x="7695243" y="2237663"/>
                  </a:lnTo>
                  <a:lnTo>
                    <a:pt x="7696237" y="2237703"/>
                  </a:lnTo>
                  <a:lnTo>
                    <a:pt x="8234974" y="2237703"/>
                  </a:lnTo>
                  <a:lnTo>
                    <a:pt x="8234974" y="2226814"/>
                  </a:lnTo>
                  <a:lnTo>
                    <a:pt x="7696237" y="2226814"/>
                  </a:lnTo>
                  <a:lnTo>
                    <a:pt x="7694981" y="2226763"/>
                  </a:lnTo>
                  <a:lnTo>
                    <a:pt x="7686778" y="2226397"/>
                  </a:lnTo>
                  <a:lnTo>
                    <a:pt x="7666303" y="2225385"/>
                  </a:lnTo>
                  <a:lnTo>
                    <a:pt x="7630214" y="2223399"/>
                  </a:lnTo>
                  <a:lnTo>
                    <a:pt x="7577469" y="2220151"/>
                  </a:lnTo>
                  <a:lnTo>
                    <a:pt x="7509359" y="2215429"/>
                  </a:lnTo>
                  <a:lnTo>
                    <a:pt x="7429074" y="2209116"/>
                  </a:lnTo>
                  <a:lnTo>
                    <a:pt x="7340891" y="2201181"/>
                  </a:lnTo>
                  <a:lnTo>
                    <a:pt x="7249256" y="2191647"/>
                  </a:lnTo>
                  <a:lnTo>
                    <a:pt x="7158050" y="2180553"/>
                  </a:lnTo>
                  <a:lnTo>
                    <a:pt x="7070177" y="2167914"/>
                  </a:lnTo>
                  <a:lnTo>
                    <a:pt x="6987474" y="2153695"/>
                  </a:lnTo>
                  <a:lnTo>
                    <a:pt x="6910826" y="2137794"/>
                  </a:lnTo>
                  <a:lnTo>
                    <a:pt x="6840382" y="2120040"/>
                  </a:lnTo>
                  <a:lnTo>
                    <a:pt x="6775776" y="2100191"/>
                  </a:lnTo>
                  <a:lnTo>
                    <a:pt x="6716324" y="2077943"/>
                  </a:lnTo>
                  <a:lnTo>
                    <a:pt x="6661162" y="2052946"/>
                  </a:lnTo>
                  <a:lnTo>
                    <a:pt x="6609362" y="2024836"/>
                  </a:lnTo>
                  <a:lnTo>
                    <a:pt x="6560010" y="1993293"/>
                  </a:lnTo>
                  <a:lnTo>
                    <a:pt x="6515891" y="1960939"/>
                  </a:lnTo>
                  <a:lnTo>
                    <a:pt x="6472757" y="1925586"/>
                  </a:lnTo>
                  <a:lnTo>
                    <a:pt x="6430044" y="1887078"/>
                  </a:lnTo>
                  <a:lnTo>
                    <a:pt x="6387395" y="1845359"/>
                  </a:lnTo>
                  <a:lnTo>
                    <a:pt x="6344550" y="1800450"/>
                  </a:lnTo>
                  <a:lnTo>
                    <a:pt x="6301335" y="1752462"/>
                  </a:lnTo>
                  <a:lnTo>
                    <a:pt x="6257650" y="1701605"/>
                  </a:lnTo>
                  <a:lnTo>
                    <a:pt x="6213464" y="1648184"/>
                  </a:lnTo>
                  <a:lnTo>
                    <a:pt x="6168806" y="1592601"/>
                  </a:lnTo>
                  <a:lnTo>
                    <a:pt x="6123757" y="1535344"/>
                  </a:lnTo>
                  <a:lnTo>
                    <a:pt x="6078434" y="1476972"/>
                  </a:lnTo>
                  <a:lnTo>
                    <a:pt x="6032983" y="1418090"/>
                  </a:lnTo>
                  <a:lnTo>
                    <a:pt x="5987563" y="1359326"/>
                  </a:lnTo>
                  <a:lnTo>
                    <a:pt x="5942327" y="1301305"/>
                  </a:lnTo>
                  <a:lnTo>
                    <a:pt x="5897413" y="1244617"/>
                  </a:lnTo>
                  <a:lnTo>
                    <a:pt x="5852926" y="1189795"/>
                  </a:lnTo>
                  <a:lnTo>
                    <a:pt x="5808928" y="1137297"/>
                  </a:lnTo>
                  <a:lnTo>
                    <a:pt x="5765427" y="1087491"/>
                  </a:lnTo>
                  <a:lnTo>
                    <a:pt x="5722367" y="1040644"/>
                  </a:lnTo>
                  <a:lnTo>
                    <a:pt x="5679621" y="996928"/>
                  </a:lnTo>
                  <a:lnTo>
                    <a:pt x="5636984" y="956420"/>
                  </a:lnTo>
                  <a:lnTo>
                    <a:pt x="5594159" y="919112"/>
                  </a:lnTo>
                  <a:lnTo>
                    <a:pt x="5567201" y="897440"/>
                  </a:lnTo>
                  <a:lnTo>
                    <a:pt x="5519386" y="862555"/>
                  </a:lnTo>
                  <a:lnTo>
                    <a:pt x="5469878" y="831282"/>
                  </a:lnTo>
                  <a:lnTo>
                    <a:pt x="5417854" y="803423"/>
                  </a:lnTo>
                  <a:lnTo>
                    <a:pt x="5362397" y="778648"/>
                  </a:lnTo>
                  <a:lnTo>
                    <a:pt x="5302581" y="756594"/>
                  </a:lnTo>
                  <a:lnTo>
                    <a:pt x="5237551" y="736915"/>
                  </a:lnTo>
                  <a:lnTo>
                    <a:pt x="5166641" y="719310"/>
                  </a:lnTo>
                  <a:lnTo>
                    <a:pt x="5089519" y="703543"/>
                  </a:lnTo>
                  <a:lnTo>
                    <a:pt x="5006379" y="689447"/>
                  </a:lnTo>
                  <a:lnTo>
                    <a:pt x="4918175" y="676926"/>
                  </a:lnTo>
                  <a:lnTo>
                    <a:pt x="4826820" y="665950"/>
                  </a:lnTo>
                  <a:lnTo>
                    <a:pt x="4735301" y="656536"/>
                  </a:lnTo>
                  <a:lnTo>
                    <a:pt x="4647560" y="648725"/>
                  </a:lnTo>
                  <a:lnTo>
                    <a:pt x="4568061" y="642535"/>
                  </a:lnTo>
                  <a:lnTo>
                    <a:pt x="4501030" y="637931"/>
                  </a:lnTo>
                  <a:lnTo>
                    <a:pt x="4449538" y="634788"/>
                  </a:lnTo>
                  <a:lnTo>
                    <a:pt x="4414707" y="632887"/>
                  </a:lnTo>
                  <a:lnTo>
                    <a:pt x="4395313" y="631936"/>
                  </a:lnTo>
                  <a:lnTo>
                    <a:pt x="4387850" y="631606"/>
                  </a:lnTo>
                  <a:lnTo>
                    <a:pt x="4386855" y="631565"/>
                  </a:lnTo>
                  <a:lnTo>
                    <a:pt x="3848118" y="631565"/>
                  </a:lnTo>
                  <a:lnTo>
                    <a:pt x="3846823" y="631545"/>
                  </a:lnTo>
                  <a:lnTo>
                    <a:pt x="3838372" y="631395"/>
                  </a:lnTo>
                  <a:lnTo>
                    <a:pt x="3817302" y="630982"/>
                  </a:lnTo>
                  <a:lnTo>
                    <a:pt x="3780223" y="630170"/>
                  </a:lnTo>
                  <a:lnTo>
                    <a:pt x="3726152" y="628845"/>
                  </a:lnTo>
                  <a:lnTo>
                    <a:pt x="3656525" y="626920"/>
                  </a:lnTo>
                  <a:lnTo>
                    <a:pt x="3574719" y="624351"/>
                  </a:lnTo>
                  <a:lnTo>
                    <a:pt x="3485187" y="621126"/>
                  </a:lnTo>
                  <a:lnTo>
                    <a:pt x="3392490" y="617256"/>
                  </a:lnTo>
                  <a:lnTo>
                    <a:pt x="3300555" y="612757"/>
                  </a:lnTo>
                  <a:lnTo>
                    <a:pt x="3212267" y="607632"/>
                  </a:lnTo>
                  <a:lnTo>
                    <a:pt x="3129405" y="601866"/>
                  </a:lnTo>
                  <a:lnTo>
                    <a:pt x="3052780" y="595412"/>
                  </a:lnTo>
                  <a:lnTo>
                    <a:pt x="2982463" y="588198"/>
                  </a:lnTo>
                  <a:lnTo>
                    <a:pt x="2918021" y="580121"/>
                  </a:lnTo>
                  <a:lnTo>
                    <a:pt x="2858711" y="571052"/>
                  </a:lnTo>
                  <a:lnTo>
                    <a:pt x="2803625" y="560848"/>
                  </a:lnTo>
                  <a:lnTo>
                    <a:pt x="2751802" y="549360"/>
                  </a:lnTo>
                  <a:lnTo>
                    <a:pt x="2702312" y="536465"/>
                  </a:lnTo>
                  <a:lnTo>
                    <a:pt x="2667772" y="526304"/>
                  </a:lnTo>
                  <a:lnTo>
                    <a:pt x="2617282" y="509779"/>
                  </a:lnTo>
                  <a:lnTo>
                    <a:pt x="2567280" y="491532"/>
                  </a:lnTo>
                  <a:lnTo>
                    <a:pt x="2517234" y="471539"/>
                  </a:lnTo>
                  <a:lnTo>
                    <a:pt x="2466784" y="449838"/>
                  </a:lnTo>
                  <a:lnTo>
                    <a:pt x="2415725" y="426538"/>
                  </a:lnTo>
                  <a:lnTo>
                    <a:pt x="2363981" y="401820"/>
                  </a:lnTo>
                  <a:lnTo>
                    <a:pt x="2311595" y="375935"/>
                  </a:lnTo>
                  <a:lnTo>
                    <a:pt x="2258700" y="349200"/>
                  </a:lnTo>
                  <a:lnTo>
                    <a:pt x="2205503" y="321980"/>
                  </a:lnTo>
                  <a:lnTo>
                    <a:pt x="2152249" y="294669"/>
                  </a:lnTo>
                  <a:lnTo>
                    <a:pt x="2099189" y="267667"/>
                  </a:lnTo>
                  <a:lnTo>
                    <a:pt x="2046550" y="241354"/>
                  </a:lnTo>
                  <a:lnTo>
                    <a:pt x="1994504" y="216071"/>
                  </a:lnTo>
                  <a:lnTo>
                    <a:pt x="1943136" y="192101"/>
                  </a:lnTo>
                  <a:lnTo>
                    <a:pt x="1892427" y="169658"/>
                  </a:lnTo>
                  <a:lnTo>
                    <a:pt x="1842233" y="148882"/>
                  </a:lnTo>
                  <a:lnTo>
                    <a:pt x="1792266" y="129843"/>
                  </a:lnTo>
                  <a:lnTo>
                    <a:pt x="1742076" y="112543"/>
                  </a:lnTo>
                  <a:lnTo>
                    <a:pt x="1719082" y="105260"/>
                  </a:lnTo>
                  <a:lnTo>
                    <a:pt x="1670760" y="91313"/>
                  </a:lnTo>
                  <a:lnTo>
                    <a:pt x="1620701" y="78824"/>
                  </a:lnTo>
                  <a:lnTo>
                    <a:pt x="1568054" y="67713"/>
                  </a:lnTo>
                  <a:lnTo>
                    <a:pt x="1511872" y="57845"/>
                  </a:lnTo>
                  <a:lnTo>
                    <a:pt x="1451201" y="49070"/>
                  </a:lnTo>
                  <a:lnTo>
                    <a:pt x="1385166" y="41248"/>
                  </a:lnTo>
                  <a:lnTo>
                    <a:pt x="1313094" y="34258"/>
                  </a:lnTo>
                  <a:lnTo>
                    <a:pt x="1234674" y="28005"/>
                  </a:lnTo>
                  <a:lnTo>
                    <a:pt x="1150161" y="22423"/>
                  </a:lnTo>
                  <a:lnTo>
                    <a:pt x="1060616" y="17475"/>
                  </a:lnTo>
                  <a:lnTo>
                    <a:pt x="968125" y="13152"/>
                  </a:lnTo>
                  <a:lnTo>
                    <a:pt x="875886" y="9463"/>
                  </a:lnTo>
                  <a:lnTo>
                    <a:pt x="788060" y="6422"/>
                  </a:lnTo>
                  <a:lnTo>
                    <a:pt x="709269" y="4037"/>
                  </a:lnTo>
                  <a:lnTo>
                    <a:pt x="643761" y="2288"/>
                  </a:lnTo>
                  <a:lnTo>
                    <a:pt x="594440" y="1118"/>
                  </a:lnTo>
                  <a:lnTo>
                    <a:pt x="562089" y="432"/>
                  </a:lnTo>
                  <a:lnTo>
                    <a:pt x="545020" y="107"/>
                  </a:lnTo>
                  <a:lnTo>
                    <a:pt x="539223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79" name="pl579"/>
            <p:cNvSpPr/>
            <p:nvPr/>
          </p:nvSpPr>
          <p:spPr>
            <a:xfrm>
              <a:off x="546595" y="1066240"/>
              <a:ext cx="8234974" cy="2226814"/>
            </a:xfrm>
            <a:custGeom>
              <a:avLst/>
              <a:pathLst>
                <a:path w="8234974" h="2226814">
                  <a:moveTo>
                    <a:pt x="0" y="0"/>
                  </a:moveTo>
                  <a:lnTo>
                    <a:pt x="538736" y="0"/>
                  </a:lnTo>
                  <a:lnTo>
                    <a:pt x="540031" y="20"/>
                  </a:lnTo>
                  <a:lnTo>
                    <a:pt x="548482" y="170"/>
                  </a:lnTo>
                  <a:lnTo>
                    <a:pt x="569553" y="583"/>
                  </a:lnTo>
                  <a:lnTo>
                    <a:pt x="606631" y="1395"/>
                  </a:lnTo>
                  <a:lnTo>
                    <a:pt x="660702" y="2720"/>
                  </a:lnTo>
                  <a:lnTo>
                    <a:pt x="730330" y="4645"/>
                  </a:lnTo>
                  <a:lnTo>
                    <a:pt x="812136" y="7214"/>
                  </a:lnTo>
                  <a:lnTo>
                    <a:pt x="901668" y="10439"/>
                  </a:lnTo>
                  <a:lnTo>
                    <a:pt x="994364" y="14309"/>
                  </a:lnTo>
                  <a:lnTo>
                    <a:pt x="1086300" y="18808"/>
                  </a:lnTo>
                  <a:lnTo>
                    <a:pt x="1174588" y="23933"/>
                  </a:lnTo>
                  <a:lnTo>
                    <a:pt x="1257450" y="29699"/>
                  </a:lnTo>
                  <a:lnTo>
                    <a:pt x="1334075" y="36153"/>
                  </a:lnTo>
                  <a:lnTo>
                    <a:pt x="1404392" y="43367"/>
                  </a:lnTo>
                  <a:lnTo>
                    <a:pt x="1468834" y="51444"/>
                  </a:lnTo>
                  <a:lnTo>
                    <a:pt x="1528144" y="60513"/>
                  </a:lnTo>
                  <a:lnTo>
                    <a:pt x="1583230" y="70717"/>
                  </a:lnTo>
                  <a:lnTo>
                    <a:pt x="1635053" y="82205"/>
                  </a:lnTo>
                  <a:lnTo>
                    <a:pt x="1684542" y="95100"/>
                  </a:lnTo>
                  <a:lnTo>
                    <a:pt x="1719082" y="105260"/>
                  </a:lnTo>
                  <a:lnTo>
                    <a:pt x="1769572" y="121786"/>
                  </a:lnTo>
                  <a:lnTo>
                    <a:pt x="1819574" y="140033"/>
                  </a:lnTo>
                  <a:lnTo>
                    <a:pt x="1869621" y="160026"/>
                  </a:lnTo>
                  <a:lnTo>
                    <a:pt x="1920070" y="181726"/>
                  </a:lnTo>
                  <a:lnTo>
                    <a:pt x="1971130" y="205026"/>
                  </a:lnTo>
                  <a:lnTo>
                    <a:pt x="2022873" y="229745"/>
                  </a:lnTo>
                  <a:lnTo>
                    <a:pt x="2075260" y="255630"/>
                  </a:lnTo>
                  <a:lnTo>
                    <a:pt x="2128154" y="282365"/>
                  </a:lnTo>
                  <a:lnTo>
                    <a:pt x="2181351" y="309585"/>
                  </a:lnTo>
                  <a:lnTo>
                    <a:pt x="2234606" y="336896"/>
                  </a:lnTo>
                  <a:lnTo>
                    <a:pt x="2287666" y="363898"/>
                  </a:lnTo>
                  <a:lnTo>
                    <a:pt x="2340304" y="390211"/>
                  </a:lnTo>
                  <a:lnTo>
                    <a:pt x="2392351" y="415494"/>
                  </a:lnTo>
                  <a:lnTo>
                    <a:pt x="2443718" y="439464"/>
                  </a:lnTo>
                  <a:lnTo>
                    <a:pt x="2494427" y="461907"/>
                  </a:lnTo>
                  <a:lnTo>
                    <a:pt x="2544621" y="482683"/>
                  </a:lnTo>
                  <a:lnTo>
                    <a:pt x="2594589" y="501722"/>
                  </a:lnTo>
                  <a:lnTo>
                    <a:pt x="2644779" y="519022"/>
                  </a:lnTo>
                  <a:lnTo>
                    <a:pt x="2667772" y="526304"/>
                  </a:lnTo>
                  <a:lnTo>
                    <a:pt x="2716095" y="540252"/>
                  </a:lnTo>
                  <a:lnTo>
                    <a:pt x="2766154" y="552741"/>
                  </a:lnTo>
                  <a:lnTo>
                    <a:pt x="2818801" y="563852"/>
                  </a:lnTo>
                  <a:lnTo>
                    <a:pt x="2874982" y="573720"/>
                  </a:lnTo>
                  <a:lnTo>
                    <a:pt x="2935654" y="582495"/>
                  </a:lnTo>
                  <a:lnTo>
                    <a:pt x="3001689" y="590317"/>
                  </a:lnTo>
                  <a:lnTo>
                    <a:pt x="3073760" y="597307"/>
                  </a:lnTo>
                  <a:lnTo>
                    <a:pt x="3152181" y="603560"/>
                  </a:lnTo>
                  <a:lnTo>
                    <a:pt x="3236694" y="609142"/>
                  </a:lnTo>
                  <a:lnTo>
                    <a:pt x="3326238" y="614090"/>
                  </a:lnTo>
                  <a:lnTo>
                    <a:pt x="3418730" y="618413"/>
                  </a:lnTo>
                  <a:lnTo>
                    <a:pt x="3510969" y="622102"/>
                  </a:lnTo>
                  <a:lnTo>
                    <a:pt x="3598794" y="625143"/>
                  </a:lnTo>
                  <a:lnTo>
                    <a:pt x="3677585" y="627528"/>
                  </a:lnTo>
                  <a:lnTo>
                    <a:pt x="3743094" y="629277"/>
                  </a:lnTo>
                  <a:lnTo>
                    <a:pt x="3792414" y="630447"/>
                  </a:lnTo>
                  <a:lnTo>
                    <a:pt x="3824766" y="631133"/>
                  </a:lnTo>
                  <a:lnTo>
                    <a:pt x="3841835" y="631458"/>
                  </a:lnTo>
                  <a:lnTo>
                    <a:pt x="3847631" y="631558"/>
                  </a:lnTo>
                  <a:lnTo>
                    <a:pt x="3848118" y="631565"/>
                  </a:lnTo>
                  <a:lnTo>
                    <a:pt x="4386855" y="631565"/>
                  </a:lnTo>
                  <a:lnTo>
                    <a:pt x="4388111" y="631617"/>
                  </a:lnTo>
                  <a:lnTo>
                    <a:pt x="4396314" y="631983"/>
                  </a:lnTo>
                  <a:lnTo>
                    <a:pt x="4416789" y="632995"/>
                  </a:lnTo>
                  <a:lnTo>
                    <a:pt x="4452878" y="634980"/>
                  </a:lnTo>
                  <a:lnTo>
                    <a:pt x="4505623" y="638229"/>
                  </a:lnTo>
                  <a:lnTo>
                    <a:pt x="4573733" y="642950"/>
                  </a:lnTo>
                  <a:lnTo>
                    <a:pt x="4654018" y="649263"/>
                  </a:lnTo>
                  <a:lnTo>
                    <a:pt x="4742202" y="657198"/>
                  </a:lnTo>
                  <a:lnTo>
                    <a:pt x="4833836" y="666732"/>
                  </a:lnTo>
                  <a:lnTo>
                    <a:pt x="4925043" y="677826"/>
                  </a:lnTo>
                  <a:lnTo>
                    <a:pt x="5012915" y="690465"/>
                  </a:lnTo>
                  <a:lnTo>
                    <a:pt x="5095618" y="704685"/>
                  </a:lnTo>
                  <a:lnTo>
                    <a:pt x="5172266" y="720585"/>
                  </a:lnTo>
                  <a:lnTo>
                    <a:pt x="5242711" y="738339"/>
                  </a:lnTo>
                  <a:lnTo>
                    <a:pt x="5307316" y="758188"/>
                  </a:lnTo>
                  <a:lnTo>
                    <a:pt x="5366768" y="780437"/>
                  </a:lnTo>
                  <a:lnTo>
                    <a:pt x="5421930" y="805434"/>
                  </a:lnTo>
                  <a:lnTo>
                    <a:pt x="5473731" y="833543"/>
                  </a:lnTo>
                  <a:lnTo>
                    <a:pt x="5523083" y="865087"/>
                  </a:lnTo>
                  <a:lnTo>
                    <a:pt x="5567201" y="897440"/>
                  </a:lnTo>
                  <a:lnTo>
                    <a:pt x="5610335" y="932794"/>
                  </a:lnTo>
                  <a:lnTo>
                    <a:pt x="5653048" y="971301"/>
                  </a:lnTo>
                  <a:lnTo>
                    <a:pt x="5695697" y="1013021"/>
                  </a:lnTo>
                  <a:lnTo>
                    <a:pt x="5738542" y="1057930"/>
                  </a:lnTo>
                  <a:lnTo>
                    <a:pt x="5781757" y="1105917"/>
                  </a:lnTo>
                  <a:lnTo>
                    <a:pt x="5825443" y="1156774"/>
                  </a:lnTo>
                  <a:lnTo>
                    <a:pt x="5869628" y="1210196"/>
                  </a:lnTo>
                  <a:lnTo>
                    <a:pt x="5914286" y="1265778"/>
                  </a:lnTo>
                  <a:lnTo>
                    <a:pt x="5959336" y="1323035"/>
                  </a:lnTo>
                  <a:lnTo>
                    <a:pt x="6004659" y="1381408"/>
                  </a:lnTo>
                  <a:lnTo>
                    <a:pt x="6050109" y="1440290"/>
                  </a:lnTo>
                  <a:lnTo>
                    <a:pt x="6095530" y="1499053"/>
                  </a:lnTo>
                  <a:lnTo>
                    <a:pt x="6140766" y="1557075"/>
                  </a:lnTo>
                  <a:lnTo>
                    <a:pt x="6185680" y="1613763"/>
                  </a:lnTo>
                  <a:lnTo>
                    <a:pt x="6230166" y="1668584"/>
                  </a:lnTo>
                  <a:lnTo>
                    <a:pt x="6274164" y="1721082"/>
                  </a:lnTo>
                  <a:lnTo>
                    <a:pt x="6317665" y="1770889"/>
                  </a:lnTo>
                  <a:lnTo>
                    <a:pt x="6360725" y="1817736"/>
                  </a:lnTo>
                  <a:lnTo>
                    <a:pt x="6403471" y="1861451"/>
                  </a:lnTo>
                  <a:lnTo>
                    <a:pt x="6446109" y="1901959"/>
                  </a:lnTo>
                  <a:lnTo>
                    <a:pt x="6488933" y="1939268"/>
                  </a:lnTo>
                  <a:lnTo>
                    <a:pt x="6515891" y="1960939"/>
                  </a:lnTo>
                  <a:lnTo>
                    <a:pt x="6563706" y="1995825"/>
                  </a:lnTo>
                  <a:lnTo>
                    <a:pt x="6613215" y="2027097"/>
                  </a:lnTo>
                  <a:lnTo>
                    <a:pt x="6665239" y="2054957"/>
                  </a:lnTo>
                  <a:lnTo>
                    <a:pt x="6720695" y="2079731"/>
                  </a:lnTo>
                  <a:lnTo>
                    <a:pt x="6780512" y="2101785"/>
                  </a:lnTo>
                  <a:lnTo>
                    <a:pt x="6845541" y="2121465"/>
                  </a:lnTo>
                  <a:lnTo>
                    <a:pt x="6916451" y="2139069"/>
                  </a:lnTo>
                  <a:lnTo>
                    <a:pt x="6993574" y="2154836"/>
                  </a:lnTo>
                  <a:lnTo>
                    <a:pt x="7076713" y="2168933"/>
                  </a:lnTo>
                  <a:lnTo>
                    <a:pt x="7164918" y="2181454"/>
                  </a:lnTo>
                  <a:lnTo>
                    <a:pt x="7256273" y="2192430"/>
                  </a:lnTo>
                  <a:lnTo>
                    <a:pt x="7347791" y="2201843"/>
                  </a:lnTo>
                  <a:lnTo>
                    <a:pt x="7435532" y="2209655"/>
                  </a:lnTo>
                  <a:lnTo>
                    <a:pt x="7515031" y="2215844"/>
                  </a:lnTo>
                  <a:lnTo>
                    <a:pt x="7582062" y="2220448"/>
                  </a:lnTo>
                  <a:lnTo>
                    <a:pt x="7633554" y="2223592"/>
                  </a:lnTo>
                  <a:lnTo>
                    <a:pt x="7668385" y="2225492"/>
                  </a:lnTo>
                  <a:lnTo>
                    <a:pt x="7687780" y="2226443"/>
                  </a:lnTo>
                  <a:lnTo>
                    <a:pt x="7695243" y="2226774"/>
                  </a:lnTo>
                  <a:lnTo>
                    <a:pt x="7696237" y="2226814"/>
                  </a:lnTo>
                  <a:lnTo>
                    <a:pt x="8234974" y="22268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0" name="pl580"/>
            <p:cNvSpPr/>
            <p:nvPr/>
          </p:nvSpPr>
          <p:spPr>
            <a:xfrm>
              <a:off x="546595" y="1055351"/>
              <a:ext cx="8234974" cy="2226814"/>
            </a:xfrm>
            <a:custGeom>
              <a:avLst/>
              <a:pathLst>
                <a:path w="8234974" h="2226814">
                  <a:moveTo>
                    <a:pt x="8234974" y="2226814"/>
                  </a:moveTo>
                  <a:lnTo>
                    <a:pt x="7696237" y="2226814"/>
                  </a:lnTo>
                  <a:lnTo>
                    <a:pt x="7694981" y="2226763"/>
                  </a:lnTo>
                  <a:lnTo>
                    <a:pt x="7686778" y="2226397"/>
                  </a:lnTo>
                  <a:lnTo>
                    <a:pt x="7666303" y="2225385"/>
                  </a:lnTo>
                  <a:lnTo>
                    <a:pt x="7630214" y="2223399"/>
                  </a:lnTo>
                  <a:lnTo>
                    <a:pt x="7577469" y="2220151"/>
                  </a:lnTo>
                  <a:lnTo>
                    <a:pt x="7509359" y="2215429"/>
                  </a:lnTo>
                  <a:lnTo>
                    <a:pt x="7429074" y="2209116"/>
                  </a:lnTo>
                  <a:lnTo>
                    <a:pt x="7340891" y="2201181"/>
                  </a:lnTo>
                  <a:lnTo>
                    <a:pt x="7249256" y="2191647"/>
                  </a:lnTo>
                  <a:lnTo>
                    <a:pt x="7158050" y="2180553"/>
                  </a:lnTo>
                  <a:lnTo>
                    <a:pt x="7070177" y="2167914"/>
                  </a:lnTo>
                  <a:lnTo>
                    <a:pt x="6987474" y="2153695"/>
                  </a:lnTo>
                  <a:lnTo>
                    <a:pt x="6910826" y="2137794"/>
                  </a:lnTo>
                  <a:lnTo>
                    <a:pt x="6840382" y="2120040"/>
                  </a:lnTo>
                  <a:lnTo>
                    <a:pt x="6775776" y="2100191"/>
                  </a:lnTo>
                  <a:lnTo>
                    <a:pt x="6716324" y="2077943"/>
                  </a:lnTo>
                  <a:lnTo>
                    <a:pt x="6661162" y="2052946"/>
                  </a:lnTo>
                  <a:lnTo>
                    <a:pt x="6609362" y="2024836"/>
                  </a:lnTo>
                  <a:lnTo>
                    <a:pt x="6560010" y="1993293"/>
                  </a:lnTo>
                  <a:lnTo>
                    <a:pt x="6515891" y="1960939"/>
                  </a:lnTo>
                  <a:lnTo>
                    <a:pt x="6472757" y="1925586"/>
                  </a:lnTo>
                  <a:lnTo>
                    <a:pt x="6430044" y="1887078"/>
                  </a:lnTo>
                  <a:lnTo>
                    <a:pt x="6387395" y="1845359"/>
                  </a:lnTo>
                  <a:lnTo>
                    <a:pt x="6344550" y="1800450"/>
                  </a:lnTo>
                  <a:lnTo>
                    <a:pt x="6301335" y="1752462"/>
                  </a:lnTo>
                  <a:lnTo>
                    <a:pt x="6257650" y="1701605"/>
                  </a:lnTo>
                  <a:lnTo>
                    <a:pt x="6213464" y="1648184"/>
                  </a:lnTo>
                  <a:lnTo>
                    <a:pt x="6168806" y="1592601"/>
                  </a:lnTo>
                  <a:lnTo>
                    <a:pt x="6123757" y="1535344"/>
                  </a:lnTo>
                  <a:lnTo>
                    <a:pt x="6078434" y="1476972"/>
                  </a:lnTo>
                  <a:lnTo>
                    <a:pt x="6032983" y="1418090"/>
                  </a:lnTo>
                  <a:lnTo>
                    <a:pt x="5987563" y="1359326"/>
                  </a:lnTo>
                  <a:lnTo>
                    <a:pt x="5942327" y="1301305"/>
                  </a:lnTo>
                  <a:lnTo>
                    <a:pt x="5897413" y="1244617"/>
                  </a:lnTo>
                  <a:lnTo>
                    <a:pt x="5852926" y="1189795"/>
                  </a:lnTo>
                  <a:lnTo>
                    <a:pt x="5808928" y="1137297"/>
                  </a:lnTo>
                  <a:lnTo>
                    <a:pt x="5765427" y="1087491"/>
                  </a:lnTo>
                  <a:lnTo>
                    <a:pt x="5722367" y="1040644"/>
                  </a:lnTo>
                  <a:lnTo>
                    <a:pt x="5679621" y="996928"/>
                  </a:lnTo>
                  <a:lnTo>
                    <a:pt x="5636984" y="956420"/>
                  </a:lnTo>
                  <a:lnTo>
                    <a:pt x="5594159" y="919112"/>
                  </a:lnTo>
                  <a:lnTo>
                    <a:pt x="5567201" y="897440"/>
                  </a:lnTo>
                  <a:lnTo>
                    <a:pt x="5519386" y="862555"/>
                  </a:lnTo>
                  <a:lnTo>
                    <a:pt x="5469878" y="831282"/>
                  </a:lnTo>
                  <a:lnTo>
                    <a:pt x="5417854" y="803423"/>
                  </a:lnTo>
                  <a:lnTo>
                    <a:pt x="5362397" y="778648"/>
                  </a:lnTo>
                  <a:lnTo>
                    <a:pt x="5302581" y="756594"/>
                  </a:lnTo>
                  <a:lnTo>
                    <a:pt x="5237551" y="736915"/>
                  </a:lnTo>
                  <a:lnTo>
                    <a:pt x="5166641" y="719310"/>
                  </a:lnTo>
                  <a:lnTo>
                    <a:pt x="5089519" y="703543"/>
                  </a:lnTo>
                  <a:lnTo>
                    <a:pt x="5006379" y="689447"/>
                  </a:lnTo>
                  <a:lnTo>
                    <a:pt x="4918175" y="676926"/>
                  </a:lnTo>
                  <a:lnTo>
                    <a:pt x="4826820" y="665950"/>
                  </a:lnTo>
                  <a:lnTo>
                    <a:pt x="4735301" y="656536"/>
                  </a:lnTo>
                  <a:lnTo>
                    <a:pt x="4647560" y="648725"/>
                  </a:lnTo>
                  <a:lnTo>
                    <a:pt x="4568061" y="642535"/>
                  </a:lnTo>
                  <a:lnTo>
                    <a:pt x="4501030" y="637931"/>
                  </a:lnTo>
                  <a:lnTo>
                    <a:pt x="4449538" y="634788"/>
                  </a:lnTo>
                  <a:lnTo>
                    <a:pt x="4414707" y="632887"/>
                  </a:lnTo>
                  <a:lnTo>
                    <a:pt x="4395313" y="631936"/>
                  </a:lnTo>
                  <a:lnTo>
                    <a:pt x="4387850" y="631606"/>
                  </a:lnTo>
                  <a:lnTo>
                    <a:pt x="4386855" y="631565"/>
                  </a:lnTo>
                  <a:lnTo>
                    <a:pt x="3848118" y="631565"/>
                  </a:lnTo>
                  <a:lnTo>
                    <a:pt x="3846823" y="631545"/>
                  </a:lnTo>
                  <a:lnTo>
                    <a:pt x="3838372" y="631395"/>
                  </a:lnTo>
                  <a:lnTo>
                    <a:pt x="3817302" y="630982"/>
                  </a:lnTo>
                  <a:lnTo>
                    <a:pt x="3780223" y="630170"/>
                  </a:lnTo>
                  <a:lnTo>
                    <a:pt x="3726152" y="628845"/>
                  </a:lnTo>
                  <a:lnTo>
                    <a:pt x="3656525" y="626920"/>
                  </a:lnTo>
                  <a:lnTo>
                    <a:pt x="3574719" y="624351"/>
                  </a:lnTo>
                  <a:lnTo>
                    <a:pt x="3485187" y="621126"/>
                  </a:lnTo>
                  <a:lnTo>
                    <a:pt x="3392490" y="617256"/>
                  </a:lnTo>
                  <a:lnTo>
                    <a:pt x="3300555" y="612757"/>
                  </a:lnTo>
                  <a:lnTo>
                    <a:pt x="3212267" y="607632"/>
                  </a:lnTo>
                  <a:lnTo>
                    <a:pt x="3129405" y="601866"/>
                  </a:lnTo>
                  <a:lnTo>
                    <a:pt x="3052780" y="595412"/>
                  </a:lnTo>
                  <a:lnTo>
                    <a:pt x="2982463" y="588198"/>
                  </a:lnTo>
                  <a:lnTo>
                    <a:pt x="2918021" y="580121"/>
                  </a:lnTo>
                  <a:lnTo>
                    <a:pt x="2858711" y="571052"/>
                  </a:lnTo>
                  <a:lnTo>
                    <a:pt x="2803625" y="560848"/>
                  </a:lnTo>
                  <a:lnTo>
                    <a:pt x="2751802" y="549360"/>
                  </a:lnTo>
                  <a:lnTo>
                    <a:pt x="2702312" y="536465"/>
                  </a:lnTo>
                  <a:lnTo>
                    <a:pt x="2667772" y="526304"/>
                  </a:lnTo>
                  <a:lnTo>
                    <a:pt x="2617282" y="509779"/>
                  </a:lnTo>
                  <a:lnTo>
                    <a:pt x="2567280" y="491532"/>
                  </a:lnTo>
                  <a:lnTo>
                    <a:pt x="2517234" y="471539"/>
                  </a:lnTo>
                  <a:lnTo>
                    <a:pt x="2466784" y="449838"/>
                  </a:lnTo>
                  <a:lnTo>
                    <a:pt x="2415725" y="426538"/>
                  </a:lnTo>
                  <a:lnTo>
                    <a:pt x="2363981" y="401820"/>
                  </a:lnTo>
                  <a:lnTo>
                    <a:pt x="2311595" y="375935"/>
                  </a:lnTo>
                  <a:lnTo>
                    <a:pt x="2258700" y="349200"/>
                  </a:lnTo>
                  <a:lnTo>
                    <a:pt x="2205503" y="321980"/>
                  </a:lnTo>
                  <a:lnTo>
                    <a:pt x="2152249" y="294669"/>
                  </a:lnTo>
                  <a:lnTo>
                    <a:pt x="2099189" y="267667"/>
                  </a:lnTo>
                  <a:lnTo>
                    <a:pt x="2046550" y="241354"/>
                  </a:lnTo>
                  <a:lnTo>
                    <a:pt x="1994504" y="216071"/>
                  </a:lnTo>
                  <a:lnTo>
                    <a:pt x="1943136" y="192101"/>
                  </a:lnTo>
                  <a:lnTo>
                    <a:pt x="1892427" y="169658"/>
                  </a:lnTo>
                  <a:lnTo>
                    <a:pt x="1842233" y="148882"/>
                  </a:lnTo>
                  <a:lnTo>
                    <a:pt x="1792266" y="129843"/>
                  </a:lnTo>
                  <a:lnTo>
                    <a:pt x="1742076" y="112543"/>
                  </a:lnTo>
                  <a:lnTo>
                    <a:pt x="1719082" y="105260"/>
                  </a:lnTo>
                  <a:lnTo>
                    <a:pt x="1670760" y="91313"/>
                  </a:lnTo>
                  <a:lnTo>
                    <a:pt x="1620701" y="78824"/>
                  </a:lnTo>
                  <a:lnTo>
                    <a:pt x="1568054" y="67713"/>
                  </a:lnTo>
                  <a:lnTo>
                    <a:pt x="1511872" y="57845"/>
                  </a:lnTo>
                  <a:lnTo>
                    <a:pt x="1451201" y="49070"/>
                  </a:lnTo>
                  <a:lnTo>
                    <a:pt x="1385166" y="41248"/>
                  </a:lnTo>
                  <a:lnTo>
                    <a:pt x="1313094" y="34258"/>
                  </a:lnTo>
                  <a:lnTo>
                    <a:pt x="1234674" y="28005"/>
                  </a:lnTo>
                  <a:lnTo>
                    <a:pt x="1150161" y="22423"/>
                  </a:lnTo>
                  <a:lnTo>
                    <a:pt x="1060616" y="17475"/>
                  </a:lnTo>
                  <a:lnTo>
                    <a:pt x="968125" y="13152"/>
                  </a:lnTo>
                  <a:lnTo>
                    <a:pt x="875886" y="9463"/>
                  </a:lnTo>
                  <a:lnTo>
                    <a:pt x="788060" y="6422"/>
                  </a:lnTo>
                  <a:lnTo>
                    <a:pt x="709269" y="4037"/>
                  </a:lnTo>
                  <a:lnTo>
                    <a:pt x="643761" y="2288"/>
                  </a:lnTo>
                  <a:lnTo>
                    <a:pt x="594440" y="1118"/>
                  </a:lnTo>
                  <a:lnTo>
                    <a:pt x="562089" y="432"/>
                  </a:lnTo>
                  <a:lnTo>
                    <a:pt x="545020" y="107"/>
                  </a:lnTo>
                  <a:lnTo>
                    <a:pt x="539223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1" name="pg581"/>
            <p:cNvSpPr/>
            <p:nvPr/>
          </p:nvSpPr>
          <p:spPr>
            <a:xfrm>
              <a:off x="546595" y="1066240"/>
              <a:ext cx="8234974" cy="2580709"/>
            </a:xfrm>
            <a:custGeom>
              <a:avLst/>
              <a:pathLst>
                <a:path w="8234974" h="2580709">
                  <a:moveTo>
                    <a:pt x="0" y="5444"/>
                  </a:moveTo>
                  <a:lnTo>
                    <a:pt x="538736" y="5444"/>
                  </a:lnTo>
                  <a:lnTo>
                    <a:pt x="540031" y="5465"/>
                  </a:lnTo>
                  <a:lnTo>
                    <a:pt x="548481" y="5617"/>
                  </a:lnTo>
                  <a:lnTo>
                    <a:pt x="569547" y="6038"/>
                  </a:lnTo>
                  <a:lnTo>
                    <a:pt x="606619" y="6863"/>
                  </a:lnTo>
                  <a:lnTo>
                    <a:pt x="660681" y="8211"/>
                  </a:lnTo>
                  <a:lnTo>
                    <a:pt x="730299" y="10168"/>
                  </a:lnTo>
                  <a:lnTo>
                    <a:pt x="812094" y="12782"/>
                  </a:lnTo>
                  <a:lnTo>
                    <a:pt x="901618" y="16062"/>
                  </a:lnTo>
                  <a:lnTo>
                    <a:pt x="994307" y="19998"/>
                  </a:lnTo>
                  <a:lnTo>
                    <a:pt x="1086238" y="24574"/>
                  </a:lnTo>
                  <a:lnTo>
                    <a:pt x="1174523" y="29786"/>
                  </a:lnTo>
                  <a:lnTo>
                    <a:pt x="1257384" y="35651"/>
                  </a:lnTo>
                  <a:lnTo>
                    <a:pt x="1334009" y="42214"/>
                  </a:lnTo>
                  <a:lnTo>
                    <a:pt x="1404327" y="49551"/>
                  </a:lnTo>
                  <a:lnTo>
                    <a:pt x="1468770" y="57767"/>
                  </a:lnTo>
                  <a:lnTo>
                    <a:pt x="1528081" y="66990"/>
                  </a:lnTo>
                  <a:lnTo>
                    <a:pt x="1583167" y="77368"/>
                  </a:lnTo>
                  <a:lnTo>
                    <a:pt x="1634990" y="89051"/>
                  </a:lnTo>
                  <a:lnTo>
                    <a:pt x="1684479" y="102166"/>
                  </a:lnTo>
                  <a:lnTo>
                    <a:pt x="1719082" y="112520"/>
                  </a:lnTo>
                  <a:lnTo>
                    <a:pt x="1769501" y="129305"/>
                  </a:lnTo>
                  <a:lnTo>
                    <a:pt x="1819432" y="147837"/>
                  </a:lnTo>
                  <a:lnTo>
                    <a:pt x="1869406" y="168139"/>
                  </a:lnTo>
                  <a:lnTo>
                    <a:pt x="1919781" y="190174"/>
                  </a:lnTo>
                  <a:lnTo>
                    <a:pt x="1970763" y="213832"/>
                  </a:lnTo>
                  <a:lnTo>
                    <a:pt x="2022428" y="238930"/>
                  </a:lnTo>
                  <a:lnTo>
                    <a:pt x="2074734" y="265214"/>
                  </a:lnTo>
                  <a:lnTo>
                    <a:pt x="2127549" y="292364"/>
                  </a:lnTo>
                  <a:lnTo>
                    <a:pt x="2180668" y="320011"/>
                  </a:lnTo>
                  <a:lnTo>
                    <a:pt x="2233847" y="347754"/>
                  </a:lnTo>
                  <a:lnTo>
                    <a:pt x="2286836" y="375191"/>
                  </a:lnTo>
                  <a:lnTo>
                    <a:pt x="2339408" y="401933"/>
                  </a:lnTo>
                  <a:lnTo>
                    <a:pt x="2391392" y="427637"/>
                  </a:lnTo>
                  <a:lnTo>
                    <a:pt x="2442700" y="452013"/>
                  </a:lnTo>
                  <a:lnTo>
                    <a:pt x="2493349" y="474845"/>
                  </a:lnTo>
                  <a:lnTo>
                    <a:pt x="2543480" y="495987"/>
                  </a:lnTo>
                  <a:lnTo>
                    <a:pt x="2593377" y="515369"/>
                  </a:lnTo>
                  <a:lnTo>
                    <a:pt x="2643483" y="532985"/>
                  </a:lnTo>
                  <a:lnTo>
                    <a:pt x="2667772" y="540823"/>
                  </a:lnTo>
                  <a:lnTo>
                    <a:pt x="2716091" y="555011"/>
                  </a:lnTo>
                  <a:lnTo>
                    <a:pt x="2766147" y="567714"/>
                  </a:lnTo>
                  <a:lnTo>
                    <a:pt x="2818790" y="579016"/>
                  </a:lnTo>
                  <a:lnTo>
                    <a:pt x="2874966" y="589054"/>
                  </a:lnTo>
                  <a:lnTo>
                    <a:pt x="2935632" y="597980"/>
                  </a:lnTo>
                  <a:lnTo>
                    <a:pt x="3001660" y="605936"/>
                  </a:lnTo>
                  <a:lnTo>
                    <a:pt x="3073724" y="613047"/>
                  </a:lnTo>
                  <a:lnTo>
                    <a:pt x="3152136" y="619408"/>
                  </a:lnTo>
                  <a:lnTo>
                    <a:pt x="3236640" y="625086"/>
                  </a:lnTo>
                  <a:lnTo>
                    <a:pt x="3326175" y="630119"/>
                  </a:lnTo>
                  <a:lnTo>
                    <a:pt x="3418659" y="634516"/>
                  </a:lnTo>
                  <a:lnTo>
                    <a:pt x="3510894" y="638270"/>
                  </a:lnTo>
                  <a:lnTo>
                    <a:pt x="3598719" y="641363"/>
                  </a:lnTo>
                  <a:lnTo>
                    <a:pt x="3677515" y="643790"/>
                  </a:lnTo>
                  <a:lnTo>
                    <a:pt x="3743035" y="645569"/>
                  </a:lnTo>
                  <a:lnTo>
                    <a:pt x="3792369" y="646760"/>
                  </a:lnTo>
                  <a:lnTo>
                    <a:pt x="3824738" y="647458"/>
                  </a:lnTo>
                  <a:lnTo>
                    <a:pt x="3841822" y="647790"/>
                  </a:lnTo>
                  <a:lnTo>
                    <a:pt x="3847629" y="647891"/>
                  </a:lnTo>
                  <a:lnTo>
                    <a:pt x="3848118" y="647899"/>
                  </a:lnTo>
                  <a:lnTo>
                    <a:pt x="4386855" y="647899"/>
                  </a:lnTo>
                  <a:lnTo>
                    <a:pt x="4388091" y="647960"/>
                  </a:lnTo>
                  <a:lnTo>
                    <a:pt x="4396164" y="648396"/>
                  </a:lnTo>
                  <a:lnTo>
                    <a:pt x="4416325" y="649601"/>
                  </a:lnTo>
                  <a:lnTo>
                    <a:pt x="4451892" y="651968"/>
                  </a:lnTo>
                  <a:lnTo>
                    <a:pt x="4503935" y="655839"/>
                  </a:lnTo>
                  <a:lnTo>
                    <a:pt x="4571238" y="661471"/>
                  </a:lnTo>
                  <a:lnTo>
                    <a:pt x="4650710" y="669006"/>
                  </a:lnTo>
                  <a:lnTo>
                    <a:pt x="4738166" y="678486"/>
                  </a:lnTo>
                  <a:lnTo>
                    <a:pt x="4829223" y="689883"/>
                  </a:lnTo>
                  <a:lnTo>
                    <a:pt x="4920027" y="703151"/>
                  </a:lnTo>
                  <a:lnTo>
                    <a:pt x="5007665" y="718270"/>
                  </a:lnTo>
                  <a:lnTo>
                    <a:pt x="5090273" y="735277"/>
                  </a:lnTo>
                  <a:lnTo>
                    <a:pt x="5166925" y="754288"/>
                  </a:lnTo>
                  <a:lnTo>
                    <a:pt x="5237433" y="775502"/>
                  </a:lnTo>
                  <a:lnTo>
                    <a:pt x="5302126" y="799200"/>
                  </a:lnTo>
                  <a:lnTo>
                    <a:pt x="5361657" y="825741"/>
                  </a:lnTo>
                  <a:lnTo>
                    <a:pt x="5416865" y="855536"/>
                  </a:lnTo>
                  <a:lnTo>
                    <a:pt x="5468661" y="889019"/>
                  </a:lnTo>
                  <a:lnTo>
                    <a:pt x="5517949" y="926583"/>
                  </a:lnTo>
                  <a:lnTo>
                    <a:pt x="5565541" y="968473"/>
                  </a:lnTo>
                  <a:lnTo>
                    <a:pt x="5567201" y="970034"/>
                  </a:lnTo>
                  <a:lnTo>
                    <a:pt x="5607924" y="1010358"/>
                  </a:lnTo>
                  <a:lnTo>
                    <a:pt x="5648252" y="1054081"/>
                  </a:lnTo>
                  <a:lnTo>
                    <a:pt x="5688492" y="1101268"/>
                  </a:lnTo>
                  <a:lnTo>
                    <a:pt x="5728874" y="1151908"/>
                  </a:lnTo>
                  <a:lnTo>
                    <a:pt x="5769558" y="1205907"/>
                  </a:lnTo>
                  <a:lnTo>
                    <a:pt x="5810642" y="1263078"/>
                  </a:lnTo>
                  <a:lnTo>
                    <a:pt x="5852170" y="1323140"/>
                  </a:lnTo>
                  <a:lnTo>
                    <a:pt x="5894134" y="1385718"/>
                  </a:lnTo>
                  <a:lnTo>
                    <a:pt x="5936485" y="1450351"/>
                  </a:lnTo>
                  <a:lnTo>
                    <a:pt x="5979137" y="1516501"/>
                  </a:lnTo>
                  <a:lnTo>
                    <a:pt x="6021978" y="1583575"/>
                  </a:lnTo>
                  <a:lnTo>
                    <a:pt x="6064879" y="1650941"/>
                  </a:lnTo>
                  <a:lnTo>
                    <a:pt x="6107709" y="1717959"/>
                  </a:lnTo>
                  <a:lnTo>
                    <a:pt x="6150338" y="1783999"/>
                  </a:lnTo>
                  <a:lnTo>
                    <a:pt x="6192658" y="1848472"/>
                  </a:lnTo>
                  <a:lnTo>
                    <a:pt x="6234586" y="1910847"/>
                  </a:lnTo>
                  <a:lnTo>
                    <a:pt x="6276074" y="1970668"/>
                  </a:lnTo>
                  <a:lnTo>
                    <a:pt x="6317121" y="2027571"/>
                  </a:lnTo>
                  <a:lnTo>
                    <a:pt x="6357773" y="2081281"/>
                  </a:lnTo>
                  <a:lnTo>
                    <a:pt x="6398135" y="2131620"/>
                  </a:lnTo>
                  <a:lnTo>
                    <a:pt x="6438373" y="2178502"/>
                  </a:lnTo>
                  <a:lnTo>
                    <a:pt x="6478722" y="2221924"/>
                  </a:lnTo>
                  <a:lnTo>
                    <a:pt x="6515891" y="2258574"/>
                  </a:lnTo>
                  <a:lnTo>
                    <a:pt x="6563436" y="2300618"/>
                  </a:lnTo>
                  <a:lnTo>
                    <a:pt x="6612651" y="2338332"/>
                  </a:lnTo>
                  <a:lnTo>
                    <a:pt x="6664344" y="2371954"/>
                  </a:lnTo>
                  <a:lnTo>
                    <a:pt x="6719415" y="2401871"/>
                  </a:lnTo>
                  <a:lnTo>
                    <a:pt x="6778779" y="2428520"/>
                  </a:lnTo>
                  <a:lnTo>
                    <a:pt x="6843275" y="2452312"/>
                  </a:lnTo>
                  <a:lnTo>
                    <a:pt x="6913570" y="2473608"/>
                  </a:lnTo>
                  <a:lnTo>
                    <a:pt x="6990005" y="2492693"/>
                  </a:lnTo>
                  <a:lnTo>
                    <a:pt x="7072412" y="2509769"/>
                  </a:lnTo>
                  <a:lnTo>
                    <a:pt x="7159899" y="2524954"/>
                  </a:lnTo>
                  <a:lnTo>
                    <a:pt x="7250634" y="2538288"/>
                  </a:lnTo>
                  <a:lnTo>
                    <a:pt x="7341743" y="2549751"/>
                  </a:lnTo>
                  <a:lnTo>
                    <a:pt x="7429400" y="2559299"/>
                  </a:lnTo>
                  <a:lnTo>
                    <a:pt x="7509229" y="2566903"/>
                  </a:lnTo>
                  <a:lnTo>
                    <a:pt x="7577025" y="2572601"/>
                  </a:lnTo>
                  <a:lnTo>
                    <a:pt x="7629641" y="2576531"/>
                  </a:lnTo>
                  <a:lnTo>
                    <a:pt x="7665785" y="2578945"/>
                  </a:lnTo>
                  <a:lnTo>
                    <a:pt x="7686448" y="2580185"/>
                  </a:lnTo>
                  <a:lnTo>
                    <a:pt x="7694869" y="2580641"/>
                  </a:lnTo>
                  <a:lnTo>
                    <a:pt x="7696237" y="2580709"/>
                  </a:lnTo>
                  <a:lnTo>
                    <a:pt x="8234974" y="2580709"/>
                  </a:lnTo>
                  <a:lnTo>
                    <a:pt x="8234974" y="2575264"/>
                  </a:lnTo>
                  <a:lnTo>
                    <a:pt x="7696237" y="2575264"/>
                  </a:lnTo>
                  <a:lnTo>
                    <a:pt x="7695001" y="2575203"/>
                  </a:lnTo>
                  <a:lnTo>
                    <a:pt x="7686929" y="2574767"/>
                  </a:lnTo>
                  <a:lnTo>
                    <a:pt x="7666767" y="2573562"/>
                  </a:lnTo>
                  <a:lnTo>
                    <a:pt x="7631200" y="2571196"/>
                  </a:lnTo>
                  <a:lnTo>
                    <a:pt x="7579158" y="2567324"/>
                  </a:lnTo>
                  <a:lnTo>
                    <a:pt x="7511854" y="2561692"/>
                  </a:lnTo>
                  <a:lnTo>
                    <a:pt x="7432383" y="2554157"/>
                  </a:lnTo>
                  <a:lnTo>
                    <a:pt x="7344926" y="2544677"/>
                  </a:lnTo>
                  <a:lnTo>
                    <a:pt x="7253869" y="2533281"/>
                  </a:lnTo>
                  <a:lnTo>
                    <a:pt x="7163065" y="2520012"/>
                  </a:lnTo>
                  <a:lnTo>
                    <a:pt x="7075427" y="2504893"/>
                  </a:lnTo>
                  <a:lnTo>
                    <a:pt x="6992820" y="2487886"/>
                  </a:lnTo>
                  <a:lnTo>
                    <a:pt x="6916167" y="2468875"/>
                  </a:lnTo>
                  <a:lnTo>
                    <a:pt x="6845659" y="2447661"/>
                  </a:lnTo>
                  <a:lnTo>
                    <a:pt x="6780967" y="2423963"/>
                  </a:lnTo>
                  <a:lnTo>
                    <a:pt x="6721436" y="2397422"/>
                  </a:lnTo>
                  <a:lnTo>
                    <a:pt x="6666228" y="2367628"/>
                  </a:lnTo>
                  <a:lnTo>
                    <a:pt x="6614431" y="2334145"/>
                  </a:lnTo>
                  <a:lnTo>
                    <a:pt x="6565143" y="2296580"/>
                  </a:lnTo>
                  <a:lnTo>
                    <a:pt x="6517551" y="2254690"/>
                  </a:lnTo>
                  <a:lnTo>
                    <a:pt x="6515891" y="2253129"/>
                  </a:lnTo>
                  <a:lnTo>
                    <a:pt x="6475169" y="2212805"/>
                  </a:lnTo>
                  <a:lnTo>
                    <a:pt x="6434841" y="2169082"/>
                  </a:lnTo>
                  <a:lnTo>
                    <a:pt x="6394600" y="2121895"/>
                  </a:lnTo>
                  <a:lnTo>
                    <a:pt x="6354218" y="2071255"/>
                  </a:lnTo>
                  <a:lnTo>
                    <a:pt x="6313535" y="2017256"/>
                  </a:lnTo>
                  <a:lnTo>
                    <a:pt x="6272450" y="1960085"/>
                  </a:lnTo>
                  <a:lnTo>
                    <a:pt x="6230923" y="1900023"/>
                  </a:lnTo>
                  <a:lnTo>
                    <a:pt x="6188958" y="1837445"/>
                  </a:lnTo>
                  <a:lnTo>
                    <a:pt x="6146607" y="1772812"/>
                  </a:lnTo>
                  <a:lnTo>
                    <a:pt x="6103955" y="1706662"/>
                  </a:lnTo>
                  <a:lnTo>
                    <a:pt x="6061115" y="1639588"/>
                  </a:lnTo>
                  <a:lnTo>
                    <a:pt x="6018213" y="1572222"/>
                  </a:lnTo>
                  <a:lnTo>
                    <a:pt x="5975384" y="1505204"/>
                  </a:lnTo>
                  <a:lnTo>
                    <a:pt x="5932754" y="1439164"/>
                  </a:lnTo>
                  <a:lnTo>
                    <a:pt x="5890434" y="1374691"/>
                  </a:lnTo>
                  <a:lnTo>
                    <a:pt x="5848507" y="1312317"/>
                  </a:lnTo>
                  <a:lnTo>
                    <a:pt x="5807018" y="1252495"/>
                  </a:lnTo>
                  <a:lnTo>
                    <a:pt x="5765972" y="1195592"/>
                  </a:lnTo>
                  <a:lnTo>
                    <a:pt x="5725319" y="1141882"/>
                  </a:lnTo>
                  <a:lnTo>
                    <a:pt x="5684957" y="1091543"/>
                  </a:lnTo>
                  <a:lnTo>
                    <a:pt x="5644719" y="1044661"/>
                  </a:lnTo>
                  <a:lnTo>
                    <a:pt x="5604370" y="1001240"/>
                  </a:lnTo>
                  <a:lnTo>
                    <a:pt x="5567201" y="964589"/>
                  </a:lnTo>
                  <a:lnTo>
                    <a:pt x="5519656" y="922546"/>
                  </a:lnTo>
                  <a:lnTo>
                    <a:pt x="5470441" y="884831"/>
                  </a:lnTo>
                  <a:lnTo>
                    <a:pt x="5418749" y="851210"/>
                  </a:lnTo>
                  <a:lnTo>
                    <a:pt x="5363677" y="821292"/>
                  </a:lnTo>
                  <a:lnTo>
                    <a:pt x="5304314" y="794644"/>
                  </a:lnTo>
                  <a:lnTo>
                    <a:pt x="5239817" y="770851"/>
                  </a:lnTo>
                  <a:lnTo>
                    <a:pt x="5169522" y="749555"/>
                  </a:lnTo>
                  <a:lnTo>
                    <a:pt x="5093088" y="730470"/>
                  </a:lnTo>
                  <a:lnTo>
                    <a:pt x="5010680" y="713394"/>
                  </a:lnTo>
                  <a:lnTo>
                    <a:pt x="4923194" y="698209"/>
                  </a:lnTo>
                  <a:lnTo>
                    <a:pt x="4832459" y="684876"/>
                  </a:lnTo>
                  <a:lnTo>
                    <a:pt x="4741349" y="673412"/>
                  </a:lnTo>
                  <a:lnTo>
                    <a:pt x="4653692" y="663864"/>
                  </a:lnTo>
                  <a:lnTo>
                    <a:pt x="4573863" y="656260"/>
                  </a:lnTo>
                  <a:lnTo>
                    <a:pt x="4506068" y="650563"/>
                  </a:lnTo>
                  <a:lnTo>
                    <a:pt x="4453452" y="646632"/>
                  </a:lnTo>
                  <a:lnTo>
                    <a:pt x="4417307" y="644219"/>
                  </a:lnTo>
                  <a:lnTo>
                    <a:pt x="4396645" y="642979"/>
                  </a:lnTo>
                  <a:lnTo>
                    <a:pt x="4388224" y="642522"/>
                  </a:lnTo>
                  <a:lnTo>
                    <a:pt x="4386855" y="642455"/>
                  </a:lnTo>
                  <a:lnTo>
                    <a:pt x="3848118" y="642455"/>
                  </a:lnTo>
                  <a:lnTo>
                    <a:pt x="3846823" y="642433"/>
                  </a:lnTo>
                  <a:lnTo>
                    <a:pt x="3838374" y="642281"/>
                  </a:lnTo>
                  <a:lnTo>
                    <a:pt x="3817307" y="641861"/>
                  </a:lnTo>
                  <a:lnTo>
                    <a:pt x="3780236" y="641036"/>
                  </a:lnTo>
                  <a:lnTo>
                    <a:pt x="3726174" y="639688"/>
                  </a:lnTo>
                  <a:lnTo>
                    <a:pt x="3656556" y="637730"/>
                  </a:lnTo>
                  <a:lnTo>
                    <a:pt x="3574761" y="635117"/>
                  </a:lnTo>
                  <a:lnTo>
                    <a:pt x="3485237" y="631837"/>
                  </a:lnTo>
                  <a:lnTo>
                    <a:pt x="3392548" y="627901"/>
                  </a:lnTo>
                  <a:lnTo>
                    <a:pt x="3300617" y="623325"/>
                  </a:lnTo>
                  <a:lnTo>
                    <a:pt x="3212332" y="618113"/>
                  </a:lnTo>
                  <a:lnTo>
                    <a:pt x="3129471" y="612248"/>
                  </a:lnTo>
                  <a:lnTo>
                    <a:pt x="3052845" y="605684"/>
                  </a:lnTo>
                  <a:lnTo>
                    <a:pt x="2982527" y="598347"/>
                  </a:lnTo>
                  <a:lnTo>
                    <a:pt x="2918084" y="590132"/>
                  </a:lnTo>
                  <a:lnTo>
                    <a:pt x="2858773" y="580908"/>
                  </a:lnTo>
                  <a:lnTo>
                    <a:pt x="2803687" y="570530"/>
                  </a:lnTo>
                  <a:lnTo>
                    <a:pt x="2751864" y="558847"/>
                  </a:lnTo>
                  <a:lnTo>
                    <a:pt x="2702376" y="545732"/>
                  </a:lnTo>
                  <a:lnTo>
                    <a:pt x="2667772" y="535379"/>
                  </a:lnTo>
                  <a:lnTo>
                    <a:pt x="2617354" y="518593"/>
                  </a:lnTo>
                  <a:lnTo>
                    <a:pt x="2567423" y="500062"/>
                  </a:lnTo>
                  <a:lnTo>
                    <a:pt x="2517448" y="479759"/>
                  </a:lnTo>
                  <a:lnTo>
                    <a:pt x="2467074" y="457725"/>
                  </a:lnTo>
                  <a:lnTo>
                    <a:pt x="2416091" y="434067"/>
                  </a:lnTo>
                  <a:lnTo>
                    <a:pt x="2364427" y="408968"/>
                  </a:lnTo>
                  <a:lnTo>
                    <a:pt x="2312120" y="382684"/>
                  </a:lnTo>
                  <a:lnTo>
                    <a:pt x="2259306" y="355534"/>
                  </a:lnTo>
                  <a:lnTo>
                    <a:pt x="2206187" y="327888"/>
                  </a:lnTo>
                  <a:lnTo>
                    <a:pt x="2153007" y="300144"/>
                  </a:lnTo>
                  <a:lnTo>
                    <a:pt x="2100018" y="272708"/>
                  </a:lnTo>
                  <a:lnTo>
                    <a:pt x="2047446" y="245965"/>
                  </a:lnTo>
                  <a:lnTo>
                    <a:pt x="1995462" y="220262"/>
                  </a:lnTo>
                  <a:lnTo>
                    <a:pt x="1944155" y="195885"/>
                  </a:lnTo>
                  <a:lnTo>
                    <a:pt x="1893506" y="173054"/>
                  </a:lnTo>
                  <a:lnTo>
                    <a:pt x="1843374" y="151911"/>
                  </a:lnTo>
                  <a:lnTo>
                    <a:pt x="1793477" y="132530"/>
                  </a:lnTo>
                  <a:lnTo>
                    <a:pt x="1743371" y="114913"/>
                  </a:lnTo>
                  <a:lnTo>
                    <a:pt x="1719082" y="107075"/>
                  </a:lnTo>
                  <a:lnTo>
                    <a:pt x="1670763" y="92888"/>
                  </a:lnTo>
                  <a:lnTo>
                    <a:pt x="1620708" y="80185"/>
                  </a:lnTo>
                  <a:lnTo>
                    <a:pt x="1568065" y="68883"/>
                  </a:lnTo>
                  <a:lnTo>
                    <a:pt x="1511888" y="58845"/>
                  </a:lnTo>
                  <a:lnTo>
                    <a:pt x="1451223" y="49919"/>
                  </a:lnTo>
                  <a:lnTo>
                    <a:pt x="1385194" y="41962"/>
                  </a:lnTo>
                  <a:lnTo>
                    <a:pt x="1313130" y="34852"/>
                  </a:lnTo>
                  <a:lnTo>
                    <a:pt x="1234719" y="28491"/>
                  </a:lnTo>
                  <a:lnTo>
                    <a:pt x="1150215" y="22813"/>
                  </a:lnTo>
                  <a:lnTo>
                    <a:pt x="1060679" y="17780"/>
                  </a:lnTo>
                  <a:lnTo>
                    <a:pt x="968195" y="13382"/>
                  </a:lnTo>
                  <a:lnTo>
                    <a:pt x="875961" y="9629"/>
                  </a:lnTo>
                  <a:lnTo>
                    <a:pt x="788135" y="6536"/>
                  </a:lnTo>
                  <a:lnTo>
                    <a:pt x="709339" y="4109"/>
                  </a:lnTo>
                  <a:lnTo>
                    <a:pt x="643820" y="2329"/>
                  </a:lnTo>
                  <a:lnTo>
                    <a:pt x="594485" y="1138"/>
                  </a:lnTo>
                  <a:lnTo>
                    <a:pt x="562117" y="440"/>
                  </a:lnTo>
                  <a:lnTo>
                    <a:pt x="545033" y="109"/>
                  </a:lnTo>
                  <a:lnTo>
                    <a:pt x="539226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82" name="pl582"/>
            <p:cNvSpPr/>
            <p:nvPr/>
          </p:nvSpPr>
          <p:spPr>
            <a:xfrm>
              <a:off x="546595" y="1071684"/>
              <a:ext cx="8234974" cy="2575264"/>
            </a:xfrm>
            <a:custGeom>
              <a:avLst/>
              <a:pathLst>
                <a:path w="8234974" h="2575264">
                  <a:moveTo>
                    <a:pt x="0" y="0"/>
                  </a:moveTo>
                  <a:lnTo>
                    <a:pt x="538736" y="0"/>
                  </a:lnTo>
                  <a:lnTo>
                    <a:pt x="540031" y="21"/>
                  </a:lnTo>
                  <a:lnTo>
                    <a:pt x="548481" y="173"/>
                  </a:lnTo>
                  <a:lnTo>
                    <a:pt x="569547" y="593"/>
                  </a:lnTo>
                  <a:lnTo>
                    <a:pt x="606619" y="1418"/>
                  </a:lnTo>
                  <a:lnTo>
                    <a:pt x="660681" y="2766"/>
                  </a:lnTo>
                  <a:lnTo>
                    <a:pt x="730299" y="4724"/>
                  </a:lnTo>
                  <a:lnTo>
                    <a:pt x="812094" y="7337"/>
                  </a:lnTo>
                  <a:lnTo>
                    <a:pt x="901618" y="10617"/>
                  </a:lnTo>
                  <a:lnTo>
                    <a:pt x="994307" y="14553"/>
                  </a:lnTo>
                  <a:lnTo>
                    <a:pt x="1086238" y="19129"/>
                  </a:lnTo>
                  <a:lnTo>
                    <a:pt x="1174523" y="24341"/>
                  </a:lnTo>
                  <a:lnTo>
                    <a:pt x="1257384" y="30206"/>
                  </a:lnTo>
                  <a:lnTo>
                    <a:pt x="1334009" y="36770"/>
                  </a:lnTo>
                  <a:lnTo>
                    <a:pt x="1404327" y="44107"/>
                  </a:lnTo>
                  <a:lnTo>
                    <a:pt x="1468770" y="52322"/>
                  </a:lnTo>
                  <a:lnTo>
                    <a:pt x="1528081" y="61546"/>
                  </a:lnTo>
                  <a:lnTo>
                    <a:pt x="1583167" y="71924"/>
                  </a:lnTo>
                  <a:lnTo>
                    <a:pt x="1634990" y="83607"/>
                  </a:lnTo>
                  <a:lnTo>
                    <a:pt x="1684479" y="96722"/>
                  </a:lnTo>
                  <a:lnTo>
                    <a:pt x="1719082" y="107075"/>
                  </a:lnTo>
                  <a:lnTo>
                    <a:pt x="1769501" y="123861"/>
                  </a:lnTo>
                  <a:lnTo>
                    <a:pt x="1819432" y="142392"/>
                  </a:lnTo>
                  <a:lnTo>
                    <a:pt x="1869406" y="162695"/>
                  </a:lnTo>
                  <a:lnTo>
                    <a:pt x="1919781" y="184729"/>
                  </a:lnTo>
                  <a:lnTo>
                    <a:pt x="1970763" y="208387"/>
                  </a:lnTo>
                  <a:lnTo>
                    <a:pt x="2022428" y="233486"/>
                  </a:lnTo>
                  <a:lnTo>
                    <a:pt x="2074734" y="259770"/>
                  </a:lnTo>
                  <a:lnTo>
                    <a:pt x="2127549" y="286920"/>
                  </a:lnTo>
                  <a:lnTo>
                    <a:pt x="2180668" y="314566"/>
                  </a:lnTo>
                  <a:lnTo>
                    <a:pt x="2233847" y="342310"/>
                  </a:lnTo>
                  <a:lnTo>
                    <a:pt x="2286836" y="369746"/>
                  </a:lnTo>
                  <a:lnTo>
                    <a:pt x="2339408" y="396489"/>
                  </a:lnTo>
                  <a:lnTo>
                    <a:pt x="2391392" y="422192"/>
                  </a:lnTo>
                  <a:lnTo>
                    <a:pt x="2442700" y="446569"/>
                  </a:lnTo>
                  <a:lnTo>
                    <a:pt x="2493349" y="469400"/>
                  </a:lnTo>
                  <a:lnTo>
                    <a:pt x="2543480" y="490543"/>
                  </a:lnTo>
                  <a:lnTo>
                    <a:pt x="2593377" y="509924"/>
                  </a:lnTo>
                  <a:lnTo>
                    <a:pt x="2643483" y="527541"/>
                  </a:lnTo>
                  <a:lnTo>
                    <a:pt x="2667772" y="535379"/>
                  </a:lnTo>
                  <a:lnTo>
                    <a:pt x="2716091" y="549566"/>
                  </a:lnTo>
                  <a:lnTo>
                    <a:pt x="2766147" y="562269"/>
                  </a:lnTo>
                  <a:lnTo>
                    <a:pt x="2818790" y="573571"/>
                  </a:lnTo>
                  <a:lnTo>
                    <a:pt x="2874966" y="583609"/>
                  </a:lnTo>
                  <a:lnTo>
                    <a:pt x="2935632" y="592535"/>
                  </a:lnTo>
                  <a:lnTo>
                    <a:pt x="3001660" y="600492"/>
                  </a:lnTo>
                  <a:lnTo>
                    <a:pt x="3073724" y="607602"/>
                  </a:lnTo>
                  <a:lnTo>
                    <a:pt x="3152136" y="613963"/>
                  </a:lnTo>
                  <a:lnTo>
                    <a:pt x="3236640" y="619641"/>
                  </a:lnTo>
                  <a:lnTo>
                    <a:pt x="3326175" y="624674"/>
                  </a:lnTo>
                  <a:lnTo>
                    <a:pt x="3418659" y="629072"/>
                  </a:lnTo>
                  <a:lnTo>
                    <a:pt x="3510894" y="632825"/>
                  </a:lnTo>
                  <a:lnTo>
                    <a:pt x="3598719" y="635918"/>
                  </a:lnTo>
                  <a:lnTo>
                    <a:pt x="3677515" y="638345"/>
                  </a:lnTo>
                  <a:lnTo>
                    <a:pt x="3743035" y="640125"/>
                  </a:lnTo>
                  <a:lnTo>
                    <a:pt x="3792369" y="641316"/>
                  </a:lnTo>
                  <a:lnTo>
                    <a:pt x="3824738" y="642014"/>
                  </a:lnTo>
                  <a:lnTo>
                    <a:pt x="3841822" y="642345"/>
                  </a:lnTo>
                  <a:lnTo>
                    <a:pt x="3847629" y="642447"/>
                  </a:lnTo>
                  <a:lnTo>
                    <a:pt x="3848118" y="642455"/>
                  </a:lnTo>
                  <a:lnTo>
                    <a:pt x="4386855" y="642455"/>
                  </a:lnTo>
                  <a:lnTo>
                    <a:pt x="4388091" y="642516"/>
                  </a:lnTo>
                  <a:lnTo>
                    <a:pt x="4396164" y="642951"/>
                  </a:lnTo>
                  <a:lnTo>
                    <a:pt x="4416325" y="644157"/>
                  </a:lnTo>
                  <a:lnTo>
                    <a:pt x="4451892" y="646523"/>
                  </a:lnTo>
                  <a:lnTo>
                    <a:pt x="4503935" y="650395"/>
                  </a:lnTo>
                  <a:lnTo>
                    <a:pt x="4571238" y="656027"/>
                  </a:lnTo>
                  <a:lnTo>
                    <a:pt x="4650710" y="663562"/>
                  </a:lnTo>
                  <a:lnTo>
                    <a:pt x="4738166" y="673041"/>
                  </a:lnTo>
                  <a:lnTo>
                    <a:pt x="4829223" y="684438"/>
                  </a:lnTo>
                  <a:lnTo>
                    <a:pt x="4920027" y="697706"/>
                  </a:lnTo>
                  <a:lnTo>
                    <a:pt x="5007665" y="712825"/>
                  </a:lnTo>
                  <a:lnTo>
                    <a:pt x="5090273" y="729833"/>
                  </a:lnTo>
                  <a:lnTo>
                    <a:pt x="5166925" y="748844"/>
                  </a:lnTo>
                  <a:lnTo>
                    <a:pt x="5237433" y="770057"/>
                  </a:lnTo>
                  <a:lnTo>
                    <a:pt x="5302126" y="793756"/>
                  </a:lnTo>
                  <a:lnTo>
                    <a:pt x="5361657" y="820296"/>
                  </a:lnTo>
                  <a:lnTo>
                    <a:pt x="5416865" y="850091"/>
                  </a:lnTo>
                  <a:lnTo>
                    <a:pt x="5468661" y="883574"/>
                  </a:lnTo>
                  <a:lnTo>
                    <a:pt x="5517949" y="921139"/>
                  </a:lnTo>
                  <a:lnTo>
                    <a:pt x="5565541" y="963029"/>
                  </a:lnTo>
                  <a:lnTo>
                    <a:pt x="5567201" y="964589"/>
                  </a:lnTo>
                  <a:lnTo>
                    <a:pt x="5607924" y="1004914"/>
                  </a:lnTo>
                  <a:lnTo>
                    <a:pt x="5648252" y="1048637"/>
                  </a:lnTo>
                  <a:lnTo>
                    <a:pt x="5688492" y="1095824"/>
                  </a:lnTo>
                  <a:lnTo>
                    <a:pt x="5728874" y="1146464"/>
                  </a:lnTo>
                  <a:lnTo>
                    <a:pt x="5769558" y="1200463"/>
                  </a:lnTo>
                  <a:lnTo>
                    <a:pt x="5810642" y="1257634"/>
                  </a:lnTo>
                  <a:lnTo>
                    <a:pt x="5852170" y="1317696"/>
                  </a:lnTo>
                  <a:lnTo>
                    <a:pt x="5894134" y="1380274"/>
                  </a:lnTo>
                  <a:lnTo>
                    <a:pt x="5936485" y="1444906"/>
                  </a:lnTo>
                  <a:lnTo>
                    <a:pt x="5979137" y="1511057"/>
                  </a:lnTo>
                  <a:lnTo>
                    <a:pt x="6021978" y="1578130"/>
                  </a:lnTo>
                  <a:lnTo>
                    <a:pt x="6064879" y="1645497"/>
                  </a:lnTo>
                  <a:lnTo>
                    <a:pt x="6107709" y="1712514"/>
                  </a:lnTo>
                  <a:lnTo>
                    <a:pt x="6150338" y="1778555"/>
                  </a:lnTo>
                  <a:lnTo>
                    <a:pt x="6192658" y="1843027"/>
                  </a:lnTo>
                  <a:lnTo>
                    <a:pt x="6234586" y="1905402"/>
                  </a:lnTo>
                  <a:lnTo>
                    <a:pt x="6276074" y="1965224"/>
                  </a:lnTo>
                  <a:lnTo>
                    <a:pt x="6317121" y="2022126"/>
                  </a:lnTo>
                  <a:lnTo>
                    <a:pt x="6357773" y="2075836"/>
                  </a:lnTo>
                  <a:lnTo>
                    <a:pt x="6398135" y="2126176"/>
                  </a:lnTo>
                  <a:lnTo>
                    <a:pt x="6438373" y="2173058"/>
                  </a:lnTo>
                  <a:lnTo>
                    <a:pt x="6478722" y="2216479"/>
                  </a:lnTo>
                  <a:lnTo>
                    <a:pt x="6515891" y="2253129"/>
                  </a:lnTo>
                  <a:lnTo>
                    <a:pt x="6563436" y="2295173"/>
                  </a:lnTo>
                  <a:lnTo>
                    <a:pt x="6612651" y="2332888"/>
                  </a:lnTo>
                  <a:lnTo>
                    <a:pt x="6664344" y="2366509"/>
                  </a:lnTo>
                  <a:lnTo>
                    <a:pt x="6719415" y="2396427"/>
                  </a:lnTo>
                  <a:lnTo>
                    <a:pt x="6778779" y="2423075"/>
                  </a:lnTo>
                  <a:lnTo>
                    <a:pt x="6843275" y="2446868"/>
                  </a:lnTo>
                  <a:lnTo>
                    <a:pt x="6913570" y="2468164"/>
                  </a:lnTo>
                  <a:lnTo>
                    <a:pt x="6990005" y="2487249"/>
                  </a:lnTo>
                  <a:lnTo>
                    <a:pt x="7072412" y="2504325"/>
                  </a:lnTo>
                  <a:lnTo>
                    <a:pt x="7159899" y="2519509"/>
                  </a:lnTo>
                  <a:lnTo>
                    <a:pt x="7250634" y="2532843"/>
                  </a:lnTo>
                  <a:lnTo>
                    <a:pt x="7341743" y="2544307"/>
                  </a:lnTo>
                  <a:lnTo>
                    <a:pt x="7429400" y="2553855"/>
                  </a:lnTo>
                  <a:lnTo>
                    <a:pt x="7509229" y="2561459"/>
                  </a:lnTo>
                  <a:lnTo>
                    <a:pt x="7577025" y="2567156"/>
                  </a:lnTo>
                  <a:lnTo>
                    <a:pt x="7629641" y="2571086"/>
                  </a:lnTo>
                  <a:lnTo>
                    <a:pt x="7665785" y="2573500"/>
                  </a:lnTo>
                  <a:lnTo>
                    <a:pt x="7686448" y="2574740"/>
                  </a:lnTo>
                  <a:lnTo>
                    <a:pt x="7694869" y="2575196"/>
                  </a:lnTo>
                  <a:lnTo>
                    <a:pt x="7696237" y="2575264"/>
                  </a:lnTo>
                  <a:lnTo>
                    <a:pt x="7696237" y="2575264"/>
                  </a:lnTo>
                  <a:lnTo>
                    <a:pt x="8234974" y="25752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3" name="pl583"/>
            <p:cNvSpPr/>
            <p:nvPr/>
          </p:nvSpPr>
          <p:spPr>
            <a:xfrm>
              <a:off x="546595" y="1066240"/>
              <a:ext cx="8234974" cy="2575264"/>
            </a:xfrm>
            <a:custGeom>
              <a:avLst/>
              <a:pathLst>
                <a:path w="8234974" h="2575264">
                  <a:moveTo>
                    <a:pt x="8234974" y="2575264"/>
                  </a:moveTo>
                  <a:lnTo>
                    <a:pt x="7696237" y="2575264"/>
                  </a:lnTo>
                  <a:lnTo>
                    <a:pt x="7695001" y="2575203"/>
                  </a:lnTo>
                  <a:lnTo>
                    <a:pt x="7686929" y="2574767"/>
                  </a:lnTo>
                  <a:lnTo>
                    <a:pt x="7666767" y="2573562"/>
                  </a:lnTo>
                  <a:lnTo>
                    <a:pt x="7631200" y="2571196"/>
                  </a:lnTo>
                  <a:lnTo>
                    <a:pt x="7579158" y="2567324"/>
                  </a:lnTo>
                  <a:lnTo>
                    <a:pt x="7511854" y="2561692"/>
                  </a:lnTo>
                  <a:lnTo>
                    <a:pt x="7432383" y="2554157"/>
                  </a:lnTo>
                  <a:lnTo>
                    <a:pt x="7344926" y="2544677"/>
                  </a:lnTo>
                  <a:lnTo>
                    <a:pt x="7253869" y="2533281"/>
                  </a:lnTo>
                  <a:lnTo>
                    <a:pt x="7163065" y="2520012"/>
                  </a:lnTo>
                  <a:lnTo>
                    <a:pt x="7075427" y="2504893"/>
                  </a:lnTo>
                  <a:lnTo>
                    <a:pt x="6992820" y="2487886"/>
                  </a:lnTo>
                  <a:lnTo>
                    <a:pt x="6916167" y="2468875"/>
                  </a:lnTo>
                  <a:lnTo>
                    <a:pt x="6845659" y="2447661"/>
                  </a:lnTo>
                  <a:lnTo>
                    <a:pt x="6780967" y="2423963"/>
                  </a:lnTo>
                  <a:lnTo>
                    <a:pt x="6721436" y="2397422"/>
                  </a:lnTo>
                  <a:lnTo>
                    <a:pt x="6666228" y="2367628"/>
                  </a:lnTo>
                  <a:lnTo>
                    <a:pt x="6614431" y="2334145"/>
                  </a:lnTo>
                  <a:lnTo>
                    <a:pt x="6565143" y="2296580"/>
                  </a:lnTo>
                  <a:lnTo>
                    <a:pt x="6517551" y="2254690"/>
                  </a:lnTo>
                  <a:lnTo>
                    <a:pt x="6515891" y="2253129"/>
                  </a:lnTo>
                  <a:lnTo>
                    <a:pt x="6475169" y="2212805"/>
                  </a:lnTo>
                  <a:lnTo>
                    <a:pt x="6434841" y="2169082"/>
                  </a:lnTo>
                  <a:lnTo>
                    <a:pt x="6394600" y="2121895"/>
                  </a:lnTo>
                  <a:lnTo>
                    <a:pt x="6354218" y="2071255"/>
                  </a:lnTo>
                  <a:lnTo>
                    <a:pt x="6313535" y="2017256"/>
                  </a:lnTo>
                  <a:lnTo>
                    <a:pt x="6272450" y="1960085"/>
                  </a:lnTo>
                  <a:lnTo>
                    <a:pt x="6230923" y="1900023"/>
                  </a:lnTo>
                  <a:lnTo>
                    <a:pt x="6188958" y="1837445"/>
                  </a:lnTo>
                  <a:lnTo>
                    <a:pt x="6146607" y="1772812"/>
                  </a:lnTo>
                  <a:lnTo>
                    <a:pt x="6103955" y="1706662"/>
                  </a:lnTo>
                  <a:lnTo>
                    <a:pt x="6061115" y="1639588"/>
                  </a:lnTo>
                  <a:lnTo>
                    <a:pt x="6018213" y="1572222"/>
                  </a:lnTo>
                  <a:lnTo>
                    <a:pt x="5975384" y="1505204"/>
                  </a:lnTo>
                  <a:lnTo>
                    <a:pt x="5932754" y="1439164"/>
                  </a:lnTo>
                  <a:lnTo>
                    <a:pt x="5890434" y="1374691"/>
                  </a:lnTo>
                  <a:lnTo>
                    <a:pt x="5848507" y="1312317"/>
                  </a:lnTo>
                  <a:lnTo>
                    <a:pt x="5807018" y="1252495"/>
                  </a:lnTo>
                  <a:lnTo>
                    <a:pt x="5765972" y="1195592"/>
                  </a:lnTo>
                  <a:lnTo>
                    <a:pt x="5725319" y="1141882"/>
                  </a:lnTo>
                  <a:lnTo>
                    <a:pt x="5684957" y="1091543"/>
                  </a:lnTo>
                  <a:lnTo>
                    <a:pt x="5644719" y="1044661"/>
                  </a:lnTo>
                  <a:lnTo>
                    <a:pt x="5604370" y="1001240"/>
                  </a:lnTo>
                  <a:lnTo>
                    <a:pt x="5567201" y="964589"/>
                  </a:lnTo>
                  <a:lnTo>
                    <a:pt x="5519656" y="922546"/>
                  </a:lnTo>
                  <a:lnTo>
                    <a:pt x="5470441" y="884831"/>
                  </a:lnTo>
                  <a:lnTo>
                    <a:pt x="5418749" y="851210"/>
                  </a:lnTo>
                  <a:lnTo>
                    <a:pt x="5363677" y="821292"/>
                  </a:lnTo>
                  <a:lnTo>
                    <a:pt x="5304314" y="794644"/>
                  </a:lnTo>
                  <a:lnTo>
                    <a:pt x="5239817" y="770851"/>
                  </a:lnTo>
                  <a:lnTo>
                    <a:pt x="5169522" y="749555"/>
                  </a:lnTo>
                  <a:lnTo>
                    <a:pt x="5093088" y="730470"/>
                  </a:lnTo>
                  <a:lnTo>
                    <a:pt x="5010680" y="713394"/>
                  </a:lnTo>
                  <a:lnTo>
                    <a:pt x="4923194" y="698209"/>
                  </a:lnTo>
                  <a:lnTo>
                    <a:pt x="4832459" y="684876"/>
                  </a:lnTo>
                  <a:lnTo>
                    <a:pt x="4741349" y="673412"/>
                  </a:lnTo>
                  <a:lnTo>
                    <a:pt x="4653692" y="663864"/>
                  </a:lnTo>
                  <a:lnTo>
                    <a:pt x="4573863" y="656260"/>
                  </a:lnTo>
                  <a:lnTo>
                    <a:pt x="4506068" y="650563"/>
                  </a:lnTo>
                  <a:lnTo>
                    <a:pt x="4453452" y="646632"/>
                  </a:lnTo>
                  <a:lnTo>
                    <a:pt x="4417307" y="644219"/>
                  </a:lnTo>
                  <a:lnTo>
                    <a:pt x="4396645" y="642979"/>
                  </a:lnTo>
                  <a:lnTo>
                    <a:pt x="4388224" y="642522"/>
                  </a:lnTo>
                  <a:lnTo>
                    <a:pt x="4386855" y="642455"/>
                  </a:lnTo>
                  <a:lnTo>
                    <a:pt x="4386855" y="642455"/>
                  </a:lnTo>
                  <a:lnTo>
                    <a:pt x="3848118" y="642455"/>
                  </a:lnTo>
                  <a:lnTo>
                    <a:pt x="3846823" y="642433"/>
                  </a:lnTo>
                  <a:lnTo>
                    <a:pt x="3838374" y="642281"/>
                  </a:lnTo>
                  <a:lnTo>
                    <a:pt x="3817307" y="641861"/>
                  </a:lnTo>
                  <a:lnTo>
                    <a:pt x="3780236" y="641036"/>
                  </a:lnTo>
                  <a:lnTo>
                    <a:pt x="3726174" y="639688"/>
                  </a:lnTo>
                  <a:lnTo>
                    <a:pt x="3656556" y="637730"/>
                  </a:lnTo>
                  <a:lnTo>
                    <a:pt x="3574761" y="635117"/>
                  </a:lnTo>
                  <a:lnTo>
                    <a:pt x="3485237" y="631837"/>
                  </a:lnTo>
                  <a:lnTo>
                    <a:pt x="3392548" y="627901"/>
                  </a:lnTo>
                  <a:lnTo>
                    <a:pt x="3300617" y="623325"/>
                  </a:lnTo>
                  <a:lnTo>
                    <a:pt x="3212332" y="618113"/>
                  </a:lnTo>
                  <a:lnTo>
                    <a:pt x="3129471" y="612248"/>
                  </a:lnTo>
                  <a:lnTo>
                    <a:pt x="3052845" y="605684"/>
                  </a:lnTo>
                  <a:lnTo>
                    <a:pt x="2982527" y="598347"/>
                  </a:lnTo>
                  <a:lnTo>
                    <a:pt x="2918084" y="590132"/>
                  </a:lnTo>
                  <a:lnTo>
                    <a:pt x="2858773" y="580908"/>
                  </a:lnTo>
                  <a:lnTo>
                    <a:pt x="2803687" y="570530"/>
                  </a:lnTo>
                  <a:lnTo>
                    <a:pt x="2751864" y="558847"/>
                  </a:lnTo>
                  <a:lnTo>
                    <a:pt x="2702376" y="545732"/>
                  </a:lnTo>
                  <a:lnTo>
                    <a:pt x="2667772" y="535379"/>
                  </a:lnTo>
                  <a:lnTo>
                    <a:pt x="2617354" y="518593"/>
                  </a:lnTo>
                  <a:lnTo>
                    <a:pt x="2567423" y="500062"/>
                  </a:lnTo>
                  <a:lnTo>
                    <a:pt x="2517448" y="479759"/>
                  </a:lnTo>
                  <a:lnTo>
                    <a:pt x="2467074" y="457725"/>
                  </a:lnTo>
                  <a:lnTo>
                    <a:pt x="2416091" y="434067"/>
                  </a:lnTo>
                  <a:lnTo>
                    <a:pt x="2364427" y="408968"/>
                  </a:lnTo>
                  <a:lnTo>
                    <a:pt x="2312120" y="382684"/>
                  </a:lnTo>
                  <a:lnTo>
                    <a:pt x="2259306" y="355534"/>
                  </a:lnTo>
                  <a:lnTo>
                    <a:pt x="2206187" y="327888"/>
                  </a:lnTo>
                  <a:lnTo>
                    <a:pt x="2153007" y="300144"/>
                  </a:lnTo>
                  <a:lnTo>
                    <a:pt x="2100018" y="272708"/>
                  </a:lnTo>
                  <a:lnTo>
                    <a:pt x="2047446" y="245965"/>
                  </a:lnTo>
                  <a:lnTo>
                    <a:pt x="1995462" y="220262"/>
                  </a:lnTo>
                  <a:lnTo>
                    <a:pt x="1944155" y="195885"/>
                  </a:lnTo>
                  <a:lnTo>
                    <a:pt x="1893506" y="173054"/>
                  </a:lnTo>
                  <a:lnTo>
                    <a:pt x="1843374" y="151911"/>
                  </a:lnTo>
                  <a:lnTo>
                    <a:pt x="1793477" y="132530"/>
                  </a:lnTo>
                  <a:lnTo>
                    <a:pt x="1743371" y="114913"/>
                  </a:lnTo>
                  <a:lnTo>
                    <a:pt x="1719082" y="107075"/>
                  </a:lnTo>
                  <a:lnTo>
                    <a:pt x="1670763" y="92888"/>
                  </a:lnTo>
                  <a:lnTo>
                    <a:pt x="1620708" y="80185"/>
                  </a:lnTo>
                  <a:lnTo>
                    <a:pt x="1568065" y="68883"/>
                  </a:lnTo>
                  <a:lnTo>
                    <a:pt x="1511888" y="58845"/>
                  </a:lnTo>
                  <a:lnTo>
                    <a:pt x="1451223" y="49919"/>
                  </a:lnTo>
                  <a:lnTo>
                    <a:pt x="1385194" y="41962"/>
                  </a:lnTo>
                  <a:lnTo>
                    <a:pt x="1313130" y="34852"/>
                  </a:lnTo>
                  <a:lnTo>
                    <a:pt x="1234719" y="28491"/>
                  </a:lnTo>
                  <a:lnTo>
                    <a:pt x="1150215" y="22813"/>
                  </a:lnTo>
                  <a:lnTo>
                    <a:pt x="1060679" y="17780"/>
                  </a:lnTo>
                  <a:lnTo>
                    <a:pt x="968195" y="13382"/>
                  </a:lnTo>
                  <a:lnTo>
                    <a:pt x="875961" y="9629"/>
                  </a:lnTo>
                  <a:lnTo>
                    <a:pt x="788135" y="6536"/>
                  </a:lnTo>
                  <a:lnTo>
                    <a:pt x="709339" y="4109"/>
                  </a:lnTo>
                  <a:lnTo>
                    <a:pt x="643820" y="2329"/>
                  </a:lnTo>
                  <a:lnTo>
                    <a:pt x="594485" y="1138"/>
                  </a:lnTo>
                  <a:lnTo>
                    <a:pt x="562117" y="440"/>
                  </a:lnTo>
                  <a:lnTo>
                    <a:pt x="545033" y="109"/>
                  </a:lnTo>
                  <a:lnTo>
                    <a:pt x="539226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4" name="pg584"/>
            <p:cNvSpPr/>
            <p:nvPr/>
          </p:nvSpPr>
          <p:spPr>
            <a:xfrm>
              <a:off x="546595" y="1071684"/>
              <a:ext cx="8234974" cy="2923714"/>
            </a:xfrm>
            <a:custGeom>
              <a:avLst/>
              <a:pathLst>
                <a:path w="8234974" h="2923714">
                  <a:moveTo>
                    <a:pt x="0" y="10889"/>
                  </a:moveTo>
                  <a:lnTo>
                    <a:pt x="538736" y="10889"/>
                  </a:lnTo>
                  <a:lnTo>
                    <a:pt x="540031" y="10910"/>
                  </a:lnTo>
                  <a:lnTo>
                    <a:pt x="548479" y="11065"/>
                  </a:lnTo>
                  <a:lnTo>
                    <a:pt x="569541" y="11492"/>
                  </a:lnTo>
                  <a:lnTo>
                    <a:pt x="606606" y="12331"/>
                  </a:lnTo>
                  <a:lnTo>
                    <a:pt x="660659" y="13702"/>
                  </a:lnTo>
                  <a:lnTo>
                    <a:pt x="730267" y="15692"/>
                  </a:lnTo>
                  <a:lnTo>
                    <a:pt x="812052" y="18349"/>
                  </a:lnTo>
                  <a:lnTo>
                    <a:pt x="901566" y="21684"/>
                  </a:lnTo>
                  <a:lnTo>
                    <a:pt x="994249" y="25686"/>
                  </a:lnTo>
                  <a:lnTo>
                    <a:pt x="1086175" y="30339"/>
                  </a:lnTo>
                  <a:lnTo>
                    <a:pt x="1174457" y="35639"/>
                  </a:lnTo>
                  <a:lnTo>
                    <a:pt x="1257317" y="41602"/>
                  </a:lnTo>
                  <a:lnTo>
                    <a:pt x="1333943" y="48276"/>
                  </a:lnTo>
                  <a:lnTo>
                    <a:pt x="1404262" y="55736"/>
                  </a:lnTo>
                  <a:lnTo>
                    <a:pt x="1468706" y="64089"/>
                  </a:lnTo>
                  <a:lnTo>
                    <a:pt x="1528018" y="73467"/>
                  </a:lnTo>
                  <a:lnTo>
                    <a:pt x="1583104" y="84019"/>
                  </a:lnTo>
                  <a:lnTo>
                    <a:pt x="1634927" y="95897"/>
                  </a:lnTo>
                  <a:lnTo>
                    <a:pt x="1684414" y="109232"/>
                  </a:lnTo>
                  <a:lnTo>
                    <a:pt x="1719082" y="119779"/>
                  </a:lnTo>
                  <a:lnTo>
                    <a:pt x="1769429" y="136823"/>
                  </a:lnTo>
                  <a:lnTo>
                    <a:pt x="1819288" y="155638"/>
                  </a:lnTo>
                  <a:lnTo>
                    <a:pt x="1869189" y="176248"/>
                  </a:lnTo>
                  <a:lnTo>
                    <a:pt x="1919489" y="198615"/>
                  </a:lnTo>
                  <a:lnTo>
                    <a:pt x="1970393" y="222629"/>
                  </a:lnTo>
                  <a:lnTo>
                    <a:pt x="2021978" y="248106"/>
                  </a:lnTo>
                  <a:lnTo>
                    <a:pt x="2074204" y="274787"/>
                  </a:lnTo>
                  <a:lnTo>
                    <a:pt x="2126937" y="302350"/>
                  </a:lnTo>
                  <a:lnTo>
                    <a:pt x="2179977" y="330420"/>
                  </a:lnTo>
                  <a:lnTo>
                    <a:pt x="2233081" y="358595"/>
                  </a:lnTo>
                  <a:lnTo>
                    <a:pt x="2285999" y="386464"/>
                  </a:lnTo>
                  <a:lnTo>
                    <a:pt x="2338503" y="413636"/>
                  </a:lnTo>
                  <a:lnTo>
                    <a:pt x="2390424" y="439759"/>
                  </a:lnTo>
                  <a:lnTo>
                    <a:pt x="2441671" y="464541"/>
                  </a:lnTo>
                  <a:lnTo>
                    <a:pt x="2492260" y="487761"/>
                  </a:lnTo>
                  <a:lnTo>
                    <a:pt x="2542328" y="509270"/>
                  </a:lnTo>
                  <a:lnTo>
                    <a:pt x="2592154" y="528995"/>
                  </a:lnTo>
                  <a:lnTo>
                    <a:pt x="2642175" y="546928"/>
                  </a:lnTo>
                  <a:lnTo>
                    <a:pt x="2667772" y="555342"/>
                  </a:lnTo>
                  <a:lnTo>
                    <a:pt x="2716088" y="569769"/>
                  </a:lnTo>
                  <a:lnTo>
                    <a:pt x="2766140" y="582686"/>
                  </a:lnTo>
                  <a:lnTo>
                    <a:pt x="2818778" y="594179"/>
                  </a:lnTo>
                  <a:lnTo>
                    <a:pt x="2874950" y="604387"/>
                  </a:lnTo>
                  <a:lnTo>
                    <a:pt x="2935610" y="613464"/>
                  </a:lnTo>
                  <a:lnTo>
                    <a:pt x="3001632" y="621556"/>
                  </a:lnTo>
                  <a:lnTo>
                    <a:pt x="3073687" y="628786"/>
                  </a:lnTo>
                  <a:lnTo>
                    <a:pt x="3152090" y="635255"/>
                  </a:lnTo>
                  <a:lnTo>
                    <a:pt x="3236585" y="641030"/>
                  </a:lnTo>
                  <a:lnTo>
                    <a:pt x="3326112" y="646148"/>
                  </a:lnTo>
                  <a:lnTo>
                    <a:pt x="3418588" y="650620"/>
                  </a:lnTo>
                  <a:lnTo>
                    <a:pt x="3510818" y="654437"/>
                  </a:lnTo>
                  <a:lnTo>
                    <a:pt x="3598643" y="657583"/>
                  </a:lnTo>
                  <a:lnTo>
                    <a:pt x="3677444" y="660051"/>
                  </a:lnTo>
                  <a:lnTo>
                    <a:pt x="3742974" y="661862"/>
                  </a:lnTo>
                  <a:lnTo>
                    <a:pt x="3792324" y="663073"/>
                  </a:lnTo>
                  <a:lnTo>
                    <a:pt x="3824709" y="663784"/>
                  </a:lnTo>
                  <a:lnTo>
                    <a:pt x="3841808" y="664121"/>
                  </a:lnTo>
                  <a:lnTo>
                    <a:pt x="3847626" y="664225"/>
                  </a:lnTo>
                  <a:lnTo>
                    <a:pt x="3848118" y="664233"/>
                  </a:lnTo>
                  <a:lnTo>
                    <a:pt x="4386855" y="664233"/>
                  </a:lnTo>
                  <a:lnTo>
                    <a:pt x="4388068" y="664303"/>
                  </a:lnTo>
                  <a:lnTo>
                    <a:pt x="4395997" y="664803"/>
                  </a:lnTo>
                  <a:lnTo>
                    <a:pt x="4415812" y="666185"/>
                  </a:lnTo>
                  <a:lnTo>
                    <a:pt x="4450801" y="668900"/>
                  </a:lnTo>
                  <a:lnTo>
                    <a:pt x="4502064" y="673343"/>
                  </a:lnTo>
                  <a:lnTo>
                    <a:pt x="4568469" y="679812"/>
                  </a:lnTo>
                  <a:lnTo>
                    <a:pt x="4647031" y="688474"/>
                  </a:lnTo>
                  <a:lnTo>
                    <a:pt x="4733670" y="699381"/>
                  </a:lnTo>
                  <a:lnTo>
                    <a:pt x="4824073" y="712504"/>
                  </a:lnTo>
                  <a:lnTo>
                    <a:pt x="4914416" y="727789"/>
                  </a:lnTo>
                  <a:lnTo>
                    <a:pt x="5001782" y="745211"/>
                  </a:lnTo>
                  <a:lnTo>
                    <a:pt x="5084273" y="764808"/>
                  </a:lnTo>
                  <a:lnTo>
                    <a:pt x="5160924" y="786704"/>
                  </a:lnTo>
                  <a:lnTo>
                    <a:pt x="5231500" y="811120"/>
                  </a:lnTo>
                  <a:lnTo>
                    <a:pt x="5296288" y="838373"/>
                  </a:lnTo>
                  <a:lnTo>
                    <a:pt x="5355909" y="868865"/>
                  </a:lnTo>
                  <a:lnTo>
                    <a:pt x="5411173" y="903064"/>
                  </a:lnTo>
                  <a:lnTo>
                    <a:pt x="5462972" y="941468"/>
                  </a:lnTo>
                  <a:lnTo>
                    <a:pt x="5512196" y="984539"/>
                  </a:lnTo>
                  <a:lnTo>
                    <a:pt x="5559657" y="1032585"/>
                  </a:lnTo>
                  <a:lnTo>
                    <a:pt x="5567201" y="1040813"/>
                  </a:lnTo>
                  <a:lnTo>
                    <a:pt x="5605822" y="1085408"/>
                  </a:lnTo>
                  <a:lnTo>
                    <a:pt x="5644073" y="1133570"/>
                  </a:lnTo>
                  <a:lnTo>
                    <a:pt x="5682220" y="1185368"/>
                  </a:lnTo>
                  <a:lnTo>
                    <a:pt x="5720467" y="1240803"/>
                  </a:lnTo>
                  <a:lnTo>
                    <a:pt x="5758960" y="1299797"/>
                  </a:lnTo>
                  <a:lnTo>
                    <a:pt x="5797796" y="1362184"/>
                  </a:lnTo>
                  <a:lnTo>
                    <a:pt x="5837024" y="1427714"/>
                  </a:lnTo>
                  <a:lnTo>
                    <a:pt x="5876652" y="1496042"/>
                  </a:lnTo>
                  <a:lnTo>
                    <a:pt x="5916651" y="1566741"/>
                  </a:lnTo>
                  <a:lnTo>
                    <a:pt x="5956960" y="1639309"/>
                  </a:lnTo>
                  <a:lnTo>
                    <a:pt x="5997493" y="1713177"/>
                  </a:lnTo>
                  <a:lnTo>
                    <a:pt x="6038149" y="1787735"/>
                  </a:lnTo>
                  <a:lnTo>
                    <a:pt x="6078813" y="1862346"/>
                  </a:lnTo>
                  <a:lnTo>
                    <a:pt x="6119375" y="1936373"/>
                  </a:lnTo>
                  <a:lnTo>
                    <a:pt x="6159728" y="2009199"/>
                  </a:lnTo>
                  <a:lnTo>
                    <a:pt x="6199783" y="2080247"/>
                  </a:lnTo>
                  <a:lnTo>
                    <a:pt x="6239476" y="2149004"/>
                  </a:lnTo>
                  <a:lnTo>
                    <a:pt x="6278771" y="2215026"/>
                  </a:lnTo>
                  <a:lnTo>
                    <a:pt x="6317671" y="2277959"/>
                  </a:lnTo>
                  <a:lnTo>
                    <a:pt x="6356216" y="2337533"/>
                  </a:lnTo>
                  <a:lnTo>
                    <a:pt x="6394495" y="2393570"/>
                  </a:lnTo>
                  <a:lnTo>
                    <a:pt x="6432647" y="2445978"/>
                  </a:lnTo>
                  <a:lnTo>
                    <a:pt x="6470863" y="2494744"/>
                  </a:lnTo>
                  <a:lnTo>
                    <a:pt x="6509400" y="2539928"/>
                  </a:lnTo>
                  <a:lnTo>
                    <a:pt x="6515891" y="2547134"/>
                  </a:lnTo>
                  <a:lnTo>
                    <a:pt x="6563134" y="2595992"/>
                  </a:lnTo>
                  <a:lnTo>
                    <a:pt x="6612022" y="2639852"/>
                  </a:lnTo>
                  <a:lnTo>
                    <a:pt x="6663346" y="2678981"/>
                  </a:lnTo>
                  <a:lnTo>
                    <a:pt x="6717989" y="2713825"/>
                  </a:lnTo>
                  <a:lnTo>
                    <a:pt x="6776849" y="2744882"/>
                  </a:lnTo>
                  <a:lnTo>
                    <a:pt x="6840754" y="2772629"/>
                  </a:lnTo>
                  <a:lnTo>
                    <a:pt x="6910365" y="2797479"/>
                  </a:lnTo>
                  <a:lnTo>
                    <a:pt x="6986035" y="2819764"/>
                  </a:lnTo>
                  <a:lnTo>
                    <a:pt x="7067627" y="2839721"/>
                  </a:lnTo>
                  <a:lnTo>
                    <a:pt x="7154308" y="2857490"/>
                  </a:lnTo>
                  <a:lnTo>
                    <a:pt x="7244341" y="2873121"/>
                  </a:lnTo>
                  <a:lnTo>
                    <a:pt x="7334973" y="2886596"/>
                  </a:lnTo>
                  <a:lnTo>
                    <a:pt x="7422506" y="2897864"/>
                  </a:lnTo>
                  <a:lnTo>
                    <a:pt x="7502664" y="2906888"/>
                  </a:lnTo>
                  <a:lnTo>
                    <a:pt x="7571273" y="2913702"/>
                  </a:lnTo>
                  <a:lnTo>
                    <a:pt x="7625113" y="2918456"/>
                  </a:lnTo>
                  <a:lnTo>
                    <a:pt x="7662715" y="2921425"/>
                  </a:lnTo>
                  <a:lnTo>
                    <a:pt x="7684811" y="2922993"/>
                  </a:lnTo>
                  <a:lnTo>
                    <a:pt x="7694355" y="2923604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2825"/>
                  </a:lnTo>
                  <a:lnTo>
                    <a:pt x="7696237" y="2912825"/>
                  </a:lnTo>
                  <a:lnTo>
                    <a:pt x="7695024" y="2912755"/>
                  </a:lnTo>
                  <a:lnTo>
                    <a:pt x="7687095" y="2912255"/>
                  </a:lnTo>
                  <a:lnTo>
                    <a:pt x="7667280" y="2910873"/>
                  </a:lnTo>
                  <a:lnTo>
                    <a:pt x="7632292" y="2908158"/>
                  </a:lnTo>
                  <a:lnTo>
                    <a:pt x="7581028" y="2903715"/>
                  </a:lnTo>
                  <a:lnTo>
                    <a:pt x="7514623" y="2897246"/>
                  </a:lnTo>
                  <a:lnTo>
                    <a:pt x="7436061" y="2888584"/>
                  </a:lnTo>
                  <a:lnTo>
                    <a:pt x="7349423" y="2877677"/>
                  </a:lnTo>
                  <a:lnTo>
                    <a:pt x="7259020" y="2864554"/>
                  </a:lnTo>
                  <a:lnTo>
                    <a:pt x="7168676" y="2849269"/>
                  </a:lnTo>
                  <a:lnTo>
                    <a:pt x="7081311" y="2831847"/>
                  </a:lnTo>
                  <a:lnTo>
                    <a:pt x="6998819" y="2812250"/>
                  </a:lnTo>
                  <a:lnTo>
                    <a:pt x="6922169" y="2790354"/>
                  </a:lnTo>
                  <a:lnTo>
                    <a:pt x="6851593" y="2765938"/>
                  </a:lnTo>
                  <a:lnTo>
                    <a:pt x="6786804" y="2738685"/>
                  </a:lnTo>
                  <a:lnTo>
                    <a:pt x="6727183" y="2708193"/>
                  </a:lnTo>
                  <a:lnTo>
                    <a:pt x="6671919" y="2673994"/>
                  </a:lnTo>
                  <a:lnTo>
                    <a:pt x="6620121" y="2635590"/>
                  </a:lnTo>
                  <a:lnTo>
                    <a:pt x="6570897" y="2592519"/>
                  </a:lnTo>
                  <a:lnTo>
                    <a:pt x="6523435" y="2544473"/>
                  </a:lnTo>
                  <a:lnTo>
                    <a:pt x="6515891" y="2536245"/>
                  </a:lnTo>
                  <a:lnTo>
                    <a:pt x="6477270" y="2491650"/>
                  </a:lnTo>
                  <a:lnTo>
                    <a:pt x="6439020" y="2443488"/>
                  </a:lnTo>
                  <a:lnTo>
                    <a:pt x="6400873" y="2391690"/>
                  </a:lnTo>
                  <a:lnTo>
                    <a:pt x="6362626" y="2336255"/>
                  </a:lnTo>
                  <a:lnTo>
                    <a:pt x="6324132" y="2277261"/>
                  </a:lnTo>
                  <a:lnTo>
                    <a:pt x="6285296" y="2214874"/>
                  </a:lnTo>
                  <a:lnTo>
                    <a:pt x="6246068" y="2149344"/>
                  </a:lnTo>
                  <a:lnTo>
                    <a:pt x="6206440" y="2081016"/>
                  </a:lnTo>
                  <a:lnTo>
                    <a:pt x="6166442" y="2010317"/>
                  </a:lnTo>
                  <a:lnTo>
                    <a:pt x="6126133" y="1937749"/>
                  </a:lnTo>
                  <a:lnTo>
                    <a:pt x="6085599" y="1863881"/>
                  </a:lnTo>
                  <a:lnTo>
                    <a:pt x="6044944" y="1789323"/>
                  </a:lnTo>
                  <a:lnTo>
                    <a:pt x="6004279" y="1714712"/>
                  </a:lnTo>
                  <a:lnTo>
                    <a:pt x="5963718" y="1640685"/>
                  </a:lnTo>
                  <a:lnTo>
                    <a:pt x="5923365" y="1567859"/>
                  </a:lnTo>
                  <a:lnTo>
                    <a:pt x="5883309" y="1496811"/>
                  </a:lnTo>
                  <a:lnTo>
                    <a:pt x="5843617" y="1428054"/>
                  </a:lnTo>
                  <a:lnTo>
                    <a:pt x="5804321" y="1362031"/>
                  </a:lnTo>
                  <a:lnTo>
                    <a:pt x="5765422" y="1299099"/>
                  </a:lnTo>
                  <a:lnTo>
                    <a:pt x="5726876" y="1239525"/>
                  </a:lnTo>
                  <a:lnTo>
                    <a:pt x="5688597" y="1183488"/>
                  </a:lnTo>
                  <a:lnTo>
                    <a:pt x="5650446" y="1131080"/>
                  </a:lnTo>
                  <a:lnTo>
                    <a:pt x="5612230" y="1082314"/>
                  </a:lnTo>
                  <a:lnTo>
                    <a:pt x="5573692" y="1037130"/>
                  </a:lnTo>
                  <a:lnTo>
                    <a:pt x="5567201" y="1029924"/>
                  </a:lnTo>
                  <a:lnTo>
                    <a:pt x="5519958" y="981065"/>
                  </a:lnTo>
                  <a:lnTo>
                    <a:pt x="5471071" y="937206"/>
                  </a:lnTo>
                  <a:lnTo>
                    <a:pt x="5419747" y="898077"/>
                  </a:lnTo>
                  <a:lnTo>
                    <a:pt x="5365104" y="863233"/>
                  </a:lnTo>
                  <a:lnTo>
                    <a:pt x="5306244" y="832176"/>
                  </a:lnTo>
                  <a:lnTo>
                    <a:pt x="5242339" y="804429"/>
                  </a:lnTo>
                  <a:lnTo>
                    <a:pt x="5172727" y="779579"/>
                  </a:lnTo>
                  <a:lnTo>
                    <a:pt x="5097058" y="757294"/>
                  </a:lnTo>
                  <a:lnTo>
                    <a:pt x="5015466" y="737337"/>
                  </a:lnTo>
                  <a:lnTo>
                    <a:pt x="4928785" y="719568"/>
                  </a:lnTo>
                  <a:lnTo>
                    <a:pt x="4838751" y="703937"/>
                  </a:lnTo>
                  <a:lnTo>
                    <a:pt x="4748119" y="690462"/>
                  </a:lnTo>
                  <a:lnTo>
                    <a:pt x="4660587" y="679194"/>
                  </a:lnTo>
                  <a:lnTo>
                    <a:pt x="4580428" y="670170"/>
                  </a:lnTo>
                  <a:lnTo>
                    <a:pt x="4511820" y="663356"/>
                  </a:lnTo>
                  <a:lnTo>
                    <a:pt x="4457979" y="658602"/>
                  </a:lnTo>
                  <a:lnTo>
                    <a:pt x="4420378" y="655633"/>
                  </a:lnTo>
                  <a:lnTo>
                    <a:pt x="4398281" y="654065"/>
                  </a:lnTo>
                  <a:lnTo>
                    <a:pt x="4388738" y="653454"/>
                  </a:lnTo>
                  <a:lnTo>
                    <a:pt x="4386855" y="653344"/>
                  </a:lnTo>
                  <a:lnTo>
                    <a:pt x="3848118" y="653344"/>
                  </a:lnTo>
                  <a:lnTo>
                    <a:pt x="3846824" y="653322"/>
                  </a:lnTo>
                  <a:lnTo>
                    <a:pt x="3838376" y="653167"/>
                  </a:lnTo>
                  <a:lnTo>
                    <a:pt x="3817313" y="652740"/>
                  </a:lnTo>
                  <a:lnTo>
                    <a:pt x="3780249" y="651901"/>
                  </a:lnTo>
                  <a:lnTo>
                    <a:pt x="3726195" y="650530"/>
                  </a:lnTo>
                  <a:lnTo>
                    <a:pt x="3656588" y="648540"/>
                  </a:lnTo>
                  <a:lnTo>
                    <a:pt x="3574803" y="645883"/>
                  </a:lnTo>
                  <a:lnTo>
                    <a:pt x="3485288" y="642548"/>
                  </a:lnTo>
                  <a:lnTo>
                    <a:pt x="3392606" y="638546"/>
                  </a:lnTo>
                  <a:lnTo>
                    <a:pt x="3300680" y="633893"/>
                  </a:lnTo>
                  <a:lnTo>
                    <a:pt x="3212397" y="628594"/>
                  </a:lnTo>
                  <a:lnTo>
                    <a:pt x="3129538" y="622630"/>
                  </a:lnTo>
                  <a:lnTo>
                    <a:pt x="3052912" y="615957"/>
                  </a:lnTo>
                  <a:lnTo>
                    <a:pt x="2982593" y="608496"/>
                  </a:lnTo>
                  <a:lnTo>
                    <a:pt x="2918149" y="600143"/>
                  </a:lnTo>
                  <a:lnTo>
                    <a:pt x="2858837" y="590765"/>
                  </a:lnTo>
                  <a:lnTo>
                    <a:pt x="2803750" y="580214"/>
                  </a:lnTo>
                  <a:lnTo>
                    <a:pt x="2751928" y="568335"/>
                  </a:lnTo>
                  <a:lnTo>
                    <a:pt x="2702440" y="555001"/>
                  </a:lnTo>
                  <a:lnTo>
                    <a:pt x="2667772" y="544453"/>
                  </a:lnTo>
                  <a:lnTo>
                    <a:pt x="2617426" y="527409"/>
                  </a:lnTo>
                  <a:lnTo>
                    <a:pt x="2567566" y="508594"/>
                  </a:lnTo>
                  <a:lnTo>
                    <a:pt x="2517665" y="487984"/>
                  </a:lnTo>
                  <a:lnTo>
                    <a:pt x="2467366" y="465617"/>
                  </a:lnTo>
                  <a:lnTo>
                    <a:pt x="2416461" y="441603"/>
                  </a:lnTo>
                  <a:lnTo>
                    <a:pt x="2364877" y="416126"/>
                  </a:lnTo>
                  <a:lnTo>
                    <a:pt x="2312651" y="389445"/>
                  </a:lnTo>
                  <a:lnTo>
                    <a:pt x="2259917" y="361882"/>
                  </a:lnTo>
                  <a:lnTo>
                    <a:pt x="2206877" y="333812"/>
                  </a:lnTo>
                  <a:lnTo>
                    <a:pt x="2153773" y="305637"/>
                  </a:lnTo>
                  <a:lnTo>
                    <a:pt x="2100856" y="277768"/>
                  </a:lnTo>
                  <a:lnTo>
                    <a:pt x="2048351" y="250596"/>
                  </a:lnTo>
                  <a:lnTo>
                    <a:pt x="1996431" y="224473"/>
                  </a:lnTo>
                  <a:lnTo>
                    <a:pt x="1945184" y="199691"/>
                  </a:lnTo>
                  <a:lnTo>
                    <a:pt x="1894595" y="176471"/>
                  </a:lnTo>
                  <a:lnTo>
                    <a:pt x="1844527" y="154962"/>
                  </a:lnTo>
                  <a:lnTo>
                    <a:pt x="1794701" y="135238"/>
                  </a:lnTo>
                  <a:lnTo>
                    <a:pt x="1744679" y="117304"/>
                  </a:lnTo>
                  <a:lnTo>
                    <a:pt x="1719082" y="108890"/>
                  </a:lnTo>
                  <a:lnTo>
                    <a:pt x="1670767" y="94463"/>
                  </a:lnTo>
                  <a:lnTo>
                    <a:pt x="1620715" y="81546"/>
                  </a:lnTo>
                  <a:lnTo>
                    <a:pt x="1568076" y="70053"/>
                  </a:lnTo>
                  <a:lnTo>
                    <a:pt x="1511905" y="59845"/>
                  </a:lnTo>
                  <a:lnTo>
                    <a:pt x="1451245" y="50768"/>
                  </a:lnTo>
                  <a:lnTo>
                    <a:pt x="1385223" y="42677"/>
                  </a:lnTo>
                  <a:lnTo>
                    <a:pt x="1313167" y="35446"/>
                  </a:lnTo>
                  <a:lnTo>
                    <a:pt x="1234764" y="28977"/>
                  </a:lnTo>
                  <a:lnTo>
                    <a:pt x="1150269" y="23203"/>
                  </a:lnTo>
                  <a:lnTo>
                    <a:pt x="1060743" y="18085"/>
                  </a:lnTo>
                  <a:lnTo>
                    <a:pt x="968267" y="13612"/>
                  </a:lnTo>
                  <a:lnTo>
                    <a:pt x="876037" y="9795"/>
                  </a:lnTo>
                  <a:lnTo>
                    <a:pt x="788212" y="6649"/>
                  </a:lnTo>
                  <a:lnTo>
                    <a:pt x="709410" y="4181"/>
                  </a:lnTo>
                  <a:lnTo>
                    <a:pt x="643880" y="2370"/>
                  </a:lnTo>
                  <a:lnTo>
                    <a:pt x="594531" y="1159"/>
                  </a:lnTo>
                  <a:lnTo>
                    <a:pt x="562146" y="448"/>
                  </a:lnTo>
                  <a:lnTo>
                    <a:pt x="545046" y="111"/>
                  </a:lnTo>
                  <a:lnTo>
                    <a:pt x="539229" y="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85" name="pl585"/>
            <p:cNvSpPr/>
            <p:nvPr/>
          </p:nvSpPr>
          <p:spPr>
            <a:xfrm>
              <a:off x="546595" y="1082573"/>
              <a:ext cx="8234974" cy="2912825"/>
            </a:xfrm>
            <a:custGeom>
              <a:avLst/>
              <a:pathLst>
                <a:path w="8234974" h="2912825">
                  <a:moveTo>
                    <a:pt x="0" y="0"/>
                  </a:moveTo>
                  <a:lnTo>
                    <a:pt x="538736" y="0"/>
                  </a:lnTo>
                  <a:lnTo>
                    <a:pt x="540031" y="21"/>
                  </a:lnTo>
                  <a:lnTo>
                    <a:pt x="548479" y="176"/>
                  </a:lnTo>
                  <a:lnTo>
                    <a:pt x="569541" y="603"/>
                  </a:lnTo>
                  <a:lnTo>
                    <a:pt x="606606" y="1442"/>
                  </a:lnTo>
                  <a:lnTo>
                    <a:pt x="660659" y="2813"/>
                  </a:lnTo>
                  <a:lnTo>
                    <a:pt x="730267" y="4803"/>
                  </a:lnTo>
                  <a:lnTo>
                    <a:pt x="812052" y="7460"/>
                  </a:lnTo>
                  <a:lnTo>
                    <a:pt x="901566" y="10795"/>
                  </a:lnTo>
                  <a:lnTo>
                    <a:pt x="994249" y="14797"/>
                  </a:lnTo>
                  <a:lnTo>
                    <a:pt x="1086175" y="19450"/>
                  </a:lnTo>
                  <a:lnTo>
                    <a:pt x="1174457" y="24750"/>
                  </a:lnTo>
                  <a:lnTo>
                    <a:pt x="1257317" y="30713"/>
                  </a:lnTo>
                  <a:lnTo>
                    <a:pt x="1333943" y="37387"/>
                  </a:lnTo>
                  <a:lnTo>
                    <a:pt x="1404262" y="44847"/>
                  </a:lnTo>
                  <a:lnTo>
                    <a:pt x="1468706" y="53200"/>
                  </a:lnTo>
                  <a:lnTo>
                    <a:pt x="1528018" y="62578"/>
                  </a:lnTo>
                  <a:lnTo>
                    <a:pt x="1583104" y="73129"/>
                  </a:lnTo>
                  <a:lnTo>
                    <a:pt x="1634927" y="85008"/>
                  </a:lnTo>
                  <a:lnTo>
                    <a:pt x="1684414" y="98342"/>
                  </a:lnTo>
                  <a:lnTo>
                    <a:pt x="1719082" y="108890"/>
                  </a:lnTo>
                  <a:lnTo>
                    <a:pt x="1769429" y="125934"/>
                  </a:lnTo>
                  <a:lnTo>
                    <a:pt x="1819288" y="144749"/>
                  </a:lnTo>
                  <a:lnTo>
                    <a:pt x="1869189" y="165359"/>
                  </a:lnTo>
                  <a:lnTo>
                    <a:pt x="1919489" y="187726"/>
                  </a:lnTo>
                  <a:lnTo>
                    <a:pt x="1970393" y="211740"/>
                  </a:lnTo>
                  <a:lnTo>
                    <a:pt x="2021978" y="237217"/>
                  </a:lnTo>
                  <a:lnTo>
                    <a:pt x="2074204" y="263898"/>
                  </a:lnTo>
                  <a:lnTo>
                    <a:pt x="2126937" y="291461"/>
                  </a:lnTo>
                  <a:lnTo>
                    <a:pt x="2179977" y="319531"/>
                  </a:lnTo>
                  <a:lnTo>
                    <a:pt x="2233081" y="347706"/>
                  </a:lnTo>
                  <a:lnTo>
                    <a:pt x="2285999" y="375575"/>
                  </a:lnTo>
                  <a:lnTo>
                    <a:pt x="2338503" y="402747"/>
                  </a:lnTo>
                  <a:lnTo>
                    <a:pt x="2390424" y="428870"/>
                  </a:lnTo>
                  <a:lnTo>
                    <a:pt x="2441671" y="453652"/>
                  </a:lnTo>
                  <a:lnTo>
                    <a:pt x="2492260" y="476872"/>
                  </a:lnTo>
                  <a:lnTo>
                    <a:pt x="2542328" y="498381"/>
                  </a:lnTo>
                  <a:lnTo>
                    <a:pt x="2592154" y="518105"/>
                  </a:lnTo>
                  <a:lnTo>
                    <a:pt x="2642175" y="536039"/>
                  </a:lnTo>
                  <a:lnTo>
                    <a:pt x="2667772" y="544453"/>
                  </a:lnTo>
                  <a:lnTo>
                    <a:pt x="2716088" y="558880"/>
                  </a:lnTo>
                  <a:lnTo>
                    <a:pt x="2766140" y="571797"/>
                  </a:lnTo>
                  <a:lnTo>
                    <a:pt x="2818778" y="583290"/>
                  </a:lnTo>
                  <a:lnTo>
                    <a:pt x="2874950" y="593498"/>
                  </a:lnTo>
                  <a:lnTo>
                    <a:pt x="2935610" y="602575"/>
                  </a:lnTo>
                  <a:lnTo>
                    <a:pt x="3001632" y="610666"/>
                  </a:lnTo>
                  <a:lnTo>
                    <a:pt x="3073687" y="617897"/>
                  </a:lnTo>
                  <a:lnTo>
                    <a:pt x="3152090" y="624366"/>
                  </a:lnTo>
                  <a:lnTo>
                    <a:pt x="3236585" y="630140"/>
                  </a:lnTo>
                  <a:lnTo>
                    <a:pt x="3326112" y="635259"/>
                  </a:lnTo>
                  <a:lnTo>
                    <a:pt x="3418588" y="639731"/>
                  </a:lnTo>
                  <a:lnTo>
                    <a:pt x="3510818" y="643548"/>
                  </a:lnTo>
                  <a:lnTo>
                    <a:pt x="3598643" y="646694"/>
                  </a:lnTo>
                  <a:lnTo>
                    <a:pt x="3677444" y="649162"/>
                  </a:lnTo>
                  <a:lnTo>
                    <a:pt x="3742974" y="650973"/>
                  </a:lnTo>
                  <a:lnTo>
                    <a:pt x="3792324" y="652184"/>
                  </a:lnTo>
                  <a:lnTo>
                    <a:pt x="3824709" y="652895"/>
                  </a:lnTo>
                  <a:lnTo>
                    <a:pt x="3841808" y="653232"/>
                  </a:lnTo>
                  <a:lnTo>
                    <a:pt x="3847626" y="653336"/>
                  </a:lnTo>
                  <a:lnTo>
                    <a:pt x="3848118" y="653344"/>
                  </a:lnTo>
                  <a:lnTo>
                    <a:pt x="4386855" y="653344"/>
                  </a:lnTo>
                  <a:lnTo>
                    <a:pt x="4388068" y="653414"/>
                  </a:lnTo>
                  <a:lnTo>
                    <a:pt x="4395997" y="653914"/>
                  </a:lnTo>
                  <a:lnTo>
                    <a:pt x="4415812" y="655296"/>
                  </a:lnTo>
                  <a:lnTo>
                    <a:pt x="4450801" y="658011"/>
                  </a:lnTo>
                  <a:lnTo>
                    <a:pt x="4502064" y="662454"/>
                  </a:lnTo>
                  <a:lnTo>
                    <a:pt x="4568469" y="668923"/>
                  </a:lnTo>
                  <a:lnTo>
                    <a:pt x="4647031" y="677585"/>
                  </a:lnTo>
                  <a:lnTo>
                    <a:pt x="4733670" y="688492"/>
                  </a:lnTo>
                  <a:lnTo>
                    <a:pt x="4824073" y="701615"/>
                  </a:lnTo>
                  <a:lnTo>
                    <a:pt x="4914416" y="716900"/>
                  </a:lnTo>
                  <a:lnTo>
                    <a:pt x="5001782" y="734322"/>
                  </a:lnTo>
                  <a:lnTo>
                    <a:pt x="5084273" y="753919"/>
                  </a:lnTo>
                  <a:lnTo>
                    <a:pt x="5160924" y="775815"/>
                  </a:lnTo>
                  <a:lnTo>
                    <a:pt x="5231500" y="800231"/>
                  </a:lnTo>
                  <a:lnTo>
                    <a:pt x="5296288" y="827484"/>
                  </a:lnTo>
                  <a:lnTo>
                    <a:pt x="5355909" y="857976"/>
                  </a:lnTo>
                  <a:lnTo>
                    <a:pt x="5411173" y="892174"/>
                  </a:lnTo>
                  <a:lnTo>
                    <a:pt x="5462972" y="930579"/>
                  </a:lnTo>
                  <a:lnTo>
                    <a:pt x="5512196" y="973650"/>
                  </a:lnTo>
                  <a:lnTo>
                    <a:pt x="5559657" y="1021696"/>
                  </a:lnTo>
                  <a:lnTo>
                    <a:pt x="5567201" y="1029924"/>
                  </a:lnTo>
                  <a:lnTo>
                    <a:pt x="5605822" y="1074519"/>
                  </a:lnTo>
                  <a:lnTo>
                    <a:pt x="5644073" y="1122681"/>
                  </a:lnTo>
                  <a:lnTo>
                    <a:pt x="5682220" y="1174479"/>
                  </a:lnTo>
                  <a:lnTo>
                    <a:pt x="5720467" y="1229914"/>
                  </a:lnTo>
                  <a:lnTo>
                    <a:pt x="5758960" y="1288908"/>
                  </a:lnTo>
                  <a:lnTo>
                    <a:pt x="5797796" y="1351295"/>
                  </a:lnTo>
                  <a:lnTo>
                    <a:pt x="5837024" y="1416824"/>
                  </a:lnTo>
                  <a:lnTo>
                    <a:pt x="5876652" y="1485153"/>
                  </a:lnTo>
                  <a:lnTo>
                    <a:pt x="5916651" y="1555852"/>
                  </a:lnTo>
                  <a:lnTo>
                    <a:pt x="5956960" y="1628419"/>
                  </a:lnTo>
                  <a:lnTo>
                    <a:pt x="5997493" y="1702288"/>
                  </a:lnTo>
                  <a:lnTo>
                    <a:pt x="6038149" y="1776846"/>
                  </a:lnTo>
                  <a:lnTo>
                    <a:pt x="6078813" y="1851457"/>
                  </a:lnTo>
                  <a:lnTo>
                    <a:pt x="6119375" y="1925484"/>
                  </a:lnTo>
                  <a:lnTo>
                    <a:pt x="6159728" y="1998310"/>
                  </a:lnTo>
                  <a:lnTo>
                    <a:pt x="6199783" y="2069358"/>
                  </a:lnTo>
                  <a:lnTo>
                    <a:pt x="6239476" y="2138115"/>
                  </a:lnTo>
                  <a:lnTo>
                    <a:pt x="6278771" y="2204137"/>
                  </a:lnTo>
                  <a:lnTo>
                    <a:pt x="6317671" y="2267070"/>
                  </a:lnTo>
                  <a:lnTo>
                    <a:pt x="6356216" y="2326644"/>
                  </a:lnTo>
                  <a:lnTo>
                    <a:pt x="6394495" y="2382681"/>
                  </a:lnTo>
                  <a:lnTo>
                    <a:pt x="6432647" y="2435089"/>
                  </a:lnTo>
                  <a:lnTo>
                    <a:pt x="6470863" y="2483855"/>
                  </a:lnTo>
                  <a:lnTo>
                    <a:pt x="6509400" y="2529039"/>
                  </a:lnTo>
                  <a:lnTo>
                    <a:pt x="6515891" y="2536245"/>
                  </a:lnTo>
                  <a:lnTo>
                    <a:pt x="6563134" y="2585103"/>
                  </a:lnTo>
                  <a:lnTo>
                    <a:pt x="6612022" y="2628963"/>
                  </a:lnTo>
                  <a:lnTo>
                    <a:pt x="6663346" y="2668092"/>
                  </a:lnTo>
                  <a:lnTo>
                    <a:pt x="6717989" y="2702936"/>
                  </a:lnTo>
                  <a:lnTo>
                    <a:pt x="6776849" y="2733993"/>
                  </a:lnTo>
                  <a:lnTo>
                    <a:pt x="6840754" y="2761739"/>
                  </a:lnTo>
                  <a:lnTo>
                    <a:pt x="6910365" y="2786590"/>
                  </a:lnTo>
                  <a:lnTo>
                    <a:pt x="6986035" y="2808875"/>
                  </a:lnTo>
                  <a:lnTo>
                    <a:pt x="7067627" y="2828832"/>
                  </a:lnTo>
                  <a:lnTo>
                    <a:pt x="7154308" y="2846601"/>
                  </a:lnTo>
                  <a:lnTo>
                    <a:pt x="7244341" y="2862232"/>
                  </a:lnTo>
                  <a:lnTo>
                    <a:pt x="7334973" y="2875707"/>
                  </a:lnTo>
                  <a:lnTo>
                    <a:pt x="7422506" y="2886975"/>
                  </a:lnTo>
                  <a:lnTo>
                    <a:pt x="7502664" y="2895999"/>
                  </a:lnTo>
                  <a:lnTo>
                    <a:pt x="7571273" y="2902813"/>
                  </a:lnTo>
                  <a:lnTo>
                    <a:pt x="7625113" y="2907567"/>
                  </a:lnTo>
                  <a:lnTo>
                    <a:pt x="7662715" y="2910536"/>
                  </a:lnTo>
                  <a:lnTo>
                    <a:pt x="7684811" y="2912104"/>
                  </a:lnTo>
                  <a:lnTo>
                    <a:pt x="7694355" y="2912715"/>
                  </a:lnTo>
                  <a:lnTo>
                    <a:pt x="7696232" y="2912825"/>
                  </a:lnTo>
                  <a:lnTo>
                    <a:pt x="7696237" y="2912825"/>
                  </a:lnTo>
                  <a:lnTo>
                    <a:pt x="8234974" y="29128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6" name="pl586"/>
            <p:cNvSpPr/>
            <p:nvPr/>
          </p:nvSpPr>
          <p:spPr>
            <a:xfrm>
              <a:off x="546595" y="1071684"/>
              <a:ext cx="8234974" cy="2912825"/>
            </a:xfrm>
            <a:custGeom>
              <a:avLst/>
              <a:pathLst>
                <a:path w="8234974" h="2912825">
                  <a:moveTo>
                    <a:pt x="8234974" y="2912825"/>
                  </a:moveTo>
                  <a:lnTo>
                    <a:pt x="7696237" y="2912825"/>
                  </a:lnTo>
                  <a:lnTo>
                    <a:pt x="7695024" y="2912755"/>
                  </a:lnTo>
                  <a:lnTo>
                    <a:pt x="7687095" y="2912255"/>
                  </a:lnTo>
                  <a:lnTo>
                    <a:pt x="7667280" y="2910873"/>
                  </a:lnTo>
                  <a:lnTo>
                    <a:pt x="7632292" y="2908158"/>
                  </a:lnTo>
                  <a:lnTo>
                    <a:pt x="7581028" y="2903715"/>
                  </a:lnTo>
                  <a:lnTo>
                    <a:pt x="7514623" y="2897246"/>
                  </a:lnTo>
                  <a:lnTo>
                    <a:pt x="7436061" y="2888584"/>
                  </a:lnTo>
                  <a:lnTo>
                    <a:pt x="7349423" y="2877677"/>
                  </a:lnTo>
                  <a:lnTo>
                    <a:pt x="7259020" y="2864554"/>
                  </a:lnTo>
                  <a:lnTo>
                    <a:pt x="7168676" y="2849269"/>
                  </a:lnTo>
                  <a:lnTo>
                    <a:pt x="7081311" y="2831847"/>
                  </a:lnTo>
                  <a:lnTo>
                    <a:pt x="6998819" y="2812250"/>
                  </a:lnTo>
                  <a:lnTo>
                    <a:pt x="6922169" y="2790354"/>
                  </a:lnTo>
                  <a:lnTo>
                    <a:pt x="6851593" y="2765938"/>
                  </a:lnTo>
                  <a:lnTo>
                    <a:pt x="6786804" y="2738685"/>
                  </a:lnTo>
                  <a:lnTo>
                    <a:pt x="6727183" y="2708193"/>
                  </a:lnTo>
                  <a:lnTo>
                    <a:pt x="6671919" y="2673994"/>
                  </a:lnTo>
                  <a:lnTo>
                    <a:pt x="6620121" y="2635590"/>
                  </a:lnTo>
                  <a:lnTo>
                    <a:pt x="6570897" y="2592519"/>
                  </a:lnTo>
                  <a:lnTo>
                    <a:pt x="6523435" y="2544473"/>
                  </a:lnTo>
                  <a:lnTo>
                    <a:pt x="6515891" y="2536245"/>
                  </a:lnTo>
                  <a:lnTo>
                    <a:pt x="6477270" y="2491650"/>
                  </a:lnTo>
                  <a:lnTo>
                    <a:pt x="6439020" y="2443488"/>
                  </a:lnTo>
                  <a:lnTo>
                    <a:pt x="6400873" y="2391690"/>
                  </a:lnTo>
                  <a:lnTo>
                    <a:pt x="6362626" y="2336255"/>
                  </a:lnTo>
                  <a:lnTo>
                    <a:pt x="6324132" y="2277261"/>
                  </a:lnTo>
                  <a:lnTo>
                    <a:pt x="6285296" y="2214874"/>
                  </a:lnTo>
                  <a:lnTo>
                    <a:pt x="6246068" y="2149344"/>
                  </a:lnTo>
                  <a:lnTo>
                    <a:pt x="6206440" y="2081016"/>
                  </a:lnTo>
                  <a:lnTo>
                    <a:pt x="6166442" y="2010317"/>
                  </a:lnTo>
                  <a:lnTo>
                    <a:pt x="6126133" y="1937749"/>
                  </a:lnTo>
                  <a:lnTo>
                    <a:pt x="6085599" y="1863881"/>
                  </a:lnTo>
                  <a:lnTo>
                    <a:pt x="6044944" y="1789323"/>
                  </a:lnTo>
                  <a:lnTo>
                    <a:pt x="6004279" y="1714712"/>
                  </a:lnTo>
                  <a:lnTo>
                    <a:pt x="5963718" y="1640685"/>
                  </a:lnTo>
                  <a:lnTo>
                    <a:pt x="5923365" y="1567859"/>
                  </a:lnTo>
                  <a:lnTo>
                    <a:pt x="5883309" y="1496811"/>
                  </a:lnTo>
                  <a:lnTo>
                    <a:pt x="5843617" y="1428054"/>
                  </a:lnTo>
                  <a:lnTo>
                    <a:pt x="5804321" y="1362031"/>
                  </a:lnTo>
                  <a:lnTo>
                    <a:pt x="5765422" y="1299099"/>
                  </a:lnTo>
                  <a:lnTo>
                    <a:pt x="5726876" y="1239525"/>
                  </a:lnTo>
                  <a:lnTo>
                    <a:pt x="5688597" y="1183488"/>
                  </a:lnTo>
                  <a:lnTo>
                    <a:pt x="5650446" y="1131080"/>
                  </a:lnTo>
                  <a:lnTo>
                    <a:pt x="5612230" y="1082314"/>
                  </a:lnTo>
                  <a:lnTo>
                    <a:pt x="5573692" y="1037130"/>
                  </a:lnTo>
                  <a:lnTo>
                    <a:pt x="5567201" y="1029924"/>
                  </a:lnTo>
                  <a:lnTo>
                    <a:pt x="5519958" y="981065"/>
                  </a:lnTo>
                  <a:lnTo>
                    <a:pt x="5471071" y="937206"/>
                  </a:lnTo>
                  <a:lnTo>
                    <a:pt x="5419747" y="898077"/>
                  </a:lnTo>
                  <a:lnTo>
                    <a:pt x="5365104" y="863233"/>
                  </a:lnTo>
                  <a:lnTo>
                    <a:pt x="5306244" y="832176"/>
                  </a:lnTo>
                  <a:lnTo>
                    <a:pt x="5242339" y="804429"/>
                  </a:lnTo>
                  <a:lnTo>
                    <a:pt x="5172727" y="779579"/>
                  </a:lnTo>
                  <a:lnTo>
                    <a:pt x="5097058" y="757294"/>
                  </a:lnTo>
                  <a:lnTo>
                    <a:pt x="5015466" y="737337"/>
                  </a:lnTo>
                  <a:lnTo>
                    <a:pt x="4928785" y="719568"/>
                  </a:lnTo>
                  <a:lnTo>
                    <a:pt x="4838751" y="703937"/>
                  </a:lnTo>
                  <a:lnTo>
                    <a:pt x="4748119" y="690462"/>
                  </a:lnTo>
                  <a:lnTo>
                    <a:pt x="4660587" y="679194"/>
                  </a:lnTo>
                  <a:lnTo>
                    <a:pt x="4580428" y="670170"/>
                  </a:lnTo>
                  <a:lnTo>
                    <a:pt x="4511820" y="663356"/>
                  </a:lnTo>
                  <a:lnTo>
                    <a:pt x="4457979" y="658602"/>
                  </a:lnTo>
                  <a:lnTo>
                    <a:pt x="4420378" y="655633"/>
                  </a:lnTo>
                  <a:lnTo>
                    <a:pt x="4398281" y="654065"/>
                  </a:lnTo>
                  <a:lnTo>
                    <a:pt x="4388738" y="653454"/>
                  </a:lnTo>
                  <a:lnTo>
                    <a:pt x="4386860" y="653344"/>
                  </a:lnTo>
                  <a:lnTo>
                    <a:pt x="4386855" y="653344"/>
                  </a:lnTo>
                  <a:lnTo>
                    <a:pt x="3848118" y="653344"/>
                  </a:lnTo>
                  <a:lnTo>
                    <a:pt x="3846824" y="653322"/>
                  </a:lnTo>
                  <a:lnTo>
                    <a:pt x="3838376" y="653167"/>
                  </a:lnTo>
                  <a:lnTo>
                    <a:pt x="3817313" y="652740"/>
                  </a:lnTo>
                  <a:lnTo>
                    <a:pt x="3780249" y="651901"/>
                  </a:lnTo>
                  <a:lnTo>
                    <a:pt x="3726195" y="650530"/>
                  </a:lnTo>
                  <a:lnTo>
                    <a:pt x="3656588" y="648540"/>
                  </a:lnTo>
                  <a:lnTo>
                    <a:pt x="3574803" y="645883"/>
                  </a:lnTo>
                  <a:lnTo>
                    <a:pt x="3485288" y="642548"/>
                  </a:lnTo>
                  <a:lnTo>
                    <a:pt x="3392606" y="638546"/>
                  </a:lnTo>
                  <a:lnTo>
                    <a:pt x="3300680" y="633893"/>
                  </a:lnTo>
                  <a:lnTo>
                    <a:pt x="3212397" y="628594"/>
                  </a:lnTo>
                  <a:lnTo>
                    <a:pt x="3129538" y="622630"/>
                  </a:lnTo>
                  <a:lnTo>
                    <a:pt x="3052912" y="615957"/>
                  </a:lnTo>
                  <a:lnTo>
                    <a:pt x="2982593" y="608496"/>
                  </a:lnTo>
                  <a:lnTo>
                    <a:pt x="2918149" y="600143"/>
                  </a:lnTo>
                  <a:lnTo>
                    <a:pt x="2858837" y="590765"/>
                  </a:lnTo>
                  <a:lnTo>
                    <a:pt x="2803750" y="580214"/>
                  </a:lnTo>
                  <a:lnTo>
                    <a:pt x="2751928" y="568335"/>
                  </a:lnTo>
                  <a:lnTo>
                    <a:pt x="2702440" y="555001"/>
                  </a:lnTo>
                  <a:lnTo>
                    <a:pt x="2667772" y="544453"/>
                  </a:lnTo>
                  <a:lnTo>
                    <a:pt x="2617426" y="527409"/>
                  </a:lnTo>
                  <a:lnTo>
                    <a:pt x="2567566" y="508594"/>
                  </a:lnTo>
                  <a:lnTo>
                    <a:pt x="2517665" y="487984"/>
                  </a:lnTo>
                  <a:lnTo>
                    <a:pt x="2467366" y="465617"/>
                  </a:lnTo>
                  <a:lnTo>
                    <a:pt x="2416461" y="441603"/>
                  </a:lnTo>
                  <a:lnTo>
                    <a:pt x="2364877" y="416126"/>
                  </a:lnTo>
                  <a:lnTo>
                    <a:pt x="2312651" y="389445"/>
                  </a:lnTo>
                  <a:lnTo>
                    <a:pt x="2259917" y="361882"/>
                  </a:lnTo>
                  <a:lnTo>
                    <a:pt x="2206877" y="333812"/>
                  </a:lnTo>
                  <a:lnTo>
                    <a:pt x="2153773" y="305637"/>
                  </a:lnTo>
                  <a:lnTo>
                    <a:pt x="2100856" y="277768"/>
                  </a:lnTo>
                  <a:lnTo>
                    <a:pt x="2048351" y="250596"/>
                  </a:lnTo>
                  <a:lnTo>
                    <a:pt x="1996431" y="224473"/>
                  </a:lnTo>
                  <a:lnTo>
                    <a:pt x="1945184" y="199691"/>
                  </a:lnTo>
                  <a:lnTo>
                    <a:pt x="1894595" y="176471"/>
                  </a:lnTo>
                  <a:lnTo>
                    <a:pt x="1844527" y="154962"/>
                  </a:lnTo>
                  <a:lnTo>
                    <a:pt x="1794701" y="135238"/>
                  </a:lnTo>
                  <a:lnTo>
                    <a:pt x="1744679" y="117304"/>
                  </a:lnTo>
                  <a:lnTo>
                    <a:pt x="1719082" y="108890"/>
                  </a:lnTo>
                  <a:lnTo>
                    <a:pt x="1670767" y="94463"/>
                  </a:lnTo>
                  <a:lnTo>
                    <a:pt x="1620715" y="81546"/>
                  </a:lnTo>
                  <a:lnTo>
                    <a:pt x="1568076" y="70053"/>
                  </a:lnTo>
                  <a:lnTo>
                    <a:pt x="1511905" y="59845"/>
                  </a:lnTo>
                  <a:lnTo>
                    <a:pt x="1451245" y="50768"/>
                  </a:lnTo>
                  <a:lnTo>
                    <a:pt x="1385223" y="42677"/>
                  </a:lnTo>
                  <a:lnTo>
                    <a:pt x="1313167" y="35446"/>
                  </a:lnTo>
                  <a:lnTo>
                    <a:pt x="1234764" y="28977"/>
                  </a:lnTo>
                  <a:lnTo>
                    <a:pt x="1150269" y="23203"/>
                  </a:lnTo>
                  <a:lnTo>
                    <a:pt x="1060743" y="18085"/>
                  </a:lnTo>
                  <a:lnTo>
                    <a:pt x="968267" y="13612"/>
                  </a:lnTo>
                  <a:lnTo>
                    <a:pt x="876037" y="9795"/>
                  </a:lnTo>
                  <a:lnTo>
                    <a:pt x="788212" y="6649"/>
                  </a:lnTo>
                  <a:lnTo>
                    <a:pt x="709410" y="4181"/>
                  </a:lnTo>
                  <a:lnTo>
                    <a:pt x="643880" y="2370"/>
                  </a:lnTo>
                  <a:lnTo>
                    <a:pt x="594531" y="1159"/>
                  </a:lnTo>
                  <a:lnTo>
                    <a:pt x="562146" y="448"/>
                  </a:lnTo>
                  <a:lnTo>
                    <a:pt x="545046" y="111"/>
                  </a:lnTo>
                  <a:lnTo>
                    <a:pt x="539229" y="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7" name="pg587"/>
            <p:cNvSpPr/>
            <p:nvPr/>
          </p:nvSpPr>
          <p:spPr>
            <a:xfrm>
              <a:off x="546595" y="1082573"/>
              <a:ext cx="8234974" cy="3843841"/>
            </a:xfrm>
            <a:custGeom>
              <a:avLst/>
              <a:pathLst>
                <a:path w="8234974" h="3843841">
                  <a:moveTo>
                    <a:pt x="0" y="10889"/>
                  </a:moveTo>
                  <a:lnTo>
                    <a:pt x="538736" y="10889"/>
                  </a:lnTo>
                  <a:lnTo>
                    <a:pt x="540030" y="10912"/>
                  </a:lnTo>
                  <a:lnTo>
                    <a:pt x="548468" y="11079"/>
                  </a:lnTo>
                  <a:lnTo>
                    <a:pt x="569510" y="11542"/>
                  </a:lnTo>
                  <a:lnTo>
                    <a:pt x="606539" y="12450"/>
                  </a:lnTo>
                  <a:lnTo>
                    <a:pt x="660545" y="13933"/>
                  </a:lnTo>
                  <a:lnTo>
                    <a:pt x="730099" y="16087"/>
                  </a:lnTo>
                  <a:lnTo>
                    <a:pt x="811830" y="18962"/>
                  </a:lnTo>
                  <a:lnTo>
                    <a:pt x="901298" y="22572"/>
                  </a:lnTo>
                  <a:lnTo>
                    <a:pt x="993943" y="26904"/>
                  </a:lnTo>
                  <a:lnTo>
                    <a:pt x="1085844" y="31940"/>
                  </a:lnTo>
                  <a:lnTo>
                    <a:pt x="1174112" y="37677"/>
                  </a:lnTo>
                  <a:lnTo>
                    <a:pt x="1256967" y="44132"/>
                  </a:lnTo>
                  <a:lnTo>
                    <a:pt x="1333593" y="51355"/>
                  </a:lnTo>
                  <a:lnTo>
                    <a:pt x="1403917" y="59429"/>
                  </a:lnTo>
                  <a:lnTo>
                    <a:pt x="1468367" y="68470"/>
                  </a:lnTo>
                  <a:lnTo>
                    <a:pt x="1527684" y="78618"/>
                  </a:lnTo>
                  <a:lnTo>
                    <a:pt x="1582773" y="90037"/>
                  </a:lnTo>
                  <a:lnTo>
                    <a:pt x="1634594" y="102891"/>
                  </a:lnTo>
                  <a:lnTo>
                    <a:pt x="1684076" y="117321"/>
                  </a:lnTo>
                  <a:lnTo>
                    <a:pt x="1719082" y="128853"/>
                  </a:lnTo>
                  <a:lnTo>
                    <a:pt x="1769058" y="147174"/>
                  </a:lnTo>
                  <a:lnTo>
                    <a:pt x="1818549" y="167384"/>
                  </a:lnTo>
                  <a:lnTo>
                    <a:pt x="1868076" y="189510"/>
                  </a:lnTo>
                  <a:lnTo>
                    <a:pt x="1917989" y="213514"/>
                  </a:lnTo>
                  <a:lnTo>
                    <a:pt x="1968494" y="239280"/>
                  </a:lnTo>
                  <a:lnTo>
                    <a:pt x="2019668" y="266616"/>
                  </a:lnTo>
                  <a:lnTo>
                    <a:pt x="2071478" y="295251"/>
                  </a:lnTo>
                  <a:lnTo>
                    <a:pt x="2123798" y="324847"/>
                  </a:lnTo>
                  <a:lnTo>
                    <a:pt x="2176432" y="355010"/>
                  </a:lnTo>
                  <a:lnTo>
                    <a:pt x="2229146" y="385313"/>
                  </a:lnTo>
                  <a:lnTo>
                    <a:pt x="2281694" y="415322"/>
                  </a:lnTo>
                  <a:lnTo>
                    <a:pt x="2333852" y="444619"/>
                  </a:lnTo>
                  <a:lnTo>
                    <a:pt x="2385447" y="472828"/>
                  </a:lnTo>
                  <a:lnTo>
                    <a:pt x="2436382" y="499634"/>
                  </a:lnTo>
                  <a:lnTo>
                    <a:pt x="2486661" y="524791"/>
                  </a:lnTo>
                  <a:lnTo>
                    <a:pt x="2536406" y="548137"/>
                  </a:lnTo>
                  <a:lnTo>
                    <a:pt x="2585872" y="569583"/>
                  </a:lnTo>
                  <a:lnTo>
                    <a:pt x="2635466" y="589116"/>
                  </a:lnTo>
                  <a:lnTo>
                    <a:pt x="2667772" y="600713"/>
                  </a:lnTo>
                  <a:lnTo>
                    <a:pt x="2716070" y="616337"/>
                  </a:lnTo>
                  <a:lnTo>
                    <a:pt x="2766102" y="630327"/>
                  </a:lnTo>
                  <a:lnTo>
                    <a:pt x="2818719" y="642774"/>
                  </a:lnTo>
                  <a:lnTo>
                    <a:pt x="2874865" y="653830"/>
                  </a:lnTo>
                  <a:lnTo>
                    <a:pt x="2935494" y="663662"/>
                  </a:lnTo>
                  <a:lnTo>
                    <a:pt x="3001480" y="672426"/>
                  </a:lnTo>
                  <a:lnTo>
                    <a:pt x="3073495" y="680259"/>
                  </a:lnTo>
                  <a:lnTo>
                    <a:pt x="3151852" y="687266"/>
                  </a:lnTo>
                  <a:lnTo>
                    <a:pt x="3236298" y="693522"/>
                  </a:lnTo>
                  <a:lnTo>
                    <a:pt x="3325777" y="699067"/>
                  </a:lnTo>
                  <a:lnTo>
                    <a:pt x="3418214" y="703913"/>
                  </a:lnTo>
                  <a:lnTo>
                    <a:pt x="3510419" y="708050"/>
                  </a:lnTo>
                  <a:lnTo>
                    <a:pt x="3598243" y="711460"/>
                  </a:lnTo>
                  <a:lnTo>
                    <a:pt x="3677071" y="714136"/>
                  </a:lnTo>
                  <a:lnTo>
                    <a:pt x="3742657" y="716101"/>
                  </a:lnTo>
                  <a:lnTo>
                    <a:pt x="3792085" y="717416"/>
                  </a:lnTo>
                  <a:lnTo>
                    <a:pt x="3824558" y="718189"/>
                  </a:lnTo>
                  <a:lnTo>
                    <a:pt x="3841738" y="718556"/>
                  </a:lnTo>
                  <a:lnTo>
                    <a:pt x="3847612" y="718669"/>
                  </a:lnTo>
                  <a:lnTo>
                    <a:pt x="3848118" y="718678"/>
                  </a:lnTo>
                  <a:lnTo>
                    <a:pt x="4386855" y="718678"/>
                  </a:lnTo>
                  <a:lnTo>
                    <a:pt x="4387998" y="718769"/>
                  </a:lnTo>
                  <a:lnTo>
                    <a:pt x="4395479" y="719419"/>
                  </a:lnTo>
                  <a:lnTo>
                    <a:pt x="4414215" y="721218"/>
                  </a:lnTo>
                  <a:lnTo>
                    <a:pt x="4447396" y="724750"/>
                  </a:lnTo>
                  <a:lnTo>
                    <a:pt x="4496209" y="730542"/>
                  </a:lnTo>
                  <a:lnTo>
                    <a:pt x="4559768" y="738993"/>
                  </a:lnTo>
                  <a:lnTo>
                    <a:pt x="4635422" y="750339"/>
                  </a:lnTo>
                  <a:lnTo>
                    <a:pt x="4719415" y="764666"/>
                  </a:lnTo>
                  <a:lnTo>
                    <a:pt x="4807669" y="781946"/>
                  </a:lnTo>
                  <a:lnTo>
                    <a:pt x="4896469" y="802111"/>
                  </a:lnTo>
                  <a:lnTo>
                    <a:pt x="4982889" y="825115"/>
                  </a:lnTo>
                  <a:lnTo>
                    <a:pt x="5064945" y="850986"/>
                  </a:lnTo>
                  <a:lnTo>
                    <a:pt x="5141539" y="879860"/>
                  </a:lnTo>
                  <a:lnTo>
                    <a:pt x="5212301" y="911992"/>
                  </a:lnTo>
                  <a:lnTo>
                    <a:pt x="5277387" y="947762"/>
                  </a:lnTo>
                  <a:lnTo>
                    <a:pt x="5337306" y="987661"/>
                  </a:lnTo>
                  <a:lnTo>
                    <a:pt x="5392779" y="1032278"/>
                  </a:lnTo>
                  <a:lnTo>
                    <a:pt x="5444628" y="1082255"/>
                  </a:lnTo>
                  <a:lnTo>
                    <a:pt x="5493700" y="1138223"/>
                  </a:lnTo>
                  <a:lnTo>
                    <a:pt x="5540798" y="1200682"/>
                  </a:lnTo>
                  <a:lnTo>
                    <a:pt x="5567201" y="1239538"/>
                  </a:lnTo>
                  <a:lnTo>
                    <a:pt x="5601283" y="1293676"/>
                  </a:lnTo>
                  <a:lnTo>
                    <a:pt x="5635050" y="1351638"/>
                  </a:lnTo>
                  <a:lnTo>
                    <a:pt x="5668693" y="1413500"/>
                  </a:lnTo>
                  <a:lnTo>
                    <a:pt x="5702364" y="1479285"/>
                  </a:lnTo>
                  <a:lnTo>
                    <a:pt x="5736179" y="1548950"/>
                  </a:lnTo>
                  <a:lnTo>
                    <a:pt x="5770221" y="1622383"/>
                  </a:lnTo>
                  <a:lnTo>
                    <a:pt x="5804545" y="1699399"/>
                  </a:lnTo>
                  <a:lnTo>
                    <a:pt x="5839178" y="1779739"/>
                  </a:lnTo>
                  <a:lnTo>
                    <a:pt x="5874122" y="1863068"/>
                  </a:lnTo>
                  <a:lnTo>
                    <a:pt x="5909356" y="1948981"/>
                  </a:lnTo>
                  <a:lnTo>
                    <a:pt x="5944843" y="2037009"/>
                  </a:lnTo>
                  <a:lnTo>
                    <a:pt x="5980526" y="2126625"/>
                  </a:lnTo>
                  <a:lnTo>
                    <a:pt x="6016338" y="2217264"/>
                  </a:lnTo>
                  <a:lnTo>
                    <a:pt x="6052206" y="2308328"/>
                  </a:lnTo>
                  <a:lnTo>
                    <a:pt x="6088050" y="2399213"/>
                  </a:lnTo>
                  <a:lnTo>
                    <a:pt x="6123794" y="2489314"/>
                  </a:lnTo>
                  <a:lnTo>
                    <a:pt x="6159367" y="2578052"/>
                  </a:lnTo>
                  <a:lnTo>
                    <a:pt x="6194710" y="2664883"/>
                  </a:lnTo>
                  <a:lnTo>
                    <a:pt x="6229775" y="2749313"/>
                  </a:lnTo>
                  <a:lnTo>
                    <a:pt x="6264535" y="2830910"/>
                  </a:lnTo>
                  <a:lnTo>
                    <a:pt x="6298982" y="2909310"/>
                  </a:lnTo>
                  <a:lnTo>
                    <a:pt x="6333134" y="2984223"/>
                  </a:lnTo>
                  <a:lnTo>
                    <a:pt x="6367033" y="3055434"/>
                  </a:lnTo>
                  <a:lnTo>
                    <a:pt x="6400750" y="3122802"/>
                  </a:lnTo>
                  <a:lnTo>
                    <a:pt x="6434388" y="3186257"/>
                  </a:lnTo>
                  <a:lnTo>
                    <a:pt x="6468084" y="3245794"/>
                  </a:lnTo>
                  <a:lnTo>
                    <a:pt x="6502012" y="3301471"/>
                  </a:lnTo>
                  <a:lnTo>
                    <a:pt x="6515891" y="3322980"/>
                  </a:lnTo>
                  <a:lnTo>
                    <a:pt x="6562174" y="3389272"/>
                  </a:lnTo>
                  <a:lnTo>
                    <a:pt x="6610021" y="3448919"/>
                  </a:lnTo>
                  <a:lnTo>
                    <a:pt x="6660175" y="3502262"/>
                  </a:lnTo>
                  <a:lnTo>
                    <a:pt x="6713464" y="3549874"/>
                  </a:lnTo>
                  <a:lnTo>
                    <a:pt x="6770735" y="3592404"/>
                  </a:lnTo>
                  <a:lnTo>
                    <a:pt x="6832778" y="3630476"/>
                  </a:lnTo>
                  <a:lnTo>
                    <a:pt x="6900238" y="3664641"/>
                  </a:lnTo>
                  <a:lnTo>
                    <a:pt x="6973493" y="3695345"/>
                  </a:lnTo>
                  <a:lnTo>
                    <a:pt x="7052498" y="3722916"/>
                  </a:lnTo>
                  <a:lnTo>
                    <a:pt x="7136596" y="3747555"/>
                  </a:lnTo>
                  <a:lnTo>
                    <a:pt x="7224329" y="3769351"/>
                  </a:lnTo>
                  <a:lnTo>
                    <a:pt x="7313306" y="3788294"/>
                  </a:lnTo>
                  <a:lnTo>
                    <a:pt x="7400232" y="3804323"/>
                  </a:lnTo>
                  <a:lnTo>
                    <a:pt x="7481169" y="3817378"/>
                  </a:lnTo>
                  <a:lnTo>
                    <a:pt x="7552081" y="3827472"/>
                  </a:lnTo>
                  <a:lnTo>
                    <a:pt x="7609588" y="3834750"/>
                  </a:lnTo>
                  <a:lnTo>
                    <a:pt x="7651729" y="3839522"/>
                  </a:lnTo>
                  <a:lnTo>
                    <a:pt x="7678487" y="3842246"/>
                  </a:lnTo>
                  <a:lnTo>
                    <a:pt x="7691928" y="3843482"/>
                  </a:lnTo>
                  <a:lnTo>
                    <a:pt x="7696016" y="3843824"/>
                  </a:lnTo>
                  <a:lnTo>
                    <a:pt x="7696237" y="3843841"/>
                  </a:lnTo>
                  <a:lnTo>
                    <a:pt x="8234974" y="3843841"/>
                  </a:lnTo>
                  <a:lnTo>
                    <a:pt x="8234974" y="3832952"/>
                  </a:lnTo>
                  <a:lnTo>
                    <a:pt x="7696237" y="3832952"/>
                  </a:lnTo>
                  <a:lnTo>
                    <a:pt x="7695094" y="3832860"/>
                  </a:lnTo>
                  <a:lnTo>
                    <a:pt x="7687613" y="3832210"/>
                  </a:lnTo>
                  <a:lnTo>
                    <a:pt x="7668878" y="3830412"/>
                  </a:lnTo>
                  <a:lnTo>
                    <a:pt x="7635697" y="3826879"/>
                  </a:lnTo>
                  <a:lnTo>
                    <a:pt x="7586883" y="3821087"/>
                  </a:lnTo>
                  <a:lnTo>
                    <a:pt x="7523324" y="3812637"/>
                  </a:lnTo>
                  <a:lnTo>
                    <a:pt x="7447670" y="3801290"/>
                  </a:lnTo>
                  <a:lnTo>
                    <a:pt x="7363677" y="3786964"/>
                  </a:lnTo>
                  <a:lnTo>
                    <a:pt x="7275423" y="3769684"/>
                  </a:lnTo>
                  <a:lnTo>
                    <a:pt x="7186623" y="3749519"/>
                  </a:lnTo>
                  <a:lnTo>
                    <a:pt x="7100203" y="3726515"/>
                  </a:lnTo>
                  <a:lnTo>
                    <a:pt x="7018148" y="3700643"/>
                  </a:lnTo>
                  <a:lnTo>
                    <a:pt x="6941553" y="3671769"/>
                  </a:lnTo>
                  <a:lnTo>
                    <a:pt x="6870791" y="3639637"/>
                  </a:lnTo>
                  <a:lnTo>
                    <a:pt x="6805706" y="3603868"/>
                  </a:lnTo>
                  <a:lnTo>
                    <a:pt x="6745786" y="3563968"/>
                  </a:lnTo>
                  <a:lnTo>
                    <a:pt x="6690314" y="3519352"/>
                  </a:lnTo>
                  <a:lnTo>
                    <a:pt x="6638465" y="3469375"/>
                  </a:lnTo>
                  <a:lnTo>
                    <a:pt x="6589392" y="3413406"/>
                  </a:lnTo>
                  <a:lnTo>
                    <a:pt x="6542294" y="3350947"/>
                  </a:lnTo>
                  <a:lnTo>
                    <a:pt x="6515891" y="3312091"/>
                  </a:lnTo>
                  <a:lnTo>
                    <a:pt x="6481809" y="3257953"/>
                  </a:lnTo>
                  <a:lnTo>
                    <a:pt x="6448042" y="3199992"/>
                  </a:lnTo>
                  <a:lnTo>
                    <a:pt x="6414399" y="3138129"/>
                  </a:lnTo>
                  <a:lnTo>
                    <a:pt x="6380728" y="3072344"/>
                  </a:lnTo>
                  <a:lnTo>
                    <a:pt x="6346913" y="3002679"/>
                  </a:lnTo>
                  <a:lnTo>
                    <a:pt x="6312871" y="2929247"/>
                  </a:lnTo>
                  <a:lnTo>
                    <a:pt x="6278547" y="2852230"/>
                  </a:lnTo>
                  <a:lnTo>
                    <a:pt x="6243914" y="2771891"/>
                  </a:lnTo>
                  <a:lnTo>
                    <a:pt x="6208971" y="2688561"/>
                  </a:lnTo>
                  <a:lnTo>
                    <a:pt x="6173736" y="2602648"/>
                  </a:lnTo>
                  <a:lnTo>
                    <a:pt x="6138250" y="2514621"/>
                  </a:lnTo>
                  <a:lnTo>
                    <a:pt x="6102567" y="2425004"/>
                  </a:lnTo>
                  <a:lnTo>
                    <a:pt x="6066754" y="2334366"/>
                  </a:lnTo>
                  <a:lnTo>
                    <a:pt x="6030887" y="2243301"/>
                  </a:lnTo>
                  <a:lnTo>
                    <a:pt x="5995043" y="2152417"/>
                  </a:lnTo>
                  <a:lnTo>
                    <a:pt x="5959299" y="2062316"/>
                  </a:lnTo>
                  <a:lnTo>
                    <a:pt x="5923725" y="1973578"/>
                  </a:lnTo>
                  <a:lnTo>
                    <a:pt x="5888383" y="1886747"/>
                  </a:lnTo>
                  <a:lnTo>
                    <a:pt x="5853317" y="1802317"/>
                  </a:lnTo>
                  <a:lnTo>
                    <a:pt x="5818557" y="1720720"/>
                  </a:lnTo>
                  <a:lnTo>
                    <a:pt x="5784110" y="1642319"/>
                  </a:lnTo>
                  <a:lnTo>
                    <a:pt x="5749958" y="1567406"/>
                  </a:lnTo>
                  <a:lnTo>
                    <a:pt x="5716060" y="1496195"/>
                  </a:lnTo>
                  <a:lnTo>
                    <a:pt x="5682343" y="1428828"/>
                  </a:lnTo>
                  <a:lnTo>
                    <a:pt x="5648704" y="1365373"/>
                  </a:lnTo>
                  <a:lnTo>
                    <a:pt x="5615008" y="1305835"/>
                  </a:lnTo>
                  <a:lnTo>
                    <a:pt x="5581080" y="1250159"/>
                  </a:lnTo>
                  <a:lnTo>
                    <a:pt x="5567201" y="1228649"/>
                  </a:lnTo>
                  <a:lnTo>
                    <a:pt x="5520919" y="1162358"/>
                  </a:lnTo>
                  <a:lnTo>
                    <a:pt x="5473071" y="1102710"/>
                  </a:lnTo>
                  <a:lnTo>
                    <a:pt x="5422917" y="1049368"/>
                  </a:lnTo>
                  <a:lnTo>
                    <a:pt x="5369628" y="1001755"/>
                  </a:lnTo>
                  <a:lnTo>
                    <a:pt x="5312357" y="959226"/>
                  </a:lnTo>
                  <a:lnTo>
                    <a:pt x="5250314" y="921153"/>
                  </a:lnTo>
                  <a:lnTo>
                    <a:pt x="5182855" y="886988"/>
                  </a:lnTo>
                  <a:lnTo>
                    <a:pt x="5109600" y="856284"/>
                  </a:lnTo>
                  <a:lnTo>
                    <a:pt x="5030594" y="828714"/>
                  </a:lnTo>
                  <a:lnTo>
                    <a:pt x="4946496" y="804075"/>
                  </a:lnTo>
                  <a:lnTo>
                    <a:pt x="4858764" y="782279"/>
                  </a:lnTo>
                  <a:lnTo>
                    <a:pt x="4769787" y="763335"/>
                  </a:lnTo>
                  <a:lnTo>
                    <a:pt x="4682861" y="747306"/>
                  </a:lnTo>
                  <a:lnTo>
                    <a:pt x="4601924" y="734252"/>
                  </a:lnTo>
                  <a:lnTo>
                    <a:pt x="4531012" y="724158"/>
                  </a:lnTo>
                  <a:lnTo>
                    <a:pt x="4473504" y="716880"/>
                  </a:lnTo>
                  <a:lnTo>
                    <a:pt x="4431363" y="712108"/>
                  </a:lnTo>
                  <a:lnTo>
                    <a:pt x="4404606" y="709383"/>
                  </a:lnTo>
                  <a:lnTo>
                    <a:pt x="4391164" y="708148"/>
                  </a:lnTo>
                  <a:lnTo>
                    <a:pt x="4387077" y="707806"/>
                  </a:lnTo>
                  <a:lnTo>
                    <a:pt x="4386855" y="707789"/>
                  </a:lnTo>
                  <a:lnTo>
                    <a:pt x="3848118" y="707789"/>
                  </a:lnTo>
                  <a:lnTo>
                    <a:pt x="3846825" y="707766"/>
                  </a:lnTo>
                  <a:lnTo>
                    <a:pt x="3838386" y="707598"/>
                  </a:lnTo>
                  <a:lnTo>
                    <a:pt x="3817345" y="707136"/>
                  </a:lnTo>
                  <a:lnTo>
                    <a:pt x="3780315" y="706228"/>
                  </a:lnTo>
                  <a:lnTo>
                    <a:pt x="3726309" y="704745"/>
                  </a:lnTo>
                  <a:lnTo>
                    <a:pt x="3656756" y="702591"/>
                  </a:lnTo>
                  <a:lnTo>
                    <a:pt x="3575024" y="699715"/>
                  </a:lnTo>
                  <a:lnTo>
                    <a:pt x="3485557" y="696105"/>
                  </a:lnTo>
                  <a:lnTo>
                    <a:pt x="3392912" y="691774"/>
                  </a:lnTo>
                  <a:lnTo>
                    <a:pt x="3301011" y="686737"/>
                  </a:lnTo>
                  <a:lnTo>
                    <a:pt x="3212743" y="681001"/>
                  </a:lnTo>
                  <a:lnTo>
                    <a:pt x="3129888" y="674546"/>
                  </a:lnTo>
                  <a:lnTo>
                    <a:pt x="3053261" y="667323"/>
                  </a:lnTo>
                  <a:lnTo>
                    <a:pt x="2982938" y="659248"/>
                  </a:lnTo>
                  <a:lnTo>
                    <a:pt x="2918488" y="650208"/>
                  </a:lnTo>
                  <a:lnTo>
                    <a:pt x="2859171" y="640059"/>
                  </a:lnTo>
                  <a:lnTo>
                    <a:pt x="2804082" y="628640"/>
                  </a:lnTo>
                  <a:lnTo>
                    <a:pt x="2752260" y="615786"/>
                  </a:lnTo>
                  <a:lnTo>
                    <a:pt x="2702778" y="601357"/>
                  </a:lnTo>
                  <a:lnTo>
                    <a:pt x="2667772" y="589824"/>
                  </a:lnTo>
                  <a:lnTo>
                    <a:pt x="2617797" y="571504"/>
                  </a:lnTo>
                  <a:lnTo>
                    <a:pt x="2568305" y="551294"/>
                  </a:lnTo>
                  <a:lnTo>
                    <a:pt x="2518779" y="529167"/>
                  </a:lnTo>
                  <a:lnTo>
                    <a:pt x="2468866" y="505164"/>
                  </a:lnTo>
                  <a:lnTo>
                    <a:pt x="2418361" y="479398"/>
                  </a:lnTo>
                  <a:lnTo>
                    <a:pt x="2367186" y="452062"/>
                  </a:lnTo>
                  <a:lnTo>
                    <a:pt x="2315376" y="423426"/>
                  </a:lnTo>
                  <a:lnTo>
                    <a:pt x="2263057" y="393831"/>
                  </a:lnTo>
                  <a:lnTo>
                    <a:pt x="2210422" y="363668"/>
                  </a:lnTo>
                  <a:lnTo>
                    <a:pt x="2157708" y="333365"/>
                  </a:lnTo>
                  <a:lnTo>
                    <a:pt x="2105160" y="303356"/>
                  </a:lnTo>
                  <a:lnTo>
                    <a:pt x="2053002" y="274058"/>
                  </a:lnTo>
                  <a:lnTo>
                    <a:pt x="2001408" y="245849"/>
                  </a:lnTo>
                  <a:lnTo>
                    <a:pt x="1950473" y="219044"/>
                  </a:lnTo>
                  <a:lnTo>
                    <a:pt x="1900193" y="193886"/>
                  </a:lnTo>
                  <a:lnTo>
                    <a:pt x="1850449" y="170541"/>
                  </a:lnTo>
                  <a:lnTo>
                    <a:pt x="1800983" y="149094"/>
                  </a:lnTo>
                  <a:lnTo>
                    <a:pt x="1751389" y="129562"/>
                  </a:lnTo>
                  <a:lnTo>
                    <a:pt x="1719082" y="117964"/>
                  </a:lnTo>
                  <a:lnTo>
                    <a:pt x="1670785" y="102341"/>
                  </a:lnTo>
                  <a:lnTo>
                    <a:pt x="1620752" y="88351"/>
                  </a:lnTo>
                  <a:lnTo>
                    <a:pt x="1568136" y="75903"/>
                  </a:lnTo>
                  <a:lnTo>
                    <a:pt x="1511990" y="64847"/>
                  </a:lnTo>
                  <a:lnTo>
                    <a:pt x="1451360" y="55016"/>
                  </a:lnTo>
                  <a:lnTo>
                    <a:pt x="1385374" y="46251"/>
                  </a:lnTo>
                  <a:lnTo>
                    <a:pt x="1313360" y="38419"/>
                  </a:lnTo>
                  <a:lnTo>
                    <a:pt x="1235003" y="31411"/>
                  </a:lnTo>
                  <a:lnTo>
                    <a:pt x="1150557" y="25156"/>
                  </a:lnTo>
                  <a:lnTo>
                    <a:pt x="1061078" y="19611"/>
                  </a:lnTo>
                  <a:lnTo>
                    <a:pt x="968641" y="14765"/>
                  </a:lnTo>
                  <a:lnTo>
                    <a:pt x="876435" y="10628"/>
                  </a:lnTo>
                  <a:lnTo>
                    <a:pt x="788612" y="7217"/>
                  </a:lnTo>
                  <a:lnTo>
                    <a:pt x="709783" y="4541"/>
                  </a:lnTo>
                  <a:lnTo>
                    <a:pt x="644198" y="2577"/>
                  </a:lnTo>
                  <a:lnTo>
                    <a:pt x="594770" y="1261"/>
                  </a:lnTo>
                  <a:lnTo>
                    <a:pt x="562297" y="489"/>
                  </a:lnTo>
                  <a:lnTo>
                    <a:pt x="545117" y="122"/>
                  </a:lnTo>
                  <a:lnTo>
                    <a:pt x="539243" y="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88" name="pl588"/>
            <p:cNvSpPr/>
            <p:nvPr/>
          </p:nvSpPr>
          <p:spPr>
            <a:xfrm>
              <a:off x="546595" y="1093462"/>
              <a:ext cx="8234974" cy="3832952"/>
            </a:xfrm>
            <a:custGeom>
              <a:avLst/>
              <a:pathLst>
                <a:path w="8234974" h="3832952">
                  <a:moveTo>
                    <a:pt x="0" y="0"/>
                  </a:moveTo>
                  <a:lnTo>
                    <a:pt x="538736" y="0"/>
                  </a:lnTo>
                  <a:lnTo>
                    <a:pt x="540030" y="23"/>
                  </a:lnTo>
                  <a:lnTo>
                    <a:pt x="548468" y="190"/>
                  </a:lnTo>
                  <a:lnTo>
                    <a:pt x="569510" y="653"/>
                  </a:lnTo>
                  <a:lnTo>
                    <a:pt x="606539" y="1561"/>
                  </a:lnTo>
                  <a:lnTo>
                    <a:pt x="660545" y="3044"/>
                  </a:lnTo>
                  <a:lnTo>
                    <a:pt x="730099" y="5198"/>
                  </a:lnTo>
                  <a:lnTo>
                    <a:pt x="811830" y="8073"/>
                  </a:lnTo>
                  <a:lnTo>
                    <a:pt x="901298" y="11683"/>
                  </a:lnTo>
                  <a:lnTo>
                    <a:pt x="993943" y="16015"/>
                  </a:lnTo>
                  <a:lnTo>
                    <a:pt x="1085844" y="21051"/>
                  </a:lnTo>
                  <a:lnTo>
                    <a:pt x="1174112" y="26788"/>
                  </a:lnTo>
                  <a:lnTo>
                    <a:pt x="1256967" y="33242"/>
                  </a:lnTo>
                  <a:lnTo>
                    <a:pt x="1333593" y="40466"/>
                  </a:lnTo>
                  <a:lnTo>
                    <a:pt x="1403917" y="48540"/>
                  </a:lnTo>
                  <a:lnTo>
                    <a:pt x="1468367" y="57581"/>
                  </a:lnTo>
                  <a:lnTo>
                    <a:pt x="1527684" y="67729"/>
                  </a:lnTo>
                  <a:lnTo>
                    <a:pt x="1582773" y="79148"/>
                  </a:lnTo>
                  <a:lnTo>
                    <a:pt x="1634594" y="92002"/>
                  </a:lnTo>
                  <a:lnTo>
                    <a:pt x="1684076" y="106432"/>
                  </a:lnTo>
                  <a:lnTo>
                    <a:pt x="1719082" y="117964"/>
                  </a:lnTo>
                  <a:lnTo>
                    <a:pt x="1769058" y="136285"/>
                  </a:lnTo>
                  <a:lnTo>
                    <a:pt x="1818549" y="156495"/>
                  </a:lnTo>
                  <a:lnTo>
                    <a:pt x="1868076" y="178621"/>
                  </a:lnTo>
                  <a:lnTo>
                    <a:pt x="1917989" y="202625"/>
                  </a:lnTo>
                  <a:lnTo>
                    <a:pt x="1968494" y="228391"/>
                  </a:lnTo>
                  <a:lnTo>
                    <a:pt x="2019668" y="255727"/>
                  </a:lnTo>
                  <a:lnTo>
                    <a:pt x="2071478" y="284362"/>
                  </a:lnTo>
                  <a:lnTo>
                    <a:pt x="2123798" y="313958"/>
                  </a:lnTo>
                  <a:lnTo>
                    <a:pt x="2176432" y="344121"/>
                  </a:lnTo>
                  <a:lnTo>
                    <a:pt x="2229146" y="374424"/>
                  </a:lnTo>
                  <a:lnTo>
                    <a:pt x="2281694" y="404433"/>
                  </a:lnTo>
                  <a:lnTo>
                    <a:pt x="2333852" y="433730"/>
                  </a:lnTo>
                  <a:lnTo>
                    <a:pt x="2385447" y="461939"/>
                  </a:lnTo>
                  <a:lnTo>
                    <a:pt x="2436382" y="488744"/>
                  </a:lnTo>
                  <a:lnTo>
                    <a:pt x="2486661" y="513902"/>
                  </a:lnTo>
                  <a:lnTo>
                    <a:pt x="2536406" y="537248"/>
                  </a:lnTo>
                  <a:lnTo>
                    <a:pt x="2585872" y="558694"/>
                  </a:lnTo>
                  <a:lnTo>
                    <a:pt x="2635466" y="578226"/>
                  </a:lnTo>
                  <a:lnTo>
                    <a:pt x="2667772" y="589824"/>
                  </a:lnTo>
                  <a:lnTo>
                    <a:pt x="2716070" y="605448"/>
                  </a:lnTo>
                  <a:lnTo>
                    <a:pt x="2766102" y="619437"/>
                  </a:lnTo>
                  <a:lnTo>
                    <a:pt x="2818719" y="631885"/>
                  </a:lnTo>
                  <a:lnTo>
                    <a:pt x="2874865" y="642941"/>
                  </a:lnTo>
                  <a:lnTo>
                    <a:pt x="2935494" y="652773"/>
                  </a:lnTo>
                  <a:lnTo>
                    <a:pt x="3001480" y="661537"/>
                  </a:lnTo>
                  <a:lnTo>
                    <a:pt x="3073495" y="669370"/>
                  </a:lnTo>
                  <a:lnTo>
                    <a:pt x="3151852" y="676377"/>
                  </a:lnTo>
                  <a:lnTo>
                    <a:pt x="3236298" y="682633"/>
                  </a:lnTo>
                  <a:lnTo>
                    <a:pt x="3325777" y="688178"/>
                  </a:lnTo>
                  <a:lnTo>
                    <a:pt x="3418214" y="693024"/>
                  </a:lnTo>
                  <a:lnTo>
                    <a:pt x="3510419" y="697161"/>
                  </a:lnTo>
                  <a:lnTo>
                    <a:pt x="3598243" y="700571"/>
                  </a:lnTo>
                  <a:lnTo>
                    <a:pt x="3677071" y="703247"/>
                  </a:lnTo>
                  <a:lnTo>
                    <a:pt x="3742657" y="705212"/>
                  </a:lnTo>
                  <a:lnTo>
                    <a:pt x="3792085" y="706527"/>
                  </a:lnTo>
                  <a:lnTo>
                    <a:pt x="3824558" y="707300"/>
                  </a:lnTo>
                  <a:lnTo>
                    <a:pt x="3841738" y="707667"/>
                  </a:lnTo>
                  <a:lnTo>
                    <a:pt x="3847612" y="707780"/>
                  </a:lnTo>
                  <a:lnTo>
                    <a:pt x="3848118" y="707789"/>
                  </a:lnTo>
                  <a:lnTo>
                    <a:pt x="4386855" y="707789"/>
                  </a:lnTo>
                  <a:lnTo>
                    <a:pt x="4387998" y="707880"/>
                  </a:lnTo>
                  <a:lnTo>
                    <a:pt x="4395479" y="708530"/>
                  </a:lnTo>
                  <a:lnTo>
                    <a:pt x="4414215" y="710328"/>
                  </a:lnTo>
                  <a:lnTo>
                    <a:pt x="4447396" y="713861"/>
                  </a:lnTo>
                  <a:lnTo>
                    <a:pt x="4496209" y="719653"/>
                  </a:lnTo>
                  <a:lnTo>
                    <a:pt x="4559768" y="728104"/>
                  </a:lnTo>
                  <a:lnTo>
                    <a:pt x="4635422" y="739450"/>
                  </a:lnTo>
                  <a:lnTo>
                    <a:pt x="4719415" y="753777"/>
                  </a:lnTo>
                  <a:lnTo>
                    <a:pt x="4807669" y="771057"/>
                  </a:lnTo>
                  <a:lnTo>
                    <a:pt x="4896469" y="791222"/>
                  </a:lnTo>
                  <a:lnTo>
                    <a:pt x="4982889" y="814226"/>
                  </a:lnTo>
                  <a:lnTo>
                    <a:pt x="5064945" y="840097"/>
                  </a:lnTo>
                  <a:lnTo>
                    <a:pt x="5141539" y="868971"/>
                  </a:lnTo>
                  <a:lnTo>
                    <a:pt x="5212301" y="901103"/>
                  </a:lnTo>
                  <a:lnTo>
                    <a:pt x="5277387" y="936873"/>
                  </a:lnTo>
                  <a:lnTo>
                    <a:pt x="5337306" y="976772"/>
                  </a:lnTo>
                  <a:lnTo>
                    <a:pt x="5392779" y="1021389"/>
                  </a:lnTo>
                  <a:lnTo>
                    <a:pt x="5444628" y="1071366"/>
                  </a:lnTo>
                  <a:lnTo>
                    <a:pt x="5493700" y="1127334"/>
                  </a:lnTo>
                  <a:lnTo>
                    <a:pt x="5540798" y="1189793"/>
                  </a:lnTo>
                  <a:lnTo>
                    <a:pt x="5567201" y="1228649"/>
                  </a:lnTo>
                  <a:lnTo>
                    <a:pt x="5601283" y="1282787"/>
                  </a:lnTo>
                  <a:lnTo>
                    <a:pt x="5635050" y="1340749"/>
                  </a:lnTo>
                  <a:lnTo>
                    <a:pt x="5668693" y="1402611"/>
                  </a:lnTo>
                  <a:lnTo>
                    <a:pt x="5702364" y="1468396"/>
                  </a:lnTo>
                  <a:lnTo>
                    <a:pt x="5736179" y="1538061"/>
                  </a:lnTo>
                  <a:lnTo>
                    <a:pt x="5770221" y="1611494"/>
                  </a:lnTo>
                  <a:lnTo>
                    <a:pt x="5804545" y="1688510"/>
                  </a:lnTo>
                  <a:lnTo>
                    <a:pt x="5839178" y="1768850"/>
                  </a:lnTo>
                  <a:lnTo>
                    <a:pt x="5874122" y="1852179"/>
                  </a:lnTo>
                  <a:lnTo>
                    <a:pt x="5909356" y="1938092"/>
                  </a:lnTo>
                  <a:lnTo>
                    <a:pt x="5944843" y="2026120"/>
                  </a:lnTo>
                  <a:lnTo>
                    <a:pt x="5980526" y="2115736"/>
                  </a:lnTo>
                  <a:lnTo>
                    <a:pt x="6016338" y="2206375"/>
                  </a:lnTo>
                  <a:lnTo>
                    <a:pt x="6052206" y="2297439"/>
                  </a:lnTo>
                  <a:lnTo>
                    <a:pt x="6088050" y="2388324"/>
                  </a:lnTo>
                  <a:lnTo>
                    <a:pt x="6123794" y="2478425"/>
                  </a:lnTo>
                  <a:lnTo>
                    <a:pt x="6159367" y="2567163"/>
                  </a:lnTo>
                  <a:lnTo>
                    <a:pt x="6194710" y="2653994"/>
                  </a:lnTo>
                  <a:lnTo>
                    <a:pt x="6229775" y="2738424"/>
                  </a:lnTo>
                  <a:lnTo>
                    <a:pt x="6264535" y="2820021"/>
                  </a:lnTo>
                  <a:lnTo>
                    <a:pt x="6298982" y="2898421"/>
                  </a:lnTo>
                  <a:lnTo>
                    <a:pt x="6333134" y="2973334"/>
                  </a:lnTo>
                  <a:lnTo>
                    <a:pt x="6367033" y="3044545"/>
                  </a:lnTo>
                  <a:lnTo>
                    <a:pt x="6400750" y="3111913"/>
                  </a:lnTo>
                  <a:lnTo>
                    <a:pt x="6434388" y="3175368"/>
                  </a:lnTo>
                  <a:lnTo>
                    <a:pt x="6468084" y="3234905"/>
                  </a:lnTo>
                  <a:lnTo>
                    <a:pt x="6502012" y="3290582"/>
                  </a:lnTo>
                  <a:lnTo>
                    <a:pt x="6515891" y="3312091"/>
                  </a:lnTo>
                  <a:lnTo>
                    <a:pt x="6562174" y="3378383"/>
                  </a:lnTo>
                  <a:lnTo>
                    <a:pt x="6610021" y="3438030"/>
                  </a:lnTo>
                  <a:lnTo>
                    <a:pt x="6660175" y="3491373"/>
                  </a:lnTo>
                  <a:lnTo>
                    <a:pt x="6713464" y="3538985"/>
                  </a:lnTo>
                  <a:lnTo>
                    <a:pt x="6770735" y="3581515"/>
                  </a:lnTo>
                  <a:lnTo>
                    <a:pt x="6832778" y="3619587"/>
                  </a:lnTo>
                  <a:lnTo>
                    <a:pt x="6900238" y="3653752"/>
                  </a:lnTo>
                  <a:lnTo>
                    <a:pt x="6973493" y="3684456"/>
                  </a:lnTo>
                  <a:lnTo>
                    <a:pt x="7052498" y="3712026"/>
                  </a:lnTo>
                  <a:lnTo>
                    <a:pt x="7136596" y="3736666"/>
                  </a:lnTo>
                  <a:lnTo>
                    <a:pt x="7224329" y="3758462"/>
                  </a:lnTo>
                  <a:lnTo>
                    <a:pt x="7313306" y="3777405"/>
                  </a:lnTo>
                  <a:lnTo>
                    <a:pt x="7400232" y="3793434"/>
                  </a:lnTo>
                  <a:lnTo>
                    <a:pt x="7481169" y="3806489"/>
                  </a:lnTo>
                  <a:lnTo>
                    <a:pt x="7552081" y="3816583"/>
                  </a:lnTo>
                  <a:lnTo>
                    <a:pt x="7609588" y="3823861"/>
                  </a:lnTo>
                  <a:lnTo>
                    <a:pt x="7651729" y="3828633"/>
                  </a:lnTo>
                  <a:lnTo>
                    <a:pt x="7678487" y="3831357"/>
                  </a:lnTo>
                  <a:lnTo>
                    <a:pt x="7691928" y="3832593"/>
                  </a:lnTo>
                  <a:lnTo>
                    <a:pt x="7696016" y="3832934"/>
                  </a:lnTo>
                  <a:lnTo>
                    <a:pt x="7696237" y="3832952"/>
                  </a:lnTo>
                  <a:lnTo>
                    <a:pt x="8234974" y="3832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9" name="pl589"/>
            <p:cNvSpPr/>
            <p:nvPr/>
          </p:nvSpPr>
          <p:spPr>
            <a:xfrm>
              <a:off x="546595" y="1082573"/>
              <a:ext cx="8234974" cy="3832952"/>
            </a:xfrm>
            <a:custGeom>
              <a:avLst/>
              <a:pathLst>
                <a:path w="8234974" h="3832952">
                  <a:moveTo>
                    <a:pt x="8234974" y="3832952"/>
                  </a:moveTo>
                  <a:lnTo>
                    <a:pt x="7696237" y="3832952"/>
                  </a:lnTo>
                  <a:lnTo>
                    <a:pt x="7695094" y="3832860"/>
                  </a:lnTo>
                  <a:lnTo>
                    <a:pt x="7687613" y="3832210"/>
                  </a:lnTo>
                  <a:lnTo>
                    <a:pt x="7668878" y="3830412"/>
                  </a:lnTo>
                  <a:lnTo>
                    <a:pt x="7635697" y="3826879"/>
                  </a:lnTo>
                  <a:lnTo>
                    <a:pt x="7586883" y="3821087"/>
                  </a:lnTo>
                  <a:lnTo>
                    <a:pt x="7523324" y="3812637"/>
                  </a:lnTo>
                  <a:lnTo>
                    <a:pt x="7447670" y="3801290"/>
                  </a:lnTo>
                  <a:lnTo>
                    <a:pt x="7363677" y="3786964"/>
                  </a:lnTo>
                  <a:lnTo>
                    <a:pt x="7275423" y="3769684"/>
                  </a:lnTo>
                  <a:lnTo>
                    <a:pt x="7186623" y="3749519"/>
                  </a:lnTo>
                  <a:lnTo>
                    <a:pt x="7100203" y="3726515"/>
                  </a:lnTo>
                  <a:lnTo>
                    <a:pt x="7018148" y="3700643"/>
                  </a:lnTo>
                  <a:lnTo>
                    <a:pt x="6941553" y="3671769"/>
                  </a:lnTo>
                  <a:lnTo>
                    <a:pt x="6870791" y="3639637"/>
                  </a:lnTo>
                  <a:lnTo>
                    <a:pt x="6805706" y="3603868"/>
                  </a:lnTo>
                  <a:lnTo>
                    <a:pt x="6745786" y="3563968"/>
                  </a:lnTo>
                  <a:lnTo>
                    <a:pt x="6690314" y="3519352"/>
                  </a:lnTo>
                  <a:lnTo>
                    <a:pt x="6638465" y="3469375"/>
                  </a:lnTo>
                  <a:lnTo>
                    <a:pt x="6589392" y="3413406"/>
                  </a:lnTo>
                  <a:lnTo>
                    <a:pt x="6542294" y="3350947"/>
                  </a:lnTo>
                  <a:lnTo>
                    <a:pt x="6515891" y="3312091"/>
                  </a:lnTo>
                  <a:lnTo>
                    <a:pt x="6481809" y="3257953"/>
                  </a:lnTo>
                  <a:lnTo>
                    <a:pt x="6448042" y="3199992"/>
                  </a:lnTo>
                  <a:lnTo>
                    <a:pt x="6414399" y="3138129"/>
                  </a:lnTo>
                  <a:lnTo>
                    <a:pt x="6380728" y="3072344"/>
                  </a:lnTo>
                  <a:lnTo>
                    <a:pt x="6346913" y="3002679"/>
                  </a:lnTo>
                  <a:lnTo>
                    <a:pt x="6312871" y="2929247"/>
                  </a:lnTo>
                  <a:lnTo>
                    <a:pt x="6278547" y="2852230"/>
                  </a:lnTo>
                  <a:lnTo>
                    <a:pt x="6243914" y="2771891"/>
                  </a:lnTo>
                  <a:lnTo>
                    <a:pt x="6208971" y="2688561"/>
                  </a:lnTo>
                  <a:lnTo>
                    <a:pt x="6173736" y="2602648"/>
                  </a:lnTo>
                  <a:lnTo>
                    <a:pt x="6138250" y="2514621"/>
                  </a:lnTo>
                  <a:lnTo>
                    <a:pt x="6102567" y="2425004"/>
                  </a:lnTo>
                  <a:lnTo>
                    <a:pt x="6066754" y="2334366"/>
                  </a:lnTo>
                  <a:lnTo>
                    <a:pt x="6030887" y="2243301"/>
                  </a:lnTo>
                  <a:lnTo>
                    <a:pt x="5995043" y="2152417"/>
                  </a:lnTo>
                  <a:lnTo>
                    <a:pt x="5959299" y="2062316"/>
                  </a:lnTo>
                  <a:lnTo>
                    <a:pt x="5923725" y="1973578"/>
                  </a:lnTo>
                  <a:lnTo>
                    <a:pt x="5888383" y="1886747"/>
                  </a:lnTo>
                  <a:lnTo>
                    <a:pt x="5853317" y="1802317"/>
                  </a:lnTo>
                  <a:lnTo>
                    <a:pt x="5818557" y="1720720"/>
                  </a:lnTo>
                  <a:lnTo>
                    <a:pt x="5784110" y="1642319"/>
                  </a:lnTo>
                  <a:lnTo>
                    <a:pt x="5749958" y="1567406"/>
                  </a:lnTo>
                  <a:lnTo>
                    <a:pt x="5716060" y="1496195"/>
                  </a:lnTo>
                  <a:lnTo>
                    <a:pt x="5682343" y="1428828"/>
                  </a:lnTo>
                  <a:lnTo>
                    <a:pt x="5648704" y="1365373"/>
                  </a:lnTo>
                  <a:lnTo>
                    <a:pt x="5615008" y="1305835"/>
                  </a:lnTo>
                  <a:lnTo>
                    <a:pt x="5581080" y="1250159"/>
                  </a:lnTo>
                  <a:lnTo>
                    <a:pt x="5567201" y="1228649"/>
                  </a:lnTo>
                  <a:lnTo>
                    <a:pt x="5520919" y="1162358"/>
                  </a:lnTo>
                  <a:lnTo>
                    <a:pt x="5473071" y="1102710"/>
                  </a:lnTo>
                  <a:lnTo>
                    <a:pt x="5422917" y="1049368"/>
                  </a:lnTo>
                  <a:lnTo>
                    <a:pt x="5369628" y="1001755"/>
                  </a:lnTo>
                  <a:lnTo>
                    <a:pt x="5312357" y="959226"/>
                  </a:lnTo>
                  <a:lnTo>
                    <a:pt x="5250314" y="921153"/>
                  </a:lnTo>
                  <a:lnTo>
                    <a:pt x="5182855" y="886988"/>
                  </a:lnTo>
                  <a:lnTo>
                    <a:pt x="5109600" y="856284"/>
                  </a:lnTo>
                  <a:lnTo>
                    <a:pt x="5030594" y="828714"/>
                  </a:lnTo>
                  <a:lnTo>
                    <a:pt x="4946496" y="804075"/>
                  </a:lnTo>
                  <a:lnTo>
                    <a:pt x="4858764" y="782279"/>
                  </a:lnTo>
                  <a:lnTo>
                    <a:pt x="4769787" y="763335"/>
                  </a:lnTo>
                  <a:lnTo>
                    <a:pt x="4682861" y="747306"/>
                  </a:lnTo>
                  <a:lnTo>
                    <a:pt x="4601924" y="734252"/>
                  </a:lnTo>
                  <a:lnTo>
                    <a:pt x="4531012" y="724158"/>
                  </a:lnTo>
                  <a:lnTo>
                    <a:pt x="4473504" y="716880"/>
                  </a:lnTo>
                  <a:lnTo>
                    <a:pt x="4431363" y="712108"/>
                  </a:lnTo>
                  <a:lnTo>
                    <a:pt x="4404606" y="709383"/>
                  </a:lnTo>
                  <a:lnTo>
                    <a:pt x="4391164" y="708148"/>
                  </a:lnTo>
                  <a:lnTo>
                    <a:pt x="4387077" y="707806"/>
                  </a:lnTo>
                  <a:lnTo>
                    <a:pt x="4386855" y="707789"/>
                  </a:lnTo>
                  <a:lnTo>
                    <a:pt x="3848118" y="707789"/>
                  </a:lnTo>
                  <a:lnTo>
                    <a:pt x="3846825" y="707766"/>
                  </a:lnTo>
                  <a:lnTo>
                    <a:pt x="3838386" y="707598"/>
                  </a:lnTo>
                  <a:lnTo>
                    <a:pt x="3817345" y="707136"/>
                  </a:lnTo>
                  <a:lnTo>
                    <a:pt x="3780315" y="706228"/>
                  </a:lnTo>
                  <a:lnTo>
                    <a:pt x="3726309" y="704745"/>
                  </a:lnTo>
                  <a:lnTo>
                    <a:pt x="3656756" y="702591"/>
                  </a:lnTo>
                  <a:lnTo>
                    <a:pt x="3575024" y="699715"/>
                  </a:lnTo>
                  <a:lnTo>
                    <a:pt x="3485557" y="696105"/>
                  </a:lnTo>
                  <a:lnTo>
                    <a:pt x="3392912" y="691774"/>
                  </a:lnTo>
                  <a:lnTo>
                    <a:pt x="3301011" y="686737"/>
                  </a:lnTo>
                  <a:lnTo>
                    <a:pt x="3212743" y="681001"/>
                  </a:lnTo>
                  <a:lnTo>
                    <a:pt x="3129888" y="674546"/>
                  </a:lnTo>
                  <a:lnTo>
                    <a:pt x="3053261" y="667323"/>
                  </a:lnTo>
                  <a:lnTo>
                    <a:pt x="2982938" y="659248"/>
                  </a:lnTo>
                  <a:lnTo>
                    <a:pt x="2918488" y="650208"/>
                  </a:lnTo>
                  <a:lnTo>
                    <a:pt x="2859171" y="640059"/>
                  </a:lnTo>
                  <a:lnTo>
                    <a:pt x="2804082" y="628640"/>
                  </a:lnTo>
                  <a:lnTo>
                    <a:pt x="2752260" y="615786"/>
                  </a:lnTo>
                  <a:lnTo>
                    <a:pt x="2702778" y="601357"/>
                  </a:lnTo>
                  <a:lnTo>
                    <a:pt x="2667772" y="589824"/>
                  </a:lnTo>
                  <a:lnTo>
                    <a:pt x="2617797" y="571504"/>
                  </a:lnTo>
                  <a:lnTo>
                    <a:pt x="2568305" y="551294"/>
                  </a:lnTo>
                  <a:lnTo>
                    <a:pt x="2518779" y="529167"/>
                  </a:lnTo>
                  <a:lnTo>
                    <a:pt x="2468866" y="505164"/>
                  </a:lnTo>
                  <a:lnTo>
                    <a:pt x="2418361" y="479398"/>
                  </a:lnTo>
                  <a:lnTo>
                    <a:pt x="2367186" y="452062"/>
                  </a:lnTo>
                  <a:lnTo>
                    <a:pt x="2315376" y="423426"/>
                  </a:lnTo>
                  <a:lnTo>
                    <a:pt x="2263057" y="393831"/>
                  </a:lnTo>
                  <a:lnTo>
                    <a:pt x="2210422" y="363668"/>
                  </a:lnTo>
                  <a:lnTo>
                    <a:pt x="2157708" y="333365"/>
                  </a:lnTo>
                  <a:lnTo>
                    <a:pt x="2105160" y="303356"/>
                  </a:lnTo>
                  <a:lnTo>
                    <a:pt x="2053002" y="274058"/>
                  </a:lnTo>
                  <a:lnTo>
                    <a:pt x="2001408" y="245849"/>
                  </a:lnTo>
                  <a:lnTo>
                    <a:pt x="1950473" y="219044"/>
                  </a:lnTo>
                  <a:lnTo>
                    <a:pt x="1900193" y="193886"/>
                  </a:lnTo>
                  <a:lnTo>
                    <a:pt x="1850449" y="170541"/>
                  </a:lnTo>
                  <a:lnTo>
                    <a:pt x="1800983" y="149094"/>
                  </a:lnTo>
                  <a:lnTo>
                    <a:pt x="1751389" y="129562"/>
                  </a:lnTo>
                  <a:lnTo>
                    <a:pt x="1719082" y="117964"/>
                  </a:lnTo>
                  <a:lnTo>
                    <a:pt x="1670785" y="102341"/>
                  </a:lnTo>
                  <a:lnTo>
                    <a:pt x="1620752" y="88351"/>
                  </a:lnTo>
                  <a:lnTo>
                    <a:pt x="1568136" y="75903"/>
                  </a:lnTo>
                  <a:lnTo>
                    <a:pt x="1511990" y="64847"/>
                  </a:lnTo>
                  <a:lnTo>
                    <a:pt x="1451360" y="55016"/>
                  </a:lnTo>
                  <a:lnTo>
                    <a:pt x="1385374" y="46251"/>
                  </a:lnTo>
                  <a:lnTo>
                    <a:pt x="1313360" y="38419"/>
                  </a:lnTo>
                  <a:lnTo>
                    <a:pt x="1235003" y="31411"/>
                  </a:lnTo>
                  <a:lnTo>
                    <a:pt x="1150557" y="25156"/>
                  </a:lnTo>
                  <a:lnTo>
                    <a:pt x="1061078" y="19611"/>
                  </a:lnTo>
                  <a:lnTo>
                    <a:pt x="968641" y="14765"/>
                  </a:lnTo>
                  <a:lnTo>
                    <a:pt x="876435" y="10628"/>
                  </a:lnTo>
                  <a:lnTo>
                    <a:pt x="788612" y="7217"/>
                  </a:lnTo>
                  <a:lnTo>
                    <a:pt x="709783" y="4541"/>
                  </a:lnTo>
                  <a:lnTo>
                    <a:pt x="644198" y="2577"/>
                  </a:lnTo>
                  <a:lnTo>
                    <a:pt x="594770" y="1261"/>
                  </a:lnTo>
                  <a:lnTo>
                    <a:pt x="562297" y="489"/>
                  </a:lnTo>
                  <a:lnTo>
                    <a:pt x="545117" y="122"/>
                  </a:lnTo>
                  <a:lnTo>
                    <a:pt x="539243" y="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0" name="pg590"/>
            <p:cNvSpPr/>
            <p:nvPr/>
          </p:nvSpPr>
          <p:spPr>
            <a:xfrm>
              <a:off x="546595" y="1311244"/>
              <a:ext cx="8234974" cy="3593392"/>
            </a:xfrm>
            <a:custGeom>
              <a:avLst/>
              <a:pathLst>
                <a:path w="8234974" h="3593392">
                  <a:moveTo>
                    <a:pt x="0" y="1404689"/>
                  </a:moveTo>
                  <a:lnTo>
                    <a:pt x="538736" y="1404689"/>
                  </a:lnTo>
                  <a:lnTo>
                    <a:pt x="539955" y="1404757"/>
                  </a:lnTo>
                  <a:lnTo>
                    <a:pt x="547916" y="1405244"/>
                  </a:lnTo>
                  <a:lnTo>
                    <a:pt x="567809" y="1406589"/>
                  </a:lnTo>
                  <a:lnTo>
                    <a:pt x="602929" y="1409230"/>
                  </a:lnTo>
                  <a:lnTo>
                    <a:pt x="654369" y="1413552"/>
                  </a:lnTo>
                  <a:lnTo>
                    <a:pt x="720977" y="1419843"/>
                  </a:lnTo>
                  <a:lnTo>
                    <a:pt x="799746" y="1428266"/>
                  </a:lnTo>
                  <a:lnTo>
                    <a:pt x="886571" y="1438870"/>
                  </a:lnTo>
                  <a:lnTo>
                    <a:pt x="977124" y="1451625"/>
                  </a:lnTo>
                  <a:lnTo>
                    <a:pt x="1067573" y="1466482"/>
                  </a:lnTo>
                  <a:lnTo>
                    <a:pt x="1155001" y="1483413"/>
                  </a:lnTo>
                  <a:lnTo>
                    <a:pt x="1237520" y="1502459"/>
                  </a:lnTo>
                  <a:lnTo>
                    <a:pt x="1314172" y="1523740"/>
                  </a:lnTo>
                  <a:lnTo>
                    <a:pt x="1384733" y="1547476"/>
                  </a:lnTo>
                  <a:lnTo>
                    <a:pt x="1449499" y="1573974"/>
                  </a:lnTo>
                  <a:lnTo>
                    <a:pt x="1509099" y="1603627"/>
                  </a:lnTo>
                  <a:lnTo>
                    <a:pt x="1564350" y="1636892"/>
                  </a:lnTo>
                  <a:lnTo>
                    <a:pt x="1616148" y="1674255"/>
                  </a:lnTo>
                  <a:lnTo>
                    <a:pt x="1665386" y="1716161"/>
                  </a:lnTo>
                  <a:lnTo>
                    <a:pt x="1712876" y="1762905"/>
                  </a:lnTo>
                  <a:lnTo>
                    <a:pt x="1719082" y="1769473"/>
                  </a:lnTo>
                  <a:lnTo>
                    <a:pt x="1758139" y="1813182"/>
                  </a:lnTo>
                  <a:lnTo>
                    <a:pt x="1796820" y="1860425"/>
                  </a:lnTo>
                  <a:lnTo>
                    <a:pt x="1835401" y="1911271"/>
                  </a:lnTo>
                  <a:lnTo>
                    <a:pt x="1874090" y="1965720"/>
                  </a:lnTo>
                  <a:lnTo>
                    <a:pt x="1913036" y="2023689"/>
                  </a:lnTo>
                  <a:lnTo>
                    <a:pt x="1952337" y="2085008"/>
                  </a:lnTo>
                  <a:lnTo>
                    <a:pt x="1992040" y="2149420"/>
                  </a:lnTo>
                  <a:lnTo>
                    <a:pt x="2032152" y="2216574"/>
                  </a:lnTo>
                  <a:lnTo>
                    <a:pt x="2072638" y="2286035"/>
                  </a:lnTo>
                  <a:lnTo>
                    <a:pt x="2113433" y="2357292"/>
                  </a:lnTo>
                  <a:lnTo>
                    <a:pt x="2154447" y="2429771"/>
                  </a:lnTo>
                  <a:lnTo>
                    <a:pt x="2195572" y="2502855"/>
                  </a:lnTo>
                  <a:lnTo>
                    <a:pt x="2236690" y="2575906"/>
                  </a:lnTo>
                  <a:lnTo>
                    <a:pt x="2277686" y="2648286"/>
                  </a:lnTo>
                  <a:lnTo>
                    <a:pt x="2318454" y="2719381"/>
                  </a:lnTo>
                  <a:lnTo>
                    <a:pt x="2358903" y="2788625"/>
                  </a:lnTo>
                  <a:lnTo>
                    <a:pt x="2398973" y="2855512"/>
                  </a:lnTo>
                  <a:lnTo>
                    <a:pt x="2438634" y="2919616"/>
                  </a:lnTo>
                  <a:lnTo>
                    <a:pt x="2477894" y="2980597"/>
                  </a:lnTo>
                  <a:lnTo>
                    <a:pt x="2516809" y="3038205"/>
                  </a:lnTo>
                  <a:lnTo>
                    <a:pt x="2555478" y="3092280"/>
                  </a:lnTo>
                  <a:lnTo>
                    <a:pt x="2594059" y="3142750"/>
                  </a:lnTo>
                  <a:lnTo>
                    <a:pt x="2632765" y="3189620"/>
                  </a:lnTo>
                  <a:lnTo>
                    <a:pt x="2667772" y="3228608"/>
                  </a:lnTo>
                  <a:lnTo>
                    <a:pt x="2715084" y="3276000"/>
                  </a:lnTo>
                  <a:lnTo>
                    <a:pt x="2764046" y="3318536"/>
                  </a:lnTo>
                  <a:lnTo>
                    <a:pt x="2815453" y="3356478"/>
                  </a:lnTo>
                  <a:lnTo>
                    <a:pt x="2870194" y="3390259"/>
                  </a:lnTo>
                  <a:lnTo>
                    <a:pt x="2929168" y="3420365"/>
                  </a:lnTo>
                  <a:lnTo>
                    <a:pt x="2993207" y="3447257"/>
                  </a:lnTo>
                  <a:lnTo>
                    <a:pt x="3062973" y="3471339"/>
                  </a:lnTo>
                  <a:lnTo>
                    <a:pt x="3138816" y="3492932"/>
                  </a:lnTo>
                  <a:lnTo>
                    <a:pt x="3220593" y="3512265"/>
                  </a:lnTo>
                  <a:lnTo>
                    <a:pt x="3307457" y="3529473"/>
                  </a:lnTo>
                  <a:lnTo>
                    <a:pt x="3397651" y="3544605"/>
                  </a:lnTo>
                  <a:lnTo>
                    <a:pt x="3488393" y="3557642"/>
                  </a:lnTo>
                  <a:lnTo>
                    <a:pt x="3575957" y="3568534"/>
                  </a:lnTo>
                  <a:lnTo>
                    <a:pt x="3656044" y="3577245"/>
                  </a:lnTo>
                  <a:lnTo>
                    <a:pt x="3724472" y="3583813"/>
                  </a:lnTo>
                  <a:lnTo>
                    <a:pt x="3778037" y="3588382"/>
                  </a:lnTo>
                  <a:lnTo>
                    <a:pt x="3815309" y="3591226"/>
                  </a:lnTo>
                  <a:lnTo>
                    <a:pt x="3837078" y="3592718"/>
                  </a:lnTo>
                  <a:lnTo>
                    <a:pt x="3846362" y="3593293"/>
                  </a:lnTo>
                  <a:lnTo>
                    <a:pt x="3848118" y="3593392"/>
                  </a:lnTo>
                  <a:lnTo>
                    <a:pt x="4386855" y="3593392"/>
                  </a:lnTo>
                  <a:lnTo>
                    <a:pt x="4387815" y="3593305"/>
                  </a:lnTo>
                  <a:lnTo>
                    <a:pt x="4394119" y="3592681"/>
                  </a:lnTo>
                  <a:lnTo>
                    <a:pt x="4409997" y="3590959"/>
                  </a:lnTo>
                  <a:lnTo>
                    <a:pt x="4438347" y="3587568"/>
                  </a:lnTo>
                  <a:lnTo>
                    <a:pt x="4480516" y="3581988"/>
                  </a:lnTo>
                  <a:lnTo>
                    <a:pt x="4536199" y="3573799"/>
                  </a:lnTo>
                  <a:lnTo>
                    <a:pt x="4603592" y="3562721"/>
                  </a:lnTo>
                  <a:lnTo>
                    <a:pt x="4679816" y="3548622"/>
                  </a:lnTo>
                  <a:lnTo>
                    <a:pt x="4761488" y="3531490"/>
                  </a:lnTo>
                  <a:lnTo>
                    <a:pt x="4845285" y="3511380"/>
                  </a:lnTo>
                  <a:lnTo>
                    <a:pt x="4928364" y="3488356"/>
                  </a:lnTo>
                  <a:lnTo>
                    <a:pt x="5008582" y="3462440"/>
                  </a:lnTo>
                  <a:lnTo>
                    <a:pt x="5084542" y="3433572"/>
                  </a:lnTo>
                  <a:lnTo>
                    <a:pt x="5155514" y="3401593"/>
                  </a:lnTo>
                  <a:lnTo>
                    <a:pt x="5221298" y="3366229"/>
                  </a:lnTo>
                  <a:lnTo>
                    <a:pt x="5282085" y="3327098"/>
                  </a:lnTo>
                  <a:lnTo>
                    <a:pt x="5338327" y="3283717"/>
                  </a:lnTo>
                  <a:lnTo>
                    <a:pt x="5390633" y="3235517"/>
                  </a:lnTo>
                  <a:lnTo>
                    <a:pt x="5439693" y="3181880"/>
                  </a:lnTo>
                  <a:lnTo>
                    <a:pt x="5486214" y="3122194"/>
                  </a:lnTo>
                  <a:lnTo>
                    <a:pt x="5530878" y="3055954"/>
                  </a:lnTo>
                  <a:lnTo>
                    <a:pt x="5567201" y="2995401"/>
                  </a:lnTo>
                  <a:lnTo>
                    <a:pt x="5599358" y="2936892"/>
                  </a:lnTo>
                  <a:lnTo>
                    <a:pt x="5631225" y="2874484"/>
                  </a:lnTo>
                  <a:lnTo>
                    <a:pt x="5662964" y="2808096"/>
                  </a:lnTo>
                  <a:lnTo>
                    <a:pt x="5694707" y="2737701"/>
                  </a:lnTo>
                  <a:lnTo>
                    <a:pt x="5726558" y="2663327"/>
                  </a:lnTo>
                  <a:lnTo>
                    <a:pt x="5758592" y="2585064"/>
                  </a:lnTo>
                  <a:lnTo>
                    <a:pt x="5790865" y="2503067"/>
                  </a:lnTo>
                  <a:lnTo>
                    <a:pt x="5823405" y="2417560"/>
                  </a:lnTo>
                  <a:lnTo>
                    <a:pt x="5856224" y="2328835"/>
                  </a:lnTo>
                  <a:lnTo>
                    <a:pt x="5889313" y="2237249"/>
                  </a:lnTo>
                  <a:lnTo>
                    <a:pt x="5922648" y="2143223"/>
                  </a:lnTo>
                  <a:lnTo>
                    <a:pt x="5956191" y="2047233"/>
                  </a:lnTo>
                  <a:lnTo>
                    <a:pt x="5989890" y="1949800"/>
                  </a:lnTo>
                  <a:lnTo>
                    <a:pt x="6023688" y="1851480"/>
                  </a:lnTo>
                  <a:lnTo>
                    <a:pt x="6057520" y="1752850"/>
                  </a:lnTo>
                  <a:lnTo>
                    <a:pt x="6091321" y="1654498"/>
                  </a:lnTo>
                  <a:lnTo>
                    <a:pt x="6125027" y="1557000"/>
                  </a:lnTo>
                  <a:lnTo>
                    <a:pt x="6158580" y="1460915"/>
                  </a:lnTo>
                  <a:lnTo>
                    <a:pt x="6191928" y="1366767"/>
                  </a:lnTo>
                  <a:lnTo>
                    <a:pt x="6225031" y="1275034"/>
                  </a:lnTo>
                  <a:lnTo>
                    <a:pt x="6257866" y="1186139"/>
                  </a:lnTo>
                  <a:lnTo>
                    <a:pt x="6290422" y="1100444"/>
                  </a:lnTo>
                  <a:lnTo>
                    <a:pt x="6322708" y="1018245"/>
                  </a:lnTo>
                  <a:lnTo>
                    <a:pt x="6354755" y="939769"/>
                  </a:lnTo>
                  <a:lnTo>
                    <a:pt x="6386614" y="865175"/>
                  </a:lnTo>
                  <a:lnTo>
                    <a:pt x="6418361" y="794557"/>
                  </a:lnTo>
                  <a:lnTo>
                    <a:pt x="6450097" y="727947"/>
                  </a:lnTo>
                  <a:lnTo>
                    <a:pt x="6481952" y="665319"/>
                  </a:lnTo>
                  <a:lnTo>
                    <a:pt x="6514088" y="606595"/>
                  </a:lnTo>
                  <a:lnTo>
                    <a:pt x="6515891" y="603435"/>
                  </a:lnTo>
                  <a:lnTo>
                    <a:pt x="6559463" y="531515"/>
                  </a:lnTo>
                  <a:lnTo>
                    <a:pt x="6604389" y="466380"/>
                  </a:lnTo>
                  <a:lnTo>
                    <a:pt x="6651281" y="407729"/>
                  </a:lnTo>
                  <a:lnTo>
                    <a:pt x="6700825" y="355030"/>
                  </a:lnTo>
                  <a:lnTo>
                    <a:pt x="6753733" y="307664"/>
                  </a:lnTo>
                  <a:lnTo>
                    <a:pt x="6810685" y="265020"/>
                  </a:lnTo>
                  <a:lnTo>
                    <a:pt x="6872269" y="226540"/>
                  </a:lnTo>
                  <a:lnTo>
                    <a:pt x="6938902" y="191756"/>
                  </a:lnTo>
                  <a:lnTo>
                    <a:pt x="7010720" y="160305"/>
                  </a:lnTo>
                  <a:lnTo>
                    <a:pt x="7087448" y="131931"/>
                  </a:lnTo>
                  <a:lnTo>
                    <a:pt x="7168253" y="106492"/>
                  </a:lnTo>
                  <a:lnTo>
                    <a:pt x="7251617" y="83945"/>
                  </a:lnTo>
                  <a:lnTo>
                    <a:pt x="7335276" y="64320"/>
                  </a:lnTo>
                  <a:lnTo>
                    <a:pt x="7416288" y="47684"/>
                  </a:lnTo>
                  <a:lnTo>
                    <a:pt x="7491285" y="34086"/>
                  </a:lnTo>
                  <a:lnTo>
                    <a:pt x="7556927" y="23496"/>
                  </a:lnTo>
                  <a:lnTo>
                    <a:pt x="7610473" y="15760"/>
                  </a:lnTo>
                  <a:lnTo>
                    <a:pt x="7650345" y="10572"/>
                  </a:lnTo>
                  <a:lnTo>
                    <a:pt x="7676506" y="7494"/>
                  </a:lnTo>
                  <a:lnTo>
                    <a:pt x="7690572" y="5992"/>
                  </a:lnTo>
                  <a:lnTo>
                    <a:pt x="7695673" y="549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8" y="87"/>
                  </a:lnTo>
                  <a:lnTo>
                    <a:pt x="7688974" y="710"/>
                  </a:lnTo>
                  <a:lnTo>
                    <a:pt x="7673095" y="2433"/>
                  </a:lnTo>
                  <a:lnTo>
                    <a:pt x="7644745" y="5823"/>
                  </a:lnTo>
                  <a:lnTo>
                    <a:pt x="7602576" y="11403"/>
                  </a:lnTo>
                  <a:lnTo>
                    <a:pt x="7546894" y="19592"/>
                  </a:lnTo>
                  <a:lnTo>
                    <a:pt x="7479501" y="30670"/>
                  </a:lnTo>
                  <a:lnTo>
                    <a:pt x="7403276" y="44769"/>
                  </a:lnTo>
                  <a:lnTo>
                    <a:pt x="7321604" y="61901"/>
                  </a:lnTo>
                  <a:lnTo>
                    <a:pt x="7237808" y="82012"/>
                  </a:lnTo>
                  <a:lnTo>
                    <a:pt x="7154729" y="105035"/>
                  </a:lnTo>
                  <a:lnTo>
                    <a:pt x="7074510" y="130952"/>
                  </a:lnTo>
                  <a:lnTo>
                    <a:pt x="6998550" y="159819"/>
                  </a:lnTo>
                  <a:lnTo>
                    <a:pt x="6927579" y="191799"/>
                  </a:lnTo>
                  <a:lnTo>
                    <a:pt x="6861795" y="227163"/>
                  </a:lnTo>
                  <a:lnTo>
                    <a:pt x="6801007" y="266293"/>
                  </a:lnTo>
                  <a:lnTo>
                    <a:pt x="6744765" y="309675"/>
                  </a:lnTo>
                  <a:lnTo>
                    <a:pt x="6692459" y="357875"/>
                  </a:lnTo>
                  <a:lnTo>
                    <a:pt x="6643400" y="411512"/>
                  </a:lnTo>
                  <a:lnTo>
                    <a:pt x="6596878" y="471197"/>
                  </a:lnTo>
                  <a:lnTo>
                    <a:pt x="6552214" y="537438"/>
                  </a:lnTo>
                  <a:lnTo>
                    <a:pt x="6515891" y="597991"/>
                  </a:lnTo>
                  <a:lnTo>
                    <a:pt x="6483734" y="656500"/>
                  </a:lnTo>
                  <a:lnTo>
                    <a:pt x="6451868" y="718908"/>
                  </a:lnTo>
                  <a:lnTo>
                    <a:pt x="6420129" y="785295"/>
                  </a:lnTo>
                  <a:lnTo>
                    <a:pt x="6388386" y="855690"/>
                  </a:lnTo>
                  <a:lnTo>
                    <a:pt x="6356535" y="930064"/>
                  </a:lnTo>
                  <a:lnTo>
                    <a:pt x="6324500" y="1008328"/>
                  </a:lnTo>
                  <a:lnTo>
                    <a:pt x="6292228" y="1090325"/>
                  </a:lnTo>
                  <a:lnTo>
                    <a:pt x="6259687" y="1175832"/>
                  </a:lnTo>
                  <a:lnTo>
                    <a:pt x="6226869" y="1264557"/>
                  </a:lnTo>
                  <a:lnTo>
                    <a:pt x="6193779" y="1356143"/>
                  </a:lnTo>
                  <a:lnTo>
                    <a:pt x="6160444" y="1450168"/>
                  </a:lnTo>
                  <a:lnTo>
                    <a:pt x="6126902" y="1546159"/>
                  </a:lnTo>
                  <a:lnTo>
                    <a:pt x="6093203" y="1643592"/>
                  </a:lnTo>
                  <a:lnTo>
                    <a:pt x="6059405" y="1741912"/>
                  </a:lnTo>
                  <a:lnTo>
                    <a:pt x="6025573" y="1840541"/>
                  </a:lnTo>
                  <a:lnTo>
                    <a:pt x="5991771" y="1938894"/>
                  </a:lnTo>
                  <a:lnTo>
                    <a:pt x="5958065" y="2036391"/>
                  </a:lnTo>
                  <a:lnTo>
                    <a:pt x="5924513" y="2132476"/>
                  </a:lnTo>
                  <a:lnTo>
                    <a:pt x="5891165" y="2226624"/>
                  </a:lnTo>
                  <a:lnTo>
                    <a:pt x="5858061" y="2318358"/>
                  </a:lnTo>
                  <a:lnTo>
                    <a:pt x="5825227" y="2407252"/>
                  </a:lnTo>
                  <a:lnTo>
                    <a:pt x="5792671" y="2492947"/>
                  </a:lnTo>
                  <a:lnTo>
                    <a:pt x="5760384" y="2575146"/>
                  </a:lnTo>
                  <a:lnTo>
                    <a:pt x="5728337" y="2653622"/>
                  </a:lnTo>
                  <a:lnTo>
                    <a:pt x="5696478" y="2728216"/>
                  </a:lnTo>
                  <a:lnTo>
                    <a:pt x="5664731" y="2798834"/>
                  </a:lnTo>
                  <a:lnTo>
                    <a:pt x="5632995" y="2865445"/>
                  </a:lnTo>
                  <a:lnTo>
                    <a:pt x="5601140" y="2928073"/>
                  </a:lnTo>
                  <a:lnTo>
                    <a:pt x="5569004" y="2986796"/>
                  </a:lnTo>
                  <a:lnTo>
                    <a:pt x="5567201" y="2989956"/>
                  </a:lnTo>
                  <a:lnTo>
                    <a:pt x="5523629" y="3061876"/>
                  </a:lnTo>
                  <a:lnTo>
                    <a:pt x="5478703" y="3127012"/>
                  </a:lnTo>
                  <a:lnTo>
                    <a:pt x="5431812" y="3185663"/>
                  </a:lnTo>
                  <a:lnTo>
                    <a:pt x="5382267" y="3238362"/>
                  </a:lnTo>
                  <a:lnTo>
                    <a:pt x="5329359" y="3285727"/>
                  </a:lnTo>
                  <a:lnTo>
                    <a:pt x="5272408" y="3328372"/>
                  </a:lnTo>
                  <a:lnTo>
                    <a:pt x="5210823" y="3366852"/>
                  </a:lnTo>
                  <a:lnTo>
                    <a:pt x="5144190" y="3401635"/>
                  </a:lnTo>
                  <a:lnTo>
                    <a:pt x="5072372" y="3433087"/>
                  </a:lnTo>
                  <a:lnTo>
                    <a:pt x="4995644" y="3461461"/>
                  </a:lnTo>
                  <a:lnTo>
                    <a:pt x="4914840" y="3486899"/>
                  </a:lnTo>
                  <a:lnTo>
                    <a:pt x="4831475" y="3509447"/>
                  </a:lnTo>
                  <a:lnTo>
                    <a:pt x="4747816" y="3529072"/>
                  </a:lnTo>
                  <a:lnTo>
                    <a:pt x="4666805" y="3545707"/>
                  </a:lnTo>
                  <a:lnTo>
                    <a:pt x="4591807" y="3559306"/>
                  </a:lnTo>
                  <a:lnTo>
                    <a:pt x="4526165" y="3569895"/>
                  </a:lnTo>
                  <a:lnTo>
                    <a:pt x="4472619" y="3577632"/>
                  </a:lnTo>
                  <a:lnTo>
                    <a:pt x="4432747" y="3582819"/>
                  </a:lnTo>
                  <a:lnTo>
                    <a:pt x="4406586" y="3585897"/>
                  </a:lnTo>
                  <a:lnTo>
                    <a:pt x="4392521" y="3587400"/>
                  </a:lnTo>
                  <a:lnTo>
                    <a:pt x="4387420" y="3587897"/>
                  </a:lnTo>
                  <a:lnTo>
                    <a:pt x="4386855" y="3587948"/>
                  </a:lnTo>
                  <a:lnTo>
                    <a:pt x="3848118" y="3587948"/>
                  </a:lnTo>
                  <a:lnTo>
                    <a:pt x="3846900" y="3587879"/>
                  </a:lnTo>
                  <a:lnTo>
                    <a:pt x="3838939" y="3587393"/>
                  </a:lnTo>
                  <a:lnTo>
                    <a:pt x="3819045" y="3586048"/>
                  </a:lnTo>
                  <a:lnTo>
                    <a:pt x="3783926" y="3583407"/>
                  </a:lnTo>
                  <a:lnTo>
                    <a:pt x="3732486" y="3579085"/>
                  </a:lnTo>
                  <a:lnTo>
                    <a:pt x="3665877" y="3572794"/>
                  </a:lnTo>
                  <a:lnTo>
                    <a:pt x="3587108" y="3564370"/>
                  </a:lnTo>
                  <a:lnTo>
                    <a:pt x="3500283" y="3553767"/>
                  </a:lnTo>
                  <a:lnTo>
                    <a:pt x="3409731" y="3541011"/>
                  </a:lnTo>
                  <a:lnTo>
                    <a:pt x="3319282" y="3526155"/>
                  </a:lnTo>
                  <a:lnTo>
                    <a:pt x="3231853" y="3509223"/>
                  </a:lnTo>
                  <a:lnTo>
                    <a:pt x="3149334" y="3490178"/>
                  </a:lnTo>
                  <a:lnTo>
                    <a:pt x="3072683" y="3468896"/>
                  </a:lnTo>
                  <a:lnTo>
                    <a:pt x="3002122" y="3445161"/>
                  </a:lnTo>
                  <a:lnTo>
                    <a:pt x="2937356" y="3418663"/>
                  </a:lnTo>
                  <a:lnTo>
                    <a:pt x="2877755" y="3389010"/>
                  </a:lnTo>
                  <a:lnTo>
                    <a:pt x="2822504" y="3355744"/>
                  </a:lnTo>
                  <a:lnTo>
                    <a:pt x="2770707" y="3318382"/>
                  </a:lnTo>
                  <a:lnTo>
                    <a:pt x="2721469" y="3276476"/>
                  </a:lnTo>
                  <a:lnTo>
                    <a:pt x="2673978" y="3229732"/>
                  </a:lnTo>
                  <a:lnTo>
                    <a:pt x="2667772" y="3223164"/>
                  </a:lnTo>
                  <a:lnTo>
                    <a:pt x="2628715" y="3179455"/>
                  </a:lnTo>
                  <a:lnTo>
                    <a:pt x="2590034" y="3132212"/>
                  </a:lnTo>
                  <a:lnTo>
                    <a:pt x="2551454" y="3081365"/>
                  </a:lnTo>
                  <a:lnTo>
                    <a:pt x="2512765" y="3026917"/>
                  </a:lnTo>
                  <a:lnTo>
                    <a:pt x="2473819" y="2968948"/>
                  </a:lnTo>
                  <a:lnTo>
                    <a:pt x="2434518" y="2907628"/>
                  </a:lnTo>
                  <a:lnTo>
                    <a:pt x="2394814" y="2843217"/>
                  </a:lnTo>
                  <a:lnTo>
                    <a:pt x="2354703" y="2776063"/>
                  </a:lnTo>
                  <a:lnTo>
                    <a:pt x="2314217" y="2706601"/>
                  </a:lnTo>
                  <a:lnTo>
                    <a:pt x="2273421" y="2635345"/>
                  </a:lnTo>
                  <a:lnTo>
                    <a:pt x="2232407" y="2562866"/>
                  </a:lnTo>
                  <a:lnTo>
                    <a:pt x="2191283" y="2489781"/>
                  </a:lnTo>
                  <a:lnTo>
                    <a:pt x="2150164" y="2416731"/>
                  </a:lnTo>
                  <a:lnTo>
                    <a:pt x="2109168" y="2344351"/>
                  </a:lnTo>
                  <a:lnTo>
                    <a:pt x="2068401" y="2273256"/>
                  </a:lnTo>
                  <a:lnTo>
                    <a:pt x="2027951" y="2204012"/>
                  </a:lnTo>
                  <a:lnTo>
                    <a:pt x="1987882" y="2137125"/>
                  </a:lnTo>
                  <a:lnTo>
                    <a:pt x="1948221" y="2073021"/>
                  </a:lnTo>
                  <a:lnTo>
                    <a:pt x="1908960" y="2012040"/>
                  </a:lnTo>
                  <a:lnTo>
                    <a:pt x="1870046" y="1954432"/>
                  </a:lnTo>
                  <a:lnTo>
                    <a:pt x="1831376" y="1900357"/>
                  </a:lnTo>
                  <a:lnTo>
                    <a:pt x="1792796" y="1849887"/>
                  </a:lnTo>
                  <a:lnTo>
                    <a:pt x="1754090" y="1803017"/>
                  </a:lnTo>
                  <a:lnTo>
                    <a:pt x="1719082" y="1764029"/>
                  </a:lnTo>
                  <a:lnTo>
                    <a:pt x="1671771" y="1716637"/>
                  </a:lnTo>
                  <a:lnTo>
                    <a:pt x="1622809" y="1674100"/>
                  </a:lnTo>
                  <a:lnTo>
                    <a:pt x="1571401" y="1636159"/>
                  </a:lnTo>
                  <a:lnTo>
                    <a:pt x="1516661" y="1602377"/>
                  </a:lnTo>
                  <a:lnTo>
                    <a:pt x="1457687" y="1572272"/>
                  </a:lnTo>
                  <a:lnTo>
                    <a:pt x="1393648" y="1545380"/>
                  </a:lnTo>
                  <a:lnTo>
                    <a:pt x="1323881" y="1521298"/>
                  </a:lnTo>
                  <a:lnTo>
                    <a:pt x="1248039" y="1499705"/>
                  </a:lnTo>
                  <a:lnTo>
                    <a:pt x="1166261" y="1480372"/>
                  </a:lnTo>
                  <a:lnTo>
                    <a:pt x="1079397" y="1463164"/>
                  </a:lnTo>
                  <a:lnTo>
                    <a:pt x="989203" y="1448032"/>
                  </a:lnTo>
                  <a:lnTo>
                    <a:pt x="898461" y="1434995"/>
                  </a:lnTo>
                  <a:lnTo>
                    <a:pt x="810898" y="1424103"/>
                  </a:lnTo>
                  <a:lnTo>
                    <a:pt x="730810" y="1415392"/>
                  </a:lnTo>
                  <a:lnTo>
                    <a:pt x="662383" y="1408824"/>
                  </a:lnTo>
                  <a:lnTo>
                    <a:pt x="608818" y="1404254"/>
                  </a:lnTo>
                  <a:lnTo>
                    <a:pt x="571546" y="1401411"/>
                  </a:lnTo>
                  <a:lnTo>
                    <a:pt x="549776" y="1399919"/>
                  </a:lnTo>
                  <a:lnTo>
                    <a:pt x="540493" y="1399344"/>
                  </a:lnTo>
                  <a:lnTo>
                    <a:pt x="538736" y="1399245"/>
                  </a:lnTo>
                  <a:lnTo>
                    <a:pt x="0" y="1399245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91" name="pl591"/>
            <p:cNvSpPr/>
            <p:nvPr/>
          </p:nvSpPr>
          <p:spPr>
            <a:xfrm>
              <a:off x="546595" y="1316688"/>
              <a:ext cx="8234974" cy="3587948"/>
            </a:xfrm>
            <a:custGeom>
              <a:avLst/>
              <a:pathLst>
                <a:path w="8234974" h="3587948">
                  <a:moveTo>
                    <a:pt x="0" y="1399245"/>
                  </a:moveTo>
                  <a:lnTo>
                    <a:pt x="538736" y="1399245"/>
                  </a:lnTo>
                  <a:lnTo>
                    <a:pt x="539955" y="1399313"/>
                  </a:lnTo>
                  <a:lnTo>
                    <a:pt x="547916" y="1399799"/>
                  </a:lnTo>
                  <a:lnTo>
                    <a:pt x="567809" y="1401144"/>
                  </a:lnTo>
                  <a:lnTo>
                    <a:pt x="602929" y="1403785"/>
                  </a:lnTo>
                  <a:lnTo>
                    <a:pt x="654369" y="1408108"/>
                  </a:lnTo>
                  <a:lnTo>
                    <a:pt x="720977" y="1414399"/>
                  </a:lnTo>
                  <a:lnTo>
                    <a:pt x="799746" y="1422822"/>
                  </a:lnTo>
                  <a:lnTo>
                    <a:pt x="886571" y="1433425"/>
                  </a:lnTo>
                  <a:lnTo>
                    <a:pt x="977124" y="1446181"/>
                  </a:lnTo>
                  <a:lnTo>
                    <a:pt x="1067573" y="1461037"/>
                  </a:lnTo>
                  <a:lnTo>
                    <a:pt x="1155001" y="1477969"/>
                  </a:lnTo>
                  <a:lnTo>
                    <a:pt x="1237520" y="1497014"/>
                  </a:lnTo>
                  <a:lnTo>
                    <a:pt x="1314172" y="1518296"/>
                  </a:lnTo>
                  <a:lnTo>
                    <a:pt x="1384733" y="1542031"/>
                  </a:lnTo>
                  <a:lnTo>
                    <a:pt x="1449499" y="1568529"/>
                  </a:lnTo>
                  <a:lnTo>
                    <a:pt x="1509099" y="1598182"/>
                  </a:lnTo>
                  <a:lnTo>
                    <a:pt x="1564350" y="1631448"/>
                  </a:lnTo>
                  <a:lnTo>
                    <a:pt x="1616148" y="1668811"/>
                  </a:lnTo>
                  <a:lnTo>
                    <a:pt x="1665386" y="1710717"/>
                  </a:lnTo>
                  <a:lnTo>
                    <a:pt x="1712876" y="1757460"/>
                  </a:lnTo>
                  <a:lnTo>
                    <a:pt x="1719082" y="1764029"/>
                  </a:lnTo>
                  <a:lnTo>
                    <a:pt x="1758139" y="1807737"/>
                  </a:lnTo>
                  <a:lnTo>
                    <a:pt x="1796820" y="1854980"/>
                  </a:lnTo>
                  <a:lnTo>
                    <a:pt x="1835401" y="1905827"/>
                  </a:lnTo>
                  <a:lnTo>
                    <a:pt x="1874090" y="1960276"/>
                  </a:lnTo>
                  <a:lnTo>
                    <a:pt x="1913036" y="2018244"/>
                  </a:lnTo>
                  <a:lnTo>
                    <a:pt x="1952337" y="2079564"/>
                  </a:lnTo>
                  <a:lnTo>
                    <a:pt x="1992040" y="2143976"/>
                  </a:lnTo>
                  <a:lnTo>
                    <a:pt x="2032152" y="2211130"/>
                  </a:lnTo>
                  <a:lnTo>
                    <a:pt x="2072638" y="2280591"/>
                  </a:lnTo>
                  <a:lnTo>
                    <a:pt x="2113433" y="2351848"/>
                  </a:lnTo>
                  <a:lnTo>
                    <a:pt x="2154447" y="2424327"/>
                  </a:lnTo>
                  <a:lnTo>
                    <a:pt x="2195572" y="2497411"/>
                  </a:lnTo>
                  <a:lnTo>
                    <a:pt x="2236690" y="2570462"/>
                  </a:lnTo>
                  <a:lnTo>
                    <a:pt x="2277686" y="2642841"/>
                  </a:lnTo>
                  <a:lnTo>
                    <a:pt x="2318454" y="2713937"/>
                  </a:lnTo>
                  <a:lnTo>
                    <a:pt x="2358903" y="2783180"/>
                  </a:lnTo>
                  <a:lnTo>
                    <a:pt x="2398973" y="2850067"/>
                  </a:lnTo>
                  <a:lnTo>
                    <a:pt x="2438634" y="2914171"/>
                  </a:lnTo>
                  <a:lnTo>
                    <a:pt x="2477894" y="2975152"/>
                  </a:lnTo>
                  <a:lnTo>
                    <a:pt x="2516809" y="3032760"/>
                  </a:lnTo>
                  <a:lnTo>
                    <a:pt x="2555478" y="3086836"/>
                  </a:lnTo>
                  <a:lnTo>
                    <a:pt x="2594059" y="3137305"/>
                  </a:lnTo>
                  <a:lnTo>
                    <a:pt x="2632765" y="3184176"/>
                  </a:lnTo>
                  <a:lnTo>
                    <a:pt x="2667772" y="3223164"/>
                  </a:lnTo>
                  <a:lnTo>
                    <a:pt x="2715084" y="3270556"/>
                  </a:lnTo>
                  <a:lnTo>
                    <a:pt x="2764046" y="3313092"/>
                  </a:lnTo>
                  <a:lnTo>
                    <a:pt x="2815453" y="3351034"/>
                  </a:lnTo>
                  <a:lnTo>
                    <a:pt x="2870194" y="3384815"/>
                  </a:lnTo>
                  <a:lnTo>
                    <a:pt x="2929168" y="3414920"/>
                  </a:lnTo>
                  <a:lnTo>
                    <a:pt x="2993207" y="3441812"/>
                  </a:lnTo>
                  <a:lnTo>
                    <a:pt x="3062973" y="3465894"/>
                  </a:lnTo>
                  <a:lnTo>
                    <a:pt x="3138816" y="3487487"/>
                  </a:lnTo>
                  <a:lnTo>
                    <a:pt x="3220593" y="3506820"/>
                  </a:lnTo>
                  <a:lnTo>
                    <a:pt x="3307457" y="3524028"/>
                  </a:lnTo>
                  <a:lnTo>
                    <a:pt x="3397651" y="3539160"/>
                  </a:lnTo>
                  <a:lnTo>
                    <a:pt x="3488393" y="3552197"/>
                  </a:lnTo>
                  <a:lnTo>
                    <a:pt x="3575957" y="3563089"/>
                  </a:lnTo>
                  <a:lnTo>
                    <a:pt x="3656044" y="3571801"/>
                  </a:lnTo>
                  <a:lnTo>
                    <a:pt x="3724472" y="3578368"/>
                  </a:lnTo>
                  <a:lnTo>
                    <a:pt x="3778037" y="3582938"/>
                  </a:lnTo>
                  <a:lnTo>
                    <a:pt x="3815309" y="3585781"/>
                  </a:lnTo>
                  <a:lnTo>
                    <a:pt x="3837078" y="3587274"/>
                  </a:lnTo>
                  <a:lnTo>
                    <a:pt x="3846362" y="3587848"/>
                  </a:lnTo>
                  <a:lnTo>
                    <a:pt x="3848115" y="3587947"/>
                  </a:lnTo>
                  <a:lnTo>
                    <a:pt x="3848118" y="3587948"/>
                  </a:lnTo>
                  <a:lnTo>
                    <a:pt x="4386855" y="3587948"/>
                  </a:lnTo>
                  <a:lnTo>
                    <a:pt x="4387815" y="3587860"/>
                  </a:lnTo>
                  <a:lnTo>
                    <a:pt x="4394119" y="3587237"/>
                  </a:lnTo>
                  <a:lnTo>
                    <a:pt x="4409997" y="3585514"/>
                  </a:lnTo>
                  <a:lnTo>
                    <a:pt x="4438347" y="3582124"/>
                  </a:lnTo>
                  <a:lnTo>
                    <a:pt x="4480516" y="3576544"/>
                  </a:lnTo>
                  <a:lnTo>
                    <a:pt x="4536199" y="3568355"/>
                  </a:lnTo>
                  <a:lnTo>
                    <a:pt x="4603592" y="3557277"/>
                  </a:lnTo>
                  <a:lnTo>
                    <a:pt x="4679816" y="3543178"/>
                  </a:lnTo>
                  <a:lnTo>
                    <a:pt x="4761488" y="3526046"/>
                  </a:lnTo>
                  <a:lnTo>
                    <a:pt x="4845285" y="3505936"/>
                  </a:lnTo>
                  <a:lnTo>
                    <a:pt x="4928364" y="3482912"/>
                  </a:lnTo>
                  <a:lnTo>
                    <a:pt x="5008582" y="3456995"/>
                  </a:lnTo>
                  <a:lnTo>
                    <a:pt x="5084542" y="3428128"/>
                  </a:lnTo>
                  <a:lnTo>
                    <a:pt x="5155514" y="3396148"/>
                  </a:lnTo>
                  <a:lnTo>
                    <a:pt x="5221298" y="3360784"/>
                  </a:lnTo>
                  <a:lnTo>
                    <a:pt x="5282085" y="3321654"/>
                  </a:lnTo>
                  <a:lnTo>
                    <a:pt x="5338327" y="3278272"/>
                  </a:lnTo>
                  <a:lnTo>
                    <a:pt x="5390633" y="3230072"/>
                  </a:lnTo>
                  <a:lnTo>
                    <a:pt x="5439693" y="3176435"/>
                  </a:lnTo>
                  <a:lnTo>
                    <a:pt x="5486214" y="3116750"/>
                  </a:lnTo>
                  <a:lnTo>
                    <a:pt x="5530878" y="3050509"/>
                  </a:lnTo>
                  <a:lnTo>
                    <a:pt x="5567201" y="2989956"/>
                  </a:lnTo>
                  <a:lnTo>
                    <a:pt x="5599358" y="2931447"/>
                  </a:lnTo>
                  <a:lnTo>
                    <a:pt x="5631225" y="2869039"/>
                  </a:lnTo>
                  <a:lnTo>
                    <a:pt x="5662964" y="2802652"/>
                  </a:lnTo>
                  <a:lnTo>
                    <a:pt x="5694707" y="2732257"/>
                  </a:lnTo>
                  <a:lnTo>
                    <a:pt x="5726558" y="2657883"/>
                  </a:lnTo>
                  <a:lnTo>
                    <a:pt x="5758592" y="2579619"/>
                  </a:lnTo>
                  <a:lnTo>
                    <a:pt x="5790865" y="2497622"/>
                  </a:lnTo>
                  <a:lnTo>
                    <a:pt x="5823405" y="2412115"/>
                  </a:lnTo>
                  <a:lnTo>
                    <a:pt x="5856224" y="2323390"/>
                  </a:lnTo>
                  <a:lnTo>
                    <a:pt x="5889313" y="2231804"/>
                  </a:lnTo>
                  <a:lnTo>
                    <a:pt x="5922648" y="2137779"/>
                  </a:lnTo>
                  <a:lnTo>
                    <a:pt x="5956191" y="2041788"/>
                  </a:lnTo>
                  <a:lnTo>
                    <a:pt x="5989890" y="1944355"/>
                  </a:lnTo>
                  <a:lnTo>
                    <a:pt x="6023688" y="1846035"/>
                  </a:lnTo>
                  <a:lnTo>
                    <a:pt x="6057520" y="1747406"/>
                  </a:lnTo>
                  <a:lnTo>
                    <a:pt x="6091321" y="1649053"/>
                  </a:lnTo>
                  <a:lnTo>
                    <a:pt x="6125027" y="1551556"/>
                  </a:lnTo>
                  <a:lnTo>
                    <a:pt x="6158580" y="1455471"/>
                  </a:lnTo>
                  <a:lnTo>
                    <a:pt x="6191928" y="1361323"/>
                  </a:lnTo>
                  <a:lnTo>
                    <a:pt x="6225031" y="1269589"/>
                  </a:lnTo>
                  <a:lnTo>
                    <a:pt x="6257866" y="1180695"/>
                  </a:lnTo>
                  <a:lnTo>
                    <a:pt x="6290422" y="1095000"/>
                  </a:lnTo>
                  <a:lnTo>
                    <a:pt x="6322708" y="1012801"/>
                  </a:lnTo>
                  <a:lnTo>
                    <a:pt x="6354755" y="934325"/>
                  </a:lnTo>
                  <a:lnTo>
                    <a:pt x="6386614" y="859731"/>
                  </a:lnTo>
                  <a:lnTo>
                    <a:pt x="6418361" y="789113"/>
                  </a:lnTo>
                  <a:lnTo>
                    <a:pt x="6450097" y="722502"/>
                  </a:lnTo>
                  <a:lnTo>
                    <a:pt x="6481952" y="659874"/>
                  </a:lnTo>
                  <a:lnTo>
                    <a:pt x="6514088" y="601151"/>
                  </a:lnTo>
                  <a:lnTo>
                    <a:pt x="6515891" y="597991"/>
                  </a:lnTo>
                  <a:lnTo>
                    <a:pt x="6559463" y="526071"/>
                  </a:lnTo>
                  <a:lnTo>
                    <a:pt x="6604389" y="460935"/>
                  </a:lnTo>
                  <a:lnTo>
                    <a:pt x="6651281" y="402284"/>
                  </a:lnTo>
                  <a:lnTo>
                    <a:pt x="6700825" y="349585"/>
                  </a:lnTo>
                  <a:lnTo>
                    <a:pt x="6753733" y="302220"/>
                  </a:lnTo>
                  <a:lnTo>
                    <a:pt x="6810685" y="259575"/>
                  </a:lnTo>
                  <a:lnTo>
                    <a:pt x="6872269" y="221095"/>
                  </a:lnTo>
                  <a:lnTo>
                    <a:pt x="6938902" y="186312"/>
                  </a:lnTo>
                  <a:lnTo>
                    <a:pt x="7010720" y="154860"/>
                  </a:lnTo>
                  <a:lnTo>
                    <a:pt x="7087448" y="126486"/>
                  </a:lnTo>
                  <a:lnTo>
                    <a:pt x="7168253" y="101048"/>
                  </a:lnTo>
                  <a:lnTo>
                    <a:pt x="7251617" y="78500"/>
                  </a:lnTo>
                  <a:lnTo>
                    <a:pt x="7335276" y="58875"/>
                  </a:lnTo>
                  <a:lnTo>
                    <a:pt x="7416288" y="42240"/>
                  </a:lnTo>
                  <a:lnTo>
                    <a:pt x="7491285" y="28641"/>
                  </a:lnTo>
                  <a:lnTo>
                    <a:pt x="7556927" y="18052"/>
                  </a:lnTo>
                  <a:lnTo>
                    <a:pt x="7610473" y="10315"/>
                  </a:lnTo>
                  <a:lnTo>
                    <a:pt x="7650345" y="5128"/>
                  </a:lnTo>
                  <a:lnTo>
                    <a:pt x="7676506" y="2050"/>
                  </a:lnTo>
                  <a:lnTo>
                    <a:pt x="7690572" y="547"/>
                  </a:lnTo>
                  <a:lnTo>
                    <a:pt x="7695673" y="5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2" name="pl592"/>
            <p:cNvSpPr/>
            <p:nvPr/>
          </p:nvSpPr>
          <p:spPr>
            <a:xfrm>
              <a:off x="546595" y="1311244"/>
              <a:ext cx="8234974" cy="3587948"/>
            </a:xfrm>
            <a:custGeom>
              <a:avLst/>
              <a:pathLst>
                <a:path w="8234974" h="3587948">
                  <a:moveTo>
                    <a:pt x="8234974" y="0"/>
                  </a:moveTo>
                  <a:lnTo>
                    <a:pt x="7696237" y="0"/>
                  </a:lnTo>
                  <a:lnTo>
                    <a:pt x="7695278" y="87"/>
                  </a:lnTo>
                  <a:lnTo>
                    <a:pt x="7688974" y="710"/>
                  </a:lnTo>
                  <a:lnTo>
                    <a:pt x="7673095" y="2433"/>
                  </a:lnTo>
                  <a:lnTo>
                    <a:pt x="7644745" y="5823"/>
                  </a:lnTo>
                  <a:lnTo>
                    <a:pt x="7602576" y="11403"/>
                  </a:lnTo>
                  <a:lnTo>
                    <a:pt x="7546894" y="19592"/>
                  </a:lnTo>
                  <a:lnTo>
                    <a:pt x="7479501" y="30670"/>
                  </a:lnTo>
                  <a:lnTo>
                    <a:pt x="7403276" y="44769"/>
                  </a:lnTo>
                  <a:lnTo>
                    <a:pt x="7321604" y="61901"/>
                  </a:lnTo>
                  <a:lnTo>
                    <a:pt x="7237808" y="82012"/>
                  </a:lnTo>
                  <a:lnTo>
                    <a:pt x="7154729" y="105035"/>
                  </a:lnTo>
                  <a:lnTo>
                    <a:pt x="7074510" y="130952"/>
                  </a:lnTo>
                  <a:lnTo>
                    <a:pt x="6998550" y="159819"/>
                  </a:lnTo>
                  <a:lnTo>
                    <a:pt x="6927579" y="191799"/>
                  </a:lnTo>
                  <a:lnTo>
                    <a:pt x="6861795" y="227163"/>
                  </a:lnTo>
                  <a:lnTo>
                    <a:pt x="6801007" y="266293"/>
                  </a:lnTo>
                  <a:lnTo>
                    <a:pt x="6744765" y="309675"/>
                  </a:lnTo>
                  <a:lnTo>
                    <a:pt x="6692459" y="357875"/>
                  </a:lnTo>
                  <a:lnTo>
                    <a:pt x="6643400" y="411512"/>
                  </a:lnTo>
                  <a:lnTo>
                    <a:pt x="6596878" y="471197"/>
                  </a:lnTo>
                  <a:lnTo>
                    <a:pt x="6552214" y="537438"/>
                  </a:lnTo>
                  <a:lnTo>
                    <a:pt x="6515891" y="597991"/>
                  </a:lnTo>
                  <a:lnTo>
                    <a:pt x="6483734" y="656500"/>
                  </a:lnTo>
                  <a:lnTo>
                    <a:pt x="6451868" y="718908"/>
                  </a:lnTo>
                  <a:lnTo>
                    <a:pt x="6420129" y="785295"/>
                  </a:lnTo>
                  <a:lnTo>
                    <a:pt x="6388386" y="855690"/>
                  </a:lnTo>
                  <a:lnTo>
                    <a:pt x="6356535" y="930064"/>
                  </a:lnTo>
                  <a:lnTo>
                    <a:pt x="6324500" y="1008328"/>
                  </a:lnTo>
                  <a:lnTo>
                    <a:pt x="6292228" y="1090325"/>
                  </a:lnTo>
                  <a:lnTo>
                    <a:pt x="6259687" y="1175832"/>
                  </a:lnTo>
                  <a:lnTo>
                    <a:pt x="6226869" y="1264557"/>
                  </a:lnTo>
                  <a:lnTo>
                    <a:pt x="6193779" y="1356143"/>
                  </a:lnTo>
                  <a:lnTo>
                    <a:pt x="6160444" y="1450168"/>
                  </a:lnTo>
                  <a:lnTo>
                    <a:pt x="6126902" y="1546159"/>
                  </a:lnTo>
                  <a:lnTo>
                    <a:pt x="6093203" y="1643592"/>
                  </a:lnTo>
                  <a:lnTo>
                    <a:pt x="6059405" y="1741912"/>
                  </a:lnTo>
                  <a:lnTo>
                    <a:pt x="6025573" y="1840541"/>
                  </a:lnTo>
                  <a:lnTo>
                    <a:pt x="5991771" y="1938894"/>
                  </a:lnTo>
                  <a:lnTo>
                    <a:pt x="5958065" y="2036391"/>
                  </a:lnTo>
                  <a:lnTo>
                    <a:pt x="5924513" y="2132476"/>
                  </a:lnTo>
                  <a:lnTo>
                    <a:pt x="5891165" y="2226624"/>
                  </a:lnTo>
                  <a:lnTo>
                    <a:pt x="5858061" y="2318358"/>
                  </a:lnTo>
                  <a:lnTo>
                    <a:pt x="5825227" y="2407252"/>
                  </a:lnTo>
                  <a:lnTo>
                    <a:pt x="5792671" y="2492947"/>
                  </a:lnTo>
                  <a:lnTo>
                    <a:pt x="5760384" y="2575146"/>
                  </a:lnTo>
                  <a:lnTo>
                    <a:pt x="5728337" y="2653622"/>
                  </a:lnTo>
                  <a:lnTo>
                    <a:pt x="5696478" y="2728216"/>
                  </a:lnTo>
                  <a:lnTo>
                    <a:pt x="5664731" y="2798834"/>
                  </a:lnTo>
                  <a:lnTo>
                    <a:pt x="5632995" y="2865445"/>
                  </a:lnTo>
                  <a:lnTo>
                    <a:pt x="5601140" y="2928073"/>
                  </a:lnTo>
                  <a:lnTo>
                    <a:pt x="5569004" y="2986796"/>
                  </a:lnTo>
                  <a:lnTo>
                    <a:pt x="5567201" y="2989956"/>
                  </a:lnTo>
                  <a:lnTo>
                    <a:pt x="5523629" y="3061876"/>
                  </a:lnTo>
                  <a:lnTo>
                    <a:pt x="5478703" y="3127012"/>
                  </a:lnTo>
                  <a:lnTo>
                    <a:pt x="5431812" y="3185663"/>
                  </a:lnTo>
                  <a:lnTo>
                    <a:pt x="5382267" y="3238362"/>
                  </a:lnTo>
                  <a:lnTo>
                    <a:pt x="5329359" y="3285727"/>
                  </a:lnTo>
                  <a:lnTo>
                    <a:pt x="5272408" y="3328372"/>
                  </a:lnTo>
                  <a:lnTo>
                    <a:pt x="5210823" y="3366852"/>
                  </a:lnTo>
                  <a:lnTo>
                    <a:pt x="5144190" y="3401635"/>
                  </a:lnTo>
                  <a:lnTo>
                    <a:pt x="5072372" y="3433087"/>
                  </a:lnTo>
                  <a:lnTo>
                    <a:pt x="4995644" y="3461461"/>
                  </a:lnTo>
                  <a:lnTo>
                    <a:pt x="4914840" y="3486899"/>
                  </a:lnTo>
                  <a:lnTo>
                    <a:pt x="4831475" y="3509447"/>
                  </a:lnTo>
                  <a:lnTo>
                    <a:pt x="4747816" y="3529072"/>
                  </a:lnTo>
                  <a:lnTo>
                    <a:pt x="4666805" y="3545707"/>
                  </a:lnTo>
                  <a:lnTo>
                    <a:pt x="4591807" y="3559306"/>
                  </a:lnTo>
                  <a:lnTo>
                    <a:pt x="4526165" y="3569895"/>
                  </a:lnTo>
                  <a:lnTo>
                    <a:pt x="4472619" y="3577632"/>
                  </a:lnTo>
                  <a:lnTo>
                    <a:pt x="4432747" y="3582819"/>
                  </a:lnTo>
                  <a:lnTo>
                    <a:pt x="4406586" y="3585897"/>
                  </a:lnTo>
                  <a:lnTo>
                    <a:pt x="4392521" y="3587400"/>
                  </a:lnTo>
                  <a:lnTo>
                    <a:pt x="4387420" y="3587897"/>
                  </a:lnTo>
                  <a:lnTo>
                    <a:pt x="4386855" y="3587948"/>
                  </a:lnTo>
                  <a:lnTo>
                    <a:pt x="3848118" y="3587948"/>
                  </a:lnTo>
                  <a:lnTo>
                    <a:pt x="3846900" y="3587879"/>
                  </a:lnTo>
                  <a:lnTo>
                    <a:pt x="3838939" y="3587393"/>
                  </a:lnTo>
                  <a:lnTo>
                    <a:pt x="3819045" y="3586048"/>
                  </a:lnTo>
                  <a:lnTo>
                    <a:pt x="3783926" y="3583407"/>
                  </a:lnTo>
                  <a:lnTo>
                    <a:pt x="3732486" y="3579085"/>
                  </a:lnTo>
                  <a:lnTo>
                    <a:pt x="3665877" y="3572794"/>
                  </a:lnTo>
                  <a:lnTo>
                    <a:pt x="3587108" y="3564370"/>
                  </a:lnTo>
                  <a:lnTo>
                    <a:pt x="3500283" y="3553767"/>
                  </a:lnTo>
                  <a:lnTo>
                    <a:pt x="3409731" y="3541011"/>
                  </a:lnTo>
                  <a:lnTo>
                    <a:pt x="3319282" y="3526155"/>
                  </a:lnTo>
                  <a:lnTo>
                    <a:pt x="3231853" y="3509223"/>
                  </a:lnTo>
                  <a:lnTo>
                    <a:pt x="3149334" y="3490178"/>
                  </a:lnTo>
                  <a:lnTo>
                    <a:pt x="3072683" y="3468896"/>
                  </a:lnTo>
                  <a:lnTo>
                    <a:pt x="3002122" y="3445161"/>
                  </a:lnTo>
                  <a:lnTo>
                    <a:pt x="2937356" y="3418663"/>
                  </a:lnTo>
                  <a:lnTo>
                    <a:pt x="2877755" y="3389010"/>
                  </a:lnTo>
                  <a:lnTo>
                    <a:pt x="2822504" y="3355744"/>
                  </a:lnTo>
                  <a:lnTo>
                    <a:pt x="2770707" y="3318382"/>
                  </a:lnTo>
                  <a:lnTo>
                    <a:pt x="2721469" y="3276476"/>
                  </a:lnTo>
                  <a:lnTo>
                    <a:pt x="2673978" y="3229732"/>
                  </a:lnTo>
                  <a:lnTo>
                    <a:pt x="2667772" y="3223164"/>
                  </a:lnTo>
                  <a:lnTo>
                    <a:pt x="2628715" y="3179455"/>
                  </a:lnTo>
                  <a:lnTo>
                    <a:pt x="2590034" y="3132212"/>
                  </a:lnTo>
                  <a:lnTo>
                    <a:pt x="2551454" y="3081365"/>
                  </a:lnTo>
                  <a:lnTo>
                    <a:pt x="2512765" y="3026917"/>
                  </a:lnTo>
                  <a:lnTo>
                    <a:pt x="2473819" y="2968948"/>
                  </a:lnTo>
                  <a:lnTo>
                    <a:pt x="2434518" y="2907628"/>
                  </a:lnTo>
                  <a:lnTo>
                    <a:pt x="2394814" y="2843217"/>
                  </a:lnTo>
                  <a:lnTo>
                    <a:pt x="2354703" y="2776063"/>
                  </a:lnTo>
                  <a:lnTo>
                    <a:pt x="2314217" y="2706601"/>
                  </a:lnTo>
                  <a:lnTo>
                    <a:pt x="2273421" y="2635345"/>
                  </a:lnTo>
                  <a:lnTo>
                    <a:pt x="2232407" y="2562866"/>
                  </a:lnTo>
                  <a:lnTo>
                    <a:pt x="2191283" y="2489781"/>
                  </a:lnTo>
                  <a:lnTo>
                    <a:pt x="2150164" y="2416731"/>
                  </a:lnTo>
                  <a:lnTo>
                    <a:pt x="2109168" y="2344351"/>
                  </a:lnTo>
                  <a:lnTo>
                    <a:pt x="2068401" y="2273256"/>
                  </a:lnTo>
                  <a:lnTo>
                    <a:pt x="2027951" y="2204012"/>
                  </a:lnTo>
                  <a:lnTo>
                    <a:pt x="1987882" y="2137125"/>
                  </a:lnTo>
                  <a:lnTo>
                    <a:pt x="1948221" y="2073021"/>
                  </a:lnTo>
                  <a:lnTo>
                    <a:pt x="1908960" y="2012040"/>
                  </a:lnTo>
                  <a:lnTo>
                    <a:pt x="1870046" y="1954432"/>
                  </a:lnTo>
                  <a:lnTo>
                    <a:pt x="1831376" y="1900357"/>
                  </a:lnTo>
                  <a:lnTo>
                    <a:pt x="1792796" y="1849887"/>
                  </a:lnTo>
                  <a:lnTo>
                    <a:pt x="1754090" y="1803017"/>
                  </a:lnTo>
                  <a:lnTo>
                    <a:pt x="1719082" y="1764029"/>
                  </a:lnTo>
                  <a:lnTo>
                    <a:pt x="1671771" y="1716637"/>
                  </a:lnTo>
                  <a:lnTo>
                    <a:pt x="1622809" y="1674100"/>
                  </a:lnTo>
                  <a:lnTo>
                    <a:pt x="1571401" y="1636159"/>
                  </a:lnTo>
                  <a:lnTo>
                    <a:pt x="1516661" y="1602377"/>
                  </a:lnTo>
                  <a:lnTo>
                    <a:pt x="1457687" y="1572272"/>
                  </a:lnTo>
                  <a:lnTo>
                    <a:pt x="1393648" y="1545380"/>
                  </a:lnTo>
                  <a:lnTo>
                    <a:pt x="1323881" y="1521298"/>
                  </a:lnTo>
                  <a:lnTo>
                    <a:pt x="1248039" y="1499705"/>
                  </a:lnTo>
                  <a:lnTo>
                    <a:pt x="1166261" y="1480372"/>
                  </a:lnTo>
                  <a:lnTo>
                    <a:pt x="1079397" y="1463164"/>
                  </a:lnTo>
                  <a:lnTo>
                    <a:pt x="989203" y="1448032"/>
                  </a:lnTo>
                  <a:lnTo>
                    <a:pt x="898461" y="1434995"/>
                  </a:lnTo>
                  <a:lnTo>
                    <a:pt x="810898" y="1424103"/>
                  </a:lnTo>
                  <a:lnTo>
                    <a:pt x="730810" y="1415392"/>
                  </a:lnTo>
                  <a:lnTo>
                    <a:pt x="662383" y="1408824"/>
                  </a:lnTo>
                  <a:lnTo>
                    <a:pt x="608818" y="1404254"/>
                  </a:lnTo>
                  <a:lnTo>
                    <a:pt x="571546" y="1401411"/>
                  </a:lnTo>
                  <a:lnTo>
                    <a:pt x="549776" y="1399919"/>
                  </a:lnTo>
                  <a:lnTo>
                    <a:pt x="540493" y="1399344"/>
                  </a:lnTo>
                  <a:lnTo>
                    <a:pt x="538739" y="1399245"/>
                  </a:lnTo>
                  <a:lnTo>
                    <a:pt x="538736" y="1399245"/>
                  </a:lnTo>
                  <a:lnTo>
                    <a:pt x="0" y="13992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3" name="pg593"/>
            <p:cNvSpPr/>
            <p:nvPr/>
          </p:nvSpPr>
          <p:spPr>
            <a:xfrm>
              <a:off x="546595" y="1561692"/>
              <a:ext cx="8234974" cy="3353833"/>
            </a:xfrm>
            <a:custGeom>
              <a:avLst/>
              <a:pathLst>
                <a:path w="8234974" h="3353833">
                  <a:moveTo>
                    <a:pt x="0" y="1165130"/>
                  </a:moveTo>
                  <a:lnTo>
                    <a:pt x="538736" y="1165130"/>
                  </a:lnTo>
                  <a:lnTo>
                    <a:pt x="539955" y="1165198"/>
                  </a:lnTo>
                  <a:lnTo>
                    <a:pt x="547916" y="1165684"/>
                  </a:lnTo>
                  <a:lnTo>
                    <a:pt x="567809" y="1167029"/>
                  </a:lnTo>
                  <a:lnTo>
                    <a:pt x="602929" y="1169670"/>
                  </a:lnTo>
                  <a:lnTo>
                    <a:pt x="654369" y="1173993"/>
                  </a:lnTo>
                  <a:lnTo>
                    <a:pt x="720977" y="1180284"/>
                  </a:lnTo>
                  <a:lnTo>
                    <a:pt x="799746" y="1188707"/>
                  </a:lnTo>
                  <a:lnTo>
                    <a:pt x="886571" y="1199310"/>
                  </a:lnTo>
                  <a:lnTo>
                    <a:pt x="977124" y="1212066"/>
                  </a:lnTo>
                  <a:lnTo>
                    <a:pt x="1067573" y="1226922"/>
                  </a:lnTo>
                  <a:lnTo>
                    <a:pt x="1155001" y="1243854"/>
                  </a:lnTo>
                  <a:lnTo>
                    <a:pt x="1237520" y="1262899"/>
                  </a:lnTo>
                  <a:lnTo>
                    <a:pt x="1314172" y="1284181"/>
                  </a:lnTo>
                  <a:lnTo>
                    <a:pt x="1384733" y="1307916"/>
                  </a:lnTo>
                  <a:lnTo>
                    <a:pt x="1449499" y="1334414"/>
                  </a:lnTo>
                  <a:lnTo>
                    <a:pt x="1509099" y="1364067"/>
                  </a:lnTo>
                  <a:lnTo>
                    <a:pt x="1564350" y="1397333"/>
                  </a:lnTo>
                  <a:lnTo>
                    <a:pt x="1616148" y="1434696"/>
                  </a:lnTo>
                  <a:lnTo>
                    <a:pt x="1665386" y="1476602"/>
                  </a:lnTo>
                  <a:lnTo>
                    <a:pt x="1712876" y="1523345"/>
                  </a:lnTo>
                  <a:lnTo>
                    <a:pt x="1719082" y="1529914"/>
                  </a:lnTo>
                  <a:lnTo>
                    <a:pt x="1758139" y="1573622"/>
                  </a:lnTo>
                  <a:lnTo>
                    <a:pt x="1796820" y="1620865"/>
                  </a:lnTo>
                  <a:lnTo>
                    <a:pt x="1835401" y="1671712"/>
                  </a:lnTo>
                  <a:lnTo>
                    <a:pt x="1874090" y="1726161"/>
                  </a:lnTo>
                  <a:lnTo>
                    <a:pt x="1913036" y="1784129"/>
                  </a:lnTo>
                  <a:lnTo>
                    <a:pt x="1952337" y="1845449"/>
                  </a:lnTo>
                  <a:lnTo>
                    <a:pt x="1992040" y="1909861"/>
                  </a:lnTo>
                  <a:lnTo>
                    <a:pt x="2032152" y="1977015"/>
                  </a:lnTo>
                  <a:lnTo>
                    <a:pt x="2072638" y="2046476"/>
                  </a:lnTo>
                  <a:lnTo>
                    <a:pt x="2113433" y="2117733"/>
                  </a:lnTo>
                  <a:lnTo>
                    <a:pt x="2154447" y="2190212"/>
                  </a:lnTo>
                  <a:lnTo>
                    <a:pt x="2195572" y="2263296"/>
                  </a:lnTo>
                  <a:lnTo>
                    <a:pt x="2236690" y="2336347"/>
                  </a:lnTo>
                  <a:lnTo>
                    <a:pt x="2277686" y="2408726"/>
                  </a:lnTo>
                  <a:lnTo>
                    <a:pt x="2318454" y="2479822"/>
                  </a:lnTo>
                  <a:lnTo>
                    <a:pt x="2358903" y="2549065"/>
                  </a:lnTo>
                  <a:lnTo>
                    <a:pt x="2398973" y="2615952"/>
                  </a:lnTo>
                  <a:lnTo>
                    <a:pt x="2438634" y="2680056"/>
                  </a:lnTo>
                  <a:lnTo>
                    <a:pt x="2477894" y="2741037"/>
                  </a:lnTo>
                  <a:lnTo>
                    <a:pt x="2516809" y="2798645"/>
                  </a:lnTo>
                  <a:lnTo>
                    <a:pt x="2555478" y="2852721"/>
                  </a:lnTo>
                  <a:lnTo>
                    <a:pt x="2594059" y="2903190"/>
                  </a:lnTo>
                  <a:lnTo>
                    <a:pt x="2632765" y="2950061"/>
                  </a:lnTo>
                  <a:lnTo>
                    <a:pt x="2667772" y="2989049"/>
                  </a:lnTo>
                  <a:lnTo>
                    <a:pt x="2715084" y="3036441"/>
                  </a:lnTo>
                  <a:lnTo>
                    <a:pt x="2764046" y="3078977"/>
                  </a:lnTo>
                  <a:lnTo>
                    <a:pt x="2815453" y="3116919"/>
                  </a:lnTo>
                  <a:lnTo>
                    <a:pt x="2870194" y="3150700"/>
                  </a:lnTo>
                  <a:lnTo>
                    <a:pt x="2929168" y="3180805"/>
                  </a:lnTo>
                  <a:lnTo>
                    <a:pt x="2993207" y="3207697"/>
                  </a:lnTo>
                  <a:lnTo>
                    <a:pt x="3062973" y="3231779"/>
                  </a:lnTo>
                  <a:lnTo>
                    <a:pt x="3138816" y="3253372"/>
                  </a:lnTo>
                  <a:lnTo>
                    <a:pt x="3220593" y="3272705"/>
                  </a:lnTo>
                  <a:lnTo>
                    <a:pt x="3307457" y="3289913"/>
                  </a:lnTo>
                  <a:lnTo>
                    <a:pt x="3397651" y="3305045"/>
                  </a:lnTo>
                  <a:lnTo>
                    <a:pt x="3488393" y="3318082"/>
                  </a:lnTo>
                  <a:lnTo>
                    <a:pt x="3575957" y="3328974"/>
                  </a:lnTo>
                  <a:lnTo>
                    <a:pt x="3656044" y="3337686"/>
                  </a:lnTo>
                  <a:lnTo>
                    <a:pt x="3724472" y="3344253"/>
                  </a:lnTo>
                  <a:lnTo>
                    <a:pt x="3778037" y="3348823"/>
                  </a:lnTo>
                  <a:lnTo>
                    <a:pt x="3815309" y="3351666"/>
                  </a:lnTo>
                  <a:lnTo>
                    <a:pt x="3837078" y="3353159"/>
                  </a:lnTo>
                  <a:lnTo>
                    <a:pt x="3846362" y="3353733"/>
                  </a:lnTo>
                  <a:lnTo>
                    <a:pt x="3848118" y="3353833"/>
                  </a:lnTo>
                  <a:lnTo>
                    <a:pt x="4386855" y="3353833"/>
                  </a:lnTo>
                  <a:lnTo>
                    <a:pt x="4387979" y="3353737"/>
                  </a:lnTo>
                  <a:lnTo>
                    <a:pt x="4395336" y="3353053"/>
                  </a:lnTo>
                  <a:lnTo>
                    <a:pt x="4413772" y="3351164"/>
                  </a:lnTo>
                  <a:lnTo>
                    <a:pt x="4446451" y="3347450"/>
                  </a:lnTo>
                  <a:lnTo>
                    <a:pt x="4494580" y="3341359"/>
                  </a:lnTo>
                  <a:lnTo>
                    <a:pt x="4557337" y="3332467"/>
                  </a:lnTo>
                  <a:lnTo>
                    <a:pt x="4632165" y="3320519"/>
                  </a:lnTo>
                  <a:lnTo>
                    <a:pt x="4715398" y="3305420"/>
                  </a:lnTo>
                  <a:lnTo>
                    <a:pt x="4803026" y="3287196"/>
                  </a:lnTo>
                  <a:lnTo>
                    <a:pt x="4891367" y="3265918"/>
                  </a:lnTo>
                  <a:lnTo>
                    <a:pt x="4977497" y="3241637"/>
                  </a:lnTo>
                  <a:lnTo>
                    <a:pt x="5059410" y="3214329"/>
                  </a:lnTo>
                  <a:lnTo>
                    <a:pt x="5135974" y="3183861"/>
                  </a:lnTo>
                  <a:lnTo>
                    <a:pt x="5206779" y="3149973"/>
                  </a:lnTo>
                  <a:lnTo>
                    <a:pt x="5271946" y="3112276"/>
                  </a:lnTo>
                  <a:lnTo>
                    <a:pt x="5331952" y="3070262"/>
                  </a:lnTo>
                  <a:lnTo>
                    <a:pt x="5387491" y="3023322"/>
                  </a:lnTo>
                  <a:lnTo>
                    <a:pt x="5439366" y="2970781"/>
                  </a:lnTo>
                  <a:lnTo>
                    <a:pt x="5488410" y="2911972"/>
                  </a:lnTo>
                  <a:lnTo>
                    <a:pt x="5535420" y="2846345"/>
                  </a:lnTo>
                  <a:lnTo>
                    <a:pt x="5567201" y="2796675"/>
                  </a:lnTo>
                  <a:lnTo>
                    <a:pt x="5600341" y="2740430"/>
                  </a:lnTo>
                  <a:lnTo>
                    <a:pt x="5633177" y="2680323"/>
                  </a:lnTo>
                  <a:lnTo>
                    <a:pt x="5665887" y="2616273"/>
                  </a:lnTo>
                  <a:lnTo>
                    <a:pt x="5698613" y="2548258"/>
                  </a:lnTo>
                  <a:lnTo>
                    <a:pt x="5731464" y="2476311"/>
                  </a:lnTo>
                  <a:lnTo>
                    <a:pt x="5764521" y="2400535"/>
                  </a:lnTo>
                  <a:lnTo>
                    <a:pt x="5797838" y="2321099"/>
                  </a:lnTo>
                  <a:lnTo>
                    <a:pt x="5831444" y="2238245"/>
                  </a:lnTo>
                  <a:lnTo>
                    <a:pt x="5865345" y="2152287"/>
                  </a:lnTo>
                  <a:lnTo>
                    <a:pt x="5899528" y="2063608"/>
                  </a:lnTo>
                  <a:lnTo>
                    <a:pt x="5933961" y="1972652"/>
                  </a:lnTo>
                  <a:lnTo>
                    <a:pt x="5968596" y="1879922"/>
                  </a:lnTo>
                  <a:lnTo>
                    <a:pt x="6003377" y="1785964"/>
                  </a:lnTo>
                  <a:lnTo>
                    <a:pt x="6038236" y="1691354"/>
                  </a:lnTo>
                  <a:lnTo>
                    <a:pt x="6073101" y="1596688"/>
                  </a:lnTo>
                  <a:lnTo>
                    <a:pt x="6107902" y="1502560"/>
                  </a:lnTo>
                  <a:lnTo>
                    <a:pt x="6142570" y="1409554"/>
                  </a:lnTo>
                  <a:lnTo>
                    <a:pt x="6177045" y="1318221"/>
                  </a:lnTo>
                  <a:lnTo>
                    <a:pt x="6211279" y="1229074"/>
                  </a:lnTo>
                  <a:lnTo>
                    <a:pt x="6245235" y="1142568"/>
                  </a:lnTo>
                  <a:lnTo>
                    <a:pt x="6278897" y="1059098"/>
                  </a:lnTo>
                  <a:lnTo>
                    <a:pt x="6312267" y="978993"/>
                  </a:lnTo>
                  <a:lnTo>
                    <a:pt x="6345370" y="902506"/>
                  </a:lnTo>
                  <a:lnTo>
                    <a:pt x="6378255" y="829823"/>
                  </a:lnTo>
                  <a:lnTo>
                    <a:pt x="6410998" y="761056"/>
                  </a:lnTo>
                  <a:lnTo>
                    <a:pt x="6443701" y="696254"/>
                  </a:lnTo>
                  <a:lnTo>
                    <a:pt x="6476500" y="635403"/>
                  </a:lnTo>
                  <a:lnTo>
                    <a:pt x="6509566" y="578433"/>
                  </a:lnTo>
                  <a:lnTo>
                    <a:pt x="6515891" y="568046"/>
                  </a:lnTo>
                  <a:lnTo>
                    <a:pt x="6561902" y="497525"/>
                  </a:lnTo>
                  <a:lnTo>
                    <a:pt x="6609455" y="434030"/>
                  </a:lnTo>
                  <a:lnTo>
                    <a:pt x="6659279" y="377208"/>
                  </a:lnTo>
                  <a:lnTo>
                    <a:pt x="6712188" y="326456"/>
                  </a:lnTo>
                  <a:lnTo>
                    <a:pt x="6769013" y="281094"/>
                  </a:lnTo>
                  <a:lnTo>
                    <a:pt x="6830534" y="240464"/>
                  </a:lnTo>
                  <a:lnTo>
                    <a:pt x="6897391" y="203983"/>
                  </a:lnTo>
                  <a:lnTo>
                    <a:pt x="6969969" y="171177"/>
                  </a:lnTo>
                  <a:lnTo>
                    <a:pt x="7048245" y="141699"/>
                  </a:lnTo>
                  <a:lnTo>
                    <a:pt x="7131608" y="115327"/>
                  </a:lnTo>
                  <a:lnTo>
                    <a:pt x="7218672" y="91964"/>
                  </a:lnTo>
                  <a:lnTo>
                    <a:pt x="7307145" y="71614"/>
                  </a:lnTo>
                  <a:lnTo>
                    <a:pt x="7393844" y="54340"/>
                  </a:lnTo>
                  <a:lnTo>
                    <a:pt x="7474927" y="40209"/>
                  </a:lnTo>
                  <a:lnTo>
                    <a:pt x="7546411" y="29213"/>
                  </a:lnTo>
                  <a:lnTo>
                    <a:pt x="7604888" y="21215"/>
                  </a:lnTo>
                  <a:lnTo>
                    <a:pt x="7648279" y="15905"/>
                  </a:lnTo>
                  <a:lnTo>
                    <a:pt x="7676371" y="12813"/>
                  </a:lnTo>
                  <a:lnTo>
                    <a:pt x="7690994" y="11359"/>
                  </a:lnTo>
                  <a:lnTo>
                    <a:pt x="7695856" y="1092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4" y="95"/>
                  </a:lnTo>
                  <a:lnTo>
                    <a:pt x="7687756" y="779"/>
                  </a:lnTo>
                  <a:lnTo>
                    <a:pt x="7669320" y="2669"/>
                  </a:lnTo>
                  <a:lnTo>
                    <a:pt x="7636642" y="6382"/>
                  </a:lnTo>
                  <a:lnTo>
                    <a:pt x="7588513" y="12473"/>
                  </a:lnTo>
                  <a:lnTo>
                    <a:pt x="7525755" y="21365"/>
                  </a:lnTo>
                  <a:lnTo>
                    <a:pt x="7450927" y="33313"/>
                  </a:lnTo>
                  <a:lnTo>
                    <a:pt x="7367694" y="48412"/>
                  </a:lnTo>
                  <a:lnTo>
                    <a:pt x="7280066" y="66636"/>
                  </a:lnTo>
                  <a:lnTo>
                    <a:pt x="7191725" y="87914"/>
                  </a:lnTo>
                  <a:lnTo>
                    <a:pt x="7105596" y="112195"/>
                  </a:lnTo>
                  <a:lnTo>
                    <a:pt x="7023683" y="139503"/>
                  </a:lnTo>
                  <a:lnTo>
                    <a:pt x="6947118" y="169971"/>
                  </a:lnTo>
                  <a:lnTo>
                    <a:pt x="6876313" y="203859"/>
                  </a:lnTo>
                  <a:lnTo>
                    <a:pt x="6811146" y="241556"/>
                  </a:lnTo>
                  <a:lnTo>
                    <a:pt x="6751140" y="283570"/>
                  </a:lnTo>
                  <a:lnTo>
                    <a:pt x="6695601" y="330510"/>
                  </a:lnTo>
                  <a:lnTo>
                    <a:pt x="6643726" y="383051"/>
                  </a:lnTo>
                  <a:lnTo>
                    <a:pt x="6594682" y="441861"/>
                  </a:lnTo>
                  <a:lnTo>
                    <a:pt x="6547673" y="507488"/>
                  </a:lnTo>
                  <a:lnTo>
                    <a:pt x="6515891" y="557157"/>
                  </a:lnTo>
                  <a:lnTo>
                    <a:pt x="6482752" y="613402"/>
                  </a:lnTo>
                  <a:lnTo>
                    <a:pt x="6449916" y="673510"/>
                  </a:lnTo>
                  <a:lnTo>
                    <a:pt x="6417206" y="737559"/>
                  </a:lnTo>
                  <a:lnTo>
                    <a:pt x="6384480" y="805574"/>
                  </a:lnTo>
                  <a:lnTo>
                    <a:pt x="6351629" y="877521"/>
                  </a:lnTo>
                  <a:lnTo>
                    <a:pt x="6318571" y="953297"/>
                  </a:lnTo>
                  <a:lnTo>
                    <a:pt x="6285255" y="1032733"/>
                  </a:lnTo>
                  <a:lnTo>
                    <a:pt x="6251649" y="1115587"/>
                  </a:lnTo>
                  <a:lnTo>
                    <a:pt x="6217748" y="1201545"/>
                  </a:lnTo>
                  <a:lnTo>
                    <a:pt x="6183565" y="1290224"/>
                  </a:lnTo>
                  <a:lnTo>
                    <a:pt x="6149132" y="1381180"/>
                  </a:lnTo>
                  <a:lnTo>
                    <a:pt x="6114496" y="1473910"/>
                  </a:lnTo>
                  <a:lnTo>
                    <a:pt x="6079715" y="1567868"/>
                  </a:lnTo>
                  <a:lnTo>
                    <a:pt x="6044857" y="1662478"/>
                  </a:lnTo>
                  <a:lnTo>
                    <a:pt x="6009991" y="1757145"/>
                  </a:lnTo>
                  <a:lnTo>
                    <a:pt x="5975191" y="1851272"/>
                  </a:lnTo>
                  <a:lnTo>
                    <a:pt x="5940522" y="1944278"/>
                  </a:lnTo>
                  <a:lnTo>
                    <a:pt x="5906047" y="2035611"/>
                  </a:lnTo>
                  <a:lnTo>
                    <a:pt x="5871814" y="2124758"/>
                  </a:lnTo>
                  <a:lnTo>
                    <a:pt x="5837857" y="2211264"/>
                  </a:lnTo>
                  <a:lnTo>
                    <a:pt x="5804195" y="2294734"/>
                  </a:lnTo>
                  <a:lnTo>
                    <a:pt x="5770825" y="2374839"/>
                  </a:lnTo>
                  <a:lnTo>
                    <a:pt x="5737722" y="2451326"/>
                  </a:lnTo>
                  <a:lnTo>
                    <a:pt x="5704837" y="2524009"/>
                  </a:lnTo>
                  <a:lnTo>
                    <a:pt x="5672095" y="2592776"/>
                  </a:lnTo>
                  <a:lnTo>
                    <a:pt x="5639392" y="2657578"/>
                  </a:lnTo>
                  <a:lnTo>
                    <a:pt x="5606592" y="2718430"/>
                  </a:lnTo>
                  <a:lnTo>
                    <a:pt x="5573526" y="2775400"/>
                  </a:lnTo>
                  <a:lnTo>
                    <a:pt x="5567201" y="2785786"/>
                  </a:lnTo>
                  <a:lnTo>
                    <a:pt x="5521191" y="2856307"/>
                  </a:lnTo>
                  <a:lnTo>
                    <a:pt x="5473637" y="2919802"/>
                  </a:lnTo>
                  <a:lnTo>
                    <a:pt x="5423813" y="2976624"/>
                  </a:lnTo>
                  <a:lnTo>
                    <a:pt x="5370904" y="3027376"/>
                  </a:lnTo>
                  <a:lnTo>
                    <a:pt x="5314079" y="3072738"/>
                  </a:lnTo>
                  <a:lnTo>
                    <a:pt x="5252558" y="3113368"/>
                  </a:lnTo>
                  <a:lnTo>
                    <a:pt x="5185701" y="3149850"/>
                  </a:lnTo>
                  <a:lnTo>
                    <a:pt x="5113124" y="3182655"/>
                  </a:lnTo>
                  <a:lnTo>
                    <a:pt x="5034847" y="3212133"/>
                  </a:lnTo>
                  <a:lnTo>
                    <a:pt x="4951484" y="3238505"/>
                  </a:lnTo>
                  <a:lnTo>
                    <a:pt x="4864421" y="3261868"/>
                  </a:lnTo>
                  <a:lnTo>
                    <a:pt x="4775947" y="3282218"/>
                  </a:lnTo>
                  <a:lnTo>
                    <a:pt x="4689249" y="3299492"/>
                  </a:lnTo>
                  <a:lnTo>
                    <a:pt x="4608165" y="3313623"/>
                  </a:lnTo>
                  <a:lnTo>
                    <a:pt x="4536682" y="3324619"/>
                  </a:lnTo>
                  <a:lnTo>
                    <a:pt x="4478205" y="3332617"/>
                  </a:lnTo>
                  <a:lnTo>
                    <a:pt x="4434814" y="3337927"/>
                  </a:lnTo>
                  <a:lnTo>
                    <a:pt x="4406721" y="3341019"/>
                  </a:lnTo>
                  <a:lnTo>
                    <a:pt x="4392099" y="3342473"/>
                  </a:lnTo>
                  <a:lnTo>
                    <a:pt x="4387237" y="3342912"/>
                  </a:lnTo>
                  <a:lnTo>
                    <a:pt x="4386855" y="3342943"/>
                  </a:lnTo>
                  <a:lnTo>
                    <a:pt x="3848118" y="3342943"/>
                  </a:lnTo>
                  <a:lnTo>
                    <a:pt x="3846900" y="3342875"/>
                  </a:lnTo>
                  <a:lnTo>
                    <a:pt x="3838939" y="3342389"/>
                  </a:lnTo>
                  <a:lnTo>
                    <a:pt x="3819045" y="3341044"/>
                  </a:lnTo>
                  <a:lnTo>
                    <a:pt x="3783926" y="3338403"/>
                  </a:lnTo>
                  <a:lnTo>
                    <a:pt x="3732486" y="3334081"/>
                  </a:lnTo>
                  <a:lnTo>
                    <a:pt x="3665877" y="3327789"/>
                  </a:lnTo>
                  <a:lnTo>
                    <a:pt x="3587108" y="3319366"/>
                  </a:lnTo>
                  <a:lnTo>
                    <a:pt x="3500283" y="3308763"/>
                  </a:lnTo>
                  <a:lnTo>
                    <a:pt x="3409731" y="3296007"/>
                  </a:lnTo>
                  <a:lnTo>
                    <a:pt x="3319282" y="3281151"/>
                  </a:lnTo>
                  <a:lnTo>
                    <a:pt x="3231853" y="3264219"/>
                  </a:lnTo>
                  <a:lnTo>
                    <a:pt x="3149334" y="3245174"/>
                  </a:lnTo>
                  <a:lnTo>
                    <a:pt x="3072683" y="3223892"/>
                  </a:lnTo>
                  <a:lnTo>
                    <a:pt x="3002122" y="3200157"/>
                  </a:lnTo>
                  <a:lnTo>
                    <a:pt x="2937356" y="3173659"/>
                  </a:lnTo>
                  <a:lnTo>
                    <a:pt x="2877755" y="3144006"/>
                  </a:lnTo>
                  <a:lnTo>
                    <a:pt x="2822504" y="3110740"/>
                  </a:lnTo>
                  <a:lnTo>
                    <a:pt x="2770707" y="3073378"/>
                  </a:lnTo>
                  <a:lnTo>
                    <a:pt x="2721469" y="3031472"/>
                  </a:lnTo>
                  <a:lnTo>
                    <a:pt x="2673978" y="2984728"/>
                  </a:lnTo>
                  <a:lnTo>
                    <a:pt x="2667772" y="2978160"/>
                  </a:lnTo>
                  <a:lnTo>
                    <a:pt x="2628715" y="2934451"/>
                  </a:lnTo>
                  <a:lnTo>
                    <a:pt x="2590034" y="2887208"/>
                  </a:lnTo>
                  <a:lnTo>
                    <a:pt x="2551454" y="2836361"/>
                  </a:lnTo>
                  <a:lnTo>
                    <a:pt x="2512765" y="2781913"/>
                  </a:lnTo>
                  <a:lnTo>
                    <a:pt x="2473819" y="2723944"/>
                  </a:lnTo>
                  <a:lnTo>
                    <a:pt x="2434518" y="2662624"/>
                  </a:lnTo>
                  <a:lnTo>
                    <a:pt x="2394814" y="2598213"/>
                  </a:lnTo>
                  <a:lnTo>
                    <a:pt x="2354703" y="2531059"/>
                  </a:lnTo>
                  <a:lnTo>
                    <a:pt x="2314217" y="2461597"/>
                  </a:lnTo>
                  <a:lnTo>
                    <a:pt x="2273421" y="2390341"/>
                  </a:lnTo>
                  <a:lnTo>
                    <a:pt x="2232407" y="2317862"/>
                  </a:lnTo>
                  <a:lnTo>
                    <a:pt x="2191283" y="2244777"/>
                  </a:lnTo>
                  <a:lnTo>
                    <a:pt x="2150164" y="2171727"/>
                  </a:lnTo>
                  <a:lnTo>
                    <a:pt x="2109168" y="2099347"/>
                  </a:lnTo>
                  <a:lnTo>
                    <a:pt x="2068401" y="2028252"/>
                  </a:lnTo>
                  <a:lnTo>
                    <a:pt x="2027951" y="1959008"/>
                  </a:lnTo>
                  <a:lnTo>
                    <a:pt x="1987882" y="1892121"/>
                  </a:lnTo>
                  <a:lnTo>
                    <a:pt x="1948221" y="1828017"/>
                  </a:lnTo>
                  <a:lnTo>
                    <a:pt x="1908960" y="1767036"/>
                  </a:lnTo>
                  <a:lnTo>
                    <a:pt x="1870046" y="1709428"/>
                  </a:lnTo>
                  <a:lnTo>
                    <a:pt x="1831376" y="1655353"/>
                  </a:lnTo>
                  <a:lnTo>
                    <a:pt x="1792796" y="1604883"/>
                  </a:lnTo>
                  <a:lnTo>
                    <a:pt x="1754090" y="1558013"/>
                  </a:lnTo>
                  <a:lnTo>
                    <a:pt x="1719082" y="1519025"/>
                  </a:lnTo>
                  <a:lnTo>
                    <a:pt x="1671771" y="1471632"/>
                  </a:lnTo>
                  <a:lnTo>
                    <a:pt x="1622809" y="1429096"/>
                  </a:lnTo>
                  <a:lnTo>
                    <a:pt x="1571401" y="1391155"/>
                  </a:lnTo>
                  <a:lnTo>
                    <a:pt x="1516661" y="1357373"/>
                  </a:lnTo>
                  <a:lnTo>
                    <a:pt x="1457687" y="1327268"/>
                  </a:lnTo>
                  <a:lnTo>
                    <a:pt x="1393648" y="1300376"/>
                  </a:lnTo>
                  <a:lnTo>
                    <a:pt x="1323881" y="1276294"/>
                  </a:lnTo>
                  <a:lnTo>
                    <a:pt x="1248039" y="1254701"/>
                  </a:lnTo>
                  <a:lnTo>
                    <a:pt x="1166261" y="1235368"/>
                  </a:lnTo>
                  <a:lnTo>
                    <a:pt x="1079397" y="1218160"/>
                  </a:lnTo>
                  <a:lnTo>
                    <a:pt x="989203" y="1203028"/>
                  </a:lnTo>
                  <a:lnTo>
                    <a:pt x="898461" y="1189991"/>
                  </a:lnTo>
                  <a:lnTo>
                    <a:pt x="810898" y="1179099"/>
                  </a:lnTo>
                  <a:lnTo>
                    <a:pt x="730810" y="1170388"/>
                  </a:lnTo>
                  <a:lnTo>
                    <a:pt x="662383" y="1163820"/>
                  </a:lnTo>
                  <a:lnTo>
                    <a:pt x="608818" y="1159250"/>
                  </a:lnTo>
                  <a:lnTo>
                    <a:pt x="571546" y="1156407"/>
                  </a:lnTo>
                  <a:lnTo>
                    <a:pt x="549776" y="1154915"/>
                  </a:lnTo>
                  <a:lnTo>
                    <a:pt x="540493" y="1154340"/>
                  </a:lnTo>
                  <a:lnTo>
                    <a:pt x="538736" y="1154241"/>
                  </a:lnTo>
                  <a:lnTo>
                    <a:pt x="0" y="115424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94" name="pl594"/>
            <p:cNvSpPr/>
            <p:nvPr/>
          </p:nvSpPr>
          <p:spPr>
            <a:xfrm>
              <a:off x="546595" y="1572581"/>
              <a:ext cx="8234974" cy="3342943"/>
            </a:xfrm>
            <a:custGeom>
              <a:avLst/>
              <a:pathLst>
                <a:path w="8234974" h="3342943">
                  <a:moveTo>
                    <a:pt x="0" y="1154241"/>
                  </a:moveTo>
                  <a:lnTo>
                    <a:pt x="538736" y="1154241"/>
                  </a:lnTo>
                  <a:lnTo>
                    <a:pt x="539955" y="1154309"/>
                  </a:lnTo>
                  <a:lnTo>
                    <a:pt x="547916" y="1154795"/>
                  </a:lnTo>
                  <a:lnTo>
                    <a:pt x="567809" y="1156140"/>
                  </a:lnTo>
                  <a:lnTo>
                    <a:pt x="602929" y="1158781"/>
                  </a:lnTo>
                  <a:lnTo>
                    <a:pt x="654369" y="1163104"/>
                  </a:lnTo>
                  <a:lnTo>
                    <a:pt x="720977" y="1169395"/>
                  </a:lnTo>
                  <a:lnTo>
                    <a:pt x="799746" y="1177818"/>
                  </a:lnTo>
                  <a:lnTo>
                    <a:pt x="886571" y="1188421"/>
                  </a:lnTo>
                  <a:lnTo>
                    <a:pt x="977124" y="1201177"/>
                  </a:lnTo>
                  <a:lnTo>
                    <a:pt x="1067573" y="1216033"/>
                  </a:lnTo>
                  <a:lnTo>
                    <a:pt x="1155001" y="1232965"/>
                  </a:lnTo>
                  <a:lnTo>
                    <a:pt x="1237520" y="1252010"/>
                  </a:lnTo>
                  <a:lnTo>
                    <a:pt x="1314172" y="1273292"/>
                  </a:lnTo>
                  <a:lnTo>
                    <a:pt x="1384733" y="1297027"/>
                  </a:lnTo>
                  <a:lnTo>
                    <a:pt x="1449499" y="1323525"/>
                  </a:lnTo>
                  <a:lnTo>
                    <a:pt x="1509099" y="1353178"/>
                  </a:lnTo>
                  <a:lnTo>
                    <a:pt x="1564350" y="1386444"/>
                  </a:lnTo>
                  <a:lnTo>
                    <a:pt x="1616148" y="1423807"/>
                  </a:lnTo>
                  <a:lnTo>
                    <a:pt x="1665386" y="1465713"/>
                  </a:lnTo>
                  <a:lnTo>
                    <a:pt x="1712876" y="1512456"/>
                  </a:lnTo>
                  <a:lnTo>
                    <a:pt x="1719082" y="1519025"/>
                  </a:lnTo>
                  <a:lnTo>
                    <a:pt x="1758139" y="1562733"/>
                  </a:lnTo>
                  <a:lnTo>
                    <a:pt x="1796820" y="1609976"/>
                  </a:lnTo>
                  <a:lnTo>
                    <a:pt x="1835401" y="1660823"/>
                  </a:lnTo>
                  <a:lnTo>
                    <a:pt x="1874090" y="1715272"/>
                  </a:lnTo>
                  <a:lnTo>
                    <a:pt x="1913036" y="1773240"/>
                  </a:lnTo>
                  <a:lnTo>
                    <a:pt x="1952337" y="1834560"/>
                  </a:lnTo>
                  <a:lnTo>
                    <a:pt x="1992040" y="1898972"/>
                  </a:lnTo>
                  <a:lnTo>
                    <a:pt x="2032152" y="1966126"/>
                  </a:lnTo>
                  <a:lnTo>
                    <a:pt x="2072638" y="2035587"/>
                  </a:lnTo>
                  <a:lnTo>
                    <a:pt x="2113433" y="2106844"/>
                  </a:lnTo>
                  <a:lnTo>
                    <a:pt x="2154447" y="2179323"/>
                  </a:lnTo>
                  <a:lnTo>
                    <a:pt x="2195572" y="2252407"/>
                  </a:lnTo>
                  <a:lnTo>
                    <a:pt x="2236690" y="2325458"/>
                  </a:lnTo>
                  <a:lnTo>
                    <a:pt x="2277686" y="2397837"/>
                  </a:lnTo>
                  <a:lnTo>
                    <a:pt x="2318454" y="2468933"/>
                  </a:lnTo>
                  <a:lnTo>
                    <a:pt x="2358903" y="2538176"/>
                  </a:lnTo>
                  <a:lnTo>
                    <a:pt x="2398973" y="2605063"/>
                  </a:lnTo>
                  <a:lnTo>
                    <a:pt x="2438634" y="2669167"/>
                  </a:lnTo>
                  <a:lnTo>
                    <a:pt x="2477894" y="2730148"/>
                  </a:lnTo>
                  <a:lnTo>
                    <a:pt x="2516809" y="2787756"/>
                  </a:lnTo>
                  <a:lnTo>
                    <a:pt x="2555478" y="2841832"/>
                  </a:lnTo>
                  <a:lnTo>
                    <a:pt x="2594059" y="2892301"/>
                  </a:lnTo>
                  <a:lnTo>
                    <a:pt x="2632765" y="2939171"/>
                  </a:lnTo>
                  <a:lnTo>
                    <a:pt x="2667772" y="2978160"/>
                  </a:lnTo>
                  <a:lnTo>
                    <a:pt x="2715084" y="3025552"/>
                  </a:lnTo>
                  <a:lnTo>
                    <a:pt x="2764046" y="3068088"/>
                  </a:lnTo>
                  <a:lnTo>
                    <a:pt x="2815453" y="3106030"/>
                  </a:lnTo>
                  <a:lnTo>
                    <a:pt x="2870194" y="3139811"/>
                  </a:lnTo>
                  <a:lnTo>
                    <a:pt x="2929168" y="3169916"/>
                  </a:lnTo>
                  <a:lnTo>
                    <a:pt x="2993207" y="3196808"/>
                  </a:lnTo>
                  <a:lnTo>
                    <a:pt x="3062973" y="3220890"/>
                  </a:lnTo>
                  <a:lnTo>
                    <a:pt x="3138816" y="3242483"/>
                  </a:lnTo>
                  <a:lnTo>
                    <a:pt x="3220593" y="3261816"/>
                  </a:lnTo>
                  <a:lnTo>
                    <a:pt x="3307457" y="3279024"/>
                  </a:lnTo>
                  <a:lnTo>
                    <a:pt x="3397651" y="3294156"/>
                  </a:lnTo>
                  <a:lnTo>
                    <a:pt x="3488393" y="3307193"/>
                  </a:lnTo>
                  <a:lnTo>
                    <a:pt x="3575957" y="3318085"/>
                  </a:lnTo>
                  <a:lnTo>
                    <a:pt x="3656044" y="3326797"/>
                  </a:lnTo>
                  <a:lnTo>
                    <a:pt x="3724472" y="3333364"/>
                  </a:lnTo>
                  <a:lnTo>
                    <a:pt x="3778037" y="3337934"/>
                  </a:lnTo>
                  <a:lnTo>
                    <a:pt x="3815309" y="3340777"/>
                  </a:lnTo>
                  <a:lnTo>
                    <a:pt x="3837078" y="3342270"/>
                  </a:lnTo>
                  <a:lnTo>
                    <a:pt x="3846362" y="3342844"/>
                  </a:lnTo>
                  <a:lnTo>
                    <a:pt x="3848115" y="3342943"/>
                  </a:lnTo>
                  <a:lnTo>
                    <a:pt x="3848118" y="3342943"/>
                  </a:lnTo>
                  <a:lnTo>
                    <a:pt x="4386855" y="3342943"/>
                  </a:lnTo>
                  <a:lnTo>
                    <a:pt x="4387979" y="3342848"/>
                  </a:lnTo>
                  <a:lnTo>
                    <a:pt x="4395336" y="3342164"/>
                  </a:lnTo>
                  <a:lnTo>
                    <a:pt x="4413772" y="3340274"/>
                  </a:lnTo>
                  <a:lnTo>
                    <a:pt x="4446451" y="3336561"/>
                  </a:lnTo>
                  <a:lnTo>
                    <a:pt x="4494580" y="3330470"/>
                  </a:lnTo>
                  <a:lnTo>
                    <a:pt x="4557337" y="3321578"/>
                  </a:lnTo>
                  <a:lnTo>
                    <a:pt x="4632165" y="3309630"/>
                  </a:lnTo>
                  <a:lnTo>
                    <a:pt x="4715398" y="3294531"/>
                  </a:lnTo>
                  <a:lnTo>
                    <a:pt x="4803026" y="3276307"/>
                  </a:lnTo>
                  <a:lnTo>
                    <a:pt x="4891367" y="3255029"/>
                  </a:lnTo>
                  <a:lnTo>
                    <a:pt x="4977497" y="3230748"/>
                  </a:lnTo>
                  <a:lnTo>
                    <a:pt x="5059410" y="3203440"/>
                  </a:lnTo>
                  <a:lnTo>
                    <a:pt x="5135974" y="3172972"/>
                  </a:lnTo>
                  <a:lnTo>
                    <a:pt x="5206779" y="3139084"/>
                  </a:lnTo>
                  <a:lnTo>
                    <a:pt x="5271946" y="3101387"/>
                  </a:lnTo>
                  <a:lnTo>
                    <a:pt x="5331952" y="3059373"/>
                  </a:lnTo>
                  <a:lnTo>
                    <a:pt x="5387491" y="3012433"/>
                  </a:lnTo>
                  <a:lnTo>
                    <a:pt x="5439366" y="2959892"/>
                  </a:lnTo>
                  <a:lnTo>
                    <a:pt x="5488410" y="2901082"/>
                  </a:lnTo>
                  <a:lnTo>
                    <a:pt x="5535420" y="2835455"/>
                  </a:lnTo>
                  <a:lnTo>
                    <a:pt x="5567201" y="2785786"/>
                  </a:lnTo>
                  <a:lnTo>
                    <a:pt x="5600341" y="2729541"/>
                  </a:lnTo>
                  <a:lnTo>
                    <a:pt x="5633177" y="2669433"/>
                  </a:lnTo>
                  <a:lnTo>
                    <a:pt x="5665887" y="2605384"/>
                  </a:lnTo>
                  <a:lnTo>
                    <a:pt x="5698613" y="2537369"/>
                  </a:lnTo>
                  <a:lnTo>
                    <a:pt x="5731464" y="2465422"/>
                  </a:lnTo>
                  <a:lnTo>
                    <a:pt x="5764521" y="2389646"/>
                  </a:lnTo>
                  <a:lnTo>
                    <a:pt x="5797838" y="2310210"/>
                  </a:lnTo>
                  <a:lnTo>
                    <a:pt x="5831444" y="2227356"/>
                  </a:lnTo>
                  <a:lnTo>
                    <a:pt x="5865345" y="2141398"/>
                  </a:lnTo>
                  <a:lnTo>
                    <a:pt x="5899528" y="2052719"/>
                  </a:lnTo>
                  <a:lnTo>
                    <a:pt x="5933961" y="1961763"/>
                  </a:lnTo>
                  <a:lnTo>
                    <a:pt x="5968596" y="1869033"/>
                  </a:lnTo>
                  <a:lnTo>
                    <a:pt x="6003377" y="1775075"/>
                  </a:lnTo>
                  <a:lnTo>
                    <a:pt x="6038236" y="1680465"/>
                  </a:lnTo>
                  <a:lnTo>
                    <a:pt x="6073101" y="1585798"/>
                  </a:lnTo>
                  <a:lnTo>
                    <a:pt x="6107902" y="1491671"/>
                  </a:lnTo>
                  <a:lnTo>
                    <a:pt x="6142570" y="1398665"/>
                  </a:lnTo>
                  <a:lnTo>
                    <a:pt x="6177045" y="1307332"/>
                  </a:lnTo>
                  <a:lnTo>
                    <a:pt x="6211279" y="1218185"/>
                  </a:lnTo>
                  <a:lnTo>
                    <a:pt x="6245235" y="1131679"/>
                  </a:lnTo>
                  <a:lnTo>
                    <a:pt x="6278897" y="1048209"/>
                  </a:lnTo>
                  <a:lnTo>
                    <a:pt x="6312267" y="968104"/>
                  </a:lnTo>
                  <a:lnTo>
                    <a:pt x="6345370" y="891617"/>
                  </a:lnTo>
                  <a:lnTo>
                    <a:pt x="6378255" y="818934"/>
                  </a:lnTo>
                  <a:lnTo>
                    <a:pt x="6410998" y="750167"/>
                  </a:lnTo>
                  <a:lnTo>
                    <a:pt x="6443701" y="685365"/>
                  </a:lnTo>
                  <a:lnTo>
                    <a:pt x="6476500" y="624513"/>
                  </a:lnTo>
                  <a:lnTo>
                    <a:pt x="6509566" y="567543"/>
                  </a:lnTo>
                  <a:lnTo>
                    <a:pt x="6515891" y="557157"/>
                  </a:lnTo>
                  <a:lnTo>
                    <a:pt x="6561902" y="486636"/>
                  </a:lnTo>
                  <a:lnTo>
                    <a:pt x="6609455" y="423141"/>
                  </a:lnTo>
                  <a:lnTo>
                    <a:pt x="6659279" y="366319"/>
                  </a:lnTo>
                  <a:lnTo>
                    <a:pt x="6712188" y="315567"/>
                  </a:lnTo>
                  <a:lnTo>
                    <a:pt x="6769013" y="270205"/>
                  </a:lnTo>
                  <a:lnTo>
                    <a:pt x="6830534" y="229575"/>
                  </a:lnTo>
                  <a:lnTo>
                    <a:pt x="6897391" y="193093"/>
                  </a:lnTo>
                  <a:lnTo>
                    <a:pt x="6969969" y="160288"/>
                  </a:lnTo>
                  <a:lnTo>
                    <a:pt x="7048245" y="130810"/>
                  </a:lnTo>
                  <a:lnTo>
                    <a:pt x="7131608" y="104438"/>
                  </a:lnTo>
                  <a:lnTo>
                    <a:pt x="7218672" y="81075"/>
                  </a:lnTo>
                  <a:lnTo>
                    <a:pt x="7307145" y="60725"/>
                  </a:lnTo>
                  <a:lnTo>
                    <a:pt x="7393844" y="43451"/>
                  </a:lnTo>
                  <a:lnTo>
                    <a:pt x="7474927" y="29320"/>
                  </a:lnTo>
                  <a:lnTo>
                    <a:pt x="7546411" y="18324"/>
                  </a:lnTo>
                  <a:lnTo>
                    <a:pt x="7604888" y="10326"/>
                  </a:lnTo>
                  <a:lnTo>
                    <a:pt x="7648279" y="5016"/>
                  </a:lnTo>
                  <a:lnTo>
                    <a:pt x="7676371" y="1924"/>
                  </a:lnTo>
                  <a:lnTo>
                    <a:pt x="7690994" y="470"/>
                  </a:lnTo>
                  <a:lnTo>
                    <a:pt x="7695856" y="3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5" name="pl595"/>
            <p:cNvSpPr/>
            <p:nvPr/>
          </p:nvSpPr>
          <p:spPr>
            <a:xfrm>
              <a:off x="546595" y="1561692"/>
              <a:ext cx="8234974" cy="3342943"/>
            </a:xfrm>
            <a:custGeom>
              <a:avLst/>
              <a:pathLst>
                <a:path w="8234974" h="3342943">
                  <a:moveTo>
                    <a:pt x="8234974" y="0"/>
                  </a:moveTo>
                  <a:lnTo>
                    <a:pt x="7696237" y="0"/>
                  </a:lnTo>
                  <a:lnTo>
                    <a:pt x="7695114" y="95"/>
                  </a:lnTo>
                  <a:lnTo>
                    <a:pt x="7687756" y="779"/>
                  </a:lnTo>
                  <a:lnTo>
                    <a:pt x="7669320" y="2669"/>
                  </a:lnTo>
                  <a:lnTo>
                    <a:pt x="7636642" y="6382"/>
                  </a:lnTo>
                  <a:lnTo>
                    <a:pt x="7588513" y="12473"/>
                  </a:lnTo>
                  <a:lnTo>
                    <a:pt x="7525755" y="21365"/>
                  </a:lnTo>
                  <a:lnTo>
                    <a:pt x="7450927" y="33313"/>
                  </a:lnTo>
                  <a:lnTo>
                    <a:pt x="7367694" y="48412"/>
                  </a:lnTo>
                  <a:lnTo>
                    <a:pt x="7280066" y="66636"/>
                  </a:lnTo>
                  <a:lnTo>
                    <a:pt x="7191725" y="87914"/>
                  </a:lnTo>
                  <a:lnTo>
                    <a:pt x="7105596" y="112195"/>
                  </a:lnTo>
                  <a:lnTo>
                    <a:pt x="7023683" y="139503"/>
                  </a:lnTo>
                  <a:lnTo>
                    <a:pt x="6947118" y="169971"/>
                  </a:lnTo>
                  <a:lnTo>
                    <a:pt x="6876313" y="203859"/>
                  </a:lnTo>
                  <a:lnTo>
                    <a:pt x="6811146" y="241556"/>
                  </a:lnTo>
                  <a:lnTo>
                    <a:pt x="6751140" y="283570"/>
                  </a:lnTo>
                  <a:lnTo>
                    <a:pt x="6695601" y="330510"/>
                  </a:lnTo>
                  <a:lnTo>
                    <a:pt x="6643726" y="383051"/>
                  </a:lnTo>
                  <a:lnTo>
                    <a:pt x="6594682" y="441861"/>
                  </a:lnTo>
                  <a:lnTo>
                    <a:pt x="6547673" y="507488"/>
                  </a:lnTo>
                  <a:lnTo>
                    <a:pt x="6515891" y="557157"/>
                  </a:lnTo>
                  <a:lnTo>
                    <a:pt x="6482752" y="613402"/>
                  </a:lnTo>
                  <a:lnTo>
                    <a:pt x="6449916" y="673510"/>
                  </a:lnTo>
                  <a:lnTo>
                    <a:pt x="6417206" y="737559"/>
                  </a:lnTo>
                  <a:lnTo>
                    <a:pt x="6384480" y="805574"/>
                  </a:lnTo>
                  <a:lnTo>
                    <a:pt x="6351629" y="877521"/>
                  </a:lnTo>
                  <a:lnTo>
                    <a:pt x="6318571" y="953297"/>
                  </a:lnTo>
                  <a:lnTo>
                    <a:pt x="6285255" y="1032733"/>
                  </a:lnTo>
                  <a:lnTo>
                    <a:pt x="6251649" y="1115587"/>
                  </a:lnTo>
                  <a:lnTo>
                    <a:pt x="6217748" y="1201545"/>
                  </a:lnTo>
                  <a:lnTo>
                    <a:pt x="6183565" y="1290224"/>
                  </a:lnTo>
                  <a:lnTo>
                    <a:pt x="6149132" y="1381180"/>
                  </a:lnTo>
                  <a:lnTo>
                    <a:pt x="6114496" y="1473910"/>
                  </a:lnTo>
                  <a:lnTo>
                    <a:pt x="6079715" y="1567868"/>
                  </a:lnTo>
                  <a:lnTo>
                    <a:pt x="6044857" y="1662478"/>
                  </a:lnTo>
                  <a:lnTo>
                    <a:pt x="6009991" y="1757145"/>
                  </a:lnTo>
                  <a:lnTo>
                    <a:pt x="5975191" y="1851272"/>
                  </a:lnTo>
                  <a:lnTo>
                    <a:pt x="5940522" y="1944278"/>
                  </a:lnTo>
                  <a:lnTo>
                    <a:pt x="5906047" y="2035611"/>
                  </a:lnTo>
                  <a:lnTo>
                    <a:pt x="5871814" y="2124758"/>
                  </a:lnTo>
                  <a:lnTo>
                    <a:pt x="5837857" y="2211264"/>
                  </a:lnTo>
                  <a:lnTo>
                    <a:pt x="5804195" y="2294734"/>
                  </a:lnTo>
                  <a:lnTo>
                    <a:pt x="5770825" y="2374839"/>
                  </a:lnTo>
                  <a:lnTo>
                    <a:pt x="5737722" y="2451326"/>
                  </a:lnTo>
                  <a:lnTo>
                    <a:pt x="5704837" y="2524009"/>
                  </a:lnTo>
                  <a:lnTo>
                    <a:pt x="5672095" y="2592776"/>
                  </a:lnTo>
                  <a:lnTo>
                    <a:pt x="5639392" y="2657578"/>
                  </a:lnTo>
                  <a:lnTo>
                    <a:pt x="5606592" y="2718430"/>
                  </a:lnTo>
                  <a:lnTo>
                    <a:pt x="5573526" y="2775400"/>
                  </a:lnTo>
                  <a:lnTo>
                    <a:pt x="5567201" y="2785786"/>
                  </a:lnTo>
                  <a:lnTo>
                    <a:pt x="5521191" y="2856307"/>
                  </a:lnTo>
                  <a:lnTo>
                    <a:pt x="5473637" y="2919802"/>
                  </a:lnTo>
                  <a:lnTo>
                    <a:pt x="5423813" y="2976624"/>
                  </a:lnTo>
                  <a:lnTo>
                    <a:pt x="5370904" y="3027376"/>
                  </a:lnTo>
                  <a:lnTo>
                    <a:pt x="5314079" y="3072738"/>
                  </a:lnTo>
                  <a:lnTo>
                    <a:pt x="5252558" y="3113368"/>
                  </a:lnTo>
                  <a:lnTo>
                    <a:pt x="5185701" y="3149850"/>
                  </a:lnTo>
                  <a:lnTo>
                    <a:pt x="5113124" y="3182655"/>
                  </a:lnTo>
                  <a:lnTo>
                    <a:pt x="5034847" y="3212133"/>
                  </a:lnTo>
                  <a:lnTo>
                    <a:pt x="4951484" y="3238505"/>
                  </a:lnTo>
                  <a:lnTo>
                    <a:pt x="4864421" y="3261868"/>
                  </a:lnTo>
                  <a:lnTo>
                    <a:pt x="4775947" y="3282218"/>
                  </a:lnTo>
                  <a:lnTo>
                    <a:pt x="4689249" y="3299492"/>
                  </a:lnTo>
                  <a:lnTo>
                    <a:pt x="4608165" y="3313623"/>
                  </a:lnTo>
                  <a:lnTo>
                    <a:pt x="4536682" y="3324619"/>
                  </a:lnTo>
                  <a:lnTo>
                    <a:pt x="4478205" y="3332617"/>
                  </a:lnTo>
                  <a:lnTo>
                    <a:pt x="4434814" y="3337927"/>
                  </a:lnTo>
                  <a:lnTo>
                    <a:pt x="4406721" y="3341019"/>
                  </a:lnTo>
                  <a:lnTo>
                    <a:pt x="4392099" y="3342473"/>
                  </a:lnTo>
                  <a:lnTo>
                    <a:pt x="4387237" y="3342912"/>
                  </a:lnTo>
                  <a:lnTo>
                    <a:pt x="4386855" y="3342943"/>
                  </a:lnTo>
                  <a:lnTo>
                    <a:pt x="3848118" y="3342943"/>
                  </a:lnTo>
                  <a:lnTo>
                    <a:pt x="3846900" y="3342875"/>
                  </a:lnTo>
                  <a:lnTo>
                    <a:pt x="3838939" y="3342389"/>
                  </a:lnTo>
                  <a:lnTo>
                    <a:pt x="3819045" y="3341044"/>
                  </a:lnTo>
                  <a:lnTo>
                    <a:pt x="3783926" y="3338403"/>
                  </a:lnTo>
                  <a:lnTo>
                    <a:pt x="3732486" y="3334081"/>
                  </a:lnTo>
                  <a:lnTo>
                    <a:pt x="3665877" y="3327789"/>
                  </a:lnTo>
                  <a:lnTo>
                    <a:pt x="3587108" y="3319366"/>
                  </a:lnTo>
                  <a:lnTo>
                    <a:pt x="3500283" y="3308763"/>
                  </a:lnTo>
                  <a:lnTo>
                    <a:pt x="3409731" y="3296007"/>
                  </a:lnTo>
                  <a:lnTo>
                    <a:pt x="3319282" y="3281151"/>
                  </a:lnTo>
                  <a:lnTo>
                    <a:pt x="3231853" y="3264219"/>
                  </a:lnTo>
                  <a:lnTo>
                    <a:pt x="3149334" y="3245174"/>
                  </a:lnTo>
                  <a:lnTo>
                    <a:pt x="3072683" y="3223892"/>
                  </a:lnTo>
                  <a:lnTo>
                    <a:pt x="3002122" y="3200157"/>
                  </a:lnTo>
                  <a:lnTo>
                    <a:pt x="2937356" y="3173659"/>
                  </a:lnTo>
                  <a:lnTo>
                    <a:pt x="2877755" y="3144006"/>
                  </a:lnTo>
                  <a:lnTo>
                    <a:pt x="2822504" y="3110740"/>
                  </a:lnTo>
                  <a:lnTo>
                    <a:pt x="2770707" y="3073378"/>
                  </a:lnTo>
                  <a:lnTo>
                    <a:pt x="2721469" y="3031472"/>
                  </a:lnTo>
                  <a:lnTo>
                    <a:pt x="2673978" y="2984728"/>
                  </a:lnTo>
                  <a:lnTo>
                    <a:pt x="2667772" y="2978160"/>
                  </a:lnTo>
                  <a:lnTo>
                    <a:pt x="2628715" y="2934451"/>
                  </a:lnTo>
                  <a:lnTo>
                    <a:pt x="2590034" y="2887208"/>
                  </a:lnTo>
                  <a:lnTo>
                    <a:pt x="2551454" y="2836361"/>
                  </a:lnTo>
                  <a:lnTo>
                    <a:pt x="2512765" y="2781913"/>
                  </a:lnTo>
                  <a:lnTo>
                    <a:pt x="2473819" y="2723944"/>
                  </a:lnTo>
                  <a:lnTo>
                    <a:pt x="2434518" y="2662624"/>
                  </a:lnTo>
                  <a:lnTo>
                    <a:pt x="2394814" y="2598213"/>
                  </a:lnTo>
                  <a:lnTo>
                    <a:pt x="2354703" y="2531059"/>
                  </a:lnTo>
                  <a:lnTo>
                    <a:pt x="2314217" y="2461597"/>
                  </a:lnTo>
                  <a:lnTo>
                    <a:pt x="2273421" y="2390341"/>
                  </a:lnTo>
                  <a:lnTo>
                    <a:pt x="2232407" y="2317862"/>
                  </a:lnTo>
                  <a:lnTo>
                    <a:pt x="2191283" y="2244777"/>
                  </a:lnTo>
                  <a:lnTo>
                    <a:pt x="2150164" y="2171727"/>
                  </a:lnTo>
                  <a:lnTo>
                    <a:pt x="2109168" y="2099347"/>
                  </a:lnTo>
                  <a:lnTo>
                    <a:pt x="2068401" y="2028252"/>
                  </a:lnTo>
                  <a:lnTo>
                    <a:pt x="2027951" y="1959008"/>
                  </a:lnTo>
                  <a:lnTo>
                    <a:pt x="1987882" y="1892121"/>
                  </a:lnTo>
                  <a:lnTo>
                    <a:pt x="1948221" y="1828017"/>
                  </a:lnTo>
                  <a:lnTo>
                    <a:pt x="1908960" y="1767036"/>
                  </a:lnTo>
                  <a:lnTo>
                    <a:pt x="1870046" y="1709428"/>
                  </a:lnTo>
                  <a:lnTo>
                    <a:pt x="1831376" y="1655353"/>
                  </a:lnTo>
                  <a:lnTo>
                    <a:pt x="1792796" y="1604883"/>
                  </a:lnTo>
                  <a:lnTo>
                    <a:pt x="1754090" y="1558013"/>
                  </a:lnTo>
                  <a:lnTo>
                    <a:pt x="1719082" y="1519025"/>
                  </a:lnTo>
                  <a:lnTo>
                    <a:pt x="1671771" y="1471632"/>
                  </a:lnTo>
                  <a:lnTo>
                    <a:pt x="1622809" y="1429096"/>
                  </a:lnTo>
                  <a:lnTo>
                    <a:pt x="1571401" y="1391155"/>
                  </a:lnTo>
                  <a:lnTo>
                    <a:pt x="1516661" y="1357373"/>
                  </a:lnTo>
                  <a:lnTo>
                    <a:pt x="1457687" y="1327268"/>
                  </a:lnTo>
                  <a:lnTo>
                    <a:pt x="1393648" y="1300376"/>
                  </a:lnTo>
                  <a:lnTo>
                    <a:pt x="1323881" y="1276294"/>
                  </a:lnTo>
                  <a:lnTo>
                    <a:pt x="1248039" y="1254701"/>
                  </a:lnTo>
                  <a:lnTo>
                    <a:pt x="1166261" y="1235368"/>
                  </a:lnTo>
                  <a:lnTo>
                    <a:pt x="1079397" y="1218160"/>
                  </a:lnTo>
                  <a:lnTo>
                    <a:pt x="989203" y="1203028"/>
                  </a:lnTo>
                  <a:lnTo>
                    <a:pt x="898461" y="1189991"/>
                  </a:lnTo>
                  <a:lnTo>
                    <a:pt x="810898" y="1179099"/>
                  </a:lnTo>
                  <a:lnTo>
                    <a:pt x="730810" y="1170388"/>
                  </a:lnTo>
                  <a:lnTo>
                    <a:pt x="662383" y="1163820"/>
                  </a:lnTo>
                  <a:lnTo>
                    <a:pt x="608818" y="1159250"/>
                  </a:lnTo>
                  <a:lnTo>
                    <a:pt x="571546" y="1156407"/>
                  </a:lnTo>
                  <a:lnTo>
                    <a:pt x="549776" y="1154915"/>
                  </a:lnTo>
                  <a:lnTo>
                    <a:pt x="540493" y="1154340"/>
                  </a:lnTo>
                  <a:lnTo>
                    <a:pt x="538739" y="1154241"/>
                  </a:lnTo>
                  <a:lnTo>
                    <a:pt x="538736" y="1154241"/>
                  </a:lnTo>
                  <a:lnTo>
                    <a:pt x="0" y="11542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6" name="pg596"/>
            <p:cNvSpPr/>
            <p:nvPr/>
          </p:nvSpPr>
          <p:spPr>
            <a:xfrm>
              <a:off x="546595" y="2726823"/>
              <a:ext cx="8234974" cy="2210480"/>
            </a:xfrm>
            <a:custGeom>
              <a:avLst/>
              <a:pathLst>
                <a:path w="8234974" h="2210480">
                  <a:moveTo>
                    <a:pt x="0" y="10889"/>
                  </a:moveTo>
                  <a:lnTo>
                    <a:pt x="538736" y="10889"/>
                  </a:lnTo>
                  <a:lnTo>
                    <a:pt x="539954" y="10957"/>
                  </a:lnTo>
                  <a:lnTo>
                    <a:pt x="547910" y="11445"/>
                  </a:lnTo>
                  <a:lnTo>
                    <a:pt x="567792" y="12796"/>
                  </a:lnTo>
                  <a:lnTo>
                    <a:pt x="602891" y="15449"/>
                  </a:lnTo>
                  <a:lnTo>
                    <a:pt x="654304" y="19790"/>
                  </a:lnTo>
                  <a:lnTo>
                    <a:pt x="720882" y="26108"/>
                  </a:lnTo>
                  <a:lnTo>
                    <a:pt x="799619" y="34569"/>
                  </a:lnTo>
                  <a:lnTo>
                    <a:pt x="886416" y="45219"/>
                  </a:lnTo>
                  <a:lnTo>
                    <a:pt x="976945" y="58031"/>
                  </a:lnTo>
                  <a:lnTo>
                    <a:pt x="1067379" y="72954"/>
                  </a:lnTo>
                  <a:lnTo>
                    <a:pt x="1154798" y="89961"/>
                  </a:lnTo>
                  <a:lnTo>
                    <a:pt x="1237312" y="109091"/>
                  </a:lnTo>
                  <a:lnTo>
                    <a:pt x="1313964" y="130468"/>
                  </a:lnTo>
                  <a:lnTo>
                    <a:pt x="1384527" y="154309"/>
                  </a:lnTo>
                  <a:lnTo>
                    <a:pt x="1449297" y="180923"/>
                  </a:lnTo>
                  <a:lnTo>
                    <a:pt x="1508900" y="210706"/>
                  </a:lnTo>
                  <a:lnTo>
                    <a:pt x="1564153" y="244116"/>
                  </a:lnTo>
                  <a:lnTo>
                    <a:pt x="1615951" y="281640"/>
                  </a:lnTo>
                  <a:lnTo>
                    <a:pt x="1665186" y="323726"/>
                  </a:lnTo>
                  <a:lnTo>
                    <a:pt x="1712673" y="370671"/>
                  </a:lnTo>
                  <a:lnTo>
                    <a:pt x="1719082" y="377487"/>
                  </a:lnTo>
                  <a:lnTo>
                    <a:pt x="1758071" y="421333"/>
                  </a:lnTo>
                  <a:lnTo>
                    <a:pt x="1796685" y="468719"/>
                  </a:lnTo>
                  <a:lnTo>
                    <a:pt x="1835199" y="519714"/>
                  </a:lnTo>
                  <a:lnTo>
                    <a:pt x="1873819" y="574316"/>
                  </a:lnTo>
                  <a:lnTo>
                    <a:pt x="1912695" y="632444"/>
                  </a:lnTo>
                  <a:lnTo>
                    <a:pt x="1951923" y="693930"/>
                  </a:lnTo>
                  <a:lnTo>
                    <a:pt x="1991553" y="758516"/>
                  </a:lnTo>
                  <a:lnTo>
                    <a:pt x="2031589" y="825853"/>
                  </a:lnTo>
                  <a:lnTo>
                    <a:pt x="2072000" y="895508"/>
                  </a:lnTo>
                  <a:lnTo>
                    <a:pt x="2112719" y="966969"/>
                  </a:lnTo>
                  <a:lnTo>
                    <a:pt x="2153659" y="1039664"/>
                  </a:lnTo>
                  <a:lnTo>
                    <a:pt x="2194710" y="1112978"/>
                  </a:lnTo>
                  <a:lnTo>
                    <a:pt x="2235758" y="1186272"/>
                  </a:lnTo>
                  <a:lnTo>
                    <a:pt x="2276687" y="1258908"/>
                  </a:lnTo>
                  <a:lnTo>
                    <a:pt x="2317390" y="1330272"/>
                  </a:lnTo>
                  <a:lnTo>
                    <a:pt x="2357779" y="1399796"/>
                  </a:lnTo>
                  <a:lnTo>
                    <a:pt x="2397790" y="1466973"/>
                  </a:lnTo>
                  <a:lnTo>
                    <a:pt x="2437394" y="1531374"/>
                  </a:lnTo>
                  <a:lnTo>
                    <a:pt x="2476599" y="1592657"/>
                  </a:lnTo>
                  <a:lnTo>
                    <a:pt x="2515455" y="1650569"/>
                  </a:lnTo>
                  <a:lnTo>
                    <a:pt x="2554064" y="1704947"/>
                  </a:lnTo>
                  <a:lnTo>
                    <a:pt x="2592577" y="1755716"/>
                  </a:lnTo>
                  <a:lnTo>
                    <a:pt x="2631205" y="1802878"/>
                  </a:lnTo>
                  <a:lnTo>
                    <a:pt x="2667772" y="1843882"/>
                  </a:lnTo>
                  <a:lnTo>
                    <a:pt x="2715073" y="1891500"/>
                  </a:lnTo>
                  <a:lnTo>
                    <a:pt x="2764024" y="1934240"/>
                  </a:lnTo>
                  <a:lnTo>
                    <a:pt x="2815419" y="1972364"/>
                  </a:lnTo>
                  <a:lnTo>
                    <a:pt x="2870144" y="2006309"/>
                  </a:lnTo>
                  <a:lnTo>
                    <a:pt x="2929101" y="2036561"/>
                  </a:lnTo>
                  <a:lnTo>
                    <a:pt x="2993120" y="2063585"/>
                  </a:lnTo>
                  <a:lnTo>
                    <a:pt x="3062862" y="2087785"/>
                  </a:lnTo>
                  <a:lnTo>
                    <a:pt x="3138679" y="2109485"/>
                  </a:lnTo>
                  <a:lnTo>
                    <a:pt x="3220428" y="2128913"/>
                  </a:lnTo>
                  <a:lnTo>
                    <a:pt x="3307264" y="2146208"/>
                  </a:lnTo>
                  <a:lnTo>
                    <a:pt x="3397434" y="2161416"/>
                  </a:lnTo>
                  <a:lnTo>
                    <a:pt x="3488159" y="2174521"/>
                  </a:lnTo>
                  <a:lnTo>
                    <a:pt x="3575718" y="2185470"/>
                  </a:lnTo>
                  <a:lnTo>
                    <a:pt x="3655817" y="2194230"/>
                  </a:lnTo>
                  <a:lnTo>
                    <a:pt x="3724272" y="2200835"/>
                  </a:lnTo>
                  <a:lnTo>
                    <a:pt x="3777879" y="2205433"/>
                  </a:lnTo>
                  <a:lnTo>
                    <a:pt x="3815201" y="2208296"/>
                  </a:lnTo>
                  <a:lnTo>
                    <a:pt x="3837020" y="2209799"/>
                  </a:lnTo>
                  <a:lnTo>
                    <a:pt x="3846343" y="2210380"/>
                  </a:lnTo>
                  <a:lnTo>
                    <a:pt x="3848118" y="2210480"/>
                  </a:lnTo>
                  <a:lnTo>
                    <a:pt x="4386855" y="2210480"/>
                  </a:lnTo>
                  <a:lnTo>
                    <a:pt x="4388103" y="2210425"/>
                  </a:lnTo>
                  <a:lnTo>
                    <a:pt x="4396254" y="2210029"/>
                  </a:lnTo>
                  <a:lnTo>
                    <a:pt x="4416604" y="2208935"/>
                  </a:lnTo>
                  <a:lnTo>
                    <a:pt x="4452483" y="2206787"/>
                  </a:lnTo>
                  <a:lnTo>
                    <a:pt x="4504947" y="2203274"/>
                  </a:lnTo>
                  <a:lnTo>
                    <a:pt x="4572735" y="2198165"/>
                  </a:lnTo>
                  <a:lnTo>
                    <a:pt x="4652695" y="2191333"/>
                  </a:lnTo>
                  <a:lnTo>
                    <a:pt x="4740589" y="2182742"/>
                  </a:lnTo>
                  <a:lnTo>
                    <a:pt x="4831994" y="2172418"/>
                  </a:lnTo>
                  <a:lnTo>
                    <a:pt x="4923041" y="2160402"/>
                  </a:lnTo>
                  <a:lnTo>
                    <a:pt x="5010821" y="2146711"/>
                  </a:lnTo>
                  <a:lnTo>
                    <a:pt x="5093487" y="2131309"/>
                  </a:lnTo>
                  <a:lnTo>
                    <a:pt x="5170137" y="2114089"/>
                  </a:lnTo>
                  <a:lnTo>
                    <a:pt x="5240607" y="2094867"/>
                  </a:lnTo>
                  <a:lnTo>
                    <a:pt x="5305247" y="2073383"/>
                  </a:lnTo>
                  <a:lnTo>
                    <a:pt x="5364731" y="2049310"/>
                  </a:lnTo>
                  <a:lnTo>
                    <a:pt x="5419910" y="2022272"/>
                  </a:lnTo>
                  <a:lnTo>
                    <a:pt x="5471709" y="1991875"/>
                  </a:lnTo>
                  <a:lnTo>
                    <a:pt x="5521034" y="1957768"/>
                  </a:lnTo>
                  <a:lnTo>
                    <a:pt x="5567201" y="1921013"/>
                  </a:lnTo>
                  <a:lnTo>
                    <a:pt x="5609296" y="1883496"/>
                  </a:lnTo>
                  <a:lnTo>
                    <a:pt x="5650980" y="1842712"/>
                  </a:lnTo>
                  <a:lnTo>
                    <a:pt x="5692590" y="1798599"/>
                  </a:lnTo>
                  <a:lnTo>
                    <a:pt x="5734371" y="1751175"/>
                  </a:lnTo>
                  <a:lnTo>
                    <a:pt x="5776492" y="1700545"/>
                  </a:lnTo>
                  <a:lnTo>
                    <a:pt x="5819053" y="1646908"/>
                  </a:lnTo>
                  <a:lnTo>
                    <a:pt x="5862091" y="1590560"/>
                  </a:lnTo>
                  <a:lnTo>
                    <a:pt x="5905586" y="1531893"/>
                  </a:lnTo>
                  <a:lnTo>
                    <a:pt x="5949472" y="1471387"/>
                  </a:lnTo>
                  <a:lnTo>
                    <a:pt x="5993646" y="1409593"/>
                  </a:lnTo>
                  <a:lnTo>
                    <a:pt x="6037977" y="1347114"/>
                  </a:lnTo>
                  <a:lnTo>
                    <a:pt x="6082320" y="1284584"/>
                  </a:lnTo>
                  <a:lnTo>
                    <a:pt x="6126529" y="1222638"/>
                  </a:lnTo>
                  <a:lnTo>
                    <a:pt x="6170470" y="1161886"/>
                  </a:lnTo>
                  <a:lnTo>
                    <a:pt x="6214033" y="1102889"/>
                  </a:lnTo>
                  <a:lnTo>
                    <a:pt x="6257147" y="1046139"/>
                  </a:lnTo>
                  <a:lnTo>
                    <a:pt x="6299784" y="992043"/>
                  </a:lnTo>
                  <a:lnTo>
                    <a:pt x="6341971" y="940913"/>
                  </a:lnTo>
                  <a:lnTo>
                    <a:pt x="6383797" y="892963"/>
                  </a:lnTo>
                  <a:lnTo>
                    <a:pt x="6425420" y="848315"/>
                  </a:lnTo>
                  <a:lnTo>
                    <a:pt x="6467072" y="806997"/>
                  </a:lnTo>
                  <a:lnTo>
                    <a:pt x="6509074" y="768962"/>
                  </a:lnTo>
                  <a:lnTo>
                    <a:pt x="6515891" y="763142"/>
                  </a:lnTo>
                  <a:lnTo>
                    <a:pt x="6563598" y="725241"/>
                  </a:lnTo>
                  <a:lnTo>
                    <a:pt x="6612990" y="691256"/>
                  </a:lnTo>
                  <a:lnTo>
                    <a:pt x="6664881" y="660972"/>
                  </a:lnTo>
                  <a:lnTo>
                    <a:pt x="6720184" y="634035"/>
                  </a:lnTo>
                  <a:lnTo>
                    <a:pt x="6779819" y="610050"/>
                  </a:lnTo>
                  <a:lnTo>
                    <a:pt x="6844635" y="588642"/>
                  </a:lnTo>
                  <a:lnTo>
                    <a:pt x="6915299" y="569487"/>
                  </a:lnTo>
                  <a:lnTo>
                    <a:pt x="6992147" y="552328"/>
                  </a:lnTo>
                  <a:lnTo>
                    <a:pt x="7074994" y="536982"/>
                  </a:lnTo>
                  <a:lnTo>
                    <a:pt x="7162912" y="523345"/>
                  </a:lnTo>
                  <a:lnTo>
                    <a:pt x="7254020" y="511382"/>
                  </a:lnTo>
                  <a:lnTo>
                    <a:pt x="7345378" y="501112"/>
                  </a:lnTo>
                  <a:lnTo>
                    <a:pt x="7433088" y="492577"/>
                  </a:lnTo>
                  <a:lnTo>
                    <a:pt x="7512723" y="485800"/>
                  </a:lnTo>
                  <a:lnTo>
                    <a:pt x="7580063" y="480745"/>
                  </a:lnTo>
                  <a:lnTo>
                    <a:pt x="7632007" y="477279"/>
                  </a:lnTo>
                  <a:lnTo>
                    <a:pt x="7667364" y="475170"/>
                  </a:lnTo>
                  <a:lnTo>
                    <a:pt x="7687263" y="474104"/>
                  </a:lnTo>
                  <a:lnTo>
                    <a:pt x="7695102" y="473724"/>
                  </a:lnTo>
                  <a:lnTo>
                    <a:pt x="7696237" y="473674"/>
                  </a:lnTo>
                  <a:lnTo>
                    <a:pt x="8234974" y="473674"/>
                  </a:lnTo>
                  <a:lnTo>
                    <a:pt x="8234974" y="462785"/>
                  </a:lnTo>
                  <a:lnTo>
                    <a:pt x="7696237" y="462785"/>
                  </a:lnTo>
                  <a:lnTo>
                    <a:pt x="7694989" y="462840"/>
                  </a:lnTo>
                  <a:lnTo>
                    <a:pt x="7686838" y="463236"/>
                  </a:lnTo>
                  <a:lnTo>
                    <a:pt x="7666489" y="464330"/>
                  </a:lnTo>
                  <a:lnTo>
                    <a:pt x="7630609" y="466478"/>
                  </a:lnTo>
                  <a:lnTo>
                    <a:pt x="7578145" y="469991"/>
                  </a:lnTo>
                  <a:lnTo>
                    <a:pt x="7510357" y="475100"/>
                  </a:lnTo>
                  <a:lnTo>
                    <a:pt x="7430397" y="481932"/>
                  </a:lnTo>
                  <a:lnTo>
                    <a:pt x="7342504" y="490523"/>
                  </a:lnTo>
                  <a:lnTo>
                    <a:pt x="7251098" y="500848"/>
                  </a:lnTo>
                  <a:lnTo>
                    <a:pt x="7160052" y="512864"/>
                  </a:lnTo>
                  <a:lnTo>
                    <a:pt x="7072272" y="526554"/>
                  </a:lnTo>
                  <a:lnTo>
                    <a:pt x="6989606" y="541956"/>
                  </a:lnTo>
                  <a:lnTo>
                    <a:pt x="6912956" y="559176"/>
                  </a:lnTo>
                  <a:lnTo>
                    <a:pt x="6842485" y="578398"/>
                  </a:lnTo>
                  <a:lnTo>
                    <a:pt x="6777845" y="599883"/>
                  </a:lnTo>
                  <a:lnTo>
                    <a:pt x="6718362" y="623955"/>
                  </a:lnTo>
                  <a:lnTo>
                    <a:pt x="6663182" y="650993"/>
                  </a:lnTo>
                  <a:lnTo>
                    <a:pt x="6611384" y="681390"/>
                  </a:lnTo>
                  <a:lnTo>
                    <a:pt x="6562058" y="715497"/>
                  </a:lnTo>
                  <a:lnTo>
                    <a:pt x="6515891" y="752253"/>
                  </a:lnTo>
                  <a:lnTo>
                    <a:pt x="6473797" y="789769"/>
                  </a:lnTo>
                  <a:lnTo>
                    <a:pt x="6432112" y="830553"/>
                  </a:lnTo>
                  <a:lnTo>
                    <a:pt x="6390503" y="874666"/>
                  </a:lnTo>
                  <a:lnTo>
                    <a:pt x="6348722" y="922090"/>
                  </a:lnTo>
                  <a:lnTo>
                    <a:pt x="6306600" y="972720"/>
                  </a:lnTo>
                  <a:lnTo>
                    <a:pt x="6264039" y="1026358"/>
                  </a:lnTo>
                  <a:lnTo>
                    <a:pt x="6221002" y="1082706"/>
                  </a:lnTo>
                  <a:lnTo>
                    <a:pt x="6177507" y="1141372"/>
                  </a:lnTo>
                  <a:lnTo>
                    <a:pt x="6133620" y="1201878"/>
                  </a:lnTo>
                  <a:lnTo>
                    <a:pt x="6089446" y="1263672"/>
                  </a:lnTo>
                  <a:lnTo>
                    <a:pt x="6045115" y="1326151"/>
                  </a:lnTo>
                  <a:lnTo>
                    <a:pt x="6000772" y="1388681"/>
                  </a:lnTo>
                  <a:lnTo>
                    <a:pt x="5956564" y="1450627"/>
                  </a:lnTo>
                  <a:lnTo>
                    <a:pt x="5912623" y="1511380"/>
                  </a:lnTo>
                  <a:lnTo>
                    <a:pt x="5869059" y="1570376"/>
                  </a:lnTo>
                  <a:lnTo>
                    <a:pt x="5825945" y="1627126"/>
                  </a:lnTo>
                  <a:lnTo>
                    <a:pt x="5783309" y="1681222"/>
                  </a:lnTo>
                  <a:lnTo>
                    <a:pt x="5741122" y="1732353"/>
                  </a:lnTo>
                  <a:lnTo>
                    <a:pt x="5699295" y="1780302"/>
                  </a:lnTo>
                  <a:lnTo>
                    <a:pt x="5657673" y="1824950"/>
                  </a:lnTo>
                  <a:lnTo>
                    <a:pt x="5616020" y="1866268"/>
                  </a:lnTo>
                  <a:lnTo>
                    <a:pt x="5574019" y="1904303"/>
                  </a:lnTo>
                  <a:lnTo>
                    <a:pt x="5567201" y="1910124"/>
                  </a:lnTo>
                  <a:lnTo>
                    <a:pt x="5519494" y="1948024"/>
                  </a:lnTo>
                  <a:lnTo>
                    <a:pt x="5470103" y="1982009"/>
                  </a:lnTo>
                  <a:lnTo>
                    <a:pt x="5418211" y="2012293"/>
                  </a:lnTo>
                  <a:lnTo>
                    <a:pt x="5362909" y="2039231"/>
                  </a:lnTo>
                  <a:lnTo>
                    <a:pt x="5303274" y="2063215"/>
                  </a:lnTo>
                  <a:lnTo>
                    <a:pt x="5238457" y="2084623"/>
                  </a:lnTo>
                  <a:lnTo>
                    <a:pt x="5167793" y="2103778"/>
                  </a:lnTo>
                  <a:lnTo>
                    <a:pt x="5090946" y="2120937"/>
                  </a:lnTo>
                  <a:lnTo>
                    <a:pt x="5008099" y="2136284"/>
                  </a:lnTo>
                  <a:lnTo>
                    <a:pt x="4920181" y="2149921"/>
                  </a:lnTo>
                  <a:lnTo>
                    <a:pt x="4829072" y="2161884"/>
                  </a:lnTo>
                  <a:lnTo>
                    <a:pt x="4737715" y="2172153"/>
                  </a:lnTo>
                  <a:lnTo>
                    <a:pt x="4650004" y="2180688"/>
                  </a:lnTo>
                  <a:lnTo>
                    <a:pt x="4570369" y="2187465"/>
                  </a:lnTo>
                  <a:lnTo>
                    <a:pt x="4503029" y="2192520"/>
                  </a:lnTo>
                  <a:lnTo>
                    <a:pt x="4451085" y="2195986"/>
                  </a:lnTo>
                  <a:lnTo>
                    <a:pt x="4415729" y="2198095"/>
                  </a:lnTo>
                  <a:lnTo>
                    <a:pt x="4395830" y="2199162"/>
                  </a:lnTo>
                  <a:lnTo>
                    <a:pt x="4387990" y="2199541"/>
                  </a:lnTo>
                  <a:lnTo>
                    <a:pt x="4386855" y="2199591"/>
                  </a:lnTo>
                  <a:lnTo>
                    <a:pt x="3848118" y="2199591"/>
                  </a:lnTo>
                  <a:lnTo>
                    <a:pt x="3846901" y="2199523"/>
                  </a:lnTo>
                  <a:lnTo>
                    <a:pt x="3838945" y="2199034"/>
                  </a:lnTo>
                  <a:lnTo>
                    <a:pt x="3819063" y="2197684"/>
                  </a:lnTo>
                  <a:lnTo>
                    <a:pt x="3783963" y="2195031"/>
                  </a:lnTo>
                  <a:lnTo>
                    <a:pt x="3732550" y="2190690"/>
                  </a:lnTo>
                  <a:lnTo>
                    <a:pt x="3665973" y="2184372"/>
                  </a:lnTo>
                  <a:lnTo>
                    <a:pt x="3587235" y="2175911"/>
                  </a:lnTo>
                  <a:lnTo>
                    <a:pt x="3500439" y="2165261"/>
                  </a:lnTo>
                  <a:lnTo>
                    <a:pt x="3409909" y="2152449"/>
                  </a:lnTo>
                  <a:lnTo>
                    <a:pt x="3319476" y="2137526"/>
                  </a:lnTo>
                  <a:lnTo>
                    <a:pt x="3232057" y="2120519"/>
                  </a:lnTo>
                  <a:lnTo>
                    <a:pt x="3149542" y="2101388"/>
                  </a:lnTo>
                  <a:lnTo>
                    <a:pt x="3072891" y="2080012"/>
                  </a:lnTo>
                  <a:lnTo>
                    <a:pt x="3002328" y="2056171"/>
                  </a:lnTo>
                  <a:lnTo>
                    <a:pt x="2937558" y="2029557"/>
                  </a:lnTo>
                  <a:lnTo>
                    <a:pt x="2877954" y="1999774"/>
                  </a:lnTo>
                  <a:lnTo>
                    <a:pt x="2822701" y="1966364"/>
                  </a:lnTo>
                  <a:lnTo>
                    <a:pt x="2770904" y="1928840"/>
                  </a:lnTo>
                  <a:lnTo>
                    <a:pt x="2721668" y="1886753"/>
                  </a:lnTo>
                  <a:lnTo>
                    <a:pt x="2674182" y="1839808"/>
                  </a:lnTo>
                  <a:lnTo>
                    <a:pt x="2667772" y="1832993"/>
                  </a:lnTo>
                  <a:lnTo>
                    <a:pt x="2628783" y="1789146"/>
                  </a:lnTo>
                  <a:lnTo>
                    <a:pt x="2590169" y="1741761"/>
                  </a:lnTo>
                  <a:lnTo>
                    <a:pt x="2551656" y="1690766"/>
                  </a:lnTo>
                  <a:lnTo>
                    <a:pt x="2513036" y="1636164"/>
                  </a:lnTo>
                  <a:lnTo>
                    <a:pt x="2474160" y="1578035"/>
                  </a:lnTo>
                  <a:lnTo>
                    <a:pt x="2434931" y="1516549"/>
                  </a:lnTo>
                  <a:lnTo>
                    <a:pt x="2395302" y="1451964"/>
                  </a:lnTo>
                  <a:lnTo>
                    <a:pt x="2355265" y="1384627"/>
                  </a:lnTo>
                  <a:lnTo>
                    <a:pt x="2314855" y="1314972"/>
                  </a:lnTo>
                  <a:lnTo>
                    <a:pt x="2274135" y="1243511"/>
                  </a:lnTo>
                  <a:lnTo>
                    <a:pt x="2233196" y="1170816"/>
                  </a:lnTo>
                  <a:lnTo>
                    <a:pt x="2192144" y="1097502"/>
                  </a:lnTo>
                  <a:lnTo>
                    <a:pt x="2151096" y="1024208"/>
                  </a:lnTo>
                  <a:lnTo>
                    <a:pt x="2110167" y="951572"/>
                  </a:lnTo>
                  <a:lnTo>
                    <a:pt x="2069465" y="880208"/>
                  </a:lnTo>
                  <a:lnTo>
                    <a:pt x="2029076" y="810684"/>
                  </a:lnTo>
                  <a:lnTo>
                    <a:pt x="1989064" y="743507"/>
                  </a:lnTo>
                  <a:lnTo>
                    <a:pt x="1949460" y="679105"/>
                  </a:lnTo>
                  <a:lnTo>
                    <a:pt x="1910256" y="617823"/>
                  </a:lnTo>
                  <a:lnTo>
                    <a:pt x="1871399" y="559911"/>
                  </a:lnTo>
                  <a:lnTo>
                    <a:pt x="1832791" y="505532"/>
                  </a:lnTo>
                  <a:lnTo>
                    <a:pt x="1794278" y="454764"/>
                  </a:lnTo>
                  <a:lnTo>
                    <a:pt x="1755649" y="407602"/>
                  </a:lnTo>
                  <a:lnTo>
                    <a:pt x="1719082" y="366598"/>
                  </a:lnTo>
                  <a:lnTo>
                    <a:pt x="1671781" y="318980"/>
                  </a:lnTo>
                  <a:lnTo>
                    <a:pt x="1622831" y="276240"/>
                  </a:lnTo>
                  <a:lnTo>
                    <a:pt x="1571436" y="238116"/>
                  </a:lnTo>
                  <a:lnTo>
                    <a:pt x="1516710" y="204171"/>
                  </a:lnTo>
                  <a:lnTo>
                    <a:pt x="1457754" y="173919"/>
                  </a:lnTo>
                  <a:lnTo>
                    <a:pt x="1393735" y="146895"/>
                  </a:lnTo>
                  <a:lnTo>
                    <a:pt x="1323992" y="122695"/>
                  </a:lnTo>
                  <a:lnTo>
                    <a:pt x="1248176" y="100995"/>
                  </a:lnTo>
                  <a:lnTo>
                    <a:pt x="1166426" y="81566"/>
                  </a:lnTo>
                  <a:lnTo>
                    <a:pt x="1079590" y="64272"/>
                  </a:lnTo>
                  <a:lnTo>
                    <a:pt x="989421" y="49063"/>
                  </a:lnTo>
                  <a:lnTo>
                    <a:pt x="898695" y="35959"/>
                  </a:lnTo>
                  <a:lnTo>
                    <a:pt x="811136" y="25010"/>
                  </a:lnTo>
                  <a:lnTo>
                    <a:pt x="731038" y="16250"/>
                  </a:lnTo>
                  <a:lnTo>
                    <a:pt x="662583" y="9645"/>
                  </a:lnTo>
                  <a:lnTo>
                    <a:pt x="608976" y="5047"/>
                  </a:lnTo>
                  <a:lnTo>
                    <a:pt x="571654" y="2184"/>
                  </a:lnTo>
                  <a:lnTo>
                    <a:pt x="549835" y="681"/>
                  </a:lnTo>
                  <a:lnTo>
                    <a:pt x="540512" y="10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597" name="pl597"/>
            <p:cNvSpPr/>
            <p:nvPr/>
          </p:nvSpPr>
          <p:spPr>
            <a:xfrm>
              <a:off x="546595" y="2737712"/>
              <a:ext cx="8234974" cy="2199591"/>
            </a:xfrm>
            <a:custGeom>
              <a:avLst/>
              <a:pathLst>
                <a:path w="8234974" h="2199591">
                  <a:moveTo>
                    <a:pt x="0" y="0"/>
                  </a:moveTo>
                  <a:lnTo>
                    <a:pt x="538736" y="0"/>
                  </a:lnTo>
                  <a:lnTo>
                    <a:pt x="539954" y="68"/>
                  </a:lnTo>
                  <a:lnTo>
                    <a:pt x="547910" y="556"/>
                  </a:lnTo>
                  <a:lnTo>
                    <a:pt x="567792" y="1907"/>
                  </a:lnTo>
                  <a:lnTo>
                    <a:pt x="602891" y="4559"/>
                  </a:lnTo>
                  <a:lnTo>
                    <a:pt x="654304" y="8901"/>
                  </a:lnTo>
                  <a:lnTo>
                    <a:pt x="720882" y="15219"/>
                  </a:lnTo>
                  <a:lnTo>
                    <a:pt x="799619" y="23679"/>
                  </a:lnTo>
                  <a:lnTo>
                    <a:pt x="886416" y="34330"/>
                  </a:lnTo>
                  <a:lnTo>
                    <a:pt x="976945" y="47142"/>
                  </a:lnTo>
                  <a:lnTo>
                    <a:pt x="1067379" y="62065"/>
                  </a:lnTo>
                  <a:lnTo>
                    <a:pt x="1154798" y="79072"/>
                  </a:lnTo>
                  <a:lnTo>
                    <a:pt x="1237312" y="98202"/>
                  </a:lnTo>
                  <a:lnTo>
                    <a:pt x="1313964" y="119579"/>
                  </a:lnTo>
                  <a:lnTo>
                    <a:pt x="1384527" y="143420"/>
                  </a:lnTo>
                  <a:lnTo>
                    <a:pt x="1449297" y="170034"/>
                  </a:lnTo>
                  <a:lnTo>
                    <a:pt x="1508900" y="199817"/>
                  </a:lnTo>
                  <a:lnTo>
                    <a:pt x="1564153" y="233227"/>
                  </a:lnTo>
                  <a:lnTo>
                    <a:pt x="1615951" y="270751"/>
                  </a:lnTo>
                  <a:lnTo>
                    <a:pt x="1665186" y="312837"/>
                  </a:lnTo>
                  <a:lnTo>
                    <a:pt x="1712673" y="359782"/>
                  </a:lnTo>
                  <a:lnTo>
                    <a:pt x="1719082" y="366598"/>
                  </a:lnTo>
                  <a:lnTo>
                    <a:pt x="1758071" y="410444"/>
                  </a:lnTo>
                  <a:lnTo>
                    <a:pt x="1796685" y="457830"/>
                  </a:lnTo>
                  <a:lnTo>
                    <a:pt x="1835199" y="508825"/>
                  </a:lnTo>
                  <a:lnTo>
                    <a:pt x="1873819" y="563427"/>
                  </a:lnTo>
                  <a:lnTo>
                    <a:pt x="1912695" y="621555"/>
                  </a:lnTo>
                  <a:lnTo>
                    <a:pt x="1951923" y="683041"/>
                  </a:lnTo>
                  <a:lnTo>
                    <a:pt x="1991553" y="747627"/>
                  </a:lnTo>
                  <a:lnTo>
                    <a:pt x="2031589" y="814964"/>
                  </a:lnTo>
                  <a:lnTo>
                    <a:pt x="2072000" y="884619"/>
                  </a:lnTo>
                  <a:lnTo>
                    <a:pt x="2112719" y="956080"/>
                  </a:lnTo>
                  <a:lnTo>
                    <a:pt x="2153659" y="1028775"/>
                  </a:lnTo>
                  <a:lnTo>
                    <a:pt x="2194710" y="1102089"/>
                  </a:lnTo>
                  <a:lnTo>
                    <a:pt x="2235758" y="1175383"/>
                  </a:lnTo>
                  <a:lnTo>
                    <a:pt x="2276687" y="1248019"/>
                  </a:lnTo>
                  <a:lnTo>
                    <a:pt x="2317390" y="1319383"/>
                  </a:lnTo>
                  <a:lnTo>
                    <a:pt x="2357779" y="1388907"/>
                  </a:lnTo>
                  <a:lnTo>
                    <a:pt x="2397790" y="1456084"/>
                  </a:lnTo>
                  <a:lnTo>
                    <a:pt x="2437394" y="1520485"/>
                  </a:lnTo>
                  <a:lnTo>
                    <a:pt x="2476599" y="1581768"/>
                  </a:lnTo>
                  <a:lnTo>
                    <a:pt x="2515455" y="1639680"/>
                  </a:lnTo>
                  <a:lnTo>
                    <a:pt x="2554064" y="1694058"/>
                  </a:lnTo>
                  <a:lnTo>
                    <a:pt x="2592577" y="1744827"/>
                  </a:lnTo>
                  <a:lnTo>
                    <a:pt x="2631205" y="1791989"/>
                  </a:lnTo>
                  <a:lnTo>
                    <a:pt x="2667772" y="1832993"/>
                  </a:lnTo>
                  <a:lnTo>
                    <a:pt x="2715073" y="1880611"/>
                  </a:lnTo>
                  <a:lnTo>
                    <a:pt x="2764024" y="1923351"/>
                  </a:lnTo>
                  <a:lnTo>
                    <a:pt x="2815419" y="1961475"/>
                  </a:lnTo>
                  <a:lnTo>
                    <a:pt x="2870144" y="1995420"/>
                  </a:lnTo>
                  <a:lnTo>
                    <a:pt x="2929101" y="2025672"/>
                  </a:lnTo>
                  <a:lnTo>
                    <a:pt x="2993120" y="2052696"/>
                  </a:lnTo>
                  <a:lnTo>
                    <a:pt x="3062862" y="2076896"/>
                  </a:lnTo>
                  <a:lnTo>
                    <a:pt x="3138679" y="2098595"/>
                  </a:lnTo>
                  <a:lnTo>
                    <a:pt x="3220428" y="2118024"/>
                  </a:lnTo>
                  <a:lnTo>
                    <a:pt x="3307264" y="2135319"/>
                  </a:lnTo>
                  <a:lnTo>
                    <a:pt x="3397434" y="2150527"/>
                  </a:lnTo>
                  <a:lnTo>
                    <a:pt x="3488159" y="2163632"/>
                  </a:lnTo>
                  <a:lnTo>
                    <a:pt x="3575718" y="2174581"/>
                  </a:lnTo>
                  <a:lnTo>
                    <a:pt x="3655817" y="2183341"/>
                  </a:lnTo>
                  <a:lnTo>
                    <a:pt x="3724272" y="2189946"/>
                  </a:lnTo>
                  <a:lnTo>
                    <a:pt x="3777879" y="2194544"/>
                  </a:lnTo>
                  <a:lnTo>
                    <a:pt x="3815201" y="2197406"/>
                  </a:lnTo>
                  <a:lnTo>
                    <a:pt x="3837020" y="2198910"/>
                  </a:lnTo>
                  <a:lnTo>
                    <a:pt x="3846343" y="2199491"/>
                  </a:lnTo>
                  <a:lnTo>
                    <a:pt x="3848115" y="2199591"/>
                  </a:lnTo>
                  <a:lnTo>
                    <a:pt x="3848118" y="2199591"/>
                  </a:lnTo>
                  <a:lnTo>
                    <a:pt x="4386855" y="2199591"/>
                  </a:lnTo>
                  <a:lnTo>
                    <a:pt x="4388103" y="2199536"/>
                  </a:lnTo>
                  <a:lnTo>
                    <a:pt x="4396254" y="2199140"/>
                  </a:lnTo>
                  <a:lnTo>
                    <a:pt x="4416604" y="2198046"/>
                  </a:lnTo>
                  <a:lnTo>
                    <a:pt x="4452483" y="2195898"/>
                  </a:lnTo>
                  <a:lnTo>
                    <a:pt x="4504947" y="2192385"/>
                  </a:lnTo>
                  <a:lnTo>
                    <a:pt x="4572735" y="2187276"/>
                  </a:lnTo>
                  <a:lnTo>
                    <a:pt x="4652695" y="2180444"/>
                  </a:lnTo>
                  <a:lnTo>
                    <a:pt x="4740589" y="2171853"/>
                  </a:lnTo>
                  <a:lnTo>
                    <a:pt x="4831994" y="2161529"/>
                  </a:lnTo>
                  <a:lnTo>
                    <a:pt x="4923041" y="2149512"/>
                  </a:lnTo>
                  <a:lnTo>
                    <a:pt x="5010821" y="2135822"/>
                  </a:lnTo>
                  <a:lnTo>
                    <a:pt x="5093487" y="2120420"/>
                  </a:lnTo>
                  <a:lnTo>
                    <a:pt x="5170137" y="2103200"/>
                  </a:lnTo>
                  <a:lnTo>
                    <a:pt x="5240607" y="2083978"/>
                  </a:lnTo>
                  <a:lnTo>
                    <a:pt x="5305247" y="2062494"/>
                  </a:lnTo>
                  <a:lnTo>
                    <a:pt x="5364731" y="2038421"/>
                  </a:lnTo>
                  <a:lnTo>
                    <a:pt x="5419910" y="2011383"/>
                  </a:lnTo>
                  <a:lnTo>
                    <a:pt x="5471709" y="1980986"/>
                  </a:lnTo>
                  <a:lnTo>
                    <a:pt x="5521034" y="1946879"/>
                  </a:lnTo>
                  <a:lnTo>
                    <a:pt x="5567201" y="1910124"/>
                  </a:lnTo>
                  <a:lnTo>
                    <a:pt x="5609296" y="1872607"/>
                  </a:lnTo>
                  <a:lnTo>
                    <a:pt x="5650980" y="1831823"/>
                  </a:lnTo>
                  <a:lnTo>
                    <a:pt x="5692590" y="1787710"/>
                  </a:lnTo>
                  <a:lnTo>
                    <a:pt x="5734371" y="1740286"/>
                  </a:lnTo>
                  <a:lnTo>
                    <a:pt x="5776492" y="1689656"/>
                  </a:lnTo>
                  <a:lnTo>
                    <a:pt x="5819053" y="1636019"/>
                  </a:lnTo>
                  <a:lnTo>
                    <a:pt x="5862091" y="1579671"/>
                  </a:lnTo>
                  <a:lnTo>
                    <a:pt x="5905586" y="1521004"/>
                  </a:lnTo>
                  <a:lnTo>
                    <a:pt x="5949472" y="1460498"/>
                  </a:lnTo>
                  <a:lnTo>
                    <a:pt x="5993646" y="1398704"/>
                  </a:lnTo>
                  <a:lnTo>
                    <a:pt x="6037977" y="1336225"/>
                  </a:lnTo>
                  <a:lnTo>
                    <a:pt x="6082320" y="1273695"/>
                  </a:lnTo>
                  <a:lnTo>
                    <a:pt x="6126529" y="1211749"/>
                  </a:lnTo>
                  <a:lnTo>
                    <a:pt x="6170470" y="1150997"/>
                  </a:lnTo>
                  <a:lnTo>
                    <a:pt x="6214033" y="1092000"/>
                  </a:lnTo>
                  <a:lnTo>
                    <a:pt x="6257147" y="1035250"/>
                  </a:lnTo>
                  <a:lnTo>
                    <a:pt x="6299784" y="981154"/>
                  </a:lnTo>
                  <a:lnTo>
                    <a:pt x="6341971" y="930024"/>
                  </a:lnTo>
                  <a:lnTo>
                    <a:pt x="6383797" y="882074"/>
                  </a:lnTo>
                  <a:lnTo>
                    <a:pt x="6425420" y="837426"/>
                  </a:lnTo>
                  <a:lnTo>
                    <a:pt x="6467072" y="796108"/>
                  </a:lnTo>
                  <a:lnTo>
                    <a:pt x="6509074" y="758073"/>
                  </a:lnTo>
                  <a:lnTo>
                    <a:pt x="6515891" y="752253"/>
                  </a:lnTo>
                  <a:lnTo>
                    <a:pt x="6563598" y="714352"/>
                  </a:lnTo>
                  <a:lnTo>
                    <a:pt x="6612990" y="680367"/>
                  </a:lnTo>
                  <a:lnTo>
                    <a:pt x="6664881" y="650083"/>
                  </a:lnTo>
                  <a:lnTo>
                    <a:pt x="6720184" y="623146"/>
                  </a:lnTo>
                  <a:lnTo>
                    <a:pt x="6779819" y="599161"/>
                  </a:lnTo>
                  <a:lnTo>
                    <a:pt x="6844635" y="577753"/>
                  </a:lnTo>
                  <a:lnTo>
                    <a:pt x="6915299" y="558598"/>
                  </a:lnTo>
                  <a:lnTo>
                    <a:pt x="6992147" y="541439"/>
                  </a:lnTo>
                  <a:lnTo>
                    <a:pt x="7074994" y="526093"/>
                  </a:lnTo>
                  <a:lnTo>
                    <a:pt x="7162912" y="512456"/>
                  </a:lnTo>
                  <a:lnTo>
                    <a:pt x="7254020" y="500493"/>
                  </a:lnTo>
                  <a:lnTo>
                    <a:pt x="7345378" y="490223"/>
                  </a:lnTo>
                  <a:lnTo>
                    <a:pt x="7433088" y="481688"/>
                  </a:lnTo>
                  <a:lnTo>
                    <a:pt x="7512723" y="474911"/>
                  </a:lnTo>
                  <a:lnTo>
                    <a:pt x="7580063" y="469856"/>
                  </a:lnTo>
                  <a:lnTo>
                    <a:pt x="7632007" y="466390"/>
                  </a:lnTo>
                  <a:lnTo>
                    <a:pt x="7667364" y="464281"/>
                  </a:lnTo>
                  <a:lnTo>
                    <a:pt x="7687263" y="463215"/>
                  </a:lnTo>
                  <a:lnTo>
                    <a:pt x="7695102" y="462835"/>
                  </a:lnTo>
                  <a:lnTo>
                    <a:pt x="7696237" y="462785"/>
                  </a:lnTo>
                  <a:lnTo>
                    <a:pt x="8234974" y="462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8" name="pl598"/>
            <p:cNvSpPr/>
            <p:nvPr/>
          </p:nvSpPr>
          <p:spPr>
            <a:xfrm>
              <a:off x="546595" y="2726823"/>
              <a:ext cx="8234974" cy="2199591"/>
            </a:xfrm>
            <a:custGeom>
              <a:avLst/>
              <a:pathLst>
                <a:path w="8234974" h="2199591">
                  <a:moveTo>
                    <a:pt x="8234974" y="462785"/>
                  </a:moveTo>
                  <a:lnTo>
                    <a:pt x="7696237" y="462785"/>
                  </a:lnTo>
                  <a:lnTo>
                    <a:pt x="7694989" y="462840"/>
                  </a:lnTo>
                  <a:lnTo>
                    <a:pt x="7686838" y="463236"/>
                  </a:lnTo>
                  <a:lnTo>
                    <a:pt x="7666489" y="464330"/>
                  </a:lnTo>
                  <a:lnTo>
                    <a:pt x="7630609" y="466478"/>
                  </a:lnTo>
                  <a:lnTo>
                    <a:pt x="7578145" y="469991"/>
                  </a:lnTo>
                  <a:lnTo>
                    <a:pt x="7510357" y="475100"/>
                  </a:lnTo>
                  <a:lnTo>
                    <a:pt x="7430397" y="481932"/>
                  </a:lnTo>
                  <a:lnTo>
                    <a:pt x="7342504" y="490523"/>
                  </a:lnTo>
                  <a:lnTo>
                    <a:pt x="7251098" y="500848"/>
                  </a:lnTo>
                  <a:lnTo>
                    <a:pt x="7160052" y="512864"/>
                  </a:lnTo>
                  <a:lnTo>
                    <a:pt x="7072272" y="526554"/>
                  </a:lnTo>
                  <a:lnTo>
                    <a:pt x="6989606" y="541956"/>
                  </a:lnTo>
                  <a:lnTo>
                    <a:pt x="6912956" y="559176"/>
                  </a:lnTo>
                  <a:lnTo>
                    <a:pt x="6842485" y="578398"/>
                  </a:lnTo>
                  <a:lnTo>
                    <a:pt x="6777845" y="599883"/>
                  </a:lnTo>
                  <a:lnTo>
                    <a:pt x="6718362" y="623955"/>
                  </a:lnTo>
                  <a:lnTo>
                    <a:pt x="6663182" y="650993"/>
                  </a:lnTo>
                  <a:lnTo>
                    <a:pt x="6611384" y="681390"/>
                  </a:lnTo>
                  <a:lnTo>
                    <a:pt x="6562058" y="715497"/>
                  </a:lnTo>
                  <a:lnTo>
                    <a:pt x="6515891" y="752253"/>
                  </a:lnTo>
                  <a:lnTo>
                    <a:pt x="6473797" y="789769"/>
                  </a:lnTo>
                  <a:lnTo>
                    <a:pt x="6432112" y="830553"/>
                  </a:lnTo>
                  <a:lnTo>
                    <a:pt x="6390503" y="874666"/>
                  </a:lnTo>
                  <a:lnTo>
                    <a:pt x="6348722" y="922090"/>
                  </a:lnTo>
                  <a:lnTo>
                    <a:pt x="6306600" y="972720"/>
                  </a:lnTo>
                  <a:lnTo>
                    <a:pt x="6264039" y="1026358"/>
                  </a:lnTo>
                  <a:lnTo>
                    <a:pt x="6221002" y="1082706"/>
                  </a:lnTo>
                  <a:lnTo>
                    <a:pt x="6177507" y="1141372"/>
                  </a:lnTo>
                  <a:lnTo>
                    <a:pt x="6133620" y="1201878"/>
                  </a:lnTo>
                  <a:lnTo>
                    <a:pt x="6089446" y="1263672"/>
                  </a:lnTo>
                  <a:lnTo>
                    <a:pt x="6045115" y="1326151"/>
                  </a:lnTo>
                  <a:lnTo>
                    <a:pt x="6000772" y="1388681"/>
                  </a:lnTo>
                  <a:lnTo>
                    <a:pt x="5956564" y="1450627"/>
                  </a:lnTo>
                  <a:lnTo>
                    <a:pt x="5912623" y="1511380"/>
                  </a:lnTo>
                  <a:lnTo>
                    <a:pt x="5869059" y="1570376"/>
                  </a:lnTo>
                  <a:lnTo>
                    <a:pt x="5825945" y="1627126"/>
                  </a:lnTo>
                  <a:lnTo>
                    <a:pt x="5783309" y="1681222"/>
                  </a:lnTo>
                  <a:lnTo>
                    <a:pt x="5741122" y="1732353"/>
                  </a:lnTo>
                  <a:lnTo>
                    <a:pt x="5699295" y="1780302"/>
                  </a:lnTo>
                  <a:lnTo>
                    <a:pt x="5657673" y="1824950"/>
                  </a:lnTo>
                  <a:lnTo>
                    <a:pt x="5616020" y="1866268"/>
                  </a:lnTo>
                  <a:lnTo>
                    <a:pt x="5574019" y="1904303"/>
                  </a:lnTo>
                  <a:lnTo>
                    <a:pt x="5567201" y="1910124"/>
                  </a:lnTo>
                  <a:lnTo>
                    <a:pt x="5519494" y="1948024"/>
                  </a:lnTo>
                  <a:lnTo>
                    <a:pt x="5470103" y="1982009"/>
                  </a:lnTo>
                  <a:lnTo>
                    <a:pt x="5418211" y="2012293"/>
                  </a:lnTo>
                  <a:lnTo>
                    <a:pt x="5362909" y="2039231"/>
                  </a:lnTo>
                  <a:lnTo>
                    <a:pt x="5303274" y="2063215"/>
                  </a:lnTo>
                  <a:lnTo>
                    <a:pt x="5238457" y="2084623"/>
                  </a:lnTo>
                  <a:lnTo>
                    <a:pt x="5167793" y="2103778"/>
                  </a:lnTo>
                  <a:lnTo>
                    <a:pt x="5090946" y="2120937"/>
                  </a:lnTo>
                  <a:lnTo>
                    <a:pt x="5008099" y="2136284"/>
                  </a:lnTo>
                  <a:lnTo>
                    <a:pt x="4920181" y="2149921"/>
                  </a:lnTo>
                  <a:lnTo>
                    <a:pt x="4829072" y="2161884"/>
                  </a:lnTo>
                  <a:lnTo>
                    <a:pt x="4737715" y="2172153"/>
                  </a:lnTo>
                  <a:lnTo>
                    <a:pt x="4650004" y="2180688"/>
                  </a:lnTo>
                  <a:lnTo>
                    <a:pt x="4570369" y="2187465"/>
                  </a:lnTo>
                  <a:lnTo>
                    <a:pt x="4503029" y="2192520"/>
                  </a:lnTo>
                  <a:lnTo>
                    <a:pt x="4451085" y="2195986"/>
                  </a:lnTo>
                  <a:lnTo>
                    <a:pt x="4415729" y="2198095"/>
                  </a:lnTo>
                  <a:lnTo>
                    <a:pt x="4395830" y="2199162"/>
                  </a:lnTo>
                  <a:lnTo>
                    <a:pt x="4387990" y="2199541"/>
                  </a:lnTo>
                  <a:lnTo>
                    <a:pt x="4386855" y="2199591"/>
                  </a:lnTo>
                  <a:lnTo>
                    <a:pt x="3848118" y="2199591"/>
                  </a:lnTo>
                  <a:lnTo>
                    <a:pt x="3846901" y="2199523"/>
                  </a:lnTo>
                  <a:lnTo>
                    <a:pt x="3838945" y="2199034"/>
                  </a:lnTo>
                  <a:lnTo>
                    <a:pt x="3819063" y="2197684"/>
                  </a:lnTo>
                  <a:lnTo>
                    <a:pt x="3783963" y="2195031"/>
                  </a:lnTo>
                  <a:lnTo>
                    <a:pt x="3732550" y="2190690"/>
                  </a:lnTo>
                  <a:lnTo>
                    <a:pt x="3665973" y="2184372"/>
                  </a:lnTo>
                  <a:lnTo>
                    <a:pt x="3587235" y="2175911"/>
                  </a:lnTo>
                  <a:lnTo>
                    <a:pt x="3500439" y="2165261"/>
                  </a:lnTo>
                  <a:lnTo>
                    <a:pt x="3409909" y="2152449"/>
                  </a:lnTo>
                  <a:lnTo>
                    <a:pt x="3319476" y="2137526"/>
                  </a:lnTo>
                  <a:lnTo>
                    <a:pt x="3232057" y="2120519"/>
                  </a:lnTo>
                  <a:lnTo>
                    <a:pt x="3149542" y="2101388"/>
                  </a:lnTo>
                  <a:lnTo>
                    <a:pt x="3072891" y="2080012"/>
                  </a:lnTo>
                  <a:lnTo>
                    <a:pt x="3002328" y="2056171"/>
                  </a:lnTo>
                  <a:lnTo>
                    <a:pt x="2937558" y="2029557"/>
                  </a:lnTo>
                  <a:lnTo>
                    <a:pt x="2877954" y="1999774"/>
                  </a:lnTo>
                  <a:lnTo>
                    <a:pt x="2822701" y="1966364"/>
                  </a:lnTo>
                  <a:lnTo>
                    <a:pt x="2770904" y="1928840"/>
                  </a:lnTo>
                  <a:lnTo>
                    <a:pt x="2721668" y="1886753"/>
                  </a:lnTo>
                  <a:lnTo>
                    <a:pt x="2674182" y="1839808"/>
                  </a:lnTo>
                  <a:lnTo>
                    <a:pt x="2667772" y="1832993"/>
                  </a:lnTo>
                  <a:lnTo>
                    <a:pt x="2628783" y="1789146"/>
                  </a:lnTo>
                  <a:lnTo>
                    <a:pt x="2590169" y="1741761"/>
                  </a:lnTo>
                  <a:lnTo>
                    <a:pt x="2551656" y="1690766"/>
                  </a:lnTo>
                  <a:lnTo>
                    <a:pt x="2513036" y="1636164"/>
                  </a:lnTo>
                  <a:lnTo>
                    <a:pt x="2474160" y="1578035"/>
                  </a:lnTo>
                  <a:lnTo>
                    <a:pt x="2434931" y="1516549"/>
                  </a:lnTo>
                  <a:lnTo>
                    <a:pt x="2395302" y="1451964"/>
                  </a:lnTo>
                  <a:lnTo>
                    <a:pt x="2355265" y="1384627"/>
                  </a:lnTo>
                  <a:lnTo>
                    <a:pt x="2314855" y="1314972"/>
                  </a:lnTo>
                  <a:lnTo>
                    <a:pt x="2274135" y="1243511"/>
                  </a:lnTo>
                  <a:lnTo>
                    <a:pt x="2233196" y="1170816"/>
                  </a:lnTo>
                  <a:lnTo>
                    <a:pt x="2192144" y="1097502"/>
                  </a:lnTo>
                  <a:lnTo>
                    <a:pt x="2151096" y="1024208"/>
                  </a:lnTo>
                  <a:lnTo>
                    <a:pt x="2110167" y="951572"/>
                  </a:lnTo>
                  <a:lnTo>
                    <a:pt x="2069465" y="880208"/>
                  </a:lnTo>
                  <a:lnTo>
                    <a:pt x="2029076" y="810684"/>
                  </a:lnTo>
                  <a:lnTo>
                    <a:pt x="1989064" y="743507"/>
                  </a:lnTo>
                  <a:lnTo>
                    <a:pt x="1949460" y="679105"/>
                  </a:lnTo>
                  <a:lnTo>
                    <a:pt x="1910256" y="617823"/>
                  </a:lnTo>
                  <a:lnTo>
                    <a:pt x="1871399" y="559911"/>
                  </a:lnTo>
                  <a:lnTo>
                    <a:pt x="1832791" y="505532"/>
                  </a:lnTo>
                  <a:lnTo>
                    <a:pt x="1794278" y="454764"/>
                  </a:lnTo>
                  <a:lnTo>
                    <a:pt x="1755649" y="407602"/>
                  </a:lnTo>
                  <a:lnTo>
                    <a:pt x="1719082" y="366598"/>
                  </a:lnTo>
                  <a:lnTo>
                    <a:pt x="1671781" y="318980"/>
                  </a:lnTo>
                  <a:lnTo>
                    <a:pt x="1622831" y="276240"/>
                  </a:lnTo>
                  <a:lnTo>
                    <a:pt x="1571436" y="238116"/>
                  </a:lnTo>
                  <a:lnTo>
                    <a:pt x="1516710" y="204171"/>
                  </a:lnTo>
                  <a:lnTo>
                    <a:pt x="1457754" y="173919"/>
                  </a:lnTo>
                  <a:lnTo>
                    <a:pt x="1393735" y="146895"/>
                  </a:lnTo>
                  <a:lnTo>
                    <a:pt x="1323992" y="122695"/>
                  </a:lnTo>
                  <a:lnTo>
                    <a:pt x="1248176" y="100995"/>
                  </a:lnTo>
                  <a:lnTo>
                    <a:pt x="1166426" y="81566"/>
                  </a:lnTo>
                  <a:lnTo>
                    <a:pt x="1079590" y="64272"/>
                  </a:lnTo>
                  <a:lnTo>
                    <a:pt x="989421" y="49063"/>
                  </a:lnTo>
                  <a:lnTo>
                    <a:pt x="898695" y="35959"/>
                  </a:lnTo>
                  <a:lnTo>
                    <a:pt x="811136" y="25010"/>
                  </a:lnTo>
                  <a:lnTo>
                    <a:pt x="731038" y="16250"/>
                  </a:lnTo>
                  <a:lnTo>
                    <a:pt x="662583" y="9645"/>
                  </a:lnTo>
                  <a:lnTo>
                    <a:pt x="608976" y="5047"/>
                  </a:lnTo>
                  <a:lnTo>
                    <a:pt x="571654" y="2184"/>
                  </a:lnTo>
                  <a:lnTo>
                    <a:pt x="549835" y="681"/>
                  </a:lnTo>
                  <a:lnTo>
                    <a:pt x="540512" y="100"/>
                  </a:lnTo>
                  <a:lnTo>
                    <a:pt x="538739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9" name="pg599"/>
            <p:cNvSpPr/>
            <p:nvPr/>
          </p:nvSpPr>
          <p:spPr>
            <a:xfrm>
              <a:off x="546595" y="2737712"/>
              <a:ext cx="8234974" cy="2254037"/>
            </a:xfrm>
            <a:custGeom>
              <a:avLst/>
              <a:pathLst>
                <a:path w="8234974" h="2254037">
                  <a:moveTo>
                    <a:pt x="0" y="10889"/>
                  </a:moveTo>
                  <a:lnTo>
                    <a:pt x="538736" y="10889"/>
                  </a:lnTo>
                  <a:lnTo>
                    <a:pt x="539951" y="10958"/>
                  </a:lnTo>
                  <a:lnTo>
                    <a:pt x="547887" y="11455"/>
                  </a:lnTo>
                  <a:lnTo>
                    <a:pt x="567720" y="12829"/>
                  </a:lnTo>
                  <a:lnTo>
                    <a:pt x="602739" y="15527"/>
                  </a:lnTo>
                  <a:lnTo>
                    <a:pt x="654044" y="19942"/>
                  </a:lnTo>
                  <a:lnTo>
                    <a:pt x="720496" y="26370"/>
                  </a:lnTo>
                  <a:lnTo>
                    <a:pt x="799107" y="34978"/>
                  </a:lnTo>
                  <a:lnTo>
                    <a:pt x="885788" y="45815"/>
                  </a:lnTo>
                  <a:lnTo>
                    <a:pt x="976226" y="58853"/>
                  </a:lnTo>
                  <a:lnTo>
                    <a:pt x="1066594" y="74040"/>
                  </a:lnTo>
                  <a:lnTo>
                    <a:pt x="1153975" y="91349"/>
                  </a:lnTo>
                  <a:lnTo>
                    <a:pt x="1236473" y="110819"/>
                  </a:lnTo>
                  <a:lnTo>
                    <a:pt x="1313124" y="132574"/>
                  </a:lnTo>
                  <a:lnTo>
                    <a:pt x="1383696" y="156834"/>
                  </a:lnTo>
                  <a:lnTo>
                    <a:pt x="1448479" y="183913"/>
                  </a:lnTo>
                  <a:lnTo>
                    <a:pt x="1508095" y="214212"/>
                  </a:lnTo>
                  <a:lnTo>
                    <a:pt x="1563356" y="248197"/>
                  </a:lnTo>
                  <a:lnTo>
                    <a:pt x="1615155" y="286362"/>
                  </a:lnTo>
                  <a:lnTo>
                    <a:pt x="1664382" y="329165"/>
                  </a:lnTo>
                  <a:lnTo>
                    <a:pt x="1711850" y="376912"/>
                  </a:lnTo>
                  <a:lnTo>
                    <a:pt x="1719082" y="384747"/>
                  </a:lnTo>
                  <a:lnTo>
                    <a:pt x="1757803" y="429139"/>
                  </a:lnTo>
                  <a:lnTo>
                    <a:pt x="1796152" y="477091"/>
                  </a:lnTo>
                  <a:lnTo>
                    <a:pt x="1834398" y="528671"/>
                  </a:lnTo>
                  <a:lnTo>
                    <a:pt x="1872746" y="583881"/>
                  </a:lnTo>
                  <a:lnTo>
                    <a:pt x="1911343" y="642641"/>
                  </a:lnTo>
                  <a:lnTo>
                    <a:pt x="1950285" y="704785"/>
                  </a:lnTo>
                  <a:lnTo>
                    <a:pt x="1989622" y="770059"/>
                  </a:lnTo>
                  <a:lnTo>
                    <a:pt x="2029360" y="838119"/>
                  </a:lnTo>
                  <a:lnTo>
                    <a:pt x="2069470" y="908537"/>
                  </a:lnTo>
                  <a:lnTo>
                    <a:pt x="2109890" y="980805"/>
                  </a:lnTo>
                  <a:lnTo>
                    <a:pt x="2150534" y="1054357"/>
                  </a:lnTo>
                  <a:lnTo>
                    <a:pt x="2191297" y="1128578"/>
                  </a:lnTo>
                  <a:lnTo>
                    <a:pt x="2232065" y="1202834"/>
                  </a:lnTo>
                  <a:lnTo>
                    <a:pt x="2272726" y="1276485"/>
                  </a:lnTo>
                  <a:lnTo>
                    <a:pt x="2313174" y="1348915"/>
                  </a:lnTo>
                  <a:lnTo>
                    <a:pt x="2353320" y="1419550"/>
                  </a:lnTo>
                  <a:lnTo>
                    <a:pt x="2393099" y="1487878"/>
                  </a:lnTo>
                  <a:lnTo>
                    <a:pt x="2432478" y="1553461"/>
                  </a:lnTo>
                  <a:lnTo>
                    <a:pt x="2471460" y="1615946"/>
                  </a:lnTo>
                  <a:lnTo>
                    <a:pt x="2510090" y="1675068"/>
                  </a:lnTo>
                  <a:lnTo>
                    <a:pt x="2548458" y="1730654"/>
                  </a:lnTo>
                  <a:lnTo>
                    <a:pt x="2586706" y="1782615"/>
                  </a:lnTo>
                  <a:lnTo>
                    <a:pt x="2625032" y="1830944"/>
                  </a:lnTo>
                  <a:lnTo>
                    <a:pt x="2663699" y="1875703"/>
                  </a:lnTo>
                  <a:lnTo>
                    <a:pt x="2667772" y="1880179"/>
                  </a:lnTo>
                  <a:lnTo>
                    <a:pt x="2715031" y="1928699"/>
                  </a:lnTo>
                  <a:lnTo>
                    <a:pt x="2763936" y="1972254"/>
                  </a:lnTo>
                  <a:lnTo>
                    <a:pt x="2815279" y="2011109"/>
                  </a:lnTo>
                  <a:lnTo>
                    <a:pt x="2869945" y="2045708"/>
                  </a:lnTo>
                  <a:lnTo>
                    <a:pt x="2928832" y="2076546"/>
                  </a:lnTo>
                  <a:lnTo>
                    <a:pt x="2992768" y="2104095"/>
                  </a:lnTo>
                  <a:lnTo>
                    <a:pt x="3062416" y="2128768"/>
                  </a:lnTo>
                  <a:lnTo>
                    <a:pt x="3138125" y="2150894"/>
                  </a:lnTo>
                  <a:lnTo>
                    <a:pt x="3219761" y="2170707"/>
                  </a:lnTo>
                  <a:lnTo>
                    <a:pt x="3306484" y="2188346"/>
                  </a:lnTo>
                  <a:lnTo>
                    <a:pt x="3396555" y="2203862"/>
                  </a:lnTo>
                  <a:lnTo>
                    <a:pt x="3487213" y="2217236"/>
                  </a:lnTo>
                  <a:lnTo>
                    <a:pt x="3574753" y="2228416"/>
                  </a:lnTo>
                  <a:lnTo>
                    <a:pt x="3654895" y="2237368"/>
                  </a:lnTo>
                  <a:lnTo>
                    <a:pt x="3723462" y="2244126"/>
                  </a:lnTo>
                  <a:lnTo>
                    <a:pt x="3777238" y="2248837"/>
                  </a:lnTo>
                  <a:lnTo>
                    <a:pt x="3814763" y="2251776"/>
                  </a:lnTo>
                  <a:lnTo>
                    <a:pt x="3836783" y="2253326"/>
                  </a:lnTo>
                  <a:lnTo>
                    <a:pt x="3846266" y="2253929"/>
                  </a:lnTo>
                  <a:lnTo>
                    <a:pt x="3848118" y="2254037"/>
                  </a:lnTo>
                  <a:lnTo>
                    <a:pt x="4386855" y="2254037"/>
                  </a:lnTo>
                  <a:lnTo>
                    <a:pt x="4388157" y="2254030"/>
                  </a:lnTo>
                  <a:lnTo>
                    <a:pt x="4396652" y="2253986"/>
                  </a:lnTo>
                  <a:lnTo>
                    <a:pt x="4417828" y="2253865"/>
                  </a:lnTo>
                  <a:lnTo>
                    <a:pt x="4455081" y="2253626"/>
                  </a:lnTo>
                  <a:lnTo>
                    <a:pt x="4509386" y="2253235"/>
                  </a:lnTo>
                  <a:lnTo>
                    <a:pt x="4579280" y="2252668"/>
                  </a:lnTo>
                  <a:lnTo>
                    <a:pt x="4661351" y="2251911"/>
                  </a:lnTo>
                  <a:lnTo>
                    <a:pt x="4751118" y="2250962"/>
                  </a:lnTo>
                  <a:lnTo>
                    <a:pt x="4843997" y="2249822"/>
                  </a:lnTo>
                  <a:lnTo>
                    <a:pt x="4936057" y="2248498"/>
                  </a:lnTo>
                  <a:lnTo>
                    <a:pt x="5024415" y="2246990"/>
                  </a:lnTo>
                  <a:lnTo>
                    <a:pt x="5107302" y="2245293"/>
                  </a:lnTo>
                  <a:lnTo>
                    <a:pt x="5183921" y="2243393"/>
                  </a:lnTo>
                  <a:lnTo>
                    <a:pt x="5254215" y="2241269"/>
                  </a:lnTo>
                  <a:lnTo>
                    <a:pt x="5318628" y="2238890"/>
                  </a:lnTo>
                  <a:lnTo>
                    <a:pt x="5377914" y="2236218"/>
                  </a:lnTo>
                  <a:lnTo>
                    <a:pt x="5432988" y="2233211"/>
                  </a:lnTo>
                  <a:lnTo>
                    <a:pt x="5484817" y="2229825"/>
                  </a:lnTo>
                  <a:lnTo>
                    <a:pt x="5534333" y="2226025"/>
                  </a:lnTo>
                  <a:lnTo>
                    <a:pt x="5567201" y="2223184"/>
                  </a:lnTo>
                  <a:lnTo>
                    <a:pt x="5619777" y="2218128"/>
                  </a:lnTo>
                  <a:lnTo>
                    <a:pt x="5671849" y="2212524"/>
                  </a:lnTo>
                  <a:lnTo>
                    <a:pt x="5724008" y="2206365"/>
                  </a:lnTo>
                  <a:lnTo>
                    <a:pt x="5776639" y="2199667"/>
                  </a:lnTo>
                  <a:lnTo>
                    <a:pt x="5829954" y="2192468"/>
                  </a:lnTo>
                  <a:lnTo>
                    <a:pt x="5884010" y="2184833"/>
                  </a:lnTo>
                  <a:lnTo>
                    <a:pt x="5938736" y="2176850"/>
                  </a:lnTo>
                  <a:lnTo>
                    <a:pt x="5993953" y="2168630"/>
                  </a:lnTo>
                  <a:lnTo>
                    <a:pt x="6049414" y="2160296"/>
                  </a:lnTo>
                  <a:lnTo>
                    <a:pt x="6104833" y="2151981"/>
                  </a:lnTo>
                  <a:lnTo>
                    <a:pt x="6159934" y="2143816"/>
                  </a:lnTo>
                  <a:lnTo>
                    <a:pt x="6214484" y="2135922"/>
                  </a:lnTo>
                  <a:lnTo>
                    <a:pt x="6268332" y="2128402"/>
                  </a:lnTo>
                  <a:lnTo>
                    <a:pt x="6321441" y="2121340"/>
                  </a:lnTo>
                  <a:lnTo>
                    <a:pt x="6373909" y="2114791"/>
                  </a:lnTo>
                  <a:lnTo>
                    <a:pt x="6425996" y="2108789"/>
                  </a:lnTo>
                  <a:lnTo>
                    <a:pt x="6478142" y="2103342"/>
                  </a:lnTo>
                  <a:lnTo>
                    <a:pt x="6515891" y="2099775"/>
                  </a:lnTo>
                  <a:lnTo>
                    <a:pt x="6564303" y="2095680"/>
                  </a:lnTo>
                  <a:lnTo>
                    <a:pt x="6614458" y="2092014"/>
                  </a:lnTo>
                  <a:lnTo>
                    <a:pt x="6667215" y="2088753"/>
                  </a:lnTo>
                  <a:lnTo>
                    <a:pt x="6723523" y="2085857"/>
                  </a:lnTo>
                  <a:lnTo>
                    <a:pt x="6784345" y="2083283"/>
                  </a:lnTo>
                  <a:lnTo>
                    <a:pt x="6850558" y="2080989"/>
                  </a:lnTo>
                  <a:lnTo>
                    <a:pt x="6922834" y="2078939"/>
                  </a:lnTo>
                  <a:lnTo>
                    <a:pt x="7001482" y="2077106"/>
                  </a:lnTo>
                  <a:lnTo>
                    <a:pt x="7086236" y="2075470"/>
                  </a:lnTo>
                  <a:lnTo>
                    <a:pt x="7176014" y="2074020"/>
                  </a:lnTo>
                  <a:lnTo>
                    <a:pt x="7268701" y="2072754"/>
                  </a:lnTo>
                  <a:lnTo>
                    <a:pt x="7361060" y="2071675"/>
                  </a:lnTo>
                  <a:lnTo>
                    <a:pt x="7448890" y="2070786"/>
                  </a:lnTo>
                  <a:lnTo>
                    <a:pt x="7527545" y="2070091"/>
                  </a:lnTo>
                  <a:lnTo>
                    <a:pt x="7592776" y="2069582"/>
                  </a:lnTo>
                  <a:lnTo>
                    <a:pt x="7641707" y="2069243"/>
                  </a:lnTo>
                  <a:lnTo>
                    <a:pt x="7673624" y="2069045"/>
                  </a:lnTo>
                  <a:lnTo>
                    <a:pt x="7690293" y="2068952"/>
                  </a:lnTo>
                  <a:lnTo>
                    <a:pt x="7695816" y="2068924"/>
                  </a:lnTo>
                  <a:lnTo>
                    <a:pt x="7696237" y="2068922"/>
                  </a:lnTo>
                  <a:lnTo>
                    <a:pt x="8234974" y="2068922"/>
                  </a:lnTo>
                  <a:lnTo>
                    <a:pt x="8234974" y="2058033"/>
                  </a:lnTo>
                  <a:lnTo>
                    <a:pt x="7696237" y="2058033"/>
                  </a:lnTo>
                  <a:lnTo>
                    <a:pt x="7694935" y="2058040"/>
                  </a:lnTo>
                  <a:lnTo>
                    <a:pt x="7686440" y="2058084"/>
                  </a:lnTo>
                  <a:lnTo>
                    <a:pt x="7665264" y="2058206"/>
                  </a:lnTo>
                  <a:lnTo>
                    <a:pt x="7628011" y="2058445"/>
                  </a:lnTo>
                  <a:lnTo>
                    <a:pt x="7573707" y="2058835"/>
                  </a:lnTo>
                  <a:lnTo>
                    <a:pt x="7503812" y="2059402"/>
                  </a:lnTo>
                  <a:lnTo>
                    <a:pt x="7421741" y="2060159"/>
                  </a:lnTo>
                  <a:lnTo>
                    <a:pt x="7331974" y="2061108"/>
                  </a:lnTo>
                  <a:lnTo>
                    <a:pt x="7239095" y="2062248"/>
                  </a:lnTo>
                  <a:lnTo>
                    <a:pt x="7147035" y="2063572"/>
                  </a:lnTo>
                  <a:lnTo>
                    <a:pt x="7058678" y="2065080"/>
                  </a:lnTo>
                  <a:lnTo>
                    <a:pt x="6975791" y="2066777"/>
                  </a:lnTo>
                  <a:lnTo>
                    <a:pt x="6899171" y="2068677"/>
                  </a:lnTo>
                  <a:lnTo>
                    <a:pt x="6828878" y="2070801"/>
                  </a:lnTo>
                  <a:lnTo>
                    <a:pt x="6764465" y="2073180"/>
                  </a:lnTo>
                  <a:lnTo>
                    <a:pt x="6705178" y="2075852"/>
                  </a:lnTo>
                  <a:lnTo>
                    <a:pt x="6650105" y="2078859"/>
                  </a:lnTo>
                  <a:lnTo>
                    <a:pt x="6598275" y="2082245"/>
                  </a:lnTo>
                  <a:lnTo>
                    <a:pt x="6548760" y="2086045"/>
                  </a:lnTo>
                  <a:lnTo>
                    <a:pt x="6515891" y="2088886"/>
                  </a:lnTo>
                  <a:lnTo>
                    <a:pt x="6463316" y="2093942"/>
                  </a:lnTo>
                  <a:lnTo>
                    <a:pt x="6411243" y="2099546"/>
                  </a:lnTo>
                  <a:lnTo>
                    <a:pt x="6359085" y="2105705"/>
                  </a:lnTo>
                  <a:lnTo>
                    <a:pt x="6306454" y="2112403"/>
                  </a:lnTo>
                  <a:lnTo>
                    <a:pt x="6253139" y="2119602"/>
                  </a:lnTo>
                  <a:lnTo>
                    <a:pt x="6199082" y="2127238"/>
                  </a:lnTo>
                  <a:lnTo>
                    <a:pt x="6144357" y="2135220"/>
                  </a:lnTo>
                  <a:lnTo>
                    <a:pt x="6089139" y="2143440"/>
                  </a:lnTo>
                  <a:lnTo>
                    <a:pt x="6033679" y="2151774"/>
                  </a:lnTo>
                  <a:lnTo>
                    <a:pt x="5978259" y="2160089"/>
                  </a:lnTo>
                  <a:lnTo>
                    <a:pt x="5923159" y="2168254"/>
                  </a:lnTo>
                  <a:lnTo>
                    <a:pt x="5868609" y="2176148"/>
                  </a:lnTo>
                  <a:lnTo>
                    <a:pt x="5814760" y="2183668"/>
                  </a:lnTo>
                  <a:lnTo>
                    <a:pt x="5761651" y="2190730"/>
                  </a:lnTo>
                  <a:lnTo>
                    <a:pt x="5709183" y="2197279"/>
                  </a:lnTo>
                  <a:lnTo>
                    <a:pt x="5657096" y="2203281"/>
                  </a:lnTo>
                  <a:lnTo>
                    <a:pt x="5604951" y="2208728"/>
                  </a:lnTo>
                  <a:lnTo>
                    <a:pt x="5567201" y="2212295"/>
                  </a:lnTo>
                  <a:lnTo>
                    <a:pt x="5518790" y="2216390"/>
                  </a:lnTo>
                  <a:lnTo>
                    <a:pt x="5468634" y="2220056"/>
                  </a:lnTo>
                  <a:lnTo>
                    <a:pt x="5415878" y="2223317"/>
                  </a:lnTo>
                  <a:lnTo>
                    <a:pt x="5359569" y="2226213"/>
                  </a:lnTo>
                  <a:lnTo>
                    <a:pt x="5298747" y="2228787"/>
                  </a:lnTo>
                  <a:lnTo>
                    <a:pt x="5232535" y="2231081"/>
                  </a:lnTo>
                  <a:lnTo>
                    <a:pt x="5160259" y="2233131"/>
                  </a:lnTo>
                  <a:lnTo>
                    <a:pt x="5081610" y="2234964"/>
                  </a:lnTo>
                  <a:lnTo>
                    <a:pt x="4996856" y="2236600"/>
                  </a:lnTo>
                  <a:lnTo>
                    <a:pt x="4907078" y="2238050"/>
                  </a:lnTo>
                  <a:lnTo>
                    <a:pt x="4814391" y="2239316"/>
                  </a:lnTo>
                  <a:lnTo>
                    <a:pt x="4722033" y="2240395"/>
                  </a:lnTo>
                  <a:lnTo>
                    <a:pt x="4634202" y="2241284"/>
                  </a:lnTo>
                  <a:lnTo>
                    <a:pt x="4555547" y="2241979"/>
                  </a:lnTo>
                  <a:lnTo>
                    <a:pt x="4490317" y="2242488"/>
                  </a:lnTo>
                  <a:lnTo>
                    <a:pt x="4441385" y="2242827"/>
                  </a:lnTo>
                  <a:lnTo>
                    <a:pt x="4409469" y="2243025"/>
                  </a:lnTo>
                  <a:lnTo>
                    <a:pt x="4392800" y="2243118"/>
                  </a:lnTo>
                  <a:lnTo>
                    <a:pt x="4387276" y="2243146"/>
                  </a:lnTo>
                  <a:lnTo>
                    <a:pt x="4386855" y="2243148"/>
                  </a:lnTo>
                  <a:lnTo>
                    <a:pt x="3848118" y="2243148"/>
                  </a:lnTo>
                  <a:lnTo>
                    <a:pt x="3846904" y="2243078"/>
                  </a:lnTo>
                  <a:lnTo>
                    <a:pt x="3838968" y="2242581"/>
                  </a:lnTo>
                  <a:lnTo>
                    <a:pt x="3819134" y="2241207"/>
                  </a:lnTo>
                  <a:lnTo>
                    <a:pt x="3784115" y="2238510"/>
                  </a:lnTo>
                  <a:lnTo>
                    <a:pt x="3732810" y="2234094"/>
                  </a:lnTo>
                  <a:lnTo>
                    <a:pt x="3666358" y="2227666"/>
                  </a:lnTo>
                  <a:lnTo>
                    <a:pt x="3587748" y="2219059"/>
                  </a:lnTo>
                  <a:lnTo>
                    <a:pt x="3501066" y="2208222"/>
                  </a:lnTo>
                  <a:lnTo>
                    <a:pt x="3410628" y="2195183"/>
                  </a:lnTo>
                  <a:lnTo>
                    <a:pt x="3320260" y="2179996"/>
                  </a:lnTo>
                  <a:lnTo>
                    <a:pt x="3232880" y="2162687"/>
                  </a:lnTo>
                  <a:lnTo>
                    <a:pt x="3150382" y="2143217"/>
                  </a:lnTo>
                  <a:lnTo>
                    <a:pt x="3073731" y="2121462"/>
                  </a:lnTo>
                  <a:lnTo>
                    <a:pt x="3003159" y="2097203"/>
                  </a:lnTo>
                  <a:lnTo>
                    <a:pt x="2938376" y="2070123"/>
                  </a:lnTo>
                  <a:lnTo>
                    <a:pt x="2878759" y="2039824"/>
                  </a:lnTo>
                  <a:lnTo>
                    <a:pt x="2823498" y="2005840"/>
                  </a:lnTo>
                  <a:lnTo>
                    <a:pt x="2771700" y="1967674"/>
                  </a:lnTo>
                  <a:lnTo>
                    <a:pt x="2722473" y="1924871"/>
                  </a:lnTo>
                  <a:lnTo>
                    <a:pt x="2675005" y="1877124"/>
                  </a:lnTo>
                  <a:lnTo>
                    <a:pt x="2667772" y="1869290"/>
                  </a:lnTo>
                  <a:lnTo>
                    <a:pt x="2629052" y="1824897"/>
                  </a:lnTo>
                  <a:lnTo>
                    <a:pt x="2590703" y="1776946"/>
                  </a:lnTo>
                  <a:lnTo>
                    <a:pt x="2552457" y="1725365"/>
                  </a:lnTo>
                  <a:lnTo>
                    <a:pt x="2514109" y="1670155"/>
                  </a:lnTo>
                  <a:lnTo>
                    <a:pt x="2475512" y="1611395"/>
                  </a:lnTo>
                  <a:lnTo>
                    <a:pt x="2436570" y="1549251"/>
                  </a:lnTo>
                  <a:lnTo>
                    <a:pt x="2397233" y="1483977"/>
                  </a:lnTo>
                  <a:lnTo>
                    <a:pt x="2357494" y="1415917"/>
                  </a:lnTo>
                  <a:lnTo>
                    <a:pt x="2317384" y="1345499"/>
                  </a:lnTo>
                  <a:lnTo>
                    <a:pt x="2276964" y="1273231"/>
                  </a:lnTo>
                  <a:lnTo>
                    <a:pt x="2236321" y="1199679"/>
                  </a:lnTo>
                  <a:lnTo>
                    <a:pt x="2195558" y="1125458"/>
                  </a:lnTo>
                  <a:lnTo>
                    <a:pt x="2154789" y="1051202"/>
                  </a:lnTo>
                  <a:lnTo>
                    <a:pt x="2114128" y="977552"/>
                  </a:lnTo>
                  <a:lnTo>
                    <a:pt x="2073681" y="905122"/>
                  </a:lnTo>
                  <a:lnTo>
                    <a:pt x="2033535" y="834486"/>
                  </a:lnTo>
                  <a:lnTo>
                    <a:pt x="1993755" y="766158"/>
                  </a:lnTo>
                  <a:lnTo>
                    <a:pt x="1954376" y="700575"/>
                  </a:lnTo>
                  <a:lnTo>
                    <a:pt x="1915394" y="638090"/>
                  </a:lnTo>
                  <a:lnTo>
                    <a:pt x="1876765" y="578968"/>
                  </a:lnTo>
                  <a:lnTo>
                    <a:pt x="1838397" y="523382"/>
                  </a:lnTo>
                  <a:lnTo>
                    <a:pt x="1800149" y="471421"/>
                  </a:lnTo>
                  <a:lnTo>
                    <a:pt x="1761822" y="423092"/>
                  </a:lnTo>
                  <a:lnTo>
                    <a:pt x="1723155" y="378333"/>
                  </a:lnTo>
                  <a:lnTo>
                    <a:pt x="1719082" y="373858"/>
                  </a:lnTo>
                  <a:lnTo>
                    <a:pt x="1671823" y="325337"/>
                  </a:lnTo>
                  <a:lnTo>
                    <a:pt x="1622918" y="281782"/>
                  </a:lnTo>
                  <a:lnTo>
                    <a:pt x="1571575" y="242927"/>
                  </a:lnTo>
                  <a:lnTo>
                    <a:pt x="1516909" y="208328"/>
                  </a:lnTo>
                  <a:lnTo>
                    <a:pt x="1458023" y="177491"/>
                  </a:lnTo>
                  <a:lnTo>
                    <a:pt x="1394086" y="149941"/>
                  </a:lnTo>
                  <a:lnTo>
                    <a:pt x="1324439" y="125268"/>
                  </a:lnTo>
                  <a:lnTo>
                    <a:pt x="1248729" y="103142"/>
                  </a:lnTo>
                  <a:lnTo>
                    <a:pt x="1167094" y="83329"/>
                  </a:lnTo>
                  <a:lnTo>
                    <a:pt x="1080370" y="65690"/>
                  </a:lnTo>
                  <a:lnTo>
                    <a:pt x="990299" y="50175"/>
                  </a:lnTo>
                  <a:lnTo>
                    <a:pt x="899642" y="36800"/>
                  </a:lnTo>
                  <a:lnTo>
                    <a:pt x="812102" y="25620"/>
                  </a:lnTo>
                  <a:lnTo>
                    <a:pt x="731960" y="16668"/>
                  </a:lnTo>
                  <a:lnTo>
                    <a:pt x="663393" y="9911"/>
                  </a:lnTo>
                  <a:lnTo>
                    <a:pt x="609617" y="5200"/>
                  </a:lnTo>
                  <a:lnTo>
                    <a:pt x="572092" y="2260"/>
                  </a:lnTo>
                  <a:lnTo>
                    <a:pt x="550071" y="710"/>
                  </a:lnTo>
                  <a:lnTo>
                    <a:pt x="540589" y="10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00" name="pl600"/>
            <p:cNvSpPr/>
            <p:nvPr/>
          </p:nvSpPr>
          <p:spPr>
            <a:xfrm>
              <a:off x="546595" y="2748601"/>
              <a:ext cx="8234974" cy="2243148"/>
            </a:xfrm>
            <a:custGeom>
              <a:avLst/>
              <a:pathLst>
                <a:path w="8234974" h="2243148">
                  <a:moveTo>
                    <a:pt x="0" y="0"/>
                  </a:moveTo>
                  <a:lnTo>
                    <a:pt x="538736" y="0"/>
                  </a:lnTo>
                  <a:lnTo>
                    <a:pt x="539951" y="69"/>
                  </a:lnTo>
                  <a:lnTo>
                    <a:pt x="547887" y="566"/>
                  </a:lnTo>
                  <a:lnTo>
                    <a:pt x="567720" y="1940"/>
                  </a:lnTo>
                  <a:lnTo>
                    <a:pt x="602739" y="4637"/>
                  </a:lnTo>
                  <a:lnTo>
                    <a:pt x="654044" y="9053"/>
                  </a:lnTo>
                  <a:lnTo>
                    <a:pt x="720496" y="15481"/>
                  </a:lnTo>
                  <a:lnTo>
                    <a:pt x="799107" y="24089"/>
                  </a:lnTo>
                  <a:lnTo>
                    <a:pt x="885788" y="34925"/>
                  </a:lnTo>
                  <a:lnTo>
                    <a:pt x="976226" y="47964"/>
                  </a:lnTo>
                  <a:lnTo>
                    <a:pt x="1066594" y="63151"/>
                  </a:lnTo>
                  <a:lnTo>
                    <a:pt x="1153975" y="80460"/>
                  </a:lnTo>
                  <a:lnTo>
                    <a:pt x="1236473" y="99930"/>
                  </a:lnTo>
                  <a:lnTo>
                    <a:pt x="1313124" y="121685"/>
                  </a:lnTo>
                  <a:lnTo>
                    <a:pt x="1383696" y="145944"/>
                  </a:lnTo>
                  <a:lnTo>
                    <a:pt x="1448479" y="173024"/>
                  </a:lnTo>
                  <a:lnTo>
                    <a:pt x="1508095" y="203323"/>
                  </a:lnTo>
                  <a:lnTo>
                    <a:pt x="1563356" y="237307"/>
                  </a:lnTo>
                  <a:lnTo>
                    <a:pt x="1615155" y="275473"/>
                  </a:lnTo>
                  <a:lnTo>
                    <a:pt x="1664382" y="318276"/>
                  </a:lnTo>
                  <a:lnTo>
                    <a:pt x="1711850" y="366023"/>
                  </a:lnTo>
                  <a:lnTo>
                    <a:pt x="1719082" y="373858"/>
                  </a:lnTo>
                  <a:lnTo>
                    <a:pt x="1757803" y="418250"/>
                  </a:lnTo>
                  <a:lnTo>
                    <a:pt x="1796152" y="466202"/>
                  </a:lnTo>
                  <a:lnTo>
                    <a:pt x="1834398" y="517782"/>
                  </a:lnTo>
                  <a:lnTo>
                    <a:pt x="1872746" y="572992"/>
                  </a:lnTo>
                  <a:lnTo>
                    <a:pt x="1911343" y="631752"/>
                  </a:lnTo>
                  <a:lnTo>
                    <a:pt x="1950285" y="693896"/>
                  </a:lnTo>
                  <a:lnTo>
                    <a:pt x="1989622" y="759170"/>
                  </a:lnTo>
                  <a:lnTo>
                    <a:pt x="2029360" y="827230"/>
                  </a:lnTo>
                  <a:lnTo>
                    <a:pt x="2069470" y="897648"/>
                  </a:lnTo>
                  <a:lnTo>
                    <a:pt x="2109890" y="969916"/>
                  </a:lnTo>
                  <a:lnTo>
                    <a:pt x="2150534" y="1043468"/>
                  </a:lnTo>
                  <a:lnTo>
                    <a:pt x="2191297" y="1117689"/>
                  </a:lnTo>
                  <a:lnTo>
                    <a:pt x="2232065" y="1191945"/>
                  </a:lnTo>
                  <a:lnTo>
                    <a:pt x="2272726" y="1265595"/>
                  </a:lnTo>
                  <a:lnTo>
                    <a:pt x="2313174" y="1338025"/>
                  </a:lnTo>
                  <a:lnTo>
                    <a:pt x="2353320" y="1408661"/>
                  </a:lnTo>
                  <a:lnTo>
                    <a:pt x="2393099" y="1476989"/>
                  </a:lnTo>
                  <a:lnTo>
                    <a:pt x="2432478" y="1542572"/>
                  </a:lnTo>
                  <a:lnTo>
                    <a:pt x="2471460" y="1605057"/>
                  </a:lnTo>
                  <a:lnTo>
                    <a:pt x="2510090" y="1664179"/>
                  </a:lnTo>
                  <a:lnTo>
                    <a:pt x="2548458" y="1719765"/>
                  </a:lnTo>
                  <a:lnTo>
                    <a:pt x="2586706" y="1771726"/>
                  </a:lnTo>
                  <a:lnTo>
                    <a:pt x="2625032" y="1820055"/>
                  </a:lnTo>
                  <a:lnTo>
                    <a:pt x="2663699" y="1864814"/>
                  </a:lnTo>
                  <a:lnTo>
                    <a:pt x="2667772" y="1869290"/>
                  </a:lnTo>
                  <a:lnTo>
                    <a:pt x="2715031" y="1917810"/>
                  </a:lnTo>
                  <a:lnTo>
                    <a:pt x="2763936" y="1961365"/>
                  </a:lnTo>
                  <a:lnTo>
                    <a:pt x="2815279" y="2000220"/>
                  </a:lnTo>
                  <a:lnTo>
                    <a:pt x="2869945" y="2034819"/>
                  </a:lnTo>
                  <a:lnTo>
                    <a:pt x="2928832" y="2065656"/>
                  </a:lnTo>
                  <a:lnTo>
                    <a:pt x="2992768" y="2093206"/>
                  </a:lnTo>
                  <a:lnTo>
                    <a:pt x="3062416" y="2117879"/>
                  </a:lnTo>
                  <a:lnTo>
                    <a:pt x="3138125" y="2140005"/>
                  </a:lnTo>
                  <a:lnTo>
                    <a:pt x="3219761" y="2159818"/>
                  </a:lnTo>
                  <a:lnTo>
                    <a:pt x="3306484" y="2177457"/>
                  </a:lnTo>
                  <a:lnTo>
                    <a:pt x="3396555" y="2192973"/>
                  </a:lnTo>
                  <a:lnTo>
                    <a:pt x="3487213" y="2206347"/>
                  </a:lnTo>
                  <a:lnTo>
                    <a:pt x="3574753" y="2217527"/>
                  </a:lnTo>
                  <a:lnTo>
                    <a:pt x="3654895" y="2226479"/>
                  </a:lnTo>
                  <a:lnTo>
                    <a:pt x="3723462" y="2233237"/>
                  </a:lnTo>
                  <a:lnTo>
                    <a:pt x="3777238" y="2237947"/>
                  </a:lnTo>
                  <a:lnTo>
                    <a:pt x="3814763" y="2240887"/>
                  </a:lnTo>
                  <a:lnTo>
                    <a:pt x="3836783" y="2242437"/>
                  </a:lnTo>
                  <a:lnTo>
                    <a:pt x="3846266" y="2243040"/>
                  </a:lnTo>
                  <a:lnTo>
                    <a:pt x="3848114" y="2243147"/>
                  </a:lnTo>
                  <a:lnTo>
                    <a:pt x="3848118" y="2243148"/>
                  </a:lnTo>
                  <a:lnTo>
                    <a:pt x="4386855" y="2243148"/>
                  </a:lnTo>
                  <a:lnTo>
                    <a:pt x="4388157" y="2243141"/>
                  </a:lnTo>
                  <a:lnTo>
                    <a:pt x="4396652" y="2243097"/>
                  </a:lnTo>
                  <a:lnTo>
                    <a:pt x="4417828" y="2242975"/>
                  </a:lnTo>
                  <a:lnTo>
                    <a:pt x="4455081" y="2242736"/>
                  </a:lnTo>
                  <a:lnTo>
                    <a:pt x="4509386" y="2242346"/>
                  </a:lnTo>
                  <a:lnTo>
                    <a:pt x="4579280" y="2241779"/>
                  </a:lnTo>
                  <a:lnTo>
                    <a:pt x="4661351" y="2241022"/>
                  </a:lnTo>
                  <a:lnTo>
                    <a:pt x="4751118" y="2240073"/>
                  </a:lnTo>
                  <a:lnTo>
                    <a:pt x="4843997" y="2238933"/>
                  </a:lnTo>
                  <a:lnTo>
                    <a:pt x="4936057" y="2237609"/>
                  </a:lnTo>
                  <a:lnTo>
                    <a:pt x="5024415" y="2236101"/>
                  </a:lnTo>
                  <a:lnTo>
                    <a:pt x="5107302" y="2234404"/>
                  </a:lnTo>
                  <a:lnTo>
                    <a:pt x="5183921" y="2232504"/>
                  </a:lnTo>
                  <a:lnTo>
                    <a:pt x="5254215" y="2230380"/>
                  </a:lnTo>
                  <a:lnTo>
                    <a:pt x="5318628" y="2228001"/>
                  </a:lnTo>
                  <a:lnTo>
                    <a:pt x="5377914" y="2225329"/>
                  </a:lnTo>
                  <a:lnTo>
                    <a:pt x="5432988" y="2222322"/>
                  </a:lnTo>
                  <a:lnTo>
                    <a:pt x="5484817" y="2218936"/>
                  </a:lnTo>
                  <a:lnTo>
                    <a:pt x="5534333" y="2215136"/>
                  </a:lnTo>
                  <a:lnTo>
                    <a:pt x="5567201" y="2212295"/>
                  </a:lnTo>
                  <a:lnTo>
                    <a:pt x="5619777" y="2207239"/>
                  </a:lnTo>
                  <a:lnTo>
                    <a:pt x="5671849" y="2201635"/>
                  </a:lnTo>
                  <a:lnTo>
                    <a:pt x="5724008" y="2195476"/>
                  </a:lnTo>
                  <a:lnTo>
                    <a:pt x="5776639" y="2188778"/>
                  </a:lnTo>
                  <a:lnTo>
                    <a:pt x="5829954" y="2181579"/>
                  </a:lnTo>
                  <a:lnTo>
                    <a:pt x="5884010" y="2173944"/>
                  </a:lnTo>
                  <a:lnTo>
                    <a:pt x="5938736" y="2165961"/>
                  </a:lnTo>
                  <a:lnTo>
                    <a:pt x="5993953" y="2157741"/>
                  </a:lnTo>
                  <a:lnTo>
                    <a:pt x="6049414" y="2149407"/>
                  </a:lnTo>
                  <a:lnTo>
                    <a:pt x="6104833" y="2141092"/>
                  </a:lnTo>
                  <a:lnTo>
                    <a:pt x="6159934" y="2132927"/>
                  </a:lnTo>
                  <a:lnTo>
                    <a:pt x="6214484" y="2125033"/>
                  </a:lnTo>
                  <a:lnTo>
                    <a:pt x="6268332" y="2117513"/>
                  </a:lnTo>
                  <a:lnTo>
                    <a:pt x="6321441" y="2110451"/>
                  </a:lnTo>
                  <a:lnTo>
                    <a:pt x="6373909" y="2103902"/>
                  </a:lnTo>
                  <a:lnTo>
                    <a:pt x="6425996" y="2097900"/>
                  </a:lnTo>
                  <a:lnTo>
                    <a:pt x="6478142" y="2092453"/>
                  </a:lnTo>
                  <a:lnTo>
                    <a:pt x="6515891" y="2088886"/>
                  </a:lnTo>
                  <a:lnTo>
                    <a:pt x="6564303" y="2084791"/>
                  </a:lnTo>
                  <a:lnTo>
                    <a:pt x="6614458" y="2081125"/>
                  </a:lnTo>
                  <a:lnTo>
                    <a:pt x="6667215" y="2077864"/>
                  </a:lnTo>
                  <a:lnTo>
                    <a:pt x="6723523" y="2074968"/>
                  </a:lnTo>
                  <a:lnTo>
                    <a:pt x="6784345" y="2072394"/>
                  </a:lnTo>
                  <a:lnTo>
                    <a:pt x="6850558" y="2070100"/>
                  </a:lnTo>
                  <a:lnTo>
                    <a:pt x="6922834" y="2068050"/>
                  </a:lnTo>
                  <a:lnTo>
                    <a:pt x="7001482" y="2066217"/>
                  </a:lnTo>
                  <a:lnTo>
                    <a:pt x="7086236" y="2064581"/>
                  </a:lnTo>
                  <a:lnTo>
                    <a:pt x="7176014" y="2063131"/>
                  </a:lnTo>
                  <a:lnTo>
                    <a:pt x="7268701" y="2061865"/>
                  </a:lnTo>
                  <a:lnTo>
                    <a:pt x="7361060" y="2060786"/>
                  </a:lnTo>
                  <a:lnTo>
                    <a:pt x="7448890" y="2059897"/>
                  </a:lnTo>
                  <a:lnTo>
                    <a:pt x="7527545" y="2059202"/>
                  </a:lnTo>
                  <a:lnTo>
                    <a:pt x="7592776" y="2058693"/>
                  </a:lnTo>
                  <a:lnTo>
                    <a:pt x="7641707" y="2058354"/>
                  </a:lnTo>
                  <a:lnTo>
                    <a:pt x="7673624" y="2058156"/>
                  </a:lnTo>
                  <a:lnTo>
                    <a:pt x="7690293" y="2058063"/>
                  </a:lnTo>
                  <a:lnTo>
                    <a:pt x="7695816" y="2058035"/>
                  </a:lnTo>
                  <a:lnTo>
                    <a:pt x="7696237" y="2058033"/>
                  </a:lnTo>
                  <a:lnTo>
                    <a:pt x="8234974" y="2058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1" name="pl601"/>
            <p:cNvSpPr/>
            <p:nvPr/>
          </p:nvSpPr>
          <p:spPr>
            <a:xfrm>
              <a:off x="546595" y="2737712"/>
              <a:ext cx="8234974" cy="2243148"/>
            </a:xfrm>
            <a:custGeom>
              <a:avLst/>
              <a:pathLst>
                <a:path w="8234974" h="2243148">
                  <a:moveTo>
                    <a:pt x="8234974" y="2058033"/>
                  </a:moveTo>
                  <a:lnTo>
                    <a:pt x="7696237" y="2058033"/>
                  </a:lnTo>
                  <a:lnTo>
                    <a:pt x="7694935" y="2058040"/>
                  </a:lnTo>
                  <a:lnTo>
                    <a:pt x="7686440" y="2058084"/>
                  </a:lnTo>
                  <a:lnTo>
                    <a:pt x="7665264" y="2058206"/>
                  </a:lnTo>
                  <a:lnTo>
                    <a:pt x="7628011" y="2058445"/>
                  </a:lnTo>
                  <a:lnTo>
                    <a:pt x="7573707" y="2058835"/>
                  </a:lnTo>
                  <a:lnTo>
                    <a:pt x="7503812" y="2059402"/>
                  </a:lnTo>
                  <a:lnTo>
                    <a:pt x="7421741" y="2060159"/>
                  </a:lnTo>
                  <a:lnTo>
                    <a:pt x="7331974" y="2061108"/>
                  </a:lnTo>
                  <a:lnTo>
                    <a:pt x="7239095" y="2062248"/>
                  </a:lnTo>
                  <a:lnTo>
                    <a:pt x="7147035" y="2063572"/>
                  </a:lnTo>
                  <a:lnTo>
                    <a:pt x="7058678" y="2065080"/>
                  </a:lnTo>
                  <a:lnTo>
                    <a:pt x="6975791" y="2066777"/>
                  </a:lnTo>
                  <a:lnTo>
                    <a:pt x="6899171" y="2068677"/>
                  </a:lnTo>
                  <a:lnTo>
                    <a:pt x="6828878" y="2070801"/>
                  </a:lnTo>
                  <a:lnTo>
                    <a:pt x="6764465" y="2073180"/>
                  </a:lnTo>
                  <a:lnTo>
                    <a:pt x="6705178" y="2075852"/>
                  </a:lnTo>
                  <a:lnTo>
                    <a:pt x="6650105" y="2078859"/>
                  </a:lnTo>
                  <a:lnTo>
                    <a:pt x="6598275" y="2082245"/>
                  </a:lnTo>
                  <a:lnTo>
                    <a:pt x="6548760" y="2086045"/>
                  </a:lnTo>
                  <a:lnTo>
                    <a:pt x="6515891" y="2088886"/>
                  </a:lnTo>
                  <a:lnTo>
                    <a:pt x="6463316" y="2093942"/>
                  </a:lnTo>
                  <a:lnTo>
                    <a:pt x="6411243" y="2099546"/>
                  </a:lnTo>
                  <a:lnTo>
                    <a:pt x="6359085" y="2105705"/>
                  </a:lnTo>
                  <a:lnTo>
                    <a:pt x="6306454" y="2112403"/>
                  </a:lnTo>
                  <a:lnTo>
                    <a:pt x="6253139" y="2119602"/>
                  </a:lnTo>
                  <a:lnTo>
                    <a:pt x="6199082" y="2127238"/>
                  </a:lnTo>
                  <a:lnTo>
                    <a:pt x="6144357" y="2135220"/>
                  </a:lnTo>
                  <a:lnTo>
                    <a:pt x="6089139" y="2143440"/>
                  </a:lnTo>
                  <a:lnTo>
                    <a:pt x="6033679" y="2151774"/>
                  </a:lnTo>
                  <a:lnTo>
                    <a:pt x="5978259" y="2160089"/>
                  </a:lnTo>
                  <a:lnTo>
                    <a:pt x="5923159" y="2168254"/>
                  </a:lnTo>
                  <a:lnTo>
                    <a:pt x="5868609" y="2176148"/>
                  </a:lnTo>
                  <a:lnTo>
                    <a:pt x="5814760" y="2183668"/>
                  </a:lnTo>
                  <a:lnTo>
                    <a:pt x="5761651" y="2190730"/>
                  </a:lnTo>
                  <a:lnTo>
                    <a:pt x="5709183" y="2197279"/>
                  </a:lnTo>
                  <a:lnTo>
                    <a:pt x="5657096" y="2203281"/>
                  </a:lnTo>
                  <a:lnTo>
                    <a:pt x="5604951" y="2208728"/>
                  </a:lnTo>
                  <a:lnTo>
                    <a:pt x="5567201" y="2212295"/>
                  </a:lnTo>
                  <a:lnTo>
                    <a:pt x="5518790" y="2216390"/>
                  </a:lnTo>
                  <a:lnTo>
                    <a:pt x="5468634" y="2220056"/>
                  </a:lnTo>
                  <a:lnTo>
                    <a:pt x="5415878" y="2223317"/>
                  </a:lnTo>
                  <a:lnTo>
                    <a:pt x="5359569" y="2226213"/>
                  </a:lnTo>
                  <a:lnTo>
                    <a:pt x="5298747" y="2228787"/>
                  </a:lnTo>
                  <a:lnTo>
                    <a:pt x="5232535" y="2231081"/>
                  </a:lnTo>
                  <a:lnTo>
                    <a:pt x="5160259" y="2233131"/>
                  </a:lnTo>
                  <a:lnTo>
                    <a:pt x="5081610" y="2234964"/>
                  </a:lnTo>
                  <a:lnTo>
                    <a:pt x="4996856" y="2236600"/>
                  </a:lnTo>
                  <a:lnTo>
                    <a:pt x="4907078" y="2238050"/>
                  </a:lnTo>
                  <a:lnTo>
                    <a:pt x="4814391" y="2239316"/>
                  </a:lnTo>
                  <a:lnTo>
                    <a:pt x="4722033" y="2240395"/>
                  </a:lnTo>
                  <a:lnTo>
                    <a:pt x="4634202" y="2241284"/>
                  </a:lnTo>
                  <a:lnTo>
                    <a:pt x="4555547" y="2241979"/>
                  </a:lnTo>
                  <a:lnTo>
                    <a:pt x="4490317" y="2242488"/>
                  </a:lnTo>
                  <a:lnTo>
                    <a:pt x="4441385" y="2242827"/>
                  </a:lnTo>
                  <a:lnTo>
                    <a:pt x="4409469" y="2243025"/>
                  </a:lnTo>
                  <a:lnTo>
                    <a:pt x="4392800" y="2243118"/>
                  </a:lnTo>
                  <a:lnTo>
                    <a:pt x="4387276" y="2243146"/>
                  </a:lnTo>
                  <a:lnTo>
                    <a:pt x="4386855" y="2243148"/>
                  </a:lnTo>
                  <a:lnTo>
                    <a:pt x="3848118" y="2243148"/>
                  </a:lnTo>
                  <a:lnTo>
                    <a:pt x="3846904" y="2243078"/>
                  </a:lnTo>
                  <a:lnTo>
                    <a:pt x="3838968" y="2242581"/>
                  </a:lnTo>
                  <a:lnTo>
                    <a:pt x="3819134" y="2241207"/>
                  </a:lnTo>
                  <a:lnTo>
                    <a:pt x="3784115" y="2238510"/>
                  </a:lnTo>
                  <a:lnTo>
                    <a:pt x="3732810" y="2234094"/>
                  </a:lnTo>
                  <a:lnTo>
                    <a:pt x="3666358" y="2227666"/>
                  </a:lnTo>
                  <a:lnTo>
                    <a:pt x="3587748" y="2219059"/>
                  </a:lnTo>
                  <a:lnTo>
                    <a:pt x="3501066" y="2208222"/>
                  </a:lnTo>
                  <a:lnTo>
                    <a:pt x="3410628" y="2195183"/>
                  </a:lnTo>
                  <a:lnTo>
                    <a:pt x="3320260" y="2179996"/>
                  </a:lnTo>
                  <a:lnTo>
                    <a:pt x="3232880" y="2162687"/>
                  </a:lnTo>
                  <a:lnTo>
                    <a:pt x="3150382" y="2143217"/>
                  </a:lnTo>
                  <a:lnTo>
                    <a:pt x="3073731" y="2121462"/>
                  </a:lnTo>
                  <a:lnTo>
                    <a:pt x="3003159" y="2097203"/>
                  </a:lnTo>
                  <a:lnTo>
                    <a:pt x="2938376" y="2070123"/>
                  </a:lnTo>
                  <a:lnTo>
                    <a:pt x="2878759" y="2039824"/>
                  </a:lnTo>
                  <a:lnTo>
                    <a:pt x="2823498" y="2005840"/>
                  </a:lnTo>
                  <a:lnTo>
                    <a:pt x="2771700" y="1967674"/>
                  </a:lnTo>
                  <a:lnTo>
                    <a:pt x="2722473" y="1924871"/>
                  </a:lnTo>
                  <a:lnTo>
                    <a:pt x="2675005" y="1877124"/>
                  </a:lnTo>
                  <a:lnTo>
                    <a:pt x="2667772" y="1869290"/>
                  </a:lnTo>
                  <a:lnTo>
                    <a:pt x="2629052" y="1824897"/>
                  </a:lnTo>
                  <a:lnTo>
                    <a:pt x="2590703" y="1776946"/>
                  </a:lnTo>
                  <a:lnTo>
                    <a:pt x="2552457" y="1725365"/>
                  </a:lnTo>
                  <a:lnTo>
                    <a:pt x="2514109" y="1670155"/>
                  </a:lnTo>
                  <a:lnTo>
                    <a:pt x="2475512" y="1611395"/>
                  </a:lnTo>
                  <a:lnTo>
                    <a:pt x="2436570" y="1549251"/>
                  </a:lnTo>
                  <a:lnTo>
                    <a:pt x="2397233" y="1483977"/>
                  </a:lnTo>
                  <a:lnTo>
                    <a:pt x="2357494" y="1415917"/>
                  </a:lnTo>
                  <a:lnTo>
                    <a:pt x="2317384" y="1345499"/>
                  </a:lnTo>
                  <a:lnTo>
                    <a:pt x="2276964" y="1273231"/>
                  </a:lnTo>
                  <a:lnTo>
                    <a:pt x="2236321" y="1199679"/>
                  </a:lnTo>
                  <a:lnTo>
                    <a:pt x="2195558" y="1125458"/>
                  </a:lnTo>
                  <a:lnTo>
                    <a:pt x="2154789" y="1051202"/>
                  </a:lnTo>
                  <a:lnTo>
                    <a:pt x="2114128" y="977552"/>
                  </a:lnTo>
                  <a:lnTo>
                    <a:pt x="2073681" y="905122"/>
                  </a:lnTo>
                  <a:lnTo>
                    <a:pt x="2033535" y="834486"/>
                  </a:lnTo>
                  <a:lnTo>
                    <a:pt x="1993755" y="766158"/>
                  </a:lnTo>
                  <a:lnTo>
                    <a:pt x="1954376" y="700575"/>
                  </a:lnTo>
                  <a:lnTo>
                    <a:pt x="1915394" y="638090"/>
                  </a:lnTo>
                  <a:lnTo>
                    <a:pt x="1876765" y="578968"/>
                  </a:lnTo>
                  <a:lnTo>
                    <a:pt x="1838397" y="523382"/>
                  </a:lnTo>
                  <a:lnTo>
                    <a:pt x="1800149" y="471421"/>
                  </a:lnTo>
                  <a:lnTo>
                    <a:pt x="1761822" y="423092"/>
                  </a:lnTo>
                  <a:lnTo>
                    <a:pt x="1723155" y="378333"/>
                  </a:lnTo>
                  <a:lnTo>
                    <a:pt x="1719082" y="373858"/>
                  </a:lnTo>
                  <a:lnTo>
                    <a:pt x="1671823" y="325337"/>
                  </a:lnTo>
                  <a:lnTo>
                    <a:pt x="1622918" y="281782"/>
                  </a:lnTo>
                  <a:lnTo>
                    <a:pt x="1571575" y="242927"/>
                  </a:lnTo>
                  <a:lnTo>
                    <a:pt x="1516909" y="208328"/>
                  </a:lnTo>
                  <a:lnTo>
                    <a:pt x="1458023" y="177491"/>
                  </a:lnTo>
                  <a:lnTo>
                    <a:pt x="1394086" y="149941"/>
                  </a:lnTo>
                  <a:lnTo>
                    <a:pt x="1324439" y="125268"/>
                  </a:lnTo>
                  <a:lnTo>
                    <a:pt x="1248729" y="103142"/>
                  </a:lnTo>
                  <a:lnTo>
                    <a:pt x="1167094" y="83329"/>
                  </a:lnTo>
                  <a:lnTo>
                    <a:pt x="1080370" y="65690"/>
                  </a:lnTo>
                  <a:lnTo>
                    <a:pt x="990299" y="50175"/>
                  </a:lnTo>
                  <a:lnTo>
                    <a:pt x="899642" y="36800"/>
                  </a:lnTo>
                  <a:lnTo>
                    <a:pt x="812102" y="25620"/>
                  </a:lnTo>
                  <a:lnTo>
                    <a:pt x="731960" y="16668"/>
                  </a:lnTo>
                  <a:lnTo>
                    <a:pt x="663393" y="9911"/>
                  </a:lnTo>
                  <a:lnTo>
                    <a:pt x="609617" y="5200"/>
                  </a:lnTo>
                  <a:lnTo>
                    <a:pt x="572092" y="2260"/>
                  </a:lnTo>
                  <a:lnTo>
                    <a:pt x="550071" y="710"/>
                  </a:lnTo>
                  <a:lnTo>
                    <a:pt x="540589" y="107"/>
                  </a:lnTo>
                  <a:lnTo>
                    <a:pt x="538741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2" name="pg602"/>
            <p:cNvSpPr/>
            <p:nvPr/>
          </p:nvSpPr>
          <p:spPr>
            <a:xfrm>
              <a:off x="546595" y="2748601"/>
              <a:ext cx="8234974" cy="2422817"/>
            </a:xfrm>
            <a:custGeom>
              <a:avLst/>
              <a:pathLst>
                <a:path w="8234974" h="2422817">
                  <a:moveTo>
                    <a:pt x="0" y="10889"/>
                  </a:moveTo>
                  <a:lnTo>
                    <a:pt x="538736" y="10889"/>
                  </a:lnTo>
                  <a:lnTo>
                    <a:pt x="539950" y="10958"/>
                  </a:lnTo>
                  <a:lnTo>
                    <a:pt x="547884" y="11456"/>
                  </a:lnTo>
                  <a:lnTo>
                    <a:pt x="567711" y="12833"/>
                  </a:lnTo>
                  <a:lnTo>
                    <a:pt x="602720" y="15536"/>
                  </a:lnTo>
                  <a:lnTo>
                    <a:pt x="654011" y="19961"/>
                  </a:lnTo>
                  <a:lnTo>
                    <a:pt x="720448" y="26403"/>
                  </a:lnTo>
                  <a:lnTo>
                    <a:pt x="799042" y="35029"/>
                  </a:lnTo>
                  <a:lnTo>
                    <a:pt x="885709" y="45889"/>
                  </a:lnTo>
                  <a:lnTo>
                    <a:pt x="976135" y="58955"/>
                  </a:lnTo>
                  <a:lnTo>
                    <a:pt x="1066495" y="74175"/>
                  </a:lnTo>
                  <a:lnTo>
                    <a:pt x="1153871" y="91522"/>
                  </a:lnTo>
                  <a:lnTo>
                    <a:pt x="1236367" y="111034"/>
                  </a:lnTo>
                  <a:lnTo>
                    <a:pt x="1313018" y="132836"/>
                  </a:lnTo>
                  <a:lnTo>
                    <a:pt x="1383591" y="157148"/>
                  </a:lnTo>
                  <a:lnTo>
                    <a:pt x="1448376" y="184285"/>
                  </a:lnTo>
                  <a:lnTo>
                    <a:pt x="1507994" y="214649"/>
                  </a:lnTo>
                  <a:lnTo>
                    <a:pt x="1563256" y="248705"/>
                  </a:lnTo>
                  <a:lnTo>
                    <a:pt x="1615054" y="286950"/>
                  </a:lnTo>
                  <a:lnTo>
                    <a:pt x="1664280" y="329842"/>
                  </a:lnTo>
                  <a:lnTo>
                    <a:pt x="1711746" y="377689"/>
                  </a:lnTo>
                  <a:lnTo>
                    <a:pt x="1719082" y="385654"/>
                  </a:lnTo>
                  <a:lnTo>
                    <a:pt x="1757770" y="430114"/>
                  </a:lnTo>
                  <a:lnTo>
                    <a:pt x="1796086" y="478136"/>
                  </a:lnTo>
                  <a:lnTo>
                    <a:pt x="1834299" y="529789"/>
                  </a:lnTo>
                  <a:lnTo>
                    <a:pt x="1872613" y="585075"/>
                  </a:lnTo>
                  <a:lnTo>
                    <a:pt x="1911175" y="643912"/>
                  </a:lnTo>
                  <a:lnTo>
                    <a:pt x="1950082" y="706138"/>
                  </a:lnTo>
                  <a:lnTo>
                    <a:pt x="1989382" y="771497"/>
                  </a:lnTo>
                  <a:lnTo>
                    <a:pt x="2029084" y="839647"/>
                  </a:lnTo>
                  <a:lnTo>
                    <a:pt x="2069157" y="910158"/>
                  </a:lnTo>
                  <a:lnTo>
                    <a:pt x="2109540" y="982527"/>
                  </a:lnTo>
                  <a:lnTo>
                    <a:pt x="2150147" y="1056184"/>
                  </a:lnTo>
                  <a:lnTo>
                    <a:pt x="2190873" y="1130518"/>
                  </a:lnTo>
                  <a:lnTo>
                    <a:pt x="2231607" y="1204892"/>
                  </a:lnTo>
                  <a:lnTo>
                    <a:pt x="2272235" y="1278669"/>
                  </a:lnTo>
                  <a:lnTo>
                    <a:pt x="2312651" y="1351231"/>
                  </a:lnTo>
                  <a:lnTo>
                    <a:pt x="2352767" y="1422004"/>
                  </a:lnTo>
                  <a:lnTo>
                    <a:pt x="2392517" y="1490475"/>
                  </a:lnTo>
                  <a:lnTo>
                    <a:pt x="2431869" y="1556205"/>
                  </a:lnTo>
                  <a:lnTo>
                    <a:pt x="2470823" y="1618839"/>
                  </a:lnTo>
                  <a:lnTo>
                    <a:pt x="2509424" y="1678112"/>
                  </a:lnTo>
                  <a:lnTo>
                    <a:pt x="2547763" y="1733849"/>
                  </a:lnTo>
                  <a:lnTo>
                    <a:pt x="2585978" y="1785959"/>
                  </a:lnTo>
                  <a:lnTo>
                    <a:pt x="2624268" y="1834434"/>
                  </a:lnTo>
                  <a:lnTo>
                    <a:pt x="2662892" y="1879334"/>
                  </a:lnTo>
                  <a:lnTo>
                    <a:pt x="2667772" y="1884716"/>
                  </a:lnTo>
                  <a:lnTo>
                    <a:pt x="2715026" y="1933349"/>
                  </a:lnTo>
                  <a:lnTo>
                    <a:pt x="2763925" y="1977005"/>
                  </a:lnTo>
                  <a:lnTo>
                    <a:pt x="2815262" y="2015952"/>
                  </a:lnTo>
                  <a:lnTo>
                    <a:pt x="2869920" y="2050632"/>
                  </a:lnTo>
                  <a:lnTo>
                    <a:pt x="2928798" y="2081543"/>
                  </a:lnTo>
                  <a:lnTo>
                    <a:pt x="2992724" y="2109158"/>
                  </a:lnTo>
                  <a:lnTo>
                    <a:pt x="3062359" y="2133891"/>
                  </a:lnTo>
                  <a:lnTo>
                    <a:pt x="3138056" y="2156069"/>
                  </a:lnTo>
                  <a:lnTo>
                    <a:pt x="3219677" y="2175930"/>
                  </a:lnTo>
                  <a:lnTo>
                    <a:pt x="3306386" y="2193612"/>
                  </a:lnTo>
                  <a:lnTo>
                    <a:pt x="3396444" y="2209167"/>
                  </a:lnTo>
                  <a:lnTo>
                    <a:pt x="3487094" y="2222575"/>
                  </a:lnTo>
                  <a:lnTo>
                    <a:pt x="3574631" y="2233784"/>
                  </a:lnTo>
                  <a:lnTo>
                    <a:pt x="3654779" y="2242760"/>
                  </a:lnTo>
                  <a:lnTo>
                    <a:pt x="3723359" y="2249537"/>
                  </a:lnTo>
                  <a:lnTo>
                    <a:pt x="3777157" y="2254262"/>
                  </a:lnTo>
                  <a:lnTo>
                    <a:pt x="3814707" y="2257211"/>
                  </a:lnTo>
                  <a:lnTo>
                    <a:pt x="3836753" y="2258767"/>
                  </a:lnTo>
                  <a:lnTo>
                    <a:pt x="3846256" y="2259373"/>
                  </a:lnTo>
                  <a:lnTo>
                    <a:pt x="3848118" y="2259481"/>
                  </a:lnTo>
                  <a:lnTo>
                    <a:pt x="4386855" y="2259481"/>
                  </a:lnTo>
                  <a:lnTo>
                    <a:pt x="4388157" y="2259487"/>
                  </a:lnTo>
                  <a:lnTo>
                    <a:pt x="4396653" y="2259526"/>
                  </a:lnTo>
                  <a:lnTo>
                    <a:pt x="4417831" y="2259633"/>
                  </a:lnTo>
                  <a:lnTo>
                    <a:pt x="4455088" y="2259844"/>
                  </a:lnTo>
                  <a:lnTo>
                    <a:pt x="4509398" y="2260189"/>
                  </a:lnTo>
                  <a:lnTo>
                    <a:pt x="4579297" y="2260689"/>
                  </a:lnTo>
                  <a:lnTo>
                    <a:pt x="4661374" y="2261357"/>
                  </a:lnTo>
                  <a:lnTo>
                    <a:pt x="4751146" y="2262195"/>
                  </a:lnTo>
                  <a:lnTo>
                    <a:pt x="4844029" y="2263200"/>
                  </a:lnTo>
                  <a:lnTo>
                    <a:pt x="4936092" y="2264369"/>
                  </a:lnTo>
                  <a:lnTo>
                    <a:pt x="5024450" y="2265700"/>
                  </a:lnTo>
                  <a:lnTo>
                    <a:pt x="5107338" y="2267197"/>
                  </a:lnTo>
                  <a:lnTo>
                    <a:pt x="5183957" y="2268874"/>
                  </a:lnTo>
                  <a:lnTo>
                    <a:pt x="5254250" y="2270748"/>
                  </a:lnTo>
                  <a:lnTo>
                    <a:pt x="5318663" y="2272847"/>
                  </a:lnTo>
                  <a:lnTo>
                    <a:pt x="5377948" y="2275205"/>
                  </a:lnTo>
                  <a:lnTo>
                    <a:pt x="5433022" y="2277858"/>
                  </a:lnTo>
                  <a:lnTo>
                    <a:pt x="5484851" y="2280846"/>
                  </a:lnTo>
                  <a:lnTo>
                    <a:pt x="5534368" y="2284200"/>
                  </a:lnTo>
                  <a:lnTo>
                    <a:pt x="5567201" y="2286704"/>
                  </a:lnTo>
                  <a:lnTo>
                    <a:pt x="5619825" y="2291169"/>
                  </a:lnTo>
                  <a:lnTo>
                    <a:pt x="5671945" y="2296119"/>
                  </a:lnTo>
                  <a:lnTo>
                    <a:pt x="5724153" y="2301560"/>
                  </a:lnTo>
                  <a:lnTo>
                    <a:pt x="5776834" y="2307477"/>
                  </a:lnTo>
                  <a:lnTo>
                    <a:pt x="5830201" y="2313837"/>
                  </a:lnTo>
                  <a:lnTo>
                    <a:pt x="5884312" y="2320582"/>
                  </a:lnTo>
                  <a:lnTo>
                    <a:pt x="5939091" y="2327633"/>
                  </a:lnTo>
                  <a:lnTo>
                    <a:pt x="5994362" y="2334894"/>
                  </a:lnTo>
                  <a:lnTo>
                    <a:pt x="6049875" y="2342255"/>
                  </a:lnTo>
                  <a:lnTo>
                    <a:pt x="6105344" y="2349597"/>
                  </a:lnTo>
                  <a:lnTo>
                    <a:pt x="6160491" y="2356806"/>
                  </a:lnTo>
                  <a:lnTo>
                    <a:pt x="6215085" y="2363776"/>
                  </a:lnTo>
                  <a:lnTo>
                    <a:pt x="6268974" y="2370412"/>
                  </a:lnTo>
                  <a:lnTo>
                    <a:pt x="6322123" y="2376644"/>
                  </a:lnTo>
                  <a:lnTo>
                    <a:pt x="6374633" y="2382421"/>
                  </a:lnTo>
                  <a:lnTo>
                    <a:pt x="6426765" y="2387715"/>
                  </a:lnTo>
                  <a:lnTo>
                    <a:pt x="6478964" y="2392518"/>
                  </a:lnTo>
                  <a:lnTo>
                    <a:pt x="6515891" y="2395595"/>
                  </a:lnTo>
                  <a:lnTo>
                    <a:pt x="6564304" y="2399208"/>
                  </a:lnTo>
                  <a:lnTo>
                    <a:pt x="6614462" y="2402443"/>
                  </a:lnTo>
                  <a:lnTo>
                    <a:pt x="6667221" y="2405320"/>
                  </a:lnTo>
                  <a:lnTo>
                    <a:pt x="6723532" y="2407875"/>
                  </a:lnTo>
                  <a:lnTo>
                    <a:pt x="6784357" y="2410146"/>
                  </a:lnTo>
                  <a:lnTo>
                    <a:pt x="6850573" y="2412171"/>
                  </a:lnTo>
                  <a:lnTo>
                    <a:pt x="6922854" y="2413979"/>
                  </a:lnTo>
                  <a:lnTo>
                    <a:pt x="7001507" y="2415597"/>
                  </a:lnTo>
                  <a:lnTo>
                    <a:pt x="7086266" y="2417041"/>
                  </a:lnTo>
                  <a:lnTo>
                    <a:pt x="7176049" y="2418320"/>
                  </a:lnTo>
                  <a:lnTo>
                    <a:pt x="7268740" y="2419437"/>
                  </a:lnTo>
                  <a:lnTo>
                    <a:pt x="7361101" y="2420389"/>
                  </a:lnTo>
                  <a:lnTo>
                    <a:pt x="7448932" y="2421173"/>
                  </a:lnTo>
                  <a:lnTo>
                    <a:pt x="7527584" y="2421787"/>
                  </a:lnTo>
                  <a:lnTo>
                    <a:pt x="7592808" y="2422236"/>
                  </a:lnTo>
                  <a:lnTo>
                    <a:pt x="7641731" y="2422535"/>
                  </a:lnTo>
                  <a:lnTo>
                    <a:pt x="7673639" y="2422709"/>
                  </a:lnTo>
                  <a:lnTo>
                    <a:pt x="7690300" y="2422791"/>
                  </a:lnTo>
                  <a:lnTo>
                    <a:pt x="7695817" y="2422815"/>
                  </a:lnTo>
                  <a:lnTo>
                    <a:pt x="7696237" y="2422817"/>
                  </a:lnTo>
                  <a:lnTo>
                    <a:pt x="8234974" y="2422817"/>
                  </a:lnTo>
                  <a:lnTo>
                    <a:pt x="8234974" y="2411928"/>
                  </a:lnTo>
                  <a:lnTo>
                    <a:pt x="7696237" y="2411928"/>
                  </a:lnTo>
                  <a:lnTo>
                    <a:pt x="7694935" y="2411923"/>
                  </a:lnTo>
                  <a:lnTo>
                    <a:pt x="7686439" y="2411884"/>
                  </a:lnTo>
                  <a:lnTo>
                    <a:pt x="7665261" y="2411776"/>
                  </a:lnTo>
                  <a:lnTo>
                    <a:pt x="7628004" y="2411565"/>
                  </a:lnTo>
                  <a:lnTo>
                    <a:pt x="7573695" y="2411221"/>
                  </a:lnTo>
                  <a:lnTo>
                    <a:pt x="7503795" y="2410720"/>
                  </a:lnTo>
                  <a:lnTo>
                    <a:pt x="7421718" y="2410053"/>
                  </a:lnTo>
                  <a:lnTo>
                    <a:pt x="7331947" y="2409215"/>
                  </a:lnTo>
                  <a:lnTo>
                    <a:pt x="7239063" y="2408209"/>
                  </a:lnTo>
                  <a:lnTo>
                    <a:pt x="7147001" y="2407041"/>
                  </a:lnTo>
                  <a:lnTo>
                    <a:pt x="7058642" y="2405710"/>
                  </a:lnTo>
                  <a:lnTo>
                    <a:pt x="6975755" y="2404212"/>
                  </a:lnTo>
                  <a:lnTo>
                    <a:pt x="6899135" y="2402536"/>
                  </a:lnTo>
                  <a:lnTo>
                    <a:pt x="6828842" y="2400661"/>
                  </a:lnTo>
                  <a:lnTo>
                    <a:pt x="6764430" y="2398562"/>
                  </a:lnTo>
                  <a:lnTo>
                    <a:pt x="6705144" y="2396204"/>
                  </a:lnTo>
                  <a:lnTo>
                    <a:pt x="6650070" y="2393551"/>
                  </a:lnTo>
                  <a:lnTo>
                    <a:pt x="6598241" y="2390563"/>
                  </a:lnTo>
                  <a:lnTo>
                    <a:pt x="6548725" y="2387209"/>
                  </a:lnTo>
                  <a:lnTo>
                    <a:pt x="6515891" y="2384705"/>
                  </a:lnTo>
                  <a:lnTo>
                    <a:pt x="6463268" y="2380240"/>
                  </a:lnTo>
                  <a:lnTo>
                    <a:pt x="6411147" y="2375290"/>
                  </a:lnTo>
                  <a:lnTo>
                    <a:pt x="6358940" y="2369850"/>
                  </a:lnTo>
                  <a:lnTo>
                    <a:pt x="6306258" y="2363932"/>
                  </a:lnTo>
                  <a:lnTo>
                    <a:pt x="6252891" y="2357572"/>
                  </a:lnTo>
                  <a:lnTo>
                    <a:pt x="6198781" y="2350827"/>
                  </a:lnTo>
                  <a:lnTo>
                    <a:pt x="6144001" y="2343776"/>
                  </a:lnTo>
                  <a:lnTo>
                    <a:pt x="6088730" y="2336515"/>
                  </a:lnTo>
                  <a:lnTo>
                    <a:pt x="6033218" y="2329155"/>
                  </a:lnTo>
                  <a:lnTo>
                    <a:pt x="5977749" y="2321812"/>
                  </a:lnTo>
                  <a:lnTo>
                    <a:pt x="5922601" y="2314603"/>
                  </a:lnTo>
                  <a:lnTo>
                    <a:pt x="5868008" y="2307634"/>
                  </a:lnTo>
                  <a:lnTo>
                    <a:pt x="5814118" y="2300997"/>
                  </a:lnTo>
                  <a:lnTo>
                    <a:pt x="5760969" y="2294765"/>
                  </a:lnTo>
                  <a:lnTo>
                    <a:pt x="5708460" y="2288988"/>
                  </a:lnTo>
                  <a:lnTo>
                    <a:pt x="5656328" y="2283694"/>
                  </a:lnTo>
                  <a:lnTo>
                    <a:pt x="5604129" y="2278891"/>
                  </a:lnTo>
                  <a:lnTo>
                    <a:pt x="5567201" y="2275815"/>
                  </a:lnTo>
                  <a:lnTo>
                    <a:pt x="5518788" y="2272201"/>
                  </a:lnTo>
                  <a:lnTo>
                    <a:pt x="5468630" y="2268967"/>
                  </a:lnTo>
                  <a:lnTo>
                    <a:pt x="5415872" y="2266089"/>
                  </a:lnTo>
                  <a:lnTo>
                    <a:pt x="5359560" y="2263534"/>
                  </a:lnTo>
                  <a:lnTo>
                    <a:pt x="5298735" y="2261263"/>
                  </a:lnTo>
                  <a:lnTo>
                    <a:pt x="5232519" y="2259239"/>
                  </a:lnTo>
                  <a:lnTo>
                    <a:pt x="5160239" y="2257430"/>
                  </a:lnTo>
                  <a:lnTo>
                    <a:pt x="5081586" y="2255812"/>
                  </a:lnTo>
                  <a:lnTo>
                    <a:pt x="4996826" y="2254369"/>
                  </a:lnTo>
                  <a:lnTo>
                    <a:pt x="4907044" y="2253090"/>
                  </a:lnTo>
                  <a:lnTo>
                    <a:pt x="4814353" y="2251973"/>
                  </a:lnTo>
                  <a:lnTo>
                    <a:pt x="4721991" y="2251020"/>
                  </a:lnTo>
                  <a:lnTo>
                    <a:pt x="4634161" y="2250236"/>
                  </a:lnTo>
                  <a:lnTo>
                    <a:pt x="4555509" y="2249623"/>
                  </a:lnTo>
                  <a:lnTo>
                    <a:pt x="4490284" y="2249174"/>
                  </a:lnTo>
                  <a:lnTo>
                    <a:pt x="4441361" y="2248874"/>
                  </a:lnTo>
                  <a:lnTo>
                    <a:pt x="4409454" y="2248700"/>
                  </a:lnTo>
                  <a:lnTo>
                    <a:pt x="4392793" y="2248618"/>
                  </a:lnTo>
                  <a:lnTo>
                    <a:pt x="4387275" y="2248594"/>
                  </a:lnTo>
                  <a:lnTo>
                    <a:pt x="4386855" y="2248592"/>
                  </a:lnTo>
                  <a:lnTo>
                    <a:pt x="3848118" y="2248592"/>
                  </a:lnTo>
                  <a:lnTo>
                    <a:pt x="3846904" y="2248522"/>
                  </a:lnTo>
                  <a:lnTo>
                    <a:pt x="3838971" y="2248024"/>
                  </a:lnTo>
                  <a:lnTo>
                    <a:pt x="3819143" y="2246648"/>
                  </a:lnTo>
                  <a:lnTo>
                    <a:pt x="3784134" y="2243944"/>
                  </a:lnTo>
                  <a:lnTo>
                    <a:pt x="3732843" y="2239519"/>
                  </a:lnTo>
                  <a:lnTo>
                    <a:pt x="3666407" y="2233078"/>
                  </a:lnTo>
                  <a:lnTo>
                    <a:pt x="3587813" y="2224452"/>
                  </a:lnTo>
                  <a:lnTo>
                    <a:pt x="3501145" y="2213592"/>
                  </a:lnTo>
                  <a:lnTo>
                    <a:pt x="3410719" y="2200525"/>
                  </a:lnTo>
                  <a:lnTo>
                    <a:pt x="3320359" y="2185306"/>
                  </a:lnTo>
                  <a:lnTo>
                    <a:pt x="3232984" y="2167959"/>
                  </a:lnTo>
                  <a:lnTo>
                    <a:pt x="3150488" y="2148447"/>
                  </a:lnTo>
                  <a:lnTo>
                    <a:pt x="3073837" y="2126645"/>
                  </a:lnTo>
                  <a:lnTo>
                    <a:pt x="3003263" y="2102333"/>
                  </a:lnTo>
                  <a:lnTo>
                    <a:pt x="2938479" y="2075195"/>
                  </a:lnTo>
                  <a:lnTo>
                    <a:pt x="2878861" y="2044832"/>
                  </a:lnTo>
                  <a:lnTo>
                    <a:pt x="2823599" y="2010776"/>
                  </a:lnTo>
                  <a:lnTo>
                    <a:pt x="2771800" y="1972531"/>
                  </a:lnTo>
                  <a:lnTo>
                    <a:pt x="2722574" y="1929638"/>
                  </a:lnTo>
                  <a:lnTo>
                    <a:pt x="2675108" y="1881792"/>
                  </a:lnTo>
                  <a:lnTo>
                    <a:pt x="2667772" y="1873827"/>
                  </a:lnTo>
                  <a:lnTo>
                    <a:pt x="2629085" y="1829366"/>
                  </a:lnTo>
                  <a:lnTo>
                    <a:pt x="2590769" y="1781345"/>
                  </a:lnTo>
                  <a:lnTo>
                    <a:pt x="2552556" y="1729691"/>
                  </a:lnTo>
                  <a:lnTo>
                    <a:pt x="2514242" y="1674406"/>
                  </a:lnTo>
                  <a:lnTo>
                    <a:pt x="2475679" y="1615569"/>
                  </a:lnTo>
                  <a:lnTo>
                    <a:pt x="2436773" y="1553343"/>
                  </a:lnTo>
                  <a:lnTo>
                    <a:pt x="2397472" y="1487984"/>
                  </a:lnTo>
                  <a:lnTo>
                    <a:pt x="2357771" y="1419834"/>
                  </a:lnTo>
                  <a:lnTo>
                    <a:pt x="2317698" y="1349322"/>
                  </a:lnTo>
                  <a:lnTo>
                    <a:pt x="2277315" y="1276954"/>
                  </a:lnTo>
                  <a:lnTo>
                    <a:pt x="2236708" y="1203297"/>
                  </a:lnTo>
                  <a:lnTo>
                    <a:pt x="2195981" y="1128963"/>
                  </a:lnTo>
                  <a:lnTo>
                    <a:pt x="2155247" y="1054588"/>
                  </a:lnTo>
                  <a:lnTo>
                    <a:pt x="2114619" y="980812"/>
                  </a:lnTo>
                  <a:lnTo>
                    <a:pt x="2074203" y="908250"/>
                  </a:lnTo>
                  <a:lnTo>
                    <a:pt x="2034088" y="837476"/>
                  </a:lnTo>
                  <a:lnTo>
                    <a:pt x="1994337" y="769005"/>
                  </a:lnTo>
                  <a:lnTo>
                    <a:pt x="1954986" y="703275"/>
                  </a:lnTo>
                  <a:lnTo>
                    <a:pt x="1916032" y="640641"/>
                  </a:lnTo>
                  <a:lnTo>
                    <a:pt x="1877430" y="581368"/>
                  </a:lnTo>
                  <a:lnTo>
                    <a:pt x="1839092" y="525632"/>
                  </a:lnTo>
                  <a:lnTo>
                    <a:pt x="1800876" y="473522"/>
                  </a:lnTo>
                  <a:lnTo>
                    <a:pt x="1762587" y="425047"/>
                  </a:lnTo>
                  <a:lnTo>
                    <a:pt x="1723963" y="380147"/>
                  </a:lnTo>
                  <a:lnTo>
                    <a:pt x="1719082" y="374765"/>
                  </a:lnTo>
                  <a:lnTo>
                    <a:pt x="1671829" y="326132"/>
                  </a:lnTo>
                  <a:lnTo>
                    <a:pt x="1622929" y="282476"/>
                  </a:lnTo>
                  <a:lnTo>
                    <a:pt x="1571593" y="243529"/>
                  </a:lnTo>
                  <a:lnTo>
                    <a:pt x="1516934" y="208848"/>
                  </a:lnTo>
                  <a:lnTo>
                    <a:pt x="1458057" y="177938"/>
                  </a:lnTo>
                  <a:lnTo>
                    <a:pt x="1394131" y="150322"/>
                  </a:lnTo>
                  <a:lnTo>
                    <a:pt x="1324495" y="125590"/>
                  </a:lnTo>
                  <a:lnTo>
                    <a:pt x="1248799" y="103411"/>
                  </a:lnTo>
                  <a:lnTo>
                    <a:pt x="1167178" y="83550"/>
                  </a:lnTo>
                  <a:lnTo>
                    <a:pt x="1080469" y="65868"/>
                  </a:lnTo>
                  <a:lnTo>
                    <a:pt x="990410" y="50314"/>
                  </a:lnTo>
                  <a:lnTo>
                    <a:pt x="899761" y="36906"/>
                  </a:lnTo>
                  <a:lnTo>
                    <a:pt x="812224" y="25696"/>
                  </a:lnTo>
                  <a:lnTo>
                    <a:pt x="732076" y="16721"/>
                  </a:lnTo>
                  <a:lnTo>
                    <a:pt x="663495" y="9944"/>
                  </a:lnTo>
                  <a:lnTo>
                    <a:pt x="609698" y="5219"/>
                  </a:lnTo>
                  <a:lnTo>
                    <a:pt x="572147" y="2269"/>
                  </a:lnTo>
                  <a:lnTo>
                    <a:pt x="550102" y="713"/>
                  </a:lnTo>
                  <a:lnTo>
                    <a:pt x="540599" y="10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03" name="pl603"/>
            <p:cNvSpPr/>
            <p:nvPr/>
          </p:nvSpPr>
          <p:spPr>
            <a:xfrm>
              <a:off x="546595" y="2759490"/>
              <a:ext cx="8234974" cy="2411928"/>
            </a:xfrm>
            <a:custGeom>
              <a:avLst/>
              <a:pathLst>
                <a:path w="8234974" h="2411928">
                  <a:moveTo>
                    <a:pt x="0" y="0"/>
                  </a:moveTo>
                  <a:lnTo>
                    <a:pt x="538736" y="0"/>
                  </a:lnTo>
                  <a:lnTo>
                    <a:pt x="539950" y="69"/>
                  </a:lnTo>
                  <a:lnTo>
                    <a:pt x="547884" y="567"/>
                  </a:lnTo>
                  <a:lnTo>
                    <a:pt x="567711" y="1944"/>
                  </a:lnTo>
                  <a:lnTo>
                    <a:pt x="602720" y="4647"/>
                  </a:lnTo>
                  <a:lnTo>
                    <a:pt x="654011" y="9072"/>
                  </a:lnTo>
                  <a:lnTo>
                    <a:pt x="720448" y="15514"/>
                  </a:lnTo>
                  <a:lnTo>
                    <a:pt x="799042" y="24139"/>
                  </a:lnTo>
                  <a:lnTo>
                    <a:pt x="885709" y="35000"/>
                  </a:lnTo>
                  <a:lnTo>
                    <a:pt x="976135" y="48066"/>
                  </a:lnTo>
                  <a:lnTo>
                    <a:pt x="1066495" y="63286"/>
                  </a:lnTo>
                  <a:lnTo>
                    <a:pt x="1153871" y="80633"/>
                  </a:lnTo>
                  <a:lnTo>
                    <a:pt x="1236367" y="100145"/>
                  </a:lnTo>
                  <a:lnTo>
                    <a:pt x="1313018" y="121947"/>
                  </a:lnTo>
                  <a:lnTo>
                    <a:pt x="1383591" y="146259"/>
                  </a:lnTo>
                  <a:lnTo>
                    <a:pt x="1448376" y="173396"/>
                  </a:lnTo>
                  <a:lnTo>
                    <a:pt x="1507994" y="203759"/>
                  </a:lnTo>
                  <a:lnTo>
                    <a:pt x="1563256" y="237816"/>
                  </a:lnTo>
                  <a:lnTo>
                    <a:pt x="1615054" y="276061"/>
                  </a:lnTo>
                  <a:lnTo>
                    <a:pt x="1664280" y="318953"/>
                  </a:lnTo>
                  <a:lnTo>
                    <a:pt x="1711746" y="366800"/>
                  </a:lnTo>
                  <a:lnTo>
                    <a:pt x="1719082" y="374765"/>
                  </a:lnTo>
                  <a:lnTo>
                    <a:pt x="1757770" y="419225"/>
                  </a:lnTo>
                  <a:lnTo>
                    <a:pt x="1796086" y="467247"/>
                  </a:lnTo>
                  <a:lnTo>
                    <a:pt x="1834299" y="518900"/>
                  </a:lnTo>
                  <a:lnTo>
                    <a:pt x="1872613" y="574185"/>
                  </a:lnTo>
                  <a:lnTo>
                    <a:pt x="1911175" y="633023"/>
                  </a:lnTo>
                  <a:lnTo>
                    <a:pt x="1950082" y="695248"/>
                  </a:lnTo>
                  <a:lnTo>
                    <a:pt x="1989382" y="760608"/>
                  </a:lnTo>
                  <a:lnTo>
                    <a:pt x="2029084" y="828758"/>
                  </a:lnTo>
                  <a:lnTo>
                    <a:pt x="2069157" y="899269"/>
                  </a:lnTo>
                  <a:lnTo>
                    <a:pt x="2109540" y="971638"/>
                  </a:lnTo>
                  <a:lnTo>
                    <a:pt x="2150147" y="1045295"/>
                  </a:lnTo>
                  <a:lnTo>
                    <a:pt x="2190873" y="1119629"/>
                  </a:lnTo>
                  <a:lnTo>
                    <a:pt x="2231607" y="1194003"/>
                  </a:lnTo>
                  <a:lnTo>
                    <a:pt x="2272235" y="1267780"/>
                  </a:lnTo>
                  <a:lnTo>
                    <a:pt x="2312651" y="1340342"/>
                  </a:lnTo>
                  <a:lnTo>
                    <a:pt x="2352767" y="1411115"/>
                  </a:lnTo>
                  <a:lnTo>
                    <a:pt x="2392517" y="1479586"/>
                  </a:lnTo>
                  <a:lnTo>
                    <a:pt x="2431869" y="1545316"/>
                  </a:lnTo>
                  <a:lnTo>
                    <a:pt x="2470823" y="1607950"/>
                  </a:lnTo>
                  <a:lnTo>
                    <a:pt x="2509424" y="1667223"/>
                  </a:lnTo>
                  <a:lnTo>
                    <a:pt x="2547763" y="1722960"/>
                  </a:lnTo>
                  <a:lnTo>
                    <a:pt x="2585978" y="1775070"/>
                  </a:lnTo>
                  <a:lnTo>
                    <a:pt x="2624268" y="1823544"/>
                  </a:lnTo>
                  <a:lnTo>
                    <a:pt x="2662892" y="1868445"/>
                  </a:lnTo>
                  <a:lnTo>
                    <a:pt x="2667772" y="1873827"/>
                  </a:lnTo>
                  <a:lnTo>
                    <a:pt x="2715026" y="1922460"/>
                  </a:lnTo>
                  <a:lnTo>
                    <a:pt x="2763925" y="1966116"/>
                  </a:lnTo>
                  <a:lnTo>
                    <a:pt x="2815262" y="2005063"/>
                  </a:lnTo>
                  <a:lnTo>
                    <a:pt x="2869920" y="2039743"/>
                  </a:lnTo>
                  <a:lnTo>
                    <a:pt x="2928798" y="2070654"/>
                  </a:lnTo>
                  <a:lnTo>
                    <a:pt x="2992724" y="2098269"/>
                  </a:lnTo>
                  <a:lnTo>
                    <a:pt x="3062359" y="2123002"/>
                  </a:lnTo>
                  <a:lnTo>
                    <a:pt x="3138056" y="2145180"/>
                  </a:lnTo>
                  <a:lnTo>
                    <a:pt x="3219677" y="2165041"/>
                  </a:lnTo>
                  <a:lnTo>
                    <a:pt x="3306386" y="2182723"/>
                  </a:lnTo>
                  <a:lnTo>
                    <a:pt x="3396444" y="2198278"/>
                  </a:lnTo>
                  <a:lnTo>
                    <a:pt x="3487094" y="2211686"/>
                  </a:lnTo>
                  <a:lnTo>
                    <a:pt x="3574631" y="2222895"/>
                  </a:lnTo>
                  <a:lnTo>
                    <a:pt x="3654779" y="2231871"/>
                  </a:lnTo>
                  <a:lnTo>
                    <a:pt x="3723359" y="2238648"/>
                  </a:lnTo>
                  <a:lnTo>
                    <a:pt x="3777157" y="2243373"/>
                  </a:lnTo>
                  <a:lnTo>
                    <a:pt x="3814707" y="2246322"/>
                  </a:lnTo>
                  <a:lnTo>
                    <a:pt x="3836753" y="2247878"/>
                  </a:lnTo>
                  <a:lnTo>
                    <a:pt x="3846256" y="2248484"/>
                  </a:lnTo>
                  <a:lnTo>
                    <a:pt x="3848113" y="2248592"/>
                  </a:lnTo>
                  <a:lnTo>
                    <a:pt x="3848118" y="2248592"/>
                  </a:lnTo>
                  <a:lnTo>
                    <a:pt x="4386855" y="2248592"/>
                  </a:lnTo>
                  <a:lnTo>
                    <a:pt x="4388157" y="2248598"/>
                  </a:lnTo>
                  <a:lnTo>
                    <a:pt x="4396653" y="2248636"/>
                  </a:lnTo>
                  <a:lnTo>
                    <a:pt x="4417831" y="2248744"/>
                  </a:lnTo>
                  <a:lnTo>
                    <a:pt x="4455088" y="2248955"/>
                  </a:lnTo>
                  <a:lnTo>
                    <a:pt x="4509398" y="2249300"/>
                  </a:lnTo>
                  <a:lnTo>
                    <a:pt x="4579297" y="2249800"/>
                  </a:lnTo>
                  <a:lnTo>
                    <a:pt x="4661374" y="2250468"/>
                  </a:lnTo>
                  <a:lnTo>
                    <a:pt x="4751146" y="2251306"/>
                  </a:lnTo>
                  <a:lnTo>
                    <a:pt x="4844029" y="2252311"/>
                  </a:lnTo>
                  <a:lnTo>
                    <a:pt x="4936092" y="2253480"/>
                  </a:lnTo>
                  <a:lnTo>
                    <a:pt x="5024450" y="2254810"/>
                  </a:lnTo>
                  <a:lnTo>
                    <a:pt x="5107338" y="2256308"/>
                  </a:lnTo>
                  <a:lnTo>
                    <a:pt x="5183957" y="2257984"/>
                  </a:lnTo>
                  <a:lnTo>
                    <a:pt x="5254250" y="2259859"/>
                  </a:lnTo>
                  <a:lnTo>
                    <a:pt x="5318663" y="2261958"/>
                  </a:lnTo>
                  <a:lnTo>
                    <a:pt x="5377948" y="2264316"/>
                  </a:lnTo>
                  <a:lnTo>
                    <a:pt x="5433022" y="2266969"/>
                  </a:lnTo>
                  <a:lnTo>
                    <a:pt x="5484851" y="2269957"/>
                  </a:lnTo>
                  <a:lnTo>
                    <a:pt x="5534368" y="2273311"/>
                  </a:lnTo>
                  <a:lnTo>
                    <a:pt x="5567201" y="2275815"/>
                  </a:lnTo>
                  <a:lnTo>
                    <a:pt x="5619825" y="2280280"/>
                  </a:lnTo>
                  <a:lnTo>
                    <a:pt x="5671945" y="2285230"/>
                  </a:lnTo>
                  <a:lnTo>
                    <a:pt x="5724153" y="2290671"/>
                  </a:lnTo>
                  <a:lnTo>
                    <a:pt x="5776834" y="2296588"/>
                  </a:lnTo>
                  <a:lnTo>
                    <a:pt x="5830201" y="2302948"/>
                  </a:lnTo>
                  <a:lnTo>
                    <a:pt x="5884312" y="2309693"/>
                  </a:lnTo>
                  <a:lnTo>
                    <a:pt x="5939091" y="2316744"/>
                  </a:lnTo>
                  <a:lnTo>
                    <a:pt x="5994362" y="2324005"/>
                  </a:lnTo>
                  <a:lnTo>
                    <a:pt x="6049875" y="2331366"/>
                  </a:lnTo>
                  <a:lnTo>
                    <a:pt x="6105344" y="2338708"/>
                  </a:lnTo>
                  <a:lnTo>
                    <a:pt x="6160491" y="2345917"/>
                  </a:lnTo>
                  <a:lnTo>
                    <a:pt x="6215085" y="2352886"/>
                  </a:lnTo>
                  <a:lnTo>
                    <a:pt x="6268974" y="2359523"/>
                  </a:lnTo>
                  <a:lnTo>
                    <a:pt x="6322123" y="2365755"/>
                  </a:lnTo>
                  <a:lnTo>
                    <a:pt x="6374633" y="2371532"/>
                  </a:lnTo>
                  <a:lnTo>
                    <a:pt x="6426765" y="2376826"/>
                  </a:lnTo>
                  <a:lnTo>
                    <a:pt x="6478964" y="2381629"/>
                  </a:lnTo>
                  <a:lnTo>
                    <a:pt x="6515891" y="2384705"/>
                  </a:lnTo>
                  <a:lnTo>
                    <a:pt x="6564304" y="2388319"/>
                  </a:lnTo>
                  <a:lnTo>
                    <a:pt x="6614462" y="2391554"/>
                  </a:lnTo>
                  <a:lnTo>
                    <a:pt x="6667221" y="2394431"/>
                  </a:lnTo>
                  <a:lnTo>
                    <a:pt x="6723532" y="2396986"/>
                  </a:lnTo>
                  <a:lnTo>
                    <a:pt x="6784357" y="2399257"/>
                  </a:lnTo>
                  <a:lnTo>
                    <a:pt x="6850573" y="2401282"/>
                  </a:lnTo>
                  <a:lnTo>
                    <a:pt x="6922854" y="2403090"/>
                  </a:lnTo>
                  <a:lnTo>
                    <a:pt x="7001507" y="2404708"/>
                  </a:lnTo>
                  <a:lnTo>
                    <a:pt x="7086266" y="2406152"/>
                  </a:lnTo>
                  <a:lnTo>
                    <a:pt x="7176049" y="2407431"/>
                  </a:lnTo>
                  <a:lnTo>
                    <a:pt x="7268740" y="2408548"/>
                  </a:lnTo>
                  <a:lnTo>
                    <a:pt x="7361101" y="2409500"/>
                  </a:lnTo>
                  <a:lnTo>
                    <a:pt x="7448932" y="2410284"/>
                  </a:lnTo>
                  <a:lnTo>
                    <a:pt x="7527584" y="2410898"/>
                  </a:lnTo>
                  <a:lnTo>
                    <a:pt x="7592808" y="2411347"/>
                  </a:lnTo>
                  <a:lnTo>
                    <a:pt x="7641731" y="2411646"/>
                  </a:lnTo>
                  <a:lnTo>
                    <a:pt x="7673639" y="2411820"/>
                  </a:lnTo>
                  <a:lnTo>
                    <a:pt x="7690300" y="2411902"/>
                  </a:lnTo>
                  <a:lnTo>
                    <a:pt x="7695817" y="2411926"/>
                  </a:lnTo>
                  <a:lnTo>
                    <a:pt x="7696237" y="2411928"/>
                  </a:lnTo>
                  <a:lnTo>
                    <a:pt x="8234974" y="2411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4" name="pl604"/>
            <p:cNvSpPr/>
            <p:nvPr/>
          </p:nvSpPr>
          <p:spPr>
            <a:xfrm>
              <a:off x="546595" y="2748601"/>
              <a:ext cx="8234974" cy="2411928"/>
            </a:xfrm>
            <a:custGeom>
              <a:avLst/>
              <a:pathLst>
                <a:path w="8234974" h="2411928">
                  <a:moveTo>
                    <a:pt x="8234974" y="2411928"/>
                  </a:moveTo>
                  <a:lnTo>
                    <a:pt x="7696237" y="2411928"/>
                  </a:lnTo>
                  <a:lnTo>
                    <a:pt x="7694935" y="2411923"/>
                  </a:lnTo>
                  <a:lnTo>
                    <a:pt x="7686439" y="2411884"/>
                  </a:lnTo>
                  <a:lnTo>
                    <a:pt x="7665261" y="2411776"/>
                  </a:lnTo>
                  <a:lnTo>
                    <a:pt x="7628004" y="2411565"/>
                  </a:lnTo>
                  <a:lnTo>
                    <a:pt x="7573695" y="2411221"/>
                  </a:lnTo>
                  <a:lnTo>
                    <a:pt x="7503795" y="2410720"/>
                  </a:lnTo>
                  <a:lnTo>
                    <a:pt x="7421718" y="2410053"/>
                  </a:lnTo>
                  <a:lnTo>
                    <a:pt x="7331947" y="2409215"/>
                  </a:lnTo>
                  <a:lnTo>
                    <a:pt x="7239063" y="2408209"/>
                  </a:lnTo>
                  <a:lnTo>
                    <a:pt x="7147001" y="2407041"/>
                  </a:lnTo>
                  <a:lnTo>
                    <a:pt x="7058642" y="2405710"/>
                  </a:lnTo>
                  <a:lnTo>
                    <a:pt x="6975755" y="2404212"/>
                  </a:lnTo>
                  <a:lnTo>
                    <a:pt x="6899135" y="2402536"/>
                  </a:lnTo>
                  <a:lnTo>
                    <a:pt x="6828842" y="2400661"/>
                  </a:lnTo>
                  <a:lnTo>
                    <a:pt x="6764430" y="2398562"/>
                  </a:lnTo>
                  <a:lnTo>
                    <a:pt x="6705144" y="2396204"/>
                  </a:lnTo>
                  <a:lnTo>
                    <a:pt x="6650070" y="2393551"/>
                  </a:lnTo>
                  <a:lnTo>
                    <a:pt x="6598241" y="2390563"/>
                  </a:lnTo>
                  <a:lnTo>
                    <a:pt x="6548725" y="2387209"/>
                  </a:lnTo>
                  <a:lnTo>
                    <a:pt x="6515891" y="2384705"/>
                  </a:lnTo>
                  <a:lnTo>
                    <a:pt x="6463268" y="2380240"/>
                  </a:lnTo>
                  <a:lnTo>
                    <a:pt x="6411147" y="2375290"/>
                  </a:lnTo>
                  <a:lnTo>
                    <a:pt x="6358940" y="2369850"/>
                  </a:lnTo>
                  <a:lnTo>
                    <a:pt x="6306258" y="2363932"/>
                  </a:lnTo>
                  <a:lnTo>
                    <a:pt x="6252891" y="2357572"/>
                  </a:lnTo>
                  <a:lnTo>
                    <a:pt x="6198781" y="2350827"/>
                  </a:lnTo>
                  <a:lnTo>
                    <a:pt x="6144001" y="2343776"/>
                  </a:lnTo>
                  <a:lnTo>
                    <a:pt x="6088730" y="2336515"/>
                  </a:lnTo>
                  <a:lnTo>
                    <a:pt x="6033218" y="2329155"/>
                  </a:lnTo>
                  <a:lnTo>
                    <a:pt x="5977749" y="2321812"/>
                  </a:lnTo>
                  <a:lnTo>
                    <a:pt x="5922601" y="2314603"/>
                  </a:lnTo>
                  <a:lnTo>
                    <a:pt x="5868008" y="2307634"/>
                  </a:lnTo>
                  <a:lnTo>
                    <a:pt x="5814118" y="2300997"/>
                  </a:lnTo>
                  <a:lnTo>
                    <a:pt x="5760969" y="2294765"/>
                  </a:lnTo>
                  <a:lnTo>
                    <a:pt x="5708460" y="2288988"/>
                  </a:lnTo>
                  <a:lnTo>
                    <a:pt x="5656328" y="2283694"/>
                  </a:lnTo>
                  <a:lnTo>
                    <a:pt x="5604129" y="2278891"/>
                  </a:lnTo>
                  <a:lnTo>
                    <a:pt x="5567201" y="2275815"/>
                  </a:lnTo>
                  <a:lnTo>
                    <a:pt x="5518788" y="2272201"/>
                  </a:lnTo>
                  <a:lnTo>
                    <a:pt x="5468630" y="2268967"/>
                  </a:lnTo>
                  <a:lnTo>
                    <a:pt x="5415872" y="2266089"/>
                  </a:lnTo>
                  <a:lnTo>
                    <a:pt x="5359560" y="2263534"/>
                  </a:lnTo>
                  <a:lnTo>
                    <a:pt x="5298735" y="2261263"/>
                  </a:lnTo>
                  <a:lnTo>
                    <a:pt x="5232519" y="2259239"/>
                  </a:lnTo>
                  <a:lnTo>
                    <a:pt x="5160239" y="2257430"/>
                  </a:lnTo>
                  <a:lnTo>
                    <a:pt x="5081586" y="2255812"/>
                  </a:lnTo>
                  <a:lnTo>
                    <a:pt x="4996826" y="2254369"/>
                  </a:lnTo>
                  <a:lnTo>
                    <a:pt x="4907044" y="2253090"/>
                  </a:lnTo>
                  <a:lnTo>
                    <a:pt x="4814353" y="2251973"/>
                  </a:lnTo>
                  <a:lnTo>
                    <a:pt x="4721991" y="2251020"/>
                  </a:lnTo>
                  <a:lnTo>
                    <a:pt x="4634161" y="2250236"/>
                  </a:lnTo>
                  <a:lnTo>
                    <a:pt x="4555509" y="2249623"/>
                  </a:lnTo>
                  <a:lnTo>
                    <a:pt x="4490284" y="2249174"/>
                  </a:lnTo>
                  <a:lnTo>
                    <a:pt x="4441361" y="2248874"/>
                  </a:lnTo>
                  <a:lnTo>
                    <a:pt x="4409454" y="2248700"/>
                  </a:lnTo>
                  <a:lnTo>
                    <a:pt x="4392793" y="2248618"/>
                  </a:lnTo>
                  <a:lnTo>
                    <a:pt x="4387275" y="2248594"/>
                  </a:lnTo>
                  <a:lnTo>
                    <a:pt x="4386855" y="2248592"/>
                  </a:lnTo>
                  <a:lnTo>
                    <a:pt x="3848118" y="2248592"/>
                  </a:lnTo>
                  <a:lnTo>
                    <a:pt x="3846904" y="2248522"/>
                  </a:lnTo>
                  <a:lnTo>
                    <a:pt x="3838971" y="2248024"/>
                  </a:lnTo>
                  <a:lnTo>
                    <a:pt x="3819143" y="2246648"/>
                  </a:lnTo>
                  <a:lnTo>
                    <a:pt x="3784134" y="2243944"/>
                  </a:lnTo>
                  <a:lnTo>
                    <a:pt x="3732843" y="2239519"/>
                  </a:lnTo>
                  <a:lnTo>
                    <a:pt x="3666407" y="2233078"/>
                  </a:lnTo>
                  <a:lnTo>
                    <a:pt x="3587813" y="2224452"/>
                  </a:lnTo>
                  <a:lnTo>
                    <a:pt x="3501145" y="2213592"/>
                  </a:lnTo>
                  <a:lnTo>
                    <a:pt x="3410719" y="2200525"/>
                  </a:lnTo>
                  <a:lnTo>
                    <a:pt x="3320359" y="2185306"/>
                  </a:lnTo>
                  <a:lnTo>
                    <a:pt x="3232984" y="2167959"/>
                  </a:lnTo>
                  <a:lnTo>
                    <a:pt x="3150488" y="2148447"/>
                  </a:lnTo>
                  <a:lnTo>
                    <a:pt x="3073837" y="2126645"/>
                  </a:lnTo>
                  <a:lnTo>
                    <a:pt x="3003263" y="2102333"/>
                  </a:lnTo>
                  <a:lnTo>
                    <a:pt x="2938479" y="2075195"/>
                  </a:lnTo>
                  <a:lnTo>
                    <a:pt x="2878861" y="2044832"/>
                  </a:lnTo>
                  <a:lnTo>
                    <a:pt x="2823599" y="2010776"/>
                  </a:lnTo>
                  <a:lnTo>
                    <a:pt x="2771800" y="1972531"/>
                  </a:lnTo>
                  <a:lnTo>
                    <a:pt x="2722574" y="1929638"/>
                  </a:lnTo>
                  <a:lnTo>
                    <a:pt x="2675108" y="1881792"/>
                  </a:lnTo>
                  <a:lnTo>
                    <a:pt x="2667772" y="1873827"/>
                  </a:lnTo>
                  <a:lnTo>
                    <a:pt x="2629085" y="1829366"/>
                  </a:lnTo>
                  <a:lnTo>
                    <a:pt x="2590769" y="1781345"/>
                  </a:lnTo>
                  <a:lnTo>
                    <a:pt x="2552556" y="1729691"/>
                  </a:lnTo>
                  <a:lnTo>
                    <a:pt x="2514242" y="1674406"/>
                  </a:lnTo>
                  <a:lnTo>
                    <a:pt x="2475679" y="1615569"/>
                  </a:lnTo>
                  <a:lnTo>
                    <a:pt x="2436773" y="1553343"/>
                  </a:lnTo>
                  <a:lnTo>
                    <a:pt x="2397472" y="1487984"/>
                  </a:lnTo>
                  <a:lnTo>
                    <a:pt x="2357771" y="1419834"/>
                  </a:lnTo>
                  <a:lnTo>
                    <a:pt x="2317698" y="1349322"/>
                  </a:lnTo>
                  <a:lnTo>
                    <a:pt x="2277315" y="1276954"/>
                  </a:lnTo>
                  <a:lnTo>
                    <a:pt x="2236708" y="1203297"/>
                  </a:lnTo>
                  <a:lnTo>
                    <a:pt x="2195981" y="1128963"/>
                  </a:lnTo>
                  <a:lnTo>
                    <a:pt x="2155247" y="1054588"/>
                  </a:lnTo>
                  <a:lnTo>
                    <a:pt x="2114619" y="980812"/>
                  </a:lnTo>
                  <a:lnTo>
                    <a:pt x="2074203" y="908250"/>
                  </a:lnTo>
                  <a:lnTo>
                    <a:pt x="2034088" y="837476"/>
                  </a:lnTo>
                  <a:lnTo>
                    <a:pt x="1994337" y="769005"/>
                  </a:lnTo>
                  <a:lnTo>
                    <a:pt x="1954986" y="703275"/>
                  </a:lnTo>
                  <a:lnTo>
                    <a:pt x="1916032" y="640641"/>
                  </a:lnTo>
                  <a:lnTo>
                    <a:pt x="1877430" y="581368"/>
                  </a:lnTo>
                  <a:lnTo>
                    <a:pt x="1839092" y="525632"/>
                  </a:lnTo>
                  <a:lnTo>
                    <a:pt x="1800876" y="473522"/>
                  </a:lnTo>
                  <a:lnTo>
                    <a:pt x="1762587" y="425047"/>
                  </a:lnTo>
                  <a:lnTo>
                    <a:pt x="1723963" y="380147"/>
                  </a:lnTo>
                  <a:lnTo>
                    <a:pt x="1719082" y="374765"/>
                  </a:lnTo>
                  <a:lnTo>
                    <a:pt x="1671829" y="326132"/>
                  </a:lnTo>
                  <a:lnTo>
                    <a:pt x="1622929" y="282476"/>
                  </a:lnTo>
                  <a:lnTo>
                    <a:pt x="1571593" y="243529"/>
                  </a:lnTo>
                  <a:lnTo>
                    <a:pt x="1516934" y="208848"/>
                  </a:lnTo>
                  <a:lnTo>
                    <a:pt x="1458057" y="177938"/>
                  </a:lnTo>
                  <a:lnTo>
                    <a:pt x="1394131" y="150322"/>
                  </a:lnTo>
                  <a:lnTo>
                    <a:pt x="1324495" y="125590"/>
                  </a:lnTo>
                  <a:lnTo>
                    <a:pt x="1248799" y="103411"/>
                  </a:lnTo>
                  <a:lnTo>
                    <a:pt x="1167178" y="83550"/>
                  </a:lnTo>
                  <a:lnTo>
                    <a:pt x="1080469" y="65868"/>
                  </a:lnTo>
                  <a:lnTo>
                    <a:pt x="990410" y="50314"/>
                  </a:lnTo>
                  <a:lnTo>
                    <a:pt x="899761" y="36906"/>
                  </a:lnTo>
                  <a:lnTo>
                    <a:pt x="812224" y="25696"/>
                  </a:lnTo>
                  <a:lnTo>
                    <a:pt x="732076" y="16721"/>
                  </a:lnTo>
                  <a:lnTo>
                    <a:pt x="663495" y="9944"/>
                  </a:lnTo>
                  <a:lnTo>
                    <a:pt x="609698" y="5219"/>
                  </a:lnTo>
                  <a:lnTo>
                    <a:pt x="572147" y="2269"/>
                  </a:lnTo>
                  <a:lnTo>
                    <a:pt x="550102" y="713"/>
                  </a:lnTo>
                  <a:lnTo>
                    <a:pt x="540599" y="108"/>
                  </a:lnTo>
                  <a:lnTo>
                    <a:pt x="538741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5" name="pg605"/>
            <p:cNvSpPr/>
            <p:nvPr/>
          </p:nvSpPr>
          <p:spPr>
            <a:xfrm>
              <a:off x="546595" y="2759490"/>
              <a:ext cx="8234974" cy="2923714"/>
            </a:xfrm>
            <a:custGeom>
              <a:avLst/>
              <a:pathLst>
                <a:path w="8234974" h="2923714">
                  <a:moveTo>
                    <a:pt x="0" y="10889"/>
                  </a:moveTo>
                  <a:lnTo>
                    <a:pt x="538736" y="10889"/>
                  </a:lnTo>
                  <a:lnTo>
                    <a:pt x="539949" y="10959"/>
                  </a:lnTo>
                  <a:lnTo>
                    <a:pt x="547875" y="11460"/>
                  </a:lnTo>
                  <a:lnTo>
                    <a:pt x="567684" y="12845"/>
                  </a:lnTo>
                  <a:lnTo>
                    <a:pt x="602663" y="15565"/>
                  </a:lnTo>
                  <a:lnTo>
                    <a:pt x="653913" y="20018"/>
                  </a:lnTo>
                  <a:lnTo>
                    <a:pt x="720301" y="26500"/>
                  </a:lnTo>
                  <a:lnTo>
                    <a:pt x="798847" y="35181"/>
                  </a:lnTo>
                  <a:lnTo>
                    <a:pt x="885471" y="46111"/>
                  </a:lnTo>
                  <a:lnTo>
                    <a:pt x="975862" y="59262"/>
                  </a:lnTo>
                  <a:lnTo>
                    <a:pt x="1066198" y="74580"/>
                  </a:lnTo>
                  <a:lnTo>
                    <a:pt x="1153558" y="92040"/>
                  </a:lnTo>
                  <a:lnTo>
                    <a:pt x="1236048" y="111678"/>
                  </a:lnTo>
                  <a:lnTo>
                    <a:pt x="1312698" y="133621"/>
                  </a:lnTo>
                  <a:lnTo>
                    <a:pt x="1383275" y="158090"/>
                  </a:lnTo>
                  <a:lnTo>
                    <a:pt x="1448065" y="185400"/>
                  </a:lnTo>
                  <a:lnTo>
                    <a:pt x="1507688" y="215956"/>
                  </a:lnTo>
                  <a:lnTo>
                    <a:pt x="1562953" y="250226"/>
                  </a:lnTo>
                  <a:lnTo>
                    <a:pt x="1614752" y="288710"/>
                  </a:lnTo>
                  <a:lnTo>
                    <a:pt x="1663975" y="331870"/>
                  </a:lnTo>
                  <a:lnTo>
                    <a:pt x="1711434" y="380015"/>
                  </a:lnTo>
                  <a:lnTo>
                    <a:pt x="1719082" y="388376"/>
                  </a:lnTo>
                  <a:lnTo>
                    <a:pt x="1757670" y="433039"/>
                  </a:lnTo>
                  <a:lnTo>
                    <a:pt x="1795888" y="481270"/>
                  </a:lnTo>
                  <a:lnTo>
                    <a:pt x="1834002" y="533141"/>
                  </a:lnTo>
                  <a:lnTo>
                    <a:pt x="1872215" y="588651"/>
                  </a:lnTo>
                  <a:lnTo>
                    <a:pt x="1910675" y="647722"/>
                  </a:lnTo>
                  <a:lnTo>
                    <a:pt x="1949475" y="710190"/>
                  </a:lnTo>
                  <a:lnTo>
                    <a:pt x="1988667" y="775804"/>
                  </a:lnTo>
                  <a:lnTo>
                    <a:pt x="2028259" y="844221"/>
                  </a:lnTo>
                  <a:lnTo>
                    <a:pt x="2068220" y="915014"/>
                  </a:lnTo>
                  <a:lnTo>
                    <a:pt x="2108492" y="987681"/>
                  </a:lnTo>
                  <a:lnTo>
                    <a:pt x="2148989" y="1061654"/>
                  </a:lnTo>
                  <a:lnTo>
                    <a:pt x="2189609" y="1136324"/>
                  </a:lnTo>
                  <a:lnTo>
                    <a:pt x="2230239" y="1211053"/>
                  </a:lnTo>
                  <a:lnTo>
                    <a:pt x="2270767" y="1285205"/>
                  </a:lnTo>
                  <a:lnTo>
                    <a:pt x="2311089" y="1358162"/>
                  </a:lnTo>
                  <a:lnTo>
                    <a:pt x="2351114" y="1429348"/>
                  </a:lnTo>
                  <a:lnTo>
                    <a:pt x="2390778" y="1498246"/>
                  </a:lnTo>
                  <a:lnTo>
                    <a:pt x="2430046" y="1564415"/>
                  </a:lnTo>
                  <a:lnTo>
                    <a:pt x="2468918" y="1627497"/>
                  </a:lnTo>
                  <a:lnTo>
                    <a:pt x="2507435" y="1687221"/>
                  </a:lnTo>
                  <a:lnTo>
                    <a:pt x="2545685" y="1743409"/>
                  </a:lnTo>
                  <a:lnTo>
                    <a:pt x="2583804" y="1795965"/>
                  </a:lnTo>
                  <a:lnTo>
                    <a:pt x="2621984" y="1844877"/>
                  </a:lnTo>
                  <a:lnTo>
                    <a:pt x="2660479" y="1890202"/>
                  </a:lnTo>
                  <a:lnTo>
                    <a:pt x="2667772" y="1898327"/>
                  </a:lnTo>
                  <a:lnTo>
                    <a:pt x="2715010" y="1947298"/>
                  </a:lnTo>
                  <a:lnTo>
                    <a:pt x="2763892" y="1991259"/>
                  </a:lnTo>
                  <a:lnTo>
                    <a:pt x="2815209" y="2030479"/>
                  </a:lnTo>
                  <a:lnTo>
                    <a:pt x="2869845" y="2065405"/>
                  </a:lnTo>
                  <a:lnTo>
                    <a:pt x="2928695" y="2096535"/>
                  </a:lnTo>
                  <a:lnTo>
                    <a:pt x="2992590" y="2124347"/>
                  </a:lnTo>
                  <a:lnTo>
                    <a:pt x="3062190" y="2149257"/>
                  </a:lnTo>
                  <a:lnTo>
                    <a:pt x="3137846" y="2171595"/>
                  </a:lnTo>
                  <a:lnTo>
                    <a:pt x="3219423" y="2191600"/>
                  </a:lnTo>
                  <a:lnTo>
                    <a:pt x="3306090" y="2209412"/>
                  </a:lnTo>
                  <a:lnTo>
                    <a:pt x="3396111" y="2225081"/>
                  </a:lnTo>
                  <a:lnTo>
                    <a:pt x="3486734" y="2238590"/>
                  </a:lnTo>
                  <a:lnTo>
                    <a:pt x="3574264" y="2249887"/>
                  </a:lnTo>
                  <a:lnTo>
                    <a:pt x="3654428" y="2258935"/>
                  </a:lnTo>
                  <a:lnTo>
                    <a:pt x="3723051" y="2265769"/>
                  </a:lnTo>
                  <a:lnTo>
                    <a:pt x="3776912" y="2270537"/>
                  </a:lnTo>
                  <a:lnTo>
                    <a:pt x="3814540" y="2273516"/>
                  </a:lnTo>
                  <a:lnTo>
                    <a:pt x="3836662" y="2275090"/>
                  </a:lnTo>
                  <a:lnTo>
                    <a:pt x="3846226" y="2275704"/>
                  </a:lnTo>
                  <a:lnTo>
                    <a:pt x="3848118" y="2275815"/>
                  </a:lnTo>
                  <a:lnTo>
                    <a:pt x="4386855" y="2275815"/>
                  </a:lnTo>
                  <a:lnTo>
                    <a:pt x="4388150" y="2275836"/>
                  </a:lnTo>
                  <a:lnTo>
                    <a:pt x="4396599" y="2275990"/>
                  </a:lnTo>
                  <a:lnTo>
                    <a:pt x="4417663" y="2276414"/>
                  </a:lnTo>
                  <a:lnTo>
                    <a:pt x="4454731" y="2277245"/>
                  </a:lnTo>
                  <a:lnTo>
                    <a:pt x="4508789" y="2278605"/>
                  </a:lnTo>
                  <a:lnTo>
                    <a:pt x="4578402" y="2280579"/>
                  </a:lnTo>
                  <a:lnTo>
                    <a:pt x="4660192" y="2283214"/>
                  </a:lnTo>
                  <a:lnTo>
                    <a:pt x="4749711" y="2286521"/>
                  </a:lnTo>
                  <a:lnTo>
                    <a:pt x="4842397" y="2290490"/>
                  </a:lnTo>
                  <a:lnTo>
                    <a:pt x="4934325" y="2295105"/>
                  </a:lnTo>
                  <a:lnTo>
                    <a:pt x="5022609" y="2300361"/>
                  </a:lnTo>
                  <a:lnTo>
                    <a:pt x="5105469" y="2306275"/>
                  </a:lnTo>
                  <a:lnTo>
                    <a:pt x="5182095" y="2312893"/>
                  </a:lnTo>
                  <a:lnTo>
                    <a:pt x="5252413" y="2320292"/>
                  </a:lnTo>
                  <a:lnTo>
                    <a:pt x="5316857" y="2328576"/>
                  </a:lnTo>
                  <a:lnTo>
                    <a:pt x="5376168" y="2337877"/>
                  </a:lnTo>
                  <a:lnTo>
                    <a:pt x="5431255" y="2348342"/>
                  </a:lnTo>
                  <a:lnTo>
                    <a:pt x="5483078" y="2360123"/>
                  </a:lnTo>
                  <a:lnTo>
                    <a:pt x="5532566" y="2373348"/>
                  </a:lnTo>
                  <a:lnTo>
                    <a:pt x="5567201" y="2383798"/>
                  </a:lnTo>
                  <a:lnTo>
                    <a:pt x="5617584" y="2400713"/>
                  </a:lnTo>
                  <a:lnTo>
                    <a:pt x="5667479" y="2419386"/>
                  </a:lnTo>
                  <a:lnTo>
                    <a:pt x="5717417" y="2439843"/>
                  </a:lnTo>
                  <a:lnTo>
                    <a:pt x="5767754" y="2462044"/>
                  </a:lnTo>
                  <a:lnTo>
                    <a:pt x="5818698" y="2485880"/>
                  </a:lnTo>
                  <a:lnTo>
                    <a:pt x="5870322" y="2511168"/>
                  </a:lnTo>
                  <a:lnTo>
                    <a:pt x="5922589" y="2537651"/>
                  </a:lnTo>
                  <a:lnTo>
                    <a:pt x="5975363" y="2565007"/>
                  </a:lnTo>
                  <a:lnTo>
                    <a:pt x="6028442" y="2592866"/>
                  </a:lnTo>
                  <a:lnTo>
                    <a:pt x="6081584" y="2620825"/>
                  </a:lnTo>
                  <a:lnTo>
                    <a:pt x="6134538" y="2648478"/>
                  </a:lnTo>
                  <a:lnTo>
                    <a:pt x="6187076" y="2675436"/>
                  </a:lnTo>
                  <a:lnTo>
                    <a:pt x="6239028" y="2701349"/>
                  </a:lnTo>
                  <a:lnTo>
                    <a:pt x="6290306" y="2725929"/>
                  </a:lnTo>
                  <a:lnTo>
                    <a:pt x="6340924" y="2748954"/>
                  </a:lnTo>
                  <a:lnTo>
                    <a:pt x="6391024" y="2770280"/>
                  </a:lnTo>
                  <a:lnTo>
                    <a:pt x="6440886" y="2789833"/>
                  </a:lnTo>
                  <a:lnTo>
                    <a:pt x="6490950" y="2807608"/>
                  </a:lnTo>
                  <a:lnTo>
                    <a:pt x="6515891" y="2815731"/>
                  </a:lnTo>
                  <a:lnTo>
                    <a:pt x="6564209" y="2830038"/>
                  </a:lnTo>
                  <a:lnTo>
                    <a:pt x="6614262" y="2842848"/>
                  </a:lnTo>
                  <a:lnTo>
                    <a:pt x="6666903" y="2854246"/>
                  </a:lnTo>
                  <a:lnTo>
                    <a:pt x="6723077" y="2864369"/>
                  </a:lnTo>
                  <a:lnTo>
                    <a:pt x="6783740" y="2873371"/>
                  </a:lnTo>
                  <a:lnTo>
                    <a:pt x="6849765" y="2881394"/>
                  </a:lnTo>
                  <a:lnTo>
                    <a:pt x="6921825" y="2888565"/>
                  </a:lnTo>
                  <a:lnTo>
                    <a:pt x="7000232" y="2894980"/>
                  </a:lnTo>
                  <a:lnTo>
                    <a:pt x="7084732" y="2900706"/>
                  </a:lnTo>
                  <a:lnTo>
                    <a:pt x="7174263" y="2905782"/>
                  </a:lnTo>
                  <a:lnTo>
                    <a:pt x="7266743" y="2910217"/>
                  </a:lnTo>
                  <a:lnTo>
                    <a:pt x="7358975" y="2914002"/>
                  </a:lnTo>
                  <a:lnTo>
                    <a:pt x="7446800" y="2917122"/>
                  </a:lnTo>
                  <a:lnTo>
                    <a:pt x="7525599" y="2919569"/>
                  </a:lnTo>
                  <a:lnTo>
                    <a:pt x="7591123" y="2921364"/>
                  </a:lnTo>
                  <a:lnTo>
                    <a:pt x="7640466" y="2922565"/>
                  </a:lnTo>
                  <a:lnTo>
                    <a:pt x="7672842" y="2923270"/>
                  </a:lnTo>
                  <a:lnTo>
                    <a:pt x="7689934" y="2923604"/>
                  </a:lnTo>
                  <a:lnTo>
                    <a:pt x="7695746" y="2923706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2825"/>
                  </a:lnTo>
                  <a:lnTo>
                    <a:pt x="7696237" y="2912825"/>
                  </a:lnTo>
                  <a:lnTo>
                    <a:pt x="7694942" y="2912804"/>
                  </a:lnTo>
                  <a:lnTo>
                    <a:pt x="7686494" y="2912650"/>
                  </a:lnTo>
                  <a:lnTo>
                    <a:pt x="7665429" y="2912226"/>
                  </a:lnTo>
                  <a:lnTo>
                    <a:pt x="7628361" y="2911395"/>
                  </a:lnTo>
                  <a:lnTo>
                    <a:pt x="7574303" y="2910035"/>
                  </a:lnTo>
                  <a:lnTo>
                    <a:pt x="7504691" y="2908061"/>
                  </a:lnTo>
                  <a:lnTo>
                    <a:pt x="7422901" y="2905426"/>
                  </a:lnTo>
                  <a:lnTo>
                    <a:pt x="7333381" y="2902119"/>
                  </a:lnTo>
                  <a:lnTo>
                    <a:pt x="7240696" y="2898150"/>
                  </a:lnTo>
                  <a:lnTo>
                    <a:pt x="7148767" y="2893535"/>
                  </a:lnTo>
                  <a:lnTo>
                    <a:pt x="7060483" y="2888279"/>
                  </a:lnTo>
                  <a:lnTo>
                    <a:pt x="6977623" y="2882365"/>
                  </a:lnTo>
                  <a:lnTo>
                    <a:pt x="6900997" y="2875747"/>
                  </a:lnTo>
                  <a:lnTo>
                    <a:pt x="6830679" y="2868348"/>
                  </a:lnTo>
                  <a:lnTo>
                    <a:pt x="6766236" y="2860064"/>
                  </a:lnTo>
                  <a:lnTo>
                    <a:pt x="6706924" y="2850763"/>
                  </a:lnTo>
                  <a:lnTo>
                    <a:pt x="6651838" y="2840298"/>
                  </a:lnTo>
                  <a:lnTo>
                    <a:pt x="6600015" y="2828517"/>
                  </a:lnTo>
                  <a:lnTo>
                    <a:pt x="6550527" y="2815293"/>
                  </a:lnTo>
                  <a:lnTo>
                    <a:pt x="6515891" y="2804842"/>
                  </a:lnTo>
                  <a:lnTo>
                    <a:pt x="6465509" y="2787927"/>
                  </a:lnTo>
                  <a:lnTo>
                    <a:pt x="6415613" y="2769254"/>
                  </a:lnTo>
                  <a:lnTo>
                    <a:pt x="6365675" y="2748798"/>
                  </a:lnTo>
                  <a:lnTo>
                    <a:pt x="6315338" y="2726597"/>
                  </a:lnTo>
                  <a:lnTo>
                    <a:pt x="6264395" y="2702760"/>
                  </a:lnTo>
                  <a:lnTo>
                    <a:pt x="6212770" y="2677472"/>
                  </a:lnTo>
                  <a:lnTo>
                    <a:pt x="6160504" y="2650989"/>
                  </a:lnTo>
                  <a:lnTo>
                    <a:pt x="6107730" y="2623633"/>
                  </a:lnTo>
                  <a:lnTo>
                    <a:pt x="6054650" y="2595774"/>
                  </a:lnTo>
                  <a:lnTo>
                    <a:pt x="6001508" y="2567815"/>
                  </a:lnTo>
                  <a:lnTo>
                    <a:pt x="5948555" y="2540162"/>
                  </a:lnTo>
                  <a:lnTo>
                    <a:pt x="5896017" y="2513204"/>
                  </a:lnTo>
                  <a:lnTo>
                    <a:pt x="5844064" y="2487291"/>
                  </a:lnTo>
                  <a:lnTo>
                    <a:pt x="5792787" y="2462711"/>
                  </a:lnTo>
                  <a:lnTo>
                    <a:pt x="5742168" y="2439686"/>
                  </a:lnTo>
                  <a:lnTo>
                    <a:pt x="5692068" y="2418360"/>
                  </a:lnTo>
                  <a:lnTo>
                    <a:pt x="5642207" y="2398807"/>
                  </a:lnTo>
                  <a:lnTo>
                    <a:pt x="5592143" y="2381032"/>
                  </a:lnTo>
                  <a:lnTo>
                    <a:pt x="5567201" y="2372909"/>
                  </a:lnTo>
                  <a:lnTo>
                    <a:pt x="5518884" y="2358602"/>
                  </a:lnTo>
                  <a:lnTo>
                    <a:pt x="5468830" y="2345792"/>
                  </a:lnTo>
                  <a:lnTo>
                    <a:pt x="5416189" y="2334394"/>
                  </a:lnTo>
                  <a:lnTo>
                    <a:pt x="5360015" y="2324271"/>
                  </a:lnTo>
                  <a:lnTo>
                    <a:pt x="5299352" y="2315270"/>
                  </a:lnTo>
                  <a:lnTo>
                    <a:pt x="5233327" y="2307246"/>
                  </a:lnTo>
                  <a:lnTo>
                    <a:pt x="5161268" y="2300075"/>
                  </a:lnTo>
                  <a:lnTo>
                    <a:pt x="5082860" y="2293660"/>
                  </a:lnTo>
                  <a:lnTo>
                    <a:pt x="4998361" y="2287934"/>
                  </a:lnTo>
                  <a:lnTo>
                    <a:pt x="4908830" y="2282858"/>
                  </a:lnTo>
                  <a:lnTo>
                    <a:pt x="4816350" y="2278423"/>
                  </a:lnTo>
                  <a:lnTo>
                    <a:pt x="4724117" y="2274638"/>
                  </a:lnTo>
                  <a:lnTo>
                    <a:pt x="4636292" y="2271518"/>
                  </a:lnTo>
                  <a:lnTo>
                    <a:pt x="4557494" y="2269071"/>
                  </a:lnTo>
                  <a:lnTo>
                    <a:pt x="4491969" y="2267276"/>
                  </a:lnTo>
                  <a:lnTo>
                    <a:pt x="4442627" y="2266075"/>
                  </a:lnTo>
                  <a:lnTo>
                    <a:pt x="4410250" y="2265370"/>
                  </a:lnTo>
                  <a:lnTo>
                    <a:pt x="4393159" y="2265036"/>
                  </a:lnTo>
                  <a:lnTo>
                    <a:pt x="4387346" y="2264934"/>
                  </a:lnTo>
                  <a:lnTo>
                    <a:pt x="4386855" y="2264926"/>
                  </a:lnTo>
                  <a:lnTo>
                    <a:pt x="3848118" y="2264926"/>
                  </a:lnTo>
                  <a:lnTo>
                    <a:pt x="3846906" y="2264856"/>
                  </a:lnTo>
                  <a:lnTo>
                    <a:pt x="3838979" y="2264355"/>
                  </a:lnTo>
                  <a:lnTo>
                    <a:pt x="3819170" y="2262969"/>
                  </a:lnTo>
                  <a:lnTo>
                    <a:pt x="3784192" y="2260249"/>
                  </a:lnTo>
                  <a:lnTo>
                    <a:pt x="3732942" y="2255796"/>
                  </a:lnTo>
                  <a:lnTo>
                    <a:pt x="3666553" y="2249314"/>
                  </a:lnTo>
                  <a:lnTo>
                    <a:pt x="3588007" y="2240633"/>
                  </a:lnTo>
                  <a:lnTo>
                    <a:pt x="3501383" y="2229703"/>
                  </a:lnTo>
                  <a:lnTo>
                    <a:pt x="3410992" y="2216553"/>
                  </a:lnTo>
                  <a:lnTo>
                    <a:pt x="3320657" y="2201234"/>
                  </a:lnTo>
                  <a:lnTo>
                    <a:pt x="3233296" y="2183775"/>
                  </a:lnTo>
                  <a:lnTo>
                    <a:pt x="3150807" y="2164136"/>
                  </a:lnTo>
                  <a:lnTo>
                    <a:pt x="3074156" y="2142193"/>
                  </a:lnTo>
                  <a:lnTo>
                    <a:pt x="3003579" y="2117725"/>
                  </a:lnTo>
                  <a:lnTo>
                    <a:pt x="2938789" y="2090414"/>
                  </a:lnTo>
                  <a:lnTo>
                    <a:pt x="2879167" y="2059858"/>
                  </a:lnTo>
                  <a:lnTo>
                    <a:pt x="2823901" y="2025588"/>
                  </a:lnTo>
                  <a:lnTo>
                    <a:pt x="2772103" y="1987104"/>
                  </a:lnTo>
                  <a:lnTo>
                    <a:pt x="2722880" y="1943944"/>
                  </a:lnTo>
                  <a:lnTo>
                    <a:pt x="2675421" y="1895799"/>
                  </a:lnTo>
                  <a:lnTo>
                    <a:pt x="2667772" y="1887438"/>
                  </a:lnTo>
                  <a:lnTo>
                    <a:pt x="2629184" y="1842775"/>
                  </a:lnTo>
                  <a:lnTo>
                    <a:pt x="2590967" y="1794544"/>
                  </a:lnTo>
                  <a:lnTo>
                    <a:pt x="2552853" y="1742673"/>
                  </a:lnTo>
                  <a:lnTo>
                    <a:pt x="2514639" y="1687163"/>
                  </a:lnTo>
                  <a:lnTo>
                    <a:pt x="2476180" y="1628092"/>
                  </a:lnTo>
                  <a:lnTo>
                    <a:pt x="2437379" y="1565624"/>
                  </a:lnTo>
                  <a:lnTo>
                    <a:pt x="2398187" y="1500010"/>
                  </a:lnTo>
                  <a:lnTo>
                    <a:pt x="2358596" y="1431593"/>
                  </a:lnTo>
                  <a:lnTo>
                    <a:pt x="2318634" y="1360800"/>
                  </a:lnTo>
                  <a:lnTo>
                    <a:pt x="2278362" y="1288134"/>
                  </a:lnTo>
                  <a:lnTo>
                    <a:pt x="2237865" y="1214160"/>
                  </a:lnTo>
                  <a:lnTo>
                    <a:pt x="2197246" y="1139491"/>
                  </a:lnTo>
                  <a:lnTo>
                    <a:pt x="2156615" y="1064761"/>
                  </a:lnTo>
                  <a:lnTo>
                    <a:pt x="2116087" y="990609"/>
                  </a:lnTo>
                  <a:lnTo>
                    <a:pt x="2075766" y="917652"/>
                  </a:lnTo>
                  <a:lnTo>
                    <a:pt x="2035740" y="846466"/>
                  </a:lnTo>
                  <a:lnTo>
                    <a:pt x="1996076" y="777568"/>
                  </a:lnTo>
                  <a:lnTo>
                    <a:pt x="1956809" y="711399"/>
                  </a:lnTo>
                  <a:lnTo>
                    <a:pt x="1917937" y="648317"/>
                  </a:lnTo>
                  <a:lnTo>
                    <a:pt x="1879419" y="588593"/>
                  </a:lnTo>
                  <a:lnTo>
                    <a:pt x="1841169" y="532405"/>
                  </a:lnTo>
                  <a:lnTo>
                    <a:pt x="1803050" y="479849"/>
                  </a:lnTo>
                  <a:lnTo>
                    <a:pt x="1764870" y="430937"/>
                  </a:lnTo>
                  <a:lnTo>
                    <a:pt x="1726376" y="385612"/>
                  </a:lnTo>
                  <a:lnTo>
                    <a:pt x="1719082" y="377487"/>
                  </a:lnTo>
                  <a:lnTo>
                    <a:pt x="1671845" y="328516"/>
                  </a:lnTo>
                  <a:lnTo>
                    <a:pt x="1622963" y="284555"/>
                  </a:lnTo>
                  <a:lnTo>
                    <a:pt x="1571646" y="245335"/>
                  </a:lnTo>
                  <a:lnTo>
                    <a:pt x="1517010" y="210409"/>
                  </a:lnTo>
                  <a:lnTo>
                    <a:pt x="1458159" y="179279"/>
                  </a:lnTo>
                  <a:lnTo>
                    <a:pt x="1394264" y="151467"/>
                  </a:lnTo>
                  <a:lnTo>
                    <a:pt x="1324665" y="126557"/>
                  </a:lnTo>
                  <a:lnTo>
                    <a:pt x="1249009" y="104219"/>
                  </a:lnTo>
                  <a:lnTo>
                    <a:pt x="1167431" y="84214"/>
                  </a:lnTo>
                  <a:lnTo>
                    <a:pt x="1080765" y="66402"/>
                  </a:lnTo>
                  <a:lnTo>
                    <a:pt x="990744" y="50733"/>
                  </a:lnTo>
                  <a:lnTo>
                    <a:pt x="900120" y="37224"/>
                  </a:lnTo>
                  <a:lnTo>
                    <a:pt x="812590" y="25927"/>
                  </a:lnTo>
                  <a:lnTo>
                    <a:pt x="732426" y="16879"/>
                  </a:lnTo>
                  <a:lnTo>
                    <a:pt x="663804" y="10045"/>
                  </a:lnTo>
                  <a:lnTo>
                    <a:pt x="609942" y="5277"/>
                  </a:lnTo>
                  <a:lnTo>
                    <a:pt x="572315" y="2298"/>
                  </a:lnTo>
                  <a:lnTo>
                    <a:pt x="550192" y="725"/>
                  </a:lnTo>
                  <a:lnTo>
                    <a:pt x="540629" y="1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06" name="pl606"/>
            <p:cNvSpPr/>
            <p:nvPr/>
          </p:nvSpPr>
          <p:spPr>
            <a:xfrm>
              <a:off x="546595" y="2770379"/>
              <a:ext cx="8234974" cy="2912825"/>
            </a:xfrm>
            <a:custGeom>
              <a:avLst/>
              <a:pathLst>
                <a:path w="8234974" h="2912825">
                  <a:moveTo>
                    <a:pt x="0" y="0"/>
                  </a:moveTo>
                  <a:lnTo>
                    <a:pt x="538736" y="0"/>
                  </a:lnTo>
                  <a:lnTo>
                    <a:pt x="539949" y="70"/>
                  </a:lnTo>
                  <a:lnTo>
                    <a:pt x="547875" y="571"/>
                  </a:lnTo>
                  <a:lnTo>
                    <a:pt x="567684" y="1956"/>
                  </a:lnTo>
                  <a:lnTo>
                    <a:pt x="602663" y="4676"/>
                  </a:lnTo>
                  <a:lnTo>
                    <a:pt x="653913" y="9129"/>
                  </a:lnTo>
                  <a:lnTo>
                    <a:pt x="720301" y="15611"/>
                  </a:lnTo>
                  <a:lnTo>
                    <a:pt x="798847" y="24292"/>
                  </a:lnTo>
                  <a:lnTo>
                    <a:pt x="885471" y="35222"/>
                  </a:lnTo>
                  <a:lnTo>
                    <a:pt x="975862" y="48373"/>
                  </a:lnTo>
                  <a:lnTo>
                    <a:pt x="1066198" y="63691"/>
                  </a:lnTo>
                  <a:lnTo>
                    <a:pt x="1153558" y="81151"/>
                  </a:lnTo>
                  <a:lnTo>
                    <a:pt x="1236048" y="100789"/>
                  </a:lnTo>
                  <a:lnTo>
                    <a:pt x="1312698" y="122732"/>
                  </a:lnTo>
                  <a:lnTo>
                    <a:pt x="1383275" y="147201"/>
                  </a:lnTo>
                  <a:lnTo>
                    <a:pt x="1448065" y="174511"/>
                  </a:lnTo>
                  <a:lnTo>
                    <a:pt x="1507688" y="205067"/>
                  </a:lnTo>
                  <a:lnTo>
                    <a:pt x="1562953" y="239337"/>
                  </a:lnTo>
                  <a:lnTo>
                    <a:pt x="1614752" y="277821"/>
                  </a:lnTo>
                  <a:lnTo>
                    <a:pt x="1663975" y="320981"/>
                  </a:lnTo>
                  <a:lnTo>
                    <a:pt x="1711434" y="369126"/>
                  </a:lnTo>
                  <a:lnTo>
                    <a:pt x="1719082" y="377487"/>
                  </a:lnTo>
                  <a:lnTo>
                    <a:pt x="1757670" y="422150"/>
                  </a:lnTo>
                  <a:lnTo>
                    <a:pt x="1795888" y="470381"/>
                  </a:lnTo>
                  <a:lnTo>
                    <a:pt x="1834002" y="522252"/>
                  </a:lnTo>
                  <a:lnTo>
                    <a:pt x="1872215" y="577762"/>
                  </a:lnTo>
                  <a:lnTo>
                    <a:pt x="1910675" y="636833"/>
                  </a:lnTo>
                  <a:lnTo>
                    <a:pt x="1949475" y="699301"/>
                  </a:lnTo>
                  <a:lnTo>
                    <a:pt x="1988667" y="764915"/>
                  </a:lnTo>
                  <a:lnTo>
                    <a:pt x="2028259" y="833332"/>
                  </a:lnTo>
                  <a:lnTo>
                    <a:pt x="2068220" y="904125"/>
                  </a:lnTo>
                  <a:lnTo>
                    <a:pt x="2108492" y="976792"/>
                  </a:lnTo>
                  <a:lnTo>
                    <a:pt x="2148989" y="1050765"/>
                  </a:lnTo>
                  <a:lnTo>
                    <a:pt x="2189609" y="1125435"/>
                  </a:lnTo>
                  <a:lnTo>
                    <a:pt x="2230239" y="1200164"/>
                  </a:lnTo>
                  <a:lnTo>
                    <a:pt x="2270767" y="1274316"/>
                  </a:lnTo>
                  <a:lnTo>
                    <a:pt x="2311089" y="1347273"/>
                  </a:lnTo>
                  <a:lnTo>
                    <a:pt x="2351114" y="1418459"/>
                  </a:lnTo>
                  <a:lnTo>
                    <a:pt x="2390778" y="1487357"/>
                  </a:lnTo>
                  <a:lnTo>
                    <a:pt x="2430046" y="1553526"/>
                  </a:lnTo>
                  <a:lnTo>
                    <a:pt x="2468918" y="1616608"/>
                  </a:lnTo>
                  <a:lnTo>
                    <a:pt x="2507435" y="1676332"/>
                  </a:lnTo>
                  <a:lnTo>
                    <a:pt x="2545685" y="1732520"/>
                  </a:lnTo>
                  <a:lnTo>
                    <a:pt x="2583804" y="1785076"/>
                  </a:lnTo>
                  <a:lnTo>
                    <a:pt x="2621984" y="1833988"/>
                  </a:lnTo>
                  <a:lnTo>
                    <a:pt x="2660479" y="1879313"/>
                  </a:lnTo>
                  <a:lnTo>
                    <a:pt x="2667772" y="1887438"/>
                  </a:lnTo>
                  <a:lnTo>
                    <a:pt x="2715010" y="1936409"/>
                  </a:lnTo>
                  <a:lnTo>
                    <a:pt x="2763892" y="1980370"/>
                  </a:lnTo>
                  <a:lnTo>
                    <a:pt x="2815209" y="2019590"/>
                  </a:lnTo>
                  <a:lnTo>
                    <a:pt x="2869845" y="2054516"/>
                  </a:lnTo>
                  <a:lnTo>
                    <a:pt x="2928695" y="2085646"/>
                  </a:lnTo>
                  <a:lnTo>
                    <a:pt x="2992590" y="2113458"/>
                  </a:lnTo>
                  <a:lnTo>
                    <a:pt x="3062190" y="2138368"/>
                  </a:lnTo>
                  <a:lnTo>
                    <a:pt x="3137846" y="2160706"/>
                  </a:lnTo>
                  <a:lnTo>
                    <a:pt x="3219423" y="2180711"/>
                  </a:lnTo>
                  <a:lnTo>
                    <a:pt x="3306090" y="2198523"/>
                  </a:lnTo>
                  <a:lnTo>
                    <a:pt x="3396111" y="2214192"/>
                  </a:lnTo>
                  <a:lnTo>
                    <a:pt x="3486734" y="2227701"/>
                  </a:lnTo>
                  <a:lnTo>
                    <a:pt x="3574264" y="2238998"/>
                  </a:lnTo>
                  <a:lnTo>
                    <a:pt x="3654428" y="2248046"/>
                  </a:lnTo>
                  <a:lnTo>
                    <a:pt x="3723051" y="2254880"/>
                  </a:lnTo>
                  <a:lnTo>
                    <a:pt x="3776912" y="2259648"/>
                  </a:lnTo>
                  <a:lnTo>
                    <a:pt x="3814540" y="2262627"/>
                  </a:lnTo>
                  <a:lnTo>
                    <a:pt x="3836662" y="2264201"/>
                  </a:lnTo>
                  <a:lnTo>
                    <a:pt x="3846226" y="2264815"/>
                  </a:lnTo>
                  <a:lnTo>
                    <a:pt x="3848113" y="2264925"/>
                  </a:lnTo>
                  <a:lnTo>
                    <a:pt x="3848118" y="2264926"/>
                  </a:lnTo>
                  <a:lnTo>
                    <a:pt x="4386855" y="2264926"/>
                  </a:lnTo>
                  <a:lnTo>
                    <a:pt x="4388150" y="2264947"/>
                  </a:lnTo>
                  <a:lnTo>
                    <a:pt x="4396599" y="2265101"/>
                  </a:lnTo>
                  <a:lnTo>
                    <a:pt x="4417663" y="2265525"/>
                  </a:lnTo>
                  <a:lnTo>
                    <a:pt x="4454731" y="2266356"/>
                  </a:lnTo>
                  <a:lnTo>
                    <a:pt x="4508789" y="2267716"/>
                  </a:lnTo>
                  <a:lnTo>
                    <a:pt x="4578402" y="2269690"/>
                  </a:lnTo>
                  <a:lnTo>
                    <a:pt x="4660192" y="2272325"/>
                  </a:lnTo>
                  <a:lnTo>
                    <a:pt x="4749711" y="2275632"/>
                  </a:lnTo>
                  <a:lnTo>
                    <a:pt x="4842397" y="2279601"/>
                  </a:lnTo>
                  <a:lnTo>
                    <a:pt x="4934325" y="2284216"/>
                  </a:lnTo>
                  <a:lnTo>
                    <a:pt x="5022609" y="2289472"/>
                  </a:lnTo>
                  <a:lnTo>
                    <a:pt x="5105469" y="2295386"/>
                  </a:lnTo>
                  <a:lnTo>
                    <a:pt x="5182095" y="2302004"/>
                  </a:lnTo>
                  <a:lnTo>
                    <a:pt x="5252413" y="2309403"/>
                  </a:lnTo>
                  <a:lnTo>
                    <a:pt x="5316857" y="2317687"/>
                  </a:lnTo>
                  <a:lnTo>
                    <a:pt x="5376168" y="2326988"/>
                  </a:lnTo>
                  <a:lnTo>
                    <a:pt x="5431255" y="2337453"/>
                  </a:lnTo>
                  <a:lnTo>
                    <a:pt x="5483078" y="2349234"/>
                  </a:lnTo>
                  <a:lnTo>
                    <a:pt x="5532566" y="2362458"/>
                  </a:lnTo>
                  <a:lnTo>
                    <a:pt x="5567201" y="2372909"/>
                  </a:lnTo>
                  <a:lnTo>
                    <a:pt x="5617584" y="2389824"/>
                  </a:lnTo>
                  <a:lnTo>
                    <a:pt x="5667479" y="2408497"/>
                  </a:lnTo>
                  <a:lnTo>
                    <a:pt x="5717417" y="2428953"/>
                  </a:lnTo>
                  <a:lnTo>
                    <a:pt x="5767754" y="2451154"/>
                  </a:lnTo>
                  <a:lnTo>
                    <a:pt x="5818698" y="2474991"/>
                  </a:lnTo>
                  <a:lnTo>
                    <a:pt x="5870322" y="2500279"/>
                  </a:lnTo>
                  <a:lnTo>
                    <a:pt x="5922589" y="2526762"/>
                  </a:lnTo>
                  <a:lnTo>
                    <a:pt x="5975363" y="2554118"/>
                  </a:lnTo>
                  <a:lnTo>
                    <a:pt x="6028442" y="2581977"/>
                  </a:lnTo>
                  <a:lnTo>
                    <a:pt x="6081584" y="2609936"/>
                  </a:lnTo>
                  <a:lnTo>
                    <a:pt x="6134538" y="2637589"/>
                  </a:lnTo>
                  <a:lnTo>
                    <a:pt x="6187076" y="2664547"/>
                  </a:lnTo>
                  <a:lnTo>
                    <a:pt x="6239028" y="2690460"/>
                  </a:lnTo>
                  <a:lnTo>
                    <a:pt x="6290306" y="2715040"/>
                  </a:lnTo>
                  <a:lnTo>
                    <a:pt x="6340924" y="2738065"/>
                  </a:lnTo>
                  <a:lnTo>
                    <a:pt x="6391024" y="2759391"/>
                  </a:lnTo>
                  <a:lnTo>
                    <a:pt x="6440886" y="2778944"/>
                  </a:lnTo>
                  <a:lnTo>
                    <a:pt x="6490950" y="2796719"/>
                  </a:lnTo>
                  <a:lnTo>
                    <a:pt x="6515891" y="2804842"/>
                  </a:lnTo>
                  <a:lnTo>
                    <a:pt x="6564209" y="2819149"/>
                  </a:lnTo>
                  <a:lnTo>
                    <a:pt x="6614262" y="2831959"/>
                  </a:lnTo>
                  <a:lnTo>
                    <a:pt x="6666903" y="2843357"/>
                  </a:lnTo>
                  <a:lnTo>
                    <a:pt x="6723077" y="2853480"/>
                  </a:lnTo>
                  <a:lnTo>
                    <a:pt x="6783740" y="2862481"/>
                  </a:lnTo>
                  <a:lnTo>
                    <a:pt x="6849765" y="2870505"/>
                  </a:lnTo>
                  <a:lnTo>
                    <a:pt x="6921825" y="2877676"/>
                  </a:lnTo>
                  <a:lnTo>
                    <a:pt x="7000232" y="2884091"/>
                  </a:lnTo>
                  <a:lnTo>
                    <a:pt x="7084732" y="2889817"/>
                  </a:lnTo>
                  <a:lnTo>
                    <a:pt x="7174263" y="2894893"/>
                  </a:lnTo>
                  <a:lnTo>
                    <a:pt x="7266743" y="2899328"/>
                  </a:lnTo>
                  <a:lnTo>
                    <a:pt x="7358975" y="2903113"/>
                  </a:lnTo>
                  <a:lnTo>
                    <a:pt x="7446800" y="2906233"/>
                  </a:lnTo>
                  <a:lnTo>
                    <a:pt x="7525599" y="2908680"/>
                  </a:lnTo>
                  <a:lnTo>
                    <a:pt x="7591123" y="2910475"/>
                  </a:lnTo>
                  <a:lnTo>
                    <a:pt x="7640466" y="2911676"/>
                  </a:lnTo>
                  <a:lnTo>
                    <a:pt x="7672842" y="2912381"/>
                  </a:lnTo>
                  <a:lnTo>
                    <a:pt x="7689934" y="2912715"/>
                  </a:lnTo>
                  <a:lnTo>
                    <a:pt x="7695746" y="2912817"/>
                  </a:lnTo>
                  <a:lnTo>
                    <a:pt x="7696237" y="2912825"/>
                  </a:lnTo>
                  <a:lnTo>
                    <a:pt x="8234974" y="29128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7" name="pl607"/>
            <p:cNvSpPr/>
            <p:nvPr/>
          </p:nvSpPr>
          <p:spPr>
            <a:xfrm>
              <a:off x="546595" y="2759490"/>
              <a:ext cx="8234974" cy="2912825"/>
            </a:xfrm>
            <a:custGeom>
              <a:avLst/>
              <a:pathLst>
                <a:path w="8234974" h="2912825">
                  <a:moveTo>
                    <a:pt x="8234974" y="2912825"/>
                  </a:moveTo>
                  <a:lnTo>
                    <a:pt x="7696237" y="2912825"/>
                  </a:lnTo>
                  <a:lnTo>
                    <a:pt x="7694942" y="2912804"/>
                  </a:lnTo>
                  <a:lnTo>
                    <a:pt x="7686494" y="2912650"/>
                  </a:lnTo>
                  <a:lnTo>
                    <a:pt x="7665429" y="2912226"/>
                  </a:lnTo>
                  <a:lnTo>
                    <a:pt x="7628361" y="2911395"/>
                  </a:lnTo>
                  <a:lnTo>
                    <a:pt x="7574303" y="2910035"/>
                  </a:lnTo>
                  <a:lnTo>
                    <a:pt x="7504691" y="2908061"/>
                  </a:lnTo>
                  <a:lnTo>
                    <a:pt x="7422901" y="2905426"/>
                  </a:lnTo>
                  <a:lnTo>
                    <a:pt x="7333381" y="2902119"/>
                  </a:lnTo>
                  <a:lnTo>
                    <a:pt x="7240696" y="2898150"/>
                  </a:lnTo>
                  <a:lnTo>
                    <a:pt x="7148767" y="2893535"/>
                  </a:lnTo>
                  <a:lnTo>
                    <a:pt x="7060483" y="2888279"/>
                  </a:lnTo>
                  <a:lnTo>
                    <a:pt x="6977623" y="2882365"/>
                  </a:lnTo>
                  <a:lnTo>
                    <a:pt x="6900997" y="2875747"/>
                  </a:lnTo>
                  <a:lnTo>
                    <a:pt x="6830679" y="2868348"/>
                  </a:lnTo>
                  <a:lnTo>
                    <a:pt x="6766236" y="2860064"/>
                  </a:lnTo>
                  <a:lnTo>
                    <a:pt x="6706924" y="2850763"/>
                  </a:lnTo>
                  <a:lnTo>
                    <a:pt x="6651838" y="2840298"/>
                  </a:lnTo>
                  <a:lnTo>
                    <a:pt x="6600015" y="2828517"/>
                  </a:lnTo>
                  <a:lnTo>
                    <a:pt x="6550527" y="2815293"/>
                  </a:lnTo>
                  <a:lnTo>
                    <a:pt x="6515891" y="2804842"/>
                  </a:lnTo>
                  <a:lnTo>
                    <a:pt x="6465509" y="2787927"/>
                  </a:lnTo>
                  <a:lnTo>
                    <a:pt x="6415613" y="2769254"/>
                  </a:lnTo>
                  <a:lnTo>
                    <a:pt x="6365675" y="2748798"/>
                  </a:lnTo>
                  <a:lnTo>
                    <a:pt x="6315338" y="2726597"/>
                  </a:lnTo>
                  <a:lnTo>
                    <a:pt x="6264395" y="2702760"/>
                  </a:lnTo>
                  <a:lnTo>
                    <a:pt x="6212770" y="2677472"/>
                  </a:lnTo>
                  <a:lnTo>
                    <a:pt x="6160504" y="2650989"/>
                  </a:lnTo>
                  <a:lnTo>
                    <a:pt x="6107730" y="2623633"/>
                  </a:lnTo>
                  <a:lnTo>
                    <a:pt x="6054650" y="2595774"/>
                  </a:lnTo>
                  <a:lnTo>
                    <a:pt x="6001508" y="2567815"/>
                  </a:lnTo>
                  <a:lnTo>
                    <a:pt x="5948555" y="2540162"/>
                  </a:lnTo>
                  <a:lnTo>
                    <a:pt x="5896017" y="2513204"/>
                  </a:lnTo>
                  <a:lnTo>
                    <a:pt x="5844064" y="2487291"/>
                  </a:lnTo>
                  <a:lnTo>
                    <a:pt x="5792787" y="2462711"/>
                  </a:lnTo>
                  <a:lnTo>
                    <a:pt x="5742168" y="2439686"/>
                  </a:lnTo>
                  <a:lnTo>
                    <a:pt x="5692068" y="2418360"/>
                  </a:lnTo>
                  <a:lnTo>
                    <a:pt x="5642207" y="2398807"/>
                  </a:lnTo>
                  <a:lnTo>
                    <a:pt x="5592143" y="2381032"/>
                  </a:lnTo>
                  <a:lnTo>
                    <a:pt x="5567201" y="2372909"/>
                  </a:lnTo>
                  <a:lnTo>
                    <a:pt x="5518884" y="2358602"/>
                  </a:lnTo>
                  <a:lnTo>
                    <a:pt x="5468830" y="2345792"/>
                  </a:lnTo>
                  <a:lnTo>
                    <a:pt x="5416189" y="2334394"/>
                  </a:lnTo>
                  <a:lnTo>
                    <a:pt x="5360015" y="2324271"/>
                  </a:lnTo>
                  <a:lnTo>
                    <a:pt x="5299352" y="2315270"/>
                  </a:lnTo>
                  <a:lnTo>
                    <a:pt x="5233327" y="2307246"/>
                  </a:lnTo>
                  <a:lnTo>
                    <a:pt x="5161268" y="2300075"/>
                  </a:lnTo>
                  <a:lnTo>
                    <a:pt x="5082860" y="2293660"/>
                  </a:lnTo>
                  <a:lnTo>
                    <a:pt x="4998361" y="2287934"/>
                  </a:lnTo>
                  <a:lnTo>
                    <a:pt x="4908830" y="2282858"/>
                  </a:lnTo>
                  <a:lnTo>
                    <a:pt x="4816350" y="2278423"/>
                  </a:lnTo>
                  <a:lnTo>
                    <a:pt x="4724117" y="2274638"/>
                  </a:lnTo>
                  <a:lnTo>
                    <a:pt x="4636292" y="2271518"/>
                  </a:lnTo>
                  <a:lnTo>
                    <a:pt x="4557494" y="2269071"/>
                  </a:lnTo>
                  <a:lnTo>
                    <a:pt x="4491969" y="2267276"/>
                  </a:lnTo>
                  <a:lnTo>
                    <a:pt x="4442627" y="2266075"/>
                  </a:lnTo>
                  <a:lnTo>
                    <a:pt x="4410250" y="2265370"/>
                  </a:lnTo>
                  <a:lnTo>
                    <a:pt x="4393159" y="2265036"/>
                  </a:lnTo>
                  <a:lnTo>
                    <a:pt x="4387346" y="2264934"/>
                  </a:lnTo>
                  <a:lnTo>
                    <a:pt x="4386855" y="2264926"/>
                  </a:lnTo>
                  <a:lnTo>
                    <a:pt x="3848118" y="2264926"/>
                  </a:lnTo>
                  <a:lnTo>
                    <a:pt x="3846906" y="2264856"/>
                  </a:lnTo>
                  <a:lnTo>
                    <a:pt x="3838979" y="2264355"/>
                  </a:lnTo>
                  <a:lnTo>
                    <a:pt x="3819170" y="2262969"/>
                  </a:lnTo>
                  <a:lnTo>
                    <a:pt x="3784192" y="2260249"/>
                  </a:lnTo>
                  <a:lnTo>
                    <a:pt x="3732942" y="2255796"/>
                  </a:lnTo>
                  <a:lnTo>
                    <a:pt x="3666553" y="2249314"/>
                  </a:lnTo>
                  <a:lnTo>
                    <a:pt x="3588007" y="2240633"/>
                  </a:lnTo>
                  <a:lnTo>
                    <a:pt x="3501383" y="2229703"/>
                  </a:lnTo>
                  <a:lnTo>
                    <a:pt x="3410992" y="2216553"/>
                  </a:lnTo>
                  <a:lnTo>
                    <a:pt x="3320657" y="2201234"/>
                  </a:lnTo>
                  <a:lnTo>
                    <a:pt x="3233296" y="2183775"/>
                  </a:lnTo>
                  <a:lnTo>
                    <a:pt x="3150807" y="2164136"/>
                  </a:lnTo>
                  <a:lnTo>
                    <a:pt x="3074156" y="2142193"/>
                  </a:lnTo>
                  <a:lnTo>
                    <a:pt x="3003579" y="2117725"/>
                  </a:lnTo>
                  <a:lnTo>
                    <a:pt x="2938789" y="2090414"/>
                  </a:lnTo>
                  <a:lnTo>
                    <a:pt x="2879167" y="2059858"/>
                  </a:lnTo>
                  <a:lnTo>
                    <a:pt x="2823901" y="2025588"/>
                  </a:lnTo>
                  <a:lnTo>
                    <a:pt x="2772103" y="1987104"/>
                  </a:lnTo>
                  <a:lnTo>
                    <a:pt x="2722880" y="1943944"/>
                  </a:lnTo>
                  <a:lnTo>
                    <a:pt x="2675421" y="1895799"/>
                  </a:lnTo>
                  <a:lnTo>
                    <a:pt x="2667772" y="1887438"/>
                  </a:lnTo>
                  <a:lnTo>
                    <a:pt x="2629184" y="1842775"/>
                  </a:lnTo>
                  <a:lnTo>
                    <a:pt x="2590967" y="1794544"/>
                  </a:lnTo>
                  <a:lnTo>
                    <a:pt x="2552853" y="1742673"/>
                  </a:lnTo>
                  <a:lnTo>
                    <a:pt x="2514639" y="1687163"/>
                  </a:lnTo>
                  <a:lnTo>
                    <a:pt x="2476180" y="1628092"/>
                  </a:lnTo>
                  <a:lnTo>
                    <a:pt x="2437379" y="1565624"/>
                  </a:lnTo>
                  <a:lnTo>
                    <a:pt x="2398187" y="1500010"/>
                  </a:lnTo>
                  <a:lnTo>
                    <a:pt x="2358596" y="1431593"/>
                  </a:lnTo>
                  <a:lnTo>
                    <a:pt x="2318634" y="1360800"/>
                  </a:lnTo>
                  <a:lnTo>
                    <a:pt x="2278362" y="1288134"/>
                  </a:lnTo>
                  <a:lnTo>
                    <a:pt x="2237865" y="1214160"/>
                  </a:lnTo>
                  <a:lnTo>
                    <a:pt x="2197246" y="1139491"/>
                  </a:lnTo>
                  <a:lnTo>
                    <a:pt x="2156615" y="1064761"/>
                  </a:lnTo>
                  <a:lnTo>
                    <a:pt x="2116087" y="990609"/>
                  </a:lnTo>
                  <a:lnTo>
                    <a:pt x="2075766" y="917652"/>
                  </a:lnTo>
                  <a:lnTo>
                    <a:pt x="2035740" y="846466"/>
                  </a:lnTo>
                  <a:lnTo>
                    <a:pt x="1996076" y="777568"/>
                  </a:lnTo>
                  <a:lnTo>
                    <a:pt x="1956809" y="711399"/>
                  </a:lnTo>
                  <a:lnTo>
                    <a:pt x="1917937" y="648317"/>
                  </a:lnTo>
                  <a:lnTo>
                    <a:pt x="1879419" y="588593"/>
                  </a:lnTo>
                  <a:lnTo>
                    <a:pt x="1841169" y="532405"/>
                  </a:lnTo>
                  <a:lnTo>
                    <a:pt x="1803050" y="479849"/>
                  </a:lnTo>
                  <a:lnTo>
                    <a:pt x="1764870" y="430937"/>
                  </a:lnTo>
                  <a:lnTo>
                    <a:pt x="1726376" y="385612"/>
                  </a:lnTo>
                  <a:lnTo>
                    <a:pt x="1719082" y="377487"/>
                  </a:lnTo>
                  <a:lnTo>
                    <a:pt x="1671845" y="328516"/>
                  </a:lnTo>
                  <a:lnTo>
                    <a:pt x="1622963" y="284555"/>
                  </a:lnTo>
                  <a:lnTo>
                    <a:pt x="1571646" y="245335"/>
                  </a:lnTo>
                  <a:lnTo>
                    <a:pt x="1517010" y="210409"/>
                  </a:lnTo>
                  <a:lnTo>
                    <a:pt x="1458159" y="179279"/>
                  </a:lnTo>
                  <a:lnTo>
                    <a:pt x="1394264" y="151467"/>
                  </a:lnTo>
                  <a:lnTo>
                    <a:pt x="1324665" y="126557"/>
                  </a:lnTo>
                  <a:lnTo>
                    <a:pt x="1249009" y="104219"/>
                  </a:lnTo>
                  <a:lnTo>
                    <a:pt x="1167431" y="84214"/>
                  </a:lnTo>
                  <a:lnTo>
                    <a:pt x="1080765" y="66402"/>
                  </a:lnTo>
                  <a:lnTo>
                    <a:pt x="990744" y="50733"/>
                  </a:lnTo>
                  <a:lnTo>
                    <a:pt x="900120" y="37224"/>
                  </a:lnTo>
                  <a:lnTo>
                    <a:pt x="812590" y="25927"/>
                  </a:lnTo>
                  <a:lnTo>
                    <a:pt x="732426" y="16879"/>
                  </a:lnTo>
                  <a:lnTo>
                    <a:pt x="663804" y="10045"/>
                  </a:lnTo>
                  <a:lnTo>
                    <a:pt x="609942" y="5277"/>
                  </a:lnTo>
                  <a:lnTo>
                    <a:pt x="572315" y="2298"/>
                  </a:lnTo>
                  <a:lnTo>
                    <a:pt x="550192" y="725"/>
                  </a:lnTo>
                  <a:lnTo>
                    <a:pt x="540629" y="110"/>
                  </a:lnTo>
                  <a:lnTo>
                    <a:pt x="53874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8" name="pg608"/>
            <p:cNvSpPr/>
            <p:nvPr/>
          </p:nvSpPr>
          <p:spPr>
            <a:xfrm>
              <a:off x="546595" y="2770379"/>
              <a:ext cx="8234974" cy="3359277"/>
            </a:xfrm>
            <a:custGeom>
              <a:avLst/>
              <a:pathLst>
                <a:path w="8234974" h="3359277">
                  <a:moveTo>
                    <a:pt x="0" y="16333"/>
                  </a:moveTo>
                  <a:lnTo>
                    <a:pt x="538736" y="16333"/>
                  </a:lnTo>
                  <a:lnTo>
                    <a:pt x="539949" y="16403"/>
                  </a:lnTo>
                  <a:lnTo>
                    <a:pt x="547872" y="16905"/>
                  </a:lnTo>
                  <a:lnTo>
                    <a:pt x="567675" y="18294"/>
                  </a:lnTo>
                  <a:lnTo>
                    <a:pt x="602644" y="21019"/>
                  </a:lnTo>
                  <a:lnTo>
                    <a:pt x="653880" y="25482"/>
                  </a:lnTo>
                  <a:lnTo>
                    <a:pt x="720252" y="31977"/>
                  </a:lnTo>
                  <a:lnTo>
                    <a:pt x="798782" y="40676"/>
                  </a:lnTo>
                  <a:lnTo>
                    <a:pt x="885391" y="51629"/>
                  </a:lnTo>
                  <a:lnTo>
                    <a:pt x="975771" y="64808"/>
                  </a:lnTo>
                  <a:lnTo>
                    <a:pt x="1066098" y="80159"/>
                  </a:lnTo>
                  <a:lnTo>
                    <a:pt x="1153454" y="97657"/>
                  </a:lnTo>
                  <a:lnTo>
                    <a:pt x="1235941" y="117337"/>
                  </a:lnTo>
                  <a:lnTo>
                    <a:pt x="1312592" y="139327"/>
                  </a:lnTo>
                  <a:lnTo>
                    <a:pt x="1383170" y="163848"/>
                  </a:lnTo>
                  <a:lnTo>
                    <a:pt x="1447961" y="191216"/>
                  </a:lnTo>
                  <a:lnTo>
                    <a:pt x="1507586" y="221836"/>
                  </a:lnTo>
                  <a:lnTo>
                    <a:pt x="1562852" y="256177"/>
                  </a:lnTo>
                  <a:lnTo>
                    <a:pt x="1614651" y="294740"/>
                  </a:lnTo>
                  <a:lnTo>
                    <a:pt x="1663872" y="337989"/>
                  </a:lnTo>
                  <a:lnTo>
                    <a:pt x="1711329" y="386234"/>
                  </a:lnTo>
                  <a:lnTo>
                    <a:pt x="1719082" y="394728"/>
                  </a:lnTo>
                  <a:lnTo>
                    <a:pt x="1757637" y="439458"/>
                  </a:lnTo>
                  <a:lnTo>
                    <a:pt x="1795822" y="487759"/>
                  </a:lnTo>
                  <a:lnTo>
                    <a:pt x="1833904" y="539702"/>
                  </a:lnTo>
                  <a:lnTo>
                    <a:pt x="1872083" y="595286"/>
                  </a:lnTo>
                  <a:lnTo>
                    <a:pt x="1910508" y="654435"/>
                  </a:lnTo>
                  <a:lnTo>
                    <a:pt x="1949274" y="716984"/>
                  </a:lnTo>
                  <a:lnTo>
                    <a:pt x="1988430" y="782682"/>
                  </a:lnTo>
                  <a:lnTo>
                    <a:pt x="2027985" y="851188"/>
                  </a:lnTo>
                  <a:lnTo>
                    <a:pt x="2067910" y="922074"/>
                  </a:lnTo>
                  <a:lnTo>
                    <a:pt x="2108145" y="994840"/>
                  </a:lnTo>
                  <a:lnTo>
                    <a:pt x="2148605" y="1068918"/>
                  </a:lnTo>
                  <a:lnTo>
                    <a:pt x="2189189" y="1143699"/>
                  </a:lnTo>
                  <a:lnTo>
                    <a:pt x="2229785" y="1218547"/>
                  </a:lnTo>
                  <a:lnTo>
                    <a:pt x="2270280" y="1292823"/>
                  </a:lnTo>
                  <a:lnTo>
                    <a:pt x="2310570" y="1365911"/>
                  </a:lnTo>
                  <a:lnTo>
                    <a:pt x="2350565" y="1437234"/>
                  </a:lnTo>
                  <a:lnTo>
                    <a:pt x="2390201" y="1506274"/>
                  </a:lnTo>
                  <a:lnTo>
                    <a:pt x="2429440" y="1572589"/>
                  </a:lnTo>
                  <a:lnTo>
                    <a:pt x="2468285" y="1635820"/>
                  </a:lnTo>
                  <a:lnTo>
                    <a:pt x="2506775" y="1695694"/>
                  </a:lnTo>
                  <a:lnTo>
                    <a:pt x="2544995" y="1752032"/>
                  </a:lnTo>
                  <a:lnTo>
                    <a:pt x="2583083" y="1804737"/>
                  </a:lnTo>
                  <a:lnTo>
                    <a:pt x="2621226" y="1853795"/>
                  </a:lnTo>
                  <a:lnTo>
                    <a:pt x="2659678" y="1899261"/>
                  </a:lnTo>
                  <a:lnTo>
                    <a:pt x="2667772" y="1908309"/>
                  </a:lnTo>
                  <a:lnTo>
                    <a:pt x="2715005" y="1957392"/>
                  </a:lnTo>
                  <a:lnTo>
                    <a:pt x="2763881" y="2001455"/>
                  </a:lnTo>
                  <a:lnTo>
                    <a:pt x="2815191" y="2040766"/>
                  </a:lnTo>
                  <a:lnTo>
                    <a:pt x="2869819" y="2075773"/>
                  </a:lnTo>
                  <a:lnTo>
                    <a:pt x="2928661" y="2106977"/>
                  </a:lnTo>
                  <a:lnTo>
                    <a:pt x="2992546" y="2134855"/>
                  </a:lnTo>
                  <a:lnTo>
                    <a:pt x="3062133" y="2159823"/>
                  </a:lnTo>
                  <a:lnTo>
                    <a:pt x="3137775" y="2182215"/>
                  </a:lnTo>
                  <a:lnTo>
                    <a:pt x="3219339" y="2202268"/>
                  </a:lnTo>
                  <a:lnTo>
                    <a:pt x="3305991" y="2220123"/>
                  </a:lnTo>
                  <a:lnTo>
                    <a:pt x="3395999" y="2235830"/>
                  </a:lnTo>
                  <a:lnTo>
                    <a:pt x="3486614" y="2249373"/>
                  </a:lnTo>
                  <a:lnTo>
                    <a:pt x="3574141" y="2260699"/>
                  </a:lnTo>
                  <a:lnTo>
                    <a:pt x="3654311" y="2269771"/>
                  </a:lnTo>
                  <a:lnTo>
                    <a:pt x="3722948" y="2276624"/>
                  </a:lnTo>
                  <a:lnTo>
                    <a:pt x="3776831" y="2281407"/>
                  </a:lnTo>
                  <a:lnTo>
                    <a:pt x="3814484" y="2284395"/>
                  </a:lnTo>
                  <a:lnTo>
                    <a:pt x="3836632" y="2285975"/>
                  </a:lnTo>
                  <a:lnTo>
                    <a:pt x="3846216" y="2286592"/>
                  </a:lnTo>
                  <a:lnTo>
                    <a:pt x="3848118" y="2286704"/>
                  </a:lnTo>
                  <a:lnTo>
                    <a:pt x="4386855" y="2286704"/>
                  </a:lnTo>
                  <a:lnTo>
                    <a:pt x="4388136" y="2286739"/>
                  </a:lnTo>
                  <a:lnTo>
                    <a:pt x="4396499" y="2286990"/>
                  </a:lnTo>
                  <a:lnTo>
                    <a:pt x="4417356" y="2287684"/>
                  </a:lnTo>
                  <a:lnTo>
                    <a:pt x="4454080" y="2289047"/>
                  </a:lnTo>
                  <a:lnTo>
                    <a:pt x="4507677" y="2291274"/>
                  </a:lnTo>
                  <a:lnTo>
                    <a:pt x="4576764" y="2294509"/>
                  </a:lnTo>
                  <a:lnTo>
                    <a:pt x="4658029" y="2298830"/>
                  </a:lnTo>
                  <a:lnTo>
                    <a:pt x="4747083" y="2304256"/>
                  </a:lnTo>
                  <a:lnTo>
                    <a:pt x="4839404" y="2310770"/>
                  </a:lnTo>
                  <a:lnTo>
                    <a:pt x="4931084" y="2318347"/>
                  </a:lnTo>
                  <a:lnTo>
                    <a:pt x="5019228" y="2326976"/>
                  </a:lnTo>
                  <a:lnTo>
                    <a:pt x="5102036" y="2336686"/>
                  </a:lnTo>
                  <a:lnTo>
                    <a:pt x="5178671" y="2347549"/>
                  </a:lnTo>
                  <a:lnTo>
                    <a:pt x="5249035" y="2359687"/>
                  </a:lnTo>
                  <a:lnTo>
                    <a:pt x="5313535" y="2373272"/>
                  </a:lnTo>
                  <a:lnTo>
                    <a:pt x="5372895" y="2388514"/>
                  </a:lnTo>
                  <a:lnTo>
                    <a:pt x="5428006" y="2405656"/>
                  </a:lnTo>
                  <a:lnTo>
                    <a:pt x="5479819" y="2424946"/>
                  </a:lnTo>
                  <a:lnTo>
                    <a:pt x="5529257" y="2446598"/>
                  </a:lnTo>
                  <a:lnTo>
                    <a:pt x="5567201" y="2465466"/>
                  </a:lnTo>
                  <a:lnTo>
                    <a:pt x="5614417" y="2491611"/>
                  </a:lnTo>
                  <a:lnTo>
                    <a:pt x="5661171" y="2520305"/>
                  </a:lnTo>
                  <a:lnTo>
                    <a:pt x="5707915" y="2551591"/>
                  </a:lnTo>
                  <a:lnTo>
                    <a:pt x="5754961" y="2585430"/>
                  </a:lnTo>
                  <a:lnTo>
                    <a:pt x="5802507" y="2621697"/>
                  </a:lnTo>
                  <a:lnTo>
                    <a:pt x="5850642" y="2660169"/>
                  </a:lnTo>
                  <a:lnTo>
                    <a:pt x="5899364" y="2700531"/>
                  </a:lnTo>
                  <a:lnTo>
                    <a:pt x="5948594" y="2742381"/>
                  </a:lnTo>
                  <a:lnTo>
                    <a:pt x="5998189" y="2785241"/>
                  </a:lnTo>
                  <a:lnTo>
                    <a:pt x="6047962" y="2828583"/>
                  </a:lnTo>
                  <a:lnTo>
                    <a:pt x="6097709" y="2871853"/>
                  </a:lnTo>
                  <a:lnTo>
                    <a:pt x="6147226" y="2914502"/>
                  </a:lnTo>
                  <a:lnTo>
                    <a:pt x="6196337" y="2956011"/>
                  </a:lnTo>
                  <a:lnTo>
                    <a:pt x="6244913" y="2995921"/>
                  </a:lnTo>
                  <a:lnTo>
                    <a:pt x="6292892" y="3033851"/>
                  </a:lnTo>
                  <a:lnTo>
                    <a:pt x="6340297" y="3069509"/>
                  </a:lnTo>
                  <a:lnTo>
                    <a:pt x="6387242" y="3102699"/>
                  </a:lnTo>
                  <a:lnTo>
                    <a:pt x="6433953" y="3133318"/>
                  </a:lnTo>
                  <a:lnTo>
                    <a:pt x="6480777" y="3161348"/>
                  </a:lnTo>
                  <a:lnTo>
                    <a:pt x="6515891" y="3180515"/>
                  </a:lnTo>
                  <a:lnTo>
                    <a:pt x="6564033" y="3204120"/>
                  </a:lnTo>
                  <a:lnTo>
                    <a:pt x="6613896" y="3225263"/>
                  </a:lnTo>
                  <a:lnTo>
                    <a:pt x="6666321" y="3244084"/>
                  </a:lnTo>
                  <a:lnTo>
                    <a:pt x="6722243" y="3260807"/>
                  </a:lnTo>
                  <a:lnTo>
                    <a:pt x="6782610" y="3275683"/>
                  </a:lnTo>
                  <a:lnTo>
                    <a:pt x="6848286" y="3288948"/>
                  </a:lnTo>
                  <a:lnTo>
                    <a:pt x="6919942" y="3300807"/>
                  </a:lnTo>
                  <a:lnTo>
                    <a:pt x="6997899" y="3311420"/>
                  </a:lnTo>
                  <a:lnTo>
                    <a:pt x="7081923" y="3320900"/>
                  </a:lnTo>
                  <a:lnTo>
                    <a:pt x="7170991" y="3329308"/>
                  </a:lnTo>
                  <a:lnTo>
                    <a:pt x="7263082" y="3336663"/>
                  </a:lnTo>
                  <a:lnTo>
                    <a:pt x="7355072" y="3342952"/>
                  </a:lnTo>
                  <a:lnTo>
                    <a:pt x="7442878" y="3348148"/>
                  </a:lnTo>
                  <a:lnTo>
                    <a:pt x="7521935" y="3352238"/>
                  </a:lnTo>
                  <a:lnTo>
                    <a:pt x="7587999" y="3355253"/>
                  </a:lnTo>
                  <a:lnTo>
                    <a:pt x="7638102" y="3357285"/>
                  </a:lnTo>
                  <a:lnTo>
                    <a:pt x="7671338" y="3358490"/>
                  </a:lnTo>
                  <a:lnTo>
                    <a:pt x="7689226" y="3359072"/>
                  </a:lnTo>
                  <a:lnTo>
                    <a:pt x="7695596" y="3359260"/>
                  </a:lnTo>
                  <a:lnTo>
                    <a:pt x="7696237" y="3359277"/>
                  </a:lnTo>
                  <a:lnTo>
                    <a:pt x="8234974" y="3359277"/>
                  </a:lnTo>
                  <a:lnTo>
                    <a:pt x="8234974" y="3342943"/>
                  </a:lnTo>
                  <a:lnTo>
                    <a:pt x="7696237" y="3342943"/>
                  </a:lnTo>
                  <a:lnTo>
                    <a:pt x="7694956" y="3342908"/>
                  </a:lnTo>
                  <a:lnTo>
                    <a:pt x="7686594" y="3342657"/>
                  </a:lnTo>
                  <a:lnTo>
                    <a:pt x="7665737" y="3341963"/>
                  </a:lnTo>
                  <a:lnTo>
                    <a:pt x="7629012" y="3340600"/>
                  </a:lnTo>
                  <a:lnTo>
                    <a:pt x="7575415" y="3338374"/>
                  </a:lnTo>
                  <a:lnTo>
                    <a:pt x="7506328" y="3335139"/>
                  </a:lnTo>
                  <a:lnTo>
                    <a:pt x="7425064" y="3330818"/>
                  </a:lnTo>
                  <a:lnTo>
                    <a:pt x="7336010" y="3325391"/>
                  </a:lnTo>
                  <a:lnTo>
                    <a:pt x="7243688" y="3318877"/>
                  </a:lnTo>
                  <a:lnTo>
                    <a:pt x="7152009" y="3311301"/>
                  </a:lnTo>
                  <a:lnTo>
                    <a:pt x="7063865" y="3302671"/>
                  </a:lnTo>
                  <a:lnTo>
                    <a:pt x="6981057" y="3292962"/>
                  </a:lnTo>
                  <a:lnTo>
                    <a:pt x="6904421" y="3282099"/>
                  </a:lnTo>
                  <a:lnTo>
                    <a:pt x="6834058" y="3269960"/>
                  </a:lnTo>
                  <a:lnTo>
                    <a:pt x="6769558" y="3256376"/>
                  </a:lnTo>
                  <a:lnTo>
                    <a:pt x="6710198" y="3241133"/>
                  </a:lnTo>
                  <a:lnTo>
                    <a:pt x="6655087" y="3223992"/>
                  </a:lnTo>
                  <a:lnTo>
                    <a:pt x="6603274" y="3204702"/>
                  </a:lnTo>
                  <a:lnTo>
                    <a:pt x="6553836" y="3183049"/>
                  </a:lnTo>
                  <a:lnTo>
                    <a:pt x="6515891" y="3164181"/>
                  </a:lnTo>
                  <a:lnTo>
                    <a:pt x="6468676" y="3138037"/>
                  </a:lnTo>
                  <a:lnTo>
                    <a:pt x="6421921" y="3109342"/>
                  </a:lnTo>
                  <a:lnTo>
                    <a:pt x="6375178" y="3078056"/>
                  </a:lnTo>
                  <a:lnTo>
                    <a:pt x="6328131" y="3044217"/>
                  </a:lnTo>
                  <a:lnTo>
                    <a:pt x="6280586" y="3007951"/>
                  </a:lnTo>
                  <a:lnTo>
                    <a:pt x="6232451" y="2969479"/>
                  </a:lnTo>
                  <a:lnTo>
                    <a:pt x="6183728" y="2929116"/>
                  </a:lnTo>
                  <a:lnTo>
                    <a:pt x="6134498" y="2887267"/>
                  </a:lnTo>
                  <a:lnTo>
                    <a:pt x="6084904" y="2844407"/>
                  </a:lnTo>
                  <a:lnTo>
                    <a:pt x="6035130" y="2801065"/>
                  </a:lnTo>
                  <a:lnTo>
                    <a:pt x="5985383" y="2757794"/>
                  </a:lnTo>
                  <a:lnTo>
                    <a:pt x="5935866" y="2715146"/>
                  </a:lnTo>
                  <a:lnTo>
                    <a:pt x="5886756" y="2673637"/>
                  </a:lnTo>
                  <a:lnTo>
                    <a:pt x="5838180" y="2633726"/>
                  </a:lnTo>
                  <a:lnTo>
                    <a:pt x="5790200" y="2595796"/>
                  </a:lnTo>
                  <a:lnTo>
                    <a:pt x="5742796" y="2560138"/>
                  </a:lnTo>
                  <a:lnTo>
                    <a:pt x="5695851" y="2526948"/>
                  </a:lnTo>
                  <a:lnTo>
                    <a:pt x="5649139" y="2496330"/>
                  </a:lnTo>
                  <a:lnTo>
                    <a:pt x="5602315" y="2468299"/>
                  </a:lnTo>
                  <a:lnTo>
                    <a:pt x="5567201" y="2449132"/>
                  </a:lnTo>
                  <a:lnTo>
                    <a:pt x="5519059" y="2425528"/>
                  </a:lnTo>
                  <a:lnTo>
                    <a:pt x="5469196" y="2404384"/>
                  </a:lnTo>
                  <a:lnTo>
                    <a:pt x="5416772" y="2385563"/>
                  </a:lnTo>
                  <a:lnTo>
                    <a:pt x="5360849" y="2368840"/>
                  </a:lnTo>
                  <a:lnTo>
                    <a:pt x="5300483" y="2353964"/>
                  </a:lnTo>
                  <a:lnTo>
                    <a:pt x="5234807" y="2340699"/>
                  </a:lnTo>
                  <a:lnTo>
                    <a:pt x="5163150" y="2328840"/>
                  </a:lnTo>
                  <a:lnTo>
                    <a:pt x="5085193" y="2318227"/>
                  </a:lnTo>
                  <a:lnTo>
                    <a:pt x="5001169" y="2308748"/>
                  </a:lnTo>
                  <a:lnTo>
                    <a:pt x="4912101" y="2300340"/>
                  </a:lnTo>
                  <a:lnTo>
                    <a:pt x="4820011" y="2292984"/>
                  </a:lnTo>
                  <a:lnTo>
                    <a:pt x="4728021" y="2286695"/>
                  </a:lnTo>
                  <a:lnTo>
                    <a:pt x="4640215" y="2281500"/>
                  </a:lnTo>
                  <a:lnTo>
                    <a:pt x="4561158" y="2277410"/>
                  </a:lnTo>
                  <a:lnTo>
                    <a:pt x="4495094" y="2274394"/>
                  </a:lnTo>
                  <a:lnTo>
                    <a:pt x="4444991" y="2272362"/>
                  </a:lnTo>
                  <a:lnTo>
                    <a:pt x="4411754" y="2271157"/>
                  </a:lnTo>
                  <a:lnTo>
                    <a:pt x="4393866" y="2270575"/>
                  </a:lnTo>
                  <a:lnTo>
                    <a:pt x="4387496" y="2270388"/>
                  </a:lnTo>
                  <a:lnTo>
                    <a:pt x="4386855" y="2270370"/>
                  </a:lnTo>
                  <a:lnTo>
                    <a:pt x="3848118" y="2270370"/>
                  </a:lnTo>
                  <a:lnTo>
                    <a:pt x="3846906" y="2270300"/>
                  </a:lnTo>
                  <a:lnTo>
                    <a:pt x="3838982" y="2269798"/>
                  </a:lnTo>
                  <a:lnTo>
                    <a:pt x="3819179" y="2268410"/>
                  </a:lnTo>
                  <a:lnTo>
                    <a:pt x="3784211" y="2265684"/>
                  </a:lnTo>
                  <a:lnTo>
                    <a:pt x="3732975" y="2261222"/>
                  </a:lnTo>
                  <a:lnTo>
                    <a:pt x="3666602" y="2254726"/>
                  </a:lnTo>
                  <a:lnTo>
                    <a:pt x="3588072" y="2246027"/>
                  </a:lnTo>
                  <a:lnTo>
                    <a:pt x="3501463" y="2235074"/>
                  </a:lnTo>
                  <a:lnTo>
                    <a:pt x="3411084" y="2221895"/>
                  </a:lnTo>
                  <a:lnTo>
                    <a:pt x="3320756" y="2206544"/>
                  </a:lnTo>
                  <a:lnTo>
                    <a:pt x="3233401" y="2189047"/>
                  </a:lnTo>
                  <a:lnTo>
                    <a:pt x="3150913" y="2169366"/>
                  </a:lnTo>
                  <a:lnTo>
                    <a:pt x="3074263" y="2147376"/>
                  </a:lnTo>
                  <a:lnTo>
                    <a:pt x="3003685" y="2122856"/>
                  </a:lnTo>
                  <a:lnTo>
                    <a:pt x="2938893" y="2095487"/>
                  </a:lnTo>
                  <a:lnTo>
                    <a:pt x="2879269" y="2064868"/>
                  </a:lnTo>
                  <a:lnTo>
                    <a:pt x="2824003" y="2030526"/>
                  </a:lnTo>
                  <a:lnTo>
                    <a:pt x="2772204" y="1991963"/>
                  </a:lnTo>
                  <a:lnTo>
                    <a:pt x="2722982" y="1948714"/>
                  </a:lnTo>
                  <a:lnTo>
                    <a:pt x="2675525" y="1900470"/>
                  </a:lnTo>
                  <a:lnTo>
                    <a:pt x="2667772" y="1891975"/>
                  </a:lnTo>
                  <a:lnTo>
                    <a:pt x="2629217" y="1847245"/>
                  </a:lnTo>
                  <a:lnTo>
                    <a:pt x="2591032" y="1798944"/>
                  </a:lnTo>
                  <a:lnTo>
                    <a:pt x="2552951" y="1747001"/>
                  </a:lnTo>
                  <a:lnTo>
                    <a:pt x="2514771" y="1691417"/>
                  </a:lnTo>
                  <a:lnTo>
                    <a:pt x="2476346" y="1632269"/>
                  </a:lnTo>
                  <a:lnTo>
                    <a:pt x="2437581" y="1569719"/>
                  </a:lnTo>
                  <a:lnTo>
                    <a:pt x="2398425" y="1504021"/>
                  </a:lnTo>
                  <a:lnTo>
                    <a:pt x="2358870" y="1435516"/>
                  </a:lnTo>
                  <a:lnTo>
                    <a:pt x="2318945" y="1364629"/>
                  </a:lnTo>
                  <a:lnTo>
                    <a:pt x="2278710" y="1291864"/>
                  </a:lnTo>
                  <a:lnTo>
                    <a:pt x="2238249" y="1217785"/>
                  </a:lnTo>
                  <a:lnTo>
                    <a:pt x="2197666" y="1143004"/>
                  </a:lnTo>
                  <a:lnTo>
                    <a:pt x="2157070" y="1068157"/>
                  </a:lnTo>
                  <a:lnTo>
                    <a:pt x="2116575" y="993880"/>
                  </a:lnTo>
                  <a:lnTo>
                    <a:pt x="2076285" y="920792"/>
                  </a:lnTo>
                  <a:lnTo>
                    <a:pt x="2036289" y="849470"/>
                  </a:lnTo>
                  <a:lnTo>
                    <a:pt x="1996654" y="780429"/>
                  </a:lnTo>
                  <a:lnTo>
                    <a:pt x="1957414" y="714114"/>
                  </a:lnTo>
                  <a:lnTo>
                    <a:pt x="1918570" y="650884"/>
                  </a:lnTo>
                  <a:lnTo>
                    <a:pt x="1880080" y="591009"/>
                  </a:lnTo>
                  <a:lnTo>
                    <a:pt x="1841859" y="534671"/>
                  </a:lnTo>
                  <a:lnTo>
                    <a:pt x="1803772" y="481966"/>
                  </a:lnTo>
                  <a:lnTo>
                    <a:pt x="1765628" y="432909"/>
                  </a:lnTo>
                  <a:lnTo>
                    <a:pt x="1727176" y="387442"/>
                  </a:lnTo>
                  <a:lnTo>
                    <a:pt x="1719082" y="378395"/>
                  </a:lnTo>
                  <a:lnTo>
                    <a:pt x="1671850" y="329311"/>
                  </a:lnTo>
                  <a:lnTo>
                    <a:pt x="1622974" y="285248"/>
                  </a:lnTo>
                  <a:lnTo>
                    <a:pt x="1571663" y="245937"/>
                  </a:lnTo>
                  <a:lnTo>
                    <a:pt x="1517035" y="210930"/>
                  </a:lnTo>
                  <a:lnTo>
                    <a:pt x="1458193" y="179727"/>
                  </a:lnTo>
                  <a:lnTo>
                    <a:pt x="1394309" y="151849"/>
                  </a:lnTo>
                  <a:lnTo>
                    <a:pt x="1324722" y="126880"/>
                  </a:lnTo>
                  <a:lnTo>
                    <a:pt x="1249079" y="104488"/>
                  </a:lnTo>
                  <a:lnTo>
                    <a:pt x="1167516" y="84436"/>
                  </a:lnTo>
                  <a:lnTo>
                    <a:pt x="1080864" y="66581"/>
                  </a:lnTo>
                  <a:lnTo>
                    <a:pt x="990855" y="50873"/>
                  </a:lnTo>
                  <a:lnTo>
                    <a:pt x="900241" y="37330"/>
                  </a:lnTo>
                  <a:lnTo>
                    <a:pt x="812713" y="26004"/>
                  </a:lnTo>
                  <a:lnTo>
                    <a:pt x="732544" y="16932"/>
                  </a:lnTo>
                  <a:lnTo>
                    <a:pt x="663907" y="10079"/>
                  </a:lnTo>
                  <a:lnTo>
                    <a:pt x="610024" y="5297"/>
                  </a:lnTo>
                  <a:lnTo>
                    <a:pt x="572371" y="2308"/>
                  </a:lnTo>
                  <a:lnTo>
                    <a:pt x="550223" y="728"/>
                  </a:lnTo>
                  <a:lnTo>
                    <a:pt x="540639" y="11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09" name="pl609"/>
            <p:cNvSpPr/>
            <p:nvPr/>
          </p:nvSpPr>
          <p:spPr>
            <a:xfrm>
              <a:off x="546595" y="2786712"/>
              <a:ext cx="8234974" cy="3342943"/>
            </a:xfrm>
            <a:custGeom>
              <a:avLst/>
              <a:pathLst>
                <a:path w="8234974" h="3342943">
                  <a:moveTo>
                    <a:pt x="0" y="0"/>
                  </a:moveTo>
                  <a:lnTo>
                    <a:pt x="538736" y="0"/>
                  </a:lnTo>
                  <a:lnTo>
                    <a:pt x="539949" y="70"/>
                  </a:lnTo>
                  <a:lnTo>
                    <a:pt x="547872" y="572"/>
                  </a:lnTo>
                  <a:lnTo>
                    <a:pt x="567675" y="1960"/>
                  </a:lnTo>
                  <a:lnTo>
                    <a:pt x="602644" y="4686"/>
                  </a:lnTo>
                  <a:lnTo>
                    <a:pt x="653880" y="9148"/>
                  </a:lnTo>
                  <a:lnTo>
                    <a:pt x="720252" y="15644"/>
                  </a:lnTo>
                  <a:lnTo>
                    <a:pt x="798782" y="24343"/>
                  </a:lnTo>
                  <a:lnTo>
                    <a:pt x="885391" y="35296"/>
                  </a:lnTo>
                  <a:lnTo>
                    <a:pt x="975771" y="48474"/>
                  </a:lnTo>
                  <a:lnTo>
                    <a:pt x="1066098" y="63826"/>
                  </a:lnTo>
                  <a:lnTo>
                    <a:pt x="1153454" y="81323"/>
                  </a:lnTo>
                  <a:lnTo>
                    <a:pt x="1235941" y="101004"/>
                  </a:lnTo>
                  <a:lnTo>
                    <a:pt x="1312592" y="122994"/>
                  </a:lnTo>
                  <a:lnTo>
                    <a:pt x="1383170" y="147514"/>
                  </a:lnTo>
                  <a:lnTo>
                    <a:pt x="1447961" y="174882"/>
                  </a:lnTo>
                  <a:lnTo>
                    <a:pt x="1507586" y="205502"/>
                  </a:lnTo>
                  <a:lnTo>
                    <a:pt x="1562852" y="239843"/>
                  </a:lnTo>
                  <a:lnTo>
                    <a:pt x="1614651" y="278407"/>
                  </a:lnTo>
                  <a:lnTo>
                    <a:pt x="1663872" y="321655"/>
                  </a:lnTo>
                  <a:lnTo>
                    <a:pt x="1711329" y="369900"/>
                  </a:lnTo>
                  <a:lnTo>
                    <a:pt x="1719082" y="378395"/>
                  </a:lnTo>
                  <a:lnTo>
                    <a:pt x="1757637" y="423125"/>
                  </a:lnTo>
                  <a:lnTo>
                    <a:pt x="1795822" y="471426"/>
                  </a:lnTo>
                  <a:lnTo>
                    <a:pt x="1833904" y="523368"/>
                  </a:lnTo>
                  <a:lnTo>
                    <a:pt x="1872083" y="578953"/>
                  </a:lnTo>
                  <a:lnTo>
                    <a:pt x="1910508" y="638101"/>
                  </a:lnTo>
                  <a:lnTo>
                    <a:pt x="1949274" y="700651"/>
                  </a:lnTo>
                  <a:lnTo>
                    <a:pt x="1988430" y="766349"/>
                  </a:lnTo>
                  <a:lnTo>
                    <a:pt x="2027985" y="834854"/>
                  </a:lnTo>
                  <a:lnTo>
                    <a:pt x="2067910" y="905741"/>
                  </a:lnTo>
                  <a:lnTo>
                    <a:pt x="2108145" y="978506"/>
                  </a:lnTo>
                  <a:lnTo>
                    <a:pt x="2148605" y="1052585"/>
                  </a:lnTo>
                  <a:lnTo>
                    <a:pt x="2189189" y="1127365"/>
                  </a:lnTo>
                  <a:lnTo>
                    <a:pt x="2229785" y="1202213"/>
                  </a:lnTo>
                  <a:lnTo>
                    <a:pt x="2270280" y="1276490"/>
                  </a:lnTo>
                  <a:lnTo>
                    <a:pt x="2310570" y="1349577"/>
                  </a:lnTo>
                  <a:lnTo>
                    <a:pt x="2350565" y="1420900"/>
                  </a:lnTo>
                  <a:lnTo>
                    <a:pt x="2390201" y="1489941"/>
                  </a:lnTo>
                  <a:lnTo>
                    <a:pt x="2429440" y="1556256"/>
                  </a:lnTo>
                  <a:lnTo>
                    <a:pt x="2468285" y="1619486"/>
                  </a:lnTo>
                  <a:lnTo>
                    <a:pt x="2506775" y="1679361"/>
                  </a:lnTo>
                  <a:lnTo>
                    <a:pt x="2544995" y="1735698"/>
                  </a:lnTo>
                  <a:lnTo>
                    <a:pt x="2583083" y="1788404"/>
                  </a:lnTo>
                  <a:lnTo>
                    <a:pt x="2621226" y="1837461"/>
                  </a:lnTo>
                  <a:lnTo>
                    <a:pt x="2659678" y="1882928"/>
                  </a:lnTo>
                  <a:lnTo>
                    <a:pt x="2667772" y="1891975"/>
                  </a:lnTo>
                  <a:lnTo>
                    <a:pt x="2715005" y="1941059"/>
                  </a:lnTo>
                  <a:lnTo>
                    <a:pt x="2763881" y="1985121"/>
                  </a:lnTo>
                  <a:lnTo>
                    <a:pt x="2815191" y="2024432"/>
                  </a:lnTo>
                  <a:lnTo>
                    <a:pt x="2869819" y="2059440"/>
                  </a:lnTo>
                  <a:lnTo>
                    <a:pt x="2928661" y="2090643"/>
                  </a:lnTo>
                  <a:lnTo>
                    <a:pt x="2992546" y="2118521"/>
                  </a:lnTo>
                  <a:lnTo>
                    <a:pt x="3062133" y="2143490"/>
                  </a:lnTo>
                  <a:lnTo>
                    <a:pt x="3137775" y="2165881"/>
                  </a:lnTo>
                  <a:lnTo>
                    <a:pt x="3219339" y="2185934"/>
                  </a:lnTo>
                  <a:lnTo>
                    <a:pt x="3305991" y="2203789"/>
                  </a:lnTo>
                  <a:lnTo>
                    <a:pt x="3395999" y="2219497"/>
                  </a:lnTo>
                  <a:lnTo>
                    <a:pt x="3486614" y="2233040"/>
                  </a:lnTo>
                  <a:lnTo>
                    <a:pt x="3574141" y="2244365"/>
                  </a:lnTo>
                  <a:lnTo>
                    <a:pt x="3654311" y="2253438"/>
                  </a:lnTo>
                  <a:lnTo>
                    <a:pt x="3722948" y="2260291"/>
                  </a:lnTo>
                  <a:lnTo>
                    <a:pt x="3776831" y="2265073"/>
                  </a:lnTo>
                  <a:lnTo>
                    <a:pt x="3814484" y="2268062"/>
                  </a:lnTo>
                  <a:lnTo>
                    <a:pt x="3836632" y="2269641"/>
                  </a:lnTo>
                  <a:lnTo>
                    <a:pt x="3846216" y="2270259"/>
                  </a:lnTo>
                  <a:lnTo>
                    <a:pt x="3848113" y="2270370"/>
                  </a:lnTo>
                  <a:lnTo>
                    <a:pt x="3848118" y="2270370"/>
                  </a:lnTo>
                  <a:lnTo>
                    <a:pt x="4386855" y="2270370"/>
                  </a:lnTo>
                  <a:lnTo>
                    <a:pt x="4388136" y="2270405"/>
                  </a:lnTo>
                  <a:lnTo>
                    <a:pt x="4396499" y="2270657"/>
                  </a:lnTo>
                  <a:lnTo>
                    <a:pt x="4417356" y="2271351"/>
                  </a:lnTo>
                  <a:lnTo>
                    <a:pt x="4454080" y="2272713"/>
                  </a:lnTo>
                  <a:lnTo>
                    <a:pt x="4507677" y="2274940"/>
                  </a:lnTo>
                  <a:lnTo>
                    <a:pt x="4576764" y="2278175"/>
                  </a:lnTo>
                  <a:lnTo>
                    <a:pt x="4658029" y="2282496"/>
                  </a:lnTo>
                  <a:lnTo>
                    <a:pt x="4747083" y="2287922"/>
                  </a:lnTo>
                  <a:lnTo>
                    <a:pt x="4839404" y="2294437"/>
                  </a:lnTo>
                  <a:lnTo>
                    <a:pt x="4931084" y="2302013"/>
                  </a:lnTo>
                  <a:lnTo>
                    <a:pt x="5019228" y="2310642"/>
                  </a:lnTo>
                  <a:lnTo>
                    <a:pt x="5102036" y="2320352"/>
                  </a:lnTo>
                  <a:lnTo>
                    <a:pt x="5178671" y="2331215"/>
                  </a:lnTo>
                  <a:lnTo>
                    <a:pt x="5249035" y="2343354"/>
                  </a:lnTo>
                  <a:lnTo>
                    <a:pt x="5313535" y="2356938"/>
                  </a:lnTo>
                  <a:lnTo>
                    <a:pt x="5372895" y="2372180"/>
                  </a:lnTo>
                  <a:lnTo>
                    <a:pt x="5428006" y="2389322"/>
                  </a:lnTo>
                  <a:lnTo>
                    <a:pt x="5479819" y="2408612"/>
                  </a:lnTo>
                  <a:lnTo>
                    <a:pt x="5529257" y="2430264"/>
                  </a:lnTo>
                  <a:lnTo>
                    <a:pt x="5567201" y="2449132"/>
                  </a:lnTo>
                  <a:lnTo>
                    <a:pt x="5614417" y="2475277"/>
                  </a:lnTo>
                  <a:lnTo>
                    <a:pt x="5661171" y="2503972"/>
                  </a:lnTo>
                  <a:lnTo>
                    <a:pt x="5707915" y="2535258"/>
                  </a:lnTo>
                  <a:lnTo>
                    <a:pt x="5754961" y="2569097"/>
                  </a:lnTo>
                  <a:lnTo>
                    <a:pt x="5802507" y="2605363"/>
                  </a:lnTo>
                  <a:lnTo>
                    <a:pt x="5850642" y="2643835"/>
                  </a:lnTo>
                  <a:lnTo>
                    <a:pt x="5899364" y="2684198"/>
                  </a:lnTo>
                  <a:lnTo>
                    <a:pt x="5948594" y="2726047"/>
                  </a:lnTo>
                  <a:lnTo>
                    <a:pt x="5998189" y="2768907"/>
                  </a:lnTo>
                  <a:lnTo>
                    <a:pt x="6047962" y="2812249"/>
                  </a:lnTo>
                  <a:lnTo>
                    <a:pt x="6097709" y="2855519"/>
                  </a:lnTo>
                  <a:lnTo>
                    <a:pt x="6147226" y="2898168"/>
                  </a:lnTo>
                  <a:lnTo>
                    <a:pt x="6196337" y="2939677"/>
                  </a:lnTo>
                  <a:lnTo>
                    <a:pt x="6244913" y="2979588"/>
                  </a:lnTo>
                  <a:lnTo>
                    <a:pt x="6292892" y="3017518"/>
                  </a:lnTo>
                  <a:lnTo>
                    <a:pt x="6340297" y="3053176"/>
                  </a:lnTo>
                  <a:lnTo>
                    <a:pt x="6387242" y="3086366"/>
                  </a:lnTo>
                  <a:lnTo>
                    <a:pt x="6433953" y="3116984"/>
                  </a:lnTo>
                  <a:lnTo>
                    <a:pt x="6480777" y="3145015"/>
                  </a:lnTo>
                  <a:lnTo>
                    <a:pt x="6515891" y="3164181"/>
                  </a:lnTo>
                  <a:lnTo>
                    <a:pt x="6564033" y="3187786"/>
                  </a:lnTo>
                  <a:lnTo>
                    <a:pt x="6613896" y="3208930"/>
                  </a:lnTo>
                  <a:lnTo>
                    <a:pt x="6666321" y="3227750"/>
                  </a:lnTo>
                  <a:lnTo>
                    <a:pt x="6722243" y="3244474"/>
                  </a:lnTo>
                  <a:lnTo>
                    <a:pt x="6782610" y="3259349"/>
                  </a:lnTo>
                  <a:lnTo>
                    <a:pt x="6848286" y="3272615"/>
                  </a:lnTo>
                  <a:lnTo>
                    <a:pt x="6919942" y="3284474"/>
                  </a:lnTo>
                  <a:lnTo>
                    <a:pt x="6997899" y="3295087"/>
                  </a:lnTo>
                  <a:lnTo>
                    <a:pt x="7081923" y="3304566"/>
                  </a:lnTo>
                  <a:lnTo>
                    <a:pt x="7170991" y="3312974"/>
                  </a:lnTo>
                  <a:lnTo>
                    <a:pt x="7263082" y="3320330"/>
                  </a:lnTo>
                  <a:lnTo>
                    <a:pt x="7355072" y="3326618"/>
                  </a:lnTo>
                  <a:lnTo>
                    <a:pt x="7442878" y="3331814"/>
                  </a:lnTo>
                  <a:lnTo>
                    <a:pt x="7521935" y="3335904"/>
                  </a:lnTo>
                  <a:lnTo>
                    <a:pt x="7587999" y="3338919"/>
                  </a:lnTo>
                  <a:lnTo>
                    <a:pt x="7638102" y="3340951"/>
                  </a:lnTo>
                  <a:lnTo>
                    <a:pt x="7671338" y="3342156"/>
                  </a:lnTo>
                  <a:lnTo>
                    <a:pt x="7689226" y="3342739"/>
                  </a:lnTo>
                  <a:lnTo>
                    <a:pt x="7695596" y="3342926"/>
                  </a:lnTo>
                  <a:lnTo>
                    <a:pt x="7696237" y="3342943"/>
                  </a:lnTo>
                  <a:lnTo>
                    <a:pt x="8234974" y="3342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0" name="pl610"/>
            <p:cNvSpPr/>
            <p:nvPr/>
          </p:nvSpPr>
          <p:spPr>
            <a:xfrm>
              <a:off x="546595" y="2770379"/>
              <a:ext cx="8234974" cy="3342943"/>
            </a:xfrm>
            <a:custGeom>
              <a:avLst/>
              <a:pathLst>
                <a:path w="8234974" h="3342943">
                  <a:moveTo>
                    <a:pt x="8234974" y="3342943"/>
                  </a:moveTo>
                  <a:lnTo>
                    <a:pt x="7696237" y="3342943"/>
                  </a:lnTo>
                  <a:lnTo>
                    <a:pt x="7694956" y="3342908"/>
                  </a:lnTo>
                  <a:lnTo>
                    <a:pt x="7686594" y="3342657"/>
                  </a:lnTo>
                  <a:lnTo>
                    <a:pt x="7665737" y="3341963"/>
                  </a:lnTo>
                  <a:lnTo>
                    <a:pt x="7629012" y="3340600"/>
                  </a:lnTo>
                  <a:lnTo>
                    <a:pt x="7575415" y="3338374"/>
                  </a:lnTo>
                  <a:lnTo>
                    <a:pt x="7506328" y="3335139"/>
                  </a:lnTo>
                  <a:lnTo>
                    <a:pt x="7425064" y="3330818"/>
                  </a:lnTo>
                  <a:lnTo>
                    <a:pt x="7336010" y="3325391"/>
                  </a:lnTo>
                  <a:lnTo>
                    <a:pt x="7243688" y="3318877"/>
                  </a:lnTo>
                  <a:lnTo>
                    <a:pt x="7152009" y="3311301"/>
                  </a:lnTo>
                  <a:lnTo>
                    <a:pt x="7063865" y="3302671"/>
                  </a:lnTo>
                  <a:lnTo>
                    <a:pt x="6981057" y="3292962"/>
                  </a:lnTo>
                  <a:lnTo>
                    <a:pt x="6904421" y="3282099"/>
                  </a:lnTo>
                  <a:lnTo>
                    <a:pt x="6834058" y="3269960"/>
                  </a:lnTo>
                  <a:lnTo>
                    <a:pt x="6769558" y="3256376"/>
                  </a:lnTo>
                  <a:lnTo>
                    <a:pt x="6710198" y="3241133"/>
                  </a:lnTo>
                  <a:lnTo>
                    <a:pt x="6655087" y="3223992"/>
                  </a:lnTo>
                  <a:lnTo>
                    <a:pt x="6603274" y="3204702"/>
                  </a:lnTo>
                  <a:lnTo>
                    <a:pt x="6553836" y="3183049"/>
                  </a:lnTo>
                  <a:lnTo>
                    <a:pt x="6515891" y="3164181"/>
                  </a:lnTo>
                  <a:lnTo>
                    <a:pt x="6468676" y="3138037"/>
                  </a:lnTo>
                  <a:lnTo>
                    <a:pt x="6421921" y="3109342"/>
                  </a:lnTo>
                  <a:lnTo>
                    <a:pt x="6375178" y="3078056"/>
                  </a:lnTo>
                  <a:lnTo>
                    <a:pt x="6328131" y="3044217"/>
                  </a:lnTo>
                  <a:lnTo>
                    <a:pt x="6280586" y="3007951"/>
                  </a:lnTo>
                  <a:lnTo>
                    <a:pt x="6232451" y="2969479"/>
                  </a:lnTo>
                  <a:lnTo>
                    <a:pt x="6183728" y="2929116"/>
                  </a:lnTo>
                  <a:lnTo>
                    <a:pt x="6134498" y="2887267"/>
                  </a:lnTo>
                  <a:lnTo>
                    <a:pt x="6084904" y="2844407"/>
                  </a:lnTo>
                  <a:lnTo>
                    <a:pt x="6035130" y="2801065"/>
                  </a:lnTo>
                  <a:lnTo>
                    <a:pt x="5985383" y="2757794"/>
                  </a:lnTo>
                  <a:lnTo>
                    <a:pt x="5935866" y="2715146"/>
                  </a:lnTo>
                  <a:lnTo>
                    <a:pt x="5886756" y="2673637"/>
                  </a:lnTo>
                  <a:lnTo>
                    <a:pt x="5838180" y="2633726"/>
                  </a:lnTo>
                  <a:lnTo>
                    <a:pt x="5790200" y="2595796"/>
                  </a:lnTo>
                  <a:lnTo>
                    <a:pt x="5742796" y="2560138"/>
                  </a:lnTo>
                  <a:lnTo>
                    <a:pt x="5695851" y="2526948"/>
                  </a:lnTo>
                  <a:lnTo>
                    <a:pt x="5649139" y="2496330"/>
                  </a:lnTo>
                  <a:lnTo>
                    <a:pt x="5602315" y="2468299"/>
                  </a:lnTo>
                  <a:lnTo>
                    <a:pt x="5567201" y="2449132"/>
                  </a:lnTo>
                  <a:lnTo>
                    <a:pt x="5519059" y="2425528"/>
                  </a:lnTo>
                  <a:lnTo>
                    <a:pt x="5469196" y="2404384"/>
                  </a:lnTo>
                  <a:lnTo>
                    <a:pt x="5416772" y="2385563"/>
                  </a:lnTo>
                  <a:lnTo>
                    <a:pt x="5360849" y="2368840"/>
                  </a:lnTo>
                  <a:lnTo>
                    <a:pt x="5300483" y="2353964"/>
                  </a:lnTo>
                  <a:lnTo>
                    <a:pt x="5234807" y="2340699"/>
                  </a:lnTo>
                  <a:lnTo>
                    <a:pt x="5163150" y="2328840"/>
                  </a:lnTo>
                  <a:lnTo>
                    <a:pt x="5085193" y="2318227"/>
                  </a:lnTo>
                  <a:lnTo>
                    <a:pt x="5001169" y="2308748"/>
                  </a:lnTo>
                  <a:lnTo>
                    <a:pt x="4912101" y="2300340"/>
                  </a:lnTo>
                  <a:lnTo>
                    <a:pt x="4820011" y="2292984"/>
                  </a:lnTo>
                  <a:lnTo>
                    <a:pt x="4728021" y="2286695"/>
                  </a:lnTo>
                  <a:lnTo>
                    <a:pt x="4640215" y="2281500"/>
                  </a:lnTo>
                  <a:lnTo>
                    <a:pt x="4561158" y="2277410"/>
                  </a:lnTo>
                  <a:lnTo>
                    <a:pt x="4495094" y="2274394"/>
                  </a:lnTo>
                  <a:lnTo>
                    <a:pt x="4444991" y="2272362"/>
                  </a:lnTo>
                  <a:lnTo>
                    <a:pt x="4411754" y="2271157"/>
                  </a:lnTo>
                  <a:lnTo>
                    <a:pt x="4393866" y="2270575"/>
                  </a:lnTo>
                  <a:lnTo>
                    <a:pt x="4387496" y="2270388"/>
                  </a:lnTo>
                  <a:lnTo>
                    <a:pt x="4386855" y="2270370"/>
                  </a:lnTo>
                  <a:lnTo>
                    <a:pt x="3848118" y="2270370"/>
                  </a:lnTo>
                  <a:lnTo>
                    <a:pt x="3846906" y="2270300"/>
                  </a:lnTo>
                  <a:lnTo>
                    <a:pt x="3838982" y="2269798"/>
                  </a:lnTo>
                  <a:lnTo>
                    <a:pt x="3819179" y="2268410"/>
                  </a:lnTo>
                  <a:lnTo>
                    <a:pt x="3784211" y="2265684"/>
                  </a:lnTo>
                  <a:lnTo>
                    <a:pt x="3732975" y="2261222"/>
                  </a:lnTo>
                  <a:lnTo>
                    <a:pt x="3666602" y="2254726"/>
                  </a:lnTo>
                  <a:lnTo>
                    <a:pt x="3588072" y="2246027"/>
                  </a:lnTo>
                  <a:lnTo>
                    <a:pt x="3501463" y="2235074"/>
                  </a:lnTo>
                  <a:lnTo>
                    <a:pt x="3411084" y="2221895"/>
                  </a:lnTo>
                  <a:lnTo>
                    <a:pt x="3320756" y="2206544"/>
                  </a:lnTo>
                  <a:lnTo>
                    <a:pt x="3233401" y="2189047"/>
                  </a:lnTo>
                  <a:lnTo>
                    <a:pt x="3150913" y="2169366"/>
                  </a:lnTo>
                  <a:lnTo>
                    <a:pt x="3074263" y="2147376"/>
                  </a:lnTo>
                  <a:lnTo>
                    <a:pt x="3003685" y="2122856"/>
                  </a:lnTo>
                  <a:lnTo>
                    <a:pt x="2938893" y="2095487"/>
                  </a:lnTo>
                  <a:lnTo>
                    <a:pt x="2879269" y="2064868"/>
                  </a:lnTo>
                  <a:lnTo>
                    <a:pt x="2824003" y="2030526"/>
                  </a:lnTo>
                  <a:lnTo>
                    <a:pt x="2772204" y="1991963"/>
                  </a:lnTo>
                  <a:lnTo>
                    <a:pt x="2722982" y="1948714"/>
                  </a:lnTo>
                  <a:lnTo>
                    <a:pt x="2675525" y="1900470"/>
                  </a:lnTo>
                  <a:lnTo>
                    <a:pt x="2667772" y="1891975"/>
                  </a:lnTo>
                  <a:lnTo>
                    <a:pt x="2629217" y="1847245"/>
                  </a:lnTo>
                  <a:lnTo>
                    <a:pt x="2591032" y="1798944"/>
                  </a:lnTo>
                  <a:lnTo>
                    <a:pt x="2552951" y="1747001"/>
                  </a:lnTo>
                  <a:lnTo>
                    <a:pt x="2514771" y="1691417"/>
                  </a:lnTo>
                  <a:lnTo>
                    <a:pt x="2476346" y="1632269"/>
                  </a:lnTo>
                  <a:lnTo>
                    <a:pt x="2437581" y="1569719"/>
                  </a:lnTo>
                  <a:lnTo>
                    <a:pt x="2398425" y="1504021"/>
                  </a:lnTo>
                  <a:lnTo>
                    <a:pt x="2358870" y="1435516"/>
                  </a:lnTo>
                  <a:lnTo>
                    <a:pt x="2318945" y="1364629"/>
                  </a:lnTo>
                  <a:lnTo>
                    <a:pt x="2278710" y="1291864"/>
                  </a:lnTo>
                  <a:lnTo>
                    <a:pt x="2238249" y="1217785"/>
                  </a:lnTo>
                  <a:lnTo>
                    <a:pt x="2197666" y="1143004"/>
                  </a:lnTo>
                  <a:lnTo>
                    <a:pt x="2157070" y="1068157"/>
                  </a:lnTo>
                  <a:lnTo>
                    <a:pt x="2116575" y="993880"/>
                  </a:lnTo>
                  <a:lnTo>
                    <a:pt x="2076285" y="920792"/>
                  </a:lnTo>
                  <a:lnTo>
                    <a:pt x="2036289" y="849470"/>
                  </a:lnTo>
                  <a:lnTo>
                    <a:pt x="1996654" y="780429"/>
                  </a:lnTo>
                  <a:lnTo>
                    <a:pt x="1957414" y="714114"/>
                  </a:lnTo>
                  <a:lnTo>
                    <a:pt x="1918570" y="650884"/>
                  </a:lnTo>
                  <a:lnTo>
                    <a:pt x="1880080" y="591009"/>
                  </a:lnTo>
                  <a:lnTo>
                    <a:pt x="1841859" y="534671"/>
                  </a:lnTo>
                  <a:lnTo>
                    <a:pt x="1803772" y="481966"/>
                  </a:lnTo>
                  <a:lnTo>
                    <a:pt x="1765628" y="432909"/>
                  </a:lnTo>
                  <a:lnTo>
                    <a:pt x="1727176" y="387442"/>
                  </a:lnTo>
                  <a:lnTo>
                    <a:pt x="1719082" y="378395"/>
                  </a:lnTo>
                  <a:lnTo>
                    <a:pt x="1671850" y="329311"/>
                  </a:lnTo>
                  <a:lnTo>
                    <a:pt x="1622974" y="285248"/>
                  </a:lnTo>
                  <a:lnTo>
                    <a:pt x="1571663" y="245937"/>
                  </a:lnTo>
                  <a:lnTo>
                    <a:pt x="1517035" y="210930"/>
                  </a:lnTo>
                  <a:lnTo>
                    <a:pt x="1458193" y="179727"/>
                  </a:lnTo>
                  <a:lnTo>
                    <a:pt x="1394309" y="151849"/>
                  </a:lnTo>
                  <a:lnTo>
                    <a:pt x="1324722" y="126880"/>
                  </a:lnTo>
                  <a:lnTo>
                    <a:pt x="1249079" y="104488"/>
                  </a:lnTo>
                  <a:lnTo>
                    <a:pt x="1167516" y="84436"/>
                  </a:lnTo>
                  <a:lnTo>
                    <a:pt x="1080864" y="66581"/>
                  </a:lnTo>
                  <a:lnTo>
                    <a:pt x="990855" y="50873"/>
                  </a:lnTo>
                  <a:lnTo>
                    <a:pt x="900241" y="37330"/>
                  </a:lnTo>
                  <a:lnTo>
                    <a:pt x="812713" y="26004"/>
                  </a:lnTo>
                  <a:lnTo>
                    <a:pt x="732544" y="16932"/>
                  </a:lnTo>
                  <a:lnTo>
                    <a:pt x="663907" y="10079"/>
                  </a:lnTo>
                  <a:lnTo>
                    <a:pt x="610024" y="5297"/>
                  </a:lnTo>
                  <a:lnTo>
                    <a:pt x="572371" y="2308"/>
                  </a:lnTo>
                  <a:lnTo>
                    <a:pt x="550223" y="728"/>
                  </a:lnTo>
                  <a:lnTo>
                    <a:pt x="540639" y="111"/>
                  </a:lnTo>
                  <a:lnTo>
                    <a:pt x="53874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1" name="pg611"/>
            <p:cNvSpPr/>
            <p:nvPr/>
          </p:nvSpPr>
          <p:spPr>
            <a:xfrm>
              <a:off x="546595" y="902904"/>
              <a:ext cx="8234974" cy="4464518"/>
            </a:xfrm>
            <a:custGeom>
              <a:avLst/>
              <a:pathLst>
                <a:path w="8234974" h="4464518">
                  <a:moveTo>
                    <a:pt x="0" y="2003588"/>
                  </a:moveTo>
                  <a:lnTo>
                    <a:pt x="538736" y="2003588"/>
                  </a:lnTo>
                  <a:lnTo>
                    <a:pt x="539934" y="2003663"/>
                  </a:lnTo>
                  <a:lnTo>
                    <a:pt x="547767" y="2004201"/>
                  </a:lnTo>
                  <a:lnTo>
                    <a:pt x="567349" y="2005687"/>
                  </a:lnTo>
                  <a:lnTo>
                    <a:pt x="601950" y="2008606"/>
                  </a:lnTo>
                  <a:lnTo>
                    <a:pt x="652689" y="2013386"/>
                  </a:lnTo>
                  <a:lnTo>
                    <a:pt x="718487" y="2020347"/>
                  </a:lnTo>
                  <a:lnTo>
                    <a:pt x="796433" y="2029675"/>
                  </a:lnTo>
                  <a:lnTo>
                    <a:pt x="882515" y="2041426"/>
                  </a:lnTo>
                  <a:lnTo>
                    <a:pt x="972470" y="2055571"/>
                  </a:lnTo>
                  <a:lnTo>
                    <a:pt x="1062495" y="2072055"/>
                  </a:lnTo>
                  <a:lnTo>
                    <a:pt x="1149670" y="2090846"/>
                  </a:lnTo>
                  <a:lnTo>
                    <a:pt x="1232078" y="2111981"/>
                  </a:lnTo>
                  <a:lnTo>
                    <a:pt x="1308723" y="2135590"/>
                  </a:lnTo>
                  <a:lnTo>
                    <a:pt x="1379342" y="2161904"/>
                  </a:lnTo>
                  <a:lnTo>
                    <a:pt x="1444195" y="2191259"/>
                  </a:lnTo>
                  <a:lnTo>
                    <a:pt x="1503878" y="2224081"/>
                  </a:lnTo>
                  <a:lnTo>
                    <a:pt x="1559183" y="2260870"/>
                  </a:lnTo>
                  <a:lnTo>
                    <a:pt x="1610987" y="2302162"/>
                  </a:lnTo>
                  <a:lnTo>
                    <a:pt x="1660172" y="2348459"/>
                  </a:lnTo>
                  <a:lnTo>
                    <a:pt x="1707549" y="2400113"/>
                  </a:lnTo>
                  <a:lnTo>
                    <a:pt x="1719082" y="2413743"/>
                  </a:lnTo>
                  <a:lnTo>
                    <a:pt x="1756520" y="2460760"/>
                  </a:lnTo>
                  <a:lnTo>
                    <a:pt x="1793602" y="2511423"/>
                  </a:lnTo>
                  <a:lnTo>
                    <a:pt x="1830573" y="2565805"/>
                  </a:lnTo>
                  <a:lnTo>
                    <a:pt x="1867623" y="2623910"/>
                  </a:lnTo>
                  <a:lnTo>
                    <a:pt x="1904890" y="2685671"/>
                  </a:lnTo>
                  <a:lnTo>
                    <a:pt x="1942469" y="2750937"/>
                  </a:lnTo>
                  <a:lnTo>
                    <a:pt x="1980410" y="2819472"/>
                  </a:lnTo>
                  <a:lnTo>
                    <a:pt x="2018729" y="2890954"/>
                  </a:lnTo>
                  <a:lnTo>
                    <a:pt x="2057406" y="2964979"/>
                  </a:lnTo>
                  <a:lnTo>
                    <a:pt x="2096392" y="3041064"/>
                  </a:lnTo>
                  <a:lnTo>
                    <a:pt x="2135617" y="3118665"/>
                  </a:lnTo>
                  <a:lnTo>
                    <a:pt x="2174990" y="3197188"/>
                  </a:lnTo>
                  <a:lnTo>
                    <a:pt x="2214412" y="3276008"/>
                  </a:lnTo>
                  <a:lnTo>
                    <a:pt x="2253778" y="3354490"/>
                  </a:lnTo>
                  <a:lnTo>
                    <a:pt x="2292990" y="3432011"/>
                  </a:lnTo>
                  <a:lnTo>
                    <a:pt x="2331959" y="3507979"/>
                  </a:lnTo>
                  <a:lnTo>
                    <a:pt x="2370613" y="3581853"/>
                  </a:lnTo>
                  <a:lnTo>
                    <a:pt x="2408908" y="3653156"/>
                  </a:lnTo>
                  <a:lnTo>
                    <a:pt x="2446825" y="3721488"/>
                  </a:lnTo>
                  <a:lnTo>
                    <a:pt x="2484381" y="3786534"/>
                  </a:lnTo>
                  <a:lnTo>
                    <a:pt x="2521632" y="3848062"/>
                  </a:lnTo>
                  <a:lnTo>
                    <a:pt x="2558672" y="3905928"/>
                  </a:lnTo>
                  <a:lnTo>
                    <a:pt x="2595644" y="3960069"/>
                  </a:lnTo>
                  <a:lnTo>
                    <a:pt x="2632740" y="4010493"/>
                  </a:lnTo>
                  <a:lnTo>
                    <a:pt x="2667772" y="4054363"/>
                  </a:lnTo>
                  <a:lnTo>
                    <a:pt x="2714811" y="4107362"/>
                  </a:lnTo>
                  <a:lnTo>
                    <a:pt x="2763478" y="4154963"/>
                  </a:lnTo>
                  <a:lnTo>
                    <a:pt x="2814552" y="4197451"/>
                  </a:lnTo>
                  <a:lnTo>
                    <a:pt x="2868907" y="4235305"/>
                  </a:lnTo>
                  <a:lnTo>
                    <a:pt x="2927427" y="4269061"/>
                  </a:lnTo>
                  <a:lnTo>
                    <a:pt x="2990934" y="4299231"/>
                  </a:lnTo>
                  <a:lnTo>
                    <a:pt x="3060085" y="4326263"/>
                  </a:lnTo>
                  <a:lnTo>
                    <a:pt x="3135239" y="4350516"/>
                  </a:lnTo>
                  <a:lnTo>
                    <a:pt x="3216281" y="4372248"/>
                  </a:lnTo>
                  <a:lnTo>
                    <a:pt x="3302415" y="4391612"/>
                  </a:lnTo>
                  <a:lnTo>
                    <a:pt x="3391968" y="4408668"/>
                  </a:lnTo>
                  <a:lnTo>
                    <a:pt x="3482266" y="4423398"/>
                  </a:lnTo>
                  <a:lnTo>
                    <a:pt x="3569696" y="4435747"/>
                  </a:lnTo>
                  <a:lnTo>
                    <a:pt x="3650054" y="4445673"/>
                  </a:lnTo>
                  <a:lnTo>
                    <a:pt x="3719188" y="4453209"/>
                  </a:lnTo>
                  <a:lnTo>
                    <a:pt x="3773838" y="4458504"/>
                  </a:lnTo>
                  <a:lnTo>
                    <a:pt x="3812418" y="4461847"/>
                  </a:lnTo>
                  <a:lnTo>
                    <a:pt x="3835494" y="4463644"/>
                  </a:lnTo>
                  <a:lnTo>
                    <a:pt x="3845826" y="4464371"/>
                  </a:lnTo>
                  <a:lnTo>
                    <a:pt x="3848118" y="4464518"/>
                  </a:lnTo>
                  <a:lnTo>
                    <a:pt x="4386855" y="4464518"/>
                  </a:lnTo>
                  <a:lnTo>
                    <a:pt x="4387747" y="4464417"/>
                  </a:lnTo>
                  <a:lnTo>
                    <a:pt x="4393616" y="4463700"/>
                  </a:lnTo>
                  <a:lnTo>
                    <a:pt x="4408430" y="4461720"/>
                  </a:lnTo>
                  <a:lnTo>
                    <a:pt x="4434963" y="4457820"/>
                  </a:lnTo>
                  <a:lnTo>
                    <a:pt x="4474594" y="4451393"/>
                  </a:lnTo>
                  <a:lnTo>
                    <a:pt x="4527209" y="4441940"/>
                  </a:lnTo>
                  <a:lnTo>
                    <a:pt x="4591300" y="4429116"/>
                  </a:lnTo>
                  <a:lnTo>
                    <a:pt x="4664316" y="4412742"/>
                  </a:lnTo>
                  <a:lnTo>
                    <a:pt x="4743160" y="4392785"/>
                  </a:lnTo>
                  <a:lnTo>
                    <a:pt x="4824694" y="4369297"/>
                  </a:lnTo>
                  <a:lnTo>
                    <a:pt x="4906148" y="4342355"/>
                  </a:lnTo>
                  <a:lnTo>
                    <a:pt x="4985358" y="4312003"/>
                  </a:lnTo>
                  <a:lnTo>
                    <a:pt x="5060834" y="4278202"/>
                  </a:lnTo>
                  <a:lnTo>
                    <a:pt x="5131720" y="4240804"/>
                  </a:lnTo>
                  <a:lnTo>
                    <a:pt x="5197686" y="4199540"/>
                  </a:lnTo>
                  <a:lnTo>
                    <a:pt x="5258794" y="4154014"/>
                  </a:lnTo>
                  <a:lnTo>
                    <a:pt x="5315385" y="4103712"/>
                  </a:lnTo>
                  <a:lnTo>
                    <a:pt x="5367976" y="4048014"/>
                  </a:lnTo>
                  <a:lnTo>
                    <a:pt x="5417182" y="3986229"/>
                  </a:lnTo>
                  <a:lnTo>
                    <a:pt x="5463659" y="3917637"/>
                  </a:lnTo>
                  <a:lnTo>
                    <a:pt x="5508059" y="3841581"/>
                  </a:lnTo>
                  <a:lnTo>
                    <a:pt x="5550978" y="3757597"/>
                  </a:lnTo>
                  <a:lnTo>
                    <a:pt x="5567201" y="3723153"/>
                  </a:lnTo>
                  <a:lnTo>
                    <a:pt x="5596450" y="3657408"/>
                  </a:lnTo>
                  <a:lnTo>
                    <a:pt x="5625445" y="3587676"/>
                  </a:lnTo>
                  <a:lnTo>
                    <a:pt x="5654313" y="3513877"/>
                  </a:lnTo>
                  <a:lnTo>
                    <a:pt x="5683158" y="3435973"/>
                  </a:lnTo>
                  <a:lnTo>
                    <a:pt x="5712063" y="3353974"/>
                  </a:lnTo>
                  <a:lnTo>
                    <a:pt x="5741095" y="3267939"/>
                  </a:lnTo>
                  <a:lnTo>
                    <a:pt x="5770302" y="3177982"/>
                  </a:lnTo>
                  <a:lnTo>
                    <a:pt x="5799716" y="3084274"/>
                  </a:lnTo>
                  <a:lnTo>
                    <a:pt x="5829356" y="2987042"/>
                  </a:lnTo>
                  <a:lnTo>
                    <a:pt x="5859226" y="2886574"/>
                  </a:lnTo>
                  <a:lnTo>
                    <a:pt x="5889318" y="2783211"/>
                  </a:lnTo>
                  <a:lnTo>
                    <a:pt x="5919614" y="2677347"/>
                  </a:lnTo>
                  <a:lnTo>
                    <a:pt x="5950085" y="2569423"/>
                  </a:lnTo>
                  <a:lnTo>
                    <a:pt x="5980694" y="2459920"/>
                  </a:lnTo>
                  <a:lnTo>
                    <a:pt x="6011397" y="2349350"/>
                  </a:lnTo>
                  <a:lnTo>
                    <a:pt x="6042149" y="2238246"/>
                  </a:lnTo>
                  <a:lnTo>
                    <a:pt x="6072900" y="2127153"/>
                  </a:lnTo>
                  <a:lnTo>
                    <a:pt x="6103601" y="2016614"/>
                  </a:lnTo>
                  <a:lnTo>
                    <a:pt x="6134205" y="1907164"/>
                  </a:lnTo>
                  <a:lnTo>
                    <a:pt x="6164669" y="1799312"/>
                  </a:lnTo>
                  <a:lnTo>
                    <a:pt x="6194958" y="1693538"/>
                  </a:lnTo>
                  <a:lnTo>
                    <a:pt x="6225042" y="1590281"/>
                  </a:lnTo>
                  <a:lnTo>
                    <a:pt x="6254903" y="1489934"/>
                  </a:lnTo>
                  <a:lnTo>
                    <a:pt x="6284534" y="1392835"/>
                  </a:lnTo>
                  <a:lnTo>
                    <a:pt x="6313940" y="1299270"/>
                  </a:lnTo>
                  <a:lnTo>
                    <a:pt x="6343139" y="1209464"/>
                  </a:lnTo>
                  <a:lnTo>
                    <a:pt x="6372164" y="1123585"/>
                  </a:lnTo>
                  <a:lnTo>
                    <a:pt x="6401066" y="1041746"/>
                  </a:lnTo>
                  <a:lnTo>
                    <a:pt x="6429910" y="964004"/>
                  </a:lnTo>
                  <a:lnTo>
                    <a:pt x="6458780" y="890365"/>
                  </a:lnTo>
                  <a:lnTo>
                    <a:pt x="6487783" y="820791"/>
                  </a:lnTo>
                  <a:lnTo>
                    <a:pt x="6515891" y="757697"/>
                  </a:lnTo>
                  <a:lnTo>
                    <a:pt x="6558380" y="670620"/>
                  </a:lnTo>
                  <a:lnTo>
                    <a:pt x="6602144" y="591552"/>
                  </a:lnTo>
                  <a:lnTo>
                    <a:pt x="6647747" y="520160"/>
                  </a:lnTo>
                  <a:lnTo>
                    <a:pt x="6695825" y="455841"/>
                  </a:lnTo>
                  <a:lnTo>
                    <a:pt x="6747038" y="397887"/>
                  </a:lnTo>
                  <a:lnTo>
                    <a:pt x="6802023" y="345587"/>
                  </a:lnTo>
                  <a:lnTo>
                    <a:pt x="6861342" y="298291"/>
                  </a:lnTo>
                  <a:lnTo>
                    <a:pt x="6925414" y="255441"/>
                  </a:lnTo>
                  <a:lnTo>
                    <a:pt x="6994422" y="216596"/>
                  </a:lnTo>
                  <a:lnTo>
                    <a:pt x="7068203" y="181435"/>
                  </a:lnTo>
                  <a:lnTo>
                    <a:pt x="7146116" y="149766"/>
                  </a:lnTo>
                  <a:lnTo>
                    <a:pt x="7226927" y="121512"/>
                  </a:lnTo>
                  <a:lnTo>
                    <a:pt x="7308728" y="96686"/>
                  </a:lnTo>
                  <a:lnTo>
                    <a:pt x="7388965" y="75362"/>
                  </a:lnTo>
                  <a:lnTo>
                    <a:pt x="7464602" y="57608"/>
                  </a:lnTo>
                  <a:lnTo>
                    <a:pt x="7532470" y="43431"/>
                  </a:lnTo>
                  <a:lnTo>
                    <a:pt x="7589743" y="32713"/>
                  </a:lnTo>
                  <a:lnTo>
                    <a:pt x="7634463" y="25173"/>
                  </a:lnTo>
                  <a:lnTo>
                    <a:pt x="7665952" y="20369"/>
                  </a:lnTo>
                  <a:lnTo>
                    <a:pt x="7685017" y="17726"/>
                  </a:lnTo>
                  <a:lnTo>
                    <a:pt x="7693918" y="16602"/>
                  </a:lnTo>
                  <a:lnTo>
                    <a:pt x="7696237" y="16333"/>
                  </a:lnTo>
                  <a:lnTo>
                    <a:pt x="8234974" y="16333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6" y="100"/>
                  </a:lnTo>
                  <a:lnTo>
                    <a:pt x="7689477" y="817"/>
                  </a:lnTo>
                  <a:lnTo>
                    <a:pt x="7674662" y="2797"/>
                  </a:lnTo>
                  <a:lnTo>
                    <a:pt x="7648130" y="6697"/>
                  </a:lnTo>
                  <a:lnTo>
                    <a:pt x="7608498" y="13124"/>
                  </a:lnTo>
                  <a:lnTo>
                    <a:pt x="7555884" y="22577"/>
                  </a:lnTo>
                  <a:lnTo>
                    <a:pt x="7491793" y="35401"/>
                  </a:lnTo>
                  <a:lnTo>
                    <a:pt x="7418776" y="51775"/>
                  </a:lnTo>
                  <a:lnTo>
                    <a:pt x="7339933" y="71732"/>
                  </a:lnTo>
                  <a:lnTo>
                    <a:pt x="7258399" y="95220"/>
                  </a:lnTo>
                  <a:lnTo>
                    <a:pt x="7176944" y="122162"/>
                  </a:lnTo>
                  <a:lnTo>
                    <a:pt x="7097735" y="152514"/>
                  </a:lnTo>
                  <a:lnTo>
                    <a:pt x="7022259" y="186316"/>
                  </a:lnTo>
                  <a:lnTo>
                    <a:pt x="6951372" y="223713"/>
                  </a:lnTo>
                  <a:lnTo>
                    <a:pt x="6885407" y="264977"/>
                  </a:lnTo>
                  <a:lnTo>
                    <a:pt x="6824299" y="310503"/>
                  </a:lnTo>
                  <a:lnTo>
                    <a:pt x="6767707" y="360805"/>
                  </a:lnTo>
                  <a:lnTo>
                    <a:pt x="6715116" y="416503"/>
                  </a:lnTo>
                  <a:lnTo>
                    <a:pt x="6665911" y="478288"/>
                  </a:lnTo>
                  <a:lnTo>
                    <a:pt x="6619433" y="546880"/>
                  </a:lnTo>
                  <a:lnTo>
                    <a:pt x="6575034" y="622936"/>
                  </a:lnTo>
                  <a:lnTo>
                    <a:pt x="6532114" y="706920"/>
                  </a:lnTo>
                  <a:lnTo>
                    <a:pt x="6515891" y="741364"/>
                  </a:lnTo>
                  <a:lnTo>
                    <a:pt x="6486642" y="807109"/>
                  </a:lnTo>
                  <a:lnTo>
                    <a:pt x="6457647" y="876841"/>
                  </a:lnTo>
                  <a:lnTo>
                    <a:pt x="6428779" y="950640"/>
                  </a:lnTo>
                  <a:lnTo>
                    <a:pt x="6399934" y="1028544"/>
                  </a:lnTo>
                  <a:lnTo>
                    <a:pt x="6371029" y="1110543"/>
                  </a:lnTo>
                  <a:lnTo>
                    <a:pt x="6341997" y="1196578"/>
                  </a:lnTo>
                  <a:lnTo>
                    <a:pt x="6312791" y="1286535"/>
                  </a:lnTo>
                  <a:lnTo>
                    <a:pt x="6283377" y="1380243"/>
                  </a:lnTo>
                  <a:lnTo>
                    <a:pt x="6253737" y="1477475"/>
                  </a:lnTo>
                  <a:lnTo>
                    <a:pt x="6223867" y="1577943"/>
                  </a:lnTo>
                  <a:lnTo>
                    <a:pt x="6193774" y="1681306"/>
                  </a:lnTo>
                  <a:lnTo>
                    <a:pt x="6163478" y="1787170"/>
                  </a:lnTo>
                  <a:lnTo>
                    <a:pt x="6133007" y="1895094"/>
                  </a:lnTo>
                  <a:lnTo>
                    <a:pt x="6102399" y="2004597"/>
                  </a:lnTo>
                  <a:lnTo>
                    <a:pt x="6071695" y="2115167"/>
                  </a:lnTo>
                  <a:lnTo>
                    <a:pt x="6040943" y="2226271"/>
                  </a:lnTo>
                  <a:lnTo>
                    <a:pt x="6010192" y="2337364"/>
                  </a:lnTo>
                  <a:lnTo>
                    <a:pt x="5979492" y="2447903"/>
                  </a:lnTo>
                  <a:lnTo>
                    <a:pt x="5948888" y="2557353"/>
                  </a:lnTo>
                  <a:lnTo>
                    <a:pt x="5918423" y="2665205"/>
                  </a:lnTo>
                  <a:lnTo>
                    <a:pt x="5888135" y="2770979"/>
                  </a:lnTo>
                  <a:lnTo>
                    <a:pt x="5858051" y="2874236"/>
                  </a:lnTo>
                  <a:lnTo>
                    <a:pt x="5828189" y="2974583"/>
                  </a:lnTo>
                  <a:lnTo>
                    <a:pt x="5798558" y="3071682"/>
                  </a:lnTo>
                  <a:lnTo>
                    <a:pt x="5769153" y="3165247"/>
                  </a:lnTo>
                  <a:lnTo>
                    <a:pt x="5739954" y="3255053"/>
                  </a:lnTo>
                  <a:lnTo>
                    <a:pt x="5710928" y="3340932"/>
                  </a:lnTo>
                  <a:lnTo>
                    <a:pt x="5682027" y="3422771"/>
                  </a:lnTo>
                  <a:lnTo>
                    <a:pt x="5653183" y="3500513"/>
                  </a:lnTo>
                  <a:lnTo>
                    <a:pt x="5624312" y="3574152"/>
                  </a:lnTo>
                  <a:lnTo>
                    <a:pt x="5595309" y="3643726"/>
                  </a:lnTo>
                  <a:lnTo>
                    <a:pt x="5567201" y="3706820"/>
                  </a:lnTo>
                  <a:lnTo>
                    <a:pt x="5524712" y="3793897"/>
                  </a:lnTo>
                  <a:lnTo>
                    <a:pt x="5480948" y="3872965"/>
                  </a:lnTo>
                  <a:lnTo>
                    <a:pt x="5435345" y="3944357"/>
                  </a:lnTo>
                  <a:lnTo>
                    <a:pt x="5387267" y="4008676"/>
                  </a:lnTo>
                  <a:lnTo>
                    <a:pt x="5336054" y="4066630"/>
                  </a:lnTo>
                  <a:lnTo>
                    <a:pt x="5281070" y="4118930"/>
                  </a:lnTo>
                  <a:lnTo>
                    <a:pt x="5221751" y="4166226"/>
                  </a:lnTo>
                  <a:lnTo>
                    <a:pt x="5157679" y="4209076"/>
                  </a:lnTo>
                  <a:lnTo>
                    <a:pt x="5088670" y="4247921"/>
                  </a:lnTo>
                  <a:lnTo>
                    <a:pt x="5014890" y="4283082"/>
                  </a:lnTo>
                  <a:lnTo>
                    <a:pt x="4936976" y="4314751"/>
                  </a:lnTo>
                  <a:lnTo>
                    <a:pt x="4856166" y="4343005"/>
                  </a:lnTo>
                  <a:lnTo>
                    <a:pt x="4774364" y="4367831"/>
                  </a:lnTo>
                  <a:lnTo>
                    <a:pt x="4694128" y="4389155"/>
                  </a:lnTo>
                  <a:lnTo>
                    <a:pt x="4618490" y="4406909"/>
                  </a:lnTo>
                  <a:lnTo>
                    <a:pt x="4550623" y="4421086"/>
                  </a:lnTo>
                  <a:lnTo>
                    <a:pt x="4493349" y="4431804"/>
                  </a:lnTo>
                  <a:lnTo>
                    <a:pt x="4448629" y="4439344"/>
                  </a:lnTo>
                  <a:lnTo>
                    <a:pt x="4417141" y="4444148"/>
                  </a:lnTo>
                  <a:lnTo>
                    <a:pt x="4398075" y="4446791"/>
                  </a:lnTo>
                  <a:lnTo>
                    <a:pt x="4389174" y="4447915"/>
                  </a:lnTo>
                  <a:lnTo>
                    <a:pt x="4386855" y="4448184"/>
                  </a:lnTo>
                  <a:lnTo>
                    <a:pt x="3848118" y="4448184"/>
                  </a:lnTo>
                  <a:lnTo>
                    <a:pt x="3846920" y="4448109"/>
                  </a:lnTo>
                  <a:lnTo>
                    <a:pt x="3839088" y="4447571"/>
                  </a:lnTo>
                  <a:lnTo>
                    <a:pt x="3819505" y="4446085"/>
                  </a:lnTo>
                  <a:lnTo>
                    <a:pt x="3784905" y="4443166"/>
                  </a:lnTo>
                  <a:lnTo>
                    <a:pt x="3734165" y="4438386"/>
                  </a:lnTo>
                  <a:lnTo>
                    <a:pt x="3668367" y="4431425"/>
                  </a:lnTo>
                  <a:lnTo>
                    <a:pt x="3590421" y="4422097"/>
                  </a:lnTo>
                  <a:lnTo>
                    <a:pt x="3504340" y="4410346"/>
                  </a:lnTo>
                  <a:lnTo>
                    <a:pt x="3414385" y="4396201"/>
                  </a:lnTo>
                  <a:lnTo>
                    <a:pt x="3324359" y="4379717"/>
                  </a:lnTo>
                  <a:lnTo>
                    <a:pt x="3237184" y="4360926"/>
                  </a:lnTo>
                  <a:lnTo>
                    <a:pt x="3154777" y="4339791"/>
                  </a:lnTo>
                  <a:lnTo>
                    <a:pt x="3078131" y="4316182"/>
                  </a:lnTo>
                  <a:lnTo>
                    <a:pt x="3007512" y="4289868"/>
                  </a:lnTo>
                  <a:lnTo>
                    <a:pt x="2942660" y="4260513"/>
                  </a:lnTo>
                  <a:lnTo>
                    <a:pt x="2882977" y="4227691"/>
                  </a:lnTo>
                  <a:lnTo>
                    <a:pt x="2827672" y="4190902"/>
                  </a:lnTo>
                  <a:lnTo>
                    <a:pt x="2775868" y="4149610"/>
                  </a:lnTo>
                  <a:lnTo>
                    <a:pt x="2726683" y="4103313"/>
                  </a:lnTo>
                  <a:lnTo>
                    <a:pt x="2679305" y="4051659"/>
                  </a:lnTo>
                  <a:lnTo>
                    <a:pt x="2667772" y="4038029"/>
                  </a:lnTo>
                  <a:lnTo>
                    <a:pt x="2630334" y="3991012"/>
                  </a:lnTo>
                  <a:lnTo>
                    <a:pt x="2593253" y="3940349"/>
                  </a:lnTo>
                  <a:lnTo>
                    <a:pt x="2556282" y="3885967"/>
                  </a:lnTo>
                  <a:lnTo>
                    <a:pt x="2519232" y="3827862"/>
                  </a:lnTo>
                  <a:lnTo>
                    <a:pt x="2481964" y="3766101"/>
                  </a:lnTo>
                  <a:lnTo>
                    <a:pt x="2444386" y="3700835"/>
                  </a:lnTo>
                  <a:lnTo>
                    <a:pt x="2406445" y="3632300"/>
                  </a:lnTo>
                  <a:lnTo>
                    <a:pt x="2368126" y="3560818"/>
                  </a:lnTo>
                  <a:lnTo>
                    <a:pt x="2329449" y="3486793"/>
                  </a:lnTo>
                  <a:lnTo>
                    <a:pt x="2290462" y="3410708"/>
                  </a:lnTo>
                  <a:lnTo>
                    <a:pt x="2251238" y="3333107"/>
                  </a:lnTo>
                  <a:lnTo>
                    <a:pt x="2211865" y="3254584"/>
                  </a:lnTo>
                  <a:lnTo>
                    <a:pt x="2172443" y="3175764"/>
                  </a:lnTo>
                  <a:lnTo>
                    <a:pt x="2133076" y="3097282"/>
                  </a:lnTo>
                  <a:lnTo>
                    <a:pt x="2093865" y="3019761"/>
                  </a:lnTo>
                  <a:lnTo>
                    <a:pt x="2054896" y="2943793"/>
                  </a:lnTo>
                  <a:lnTo>
                    <a:pt x="2016241" y="2869919"/>
                  </a:lnTo>
                  <a:lnTo>
                    <a:pt x="1977947" y="2798616"/>
                  </a:lnTo>
                  <a:lnTo>
                    <a:pt x="1940029" y="2730284"/>
                  </a:lnTo>
                  <a:lnTo>
                    <a:pt x="1902473" y="2665238"/>
                  </a:lnTo>
                  <a:lnTo>
                    <a:pt x="1865223" y="2603710"/>
                  </a:lnTo>
                  <a:lnTo>
                    <a:pt x="1828183" y="2545844"/>
                  </a:lnTo>
                  <a:lnTo>
                    <a:pt x="1791211" y="2491703"/>
                  </a:lnTo>
                  <a:lnTo>
                    <a:pt x="1754115" y="2441279"/>
                  </a:lnTo>
                  <a:lnTo>
                    <a:pt x="1719082" y="2397409"/>
                  </a:lnTo>
                  <a:lnTo>
                    <a:pt x="1672043" y="2344410"/>
                  </a:lnTo>
                  <a:lnTo>
                    <a:pt x="1623377" y="2296809"/>
                  </a:lnTo>
                  <a:lnTo>
                    <a:pt x="1572302" y="2254321"/>
                  </a:lnTo>
                  <a:lnTo>
                    <a:pt x="1517948" y="2216467"/>
                  </a:lnTo>
                  <a:lnTo>
                    <a:pt x="1459427" y="2182711"/>
                  </a:lnTo>
                  <a:lnTo>
                    <a:pt x="1395920" y="2152541"/>
                  </a:lnTo>
                  <a:lnTo>
                    <a:pt x="1326769" y="2125509"/>
                  </a:lnTo>
                  <a:lnTo>
                    <a:pt x="1251615" y="2101256"/>
                  </a:lnTo>
                  <a:lnTo>
                    <a:pt x="1170574" y="2079524"/>
                  </a:lnTo>
                  <a:lnTo>
                    <a:pt x="1084439" y="2060160"/>
                  </a:lnTo>
                  <a:lnTo>
                    <a:pt x="994886" y="2043104"/>
                  </a:lnTo>
                  <a:lnTo>
                    <a:pt x="904589" y="2028374"/>
                  </a:lnTo>
                  <a:lnTo>
                    <a:pt x="817159" y="2016025"/>
                  </a:lnTo>
                  <a:lnTo>
                    <a:pt x="736801" y="2006099"/>
                  </a:lnTo>
                  <a:lnTo>
                    <a:pt x="667666" y="1998563"/>
                  </a:lnTo>
                  <a:lnTo>
                    <a:pt x="613017" y="1993268"/>
                  </a:lnTo>
                  <a:lnTo>
                    <a:pt x="574437" y="1989925"/>
                  </a:lnTo>
                  <a:lnTo>
                    <a:pt x="551361" y="1988128"/>
                  </a:lnTo>
                  <a:lnTo>
                    <a:pt x="541029" y="1987401"/>
                  </a:lnTo>
                  <a:lnTo>
                    <a:pt x="538736" y="1987254"/>
                  </a:lnTo>
                  <a:lnTo>
                    <a:pt x="0" y="198725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12" name="pl612"/>
            <p:cNvSpPr/>
            <p:nvPr/>
          </p:nvSpPr>
          <p:spPr>
            <a:xfrm>
              <a:off x="546595" y="919237"/>
              <a:ext cx="8234974" cy="4448184"/>
            </a:xfrm>
            <a:custGeom>
              <a:avLst/>
              <a:pathLst>
                <a:path w="8234974" h="4448184">
                  <a:moveTo>
                    <a:pt x="0" y="1987254"/>
                  </a:moveTo>
                  <a:lnTo>
                    <a:pt x="538736" y="1987254"/>
                  </a:lnTo>
                  <a:lnTo>
                    <a:pt x="539934" y="1987330"/>
                  </a:lnTo>
                  <a:lnTo>
                    <a:pt x="547767" y="1987867"/>
                  </a:lnTo>
                  <a:lnTo>
                    <a:pt x="567349" y="1989354"/>
                  </a:lnTo>
                  <a:lnTo>
                    <a:pt x="601950" y="1992273"/>
                  </a:lnTo>
                  <a:lnTo>
                    <a:pt x="652689" y="1997052"/>
                  </a:lnTo>
                  <a:lnTo>
                    <a:pt x="718487" y="2004014"/>
                  </a:lnTo>
                  <a:lnTo>
                    <a:pt x="796433" y="2013341"/>
                  </a:lnTo>
                  <a:lnTo>
                    <a:pt x="882515" y="2025092"/>
                  </a:lnTo>
                  <a:lnTo>
                    <a:pt x="972470" y="2039238"/>
                  </a:lnTo>
                  <a:lnTo>
                    <a:pt x="1062495" y="2055722"/>
                  </a:lnTo>
                  <a:lnTo>
                    <a:pt x="1149670" y="2074512"/>
                  </a:lnTo>
                  <a:lnTo>
                    <a:pt x="1232078" y="2095647"/>
                  </a:lnTo>
                  <a:lnTo>
                    <a:pt x="1308723" y="2119256"/>
                  </a:lnTo>
                  <a:lnTo>
                    <a:pt x="1379342" y="2145571"/>
                  </a:lnTo>
                  <a:lnTo>
                    <a:pt x="1444195" y="2174925"/>
                  </a:lnTo>
                  <a:lnTo>
                    <a:pt x="1503878" y="2207747"/>
                  </a:lnTo>
                  <a:lnTo>
                    <a:pt x="1559183" y="2244536"/>
                  </a:lnTo>
                  <a:lnTo>
                    <a:pt x="1610987" y="2285828"/>
                  </a:lnTo>
                  <a:lnTo>
                    <a:pt x="1660172" y="2332126"/>
                  </a:lnTo>
                  <a:lnTo>
                    <a:pt x="1707549" y="2383779"/>
                  </a:lnTo>
                  <a:lnTo>
                    <a:pt x="1719082" y="2397409"/>
                  </a:lnTo>
                  <a:lnTo>
                    <a:pt x="1756520" y="2444427"/>
                  </a:lnTo>
                  <a:lnTo>
                    <a:pt x="1793602" y="2495090"/>
                  </a:lnTo>
                  <a:lnTo>
                    <a:pt x="1830573" y="2549471"/>
                  </a:lnTo>
                  <a:lnTo>
                    <a:pt x="1867623" y="2607577"/>
                  </a:lnTo>
                  <a:lnTo>
                    <a:pt x="1904890" y="2669338"/>
                  </a:lnTo>
                  <a:lnTo>
                    <a:pt x="1942469" y="2734604"/>
                  </a:lnTo>
                  <a:lnTo>
                    <a:pt x="1980410" y="2803139"/>
                  </a:lnTo>
                  <a:lnTo>
                    <a:pt x="2018729" y="2874621"/>
                  </a:lnTo>
                  <a:lnTo>
                    <a:pt x="2057406" y="2948645"/>
                  </a:lnTo>
                  <a:lnTo>
                    <a:pt x="2096392" y="3024731"/>
                  </a:lnTo>
                  <a:lnTo>
                    <a:pt x="2135617" y="3102332"/>
                  </a:lnTo>
                  <a:lnTo>
                    <a:pt x="2174990" y="3180855"/>
                  </a:lnTo>
                  <a:lnTo>
                    <a:pt x="2214412" y="3259674"/>
                  </a:lnTo>
                  <a:lnTo>
                    <a:pt x="2253778" y="3338156"/>
                  </a:lnTo>
                  <a:lnTo>
                    <a:pt x="2292990" y="3415677"/>
                  </a:lnTo>
                  <a:lnTo>
                    <a:pt x="2331959" y="3491645"/>
                  </a:lnTo>
                  <a:lnTo>
                    <a:pt x="2370613" y="3565519"/>
                  </a:lnTo>
                  <a:lnTo>
                    <a:pt x="2408908" y="3636822"/>
                  </a:lnTo>
                  <a:lnTo>
                    <a:pt x="2446825" y="3705155"/>
                  </a:lnTo>
                  <a:lnTo>
                    <a:pt x="2484381" y="3770200"/>
                  </a:lnTo>
                  <a:lnTo>
                    <a:pt x="2521632" y="3831729"/>
                  </a:lnTo>
                  <a:lnTo>
                    <a:pt x="2558672" y="3889595"/>
                  </a:lnTo>
                  <a:lnTo>
                    <a:pt x="2595644" y="3943735"/>
                  </a:lnTo>
                  <a:lnTo>
                    <a:pt x="2632740" y="3994159"/>
                  </a:lnTo>
                  <a:lnTo>
                    <a:pt x="2667772" y="4038029"/>
                  </a:lnTo>
                  <a:lnTo>
                    <a:pt x="2714811" y="4091029"/>
                  </a:lnTo>
                  <a:lnTo>
                    <a:pt x="2763478" y="4138629"/>
                  </a:lnTo>
                  <a:lnTo>
                    <a:pt x="2814552" y="4181117"/>
                  </a:lnTo>
                  <a:lnTo>
                    <a:pt x="2868907" y="4218971"/>
                  </a:lnTo>
                  <a:lnTo>
                    <a:pt x="2927427" y="4252727"/>
                  </a:lnTo>
                  <a:lnTo>
                    <a:pt x="2990934" y="4282897"/>
                  </a:lnTo>
                  <a:lnTo>
                    <a:pt x="3060085" y="4309929"/>
                  </a:lnTo>
                  <a:lnTo>
                    <a:pt x="3135239" y="4334182"/>
                  </a:lnTo>
                  <a:lnTo>
                    <a:pt x="3216281" y="4355914"/>
                  </a:lnTo>
                  <a:lnTo>
                    <a:pt x="3302415" y="4375279"/>
                  </a:lnTo>
                  <a:lnTo>
                    <a:pt x="3391968" y="4392334"/>
                  </a:lnTo>
                  <a:lnTo>
                    <a:pt x="3482266" y="4407064"/>
                  </a:lnTo>
                  <a:lnTo>
                    <a:pt x="3569696" y="4419413"/>
                  </a:lnTo>
                  <a:lnTo>
                    <a:pt x="3650054" y="4429340"/>
                  </a:lnTo>
                  <a:lnTo>
                    <a:pt x="3719188" y="4436875"/>
                  </a:lnTo>
                  <a:lnTo>
                    <a:pt x="3773838" y="4442170"/>
                  </a:lnTo>
                  <a:lnTo>
                    <a:pt x="3812418" y="4445513"/>
                  </a:lnTo>
                  <a:lnTo>
                    <a:pt x="3835494" y="4447311"/>
                  </a:lnTo>
                  <a:lnTo>
                    <a:pt x="3845826" y="4448037"/>
                  </a:lnTo>
                  <a:lnTo>
                    <a:pt x="3848099" y="4448183"/>
                  </a:lnTo>
                  <a:lnTo>
                    <a:pt x="3848118" y="4448184"/>
                  </a:lnTo>
                  <a:lnTo>
                    <a:pt x="4386855" y="4448184"/>
                  </a:lnTo>
                  <a:lnTo>
                    <a:pt x="4387747" y="4448083"/>
                  </a:lnTo>
                  <a:lnTo>
                    <a:pt x="4393616" y="4447367"/>
                  </a:lnTo>
                  <a:lnTo>
                    <a:pt x="4408430" y="4445386"/>
                  </a:lnTo>
                  <a:lnTo>
                    <a:pt x="4434963" y="4441487"/>
                  </a:lnTo>
                  <a:lnTo>
                    <a:pt x="4474594" y="4435060"/>
                  </a:lnTo>
                  <a:lnTo>
                    <a:pt x="4527209" y="4425607"/>
                  </a:lnTo>
                  <a:lnTo>
                    <a:pt x="4591300" y="4412782"/>
                  </a:lnTo>
                  <a:lnTo>
                    <a:pt x="4664316" y="4396409"/>
                  </a:lnTo>
                  <a:lnTo>
                    <a:pt x="4743160" y="4376451"/>
                  </a:lnTo>
                  <a:lnTo>
                    <a:pt x="4824694" y="4352963"/>
                  </a:lnTo>
                  <a:lnTo>
                    <a:pt x="4906148" y="4326021"/>
                  </a:lnTo>
                  <a:lnTo>
                    <a:pt x="4985358" y="4295669"/>
                  </a:lnTo>
                  <a:lnTo>
                    <a:pt x="5060834" y="4261868"/>
                  </a:lnTo>
                  <a:lnTo>
                    <a:pt x="5131720" y="4224471"/>
                  </a:lnTo>
                  <a:lnTo>
                    <a:pt x="5197686" y="4183207"/>
                  </a:lnTo>
                  <a:lnTo>
                    <a:pt x="5258794" y="4137681"/>
                  </a:lnTo>
                  <a:lnTo>
                    <a:pt x="5315385" y="4087378"/>
                  </a:lnTo>
                  <a:lnTo>
                    <a:pt x="5367976" y="4031680"/>
                  </a:lnTo>
                  <a:lnTo>
                    <a:pt x="5417182" y="3969895"/>
                  </a:lnTo>
                  <a:lnTo>
                    <a:pt x="5463659" y="3901304"/>
                  </a:lnTo>
                  <a:lnTo>
                    <a:pt x="5508059" y="3825247"/>
                  </a:lnTo>
                  <a:lnTo>
                    <a:pt x="5550978" y="3741263"/>
                  </a:lnTo>
                  <a:lnTo>
                    <a:pt x="5567201" y="3706820"/>
                  </a:lnTo>
                  <a:lnTo>
                    <a:pt x="5596450" y="3641074"/>
                  </a:lnTo>
                  <a:lnTo>
                    <a:pt x="5625445" y="3571342"/>
                  </a:lnTo>
                  <a:lnTo>
                    <a:pt x="5654313" y="3497543"/>
                  </a:lnTo>
                  <a:lnTo>
                    <a:pt x="5683158" y="3419640"/>
                  </a:lnTo>
                  <a:lnTo>
                    <a:pt x="5712063" y="3337641"/>
                  </a:lnTo>
                  <a:lnTo>
                    <a:pt x="5741095" y="3251606"/>
                  </a:lnTo>
                  <a:lnTo>
                    <a:pt x="5770302" y="3161649"/>
                  </a:lnTo>
                  <a:lnTo>
                    <a:pt x="5799716" y="3067940"/>
                  </a:lnTo>
                  <a:lnTo>
                    <a:pt x="5829356" y="2970709"/>
                  </a:lnTo>
                  <a:lnTo>
                    <a:pt x="5859226" y="2870241"/>
                  </a:lnTo>
                  <a:lnTo>
                    <a:pt x="5889318" y="2766877"/>
                  </a:lnTo>
                  <a:lnTo>
                    <a:pt x="5919614" y="2661013"/>
                  </a:lnTo>
                  <a:lnTo>
                    <a:pt x="5950085" y="2553090"/>
                  </a:lnTo>
                  <a:lnTo>
                    <a:pt x="5980694" y="2443586"/>
                  </a:lnTo>
                  <a:lnTo>
                    <a:pt x="6011397" y="2333016"/>
                  </a:lnTo>
                  <a:lnTo>
                    <a:pt x="6042149" y="2221912"/>
                  </a:lnTo>
                  <a:lnTo>
                    <a:pt x="6072900" y="2110819"/>
                  </a:lnTo>
                  <a:lnTo>
                    <a:pt x="6103601" y="2000281"/>
                  </a:lnTo>
                  <a:lnTo>
                    <a:pt x="6134205" y="1890830"/>
                  </a:lnTo>
                  <a:lnTo>
                    <a:pt x="6164669" y="1782978"/>
                  </a:lnTo>
                  <a:lnTo>
                    <a:pt x="6194958" y="1677204"/>
                  </a:lnTo>
                  <a:lnTo>
                    <a:pt x="6225042" y="1573947"/>
                  </a:lnTo>
                  <a:lnTo>
                    <a:pt x="6254903" y="1473600"/>
                  </a:lnTo>
                  <a:lnTo>
                    <a:pt x="6284534" y="1376502"/>
                  </a:lnTo>
                  <a:lnTo>
                    <a:pt x="6313940" y="1282936"/>
                  </a:lnTo>
                  <a:lnTo>
                    <a:pt x="6343139" y="1193130"/>
                  </a:lnTo>
                  <a:lnTo>
                    <a:pt x="6372164" y="1107252"/>
                  </a:lnTo>
                  <a:lnTo>
                    <a:pt x="6401066" y="1025412"/>
                  </a:lnTo>
                  <a:lnTo>
                    <a:pt x="6429910" y="947670"/>
                  </a:lnTo>
                  <a:lnTo>
                    <a:pt x="6458780" y="874032"/>
                  </a:lnTo>
                  <a:lnTo>
                    <a:pt x="6487783" y="804458"/>
                  </a:lnTo>
                  <a:lnTo>
                    <a:pt x="6515891" y="741364"/>
                  </a:lnTo>
                  <a:lnTo>
                    <a:pt x="6558380" y="654286"/>
                  </a:lnTo>
                  <a:lnTo>
                    <a:pt x="6602144" y="575218"/>
                  </a:lnTo>
                  <a:lnTo>
                    <a:pt x="6647747" y="503826"/>
                  </a:lnTo>
                  <a:lnTo>
                    <a:pt x="6695825" y="439507"/>
                  </a:lnTo>
                  <a:lnTo>
                    <a:pt x="6747038" y="381553"/>
                  </a:lnTo>
                  <a:lnTo>
                    <a:pt x="6802023" y="329254"/>
                  </a:lnTo>
                  <a:lnTo>
                    <a:pt x="6861342" y="281957"/>
                  </a:lnTo>
                  <a:lnTo>
                    <a:pt x="6925414" y="239108"/>
                  </a:lnTo>
                  <a:lnTo>
                    <a:pt x="6994422" y="200262"/>
                  </a:lnTo>
                  <a:lnTo>
                    <a:pt x="7068203" y="165102"/>
                  </a:lnTo>
                  <a:lnTo>
                    <a:pt x="7146116" y="133433"/>
                  </a:lnTo>
                  <a:lnTo>
                    <a:pt x="7226927" y="105178"/>
                  </a:lnTo>
                  <a:lnTo>
                    <a:pt x="7308728" y="80353"/>
                  </a:lnTo>
                  <a:lnTo>
                    <a:pt x="7388965" y="59028"/>
                  </a:lnTo>
                  <a:lnTo>
                    <a:pt x="7464602" y="41274"/>
                  </a:lnTo>
                  <a:lnTo>
                    <a:pt x="7532470" y="27097"/>
                  </a:lnTo>
                  <a:lnTo>
                    <a:pt x="7589743" y="16379"/>
                  </a:lnTo>
                  <a:lnTo>
                    <a:pt x="7634463" y="8839"/>
                  </a:lnTo>
                  <a:lnTo>
                    <a:pt x="7665952" y="4035"/>
                  </a:lnTo>
                  <a:lnTo>
                    <a:pt x="7685017" y="1393"/>
                  </a:lnTo>
                  <a:lnTo>
                    <a:pt x="7693918" y="268"/>
                  </a:lnTo>
                  <a:lnTo>
                    <a:pt x="7696185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3" name="pl613"/>
            <p:cNvSpPr/>
            <p:nvPr/>
          </p:nvSpPr>
          <p:spPr>
            <a:xfrm>
              <a:off x="546595" y="902904"/>
              <a:ext cx="8234974" cy="4448184"/>
            </a:xfrm>
            <a:custGeom>
              <a:avLst/>
              <a:pathLst>
                <a:path w="8234974" h="4448184">
                  <a:moveTo>
                    <a:pt x="8234974" y="0"/>
                  </a:moveTo>
                  <a:lnTo>
                    <a:pt x="7696237" y="0"/>
                  </a:lnTo>
                  <a:lnTo>
                    <a:pt x="7695346" y="100"/>
                  </a:lnTo>
                  <a:lnTo>
                    <a:pt x="7689477" y="817"/>
                  </a:lnTo>
                  <a:lnTo>
                    <a:pt x="7674662" y="2797"/>
                  </a:lnTo>
                  <a:lnTo>
                    <a:pt x="7648130" y="6697"/>
                  </a:lnTo>
                  <a:lnTo>
                    <a:pt x="7608498" y="13124"/>
                  </a:lnTo>
                  <a:lnTo>
                    <a:pt x="7555884" y="22577"/>
                  </a:lnTo>
                  <a:lnTo>
                    <a:pt x="7491793" y="35401"/>
                  </a:lnTo>
                  <a:lnTo>
                    <a:pt x="7418776" y="51775"/>
                  </a:lnTo>
                  <a:lnTo>
                    <a:pt x="7339933" y="71732"/>
                  </a:lnTo>
                  <a:lnTo>
                    <a:pt x="7258399" y="95220"/>
                  </a:lnTo>
                  <a:lnTo>
                    <a:pt x="7176944" y="122162"/>
                  </a:lnTo>
                  <a:lnTo>
                    <a:pt x="7097735" y="152514"/>
                  </a:lnTo>
                  <a:lnTo>
                    <a:pt x="7022259" y="186316"/>
                  </a:lnTo>
                  <a:lnTo>
                    <a:pt x="6951372" y="223713"/>
                  </a:lnTo>
                  <a:lnTo>
                    <a:pt x="6885407" y="264977"/>
                  </a:lnTo>
                  <a:lnTo>
                    <a:pt x="6824299" y="310503"/>
                  </a:lnTo>
                  <a:lnTo>
                    <a:pt x="6767707" y="360805"/>
                  </a:lnTo>
                  <a:lnTo>
                    <a:pt x="6715116" y="416503"/>
                  </a:lnTo>
                  <a:lnTo>
                    <a:pt x="6665911" y="478288"/>
                  </a:lnTo>
                  <a:lnTo>
                    <a:pt x="6619433" y="546880"/>
                  </a:lnTo>
                  <a:lnTo>
                    <a:pt x="6575034" y="622936"/>
                  </a:lnTo>
                  <a:lnTo>
                    <a:pt x="6532114" y="706920"/>
                  </a:lnTo>
                  <a:lnTo>
                    <a:pt x="6515891" y="741364"/>
                  </a:lnTo>
                  <a:lnTo>
                    <a:pt x="6486642" y="807109"/>
                  </a:lnTo>
                  <a:lnTo>
                    <a:pt x="6457647" y="876841"/>
                  </a:lnTo>
                  <a:lnTo>
                    <a:pt x="6428779" y="950640"/>
                  </a:lnTo>
                  <a:lnTo>
                    <a:pt x="6399934" y="1028544"/>
                  </a:lnTo>
                  <a:lnTo>
                    <a:pt x="6371029" y="1110543"/>
                  </a:lnTo>
                  <a:lnTo>
                    <a:pt x="6341997" y="1196578"/>
                  </a:lnTo>
                  <a:lnTo>
                    <a:pt x="6312791" y="1286535"/>
                  </a:lnTo>
                  <a:lnTo>
                    <a:pt x="6283377" y="1380243"/>
                  </a:lnTo>
                  <a:lnTo>
                    <a:pt x="6253737" y="1477475"/>
                  </a:lnTo>
                  <a:lnTo>
                    <a:pt x="6223867" y="1577943"/>
                  </a:lnTo>
                  <a:lnTo>
                    <a:pt x="6193774" y="1681306"/>
                  </a:lnTo>
                  <a:lnTo>
                    <a:pt x="6163478" y="1787170"/>
                  </a:lnTo>
                  <a:lnTo>
                    <a:pt x="6133007" y="1895094"/>
                  </a:lnTo>
                  <a:lnTo>
                    <a:pt x="6102399" y="2004597"/>
                  </a:lnTo>
                  <a:lnTo>
                    <a:pt x="6071695" y="2115167"/>
                  </a:lnTo>
                  <a:lnTo>
                    <a:pt x="6040943" y="2226271"/>
                  </a:lnTo>
                  <a:lnTo>
                    <a:pt x="6010192" y="2337364"/>
                  </a:lnTo>
                  <a:lnTo>
                    <a:pt x="5979492" y="2447903"/>
                  </a:lnTo>
                  <a:lnTo>
                    <a:pt x="5948888" y="2557353"/>
                  </a:lnTo>
                  <a:lnTo>
                    <a:pt x="5918423" y="2665205"/>
                  </a:lnTo>
                  <a:lnTo>
                    <a:pt x="5888135" y="2770979"/>
                  </a:lnTo>
                  <a:lnTo>
                    <a:pt x="5858051" y="2874236"/>
                  </a:lnTo>
                  <a:lnTo>
                    <a:pt x="5828189" y="2974583"/>
                  </a:lnTo>
                  <a:lnTo>
                    <a:pt x="5798558" y="3071682"/>
                  </a:lnTo>
                  <a:lnTo>
                    <a:pt x="5769153" y="3165247"/>
                  </a:lnTo>
                  <a:lnTo>
                    <a:pt x="5739954" y="3255053"/>
                  </a:lnTo>
                  <a:lnTo>
                    <a:pt x="5710928" y="3340932"/>
                  </a:lnTo>
                  <a:lnTo>
                    <a:pt x="5682027" y="3422771"/>
                  </a:lnTo>
                  <a:lnTo>
                    <a:pt x="5653183" y="3500513"/>
                  </a:lnTo>
                  <a:lnTo>
                    <a:pt x="5624312" y="3574152"/>
                  </a:lnTo>
                  <a:lnTo>
                    <a:pt x="5595309" y="3643726"/>
                  </a:lnTo>
                  <a:lnTo>
                    <a:pt x="5567201" y="3706820"/>
                  </a:lnTo>
                  <a:lnTo>
                    <a:pt x="5524712" y="3793897"/>
                  </a:lnTo>
                  <a:lnTo>
                    <a:pt x="5480948" y="3872965"/>
                  </a:lnTo>
                  <a:lnTo>
                    <a:pt x="5435345" y="3944357"/>
                  </a:lnTo>
                  <a:lnTo>
                    <a:pt x="5387267" y="4008676"/>
                  </a:lnTo>
                  <a:lnTo>
                    <a:pt x="5336054" y="4066630"/>
                  </a:lnTo>
                  <a:lnTo>
                    <a:pt x="5281070" y="4118930"/>
                  </a:lnTo>
                  <a:lnTo>
                    <a:pt x="5221751" y="4166226"/>
                  </a:lnTo>
                  <a:lnTo>
                    <a:pt x="5157679" y="4209076"/>
                  </a:lnTo>
                  <a:lnTo>
                    <a:pt x="5088670" y="4247921"/>
                  </a:lnTo>
                  <a:lnTo>
                    <a:pt x="5014890" y="4283082"/>
                  </a:lnTo>
                  <a:lnTo>
                    <a:pt x="4936976" y="4314751"/>
                  </a:lnTo>
                  <a:lnTo>
                    <a:pt x="4856166" y="4343005"/>
                  </a:lnTo>
                  <a:lnTo>
                    <a:pt x="4774364" y="4367831"/>
                  </a:lnTo>
                  <a:lnTo>
                    <a:pt x="4694128" y="4389155"/>
                  </a:lnTo>
                  <a:lnTo>
                    <a:pt x="4618490" y="4406909"/>
                  </a:lnTo>
                  <a:lnTo>
                    <a:pt x="4550623" y="4421086"/>
                  </a:lnTo>
                  <a:lnTo>
                    <a:pt x="4493349" y="4431804"/>
                  </a:lnTo>
                  <a:lnTo>
                    <a:pt x="4448629" y="4439344"/>
                  </a:lnTo>
                  <a:lnTo>
                    <a:pt x="4417141" y="4444148"/>
                  </a:lnTo>
                  <a:lnTo>
                    <a:pt x="4398075" y="4446791"/>
                  </a:lnTo>
                  <a:lnTo>
                    <a:pt x="4389174" y="4447915"/>
                  </a:lnTo>
                  <a:lnTo>
                    <a:pt x="4386908" y="4448178"/>
                  </a:lnTo>
                  <a:lnTo>
                    <a:pt x="4386855" y="4448184"/>
                  </a:lnTo>
                  <a:lnTo>
                    <a:pt x="3848118" y="4448184"/>
                  </a:lnTo>
                  <a:lnTo>
                    <a:pt x="3846920" y="4448109"/>
                  </a:lnTo>
                  <a:lnTo>
                    <a:pt x="3839088" y="4447571"/>
                  </a:lnTo>
                  <a:lnTo>
                    <a:pt x="3819505" y="4446085"/>
                  </a:lnTo>
                  <a:lnTo>
                    <a:pt x="3784905" y="4443166"/>
                  </a:lnTo>
                  <a:lnTo>
                    <a:pt x="3734165" y="4438386"/>
                  </a:lnTo>
                  <a:lnTo>
                    <a:pt x="3668367" y="4431425"/>
                  </a:lnTo>
                  <a:lnTo>
                    <a:pt x="3590421" y="4422097"/>
                  </a:lnTo>
                  <a:lnTo>
                    <a:pt x="3504340" y="4410346"/>
                  </a:lnTo>
                  <a:lnTo>
                    <a:pt x="3414385" y="4396201"/>
                  </a:lnTo>
                  <a:lnTo>
                    <a:pt x="3324359" y="4379717"/>
                  </a:lnTo>
                  <a:lnTo>
                    <a:pt x="3237184" y="4360926"/>
                  </a:lnTo>
                  <a:lnTo>
                    <a:pt x="3154777" y="4339791"/>
                  </a:lnTo>
                  <a:lnTo>
                    <a:pt x="3078131" y="4316182"/>
                  </a:lnTo>
                  <a:lnTo>
                    <a:pt x="3007512" y="4289868"/>
                  </a:lnTo>
                  <a:lnTo>
                    <a:pt x="2942660" y="4260513"/>
                  </a:lnTo>
                  <a:lnTo>
                    <a:pt x="2882977" y="4227691"/>
                  </a:lnTo>
                  <a:lnTo>
                    <a:pt x="2827672" y="4190902"/>
                  </a:lnTo>
                  <a:lnTo>
                    <a:pt x="2775868" y="4149610"/>
                  </a:lnTo>
                  <a:lnTo>
                    <a:pt x="2726683" y="4103313"/>
                  </a:lnTo>
                  <a:lnTo>
                    <a:pt x="2679305" y="4051659"/>
                  </a:lnTo>
                  <a:lnTo>
                    <a:pt x="2667772" y="4038029"/>
                  </a:lnTo>
                  <a:lnTo>
                    <a:pt x="2630334" y="3991012"/>
                  </a:lnTo>
                  <a:lnTo>
                    <a:pt x="2593253" y="3940349"/>
                  </a:lnTo>
                  <a:lnTo>
                    <a:pt x="2556282" y="3885967"/>
                  </a:lnTo>
                  <a:lnTo>
                    <a:pt x="2519232" y="3827862"/>
                  </a:lnTo>
                  <a:lnTo>
                    <a:pt x="2481964" y="3766101"/>
                  </a:lnTo>
                  <a:lnTo>
                    <a:pt x="2444386" y="3700835"/>
                  </a:lnTo>
                  <a:lnTo>
                    <a:pt x="2406445" y="3632300"/>
                  </a:lnTo>
                  <a:lnTo>
                    <a:pt x="2368126" y="3560818"/>
                  </a:lnTo>
                  <a:lnTo>
                    <a:pt x="2329449" y="3486793"/>
                  </a:lnTo>
                  <a:lnTo>
                    <a:pt x="2290462" y="3410708"/>
                  </a:lnTo>
                  <a:lnTo>
                    <a:pt x="2251238" y="3333107"/>
                  </a:lnTo>
                  <a:lnTo>
                    <a:pt x="2211865" y="3254584"/>
                  </a:lnTo>
                  <a:lnTo>
                    <a:pt x="2172443" y="3175764"/>
                  </a:lnTo>
                  <a:lnTo>
                    <a:pt x="2133076" y="3097282"/>
                  </a:lnTo>
                  <a:lnTo>
                    <a:pt x="2093865" y="3019761"/>
                  </a:lnTo>
                  <a:lnTo>
                    <a:pt x="2054896" y="2943793"/>
                  </a:lnTo>
                  <a:lnTo>
                    <a:pt x="2016241" y="2869919"/>
                  </a:lnTo>
                  <a:lnTo>
                    <a:pt x="1977947" y="2798616"/>
                  </a:lnTo>
                  <a:lnTo>
                    <a:pt x="1940029" y="2730284"/>
                  </a:lnTo>
                  <a:lnTo>
                    <a:pt x="1902473" y="2665238"/>
                  </a:lnTo>
                  <a:lnTo>
                    <a:pt x="1865223" y="2603710"/>
                  </a:lnTo>
                  <a:lnTo>
                    <a:pt x="1828183" y="2545844"/>
                  </a:lnTo>
                  <a:lnTo>
                    <a:pt x="1791211" y="2491703"/>
                  </a:lnTo>
                  <a:lnTo>
                    <a:pt x="1754115" y="2441279"/>
                  </a:lnTo>
                  <a:lnTo>
                    <a:pt x="1719082" y="2397409"/>
                  </a:lnTo>
                  <a:lnTo>
                    <a:pt x="1672043" y="2344410"/>
                  </a:lnTo>
                  <a:lnTo>
                    <a:pt x="1623377" y="2296809"/>
                  </a:lnTo>
                  <a:lnTo>
                    <a:pt x="1572302" y="2254321"/>
                  </a:lnTo>
                  <a:lnTo>
                    <a:pt x="1517948" y="2216467"/>
                  </a:lnTo>
                  <a:lnTo>
                    <a:pt x="1459427" y="2182711"/>
                  </a:lnTo>
                  <a:lnTo>
                    <a:pt x="1395920" y="2152541"/>
                  </a:lnTo>
                  <a:lnTo>
                    <a:pt x="1326769" y="2125509"/>
                  </a:lnTo>
                  <a:lnTo>
                    <a:pt x="1251615" y="2101256"/>
                  </a:lnTo>
                  <a:lnTo>
                    <a:pt x="1170574" y="2079524"/>
                  </a:lnTo>
                  <a:lnTo>
                    <a:pt x="1084439" y="2060160"/>
                  </a:lnTo>
                  <a:lnTo>
                    <a:pt x="994886" y="2043104"/>
                  </a:lnTo>
                  <a:lnTo>
                    <a:pt x="904589" y="2028374"/>
                  </a:lnTo>
                  <a:lnTo>
                    <a:pt x="817159" y="2016025"/>
                  </a:lnTo>
                  <a:lnTo>
                    <a:pt x="736801" y="2006099"/>
                  </a:lnTo>
                  <a:lnTo>
                    <a:pt x="667666" y="1998563"/>
                  </a:lnTo>
                  <a:lnTo>
                    <a:pt x="613017" y="1993268"/>
                  </a:lnTo>
                  <a:lnTo>
                    <a:pt x="574437" y="1989925"/>
                  </a:lnTo>
                  <a:lnTo>
                    <a:pt x="551361" y="1988128"/>
                  </a:lnTo>
                  <a:lnTo>
                    <a:pt x="541029" y="1987401"/>
                  </a:lnTo>
                  <a:lnTo>
                    <a:pt x="538755" y="1987256"/>
                  </a:lnTo>
                  <a:lnTo>
                    <a:pt x="538736" y="1987254"/>
                  </a:lnTo>
                  <a:lnTo>
                    <a:pt x="0" y="19872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4" name="pg614"/>
            <p:cNvSpPr/>
            <p:nvPr/>
          </p:nvSpPr>
          <p:spPr>
            <a:xfrm>
              <a:off x="546595" y="2133368"/>
              <a:ext cx="8234974" cy="3266720"/>
            </a:xfrm>
            <a:custGeom>
              <a:avLst/>
              <a:pathLst>
                <a:path w="8234974" h="3266720">
                  <a:moveTo>
                    <a:pt x="0" y="800346"/>
                  </a:moveTo>
                  <a:lnTo>
                    <a:pt x="538736" y="800346"/>
                  </a:lnTo>
                  <a:lnTo>
                    <a:pt x="539934" y="800421"/>
                  </a:lnTo>
                  <a:lnTo>
                    <a:pt x="547763" y="800960"/>
                  </a:lnTo>
                  <a:lnTo>
                    <a:pt x="567340" y="802449"/>
                  </a:lnTo>
                  <a:lnTo>
                    <a:pt x="601930" y="805373"/>
                  </a:lnTo>
                  <a:lnTo>
                    <a:pt x="652654" y="810162"/>
                  </a:lnTo>
                  <a:lnTo>
                    <a:pt x="718435" y="817136"/>
                  </a:lnTo>
                  <a:lnTo>
                    <a:pt x="796364" y="826481"/>
                  </a:lnTo>
                  <a:lnTo>
                    <a:pt x="882430" y="838255"/>
                  </a:lnTo>
                  <a:lnTo>
                    <a:pt x="972373" y="852428"/>
                  </a:lnTo>
                  <a:lnTo>
                    <a:pt x="1062389" y="868944"/>
                  </a:lnTo>
                  <a:lnTo>
                    <a:pt x="1149559" y="887771"/>
                  </a:lnTo>
                  <a:lnTo>
                    <a:pt x="1231964" y="908947"/>
                  </a:lnTo>
                  <a:lnTo>
                    <a:pt x="1308609" y="932601"/>
                  </a:lnTo>
                  <a:lnTo>
                    <a:pt x="1379229" y="958966"/>
                  </a:lnTo>
                  <a:lnTo>
                    <a:pt x="1444084" y="988376"/>
                  </a:lnTo>
                  <a:lnTo>
                    <a:pt x="1503769" y="1021260"/>
                  </a:lnTo>
                  <a:lnTo>
                    <a:pt x="1559074" y="1058118"/>
                  </a:lnTo>
                  <a:lnTo>
                    <a:pt x="1610878" y="1099486"/>
                  </a:lnTo>
                  <a:lnTo>
                    <a:pt x="1660062" y="1145869"/>
                  </a:lnTo>
                  <a:lnTo>
                    <a:pt x="1707438" y="1197618"/>
                  </a:lnTo>
                  <a:lnTo>
                    <a:pt x="1719082" y="1211408"/>
                  </a:lnTo>
                  <a:lnTo>
                    <a:pt x="1756490" y="1258489"/>
                  </a:lnTo>
                  <a:lnTo>
                    <a:pt x="1793541" y="1309218"/>
                  </a:lnTo>
                  <a:lnTo>
                    <a:pt x="1830481" y="1363666"/>
                  </a:lnTo>
                  <a:lnTo>
                    <a:pt x="1867500" y="1421842"/>
                  </a:lnTo>
                  <a:lnTo>
                    <a:pt x="1904735" y="1483675"/>
                  </a:lnTo>
                  <a:lnTo>
                    <a:pt x="1942281" y="1549015"/>
                  </a:lnTo>
                  <a:lnTo>
                    <a:pt x="1980189" y="1617628"/>
                  </a:lnTo>
                  <a:lnTo>
                    <a:pt x="2018474" y="1689192"/>
                  </a:lnTo>
                  <a:lnTo>
                    <a:pt x="2057116" y="1763302"/>
                  </a:lnTo>
                  <a:lnTo>
                    <a:pt x="2096068" y="1839479"/>
                  </a:lnTo>
                  <a:lnTo>
                    <a:pt x="2135259" y="1917177"/>
                  </a:lnTo>
                  <a:lnTo>
                    <a:pt x="2174598" y="1995802"/>
                  </a:lnTo>
                  <a:lnTo>
                    <a:pt x="2213987" y="2074731"/>
                  </a:lnTo>
                  <a:lnTo>
                    <a:pt x="2253322" y="2153329"/>
                  </a:lnTo>
                  <a:lnTo>
                    <a:pt x="2292504" y="2230972"/>
                  </a:lnTo>
                  <a:lnTo>
                    <a:pt x="2331444" y="2307069"/>
                  </a:lnTo>
                  <a:lnTo>
                    <a:pt x="2370072" y="2381077"/>
                  </a:lnTo>
                  <a:lnTo>
                    <a:pt x="2408340" y="2452519"/>
                  </a:lnTo>
                  <a:lnTo>
                    <a:pt x="2446231" y="2520994"/>
                  </a:lnTo>
                  <a:lnTo>
                    <a:pt x="2483762" y="2586185"/>
                  </a:lnTo>
                  <a:lnTo>
                    <a:pt x="2520986" y="2647859"/>
                  </a:lnTo>
                  <a:lnTo>
                    <a:pt x="2557998" y="2705872"/>
                  </a:lnTo>
                  <a:lnTo>
                    <a:pt x="2594939" y="2760156"/>
                  </a:lnTo>
                  <a:lnTo>
                    <a:pt x="2632000" y="2810722"/>
                  </a:lnTo>
                  <a:lnTo>
                    <a:pt x="2667772" y="2855658"/>
                  </a:lnTo>
                  <a:lnTo>
                    <a:pt x="2714806" y="2908769"/>
                  </a:lnTo>
                  <a:lnTo>
                    <a:pt x="2763466" y="2956470"/>
                  </a:lnTo>
                  <a:lnTo>
                    <a:pt x="2814534" y="2999048"/>
                  </a:lnTo>
                  <a:lnTo>
                    <a:pt x="2868880" y="3036983"/>
                  </a:lnTo>
                  <a:lnTo>
                    <a:pt x="2927391" y="3070812"/>
                  </a:lnTo>
                  <a:lnTo>
                    <a:pt x="2990887" y="3101047"/>
                  </a:lnTo>
                  <a:lnTo>
                    <a:pt x="3060025" y="3128138"/>
                  </a:lnTo>
                  <a:lnTo>
                    <a:pt x="3135165" y="3152444"/>
                  </a:lnTo>
                  <a:lnTo>
                    <a:pt x="3216191" y="3174224"/>
                  </a:lnTo>
                  <a:lnTo>
                    <a:pt x="3302310" y="3193632"/>
                  </a:lnTo>
                  <a:lnTo>
                    <a:pt x="3391850" y="3210726"/>
                  </a:lnTo>
                  <a:lnTo>
                    <a:pt x="3482137" y="3225490"/>
                  </a:lnTo>
                  <a:lnTo>
                    <a:pt x="3569565" y="3237868"/>
                  </a:lnTo>
                  <a:lnTo>
                    <a:pt x="3649928" y="3247819"/>
                  </a:lnTo>
                  <a:lnTo>
                    <a:pt x="3719077" y="3255375"/>
                  </a:lnTo>
                  <a:lnTo>
                    <a:pt x="3773749" y="3260685"/>
                  </a:lnTo>
                  <a:lnTo>
                    <a:pt x="3812356" y="3264038"/>
                  </a:lnTo>
                  <a:lnTo>
                    <a:pt x="3835459" y="3265842"/>
                  </a:lnTo>
                  <a:lnTo>
                    <a:pt x="3845813" y="3266572"/>
                  </a:lnTo>
                  <a:lnTo>
                    <a:pt x="3848118" y="3266720"/>
                  </a:lnTo>
                  <a:lnTo>
                    <a:pt x="4386855" y="3266720"/>
                  </a:lnTo>
                  <a:lnTo>
                    <a:pt x="4387988" y="3266626"/>
                  </a:lnTo>
                  <a:lnTo>
                    <a:pt x="4395405" y="3265958"/>
                  </a:lnTo>
                  <a:lnTo>
                    <a:pt x="4413984" y="3264112"/>
                  </a:lnTo>
                  <a:lnTo>
                    <a:pt x="4446903" y="3260482"/>
                  </a:lnTo>
                  <a:lnTo>
                    <a:pt x="4495360" y="3254532"/>
                  </a:lnTo>
                  <a:lnTo>
                    <a:pt x="4558502" y="3245847"/>
                  </a:lnTo>
                  <a:lnTo>
                    <a:pt x="4633726" y="3234180"/>
                  </a:lnTo>
                  <a:lnTo>
                    <a:pt x="4717324" y="3219444"/>
                  </a:lnTo>
                  <a:lnTo>
                    <a:pt x="4805254" y="3201663"/>
                  </a:lnTo>
                  <a:lnTo>
                    <a:pt x="4893816" y="3180907"/>
                  </a:lnTo>
                  <a:lnTo>
                    <a:pt x="4980086" y="3157227"/>
                  </a:lnTo>
                  <a:lnTo>
                    <a:pt x="5062068" y="3130594"/>
                  </a:lnTo>
                  <a:lnTo>
                    <a:pt x="5138648" y="3100875"/>
                  </a:lnTo>
                  <a:lnTo>
                    <a:pt x="5209433" y="3067811"/>
                  </a:lnTo>
                  <a:lnTo>
                    <a:pt x="5274561" y="3031019"/>
                  </a:lnTo>
                  <a:lnTo>
                    <a:pt x="5334526" y="2989997"/>
                  </a:lnTo>
                  <a:lnTo>
                    <a:pt x="5390032" y="2944145"/>
                  </a:lnTo>
                  <a:lnTo>
                    <a:pt x="5441894" y="2892805"/>
                  </a:lnTo>
                  <a:lnTo>
                    <a:pt x="5490951" y="2835325"/>
                  </a:lnTo>
                  <a:lnTo>
                    <a:pt x="5538002" y="2771179"/>
                  </a:lnTo>
                  <a:lnTo>
                    <a:pt x="5567201" y="2726804"/>
                  </a:lnTo>
                  <a:lnTo>
                    <a:pt x="5600780" y="2671548"/>
                  </a:lnTo>
                  <a:lnTo>
                    <a:pt x="5634049" y="2612447"/>
                  </a:lnTo>
                  <a:lnTo>
                    <a:pt x="5667194" y="2549422"/>
                  </a:lnTo>
                  <a:lnTo>
                    <a:pt x="5700360" y="2482452"/>
                  </a:lnTo>
                  <a:lnTo>
                    <a:pt x="5733660" y="2411574"/>
                  </a:lnTo>
                  <a:lnTo>
                    <a:pt x="5767175" y="2336893"/>
                  </a:lnTo>
                  <a:lnTo>
                    <a:pt x="5800961" y="2258589"/>
                  </a:lnTo>
                  <a:lnTo>
                    <a:pt x="5835045" y="2176909"/>
                  </a:lnTo>
                  <a:lnTo>
                    <a:pt x="5869431" y="2092179"/>
                  </a:lnTo>
                  <a:lnTo>
                    <a:pt x="5904104" y="2004790"/>
                  </a:lnTo>
                  <a:lnTo>
                    <a:pt x="5939027" y="1915200"/>
                  </a:lnTo>
                  <a:lnTo>
                    <a:pt x="5974151" y="1823922"/>
                  </a:lnTo>
                  <a:lnTo>
                    <a:pt x="6009414" y="1731512"/>
                  </a:lnTo>
                  <a:lnTo>
                    <a:pt x="6044743" y="1638555"/>
                  </a:lnTo>
                  <a:lnTo>
                    <a:pt x="6080066" y="1545653"/>
                  </a:lnTo>
                  <a:lnTo>
                    <a:pt x="6115308" y="1453404"/>
                  </a:lnTo>
                  <a:lnTo>
                    <a:pt x="6150401" y="1362391"/>
                  </a:lnTo>
                  <a:lnTo>
                    <a:pt x="6185282" y="1273163"/>
                  </a:lnTo>
                  <a:lnTo>
                    <a:pt x="6219905" y="1186223"/>
                  </a:lnTo>
                  <a:lnTo>
                    <a:pt x="6254237" y="1102018"/>
                  </a:lnTo>
                  <a:lnTo>
                    <a:pt x="6288266" y="1020927"/>
                  </a:lnTo>
                  <a:lnTo>
                    <a:pt x="6322000" y="943262"/>
                  </a:lnTo>
                  <a:lnTo>
                    <a:pt x="6355472" y="869259"/>
                  </a:lnTo>
                  <a:lnTo>
                    <a:pt x="6388740" y="799081"/>
                  </a:lnTo>
                  <a:lnTo>
                    <a:pt x="6421893" y="732824"/>
                  </a:lnTo>
                  <a:lnTo>
                    <a:pt x="6455049" y="670513"/>
                  </a:lnTo>
                  <a:lnTo>
                    <a:pt x="6488359" y="612115"/>
                  </a:lnTo>
                  <a:lnTo>
                    <a:pt x="6515891" y="567138"/>
                  </a:lnTo>
                  <a:lnTo>
                    <a:pt x="6562032" y="498618"/>
                  </a:lnTo>
                  <a:lnTo>
                    <a:pt x="6609727" y="436944"/>
                  </a:lnTo>
                  <a:lnTo>
                    <a:pt x="6659709" y="381770"/>
                  </a:lnTo>
                  <a:lnTo>
                    <a:pt x="6712800" y="332505"/>
                  </a:lnTo>
                  <a:lnTo>
                    <a:pt x="6769839" y="288486"/>
                  </a:lnTo>
                  <a:lnTo>
                    <a:pt x="6831610" y="249069"/>
                  </a:lnTo>
                  <a:lnTo>
                    <a:pt x="6898756" y="213686"/>
                  </a:lnTo>
                  <a:lnTo>
                    <a:pt x="6971658" y="181878"/>
                  </a:lnTo>
                  <a:lnTo>
                    <a:pt x="7050284" y="153306"/>
                  </a:lnTo>
                  <a:lnTo>
                    <a:pt x="7134000" y="127757"/>
                  </a:lnTo>
                  <a:lnTo>
                    <a:pt x="7221385" y="105139"/>
                  </a:lnTo>
                  <a:lnTo>
                    <a:pt x="7310102" y="85458"/>
                  </a:lnTo>
                  <a:lnTo>
                    <a:pt x="7396913" y="68778"/>
                  </a:lnTo>
                  <a:lnTo>
                    <a:pt x="7477930" y="55161"/>
                  </a:lnTo>
                  <a:lnTo>
                    <a:pt x="7549143" y="44598"/>
                  </a:lnTo>
                  <a:lnTo>
                    <a:pt x="7607159" y="36946"/>
                  </a:lnTo>
                  <a:lnTo>
                    <a:pt x="7649953" y="31896"/>
                  </a:lnTo>
                  <a:lnTo>
                    <a:pt x="7677405" y="28983"/>
                  </a:lnTo>
                  <a:lnTo>
                    <a:pt x="7691457" y="27636"/>
                  </a:lnTo>
                  <a:lnTo>
                    <a:pt x="7695940" y="27246"/>
                  </a:lnTo>
                  <a:lnTo>
                    <a:pt x="7696237" y="27222"/>
                  </a:lnTo>
                  <a:lnTo>
                    <a:pt x="8234974" y="27222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921" y="3239422"/>
                  </a:lnTo>
                  <a:lnTo>
                    <a:pt x="3839091" y="3238883"/>
                  </a:lnTo>
                  <a:lnTo>
                    <a:pt x="3819515" y="3237394"/>
                  </a:lnTo>
                  <a:lnTo>
                    <a:pt x="3784925" y="3234470"/>
                  </a:lnTo>
                  <a:lnTo>
                    <a:pt x="3734200" y="3229681"/>
                  </a:lnTo>
                  <a:lnTo>
                    <a:pt x="3668419" y="3222707"/>
                  </a:lnTo>
                  <a:lnTo>
                    <a:pt x="3590490" y="3213362"/>
                  </a:lnTo>
                  <a:lnTo>
                    <a:pt x="3504424" y="3201589"/>
                  </a:lnTo>
                  <a:lnTo>
                    <a:pt x="3414482" y="3187415"/>
                  </a:lnTo>
                  <a:lnTo>
                    <a:pt x="3324465" y="3170900"/>
                  </a:lnTo>
                  <a:lnTo>
                    <a:pt x="3237296" y="3152073"/>
                  </a:lnTo>
                  <a:lnTo>
                    <a:pt x="3154891" y="3130897"/>
                  </a:lnTo>
                  <a:lnTo>
                    <a:pt x="3078246" y="3107242"/>
                  </a:lnTo>
                  <a:lnTo>
                    <a:pt x="3007625" y="3080877"/>
                  </a:lnTo>
                  <a:lnTo>
                    <a:pt x="2942771" y="3051467"/>
                  </a:lnTo>
                  <a:lnTo>
                    <a:pt x="2883086" y="3018583"/>
                  </a:lnTo>
                  <a:lnTo>
                    <a:pt x="2827780" y="2981725"/>
                  </a:lnTo>
                  <a:lnTo>
                    <a:pt x="2775976" y="2940357"/>
                  </a:lnTo>
                  <a:lnTo>
                    <a:pt x="2726792" y="2893974"/>
                  </a:lnTo>
                  <a:lnTo>
                    <a:pt x="2679417" y="2842225"/>
                  </a:lnTo>
                  <a:lnTo>
                    <a:pt x="2667772" y="2828435"/>
                  </a:lnTo>
                  <a:lnTo>
                    <a:pt x="2630365" y="2781354"/>
                  </a:lnTo>
                  <a:lnTo>
                    <a:pt x="2593314" y="2730626"/>
                  </a:lnTo>
                  <a:lnTo>
                    <a:pt x="2556374" y="2676177"/>
                  </a:lnTo>
                  <a:lnTo>
                    <a:pt x="2519355" y="2618002"/>
                  </a:lnTo>
                  <a:lnTo>
                    <a:pt x="2482119" y="2556169"/>
                  </a:lnTo>
                  <a:lnTo>
                    <a:pt x="2444574" y="2490828"/>
                  </a:lnTo>
                  <a:lnTo>
                    <a:pt x="2406666" y="2422215"/>
                  </a:lnTo>
                  <a:lnTo>
                    <a:pt x="2368381" y="2350651"/>
                  </a:lnTo>
                  <a:lnTo>
                    <a:pt x="2329738" y="2276541"/>
                  </a:lnTo>
                  <a:lnTo>
                    <a:pt x="2290786" y="2200365"/>
                  </a:lnTo>
                  <a:lnTo>
                    <a:pt x="2251596" y="2122667"/>
                  </a:lnTo>
                  <a:lnTo>
                    <a:pt x="2212256" y="2044041"/>
                  </a:lnTo>
                  <a:lnTo>
                    <a:pt x="2172867" y="1965112"/>
                  </a:lnTo>
                  <a:lnTo>
                    <a:pt x="2133532" y="1886515"/>
                  </a:lnTo>
                  <a:lnTo>
                    <a:pt x="2094350" y="1808871"/>
                  </a:lnTo>
                  <a:lnTo>
                    <a:pt x="2055410" y="1732775"/>
                  </a:lnTo>
                  <a:lnTo>
                    <a:pt x="2016783" y="1658767"/>
                  </a:lnTo>
                  <a:lnTo>
                    <a:pt x="1978515" y="1587325"/>
                  </a:lnTo>
                  <a:lnTo>
                    <a:pt x="1940623" y="1518849"/>
                  </a:lnTo>
                  <a:lnTo>
                    <a:pt x="1903092" y="1453659"/>
                  </a:lnTo>
                  <a:lnTo>
                    <a:pt x="1865869" y="1391984"/>
                  </a:lnTo>
                  <a:lnTo>
                    <a:pt x="1828857" y="1333972"/>
                  </a:lnTo>
                  <a:lnTo>
                    <a:pt x="1791916" y="1279687"/>
                  </a:lnTo>
                  <a:lnTo>
                    <a:pt x="1754855" y="1229121"/>
                  </a:lnTo>
                  <a:lnTo>
                    <a:pt x="1719082" y="1184186"/>
                  </a:lnTo>
                  <a:lnTo>
                    <a:pt x="1672049" y="1131075"/>
                  </a:lnTo>
                  <a:lnTo>
                    <a:pt x="1623389" y="1083374"/>
                  </a:lnTo>
                  <a:lnTo>
                    <a:pt x="1572321" y="1040795"/>
                  </a:lnTo>
                  <a:lnTo>
                    <a:pt x="1517975" y="1002860"/>
                  </a:lnTo>
                  <a:lnTo>
                    <a:pt x="1459464" y="969032"/>
                  </a:lnTo>
                  <a:lnTo>
                    <a:pt x="1395968" y="938796"/>
                  </a:lnTo>
                  <a:lnTo>
                    <a:pt x="1326829" y="911705"/>
                  </a:lnTo>
                  <a:lnTo>
                    <a:pt x="1251690" y="887399"/>
                  </a:lnTo>
                  <a:lnTo>
                    <a:pt x="1170664" y="865619"/>
                  </a:lnTo>
                  <a:lnTo>
                    <a:pt x="1084544" y="846212"/>
                  </a:lnTo>
                  <a:lnTo>
                    <a:pt x="995005" y="829117"/>
                  </a:lnTo>
                  <a:lnTo>
                    <a:pt x="904717" y="814353"/>
                  </a:lnTo>
                  <a:lnTo>
                    <a:pt x="817290" y="801975"/>
                  </a:lnTo>
                  <a:lnTo>
                    <a:pt x="736926" y="792024"/>
                  </a:lnTo>
                  <a:lnTo>
                    <a:pt x="667778" y="784469"/>
                  </a:lnTo>
                  <a:lnTo>
                    <a:pt x="613106" y="779159"/>
                  </a:lnTo>
                  <a:lnTo>
                    <a:pt x="574499" y="775805"/>
                  </a:lnTo>
                  <a:lnTo>
                    <a:pt x="551395" y="774001"/>
                  </a:lnTo>
                  <a:lnTo>
                    <a:pt x="541041" y="773271"/>
                  </a:lnTo>
                  <a:lnTo>
                    <a:pt x="538736" y="773123"/>
                  </a:lnTo>
                  <a:lnTo>
                    <a:pt x="0" y="77312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15" name="pl615"/>
            <p:cNvSpPr/>
            <p:nvPr/>
          </p:nvSpPr>
          <p:spPr>
            <a:xfrm>
              <a:off x="546595" y="2160591"/>
              <a:ext cx="8234974" cy="3239497"/>
            </a:xfrm>
            <a:custGeom>
              <a:avLst/>
              <a:pathLst>
                <a:path w="8234974" h="3239497">
                  <a:moveTo>
                    <a:pt x="0" y="773123"/>
                  </a:moveTo>
                  <a:lnTo>
                    <a:pt x="538736" y="773123"/>
                  </a:lnTo>
                  <a:lnTo>
                    <a:pt x="539934" y="773199"/>
                  </a:lnTo>
                  <a:lnTo>
                    <a:pt x="547763" y="773737"/>
                  </a:lnTo>
                  <a:lnTo>
                    <a:pt x="567340" y="775226"/>
                  </a:lnTo>
                  <a:lnTo>
                    <a:pt x="601930" y="778151"/>
                  </a:lnTo>
                  <a:lnTo>
                    <a:pt x="652654" y="782939"/>
                  </a:lnTo>
                  <a:lnTo>
                    <a:pt x="718435" y="789914"/>
                  </a:lnTo>
                  <a:lnTo>
                    <a:pt x="796364" y="799259"/>
                  </a:lnTo>
                  <a:lnTo>
                    <a:pt x="882430" y="811032"/>
                  </a:lnTo>
                  <a:lnTo>
                    <a:pt x="972373" y="825205"/>
                  </a:lnTo>
                  <a:lnTo>
                    <a:pt x="1062389" y="841721"/>
                  </a:lnTo>
                  <a:lnTo>
                    <a:pt x="1149559" y="860548"/>
                  </a:lnTo>
                  <a:lnTo>
                    <a:pt x="1231964" y="881724"/>
                  </a:lnTo>
                  <a:lnTo>
                    <a:pt x="1308609" y="905378"/>
                  </a:lnTo>
                  <a:lnTo>
                    <a:pt x="1379229" y="931743"/>
                  </a:lnTo>
                  <a:lnTo>
                    <a:pt x="1444084" y="961154"/>
                  </a:lnTo>
                  <a:lnTo>
                    <a:pt x="1503769" y="994037"/>
                  </a:lnTo>
                  <a:lnTo>
                    <a:pt x="1559074" y="1030895"/>
                  </a:lnTo>
                  <a:lnTo>
                    <a:pt x="1610878" y="1072264"/>
                  </a:lnTo>
                  <a:lnTo>
                    <a:pt x="1660062" y="1118647"/>
                  </a:lnTo>
                  <a:lnTo>
                    <a:pt x="1707438" y="1170396"/>
                  </a:lnTo>
                  <a:lnTo>
                    <a:pt x="1719082" y="1184186"/>
                  </a:lnTo>
                  <a:lnTo>
                    <a:pt x="1756490" y="1231267"/>
                  </a:lnTo>
                  <a:lnTo>
                    <a:pt x="1793541" y="1281995"/>
                  </a:lnTo>
                  <a:lnTo>
                    <a:pt x="1830481" y="1336444"/>
                  </a:lnTo>
                  <a:lnTo>
                    <a:pt x="1867500" y="1394619"/>
                  </a:lnTo>
                  <a:lnTo>
                    <a:pt x="1904735" y="1456452"/>
                  </a:lnTo>
                  <a:lnTo>
                    <a:pt x="1942281" y="1521793"/>
                  </a:lnTo>
                  <a:lnTo>
                    <a:pt x="1980189" y="1590405"/>
                  </a:lnTo>
                  <a:lnTo>
                    <a:pt x="2018474" y="1661969"/>
                  </a:lnTo>
                  <a:lnTo>
                    <a:pt x="2057116" y="1736080"/>
                  </a:lnTo>
                  <a:lnTo>
                    <a:pt x="2096068" y="1812256"/>
                  </a:lnTo>
                  <a:lnTo>
                    <a:pt x="2135259" y="1889954"/>
                  </a:lnTo>
                  <a:lnTo>
                    <a:pt x="2174598" y="1968580"/>
                  </a:lnTo>
                  <a:lnTo>
                    <a:pt x="2213987" y="2047508"/>
                  </a:lnTo>
                  <a:lnTo>
                    <a:pt x="2253322" y="2126106"/>
                  </a:lnTo>
                  <a:lnTo>
                    <a:pt x="2292504" y="2203749"/>
                  </a:lnTo>
                  <a:lnTo>
                    <a:pt x="2331444" y="2279846"/>
                  </a:lnTo>
                  <a:lnTo>
                    <a:pt x="2370072" y="2353854"/>
                  </a:lnTo>
                  <a:lnTo>
                    <a:pt x="2408340" y="2425296"/>
                  </a:lnTo>
                  <a:lnTo>
                    <a:pt x="2446231" y="2493771"/>
                  </a:lnTo>
                  <a:lnTo>
                    <a:pt x="2483762" y="2558962"/>
                  </a:lnTo>
                  <a:lnTo>
                    <a:pt x="2520986" y="2620637"/>
                  </a:lnTo>
                  <a:lnTo>
                    <a:pt x="2557998" y="2678649"/>
                  </a:lnTo>
                  <a:lnTo>
                    <a:pt x="2594939" y="2732934"/>
                  </a:lnTo>
                  <a:lnTo>
                    <a:pt x="2632000" y="2783500"/>
                  </a:lnTo>
                  <a:lnTo>
                    <a:pt x="2667772" y="2828435"/>
                  </a:lnTo>
                  <a:lnTo>
                    <a:pt x="2714806" y="2881546"/>
                  </a:lnTo>
                  <a:lnTo>
                    <a:pt x="2763466" y="2929247"/>
                  </a:lnTo>
                  <a:lnTo>
                    <a:pt x="2814534" y="2971825"/>
                  </a:lnTo>
                  <a:lnTo>
                    <a:pt x="2868880" y="3009761"/>
                  </a:lnTo>
                  <a:lnTo>
                    <a:pt x="2927391" y="3043589"/>
                  </a:lnTo>
                  <a:lnTo>
                    <a:pt x="2990887" y="3073824"/>
                  </a:lnTo>
                  <a:lnTo>
                    <a:pt x="3060025" y="3100915"/>
                  </a:lnTo>
                  <a:lnTo>
                    <a:pt x="3135165" y="3125222"/>
                  </a:lnTo>
                  <a:lnTo>
                    <a:pt x="3216191" y="3147001"/>
                  </a:lnTo>
                  <a:lnTo>
                    <a:pt x="3302310" y="3166409"/>
                  </a:lnTo>
                  <a:lnTo>
                    <a:pt x="3391850" y="3183503"/>
                  </a:lnTo>
                  <a:lnTo>
                    <a:pt x="3482137" y="3198267"/>
                  </a:lnTo>
                  <a:lnTo>
                    <a:pt x="3569565" y="3210646"/>
                  </a:lnTo>
                  <a:lnTo>
                    <a:pt x="3649928" y="3220597"/>
                  </a:lnTo>
                  <a:lnTo>
                    <a:pt x="3719077" y="3228152"/>
                  </a:lnTo>
                  <a:lnTo>
                    <a:pt x="3773749" y="3233462"/>
                  </a:lnTo>
                  <a:lnTo>
                    <a:pt x="3812356" y="3236816"/>
                  </a:lnTo>
                  <a:lnTo>
                    <a:pt x="3835459" y="3238619"/>
                  </a:lnTo>
                  <a:lnTo>
                    <a:pt x="3845813" y="3239349"/>
                  </a:lnTo>
                  <a:lnTo>
                    <a:pt x="3848099" y="3239496"/>
                  </a:lnTo>
                  <a:lnTo>
                    <a:pt x="3848118" y="3239497"/>
                  </a:lnTo>
                  <a:lnTo>
                    <a:pt x="4386855" y="3239497"/>
                  </a:lnTo>
                  <a:lnTo>
                    <a:pt x="4387988" y="3239404"/>
                  </a:lnTo>
                  <a:lnTo>
                    <a:pt x="4395405" y="3238736"/>
                  </a:lnTo>
                  <a:lnTo>
                    <a:pt x="4413984" y="3236889"/>
                  </a:lnTo>
                  <a:lnTo>
                    <a:pt x="4446903" y="3233260"/>
                  </a:lnTo>
                  <a:lnTo>
                    <a:pt x="4495360" y="3227309"/>
                  </a:lnTo>
                  <a:lnTo>
                    <a:pt x="4558502" y="3218624"/>
                  </a:lnTo>
                  <a:lnTo>
                    <a:pt x="4633726" y="3206958"/>
                  </a:lnTo>
                  <a:lnTo>
                    <a:pt x="4717324" y="3192221"/>
                  </a:lnTo>
                  <a:lnTo>
                    <a:pt x="4805254" y="3174440"/>
                  </a:lnTo>
                  <a:lnTo>
                    <a:pt x="4893816" y="3153685"/>
                  </a:lnTo>
                  <a:lnTo>
                    <a:pt x="4980086" y="3130004"/>
                  </a:lnTo>
                  <a:lnTo>
                    <a:pt x="5062068" y="3103371"/>
                  </a:lnTo>
                  <a:lnTo>
                    <a:pt x="5138648" y="3073652"/>
                  </a:lnTo>
                  <a:lnTo>
                    <a:pt x="5209433" y="3040589"/>
                  </a:lnTo>
                  <a:lnTo>
                    <a:pt x="5274561" y="3003797"/>
                  </a:lnTo>
                  <a:lnTo>
                    <a:pt x="5334526" y="2962774"/>
                  </a:lnTo>
                  <a:lnTo>
                    <a:pt x="5390032" y="2916923"/>
                  </a:lnTo>
                  <a:lnTo>
                    <a:pt x="5441894" y="2865583"/>
                  </a:lnTo>
                  <a:lnTo>
                    <a:pt x="5490951" y="2808102"/>
                  </a:lnTo>
                  <a:lnTo>
                    <a:pt x="5538002" y="2743957"/>
                  </a:lnTo>
                  <a:lnTo>
                    <a:pt x="5567201" y="2699581"/>
                  </a:lnTo>
                  <a:lnTo>
                    <a:pt x="5600780" y="2644325"/>
                  </a:lnTo>
                  <a:lnTo>
                    <a:pt x="5634049" y="2585224"/>
                  </a:lnTo>
                  <a:lnTo>
                    <a:pt x="5667194" y="2522200"/>
                  </a:lnTo>
                  <a:lnTo>
                    <a:pt x="5700360" y="2455229"/>
                  </a:lnTo>
                  <a:lnTo>
                    <a:pt x="5733660" y="2384351"/>
                  </a:lnTo>
                  <a:lnTo>
                    <a:pt x="5767175" y="2309671"/>
                  </a:lnTo>
                  <a:lnTo>
                    <a:pt x="5800961" y="2231366"/>
                  </a:lnTo>
                  <a:lnTo>
                    <a:pt x="5835045" y="2149687"/>
                  </a:lnTo>
                  <a:lnTo>
                    <a:pt x="5869431" y="2064956"/>
                  </a:lnTo>
                  <a:lnTo>
                    <a:pt x="5904104" y="1977567"/>
                  </a:lnTo>
                  <a:lnTo>
                    <a:pt x="5939027" y="1887978"/>
                  </a:lnTo>
                  <a:lnTo>
                    <a:pt x="5974151" y="1796699"/>
                  </a:lnTo>
                  <a:lnTo>
                    <a:pt x="6009414" y="1704289"/>
                  </a:lnTo>
                  <a:lnTo>
                    <a:pt x="6044743" y="1611332"/>
                  </a:lnTo>
                  <a:lnTo>
                    <a:pt x="6080066" y="1518430"/>
                  </a:lnTo>
                  <a:lnTo>
                    <a:pt x="6115308" y="1426181"/>
                  </a:lnTo>
                  <a:lnTo>
                    <a:pt x="6150401" y="1335169"/>
                  </a:lnTo>
                  <a:lnTo>
                    <a:pt x="6185282" y="1245941"/>
                  </a:lnTo>
                  <a:lnTo>
                    <a:pt x="6219905" y="1159001"/>
                  </a:lnTo>
                  <a:lnTo>
                    <a:pt x="6254237" y="1074795"/>
                  </a:lnTo>
                  <a:lnTo>
                    <a:pt x="6288266" y="993704"/>
                  </a:lnTo>
                  <a:lnTo>
                    <a:pt x="6322000" y="916039"/>
                  </a:lnTo>
                  <a:lnTo>
                    <a:pt x="6355472" y="842036"/>
                  </a:lnTo>
                  <a:lnTo>
                    <a:pt x="6388740" y="771859"/>
                  </a:lnTo>
                  <a:lnTo>
                    <a:pt x="6421893" y="705601"/>
                  </a:lnTo>
                  <a:lnTo>
                    <a:pt x="6455049" y="643290"/>
                  </a:lnTo>
                  <a:lnTo>
                    <a:pt x="6488359" y="584892"/>
                  </a:lnTo>
                  <a:lnTo>
                    <a:pt x="6515891" y="539916"/>
                  </a:lnTo>
                  <a:lnTo>
                    <a:pt x="6562032" y="471395"/>
                  </a:lnTo>
                  <a:lnTo>
                    <a:pt x="6609727" y="409722"/>
                  </a:lnTo>
                  <a:lnTo>
                    <a:pt x="6659709" y="354547"/>
                  </a:lnTo>
                  <a:lnTo>
                    <a:pt x="6712800" y="305283"/>
                  </a:lnTo>
                  <a:lnTo>
                    <a:pt x="6769839" y="261263"/>
                  </a:lnTo>
                  <a:lnTo>
                    <a:pt x="6831610" y="221846"/>
                  </a:lnTo>
                  <a:lnTo>
                    <a:pt x="6898756" y="186463"/>
                  </a:lnTo>
                  <a:lnTo>
                    <a:pt x="6971658" y="154655"/>
                  </a:lnTo>
                  <a:lnTo>
                    <a:pt x="7050284" y="126083"/>
                  </a:lnTo>
                  <a:lnTo>
                    <a:pt x="7134000" y="100534"/>
                  </a:lnTo>
                  <a:lnTo>
                    <a:pt x="7221385" y="77916"/>
                  </a:lnTo>
                  <a:lnTo>
                    <a:pt x="7310102" y="58236"/>
                  </a:lnTo>
                  <a:lnTo>
                    <a:pt x="7396913" y="41556"/>
                  </a:lnTo>
                  <a:lnTo>
                    <a:pt x="7477930" y="27939"/>
                  </a:lnTo>
                  <a:lnTo>
                    <a:pt x="7549143" y="17376"/>
                  </a:lnTo>
                  <a:lnTo>
                    <a:pt x="7607159" y="9724"/>
                  </a:lnTo>
                  <a:lnTo>
                    <a:pt x="7649953" y="4673"/>
                  </a:lnTo>
                  <a:lnTo>
                    <a:pt x="7677405" y="1760"/>
                  </a:lnTo>
                  <a:lnTo>
                    <a:pt x="7691457" y="414"/>
                  </a:lnTo>
                  <a:lnTo>
                    <a:pt x="7695940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6" name="pl616"/>
            <p:cNvSpPr/>
            <p:nvPr/>
          </p:nvSpPr>
          <p:spPr>
            <a:xfrm>
              <a:off x="546595" y="2133368"/>
              <a:ext cx="8234974" cy="3239497"/>
            </a:xfrm>
            <a:custGeom>
              <a:avLst/>
              <a:pathLst>
                <a:path w="8234974" h="3239497">
                  <a:moveTo>
                    <a:pt x="8234974" y="0"/>
                  </a:move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921" y="3239422"/>
                  </a:lnTo>
                  <a:lnTo>
                    <a:pt x="3839091" y="3238883"/>
                  </a:lnTo>
                  <a:lnTo>
                    <a:pt x="3819515" y="3237394"/>
                  </a:lnTo>
                  <a:lnTo>
                    <a:pt x="3784925" y="3234470"/>
                  </a:lnTo>
                  <a:lnTo>
                    <a:pt x="3734200" y="3229681"/>
                  </a:lnTo>
                  <a:lnTo>
                    <a:pt x="3668419" y="3222707"/>
                  </a:lnTo>
                  <a:lnTo>
                    <a:pt x="3590490" y="3213362"/>
                  </a:lnTo>
                  <a:lnTo>
                    <a:pt x="3504424" y="3201589"/>
                  </a:lnTo>
                  <a:lnTo>
                    <a:pt x="3414482" y="3187415"/>
                  </a:lnTo>
                  <a:lnTo>
                    <a:pt x="3324465" y="3170900"/>
                  </a:lnTo>
                  <a:lnTo>
                    <a:pt x="3237296" y="3152073"/>
                  </a:lnTo>
                  <a:lnTo>
                    <a:pt x="3154891" y="3130897"/>
                  </a:lnTo>
                  <a:lnTo>
                    <a:pt x="3078246" y="3107242"/>
                  </a:lnTo>
                  <a:lnTo>
                    <a:pt x="3007625" y="3080877"/>
                  </a:lnTo>
                  <a:lnTo>
                    <a:pt x="2942771" y="3051467"/>
                  </a:lnTo>
                  <a:lnTo>
                    <a:pt x="2883086" y="3018583"/>
                  </a:lnTo>
                  <a:lnTo>
                    <a:pt x="2827780" y="2981725"/>
                  </a:lnTo>
                  <a:lnTo>
                    <a:pt x="2775976" y="2940357"/>
                  </a:lnTo>
                  <a:lnTo>
                    <a:pt x="2726792" y="2893974"/>
                  </a:lnTo>
                  <a:lnTo>
                    <a:pt x="2679417" y="2842225"/>
                  </a:lnTo>
                  <a:lnTo>
                    <a:pt x="2667772" y="2828435"/>
                  </a:lnTo>
                  <a:lnTo>
                    <a:pt x="2630365" y="2781354"/>
                  </a:lnTo>
                  <a:lnTo>
                    <a:pt x="2593314" y="2730626"/>
                  </a:lnTo>
                  <a:lnTo>
                    <a:pt x="2556374" y="2676177"/>
                  </a:lnTo>
                  <a:lnTo>
                    <a:pt x="2519355" y="2618002"/>
                  </a:lnTo>
                  <a:lnTo>
                    <a:pt x="2482119" y="2556169"/>
                  </a:lnTo>
                  <a:lnTo>
                    <a:pt x="2444574" y="2490828"/>
                  </a:lnTo>
                  <a:lnTo>
                    <a:pt x="2406666" y="2422215"/>
                  </a:lnTo>
                  <a:lnTo>
                    <a:pt x="2368381" y="2350651"/>
                  </a:lnTo>
                  <a:lnTo>
                    <a:pt x="2329738" y="2276541"/>
                  </a:lnTo>
                  <a:lnTo>
                    <a:pt x="2290786" y="2200365"/>
                  </a:lnTo>
                  <a:lnTo>
                    <a:pt x="2251596" y="2122667"/>
                  </a:lnTo>
                  <a:lnTo>
                    <a:pt x="2212256" y="2044041"/>
                  </a:lnTo>
                  <a:lnTo>
                    <a:pt x="2172867" y="1965112"/>
                  </a:lnTo>
                  <a:lnTo>
                    <a:pt x="2133532" y="1886515"/>
                  </a:lnTo>
                  <a:lnTo>
                    <a:pt x="2094350" y="1808871"/>
                  </a:lnTo>
                  <a:lnTo>
                    <a:pt x="2055410" y="1732775"/>
                  </a:lnTo>
                  <a:lnTo>
                    <a:pt x="2016783" y="1658767"/>
                  </a:lnTo>
                  <a:lnTo>
                    <a:pt x="1978515" y="1587325"/>
                  </a:lnTo>
                  <a:lnTo>
                    <a:pt x="1940623" y="1518849"/>
                  </a:lnTo>
                  <a:lnTo>
                    <a:pt x="1903092" y="1453659"/>
                  </a:lnTo>
                  <a:lnTo>
                    <a:pt x="1865869" y="1391984"/>
                  </a:lnTo>
                  <a:lnTo>
                    <a:pt x="1828857" y="1333972"/>
                  </a:lnTo>
                  <a:lnTo>
                    <a:pt x="1791916" y="1279687"/>
                  </a:lnTo>
                  <a:lnTo>
                    <a:pt x="1754855" y="1229121"/>
                  </a:lnTo>
                  <a:lnTo>
                    <a:pt x="1719082" y="1184186"/>
                  </a:lnTo>
                  <a:lnTo>
                    <a:pt x="1672049" y="1131075"/>
                  </a:lnTo>
                  <a:lnTo>
                    <a:pt x="1623389" y="1083374"/>
                  </a:lnTo>
                  <a:lnTo>
                    <a:pt x="1572321" y="1040795"/>
                  </a:lnTo>
                  <a:lnTo>
                    <a:pt x="1517975" y="1002860"/>
                  </a:lnTo>
                  <a:lnTo>
                    <a:pt x="1459464" y="969032"/>
                  </a:lnTo>
                  <a:lnTo>
                    <a:pt x="1395968" y="938796"/>
                  </a:lnTo>
                  <a:lnTo>
                    <a:pt x="1326829" y="911705"/>
                  </a:lnTo>
                  <a:lnTo>
                    <a:pt x="1251690" y="887399"/>
                  </a:lnTo>
                  <a:lnTo>
                    <a:pt x="1170664" y="865619"/>
                  </a:lnTo>
                  <a:lnTo>
                    <a:pt x="1084544" y="846212"/>
                  </a:lnTo>
                  <a:lnTo>
                    <a:pt x="995005" y="829117"/>
                  </a:lnTo>
                  <a:lnTo>
                    <a:pt x="904717" y="814353"/>
                  </a:lnTo>
                  <a:lnTo>
                    <a:pt x="817290" y="801975"/>
                  </a:lnTo>
                  <a:lnTo>
                    <a:pt x="736926" y="792024"/>
                  </a:lnTo>
                  <a:lnTo>
                    <a:pt x="667778" y="784469"/>
                  </a:lnTo>
                  <a:lnTo>
                    <a:pt x="613106" y="779159"/>
                  </a:lnTo>
                  <a:lnTo>
                    <a:pt x="574499" y="775805"/>
                  </a:lnTo>
                  <a:lnTo>
                    <a:pt x="551395" y="774001"/>
                  </a:lnTo>
                  <a:lnTo>
                    <a:pt x="541041" y="773271"/>
                  </a:lnTo>
                  <a:lnTo>
                    <a:pt x="538756" y="773125"/>
                  </a:lnTo>
                  <a:lnTo>
                    <a:pt x="538736" y="773123"/>
                  </a:lnTo>
                  <a:lnTo>
                    <a:pt x="0" y="7731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7" name="pg617"/>
            <p:cNvSpPr/>
            <p:nvPr/>
          </p:nvSpPr>
          <p:spPr>
            <a:xfrm>
              <a:off x="546595" y="2933715"/>
              <a:ext cx="8234974" cy="2526263"/>
            </a:xfrm>
            <a:custGeom>
              <a:avLst/>
              <a:pathLst>
                <a:path w="8234974" h="2526263">
                  <a:moveTo>
                    <a:pt x="0" y="49000"/>
                  </a:moveTo>
                  <a:lnTo>
                    <a:pt x="538736" y="49000"/>
                  </a:lnTo>
                  <a:lnTo>
                    <a:pt x="539933" y="49076"/>
                  </a:lnTo>
                  <a:lnTo>
                    <a:pt x="547757" y="49617"/>
                  </a:lnTo>
                  <a:lnTo>
                    <a:pt x="567321" y="51111"/>
                  </a:lnTo>
                  <a:lnTo>
                    <a:pt x="601889" y="54046"/>
                  </a:lnTo>
                  <a:lnTo>
                    <a:pt x="652584" y="58853"/>
                  </a:lnTo>
                  <a:lnTo>
                    <a:pt x="718331" y="65853"/>
                  </a:lnTo>
                  <a:lnTo>
                    <a:pt x="796226" y="75233"/>
                  </a:lnTo>
                  <a:lnTo>
                    <a:pt x="882261" y="87052"/>
                  </a:lnTo>
                  <a:lnTo>
                    <a:pt x="972178" y="101279"/>
                  </a:lnTo>
                  <a:lnTo>
                    <a:pt x="1062176" y="117858"/>
                  </a:lnTo>
                  <a:lnTo>
                    <a:pt x="1149335" y="136758"/>
                  </a:lnTo>
                  <a:lnTo>
                    <a:pt x="1231735" y="158016"/>
                  </a:lnTo>
                  <a:lnTo>
                    <a:pt x="1308380" y="181761"/>
                  </a:lnTo>
                  <a:lnTo>
                    <a:pt x="1379003" y="208227"/>
                  </a:lnTo>
                  <a:lnTo>
                    <a:pt x="1443861" y="237749"/>
                  </a:lnTo>
                  <a:lnTo>
                    <a:pt x="1503549" y="270756"/>
                  </a:lnTo>
                  <a:lnTo>
                    <a:pt x="1558857" y="307751"/>
                  </a:lnTo>
                  <a:lnTo>
                    <a:pt x="1610662" y="349272"/>
                  </a:lnTo>
                  <a:lnTo>
                    <a:pt x="1659844" y="395825"/>
                  </a:lnTo>
                  <a:lnTo>
                    <a:pt x="1707214" y="447765"/>
                  </a:lnTo>
                  <a:lnTo>
                    <a:pt x="1719082" y="461877"/>
                  </a:lnTo>
                  <a:lnTo>
                    <a:pt x="1756428" y="509085"/>
                  </a:lnTo>
                  <a:lnTo>
                    <a:pt x="1793418" y="559944"/>
                  </a:lnTo>
                  <a:lnTo>
                    <a:pt x="1830298" y="614527"/>
                  </a:lnTo>
                  <a:lnTo>
                    <a:pt x="1867254" y="672841"/>
                  </a:lnTo>
                  <a:lnTo>
                    <a:pt x="1904426" y="734818"/>
                  </a:lnTo>
                  <a:lnTo>
                    <a:pt x="1941907" y="800307"/>
                  </a:lnTo>
                  <a:lnTo>
                    <a:pt x="1979748" y="869076"/>
                  </a:lnTo>
                  <a:lnTo>
                    <a:pt x="2017965" y="940802"/>
                  </a:lnTo>
                  <a:lnTo>
                    <a:pt x="2056539" y="1015084"/>
                  </a:lnTo>
                  <a:lnTo>
                    <a:pt x="2095422" y="1091442"/>
                  </a:lnTo>
                  <a:lnTo>
                    <a:pt x="2134545" y="1169333"/>
                  </a:lnTo>
                  <a:lnTo>
                    <a:pt x="2173817" y="1248163"/>
                  </a:lnTo>
                  <a:lnTo>
                    <a:pt x="2213141" y="1327309"/>
                  </a:lnTo>
                  <a:lnTo>
                    <a:pt x="2252414" y="1406138"/>
                  </a:lnTo>
                  <a:lnTo>
                    <a:pt x="2291535" y="1484025"/>
                  </a:lnTo>
                  <a:lnTo>
                    <a:pt x="2330418" y="1560378"/>
                  </a:lnTo>
                  <a:lnTo>
                    <a:pt x="2368991" y="1634654"/>
                  </a:lnTo>
                  <a:lnTo>
                    <a:pt x="2407207" y="1706374"/>
                  </a:lnTo>
                  <a:lnTo>
                    <a:pt x="2445047" y="1775134"/>
                  </a:lnTo>
                  <a:lnTo>
                    <a:pt x="2482527" y="1840614"/>
                  </a:lnTo>
                  <a:lnTo>
                    <a:pt x="2519698" y="1902581"/>
                  </a:lnTo>
                  <a:lnTo>
                    <a:pt x="2556654" y="1960885"/>
                  </a:lnTo>
                  <a:lnTo>
                    <a:pt x="2593534" y="2015459"/>
                  </a:lnTo>
                  <a:lnTo>
                    <a:pt x="2630524" y="2066308"/>
                  </a:lnTo>
                  <a:lnTo>
                    <a:pt x="2667772" y="2113386"/>
                  </a:lnTo>
                  <a:lnTo>
                    <a:pt x="2714794" y="2166719"/>
                  </a:lnTo>
                  <a:lnTo>
                    <a:pt x="2763442" y="2214621"/>
                  </a:lnTo>
                  <a:lnTo>
                    <a:pt x="2814496" y="2257381"/>
                  </a:lnTo>
                  <a:lnTo>
                    <a:pt x="2868826" y="2295478"/>
                  </a:lnTo>
                  <a:lnTo>
                    <a:pt x="2927318" y="2329452"/>
                  </a:lnTo>
                  <a:lnTo>
                    <a:pt x="2990792" y="2359818"/>
                  </a:lnTo>
                  <a:lnTo>
                    <a:pt x="3059905" y="2387027"/>
                  </a:lnTo>
                  <a:lnTo>
                    <a:pt x="3135015" y="2411439"/>
                  </a:lnTo>
                  <a:lnTo>
                    <a:pt x="3216011" y="2433314"/>
                  </a:lnTo>
                  <a:lnTo>
                    <a:pt x="3302099" y="2452808"/>
                  </a:lnTo>
                  <a:lnTo>
                    <a:pt x="3391612" y="2469980"/>
                  </a:lnTo>
                  <a:lnTo>
                    <a:pt x="3481881" y="2484812"/>
                  </a:lnTo>
                  <a:lnTo>
                    <a:pt x="3569301" y="2497249"/>
                  </a:lnTo>
                  <a:lnTo>
                    <a:pt x="3649676" y="2507250"/>
                  </a:lnTo>
                  <a:lnTo>
                    <a:pt x="3718853" y="2514845"/>
                  </a:lnTo>
                  <a:lnTo>
                    <a:pt x="3773570" y="2520185"/>
                  </a:lnTo>
                  <a:lnTo>
                    <a:pt x="3812231" y="2523560"/>
                  </a:lnTo>
                  <a:lnTo>
                    <a:pt x="3835390" y="2525377"/>
                  </a:lnTo>
                  <a:lnTo>
                    <a:pt x="3845789" y="2526113"/>
                  </a:lnTo>
                  <a:lnTo>
                    <a:pt x="3848118" y="2526263"/>
                  </a:lnTo>
                  <a:lnTo>
                    <a:pt x="4386855" y="2526263"/>
                  </a:lnTo>
                  <a:lnTo>
                    <a:pt x="4388090" y="2526202"/>
                  </a:lnTo>
                  <a:lnTo>
                    <a:pt x="4396156" y="2525763"/>
                  </a:lnTo>
                  <a:lnTo>
                    <a:pt x="4416301" y="2524548"/>
                  </a:lnTo>
                  <a:lnTo>
                    <a:pt x="4451840" y="2522164"/>
                  </a:lnTo>
                  <a:lnTo>
                    <a:pt x="4503847" y="2518263"/>
                  </a:lnTo>
                  <a:lnTo>
                    <a:pt x="4571108" y="2512588"/>
                  </a:lnTo>
                  <a:lnTo>
                    <a:pt x="4650537" y="2504995"/>
                  </a:lnTo>
                  <a:lnTo>
                    <a:pt x="4737955" y="2495443"/>
                  </a:lnTo>
                  <a:lnTo>
                    <a:pt x="4828981" y="2483958"/>
                  </a:lnTo>
                  <a:lnTo>
                    <a:pt x="4919764" y="2470587"/>
                  </a:lnTo>
                  <a:lnTo>
                    <a:pt x="5007389" y="2455350"/>
                  </a:lnTo>
                  <a:lnTo>
                    <a:pt x="5089992" y="2438211"/>
                  </a:lnTo>
                  <a:lnTo>
                    <a:pt x="5166644" y="2419052"/>
                  </a:lnTo>
                  <a:lnTo>
                    <a:pt x="5237156" y="2397675"/>
                  </a:lnTo>
                  <a:lnTo>
                    <a:pt x="5301852" y="2373795"/>
                  </a:lnTo>
                  <a:lnTo>
                    <a:pt x="5361388" y="2347052"/>
                  </a:lnTo>
                  <a:lnTo>
                    <a:pt x="5416598" y="2317031"/>
                  </a:lnTo>
                  <a:lnTo>
                    <a:pt x="5468394" y="2283295"/>
                  </a:lnTo>
                  <a:lnTo>
                    <a:pt x="5517679" y="2245448"/>
                  </a:lnTo>
                  <a:lnTo>
                    <a:pt x="5565265" y="2203241"/>
                  </a:lnTo>
                  <a:lnTo>
                    <a:pt x="5567201" y="2201406"/>
                  </a:lnTo>
                  <a:lnTo>
                    <a:pt x="5607813" y="2160857"/>
                  </a:lnTo>
                  <a:lnTo>
                    <a:pt x="5648032" y="2116899"/>
                  </a:lnTo>
                  <a:lnTo>
                    <a:pt x="5688162" y="2069467"/>
                  </a:lnTo>
                  <a:lnTo>
                    <a:pt x="5728431" y="2018572"/>
                  </a:lnTo>
                  <a:lnTo>
                    <a:pt x="5768999" y="1964306"/>
                  </a:lnTo>
                  <a:lnTo>
                    <a:pt x="5809965" y="1906855"/>
                  </a:lnTo>
                  <a:lnTo>
                    <a:pt x="5851371" y="1846500"/>
                  </a:lnTo>
                  <a:lnTo>
                    <a:pt x="5893212" y="1783613"/>
                  </a:lnTo>
                  <a:lnTo>
                    <a:pt x="5935440" y="1718654"/>
                  </a:lnTo>
                  <a:lnTo>
                    <a:pt x="5977968" y="1652159"/>
                  </a:lnTo>
                  <a:lnTo>
                    <a:pt x="6020688" y="1584721"/>
                  </a:lnTo>
                  <a:lnTo>
                    <a:pt x="6063473" y="1516970"/>
                  </a:lnTo>
                  <a:lnTo>
                    <a:pt x="6106190" y="1449549"/>
                  </a:lnTo>
                  <a:lnTo>
                    <a:pt x="6148712" y="1383085"/>
                  </a:lnTo>
                  <a:lnTo>
                    <a:pt x="6190931" y="1318172"/>
                  </a:lnTo>
                  <a:lnTo>
                    <a:pt x="6232761" y="1255343"/>
                  </a:lnTo>
                  <a:lnTo>
                    <a:pt x="6274157" y="1195056"/>
                  </a:lnTo>
                  <a:lnTo>
                    <a:pt x="6315112" y="1137682"/>
                  </a:lnTo>
                  <a:lnTo>
                    <a:pt x="6355671" y="1083498"/>
                  </a:lnTo>
                  <a:lnTo>
                    <a:pt x="6395934" y="1032688"/>
                  </a:lnTo>
                  <a:lnTo>
                    <a:pt x="6436063" y="985344"/>
                  </a:lnTo>
                  <a:lnTo>
                    <a:pt x="6476288" y="941472"/>
                  </a:lnTo>
                  <a:lnTo>
                    <a:pt x="6515891" y="901977"/>
                  </a:lnTo>
                  <a:lnTo>
                    <a:pt x="6563422" y="859590"/>
                  </a:lnTo>
                  <a:lnTo>
                    <a:pt x="6612621" y="821566"/>
                  </a:lnTo>
                  <a:lnTo>
                    <a:pt x="6664297" y="787667"/>
                  </a:lnTo>
                  <a:lnTo>
                    <a:pt x="6719348" y="757502"/>
                  </a:lnTo>
                  <a:lnTo>
                    <a:pt x="6778688" y="730633"/>
                  </a:lnTo>
                  <a:lnTo>
                    <a:pt x="6843157" y="706642"/>
                  </a:lnTo>
                  <a:lnTo>
                    <a:pt x="6913419" y="685167"/>
                  </a:lnTo>
                  <a:lnTo>
                    <a:pt x="6989818" y="665922"/>
                  </a:lnTo>
                  <a:lnTo>
                    <a:pt x="7072187" y="648702"/>
                  </a:lnTo>
                  <a:lnTo>
                    <a:pt x="7159636" y="633388"/>
                  </a:lnTo>
                  <a:lnTo>
                    <a:pt x="7250338" y="619940"/>
                  </a:lnTo>
                  <a:lnTo>
                    <a:pt x="7341425" y="608377"/>
                  </a:lnTo>
                  <a:lnTo>
                    <a:pt x="7429077" y="598744"/>
                  </a:lnTo>
                  <a:lnTo>
                    <a:pt x="7508923" y="591070"/>
                  </a:lnTo>
                  <a:lnTo>
                    <a:pt x="7576757" y="585318"/>
                  </a:lnTo>
                  <a:lnTo>
                    <a:pt x="7629431" y="581348"/>
                  </a:lnTo>
                  <a:lnTo>
                    <a:pt x="7665645" y="578908"/>
                  </a:lnTo>
                  <a:lnTo>
                    <a:pt x="7686374" y="577653"/>
                  </a:lnTo>
                  <a:lnTo>
                    <a:pt x="7694847" y="577190"/>
                  </a:lnTo>
                  <a:lnTo>
                    <a:pt x="7696237" y="577120"/>
                  </a:lnTo>
                  <a:lnTo>
                    <a:pt x="8234974" y="577120"/>
                  </a:lnTo>
                  <a:lnTo>
                    <a:pt x="8234974" y="528119"/>
                  </a:lnTo>
                  <a:lnTo>
                    <a:pt x="7696237" y="528119"/>
                  </a:lnTo>
                  <a:lnTo>
                    <a:pt x="7695003" y="528181"/>
                  </a:lnTo>
                  <a:lnTo>
                    <a:pt x="7686937" y="528620"/>
                  </a:lnTo>
                  <a:lnTo>
                    <a:pt x="7666791" y="529835"/>
                  </a:lnTo>
                  <a:lnTo>
                    <a:pt x="7631252" y="532219"/>
                  </a:lnTo>
                  <a:lnTo>
                    <a:pt x="7579246" y="536120"/>
                  </a:lnTo>
                  <a:lnTo>
                    <a:pt x="7511985" y="541794"/>
                  </a:lnTo>
                  <a:lnTo>
                    <a:pt x="7432556" y="549387"/>
                  </a:lnTo>
                  <a:lnTo>
                    <a:pt x="7345138" y="558940"/>
                  </a:lnTo>
                  <a:lnTo>
                    <a:pt x="7254111" y="570425"/>
                  </a:lnTo>
                  <a:lnTo>
                    <a:pt x="7163329" y="583796"/>
                  </a:lnTo>
                  <a:lnTo>
                    <a:pt x="7075703" y="599032"/>
                  </a:lnTo>
                  <a:lnTo>
                    <a:pt x="6993101" y="616172"/>
                  </a:lnTo>
                  <a:lnTo>
                    <a:pt x="6916448" y="635330"/>
                  </a:lnTo>
                  <a:lnTo>
                    <a:pt x="6845937" y="656707"/>
                  </a:lnTo>
                  <a:lnTo>
                    <a:pt x="6781240" y="680588"/>
                  </a:lnTo>
                  <a:lnTo>
                    <a:pt x="6721705" y="707331"/>
                  </a:lnTo>
                  <a:lnTo>
                    <a:pt x="6666495" y="737351"/>
                  </a:lnTo>
                  <a:lnTo>
                    <a:pt x="6614698" y="771087"/>
                  </a:lnTo>
                  <a:lnTo>
                    <a:pt x="6565413" y="808935"/>
                  </a:lnTo>
                  <a:lnTo>
                    <a:pt x="6517827" y="851141"/>
                  </a:lnTo>
                  <a:lnTo>
                    <a:pt x="6515891" y="852977"/>
                  </a:lnTo>
                  <a:lnTo>
                    <a:pt x="6475279" y="893526"/>
                  </a:lnTo>
                  <a:lnTo>
                    <a:pt x="6435061" y="937484"/>
                  </a:lnTo>
                  <a:lnTo>
                    <a:pt x="6394931" y="984915"/>
                  </a:lnTo>
                  <a:lnTo>
                    <a:pt x="6354661" y="1035811"/>
                  </a:lnTo>
                  <a:lnTo>
                    <a:pt x="6314093" y="1090077"/>
                  </a:lnTo>
                  <a:lnTo>
                    <a:pt x="6273128" y="1147527"/>
                  </a:lnTo>
                  <a:lnTo>
                    <a:pt x="6231721" y="1207883"/>
                  </a:lnTo>
                  <a:lnTo>
                    <a:pt x="6189880" y="1270770"/>
                  </a:lnTo>
                  <a:lnTo>
                    <a:pt x="6147653" y="1335729"/>
                  </a:lnTo>
                  <a:lnTo>
                    <a:pt x="6105124" y="1402224"/>
                  </a:lnTo>
                  <a:lnTo>
                    <a:pt x="6062404" y="1469661"/>
                  </a:lnTo>
                  <a:lnTo>
                    <a:pt x="6019620" y="1537412"/>
                  </a:lnTo>
                  <a:lnTo>
                    <a:pt x="5976903" y="1604834"/>
                  </a:lnTo>
                  <a:lnTo>
                    <a:pt x="5934380" y="1671298"/>
                  </a:lnTo>
                  <a:lnTo>
                    <a:pt x="5892162" y="1736211"/>
                  </a:lnTo>
                  <a:lnTo>
                    <a:pt x="5850331" y="1799040"/>
                  </a:lnTo>
                  <a:lnTo>
                    <a:pt x="5808936" y="1859327"/>
                  </a:lnTo>
                  <a:lnTo>
                    <a:pt x="5767981" y="1916701"/>
                  </a:lnTo>
                  <a:lnTo>
                    <a:pt x="5727422" y="1970884"/>
                  </a:lnTo>
                  <a:lnTo>
                    <a:pt x="5687158" y="2021694"/>
                  </a:lnTo>
                  <a:lnTo>
                    <a:pt x="5647029" y="2069039"/>
                  </a:lnTo>
                  <a:lnTo>
                    <a:pt x="5606805" y="2112910"/>
                  </a:lnTo>
                  <a:lnTo>
                    <a:pt x="5567201" y="2152405"/>
                  </a:lnTo>
                  <a:lnTo>
                    <a:pt x="5519671" y="2194793"/>
                  </a:lnTo>
                  <a:lnTo>
                    <a:pt x="5470471" y="2232817"/>
                  </a:lnTo>
                  <a:lnTo>
                    <a:pt x="5418796" y="2266715"/>
                  </a:lnTo>
                  <a:lnTo>
                    <a:pt x="5363744" y="2296881"/>
                  </a:lnTo>
                  <a:lnTo>
                    <a:pt x="5304405" y="2323750"/>
                  </a:lnTo>
                  <a:lnTo>
                    <a:pt x="5239936" y="2347741"/>
                  </a:lnTo>
                  <a:lnTo>
                    <a:pt x="5169673" y="2369215"/>
                  </a:lnTo>
                  <a:lnTo>
                    <a:pt x="5093275" y="2388461"/>
                  </a:lnTo>
                  <a:lnTo>
                    <a:pt x="5010905" y="2405681"/>
                  </a:lnTo>
                  <a:lnTo>
                    <a:pt x="4923457" y="2420994"/>
                  </a:lnTo>
                  <a:lnTo>
                    <a:pt x="4832754" y="2434443"/>
                  </a:lnTo>
                  <a:lnTo>
                    <a:pt x="4741667" y="2446006"/>
                  </a:lnTo>
                  <a:lnTo>
                    <a:pt x="4654015" y="2455639"/>
                  </a:lnTo>
                  <a:lnTo>
                    <a:pt x="4574170" y="2463313"/>
                  </a:lnTo>
                  <a:lnTo>
                    <a:pt x="4506335" y="2469065"/>
                  </a:lnTo>
                  <a:lnTo>
                    <a:pt x="4453661" y="2473034"/>
                  </a:lnTo>
                  <a:lnTo>
                    <a:pt x="4417447" y="2475475"/>
                  </a:lnTo>
                  <a:lnTo>
                    <a:pt x="4396718" y="2476730"/>
                  </a:lnTo>
                  <a:lnTo>
                    <a:pt x="4388246" y="2477193"/>
                  </a:lnTo>
                  <a:lnTo>
                    <a:pt x="4386855" y="2477263"/>
                  </a:lnTo>
                  <a:lnTo>
                    <a:pt x="3848118" y="2477263"/>
                  </a:lnTo>
                  <a:lnTo>
                    <a:pt x="3846922" y="2477187"/>
                  </a:lnTo>
                  <a:lnTo>
                    <a:pt x="3839097" y="2476646"/>
                  </a:lnTo>
                  <a:lnTo>
                    <a:pt x="3819534" y="2475152"/>
                  </a:lnTo>
                  <a:lnTo>
                    <a:pt x="3784966" y="2472217"/>
                  </a:lnTo>
                  <a:lnTo>
                    <a:pt x="3734270" y="2467410"/>
                  </a:lnTo>
                  <a:lnTo>
                    <a:pt x="3668523" y="2460410"/>
                  </a:lnTo>
                  <a:lnTo>
                    <a:pt x="3590629" y="2451030"/>
                  </a:lnTo>
                  <a:lnTo>
                    <a:pt x="3504594" y="2439211"/>
                  </a:lnTo>
                  <a:lnTo>
                    <a:pt x="3414677" y="2424984"/>
                  </a:lnTo>
                  <a:lnTo>
                    <a:pt x="3324678" y="2408405"/>
                  </a:lnTo>
                  <a:lnTo>
                    <a:pt x="3237520" y="2389505"/>
                  </a:lnTo>
                  <a:lnTo>
                    <a:pt x="3155119" y="2368247"/>
                  </a:lnTo>
                  <a:lnTo>
                    <a:pt x="3078475" y="2344502"/>
                  </a:lnTo>
                  <a:lnTo>
                    <a:pt x="3007852" y="2318036"/>
                  </a:lnTo>
                  <a:lnTo>
                    <a:pt x="2942994" y="2288514"/>
                  </a:lnTo>
                  <a:lnTo>
                    <a:pt x="2883305" y="2255507"/>
                  </a:lnTo>
                  <a:lnTo>
                    <a:pt x="2827997" y="2218512"/>
                  </a:lnTo>
                  <a:lnTo>
                    <a:pt x="2776193" y="2176991"/>
                  </a:lnTo>
                  <a:lnTo>
                    <a:pt x="2727011" y="2130438"/>
                  </a:lnTo>
                  <a:lnTo>
                    <a:pt x="2679640" y="2078498"/>
                  </a:lnTo>
                  <a:lnTo>
                    <a:pt x="2667772" y="2064385"/>
                  </a:lnTo>
                  <a:lnTo>
                    <a:pt x="2630426" y="2017178"/>
                  </a:lnTo>
                  <a:lnTo>
                    <a:pt x="2593436" y="1966319"/>
                  </a:lnTo>
                  <a:lnTo>
                    <a:pt x="2556557" y="1911736"/>
                  </a:lnTo>
                  <a:lnTo>
                    <a:pt x="2519600" y="1853422"/>
                  </a:lnTo>
                  <a:lnTo>
                    <a:pt x="2482428" y="1791445"/>
                  </a:lnTo>
                  <a:lnTo>
                    <a:pt x="2444948" y="1725955"/>
                  </a:lnTo>
                  <a:lnTo>
                    <a:pt x="2407106" y="1657187"/>
                  </a:lnTo>
                  <a:lnTo>
                    <a:pt x="2368890" y="1585460"/>
                  </a:lnTo>
                  <a:lnTo>
                    <a:pt x="2330316" y="1511179"/>
                  </a:lnTo>
                  <a:lnTo>
                    <a:pt x="2291432" y="1434821"/>
                  </a:lnTo>
                  <a:lnTo>
                    <a:pt x="2252310" y="1356930"/>
                  </a:lnTo>
                  <a:lnTo>
                    <a:pt x="2213037" y="1278100"/>
                  </a:lnTo>
                  <a:lnTo>
                    <a:pt x="2173713" y="1198953"/>
                  </a:lnTo>
                  <a:lnTo>
                    <a:pt x="2134441" y="1120125"/>
                  </a:lnTo>
                  <a:lnTo>
                    <a:pt x="2095319" y="1042238"/>
                  </a:lnTo>
                  <a:lnTo>
                    <a:pt x="2056437" y="965884"/>
                  </a:lnTo>
                  <a:lnTo>
                    <a:pt x="2017864" y="891609"/>
                  </a:lnTo>
                  <a:lnTo>
                    <a:pt x="1979648" y="819889"/>
                  </a:lnTo>
                  <a:lnTo>
                    <a:pt x="1941808" y="751129"/>
                  </a:lnTo>
                  <a:lnTo>
                    <a:pt x="1904328" y="685649"/>
                  </a:lnTo>
                  <a:lnTo>
                    <a:pt x="1867157" y="623682"/>
                  </a:lnTo>
                  <a:lnTo>
                    <a:pt x="1830200" y="565377"/>
                  </a:lnTo>
                  <a:lnTo>
                    <a:pt x="1793321" y="510804"/>
                  </a:lnTo>
                  <a:lnTo>
                    <a:pt x="1756330" y="459955"/>
                  </a:lnTo>
                  <a:lnTo>
                    <a:pt x="1719082" y="412877"/>
                  </a:lnTo>
                  <a:lnTo>
                    <a:pt x="1672060" y="359543"/>
                  </a:lnTo>
                  <a:lnTo>
                    <a:pt x="1623412" y="311641"/>
                  </a:lnTo>
                  <a:lnTo>
                    <a:pt x="1572359" y="268882"/>
                  </a:lnTo>
                  <a:lnTo>
                    <a:pt x="1518028" y="230785"/>
                  </a:lnTo>
                  <a:lnTo>
                    <a:pt x="1459537" y="196811"/>
                  </a:lnTo>
                  <a:lnTo>
                    <a:pt x="1396063" y="166445"/>
                  </a:lnTo>
                  <a:lnTo>
                    <a:pt x="1326950" y="139236"/>
                  </a:lnTo>
                  <a:lnTo>
                    <a:pt x="1251839" y="114824"/>
                  </a:lnTo>
                  <a:lnTo>
                    <a:pt x="1170844" y="92948"/>
                  </a:lnTo>
                  <a:lnTo>
                    <a:pt x="1084755" y="73454"/>
                  </a:lnTo>
                  <a:lnTo>
                    <a:pt x="995243" y="56283"/>
                  </a:lnTo>
                  <a:lnTo>
                    <a:pt x="904974" y="41451"/>
                  </a:lnTo>
                  <a:lnTo>
                    <a:pt x="817553" y="29013"/>
                  </a:lnTo>
                  <a:lnTo>
                    <a:pt x="737179" y="19013"/>
                  </a:lnTo>
                  <a:lnTo>
                    <a:pt x="668001" y="11418"/>
                  </a:lnTo>
                  <a:lnTo>
                    <a:pt x="613285" y="6078"/>
                  </a:lnTo>
                  <a:lnTo>
                    <a:pt x="574623" y="2703"/>
                  </a:lnTo>
                  <a:lnTo>
                    <a:pt x="551465" y="886"/>
                  </a:lnTo>
                  <a:lnTo>
                    <a:pt x="541066" y="15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18" name="pl618"/>
            <p:cNvSpPr/>
            <p:nvPr/>
          </p:nvSpPr>
          <p:spPr>
            <a:xfrm>
              <a:off x="546595" y="2982716"/>
              <a:ext cx="8234974" cy="2477263"/>
            </a:xfrm>
            <a:custGeom>
              <a:avLst/>
              <a:pathLst>
                <a:path w="8234974" h="2477263">
                  <a:moveTo>
                    <a:pt x="0" y="0"/>
                  </a:moveTo>
                  <a:lnTo>
                    <a:pt x="538736" y="0"/>
                  </a:lnTo>
                  <a:lnTo>
                    <a:pt x="539933" y="75"/>
                  </a:lnTo>
                  <a:lnTo>
                    <a:pt x="547757" y="616"/>
                  </a:lnTo>
                  <a:lnTo>
                    <a:pt x="567321" y="2110"/>
                  </a:lnTo>
                  <a:lnTo>
                    <a:pt x="601889" y="5045"/>
                  </a:lnTo>
                  <a:lnTo>
                    <a:pt x="652584" y="9852"/>
                  </a:lnTo>
                  <a:lnTo>
                    <a:pt x="718331" y="16852"/>
                  </a:lnTo>
                  <a:lnTo>
                    <a:pt x="796226" y="26233"/>
                  </a:lnTo>
                  <a:lnTo>
                    <a:pt x="882261" y="38051"/>
                  </a:lnTo>
                  <a:lnTo>
                    <a:pt x="972178" y="52278"/>
                  </a:lnTo>
                  <a:lnTo>
                    <a:pt x="1062176" y="68857"/>
                  </a:lnTo>
                  <a:lnTo>
                    <a:pt x="1149335" y="87757"/>
                  </a:lnTo>
                  <a:lnTo>
                    <a:pt x="1231735" y="109015"/>
                  </a:lnTo>
                  <a:lnTo>
                    <a:pt x="1308380" y="132760"/>
                  </a:lnTo>
                  <a:lnTo>
                    <a:pt x="1379003" y="159226"/>
                  </a:lnTo>
                  <a:lnTo>
                    <a:pt x="1443861" y="188748"/>
                  </a:lnTo>
                  <a:lnTo>
                    <a:pt x="1503549" y="221755"/>
                  </a:lnTo>
                  <a:lnTo>
                    <a:pt x="1558857" y="258750"/>
                  </a:lnTo>
                  <a:lnTo>
                    <a:pt x="1610662" y="300271"/>
                  </a:lnTo>
                  <a:lnTo>
                    <a:pt x="1659844" y="346824"/>
                  </a:lnTo>
                  <a:lnTo>
                    <a:pt x="1707214" y="398764"/>
                  </a:lnTo>
                  <a:lnTo>
                    <a:pt x="1719082" y="412877"/>
                  </a:lnTo>
                  <a:lnTo>
                    <a:pt x="1756428" y="460084"/>
                  </a:lnTo>
                  <a:lnTo>
                    <a:pt x="1793418" y="510943"/>
                  </a:lnTo>
                  <a:lnTo>
                    <a:pt x="1830298" y="565526"/>
                  </a:lnTo>
                  <a:lnTo>
                    <a:pt x="1867254" y="623840"/>
                  </a:lnTo>
                  <a:lnTo>
                    <a:pt x="1904426" y="685817"/>
                  </a:lnTo>
                  <a:lnTo>
                    <a:pt x="1941907" y="751307"/>
                  </a:lnTo>
                  <a:lnTo>
                    <a:pt x="1979748" y="820075"/>
                  </a:lnTo>
                  <a:lnTo>
                    <a:pt x="2017965" y="891802"/>
                  </a:lnTo>
                  <a:lnTo>
                    <a:pt x="2056539" y="966083"/>
                  </a:lnTo>
                  <a:lnTo>
                    <a:pt x="2095422" y="1042441"/>
                  </a:lnTo>
                  <a:lnTo>
                    <a:pt x="2134545" y="1120332"/>
                  </a:lnTo>
                  <a:lnTo>
                    <a:pt x="2173817" y="1199162"/>
                  </a:lnTo>
                  <a:lnTo>
                    <a:pt x="2213141" y="1278309"/>
                  </a:lnTo>
                  <a:lnTo>
                    <a:pt x="2252414" y="1357137"/>
                  </a:lnTo>
                  <a:lnTo>
                    <a:pt x="2291535" y="1435025"/>
                  </a:lnTo>
                  <a:lnTo>
                    <a:pt x="2330418" y="1511378"/>
                  </a:lnTo>
                  <a:lnTo>
                    <a:pt x="2368991" y="1585653"/>
                  </a:lnTo>
                  <a:lnTo>
                    <a:pt x="2407207" y="1657373"/>
                  </a:lnTo>
                  <a:lnTo>
                    <a:pt x="2445047" y="1726133"/>
                  </a:lnTo>
                  <a:lnTo>
                    <a:pt x="2482527" y="1791613"/>
                  </a:lnTo>
                  <a:lnTo>
                    <a:pt x="2519698" y="1853580"/>
                  </a:lnTo>
                  <a:lnTo>
                    <a:pt x="2556654" y="1911885"/>
                  </a:lnTo>
                  <a:lnTo>
                    <a:pt x="2593534" y="1966458"/>
                  </a:lnTo>
                  <a:lnTo>
                    <a:pt x="2630524" y="2017307"/>
                  </a:lnTo>
                  <a:lnTo>
                    <a:pt x="2667772" y="2064385"/>
                  </a:lnTo>
                  <a:lnTo>
                    <a:pt x="2714794" y="2117719"/>
                  </a:lnTo>
                  <a:lnTo>
                    <a:pt x="2763442" y="2165621"/>
                  </a:lnTo>
                  <a:lnTo>
                    <a:pt x="2814496" y="2208380"/>
                  </a:lnTo>
                  <a:lnTo>
                    <a:pt x="2868826" y="2246477"/>
                  </a:lnTo>
                  <a:lnTo>
                    <a:pt x="2927318" y="2280451"/>
                  </a:lnTo>
                  <a:lnTo>
                    <a:pt x="2990792" y="2310817"/>
                  </a:lnTo>
                  <a:lnTo>
                    <a:pt x="3059905" y="2338026"/>
                  </a:lnTo>
                  <a:lnTo>
                    <a:pt x="3135015" y="2362438"/>
                  </a:lnTo>
                  <a:lnTo>
                    <a:pt x="3216011" y="2384314"/>
                  </a:lnTo>
                  <a:lnTo>
                    <a:pt x="3302099" y="2403808"/>
                  </a:lnTo>
                  <a:lnTo>
                    <a:pt x="3391612" y="2420979"/>
                  </a:lnTo>
                  <a:lnTo>
                    <a:pt x="3481881" y="2435811"/>
                  </a:lnTo>
                  <a:lnTo>
                    <a:pt x="3569301" y="2448249"/>
                  </a:lnTo>
                  <a:lnTo>
                    <a:pt x="3649676" y="2458249"/>
                  </a:lnTo>
                  <a:lnTo>
                    <a:pt x="3718853" y="2465844"/>
                  </a:lnTo>
                  <a:lnTo>
                    <a:pt x="3773570" y="2471184"/>
                  </a:lnTo>
                  <a:lnTo>
                    <a:pt x="3812231" y="2474559"/>
                  </a:lnTo>
                  <a:lnTo>
                    <a:pt x="3835390" y="2476376"/>
                  </a:lnTo>
                  <a:lnTo>
                    <a:pt x="3845789" y="2477112"/>
                  </a:lnTo>
                  <a:lnTo>
                    <a:pt x="3848098" y="2477261"/>
                  </a:lnTo>
                  <a:lnTo>
                    <a:pt x="3848118" y="2477263"/>
                  </a:lnTo>
                  <a:lnTo>
                    <a:pt x="4386855" y="2477263"/>
                  </a:lnTo>
                  <a:lnTo>
                    <a:pt x="4388090" y="2477201"/>
                  </a:lnTo>
                  <a:lnTo>
                    <a:pt x="4396156" y="2476762"/>
                  </a:lnTo>
                  <a:lnTo>
                    <a:pt x="4416301" y="2475547"/>
                  </a:lnTo>
                  <a:lnTo>
                    <a:pt x="4451840" y="2473163"/>
                  </a:lnTo>
                  <a:lnTo>
                    <a:pt x="4503847" y="2469262"/>
                  </a:lnTo>
                  <a:lnTo>
                    <a:pt x="4571108" y="2463588"/>
                  </a:lnTo>
                  <a:lnTo>
                    <a:pt x="4650537" y="2455994"/>
                  </a:lnTo>
                  <a:lnTo>
                    <a:pt x="4737955" y="2446442"/>
                  </a:lnTo>
                  <a:lnTo>
                    <a:pt x="4828981" y="2434957"/>
                  </a:lnTo>
                  <a:lnTo>
                    <a:pt x="4919764" y="2421586"/>
                  </a:lnTo>
                  <a:lnTo>
                    <a:pt x="5007389" y="2406349"/>
                  </a:lnTo>
                  <a:lnTo>
                    <a:pt x="5089992" y="2389210"/>
                  </a:lnTo>
                  <a:lnTo>
                    <a:pt x="5166644" y="2370052"/>
                  </a:lnTo>
                  <a:lnTo>
                    <a:pt x="5237156" y="2348674"/>
                  </a:lnTo>
                  <a:lnTo>
                    <a:pt x="5301852" y="2324794"/>
                  </a:lnTo>
                  <a:lnTo>
                    <a:pt x="5361388" y="2298051"/>
                  </a:lnTo>
                  <a:lnTo>
                    <a:pt x="5416598" y="2268030"/>
                  </a:lnTo>
                  <a:lnTo>
                    <a:pt x="5468394" y="2234294"/>
                  </a:lnTo>
                  <a:lnTo>
                    <a:pt x="5517679" y="2196447"/>
                  </a:lnTo>
                  <a:lnTo>
                    <a:pt x="5565265" y="2154240"/>
                  </a:lnTo>
                  <a:lnTo>
                    <a:pt x="5567201" y="2152405"/>
                  </a:lnTo>
                  <a:lnTo>
                    <a:pt x="5607813" y="2111856"/>
                  </a:lnTo>
                  <a:lnTo>
                    <a:pt x="5648032" y="2067898"/>
                  </a:lnTo>
                  <a:lnTo>
                    <a:pt x="5688162" y="2020466"/>
                  </a:lnTo>
                  <a:lnTo>
                    <a:pt x="5728431" y="1969571"/>
                  </a:lnTo>
                  <a:lnTo>
                    <a:pt x="5768999" y="1915305"/>
                  </a:lnTo>
                  <a:lnTo>
                    <a:pt x="5809965" y="1857855"/>
                  </a:lnTo>
                  <a:lnTo>
                    <a:pt x="5851371" y="1797499"/>
                  </a:lnTo>
                  <a:lnTo>
                    <a:pt x="5893212" y="1734612"/>
                  </a:lnTo>
                  <a:lnTo>
                    <a:pt x="5935440" y="1669653"/>
                  </a:lnTo>
                  <a:lnTo>
                    <a:pt x="5977968" y="1603158"/>
                  </a:lnTo>
                  <a:lnTo>
                    <a:pt x="6020688" y="1535720"/>
                  </a:lnTo>
                  <a:lnTo>
                    <a:pt x="6063473" y="1467970"/>
                  </a:lnTo>
                  <a:lnTo>
                    <a:pt x="6106190" y="1400548"/>
                  </a:lnTo>
                  <a:lnTo>
                    <a:pt x="6148712" y="1334084"/>
                  </a:lnTo>
                  <a:lnTo>
                    <a:pt x="6190931" y="1269171"/>
                  </a:lnTo>
                  <a:lnTo>
                    <a:pt x="6232761" y="1206342"/>
                  </a:lnTo>
                  <a:lnTo>
                    <a:pt x="6274157" y="1146055"/>
                  </a:lnTo>
                  <a:lnTo>
                    <a:pt x="6315112" y="1088681"/>
                  </a:lnTo>
                  <a:lnTo>
                    <a:pt x="6355671" y="1034498"/>
                  </a:lnTo>
                  <a:lnTo>
                    <a:pt x="6395934" y="983688"/>
                  </a:lnTo>
                  <a:lnTo>
                    <a:pt x="6436063" y="936343"/>
                  </a:lnTo>
                  <a:lnTo>
                    <a:pt x="6476288" y="892472"/>
                  </a:lnTo>
                  <a:lnTo>
                    <a:pt x="6515891" y="852977"/>
                  </a:lnTo>
                  <a:lnTo>
                    <a:pt x="6563422" y="810589"/>
                  </a:lnTo>
                  <a:lnTo>
                    <a:pt x="6612621" y="772565"/>
                  </a:lnTo>
                  <a:lnTo>
                    <a:pt x="6664297" y="738667"/>
                  </a:lnTo>
                  <a:lnTo>
                    <a:pt x="6719348" y="708501"/>
                  </a:lnTo>
                  <a:lnTo>
                    <a:pt x="6778688" y="681632"/>
                  </a:lnTo>
                  <a:lnTo>
                    <a:pt x="6843157" y="657641"/>
                  </a:lnTo>
                  <a:lnTo>
                    <a:pt x="6913419" y="636166"/>
                  </a:lnTo>
                  <a:lnTo>
                    <a:pt x="6989818" y="616921"/>
                  </a:lnTo>
                  <a:lnTo>
                    <a:pt x="7072187" y="599701"/>
                  </a:lnTo>
                  <a:lnTo>
                    <a:pt x="7159636" y="584388"/>
                  </a:lnTo>
                  <a:lnTo>
                    <a:pt x="7250338" y="570939"/>
                  </a:lnTo>
                  <a:lnTo>
                    <a:pt x="7341425" y="559376"/>
                  </a:lnTo>
                  <a:lnTo>
                    <a:pt x="7429077" y="549743"/>
                  </a:lnTo>
                  <a:lnTo>
                    <a:pt x="7508923" y="542069"/>
                  </a:lnTo>
                  <a:lnTo>
                    <a:pt x="7576757" y="536317"/>
                  </a:lnTo>
                  <a:lnTo>
                    <a:pt x="7629431" y="532347"/>
                  </a:lnTo>
                  <a:lnTo>
                    <a:pt x="7665645" y="529907"/>
                  </a:lnTo>
                  <a:lnTo>
                    <a:pt x="7686374" y="528652"/>
                  </a:lnTo>
                  <a:lnTo>
                    <a:pt x="7694847" y="528189"/>
                  </a:lnTo>
                  <a:lnTo>
                    <a:pt x="7696237" y="528119"/>
                  </a:lnTo>
                  <a:lnTo>
                    <a:pt x="7696237" y="528119"/>
                  </a:lnTo>
                  <a:lnTo>
                    <a:pt x="8234974" y="528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9" name="pl619"/>
            <p:cNvSpPr/>
            <p:nvPr/>
          </p:nvSpPr>
          <p:spPr>
            <a:xfrm>
              <a:off x="546595" y="2933715"/>
              <a:ext cx="8234974" cy="2477263"/>
            </a:xfrm>
            <a:custGeom>
              <a:avLst/>
              <a:pathLst>
                <a:path w="8234974" h="2477263">
                  <a:moveTo>
                    <a:pt x="8234974" y="528119"/>
                  </a:moveTo>
                  <a:lnTo>
                    <a:pt x="7696237" y="528119"/>
                  </a:lnTo>
                  <a:lnTo>
                    <a:pt x="7695003" y="528181"/>
                  </a:lnTo>
                  <a:lnTo>
                    <a:pt x="7686937" y="528620"/>
                  </a:lnTo>
                  <a:lnTo>
                    <a:pt x="7666791" y="529835"/>
                  </a:lnTo>
                  <a:lnTo>
                    <a:pt x="7631252" y="532219"/>
                  </a:lnTo>
                  <a:lnTo>
                    <a:pt x="7579246" y="536120"/>
                  </a:lnTo>
                  <a:lnTo>
                    <a:pt x="7511985" y="541794"/>
                  </a:lnTo>
                  <a:lnTo>
                    <a:pt x="7432556" y="549387"/>
                  </a:lnTo>
                  <a:lnTo>
                    <a:pt x="7345138" y="558940"/>
                  </a:lnTo>
                  <a:lnTo>
                    <a:pt x="7254111" y="570425"/>
                  </a:lnTo>
                  <a:lnTo>
                    <a:pt x="7163329" y="583796"/>
                  </a:lnTo>
                  <a:lnTo>
                    <a:pt x="7075703" y="599032"/>
                  </a:lnTo>
                  <a:lnTo>
                    <a:pt x="6993101" y="616172"/>
                  </a:lnTo>
                  <a:lnTo>
                    <a:pt x="6916448" y="635330"/>
                  </a:lnTo>
                  <a:lnTo>
                    <a:pt x="6845937" y="656707"/>
                  </a:lnTo>
                  <a:lnTo>
                    <a:pt x="6781240" y="680588"/>
                  </a:lnTo>
                  <a:lnTo>
                    <a:pt x="6721705" y="707331"/>
                  </a:lnTo>
                  <a:lnTo>
                    <a:pt x="6666495" y="737351"/>
                  </a:lnTo>
                  <a:lnTo>
                    <a:pt x="6614698" y="771087"/>
                  </a:lnTo>
                  <a:lnTo>
                    <a:pt x="6565413" y="808935"/>
                  </a:lnTo>
                  <a:lnTo>
                    <a:pt x="6517827" y="851141"/>
                  </a:lnTo>
                  <a:lnTo>
                    <a:pt x="6515891" y="852977"/>
                  </a:lnTo>
                  <a:lnTo>
                    <a:pt x="6475279" y="893526"/>
                  </a:lnTo>
                  <a:lnTo>
                    <a:pt x="6435061" y="937484"/>
                  </a:lnTo>
                  <a:lnTo>
                    <a:pt x="6394931" y="984915"/>
                  </a:lnTo>
                  <a:lnTo>
                    <a:pt x="6354661" y="1035811"/>
                  </a:lnTo>
                  <a:lnTo>
                    <a:pt x="6314093" y="1090077"/>
                  </a:lnTo>
                  <a:lnTo>
                    <a:pt x="6273128" y="1147527"/>
                  </a:lnTo>
                  <a:lnTo>
                    <a:pt x="6231721" y="1207883"/>
                  </a:lnTo>
                  <a:lnTo>
                    <a:pt x="6189880" y="1270770"/>
                  </a:lnTo>
                  <a:lnTo>
                    <a:pt x="6147653" y="1335729"/>
                  </a:lnTo>
                  <a:lnTo>
                    <a:pt x="6105124" y="1402224"/>
                  </a:lnTo>
                  <a:lnTo>
                    <a:pt x="6062404" y="1469661"/>
                  </a:lnTo>
                  <a:lnTo>
                    <a:pt x="6019620" y="1537412"/>
                  </a:lnTo>
                  <a:lnTo>
                    <a:pt x="5976903" y="1604834"/>
                  </a:lnTo>
                  <a:lnTo>
                    <a:pt x="5934380" y="1671298"/>
                  </a:lnTo>
                  <a:lnTo>
                    <a:pt x="5892162" y="1736211"/>
                  </a:lnTo>
                  <a:lnTo>
                    <a:pt x="5850331" y="1799040"/>
                  </a:lnTo>
                  <a:lnTo>
                    <a:pt x="5808936" y="1859327"/>
                  </a:lnTo>
                  <a:lnTo>
                    <a:pt x="5767981" y="1916701"/>
                  </a:lnTo>
                  <a:lnTo>
                    <a:pt x="5727422" y="1970884"/>
                  </a:lnTo>
                  <a:lnTo>
                    <a:pt x="5687158" y="2021694"/>
                  </a:lnTo>
                  <a:lnTo>
                    <a:pt x="5647029" y="2069039"/>
                  </a:lnTo>
                  <a:lnTo>
                    <a:pt x="5606805" y="2112910"/>
                  </a:lnTo>
                  <a:lnTo>
                    <a:pt x="5567201" y="2152405"/>
                  </a:lnTo>
                  <a:lnTo>
                    <a:pt x="5519671" y="2194793"/>
                  </a:lnTo>
                  <a:lnTo>
                    <a:pt x="5470471" y="2232817"/>
                  </a:lnTo>
                  <a:lnTo>
                    <a:pt x="5418796" y="2266715"/>
                  </a:lnTo>
                  <a:lnTo>
                    <a:pt x="5363744" y="2296881"/>
                  </a:lnTo>
                  <a:lnTo>
                    <a:pt x="5304405" y="2323750"/>
                  </a:lnTo>
                  <a:lnTo>
                    <a:pt x="5239936" y="2347741"/>
                  </a:lnTo>
                  <a:lnTo>
                    <a:pt x="5169673" y="2369215"/>
                  </a:lnTo>
                  <a:lnTo>
                    <a:pt x="5093275" y="2388461"/>
                  </a:lnTo>
                  <a:lnTo>
                    <a:pt x="5010905" y="2405681"/>
                  </a:lnTo>
                  <a:lnTo>
                    <a:pt x="4923457" y="2420994"/>
                  </a:lnTo>
                  <a:lnTo>
                    <a:pt x="4832754" y="2434443"/>
                  </a:lnTo>
                  <a:lnTo>
                    <a:pt x="4741667" y="2446006"/>
                  </a:lnTo>
                  <a:lnTo>
                    <a:pt x="4654015" y="2455639"/>
                  </a:lnTo>
                  <a:lnTo>
                    <a:pt x="4574170" y="2463313"/>
                  </a:lnTo>
                  <a:lnTo>
                    <a:pt x="4506335" y="2469065"/>
                  </a:lnTo>
                  <a:lnTo>
                    <a:pt x="4453661" y="2473034"/>
                  </a:lnTo>
                  <a:lnTo>
                    <a:pt x="4417447" y="2475475"/>
                  </a:lnTo>
                  <a:lnTo>
                    <a:pt x="4396718" y="2476730"/>
                  </a:lnTo>
                  <a:lnTo>
                    <a:pt x="4388246" y="2477193"/>
                  </a:lnTo>
                  <a:lnTo>
                    <a:pt x="4386855" y="2477263"/>
                  </a:lnTo>
                  <a:lnTo>
                    <a:pt x="4386855" y="2477263"/>
                  </a:lnTo>
                  <a:lnTo>
                    <a:pt x="3848118" y="2477263"/>
                  </a:lnTo>
                  <a:lnTo>
                    <a:pt x="3846922" y="2477187"/>
                  </a:lnTo>
                  <a:lnTo>
                    <a:pt x="3839097" y="2476646"/>
                  </a:lnTo>
                  <a:lnTo>
                    <a:pt x="3819534" y="2475152"/>
                  </a:lnTo>
                  <a:lnTo>
                    <a:pt x="3784966" y="2472217"/>
                  </a:lnTo>
                  <a:lnTo>
                    <a:pt x="3734270" y="2467410"/>
                  </a:lnTo>
                  <a:lnTo>
                    <a:pt x="3668523" y="2460410"/>
                  </a:lnTo>
                  <a:lnTo>
                    <a:pt x="3590629" y="2451030"/>
                  </a:lnTo>
                  <a:lnTo>
                    <a:pt x="3504594" y="2439211"/>
                  </a:lnTo>
                  <a:lnTo>
                    <a:pt x="3414677" y="2424984"/>
                  </a:lnTo>
                  <a:lnTo>
                    <a:pt x="3324678" y="2408405"/>
                  </a:lnTo>
                  <a:lnTo>
                    <a:pt x="3237520" y="2389505"/>
                  </a:lnTo>
                  <a:lnTo>
                    <a:pt x="3155119" y="2368247"/>
                  </a:lnTo>
                  <a:lnTo>
                    <a:pt x="3078475" y="2344502"/>
                  </a:lnTo>
                  <a:lnTo>
                    <a:pt x="3007852" y="2318036"/>
                  </a:lnTo>
                  <a:lnTo>
                    <a:pt x="2942994" y="2288514"/>
                  </a:lnTo>
                  <a:lnTo>
                    <a:pt x="2883305" y="2255507"/>
                  </a:lnTo>
                  <a:lnTo>
                    <a:pt x="2827997" y="2218512"/>
                  </a:lnTo>
                  <a:lnTo>
                    <a:pt x="2776193" y="2176991"/>
                  </a:lnTo>
                  <a:lnTo>
                    <a:pt x="2727011" y="2130438"/>
                  </a:lnTo>
                  <a:lnTo>
                    <a:pt x="2679640" y="2078498"/>
                  </a:lnTo>
                  <a:lnTo>
                    <a:pt x="2667772" y="2064385"/>
                  </a:lnTo>
                  <a:lnTo>
                    <a:pt x="2630426" y="2017178"/>
                  </a:lnTo>
                  <a:lnTo>
                    <a:pt x="2593436" y="1966319"/>
                  </a:lnTo>
                  <a:lnTo>
                    <a:pt x="2556557" y="1911736"/>
                  </a:lnTo>
                  <a:lnTo>
                    <a:pt x="2519600" y="1853422"/>
                  </a:lnTo>
                  <a:lnTo>
                    <a:pt x="2482428" y="1791445"/>
                  </a:lnTo>
                  <a:lnTo>
                    <a:pt x="2444948" y="1725955"/>
                  </a:lnTo>
                  <a:lnTo>
                    <a:pt x="2407106" y="1657187"/>
                  </a:lnTo>
                  <a:lnTo>
                    <a:pt x="2368890" y="1585460"/>
                  </a:lnTo>
                  <a:lnTo>
                    <a:pt x="2330316" y="1511179"/>
                  </a:lnTo>
                  <a:lnTo>
                    <a:pt x="2291432" y="1434821"/>
                  </a:lnTo>
                  <a:lnTo>
                    <a:pt x="2252310" y="1356930"/>
                  </a:lnTo>
                  <a:lnTo>
                    <a:pt x="2213037" y="1278100"/>
                  </a:lnTo>
                  <a:lnTo>
                    <a:pt x="2173713" y="1198953"/>
                  </a:lnTo>
                  <a:lnTo>
                    <a:pt x="2134441" y="1120125"/>
                  </a:lnTo>
                  <a:lnTo>
                    <a:pt x="2095319" y="1042238"/>
                  </a:lnTo>
                  <a:lnTo>
                    <a:pt x="2056437" y="965884"/>
                  </a:lnTo>
                  <a:lnTo>
                    <a:pt x="2017864" y="891609"/>
                  </a:lnTo>
                  <a:lnTo>
                    <a:pt x="1979648" y="819889"/>
                  </a:lnTo>
                  <a:lnTo>
                    <a:pt x="1941808" y="751129"/>
                  </a:lnTo>
                  <a:lnTo>
                    <a:pt x="1904328" y="685649"/>
                  </a:lnTo>
                  <a:lnTo>
                    <a:pt x="1867157" y="623682"/>
                  </a:lnTo>
                  <a:lnTo>
                    <a:pt x="1830200" y="565377"/>
                  </a:lnTo>
                  <a:lnTo>
                    <a:pt x="1793321" y="510804"/>
                  </a:lnTo>
                  <a:lnTo>
                    <a:pt x="1756330" y="459955"/>
                  </a:lnTo>
                  <a:lnTo>
                    <a:pt x="1719082" y="412877"/>
                  </a:lnTo>
                  <a:lnTo>
                    <a:pt x="1672060" y="359543"/>
                  </a:lnTo>
                  <a:lnTo>
                    <a:pt x="1623412" y="311641"/>
                  </a:lnTo>
                  <a:lnTo>
                    <a:pt x="1572359" y="268882"/>
                  </a:lnTo>
                  <a:lnTo>
                    <a:pt x="1518028" y="230785"/>
                  </a:lnTo>
                  <a:lnTo>
                    <a:pt x="1459537" y="196811"/>
                  </a:lnTo>
                  <a:lnTo>
                    <a:pt x="1396063" y="166445"/>
                  </a:lnTo>
                  <a:lnTo>
                    <a:pt x="1326950" y="139236"/>
                  </a:lnTo>
                  <a:lnTo>
                    <a:pt x="1251839" y="114824"/>
                  </a:lnTo>
                  <a:lnTo>
                    <a:pt x="1170844" y="92948"/>
                  </a:lnTo>
                  <a:lnTo>
                    <a:pt x="1084755" y="73454"/>
                  </a:lnTo>
                  <a:lnTo>
                    <a:pt x="995243" y="56283"/>
                  </a:lnTo>
                  <a:lnTo>
                    <a:pt x="904974" y="41451"/>
                  </a:lnTo>
                  <a:lnTo>
                    <a:pt x="817553" y="29013"/>
                  </a:lnTo>
                  <a:lnTo>
                    <a:pt x="737179" y="19013"/>
                  </a:lnTo>
                  <a:lnTo>
                    <a:pt x="668001" y="11418"/>
                  </a:lnTo>
                  <a:lnTo>
                    <a:pt x="613285" y="6078"/>
                  </a:lnTo>
                  <a:lnTo>
                    <a:pt x="574623" y="2703"/>
                  </a:lnTo>
                  <a:lnTo>
                    <a:pt x="551465" y="886"/>
                  </a:lnTo>
                  <a:lnTo>
                    <a:pt x="541066" y="150"/>
                  </a:lnTo>
                  <a:lnTo>
                    <a:pt x="538757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0" name="pg620"/>
            <p:cNvSpPr/>
            <p:nvPr/>
          </p:nvSpPr>
          <p:spPr>
            <a:xfrm>
              <a:off x="546595" y="2857491"/>
              <a:ext cx="8234974" cy="3288498"/>
            </a:xfrm>
            <a:custGeom>
              <a:avLst/>
              <a:pathLst>
                <a:path w="8234974" h="3288498">
                  <a:moveTo>
                    <a:pt x="0" y="413784"/>
                  </a:moveTo>
                  <a:lnTo>
                    <a:pt x="538736" y="413784"/>
                  </a:lnTo>
                  <a:lnTo>
                    <a:pt x="539901" y="413870"/>
                  </a:lnTo>
                  <a:lnTo>
                    <a:pt x="547520" y="414479"/>
                  </a:lnTo>
                  <a:lnTo>
                    <a:pt x="566587" y="416166"/>
                  </a:lnTo>
                  <a:lnTo>
                    <a:pt x="600326" y="419478"/>
                  </a:lnTo>
                  <a:lnTo>
                    <a:pt x="649897" y="424906"/>
                  </a:lnTo>
                  <a:lnTo>
                    <a:pt x="714339" y="432820"/>
                  </a:lnTo>
                  <a:lnTo>
                    <a:pt x="790901" y="443437"/>
                  </a:lnTo>
                  <a:lnTo>
                    <a:pt x="875724" y="456831"/>
                  </a:lnTo>
                  <a:lnTo>
                    <a:pt x="964658" y="472974"/>
                  </a:lnTo>
                  <a:lnTo>
                    <a:pt x="1053951" y="491801"/>
                  </a:lnTo>
                  <a:lnTo>
                    <a:pt x="1140679" y="513272"/>
                  </a:lnTo>
                  <a:lnTo>
                    <a:pt x="1222881" y="537420"/>
                  </a:lnTo>
                  <a:lnTo>
                    <a:pt x="1299502" y="564379"/>
                  </a:lnTo>
                  <a:lnTo>
                    <a:pt x="1370211" y="594398"/>
                  </a:lnTo>
                  <a:lnTo>
                    <a:pt x="1435206" y="627844"/>
                  </a:lnTo>
                  <a:lnTo>
                    <a:pt x="1495031" y="665185"/>
                  </a:lnTo>
                  <a:lnTo>
                    <a:pt x="1550434" y="706981"/>
                  </a:lnTo>
                  <a:lnTo>
                    <a:pt x="1602260" y="753837"/>
                  </a:lnTo>
                  <a:lnTo>
                    <a:pt x="1651371" y="806336"/>
                  </a:lnTo>
                  <a:lnTo>
                    <a:pt x="1698573" y="864921"/>
                  </a:lnTo>
                  <a:lnTo>
                    <a:pt x="1719082" y="892903"/>
                  </a:lnTo>
                  <a:lnTo>
                    <a:pt x="1754339" y="944491"/>
                  </a:lnTo>
                  <a:lnTo>
                    <a:pt x="1789266" y="999848"/>
                  </a:lnTo>
                  <a:lnTo>
                    <a:pt x="1824073" y="1059049"/>
                  </a:lnTo>
                  <a:lnTo>
                    <a:pt x="1858924" y="1122111"/>
                  </a:lnTo>
                  <a:lnTo>
                    <a:pt x="1893943" y="1188983"/>
                  </a:lnTo>
                  <a:lnTo>
                    <a:pt x="1929217" y="1259538"/>
                  </a:lnTo>
                  <a:lnTo>
                    <a:pt x="1964802" y="1333574"/>
                  </a:lnTo>
                  <a:lnTo>
                    <a:pt x="2000719" y="1410809"/>
                  </a:lnTo>
                  <a:lnTo>
                    <a:pt x="2036966" y="1490884"/>
                  </a:lnTo>
                  <a:lnTo>
                    <a:pt x="2073513" y="1573366"/>
                  </a:lnTo>
                  <a:lnTo>
                    <a:pt x="2110311" y="1657755"/>
                  </a:lnTo>
                  <a:lnTo>
                    <a:pt x="2147293" y="1743500"/>
                  </a:lnTo>
                  <a:lnTo>
                    <a:pt x="2184381" y="1830010"/>
                  </a:lnTo>
                  <a:lnTo>
                    <a:pt x="2221491" y="1916670"/>
                  </a:lnTo>
                  <a:lnTo>
                    <a:pt x="2258535" y="2002864"/>
                  </a:lnTo>
                  <a:lnTo>
                    <a:pt x="2295431" y="2087986"/>
                  </a:lnTo>
                  <a:lnTo>
                    <a:pt x="2332108" y="2171463"/>
                  </a:lnTo>
                  <a:lnTo>
                    <a:pt x="2368506" y="2252769"/>
                  </a:lnTo>
                  <a:lnTo>
                    <a:pt x="2404587" y="2331439"/>
                  </a:lnTo>
                  <a:lnTo>
                    <a:pt x="2440332" y="2407074"/>
                  </a:lnTo>
                  <a:lnTo>
                    <a:pt x="2475753" y="2479357"/>
                  </a:lnTo>
                  <a:lnTo>
                    <a:pt x="2510888" y="2548044"/>
                  </a:lnTo>
                  <a:lnTo>
                    <a:pt x="2545808" y="2612974"/>
                  </a:lnTo>
                  <a:lnTo>
                    <a:pt x="2580618" y="2674059"/>
                  </a:lnTo>
                  <a:lnTo>
                    <a:pt x="2615463" y="2731284"/>
                  </a:lnTo>
                  <a:lnTo>
                    <a:pt x="2650530" y="2784696"/>
                  </a:lnTo>
                  <a:lnTo>
                    <a:pt x="2667772" y="2809379"/>
                  </a:lnTo>
                  <a:lnTo>
                    <a:pt x="2714354" y="2870727"/>
                  </a:lnTo>
                  <a:lnTo>
                    <a:pt x="2762525" y="2925886"/>
                  </a:lnTo>
                  <a:lnTo>
                    <a:pt x="2813042" y="2975178"/>
                  </a:lnTo>
                  <a:lnTo>
                    <a:pt x="2866752" y="3019142"/>
                  </a:lnTo>
                  <a:lnTo>
                    <a:pt x="2924515" y="3058387"/>
                  </a:lnTo>
                  <a:lnTo>
                    <a:pt x="2987134" y="3093497"/>
                  </a:lnTo>
                  <a:lnTo>
                    <a:pt x="3055260" y="3124984"/>
                  </a:lnTo>
                  <a:lnTo>
                    <a:pt x="3129263" y="3153263"/>
                  </a:lnTo>
                  <a:lnTo>
                    <a:pt x="3209072" y="3178635"/>
                  </a:lnTo>
                  <a:lnTo>
                    <a:pt x="3293977" y="3201283"/>
                  </a:lnTo>
                  <a:lnTo>
                    <a:pt x="3382437" y="3221285"/>
                  </a:lnTo>
                  <a:lnTo>
                    <a:pt x="3471950" y="3238626"/>
                  </a:lnTo>
                  <a:lnTo>
                    <a:pt x="3559099" y="3253246"/>
                  </a:lnTo>
                  <a:lnTo>
                    <a:pt x="3639837" y="3265094"/>
                  </a:lnTo>
                  <a:lnTo>
                    <a:pt x="3710079" y="3274189"/>
                  </a:lnTo>
                  <a:lnTo>
                    <a:pt x="3766484" y="3280683"/>
                  </a:lnTo>
                  <a:lnTo>
                    <a:pt x="3807231" y="3284879"/>
                  </a:lnTo>
                  <a:lnTo>
                    <a:pt x="3832526" y="3287221"/>
                  </a:lnTo>
                  <a:lnTo>
                    <a:pt x="3844705" y="3288239"/>
                  </a:lnTo>
                  <a:lnTo>
                    <a:pt x="3848118" y="3288498"/>
                  </a:lnTo>
                  <a:lnTo>
                    <a:pt x="4386855" y="3288498"/>
                  </a:lnTo>
                  <a:lnTo>
                    <a:pt x="4387984" y="3288404"/>
                  </a:lnTo>
                  <a:lnTo>
                    <a:pt x="4395376" y="3287729"/>
                  </a:lnTo>
                  <a:lnTo>
                    <a:pt x="4413895" y="3285864"/>
                  </a:lnTo>
                  <a:lnTo>
                    <a:pt x="4446713" y="3282199"/>
                  </a:lnTo>
                  <a:lnTo>
                    <a:pt x="4495033" y="3276189"/>
                  </a:lnTo>
                  <a:lnTo>
                    <a:pt x="4558013" y="3267416"/>
                  </a:lnTo>
                  <a:lnTo>
                    <a:pt x="4633072" y="3255630"/>
                  </a:lnTo>
                  <a:lnTo>
                    <a:pt x="4716517" y="3240740"/>
                  </a:lnTo>
                  <a:lnTo>
                    <a:pt x="4804320" y="3222771"/>
                  </a:lnTo>
                  <a:lnTo>
                    <a:pt x="4892790" y="3201795"/>
                  </a:lnTo>
                  <a:lnTo>
                    <a:pt x="4979002" y="3177860"/>
                  </a:lnTo>
                  <a:lnTo>
                    <a:pt x="5060955" y="3150941"/>
                  </a:lnTo>
                  <a:lnTo>
                    <a:pt x="5137529" y="3120905"/>
                  </a:lnTo>
                  <a:lnTo>
                    <a:pt x="5208323" y="3087492"/>
                  </a:lnTo>
                  <a:lnTo>
                    <a:pt x="5273467" y="3050317"/>
                  </a:lnTo>
                  <a:lnTo>
                    <a:pt x="5333449" y="3008874"/>
                  </a:lnTo>
                  <a:lnTo>
                    <a:pt x="5388969" y="2962561"/>
                  </a:lnTo>
                  <a:lnTo>
                    <a:pt x="5440836" y="2910711"/>
                  </a:lnTo>
                  <a:lnTo>
                    <a:pt x="5489888" y="2852667"/>
                  </a:lnTo>
                  <a:lnTo>
                    <a:pt x="5536921" y="2787892"/>
                  </a:lnTo>
                  <a:lnTo>
                    <a:pt x="5567201" y="2741322"/>
                  </a:lnTo>
                  <a:lnTo>
                    <a:pt x="5600593" y="2685647"/>
                  </a:lnTo>
                  <a:lnTo>
                    <a:pt x="5633678" y="2626120"/>
                  </a:lnTo>
                  <a:lnTo>
                    <a:pt x="5666638" y="2562661"/>
                  </a:lnTo>
                  <a:lnTo>
                    <a:pt x="5699617" y="2495247"/>
                  </a:lnTo>
                  <a:lnTo>
                    <a:pt x="5732726" y="2423916"/>
                  </a:lnTo>
                  <a:lnTo>
                    <a:pt x="5766046" y="2348771"/>
                  </a:lnTo>
                  <a:lnTo>
                    <a:pt x="5799632" y="2269986"/>
                  </a:lnTo>
                  <a:lnTo>
                    <a:pt x="5833513" y="2187808"/>
                  </a:lnTo>
                  <a:lnTo>
                    <a:pt x="5867693" y="2102556"/>
                  </a:lnTo>
                  <a:lnTo>
                    <a:pt x="5902157" y="2014619"/>
                  </a:lnTo>
                  <a:lnTo>
                    <a:pt x="5936872" y="1924449"/>
                  </a:lnTo>
                  <a:lnTo>
                    <a:pt x="5971788" y="1832553"/>
                  </a:lnTo>
                  <a:lnTo>
                    <a:pt x="6006846" y="1739485"/>
                  </a:lnTo>
                  <a:lnTo>
                    <a:pt x="6041976" y="1645825"/>
                  </a:lnTo>
                  <a:lnTo>
                    <a:pt x="6077104" y="1552173"/>
                  </a:lnTo>
                  <a:lnTo>
                    <a:pt x="6112159" y="1459127"/>
                  </a:lnTo>
                  <a:lnTo>
                    <a:pt x="6147072" y="1367267"/>
                  </a:lnTo>
                  <a:lnTo>
                    <a:pt x="6181781" y="1277146"/>
                  </a:lnTo>
                  <a:lnTo>
                    <a:pt x="6216239" y="1189269"/>
                  </a:lnTo>
                  <a:lnTo>
                    <a:pt x="6250411" y="1104088"/>
                  </a:lnTo>
                  <a:lnTo>
                    <a:pt x="6284284" y="1021989"/>
                  </a:lnTo>
                  <a:lnTo>
                    <a:pt x="6317863" y="943291"/>
                  </a:lnTo>
                  <a:lnTo>
                    <a:pt x="6351178" y="868237"/>
                  </a:lnTo>
                  <a:lnTo>
                    <a:pt x="6384283" y="797000"/>
                  </a:lnTo>
                  <a:lnTo>
                    <a:pt x="6417260" y="729683"/>
                  </a:lnTo>
                  <a:lnTo>
                    <a:pt x="6450221" y="666321"/>
                  </a:lnTo>
                  <a:lnTo>
                    <a:pt x="6483311" y="606889"/>
                  </a:lnTo>
                  <a:lnTo>
                    <a:pt x="6515891" y="552620"/>
                  </a:lnTo>
                  <a:lnTo>
                    <a:pt x="6561978" y="483255"/>
                  </a:lnTo>
                  <a:lnTo>
                    <a:pt x="6609613" y="420813"/>
                  </a:lnTo>
                  <a:lnTo>
                    <a:pt x="6659529" y="364944"/>
                  </a:lnTo>
                  <a:lnTo>
                    <a:pt x="6712544" y="315052"/>
                  </a:lnTo>
                  <a:lnTo>
                    <a:pt x="6769493" y="270467"/>
                  </a:lnTo>
                  <a:lnTo>
                    <a:pt x="6831159" y="230538"/>
                  </a:lnTo>
                  <a:lnTo>
                    <a:pt x="6898184" y="194693"/>
                  </a:lnTo>
                  <a:lnTo>
                    <a:pt x="6970950" y="162465"/>
                  </a:lnTo>
                  <a:lnTo>
                    <a:pt x="7049429" y="133511"/>
                  </a:lnTo>
                  <a:lnTo>
                    <a:pt x="7132997" y="107616"/>
                  </a:lnTo>
                  <a:lnTo>
                    <a:pt x="7220248" y="84684"/>
                  </a:lnTo>
                  <a:lnTo>
                    <a:pt x="7308864" y="64722"/>
                  </a:lnTo>
                  <a:lnTo>
                    <a:pt x="7395628" y="47792"/>
                  </a:lnTo>
                  <a:lnTo>
                    <a:pt x="7476674" y="33959"/>
                  </a:lnTo>
                  <a:lnTo>
                    <a:pt x="7548001" y="23215"/>
                  </a:lnTo>
                  <a:lnTo>
                    <a:pt x="7606212" y="15418"/>
                  </a:lnTo>
                  <a:lnTo>
                    <a:pt x="7649256" y="10260"/>
                  </a:lnTo>
                  <a:lnTo>
                    <a:pt x="7676976" y="7272"/>
                  </a:lnTo>
                  <a:lnTo>
                    <a:pt x="7691266" y="5881"/>
                  </a:lnTo>
                  <a:lnTo>
                    <a:pt x="7695906" y="547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8" y="94"/>
                  </a:lnTo>
                  <a:lnTo>
                    <a:pt x="7687717" y="769"/>
                  </a:lnTo>
                  <a:lnTo>
                    <a:pt x="7669197" y="2634"/>
                  </a:lnTo>
                  <a:lnTo>
                    <a:pt x="7636379" y="6299"/>
                  </a:lnTo>
                  <a:lnTo>
                    <a:pt x="7588060" y="12309"/>
                  </a:lnTo>
                  <a:lnTo>
                    <a:pt x="7525079" y="21082"/>
                  </a:lnTo>
                  <a:lnTo>
                    <a:pt x="7450020" y="32868"/>
                  </a:lnTo>
                  <a:lnTo>
                    <a:pt x="7366575" y="47757"/>
                  </a:lnTo>
                  <a:lnTo>
                    <a:pt x="7278772" y="65726"/>
                  </a:lnTo>
                  <a:lnTo>
                    <a:pt x="7190302" y="86703"/>
                  </a:lnTo>
                  <a:lnTo>
                    <a:pt x="7104091" y="110638"/>
                  </a:lnTo>
                  <a:lnTo>
                    <a:pt x="7022137" y="137557"/>
                  </a:lnTo>
                  <a:lnTo>
                    <a:pt x="6945563" y="167593"/>
                  </a:lnTo>
                  <a:lnTo>
                    <a:pt x="6874770" y="201006"/>
                  </a:lnTo>
                  <a:lnTo>
                    <a:pt x="6809625" y="238181"/>
                  </a:lnTo>
                  <a:lnTo>
                    <a:pt x="6749644" y="279624"/>
                  </a:lnTo>
                  <a:lnTo>
                    <a:pt x="6694124" y="325937"/>
                  </a:lnTo>
                  <a:lnTo>
                    <a:pt x="6642256" y="377786"/>
                  </a:lnTo>
                  <a:lnTo>
                    <a:pt x="6593205" y="435831"/>
                  </a:lnTo>
                  <a:lnTo>
                    <a:pt x="6546171" y="500605"/>
                  </a:lnTo>
                  <a:lnTo>
                    <a:pt x="6515891" y="547175"/>
                  </a:lnTo>
                  <a:lnTo>
                    <a:pt x="6482499" y="602850"/>
                  </a:lnTo>
                  <a:lnTo>
                    <a:pt x="6449414" y="662378"/>
                  </a:lnTo>
                  <a:lnTo>
                    <a:pt x="6416454" y="725836"/>
                  </a:lnTo>
                  <a:lnTo>
                    <a:pt x="6383476" y="793250"/>
                  </a:lnTo>
                  <a:lnTo>
                    <a:pt x="6350367" y="864582"/>
                  </a:lnTo>
                  <a:lnTo>
                    <a:pt x="6317046" y="939727"/>
                  </a:lnTo>
                  <a:lnTo>
                    <a:pt x="6283460" y="1018512"/>
                  </a:lnTo>
                  <a:lnTo>
                    <a:pt x="6249580" y="1100690"/>
                  </a:lnTo>
                  <a:lnTo>
                    <a:pt x="6215400" y="1185942"/>
                  </a:lnTo>
                  <a:lnTo>
                    <a:pt x="6180935" y="1273879"/>
                  </a:lnTo>
                  <a:lnTo>
                    <a:pt x="6146221" y="1364049"/>
                  </a:lnTo>
                  <a:lnTo>
                    <a:pt x="6111304" y="1455944"/>
                  </a:lnTo>
                  <a:lnTo>
                    <a:pt x="6076246" y="1549013"/>
                  </a:lnTo>
                  <a:lnTo>
                    <a:pt x="6041117" y="1642672"/>
                  </a:lnTo>
                  <a:lnTo>
                    <a:pt x="6005988" y="1736324"/>
                  </a:lnTo>
                  <a:lnTo>
                    <a:pt x="5970933" y="1829371"/>
                  </a:lnTo>
                  <a:lnTo>
                    <a:pt x="5936021" y="1921230"/>
                  </a:lnTo>
                  <a:lnTo>
                    <a:pt x="5901312" y="2011352"/>
                  </a:lnTo>
                  <a:lnTo>
                    <a:pt x="5866854" y="2099229"/>
                  </a:lnTo>
                  <a:lnTo>
                    <a:pt x="5832681" y="2184410"/>
                  </a:lnTo>
                  <a:lnTo>
                    <a:pt x="5798808" y="2266508"/>
                  </a:lnTo>
                  <a:lnTo>
                    <a:pt x="5765229" y="2345207"/>
                  </a:lnTo>
                  <a:lnTo>
                    <a:pt x="5731914" y="2420261"/>
                  </a:lnTo>
                  <a:lnTo>
                    <a:pt x="5698810" y="2491497"/>
                  </a:lnTo>
                  <a:lnTo>
                    <a:pt x="5665833" y="2558815"/>
                  </a:lnTo>
                  <a:lnTo>
                    <a:pt x="5632872" y="2622177"/>
                  </a:lnTo>
                  <a:lnTo>
                    <a:pt x="5599782" y="2681609"/>
                  </a:lnTo>
                  <a:lnTo>
                    <a:pt x="5567201" y="2735878"/>
                  </a:lnTo>
                  <a:lnTo>
                    <a:pt x="5521115" y="2805243"/>
                  </a:lnTo>
                  <a:lnTo>
                    <a:pt x="5473480" y="2867684"/>
                  </a:lnTo>
                  <a:lnTo>
                    <a:pt x="5423564" y="2923554"/>
                  </a:lnTo>
                  <a:lnTo>
                    <a:pt x="5370549" y="2973445"/>
                  </a:lnTo>
                  <a:lnTo>
                    <a:pt x="5313599" y="3018031"/>
                  </a:lnTo>
                  <a:lnTo>
                    <a:pt x="5251933" y="3057959"/>
                  </a:lnTo>
                  <a:lnTo>
                    <a:pt x="5184909" y="3093805"/>
                  </a:lnTo>
                  <a:lnTo>
                    <a:pt x="5112143" y="3126033"/>
                  </a:lnTo>
                  <a:lnTo>
                    <a:pt x="5033663" y="3154987"/>
                  </a:lnTo>
                  <a:lnTo>
                    <a:pt x="4950095" y="3180882"/>
                  </a:lnTo>
                  <a:lnTo>
                    <a:pt x="4862844" y="3203813"/>
                  </a:lnTo>
                  <a:lnTo>
                    <a:pt x="4774229" y="3223776"/>
                  </a:lnTo>
                  <a:lnTo>
                    <a:pt x="4687464" y="3240705"/>
                  </a:lnTo>
                  <a:lnTo>
                    <a:pt x="4606419" y="3254538"/>
                  </a:lnTo>
                  <a:lnTo>
                    <a:pt x="4535091" y="3265282"/>
                  </a:lnTo>
                  <a:lnTo>
                    <a:pt x="4476881" y="3273079"/>
                  </a:lnTo>
                  <a:lnTo>
                    <a:pt x="4433836" y="3278238"/>
                  </a:lnTo>
                  <a:lnTo>
                    <a:pt x="4406117" y="3281225"/>
                  </a:lnTo>
                  <a:lnTo>
                    <a:pt x="4391826" y="3282616"/>
                  </a:lnTo>
                  <a:lnTo>
                    <a:pt x="4387186" y="3283027"/>
                  </a:lnTo>
                  <a:lnTo>
                    <a:pt x="4386855" y="3283054"/>
                  </a:lnTo>
                  <a:lnTo>
                    <a:pt x="3848118" y="3283054"/>
                  </a:lnTo>
                  <a:lnTo>
                    <a:pt x="3846954" y="3282968"/>
                  </a:lnTo>
                  <a:lnTo>
                    <a:pt x="3839335" y="3282358"/>
                  </a:lnTo>
                  <a:lnTo>
                    <a:pt x="3820267" y="3280672"/>
                  </a:lnTo>
                  <a:lnTo>
                    <a:pt x="3786529" y="3277360"/>
                  </a:lnTo>
                  <a:lnTo>
                    <a:pt x="3736957" y="3271932"/>
                  </a:lnTo>
                  <a:lnTo>
                    <a:pt x="3672515" y="3264018"/>
                  </a:lnTo>
                  <a:lnTo>
                    <a:pt x="3595954" y="3253400"/>
                  </a:lnTo>
                  <a:lnTo>
                    <a:pt x="3511130" y="3240006"/>
                  </a:lnTo>
                  <a:lnTo>
                    <a:pt x="3422196" y="3223864"/>
                  </a:lnTo>
                  <a:lnTo>
                    <a:pt x="3332903" y="3205037"/>
                  </a:lnTo>
                  <a:lnTo>
                    <a:pt x="3246176" y="3183566"/>
                  </a:lnTo>
                  <a:lnTo>
                    <a:pt x="3163973" y="3159418"/>
                  </a:lnTo>
                  <a:lnTo>
                    <a:pt x="3087353" y="3132459"/>
                  </a:lnTo>
                  <a:lnTo>
                    <a:pt x="3016644" y="3102439"/>
                  </a:lnTo>
                  <a:lnTo>
                    <a:pt x="2951649" y="3068994"/>
                  </a:lnTo>
                  <a:lnTo>
                    <a:pt x="2891824" y="3031652"/>
                  </a:lnTo>
                  <a:lnTo>
                    <a:pt x="2836421" y="2989857"/>
                  </a:lnTo>
                  <a:lnTo>
                    <a:pt x="2784595" y="2943001"/>
                  </a:lnTo>
                  <a:lnTo>
                    <a:pt x="2735483" y="2890502"/>
                  </a:lnTo>
                  <a:lnTo>
                    <a:pt x="2688281" y="2831916"/>
                  </a:lnTo>
                  <a:lnTo>
                    <a:pt x="2667772" y="2803935"/>
                  </a:lnTo>
                  <a:lnTo>
                    <a:pt x="2632515" y="2752346"/>
                  </a:lnTo>
                  <a:lnTo>
                    <a:pt x="2597589" y="2696990"/>
                  </a:lnTo>
                  <a:lnTo>
                    <a:pt x="2562782" y="2637788"/>
                  </a:lnTo>
                  <a:lnTo>
                    <a:pt x="2527931" y="2574726"/>
                  </a:lnTo>
                  <a:lnTo>
                    <a:pt x="2492912" y="2507855"/>
                  </a:lnTo>
                  <a:lnTo>
                    <a:pt x="2457637" y="2437300"/>
                  </a:lnTo>
                  <a:lnTo>
                    <a:pt x="2422053" y="2363264"/>
                  </a:lnTo>
                  <a:lnTo>
                    <a:pt x="2386135" y="2286028"/>
                  </a:lnTo>
                  <a:lnTo>
                    <a:pt x="2349888" y="2205953"/>
                  </a:lnTo>
                  <a:lnTo>
                    <a:pt x="2313341" y="2123472"/>
                  </a:lnTo>
                  <a:lnTo>
                    <a:pt x="2276543" y="2039083"/>
                  </a:lnTo>
                  <a:lnTo>
                    <a:pt x="2239561" y="1953338"/>
                  </a:lnTo>
                  <a:lnTo>
                    <a:pt x="2202473" y="1866828"/>
                  </a:lnTo>
                  <a:lnTo>
                    <a:pt x="2165364" y="1780167"/>
                  </a:lnTo>
                  <a:lnTo>
                    <a:pt x="2128320" y="1693974"/>
                  </a:lnTo>
                  <a:lnTo>
                    <a:pt x="2091423" y="1608852"/>
                  </a:lnTo>
                  <a:lnTo>
                    <a:pt x="2054747" y="1525375"/>
                  </a:lnTo>
                  <a:lnTo>
                    <a:pt x="2018348" y="1444069"/>
                  </a:lnTo>
                  <a:lnTo>
                    <a:pt x="1982268" y="1365399"/>
                  </a:lnTo>
                  <a:lnTo>
                    <a:pt x="1946522" y="1289763"/>
                  </a:lnTo>
                  <a:lnTo>
                    <a:pt x="1911101" y="1217481"/>
                  </a:lnTo>
                  <a:lnTo>
                    <a:pt x="1875967" y="1148794"/>
                  </a:lnTo>
                  <a:lnTo>
                    <a:pt x="1841047" y="1083864"/>
                  </a:lnTo>
                  <a:lnTo>
                    <a:pt x="1806237" y="1022779"/>
                  </a:lnTo>
                  <a:lnTo>
                    <a:pt x="1771392" y="965554"/>
                  </a:lnTo>
                  <a:lnTo>
                    <a:pt x="1736325" y="912142"/>
                  </a:lnTo>
                  <a:lnTo>
                    <a:pt x="1719082" y="887459"/>
                  </a:lnTo>
                  <a:lnTo>
                    <a:pt x="1672501" y="826111"/>
                  </a:lnTo>
                  <a:lnTo>
                    <a:pt x="1624330" y="770952"/>
                  </a:lnTo>
                  <a:lnTo>
                    <a:pt x="1573812" y="721660"/>
                  </a:lnTo>
                  <a:lnTo>
                    <a:pt x="1520103" y="677695"/>
                  </a:lnTo>
                  <a:lnTo>
                    <a:pt x="1462340" y="638451"/>
                  </a:lnTo>
                  <a:lnTo>
                    <a:pt x="1399720" y="603341"/>
                  </a:lnTo>
                  <a:lnTo>
                    <a:pt x="1331595" y="571854"/>
                  </a:lnTo>
                  <a:lnTo>
                    <a:pt x="1257592" y="543575"/>
                  </a:lnTo>
                  <a:lnTo>
                    <a:pt x="1177782" y="518203"/>
                  </a:lnTo>
                  <a:lnTo>
                    <a:pt x="1092877" y="495554"/>
                  </a:lnTo>
                  <a:lnTo>
                    <a:pt x="1004418" y="475553"/>
                  </a:lnTo>
                  <a:lnTo>
                    <a:pt x="914904" y="458212"/>
                  </a:lnTo>
                  <a:lnTo>
                    <a:pt x="827756" y="443591"/>
                  </a:lnTo>
                  <a:lnTo>
                    <a:pt x="747018" y="431744"/>
                  </a:lnTo>
                  <a:lnTo>
                    <a:pt x="676776" y="422649"/>
                  </a:lnTo>
                  <a:lnTo>
                    <a:pt x="620371" y="416155"/>
                  </a:lnTo>
                  <a:lnTo>
                    <a:pt x="579624" y="411959"/>
                  </a:lnTo>
                  <a:lnTo>
                    <a:pt x="554329" y="409617"/>
                  </a:lnTo>
                  <a:lnTo>
                    <a:pt x="542150" y="408598"/>
                  </a:lnTo>
                  <a:lnTo>
                    <a:pt x="538736" y="408340"/>
                  </a:lnTo>
                  <a:lnTo>
                    <a:pt x="0" y="40834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21" name="pl621"/>
            <p:cNvSpPr/>
            <p:nvPr/>
          </p:nvSpPr>
          <p:spPr>
            <a:xfrm>
              <a:off x="546595" y="2862936"/>
              <a:ext cx="8234974" cy="3283054"/>
            </a:xfrm>
            <a:custGeom>
              <a:avLst/>
              <a:pathLst>
                <a:path w="8234974" h="3283054">
                  <a:moveTo>
                    <a:pt x="0" y="408340"/>
                  </a:moveTo>
                  <a:lnTo>
                    <a:pt x="538736" y="408340"/>
                  </a:lnTo>
                  <a:lnTo>
                    <a:pt x="539901" y="408425"/>
                  </a:lnTo>
                  <a:lnTo>
                    <a:pt x="547520" y="409035"/>
                  </a:lnTo>
                  <a:lnTo>
                    <a:pt x="566587" y="410721"/>
                  </a:lnTo>
                  <a:lnTo>
                    <a:pt x="600326" y="414034"/>
                  </a:lnTo>
                  <a:lnTo>
                    <a:pt x="649897" y="419462"/>
                  </a:lnTo>
                  <a:lnTo>
                    <a:pt x="714339" y="427375"/>
                  </a:lnTo>
                  <a:lnTo>
                    <a:pt x="790901" y="437993"/>
                  </a:lnTo>
                  <a:lnTo>
                    <a:pt x="875724" y="451387"/>
                  </a:lnTo>
                  <a:lnTo>
                    <a:pt x="964658" y="467530"/>
                  </a:lnTo>
                  <a:lnTo>
                    <a:pt x="1053951" y="486356"/>
                  </a:lnTo>
                  <a:lnTo>
                    <a:pt x="1140679" y="507827"/>
                  </a:lnTo>
                  <a:lnTo>
                    <a:pt x="1222881" y="531975"/>
                  </a:lnTo>
                  <a:lnTo>
                    <a:pt x="1299502" y="558934"/>
                  </a:lnTo>
                  <a:lnTo>
                    <a:pt x="1370211" y="588954"/>
                  </a:lnTo>
                  <a:lnTo>
                    <a:pt x="1435206" y="622399"/>
                  </a:lnTo>
                  <a:lnTo>
                    <a:pt x="1495031" y="659741"/>
                  </a:lnTo>
                  <a:lnTo>
                    <a:pt x="1550434" y="701537"/>
                  </a:lnTo>
                  <a:lnTo>
                    <a:pt x="1602260" y="748392"/>
                  </a:lnTo>
                  <a:lnTo>
                    <a:pt x="1651371" y="800891"/>
                  </a:lnTo>
                  <a:lnTo>
                    <a:pt x="1698573" y="859477"/>
                  </a:lnTo>
                  <a:lnTo>
                    <a:pt x="1719082" y="887459"/>
                  </a:lnTo>
                  <a:lnTo>
                    <a:pt x="1754339" y="939047"/>
                  </a:lnTo>
                  <a:lnTo>
                    <a:pt x="1789266" y="994403"/>
                  </a:lnTo>
                  <a:lnTo>
                    <a:pt x="1824073" y="1053605"/>
                  </a:lnTo>
                  <a:lnTo>
                    <a:pt x="1858924" y="1116667"/>
                  </a:lnTo>
                  <a:lnTo>
                    <a:pt x="1893943" y="1183538"/>
                  </a:lnTo>
                  <a:lnTo>
                    <a:pt x="1929217" y="1254093"/>
                  </a:lnTo>
                  <a:lnTo>
                    <a:pt x="1964802" y="1328129"/>
                  </a:lnTo>
                  <a:lnTo>
                    <a:pt x="2000719" y="1405365"/>
                  </a:lnTo>
                  <a:lnTo>
                    <a:pt x="2036966" y="1485440"/>
                  </a:lnTo>
                  <a:lnTo>
                    <a:pt x="2073513" y="1567921"/>
                  </a:lnTo>
                  <a:lnTo>
                    <a:pt x="2110311" y="1652310"/>
                  </a:lnTo>
                  <a:lnTo>
                    <a:pt x="2147293" y="1738055"/>
                  </a:lnTo>
                  <a:lnTo>
                    <a:pt x="2184381" y="1824565"/>
                  </a:lnTo>
                  <a:lnTo>
                    <a:pt x="2221491" y="1911226"/>
                  </a:lnTo>
                  <a:lnTo>
                    <a:pt x="2258535" y="1997419"/>
                  </a:lnTo>
                  <a:lnTo>
                    <a:pt x="2295431" y="2082541"/>
                  </a:lnTo>
                  <a:lnTo>
                    <a:pt x="2332108" y="2166018"/>
                  </a:lnTo>
                  <a:lnTo>
                    <a:pt x="2368506" y="2247325"/>
                  </a:lnTo>
                  <a:lnTo>
                    <a:pt x="2404587" y="2325994"/>
                  </a:lnTo>
                  <a:lnTo>
                    <a:pt x="2440332" y="2401630"/>
                  </a:lnTo>
                  <a:lnTo>
                    <a:pt x="2475753" y="2473912"/>
                  </a:lnTo>
                  <a:lnTo>
                    <a:pt x="2510888" y="2542599"/>
                  </a:lnTo>
                  <a:lnTo>
                    <a:pt x="2545808" y="2607529"/>
                  </a:lnTo>
                  <a:lnTo>
                    <a:pt x="2580618" y="2668614"/>
                  </a:lnTo>
                  <a:lnTo>
                    <a:pt x="2615463" y="2725839"/>
                  </a:lnTo>
                  <a:lnTo>
                    <a:pt x="2650530" y="2779251"/>
                  </a:lnTo>
                  <a:lnTo>
                    <a:pt x="2667772" y="2803935"/>
                  </a:lnTo>
                  <a:lnTo>
                    <a:pt x="2714354" y="2865282"/>
                  </a:lnTo>
                  <a:lnTo>
                    <a:pt x="2762525" y="2920441"/>
                  </a:lnTo>
                  <a:lnTo>
                    <a:pt x="2813042" y="2969733"/>
                  </a:lnTo>
                  <a:lnTo>
                    <a:pt x="2866752" y="3013698"/>
                  </a:lnTo>
                  <a:lnTo>
                    <a:pt x="2924515" y="3052943"/>
                  </a:lnTo>
                  <a:lnTo>
                    <a:pt x="2987134" y="3088052"/>
                  </a:lnTo>
                  <a:lnTo>
                    <a:pt x="3055260" y="3119540"/>
                  </a:lnTo>
                  <a:lnTo>
                    <a:pt x="3129263" y="3147819"/>
                  </a:lnTo>
                  <a:lnTo>
                    <a:pt x="3209072" y="3173190"/>
                  </a:lnTo>
                  <a:lnTo>
                    <a:pt x="3293977" y="3195839"/>
                  </a:lnTo>
                  <a:lnTo>
                    <a:pt x="3382437" y="3215840"/>
                  </a:lnTo>
                  <a:lnTo>
                    <a:pt x="3471950" y="3233181"/>
                  </a:lnTo>
                  <a:lnTo>
                    <a:pt x="3559099" y="3247802"/>
                  </a:lnTo>
                  <a:lnTo>
                    <a:pt x="3639837" y="3259649"/>
                  </a:lnTo>
                  <a:lnTo>
                    <a:pt x="3710079" y="3268745"/>
                  </a:lnTo>
                  <a:lnTo>
                    <a:pt x="3766484" y="3275238"/>
                  </a:lnTo>
                  <a:lnTo>
                    <a:pt x="3807231" y="3279435"/>
                  </a:lnTo>
                  <a:lnTo>
                    <a:pt x="3832526" y="3281776"/>
                  </a:lnTo>
                  <a:lnTo>
                    <a:pt x="3844705" y="3282795"/>
                  </a:lnTo>
                  <a:lnTo>
                    <a:pt x="3848013" y="3283046"/>
                  </a:lnTo>
                  <a:lnTo>
                    <a:pt x="3848118" y="3283054"/>
                  </a:lnTo>
                  <a:lnTo>
                    <a:pt x="4386855" y="3283054"/>
                  </a:lnTo>
                  <a:lnTo>
                    <a:pt x="4387984" y="3282959"/>
                  </a:lnTo>
                  <a:lnTo>
                    <a:pt x="4395376" y="3282285"/>
                  </a:lnTo>
                  <a:lnTo>
                    <a:pt x="4413895" y="3280419"/>
                  </a:lnTo>
                  <a:lnTo>
                    <a:pt x="4446713" y="3276754"/>
                  </a:lnTo>
                  <a:lnTo>
                    <a:pt x="4495033" y="3270744"/>
                  </a:lnTo>
                  <a:lnTo>
                    <a:pt x="4558013" y="3261972"/>
                  </a:lnTo>
                  <a:lnTo>
                    <a:pt x="4633072" y="3250185"/>
                  </a:lnTo>
                  <a:lnTo>
                    <a:pt x="4716517" y="3235296"/>
                  </a:lnTo>
                  <a:lnTo>
                    <a:pt x="4804320" y="3217327"/>
                  </a:lnTo>
                  <a:lnTo>
                    <a:pt x="4892790" y="3196350"/>
                  </a:lnTo>
                  <a:lnTo>
                    <a:pt x="4979002" y="3172415"/>
                  </a:lnTo>
                  <a:lnTo>
                    <a:pt x="5060955" y="3145497"/>
                  </a:lnTo>
                  <a:lnTo>
                    <a:pt x="5137529" y="3115460"/>
                  </a:lnTo>
                  <a:lnTo>
                    <a:pt x="5208323" y="3082047"/>
                  </a:lnTo>
                  <a:lnTo>
                    <a:pt x="5273467" y="3044872"/>
                  </a:lnTo>
                  <a:lnTo>
                    <a:pt x="5333449" y="3003430"/>
                  </a:lnTo>
                  <a:lnTo>
                    <a:pt x="5388969" y="2957116"/>
                  </a:lnTo>
                  <a:lnTo>
                    <a:pt x="5440836" y="2905267"/>
                  </a:lnTo>
                  <a:lnTo>
                    <a:pt x="5489888" y="2847222"/>
                  </a:lnTo>
                  <a:lnTo>
                    <a:pt x="5536921" y="2782448"/>
                  </a:lnTo>
                  <a:lnTo>
                    <a:pt x="5567201" y="2735878"/>
                  </a:lnTo>
                  <a:lnTo>
                    <a:pt x="5600593" y="2680203"/>
                  </a:lnTo>
                  <a:lnTo>
                    <a:pt x="5633678" y="2620675"/>
                  </a:lnTo>
                  <a:lnTo>
                    <a:pt x="5666638" y="2557217"/>
                  </a:lnTo>
                  <a:lnTo>
                    <a:pt x="5699617" y="2489803"/>
                  </a:lnTo>
                  <a:lnTo>
                    <a:pt x="5732726" y="2418472"/>
                  </a:lnTo>
                  <a:lnTo>
                    <a:pt x="5766046" y="2343326"/>
                  </a:lnTo>
                  <a:lnTo>
                    <a:pt x="5799632" y="2264541"/>
                  </a:lnTo>
                  <a:lnTo>
                    <a:pt x="5833513" y="2182363"/>
                  </a:lnTo>
                  <a:lnTo>
                    <a:pt x="5867693" y="2097111"/>
                  </a:lnTo>
                  <a:lnTo>
                    <a:pt x="5902157" y="2009174"/>
                  </a:lnTo>
                  <a:lnTo>
                    <a:pt x="5936872" y="1919004"/>
                  </a:lnTo>
                  <a:lnTo>
                    <a:pt x="5971788" y="1827109"/>
                  </a:lnTo>
                  <a:lnTo>
                    <a:pt x="6006846" y="1734040"/>
                  </a:lnTo>
                  <a:lnTo>
                    <a:pt x="6041976" y="1640381"/>
                  </a:lnTo>
                  <a:lnTo>
                    <a:pt x="6077104" y="1546729"/>
                  </a:lnTo>
                  <a:lnTo>
                    <a:pt x="6112159" y="1453682"/>
                  </a:lnTo>
                  <a:lnTo>
                    <a:pt x="6147072" y="1361823"/>
                  </a:lnTo>
                  <a:lnTo>
                    <a:pt x="6181781" y="1271701"/>
                  </a:lnTo>
                  <a:lnTo>
                    <a:pt x="6216239" y="1183825"/>
                  </a:lnTo>
                  <a:lnTo>
                    <a:pt x="6250411" y="1098643"/>
                  </a:lnTo>
                  <a:lnTo>
                    <a:pt x="6284284" y="1016545"/>
                  </a:lnTo>
                  <a:lnTo>
                    <a:pt x="6317863" y="937846"/>
                  </a:lnTo>
                  <a:lnTo>
                    <a:pt x="6351178" y="862792"/>
                  </a:lnTo>
                  <a:lnTo>
                    <a:pt x="6384283" y="791556"/>
                  </a:lnTo>
                  <a:lnTo>
                    <a:pt x="6417260" y="724238"/>
                  </a:lnTo>
                  <a:lnTo>
                    <a:pt x="6450221" y="660876"/>
                  </a:lnTo>
                  <a:lnTo>
                    <a:pt x="6483311" y="601444"/>
                  </a:lnTo>
                  <a:lnTo>
                    <a:pt x="6515891" y="547175"/>
                  </a:lnTo>
                  <a:lnTo>
                    <a:pt x="6561978" y="477811"/>
                  </a:lnTo>
                  <a:lnTo>
                    <a:pt x="6609613" y="415369"/>
                  </a:lnTo>
                  <a:lnTo>
                    <a:pt x="6659529" y="359499"/>
                  </a:lnTo>
                  <a:lnTo>
                    <a:pt x="6712544" y="309608"/>
                  </a:lnTo>
                  <a:lnTo>
                    <a:pt x="6769493" y="265023"/>
                  </a:lnTo>
                  <a:lnTo>
                    <a:pt x="6831159" y="225094"/>
                  </a:lnTo>
                  <a:lnTo>
                    <a:pt x="6898184" y="189248"/>
                  </a:lnTo>
                  <a:lnTo>
                    <a:pt x="6970950" y="157020"/>
                  </a:lnTo>
                  <a:lnTo>
                    <a:pt x="7049429" y="128066"/>
                  </a:lnTo>
                  <a:lnTo>
                    <a:pt x="7132997" y="102171"/>
                  </a:lnTo>
                  <a:lnTo>
                    <a:pt x="7220248" y="79240"/>
                  </a:lnTo>
                  <a:lnTo>
                    <a:pt x="7308864" y="59277"/>
                  </a:lnTo>
                  <a:lnTo>
                    <a:pt x="7395628" y="42348"/>
                  </a:lnTo>
                  <a:lnTo>
                    <a:pt x="7476674" y="28515"/>
                  </a:lnTo>
                  <a:lnTo>
                    <a:pt x="7548001" y="17771"/>
                  </a:lnTo>
                  <a:lnTo>
                    <a:pt x="7606212" y="9974"/>
                  </a:lnTo>
                  <a:lnTo>
                    <a:pt x="7649256" y="4815"/>
                  </a:lnTo>
                  <a:lnTo>
                    <a:pt x="7676976" y="1828"/>
                  </a:lnTo>
                  <a:lnTo>
                    <a:pt x="7691266" y="437"/>
                  </a:lnTo>
                  <a:lnTo>
                    <a:pt x="7695906" y="2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2" name="pl622"/>
            <p:cNvSpPr/>
            <p:nvPr/>
          </p:nvSpPr>
          <p:spPr>
            <a:xfrm>
              <a:off x="546595" y="2857491"/>
              <a:ext cx="8234974" cy="3283054"/>
            </a:xfrm>
            <a:custGeom>
              <a:avLst/>
              <a:pathLst>
                <a:path w="8234974" h="3283054">
                  <a:moveTo>
                    <a:pt x="8234974" y="0"/>
                  </a:moveTo>
                  <a:lnTo>
                    <a:pt x="7696237" y="0"/>
                  </a:lnTo>
                  <a:lnTo>
                    <a:pt x="7695108" y="94"/>
                  </a:lnTo>
                  <a:lnTo>
                    <a:pt x="7687717" y="769"/>
                  </a:lnTo>
                  <a:lnTo>
                    <a:pt x="7669197" y="2634"/>
                  </a:lnTo>
                  <a:lnTo>
                    <a:pt x="7636379" y="6299"/>
                  </a:lnTo>
                  <a:lnTo>
                    <a:pt x="7588060" y="12309"/>
                  </a:lnTo>
                  <a:lnTo>
                    <a:pt x="7525079" y="21082"/>
                  </a:lnTo>
                  <a:lnTo>
                    <a:pt x="7450020" y="32868"/>
                  </a:lnTo>
                  <a:lnTo>
                    <a:pt x="7366575" y="47757"/>
                  </a:lnTo>
                  <a:lnTo>
                    <a:pt x="7278772" y="65726"/>
                  </a:lnTo>
                  <a:lnTo>
                    <a:pt x="7190302" y="86703"/>
                  </a:lnTo>
                  <a:lnTo>
                    <a:pt x="7104091" y="110638"/>
                  </a:lnTo>
                  <a:lnTo>
                    <a:pt x="7022137" y="137557"/>
                  </a:lnTo>
                  <a:lnTo>
                    <a:pt x="6945563" y="167593"/>
                  </a:lnTo>
                  <a:lnTo>
                    <a:pt x="6874770" y="201006"/>
                  </a:lnTo>
                  <a:lnTo>
                    <a:pt x="6809625" y="238181"/>
                  </a:lnTo>
                  <a:lnTo>
                    <a:pt x="6749644" y="279624"/>
                  </a:lnTo>
                  <a:lnTo>
                    <a:pt x="6694124" y="325937"/>
                  </a:lnTo>
                  <a:lnTo>
                    <a:pt x="6642256" y="377786"/>
                  </a:lnTo>
                  <a:lnTo>
                    <a:pt x="6593205" y="435831"/>
                  </a:lnTo>
                  <a:lnTo>
                    <a:pt x="6546171" y="500605"/>
                  </a:lnTo>
                  <a:lnTo>
                    <a:pt x="6515891" y="547175"/>
                  </a:lnTo>
                  <a:lnTo>
                    <a:pt x="6482499" y="602850"/>
                  </a:lnTo>
                  <a:lnTo>
                    <a:pt x="6449414" y="662378"/>
                  </a:lnTo>
                  <a:lnTo>
                    <a:pt x="6416454" y="725836"/>
                  </a:lnTo>
                  <a:lnTo>
                    <a:pt x="6383476" y="793250"/>
                  </a:lnTo>
                  <a:lnTo>
                    <a:pt x="6350367" y="864582"/>
                  </a:lnTo>
                  <a:lnTo>
                    <a:pt x="6317046" y="939727"/>
                  </a:lnTo>
                  <a:lnTo>
                    <a:pt x="6283460" y="1018512"/>
                  </a:lnTo>
                  <a:lnTo>
                    <a:pt x="6249580" y="1100690"/>
                  </a:lnTo>
                  <a:lnTo>
                    <a:pt x="6215400" y="1185942"/>
                  </a:lnTo>
                  <a:lnTo>
                    <a:pt x="6180935" y="1273879"/>
                  </a:lnTo>
                  <a:lnTo>
                    <a:pt x="6146221" y="1364049"/>
                  </a:lnTo>
                  <a:lnTo>
                    <a:pt x="6111304" y="1455944"/>
                  </a:lnTo>
                  <a:lnTo>
                    <a:pt x="6076246" y="1549013"/>
                  </a:lnTo>
                  <a:lnTo>
                    <a:pt x="6041117" y="1642672"/>
                  </a:lnTo>
                  <a:lnTo>
                    <a:pt x="6005988" y="1736324"/>
                  </a:lnTo>
                  <a:lnTo>
                    <a:pt x="5970933" y="1829371"/>
                  </a:lnTo>
                  <a:lnTo>
                    <a:pt x="5936021" y="1921230"/>
                  </a:lnTo>
                  <a:lnTo>
                    <a:pt x="5901312" y="2011352"/>
                  </a:lnTo>
                  <a:lnTo>
                    <a:pt x="5866854" y="2099229"/>
                  </a:lnTo>
                  <a:lnTo>
                    <a:pt x="5832681" y="2184410"/>
                  </a:lnTo>
                  <a:lnTo>
                    <a:pt x="5798808" y="2266508"/>
                  </a:lnTo>
                  <a:lnTo>
                    <a:pt x="5765229" y="2345207"/>
                  </a:lnTo>
                  <a:lnTo>
                    <a:pt x="5731914" y="2420261"/>
                  </a:lnTo>
                  <a:lnTo>
                    <a:pt x="5698810" y="2491497"/>
                  </a:lnTo>
                  <a:lnTo>
                    <a:pt x="5665833" y="2558815"/>
                  </a:lnTo>
                  <a:lnTo>
                    <a:pt x="5632872" y="2622177"/>
                  </a:lnTo>
                  <a:lnTo>
                    <a:pt x="5599782" y="2681609"/>
                  </a:lnTo>
                  <a:lnTo>
                    <a:pt x="5567201" y="2735878"/>
                  </a:lnTo>
                  <a:lnTo>
                    <a:pt x="5521115" y="2805243"/>
                  </a:lnTo>
                  <a:lnTo>
                    <a:pt x="5473480" y="2867684"/>
                  </a:lnTo>
                  <a:lnTo>
                    <a:pt x="5423564" y="2923554"/>
                  </a:lnTo>
                  <a:lnTo>
                    <a:pt x="5370549" y="2973445"/>
                  </a:lnTo>
                  <a:lnTo>
                    <a:pt x="5313599" y="3018031"/>
                  </a:lnTo>
                  <a:lnTo>
                    <a:pt x="5251933" y="3057959"/>
                  </a:lnTo>
                  <a:lnTo>
                    <a:pt x="5184909" y="3093805"/>
                  </a:lnTo>
                  <a:lnTo>
                    <a:pt x="5112143" y="3126033"/>
                  </a:lnTo>
                  <a:lnTo>
                    <a:pt x="5033663" y="3154987"/>
                  </a:lnTo>
                  <a:lnTo>
                    <a:pt x="4950095" y="3180882"/>
                  </a:lnTo>
                  <a:lnTo>
                    <a:pt x="4862844" y="3203813"/>
                  </a:lnTo>
                  <a:lnTo>
                    <a:pt x="4774229" y="3223776"/>
                  </a:lnTo>
                  <a:lnTo>
                    <a:pt x="4687464" y="3240705"/>
                  </a:lnTo>
                  <a:lnTo>
                    <a:pt x="4606419" y="3254538"/>
                  </a:lnTo>
                  <a:lnTo>
                    <a:pt x="4535091" y="3265282"/>
                  </a:lnTo>
                  <a:lnTo>
                    <a:pt x="4476881" y="3273079"/>
                  </a:lnTo>
                  <a:lnTo>
                    <a:pt x="4433836" y="3278238"/>
                  </a:lnTo>
                  <a:lnTo>
                    <a:pt x="4406117" y="3281225"/>
                  </a:lnTo>
                  <a:lnTo>
                    <a:pt x="4391826" y="3282616"/>
                  </a:lnTo>
                  <a:lnTo>
                    <a:pt x="4387186" y="3283027"/>
                  </a:lnTo>
                  <a:lnTo>
                    <a:pt x="4386855" y="3283054"/>
                  </a:lnTo>
                  <a:lnTo>
                    <a:pt x="3848118" y="3283054"/>
                  </a:lnTo>
                  <a:lnTo>
                    <a:pt x="3846954" y="3282968"/>
                  </a:lnTo>
                  <a:lnTo>
                    <a:pt x="3839335" y="3282358"/>
                  </a:lnTo>
                  <a:lnTo>
                    <a:pt x="3820267" y="3280672"/>
                  </a:lnTo>
                  <a:lnTo>
                    <a:pt x="3786529" y="3277360"/>
                  </a:lnTo>
                  <a:lnTo>
                    <a:pt x="3736957" y="3271932"/>
                  </a:lnTo>
                  <a:lnTo>
                    <a:pt x="3672515" y="3264018"/>
                  </a:lnTo>
                  <a:lnTo>
                    <a:pt x="3595954" y="3253400"/>
                  </a:lnTo>
                  <a:lnTo>
                    <a:pt x="3511130" y="3240006"/>
                  </a:lnTo>
                  <a:lnTo>
                    <a:pt x="3422196" y="3223864"/>
                  </a:lnTo>
                  <a:lnTo>
                    <a:pt x="3332903" y="3205037"/>
                  </a:lnTo>
                  <a:lnTo>
                    <a:pt x="3246176" y="3183566"/>
                  </a:lnTo>
                  <a:lnTo>
                    <a:pt x="3163973" y="3159418"/>
                  </a:lnTo>
                  <a:lnTo>
                    <a:pt x="3087353" y="3132459"/>
                  </a:lnTo>
                  <a:lnTo>
                    <a:pt x="3016644" y="3102439"/>
                  </a:lnTo>
                  <a:lnTo>
                    <a:pt x="2951649" y="3068994"/>
                  </a:lnTo>
                  <a:lnTo>
                    <a:pt x="2891824" y="3031652"/>
                  </a:lnTo>
                  <a:lnTo>
                    <a:pt x="2836421" y="2989857"/>
                  </a:lnTo>
                  <a:lnTo>
                    <a:pt x="2784595" y="2943001"/>
                  </a:lnTo>
                  <a:lnTo>
                    <a:pt x="2735483" y="2890502"/>
                  </a:lnTo>
                  <a:lnTo>
                    <a:pt x="2688281" y="2831916"/>
                  </a:lnTo>
                  <a:lnTo>
                    <a:pt x="2667772" y="2803935"/>
                  </a:lnTo>
                  <a:lnTo>
                    <a:pt x="2632515" y="2752346"/>
                  </a:lnTo>
                  <a:lnTo>
                    <a:pt x="2597589" y="2696990"/>
                  </a:lnTo>
                  <a:lnTo>
                    <a:pt x="2562782" y="2637788"/>
                  </a:lnTo>
                  <a:lnTo>
                    <a:pt x="2527931" y="2574726"/>
                  </a:lnTo>
                  <a:lnTo>
                    <a:pt x="2492912" y="2507855"/>
                  </a:lnTo>
                  <a:lnTo>
                    <a:pt x="2457637" y="2437300"/>
                  </a:lnTo>
                  <a:lnTo>
                    <a:pt x="2422053" y="2363264"/>
                  </a:lnTo>
                  <a:lnTo>
                    <a:pt x="2386135" y="2286028"/>
                  </a:lnTo>
                  <a:lnTo>
                    <a:pt x="2349888" y="2205953"/>
                  </a:lnTo>
                  <a:lnTo>
                    <a:pt x="2313341" y="2123472"/>
                  </a:lnTo>
                  <a:lnTo>
                    <a:pt x="2276543" y="2039083"/>
                  </a:lnTo>
                  <a:lnTo>
                    <a:pt x="2239561" y="1953338"/>
                  </a:lnTo>
                  <a:lnTo>
                    <a:pt x="2202473" y="1866828"/>
                  </a:lnTo>
                  <a:lnTo>
                    <a:pt x="2165364" y="1780167"/>
                  </a:lnTo>
                  <a:lnTo>
                    <a:pt x="2128320" y="1693974"/>
                  </a:lnTo>
                  <a:lnTo>
                    <a:pt x="2091423" y="1608852"/>
                  </a:lnTo>
                  <a:lnTo>
                    <a:pt x="2054747" y="1525375"/>
                  </a:lnTo>
                  <a:lnTo>
                    <a:pt x="2018348" y="1444069"/>
                  </a:lnTo>
                  <a:lnTo>
                    <a:pt x="1982268" y="1365399"/>
                  </a:lnTo>
                  <a:lnTo>
                    <a:pt x="1946522" y="1289763"/>
                  </a:lnTo>
                  <a:lnTo>
                    <a:pt x="1911101" y="1217481"/>
                  </a:lnTo>
                  <a:lnTo>
                    <a:pt x="1875967" y="1148794"/>
                  </a:lnTo>
                  <a:lnTo>
                    <a:pt x="1841047" y="1083864"/>
                  </a:lnTo>
                  <a:lnTo>
                    <a:pt x="1806237" y="1022779"/>
                  </a:lnTo>
                  <a:lnTo>
                    <a:pt x="1771392" y="965554"/>
                  </a:lnTo>
                  <a:lnTo>
                    <a:pt x="1736325" y="912142"/>
                  </a:lnTo>
                  <a:lnTo>
                    <a:pt x="1719082" y="887459"/>
                  </a:lnTo>
                  <a:lnTo>
                    <a:pt x="1672501" y="826111"/>
                  </a:lnTo>
                  <a:lnTo>
                    <a:pt x="1624330" y="770952"/>
                  </a:lnTo>
                  <a:lnTo>
                    <a:pt x="1573812" y="721660"/>
                  </a:lnTo>
                  <a:lnTo>
                    <a:pt x="1520103" y="677695"/>
                  </a:lnTo>
                  <a:lnTo>
                    <a:pt x="1462340" y="638451"/>
                  </a:lnTo>
                  <a:lnTo>
                    <a:pt x="1399720" y="603341"/>
                  </a:lnTo>
                  <a:lnTo>
                    <a:pt x="1331595" y="571854"/>
                  </a:lnTo>
                  <a:lnTo>
                    <a:pt x="1257592" y="543575"/>
                  </a:lnTo>
                  <a:lnTo>
                    <a:pt x="1177782" y="518203"/>
                  </a:lnTo>
                  <a:lnTo>
                    <a:pt x="1092877" y="495554"/>
                  </a:lnTo>
                  <a:lnTo>
                    <a:pt x="1004418" y="475553"/>
                  </a:lnTo>
                  <a:lnTo>
                    <a:pt x="914904" y="458212"/>
                  </a:lnTo>
                  <a:lnTo>
                    <a:pt x="827756" y="443591"/>
                  </a:lnTo>
                  <a:lnTo>
                    <a:pt x="747018" y="431744"/>
                  </a:lnTo>
                  <a:lnTo>
                    <a:pt x="676776" y="422649"/>
                  </a:lnTo>
                  <a:lnTo>
                    <a:pt x="620371" y="416155"/>
                  </a:lnTo>
                  <a:lnTo>
                    <a:pt x="579624" y="411959"/>
                  </a:lnTo>
                  <a:lnTo>
                    <a:pt x="554329" y="409617"/>
                  </a:lnTo>
                  <a:lnTo>
                    <a:pt x="542150" y="408598"/>
                  </a:lnTo>
                  <a:lnTo>
                    <a:pt x="538841" y="408347"/>
                  </a:lnTo>
                  <a:lnTo>
                    <a:pt x="538736" y="408340"/>
                  </a:lnTo>
                  <a:lnTo>
                    <a:pt x="0" y="4083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3" name="pg623"/>
            <p:cNvSpPr/>
            <p:nvPr/>
          </p:nvSpPr>
          <p:spPr>
            <a:xfrm>
              <a:off x="546595" y="3271276"/>
              <a:ext cx="8234974" cy="2885603"/>
            </a:xfrm>
            <a:custGeom>
              <a:avLst/>
              <a:pathLst>
                <a:path w="8234974" h="2885603">
                  <a:moveTo>
                    <a:pt x="0" y="5444"/>
                  </a:moveTo>
                  <a:lnTo>
                    <a:pt x="538736" y="5444"/>
                  </a:lnTo>
                  <a:lnTo>
                    <a:pt x="539900" y="5530"/>
                  </a:lnTo>
                  <a:lnTo>
                    <a:pt x="547516" y="6140"/>
                  </a:lnTo>
                  <a:lnTo>
                    <a:pt x="566577" y="7829"/>
                  </a:lnTo>
                  <a:lnTo>
                    <a:pt x="600304" y="11146"/>
                  </a:lnTo>
                  <a:lnTo>
                    <a:pt x="649859" y="16583"/>
                  </a:lnTo>
                  <a:lnTo>
                    <a:pt x="714282" y="24508"/>
                  </a:lnTo>
                  <a:lnTo>
                    <a:pt x="790825" y="35142"/>
                  </a:lnTo>
                  <a:lnTo>
                    <a:pt x="875630" y="48557"/>
                  </a:lnTo>
                  <a:lnTo>
                    <a:pt x="964550" y="64725"/>
                  </a:lnTo>
                  <a:lnTo>
                    <a:pt x="1053833" y="83582"/>
                  </a:lnTo>
                  <a:lnTo>
                    <a:pt x="1140554" y="105087"/>
                  </a:lnTo>
                  <a:lnTo>
                    <a:pt x="1222753" y="129273"/>
                  </a:lnTo>
                  <a:lnTo>
                    <a:pt x="1299374" y="156274"/>
                  </a:lnTo>
                  <a:lnTo>
                    <a:pt x="1370084" y="186341"/>
                  </a:lnTo>
                  <a:lnTo>
                    <a:pt x="1435080" y="219838"/>
                  </a:lnTo>
                  <a:lnTo>
                    <a:pt x="1494907" y="257237"/>
                  </a:lnTo>
                  <a:lnTo>
                    <a:pt x="1550312" y="299095"/>
                  </a:lnTo>
                  <a:lnTo>
                    <a:pt x="1602138" y="346021"/>
                  </a:lnTo>
                  <a:lnTo>
                    <a:pt x="1651249" y="398598"/>
                  </a:lnTo>
                  <a:lnTo>
                    <a:pt x="1698449" y="457270"/>
                  </a:lnTo>
                  <a:lnTo>
                    <a:pt x="1719082" y="485470"/>
                  </a:lnTo>
                  <a:lnTo>
                    <a:pt x="1754313" y="537116"/>
                  </a:lnTo>
                  <a:lnTo>
                    <a:pt x="1789213" y="592531"/>
                  </a:lnTo>
                  <a:lnTo>
                    <a:pt x="1823993" y="651792"/>
                  </a:lnTo>
                  <a:lnTo>
                    <a:pt x="1858817" y="714915"/>
                  </a:lnTo>
                  <a:lnTo>
                    <a:pt x="1893809" y="781849"/>
                  </a:lnTo>
                  <a:lnTo>
                    <a:pt x="1929056" y="852469"/>
                  </a:lnTo>
                  <a:lnTo>
                    <a:pt x="1964612" y="926573"/>
                  </a:lnTo>
                  <a:lnTo>
                    <a:pt x="2000500" y="1003878"/>
                  </a:lnTo>
                  <a:lnTo>
                    <a:pt x="2036717" y="1084027"/>
                  </a:lnTo>
                  <a:lnTo>
                    <a:pt x="2073235" y="1166586"/>
                  </a:lnTo>
                  <a:lnTo>
                    <a:pt x="2110003" y="1251058"/>
                  </a:lnTo>
                  <a:lnTo>
                    <a:pt x="2146955" y="1336891"/>
                  </a:lnTo>
                  <a:lnTo>
                    <a:pt x="2184015" y="1423494"/>
                  </a:lnTo>
                  <a:lnTo>
                    <a:pt x="2221096" y="1510254"/>
                  </a:lnTo>
                  <a:lnTo>
                    <a:pt x="2258113" y="1596554"/>
                  </a:lnTo>
                  <a:lnTo>
                    <a:pt x="2294984" y="1681788"/>
                  </a:lnTo>
                  <a:lnTo>
                    <a:pt x="2331636" y="1765384"/>
                  </a:lnTo>
                  <a:lnTo>
                    <a:pt x="2368011" y="1846815"/>
                  </a:lnTo>
                  <a:lnTo>
                    <a:pt x="2404068" y="1925613"/>
                  </a:lnTo>
                  <a:lnTo>
                    <a:pt x="2439792" y="2001382"/>
                  </a:lnTo>
                  <a:lnTo>
                    <a:pt x="2475190" y="2073801"/>
                  </a:lnTo>
                  <a:lnTo>
                    <a:pt x="2510303" y="2142626"/>
                  </a:lnTo>
                  <a:lnTo>
                    <a:pt x="2545199" y="2207695"/>
                  </a:lnTo>
                  <a:lnTo>
                    <a:pt x="2579983" y="2268918"/>
                  </a:lnTo>
                  <a:lnTo>
                    <a:pt x="2614800" y="2326280"/>
                  </a:lnTo>
                  <a:lnTo>
                    <a:pt x="2649833" y="2379825"/>
                  </a:lnTo>
                  <a:lnTo>
                    <a:pt x="2667772" y="2405576"/>
                  </a:lnTo>
                  <a:lnTo>
                    <a:pt x="2714348" y="2467032"/>
                  </a:lnTo>
                  <a:lnTo>
                    <a:pt x="2762512" y="2522290"/>
                  </a:lnTo>
                  <a:lnTo>
                    <a:pt x="2813021" y="2571670"/>
                  </a:lnTo>
                  <a:lnTo>
                    <a:pt x="2866722" y="2615714"/>
                  </a:lnTo>
                  <a:lnTo>
                    <a:pt x="2924475" y="2655031"/>
                  </a:lnTo>
                  <a:lnTo>
                    <a:pt x="2987082" y="2690205"/>
                  </a:lnTo>
                  <a:lnTo>
                    <a:pt x="3055193" y="2721751"/>
                  </a:lnTo>
                  <a:lnTo>
                    <a:pt x="3129180" y="2750083"/>
                  </a:lnTo>
                  <a:lnTo>
                    <a:pt x="3208973" y="2775502"/>
                  </a:lnTo>
                  <a:lnTo>
                    <a:pt x="3293861" y="2798194"/>
                  </a:lnTo>
                  <a:lnTo>
                    <a:pt x="3382305" y="2818234"/>
                  </a:lnTo>
                  <a:lnTo>
                    <a:pt x="3471807" y="2835610"/>
                  </a:lnTo>
                  <a:lnTo>
                    <a:pt x="3558951" y="2850261"/>
                  </a:lnTo>
                  <a:lnTo>
                    <a:pt x="3639694" y="2862134"/>
                  </a:lnTo>
                  <a:lnTo>
                    <a:pt x="3709951" y="2871251"/>
                  </a:lnTo>
                  <a:lnTo>
                    <a:pt x="3766379" y="2877761"/>
                  </a:lnTo>
                  <a:lnTo>
                    <a:pt x="3807156" y="2881970"/>
                  </a:lnTo>
                  <a:lnTo>
                    <a:pt x="3832482" y="2884319"/>
                  </a:lnTo>
                  <a:lnTo>
                    <a:pt x="3844687" y="2885342"/>
                  </a:lnTo>
                  <a:lnTo>
                    <a:pt x="3848118" y="2885603"/>
                  </a:lnTo>
                  <a:lnTo>
                    <a:pt x="4386855" y="2885603"/>
                  </a:lnTo>
                  <a:lnTo>
                    <a:pt x="4388042" y="2885524"/>
                  </a:lnTo>
                  <a:lnTo>
                    <a:pt x="4395804" y="2884961"/>
                  </a:lnTo>
                  <a:lnTo>
                    <a:pt x="4415216" y="2883404"/>
                  </a:lnTo>
                  <a:lnTo>
                    <a:pt x="4449530" y="2880346"/>
                  </a:lnTo>
                  <a:lnTo>
                    <a:pt x="4499883" y="2875338"/>
                  </a:lnTo>
                  <a:lnTo>
                    <a:pt x="4565233" y="2868042"/>
                  </a:lnTo>
                  <a:lnTo>
                    <a:pt x="4642723" y="2858262"/>
                  </a:lnTo>
                  <a:lnTo>
                    <a:pt x="4728391" y="2845935"/>
                  </a:lnTo>
                  <a:lnTo>
                    <a:pt x="4818011" y="2831089"/>
                  </a:lnTo>
                  <a:lnTo>
                    <a:pt x="4907798" y="2813786"/>
                  </a:lnTo>
                  <a:lnTo>
                    <a:pt x="4994828" y="2794058"/>
                  </a:lnTo>
                  <a:lnTo>
                    <a:pt x="5077171" y="2771869"/>
                  </a:lnTo>
                  <a:lnTo>
                    <a:pt x="5153810" y="2747089"/>
                  </a:lnTo>
                  <a:lnTo>
                    <a:pt x="5224460" y="2719477"/>
                  </a:lnTo>
                  <a:lnTo>
                    <a:pt x="5289360" y="2688688"/>
                  </a:lnTo>
                  <a:lnTo>
                    <a:pt x="5349089" y="2654279"/>
                  </a:lnTo>
                  <a:lnTo>
                    <a:pt x="5404425" y="2615729"/>
                  </a:lnTo>
                  <a:lnTo>
                    <a:pt x="5456235" y="2572477"/>
                  </a:lnTo>
                  <a:lnTo>
                    <a:pt x="5505394" y="2523993"/>
                  </a:lnTo>
                  <a:lnTo>
                    <a:pt x="5552711" y="2469895"/>
                  </a:lnTo>
                  <a:lnTo>
                    <a:pt x="5567201" y="2451855"/>
                  </a:lnTo>
                  <a:lnTo>
                    <a:pt x="5603857" y="2403217"/>
                  </a:lnTo>
                  <a:lnTo>
                    <a:pt x="5640166" y="2350887"/>
                  </a:lnTo>
                  <a:lnTo>
                    <a:pt x="5676360" y="2294790"/>
                  </a:lnTo>
                  <a:lnTo>
                    <a:pt x="5712620" y="2234915"/>
                  </a:lnTo>
                  <a:lnTo>
                    <a:pt x="5749079" y="2171327"/>
                  </a:lnTo>
                  <a:lnTo>
                    <a:pt x="5785829" y="2104166"/>
                  </a:lnTo>
                  <a:lnTo>
                    <a:pt x="5822922" y="2033657"/>
                  </a:lnTo>
                  <a:lnTo>
                    <a:pt x="5860378" y="1960106"/>
                  </a:lnTo>
                  <a:lnTo>
                    <a:pt x="5898182" y="1883905"/>
                  </a:lnTo>
                  <a:lnTo>
                    <a:pt x="5936293" y="1805516"/>
                  </a:lnTo>
                  <a:lnTo>
                    <a:pt x="5974649" y="1725470"/>
                  </a:lnTo>
                  <a:lnTo>
                    <a:pt x="6013168" y="1644347"/>
                  </a:lnTo>
                  <a:lnTo>
                    <a:pt x="6051759" y="1562762"/>
                  </a:lnTo>
                  <a:lnTo>
                    <a:pt x="6090324" y="1481343"/>
                  </a:lnTo>
                  <a:lnTo>
                    <a:pt x="6128767" y="1400715"/>
                  </a:lnTo>
                  <a:lnTo>
                    <a:pt x="6167003" y="1321477"/>
                  </a:lnTo>
                  <a:lnTo>
                    <a:pt x="6204958" y="1244183"/>
                  </a:lnTo>
                  <a:lnTo>
                    <a:pt x="6242581" y="1169331"/>
                  </a:lnTo>
                  <a:lnTo>
                    <a:pt x="6279845" y="1097347"/>
                  </a:lnTo>
                  <a:lnTo>
                    <a:pt x="6316752" y="1028576"/>
                  </a:lnTo>
                  <a:lnTo>
                    <a:pt x="6353339" y="963284"/>
                  </a:lnTo>
                  <a:lnTo>
                    <a:pt x="6389679" y="901648"/>
                  </a:lnTo>
                  <a:lnTo>
                    <a:pt x="6425885" y="843770"/>
                  </a:lnTo>
                  <a:lnTo>
                    <a:pt x="6462114" y="789671"/>
                  </a:lnTo>
                  <a:lnTo>
                    <a:pt x="6498574" y="739308"/>
                  </a:lnTo>
                  <a:lnTo>
                    <a:pt x="6515891" y="716863"/>
                  </a:lnTo>
                  <a:lnTo>
                    <a:pt x="6562779" y="660983"/>
                  </a:lnTo>
                  <a:lnTo>
                    <a:pt x="6611282" y="610777"/>
                  </a:lnTo>
                  <a:lnTo>
                    <a:pt x="6662173" y="565947"/>
                  </a:lnTo>
                  <a:lnTo>
                    <a:pt x="6716314" y="525991"/>
                  </a:lnTo>
                  <a:lnTo>
                    <a:pt x="6774584" y="490349"/>
                  </a:lnTo>
                  <a:lnTo>
                    <a:pt x="6837797" y="458483"/>
                  </a:lnTo>
                  <a:lnTo>
                    <a:pt x="6906609" y="429922"/>
                  </a:lnTo>
                  <a:lnTo>
                    <a:pt x="6981382" y="404289"/>
                  </a:lnTo>
                  <a:lnTo>
                    <a:pt x="7062017" y="381312"/>
                  </a:lnTo>
                  <a:lnTo>
                    <a:pt x="7147747" y="360824"/>
                  </a:lnTo>
                  <a:lnTo>
                    <a:pt x="7236941" y="342764"/>
                  </a:lnTo>
                  <a:lnTo>
                    <a:pt x="7326985" y="327146"/>
                  </a:lnTo>
                  <a:lnTo>
                    <a:pt x="7414330" y="314027"/>
                  </a:lnTo>
                  <a:lnTo>
                    <a:pt x="7494824" y="303454"/>
                  </a:lnTo>
                  <a:lnTo>
                    <a:pt x="7564335" y="295397"/>
                  </a:lnTo>
                  <a:lnTo>
                    <a:pt x="7619572" y="289706"/>
                  </a:lnTo>
                  <a:lnTo>
                    <a:pt x="7658872" y="286084"/>
                  </a:lnTo>
                  <a:lnTo>
                    <a:pt x="7682677" y="284112"/>
                  </a:lnTo>
                  <a:lnTo>
                    <a:pt x="7693606" y="283294"/>
                  </a:lnTo>
                  <a:lnTo>
                    <a:pt x="7696237" y="283115"/>
                  </a:lnTo>
                  <a:lnTo>
                    <a:pt x="8234974" y="283115"/>
                  </a:lnTo>
                  <a:lnTo>
                    <a:pt x="8234974" y="277671"/>
                  </a:lnTo>
                  <a:lnTo>
                    <a:pt x="7696237" y="277671"/>
                  </a:lnTo>
                  <a:lnTo>
                    <a:pt x="7695050" y="277750"/>
                  </a:lnTo>
                  <a:lnTo>
                    <a:pt x="7687289" y="278313"/>
                  </a:lnTo>
                  <a:lnTo>
                    <a:pt x="7667877" y="279869"/>
                  </a:lnTo>
                  <a:lnTo>
                    <a:pt x="7633562" y="282927"/>
                  </a:lnTo>
                  <a:lnTo>
                    <a:pt x="7583209" y="287935"/>
                  </a:lnTo>
                  <a:lnTo>
                    <a:pt x="7517859" y="295231"/>
                  </a:lnTo>
                  <a:lnTo>
                    <a:pt x="7440370" y="305012"/>
                  </a:lnTo>
                  <a:lnTo>
                    <a:pt x="7354702" y="317339"/>
                  </a:lnTo>
                  <a:lnTo>
                    <a:pt x="7265081" y="332184"/>
                  </a:lnTo>
                  <a:lnTo>
                    <a:pt x="7175294" y="349488"/>
                  </a:lnTo>
                  <a:lnTo>
                    <a:pt x="7088264" y="369215"/>
                  </a:lnTo>
                  <a:lnTo>
                    <a:pt x="7005922" y="391404"/>
                  </a:lnTo>
                  <a:lnTo>
                    <a:pt x="6929283" y="416185"/>
                  </a:lnTo>
                  <a:lnTo>
                    <a:pt x="6858633" y="443796"/>
                  </a:lnTo>
                  <a:lnTo>
                    <a:pt x="6793733" y="474585"/>
                  </a:lnTo>
                  <a:lnTo>
                    <a:pt x="6734003" y="508994"/>
                  </a:lnTo>
                  <a:lnTo>
                    <a:pt x="6678667" y="547544"/>
                  </a:lnTo>
                  <a:lnTo>
                    <a:pt x="6626858" y="590796"/>
                  </a:lnTo>
                  <a:lnTo>
                    <a:pt x="6577699" y="639280"/>
                  </a:lnTo>
                  <a:lnTo>
                    <a:pt x="6530381" y="693379"/>
                  </a:lnTo>
                  <a:lnTo>
                    <a:pt x="6515891" y="711419"/>
                  </a:lnTo>
                  <a:lnTo>
                    <a:pt x="6479235" y="760056"/>
                  </a:lnTo>
                  <a:lnTo>
                    <a:pt x="6442927" y="812386"/>
                  </a:lnTo>
                  <a:lnTo>
                    <a:pt x="6406733" y="868484"/>
                  </a:lnTo>
                  <a:lnTo>
                    <a:pt x="6370473" y="928358"/>
                  </a:lnTo>
                  <a:lnTo>
                    <a:pt x="6334014" y="991946"/>
                  </a:lnTo>
                  <a:lnTo>
                    <a:pt x="6297264" y="1059107"/>
                  </a:lnTo>
                  <a:lnTo>
                    <a:pt x="6260170" y="1129617"/>
                  </a:lnTo>
                  <a:lnTo>
                    <a:pt x="6222715" y="1203167"/>
                  </a:lnTo>
                  <a:lnTo>
                    <a:pt x="6184911" y="1279369"/>
                  </a:lnTo>
                  <a:lnTo>
                    <a:pt x="6146799" y="1357757"/>
                  </a:lnTo>
                  <a:lnTo>
                    <a:pt x="6108443" y="1437803"/>
                  </a:lnTo>
                  <a:lnTo>
                    <a:pt x="6069924" y="1518926"/>
                  </a:lnTo>
                  <a:lnTo>
                    <a:pt x="6031334" y="1600512"/>
                  </a:lnTo>
                  <a:lnTo>
                    <a:pt x="5992769" y="1681930"/>
                  </a:lnTo>
                  <a:lnTo>
                    <a:pt x="5954325" y="1762558"/>
                  </a:lnTo>
                  <a:lnTo>
                    <a:pt x="5916090" y="1841797"/>
                  </a:lnTo>
                  <a:lnTo>
                    <a:pt x="5878134" y="1919090"/>
                  </a:lnTo>
                  <a:lnTo>
                    <a:pt x="5840511" y="1993942"/>
                  </a:lnTo>
                  <a:lnTo>
                    <a:pt x="5803247" y="2065926"/>
                  </a:lnTo>
                  <a:lnTo>
                    <a:pt x="5766340" y="2134697"/>
                  </a:lnTo>
                  <a:lnTo>
                    <a:pt x="5729753" y="2199990"/>
                  </a:lnTo>
                  <a:lnTo>
                    <a:pt x="5693413" y="2261625"/>
                  </a:lnTo>
                  <a:lnTo>
                    <a:pt x="5657208" y="2319504"/>
                  </a:lnTo>
                  <a:lnTo>
                    <a:pt x="5620979" y="2373602"/>
                  </a:lnTo>
                  <a:lnTo>
                    <a:pt x="5584519" y="2423965"/>
                  </a:lnTo>
                  <a:lnTo>
                    <a:pt x="5567201" y="2446410"/>
                  </a:lnTo>
                  <a:lnTo>
                    <a:pt x="5520313" y="2502290"/>
                  </a:lnTo>
                  <a:lnTo>
                    <a:pt x="5471810" y="2552496"/>
                  </a:lnTo>
                  <a:lnTo>
                    <a:pt x="5420920" y="2597327"/>
                  </a:lnTo>
                  <a:lnTo>
                    <a:pt x="5366778" y="2637283"/>
                  </a:lnTo>
                  <a:lnTo>
                    <a:pt x="5308509" y="2672924"/>
                  </a:lnTo>
                  <a:lnTo>
                    <a:pt x="5245295" y="2704790"/>
                  </a:lnTo>
                  <a:lnTo>
                    <a:pt x="5176483" y="2733351"/>
                  </a:lnTo>
                  <a:lnTo>
                    <a:pt x="5101710" y="2758984"/>
                  </a:lnTo>
                  <a:lnTo>
                    <a:pt x="5021076" y="2781962"/>
                  </a:lnTo>
                  <a:lnTo>
                    <a:pt x="4935346" y="2802449"/>
                  </a:lnTo>
                  <a:lnTo>
                    <a:pt x="4846151" y="2820510"/>
                  </a:lnTo>
                  <a:lnTo>
                    <a:pt x="4756108" y="2836128"/>
                  </a:lnTo>
                  <a:lnTo>
                    <a:pt x="4668763" y="2849246"/>
                  </a:lnTo>
                  <a:lnTo>
                    <a:pt x="4588269" y="2859819"/>
                  </a:lnTo>
                  <a:lnTo>
                    <a:pt x="4518758" y="2867876"/>
                  </a:lnTo>
                  <a:lnTo>
                    <a:pt x="4463520" y="2873568"/>
                  </a:lnTo>
                  <a:lnTo>
                    <a:pt x="4424221" y="2877190"/>
                  </a:lnTo>
                  <a:lnTo>
                    <a:pt x="4400416" y="2879162"/>
                  </a:lnTo>
                  <a:lnTo>
                    <a:pt x="4389486" y="2879979"/>
                  </a:lnTo>
                  <a:lnTo>
                    <a:pt x="4386855" y="2880158"/>
                  </a:lnTo>
                  <a:lnTo>
                    <a:pt x="3848118" y="2880158"/>
                  </a:lnTo>
                  <a:lnTo>
                    <a:pt x="3846954" y="2880073"/>
                  </a:lnTo>
                  <a:lnTo>
                    <a:pt x="3839338" y="2879462"/>
                  </a:lnTo>
                  <a:lnTo>
                    <a:pt x="3820278" y="2877773"/>
                  </a:lnTo>
                  <a:lnTo>
                    <a:pt x="3786551" y="2874456"/>
                  </a:lnTo>
                  <a:lnTo>
                    <a:pt x="3736996" y="2869020"/>
                  </a:lnTo>
                  <a:lnTo>
                    <a:pt x="3672572" y="2861094"/>
                  </a:lnTo>
                  <a:lnTo>
                    <a:pt x="3596030" y="2850460"/>
                  </a:lnTo>
                  <a:lnTo>
                    <a:pt x="3511224" y="2837045"/>
                  </a:lnTo>
                  <a:lnTo>
                    <a:pt x="3422305" y="2820877"/>
                  </a:lnTo>
                  <a:lnTo>
                    <a:pt x="3333022" y="2802021"/>
                  </a:lnTo>
                  <a:lnTo>
                    <a:pt x="3246301" y="2780516"/>
                  </a:lnTo>
                  <a:lnTo>
                    <a:pt x="3164101" y="2756330"/>
                  </a:lnTo>
                  <a:lnTo>
                    <a:pt x="3087481" y="2729328"/>
                  </a:lnTo>
                  <a:lnTo>
                    <a:pt x="3016771" y="2699261"/>
                  </a:lnTo>
                  <a:lnTo>
                    <a:pt x="2951774" y="2665764"/>
                  </a:lnTo>
                  <a:lnTo>
                    <a:pt x="2891947" y="2628366"/>
                  </a:lnTo>
                  <a:lnTo>
                    <a:pt x="2836543" y="2586507"/>
                  </a:lnTo>
                  <a:lnTo>
                    <a:pt x="2784716" y="2539581"/>
                  </a:lnTo>
                  <a:lnTo>
                    <a:pt x="2735606" y="2487004"/>
                  </a:lnTo>
                  <a:lnTo>
                    <a:pt x="2688406" y="2428332"/>
                  </a:lnTo>
                  <a:lnTo>
                    <a:pt x="2667772" y="2400132"/>
                  </a:lnTo>
                  <a:lnTo>
                    <a:pt x="2632542" y="2348486"/>
                  </a:lnTo>
                  <a:lnTo>
                    <a:pt x="2597642" y="2293071"/>
                  </a:lnTo>
                  <a:lnTo>
                    <a:pt x="2562861" y="2233810"/>
                  </a:lnTo>
                  <a:lnTo>
                    <a:pt x="2528037" y="2170687"/>
                  </a:lnTo>
                  <a:lnTo>
                    <a:pt x="2493045" y="2103753"/>
                  </a:lnTo>
                  <a:lnTo>
                    <a:pt x="2457799" y="2033133"/>
                  </a:lnTo>
                  <a:lnTo>
                    <a:pt x="2422243" y="1959030"/>
                  </a:lnTo>
                  <a:lnTo>
                    <a:pt x="2386355" y="1881724"/>
                  </a:lnTo>
                  <a:lnTo>
                    <a:pt x="2350137" y="1801575"/>
                  </a:lnTo>
                  <a:lnTo>
                    <a:pt x="2313620" y="1719016"/>
                  </a:lnTo>
                  <a:lnTo>
                    <a:pt x="2276852" y="1634544"/>
                  </a:lnTo>
                  <a:lnTo>
                    <a:pt x="2239899" y="1548712"/>
                  </a:lnTo>
                  <a:lnTo>
                    <a:pt x="2202840" y="1462108"/>
                  </a:lnTo>
                  <a:lnTo>
                    <a:pt x="2165759" y="1375348"/>
                  </a:lnTo>
                  <a:lnTo>
                    <a:pt x="2128741" y="1289048"/>
                  </a:lnTo>
                  <a:lnTo>
                    <a:pt x="2091871" y="1203814"/>
                  </a:lnTo>
                  <a:lnTo>
                    <a:pt x="2055219" y="1120218"/>
                  </a:lnTo>
                  <a:lnTo>
                    <a:pt x="2018844" y="1038787"/>
                  </a:lnTo>
                  <a:lnTo>
                    <a:pt x="1982787" y="959989"/>
                  </a:lnTo>
                  <a:lnTo>
                    <a:pt x="1947063" y="884220"/>
                  </a:lnTo>
                  <a:lnTo>
                    <a:pt x="1911664" y="811801"/>
                  </a:lnTo>
                  <a:lnTo>
                    <a:pt x="1876552" y="742976"/>
                  </a:lnTo>
                  <a:lnTo>
                    <a:pt x="1841656" y="677907"/>
                  </a:lnTo>
                  <a:lnTo>
                    <a:pt x="1806871" y="616684"/>
                  </a:lnTo>
                  <a:lnTo>
                    <a:pt x="1772055" y="559323"/>
                  </a:lnTo>
                  <a:lnTo>
                    <a:pt x="1737021" y="505777"/>
                  </a:lnTo>
                  <a:lnTo>
                    <a:pt x="1719082" y="480026"/>
                  </a:lnTo>
                  <a:lnTo>
                    <a:pt x="1672507" y="418570"/>
                  </a:lnTo>
                  <a:lnTo>
                    <a:pt x="1624343" y="363312"/>
                  </a:lnTo>
                  <a:lnTo>
                    <a:pt x="1573833" y="313932"/>
                  </a:lnTo>
                  <a:lnTo>
                    <a:pt x="1520133" y="269888"/>
                  </a:lnTo>
                  <a:lnTo>
                    <a:pt x="1462380" y="230571"/>
                  </a:lnTo>
                  <a:lnTo>
                    <a:pt x="1399773" y="195397"/>
                  </a:lnTo>
                  <a:lnTo>
                    <a:pt x="1331661" y="163851"/>
                  </a:lnTo>
                  <a:lnTo>
                    <a:pt x="1257674" y="135519"/>
                  </a:lnTo>
                  <a:lnTo>
                    <a:pt x="1177882" y="110100"/>
                  </a:lnTo>
                  <a:lnTo>
                    <a:pt x="1092994" y="87408"/>
                  </a:lnTo>
                  <a:lnTo>
                    <a:pt x="1004550" y="67368"/>
                  </a:lnTo>
                  <a:lnTo>
                    <a:pt x="915048" y="49992"/>
                  </a:lnTo>
                  <a:lnTo>
                    <a:pt x="827903" y="35341"/>
                  </a:lnTo>
                  <a:lnTo>
                    <a:pt x="747161" y="23468"/>
                  </a:lnTo>
                  <a:lnTo>
                    <a:pt x="676904" y="14351"/>
                  </a:lnTo>
                  <a:lnTo>
                    <a:pt x="620475" y="7841"/>
                  </a:lnTo>
                  <a:lnTo>
                    <a:pt x="579698" y="3633"/>
                  </a:lnTo>
                  <a:lnTo>
                    <a:pt x="554373" y="1283"/>
                  </a:lnTo>
                  <a:lnTo>
                    <a:pt x="542167" y="26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24" name="pl624"/>
            <p:cNvSpPr/>
            <p:nvPr/>
          </p:nvSpPr>
          <p:spPr>
            <a:xfrm>
              <a:off x="546595" y="3276721"/>
              <a:ext cx="8234974" cy="2880158"/>
            </a:xfrm>
            <a:custGeom>
              <a:avLst/>
              <a:pathLst>
                <a:path w="8234974" h="2880158">
                  <a:moveTo>
                    <a:pt x="0" y="0"/>
                  </a:moveTo>
                  <a:lnTo>
                    <a:pt x="538736" y="0"/>
                  </a:lnTo>
                  <a:lnTo>
                    <a:pt x="539900" y="85"/>
                  </a:lnTo>
                  <a:lnTo>
                    <a:pt x="547516" y="696"/>
                  </a:lnTo>
                  <a:lnTo>
                    <a:pt x="566577" y="2385"/>
                  </a:lnTo>
                  <a:lnTo>
                    <a:pt x="600304" y="5702"/>
                  </a:lnTo>
                  <a:lnTo>
                    <a:pt x="649859" y="11138"/>
                  </a:lnTo>
                  <a:lnTo>
                    <a:pt x="714282" y="19064"/>
                  </a:lnTo>
                  <a:lnTo>
                    <a:pt x="790825" y="29698"/>
                  </a:lnTo>
                  <a:lnTo>
                    <a:pt x="875630" y="43112"/>
                  </a:lnTo>
                  <a:lnTo>
                    <a:pt x="964550" y="59280"/>
                  </a:lnTo>
                  <a:lnTo>
                    <a:pt x="1053833" y="78137"/>
                  </a:lnTo>
                  <a:lnTo>
                    <a:pt x="1140554" y="99642"/>
                  </a:lnTo>
                  <a:lnTo>
                    <a:pt x="1222753" y="123828"/>
                  </a:lnTo>
                  <a:lnTo>
                    <a:pt x="1299374" y="150830"/>
                  </a:lnTo>
                  <a:lnTo>
                    <a:pt x="1370084" y="180896"/>
                  </a:lnTo>
                  <a:lnTo>
                    <a:pt x="1435080" y="214393"/>
                  </a:lnTo>
                  <a:lnTo>
                    <a:pt x="1494907" y="251792"/>
                  </a:lnTo>
                  <a:lnTo>
                    <a:pt x="1550312" y="293651"/>
                  </a:lnTo>
                  <a:lnTo>
                    <a:pt x="1602138" y="340576"/>
                  </a:lnTo>
                  <a:lnTo>
                    <a:pt x="1651249" y="393153"/>
                  </a:lnTo>
                  <a:lnTo>
                    <a:pt x="1698449" y="451826"/>
                  </a:lnTo>
                  <a:lnTo>
                    <a:pt x="1719082" y="480026"/>
                  </a:lnTo>
                  <a:lnTo>
                    <a:pt x="1754313" y="531671"/>
                  </a:lnTo>
                  <a:lnTo>
                    <a:pt x="1789213" y="587086"/>
                  </a:lnTo>
                  <a:lnTo>
                    <a:pt x="1823993" y="646347"/>
                  </a:lnTo>
                  <a:lnTo>
                    <a:pt x="1858817" y="709471"/>
                  </a:lnTo>
                  <a:lnTo>
                    <a:pt x="1893809" y="776405"/>
                  </a:lnTo>
                  <a:lnTo>
                    <a:pt x="1929056" y="847024"/>
                  </a:lnTo>
                  <a:lnTo>
                    <a:pt x="1964612" y="921128"/>
                  </a:lnTo>
                  <a:lnTo>
                    <a:pt x="2000500" y="998434"/>
                  </a:lnTo>
                  <a:lnTo>
                    <a:pt x="2036717" y="1078582"/>
                  </a:lnTo>
                  <a:lnTo>
                    <a:pt x="2073235" y="1161141"/>
                  </a:lnTo>
                  <a:lnTo>
                    <a:pt x="2110003" y="1245613"/>
                  </a:lnTo>
                  <a:lnTo>
                    <a:pt x="2146955" y="1331446"/>
                  </a:lnTo>
                  <a:lnTo>
                    <a:pt x="2184015" y="1418049"/>
                  </a:lnTo>
                  <a:lnTo>
                    <a:pt x="2221096" y="1504810"/>
                  </a:lnTo>
                  <a:lnTo>
                    <a:pt x="2258113" y="1591110"/>
                  </a:lnTo>
                  <a:lnTo>
                    <a:pt x="2294984" y="1676344"/>
                  </a:lnTo>
                  <a:lnTo>
                    <a:pt x="2331636" y="1759940"/>
                  </a:lnTo>
                  <a:lnTo>
                    <a:pt x="2368011" y="1841370"/>
                  </a:lnTo>
                  <a:lnTo>
                    <a:pt x="2404068" y="1920169"/>
                  </a:lnTo>
                  <a:lnTo>
                    <a:pt x="2439792" y="1995938"/>
                  </a:lnTo>
                  <a:lnTo>
                    <a:pt x="2475190" y="2068356"/>
                  </a:lnTo>
                  <a:lnTo>
                    <a:pt x="2510303" y="2137182"/>
                  </a:lnTo>
                  <a:lnTo>
                    <a:pt x="2545199" y="2202250"/>
                  </a:lnTo>
                  <a:lnTo>
                    <a:pt x="2579983" y="2263474"/>
                  </a:lnTo>
                  <a:lnTo>
                    <a:pt x="2614800" y="2320835"/>
                  </a:lnTo>
                  <a:lnTo>
                    <a:pt x="2649833" y="2374381"/>
                  </a:lnTo>
                  <a:lnTo>
                    <a:pt x="2667772" y="2400132"/>
                  </a:lnTo>
                  <a:lnTo>
                    <a:pt x="2714348" y="2461588"/>
                  </a:lnTo>
                  <a:lnTo>
                    <a:pt x="2762512" y="2516845"/>
                  </a:lnTo>
                  <a:lnTo>
                    <a:pt x="2813021" y="2566225"/>
                  </a:lnTo>
                  <a:lnTo>
                    <a:pt x="2866722" y="2610270"/>
                  </a:lnTo>
                  <a:lnTo>
                    <a:pt x="2924475" y="2649586"/>
                  </a:lnTo>
                  <a:lnTo>
                    <a:pt x="2987082" y="2684761"/>
                  </a:lnTo>
                  <a:lnTo>
                    <a:pt x="3055193" y="2716306"/>
                  </a:lnTo>
                  <a:lnTo>
                    <a:pt x="3129180" y="2744638"/>
                  </a:lnTo>
                  <a:lnTo>
                    <a:pt x="3208973" y="2770058"/>
                  </a:lnTo>
                  <a:lnTo>
                    <a:pt x="3293861" y="2792750"/>
                  </a:lnTo>
                  <a:lnTo>
                    <a:pt x="3382305" y="2812790"/>
                  </a:lnTo>
                  <a:lnTo>
                    <a:pt x="3471807" y="2830166"/>
                  </a:lnTo>
                  <a:lnTo>
                    <a:pt x="3558951" y="2844816"/>
                  </a:lnTo>
                  <a:lnTo>
                    <a:pt x="3639694" y="2856690"/>
                  </a:lnTo>
                  <a:lnTo>
                    <a:pt x="3709951" y="2865806"/>
                  </a:lnTo>
                  <a:lnTo>
                    <a:pt x="3766379" y="2872317"/>
                  </a:lnTo>
                  <a:lnTo>
                    <a:pt x="3807156" y="2876525"/>
                  </a:lnTo>
                  <a:lnTo>
                    <a:pt x="3832482" y="2878875"/>
                  </a:lnTo>
                  <a:lnTo>
                    <a:pt x="3844687" y="2879897"/>
                  </a:lnTo>
                  <a:lnTo>
                    <a:pt x="3848011" y="2880151"/>
                  </a:lnTo>
                  <a:lnTo>
                    <a:pt x="3848118" y="2880158"/>
                  </a:lnTo>
                  <a:lnTo>
                    <a:pt x="4386855" y="2880158"/>
                  </a:lnTo>
                  <a:lnTo>
                    <a:pt x="4388042" y="2880079"/>
                  </a:lnTo>
                  <a:lnTo>
                    <a:pt x="4395804" y="2879516"/>
                  </a:lnTo>
                  <a:lnTo>
                    <a:pt x="4415216" y="2877959"/>
                  </a:lnTo>
                  <a:lnTo>
                    <a:pt x="4449530" y="2874902"/>
                  </a:lnTo>
                  <a:lnTo>
                    <a:pt x="4499883" y="2869894"/>
                  </a:lnTo>
                  <a:lnTo>
                    <a:pt x="4565233" y="2862598"/>
                  </a:lnTo>
                  <a:lnTo>
                    <a:pt x="4642723" y="2852817"/>
                  </a:lnTo>
                  <a:lnTo>
                    <a:pt x="4728391" y="2840490"/>
                  </a:lnTo>
                  <a:lnTo>
                    <a:pt x="4818011" y="2825645"/>
                  </a:lnTo>
                  <a:lnTo>
                    <a:pt x="4907798" y="2808341"/>
                  </a:lnTo>
                  <a:lnTo>
                    <a:pt x="4994828" y="2788613"/>
                  </a:lnTo>
                  <a:lnTo>
                    <a:pt x="5077171" y="2766425"/>
                  </a:lnTo>
                  <a:lnTo>
                    <a:pt x="5153810" y="2741644"/>
                  </a:lnTo>
                  <a:lnTo>
                    <a:pt x="5224460" y="2714032"/>
                  </a:lnTo>
                  <a:lnTo>
                    <a:pt x="5289360" y="2683244"/>
                  </a:lnTo>
                  <a:lnTo>
                    <a:pt x="5349089" y="2648835"/>
                  </a:lnTo>
                  <a:lnTo>
                    <a:pt x="5404425" y="2610285"/>
                  </a:lnTo>
                  <a:lnTo>
                    <a:pt x="5456235" y="2567033"/>
                  </a:lnTo>
                  <a:lnTo>
                    <a:pt x="5505394" y="2518549"/>
                  </a:lnTo>
                  <a:lnTo>
                    <a:pt x="5552711" y="2464450"/>
                  </a:lnTo>
                  <a:lnTo>
                    <a:pt x="5567201" y="2446410"/>
                  </a:lnTo>
                  <a:lnTo>
                    <a:pt x="5603857" y="2397773"/>
                  </a:lnTo>
                  <a:lnTo>
                    <a:pt x="5640166" y="2345443"/>
                  </a:lnTo>
                  <a:lnTo>
                    <a:pt x="5676360" y="2289345"/>
                  </a:lnTo>
                  <a:lnTo>
                    <a:pt x="5712620" y="2229471"/>
                  </a:lnTo>
                  <a:lnTo>
                    <a:pt x="5749079" y="2165883"/>
                  </a:lnTo>
                  <a:lnTo>
                    <a:pt x="5785829" y="2098722"/>
                  </a:lnTo>
                  <a:lnTo>
                    <a:pt x="5822922" y="2028212"/>
                  </a:lnTo>
                  <a:lnTo>
                    <a:pt x="5860378" y="1954662"/>
                  </a:lnTo>
                  <a:lnTo>
                    <a:pt x="5898182" y="1878460"/>
                  </a:lnTo>
                  <a:lnTo>
                    <a:pt x="5936293" y="1800071"/>
                  </a:lnTo>
                  <a:lnTo>
                    <a:pt x="5974649" y="1720025"/>
                  </a:lnTo>
                  <a:lnTo>
                    <a:pt x="6013168" y="1638902"/>
                  </a:lnTo>
                  <a:lnTo>
                    <a:pt x="6051759" y="1557317"/>
                  </a:lnTo>
                  <a:lnTo>
                    <a:pt x="6090324" y="1475898"/>
                  </a:lnTo>
                  <a:lnTo>
                    <a:pt x="6128767" y="1395271"/>
                  </a:lnTo>
                  <a:lnTo>
                    <a:pt x="6167003" y="1316032"/>
                  </a:lnTo>
                  <a:lnTo>
                    <a:pt x="6204958" y="1238739"/>
                  </a:lnTo>
                  <a:lnTo>
                    <a:pt x="6242581" y="1163887"/>
                  </a:lnTo>
                  <a:lnTo>
                    <a:pt x="6279845" y="1091902"/>
                  </a:lnTo>
                  <a:lnTo>
                    <a:pt x="6316752" y="1023132"/>
                  </a:lnTo>
                  <a:lnTo>
                    <a:pt x="6353339" y="957839"/>
                  </a:lnTo>
                  <a:lnTo>
                    <a:pt x="6389679" y="896204"/>
                  </a:lnTo>
                  <a:lnTo>
                    <a:pt x="6425885" y="838325"/>
                  </a:lnTo>
                  <a:lnTo>
                    <a:pt x="6462114" y="784227"/>
                  </a:lnTo>
                  <a:lnTo>
                    <a:pt x="6498574" y="733864"/>
                  </a:lnTo>
                  <a:lnTo>
                    <a:pt x="6515891" y="711419"/>
                  </a:lnTo>
                  <a:lnTo>
                    <a:pt x="6562779" y="655539"/>
                  </a:lnTo>
                  <a:lnTo>
                    <a:pt x="6611282" y="605333"/>
                  </a:lnTo>
                  <a:lnTo>
                    <a:pt x="6662173" y="560502"/>
                  </a:lnTo>
                  <a:lnTo>
                    <a:pt x="6716314" y="520546"/>
                  </a:lnTo>
                  <a:lnTo>
                    <a:pt x="6774584" y="484904"/>
                  </a:lnTo>
                  <a:lnTo>
                    <a:pt x="6837797" y="453038"/>
                  </a:lnTo>
                  <a:lnTo>
                    <a:pt x="6906609" y="424478"/>
                  </a:lnTo>
                  <a:lnTo>
                    <a:pt x="6981382" y="398845"/>
                  </a:lnTo>
                  <a:lnTo>
                    <a:pt x="7062017" y="375867"/>
                  </a:lnTo>
                  <a:lnTo>
                    <a:pt x="7147747" y="355380"/>
                  </a:lnTo>
                  <a:lnTo>
                    <a:pt x="7236941" y="337319"/>
                  </a:lnTo>
                  <a:lnTo>
                    <a:pt x="7326985" y="321701"/>
                  </a:lnTo>
                  <a:lnTo>
                    <a:pt x="7414330" y="308583"/>
                  </a:lnTo>
                  <a:lnTo>
                    <a:pt x="7494824" y="298010"/>
                  </a:lnTo>
                  <a:lnTo>
                    <a:pt x="7564335" y="289953"/>
                  </a:lnTo>
                  <a:lnTo>
                    <a:pt x="7619572" y="284261"/>
                  </a:lnTo>
                  <a:lnTo>
                    <a:pt x="7658872" y="280639"/>
                  </a:lnTo>
                  <a:lnTo>
                    <a:pt x="7682677" y="278667"/>
                  </a:lnTo>
                  <a:lnTo>
                    <a:pt x="7693606" y="277850"/>
                  </a:lnTo>
                  <a:lnTo>
                    <a:pt x="7696200" y="277673"/>
                  </a:lnTo>
                  <a:lnTo>
                    <a:pt x="7696237" y="277671"/>
                  </a:lnTo>
                  <a:lnTo>
                    <a:pt x="8234974" y="2776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5" name="pl625"/>
            <p:cNvSpPr/>
            <p:nvPr/>
          </p:nvSpPr>
          <p:spPr>
            <a:xfrm>
              <a:off x="546595" y="3271276"/>
              <a:ext cx="8234974" cy="2880158"/>
            </a:xfrm>
            <a:custGeom>
              <a:avLst/>
              <a:pathLst>
                <a:path w="8234974" h="2880158">
                  <a:moveTo>
                    <a:pt x="8234974" y="277671"/>
                  </a:moveTo>
                  <a:lnTo>
                    <a:pt x="7696237" y="277671"/>
                  </a:lnTo>
                  <a:lnTo>
                    <a:pt x="7695050" y="277750"/>
                  </a:lnTo>
                  <a:lnTo>
                    <a:pt x="7687289" y="278313"/>
                  </a:lnTo>
                  <a:lnTo>
                    <a:pt x="7667877" y="279869"/>
                  </a:lnTo>
                  <a:lnTo>
                    <a:pt x="7633562" y="282927"/>
                  </a:lnTo>
                  <a:lnTo>
                    <a:pt x="7583209" y="287935"/>
                  </a:lnTo>
                  <a:lnTo>
                    <a:pt x="7517859" y="295231"/>
                  </a:lnTo>
                  <a:lnTo>
                    <a:pt x="7440370" y="305012"/>
                  </a:lnTo>
                  <a:lnTo>
                    <a:pt x="7354702" y="317339"/>
                  </a:lnTo>
                  <a:lnTo>
                    <a:pt x="7265081" y="332184"/>
                  </a:lnTo>
                  <a:lnTo>
                    <a:pt x="7175294" y="349488"/>
                  </a:lnTo>
                  <a:lnTo>
                    <a:pt x="7088264" y="369215"/>
                  </a:lnTo>
                  <a:lnTo>
                    <a:pt x="7005922" y="391404"/>
                  </a:lnTo>
                  <a:lnTo>
                    <a:pt x="6929283" y="416185"/>
                  </a:lnTo>
                  <a:lnTo>
                    <a:pt x="6858633" y="443796"/>
                  </a:lnTo>
                  <a:lnTo>
                    <a:pt x="6793733" y="474585"/>
                  </a:lnTo>
                  <a:lnTo>
                    <a:pt x="6734003" y="508994"/>
                  </a:lnTo>
                  <a:lnTo>
                    <a:pt x="6678667" y="547544"/>
                  </a:lnTo>
                  <a:lnTo>
                    <a:pt x="6626858" y="590796"/>
                  </a:lnTo>
                  <a:lnTo>
                    <a:pt x="6577699" y="639280"/>
                  </a:lnTo>
                  <a:lnTo>
                    <a:pt x="6530381" y="693379"/>
                  </a:lnTo>
                  <a:lnTo>
                    <a:pt x="6515891" y="711419"/>
                  </a:lnTo>
                  <a:lnTo>
                    <a:pt x="6479235" y="760056"/>
                  </a:lnTo>
                  <a:lnTo>
                    <a:pt x="6442927" y="812386"/>
                  </a:lnTo>
                  <a:lnTo>
                    <a:pt x="6406733" y="868484"/>
                  </a:lnTo>
                  <a:lnTo>
                    <a:pt x="6370473" y="928358"/>
                  </a:lnTo>
                  <a:lnTo>
                    <a:pt x="6334014" y="991946"/>
                  </a:lnTo>
                  <a:lnTo>
                    <a:pt x="6297264" y="1059107"/>
                  </a:lnTo>
                  <a:lnTo>
                    <a:pt x="6260170" y="1129617"/>
                  </a:lnTo>
                  <a:lnTo>
                    <a:pt x="6222715" y="1203167"/>
                  </a:lnTo>
                  <a:lnTo>
                    <a:pt x="6184911" y="1279369"/>
                  </a:lnTo>
                  <a:lnTo>
                    <a:pt x="6146799" y="1357757"/>
                  </a:lnTo>
                  <a:lnTo>
                    <a:pt x="6108443" y="1437803"/>
                  </a:lnTo>
                  <a:lnTo>
                    <a:pt x="6069924" y="1518926"/>
                  </a:lnTo>
                  <a:lnTo>
                    <a:pt x="6031334" y="1600512"/>
                  </a:lnTo>
                  <a:lnTo>
                    <a:pt x="5992769" y="1681930"/>
                  </a:lnTo>
                  <a:lnTo>
                    <a:pt x="5954325" y="1762558"/>
                  </a:lnTo>
                  <a:lnTo>
                    <a:pt x="5916090" y="1841797"/>
                  </a:lnTo>
                  <a:lnTo>
                    <a:pt x="5878134" y="1919090"/>
                  </a:lnTo>
                  <a:lnTo>
                    <a:pt x="5840511" y="1993942"/>
                  </a:lnTo>
                  <a:lnTo>
                    <a:pt x="5803247" y="2065926"/>
                  </a:lnTo>
                  <a:lnTo>
                    <a:pt x="5766340" y="2134697"/>
                  </a:lnTo>
                  <a:lnTo>
                    <a:pt x="5729753" y="2199990"/>
                  </a:lnTo>
                  <a:lnTo>
                    <a:pt x="5693413" y="2261625"/>
                  </a:lnTo>
                  <a:lnTo>
                    <a:pt x="5657208" y="2319504"/>
                  </a:lnTo>
                  <a:lnTo>
                    <a:pt x="5620979" y="2373602"/>
                  </a:lnTo>
                  <a:lnTo>
                    <a:pt x="5584519" y="2423965"/>
                  </a:lnTo>
                  <a:lnTo>
                    <a:pt x="5567201" y="2446410"/>
                  </a:lnTo>
                  <a:lnTo>
                    <a:pt x="5520313" y="2502290"/>
                  </a:lnTo>
                  <a:lnTo>
                    <a:pt x="5471810" y="2552496"/>
                  </a:lnTo>
                  <a:lnTo>
                    <a:pt x="5420920" y="2597327"/>
                  </a:lnTo>
                  <a:lnTo>
                    <a:pt x="5366778" y="2637283"/>
                  </a:lnTo>
                  <a:lnTo>
                    <a:pt x="5308509" y="2672924"/>
                  </a:lnTo>
                  <a:lnTo>
                    <a:pt x="5245295" y="2704790"/>
                  </a:lnTo>
                  <a:lnTo>
                    <a:pt x="5176483" y="2733351"/>
                  </a:lnTo>
                  <a:lnTo>
                    <a:pt x="5101710" y="2758984"/>
                  </a:lnTo>
                  <a:lnTo>
                    <a:pt x="5021076" y="2781962"/>
                  </a:lnTo>
                  <a:lnTo>
                    <a:pt x="4935346" y="2802449"/>
                  </a:lnTo>
                  <a:lnTo>
                    <a:pt x="4846151" y="2820510"/>
                  </a:lnTo>
                  <a:lnTo>
                    <a:pt x="4756108" y="2836128"/>
                  </a:lnTo>
                  <a:lnTo>
                    <a:pt x="4668763" y="2849246"/>
                  </a:lnTo>
                  <a:lnTo>
                    <a:pt x="4588269" y="2859819"/>
                  </a:lnTo>
                  <a:lnTo>
                    <a:pt x="4518758" y="2867876"/>
                  </a:lnTo>
                  <a:lnTo>
                    <a:pt x="4463520" y="2873568"/>
                  </a:lnTo>
                  <a:lnTo>
                    <a:pt x="4424221" y="2877190"/>
                  </a:lnTo>
                  <a:lnTo>
                    <a:pt x="4400416" y="2879162"/>
                  </a:lnTo>
                  <a:lnTo>
                    <a:pt x="4389486" y="2879979"/>
                  </a:lnTo>
                  <a:lnTo>
                    <a:pt x="4386893" y="2880156"/>
                  </a:lnTo>
                  <a:lnTo>
                    <a:pt x="4386855" y="2880158"/>
                  </a:lnTo>
                  <a:lnTo>
                    <a:pt x="3848118" y="2880158"/>
                  </a:lnTo>
                  <a:lnTo>
                    <a:pt x="3846954" y="2880073"/>
                  </a:lnTo>
                  <a:lnTo>
                    <a:pt x="3839338" y="2879462"/>
                  </a:lnTo>
                  <a:lnTo>
                    <a:pt x="3820278" y="2877773"/>
                  </a:lnTo>
                  <a:lnTo>
                    <a:pt x="3786551" y="2874456"/>
                  </a:lnTo>
                  <a:lnTo>
                    <a:pt x="3736996" y="2869020"/>
                  </a:lnTo>
                  <a:lnTo>
                    <a:pt x="3672572" y="2861094"/>
                  </a:lnTo>
                  <a:lnTo>
                    <a:pt x="3596030" y="2850460"/>
                  </a:lnTo>
                  <a:lnTo>
                    <a:pt x="3511224" y="2837045"/>
                  </a:lnTo>
                  <a:lnTo>
                    <a:pt x="3422305" y="2820877"/>
                  </a:lnTo>
                  <a:lnTo>
                    <a:pt x="3333022" y="2802021"/>
                  </a:lnTo>
                  <a:lnTo>
                    <a:pt x="3246301" y="2780516"/>
                  </a:lnTo>
                  <a:lnTo>
                    <a:pt x="3164101" y="2756330"/>
                  </a:lnTo>
                  <a:lnTo>
                    <a:pt x="3087481" y="2729328"/>
                  </a:lnTo>
                  <a:lnTo>
                    <a:pt x="3016771" y="2699261"/>
                  </a:lnTo>
                  <a:lnTo>
                    <a:pt x="2951774" y="2665764"/>
                  </a:lnTo>
                  <a:lnTo>
                    <a:pt x="2891947" y="2628366"/>
                  </a:lnTo>
                  <a:lnTo>
                    <a:pt x="2836543" y="2586507"/>
                  </a:lnTo>
                  <a:lnTo>
                    <a:pt x="2784716" y="2539581"/>
                  </a:lnTo>
                  <a:lnTo>
                    <a:pt x="2735606" y="2487004"/>
                  </a:lnTo>
                  <a:lnTo>
                    <a:pt x="2688406" y="2428332"/>
                  </a:lnTo>
                  <a:lnTo>
                    <a:pt x="2667772" y="2400132"/>
                  </a:lnTo>
                  <a:lnTo>
                    <a:pt x="2632542" y="2348486"/>
                  </a:lnTo>
                  <a:lnTo>
                    <a:pt x="2597642" y="2293071"/>
                  </a:lnTo>
                  <a:lnTo>
                    <a:pt x="2562861" y="2233810"/>
                  </a:lnTo>
                  <a:lnTo>
                    <a:pt x="2528037" y="2170687"/>
                  </a:lnTo>
                  <a:lnTo>
                    <a:pt x="2493045" y="2103753"/>
                  </a:lnTo>
                  <a:lnTo>
                    <a:pt x="2457799" y="2033133"/>
                  </a:lnTo>
                  <a:lnTo>
                    <a:pt x="2422243" y="1959030"/>
                  </a:lnTo>
                  <a:lnTo>
                    <a:pt x="2386355" y="1881724"/>
                  </a:lnTo>
                  <a:lnTo>
                    <a:pt x="2350137" y="1801575"/>
                  </a:lnTo>
                  <a:lnTo>
                    <a:pt x="2313620" y="1719016"/>
                  </a:lnTo>
                  <a:lnTo>
                    <a:pt x="2276852" y="1634544"/>
                  </a:lnTo>
                  <a:lnTo>
                    <a:pt x="2239899" y="1548712"/>
                  </a:lnTo>
                  <a:lnTo>
                    <a:pt x="2202840" y="1462108"/>
                  </a:lnTo>
                  <a:lnTo>
                    <a:pt x="2165759" y="1375348"/>
                  </a:lnTo>
                  <a:lnTo>
                    <a:pt x="2128741" y="1289048"/>
                  </a:lnTo>
                  <a:lnTo>
                    <a:pt x="2091871" y="1203814"/>
                  </a:lnTo>
                  <a:lnTo>
                    <a:pt x="2055219" y="1120218"/>
                  </a:lnTo>
                  <a:lnTo>
                    <a:pt x="2018844" y="1038787"/>
                  </a:lnTo>
                  <a:lnTo>
                    <a:pt x="1982787" y="959989"/>
                  </a:lnTo>
                  <a:lnTo>
                    <a:pt x="1947063" y="884220"/>
                  </a:lnTo>
                  <a:lnTo>
                    <a:pt x="1911664" y="811801"/>
                  </a:lnTo>
                  <a:lnTo>
                    <a:pt x="1876552" y="742976"/>
                  </a:lnTo>
                  <a:lnTo>
                    <a:pt x="1841656" y="677907"/>
                  </a:lnTo>
                  <a:lnTo>
                    <a:pt x="1806871" y="616684"/>
                  </a:lnTo>
                  <a:lnTo>
                    <a:pt x="1772055" y="559323"/>
                  </a:lnTo>
                  <a:lnTo>
                    <a:pt x="1737021" y="505777"/>
                  </a:lnTo>
                  <a:lnTo>
                    <a:pt x="1719082" y="480026"/>
                  </a:lnTo>
                  <a:lnTo>
                    <a:pt x="1672507" y="418570"/>
                  </a:lnTo>
                  <a:lnTo>
                    <a:pt x="1624343" y="363312"/>
                  </a:lnTo>
                  <a:lnTo>
                    <a:pt x="1573833" y="313932"/>
                  </a:lnTo>
                  <a:lnTo>
                    <a:pt x="1520133" y="269888"/>
                  </a:lnTo>
                  <a:lnTo>
                    <a:pt x="1462380" y="230571"/>
                  </a:lnTo>
                  <a:lnTo>
                    <a:pt x="1399773" y="195397"/>
                  </a:lnTo>
                  <a:lnTo>
                    <a:pt x="1331661" y="163851"/>
                  </a:lnTo>
                  <a:lnTo>
                    <a:pt x="1257674" y="135519"/>
                  </a:lnTo>
                  <a:lnTo>
                    <a:pt x="1177882" y="110100"/>
                  </a:lnTo>
                  <a:lnTo>
                    <a:pt x="1092994" y="87408"/>
                  </a:lnTo>
                  <a:lnTo>
                    <a:pt x="1004550" y="67368"/>
                  </a:lnTo>
                  <a:lnTo>
                    <a:pt x="915048" y="49992"/>
                  </a:lnTo>
                  <a:lnTo>
                    <a:pt x="827903" y="35341"/>
                  </a:lnTo>
                  <a:lnTo>
                    <a:pt x="747161" y="23468"/>
                  </a:lnTo>
                  <a:lnTo>
                    <a:pt x="676904" y="14351"/>
                  </a:lnTo>
                  <a:lnTo>
                    <a:pt x="620475" y="7841"/>
                  </a:lnTo>
                  <a:lnTo>
                    <a:pt x="579698" y="3633"/>
                  </a:lnTo>
                  <a:lnTo>
                    <a:pt x="554373" y="1283"/>
                  </a:lnTo>
                  <a:lnTo>
                    <a:pt x="542167" y="260"/>
                  </a:lnTo>
                  <a:lnTo>
                    <a:pt x="538843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6" name="pg626"/>
            <p:cNvSpPr/>
            <p:nvPr/>
          </p:nvSpPr>
          <p:spPr>
            <a:xfrm>
              <a:off x="546595" y="3276721"/>
              <a:ext cx="8234974" cy="2891047"/>
            </a:xfrm>
            <a:custGeom>
              <a:avLst/>
              <a:pathLst>
                <a:path w="8234974" h="2891047">
                  <a:moveTo>
                    <a:pt x="0" y="5444"/>
                  </a:moveTo>
                  <a:lnTo>
                    <a:pt x="538736" y="5444"/>
                  </a:lnTo>
                  <a:lnTo>
                    <a:pt x="539900" y="5530"/>
                  </a:lnTo>
                  <a:lnTo>
                    <a:pt x="547513" y="6141"/>
                  </a:lnTo>
                  <a:lnTo>
                    <a:pt x="566566" y="7833"/>
                  </a:lnTo>
                  <a:lnTo>
                    <a:pt x="600281" y="11155"/>
                  </a:lnTo>
                  <a:lnTo>
                    <a:pt x="649820" y="16599"/>
                  </a:lnTo>
                  <a:lnTo>
                    <a:pt x="714225" y="24537"/>
                  </a:lnTo>
                  <a:lnTo>
                    <a:pt x="790748" y="35187"/>
                  </a:lnTo>
                  <a:lnTo>
                    <a:pt x="875536" y="48622"/>
                  </a:lnTo>
                  <a:lnTo>
                    <a:pt x="964442" y="64816"/>
                  </a:lnTo>
                  <a:lnTo>
                    <a:pt x="1053714" y="83702"/>
                  </a:lnTo>
                  <a:lnTo>
                    <a:pt x="1140429" y="105241"/>
                  </a:lnTo>
                  <a:lnTo>
                    <a:pt x="1222625" y="129465"/>
                  </a:lnTo>
                  <a:lnTo>
                    <a:pt x="1299245" y="156510"/>
                  </a:lnTo>
                  <a:lnTo>
                    <a:pt x="1369956" y="186623"/>
                  </a:lnTo>
                  <a:lnTo>
                    <a:pt x="1434955" y="220172"/>
                  </a:lnTo>
                  <a:lnTo>
                    <a:pt x="1494784" y="257627"/>
                  </a:lnTo>
                  <a:lnTo>
                    <a:pt x="1550190" y="299549"/>
                  </a:lnTo>
                  <a:lnTo>
                    <a:pt x="1602017" y="346544"/>
                  </a:lnTo>
                  <a:lnTo>
                    <a:pt x="1651126" y="399199"/>
                  </a:lnTo>
                  <a:lnTo>
                    <a:pt x="1698324" y="457958"/>
                  </a:lnTo>
                  <a:lnTo>
                    <a:pt x="1719082" y="486378"/>
                  </a:lnTo>
                  <a:lnTo>
                    <a:pt x="1754286" y="538080"/>
                  </a:lnTo>
                  <a:lnTo>
                    <a:pt x="1789160" y="593553"/>
                  </a:lnTo>
                  <a:lnTo>
                    <a:pt x="1823914" y="652874"/>
                  </a:lnTo>
                  <a:lnTo>
                    <a:pt x="1858712" y="716058"/>
                  </a:lnTo>
                  <a:lnTo>
                    <a:pt x="1893676" y="783055"/>
                  </a:lnTo>
                  <a:lnTo>
                    <a:pt x="1928895" y="853740"/>
                  </a:lnTo>
                  <a:lnTo>
                    <a:pt x="1964422" y="927911"/>
                  </a:lnTo>
                  <a:lnTo>
                    <a:pt x="2000281" y="1005286"/>
                  </a:lnTo>
                  <a:lnTo>
                    <a:pt x="2036469" y="1085509"/>
                  </a:lnTo>
                  <a:lnTo>
                    <a:pt x="2072956" y="1168145"/>
                  </a:lnTo>
                  <a:lnTo>
                    <a:pt x="2109695" y="1252699"/>
                  </a:lnTo>
                  <a:lnTo>
                    <a:pt x="2146618" y="1338620"/>
                  </a:lnTo>
                  <a:lnTo>
                    <a:pt x="2183649" y="1425317"/>
                  </a:lnTo>
                  <a:lnTo>
                    <a:pt x="2220702" y="1512177"/>
                  </a:lnTo>
                  <a:lnTo>
                    <a:pt x="2257692" y="1598582"/>
                  </a:lnTo>
                  <a:lnTo>
                    <a:pt x="2294537" y="1683929"/>
                  </a:lnTo>
                  <a:lnTo>
                    <a:pt x="2331165" y="1767643"/>
                  </a:lnTo>
                  <a:lnTo>
                    <a:pt x="2367516" y="1849198"/>
                  </a:lnTo>
                  <a:lnTo>
                    <a:pt x="2403550" y="1928125"/>
                  </a:lnTo>
                  <a:lnTo>
                    <a:pt x="2439252" y="2004027"/>
                  </a:lnTo>
                  <a:lnTo>
                    <a:pt x="2474629" y="2076582"/>
                  </a:lnTo>
                  <a:lnTo>
                    <a:pt x="2509718" y="2145545"/>
                  </a:lnTo>
                  <a:lnTo>
                    <a:pt x="2544591" y="2210753"/>
                  </a:lnTo>
                  <a:lnTo>
                    <a:pt x="2579350" y="2272114"/>
                  </a:lnTo>
                  <a:lnTo>
                    <a:pt x="2614138" y="2329612"/>
                  </a:lnTo>
                  <a:lnTo>
                    <a:pt x="2649138" y="2383291"/>
                  </a:lnTo>
                  <a:lnTo>
                    <a:pt x="2667772" y="2410113"/>
                  </a:lnTo>
                  <a:lnTo>
                    <a:pt x="2714341" y="2471678"/>
                  </a:lnTo>
                  <a:lnTo>
                    <a:pt x="2762498" y="2527033"/>
                  </a:lnTo>
                  <a:lnTo>
                    <a:pt x="2813000" y="2576502"/>
                  </a:lnTo>
                  <a:lnTo>
                    <a:pt x="2866692" y="2620626"/>
                  </a:lnTo>
                  <a:lnTo>
                    <a:pt x="2924434" y="2660014"/>
                  </a:lnTo>
                  <a:lnTo>
                    <a:pt x="2987029" y="2695253"/>
                  </a:lnTo>
                  <a:lnTo>
                    <a:pt x="3055126" y="2726858"/>
                  </a:lnTo>
                  <a:lnTo>
                    <a:pt x="3129098" y="2755242"/>
                  </a:lnTo>
                  <a:lnTo>
                    <a:pt x="3208873" y="2780709"/>
                  </a:lnTo>
                  <a:lnTo>
                    <a:pt x="3293744" y="2803445"/>
                  </a:lnTo>
                  <a:lnTo>
                    <a:pt x="3382173" y="2823524"/>
                  </a:lnTo>
                  <a:lnTo>
                    <a:pt x="3471664" y="2840934"/>
                  </a:lnTo>
                  <a:lnTo>
                    <a:pt x="3558803" y="2855615"/>
                  </a:lnTo>
                  <a:lnTo>
                    <a:pt x="3639551" y="2867515"/>
                  </a:lnTo>
                  <a:lnTo>
                    <a:pt x="3709822" y="2876653"/>
                  </a:lnTo>
                  <a:lnTo>
                    <a:pt x="3766275" y="2883179"/>
                  </a:lnTo>
                  <a:lnTo>
                    <a:pt x="3807081" y="2887400"/>
                  </a:lnTo>
                  <a:lnTo>
                    <a:pt x="3832438" y="2889757"/>
                  </a:lnTo>
                  <a:lnTo>
                    <a:pt x="3844670" y="2890784"/>
                  </a:lnTo>
                  <a:lnTo>
                    <a:pt x="3848118" y="2891047"/>
                  </a:lnTo>
                  <a:lnTo>
                    <a:pt x="4386855" y="2891047"/>
                  </a:lnTo>
                  <a:lnTo>
                    <a:pt x="4388087" y="2890984"/>
                  </a:lnTo>
                  <a:lnTo>
                    <a:pt x="4396132" y="2890535"/>
                  </a:lnTo>
                  <a:lnTo>
                    <a:pt x="4416227" y="2889294"/>
                  </a:lnTo>
                  <a:lnTo>
                    <a:pt x="4451684" y="2886856"/>
                  </a:lnTo>
                  <a:lnTo>
                    <a:pt x="4503578" y="2882868"/>
                  </a:lnTo>
                  <a:lnTo>
                    <a:pt x="4570711" y="2877065"/>
                  </a:lnTo>
                  <a:lnTo>
                    <a:pt x="4650010" y="2869299"/>
                  </a:lnTo>
                  <a:lnTo>
                    <a:pt x="4737311" y="2859529"/>
                  </a:lnTo>
                  <a:lnTo>
                    <a:pt x="4828245" y="2847781"/>
                  </a:lnTo>
                  <a:lnTo>
                    <a:pt x="4918962" y="2834102"/>
                  </a:lnTo>
                  <a:lnTo>
                    <a:pt x="5006550" y="2818514"/>
                  </a:lnTo>
                  <a:lnTo>
                    <a:pt x="5089136" y="2800980"/>
                  </a:lnTo>
                  <a:lnTo>
                    <a:pt x="5165788" y="2781382"/>
                  </a:lnTo>
                  <a:lnTo>
                    <a:pt x="5236310" y="2759516"/>
                  </a:lnTo>
                  <a:lnTo>
                    <a:pt x="5301020" y="2735092"/>
                  </a:lnTo>
                  <a:lnTo>
                    <a:pt x="5360568" y="2707745"/>
                  </a:lnTo>
                  <a:lnTo>
                    <a:pt x="5415787" y="2677050"/>
                  </a:lnTo>
                  <a:lnTo>
                    <a:pt x="5467583" y="2642560"/>
                  </a:lnTo>
                  <a:lnTo>
                    <a:pt x="5516858" y="2603868"/>
                  </a:lnTo>
                  <a:lnTo>
                    <a:pt x="5564425" y="2560718"/>
                  </a:lnTo>
                  <a:lnTo>
                    <a:pt x="5567201" y="2558023"/>
                  </a:lnTo>
                  <a:lnTo>
                    <a:pt x="5607485" y="2516806"/>
                  </a:lnTo>
                  <a:lnTo>
                    <a:pt x="5647379" y="2472153"/>
                  </a:lnTo>
                  <a:lnTo>
                    <a:pt x="5687182" y="2423996"/>
                  </a:lnTo>
                  <a:lnTo>
                    <a:pt x="5727117" y="2372345"/>
                  </a:lnTo>
                  <a:lnTo>
                    <a:pt x="5767342" y="2317290"/>
                  </a:lnTo>
                  <a:lnTo>
                    <a:pt x="5807955" y="2259014"/>
                  </a:lnTo>
                  <a:lnTo>
                    <a:pt x="5849002" y="2197791"/>
                  </a:lnTo>
                  <a:lnTo>
                    <a:pt x="5890477" y="2133992"/>
                  </a:lnTo>
                  <a:lnTo>
                    <a:pt x="5932337" y="2068070"/>
                  </a:lnTo>
                  <a:lnTo>
                    <a:pt x="5974500" y="2000558"/>
                  </a:lnTo>
                  <a:lnTo>
                    <a:pt x="6016861" y="1932044"/>
                  </a:lnTo>
                  <a:lnTo>
                    <a:pt x="6059298" y="1863156"/>
                  </a:lnTo>
                  <a:lnTo>
                    <a:pt x="6101680" y="1794538"/>
                  </a:lnTo>
                  <a:lnTo>
                    <a:pt x="6143883" y="1726820"/>
                  </a:lnTo>
                  <a:lnTo>
                    <a:pt x="6185799" y="1660600"/>
                  </a:lnTo>
                  <a:lnTo>
                    <a:pt x="6227341" y="1596420"/>
                  </a:lnTo>
                  <a:lnTo>
                    <a:pt x="6268459" y="1534749"/>
                  </a:lnTo>
                  <a:lnTo>
                    <a:pt x="6309141" y="1475970"/>
                  </a:lnTo>
                  <a:lnTo>
                    <a:pt x="6349425" y="1420374"/>
                  </a:lnTo>
                  <a:lnTo>
                    <a:pt x="6389398" y="1368158"/>
                  </a:lnTo>
                  <a:lnTo>
                    <a:pt x="6429209" y="1319427"/>
                  </a:lnTo>
                  <a:lnTo>
                    <a:pt x="6469070" y="1274204"/>
                  </a:lnTo>
                  <a:lnTo>
                    <a:pt x="6509266" y="1232433"/>
                  </a:lnTo>
                  <a:lnTo>
                    <a:pt x="6515891" y="1225927"/>
                  </a:lnTo>
                  <a:lnTo>
                    <a:pt x="6563379" y="1182511"/>
                  </a:lnTo>
                  <a:lnTo>
                    <a:pt x="6612531" y="1143560"/>
                  </a:lnTo>
                  <a:lnTo>
                    <a:pt x="6664154" y="1108831"/>
                  </a:lnTo>
                  <a:lnTo>
                    <a:pt x="6719144" y="1077924"/>
                  </a:lnTo>
                  <a:lnTo>
                    <a:pt x="6778412" y="1050391"/>
                  </a:lnTo>
                  <a:lnTo>
                    <a:pt x="6842796" y="1025805"/>
                  </a:lnTo>
                  <a:lnTo>
                    <a:pt x="6912960" y="1003797"/>
                  </a:lnTo>
                  <a:lnTo>
                    <a:pt x="6989249" y="984071"/>
                  </a:lnTo>
                  <a:lnTo>
                    <a:pt x="7071502" y="966419"/>
                  </a:lnTo>
                  <a:lnTo>
                    <a:pt x="7158836" y="950718"/>
                  </a:lnTo>
                  <a:lnTo>
                    <a:pt x="7249439" y="936926"/>
                  </a:lnTo>
                  <a:lnTo>
                    <a:pt x="7340459" y="925062"/>
                  </a:lnTo>
                  <a:lnTo>
                    <a:pt x="7428094" y="915173"/>
                  </a:lnTo>
                  <a:lnTo>
                    <a:pt x="7507989" y="907290"/>
                  </a:lnTo>
                  <a:lnTo>
                    <a:pt x="7575942" y="901374"/>
                  </a:lnTo>
                  <a:lnTo>
                    <a:pt x="7628793" y="897284"/>
                  </a:lnTo>
                  <a:lnTo>
                    <a:pt x="7665216" y="894764"/>
                  </a:lnTo>
                  <a:lnTo>
                    <a:pt x="7686149" y="893462"/>
                  </a:lnTo>
                  <a:lnTo>
                    <a:pt x="7694779" y="892978"/>
                  </a:lnTo>
                  <a:lnTo>
                    <a:pt x="7696237" y="892903"/>
                  </a:lnTo>
                  <a:lnTo>
                    <a:pt x="8234974" y="892903"/>
                  </a:lnTo>
                  <a:lnTo>
                    <a:pt x="8234974" y="887459"/>
                  </a:lnTo>
                  <a:lnTo>
                    <a:pt x="7696237" y="887459"/>
                  </a:lnTo>
                  <a:lnTo>
                    <a:pt x="7695006" y="887521"/>
                  </a:lnTo>
                  <a:lnTo>
                    <a:pt x="7686961" y="887970"/>
                  </a:lnTo>
                  <a:lnTo>
                    <a:pt x="7666865" y="889212"/>
                  </a:lnTo>
                  <a:lnTo>
                    <a:pt x="7631408" y="891650"/>
                  </a:lnTo>
                  <a:lnTo>
                    <a:pt x="7579514" y="895638"/>
                  </a:lnTo>
                  <a:lnTo>
                    <a:pt x="7512382" y="901441"/>
                  </a:lnTo>
                  <a:lnTo>
                    <a:pt x="7433082" y="909206"/>
                  </a:lnTo>
                  <a:lnTo>
                    <a:pt x="7345781" y="918977"/>
                  </a:lnTo>
                  <a:lnTo>
                    <a:pt x="7254847" y="930725"/>
                  </a:lnTo>
                  <a:lnTo>
                    <a:pt x="7164130" y="944404"/>
                  </a:lnTo>
                  <a:lnTo>
                    <a:pt x="7076543" y="959991"/>
                  </a:lnTo>
                  <a:lnTo>
                    <a:pt x="6993957" y="977526"/>
                  </a:lnTo>
                  <a:lnTo>
                    <a:pt x="6917304" y="997124"/>
                  </a:lnTo>
                  <a:lnTo>
                    <a:pt x="6846783" y="1018990"/>
                  </a:lnTo>
                  <a:lnTo>
                    <a:pt x="6782072" y="1043413"/>
                  </a:lnTo>
                  <a:lnTo>
                    <a:pt x="6722524" y="1070760"/>
                  </a:lnTo>
                  <a:lnTo>
                    <a:pt x="6667306" y="1101456"/>
                  </a:lnTo>
                  <a:lnTo>
                    <a:pt x="6615510" y="1135946"/>
                  </a:lnTo>
                  <a:lnTo>
                    <a:pt x="6566234" y="1174638"/>
                  </a:lnTo>
                  <a:lnTo>
                    <a:pt x="6518668" y="1217788"/>
                  </a:lnTo>
                  <a:lnTo>
                    <a:pt x="6515891" y="1220483"/>
                  </a:lnTo>
                  <a:lnTo>
                    <a:pt x="6475607" y="1261699"/>
                  </a:lnTo>
                  <a:lnTo>
                    <a:pt x="6435713" y="1306353"/>
                  </a:lnTo>
                  <a:lnTo>
                    <a:pt x="6395911" y="1354509"/>
                  </a:lnTo>
                  <a:lnTo>
                    <a:pt x="6355976" y="1406161"/>
                  </a:lnTo>
                  <a:lnTo>
                    <a:pt x="6315750" y="1461216"/>
                  </a:lnTo>
                  <a:lnTo>
                    <a:pt x="6275137" y="1519492"/>
                  </a:lnTo>
                  <a:lnTo>
                    <a:pt x="6234091" y="1580714"/>
                  </a:lnTo>
                  <a:lnTo>
                    <a:pt x="6192615" y="1644514"/>
                  </a:lnTo>
                  <a:lnTo>
                    <a:pt x="6150756" y="1710435"/>
                  </a:lnTo>
                  <a:lnTo>
                    <a:pt x="6108592" y="1777948"/>
                  </a:lnTo>
                  <a:lnTo>
                    <a:pt x="6066231" y="1846462"/>
                  </a:lnTo>
                  <a:lnTo>
                    <a:pt x="6023795" y="1915350"/>
                  </a:lnTo>
                  <a:lnTo>
                    <a:pt x="5981413" y="1983968"/>
                  </a:lnTo>
                  <a:lnTo>
                    <a:pt x="5939209" y="2051686"/>
                  </a:lnTo>
                  <a:lnTo>
                    <a:pt x="5897294" y="2117906"/>
                  </a:lnTo>
                  <a:lnTo>
                    <a:pt x="5855751" y="2182085"/>
                  </a:lnTo>
                  <a:lnTo>
                    <a:pt x="5814633" y="2243756"/>
                  </a:lnTo>
                  <a:lnTo>
                    <a:pt x="5773951" y="2302536"/>
                  </a:lnTo>
                  <a:lnTo>
                    <a:pt x="5733668" y="2358132"/>
                  </a:lnTo>
                  <a:lnTo>
                    <a:pt x="5693694" y="2410348"/>
                  </a:lnTo>
                  <a:lnTo>
                    <a:pt x="5653883" y="2459078"/>
                  </a:lnTo>
                  <a:lnTo>
                    <a:pt x="5614023" y="2504302"/>
                  </a:lnTo>
                  <a:lnTo>
                    <a:pt x="5573827" y="2546073"/>
                  </a:lnTo>
                  <a:lnTo>
                    <a:pt x="5567201" y="2552579"/>
                  </a:lnTo>
                  <a:lnTo>
                    <a:pt x="5519714" y="2595995"/>
                  </a:lnTo>
                  <a:lnTo>
                    <a:pt x="5470561" y="2634946"/>
                  </a:lnTo>
                  <a:lnTo>
                    <a:pt x="5418938" y="2669674"/>
                  </a:lnTo>
                  <a:lnTo>
                    <a:pt x="5363948" y="2700582"/>
                  </a:lnTo>
                  <a:lnTo>
                    <a:pt x="5304681" y="2728115"/>
                  </a:lnTo>
                  <a:lnTo>
                    <a:pt x="5240297" y="2752700"/>
                  </a:lnTo>
                  <a:lnTo>
                    <a:pt x="5170132" y="2774709"/>
                  </a:lnTo>
                  <a:lnTo>
                    <a:pt x="5093843" y="2794435"/>
                  </a:lnTo>
                  <a:lnTo>
                    <a:pt x="5011590" y="2812087"/>
                  </a:lnTo>
                  <a:lnTo>
                    <a:pt x="4924257" y="2827788"/>
                  </a:lnTo>
                  <a:lnTo>
                    <a:pt x="4833654" y="2841580"/>
                  </a:lnTo>
                  <a:lnTo>
                    <a:pt x="4742634" y="2853444"/>
                  </a:lnTo>
                  <a:lnTo>
                    <a:pt x="4654998" y="2863332"/>
                  </a:lnTo>
                  <a:lnTo>
                    <a:pt x="4575103" y="2871216"/>
                  </a:lnTo>
                  <a:lnTo>
                    <a:pt x="4507150" y="2877132"/>
                  </a:lnTo>
                  <a:lnTo>
                    <a:pt x="4454299" y="2881222"/>
                  </a:lnTo>
                  <a:lnTo>
                    <a:pt x="4417877" y="2883742"/>
                  </a:lnTo>
                  <a:lnTo>
                    <a:pt x="4396943" y="2885043"/>
                  </a:lnTo>
                  <a:lnTo>
                    <a:pt x="4388313" y="2885528"/>
                  </a:lnTo>
                  <a:lnTo>
                    <a:pt x="4386855" y="2885603"/>
                  </a:lnTo>
                  <a:lnTo>
                    <a:pt x="3848118" y="2885603"/>
                  </a:lnTo>
                  <a:lnTo>
                    <a:pt x="3846955" y="2885517"/>
                  </a:lnTo>
                  <a:lnTo>
                    <a:pt x="3839342" y="2884905"/>
                  </a:lnTo>
                  <a:lnTo>
                    <a:pt x="3820288" y="2883214"/>
                  </a:lnTo>
                  <a:lnTo>
                    <a:pt x="3786573" y="2879892"/>
                  </a:lnTo>
                  <a:lnTo>
                    <a:pt x="3737034" y="2874447"/>
                  </a:lnTo>
                  <a:lnTo>
                    <a:pt x="3672629" y="2866510"/>
                  </a:lnTo>
                  <a:lnTo>
                    <a:pt x="3596106" y="2855860"/>
                  </a:lnTo>
                  <a:lnTo>
                    <a:pt x="3511318" y="2842424"/>
                  </a:lnTo>
                  <a:lnTo>
                    <a:pt x="3422413" y="2826231"/>
                  </a:lnTo>
                  <a:lnTo>
                    <a:pt x="3333140" y="2807345"/>
                  </a:lnTo>
                  <a:lnTo>
                    <a:pt x="3246426" y="2785806"/>
                  </a:lnTo>
                  <a:lnTo>
                    <a:pt x="3164229" y="2761581"/>
                  </a:lnTo>
                  <a:lnTo>
                    <a:pt x="3087610" y="2734537"/>
                  </a:lnTo>
                  <a:lnTo>
                    <a:pt x="3016898" y="2704423"/>
                  </a:lnTo>
                  <a:lnTo>
                    <a:pt x="2951900" y="2670875"/>
                  </a:lnTo>
                  <a:lnTo>
                    <a:pt x="2892071" y="2633419"/>
                  </a:lnTo>
                  <a:lnTo>
                    <a:pt x="2836665" y="2591497"/>
                  </a:lnTo>
                  <a:lnTo>
                    <a:pt x="2784838" y="2544502"/>
                  </a:lnTo>
                  <a:lnTo>
                    <a:pt x="2735728" y="2491848"/>
                  </a:lnTo>
                  <a:lnTo>
                    <a:pt x="2688531" y="2433089"/>
                  </a:lnTo>
                  <a:lnTo>
                    <a:pt x="2667772" y="2404669"/>
                  </a:lnTo>
                  <a:lnTo>
                    <a:pt x="2632569" y="2352966"/>
                  </a:lnTo>
                  <a:lnTo>
                    <a:pt x="2597694" y="2297493"/>
                  </a:lnTo>
                  <a:lnTo>
                    <a:pt x="2562940" y="2238173"/>
                  </a:lnTo>
                  <a:lnTo>
                    <a:pt x="2528143" y="2174988"/>
                  </a:lnTo>
                  <a:lnTo>
                    <a:pt x="2493179" y="2107991"/>
                  </a:lnTo>
                  <a:lnTo>
                    <a:pt x="2457960" y="2037307"/>
                  </a:lnTo>
                  <a:lnTo>
                    <a:pt x="2422433" y="1963136"/>
                  </a:lnTo>
                  <a:lnTo>
                    <a:pt x="2386573" y="1885760"/>
                  </a:lnTo>
                  <a:lnTo>
                    <a:pt x="2350386" y="1805538"/>
                  </a:lnTo>
                  <a:lnTo>
                    <a:pt x="2313898" y="1722901"/>
                  </a:lnTo>
                  <a:lnTo>
                    <a:pt x="2277160" y="1638347"/>
                  </a:lnTo>
                  <a:lnTo>
                    <a:pt x="2240236" y="1552427"/>
                  </a:lnTo>
                  <a:lnTo>
                    <a:pt x="2203206" y="1465730"/>
                  </a:lnTo>
                  <a:lnTo>
                    <a:pt x="2166152" y="1378870"/>
                  </a:lnTo>
                  <a:lnTo>
                    <a:pt x="2129162" y="1292464"/>
                  </a:lnTo>
                  <a:lnTo>
                    <a:pt x="2092317" y="1207118"/>
                  </a:lnTo>
                  <a:lnTo>
                    <a:pt x="2055690" y="1123403"/>
                  </a:lnTo>
                  <a:lnTo>
                    <a:pt x="2019339" y="1041849"/>
                  </a:lnTo>
                  <a:lnTo>
                    <a:pt x="1983304" y="962921"/>
                  </a:lnTo>
                  <a:lnTo>
                    <a:pt x="1947603" y="887019"/>
                  </a:lnTo>
                  <a:lnTo>
                    <a:pt x="1912226" y="814465"/>
                  </a:lnTo>
                  <a:lnTo>
                    <a:pt x="1877136" y="745501"/>
                  </a:lnTo>
                  <a:lnTo>
                    <a:pt x="1842264" y="680294"/>
                  </a:lnTo>
                  <a:lnTo>
                    <a:pt x="1807505" y="618932"/>
                  </a:lnTo>
                  <a:lnTo>
                    <a:pt x="1772717" y="561435"/>
                  </a:lnTo>
                  <a:lnTo>
                    <a:pt x="1737716" y="507755"/>
                  </a:lnTo>
                  <a:lnTo>
                    <a:pt x="1719082" y="480933"/>
                  </a:lnTo>
                  <a:lnTo>
                    <a:pt x="1672513" y="419369"/>
                  </a:lnTo>
                  <a:lnTo>
                    <a:pt x="1624356" y="364013"/>
                  </a:lnTo>
                  <a:lnTo>
                    <a:pt x="1573854" y="314544"/>
                  </a:lnTo>
                  <a:lnTo>
                    <a:pt x="1520163" y="270420"/>
                  </a:lnTo>
                  <a:lnTo>
                    <a:pt x="1462420" y="231032"/>
                  </a:lnTo>
                  <a:lnTo>
                    <a:pt x="1399825" y="195793"/>
                  </a:lnTo>
                  <a:lnTo>
                    <a:pt x="1331728" y="164189"/>
                  </a:lnTo>
                  <a:lnTo>
                    <a:pt x="1257757" y="135804"/>
                  </a:lnTo>
                  <a:lnTo>
                    <a:pt x="1177982" y="110337"/>
                  </a:lnTo>
                  <a:lnTo>
                    <a:pt x="1093111" y="87602"/>
                  </a:lnTo>
                  <a:lnTo>
                    <a:pt x="1004682" y="67523"/>
                  </a:lnTo>
                  <a:lnTo>
                    <a:pt x="915191" y="50112"/>
                  </a:lnTo>
                  <a:lnTo>
                    <a:pt x="828051" y="35431"/>
                  </a:lnTo>
                  <a:lnTo>
                    <a:pt x="747304" y="23532"/>
                  </a:lnTo>
                  <a:lnTo>
                    <a:pt x="677033" y="14394"/>
                  </a:lnTo>
                  <a:lnTo>
                    <a:pt x="620580" y="7867"/>
                  </a:lnTo>
                  <a:lnTo>
                    <a:pt x="579773" y="3647"/>
                  </a:lnTo>
                  <a:lnTo>
                    <a:pt x="554417" y="1289"/>
                  </a:lnTo>
                  <a:lnTo>
                    <a:pt x="542185" y="26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27" name="pl627"/>
            <p:cNvSpPr/>
            <p:nvPr/>
          </p:nvSpPr>
          <p:spPr>
            <a:xfrm>
              <a:off x="546595" y="3282165"/>
              <a:ext cx="8234974" cy="2885603"/>
            </a:xfrm>
            <a:custGeom>
              <a:avLst/>
              <a:pathLst>
                <a:path w="8234974" h="2885603">
                  <a:moveTo>
                    <a:pt x="0" y="0"/>
                  </a:moveTo>
                  <a:lnTo>
                    <a:pt x="538736" y="0"/>
                  </a:lnTo>
                  <a:lnTo>
                    <a:pt x="539900" y="85"/>
                  </a:lnTo>
                  <a:lnTo>
                    <a:pt x="547513" y="697"/>
                  </a:lnTo>
                  <a:lnTo>
                    <a:pt x="566566" y="2388"/>
                  </a:lnTo>
                  <a:lnTo>
                    <a:pt x="600281" y="5710"/>
                  </a:lnTo>
                  <a:lnTo>
                    <a:pt x="649820" y="11155"/>
                  </a:lnTo>
                  <a:lnTo>
                    <a:pt x="714225" y="19092"/>
                  </a:lnTo>
                  <a:lnTo>
                    <a:pt x="790748" y="29742"/>
                  </a:lnTo>
                  <a:lnTo>
                    <a:pt x="875536" y="43178"/>
                  </a:lnTo>
                  <a:lnTo>
                    <a:pt x="964442" y="59371"/>
                  </a:lnTo>
                  <a:lnTo>
                    <a:pt x="1053714" y="78258"/>
                  </a:lnTo>
                  <a:lnTo>
                    <a:pt x="1140429" y="99797"/>
                  </a:lnTo>
                  <a:lnTo>
                    <a:pt x="1222625" y="124021"/>
                  </a:lnTo>
                  <a:lnTo>
                    <a:pt x="1299245" y="151065"/>
                  </a:lnTo>
                  <a:lnTo>
                    <a:pt x="1369956" y="181179"/>
                  </a:lnTo>
                  <a:lnTo>
                    <a:pt x="1434955" y="214727"/>
                  </a:lnTo>
                  <a:lnTo>
                    <a:pt x="1494784" y="252183"/>
                  </a:lnTo>
                  <a:lnTo>
                    <a:pt x="1550190" y="294105"/>
                  </a:lnTo>
                  <a:lnTo>
                    <a:pt x="1602017" y="341100"/>
                  </a:lnTo>
                  <a:lnTo>
                    <a:pt x="1651126" y="393754"/>
                  </a:lnTo>
                  <a:lnTo>
                    <a:pt x="1698324" y="452514"/>
                  </a:lnTo>
                  <a:lnTo>
                    <a:pt x="1719082" y="480933"/>
                  </a:lnTo>
                  <a:lnTo>
                    <a:pt x="1754286" y="532636"/>
                  </a:lnTo>
                  <a:lnTo>
                    <a:pt x="1789160" y="588109"/>
                  </a:lnTo>
                  <a:lnTo>
                    <a:pt x="1823914" y="647429"/>
                  </a:lnTo>
                  <a:lnTo>
                    <a:pt x="1858712" y="710614"/>
                  </a:lnTo>
                  <a:lnTo>
                    <a:pt x="1893676" y="777611"/>
                  </a:lnTo>
                  <a:lnTo>
                    <a:pt x="1928895" y="848295"/>
                  </a:lnTo>
                  <a:lnTo>
                    <a:pt x="1964422" y="922466"/>
                  </a:lnTo>
                  <a:lnTo>
                    <a:pt x="2000281" y="999842"/>
                  </a:lnTo>
                  <a:lnTo>
                    <a:pt x="2036469" y="1080064"/>
                  </a:lnTo>
                  <a:lnTo>
                    <a:pt x="2072956" y="1162701"/>
                  </a:lnTo>
                  <a:lnTo>
                    <a:pt x="2109695" y="1247255"/>
                  </a:lnTo>
                  <a:lnTo>
                    <a:pt x="2146618" y="1333175"/>
                  </a:lnTo>
                  <a:lnTo>
                    <a:pt x="2183649" y="1419872"/>
                  </a:lnTo>
                  <a:lnTo>
                    <a:pt x="2220702" y="1506732"/>
                  </a:lnTo>
                  <a:lnTo>
                    <a:pt x="2257692" y="1593138"/>
                  </a:lnTo>
                  <a:lnTo>
                    <a:pt x="2294537" y="1678484"/>
                  </a:lnTo>
                  <a:lnTo>
                    <a:pt x="2331165" y="1762199"/>
                  </a:lnTo>
                  <a:lnTo>
                    <a:pt x="2367516" y="1843753"/>
                  </a:lnTo>
                  <a:lnTo>
                    <a:pt x="2403550" y="1922681"/>
                  </a:lnTo>
                  <a:lnTo>
                    <a:pt x="2439252" y="1998583"/>
                  </a:lnTo>
                  <a:lnTo>
                    <a:pt x="2474629" y="2071137"/>
                  </a:lnTo>
                  <a:lnTo>
                    <a:pt x="2509718" y="2140101"/>
                  </a:lnTo>
                  <a:lnTo>
                    <a:pt x="2544591" y="2205308"/>
                  </a:lnTo>
                  <a:lnTo>
                    <a:pt x="2579350" y="2266670"/>
                  </a:lnTo>
                  <a:lnTo>
                    <a:pt x="2614138" y="2324168"/>
                  </a:lnTo>
                  <a:lnTo>
                    <a:pt x="2649138" y="2377847"/>
                  </a:lnTo>
                  <a:lnTo>
                    <a:pt x="2667772" y="2404669"/>
                  </a:lnTo>
                  <a:lnTo>
                    <a:pt x="2714341" y="2466233"/>
                  </a:lnTo>
                  <a:lnTo>
                    <a:pt x="2762498" y="2521589"/>
                  </a:lnTo>
                  <a:lnTo>
                    <a:pt x="2813000" y="2571058"/>
                  </a:lnTo>
                  <a:lnTo>
                    <a:pt x="2866692" y="2615182"/>
                  </a:lnTo>
                  <a:lnTo>
                    <a:pt x="2924434" y="2654570"/>
                  </a:lnTo>
                  <a:lnTo>
                    <a:pt x="2987029" y="2689809"/>
                  </a:lnTo>
                  <a:lnTo>
                    <a:pt x="3055126" y="2721413"/>
                  </a:lnTo>
                  <a:lnTo>
                    <a:pt x="3129098" y="2749798"/>
                  </a:lnTo>
                  <a:lnTo>
                    <a:pt x="3208873" y="2775265"/>
                  </a:lnTo>
                  <a:lnTo>
                    <a:pt x="3293744" y="2798000"/>
                  </a:lnTo>
                  <a:lnTo>
                    <a:pt x="3382173" y="2818079"/>
                  </a:lnTo>
                  <a:lnTo>
                    <a:pt x="3471664" y="2835490"/>
                  </a:lnTo>
                  <a:lnTo>
                    <a:pt x="3558803" y="2850171"/>
                  </a:lnTo>
                  <a:lnTo>
                    <a:pt x="3639551" y="2862070"/>
                  </a:lnTo>
                  <a:lnTo>
                    <a:pt x="3709822" y="2871208"/>
                  </a:lnTo>
                  <a:lnTo>
                    <a:pt x="3766275" y="2877735"/>
                  </a:lnTo>
                  <a:lnTo>
                    <a:pt x="3807081" y="2881955"/>
                  </a:lnTo>
                  <a:lnTo>
                    <a:pt x="3832438" y="2884313"/>
                  </a:lnTo>
                  <a:lnTo>
                    <a:pt x="3844670" y="2885340"/>
                  </a:lnTo>
                  <a:lnTo>
                    <a:pt x="3848010" y="2885595"/>
                  </a:lnTo>
                  <a:lnTo>
                    <a:pt x="3848118" y="2885603"/>
                  </a:lnTo>
                  <a:lnTo>
                    <a:pt x="4386855" y="2885603"/>
                  </a:lnTo>
                  <a:lnTo>
                    <a:pt x="4388087" y="2885540"/>
                  </a:lnTo>
                  <a:lnTo>
                    <a:pt x="4396132" y="2885091"/>
                  </a:lnTo>
                  <a:lnTo>
                    <a:pt x="4416227" y="2883849"/>
                  </a:lnTo>
                  <a:lnTo>
                    <a:pt x="4451684" y="2881412"/>
                  </a:lnTo>
                  <a:lnTo>
                    <a:pt x="4503578" y="2877423"/>
                  </a:lnTo>
                  <a:lnTo>
                    <a:pt x="4570711" y="2871620"/>
                  </a:lnTo>
                  <a:lnTo>
                    <a:pt x="4650010" y="2863855"/>
                  </a:lnTo>
                  <a:lnTo>
                    <a:pt x="4737311" y="2854084"/>
                  </a:lnTo>
                  <a:lnTo>
                    <a:pt x="4828245" y="2842336"/>
                  </a:lnTo>
                  <a:lnTo>
                    <a:pt x="4918962" y="2828657"/>
                  </a:lnTo>
                  <a:lnTo>
                    <a:pt x="5006550" y="2813070"/>
                  </a:lnTo>
                  <a:lnTo>
                    <a:pt x="5089136" y="2795536"/>
                  </a:lnTo>
                  <a:lnTo>
                    <a:pt x="5165788" y="2775937"/>
                  </a:lnTo>
                  <a:lnTo>
                    <a:pt x="5236310" y="2754071"/>
                  </a:lnTo>
                  <a:lnTo>
                    <a:pt x="5301020" y="2729648"/>
                  </a:lnTo>
                  <a:lnTo>
                    <a:pt x="5360568" y="2702301"/>
                  </a:lnTo>
                  <a:lnTo>
                    <a:pt x="5415787" y="2671606"/>
                  </a:lnTo>
                  <a:lnTo>
                    <a:pt x="5467583" y="2637115"/>
                  </a:lnTo>
                  <a:lnTo>
                    <a:pt x="5516858" y="2598423"/>
                  </a:lnTo>
                  <a:lnTo>
                    <a:pt x="5564425" y="2555273"/>
                  </a:lnTo>
                  <a:lnTo>
                    <a:pt x="5567201" y="2552579"/>
                  </a:lnTo>
                  <a:lnTo>
                    <a:pt x="5607485" y="2511362"/>
                  </a:lnTo>
                  <a:lnTo>
                    <a:pt x="5647379" y="2466708"/>
                  </a:lnTo>
                  <a:lnTo>
                    <a:pt x="5687182" y="2418552"/>
                  </a:lnTo>
                  <a:lnTo>
                    <a:pt x="5727117" y="2366900"/>
                  </a:lnTo>
                  <a:lnTo>
                    <a:pt x="5767342" y="2311845"/>
                  </a:lnTo>
                  <a:lnTo>
                    <a:pt x="5807955" y="2253569"/>
                  </a:lnTo>
                  <a:lnTo>
                    <a:pt x="5849002" y="2192347"/>
                  </a:lnTo>
                  <a:lnTo>
                    <a:pt x="5890477" y="2128547"/>
                  </a:lnTo>
                  <a:lnTo>
                    <a:pt x="5932337" y="2062626"/>
                  </a:lnTo>
                  <a:lnTo>
                    <a:pt x="5974500" y="1995113"/>
                  </a:lnTo>
                  <a:lnTo>
                    <a:pt x="6016861" y="1926599"/>
                  </a:lnTo>
                  <a:lnTo>
                    <a:pt x="6059298" y="1857712"/>
                  </a:lnTo>
                  <a:lnTo>
                    <a:pt x="6101680" y="1789093"/>
                  </a:lnTo>
                  <a:lnTo>
                    <a:pt x="6143883" y="1721375"/>
                  </a:lnTo>
                  <a:lnTo>
                    <a:pt x="6185799" y="1655155"/>
                  </a:lnTo>
                  <a:lnTo>
                    <a:pt x="6227341" y="1590976"/>
                  </a:lnTo>
                  <a:lnTo>
                    <a:pt x="6268459" y="1529305"/>
                  </a:lnTo>
                  <a:lnTo>
                    <a:pt x="6309141" y="1470526"/>
                  </a:lnTo>
                  <a:lnTo>
                    <a:pt x="6349425" y="1414929"/>
                  </a:lnTo>
                  <a:lnTo>
                    <a:pt x="6389398" y="1362713"/>
                  </a:lnTo>
                  <a:lnTo>
                    <a:pt x="6429209" y="1313983"/>
                  </a:lnTo>
                  <a:lnTo>
                    <a:pt x="6469070" y="1268759"/>
                  </a:lnTo>
                  <a:lnTo>
                    <a:pt x="6509266" y="1226988"/>
                  </a:lnTo>
                  <a:lnTo>
                    <a:pt x="6515891" y="1220483"/>
                  </a:lnTo>
                  <a:lnTo>
                    <a:pt x="6563379" y="1177066"/>
                  </a:lnTo>
                  <a:lnTo>
                    <a:pt x="6612531" y="1138115"/>
                  </a:lnTo>
                  <a:lnTo>
                    <a:pt x="6664154" y="1103387"/>
                  </a:lnTo>
                  <a:lnTo>
                    <a:pt x="6719144" y="1072480"/>
                  </a:lnTo>
                  <a:lnTo>
                    <a:pt x="6778412" y="1044947"/>
                  </a:lnTo>
                  <a:lnTo>
                    <a:pt x="6842796" y="1020361"/>
                  </a:lnTo>
                  <a:lnTo>
                    <a:pt x="6912960" y="998352"/>
                  </a:lnTo>
                  <a:lnTo>
                    <a:pt x="6989249" y="978627"/>
                  </a:lnTo>
                  <a:lnTo>
                    <a:pt x="7071502" y="960974"/>
                  </a:lnTo>
                  <a:lnTo>
                    <a:pt x="7158836" y="945273"/>
                  </a:lnTo>
                  <a:lnTo>
                    <a:pt x="7249439" y="931481"/>
                  </a:lnTo>
                  <a:lnTo>
                    <a:pt x="7340459" y="919618"/>
                  </a:lnTo>
                  <a:lnTo>
                    <a:pt x="7428094" y="909729"/>
                  </a:lnTo>
                  <a:lnTo>
                    <a:pt x="7507989" y="901845"/>
                  </a:lnTo>
                  <a:lnTo>
                    <a:pt x="7575942" y="895929"/>
                  </a:lnTo>
                  <a:lnTo>
                    <a:pt x="7628793" y="891839"/>
                  </a:lnTo>
                  <a:lnTo>
                    <a:pt x="7665216" y="889319"/>
                  </a:lnTo>
                  <a:lnTo>
                    <a:pt x="7686149" y="888018"/>
                  </a:lnTo>
                  <a:lnTo>
                    <a:pt x="7694779" y="887533"/>
                  </a:lnTo>
                  <a:lnTo>
                    <a:pt x="7696237" y="887459"/>
                  </a:lnTo>
                  <a:lnTo>
                    <a:pt x="7696237" y="887459"/>
                  </a:lnTo>
                  <a:lnTo>
                    <a:pt x="8234974" y="887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8" name="pl628"/>
            <p:cNvSpPr/>
            <p:nvPr/>
          </p:nvSpPr>
          <p:spPr>
            <a:xfrm>
              <a:off x="546595" y="3276721"/>
              <a:ext cx="8234974" cy="2885603"/>
            </a:xfrm>
            <a:custGeom>
              <a:avLst/>
              <a:pathLst>
                <a:path w="8234974" h="2885603">
                  <a:moveTo>
                    <a:pt x="8234974" y="887459"/>
                  </a:moveTo>
                  <a:lnTo>
                    <a:pt x="7696237" y="887459"/>
                  </a:lnTo>
                  <a:lnTo>
                    <a:pt x="7695006" y="887521"/>
                  </a:lnTo>
                  <a:lnTo>
                    <a:pt x="7686961" y="887970"/>
                  </a:lnTo>
                  <a:lnTo>
                    <a:pt x="7666865" y="889212"/>
                  </a:lnTo>
                  <a:lnTo>
                    <a:pt x="7631408" y="891650"/>
                  </a:lnTo>
                  <a:lnTo>
                    <a:pt x="7579514" y="895638"/>
                  </a:lnTo>
                  <a:lnTo>
                    <a:pt x="7512382" y="901441"/>
                  </a:lnTo>
                  <a:lnTo>
                    <a:pt x="7433082" y="909206"/>
                  </a:lnTo>
                  <a:lnTo>
                    <a:pt x="7345781" y="918977"/>
                  </a:lnTo>
                  <a:lnTo>
                    <a:pt x="7254847" y="930725"/>
                  </a:lnTo>
                  <a:lnTo>
                    <a:pt x="7164130" y="944404"/>
                  </a:lnTo>
                  <a:lnTo>
                    <a:pt x="7076543" y="959991"/>
                  </a:lnTo>
                  <a:lnTo>
                    <a:pt x="6993957" y="977526"/>
                  </a:lnTo>
                  <a:lnTo>
                    <a:pt x="6917304" y="997124"/>
                  </a:lnTo>
                  <a:lnTo>
                    <a:pt x="6846783" y="1018990"/>
                  </a:lnTo>
                  <a:lnTo>
                    <a:pt x="6782072" y="1043413"/>
                  </a:lnTo>
                  <a:lnTo>
                    <a:pt x="6722524" y="1070760"/>
                  </a:lnTo>
                  <a:lnTo>
                    <a:pt x="6667306" y="1101456"/>
                  </a:lnTo>
                  <a:lnTo>
                    <a:pt x="6615510" y="1135946"/>
                  </a:lnTo>
                  <a:lnTo>
                    <a:pt x="6566234" y="1174638"/>
                  </a:lnTo>
                  <a:lnTo>
                    <a:pt x="6518668" y="1217788"/>
                  </a:lnTo>
                  <a:lnTo>
                    <a:pt x="6515891" y="1220483"/>
                  </a:lnTo>
                  <a:lnTo>
                    <a:pt x="6475607" y="1261699"/>
                  </a:lnTo>
                  <a:lnTo>
                    <a:pt x="6435713" y="1306353"/>
                  </a:lnTo>
                  <a:lnTo>
                    <a:pt x="6395911" y="1354509"/>
                  </a:lnTo>
                  <a:lnTo>
                    <a:pt x="6355976" y="1406161"/>
                  </a:lnTo>
                  <a:lnTo>
                    <a:pt x="6315750" y="1461216"/>
                  </a:lnTo>
                  <a:lnTo>
                    <a:pt x="6275137" y="1519492"/>
                  </a:lnTo>
                  <a:lnTo>
                    <a:pt x="6234091" y="1580714"/>
                  </a:lnTo>
                  <a:lnTo>
                    <a:pt x="6192615" y="1644514"/>
                  </a:lnTo>
                  <a:lnTo>
                    <a:pt x="6150756" y="1710435"/>
                  </a:lnTo>
                  <a:lnTo>
                    <a:pt x="6108592" y="1777948"/>
                  </a:lnTo>
                  <a:lnTo>
                    <a:pt x="6066231" y="1846462"/>
                  </a:lnTo>
                  <a:lnTo>
                    <a:pt x="6023795" y="1915350"/>
                  </a:lnTo>
                  <a:lnTo>
                    <a:pt x="5981413" y="1983968"/>
                  </a:lnTo>
                  <a:lnTo>
                    <a:pt x="5939209" y="2051686"/>
                  </a:lnTo>
                  <a:lnTo>
                    <a:pt x="5897294" y="2117906"/>
                  </a:lnTo>
                  <a:lnTo>
                    <a:pt x="5855751" y="2182085"/>
                  </a:lnTo>
                  <a:lnTo>
                    <a:pt x="5814633" y="2243756"/>
                  </a:lnTo>
                  <a:lnTo>
                    <a:pt x="5773951" y="2302536"/>
                  </a:lnTo>
                  <a:lnTo>
                    <a:pt x="5733668" y="2358132"/>
                  </a:lnTo>
                  <a:lnTo>
                    <a:pt x="5693694" y="2410348"/>
                  </a:lnTo>
                  <a:lnTo>
                    <a:pt x="5653883" y="2459078"/>
                  </a:lnTo>
                  <a:lnTo>
                    <a:pt x="5614023" y="2504302"/>
                  </a:lnTo>
                  <a:lnTo>
                    <a:pt x="5573827" y="2546073"/>
                  </a:lnTo>
                  <a:lnTo>
                    <a:pt x="5567201" y="2552579"/>
                  </a:lnTo>
                  <a:lnTo>
                    <a:pt x="5519714" y="2595995"/>
                  </a:lnTo>
                  <a:lnTo>
                    <a:pt x="5470561" y="2634946"/>
                  </a:lnTo>
                  <a:lnTo>
                    <a:pt x="5418938" y="2669674"/>
                  </a:lnTo>
                  <a:lnTo>
                    <a:pt x="5363948" y="2700582"/>
                  </a:lnTo>
                  <a:lnTo>
                    <a:pt x="5304681" y="2728115"/>
                  </a:lnTo>
                  <a:lnTo>
                    <a:pt x="5240297" y="2752700"/>
                  </a:lnTo>
                  <a:lnTo>
                    <a:pt x="5170132" y="2774709"/>
                  </a:lnTo>
                  <a:lnTo>
                    <a:pt x="5093843" y="2794435"/>
                  </a:lnTo>
                  <a:lnTo>
                    <a:pt x="5011590" y="2812087"/>
                  </a:lnTo>
                  <a:lnTo>
                    <a:pt x="4924257" y="2827788"/>
                  </a:lnTo>
                  <a:lnTo>
                    <a:pt x="4833654" y="2841580"/>
                  </a:lnTo>
                  <a:lnTo>
                    <a:pt x="4742634" y="2853444"/>
                  </a:lnTo>
                  <a:lnTo>
                    <a:pt x="4654998" y="2863332"/>
                  </a:lnTo>
                  <a:lnTo>
                    <a:pt x="4575103" y="2871216"/>
                  </a:lnTo>
                  <a:lnTo>
                    <a:pt x="4507150" y="2877132"/>
                  </a:lnTo>
                  <a:lnTo>
                    <a:pt x="4454299" y="2881222"/>
                  </a:lnTo>
                  <a:lnTo>
                    <a:pt x="4417877" y="2883742"/>
                  </a:lnTo>
                  <a:lnTo>
                    <a:pt x="4396943" y="2885043"/>
                  </a:lnTo>
                  <a:lnTo>
                    <a:pt x="4388313" y="2885528"/>
                  </a:lnTo>
                  <a:lnTo>
                    <a:pt x="4386855" y="2885603"/>
                  </a:lnTo>
                  <a:lnTo>
                    <a:pt x="4386855" y="2885603"/>
                  </a:lnTo>
                  <a:lnTo>
                    <a:pt x="3848118" y="2885603"/>
                  </a:lnTo>
                  <a:lnTo>
                    <a:pt x="3846955" y="2885517"/>
                  </a:lnTo>
                  <a:lnTo>
                    <a:pt x="3839342" y="2884905"/>
                  </a:lnTo>
                  <a:lnTo>
                    <a:pt x="3820288" y="2883214"/>
                  </a:lnTo>
                  <a:lnTo>
                    <a:pt x="3786573" y="2879892"/>
                  </a:lnTo>
                  <a:lnTo>
                    <a:pt x="3737034" y="2874447"/>
                  </a:lnTo>
                  <a:lnTo>
                    <a:pt x="3672629" y="2866510"/>
                  </a:lnTo>
                  <a:lnTo>
                    <a:pt x="3596106" y="2855860"/>
                  </a:lnTo>
                  <a:lnTo>
                    <a:pt x="3511318" y="2842424"/>
                  </a:lnTo>
                  <a:lnTo>
                    <a:pt x="3422413" y="2826231"/>
                  </a:lnTo>
                  <a:lnTo>
                    <a:pt x="3333140" y="2807345"/>
                  </a:lnTo>
                  <a:lnTo>
                    <a:pt x="3246426" y="2785806"/>
                  </a:lnTo>
                  <a:lnTo>
                    <a:pt x="3164229" y="2761581"/>
                  </a:lnTo>
                  <a:lnTo>
                    <a:pt x="3087610" y="2734537"/>
                  </a:lnTo>
                  <a:lnTo>
                    <a:pt x="3016898" y="2704423"/>
                  </a:lnTo>
                  <a:lnTo>
                    <a:pt x="2951900" y="2670875"/>
                  </a:lnTo>
                  <a:lnTo>
                    <a:pt x="2892071" y="2633419"/>
                  </a:lnTo>
                  <a:lnTo>
                    <a:pt x="2836665" y="2591497"/>
                  </a:lnTo>
                  <a:lnTo>
                    <a:pt x="2784838" y="2544502"/>
                  </a:lnTo>
                  <a:lnTo>
                    <a:pt x="2735728" y="2491848"/>
                  </a:lnTo>
                  <a:lnTo>
                    <a:pt x="2688531" y="2433089"/>
                  </a:lnTo>
                  <a:lnTo>
                    <a:pt x="2667772" y="2404669"/>
                  </a:lnTo>
                  <a:lnTo>
                    <a:pt x="2632569" y="2352966"/>
                  </a:lnTo>
                  <a:lnTo>
                    <a:pt x="2597694" y="2297493"/>
                  </a:lnTo>
                  <a:lnTo>
                    <a:pt x="2562940" y="2238173"/>
                  </a:lnTo>
                  <a:lnTo>
                    <a:pt x="2528143" y="2174988"/>
                  </a:lnTo>
                  <a:lnTo>
                    <a:pt x="2493179" y="2107991"/>
                  </a:lnTo>
                  <a:lnTo>
                    <a:pt x="2457960" y="2037307"/>
                  </a:lnTo>
                  <a:lnTo>
                    <a:pt x="2422433" y="1963136"/>
                  </a:lnTo>
                  <a:lnTo>
                    <a:pt x="2386573" y="1885760"/>
                  </a:lnTo>
                  <a:lnTo>
                    <a:pt x="2350386" y="1805538"/>
                  </a:lnTo>
                  <a:lnTo>
                    <a:pt x="2313898" y="1722901"/>
                  </a:lnTo>
                  <a:lnTo>
                    <a:pt x="2277160" y="1638347"/>
                  </a:lnTo>
                  <a:lnTo>
                    <a:pt x="2240236" y="1552427"/>
                  </a:lnTo>
                  <a:lnTo>
                    <a:pt x="2203206" y="1465730"/>
                  </a:lnTo>
                  <a:lnTo>
                    <a:pt x="2166152" y="1378870"/>
                  </a:lnTo>
                  <a:lnTo>
                    <a:pt x="2129162" y="1292464"/>
                  </a:lnTo>
                  <a:lnTo>
                    <a:pt x="2092317" y="1207118"/>
                  </a:lnTo>
                  <a:lnTo>
                    <a:pt x="2055690" y="1123403"/>
                  </a:lnTo>
                  <a:lnTo>
                    <a:pt x="2019339" y="1041849"/>
                  </a:lnTo>
                  <a:lnTo>
                    <a:pt x="1983304" y="962921"/>
                  </a:lnTo>
                  <a:lnTo>
                    <a:pt x="1947603" y="887019"/>
                  </a:lnTo>
                  <a:lnTo>
                    <a:pt x="1912226" y="814465"/>
                  </a:lnTo>
                  <a:lnTo>
                    <a:pt x="1877136" y="745501"/>
                  </a:lnTo>
                  <a:lnTo>
                    <a:pt x="1842264" y="680294"/>
                  </a:lnTo>
                  <a:lnTo>
                    <a:pt x="1807505" y="618932"/>
                  </a:lnTo>
                  <a:lnTo>
                    <a:pt x="1772717" y="561435"/>
                  </a:lnTo>
                  <a:lnTo>
                    <a:pt x="1737716" y="507755"/>
                  </a:lnTo>
                  <a:lnTo>
                    <a:pt x="1719082" y="480933"/>
                  </a:lnTo>
                  <a:lnTo>
                    <a:pt x="1672513" y="419369"/>
                  </a:lnTo>
                  <a:lnTo>
                    <a:pt x="1624356" y="364013"/>
                  </a:lnTo>
                  <a:lnTo>
                    <a:pt x="1573854" y="314544"/>
                  </a:lnTo>
                  <a:lnTo>
                    <a:pt x="1520163" y="270420"/>
                  </a:lnTo>
                  <a:lnTo>
                    <a:pt x="1462420" y="231032"/>
                  </a:lnTo>
                  <a:lnTo>
                    <a:pt x="1399825" y="195793"/>
                  </a:lnTo>
                  <a:lnTo>
                    <a:pt x="1331728" y="164189"/>
                  </a:lnTo>
                  <a:lnTo>
                    <a:pt x="1257757" y="135804"/>
                  </a:lnTo>
                  <a:lnTo>
                    <a:pt x="1177982" y="110337"/>
                  </a:lnTo>
                  <a:lnTo>
                    <a:pt x="1093111" y="87602"/>
                  </a:lnTo>
                  <a:lnTo>
                    <a:pt x="1004682" y="67523"/>
                  </a:lnTo>
                  <a:lnTo>
                    <a:pt x="915191" y="50112"/>
                  </a:lnTo>
                  <a:lnTo>
                    <a:pt x="828051" y="35431"/>
                  </a:lnTo>
                  <a:lnTo>
                    <a:pt x="747304" y="23532"/>
                  </a:lnTo>
                  <a:lnTo>
                    <a:pt x="677033" y="14394"/>
                  </a:lnTo>
                  <a:lnTo>
                    <a:pt x="620580" y="7867"/>
                  </a:lnTo>
                  <a:lnTo>
                    <a:pt x="579773" y="3647"/>
                  </a:lnTo>
                  <a:lnTo>
                    <a:pt x="554417" y="1289"/>
                  </a:lnTo>
                  <a:lnTo>
                    <a:pt x="542185" y="262"/>
                  </a:lnTo>
                  <a:lnTo>
                    <a:pt x="538845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9" name="pg629"/>
            <p:cNvSpPr/>
            <p:nvPr/>
          </p:nvSpPr>
          <p:spPr>
            <a:xfrm>
              <a:off x="546595" y="3282165"/>
              <a:ext cx="8234974" cy="2918270"/>
            </a:xfrm>
            <a:custGeom>
              <a:avLst/>
              <a:pathLst>
                <a:path w="8234974" h="2918270">
                  <a:moveTo>
                    <a:pt x="0" y="5444"/>
                  </a:moveTo>
                  <a:lnTo>
                    <a:pt x="538736" y="5444"/>
                  </a:lnTo>
                  <a:lnTo>
                    <a:pt x="539898" y="5530"/>
                  </a:lnTo>
                  <a:lnTo>
                    <a:pt x="547499" y="6145"/>
                  </a:lnTo>
                  <a:lnTo>
                    <a:pt x="566524" y="7847"/>
                  </a:lnTo>
                  <a:lnTo>
                    <a:pt x="600192" y="11189"/>
                  </a:lnTo>
                  <a:lnTo>
                    <a:pt x="649666" y="16665"/>
                  </a:lnTo>
                  <a:lnTo>
                    <a:pt x="713996" y="24651"/>
                  </a:lnTo>
                  <a:lnTo>
                    <a:pt x="790442" y="35366"/>
                  </a:lnTo>
                  <a:lnTo>
                    <a:pt x="875159" y="48884"/>
                  </a:lnTo>
                  <a:lnTo>
                    <a:pt x="964007" y="65178"/>
                  </a:lnTo>
                  <a:lnTo>
                    <a:pt x="1053238" y="84183"/>
                  </a:lnTo>
                  <a:lnTo>
                    <a:pt x="1139927" y="105858"/>
                  </a:lnTo>
                  <a:lnTo>
                    <a:pt x="1222111" y="130235"/>
                  </a:lnTo>
                  <a:lnTo>
                    <a:pt x="1298729" y="157448"/>
                  </a:lnTo>
                  <a:lnTo>
                    <a:pt x="1369445" y="187749"/>
                  </a:lnTo>
                  <a:lnTo>
                    <a:pt x="1434451" y="221504"/>
                  </a:lnTo>
                  <a:lnTo>
                    <a:pt x="1494288" y="259187"/>
                  </a:lnTo>
                  <a:lnTo>
                    <a:pt x="1549700" y="301360"/>
                  </a:lnTo>
                  <a:lnTo>
                    <a:pt x="1601529" y="348633"/>
                  </a:lnTo>
                  <a:lnTo>
                    <a:pt x="1650635" y="401597"/>
                  </a:lnTo>
                  <a:lnTo>
                    <a:pt x="1697823" y="460702"/>
                  </a:lnTo>
                  <a:lnTo>
                    <a:pt x="1719082" y="490008"/>
                  </a:lnTo>
                  <a:lnTo>
                    <a:pt x="1754180" y="541937"/>
                  </a:lnTo>
                  <a:lnTo>
                    <a:pt x="1788950" y="597642"/>
                  </a:lnTo>
                  <a:lnTo>
                    <a:pt x="1823599" y="657201"/>
                  </a:lnTo>
                  <a:lnTo>
                    <a:pt x="1858290" y="720628"/>
                  </a:lnTo>
                  <a:lnTo>
                    <a:pt x="1893146" y="787875"/>
                  </a:lnTo>
                  <a:lnTo>
                    <a:pt x="1928253" y="858818"/>
                  </a:lnTo>
                  <a:lnTo>
                    <a:pt x="1963666" y="933256"/>
                  </a:lnTo>
                  <a:lnTo>
                    <a:pt x="1999410" y="1010911"/>
                  </a:lnTo>
                  <a:lnTo>
                    <a:pt x="2035480" y="1091426"/>
                  </a:lnTo>
                  <a:lnTo>
                    <a:pt x="2071849" y="1174372"/>
                  </a:lnTo>
                  <a:lnTo>
                    <a:pt x="2108469" y="1259254"/>
                  </a:lnTo>
                  <a:lnTo>
                    <a:pt x="2145276" y="1345523"/>
                  </a:lnTo>
                  <a:lnTo>
                    <a:pt x="2182192" y="1432592"/>
                  </a:lnTo>
                  <a:lnTo>
                    <a:pt x="2219134" y="1519848"/>
                  </a:lnTo>
                  <a:lnTo>
                    <a:pt x="2256017" y="1606676"/>
                  </a:lnTo>
                  <a:lnTo>
                    <a:pt x="2292759" y="1692470"/>
                  </a:lnTo>
                  <a:lnTo>
                    <a:pt x="2329288" y="1776656"/>
                  </a:lnTo>
                  <a:lnTo>
                    <a:pt x="2365545" y="1858705"/>
                  </a:lnTo>
                  <a:lnTo>
                    <a:pt x="2401489" y="1938146"/>
                  </a:lnTo>
                  <a:lnTo>
                    <a:pt x="2437102" y="2014579"/>
                  </a:lnTo>
                  <a:lnTo>
                    <a:pt x="2472391" y="2087677"/>
                  </a:lnTo>
                  <a:lnTo>
                    <a:pt x="2507392" y="2157191"/>
                  </a:lnTo>
                  <a:lnTo>
                    <a:pt x="2542171" y="2222952"/>
                  </a:lnTo>
                  <a:lnTo>
                    <a:pt x="2576828" y="2284866"/>
                  </a:lnTo>
                  <a:lnTo>
                    <a:pt x="2611503" y="2342909"/>
                  </a:lnTo>
                  <a:lnTo>
                    <a:pt x="2646374" y="2397123"/>
                  </a:lnTo>
                  <a:lnTo>
                    <a:pt x="2667772" y="2428262"/>
                  </a:lnTo>
                  <a:lnTo>
                    <a:pt x="2714316" y="2490259"/>
                  </a:lnTo>
                  <a:lnTo>
                    <a:pt x="2762445" y="2546007"/>
                  </a:lnTo>
                  <a:lnTo>
                    <a:pt x="2812916" y="2595830"/>
                  </a:lnTo>
                  <a:lnTo>
                    <a:pt x="2866572" y="2640273"/>
                  </a:lnTo>
                  <a:lnTo>
                    <a:pt x="2924273" y="2679948"/>
                  </a:lnTo>
                  <a:lnTo>
                    <a:pt x="2986818" y="2715445"/>
                  </a:lnTo>
                  <a:lnTo>
                    <a:pt x="3054859" y="2747283"/>
                  </a:lnTo>
                  <a:lnTo>
                    <a:pt x="3128766" y="2775879"/>
                  </a:lnTo>
                  <a:lnTo>
                    <a:pt x="3208473" y="2801537"/>
                  </a:lnTo>
                  <a:lnTo>
                    <a:pt x="3293276" y="2824445"/>
                  </a:lnTo>
                  <a:lnTo>
                    <a:pt x="3381643" y="2844680"/>
                  </a:lnTo>
                  <a:lnTo>
                    <a:pt x="3471089" y="2862230"/>
                  </a:lnTo>
                  <a:lnTo>
                    <a:pt x="3558211" y="2877032"/>
                  </a:lnTo>
                  <a:lnTo>
                    <a:pt x="3638976" y="2889035"/>
                  </a:lnTo>
                  <a:lnTo>
                    <a:pt x="3709306" y="2898259"/>
                  </a:lnTo>
                  <a:lnTo>
                    <a:pt x="3765854" y="2904852"/>
                  </a:lnTo>
                  <a:lnTo>
                    <a:pt x="3806780" y="2909121"/>
                  </a:lnTo>
                  <a:lnTo>
                    <a:pt x="3832260" y="2911510"/>
                  </a:lnTo>
                  <a:lnTo>
                    <a:pt x="3844598" y="2912555"/>
                  </a:lnTo>
                  <a:lnTo>
                    <a:pt x="3848118" y="2912825"/>
                  </a:lnTo>
                  <a:lnTo>
                    <a:pt x="4386855" y="2912825"/>
                  </a:lnTo>
                  <a:lnTo>
                    <a:pt x="4388158" y="2912825"/>
                  </a:lnTo>
                  <a:lnTo>
                    <a:pt x="4396657" y="2912827"/>
                  </a:lnTo>
                  <a:lnTo>
                    <a:pt x="4417843" y="2912830"/>
                  </a:lnTo>
                  <a:lnTo>
                    <a:pt x="4455112" y="2912837"/>
                  </a:lnTo>
                  <a:lnTo>
                    <a:pt x="4509439" y="2912849"/>
                  </a:lnTo>
                  <a:lnTo>
                    <a:pt x="4579358" y="2912866"/>
                  </a:lnTo>
                  <a:lnTo>
                    <a:pt x="4661455" y="2912888"/>
                  </a:lnTo>
                  <a:lnTo>
                    <a:pt x="4751244" y="2912916"/>
                  </a:lnTo>
                  <a:lnTo>
                    <a:pt x="4844140" y="2912949"/>
                  </a:lnTo>
                  <a:lnTo>
                    <a:pt x="4936212" y="2912988"/>
                  </a:lnTo>
                  <a:lnTo>
                    <a:pt x="5024576" y="2913033"/>
                  </a:lnTo>
                  <a:lnTo>
                    <a:pt x="5107465" y="2913083"/>
                  </a:lnTo>
                  <a:lnTo>
                    <a:pt x="5184084" y="2913138"/>
                  </a:lnTo>
                  <a:lnTo>
                    <a:pt x="5254375" y="2913201"/>
                  </a:lnTo>
                  <a:lnTo>
                    <a:pt x="5318786" y="2913271"/>
                  </a:lnTo>
                  <a:lnTo>
                    <a:pt x="5378070" y="2913350"/>
                  </a:lnTo>
                  <a:lnTo>
                    <a:pt x="5433142" y="2913438"/>
                  </a:lnTo>
                  <a:lnTo>
                    <a:pt x="5484972" y="2913538"/>
                  </a:lnTo>
                  <a:lnTo>
                    <a:pt x="5534491" y="2913650"/>
                  </a:lnTo>
                  <a:lnTo>
                    <a:pt x="5567201" y="2913733"/>
                  </a:lnTo>
                  <a:lnTo>
                    <a:pt x="5619996" y="2913882"/>
                  </a:lnTo>
                  <a:lnTo>
                    <a:pt x="5672286" y="2914048"/>
                  </a:lnTo>
                  <a:lnTo>
                    <a:pt x="5724667" y="2914230"/>
                  </a:lnTo>
                  <a:lnTo>
                    <a:pt x="5777529" y="2914428"/>
                  </a:lnTo>
                  <a:lnTo>
                    <a:pt x="5831081" y="2914641"/>
                  </a:lnTo>
                  <a:lnTo>
                    <a:pt x="5885382" y="2914867"/>
                  </a:lnTo>
                  <a:lnTo>
                    <a:pt x="5940353" y="2915103"/>
                  </a:lnTo>
                  <a:lnTo>
                    <a:pt x="5995814" y="2915345"/>
                  </a:lnTo>
                  <a:lnTo>
                    <a:pt x="6051511" y="2915592"/>
                  </a:lnTo>
                  <a:lnTo>
                    <a:pt x="6107156" y="2915837"/>
                  </a:lnTo>
                  <a:lnTo>
                    <a:pt x="6162468" y="2916078"/>
                  </a:lnTo>
                  <a:lnTo>
                    <a:pt x="6217216" y="2916311"/>
                  </a:lnTo>
                  <a:lnTo>
                    <a:pt x="6271251" y="2916532"/>
                  </a:lnTo>
                  <a:lnTo>
                    <a:pt x="6324542" y="2916740"/>
                  </a:lnTo>
                  <a:lnTo>
                    <a:pt x="6377199" y="2916932"/>
                  </a:lnTo>
                  <a:lnTo>
                    <a:pt x="6429493" y="2917109"/>
                  </a:lnTo>
                  <a:lnTo>
                    <a:pt x="6481883" y="2917268"/>
                  </a:lnTo>
                  <a:lnTo>
                    <a:pt x="6515891" y="2917362"/>
                  </a:lnTo>
                  <a:lnTo>
                    <a:pt x="6564311" y="2917483"/>
                  </a:lnTo>
                  <a:lnTo>
                    <a:pt x="6614476" y="2917591"/>
                  </a:lnTo>
                  <a:lnTo>
                    <a:pt x="6667243" y="2917687"/>
                  </a:lnTo>
                  <a:lnTo>
                    <a:pt x="6723563" y="2917772"/>
                  </a:lnTo>
                  <a:lnTo>
                    <a:pt x="6784399" y="2917848"/>
                  </a:lnTo>
                  <a:lnTo>
                    <a:pt x="6850628" y="2917915"/>
                  </a:lnTo>
                  <a:lnTo>
                    <a:pt x="6922924" y="2917975"/>
                  </a:lnTo>
                  <a:lnTo>
                    <a:pt x="7001594" y="2918029"/>
                  </a:lnTo>
                  <a:lnTo>
                    <a:pt x="7086371" y="2918077"/>
                  </a:lnTo>
                  <a:lnTo>
                    <a:pt x="7176171" y="2918120"/>
                  </a:lnTo>
                  <a:lnTo>
                    <a:pt x="7268876" y="2918157"/>
                  </a:lnTo>
                  <a:lnTo>
                    <a:pt x="7361246" y="2918189"/>
                  </a:lnTo>
                  <a:lnTo>
                    <a:pt x="7449077" y="2918215"/>
                  </a:lnTo>
                  <a:lnTo>
                    <a:pt x="7527719" y="2918236"/>
                  </a:lnTo>
                  <a:lnTo>
                    <a:pt x="7592923" y="2918250"/>
                  </a:lnTo>
                  <a:lnTo>
                    <a:pt x="7641817" y="2918260"/>
                  </a:lnTo>
                  <a:lnTo>
                    <a:pt x="7673692" y="2918266"/>
                  </a:lnTo>
                  <a:lnTo>
                    <a:pt x="7690324" y="2918269"/>
                  </a:lnTo>
                  <a:lnTo>
                    <a:pt x="7695822" y="2918270"/>
                  </a:lnTo>
                  <a:lnTo>
                    <a:pt x="7696237" y="2918270"/>
                  </a:lnTo>
                  <a:lnTo>
                    <a:pt x="8234974" y="2918270"/>
                  </a:lnTo>
                  <a:lnTo>
                    <a:pt x="8234974" y="2912825"/>
                  </a:lnTo>
                  <a:lnTo>
                    <a:pt x="7696237" y="2912825"/>
                  </a:lnTo>
                  <a:lnTo>
                    <a:pt x="7694935" y="2912825"/>
                  </a:lnTo>
                  <a:lnTo>
                    <a:pt x="7686435" y="2912824"/>
                  </a:lnTo>
                  <a:lnTo>
                    <a:pt x="7665250" y="2912820"/>
                  </a:lnTo>
                  <a:lnTo>
                    <a:pt x="7627980" y="2912813"/>
                  </a:lnTo>
                  <a:lnTo>
                    <a:pt x="7573653" y="2912802"/>
                  </a:lnTo>
                  <a:lnTo>
                    <a:pt x="7503734" y="2912785"/>
                  </a:lnTo>
                  <a:lnTo>
                    <a:pt x="7421638" y="2912763"/>
                  </a:lnTo>
                  <a:lnTo>
                    <a:pt x="7331849" y="2912735"/>
                  </a:lnTo>
                  <a:lnTo>
                    <a:pt x="7238952" y="2912701"/>
                  </a:lnTo>
                  <a:lnTo>
                    <a:pt x="7146881" y="2912662"/>
                  </a:lnTo>
                  <a:lnTo>
                    <a:pt x="7058517" y="2912618"/>
                  </a:lnTo>
                  <a:lnTo>
                    <a:pt x="6975627" y="2912568"/>
                  </a:lnTo>
                  <a:lnTo>
                    <a:pt x="6899009" y="2912512"/>
                  </a:lnTo>
                  <a:lnTo>
                    <a:pt x="6828717" y="2912450"/>
                  </a:lnTo>
                  <a:lnTo>
                    <a:pt x="6764307" y="2912380"/>
                  </a:lnTo>
                  <a:lnTo>
                    <a:pt x="6705023" y="2912301"/>
                  </a:lnTo>
                  <a:lnTo>
                    <a:pt x="6649950" y="2912213"/>
                  </a:lnTo>
                  <a:lnTo>
                    <a:pt x="6598120" y="2912113"/>
                  </a:lnTo>
                  <a:lnTo>
                    <a:pt x="6548602" y="2912001"/>
                  </a:lnTo>
                  <a:lnTo>
                    <a:pt x="6515891" y="2911918"/>
                  </a:lnTo>
                  <a:lnTo>
                    <a:pt x="6463097" y="2911768"/>
                  </a:lnTo>
                  <a:lnTo>
                    <a:pt x="6410806" y="2911603"/>
                  </a:lnTo>
                  <a:lnTo>
                    <a:pt x="6358425" y="2911421"/>
                  </a:lnTo>
                  <a:lnTo>
                    <a:pt x="6305564" y="2911223"/>
                  </a:lnTo>
                  <a:lnTo>
                    <a:pt x="6252011" y="2911010"/>
                  </a:lnTo>
                  <a:lnTo>
                    <a:pt x="6197711" y="2910784"/>
                  </a:lnTo>
                  <a:lnTo>
                    <a:pt x="6142739" y="2910548"/>
                  </a:lnTo>
                  <a:lnTo>
                    <a:pt x="6087278" y="2910305"/>
                  </a:lnTo>
                  <a:lnTo>
                    <a:pt x="6031581" y="2910059"/>
                  </a:lnTo>
                  <a:lnTo>
                    <a:pt x="5975937" y="2909813"/>
                  </a:lnTo>
                  <a:lnTo>
                    <a:pt x="5920625" y="2909573"/>
                  </a:lnTo>
                  <a:lnTo>
                    <a:pt x="5865877" y="2909340"/>
                  </a:lnTo>
                  <a:lnTo>
                    <a:pt x="5811842" y="2909118"/>
                  </a:lnTo>
                  <a:lnTo>
                    <a:pt x="5758550" y="2908911"/>
                  </a:lnTo>
                  <a:lnTo>
                    <a:pt x="5705894" y="2908718"/>
                  </a:lnTo>
                  <a:lnTo>
                    <a:pt x="5653600" y="2908542"/>
                  </a:lnTo>
                  <a:lnTo>
                    <a:pt x="5601209" y="2908382"/>
                  </a:lnTo>
                  <a:lnTo>
                    <a:pt x="5567201" y="2908288"/>
                  </a:lnTo>
                  <a:lnTo>
                    <a:pt x="5518782" y="2908168"/>
                  </a:lnTo>
                  <a:lnTo>
                    <a:pt x="5468616" y="2908060"/>
                  </a:lnTo>
                  <a:lnTo>
                    <a:pt x="5415850" y="2907964"/>
                  </a:lnTo>
                  <a:lnTo>
                    <a:pt x="5359529" y="2907879"/>
                  </a:lnTo>
                  <a:lnTo>
                    <a:pt x="5298693" y="2907803"/>
                  </a:lnTo>
                  <a:lnTo>
                    <a:pt x="5232464" y="2907736"/>
                  </a:lnTo>
                  <a:lnTo>
                    <a:pt x="5160169" y="2907675"/>
                  </a:lnTo>
                  <a:lnTo>
                    <a:pt x="5081499" y="2907621"/>
                  </a:lnTo>
                  <a:lnTo>
                    <a:pt x="4996722" y="2907573"/>
                  </a:lnTo>
                  <a:lnTo>
                    <a:pt x="4906922" y="2907531"/>
                  </a:lnTo>
                  <a:lnTo>
                    <a:pt x="4814217" y="2907493"/>
                  </a:lnTo>
                  <a:lnTo>
                    <a:pt x="4721847" y="2907462"/>
                  </a:lnTo>
                  <a:lnTo>
                    <a:pt x="4634016" y="2907436"/>
                  </a:lnTo>
                  <a:lnTo>
                    <a:pt x="4555374" y="2907415"/>
                  </a:lnTo>
                  <a:lnTo>
                    <a:pt x="4490170" y="2907400"/>
                  </a:lnTo>
                  <a:lnTo>
                    <a:pt x="4441275" y="2907390"/>
                  </a:lnTo>
                  <a:lnTo>
                    <a:pt x="4409400" y="2907384"/>
                  </a:lnTo>
                  <a:lnTo>
                    <a:pt x="4392768" y="2907382"/>
                  </a:lnTo>
                  <a:lnTo>
                    <a:pt x="4387271" y="2907381"/>
                  </a:lnTo>
                  <a:lnTo>
                    <a:pt x="4386855" y="2907381"/>
                  </a:lnTo>
                  <a:lnTo>
                    <a:pt x="3848118" y="2907381"/>
                  </a:lnTo>
                  <a:lnTo>
                    <a:pt x="3846956" y="2907295"/>
                  </a:lnTo>
                  <a:lnTo>
                    <a:pt x="3839355" y="2906679"/>
                  </a:lnTo>
                  <a:lnTo>
                    <a:pt x="3820330" y="2904978"/>
                  </a:lnTo>
                  <a:lnTo>
                    <a:pt x="3786663" y="2901636"/>
                  </a:lnTo>
                  <a:lnTo>
                    <a:pt x="3737188" y="2896159"/>
                  </a:lnTo>
                  <a:lnTo>
                    <a:pt x="3672859" y="2888174"/>
                  </a:lnTo>
                  <a:lnTo>
                    <a:pt x="3596413" y="2877459"/>
                  </a:lnTo>
                  <a:lnTo>
                    <a:pt x="3511695" y="2863941"/>
                  </a:lnTo>
                  <a:lnTo>
                    <a:pt x="3422848" y="2847647"/>
                  </a:lnTo>
                  <a:lnTo>
                    <a:pt x="3333616" y="2828642"/>
                  </a:lnTo>
                  <a:lnTo>
                    <a:pt x="3246928" y="2806967"/>
                  </a:lnTo>
                  <a:lnTo>
                    <a:pt x="3164743" y="2782590"/>
                  </a:lnTo>
                  <a:lnTo>
                    <a:pt x="3088126" y="2755376"/>
                  </a:lnTo>
                  <a:lnTo>
                    <a:pt x="3017410" y="2725075"/>
                  </a:lnTo>
                  <a:lnTo>
                    <a:pt x="2952403" y="2691321"/>
                  </a:lnTo>
                  <a:lnTo>
                    <a:pt x="2892566" y="2653638"/>
                  </a:lnTo>
                  <a:lnTo>
                    <a:pt x="2837155" y="2611465"/>
                  </a:lnTo>
                  <a:lnTo>
                    <a:pt x="2785326" y="2564192"/>
                  </a:lnTo>
                  <a:lnTo>
                    <a:pt x="2736220" y="2511228"/>
                  </a:lnTo>
                  <a:lnTo>
                    <a:pt x="2689031" y="2452123"/>
                  </a:lnTo>
                  <a:lnTo>
                    <a:pt x="2667772" y="2422817"/>
                  </a:lnTo>
                  <a:lnTo>
                    <a:pt x="2632674" y="2370888"/>
                  </a:lnTo>
                  <a:lnTo>
                    <a:pt x="2597905" y="2315183"/>
                  </a:lnTo>
                  <a:lnTo>
                    <a:pt x="2563256" y="2255624"/>
                  </a:lnTo>
                  <a:lnTo>
                    <a:pt x="2528565" y="2192196"/>
                  </a:lnTo>
                  <a:lnTo>
                    <a:pt x="2493709" y="2124950"/>
                  </a:lnTo>
                  <a:lnTo>
                    <a:pt x="2458602" y="2054007"/>
                  </a:lnTo>
                  <a:lnTo>
                    <a:pt x="2423188" y="1979569"/>
                  </a:lnTo>
                  <a:lnTo>
                    <a:pt x="2387445" y="1901914"/>
                  </a:lnTo>
                  <a:lnTo>
                    <a:pt x="2351375" y="1821399"/>
                  </a:lnTo>
                  <a:lnTo>
                    <a:pt x="2315005" y="1738453"/>
                  </a:lnTo>
                  <a:lnTo>
                    <a:pt x="2278385" y="1653571"/>
                  </a:lnTo>
                  <a:lnTo>
                    <a:pt x="2241579" y="1567302"/>
                  </a:lnTo>
                  <a:lnTo>
                    <a:pt x="2204662" y="1480233"/>
                  </a:lnTo>
                  <a:lnTo>
                    <a:pt x="2167720" y="1392976"/>
                  </a:lnTo>
                  <a:lnTo>
                    <a:pt x="2130837" y="1306149"/>
                  </a:lnTo>
                  <a:lnTo>
                    <a:pt x="2094095" y="1220355"/>
                  </a:lnTo>
                  <a:lnTo>
                    <a:pt x="2057566" y="1136169"/>
                  </a:lnTo>
                  <a:lnTo>
                    <a:pt x="2021310" y="1054120"/>
                  </a:lnTo>
                  <a:lnTo>
                    <a:pt x="1985366" y="974679"/>
                  </a:lnTo>
                  <a:lnTo>
                    <a:pt x="1949752" y="898246"/>
                  </a:lnTo>
                  <a:lnTo>
                    <a:pt x="1914463" y="825148"/>
                  </a:lnTo>
                  <a:lnTo>
                    <a:pt x="1879463" y="755634"/>
                  </a:lnTo>
                  <a:lnTo>
                    <a:pt x="1844684" y="689873"/>
                  </a:lnTo>
                  <a:lnTo>
                    <a:pt x="1810026" y="627959"/>
                  </a:lnTo>
                  <a:lnTo>
                    <a:pt x="1775352" y="569916"/>
                  </a:lnTo>
                  <a:lnTo>
                    <a:pt x="1740481" y="515702"/>
                  </a:lnTo>
                  <a:lnTo>
                    <a:pt x="1719082" y="484563"/>
                  </a:lnTo>
                  <a:lnTo>
                    <a:pt x="1672539" y="422566"/>
                  </a:lnTo>
                  <a:lnTo>
                    <a:pt x="1624409" y="366817"/>
                  </a:lnTo>
                  <a:lnTo>
                    <a:pt x="1573938" y="316994"/>
                  </a:lnTo>
                  <a:lnTo>
                    <a:pt x="1520282" y="272552"/>
                  </a:lnTo>
                  <a:lnTo>
                    <a:pt x="1462582" y="232877"/>
                  </a:lnTo>
                  <a:lnTo>
                    <a:pt x="1400036" y="197380"/>
                  </a:lnTo>
                  <a:lnTo>
                    <a:pt x="1331996" y="165542"/>
                  </a:lnTo>
                  <a:lnTo>
                    <a:pt x="1258088" y="136946"/>
                  </a:lnTo>
                  <a:lnTo>
                    <a:pt x="1178381" y="111288"/>
                  </a:lnTo>
                  <a:lnTo>
                    <a:pt x="1093579" y="88379"/>
                  </a:lnTo>
                  <a:lnTo>
                    <a:pt x="1005212" y="68145"/>
                  </a:lnTo>
                  <a:lnTo>
                    <a:pt x="915766" y="50595"/>
                  </a:lnTo>
                  <a:lnTo>
                    <a:pt x="828644" y="35792"/>
                  </a:lnTo>
                  <a:lnTo>
                    <a:pt x="747878" y="23790"/>
                  </a:lnTo>
                  <a:lnTo>
                    <a:pt x="677549" y="14566"/>
                  </a:lnTo>
                  <a:lnTo>
                    <a:pt x="621001" y="7973"/>
                  </a:lnTo>
                  <a:lnTo>
                    <a:pt x="580075" y="3704"/>
                  </a:lnTo>
                  <a:lnTo>
                    <a:pt x="554594" y="1315"/>
                  </a:lnTo>
                  <a:lnTo>
                    <a:pt x="542257" y="27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30" name="pl630"/>
            <p:cNvSpPr/>
            <p:nvPr/>
          </p:nvSpPr>
          <p:spPr>
            <a:xfrm>
              <a:off x="546595" y="3287610"/>
              <a:ext cx="8234974" cy="2912825"/>
            </a:xfrm>
            <a:custGeom>
              <a:avLst/>
              <a:pathLst>
                <a:path w="8234974" h="2912825">
                  <a:moveTo>
                    <a:pt x="0" y="0"/>
                  </a:moveTo>
                  <a:lnTo>
                    <a:pt x="538736" y="0"/>
                  </a:lnTo>
                  <a:lnTo>
                    <a:pt x="539898" y="86"/>
                  </a:lnTo>
                  <a:lnTo>
                    <a:pt x="547499" y="701"/>
                  </a:lnTo>
                  <a:lnTo>
                    <a:pt x="566524" y="2402"/>
                  </a:lnTo>
                  <a:lnTo>
                    <a:pt x="600192" y="5744"/>
                  </a:lnTo>
                  <a:lnTo>
                    <a:pt x="649666" y="11221"/>
                  </a:lnTo>
                  <a:lnTo>
                    <a:pt x="713996" y="19206"/>
                  </a:lnTo>
                  <a:lnTo>
                    <a:pt x="790442" y="29921"/>
                  </a:lnTo>
                  <a:lnTo>
                    <a:pt x="875159" y="43439"/>
                  </a:lnTo>
                  <a:lnTo>
                    <a:pt x="964007" y="59734"/>
                  </a:lnTo>
                  <a:lnTo>
                    <a:pt x="1053238" y="78739"/>
                  </a:lnTo>
                  <a:lnTo>
                    <a:pt x="1139927" y="100413"/>
                  </a:lnTo>
                  <a:lnTo>
                    <a:pt x="1222111" y="124790"/>
                  </a:lnTo>
                  <a:lnTo>
                    <a:pt x="1298729" y="152004"/>
                  </a:lnTo>
                  <a:lnTo>
                    <a:pt x="1369445" y="182305"/>
                  </a:lnTo>
                  <a:lnTo>
                    <a:pt x="1434451" y="216060"/>
                  </a:lnTo>
                  <a:lnTo>
                    <a:pt x="1494288" y="253743"/>
                  </a:lnTo>
                  <a:lnTo>
                    <a:pt x="1549700" y="295915"/>
                  </a:lnTo>
                  <a:lnTo>
                    <a:pt x="1601529" y="343189"/>
                  </a:lnTo>
                  <a:lnTo>
                    <a:pt x="1650635" y="396153"/>
                  </a:lnTo>
                  <a:lnTo>
                    <a:pt x="1697823" y="455257"/>
                  </a:lnTo>
                  <a:lnTo>
                    <a:pt x="1719082" y="484563"/>
                  </a:lnTo>
                  <a:lnTo>
                    <a:pt x="1754180" y="536492"/>
                  </a:lnTo>
                  <a:lnTo>
                    <a:pt x="1788950" y="592198"/>
                  </a:lnTo>
                  <a:lnTo>
                    <a:pt x="1823599" y="651756"/>
                  </a:lnTo>
                  <a:lnTo>
                    <a:pt x="1858290" y="715184"/>
                  </a:lnTo>
                  <a:lnTo>
                    <a:pt x="1893146" y="782431"/>
                  </a:lnTo>
                  <a:lnTo>
                    <a:pt x="1928253" y="853373"/>
                  </a:lnTo>
                  <a:lnTo>
                    <a:pt x="1963666" y="927812"/>
                  </a:lnTo>
                  <a:lnTo>
                    <a:pt x="1999410" y="1005467"/>
                  </a:lnTo>
                  <a:lnTo>
                    <a:pt x="2035480" y="1085982"/>
                  </a:lnTo>
                  <a:lnTo>
                    <a:pt x="2071849" y="1168927"/>
                  </a:lnTo>
                  <a:lnTo>
                    <a:pt x="2108469" y="1253809"/>
                  </a:lnTo>
                  <a:lnTo>
                    <a:pt x="2145276" y="1340078"/>
                  </a:lnTo>
                  <a:lnTo>
                    <a:pt x="2182192" y="1427147"/>
                  </a:lnTo>
                  <a:lnTo>
                    <a:pt x="2219134" y="1514404"/>
                  </a:lnTo>
                  <a:lnTo>
                    <a:pt x="2256017" y="1601231"/>
                  </a:lnTo>
                  <a:lnTo>
                    <a:pt x="2292759" y="1687025"/>
                  </a:lnTo>
                  <a:lnTo>
                    <a:pt x="2329288" y="1771211"/>
                  </a:lnTo>
                  <a:lnTo>
                    <a:pt x="2365545" y="1853260"/>
                  </a:lnTo>
                  <a:lnTo>
                    <a:pt x="2401489" y="1932702"/>
                  </a:lnTo>
                  <a:lnTo>
                    <a:pt x="2437102" y="2009134"/>
                  </a:lnTo>
                  <a:lnTo>
                    <a:pt x="2472391" y="2082232"/>
                  </a:lnTo>
                  <a:lnTo>
                    <a:pt x="2507392" y="2151746"/>
                  </a:lnTo>
                  <a:lnTo>
                    <a:pt x="2542171" y="2217507"/>
                  </a:lnTo>
                  <a:lnTo>
                    <a:pt x="2576828" y="2279421"/>
                  </a:lnTo>
                  <a:lnTo>
                    <a:pt x="2611503" y="2337464"/>
                  </a:lnTo>
                  <a:lnTo>
                    <a:pt x="2646374" y="2391678"/>
                  </a:lnTo>
                  <a:lnTo>
                    <a:pt x="2667772" y="2422817"/>
                  </a:lnTo>
                  <a:lnTo>
                    <a:pt x="2714316" y="2484815"/>
                  </a:lnTo>
                  <a:lnTo>
                    <a:pt x="2762445" y="2540563"/>
                  </a:lnTo>
                  <a:lnTo>
                    <a:pt x="2812916" y="2590386"/>
                  </a:lnTo>
                  <a:lnTo>
                    <a:pt x="2866572" y="2634829"/>
                  </a:lnTo>
                  <a:lnTo>
                    <a:pt x="2924273" y="2674503"/>
                  </a:lnTo>
                  <a:lnTo>
                    <a:pt x="2986818" y="2710001"/>
                  </a:lnTo>
                  <a:lnTo>
                    <a:pt x="3054859" y="2741838"/>
                  </a:lnTo>
                  <a:lnTo>
                    <a:pt x="3128766" y="2770434"/>
                  </a:lnTo>
                  <a:lnTo>
                    <a:pt x="3208473" y="2796093"/>
                  </a:lnTo>
                  <a:lnTo>
                    <a:pt x="3293276" y="2819001"/>
                  </a:lnTo>
                  <a:lnTo>
                    <a:pt x="3381643" y="2839236"/>
                  </a:lnTo>
                  <a:lnTo>
                    <a:pt x="3471089" y="2856785"/>
                  </a:lnTo>
                  <a:lnTo>
                    <a:pt x="3558211" y="2871588"/>
                  </a:lnTo>
                  <a:lnTo>
                    <a:pt x="3638976" y="2883591"/>
                  </a:lnTo>
                  <a:lnTo>
                    <a:pt x="3709306" y="2892814"/>
                  </a:lnTo>
                  <a:lnTo>
                    <a:pt x="3765854" y="2899407"/>
                  </a:lnTo>
                  <a:lnTo>
                    <a:pt x="3806780" y="2903676"/>
                  </a:lnTo>
                  <a:lnTo>
                    <a:pt x="3832260" y="2906066"/>
                  </a:lnTo>
                  <a:lnTo>
                    <a:pt x="3844598" y="2907110"/>
                  </a:lnTo>
                  <a:lnTo>
                    <a:pt x="3848002" y="2907372"/>
                  </a:lnTo>
                  <a:lnTo>
                    <a:pt x="3848118" y="2907381"/>
                  </a:lnTo>
                  <a:lnTo>
                    <a:pt x="4386855" y="2907381"/>
                  </a:lnTo>
                  <a:lnTo>
                    <a:pt x="4388158" y="2907381"/>
                  </a:lnTo>
                  <a:lnTo>
                    <a:pt x="4396657" y="2907382"/>
                  </a:lnTo>
                  <a:lnTo>
                    <a:pt x="4417843" y="2907386"/>
                  </a:lnTo>
                  <a:lnTo>
                    <a:pt x="4455112" y="2907393"/>
                  </a:lnTo>
                  <a:lnTo>
                    <a:pt x="4509439" y="2907404"/>
                  </a:lnTo>
                  <a:lnTo>
                    <a:pt x="4579358" y="2907421"/>
                  </a:lnTo>
                  <a:lnTo>
                    <a:pt x="4661455" y="2907443"/>
                  </a:lnTo>
                  <a:lnTo>
                    <a:pt x="4751244" y="2907471"/>
                  </a:lnTo>
                  <a:lnTo>
                    <a:pt x="4844140" y="2907505"/>
                  </a:lnTo>
                  <a:lnTo>
                    <a:pt x="4936212" y="2907544"/>
                  </a:lnTo>
                  <a:lnTo>
                    <a:pt x="5024576" y="2907588"/>
                  </a:lnTo>
                  <a:lnTo>
                    <a:pt x="5107465" y="2907638"/>
                  </a:lnTo>
                  <a:lnTo>
                    <a:pt x="5184084" y="2907694"/>
                  </a:lnTo>
                  <a:lnTo>
                    <a:pt x="5254375" y="2907756"/>
                  </a:lnTo>
                  <a:lnTo>
                    <a:pt x="5318786" y="2907826"/>
                  </a:lnTo>
                  <a:lnTo>
                    <a:pt x="5378070" y="2907905"/>
                  </a:lnTo>
                  <a:lnTo>
                    <a:pt x="5433142" y="2907994"/>
                  </a:lnTo>
                  <a:lnTo>
                    <a:pt x="5484972" y="2908093"/>
                  </a:lnTo>
                  <a:lnTo>
                    <a:pt x="5534491" y="2908205"/>
                  </a:lnTo>
                  <a:lnTo>
                    <a:pt x="5567201" y="2908288"/>
                  </a:lnTo>
                  <a:lnTo>
                    <a:pt x="5619996" y="2908438"/>
                  </a:lnTo>
                  <a:lnTo>
                    <a:pt x="5672286" y="2908603"/>
                  </a:lnTo>
                  <a:lnTo>
                    <a:pt x="5724667" y="2908785"/>
                  </a:lnTo>
                  <a:lnTo>
                    <a:pt x="5777529" y="2908983"/>
                  </a:lnTo>
                  <a:lnTo>
                    <a:pt x="5831081" y="2909196"/>
                  </a:lnTo>
                  <a:lnTo>
                    <a:pt x="5885382" y="2909422"/>
                  </a:lnTo>
                  <a:lnTo>
                    <a:pt x="5940353" y="2909658"/>
                  </a:lnTo>
                  <a:lnTo>
                    <a:pt x="5995814" y="2909901"/>
                  </a:lnTo>
                  <a:lnTo>
                    <a:pt x="6051511" y="2910147"/>
                  </a:lnTo>
                  <a:lnTo>
                    <a:pt x="6107156" y="2910393"/>
                  </a:lnTo>
                  <a:lnTo>
                    <a:pt x="6162468" y="2910633"/>
                  </a:lnTo>
                  <a:lnTo>
                    <a:pt x="6217216" y="2910866"/>
                  </a:lnTo>
                  <a:lnTo>
                    <a:pt x="6271251" y="2911088"/>
                  </a:lnTo>
                  <a:lnTo>
                    <a:pt x="6324542" y="2911295"/>
                  </a:lnTo>
                  <a:lnTo>
                    <a:pt x="6377199" y="2911488"/>
                  </a:lnTo>
                  <a:lnTo>
                    <a:pt x="6429493" y="2911664"/>
                  </a:lnTo>
                  <a:lnTo>
                    <a:pt x="6481883" y="2911824"/>
                  </a:lnTo>
                  <a:lnTo>
                    <a:pt x="6515891" y="2911918"/>
                  </a:lnTo>
                  <a:lnTo>
                    <a:pt x="6564311" y="2912038"/>
                  </a:lnTo>
                  <a:lnTo>
                    <a:pt x="6614476" y="2912146"/>
                  </a:lnTo>
                  <a:lnTo>
                    <a:pt x="6667243" y="2912242"/>
                  </a:lnTo>
                  <a:lnTo>
                    <a:pt x="6723563" y="2912327"/>
                  </a:lnTo>
                  <a:lnTo>
                    <a:pt x="6784399" y="2912403"/>
                  </a:lnTo>
                  <a:lnTo>
                    <a:pt x="6850628" y="2912470"/>
                  </a:lnTo>
                  <a:lnTo>
                    <a:pt x="6922924" y="2912531"/>
                  </a:lnTo>
                  <a:lnTo>
                    <a:pt x="7001594" y="2912585"/>
                  </a:lnTo>
                  <a:lnTo>
                    <a:pt x="7086371" y="2912633"/>
                  </a:lnTo>
                  <a:lnTo>
                    <a:pt x="7176171" y="2912675"/>
                  </a:lnTo>
                  <a:lnTo>
                    <a:pt x="7268876" y="2912713"/>
                  </a:lnTo>
                  <a:lnTo>
                    <a:pt x="7361246" y="2912744"/>
                  </a:lnTo>
                  <a:lnTo>
                    <a:pt x="7449077" y="2912771"/>
                  </a:lnTo>
                  <a:lnTo>
                    <a:pt x="7527719" y="2912791"/>
                  </a:lnTo>
                  <a:lnTo>
                    <a:pt x="7592923" y="2912806"/>
                  </a:lnTo>
                  <a:lnTo>
                    <a:pt x="7641817" y="2912816"/>
                  </a:lnTo>
                  <a:lnTo>
                    <a:pt x="7673692" y="2912822"/>
                  </a:lnTo>
                  <a:lnTo>
                    <a:pt x="7690324" y="2912824"/>
                  </a:lnTo>
                  <a:lnTo>
                    <a:pt x="7695822" y="2912825"/>
                  </a:lnTo>
                  <a:lnTo>
                    <a:pt x="7696237" y="2912825"/>
                  </a:lnTo>
                  <a:lnTo>
                    <a:pt x="8234974" y="29128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1" name="pl631"/>
            <p:cNvSpPr/>
            <p:nvPr/>
          </p:nvSpPr>
          <p:spPr>
            <a:xfrm>
              <a:off x="546595" y="3282165"/>
              <a:ext cx="8234974" cy="2912825"/>
            </a:xfrm>
            <a:custGeom>
              <a:avLst/>
              <a:pathLst>
                <a:path w="8234974" h="2912825">
                  <a:moveTo>
                    <a:pt x="8234974" y="2912825"/>
                  </a:moveTo>
                  <a:lnTo>
                    <a:pt x="7696237" y="2912825"/>
                  </a:lnTo>
                  <a:lnTo>
                    <a:pt x="7694935" y="2912825"/>
                  </a:lnTo>
                  <a:lnTo>
                    <a:pt x="7686435" y="2912824"/>
                  </a:lnTo>
                  <a:lnTo>
                    <a:pt x="7665250" y="2912820"/>
                  </a:lnTo>
                  <a:lnTo>
                    <a:pt x="7627980" y="2912813"/>
                  </a:lnTo>
                  <a:lnTo>
                    <a:pt x="7573653" y="2912802"/>
                  </a:lnTo>
                  <a:lnTo>
                    <a:pt x="7503734" y="2912785"/>
                  </a:lnTo>
                  <a:lnTo>
                    <a:pt x="7421638" y="2912763"/>
                  </a:lnTo>
                  <a:lnTo>
                    <a:pt x="7331849" y="2912735"/>
                  </a:lnTo>
                  <a:lnTo>
                    <a:pt x="7238952" y="2912701"/>
                  </a:lnTo>
                  <a:lnTo>
                    <a:pt x="7146881" y="2912662"/>
                  </a:lnTo>
                  <a:lnTo>
                    <a:pt x="7058517" y="2912618"/>
                  </a:lnTo>
                  <a:lnTo>
                    <a:pt x="6975627" y="2912568"/>
                  </a:lnTo>
                  <a:lnTo>
                    <a:pt x="6899009" y="2912512"/>
                  </a:lnTo>
                  <a:lnTo>
                    <a:pt x="6828717" y="2912450"/>
                  </a:lnTo>
                  <a:lnTo>
                    <a:pt x="6764307" y="2912380"/>
                  </a:lnTo>
                  <a:lnTo>
                    <a:pt x="6705023" y="2912301"/>
                  </a:lnTo>
                  <a:lnTo>
                    <a:pt x="6649950" y="2912213"/>
                  </a:lnTo>
                  <a:lnTo>
                    <a:pt x="6598120" y="2912113"/>
                  </a:lnTo>
                  <a:lnTo>
                    <a:pt x="6548602" y="2912001"/>
                  </a:lnTo>
                  <a:lnTo>
                    <a:pt x="6515891" y="2911918"/>
                  </a:lnTo>
                  <a:lnTo>
                    <a:pt x="6463097" y="2911768"/>
                  </a:lnTo>
                  <a:lnTo>
                    <a:pt x="6410806" y="2911603"/>
                  </a:lnTo>
                  <a:lnTo>
                    <a:pt x="6358425" y="2911421"/>
                  </a:lnTo>
                  <a:lnTo>
                    <a:pt x="6305564" y="2911223"/>
                  </a:lnTo>
                  <a:lnTo>
                    <a:pt x="6252011" y="2911010"/>
                  </a:lnTo>
                  <a:lnTo>
                    <a:pt x="6197711" y="2910784"/>
                  </a:lnTo>
                  <a:lnTo>
                    <a:pt x="6142739" y="2910548"/>
                  </a:lnTo>
                  <a:lnTo>
                    <a:pt x="6087278" y="2910305"/>
                  </a:lnTo>
                  <a:lnTo>
                    <a:pt x="6031581" y="2910059"/>
                  </a:lnTo>
                  <a:lnTo>
                    <a:pt x="5975937" y="2909813"/>
                  </a:lnTo>
                  <a:lnTo>
                    <a:pt x="5920625" y="2909573"/>
                  </a:lnTo>
                  <a:lnTo>
                    <a:pt x="5865877" y="2909340"/>
                  </a:lnTo>
                  <a:lnTo>
                    <a:pt x="5811842" y="2909118"/>
                  </a:lnTo>
                  <a:lnTo>
                    <a:pt x="5758550" y="2908911"/>
                  </a:lnTo>
                  <a:lnTo>
                    <a:pt x="5705894" y="2908718"/>
                  </a:lnTo>
                  <a:lnTo>
                    <a:pt x="5653600" y="2908542"/>
                  </a:lnTo>
                  <a:lnTo>
                    <a:pt x="5601209" y="2908382"/>
                  </a:lnTo>
                  <a:lnTo>
                    <a:pt x="5567201" y="2908288"/>
                  </a:lnTo>
                  <a:lnTo>
                    <a:pt x="5518782" y="2908168"/>
                  </a:lnTo>
                  <a:lnTo>
                    <a:pt x="5468616" y="2908060"/>
                  </a:lnTo>
                  <a:lnTo>
                    <a:pt x="5415850" y="2907964"/>
                  </a:lnTo>
                  <a:lnTo>
                    <a:pt x="5359529" y="2907879"/>
                  </a:lnTo>
                  <a:lnTo>
                    <a:pt x="5298693" y="2907803"/>
                  </a:lnTo>
                  <a:lnTo>
                    <a:pt x="5232464" y="2907736"/>
                  </a:lnTo>
                  <a:lnTo>
                    <a:pt x="5160169" y="2907675"/>
                  </a:lnTo>
                  <a:lnTo>
                    <a:pt x="5081499" y="2907621"/>
                  </a:lnTo>
                  <a:lnTo>
                    <a:pt x="4996722" y="2907573"/>
                  </a:lnTo>
                  <a:lnTo>
                    <a:pt x="4906922" y="2907531"/>
                  </a:lnTo>
                  <a:lnTo>
                    <a:pt x="4814217" y="2907493"/>
                  </a:lnTo>
                  <a:lnTo>
                    <a:pt x="4721847" y="2907462"/>
                  </a:lnTo>
                  <a:lnTo>
                    <a:pt x="4634016" y="2907436"/>
                  </a:lnTo>
                  <a:lnTo>
                    <a:pt x="4555374" y="2907415"/>
                  </a:lnTo>
                  <a:lnTo>
                    <a:pt x="4490170" y="2907400"/>
                  </a:lnTo>
                  <a:lnTo>
                    <a:pt x="4441275" y="2907390"/>
                  </a:lnTo>
                  <a:lnTo>
                    <a:pt x="4409400" y="2907384"/>
                  </a:lnTo>
                  <a:lnTo>
                    <a:pt x="4392768" y="2907382"/>
                  </a:lnTo>
                  <a:lnTo>
                    <a:pt x="4387271" y="2907381"/>
                  </a:lnTo>
                  <a:lnTo>
                    <a:pt x="4386855" y="2907381"/>
                  </a:lnTo>
                  <a:lnTo>
                    <a:pt x="3848118" y="2907381"/>
                  </a:lnTo>
                  <a:lnTo>
                    <a:pt x="3846956" y="2907295"/>
                  </a:lnTo>
                  <a:lnTo>
                    <a:pt x="3839355" y="2906679"/>
                  </a:lnTo>
                  <a:lnTo>
                    <a:pt x="3820330" y="2904978"/>
                  </a:lnTo>
                  <a:lnTo>
                    <a:pt x="3786663" y="2901636"/>
                  </a:lnTo>
                  <a:lnTo>
                    <a:pt x="3737188" y="2896159"/>
                  </a:lnTo>
                  <a:lnTo>
                    <a:pt x="3672859" y="2888174"/>
                  </a:lnTo>
                  <a:lnTo>
                    <a:pt x="3596413" y="2877459"/>
                  </a:lnTo>
                  <a:lnTo>
                    <a:pt x="3511695" y="2863941"/>
                  </a:lnTo>
                  <a:lnTo>
                    <a:pt x="3422848" y="2847647"/>
                  </a:lnTo>
                  <a:lnTo>
                    <a:pt x="3333616" y="2828642"/>
                  </a:lnTo>
                  <a:lnTo>
                    <a:pt x="3246928" y="2806967"/>
                  </a:lnTo>
                  <a:lnTo>
                    <a:pt x="3164743" y="2782590"/>
                  </a:lnTo>
                  <a:lnTo>
                    <a:pt x="3088126" y="2755376"/>
                  </a:lnTo>
                  <a:lnTo>
                    <a:pt x="3017410" y="2725075"/>
                  </a:lnTo>
                  <a:lnTo>
                    <a:pt x="2952403" y="2691321"/>
                  </a:lnTo>
                  <a:lnTo>
                    <a:pt x="2892566" y="2653638"/>
                  </a:lnTo>
                  <a:lnTo>
                    <a:pt x="2837155" y="2611465"/>
                  </a:lnTo>
                  <a:lnTo>
                    <a:pt x="2785326" y="2564192"/>
                  </a:lnTo>
                  <a:lnTo>
                    <a:pt x="2736220" y="2511228"/>
                  </a:lnTo>
                  <a:lnTo>
                    <a:pt x="2689031" y="2452123"/>
                  </a:lnTo>
                  <a:lnTo>
                    <a:pt x="2667772" y="2422817"/>
                  </a:lnTo>
                  <a:lnTo>
                    <a:pt x="2632674" y="2370888"/>
                  </a:lnTo>
                  <a:lnTo>
                    <a:pt x="2597905" y="2315183"/>
                  </a:lnTo>
                  <a:lnTo>
                    <a:pt x="2563256" y="2255624"/>
                  </a:lnTo>
                  <a:lnTo>
                    <a:pt x="2528565" y="2192196"/>
                  </a:lnTo>
                  <a:lnTo>
                    <a:pt x="2493709" y="2124950"/>
                  </a:lnTo>
                  <a:lnTo>
                    <a:pt x="2458602" y="2054007"/>
                  </a:lnTo>
                  <a:lnTo>
                    <a:pt x="2423188" y="1979569"/>
                  </a:lnTo>
                  <a:lnTo>
                    <a:pt x="2387445" y="1901914"/>
                  </a:lnTo>
                  <a:lnTo>
                    <a:pt x="2351375" y="1821399"/>
                  </a:lnTo>
                  <a:lnTo>
                    <a:pt x="2315005" y="1738453"/>
                  </a:lnTo>
                  <a:lnTo>
                    <a:pt x="2278385" y="1653571"/>
                  </a:lnTo>
                  <a:lnTo>
                    <a:pt x="2241579" y="1567302"/>
                  </a:lnTo>
                  <a:lnTo>
                    <a:pt x="2204662" y="1480233"/>
                  </a:lnTo>
                  <a:lnTo>
                    <a:pt x="2167720" y="1392976"/>
                  </a:lnTo>
                  <a:lnTo>
                    <a:pt x="2130837" y="1306149"/>
                  </a:lnTo>
                  <a:lnTo>
                    <a:pt x="2094095" y="1220355"/>
                  </a:lnTo>
                  <a:lnTo>
                    <a:pt x="2057566" y="1136169"/>
                  </a:lnTo>
                  <a:lnTo>
                    <a:pt x="2021310" y="1054120"/>
                  </a:lnTo>
                  <a:lnTo>
                    <a:pt x="1985366" y="974679"/>
                  </a:lnTo>
                  <a:lnTo>
                    <a:pt x="1949752" y="898246"/>
                  </a:lnTo>
                  <a:lnTo>
                    <a:pt x="1914463" y="825148"/>
                  </a:lnTo>
                  <a:lnTo>
                    <a:pt x="1879463" y="755634"/>
                  </a:lnTo>
                  <a:lnTo>
                    <a:pt x="1844684" y="689873"/>
                  </a:lnTo>
                  <a:lnTo>
                    <a:pt x="1810026" y="627959"/>
                  </a:lnTo>
                  <a:lnTo>
                    <a:pt x="1775352" y="569916"/>
                  </a:lnTo>
                  <a:lnTo>
                    <a:pt x="1740481" y="515702"/>
                  </a:lnTo>
                  <a:lnTo>
                    <a:pt x="1719082" y="484563"/>
                  </a:lnTo>
                  <a:lnTo>
                    <a:pt x="1672539" y="422566"/>
                  </a:lnTo>
                  <a:lnTo>
                    <a:pt x="1624409" y="366817"/>
                  </a:lnTo>
                  <a:lnTo>
                    <a:pt x="1573938" y="316994"/>
                  </a:lnTo>
                  <a:lnTo>
                    <a:pt x="1520282" y="272552"/>
                  </a:lnTo>
                  <a:lnTo>
                    <a:pt x="1462582" y="232877"/>
                  </a:lnTo>
                  <a:lnTo>
                    <a:pt x="1400036" y="197380"/>
                  </a:lnTo>
                  <a:lnTo>
                    <a:pt x="1331996" y="165542"/>
                  </a:lnTo>
                  <a:lnTo>
                    <a:pt x="1258088" y="136946"/>
                  </a:lnTo>
                  <a:lnTo>
                    <a:pt x="1178381" y="111288"/>
                  </a:lnTo>
                  <a:lnTo>
                    <a:pt x="1093579" y="88379"/>
                  </a:lnTo>
                  <a:lnTo>
                    <a:pt x="1005212" y="68145"/>
                  </a:lnTo>
                  <a:lnTo>
                    <a:pt x="915766" y="50595"/>
                  </a:lnTo>
                  <a:lnTo>
                    <a:pt x="828644" y="35792"/>
                  </a:lnTo>
                  <a:lnTo>
                    <a:pt x="747878" y="23790"/>
                  </a:lnTo>
                  <a:lnTo>
                    <a:pt x="677549" y="14566"/>
                  </a:lnTo>
                  <a:lnTo>
                    <a:pt x="621001" y="7973"/>
                  </a:lnTo>
                  <a:lnTo>
                    <a:pt x="580075" y="3704"/>
                  </a:lnTo>
                  <a:lnTo>
                    <a:pt x="554594" y="1315"/>
                  </a:lnTo>
                  <a:lnTo>
                    <a:pt x="542257" y="270"/>
                  </a:lnTo>
                  <a:lnTo>
                    <a:pt x="538853" y="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2" name="pg632"/>
            <p:cNvSpPr/>
            <p:nvPr/>
          </p:nvSpPr>
          <p:spPr>
            <a:xfrm>
              <a:off x="546595" y="1066240"/>
              <a:ext cx="8234974" cy="2956382"/>
            </a:xfrm>
            <a:custGeom>
              <a:avLst/>
              <a:pathLst>
                <a:path w="8234974" h="2956382">
                  <a:moveTo>
                    <a:pt x="0" y="1165130"/>
                  </a:moveTo>
                  <a:lnTo>
                    <a:pt x="538736" y="1165130"/>
                  </a:lnTo>
                  <a:lnTo>
                    <a:pt x="539981" y="1165187"/>
                  </a:lnTo>
                  <a:lnTo>
                    <a:pt x="548111" y="1165594"/>
                  </a:lnTo>
                  <a:lnTo>
                    <a:pt x="568410" y="1166719"/>
                  </a:lnTo>
                  <a:lnTo>
                    <a:pt x="604205" y="1168928"/>
                  </a:lnTo>
                  <a:lnTo>
                    <a:pt x="656556" y="1172542"/>
                  </a:lnTo>
                  <a:lnTo>
                    <a:pt x="724213" y="1177798"/>
                  </a:lnTo>
                  <a:lnTo>
                    <a:pt x="804043" y="1184827"/>
                  </a:lnTo>
                  <a:lnTo>
                    <a:pt x="891819" y="1193667"/>
                  </a:lnTo>
                  <a:lnTo>
                    <a:pt x="983131" y="1204292"/>
                  </a:lnTo>
                  <a:lnTo>
                    <a:pt x="1074112" y="1216659"/>
                  </a:lnTo>
                  <a:lnTo>
                    <a:pt x="1161855" y="1230750"/>
                  </a:lnTo>
                  <a:lnTo>
                    <a:pt x="1244505" y="1246601"/>
                  </a:lnTo>
                  <a:lnTo>
                    <a:pt x="1321156" y="1264323"/>
                  </a:lnTo>
                  <a:lnTo>
                    <a:pt x="1391637" y="1284104"/>
                  </a:lnTo>
                  <a:lnTo>
                    <a:pt x="1456291" y="1306209"/>
                  </a:lnTo>
                  <a:lnTo>
                    <a:pt x="1515787" y="1330974"/>
                  </a:lnTo>
                  <a:lnTo>
                    <a:pt x="1570974" y="1358786"/>
                  </a:lnTo>
                  <a:lnTo>
                    <a:pt x="1622772" y="1390049"/>
                  </a:lnTo>
                  <a:lnTo>
                    <a:pt x="1672087" y="1425128"/>
                  </a:lnTo>
                  <a:lnTo>
                    <a:pt x="1719082" y="1463672"/>
                  </a:lnTo>
                  <a:lnTo>
                    <a:pt x="1760788" y="1501989"/>
                  </a:lnTo>
                  <a:lnTo>
                    <a:pt x="1802087" y="1543613"/>
                  </a:lnTo>
                  <a:lnTo>
                    <a:pt x="1843308" y="1588606"/>
                  </a:lnTo>
                  <a:lnTo>
                    <a:pt x="1884692" y="1636952"/>
                  </a:lnTo>
                  <a:lnTo>
                    <a:pt x="1926404" y="1688550"/>
                  </a:lnTo>
                  <a:lnTo>
                    <a:pt x="1968546" y="1743204"/>
                  </a:lnTo>
                  <a:lnTo>
                    <a:pt x="2011154" y="1800621"/>
                  </a:lnTo>
                  <a:lnTo>
                    <a:pt x="2054215" y="1860413"/>
                  </a:lnTo>
                  <a:lnTo>
                    <a:pt x="2097666" y="1922107"/>
                  </a:lnTo>
                  <a:lnTo>
                    <a:pt x="2141409" y="1985154"/>
                  </a:lnTo>
                  <a:lnTo>
                    <a:pt x="2185318" y="2048952"/>
                  </a:lnTo>
                  <a:lnTo>
                    <a:pt x="2229254" y="2112868"/>
                  </a:lnTo>
                  <a:lnTo>
                    <a:pt x="2273074" y="2176264"/>
                  </a:lnTo>
                  <a:lnTo>
                    <a:pt x="2316646" y="2238525"/>
                  </a:lnTo>
                  <a:lnTo>
                    <a:pt x="2359860" y="2299078"/>
                  </a:lnTo>
                  <a:lnTo>
                    <a:pt x="2402640" y="2357422"/>
                  </a:lnTo>
                  <a:lnTo>
                    <a:pt x="2444952" y="2413134"/>
                  </a:lnTo>
                  <a:lnTo>
                    <a:pt x="2486815" y="2465888"/>
                  </a:lnTo>
                  <a:lnTo>
                    <a:pt x="2528304" y="2515451"/>
                  </a:lnTo>
                  <a:lnTo>
                    <a:pt x="2569561" y="2561688"/>
                  </a:lnTo>
                  <a:lnTo>
                    <a:pt x="2610798" y="2604551"/>
                  </a:lnTo>
                  <a:lnTo>
                    <a:pt x="2652310" y="2644077"/>
                  </a:lnTo>
                  <a:lnTo>
                    <a:pt x="2667772" y="2657840"/>
                  </a:lnTo>
                  <a:lnTo>
                    <a:pt x="2715436" y="2696895"/>
                  </a:lnTo>
                  <a:lnTo>
                    <a:pt x="2764780" y="2731919"/>
                  </a:lnTo>
                  <a:lnTo>
                    <a:pt x="2816618" y="2763132"/>
                  </a:lnTo>
                  <a:lnTo>
                    <a:pt x="2871858" y="2790899"/>
                  </a:lnTo>
                  <a:lnTo>
                    <a:pt x="2931420" y="2815625"/>
                  </a:lnTo>
                  <a:lnTo>
                    <a:pt x="2996151" y="2837696"/>
                  </a:lnTo>
                  <a:lnTo>
                    <a:pt x="3066715" y="2857447"/>
                  </a:lnTo>
                  <a:lnTo>
                    <a:pt x="3143452" y="2875141"/>
                  </a:lnTo>
                  <a:lnTo>
                    <a:pt x="3226181" y="2890968"/>
                  </a:lnTo>
                  <a:lnTo>
                    <a:pt x="3313983" y="2905035"/>
                  </a:lnTo>
                  <a:lnTo>
                    <a:pt x="3404991" y="2917378"/>
                  </a:lnTo>
                  <a:lnTo>
                    <a:pt x="3496283" y="2927978"/>
                  </a:lnTo>
                  <a:lnTo>
                    <a:pt x="3583980" y="2936793"/>
                  </a:lnTo>
                  <a:lnTo>
                    <a:pt x="3663668" y="2943798"/>
                  </a:lnTo>
                  <a:lnTo>
                    <a:pt x="3731132" y="2949030"/>
                  </a:lnTo>
                  <a:lnTo>
                    <a:pt x="3783257" y="2952622"/>
                  </a:lnTo>
                  <a:lnTo>
                    <a:pt x="3818826" y="2954814"/>
                  </a:lnTo>
                  <a:lnTo>
                    <a:pt x="3838929" y="2955927"/>
                  </a:lnTo>
                  <a:lnTo>
                    <a:pt x="3846924" y="2956327"/>
                  </a:lnTo>
                  <a:lnTo>
                    <a:pt x="3848118" y="2956382"/>
                  </a:lnTo>
                  <a:lnTo>
                    <a:pt x="4386855" y="2956382"/>
                  </a:lnTo>
                  <a:lnTo>
                    <a:pt x="4388014" y="2956295"/>
                  </a:lnTo>
                  <a:lnTo>
                    <a:pt x="4395594" y="2955673"/>
                  </a:lnTo>
                  <a:lnTo>
                    <a:pt x="4414569" y="2953954"/>
                  </a:lnTo>
                  <a:lnTo>
                    <a:pt x="4448153" y="2950578"/>
                  </a:lnTo>
                  <a:lnTo>
                    <a:pt x="4497514" y="2945045"/>
                  </a:lnTo>
                  <a:lnTo>
                    <a:pt x="4561711" y="2936977"/>
                  </a:lnTo>
                  <a:lnTo>
                    <a:pt x="4638021" y="2926149"/>
                  </a:lnTo>
                  <a:lnTo>
                    <a:pt x="4722614" y="2912487"/>
                  </a:lnTo>
                  <a:lnTo>
                    <a:pt x="4811360" y="2896017"/>
                  </a:lnTo>
                  <a:lnTo>
                    <a:pt x="4900518" y="2876806"/>
                  </a:lnTo>
                  <a:lnTo>
                    <a:pt x="4987161" y="2854895"/>
                  </a:lnTo>
                  <a:lnTo>
                    <a:pt x="5069324" y="2830252"/>
                  </a:lnTo>
                  <a:lnTo>
                    <a:pt x="5145938" y="2802743"/>
                  </a:lnTo>
                  <a:lnTo>
                    <a:pt x="5216663" y="2772116"/>
                  </a:lnTo>
                  <a:lnTo>
                    <a:pt x="5281683" y="2738003"/>
                  </a:lnTo>
                  <a:lnTo>
                    <a:pt x="5341534" y="2699925"/>
                  </a:lnTo>
                  <a:lnTo>
                    <a:pt x="5396955" y="2657315"/>
                  </a:lnTo>
                  <a:lnTo>
                    <a:pt x="5448787" y="2609559"/>
                  </a:lnTo>
                  <a:lnTo>
                    <a:pt x="5497887" y="2556057"/>
                  </a:lnTo>
                  <a:lnTo>
                    <a:pt x="5545060" y="2496352"/>
                  </a:lnTo>
                  <a:lnTo>
                    <a:pt x="5567201" y="2465466"/>
                  </a:lnTo>
                  <a:lnTo>
                    <a:pt x="5602116" y="2413142"/>
                  </a:lnTo>
                  <a:lnTo>
                    <a:pt x="5636705" y="2357033"/>
                  </a:lnTo>
                  <a:lnTo>
                    <a:pt x="5671172" y="2297063"/>
                  </a:lnTo>
                  <a:lnTo>
                    <a:pt x="5705679" y="2233212"/>
                  </a:lnTo>
                  <a:lnTo>
                    <a:pt x="5740346" y="2165532"/>
                  </a:lnTo>
                  <a:lnTo>
                    <a:pt x="5775261" y="2094141"/>
                  </a:lnTo>
                  <a:lnTo>
                    <a:pt x="5810477" y="2019240"/>
                  </a:lnTo>
                  <a:lnTo>
                    <a:pt x="5846020" y="1941101"/>
                  </a:lnTo>
                  <a:lnTo>
                    <a:pt x="5881887" y="1860079"/>
                  </a:lnTo>
                  <a:lnTo>
                    <a:pt x="5918051" y="1776598"/>
                  </a:lnTo>
                  <a:lnTo>
                    <a:pt x="5954467" y="1691149"/>
                  </a:lnTo>
                  <a:lnTo>
                    <a:pt x="5991071" y="1604275"/>
                  </a:lnTo>
                  <a:lnTo>
                    <a:pt x="6027789" y="1516562"/>
                  </a:lnTo>
                  <a:lnTo>
                    <a:pt x="6064538" y="1428619"/>
                  </a:lnTo>
                  <a:lnTo>
                    <a:pt x="6101234" y="1341060"/>
                  </a:lnTo>
                  <a:lnTo>
                    <a:pt x="6137798" y="1254491"/>
                  </a:lnTo>
                  <a:lnTo>
                    <a:pt x="6174156" y="1169487"/>
                  </a:lnTo>
                  <a:lnTo>
                    <a:pt x="6210249" y="1086580"/>
                  </a:lnTo>
                  <a:lnTo>
                    <a:pt x="6246036" y="1006246"/>
                  </a:lnTo>
                  <a:lnTo>
                    <a:pt x="6281495" y="928890"/>
                  </a:lnTo>
                  <a:lnTo>
                    <a:pt x="6316633" y="854848"/>
                  </a:lnTo>
                  <a:lnTo>
                    <a:pt x="6351479" y="784375"/>
                  </a:lnTo>
                  <a:lnTo>
                    <a:pt x="6386097" y="717648"/>
                  </a:lnTo>
                  <a:lnTo>
                    <a:pt x="6420581" y="654771"/>
                  </a:lnTo>
                  <a:lnTo>
                    <a:pt x="6455062" y="595775"/>
                  </a:lnTo>
                  <a:lnTo>
                    <a:pt x="6489711" y="540627"/>
                  </a:lnTo>
                  <a:lnTo>
                    <a:pt x="6515891" y="501804"/>
                  </a:lnTo>
                  <a:lnTo>
                    <a:pt x="6562390" y="439051"/>
                  </a:lnTo>
                  <a:lnTo>
                    <a:pt x="6610471" y="382616"/>
                  </a:lnTo>
                  <a:lnTo>
                    <a:pt x="6660888" y="332174"/>
                  </a:lnTo>
                  <a:lnTo>
                    <a:pt x="6714480" y="287175"/>
                  </a:lnTo>
                  <a:lnTo>
                    <a:pt x="6772107" y="246999"/>
                  </a:lnTo>
                  <a:lnTo>
                    <a:pt x="6834566" y="211050"/>
                  </a:lnTo>
                  <a:lnTo>
                    <a:pt x="6902506" y="178804"/>
                  </a:lnTo>
                  <a:lnTo>
                    <a:pt x="6976302" y="149839"/>
                  </a:lnTo>
                  <a:lnTo>
                    <a:pt x="7055888" y="123846"/>
                  </a:lnTo>
                  <a:lnTo>
                    <a:pt x="7140570" y="100634"/>
                  </a:lnTo>
                  <a:lnTo>
                    <a:pt x="7228828" y="80127"/>
                  </a:lnTo>
                  <a:lnTo>
                    <a:pt x="7318195" y="62334"/>
                  </a:lnTo>
                  <a:lnTo>
                    <a:pt x="7405285" y="47319"/>
                  </a:lnTo>
                  <a:lnTo>
                    <a:pt x="7486082" y="35133"/>
                  </a:lnTo>
                  <a:lnTo>
                    <a:pt x="7556514" y="25760"/>
                  </a:lnTo>
                  <a:lnTo>
                    <a:pt x="7613228" y="19049"/>
                  </a:lnTo>
                  <a:lnTo>
                    <a:pt x="7654364" y="14695"/>
                  </a:lnTo>
                  <a:lnTo>
                    <a:pt x="7680064" y="12249"/>
                  </a:lnTo>
                  <a:lnTo>
                    <a:pt x="7692589" y="11173"/>
                  </a:lnTo>
                  <a:lnTo>
                    <a:pt x="7696106" y="10898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9" y="87"/>
                  </a:lnTo>
                  <a:lnTo>
                    <a:pt x="7687498" y="708"/>
                  </a:lnTo>
                  <a:lnTo>
                    <a:pt x="7668523" y="2427"/>
                  </a:lnTo>
                  <a:lnTo>
                    <a:pt x="7634939" y="5803"/>
                  </a:lnTo>
                  <a:lnTo>
                    <a:pt x="7585579" y="11336"/>
                  </a:lnTo>
                  <a:lnTo>
                    <a:pt x="7521382" y="19404"/>
                  </a:lnTo>
                  <a:lnTo>
                    <a:pt x="7445072" y="30232"/>
                  </a:lnTo>
                  <a:lnTo>
                    <a:pt x="7360478" y="43894"/>
                  </a:lnTo>
                  <a:lnTo>
                    <a:pt x="7271732" y="60364"/>
                  </a:lnTo>
                  <a:lnTo>
                    <a:pt x="7182574" y="79575"/>
                  </a:lnTo>
                  <a:lnTo>
                    <a:pt x="7095931" y="101486"/>
                  </a:lnTo>
                  <a:lnTo>
                    <a:pt x="7013768" y="126129"/>
                  </a:lnTo>
                  <a:lnTo>
                    <a:pt x="6937154" y="153638"/>
                  </a:lnTo>
                  <a:lnTo>
                    <a:pt x="6866430" y="184265"/>
                  </a:lnTo>
                  <a:lnTo>
                    <a:pt x="6801410" y="218378"/>
                  </a:lnTo>
                  <a:lnTo>
                    <a:pt x="6741559" y="256457"/>
                  </a:lnTo>
                  <a:lnTo>
                    <a:pt x="6686137" y="299066"/>
                  </a:lnTo>
                  <a:lnTo>
                    <a:pt x="6634305" y="346822"/>
                  </a:lnTo>
                  <a:lnTo>
                    <a:pt x="6585205" y="400324"/>
                  </a:lnTo>
                  <a:lnTo>
                    <a:pt x="6538033" y="460029"/>
                  </a:lnTo>
                  <a:lnTo>
                    <a:pt x="6515891" y="490915"/>
                  </a:lnTo>
                  <a:lnTo>
                    <a:pt x="6480977" y="543239"/>
                  </a:lnTo>
                  <a:lnTo>
                    <a:pt x="6446388" y="599348"/>
                  </a:lnTo>
                  <a:lnTo>
                    <a:pt x="6411920" y="659318"/>
                  </a:lnTo>
                  <a:lnTo>
                    <a:pt x="6377414" y="723169"/>
                  </a:lnTo>
                  <a:lnTo>
                    <a:pt x="6342746" y="790850"/>
                  </a:lnTo>
                  <a:lnTo>
                    <a:pt x="6307831" y="862240"/>
                  </a:lnTo>
                  <a:lnTo>
                    <a:pt x="6272615" y="937142"/>
                  </a:lnTo>
                  <a:lnTo>
                    <a:pt x="6237072" y="1015280"/>
                  </a:lnTo>
                  <a:lnTo>
                    <a:pt x="6201206" y="1096302"/>
                  </a:lnTo>
                  <a:lnTo>
                    <a:pt x="6165041" y="1179783"/>
                  </a:lnTo>
                  <a:lnTo>
                    <a:pt x="6128626" y="1265232"/>
                  </a:lnTo>
                  <a:lnTo>
                    <a:pt x="6092022" y="1352106"/>
                  </a:lnTo>
                  <a:lnTo>
                    <a:pt x="6055304" y="1439819"/>
                  </a:lnTo>
                  <a:lnTo>
                    <a:pt x="6018555" y="1527762"/>
                  </a:lnTo>
                  <a:lnTo>
                    <a:pt x="5981858" y="1615321"/>
                  </a:lnTo>
                  <a:lnTo>
                    <a:pt x="5945295" y="1701890"/>
                  </a:lnTo>
                  <a:lnTo>
                    <a:pt x="5908937" y="1786894"/>
                  </a:lnTo>
                  <a:lnTo>
                    <a:pt x="5872844" y="1869801"/>
                  </a:lnTo>
                  <a:lnTo>
                    <a:pt x="5837057" y="1950135"/>
                  </a:lnTo>
                  <a:lnTo>
                    <a:pt x="5801597" y="2027491"/>
                  </a:lnTo>
                  <a:lnTo>
                    <a:pt x="5766460" y="2101533"/>
                  </a:lnTo>
                  <a:lnTo>
                    <a:pt x="5731613" y="2172006"/>
                  </a:lnTo>
                  <a:lnTo>
                    <a:pt x="5696996" y="2238733"/>
                  </a:lnTo>
                  <a:lnTo>
                    <a:pt x="5662512" y="2301610"/>
                  </a:lnTo>
                  <a:lnTo>
                    <a:pt x="5628031" y="2360606"/>
                  </a:lnTo>
                  <a:lnTo>
                    <a:pt x="5593381" y="2415754"/>
                  </a:lnTo>
                  <a:lnTo>
                    <a:pt x="5567201" y="2454577"/>
                  </a:lnTo>
                  <a:lnTo>
                    <a:pt x="5520703" y="2517331"/>
                  </a:lnTo>
                  <a:lnTo>
                    <a:pt x="5472621" y="2573765"/>
                  </a:lnTo>
                  <a:lnTo>
                    <a:pt x="5422205" y="2624207"/>
                  </a:lnTo>
                  <a:lnTo>
                    <a:pt x="5368612" y="2669206"/>
                  </a:lnTo>
                  <a:lnTo>
                    <a:pt x="5310986" y="2709382"/>
                  </a:lnTo>
                  <a:lnTo>
                    <a:pt x="5248526" y="2745331"/>
                  </a:lnTo>
                  <a:lnTo>
                    <a:pt x="5180586" y="2777577"/>
                  </a:lnTo>
                  <a:lnTo>
                    <a:pt x="5106791" y="2806542"/>
                  </a:lnTo>
                  <a:lnTo>
                    <a:pt x="5027204" y="2832536"/>
                  </a:lnTo>
                  <a:lnTo>
                    <a:pt x="4942523" y="2855747"/>
                  </a:lnTo>
                  <a:lnTo>
                    <a:pt x="4854264" y="2876254"/>
                  </a:lnTo>
                  <a:lnTo>
                    <a:pt x="4764898" y="2894047"/>
                  </a:lnTo>
                  <a:lnTo>
                    <a:pt x="4677808" y="2909063"/>
                  </a:lnTo>
                  <a:lnTo>
                    <a:pt x="4597011" y="2921248"/>
                  </a:lnTo>
                  <a:lnTo>
                    <a:pt x="4526579" y="2930621"/>
                  </a:lnTo>
                  <a:lnTo>
                    <a:pt x="4469864" y="2937332"/>
                  </a:lnTo>
                  <a:lnTo>
                    <a:pt x="4428728" y="2941686"/>
                  </a:lnTo>
                  <a:lnTo>
                    <a:pt x="4403029" y="2944132"/>
                  </a:lnTo>
                  <a:lnTo>
                    <a:pt x="4390504" y="2945208"/>
                  </a:lnTo>
                  <a:lnTo>
                    <a:pt x="4386987" y="2945483"/>
                  </a:lnTo>
                  <a:lnTo>
                    <a:pt x="4386855" y="2945492"/>
                  </a:lnTo>
                  <a:lnTo>
                    <a:pt x="3848118" y="2945492"/>
                  </a:lnTo>
                  <a:lnTo>
                    <a:pt x="3846874" y="2945436"/>
                  </a:lnTo>
                  <a:lnTo>
                    <a:pt x="3838744" y="2945028"/>
                  </a:lnTo>
                  <a:lnTo>
                    <a:pt x="3818445" y="2943903"/>
                  </a:lnTo>
                  <a:lnTo>
                    <a:pt x="3782649" y="2941694"/>
                  </a:lnTo>
                  <a:lnTo>
                    <a:pt x="3730299" y="2938080"/>
                  </a:lnTo>
                  <a:lnTo>
                    <a:pt x="3662641" y="2932824"/>
                  </a:lnTo>
                  <a:lnTo>
                    <a:pt x="3582812" y="2925795"/>
                  </a:lnTo>
                  <a:lnTo>
                    <a:pt x="3495036" y="2916955"/>
                  </a:lnTo>
                  <a:lnTo>
                    <a:pt x="3403724" y="2906330"/>
                  </a:lnTo>
                  <a:lnTo>
                    <a:pt x="3312742" y="2893963"/>
                  </a:lnTo>
                  <a:lnTo>
                    <a:pt x="3225000" y="2879872"/>
                  </a:lnTo>
                  <a:lnTo>
                    <a:pt x="3142350" y="2864021"/>
                  </a:lnTo>
                  <a:lnTo>
                    <a:pt x="3065698" y="2846299"/>
                  </a:lnTo>
                  <a:lnTo>
                    <a:pt x="2995218" y="2826519"/>
                  </a:lnTo>
                  <a:lnTo>
                    <a:pt x="2930564" y="2804414"/>
                  </a:lnTo>
                  <a:lnTo>
                    <a:pt x="2871067" y="2779648"/>
                  </a:lnTo>
                  <a:lnTo>
                    <a:pt x="2815880" y="2751836"/>
                  </a:lnTo>
                  <a:lnTo>
                    <a:pt x="2764083" y="2720573"/>
                  </a:lnTo>
                  <a:lnTo>
                    <a:pt x="2714768" y="2685494"/>
                  </a:lnTo>
                  <a:lnTo>
                    <a:pt x="2667772" y="2646951"/>
                  </a:lnTo>
                  <a:lnTo>
                    <a:pt x="2626067" y="2608633"/>
                  </a:lnTo>
                  <a:lnTo>
                    <a:pt x="2584768" y="2567009"/>
                  </a:lnTo>
                  <a:lnTo>
                    <a:pt x="2543547" y="2522016"/>
                  </a:lnTo>
                  <a:lnTo>
                    <a:pt x="2502163" y="2473670"/>
                  </a:lnTo>
                  <a:lnTo>
                    <a:pt x="2460450" y="2422072"/>
                  </a:lnTo>
                  <a:lnTo>
                    <a:pt x="2418309" y="2367418"/>
                  </a:lnTo>
                  <a:lnTo>
                    <a:pt x="2375700" y="2310001"/>
                  </a:lnTo>
                  <a:lnTo>
                    <a:pt x="2332640" y="2250209"/>
                  </a:lnTo>
                  <a:lnTo>
                    <a:pt x="2289189" y="2188515"/>
                  </a:lnTo>
                  <a:lnTo>
                    <a:pt x="2245446" y="2125468"/>
                  </a:lnTo>
                  <a:lnTo>
                    <a:pt x="2201537" y="2061670"/>
                  </a:lnTo>
                  <a:lnTo>
                    <a:pt x="2157600" y="1997754"/>
                  </a:lnTo>
                  <a:lnTo>
                    <a:pt x="2113780" y="1934358"/>
                  </a:lnTo>
                  <a:lnTo>
                    <a:pt x="2070209" y="1872098"/>
                  </a:lnTo>
                  <a:lnTo>
                    <a:pt x="2026995" y="1811544"/>
                  </a:lnTo>
                  <a:lnTo>
                    <a:pt x="1984215" y="1753201"/>
                  </a:lnTo>
                  <a:lnTo>
                    <a:pt x="1941903" y="1697488"/>
                  </a:lnTo>
                  <a:lnTo>
                    <a:pt x="1900040" y="1644734"/>
                  </a:lnTo>
                  <a:lnTo>
                    <a:pt x="1858551" y="1595171"/>
                  </a:lnTo>
                  <a:lnTo>
                    <a:pt x="1817294" y="1548935"/>
                  </a:lnTo>
                  <a:lnTo>
                    <a:pt x="1776056" y="1506071"/>
                  </a:lnTo>
                  <a:lnTo>
                    <a:pt x="1734545" y="1466545"/>
                  </a:lnTo>
                  <a:lnTo>
                    <a:pt x="1719082" y="1452783"/>
                  </a:lnTo>
                  <a:lnTo>
                    <a:pt x="1671419" y="1413727"/>
                  </a:lnTo>
                  <a:lnTo>
                    <a:pt x="1622075" y="1378703"/>
                  </a:lnTo>
                  <a:lnTo>
                    <a:pt x="1570237" y="1347490"/>
                  </a:lnTo>
                  <a:lnTo>
                    <a:pt x="1514996" y="1319723"/>
                  </a:lnTo>
                  <a:lnTo>
                    <a:pt x="1455434" y="1294997"/>
                  </a:lnTo>
                  <a:lnTo>
                    <a:pt x="1390704" y="1272926"/>
                  </a:lnTo>
                  <a:lnTo>
                    <a:pt x="1320139" y="1253176"/>
                  </a:lnTo>
                  <a:lnTo>
                    <a:pt x="1243403" y="1235481"/>
                  </a:lnTo>
                  <a:lnTo>
                    <a:pt x="1160674" y="1219654"/>
                  </a:lnTo>
                  <a:lnTo>
                    <a:pt x="1072872" y="1205587"/>
                  </a:lnTo>
                  <a:lnTo>
                    <a:pt x="981863" y="1193244"/>
                  </a:lnTo>
                  <a:lnTo>
                    <a:pt x="890572" y="1182644"/>
                  </a:lnTo>
                  <a:lnTo>
                    <a:pt x="802875" y="1173829"/>
                  </a:lnTo>
                  <a:lnTo>
                    <a:pt x="723187" y="1166824"/>
                  </a:lnTo>
                  <a:lnTo>
                    <a:pt x="655723" y="1161593"/>
                  </a:lnTo>
                  <a:lnTo>
                    <a:pt x="603597" y="1158000"/>
                  </a:lnTo>
                  <a:lnTo>
                    <a:pt x="568029" y="1155808"/>
                  </a:lnTo>
                  <a:lnTo>
                    <a:pt x="547926" y="1154695"/>
                  </a:lnTo>
                  <a:lnTo>
                    <a:pt x="539931" y="1154295"/>
                  </a:lnTo>
                  <a:lnTo>
                    <a:pt x="538736" y="1154241"/>
                  </a:lnTo>
                  <a:lnTo>
                    <a:pt x="0" y="115424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33" name="pl633"/>
            <p:cNvSpPr/>
            <p:nvPr/>
          </p:nvSpPr>
          <p:spPr>
            <a:xfrm>
              <a:off x="546595" y="1077129"/>
              <a:ext cx="8234974" cy="2945492"/>
            </a:xfrm>
            <a:custGeom>
              <a:avLst/>
              <a:pathLst>
                <a:path w="8234974" h="2945492">
                  <a:moveTo>
                    <a:pt x="0" y="1154241"/>
                  </a:moveTo>
                  <a:lnTo>
                    <a:pt x="538736" y="1154241"/>
                  </a:lnTo>
                  <a:lnTo>
                    <a:pt x="539981" y="1154298"/>
                  </a:lnTo>
                  <a:lnTo>
                    <a:pt x="548111" y="1154705"/>
                  </a:lnTo>
                  <a:lnTo>
                    <a:pt x="568410" y="1155830"/>
                  </a:lnTo>
                  <a:lnTo>
                    <a:pt x="604205" y="1158039"/>
                  </a:lnTo>
                  <a:lnTo>
                    <a:pt x="656556" y="1161653"/>
                  </a:lnTo>
                  <a:lnTo>
                    <a:pt x="724213" y="1166909"/>
                  </a:lnTo>
                  <a:lnTo>
                    <a:pt x="804043" y="1173938"/>
                  </a:lnTo>
                  <a:lnTo>
                    <a:pt x="891819" y="1182778"/>
                  </a:lnTo>
                  <a:lnTo>
                    <a:pt x="983131" y="1193403"/>
                  </a:lnTo>
                  <a:lnTo>
                    <a:pt x="1074112" y="1205770"/>
                  </a:lnTo>
                  <a:lnTo>
                    <a:pt x="1161855" y="1219861"/>
                  </a:lnTo>
                  <a:lnTo>
                    <a:pt x="1244505" y="1235712"/>
                  </a:lnTo>
                  <a:lnTo>
                    <a:pt x="1321156" y="1253434"/>
                  </a:lnTo>
                  <a:lnTo>
                    <a:pt x="1391637" y="1273215"/>
                  </a:lnTo>
                  <a:lnTo>
                    <a:pt x="1456291" y="1295320"/>
                  </a:lnTo>
                  <a:lnTo>
                    <a:pt x="1515787" y="1320085"/>
                  </a:lnTo>
                  <a:lnTo>
                    <a:pt x="1570974" y="1347897"/>
                  </a:lnTo>
                  <a:lnTo>
                    <a:pt x="1622772" y="1379160"/>
                  </a:lnTo>
                  <a:lnTo>
                    <a:pt x="1672087" y="1414239"/>
                  </a:lnTo>
                  <a:lnTo>
                    <a:pt x="1719082" y="1452783"/>
                  </a:lnTo>
                  <a:lnTo>
                    <a:pt x="1760788" y="1491100"/>
                  </a:lnTo>
                  <a:lnTo>
                    <a:pt x="1802087" y="1532724"/>
                  </a:lnTo>
                  <a:lnTo>
                    <a:pt x="1843308" y="1577717"/>
                  </a:lnTo>
                  <a:lnTo>
                    <a:pt x="1884692" y="1626063"/>
                  </a:lnTo>
                  <a:lnTo>
                    <a:pt x="1926404" y="1677661"/>
                  </a:lnTo>
                  <a:lnTo>
                    <a:pt x="1968546" y="1732315"/>
                  </a:lnTo>
                  <a:lnTo>
                    <a:pt x="2011154" y="1789732"/>
                  </a:lnTo>
                  <a:lnTo>
                    <a:pt x="2054215" y="1849524"/>
                  </a:lnTo>
                  <a:lnTo>
                    <a:pt x="2097666" y="1911218"/>
                  </a:lnTo>
                  <a:lnTo>
                    <a:pt x="2141409" y="1974265"/>
                  </a:lnTo>
                  <a:lnTo>
                    <a:pt x="2185318" y="2038063"/>
                  </a:lnTo>
                  <a:lnTo>
                    <a:pt x="2229254" y="2101979"/>
                  </a:lnTo>
                  <a:lnTo>
                    <a:pt x="2273074" y="2165375"/>
                  </a:lnTo>
                  <a:lnTo>
                    <a:pt x="2316646" y="2227636"/>
                  </a:lnTo>
                  <a:lnTo>
                    <a:pt x="2359860" y="2288189"/>
                  </a:lnTo>
                  <a:lnTo>
                    <a:pt x="2402640" y="2346533"/>
                  </a:lnTo>
                  <a:lnTo>
                    <a:pt x="2444952" y="2402245"/>
                  </a:lnTo>
                  <a:lnTo>
                    <a:pt x="2486815" y="2454999"/>
                  </a:lnTo>
                  <a:lnTo>
                    <a:pt x="2528304" y="2504562"/>
                  </a:lnTo>
                  <a:lnTo>
                    <a:pt x="2569561" y="2550799"/>
                  </a:lnTo>
                  <a:lnTo>
                    <a:pt x="2610798" y="2593662"/>
                  </a:lnTo>
                  <a:lnTo>
                    <a:pt x="2652310" y="2633188"/>
                  </a:lnTo>
                  <a:lnTo>
                    <a:pt x="2667772" y="2646951"/>
                  </a:lnTo>
                  <a:lnTo>
                    <a:pt x="2715436" y="2686006"/>
                  </a:lnTo>
                  <a:lnTo>
                    <a:pt x="2764780" y="2721030"/>
                  </a:lnTo>
                  <a:lnTo>
                    <a:pt x="2816618" y="2752243"/>
                  </a:lnTo>
                  <a:lnTo>
                    <a:pt x="2871858" y="2780010"/>
                  </a:lnTo>
                  <a:lnTo>
                    <a:pt x="2931420" y="2804736"/>
                  </a:lnTo>
                  <a:lnTo>
                    <a:pt x="2996151" y="2826807"/>
                  </a:lnTo>
                  <a:lnTo>
                    <a:pt x="3066715" y="2846558"/>
                  </a:lnTo>
                  <a:lnTo>
                    <a:pt x="3143452" y="2864252"/>
                  </a:lnTo>
                  <a:lnTo>
                    <a:pt x="3226181" y="2880079"/>
                  </a:lnTo>
                  <a:lnTo>
                    <a:pt x="3313983" y="2894146"/>
                  </a:lnTo>
                  <a:lnTo>
                    <a:pt x="3404991" y="2906489"/>
                  </a:lnTo>
                  <a:lnTo>
                    <a:pt x="3496283" y="2917089"/>
                  </a:lnTo>
                  <a:lnTo>
                    <a:pt x="3583980" y="2925904"/>
                  </a:lnTo>
                  <a:lnTo>
                    <a:pt x="3663668" y="2932909"/>
                  </a:lnTo>
                  <a:lnTo>
                    <a:pt x="3731132" y="2938141"/>
                  </a:lnTo>
                  <a:lnTo>
                    <a:pt x="3783257" y="2941733"/>
                  </a:lnTo>
                  <a:lnTo>
                    <a:pt x="3818826" y="2943925"/>
                  </a:lnTo>
                  <a:lnTo>
                    <a:pt x="3838929" y="2945038"/>
                  </a:lnTo>
                  <a:lnTo>
                    <a:pt x="3846924" y="2945438"/>
                  </a:lnTo>
                  <a:lnTo>
                    <a:pt x="3848118" y="2945492"/>
                  </a:lnTo>
                  <a:lnTo>
                    <a:pt x="4386855" y="2945492"/>
                  </a:lnTo>
                  <a:lnTo>
                    <a:pt x="4388014" y="2945405"/>
                  </a:lnTo>
                  <a:lnTo>
                    <a:pt x="4395594" y="2944784"/>
                  </a:lnTo>
                  <a:lnTo>
                    <a:pt x="4414569" y="2943065"/>
                  </a:lnTo>
                  <a:lnTo>
                    <a:pt x="4448153" y="2939689"/>
                  </a:lnTo>
                  <a:lnTo>
                    <a:pt x="4497514" y="2934156"/>
                  </a:lnTo>
                  <a:lnTo>
                    <a:pt x="4561711" y="2926088"/>
                  </a:lnTo>
                  <a:lnTo>
                    <a:pt x="4638021" y="2915260"/>
                  </a:lnTo>
                  <a:lnTo>
                    <a:pt x="4722614" y="2901598"/>
                  </a:lnTo>
                  <a:lnTo>
                    <a:pt x="4811360" y="2885128"/>
                  </a:lnTo>
                  <a:lnTo>
                    <a:pt x="4900518" y="2865917"/>
                  </a:lnTo>
                  <a:lnTo>
                    <a:pt x="4987161" y="2844006"/>
                  </a:lnTo>
                  <a:lnTo>
                    <a:pt x="5069324" y="2819363"/>
                  </a:lnTo>
                  <a:lnTo>
                    <a:pt x="5145938" y="2791854"/>
                  </a:lnTo>
                  <a:lnTo>
                    <a:pt x="5216663" y="2761227"/>
                  </a:lnTo>
                  <a:lnTo>
                    <a:pt x="5281683" y="2727114"/>
                  </a:lnTo>
                  <a:lnTo>
                    <a:pt x="5341534" y="2689035"/>
                  </a:lnTo>
                  <a:lnTo>
                    <a:pt x="5396955" y="2646426"/>
                  </a:lnTo>
                  <a:lnTo>
                    <a:pt x="5448787" y="2598670"/>
                  </a:lnTo>
                  <a:lnTo>
                    <a:pt x="5497887" y="2545168"/>
                  </a:lnTo>
                  <a:lnTo>
                    <a:pt x="5545060" y="2485463"/>
                  </a:lnTo>
                  <a:lnTo>
                    <a:pt x="5567201" y="2454577"/>
                  </a:lnTo>
                  <a:lnTo>
                    <a:pt x="5602116" y="2402253"/>
                  </a:lnTo>
                  <a:lnTo>
                    <a:pt x="5636705" y="2346144"/>
                  </a:lnTo>
                  <a:lnTo>
                    <a:pt x="5671172" y="2286174"/>
                  </a:lnTo>
                  <a:lnTo>
                    <a:pt x="5705679" y="2222323"/>
                  </a:lnTo>
                  <a:lnTo>
                    <a:pt x="5740346" y="2154642"/>
                  </a:lnTo>
                  <a:lnTo>
                    <a:pt x="5775261" y="2083252"/>
                  </a:lnTo>
                  <a:lnTo>
                    <a:pt x="5810477" y="2008350"/>
                  </a:lnTo>
                  <a:lnTo>
                    <a:pt x="5846020" y="1930212"/>
                  </a:lnTo>
                  <a:lnTo>
                    <a:pt x="5881887" y="1849190"/>
                  </a:lnTo>
                  <a:lnTo>
                    <a:pt x="5918051" y="1765709"/>
                  </a:lnTo>
                  <a:lnTo>
                    <a:pt x="5954467" y="1680260"/>
                  </a:lnTo>
                  <a:lnTo>
                    <a:pt x="5991071" y="1593386"/>
                  </a:lnTo>
                  <a:lnTo>
                    <a:pt x="6027789" y="1505673"/>
                  </a:lnTo>
                  <a:lnTo>
                    <a:pt x="6064538" y="1417730"/>
                  </a:lnTo>
                  <a:lnTo>
                    <a:pt x="6101234" y="1330171"/>
                  </a:lnTo>
                  <a:lnTo>
                    <a:pt x="6137798" y="1243602"/>
                  </a:lnTo>
                  <a:lnTo>
                    <a:pt x="6174156" y="1158598"/>
                  </a:lnTo>
                  <a:lnTo>
                    <a:pt x="6210249" y="1075691"/>
                  </a:lnTo>
                  <a:lnTo>
                    <a:pt x="6246036" y="995357"/>
                  </a:lnTo>
                  <a:lnTo>
                    <a:pt x="6281495" y="918001"/>
                  </a:lnTo>
                  <a:lnTo>
                    <a:pt x="6316633" y="843959"/>
                  </a:lnTo>
                  <a:lnTo>
                    <a:pt x="6351479" y="773486"/>
                  </a:lnTo>
                  <a:lnTo>
                    <a:pt x="6386097" y="706759"/>
                  </a:lnTo>
                  <a:lnTo>
                    <a:pt x="6420581" y="643882"/>
                  </a:lnTo>
                  <a:lnTo>
                    <a:pt x="6455062" y="584886"/>
                  </a:lnTo>
                  <a:lnTo>
                    <a:pt x="6489711" y="529737"/>
                  </a:lnTo>
                  <a:lnTo>
                    <a:pt x="6515891" y="490915"/>
                  </a:lnTo>
                  <a:lnTo>
                    <a:pt x="6562390" y="428161"/>
                  </a:lnTo>
                  <a:lnTo>
                    <a:pt x="6610471" y="371727"/>
                  </a:lnTo>
                  <a:lnTo>
                    <a:pt x="6660888" y="321285"/>
                  </a:lnTo>
                  <a:lnTo>
                    <a:pt x="6714480" y="276286"/>
                  </a:lnTo>
                  <a:lnTo>
                    <a:pt x="6772107" y="236110"/>
                  </a:lnTo>
                  <a:lnTo>
                    <a:pt x="6834566" y="200161"/>
                  </a:lnTo>
                  <a:lnTo>
                    <a:pt x="6902506" y="167915"/>
                  </a:lnTo>
                  <a:lnTo>
                    <a:pt x="6976302" y="138950"/>
                  </a:lnTo>
                  <a:lnTo>
                    <a:pt x="7055888" y="112956"/>
                  </a:lnTo>
                  <a:lnTo>
                    <a:pt x="7140570" y="89745"/>
                  </a:lnTo>
                  <a:lnTo>
                    <a:pt x="7228828" y="69238"/>
                  </a:lnTo>
                  <a:lnTo>
                    <a:pt x="7318195" y="51445"/>
                  </a:lnTo>
                  <a:lnTo>
                    <a:pt x="7405285" y="36429"/>
                  </a:lnTo>
                  <a:lnTo>
                    <a:pt x="7486082" y="24244"/>
                  </a:lnTo>
                  <a:lnTo>
                    <a:pt x="7556514" y="14871"/>
                  </a:lnTo>
                  <a:lnTo>
                    <a:pt x="7613228" y="8160"/>
                  </a:lnTo>
                  <a:lnTo>
                    <a:pt x="7654364" y="3806"/>
                  </a:lnTo>
                  <a:lnTo>
                    <a:pt x="7680064" y="1360"/>
                  </a:lnTo>
                  <a:lnTo>
                    <a:pt x="7692589" y="284"/>
                  </a:lnTo>
                  <a:lnTo>
                    <a:pt x="7696106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4" name="pl634"/>
            <p:cNvSpPr/>
            <p:nvPr/>
          </p:nvSpPr>
          <p:spPr>
            <a:xfrm>
              <a:off x="546595" y="1066240"/>
              <a:ext cx="8234974" cy="2945492"/>
            </a:xfrm>
            <a:custGeom>
              <a:avLst/>
              <a:pathLst>
                <a:path w="8234974" h="2945492">
                  <a:moveTo>
                    <a:pt x="8234974" y="0"/>
                  </a:moveTo>
                  <a:lnTo>
                    <a:pt x="7696237" y="0"/>
                  </a:lnTo>
                  <a:lnTo>
                    <a:pt x="7695079" y="87"/>
                  </a:lnTo>
                  <a:lnTo>
                    <a:pt x="7687498" y="708"/>
                  </a:lnTo>
                  <a:lnTo>
                    <a:pt x="7668523" y="2427"/>
                  </a:lnTo>
                  <a:lnTo>
                    <a:pt x="7634939" y="5803"/>
                  </a:lnTo>
                  <a:lnTo>
                    <a:pt x="7585579" y="11336"/>
                  </a:lnTo>
                  <a:lnTo>
                    <a:pt x="7521382" y="19404"/>
                  </a:lnTo>
                  <a:lnTo>
                    <a:pt x="7445072" y="30232"/>
                  </a:lnTo>
                  <a:lnTo>
                    <a:pt x="7360478" y="43894"/>
                  </a:lnTo>
                  <a:lnTo>
                    <a:pt x="7271732" y="60364"/>
                  </a:lnTo>
                  <a:lnTo>
                    <a:pt x="7182574" y="79575"/>
                  </a:lnTo>
                  <a:lnTo>
                    <a:pt x="7095931" y="101486"/>
                  </a:lnTo>
                  <a:lnTo>
                    <a:pt x="7013768" y="126129"/>
                  </a:lnTo>
                  <a:lnTo>
                    <a:pt x="6937154" y="153638"/>
                  </a:lnTo>
                  <a:lnTo>
                    <a:pt x="6866430" y="184265"/>
                  </a:lnTo>
                  <a:lnTo>
                    <a:pt x="6801410" y="218378"/>
                  </a:lnTo>
                  <a:lnTo>
                    <a:pt x="6741559" y="256457"/>
                  </a:lnTo>
                  <a:lnTo>
                    <a:pt x="6686137" y="299066"/>
                  </a:lnTo>
                  <a:lnTo>
                    <a:pt x="6634305" y="346822"/>
                  </a:lnTo>
                  <a:lnTo>
                    <a:pt x="6585205" y="400324"/>
                  </a:lnTo>
                  <a:lnTo>
                    <a:pt x="6538033" y="460029"/>
                  </a:lnTo>
                  <a:lnTo>
                    <a:pt x="6515891" y="490915"/>
                  </a:lnTo>
                  <a:lnTo>
                    <a:pt x="6480977" y="543239"/>
                  </a:lnTo>
                  <a:lnTo>
                    <a:pt x="6446388" y="599348"/>
                  </a:lnTo>
                  <a:lnTo>
                    <a:pt x="6411920" y="659318"/>
                  </a:lnTo>
                  <a:lnTo>
                    <a:pt x="6377414" y="723169"/>
                  </a:lnTo>
                  <a:lnTo>
                    <a:pt x="6342746" y="790850"/>
                  </a:lnTo>
                  <a:lnTo>
                    <a:pt x="6307831" y="862240"/>
                  </a:lnTo>
                  <a:lnTo>
                    <a:pt x="6272615" y="937142"/>
                  </a:lnTo>
                  <a:lnTo>
                    <a:pt x="6237072" y="1015280"/>
                  </a:lnTo>
                  <a:lnTo>
                    <a:pt x="6201206" y="1096302"/>
                  </a:lnTo>
                  <a:lnTo>
                    <a:pt x="6165041" y="1179783"/>
                  </a:lnTo>
                  <a:lnTo>
                    <a:pt x="6128626" y="1265232"/>
                  </a:lnTo>
                  <a:lnTo>
                    <a:pt x="6092022" y="1352106"/>
                  </a:lnTo>
                  <a:lnTo>
                    <a:pt x="6055304" y="1439819"/>
                  </a:lnTo>
                  <a:lnTo>
                    <a:pt x="6018555" y="1527762"/>
                  </a:lnTo>
                  <a:lnTo>
                    <a:pt x="5981858" y="1615321"/>
                  </a:lnTo>
                  <a:lnTo>
                    <a:pt x="5945295" y="1701890"/>
                  </a:lnTo>
                  <a:lnTo>
                    <a:pt x="5908937" y="1786894"/>
                  </a:lnTo>
                  <a:lnTo>
                    <a:pt x="5872844" y="1869801"/>
                  </a:lnTo>
                  <a:lnTo>
                    <a:pt x="5837057" y="1950135"/>
                  </a:lnTo>
                  <a:lnTo>
                    <a:pt x="5801597" y="2027491"/>
                  </a:lnTo>
                  <a:lnTo>
                    <a:pt x="5766460" y="2101533"/>
                  </a:lnTo>
                  <a:lnTo>
                    <a:pt x="5731613" y="2172006"/>
                  </a:lnTo>
                  <a:lnTo>
                    <a:pt x="5696996" y="2238733"/>
                  </a:lnTo>
                  <a:lnTo>
                    <a:pt x="5662512" y="2301610"/>
                  </a:lnTo>
                  <a:lnTo>
                    <a:pt x="5628031" y="2360606"/>
                  </a:lnTo>
                  <a:lnTo>
                    <a:pt x="5593381" y="2415754"/>
                  </a:lnTo>
                  <a:lnTo>
                    <a:pt x="5567201" y="2454577"/>
                  </a:lnTo>
                  <a:lnTo>
                    <a:pt x="5520703" y="2517331"/>
                  </a:lnTo>
                  <a:lnTo>
                    <a:pt x="5472621" y="2573765"/>
                  </a:lnTo>
                  <a:lnTo>
                    <a:pt x="5422205" y="2624207"/>
                  </a:lnTo>
                  <a:lnTo>
                    <a:pt x="5368612" y="2669206"/>
                  </a:lnTo>
                  <a:lnTo>
                    <a:pt x="5310986" y="2709382"/>
                  </a:lnTo>
                  <a:lnTo>
                    <a:pt x="5248526" y="2745331"/>
                  </a:lnTo>
                  <a:lnTo>
                    <a:pt x="5180586" y="2777577"/>
                  </a:lnTo>
                  <a:lnTo>
                    <a:pt x="5106791" y="2806542"/>
                  </a:lnTo>
                  <a:lnTo>
                    <a:pt x="5027204" y="2832536"/>
                  </a:lnTo>
                  <a:lnTo>
                    <a:pt x="4942523" y="2855747"/>
                  </a:lnTo>
                  <a:lnTo>
                    <a:pt x="4854264" y="2876254"/>
                  </a:lnTo>
                  <a:lnTo>
                    <a:pt x="4764898" y="2894047"/>
                  </a:lnTo>
                  <a:lnTo>
                    <a:pt x="4677808" y="2909063"/>
                  </a:lnTo>
                  <a:lnTo>
                    <a:pt x="4597011" y="2921248"/>
                  </a:lnTo>
                  <a:lnTo>
                    <a:pt x="4526579" y="2930621"/>
                  </a:lnTo>
                  <a:lnTo>
                    <a:pt x="4469864" y="2937332"/>
                  </a:lnTo>
                  <a:lnTo>
                    <a:pt x="4428728" y="2941686"/>
                  </a:lnTo>
                  <a:lnTo>
                    <a:pt x="4403029" y="2944132"/>
                  </a:lnTo>
                  <a:lnTo>
                    <a:pt x="4390504" y="2945208"/>
                  </a:lnTo>
                  <a:lnTo>
                    <a:pt x="4386987" y="2945483"/>
                  </a:lnTo>
                  <a:lnTo>
                    <a:pt x="4386855" y="2945492"/>
                  </a:lnTo>
                  <a:lnTo>
                    <a:pt x="3848118" y="2945492"/>
                  </a:lnTo>
                  <a:lnTo>
                    <a:pt x="3846874" y="2945436"/>
                  </a:lnTo>
                  <a:lnTo>
                    <a:pt x="3838744" y="2945028"/>
                  </a:lnTo>
                  <a:lnTo>
                    <a:pt x="3818445" y="2943903"/>
                  </a:lnTo>
                  <a:lnTo>
                    <a:pt x="3782649" y="2941694"/>
                  </a:lnTo>
                  <a:lnTo>
                    <a:pt x="3730299" y="2938080"/>
                  </a:lnTo>
                  <a:lnTo>
                    <a:pt x="3662641" y="2932824"/>
                  </a:lnTo>
                  <a:lnTo>
                    <a:pt x="3582812" y="2925795"/>
                  </a:lnTo>
                  <a:lnTo>
                    <a:pt x="3495036" y="2916955"/>
                  </a:lnTo>
                  <a:lnTo>
                    <a:pt x="3403724" y="2906330"/>
                  </a:lnTo>
                  <a:lnTo>
                    <a:pt x="3312742" y="2893963"/>
                  </a:lnTo>
                  <a:lnTo>
                    <a:pt x="3225000" y="2879872"/>
                  </a:lnTo>
                  <a:lnTo>
                    <a:pt x="3142350" y="2864021"/>
                  </a:lnTo>
                  <a:lnTo>
                    <a:pt x="3065698" y="2846299"/>
                  </a:lnTo>
                  <a:lnTo>
                    <a:pt x="2995218" y="2826519"/>
                  </a:lnTo>
                  <a:lnTo>
                    <a:pt x="2930564" y="2804414"/>
                  </a:lnTo>
                  <a:lnTo>
                    <a:pt x="2871067" y="2779648"/>
                  </a:lnTo>
                  <a:lnTo>
                    <a:pt x="2815880" y="2751836"/>
                  </a:lnTo>
                  <a:lnTo>
                    <a:pt x="2764083" y="2720573"/>
                  </a:lnTo>
                  <a:lnTo>
                    <a:pt x="2714768" y="2685494"/>
                  </a:lnTo>
                  <a:lnTo>
                    <a:pt x="2667772" y="2646951"/>
                  </a:lnTo>
                  <a:lnTo>
                    <a:pt x="2626067" y="2608633"/>
                  </a:lnTo>
                  <a:lnTo>
                    <a:pt x="2584768" y="2567009"/>
                  </a:lnTo>
                  <a:lnTo>
                    <a:pt x="2543547" y="2522016"/>
                  </a:lnTo>
                  <a:lnTo>
                    <a:pt x="2502163" y="2473670"/>
                  </a:lnTo>
                  <a:lnTo>
                    <a:pt x="2460450" y="2422072"/>
                  </a:lnTo>
                  <a:lnTo>
                    <a:pt x="2418309" y="2367418"/>
                  </a:lnTo>
                  <a:lnTo>
                    <a:pt x="2375700" y="2310001"/>
                  </a:lnTo>
                  <a:lnTo>
                    <a:pt x="2332640" y="2250209"/>
                  </a:lnTo>
                  <a:lnTo>
                    <a:pt x="2289189" y="2188515"/>
                  </a:lnTo>
                  <a:lnTo>
                    <a:pt x="2245446" y="2125468"/>
                  </a:lnTo>
                  <a:lnTo>
                    <a:pt x="2201537" y="2061670"/>
                  </a:lnTo>
                  <a:lnTo>
                    <a:pt x="2157600" y="1997754"/>
                  </a:lnTo>
                  <a:lnTo>
                    <a:pt x="2113780" y="1934358"/>
                  </a:lnTo>
                  <a:lnTo>
                    <a:pt x="2070209" y="1872098"/>
                  </a:lnTo>
                  <a:lnTo>
                    <a:pt x="2026995" y="1811544"/>
                  </a:lnTo>
                  <a:lnTo>
                    <a:pt x="1984215" y="1753201"/>
                  </a:lnTo>
                  <a:lnTo>
                    <a:pt x="1941903" y="1697488"/>
                  </a:lnTo>
                  <a:lnTo>
                    <a:pt x="1900040" y="1644734"/>
                  </a:lnTo>
                  <a:lnTo>
                    <a:pt x="1858551" y="1595171"/>
                  </a:lnTo>
                  <a:lnTo>
                    <a:pt x="1817294" y="1548935"/>
                  </a:lnTo>
                  <a:lnTo>
                    <a:pt x="1776056" y="1506071"/>
                  </a:lnTo>
                  <a:lnTo>
                    <a:pt x="1734545" y="1466545"/>
                  </a:lnTo>
                  <a:lnTo>
                    <a:pt x="1719082" y="1452783"/>
                  </a:lnTo>
                  <a:lnTo>
                    <a:pt x="1671419" y="1413727"/>
                  </a:lnTo>
                  <a:lnTo>
                    <a:pt x="1622075" y="1378703"/>
                  </a:lnTo>
                  <a:lnTo>
                    <a:pt x="1570237" y="1347490"/>
                  </a:lnTo>
                  <a:lnTo>
                    <a:pt x="1514996" y="1319723"/>
                  </a:lnTo>
                  <a:lnTo>
                    <a:pt x="1455434" y="1294997"/>
                  </a:lnTo>
                  <a:lnTo>
                    <a:pt x="1390704" y="1272926"/>
                  </a:lnTo>
                  <a:lnTo>
                    <a:pt x="1320139" y="1253176"/>
                  </a:lnTo>
                  <a:lnTo>
                    <a:pt x="1243403" y="1235481"/>
                  </a:lnTo>
                  <a:lnTo>
                    <a:pt x="1160674" y="1219654"/>
                  </a:lnTo>
                  <a:lnTo>
                    <a:pt x="1072872" y="1205587"/>
                  </a:lnTo>
                  <a:lnTo>
                    <a:pt x="981863" y="1193244"/>
                  </a:lnTo>
                  <a:lnTo>
                    <a:pt x="890572" y="1182644"/>
                  </a:lnTo>
                  <a:lnTo>
                    <a:pt x="802875" y="1173829"/>
                  </a:lnTo>
                  <a:lnTo>
                    <a:pt x="723187" y="1166824"/>
                  </a:lnTo>
                  <a:lnTo>
                    <a:pt x="655723" y="1161593"/>
                  </a:lnTo>
                  <a:lnTo>
                    <a:pt x="603597" y="1158000"/>
                  </a:lnTo>
                  <a:lnTo>
                    <a:pt x="568029" y="1155808"/>
                  </a:lnTo>
                  <a:lnTo>
                    <a:pt x="547926" y="1154695"/>
                  </a:lnTo>
                  <a:lnTo>
                    <a:pt x="539931" y="1154295"/>
                  </a:lnTo>
                  <a:lnTo>
                    <a:pt x="538736" y="1154241"/>
                  </a:lnTo>
                  <a:lnTo>
                    <a:pt x="0" y="11542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5" name="pg635"/>
            <p:cNvSpPr/>
            <p:nvPr/>
          </p:nvSpPr>
          <p:spPr>
            <a:xfrm>
              <a:off x="546595" y="1893809"/>
              <a:ext cx="8234974" cy="2150591"/>
            </a:xfrm>
            <a:custGeom>
              <a:avLst/>
              <a:pathLst>
                <a:path w="8234974" h="2150591">
                  <a:moveTo>
                    <a:pt x="0" y="348450"/>
                  </a:moveTo>
                  <a:lnTo>
                    <a:pt x="538736" y="348450"/>
                  </a:lnTo>
                  <a:lnTo>
                    <a:pt x="539980" y="348507"/>
                  </a:lnTo>
                  <a:lnTo>
                    <a:pt x="548106" y="348916"/>
                  </a:lnTo>
                  <a:lnTo>
                    <a:pt x="568394" y="350048"/>
                  </a:lnTo>
                  <a:lnTo>
                    <a:pt x="604173" y="352269"/>
                  </a:lnTo>
                  <a:lnTo>
                    <a:pt x="656501" y="355903"/>
                  </a:lnTo>
                  <a:lnTo>
                    <a:pt x="724132" y="361188"/>
                  </a:lnTo>
                  <a:lnTo>
                    <a:pt x="803934" y="368257"/>
                  </a:lnTo>
                  <a:lnTo>
                    <a:pt x="891686" y="377146"/>
                  </a:lnTo>
                  <a:lnTo>
                    <a:pt x="982979" y="387831"/>
                  </a:lnTo>
                  <a:lnTo>
                    <a:pt x="1073948" y="400268"/>
                  </a:lnTo>
                  <a:lnTo>
                    <a:pt x="1161682" y="414438"/>
                  </a:lnTo>
                  <a:lnTo>
                    <a:pt x="1244330" y="430379"/>
                  </a:lnTo>
                  <a:lnTo>
                    <a:pt x="1320981" y="448201"/>
                  </a:lnTo>
                  <a:lnTo>
                    <a:pt x="1391464" y="468093"/>
                  </a:lnTo>
                  <a:lnTo>
                    <a:pt x="1456120" y="490322"/>
                  </a:lnTo>
                  <a:lnTo>
                    <a:pt x="1515619" y="515225"/>
                  </a:lnTo>
                  <a:lnTo>
                    <a:pt x="1570808" y="543191"/>
                  </a:lnTo>
                  <a:lnTo>
                    <a:pt x="1622606" y="574627"/>
                  </a:lnTo>
                  <a:lnTo>
                    <a:pt x="1671919" y="609899"/>
                  </a:lnTo>
                  <a:lnTo>
                    <a:pt x="1719082" y="648806"/>
                  </a:lnTo>
                  <a:lnTo>
                    <a:pt x="1760710" y="687282"/>
                  </a:lnTo>
                  <a:lnTo>
                    <a:pt x="1801934" y="729072"/>
                  </a:lnTo>
                  <a:lnTo>
                    <a:pt x="1843078" y="774238"/>
                  </a:lnTo>
                  <a:lnTo>
                    <a:pt x="1884382" y="822766"/>
                  </a:lnTo>
                  <a:lnTo>
                    <a:pt x="1926014" y="874555"/>
                  </a:lnTo>
                  <a:lnTo>
                    <a:pt x="1968073" y="929408"/>
                  </a:lnTo>
                  <a:lnTo>
                    <a:pt x="2010596" y="987035"/>
                  </a:lnTo>
                  <a:lnTo>
                    <a:pt x="2053571" y="1047049"/>
                  </a:lnTo>
                  <a:lnTo>
                    <a:pt x="2096935" y="1108976"/>
                  </a:lnTo>
                  <a:lnTo>
                    <a:pt x="2140593" y="1172270"/>
                  </a:lnTo>
                  <a:lnTo>
                    <a:pt x="2184419" y="1236328"/>
                  </a:lnTo>
                  <a:lnTo>
                    <a:pt x="2228274" y="1300517"/>
                  </a:lnTo>
                  <a:lnTo>
                    <a:pt x="2272017" y="1364199"/>
                  </a:lnTo>
                  <a:lnTo>
                    <a:pt x="2315515" y="1426758"/>
                  </a:lnTo>
                  <a:lnTo>
                    <a:pt x="2358660" y="1487619"/>
                  </a:lnTo>
                  <a:lnTo>
                    <a:pt x="2401373" y="1546279"/>
                  </a:lnTo>
                  <a:lnTo>
                    <a:pt x="2443621" y="1602312"/>
                  </a:lnTo>
                  <a:lnTo>
                    <a:pt x="2485419" y="1655389"/>
                  </a:lnTo>
                  <a:lnTo>
                    <a:pt x="2526842" y="1705273"/>
                  </a:lnTo>
                  <a:lnTo>
                    <a:pt x="2568028" y="1751827"/>
                  </a:lnTo>
                  <a:lnTo>
                    <a:pt x="2609184" y="1795000"/>
                  </a:lnTo>
                  <a:lnTo>
                    <a:pt x="2650601" y="1834825"/>
                  </a:lnTo>
                  <a:lnTo>
                    <a:pt x="2667772" y="1850234"/>
                  </a:lnTo>
                  <a:lnTo>
                    <a:pt x="2715427" y="1889520"/>
                  </a:lnTo>
                  <a:lnTo>
                    <a:pt x="2764761" y="1924751"/>
                  </a:lnTo>
                  <a:lnTo>
                    <a:pt x="2816588" y="1956150"/>
                  </a:lnTo>
                  <a:lnTo>
                    <a:pt x="2871816" y="1984083"/>
                  </a:lnTo>
                  <a:lnTo>
                    <a:pt x="2931363" y="2008957"/>
                  </a:lnTo>
                  <a:lnTo>
                    <a:pt x="2996077" y="2031161"/>
                  </a:lnTo>
                  <a:lnTo>
                    <a:pt x="3066621" y="2051030"/>
                  </a:lnTo>
                  <a:lnTo>
                    <a:pt x="3143335" y="2068832"/>
                  </a:lnTo>
                  <a:lnTo>
                    <a:pt x="3226040" y="2084755"/>
                  </a:lnTo>
                  <a:lnTo>
                    <a:pt x="3313818" y="2098907"/>
                  </a:lnTo>
                  <a:lnTo>
                    <a:pt x="3404807" y="2111326"/>
                  </a:lnTo>
                  <a:lnTo>
                    <a:pt x="3496084" y="2121993"/>
                  </a:lnTo>
                  <a:lnTo>
                    <a:pt x="3583778" y="2130864"/>
                  </a:lnTo>
                  <a:lnTo>
                    <a:pt x="3663478" y="2137915"/>
                  </a:lnTo>
                  <a:lnTo>
                    <a:pt x="3730966" y="2143182"/>
                  </a:lnTo>
                  <a:lnTo>
                    <a:pt x="3783128" y="2146800"/>
                  </a:lnTo>
                  <a:lnTo>
                    <a:pt x="3818740" y="2149009"/>
                  </a:lnTo>
                  <a:lnTo>
                    <a:pt x="3838885" y="2150131"/>
                  </a:lnTo>
                  <a:lnTo>
                    <a:pt x="3846911" y="2150535"/>
                  </a:lnTo>
                  <a:lnTo>
                    <a:pt x="3848118" y="2150591"/>
                  </a:lnTo>
                  <a:lnTo>
                    <a:pt x="4386855" y="2150591"/>
                  </a:lnTo>
                  <a:lnTo>
                    <a:pt x="4388077" y="2150524"/>
                  </a:lnTo>
                  <a:lnTo>
                    <a:pt x="4396060" y="2150047"/>
                  </a:lnTo>
                  <a:lnTo>
                    <a:pt x="4416007" y="2148728"/>
                  </a:lnTo>
                  <a:lnTo>
                    <a:pt x="4451215" y="2146139"/>
                  </a:lnTo>
                  <a:lnTo>
                    <a:pt x="4502775" y="2141901"/>
                  </a:lnTo>
                  <a:lnTo>
                    <a:pt x="4569522" y="2135734"/>
                  </a:lnTo>
                  <a:lnTo>
                    <a:pt x="4648431" y="2127478"/>
                  </a:lnTo>
                  <a:lnTo>
                    <a:pt x="4735382" y="2117087"/>
                  </a:lnTo>
                  <a:lnTo>
                    <a:pt x="4826035" y="2104588"/>
                  </a:lnTo>
                  <a:lnTo>
                    <a:pt x="4916556" y="2090031"/>
                  </a:lnTo>
                  <a:lnTo>
                    <a:pt x="5004027" y="2073442"/>
                  </a:lnTo>
                  <a:lnTo>
                    <a:pt x="5086564" y="2054781"/>
                  </a:lnTo>
                  <a:lnTo>
                    <a:pt x="5163216" y="2033928"/>
                  </a:lnTo>
                  <a:lnTo>
                    <a:pt x="5233766" y="2010669"/>
                  </a:lnTo>
                  <a:lnTo>
                    <a:pt x="5298518" y="1984699"/>
                  </a:lnTo>
                  <a:lnTo>
                    <a:pt x="5358104" y="1955632"/>
                  </a:lnTo>
                  <a:lnTo>
                    <a:pt x="5413346" y="1923019"/>
                  </a:lnTo>
                  <a:lnTo>
                    <a:pt x="5465144" y="1886386"/>
                  </a:lnTo>
                  <a:lnTo>
                    <a:pt x="5514391" y="1845295"/>
                  </a:lnTo>
                  <a:lnTo>
                    <a:pt x="5561901" y="1799464"/>
                  </a:lnTo>
                  <a:lnTo>
                    <a:pt x="5567201" y="1793974"/>
                  </a:lnTo>
                  <a:lnTo>
                    <a:pt x="5606566" y="1750891"/>
                  </a:lnTo>
                  <a:lnTo>
                    <a:pt x="5645551" y="1704297"/>
                  </a:lnTo>
                  <a:lnTo>
                    <a:pt x="5684439" y="1654123"/>
                  </a:lnTo>
                  <a:lnTo>
                    <a:pt x="5723440" y="1600374"/>
                  </a:lnTo>
                  <a:lnTo>
                    <a:pt x="5762707" y="1543132"/>
                  </a:lnTo>
                  <a:lnTo>
                    <a:pt x="5802337" y="1482571"/>
                  </a:lnTo>
                  <a:lnTo>
                    <a:pt x="5842377" y="1418953"/>
                  </a:lnTo>
                  <a:lnTo>
                    <a:pt x="5882830" y="1352634"/>
                  </a:lnTo>
                  <a:lnTo>
                    <a:pt x="5923661" y="1284053"/>
                  </a:lnTo>
                  <a:lnTo>
                    <a:pt x="5964800" y="1213728"/>
                  </a:lnTo>
                  <a:lnTo>
                    <a:pt x="6006153" y="1142237"/>
                  </a:lnTo>
                  <a:lnTo>
                    <a:pt x="6047608" y="1070199"/>
                  </a:lnTo>
                  <a:lnTo>
                    <a:pt x="6089046" y="998255"/>
                  </a:lnTo>
                  <a:lnTo>
                    <a:pt x="6130347" y="927042"/>
                  </a:lnTo>
                  <a:lnTo>
                    <a:pt x="6171405" y="857170"/>
                  </a:lnTo>
                  <a:lnTo>
                    <a:pt x="6212131" y="789200"/>
                  </a:lnTo>
                  <a:lnTo>
                    <a:pt x="6252466" y="723629"/>
                  </a:lnTo>
                  <a:lnTo>
                    <a:pt x="6292384" y="660872"/>
                  </a:lnTo>
                  <a:lnTo>
                    <a:pt x="6331900" y="601258"/>
                  </a:lnTo>
                  <a:lnTo>
                    <a:pt x="6371077" y="545024"/>
                  </a:lnTo>
                  <a:lnTo>
                    <a:pt x="6410027" y="492314"/>
                  </a:lnTo>
                  <a:lnTo>
                    <a:pt x="6448918" y="443191"/>
                  </a:lnTo>
                  <a:lnTo>
                    <a:pt x="6487982" y="397633"/>
                  </a:lnTo>
                  <a:lnTo>
                    <a:pt x="6515891" y="367506"/>
                  </a:lnTo>
                  <a:lnTo>
                    <a:pt x="6563249" y="321132"/>
                  </a:lnTo>
                  <a:lnTo>
                    <a:pt x="6612262" y="279515"/>
                  </a:lnTo>
                  <a:lnTo>
                    <a:pt x="6663726" y="242397"/>
                  </a:lnTo>
                  <a:lnTo>
                    <a:pt x="6718532" y="209353"/>
                  </a:lnTo>
                  <a:lnTo>
                    <a:pt x="6777583" y="179908"/>
                  </a:lnTo>
                  <a:lnTo>
                    <a:pt x="6841714" y="153608"/>
                  </a:lnTo>
                  <a:lnTo>
                    <a:pt x="6911585" y="130058"/>
                  </a:lnTo>
                  <a:lnTo>
                    <a:pt x="6987546" y="108945"/>
                  </a:lnTo>
                  <a:lnTo>
                    <a:pt x="7069449" y="90044"/>
                  </a:lnTo>
                  <a:lnTo>
                    <a:pt x="7156437" y="73224"/>
                  </a:lnTo>
                  <a:lnTo>
                    <a:pt x="7246739" y="58437"/>
                  </a:lnTo>
                  <a:lnTo>
                    <a:pt x="7337555" y="45703"/>
                  </a:lnTo>
                  <a:lnTo>
                    <a:pt x="7425139" y="35070"/>
                  </a:lnTo>
                  <a:lnTo>
                    <a:pt x="7505177" y="26573"/>
                  </a:lnTo>
                  <a:lnTo>
                    <a:pt x="7573480" y="20175"/>
                  </a:lnTo>
                  <a:lnTo>
                    <a:pt x="7626858" y="15731"/>
                  </a:lnTo>
                  <a:lnTo>
                    <a:pt x="7663906" y="12973"/>
                  </a:lnTo>
                  <a:lnTo>
                    <a:pt x="7685454" y="11531"/>
                  </a:lnTo>
                  <a:lnTo>
                    <a:pt x="7694563" y="1098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6" y="66"/>
                  </a:lnTo>
                  <a:lnTo>
                    <a:pt x="7687032" y="543"/>
                  </a:lnTo>
                  <a:lnTo>
                    <a:pt x="7667085" y="1862"/>
                  </a:lnTo>
                  <a:lnTo>
                    <a:pt x="7631877" y="4451"/>
                  </a:lnTo>
                  <a:lnTo>
                    <a:pt x="7580317" y="8689"/>
                  </a:lnTo>
                  <a:lnTo>
                    <a:pt x="7513570" y="14856"/>
                  </a:lnTo>
                  <a:lnTo>
                    <a:pt x="7434661" y="23112"/>
                  </a:lnTo>
                  <a:lnTo>
                    <a:pt x="7347711" y="33503"/>
                  </a:lnTo>
                  <a:lnTo>
                    <a:pt x="7257057" y="46002"/>
                  </a:lnTo>
                  <a:lnTo>
                    <a:pt x="7166537" y="60559"/>
                  </a:lnTo>
                  <a:lnTo>
                    <a:pt x="7079066" y="77148"/>
                  </a:lnTo>
                  <a:lnTo>
                    <a:pt x="6996529" y="95809"/>
                  </a:lnTo>
                  <a:lnTo>
                    <a:pt x="6919877" y="116662"/>
                  </a:lnTo>
                  <a:lnTo>
                    <a:pt x="6849326" y="139921"/>
                  </a:lnTo>
                  <a:lnTo>
                    <a:pt x="6784575" y="165891"/>
                  </a:lnTo>
                  <a:lnTo>
                    <a:pt x="6724988" y="194958"/>
                  </a:lnTo>
                  <a:lnTo>
                    <a:pt x="6669746" y="227571"/>
                  </a:lnTo>
                  <a:lnTo>
                    <a:pt x="6617949" y="264204"/>
                  </a:lnTo>
                  <a:lnTo>
                    <a:pt x="6568702" y="305295"/>
                  </a:lnTo>
                  <a:lnTo>
                    <a:pt x="6521191" y="351126"/>
                  </a:lnTo>
                  <a:lnTo>
                    <a:pt x="6515891" y="356616"/>
                  </a:lnTo>
                  <a:lnTo>
                    <a:pt x="6476526" y="399699"/>
                  </a:lnTo>
                  <a:lnTo>
                    <a:pt x="6437541" y="446293"/>
                  </a:lnTo>
                  <a:lnTo>
                    <a:pt x="6398654" y="496467"/>
                  </a:lnTo>
                  <a:lnTo>
                    <a:pt x="6359652" y="550216"/>
                  </a:lnTo>
                  <a:lnTo>
                    <a:pt x="6320386" y="607458"/>
                  </a:lnTo>
                  <a:lnTo>
                    <a:pt x="6280756" y="668019"/>
                  </a:lnTo>
                  <a:lnTo>
                    <a:pt x="6240716" y="731637"/>
                  </a:lnTo>
                  <a:lnTo>
                    <a:pt x="6200262" y="797956"/>
                  </a:lnTo>
                  <a:lnTo>
                    <a:pt x="6159431" y="866537"/>
                  </a:lnTo>
                  <a:lnTo>
                    <a:pt x="6118292" y="936862"/>
                  </a:lnTo>
                  <a:lnTo>
                    <a:pt x="6076939" y="1008353"/>
                  </a:lnTo>
                  <a:lnTo>
                    <a:pt x="6035484" y="1080391"/>
                  </a:lnTo>
                  <a:lnTo>
                    <a:pt x="5994047" y="1152335"/>
                  </a:lnTo>
                  <a:lnTo>
                    <a:pt x="5952745" y="1223548"/>
                  </a:lnTo>
                  <a:lnTo>
                    <a:pt x="5911687" y="1293420"/>
                  </a:lnTo>
                  <a:lnTo>
                    <a:pt x="5870961" y="1361390"/>
                  </a:lnTo>
                  <a:lnTo>
                    <a:pt x="5830626" y="1426961"/>
                  </a:lnTo>
                  <a:lnTo>
                    <a:pt x="5790709" y="1489718"/>
                  </a:lnTo>
                  <a:lnTo>
                    <a:pt x="5751192" y="1549332"/>
                  </a:lnTo>
                  <a:lnTo>
                    <a:pt x="5712015" y="1605566"/>
                  </a:lnTo>
                  <a:lnTo>
                    <a:pt x="5673065" y="1658276"/>
                  </a:lnTo>
                  <a:lnTo>
                    <a:pt x="5634174" y="1707399"/>
                  </a:lnTo>
                  <a:lnTo>
                    <a:pt x="5595110" y="1752957"/>
                  </a:lnTo>
                  <a:lnTo>
                    <a:pt x="5567201" y="1783084"/>
                  </a:lnTo>
                  <a:lnTo>
                    <a:pt x="5519843" y="1829458"/>
                  </a:lnTo>
                  <a:lnTo>
                    <a:pt x="5470831" y="1871075"/>
                  </a:lnTo>
                  <a:lnTo>
                    <a:pt x="5419367" y="1908193"/>
                  </a:lnTo>
                  <a:lnTo>
                    <a:pt x="5364560" y="1941237"/>
                  </a:lnTo>
                  <a:lnTo>
                    <a:pt x="5305509" y="1970682"/>
                  </a:lnTo>
                  <a:lnTo>
                    <a:pt x="5241379" y="1996982"/>
                  </a:lnTo>
                  <a:lnTo>
                    <a:pt x="5171507" y="2020532"/>
                  </a:lnTo>
                  <a:lnTo>
                    <a:pt x="5095547" y="2041645"/>
                  </a:lnTo>
                  <a:lnTo>
                    <a:pt x="5013644" y="2060546"/>
                  </a:lnTo>
                  <a:lnTo>
                    <a:pt x="4926656" y="2077366"/>
                  </a:lnTo>
                  <a:lnTo>
                    <a:pt x="4836354" y="2092153"/>
                  </a:lnTo>
                  <a:lnTo>
                    <a:pt x="4745537" y="2104887"/>
                  </a:lnTo>
                  <a:lnTo>
                    <a:pt x="4657954" y="2115520"/>
                  </a:lnTo>
                  <a:lnTo>
                    <a:pt x="4577916" y="2124017"/>
                  </a:lnTo>
                  <a:lnTo>
                    <a:pt x="4509612" y="2130415"/>
                  </a:lnTo>
                  <a:lnTo>
                    <a:pt x="4456235" y="2134859"/>
                  </a:lnTo>
                  <a:lnTo>
                    <a:pt x="4419186" y="2137617"/>
                  </a:lnTo>
                  <a:lnTo>
                    <a:pt x="4397639" y="2139059"/>
                  </a:lnTo>
                  <a:lnTo>
                    <a:pt x="4388529" y="2139609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74" y="2139644"/>
                  </a:lnTo>
                  <a:lnTo>
                    <a:pt x="3838749" y="2139235"/>
                  </a:lnTo>
                  <a:lnTo>
                    <a:pt x="3818460" y="2138103"/>
                  </a:lnTo>
                  <a:lnTo>
                    <a:pt x="3782682" y="2135882"/>
                  </a:lnTo>
                  <a:lnTo>
                    <a:pt x="3730354" y="2132248"/>
                  </a:lnTo>
                  <a:lnTo>
                    <a:pt x="3662723" y="2126963"/>
                  </a:lnTo>
                  <a:lnTo>
                    <a:pt x="3582920" y="2119894"/>
                  </a:lnTo>
                  <a:lnTo>
                    <a:pt x="3495168" y="2111005"/>
                  </a:lnTo>
                  <a:lnTo>
                    <a:pt x="3403875" y="2100320"/>
                  </a:lnTo>
                  <a:lnTo>
                    <a:pt x="3312907" y="2087883"/>
                  </a:lnTo>
                  <a:lnTo>
                    <a:pt x="3225172" y="2073713"/>
                  </a:lnTo>
                  <a:lnTo>
                    <a:pt x="3142525" y="2057772"/>
                  </a:lnTo>
                  <a:lnTo>
                    <a:pt x="3065874" y="2039950"/>
                  </a:lnTo>
                  <a:lnTo>
                    <a:pt x="2995391" y="2020058"/>
                  </a:lnTo>
                  <a:lnTo>
                    <a:pt x="2930734" y="1997829"/>
                  </a:lnTo>
                  <a:lnTo>
                    <a:pt x="2871235" y="1972926"/>
                  </a:lnTo>
                  <a:lnTo>
                    <a:pt x="2816047" y="1944960"/>
                  </a:lnTo>
                  <a:lnTo>
                    <a:pt x="2764249" y="1913524"/>
                  </a:lnTo>
                  <a:lnTo>
                    <a:pt x="2714936" y="1878252"/>
                  </a:lnTo>
                  <a:lnTo>
                    <a:pt x="2667772" y="1839345"/>
                  </a:lnTo>
                  <a:lnTo>
                    <a:pt x="2626144" y="1800869"/>
                  </a:lnTo>
                  <a:lnTo>
                    <a:pt x="2584921" y="1759079"/>
                  </a:lnTo>
                  <a:lnTo>
                    <a:pt x="2543777" y="1713913"/>
                  </a:lnTo>
                  <a:lnTo>
                    <a:pt x="2502472" y="1665385"/>
                  </a:lnTo>
                  <a:lnTo>
                    <a:pt x="2460840" y="1613596"/>
                  </a:lnTo>
                  <a:lnTo>
                    <a:pt x="2418782" y="1558743"/>
                  </a:lnTo>
                  <a:lnTo>
                    <a:pt x="2376258" y="1501116"/>
                  </a:lnTo>
                  <a:lnTo>
                    <a:pt x="2333284" y="1441102"/>
                  </a:lnTo>
                  <a:lnTo>
                    <a:pt x="2289919" y="1379175"/>
                  </a:lnTo>
                  <a:lnTo>
                    <a:pt x="2246262" y="1315881"/>
                  </a:lnTo>
                  <a:lnTo>
                    <a:pt x="2202436" y="1251823"/>
                  </a:lnTo>
                  <a:lnTo>
                    <a:pt x="2158581" y="1187634"/>
                  </a:lnTo>
                  <a:lnTo>
                    <a:pt x="2114838" y="1123952"/>
                  </a:lnTo>
                  <a:lnTo>
                    <a:pt x="2071339" y="1061394"/>
                  </a:lnTo>
                  <a:lnTo>
                    <a:pt x="2028195" y="1000532"/>
                  </a:lnTo>
                  <a:lnTo>
                    <a:pt x="1985482" y="941873"/>
                  </a:lnTo>
                  <a:lnTo>
                    <a:pt x="1943234" y="885839"/>
                  </a:lnTo>
                  <a:lnTo>
                    <a:pt x="1901435" y="832762"/>
                  </a:lnTo>
                  <a:lnTo>
                    <a:pt x="1860012" y="782878"/>
                  </a:lnTo>
                  <a:lnTo>
                    <a:pt x="1818827" y="736324"/>
                  </a:lnTo>
                  <a:lnTo>
                    <a:pt x="1777670" y="693151"/>
                  </a:lnTo>
                  <a:lnTo>
                    <a:pt x="1736254" y="653326"/>
                  </a:lnTo>
                  <a:lnTo>
                    <a:pt x="1719082" y="637917"/>
                  </a:lnTo>
                  <a:lnTo>
                    <a:pt x="1671428" y="598631"/>
                  </a:lnTo>
                  <a:lnTo>
                    <a:pt x="1622093" y="563400"/>
                  </a:lnTo>
                  <a:lnTo>
                    <a:pt x="1570266" y="532001"/>
                  </a:lnTo>
                  <a:lnTo>
                    <a:pt x="1515038" y="504068"/>
                  </a:lnTo>
                  <a:lnTo>
                    <a:pt x="1455491" y="479194"/>
                  </a:lnTo>
                  <a:lnTo>
                    <a:pt x="1390778" y="456990"/>
                  </a:lnTo>
                  <a:lnTo>
                    <a:pt x="1320234" y="437121"/>
                  </a:lnTo>
                  <a:lnTo>
                    <a:pt x="1243520" y="419319"/>
                  </a:lnTo>
                  <a:lnTo>
                    <a:pt x="1160815" y="403397"/>
                  </a:lnTo>
                  <a:lnTo>
                    <a:pt x="1073036" y="389244"/>
                  </a:lnTo>
                  <a:lnTo>
                    <a:pt x="982048" y="376825"/>
                  </a:lnTo>
                  <a:lnTo>
                    <a:pt x="890770" y="366158"/>
                  </a:lnTo>
                  <a:lnTo>
                    <a:pt x="803076" y="357287"/>
                  </a:lnTo>
                  <a:lnTo>
                    <a:pt x="723377" y="350236"/>
                  </a:lnTo>
                  <a:lnTo>
                    <a:pt x="655888" y="344969"/>
                  </a:lnTo>
                  <a:lnTo>
                    <a:pt x="603726" y="341351"/>
                  </a:lnTo>
                  <a:lnTo>
                    <a:pt x="568114" y="339142"/>
                  </a:lnTo>
                  <a:lnTo>
                    <a:pt x="547970" y="338020"/>
                  </a:lnTo>
                  <a:lnTo>
                    <a:pt x="539944" y="337616"/>
                  </a:lnTo>
                  <a:lnTo>
                    <a:pt x="538736" y="337561"/>
                  </a:lnTo>
                  <a:lnTo>
                    <a:pt x="0" y="337561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36" name="pl636"/>
            <p:cNvSpPr/>
            <p:nvPr/>
          </p:nvSpPr>
          <p:spPr>
            <a:xfrm>
              <a:off x="546595" y="1904698"/>
              <a:ext cx="8234974" cy="2139701"/>
            </a:xfrm>
            <a:custGeom>
              <a:avLst/>
              <a:pathLst>
                <a:path w="8234974" h="2139701">
                  <a:moveTo>
                    <a:pt x="0" y="337561"/>
                  </a:moveTo>
                  <a:lnTo>
                    <a:pt x="538736" y="337561"/>
                  </a:lnTo>
                  <a:lnTo>
                    <a:pt x="539980" y="337618"/>
                  </a:lnTo>
                  <a:lnTo>
                    <a:pt x="548106" y="338027"/>
                  </a:lnTo>
                  <a:lnTo>
                    <a:pt x="568394" y="339159"/>
                  </a:lnTo>
                  <a:lnTo>
                    <a:pt x="604173" y="341380"/>
                  </a:lnTo>
                  <a:lnTo>
                    <a:pt x="656501" y="345014"/>
                  </a:lnTo>
                  <a:lnTo>
                    <a:pt x="724132" y="350299"/>
                  </a:lnTo>
                  <a:lnTo>
                    <a:pt x="803934" y="357368"/>
                  </a:lnTo>
                  <a:lnTo>
                    <a:pt x="891686" y="366257"/>
                  </a:lnTo>
                  <a:lnTo>
                    <a:pt x="982979" y="376942"/>
                  </a:lnTo>
                  <a:lnTo>
                    <a:pt x="1073948" y="389379"/>
                  </a:lnTo>
                  <a:lnTo>
                    <a:pt x="1161682" y="403549"/>
                  </a:lnTo>
                  <a:lnTo>
                    <a:pt x="1244330" y="419490"/>
                  </a:lnTo>
                  <a:lnTo>
                    <a:pt x="1320981" y="437312"/>
                  </a:lnTo>
                  <a:lnTo>
                    <a:pt x="1391464" y="457204"/>
                  </a:lnTo>
                  <a:lnTo>
                    <a:pt x="1456120" y="479433"/>
                  </a:lnTo>
                  <a:lnTo>
                    <a:pt x="1515619" y="504336"/>
                  </a:lnTo>
                  <a:lnTo>
                    <a:pt x="1570808" y="532302"/>
                  </a:lnTo>
                  <a:lnTo>
                    <a:pt x="1622606" y="563738"/>
                  </a:lnTo>
                  <a:lnTo>
                    <a:pt x="1671919" y="599010"/>
                  </a:lnTo>
                  <a:lnTo>
                    <a:pt x="1719082" y="637917"/>
                  </a:lnTo>
                  <a:lnTo>
                    <a:pt x="1760710" y="676393"/>
                  </a:lnTo>
                  <a:lnTo>
                    <a:pt x="1801934" y="718183"/>
                  </a:lnTo>
                  <a:lnTo>
                    <a:pt x="1843078" y="763349"/>
                  </a:lnTo>
                  <a:lnTo>
                    <a:pt x="1884382" y="811877"/>
                  </a:lnTo>
                  <a:lnTo>
                    <a:pt x="1926014" y="863666"/>
                  </a:lnTo>
                  <a:lnTo>
                    <a:pt x="1968073" y="918519"/>
                  </a:lnTo>
                  <a:lnTo>
                    <a:pt x="2010596" y="976146"/>
                  </a:lnTo>
                  <a:lnTo>
                    <a:pt x="2053571" y="1036160"/>
                  </a:lnTo>
                  <a:lnTo>
                    <a:pt x="2096935" y="1098087"/>
                  </a:lnTo>
                  <a:lnTo>
                    <a:pt x="2140593" y="1161381"/>
                  </a:lnTo>
                  <a:lnTo>
                    <a:pt x="2184419" y="1225439"/>
                  </a:lnTo>
                  <a:lnTo>
                    <a:pt x="2228274" y="1289628"/>
                  </a:lnTo>
                  <a:lnTo>
                    <a:pt x="2272017" y="1353310"/>
                  </a:lnTo>
                  <a:lnTo>
                    <a:pt x="2315515" y="1415869"/>
                  </a:lnTo>
                  <a:lnTo>
                    <a:pt x="2358660" y="1476730"/>
                  </a:lnTo>
                  <a:lnTo>
                    <a:pt x="2401373" y="1535390"/>
                  </a:lnTo>
                  <a:lnTo>
                    <a:pt x="2443621" y="1591423"/>
                  </a:lnTo>
                  <a:lnTo>
                    <a:pt x="2485419" y="1644500"/>
                  </a:lnTo>
                  <a:lnTo>
                    <a:pt x="2526842" y="1694384"/>
                  </a:lnTo>
                  <a:lnTo>
                    <a:pt x="2568028" y="1740938"/>
                  </a:lnTo>
                  <a:lnTo>
                    <a:pt x="2609184" y="1784111"/>
                  </a:lnTo>
                  <a:lnTo>
                    <a:pt x="2650601" y="1823936"/>
                  </a:lnTo>
                  <a:lnTo>
                    <a:pt x="2667772" y="1839345"/>
                  </a:lnTo>
                  <a:lnTo>
                    <a:pt x="2715427" y="1878631"/>
                  </a:lnTo>
                  <a:lnTo>
                    <a:pt x="2764761" y="1913862"/>
                  </a:lnTo>
                  <a:lnTo>
                    <a:pt x="2816588" y="1945261"/>
                  </a:lnTo>
                  <a:lnTo>
                    <a:pt x="2871816" y="1973194"/>
                  </a:lnTo>
                  <a:lnTo>
                    <a:pt x="2931363" y="1998068"/>
                  </a:lnTo>
                  <a:lnTo>
                    <a:pt x="2996077" y="2020272"/>
                  </a:lnTo>
                  <a:lnTo>
                    <a:pt x="3066621" y="2040141"/>
                  </a:lnTo>
                  <a:lnTo>
                    <a:pt x="3143335" y="2057943"/>
                  </a:lnTo>
                  <a:lnTo>
                    <a:pt x="3226040" y="2073865"/>
                  </a:lnTo>
                  <a:lnTo>
                    <a:pt x="3313818" y="2088018"/>
                  </a:lnTo>
                  <a:lnTo>
                    <a:pt x="3404807" y="2100437"/>
                  </a:lnTo>
                  <a:lnTo>
                    <a:pt x="3496084" y="2111104"/>
                  </a:lnTo>
                  <a:lnTo>
                    <a:pt x="3583778" y="2119975"/>
                  </a:lnTo>
                  <a:lnTo>
                    <a:pt x="3663478" y="2127026"/>
                  </a:lnTo>
                  <a:lnTo>
                    <a:pt x="3730966" y="2132293"/>
                  </a:lnTo>
                  <a:lnTo>
                    <a:pt x="3783128" y="2135911"/>
                  </a:lnTo>
                  <a:lnTo>
                    <a:pt x="3818740" y="2138120"/>
                  </a:lnTo>
                  <a:lnTo>
                    <a:pt x="3838885" y="2139242"/>
                  </a:lnTo>
                  <a:lnTo>
                    <a:pt x="3846911" y="2139646"/>
                  </a:lnTo>
                  <a:lnTo>
                    <a:pt x="3848118" y="2139701"/>
                  </a:lnTo>
                  <a:lnTo>
                    <a:pt x="4386855" y="2139701"/>
                  </a:lnTo>
                  <a:lnTo>
                    <a:pt x="4388077" y="2139635"/>
                  </a:lnTo>
                  <a:lnTo>
                    <a:pt x="4396060" y="2139158"/>
                  </a:lnTo>
                  <a:lnTo>
                    <a:pt x="4416007" y="2137839"/>
                  </a:lnTo>
                  <a:lnTo>
                    <a:pt x="4451215" y="2135250"/>
                  </a:lnTo>
                  <a:lnTo>
                    <a:pt x="4502775" y="2131012"/>
                  </a:lnTo>
                  <a:lnTo>
                    <a:pt x="4569522" y="2124845"/>
                  </a:lnTo>
                  <a:lnTo>
                    <a:pt x="4648431" y="2116589"/>
                  </a:lnTo>
                  <a:lnTo>
                    <a:pt x="4735382" y="2106198"/>
                  </a:lnTo>
                  <a:lnTo>
                    <a:pt x="4826035" y="2093698"/>
                  </a:lnTo>
                  <a:lnTo>
                    <a:pt x="4916556" y="2079142"/>
                  </a:lnTo>
                  <a:lnTo>
                    <a:pt x="5004027" y="2062553"/>
                  </a:lnTo>
                  <a:lnTo>
                    <a:pt x="5086564" y="2043892"/>
                  </a:lnTo>
                  <a:lnTo>
                    <a:pt x="5163216" y="2023039"/>
                  </a:lnTo>
                  <a:lnTo>
                    <a:pt x="5233766" y="1999780"/>
                  </a:lnTo>
                  <a:lnTo>
                    <a:pt x="5298518" y="1973810"/>
                  </a:lnTo>
                  <a:lnTo>
                    <a:pt x="5358104" y="1944743"/>
                  </a:lnTo>
                  <a:lnTo>
                    <a:pt x="5413346" y="1912130"/>
                  </a:lnTo>
                  <a:lnTo>
                    <a:pt x="5465144" y="1875496"/>
                  </a:lnTo>
                  <a:lnTo>
                    <a:pt x="5514391" y="1834406"/>
                  </a:lnTo>
                  <a:lnTo>
                    <a:pt x="5561901" y="1788574"/>
                  </a:lnTo>
                  <a:lnTo>
                    <a:pt x="5567201" y="1783084"/>
                  </a:lnTo>
                  <a:lnTo>
                    <a:pt x="5606566" y="1740002"/>
                  </a:lnTo>
                  <a:lnTo>
                    <a:pt x="5645551" y="1693408"/>
                  </a:lnTo>
                  <a:lnTo>
                    <a:pt x="5684439" y="1643234"/>
                  </a:lnTo>
                  <a:lnTo>
                    <a:pt x="5723440" y="1589484"/>
                  </a:lnTo>
                  <a:lnTo>
                    <a:pt x="5762707" y="1532243"/>
                  </a:lnTo>
                  <a:lnTo>
                    <a:pt x="5802337" y="1471682"/>
                  </a:lnTo>
                  <a:lnTo>
                    <a:pt x="5842377" y="1408064"/>
                  </a:lnTo>
                  <a:lnTo>
                    <a:pt x="5882830" y="1341745"/>
                  </a:lnTo>
                  <a:lnTo>
                    <a:pt x="5923661" y="1273164"/>
                  </a:lnTo>
                  <a:lnTo>
                    <a:pt x="5964800" y="1202839"/>
                  </a:lnTo>
                  <a:lnTo>
                    <a:pt x="6006153" y="1131348"/>
                  </a:lnTo>
                  <a:lnTo>
                    <a:pt x="6047608" y="1059310"/>
                  </a:lnTo>
                  <a:lnTo>
                    <a:pt x="6089046" y="987366"/>
                  </a:lnTo>
                  <a:lnTo>
                    <a:pt x="6130347" y="916153"/>
                  </a:lnTo>
                  <a:lnTo>
                    <a:pt x="6171405" y="846281"/>
                  </a:lnTo>
                  <a:lnTo>
                    <a:pt x="6212131" y="778311"/>
                  </a:lnTo>
                  <a:lnTo>
                    <a:pt x="6252466" y="712740"/>
                  </a:lnTo>
                  <a:lnTo>
                    <a:pt x="6292384" y="649983"/>
                  </a:lnTo>
                  <a:lnTo>
                    <a:pt x="6331900" y="590369"/>
                  </a:lnTo>
                  <a:lnTo>
                    <a:pt x="6371077" y="534135"/>
                  </a:lnTo>
                  <a:lnTo>
                    <a:pt x="6410027" y="481425"/>
                  </a:lnTo>
                  <a:lnTo>
                    <a:pt x="6448918" y="432301"/>
                  </a:lnTo>
                  <a:lnTo>
                    <a:pt x="6487982" y="386744"/>
                  </a:lnTo>
                  <a:lnTo>
                    <a:pt x="6515891" y="356616"/>
                  </a:lnTo>
                  <a:lnTo>
                    <a:pt x="6563249" y="310243"/>
                  </a:lnTo>
                  <a:lnTo>
                    <a:pt x="6612262" y="268626"/>
                  </a:lnTo>
                  <a:lnTo>
                    <a:pt x="6663726" y="231508"/>
                  </a:lnTo>
                  <a:lnTo>
                    <a:pt x="6718532" y="198464"/>
                  </a:lnTo>
                  <a:lnTo>
                    <a:pt x="6777583" y="169019"/>
                  </a:lnTo>
                  <a:lnTo>
                    <a:pt x="6841714" y="142719"/>
                  </a:lnTo>
                  <a:lnTo>
                    <a:pt x="6911585" y="119169"/>
                  </a:lnTo>
                  <a:lnTo>
                    <a:pt x="6987546" y="98056"/>
                  </a:lnTo>
                  <a:lnTo>
                    <a:pt x="7069449" y="79155"/>
                  </a:lnTo>
                  <a:lnTo>
                    <a:pt x="7156437" y="62335"/>
                  </a:lnTo>
                  <a:lnTo>
                    <a:pt x="7246739" y="47548"/>
                  </a:lnTo>
                  <a:lnTo>
                    <a:pt x="7337555" y="34814"/>
                  </a:lnTo>
                  <a:lnTo>
                    <a:pt x="7425139" y="24181"/>
                  </a:lnTo>
                  <a:lnTo>
                    <a:pt x="7505177" y="15684"/>
                  </a:lnTo>
                  <a:lnTo>
                    <a:pt x="7573480" y="9286"/>
                  </a:lnTo>
                  <a:lnTo>
                    <a:pt x="7626858" y="4842"/>
                  </a:lnTo>
                  <a:lnTo>
                    <a:pt x="7663906" y="2084"/>
                  </a:lnTo>
                  <a:lnTo>
                    <a:pt x="7685454" y="642"/>
                  </a:lnTo>
                  <a:lnTo>
                    <a:pt x="7694563" y="92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7" name="pl637"/>
            <p:cNvSpPr/>
            <p:nvPr/>
          </p:nvSpPr>
          <p:spPr>
            <a:xfrm>
              <a:off x="546595" y="1893809"/>
              <a:ext cx="8234974" cy="2139701"/>
            </a:xfrm>
            <a:custGeom>
              <a:avLst/>
              <a:pathLst>
                <a:path w="8234974" h="2139701">
                  <a:moveTo>
                    <a:pt x="8234974" y="0"/>
                  </a:moveTo>
                  <a:lnTo>
                    <a:pt x="7696237" y="0"/>
                  </a:lnTo>
                  <a:lnTo>
                    <a:pt x="7695016" y="66"/>
                  </a:lnTo>
                  <a:lnTo>
                    <a:pt x="7687032" y="543"/>
                  </a:lnTo>
                  <a:lnTo>
                    <a:pt x="7667085" y="1862"/>
                  </a:lnTo>
                  <a:lnTo>
                    <a:pt x="7631877" y="4451"/>
                  </a:lnTo>
                  <a:lnTo>
                    <a:pt x="7580317" y="8689"/>
                  </a:lnTo>
                  <a:lnTo>
                    <a:pt x="7513570" y="14856"/>
                  </a:lnTo>
                  <a:lnTo>
                    <a:pt x="7434661" y="23112"/>
                  </a:lnTo>
                  <a:lnTo>
                    <a:pt x="7347711" y="33503"/>
                  </a:lnTo>
                  <a:lnTo>
                    <a:pt x="7257057" y="46002"/>
                  </a:lnTo>
                  <a:lnTo>
                    <a:pt x="7166537" y="60559"/>
                  </a:lnTo>
                  <a:lnTo>
                    <a:pt x="7079066" y="77148"/>
                  </a:lnTo>
                  <a:lnTo>
                    <a:pt x="6996529" y="95809"/>
                  </a:lnTo>
                  <a:lnTo>
                    <a:pt x="6919877" y="116662"/>
                  </a:lnTo>
                  <a:lnTo>
                    <a:pt x="6849326" y="139921"/>
                  </a:lnTo>
                  <a:lnTo>
                    <a:pt x="6784575" y="165891"/>
                  </a:lnTo>
                  <a:lnTo>
                    <a:pt x="6724988" y="194958"/>
                  </a:lnTo>
                  <a:lnTo>
                    <a:pt x="6669746" y="227571"/>
                  </a:lnTo>
                  <a:lnTo>
                    <a:pt x="6617949" y="264204"/>
                  </a:lnTo>
                  <a:lnTo>
                    <a:pt x="6568702" y="305295"/>
                  </a:lnTo>
                  <a:lnTo>
                    <a:pt x="6521191" y="351126"/>
                  </a:lnTo>
                  <a:lnTo>
                    <a:pt x="6515891" y="356616"/>
                  </a:lnTo>
                  <a:lnTo>
                    <a:pt x="6476526" y="399699"/>
                  </a:lnTo>
                  <a:lnTo>
                    <a:pt x="6437541" y="446293"/>
                  </a:lnTo>
                  <a:lnTo>
                    <a:pt x="6398654" y="496467"/>
                  </a:lnTo>
                  <a:lnTo>
                    <a:pt x="6359652" y="550216"/>
                  </a:lnTo>
                  <a:lnTo>
                    <a:pt x="6320386" y="607458"/>
                  </a:lnTo>
                  <a:lnTo>
                    <a:pt x="6280756" y="668019"/>
                  </a:lnTo>
                  <a:lnTo>
                    <a:pt x="6240716" y="731637"/>
                  </a:lnTo>
                  <a:lnTo>
                    <a:pt x="6200262" y="797956"/>
                  </a:lnTo>
                  <a:lnTo>
                    <a:pt x="6159431" y="866537"/>
                  </a:lnTo>
                  <a:lnTo>
                    <a:pt x="6118292" y="936862"/>
                  </a:lnTo>
                  <a:lnTo>
                    <a:pt x="6076939" y="1008353"/>
                  </a:lnTo>
                  <a:lnTo>
                    <a:pt x="6035484" y="1080391"/>
                  </a:lnTo>
                  <a:lnTo>
                    <a:pt x="5994047" y="1152335"/>
                  </a:lnTo>
                  <a:lnTo>
                    <a:pt x="5952745" y="1223548"/>
                  </a:lnTo>
                  <a:lnTo>
                    <a:pt x="5911687" y="1293420"/>
                  </a:lnTo>
                  <a:lnTo>
                    <a:pt x="5870961" y="1361390"/>
                  </a:lnTo>
                  <a:lnTo>
                    <a:pt x="5830626" y="1426961"/>
                  </a:lnTo>
                  <a:lnTo>
                    <a:pt x="5790709" y="1489718"/>
                  </a:lnTo>
                  <a:lnTo>
                    <a:pt x="5751192" y="1549332"/>
                  </a:lnTo>
                  <a:lnTo>
                    <a:pt x="5712015" y="1605566"/>
                  </a:lnTo>
                  <a:lnTo>
                    <a:pt x="5673065" y="1658276"/>
                  </a:lnTo>
                  <a:lnTo>
                    <a:pt x="5634174" y="1707399"/>
                  </a:lnTo>
                  <a:lnTo>
                    <a:pt x="5595110" y="1752957"/>
                  </a:lnTo>
                  <a:lnTo>
                    <a:pt x="5567201" y="1783084"/>
                  </a:lnTo>
                  <a:lnTo>
                    <a:pt x="5519843" y="1829458"/>
                  </a:lnTo>
                  <a:lnTo>
                    <a:pt x="5470831" y="1871075"/>
                  </a:lnTo>
                  <a:lnTo>
                    <a:pt x="5419367" y="1908193"/>
                  </a:lnTo>
                  <a:lnTo>
                    <a:pt x="5364560" y="1941237"/>
                  </a:lnTo>
                  <a:lnTo>
                    <a:pt x="5305509" y="1970682"/>
                  </a:lnTo>
                  <a:lnTo>
                    <a:pt x="5241379" y="1996982"/>
                  </a:lnTo>
                  <a:lnTo>
                    <a:pt x="5171507" y="2020532"/>
                  </a:lnTo>
                  <a:lnTo>
                    <a:pt x="5095547" y="2041645"/>
                  </a:lnTo>
                  <a:lnTo>
                    <a:pt x="5013644" y="2060546"/>
                  </a:lnTo>
                  <a:lnTo>
                    <a:pt x="4926656" y="2077366"/>
                  </a:lnTo>
                  <a:lnTo>
                    <a:pt x="4836354" y="2092153"/>
                  </a:lnTo>
                  <a:lnTo>
                    <a:pt x="4745537" y="2104887"/>
                  </a:lnTo>
                  <a:lnTo>
                    <a:pt x="4657954" y="2115520"/>
                  </a:lnTo>
                  <a:lnTo>
                    <a:pt x="4577916" y="2124017"/>
                  </a:lnTo>
                  <a:lnTo>
                    <a:pt x="4509612" y="2130415"/>
                  </a:lnTo>
                  <a:lnTo>
                    <a:pt x="4456235" y="2134859"/>
                  </a:lnTo>
                  <a:lnTo>
                    <a:pt x="4419186" y="2137617"/>
                  </a:lnTo>
                  <a:lnTo>
                    <a:pt x="4397639" y="2139059"/>
                  </a:lnTo>
                  <a:lnTo>
                    <a:pt x="4388529" y="2139609"/>
                  </a:lnTo>
                  <a:lnTo>
                    <a:pt x="4386857" y="2139701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74" y="2139644"/>
                  </a:lnTo>
                  <a:lnTo>
                    <a:pt x="3838749" y="2139235"/>
                  </a:lnTo>
                  <a:lnTo>
                    <a:pt x="3818460" y="2138103"/>
                  </a:lnTo>
                  <a:lnTo>
                    <a:pt x="3782682" y="2135882"/>
                  </a:lnTo>
                  <a:lnTo>
                    <a:pt x="3730354" y="2132248"/>
                  </a:lnTo>
                  <a:lnTo>
                    <a:pt x="3662723" y="2126963"/>
                  </a:lnTo>
                  <a:lnTo>
                    <a:pt x="3582920" y="2119894"/>
                  </a:lnTo>
                  <a:lnTo>
                    <a:pt x="3495168" y="2111005"/>
                  </a:lnTo>
                  <a:lnTo>
                    <a:pt x="3403875" y="2100320"/>
                  </a:lnTo>
                  <a:lnTo>
                    <a:pt x="3312907" y="2087883"/>
                  </a:lnTo>
                  <a:lnTo>
                    <a:pt x="3225172" y="2073713"/>
                  </a:lnTo>
                  <a:lnTo>
                    <a:pt x="3142525" y="2057772"/>
                  </a:lnTo>
                  <a:lnTo>
                    <a:pt x="3065874" y="2039950"/>
                  </a:lnTo>
                  <a:lnTo>
                    <a:pt x="2995391" y="2020058"/>
                  </a:lnTo>
                  <a:lnTo>
                    <a:pt x="2930734" y="1997829"/>
                  </a:lnTo>
                  <a:lnTo>
                    <a:pt x="2871235" y="1972926"/>
                  </a:lnTo>
                  <a:lnTo>
                    <a:pt x="2816047" y="1944960"/>
                  </a:lnTo>
                  <a:lnTo>
                    <a:pt x="2764249" y="1913524"/>
                  </a:lnTo>
                  <a:lnTo>
                    <a:pt x="2714936" y="1878252"/>
                  </a:lnTo>
                  <a:lnTo>
                    <a:pt x="2667772" y="1839345"/>
                  </a:lnTo>
                  <a:lnTo>
                    <a:pt x="2626144" y="1800869"/>
                  </a:lnTo>
                  <a:lnTo>
                    <a:pt x="2584921" y="1759079"/>
                  </a:lnTo>
                  <a:lnTo>
                    <a:pt x="2543777" y="1713913"/>
                  </a:lnTo>
                  <a:lnTo>
                    <a:pt x="2502472" y="1665385"/>
                  </a:lnTo>
                  <a:lnTo>
                    <a:pt x="2460840" y="1613596"/>
                  </a:lnTo>
                  <a:lnTo>
                    <a:pt x="2418782" y="1558743"/>
                  </a:lnTo>
                  <a:lnTo>
                    <a:pt x="2376258" y="1501116"/>
                  </a:lnTo>
                  <a:lnTo>
                    <a:pt x="2333284" y="1441102"/>
                  </a:lnTo>
                  <a:lnTo>
                    <a:pt x="2289919" y="1379175"/>
                  </a:lnTo>
                  <a:lnTo>
                    <a:pt x="2246262" y="1315881"/>
                  </a:lnTo>
                  <a:lnTo>
                    <a:pt x="2202436" y="1251823"/>
                  </a:lnTo>
                  <a:lnTo>
                    <a:pt x="2158581" y="1187634"/>
                  </a:lnTo>
                  <a:lnTo>
                    <a:pt x="2114838" y="1123952"/>
                  </a:lnTo>
                  <a:lnTo>
                    <a:pt x="2071339" y="1061394"/>
                  </a:lnTo>
                  <a:lnTo>
                    <a:pt x="2028195" y="1000532"/>
                  </a:lnTo>
                  <a:lnTo>
                    <a:pt x="1985482" y="941873"/>
                  </a:lnTo>
                  <a:lnTo>
                    <a:pt x="1943234" y="885839"/>
                  </a:lnTo>
                  <a:lnTo>
                    <a:pt x="1901435" y="832762"/>
                  </a:lnTo>
                  <a:lnTo>
                    <a:pt x="1860012" y="782878"/>
                  </a:lnTo>
                  <a:lnTo>
                    <a:pt x="1818827" y="736324"/>
                  </a:lnTo>
                  <a:lnTo>
                    <a:pt x="1777670" y="693151"/>
                  </a:lnTo>
                  <a:lnTo>
                    <a:pt x="1736254" y="653326"/>
                  </a:lnTo>
                  <a:lnTo>
                    <a:pt x="1719082" y="637917"/>
                  </a:lnTo>
                  <a:lnTo>
                    <a:pt x="1671428" y="598631"/>
                  </a:lnTo>
                  <a:lnTo>
                    <a:pt x="1622093" y="563400"/>
                  </a:lnTo>
                  <a:lnTo>
                    <a:pt x="1570266" y="532001"/>
                  </a:lnTo>
                  <a:lnTo>
                    <a:pt x="1515038" y="504068"/>
                  </a:lnTo>
                  <a:lnTo>
                    <a:pt x="1455491" y="479194"/>
                  </a:lnTo>
                  <a:lnTo>
                    <a:pt x="1390778" y="456990"/>
                  </a:lnTo>
                  <a:lnTo>
                    <a:pt x="1320234" y="437121"/>
                  </a:lnTo>
                  <a:lnTo>
                    <a:pt x="1243520" y="419319"/>
                  </a:lnTo>
                  <a:lnTo>
                    <a:pt x="1160815" y="403397"/>
                  </a:lnTo>
                  <a:lnTo>
                    <a:pt x="1073036" y="389244"/>
                  </a:lnTo>
                  <a:lnTo>
                    <a:pt x="982048" y="376825"/>
                  </a:lnTo>
                  <a:lnTo>
                    <a:pt x="890770" y="366158"/>
                  </a:lnTo>
                  <a:lnTo>
                    <a:pt x="803076" y="357287"/>
                  </a:lnTo>
                  <a:lnTo>
                    <a:pt x="723377" y="350236"/>
                  </a:lnTo>
                  <a:lnTo>
                    <a:pt x="655888" y="344969"/>
                  </a:lnTo>
                  <a:lnTo>
                    <a:pt x="603726" y="341351"/>
                  </a:lnTo>
                  <a:lnTo>
                    <a:pt x="568114" y="339142"/>
                  </a:lnTo>
                  <a:lnTo>
                    <a:pt x="547970" y="338020"/>
                  </a:lnTo>
                  <a:lnTo>
                    <a:pt x="539944" y="337616"/>
                  </a:lnTo>
                  <a:lnTo>
                    <a:pt x="538736" y="337561"/>
                  </a:lnTo>
                  <a:lnTo>
                    <a:pt x="0" y="3375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8" name="pg638"/>
            <p:cNvSpPr/>
            <p:nvPr/>
          </p:nvSpPr>
          <p:spPr>
            <a:xfrm>
              <a:off x="546595" y="2089812"/>
              <a:ext cx="8234974" cy="1970921"/>
            </a:xfrm>
            <a:custGeom>
              <a:avLst/>
              <a:pathLst>
                <a:path w="8234974" h="1970921">
                  <a:moveTo>
                    <a:pt x="0" y="157891"/>
                  </a:moveTo>
                  <a:lnTo>
                    <a:pt x="538736" y="157891"/>
                  </a:lnTo>
                  <a:lnTo>
                    <a:pt x="539980" y="157949"/>
                  </a:lnTo>
                  <a:lnTo>
                    <a:pt x="548101" y="158360"/>
                  </a:lnTo>
                  <a:lnTo>
                    <a:pt x="568379" y="159498"/>
                  </a:lnTo>
                  <a:lnTo>
                    <a:pt x="604140" y="161732"/>
                  </a:lnTo>
                  <a:lnTo>
                    <a:pt x="656445" y="165385"/>
                  </a:lnTo>
                  <a:lnTo>
                    <a:pt x="724049" y="170699"/>
                  </a:lnTo>
                  <a:lnTo>
                    <a:pt x="803825" y="177807"/>
                  </a:lnTo>
                  <a:lnTo>
                    <a:pt x="891553" y="186747"/>
                  </a:lnTo>
                  <a:lnTo>
                    <a:pt x="982827" y="197491"/>
                  </a:lnTo>
                  <a:lnTo>
                    <a:pt x="1073783" y="209998"/>
                  </a:lnTo>
                  <a:lnTo>
                    <a:pt x="1161509" y="224248"/>
                  </a:lnTo>
                  <a:lnTo>
                    <a:pt x="1244153" y="240278"/>
                  </a:lnTo>
                  <a:lnTo>
                    <a:pt x="1320805" y="258200"/>
                  </a:lnTo>
                  <a:lnTo>
                    <a:pt x="1391290" y="278203"/>
                  </a:lnTo>
                  <a:lnTo>
                    <a:pt x="1455949" y="300555"/>
                  </a:lnTo>
                  <a:lnTo>
                    <a:pt x="1515451" y="325596"/>
                  </a:lnTo>
                  <a:lnTo>
                    <a:pt x="1570641" y="353715"/>
                  </a:lnTo>
                  <a:lnTo>
                    <a:pt x="1622438" y="385324"/>
                  </a:lnTo>
                  <a:lnTo>
                    <a:pt x="1671749" y="420789"/>
                  </a:lnTo>
                  <a:lnTo>
                    <a:pt x="1719082" y="460063"/>
                  </a:lnTo>
                  <a:lnTo>
                    <a:pt x="1760634" y="498696"/>
                  </a:lnTo>
                  <a:lnTo>
                    <a:pt x="1801781" y="540650"/>
                  </a:lnTo>
                  <a:lnTo>
                    <a:pt x="1842848" y="585989"/>
                  </a:lnTo>
                  <a:lnTo>
                    <a:pt x="1884075" y="634698"/>
                  </a:lnTo>
                  <a:lnTo>
                    <a:pt x="1925626" y="686676"/>
                  </a:lnTo>
                  <a:lnTo>
                    <a:pt x="1967601" y="741729"/>
                  </a:lnTo>
                  <a:lnTo>
                    <a:pt x="2010040" y="799565"/>
                  </a:lnTo>
                  <a:lnTo>
                    <a:pt x="2052929" y="859799"/>
                  </a:lnTo>
                  <a:lnTo>
                    <a:pt x="2096208" y="921959"/>
                  </a:lnTo>
                  <a:lnTo>
                    <a:pt x="2139780" y="985497"/>
                  </a:lnTo>
                  <a:lnTo>
                    <a:pt x="2183522" y="1049813"/>
                  </a:lnTo>
                  <a:lnTo>
                    <a:pt x="2227297" y="1114274"/>
                  </a:lnTo>
                  <a:lnTo>
                    <a:pt x="2270963" y="1178242"/>
                  </a:lnTo>
                  <a:lnTo>
                    <a:pt x="2314388" y="1241097"/>
                  </a:lnTo>
                  <a:lnTo>
                    <a:pt x="2357463" y="1302265"/>
                  </a:lnTo>
                  <a:lnTo>
                    <a:pt x="2400110" y="1361240"/>
                  </a:lnTo>
                  <a:lnTo>
                    <a:pt x="2442294" y="1417593"/>
                  </a:lnTo>
                  <a:lnTo>
                    <a:pt x="2484028" y="1470992"/>
                  </a:lnTo>
                  <a:lnTo>
                    <a:pt x="2525385" y="1521198"/>
                  </a:lnTo>
                  <a:lnTo>
                    <a:pt x="2566500" y="1568069"/>
                  </a:lnTo>
                  <a:lnTo>
                    <a:pt x="2607576" y="1611551"/>
                  </a:lnTo>
                  <a:lnTo>
                    <a:pt x="2648898" y="1651675"/>
                  </a:lnTo>
                  <a:lnTo>
                    <a:pt x="2667772" y="1668749"/>
                  </a:lnTo>
                  <a:lnTo>
                    <a:pt x="2715418" y="1708266"/>
                  </a:lnTo>
                  <a:lnTo>
                    <a:pt x="2764743" y="1743705"/>
                  </a:lnTo>
                  <a:lnTo>
                    <a:pt x="2816559" y="1775289"/>
                  </a:lnTo>
                  <a:lnTo>
                    <a:pt x="2871774" y="1803388"/>
                  </a:lnTo>
                  <a:lnTo>
                    <a:pt x="2931306" y="1828410"/>
                  </a:lnTo>
                  <a:lnTo>
                    <a:pt x="2996002" y="1850746"/>
                  </a:lnTo>
                  <a:lnTo>
                    <a:pt x="3066526" y="1870734"/>
                  </a:lnTo>
                  <a:lnTo>
                    <a:pt x="3143217" y="1888643"/>
                  </a:lnTo>
                  <a:lnTo>
                    <a:pt x="3225898" y="1904662"/>
                  </a:lnTo>
                  <a:lnTo>
                    <a:pt x="3313653" y="1918901"/>
                  </a:lnTo>
                  <a:lnTo>
                    <a:pt x="3404621" y="1931396"/>
                  </a:lnTo>
                  <a:lnTo>
                    <a:pt x="3495885" y="1942129"/>
                  </a:lnTo>
                  <a:lnTo>
                    <a:pt x="3583576" y="1951056"/>
                  </a:lnTo>
                  <a:lnTo>
                    <a:pt x="3663286" y="1958153"/>
                  </a:lnTo>
                  <a:lnTo>
                    <a:pt x="3730800" y="1963455"/>
                  </a:lnTo>
                  <a:lnTo>
                    <a:pt x="3782999" y="1967099"/>
                  </a:lnTo>
                  <a:lnTo>
                    <a:pt x="3818654" y="1969324"/>
                  </a:lnTo>
                  <a:lnTo>
                    <a:pt x="3838841" y="1970456"/>
                  </a:lnTo>
                  <a:lnTo>
                    <a:pt x="3846898" y="1970864"/>
                  </a:lnTo>
                  <a:lnTo>
                    <a:pt x="3848118" y="1970921"/>
                  </a:lnTo>
                  <a:lnTo>
                    <a:pt x="4386855" y="1970921"/>
                  </a:lnTo>
                  <a:lnTo>
                    <a:pt x="4388089" y="1970859"/>
                  </a:lnTo>
                  <a:lnTo>
                    <a:pt x="4396148" y="1970416"/>
                  </a:lnTo>
                  <a:lnTo>
                    <a:pt x="4416277" y="1969193"/>
                  </a:lnTo>
                  <a:lnTo>
                    <a:pt x="4451789" y="1966791"/>
                  </a:lnTo>
                  <a:lnTo>
                    <a:pt x="4503758" y="1962861"/>
                  </a:lnTo>
                  <a:lnTo>
                    <a:pt x="4570976" y="1957143"/>
                  </a:lnTo>
                  <a:lnTo>
                    <a:pt x="4650362" y="1949492"/>
                  </a:lnTo>
                  <a:lnTo>
                    <a:pt x="4737742" y="1939867"/>
                  </a:lnTo>
                  <a:lnTo>
                    <a:pt x="4828738" y="1928294"/>
                  </a:lnTo>
                  <a:lnTo>
                    <a:pt x="4919498" y="1914820"/>
                  </a:lnTo>
                  <a:lnTo>
                    <a:pt x="5007111" y="1899467"/>
                  </a:lnTo>
                  <a:lnTo>
                    <a:pt x="5089708" y="1882195"/>
                  </a:lnTo>
                  <a:lnTo>
                    <a:pt x="5166361" y="1862890"/>
                  </a:lnTo>
                  <a:lnTo>
                    <a:pt x="5236876" y="1841350"/>
                  </a:lnTo>
                  <a:lnTo>
                    <a:pt x="5301577" y="1817288"/>
                  </a:lnTo>
                  <a:lnTo>
                    <a:pt x="5361116" y="1790343"/>
                  </a:lnTo>
                  <a:lnTo>
                    <a:pt x="5416329" y="1760097"/>
                  </a:lnTo>
                  <a:lnTo>
                    <a:pt x="5468126" y="1726109"/>
                  </a:lnTo>
                  <a:lnTo>
                    <a:pt x="5517407" y="1687979"/>
                  </a:lnTo>
                  <a:lnTo>
                    <a:pt x="5564987" y="1645457"/>
                  </a:lnTo>
                  <a:lnTo>
                    <a:pt x="5567201" y="1643341"/>
                  </a:lnTo>
                  <a:lnTo>
                    <a:pt x="5607703" y="1602568"/>
                  </a:lnTo>
                  <a:lnTo>
                    <a:pt x="5647813" y="1558377"/>
                  </a:lnTo>
                  <a:lnTo>
                    <a:pt x="5687833" y="1510702"/>
                  </a:lnTo>
                  <a:lnTo>
                    <a:pt x="5727991" y="1459553"/>
                  </a:lnTo>
                  <a:lnTo>
                    <a:pt x="5768444" y="1405022"/>
                  </a:lnTo>
                  <a:lnTo>
                    <a:pt x="5809291" y="1347294"/>
                  </a:lnTo>
                  <a:lnTo>
                    <a:pt x="5850577" y="1286648"/>
                  </a:lnTo>
                  <a:lnTo>
                    <a:pt x="5892296" y="1223454"/>
                  </a:lnTo>
                  <a:lnTo>
                    <a:pt x="5934400" y="1158172"/>
                  </a:lnTo>
                  <a:lnTo>
                    <a:pt x="5976806" y="1091335"/>
                  </a:lnTo>
                  <a:lnTo>
                    <a:pt x="6019406" y="1023536"/>
                  </a:lnTo>
                  <a:lnTo>
                    <a:pt x="6062074" y="955403"/>
                  </a:lnTo>
                  <a:lnTo>
                    <a:pt x="6104679" y="887580"/>
                  </a:lnTo>
                  <a:lnTo>
                    <a:pt x="6147094" y="820695"/>
                  </a:lnTo>
                  <a:lnTo>
                    <a:pt x="6189212" y="755344"/>
                  </a:lnTo>
                  <a:lnTo>
                    <a:pt x="6230946" y="692063"/>
                  </a:lnTo>
                  <a:lnTo>
                    <a:pt x="6272248" y="631313"/>
                  </a:lnTo>
                  <a:lnTo>
                    <a:pt x="6313112" y="573469"/>
                  </a:lnTo>
                  <a:lnTo>
                    <a:pt x="6353578" y="518813"/>
                  </a:lnTo>
                  <a:lnTo>
                    <a:pt x="6393744" y="467534"/>
                  </a:lnTo>
                  <a:lnTo>
                    <a:pt x="6433766" y="419727"/>
                  </a:lnTo>
                  <a:lnTo>
                    <a:pt x="6473868" y="375405"/>
                  </a:lnTo>
                  <a:lnTo>
                    <a:pt x="6514348" y="334504"/>
                  </a:lnTo>
                  <a:lnTo>
                    <a:pt x="6515891" y="333024"/>
                  </a:lnTo>
                  <a:lnTo>
                    <a:pt x="6563408" y="290293"/>
                  </a:lnTo>
                  <a:lnTo>
                    <a:pt x="6612592" y="251960"/>
                  </a:lnTo>
                  <a:lnTo>
                    <a:pt x="6664250" y="217784"/>
                  </a:lnTo>
                  <a:lnTo>
                    <a:pt x="6719281" y="187372"/>
                  </a:lnTo>
                  <a:lnTo>
                    <a:pt x="6778596" y="160281"/>
                  </a:lnTo>
                  <a:lnTo>
                    <a:pt x="6843037" y="136092"/>
                  </a:lnTo>
                  <a:lnTo>
                    <a:pt x="6913267" y="114439"/>
                  </a:lnTo>
                  <a:lnTo>
                    <a:pt x="6989630" y="95034"/>
                  </a:lnTo>
                  <a:lnTo>
                    <a:pt x="7071960" y="77670"/>
                  </a:lnTo>
                  <a:lnTo>
                    <a:pt x="7159371" y="62227"/>
                  </a:lnTo>
                  <a:lnTo>
                    <a:pt x="7250040" y="48664"/>
                  </a:lnTo>
                  <a:lnTo>
                    <a:pt x="7341105" y="37000"/>
                  </a:lnTo>
                  <a:lnTo>
                    <a:pt x="7428752" y="27282"/>
                  </a:lnTo>
                  <a:lnTo>
                    <a:pt x="7508614" y="19539"/>
                  </a:lnTo>
                  <a:lnTo>
                    <a:pt x="7576488" y="13732"/>
                  </a:lnTo>
                  <a:lnTo>
                    <a:pt x="7629221" y="9723"/>
                  </a:lnTo>
                  <a:lnTo>
                    <a:pt x="7665503" y="7256"/>
                  </a:lnTo>
                  <a:lnTo>
                    <a:pt x="7686300" y="5985"/>
                  </a:lnTo>
                  <a:lnTo>
                    <a:pt x="7694825" y="551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4" y="61"/>
                  </a:lnTo>
                  <a:lnTo>
                    <a:pt x="7686945" y="504"/>
                  </a:lnTo>
                  <a:lnTo>
                    <a:pt x="7666816" y="1728"/>
                  </a:lnTo>
                  <a:lnTo>
                    <a:pt x="7631304" y="4129"/>
                  </a:lnTo>
                  <a:lnTo>
                    <a:pt x="7579335" y="8060"/>
                  </a:lnTo>
                  <a:lnTo>
                    <a:pt x="7512116" y="13777"/>
                  </a:lnTo>
                  <a:lnTo>
                    <a:pt x="7432730" y="21428"/>
                  </a:lnTo>
                  <a:lnTo>
                    <a:pt x="7345351" y="31053"/>
                  </a:lnTo>
                  <a:lnTo>
                    <a:pt x="7254355" y="42626"/>
                  </a:lnTo>
                  <a:lnTo>
                    <a:pt x="7163594" y="56100"/>
                  </a:lnTo>
                  <a:lnTo>
                    <a:pt x="7075981" y="71454"/>
                  </a:lnTo>
                  <a:lnTo>
                    <a:pt x="6993384" y="88725"/>
                  </a:lnTo>
                  <a:lnTo>
                    <a:pt x="6916732" y="108030"/>
                  </a:lnTo>
                  <a:lnTo>
                    <a:pt x="6846217" y="129571"/>
                  </a:lnTo>
                  <a:lnTo>
                    <a:pt x="6781516" y="153633"/>
                  </a:lnTo>
                  <a:lnTo>
                    <a:pt x="6721976" y="180578"/>
                  </a:lnTo>
                  <a:lnTo>
                    <a:pt x="6666763" y="210824"/>
                  </a:lnTo>
                  <a:lnTo>
                    <a:pt x="6614967" y="244812"/>
                  </a:lnTo>
                  <a:lnTo>
                    <a:pt x="6565685" y="282942"/>
                  </a:lnTo>
                  <a:lnTo>
                    <a:pt x="6518106" y="325464"/>
                  </a:lnTo>
                  <a:lnTo>
                    <a:pt x="6515891" y="327579"/>
                  </a:lnTo>
                  <a:lnTo>
                    <a:pt x="6475389" y="368352"/>
                  </a:lnTo>
                  <a:lnTo>
                    <a:pt x="6435279" y="412543"/>
                  </a:lnTo>
                  <a:lnTo>
                    <a:pt x="6395259" y="460218"/>
                  </a:lnTo>
                  <a:lnTo>
                    <a:pt x="6355102" y="511368"/>
                  </a:lnTo>
                  <a:lnTo>
                    <a:pt x="6314649" y="565898"/>
                  </a:lnTo>
                  <a:lnTo>
                    <a:pt x="6273801" y="623626"/>
                  </a:lnTo>
                  <a:lnTo>
                    <a:pt x="6232515" y="684273"/>
                  </a:lnTo>
                  <a:lnTo>
                    <a:pt x="6190797" y="747466"/>
                  </a:lnTo>
                  <a:lnTo>
                    <a:pt x="6148693" y="812749"/>
                  </a:lnTo>
                  <a:lnTo>
                    <a:pt x="6106286" y="879585"/>
                  </a:lnTo>
                  <a:lnTo>
                    <a:pt x="6063687" y="947385"/>
                  </a:lnTo>
                  <a:lnTo>
                    <a:pt x="6021019" y="1015517"/>
                  </a:lnTo>
                  <a:lnTo>
                    <a:pt x="5978414" y="1083341"/>
                  </a:lnTo>
                  <a:lnTo>
                    <a:pt x="5935998" y="1150225"/>
                  </a:lnTo>
                  <a:lnTo>
                    <a:pt x="5893881" y="1215576"/>
                  </a:lnTo>
                  <a:lnTo>
                    <a:pt x="5852147" y="1278858"/>
                  </a:lnTo>
                  <a:lnTo>
                    <a:pt x="5810844" y="1339608"/>
                  </a:lnTo>
                  <a:lnTo>
                    <a:pt x="5769981" y="1397452"/>
                  </a:lnTo>
                  <a:lnTo>
                    <a:pt x="5729514" y="1452107"/>
                  </a:lnTo>
                  <a:lnTo>
                    <a:pt x="5689348" y="1503387"/>
                  </a:lnTo>
                  <a:lnTo>
                    <a:pt x="5649326" y="1551194"/>
                  </a:lnTo>
                  <a:lnTo>
                    <a:pt x="5609225" y="1595516"/>
                  </a:lnTo>
                  <a:lnTo>
                    <a:pt x="5568744" y="1636416"/>
                  </a:lnTo>
                  <a:lnTo>
                    <a:pt x="5567201" y="1637897"/>
                  </a:lnTo>
                  <a:lnTo>
                    <a:pt x="5519685" y="1680627"/>
                  </a:lnTo>
                  <a:lnTo>
                    <a:pt x="5470501" y="1718961"/>
                  </a:lnTo>
                  <a:lnTo>
                    <a:pt x="5418843" y="1753136"/>
                  </a:lnTo>
                  <a:lnTo>
                    <a:pt x="5363812" y="1783549"/>
                  </a:lnTo>
                  <a:lnTo>
                    <a:pt x="5304496" y="1810640"/>
                  </a:lnTo>
                  <a:lnTo>
                    <a:pt x="5240055" y="1834829"/>
                  </a:lnTo>
                  <a:lnTo>
                    <a:pt x="5169825" y="1856481"/>
                  </a:lnTo>
                  <a:lnTo>
                    <a:pt x="5093463" y="1875887"/>
                  </a:lnTo>
                  <a:lnTo>
                    <a:pt x="5011132" y="1893251"/>
                  </a:lnTo>
                  <a:lnTo>
                    <a:pt x="4923722" y="1908694"/>
                  </a:lnTo>
                  <a:lnTo>
                    <a:pt x="4833052" y="1922256"/>
                  </a:lnTo>
                  <a:lnTo>
                    <a:pt x="4741987" y="1933920"/>
                  </a:lnTo>
                  <a:lnTo>
                    <a:pt x="4654340" y="1943638"/>
                  </a:lnTo>
                  <a:lnTo>
                    <a:pt x="4574478" y="1951382"/>
                  </a:lnTo>
                  <a:lnTo>
                    <a:pt x="4506605" y="1957188"/>
                  </a:lnTo>
                  <a:lnTo>
                    <a:pt x="4453872" y="1961198"/>
                  </a:lnTo>
                  <a:lnTo>
                    <a:pt x="4417589" y="1963664"/>
                  </a:lnTo>
                  <a:lnTo>
                    <a:pt x="4396792" y="1964935"/>
                  </a:lnTo>
                  <a:lnTo>
                    <a:pt x="4388268" y="1965405"/>
                  </a:lnTo>
                  <a:lnTo>
                    <a:pt x="4386855" y="1965476"/>
                  </a:lnTo>
                  <a:lnTo>
                    <a:pt x="3848118" y="1965476"/>
                  </a:lnTo>
                  <a:lnTo>
                    <a:pt x="3846875" y="1965419"/>
                  </a:lnTo>
                  <a:lnTo>
                    <a:pt x="3838754" y="1965007"/>
                  </a:lnTo>
                  <a:lnTo>
                    <a:pt x="3818475" y="1963869"/>
                  </a:lnTo>
                  <a:lnTo>
                    <a:pt x="3782714" y="1961636"/>
                  </a:lnTo>
                  <a:lnTo>
                    <a:pt x="3730410" y="1957982"/>
                  </a:lnTo>
                  <a:lnTo>
                    <a:pt x="3662805" y="1952668"/>
                  </a:lnTo>
                  <a:lnTo>
                    <a:pt x="3583029" y="1945560"/>
                  </a:lnTo>
                  <a:lnTo>
                    <a:pt x="3495301" y="1936621"/>
                  </a:lnTo>
                  <a:lnTo>
                    <a:pt x="3404027" y="1925876"/>
                  </a:lnTo>
                  <a:lnTo>
                    <a:pt x="3313072" y="1913370"/>
                  </a:lnTo>
                  <a:lnTo>
                    <a:pt x="3225345" y="1899120"/>
                  </a:lnTo>
                  <a:lnTo>
                    <a:pt x="3142701" y="1883089"/>
                  </a:lnTo>
                  <a:lnTo>
                    <a:pt x="3066050" y="1865167"/>
                  </a:lnTo>
                  <a:lnTo>
                    <a:pt x="2995565" y="1845165"/>
                  </a:lnTo>
                  <a:lnTo>
                    <a:pt x="2930905" y="1822812"/>
                  </a:lnTo>
                  <a:lnTo>
                    <a:pt x="2871404" y="1797772"/>
                  </a:lnTo>
                  <a:lnTo>
                    <a:pt x="2816214" y="1769652"/>
                  </a:lnTo>
                  <a:lnTo>
                    <a:pt x="2764416" y="1738044"/>
                  </a:lnTo>
                  <a:lnTo>
                    <a:pt x="2715105" y="1702579"/>
                  </a:lnTo>
                  <a:lnTo>
                    <a:pt x="2667772" y="1663305"/>
                  </a:lnTo>
                  <a:lnTo>
                    <a:pt x="2626221" y="1624672"/>
                  </a:lnTo>
                  <a:lnTo>
                    <a:pt x="2585074" y="1582717"/>
                  </a:lnTo>
                  <a:lnTo>
                    <a:pt x="2544007" y="1537378"/>
                  </a:lnTo>
                  <a:lnTo>
                    <a:pt x="2502780" y="1488669"/>
                  </a:lnTo>
                  <a:lnTo>
                    <a:pt x="2461229" y="1436691"/>
                  </a:lnTo>
                  <a:lnTo>
                    <a:pt x="2419253" y="1381639"/>
                  </a:lnTo>
                  <a:lnTo>
                    <a:pt x="2376814" y="1323802"/>
                  </a:lnTo>
                  <a:lnTo>
                    <a:pt x="2333926" y="1263568"/>
                  </a:lnTo>
                  <a:lnTo>
                    <a:pt x="2290647" y="1201409"/>
                  </a:lnTo>
                  <a:lnTo>
                    <a:pt x="2247075" y="1137870"/>
                  </a:lnTo>
                  <a:lnTo>
                    <a:pt x="2203332" y="1073554"/>
                  </a:lnTo>
                  <a:lnTo>
                    <a:pt x="2159558" y="1009093"/>
                  </a:lnTo>
                  <a:lnTo>
                    <a:pt x="2115892" y="945126"/>
                  </a:lnTo>
                  <a:lnTo>
                    <a:pt x="2072467" y="882271"/>
                  </a:lnTo>
                  <a:lnTo>
                    <a:pt x="2029392" y="821102"/>
                  </a:lnTo>
                  <a:lnTo>
                    <a:pt x="1986745" y="762128"/>
                  </a:lnTo>
                  <a:lnTo>
                    <a:pt x="1944561" y="705774"/>
                  </a:lnTo>
                  <a:lnTo>
                    <a:pt x="1902826" y="652375"/>
                  </a:lnTo>
                  <a:lnTo>
                    <a:pt x="1861469" y="602169"/>
                  </a:lnTo>
                  <a:lnTo>
                    <a:pt x="1820355" y="555299"/>
                  </a:lnTo>
                  <a:lnTo>
                    <a:pt x="1779279" y="511816"/>
                  </a:lnTo>
                  <a:lnTo>
                    <a:pt x="1737956" y="471693"/>
                  </a:lnTo>
                  <a:lnTo>
                    <a:pt x="1719082" y="454618"/>
                  </a:lnTo>
                  <a:lnTo>
                    <a:pt x="1671436" y="415102"/>
                  </a:lnTo>
                  <a:lnTo>
                    <a:pt x="1622112" y="379662"/>
                  </a:lnTo>
                  <a:lnTo>
                    <a:pt x="1570296" y="348078"/>
                  </a:lnTo>
                  <a:lnTo>
                    <a:pt x="1515081" y="319979"/>
                  </a:lnTo>
                  <a:lnTo>
                    <a:pt x="1455548" y="294957"/>
                  </a:lnTo>
                  <a:lnTo>
                    <a:pt x="1390853" y="272621"/>
                  </a:lnTo>
                  <a:lnTo>
                    <a:pt x="1320329" y="252633"/>
                  </a:lnTo>
                  <a:lnTo>
                    <a:pt x="1243637" y="234724"/>
                  </a:lnTo>
                  <a:lnTo>
                    <a:pt x="1160956" y="218705"/>
                  </a:lnTo>
                  <a:lnTo>
                    <a:pt x="1073202" y="204467"/>
                  </a:lnTo>
                  <a:lnTo>
                    <a:pt x="982234" y="191971"/>
                  </a:lnTo>
                  <a:lnTo>
                    <a:pt x="890970" y="181238"/>
                  </a:lnTo>
                  <a:lnTo>
                    <a:pt x="803278" y="172311"/>
                  </a:lnTo>
                  <a:lnTo>
                    <a:pt x="723568" y="165215"/>
                  </a:lnTo>
                  <a:lnTo>
                    <a:pt x="656055" y="159912"/>
                  </a:lnTo>
                  <a:lnTo>
                    <a:pt x="603856" y="156268"/>
                  </a:lnTo>
                  <a:lnTo>
                    <a:pt x="568201" y="154043"/>
                  </a:lnTo>
                  <a:lnTo>
                    <a:pt x="548014" y="152911"/>
                  </a:lnTo>
                  <a:lnTo>
                    <a:pt x="539956" y="152503"/>
                  </a:lnTo>
                  <a:lnTo>
                    <a:pt x="538736" y="152446"/>
                  </a:lnTo>
                  <a:lnTo>
                    <a:pt x="0" y="15244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39" name="pl639"/>
            <p:cNvSpPr/>
            <p:nvPr/>
          </p:nvSpPr>
          <p:spPr>
            <a:xfrm>
              <a:off x="546595" y="2095257"/>
              <a:ext cx="8234974" cy="1965476"/>
            </a:xfrm>
            <a:custGeom>
              <a:avLst/>
              <a:pathLst>
                <a:path w="8234974" h="1965476">
                  <a:moveTo>
                    <a:pt x="0" y="152446"/>
                  </a:moveTo>
                  <a:lnTo>
                    <a:pt x="538736" y="152446"/>
                  </a:lnTo>
                  <a:lnTo>
                    <a:pt x="539980" y="152504"/>
                  </a:lnTo>
                  <a:lnTo>
                    <a:pt x="548101" y="152916"/>
                  </a:lnTo>
                  <a:lnTo>
                    <a:pt x="568379" y="154053"/>
                  </a:lnTo>
                  <a:lnTo>
                    <a:pt x="604140" y="156287"/>
                  </a:lnTo>
                  <a:lnTo>
                    <a:pt x="656445" y="159941"/>
                  </a:lnTo>
                  <a:lnTo>
                    <a:pt x="724049" y="165255"/>
                  </a:lnTo>
                  <a:lnTo>
                    <a:pt x="803825" y="172363"/>
                  </a:lnTo>
                  <a:lnTo>
                    <a:pt x="891553" y="181302"/>
                  </a:lnTo>
                  <a:lnTo>
                    <a:pt x="982827" y="192047"/>
                  </a:lnTo>
                  <a:lnTo>
                    <a:pt x="1073783" y="204553"/>
                  </a:lnTo>
                  <a:lnTo>
                    <a:pt x="1161509" y="218803"/>
                  </a:lnTo>
                  <a:lnTo>
                    <a:pt x="1244153" y="234834"/>
                  </a:lnTo>
                  <a:lnTo>
                    <a:pt x="1320805" y="252755"/>
                  </a:lnTo>
                  <a:lnTo>
                    <a:pt x="1391290" y="272758"/>
                  </a:lnTo>
                  <a:lnTo>
                    <a:pt x="1455949" y="295110"/>
                  </a:lnTo>
                  <a:lnTo>
                    <a:pt x="1515451" y="320151"/>
                  </a:lnTo>
                  <a:lnTo>
                    <a:pt x="1570641" y="348271"/>
                  </a:lnTo>
                  <a:lnTo>
                    <a:pt x="1622438" y="379879"/>
                  </a:lnTo>
                  <a:lnTo>
                    <a:pt x="1671749" y="415344"/>
                  </a:lnTo>
                  <a:lnTo>
                    <a:pt x="1719082" y="454618"/>
                  </a:lnTo>
                  <a:lnTo>
                    <a:pt x="1760634" y="493251"/>
                  </a:lnTo>
                  <a:lnTo>
                    <a:pt x="1801781" y="535206"/>
                  </a:lnTo>
                  <a:lnTo>
                    <a:pt x="1842848" y="580545"/>
                  </a:lnTo>
                  <a:lnTo>
                    <a:pt x="1884075" y="629254"/>
                  </a:lnTo>
                  <a:lnTo>
                    <a:pt x="1925626" y="681232"/>
                  </a:lnTo>
                  <a:lnTo>
                    <a:pt x="1967601" y="736284"/>
                  </a:lnTo>
                  <a:lnTo>
                    <a:pt x="2010040" y="794120"/>
                  </a:lnTo>
                  <a:lnTo>
                    <a:pt x="2052929" y="854354"/>
                  </a:lnTo>
                  <a:lnTo>
                    <a:pt x="2096208" y="916514"/>
                  </a:lnTo>
                  <a:lnTo>
                    <a:pt x="2139780" y="980052"/>
                  </a:lnTo>
                  <a:lnTo>
                    <a:pt x="2183522" y="1044369"/>
                  </a:lnTo>
                  <a:lnTo>
                    <a:pt x="2227297" y="1108830"/>
                  </a:lnTo>
                  <a:lnTo>
                    <a:pt x="2270963" y="1172797"/>
                  </a:lnTo>
                  <a:lnTo>
                    <a:pt x="2314388" y="1235652"/>
                  </a:lnTo>
                  <a:lnTo>
                    <a:pt x="2357463" y="1296821"/>
                  </a:lnTo>
                  <a:lnTo>
                    <a:pt x="2400110" y="1355795"/>
                  </a:lnTo>
                  <a:lnTo>
                    <a:pt x="2442294" y="1412149"/>
                  </a:lnTo>
                  <a:lnTo>
                    <a:pt x="2484028" y="1465548"/>
                  </a:lnTo>
                  <a:lnTo>
                    <a:pt x="2525385" y="1515754"/>
                  </a:lnTo>
                  <a:lnTo>
                    <a:pt x="2566500" y="1562624"/>
                  </a:lnTo>
                  <a:lnTo>
                    <a:pt x="2607576" y="1606107"/>
                  </a:lnTo>
                  <a:lnTo>
                    <a:pt x="2648898" y="1646230"/>
                  </a:lnTo>
                  <a:lnTo>
                    <a:pt x="2667772" y="1663305"/>
                  </a:lnTo>
                  <a:lnTo>
                    <a:pt x="2715418" y="1702821"/>
                  </a:lnTo>
                  <a:lnTo>
                    <a:pt x="2764743" y="1738260"/>
                  </a:lnTo>
                  <a:lnTo>
                    <a:pt x="2816559" y="1769845"/>
                  </a:lnTo>
                  <a:lnTo>
                    <a:pt x="2871774" y="1797943"/>
                  </a:lnTo>
                  <a:lnTo>
                    <a:pt x="2931306" y="1822965"/>
                  </a:lnTo>
                  <a:lnTo>
                    <a:pt x="2996002" y="1845302"/>
                  </a:lnTo>
                  <a:lnTo>
                    <a:pt x="3066526" y="1865290"/>
                  </a:lnTo>
                  <a:lnTo>
                    <a:pt x="3143217" y="1883199"/>
                  </a:lnTo>
                  <a:lnTo>
                    <a:pt x="3225898" y="1899218"/>
                  </a:lnTo>
                  <a:lnTo>
                    <a:pt x="3313653" y="1913456"/>
                  </a:lnTo>
                  <a:lnTo>
                    <a:pt x="3404621" y="1925952"/>
                  </a:lnTo>
                  <a:lnTo>
                    <a:pt x="3495885" y="1936685"/>
                  </a:lnTo>
                  <a:lnTo>
                    <a:pt x="3583576" y="1945612"/>
                  </a:lnTo>
                  <a:lnTo>
                    <a:pt x="3663286" y="1952708"/>
                  </a:lnTo>
                  <a:lnTo>
                    <a:pt x="3730800" y="1958011"/>
                  </a:lnTo>
                  <a:lnTo>
                    <a:pt x="3782999" y="1961655"/>
                  </a:lnTo>
                  <a:lnTo>
                    <a:pt x="3818654" y="1963880"/>
                  </a:lnTo>
                  <a:lnTo>
                    <a:pt x="3838841" y="1965012"/>
                  </a:lnTo>
                  <a:lnTo>
                    <a:pt x="3846898" y="1965420"/>
                  </a:lnTo>
                  <a:lnTo>
                    <a:pt x="3848118" y="1965476"/>
                  </a:lnTo>
                  <a:lnTo>
                    <a:pt x="4386855" y="1965476"/>
                  </a:lnTo>
                  <a:lnTo>
                    <a:pt x="4388089" y="1965414"/>
                  </a:lnTo>
                  <a:lnTo>
                    <a:pt x="4396148" y="1964972"/>
                  </a:lnTo>
                  <a:lnTo>
                    <a:pt x="4416277" y="1963748"/>
                  </a:lnTo>
                  <a:lnTo>
                    <a:pt x="4451789" y="1961346"/>
                  </a:lnTo>
                  <a:lnTo>
                    <a:pt x="4503758" y="1957416"/>
                  </a:lnTo>
                  <a:lnTo>
                    <a:pt x="4570976" y="1951699"/>
                  </a:lnTo>
                  <a:lnTo>
                    <a:pt x="4650362" y="1944048"/>
                  </a:lnTo>
                  <a:lnTo>
                    <a:pt x="4737742" y="1934423"/>
                  </a:lnTo>
                  <a:lnTo>
                    <a:pt x="4828738" y="1922850"/>
                  </a:lnTo>
                  <a:lnTo>
                    <a:pt x="4919498" y="1909376"/>
                  </a:lnTo>
                  <a:lnTo>
                    <a:pt x="5007111" y="1894022"/>
                  </a:lnTo>
                  <a:lnTo>
                    <a:pt x="5089708" y="1876751"/>
                  </a:lnTo>
                  <a:lnTo>
                    <a:pt x="5166361" y="1857446"/>
                  </a:lnTo>
                  <a:lnTo>
                    <a:pt x="5236876" y="1835905"/>
                  </a:lnTo>
                  <a:lnTo>
                    <a:pt x="5301577" y="1811843"/>
                  </a:lnTo>
                  <a:lnTo>
                    <a:pt x="5361116" y="1784898"/>
                  </a:lnTo>
                  <a:lnTo>
                    <a:pt x="5416329" y="1754652"/>
                  </a:lnTo>
                  <a:lnTo>
                    <a:pt x="5468126" y="1720664"/>
                  </a:lnTo>
                  <a:lnTo>
                    <a:pt x="5517407" y="1682534"/>
                  </a:lnTo>
                  <a:lnTo>
                    <a:pt x="5564987" y="1640012"/>
                  </a:lnTo>
                  <a:lnTo>
                    <a:pt x="5567201" y="1637897"/>
                  </a:lnTo>
                  <a:lnTo>
                    <a:pt x="5607703" y="1597124"/>
                  </a:lnTo>
                  <a:lnTo>
                    <a:pt x="5647813" y="1552933"/>
                  </a:lnTo>
                  <a:lnTo>
                    <a:pt x="5687833" y="1505258"/>
                  </a:lnTo>
                  <a:lnTo>
                    <a:pt x="5727991" y="1454108"/>
                  </a:lnTo>
                  <a:lnTo>
                    <a:pt x="5768444" y="1399578"/>
                  </a:lnTo>
                  <a:lnTo>
                    <a:pt x="5809291" y="1341850"/>
                  </a:lnTo>
                  <a:lnTo>
                    <a:pt x="5850577" y="1281203"/>
                  </a:lnTo>
                  <a:lnTo>
                    <a:pt x="5892296" y="1218009"/>
                  </a:lnTo>
                  <a:lnTo>
                    <a:pt x="5934400" y="1152727"/>
                  </a:lnTo>
                  <a:lnTo>
                    <a:pt x="5976806" y="1085890"/>
                  </a:lnTo>
                  <a:lnTo>
                    <a:pt x="6019406" y="1018091"/>
                  </a:lnTo>
                  <a:lnTo>
                    <a:pt x="6062074" y="949959"/>
                  </a:lnTo>
                  <a:lnTo>
                    <a:pt x="6104679" y="882135"/>
                  </a:lnTo>
                  <a:lnTo>
                    <a:pt x="6147094" y="815251"/>
                  </a:lnTo>
                  <a:lnTo>
                    <a:pt x="6189212" y="749900"/>
                  </a:lnTo>
                  <a:lnTo>
                    <a:pt x="6230946" y="686618"/>
                  </a:lnTo>
                  <a:lnTo>
                    <a:pt x="6272248" y="625868"/>
                  </a:lnTo>
                  <a:lnTo>
                    <a:pt x="6313112" y="568024"/>
                  </a:lnTo>
                  <a:lnTo>
                    <a:pt x="6353578" y="513369"/>
                  </a:lnTo>
                  <a:lnTo>
                    <a:pt x="6393744" y="462089"/>
                  </a:lnTo>
                  <a:lnTo>
                    <a:pt x="6433766" y="414282"/>
                  </a:lnTo>
                  <a:lnTo>
                    <a:pt x="6473868" y="369960"/>
                  </a:lnTo>
                  <a:lnTo>
                    <a:pt x="6514348" y="329060"/>
                  </a:lnTo>
                  <a:lnTo>
                    <a:pt x="6515891" y="327579"/>
                  </a:lnTo>
                  <a:lnTo>
                    <a:pt x="6563408" y="284848"/>
                  </a:lnTo>
                  <a:lnTo>
                    <a:pt x="6612592" y="246515"/>
                  </a:lnTo>
                  <a:lnTo>
                    <a:pt x="6664250" y="212340"/>
                  </a:lnTo>
                  <a:lnTo>
                    <a:pt x="6719281" y="181927"/>
                  </a:lnTo>
                  <a:lnTo>
                    <a:pt x="6778596" y="154836"/>
                  </a:lnTo>
                  <a:lnTo>
                    <a:pt x="6843037" y="130647"/>
                  </a:lnTo>
                  <a:lnTo>
                    <a:pt x="6913267" y="108995"/>
                  </a:lnTo>
                  <a:lnTo>
                    <a:pt x="6989630" y="89589"/>
                  </a:lnTo>
                  <a:lnTo>
                    <a:pt x="7071960" y="72225"/>
                  </a:lnTo>
                  <a:lnTo>
                    <a:pt x="7159371" y="56782"/>
                  </a:lnTo>
                  <a:lnTo>
                    <a:pt x="7250040" y="43219"/>
                  </a:lnTo>
                  <a:lnTo>
                    <a:pt x="7341105" y="31556"/>
                  </a:lnTo>
                  <a:lnTo>
                    <a:pt x="7428752" y="21838"/>
                  </a:lnTo>
                  <a:lnTo>
                    <a:pt x="7508614" y="14094"/>
                  </a:lnTo>
                  <a:lnTo>
                    <a:pt x="7576488" y="8288"/>
                  </a:lnTo>
                  <a:lnTo>
                    <a:pt x="7629221" y="4278"/>
                  </a:lnTo>
                  <a:lnTo>
                    <a:pt x="7665503" y="1811"/>
                  </a:lnTo>
                  <a:lnTo>
                    <a:pt x="7686300" y="541"/>
                  </a:lnTo>
                  <a:lnTo>
                    <a:pt x="7694825" y="7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0" name="pl640"/>
            <p:cNvSpPr/>
            <p:nvPr/>
          </p:nvSpPr>
          <p:spPr>
            <a:xfrm>
              <a:off x="546595" y="2089812"/>
              <a:ext cx="8234974" cy="1965476"/>
            </a:xfrm>
            <a:custGeom>
              <a:avLst/>
              <a:pathLst>
                <a:path w="8234974" h="1965476">
                  <a:moveTo>
                    <a:pt x="8234974" y="0"/>
                  </a:moveTo>
                  <a:lnTo>
                    <a:pt x="7696237" y="0"/>
                  </a:lnTo>
                  <a:lnTo>
                    <a:pt x="7695004" y="61"/>
                  </a:lnTo>
                  <a:lnTo>
                    <a:pt x="7686945" y="504"/>
                  </a:lnTo>
                  <a:lnTo>
                    <a:pt x="7666816" y="1728"/>
                  </a:lnTo>
                  <a:lnTo>
                    <a:pt x="7631304" y="4129"/>
                  </a:lnTo>
                  <a:lnTo>
                    <a:pt x="7579335" y="8060"/>
                  </a:lnTo>
                  <a:lnTo>
                    <a:pt x="7512116" y="13777"/>
                  </a:lnTo>
                  <a:lnTo>
                    <a:pt x="7432730" y="21428"/>
                  </a:lnTo>
                  <a:lnTo>
                    <a:pt x="7345351" y="31053"/>
                  </a:lnTo>
                  <a:lnTo>
                    <a:pt x="7254355" y="42626"/>
                  </a:lnTo>
                  <a:lnTo>
                    <a:pt x="7163594" y="56100"/>
                  </a:lnTo>
                  <a:lnTo>
                    <a:pt x="7075981" y="71454"/>
                  </a:lnTo>
                  <a:lnTo>
                    <a:pt x="6993384" y="88725"/>
                  </a:lnTo>
                  <a:lnTo>
                    <a:pt x="6916732" y="108030"/>
                  </a:lnTo>
                  <a:lnTo>
                    <a:pt x="6846217" y="129571"/>
                  </a:lnTo>
                  <a:lnTo>
                    <a:pt x="6781516" y="153633"/>
                  </a:lnTo>
                  <a:lnTo>
                    <a:pt x="6721976" y="180578"/>
                  </a:lnTo>
                  <a:lnTo>
                    <a:pt x="6666763" y="210824"/>
                  </a:lnTo>
                  <a:lnTo>
                    <a:pt x="6614967" y="244812"/>
                  </a:lnTo>
                  <a:lnTo>
                    <a:pt x="6565685" y="282942"/>
                  </a:lnTo>
                  <a:lnTo>
                    <a:pt x="6518106" y="325464"/>
                  </a:lnTo>
                  <a:lnTo>
                    <a:pt x="6515891" y="327579"/>
                  </a:lnTo>
                  <a:lnTo>
                    <a:pt x="6475389" y="368352"/>
                  </a:lnTo>
                  <a:lnTo>
                    <a:pt x="6435279" y="412543"/>
                  </a:lnTo>
                  <a:lnTo>
                    <a:pt x="6395259" y="460218"/>
                  </a:lnTo>
                  <a:lnTo>
                    <a:pt x="6355102" y="511368"/>
                  </a:lnTo>
                  <a:lnTo>
                    <a:pt x="6314649" y="565898"/>
                  </a:lnTo>
                  <a:lnTo>
                    <a:pt x="6273801" y="623626"/>
                  </a:lnTo>
                  <a:lnTo>
                    <a:pt x="6232515" y="684273"/>
                  </a:lnTo>
                  <a:lnTo>
                    <a:pt x="6190797" y="747466"/>
                  </a:lnTo>
                  <a:lnTo>
                    <a:pt x="6148693" y="812749"/>
                  </a:lnTo>
                  <a:lnTo>
                    <a:pt x="6106286" y="879585"/>
                  </a:lnTo>
                  <a:lnTo>
                    <a:pt x="6063687" y="947385"/>
                  </a:lnTo>
                  <a:lnTo>
                    <a:pt x="6021019" y="1015517"/>
                  </a:lnTo>
                  <a:lnTo>
                    <a:pt x="5978414" y="1083341"/>
                  </a:lnTo>
                  <a:lnTo>
                    <a:pt x="5935998" y="1150225"/>
                  </a:lnTo>
                  <a:lnTo>
                    <a:pt x="5893881" y="1215576"/>
                  </a:lnTo>
                  <a:lnTo>
                    <a:pt x="5852147" y="1278858"/>
                  </a:lnTo>
                  <a:lnTo>
                    <a:pt x="5810844" y="1339608"/>
                  </a:lnTo>
                  <a:lnTo>
                    <a:pt x="5769981" y="1397452"/>
                  </a:lnTo>
                  <a:lnTo>
                    <a:pt x="5729514" y="1452107"/>
                  </a:lnTo>
                  <a:lnTo>
                    <a:pt x="5689348" y="1503387"/>
                  </a:lnTo>
                  <a:lnTo>
                    <a:pt x="5649326" y="1551194"/>
                  </a:lnTo>
                  <a:lnTo>
                    <a:pt x="5609225" y="1595516"/>
                  </a:lnTo>
                  <a:lnTo>
                    <a:pt x="5568744" y="1636416"/>
                  </a:lnTo>
                  <a:lnTo>
                    <a:pt x="5567201" y="1637897"/>
                  </a:lnTo>
                  <a:lnTo>
                    <a:pt x="5519685" y="1680627"/>
                  </a:lnTo>
                  <a:lnTo>
                    <a:pt x="5470501" y="1718961"/>
                  </a:lnTo>
                  <a:lnTo>
                    <a:pt x="5418843" y="1753136"/>
                  </a:lnTo>
                  <a:lnTo>
                    <a:pt x="5363812" y="1783549"/>
                  </a:lnTo>
                  <a:lnTo>
                    <a:pt x="5304496" y="1810640"/>
                  </a:lnTo>
                  <a:lnTo>
                    <a:pt x="5240055" y="1834829"/>
                  </a:lnTo>
                  <a:lnTo>
                    <a:pt x="5169825" y="1856481"/>
                  </a:lnTo>
                  <a:lnTo>
                    <a:pt x="5093463" y="1875887"/>
                  </a:lnTo>
                  <a:lnTo>
                    <a:pt x="5011132" y="1893251"/>
                  </a:lnTo>
                  <a:lnTo>
                    <a:pt x="4923722" y="1908694"/>
                  </a:lnTo>
                  <a:lnTo>
                    <a:pt x="4833052" y="1922256"/>
                  </a:lnTo>
                  <a:lnTo>
                    <a:pt x="4741987" y="1933920"/>
                  </a:lnTo>
                  <a:lnTo>
                    <a:pt x="4654340" y="1943638"/>
                  </a:lnTo>
                  <a:lnTo>
                    <a:pt x="4574478" y="1951382"/>
                  </a:lnTo>
                  <a:lnTo>
                    <a:pt x="4506605" y="1957188"/>
                  </a:lnTo>
                  <a:lnTo>
                    <a:pt x="4453872" y="1961198"/>
                  </a:lnTo>
                  <a:lnTo>
                    <a:pt x="4417589" y="1963664"/>
                  </a:lnTo>
                  <a:lnTo>
                    <a:pt x="4396792" y="1964935"/>
                  </a:lnTo>
                  <a:lnTo>
                    <a:pt x="4388268" y="1965405"/>
                  </a:lnTo>
                  <a:lnTo>
                    <a:pt x="4386855" y="1965476"/>
                  </a:lnTo>
                  <a:lnTo>
                    <a:pt x="4386855" y="1965476"/>
                  </a:lnTo>
                  <a:lnTo>
                    <a:pt x="3848118" y="1965476"/>
                  </a:lnTo>
                  <a:lnTo>
                    <a:pt x="3846875" y="1965419"/>
                  </a:lnTo>
                  <a:lnTo>
                    <a:pt x="3838754" y="1965007"/>
                  </a:lnTo>
                  <a:lnTo>
                    <a:pt x="3818475" y="1963869"/>
                  </a:lnTo>
                  <a:lnTo>
                    <a:pt x="3782714" y="1961636"/>
                  </a:lnTo>
                  <a:lnTo>
                    <a:pt x="3730410" y="1957982"/>
                  </a:lnTo>
                  <a:lnTo>
                    <a:pt x="3662805" y="1952668"/>
                  </a:lnTo>
                  <a:lnTo>
                    <a:pt x="3583029" y="1945560"/>
                  </a:lnTo>
                  <a:lnTo>
                    <a:pt x="3495301" y="1936621"/>
                  </a:lnTo>
                  <a:lnTo>
                    <a:pt x="3404027" y="1925876"/>
                  </a:lnTo>
                  <a:lnTo>
                    <a:pt x="3313072" y="1913370"/>
                  </a:lnTo>
                  <a:lnTo>
                    <a:pt x="3225345" y="1899120"/>
                  </a:lnTo>
                  <a:lnTo>
                    <a:pt x="3142701" y="1883089"/>
                  </a:lnTo>
                  <a:lnTo>
                    <a:pt x="3066050" y="1865167"/>
                  </a:lnTo>
                  <a:lnTo>
                    <a:pt x="2995565" y="1845165"/>
                  </a:lnTo>
                  <a:lnTo>
                    <a:pt x="2930905" y="1822812"/>
                  </a:lnTo>
                  <a:lnTo>
                    <a:pt x="2871404" y="1797772"/>
                  </a:lnTo>
                  <a:lnTo>
                    <a:pt x="2816214" y="1769652"/>
                  </a:lnTo>
                  <a:lnTo>
                    <a:pt x="2764416" y="1738044"/>
                  </a:lnTo>
                  <a:lnTo>
                    <a:pt x="2715105" y="1702579"/>
                  </a:lnTo>
                  <a:lnTo>
                    <a:pt x="2667772" y="1663305"/>
                  </a:lnTo>
                  <a:lnTo>
                    <a:pt x="2626221" y="1624672"/>
                  </a:lnTo>
                  <a:lnTo>
                    <a:pt x="2585074" y="1582717"/>
                  </a:lnTo>
                  <a:lnTo>
                    <a:pt x="2544007" y="1537378"/>
                  </a:lnTo>
                  <a:lnTo>
                    <a:pt x="2502780" y="1488669"/>
                  </a:lnTo>
                  <a:lnTo>
                    <a:pt x="2461229" y="1436691"/>
                  </a:lnTo>
                  <a:lnTo>
                    <a:pt x="2419253" y="1381639"/>
                  </a:lnTo>
                  <a:lnTo>
                    <a:pt x="2376814" y="1323802"/>
                  </a:lnTo>
                  <a:lnTo>
                    <a:pt x="2333926" y="1263568"/>
                  </a:lnTo>
                  <a:lnTo>
                    <a:pt x="2290647" y="1201409"/>
                  </a:lnTo>
                  <a:lnTo>
                    <a:pt x="2247075" y="1137870"/>
                  </a:lnTo>
                  <a:lnTo>
                    <a:pt x="2203332" y="1073554"/>
                  </a:lnTo>
                  <a:lnTo>
                    <a:pt x="2159558" y="1009093"/>
                  </a:lnTo>
                  <a:lnTo>
                    <a:pt x="2115892" y="945126"/>
                  </a:lnTo>
                  <a:lnTo>
                    <a:pt x="2072467" y="882271"/>
                  </a:lnTo>
                  <a:lnTo>
                    <a:pt x="2029392" y="821102"/>
                  </a:lnTo>
                  <a:lnTo>
                    <a:pt x="1986745" y="762128"/>
                  </a:lnTo>
                  <a:lnTo>
                    <a:pt x="1944561" y="705774"/>
                  </a:lnTo>
                  <a:lnTo>
                    <a:pt x="1902826" y="652375"/>
                  </a:lnTo>
                  <a:lnTo>
                    <a:pt x="1861469" y="602169"/>
                  </a:lnTo>
                  <a:lnTo>
                    <a:pt x="1820355" y="555299"/>
                  </a:lnTo>
                  <a:lnTo>
                    <a:pt x="1779279" y="511816"/>
                  </a:lnTo>
                  <a:lnTo>
                    <a:pt x="1737956" y="471693"/>
                  </a:lnTo>
                  <a:lnTo>
                    <a:pt x="1719082" y="454618"/>
                  </a:lnTo>
                  <a:lnTo>
                    <a:pt x="1671436" y="415102"/>
                  </a:lnTo>
                  <a:lnTo>
                    <a:pt x="1622112" y="379662"/>
                  </a:lnTo>
                  <a:lnTo>
                    <a:pt x="1570296" y="348078"/>
                  </a:lnTo>
                  <a:lnTo>
                    <a:pt x="1515081" y="319979"/>
                  </a:lnTo>
                  <a:lnTo>
                    <a:pt x="1455548" y="294957"/>
                  </a:lnTo>
                  <a:lnTo>
                    <a:pt x="1390853" y="272621"/>
                  </a:lnTo>
                  <a:lnTo>
                    <a:pt x="1320329" y="252633"/>
                  </a:lnTo>
                  <a:lnTo>
                    <a:pt x="1243637" y="234724"/>
                  </a:lnTo>
                  <a:lnTo>
                    <a:pt x="1160956" y="218705"/>
                  </a:lnTo>
                  <a:lnTo>
                    <a:pt x="1073202" y="204467"/>
                  </a:lnTo>
                  <a:lnTo>
                    <a:pt x="982234" y="191971"/>
                  </a:lnTo>
                  <a:lnTo>
                    <a:pt x="890970" y="181238"/>
                  </a:lnTo>
                  <a:lnTo>
                    <a:pt x="803278" y="172311"/>
                  </a:lnTo>
                  <a:lnTo>
                    <a:pt x="723568" y="165215"/>
                  </a:lnTo>
                  <a:lnTo>
                    <a:pt x="656055" y="159912"/>
                  </a:lnTo>
                  <a:lnTo>
                    <a:pt x="603856" y="156268"/>
                  </a:lnTo>
                  <a:lnTo>
                    <a:pt x="568201" y="154043"/>
                  </a:lnTo>
                  <a:lnTo>
                    <a:pt x="548014" y="152911"/>
                  </a:lnTo>
                  <a:lnTo>
                    <a:pt x="539956" y="152503"/>
                  </a:lnTo>
                  <a:lnTo>
                    <a:pt x="538736" y="152446"/>
                  </a:lnTo>
                  <a:lnTo>
                    <a:pt x="0" y="1524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1" name="pg641"/>
            <p:cNvSpPr/>
            <p:nvPr/>
          </p:nvSpPr>
          <p:spPr>
            <a:xfrm>
              <a:off x="546595" y="2247704"/>
              <a:ext cx="8234974" cy="1823918"/>
            </a:xfrm>
            <a:custGeom>
              <a:avLst/>
              <a:pathLst>
                <a:path w="8234974" h="1823918">
                  <a:moveTo>
                    <a:pt x="0" y="5444"/>
                  </a:moveTo>
                  <a:lnTo>
                    <a:pt x="538736" y="5444"/>
                  </a:lnTo>
                  <a:lnTo>
                    <a:pt x="539979" y="5502"/>
                  </a:lnTo>
                  <a:lnTo>
                    <a:pt x="548098" y="5914"/>
                  </a:lnTo>
                  <a:lnTo>
                    <a:pt x="568372" y="7055"/>
                  </a:lnTo>
                  <a:lnTo>
                    <a:pt x="604124" y="9295"/>
                  </a:lnTo>
                  <a:lnTo>
                    <a:pt x="656417" y="12959"/>
                  </a:lnTo>
                  <a:lnTo>
                    <a:pt x="724008" y="18287"/>
                  </a:lnTo>
                  <a:lnTo>
                    <a:pt x="803770" y="25415"/>
                  </a:lnTo>
                  <a:lnTo>
                    <a:pt x="891487" y="34379"/>
                  </a:lnTo>
                  <a:lnTo>
                    <a:pt x="982751" y="45153"/>
                  </a:lnTo>
                  <a:lnTo>
                    <a:pt x="1073700" y="57695"/>
                  </a:lnTo>
                  <a:lnTo>
                    <a:pt x="1161422" y="71985"/>
                  </a:lnTo>
                  <a:lnTo>
                    <a:pt x="1244065" y="88060"/>
                  </a:lnTo>
                  <a:lnTo>
                    <a:pt x="1320716" y="106031"/>
                  </a:lnTo>
                  <a:lnTo>
                    <a:pt x="1391202" y="126089"/>
                  </a:lnTo>
                  <a:lnTo>
                    <a:pt x="1455863" y="148503"/>
                  </a:lnTo>
                  <a:lnTo>
                    <a:pt x="1515366" y="173613"/>
                  </a:lnTo>
                  <a:lnTo>
                    <a:pt x="1570557" y="201809"/>
                  </a:lnTo>
                  <a:lnTo>
                    <a:pt x="1622354" y="233504"/>
                  </a:lnTo>
                  <a:lnTo>
                    <a:pt x="1671665" y="269065"/>
                  </a:lnTo>
                  <a:lnTo>
                    <a:pt x="1719082" y="308523"/>
                  </a:lnTo>
                  <a:lnTo>
                    <a:pt x="1760595" y="347235"/>
                  </a:lnTo>
                  <a:lnTo>
                    <a:pt x="1801705" y="389272"/>
                  </a:lnTo>
                  <a:lnTo>
                    <a:pt x="1842734" y="434697"/>
                  </a:lnTo>
                  <a:lnTo>
                    <a:pt x="1883921" y="483496"/>
                  </a:lnTo>
                  <a:lnTo>
                    <a:pt x="1925432" y="535568"/>
                  </a:lnTo>
                  <a:lnTo>
                    <a:pt x="1967366" y="590720"/>
                  </a:lnTo>
                  <a:lnTo>
                    <a:pt x="2009763" y="648660"/>
                  </a:lnTo>
                  <a:lnTo>
                    <a:pt x="2052609" y="709003"/>
                  </a:lnTo>
                  <a:lnTo>
                    <a:pt x="2095845" y="771279"/>
                  </a:lnTo>
                  <a:lnTo>
                    <a:pt x="2139374" y="834939"/>
                  </a:lnTo>
                  <a:lnTo>
                    <a:pt x="2183075" y="899384"/>
                  </a:lnTo>
                  <a:lnTo>
                    <a:pt x="2226810" y="963981"/>
                  </a:lnTo>
                  <a:lnTo>
                    <a:pt x="2270437" y="1028090"/>
                  </a:lnTo>
                  <a:lnTo>
                    <a:pt x="2313826" y="1091093"/>
                  </a:lnTo>
                  <a:lnTo>
                    <a:pt x="2356866" y="1152415"/>
                  </a:lnTo>
                  <a:lnTo>
                    <a:pt x="2399480" y="1211546"/>
                  </a:lnTo>
                  <a:lnTo>
                    <a:pt x="2441631" y="1268059"/>
                  </a:lnTo>
                  <a:lnTo>
                    <a:pt x="2483334" y="1321619"/>
                  </a:lnTo>
                  <a:lnTo>
                    <a:pt x="2524658" y="1371986"/>
                  </a:lnTo>
                  <a:lnTo>
                    <a:pt x="2565737" y="1419014"/>
                  </a:lnTo>
                  <a:lnTo>
                    <a:pt x="2606774" y="1462652"/>
                  </a:lnTo>
                  <a:lnTo>
                    <a:pt x="2648049" y="1502925"/>
                  </a:lnTo>
                  <a:lnTo>
                    <a:pt x="2667772" y="1520839"/>
                  </a:lnTo>
                  <a:lnTo>
                    <a:pt x="2715414" y="1560471"/>
                  </a:lnTo>
                  <a:lnTo>
                    <a:pt x="2764733" y="1596014"/>
                  </a:lnTo>
                  <a:lnTo>
                    <a:pt x="2816544" y="1627691"/>
                  </a:lnTo>
                  <a:lnTo>
                    <a:pt x="2871753" y="1655873"/>
                  </a:lnTo>
                  <a:lnTo>
                    <a:pt x="2931278" y="1680969"/>
                  </a:lnTo>
                  <a:lnTo>
                    <a:pt x="2995964" y="1703371"/>
                  </a:lnTo>
                  <a:lnTo>
                    <a:pt x="3066478" y="1723419"/>
                  </a:lnTo>
                  <a:lnTo>
                    <a:pt x="3143158" y="1741381"/>
                  </a:lnTo>
                  <a:lnTo>
                    <a:pt x="3225827" y="1757448"/>
                  </a:lnTo>
                  <a:lnTo>
                    <a:pt x="3313570" y="1771730"/>
                  </a:lnTo>
                  <a:lnTo>
                    <a:pt x="3404527" y="1784263"/>
                  </a:lnTo>
                  <a:lnTo>
                    <a:pt x="3495785" y="1795029"/>
                  </a:lnTo>
                  <a:lnTo>
                    <a:pt x="3583475" y="1803985"/>
                  </a:lnTo>
                  <a:lnTo>
                    <a:pt x="3663190" y="1811104"/>
                  </a:lnTo>
                  <a:lnTo>
                    <a:pt x="3730716" y="1816424"/>
                  </a:lnTo>
                  <a:lnTo>
                    <a:pt x="3782934" y="1820081"/>
                  </a:lnTo>
                  <a:lnTo>
                    <a:pt x="3818611" y="1822315"/>
                  </a:lnTo>
                  <a:lnTo>
                    <a:pt x="3838818" y="1823451"/>
                  </a:lnTo>
                  <a:lnTo>
                    <a:pt x="3846892" y="1823861"/>
                  </a:lnTo>
                  <a:lnTo>
                    <a:pt x="3848118" y="1823918"/>
                  </a:lnTo>
                  <a:lnTo>
                    <a:pt x="4386855" y="1823918"/>
                  </a:lnTo>
                  <a:lnTo>
                    <a:pt x="4388117" y="1823870"/>
                  </a:lnTo>
                  <a:lnTo>
                    <a:pt x="4396358" y="1823528"/>
                  </a:lnTo>
                  <a:lnTo>
                    <a:pt x="4416923" y="1822580"/>
                  </a:lnTo>
                  <a:lnTo>
                    <a:pt x="4453163" y="1820721"/>
                  </a:lnTo>
                  <a:lnTo>
                    <a:pt x="4506110" y="1817681"/>
                  </a:lnTo>
                  <a:lnTo>
                    <a:pt x="4574451" y="1813262"/>
                  </a:lnTo>
                  <a:lnTo>
                    <a:pt x="4654970" y="1807354"/>
                  </a:lnTo>
                  <a:lnTo>
                    <a:pt x="4743360" y="1799931"/>
                  </a:lnTo>
                  <a:lnTo>
                    <a:pt x="4835160" y="1791014"/>
                  </a:lnTo>
                  <a:lnTo>
                    <a:pt x="4926479" y="1780638"/>
                  </a:lnTo>
                  <a:lnTo>
                    <a:pt x="5014418" y="1768819"/>
                  </a:lnTo>
                  <a:lnTo>
                    <a:pt x="5097147" y="1755521"/>
                  </a:lnTo>
                  <a:lnTo>
                    <a:pt x="5173792" y="1740650"/>
                  </a:lnTo>
                  <a:lnTo>
                    <a:pt x="5244218" y="1724042"/>
                  </a:lnTo>
                  <a:lnTo>
                    <a:pt x="5308798" y="1705469"/>
                  </a:lnTo>
                  <a:lnTo>
                    <a:pt x="5368229" y="1684647"/>
                  </a:lnTo>
                  <a:lnTo>
                    <a:pt x="5423378" y="1661246"/>
                  </a:lnTo>
                  <a:lnTo>
                    <a:pt x="5475180" y="1634928"/>
                  </a:lnTo>
                  <a:lnTo>
                    <a:pt x="5524552" y="1605392"/>
                  </a:lnTo>
                  <a:lnTo>
                    <a:pt x="5567201" y="1576192"/>
                  </a:lnTo>
                  <a:lnTo>
                    <a:pt x="5611160" y="1542589"/>
                  </a:lnTo>
                  <a:lnTo>
                    <a:pt x="5654690" y="1505932"/>
                  </a:lnTo>
                  <a:lnTo>
                    <a:pt x="5698164" y="1466165"/>
                  </a:lnTo>
                  <a:lnTo>
                    <a:pt x="5741855" y="1423315"/>
                  </a:lnTo>
                  <a:lnTo>
                    <a:pt x="5785941" y="1377498"/>
                  </a:lnTo>
                  <a:lnTo>
                    <a:pt x="5830520" y="1328927"/>
                  </a:lnTo>
                  <a:lnTo>
                    <a:pt x="5875620" y="1277915"/>
                  </a:lnTo>
                  <a:lnTo>
                    <a:pt x="5921200" y="1224871"/>
                  </a:lnTo>
                  <a:lnTo>
                    <a:pt x="5967172" y="1170285"/>
                  </a:lnTo>
                  <a:lnTo>
                    <a:pt x="6013402" y="1114718"/>
                  </a:lnTo>
                  <a:lnTo>
                    <a:pt x="6059734" y="1058775"/>
                  </a:lnTo>
                  <a:lnTo>
                    <a:pt x="6106000" y="1003075"/>
                  </a:lnTo>
                  <a:lnTo>
                    <a:pt x="6152040" y="948230"/>
                  </a:lnTo>
                  <a:lnTo>
                    <a:pt x="6197714" y="894810"/>
                  </a:lnTo>
                  <a:lnTo>
                    <a:pt x="6242922" y="843324"/>
                  </a:lnTo>
                  <a:lnTo>
                    <a:pt x="6287613" y="794198"/>
                  </a:lnTo>
                  <a:lnTo>
                    <a:pt x="6331800" y="747768"/>
                  </a:lnTo>
                  <a:lnTo>
                    <a:pt x="6375563" y="704267"/>
                  </a:lnTo>
                  <a:lnTo>
                    <a:pt x="6419064" y="663832"/>
                  </a:lnTo>
                  <a:lnTo>
                    <a:pt x="6462554" y="626508"/>
                  </a:lnTo>
                  <a:lnTo>
                    <a:pt x="6506383" y="592257"/>
                  </a:lnTo>
                  <a:lnTo>
                    <a:pt x="6515891" y="585287"/>
                  </a:lnTo>
                  <a:lnTo>
                    <a:pt x="6563784" y="552734"/>
                  </a:lnTo>
                  <a:lnTo>
                    <a:pt x="6613377" y="523557"/>
                  </a:lnTo>
                  <a:lnTo>
                    <a:pt x="6665496" y="497570"/>
                  </a:lnTo>
                  <a:lnTo>
                    <a:pt x="6721063" y="474464"/>
                  </a:lnTo>
                  <a:lnTo>
                    <a:pt x="6781010" y="453900"/>
                  </a:lnTo>
                  <a:lnTo>
                    <a:pt x="6846192" y="435553"/>
                  </a:lnTo>
                  <a:lnTo>
                    <a:pt x="6917279" y="419142"/>
                  </a:lnTo>
                  <a:lnTo>
                    <a:pt x="6994600" y="404447"/>
                  </a:lnTo>
                  <a:lnTo>
                    <a:pt x="7077949" y="391313"/>
                  </a:lnTo>
                  <a:lnTo>
                    <a:pt x="7166360" y="379650"/>
                  </a:lnTo>
                  <a:lnTo>
                    <a:pt x="7257890" y="369431"/>
                  </a:lnTo>
                  <a:lnTo>
                    <a:pt x="7349524" y="360673"/>
                  </a:lnTo>
                  <a:lnTo>
                    <a:pt x="7437283" y="353413"/>
                  </a:lnTo>
                  <a:lnTo>
                    <a:pt x="7516682" y="347670"/>
                  </a:lnTo>
                  <a:lnTo>
                    <a:pt x="7583487" y="343406"/>
                  </a:lnTo>
                  <a:lnTo>
                    <a:pt x="7634653" y="340504"/>
                  </a:lnTo>
                  <a:lnTo>
                    <a:pt x="7669105" y="338758"/>
                  </a:lnTo>
                  <a:lnTo>
                    <a:pt x="7688139" y="337891"/>
                  </a:lnTo>
                  <a:lnTo>
                    <a:pt x="7695336" y="337595"/>
                  </a:lnTo>
                  <a:lnTo>
                    <a:pt x="7696237" y="337561"/>
                  </a:lnTo>
                  <a:lnTo>
                    <a:pt x="8234974" y="337561"/>
                  </a:lnTo>
                  <a:lnTo>
                    <a:pt x="8234974" y="332116"/>
                  </a:lnTo>
                  <a:lnTo>
                    <a:pt x="7696237" y="332116"/>
                  </a:lnTo>
                  <a:lnTo>
                    <a:pt x="7694975" y="332164"/>
                  </a:lnTo>
                  <a:lnTo>
                    <a:pt x="7686734" y="332507"/>
                  </a:lnTo>
                  <a:lnTo>
                    <a:pt x="7666169" y="333454"/>
                  </a:lnTo>
                  <a:lnTo>
                    <a:pt x="7629930" y="335313"/>
                  </a:lnTo>
                  <a:lnTo>
                    <a:pt x="7576983" y="338354"/>
                  </a:lnTo>
                  <a:lnTo>
                    <a:pt x="7508641" y="342773"/>
                  </a:lnTo>
                  <a:lnTo>
                    <a:pt x="7428123" y="348680"/>
                  </a:lnTo>
                  <a:lnTo>
                    <a:pt x="7339732" y="356104"/>
                  </a:lnTo>
                  <a:lnTo>
                    <a:pt x="7247933" y="365021"/>
                  </a:lnTo>
                  <a:lnTo>
                    <a:pt x="7156613" y="375396"/>
                  </a:lnTo>
                  <a:lnTo>
                    <a:pt x="7068675" y="387216"/>
                  </a:lnTo>
                  <a:lnTo>
                    <a:pt x="6985946" y="400513"/>
                  </a:lnTo>
                  <a:lnTo>
                    <a:pt x="6909300" y="415385"/>
                  </a:lnTo>
                  <a:lnTo>
                    <a:pt x="6838875" y="431993"/>
                  </a:lnTo>
                  <a:lnTo>
                    <a:pt x="6774294" y="450565"/>
                  </a:lnTo>
                  <a:lnTo>
                    <a:pt x="6714864" y="471388"/>
                  </a:lnTo>
                  <a:lnTo>
                    <a:pt x="6659715" y="494788"/>
                  </a:lnTo>
                  <a:lnTo>
                    <a:pt x="6607912" y="521106"/>
                  </a:lnTo>
                  <a:lnTo>
                    <a:pt x="6558541" y="550642"/>
                  </a:lnTo>
                  <a:lnTo>
                    <a:pt x="6515891" y="579842"/>
                  </a:lnTo>
                  <a:lnTo>
                    <a:pt x="6471932" y="613445"/>
                  </a:lnTo>
                  <a:lnTo>
                    <a:pt x="6428403" y="650103"/>
                  </a:lnTo>
                  <a:lnTo>
                    <a:pt x="6384928" y="689870"/>
                  </a:lnTo>
                  <a:lnTo>
                    <a:pt x="6341238" y="732720"/>
                  </a:lnTo>
                  <a:lnTo>
                    <a:pt x="6297152" y="778537"/>
                  </a:lnTo>
                  <a:lnTo>
                    <a:pt x="6252572" y="827108"/>
                  </a:lnTo>
                  <a:lnTo>
                    <a:pt x="6207473" y="878119"/>
                  </a:lnTo>
                  <a:lnTo>
                    <a:pt x="6161892" y="931164"/>
                  </a:lnTo>
                  <a:lnTo>
                    <a:pt x="6115921" y="985750"/>
                  </a:lnTo>
                  <a:lnTo>
                    <a:pt x="6069690" y="1041316"/>
                  </a:lnTo>
                  <a:lnTo>
                    <a:pt x="6023358" y="1097260"/>
                  </a:lnTo>
                  <a:lnTo>
                    <a:pt x="5977092" y="1152959"/>
                  </a:lnTo>
                  <a:lnTo>
                    <a:pt x="5931053" y="1207805"/>
                  </a:lnTo>
                  <a:lnTo>
                    <a:pt x="5885379" y="1261225"/>
                  </a:lnTo>
                  <a:lnTo>
                    <a:pt x="5840171" y="1312711"/>
                  </a:lnTo>
                  <a:lnTo>
                    <a:pt x="5795479" y="1361836"/>
                  </a:lnTo>
                  <a:lnTo>
                    <a:pt x="5751293" y="1408267"/>
                  </a:lnTo>
                  <a:lnTo>
                    <a:pt x="5707530" y="1451768"/>
                  </a:lnTo>
                  <a:lnTo>
                    <a:pt x="5664028" y="1492202"/>
                  </a:lnTo>
                  <a:lnTo>
                    <a:pt x="5620538" y="1529526"/>
                  </a:lnTo>
                  <a:lnTo>
                    <a:pt x="5576709" y="1563777"/>
                  </a:lnTo>
                  <a:lnTo>
                    <a:pt x="5567201" y="1570748"/>
                  </a:lnTo>
                  <a:lnTo>
                    <a:pt x="5519308" y="1603301"/>
                  </a:lnTo>
                  <a:lnTo>
                    <a:pt x="5469716" y="1632478"/>
                  </a:lnTo>
                  <a:lnTo>
                    <a:pt x="5417597" y="1658465"/>
                  </a:lnTo>
                  <a:lnTo>
                    <a:pt x="5362030" y="1681570"/>
                  </a:lnTo>
                  <a:lnTo>
                    <a:pt x="5302083" y="1702134"/>
                  </a:lnTo>
                  <a:lnTo>
                    <a:pt x="5236900" y="1720482"/>
                  </a:lnTo>
                  <a:lnTo>
                    <a:pt x="5165813" y="1736892"/>
                  </a:lnTo>
                  <a:lnTo>
                    <a:pt x="5088492" y="1751587"/>
                  </a:lnTo>
                  <a:lnTo>
                    <a:pt x="5005143" y="1764722"/>
                  </a:lnTo>
                  <a:lnTo>
                    <a:pt x="4916733" y="1776385"/>
                  </a:lnTo>
                  <a:lnTo>
                    <a:pt x="4825202" y="1786604"/>
                  </a:lnTo>
                  <a:lnTo>
                    <a:pt x="4733569" y="1795361"/>
                  </a:lnTo>
                  <a:lnTo>
                    <a:pt x="4645809" y="1802621"/>
                  </a:lnTo>
                  <a:lnTo>
                    <a:pt x="4566411" y="1808365"/>
                  </a:lnTo>
                  <a:lnTo>
                    <a:pt x="4499605" y="1812628"/>
                  </a:lnTo>
                  <a:lnTo>
                    <a:pt x="4448440" y="1815530"/>
                  </a:lnTo>
                  <a:lnTo>
                    <a:pt x="4413987" y="1817277"/>
                  </a:lnTo>
                  <a:lnTo>
                    <a:pt x="4394953" y="1818144"/>
                  </a:lnTo>
                  <a:lnTo>
                    <a:pt x="4387757" y="1818440"/>
                  </a:lnTo>
                  <a:lnTo>
                    <a:pt x="4386855" y="1818474"/>
                  </a:lnTo>
                  <a:lnTo>
                    <a:pt x="3848118" y="1818474"/>
                  </a:lnTo>
                  <a:lnTo>
                    <a:pt x="3846875" y="1818416"/>
                  </a:lnTo>
                  <a:lnTo>
                    <a:pt x="3838756" y="1818004"/>
                  </a:lnTo>
                  <a:lnTo>
                    <a:pt x="3818483" y="1816863"/>
                  </a:lnTo>
                  <a:lnTo>
                    <a:pt x="3782730" y="1814623"/>
                  </a:lnTo>
                  <a:lnTo>
                    <a:pt x="3730438" y="1810959"/>
                  </a:lnTo>
                  <a:lnTo>
                    <a:pt x="3662846" y="1805630"/>
                  </a:lnTo>
                  <a:lnTo>
                    <a:pt x="3583084" y="1798503"/>
                  </a:lnTo>
                  <a:lnTo>
                    <a:pt x="3495368" y="1789539"/>
                  </a:lnTo>
                  <a:lnTo>
                    <a:pt x="3404104" y="1778765"/>
                  </a:lnTo>
                  <a:lnTo>
                    <a:pt x="3313155" y="1766223"/>
                  </a:lnTo>
                  <a:lnTo>
                    <a:pt x="3225432" y="1751933"/>
                  </a:lnTo>
                  <a:lnTo>
                    <a:pt x="3142790" y="1735858"/>
                  </a:lnTo>
                  <a:lnTo>
                    <a:pt x="3066138" y="1717887"/>
                  </a:lnTo>
                  <a:lnTo>
                    <a:pt x="2995652" y="1697829"/>
                  </a:lnTo>
                  <a:lnTo>
                    <a:pt x="2930991" y="1675415"/>
                  </a:lnTo>
                  <a:lnTo>
                    <a:pt x="2871488" y="1650305"/>
                  </a:lnTo>
                  <a:lnTo>
                    <a:pt x="2816297" y="1622109"/>
                  </a:lnTo>
                  <a:lnTo>
                    <a:pt x="2764500" y="1590414"/>
                  </a:lnTo>
                  <a:lnTo>
                    <a:pt x="2715190" y="1554853"/>
                  </a:lnTo>
                  <a:lnTo>
                    <a:pt x="2667772" y="1515395"/>
                  </a:lnTo>
                  <a:lnTo>
                    <a:pt x="2626259" y="1476683"/>
                  </a:lnTo>
                  <a:lnTo>
                    <a:pt x="2585150" y="1434646"/>
                  </a:lnTo>
                  <a:lnTo>
                    <a:pt x="2544121" y="1389221"/>
                  </a:lnTo>
                  <a:lnTo>
                    <a:pt x="2502934" y="1340422"/>
                  </a:lnTo>
                  <a:lnTo>
                    <a:pt x="2461423" y="1288350"/>
                  </a:lnTo>
                  <a:lnTo>
                    <a:pt x="2419488" y="1233198"/>
                  </a:lnTo>
                  <a:lnTo>
                    <a:pt x="2377092" y="1175258"/>
                  </a:lnTo>
                  <a:lnTo>
                    <a:pt x="2334246" y="1114914"/>
                  </a:lnTo>
                  <a:lnTo>
                    <a:pt x="2291010" y="1052639"/>
                  </a:lnTo>
                  <a:lnTo>
                    <a:pt x="2247480" y="988979"/>
                  </a:lnTo>
                  <a:lnTo>
                    <a:pt x="2203779" y="924534"/>
                  </a:lnTo>
                  <a:lnTo>
                    <a:pt x="2160045" y="859937"/>
                  </a:lnTo>
                  <a:lnTo>
                    <a:pt x="2116418" y="795828"/>
                  </a:lnTo>
                  <a:lnTo>
                    <a:pt x="2073029" y="732825"/>
                  </a:lnTo>
                  <a:lnTo>
                    <a:pt x="2029989" y="671503"/>
                  </a:lnTo>
                  <a:lnTo>
                    <a:pt x="1987375" y="612372"/>
                  </a:lnTo>
                  <a:lnTo>
                    <a:pt x="1945223" y="555859"/>
                  </a:lnTo>
                  <a:lnTo>
                    <a:pt x="1903520" y="502299"/>
                  </a:lnTo>
                  <a:lnTo>
                    <a:pt x="1862196" y="451932"/>
                  </a:lnTo>
                  <a:lnTo>
                    <a:pt x="1821117" y="404903"/>
                  </a:lnTo>
                  <a:lnTo>
                    <a:pt x="1780081" y="361266"/>
                  </a:lnTo>
                  <a:lnTo>
                    <a:pt x="1738805" y="320993"/>
                  </a:lnTo>
                  <a:lnTo>
                    <a:pt x="1719082" y="303079"/>
                  </a:lnTo>
                  <a:lnTo>
                    <a:pt x="1671441" y="263447"/>
                  </a:lnTo>
                  <a:lnTo>
                    <a:pt x="1622121" y="227904"/>
                  </a:lnTo>
                  <a:lnTo>
                    <a:pt x="1570310" y="196227"/>
                  </a:lnTo>
                  <a:lnTo>
                    <a:pt x="1515102" y="168045"/>
                  </a:lnTo>
                  <a:lnTo>
                    <a:pt x="1455577" y="142949"/>
                  </a:lnTo>
                  <a:lnTo>
                    <a:pt x="1390890" y="120547"/>
                  </a:lnTo>
                  <a:lnTo>
                    <a:pt x="1320376" y="100499"/>
                  </a:lnTo>
                  <a:lnTo>
                    <a:pt x="1243696" y="82537"/>
                  </a:lnTo>
                  <a:lnTo>
                    <a:pt x="1161027" y="66470"/>
                  </a:lnTo>
                  <a:lnTo>
                    <a:pt x="1073285" y="52188"/>
                  </a:lnTo>
                  <a:lnTo>
                    <a:pt x="982327" y="39655"/>
                  </a:lnTo>
                  <a:lnTo>
                    <a:pt x="891070" y="28889"/>
                  </a:lnTo>
                  <a:lnTo>
                    <a:pt x="803380" y="19933"/>
                  </a:lnTo>
                  <a:lnTo>
                    <a:pt x="723665" y="12814"/>
                  </a:lnTo>
                  <a:lnTo>
                    <a:pt x="656138" y="7494"/>
                  </a:lnTo>
                  <a:lnTo>
                    <a:pt x="603921" y="3837"/>
                  </a:lnTo>
                  <a:lnTo>
                    <a:pt x="568244" y="1603"/>
                  </a:lnTo>
                  <a:lnTo>
                    <a:pt x="548036" y="467"/>
                  </a:lnTo>
                  <a:lnTo>
                    <a:pt x="539962" y="5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42" name="pl642"/>
            <p:cNvSpPr/>
            <p:nvPr/>
          </p:nvSpPr>
          <p:spPr>
            <a:xfrm>
              <a:off x="546595" y="2253148"/>
              <a:ext cx="8234974" cy="1818474"/>
            </a:xfrm>
            <a:custGeom>
              <a:avLst/>
              <a:pathLst>
                <a:path w="8234974" h="1818474">
                  <a:moveTo>
                    <a:pt x="0" y="0"/>
                  </a:moveTo>
                  <a:lnTo>
                    <a:pt x="538736" y="0"/>
                  </a:lnTo>
                  <a:lnTo>
                    <a:pt x="539979" y="57"/>
                  </a:lnTo>
                  <a:lnTo>
                    <a:pt x="548098" y="470"/>
                  </a:lnTo>
                  <a:lnTo>
                    <a:pt x="568372" y="1611"/>
                  </a:lnTo>
                  <a:lnTo>
                    <a:pt x="604124" y="3850"/>
                  </a:lnTo>
                  <a:lnTo>
                    <a:pt x="656417" y="7514"/>
                  </a:lnTo>
                  <a:lnTo>
                    <a:pt x="724008" y="12843"/>
                  </a:lnTo>
                  <a:lnTo>
                    <a:pt x="803770" y="19971"/>
                  </a:lnTo>
                  <a:lnTo>
                    <a:pt x="891487" y="28934"/>
                  </a:lnTo>
                  <a:lnTo>
                    <a:pt x="982751" y="39709"/>
                  </a:lnTo>
                  <a:lnTo>
                    <a:pt x="1073700" y="52250"/>
                  </a:lnTo>
                  <a:lnTo>
                    <a:pt x="1161422" y="66540"/>
                  </a:lnTo>
                  <a:lnTo>
                    <a:pt x="1244065" y="82615"/>
                  </a:lnTo>
                  <a:lnTo>
                    <a:pt x="1320716" y="100587"/>
                  </a:lnTo>
                  <a:lnTo>
                    <a:pt x="1391202" y="120645"/>
                  </a:lnTo>
                  <a:lnTo>
                    <a:pt x="1455863" y="143059"/>
                  </a:lnTo>
                  <a:lnTo>
                    <a:pt x="1515366" y="168168"/>
                  </a:lnTo>
                  <a:lnTo>
                    <a:pt x="1570557" y="196365"/>
                  </a:lnTo>
                  <a:lnTo>
                    <a:pt x="1622354" y="228059"/>
                  </a:lnTo>
                  <a:lnTo>
                    <a:pt x="1671665" y="263621"/>
                  </a:lnTo>
                  <a:lnTo>
                    <a:pt x="1719082" y="303079"/>
                  </a:lnTo>
                  <a:lnTo>
                    <a:pt x="1760595" y="341790"/>
                  </a:lnTo>
                  <a:lnTo>
                    <a:pt x="1801705" y="383827"/>
                  </a:lnTo>
                  <a:lnTo>
                    <a:pt x="1842734" y="429252"/>
                  </a:lnTo>
                  <a:lnTo>
                    <a:pt x="1883921" y="478051"/>
                  </a:lnTo>
                  <a:lnTo>
                    <a:pt x="1925432" y="530124"/>
                  </a:lnTo>
                  <a:lnTo>
                    <a:pt x="1967366" y="585275"/>
                  </a:lnTo>
                  <a:lnTo>
                    <a:pt x="2009763" y="643215"/>
                  </a:lnTo>
                  <a:lnTo>
                    <a:pt x="2052609" y="703559"/>
                  </a:lnTo>
                  <a:lnTo>
                    <a:pt x="2095845" y="765834"/>
                  </a:lnTo>
                  <a:lnTo>
                    <a:pt x="2139374" y="829495"/>
                  </a:lnTo>
                  <a:lnTo>
                    <a:pt x="2183075" y="893940"/>
                  </a:lnTo>
                  <a:lnTo>
                    <a:pt x="2226810" y="958536"/>
                  </a:lnTo>
                  <a:lnTo>
                    <a:pt x="2270437" y="1022646"/>
                  </a:lnTo>
                  <a:lnTo>
                    <a:pt x="2313826" y="1085648"/>
                  </a:lnTo>
                  <a:lnTo>
                    <a:pt x="2356866" y="1146970"/>
                  </a:lnTo>
                  <a:lnTo>
                    <a:pt x="2399480" y="1206101"/>
                  </a:lnTo>
                  <a:lnTo>
                    <a:pt x="2441631" y="1262615"/>
                  </a:lnTo>
                  <a:lnTo>
                    <a:pt x="2483334" y="1316175"/>
                  </a:lnTo>
                  <a:lnTo>
                    <a:pt x="2524658" y="1366541"/>
                  </a:lnTo>
                  <a:lnTo>
                    <a:pt x="2565737" y="1413570"/>
                  </a:lnTo>
                  <a:lnTo>
                    <a:pt x="2606774" y="1457207"/>
                  </a:lnTo>
                  <a:lnTo>
                    <a:pt x="2648049" y="1497480"/>
                  </a:lnTo>
                  <a:lnTo>
                    <a:pt x="2667772" y="1515395"/>
                  </a:lnTo>
                  <a:lnTo>
                    <a:pt x="2715414" y="1555027"/>
                  </a:lnTo>
                  <a:lnTo>
                    <a:pt x="2764733" y="1590569"/>
                  </a:lnTo>
                  <a:lnTo>
                    <a:pt x="2816544" y="1622247"/>
                  </a:lnTo>
                  <a:lnTo>
                    <a:pt x="2871753" y="1650428"/>
                  </a:lnTo>
                  <a:lnTo>
                    <a:pt x="2931278" y="1675524"/>
                  </a:lnTo>
                  <a:lnTo>
                    <a:pt x="2995964" y="1697926"/>
                  </a:lnTo>
                  <a:lnTo>
                    <a:pt x="3066478" y="1717974"/>
                  </a:lnTo>
                  <a:lnTo>
                    <a:pt x="3143158" y="1735937"/>
                  </a:lnTo>
                  <a:lnTo>
                    <a:pt x="3225827" y="1752003"/>
                  </a:lnTo>
                  <a:lnTo>
                    <a:pt x="3313570" y="1766285"/>
                  </a:lnTo>
                  <a:lnTo>
                    <a:pt x="3404527" y="1778819"/>
                  </a:lnTo>
                  <a:lnTo>
                    <a:pt x="3495785" y="1789585"/>
                  </a:lnTo>
                  <a:lnTo>
                    <a:pt x="3583475" y="1798540"/>
                  </a:lnTo>
                  <a:lnTo>
                    <a:pt x="3663190" y="1805659"/>
                  </a:lnTo>
                  <a:lnTo>
                    <a:pt x="3730716" y="1810980"/>
                  </a:lnTo>
                  <a:lnTo>
                    <a:pt x="3782934" y="1814636"/>
                  </a:lnTo>
                  <a:lnTo>
                    <a:pt x="3818611" y="1816870"/>
                  </a:lnTo>
                  <a:lnTo>
                    <a:pt x="3838818" y="1818007"/>
                  </a:lnTo>
                  <a:lnTo>
                    <a:pt x="3846892" y="1818417"/>
                  </a:lnTo>
                  <a:lnTo>
                    <a:pt x="3848118" y="1818474"/>
                  </a:lnTo>
                  <a:lnTo>
                    <a:pt x="4386855" y="1818474"/>
                  </a:lnTo>
                  <a:lnTo>
                    <a:pt x="4388117" y="1818426"/>
                  </a:lnTo>
                  <a:lnTo>
                    <a:pt x="4396358" y="1818083"/>
                  </a:lnTo>
                  <a:lnTo>
                    <a:pt x="4416923" y="1817136"/>
                  </a:lnTo>
                  <a:lnTo>
                    <a:pt x="4453163" y="1815277"/>
                  </a:lnTo>
                  <a:lnTo>
                    <a:pt x="4506110" y="1812236"/>
                  </a:lnTo>
                  <a:lnTo>
                    <a:pt x="4574451" y="1807817"/>
                  </a:lnTo>
                  <a:lnTo>
                    <a:pt x="4654970" y="1801910"/>
                  </a:lnTo>
                  <a:lnTo>
                    <a:pt x="4743360" y="1794486"/>
                  </a:lnTo>
                  <a:lnTo>
                    <a:pt x="4835160" y="1785569"/>
                  </a:lnTo>
                  <a:lnTo>
                    <a:pt x="4926479" y="1775194"/>
                  </a:lnTo>
                  <a:lnTo>
                    <a:pt x="5014418" y="1763374"/>
                  </a:lnTo>
                  <a:lnTo>
                    <a:pt x="5097147" y="1750077"/>
                  </a:lnTo>
                  <a:lnTo>
                    <a:pt x="5173792" y="1735205"/>
                  </a:lnTo>
                  <a:lnTo>
                    <a:pt x="5244218" y="1718597"/>
                  </a:lnTo>
                  <a:lnTo>
                    <a:pt x="5308798" y="1700025"/>
                  </a:lnTo>
                  <a:lnTo>
                    <a:pt x="5368229" y="1679202"/>
                  </a:lnTo>
                  <a:lnTo>
                    <a:pt x="5423378" y="1655802"/>
                  </a:lnTo>
                  <a:lnTo>
                    <a:pt x="5475180" y="1629484"/>
                  </a:lnTo>
                  <a:lnTo>
                    <a:pt x="5524552" y="1599948"/>
                  </a:lnTo>
                  <a:lnTo>
                    <a:pt x="5567201" y="1570748"/>
                  </a:lnTo>
                  <a:lnTo>
                    <a:pt x="5611160" y="1537145"/>
                  </a:lnTo>
                  <a:lnTo>
                    <a:pt x="5654690" y="1500487"/>
                  </a:lnTo>
                  <a:lnTo>
                    <a:pt x="5698164" y="1460720"/>
                  </a:lnTo>
                  <a:lnTo>
                    <a:pt x="5741855" y="1417870"/>
                  </a:lnTo>
                  <a:lnTo>
                    <a:pt x="5785941" y="1372053"/>
                  </a:lnTo>
                  <a:lnTo>
                    <a:pt x="5830520" y="1323482"/>
                  </a:lnTo>
                  <a:lnTo>
                    <a:pt x="5875620" y="1272471"/>
                  </a:lnTo>
                  <a:lnTo>
                    <a:pt x="5921200" y="1219426"/>
                  </a:lnTo>
                  <a:lnTo>
                    <a:pt x="5967172" y="1164840"/>
                  </a:lnTo>
                  <a:lnTo>
                    <a:pt x="6013402" y="1109274"/>
                  </a:lnTo>
                  <a:lnTo>
                    <a:pt x="6059734" y="1053330"/>
                  </a:lnTo>
                  <a:lnTo>
                    <a:pt x="6106000" y="997631"/>
                  </a:lnTo>
                  <a:lnTo>
                    <a:pt x="6152040" y="942785"/>
                  </a:lnTo>
                  <a:lnTo>
                    <a:pt x="6197714" y="889365"/>
                  </a:lnTo>
                  <a:lnTo>
                    <a:pt x="6242922" y="837879"/>
                  </a:lnTo>
                  <a:lnTo>
                    <a:pt x="6287613" y="788754"/>
                  </a:lnTo>
                  <a:lnTo>
                    <a:pt x="6331800" y="742323"/>
                  </a:lnTo>
                  <a:lnTo>
                    <a:pt x="6375563" y="698822"/>
                  </a:lnTo>
                  <a:lnTo>
                    <a:pt x="6419064" y="658388"/>
                  </a:lnTo>
                  <a:lnTo>
                    <a:pt x="6462554" y="621064"/>
                  </a:lnTo>
                  <a:lnTo>
                    <a:pt x="6506383" y="586813"/>
                  </a:lnTo>
                  <a:lnTo>
                    <a:pt x="6515891" y="579842"/>
                  </a:lnTo>
                  <a:lnTo>
                    <a:pt x="6563784" y="547289"/>
                  </a:lnTo>
                  <a:lnTo>
                    <a:pt x="6613377" y="518112"/>
                  </a:lnTo>
                  <a:lnTo>
                    <a:pt x="6665496" y="492125"/>
                  </a:lnTo>
                  <a:lnTo>
                    <a:pt x="6721063" y="469020"/>
                  </a:lnTo>
                  <a:lnTo>
                    <a:pt x="6781010" y="448456"/>
                  </a:lnTo>
                  <a:lnTo>
                    <a:pt x="6846192" y="430108"/>
                  </a:lnTo>
                  <a:lnTo>
                    <a:pt x="6917279" y="413698"/>
                  </a:lnTo>
                  <a:lnTo>
                    <a:pt x="6994600" y="399003"/>
                  </a:lnTo>
                  <a:lnTo>
                    <a:pt x="7077949" y="385868"/>
                  </a:lnTo>
                  <a:lnTo>
                    <a:pt x="7166360" y="374205"/>
                  </a:lnTo>
                  <a:lnTo>
                    <a:pt x="7257890" y="363986"/>
                  </a:lnTo>
                  <a:lnTo>
                    <a:pt x="7349524" y="355229"/>
                  </a:lnTo>
                  <a:lnTo>
                    <a:pt x="7437283" y="347969"/>
                  </a:lnTo>
                  <a:lnTo>
                    <a:pt x="7516682" y="342225"/>
                  </a:lnTo>
                  <a:lnTo>
                    <a:pt x="7583487" y="337962"/>
                  </a:lnTo>
                  <a:lnTo>
                    <a:pt x="7634653" y="335060"/>
                  </a:lnTo>
                  <a:lnTo>
                    <a:pt x="7669105" y="333313"/>
                  </a:lnTo>
                  <a:lnTo>
                    <a:pt x="7688139" y="332446"/>
                  </a:lnTo>
                  <a:lnTo>
                    <a:pt x="7695336" y="332150"/>
                  </a:lnTo>
                  <a:lnTo>
                    <a:pt x="7696237" y="332116"/>
                  </a:lnTo>
                  <a:lnTo>
                    <a:pt x="8234974" y="3321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3" name="pl643"/>
            <p:cNvSpPr/>
            <p:nvPr/>
          </p:nvSpPr>
          <p:spPr>
            <a:xfrm>
              <a:off x="546595" y="2247704"/>
              <a:ext cx="8234974" cy="1818474"/>
            </a:xfrm>
            <a:custGeom>
              <a:avLst/>
              <a:pathLst>
                <a:path w="8234974" h="1818474">
                  <a:moveTo>
                    <a:pt x="8234974" y="332116"/>
                  </a:moveTo>
                  <a:lnTo>
                    <a:pt x="7696237" y="332116"/>
                  </a:lnTo>
                  <a:lnTo>
                    <a:pt x="7694975" y="332164"/>
                  </a:lnTo>
                  <a:lnTo>
                    <a:pt x="7686734" y="332507"/>
                  </a:lnTo>
                  <a:lnTo>
                    <a:pt x="7666169" y="333454"/>
                  </a:lnTo>
                  <a:lnTo>
                    <a:pt x="7629930" y="335313"/>
                  </a:lnTo>
                  <a:lnTo>
                    <a:pt x="7576983" y="338354"/>
                  </a:lnTo>
                  <a:lnTo>
                    <a:pt x="7508641" y="342773"/>
                  </a:lnTo>
                  <a:lnTo>
                    <a:pt x="7428123" y="348680"/>
                  </a:lnTo>
                  <a:lnTo>
                    <a:pt x="7339732" y="356104"/>
                  </a:lnTo>
                  <a:lnTo>
                    <a:pt x="7247933" y="365021"/>
                  </a:lnTo>
                  <a:lnTo>
                    <a:pt x="7156613" y="375396"/>
                  </a:lnTo>
                  <a:lnTo>
                    <a:pt x="7068675" y="387216"/>
                  </a:lnTo>
                  <a:lnTo>
                    <a:pt x="6985946" y="400513"/>
                  </a:lnTo>
                  <a:lnTo>
                    <a:pt x="6909300" y="415385"/>
                  </a:lnTo>
                  <a:lnTo>
                    <a:pt x="6838875" y="431993"/>
                  </a:lnTo>
                  <a:lnTo>
                    <a:pt x="6774294" y="450565"/>
                  </a:lnTo>
                  <a:lnTo>
                    <a:pt x="6714864" y="471388"/>
                  </a:lnTo>
                  <a:lnTo>
                    <a:pt x="6659715" y="494788"/>
                  </a:lnTo>
                  <a:lnTo>
                    <a:pt x="6607912" y="521106"/>
                  </a:lnTo>
                  <a:lnTo>
                    <a:pt x="6558541" y="550642"/>
                  </a:lnTo>
                  <a:lnTo>
                    <a:pt x="6515891" y="579842"/>
                  </a:lnTo>
                  <a:lnTo>
                    <a:pt x="6471932" y="613445"/>
                  </a:lnTo>
                  <a:lnTo>
                    <a:pt x="6428403" y="650103"/>
                  </a:lnTo>
                  <a:lnTo>
                    <a:pt x="6384928" y="689870"/>
                  </a:lnTo>
                  <a:lnTo>
                    <a:pt x="6341238" y="732720"/>
                  </a:lnTo>
                  <a:lnTo>
                    <a:pt x="6297152" y="778537"/>
                  </a:lnTo>
                  <a:lnTo>
                    <a:pt x="6252572" y="827108"/>
                  </a:lnTo>
                  <a:lnTo>
                    <a:pt x="6207473" y="878119"/>
                  </a:lnTo>
                  <a:lnTo>
                    <a:pt x="6161892" y="931164"/>
                  </a:lnTo>
                  <a:lnTo>
                    <a:pt x="6115921" y="985750"/>
                  </a:lnTo>
                  <a:lnTo>
                    <a:pt x="6069690" y="1041316"/>
                  </a:lnTo>
                  <a:lnTo>
                    <a:pt x="6023358" y="1097260"/>
                  </a:lnTo>
                  <a:lnTo>
                    <a:pt x="5977092" y="1152959"/>
                  </a:lnTo>
                  <a:lnTo>
                    <a:pt x="5931053" y="1207805"/>
                  </a:lnTo>
                  <a:lnTo>
                    <a:pt x="5885379" y="1261225"/>
                  </a:lnTo>
                  <a:lnTo>
                    <a:pt x="5840171" y="1312711"/>
                  </a:lnTo>
                  <a:lnTo>
                    <a:pt x="5795479" y="1361836"/>
                  </a:lnTo>
                  <a:lnTo>
                    <a:pt x="5751293" y="1408267"/>
                  </a:lnTo>
                  <a:lnTo>
                    <a:pt x="5707530" y="1451768"/>
                  </a:lnTo>
                  <a:lnTo>
                    <a:pt x="5664028" y="1492202"/>
                  </a:lnTo>
                  <a:lnTo>
                    <a:pt x="5620538" y="1529526"/>
                  </a:lnTo>
                  <a:lnTo>
                    <a:pt x="5576709" y="1563777"/>
                  </a:lnTo>
                  <a:lnTo>
                    <a:pt x="5567201" y="1570748"/>
                  </a:lnTo>
                  <a:lnTo>
                    <a:pt x="5519308" y="1603301"/>
                  </a:lnTo>
                  <a:lnTo>
                    <a:pt x="5469716" y="1632478"/>
                  </a:lnTo>
                  <a:lnTo>
                    <a:pt x="5417597" y="1658465"/>
                  </a:lnTo>
                  <a:lnTo>
                    <a:pt x="5362030" y="1681570"/>
                  </a:lnTo>
                  <a:lnTo>
                    <a:pt x="5302083" y="1702134"/>
                  </a:lnTo>
                  <a:lnTo>
                    <a:pt x="5236900" y="1720482"/>
                  </a:lnTo>
                  <a:lnTo>
                    <a:pt x="5165813" y="1736892"/>
                  </a:lnTo>
                  <a:lnTo>
                    <a:pt x="5088492" y="1751587"/>
                  </a:lnTo>
                  <a:lnTo>
                    <a:pt x="5005143" y="1764722"/>
                  </a:lnTo>
                  <a:lnTo>
                    <a:pt x="4916733" y="1776385"/>
                  </a:lnTo>
                  <a:lnTo>
                    <a:pt x="4825202" y="1786604"/>
                  </a:lnTo>
                  <a:lnTo>
                    <a:pt x="4733569" y="1795361"/>
                  </a:lnTo>
                  <a:lnTo>
                    <a:pt x="4645809" y="1802621"/>
                  </a:lnTo>
                  <a:lnTo>
                    <a:pt x="4566411" y="1808365"/>
                  </a:lnTo>
                  <a:lnTo>
                    <a:pt x="4499605" y="1812628"/>
                  </a:lnTo>
                  <a:lnTo>
                    <a:pt x="4448440" y="1815530"/>
                  </a:lnTo>
                  <a:lnTo>
                    <a:pt x="4413987" y="1817277"/>
                  </a:lnTo>
                  <a:lnTo>
                    <a:pt x="4394953" y="1818144"/>
                  </a:lnTo>
                  <a:lnTo>
                    <a:pt x="4387757" y="1818440"/>
                  </a:lnTo>
                  <a:lnTo>
                    <a:pt x="4386855" y="1818474"/>
                  </a:lnTo>
                  <a:lnTo>
                    <a:pt x="3848118" y="1818474"/>
                  </a:lnTo>
                  <a:lnTo>
                    <a:pt x="3846875" y="1818416"/>
                  </a:lnTo>
                  <a:lnTo>
                    <a:pt x="3838756" y="1818004"/>
                  </a:lnTo>
                  <a:lnTo>
                    <a:pt x="3818483" y="1816863"/>
                  </a:lnTo>
                  <a:lnTo>
                    <a:pt x="3782730" y="1814623"/>
                  </a:lnTo>
                  <a:lnTo>
                    <a:pt x="3730438" y="1810959"/>
                  </a:lnTo>
                  <a:lnTo>
                    <a:pt x="3662846" y="1805630"/>
                  </a:lnTo>
                  <a:lnTo>
                    <a:pt x="3583084" y="1798503"/>
                  </a:lnTo>
                  <a:lnTo>
                    <a:pt x="3495368" y="1789539"/>
                  </a:lnTo>
                  <a:lnTo>
                    <a:pt x="3404104" y="1778765"/>
                  </a:lnTo>
                  <a:lnTo>
                    <a:pt x="3313155" y="1766223"/>
                  </a:lnTo>
                  <a:lnTo>
                    <a:pt x="3225432" y="1751933"/>
                  </a:lnTo>
                  <a:lnTo>
                    <a:pt x="3142790" y="1735858"/>
                  </a:lnTo>
                  <a:lnTo>
                    <a:pt x="3066138" y="1717887"/>
                  </a:lnTo>
                  <a:lnTo>
                    <a:pt x="2995652" y="1697829"/>
                  </a:lnTo>
                  <a:lnTo>
                    <a:pt x="2930991" y="1675415"/>
                  </a:lnTo>
                  <a:lnTo>
                    <a:pt x="2871488" y="1650305"/>
                  </a:lnTo>
                  <a:lnTo>
                    <a:pt x="2816297" y="1622109"/>
                  </a:lnTo>
                  <a:lnTo>
                    <a:pt x="2764500" y="1590414"/>
                  </a:lnTo>
                  <a:lnTo>
                    <a:pt x="2715190" y="1554853"/>
                  </a:lnTo>
                  <a:lnTo>
                    <a:pt x="2667772" y="1515395"/>
                  </a:lnTo>
                  <a:lnTo>
                    <a:pt x="2626259" y="1476683"/>
                  </a:lnTo>
                  <a:lnTo>
                    <a:pt x="2585150" y="1434646"/>
                  </a:lnTo>
                  <a:lnTo>
                    <a:pt x="2544121" y="1389221"/>
                  </a:lnTo>
                  <a:lnTo>
                    <a:pt x="2502934" y="1340422"/>
                  </a:lnTo>
                  <a:lnTo>
                    <a:pt x="2461423" y="1288350"/>
                  </a:lnTo>
                  <a:lnTo>
                    <a:pt x="2419488" y="1233198"/>
                  </a:lnTo>
                  <a:lnTo>
                    <a:pt x="2377092" y="1175258"/>
                  </a:lnTo>
                  <a:lnTo>
                    <a:pt x="2334246" y="1114914"/>
                  </a:lnTo>
                  <a:lnTo>
                    <a:pt x="2291010" y="1052639"/>
                  </a:lnTo>
                  <a:lnTo>
                    <a:pt x="2247480" y="988979"/>
                  </a:lnTo>
                  <a:lnTo>
                    <a:pt x="2203779" y="924534"/>
                  </a:lnTo>
                  <a:lnTo>
                    <a:pt x="2160045" y="859937"/>
                  </a:lnTo>
                  <a:lnTo>
                    <a:pt x="2116418" y="795828"/>
                  </a:lnTo>
                  <a:lnTo>
                    <a:pt x="2073029" y="732825"/>
                  </a:lnTo>
                  <a:lnTo>
                    <a:pt x="2029989" y="671503"/>
                  </a:lnTo>
                  <a:lnTo>
                    <a:pt x="1987375" y="612372"/>
                  </a:lnTo>
                  <a:lnTo>
                    <a:pt x="1945223" y="555859"/>
                  </a:lnTo>
                  <a:lnTo>
                    <a:pt x="1903520" y="502299"/>
                  </a:lnTo>
                  <a:lnTo>
                    <a:pt x="1862196" y="451932"/>
                  </a:lnTo>
                  <a:lnTo>
                    <a:pt x="1821117" y="404903"/>
                  </a:lnTo>
                  <a:lnTo>
                    <a:pt x="1780081" y="361266"/>
                  </a:lnTo>
                  <a:lnTo>
                    <a:pt x="1738805" y="320993"/>
                  </a:lnTo>
                  <a:lnTo>
                    <a:pt x="1719082" y="303079"/>
                  </a:lnTo>
                  <a:lnTo>
                    <a:pt x="1671441" y="263447"/>
                  </a:lnTo>
                  <a:lnTo>
                    <a:pt x="1622121" y="227904"/>
                  </a:lnTo>
                  <a:lnTo>
                    <a:pt x="1570310" y="196227"/>
                  </a:lnTo>
                  <a:lnTo>
                    <a:pt x="1515102" y="168045"/>
                  </a:lnTo>
                  <a:lnTo>
                    <a:pt x="1455577" y="142949"/>
                  </a:lnTo>
                  <a:lnTo>
                    <a:pt x="1390890" y="120547"/>
                  </a:lnTo>
                  <a:lnTo>
                    <a:pt x="1320376" y="100499"/>
                  </a:lnTo>
                  <a:lnTo>
                    <a:pt x="1243696" y="82537"/>
                  </a:lnTo>
                  <a:lnTo>
                    <a:pt x="1161027" y="66470"/>
                  </a:lnTo>
                  <a:lnTo>
                    <a:pt x="1073285" y="52188"/>
                  </a:lnTo>
                  <a:lnTo>
                    <a:pt x="982327" y="39655"/>
                  </a:lnTo>
                  <a:lnTo>
                    <a:pt x="891070" y="28889"/>
                  </a:lnTo>
                  <a:lnTo>
                    <a:pt x="803380" y="19933"/>
                  </a:lnTo>
                  <a:lnTo>
                    <a:pt x="723665" y="12814"/>
                  </a:lnTo>
                  <a:lnTo>
                    <a:pt x="656138" y="7494"/>
                  </a:lnTo>
                  <a:lnTo>
                    <a:pt x="603921" y="3837"/>
                  </a:lnTo>
                  <a:lnTo>
                    <a:pt x="568244" y="1603"/>
                  </a:lnTo>
                  <a:lnTo>
                    <a:pt x="548036" y="467"/>
                  </a:lnTo>
                  <a:lnTo>
                    <a:pt x="539962" y="5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4" name="pg644"/>
            <p:cNvSpPr/>
            <p:nvPr/>
          </p:nvSpPr>
          <p:spPr>
            <a:xfrm>
              <a:off x="546595" y="2253148"/>
              <a:ext cx="8234974" cy="1845697"/>
            </a:xfrm>
            <a:custGeom>
              <a:avLst/>
              <a:pathLst>
                <a:path w="8234974" h="1845697">
                  <a:moveTo>
                    <a:pt x="0" y="16333"/>
                  </a:moveTo>
                  <a:lnTo>
                    <a:pt x="538736" y="16333"/>
                  </a:lnTo>
                  <a:lnTo>
                    <a:pt x="539979" y="16391"/>
                  </a:lnTo>
                  <a:lnTo>
                    <a:pt x="548093" y="16806"/>
                  </a:lnTo>
                  <a:lnTo>
                    <a:pt x="568356" y="17953"/>
                  </a:lnTo>
                  <a:lnTo>
                    <a:pt x="604091" y="20205"/>
                  </a:lnTo>
                  <a:lnTo>
                    <a:pt x="656361" y="23889"/>
                  </a:lnTo>
                  <a:lnTo>
                    <a:pt x="723925" y="29246"/>
                  </a:lnTo>
                  <a:lnTo>
                    <a:pt x="803661" y="36413"/>
                  </a:lnTo>
                  <a:lnTo>
                    <a:pt x="891353" y="45427"/>
                  </a:lnTo>
                  <a:lnTo>
                    <a:pt x="982598" y="56261"/>
                  </a:lnTo>
                  <a:lnTo>
                    <a:pt x="1073533" y="68872"/>
                  </a:lnTo>
                  <a:lnTo>
                    <a:pt x="1161248" y="83241"/>
                  </a:lnTo>
                  <a:lnTo>
                    <a:pt x="1243887" y="99406"/>
                  </a:lnTo>
                  <a:lnTo>
                    <a:pt x="1320539" y="117477"/>
                  </a:lnTo>
                  <a:lnTo>
                    <a:pt x="1391027" y="137646"/>
                  </a:lnTo>
                  <a:lnTo>
                    <a:pt x="1455691" y="160183"/>
                  </a:lnTo>
                  <a:lnTo>
                    <a:pt x="1515196" y="185430"/>
                  </a:lnTo>
                  <a:lnTo>
                    <a:pt x="1570389" y="213779"/>
                  </a:lnTo>
                  <a:lnTo>
                    <a:pt x="1622186" y="245646"/>
                  </a:lnTo>
                  <a:lnTo>
                    <a:pt x="1671494" y="281399"/>
                  </a:lnTo>
                  <a:lnTo>
                    <a:pt x="1719082" y="321227"/>
                  </a:lnTo>
                  <a:lnTo>
                    <a:pt x="1760519" y="360095"/>
                  </a:lnTo>
                  <a:lnTo>
                    <a:pt x="1801553" y="402296"/>
                  </a:lnTo>
                  <a:lnTo>
                    <a:pt x="1842505" y="447893"/>
                  </a:lnTo>
                  <a:lnTo>
                    <a:pt x="1883614" y="496871"/>
                  </a:lnTo>
                  <a:lnTo>
                    <a:pt x="1925045" y="549131"/>
                  </a:lnTo>
                  <a:lnTo>
                    <a:pt x="1966897" y="604480"/>
                  </a:lnTo>
                  <a:lnTo>
                    <a:pt x="2009210" y="662628"/>
                  </a:lnTo>
                  <a:lnTo>
                    <a:pt x="2051970" y="723190"/>
                  </a:lnTo>
                  <a:lnTo>
                    <a:pt x="2095120" y="785695"/>
                  </a:lnTo>
                  <a:lnTo>
                    <a:pt x="2138565" y="849599"/>
                  </a:lnTo>
                  <a:lnTo>
                    <a:pt x="2182183" y="914300"/>
                  </a:lnTo>
                  <a:lnTo>
                    <a:pt x="2225837" y="979167"/>
                  </a:lnTo>
                  <a:lnTo>
                    <a:pt x="2269388" y="1043559"/>
                  </a:lnTo>
                  <a:lnTo>
                    <a:pt x="2312704" y="1106857"/>
                  </a:lnTo>
                  <a:lnTo>
                    <a:pt x="2355675" y="1168484"/>
                  </a:lnTo>
                  <a:lnTo>
                    <a:pt x="2398222" y="1227929"/>
                  </a:lnTo>
                  <a:lnTo>
                    <a:pt x="2440310" y="1284761"/>
                  </a:lnTo>
                  <a:lnTo>
                    <a:pt x="2481949" y="1338642"/>
                  </a:lnTo>
                  <a:lnTo>
                    <a:pt x="2523208" y="1389329"/>
                  </a:lnTo>
                  <a:lnTo>
                    <a:pt x="2564216" y="1436675"/>
                  </a:lnTo>
                  <a:lnTo>
                    <a:pt x="2605174" y="1480621"/>
                  </a:lnTo>
                  <a:lnTo>
                    <a:pt x="2646357" y="1521194"/>
                  </a:lnTo>
                  <a:lnTo>
                    <a:pt x="2667772" y="1540803"/>
                  </a:lnTo>
                  <a:lnTo>
                    <a:pt x="2715405" y="1580665"/>
                  </a:lnTo>
                  <a:lnTo>
                    <a:pt x="2764715" y="1616415"/>
                  </a:lnTo>
                  <a:lnTo>
                    <a:pt x="2816514" y="1648278"/>
                  </a:lnTo>
                  <a:lnTo>
                    <a:pt x="2871710" y="1676625"/>
                  </a:lnTo>
                  <a:lnTo>
                    <a:pt x="2931220" y="1701869"/>
                  </a:lnTo>
                  <a:lnTo>
                    <a:pt x="2995889" y="1724404"/>
                  </a:lnTo>
                  <a:lnTo>
                    <a:pt x="3066383" y="1744570"/>
                  </a:lnTo>
                  <a:lnTo>
                    <a:pt x="3143040" y="1762640"/>
                  </a:lnTo>
                  <a:lnTo>
                    <a:pt x="3225684" y="1778803"/>
                  </a:lnTo>
                  <a:lnTo>
                    <a:pt x="3313403" y="1793170"/>
                  </a:lnTo>
                  <a:lnTo>
                    <a:pt x="3404340" y="1805780"/>
                  </a:lnTo>
                  <a:lnTo>
                    <a:pt x="3495584" y="1816612"/>
                  </a:lnTo>
                  <a:lnTo>
                    <a:pt x="3583271" y="1825624"/>
                  </a:lnTo>
                  <a:lnTo>
                    <a:pt x="3662997" y="1832789"/>
                  </a:lnTo>
                  <a:lnTo>
                    <a:pt x="3730548" y="1838145"/>
                  </a:lnTo>
                  <a:lnTo>
                    <a:pt x="3782803" y="1841827"/>
                  </a:lnTo>
                  <a:lnTo>
                    <a:pt x="3818524" y="1844078"/>
                  </a:lnTo>
                  <a:lnTo>
                    <a:pt x="3838774" y="1845224"/>
                  </a:lnTo>
                  <a:lnTo>
                    <a:pt x="3846879" y="1845639"/>
                  </a:lnTo>
                  <a:lnTo>
                    <a:pt x="3848118" y="1845697"/>
                  </a:lnTo>
                  <a:lnTo>
                    <a:pt x="4386855" y="1845697"/>
                  </a:lnTo>
                  <a:lnTo>
                    <a:pt x="4388140" y="1845665"/>
                  </a:lnTo>
                  <a:lnTo>
                    <a:pt x="4396527" y="1845437"/>
                  </a:lnTo>
                  <a:lnTo>
                    <a:pt x="4417444" y="1844808"/>
                  </a:lnTo>
                  <a:lnTo>
                    <a:pt x="4454267" y="1843573"/>
                  </a:lnTo>
                  <a:lnTo>
                    <a:pt x="4507996" y="1841555"/>
                  </a:lnTo>
                  <a:lnTo>
                    <a:pt x="4577234" y="1838623"/>
                  </a:lnTo>
                  <a:lnTo>
                    <a:pt x="4658650" y="1834708"/>
                  </a:lnTo>
                  <a:lnTo>
                    <a:pt x="4747837" y="1829793"/>
                  </a:lnTo>
                  <a:lnTo>
                    <a:pt x="4840264" y="1823892"/>
                  </a:lnTo>
                  <a:lnTo>
                    <a:pt x="4932015" y="1817030"/>
                  </a:lnTo>
                  <a:lnTo>
                    <a:pt x="5020200" y="1809215"/>
                  </a:lnTo>
                  <a:lnTo>
                    <a:pt x="5103023" y="1800420"/>
                  </a:lnTo>
                  <a:lnTo>
                    <a:pt x="5179656" y="1790581"/>
                  </a:lnTo>
                  <a:lnTo>
                    <a:pt x="5250007" y="1779584"/>
                  </a:lnTo>
                  <a:lnTo>
                    <a:pt x="5314491" y="1767277"/>
                  </a:lnTo>
                  <a:lnTo>
                    <a:pt x="5373837" y="1753465"/>
                  </a:lnTo>
                  <a:lnTo>
                    <a:pt x="5428940" y="1737929"/>
                  </a:lnTo>
                  <a:lnTo>
                    <a:pt x="5480756" y="1720444"/>
                  </a:lnTo>
                  <a:lnTo>
                    <a:pt x="5530208" y="1700818"/>
                  </a:lnTo>
                  <a:lnTo>
                    <a:pt x="5567201" y="1684175"/>
                  </a:lnTo>
                  <a:lnTo>
                    <a:pt x="5615231" y="1660122"/>
                  </a:lnTo>
                  <a:lnTo>
                    <a:pt x="5662792" y="1633683"/>
                  </a:lnTo>
                  <a:lnTo>
                    <a:pt x="5710355" y="1604821"/>
                  </a:lnTo>
                  <a:lnTo>
                    <a:pt x="5758244" y="1573575"/>
                  </a:lnTo>
                  <a:lnTo>
                    <a:pt x="5806660" y="1540072"/>
                  </a:lnTo>
                  <a:lnTo>
                    <a:pt x="5855689" y="1504527"/>
                  </a:lnTo>
                  <a:lnTo>
                    <a:pt x="5905320" y="1467251"/>
                  </a:lnTo>
                  <a:lnTo>
                    <a:pt x="5955462" y="1428636"/>
                  </a:lnTo>
                  <a:lnTo>
                    <a:pt x="6005957" y="1389141"/>
                  </a:lnTo>
                  <a:lnTo>
                    <a:pt x="6056604" y="1349276"/>
                  </a:lnTo>
                  <a:lnTo>
                    <a:pt x="6107186" y="1309568"/>
                  </a:lnTo>
                  <a:lnTo>
                    <a:pt x="6157493" y="1270537"/>
                  </a:lnTo>
                  <a:lnTo>
                    <a:pt x="6207347" y="1232666"/>
                  </a:lnTo>
                  <a:lnTo>
                    <a:pt x="6256626" y="1196377"/>
                  </a:lnTo>
                  <a:lnTo>
                    <a:pt x="6305286" y="1162015"/>
                  </a:lnTo>
                  <a:lnTo>
                    <a:pt x="6353371" y="1129833"/>
                  </a:lnTo>
                  <a:lnTo>
                    <a:pt x="6401035" y="1099995"/>
                  </a:lnTo>
                  <a:lnTo>
                    <a:pt x="6448549" y="1072574"/>
                  </a:lnTo>
                  <a:lnTo>
                    <a:pt x="6496322" y="1047562"/>
                  </a:lnTo>
                  <a:lnTo>
                    <a:pt x="6515891" y="1038091"/>
                  </a:lnTo>
                  <a:lnTo>
                    <a:pt x="6564083" y="1016742"/>
                  </a:lnTo>
                  <a:lnTo>
                    <a:pt x="6614001" y="997621"/>
                  </a:lnTo>
                  <a:lnTo>
                    <a:pt x="6666488" y="980603"/>
                  </a:lnTo>
                  <a:lnTo>
                    <a:pt x="6722483" y="965484"/>
                  </a:lnTo>
                  <a:lnTo>
                    <a:pt x="6782934" y="952036"/>
                  </a:lnTo>
                  <a:lnTo>
                    <a:pt x="6848710" y="940045"/>
                  </a:lnTo>
                  <a:lnTo>
                    <a:pt x="6920483" y="929327"/>
                  </a:lnTo>
                  <a:lnTo>
                    <a:pt x="6998569" y="919736"/>
                  </a:lnTo>
                  <a:lnTo>
                    <a:pt x="7082729" y="911171"/>
                  </a:lnTo>
                  <a:lnTo>
                    <a:pt x="7171931" y="903575"/>
                  </a:lnTo>
                  <a:lnTo>
                    <a:pt x="7264133" y="896932"/>
                  </a:lnTo>
                  <a:lnTo>
                    <a:pt x="7356194" y="891256"/>
                  </a:lnTo>
                  <a:lnTo>
                    <a:pt x="7444006" y="886569"/>
                  </a:lnTo>
                  <a:lnTo>
                    <a:pt x="7522991" y="882884"/>
                  </a:lnTo>
                  <a:lnTo>
                    <a:pt x="7588901" y="880171"/>
                  </a:lnTo>
                  <a:lnTo>
                    <a:pt x="7638786" y="878346"/>
                  </a:lnTo>
                  <a:lnTo>
                    <a:pt x="7671776" y="877267"/>
                  </a:lnTo>
                  <a:lnTo>
                    <a:pt x="7689435" y="876749"/>
                  </a:lnTo>
                  <a:lnTo>
                    <a:pt x="7695642" y="876584"/>
                  </a:lnTo>
                  <a:lnTo>
                    <a:pt x="7696237" y="876570"/>
                  </a:lnTo>
                  <a:lnTo>
                    <a:pt x="8234974" y="876570"/>
                  </a:lnTo>
                  <a:lnTo>
                    <a:pt x="8234974" y="860236"/>
                  </a:lnTo>
                  <a:lnTo>
                    <a:pt x="7696237" y="860236"/>
                  </a:lnTo>
                  <a:lnTo>
                    <a:pt x="7694952" y="860268"/>
                  </a:lnTo>
                  <a:lnTo>
                    <a:pt x="7686565" y="860495"/>
                  </a:lnTo>
                  <a:lnTo>
                    <a:pt x="7665649" y="861125"/>
                  </a:lnTo>
                  <a:lnTo>
                    <a:pt x="7628826" y="862360"/>
                  </a:lnTo>
                  <a:lnTo>
                    <a:pt x="7575096" y="864378"/>
                  </a:lnTo>
                  <a:lnTo>
                    <a:pt x="7505859" y="867309"/>
                  </a:lnTo>
                  <a:lnTo>
                    <a:pt x="7424443" y="871224"/>
                  </a:lnTo>
                  <a:lnTo>
                    <a:pt x="7335255" y="876140"/>
                  </a:lnTo>
                  <a:lnTo>
                    <a:pt x="7242828" y="882040"/>
                  </a:lnTo>
                  <a:lnTo>
                    <a:pt x="7151077" y="888902"/>
                  </a:lnTo>
                  <a:lnTo>
                    <a:pt x="7062893" y="896718"/>
                  </a:lnTo>
                  <a:lnTo>
                    <a:pt x="6980069" y="905512"/>
                  </a:lnTo>
                  <a:lnTo>
                    <a:pt x="6903436" y="915352"/>
                  </a:lnTo>
                  <a:lnTo>
                    <a:pt x="6833086" y="926348"/>
                  </a:lnTo>
                  <a:lnTo>
                    <a:pt x="6768602" y="938656"/>
                  </a:lnTo>
                  <a:lnTo>
                    <a:pt x="6709256" y="952468"/>
                  </a:lnTo>
                  <a:lnTo>
                    <a:pt x="6654152" y="968004"/>
                  </a:lnTo>
                  <a:lnTo>
                    <a:pt x="6602337" y="985488"/>
                  </a:lnTo>
                  <a:lnTo>
                    <a:pt x="6552885" y="1005115"/>
                  </a:lnTo>
                  <a:lnTo>
                    <a:pt x="6515891" y="1021757"/>
                  </a:lnTo>
                  <a:lnTo>
                    <a:pt x="6467862" y="1045810"/>
                  </a:lnTo>
                  <a:lnTo>
                    <a:pt x="6420301" y="1072249"/>
                  </a:lnTo>
                  <a:lnTo>
                    <a:pt x="6372738" y="1101111"/>
                  </a:lnTo>
                  <a:lnTo>
                    <a:pt x="6324848" y="1132357"/>
                  </a:lnTo>
                  <a:lnTo>
                    <a:pt x="6276433" y="1165861"/>
                  </a:lnTo>
                  <a:lnTo>
                    <a:pt x="6227404" y="1201405"/>
                  </a:lnTo>
                  <a:lnTo>
                    <a:pt x="6177772" y="1238681"/>
                  </a:lnTo>
                  <a:lnTo>
                    <a:pt x="6127630" y="1277297"/>
                  </a:lnTo>
                  <a:lnTo>
                    <a:pt x="6077136" y="1316791"/>
                  </a:lnTo>
                  <a:lnTo>
                    <a:pt x="6026488" y="1356657"/>
                  </a:lnTo>
                  <a:lnTo>
                    <a:pt x="5975906" y="1396365"/>
                  </a:lnTo>
                  <a:lnTo>
                    <a:pt x="5925600" y="1435396"/>
                  </a:lnTo>
                  <a:lnTo>
                    <a:pt x="5875746" y="1473266"/>
                  </a:lnTo>
                  <a:lnTo>
                    <a:pt x="5826466" y="1509555"/>
                  </a:lnTo>
                  <a:lnTo>
                    <a:pt x="5777807" y="1543918"/>
                  </a:lnTo>
                  <a:lnTo>
                    <a:pt x="5729721" y="1576099"/>
                  </a:lnTo>
                  <a:lnTo>
                    <a:pt x="5682057" y="1605938"/>
                  </a:lnTo>
                  <a:lnTo>
                    <a:pt x="5634543" y="1633359"/>
                  </a:lnTo>
                  <a:lnTo>
                    <a:pt x="5586771" y="1658370"/>
                  </a:lnTo>
                  <a:lnTo>
                    <a:pt x="5567201" y="1667842"/>
                  </a:lnTo>
                  <a:lnTo>
                    <a:pt x="5519009" y="1689191"/>
                  </a:lnTo>
                  <a:lnTo>
                    <a:pt x="5469091" y="1708312"/>
                  </a:lnTo>
                  <a:lnTo>
                    <a:pt x="5416604" y="1725329"/>
                  </a:lnTo>
                  <a:lnTo>
                    <a:pt x="5360610" y="1740449"/>
                  </a:lnTo>
                  <a:lnTo>
                    <a:pt x="5300158" y="1753897"/>
                  </a:lnTo>
                  <a:lnTo>
                    <a:pt x="5234382" y="1765887"/>
                  </a:lnTo>
                  <a:lnTo>
                    <a:pt x="5162610" y="1776606"/>
                  </a:lnTo>
                  <a:lnTo>
                    <a:pt x="5084524" y="1786197"/>
                  </a:lnTo>
                  <a:lnTo>
                    <a:pt x="5000363" y="1794762"/>
                  </a:lnTo>
                  <a:lnTo>
                    <a:pt x="4911162" y="1802358"/>
                  </a:lnTo>
                  <a:lnTo>
                    <a:pt x="4818959" y="1809000"/>
                  </a:lnTo>
                  <a:lnTo>
                    <a:pt x="4726899" y="1814677"/>
                  </a:lnTo>
                  <a:lnTo>
                    <a:pt x="4639086" y="1819363"/>
                  </a:lnTo>
                  <a:lnTo>
                    <a:pt x="4560102" y="1823049"/>
                  </a:lnTo>
                  <a:lnTo>
                    <a:pt x="4494191" y="1825762"/>
                  </a:lnTo>
                  <a:lnTo>
                    <a:pt x="4444306" y="1827587"/>
                  </a:lnTo>
                  <a:lnTo>
                    <a:pt x="4411316" y="1828665"/>
                  </a:lnTo>
                  <a:lnTo>
                    <a:pt x="4393658" y="1829184"/>
                  </a:lnTo>
                  <a:lnTo>
                    <a:pt x="4387451" y="1829348"/>
                  </a:lnTo>
                  <a:lnTo>
                    <a:pt x="4386855" y="1829363"/>
                  </a:lnTo>
                  <a:lnTo>
                    <a:pt x="3848118" y="1829363"/>
                  </a:lnTo>
                  <a:lnTo>
                    <a:pt x="3846876" y="1829305"/>
                  </a:lnTo>
                  <a:lnTo>
                    <a:pt x="3838761" y="1828890"/>
                  </a:lnTo>
                  <a:lnTo>
                    <a:pt x="3818498" y="1827743"/>
                  </a:lnTo>
                  <a:lnTo>
                    <a:pt x="3782763" y="1825491"/>
                  </a:lnTo>
                  <a:lnTo>
                    <a:pt x="3730494" y="1821807"/>
                  </a:lnTo>
                  <a:lnTo>
                    <a:pt x="3662929" y="1816450"/>
                  </a:lnTo>
                  <a:lnTo>
                    <a:pt x="3583194" y="1809283"/>
                  </a:lnTo>
                  <a:lnTo>
                    <a:pt x="3495502" y="1800270"/>
                  </a:lnTo>
                  <a:lnTo>
                    <a:pt x="3404257" y="1789436"/>
                  </a:lnTo>
                  <a:lnTo>
                    <a:pt x="3313322" y="1776824"/>
                  </a:lnTo>
                  <a:lnTo>
                    <a:pt x="3225607" y="1762455"/>
                  </a:lnTo>
                  <a:lnTo>
                    <a:pt x="3142967" y="1746290"/>
                  </a:lnTo>
                  <a:lnTo>
                    <a:pt x="3066316" y="1728219"/>
                  </a:lnTo>
                  <a:lnTo>
                    <a:pt x="2995828" y="1708051"/>
                  </a:lnTo>
                  <a:lnTo>
                    <a:pt x="2931164" y="1685513"/>
                  </a:lnTo>
                  <a:lnTo>
                    <a:pt x="2871658" y="1660267"/>
                  </a:lnTo>
                  <a:lnTo>
                    <a:pt x="2816466" y="1631917"/>
                  </a:lnTo>
                  <a:lnTo>
                    <a:pt x="2764669" y="1600050"/>
                  </a:lnTo>
                  <a:lnTo>
                    <a:pt x="2715361" y="1564297"/>
                  </a:lnTo>
                  <a:lnTo>
                    <a:pt x="2667772" y="1524469"/>
                  </a:lnTo>
                  <a:lnTo>
                    <a:pt x="2626336" y="1485601"/>
                  </a:lnTo>
                  <a:lnTo>
                    <a:pt x="2585302" y="1443400"/>
                  </a:lnTo>
                  <a:lnTo>
                    <a:pt x="2544349" y="1397804"/>
                  </a:lnTo>
                  <a:lnTo>
                    <a:pt x="2503240" y="1348825"/>
                  </a:lnTo>
                  <a:lnTo>
                    <a:pt x="2461809" y="1296565"/>
                  </a:lnTo>
                  <a:lnTo>
                    <a:pt x="2419957" y="1241216"/>
                  </a:lnTo>
                  <a:lnTo>
                    <a:pt x="2377645" y="1183069"/>
                  </a:lnTo>
                  <a:lnTo>
                    <a:pt x="2334884" y="1122506"/>
                  </a:lnTo>
                  <a:lnTo>
                    <a:pt x="2291734" y="1060001"/>
                  </a:lnTo>
                  <a:lnTo>
                    <a:pt x="2248289" y="996097"/>
                  </a:lnTo>
                  <a:lnTo>
                    <a:pt x="2204671" y="931396"/>
                  </a:lnTo>
                  <a:lnTo>
                    <a:pt x="2161017" y="866529"/>
                  </a:lnTo>
                  <a:lnTo>
                    <a:pt x="2117467" y="802137"/>
                  </a:lnTo>
                  <a:lnTo>
                    <a:pt x="2074151" y="738839"/>
                  </a:lnTo>
                  <a:lnTo>
                    <a:pt x="2031180" y="677212"/>
                  </a:lnTo>
                  <a:lnTo>
                    <a:pt x="1988632" y="617767"/>
                  </a:lnTo>
                  <a:lnTo>
                    <a:pt x="1946545" y="560935"/>
                  </a:lnTo>
                  <a:lnTo>
                    <a:pt x="1904905" y="507054"/>
                  </a:lnTo>
                  <a:lnTo>
                    <a:pt x="1863647" y="456367"/>
                  </a:lnTo>
                  <a:lnTo>
                    <a:pt x="1822638" y="409021"/>
                  </a:lnTo>
                  <a:lnTo>
                    <a:pt x="1781681" y="365075"/>
                  </a:lnTo>
                  <a:lnTo>
                    <a:pt x="1740498" y="324502"/>
                  </a:lnTo>
                  <a:lnTo>
                    <a:pt x="1719082" y="304893"/>
                  </a:lnTo>
                  <a:lnTo>
                    <a:pt x="1671450" y="265031"/>
                  </a:lnTo>
                  <a:lnTo>
                    <a:pt x="1622140" y="229281"/>
                  </a:lnTo>
                  <a:lnTo>
                    <a:pt x="1570340" y="197419"/>
                  </a:lnTo>
                  <a:lnTo>
                    <a:pt x="1515144" y="169072"/>
                  </a:lnTo>
                  <a:lnTo>
                    <a:pt x="1455634" y="143827"/>
                  </a:lnTo>
                  <a:lnTo>
                    <a:pt x="1390965" y="121293"/>
                  </a:lnTo>
                  <a:lnTo>
                    <a:pt x="1320472" y="101126"/>
                  </a:lnTo>
                  <a:lnTo>
                    <a:pt x="1243815" y="83056"/>
                  </a:lnTo>
                  <a:lnTo>
                    <a:pt x="1161170" y="66893"/>
                  </a:lnTo>
                  <a:lnTo>
                    <a:pt x="1073451" y="52526"/>
                  </a:lnTo>
                  <a:lnTo>
                    <a:pt x="982514" y="39916"/>
                  </a:lnTo>
                  <a:lnTo>
                    <a:pt x="891271" y="29084"/>
                  </a:lnTo>
                  <a:lnTo>
                    <a:pt x="803584" y="20072"/>
                  </a:lnTo>
                  <a:lnTo>
                    <a:pt x="723858" y="12907"/>
                  </a:lnTo>
                  <a:lnTo>
                    <a:pt x="656306" y="7551"/>
                  </a:lnTo>
                  <a:lnTo>
                    <a:pt x="604051" y="3869"/>
                  </a:lnTo>
                  <a:lnTo>
                    <a:pt x="568331" y="1618"/>
                  </a:lnTo>
                  <a:lnTo>
                    <a:pt x="548081" y="472"/>
                  </a:lnTo>
                  <a:lnTo>
                    <a:pt x="539975" y="5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5"/>
            <p:cNvSpPr/>
            <p:nvPr/>
          </p:nvSpPr>
          <p:spPr>
            <a:xfrm>
              <a:off x="546595" y="2269482"/>
              <a:ext cx="8234974" cy="1829363"/>
            </a:xfrm>
            <a:custGeom>
              <a:avLst/>
              <a:pathLst>
                <a:path w="8234974" h="1829363">
                  <a:moveTo>
                    <a:pt x="0" y="0"/>
                  </a:moveTo>
                  <a:lnTo>
                    <a:pt x="538736" y="0"/>
                  </a:lnTo>
                  <a:lnTo>
                    <a:pt x="539979" y="58"/>
                  </a:lnTo>
                  <a:lnTo>
                    <a:pt x="548093" y="472"/>
                  </a:lnTo>
                  <a:lnTo>
                    <a:pt x="568356" y="1620"/>
                  </a:lnTo>
                  <a:lnTo>
                    <a:pt x="604091" y="3871"/>
                  </a:lnTo>
                  <a:lnTo>
                    <a:pt x="656361" y="7555"/>
                  </a:lnTo>
                  <a:lnTo>
                    <a:pt x="723925" y="12913"/>
                  </a:lnTo>
                  <a:lnTo>
                    <a:pt x="803661" y="20080"/>
                  </a:lnTo>
                  <a:lnTo>
                    <a:pt x="891353" y="29093"/>
                  </a:lnTo>
                  <a:lnTo>
                    <a:pt x="982598" y="39927"/>
                  </a:lnTo>
                  <a:lnTo>
                    <a:pt x="1073533" y="52538"/>
                  </a:lnTo>
                  <a:lnTo>
                    <a:pt x="1161248" y="66907"/>
                  </a:lnTo>
                  <a:lnTo>
                    <a:pt x="1243887" y="83072"/>
                  </a:lnTo>
                  <a:lnTo>
                    <a:pt x="1320539" y="101143"/>
                  </a:lnTo>
                  <a:lnTo>
                    <a:pt x="1391027" y="121312"/>
                  </a:lnTo>
                  <a:lnTo>
                    <a:pt x="1455691" y="143849"/>
                  </a:lnTo>
                  <a:lnTo>
                    <a:pt x="1515196" y="169096"/>
                  </a:lnTo>
                  <a:lnTo>
                    <a:pt x="1570389" y="197446"/>
                  </a:lnTo>
                  <a:lnTo>
                    <a:pt x="1622186" y="229312"/>
                  </a:lnTo>
                  <a:lnTo>
                    <a:pt x="1671494" y="265066"/>
                  </a:lnTo>
                  <a:lnTo>
                    <a:pt x="1719082" y="304893"/>
                  </a:lnTo>
                  <a:lnTo>
                    <a:pt x="1760519" y="343762"/>
                  </a:lnTo>
                  <a:lnTo>
                    <a:pt x="1801553" y="385962"/>
                  </a:lnTo>
                  <a:lnTo>
                    <a:pt x="1842505" y="431559"/>
                  </a:lnTo>
                  <a:lnTo>
                    <a:pt x="1883614" y="480537"/>
                  </a:lnTo>
                  <a:lnTo>
                    <a:pt x="1925045" y="532798"/>
                  </a:lnTo>
                  <a:lnTo>
                    <a:pt x="1966897" y="588146"/>
                  </a:lnTo>
                  <a:lnTo>
                    <a:pt x="2009210" y="646294"/>
                  </a:lnTo>
                  <a:lnTo>
                    <a:pt x="2051970" y="706856"/>
                  </a:lnTo>
                  <a:lnTo>
                    <a:pt x="2095120" y="769362"/>
                  </a:lnTo>
                  <a:lnTo>
                    <a:pt x="2138565" y="833265"/>
                  </a:lnTo>
                  <a:lnTo>
                    <a:pt x="2182183" y="897967"/>
                  </a:lnTo>
                  <a:lnTo>
                    <a:pt x="2225837" y="962833"/>
                  </a:lnTo>
                  <a:lnTo>
                    <a:pt x="2269388" y="1027226"/>
                  </a:lnTo>
                  <a:lnTo>
                    <a:pt x="2312704" y="1090523"/>
                  </a:lnTo>
                  <a:lnTo>
                    <a:pt x="2355675" y="1152150"/>
                  </a:lnTo>
                  <a:lnTo>
                    <a:pt x="2398222" y="1211595"/>
                  </a:lnTo>
                  <a:lnTo>
                    <a:pt x="2440310" y="1268428"/>
                  </a:lnTo>
                  <a:lnTo>
                    <a:pt x="2481949" y="1322309"/>
                  </a:lnTo>
                  <a:lnTo>
                    <a:pt x="2523208" y="1372996"/>
                  </a:lnTo>
                  <a:lnTo>
                    <a:pt x="2564216" y="1420341"/>
                  </a:lnTo>
                  <a:lnTo>
                    <a:pt x="2605174" y="1464288"/>
                  </a:lnTo>
                  <a:lnTo>
                    <a:pt x="2646357" y="1504860"/>
                  </a:lnTo>
                  <a:lnTo>
                    <a:pt x="2667772" y="1524469"/>
                  </a:lnTo>
                  <a:lnTo>
                    <a:pt x="2715405" y="1564331"/>
                  </a:lnTo>
                  <a:lnTo>
                    <a:pt x="2764715" y="1600081"/>
                  </a:lnTo>
                  <a:lnTo>
                    <a:pt x="2816514" y="1631944"/>
                  </a:lnTo>
                  <a:lnTo>
                    <a:pt x="2871710" y="1660291"/>
                  </a:lnTo>
                  <a:lnTo>
                    <a:pt x="2931220" y="1685535"/>
                  </a:lnTo>
                  <a:lnTo>
                    <a:pt x="2995889" y="1708070"/>
                  </a:lnTo>
                  <a:lnTo>
                    <a:pt x="3066383" y="1728237"/>
                  </a:lnTo>
                  <a:lnTo>
                    <a:pt x="3143040" y="1746306"/>
                  </a:lnTo>
                  <a:lnTo>
                    <a:pt x="3225684" y="1762469"/>
                  </a:lnTo>
                  <a:lnTo>
                    <a:pt x="3313403" y="1776837"/>
                  </a:lnTo>
                  <a:lnTo>
                    <a:pt x="3404340" y="1789446"/>
                  </a:lnTo>
                  <a:lnTo>
                    <a:pt x="3495584" y="1800279"/>
                  </a:lnTo>
                  <a:lnTo>
                    <a:pt x="3583271" y="1809290"/>
                  </a:lnTo>
                  <a:lnTo>
                    <a:pt x="3662997" y="1816455"/>
                  </a:lnTo>
                  <a:lnTo>
                    <a:pt x="3730548" y="1821811"/>
                  </a:lnTo>
                  <a:lnTo>
                    <a:pt x="3782803" y="1825494"/>
                  </a:lnTo>
                  <a:lnTo>
                    <a:pt x="3818524" y="1827744"/>
                  </a:lnTo>
                  <a:lnTo>
                    <a:pt x="3838774" y="1828891"/>
                  </a:lnTo>
                  <a:lnTo>
                    <a:pt x="3846879" y="1829305"/>
                  </a:lnTo>
                  <a:lnTo>
                    <a:pt x="3848118" y="1829363"/>
                  </a:lnTo>
                  <a:lnTo>
                    <a:pt x="4386855" y="1829363"/>
                  </a:lnTo>
                  <a:lnTo>
                    <a:pt x="4388140" y="1829331"/>
                  </a:lnTo>
                  <a:lnTo>
                    <a:pt x="4396527" y="1829104"/>
                  </a:lnTo>
                  <a:lnTo>
                    <a:pt x="4417444" y="1828474"/>
                  </a:lnTo>
                  <a:lnTo>
                    <a:pt x="4454267" y="1827239"/>
                  </a:lnTo>
                  <a:lnTo>
                    <a:pt x="4507996" y="1825221"/>
                  </a:lnTo>
                  <a:lnTo>
                    <a:pt x="4577234" y="1822290"/>
                  </a:lnTo>
                  <a:lnTo>
                    <a:pt x="4658650" y="1818375"/>
                  </a:lnTo>
                  <a:lnTo>
                    <a:pt x="4747837" y="1813459"/>
                  </a:lnTo>
                  <a:lnTo>
                    <a:pt x="4840264" y="1807558"/>
                  </a:lnTo>
                  <a:lnTo>
                    <a:pt x="4932015" y="1800697"/>
                  </a:lnTo>
                  <a:lnTo>
                    <a:pt x="5020200" y="1792881"/>
                  </a:lnTo>
                  <a:lnTo>
                    <a:pt x="5103023" y="1784087"/>
                  </a:lnTo>
                  <a:lnTo>
                    <a:pt x="5179656" y="1774247"/>
                  </a:lnTo>
                  <a:lnTo>
                    <a:pt x="5250007" y="1763251"/>
                  </a:lnTo>
                  <a:lnTo>
                    <a:pt x="5314491" y="1750943"/>
                  </a:lnTo>
                  <a:lnTo>
                    <a:pt x="5373837" y="1737131"/>
                  </a:lnTo>
                  <a:lnTo>
                    <a:pt x="5428940" y="1721595"/>
                  </a:lnTo>
                  <a:lnTo>
                    <a:pt x="5480756" y="1704111"/>
                  </a:lnTo>
                  <a:lnTo>
                    <a:pt x="5530208" y="1684484"/>
                  </a:lnTo>
                  <a:lnTo>
                    <a:pt x="5567201" y="1667842"/>
                  </a:lnTo>
                  <a:lnTo>
                    <a:pt x="5615231" y="1643789"/>
                  </a:lnTo>
                  <a:lnTo>
                    <a:pt x="5662792" y="1617350"/>
                  </a:lnTo>
                  <a:lnTo>
                    <a:pt x="5710355" y="1588488"/>
                  </a:lnTo>
                  <a:lnTo>
                    <a:pt x="5758244" y="1557242"/>
                  </a:lnTo>
                  <a:lnTo>
                    <a:pt x="5806660" y="1523738"/>
                  </a:lnTo>
                  <a:lnTo>
                    <a:pt x="5855689" y="1488194"/>
                  </a:lnTo>
                  <a:lnTo>
                    <a:pt x="5905320" y="1450918"/>
                  </a:lnTo>
                  <a:lnTo>
                    <a:pt x="5955462" y="1412302"/>
                  </a:lnTo>
                  <a:lnTo>
                    <a:pt x="6005957" y="1372807"/>
                  </a:lnTo>
                  <a:lnTo>
                    <a:pt x="6056604" y="1332942"/>
                  </a:lnTo>
                  <a:lnTo>
                    <a:pt x="6107186" y="1293234"/>
                  </a:lnTo>
                  <a:lnTo>
                    <a:pt x="6157493" y="1254203"/>
                  </a:lnTo>
                  <a:lnTo>
                    <a:pt x="6207347" y="1216332"/>
                  </a:lnTo>
                  <a:lnTo>
                    <a:pt x="6256626" y="1180044"/>
                  </a:lnTo>
                  <a:lnTo>
                    <a:pt x="6305286" y="1145681"/>
                  </a:lnTo>
                  <a:lnTo>
                    <a:pt x="6353371" y="1113500"/>
                  </a:lnTo>
                  <a:lnTo>
                    <a:pt x="6401035" y="1083661"/>
                  </a:lnTo>
                  <a:lnTo>
                    <a:pt x="6448549" y="1056240"/>
                  </a:lnTo>
                  <a:lnTo>
                    <a:pt x="6496322" y="1031228"/>
                  </a:lnTo>
                  <a:lnTo>
                    <a:pt x="6515891" y="1021757"/>
                  </a:lnTo>
                  <a:lnTo>
                    <a:pt x="6564083" y="1000408"/>
                  </a:lnTo>
                  <a:lnTo>
                    <a:pt x="6614001" y="981287"/>
                  </a:lnTo>
                  <a:lnTo>
                    <a:pt x="6666488" y="964269"/>
                  </a:lnTo>
                  <a:lnTo>
                    <a:pt x="6722483" y="949150"/>
                  </a:lnTo>
                  <a:lnTo>
                    <a:pt x="6782934" y="935702"/>
                  </a:lnTo>
                  <a:lnTo>
                    <a:pt x="6848710" y="923712"/>
                  </a:lnTo>
                  <a:lnTo>
                    <a:pt x="6920483" y="912993"/>
                  </a:lnTo>
                  <a:lnTo>
                    <a:pt x="6998569" y="903402"/>
                  </a:lnTo>
                  <a:lnTo>
                    <a:pt x="7082729" y="894837"/>
                  </a:lnTo>
                  <a:lnTo>
                    <a:pt x="7171931" y="887241"/>
                  </a:lnTo>
                  <a:lnTo>
                    <a:pt x="7264133" y="880599"/>
                  </a:lnTo>
                  <a:lnTo>
                    <a:pt x="7356194" y="874922"/>
                  </a:lnTo>
                  <a:lnTo>
                    <a:pt x="7444006" y="870236"/>
                  </a:lnTo>
                  <a:lnTo>
                    <a:pt x="7522991" y="866550"/>
                  </a:lnTo>
                  <a:lnTo>
                    <a:pt x="7588901" y="863837"/>
                  </a:lnTo>
                  <a:lnTo>
                    <a:pt x="7638786" y="862012"/>
                  </a:lnTo>
                  <a:lnTo>
                    <a:pt x="7671776" y="860934"/>
                  </a:lnTo>
                  <a:lnTo>
                    <a:pt x="7689435" y="860415"/>
                  </a:lnTo>
                  <a:lnTo>
                    <a:pt x="7695642" y="860250"/>
                  </a:lnTo>
                  <a:lnTo>
                    <a:pt x="7696237" y="860236"/>
                  </a:lnTo>
                  <a:lnTo>
                    <a:pt x="8234974" y="8602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6" name="pl646"/>
            <p:cNvSpPr/>
            <p:nvPr/>
          </p:nvSpPr>
          <p:spPr>
            <a:xfrm>
              <a:off x="546595" y="2253148"/>
              <a:ext cx="8234974" cy="1829363"/>
            </a:xfrm>
            <a:custGeom>
              <a:avLst/>
              <a:pathLst>
                <a:path w="8234974" h="1829363">
                  <a:moveTo>
                    <a:pt x="8234974" y="860236"/>
                  </a:moveTo>
                  <a:lnTo>
                    <a:pt x="7696237" y="860236"/>
                  </a:lnTo>
                  <a:lnTo>
                    <a:pt x="7694952" y="860268"/>
                  </a:lnTo>
                  <a:lnTo>
                    <a:pt x="7686565" y="860495"/>
                  </a:lnTo>
                  <a:lnTo>
                    <a:pt x="7665649" y="861125"/>
                  </a:lnTo>
                  <a:lnTo>
                    <a:pt x="7628826" y="862360"/>
                  </a:lnTo>
                  <a:lnTo>
                    <a:pt x="7575096" y="864378"/>
                  </a:lnTo>
                  <a:lnTo>
                    <a:pt x="7505859" y="867309"/>
                  </a:lnTo>
                  <a:lnTo>
                    <a:pt x="7424443" y="871224"/>
                  </a:lnTo>
                  <a:lnTo>
                    <a:pt x="7335255" y="876140"/>
                  </a:lnTo>
                  <a:lnTo>
                    <a:pt x="7242828" y="882040"/>
                  </a:lnTo>
                  <a:lnTo>
                    <a:pt x="7151077" y="888902"/>
                  </a:lnTo>
                  <a:lnTo>
                    <a:pt x="7062893" y="896718"/>
                  </a:lnTo>
                  <a:lnTo>
                    <a:pt x="6980069" y="905512"/>
                  </a:lnTo>
                  <a:lnTo>
                    <a:pt x="6903436" y="915352"/>
                  </a:lnTo>
                  <a:lnTo>
                    <a:pt x="6833086" y="926348"/>
                  </a:lnTo>
                  <a:lnTo>
                    <a:pt x="6768602" y="938656"/>
                  </a:lnTo>
                  <a:lnTo>
                    <a:pt x="6709256" y="952468"/>
                  </a:lnTo>
                  <a:lnTo>
                    <a:pt x="6654152" y="968004"/>
                  </a:lnTo>
                  <a:lnTo>
                    <a:pt x="6602337" y="985488"/>
                  </a:lnTo>
                  <a:lnTo>
                    <a:pt x="6552885" y="1005115"/>
                  </a:lnTo>
                  <a:lnTo>
                    <a:pt x="6515891" y="1021757"/>
                  </a:lnTo>
                  <a:lnTo>
                    <a:pt x="6467862" y="1045810"/>
                  </a:lnTo>
                  <a:lnTo>
                    <a:pt x="6420301" y="1072249"/>
                  </a:lnTo>
                  <a:lnTo>
                    <a:pt x="6372738" y="1101111"/>
                  </a:lnTo>
                  <a:lnTo>
                    <a:pt x="6324848" y="1132357"/>
                  </a:lnTo>
                  <a:lnTo>
                    <a:pt x="6276433" y="1165861"/>
                  </a:lnTo>
                  <a:lnTo>
                    <a:pt x="6227404" y="1201405"/>
                  </a:lnTo>
                  <a:lnTo>
                    <a:pt x="6177772" y="1238681"/>
                  </a:lnTo>
                  <a:lnTo>
                    <a:pt x="6127630" y="1277297"/>
                  </a:lnTo>
                  <a:lnTo>
                    <a:pt x="6077136" y="1316791"/>
                  </a:lnTo>
                  <a:lnTo>
                    <a:pt x="6026488" y="1356657"/>
                  </a:lnTo>
                  <a:lnTo>
                    <a:pt x="5975906" y="1396365"/>
                  </a:lnTo>
                  <a:lnTo>
                    <a:pt x="5925600" y="1435396"/>
                  </a:lnTo>
                  <a:lnTo>
                    <a:pt x="5875746" y="1473266"/>
                  </a:lnTo>
                  <a:lnTo>
                    <a:pt x="5826466" y="1509555"/>
                  </a:lnTo>
                  <a:lnTo>
                    <a:pt x="5777807" y="1543918"/>
                  </a:lnTo>
                  <a:lnTo>
                    <a:pt x="5729721" y="1576099"/>
                  </a:lnTo>
                  <a:lnTo>
                    <a:pt x="5682057" y="1605938"/>
                  </a:lnTo>
                  <a:lnTo>
                    <a:pt x="5634543" y="1633359"/>
                  </a:lnTo>
                  <a:lnTo>
                    <a:pt x="5586771" y="1658370"/>
                  </a:lnTo>
                  <a:lnTo>
                    <a:pt x="5567201" y="1667842"/>
                  </a:lnTo>
                  <a:lnTo>
                    <a:pt x="5519009" y="1689191"/>
                  </a:lnTo>
                  <a:lnTo>
                    <a:pt x="5469091" y="1708312"/>
                  </a:lnTo>
                  <a:lnTo>
                    <a:pt x="5416604" y="1725329"/>
                  </a:lnTo>
                  <a:lnTo>
                    <a:pt x="5360610" y="1740449"/>
                  </a:lnTo>
                  <a:lnTo>
                    <a:pt x="5300158" y="1753897"/>
                  </a:lnTo>
                  <a:lnTo>
                    <a:pt x="5234382" y="1765887"/>
                  </a:lnTo>
                  <a:lnTo>
                    <a:pt x="5162610" y="1776606"/>
                  </a:lnTo>
                  <a:lnTo>
                    <a:pt x="5084524" y="1786197"/>
                  </a:lnTo>
                  <a:lnTo>
                    <a:pt x="5000363" y="1794762"/>
                  </a:lnTo>
                  <a:lnTo>
                    <a:pt x="4911162" y="1802358"/>
                  </a:lnTo>
                  <a:lnTo>
                    <a:pt x="4818959" y="1809000"/>
                  </a:lnTo>
                  <a:lnTo>
                    <a:pt x="4726899" y="1814677"/>
                  </a:lnTo>
                  <a:lnTo>
                    <a:pt x="4639086" y="1819363"/>
                  </a:lnTo>
                  <a:lnTo>
                    <a:pt x="4560102" y="1823049"/>
                  </a:lnTo>
                  <a:lnTo>
                    <a:pt x="4494191" y="1825762"/>
                  </a:lnTo>
                  <a:lnTo>
                    <a:pt x="4444306" y="1827587"/>
                  </a:lnTo>
                  <a:lnTo>
                    <a:pt x="4411316" y="1828665"/>
                  </a:lnTo>
                  <a:lnTo>
                    <a:pt x="4393658" y="1829184"/>
                  </a:lnTo>
                  <a:lnTo>
                    <a:pt x="4387451" y="1829348"/>
                  </a:lnTo>
                  <a:lnTo>
                    <a:pt x="4386855" y="1829363"/>
                  </a:lnTo>
                  <a:lnTo>
                    <a:pt x="3848118" y="1829363"/>
                  </a:lnTo>
                  <a:lnTo>
                    <a:pt x="3846876" y="1829305"/>
                  </a:lnTo>
                  <a:lnTo>
                    <a:pt x="3838761" y="1828890"/>
                  </a:lnTo>
                  <a:lnTo>
                    <a:pt x="3818498" y="1827743"/>
                  </a:lnTo>
                  <a:lnTo>
                    <a:pt x="3782763" y="1825491"/>
                  </a:lnTo>
                  <a:lnTo>
                    <a:pt x="3730494" y="1821807"/>
                  </a:lnTo>
                  <a:lnTo>
                    <a:pt x="3662929" y="1816450"/>
                  </a:lnTo>
                  <a:lnTo>
                    <a:pt x="3583194" y="1809283"/>
                  </a:lnTo>
                  <a:lnTo>
                    <a:pt x="3495502" y="1800270"/>
                  </a:lnTo>
                  <a:lnTo>
                    <a:pt x="3404257" y="1789436"/>
                  </a:lnTo>
                  <a:lnTo>
                    <a:pt x="3313322" y="1776824"/>
                  </a:lnTo>
                  <a:lnTo>
                    <a:pt x="3225607" y="1762455"/>
                  </a:lnTo>
                  <a:lnTo>
                    <a:pt x="3142967" y="1746290"/>
                  </a:lnTo>
                  <a:lnTo>
                    <a:pt x="3066316" y="1728219"/>
                  </a:lnTo>
                  <a:lnTo>
                    <a:pt x="2995828" y="1708051"/>
                  </a:lnTo>
                  <a:lnTo>
                    <a:pt x="2931164" y="1685513"/>
                  </a:lnTo>
                  <a:lnTo>
                    <a:pt x="2871658" y="1660267"/>
                  </a:lnTo>
                  <a:lnTo>
                    <a:pt x="2816466" y="1631917"/>
                  </a:lnTo>
                  <a:lnTo>
                    <a:pt x="2764669" y="1600050"/>
                  </a:lnTo>
                  <a:lnTo>
                    <a:pt x="2715361" y="1564297"/>
                  </a:lnTo>
                  <a:lnTo>
                    <a:pt x="2667772" y="1524469"/>
                  </a:lnTo>
                  <a:lnTo>
                    <a:pt x="2626336" y="1485601"/>
                  </a:lnTo>
                  <a:lnTo>
                    <a:pt x="2585302" y="1443400"/>
                  </a:lnTo>
                  <a:lnTo>
                    <a:pt x="2544349" y="1397804"/>
                  </a:lnTo>
                  <a:lnTo>
                    <a:pt x="2503240" y="1348825"/>
                  </a:lnTo>
                  <a:lnTo>
                    <a:pt x="2461809" y="1296565"/>
                  </a:lnTo>
                  <a:lnTo>
                    <a:pt x="2419957" y="1241216"/>
                  </a:lnTo>
                  <a:lnTo>
                    <a:pt x="2377645" y="1183069"/>
                  </a:lnTo>
                  <a:lnTo>
                    <a:pt x="2334884" y="1122506"/>
                  </a:lnTo>
                  <a:lnTo>
                    <a:pt x="2291734" y="1060001"/>
                  </a:lnTo>
                  <a:lnTo>
                    <a:pt x="2248289" y="996097"/>
                  </a:lnTo>
                  <a:lnTo>
                    <a:pt x="2204671" y="931396"/>
                  </a:lnTo>
                  <a:lnTo>
                    <a:pt x="2161017" y="866529"/>
                  </a:lnTo>
                  <a:lnTo>
                    <a:pt x="2117467" y="802137"/>
                  </a:lnTo>
                  <a:lnTo>
                    <a:pt x="2074151" y="738839"/>
                  </a:lnTo>
                  <a:lnTo>
                    <a:pt x="2031180" y="677212"/>
                  </a:lnTo>
                  <a:lnTo>
                    <a:pt x="1988632" y="617767"/>
                  </a:lnTo>
                  <a:lnTo>
                    <a:pt x="1946545" y="560935"/>
                  </a:lnTo>
                  <a:lnTo>
                    <a:pt x="1904905" y="507054"/>
                  </a:lnTo>
                  <a:lnTo>
                    <a:pt x="1863647" y="456367"/>
                  </a:lnTo>
                  <a:lnTo>
                    <a:pt x="1822638" y="409021"/>
                  </a:lnTo>
                  <a:lnTo>
                    <a:pt x="1781681" y="365075"/>
                  </a:lnTo>
                  <a:lnTo>
                    <a:pt x="1740498" y="324502"/>
                  </a:lnTo>
                  <a:lnTo>
                    <a:pt x="1719082" y="304893"/>
                  </a:lnTo>
                  <a:lnTo>
                    <a:pt x="1671450" y="265031"/>
                  </a:lnTo>
                  <a:lnTo>
                    <a:pt x="1622140" y="229281"/>
                  </a:lnTo>
                  <a:lnTo>
                    <a:pt x="1570340" y="197419"/>
                  </a:lnTo>
                  <a:lnTo>
                    <a:pt x="1515144" y="169072"/>
                  </a:lnTo>
                  <a:lnTo>
                    <a:pt x="1455634" y="143827"/>
                  </a:lnTo>
                  <a:lnTo>
                    <a:pt x="1390965" y="121293"/>
                  </a:lnTo>
                  <a:lnTo>
                    <a:pt x="1320472" y="101126"/>
                  </a:lnTo>
                  <a:lnTo>
                    <a:pt x="1243815" y="83056"/>
                  </a:lnTo>
                  <a:lnTo>
                    <a:pt x="1161170" y="66893"/>
                  </a:lnTo>
                  <a:lnTo>
                    <a:pt x="1073451" y="52526"/>
                  </a:lnTo>
                  <a:lnTo>
                    <a:pt x="982514" y="39916"/>
                  </a:lnTo>
                  <a:lnTo>
                    <a:pt x="891271" y="29084"/>
                  </a:lnTo>
                  <a:lnTo>
                    <a:pt x="803584" y="20072"/>
                  </a:lnTo>
                  <a:lnTo>
                    <a:pt x="723858" y="12907"/>
                  </a:lnTo>
                  <a:lnTo>
                    <a:pt x="656306" y="7551"/>
                  </a:lnTo>
                  <a:lnTo>
                    <a:pt x="604051" y="3869"/>
                  </a:lnTo>
                  <a:lnTo>
                    <a:pt x="568331" y="1618"/>
                  </a:lnTo>
                  <a:lnTo>
                    <a:pt x="548081" y="472"/>
                  </a:lnTo>
                  <a:lnTo>
                    <a:pt x="539975" y="5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7" name="pg647"/>
            <p:cNvSpPr/>
            <p:nvPr/>
          </p:nvSpPr>
          <p:spPr>
            <a:xfrm>
              <a:off x="546595" y="2269482"/>
              <a:ext cx="8234974" cy="1851141"/>
            </a:xfrm>
            <a:custGeom>
              <a:avLst/>
              <a:pathLst>
                <a:path w="8234974" h="1851141">
                  <a:moveTo>
                    <a:pt x="0" y="10889"/>
                  </a:moveTo>
                  <a:lnTo>
                    <a:pt x="538736" y="10889"/>
                  </a:lnTo>
                  <a:lnTo>
                    <a:pt x="539978" y="10947"/>
                  </a:lnTo>
                  <a:lnTo>
                    <a:pt x="548088" y="11364"/>
                  </a:lnTo>
                  <a:lnTo>
                    <a:pt x="568341" y="12517"/>
                  </a:lnTo>
                  <a:lnTo>
                    <a:pt x="604059" y="14781"/>
                  </a:lnTo>
                  <a:lnTo>
                    <a:pt x="656305" y="18485"/>
                  </a:lnTo>
                  <a:lnTo>
                    <a:pt x="723842" y="23872"/>
                  </a:lnTo>
                  <a:lnTo>
                    <a:pt x="803550" y="31078"/>
                  </a:lnTo>
                  <a:lnTo>
                    <a:pt x="891218" y="40140"/>
                  </a:lnTo>
                  <a:lnTo>
                    <a:pt x="982444" y="51034"/>
                  </a:lnTo>
                  <a:lnTo>
                    <a:pt x="1073366" y="63715"/>
                  </a:lnTo>
                  <a:lnTo>
                    <a:pt x="1161073" y="78163"/>
                  </a:lnTo>
                  <a:lnTo>
                    <a:pt x="1243709" y="94417"/>
                  </a:lnTo>
                  <a:lnTo>
                    <a:pt x="1320360" y="112588"/>
                  </a:lnTo>
                  <a:lnTo>
                    <a:pt x="1390850" y="132867"/>
                  </a:lnTo>
                  <a:lnTo>
                    <a:pt x="1455517" y="155527"/>
                  </a:lnTo>
                  <a:lnTo>
                    <a:pt x="1515026" y="180911"/>
                  </a:lnTo>
                  <a:lnTo>
                    <a:pt x="1570220" y="209414"/>
                  </a:lnTo>
                  <a:lnTo>
                    <a:pt x="1622017" y="241452"/>
                  </a:lnTo>
                  <a:lnTo>
                    <a:pt x="1671323" y="277398"/>
                  </a:lnTo>
                  <a:lnTo>
                    <a:pt x="1718950" y="317478"/>
                  </a:lnTo>
                  <a:lnTo>
                    <a:pt x="1719082" y="317597"/>
                  </a:lnTo>
                  <a:lnTo>
                    <a:pt x="1760443" y="356621"/>
                  </a:lnTo>
                  <a:lnTo>
                    <a:pt x="1801401" y="398985"/>
                  </a:lnTo>
                  <a:lnTo>
                    <a:pt x="1842277" y="444753"/>
                  </a:lnTo>
                  <a:lnTo>
                    <a:pt x="1883309" y="493910"/>
                  </a:lnTo>
                  <a:lnTo>
                    <a:pt x="1924660" y="546357"/>
                  </a:lnTo>
                  <a:lnTo>
                    <a:pt x="1966430" y="601902"/>
                  </a:lnTo>
                  <a:lnTo>
                    <a:pt x="2008659" y="660256"/>
                  </a:lnTo>
                  <a:lnTo>
                    <a:pt x="2051334" y="721035"/>
                  </a:lnTo>
                  <a:lnTo>
                    <a:pt x="2094399" y="783770"/>
                  </a:lnTo>
                  <a:lnTo>
                    <a:pt x="2137759" y="847915"/>
                  </a:lnTo>
                  <a:lnTo>
                    <a:pt x="2181294" y="912872"/>
                  </a:lnTo>
                  <a:lnTo>
                    <a:pt x="2224868" y="978007"/>
                  </a:lnTo>
                  <a:lnTo>
                    <a:pt x="2268342" y="1042681"/>
                  </a:lnTo>
                  <a:lnTo>
                    <a:pt x="2311585" y="1106272"/>
                  </a:lnTo>
                  <a:lnTo>
                    <a:pt x="2354487" y="1168203"/>
                  </a:lnTo>
                  <a:lnTo>
                    <a:pt x="2396969" y="1227961"/>
                  </a:lnTo>
                  <a:lnTo>
                    <a:pt x="2438993" y="1285111"/>
                  </a:lnTo>
                  <a:lnTo>
                    <a:pt x="2480569" y="1339313"/>
                  </a:lnTo>
                  <a:lnTo>
                    <a:pt x="2521762" y="1390320"/>
                  </a:lnTo>
                  <a:lnTo>
                    <a:pt x="2562701" y="1437982"/>
                  </a:lnTo>
                  <a:lnTo>
                    <a:pt x="2603579" y="1482238"/>
                  </a:lnTo>
                  <a:lnTo>
                    <a:pt x="2644671" y="1523110"/>
                  </a:lnTo>
                  <a:lnTo>
                    <a:pt x="2667772" y="1544432"/>
                  </a:lnTo>
                  <a:lnTo>
                    <a:pt x="2715396" y="1584525"/>
                  </a:lnTo>
                  <a:lnTo>
                    <a:pt x="2764696" y="1620482"/>
                  </a:lnTo>
                  <a:lnTo>
                    <a:pt x="2816485" y="1652530"/>
                  </a:lnTo>
                  <a:lnTo>
                    <a:pt x="2871668" y="1681043"/>
                  </a:lnTo>
                  <a:lnTo>
                    <a:pt x="2931162" y="1706435"/>
                  </a:lnTo>
                  <a:lnTo>
                    <a:pt x="2995814" y="1729102"/>
                  </a:lnTo>
                  <a:lnTo>
                    <a:pt x="3066287" y="1749388"/>
                  </a:lnTo>
                  <a:lnTo>
                    <a:pt x="3142921" y="1767564"/>
                  </a:lnTo>
                  <a:lnTo>
                    <a:pt x="3225541" y="1783823"/>
                  </a:lnTo>
                  <a:lnTo>
                    <a:pt x="3313236" y="1798277"/>
                  </a:lnTo>
                  <a:lnTo>
                    <a:pt x="3404152" y="1810963"/>
                  </a:lnTo>
                  <a:lnTo>
                    <a:pt x="3495382" y="1821861"/>
                  </a:lnTo>
                  <a:lnTo>
                    <a:pt x="3583066" y="1830929"/>
                  </a:lnTo>
                  <a:lnTo>
                    <a:pt x="3662803" y="1838140"/>
                  </a:lnTo>
                  <a:lnTo>
                    <a:pt x="3730380" y="1843532"/>
                  </a:lnTo>
                  <a:lnTo>
                    <a:pt x="3782672" y="1847240"/>
                  </a:lnTo>
                  <a:lnTo>
                    <a:pt x="3818436" y="1849508"/>
                  </a:lnTo>
                  <a:lnTo>
                    <a:pt x="3838728" y="1850664"/>
                  </a:lnTo>
                  <a:lnTo>
                    <a:pt x="3846866" y="1851082"/>
                  </a:lnTo>
                  <a:lnTo>
                    <a:pt x="3848118" y="1851141"/>
                  </a:lnTo>
                  <a:lnTo>
                    <a:pt x="4386855" y="1851141"/>
                  </a:lnTo>
                  <a:lnTo>
                    <a:pt x="4388148" y="1851117"/>
                  </a:lnTo>
                  <a:lnTo>
                    <a:pt x="4396585" y="1850947"/>
                  </a:lnTo>
                  <a:lnTo>
                    <a:pt x="4417622" y="1850478"/>
                  </a:lnTo>
                  <a:lnTo>
                    <a:pt x="4454644" y="1849556"/>
                  </a:lnTo>
                  <a:lnTo>
                    <a:pt x="4508640" y="1848051"/>
                  </a:lnTo>
                  <a:lnTo>
                    <a:pt x="4578183" y="1845864"/>
                  </a:lnTo>
                  <a:lnTo>
                    <a:pt x="4659903" y="1842945"/>
                  </a:lnTo>
                  <a:lnTo>
                    <a:pt x="4749360" y="1839280"/>
                  </a:lnTo>
                  <a:lnTo>
                    <a:pt x="4841998" y="1834883"/>
                  </a:lnTo>
                  <a:lnTo>
                    <a:pt x="4933893" y="1829770"/>
                  </a:lnTo>
                  <a:lnTo>
                    <a:pt x="5022159" y="1823946"/>
                  </a:lnTo>
                  <a:lnTo>
                    <a:pt x="5105012" y="1817393"/>
                  </a:lnTo>
                  <a:lnTo>
                    <a:pt x="5181639" y="1810060"/>
                  </a:lnTo>
                  <a:lnTo>
                    <a:pt x="5251964" y="1801863"/>
                  </a:lnTo>
                  <a:lnTo>
                    <a:pt x="5316415" y="1792685"/>
                  </a:lnTo>
                  <a:lnTo>
                    <a:pt x="5375733" y="1782383"/>
                  </a:lnTo>
                  <a:lnTo>
                    <a:pt x="5430822" y="1770791"/>
                  </a:lnTo>
                  <a:lnTo>
                    <a:pt x="5482643" y="1757742"/>
                  </a:lnTo>
                  <a:lnTo>
                    <a:pt x="5532125" y="1743094"/>
                  </a:lnTo>
                  <a:lnTo>
                    <a:pt x="5567201" y="1731361"/>
                  </a:lnTo>
                  <a:lnTo>
                    <a:pt x="5617101" y="1712789"/>
                  </a:lnTo>
                  <a:lnTo>
                    <a:pt x="5666517" y="1692304"/>
                  </a:lnTo>
                  <a:lnTo>
                    <a:pt x="5715967" y="1669879"/>
                  </a:lnTo>
                  <a:lnTo>
                    <a:pt x="5765800" y="1645554"/>
                  </a:lnTo>
                  <a:lnTo>
                    <a:pt x="5816223" y="1619443"/>
                  </a:lnTo>
                  <a:lnTo>
                    <a:pt x="5867314" y="1591741"/>
                  </a:lnTo>
                  <a:lnTo>
                    <a:pt x="5919039" y="1562721"/>
                  </a:lnTo>
                  <a:lnTo>
                    <a:pt x="5971273" y="1532725"/>
                  </a:lnTo>
                  <a:lnTo>
                    <a:pt x="6023825" y="1502150"/>
                  </a:lnTo>
                  <a:lnTo>
                    <a:pt x="6076459" y="1471426"/>
                  </a:lnTo>
                  <a:lnTo>
                    <a:pt x="6128931" y="1440994"/>
                  </a:lnTo>
                  <a:lnTo>
                    <a:pt x="6181017" y="1411276"/>
                  </a:lnTo>
                  <a:lnTo>
                    <a:pt x="6232545" y="1382652"/>
                  </a:lnTo>
                  <a:lnTo>
                    <a:pt x="6283416" y="1355444"/>
                  </a:lnTo>
                  <a:lnTo>
                    <a:pt x="6333632" y="1329899"/>
                  </a:lnTo>
                  <a:lnTo>
                    <a:pt x="6383311" y="1306185"/>
                  </a:lnTo>
                  <a:lnTo>
                    <a:pt x="6432703" y="1284393"/>
                  </a:lnTo>
                  <a:lnTo>
                    <a:pt x="6482211" y="1264539"/>
                  </a:lnTo>
                  <a:lnTo>
                    <a:pt x="6515891" y="1252242"/>
                  </a:lnTo>
                  <a:lnTo>
                    <a:pt x="6564185" y="1236379"/>
                  </a:lnTo>
                  <a:lnTo>
                    <a:pt x="6614214" y="1222175"/>
                  </a:lnTo>
                  <a:lnTo>
                    <a:pt x="6666825" y="1209537"/>
                  </a:lnTo>
                  <a:lnTo>
                    <a:pt x="6722966" y="1198311"/>
                  </a:lnTo>
                  <a:lnTo>
                    <a:pt x="6783589" y="1188329"/>
                  </a:lnTo>
                  <a:lnTo>
                    <a:pt x="6849567" y="1179430"/>
                  </a:lnTo>
                  <a:lnTo>
                    <a:pt x="6921573" y="1171477"/>
                  </a:lnTo>
                  <a:lnTo>
                    <a:pt x="6999921" y="1164362"/>
                  </a:lnTo>
                  <a:lnTo>
                    <a:pt x="7084357" y="1158010"/>
                  </a:lnTo>
                  <a:lnTo>
                    <a:pt x="7173826" y="1152380"/>
                  </a:lnTo>
                  <a:lnTo>
                    <a:pt x="7266254" y="1147459"/>
                  </a:lnTo>
                  <a:lnTo>
                    <a:pt x="7358455" y="1143258"/>
                  </a:lnTo>
                  <a:lnTo>
                    <a:pt x="7446278" y="1139795"/>
                  </a:lnTo>
                  <a:lnTo>
                    <a:pt x="7525112" y="1137077"/>
                  </a:lnTo>
                  <a:lnTo>
                    <a:pt x="7590709" y="1135081"/>
                  </a:lnTo>
                  <a:lnTo>
                    <a:pt x="7640153" y="1133745"/>
                  </a:lnTo>
                  <a:lnTo>
                    <a:pt x="7672645" y="1132960"/>
                  </a:lnTo>
                  <a:lnTo>
                    <a:pt x="7689842" y="1132587"/>
                  </a:lnTo>
                  <a:lnTo>
                    <a:pt x="7695728" y="1132472"/>
                  </a:lnTo>
                  <a:lnTo>
                    <a:pt x="7696237" y="1132463"/>
                  </a:lnTo>
                  <a:lnTo>
                    <a:pt x="8234974" y="1132463"/>
                  </a:lnTo>
                  <a:lnTo>
                    <a:pt x="8234974" y="1121574"/>
                  </a:lnTo>
                  <a:lnTo>
                    <a:pt x="7696237" y="1121574"/>
                  </a:lnTo>
                  <a:lnTo>
                    <a:pt x="7694944" y="1121597"/>
                  </a:lnTo>
                  <a:lnTo>
                    <a:pt x="7686507" y="1121767"/>
                  </a:lnTo>
                  <a:lnTo>
                    <a:pt x="7665470" y="1122237"/>
                  </a:lnTo>
                  <a:lnTo>
                    <a:pt x="7628448" y="1123158"/>
                  </a:lnTo>
                  <a:lnTo>
                    <a:pt x="7574452" y="1124664"/>
                  </a:lnTo>
                  <a:lnTo>
                    <a:pt x="7504910" y="1126851"/>
                  </a:lnTo>
                  <a:lnTo>
                    <a:pt x="7423189" y="1129770"/>
                  </a:lnTo>
                  <a:lnTo>
                    <a:pt x="7333732" y="1133434"/>
                  </a:lnTo>
                  <a:lnTo>
                    <a:pt x="7241095" y="1137832"/>
                  </a:lnTo>
                  <a:lnTo>
                    <a:pt x="7149199" y="1142945"/>
                  </a:lnTo>
                  <a:lnTo>
                    <a:pt x="7060934" y="1148769"/>
                  </a:lnTo>
                  <a:lnTo>
                    <a:pt x="6978080" y="1155322"/>
                  </a:lnTo>
                  <a:lnTo>
                    <a:pt x="6901453" y="1162655"/>
                  </a:lnTo>
                  <a:lnTo>
                    <a:pt x="6831129" y="1170852"/>
                  </a:lnTo>
                  <a:lnTo>
                    <a:pt x="6766678" y="1180029"/>
                  </a:lnTo>
                  <a:lnTo>
                    <a:pt x="6707360" y="1190332"/>
                  </a:lnTo>
                  <a:lnTo>
                    <a:pt x="6652270" y="1201924"/>
                  </a:lnTo>
                  <a:lnTo>
                    <a:pt x="6600449" y="1214973"/>
                  </a:lnTo>
                  <a:lnTo>
                    <a:pt x="6550968" y="1229621"/>
                  </a:lnTo>
                  <a:lnTo>
                    <a:pt x="6515891" y="1241353"/>
                  </a:lnTo>
                  <a:lnTo>
                    <a:pt x="6465992" y="1259926"/>
                  </a:lnTo>
                  <a:lnTo>
                    <a:pt x="6416576" y="1280411"/>
                  </a:lnTo>
                  <a:lnTo>
                    <a:pt x="6367126" y="1302836"/>
                  </a:lnTo>
                  <a:lnTo>
                    <a:pt x="6317292" y="1327161"/>
                  </a:lnTo>
                  <a:lnTo>
                    <a:pt x="6266869" y="1353272"/>
                  </a:lnTo>
                  <a:lnTo>
                    <a:pt x="6215779" y="1380973"/>
                  </a:lnTo>
                  <a:lnTo>
                    <a:pt x="6164054" y="1409993"/>
                  </a:lnTo>
                  <a:lnTo>
                    <a:pt x="6111819" y="1439990"/>
                  </a:lnTo>
                  <a:lnTo>
                    <a:pt x="6059268" y="1470565"/>
                  </a:lnTo>
                  <a:lnTo>
                    <a:pt x="6006634" y="1501288"/>
                  </a:lnTo>
                  <a:lnTo>
                    <a:pt x="5954162" y="1531720"/>
                  </a:lnTo>
                  <a:lnTo>
                    <a:pt x="5902075" y="1561439"/>
                  </a:lnTo>
                  <a:lnTo>
                    <a:pt x="5850548" y="1590063"/>
                  </a:lnTo>
                  <a:lnTo>
                    <a:pt x="5799677" y="1617271"/>
                  </a:lnTo>
                  <a:lnTo>
                    <a:pt x="5749461" y="1642816"/>
                  </a:lnTo>
                  <a:lnTo>
                    <a:pt x="5699782" y="1666529"/>
                  </a:lnTo>
                  <a:lnTo>
                    <a:pt x="5650389" y="1688321"/>
                  </a:lnTo>
                  <a:lnTo>
                    <a:pt x="5600881" y="1708175"/>
                  </a:lnTo>
                  <a:lnTo>
                    <a:pt x="5567201" y="1720472"/>
                  </a:lnTo>
                  <a:lnTo>
                    <a:pt x="5518907" y="1736335"/>
                  </a:lnTo>
                  <a:lnTo>
                    <a:pt x="5468879" y="1750539"/>
                  </a:lnTo>
                  <a:lnTo>
                    <a:pt x="5416267" y="1763178"/>
                  </a:lnTo>
                  <a:lnTo>
                    <a:pt x="5360127" y="1774404"/>
                  </a:lnTo>
                  <a:lnTo>
                    <a:pt x="5299503" y="1784386"/>
                  </a:lnTo>
                  <a:lnTo>
                    <a:pt x="5233525" y="1793285"/>
                  </a:lnTo>
                  <a:lnTo>
                    <a:pt x="5161519" y="1801238"/>
                  </a:lnTo>
                  <a:lnTo>
                    <a:pt x="5083172" y="1808353"/>
                  </a:lnTo>
                  <a:lnTo>
                    <a:pt x="4998736" y="1814705"/>
                  </a:lnTo>
                  <a:lnTo>
                    <a:pt x="4909267" y="1820335"/>
                  </a:lnTo>
                  <a:lnTo>
                    <a:pt x="4816838" y="1825256"/>
                  </a:lnTo>
                  <a:lnTo>
                    <a:pt x="4724638" y="1829457"/>
                  </a:lnTo>
                  <a:lnTo>
                    <a:pt x="4636814" y="1832920"/>
                  </a:lnTo>
                  <a:lnTo>
                    <a:pt x="4557980" y="1835638"/>
                  </a:lnTo>
                  <a:lnTo>
                    <a:pt x="4492383" y="1837633"/>
                  </a:lnTo>
                  <a:lnTo>
                    <a:pt x="4442939" y="1838970"/>
                  </a:lnTo>
                  <a:lnTo>
                    <a:pt x="4410447" y="1839754"/>
                  </a:lnTo>
                  <a:lnTo>
                    <a:pt x="4393250" y="1840128"/>
                  </a:lnTo>
                  <a:lnTo>
                    <a:pt x="4387365" y="1840243"/>
                  </a:lnTo>
                  <a:lnTo>
                    <a:pt x="4386855" y="1840252"/>
                  </a:lnTo>
                  <a:lnTo>
                    <a:pt x="3848118" y="1840252"/>
                  </a:lnTo>
                  <a:lnTo>
                    <a:pt x="3846877" y="1840194"/>
                  </a:lnTo>
                  <a:lnTo>
                    <a:pt x="3838766" y="1839777"/>
                  </a:lnTo>
                  <a:lnTo>
                    <a:pt x="3818514" y="1838623"/>
                  </a:lnTo>
                  <a:lnTo>
                    <a:pt x="3782796" y="1836359"/>
                  </a:lnTo>
                  <a:lnTo>
                    <a:pt x="3730550" y="1832656"/>
                  </a:lnTo>
                  <a:lnTo>
                    <a:pt x="3663012" y="1827269"/>
                  </a:lnTo>
                  <a:lnTo>
                    <a:pt x="3583304" y="1820063"/>
                  </a:lnTo>
                  <a:lnTo>
                    <a:pt x="3495636" y="1811000"/>
                  </a:lnTo>
                  <a:lnTo>
                    <a:pt x="3404411" y="1800107"/>
                  </a:lnTo>
                  <a:lnTo>
                    <a:pt x="3313489" y="1787426"/>
                  </a:lnTo>
                  <a:lnTo>
                    <a:pt x="3225782" y="1772977"/>
                  </a:lnTo>
                  <a:lnTo>
                    <a:pt x="3143146" y="1756724"/>
                  </a:lnTo>
                  <a:lnTo>
                    <a:pt x="3066494" y="1738553"/>
                  </a:lnTo>
                  <a:lnTo>
                    <a:pt x="2996004" y="1718274"/>
                  </a:lnTo>
                  <a:lnTo>
                    <a:pt x="2931337" y="1695613"/>
                  </a:lnTo>
                  <a:lnTo>
                    <a:pt x="2871829" y="1670229"/>
                  </a:lnTo>
                  <a:lnTo>
                    <a:pt x="2816635" y="1641726"/>
                  </a:lnTo>
                  <a:lnTo>
                    <a:pt x="2764838" y="1609689"/>
                  </a:lnTo>
                  <a:lnTo>
                    <a:pt x="2715532" y="1573743"/>
                  </a:lnTo>
                  <a:lnTo>
                    <a:pt x="2667905" y="1533662"/>
                  </a:lnTo>
                  <a:lnTo>
                    <a:pt x="2667772" y="1533543"/>
                  </a:lnTo>
                  <a:lnTo>
                    <a:pt x="2626412" y="1494519"/>
                  </a:lnTo>
                  <a:lnTo>
                    <a:pt x="2585454" y="1452155"/>
                  </a:lnTo>
                  <a:lnTo>
                    <a:pt x="2544577" y="1406388"/>
                  </a:lnTo>
                  <a:lnTo>
                    <a:pt x="2503546" y="1357231"/>
                  </a:lnTo>
                  <a:lnTo>
                    <a:pt x="2462194" y="1304784"/>
                  </a:lnTo>
                  <a:lnTo>
                    <a:pt x="2420425" y="1249239"/>
                  </a:lnTo>
                  <a:lnTo>
                    <a:pt x="2378196" y="1190885"/>
                  </a:lnTo>
                  <a:lnTo>
                    <a:pt x="2335521" y="1130106"/>
                  </a:lnTo>
                  <a:lnTo>
                    <a:pt x="2292456" y="1067371"/>
                  </a:lnTo>
                  <a:lnTo>
                    <a:pt x="2249095" y="1003226"/>
                  </a:lnTo>
                  <a:lnTo>
                    <a:pt x="2205560" y="938269"/>
                  </a:lnTo>
                  <a:lnTo>
                    <a:pt x="2161986" y="873134"/>
                  </a:lnTo>
                  <a:lnTo>
                    <a:pt x="2118513" y="808460"/>
                  </a:lnTo>
                  <a:lnTo>
                    <a:pt x="2075270" y="744868"/>
                  </a:lnTo>
                  <a:lnTo>
                    <a:pt x="2032368" y="682937"/>
                  </a:lnTo>
                  <a:lnTo>
                    <a:pt x="1989886" y="623180"/>
                  </a:lnTo>
                  <a:lnTo>
                    <a:pt x="1947862" y="566029"/>
                  </a:lnTo>
                  <a:lnTo>
                    <a:pt x="1906286" y="511827"/>
                  </a:lnTo>
                  <a:lnTo>
                    <a:pt x="1865092" y="460820"/>
                  </a:lnTo>
                  <a:lnTo>
                    <a:pt x="1824154" y="413158"/>
                  </a:lnTo>
                  <a:lnTo>
                    <a:pt x="1783275" y="368903"/>
                  </a:lnTo>
                  <a:lnTo>
                    <a:pt x="1742184" y="328031"/>
                  </a:lnTo>
                  <a:lnTo>
                    <a:pt x="1719082" y="306708"/>
                  </a:lnTo>
                  <a:lnTo>
                    <a:pt x="1671459" y="266616"/>
                  </a:lnTo>
                  <a:lnTo>
                    <a:pt x="1622159" y="230659"/>
                  </a:lnTo>
                  <a:lnTo>
                    <a:pt x="1570370" y="198611"/>
                  </a:lnTo>
                  <a:lnTo>
                    <a:pt x="1515187" y="170098"/>
                  </a:lnTo>
                  <a:lnTo>
                    <a:pt x="1455692" y="144706"/>
                  </a:lnTo>
                  <a:lnTo>
                    <a:pt x="1391041" y="122038"/>
                  </a:lnTo>
                  <a:lnTo>
                    <a:pt x="1320568" y="101753"/>
                  </a:lnTo>
                  <a:lnTo>
                    <a:pt x="1243934" y="83577"/>
                  </a:lnTo>
                  <a:lnTo>
                    <a:pt x="1161314" y="67317"/>
                  </a:lnTo>
                  <a:lnTo>
                    <a:pt x="1073619" y="52864"/>
                  </a:lnTo>
                  <a:lnTo>
                    <a:pt x="982703" y="40178"/>
                  </a:lnTo>
                  <a:lnTo>
                    <a:pt x="891473" y="29279"/>
                  </a:lnTo>
                  <a:lnTo>
                    <a:pt x="803789" y="20211"/>
                  </a:lnTo>
                  <a:lnTo>
                    <a:pt x="724052" y="13000"/>
                  </a:lnTo>
                  <a:lnTo>
                    <a:pt x="656475" y="7609"/>
                  </a:lnTo>
                  <a:lnTo>
                    <a:pt x="604183" y="3901"/>
                  </a:lnTo>
                  <a:lnTo>
                    <a:pt x="568419" y="1633"/>
                  </a:lnTo>
                  <a:lnTo>
                    <a:pt x="548126" y="477"/>
                  </a:lnTo>
                  <a:lnTo>
                    <a:pt x="539988" y="5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48" name="pl648"/>
            <p:cNvSpPr/>
            <p:nvPr/>
          </p:nvSpPr>
          <p:spPr>
            <a:xfrm>
              <a:off x="546595" y="2280371"/>
              <a:ext cx="8234974" cy="1840252"/>
            </a:xfrm>
            <a:custGeom>
              <a:avLst/>
              <a:pathLst>
                <a:path w="8234974" h="1840252">
                  <a:moveTo>
                    <a:pt x="0" y="0"/>
                  </a:moveTo>
                  <a:lnTo>
                    <a:pt x="538736" y="0"/>
                  </a:lnTo>
                  <a:lnTo>
                    <a:pt x="539978" y="58"/>
                  </a:lnTo>
                  <a:lnTo>
                    <a:pt x="548088" y="475"/>
                  </a:lnTo>
                  <a:lnTo>
                    <a:pt x="568341" y="1628"/>
                  </a:lnTo>
                  <a:lnTo>
                    <a:pt x="604059" y="3892"/>
                  </a:lnTo>
                  <a:lnTo>
                    <a:pt x="656305" y="7596"/>
                  </a:lnTo>
                  <a:lnTo>
                    <a:pt x="723842" y="12983"/>
                  </a:lnTo>
                  <a:lnTo>
                    <a:pt x="803550" y="20188"/>
                  </a:lnTo>
                  <a:lnTo>
                    <a:pt x="891218" y="29251"/>
                  </a:lnTo>
                  <a:lnTo>
                    <a:pt x="982444" y="40145"/>
                  </a:lnTo>
                  <a:lnTo>
                    <a:pt x="1073366" y="52825"/>
                  </a:lnTo>
                  <a:lnTo>
                    <a:pt x="1161073" y="67274"/>
                  </a:lnTo>
                  <a:lnTo>
                    <a:pt x="1243709" y="83528"/>
                  </a:lnTo>
                  <a:lnTo>
                    <a:pt x="1320360" y="101699"/>
                  </a:lnTo>
                  <a:lnTo>
                    <a:pt x="1390850" y="121978"/>
                  </a:lnTo>
                  <a:lnTo>
                    <a:pt x="1455517" y="144638"/>
                  </a:lnTo>
                  <a:lnTo>
                    <a:pt x="1515026" y="170022"/>
                  </a:lnTo>
                  <a:lnTo>
                    <a:pt x="1570220" y="198525"/>
                  </a:lnTo>
                  <a:lnTo>
                    <a:pt x="1622017" y="230563"/>
                  </a:lnTo>
                  <a:lnTo>
                    <a:pt x="1671323" y="266509"/>
                  </a:lnTo>
                  <a:lnTo>
                    <a:pt x="1718950" y="306589"/>
                  </a:lnTo>
                  <a:lnTo>
                    <a:pt x="1719082" y="306708"/>
                  </a:lnTo>
                  <a:lnTo>
                    <a:pt x="1760443" y="345732"/>
                  </a:lnTo>
                  <a:lnTo>
                    <a:pt x="1801401" y="388096"/>
                  </a:lnTo>
                  <a:lnTo>
                    <a:pt x="1842277" y="433864"/>
                  </a:lnTo>
                  <a:lnTo>
                    <a:pt x="1883309" y="483021"/>
                  </a:lnTo>
                  <a:lnTo>
                    <a:pt x="1924660" y="535468"/>
                  </a:lnTo>
                  <a:lnTo>
                    <a:pt x="1966430" y="591013"/>
                  </a:lnTo>
                  <a:lnTo>
                    <a:pt x="2008659" y="649367"/>
                  </a:lnTo>
                  <a:lnTo>
                    <a:pt x="2051334" y="710146"/>
                  </a:lnTo>
                  <a:lnTo>
                    <a:pt x="2094399" y="772880"/>
                  </a:lnTo>
                  <a:lnTo>
                    <a:pt x="2137759" y="837026"/>
                  </a:lnTo>
                  <a:lnTo>
                    <a:pt x="2181294" y="901983"/>
                  </a:lnTo>
                  <a:lnTo>
                    <a:pt x="2224868" y="967118"/>
                  </a:lnTo>
                  <a:lnTo>
                    <a:pt x="2268342" y="1031792"/>
                  </a:lnTo>
                  <a:lnTo>
                    <a:pt x="2311585" y="1095383"/>
                  </a:lnTo>
                  <a:lnTo>
                    <a:pt x="2354487" y="1157314"/>
                  </a:lnTo>
                  <a:lnTo>
                    <a:pt x="2396969" y="1217072"/>
                  </a:lnTo>
                  <a:lnTo>
                    <a:pt x="2438993" y="1274222"/>
                  </a:lnTo>
                  <a:lnTo>
                    <a:pt x="2480569" y="1328424"/>
                  </a:lnTo>
                  <a:lnTo>
                    <a:pt x="2521762" y="1379431"/>
                  </a:lnTo>
                  <a:lnTo>
                    <a:pt x="2562701" y="1427093"/>
                  </a:lnTo>
                  <a:lnTo>
                    <a:pt x="2603579" y="1471349"/>
                  </a:lnTo>
                  <a:lnTo>
                    <a:pt x="2644671" y="1512221"/>
                  </a:lnTo>
                  <a:lnTo>
                    <a:pt x="2667772" y="1533543"/>
                  </a:lnTo>
                  <a:lnTo>
                    <a:pt x="2715396" y="1573636"/>
                  </a:lnTo>
                  <a:lnTo>
                    <a:pt x="2764696" y="1609593"/>
                  </a:lnTo>
                  <a:lnTo>
                    <a:pt x="2816485" y="1641641"/>
                  </a:lnTo>
                  <a:lnTo>
                    <a:pt x="2871668" y="1670154"/>
                  </a:lnTo>
                  <a:lnTo>
                    <a:pt x="2931162" y="1695546"/>
                  </a:lnTo>
                  <a:lnTo>
                    <a:pt x="2995814" y="1718213"/>
                  </a:lnTo>
                  <a:lnTo>
                    <a:pt x="3066287" y="1738499"/>
                  </a:lnTo>
                  <a:lnTo>
                    <a:pt x="3142921" y="1756675"/>
                  </a:lnTo>
                  <a:lnTo>
                    <a:pt x="3225541" y="1772934"/>
                  </a:lnTo>
                  <a:lnTo>
                    <a:pt x="3313236" y="1787388"/>
                  </a:lnTo>
                  <a:lnTo>
                    <a:pt x="3404152" y="1800073"/>
                  </a:lnTo>
                  <a:lnTo>
                    <a:pt x="3495382" y="1810972"/>
                  </a:lnTo>
                  <a:lnTo>
                    <a:pt x="3583066" y="1820040"/>
                  </a:lnTo>
                  <a:lnTo>
                    <a:pt x="3662803" y="1827251"/>
                  </a:lnTo>
                  <a:lnTo>
                    <a:pt x="3730380" y="1832643"/>
                  </a:lnTo>
                  <a:lnTo>
                    <a:pt x="3782672" y="1836351"/>
                  </a:lnTo>
                  <a:lnTo>
                    <a:pt x="3818436" y="1838619"/>
                  </a:lnTo>
                  <a:lnTo>
                    <a:pt x="3838728" y="1839775"/>
                  </a:lnTo>
                  <a:lnTo>
                    <a:pt x="3846866" y="1840193"/>
                  </a:lnTo>
                  <a:lnTo>
                    <a:pt x="3848118" y="1840252"/>
                  </a:lnTo>
                  <a:lnTo>
                    <a:pt x="3848118" y="1840252"/>
                  </a:lnTo>
                  <a:lnTo>
                    <a:pt x="4386855" y="1840252"/>
                  </a:lnTo>
                  <a:lnTo>
                    <a:pt x="4388148" y="1840228"/>
                  </a:lnTo>
                  <a:lnTo>
                    <a:pt x="4396585" y="1840058"/>
                  </a:lnTo>
                  <a:lnTo>
                    <a:pt x="4417622" y="1839589"/>
                  </a:lnTo>
                  <a:lnTo>
                    <a:pt x="4454644" y="1838667"/>
                  </a:lnTo>
                  <a:lnTo>
                    <a:pt x="4508640" y="1837162"/>
                  </a:lnTo>
                  <a:lnTo>
                    <a:pt x="4578183" y="1834975"/>
                  </a:lnTo>
                  <a:lnTo>
                    <a:pt x="4659903" y="1832056"/>
                  </a:lnTo>
                  <a:lnTo>
                    <a:pt x="4749360" y="1828391"/>
                  </a:lnTo>
                  <a:lnTo>
                    <a:pt x="4841998" y="1823994"/>
                  </a:lnTo>
                  <a:lnTo>
                    <a:pt x="4933893" y="1818881"/>
                  </a:lnTo>
                  <a:lnTo>
                    <a:pt x="5022159" y="1813057"/>
                  </a:lnTo>
                  <a:lnTo>
                    <a:pt x="5105012" y="1806504"/>
                  </a:lnTo>
                  <a:lnTo>
                    <a:pt x="5181639" y="1799171"/>
                  </a:lnTo>
                  <a:lnTo>
                    <a:pt x="5251964" y="1790974"/>
                  </a:lnTo>
                  <a:lnTo>
                    <a:pt x="5316415" y="1781796"/>
                  </a:lnTo>
                  <a:lnTo>
                    <a:pt x="5375733" y="1771494"/>
                  </a:lnTo>
                  <a:lnTo>
                    <a:pt x="5430822" y="1759902"/>
                  </a:lnTo>
                  <a:lnTo>
                    <a:pt x="5482643" y="1746853"/>
                  </a:lnTo>
                  <a:lnTo>
                    <a:pt x="5532125" y="1732205"/>
                  </a:lnTo>
                  <a:lnTo>
                    <a:pt x="5567201" y="1720472"/>
                  </a:lnTo>
                  <a:lnTo>
                    <a:pt x="5617101" y="1701900"/>
                  </a:lnTo>
                  <a:lnTo>
                    <a:pt x="5666517" y="1681415"/>
                  </a:lnTo>
                  <a:lnTo>
                    <a:pt x="5715967" y="1658990"/>
                  </a:lnTo>
                  <a:lnTo>
                    <a:pt x="5765800" y="1634665"/>
                  </a:lnTo>
                  <a:lnTo>
                    <a:pt x="5816223" y="1608554"/>
                  </a:lnTo>
                  <a:lnTo>
                    <a:pt x="5867314" y="1580852"/>
                  </a:lnTo>
                  <a:lnTo>
                    <a:pt x="5919039" y="1551832"/>
                  </a:lnTo>
                  <a:lnTo>
                    <a:pt x="5971273" y="1521836"/>
                  </a:lnTo>
                  <a:lnTo>
                    <a:pt x="6023825" y="1491261"/>
                  </a:lnTo>
                  <a:lnTo>
                    <a:pt x="6076459" y="1460537"/>
                  </a:lnTo>
                  <a:lnTo>
                    <a:pt x="6128931" y="1430105"/>
                  </a:lnTo>
                  <a:lnTo>
                    <a:pt x="6181017" y="1400387"/>
                  </a:lnTo>
                  <a:lnTo>
                    <a:pt x="6232545" y="1371763"/>
                  </a:lnTo>
                  <a:lnTo>
                    <a:pt x="6283416" y="1344555"/>
                  </a:lnTo>
                  <a:lnTo>
                    <a:pt x="6333632" y="1319010"/>
                  </a:lnTo>
                  <a:lnTo>
                    <a:pt x="6383311" y="1295296"/>
                  </a:lnTo>
                  <a:lnTo>
                    <a:pt x="6432703" y="1273504"/>
                  </a:lnTo>
                  <a:lnTo>
                    <a:pt x="6482211" y="1253650"/>
                  </a:lnTo>
                  <a:lnTo>
                    <a:pt x="6515891" y="1241353"/>
                  </a:lnTo>
                  <a:lnTo>
                    <a:pt x="6564185" y="1225490"/>
                  </a:lnTo>
                  <a:lnTo>
                    <a:pt x="6614214" y="1211286"/>
                  </a:lnTo>
                  <a:lnTo>
                    <a:pt x="6666825" y="1198648"/>
                  </a:lnTo>
                  <a:lnTo>
                    <a:pt x="6722966" y="1187422"/>
                  </a:lnTo>
                  <a:lnTo>
                    <a:pt x="6783589" y="1177440"/>
                  </a:lnTo>
                  <a:lnTo>
                    <a:pt x="6849567" y="1168541"/>
                  </a:lnTo>
                  <a:lnTo>
                    <a:pt x="6921573" y="1160588"/>
                  </a:lnTo>
                  <a:lnTo>
                    <a:pt x="6999921" y="1153473"/>
                  </a:lnTo>
                  <a:lnTo>
                    <a:pt x="7084357" y="1147121"/>
                  </a:lnTo>
                  <a:lnTo>
                    <a:pt x="7173826" y="1141490"/>
                  </a:lnTo>
                  <a:lnTo>
                    <a:pt x="7266254" y="1136570"/>
                  </a:lnTo>
                  <a:lnTo>
                    <a:pt x="7358455" y="1132369"/>
                  </a:lnTo>
                  <a:lnTo>
                    <a:pt x="7446278" y="1128906"/>
                  </a:lnTo>
                  <a:lnTo>
                    <a:pt x="7525112" y="1126187"/>
                  </a:lnTo>
                  <a:lnTo>
                    <a:pt x="7590709" y="1124192"/>
                  </a:lnTo>
                  <a:lnTo>
                    <a:pt x="7640153" y="1122856"/>
                  </a:lnTo>
                  <a:lnTo>
                    <a:pt x="7672645" y="1122071"/>
                  </a:lnTo>
                  <a:lnTo>
                    <a:pt x="7689842" y="1121698"/>
                  </a:lnTo>
                  <a:lnTo>
                    <a:pt x="7695728" y="1121583"/>
                  </a:lnTo>
                  <a:lnTo>
                    <a:pt x="7696237" y="1121574"/>
                  </a:lnTo>
                  <a:lnTo>
                    <a:pt x="8234974" y="11215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9" name="pl649"/>
            <p:cNvSpPr/>
            <p:nvPr/>
          </p:nvSpPr>
          <p:spPr>
            <a:xfrm>
              <a:off x="546595" y="2269482"/>
              <a:ext cx="8234974" cy="1840252"/>
            </a:xfrm>
            <a:custGeom>
              <a:avLst/>
              <a:pathLst>
                <a:path w="8234974" h="1840252">
                  <a:moveTo>
                    <a:pt x="8234974" y="1121574"/>
                  </a:moveTo>
                  <a:lnTo>
                    <a:pt x="7696237" y="1121574"/>
                  </a:lnTo>
                  <a:lnTo>
                    <a:pt x="7694944" y="1121597"/>
                  </a:lnTo>
                  <a:lnTo>
                    <a:pt x="7686507" y="1121767"/>
                  </a:lnTo>
                  <a:lnTo>
                    <a:pt x="7665470" y="1122237"/>
                  </a:lnTo>
                  <a:lnTo>
                    <a:pt x="7628448" y="1123158"/>
                  </a:lnTo>
                  <a:lnTo>
                    <a:pt x="7574452" y="1124664"/>
                  </a:lnTo>
                  <a:lnTo>
                    <a:pt x="7504910" y="1126851"/>
                  </a:lnTo>
                  <a:lnTo>
                    <a:pt x="7423189" y="1129770"/>
                  </a:lnTo>
                  <a:lnTo>
                    <a:pt x="7333732" y="1133434"/>
                  </a:lnTo>
                  <a:lnTo>
                    <a:pt x="7241095" y="1137832"/>
                  </a:lnTo>
                  <a:lnTo>
                    <a:pt x="7149199" y="1142945"/>
                  </a:lnTo>
                  <a:lnTo>
                    <a:pt x="7060934" y="1148769"/>
                  </a:lnTo>
                  <a:lnTo>
                    <a:pt x="6978080" y="1155322"/>
                  </a:lnTo>
                  <a:lnTo>
                    <a:pt x="6901453" y="1162655"/>
                  </a:lnTo>
                  <a:lnTo>
                    <a:pt x="6831129" y="1170852"/>
                  </a:lnTo>
                  <a:lnTo>
                    <a:pt x="6766678" y="1180029"/>
                  </a:lnTo>
                  <a:lnTo>
                    <a:pt x="6707360" y="1190332"/>
                  </a:lnTo>
                  <a:lnTo>
                    <a:pt x="6652270" y="1201924"/>
                  </a:lnTo>
                  <a:lnTo>
                    <a:pt x="6600449" y="1214973"/>
                  </a:lnTo>
                  <a:lnTo>
                    <a:pt x="6550968" y="1229621"/>
                  </a:lnTo>
                  <a:lnTo>
                    <a:pt x="6515891" y="1241353"/>
                  </a:lnTo>
                  <a:lnTo>
                    <a:pt x="6465992" y="1259926"/>
                  </a:lnTo>
                  <a:lnTo>
                    <a:pt x="6416576" y="1280411"/>
                  </a:lnTo>
                  <a:lnTo>
                    <a:pt x="6367126" y="1302836"/>
                  </a:lnTo>
                  <a:lnTo>
                    <a:pt x="6317292" y="1327161"/>
                  </a:lnTo>
                  <a:lnTo>
                    <a:pt x="6266869" y="1353272"/>
                  </a:lnTo>
                  <a:lnTo>
                    <a:pt x="6215779" y="1380973"/>
                  </a:lnTo>
                  <a:lnTo>
                    <a:pt x="6164054" y="1409993"/>
                  </a:lnTo>
                  <a:lnTo>
                    <a:pt x="6111819" y="1439990"/>
                  </a:lnTo>
                  <a:lnTo>
                    <a:pt x="6059268" y="1470565"/>
                  </a:lnTo>
                  <a:lnTo>
                    <a:pt x="6006634" y="1501288"/>
                  </a:lnTo>
                  <a:lnTo>
                    <a:pt x="5954162" y="1531720"/>
                  </a:lnTo>
                  <a:lnTo>
                    <a:pt x="5902075" y="1561439"/>
                  </a:lnTo>
                  <a:lnTo>
                    <a:pt x="5850548" y="1590063"/>
                  </a:lnTo>
                  <a:lnTo>
                    <a:pt x="5799677" y="1617271"/>
                  </a:lnTo>
                  <a:lnTo>
                    <a:pt x="5749461" y="1642816"/>
                  </a:lnTo>
                  <a:lnTo>
                    <a:pt x="5699782" y="1666529"/>
                  </a:lnTo>
                  <a:lnTo>
                    <a:pt x="5650389" y="1688321"/>
                  </a:lnTo>
                  <a:lnTo>
                    <a:pt x="5600881" y="1708175"/>
                  </a:lnTo>
                  <a:lnTo>
                    <a:pt x="5567201" y="1720472"/>
                  </a:lnTo>
                  <a:lnTo>
                    <a:pt x="5518907" y="1736335"/>
                  </a:lnTo>
                  <a:lnTo>
                    <a:pt x="5468879" y="1750539"/>
                  </a:lnTo>
                  <a:lnTo>
                    <a:pt x="5416267" y="1763178"/>
                  </a:lnTo>
                  <a:lnTo>
                    <a:pt x="5360127" y="1774404"/>
                  </a:lnTo>
                  <a:lnTo>
                    <a:pt x="5299503" y="1784386"/>
                  </a:lnTo>
                  <a:lnTo>
                    <a:pt x="5233525" y="1793285"/>
                  </a:lnTo>
                  <a:lnTo>
                    <a:pt x="5161519" y="1801238"/>
                  </a:lnTo>
                  <a:lnTo>
                    <a:pt x="5083172" y="1808353"/>
                  </a:lnTo>
                  <a:lnTo>
                    <a:pt x="4998736" y="1814705"/>
                  </a:lnTo>
                  <a:lnTo>
                    <a:pt x="4909267" y="1820335"/>
                  </a:lnTo>
                  <a:lnTo>
                    <a:pt x="4816838" y="1825256"/>
                  </a:lnTo>
                  <a:lnTo>
                    <a:pt x="4724638" y="1829457"/>
                  </a:lnTo>
                  <a:lnTo>
                    <a:pt x="4636814" y="1832920"/>
                  </a:lnTo>
                  <a:lnTo>
                    <a:pt x="4557980" y="1835638"/>
                  </a:lnTo>
                  <a:lnTo>
                    <a:pt x="4492383" y="1837633"/>
                  </a:lnTo>
                  <a:lnTo>
                    <a:pt x="4442939" y="1838970"/>
                  </a:lnTo>
                  <a:lnTo>
                    <a:pt x="4410447" y="1839754"/>
                  </a:lnTo>
                  <a:lnTo>
                    <a:pt x="4393250" y="1840128"/>
                  </a:lnTo>
                  <a:lnTo>
                    <a:pt x="4387365" y="1840243"/>
                  </a:lnTo>
                  <a:lnTo>
                    <a:pt x="4386855" y="1840252"/>
                  </a:lnTo>
                  <a:lnTo>
                    <a:pt x="3848118" y="1840252"/>
                  </a:lnTo>
                  <a:lnTo>
                    <a:pt x="3846877" y="1840194"/>
                  </a:lnTo>
                  <a:lnTo>
                    <a:pt x="3838766" y="1839777"/>
                  </a:lnTo>
                  <a:lnTo>
                    <a:pt x="3818514" y="1838623"/>
                  </a:lnTo>
                  <a:lnTo>
                    <a:pt x="3782796" y="1836359"/>
                  </a:lnTo>
                  <a:lnTo>
                    <a:pt x="3730550" y="1832656"/>
                  </a:lnTo>
                  <a:lnTo>
                    <a:pt x="3663012" y="1827269"/>
                  </a:lnTo>
                  <a:lnTo>
                    <a:pt x="3583304" y="1820063"/>
                  </a:lnTo>
                  <a:lnTo>
                    <a:pt x="3495636" y="1811000"/>
                  </a:lnTo>
                  <a:lnTo>
                    <a:pt x="3404411" y="1800107"/>
                  </a:lnTo>
                  <a:lnTo>
                    <a:pt x="3313489" y="1787426"/>
                  </a:lnTo>
                  <a:lnTo>
                    <a:pt x="3225782" y="1772977"/>
                  </a:lnTo>
                  <a:lnTo>
                    <a:pt x="3143146" y="1756724"/>
                  </a:lnTo>
                  <a:lnTo>
                    <a:pt x="3066494" y="1738553"/>
                  </a:lnTo>
                  <a:lnTo>
                    <a:pt x="2996004" y="1718274"/>
                  </a:lnTo>
                  <a:lnTo>
                    <a:pt x="2931337" y="1695613"/>
                  </a:lnTo>
                  <a:lnTo>
                    <a:pt x="2871829" y="1670229"/>
                  </a:lnTo>
                  <a:lnTo>
                    <a:pt x="2816635" y="1641726"/>
                  </a:lnTo>
                  <a:lnTo>
                    <a:pt x="2764838" y="1609689"/>
                  </a:lnTo>
                  <a:lnTo>
                    <a:pt x="2715532" y="1573743"/>
                  </a:lnTo>
                  <a:lnTo>
                    <a:pt x="2667905" y="1533662"/>
                  </a:lnTo>
                  <a:lnTo>
                    <a:pt x="2667772" y="1533543"/>
                  </a:lnTo>
                  <a:lnTo>
                    <a:pt x="2626412" y="1494519"/>
                  </a:lnTo>
                  <a:lnTo>
                    <a:pt x="2585454" y="1452155"/>
                  </a:lnTo>
                  <a:lnTo>
                    <a:pt x="2544577" y="1406388"/>
                  </a:lnTo>
                  <a:lnTo>
                    <a:pt x="2503546" y="1357231"/>
                  </a:lnTo>
                  <a:lnTo>
                    <a:pt x="2462194" y="1304784"/>
                  </a:lnTo>
                  <a:lnTo>
                    <a:pt x="2420425" y="1249239"/>
                  </a:lnTo>
                  <a:lnTo>
                    <a:pt x="2378196" y="1190885"/>
                  </a:lnTo>
                  <a:lnTo>
                    <a:pt x="2335521" y="1130106"/>
                  </a:lnTo>
                  <a:lnTo>
                    <a:pt x="2292456" y="1067371"/>
                  </a:lnTo>
                  <a:lnTo>
                    <a:pt x="2249095" y="1003226"/>
                  </a:lnTo>
                  <a:lnTo>
                    <a:pt x="2205560" y="938269"/>
                  </a:lnTo>
                  <a:lnTo>
                    <a:pt x="2161986" y="873134"/>
                  </a:lnTo>
                  <a:lnTo>
                    <a:pt x="2118513" y="808460"/>
                  </a:lnTo>
                  <a:lnTo>
                    <a:pt x="2075270" y="744868"/>
                  </a:lnTo>
                  <a:lnTo>
                    <a:pt x="2032368" y="682937"/>
                  </a:lnTo>
                  <a:lnTo>
                    <a:pt x="1989886" y="623180"/>
                  </a:lnTo>
                  <a:lnTo>
                    <a:pt x="1947862" y="566029"/>
                  </a:lnTo>
                  <a:lnTo>
                    <a:pt x="1906286" y="511827"/>
                  </a:lnTo>
                  <a:lnTo>
                    <a:pt x="1865092" y="460820"/>
                  </a:lnTo>
                  <a:lnTo>
                    <a:pt x="1824154" y="413158"/>
                  </a:lnTo>
                  <a:lnTo>
                    <a:pt x="1783275" y="368903"/>
                  </a:lnTo>
                  <a:lnTo>
                    <a:pt x="1742184" y="328031"/>
                  </a:lnTo>
                  <a:lnTo>
                    <a:pt x="1719082" y="306708"/>
                  </a:lnTo>
                  <a:lnTo>
                    <a:pt x="1671459" y="266616"/>
                  </a:lnTo>
                  <a:lnTo>
                    <a:pt x="1622159" y="230659"/>
                  </a:lnTo>
                  <a:lnTo>
                    <a:pt x="1570370" y="198611"/>
                  </a:lnTo>
                  <a:lnTo>
                    <a:pt x="1515187" y="170098"/>
                  </a:lnTo>
                  <a:lnTo>
                    <a:pt x="1455692" y="144706"/>
                  </a:lnTo>
                  <a:lnTo>
                    <a:pt x="1391041" y="122038"/>
                  </a:lnTo>
                  <a:lnTo>
                    <a:pt x="1320568" y="101753"/>
                  </a:lnTo>
                  <a:lnTo>
                    <a:pt x="1243934" y="83577"/>
                  </a:lnTo>
                  <a:lnTo>
                    <a:pt x="1161314" y="67317"/>
                  </a:lnTo>
                  <a:lnTo>
                    <a:pt x="1073619" y="52864"/>
                  </a:lnTo>
                  <a:lnTo>
                    <a:pt x="982703" y="40178"/>
                  </a:lnTo>
                  <a:lnTo>
                    <a:pt x="891473" y="29279"/>
                  </a:lnTo>
                  <a:lnTo>
                    <a:pt x="803789" y="20211"/>
                  </a:lnTo>
                  <a:lnTo>
                    <a:pt x="724052" y="13000"/>
                  </a:lnTo>
                  <a:lnTo>
                    <a:pt x="656475" y="7609"/>
                  </a:lnTo>
                  <a:lnTo>
                    <a:pt x="604183" y="3901"/>
                  </a:lnTo>
                  <a:lnTo>
                    <a:pt x="568419" y="1633"/>
                  </a:lnTo>
                  <a:lnTo>
                    <a:pt x="548126" y="477"/>
                  </a:lnTo>
                  <a:lnTo>
                    <a:pt x="539988" y="58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0" name="pg650"/>
            <p:cNvSpPr/>
            <p:nvPr/>
          </p:nvSpPr>
          <p:spPr>
            <a:xfrm>
              <a:off x="546595" y="2280371"/>
              <a:ext cx="8234974" cy="1856586"/>
            </a:xfrm>
            <a:custGeom>
              <a:avLst/>
              <a:pathLst>
                <a:path w="8234974" h="1856586">
                  <a:moveTo>
                    <a:pt x="0" y="5444"/>
                  </a:moveTo>
                  <a:lnTo>
                    <a:pt x="538736" y="5444"/>
                  </a:lnTo>
                  <a:lnTo>
                    <a:pt x="539977" y="5503"/>
                  </a:lnTo>
                  <a:lnTo>
                    <a:pt x="548083" y="5922"/>
                  </a:lnTo>
                  <a:lnTo>
                    <a:pt x="568325" y="7082"/>
                  </a:lnTo>
                  <a:lnTo>
                    <a:pt x="604026" y="9358"/>
                  </a:lnTo>
                  <a:lnTo>
                    <a:pt x="656248" y="13081"/>
                  </a:lnTo>
                  <a:lnTo>
                    <a:pt x="723759" y="18497"/>
                  </a:lnTo>
                  <a:lnTo>
                    <a:pt x="803439" y="25742"/>
                  </a:lnTo>
                  <a:lnTo>
                    <a:pt x="891083" y="34854"/>
                  </a:lnTo>
                  <a:lnTo>
                    <a:pt x="982289" y="45807"/>
                  </a:lnTo>
                  <a:lnTo>
                    <a:pt x="1073197" y="58557"/>
                  </a:lnTo>
                  <a:lnTo>
                    <a:pt x="1160896" y="73085"/>
                  </a:lnTo>
                  <a:lnTo>
                    <a:pt x="1243529" y="89428"/>
                  </a:lnTo>
                  <a:lnTo>
                    <a:pt x="1320181" y="107698"/>
                  </a:lnTo>
                  <a:lnTo>
                    <a:pt x="1390673" y="128088"/>
                  </a:lnTo>
                  <a:lnTo>
                    <a:pt x="1455343" y="150871"/>
                  </a:lnTo>
                  <a:lnTo>
                    <a:pt x="1514854" y="176392"/>
                  </a:lnTo>
                  <a:lnTo>
                    <a:pt x="1570049" y="205048"/>
                  </a:lnTo>
                  <a:lnTo>
                    <a:pt x="1621846" y="237257"/>
                  </a:lnTo>
                  <a:lnTo>
                    <a:pt x="1671150" y="273394"/>
                  </a:lnTo>
                  <a:lnTo>
                    <a:pt x="1718773" y="313689"/>
                  </a:lnTo>
                  <a:lnTo>
                    <a:pt x="1719082" y="313968"/>
                  </a:lnTo>
                  <a:lnTo>
                    <a:pt x="1760367" y="353147"/>
                  </a:lnTo>
                  <a:lnTo>
                    <a:pt x="1801250" y="395673"/>
                  </a:lnTo>
                  <a:lnTo>
                    <a:pt x="1842051" y="441611"/>
                  </a:lnTo>
                  <a:lnTo>
                    <a:pt x="1883005" y="490945"/>
                  </a:lnTo>
                  <a:lnTo>
                    <a:pt x="1924276" y="543579"/>
                  </a:lnTo>
                  <a:lnTo>
                    <a:pt x="1965964" y="599319"/>
                  </a:lnTo>
                  <a:lnTo>
                    <a:pt x="2008109" y="657877"/>
                  </a:lnTo>
                  <a:lnTo>
                    <a:pt x="2050700" y="718873"/>
                  </a:lnTo>
                  <a:lnTo>
                    <a:pt x="2093680" y="781835"/>
                  </a:lnTo>
                  <a:lnTo>
                    <a:pt x="2136956" y="846221"/>
                  </a:lnTo>
                  <a:lnTo>
                    <a:pt x="2180408" y="911432"/>
                  </a:lnTo>
                  <a:lnTo>
                    <a:pt x="2223902" y="976834"/>
                  </a:lnTo>
                  <a:lnTo>
                    <a:pt x="2267300" y="1041789"/>
                  </a:lnTo>
                  <a:lnTo>
                    <a:pt x="2310470" y="1105673"/>
                  </a:lnTo>
                  <a:lnTo>
                    <a:pt x="2353303" y="1167907"/>
                  </a:lnTo>
                  <a:lnTo>
                    <a:pt x="2395719" y="1227976"/>
                  </a:lnTo>
                  <a:lnTo>
                    <a:pt x="2437679" y="1285444"/>
                  </a:lnTo>
                  <a:lnTo>
                    <a:pt x="2479192" y="1339966"/>
                  </a:lnTo>
                  <a:lnTo>
                    <a:pt x="2520321" y="1391293"/>
                  </a:lnTo>
                  <a:lnTo>
                    <a:pt x="2561190" y="1439271"/>
                  </a:lnTo>
                  <a:lnTo>
                    <a:pt x="2601991" y="1483836"/>
                  </a:lnTo>
                  <a:lnTo>
                    <a:pt x="2642992" y="1525007"/>
                  </a:lnTo>
                  <a:lnTo>
                    <a:pt x="2667772" y="1548062"/>
                  </a:lnTo>
                  <a:lnTo>
                    <a:pt x="2715387" y="1588384"/>
                  </a:lnTo>
                  <a:lnTo>
                    <a:pt x="2764677" y="1624549"/>
                  </a:lnTo>
                  <a:lnTo>
                    <a:pt x="2816455" y="1656782"/>
                  </a:lnTo>
                  <a:lnTo>
                    <a:pt x="2871625" y="1685460"/>
                  </a:lnTo>
                  <a:lnTo>
                    <a:pt x="2931104" y="1711000"/>
                  </a:lnTo>
                  <a:lnTo>
                    <a:pt x="2995738" y="1733800"/>
                  </a:lnTo>
                  <a:lnTo>
                    <a:pt x="3066190" y="1754205"/>
                  </a:lnTo>
                  <a:lnTo>
                    <a:pt x="3142801" y="1772488"/>
                  </a:lnTo>
                  <a:lnTo>
                    <a:pt x="3225397" y="1788843"/>
                  </a:lnTo>
                  <a:lnTo>
                    <a:pt x="3313068" y="1803383"/>
                  </a:lnTo>
                  <a:lnTo>
                    <a:pt x="3403963" y="1816145"/>
                  </a:lnTo>
                  <a:lnTo>
                    <a:pt x="3495179" y="1827110"/>
                  </a:lnTo>
                  <a:lnTo>
                    <a:pt x="3582860" y="1836234"/>
                  </a:lnTo>
                  <a:lnTo>
                    <a:pt x="3662608" y="1843491"/>
                  </a:lnTo>
                  <a:lnTo>
                    <a:pt x="3730210" y="1848919"/>
                  </a:lnTo>
                  <a:lnTo>
                    <a:pt x="3782540" y="1852653"/>
                  </a:lnTo>
                  <a:lnTo>
                    <a:pt x="3818348" y="1854937"/>
                  </a:lnTo>
                  <a:lnTo>
                    <a:pt x="3838683" y="1856103"/>
                  </a:lnTo>
                  <a:lnTo>
                    <a:pt x="3846853" y="1856526"/>
                  </a:lnTo>
                  <a:lnTo>
                    <a:pt x="3848118" y="1856586"/>
                  </a:lnTo>
                  <a:lnTo>
                    <a:pt x="4386855" y="1856586"/>
                  </a:lnTo>
                  <a:lnTo>
                    <a:pt x="4388156" y="1856574"/>
                  </a:lnTo>
                  <a:lnTo>
                    <a:pt x="4396641" y="1856494"/>
                  </a:lnTo>
                  <a:lnTo>
                    <a:pt x="4417794" y="1856272"/>
                  </a:lnTo>
                  <a:lnTo>
                    <a:pt x="4455008" y="1855837"/>
                  </a:lnTo>
                  <a:lnTo>
                    <a:pt x="4509262" y="1855125"/>
                  </a:lnTo>
                  <a:lnTo>
                    <a:pt x="4579098" y="1854093"/>
                  </a:lnTo>
                  <a:lnTo>
                    <a:pt x="4661111" y="1852714"/>
                  </a:lnTo>
                  <a:lnTo>
                    <a:pt x="4750826" y="1850984"/>
                  </a:lnTo>
                  <a:lnTo>
                    <a:pt x="4843665" y="1848909"/>
                  </a:lnTo>
                  <a:lnTo>
                    <a:pt x="4935698" y="1846496"/>
                  </a:lnTo>
                  <a:lnTo>
                    <a:pt x="5024040" y="1843748"/>
                  </a:lnTo>
                  <a:lnTo>
                    <a:pt x="5106922" y="1840656"/>
                  </a:lnTo>
                  <a:lnTo>
                    <a:pt x="5183543" y="1837195"/>
                  </a:lnTo>
                  <a:lnTo>
                    <a:pt x="5253841" y="1833326"/>
                  </a:lnTo>
                  <a:lnTo>
                    <a:pt x="5318261" y="1828992"/>
                  </a:lnTo>
                  <a:lnTo>
                    <a:pt x="5377552" y="1824126"/>
                  </a:lnTo>
                  <a:lnTo>
                    <a:pt x="5432629" y="1818649"/>
                  </a:lnTo>
                  <a:lnTo>
                    <a:pt x="5484456" y="1812483"/>
                  </a:lnTo>
                  <a:lnTo>
                    <a:pt x="5533966" y="1805560"/>
                  </a:lnTo>
                  <a:lnTo>
                    <a:pt x="5567201" y="1800325"/>
                  </a:lnTo>
                  <a:lnTo>
                    <a:pt x="5619283" y="1791197"/>
                  </a:lnTo>
                  <a:lnTo>
                    <a:pt x="5670866" y="1781089"/>
                  </a:lnTo>
                  <a:lnTo>
                    <a:pt x="5722525" y="1769988"/>
                  </a:lnTo>
                  <a:lnTo>
                    <a:pt x="5774639" y="1757920"/>
                  </a:lnTo>
                  <a:lnTo>
                    <a:pt x="5827419" y="1744952"/>
                  </a:lnTo>
                  <a:lnTo>
                    <a:pt x="5880927" y="1731198"/>
                  </a:lnTo>
                  <a:lnTo>
                    <a:pt x="5935100" y="1716812"/>
                  </a:lnTo>
                  <a:lnTo>
                    <a:pt x="5989769" y="1701986"/>
                  </a:lnTo>
                  <a:lnTo>
                    <a:pt x="6044696" y="1686941"/>
                  </a:lnTo>
                  <a:lnTo>
                    <a:pt x="6099608" y="1671909"/>
                  </a:lnTo>
                  <a:lnTo>
                    <a:pt x="6154231" y="1657123"/>
                  </a:lnTo>
                  <a:lnTo>
                    <a:pt x="6208334" y="1642801"/>
                  </a:lnTo>
                  <a:lnTo>
                    <a:pt x="6261760" y="1629129"/>
                  </a:lnTo>
                  <a:lnTo>
                    <a:pt x="6314458" y="1616260"/>
                  </a:lnTo>
                  <a:lnTo>
                    <a:pt x="6366506" y="1604300"/>
                  </a:lnTo>
                  <a:lnTo>
                    <a:pt x="6418133" y="1593312"/>
                  </a:lnTo>
                  <a:lnTo>
                    <a:pt x="6469740" y="1583317"/>
                  </a:lnTo>
                  <a:lnTo>
                    <a:pt x="6515891" y="1575285"/>
                  </a:lnTo>
                  <a:lnTo>
                    <a:pt x="6564283" y="1567820"/>
                  </a:lnTo>
                  <a:lnTo>
                    <a:pt x="6614418" y="1561137"/>
                  </a:lnTo>
                  <a:lnTo>
                    <a:pt x="6667150" y="1555193"/>
                  </a:lnTo>
                  <a:lnTo>
                    <a:pt x="6723431" y="1549914"/>
                  </a:lnTo>
                  <a:lnTo>
                    <a:pt x="6784220" y="1545221"/>
                  </a:lnTo>
                  <a:lnTo>
                    <a:pt x="6850393" y="1541038"/>
                  </a:lnTo>
                  <a:lnTo>
                    <a:pt x="6922624" y="1537300"/>
                  </a:lnTo>
                  <a:lnTo>
                    <a:pt x="7001223" y="1533957"/>
                  </a:lnTo>
                  <a:lnTo>
                    <a:pt x="7085924" y="1530974"/>
                  </a:lnTo>
                  <a:lnTo>
                    <a:pt x="7175651" y="1528330"/>
                  </a:lnTo>
                  <a:lnTo>
                    <a:pt x="7268295" y="1526021"/>
                  </a:lnTo>
                  <a:lnTo>
                    <a:pt x="7360627" y="1524052"/>
                  </a:lnTo>
                  <a:lnTo>
                    <a:pt x="7448457" y="1522431"/>
                  </a:lnTo>
                  <a:lnTo>
                    <a:pt x="7527142" y="1521161"/>
                  </a:lnTo>
                  <a:lnTo>
                    <a:pt x="7592434" y="1520231"/>
                  </a:lnTo>
                  <a:lnTo>
                    <a:pt x="7641451" y="1519611"/>
                  </a:lnTo>
                  <a:lnTo>
                    <a:pt x="7673463" y="1519250"/>
                  </a:lnTo>
                  <a:lnTo>
                    <a:pt x="7690219" y="1519079"/>
                  </a:lnTo>
                  <a:lnTo>
                    <a:pt x="7695802" y="1519028"/>
                  </a:lnTo>
                  <a:lnTo>
                    <a:pt x="7696237" y="1519025"/>
                  </a:lnTo>
                  <a:lnTo>
                    <a:pt x="8234974" y="1519025"/>
                  </a:lnTo>
                  <a:lnTo>
                    <a:pt x="8234974" y="1513580"/>
                  </a:lnTo>
                  <a:lnTo>
                    <a:pt x="7696237" y="1513580"/>
                  </a:lnTo>
                  <a:lnTo>
                    <a:pt x="7694937" y="1513591"/>
                  </a:lnTo>
                  <a:lnTo>
                    <a:pt x="7686451" y="1513671"/>
                  </a:lnTo>
                  <a:lnTo>
                    <a:pt x="7665299" y="1513893"/>
                  </a:lnTo>
                  <a:lnTo>
                    <a:pt x="7628084" y="1514329"/>
                  </a:lnTo>
                  <a:lnTo>
                    <a:pt x="7573830" y="1515040"/>
                  </a:lnTo>
                  <a:lnTo>
                    <a:pt x="7503995" y="1516073"/>
                  </a:lnTo>
                  <a:lnTo>
                    <a:pt x="7421982" y="1517451"/>
                  </a:lnTo>
                  <a:lnTo>
                    <a:pt x="7332266" y="1519181"/>
                  </a:lnTo>
                  <a:lnTo>
                    <a:pt x="7239427" y="1521257"/>
                  </a:lnTo>
                  <a:lnTo>
                    <a:pt x="7147394" y="1523669"/>
                  </a:lnTo>
                  <a:lnTo>
                    <a:pt x="7059052" y="1526417"/>
                  </a:lnTo>
                  <a:lnTo>
                    <a:pt x="6976171" y="1529509"/>
                  </a:lnTo>
                  <a:lnTo>
                    <a:pt x="6899550" y="1532970"/>
                  </a:lnTo>
                  <a:lnTo>
                    <a:pt x="6829251" y="1536840"/>
                  </a:lnTo>
                  <a:lnTo>
                    <a:pt x="6764832" y="1541173"/>
                  </a:lnTo>
                  <a:lnTo>
                    <a:pt x="6705540" y="1546040"/>
                  </a:lnTo>
                  <a:lnTo>
                    <a:pt x="6650464" y="1551517"/>
                  </a:lnTo>
                  <a:lnTo>
                    <a:pt x="6598636" y="1557683"/>
                  </a:lnTo>
                  <a:lnTo>
                    <a:pt x="6549126" y="1564606"/>
                  </a:lnTo>
                  <a:lnTo>
                    <a:pt x="6515891" y="1569840"/>
                  </a:lnTo>
                  <a:lnTo>
                    <a:pt x="6463809" y="1578968"/>
                  </a:lnTo>
                  <a:lnTo>
                    <a:pt x="6412226" y="1589077"/>
                  </a:lnTo>
                  <a:lnTo>
                    <a:pt x="6360568" y="1600178"/>
                  </a:lnTo>
                  <a:lnTo>
                    <a:pt x="6308454" y="1612246"/>
                  </a:lnTo>
                  <a:lnTo>
                    <a:pt x="6255674" y="1625214"/>
                  </a:lnTo>
                  <a:lnTo>
                    <a:pt x="6202165" y="1638968"/>
                  </a:lnTo>
                  <a:lnTo>
                    <a:pt x="6147993" y="1653354"/>
                  </a:lnTo>
                  <a:lnTo>
                    <a:pt x="6093324" y="1668179"/>
                  </a:lnTo>
                  <a:lnTo>
                    <a:pt x="6038396" y="1683225"/>
                  </a:lnTo>
                  <a:lnTo>
                    <a:pt x="5983485" y="1698257"/>
                  </a:lnTo>
                  <a:lnTo>
                    <a:pt x="5928862" y="1713042"/>
                  </a:lnTo>
                  <a:lnTo>
                    <a:pt x="5874759" y="1727365"/>
                  </a:lnTo>
                  <a:lnTo>
                    <a:pt x="5821332" y="1741036"/>
                  </a:lnTo>
                  <a:lnTo>
                    <a:pt x="5768634" y="1753906"/>
                  </a:lnTo>
                  <a:lnTo>
                    <a:pt x="5716586" y="1765866"/>
                  </a:lnTo>
                  <a:lnTo>
                    <a:pt x="5664959" y="1776853"/>
                  </a:lnTo>
                  <a:lnTo>
                    <a:pt x="5613352" y="1786848"/>
                  </a:lnTo>
                  <a:lnTo>
                    <a:pt x="5567201" y="1794881"/>
                  </a:lnTo>
                  <a:lnTo>
                    <a:pt x="5518809" y="1802346"/>
                  </a:lnTo>
                  <a:lnTo>
                    <a:pt x="5468675" y="1809028"/>
                  </a:lnTo>
                  <a:lnTo>
                    <a:pt x="5415942" y="1814973"/>
                  </a:lnTo>
                  <a:lnTo>
                    <a:pt x="5359662" y="1820252"/>
                  </a:lnTo>
                  <a:lnTo>
                    <a:pt x="5298873" y="1824945"/>
                  </a:lnTo>
                  <a:lnTo>
                    <a:pt x="5232699" y="1829128"/>
                  </a:lnTo>
                  <a:lnTo>
                    <a:pt x="5160468" y="1832866"/>
                  </a:lnTo>
                  <a:lnTo>
                    <a:pt x="5081870" y="1836209"/>
                  </a:lnTo>
                  <a:lnTo>
                    <a:pt x="4997168" y="1839192"/>
                  </a:lnTo>
                  <a:lnTo>
                    <a:pt x="4907442" y="1841836"/>
                  </a:lnTo>
                  <a:lnTo>
                    <a:pt x="4814798" y="1844144"/>
                  </a:lnTo>
                  <a:lnTo>
                    <a:pt x="4722465" y="1846114"/>
                  </a:lnTo>
                  <a:lnTo>
                    <a:pt x="4634635" y="1847735"/>
                  </a:lnTo>
                  <a:lnTo>
                    <a:pt x="4555950" y="1849005"/>
                  </a:lnTo>
                  <a:lnTo>
                    <a:pt x="4490658" y="1849934"/>
                  </a:lnTo>
                  <a:lnTo>
                    <a:pt x="4441642" y="1850554"/>
                  </a:lnTo>
                  <a:lnTo>
                    <a:pt x="4409630" y="1850916"/>
                  </a:lnTo>
                  <a:lnTo>
                    <a:pt x="4392873" y="1851086"/>
                  </a:lnTo>
                  <a:lnTo>
                    <a:pt x="4387290" y="1851137"/>
                  </a:lnTo>
                  <a:lnTo>
                    <a:pt x="4386855" y="1851141"/>
                  </a:lnTo>
                  <a:lnTo>
                    <a:pt x="3848118" y="1851141"/>
                  </a:lnTo>
                  <a:lnTo>
                    <a:pt x="3846877" y="1851082"/>
                  </a:lnTo>
                  <a:lnTo>
                    <a:pt x="3838771" y="1850663"/>
                  </a:lnTo>
                  <a:lnTo>
                    <a:pt x="3818529" y="1849504"/>
                  </a:lnTo>
                  <a:lnTo>
                    <a:pt x="3782829" y="1847228"/>
                  </a:lnTo>
                  <a:lnTo>
                    <a:pt x="3730606" y="1843504"/>
                  </a:lnTo>
                  <a:lnTo>
                    <a:pt x="3663096" y="1838088"/>
                  </a:lnTo>
                  <a:lnTo>
                    <a:pt x="3583415" y="1830843"/>
                  </a:lnTo>
                  <a:lnTo>
                    <a:pt x="3495772" y="1821731"/>
                  </a:lnTo>
                  <a:lnTo>
                    <a:pt x="3404565" y="1810778"/>
                  </a:lnTo>
                  <a:lnTo>
                    <a:pt x="3313657" y="1798028"/>
                  </a:lnTo>
                  <a:lnTo>
                    <a:pt x="3225958" y="1783500"/>
                  </a:lnTo>
                  <a:lnTo>
                    <a:pt x="3143325" y="1767157"/>
                  </a:lnTo>
                  <a:lnTo>
                    <a:pt x="3066674" y="1748887"/>
                  </a:lnTo>
                  <a:lnTo>
                    <a:pt x="2996181" y="1728497"/>
                  </a:lnTo>
                  <a:lnTo>
                    <a:pt x="2931512" y="1705714"/>
                  </a:lnTo>
                  <a:lnTo>
                    <a:pt x="2872001" y="1680194"/>
                  </a:lnTo>
                  <a:lnTo>
                    <a:pt x="2816805" y="1651537"/>
                  </a:lnTo>
                  <a:lnTo>
                    <a:pt x="2765008" y="1619329"/>
                  </a:lnTo>
                  <a:lnTo>
                    <a:pt x="2715704" y="1583191"/>
                  </a:lnTo>
                  <a:lnTo>
                    <a:pt x="2668081" y="1542896"/>
                  </a:lnTo>
                  <a:lnTo>
                    <a:pt x="2667772" y="1542618"/>
                  </a:lnTo>
                  <a:lnTo>
                    <a:pt x="2626488" y="1503438"/>
                  </a:lnTo>
                  <a:lnTo>
                    <a:pt x="2585605" y="1460912"/>
                  </a:lnTo>
                  <a:lnTo>
                    <a:pt x="2544804" y="1414975"/>
                  </a:lnTo>
                  <a:lnTo>
                    <a:pt x="2503850" y="1365640"/>
                  </a:lnTo>
                  <a:lnTo>
                    <a:pt x="2462578" y="1313006"/>
                  </a:lnTo>
                  <a:lnTo>
                    <a:pt x="2420890" y="1257266"/>
                  </a:lnTo>
                  <a:lnTo>
                    <a:pt x="2378745" y="1198708"/>
                  </a:lnTo>
                  <a:lnTo>
                    <a:pt x="2336155" y="1137712"/>
                  </a:lnTo>
                  <a:lnTo>
                    <a:pt x="2293175" y="1074750"/>
                  </a:lnTo>
                  <a:lnTo>
                    <a:pt x="2249899" y="1010364"/>
                  </a:lnTo>
                  <a:lnTo>
                    <a:pt x="2206446" y="945153"/>
                  </a:lnTo>
                  <a:lnTo>
                    <a:pt x="2162952" y="879751"/>
                  </a:lnTo>
                  <a:lnTo>
                    <a:pt x="2119555" y="814797"/>
                  </a:lnTo>
                  <a:lnTo>
                    <a:pt x="2076385" y="750913"/>
                  </a:lnTo>
                  <a:lnTo>
                    <a:pt x="2033552" y="688678"/>
                  </a:lnTo>
                  <a:lnTo>
                    <a:pt x="1991136" y="628609"/>
                  </a:lnTo>
                  <a:lnTo>
                    <a:pt x="1949175" y="571141"/>
                  </a:lnTo>
                  <a:lnTo>
                    <a:pt x="1907663" y="516619"/>
                  </a:lnTo>
                  <a:lnTo>
                    <a:pt x="1866534" y="465292"/>
                  </a:lnTo>
                  <a:lnTo>
                    <a:pt x="1825665" y="417315"/>
                  </a:lnTo>
                  <a:lnTo>
                    <a:pt x="1784864" y="372750"/>
                  </a:lnTo>
                  <a:lnTo>
                    <a:pt x="1743863" y="331578"/>
                  </a:lnTo>
                  <a:lnTo>
                    <a:pt x="1719082" y="308523"/>
                  </a:lnTo>
                  <a:lnTo>
                    <a:pt x="1671468" y="268201"/>
                  </a:lnTo>
                  <a:lnTo>
                    <a:pt x="1622178" y="232036"/>
                  </a:lnTo>
                  <a:lnTo>
                    <a:pt x="1570400" y="199803"/>
                  </a:lnTo>
                  <a:lnTo>
                    <a:pt x="1515230" y="171125"/>
                  </a:lnTo>
                  <a:lnTo>
                    <a:pt x="1455750" y="145585"/>
                  </a:lnTo>
                  <a:lnTo>
                    <a:pt x="1391117" y="122785"/>
                  </a:lnTo>
                  <a:lnTo>
                    <a:pt x="1320664" y="102380"/>
                  </a:lnTo>
                  <a:lnTo>
                    <a:pt x="1244053" y="84097"/>
                  </a:lnTo>
                  <a:lnTo>
                    <a:pt x="1161458" y="67742"/>
                  </a:lnTo>
                  <a:lnTo>
                    <a:pt x="1073787" y="53202"/>
                  </a:lnTo>
                  <a:lnTo>
                    <a:pt x="982892" y="40440"/>
                  </a:lnTo>
                  <a:lnTo>
                    <a:pt x="891676" y="29475"/>
                  </a:lnTo>
                  <a:lnTo>
                    <a:pt x="803995" y="20351"/>
                  </a:lnTo>
                  <a:lnTo>
                    <a:pt x="724247" y="13094"/>
                  </a:lnTo>
                  <a:lnTo>
                    <a:pt x="656645" y="7667"/>
                  </a:lnTo>
                  <a:lnTo>
                    <a:pt x="604315" y="3932"/>
                  </a:lnTo>
                  <a:lnTo>
                    <a:pt x="568507" y="1648"/>
                  </a:lnTo>
                  <a:lnTo>
                    <a:pt x="548172" y="482"/>
                  </a:lnTo>
                  <a:lnTo>
                    <a:pt x="540001" y="5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51" name="pl651"/>
            <p:cNvSpPr/>
            <p:nvPr/>
          </p:nvSpPr>
          <p:spPr>
            <a:xfrm>
              <a:off x="546595" y="2285815"/>
              <a:ext cx="8234974" cy="1851141"/>
            </a:xfrm>
            <a:custGeom>
              <a:avLst/>
              <a:pathLst>
                <a:path w="8234974" h="1851141">
                  <a:moveTo>
                    <a:pt x="0" y="0"/>
                  </a:moveTo>
                  <a:lnTo>
                    <a:pt x="538736" y="0"/>
                  </a:lnTo>
                  <a:lnTo>
                    <a:pt x="539977" y="58"/>
                  </a:lnTo>
                  <a:lnTo>
                    <a:pt x="548083" y="478"/>
                  </a:lnTo>
                  <a:lnTo>
                    <a:pt x="568325" y="1637"/>
                  </a:lnTo>
                  <a:lnTo>
                    <a:pt x="604026" y="3913"/>
                  </a:lnTo>
                  <a:lnTo>
                    <a:pt x="656248" y="7637"/>
                  </a:lnTo>
                  <a:lnTo>
                    <a:pt x="723759" y="13052"/>
                  </a:lnTo>
                  <a:lnTo>
                    <a:pt x="803439" y="20297"/>
                  </a:lnTo>
                  <a:lnTo>
                    <a:pt x="891083" y="29409"/>
                  </a:lnTo>
                  <a:lnTo>
                    <a:pt x="982289" y="40362"/>
                  </a:lnTo>
                  <a:lnTo>
                    <a:pt x="1073197" y="53112"/>
                  </a:lnTo>
                  <a:lnTo>
                    <a:pt x="1160896" y="67640"/>
                  </a:lnTo>
                  <a:lnTo>
                    <a:pt x="1243529" y="83983"/>
                  </a:lnTo>
                  <a:lnTo>
                    <a:pt x="1320181" y="102253"/>
                  </a:lnTo>
                  <a:lnTo>
                    <a:pt x="1390673" y="122643"/>
                  </a:lnTo>
                  <a:lnTo>
                    <a:pt x="1455343" y="145426"/>
                  </a:lnTo>
                  <a:lnTo>
                    <a:pt x="1514854" y="170947"/>
                  </a:lnTo>
                  <a:lnTo>
                    <a:pt x="1570049" y="199603"/>
                  </a:lnTo>
                  <a:lnTo>
                    <a:pt x="1621846" y="231812"/>
                  </a:lnTo>
                  <a:lnTo>
                    <a:pt x="1671150" y="267950"/>
                  </a:lnTo>
                  <a:lnTo>
                    <a:pt x="1718773" y="308244"/>
                  </a:lnTo>
                  <a:lnTo>
                    <a:pt x="1719082" y="308523"/>
                  </a:lnTo>
                  <a:lnTo>
                    <a:pt x="1760367" y="347702"/>
                  </a:lnTo>
                  <a:lnTo>
                    <a:pt x="1801250" y="390229"/>
                  </a:lnTo>
                  <a:lnTo>
                    <a:pt x="1842051" y="436166"/>
                  </a:lnTo>
                  <a:lnTo>
                    <a:pt x="1883005" y="485501"/>
                  </a:lnTo>
                  <a:lnTo>
                    <a:pt x="1924276" y="538134"/>
                  </a:lnTo>
                  <a:lnTo>
                    <a:pt x="1965964" y="593874"/>
                  </a:lnTo>
                  <a:lnTo>
                    <a:pt x="2008109" y="652433"/>
                  </a:lnTo>
                  <a:lnTo>
                    <a:pt x="2050700" y="713428"/>
                  </a:lnTo>
                  <a:lnTo>
                    <a:pt x="2093680" y="776391"/>
                  </a:lnTo>
                  <a:lnTo>
                    <a:pt x="2136956" y="840777"/>
                  </a:lnTo>
                  <a:lnTo>
                    <a:pt x="2180408" y="905987"/>
                  </a:lnTo>
                  <a:lnTo>
                    <a:pt x="2223902" y="971390"/>
                  </a:lnTo>
                  <a:lnTo>
                    <a:pt x="2267300" y="1036344"/>
                  </a:lnTo>
                  <a:lnTo>
                    <a:pt x="2310470" y="1100228"/>
                  </a:lnTo>
                  <a:lnTo>
                    <a:pt x="2353303" y="1162462"/>
                  </a:lnTo>
                  <a:lnTo>
                    <a:pt x="2395719" y="1222531"/>
                  </a:lnTo>
                  <a:lnTo>
                    <a:pt x="2437679" y="1279999"/>
                  </a:lnTo>
                  <a:lnTo>
                    <a:pt x="2479192" y="1334521"/>
                  </a:lnTo>
                  <a:lnTo>
                    <a:pt x="2520321" y="1385848"/>
                  </a:lnTo>
                  <a:lnTo>
                    <a:pt x="2561190" y="1433826"/>
                  </a:lnTo>
                  <a:lnTo>
                    <a:pt x="2601991" y="1478391"/>
                  </a:lnTo>
                  <a:lnTo>
                    <a:pt x="2642992" y="1519562"/>
                  </a:lnTo>
                  <a:lnTo>
                    <a:pt x="2667772" y="1542618"/>
                  </a:lnTo>
                  <a:lnTo>
                    <a:pt x="2715387" y="1582940"/>
                  </a:lnTo>
                  <a:lnTo>
                    <a:pt x="2764677" y="1619104"/>
                  </a:lnTo>
                  <a:lnTo>
                    <a:pt x="2816455" y="1651338"/>
                  </a:lnTo>
                  <a:lnTo>
                    <a:pt x="2871625" y="1680016"/>
                  </a:lnTo>
                  <a:lnTo>
                    <a:pt x="2931104" y="1705556"/>
                  </a:lnTo>
                  <a:lnTo>
                    <a:pt x="2995738" y="1728356"/>
                  </a:lnTo>
                  <a:lnTo>
                    <a:pt x="3066190" y="1748760"/>
                  </a:lnTo>
                  <a:lnTo>
                    <a:pt x="3142801" y="1767044"/>
                  </a:lnTo>
                  <a:lnTo>
                    <a:pt x="3225397" y="1783399"/>
                  </a:lnTo>
                  <a:lnTo>
                    <a:pt x="3313068" y="1797938"/>
                  </a:lnTo>
                  <a:lnTo>
                    <a:pt x="3403963" y="1810700"/>
                  </a:lnTo>
                  <a:lnTo>
                    <a:pt x="3495179" y="1821665"/>
                  </a:lnTo>
                  <a:lnTo>
                    <a:pt x="3582860" y="1830790"/>
                  </a:lnTo>
                  <a:lnTo>
                    <a:pt x="3662608" y="1838047"/>
                  </a:lnTo>
                  <a:lnTo>
                    <a:pt x="3730210" y="1843474"/>
                  </a:lnTo>
                  <a:lnTo>
                    <a:pt x="3782540" y="1847208"/>
                  </a:lnTo>
                  <a:lnTo>
                    <a:pt x="3818348" y="1849493"/>
                  </a:lnTo>
                  <a:lnTo>
                    <a:pt x="3838683" y="1850658"/>
                  </a:lnTo>
                  <a:lnTo>
                    <a:pt x="3846853" y="1851081"/>
                  </a:lnTo>
                  <a:lnTo>
                    <a:pt x="3848118" y="1851141"/>
                  </a:lnTo>
                  <a:lnTo>
                    <a:pt x="3848118" y="1851141"/>
                  </a:lnTo>
                  <a:lnTo>
                    <a:pt x="4386855" y="1851141"/>
                  </a:lnTo>
                  <a:lnTo>
                    <a:pt x="4388156" y="1851130"/>
                  </a:lnTo>
                  <a:lnTo>
                    <a:pt x="4396641" y="1851050"/>
                  </a:lnTo>
                  <a:lnTo>
                    <a:pt x="4417794" y="1850828"/>
                  </a:lnTo>
                  <a:lnTo>
                    <a:pt x="4455008" y="1850392"/>
                  </a:lnTo>
                  <a:lnTo>
                    <a:pt x="4509262" y="1849681"/>
                  </a:lnTo>
                  <a:lnTo>
                    <a:pt x="4579098" y="1848648"/>
                  </a:lnTo>
                  <a:lnTo>
                    <a:pt x="4661111" y="1847270"/>
                  </a:lnTo>
                  <a:lnTo>
                    <a:pt x="4750826" y="1845540"/>
                  </a:lnTo>
                  <a:lnTo>
                    <a:pt x="4843665" y="1843464"/>
                  </a:lnTo>
                  <a:lnTo>
                    <a:pt x="4935698" y="1841052"/>
                  </a:lnTo>
                  <a:lnTo>
                    <a:pt x="5024040" y="1838304"/>
                  </a:lnTo>
                  <a:lnTo>
                    <a:pt x="5106922" y="1835212"/>
                  </a:lnTo>
                  <a:lnTo>
                    <a:pt x="5183543" y="1831751"/>
                  </a:lnTo>
                  <a:lnTo>
                    <a:pt x="5253841" y="1827881"/>
                  </a:lnTo>
                  <a:lnTo>
                    <a:pt x="5318261" y="1823548"/>
                  </a:lnTo>
                  <a:lnTo>
                    <a:pt x="5377552" y="1818681"/>
                  </a:lnTo>
                  <a:lnTo>
                    <a:pt x="5432629" y="1813204"/>
                  </a:lnTo>
                  <a:lnTo>
                    <a:pt x="5484456" y="1807038"/>
                  </a:lnTo>
                  <a:lnTo>
                    <a:pt x="5533966" y="1800115"/>
                  </a:lnTo>
                  <a:lnTo>
                    <a:pt x="5567201" y="1794881"/>
                  </a:lnTo>
                  <a:lnTo>
                    <a:pt x="5619283" y="1785753"/>
                  </a:lnTo>
                  <a:lnTo>
                    <a:pt x="5670866" y="1775644"/>
                  </a:lnTo>
                  <a:lnTo>
                    <a:pt x="5722525" y="1764543"/>
                  </a:lnTo>
                  <a:lnTo>
                    <a:pt x="5774639" y="1752475"/>
                  </a:lnTo>
                  <a:lnTo>
                    <a:pt x="5827419" y="1739508"/>
                  </a:lnTo>
                  <a:lnTo>
                    <a:pt x="5880927" y="1725753"/>
                  </a:lnTo>
                  <a:lnTo>
                    <a:pt x="5935100" y="1711367"/>
                  </a:lnTo>
                  <a:lnTo>
                    <a:pt x="5989769" y="1696542"/>
                  </a:lnTo>
                  <a:lnTo>
                    <a:pt x="6044696" y="1681496"/>
                  </a:lnTo>
                  <a:lnTo>
                    <a:pt x="6099608" y="1666465"/>
                  </a:lnTo>
                  <a:lnTo>
                    <a:pt x="6154231" y="1651679"/>
                  </a:lnTo>
                  <a:lnTo>
                    <a:pt x="6208334" y="1637356"/>
                  </a:lnTo>
                  <a:lnTo>
                    <a:pt x="6261760" y="1623685"/>
                  </a:lnTo>
                  <a:lnTo>
                    <a:pt x="6314458" y="1610816"/>
                  </a:lnTo>
                  <a:lnTo>
                    <a:pt x="6366506" y="1598856"/>
                  </a:lnTo>
                  <a:lnTo>
                    <a:pt x="6418133" y="1587868"/>
                  </a:lnTo>
                  <a:lnTo>
                    <a:pt x="6469740" y="1577873"/>
                  </a:lnTo>
                  <a:lnTo>
                    <a:pt x="6515891" y="1569840"/>
                  </a:lnTo>
                  <a:lnTo>
                    <a:pt x="6564283" y="1562375"/>
                  </a:lnTo>
                  <a:lnTo>
                    <a:pt x="6614418" y="1555693"/>
                  </a:lnTo>
                  <a:lnTo>
                    <a:pt x="6667150" y="1549748"/>
                  </a:lnTo>
                  <a:lnTo>
                    <a:pt x="6723431" y="1544469"/>
                  </a:lnTo>
                  <a:lnTo>
                    <a:pt x="6784220" y="1539776"/>
                  </a:lnTo>
                  <a:lnTo>
                    <a:pt x="6850393" y="1535593"/>
                  </a:lnTo>
                  <a:lnTo>
                    <a:pt x="6922624" y="1531856"/>
                  </a:lnTo>
                  <a:lnTo>
                    <a:pt x="7001223" y="1528513"/>
                  </a:lnTo>
                  <a:lnTo>
                    <a:pt x="7085924" y="1525529"/>
                  </a:lnTo>
                  <a:lnTo>
                    <a:pt x="7175651" y="1522886"/>
                  </a:lnTo>
                  <a:lnTo>
                    <a:pt x="7268295" y="1520577"/>
                  </a:lnTo>
                  <a:lnTo>
                    <a:pt x="7360627" y="1518607"/>
                  </a:lnTo>
                  <a:lnTo>
                    <a:pt x="7448457" y="1516986"/>
                  </a:lnTo>
                  <a:lnTo>
                    <a:pt x="7527142" y="1515716"/>
                  </a:lnTo>
                  <a:lnTo>
                    <a:pt x="7592434" y="1514787"/>
                  </a:lnTo>
                  <a:lnTo>
                    <a:pt x="7641451" y="1514167"/>
                  </a:lnTo>
                  <a:lnTo>
                    <a:pt x="7673463" y="1513805"/>
                  </a:lnTo>
                  <a:lnTo>
                    <a:pt x="7690219" y="1513635"/>
                  </a:lnTo>
                  <a:lnTo>
                    <a:pt x="7695802" y="1513584"/>
                  </a:lnTo>
                  <a:lnTo>
                    <a:pt x="7696237" y="1513580"/>
                  </a:lnTo>
                  <a:lnTo>
                    <a:pt x="8234974" y="15135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2" name="pl652"/>
            <p:cNvSpPr/>
            <p:nvPr/>
          </p:nvSpPr>
          <p:spPr>
            <a:xfrm>
              <a:off x="546595" y="2280371"/>
              <a:ext cx="8234974" cy="1851141"/>
            </a:xfrm>
            <a:custGeom>
              <a:avLst/>
              <a:pathLst>
                <a:path w="8234974" h="1851141">
                  <a:moveTo>
                    <a:pt x="8234974" y="1513580"/>
                  </a:moveTo>
                  <a:lnTo>
                    <a:pt x="7696237" y="1513580"/>
                  </a:lnTo>
                  <a:lnTo>
                    <a:pt x="7694937" y="1513591"/>
                  </a:lnTo>
                  <a:lnTo>
                    <a:pt x="7686451" y="1513671"/>
                  </a:lnTo>
                  <a:lnTo>
                    <a:pt x="7665299" y="1513893"/>
                  </a:lnTo>
                  <a:lnTo>
                    <a:pt x="7628084" y="1514329"/>
                  </a:lnTo>
                  <a:lnTo>
                    <a:pt x="7573830" y="1515040"/>
                  </a:lnTo>
                  <a:lnTo>
                    <a:pt x="7503995" y="1516073"/>
                  </a:lnTo>
                  <a:lnTo>
                    <a:pt x="7421982" y="1517451"/>
                  </a:lnTo>
                  <a:lnTo>
                    <a:pt x="7332266" y="1519181"/>
                  </a:lnTo>
                  <a:lnTo>
                    <a:pt x="7239427" y="1521257"/>
                  </a:lnTo>
                  <a:lnTo>
                    <a:pt x="7147394" y="1523669"/>
                  </a:lnTo>
                  <a:lnTo>
                    <a:pt x="7059052" y="1526417"/>
                  </a:lnTo>
                  <a:lnTo>
                    <a:pt x="6976171" y="1529509"/>
                  </a:lnTo>
                  <a:lnTo>
                    <a:pt x="6899550" y="1532970"/>
                  </a:lnTo>
                  <a:lnTo>
                    <a:pt x="6829251" y="1536840"/>
                  </a:lnTo>
                  <a:lnTo>
                    <a:pt x="6764832" y="1541173"/>
                  </a:lnTo>
                  <a:lnTo>
                    <a:pt x="6705540" y="1546040"/>
                  </a:lnTo>
                  <a:lnTo>
                    <a:pt x="6650464" y="1551517"/>
                  </a:lnTo>
                  <a:lnTo>
                    <a:pt x="6598636" y="1557683"/>
                  </a:lnTo>
                  <a:lnTo>
                    <a:pt x="6549126" y="1564606"/>
                  </a:lnTo>
                  <a:lnTo>
                    <a:pt x="6515891" y="1569840"/>
                  </a:lnTo>
                  <a:lnTo>
                    <a:pt x="6463809" y="1578968"/>
                  </a:lnTo>
                  <a:lnTo>
                    <a:pt x="6412226" y="1589077"/>
                  </a:lnTo>
                  <a:lnTo>
                    <a:pt x="6360568" y="1600178"/>
                  </a:lnTo>
                  <a:lnTo>
                    <a:pt x="6308454" y="1612246"/>
                  </a:lnTo>
                  <a:lnTo>
                    <a:pt x="6255674" y="1625214"/>
                  </a:lnTo>
                  <a:lnTo>
                    <a:pt x="6202165" y="1638968"/>
                  </a:lnTo>
                  <a:lnTo>
                    <a:pt x="6147993" y="1653354"/>
                  </a:lnTo>
                  <a:lnTo>
                    <a:pt x="6093324" y="1668179"/>
                  </a:lnTo>
                  <a:lnTo>
                    <a:pt x="6038396" y="1683225"/>
                  </a:lnTo>
                  <a:lnTo>
                    <a:pt x="5983485" y="1698257"/>
                  </a:lnTo>
                  <a:lnTo>
                    <a:pt x="5928862" y="1713042"/>
                  </a:lnTo>
                  <a:lnTo>
                    <a:pt x="5874759" y="1727365"/>
                  </a:lnTo>
                  <a:lnTo>
                    <a:pt x="5821332" y="1741036"/>
                  </a:lnTo>
                  <a:lnTo>
                    <a:pt x="5768634" y="1753906"/>
                  </a:lnTo>
                  <a:lnTo>
                    <a:pt x="5716586" y="1765866"/>
                  </a:lnTo>
                  <a:lnTo>
                    <a:pt x="5664959" y="1776853"/>
                  </a:lnTo>
                  <a:lnTo>
                    <a:pt x="5613352" y="1786848"/>
                  </a:lnTo>
                  <a:lnTo>
                    <a:pt x="5567201" y="1794881"/>
                  </a:lnTo>
                  <a:lnTo>
                    <a:pt x="5518809" y="1802346"/>
                  </a:lnTo>
                  <a:lnTo>
                    <a:pt x="5468675" y="1809028"/>
                  </a:lnTo>
                  <a:lnTo>
                    <a:pt x="5415942" y="1814973"/>
                  </a:lnTo>
                  <a:lnTo>
                    <a:pt x="5359662" y="1820252"/>
                  </a:lnTo>
                  <a:lnTo>
                    <a:pt x="5298873" y="1824945"/>
                  </a:lnTo>
                  <a:lnTo>
                    <a:pt x="5232699" y="1829128"/>
                  </a:lnTo>
                  <a:lnTo>
                    <a:pt x="5160468" y="1832866"/>
                  </a:lnTo>
                  <a:lnTo>
                    <a:pt x="5081870" y="1836209"/>
                  </a:lnTo>
                  <a:lnTo>
                    <a:pt x="4997168" y="1839192"/>
                  </a:lnTo>
                  <a:lnTo>
                    <a:pt x="4907442" y="1841836"/>
                  </a:lnTo>
                  <a:lnTo>
                    <a:pt x="4814798" y="1844144"/>
                  </a:lnTo>
                  <a:lnTo>
                    <a:pt x="4722465" y="1846114"/>
                  </a:lnTo>
                  <a:lnTo>
                    <a:pt x="4634635" y="1847735"/>
                  </a:lnTo>
                  <a:lnTo>
                    <a:pt x="4555950" y="1849005"/>
                  </a:lnTo>
                  <a:lnTo>
                    <a:pt x="4490658" y="1849934"/>
                  </a:lnTo>
                  <a:lnTo>
                    <a:pt x="4441642" y="1850554"/>
                  </a:lnTo>
                  <a:lnTo>
                    <a:pt x="4409630" y="1850916"/>
                  </a:lnTo>
                  <a:lnTo>
                    <a:pt x="4392873" y="1851086"/>
                  </a:lnTo>
                  <a:lnTo>
                    <a:pt x="4387290" y="1851137"/>
                  </a:lnTo>
                  <a:lnTo>
                    <a:pt x="4386855" y="1851141"/>
                  </a:lnTo>
                  <a:lnTo>
                    <a:pt x="3848118" y="1851141"/>
                  </a:lnTo>
                  <a:lnTo>
                    <a:pt x="3846877" y="1851082"/>
                  </a:lnTo>
                  <a:lnTo>
                    <a:pt x="3838771" y="1850663"/>
                  </a:lnTo>
                  <a:lnTo>
                    <a:pt x="3818529" y="1849504"/>
                  </a:lnTo>
                  <a:lnTo>
                    <a:pt x="3782829" y="1847228"/>
                  </a:lnTo>
                  <a:lnTo>
                    <a:pt x="3730606" y="1843504"/>
                  </a:lnTo>
                  <a:lnTo>
                    <a:pt x="3663096" y="1838088"/>
                  </a:lnTo>
                  <a:lnTo>
                    <a:pt x="3583415" y="1830843"/>
                  </a:lnTo>
                  <a:lnTo>
                    <a:pt x="3495772" y="1821731"/>
                  </a:lnTo>
                  <a:lnTo>
                    <a:pt x="3404565" y="1810778"/>
                  </a:lnTo>
                  <a:lnTo>
                    <a:pt x="3313657" y="1798028"/>
                  </a:lnTo>
                  <a:lnTo>
                    <a:pt x="3225958" y="1783500"/>
                  </a:lnTo>
                  <a:lnTo>
                    <a:pt x="3143325" y="1767157"/>
                  </a:lnTo>
                  <a:lnTo>
                    <a:pt x="3066674" y="1748887"/>
                  </a:lnTo>
                  <a:lnTo>
                    <a:pt x="2996181" y="1728497"/>
                  </a:lnTo>
                  <a:lnTo>
                    <a:pt x="2931512" y="1705714"/>
                  </a:lnTo>
                  <a:lnTo>
                    <a:pt x="2872001" y="1680194"/>
                  </a:lnTo>
                  <a:lnTo>
                    <a:pt x="2816805" y="1651537"/>
                  </a:lnTo>
                  <a:lnTo>
                    <a:pt x="2765008" y="1619329"/>
                  </a:lnTo>
                  <a:lnTo>
                    <a:pt x="2715704" y="1583191"/>
                  </a:lnTo>
                  <a:lnTo>
                    <a:pt x="2668081" y="1542896"/>
                  </a:lnTo>
                  <a:lnTo>
                    <a:pt x="2667772" y="1542618"/>
                  </a:lnTo>
                  <a:lnTo>
                    <a:pt x="2626488" y="1503438"/>
                  </a:lnTo>
                  <a:lnTo>
                    <a:pt x="2585605" y="1460912"/>
                  </a:lnTo>
                  <a:lnTo>
                    <a:pt x="2544804" y="1414975"/>
                  </a:lnTo>
                  <a:lnTo>
                    <a:pt x="2503850" y="1365640"/>
                  </a:lnTo>
                  <a:lnTo>
                    <a:pt x="2462578" y="1313006"/>
                  </a:lnTo>
                  <a:lnTo>
                    <a:pt x="2420890" y="1257266"/>
                  </a:lnTo>
                  <a:lnTo>
                    <a:pt x="2378745" y="1198708"/>
                  </a:lnTo>
                  <a:lnTo>
                    <a:pt x="2336155" y="1137712"/>
                  </a:lnTo>
                  <a:lnTo>
                    <a:pt x="2293175" y="1074750"/>
                  </a:lnTo>
                  <a:lnTo>
                    <a:pt x="2249899" y="1010364"/>
                  </a:lnTo>
                  <a:lnTo>
                    <a:pt x="2206446" y="945153"/>
                  </a:lnTo>
                  <a:lnTo>
                    <a:pt x="2162952" y="879751"/>
                  </a:lnTo>
                  <a:lnTo>
                    <a:pt x="2119555" y="814797"/>
                  </a:lnTo>
                  <a:lnTo>
                    <a:pt x="2076385" y="750913"/>
                  </a:lnTo>
                  <a:lnTo>
                    <a:pt x="2033552" y="688678"/>
                  </a:lnTo>
                  <a:lnTo>
                    <a:pt x="1991136" y="628609"/>
                  </a:lnTo>
                  <a:lnTo>
                    <a:pt x="1949175" y="571141"/>
                  </a:lnTo>
                  <a:lnTo>
                    <a:pt x="1907663" y="516619"/>
                  </a:lnTo>
                  <a:lnTo>
                    <a:pt x="1866534" y="465292"/>
                  </a:lnTo>
                  <a:lnTo>
                    <a:pt x="1825665" y="417315"/>
                  </a:lnTo>
                  <a:lnTo>
                    <a:pt x="1784864" y="372750"/>
                  </a:lnTo>
                  <a:lnTo>
                    <a:pt x="1743863" y="331578"/>
                  </a:lnTo>
                  <a:lnTo>
                    <a:pt x="1719082" y="308523"/>
                  </a:lnTo>
                  <a:lnTo>
                    <a:pt x="1671468" y="268201"/>
                  </a:lnTo>
                  <a:lnTo>
                    <a:pt x="1622178" y="232036"/>
                  </a:lnTo>
                  <a:lnTo>
                    <a:pt x="1570400" y="199803"/>
                  </a:lnTo>
                  <a:lnTo>
                    <a:pt x="1515230" y="171125"/>
                  </a:lnTo>
                  <a:lnTo>
                    <a:pt x="1455750" y="145585"/>
                  </a:lnTo>
                  <a:lnTo>
                    <a:pt x="1391117" y="122785"/>
                  </a:lnTo>
                  <a:lnTo>
                    <a:pt x="1320664" y="102380"/>
                  </a:lnTo>
                  <a:lnTo>
                    <a:pt x="1244053" y="84097"/>
                  </a:lnTo>
                  <a:lnTo>
                    <a:pt x="1161458" y="67742"/>
                  </a:lnTo>
                  <a:lnTo>
                    <a:pt x="1073787" y="53202"/>
                  </a:lnTo>
                  <a:lnTo>
                    <a:pt x="982892" y="40440"/>
                  </a:lnTo>
                  <a:lnTo>
                    <a:pt x="891676" y="29475"/>
                  </a:lnTo>
                  <a:lnTo>
                    <a:pt x="803995" y="20351"/>
                  </a:lnTo>
                  <a:lnTo>
                    <a:pt x="724247" y="13094"/>
                  </a:lnTo>
                  <a:lnTo>
                    <a:pt x="656645" y="7667"/>
                  </a:lnTo>
                  <a:lnTo>
                    <a:pt x="604315" y="3932"/>
                  </a:lnTo>
                  <a:lnTo>
                    <a:pt x="568507" y="1648"/>
                  </a:lnTo>
                  <a:lnTo>
                    <a:pt x="548172" y="482"/>
                  </a:lnTo>
                  <a:lnTo>
                    <a:pt x="540001" y="59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3" name="pg653"/>
            <p:cNvSpPr/>
            <p:nvPr/>
          </p:nvSpPr>
          <p:spPr>
            <a:xfrm>
              <a:off x="546595" y="2285815"/>
              <a:ext cx="8234974" cy="2156035"/>
            </a:xfrm>
            <a:custGeom>
              <a:avLst/>
              <a:pathLst>
                <a:path w="8234974" h="2156035">
                  <a:moveTo>
                    <a:pt x="0" y="5444"/>
                  </a:moveTo>
                  <a:lnTo>
                    <a:pt x="538736" y="5444"/>
                  </a:lnTo>
                  <a:lnTo>
                    <a:pt x="539977" y="5503"/>
                  </a:lnTo>
                  <a:lnTo>
                    <a:pt x="548083" y="5922"/>
                  </a:lnTo>
                  <a:lnTo>
                    <a:pt x="568325" y="7082"/>
                  </a:lnTo>
                  <a:lnTo>
                    <a:pt x="604026" y="9358"/>
                  </a:lnTo>
                  <a:lnTo>
                    <a:pt x="656248" y="13081"/>
                  </a:lnTo>
                  <a:lnTo>
                    <a:pt x="723759" y="18497"/>
                  </a:lnTo>
                  <a:lnTo>
                    <a:pt x="803439" y="25742"/>
                  </a:lnTo>
                  <a:lnTo>
                    <a:pt x="891083" y="34854"/>
                  </a:lnTo>
                  <a:lnTo>
                    <a:pt x="982289" y="45807"/>
                  </a:lnTo>
                  <a:lnTo>
                    <a:pt x="1073197" y="58557"/>
                  </a:lnTo>
                  <a:lnTo>
                    <a:pt x="1160896" y="73085"/>
                  </a:lnTo>
                  <a:lnTo>
                    <a:pt x="1243529" y="89428"/>
                  </a:lnTo>
                  <a:lnTo>
                    <a:pt x="1320181" y="107698"/>
                  </a:lnTo>
                  <a:lnTo>
                    <a:pt x="1390673" y="128088"/>
                  </a:lnTo>
                  <a:lnTo>
                    <a:pt x="1455343" y="150871"/>
                  </a:lnTo>
                  <a:lnTo>
                    <a:pt x="1514854" y="176392"/>
                  </a:lnTo>
                  <a:lnTo>
                    <a:pt x="1570049" y="205048"/>
                  </a:lnTo>
                  <a:lnTo>
                    <a:pt x="1621846" y="237257"/>
                  </a:lnTo>
                  <a:lnTo>
                    <a:pt x="1671150" y="273394"/>
                  </a:lnTo>
                  <a:lnTo>
                    <a:pt x="1718773" y="313689"/>
                  </a:lnTo>
                  <a:lnTo>
                    <a:pt x="1719082" y="313968"/>
                  </a:lnTo>
                  <a:lnTo>
                    <a:pt x="1760367" y="353147"/>
                  </a:lnTo>
                  <a:lnTo>
                    <a:pt x="1801250" y="395673"/>
                  </a:lnTo>
                  <a:lnTo>
                    <a:pt x="1842051" y="441611"/>
                  </a:lnTo>
                  <a:lnTo>
                    <a:pt x="1883005" y="490945"/>
                  </a:lnTo>
                  <a:lnTo>
                    <a:pt x="1924276" y="543579"/>
                  </a:lnTo>
                  <a:lnTo>
                    <a:pt x="1965964" y="599319"/>
                  </a:lnTo>
                  <a:lnTo>
                    <a:pt x="2008109" y="657877"/>
                  </a:lnTo>
                  <a:lnTo>
                    <a:pt x="2050700" y="718873"/>
                  </a:lnTo>
                  <a:lnTo>
                    <a:pt x="2093680" y="781835"/>
                  </a:lnTo>
                  <a:lnTo>
                    <a:pt x="2136956" y="846221"/>
                  </a:lnTo>
                  <a:lnTo>
                    <a:pt x="2180408" y="911432"/>
                  </a:lnTo>
                  <a:lnTo>
                    <a:pt x="2223902" y="976834"/>
                  </a:lnTo>
                  <a:lnTo>
                    <a:pt x="2267300" y="1041789"/>
                  </a:lnTo>
                  <a:lnTo>
                    <a:pt x="2310470" y="1105673"/>
                  </a:lnTo>
                  <a:lnTo>
                    <a:pt x="2353303" y="1167907"/>
                  </a:lnTo>
                  <a:lnTo>
                    <a:pt x="2395719" y="1227976"/>
                  </a:lnTo>
                  <a:lnTo>
                    <a:pt x="2437679" y="1285444"/>
                  </a:lnTo>
                  <a:lnTo>
                    <a:pt x="2479192" y="1339966"/>
                  </a:lnTo>
                  <a:lnTo>
                    <a:pt x="2520321" y="1391293"/>
                  </a:lnTo>
                  <a:lnTo>
                    <a:pt x="2561190" y="1439271"/>
                  </a:lnTo>
                  <a:lnTo>
                    <a:pt x="2601991" y="1483836"/>
                  </a:lnTo>
                  <a:lnTo>
                    <a:pt x="2642992" y="1525007"/>
                  </a:lnTo>
                  <a:lnTo>
                    <a:pt x="2667772" y="1548062"/>
                  </a:lnTo>
                  <a:lnTo>
                    <a:pt x="2715387" y="1588384"/>
                  </a:lnTo>
                  <a:lnTo>
                    <a:pt x="2764677" y="1624549"/>
                  </a:lnTo>
                  <a:lnTo>
                    <a:pt x="2816455" y="1656782"/>
                  </a:lnTo>
                  <a:lnTo>
                    <a:pt x="2871625" y="1685460"/>
                  </a:lnTo>
                  <a:lnTo>
                    <a:pt x="2931104" y="1711000"/>
                  </a:lnTo>
                  <a:lnTo>
                    <a:pt x="2995738" y="1733800"/>
                  </a:lnTo>
                  <a:lnTo>
                    <a:pt x="3066190" y="1754205"/>
                  </a:lnTo>
                  <a:lnTo>
                    <a:pt x="3142801" y="1772488"/>
                  </a:lnTo>
                  <a:lnTo>
                    <a:pt x="3225397" y="1788843"/>
                  </a:lnTo>
                  <a:lnTo>
                    <a:pt x="3313068" y="1803383"/>
                  </a:lnTo>
                  <a:lnTo>
                    <a:pt x="3403963" y="1816145"/>
                  </a:lnTo>
                  <a:lnTo>
                    <a:pt x="3495179" y="1827110"/>
                  </a:lnTo>
                  <a:lnTo>
                    <a:pt x="3582860" y="1836234"/>
                  </a:lnTo>
                  <a:lnTo>
                    <a:pt x="3662608" y="1843491"/>
                  </a:lnTo>
                  <a:lnTo>
                    <a:pt x="3730210" y="1848919"/>
                  </a:lnTo>
                  <a:lnTo>
                    <a:pt x="3782540" y="1852653"/>
                  </a:lnTo>
                  <a:lnTo>
                    <a:pt x="3818348" y="1854937"/>
                  </a:lnTo>
                  <a:lnTo>
                    <a:pt x="3838683" y="1856103"/>
                  </a:lnTo>
                  <a:lnTo>
                    <a:pt x="3846853" y="1856526"/>
                  </a:lnTo>
                  <a:lnTo>
                    <a:pt x="3848118" y="1856586"/>
                  </a:lnTo>
                  <a:lnTo>
                    <a:pt x="4386855" y="1856586"/>
                  </a:lnTo>
                  <a:lnTo>
                    <a:pt x="4388156" y="1856596"/>
                  </a:lnTo>
                  <a:lnTo>
                    <a:pt x="4396644" y="1856667"/>
                  </a:lnTo>
                  <a:lnTo>
                    <a:pt x="4417804" y="1856864"/>
                  </a:lnTo>
                  <a:lnTo>
                    <a:pt x="4455031" y="1857250"/>
                  </a:lnTo>
                  <a:lnTo>
                    <a:pt x="4509300" y="1857881"/>
                  </a:lnTo>
                  <a:lnTo>
                    <a:pt x="4579153" y="1858798"/>
                  </a:lnTo>
                  <a:lnTo>
                    <a:pt x="4661184" y="1860021"/>
                  </a:lnTo>
                  <a:lnTo>
                    <a:pt x="4750915" y="1861556"/>
                  </a:lnTo>
                  <a:lnTo>
                    <a:pt x="4843766" y="1863398"/>
                  </a:lnTo>
                  <a:lnTo>
                    <a:pt x="4935808" y="1865539"/>
                  </a:lnTo>
                  <a:lnTo>
                    <a:pt x="5024154" y="1867977"/>
                  </a:lnTo>
                  <a:lnTo>
                    <a:pt x="5107037" y="1870721"/>
                  </a:lnTo>
                  <a:lnTo>
                    <a:pt x="5183658" y="1873792"/>
                  </a:lnTo>
                  <a:lnTo>
                    <a:pt x="5253955" y="1877225"/>
                  </a:lnTo>
                  <a:lnTo>
                    <a:pt x="5318373" y="1881071"/>
                  </a:lnTo>
                  <a:lnTo>
                    <a:pt x="5377662" y="1885389"/>
                  </a:lnTo>
                  <a:lnTo>
                    <a:pt x="5432738" y="1890250"/>
                  </a:lnTo>
                  <a:lnTo>
                    <a:pt x="5484566" y="1895722"/>
                  </a:lnTo>
                  <a:lnTo>
                    <a:pt x="5534078" y="1901865"/>
                  </a:lnTo>
                  <a:lnTo>
                    <a:pt x="5567201" y="1906494"/>
                  </a:lnTo>
                  <a:lnTo>
                    <a:pt x="5619431" y="1914616"/>
                  </a:lnTo>
                  <a:lnTo>
                    <a:pt x="5671161" y="1923612"/>
                  </a:lnTo>
                  <a:lnTo>
                    <a:pt x="5722969" y="1933494"/>
                  </a:lnTo>
                  <a:lnTo>
                    <a:pt x="5775238" y="1944239"/>
                  </a:lnTo>
                  <a:lnTo>
                    <a:pt x="5828178" y="1955785"/>
                  </a:lnTo>
                  <a:lnTo>
                    <a:pt x="5881851" y="1968031"/>
                  </a:lnTo>
                  <a:lnTo>
                    <a:pt x="5936189" y="1980839"/>
                  </a:lnTo>
                  <a:lnTo>
                    <a:pt x="5991023" y="1994034"/>
                  </a:lnTo>
                  <a:lnTo>
                    <a:pt x="6046110" y="2007421"/>
                  </a:lnTo>
                  <a:lnTo>
                    <a:pt x="6101174" y="2020790"/>
                  </a:lnTo>
                  <a:lnTo>
                    <a:pt x="6155941" y="2033935"/>
                  </a:lnTo>
                  <a:lnTo>
                    <a:pt x="6210178" y="2046660"/>
                  </a:lnTo>
                  <a:lnTo>
                    <a:pt x="6263731" y="2058799"/>
                  </a:lnTo>
                  <a:lnTo>
                    <a:pt x="6316552" y="2070218"/>
                  </a:lnTo>
                  <a:lnTo>
                    <a:pt x="6368726" y="2080823"/>
                  </a:lnTo>
                  <a:lnTo>
                    <a:pt x="6420490" y="2090559"/>
                  </a:lnTo>
                  <a:lnTo>
                    <a:pt x="6472256" y="2099409"/>
                  </a:lnTo>
                  <a:lnTo>
                    <a:pt x="6515891" y="2106127"/>
                  </a:lnTo>
                  <a:lnTo>
                    <a:pt x="6564289" y="2112750"/>
                  </a:lnTo>
                  <a:lnTo>
                    <a:pt x="6614430" y="2118678"/>
                  </a:lnTo>
                  <a:lnTo>
                    <a:pt x="6667170" y="2123952"/>
                  </a:lnTo>
                  <a:lnTo>
                    <a:pt x="6723459" y="2128635"/>
                  </a:lnTo>
                  <a:lnTo>
                    <a:pt x="6784258" y="2132799"/>
                  </a:lnTo>
                  <a:lnTo>
                    <a:pt x="6850443" y="2136510"/>
                  </a:lnTo>
                  <a:lnTo>
                    <a:pt x="6922688" y="2139826"/>
                  </a:lnTo>
                  <a:lnTo>
                    <a:pt x="7001302" y="2142791"/>
                  </a:lnTo>
                  <a:lnTo>
                    <a:pt x="7086019" y="2145438"/>
                  </a:lnTo>
                  <a:lnTo>
                    <a:pt x="7175761" y="2147783"/>
                  </a:lnTo>
                  <a:lnTo>
                    <a:pt x="7268419" y="2149831"/>
                  </a:lnTo>
                  <a:lnTo>
                    <a:pt x="7360759" y="2151577"/>
                  </a:lnTo>
                  <a:lnTo>
                    <a:pt x="7448589" y="2153015"/>
                  </a:lnTo>
                  <a:lnTo>
                    <a:pt x="7527265" y="2154141"/>
                  </a:lnTo>
                  <a:lnTo>
                    <a:pt x="7592538" y="2154966"/>
                  </a:lnTo>
                  <a:lnTo>
                    <a:pt x="7641529" y="2155515"/>
                  </a:lnTo>
                  <a:lnTo>
                    <a:pt x="7673512" y="2155836"/>
                  </a:lnTo>
                  <a:lnTo>
                    <a:pt x="7690242" y="2155987"/>
                  </a:lnTo>
                  <a:lnTo>
                    <a:pt x="7695806" y="2156032"/>
                  </a:lnTo>
                  <a:lnTo>
                    <a:pt x="7696237" y="2156035"/>
                  </a:lnTo>
                  <a:lnTo>
                    <a:pt x="8234974" y="2156035"/>
                  </a:lnTo>
                  <a:lnTo>
                    <a:pt x="8234974" y="2150591"/>
                  </a:lnTo>
                  <a:lnTo>
                    <a:pt x="7696237" y="2150591"/>
                  </a:lnTo>
                  <a:lnTo>
                    <a:pt x="7694936" y="2150581"/>
                  </a:lnTo>
                  <a:lnTo>
                    <a:pt x="7686448" y="2150509"/>
                  </a:lnTo>
                  <a:lnTo>
                    <a:pt x="7665288" y="2150312"/>
                  </a:lnTo>
                  <a:lnTo>
                    <a:pt x="7628062" y="2149926"/>
                  </a:lnTo>
                  <a:lnTo>
                    <a:pt x="7573793" y="2149295"/>
                  </a:lnTo>
                  <a:lnTo>
                    <a:pt x="7503939" y="2148378"/>
                  </a:lnTo>
                  <a:lnTo>
                    <a:pt x="7421909" y="2147155"/>
                  </a:lnTo>
                  <a:lnTo>
                    <a:pt x="7332177" y="2145620"/>
                  </a:lnTo>
                  <a:lnTo>
                    <a:pt x="7239326" y="2143778"/>
                  </a:lnTo>
                  <a:lnTo>
                    <a:pt x="7147285" y="2141637"/>
                  </a:lnTo>
                  <a:lnTo>
                    <a:pt x="7058938" y="2139199"/>
                  </a:lnTo>
                  <a:lnTo>
                    <a:pt x="6976055" y="2136455"/>
                  </a:lnTo>
                  <a:lnTo>
                    <a:pt x="6899435" y="2133384"/>
                  </a:lnTo>
                  <a:lnTo>
                    <a:pt x="6829137" y="2129951"/>
                  </a:lnTo>
                  <a:lnTo>
                    <a:pt x="6764720" y="2126105"/>
                  </a:lnTo>
                  <a:lnTo>
                    <a:pt x="6705430" y="2121787"/>
                  </a:lnTo>
                  <a:lnTo>
                    <a:pt x="6650354" y="2116926"/>
                  </a:lnTo>
                  <a:lnTo>
                    <a:pt x="6598526" y="2111454"/>
                  </a:lnTo>
                  <a:lnTo>
                    <a:pt x="6549015" y="2105311"/>
                  </a:lnTo>
                  <a:lnTo>
                    <a:pt x="6515891" y="2100682"/>
                  </a:lnTo>
                  <a:lnTo>
                    <a:pt x="6463661" y="2092560"/>
                  </a:lnTo>
                  <a:lnTo>
                    <a:pt x="6411932" y="2083564"/>
                  </a:lnTo>
                  <a:lnTo>
                    <a:pt x="6360123" y="2073682"/>
                  </a:lnTo>
                  <a:lnTo>
                    <a:pt x="6307855" y="2062937"/>
                  </a:lnTo>
                  <a:lnTo>
                    <a:pt x="6254914" y="2051391"/>
                  </a:lnTo>
                  <a:lnTo>
                    <a:pt x="6201241" y="2039145"/>
                  </a:lnTo>
                  <a:lnTo>
                    <a:pt x="6146903" y="2026338"/>
                  </a:lnTo>
                  <a:lnTo>
                    <a:pt x="6092070" y="2013142"/>
                  </a:lnTo>
                  <a:lnTo>
                    <a:pt x="6036982" y="1999755"/>
                  </a:lnTo>
                  <a:lnTo>
                    <a:pt x="5981918" y="1986386"/>
                  </a:lnTo>
                  <a:lnTo>
                    <a:pt x="5927152" y="1973242"/>
                  </a:lnTo>
                  <a:lnTo>
                    <a:pt x="5872915" y="1960516"/>
                  </a:lnTo>
                  <a:lnTo>
                    <a:pt x="5819362" y="1948377"/>
                  </a:lnTo>
                  <a:lnTo>
                    <a:pt x="5766540" y="1936958"/>
                  </a:lnTo>
                  <a:lnTo>
                    <a:pt x="5714367" y="1926353"/>
                  </a:lnTo>
                  <a:lnTo>
                    <a:pt x="5662603" y="1916617"/>
                  </a:lnTo>
                  <a:lnTo>
                    <a:pt x="5610836" y="1907767"/>
                  </a:lnTo>
                  <a:lnTo>
                    <a:pt x="5567201" y="1901049"/>
                  </a:lnTo>
                  <a:lnTo>
                    <a:pt x="5518804" y="1894427"/>
                  </a:lnTo>
                  <a:lnTo>
                    <a:pt x="5468662" y="1888498"/>
                  </a:lnTo>
                  <a:lnTo>
                    <a:pt x="5415923" y="1883224"/>
                  </a:lnTo>
                  <a:lnTo>
                    <a:pt x="5359633" y="1878541"/>
                  </a:lnTo>
                  <a:lnTo>
                    <a:pt x="5298834" y="1874377"/>
                  </a:lnTo>
                  <a:lnTo>
                    <a:pt x="5232649" y="1870666"/>
                  </a:lnTo>
                  <a:lnTo>
                    <a:pt x="5160404" y="1867351"/>
                  </a:lnTo>
                  <a:lnTo>
                    <a:pt x="5081791" y="1864385"/>
                  </a:lnTo>
                  <a:lnTo>
                    <a:pt x="4997073" y="1861738"/>
                  </a:lnTo>
                  <a:lnTo>
                    <a:pt x="4907331" y="1859393"/>
                  </a:lnTo>
                  <a:lnTo>
                    <a:pt x="4814674" y="1857345"/>
                  </a:lnTo>
                  <a:lnTo>
                    <a:pt x="4722333" y="1855599"/>
                  </a:lnTo>
                  <a:lnTo>
                    <a:pt x="4634503" y="1854161"/>
                  </a:lnTo>
                  <a:lnTo>
                    <a:pt x="4555827" y="1853035"/>
                  </a:lnTo>
                  <a:lnTo>
                    <a:pt x="4490554" y="1852211"/>
                  </a:lnTo>
                  <a:lnTo>
                    <a:pt x="4441564" y="1851661"/>
                  </a:lnTo>
                  <a:lnTo>
                    <a:pt x="4409581" y="1851340"/>
                  </a:lnTo>
                  <a:lnTo>
                    <a:pt x="4392851" y="1851190"/>
                  </a:lnTo>
                  <a:lnTo>
                    <a:pt x="4387286" y="1851144"/>
                  </a:lnTo>
                  <a:lnTo>
                    <a:pt x="4386855" y="1851141"/>
                  </a:lnTo>
                  <a:lnTo>
                    <a:pt x="3848118" y="1851141"/>
                  </a:lnTo>
                  <a:lnTo>
                    <a:pt x="3846877" y="1851082"/>
                  </a:lnTo>
                  <a:lnTo>
                    <a:pt x="3838771" y="1850663"/>
                  </a:lnTo>
                  <a:lnTo>
                    <a:pt x="3818529" y="1849504"/>
                  </a:lnTo>
                  <a:lnTo>
                    <a:pt x="3782829" y="1847228"/>
                  </a:lnTo>
                  <a:lnTo>
                    <a:pt x="3730606" y="1843504"/>
                  </a:lnTo>
                  <a:lnTo>
                    <a:pt x="3663096" y="1838088"/>
                  </a:lnTo>
                  <a:lnTo>
                    <a:pt x="3583415" y="1830843"/>
                  </a:lnTo>
                  <a:lnTo>
                    <a:pt x="3495772" y="1821731"/>
                  </a:lnTo>
                  <a:lnTo>
                    <a:pt x="3404565" y="1810778"/>
                  </a:lnTo>
                  <a:lnTo>
                    <a:pt x="3313657" y="1798028"/>
                  </a:lnTo>
                  <a:lnTo>
                    <a:pt x="3225958" y="1783500"/>
                  </a:lnTo>
                  <a:lnTo>
                    <a:pt x="3143325" y="1767157"/>
                  </a:lnTo>
                  <a:lnTo>
                    <a:pt x="3066674" y="1748887"/>
                  </a:lnTo>
                  <a:lnTo>
                    <a:pt x="2996181" y="1728497"/>
                  </a:lnTo>
                  <a:lnTo>
                    <a:pt x="2931512" y="1705714"/>
                  </a:lnTo>
                  <a:lnTo>
                    <a:pt x="2872001" y="1680194"/>
                  </a:lnTo>
                  <a:lnTo>
                    <a:pt x="2816805" y="1651537"/>
                  </a:lnTo>
                  <a:lnTo>
                    <a:pt x="2765008" y="1619329"/>
                  </a:lnTo>
                  <a:lnTo>
                    <a:pt x="2715704" y="1583191"/>
                  </a:lnTo>
                  <a:lnTo>
                    <a:pt x="2668081" y="1542896"/>
                  </a:lnTo>
                  <a:lnTo>
                    <a:pt x="2667772" y="1542618"/>
                  </a:lnTo>
                  <a:lnTo>
                    <a:pt x="2626488" y="1503438"/>
                  </a:lnTo>
                  <a:lnTo>
                    <a:pt x="2585605" y="1460912"/>
                  </a:lnTo>
                  <a:lnTo>
                    <a:pt x="2544804" y="1414975"/>
                  </a:lnTo>
                  <a:lnTo>
                    <a:pt x="2503850" y="1365640"/>
                  </a:lnTo>
                  <a:lnTo>
                    <a:pt x="2462578" y="1313006"/>
                  </a:lnTo>
                  <a:lnTo>
                    <a:pt x="2420890" y="1257266"/>
                  </a:lnTo>
                  <a:lnTo>
                    <a:pt x="2378745" y="1198708"/>
                  </a:lnTo>
                  <a:lnTo>
                    <a:pt x="2336155" y="1137712"/>
                  </a:lnTo>
                  <a:lnTo>
                    <a:pt x="2293175" y="1074750"/>
                  </a:lnTo>
                  <a:lnTo>
                    <a:pt x="2249899" y="1010364"/>
                  </a:lnTo>
                  <a:lnTo>
                    <a:pt x="2206446" y="945153"/>
                  </a:lnTo>
                  <a:lnTo>
                    <a:pt x="2162952" y="879751"/>
                  </a:lnTo>
                  <a:lnTo>
                    <a:pt x="2119555" y="814797"/>
                  </a:lnTo>
                  <a:lnTo>
                    <a:pt x="2076385" y="750913"/>
                  </a:lnTo>
                  <a:lnTo>
                    <a:pt x="2033552" y="688678"/>
                  </a:lnTo>
                  <a:lnTo>
                    <a:pt x="1991136" y="628609"/>
                  </a:lnTo>
                  <a:lnTo>
                    <a:pt x="1949175" y="571141"/>
                  </a:lnTo>
                  <a:lnTo>
                    <a:pt x="1907663" y="516619"/>
                  </a:lnTo>
                  <a:lnTo>
                    <a:pt x="1866534" y="465292"/>
                  </a:lnTo>
                  <a:lnTo>
                    <a:pt x="1825665" y="417315"/>
                  </a:lnTo>
                  <a:lnTo>
                    <a:pt x="1784864" y="372750"/>
                  </a:lnTo>
                  <a:lnTo>
                    <a:pt x="1743863" y="331578"/>
                  </a:lnTo>
                  <a:lnTo>
                    <a:pt x="1719082" y="308523"/>
                  </a:lnTo>
                  <a:lnTo>
                    <a:pt x="1671468" y="268201"/>
                  </a:lnTo>
                  <a:lnTo>
                    <a:pt x="1622178" y="232036"/>
                  </a:lnTo>
                  <a:lnTo>
                    <a:pt x="1570400" y="199803"/>
                  </a:lnTo>
                  <a:lnTo>
                    <a:pt x="1515230" y="171125"/>
                  </a:lnTo>
                  <a:lnTo>
                    <a:pt x="1455750" y="145585"/>
                  </a:lnTo>
                  <a:lnTo>
                    <a:pt x="1391117" y="122785"/>
                  </a:lnTo>
                  <a:lnTo>
                    <a:pt x="1320664" y="102380"/>
                  </a:lnTo>
                  <a:lnTo>
                    <a:pt x="1244053" y="84097"/>
                  </a:lnTo>
                  <a:lnTo>
                    <a:pt x="1161458" y="67742"/>
                  </a:lnTo>
                  <a:lnTo>
                    <a:pt x="1073787" y="53202"/>
                  </a:lnTo>
                  <a:lnTo>
                    <a:pt x="982892" y="40440"/>
                  </a:lnTo>
                  <a:lnTo>
                    <a:pt x="891676" y="29475"/>
                  </a:lnTo>
                  <a:lnTo>
                    <a:pt x="803995" y="20351"/>
                  </a:lnTo>
                  <a:lnTo>
                    <a:pt x="724247" y="13094"/>
                  </a:lnTo>
                  <a:lnTo>
                    <a:pt x="656645" y="7667"/>
                  </a:lnTo>
                  <a:lnTo>
                    <a:pt x="604315" y="3932"/>
                  </a:lnTo>
                  <a:lnTo>
                    <a:pt x="568507" y="1648"/>
                  </a:lnTo>
                  <a:lnTo>
                    <a:pt x="548172" y="482"/>
                  </a:lnTo>
                  <a:lnTo>
                    <a:pt x="540001" y="5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54" name="pl654"/>
            <p:cNvSpPr/>
            <p:nvPr/>
          </p:nvSpPr>
          <p:spPr>
            <a:xfrm>
              <a:off x="546595" y="2291260"/>
              <a:ext cx="8234974" cy="2150591"/>
            </a:xfrm>
            <a:custGeom>
              <a:avLst/>
              <a:pathLst>
                <a:path w="8234974" h="2150591">
                  <a:moveTo>
                    <a:pt x="0" y="0"/>
                  </a:moveTo>
                  <a:lnTo>
                    <a:pt x="538736" y="0"/>
                  </a:lnTo>
                  <a:lnTo>
                    <a:pt x="539977" y="58"/>
                  </a:lnTo>
                  <a:lnTo>
                    <a:pt x="548083" y="478"/>
                  </a:lnTo>
                  <a:lnTo>
                    <a:pt x="568325" y="1637"/>
                  </a:lnTo>
                  <a:lnTo>
                    <a:pt x="604026" y="3913"/>
                  </a:lnTo>
                  <a:lnTo>
                    <a:pt x="656248" y="7637"/>
                  </a:lnTo>
                  <a:lnTo>
                    <a:pt x="723759" y="13052"/>
                  </a:lnTo>
                  <a:lnTo>
                    <a:pt x="803439" y="20297"/>
                  </a:lnTo>
                  <a:lnTo>
                    <a:pt x="891083" y="29409"/>
                  </a:lnTo>
                  <a:lnTo>
                    <a:pt x="982289" y="40362"/>
                  </a:lnTo>
                  <a:lnTo>
                    <a:pt x="1073197" y="53112"/>
                  </a:lnTo>
                  <a:lnTo>
                    <a:pt x="1160896" y="67640"/>
                  </a:lnTo>
                  <a:lnTo>
                    <a:pt x="1243529" y="83983"/>
                  </a:lnTo>
                  <a:lnTo>
                    <a:pt x="1320181" y="102253"/>
                  </a:lnTo>
                  <a:lnTo>
                    <a:pt x="1390673" y="122643"/>
                  </a:lnTo>
                  <a:lnTo>
                    <a:pt x="1455343" y="145426"/>
                  </a:lnTo>
                  <a:lnTo>
                    <a:pt x="1514854" y="170947"/>
                  </a:lnTo>
                  <a:lnTo>
                    <a:pt x="1570049" y="199603"/>
                  </a:lnTo>
                  <a:lnTo>
                    <a:pt x="1621846" y="231812"/>
                  </a:lnTo>
                  <a:lnTo>
                    <a:pt x="1671150" y="267950"/>
                  </a:lnTo>
                  <a:lnTo>
                    <a:pt x="1718773" y="308244"/>
                  </a:lnTo>
                  <a:lnTo>
                    <a:pt x="1719082" y="308523"/>
                  </a:lnTo>
                  <a:lnTo>
                    <a:pt x="1760367" y="347702"/>
                  </a:lnTo>
                  <a:lnTo>
                    <a:pt x="1801250" y="390229"/>
                  </a:lnTo>
                  <a:lnTo>
                    <a:pt x="1842051" y="436166"/>
                  </a:lnTo>
                  <a:lnTo>
                    <a:pt x="1883005" y="485501"/>
                  </a:lnTo>
                  <a:lnTo>
                    <a:pt x="1924276" y="538134"/>
                  </a:lnTo>
                  <a:lnTo>
                    <a:pt x="1965964" y="593874"/>
                  </a:lnTo>
                  <a:lnTo>
                    <a:pt x="2008109" y="652433"/>
                  </a:lnTo>
                  <a:lnTo>
                    <a:pt x="2050700" y="713428"/>
                  </a:lnTo>
                  <a:lnTo>
                    <a:pt x="2093680" y="776391"/>
                  </a:lnTo>
                  <a:lnTo>
                    <a:pt x="2136956" y="840777"/>
                  </a:lnTo>
                  <a:lnTo>
                    <a:pt x="2180408" y="905987"/>
                  </a:lnTo>
                  <a:lnTo>
                    <a:pt x="2223902" y="971390"/>
                  </a:lnTo>
                  <a:lnTo>
                    <a:pt x="2267300" y="1036344"/>
                  </a:lnTo>
                  <a:lnTo>
                    <a:pt x="2310470" y="1100228"/>
                  </a:lnTo>
                  <a:lnTo>
                    <a:pt x="2353303" y="1162462"/>
                  </a:lnTo>
                  <a:lnTo>
                    <a:pt x="2395719" y="1222531"/>
                  </a:lnTo>
                  <a:lnTo>
                    <a:pt x="2437679" y="1279999"/>
                  </a:lnTo>
                  <a:lnTo>
                    <a:pt x="2479192" y="1334521"/>
                  </a:lnTo>
                  <a:lnTo>
                    <a:pt x="2520321" y="1385848"/>
                  </a:lnTo>
                  <a:lnTo>
                    <a:pt x="2561190" y="1433826"/>
                  </a:lnTo>
                  <a:lnTo>
                    <a:pt x="2601991" y="1478391"/>
                  </a:lnTo>
                  <a:lnTo>
                    <a:pt x="2642992" y="1519562"/>
                  </a:lnTo>
                  <a:lnTo>
                    <a:pt x="2667772" y="1542618"/>
                  </a:lnTo>
                  <a:lnTo>
                    <a:pt x="2715387" y="1582940"/>
                  </a:lnTo>
                  <a:lnTo>
                    <a:pt x="2764677" y="1619104"/>
                  </a:lnTo>
                  <a:lnTo>
                    <a:pt x="2816455" y="1651338"/>
                  </a:lnTo>
                  <a:lnTo>
                    <a:pt x="2871625" y="1680016"/>
                  </a:lnTo>
                  <a:lnTo>
                    <a:pt x="2931104" y="1705556"/>
                  </a:lnTo>
                  <a:lnTo>
                    <a:pt x="2995738" y="1728356"/>
                  </a:lnTo>
                  <a:lnTo>
                    <a:pt x="3066190" y="1748760"/>
                  </a:lnTo>
                  <a:lnTo>
                    <a:pt x="3142801" y="1767044"/>
                  </a:lnTo>
                  <a:lnTo>
                    <a:pt x="3225397" y="1783399"/>
                  </a:lnTo>
                  <a:lnTo>
                    <a:pt x="3313068" y="1797938"/>
                  </a:lnTo>
                  <a:lnTo>
                    <a:pt x="3403963" y="1810700"/>
                  </a:lnTo>
                  <a:lnTo>
                    <a:pt x="3495179" y="1821665"/>
                  </a:lnTo>
                  <a:lnTo>
                    <a:pt x="3582860" y="1830790"/>
                  </a:lnTo>
                  <a:lnTo>
                    <a:pt x="3662608" y="1838047"/>
                  </a:lnTo>
                  <a:lnTo>
                    <a:pt x="3730210" y="1843474"/>
                  </a:lnTo>
                  <a:lnTo>
                    <a:pt x="3782540" y="1847208"/>
                  </a:lnTo>
                  <a:lnTo>
                    <a:pt x="3818348" y="1849493"/>
                  </a:lnTo>
                  <a:lnTo>
                    <a:pt x="3838683" y="1850658"/>
                  </a:lnTo>
                  <a:lnTo>
                    <a:pt x="3846853" y="1851081"/>
                  </a:lnTo>
                  <a:lnTo>
                    <a:pt x="3848118" y="1851141"/>
                  </a:lnTo>
                  <a:lnTo>
                    <a:pt x="3848118" y="1851141"/>
                  </a:lnTo>
                  <a:lnTo>
                    <a:pt x="4386855" y="1851141"/>
                  </a:lnTo>
                  <a:lnTo>
                    <a:pt x="4388156" y="1851151"/>
                  </a:lnTo>
                  <a:lnTo>
                    <a:pt x="4396644" y="1851222"/>
                  </a:lnTo>
                  <a:lnTo>
                    <a:pt x="4417804" y="1851419"/>
                  </a:lnTo>
                  <a:lnTo>
                    <a:pt x="4455031" y="1851806"/>
                  </a:lnTo>
                  <a:lnTo>
                    <a:pt x="4509300" y="1852437"/>
                  </a:lnTo>
                  <a:lnTo>
                    <a:pt x="4579153" y="1853353"/>
                  </a:lnTo>
                  <a:lnTo>
                    <a:pt x="4661184" y="1854577"/>
                  </a:lnTo>
                  <a:lnTo>
                    <a:pt x="4750915" y="1856112"/>
                  </a:lnTo>
                  <a:lnTo>
                    <a:pt x="4843766" y="1857953"/>
                  </a:lnTo>
                  <a:lnTo>
                    <a:pt x="4935808" y="1860094"/>
                  </a:lnTo>
                  <a:lnTo>
                    <a:pt x="5024154" y="1862532"/>
                  </a:lnTo>
                  <a:lnTo>
                    <a:pt x="5107037" y="1865276"/>
                  </a:lnTo>
                  <a:lnTo>
                    <a:pt x="5183658" y="1868347"/>
                  </a:lnTo>
                  <a:lnTo>
                    <a:pt x="5253955" y="1871781"/>
                  </a:lnTo>
                  <a:lnTo>
                    <a:pt x="5318373" y="1875627"/>
                  </a:lnTo>
                  <a:lnTo>
                    <a:pt x="5377662" y="1879945"/>
                  </a:lnTo>
                  <a:lnTo>
                    <a:pt x="5432738" y="1884805"/>
                  </a:lnTo>
                  <a:lnTo>
                    <a:pt x="5484566" y="1890277"/>
                  </a:lnTo>
                  <a:lnTo>
                    <a:pt x="5534078" y="1896421"/>
                  </a:lnTo>
                  <a:lnTo>
                    <a:pt x="5567201" y="1901049"/>
                  </a:lnTo>
                  <a:lnTo>
                    <a:pt x="5619431" y="1909171"/>
                  </a:lnTo>
                  <a:lnTo>
                    <a:pt x="5671161" y="1918168"/>
                  </a:lnTo>
                  <a:lnTo>
                    <a:pt x="5722969" y="1928050"/>
                  </a:lnTo>
                  <a:lnTo>
                    <a:pt x="5775238" y="1938795"/>
                  </a:lnTo>
                  <a:lnTo>
                    <a:pt x="5828178" y="1950341"/>
                  </a:lnTo>
                  <a:lnTo>
                    <a:pt x="5881851" y="1962587"/>
                  </a:lnTo>
                  <a:lnTo>
                    <a:pt x="5936189" y="1975394"/>
                  </a:lnTo>
                  <a:lnTo>
                    <a:pt x="5991023" y="1988589"/>
                  </a:lnTo>
                  <a:lnTo>
                    <a:pt x="6046110" y="2001976"/>
                  </a:lnTo>
                  <a:lnTo>
                    <a:pt x="6101174" y="2015346"/>
                  </a:lnTo>
                  <a:lnTo>
                    <a:pt x="6155941" y="2028490"/>
                  </a:lnTo>
                  <a:lnTo>
                    <a:pt x="6210178" y="2041215"/>
                  </a:lnTo>
                  <a:lnTo>
                    <a:pt x="6263731" y="2053354"/>
                  </a:lnTo>
                  <a:lnTo>
                    <a:pt x="6316552" y="2064774"/>
                  </a:lnTo>
                  <a:lnTo>
                    <a:pt x="6368726" y="2075379"/>
                  </a:lnTo>
                  <a:lnTo>
                    <a:pt x="6420490" y="2085115"/>
                  </a:lnTo>
                  <a:lnTo>
                    <a:pt x="6472256" y="2093965"/>
                  </a:lnTo>
                  <a:lnTo>
                    <a:pt x="6515891" y="2100682"/>
                  </a:lnTo>
                  <a:lnTo>
                    <a:pt x="6564289" y="2107305"/>
                  </a:lnTo>
                  <a:lnTo>
                    <a:pt x="6614430" y="2113234"/>
                  </a:lnTo>
                  <a:lnTo>
                    <a:pt x="6667170" y="2118508"/>
                  </a:lnTo>
                  <a:lnTo>
                    <a:pt x="6723459" y="2123191"/>
                  </a:lnTo>
                  <a:lnTo>
                    <a:pt x="6784258" y="2127354"/>
                  </a:lnTo>
                  <a:lnTo>
                    <a:pt x="6850443" y="2131065"/>
                  </a:lnTo>
                  <a:lnTo>
                    <a:pt x="6922688" y="2134381"/>
                  </a:lnTo>
                  <a:lnTo>
                    <a:pt x="7001302" y="2137347"/>
                  </a:lnTo>
                  <a:lnTo>
                    <a:pt x="7086019" y="2139993"/>
                  </a:lnTo>
                  <a:lnTo>
                    <a:pt x="7175761" y="2142338"/>
                  </a:lnTo>
                  <a:lnTo>
                    <a:pt x="7268419" y="2144386"/>
                  </a:lnTo>
                  <a:lnTo>
                    <a:pt x="7360759" y="2146133"/>
                  </a:lnTo>
                  <a:lnTo>
                    <a:pt x="7448589" y="2147571"/>
                  </a:lnTo>
                  <a:lnTo>
                    <a:pt x="7527265" y="2148697"/>
                  </a:lnTo>
                  <a:lnTo>
                    <a:pt x="7592538" y="2149521"/>
                  </a:lnTo>
                  <a:lnTo>
                    <a:pt x="7641529" y="2150071"/>
                  </a:lnTo>
                  <a:lnTo>
                    <a:pt x="7673512" y="2150391"/>
                  </a:lnTo>
                  <a:lnTo>
                    <a:pt x="7690242" y="2150542"/>
                  </a:lnTo>
                  <a:lnTo>
                    <a:pt x="7695806" y="2150587"/>
                  </a:lnTo>
                  <a:lnTo>
                    <a:pt x="7696237" y="2150591"/>
                  </a:lnTo>
                  <a:lnTo>
                    <a:pt x="8234974" y="2150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5" name="pl655"/>
            <p:cNvSpPr/>
            <p:nvPr/>
          </p:nvSpPr>
          <p:spPr>
            <a:xfrm>
              <a:off x="546595" y="2285815"/>
              <a:ext cx="8234974" cy="2150591"/>
            </a:xfrm>
            <a:custGeom>
              <a:avLst/>
              <a:pathLst>
                <a:path w="8234974" h="2150591">
                  <a:moveTo>
                    <a:pt x="8234974" y="2150591"/>
                  </a:moveTo>
                  <a:lnTo>
                    <a:pt x="7696237" y="2150591"/>
                  </a:lnTo>
                  <a:lnTo>
                    <a:pt x="7694936" y="2150581"/>
                  </a:lnTo>
                  <a:lnTo>
                    <a:pt x="7686448" y="2150509"/>
                  </a:lnTo>
                  <a:lnTo>
                    <a:pt x="7665288" y="2150312"/>
                  </a:lnTo>
                  <a:lnTo>
                    <a:pt x="7628062" y="2149926"/>
                  </a:lnTo>
                  <a:lnTo>
                    <a:pt x="7573793" y="2149295"/>
                  </a:lnTo>
                  <a:lnTo>
                    <a:pt x="7503939" y="2148378"/>
                  </a:lnTo>
                  <a:lnTo>
                    <a:pt x="7421909" y="2147155"/>
                  </a:lnTo>
                  <a:lnTo>
                    <a:pt x="7332177" y="2145620"/>
                  </a:lnTo>
                  <a:lnTo>
                    <a:pt x="7239326" y="2143778"/>
                  </a:lnTo>
                  <a:lnTo>
                    <a:pt x="7147285" y="2141637"/>
                  </a:lnTo>
                  <a:lnTo>
                    <a:pt x="7058938" y="2139199"/>
                  </a:lnTo>
                  <a:lnTo>
                    <a:pt x="6976055" y="2136455"/>
                  </a:lnTo>
                  <a:lnTo>
                    <a:pt x="6899435" y="2133384"/>
                  </a:lnTo>
                  <a:lnTo>
                    <a:pt x="6829137" y="2129951"/>
                  </a:lnTo>
                  <a:lnTo>
                    <a:pt x="6764720" y="2126105"/>
                  </a:lnTo>
                  <a:lnTo>
                    <a:pt x="6705430" y="2121787"/>
                  </a:lnTo>
                  <a:lnTo>
                    <a:pt x="6650354" y="2116926"/>
                  </a:lnTo>
                  <a:lnTo>
                    <a:pt x="6598526" y="2111454"/>
                  </a:lnTo>
                  <a:lnTo>
                    <a:pt x="6549015" y="2105311"/>
                  </a:lnTo>
                  <a:lnTo>
                    <a:pt x="6515891" y="2100682"/>
                  </a:lnTo>
                  <a:lnTo>
                    <a:pt x="6463661" y="2092560"/>
                  </a:lnTo>
                  <a:lnTo>
                    <a:pt x="6411932" y="2083564"/>
                  </a:lnTo>
                  <a:lnTo>
                    <a:pt x="6360123" y="2073682"/>
                  </a:lnTo>
                  <a:lnTo>
                    <a:pt x="6307855" y="2062937"/>
                  </a:lnTo>
                  <a:lnTo>
                    <a:pt x="6254914" y="2051391"/>
                  </a:lnTo>
                  <a:lnTo>
                    <a:pt x="6201241" y="2039145"/>
                  </a:lnTo>
                  <a:lnTo>
                    <a:pt x="6146903" y="2026338"/>
                  </a:lnTo>
                  <a:lnTo>
                    <a:pt x="6092070" y="2013142"/>
                  </a:lnTo>
                  <a:lnTo>
                    <a:pt x="6036982" y="1999755"/>
                  </a:lnTo>
                  <a:lnTo>
                    <a:pt x="5981918" y="1986386"/>
                  </a:lnTo>
                  <a:lnTo>
                    <a:pt x="5927152" y="1973242"/>
                  </a:lnTo>
                  <a:lnTo>
                    <a:pt x="5872915" y="1960516"/>
                  </a:lnTo>
                  <a:lnTo>
                    <a:pt x="5819362" y="1948377"/>
                  </a:lnTo>
                  <a:lnTo>
                    <a:pt x="5766540" y="1936958"/>
                  </a:lnTo>
                  <a:lnTo>
                    <a:pt x="5714367" y="1926353"/>
                  </a:lnTo>
                  <a:lnTo>
                    <a:pt x="5662603" y="1916617"/>
                  </a:lnTo>
                  <a:lnTo>
                    <a:pt x="5610836" y="1907767"/>
                  </a:lnTo>
                  <a:lnTo>
                    <a:pt x="5567201" y="1901049"/>
                  </a:lnTo>
                  <a:lnTo>
                    <a:pt x="5518804" y="1894427"/>
                  </a:lnTo>
                  <a:lnTo>
                    <a:pt x="5468662" y="1888498"/>
                  </a:lnTo>
                  <a:lnTo>
                    <a:pt x="5415923" y="1883224"/>
                  </a:lnTo>
                  <a:lnTo>
                    <a:pt x="5359633" y="1878541"/>
                  </a:lnTo>
                  <a:lnTo>
                    <a:pt x="5298834" y="1874377"/>
                  </a:lnTo>
                  <a:lnTo>
                    <a:pt x="5232649" y="1870666"/>
                  </a:lnTo>
                  <a:lnTo>
                    <a:pt x="5160404" y="1867351"/>
                  </a:lnTo>
                  <a:lnTo>
                    <a:pt x="5081791" y="1864385"/>
                  </a:lnTo>
                  <a:lnTo>
                    <a:pt x="4997073" y="1861738"/>
                  </a:lnTo>
                  <a:lnTo>
                    <a:pt x="4907331" y="1859393"/>
                  </a:lnTo>
                  <a:lnTo>
                    <a:pt x="4814674" y="1857345"/>
                  </a:lnTo>
                  <a:lnTo>
                    <a:pt x="4722333" y="1855599"/>
                  </a:lnTo>
                  <a:lnTo>
                    <a:pt x="4634503" y="1854161"/>
                  </a:lnTo>
                  <a:lnTo>
                    <a:pt x="4555827" y="1853035"/>
                  </a:lnTo>
                  <a:lnTo>
                    <a:pt x="4490554" y="1852211"/>
                  </a:lnTo>
                  <a:lnTo>
                    <a:pt x="4441564" y="1851661"/>
                  </a:lnTo>
                  <a:lnTo>
                    <a:pt x="4409581" y="1851340"/>
                  </a:lnTo>
                  <a:lnTo>
                    <a:pt x="4392851" y="1851190"/>
                  </a:lnTo>
                  <a:lnTo>
                    <a:pt x="4387286" y="1851144"/>
                  </a:lnTo>
                  <a:lnTo>
                    <a:pt x="4386855" y="1851141"/>
                  </a:lnTo>
                  <a:lnTo>
                    <a:pt x="3848118" y="1851141"/>
                  </a:lnTo>
                  <a:lnTo>
                    <a:pt x="3846877" y="1851082"/>
                  </a:lnTo>
                  <a:lnTo>
                    <a:pt x="3838771" y="1850663"/>
                  </a:lnTo>
                  <a:lnTo>
                    <a:pt x="3818529" y="1849504"/>
                  </a:lnTo>
                  <a:lnTo>
                    <a:pt x="3782829" y="1847228"/>
                  </a:lnTo>
                  <a:lnTo>
                    <a:pt x="3730606" y="1843504"/>
                  </a:lnTo>
                  <a:lnTo>
                    <a:pt x="3663096" y="1838088"/>
                  </a:lnTo>
                  <a:lnTo>
                    <a:pt x="3583415" y="1830843"/>
                  </a:lnTo>
                  <a:lnTo>
                    <a:pt x="3495772" y="1821731"/>
                  </a:lnTo>
                  <a:lnTo>
                    <a:pt x="3404565" y="1810778"/>
                  </a:lnTo>
                  <a:lnTo>
                    <a:pt x="3313657" y="1798028"/>
                  </a:lnTo>
                  <a:lnTo>
                    <a:pt x="3225958" y="1783500"/>
                  </a:lnTo>
                  <a:lnTo>
                    <a:pt x="3143325" y="1767157"/>
                  </a:lnTo>
                  <a:lnTo>
                    <a:pt x="3066674" y="1748887"/>
                  </a:lnTo>
                  <a:lnTo>
                    <a:pt x="2996181" y="1728497"/>
                  </a:lnTo>
                  <a:lnTo>
                    <a:pt x="2931512" y="1705714"/>
                  </a:lnTo>
                  <a:lnTo>
                    <a:pt x="2872001" y="1680194"/>
                  </a:lnTo>
                  <a:lnTo>
                    <a:pt x="2816805" y="1651537"/>
                  </a:lnTo>
                  <a:lnTo>
                    <a:pt x="2765008" y="1619329"/>
                  </a:lnTo>
                  <a:lnTo>
                    <a:pt x="2715704" y="1583191"/>
                  </a:lnTo>
                  <a:lnTo>
                    <a:pt x="2668081" y="1542896"/>
                  </a:lnTo>
                  <a:lnTo>
                    <a:pt x="2667772" y="1542618"/>
                  </a:lnTo>
                  <a:lnTo>
                    <a:pt x="2626488" y="1503438"/>
                  </a:lnTo>
                  <a:lnTo>
                    <a:pt x="2585605" y="1460912"/>
                  </a:lnTo>
                  <a:lnTo>
                    <a:pt x="2544804" y="1414975"/>
                  </a:lnTo>
                  <a:lnTo>
                    <a:pt x="2503850" y="1365640"/>
                  </a:lnTo>
                  <a:lnTo>
                    <a:pt x="2462578" y="1313006"/>
                  </a:lnTo>
                  <a:lnTo>
                    <a:pt x="2420890" y="1257266"/>
                  </a:lnTo>
                  <a:lnTo>
                    <a:pt x="2378745" y="1198708"/>
                  </a:lnTo>
                  <a:lnTo>
                    <a:pt x="2336155" y="1137712"/>
                  </a:lnTo>
                  <a:lnTo>
                    <a:pt x="2293175" y="1074750"/>
                  </a:lnTo>
                  <a:lnTo>
                    <a:pt x="2249899" y="1010364"/>
                  </a:lnTo>
                  <a:lnTo>
                    <a:pt x="2206446" y="945153"/>
                  </a:lnTo>
                  <a:lnTo>
                    <a:pt x="2162952" y="879751"/>
                  </a:lnTo>
                  <a:lnTo>
                    <a:pt x="2119555" y="814797"/>
                  </a:lnTo>
                  <a:lnTo>
                    <a:pt x="2076385" y="750913"/>
                  </a:lnTo>
                  <a:lnTo>
                    <a:pt x="2033552" y="688678"/>
                  </a:lnTo>
                  <a:lnTo>
                    <a:pt x="1991136" y="628609"/>
                  </a:lnTo>
                  <a:lnTo>
                    <a:pt x="1949175" y="571141"/>
                  </a:lnTo>
                  <a:lnTo>
                    <a:pt x="1907663" y="516619"/>
                  </a:lnTo>
                  <a:lnTo>
                    <a:pt x="1866534" y="465292"/>
                  </a:lnTo>
                  <a:lnTo>
                    <a:pt x="1825665" y="417315"/>
                  </a:lnTo>
                  <a:lnTo>
                    <a:pt x="1784864" y="372750"/>
                  </a:lnTo>
                  <a:lnTo>
                    <a:pt x="1743863" y="331578"/>
                  </a:lnTo>
                  <a:lnTo>
                    <a:pt x="1719082" y="308523"/>
                  </a:lnTo>
                  <a:lnTo>
                    <a:pt x="1671468" y="268201"/>
                  </a:lnTo>
                  <a:lnTo>
                    <a:pt x="1622178" y="232036"/>
                  </a:lnTo>
                  <a:lnTo>
                    <a:pt x="1570400" y="199803"/>
                  </a:lnTo>
                  <a:lnTo>
                    <a:pt x="1515230" y="171125"/>
                  </a:lnTo>
                  <a:lnTo>
                    <a:pt x="1455750" y="145585"/>
                  </a:lnTo>
                  <a:lnTo>
                    <a:pt x="1391117" y="122785"/>
                  </a:lnTo>
                  <a:lnTo>
                    <a:pt x="1320664" y="102380"/>
                  </a:lnTo>
                  <a:lnTo>
                    <a:pt x="1244053" y="84097"/>
                  </a:lnTo>
                  <a:lnTo>
                    <a:pt x="1161458" y="67742"/>
                  </a:lnTo>
                  <a:lnTo>
                    <a:pt x="1073787" y="53202"/>
                  </a:lnTo>
                  <a:lnTo>
                    <a:pt x="982892" y="40440"/>
                  </a:lnTo>
                  <a:lnTo>
                    <a:pt x="891676" y="29475"/>
                  </a:lnTo>
                  <a:lnTo>
                    <a:pt x="803995" y="20351"/>
                  </a:lnTo>
                  <a:lnTo>
                    <a:pt x="724247" y="13094"/>
                  </a:lnTo>
                  <a:lnTo>
                    <a:pt x="656645" y="7667"/>
                  </a:lnTo>
                  <a:lnTo>
                    <a:pt x="604315" y="3932"/>
                  </a:lnTo>
                  <a:lnTo>
                    <a:pt x="568507" y="1648"/>
                  </a:lnTo>
                  <a:lnTo>
                    <a:pt x="548172" y="482"/>
                  </a:lnTo>
                  <a:lnTo>
                    <a:pt x="540001" y="59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6" name="pg656"/>
            <p:cNvSpPr/>
            <p:nvPr/>
          </p:nvSpPr>
          <p:spPr>
            <a:xfrm>
              <a:off x="546595" y="2291260"/>
              <a:ext cx="8234974" cy="2836602"/>
            </a:xfrm>
            <a:custGeom>
              <a:avLst/>
              <a:pathLst>
                <a:path w="8234974" h="2836602">
                  <a:moveTo>
                    <a:pt x="0" y="5444"/>
                  </a:moveTo>
                  <a:lnTo>
                    <a:pt x="538736" y="5444"/>
                  </a:lnTo>
                  <a:lnTo>
                    <a:pt x="539976" y="5503"/>
                  </a:lnTo>
                  <a:lnTo>
                    <a:pt x="548073" y="5927"/>
                  </a:lnTo>
                  <a:lnTo>
                    <a:pt x="568294" y="7099"/>
                  </a:lnTo>
                  <a:lnTo>
                    <a:pt x="603959" y="9399"/>
                  </a:lnTo>
                  <a:lnTo>
                    <a:pt x="656134" y="13162"/>
                  </a:lnTo>
                  <a:lnTo>
                    <a:pt x="723590" y="18636"/>
                  </a:lnTo>
                  <a:lnTo>
                    <a:pt x="803216" y="25959"/>
                  </a:lnTo>
                  <a:lnTo>
                    <a:pt x="890810" y="35169"/>
                  </a:lnTo>
                  <a:lnTo>
                    <a:pt x="981977" y="46241"/>
                  </a:lnTo>
                  <a:lnTo>
                    <a:pt x="1072858" y="59130"/>
                  </a:lnTo>
                  <a:lnTo>
                    <a:pt x="1160541" y="73816"/>
                  </a:lnTo>
                  <a:lnTo>
                    <a:pt x="1243168" y="90337"/>
                  </a:lnTo>
                  <a:lnTo>
                    <a:pt x="1319819" y="108805"/>
                  </a:lnTo>
                  <a:lnTo>
                    <a:pt x="1390316" y="129415"/>
                  </a:lnTo>
                  <a:lnTo>
                    <a:pt x="1454992" y="152444"/>
                  </a:lnTo>
                  <a:lnTo>
                    <a:pt x="1514508" y="178237"/>
                  </a:lnTo>
                  <a:lnTo>
                    <a:pt x="1569706" y="207199"/>
                  </a:lnTo>
                  <a:lnTo>
                    <a:pt x="1621503" y="239749"/>
                  </a:lnTo>
                  <a:lnTo>
                    <a:pt x="1670803" y="276269"/>
                  </a:lnTo>
                  <a:lnTo>
                    <a:pt x="1718418" y="316991"/>
                  </a:lnTo>
                  <a:lnTo>
                    <a:pt x="1719082" y="317597"/>
                  </a:lnTo>
                  <a:lnTo>
                    <a:pt x="1760215" y="357085"/>
                  </a:lnTo>
                  <a:lnTo>
                    <a:pt x="1800949" y="399935"/>
                  </a:lnTo>
                  <a:lnTo>
                    <a:pt x="1841599" y="446209"/>
                  </a:lnTo>
                  <a:lnTo>
                    <a:pt x="1882399" y="495897"/>
                  </a:lnTo>
                  <a:lnTo>
                    <a:pt x="1923512" y="548899"/>
                  </a:lnTo>
                  <a:lnTo>
                    <a:pt x="1965038" y="605027"/>
                  </a:lnTo>
                  <a:lnTo>
                    <a:pt x="2007016" y="663992"/>
                  </a:lnTo>
                  <a:lnTo>
                    <a:pt x="2049439" y="725416"/>
                  </a:lnTo>
                  <a:lnTo>
                    <a:pt x="2092249" y="788830"/>
                  </a:lnTo>
                  <a:lnTo>
                    <a:pt x="2135357" y="853694"/>
                  </a:lnTo>
                  <a:lnTo>
                    <a:pt x="2178645" y="919408"/>
                  </a:lnTo>
                  <a:lnTo>
                    <a:pt x="2221980" y="985341"/>
                  </a:lnTo>
                  <a:lnTo>
                    <a:pt x="2265225" y="1050853"/>
                  </a:lnTo>
                  <a:lnTo>
                    <a:pt x="2308250" y="1115318"/>
                  </a:lnTo>
                  <a:lnTo>
                    <a:pt x="2350945" y="1178155"/>
                  </a:lnTo>
                  <a:lnTo>
                    <a:pt x="2393231" y="1238844"/>
                  </a:lnTo>
                  <a:lnTo>
                    <a:pt x="2435064" y="1296945"/>
                  </a:lnTo>
                  <a:lnTo>
                    <a:pt x="2476451" y="1352105"/>
                  </a:lnTo>
                  <a:lnTo>
                    <a:pt x="2517451" y="1404070"/>
                  </a:lnTo>
                  <a:lnTo>
                    <a:pt x="2558183" y="1452679"/>
                  </a:lnTo>
                  <a:lnTo>
                    <a:pt x="2598830" y="1497863"/>
                  </a:lnTo>
                  <a:lnTo>
                    <a:pt x="2639652" y="1539633"/>
                  </a:lnTo>
                  <a:lnTo>
                    <a:pt x="2667772" y="1566210"/>
                  </a:lnTo>
                  <a:lnTo>
                    <a:pt x="2715368" y="1606993"/>
                  </a:lnTo>
                  <a:lnTo>
                    <a:pt x="2764639" y="1643571"/>
                  </a:lnTo>
                  <a:lnTo>
                    <a:pt x="2816394" y="1676175"/>
                  </a:lnTo>
                  <a:lnTo>
                    <a:pt x="2871538" y="1705184"/>
                  </a:lnTo>
                  <a:lnTo>
                    <a:pt x="2930987" y="1731020"/>
                  </a:lnTo>
                  <a:lnTo>
                    <a:pt x="2995585" y="1754084"/>
                  </a:lnTo>
                  <a:lnTo>
                    <a:pt x="3065996" y="1774727"/>
                  </a:lnTo>
                  <a:lnTo>
                    <a:pt x="3142560" y="1793224"/>
                  </a:lnTo>
                  <a:lnTo>
                    <a:pt x="3225106" y="1809771"/>
                  </a:lnTo>
                  <a:lnTo>
                    <a:pt x="3312729" y="1824483"/>
                  </a:lnTo>
                  <a:lnTo>
                    <a:pt x="3403582" y="1837397"/>
                  </a:lnTo>
                  <a:lnTo>
                    <a:pt x="3494770" y="1848495"/>
                  </a:lnTo>
                  <a:lnTo>
                    <a:pt x="3582445" y="1857732"/>
                  </a:lnTo>
                  <a:lnTo>
                    <a:pt x="3662214" y="1865081"/>
                  </a:lnTo>
                  <a:lnTo>
                    <a:pt x="3729867" y="1870580"/>
                  </a:lnTo>
                  <a:lnTo>
                    <a:pt x="3782273" y="1874366"/>
                  </a:lnTo>
                  <a:lnTo>
                    <a:pt x="3818169" y="1876685"/>
                  </a:lnTo>
                  <a:lnTo>
                    <a:pt x="3838590" y="1877870"/>
                  </a:lnTo>
                  <a:lnTo>
                    <a:pt x="3846826" y="1878302"/>
                  </a:lnTo>
                  <a:lnTo>
                    <a:pt x="3848118" y="1878364"/>
                  </a:lnTo>
                  <a:lnTo>
                    <a:pt x="4386855" y="1878364"/>
                  </a:lnTo>
                  <a:lnTo>
                    <a:pt x="4388141" y="1878395"/>
                  </a:lnTo>
                  <a:lnTo>
                    <a:pt x="4396530" y="1878620"/>
                  </a:lnTo>
                  <a:lnTo>
                    <a:pt x="4417453" y="1879243"/>
                  </a:lnTo>
                  <a:lnTo>
                    <a:pt x="4454285" y="1880464"/>
                  </a:lnTo>
                  <a:lnTo>
                    <a:pt x="4508028" y="1882460"/>
                  </a:lnTo>
                  <a:lnTo>
                    <a:pt x="4577281" y="1885360"/>
                  </a:lnTo>
                  <a:lnTo>
                    <a:pt x="4658711" y="1889232"/>
                  </a:lnTo>
                  <a:lnTo>
                    <a:pt x="4747913" y="1894093"/>
                  </a:lnTo>
                  <a:lnTo>
                    <a:pt x="4840350" y="1899929"/>
                  </a:lnTo>
                  <a:lnTo>
                    <a:pt x="4932108" y="1906716"/>
                  </a:lnTo>
                  <a:lnTo>
                    <a:pt x="5020297" y="1914445"/>
                  </a:lnTo>
                  <a:lnTo>
                    <a:pt x="5103122" y="1923143"/>
                  </a:lnTo>
                  <a:lnTo>
                    <a:pt x="5179754" y="1932874"/>
                  </a:lnTo>
                  <a:lnTo>
                    <a:pt x="5250104" y="1943750"/>
                  </a:lnTo>
                  <a:lnTo>
                    <a:pt x="5314586" y="1955922"/>
                  </a:lnTo>
                  <a:lnTo>
                    <a:pt x="5373930" y="1969583"/>
                  </a:lnTo>
                  <a:lnTo>
                    <a:pt x="5429033" y="1984949"/>
                  </a:lnTo>
                  <a:lnTo>
                    <a:pt x="5480849" y="2002243"/>
                  </a:lnTo>
                  <a:lnTo>
                    <a:pt x="5530303" y="2021655"/>
                  </a:lnTo>
                  <a:lnTo>
                    <a:pt x="5567201" y="2038070"/>
                  </a:lnTo>
                  <a:lnTo>
                    <a:pt x="5615315" y="2061897"/>
                  </a:lnTo>
                  <a:lnTo>
                    <a:pt x="5662961" y="2088092"/>
                  </a:lnTo>
                  <a:lnTo>
                    <a:pt x="5710609" y="2116691"/>
                  </a:lnTo>
                  <a:lnTo>
                    <a:pt x="5758587" y="2147655"/>
                  </a:lnTo>
                  <a:lnTo>
                    <a:pt x="5807093" y="2180859"/>
                  </a:lnTo>
                  <a:lnTo>
                    <a:pt x="5856215" y="2216084"/>
                  </a:lnTo>
                  <a:lnTo>
                    <a:pt x="5905942" y="2253025"/>
                  </a:lnTo>
                  <a:lnTo>
                    <a:pt x="5956178" y="2291289"/>
                  </a:lnTo>
                  <a:lnTo>
                    <a:pt x="6006767" y="2330419"/>
                  </a:lnTo>
                  <a:lnTo>
                    <a:pt x="6057505" y="2369908"/>
                  </a:lnTo>
                  <a:lnTo>
                    <a:pt x="6108173" y="2409231"/>
                  </a:lnTo>
                  <a:lnTo>
                    <a:pt x="6158562" y="2447873"/>
                  </a:lnTo>
                  <a:lnTo>
                    <a:pt x="6208493" y="2485355"/>
                  </a:lnTo>
                  <a:lnTo>
                    <a:pt x="6257845" y="2521257"/>
                  </a:lnTo>
                  <a:lnTo>
                    <a:pt x="6306575" y="2555241"/>
                  </a:lnTo>
                  <a:lnTo>
                    <a:pt x="6354732" y="2587056"/>
                  </a:lnTo>
                  <a:lnTo>
                    <a:pt x="6402472" y="2616541"/>
                  </a:lnTo>
                  <a:lnTo>
                    <a:pt x="6450071" y="2643628"/>
                  </a:lnTo>
                  <a:lnTo>
                    <a:pt x="6497946" y="2668325"/>
                  </a:lnTo>
                  <a:lnTo>
                    <a:pt x="6515891" y="2676895"/>
                  </a:lnTo>
                  <a:lnTo>
                    <a:pt x="6564088" y="2698007"/>
                  </a:lnTo>
                  <a:lnTo>
                    <a:pt x="6614012" y="2716914"/>
                  </a:lnTo>
                  <a:lnTo>
                    <a:pt x="6666505" y="2733742"/>
                  </a:lnTo>
                  <a:lnTo>
                    <a:pt x="6722507" y="2748693"/>
                  </a:lnTo>
                  <a:lnTo>
                    <a:pt x="6782966" y="2761990"/>
                  </a:lnTo>
                  <a:lnTo>
                    <a:pt x="6848753" y="2773846"/>
                  </a:lnTo>
                  <a:lnTo>
                    <a:pt x="6920536" y="2784444"/>
                  </a:lnTo>
                  <a:lnTo>
                    <a:pt x="6998636" y="2793928"/>
                  </a:lnTo>
                  <a:lnTo>
                    <a:pt x="7082810" y="2802397"/>
                  </a:lnTo>
                  <a:lnTo>
                    <a:pt x="7172024" y="2809907"/>
                  </a:lnTo>
                  <a:lnTo>
                    <a:pt x="7264238" y="2816475"/>
                  </a:lnTo>
                  <a:lnTo>
                    <a:pt x="7356305" y="2822087"/>
                  </a:lnTo>
                  <a:lnTo>
                    <a:pt x="7444119" y="2826720"/>
                  </a:lnTo>
                  <a:lnTo>
                    <a:pt x="7523096" y="2830363"/>
                  </a:lnTo>
                  <a:lnTo>
                    <a:pt x="7588991" y="2833045"/>
                  </a:lnTo>
                  <a:lnTo>
                    <a:pt x="7638854" y="2834848"/>
                  </a:lnTo>
                  <a:lnTo>
                    <a:pt x="7671819" y="2835913"/>
                  </a:lnTo>
                  <a:lnTo>
                    <a:pt x="7689455" y="2836425"/>
                  </a:lnTo>
                  <a:lnTo>
                    <a:pt x="7695646" y="2836588"/>
                  </a:lnTo>
                  <a:lnTo>
                    <a:pt x="7696237" y="2836602"/>
                  </a:lnTo>
                  <a:lnTo>
                    <a:pt x="8234974" y="2836602"/>
                  </a:lnTo>
                  <a:lnTo>
                    <a:pt x="8234974" y="2831157"/>
                  </a:lnTo>
                  <a:lnTo>
                    <a:pt x="7696237" y="2831157"/>
                  </a:lnTo>
                  <a:lnTo>
                    <a:pt x="7694952" y="2831126"/>
                  </a:lnTo>
                  <a:lnTo>
                    <a:pt x="7686562" y="2830901"/>
                  </a:lnTo>
                  <a:lnTo>
                    <a:pt x="7665640" y="2830278"/>
                  </a:lnTo>
                  <a:lnTo>
                    <a:pt x="7628807" y="2829057"/>
                  </a:lnTo>
                  <a:lnTo>
                    <a:pt x="7575064" y="2827061"/>
                  </a:lnTo>
                  <a:lnTo>
                    <a:pt x="7505812" y="2824161"/>
                  </a:lnTo>
                  <a:lnTo>
                    <a:pt x="7424381" y="2820289"/>
                  </a:lnTo>
                  <a:lnTo>
                    <a:pt x="7335180" y="2815428"/>
                  </a:lnTo>
                  <a:lnTo>
                    <a:pt x="7242743" y="2809592"/>
                  </a:lnTo>
                  <a:lnTo>
                    <a:pt x="7150984" y="2802806"/>
                  </a:lnTo>
                  <a:lnTo>
                    <a:pt x="7062796" y="2795076"/>
                  </a:lnTo>
                  <a:lnTo>
                    <a:pt x="6979971" y="2786378"/>
                  </a:lnTo>
                  <a:lnTo>
                    <a:pt x="6903338" y="2776647"/>
                  </a:lnTo>
                  <a:lnTo>
                    <a:pt x="6832989" y="2765771"/>
                  </a:lnTo>
                  <a:lnTo>
                    <a:pt x="6768507" y="2753599"/>
                  </a:lnTo>
                  <a:lnTo>
                    <a:pt x="6709162" y="2739938"/>
                  </a:lnTo>
                  <a:lnTo>
                    <a:pt x="6654059" y="2724572"/>
                  </a:lnTo>
                  <a:lnTo>
                    <a:pt x="6602243" y="2707278"/>
                  </a:lnTo>
                  <a:lnTo>
                    <a:pt x="6552790" y="2687866"/>
                  </a:lnTo>
                  <a:lnTo>
                    <a:pt x="6515891" y="2671451"/>
                  </a:lnTo>
                  <a:lnTo>
                    <a:pt x="6467777" y="2647624"/>
                  </a:lnTo>
                  <a:lnTo>
                    <a:pt x="6420132" y="2621429"/>
                  </a:lnTo>
                  <a:lnTo>
                    <a:pt x="6372483" y="2592830"/>
                  </a:lnTo>
                  <a:lnTo>
                    <a:pt x="6324506" y="2561866"/>
                  </a:lnTo>
                  <a:lnTo>
                    <a:pt x="6276000" y="2528662"/>
                  </a:lnTo>
                  <a:lnTo>
                    <a:pt x="6226877" y="2493437"/>
                  </a:lnTo>
                  <a:lnTo>
                    <a:pt x="6177151" y="2456496"/>
                  </a:lnTo>
                  <a:lnTo>
                    <a:pt x="6126914" y="2418232"/>
                  </a:lnTo>
                  <a:lnTo>
                    <a:pt x="6076326" y="2379102"/>
                  </a:lnTo>
                  <a:lnTo>
                    <a:pt x="6025588" y="2339613"/>
                  </a:lnTo>
                  <a:lnTo>
                    <a:pt x="5974919" y="2300290"/>
                  </a:lnTo>
                  <a:lnTo>
                    <a:pt x="5924531" y="2261648"/>
                  </a:lnTo>
                  <a:lnTo>
                    <a:pt x="5874600" y="2224166"/>
                  </a:lnTo>
                  <a:lnTo>
                    <a:pt x="5825247" y="2188264"/>
                  </a:lnTo>
                  <a:lnTo>
                    <a:pt x="5776517" y="2154280"/>
                  </a:lnTo>
                  <a:lnTo>
                    <a:pt x="5728360" y="2122465"/>
                  </a:lnTo>
                  <a:lnTo>
                    <a:pt x="5680621" y="2092980"/>
                  </a:lnTo>
                  <a:lnTo>
                    <a:pt x="5633021" y="2065893"/>
                  </a:lnTo>
                  <a:lnTo>
                    <a:pt x="5585146" y="2041196"/>
                  </a:lnTo>
                  <a:lnTo>
                    <a:pt x="5567201" y="2032626"/>
                  </a:lnTo>
                  <a:lnTo>
                    <a:pt x="5519004" y="2011514"/>
                  </a:lnTo>
                  <a:lnTo>
                    <a:pt x="5469081" y="1992607"/>
                  </a:lnTo>
                  <a:lnTo>
                    <a:pt x="5416588" y="1975779"/>
                  </a:lnTo>
                  <a:lnTo>
                    <a:pt x="5360586" y="1960828"/>
                  </a:lnTo>
                  <a:lnTo>
                    <a:pt x="5300126" y="1947531"/>
                  </a:lnTo>
                  <a:lnTo>
                    <a:pt x="5234340" y="1935675"/>
                  </a:lnTo>
                  <a:lnTo>
                    <a:pt x="5162556" y="1925077"/>
                  </a:lnTo>
                  <a:lnTo>
                    <a:pt x="5084457" y="1915593"/>
                  </a:lnTo>
                  <a:lnTo>
                    <a:pt x="5000283" y="1907124"/>
                  </a:lnTo>
                  <a:lnTo>
                    <a:pt x="4911068" y="1899614"/>
                  </a:lnTo>
                  <a:lnTo>
                    <a:pt x="4818854" y="1893046"/>
                  </a:lnTo>
                  <a:lnTo>
                    <a:pt x="4726787" y="1887434"/>
                  </a:lnTo>
                  <a:lnTo>
                    <a:pt x="4638974" y="1882801"/>
                  </a:lnTo>
                  <a:lnTo>
                    <a:pt x="4559997" y="1879158"/>
                  </a:lnTo>
                  <a:lnTo>
                    <a:pt x="4494102" y="1876476"/>
                  </a:lnTo>
                  <a:lnTo>
                    <a:pt x="4444238" y="1874673"/>
                  </a:lnTo>
                  <a:lnTo>
                    <a:pt x="4411273" y="1873608"/>
                  </a:lnTo>
                  <a:lnTo>
                    <a:pt x="4393637" y="1873096"/>
                  </a:lnTo>
                  <a:lnTo>
                    <a:pt x="4387446" y="1872933"/>
                  </a:lnTo>
                  <a:lnTo>
                    <a:pt x="4386855" y="1872919"/>
                  </a:lnTo>
                  <a:lnTo>
                    <a:pt x="3848118" y="1872919"/>
                  </a:lnTo>
                  <a:lnTo>
                    <a:pt x="3846879" y="1872860"/>
                  </a:lnTo>
                  <a:lnTo>
                    <a:pt x="3838781" y="1872436"/>
                  </a:lnTo>
                  <a:lnTo>
                    <a:pt x="3818561" y="1871264"/>
                  </a:lnTo>
                  <a:lnTo>
                    <a:pt x="3782896" y="1868964"/>
                  </a:lnTo>
                  <a:lnTo>
                    <a:pt x="3730720" y="1865201"/>
                  </a:lnTo>
                  <a:lnTo>
                    <a:pt x="3663264" y="1859727"/>
                  </a:lnTo>
                  <a:lnTo>
                    <a:pt x="3583638" y="1852405"/>
                  </a:lnTo>
                  <a:lnTo>
                    <a:pt x="3496044" y="1843194"/>
                  </a:lnTo>
                  <a:lnTo>
                    <a:pt x="3404877" y="1832122"/>
                  </a:lnTo>
                  <a:lnTo>
                    <a:pt x="3313997" y="1819234"/>
                  </a:lnTo>
                  <a:lnTo>
                    <a:pt x="3226313" y="1804548"/>
                  </a:lnTo>
                  <a:lnTo>
                    <a:pt x="3143687" y="1788027"/>
                  </a:lnTo>
                  <a:lnTo>
                    <a:pt x="3067035" y="1769558"/>
                  </a:lnTo>
                  <a:lnTo>
                    <a:pt x="2996539" y="1748948"/>
                  </a:lnTo>
                  <a:lnTo>
                    <a:pt x="2931863" y="1725920"/>
                  </a:lnTo>
                  <a:lnTo>
                    <a:pt x="2872347" y="1700126"/>
                  </a:lnTo>
                  <a:lnTo>
                    <a:pt x="2817148" y="1671165"/>
                  </a:lnTo>
                  <a:lnTo>
                    <a:pt x="2765351" y="1638614"/>
                  </a:lnTo>
                  <a:lnTo>
                    <a:pt x="2716052" y="1602094"/>
                  </a:lnTo>
                  <a:lnTo>
                    <a:pt x="2668437" y="1561372"/>
                  </a:lnTo>
                  <a:lnTo>
                    <a:pt x="2667772" y="1560766"/>
                  </a:lnTo>
                  <a:lnTo>
                    <a:pt x="2626639" y="1521278"/>
                  </a:lnTo>
                  <a:lnTo>
                    <a:pt x="2585905" y="1478429"/>
                  </a:lnTo>
                  <a:lnTo>
                    <a:pt x="2545256" y="1432154"/>
                  </a:lnTo>
                  <a:lnTo>
                    <a:pt x="2504456" y="1382466"/>
                  </a:lnTo>
                  <a:lnTo>
                    <a:pt x="2463342" y="1329464"/>
                  </a:lnTo>
                  <a:lnTo>
                    <a:pt x="2421817" y="1273337"/>
                  </a:lnTo>
                  <a:lnTo>
                    <a:pt x="2379838" y="1214371"/>
                  </a:lnTo>
                  <a:lnTo>
                    <a:pt x="2337416" y="1152948"/>
                  </a:lnTo>
                  <a:lnTo>
                    <a:pt x="2294606" y="1089533"/>
                  </a:lnTo>
                  <a:lnTo>
                    <a:pt x="2251498" y="1024670"/>
                  </a:lnTo>
                  <a:lnTo>
                    <a:pt x="2208209" y="958955"/>
                  </a:lnTo>
                  <a:lnTo>
                    <a:pt x="2164874" y="893022"/>
                  </a:lnTo>
                  <a:lnTo>
                    <a:pt x="2121630" y="827511"/>
                  </a:lnTo>
                  <a:lnTo>
                    <a:pt x="2078604" y="763045"/>
                  </a:lnTo>
                  <a:lnTo>
                    <a:pt x="2035909" y="700208"/>
                  </a:lnTo>
                  <a:lnTo>
                    <a:pt x="1993624" y="639519"/>
                  </a:lnTo>
                  <a:lnTo>
                    <a:pt x="1951790" y="581419"/>
                  </a:lnTo>
                  <a:lnTo>
                    <a:pt x="1910403" y="526258"/>
                  </a:lnTo>
                  <a:lnTo>
                    <a:pt x="1869403" y="474293"/>
                  </a:lnTo>
                  <a:lnTo>
                    <a:pt x="1828672" y="425684"/>
                  </a:lnTo>
                  <a:lnTo>
                    <a:pt x="1788024" y="380501"/>
                  </a:lnTo>
                  <a:lnTo>
                    <a:pt x="1747202" y="338730"/>
                  </a:lnTo>
                  <a:lnTo>
                    <a:pt x="1719082" y="312153"/>
                  </a:lnTo>
                  <a:lnTo>
                    <a:pt x="1671486" y="271371"/>
                  </a:lnTo>
                  <a:lnTo>
                    <a:pt x="1622216" y="234792"/>
                  </a:lnTo>
                  <a:lnTo>
                    <a:pt x="1570460" y="202188"/>
                  </a:lnTo>
                  <a:lnTo>
                    <a:pt x="1515316" y="173179"/>
                  </a:lnTo>
                  <a:lnTo>
                    <a:pt x="1455867" y="147344"/>
                  </a:lnTo>
                  <a:lnTo>
                    <a:pt x="1391270" y="124279"/>
                  </a:lnTo>
                  <a:lnTo>
                    <a:pt x="1320859" y="103636"/>
                  </a:lnTo>
                  <a:lnTo>
                    <a:pt x="1244294" y="85139"/>
                  </a:lnTo>
                  <a:lnTo>
                    <a:pt x="1161748" y="68592"/>
                  </a:lnTo>
                  <a:lnTo>
                    <a:pt x="1074126" y="53880"/>
                  </a:lnTo>
                  <a:lnTo>
                    <a:pt x="983273" y="40966"/>
                  </a:lnTo>
                  <a:lnTo>
                    <a:pt x="892085" y="29868"/>
                  </a:lnTo>
                  <a:lnTo>
                    <a:pt x="804410" y="20631"/>
                  </a:lnTo>
                  <a:lnTo>
                    <a:pt x="724640" y="13282"/>
                  </a:lnTo>
                  <a:lnTo>
                    <a:pt x="656987" y="7783"/>
                  </a:lnTo>
                  <a:lnTo>
                    <a:pt x="604582" y="3997"/>
                  </a:lnTo>
                  <a:lnTo>
                    <a:pt x="568685" y="1678"/>
                  </a:lnTo>
                  <a:lnTo>
                    <a:pt x="548264" y="493"/>
                  </a:lnTo>
                  <a:lnTo>
                    <a:pt x="540028" y="6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57" name="pl657"/>
            <p:cNvSpPr/>
            <p:nvPr/>
          </p:nvSpPr>
          <p:spPr>
            <a:xfrm>
              <a:off x="546595" y="2296704"/>
              <a:ext cx="8234974" cy="2831157"/>
            </a:xfrm>
            <a:custGeom>
              <a:avLst/>
              <a:pathLst>
                <a:path w="8234974" h="2831157">
                  <a:moveTo>
                    <a:pt x="0" y="0"/>
                  </a:moveTo>
                  <a:lnTo>
                    <a:pt x="538736" y="0"/>
                  </a:lnTo>
                  <a:lnTo>
                    <a:pt x="539976" y="59"/>
                  </a:lnTo>
                  <a:lnTo>
                    <a:pt x="548073" y="483"/>
                  </a:lnTo>
                  <a:lnTo>
                    <a:pt x="568294" y="1654"/>
                  </a:lnTo>
                  <a:lnTo>
                    <a:pt x="603959" y="3955"/>
                  </a:lnTo>
                  <a:lnTo>
                    <a:pt x="656134" y="7718"/>
                  </a:lnTo>
                  <a:lnTo>
                    <a:pt x="723590" y="13191"/>
                  </a:lnTo>
                  <a:lnTo>
                    <a:pt x="803216" y="20514"/>
                  </a:lnTo>
                  <a:lnTo>
                    <a:pt x="890810" y="29724"/>
                  </a:lnTo>
                  <a:lnTo>
                    <a:pt x="981977" y="40796"/>
                  </a:lnTo>
                  <a:lnTo>
                    <a:pt x="1072858" y="53685"/>
                  </a:lnTo>
                  <a:lnTo>
                    <a:pt x="1160541" y="68371"/>
                  </a:lnTo>
                  <a:lnTo>
                    <a:pt x="1243168" y="84892"/>
                  </a:lnTo>
                  <a:lnTo>
                    <a:pt x="1319819" y="103360"/>
                  </a:lnTo>
                  <a:lnTo>
                    <a:pt x="1390316" y="123971"/>
                  </a:lnTo>
                  <a:lnTo>
                    <a:pt x="1454992" y="146999"/>
                  </a:lnTo>
                  <a:lnTo>
                    <a:pt x="1514508" y="172793"/>
                  </a:lnTo>
                  <a:lnTo>
                    <a:pt x="1569706" y="201754"/>
                  </a:lnTo>
                  <a:lnTo>
                    <a:pt x="1621503" y="234304"/>
                  </a:lnTo>
                  <a:lnTo>
                    <a:pt x="1670803" y="270824"/>
                  </a:lnTo>
                  <a:lnTo>
                    <a:pt x="1718418" y="311547"/>
                  </a:lnTo>
                  <a:lnTo>
                    <a:pt x="1719082" y="312153"/>
                  </a:lnTo>
                  <a:lnTo>
                    <a:pt x="1760215" y="351641"/>
                  </a:lnTo>
                  <a:lnTo>
                    <a:pt x="1800949" y="394490"/>
                  </a:lnTo>
                  <a:lnTo>
                    <a:pt x="1841599" y="440765"/>
                  </a:lnTo>
                  <a:lnTo>
                    <a:pt x="1882399" y="490452"/>
                  </a:lnTo>
                  <a:lnTo>
                    <a:pt x="1923512" y="543455"/>
                  </a:lnTo>
                  <a:lnTo>
                    <a:pt x="1965038" y="599582"/>
                  </a:lnTo>
                  <a:lnTo>
                    <a:pt x="2007016" y="658548"/>
                  </a:lnTo>
                  <a:lnTo>
                    <a:pt x="2049439" y="719971"/>
                  </a:lnTo>
                  <a:lnTo>
                    <a:pt x="2092249" y="783386"/>
                  </a:lnTo>
                  <a:lnTo>
                    <a:pt x="2135357" y="848249"/>
                  </a:lnTo>
                  <a:lnTo>
                    <a:pt x="2178645" y="913964"/>
                  </a:lnTo>
                  <a:lnTo>
                    <a:pt x="2221980" y="979897"/>
                  </a:lnTo>
                  <a:lnTo>
                    <a:pt x="2265225" y="1045408"/>
                  </a:lnTo>
                  <a:lnTo>
                    <a:pt x="2308250" y="1109874"/>
                  </a:lnTo>
                  <a:lnTo>
                    <a:pt x="2350945" y="1172711"/>
                  </a:lnTo>
                  <a:lnTo>
                    <a:pt x="2393231" y="1233400"/>
                  </a:lnTo>
                  <a:lnTo>
                    <a:pt x="2435064" y="1291500"/>
                  </a:lnTo>
                  <a:lnTo>
                    <a:pt x="2476451" y="1346660"/>
                  </a:lnTo>
                  <a:lnTo>
                    <a:pt x="2517451" y="1398625"/>
                  </a:lnTo>
                  <a:lnTo>
                    <a:pt x="2558183" y="1447235"/>
                  </a:lnTo>
                  <a:lnTo>
                    <a:pt x="2598830" y="1492418"/>
                  </a:lnTo>
                  <a:lnTo>
                    <a:pt x="2639652" y="1534189"/>
                  </a:lnTo>
                  <a:lnTo>
                    <a:pt x="2667772" y="1560766"/>
                  </a:lnTo>
                  <a:lnTo>
                    <a:pt x="2715368" y="1601548"/>
                  </a:lnTo>
                  <a:lnTo>
                    <a:pt x="2764639" y="1638126"/>
                  </a:lnTo>
                  <a:lnTo>
                    <a:pt x="2816394" y="1670730"/>
                  </a:lnTo>
                  <a:lnTo>
                    <a:pt x="2871538" y="1699739"/>
                  </a:lnTo>
                  <a:lnTo>
                    <a:pt x="2930987" y="1725575"/>
                  </a:lnTo>
                  <a:lnTo>
                    <a:pt x="2995585" y="1748640"/>
                  </a:lnTo>
                  <a:lnTo>
                    <a:pt x="3065996" y="1769282"/>
                  </a:lnTo>
                  <a:lnTo>
                    <a:pt x="3142560" y="1787779"/>
                  </a:lnTo>
                  <a:lnTo>
                    <a:pt x="3225106" y="1804327"/>
                  </a:lnTo>
                  <a:lnTo>
                    <a:pt x="3312729" y="1819038"/>
                  </a:lnTo>
                  <a:lnTo>
                    <a:pt x="3403582" y="1831953"/>
                  </a:lnTo>
                  <a:lnTo>
                    <a:pt x="3494770" y="1843051"/>
                  </a:lnTo>
                  <a:lnTo>
                    <a:pt x="3582445" y="1852288"/>
                  </a:lnTo>
                  <a:lnTo>
                    <a:pt x="3662214" y="1859637"/>
                  </a:lnTo>
                  <a:lnTo>
                    <a:pt x="3729867" y="1865136"/>
                  </a:lnTo>
                  <a:lnTo>
                    <a:pt x="3782273" y="1868922"/>
                  </a:lnTo>
                  <a:lnTo>
                    <a:pt x="3818169" y="1871241"/>
                  </a:lnTo>
                  <a:lnTo>
                    <a:pt x="3838590" y="1872426"/>
                  </a:lnTo>
                  <a:lnTo>
                    <a:pt x="3846826" y="1872857"/>
                  </a:lnTo>
                  <a:lnTo>
                    <a:pt x="3848118" y="1872919"/>
                  </a:lnTo>
                  <a:lnTo>
                    <a:pt x="3848118" y="1872919"/>
                  </a:lnTo>
                  <a:lnTo>
                    <a:pt x="4386855" y="1872919"/>
                  </a:lnTo>
                  <a:lnTo>
                    <a:pt x="4388141" y="1872951"/>
                  </a:lnTo>
                  <a:lnTo>
                    <a:pt x="4396530" y="1873176"/>
                  </a:lnTo>
                  <a:lnTo>
                    <a:pt x="4417453" y="1873798"/>
                  </a:lnTo>
                  <a:lnTo>
                    <a:pt x="4454285" y="1875020"/>
                  </a:lnTo>
                  <a:lnTo>
                    <a:pt x="4508028" y="1877016"/>
                  </a:lnTo>
                  <a:lnTo>
                    <a:pt x="4577281" y="1879915"/>
                  </a:lnTo>
                  <a:lnTo>
                    <a:pt x="4658711" y="1883787"/>
                  </a:lnTo>
                  <a:lnTo>
                    <a:pt x="4747913" y="1888649"/>
                  </a:lnTo>
                  <a:lnTo>
                    <a:pt x="4840350" y="1894485"/>
                  </a:lnTo>
                  <a:lnTo>
                    <a:pt x="4932108" y="1901271"/>
                  </a:lnTo>
                  <a:lnTo>
                    <a:pt x="5020297" y="1909001"/>
                  </a:lnTo>
                  <a:lnTo>
                    <a:pt x="5103122" y="1917698"/>
                  </a:lnTo>
                  <a:lnTo>
                    <a:pt x="5179754" y="1927430"/>
                  </a:lnTo>
                  <a:lnTo>
                    <a:pt x="5250104" y="1938305"/>
                  </a:lnTo>
                  <a:lnTo>
                    <a:pt x="5314586" y="1950478"/>
                  </a:lnTo>
                  <a:lnTo>
                    <a:pt x="5373930" y="1964139"/>
                  </a:lnTo>
                  <a:lnTo>
                    <a:pt x="5429033" y="1979505"/>
                  </a:lnTo>
                  <a:lnTo>
                    <a:pt x="5480849" y="1996798"/>
                  </a:lnTo>
                  <a:lnTo>
                    <a:pt x="5530303" y="2016210"/>
                  </a:lnTo>
                  <a:lnTo>
                    <a:pt x="5567201" y="2032626"/>
                  </a:lnTo>
                  <a:lnTo>
                    <a:pt x="5615315" y="2056453"/>
                  </a:lnTo>
                  <a:lnTo>
                    <a:pt x="5662961" y="2082648"/>
                  </a:lnTo>
                  <a:lnTo>
                    <a:pt x="5710609" y="2111247"/>
                  </a:lnTo>
                  <a:lnTo>
                    <a:pt x="5758587" y="2142211"/>
                  </a:lnTo>
                  <a:lnTo>
                    <a:pt x="5807093" y="2175414"/>
                  </a:lnTo>
                  <a:lnTo>
                    <a:pt x="5856215" y="2210640"/>
                  </a:lnTo>
                  <a:lnTo>
                    <a:pt x="5905942" y="2247580"/>
                  </a:lnTo>
                  <a:lnTo>
                    <a:pt x="5956178" y="2285845"/>
                  </a:lnTo>
                  <a:lnTo>
                    <a:pt x="6006767" y="2324974"/>
                  </a:lnTo>
                  <a:lnTo>
                    <a:pt x="6057505" y="2364463"/>
                  </a:lnTo>
                  <a:lnTo>
                    <a:pt x="6108173" y="2403787"/>
                  </a:lnTo>
                  <a:lnTo>
                    <a:pt x="6158562" y="2442429"/>
                  </a:lnTo>
                  <a:lnTo>
                    <a:pt x="6208493" y="2479910"/>
                  </a:lnTo>
                  <a:lnTo>
                    <a:pt x="6257845" y="2515813"/>
                  </a:lnTo>
                  <a:lnTo>
                    <a:pt x="6306575" y="2549797"/>
                  </a:lnTo>
                  <a:lnTo>
                    <a:pt x="6354732" y="2581611"/>
                  </a:lnTo>
                  <a:lnTo>
                    <a:pt x="6402472" y="2611097"/>
                  </a:lnTo>
                  <a:lnTo>
                    <a:pt x="6450071" y="2638183"/>
                  </a:lnTo>
                  <a:lnTo>
                    <a:pt x="6497946" y="2662881"/>
                  </a:lnTo>
                  <a:lnTo>
                    <a:pt x="6515891" y="2671451"/>
                  </a:lnTo>
                  <a:lnTo>
                    <a:pt x="6564088" y="2692562"/>
                  </a:lnTo>
                  <a:lnTo>
                    <a:pt x="6614012" y="2711470"/>
                  </a:lnTo>
                  <a:lnTo>
                    <a:pt x="6666505" y="2728297"/>
                  </a:lnTo>
                  <a:lnTo>
                    <a:pt x="6722507" y="2743248"/>
                  </a:lnTo>
                  <a:lnTo>
                    <a:pt x="6782966" y="2756545"/>
                  </a:lnTo>
                  <a:lnTo>
                    <a:pt x="6848753" y="2768402"/>
                  </a:lnTo>
                  <a:lnTo>
                    <a:pt x="6920536" y="2779000"/>
                  </a:lnTo>
                  <a:lnTo>
                    <a:pt x="6998636" y="2788483"/>
                  </a:lnTo>
                  <a:lnTo>
                    <a:pt x="7082810" y="2796952"/>
                  </a:lnTo>
                  <a:lnTo>
                    <a:pt x="7172024" y="2804462"/>
                  </a:lnTo>
                  <a:lnTo>
                    <a:pt x="7264238" y="2811030"/>
                  </a:lnTo>
                  <a:lnTo>
                    <a:pt x="7356305" y="2816642"/>
                  </a:lnTo>
                  <a:lnTo>
                    <a:pt x="7444119" y="2821275"/>
                  </a:lnTo>
                  <a:lnTo>
                    <a:pt x="7523096" y="2824918"/>
                  </a:lnTo>
                  <a:lnTo>
                    <a:pt x="7588991" y="2827600"/>
                  </a:lnTo>
                  <a:lnTo>
                    <a:pt x="7638854" y="2829403"/>
                  </a:lnTo>
                  <a:lnTo>
                    <a:pt x="7671819" y="2830469"/>
                  </a:lnTo>
                  <a:lnTo>
                    <a:pt x="7689455" y="2830981"/>
                  </a:lnTo>
                  <a:lnTo>
                    <a:pt x="7695646" y="2831143"/>
                  </a:lnTo>
                  <a:lnTo>
                    <a:pt x="7696237" y="2831157"/>
                  </a:lnTo>
                  <a:lnTo>
                    <a:pt x="8234974" y="2831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8" name="pl658"/>
            <p:cNvSpPr/>
            <p:nvPr/>
          </p:nvSpPr>
          <p:spPr>
            <a:xfrm>
              <a:off x="546595" y="2291260"/>
              <a:ext cx="8234974" cy="2831157"/>
            </a:xfrm>
            <a:custGeom>
              <a:avLst/>
              <a:pathLst>
                <a:path w="8234974" h="2831157">
                  <a:moveTo>
                    <a:pt x="8234974" y="2831157"/>
                  </a:moveTo>
                  <a:lnTo>
                    <a:pt x="7696237" y="2831157"/>
                  </a:lnTo>
                  <a:lnTo>
                    <a:pt x="7694952" y="2831126"/>
                  </a:lnTo>
                  <a:lnTo>
                    <a:pt x="7686562" y="2830901"/>
                  </a:lnTo>
                  <a:lnTo>
                    <a:pt x="7665640" y="2830278"/>
                  </a:lnTo>
                  <a:lnTo>
                    <a:pt x="7628807" y="2829057"/>
                  </a:lnTo>
                  <a:lnTo>
                    <a:pt x="7575064" y="2827061"/>
                  </a:lnTo>
                  <a:lnTo>
                    <a:pt x="7505812" y="2824161"/>
                  </a:lnTo>
                  <a:lnTo>
                    <a:pt x="7424381" y="2820289"/>
                  </a:lnTo>
                  <a:lnTo>
                    <a:pt x="7335180" y="2815428"/>
                  </a:lnTo>
                  <a:lnTo>
                    <a:pt x="7242743" y="2809592"/>
                  </a:lnTo>
                  <a:lnTo>
                    <a:pt x="7150984" y="2802806"/>
                  </a:lnTo>
                  <a:lnTo>
                    <a:pt x="7062796" y="2795076"/>
                  </a:lnTo>
                  <a:lnTo>
                    <a:pt x="6979971" y="2786378"/>
                  </a:lnTo>
                  <a:lnTo>
                    <a:pt x="6903338" y="2776647"/>
                  </a:lnTo>
                  <a:lnTo>
                    <a:pt x="6832989" y="2765771"/>
                  </a:lnTo>
                  <a:lnTo>
                    <a:pt x="6768507" y="2753599"/>
                  </a:lnTo>
                  <a:lnTo>
                    <a:pt x="6709162" y="2739938"/>
                  </a:lnTo>
                  <a:lnTo>
                    <a:pt x="6654059" y="2724572"/>
                  </a:lnTo>
                  <a:lnTo>
                    <a:pt x="6602243" y="2707278"/>
                  </a:lnTo>
                  <a:lnTo>
                    <a:pt x="6552790" y="2687866"/>
                  </a:lnTo>
                  <a:lnTo>
                    <a:pt x="6515891" y="2671451"/>
                  </a:lnTo>
                  <a:lnTo>
                    <a:pt x="6467777" y="2647624"/>
                  </a:lnTo>
                  <a:lnTo>
                    <a:pt x="6420132" y="2621429"/>
                  </a:lnTo>
                  <a:lnTo>
                    <a:pt x="6372483" y="2592830"/>
                  </a:lnTo>
                  <a:lnTo>
                    <a:pt x="6324506" y="2561866"/>
                  </a:lnTo>
                  <a:lnTo>
                    <a:pt x="6276000" y="2528662"/>
                  </a:lnTo>
                  <a:lnTo>
                    <a:pt x="6226877" y="2493437"/>
                  </a:lnTo>
                  <a:lnTo>
                    <a:pt x="6177151" y="2456496"/>
                  </a:lnTo>
                  <a:lnTo>
                    <a:pt x="6126914" y="2418232"/>
                  </a:lnTo>
                  <a:lnTo>
                    <a:pt x="6076326" y="2379102"/>
                  </a:lnTo>
                  <a:lnTo>
                    <a:pt x="6025588" y="2339613"/>
                  </a:lnTo>
                  <a:lnTo>
                    <a:pt x="5974919" y="2300290"/>
                  </a:lnTo>
                  <a:lnTo>
                    <a:pt x="5924531" y="2261648"/>
                  </a:lnTo>
                  <a:lnTo>
                    <a:pt x="5874600" y="2224166"/>
                  </a:lnTo>
                  <a:lnTo>
                    <a:pt x="5825247" y="2188264"/>
                  </a:lnTo>
                  <a:lnTo>
                    <a:pt x="5776517" y="2154280"/>
                  </a:lnTo>
                  <a:lnTo>
                    <a:pt x="5728360" y="2122465"/>
                  </a:lnTo>
                  <a:lnTo>
                    <a:pt x="5680621" y="2092980"/>
                  </a:lnTo>
                  <a:lnTo>
                    <a:pt x="5633021" y="2065893"/>
                  </a:lnTo>
                  <a:lnTo>
                    <a:pt x="5585146" y="2041196"/>
                  </a:lnTo>
                  <a:lnTo>
                    <a:pt x="5567201" y="2032626"/>
                  </a:lnTo>
                  <a:lnTo>
                    <a:pt x="5519004" y="2011514"/>
                  </a:lnTo>
                  <a:lnTo>
                    <a:pt x="5469081" y="1992607"/>
                  </a:lnTo>
                  <a:lnTo>
                    <a:pt x="5416588" y="1975779"/>
                  </a:lnTo>
                  <a:lnTo>
                    <a:pt x="5360586" y="1960828"/>
                  </a:lnTo>
                  <a:lnTo>
                    <a:pt x="5300126" y="1947531"/>
                  </a:lnTo>
                  <a:lnTo>
                    <a:pt x="5234340" y="1935675"/>
                  </a:lnTo>
                  <a:lnTo>
                    <a:pt x="5162556" y="1925077"/>
                  </a:lnTo>
                  <a:lnTo>
                    <a:pt x="5084457" y="1915593"/>
                  </a:lnTo>
                  <a:lnTo>
                    <a:pt x="5000283" y="1907124"/>
                  </a:lnTo>
                  <a:lnTo>
                    <a:pt x="4911068" y="1899614"/>
                  </a:lnTo>
                  <a:lnTo>
                    <a:pt x="4818854" y="1893046"/>
                  </a:lnTo>
                  <a:lnTo>
                    <a:pt x="4726787" y="1887434"/>
                  </a:lnTo>
                  <a:lnTo>
                    <a:pt x="4638974" y="1882801"/>
                  </a:lnTo>
                  <a:lnTo>
                    <a:pt x="4559997" y="1879158"/>
                  </a:lnTo>
                  <a:lnTo>
                    <a:pt x="4494102" y="1876476"/>
                  </a:lnTo>
                  <a:lnTo>
                    <a:pt x="4444238" y="1874673"/>
                  </a:lnTo>
                  <a:lnTo>
                    <a:pt x="4411273" y="1873608"/>
                  </a:lnTo>
                  <a:lnTo>
                    <a:pt x="4393637" y="1873096"/>
                  </a:lnTo>
                  <a:lnTo>
                    <a:pt x="4387446" y="1872933"/>
                  </a:lnTo>
                  <a:lnTo>
                    <a:pt x="4386855" y="1872919"/>
                  </a:lnTo>
                  <a:lnTo>
                    <a:pt x="3848118" y="1872919"/>
                  </a:lnTo>
                  <a:lnTo>
                    <a:pt x="3846879" y="1872860"/>
                  </a:lnTo>
                  <a:lnTo>
                    <a:pt x="3838781" y="1872436"/>
                  </a:lnTo>
                  <a:lnTo>
                    <a:pt x="3818561" y="1871264"/>
                  </a:lnTo>
                  <a:lnTo>
                    <a:pt x="3782896" y="1868964"/>
                  </a:lnTo>
                  <a:lnTo>
                    <a:pt x="3730720" y="1865201"/>
                  </a:lnTo>
                  <a:lnTo>
                    <a:pt x="3663264" y="1859727"/>
                  </a:lnTo>
                  <a:lnTo>
                    <a:pt x="3583638" y="1852405"/>
                  </a:lnTo>
                  <a:lnTo>
                    <a:pt x="3496044" y="1843194"/>
                  </a:lnTo>
                  <a:lnTo>
                    <a:pt x="3404877" y="1832122"/>
                  </a:lnTo>
                  <a:lnTo>
                    <a:pt x="3313997" y="1819234"/>
                  </a:lnTo>
                  <a:lnTo>
                    <a:pt x="3226313" y="1804548"/>
                  </a:lnTo>
                  <a:lnTo>
                    <a:pt x="3143687" y="1788027"/>
                  </a:lnTo>
                  <a:lnTo>
                    <a:pt x="3067035" y="1769558"/>
                  </a:lnTo>
                  <a:lnTo>
                    <a:pt x="2996539" y="1748948"/>
                  </a:lnTo>
                  <a:lnTo>
                    <a:pt x="2931863" y="1725920"/>
                  </a:lnTo>
                  <a:lnTo>
                    <a:pt x="2872347" y="1700126"/>
                  </a:lnTo>
                  <a:lnTo>
                    <a:pt x="2817148" y="1671165"/>
                  </a:lnTo>
                  <a:lnTo>
                    <a:pt x="2765351" y="1638614"/>
                  </a:lnTo>
                  <a:lnTo>
                    <a:pt x="2716052" y="1602094"/>
                  </a:lnTo>
                  <a:lnTo>
                    <a:pt x="2668437" y="1561372"/>
                  </a:lnTo>
                  <a:lnTo>
                    <a:pt x="2667772" y="1560766"/>
                  </a:lnTo>
                  <a:lnTo>
                    <a:pt x="2626639" y="1521278"/>
                  </a:lnTo>
                  <a:lnTo>
                    <a:pt x="2585905" y="1478429"/>
                  </a:lnTo>
                  <a:lnTo>
                    <a:pt x="2545256" y="1432154"/>
                  </a:lnTo>
                  <a:lnTo>
                    <a:pt x="2504456" y="1382466"/>
                  </a:lnTo>
                  <a:lnTo>
                    <a:pt x="2463342" y="1329464"/>
                  </a:lnTo>
                  <a:lnTo>
                    <a:pt x="2421817" y="1273337"/>
                  </a:lnTo>
                  <a:lnTo>
                    <a:pt x="2379838" y="1214371"/>
                  </a:lnTo>
                  <a:lnTo>
                    <a:pt x="2337416" y="1152948"/>
                  </a:lnTo>
                  <a:lnTo>
                    <a:pt x="2294606" y="1089533"/>
                  </a:lnTo>
                  <a:lnTo>
                    <a:pt x="2251498" y="1024670"/>
                  </a:lnTo>
                  <a:lnTo>
                    <a:pt x="2208209" y="958955"/>
                  </a:lnTo>
                  <a:lnTo>
                    <a:pt x="2164874" y="893022"/>
                  </a:lnTo>
                  <a:lnTo>
                    <a:pt x="2121630" y="827511"/>
                  </a:lnTo>
                  <a:lnTo>
                    <a:pt x="2078604" y="763045"/>
                  </a:lnTo>
                  <a:lnTo>
                    <a:pt x="2035909" y="700208"/>
                  </a:lnTo>
                  <a:lnTo>
                    <a:pt x="1993624" y="639519"/>
                  </a:lnTo>
                  <a:lnTo>
                    <a:pt x="1951790" y="581419"/>
                  </a:lnTo>
                  <a:lnTo>
                    <a:pt x="1910403" y="526258"/>
                  </a:lnTo>
                  <a:lnTo>
                    <a:pt x="1869403" y="474293"/>
                  </a:lnTo>
                  <a:lnTo>
                    <a:pt x="1828672" y="425684"/>
                  </a:lnTo>
                  <a:lnTo>
                    <a:pt x="1788024" y="380501"/>
                  </a:lnTo>
                  <a:lnTo>
                    <a:pt x="1747202" y="338730"/>
                  </a:lnTo>
                  <a:lnTo>
                    <a:pt x="1719082" y="312153"/>
                  </a:lnTo>
                  <a:lnTo>
                    <a:pt x="1671486" y="271371"/>
                  </a:lnTo>
                  <a:lnTo>
                    <a:pt x="1622216" y="234792"/>
                  </a:lnTo>
                  <a:lnTo>
                    <a:pt x="1570460" y="202188"/>
                  </a:lnTo>
                  <a:lnTo>
                    <a:pt x="1515316" y="173179"/>
                  </a:lnTo>
                  <a:lnTo>
                    <a:pt x="1455867" y="147344"/>
                  </a:lnTo>
                  <a:lnTo>
                    <a:pt x="1391270" y="124279"/>
                  </a:lnTo>
                  <a:lnTo>
                    <a:pt x="1320859" y="103636"/>
                  </a:lnTo>
                  <a:lnTo>
                    <a:pt x="1244294" y="85139"/>
                  </a:lnTo>
                  <a:lnTo>
                    <a:pt x="1161748" y="68592"/>
                  </a:lnTo>
                  <a:lnTo>
                    <a:pt x="1074126" y="53880"/>
                  </a:lnTo>
                  <a:lnTo>
                    <a:pt x="983273" y="40966"/>
                  </a:lnTo>
                  <a:lnTo>
                    <a:pt x="892085" y="29868"/>
                  </a:lnTo>
                  <a:lnTo>
                    <a:pt x="804410" y="20631"/>
                  </a:lnTo>
                  <a:lnTo>
                    <a:pt x="724640" y="13282"/>
                  </a:lnTo>
                  <a:lnTo>
                    <a:pt x="656987" y="7783"/>
                  </a:lnTo>
                  <a:lnTo>
                    <a:pt x="604582" y="3997"/>
                  </a:lnTo>
                  <a:lnTo>
                    <a:pt x="568685" y="1678"/>
                  </a:lnTo>
                  <a:lnTo>
                    <a:pt x="548264" y="493"/>
                  </a:lnTo>
                  <a:lnTo>
                    <a:pt x="540028" y="61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9" name="pg659"/>
            <p:cNvSpPr/>
            <p:nvPr/>
          </p:nvSpPr>
          <p:spPr>
            <a:xfrm>
              <a:off x="546595" y="2296704"/>
              <a:ext cx="8234974" cy="3783951"/>
            </a:xfrm>
            <a:custGeom>
              <a:avLst/>
              <a:pathLst>
                <a:path w="8234974" h="3783951">
                  <a:moveTo>
                    <a:pt x="0" y="10889"/>
                  </a:moveTo>
                  <a:lnTo>
                    <a:pt x="538736" y="10889"/>
                  </a:lnTo>
                  <a:lnTo>
                    <a:pt x="539975" y="10948"/>
                  </a:lnTo>
                  <a:lnTo>
                    <a:pt x="548068" y="11374"/>
                  </a:lnTo>
                  <a:lnTo>
                    <a:pt x="568278" y="12552"/>
                  </a:lnTo>
                  <a:lnTo>
                    <a:pt x="603926" y="14864"/>
                  </a:lnTo>
                  <a:lnTo>
                    <a:pt x="656077" y="18647"/>
                  </a:lnTo>
                  <a:lnTo>
                    <a:pt x="723505" y="24150"/>
                  </a:lnTo>
                  <a:lnTo>
                    <a:pt x="803104" y="31511"/>
                  </a:lnTo>
                  <a:lnTo>
                    <a:pt x="890673" y="40771"/>
                  </a:lnTo>
                  <a:lnTo>
                    <a:pt x="981820" y="51902"/>
                  </a:lnTo>
                  <a:lnTo>
                    <a:pt x="1072687" y="64860"/>
                  </a:lnTo>
                  <a:lnTo>
                    <a:pt x="1160362" y="79625"/>
                  </a:lnTo>
                  <a:lnTo>
                    <a:pt x="1242985" y="96235"/>
                  </a:lnTo>
                  <a:lnTo>
                    <a:pt x="1319637" y="114802"/>
                  </a:lnTo>
                  <a:lnTo>
                    <a:pt x="1390136" y="135522"/>
                  </a:lnTo>
                  <a:lnTo>
                    <a:pt x="1454814" y="158673"/>
                  </a:lnTo>
                  <a:lnTo>
                    <a:pt x="1514333" y="184603"/>
                  </a:lnTo>
                  <a:lnTo>
                    <a:pt x="1569534" y="213716"/>
                  </a:lnTo>
                  <a:lnTo>
                    <a:pt x="1621331" y="246437"/>
                  </a:lnTo>
                  <a:lnTo>
                    <a:pt x="1670628" y="283148"/>
                  </a:lnTo>
                  <a:lnTo>
                    <a:pt x="1718239" y="324083"/>
                  </a:lnTo>
                  <a:lnTo>
                    <a:pt x="1719082" y="324857"/>
                  </a:lnTo>
                  <a:lnTo>
                    <a:pt x="1760140" y="364498"/>
                  </a:lnTo>
                  <a:lnTo>
                    <a:pt x="1800800" y="407508"/>
                  </a:lnTo>
                  <a:lnTo>
                    <a:pt x="1841374" y="453950"/>
                  </a:lnTo>
                  <a:lnTo>
                    <a:pt x="1882098" y="503813"/>
                  </a:lnTo>
                  <a:lnTo>
                    <a:pt x="1923132" y="556998"/>
                  </a:lnTo>
                  <a:lnTo>
                    <a:pt x="1964577" y="613318"/>
                  </a:lnTo>
                  <a:lnTo>
                    <a:pt x="2006473" y="672485"/>
                  </a:lnTo>
                  <a:lnTo>
                    <a:pt x="2048811" y="734121"/>
                  </a:lnTo>
                  <a:lnTo>
                    <a:pt x="2091537" y="797760"/>
                  </a:lnTo>
                  <a:lnTo>
                    <a:pt x="2134562" y="862860"/>
                  </a:lnTo>
                  <a:lnTo>
                    <a:pt x="2177768" y="928824"/>
                  </a:lnTo>
                  <a:lnTo>
                    <a:pt x="2221024" y="995021"/>
                  </a:lnTo>
                  <a:lnTo>
                    <a:pt x="2264193" y="1060809"/>
                  </a:lnTo>
                  <a:lnTo>
                    <a:pt x="2307146" y="1125563"/>
                  </a:lnTo>
                  <a:lnTo>
                    <a:pt x="2349772" y="1188700"/>
                  </a:lnTo>
                  <a:lnTo>
                    <a:pt x="2391992" y="1249698"/>
                  </a:lnTo>
                  <a:lnTo>
                    <a:pt x="2433763" y="1308113"/>
                  </a:lnTo>
                  <a:lnTo>
                    <a:pt x="2475087" y="1363592"/>
                  </a:lnTo>
                  <a:lnTo>
                    <a:pt x="2516024" y="1415875"/>
                  </a:lnTo>
                  <a:lnTo>
                    <a:pt x="2556687" y="1464800"/>
                  </a:lnTo>
                  <a:lnTo>
                    <a:pt x="2597258" y="1510292"/>
                  </a:lnTo>
                  <a:lnTo>
                    <a:pt x="2637993" y="1552363"/>
                  </a:lnTo>
                  <a:lnTo>
                    <a:pt x="2667772" y="1580729"/>
                  </a:lnTo>
                  <a:lnTo>
                    <a:pt x="2715359" y="1621741"/>
                  </a:lnTo>
                  <a:lnTo>
                    <a:pt x="2764620" y="1658526"/>
                  </a:lnTo>
                  <a:lnTo>
                    <a:pt x="2816364" y="1691315"/>
                  </a:lnTo>
                  <a:lnTo>
                    <a:pt x="2871495" y="1720490"/>
                  </a:lnTo>
                  <a:lnTo>
                    <a:pt x="2930928" y="1746473"/>
                  </a:lnTo>
                  <a:lnTo>
                    <a:pt x="2995508" y="1769670"/>
                  </a:lnTo>
                  <a:lnTo>
                    <a:pt x="3065898" y="1790432"/>
                  </a:lnTo>
                  <a:lnTo>
                    <a:pt x="3142439" y="1809036"/>
                  </a:lnTo>
                  <a:lnTo>
                    <a:pt x="3224960" y="1825679"/>
                  </a:lnTo>
                  <a:lnTo>
                    <a:pt x="3312558" y="1840477"/>
                  </a:lnTo>
                  <a:lnTo>
                    <a:pt x="3403390" y="1853467"/>
                  </a:lnTo>
                  <a:lnTo>
                    <a:pt x="3494564" y="1864632"/>
                  </a:lnTo>
                  <a:lnTo>
                    <a:pt x="3582236" y="1873925"/>
                  </a:lnTo>
                  <a:lnTo>
                    <a:pt x="3662016" y="1881321"/>
                  </a:lnTo>
                  <a:lnTo>
                    <a:pt x="3729695" y="1886856"/>
                  </a:lnTo>
                  <a:lnTo>
                    <a:pt x="3782138" y="1890668"/>
                  </a:lnTo>
                  <a:lnTo>
                    <a:pt x="3818079" y="1893003"/>
                  </a:lnTo>
                  <a:lnTo>
                    <a:pt x="3838544" y="1894198"/>
                  </a:lnTo>
                  <a:lnTo>
                    <a:pt x="3846813" y="1894634"/>
                  </a:lnTo>
                  <a:lnTo>
                    <a:pt x="3848118" y="1894697"/>
                  </a:lnTo>
                  <a:lnTo>
                    <a:pt x="4386855" y="1894697"/>
                  </a:lnTo>
                  <a:lnTo>
                    <a:pt x="4388094" y="1894757"/>
                  </a:lnTo>
                  <a:lnTo>
                    <a:pt x="4396184" y="1895184"/>
                  </a:lnTo>
                  <a:lnTo>
                    <a:pt x="4416389" y="1896365"/>
                  </a:lnTo>
                  <a:lnTo>
                    <a:pt x="4452028" y="1898684"/>
                  </a:lnTo>
                  <a:lnTo>
                    <a:pt x="4504167" y="1902476"/>
                  </a:lnTo>
                  <a:lnTo>
                    <a:pt x="4571582" y="1907993"/>
                  </a:lnTo>
                  <a:lnTo>
                    <a:pt x="4651166" y="1915374"/>
                  </a:lnTo>
                  <a:lnTo>
                    <a:pt x="4738723" y="1924658"/>
                  </a:lnTo>
                  <a:lnTo>
                    <a:pt x="4829861" y="1935819"/>
                  </a:lnTo>
                  <a:lnTo>
                    <a:pt x="4920720" y="1948811"/>
                  </a:lnTo>
                  <a:lnTo>
                    <a:pt x="5008392" y="1963616"/>
                  </a:lnTo>
                  <a:lnTo>
                    <a:pt x="5091013" y="1980270"/>
                  </a:lnTo>
                  <a:lnTo>
                    <a:pt x="5167665" y="1998887"/>
                  </a:lnTo>
                  <a:lnTo>
                    <a:pt x="5238164" y="2019662"/>
                  </a:lnTo>
                  <a:lnTo>
                    <a:pt x="5302845" y="2042874"/>
                  </a:lnTo>
                  <a:lnTo>
                    <a:pt x="5362365" y="2068872"/>
                  </a:lnTo>
                  <a:lnTo>
                    <a:pt x="5417566" y="2098061"/>
                  </a:lnTo>
                  <a:lnTo>
                    <a:pt x="5469363" y="2130867"/>
                  </a:lnTo>
                  <a:lnTo>
                    <a:pt x="5518659" y="2167673"/>
                  </a:lnTo>
                  <a:lnTo>
                    <a:pt x="5566268" y="2208714"/>
                  </a:lnTo>
                  <a:lnTo>
                    <a:pt x="5567201" y="2209573"/>
                  </a:lnTo>
                  <a:lnTo>
                    <a:pt x="5608222" y="2249291"/>
                  </a:lnTo>
                  <a:lnTo>
                    <a:pt x="5648844" y="2292381"/>
                  </a:lnTo>
                  <a:lnTo>
                    <a:pt x="5689381" y="2338906"/>
                  </a:lnTo>
                  <a:lnTo>
                    <a:pt x="5730066" y="2388856"/>
                  </a:lnTo>
                  <a:lnTo>
                    <a:pt x="5771062" y="2442133"/>
                  </a:lnTo>
                  <a:lnTo>
                    <a:pt x="5812466" y="2498548"/>
                  </a:lnTo>
                  <a:lnTo>
                    <a:pt x="5854321" y="2557816"/>
                  </a:lnTo>
                  <a:lnTo>
                    <a:pt x="5896617" y="2619558"/>
                  </a:lnTo>
                  <a:lnTo>
                    <a:pt x="5939301" y="2683308"/>
                  </a:lnTo>
                  <a:lnTo>
                    <a:pt x="5982284" y="2748526"/>
                  </a:lnTo>
                  <a:lnTo>
                    <a:pt x="6025450" y="2814615"/>
                  </a:lnTo>
                  <a:lnTo>
                    <a:pt x="6068666" y="2880943"/>
                  </a:lnTo>
                  <a:lnTo>
                    <a:pt x="6111797" y="2946869"/>
                  </a:lnTo>
                  <a:lnTo>
                    <a:pt x="6154714" y="3011767"/>
                  </a:lnTo>
                  <a:lnTo>
                    <a:pt x="6197306" y="3075054"/>
                  </a:lnTo>
                  <a:lnTo>
                    <a:pt x="6239493" y="3136205"/>
                  </a:lnTo>
                  <a:lnTo>
                    <a:pt x="6281232" y="3194778"/>
                  </a:lnTo>
                  <a:lnTo>
                    <a:pt x="6322526" y="3250415"/>
                  </a:lnTo>
                  <a:lnTo>
                    <a:pt x="6363430" y="3302857"/>
                  </a:lnTo>
                  <a:lnTo>
                    <a:pt x="6404060" y="3351939"/>
                  </a:lnTo>
                  <a:lnTo>
                    <a:pt x="6444593" y="3397586"/>
                  </a:lnTo>
                  <a:lnTo>
                    <a:pt x="6485284" y="3439807"/>
                  </a:lnTo>
                  <a:lnTo>
                    <a:pt x="6515891" y="3469075"/>
                  </a:lnTo>
                  <a:lnTo>
                    <a:pt x="6563473" y="3510202"/>
                  </a:lnTo>
                  <a:lnTo>
                    <a:pt x="6612729" y="3547090"/>
                  </a:lnTo>
                  <a:lnTo>
                    <a:pt x="6664467" y="3579972"/>
                  </a:lnTo>
                  <a:lnTo>
                    <a:pt x="6719592" y="3609229"/>
                  </a:lnTo>
                  <a:lnTo>
                    <a:pt x="6779018" y="3635286"/>
                  </a:lnTo>
                  <a:lnTo>
                    <a:pt x="6843588" y="3658550"/>
                  </a:lnTo>
                  <a:lnTo>
                    <a:pt x="6913967" y="3679371"/>
                  </a:lnTo>
                  <a:lnTo>
                    <a:pt x="6990497" y="3698028"/>
                  </a:lnTo>
                  <a:lnTo>
                    <a:pt x="7073006" y="3714720"/>
                  </a:lnTo>
                  <a:lnTo>
                    <a:pt x="7160591" y="3729560"/>
                  </a:lnTo>
                  <a:lnTo>
                    <a:pt x="7251413" y="3742589"/>
                  </a:lnTo>
                  <a:lnTo>
                    <a:pt x="7342579" y="3753786"/>
                  </a:lnTo>
                  <a:lnTo>
                    <a:pt x="7430250" y="3763108"/>
                  </a:lnTo>
                  <a:lnTo>
                    <a:pt x="7510035" y="3770527"/>
                  </a:lnTo>
                  <a:lnTo>
                    <a:pt x="7577727" y="3776080"/>
                  </a:lnTo>
                  <a:lnTo>
                    <a:pt x="7630189" y="3779905"/>
                  </a:lnTo>
                  <a:lnTo>
                    <a:pt x="7666153" y="3782249"/>
                  </a:lnTo>
                  <a:lnTo>
                    <a:pt x="7686639" y="3783449"/>
                  </a:lnTo>
                  <a:lnTo>
                    <a:pt x="7694925" y="3783887"/>
                  </a:lnTo>
                  <a:lnTo>
                    <a:pt x="7696237" y="3783951"/>
                  </a:lnTo>
                  <a:lnTo>
                    <a:pt x="8234974" y="3783951"/>
                  </a:lnTo>
                  <a:lnTo>
                    <a:pt x="8234974" y="3773062"/>
                  </a:lnTo>
                  <a:lnTo>
                    <a:pt x="7696237" y="3773062"/>
                  </a:lnTo>
                  <a:lnTo>
                    <a:pt x="7694999" y="3773002"/>
                  </a:lnTo>
                  <a:lnTo>
                    <a:pt x="7686908" y="3772575"/>
                  </a:lnTo>
                  <a:lnTo>
                    <a:pt x="7666703" y="3771394"/>
                  </a:lnTo>
                  <a:lnTo>
                    <a:pt x="7631065" y="3769076"/>
                  </a:lnTo>
                  <a:lnTo>
                    <a:pt x="7578925" y="3765283"/>
                  </a:lnTo>
                  <a:lnTo>
                    <a:pt x="7511511" y="3759766"/>
                  </a:lnTo>
                  <a:lnTo>
                    <a:pt x="7431926" y="3752385"/>
                  </a:lnTo>
                  <a:lnTo>
                    <a:pt x="7344369" y="3743101"/>
                  </a:lnTo>
                  <a:lnTo>
                    <a:pt x="7253232" y="3731940"/>
                  </a:lnTo>
                  <a:lnTo>
                    <a:pt x="7162372" y="3718948"/>
                  </a:lnTo>
                  <a:lnTo>
                    <a:pt x="7074701" y="3704143"/>
                  </a:lnTo>
                  <a:lnTo>
                    <a:pt x="6992080" y="3687489"/>
                  </a:lnTo>
                  <a:lnTo>
                    <a:pt x="6915428" y="3668873"/>
                  </a:lnTo>
                  <a:lnTo>
                    <a:pt x="6844928" y="3648097"/>
                  </a:lnTo>
                  <a:lnTo>
                    <a:pt x="6780248" y="3624885"/>
                  </a:lnTo>
                  <a:lnTo>
                    <a:pt x="6720728" y="3598887"/>
                  </a:lnTo>
                  <a:lnTo>
                    <a:pt x="6665526" y="3569698"/>
                  </a:lnTo>
                  <a:lnTo>
                    <a:pt x="6613730" y="3536892"/>
                  </a:lnTo>
                  <a:lnTo>
                    <a:pt x="6564433" y="3500087"/>
                  </a:lnTo>
                  <a:lnTo>
                    <a:pt x="6516825" y="3459045"/>
                  </a:lnTo>
                  <a:lnTo>
                    <a:pt x="6515891" y="3458186"/>
                  </a:lnTo>
                  <a:lnTo>
                    <a:pt x="6474871" y="3418468"/>
                  </a:lnTo>
                  <a:lnTo>
                    <a:pt x="6434248" y="3375379"/>
                  </a:lnTo>
                  <a:lnTo>
                    <a:pt x="6393711" y="3328853"/>
                  </a:lnTo>
                  <a:lnTo>
                    <a:pt x="6353026" y="3278903"/>
                  </a:lnTo>
                  <a:lnTo>
                    <a:pt x="6312031" y="3225626"/>
                  </a:lnTo>
                  <a:lnTo>
                    <a:pt x="6270627" y="3169211"/>
                  </a:lnTo>
                  <a:lnTo>
                    <a:pt x="6228772" y="3109943"/>
                  </a:lnTo>
                  <a:lnTo>
                    <a:pt x="6186475" y="3048201"/>
                  </a:lnTo>
                  <a:lnTo>
                    <a:pt x="6143791" y="2984451"/>
                  </a:lnTo>
                  <a:lnTo>
                    <a:pt x="6100808" y="2919233"/>
                  </a:lnTo>
                  <a:lnTo>
                    <a:pt x="6057643" y="2853144"/>
                  </a:lnTo>
                  <a:lnTo>
                    <a:pt x="6014427" y="2786816"/>
                  </a:lnTo>
                  <a:lnTo>
                    <a:pt x="5971296" y="2720891"/>
                  </a:lnTo>
                  <a:lnTo>
                    <a:pt x="5928379" y="2655992"/>
                  </a:lnTo>
                  <a:lnTo>
                    <a:pt x="5885786" y="2592705"/>
                  </a:lnTo>
                  <a:lnTo>
                    <a:pt x="5843599" y="2531554"/>
                  </a:lnTo>
                  <a:lnTo>
                    <a:pt x="5801860" y="2472982"/>
                  </a:lnTo>
                  <a:lnTo>
                    <a:pt x="5760567" y="2417344"/>
                  </a:lnTo>
                  <a:lnTo>
                    <a:pt x="5719662" y="2364902"/>
                  </a:lnTo>
                  <a:lnTo>
                    <a:pt x="5679033" y="2315820"/>
                  </a:lnTo>
                  <a:lnTo>
                    <a:pt x="5638499" y="2270173"/>
                  </a:lnTo>
                  <a:lnTo>
                    <a:pt x="5597808" y="2227952"/>
                  </a:lnTo>
                  <a:lnTo>
                    <a:pt x="5567201" y="2198684"/>
                  </a:lnTo>
                  <a:lnTo>
                    <a:pt x="5519619" y="2157557"/>
                  </a:lnTo>
                  <a:lnTo>
                    <a:pt x="5470364" y="2120669"/>
                  </a:lnTo>
                  <a:lnTo>
                    <a:pt x="5418625" y="2087787"/>
                  </a:lnTo>
                  <a:lnTo>
                    <a:pt x="5363501" y="2058530"/>
                  </a:lnTo>
                  <a:lnTo>
                    <a:pt x="5304075" y="2032473"/>
                  </a:lnTo>
                  <a:lnTo>
                    <a:pt x="5239504" y="2009209"/>
                  </a:lnTo>
                  <a:lnTo>
                    <a:pt x="5169125" y="1988388"/>
                  </a:lnTo>
                  <a:lnTo>
                    <a:pt x="5092595" y="1969731"/>
                  </a:lnTo>
                  <a:lnTo>
                    <a:pt x="5010087" y="1953039"/>
                  </a:lnTo>
                  <a:lnTo>
                    <a:pt x="4922501" y="1938199"/>
                  </a:lnTo>
                  <a:lnTo>
                    <a:pt x="4831680" y="1925170"/>
                  </a:lnTo>
                  <a:lnTo>
                    <a:pt x="4740513" y="1913973"/>
                  </a:lnTo>
                  <a:lnTo>
                    <a:pt x="4652843" y="1904651"/>
                  </a:lnTo>
                  <a:lnTo>
                    <a:pt x="4573057" y="1897233"/>
                  </a:lnTo>
                  <a:lnTo>
                    <a:pt x="4505366" y="1891680"/>
                  </a:lnTo>
                  <a:lnTo>
                    <a:pt x="4452903" y="1887854"/>
                  </a:lnTo>
                  <a:lnTo>
                    <a:pt x="4416940" y="1885510"/>
                  </a:lnTo>
                  <a:lnTo>
                    <a:pt x="4396453" y="1884310"/>
                  </a:lnTo>
                  <a:lnTo>
                    <a:pt x="4388168" y="1883872"/>
                  </a:lnTo>
                  <a:lnTo>
                    <a:pt x="4386855" y="1883808"/>
                  </a:lnTo>
                  <a:lnTo>
                    <a:pt x="3848118" y="1883808"/>
                  </a:lnTo>
                  <a:lnTo>
                    <a:pt x="3846879" y="1883749"/>
                  </a:lnTo>
                  <a:lnTo>
                    <a:pt x="3838787" y="1883323"/>
                  </a:lnTo>
                  <a:lnTo>
                    <a:pt x="3818577" y="1882145"/>
                  </a:lnTo>
                  <a:lnTo>
                    <a:pt x="3782929" y="1879833"/>
                  </a:lnTo>
                  <a:lnTo>
                    <a:pt x="3730778" y="1876050"/>
                  </a:lnTo>
                  <a:lnTo>
                    <a:pt x="3663349" y="1870547"/>
                  </a:lnTo>
                  <a:lnTo>
                    <a:pt x="3583751" y="1863186"/>
                  </a:lnTo>
                  <a:lnTo>
                    <a:pt x="3496182" y="1853926"/>
                  </a:lnTo>
                  <a:lnTo>
                    <a:pt x="3405034" y="1842795"/>
                  </a:lnTo>
                  <a:lnTo>
                    <a:pt x="3314167" y="1829837"/>
                  </a:lnTo>
                  <a:lnTo>
                    <a:pt x="3226492" y="1815072"/>
                  </a:lnTo>
                  <a:lnTo>
                    <a:pt x="3143869" y="1798462"/>
                  </a:lnTo>
                  <a:lnTo>
                    <a:pt x="3067217" y="1779895"/>
                  </a:lnTo>
                  <a:lnTo>
                    <a:pt x="2996719" y="1759175"/>
                  </a:lnTo>
                  <a:lnTo>
                    <a:pt x="2932040" y="1736024"/>
                  </a:lnTo>
                  <a:lnTo>
                    <a:pt x="2872521" y="1710094"/>
                  </a:lnTo>
                  <a:lnTo>
                    <a:pt x="2817321" y="1680981"/>
                  </a:lnTo>
                  <a:lnTo>
                    <a:pt x="2765524" y="1648260"/>
                  </a:lnTo>
                  <a:lnTo>
                    <a:pt x="2716227" y="1611549"/>
                  </a:lnTo>
                  <a:lnTo>
                    <a:pt x="2668616" y="1570614"/>
                  </a:lnTo>
                  <a:lnTo>
                    <a:pt x="2667772" y="1569840"/>
                  </a:lnTo>
                  <a:lnTo>
                    <a:pt x="2626714" y="1530199"/>
                  </a:lnTo>
                  <a:lnTo>
                    <a:pt x="2586055" y="1487189"/>
                  </a:lnTo>
                  <a:lnTo>
                    <a:pt x="2545480" y="1440747"/>
                  </a:lnTo>
                  <a:lnTo>
                    <a:pt x="2504757" y="1390884"/>
                  </a:lnTo>
                  <a:lnTo>
                    <a:pt x="2463722" y="1337698"/>
                  </a:lnTo>
                  <a:lnTo>
                    <a:pt x="2422278" y="1281379"/>
                  </a:lnTo>
                  <a:lnTo>
                    <a:pt x="2380382" y="1222212"/>
                  </a:lnTo>
                  <a:lnTo>
                    <a:pt x="2338043" y="1160576"/>
                  </a:lnTo>
                  <a:lnTo>
                    <a:pt x="2295317" y="1096937"/>
                  </a:lnTo>
                  <a:lnTo>
                    <a:pt x="2252293" y="1031837"/>
                  </a:lnTo>
                  <a:lnTo>
                    <a:pt x="2209086" y="965873"/>
                  </a:lnTo>
                  <a:lnTo>
                    <a:pt x="2165831" y="899676"/>
                  </a:lnTo>
                  <a:lnTo>
                    <a:pt x="2122662" y="833888"/>
                  </a:lnTo>
                  <a:lnTo>
                    <a:pt x="2079709" y="769134"/>
                  </a:lnTo>
                  <a:lnTo>
                    <a:pt x="2037082" y="705997"/>
                  </a:lnTo>
                  <a:lnTo>
                    <a:pt x="1994862" y="644999"/>
                  </a:lnTo>
                  <a:lnTo>
                    <a:pt x="1953092" y="586584"/>
                  </a:lnTo>
                  <a:lnTo>
                    <a:pt x="1911767" y="531105"/>
                  </a:lnTo>
                  <a:lnTo>
                    <a:pt x="1870831" y="478822"/>
                  </a:lnTo>
                  <a:lnTo>
                    <a:pt x="1830168" y="429897"/>
                  </a:lnTo>
                  <a:lnTo>
                    <a:pt x="1789596" y="384405"/>
                  </a:lnTo>
                  <a:lnTo>
                    <a:pt x="1748862" y="342334"/>
                  </a:lnTo>
                  <a:lnTo>
                    <a:pt x="1719082" y="313968"/>
                  </a:lnTo>
                  <a:lnTo>
                    <a:pt x="1671495" y="272956"/>
                  </a:lnTo>
                  <a:lnTo>
                    <a:pt x="1622235" y="236171"/>
                  </a:lnTo>
                  <a:lnTo>
                    <a:pt x="1570491" y="203382"/>
                  </a:lnTo>
                  <a:lnTo>
                    <a:pt x="1515360" y="174207"/>
                  </a:lnTo>
                  <a:lnTo>
                    <a:pt x="1455926" y="148224"/>
                  </a:lnTo>
                  <a:lnTo>
                    <a:pt x="1391347" y="125026"/>
                  </a:lnTo>
                  <a:lnTo>
                    <a:pt x="1320957" y="104265"/>
                  </a:lnTo>
                  <a:lnTo>
                    <a:pt x="1244416" y="85661"/>
                  </a:lnTo>
                  <a:lnTo>
                    <a:pt x="1161894" y="69018"/>
                  </a:lnTo>
                  <a:lnTo>
                    <a:pt x="1074297" y="54220"/>
                  </a:lnTo>
                  <a:lnTo>
                    <a:pt x="983465" y="41230"/>
                  </a:lnTo>
                  <a:lnTo>
                    <a:pt x="892291" y="30065"/>
                  </a:lnTo>
                  <a:lnTo>
                    <a:pt x="804619" y="20772"/>
                  </a:lnTo>
                  <a:lnTo>
                    <a:pt x="724839" y="13376"/>
                  </a:lnTo>
                  <a:lnTo>
                    <a:pt x="657160" y="7841"/>
                  </a:lnTo>
                  <a:lnTo>
                    <a:pt x="604717" y="4029"/>
                  </a:lnTo>
                  <a:lnTo>
                    <a:pt x="568775" y="1693"/>
                  </a:lnTo>
                  <a:lnTo>
                    <a:pt x="548311" y="498"/>
                  </a:lnTo>
                  <a:lnTo>
                    <a:pt x="540042" y="6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60" name="pl660"/>
            <p:cNvSpPr/>
            <p:nvPr/>
          </p:nvSpPr>
          <p:spPr>
            <a:xfrm>
              <a:off x="546595" y="2307593"/>
              <a:ext cx="8234974" cy="3773062"/>
            </a:xfrm>
            <a:custGeom>
              <a:avLst/>
              <a:pathLst>
                <a:path w="8234974" h="3773062">
                  <a:moveTo>
                    <a:pt x="0" y="0"/>
                  </a:moveTo>
                  <a:lnTo>
                    <a:pt x="538736" y="0"/>
                  </a:lnTo>
                  <a:lnTo>
                    <a:pt x="539975" y="59"/>
                  </a:lnTo>
                  <a:lnTo>
                    <a:pt x="548068" y="485"/>
                  </a:lnTo>
                  <a:lnTo>
                    <a:pt x="568278" y="1663"/>
                  </a:lnTo>
                  <a:lnTo>
                    <a:pt x="603926" y="3975"/>
                  </a:lnTo>
                  <a:lnTo>
                    <a:pt x="656077" y="7758"/>
                  </a:lnTo>
                  <a:lnTo>
                    <a:pt x="723505" y="13261"/>
                  </a:lnTo>
                  <a:lnTo>
                    <a:pt x="803104" y="20622"/>
                  </a:lnTo>
                  <a:lnTo>
                    <a:pt x="890673" y="29882"/>
                  </a:lnTo>
                  <a:lnTo>
                    <a:pt x="981820" y="41013"/>
                  </a:lnTo>
                  <a:lnTo>
                    <a:pt x="1072687" y="53971"/>
                  </a:lnTo>
                  <a:lnTo>
                    <a:pt x="1160362" y="68736"/>
                  </a:lnTo>
                  <a:lnTo>
                    <a:pt x="1242985" y="85345"/>
                  </a:lnTo>
                  <a:lnTo>
                    <a:pt x="1319637" y="103913"/>
                  </a:lnTo>
                  <a:lnTo>
                    <a:pt x="1390136" y="124633"/>
                  </a:lnTo>
                  <a:lnTo>
                    <a:pt x="1454814" y="147784"/>
                  </a:lnTo>
                  <a:lnTo>
                    <a:pt x="1514333" y="173714"/>
                  </a:lnTo>
                  <a:lnTo>
                    <a:pt x="1569534" y="202827"/>
                  </a:lnTo>
                  <a:lnTo>
                    <a:pt x="1621331" y="235548"/>
                  </a:lnTo>
                  <a:lnTo>
                    <a:pt x="1670628" y="272258"/>
                  </a:lnTo>
                  <a:lnTo>
                    <a:pt x="1718239" y="313194"/>
                  </a:lnTo>
                  <a:lnTo>
                    <a:pt x="1719082" y="313968"/>
                  </a:lnTo>
                  <a:lnTo>
                    <a:pt x="1760140" y="353609"/>
                  </a:lnTo>
                  <a:lnTo>
                    <a:pt x="1800800" y="396619"/>
                  </a:lnTo>
                  <a:lnTo>
                    <a:pt x="1841374" y="443061"/>
                  </a:lnTo>
                  <a:lnTo>
                    <a:pt x="1882098" y="492924"/>
                  </a:lnTo>
                  <a:lnTo>
                    <a:pt x="1923132" y="546109"/>
                  </a:lnTo>
                  <a:lnTo>
                    <a:pt x="1964577" y="602429"/>
                  </a:lnTo>
                  <a:lnTo>
                    <a:pt x="2006473" y="661596"/>
                  </a:lnTo>
                  <a:lnTo>
                    <a:pt x="2048811" y="723232"/>
                  </a:lnTo>
                  <a:lnTo>
                    <a:pt x="2091537" y="786871"/>
                  </a:lnTo>
                  <a:lnTo>
                    <a:pt x="2134562" y="851971"/>
                  </a:lnTo>
                  <a:lnTo>
                    <a:pt x="2177768" y="917935"/>
                  </a:lnTo>
                  <a:lnTo>
                    <a:pt x="2221024" y="984132"/>
                  </a:lnTo>
                  <a:lnTo>
                    <a:pt x="2264193" y="1049920"/>
                  </a:lnTo>
                  <a:lnTo>
                    <a:pt x="2307146" y="1114674"/>
                  </a:lnTo>
                  <a:lnTo>
                    <a:pt x="2349772" y="1177811"/>
                  </a:lnTo>
                  <a:lnTo>
                    <a:pt x="2391992" y="1238809"/>
                  </a:lnTo>
                  <a:lnTo>
                    <a:pt x="2433763" y="1297224"/>
                  </a:lnTo>
                  <a:lnTo>
                    <a:pt x="2475087" y="1352703"/>
                  </a:lnTo>
                  <a:lnTo>
                    <a:pt x="2516024" y="1404986"/>
                  </a:lnTo>
                  <a:lnTo>
                    <a:pt x="2556687" y="1453911"/>
                  </a:lnTo>
                  <a:lnTo>
                    <a:pt x="2597258" y="1499403"/>
                  </a:lnTo>
                  <a:lnTo>
                    <a:pt x="2637993" y="1541474"/>
                  </a:lnTo>
                  <a:lnTo>
                    <a:pt x="2667772" y="1569840"/>
                  </a:lnTo>
                  <a:lnTo>
                    <a:pt x="2715359" y="1610852"/>
                  </a:lnTo>
                  <a:lnTo>
                    <a:pt x="2764620" y="1647637"/>
                  </a:lnTo>
                  <a:lnTo>
                    <a:pt x="2816364" y="1680426"/>
                  </a:lnTo>
                  <a:lnTo>
                    <a:pt x="2871495" y="1709601"/>
                  </a:lnTo>
                  <a:lnTo>
                    <a:pt x="2930928" y="1735584"/>
                  </a:lnTo>
                  <a:lnTo>
                    <a:pt x="2995508" y="1758781"/>
                  </a:lnTo>
                  <a:lnTo>
                    <a:pt x="3065898" y="1779543"/>
                  </a:lnTo>
                  <a:lnTo>
                    <a:pt x="3142439" y="1798147"/>
                  </a:lnTo>
                  <a:lnTo>
                    <a:pt x="3224960" y="1814790"/>
                  </a:lnTo>
                  <a:lnTo>
                    <a:pt x="3312558" y="1829588"/>
                  </a:lnTo>
                  <a:lnTo>
                    <a:pt x="3403390" y="1842578"/>
                  </a:lnTo>
                  <a:lnTo>
                    <a:pt x="3494564" y="1853743"/>
                  </a:lnTo>
                  <a:lnTo>
                    <a:pt x="3582236" y="1863036"/>
                  </a:lnTo>
                  <a:lnTo>
                    <a:pt x="3662016" y="1870431"/>
                  </a:lnTo>
                  <a:lnTo>
                    <a:pt x="3729695" y="1875966"/>
                  </a:lnTo>
                  <a:lnTo>
                    <a:pt x="3782138" y="1879778"/>
                  </a:lnTo>
                  <a:lnTo>
                    <a:pt x="3818079" y="1882114"/>
                  </a:lnTo>
                  <a:lnTo>
                    <a:pt x="3838544" y="1883309"/>
                  </a:lnTo>
                  <a:lnTo>
                    <a:pt x="3846813" y="1883745"/>
                  </a:lnTo>
                  <a:lnTo>
                    <a:pt x="3848118" y="1883808"/>
                  </a:lnTo>
                  <a:lnTo>
                    <a:pt x="3848118" y="1883808"/>
                  </a:lnTo>
                  <a:lnTo>
                    <a:pt x="4386855" y="1883808"/>
                  </a:lnTo>
                  <a:lnTo>
                    <a:pt x="4388094" y="1883868"/>
                  </a:lnTo>
                  <a:lnTo>
                    <a:pt x="4396184" y="1884295"/>
                  </a:lnTo>
                  <a:lnTo>
                    <a:pt x="4416389" y="1885476"/>
                  </a:lnTo>
                  <a:lnTo>
                    <a:pt x="4452028" y="1887794"/>
                  </a:lnTo>
                  <a:lnTo>
                    <a:pt x="4504167" y="1891587"/>
                  </a:lnTo>
                  <a:lnTo>
                    <a:pt x="4571582" y="1897104"/>
                  </a:lnTo>
                  <a:lnTo>
                    <a:pt x="4651166" y="1904485"/>
                  </a:lnTo>
                  <a:lnTo>
                    <a:pt x="4738723" y="1913769"/>
                  </a:lnTo>
                  <a:lnTo>
                    <a:pt x="4829861" y="1924930"/>
                  </a:lnTo>
                  <a:lnTo>
                    <a:pt x="4920720" y="1937922"/>
                  </a:lnTo>
                  <a:lnTo>
                    <a:pt x="5008392" y="1952727"/>
                  </a:lnTo>
                  <a:lnTo>
                    <a:pt x="5091013" y="1969381"/>
                  </a:lnTo>
                  <a:lnTo>
                    <a:pt x="5167665" y="1987997"/>
                  </a:lnTo>
                  <a:lnTo>
                    <a:pt x="5238164" y="2008773"/>
                  </a:lnTo>
                  <a:lnTo>
                    <a:pt x="5302845" y="2031985"/>
                  </a:lnTo>
                  <a:lnTo>
                    <a:pt x="5362365" y="2057983"/>
                  </a:lnTo>
                  <a:lnTo>
                    <a:pt x="5417566" y="2087172"/>
                  </a:lnTo>
                  <a:lnTo>
                    <a:pt x="5469363" y="2119978"/>
                  </a:lnTo>
                  <a:lnTo>
                    <a:pt x="5518659" y="2156783"/>
                  </a:lnTo>
                  <a:lnTo>
                    <a:pt x="5566268" y="2197825"/>
                  </a:lnTo>
                  <a:lnTo>
                    <a:pt x="5567201" y="2198684"/>
                  </a:lnTo>
                  <a:lnTo>
                    <a:pt x="5608222" y="2238402"/>
                  </a:lnTo>
                  <a:lnTo>
                    <a:pt x="5648844" y="2281491"/>
                  </a:lnTo>
                  <a:lnTo>
                    <a:pt x="5689381" y="2328017"/>
                  </a:lnTo>
                  <a:lnTo>
                    <a:pt x="5730066" y="2377967"/>
                  </a:lnTo>
                  <a:lnTo>
                    <a:pt x="5771062" y="2431244"/>
                  </a:lnTo>
                  <a:lnTo>
                    <a:pt x="5812466" y="2487659"/>
                  </a:lnTo>
                  <a:lnTo>
                    <a:pt x="5854321" y="2546927"/>
                  </a:lnTo>
                  <a:lnTo>
                    <a:pt x="5896617" y="2608669"/>
                  </a:lnTo>
                  <a:lnTo>
                    <a:pt x="5939301" y="2672419"/>
                  </a:lnTo>
                  <a:lnTo>
                    <a:pt x="5982284" y="2737637"/>
                  </a:lnTo>
                  <a:lnTo>
                    <a:pt x="6025450" y="2803726"/>
                  </a:lnTo>
                  <a:lnTo>
                    <a:pt x="6068666" y="2870054"/>
                  </a:lnTo>
                  <a:lnTo>
                    <a:pt x="6111797" y="2935979"/>
                  </a:lnTo>
                  <a:lnTo>
                    <a:pt x="6154714" y="3000878"/>
                  </a:lnTo>
                  <a:lnTo>
                    <a:pt x="6197306" y="3064165"/>
                  </a:lnTo>
                  <a:lnTo>
                    <a:pt x="6239493" y="3125316"/>
                  </a:lnTo>
                  <a:lnTo>
                    <a:pt x="6281232" y="3183888"/>
                  </a:lnTo>
                  <a:lnTo>
                    <a:pt x="6322526" y="3239526"/>
                  </a:lnTo>
                  <a:lnTo>
                    <a:pt x="6363430" y="3291968"/>
                  </a:lnTo>
                  <a:lnTo>
                    <a:pt x="6404060" y="3341050"/>
                  </a:lnTo>
                  <a:lnTo>
                    <a:pt x="6444593" y="3386697"/>
                  </a:lnTo>
                  <a:lnTo>
                    <a:pt x="6485284" y="3428918"/>
                  </a:lnTo>
                  <a:lnTo>
                    <a:pt x="6515891" y="3458186"/>
                  </a:lnTo>
                  <a:lnTo>
                    <a:pt x="6563473" y="3499313"/>
                  </a:lnTo>
                  <a:lnTo>
                    <a:pt x="6612729" y="3536201"/>
                  </a:lnTo>
                  <a:lnTo>
                    <a:pt x="6664467" y="3569083"/>
                  </a:lnTo>
                  <a:lnTo>
                    <a:pt x="6719592" y="3598340"/>
                  </a:lnTo>
                  <a:lnTo>
                    <a:pt x="6779018" y="3624397"/>
                  </a:lnTo>
                  <a:lnTo>
                    <a:pt x="6843588" y="3647661"/>
                  </a:lnTo>
                  <a:lnTo>
                    <a:pt x="6913967" y="3668482"/>
                  </a:lnTo>
                  <a:lnTo>
                    <a:pt x="6990497" y="3687139"/>
                  </a:lnTo>
                  <a:lnTo>
                    <a:pt x="7073006" y="3703831"/>
                  </a:lnTo>
                  <a:lnTo>
                    <a:pt x="7160591" y="3718671"/>
                  </a:lnTo>
                  <a:lnTo>
                    <a:pt x="7251413" y="3731700"/>
                  </a:lnTo>
                  <a:lnTo>
                    <a:pt x="7342579" y="3742897"/>
                  </a:lnTo>
                  <a:lnTo>
                    <a:pt x="7430250" y="3752219"/>
                  </a:lnTo>
                  <a:lnTo>
                    <a:pt x="7510035" y="3759637"/>
                  </a:lnTo>
                  <a:lnTo>
                    <a:pt x="7577727" y="3765190"/>
                  </a:lnTo>
                  <a:lnTo>
                    <a:pt x="7630189" y="3769016"/>
                  </a:lnTo>
                  <a:lnTo>
                    <a:pt x="7666153" y="3771360"/>
                  </a:lnTo>
                  <a:lnTo>
                    <a:pt x="7686639" y="3772560"/>
                  </a:lnTo>
                  <a:lnTo>
                    <a:pt x="7694925" y="3772998"/>
                  </a:lnTo>
                  <a:lnTo>
                    <a:pt x="7696237" y="3773062"/>
                  </a:lnTo>
                  <a:lnTo>
                    <a:pt x="7696237" y="3773062"/>
                  </a:lnTo>
                  <a:lnTo>
                    <a:pt x="8234974" y="37730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1" name="pl661"/>
            <p:cNvSpPr/>
            <p:nvPr/>
          </p:nvSpPr>
          <p:spPr>
            <a:xfrm>
              <a:off x="546595" y="2296704"/>
              <a:ext cx="8234974" cy="3773062"/>
            </a:xfrm>
            <a:custGeom>
              <a:avLst/>
              <a:pathLst>
                <a:path w="8234974" h="3773062">
                  <a:moveTo>
                    <a:pt x="8234974" y="3773062"/>
                  </a:moveTo>
                  <a:lnTo>
                    <a:pt x="7696237" y="3773062"/>
                  </a:lnTo>
                  <a:lnTo>
                    <a:pt x="7694999" y="3773002"/>
                  </a:lnTo>
                  <a:lnTo>
                    <a:pt x="7686908" y="3772575"/>
                  </a:lnTo>
                  <a:lnTo>
                    <a:pt x="7666703" y="3771394"/>
                  </a:lnTo>
                  <a:lnTo>
                    <a:pt x="7631065" y="3769076"/>
                  </a:lnTo>
                  <a:lnTo>
                    <a:pt x="7578925" y="3765283"/>
                  </a:lnTo>
                  <a:lnTo>
                    <a:pt x="7511511" y="3759766"/>
                  </a:lnTo>
                  <a:lnTo>
                    <a:pt x="7431926" y="3752385"/>
                  </a:lnTo>
                  <a:lnTo>
                    <a:pt x="7344369" y="3743101"/>
                  </a:lnTo>
                  <a:lnTo>
                    <a:pt x="7253232" y="3731940"/>
                  </a:lnTo>
                  <a:lnTo>
                    <a:pt x="7162372" y="3718948"/>
                  </a:lnTo>
                  <a:lnTo>
                    <a:pt x="7074701" y="3704143"/>
                  </a:lnTo>
                  <a:lnTo>
                    <a:pt x="6992080" y="3687489"/>
                  </a:lnTo>
                  <a:lnTo>
                    <a:pt x="6915428" y="3668873"/>
                  </a:lnTo>
                  <a:lnTo>
                    <a:pt x="6844928" y="3648097"/>
                  </a:lnTo>
                  <a:lnTo>
                    <a:pt x="6780248" y="3624885"/>
                  </a:lnTo>
                  <a:lnTo>
                    <a:pt x="6720728" y="3598887"/>
                  </a:lnTo>
                  <a:lnTo>
                    <a:pt x="6665526" y="3569698"/>
                  </a:lnTo>
                  <a:lnTo>
                    <a:pt x="6613730" y="3536892"/>
                  </a:lnTo>
                  <a:lnTo>
                    <a:pt x="6564433" y="3500087"/>
                  </a:lnTo>
                  <a:lnTo>
                    <a:pt x="6516825" y="3459045"/>
                  </a:lnTo>
                  <a:lnTo>
                    <a:pt x="6515891" y="3458186"/>
                  </a:lnTo>
                  <a:lnTo>
                    <a:pt x="6474871" y="3418468"/>
                  </a:lnTo>
                  <a:lnTo>
                    <a:pt x="6434248" y="3375379"/>
                  </a:lnTo>
                  <a:lnTo>
                    <a:pt x="6393711" y="3328853"/>
                  </a:lnTo>
                  <a:lnTo>
                    <a:pt x="6353026" y="3278903"/>
                  </a:lnTo>
                  <a:lnTo>
                    <a:pt x="6312031" y="3225626"/>
                  </a:lnTo>
                  <a:lnTo>
                    <a:pt x="6270627" y="3169211"/>
                  </a:lnTo>
                  <a:lnTo>
                    <a:pt x="6228772" y="3109943"/>
                  </a:lnTo>
                  <a:lnTo>
                    <a:pt x="6186475" y="3048201"/>
                  </a:lnTo>
                  <a:lnTo>
                    <a:pt x="6143791" y="2984451"/>
                  </a:lnTo>
                  <a:lnTo>
                    <a:pt x="6100808" y="2919233"/>
                  </a:lnTo>
                  <a:lnTo>
                    <a:pt x="6057643" y="2853144"/>
                  </a:lnTo>
                  <a:lnTo>
                    <a:pt x="6014427" y="2786816"/>
                  </a:lnTo>
                  <a:lnTo>
                    <a:pt x="5971296" y="2720891"/>
                  </a:lnTo>
                  <a:lnTo>
                    <a:pt x="5928379" y="2655992"/>
                  </a:lnTo>
                  <a:lnTo>
                    <a:pt x="5885786" y="2592705"/>
                  </a:lnTo>
                  <a:lnTo>
                    <a:pt x="5843599" y="2531554"/>
                  </a:lnTo>
                  <a:lnTo>
                    <a:pt x="5801860" y="2472982"/>
                  </a:lnTo>
                  <a:lnTo>
                    <a:pt x="5760567" y="2417344"/>
                  </a:lnTo>
                  <a:lnTo>
                    <a:pt x="5719662" y="2364902"/>
                  </a:lnTo>
                  <a:lnTo>
                    <a:pt x="5679033" y="2315820"/>
                  </a:lnTo>
                  <a:lnTo>
                    <a:pt x="5638499" y="2270173"/>
                  </a:lnTo>
                  <a:lnTo>
                    <a:pt x="5597808" y="2227952"/>
                  </a:lnTo>
                  <a:lnTo>
                    <a:pt x="5567201" y="2198684"/>
                  </a:lnTo>
                  <a:lnTo>
                    <a:pt x="5519619" y="2157557"/>
                  </a:lnTo>
                  <a:lnTo>
                    <a:pt x="5470364" y="2120669"/>
                  </a:lnTo>
                  <a:lnTo>
                    <a:pt x="5418625" y="2087787"/>
                  </a:lnTo>
                  <a:lnTo>
                    <a:pt x="5363501" y="2058530"/>
                  </a:lnTo>
                  <a:lnTo>
                    <a:pt x="5304075" y="2032473"/>
                  </a:lnTo>
                  <a:lnTo>
                    <a:pt x="5239504" y="2009209"/>
                  </a:lnTo>
                  <a:lnTo>
                    <a:pt x="5169125" y="1988388"/>
                  </a:lnTo>
                  <a:lnTo>
                    <a:pt x="5092595" y="1969731"/>
                  </a:lnTo>
                  <a:lnTo>
                    <a:pt x="5010087" y="1953039"/>
                  </a:lnTo>
                  <a:lnTo>
                    <a:pt x="4922501" y="1938199"/>
                  </a:lnTo>
                  <a:lnTo>
                    <a:pt x="4831680" y="1925170"/>
                  </a:lnTo>
                  <a:lnTo>
                    <a:pt x="4740513" y="1913973"/>
                  </a:lnTo>
                  <a:lnTo>
                    <a:pt x="4652843" y="1904651"/>
                  </a:lnTo>
                  <a:lnTo>
                    <a:pt x="4573057" y="1897233"/>
                  </a:lnTo>
                  <a:lnTo>
                    <a:pt x="4505366" y="1891680"/>
                  </a:lnTo>
                  <a:lnTo>
                    <a:pt x="4452903" y="1887854"/>
                  </a:lnTo>
                  <a:lnTo>
                    <a:pt x="4416940" y="1885510"/>
                  </a:lnTo>
                  <a:lnTo>
                    <a:pt x="4396453" y="1884310"/>
                  </a:lnTo>
                  <a:lnTo>
                    <a:pt x="4388168" y="1883872"/>
                  </a:lnTo>
                  <a:lnTo>
                    <a:pt x="4386855" y="1883808"/>
                  </a:lnTo>
                  <a:lnTo>
                    <a:pt x="4386855" y="1883808"/>
                  </a:lnTo>
                  <a:lnTo>
                    <a:pt x="3848118" y="1883808"/>
                  </a:lnTo>
                  <a:lnTo>
                    <a:pt x="3846879" y="1883749"/>
                  </a:lnTo>
                  <a:lnTo>
                    <a:pt x="3838787" y="1883323"/>
                  </a:lnTo>
                  <a:lnTo>
                    <a:pt x="3818577" y="1882145"/>
                  </a:lnTo>
                  <a:lnTo>
                    <a:pt x="3782929" y="1879833"/>
                  </a:lnTo>
                  <a:lnTo>
                    <a:pt x="3730778" y="1876050"/>
                  </a:lnTo>
                  <a:lnTo>
                    <a:pt x="3663349" y="1870547"/>
                  </a:lnTo>
                  <a:lnTo>
                    <a:pt x="3583751" y="1863186"/>
                  </a:lnTo>
                  <a:lnTo>
                    <a:pt x="3496182" y="1853926"/>
                  </a:lnTo>
                  <a:lnTo>
                    <a:pt x="3405034" y="1842795"/>
                  </a:lnTo>
                  <a:lnTo>
                    <a:pt x="3314167" y="1829837"/>
                  </a:lnTo>
                  <a:lnTo>
                    <a:pt x="3226492" y="1815072"/>
                  </a:lnTo>
                  <a:lnTo>
                    <a:pt x="3143869" y="1798462"/>
                  </a:lnTo>
                  <a:lnTo>
                    <a:pt x="3067217" y="1779895"/>
                  </a:lnTo>
                  <a:lnTo>
                    <a:pt x="2996719" y="1759175"/>
                  </a:lnTo>
                  <a:lnTo>
                    <a:pt x="2932040" y="1736024"/>
                  </a:lnTo>
                  <a:lnTo>
                    <a:pt x="2872521" y="1710094"/>
                  </a:lnTo>
                  <a:lnTo>
                    <a:pt x="2817321" y="1680981"/>
                  </a:lnTo>
                  <a:lnTo>
                    <a:pt x="2765524" y="1648260"/>
                  </a:lnTo>
                  <a:lnTo>
                    <a:pt x="2716227" y="1611549"/>
                  </a:lnTo>
                  <a:lnTo>
                    <a:pt x="2668616" y="1570614"/>
                  </a:lnTo>
                  <a:lnTo>
                    <a:pt x="2667772" y="1569840"/>
                  </a:lnTo>
                  <a:lnTo>
                    <a:pt x="2626714" y="1530199"/>
                  </a:lnTo>
                  <a:lnTo>
                    <a:pt x="2586055" y="1487189"/>
                  </a:lnTo>
                  <a:lnTo>
                    <a:pt x="2545480" y="1440747"/>
                  </a:lnTo>
                  <a:lnTo>
                    <a:pt x="2504757" y="1390884"/>
                  </a:lnTo>
                  <a:lnTo>
                    <a:pt x="2463722" y="1337698"/>
                  </a:lnTo>
                  <a:lnTo>
                    <a:pt x="2422278" y="1281379"/>
                  </a:lnTo>
                  <a:lnTo>
                    <a:pt x="2380382" y="1222212"/>
                  </a:lnTo>
                  <a:lnTo>
                    <a:pt x="2338043" y="1160576"/>
                  </a:lnTo>
                  <a:lnTo>
                    <a:pt x="2295317" y="1096937"/>
                  </a:lnTo>
                  <a:lnTo>
                    <a:pt x="2252293" y="1031837"/>
                  </a:lnTo>
                  <a:lnTo>
                    <a:pt x="2209086" y="965873"/>
                  </a:lnTo>
                  <a:lnTo>
                    <a:pt x="2165831" y="899676"/>
                  </a:lnTo>
                  <a:lnTo>
                    <a:pt x="2122662" y="833888"/>
                  </a:lnTo>
                  <a:lnTo>
                    <a:pt x="2079709" y="769134"/>
                  </a:lnTo>
                  <a:lnTo>
                    <a:pt x="2037082" y="705997"/>
                  </a:lnTo>
                  <a:lnTo>
                    <a:pt x="1994862" y="644999"/>
                  </a:lnTo>
                  <a:lnTo>
                    <a:pt x="1953092" y="586584"/>
                  </a:lnTo>
                  <a:lnTo>
                    <a:pt x="1911767" y="531105"/>
                  </a:lnTo>
                  <a:lnTo>
                    <a:pt x="1870831" y="478822"/>
                  </a:lnTo>
                  <a:lnTo>
                    <a:pt x="1830168" y="429897"/>
                  </a:lnTo>
                  <a:lnTo>
                    <a:pt x="1789596" y="384405"/>
                  </a:lnTo>
                  <a:lnTo>
                    <a:pt x="1748862" y="342334"/>
                  </a:lnTo>
                  <a:lnTo>
                    <a:pt x="1719082" y="313968"/>
                  </a:lnTo>
                  <a:lnTo>
                    <a:pt x="1671495" y="272956"/>
                  </a:lnTo>
                  <a:lnTo>
                    <a:pt x="1622235" y="236171"/>
                  </a:lnTo>
                  <a:lnTo>
                    <a:pt x="1570491" y="203382"/>
                  </a:lnTo>
                  <a:lnTo>
                    <a:pt x="1515360" y="174207"/>
                  </a:lnTo>
                  <a:lnTo>
                    <a:pt x="1455926" y="148224"/>
                  </a:lnTo>
                  <a:lnTo>
                    <a:pt x="1391347" y="125026"/>
                  </a:lnTo>
                  <a:lnTo>
                    <a:pt x="1320957" y="104265"/>
                  </a:lnTo>
                  <a:lnTo>
                    <a:pt x="1244416" y="85661"/>
                  </a:lnTo>
                  <a:lnTo>
                    <a:pt x="1161894" y="69018"/>
                  </a:lnTo>
                  <a:lnTo>
                    <a:pt x="1074297" y="54220"/>
                  </a:lnTo>
                  <a:lnTo>
                    <a:pt x="983465" y="41230"/>
                  </a:lnTo>
                  <a:lnTo>
                    <a:pt x="892291" y="30065"/>
                  </a:lnTo>
                  <a:lnTo>
                    <a:pt x="804619" y="20772"/>
                  </a:lnTo>
                  <a:lnTo>
                    <a:pt x="724839" y="13376"/>
                  </a:lnTo>
                  <a:lnTo>
                    <a:pt x="657160" y="7841"/>
                  </a:lnTo>
                  <a:lnTo>
                    <a:pt x="604717" y="4029"/>
                  </a:lnTo>
                  <a:lnTo>
                    <a:pt x="568775" y="1693"/>
                  </a:lnTo>
                  <a:lnTo>
                    <a:pt x="548311" y="498"/>
                  </a:lnTo>
                  <a:lnTo>
                    <a:pt x="540042" y="62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2" name="pg662"/>
            <p:cNvSpPr/>
            <p:nvPr/>
          </p:nvSpPr>
          <p:spPr>
            <a:xfrm>
              <a:off x="546595" y="494564"/>
              <a:ext cx="8234974" cy="4725855"/>
            </a:xfrm>
            <a:custGeom>
              <a:avLst/>
              <a:pathLst>
                <a:path w="8234974" h="4725855">
                  <a:moveTo>
                    <a:pt x="0" y="2346594"/>
                  </a:moveTo>
                  <a:lnTo>
                    <a:pt x="538736" y="2346594"/>
                  </a:lnTo>
                  <a:lnTo>
                    <a:pt x="539941" y="2346667"/>
                  </a:lnTo>
                  <a:lnTo>
                    <a:pt x="547813" y="2347189"/>
                  </a:lnTo>
                  <a:lnTo>
                    <a:pt x="567491" y="2348634"/>
                  </a:lnTo>
                  <a:lnTo>
                    <a:pt x="602252" y="2351471"/>
                  </a:lnTo>
                  <a:lnTo>
                    <a:pt x="653207" y="2356116"/>
                  </a:lnTo>
                  <a:lnTo>
                    <a:pt x="719256" y="2362880"/>
                  </a:lnTo>
                  <a:lnTo>
                    <a:pt x="797456" y="2371941"/>
                  </a:lnTo>
                  <a:lnTo>
                    <a:pt x="883768" y="2383353"/>
                  </a:lnTo>
                  <a:lnTo>
                    <a:pt x="973909" y="2397088"/>
                  </a:lnTo>
                  <a:lnTo>
                    <a:pt x="1064067" y="2413090"/>
                  </a:lnTo>
                  <a:lnTo>
                    <a:pt x="1151321" y="2431331"/>
                  </a:lnTo>
                  <a:lnTo>
                    <a:pt x="1233764" y="2451848"/>
                  </a:lnTo>
                  <a:lnTo>
                    <a:pt x="1310412" y="2474768"/>
                  </a:lnTo>
                  <a:lnTo>
                    <a:pt x="1381013" y="2500321"/>
                  </a:lnTo>
                  <a:lnTo>
                    <a:pt x="1445839" y="2528832"/>
                  </a:lnTo>
                  <a:lnTo>
                    <a:pt x="1505497" y="2560719"/>
                  </a:lnTo>
                  <a:lnTo>
                    <a:pt x="1560784" y="2596470"/>
                  </a:lnTo>
                  <a:lnTo>
                    <a:pt x="1612586" y="2636605"/>
                  </a:lnTo>
                  <a:lnTo>
                    <a:pt x="1661786" y="2681610"/>
                  </a:lnTo>
                  <a:lnTo>
                    <a:pt x="1709198" y="2731819"/>
                  </a:lnTo>
                  <a:lnTo>
                    <a:pt x="1719082" y="2743137"/>
                  </a:lnTo>
                  <a:lnTo>
                    <a:pt x="1756990" y="2789190"/>
                  </a:lnTo>
                  <a:lnTo>
                    <a:pt x="1794535" y="2838858"/>
                  </a:lnTo>
                  <a:lnTo>
                    <a:pt x="1831973" y="2892214"/>
                  </a:lnTo>
                  <a:lnTo>
                    <a:pt x="1869497" y="2949260"/>
                  </a:lnTo>
                  <a:lnTo>
                    <a:pt x="1907251" y="3009924"/>
                  </a:lnTo>
                  <a:lnTo>
                    <a:pt x="1945328" y="3074050"/>
                  </a:lnTo>
                  <a:lnTo>
                    <a:pt x="1983779" y="3141396"/>
                  </a:lnTo>
                  <a:lnTo>
                    <a:pt x="2022617" y="3211631"/>
                  </a:lnTo>
                  <a:lnTo>
                    <a:pt x="2061818" y="3284342"/>
                  </a:lnTo>
                  <a:lnTo>
                    <a:pt x="2101330" y="3359037"/>
                  </a:lnTo>
                  <a:lnTo>
                    <a:pt x="2141075" y="3435163"/>
                  </a:lnTo>
                  <a:lnTo>
                    <a:pt x="2180958" y="3512117"/>
                  </a:lnTo>
                  <a:lnTo>
                    <a:pt x="2220875" y="3589271"/>
                  </a:lnTo>
                  <a:lnTo>
                    <a:pt x="2260718" y="3665988"/>
                  </a:lnTo>
                  <a:lnTo>
                    <a:pt x="2300386" y="3741645"/>
                  </a:lnTo>
                  <a:lnTo>
                    <a:pt x="2339789" y="3815657"/>
                  </a:lnTo>
                  <a:lnTo>
                    <a:pt x="2378858" y="3887492"/>
                  </a:lnTo>
                  <a:lnTo>
                    <a:pt x="2417552" y="3956687"/>
                  </a:lnTo>
                  <a:lnTo>
                    <a:pt x="2455860" y="4022858"/>
                  </a:lnTo>
                  <a:lnTo>
                    <a:pt x="2493807" y="4085709"/>
                  </a:lnTo>
                  <a:lnTo>
                    <a:pt x="2531461" y="4145029"/>
                  </a:lnTo>
                  <a:lnTo>
                    <a:pt x="2568933" y="4200694"/>
                  </a:lnTo>
                  <a:lnTo>
                    <a:pt x="2606386" y="4252661"/>
                  </a:lnTo>
                  <a:lnTo>
                    <a:pt x="2644034" y="4300961"/>
                  </a:lnTo>
                  <a:lnTo>
                    <a:pt x="2667772" y="4329312"/>
                  </a:lnTo>
                  <a:lnTo>
                    <a:pt x="2714896" y="4380638"/>
                  </a:lnTo>
                  <a:lnTo>
                    <a:pt x="2763653" y="4426727"/>
                  </a:lnTo>
                  <a:lnTo>
                    <a:pt x="2814831" y="4467856"/>
                  </a:lnTo>
                  <a:lnTo>
                    <a:pt x="2869305" y="4504493"/>
                  </a:lnTo>
                  <a:lnTo>
                    <a:pt x="2927965" y="4537157"/>
                  </a:lnTo>
                  <a:lnTo>
                    <a:pt x="2991636" y="4566346"/>
                  </a:lnTo>
                  <a:lnTo>
                    <a:pt x="3060977" y="4592494"/>
                  </a:lnTo>
                  <a:lnTo>
                    <a:pt x="3136344" y="4615950"/>
                  </a:lnTo>
                  <a:lnTo>
                    <a:pt x="3217613" y="4636963"/>
                  </a:lnTo>
                  <a:lnTo>
                    <a:pt x="3303973" y="4655680"/>
                  </a:lnTo>
                  <a:lnTo>
                    <a:pt x="3393726" y="4672157"/>
                  </a:lnTo>
                  <a:lnTo>
                    <a:pt x="3484162" y="4686377"/>
                  </a:lnTo>
                  <a:lnTo>
                    <a:pt x="3571636" y="4698286"/>
                  </a:lnTo>
                  <a:lnTo>
                    <a:pt x="3651914" y="4707844"/>
                  </a:lnTo>
                  <a:lnTo>
                    <a:pt x="3720834" y="4715084"/>
                  </a:lnTo>
                  <a:lnTo>
                    <a:pt x="3775151" y="4720157"/>
                  </a:lnTo>
                  <a:lnTo>
                    <a:pt x="3813327" y="4723345"/>
                  </a:lnTo>
                  <a:lnTo>
                    <a:pt x="3835998" y="4725047"/>
                  </a:lnTo>
                  <a:lnTo>
                    <a:pt x="3846001" y="4725724"/>
                  </a:lnTo>
                  <a:lnTo>
                    <a:pt x="3848118" y="4725855"/>
                  </a:lnTo>
                  <a:lnTo>
                    <a:pt x="4386855" y="4725855"/>
                  </a:lnTo>
                  <a:lnTo>
                    <a:pt x="4387726" y="4725751"/>
                  </a:lnTo>
                  <a:lnTo>
                    <a:pt x="4393457" y="4725010"/>
                  </a:lnTo>
                  <a:lnTo>
                    <a:pt x="4407935" y="4722963"/>
                  </a:lnTo>
                  <a:lnTo>
                    <a:pt x="4433892" y="4718930"/>
                  </a:lnTo>
                  <a:lnTo>
                    <a:pt x="4472715" y="4712282"/>
                  </a:lnTo>
                  <a:lnTo>
                    <a:pt x="4524344" y="4702496"/>
                  </a:lnTo>
                  <a:lnTo>
                    <a:pt x="4587365" y="4689208"/>
                  </a:lnTo>
                  <a:lnTo>
                    <a:pt x="4659329" y="4672226"/>
                  </a:lnTo>
                  <a:lnTo>
                    <a:pt x="4737232" y="4651505"/>
                  </a:lnTo>
                  <a:lnTo>
                    <a:pt x="4817999" y="4627096"/>
                  </a:lnTo>
                  <a:lnTo>
                    <a:pt x="4898890" y="4599081"/>
                  </a:lnTo>
                  <a:lnTo>
                    <a:pt x="4977736" y="4567509"/>
                  </a:lnTo>
                  <a:lnTo>
                    <a:pt x="5053022" y="4532349"/>
                  </a:lnTo>
                  <a:lnTo>
                    <a:pt x="5123856" y="4493461"/>
                  </a:lnTo>
                  <a:lnTo>
                    <a:pt x="5189864" y="4450581"/>
                  </a:lnTo>
                  <a:lnTo>
                    <a:pt x="5251069" y="4403315"/>
                  </a:lnTo>
                  <a:lnTo>
                    <a:pt x="5307775" y="4351144"/>
                  </a:lnTo>
                  <a:lnTo>
                    <a:pt x="5360467" y="4293443"/>
                  </a:lnTo>
                  <a:lnTo>
                    <a:pt x="5409737" y="4229505"/>
                  </a:lnTo>
                  <a:lnTo>
                    <a:pt x="5456221" y="4158584"/>
                  </a:lnTo>
                  <a:lnTo>
                    <a:pt x="5500559" y="4079982"/>
                  </a:lnTo>
                  <a:lnTo>
                    <a:pt x="5543346" y="3993172"/>
                  </a:lnTo>
                  <a:lnTo>
                    <a:pt x="5567201" y="3940027"/>
                  </a:lnTo>
                  <a:lnTo>
                    <a:pt x="5595688" y="3872218"/>
                  </a:lnTo>
                  <a:lnTo>
                    <a:pt x="5623930" y="3800405"/>
                  </a:lnTo>
                  <a:lnTo>
                    <a:pt x="5652046" y="3724507"/>
                  </a:lnTo>
                  <a:lnTo>
                    <a:pt x="5680133" y="3644484"/>
                  </a:lnTo>
                  <a:lnTo>
                    <a:pt x="5708270" y="3560342"/>
                  </a:lnTo>
                  <a:lnTo>
                    <a:pt x="5736519" y="3472131"/>
                  </a:lnTo>
                  <a:lnTo>
                    <a:pt x="5764929" y="3379956"/>
                  </a:lnTo>
                  <a:lnTo>
                    <a:pt x="5793530" y="3283975"/>
                  </a:lnTo>
                  <a:lnTo>
                    <a:pt x="5822344" y="3184399"/>
                  </a:lnTo>
                  <a:lnTo>
                    <a:pt x="5851375" y="3081496"/>
                  </a:lnTo>
                  <a:lnTo>
                    <a:pt x="5880621" y="2975588"/>
                  </a:lnTo>
                  <a:lnTo>
                    <a:pt x="5910066" y="2867047"/>
                  </a:lnTo>
                  <a:lnTo>
                    <a:pt x="5939686" y="2756291"/>
                  </a:lnTo>
                  <a:lnTo>
                    <a:pt x="5969450" y="2643779"/>
                  </a:lnTo>
                  <a:lnTo>
                    <a:pt x="5999319" y="2530003"/>
                  </a:lnTo>
                  <a:lnTo>
                    <a:pt x="6029251" y="2415477"/>
                  </a:lnTo>
                  <a:lnTo>
                    <a:pt x="6059203" y="2300732"/>
                  </a:lnTo>
                  <a:lnTo>
                    <a:pt x="6089127" y="2186301"/>
                  </a:lnTo>
                  <a:lnTo>
                    <a:pt x="6118980" y="2072714"/>
                  </a:lnTo>
                  <a:lnTo>
                    <a:pt x="6148721" y="1960481"/>
                  </a:lnTo>
                  <a:lnTo>
                    <a:pt x="6178312" y="1850089"/>
                  </a:lnTo>
                  <a:lnTo>
                    <a:pt x="6207722" y="1741990"/>
                  </a:lnTo>
                  <a:lnTo>
                    <a:pt x="6236931" y="1636594"/>
                  </a:lnTo>
                  <a:lnTo>
                    <a:pt x="6265923" y="1534265"/>
                  </a:lnTo>
                  <a:lnTo>
                    <a:pt x="6294698" y="1435314"/>
                  </a:lnTo>
                  <a:lnTo>
                    <a:pt x="6323263" y="1340000"/>
                  </a:lnTo>
                  <a:lnTo>
                    <a:pt x="6351641" y="1248525"/>
                  </a:lnTo>
                  <a:lnTo>
                    <a:pt x="6379867" y="1161037"/>
                  </a:lnTo>
                  <a:lnTo>
                    <a:pt x="6407990" y="1077629"/>
                  </a:lnTo>
                  <a:lnTo>
                    <a:pt x="6436076" y="998346"/>
                  </a:lnTo>
                  <a:lnTo>
                    <a:pt x="6464206" y="923184"/>
                  </a:lnTo>
                  <a:lnTo>
                    <a:pt x="6492483" y="852094"/>
                  </a:lnTo>
                  <a:lnTo>
                    <a:pt x="6515891" y="796716"/>
                  </a:lnTo>
                  <a:lnTo>
                    <a:pt x="6558029" y="705136"/>
                  </a:lnTo>
                  <a:lnTo>
                    <a:pt x="6601416" y="621909"/>
                  </a:lnTo>
                  <a:lnTo>
                    <a:pt x="6646602" y="546696"/>
                  </a:lnTo>
                  <a:lnTo>
                    <a:pt x="6694208" y="478874"/>
                  </a:lnTo>
                  <a:lnTo>
                    <a:pt x="6744876" y="417714"/>
                  </a:lnTo>
                  <a:lnTo>
                    <a:pt x="6799229" y="362479"/>
                  </a:lnTo>
                  <a:lnTo>
                    <a:pt x="6857823" y="312493"/>
                  </a:lnTo>
                  <a:lnTo>
                    <a:pt x="6921074" y="267173"/>
                  </a:lnTo>
                  <a:lnTo>
                    <a:pt x="6989179" y="226054"/>
                  </a:lnTo>
                  <a:lnTo>
                    <a:pt x="7062006" y="188798"/>
                  </a:lnTo>
                  <a:lnTo>
                    <a:pt x="7138970" y="155194"/>
                  </a:lnTo>
                  <a:lnTo>
                    <a:pt x="7218921" y="125153"/>
                  </a:lnTo>
                  <a:lnTo>
                    <a:pt x="7300062" y="98682"/>
                  </a:lnTo>
                  <a:lnTo>
                    <a:pt x="7379957" y="75853"/>
                  </a:lnTo>
                  <a:lnTo>
                    <a:pt x="7455685" y="56741"/>
                  </a:lnTo>
                  <a:lnTo>
                    <a:pt x="7524143" y="41364"/>
                  </a:lnTo>
                  <a:lnTo>
                    <a:pt x="7582504" y="29619"/>
                  </a:lnTo>
                  <a:lnTo>
                    <a:pt x="7628714" y="21239"/>
                  </a:lnTo>
                  <a:lnTo>
                    <a:pt x="7661915" y="15790"/>
                  </a:lnTo>
                  <a:lnTo>
                    <a:pt x="7682672" y="12695"/>
                  </a:lnTo>
                  <a:lnTo>
                    <a:pt x="7692975" y="11294"/>
                  </a:lnTo>
                  <a:lnTo>
                    <a:pt x="7696073" y="10908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914" y="4714893"/>
                  </a:lnTo>
                  <a:lnTo>
                    <a:pt x="3839042" y="4714370"/>
                  </a:lnTo>
                  <a:lnTo>
                    <a:pt x="3819363" y="4712926"/>
                  </a:lnTo>
                  <a:lnTo>
                    <a:pt x="3784603" y="4710089"/>
                  </a:lnTo>
                  <a:lnTo>
                    <a:pt x="3733647" y="4705444"/>
                  </a:lnTo>
                  <a:lnTo>
                    <a:pt x="3667599" y="4698680"/>
                  </a:lnTo>
                  <a:lnTo>
                    <a:pt x="3589398" y="4689619"/>
                  </a:lnTo>
                  <a:lnTo>
                    <a:pt x="3503086" y="4678207"/>
                  </a:lnTo>
                  <a:lnTo>
                    <a:pt x="3412946" y="4664472"/>
                  </a:lnTo>
                  <a:lnTo>
                    <a:pt x="3322788" y="4648470"/>
                  </a:lnTo>
                  <a:lnTo>
                    <a:pt x="3235534" y="4630229"/>
                  </a:lnTo>
                  <a:lnTo>
                    <a:pt x="3153091" y="4609712"/>
                  </a:lnTo>
                  <a:lnTo>
                    <a:pt x="3076443" y="4586791"/>
                  </a:lnTo>
                  <a:lnTo>
                    <a:pt x="3005841" y="4561239"/>
                  </a:lnTo>
                  <a:lnTo>
                    <a:pt x="2941015" y="4532728"/>
                  </a:lnTo>
                  <a:lnTo>
                    <a:pt x="2881358" y="4500841"/>
                  </a:lnTo>
                  <a:lnTo>
                    <a:pt x="2826070" y="4465090"/>
                  </a:lnTo>
                  <a:lnTo>
                    <a:pt x="2774269" y="4424955"/>
                  </a:lnTo>
                  <a:lnTo>
                    <a:pt x="2725068" y="4379949"/>
                  </a:lnTo>
                  <a:lnTo>
                    <a:pt x="2677657" y="4329740"/>
                  </a:lnTo>
                  <a:lnTo>
                    <a:pt x="2667772" y="4318423"/>
                  </a:lnTo>
                  <a:lnTo>
                    <a:pt x="2629865" y="4272370"/>
                  </a:lnTo>
                  <a:lnTo>
                    <a:pt x="2592319" y="4222702"/>
                  </a:lnTo>
                  <a:lnTo>
                    <a:pt x="2554882" y="4169346"/>
                  </a:lnTo>
                  <a:lnTo>
                    <a:pt x="2517357" y="4112300"/>
                  </a:lnTo>
                  <a:lnTo>
                    <a:pt x="2479604" y="4051636"/>
                  </a:lnTo>
                  <a:lnTo>
                    <a:pt x="2441527" y="3987510"/>
                  </a:lnTo>
                  <a:lnTo>
                    <a:pt x="2403075" y="3920164"/>
                  </a:lnTo>
                  <a:lnTo>
                    <a:pt x="2364238" y="3849928"/>
                  </a:lnTo>
                  <a:lnTo>
                    <a:pt x="2325036" y="3777218"/>
                  </a:lnTo>
                  <a:lnTo>
                    <a:pt x="2285525" y="3702523"/>
                  </a:lnTo>
                  <a:lnTo>
                    <a:pt x="2245780" y="3626397"/>
                  </a:lnTo>
                  <a:lnTo>
                    <a:pt x="2205897" y="3549443"/>
                  </a:lnTo>
                  <a:lnTo>
                    <a:pt x="2165980" y="3472289"/>
                  </a:lnTo>
                  <a:lnTo>
                    <a:pt x="2126136" y="3395572"/>
                  </a:lnTo>
                  <a:lnTo>
                    <a:pt x="2086469" y="3319915"/>
                  </a:lnTo>
                  <a:lnTo>
                    <a:pt x="2047066" y="3245903"/>
                  </a:lnTo>
                  <a:lnTo>
                    <a:pt x="2007996" y="3174068"/>
                  </a:lnTo>
                  <a:lnTo>
                    <a:pt x="1969302" y="3104873"/>
                  </a:lnTo>
                  <a:lnTo>
                    <a:pt x="1930995" y="3038701"/>
                  </a:lnTo>
                  <a:lnTo>
                    <a:pt x="1893048" y="2975851"/>
                  </a:lnTo>
                  <a:lnTo>
                    <a:pt x="1855394" y="2916531"/>
                  </a:lnTo>
                  <a:lnTo>
                    <a:pt x="1817921" y="2860866"/>
                  </a:lnTo>
                  <a:lnTo>
                    <a:pt x="1780469" y="2808898"/>
                  </a:lnTo>
                  <a:lnTo>
                    <a:pt x="1742821" y="2760599"/>
                  </a:lnTo>
                  <a:lnTo>
                    <a:pt x="1719082" y="2732248"/>
                  </a:lnTo>
                  <a:lnTo>
                    <a:pt x="1671959" y="2680922"/>
                  </a:lnTo>
                  <a:lnTo>
                    <a:pt x="1623201" y="2634833"/>
                  </a:lnTo>
                  <a:lnTo>
                    <a:pt x="1572024" y="2593703"/>
                  </a:lnTo>
                  <a:lnTo>
                    <a:pt x="1517550" y="2557067"/>
                  </a:lnTo>
                  <a:lnTo>
                    <a:pt x="1458890" y="2524403"/>
                  </a:lnTo>
                  <a:lnTo>
                    <a:pt x="1395218" y="2495214"/>
                  </a:lnTo>
                  <a:lnTo>
                    <a:pt x="1325877" y="2469066"/>
                  </a:lnTo>
                  <a:lnTo>
                    <a:pt x="1250511" y="2445610"/>
                  </a:lnTo>
                  <a:lnTo>
                    <a:pt x="1169242" y="2424597"/>
                  </a:lnTo>
                  <a:lnTo>
                    <a:pt x="1082881" y="2405880"/>
                  </a:lnTo>
                  <a:lnTo>
                    <a:pt x="993129" y="2389403"/>
                  </a:lnTo>
                  <a:lnTo>
                    <a:pt x="902692" y="2375183"/>
                  </a:lnTo>
                  <a:lnTo>
                    <a:pt x="815218" y="2363274"/>
                  </a:lnTo>
                  <a:lnTo>
                    <a:pt x="734940" y="2353716"/>
                  </a:lnTo>
                  <a:lnTo>
                    <a:pt x="666021" y="2346476"/>
                  </a:lnTo>
                  <a:lnTo>
                    <a:pt x="611704" y="2341403"/>
                  </a:lnTo>
                  <a:lnTo>
                    <a:pt x="573527" y="2338215"/>
                  </a:lnTo>
                  <a:lnTo>
                    <a:pt x="550856" y="2336513"/>
                  </a:lnTo>
                  <a:lnTo>
                    <a:pt x="540853" y="2335835"/>
                  </a:lnTo>
                  <a:lnTo>
                    <a:pt x="538736" y="2335705"/>
                  </a:lnTo>
                  <a:lnTo>
                    <a:pt x="0" y="2335705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63" name="pl663"/>
            <p:cNvSpPr/>
            <p:nvPr/>
          </p:nvSpPr>
          <p:spPr>
            <a:xfrm>
              <a:off x="546595" y="505453"/>
              <a:ext cx="8234974" cy="4714966"/>
            </a:xfrm>
            <a:custGeom>
              <a:avLst/>
              <a:pathLst>
                <a:path w="8234974" h="4714966">
                  <a:moveTo>
                    <a:pt x="0" y="2335705"/>
                  </a:moveTo>
                  <a:lnTo>
                    <a:pt x="538736" y="2335705"/>
                  </a:lnTo>
                  <a:lnTo>
                    <a:pt x="539941" y="2335778"/>
                  </a:lnTo>
                  <a:lnTo>
                    <a:pt x="547813" y="2336300"/>
                  </a:lnTo>
                  <a:lnTo>
                    <a:pt x="567491" y="2337745"/>
                  </a:lnTo>
                  <a:lnTo>
                    <a:pt x="602252" y="2340582"/>
                  </a:lnTo>
                  <a:lnTo>
                    <a:pt x="653207" y="2345227"/>
                  </a:lnTo>
                  <a:lnTo>
                    <a:pt x="719256" y="2351991"/>
                  </a:lnTo>
                  <a:lnTo>
                    <a:pt x="797456" y="2361052"/>
                  </a:lnTo>
                  <a:lnTo>
                    <a:pt x="883768" y="2372464"/>
                  </a:lnTo>
                  <a:lnTo>
                    <a:pt x="973909" y="2386199"/>
                  </a:lnTo>
                  <a:lnTo>
                    <a:pt x="1064067" y="2402201"/>
                  </a:lnTo>
                  <a:lnTo>
                    <a:pt x="1151321" y="2420442"/>
                  </a:lnTo>
                  <a:lnTo>
                    <a:pt x="1233764" y="2440959"/>
                  </a:lnTo>
                  <a:lnTo>
                    <a:pt x="1310412" y="2463879"/>
                  </a:lnTo>
                  <a:lnTo>
                    <a:pt x="1381013" y="2489432"/>
                  </a:lnTo>
                  <a:lnTo>
                    <a:pt x="1445839" y="2517943"/>
                  </a:lnTo>
                  <a:lnTo>
                    <a:pt x="1505497" y="2549830"/>
                  </a:lnTo>
                  <a:lnTo>
                    <a:pt x="1560784" y="2585581"/>
                  </a:lnTo>
                  <a:lnTo>
                    <a:pt x="1612586" y="2625716"/>
                  </a:lnTo>
                  <a:lnTo>
                    <a:pt x="1661786" y="2670721"/>
                  </a:lnTo>
                  <a:lnTo>
                    <a:pt x="1709198" y="2720930"/>
                  </a:lnTo>
                  <a:lnTo>
                    <a:pt x="1719082" y="2732248"/>
                  </a:lnTo>
                  <a:lnTo>
                    <a:pt x="1756990" y="2778301"/>
                  </a:lnTo>
                  <a:lnTo>
                    <a:pt x="1794535" y="2827969"/>
                  </a:lnTo>
                  <a:lnTo>
                    <a:pt x="1831973" y="2881324"/>
                  </a:lnTo>
                  <a:lnTo>
                    <a:pt x="1869497" y="2938371"/>
                  </a:lnTo>
                  <a:lnTo>
                    <a:pt x="1907251" y="2999035"/>
                  </a:lnTo>
                  <a:lnTo>
                    <a:pt x="1945328" y="3063161"/>
                  </a:lnTo>
                  <a:lnTo>
                    <a:pt x="1983779" y="3130507"/>
                  </a:lnTo>
                  <a:lnTo>
                    <a:pt x="2022617" y="3200742"/>
                  </a:lnTo>
                  <a:lnTo>
                    <a:pt x="2061818" y="3273453"/>
                  </a:lnTo>
                  <a:lnTo>
                    <a:pt x="2101330" y="3348148"/>
                  </a:lnTo>
                  <a:lnTo>
                    <a:pt x="2141075" y="3424274"/>
                  </a:lnTo>
                  <a:lnTo>
                    <a:pt x="2180958" y="3501228"/>
                  </a:lnTo>
                  <a:lnTo>
                    <a:pt x="2220875" y="3578382"/>
                  </a:lnTo>
                  <a:lnTo>
                    <a:pt x="2260718" y="3655098"/>
                  </a:lnTo>
                  <a:lnTo>
                    <a:pt x="2300386" y="3730756"/>
                  </a:lnTo>
                  <a:lnTo>
                    <a:pt x="2339789" y="3804768"/>
                  </a:lnTo>
                  <a:lnTo>
                    <a:pt x="2378858" y="3876603"/>
                  </a:lnTo>
                  <a:lnTo>
                    <a:pt x="2417552" y="3945798"/>
                  </a:lnTo>
                  <a:lnTo>
                    <a:pt x="2455860" y="4011969"/>
                  </a:lnTo>
                  <a:lnTo>
                    <a:pt x="2493807" y="4074820"/>
                  </a:lnTo>
                  <a:lnTo>
                    <a:pt x="2531461" y="4134140"/>
                  </a:lnTo>
                  <a:lnTo>
                    <a:pt x="2568933" y="4189805"/>
                  </a:lnTo>
                  <a:lnTo>
                    <a:pt x="2606386" y="4241772"/>
                  </a:lnTo>
                  <a:lnTo>
                    <a:pt x="2644034" y="4290072"/>
                  </a:lnTo>
                  <a:lnTo>
                    <a:pt x="2667772" y="4318423"/>
                  </a:lnTo>
                  <a:lnTo>
                    <a:pt x="2714896" y="4369749"/>
                  </a:lnTo>
                  <a:lnTo>
                    <a:pt x="2763653" y="4415838"/>
                  </a:lnTo>
                  <a:lnTo>
                    <a:pt x="2814831" y="4456967"/>
                  </a:lnTo>
                  <a:lnTo>
                    <a:pt x="2869305" y="4493604"/>
                  </a:lnTo>
                  <a:lnTo>
                    <a:pt x="2927965" y="4526267"/>
                  </a:lnTo>
                  <a:lnTo>
                    <a:pt x="2991636" y="4555456"/>
                  </a:lnTo>
                  <a:lnTo>
                    <a:pt x="3060977" y="4581605"/>
                  </a:lnTo>
                  <a:lnTo>
                    <a:pt x="3136344" y="4605061"/>
                  </a:lnTo>
                  <a:lnTo>
                    <a:pt x="3217613" y="4626073"/>
                  </a:lnTo>
                  <a:lnTo>
                    <a:pt x="3303973" y="4644791"/>
                  </a:lnTo>
                  <a:lnTo>
                    <a:pt x="3393726" y="4661268"/>
                  </a:lnTo>
                  <a:lnTo>
                    <a:pt x="3484162" y="4675488"/>
                  </a:lnTo>
                  <a:lnTo>
                    <a:pt x="3571636" y="4687397"/>
                  </a:lnTo>
                  <a:lnTo>
                    <a:pt x="3651914" y="4696955"/>
                  </a:lnTo>
                  <a:lnTo>
                    <a:pt x="3720834" y="4704195"/>
                  </a:lnTo>
                  <a:lnTo>
                    <a:pt x="3775151" y="4709267"/>
                  </a:lnTo>
                  <a:lnTo>
                    <a:pt x="3813327" y="4712456"/>
                  </a:lnTo>
                  <a:lnTo>
                    <a:pt x="3835998" y="4714157"/>
                  </a:lnTo>
                  <a:lnTo>
                    <a:pt x="3846001" y="4714835"/>
                  </a:lnTo>
                  <a:lnTo>
                    <a:pt x="3848106" y="4714965"/>
                  </a:lnTo>
                  <a:lnTo>
                    <a:pt x="3848118" y="4714966"/>
                  </a:lnTo>
                  <a:lnTo>
                    <a:pt x="4386855" y="4714966"/>
                  </a:lnTo>
                  <a:lnTo>
                    <a:pt x="4387726" y="4714862"/>
                  </a:lnTo>
                  <a:lnTo>
                    <a:pt x="4393457" y="4714121"/>
                  </a:lnTo>
                  <a:lnTo>
                    <a:pt x="4407935" y="4712074"/>
                  </a:lnTo>
                  <a:lnTo>
                    <a:pt x="4433892" y="4708041"/>
                  </a:lnTo>
                  <a:lnTo>
                    <a:pt x="4472715" y="4701393"/>
                  </a:lnTo>
                  <a:lnTo>
                    <a:pt x="4524344" y="4691607"/>
                  </a:lnTo>
                  <a:lnTo>
                    <a:pt x="4587365" y="4678319"/>
                  </a:lnTo>
                  <a:lnTo>
                    <a:pt x="4659329" y="4661337"/>
                  </a:lnTo>
                  <a:lnTo>
                    <a:pt x="4737232" y="4640616"/>
                  </a:lnTo>
                  <a:lnTo>
                    <a:pt x="4817999" y="4616207"/>
                  </a:lnTo>
                  <a:lnTo>
                    <a:pt x="4898890" y="4588192"/>
                  </a:lnTo>
                  <a:lnTo>
                    <a:pt x="4977736" y="4556620"/>
                  </a:lnTo>
                  <a:lnTo>
                    <a:pt x="5053022" y="4521460"/>
                  </a:lnTo>
                  <a:lnTo>
                    <a:pt x="5123856" y="4482572"/>
                  </a:lnTo>
                  <a:lnTo>
                    <a:pt x="5189864" y="4439692"/>
                  </a:lnTo>
                  <a:lnTo>
                    <a:pt x="5251069" y="4392425"/>
                  </a:lnTo>
                  <a:lnTo>
                    <a:pt x="5307775" y="4340255"/>
                  </a:lnTo>
                  <a:lnTo>
                    <a:pt x="5360467" y="4282554"/>
                  </a:lnTo>
                  <a:lnTo>
                    <a:pt x="5409737" y="4218616"/>
                  </a:lnTo>
                  <a:lnTo>
                    <a:pt x="5456221" y="4147695"/>
                  </a:lnTo>
                  <a:lnTo>
                    <a:pt x="5500559" y="4069093"/>
                  </a:lnTo>
                  <a:lnTo>
                    <a:pt x="5543346" y="3982283"/>
                  </a:lnTo>
                  <a:lnTo>
                    <a:pt x="5567201" y="3929138"/>
                  </a:lnTo>
                  <a:lnTo>
                    <a:pt x="5595688" y="3861329"/>
                  </a:lnTo>
                  <a:lnTo>
                    <a:pt x="5623930" y="3789516"/>
                  </a:lnTo>
                  <a:lnTo>
                    <a:pt x="5652046" y="3713618"/>
                  </a:lnTo>
                  <a:lnTo>
                    <a:pt x="5680133" y="3633595"/>
                  </a:lnTo>
                  <a:lnTo>
                    <a:pt x="5708270" y="3549453"/>
                  </a:lnTo>
                  <a:lnTo>
                    <a:pt x="5736519" y="3461242"/>
                  </a:lnTo>
                  <a:lnTo>
                    <a:pt x="5764929" y="3369067"/>
                  </a:lnTo>
                  <a:lnTo>
                    <a:pt x="5793530" y="3273086"/>
                  </a:lnTo>
                  <a:lnTo>
                    <a:pt x="5822344" y="3173510"/>
                  </a:lnTo>
                  <a:lnTo>
                    <a:pt x="5851375" y="3070607"/>
                  </a:lnTo>
                  <a:lnTo>
                    <a:pt x="5880621" y="2964699"/>
                  </a:lnTo>
                  <a:lnTo>
                    <a:pt x="5910066" y="2856158"/>
                  </a:lnTo>
                  <a:lnTo>
                    <a:pt x="5939686" y="2745402"/>
                  </a:lnTo>
                  <a:lnTo>
                    <a:pt x="5969450" y="2632890"/>
                  </a:lnTo>
                  <a:lnTo>
                    <a:pt x="5999319" y="2519114"/>
                  </a:lnTo>
                  <a:lnTo>
                    <a:pt x="6029251" y="2404588"/>
                  </a:lnTo>
                  <a:lnTo>
                    <a:pt x="6059203" y="2289843"/>
                  </a:lnTo>
                  <a:lnTo>
                    <a:pt x="6089127" y="2175412"/>
                  </a:lnTo>
                  <a:lnTo>
                    <a:pt x="6118980" y="2061825"/>
                  </a:lnTo>
                  <a:lnTo>
                    <a:pt x="6148721" y="1949592"/>
                  </a:lnTo>
                  <a:lnTo>
                    <a:pt x="6178312" y="1839200"/>
                  </a:lnTo>
                  <a:lnTo>
                    <a:pt x="6207722" y="1731101"/>
                  </a:lnTo>
                  <a:lnTo>
                    <a:pt x="6236931" y="1625705"/>
                  </a:lnTo>
                  <a:lnTo>
                    <a:pt x="6265923" y="1523376"/>
                  </a:lnTo>
                  <a:lnTo>
                    <a:pt x="6294698" y="1424425"/>
                  </a:lnTo>
                  <a:lnTo>
                    <a:pt x="6323263" y="1329111"/>
                  </a:lnTo>
                  <a:lnTo>
                    <a:pt x="6351641" y="1237636"/>
                  </a:lnTo>
                  <a:lnTo>
                    <a:pt x="6379867" y="1150148"/>
                  </a:lnTo>
                  <a:lnTo>
                    <a:pt x="6407990" y="1066740"/>
                  </a:lnTo>
                  <a:lnTo>
                    <a:pt x="6436076" y="987457"/>
                  </a:lnTo>
                  <a:lnTo>
                    <a:pt x="6464206" y="912295"/>
                  </a:lnTo>
                  <a:lnTo>
                    <a:pt x="6492483" y="841205"/>
                  </a:lnTo>
                  <a:lnTo>
                    <a:pt x="6515891" y="785827"/>
                  </a:lnTo>
                  <a:lnTo>
                    <a:pt x="6558029" y="694247"/>
                  </a:lnTo>
                  <a:lnTo>
                    <a:pt x="6601416" y="611020"/>
                  </a:lnTo>
                  <a:lnTo>
                    <a:pt x="6646602" y="535806"/>
                  </a:lnTo>
                  <a:lnTo>
                    <a:pt x="6694208" y="467985"/>
                  </a:lnTo>
                  <a:lnTo>
                    <a:pt x="6744876" y="406825"/>
                  </a:lnTo>
                  <a:lnTo>
                    <a:pt x="6799229" y="351590"/>
                  </a:lnTo>
                  <a:lnTo>
                    <a:pt x="6857823" y="301604"/>
                  </a:lnTo>
                  <a:lnTo>
                    <a:pt x="6921074" y="256284"/>
                  </a:lnTo>
                  <a:lnTo>
                    <a:pt x="6989179" y="215165"/>
                  </a:lnTo>
                  <a:lnTo>
                    <a:pt x="7062006" y="177909"/>
                  </a:lnTo>
                  <a:lnTo>
                    <a:pt x="7138970" y="144305"/>
                  </a:lnTo>
                  <a:lnTo>
                    <a:pt x="7218921" y="114263"/>
                  </a:lnTo>
                  <a:lnTo>
                    <a:pt x="7300062" y="87793"/>
                  </a:lnTo>
                  <a:lnTo>
                    <a:pt x="7379957" y="64964"/>
                  </a:lnTo>
                  <a:lnTo>
                    <a:pt x="7455685" y="45852"/>
                  </a:lnTo>
                  <a:lnTo>
                    <a:pt x="7524143" y="30475"/>
                  </a:lnTo>
                  <a:lnTo>
                    <a:pt x="7582504" y="18730"/>
                  </a:lnTo>
                  <a:lnTo>
                    <a:pt x="7628714" y="10350"/>
                  </a:lnTo>
                  <a:lnTo>
                    <a:pt x="7661915" y="4901"/>
                  </a:lnTo>
                  <a:lnTo>
                    <a:pt x="7682672" y="1806"/>
                  </a:lnTo>
                  <a:lnTo>
                    <a:pt x="7692975" y="405"/>
                  </a:lnTo>
                  <a:lnTo>
                    <a:pt x="7696073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4" name="pl664"/>
            <p:cNvSpPr/>
            <p:nvPr/>
          </p:nvSpPr>
          <p:spPr>
            <a:xfrm>
              <a:off x="546595" y="494564"/>
              <a:ext cx="8234974" cy="4714966"/>
            </a:xfrm>
            <a:custGeom>
              <a:avLst/>
              <a:pathLst>
                <a:path w="8234974" h="4714966">
                  <a:moveTo>
                    <a:pt x="8234974" y="0"/>
                  </a:move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914" y="4714893"/>
                  </a:lnTo>
                  <a:lnTo>
                    <a:pt x="3839042" y="4714370"/>
                  </a:lnTo>
                  <a:lnTo>
                    <a:pt x="3819363" y="4712926"/>
                  </a:lnTo>
                  <a:lnTo>
                    <a:pt x="3784603" y="4710089"/>
                  </a:lnTo>
                  <a:lnTo>
                    <a:pt x="3733647" y="4705444"/>
                  </a:lnTo>
                  <a:lnTo>
                    <a:pt x="3667599" y="4698680"/>
                  </a:lnTo>
                  <a:lnTo>
                    <a:pt x="3589398" y="4689619"/>
                  </a:lnTo>
                  <a:lnTo>
                    <a:pt x="3503086" y="4678207"/>
                  </a:lnTo>
                  <a:lnTo>
                    <a:pt x="3412946" y="4664472"/>
                  </a:lnTo>
                  <a:lnTo>
                    <a:pt x="3322788" y="4648470"/>
                  </a:lnTo>
                  <a:lnTo>
                    <a:pt x="3235534" y="4630229"/>
                  </a:lnTo>
                  <a:lnTo>
                    <a:pt x="3153091" y="4609712"/>
                  </a:lnTo>
                  <a:lnTo>
                    <a:pt x="3076443" y="4586791"/>
                  </a:lnTo>
                  <a:lnTo>
                    <a:pt x="3005841" y="4561239"/>
                  </a:lnTo>
                  <a:lnTo>
                    <a:pt x="2941015" y="4532728"/>
                  </a:lnTo>
                  <a:lnTo>
                    <a:pt x="2881358" y="4500841"/>
                  </a:lnTo>
                  <a:lnTo>
                    <a:pt x="2826070" y="4465090"/>
                  </a:lnTo>
                  <a:lnTo>
                    <a:pt x="2774269" y="4424955"/>
                  </a:lnTo>
                  <a:lnTo>
                    <a:pt x="2725068" y="4379949"/>
                  </a:lnTo>
                  <a:lnTo>
                    <a:pt x="2677657" y="4329740"/>
                  </a:lnTo>
                  <a:lnTo>
                    <a:pt x="2667772" y="4318423"/>
                  </a:lnTo>
                  <a:lnTo>
                    <a:pt x="2629865" y="4272370"/>
                  </a:lnTo>
                  <a:lnTo>
                    <a:pt x="2592319" y="4222702"/>
                  </a:lnTo>
                  <a:lnTo>
                    <a:pt x="2554882" y="4169346"/>
                  </a:lnTo>
                  <a:lnTo>
                    <a:pt x="2517357" y="4112300"/>
                  </a:lnTo>
                  <a:lnTo>
                    <a:pt x="2479604" y="4051636"/>
                  </a:lnTo>
                  <a:lnTo>
                    <a:pt x="2441527" y="3987510"/>
                  </a:lnTo>
                  <a:lnTo>
                    <a:pt x="2403075" y="3920164"/>
                  </a:lnTo>
                  <a:lnTo>
                    <a:pt x="2364238" y="3849928"/>
                  </a:lnTo>
                  <a:lnTo>
                    <a:pt x="2325036" y="3777218"/>
                  </a:lnTo>
                  <a:lnTo>
                    <a:pt x="2285525" y="3702523"/>
                  </a:lnTo>
                  <a:lnTo>
                    <a:pt x="2245780" y="3626397"/>
                  </a:lnTo>
                  <a:lnTo>
                    <a:pt x="2205897" y="3549443"/>
                  </a:lnTo>
                  <a:lnTo>
                    <a:pt x="2165980" y="3472289"/>
                  </a:lnTo>
                  <a:lnTo>
                    <a:pt x="2126136" y="3395572"/>
                  </a:lnTo>
                  <a:lnTo>
                    <a:pt x="2086469" y="3319915"/>
                  </a:lnTo>
                  <a:lnTo>
                    <a:pt x="2047066" y="3245903"/>
                  </a:lnTo>
                  <a:lnTo>
                    <a:pt x="2007996" y="3174068"/>
                  </a:lnTo>
                  <a:lnTo>
                    <a:pt x="1969302" y="3104873"/>
                  </a:lnTo>
                  <a:lnTo>
                    <a:pt x="1930995" y="3038701"/>
                  </a:lnTo>
                  <a:lnTo>
                    <a:pt x="1893048" y="2975851"/>
                  </a:lnTo>
                  <a:lnTo>
                    <a:pt x="1855394" y="2916531"/>
                  </a:lnTo>
                  <a:lnTo>
                    <a:pt x="1817921" y="2860866"/>
                  </a:lnTo>
                  <a:lnTo>
                    <a:pt x="1780469" y="2808898"/>
                  </a:lnTo>
                  <a:lnTo>
                    <a:pt x="1742821" y="2760599"/>
                  </a:lnTo>
                  <a:lnTo>
                    <a:pt x="1719082" y="2732248"/>
                  </a:lnTo>
                  <a:lnTo>
                    <a:pt x="1671959" y="2680922"/>
                  </a:lnTo>
                  <a:lnTo>
                    <a:pt x="1623201" y="2634833"/>
                  </a:lnTo>
                  <a:lnTo>
                    <a:pt x="1572024" y="2593703"/>
                  </a:lnTo>
                  <a:lnTo>
                    <a:pt x="1517550" y="2557067"/>
                  </a:lnTo>
                  <a:lnTo>
                    <a:pt x="1458890" y="2524403"/>
                  </a:lnTo>
                  <a:lnTo>
                    <a:pt x="1395218" y="2495214"/>
                  </a:lnTo>
                  <a:lnTo>
                    <a:pt x="1325877" y="2469066"/>
                  </a:lnTo>
                  <a:lnTo>
                    <a:pt x="1250511" y="2445610"/>
                  </a:lnTo>
                  <a:lnTo>
                    <a:pt x="1169242" y="2424597"/>
                  </a:lnTo>
                  <a:lnTo>
                    <a:pt x="1082881" y="2405880"/>
                  </a:lnTo>
                  <a:lnTo>
                    <a:pt x="993129" y="2389403"/>
                  </a:lnTo>
                  <a:lnTo>
                    <a:pt x="902692" y="2375183"/>
                  </a:lnTo>
                  <a:lnTo>
                    <a:pt x="815218" y="2363274"/>
                  </a:lnTo>
                  <a:lnTo>
                    <a:pt x="734940" y="2353716"/>
                  </a:lnTo>
                  <a:lnTo>
                    <a:pt x="666021" y="2346476"/>
                  </a:lnTo>
                  <a:lnTo>
                    <a:pt x="611704" y="2341403"/>
                  </a:lnTo>
                  <a:lnTo>
                    <a:pt x="573527" y="2338215"/>
                  </a:lnTo>
                  <a:lnTo>
                    <a:pt x="550856" y="2336513"/>
                  </a:lnTo>
                  <a:lnTo>
                    <a:pt x="540853" y="2335835"/>
                  </a:lnTo>
                  <a:lnTo>
                    <a:pt x="538748" y="2335705"/>
                  </a:lnTo>
                  <a:lnTo>
                    <a:pt x="538736" y="2335705"/>
                  </a:lnTo>
                  <a:lnTo>
                    <a:pt x="0" y="23357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5" name="pg665"/>
            <p:cNvSpPr/>
            <p:nvPr/>
          </p:nvSpPr>
          <p:spPr>
            <a:xfrm>
              <a:off x="546595" y="549009"/>
              <a:ext cx="8234974" cy="4698632"/>
            </a:xfrm>
            <a:custGeom>
              <a:avLst/>
              <a:pathLst>
                <a:path w="8234974" h="4698632">
                  <a:moveTo>
                    <a:pt x="0" y="2308482"/>
                  </a:moveTo>
                  <a:lnTo>
                    <a:pt x="538736" y="2308482"/>
                  </a:lnTo>
                  <a:lnTo>
                    <a:pt x="539940" y="2308555"/>
                  </a:lnTo>
                  <a:lnTo>
                    <a:pt x="547806" y="2309080"/>
                  </a:lnTo>
                  <a:lnTo>
                    <a:pt x="567472" y="2310530"/>
                  </a:lnTo>
                  <a:lnTo>
                    <a:pt x="602212" y="2313378"/>
                  </a:lnTo>
                  <a:lnTo>
                    <a:pt x="653139" y="2318041"/>
                  </a:lnTo>
                  <a:lnTo>
                    <a:pt x="719154" y="2324832"/>
                  </a:lnTo>
                  <a:lnTo>
                    <a:pt x="797321" y="2333928"/>
                  </a:lnTo>
                  <a:lnTo>
                    <a:pt x="883603" y="2345386"/>
                  </a:lnTo>
                  <a:lnTo>
                    <a:pt x="973719" y="2359176"/>
                  </a:lnTo>
                  <a:lnTo>
                    <a:pt x="1063859" y="2375243"/>
                  </a:lnTo>
                  <a:lnTo>
                    <a:pt x="1151103" y="2393557"/>
                  </a:lnTo>
                  <a:lnTo>
                    <a:pt x="1233542" y="2414157"/>
                  </a:lnTo>
                  <a:lnTo>
                    <a:pt x="1310189" y="2437170"/>
                  </a:lnTo>
                  <a:lnTo>
                    <a:pt x="1380793" y="2462824"/>
                  </a:lnTo>
                  <a:lnTo>
                    <a:pt x="1445623" y="2491449"/>
                  </a:lnTo>
                  <a:lnTo>
                    <a:pt x="1505283" y="2523461"/>
                  </a:lnTo>
                  <a:lnTo>
                    <a:pt x="1560573" y="2559351"/>
                  </a:lnTo>
                  <a:lnTo>
                    <a:pt x="1612375" y="2599642"/>
                  </a:lnTo>
                  <a:lnTo>
                    <a:pt x="1661573" y="2644821"/>
                  </a:lnTo>
                  <a:lnTo>
                    <a:pt x="1708981" y="2695224"/>
                  </a:lnTo>
                  <a:lnTo>
                    <a:pt x="1719082" y="2706840"/>
                  </a:lnTo>
                  <a:lnTo>
                    <a:pt x="1756926" y="2753023"/>
                  </a:lnTo>
                  <a:lnTo>
                    <a:pt x="1794409" y="2802825"/>
                  </a:lnTo>
                  <a:lnTo>
                    <a:pt x="1831784" y="2856319"/>
                  </a:lnTo>
                  <a:lnTo>
                    <a:pt x="1869244" y="2913508"/>
                  </a:lnTo>
                  <a:lnTo>
                    <a:pt x="1906932" y="2974321"/>
                  </a:lnTo>
                  <a:lnTo>
                    <a:pt x="1944942" y="3038601"/>
                  </a:lnTo>
                  <a:lnTo>
                    <a:pt x="1983324" y="3106108"/>
                  </a:lnTo>
                  <a:lnTo>
                    <a:pt x="2022092" y="3176512"/>
                  </a:lnTo>
                  <a:lnTo>
                    <a:pt x="2061222" y="3249400"/>
                  </a:lnTo>
                  <a:lnTo>
                    <a:pt x="2100663" y="3324283"/>
                  </a:lnTo>
                  <a:lnTo>
                    <a:pt x="2140338" y="3400608"/>
                  </a:lnTo>
                  <a:lnTo>
                    <a:pt x="2180152" y="3477775"/>
                  </a:lnTo>
                  <a:lnTo>
                    <a:pt x="2220003" y="3555154"/>
                  </a:lnTo>
                  <a:lnTo>
                    <a:pt x="2259782" y="3632109"/>
                  </a:lnTo>
                  <a:lnTo>
                    <a:pt x="2299388" y="3708018"/>
                  </a:lnTo>
                  <a:lnTo>
                    <a:pt x="2338733" y="3782294"/>
                  </a:lnTo>
                  <a:lnTo>
                    <a:pt x="2377746" y="3854403"/>
                  </a:lnTo>
                  <a:lnTo>
                    <a:pt x="2416386" y="3923882"/>
                  </a:lnTo>
                  <a:lnTo>
                    <a:pt x="2454641" y="3990344"/>
                  </a:lnTo>
                  <a:lnTo>
                    <a:pt x="2492535" y="4053489"/>
                  </a:lnTo>
                  <a:lnTo>
                    <a:pt x="2530135" y="4113105"/>
                  </a:lnTo>
                  <a:lnTo>
                    <a:pt x="2567548" y="4169065"/>
                  </a:lnTo>
                  <a:lnTo>
                    <a:pt x="2604935" y="4221322"/>
                  </a:lnTo>
                  <a:lnTo>
                    <a:pt x="2642507" y="4269905"/>
                  </a:lnTo>
                  <a:lnTo>
                    <a:pt x="2667772" y="4300274"/>
                  </a:lnTo>
                  <a:lnTo>
                    <a:pt x="2714885" y="4351824"/>
                  </a:lnTo>
                  <a:lnTo>
                    <a:pt x="2763630" y="4398115"/>
                  </a:lnTo>
                  <a:lnTo>
                    <a:pt x="2814794" y="4439426"/>
                  </a:lnTo>
                  <a:lnTo>
                    <a:pt x="2869252" y="4476225"/>
                  </a:lnTo>
                  <a:lnTo>
                    <a:pt x="2927894" y="4509034"/>
                  </a:lnTo>
                  <a:lnTo>
                    <a:pt x="2991544" y="4538354"/>
                  </a:lnTo>
                  <a:lnTo>
                    <a:pt x="3060860" y="4564621"/>
                  </a:lnTo>
                  <a:lnTo>
                    <a:pt x="3136198" y="4588183"/>
                  </a:lnTo>
                  <a:lnTo>
                    <a:pt x="3217437" y="4609291"/>
                  </a:lnTo>
                  <a:lnTo>
                    <a:pt x="3303768" y="4628095"/>
                  </a:lnTo>
                  <a:lnTo>
                    <a:pt x="3393494" y="4644649"/>
                  </a:lnTo>
                  <a:lnTo>
                    <a:pt x="3483912" y="4658937"/>
                  </a:lnTo>
                  <a:lnTo>
                    <a:pt x="3571381" y="4670904"/>
                  </a:lnTo>
                  <a:lnTo>
                    <a:pt x="3651669" y="4680511"/>
                  </a:lnTo>
                  <a:lnTo>
                    <a:pt x="3720617" y="4687791"/>
                  </a:lnTo>
                  <a:lnTo>
                    <a:pt x="3774978" y="4692893"/>
                  </a:lnTo>
                  <a:lnTo>
                    <a:pt x="3813208" y="4696101"/>
                  </a:lnTo>
                  <a:lnTo>
                    <a:pt x="3835932" y="4697815"/>
                  </a:lnTo>
                  <a:lnTo>
                    <a:pt x="3845979" y="4698500"/>
                  </a:lnTo>
                  <a:lnTo>
                    <a:pt x="3848118" y="4698632"/>
                  </a:lnTo>
                  <a:lnTo>
                    <a:pt x="4386855" y="4698632"/>
                  </a:lnTo>
                  <a:lnTo>
                    <a:pt x="4387728" y="4698529"/>
                  </a:lnTo>
                  <a:lnTo>
                    <a:pt x="4393477" y="4697791"/>
                  </a:lnTo>
                  <a:lnTo>
                    <a:pt x="4407996" y="4695751"/>
                  </a:lnTo>
                  <a:lnTo>
                    <a:pt x="4434023" y="4691734"/>
                  </a:lnTo>
                  <a:lnTo>
                    <a:pt x="4472945" y="4685112"/>
                  </a:lnTo>
                  <a:lnTo>
                    <a:pt x="4524696" y="4675366"/>
                  </a:lnTo>
                  <a:lnTo>
                    <a:pt x="4587848" y="4662133"/>
                  </a:lnTo>
                  <a:lnTo>
                    <a:pt x="4659943" y="4645223"/>
                  </a:lnTo>
                  <a:lnTo>
                    <a:pt x="4737962" y="4624592"/>
                  </a:lnTo>
                  <a:lnTo>
                    <a:pt x="4818824" y="4600293"/>
                  </a:lnTo>
                  <a:lnTo>
                    <a:pt x="4899786" y="4572406"/>
                  </a:lnTo>
                  <a:lnTo>
                    <a:pt x="4978677" y="4540979"/>
                  </a:lnTo>
                  <a:lnTo>
                    <a:pt x="5053988" y="4505981"/>
                  </a:lnTo>
                  <a:lnTo>
                    <a:pt x="5124829" y="4467272"/>
                  </a:lnTo>
                  <a:lnTo>
                    <a:pt x="5190832" y="4424584"/>
                  </a:lnTo>
                  <a:lnTo>
                    <a:pt x="5252026" y="4377525"/>
                  </a:lnTo>
                  <a:lnTo>
                    <a:pt x="5308717" y="4325576"/>
                  </a:lnTo>
                  <a:lnTo>
                    <a:pt x="5361397" y="4268113"/>
                  </a:lnTo>
                  <a:lnTo>
                    <a:pt x="5410658" y="4204429"/>
                  </a:lnTo>
                  <a:lnTo>
                    <a:pt x="5457141" y="4133784"/>
                  </a:lnTo>
                  <a:lnTo>
                    <a:pt x="5501486" y="4055481"/>
                  </a:lnTo>
                  <a:lnTo>
                    <a:pt x="5544289" y="3969004"/>
                  </a:lnTo>
                  <a:lnTo>
                    <a:pt x="5567201" y="3918249"/>
                  </a:lnTo>
                  <a:lnTo>
                    <a:pt x="5595778" y="3850689"/>
                  </a:lnTo>
                  <a:lnTo>
                    <a:pt x="5624109" y="3779126"/>
                  </a:lnTo>
                  <a:lnTo>
                    <a:pt x="5652314" y="3703481"/>
                  </a:lnTo>
                  <a:lnTo>
                    <a:pt x="5680491" y="3623714"/>
                  </a:lnTo>
                  <a:lnTo>
                    <a:pt x="5708719" y="3539829"/>
                  </a:lnTo>
                  <a:lnTo>
                    <a:pt x="5737061" y="3451880"/>
                  </a:lnTo>
                  <a:lnTo>
                    <a:pt x="5765565" y="3359971"/>
                  </a:lnTo>
                  <a:lnTo>
                    <a:pt x="5794263" y="3264262"/>
                  </a:lnTo>
                  <a:lnTo>
                    <a:pt x="5823174" y="3164967"/>
                  </a:lnTo>
                  <a:lnTo>
                    <a:pt x="5852305" y="3062356"/>
                  </a:lnTo>
                  <a:lnTo>
                    <a:pt x="5881651" y="2956753"/>
                  </a:lnTo>
                  <a:lnTo>
                    <a:pt x="5911197" y="2848531"/>
                  </a:lnTo>
                  <a:lnTo>
                    <a:pt x="5940917" y="2738113"/>
                  </a:lnTo>
                  <a:lnTo>
                    <a:pt x="5970781" y="2625960"/>
                  </a:lnTo>
                  <a:lnTo>
                    <a:pt x="6000749" y="2512566"/>
                  </a:lnTo>
                  <a:lnTo>
                    <a:pt x="6030780" y="2398448"/>
                  </a:lnTo>
                  <a:lnTo>
                    <a:pt x="6060826" y="2284137"/>
                  </a:lnTo>
                  <a:lnTo>
                    <a:pt x="6090843" y="2170171"/>
                  </a:lnTo>
                  <a:lnTo>
                    <a:pt x="6120786" y="2057076"/>
                  </a:lnTo>
                  <a:lnTo>
                    <a:pt x="6150613" y="1945366"/>
                  </a:lnTo>
                  <a:lnTo>
                    <a:pt x="6180287" y="1835525"/>
                  </a:lnTo>
                  <a:lnTo>
                    <a:pt x="6209778" y="1728005"/>
                  </a:lnTo>
                  <a:lnTo>
                    <a:pt x="6239065" y="1623213"/>
                  </a:lnTo>
                  <a:lnTo>
                    <a:pt x="6268134" y="1521511"/>
                  </a:lnTo>
                  <a:lnTo>
                    <a:pt x="6296983" y="1423208"/>
                  </a:lnTo>
                  <a:lnTo>
                    <a:pt x="6325623" y="1328556"/>
                  </a:lnTo>
                  <a:lnTo>
                    <a:pt x="6354077" y="1237756"/>
                  </a:lnTo>
                  <a:lnTo>
                    <a:pt x="6382381" y="1150950"/>
                  </a:lnTo>
                  <a:lnTo>
                    <a:pt x="6410588" y="1068229"/>
                  </a:lnTo>
                  <a:lnTo>
                    <a:pt x="6438764" y="989631"/>
                  </a:lnTo>
                  <a:lnTo>
                    <a:pt x="6466994" y="915149"/>
                  </a:lnTo>
                  <a:lnTo>
                    <a:pt x="6495382" y="844730"/>
                  </a:lnTo>
                  <a:lnTo>
                    <a:pt x="6515891" y="796716"/>
                  </a:lnTo>
                  <a:lnTo>
                    <a:pt x="6558072" y="705683"/>
                  </a:lnTo>
                  <a:lnTo>
                    <a:pt x="6601506" y="622961"/>
                  </a:lnTo>
                  <a:lnTo>
                    <a:pt x="6646743" y="548212"/>
                  </a:lnTo>
                  <a:lnTo>
                    <a:pt x="6694407" y="480817"/>
                  </a:lnTo>
                  <a:lnTo>
                    <a:pt x="6745142" y="420047"/>
                  </a:lnTo>
                  <a:lnTo>
                    <a:pt x="6799573" y="365170"/>
                  </a:lnTo>
                  <a:lnTo>
                    <a:pt x="6858256" y="315512"/>
                  </a:lnTo>
                  <a:lnTo>
                    <a:pt x="6921608" y="270494"/>
                  </a:lnTo>
                  <a:lnTo>
                    <a:pt x="6989824" y="229653"/>
                  </a:lnTo>
                  <a:lnTo>
                    <a:pt x="7062768" y="192653"/>
                  </a:lnTo>
                  <a:lnTo>
                    <a:pt x="7139850" y="159286"/>
                  </a:lnTo>
                  <a:lnTo>
                    <a:pt x="7219908" y="129463"/>
                  </a:lnTo>
                  <a:lnTo>
                    <a:pt x="7301131" y="103195"/>
                  </a:lnTo>
                  <a:lnTo>
                    <a:pt x="7381071" y="80552"/>
                  </a:lnTo>
                  <a:lnTo>
                    <a:pt x="7456790" y="61608"/>
                  </a:lnTo>
                  <a:lnTo>
                    <a:pt x="7525179" y="46379"/>
                  </a:lnTo>
                  <a:lnTo>
                    <a:pt x="7583410" y="34762"/>
                  </a:lnTo>
                  <a:lnTo>
                    <a:pt x="7629439" y="26489"/>
                  </a:lnTo>
                  <a:lnTo>
                    <a:pt x="7662429" y="21121"/>
                  </a:lnTo>
                  <a:lnTo>
                    <a:pt x="7682977" y="18084"/>
                  </a:lnTo>
                  <a:lnTo>
                    <a:pt x="7693103" y="16719"/>
                  </a:lnTo>
                  <a:lnTo>
                    <a:pt x="7696092" y="16350"/>
                  </a:lnTo>
                  <a:lnTo>
                    <a:pt x="7696237" y="16333"/>
                  </a:lnTo>
                  <a:lnTo>
                    <a:pt x="8234974" y="16333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915" y="4682225"/>
                  </a:lnTo>
                  <a:lnTo>
                    <a:pt x="3839048" y="4681701"/>
                  </a:lnTo>
                  <a:lnTo>
                    <a:pt x="3819382" y="4680251"/>
                  </a:lnTo>
                  <a:lnTo>
                    <a:pt x="3784643" y="4677403"/>
                  </a:lnTo>
                  <a:lnTo>
                    <a:pt x="3733716" y="4672739"/>
                  </a:lnTo>
                  <a:lnTo>
                    <a:pt x="3667700" y="4665949"/>
                  </a:lnTo>
                  <a:lnTo>
                    <a:pt x="3589533" y="4656853"/>
                  </a:lnTo>
                  <a:lnTo>
                    <a:pt x="3503251" y="4645395"/>
                  </a:lnTo>
                  <a:lnTo>
                    <a:pt x="3413135" y="4631605"/>
                  </a:lnTo>
                  <a:lnTo>
                    <a:pt x="3322995" y="4615538"/>
                  </a:lnTo>
                  <a:lnTo>
                    <a:pt x="3235751" y="4597224"/>
                  </a:lnTo>
                  <a:lnTo>
                    <a:pt x="3153313" y="4576624"/>
                  </a:lnTo>
                  <a:lnTo>
                    <a:pt x="3076665" y="4553611"/>
                  </a:lnTo>
                  <a:lnTo>
                    <a:pt x="3006062" y="4527957"/>
                  </a:lnTo>
                  <a:lnTo>
                    <a:pt x="2941232" y="4499332"/>
                  </a:lnTo>
                  <a:lnTo>
                    <a:pt x="2881571" y="4467320"/>
                  </a:lnTo>
                  <a:lnTo>
                    <a:pt x="2826281" y="4431429"/>
                  </a:lnTo>
                  <a:lnTo>
                    <a:pt x="2774480" y="4391139"/>
                  </a:lnTo>
                  <a:lnTo>
                    <a:pt x="2725281" y="4345960"/>
                  </a:lnTo>
                  <a:lnTo>
                    <a:pt x="2677874" y="4295557"/>
                  </a:lnTo>
                  <a:lnTo>
                    <a:pt x="2667772" y="4283940"/>
                  </a:lnTo>
                  <a:lnTo>
                    <a:pt x="2629928" y="4237758"/>
                  </a:lnTo>
                  <a:lnTo>
                    <a:pt x="2592445" y="4187956"/>
                  </a:lnTo>
                  <a:lnTo>
                    <a:pt x="2555071" y="4134462"/>
                  </a:lnTo>
                  <a:lnTo>
                    <a:pt x="2517610" y="4077273"/>
                  </a:lnTo>
                  <a:lnTo>
                    <a:pt x="2479922" y="4016460"/>
                  </a:lnTo>
                  <a:lnTo>
                    <a:pt x="2441913" y="3952180"/>
                  </a:lnTo>
                  <a:lnTo>
                    <a:pt x="2403530" y="3884673"/>
                  </a:lnTo>
                  <a:lnTo>
                    <a:pt x="2364763" y="3814269"/>
                  </a:lnTo>
                  <a:lnTo>
                    <a:pt x="2325632" y="3741381"/>
                  </a:lnTo>
                  <a:lnTo>
                    <a:pt x="2286192" y="3666498"/>
                  </a:lnTo>
                  <a:lnTo>
                    <a:pt x="2246517" y="3590173"/>
                  </a:lnTo>
                  <a:lnTo>
                    <a:pt x="2206702" y="3513006"/>
                  </a:lnTo>
                  <a:lnTo>
                    <a:pt x="2166852" y="3435627"/>
                  </a:lnTo>
                  <a:lnTo>
                    <a:pt x="2127073" y="3358672"/>
                  </a:lnTo>
                  <a:lnTo>
                    <a:pt x="2087467" y="3282763"/>
                  </a:lnTo>
                  <a:lnTo>
                    <a:pt x="2048122" y="3208487"/>
                  </a:lnTo>
                  <a:lnTo>
                    <a:pt x="2009108" y="3136378"/>
                  </a:lnTo>
                  <a:lnTo>
                    <a:pt x="1970468" y="3066899"/>
                  </a:lnTo>
                  <a:lnTo>
                    <a:pt x="1932214" y="3000437"/>
                  </a:lnTo>
                  <a:lnTo>
                    <a:pt x="1894319" y="2937292"/>
                  </a:lnTo>
                  <a:lnTo>
                    <a:pt x="1856720" y="2877676"/>
                  </a:lnTo>
                  <a:lnTo>
                    <a:pt x="1819306" y="2821716"/>
                  </a:lnTo>
                  <a:lnTo>
                    <a:pt x="1781920" y="2769459"/>
                  </a:lnTo>
                  <a:lnTo>
                    <a:pt x="1744348" y="2720876"/>
                  </a:lnTo>
                  <a:lnTo>
                    <a:pt x="1719082" y="2690507"/>
                  </a:lnTo>
                  <a:lnTo>
                    <a:pt x="1671970" y="2638957"/>
                  </a:lnTo>
                  <a:lnTo>
                    <a:pt x="1623224" y="2592666"/>
                  </a:lnTo>
                  <a:lnTo>
                    <a:pt x="1572060" y="2551355"/>
                  </a:lnTo>
                  <a:lnTo>
                    <a:pt x="1517602" y="2514556"/>
                  </a:lnTo>
                  <a:lnTo>
                    <a:pt x="1458961" y="2481747"/>
                  </a:lnTo>
                  <a:lnTo>
                    <a:pt x="1395311" y="2452427"/>
                  </a:lnTo>
                  <a:lnTo>
                    <a:pt x="1325995" y="2426160"/>
                  </a:lnTo>
                  <a:lnTo>
                    <a:pt x="1250656" y="2402598"/>
                  </a:lnTo>
                  <a:lnTo>
                    <a:pt x="1169417" y="2381490"/>
                  </a:lnTo>
                  <a:lnTo>
                    <a:pt x="1083087" y="2362686"/>
                  </a:lnTo>
                  <a:lnTo>
                    <a:pt x="993361" y="2346132"/>
                  </a:lnTo>
                  <a:lnTo>
                    <a:pt x="902943" y="2331844"/>
                  </a:lnTo>
                  <a:lnTo>
                    <a:pt x="815474" y="2319876"/>
                  </a:lnTo>
                  <a:lnTo>
                    <a:pt x="735185" y="2310269"/>
                  </a:lnTo>
                  <a:lnTo>
                    <a:pt x="666237" y="2302990"/>
                  </a:lnTo>
                  <a:lnTo>
                    <a:pt x="611876" y="2297888"/>
                  </a:lnTo>
                  <a:lnTo>
                    <a:pt x="573646" y="2294680"/>
                  </a:lnTo>
                  <a:lnTo>
                    <a:pt x="550922" y="2292965"/>
                  </a:lnTo>
                  <a:lnTo>
                    <a:pt x="540876" y="2292281"/>
                  </a:lnTo>
                  <a:lnTo>
                    <a:pt x="538736" y="2292148"/>
                  </a:lnTo>
                  <a:lnTo>
                    <a:pt x="0" y="229214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66" name="pl666"/>
            <p:cNvSpPr/>
            <p:nvPr/>
          </p:nvSpPr>
          <p:spPr>
            <a:xfrm>
              <a:off x="546595" y="565343"/>
              <a:ext cx="8234974" cy="4682299"/>
            </a:xfrm>
            <a:custGeom>
              <a:avLst/>
              <a:pathLst>
                <a:path w="8234974" h="4682299">
                  <a:moveTo>
                    <a:pt x="0" y="2292148"/>
                  </a:moveTo>
                  <a:lnTo>
                    <a:pt x="538736" y="2292148"/>
                  </a:lnTo>
                  <a:lnTo>
                    <a:pt x="539940" y="2292222"/>
                  </a:lnTo>
                  <a:lnTo>
                    <a:pt x="547806" y="2292746"/>
                  </a:lnTo>
                  <a:lnTo>
                    <a:pt x="567472" y="2294197"/>
                  </a:lnTo>
                  <a:lnTo>
                    <a:pt x="602212" y="2297045"/>
                  </a:lnTo>
                  <a:lnTo>
                    <a:pt x="653139" y="2301708"/>
                  </a:lnTo>
                  <a:lnTo>
                    <a:pt x="719154" y="2308498"/>
                  </a:lnTo>
                  <a:lnTo>
                    <a:pt x="797321" y="2317595"/>
                  </a:lnTo>
                  <a:lnTo>
                    <a:pt x="883603" y="2329052"/>
                  </a:lnTo>
                  <a:lnTo>
                    <a:pt x="973719" y="2342842"/>
                  </a:lnTo>
                  <a:lnTo>
                    <a:pt x="1063859" y="2358909"/>
                  </a:lnTo>
                  <a:lnTo>
                    <a:pt x="1151103" y="2377224"/>
                  </a:lnTo>
                  <a:lnTo>
                    <a:pt x="1233542" y="2397823"/>
                  </a:lnTo>
                  <a:lnTo>
                    <a:pt x="1310189" y="2420836"/>
                  </a:lnTo>
                  <a:lnTo>
                    <a:pt x="1380793" y="2446491"/>
                  </a:lnTo>
                  <a:lnTo>
                    <a:pt x="1445623" y="2475115"/>
                  </a:lnTo>
                  <a:lnTo>
                    <a:pt x="1505283" y="2507128"/>
                  </a:lnTo>
                  <a:lnTo>
                    <a:pt x="1560573" y="2543018"/>
                  </a:lnTo>
                  <a:lnTo>
                    <a:pt x="1612375" y="2583308"/>
                  </a:lnTo>
                  <a:lnTo>
                    <a:pt x="1661573" y="2628487"/>
                  </a:lnTo>
                  <a:lnTo>
                    <a:pt x="1708981" y="2678890"/>
                  </a:lnTo>
                  <a:lnTo>
                    <a:pt x="1719082" y="2690507"/>
                  </a:lnTo>
                  <a:lnTo>
                    <a:pt x="1756926" y="2736690"/>
                  </a:lnTo>
                  <a:lnTo>
                    <a:pt x="1794409" y="2786492"/>
                  </a:lnTo>
                  <a:lnTo>
                    <a:pt x="1831784" y="2839986"/>
                  </a:lnTo>
                  <a:lnTo>
                    <a:pt x="1869244" y="2897175"/>
                  </a:lnTo>
                  <a:lnTo>
                    <a:pt x="1906932" y="2957987"/>
                  </a:lnTo>
                  <a:lnTo>
                    <a:pt x="1944942" y="3022267"/>
                  </a:lnTo>
                  <a:lnTo>
                    <a:pt x="1983324" y="3089774"/>
                  </a:lnTo>
                  <a:lnTo>
                    <a:pt x="2022092" y="3160178"/>
                  </a:lnTo>
                  <a:lnTo>
                    <a:pt x="2061222" y="3233066"/>
                  </a:lnTo>
                  <a:lnTo>
                    <a:pt x="2100663" y="3307949"/>
                  </a:lnTo>
                  <a:lnTo>
                    <a:pt x="2140338" y="3384275"/>
                  </a:lnTo>
                  <a:lnTo>
                    <a:pt x="2180152" y="3461442"/>
                  </a:lnTo>
                  <a:lnTo>
                    <a:pt x="2220003" y="3538821"/>
                  </a:lnTo>
                  <a:lnTo>
                    <a:pt x="2259782" y="3615775"/>
                  </a:lnTo>
                  <a:lnTo>
                    <a:pt x="2299388" y="3691684"/>
                  </a:lnTo>
                  <a:lnTo>
                    <a:pt x="2338733" y="3765960"/>
                  </a:lnTo>
                  <a:lnTo>
                    <a:pt x="2377746" y="3838070"/>
                  </a:lnTo>
                  <a:lnTo>
                    <a:pt x="2416386" y="3907548"/>
                  </a:lnTo>
                  <a:lnTo>
                    <a:pt x="2454641" y="3974010"/>
                  </a:lnTo>
                  <a:lnTo>
                    <a:pt x="2492535" y="4037156"/>
                  </a:lnTo>
                  <a:lnTo>
                    <a:pt x="2530135" y="4096772"/>
                  </a:lnTo>
                  <a:lnTo>
                    <a:pt x="2567548" y="4152731"/>
                  </a:lnTo>
                  <a:lnTo>
                    <a:pt x="2604935" y="4204989"/>
                  </a:lnTo>
                  <a:lnTo>
                    <a:pt x="2642507" y="4253571"/>
                  </a:lnTo>
                  <a:lnTo>
                    <a:pt x="2667772" y="4283940"/>
                  </a:lnTo>
                  <a:lnTo>
                    <a:pt x="2714885" y="4335491"/>
                  </a:lnTo>
                  <a:lnTo>
                    <a:pt x="2763630" y="4381781"/>
                  </a:lnTo>
                  <a:lnTo>
                    <a:pt x="2814794" y="4423092"/>
                  </a:lnTo>
                  <a:lnTo>
                    <a:pt x="2869252" y="4459891"/>
                  </a:lnTo>
                  <a:lnTo>
                    <a:pt x="2927894" y="4492701"/>
                  </a:lnTo>
                  <a:lnTo>
                    <a:pt x="2991544" y="4522021"/>
                  </a:lnTo>
                  <a:lnTo>
                    <a:pt x="3060860" y="4548287"/>
                  </a:lnTo>
                  <a:lnTo>
                    <a:pt x="3136198" y="4571849"/>
                  </a:lnTo>
                  <a:lnTo>
                    <a:pt x="3217437" y="4592958"/>
                  </a:lnTo>
                  <a:lnTo>
                    <a:pt x="3303768" y="4611761"/>
                  </a:lnTo>
                  <a:lnTo>
                    <a:pt x="3393494" y="4628316"/>
                  </a:lnTo>
                  <a:lnTo>
                    <a:pt x="3483912" y="4642604"/>
                  </a:lnTo>
                  <a:lnTo>
                    <a:pt x="3571381" y="4654571"/>
                  </a:lnTo>
                  <a:lnTo>
                    <a:pt x="3651669" y="4664178"/>
                  </a:lnTo>
                  <a:lnTo>
                    <a:pt x="3720617" y="4671457"/>
                  </a:lnTo>
                  <a:lnTo>
                    <a:pt x="3774978" y="4676559"/>
                  </a:lnTo>
                  <a:lnTo>
                    <a:pt x="3813208" y="4679768"/>
                  </a:lnTo>
                  <a:lnTo>
                    <a:pt x="3835932" y="4681482"/>
                  </a:lnTo>
                  <a:lnTo>
                    <a:pt x="3845979" y="4682166"/>
                  </a:lnTo>
                  <a:lnTo>
                    <a:pt x="3848106" y="4682298"/>
                  </a:lnTo>
                  <a:lnTo>
                    <a:pt x="3848118" y="4682299"/>
                  </a:lnTo>
                  <a:lnTo>
                    <a:pt x="4386855" y="4682299"/>
                  </a:lnTo>
                  <a:lnTo>
                    <a:pt x="4387728" y="4682195"/>
                  </a:lnTo>
                  <a:lnTo>
                    <a:pt x="4393477" y="4681457"/>
                  </a:lnTo>
                  <a:lnTo>
                    <a:pt x="4407996" y="4679418"/>
                  </a:lnTo>
                  <a:lnTo>
                    <a:pt x="4434023" y="4675401"/>
                  </a:lnTo>
                  <a:lnTo>
                    <a:pt x="4472945" y="4668779"/>
                  </a:lnTo>
                  <a:lnTo>
                    <a:pt x="4524696" y="4659032"/>
                  </a:lnTo>
                  <a:lnTo>
                    <a:pt x="4587848" y="4645799"/>
                  </a:lnTo>
                  <a:lnTo>
                    <a:pt x="4659943" y="4628889"/>
                  </a:lnTo>
                  <a:lnTo>
                    <a:pt x="4737962" y="4608259"/>
                  </a:lnTo>
                  <a:lnTo>
                    <a:pt x="4818824" y="4583960"/>
                  </a:lnTo>
                  <a:lnTo>
                    <a:pt x="4899786" y="4556072"/>
                  </a:lnTo>
                  <a:lnTo>
                    <a:pt x="4978677" y="4524645"/>
                  </a:lnTo>
                  <a:lnTo>
                    <a:pt x="5053988" y="4489648"/>
                  </a:lnTo>
                  <a:lnTo>
                    <a:pt x="5124829" y="4450938"/>
                  </a:lnTo>
                  <a:lnTo>
                    <a:pt x="5190832" y="4408251"/>
                  </a:lnTo>
                  <a:lnTo>
                    <a:pt x="5252026" y="4361191"/>
                  </a:lnTo>
                  <a:lnTo>
                    <a:pt x="5308717" y="4309243"/>
                  </a:lnTo>
                  <a:lnTo>
                    <a:pt x="5361397" y="4251780"/>
                  </a:lnTo>
                  <a:lnTo>
                    <a:pt x="5410658" y="4188096"/>
                  </a:lnTo>
                  <a:lnTo>
                    <a:pt x="5457141" y="4117450"/>
                  </a:lnTo>
                  <a:lnTo>
                    <a:pt x="5501486" y="4039147"/>
                  </a:lnTo>
                  <a:lnTo>
                    <a:pt x="5544289" y="3952671"/>
                  </a:lnTo>
                  <a:lnTo>
                    <a:pt x="5567201" y="3901916"/>
                  </a:lnTo>
                  <a:lnTo>
                    <a:pt x="5595778" y="3834355"/>
                  </a:lnTo>
                  <a:lnTo>
                    <a:pt x="5624109" y="3762793"/>
                  </a:lnTo>
                  <a:lnTo>
                    <a:pt x="5652314" y="3687148"/>
                  </a:lnTo>
                  <a:lnTo>
                    <a:pt x="5680491" y="3607380"/>
                  </a:lnTo>
                  <a:lnTo>
                    <a:pt x="5708719" y="3523495"/>
                  </a:lnTo>
                  <a:lnTo>
                    <a:pt x="5737061" y="3435546"/>
                  </a:lnTo>
                  <a:lnTo>
                    <a:pt x="5765565" y="3343637"/>
                  </a:lnTo>
                  <a:lnTo>
                    <a:pt x="5794263" y="3247929"/>
                  </a:lnTo>
                  <a:lnTo>
                    <a:pt x="5823174" y="3148634"/>
                  </a:lnTo>
                  <a:lnTo>
                    <a:pt x="5852305" y="3046023"/>
                  </a:lnTo>
                  <a:lnTo>
                    <a:pt x="5881651" y="2940419"/>
                  </a:lnTo>
                  <a:lnTo>
                    <a:pt x="5911197" y="2832198"/>
                  </a:lnTo>
                  <a:lnTo>
                    <a:pt x="5940917" y="2721780"/>
                  </a:lnTo>
                  <a:lnTo>
                    <a:pt x="5970781" y="2609627"/>
                  </a:lnTo>
                  <a:lnTo>
                    <a:pt x="6000749" y="2496232"/>
                  </a:lnTo>
                  <a:lnTo>
                    <a:pt x="6030780" y="2382114"/>
                  </a:lnTo>
                  <a:lnTo>
                    <a:pt x="6060826" y="2267804"/>
                  </a:lnTo>
                  <a:lnTo>
                    <a:pt x="6090843" y="2153837"/>
                  </a:lnTo>
                  <a:lnTo>
                    <a:pt x="6120786" y="2040743"/>
                  </a:lnTo>
                  <a:lnTo>
                    <a:pt x="6150613" y="1929032"/>
                  </a:lnTo>
                  <a:lnTo>
                    <a:pt x="6180287" y="1819192"/>
                  </a:lnTo>
                  <a:lnTo>
                    <a:pt x="6209778" y="1711671"/>
                  </a:lnTo>
                  <a:lnTo>
                    <a:pt x="6239065" y="1606880"/>
                  </a:lnTo>
                  <a:lnTo>
                    <a:pt x="6268134" y="1505178"/>
                  </a:lnTo>
                  <a:lnTo>
                    <a:pt x="6296983" y="1406874"/>
                  </a:lnTo>
                  <a:lnTo>
                    <a:pt x="6325623" y="1312223"/>
                  </a:lnTo>
                  <a:lnTo>
                    <a:pt x="6354077" y="1221422"/>
                  </a:lnTo>
                  <a:lnTo>
                    <a:pt x="6382381" y="1134617"/>
                  </a:lnTo>
                  <a:lnTo>
                    <a:pt x="6410588" y="1051895"/>
                  </a:lnTo>
                  <a:lnTo>
                    <a:pt x="6438764" y="973297"/>
                  </a:lnTo>
                  <a:lnTo>
                    <a:pt x="6466994" y="898815"/>
                  </a:lnTo>
                  <a:lnTo>
                    <a:pt x="6495382" y="828396"/>
                  </a:lnTo>
                  <a:lnTo>
                    <a:pt x="6515891" y="780383"/>
                  </a:lnTo>
                  <a:lnTo>
                    <a:pt x="6558072" y="689349"/>
                  </a:lnTo>
                  <a:lnTo>
                    <a:pt x="6601506" y="606627"/>
                  </a:lnTo>
                  <a:lnTo>
                    <a:pt x="6646743" y="531878"/>
                  </a:lnTo>
                  <a:lnTo>
                    <a:pt x="6694407" y="464483"/>
                  </a:lnTo>
                  <a:lnTo>
                    <a:pt x="6745142" y="403713"/>
                  </a:lnTo>
                  <a:lnTo>
                    <a:pt x="6799573" y="348837"/>
                  </a:lnTo>
                  <a:lnTo>
                    <a:pt x="6858256" y="299178"/>
                  </a:lnTo>
                  <a:lnTo>
                    <a:pt x="6921608" y="254160"/>
                  </a:lnTo>
                  <a:lnTo>
                    <a:pt x="6989824" y="213319"/>
                  </a:lnTo>
                  <a:lnTo>
                    <a:pt x="7062768" y="176319"/>
                  </a:lnTo>
                  <a:lnTo>
                    <a:pt x="7139850" y="142952"/>
                  </a:lnTo>
                  <a:lnTo>
                    <a:pt x="7219908" y="113130"/>
                  </a:lnTo>
                  <a:lnTo>
                    <a:pt x="7301131" y="86862"/>
                  </a:lnTo>
                  <a:lnTo>
                    <a:pt x="7381071" y="64218"/>
                  </a:lnTo>
                  <a:lnTo>
                    <a:pt x="7456790" y="45274"/>
                  </a:lnTo>
                  <a:lnTo>
                    <a:pt x="7525179" y="30046"/>
                  </a:lnTo>
                  <a:lnTo>
                    <a:pt x="7583410" y="18429"/>
                  </a:lnTo>
                  <a:lnTo>
                    <a:pt x="7629439" y="10155"/>
                  </a:lnTo>
                  <a:lnTo>
                    <a:pt x="7662429" y="4788"/>
                  </a:lnTo>
                  <a:lnTo>
                    <a:pt x="7682977" y="1750"/>
                  </a:lnTo>
                  <a:lnTo>
                    <a:pt x="7693103" y="386"/>
                  </a:lnTo>
                  <a:lnTo>
                    <a:pt x="7696092" y="1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7" name="pl667"/>
            <p:cNvSpPr/>
            <p:nvPr/>
          </p:nvSpPr>
          <p:spPr>
            <a:xfrm>
              <a:off x="546595" y="549009"/>
              <a:ext cx="8234974" cy="4682299"/>
            </a:xfrm>
            <a:custGeom>
              <a:avLst/>
              <a:pathLst>
                <a:path w="8234974" h="4682299">
                  <a:moveTo>
                    <a:pt x="8234974" y="0"/>
                  </a:move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915" y="4682225"/>
                  </a:lnTo>
                  <a:lnTo>
                    <a:pt x="3839048" y="4681701"/>
                  </a:lnTo>
                  <a:lnTo>
                    <a:pt x="3819382" y="4680251"/>
                  </a:lnTo>
                  <a:lnTo>
                    <a:pt x="3784643" y="4677403"/>
                  </a:lnTo>
                  <a:lnTo>
                    <a:pt x="3733716" y="4672739"/>
                  </a:lnTo>
                  <a:lnTo>
                    <a:pt x="3667700" y="4665949"/>
                  </a:lnTo>
                  <a:lnTo>
                    <a:pt x="3589533" y="4656853"/>
                  </a:lnTo>
                  <a:lnTo>
                    <a:pt x="3503251" y="4645395"/>
                  </a:lnTo>
                  <a:lnTo>
                    <a:pt x="3413135" y="4631605"/>
                  </a:lnTo>
                  <a:lnTo>
                    <a:pt x="3322995" y="4615538"/>
                  </a:lnTo>
                  <a:lnTo>
                    <a:pt x="3235751" y="4597224"/>
                  </a:lnTo>
                  <a:lnTo>
                    <a:pt x="3153313" y="4576624"/>
                  </a:lnTo>
                  <a:lnTo>
                    <a:pt x="3076665" y="4553611"/>
                  </a:lnTo>
                  <a:lnTo>
                    <a:pt x="3006062" y="4527957"/>
                  </a:lnTo>
                  <a:lnTo>
                    <a:pt x="2941232" y="4499332"/>
                  </a:lnTo>
                  <a:lnTo>
                    <a:pt x="2881571" y="4467320"/>
                  </a:lnTo>
                  <a:lnTo>
                    <a:pt x="2826281" y="4431429"/>
                  </a:lnTo>
                  <a:lnTo>
                    <a:pt x="2774480" y="4391139"/>
                  </a:lnTo>
                  <a:lnTo>
                    <a:pt x="2725281" y="4345960"/>
                  </a:lnTo>
                  <a:lnTo>
                    <a:pt x="2677874" y="4295557"/>
                  </a:lnTo>
                  <a:lnTo>
                    <a:pt x="2667772" y="4283940"/>
                  </a:lnTo>
                  <a:lnTo>
                    <a:pt x="2629928" y="4237758"/>
                  </a:lnTo>
                  <a:lnTo>
                    <a:pt x="2592445" y="4187956"/>
                  </a:lnTo>
                  <a:lnTo>
                    <a:pt x="2555071" y="4134462"/>
                  </a:lnTo>
                  <a:lnTo>
                    <a:pt x="2517610" y="4077273"/>
                  </a:lnTo>
                  <a:lnTo>
                    <a:pt x="2479922" y="4016460"/>
                  </a:lnTo>
                  <a:lnTo>
                    <a:pt x="2441913" y="3952180"/>
                  </a:lnTo>
                  <a:lnTo>
                    <a:pt x="2403530" y="3884673"/>
                  </a:lnTo>
                  <a:lnTo>
                    <a:pt x="2364763" y="3814269"/>
                  </a:lnTo>
                  <a:lnTo>
                    <a:pt x="2325632" y="3741381"/>
                  </a:lnTo>
                  <a:lnTo>
                    <a:pt x="2286192" y="3666498"/>
                  </a:lnTo>
                  <a:lnTo>
                    <a:pt x="2246517" y="3590173"/>
                  </a:lnTo>
                  <a:lnTo>
                    <a:pt x="2206702" y="3513006"/>
                  </a:lnTo>
                  <a:lnTo>
                    <a:pt x="2166852" y="3435627"/>
                  </a:lnTo>
                  <a:lnTo>
                    <a:pt x="2127073" y="3358672"/>
                  </a:lnTo>
                  <a:lnTo>
                    <a:pt x="2087467" y="3282763"/>
                  </a:lnTo>
                  <a:lnTo>
                    <a:pt x="2048122" y="3208487"/>
                  </a:lnTo>
                  <a:lnTo>
                    <a:pt x="2009108" y="3136378"/>
                  </a:lnTo>
                  <a:lnTo>
                    <a:pt x="1970468" y="3066899"/>
                  </a:lnTo>
                  <a:lnTo>
                    <a:pt x="1932214" y="3000437"/>
                  </a:lnTo>
                  <a:lnTo>
                    <a:pt x="1894319" y="2937292"/>
                  </a:lnTo>
                  <a:lnTo>
                    <a:pt x="1856720" y="2877676"/>
                  </a:lnTo>
                  <a:lnTo>
                    <a:pt x="1819306" y="2821716"/>
                  </a:lnTo>
                  <a:lnTo>
                    <a:pt x="1781920" y="2769459"/>
                  </a:lnTo>
                  <a:lnTo>
                    <a:pt x="1744348" y="2720876"/>
                  </a:lnTo>
                  <a:lnTo>
                    <a:pt x="1719082" y="2690507"/>
                  </a:lnTo>
                  <a:lnTo>
                    <a:pt x="1671970" y="2638957"/>
                  </a:lnTo>
                  <a:lnTo>
                    <a:pt x="1623224" y="2592666"/>
                  </a:lnTo>
                  <a:lnTo>
                    <a:pt x="1572060" y="2551355"/>
                  </a:lnTo>
                  <a:lnTo>
                    <a:pt x="1517602" y="2514556"/>
                  </a:lnTo>
                  <a:lnTo>
                    <a:pt x="1458961" y="2481747"/>
                  </a:lnTo>
                  <a:lnTo>
                    <a:pt x="1395311" y="2452427"/>
                  </a:lnTo>
                  <a:lnTo>
                    <a:pt x="1325995" y="2426160"/>
                  </a:lnTo>
                  <a:lnTo>
                    <a:pt x="1250656" y="2402598"/>
                  </a:lnTo>
                  <a:lnTo>
                    <a:pt x="1169417" y="2381490"/>
                  </a:lnTo>
                  <a:lnTo>
                    <a:pt x="1083087" y="2362686"/>
                  </a:lnTo>
                  <a:lnTo>
                    <a:pt x="993361" y="2346132"/>
                  </a:lnTo>
                  <a:lnTo>
                    <a:pt x="902943" y="2331844"/>
                  </a:lnTo>
                  <a:lnTo>
                    <a:pt x="815474" y="2319876"/>
                  </a:lnTo>
                  <a:lnTo>
                    <a:pt x="735185" y="2310269"/>
                  </a:lnTo>
                  <a:lnTo>
                    <a:pt x="666237" y="2302990"/>
                  </a:lnTo>
                  <a:lnTo>
                    <a:pt x="611876" y="2297888"/>
                  </a:lnTo>
                  <a:lnTo>
                    <a:pt x="573646" y="2294680"/>
                  </a:lnTo>
                  <a:lnTo>
                    <a:pt x="550922" y="2292965"/>
                  </a:lnTo>
                  <a:lnTo>
                    <a:pt x="540876" y="2292281"/>
                  </a:lnTo>
                  <a:lnTo>
                    <a:pt x="538749" y="2292149"/>
                  </a:lnTo>
                  <a:lnTo>
                    <a:pt x="538736" y="2292148"/>
                  </a:lnTo>
                  <a:lnTo>
                    <a:pt x="0" y="2292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8" name="pg668"/>
            <p:cNvSpPr/>
            <p:nvPr/>
          </p:nvSpPr>
          <p:spPr>
            <a:xfrm>
              <a:off x="546595" y="2857491"/>
              <a:ext cx="8234974" cy="2455484"/>
            </a:xfrm>
            <a:custGeom>
              <a:avLst/>
              <a:pathLst>
                <a:path w="8234974" h="2455484">
                  <a:moveTo>
                    <a:pt x="0" y="5444"/>
                  </a:moveTo>
                  <a:lnTo>
                    <a:pt x="538736" y="5444"/>
                  </a:lnTo>
                  <a:lnTo>
                    <a:pt x="539935" y="5519"/>
                  </a:lnTo>
                  <a:lnTo>
                    <a:pt x="547773" y="6055"/>
                  </a:lnTo>
                  <a:lnTo>
                    <a:pt x="567368" y="7535"/>
                  </a:lnTo>
                  <a:lnTo>
                    <a:pt x="601991" y="10444"/>
                  </a:lnTo>
                  <a:lnTo>
                    <a:pt x="652759" y="15205"/>
                  </a:lnTo>
                  <a:lnTo>
                    <a:pt x="718591" y="22141"/>
                  </a:lnTo>
                  <a:lnTo>
                    <a:pt x="796571" y="31433"/>
                  </a:lnTo>
                  <a:lnTo>
                    <a:pt x="882684" y="43139"/>
                  </a:lnTo>
                  <a:lnTo>
                    <a:pt x="972664" y="57230"/>
                  </a:lnTo>
                  <a:lnTo>
                    <a:pt x="1062707" y="73650"/>
                  </a:lnTo>
                  <a:lnTo>
                    <a:pt x="1149893" y="92368"/>
                  </a:lnTo>
                  <a:lnTo>
                    <a:pt x="1232305" y="113421"/>
                  </a:lnTo>
                  <a:lnTo>
                    <a:pt x="1308951" y="136938"/>
                  </a:lnTo>
                  <a:lnTo>
                    <a:pt x="1379568" y="163152"/>
                  </a:lnTo>
                  <a:lnTo>
                    <a:pt x="1444417" y="192395"/>
                  </a:lnTo>
                  <a:lnTo>
                    <a:pt x="1504096" y="225093"/>
                  </a:lnTo>
                  <a:lnTo>
                    <a:pt x="1559399" y="261744"/>
                  </a:lnTo>
                  <a:lnTo>
                    <a:pt x="1611202" y="302883"/>
                  </a:lnTo>
                  <a:lnTo>
                    <a:pt x="1660389" y="349010"/>
                  </a:lnTo>
                  <a:lnTo>
                    <a:pt x="1707771" y="400472"/>
                  </a:lnTo>
                  <a:lnTo>
                    <a:pt x="1719082" y="413784"/>
                  </a:lnTo>
                  <a:lnTo>
                    <a:pt x="1756582" y="460674"/>
                  </a:lnTo>
                  <a:lnTo>
                    <a:pt x="1793725" y="511206"/>
                  </a:lnTo>
                  <a:lnTo>
                    <a:pt x="1830757" y="565452"/>
                  </a:lnTo>
                  <a:lnTo>
                    <a:pt x="1867870" y="623418"/>
                  </a:lnTo>
                  <a:lnTo>
                    <a:pt x="1905201" y="685035"/>
                  </a:lnTo>
                  <a:lnTo>
                    <a:pt x="1942845" y="750151"/>
                  </a:lnTo>
                  <a:lnTo>
                    <a:pt x="1980853" y="818529"/>
                  </a:lnTo>
                  <a:lnTo>
                    <a:pt x="2019241" y="889848"/>
                  </a:lnTo>
                  <a:lnTo>
                    <a:pt x="2057986" y="963699"/>
                  </a:lnTo>
                  <a:lnTo>
                    <a:pt x="2097042" y="1039602"/>
                  </a:lnTo>
                  <a:lnTo>
                    <a:pt x="2136335" y="1117010"/>
                  </a:lnTo>
                  <a:lnTo>
                    <a:pt x="2175776" y="1195326"/>
                  </a:lnTo>
                  <a:lnTo>
                    <a:pt x="2215263" y="1273927"/>
                  </a:lnTo>
                  <a:lnTo>
                    <a:pt x="2254692" y="1352176"/>
                  </a:lnTo>
                  <a:lnTo>
                    <a:pt x="2293964" y="1429452"/>
                  </a:lnTo>
                  <a:lnTo>
                    <a:pt x="2332990" y="1505162"/>
                  </a:lnTo>
                  <a:lnTo>
                    <a:pt x="2371700" y="1578767"/>
                  </a:lnTo>
                  <a:lnTo>
                    <a:pt x="2410047" y="1649791"/>
                  </a:lnTo>
                  <a:lnTo>
                    <a:pt x="2448016" y="1717838"/>
                  </a:lnTo>
                  <a:lnTo>
                    <a:pt x="2485624" y="1782593"/>
                  </a:lnTo>
                  <a:lnTo>
                    <a:pt x="2522927" y="1843828"/>
                  </a:lnTo>
                  <a:lnTo>
                    <a:pt x="2560023" y="1901402"/>
                  </a:lnTo>
                  <a:lnTo>
                    <a:pt x="2597057" y="1955253"/>
                  </a:lnTo>
                  <a:lnTo>
                    <a:pt x="2634225" y="2005394"/>
                  </a:lnTo>
                  <a:lnTo>
                    <a:pt x="2667772" y="2047144"/>
                  </a:lnTo>
                  <a:lnTo>
                    <a:pt x="2714823" y="2099921"/>
                  </a:lnTo>
                  <a:lnTo>
                    <a:pt x="2763501" y="2147321"/>
                  </a:lnTo>
                  <a:lnTo>
                    <a:pt x="2814590" y="2189628"/>
                  </a:lnTo>
                  <a:lnTo>
                    <a:pt x="2868960" y="2227320"/>
                  </a:lnTo>
                  <a:lnTo>
                    <a:pt x="2927500" y="2260930"/>
                  </a:lnTo>
                  <a:lnTo>
                    <a:pt x="2991029" y="2290969"/>
                  </a:lnTo>
                  <a:lnTo>
                    <a:pt x="3060206" y="2317884"/>
                  </a:lnTo>
                  <a:lnTo>
                    <a:pt x="3135388" y="2342031"/>
                  </a:lnTo>
                  <a:lnTo>
                    <a:pt x="3216460" y="2363667"/>
                  </a:lnTo>
                  <a:lnTo>
                    <a:pt x="3302625" y="2382945"/>
                  </a:lnTo>
                  <a:lnTo>
                    <a:pt x="3392205" y="2399923"/>
                  </a:lnTo>
                  <a:lnTo>
                    <a:pt x="3482521" y="2414585"/>
                  </a:lnTo>
                  <a:lnTo>
                    <a:pt x="3569958" y="2426875"/>
                  </a:lnTo>
                  <a:lnTo>
                    <a:pt x="3650305" y="2436752"/>
                  </a:lnTo>
                  <a:lnTo>
                    <a:pt x="3719411" y="2444248"/>
                  </a:lnTo>
                  <a:lnTo>
                    <a:pt x="3774015" y="2449513"/>
                  </a:lnTo>
                  <a:lnTo>
                    <a:pt x="3812541" y="2452836"/>
                  </a:lnTo>
                  <a:lnTo>
                    <a:pt x="3835563" y="2454620"/>
                  </a:lnTo>
                  <a:lnTo>
                    <a:pt x="3845850" y="2455340"/>
                  </a:lnTo>
                  <a:lnTo>
                    <a:pt x="3848118" y="2455484"/>
                  </a:lnTo>
                  <a:lnTo>
                    <a:pt x="4386855" y="2455484"/>
                  </a:lnTo>
                  <a:lnTo>
                    <a:pt x="4388096" y="2455426"/>
                  </a:lnTo>
                  <a:lnTo>
                    <a:pt x="4396200" y="2455005"/>
                  </a:lnTo>
                  <a:lnTo>
                    <a:pt x="4416436" y="2453843"/>
                  </a:lnTo>
                  <a:lnTo>
                    <a:pt x="4452128" y="2451560"/>
                  </a:lnTo>
                  <a:lnTo>
                    <a:pt x="4504339" y="2447827"/>
                  </a:lnTo>
                  <a:lnTo>
                    <a:pt x="4571836" y="2442397"/>
                  </a:lnTo>
                  <a:lnTo>
                    <a:pt x="4651503" y="2435132"/>
                  </a:lnTo>
                  <a:lnTo>
                    <a:pt x="4739134" y="2425996"/>
                  </a:lnTo>
                  <a:lnTo>
                    <a:pt x="4830330" y="2415013"/>
                  </a:lnTo>
                  <a:lnTo>
                    <a:pt x="4921232" y="2402228"/>
                  </a:lnTo>
                  <a:lnTo>
                    <a:pt x="5008927" y="2387661"/>
                  </a:lnTo>
                  <a:lnTo>
                    <a:pt x="5091558" y="2371273"/>
                  </a:lnTo>
                  <a:lnTo>
                    <a:pt x="5168210" y="2352954"/>
                  </a:lnTo>
                  <a:lnTo>
                    <a:pt x="5238703" y="2332508"/>
                  </a:lnTo>
                  <a:lnTo>
                    <a:pt x="5303374" y="2309664"/>
                  </a:lnTo>
                  <a:lnTo>
                    <a:pt x="5362887" y="2284075"/>
                  </a:lnTo>
                  <a:lnTo>
                    <a:pt x="5418083" y="2255342"/>
                  </a:lnTo>
                  <a:lnTo>
                    <a:pt x="5469880" y="2223048"/>
                  </a:lnTo>
                  <a:lnTo>
                    <a:pt x="5519183" y="2186815"/>
                  </a:lnTo>
                  <a:lnTo>
                    <a:pt x="5566804" y="2146413"/>
                  </a:lnTo>
                  <a:lnTo>
                    <a:pt x="5567201" y="2146053"/>
                  </a:lnTo>
                  <a:lnTo>
                    <a:pt x="5608448" y="2106797"/>
                  </a:lnTo>
                  <a:lnTo>
                    <a:pt x="5649293" y="2064189"/>
                  </a:lnTo>
                  <a:lnTo>
                    <a:pt x="5690056" y="2018167"/>
                  </a:lnTo>
                  <a:lnTo>
                    <a:pt x="5730972" y="1968744"/>
                  </a:lnTo>
                  <a:lnTo>
                    <a:pt x="5772204" y="1916018"/>
                  </a:lnTo>
                  <a:lnTo>
                    <a:pt x="5813851" y="1860181"/>
                  </a:lnTo>
                  <a:lnTo>
                    <a:pt x="5855954" y="1801520"/>
                  </a:lnTo>
                  <a:lnTo>
                    <a:pt x="5898503" y="1740417"/>
                  </a:lnTo>
                  <a:lnTo>
                    <a:pt x="5941440" y="1677341"/>
                  </a:lnTo>
                  <a:lnTo>
                    <a:pt x="5984674" y="1612835"/>
                  </a:lnTo>
                  <a:lnTo>
                    <a:pt x="6028085" y="1547498"/>
                  </a:lnTo>
                  <a:lnTo>
                    <a:pt x="6071540" y="1481963"/>
                  </a:lnTo>
                  <a:lnTo>
                    <a:pt x="6114899" y="1416869"/>
                  </a:lnTo>
                  <a:lnTo>
                    <a:pt x="6158032" y="1352839"/>
                  </a:lnTo>
                  <a:lnTo>
                    <a:pt x="6200831" y="1290453"/>
                  </a:lnTo>
                  <a:lnTo>
                    <a:pt x="6243214" y="1230229"/>
                  </a:lnTo>
                  <a:lnTo>
                    <a:pt x="6285143" y="1172603"/>
                  </a:lnTo>
                  <a:lnTo>
                    <a:pt x="6326624" y="1117921"/>
                  </a:lnTo>
                  <a:lnTo>
                    <a:pt x="6367721" y="1066434"/>
                  </a:lnTo>
                  <a:lnTo>
                    <a:pt x="6408555" y="1018299"/>
                  </a:lnTo>
                  <a:lnTo>
                    <a:pt x="6449317" y="973579"/>
                  </a:lnTo>
                  <a:lnTo>
                    <a:pt x="6490273" y="932258"/>
                  </a:lnTo>
                  <a:lnTo>
                    <a:pt x="6515891" y="908329"/>
                  </a:lnTo>
                  <a:lnTo>
                    <a:pt x="6563501" y="867892"/>
                  </a:lnTo>
                  <a:lnTo>
                    <a:pt x="6612786" y="831624"/>
                  </a:lnTo>
                  <a:lnTo>
                    <a:pt x="6664558" y="799298"/>
                  </a:lnTo>
                  <a:lnTo>
                    <a:pt x="6719722" y="770537"/>
                  </a:lnTo>
                  <a:lnTo>
                    <a:pt x="6779194" y="744923"/>
                  </a:lnTo>
                  <a:lnTo>
                    <a:pt x="6843819" y="722057"/>
                  </a:lnTo>
                  <a:lnTo>
                    <a:pt x="6914261" y="701593"/>
                  </a:lnTo>
                  <a:lnTo>
                    <a:pt x="6990860" y="683256"/>
                  </a:lnTo>
                  <a:lnTo>
                    <a:pt x="7073443" y="666853"/>
                  </a:lnTo>
                  <a:lnTo>
                    <a:pt x="7161102" y="652270"/>
                  </a:lnTo>
                  <a:lnTo>
                    <a:pt x="7251987" y="639470"/>
                  </a:lnTo>
                  <a:lnTo>
                    <a:pt x="7343196" y="628472"/>
                  </a:lnTo>
                  <a:lnTo>
                    <a:pt x="7430876" y="619320"/>
                  </a:lnTo>
                  <a:lnTo>
                    <a:pt x="7510629" y="612040"/>
                  </a:lnTo>
                  <a:lnTo>
                    <a:pt x="7578244" y="606594"/>
                  </a:lnTo>
                  <a:lnTo>
                    <a:pt x="7630592" y="602847"/>
                  </a:lnTo>
                  <a:lnTo>
                    <a:pt x="7666422" y="600554"/>
                  </a:lnTo>
                  <a:lnTo>
                    <a:pt x="7686779" y="599384"/>
                  </a:lnTo>
                  <a:lnTo>
                    <a:pt x="7694965" y="598959"/>
                  </a:lnTo>
                  <a:lnTo>
                    <a:pt x="7696237" y="598898"/>
                  </a:lnTo>
                  <a:lnTo>
                    <a:pt x="8234974" y="598898"/>
                  </a:lnTo>
                  <a:lnTo>
                    <a:pt x="8234974" y="593454"/>
                  </a:lnTo>
                  <a:lnTo>
                    <a:pt x="7696237" y="593454"/>
                  </a:lnTo>
                  <a:lnTo>
                    <a:pt x="7694997" y="593513"/>
                  </a:lnTo>
                  <a:lnTo>
                    <a:pt x="7686893" y="593933"/>
                  </a:lnTo>
                  <a:lnTo>
                    <a:pt x="7666656" y="595096"/>
                  </a:lnTo>
                  <a:lnTo>
                    <a:pt x="7630965" y="597378"/>
                  </a:lnTo>
                  <a:lnTo>
                    <a:pt x="7578754" y="601111"/>
                  </a:lnTo>
                  <a:lnTo>
                    <a:pt x="7511257" y="606541"/>
                  </a:lnTo>
                  <a:lnTo>
                    <a:pt x="7431590" y="613806"/>
                  </a:lnTo>
                  <a:lnTo>
                    <a:pt x="7343959" y="622942"/>
                  </a:lnTo>
                  <a:lnTo>
                    <a:pt x="7252762" y="633925"/>
                  </a:lnTo>
                  <a:lnTo>
                    <a:pt x="7161861" y="646710"/>
                  </a:lnTo>
                  <a:lnTo>
                    <a:pt x="7074165" y="661277"/>
                  </a:lnTo>
                  <a:lnTo>
                    <a:pt x="6991534" y="677665"/>
                  </a:lnTo>
                  <a:lnTo>
                    <a:pt x="6914883" y="695985"/>
                  </a:lnTo>
                  <a:lnTo>
                    <a:pt x="6844389" y="716430"/>
                  </a:lnTo>
                  <a:lnTo>
                    <a:pt x="6779718" y="739274"/>
                  </a:lnTo>
                  <a:lnTo>
                    <a:pt x="6720206" y="764863"/>
                  </a:lnTo>
                  <a:lnTo>
                    <a:pt x="6665010" y="793596"/>
                  </a:lnTo>
                  <a:lnTo>
                    <a:pt x="6613213" y="825890"/>
                  </a:lnTo>
                  <a:lnTo>
                    <a:pt x="6563910" y="862123"/>
                  </a:lnTo>
                  <a:lnTo>
                    <a:pt x="6516289" y="902525"/>
                  </a:lnTo>
                  <a:lnTo>
                    <a:pt x="6515891" y="902885"/>
                  </a:lnTo>
                  <a:lnTo>
                    <a:pt x="6474645" y="942141"/>
                  </a:lnTo>
                  <a:lnTo>
                    <a:pt x="6433799" y="984749"/>
                  </a:lnTo>
                  <a:lnTo>
                    <a:pt x="6393036" y="1030771"/>
                  </a:lnTo>
                  <a:lnTo>
                    <a:pt x="6352121" y="1080194"/>
                  </a:lnTo>
                  <a:lnTo>
                    <a:pt x="6310889" y="1132920"/>
                  </a:lnTo>
                  <a:lnTo>
                    <a:pt x="6269242" y="1188757"/>
                  </a:lnTo>
                  <a:lnTo>
                    <a:pt x="6227138" y="1247418"/>
                  </a:lnTo>
                  <a:lnTo>
                    <a:pt x="6184590" y="1308521"/>
                  </a:lnTo>
                  <a:lnTo>
                    <a:pt x="6141652" y="1371597"/>
                  </a:lnTo>
                  <a:lnTo>
                    <a:pt x="6098419" y="1436103"/>
                  </a:lnTo>
                  <a:lnTo>
                    <a:pt x="6055007" y="1501440"/>
                  </a:lnTo>
                  <a:lnTo>
                    <a:pt x="6011553" y="1566975"/>
                  </a:lnTo>
                  <a:lnTo>
                    <a:pt x="5968194" y="1632069"/>
                  </a:lnTo>
                  <a:lnTo>
                    <a:pt x="5925060" y="1696099"/>
                  </a:lnTo>
                  <a:lnTo>
                    <a:pt x="5882262" y="1758485"/>
                  </a:lnTo>
                  <a:lnTo>
                    <a:pt x="5839878" y="1818709"/>
                  </a:lnTo>
                  <a:lnTo>
                    <a:pt x="5797950" y="1876335"/>
                  </a:lnTo>
                  <a:lnTo>
                    <a:pt x="5756468" y="1931017"/>
                  </a:lnTo>
                  <a:lnTo>
                    <a:pt x="5715372" y="1982504"/>
                  </a:lnTo>
                  <a:lnTo>
                    <a:pt x="5674537" y="2030639"/>
                  </a:lnTo>
                  <a:lnTo>
                    <a:pt x="5633775" y="2075359"/>
                  </a:lnTo>
                  <a:lnTo>
                    <a:pt x="5592819" y="2116680"/>
                  </a:lnTo>
                  <a:lnTo>
                    <a:pt x="5567201" y="2140609"/>
                  </a:lnTo>
                  <a:lnTo>
                    <a:pt x="5519591" y="2181046"/>
                  </a:lnTo>
                  <a:lnTo>
                    <a:pt x="5470306" y="2217314"/>
                  </a:lnTo>
                  <a:lnTo>
                    <a:pt x="5418534" y="2249640"/>
                  </a:lnTo>
                  <a:lnTo>
                    <a:pt x="5363370" y="2278401"/>
                  </a:lnTo>
                  <a:lnTo>
                    <a:pt x="5303898" y="2304015"/>
                  </a:lnTo>
                  <a:lnTo>
                    <a:pt x="5239274" y="2326881"/>
                  </a:lnTo>
                  <a:lnTo>
                    <a:pt x="5168832" y="2347345"/>
                  </a:lnTo>
                  <a:lnTo>
                    <a:pt x="5092232" y="2365682"/>
                  </a:lnTo>
                  <a:lnTo>
                    <a:pt x="5009649" y="2382085"/>
                  </a:lnTo>
                  <a:lnTo>
                    <a:pt x="4921990" y="2396668"/>
                  </a:lnTo>
                  <a:lnTo>
                    <a:pt x="4831105" y="2409468"/>
                  </a:lnTo>
                  <a:lnTo>
                    <a:pt x="4739896" y="2420466"/>
                  </a:lnTo>
                  <a:lnTo>
                    <a:pt x="4652217" y="2429618"/>
                  </a:lnTo>
                  <a:lnTo>
                    <a:pt x="4572464" y="2436899"/>
                  </a:lnTo>
                  <a:lnTo>
                    <a:pt x="4504849" y="2442344"/>
                  </a:lnTo>
                  <a:lnTo>
                    <a:pt x="4452500" y="2446091"/>
                  </a:lnTo>
                  <a:lnTo>
                    <a:pt x="4416670" y="2448384"/>
                  </a:lnTo>
                  <a:lnTo>
                    <a:pt x="4396314" y="2449554"/>
                  </a:lnTo>
                  <a:lnTo>
                    <a:pt x="4388127" y="2449980"/>
                  </a:lnTo>
                  <a:lnTo>
                    <a:pt x="4386855" y="2450040"/>
                  </a:lnTo>
                  <a:lnTo>
                    <a:pt x="3848118" y="2450040"/>
                  </a:lnTo>
                  <a:lnTo>
                    <a:pt x="3846919" y="2449965"/>
                  </a:lnTo>
                  <a:lnTo>
                    <a:pt x="3839082" y="2449429"/>
                  </a:lnTo>
                  <a:lnTo>
                    <a:pt x="3819486" y="2447948"/>
                  </a:lnTo>
                  <a:lnTo>
                    <a:pt x="3784864" y="2445040"/>
                  </a:lnTo>
                  <a:lnTo>
                    <a:pt x="3734096" y="2440278"/>
                  </a:lnTo>
                  <a:lnTo>
                    <a:pt x="3668264" y="2433343"/>
                  </a:lnTo>
                  <a:lnTo>
                    <a:pt x="3590283" y="2424051"/>
                  </a:lnTo>
                  <a:lnTo>
                    <a:pt x="3504171" y="2412345"/>
                  </a:lnTo>
                  <a:lnTo>
                    <a:pt x="3414191" y="2398254"/>
                  </a:lnTo>
                  <a:lnTo>
                    <a:pt x="3324147" y="2381834"/>
                  </a:lnTo>
                  <a:lnTo>
                    <a:pt x="3236962" y="2363116"/>
                  </a:lnTo>
                  <a:lnTo>
                    <a:pt x="3154549" y="2342063"/>
                  </a:lnTo>
                  <a:lnTo>
                    <a:pt x="3077904" y="2318546"/>
                  </a:lnTo>
                  <a:lnTo>
                    <a:pt x="3007287" y="2292332"/>
                  </a:lnTo>
                  <a:lnTo>
                    <a:pt x="2942438" y="2263089"/>
                  </a:lnTo>
                  <a:lnTo>
                    <a:pt x="2882758" y="2230391"/>
                  </a:lnTo>
                  <a:lnTo>
                    <a:pt x="2827456" y="2193740"/>
                  </a:lnTo>
                  <a:lnTo>
                    <a:pt x="2775652" y="2152601"/>
                  </a:lnTo>
                  <a:lnTo>
                    <a:pt x="2726465" y="2106474"/>
                  </a:lnTo>
                  <a:lnTo>
                    <a:pt x="2679083" y="2055012"/>
                  </a:lnTo>
                  <a:lnTo>
                    <a:pt x="2667772" y="2041700"/>
                  </a:lnTo>
                  <a:lnTo>
                    <a:pt x="2630272" y="1994810"/>
                  </a:lnTo>
                  <a:lnTo>
                    <a:pt x="2593130" y="1944278"/>
                  </a:lnTo>
                  <a:lnTo>
                    <a:pt x="2556097" y="1890032"/>
                  </a:lnTo>
                  <a:lnTo>
                    <a:pt x="2518985" y="1832066"/>
                  </a:lnTo>
                  <a:lnTo>
                    <a:pt x="2481654" y="1770449"/>
                  </a:lnTo>
                  <a:lnTo>
                    <a:pt x="2444010" y="1705333"/>
                  </a:lnTo>
                  <a:lnTo>
                    <a:pt x="2406001" y="1636954"/>
                  </a:lnTo>
                  <a:lnTo>
                    <a:pt x="2367614" y="1565636"/>
                  </a:lnTo>
                  <a:lnTo>
                    <a:pt x="2328868" y="1491785"/>
                  </a:lnTo>
                  <a:lnTo>
                    <a:pt x="2289812" y="1415882"/>
                  </a:lnTo>
                  <a:lnTo>
                    <a:pt x="2250519" y="1338474"/>
                  </a:lnTo>
                  <a:lnTo>
                    <a:pt x="2211079" y="1260158"/>
                  </a:lnTo>
                  <a:lnTo>
                    <a:pt x="2171592" y="1181557"/>
                  </a:lnTo>
                  <a:lnTo>
                    <a:pt x="2132162" y="1103307"/>
                  </a:lnTo>
                  <a:lnTo>
                    <a:pt x="2092890" y="1026032"/>
                  </a:lnTo>
                  <a:lnTo>
                    <a:pt x="2053864" y="950322"/>
                  </a:lnTo>
                  <a:lnTo>
                    <a:pt x="2015155" y="876717"/>
                  </a:lnTo>
                  <a:lnTo>
                    <a:pt x="1976807" y="805692"/>
                  </a:lnTo>
                  <a:lnTo>
                    <a:pt x="1938839" y="737646"/>
                  </a:lnTo>
                  <a:lnTo>
                    <a:pt x="1901231" y="672891"/>
                  </a:lnTo>
                  <a:lnTo>
                    <a:pt x="1863928" y="611655"/>
                  </a:lnTo>
                  <a:lnTo>
                    <a:pt x="1826832" y="554082"/>
                  </a:lnTo>
                  <a:lnTo>
                    <a:pt x="1789797" y="500231"/>
                  </a:lnTo>
                  <a:lnTo>
                    <a:pt x="1752630" y="450089"/>
                  </a:lnTo>
                  <a:lnTo>
                    <a:pt x="1719082" y="408340"/>
                  </a:lnTo>
                  <a:lnTo>
                    <a:pt x="1672032" y="355563"/>
                  </a:lnTo>
                  <a:lnTo>
                    <a:pt x="1623353" y="308163"/>
                  </a:lnTo>
                  <a:lnTo>
                    <a:pt x="1572265" y="265856"/>
                  </a:lnTo>
                  <a:lnTo>
                    <a:pt x="1517894" y="228164"/>
                  </a:lnTo>
                  <a:lnTo>
                    <a:pt x="1459355" y="194554"/>
                  </a:lnTo>
                  <a:lnTo>
                    <a:pt x="1395826" y="164514"/>
                  </a:lnTo>
                  <a:lnTo>
                    <a:pt x="1326649" y="137600"/>
                  </a:lnTo>
                  <a:lnTo>
                    <a:pt x="1251466" y="113453"/>
                  </a:lnTo>
                  <a:lnTo>
                    <a:pt x="1170394" y="91817"/>
                  </a:lnTo>
                  <a:lnTo>
                    <a:pt x="1084229" y="72539"/>
                  </a:lnTo>
                  <a:lnTo>
                    <a:pt x="994649" y="55560"/>
                  </a:lnTo>
                  <a:lnTo>
                    <a:pt x="904333" y="40899"/>
                  </a:lnTo>
                  <a:lnTo>
                    <a:pt x="816897" y="28609"/>
                  </a:lnTo>
                  <a:lnTo>
                    <a:pt x="736549" y="18731"/>
                  </a:lnTo>
                  <a:lnTo>
                    <a:pt x="667444" y="11236"/>
                  </a:lnTo>
                  <a:lnTo>
                    <a:pt x="612839" y="5971"/>
                  </a:lnTo>
                  <a:lnTo>
                    <a:pt x="574314" y="2648"/>
                  </a:lnTo>
                  <a:lnTo>
                    <a:pt x="551292" y="864"/>
                  </a:lnTo>
                  <a:lnTo>
                    <a:pt x="541005" y="14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69" name="pl669"/>
            <p:cNvSpPr/>
            <p:nvPr/>
          </p:nvSpPr>
          <p:spPr>
            <a:xfrm>
              <a:off x="546595" y="2862936"/>
              <a:ext cx="8234974" cy="2450040"/>
            </a:xfrm>
            <a:custGeom>
              <a:avLst/>
              <a:pathLst>
                <a:path w="8234974" h="2450040">
                  <a:moveTo>
                    <a:pt x="0" y="0"/>
                  </a:moveTo>
                  <a:lnTo>
                    <a:pt x="538736" y="0"/>
                  </a:lnTo>
                  <a:lnTo>
                    <a:pt x="539935" y="74"/>
                  </a:lnTo>
                  <a:lnTo>
                    <a:pt x="547773" y="610"/>
                  </a:lnTo>
                  <a:lnTo>
                    <a:pt x="567368" y="2091"/>
                  </a:lnTo>
                  <a:lnTo>
                    <a:pt x="601991" y="4999"/>
                  </a:lnTo>
                  <a:lnTo>
                    <a:pt x="652759" y="9761"/>
                  </a:lnTo>
                  <a:lnTo>
                    <a:pt x="718591" y="16696"/>
                  </a:lnTo>
                  <a:lnTo>
                    <a:pt x="796571" y="25988"/>
                  </a:lnTo>
                  <a:lnTo>
                    <a:pt x="882684" y="37694"/>
                  </a:lnTo>
                  <a:lnTo>
                    <a:pt x="972664" y="51786"/>
                  </a:lnTo>
                  <a:lnTo>
                    <a:pt x="1062707" y="68205"/>
                  </a:lnTo>
                  <a:lnTo>
                    <a:pt x="1149893" y="86923"/>
                  </a:lnTo>
                  <a:lnTo>
                    <a:pt x="1232305" y="107976"/>
                  </a:lnTo>
                  <a:lnTo>
                    <a:pt x="1308951" y="131494"/>
                  </a:lnTo>
                  <a:lnTo>
                    <a:pt x="1379568" y="157707"/>
                  </a:lnTo>
                  <a:lnTo>
                    <a:pt x="1444417" y="186950"/>
                  </a:lnTo>
                  <a:lnTo>
                    <a:pt x="1504096" y="219648"/>
                  </a:lnTo>
                  <a:lnTo>
                    <a:pt x="1559399" y="256300"/>
                  </a:lnTo>
                  <a:lnTo>
                    <a:pt x="1611202" y="297439"/>
                  </a:lnTo>
                  <a:lnTo>
                    <a:pt x="1660389" y="343565"/>
                  </a:lnTo>
                  <a:lnTo>
                    <a:pt x="1707771" y="395028"/>
                  </a:lnTo>
                  <a:lnTo>
                    <a:pt x="1719082" y="408340"/>
                  </a:lnTo>
                  <a:lnTo>
                    <a:pt x="1756582" y="455230"/>
                  </a:lnTo>
                  <a:lnTo>
                    <a:pt x="1793725" y="505761"/>
                  </a:lnTo>
                  <a:lnTo>
                    <a:pt x="1830757" y="560007"/>
                  </a:lnTo>
                  <a:lnTo>
                    <a:pt x="1867870" y="617974"/>
                  </a:lnTo>
                  <a:lnTo>
                    <a:pt x="1905201" y="679590"/>
                  </a:lnTo>
                  <a:lnTo>
                    <a:pt x="1942845" y="744706"/>
                  </a:lnTo>
                  <a:lnTo>
                    <a:pt x="1980853" y="813085"/>
                  </a:lnTo>
                  <a:lnTo>
                    <a:pt x="2019241" y="884403"/>
                  </a:lnTo>
                  <a:lnTo>
                    <a:pt x="2057986" y="958255"/>
                  </a:lnTo>
                  <a:lnTo>
                    <a:pt x="2097042" y="1034158"/>
                  </a:lnTo>
                  <a:lnTo>
                    <a:pt x="2136335" y="1111565"/>
                  </a:lnTo>
                  <a:lnTo>
                    <a:pt x="2175776" y="1189882"/>
                  </a:lnTo>
                  <a:lnTo>
                    <a:pt x="2215263" y="1268482"/>
                  </a:lnTo>
                  <a:lnTo>
                    <a:pt x="2254692" y="1346732"/>
                  </a:lnTo>
                  <a:lnTo>
                    <a:pt x="2293964" y="1424007"/>
                  </a:lnTo>
                  <a:lnTo>
                    <a:pt x="2332990" y="1499718"/>
                  </a:lnTo>
                  <a:lnTo>
                    <a:pt x="2371700" y="1573322"/>
                  </a:lnTo>
                  <a:lnTo>
                    <a:pt x="2410047" y="1644347"/>
                  </a:lnTo>
                  <a:lnTo>
                    <a:pt x="2448016" y="1712394"/>
                  </a:lnTo>
                  <a:lnTo>
                    <a:pt x="2485624" y="1777148"/>
                  </a:lnTo>
                  <a:lnTo>
                    <a:pt x="2522927" y="1838384"/>
                  </a:lnTo>
                  <a:lnTo>
                    <a:pt x="2560023" y="1895958"/>
                  </a:lnTo>
                  <a:lnTo>
                    <a:pt x="2597057" y="1949809"/>
                  </a:lnTo>
                  <a:lnTo>
                    <a:pt x="2634225" y="1999950"/>
                  </a:lnTo>
                  <a:lnTo>
                    <a:pt x="2667772" y="2041700"/>
                  </a:lnTo>
                  <a:lnTo>
                    <a:pt x="2714823" y="2094477"/>
                  </a:lnTo>
                  <a:lnTo>
                    <a:pt x="2763501" y="2141876"/>
                  </a:lnTo>
                  <a:lnTo>
                    <a:pt x="2814590" y="2184183"/>
                  </a:lnTo>
                  <a:lnTo>
                    <a:pt x="2868960" y="2221875"/>
                  </a:lnTo>
                  <a:lnTo>
                    <a:pt x="2927500" y="2255485"/>
                  </a:lnTo>
                  <a:lnTo>
                    <a:pt x="2991029" y="2285525"/>
                  </a:lnTo>
                  <a:lnTo>
                    <a:pt x="3060206" y="2312439"/>
                  </a:lnTo>
                  <a:lnTo>
                    <a:pt x="3135388" y="2336586"/>
                  </a:lnTo>
                  <a:lnTo>
                    <a:pt x="3216460" y="2358222"/>
                  </a:lnTo>
                  <a:lnTo>
                    <a:pt x="3302625" y="2377500"/>
                  </a:lnTo>
                  <a:lnTo>
                    <a:pt x="3392205" y="2394479"/>
                  </a:lnTo>
                  <a:lnTo>
                    <a:pt x="3482521" y="2409141"/>
                  </a:lnTo>
                  <a:lnTo>
                    <a:pt x="3569958" y="2421431"/>
                  </a:lnTo>
                  <a:lnTo>
                    <a:pt x="3650305" y="2431308"/>
                  </a:lnTo>
                  <a:lnTo>
                    <a:pt x="3719411" y="2438804"/>
                  </a:lnTo>
                  <a:lnTo>
                    <a:pt x="3774015" y="2444069"/>
                  </a:lnTo>
                  <a:lnTo>
                    <a:pt x="3812541" y="2447391"/>
                  </a:lnTo>
                  <a:lnTo>
                    <a:pt x="3835563" y="2449175"/>
                  </a:lnTo>
                  <a:lnTo>
                    <a:pt x="3845850" y="2449895"/>
                  </a:lnTo>
                  <a:lnTo>
                    <a:pt x="3848100" y="2450039"/>
                  </a:lnTo>
                  <a:lnTo>
                    <a:pt x="3848118" y="2450040"/>
                  </a:lnTo>
                  <a:lnTo>
                    <a:pt x="4386855" y="2450040"/>
                  </a:lnTo>
                  <a:lnTo>
                    <a:pt x="4388096" y="2449981"/>
                  </a:lnTo>
                  <a:lnTo>
                    <a:pt x="4396200" y="2449561"/>
                  </a:lnTo>
                  <a:lnTo>
                    <a:pt x="4416436" y="2448398"/>
                  </a:lnTo>
                  <a:lnTo>
                    <a:pt x="4452128" y="2446116"/>
                  </a:lnTo>
                  <a:lnTo>
                    <a:pt x="4504339" y="2442382"/>
                  </a:lnTo>
                  <a:lnTo>
                    <a:pt x="4571836" y="2436952"/>
                  </a:lnTo>
                  <a:lnTo>
                    <a:pt x="4651503" y="2429688"/>
                  </a:lnTo>
                  <a:lnTo>
                    <a:pt x="4739134" y="2420551"/>
                  </a:lnTo>
                  <a:lnTo>
                    <a:pt x="4830330" y="2409568"/>
                  </a:lnTo>
                  <a:lnTo>
                    <a:pt x="4921232" y="2396784"/>
                  </a:lnTo>
                  <a:lnTo>
                    <a:pt x="5008927" y="2382216"/>
                  </a:lnTo>
                  <a:lnTo>
                    <a:pt x="5091558" y="2365829"/>
                  </a:lnTo>
                  <a:lnTo>
                    <a:pt x="5168210" y="2347509"/>
                  </a:lnTo>
                  <a:lnTo>
                    <a:pt x="5238703" y="2327064"/>
                  </a:lnTo>
                  <a:lnTo>
                    <a:pt x="5303374" y="2304219"/>
                  </a:lnTo>
                  <a:lnTo>
                    <a:pt x="5362887" y="2278630"/>
                  </a:lnTo>
                  <a:lnTo>
                    <a:pt x="5418083" y="2249898"/>
                  </a:lnTo>
                  <a:lnTo>
                    <a:pt x="5469880" y="2217604"/>
                  </a:lnTo>
                  <a:lnTo>
                    <a:pt x="5519183" y="2181370"/>
                  </a:lnTo>
                  <a:lnTo>
                    <a:pt x="5566804" y="2140968"/>
                  </a:lnTo>
                  <a:lnTo>
                    <a:pt x="5567201" y="2140609"/>
                  </a:lnTo>
                  <a:lnTo>
                    <a:pt x="5608448" y="2101352"/>
                  </a:lnTo>
                  <a:lnTo>
                    <a:pt x="5649293" y="2058745"/>
                  </a:lnTo>
                  <a:lnTo>
                    <a:pt x="5690056" y="2012723"/>
                  </a:lnTo>
                  <a:lnTo>
                    <a:pt x="5730972" y="1963300"/>
                  </a:lnTo>
                  <a:lnTo>
                    <a:pt x="5772204" y="1910574"/>
                  </a:lnTo>
                  <a:lnTo>
                    <a:pt x="5813851" y="1854736"/>
                  </a:lnTo>
                  <a:lnTo>
                    <a:pt x="5855954" y="1796076"/>
                  </a:lnTo>
                  <a:lnTo>
                    <a:pt x="5898503" y="1734973"/>
                  </a:lnTo>
                  <a:lnTo>
                    <a:pt x="5941440" y="1671897"/>
                  </a:lnTo>
                  <a:lnTo>
                    <a:pt x="5984674" y="1607391"/>
                  </a:lnTo>
                  <a:lnTo>
                    <a:pt x="6028085" y="1542054"/>
                  </a:lnTo>
                  <a:lnTo>
                    <a:pt x="6071540" y="1476518"/>
                  </a:lnTo>
                  <a:lnTo>
                    <a:pt x="6114899" y="1411424"/>
                  </a:lnTo>
                  <a:lnTo>
                    <a:pt x="6158032" y="1347394"/>
                  </a:lnTo>
                  <a:lnTo>
                    <a:pt x="6200831" y="1285009"/>
                  </a:lnTo>
                  <a:lnTo>
                    <a:pt x="6243214" y="1224785"/>
                  </a:lnTo>
                  <a:lnTo>
                    <a:pt x="6285143" y="1167158"/>
                  </a:lnTo>
                  <a:lnTo>
                    <a:pt x="6326624" y="1112476"/>
                  </a:lnTo>
                  <a:lnTo>
                    <a:pt x="6367721" y="1060990"/>
                  </a:lnTo>
                  <a:lnTo>
                    <a:pt x="6408555" y="1012854"/>
                  </a:lnTo>
                  <a:lnTo>
                    <a:pt x="6449317" y="968134"/>
                  </a:lnTo>
                  <a:lnTo>
                    <a:pt x="6490273" y="926813"/>
                  </a:lnTo>
                  <a:lnTo>
                    <a:pt x="6515891" y="902885"/>
                  </a:lnTo>
                  <a:lnTo>
                    <a:pt x="6563501" y="862447"/>
                  </a:lnTo>
                  <a:lnTo>
                    <a:pt x="6612786" y="826180"/>
                  </a:lnTo>
                  <a:lnTo>
                    <a:pt x="6664558" y="793853"/>
                  </a:lnTo>
                  <a:lnTo>
                    <a:pt x="6719722" y="765093"/>
                  </a:lnTo>
                  <a:lnTo>
                    <a:pt x="6779194" y="739479"/>
                  </a:lnTo>
                  <a:lnTo>
                    <a:pt x="6843819" y="716612"/>
                  </a:lnTo>
                  <a:lnTo>
                    <a:pt x="6914261" y="696148"/>
                  </a:lnTo>
                  <a:lnTo>
                    <a:pt x="6990860" y="677812"/>
                  </a:lnTo>
                  <a:lnTo>
                    <a:pt x="7073443" y="661408"/>
                  </a:lnTo>
                  <a:lnTo>
                    <a:pt x="7161102" y="646826"/>
                  </a:lnTo>
                  <a:lnTo>
                    <a:pt x="7251987" y="634026"/>
                  </a:lnTo>
                  <a:lnTo>
                    <a:pt x="7343196" y="623028"/>
                  </a:lnTo>
                  <a:lnTo>
                    <a:pt x="7430876" y="613875"/>
                  </a:lnTo>
                  <a:lnTo>
                    <a:pt x="7510629" y="606595"/>
                  </a:lnTo>
                  <a:lnTo>
                    <a:pt x="7578244" y="601150"/>
                  </a:lnTo>
                  <a:lnTo>
                    <a:pt x="7630592" y="597403"/>
                  </a:lnTo>
                  <a:lnTo>
                    <a:pt x="7666422" y="595110"/>
                  </a:lnTo>
                  <a:lnTo>
                    <a:pt x="7686779" y="593939"/>
                  </a:lnTo>
                  <a:lnTo>
                    <a:pt x="7694965" y="593514"/>
                  </a:lnTo>
                  <a:lnTo>
                    <a:pt x="7696237" y="593454"/>
                  </a:lnTo>
                  <a:lnTo>
                    <a:pt x="7696237" y="593454"/>
                  </a:lnTo>
                  <a:lnTo>
                    <a:pt x="8234974" y="5934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0" name="pl670"/>
            <p:cNvSpPr/>
            <p:nvPr/>
          </p:nvSpPr>
          <p:spPr>
            <a:xfrm>
              <a:off x="546595" y="2857491"/>
              <a:ext cx="8234974" cy="2450040"/>
            </a:xfrm>
            <a:custGeom>
              <a:avLst/>
              <a:pathLst>
                <a:path w="8234974" h="2450040">
                  <a:moveTo>
                    <a:pt x="8234974" y="593454"/>
                  </a:moveTo>
                  <a:lnTo>
                    <a:pt x="7696237" y="593454"/>
                  </a:lnTo>
                  <a:lnTo>
                    <a:pt x="7694997" y="593513"/>
                  </a:lnTo>
                  <a:lnTo>
                    <a:pt x="7686893" y="593933"/>
                  </a:lnTo>
                  <a:lnTo>
                    <a:pt x="7666656" y="595096"/>
                  </a:lnTo>
                  <a:lnTo>
                    <a:pt x="7630965" y="597378"/>
                  </a:lnTo>
                  <a:lnTo>
                    <a:pt x="7578754" y="601111"/>
                  </a:lnTo>
                  <a:lnTo>
                    <a:pt x="7511257" y="606541"/>
                  </a:lnTo>
                  <a:lnTo>
                    <a:pt x="7431590" y="613806"/>
                  </a:lnTo>
                  <a:lnTo>
                    <a:pt x="7343959" y="622942"/>
                  </a:lnTo>
                  <a:lnTo>
                    <a:pt x="7252762" y="633925"/>
                  </a:lnTo>
                  <a:lnTo>
                    <a:pt x="7161861" y="646710"/>
                  </a:lnTo>
                  <a:lnTo>
                    <a:pt x="7074165" y="661277"/>
                  </a:lnTo>
                  <a:lnTo>
                    <a:pt x="6991534" y="677665"/>
                  </a:lnTo>
                  <a:lnTo>
                    <a:pt x="6914883" y="695985"/>
                  </a:lnTo>
                  <a:lnTo>
                    <a:pt x="6844389" y="716430"/>
                  </a:lnTo>
                  <a:lnTo>
                    <a:pt x="6779718" y="739274"/>
                  </a:lnTo>
                  <a:lnTo>
                    <a:pt x="6720206" y="764863"/>
                  </a:lnTo>
                  <a:lnTo>
                    <a:pt x="6665010" y="793596"/>
                  </a:lnTo>
                  <a:lnTo>
                    <a:pt x="6613213" y="825890"/>
                  </a:lnTo>
                  <a:lnTo>
                    <a:pt x="6563910" y="862123"/>
                  </a:lnTo>
                  <a:lnTo>
                    <a:pt x="6516289" y="902525"/>
                  </a:lnTo>
                  <a:lnTo>
                    <a:pt x="6515891" y="902885"/>
                  </a:lnTo>
                  <a:lnTo>
                    <a:pt x="6474645" y="942141"/>
                  </a:lnTo>
                  <a:lnTo>
                    <a:pt x="6433799" y="984749"/>
                  </a:lnTo>
                  <a:lnTo>
                    <a:pt x="6393036" y="1030771"/>
                  </a:lnTo>
                  <a:lnTo>
                    <a:pt x="6352121" y="1080194"/>
                  </a:lnTo>
                  <a:lnTo>
                    <a:pt x="6310889" y="1132920"/>
                  </a:lnTo>
                  <a:lnTo>
                    <a:pt x="6269242" y="1188757"/>
                  </a:lnTo>
                  <a:lnTo>
                    <a:pt x="6227138" y="1247418"/>
                  </a:lnTo>
                  <a:lnTo>
                    <a:pt x="6184590" y="1308521"/>
                  </a:lnTo>
                  <a:lnTo>
                    <a:pt x="6141652" y="1371597"/>
                  </a:lnTo>
                  <a:lnTo>
                    <a:pt x="6098419" y="1436103"/>
                  </a:lnTo>
                  <a:lnTo>
                    <a:pt x="6055007" y="1501440"/>
                  </a:lnTo>
                  <a:lnTo>
                    <a:pt x="6011553" y="1566975"/>
                  </a:lnTo>
                  <a:lnTo>
                    <a:pt x="5968194" y="1632069"/>
                  </a:lnTo>
                  <a:lnTo>
                    <a:pt x="5925060" y="1696099"/>
                  </a:lnTo>
                  <a:lnTo>
                    <a:pt x="5882262" y="1758485"/>
                  </a:lnTo>
                  <a:lnTo>
                    <a:pt x="5839878" y="1818709"/>
                  </a:lnTo>
                  <a:lnTo>
                    <a:pt x="5797950" y="1876335"/>
                  </a:lnTo>
                  <a:lnTo>
                    <a:pt x="5756468" y="1931017"/>
                  </a:lnTo>
                  <a:lnTo>
                    <a:pt x="5715372" y="1982504"/>
                  </a:lnTo>
                  <a:lnTo>
                    <a:pt x="5674537" y="2030639"/>
                  </a:lnTo>
                  <a:lnTo>
                    <a:pt x="5633775" y="2075359"/>
                  </a:lnTo>
                  <a:lnTo>
                    <a:pt x="5592819" y="2116680"/>
                  </a:lnTo>
                  <a:lnTo>
                    <a:pt x="5567201" y="2140609"/>
                  </a:lnTo>
                  <a:lnTo>
                    <a:pt x="5519591" y="2181046"/>
                  </a:lnTo>
                  <a:lnTo>
                    <a:pt x="5470306" y="2217314"/>
                  </a:lnTo>
                  <a:lnTo>
                    <a:pt x="5418534" y="2249640"/>
                  </a:lnTo>
                  <a:lnTo>
                    <a:pt x="5363370" y="2278401"/>
                  </a:lnTo>
                  <a:lnTo>
                    <a:pt x="5303898" y="2304015"/>
                  </a:lnTo>
                  <a:lnTo>
                    <a:pt x="5239274" y="2326881"/>
                  </a:lnTo>
                  <a:lnTo>
                    <a:pt x="5168832" y="2347345"/>
                  </a:lnTo>
                  <a:lnTo>
                    <a:pt x="5092232" y="2365682"/>
                  </a:lnTo>
                  <a:lnTo>
                    <a:pt x="5009649" y="2382085"/>
                  </a:lnTo>
                  <a:lnTo>
                    <a:pt x="4921990" y="2396668"/>
                  </a:lnTo>
                  <a:lnTo>
                    <a:pt x="4831105" y="2409468"/>
                  </a:lnTo>
                  <a:lnTo>
                    <a:pt x="4739896" y="2420466"/>
                  </a:lnTo>
                  <a:lnTo>
                    <a:pt x="4652217" y="2429618"/>
                  </a:lnTo>
                  <a:lnTo>
                    <a:pt x="4572464" y="2436899"/>
                  </a:lnTo>
                  <a:lnTo>
                    <a:pt x="4504849" y="2442344"/>
                  </a:lnTo>
                  <a:lnTo>
                    <a:pt x="4452500" y="2446091"/>
                  </a:lnTo>
                  <a:lnTo>
                    <a:pt x="4416670" y="2448384"/>
                  </a:lnTo>
                  <a:lnTo>
                    <a:pt x="4396314" y="2449554"/>
                  </a:lnTo>
                  <a:lnTo>
                    <a:pt x="4388127" y="2449980"/>
                  </a:lnTo>
                  <a:lnTo>
                    <a:pt x="4386855" y="2450040"/>
                  </a:lnTo>
                  <a:lnTo>
                    <a:pt x="4386855" y="2450040"/>
                  </a:lnTo>
                  <a:lnTo>
                    <a:pt x="3848118" y="2450040"/>
                  </a:lnTo>
                  <a:lnTo>
                    <a:pt x="3846919" y="2449965"/>
                  </a:lnTo>
                  <a:lnTo>
                    <a:pt x="3839082" y="2449429"/>
                  </a:lnTo>
                  <a:lnTo>
                    <a:pt x="3819486" y="2447948"/>
                  </a:lnTo>
                  <a:lnTo>
                    <a:pt x="3784864" y="2445040"/>
                  </a:lnTo>
                  <a:lnTo>
                    <a:pt x="3734096" y="2440278"/>
                  </a:lnTo>
                  <a:lnTo>
                    <a:pt x="3668264" y="2433343"/>
                  </a:lnTo>
                  <a:lnTo>
                    <a:pt x="3590283" y="2424051"/>
                  </a:lnTo>
                  <a:lnTo>
                    <a:pt x="3504171" y="2412345"/>
                  </a:lnTo>
                  <a:lnTo>
                    <a:pt x="3414191" y="2398254"/>
                  </a:lnTo>
                  <a:lnTo>
                    <a:pt x="3324147" y="2381834"/>
                  </a:lnTo>
                  <a:lnTo>
                    <a:pt x="3236962" y="2363116"/>
                  </a:lnTo>
                  <a:lnTo>
                    <a:pt x="3154549" y="2342063"/>
                  </a:lnTo>
                  <a:lnTo>
                    <a:pt x="3077904" y="2318546"/>
                  </a:lnTo>
                  <a:lnTo>
                    <a:pt x="3007287" y="2292332"/>
                  </a:lnTo>
                  <a:lnTo>
                    <a:pt x="2942438" y="2263089"/>
                  </a:lnTo>
                  <a:lnTo>
                    <a:pt x="2882758" y="2230391"/>
                  </a:lnTo>
                  <a:lnTo>
                    <a:pt x="2827456" y="2193740"/>
                  </a:lnTo>
                  <a:lnTo>
                    <a:pt x="2775652" y="2152601"/>
                  </a:lnTo>
                  <a:lnTo>
                    <a:pt x="2726465" y="2106474"/>
                  </a:lnTo>
                  <a:lnTo>
                    <a:pt x="2679083" y="2055012"/>
                  </a:lnTo>
                  <a:lnTo>
                    <a:pt x="2667772" y="2041700"/>
                  </a:lnTo>
                  <a:lnTo>
                    <a:pt x="2630272" y="1994810"/>
                  </a:lnTo>
                  <a:lnTo>
                    <a:pt x="2593130" y="1944278"/>
                  </a:lnTo>
                  <a:lnTo>
                    <a:pt x="2556097" y="1890032"/>
                  </a:lnTo>
                  <a:lnTo>
                    <a:pt x="2518985" y="1832066"/>
                  </a:lnTo>
                  <a:lnTo>
                    <a:pt x="2481654" y="1770449"/>
                  </a:lnTo>
                  <a:lnTo>
                    <a:pt x="2444010" y="1705333"/>
                  </a:lnTo>
                  <a:lnTo>
                    <a:pt x="2406001" y="1636954"/>
                  </a:lnTo>
                  <a:lnTo>
                    <a:pt x="2367614" y="1565636"/>
                  </a:lnTo>
                  <a:lnTo>
                    <a:pt x="2328868" y="1491785"/>
                  </a:lnTo>
                  <a:lnTo>
                    <a:pt x="2289812" y="1415882"/>
                  </a:lnTo>
                  <a:lnTo>
                    <a:pt x="2250519" y="1338474"/>
                  </a:lnTo>
                  <a:lnTo>
                    <a:pt x="2211079" y="1260158"/>
                  </a:lnTo>
                  <a:lnTo>
                    <a:pt x="2171592" y="1181557"/>
                  </a:lnTo>
                  <a:lnTo>
                    <a:pt x="2132162" y="1103307"/>
                  </a:lnTo>
                  <a:lnTo>
                    <a:pt x="2092890" y="1026032"/>
                  </a:lnTo>
                  <a:lnTo>
                    <a:pt x="2053864" y="950322"/>
                  </a:lnTo>
                  <a:lnTo>
                    <a:pt x="2015155" y="876717"/>
                  </a:lnTo>
                  <a:lnTo>
                    <a:pt x="1976807" y="805692"/>
                  </a:lnTo>
                  <a:lnTo>
                    <a:pt x="1938839" y="737646"/>
                  </a:lnTo>
                  <a:lnTo>
                    <a:pt x="1901231" y="672891"/>
                  </a:lnTo>
                  <a:lnTo>
                    <a:pt x="1863928" y="611655"/>
                  </a:lnTo>
                  <a:lnTo>
                    <a:pt x="1826832" y="554082"/>
                  </a:lnTo>
                  <a:lnTo>
                    <a:pt x="1789797" y="500231"/>
                  </a:lnTo>
                  <a:lnTo>
                    <a:pt x="1752630" y="450089"/>
                  </a:lnTo>
                  <a:lnTo>
                    <a:pt x="1719082" y="408340"/>
                  </a:lnTo>
                  <a:lnTo>
                    <a:pt x="1672032" y="355563"/>
                  </a:lnTo>
                  <a:lnTo>
                    <a:pt x="1623353" y="308163"/>
                  </a:lnTo>
                  <a:lnTo>
                    <a:pt x="1572265" y="265856"/>
                  </a:lnTo>
                  <a:lnTo>
                    <a:pt x="1517894" y="228164"/>
                  </a:lnTo>
                  <a:lnTo>
                    <a:pt x="1459355" y="194554"/>
                  </a:lnTo>
                  <a:lnTo>
                    <a:pt x="1395826" y="164514"/>
                  </a:lnTo>
                  <a:lnTo>
                    <a:pt x="1326649" y="137600"/>
                  </a:lnTo>
                  <a:lnTo>
                    <a:pt x="1251466" y="113453"/>
                  </a:lnTo>
                  <a:lnTo>
                    <a:pt x="1170394" y="91817"/>
                  </a:lnTo>
                  <a:lnTo>
                    <a:pt x="1084229" y="72539"/>
                  </a:lnTo>
                  <a:lnTo>
                    <a:pt x="994649" y="55560"/>
                  </a:lnTo>
                  <a:lnTo>
                    <a:pt x="904333" y="40899"/>
                  </a:lnTo>
                  <a:lnTo>
                    <a:pt x="816897" y="28609"/>
                  </a:lnTo>
                  <a:lnTo>
                    <a:pt x="736549" y="18731"/>
                  </a:lnTo>
                  <a:lnTo>
                    <a:pt x="667444" y="11236"/>
                  </a:lnTo>
                  <a:lnTo>
                    <a:pt x="612839" y="5971"/>
                  </a:lnTo>
                  <a:lnTo>
                    <a:pt x="574314" y="2648"/>
                  </a:lnTo>
                  <a:lnTo>
                    <a:pt x="551292" y="864"/>
                  </a:lnTo>
                  <a:lnTo>
                    <a:pt x="541005" y="144"/>
                  </a:lnTo>
                  <a:lnTo>
                    <a:pt x="538754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1" name="pg671"/>
            <p:cNvSpPr/>
            <p:nvPr/>
          </p:nvSpPr>
          <p:spPr>
            <a:xfrm>
              <a:off x="546595" y="2862936"/>
              <a:ext cx="8234974" cy="2460929"/>
            </a:xfrm>
            <a:custGeom>
              <a:avLst/>
              <a:pathLst>
                <a:path w="8234974" h="2460929">
                  <a:moveTo>
                    <a:pt x="0" y="5444"/>
                  </a:moveTo>
                  <a:lnTo>
                    <a:pt x="538736" y="5444"/>
                  </a:lnTo>
                  <a:lnTo>
                    <a:pt x="539935" y="5519"/>
                  </a:lnTo>
                  <a:lnTo>
                    <a:pt x="547770" y="6056"/>
                  </a:lnTo>
                  <a:lnTo>
                    <a:pt x="567359" y="7539"/>
                  </a:lnTo>
                  <a:lnTo>
                    <a:pt x="601970" y="10453"/>
                  </a:lnTo>
                  <a:lnTo>
                    <a:pt x="652724" y="15224"/>
                  </a:lnTo>
                  <a:lnTo>
                    <a:pt x="718539" y="22172"/>
                  </a:lnTo>
                  <a:lnTo>
                    <a:pt x="796502" y="31482"/>
                  </a:lnTo>
                  <a:lnTo>
                    <a:pt x="882599" y="43210"/>
                  </a:lnTo>
                  <a:lnTo>
                    <a:pt x="972567" y="57329"/>
                  </a:lnTo>
                  <a:lnTo>
                    <a:pt x="1062601" y="73781"/>
                  </a:lnTo>
                  <a:lnTo>
                    <a:pt x="1149782" y="92535"/>
                  </a:lnTo>
                  <a:lnTo>
                    <a:pt x="1232192" y="113629"/>
                  </a:lnTo>
                  <a:lnTo>
                    <a:pt x="1308837" y="137192"/>
                  </a:lnTo>
                  <a:lnTo>
                    <a:pt x="1379455" y="163456"/>
                  </a:lnTo>
                  <a:lnTo>
                    <a:pt x="1444306" y="192755"/>
                  </a:lnTo>
                  <a:lnTo>
                    <a:pt x="1503987" y="225515"/>
                  </a:lnTo>
                  <a:lnTo>
                    <a:pt x="1559291" y="262235"/>
                  </a:lnTo>
                  <a:lnTo>
                    <a:pt x="1611094" y="303451"/>
                  </a:lnTo>
                  <a:lnTo>
                    <a:pt x="1660281" y="349663"/>
                  </a:lnTo>
                  <a:lnTo>
                    <a:pt x="1707660" y="401221"/>
                  </a:lnTo>
                  <a:lnTo>
                    <a:pt x="1719082" y="414692"/>
                  </a:lnTo>
                  <a:lnTo>
                    <a:pt x="1756551" y="461645"/>
                  </a:lnTo>
                  <a:lnTo>
                    <a:pt x="1793663" y="512243"/>
                  </a:lnTo>
                  <a:lnTo>
                    <a:pt x="1830665" y="566556"/>
                  </a:lnTo>
                  <a:lnTo>
                    <a:pt x="1867746" y="624592"/>
                  </a:lnTo>
                  <a:lnTo>
                    <a:pt x="1905045" y="686281"/>
                  </a:lnTo>
                  <a:lnTo>
                    <a:pt x="1942657" y="751472"/>
                  </a:lnTo>
                  <a:lnTo>
                    <a:pt x="1980632" y="819929"/>
                  </a:lnTo>
                  <a:lnTo>
                    <a:pt x="2018984" y="891330"/>
                  </a:lnTo>
                  <a:lnTo>
                    <a:pt x="2057696" y="965268"/>
                  </a:lnTo>
                  <a:lnTo>
                    <a:pt x="2096717" y="1041262"/>
                  </a:lnTo>
                  <a:lnTo>
                    <a:pt x="2135976" y="1118766"/>
                  </a:lnTo>
                  <a:lnTo>
                    <a:pt x="2175383" y="1197186"/>
                  </a:lnTo>
                  <a:lnTo>
                    <a:pt x="2214837" y="1275896"/>
                  </a:lnTo>
                  <a:lnTo>
                    <a:pt x="2254235" y="1354262"/>
                  </a:lnTo>
                  <a:lnTo>
                    <a:pt x="2293477" y="1431661"/>
                  </a:lnTo>
                  <a:lnTo>
                    <a:pt x="2332474" y="1507500"/>
                  </a:lnTo>
                  <a:lnTo>
                    <a:pt x="2371156" y="1581239"/>
                  </a:lnTo>
                  <a:lnTo>
                    <a:pt x="2409477" y="1652403"/>
                  </a:lnTo>
                  <a:lnTo>
                    <a:pt x="2447420" y="1720593"/>
                  </a:lnTo>
                  <a:lnTo>
                    <a:pt x="2485002" y="1785493"/>
                  </a:lnTo>
                  <a:lnTo>
                    <a:pt x="2522278" y="1846875"/>
                  </a:lnTo>
                  <a:lnTo>
                    <a:pt x="2559347" y="1904595"/>
                  </a:lnTo>
                  <a:lnTo>
                    <a:pt x="2596350" y="1958591"/>
                  </a:lnTo>
                  <a:lnTo>
                    <a:pt x="2633482" y="2008874"/>
                  </a:lnTo>
                  <a:lnTo>
                    <a:pt x="2667772" y="2051681"/>
                  </a:lnTo>
                  <a:lnTo>
                    <a:pt x="2714817" y="2104570"/>
                  </a:lnTo>
                  <a:lnTo>
                    <a:pt x="2763490" y="2152070"/>
                  </a:lnTo>
                  <a:lnTo>
                    <a:pt x="2814571" y="2194467"/>
                  </a:lnTo>
                  <a:lnTo>
                    <a:pt x="2868934" y="2232240"/>
                  </a:lnTo>
                  <a:lnTo>
                    <a:pt x="2927463" y="2265923"/>
                  </a:lnTo>
                  <a:lnTo>
                    <a:pt x="2990982" y="2296028"/>
                  </a:lnTo>
                  <a:lnTo>
                    <a:pt x="3060146" y="2323002"/>
                  </a:lnTo>
                  <a:lnTo>
                    <a:pt x="3135314" y="2347202"/>
                  </a:lnTo>
                  <a:lnTo>
                    <a:pt x="3216371" y="2368885"/>
                  </a:lnTo>
                  <a:lnTo>
                    <a:pt x="3302520" y="2388207"/>
                  </a:lnTo>
                  <a:lnTo>
                    <a:pt x="3392087" y="2405224"/>
                  </a:lnTo>
                  <a:lnTo>
                    <a:pt x="3482394" y="2419920"/>
                  </a:lnTo>
                  <a:lnTo>
                    <a:pt x="3569827" y="2432239"/>
                  </a:lnTo>
                  <a:lnTo>
                    <a:pt x="3650180" y="2442141"/>
                  </a:lnTo>
                  <a:lnTo>
                    <a:pt x="3719300" y="2449656"/>
                  </a:lnTo>
                  <a:lnTo>
                    <a:pt x="3773927" y="2454937"/>
                  </a:lnTo>
                  <a:lnTo>
                    <a:pt x="3812479" y="2458269"/>
                  </a:lnTo>
                  <a:lnTo>
                    <a:pt x="3835528" y="2460060"/>
                  </a:lnTo>
                  <a:lnTo>
                    <a:pt x="3845838" y="2460783"/>
                  </a:lnTo>
                  <a:lnTo>
                    <a:pt x="3848118" y="2460929"/>
                  </a:lnTo>
                  <a:lnTo>
                    <a:pt x="4386855" y="2460929"/>
                  </a:lnTo>
                  <a:lnTo>
                    <a:pt x="4388121" y="2460883"/>
                  </a:lnTo>
                  <a:lnTo>
                    <a:pt x="4396383" y="2460555"/>
                  </a:lnTo>
                  <a:lnTo>
                    <a:pt x="4417000" y="2459646"/>
                  </a:lnTo>
                  <a:lnTo>
                    <a:pt x="4453325" y="2457864"/>
                  </a:lnTo>
                  <a:lnTo>
                    <a:pt x="4506387" y="2454949"/>
                  </a:lnTo>
                  <a:lnTo>
                    <a:pt x="4574861" y="2450714"/>
                  </a:lnTo>
                  <a:lnTo>
                    <a:pt x="4655512" y="2445052"/>
                  </a:lnTo>
                  <a:lnTo>
                    <a:pt x="4744021" y="2437939"/>
                  </a:lnTo>
                  <a:lnTo>
                    <a:pt x="4835913" y="2429395"/>
                  </a:lnTo>
                  <a:lnTo>
                    <a:pt x="4927298" y="2419455"/>
                  </a:lnTo>
                  <a:lnTo>
                    <a:pt x="5015273" y="2408131"/>
                  </a:lnTo>
                  <a:lnTo>
                    <a:pt x="5098016" y="2395391"/>
                  </a:lnTo>
                  <a:lnTo>
                    <a:pt x="5174661" y="2381143"/>
                  </a:lnTo>
                  <a:lnTo>
                    <a:pt x="5245075" y="2365229"/>
                  </a:lnTo>
                  <a:lnTo>
                    <a:pt x="5309641" y="2347430"/>
                  </a:lnTo>
                  <a:lnTo>
                    <a:pt x="5369059" y="2327472"/>
                  </a:lnTo>
                  <a:lnTo>
                    <a:pt x="5424201" y="2305041"/>
                  </a:lnTo>
                  <a:lnTo>
                    <a:pt x="5476005" y="2279809"/>
                  </a:lnTo>
                  <a:lnTo>
                    <a:pt x="5525388" y="2251492"/>
                  </a:lnTo>
                  <a:lnTo>
                    <a:pt x="5567201" y="2224092"/>
                  </a:lnTo>
                  <a:lnTo>
                    <a:pt x="5611664" y="2191578"/>
                  </a:lnTo>
                  <a:lnTo>
                    <a:pt x="5655692" y="2156076"/>
                  </a:lnTo>
                  <a:lnTo>
                    <a:pt x="5699672" y="2117531"/>
                  </a:lnTo>
                  <a:lnTo>
                    <a:pt x="5743880" y="2075973"/>
                  </a:lnTo>
                  <a:lnTo>
                    <a:pt x="5788499" y="2031521"/>
                  </a:lnTo>
                  <a:lnTo>
                    <a:pt x="5833626" y="1984390"/>
                  </a:lnTo>
                  <a:lnTo>
                    <a:pt x="5879285" y="1934895"/>
                  </a:lnTo>
                  <a:lnTo>
                    <a:pt x="5925430" y="1883449"/>
                  </a:lnTo>
                  <a:lnTo>
                    <a:pt x="5971964" y="1830543"/>
                  </a:lnTo>
                  <a:lnTo>
                    <a:pt x="6018747" y="1776737"/>
                  </a:lnTo>
                  <a:lnTo>
                    <a:pt x="6065615" y="1722633"/>
                  </a:lnTo>
                  <a:lnTo>
                    <a:pt x="6112393" y="1668844"/>
                  </a:lnTo>
                  <a:lnTo>
                    <a:pt x="6158918" y="1615970"/>
                  </a:lnTo>
                  <a:lnTo>
                    <a:pt x="6205051" y="1564570"/>
                  </a:lnTo>
                  <a:lnTo>
                    <a:pt x="6250696" y="1515135"/>
                  </a:lnTo>
                  <a:lnTo>
                    <a:pt x="6295809" y="1468073"/>
                  </a:lnTo>
                  <a:lnTo>
                    <a:pt x="6340415" y="1423696"/>
                  </a:lnTo>
                  <a:lnTo>
                    <a:pt x="6384614" y="1382219"/>
                  </a:lnTo>
                  <a:lnTo>
                    <a:pt x="6428591" y="1343757"/>
                  </a:lnTo>
                  <a:lnTo>
                    <a:pt x="6472625" y="1308336"/>
                  </a:lnTo>
                  <a:lnTo>
                    <a:pt x="6515891" y="1276743"/>
                  </a:lnTo>
                  <a:lnTo>
                    <a:pt x="6563828" y="1245594"/>
                  </a:lnTo>
                  <a:lnTo>
                    <a:pt x="6613469" y="1217678"/>
                  </a:lnTo>
                  <a:lnTo>
                    <a:pt x="6665642" y="1192817"/>
                  </a:lnTo>
                  <a:lnTo>
                    <a:pt x="6721272" y="1170716"/>
                  </a:lnTo>
                  <a:lnTo>
                    <a:pt x="6781293" y="1151047"/>
                  </a:lnTo>
                  <a:lnTo>
                    <a:pt x="6846564" y="1133500"/>
                  </a:lnTo>
                  <a:lnTo>
                    <a:pt x="6917751" y="1117807"/>
                  </a:lnTo>
                  <a:lnTo>
                    <a:pt x="6995185" y="1103756"/>
                  </a:lnTo>
                  <a:lnTo>
                    <a:pt x="7078654" y="1091198"/>
                  </a:lnTo>
                  <a:lnTo>
                    <a:pt x="7167181" y="1080050"/>
                  </a:lnTo>
                  <a:lnTo>
                    <a:pt x="7258812" y="1070284"/>
                  </a:lnTo>
                  <a:lnTo>
                    <a:pt x="7350510" y="1061919"/>
                  </a:lnTo>
                  <a:lnTo>
                    <a:pt x="7438279" y="1054988"/>
                  </a:lnTo>
                  <a:lnTo>
                    <a:pt x="7517619" y="1049510"/>
                  </a:lnTo>
                  <a:lnTo>
                    <a:pt x="7584295" y="1045448"/>
                  </a:lnTo>
                  <a:lnTo>
                    <a:pt x="7635273" y="1042688"/>
                  </a:lnTo>
                  <a:lnTo>
                    <a:pt x="7669510" y="1041031"/>
                  </a:lnTo>
                  <a:lnTo>
                    <a:pt x="7688340" y="1040213"/>
                  </a:lnTo>
                  <a:lnTo>
                    <a:pt x="7695386" y="1039936"/>
                  </a:lnTo>
                  <a:lnTo>
                    <a:pt x="7696237" y="1039906"/>
                  </a:lnTo>
                  <a:lnTo>
                    <a:pt x="8234974" y="1039906"/>
                  </a:lnTo>
                  <a:lnTo>
                    <a:pt x="8234974" y="1034461"/>
                  </a:lnTo>
                  <a:lnTo>
                    <a:pt x="7696237" y="1034461"/>
                  </a:lnTo>
                  <a:lnTo>
                    <a:pt x="7694972" y="1034507"/>
                  </a:lnTo>
                  <a:lnTo>
                    <a:pt x="7686710" y="1034835"/>
                  </a:lnTo>
                  <a:lnTo>
                    <a:pt x="7666092" y="1035744"/>
                  </a:lnTo>
                  <a:lnTo>
                    <a:pt x="7629767" y="1037526"/>
                  </a:lnTo>
                  <a:lnTo>
                    <a:pt x="7576705" y="1040441"/>
                  </a:lnTo>
                  <a:lnTo>
                    <a:pt x="7508231" y="1044676"/>
                  </a:lnTo>
                  <a:lnTo>
                    <a:pt x="7427581" y="1050337"/>
                  </a:lnTo>
                  <a:lnTo>
                    <a:pt x="7339072" y="1057451"/>
                  </a:lnTo>
                  <a:lnTo>
                    <a:pt x="7247179" y="1065995"/>
                  </a:lnTo>
                  <a:lnTo>
                    <a:pt x="7155795" y="1075935"/>
                  </a:lnTo>
                  <a:lnTo>
                    <a:pt x="7067820" y="1087259"/>
                  </a:lnTo>
                  <a:lnTo>
                    <a:pt x="6985076" y="1099999"/>
                  </a:lnTo>
                  <a:lnTo>
                    <a:pt x="6908432" y="1114247"/>
                  </a:lnTo>
                  <a:lnTo>
                    <a:pt x="6838017" y="1130161"/>
                  </a:lnTo>
                  <a:lnTo>
                    <a:pt x="6773451" y="1147960"/>
                  </a:lnTo>
                  <a:lnTo>
                    <a:pt x="6714033" y="1167918"/>
                  </a:lnTo>
                  <a:lnTo>
                    <a:pt x="6658891" y="1190349"/>
                  </a:lnTo>
                  <a:lnTo>
                    <a:pt x="6607087" y="1215581"/>
                  </a:lnTo>
                  <a:lnTo>
                    <a:pt x="6557704" y="1243898"/>
                  </a:lnTo>
                  <a:lnTo>
                    <a:pt x="6515891" y="1271298"/>
                  </a:lnTo>
                  <a:lnTo>
                    <a:pt x="6471428" y="1303812"/>
                  </a:lnTo>
                  <a:lnTo>
                    <a:pt x="6427400" y="1339314"/>
                  </a:lnTo>
                  <a:lnTo>
                    <a:pt x="6383420" y="1377859"/>
                  </a:lnTo>
                  <a:lnTo>
                    <a:pt x="6339212" y="1419416"/>
                  </a:lnTo>
                  <a:lnTo>
                    <a:pt x="6294594" y="1463869"/>
                  </a:lnTo>
                  <a:lnTo>
                    <a:pt x="6249466" y="1511000"/>
                  </a:lnTo>
                  <a:lnTo>
                    <a:pt x="6203808" y="1560494"/>
                  </a:lnTo>
                  <a:lnTo>
                    <a:pt x="6157662" y="1611941"/>
                  </a:lnTo>
                  <a:lnTo>
                    <a:pt x="6111129" y="1664847"/>
                  </a:lnTo>
                  <a:lnTo>
                    <a:pt x="6064345" y="1718653"/>
                  </a:lnTo>
                  <a:lnTo>
                    <a:pt x="6017478" y="1772757"/>
                  </a:lnTo>
                  <a:lnTo>
                    <a:pt x="5970699" y="1826546"/>
                  </a:lnTo>
                  <a:lnTo>
                    <a:pt x="5924174" y="1879420"/>
                  </a:lnTo>
                  <a:lnTo>
                    <a:pt x="5878041" y="1930820"/>
                  </a:lnTo>
                  <a:lnTo>
                    <a:pt x="5832397" y="1980255"/>
                  </a:lnTo>
                  <a:lnTo>
                    <a:pt x="5787284" y="2027317"/>
                  </a:lnTo>
                  <a:lnTo>
                    <a:pt x="5742678" y="2071694"/>
                  </a:lnTo>
                  <a:lnTo>
                    <a:pt x="5698479" y="2113171"/>
                  </a:lnTo>
                  <a:lnTo>
                    <a:pt x="5654502" y="2151633"/>
                  </a:lnTo>
                  <a:lnTo>
                    <a:pt x="5610467" y="2187054"/>
                  </a:lnTo>
                  <a:lnTo>
                    <a:pt x="5567201" y="2218647"/>
                  </a:lnTo>
                  <a:lnTo>
                    <a:pt x="5519264" y="2249796"/>
                  </a:lnTo>
                  <a:lnTo>
                    <a:pt x="5469624" y="2277712"/>
                  </a:lnTo>
                  <a:lnTo>
                    <a:pt x="5417450" y="2302573"/>
                  </a:lnTo>
                  <a:lnTo>
                    <a:pt x="5361820" y="2324674"/>
                  </a:lnTo>
                  <a:lnTo>
                    <a:pt x="5301799" y="2344343"/>
                  </a:lnTo>
                  <a:lnTo>
                    <a:pt x="5236529" y="2361890"/>
                  </a:lnTo>
                  <a:lnTo>
                    <a:pt x="5165341" y="2377583"/>
                  </a:lnTo>
                  <a:lnTo>
                    <a:pt x="5087907" y="2391634"/>
                  </a:lnTo>
                  <a:lnTo>
                    <a:pt x="5004438" y="2404192"/>
                  </a:lnTo>
                  <a:lnTo>
                    <a:pt x="4915911" y="2415340"/>
                  </a:lnTo>
                  <a:lnTo>
                    <a:pt x="4824280" y="2425106"/>
                  </a:lnTo>
                  <a:lnTo>
                    <a:pt x="4732583" y="2433471"/>
                  </a:lnTo>
                  <a:lnTo>
                    <a:pt x="4644813" y="2440402"/>
                  </a:lnTo>
                  <a:lnTo>
                    <a:pt x="4565473" y="2445880"/>
                  </a:lnTo>
                  <a:lnTo>
                    <a:pt x="4498797" y="2449942"/>
                  </a:lnTo>
                  <a:lnTo>
                    <a:pt x="4447819" y="2452702"/>
                  </a:lnTo>
                  <a:lnTo>
                    <a:pt x="4413582" y="2454359"/>
                  </a:lnTo>
                  <a:lnTo>
                    <a:pt x="4394753" y="2455177"/>
                  </a:lnTo>
                  <a:lnTo>
                    <a:pt x="4387706" y="2455454"/>
                  </a:lnTo>
                  <a:lnTo>
                    <a:pt x="4386855" y="2455484"/>
                  </a:lnTo>
                  <a:lnTo>
                    <a:pt x="3848118" y="2455484"/>
                  </a:lnTo>
                  <a:lnTo>
                    <a:pt x="3846920" y="2455409"/>
                  </a:lnTo>
                  <a:lnTo>
                    <a:pt x="3839085" y="2454873"/>
                  </a:lnTo>
                  <a:lnTo>
                    <a:pt x="3819496" y="2453389"/>
                  </a:lnTo>
                  <a:lnTo>
                    <a:pt x="3784884" y="2450476"/>
                  </a:lnTo>
                  <a:lnTo>
                    <a:pt x="3734130" y="2445705"/>
                  </a:lnTo>
                  <a:lnTo>
                    <a:pt x="3668316" y="2438757"/>
                  </a:lnTo>
                  <a:lnTo>
                    <a:pt x="3590352" y="2429447"/>
                  </a:lnTo>
                  <a:lnTo>
                    <a:pt x="3504255" y="2417718"/>
                  </a:lnTo>
                  <a:lnTo>
                    <a:pt x="3414288" y="2403600"/>
                  </a:lnTo>
                  <a:lnTo>
                    <a:pt x="3324253" y="2387148"/>
                  </a:lnTo>
                  <a:lnTo>
                    <a:pt x="3237073" y="2368393"/>
                  </a:lnTo>
                  <a:lnTo>
                    <a:pt x="3154663" y="2347299"/>
                  </a:lnTo>
                  <a:lnTo>
                    <a:pt x="3078017" y="2323736"/>
                  </a:lnTo>
                  <a:lnTo>
                    <a:pt x="3007399" y="2297472"/>
                  </a:lnTo>
                  <a:lnTo>
                    <a:pt x="2942549" y="2268174"/>
                  </a:lnTo>
                  <a:lnTo>
                    <a:pt x="2882867" y="2235414"/>
                  </a:lnTo>
                  <a:lnTo>
                    <a:pt x="2827564" y="2198693"/>
                  </a:lnTo>
                  <a:lnTo>
                    <a:pt x="2775760" y="2157478"/>
                  </a:lnTo>
                  <a:lnTo>
                    <a:pt x="2726574" y="2111266"/>
                  </a:lnTo>
                  <a:lnTo>
                    <a:pt x="2679194" y="2059708"/>
                  </a:lnTo>
                  <a:lnTo>
                    <a:pt x="2667772" y="2046237"/>
                  </a:lnTo>
                  <a:lnTo>
                    <a:pt x="2630303" y="1999283"/>
                  </a:lnTo>
                  <a:lnTo>
                    <a:pt x="2593191" y="1948686"/>
                  </a:lnTo>
                  <a:lnTo>
                    <a:pt x="2556190" y="1894372"/>
                  </a:lnTo>
                  <a:lnTo>
                    <a:pt x="2519109" y="1836336"/>
                  </a:lnTo>
                  <a:lnTo>
                    <a:pt x="2481809" y="1774647"/>
                  </a:lnTo>
                  <a:lnTo>
                    <a:pt x="2444198" y="1709456"/>
                  </a:lnTo>
                  <a:lnTo>
                    <a:pt x="2406223" y="1640999"/>
                  </a:lnTo>
                  <a:lnTo>
                    <a:pt x="2367870" y="1569599"/>
                  </a:lnTo>
                  <a:lnTo>
                    <a:pt x="2329159" y="1495661"/>
                  </a:lnTo>
                  <a:lnTo>
                    <a:pt x="2290138" y="1419667"/>
                  </a:lnTo>
                  <a:lnTo>
                    <a:pt x="2250879" y="1342162"/>
                  </a:lnTo>
                  <a:lnTo>
                    <a:pt x="2211472" y="1263742"/>
                  </a:lnTo>
                  <a:lnTo>
                    <a:pt x="2172018" y="1185032"/>
                  </a:lnTo>
                  <a:lnTo>
                    <a:pt x="2132620" y="1106666"/>
                  </a:lnTo>
                  <a:lnTo>
                    <a:pt x="2093378" y="1029268"/>
                  </a:lnTo>
                  <a:lnTo>
                    <a:pt x="2054381" y="953429"/>
                  </a:lnTo>
                  <a:lnTo>
                    <a:pt x="2015698" y="879689"/>
                  </a:lnTo>
                  <a:lnTo>
                    <a:pt x="1977377" y="808525"/>
                  </a:lnTo>
                  <a:lnTo>
                    <a:pt x="1939435" y="740336"/>
                  </a:lnTo>
                  <a:lnTo>
                    <a:pt x="1901853" y="675435"/>
                  </a:lnTo>
                  <a:lnTo>
                    <a:pt x="1864576" y="614053"/>
                  </a:lnTo>
                  <a:lnTo>
                    <a:pt x="1827508" y="556333"/>
                  </a:lnTo>
                  <a:lnTo>
                    <a:pt x="1790505" y="502338"/>
                  </a:lnTo>
                  <a:lnTo>
                    <a:pt x="1753373" y="452055"/>
                  </a:lnTo>
                  <a:lnTo>
                    <a:pt x="1719082" y="409247"/>
                  </a:lnTo>
                  <a:lnTo>
                    <a:pt x="1672038" y="356359"/>
                  </a:lnTo>
                  <a:lnTo>
                    <a:pt x="1623365" y="308859"/>
                  </a:lnTo>
                  <a:lnTo>
                    <a:pt x="1572283" y="266461"/>
                  </a:lnTo>
                  <a:lnTo>
                    <a:pt x="1517921" y="228688"/>
                  </a:lnTo>
                  <a:lnTo>
                    <a:pt x="1459391" y="195005"/>
                  </a:lnTo>
                  <a:lnTo>
                    <a:pt x="1395873" y="164900"/>
                  </a:lnTo>
                  <a:lnTo>
                    <a:pt x="1326709" y="137927"/>
                  </a:lnTo>
                  <a:lnTo>
                    <a:pt x="1251541" y="113727"/>
                  </a:lnTo>
                  <a:lnTo>
                    <a:pt x="1170484" y="92043"/>
                  </a:lnTo>
                  <a:lnTo>
                    <a:pt x="1084334" y="72722"/>
                  </a:lnTo>
                  <a:lnTo>
                    <a:pt x="994768" y="55705"/>
                  </a:lnTo>
                  <a:lnTo>
                    <a:pt x="904461" y="41009"/>
                  </a:lnTo>
                  <a:lnTo>
                    <a:pt x="817028" y="28689"/>
                  </a:lnTo>
                  <a:lnTo>
                    <a:pt x="736675" y="18788"/>
                  </a:lnTo>
                  <a:lnTo>
                    <a:pt x="667555" y="11272"/>
                  </a:lnTo>
                  <a:lnTo>
                    <a:pt x="612928" y="5992"/>
                  </a:lnTo>
                  <a:lnTo>
                    <a:pt x="574375" y="2659"/>
                  </a:lnTo>
                  <a:lnTo>
                    <a:pt x="551326" y="868"/>
                  </a:lnTo>
                  <a:lnTo>
                    <a:pt x="541017" y="14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72" name="pl672"/>
            <p:cNvSpPr/>
            <p:nvPr/>
          </p:nvSpPr>
          <p:spPr>
            <a:xfrm>
              <a:off x="546595" y="2868380"/>
              <a:ext cx="8234974" cy="2455484"/>
            </a:xfrm>
            <a:custGeom>
              <a:avLst/>
              <a:pathLst>
                <a:path w="8234974" h="2455484">
                  <a:moveTo>
                    <a:pt x="0" y="0"/>
                  </a:moveTo>
                  <a:lnTo>
                    <a:pt x="538736" y="0"/>
                  </a:lnTo>
                  <a:lnTo>
                    <a:pt x="539935" y="75"/>
                  </a:lnTo>
                  <a:lnTo>
                    <a:pt x="547770" y="611"/>
                  </a:lnTo>
                  <a:lnTo>
                    <a:pt x="567359" y="2095"/>
                  </a:lnTo>
                  <a:lnTo>
                    <a:pt x="601970" y="5008"/>
                  </a:lnTo>
                  <a:lnTo>
                    <a:pt x="652724" y="9779"/>
                  </a:lnTo>
                  <a:lnTo>
                    <a:pt x="718539" y="16727"/>
                  </a:lnTo>
                  <a:lnTo>
                    <a:pt x="796502" y="26037"/>
                  </a:lnTo>
                  <a:lnTo>
                    <a:pt x="882599" y="37766"/>
                  </a:lnTo>
                  <a:lnTo>
                    <a:pt x="972567" y="51884"/>
                  </a:lnTo>
                  <a:lnTo>
                    <a:pt x="1062601" y="68336"/>
                  </a:lnTo>
                  <a:lnTo>
                    <a:pt x="1149782" y="87090"/>
                  </a:lnTo>
                  <a:lnTo>
                    <a:pt x="1232192" y="108185"/>
                  </a:lnTo>
                  <a:lnTo>
                    <a:pt x="1308837" y="131748"/>
                  </a:lnTo>
                  <a:lnTo>
                    <a:pt x="1379455" y="158012"/>
                  </a:lnTo>
                  <a:lnTo>
                    <a:pt x="1444306" y="187310"/>
                  </a:lnTo>
                  <a:lnTo>
                    <a:pt x="1503987" y="220070"/>
                  </a:lnTo>
                  <a:lnTo>
                    <a:pt x="1559291" y="256791"/>
                  </a:lnTo>
                  <a:lnTo>
                    <a:pt x="1611094" y="298006"/>
                  </a:lnTo>
                  <a:lnTo>
                    <a:pt x="1660281" y="344218"/>
                  </a:lnTo>
                  <a:lnTo>
                    <a:pt x="1707660" y="395776"/>
                  </a:lnTo>
                  <a:lnTo>
                    <a:pt x="1719082" y="409247"/>
                  </a:lnTo>
                  <a:lnTo>
                    <a:pt x="1756551" y="456201"/>
                  </a:lnTo>
                  <a:lnTo>
                    <a:pt x="1793663" y="506798"/>
                  </a:lnTo>
                  <a:lnTo>
                    <a:pt x="1830665" y="561112"/>
                  </a:lnTo>
                  <a:lnTo>
                    <a:pt x="1867746" y="619148"/>
                  </a:lnTo>
                  <a:lnTo>
                    <a:pt x="1905045" y="680837"/>
                  </a:lnTo>
                  <a:lnTo>
                    <a:pt x="1942657" y="746028"/>
                  </a:lnTo>
                  <a:lnTo>
                    <a:pt x="1980632" y="814485"/>
                  </a:lnTo>
                  <a:lnTo>
                    <a:pt x="2018984" y="885885"/>
                  </a:lnTo>
                  <a:lnTo>
                    <a:pt x="2057696" y="959823"/>
                  </a:lnTo>
                  <a:lnTo>
                    <a:pt x="2096717" y="1035817"/>
                  </a:lnTo>
                  <a:lnTo>
                    <a:pt x="2135976" y="1113322"/>
                  </a:lnTo>
                  <a:lnTo>
                    <a:pt x="2175383" y="1191742"/>
                  </a:lnTo>
                  <a:lnTo>
                    <a:pt x="2214837" y="1270452"/>
                  </a:lnTo>
                  <a:lnTo>
                    <a:pt x="2254235" y="1348818"/>
                  </a:lnTo>
                  <a:lnTo>
                    <a:pt x="2293477" y="1426216"/>
                  </a:lnTo>
                  <a:lnTo>
                    <a:pt x="2332474" y="1502055"/>
                  </a:lnTo>
                  <a:lnTo>
                    <a:pt x="2371156" y="1575795"/>
                  </a:lnTo>
                  <a:lnTo>
                    <a:pt x="2409477" y="1646959"/>
                  </a:lnTo>
                  <a:lnTo>
                    <a:pt x="2447420" y="1715148"/>
                  </a:lnTo>
                  <a:lnTo>
                    <a:pt x="2485002" y="1780049"/>
                  </a:lnTo>
                  <a:lnTo>
                    <a:pt x="2522278" y="1841431"/>
                  </a:lnTo>
                  <a:lnTo>
                    <a:pt x="2559347" y="1899151"/>
                  </a:lnTo>
                  <a:lnTo>
                    <a:pt x="2596350" y="1953146"/>
                  </a:lnTo>
                  <a:lnTo>
                    <a:pt x="2633482" y="2003429"/>
                  </a:lnTo>
                  <a:lnTo>
                    <a:pt x="2667772" y="2046237"/>
                  </a:lnTo>
                  <a:lnTo>
                    <a:pt x="2714817" y="2099125"/>
                  </a:lnTo>
                  <a:lnTo>
                    <a:pt x="2763490" y="2146625"/>
                  </a:lnTo>
                  <a:lnTo>
                    <a:pt x="2814571" y="2189023"/>
                  </a:lnTo>
                  <a:lnTo>
                    <a:pt x="2868934" y="2226796"/>
                  </a:lnTo>
                  <a:lnTo>
                    <a:pt x="2927463" y="2260479"/>
                  </a:lnTo>
                  <a:lnTo>
                    <a:pt x="2990982" y="2290584"/>
                  </a:lnTo>
                  <a:lnTo>
                    <a:pt x="3060146" y="2317557"/>
                  </a:lnTo>
                  <a:lnTo>
                    <a:pt x="3135314" y="2341757"/>
                  </a:lnTo>
                  <a:lnTo>
                    <a:pt x="3216371" y="2363441"/>
                  </a:lnTo>
                  <a:lnTo>
                    <a:pt x="3302520" y="2382762"/>
                  </a:lnTo>
                  <a:lnTo>
                    <a:pt x="3392087" y="2399779"/>
                  </a:lnTo>
                  <a:lnTo>
                    <a:pt x="3482394" y="2414475"/>
                  </a:lnTo>
                  <a:lnTo>
                    <a:pt x="3569827" y="2426795"/>
                  </a:lnTo>
                  <a:lnTo>
                    <a:pt x="3650180" y="2436696"/>
                  </a:lnTo>
                  <a:lnTo>
                    <a:pt x="3719300" y="2444212"/>
                  </a:lnTo>
                  <a:lnTo>
                    <a:pt x="3773927" y="2449492"/>
                  </a:lnTo>
                  <a:lnTo>
                    <a:pt x="3812479" y="2452825"/>
                  </a:lnTo>
                  <a:lnTo>
                    <a:pt x="3835528" y="2454615"/>
                  </a:lnTo>
                  <a:lnTo>
                    <a:pt x="3845838" y="2455339"/>
                  </a:lnTo>
                  <a:lnTo>
                    <a:pt x="3848100" y="2455483"/>
                  </a:lnTo>
                  <a:lnTo>
                    <a:pt x="3848118" y="2455484"/>
                  </a:lnTo>
                  <a:lnTo>
                    <a:pt x="4386855" y="2455484"/>
                  </a:lnTo>
                  <a:lnTo>
                    <a:pt x="4388121" y="2455438"/>
                  </a:lnTo>
                  <a:lnTo>
                    <a:pt x="4396383" y="2455110"/>
                  </a:lnTo>
                  <a:lnTo>
                    <a:pt x="4417000" y="2454202"/>
                  </a:lnTo>
                  <a:lnTo>
                    <a:pt x="4453325" y="2452419"/>
                  </a:lnTo>
                  <a:lnTo>
                    <a:pt x="4506387" y="2449505"/>
                  </a:lnTo>
                  <a:lnTo>
                    <a:pt x="4574861" y="2445269"/>
                  </a:lnTo>
                  <a:lnTo>
                    <a:pt x="4655512" y="2439608"/>
                  </a:lnTo>
                  <a:lnTo>
                    <a:pt x="4744021" y="2432494"/>
                  </a:lnTo>
                  <a:lnTo>
                    <a:pt x="4835913" y="2423951"/>
                  </a:lnTo>
                  <a:lnTo>
                    <a:pt x="4927298" y="2414010"/>
                  </a:lnTo>
                  <a:lnTo>
                    <a:pt x="5015273" y="2402687"/>
                  </a:lnTo>
                  <a:lnTo>
                    <a:pt x="5098016" y="2389947"/>
                  </a:lnTo>
                  <a:lnTo>
                    <a:pt x="5174661" y="2375698"/>
                  </a:lnTo>
                  <a:lnTo>
                    <a:pt x="5245075" y="2359784"/>
                  </a:lnTo>
                  <a:lnTo>
                    <a:pt x="5309641" y="2341985"/>
                  </a:lnTo>
                  <a:lnTo>
                    <a:pt x="5369059" y="2322028"/>
                  </a:lnTo>
                  <a:lnTo>
                    <a:pt x="5424201" y="2299596"/>
                  </a:lnTo>
                  <a:lnTo>
                    <a:pt x="5476005" y="2274365"/>
                  </a:lnTo>
                  <a:lnTo>
                    <a:pt x="5525388" y="2246048"/>
                  </a:lnTo>
                  <a:lnTo>
                    <a:pt x="5567201" y="2218647"/>
                  </a:lnTo>
                  <a:lnTo>
                    <a:pt x="5611664" y="2186134"/>
                  </a:lnTo>
                  <a:lnTo>
                    <a:pt x="5655692" y="2150631"/>
                  </a:lnTo>
                  <a:lnTo>
                    <a:pt x="5699672" y="2112087"/>
                  </a:lnTo>
                  <a:lnTo>
                    <a:pt x="5743880" y="2070529"/>
                  </a:lnTo>
                  <a:lnTo>
                    <a:pt x="5788499" y="2026076"/>
                  </a:lnTo>
                  <a:lnTo>
                    <a:pt x="5833626" y="1978945"/>
                  </a:lnTo>
                  <a:lnTo>
                    <a:pt x="5879285" y="1929451"/>
                  </a:lnTo>
                  <a:lnTo>
                    <a:pt x="5925430" y="1878004"/>
                  </a:lnTo>
                  <a:lnTo>
                    <a:pt x="5971964" y="1825098"/>
                  </a:lnTo>
                  <a:lnTo>
                    <a:pt x="6018747" y="1771293"/>
                  </a:lnTo>
                  <a:lnTo>
                    <a:pt x="6065615" y="1717188"/>
                  </a:lnTo>
                  <a:lnTo>
                    <a:pt x="6112393" y="1663399"/>
                  </a:lnTo>
                  <a:lnTo>
                    <a:pt x="6158918" y="1610526"/>
                  </a:lnTo>
                  <a:lnTo>
                    <a:pt x="6205051" y="1559126"/>
                  </a:lnTo>
                  <a:lnTo>
                    <a:pt x="6250696" y="1509691"/>
                  </a:lnTo>
                  <a:lnTo>
                    <a:pt x="6295809" y="1462628"/>
                  </a:lnTo>
                  <a:lnTo>
                    <a:pt x="6340415" y="1418252"/>
                  </a:lnTo>
                  <a:lnTo>
                    <a:pt x="6384614" y="1376774"/>
                  </a:lnTo>
                  <a:lnTo>
                    <a:pt x="6428591" y="1338312"/>
                  </a:lnTo>
                  <a:lnTo>
                    <a:pt x="6472625" y="1302892"/>
                  </a:lnTo>
                  <a:lnTo>
                    <a:pt x="6515891" y="1271298"/>
                  </a:lnTo>
                  <a:lnTo>
                    <a:pt x="6563828" y="1240149"/>
                  </a:lnTo>
                  <a:lnTo>
                    <a:pt x="6613469" y="1212234"/>
                  </a:lnTo>
                  <a:lnTo>
                    <a:pt x="6665642" y="1187373"/>
                  </a:lnTo>
                  <a:lnTo>
                    <a:pt x="6721272" y="1165271"/>
                  </a:lnTo>
                  <a:lnTo>
                    <a:pt x="6781293" y="1145603"/>
                  </a:lnTo>
                  <a:lnTo>
                    <a:pt x="6846564" y="1128056"/>
                  </a:lnTo>
                  <a:lnTo>
                    <a:pt x="6917751" y="1112362"/>
                  </a:lnTo>
                  <a:lnTo>
                    <a:pt x="6995185" y="1098311"/>
                  </a:lnTo>
                  <a:lnTo>
                    <a:pt x="7078654" y="1085754"/>
                  </a:lnTo>
                  <a:lnTo>
                    <a:pt x="7167181" y="1074605"/>
                  </a:lnTo>
                  <a:lnTo>
                    <a:pt x="7258812" y="1064840"/>
                  </a:lnTo>
                  <a:lnTo>
                    <a:pt x="7350510" y="1056474"/>
                  </a:lnTo>
                  <a:lnTo>
                    <a:pt x="7438279" y="1049543"/>
                  </a:lnTo>
                  <a:lnTo>
                    <a:pt x="7517619" y="1044065"/>
                  </a:lnTo>
                  <a:lnTo>
                    <a:pt x="7584295" y="1040003"/>
                  </a:lnTo>
                  <a:lnTo>
                    <a:pt x="7635273" y="1037244"/>
                  </a:lnTo>
                  <a:lnTo>
                    <a:pt x="7669510" y="1035587"/>
                  </a:lnTo>
                  <a:lnTo>
                    <a:pt x="7688340" y="1034768"/>
                  </a:lnTo>
                  <a:lnTo>
                    <a:pt x="7695386" y="1034492"/>
                  </a:lnTo>
                  <a:lnTo>
                    <a:pt x="7696237" y="1034461"/>
                  </a:lnTo>
                  <a:lnTo>
                    <a:pt x="8234974" y="1034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3" name="pl673"/>
            <p:cNvSpPr/>
            <p:nvPr/>
          </p:nvSpPr>
          <p:spPr>
            <a:xfrm>
              <a:off x="546595" y="2862936"/>
              <a:ext cx="8234974" cy="2455484"/>
            </a:xfrm>
            <a:custGeom>
              <a:avLst/>
              <a:pathLst>
                <a:path w="8234974" h="2455484">
                  <a:moveTo>
                    <a:pt x="8234974" y="1034461"/>
                  </a:moveTo>
                  <a:lnTo>
                    <a:pt x="7696237" y="1034461"/>
                  </a:lnTo>
                  <a:lnTo>
                    <a:pt x="7694972" y="1034507"/>
                  </a:lnTo>
                  <a:lnTo>
                    <a:pt x="7686710" y="1034835"/>
                  </a:lnTo>
                  <a:lnTo>
                    <a:pt x="7666092" y="1035744"/>
                  </a:lnTo>
                  <a:lnTo>
                    <a:pt x="7629767" y="1037526"/>
                  </a:lnTo>
                  <a:lnTo>
                    <a:pt x="7576705" y="1040441"/>
                  </a:lnTo>
                  <a:lnTo>
                    <a:pt x="7508231" y="1044676"/>
                  </a:lnTo>
                  <a:lnTo>
                    <a:pt x="7427581" y="1050337"/>
                  </a:lnTo>
                  <a:lnTo>
                    <a:pt x="7339072" y="1057451"/>
                  </a:lnTo>
                  <a:lnTo>
                    <a:pt x="7247179" y="1065995"/>
                  </a:lnTo>
                  <a:lnTo>
                    <a:pt x="7155795" y="1075935"/>
                  </a:lnTo>
                  <a:lnTo>
                    <a:pt x="7067820" y="1087259"/>
                  </a:lnTo>
                  <a:lnTo>
                    <a:pt x="6985076" y="1099999"/>
                  </a:lnTo>
                  <a:lnTo>
                    <a:pt x="6908432" y="1114247"/>
                  </a:lnTo>
                  <a:lnTo>
                    <a:pt x="6838017" y="1130161"/>
                  </a:lnTo>
                  <a:lnTo>
                    <a:pt x="6773451" y="1147960"/>
                  </a:lnTo>
                  <a:lnTo>
                    <a:pt x="6714033" y="1167918"/>
                  </a:lnTo>
                  <a:lnTo>
                    <a:pt x="6658891" y="1190349"/>
                  </a:lnTo>
                  <a:lnTo>
                    <a:pt x="6607087" y="1215581"/>
                  </a:lnTo>
                  <a:lnTo>
                    <a:pt x="6557704" y="1243898"/>
                  </a:lnTo>
                  <a:lnTo>
                    <a:pt x="6515891" y="1271298"/>
                  </a:lnTo>
                  <a:lnTo>
                    <a:pt x="6471428" y="1303812"/>
                  </a:lnTo>
                  <a:lnTo>
                    <a:pt x="6427400" y="1339314"/>
                  </a:lnTo>
                  <a:lnTo>
                    <a:pt x="6383420" y="1377859"/>
                  </a:lnTo>
                  <a:lnTo>
                    <a:pt x="6339212" y="1419416"/>
                  </a:lnTo>
                  <a:lnTo>
                    <a:pt x="6294594" y="1463869"/>
                  </a:lnTo>
                  <a:lnTo>
                    <a:pt x="6249466" y="1511000"/>
                  </a:lnTo>
                  <a:lnTo>
                    <a:pt x="6203808" y="1560494"/>
                  </a:lnTo>
                  <a:lnTo>
                    <a:pt x="6157662" y="1611941"/>
                  </a:lnTo>
                  <a:lnTo>
                    <a:pt x="6111129" y="1664847"/>
                  </a:lnTo>
                  <a:lnTo>
                    <a:pt x="6064345" y="1718653"/>
                  </a:lnTo>
                  <a:lnTo>
                    <a:pt x="6017478" y="1772757"/>
                  </a:lnTo>
                  <a:lnTo>
                    <a:pt x="5970699" y="1826546"/>
                  </a:lnTo>
                  <a:lnTo>
                    <a:pt x="5924174" y="1879420"/>
                  </a:lnTo>
                  <a:lnTo>
                    <a:pt x="5878041" y="1930820"/>
                  </a:lnTo>
                  <a:lnTo>
                    <a:pt x="5832397" y="1980255"/>
                  </a:lnTo>
                  <a:lnTo>
                    <a:pt x="5787284" y="2027317"/>
                  </a:lnTo>
                  <a:lnTo>
                    <a:pt x="5742678" y="2071694"/>
                  </a:lnTo>
                  <a:lnTo>
                    <a:pt x="5698479" y="2113171"/>
                  </a:lnTo>
                  <a:lnTo>
                    <a:pt x="5654502" y="2151633"/>
                  </a:lnTo>
                  <a:lnTo>
                    <a:pt x="5610467" y="2187054"/>
                  </a:lnTo>
                  <a:lnTo>
                    <a:pt x="5567201" y="2218647"/>
                  </a:lnTo>
                  <a:lnTo>
                    <a:pt x="5519264" y="2249796"/>
                  </a:lnTo>
                  <a:lnTo>
                    <a:pt x="5469624" y="2277712"/>
                  </a:lnTo>
                  <a:lnTo>
                    <a:pt x="5417450" y="2302573"/>
                  </a:lnTo>
                  <a:lnTo>
                    <a:pt x="5361820" y="2324674"/>
                  </a:lnTo>
                  <a:lnTo>
                    <a:pt x="5301799" y="2344343"/>
                  </a:lnTo>
                  <a:lnTo>
                    <a:pt x="5236529" y="2361890"/>
                  </a:lnTo>
                  <a:lnTo>
                    <a:pt x="5165341" y="2377583"/>
                  </a:lnTo>
                  <a:lnTo>
                    <a:pt x="5087907" y="2391634"/>
                  </a:lnTo>
                  <a:lnTo>
                    <a:pt x="5004438" y="2404192"/>
                  </a:lnTo>
                  <a:lnTo>
                    <a:pt x="4915911" y="2415340"/>
                  </a:lnTo>
                  <a:lnTo>
                    <a:pt x="4824280" y="2425106"/>
                  </a:lnTo>
                  <a:lnTo>
                    <a:pt x="4732583" y="2433471"/>
                  </a:lnTo>
                  <a:lnTo>
                    <a:pt x="4644813" y="2440402"/>
                  </a:lnTo>
                  <a:lnTo>
                    <a:pt x="4565473" y="2445880"/>
                  </a:lnTo>
                  <a:lnTo>
                    <a:pt x="4498797" y="2449942"/>
                  </a:lnTo>
                  <a:lnTo>
                    <a:pt x="4447819" y="2452702"/>
                  </a:lnTo>
                  <a:lnTo>
                    <a:pt x="4413582" y="2454359"/>
                  </a:lnTo>
                  <a:lnTo>
                    <a:pt x="4394753" y="2455177"/>
                  </a:lnTo>
                  <a:lnTo>
                    <a:pt x="4387706" y="2455454"/>
                  </a:lnTo>
                  <a:lnTo>
                    <a:pt x="4386855" y="2455484"/>
                  </a:lnTo>
                  <a:lnTo>
                    <a:pt x="3848118" y="2455484"/>
                  </a:lnTo>
                  <a:lnTo>
                    <a:pt x="3846920" y="2455409"/>
                  </a:lnTo>
                  <a:lnTo>
                    <a:pt x="3839085" y="2454873"/>
                  </a:lnTo>
                  <a:lnTo>
                    <a:pt x="3819496" y="2453389"/>
                  </a:lnTo>
                  <a:lnTo>
                    <a:pt x="3784884" y="2450476"/>
                  </a:lnTo>
                  <a:lnTo>
                    <a:pt x="3734130" y="2445705"/>
                  </a:lnTo>
                  <a:lnTo>
                    <a:pt x="3668316" y="2438757"/>
                  </a:lnTo>
                  <a:lnTo>
                    <a:pt x="3590352" y="2429447"/>
                  </a:lnTo>
                  <a:lnTo>
                    <a:pt x="3504255" y="2417718"/>
                  </a:lnTo>
                  <a:lnTo>
                    <a:pt x="3414288" y="2403600"/>
                  </a:lnTo>
                  <a:lnTo>
                    <a:pt x="3324253" y="2387148"/>
                  </a:lnTo>
                  <a:lnTo>
                    <a:pt x="3237073" y="2368393"/>
                  </a:lnTo>
                  <a:lnTo>
                    <a:pt x="3154663" y="2347299"/>
                  </a:lnTo>
                  <a:lnTo>
                    <a:pt x="3078017" y="2323736"/>
                  </a:lnTo>
                  <a:lnTo>
                    <a:pt x="3007399" y="2297472"/>
                  </a:lnTo>
                  <a:lnTo>
                    <a:pt x="2942549" y="2268174"/>
                  </a:lnTo>
                  <a:lnTo>
                    <a:pt x="2882867" y="2235414"/>
                  </a:lnTo>
                  <a:lnTo>
                    <a:pt x="2827564" y="2198693"/>
                  </a:lnTo>
                  <a:lnTo>
                    <a:pt x="2775760" y="2157478"/>
                  </a:lnTo>
                  <a:lnTo>
                    <a:pt x="2726574" y="2111266"/>
                  </a:lnTo>
                  <a:lnTo>
                    <a:pt x="2679194" y="2059708"/>
                  </a:lnTo>
                  <a:lnTo>
                    <a:pt x="2667772" y="2046237"/>
                  </a:lnTo>
                  <a:lnTo>
                    <a:pt x="2630303" y="1999283"/>
                  </a:lnTo>
                  <a:lnTo>
                    <a:pt x="2593191" y="1948686"/>
                  </a:lnTo>
                  <a:lnTo>
                    <a:pt x="2556190" y="1894372"/>
                  </a:lnTo>
                  <a:lnTo>
                    <a:pt x="2519109" y="1836336"/>
                  </a:lnTo>
                  <a:lnTo>
                    <a:pt x="2481809" y="1774647"/>
                  </a:lnTo>
                  <a:lnTo>
                    <a:pt x="2444198" y="1709456"/>
                  </a:lnTo>
                  <a:lnTo>
                    <a:pt x="2406223" y="1640999"/>
                  </a:lnTo>
                  <a:lnTo>
                    <a:pt x="2367870" y="1569599"/>
                  </a:lnTo>
                  <a:lnTo>
                    <a:pt x="2329159" y="1495661"/>
                  </a:lnTo>
                  <a:lnTo>
                    <a:pt x="2290138" y="1419667"/>
                  </a:lnTo>
                  <a:lnTo>
                    <a:pt x="2250879" y="1342162"/>
                  </a:lnTo>
                  <a:lnTo>
                    <a:pt x="2211472" y="1263742"/>
                  </a:lnTo>
                  <a:lnTo>
                    <a:pt x="2172018" y="1185032"/>
                  </a:lnTo>
                  <a:lnTo>
                    <a:pt x="2132620" y="1106666"/>
                  </a:lnTo>
                  <a:lnTo>
                    <a:pt x="2093378" y="1029268"/>
                  </a:lnTo>
                  <a:lnTo>
                    <a:pt x="2054381" y="953429"/>
                  </a:lnTo>
                  <a:lnTo>
                    <a:pt x="2015698" y="879689"/>
                  </a:lnTo>
                  <a:lnTo>
                    <a:pt x="1977377" y="808525"/>
                  </a:lnTo>
                  <a:lnTo>
                    <a:pt x="1939435" y="740336"/>
                  </a:lnTo>
                  <a:lnTo>
                    <a:pt x="1901853" y="675435"/>
                  </a:lnTo>
                  <a:lnTo>
                    <a:pt x="1864576" y="614053"/>
                  </a:lnTo>
                  <a:lnTo>
                    <a:pt x="1827508" y="556333"/>
                  </a:lnTo>
                  <a:lnTo>
                    <a:pt x="1790505" y="502338"/>
                  </a:lnTo>
                  <a:lnTo>
                    <a:pt x="1753373" y="452055"/>
                  </a:lnTo>
                  <a:lnTo>
                    <a:pt x="1719082" y="409247"/>
                  </a:lnTo>
                  <a:lnTo>
                    <a:pt x="1672038" y="356359"/>
                  </a:lnTo>
                  <a:lnTo>
                    <a:pt x="1623365" y="308859"/>
                  </a:lnTo>
                  <a:lnTo>
                    <a:pt x="1572283" y="266461"/>
                  </a:lnTo>
                  <a:lnTo>
                    <a:pt x="1517921" y="228688"/>
                  </a:lnTo>
                  <a:lnTo>
                    <a:pt x="1459391" y="195005"/>
                  </a:lnTo>
                  <a:lnTo>
                    <a:pt x="1395873" y="164900"/>
                  </a:lnTo>
                  <a:lnTo>
                    <a:pt x="1326709" y="137927"/>
                  </a:lnTo>
                  <a:lnTo>
                    <a:pt x="1251541" y="113727"/>
                  </a:lnTo>
                  <a:lnTo>
                    <a:pt x="1170484" y="92043"/>
                  </a:lnTo>
                  <a:lnTo>
                    <a:pt x="1084334" y="72722"/>
                  </a:lnTo>
                  <a:lnTo>
                    <a:pt x="994768" y="55705"/>
                  </a:lnTo>
                  <a:lnTo>
                    <a:pt x="904461" y="41009"/>
                  </a:lnTo>
                  <a:lnTo>
                    <a:pt x="817028" y="28689"/>
                  </a:lnTo>
                  <a:lnTo>
                    <a:pt x="736675" y="18788"/>
                  </a:lnTo>
                  <a:lnTo>
                    <a:pt x="667555" y="11272"/>
                  </a:lnTo>
                  <a:lnTo>
                    <a:pt x="612928" y="5992"/>
                  </a:lnTo>
                  <a:lnTo>
                    <a:pt x="574375" y="2659"/>
                  </a:lnTo>
                  <a:lnTo>
                    <a:pt x="551326" y="868"/>
                  </a:lnTo>
                  <a:lnTo>
                    <a:pt x="541017" y="145"/>
                  </a:lnTo>
                  <a:lnTo>
                    <a:pt x="53875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4" name="pg674"/>
            <p:cNvSpPr/>
            <p:nvPr/>
          </p:nvSpPr>
          <p:spPr>
            <a:xfrm>
              <a:off x="546595" y="2868380"/>
              <a:ext cx="8234974" cy="2466373"/>
            </a:xfrm>
            <a:custGeom>
              <a:avLst/>
              <a:pathLst>
                <a:path w="8234974" h="2466373">
                  <a:moveTo>
                    <a:pt x="0" y="5444"/>
                  </a:moveTo>
                  <a:lnTo>
                    <a:pt x="538736" y="5444"/>
                  </a:lnTo>
                  <a:lnTo>
                    <a:pt x="539934" y="5519"/>
                  </a:lnTo>
                  <a:lnTo>
                    <a:pt x="547767" y="6057"/>
                  </a:lnTo>
                  <a:lnTo>
                    <a:pt x="567349" y="7543"/>
                  </a:lnTo>
                  <a:lnTo>
                    <a:pt x="601950" y="10462"/>
                  </a:lnTo>
                  <a:lnTo>
                    <a:pt x="652689" y="15242"/>
                  </a:lnTo>
                  <a:lnTo>
                    <a:pt x="718487" y="22203"/>
                  </a:lnTo>
                  <a:lnTo>
                    <a:pt x="796433" y="31531"/>
                  </a:lnTo>
                  <a:lnTo>
                    <a:pt x="882515" y="43282"/>
                  </a:lnTo>
                  <a:lnTo>
                    <a:pt x="972470" y="57427"/>
                  </a:lnTo>
                  <a:lnTo>
                    <a:pt x="1062495" y="73911"/>
                  </a:lnTo>
                  <a:lnTo>
                    <a:pt x="1149670" y="92702"/>
                  </a:lnTo>
                  <a:lnTo>
                    <a:pt x="1232078" y="113837"/>
                  </a:lnTo>
                  <a:lnTo>
                    <a:pt x="1308723" y="137446"/>
                  </a:lnTo>
                  <a:lnTo>
                    <a:pt x="1379342" y="163760"/>
                  </a:lnTo>
                  <a:lnTo>
                    <a:pt x="1444195" y="193115"/>
                  </a:lnTo>
                  <a:lnTo>
                    <a:pt x="1503878" y="225937"/>
                  </a:lnTo>
                  <a:lnTo>
                    <a:pt x="1559183" y="262726"/>
                  </a:lnTo>
                  <a:lnTo>
                    <a:pt x="1610987" y="304018"/>
                  </a:lnTo>
                  <a:lnTo>
                    <a:pt x="1660172" y="350315"/>
                  </a:lnTo>
                  <a:lnTo>
                    <a:pt x="1707549" y="401969"/>
                  </a:lnTo>
                  <a:lnTo>
                    <a:pt x="1719082" y="415599"/>
                  </a:lnTo>
                  <a:lnTo>
                    <a:pt x="1756520" y="462616"/>
                  </a:lnTo>
                  <a:lnTo>
                    <a:pt x="1793602" y="513279"/>
                  </a:lnTo>
                  <a:lnTo>
                    <a:pt x="1830573" y="567661"/>
                  </a:lnTo>
                  <a:lnTo>
                    <a:pt x="1867623" y="625766"/>
                  </a:lnTo>
                  <a:lnTo>
                    <a:pt x="1904890" y="687527"/>
                  </a:lnTo>
                  <a:lnTo>
                    <a:pt x="1942469" y="752793"/>
                  </a:lnTo>
                  <a:lnTo>
                    <a:pt x="1980410" y="821328"/>
                  </a:lnTo>
                  <a:lnTo>
                    <a:pt x="2018729" y="892810"/>
                  </a:lnTo>
                  <a:lnTo>
                    <a:pt x="2057406" y="966835"/>
                  </a:lnTo>
                  <a:lnTo>
                    <a:pt x="2096392" y="1042920"/>
                  </a:lnTo>
                  <a:lnTo>
                    <a:pt x="2135617" y="1120521"/>
                  </a:lnTo>
                  <a:lnTo>
                    <a:pt x="2174990" y="1199044"/>
                  </a:lnTo>
                  <a:lnTo>
                    <a:pt x="2214412" y="1277864"/>
                  </a:lnTo>
                  <a:lnTo>
                    <a:pt x="2253778" y="1356346"/>
                  </a:lnTo>
                  <a:lnTo>
                    <a:pt x="2292990" y="1433867"/>
                  </a:lnTo>
                  <a:lnTo>
                    <a:pt x="2331959" y="1509835"/>
                  </a:lnTo>
                  <a:lnTo>
                    <a:pt x="2370613" y="1583708"/>
                  </a:lnTo>
                  <a:lnTo>
                    <a:pt x="2408908" y="1655012"/>
                  </a:lnTo>
                  <a:lnTo>
                    <a:pt x="2446825" y="1723344"/>
                  </a:lnTo>
                  <a:lnTo>
                    <a:pt x="2484381" y="1788390"/>
                  </a:lnTo>
                  <a:lnTo>
                    <a:pt x="2521632" y="1849918"/>
                  </a:lnTo>
                  <a:lnTo>
                    <a:pt x="2558672" y="1907784"/>
                  </a:lnTo>
                  <a:lnTo>
                    <a:pt x="2595644" y="1961925"/>
                  </a:lnTo>
                  <a:lnTo>
                    <a:pt x="2632740" y="2012349"/>
                  </a:lnTo>
                  <a:lnTo>
                    <a:pt x="2667772" y="2056219"/>
                  </a:lnTo>
                  <a:lnTo>
                    <a:pt x="2714811" y="2109218"/>
                  </a:lnTo>
                  <a:lnTo>
                    <a:pt x="2763478" y="2156819"/>
                  </a:lnTo>
                  <a:lnTo>
                    <a:pt x="2814552" y="2199307"/>
                  </a:lnTo>
                  <a:lnTo>
                    <a:pt x="2868907" y="2237161"/>
                  </a:lnTo>
                  <a:lnTo>
                    <a:pt x="2927427" y="2270916"/>
                  </a:lnTo>
                  <a:lnTo>
                    <a:pt x="2990934" y="2301087"/>
                  </a:lnTo>
                  <a:lnTo>
                    <a:pt x="3060085" y="2328119"/>
                  </a:lnTo>
                  <a:lnTo>
                    <a:pt x="3135239" y="2352372"/>
                  </a:lnTo>
                  <a:lnTo>
                    <a:pt x="3216281" y="2374104"/>
                  </a:lnTo>
                  <a:lnTo>
                    <a:pt x="3302415" y="2393468"/>
                  </a:lnTo>
                  <a:lnTo>
                    <a:pt x="3391968" y="2410524"/>
                  </a:lnTo>
                  <a:lnTo>
                    <a:pt x="3482266" y="2425254"/>
                  </a:lnTo>
                  <a:lnTo>
                    <a:pt x="3569696" y="2437603"/>
                  </a:lnTo>
                  <a:lnTo>
                    <a:pt x="3650054" y="2447529"/>
                  </a:lnTo>
                  <a:lnTo>
                    <a:pt x="3719188" y="2455065"/>
                  </a:lnTo>
                  <a:lnTo>
                    <a:pt x="3773838" y="2460360"/>
                  </a:lnTo>
                  <a:lnTo>
                    <a:pt x="3812418" y="2463703"/>
                  </a:lnTo>
                  <a:lnTo>
                    <a:pt x="3835494" y="2465500"/>
                  </a:lnTo>
                  <a:lnTo>
                    <a:pt x="3845826" y="2466227"/>
                  </a:lnTo>
                  <a:lnTo>
                    <a:pt x="3848118" y="2466373"/>
                  </a:lnTo>
                  <a:lnTo>
                    <a:pt x="4386855" y="2466373"/>
                  </a:lnTo>
                  <a:lnTo>
                    <a:pt x="4388132" y="2466335"/>
                  </a:lnTo>
                  <a:lnTo>
                    <a:pt x="4396464" y="2466058"/>
                  </a:lnTo>
                  <a:lnTo>
                    <a:pt x="4417249" y="2465292"/>
                  </a:lnTo>
                  <a:lnTo>
                    <a:pt x="4453853" y="2463791"/>
                  </a:lnTo>
                  <a:lnTo>
                    <a:pt x="4507290" y="2461335"/>
                  </a:lnTo>
                  <a:lnTo>
                    <a:pt x="4576193" y="2457768"/>
                  </a:lnTo>
                  <a:lnTo>
                    <a:pt x="4657274" y="2453002"/>
                  </a:lnTo>
                  <a:lnTo>
                    <a:pt x="4746165" y="2447017"/>
                  </a:lnTo>
                  <a:lnTo>
                    <a:pt x="4838359" y="2439830"/>
                  </a:lnTo>
                  <a:lnTo>
                    <a:pt x="4929951" y="2431470"/>
                  </a:lnTo>
                  <a:lnTo>
                    <a:pt x="5018044" y="2421948"/>
                  </a:lnTo>
                  <a:lnTo>
                    <a:pt x="5100833" y="2411235"/>
                  </a:lnTo>
                  <a:lnTo>
                    <a:pt x="5177472" y="2399249"/>
                  </a:lnTo>
                  <a:lnTo>
                    <a:pt x="5247851" y="2385859"/>
                  </a:lnTo>
                  <a:lnTo>
                    <a:pt x="5312371" y="2370877"/>
                  </a:lnTo>
                  <a:lnTo>
                    <a:pt x="5371748" y="2354069"/>
                  </a:lnTo>
                  <a:lnTo>
                    <a:pt x="5426868" y="2335170"/>
                  </a:lnTo>
                  <a:lnTo>
                    <a:pt x="5478678" y="2313905"/>
                  </a:lnTo>
                  <a:lnTo>
                    <a:pt x="5528099" y="2290038"/>
                  </a:lnTo>
                  <a:lnTo>
                    <a:pt x="5567201" y="2268555"/>
                  </a:lnTo>
                  <a:lnTo>
                    <a:pt x="5613509" y="2240211"/>
                  </a:lnTo>
                  <a:lnTo>
                    <a:pt x="5659363" y="2209154"/>
                  </a:lnTo>
                  <a:lnTo>
                    <a:pt x="5705194" y="2175339"/>
                  </a:lnTo>
                  <a:lnTo>
                    <a:pt x="5751301" y="2138802"/>
                  </a:lnTo>
                  <a:lnTo>
                    <a:pt x="5797878" y="2099668"/>
                  </a:lnTo>
                  <a:lnTo>
                    <a:pt x="5845018" y="2058159"/>
                  </a:lnTo>
                  <a:lnTo>
                    <a:pt x="5892728" y="2014594"/>
                  </a:lnTo>
                  <a:lnTo>
                    <a:pt x="5940940" y="1969383"/>
                  </a:lnTo>
                  <a:lnTo>
                    <a:pt x="5989527" y="1923014"/>
                  </a:lnTo>
                  <a:lnTo>
                    <a:pt x="6038320" y="1876031"/>
                  </a:lnTo>
                  <a:lnTo>
                    <a:pt x="6087125" y="1829010"/>
                  </a:lnTo>
                  <a:lnTo>
                    <a:pt x="6135750" y="1782527"/>
                  </a:lnTo>
                  <a:lnTo>
                    <a:pt x="6184020" y="1737134"/>
                  </a:lnTo>
                  <a:lnTo>
                    <a:pt x="6231802" y="1693326"/>
                  </a:lnTo>
                  <a:lnTo>
                    <a:pt x="6279018" y="1651526"/>
                  </a:lnTo>
                  <a:lnTo>
                    <a:pt x="6325666" y="1612063"/>
                  </a:lnTo>
                  <a:lnTo>
                    <a:pt x="6371827" y="1575173"/>
                  </a:lnTo>
                  <a:lnTo>
                    <a:pt x="6417680" y="1540995"/>
                  </a:lnTo>
                  <a:lnTo>
                    <a:pt x="6463509" y="1509575"/>
                  </a:lnTo>
                  <a:lnTo>
                    <a:pt x="6509727" y="1480877"/>
                  </a:lnTo>
                  <a:lnTo>
                    <a:pt x="6515891" y="1477283"/>
                  </a:lnTo>
                  <a:lnTo>
                    <a:pt x="6563972" y="1451193"/>
                  </a:lnTo>
                  <a:lnTo>
                    <a:pt x="6613768" y="1427820"/>
                  </a:lnTo>
                  <a:lnTo>
                    <a:pt x="6666117" y="1407012"/>
                  </a:lnTo>
                  <a:lnTo>
                    <a:pt x="6721952" y="1388519"/>
                  </a:lnTo>
                  <a:lnTo>
                    <a:pt x="6782215" y="1372068"/>
                  </a:lnTo>
                  <a:lnTo>
                    <a:pt x="6847769" y="1357395"/>
                  </a:lnTo>
                  <a:lnTo>
                    <a:pt x="6919285" y="1344277"/>
                  </a:lnTo>
                  <a:lnTo>
                    <a:pt x="6997086" y="1332535"/>
                  </a:lnTo>
                  <a:lnTo>
                    <a:pt x="7080943" y="1322045"/>
                  </a:lnTo>
                  <a:lnTo>
                    <a:pt x="7169850" y="1312739"/>
                  </a:lnTo>
                  <a:lnTo>
                    <a:pt x="7261803" y="1304594"/>
                  </a:lnTo>
                  <a:lnTo>
                    <a:pt x="7353706" y="1297626"/>
                  </a:lnTo>
                  <a:lnTo>
                    <a:pt x="7441503" y="1291865"/>
                  </a:lnTo>
                  <a:lnTo>
                    <a:pt x="7520647" y="1287324"/>
                  </a:lnTo>
                  <a:lnTo>
                    <a:pt x="7586896" y="1283970"/>
                  </a:lnTo>
                  <a:lnTo>
                    <a:pt x="7637262" y="1281705"/>
                  </a:lnTo>
                  <a:lnTo>
                    <a:pt x="7670799" y="1280357"/>
                  </a:lnTo>
                  <a:lnTo>
                    <a:pt x="7688968" y="1279700"/>
                  </a:lnTo>
                  <a:lnTo>
                    <a:pt x="7695537" y="1279486"/>
                  </a:lnTo>
                  <a:lnTo>
                    <a:pt x="7696237" y="1279465"/>
                  </a:lnTo>
                  <a:lnTo>
                    <a:pt x="8234974" y="1279465"/>
                  </a:lnTo>
                  <a:lnTo>
                    <a:pt x="8234974" y="1274020"/>
                  </a:lnTo>
                  <a:lnTo>
                    <a:pt x="7696237" y="1274020"/>
                  </a:lnTo>
                  <a:lnTo>
                    <a:pt x="7694961" y="1274059"/>
                  </a:lnTo>
                  <a:lnTo>
                    <a:pt x="7686629" y="1274336"/>
                  </a:lnTo>
                  <a:lnTo>
                    <a:pt x="7665843" y="1275101"/>
                  </a:lnTo>
                  <a:lnTo>
                    <a:pt x="7629239" y="1276603"/>
                  </a:lnTo>
                  <a:lnTo>
                    <a:pt x="7575802" y="1279059"/>
                  </a:lnTo>
                  <a:lnTo>
                    <a:pt x="7506899" y="1282626"/>
                  </a:lnTo>
                  <a:lnTo>
                    <a:pt x="7425818" y="1287392"/>
                  </a:lnTo>
                  <a:lnTo>
                    <a:pt x="7336927" y="1293377"/>
                  </a:lnTo>
                  <a:lnTo>
                    <a:pt x="7244734" y="1300564"/>
                  </a:lnTo>
                  <a:lnTo>
                    <a:pt x="7153142" y="1308924"/>
                  </a:lnTo>
                  <a:lnTo>
                    <a:pt x="7065048" y="1318446"/>
                  </a:lnTo>
                  <a:lnTo>
                    <a:pt x="6982259" y="1329159"/>
                  </a:lnTo>
                  <a:lnTo>
                    <a:pt x="6905621" y="1341144"/>
                  </a:lnTo>
                  <a:lnTo>
                    <a:pt x="6835242" y="1354535"/>
                  </a:lnTo>
                  <a:lnTo>
                    <a:pt x="6770722" y="1369517"/>
                  </a:lnTo>
                  <a:lnTo>
                    <a:pt x="6711344" y="1386325"/>
                  </a:lnTo>
                  <a:lnTo>
                    <a:pt x="6656224" y="1405224"/>
                  </a:lnTo>
                  <a:lnTo>
                    <a:pt x="6604415" y="1426489"/>
                  </a:lnTo>
                  <a:lnTo>
                    <a:pt x="6554993" y="1450356"/>
                  </a:lnTo>
                  <a:lnTo>
                    <a:pt x="6515891" y="1471839"/>
                  </a:lnTo>
                  <a:lnTo>
                    <a:pt x="6469584" y="1500183"/>
                  </a:lnTo>
                  <a:lnTo>
                    <a:pt x="6423729" y="1531240"/>
                  </a:lnTo>
                  <a:lnTo>
                    <a:pt x="6377899" y="1565055"/>
                  </a:lnTo>
                  <a:lnTo>
                    <a:pt x="6331791" y="1601592"/>
                  </a:lnTo>
                  <a:lnTo>
                    <a:pt x="6285214" y="1640726"/>
                  </a:lnTo>
                  <a:lnTo>
                    <a:pt x="6238074" y="1682235"/>
                  </a:lnTo>
                  <a:lnTo>
                    <a:pt x="6190365" y="1725800"/>
                  </a:lnTo>
                  <a:lnTo>
                    <a:pt x="6142153" y="1771011"/>
                  </a:lnTo>
                  <a:lnTo>
                    <a:pt x="6093565" y="1817380"/>
                  </a:lnTo>
                  <a:lnTo>
                    <a:pt x="6044773" y="1864363"/>
                  </a:lnTo>
                  <a:lnTo>
                    <a:pt x="5995967" y="1911384"/>
                  </a:lnTo>
                  <a:lnTo>
                    <a:pt x="5947342" y="1957867"/>
                  </a:lnTo>
                  <a:lnTo>
                    <a:pt x="5899072" y="2003260"/>
                  </a:lnTo>
                  <a:lnTo>
                    <a:pt x="5851291" y="2047068"/>
                  </a:lnTo>
                  <a:lnTo>
                    <a:pt x="5804074" y="2088868"/>
                  </a:lnTo>
                  <a:lnTo>
                    <a:pt x="5757426" y="2128331"/>
                  </a:lnTo>
                  <a:lnTo>
                    <a:pt x="5711265" y="2165221"/>
                  </a:lnTo>
                  <a:lnTo>
                    <a:pt x="5665413" y="2199399"/>
                  </a:lnTo>
                  <a:lnTo>
                    <a:pt x="5619583" y="2230819"/>
                  </a:lnTo>
                  <a:lnTo>
                    <a:pt x="5573365" y="2259517"/>
                  </a:lnTo>
                  <a:lnTo>
                    <a:pt x="5567201" y="2263111"/>
                  </a:lnTo>
                  <a:lnTo>
                    <a:pt x="5519121" y="2289201"/>
                  </a:lnTo>
                  <a:lnTo>
                    <a:pt x="5469324" y="2312574"/>
                  </a:lnTo>
                  <a:lnTo>
                    <a:pt x="5416975" y="2333382"/>
                  </a:lnTo>
                  <a:lnTo>
                    <a:pt x="5361140" y="2351875"/>
                  </a:lnTo>
                  <a:lnTo>
                    <a:pt x="5300877" y="2368326"/>
                  </a:lnTo>
                  <a:lnTo>
                    <a:pt x="5235323" y="2382999"/>
                  </a:lnTo>
                  <a:lnTo>
                    <a:pt x="5163807" y="2396117"/>
                  </a:lnTo>
                  <a:lnTo>
                    <a:pt x="5086007" y="2407859"/>
                  </a:lnTo>
                  <a:lnTo>
                    <a:pt x="5002149" y="2418349"/>
                  </a:lnTo>
                  <a:lnTo>
                    <a:pt x="4913243" y="2427655"/>
                  </a:lnTo>
                  <a:lnTo>
                    <a:pt x="4821290" y="2435800"/>
                  </a:lnTo>
                  <a:lnTo>
                    <a:pt x="4729386" y="2442768"/>
                  </a:lnTo>
                  <a:lnTo>
                    <a:pt x="4641589" y="2448529"/>
                  </a:lnTo>
                  <a:lnTo>
                    <a:pt x="4562446" y="2453070"/>
                  </a:lnTo>
                  <a:lnTo>
                    <a:pt x="4496196" y="2456424"/>
                  </a:lnTo>
                  <a:lnTo>
                    <a:pt x="4445830" y="2458689"/>
                  </a:lnTo>
                  <a:lnTo>
                    <a:pt x="4412294" y="2460037"/>
                  </a:lnTo>
                  <a:lnTo>
                    <a:pt x="4394125" y="2460694"/>
                  </a:lnTo>
                  <a:lnTo>
                    <a:pt x="4387555" y="2460908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75" name="pl675"/>
            <p:cNvSpPr/>
            <p:nvPr/>
          </p:nvSpPr>
          <p:spPr>
            <a:xfrm>
              <a:off x="546595" y="2873825"/>
              <a:ext cx="8234974" cy="2460929"/>
            </a:xfrm>
            <a:custGeom>
              <a:avLst/>
              <a:pathLst>
                <a:path w="8234974" h="2460929">
                  <a:moveTo>
                    <a:pt x="0" y="0"/>
                  </a:moveTo>
                  <a:lnTo>
                    <a:pt x="538736" y="0"/>
                  </a:lnTo>
                  <a:lnTo>
                    <a:pt x="539934" y="75"/>
                  </a:lnTo>
                  <a:lnTo>
                    <a:pt x="547767" y="612"/>
                  </a:lnTo>
                  <a:lnTo>
                    <a:pt x="567349" y="2099"/>
                  </a:lnTo>
                  <a:lnTo>
                    <a:pt x="601950" y="5018"/>
                  </a:lnTo>
                  <a:lnTo>
                    <a:pt x="652689" y="9797"/>
                  </a:lnTo>
                  <a:lnTo>
                    <a:pt x="718487" y="16759"/>
                  </a:lnTo>
                  <a:lnTo>
                    <a:pt x="796433" y="26086"/>
                  </a:lnTo>
                  <a:lnTo>
                    <a:pt x="882515" y="37837"/>
                  </a:lnTo>
                  <a:lnTo>
                    <a:pt x="972470" y="51983"/>
                  </a:lnTo>
                  <a:lnTo>
                    <a:pt x="1062495" y="68467"/>
                  </a:lnTo>
                  <a:lnTo>
                    <a:pt x="1149670" y="87257"/>
                  </a:lnTo>
                  <a:lnTo>
                    <a:pt x="1232078" y="108392"/>
                  </a:lnTo>
                  <a:lnTo>
                    <a:pt x="1308723" y="132001"/>
                  </a:lnTo>
                  <a:lnTo>
                    <a:pt x="1379342" y="158316"/>
                  </a:lnTo>
                  <a:lnTo>
                    <a:pt x="1444195" y="187670"/>
                  </a:lnTo>
                  <a:lnTo>
                    <a:pt x="1503878" y="220492"/>
                  </a:lnTo>
                  <a:lnTo>
                    <a:pt x="1559183" y="257281"/>
                  </a:lnTo>
                  <a:lnTo>
                    <a:pt x="1610987" y="298573"/>
                  </a:lnTo>
                  <a:lnTo>
                    <a:pt x="1660172" y="344871"/>
                  </a:lnTo>
                  <a:lnTo>
                    <a:pt x="1707549" y="396524"/>
                  </a:lnTo>
                  <a:lnTo>
                    <a:pt x="1719082" y="410154"/>
                  </a:lnTo>
                  <a:lnTo>
                    <a:pt x="1756520" y="457172"/>
                  </a:lnTo>
                  <a:lnTo>
                    <a:pt x="1793602" y="507835"/>
                  </a:lnTo>
                  <a:lnTo>
                    <a:pt x="1830573" y="562216"/>
                  </a:lnTo>
                  <a:lnTo>
                    <a:pt x="1867623" y="620322"/>
                  </a:lnTo>
                  <a:lnTo>
                    <a:pt x="1904890" y="682083"/>
                  </a:lnTo>
                  <a:lnTo>
                    <a:pt x="1942469" y="747349"/>
                  </a:lnTo>
                  <a:lnTo>
                    <a:pt x="1980410" y="815884"/>
                  </a:lnTo>
                  <a:lnTo>
                    <a:pt x="2018729" y="887366"/>
                  </a:lnTo>
                  <a:lnTo>
                    <a:pt x="2057406" y="961390"/>
                  </a:lnTo>
                  <a:lnTo>
                    <a:pt x="2096392" y="1037476"/>
                  </a:lnTo>
                  <a:lnTo>
                    <a:pt x="2135617" y="1115077"/>
                  </a:lnTo>
                  <a:lnTo>
                    <a:pt x="2174990" y="1193600"/>
                  </a:lnTo>
                  <a:lnTo>
                    <a:pt x="2214412" y="1272419"/>
                  </a:lnTo>
                  <a:lnTo>
                    <a:pt x="2253778" y="1350901"/>
                  </a:lnTo>
                  <a:lnTo>
                    <a:pt x="2292990" y="1428422"/>
                  </a:lnTo>
                  <a:lnTo>
                    <a:pt x="2331959" y="1504390"/>
                  </a:lnTo>
                  <a:lnTo>
                    <a:pt x="2370613" y="1578264"/>
                  </a:lnTo>
                  <a:lnTo>
                    <a:pt x="2408908" y="1649567"/>
                  </a:lnTo>
                  <a:lnTo>
                    <a:pt x="2446825" y="1717900"/>
                  </a:lnTo>
                  <a:lnTo>
                    <a:pt x="2484381" y="1782945"/>
                  </a:lnTo>
                  <a:lnTo>
                    <a:pt x="2521632" y="1844474"/>
                  </a:lnTo>
                  <a:lnTo>
                    <a:pt x="2558672" y="1902340"/>
                  </a:lnTo>
                  <a:lnTo>
                    <a:pt x="2595644" y="1956480"/>
                  </a:lnTo>
                  <a:lnTo>
                    <a:pt x="2632740" y="2006904"/>
                  </a:lnTo>
                  <a:lnTo>
                    <a:pt x="2667772" y="2050774"/>
                  </a:lnTo>
                  <a:lnTo>
                    <a:pt x="2714811" y="2103774"/>
                  </a:lnTo>
                  <a:lnTo>
                    <a:pt x="2763478" y="2151374"/>
                  </a:lnTo>
                  <a:lnTo>
                    <a:pt x="2814552" y="2193862"/>
                  </a:lnTo>
                  <a:lnTo>
                    <a:pt x="2868907" y="2231716"/>
                  </a:lnTo>
                  <a:lnTo>
                    <a:pt x="2927427" y="2265472"/>
                  </a:lnTo>
                  <a:lnTo>
                    <a:pt x="2990934" y="2295642"/>
                  </a:lnTo>
                  <a:lnTo>
                    <a:pt x="3060085" y="2322674"/>
                  </a:lnTo>
                  <a:lnTo>
                    <a:pt x="3135239" y="2346927"/>
                  </a:lnTo>
                  <a:lnTo>
                    <a:pt x="3216281" y="2368659"/>
                  </a:lnTo>
                  <a:lnTo>
                    <a:pt x="3302415" y="2388024"/>
                  </a:lnTo>
                  <a:lnTo>
                    <a:pt x="3391968" y="2405079"/>
                  </a:lnTo>
                  <a:lnTo>
                    <a:pt x="3482266" y="2419809"/>
                  </a:lnTo>
                  <a:lnTo>
                    <a:pt x="3569696" y="2432158"/>
                  </a:lnTo>
                  <a:lnTo>
                    <a:pt x="3650054" y="2442085"/>
                  </a:lnTo>
                  <a:lnTo>
                    <a:pt x="3719188" y="2449620"/>
                  </a:lnTo>
                  <a:lnTo>
                    <a:pt x="3773838" y="2454915"/>
                  </a:lnTo>
                  <a:lnTo>
                    <a:pt x="3812418" y="2458258"/>
                  </a:lnTo>
                  <a:lnTo>
                    <a:pt x="3835494" y="2460056"/>
                  </a:lnTo>
                  <a:lnTo>
                    <a:pt x="3845826" y="2460782"/>
                  </a:lnTo>
                  <a:lnTo>
                    <a:pt x="3848099" y="2460928"/>
                  </a:lnTo>
                  <a:lnTo>
                    <a:pt x="3848118" y="2460929"/>
                  </a:lnTo>
                  <a:lnTo>
                    <a:pt x="4386855" y="2460929"/>
                  </a:lnTo>
                  <a:lnTo>
                    <a:pt x="4388132" y="2460890"/>
                  </a:lnTo>
                  <a:lnTo>
                    <a:pt x="4396464" y="2460613"/>
                  </a:lnTo>
                  <a:lnTo>
                    <a:pt x="4417249" y="2459848"/>
                  </a:lnTo>
                  <a:lnTo>
                    <a:pt x="4453853" y="2458346"/>
                  </a:lnTo>
                  <a:lnTo>
                    <a:pt x="4507290" y="2455891"/>
                  </a:lnTo>
                  <a:lnTo>
                    <a:pt x="4576193" y="2452323"/>
                  </a:lnTo>
                  <a:lnTo>
                    <a:pt x="4657274" y="2447558"/>
                  </a:lnTo>
                  <a:lnTo>
                    <a:pt x="4746165" y="2441572"/>
                  </a:lnTo>
                  <a:lnTo>
                    <a:pt x="4838359" y="2434385"/>
                  </a:lnTo>
                  <a:lnTo>
                    <a:pt x="4929951" y="2426026"/>
                  </a:lnTo>
                  <a:lnTo>
                    <a:pt x="5018044" y="2416504"/>
                  </a:lnTo>
                  <a:lnTo>
                    <a:pt x="5100833" y="2405790"/>
                  </a:lnTo>
                  <a:lnTo>
                    <a:pt x="5177472" y="2393805"/>
                  </a:lnTo>
                  <a:lnTo>
                    <a:pt x="5247851" y="2380415"/>
                  </a:lnTo>
                  <a:lnTo>
                    <a:pt x="5312371" y="2365432"/>
                  </a:lnTo>
                  <a:lnTo>
                    <a:pt x="5371748" y="2348624"/>
                  </a:lnTo>
                  <a:lnTo>
                    <a:pt x="5426868" y="2329725"/>
                  </a:lnTo>
                  <a:lnTo>
                    <a:pt x="5478678" y="2308461"/>
                  </a:lnTo>
                  <a:lnTo>
                    <a:pt x="5528099" y="2284593"/>
                  </a:lnTo>
                  <a:lnTo>
                    <a:pt x="5567201" y="2263111"/>
                  </a:lnTo>
                  <a:lnTo>
                    <a:pt x="5613509" y="2234766"/>
                  </a:lnTo>
                  <a:lnTo>
                    <a:pt x="5659363" y="2203709"/>
                  </a:lnTo>
                  <a:lnTo>
                    <a:pt x="5705194" y="2169894"/>
                  </a:lnTo>
                  <a:lnTo>
                    <a:pt x="5751301" y="2133357"/>
                  </a:lnTo>
                  <a:lnTo>
                    <a:pt x="5797878" y="2094223"/>
                  </a:lnTo>
                  <a:lnTo>
                    <a:pt x="5845018" y="2052714"/>
                  </a:lnTo>
                  <a:lnTo>
                    <a:pt x="5892728" y="2009150"/>
                  </a:lnTo>
                  <a:lnTo>
                    <a:pt x="5940940" y="1963939"/>
                  </a:lnTo>
                  <a:lnTo>
                    <a:pt x="5989527" y="1917570"/>
                  </a:lnTo>
                  <a:lnTo>
                    <a:pt x="6038320" y="1870587"/>
                  </a:lnTo>
                  <a:lnTo>
                    <a:pt x="6087125" y="1823565"/>
                  </a:lnTo>
                  <a:lnTo>
                    <a:pt x="6135750" y="1777083"/>
                  </a:lnTo>
                  <a:lnTo>
                    <a:pt x="6184020" y="1731690"/>
                  </a:lnTo>
                  <a:lnTo>
                    <a:pt x="6231802" y="1687882"/>
                  </a:lnTo>
                  <a:lnTo>
                    <a:pt x="6279018" y="1646081"/>
                  </a:lnTo>
                  <a:lnTo>
                    <a:pt x="6325666" y="1606618"/>
                  </a:lnTo>
                  <a:lnTo>
                    <a:pt x="6371827" y="1569729"/>
                  </a:lnTo>
                  <a:lnTo>
                    <a:pt x="6417680" y="1535551"/>
                  </a:lnTo>
                  <a:lnTo>
                    <a:pt x="6463509" y="1504130"/>
                  </a:lnTo>
                  <a:lnTo>
                    <a:pt x="6509727" y="1475432"/>
                  </a:lnTo>
                  <a:lnTo>
                    <a:pt x="6515891" y="1471839"/>
                  </a:lnTo>
                  <a:lnTo>
                    <a:pt x="6563972" y="1445749"/>
                  </a:lnTo>
                  <a:lnTo>
                    <a:pt x="6613768" y="1422375"/>
                  </a:lnTo>
                  <a:lnTo>
                    <a:pt x="6666117" y="1401567"/>
                  </a:lnTo>
                  <a:lnTo>
                    <a:pt x="6721952" y="1383075"/>
                  </a:lnTo>
                  <a:lnTo>
                    <a:pt x="6782215" y="1366623"/>
                  </a:lnTo>
                  <a:lnTo>
                    <a:pt x="6847769" y="1351951"/>
                  </a:lnTo>
                  <a:lnTo>
                    <a:pt x="6919285" y="1338832"/>
                  </a:lnTo>
                  <a:lnTo>
                    <a:pt x="6997086" y="1327090"/>
                  </a:lnTo>
                  <a:lnTo>
                    <a:pt x="7080943" y="1316601"/>
                  </a:lnTo>
                  <a:lnTo>
                    <a:pt x="7169850" y="1307294"/>
                  </a:lnTo>
                  <a:lnTo>
                    <a:pt x="7261803" y="1299149"/>
                  </a:lnTo>
                  <a:lnTo>
                    <a:pt x="7353706" y="1292182"/>
                  </a:lnTo>
                  <a:lnTo>
                    <a:pt x="7441503" y="1286420"/>
                  </a:lnTo>
                  <a:lnTo>
                    <a:pt x="7520647" y="1281879"/>
                  </a:lnTo>
                  <a:lnTo>
                    <a:pt x="7586896" y="1278526"/>
                  </a:lnTo>
                  <a:lnTo>
                    <a:pt x="7637262" y="1276260"/>
                  </a:lnTo>
                  <a:lnTo>
                    <a:pt x="7670799" y="1274912"/>
                  </a:lnTo>
                  <a:lnTo>
                    <a:pt x="7688968" y="1274256"/>
                  </a:lnTo>
                  <a:lnTo>
                    <a:pt x="7695537" y="1274041"/>
                  </a:lnTo>
                  <a:lnTo>
                    <a:pt x="7696237" y="1274020"/>
                  </a:lnTo>
                  <a:lnTo>
                    <a:pt x="8234974" y="12740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6" name="pl676"/>
            <p:cNvSpPr/>
            <p:nvPr/>
          </p:nvSpPr>
          <p:spPr>
            <a:xfrm>
              <a:off x="546595" y="2868380"/>
              <a:ext cx="8234974" cy="2460929"/>
            </a:xfrm>
            <a:custGeom>
              <a:avLst/>
              <a:pathLst>
                <a:path w="8234974" h="2460929">
                  <a:moveTo>
                    <a:pt x="8234974" y="1274020"/>
                  </a:moveTo>
                  <a:lnTo>
                    <a:pt x="7696237" y="1274020"/>
                  </a:lnTo>
                  <a:lnTo>
                    <a:pt x="7694961" y="1274059"/>
                  </a:lnTo>
                  <a:lnTo>
                    <a:pt x="7686629" y="1274336"/>
                  </a:lnTo>
                  <a:lnTo>
                    <a:pt x="7665843" y="1275101"/>
                  </a:lnTo>
                  <a:lnTo>
                    <a:pt x="7629239" y="1276603"/>
                  </a:lnTo>
                  <a:lnTo>
                    <a:pt x="7575802" y="1279059"/>
                  </a:lnTo>
                  <a:lnTo>
                    <a:pt x="7506899" y="1282626"/>
                  </a:lnTo>
                  <a:lnTo>
                    <a:pt x="7425818" y="1287392"/>
                  </a:lnTo>
                  <a:lnTo>
                    <a:pt x="7336927" y="1293377"/>
                  </a:lnTo>
                  <a:lnTo>
                    <a:pt x="7244734" y="1300564"/>
                  </a:lnTo>
                  <a:lnTo>
                    <a:pt x="7153142" y="1308924"/>
                  </a:lnTo>
                  <a:lnTo>
                    <a:pt x="7065048" y="1318446"/>
                  </a:lnTo>
                  <a:lnTo>
                    <a:pt x="6982259" y="1329159"/>
                  </a:lnTo>
                  <a:lnTo>
                    <a:pt x="6905621" y="1341144"/>
                  </a:lnTo>
                  <a:lnTo>
                    <a:pt x="6835242" y="1354535"/>
                  </a:lnTo>
                  <a:lnTo>
                    <a:pt x="6770722" y="1369517"/>
                  </a:lnTo>
                  <a:lnTo>
                    <a:pt x="6711344" y="1386325"/>
                  </a:lnTo>
                  <a:lnTo>
                    <a:pt x="6656224" y="1405224"/>
                  </a:lnTo>
                  <a:lnTo>
                    <a:pt x="6604415" y="1426489"/>
                  </a:lnTo>
                  <a:lnTo>
                    <a:pt x="6554993" y="1450356"/>
                  </a:lnTo>
                  <a:lnTo>
                    <a:pt x="6515891" y="1471839"/>
                  </a:lnTo>
                  <a:lnTo>
                    <a:pt x="6469584" y="1500183"/>
                  </a:lnTo>
                  <a:lnTo>
                    <a:pt x="6423729" y="1531240"/>
                  </a:lnTo>
                  <a:lnTo>
                    <a:pt x="6377899" y="1565055"/>
                  </a:lnTo>
                  <a:lnTo>
                    <a:pt x="6331791" y="1601592"/>
                  </a:lnTo>
                  <a:lnTo>
                    <a:pt x="6285214" y="1640726"/>
                  </a:lnTo>
                  <a:lnTo>
                    <a:pt x="6238074" y="1682235"/>
                  </a:lnTo>
                  <a:lnTo>
                    <a:pt x="6190365" y="1725800"/>
                  </a:lnTo>
                  <a:lnTo>
                    <a:pt x="6142153" y="1771011"/>
                  </a:lnTo>
                  <a:lnTo>
                    <a:pt x="6093565" y="1817380"/>
                  </a:lnTo>
                  <a:lnTo>
                    <a:pt x="6044773" y="1864363"/>
                  </a:lnTo>
                  <a:lnTo>
                    <a:pt x="5995967" y="1911384"/>
                  </a:lnTo>
                  <a:lnTo>
                    <a:pt x="5947342" y="1957867"/>
                  </a:lnTo>
                  <a:lnTo>
                    <a:pt x="5899072" y="2003260"/>
                  </a:lnTo>
                  <a:lnTo>
                    <a:pt x="5851291" y="2047068"/>
                  </a:lnTo>
                  <a:lnTo>
                    <a:pt x="5804074" y="2088868"/>
                  </a:lnTo>
                  <a:lnTo>
                    <a:pt x="5757426" y="2128331"/>
                  </a:lnTo>
                  <a:lnTo>
                    <a:pt x="5711265" y="2165221"/>
                  </a:lnTo>
                  <a:lnTo>
                    <a:pt x="5665413" y="2199399"/>
                  </a:lnTo>
                  <a:lnTo>
                    <a:pt x="5619583" y="2230819"/>
                  </a:lnTo>
                  <a:lnTo>
                    <a:pt x="5573365" y="2259517"/>
                  </a:lnTo>
                  <a:lnTo>
                    <a:pt x="5567201" y="2263111"/>
                  </a:lnTo>
                  <a:lnTo>
                    <a:pt x="5519121" y="2289201"/>
                  </a:lnTo>
                  <a:lnTo>
                    <a:pt x="5469324" y="2312574"/>
                  </a:lnTo>
                  <a:lnTo>
                    <a:pt x="5416975" y="2333382"/>
                  </a:lnTo>
                  <a:lnTo>
                    <a:pt x="5361140" y="2351875"/>
                  </a:lnTo>
                  <a:lnTo>
                    <a:pt x="5300877" y="2368326"/>
                  </a:lnTo>
                  <a:lnTo>
                    <a:pt x="5235323" y="2382999"/>
                  </a:lnTo>
                  <a:lnTo>
                    <a:pt x="5163807" y="2396117"/>
                  </a:lnTo>
                  <a:lnTo>
                    <a:pt x="5086007" y="2407859"/>
                  </a:lnTo>
                  <a:lnTo>
                    <a:pt x="5002149" y="2418349"/>
                  </a:lnTo>
                  <a:lnTo>
                    <a:pt x="4913243" y="2427655"/>
                  </a:lnTo>
                  <a:lnTo>
                    <a:pt x="4821290" y="2435800"/>
                  </a:lnTo>
                  <a:lnTo>
                    <a:pt x="4729386" y="2442768"/>
                  </a:lnTo>
                  <a:lnTo>
                    <a:pt x="4641589" y="2448529"/>
                  </a:lnTo>
                  <a:lnTo>
                    <a:pt x="4562446" y="2453070"/>
                  </a:lnTo>
                  <a:lnTo>
                    <a:pt x="4496196" y="2456424"/>
                  </a:lnTo>
                  <a:lnTo>
                    <a:pt x="4445830" y="2458689"/>
                  </a:lnTo>
                  <a:lnTo>
                    <a:pt x="4412294" y="2460037"/>
                  </a:lnTo>
                  <a:lnTo>
                    <a:pt x="4394125" y="2460694"/>
                  </a:lnTo>
                  <a:lnTo>
                    <a:pt x="4387555" y="2460908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5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7" name="pg677"/>
            <p:cNvSpPr/>
            <p:nvPr/>
          </p:nvSpPr>
          <p:spPr>
            <a:xfrm>
              <a:off x="546595" y="2873825"/>
              <a:ext cx="8234974" cy="2471818"/>
            </a:xfrm>
            <a:custGeom>
              <a:avLst/>
              <a:pathLst>
                <a:path w="8234974" h="2471818">
                  <a:moveTo>
                    <a:pt x="0" y="10889"/>
                  </a:moveTo>
                  <a:lnTo>
                    <a:pt x="538736" y="10889"/>
                  </a:lnTo>
                  <a:lnTo>
                    <a:pt x="539934" y="10964"/>
                  </a:lnTo>
                  <a:lnTo>
                    <a:pt x="547767" y="11501"/>
                  </a:lnTo>
                  <a:lnTo>
                    <a:pt x="567349" y="12988"/>
                  </a:lnTo>
                  <a:lnTo>
                    <a:pt x="601950" y="15907"/>
                  </a:lnTo>
                  <a:lnTo>
                    <a:pt x="652689" y="20686"/>
                  </a:lnTo>
                  <a:lnTo>
                    <a:pt x="718487" y="27648"/>
                  </a:lnTo>
                  <a:lnTo>
                    <a:pt x="796433" y="36975"/>
                  </a:lnTo>
                  <a:lnTo>
                    <a:pt x="882515" y="48726"/>
                  </a:lnTo>
                  <a:lnTo>
                    <a:pt x="972470" y="62872"/>
                  </a:lnTo>
                  <a:lnTo>
                    <a:pt x="1062495" y="79356"/>
                  </a:lnTo>
                  <a:lnTo>
                    <a:pt x="1149670" y="98147"/>
                  </a:lnTo>
                  <a:lnTo>
                    <a:pt x="1232078" y="119282"/>
                  </a:lnTo>
                  <a:lnTo>
                    <a:pt x="1308723" y="142890"/>
                  </a:lnTo>
                  <a:lnTo>
                    <a:pt x="1379342" y="169205"/>
                  </a:lnTo>
                  <a:lnTo>
                    <a:pt x="1444195" y="198559"/>
                  </a:lnTo>
                  <a:lnTo>
                    <a:pt x="1503878" y="231381"/>
                  </a:lnTo>
                  <a:lnTo>
                    <a:pt x="1559183" y="268170"/>
                  </a:lnTo>
                  <a:lnTo>
                    <a:pt x="1610987" y="309463"/>
                  </a:lnTo>
                  <a:lnTo>
                    <a:pt x="1660172" y="355760"/>
                  </a:lnTo>
                  <a:lnTo>
                    <a:pt x="1707549" y="407413"/>
                  </a:lnTo>
                  <a:lnTo>
                    <a:pt x="1719082" y="421043"/>
                  </a:lnTo>
                  <a:lnTo>
                    <a:pt x="1756520" y="468061"/>
                  </a:lnTo>
                  <a:lnTo>
                    <a:pt x="1793602" y="518724"/>
                  </a:lnTo>
                  <a:lnTo>
                    <a:pt x="1830573" y="573105"/>
                  </a:lnTo>
                  <a:lnTo>
                    <a:pt x="1867623" y="631211"/>
                  </a:lnTo>
                  <a:lnTo>
                    <a:pt x="1904890" y="692972"/>
                  </a:lnTo>
                  <a:lnTo>
                    <a:pt x="1942469" y="758238"/>
                  </a:lnTo>
                  <a:lnTo>
                    <a:pt x="1980410" y="826773"/>
                  </a:lnTo>
                  <a:lnTo>
                    <a:pt x="2018729" y="898255"/>
                  </a:lnTo>
                  <a:lnTo>
                    <a:pt x="2057406" y="972279"/>
                  </a:lnTo>
                  <a:lnTo>
                    <a:pt x="2096392" y="1048365"/>
                  </a:lnTo>
                  <a:lnTo>
                    <a:pt x="2135617" y="1125966"/>
                  </a:lnTo>
                  <a:lnTo>
                    <a:pt x="2174990" y="1204489"/>
                  </a:lnTo>
                  <a:lnTo>
                    <a:pt x="2214412" y="1283308"/>
                  </a:lnTo>
                  <a:lnTo>
                    <a:pt x="2253778" y="1361790"/>
                  </a:lnTo>
                  <a:lnTo>
                    <a:pt x="2292990" y="1439311"/>
                  </a:lnTo>
                  <a:lnTo>
                    <a:pt x="2331959" y="1515279"/>
                  </a:lnTo>
                  <a:lnTo>
                    <a:pt x="2370613" y="1589153"/>
                  </a:lnTo>
                  <a:lnTo>
                    <a:pt x="2408908" y="1660456"/>
                  </a:lnTo>
                  <a:lnTo>
                    <a:pt x="2446825" y="1728789"/>
                  </a:lnTo>
                  <a:lnTo>
                    <a:pt x="2484381" y="1793834"/>
                  </a:lnTo>
                  <a:lnTo>
                    <a:pt x="2521632" y="1855363"/>
                  </a:lnTo>
                  <a:lnTo>
                    <a:pt x="2558672" y="1913229"/>
                  </a:lnTo>
                  <a:lnTo>
                    <a:pt x="2595644" y="1967369"/>
                  </a:lnTo>
                  <a:lnTo>
                    <a:pt x="2632740" y="2017793"/>
                  </a:lnTo>
                  <a:lnTo>
                    <a:pt x="2667772" y="2061663"/>
                  </a:lnTo>
                  <a:lnTo>
                    <a:pt x="2714811" y="2114663"/>
                  </a:lnTo>
                  <a:lnTo>
                    <a:pt x="2763478" y="2162263"/>
                  </a:lnTo>
                  <a:lnTo>
                    <a:pt x="2814552" y="2204751"/>
                  </a:lnTo>
                  <a:lnTo>
                    <a:pt x="2868907" y="2242605"/>
                  </a:lnTo>
                  <a:lnTo>
                    <a:pt x="2927427" y="2276361"/>
                  </a:lnTo>
                  <a:lnTo>
                    <a:pt x="2990934" y="2306531"/>
                  </a:lnTo>
                  <a:lnTo>
                    <a:pt x="3060085" y="2333563"/>
                  </a:lnTo>
                  <a:lnTo>
                    <a:pt x="3135239" y="2357817"/>
                  </a:lnTo>
                  <a:lnTo>
                    <a:pt x="3216281" y="2379548"/>
                  </a:lnTo>
                  <a:lnTo>
                    <a:pt x="3302415" y="2398913"/>
                  </a:lnTo>
                  <a:lnTo>
                    <a:pt x="3391968" y="2415969"/>
                  </a:lnTo>
                  <a:lnTo>
                    <a:pt x="3482266" y="2430699"/>
                  </a:lnTo>
                  <a:lnTo>
                    <a:pt x="3569696" y="2443047"/>
                  </a:lnTo>
                  <a:lnTo>
                    <a:pt x="3650054" y="2452974"/>
                  </a:lnTo>
                  <a:lnTo>
                    <a:pt x="3719188" y="2460509"/>
                  </a:lnTo>
                  <a:lnTo>
                    <a:pt x="3773838" y="2465804"/>
                  </a:lnTo>
                  <a:lnTo>
                    <a:pt x="3812418" y="2469147"/>
                  </a:lnTo>
                  <a:lnTo>
                    <a:pt x="3835494" y="2470945"/>
                  </a:lnTo>
                  <a:lnTo>
                    <a:pt x="3845826" y="2471671"/>
                  </a:lnTo>
                  <a:lnTo>
                    <a:pt x="3848118" y="2471818"/>
                  </a:lnTo>
                  <a:lnTo>
                    <a:pt x="4386855" y="2471818"/>
                  </a:lnTo>
                  <a:lnTo>
                    <a:pt x="4388158" y="2471814"/>
                  </a:lnTo>
                  <a:lnTo>
                    <a:pt x="4396655" y="2471787"/>
                  </a:lnTo>
                  <a:lnTo>
                    <a:pt x="4417837" y="2471712"/>
                  </a:lnTo>
                  <a:lnTo>
                    <a:pt x="4455100" y="2471564"/>
                  </a:lnTo>
                  <a:lnTo>
                    <a:pt x="4509419" y="2471323"/>
                  </a:lnTo>
                  <a:lnTo>
                    <a:pt x="4579329" y="2470972"/>
                  </a:lnTo>
                  <a:lnTo>
                    <a:pt x="4661415" y="2470505"/>
                  </a:lnTo>
                  <a:lnTo>
                    <a:pt x="4751196" y="2469918"/>
                  </a:lnTo>
                  <a:lnTo>
                    <a:pt x="4844086" y="2469214"/>
                  </a:lnTo>
                  <a:lnTo>
                    <a:pt x="4936153" y="2468396"/>
                  </a:lnTo>
                  <a:lnTo>
                    <a:pt x="5024514" y="2467464"/>
                  </a:lnTo>
                  <a:lnTo>
                    <a:pt x="5107403" y="2466416"/>
                  </a:lnTo>
                  <a:lnTo>
                    <a:pt x="5184022" y="2465242"/>
                  </a:lnTo>
                  <a:lnTo>
                    <a:pt x="5254314" y="2463930"/>
                  </a:lnTo>
                  <a:lnTo>
                    <a:pt x="5318726" y="2462460"/>
                  </a:lnTo>
                  <a:lnTo>
                    <a:pt x="5378010" y="2460810"/>
                  </a:lnTo>
                  <a:lnTo>
                    <a:pt x="5433084" y="2458952"/>
                  </a:lnTo>
                  <a:lnTo>
                    <a:pt x="5484913" y="2456860"/>
                  </a:lnTo>
                  <a:lnTo>
                    <a:pt x="5534430" y="2454511"/>
                  </a:lnTo>
                  <a:lnTo>
                    <a:pt x="5567201" y="2452762"/>
                  </a:lnTo>
                  <a:lnTo>
                    <a:pt x="5619912" y="2449631"/>
                  </a:lnTo>
                  <a:lnTo>
                    <a:pt x="5672119" y="2446159"/>
                  </a:lnTo>
                  <a:lnTo>
                    <a:pt x="5724414" y="2442343"/>
                  </a:lnTo>
                  <a:lnTo>
                    <a:pt x="5777187" y="2438192"/>
                  </a:lnTo>
                  <a:lnTo>
                    <a:pt x="5830649" y="2433731"/>
                  </a:lnTo>
                  <a:lnTo>
                    <a:pt x="5884856" y="2428999"/>
                  </a:lnTo>
                  <a:lnTo>
                    <a:pt x="5939733" y="2424053"/>
                  </a:lnTo>
                  <a:lnTo>
                    <a:pt x="5995101" y="2418960"/>
                  </a:lnTo>
                  <a:lnTo>
                    <a:pt x="6050707" y="2413799"/>
                  </a:lnTo>
                  <a:lnTo>
                    <a:pt x="6106265" y="2408652"/>
                  </a:lnTo>
                  <a:lnTo>
                    <a:pt x="6161496" y="2403599"/>
                  </a:lnTo>
                  <a:lnTo>
                    <a:pt x="6216168" y="2398717"/>
                  </a:lnTo>
                  <a:lnTo>
                    <a:pt x="6270132" y="2394069"/>
                  </a:lnTo>
                  <a:lnTo>
                    <a:pt x="6323353" y="2389706"/>
                  </a:lnTo>
                  <a:lnTo>
                    <a:pt x="6375938" y="2385663"/>
                  </a:lnTo>
                  <a:lnTo>
                    <a:pt x="6428152" y="2381960"/>
                  </a:lnTo>
                  <a:lnTo>
                    <a:pt x="6480448" y="2378602"/>
                  </a:lnTo>
                  <a:lnTo>
                    <a:pt x="6515891" y="2376539"/>
                  </a:lnTo>
                  <a:lnTo>
                    <a:pt x="6564308" y="2374009"/>
                  </a:lnTo>
                  <a:lnTo>
                    <a:pt x="6614469" y="2371745"/>
                  </a:lnTo>
                  <a:lnTo>
                    <a:pt x="6667232" y="2369730"/>
                  </a:lnTo>
                  <a:lnTo>
                    <a:pt x="6723548" y="2367942"/>
                  </a:lnTo>
                  <a:lnTo>
                    <a:pt x="6784379" y="2366352"/>
                  </a:lnTo>
                  <a:lnTo>
                    <a:pt x="6850601" y="2364935"/>
                  </a:lnTo>
                  <a:lnTo>
                    <a:pt x="6922889" y="2363669"/>
                  </a:lnTo>
                  <a:lnTo>
                    <a:pt x="7001551" y="2362536"/>
                  </a:lnTo>
                  <a:lnTo>
                    <a:pt x="7086320" y="2361526"/>
                  </a:lnTo>
                  <a:lnTo>
                    <a:pt x="7176111" y="2360630"/>
                  </a:lnTo>
                  <a:lnTo>
                    <a:pt x="7268809" y="2359849"/>
                  </a:lnTo>
                  <a:lnTo>
                    <a:pt x="7361175" y="2359182"/>
                  </a:lnTo>
                  <a:lnTo>
                    <a:pt x="7449006" y="2358633"/>
                  </a:lnTo>
                  <a:lnTo>
                    <a:pt x="7527653" y="2358204"/>
                  </a:lnTo>
                  <a:lnTo>
                    <a:pt x="7592867" y="2357890"/>
                  </a:lnTo>
                  <a:lnTo>
                    <a:pt x="7641775" y="2357680"/>
                  </a:lnTo>
                  <a:lnTo>
                    <a:pt x="7673666" y="2357558"/>
                  </a:lnTo>
                  <a:lnTo>
                    <a:pt x="7690312" y="2357501"/>
                  </a:lnTo>
                  <a:lnTo>
                    <a:pt x="7695820" y="2357484"/>
                  </a:lnTo>
                  <a:lnTo>
                    <a:pt x="7696237" y="2357483"/>
                  </a:lnTo>
                  <a:lnTo>
                    <a:pt x="8234974" y="2357483"/>
                  </a:lnTo>
                  <a:lnTo>
                    <a:pt x="8234974" y="2346594"/>
                  </a:lnTo>
                  <a:lnTo>
                    <a:pt x="7696237" y="2346594"/>
                  </a:lnTo>
                  <a:lnTo>
                    <a:pt x="7694935" y="2346598"/>
                  </a:lnTo>
                  <a:lnTo>
                    <a:pt x="7686437" y="2346625"/>
                  </a:lnTo>
                  <a:lnTo>
                    <a:pt x="7665255" y="2346700"/>
                  </a:lnTo>
                  <a:lnTo>
                    <a:pt x="7627992" y="2346848"/>
                  </a:lnTo>
                  <a:lnTo>
                    <a:pt x="7573674" y="2347089"/>
                  </a:lnTo>
                  <a:lnTo>
                    <a:pt x="7503764" y="2347439"/>
                  </a:lnTo>
                  <a:lnTo>
                    <a:pt x="7421677" y="2347907"/>
                  </a:lnTo>
                  <a:lnTo>
                    <a:pt x="7331897" y="2348494"/>
                  </a:lnTo>
                  <a:lnTo>
                    <a:pt x="7239007" y="2349197"/>
                  </a:lnTo>
                  <a:lnTo>
                    <a:pt x="7146939" y="2350016"/>
                  </a:lnTo>
                  <a:lnTo>
                    <a:pt x="7058578" y="2350947"/>
                  </a:lnTo>
                  <a:lnTo>
                    <a:pt x="6975690" y="2351996"/>
                  </a:lnTo>
                  <a:lnTo>
                    <a:pt x="6899071" y="2353169"/>
                  </a:lnTo>
                  <a:lnTo>
                    <a:pt x="6828778" y="2354482"/>
                  </a:lnTo>
                  <a:lnTo>
                    <a:pt x="6764367" y="2355952"/>
                  </a:lnTo>
                  <a:lnTo>
                    <a:pt x="6705082" y="2357602"/>
                  </a:lnTo>
                  <a:lnTo>
                    <a:pt x="6650009" y="2359460"/>
                  </a:lnTo>
                  <a:lnTo>
                    <a:pt x="6598179" y="2361552"/>
                  </a:lnTo>
                  <a:lnTo>
                    <a:pt x="6548662" y="2363900"/>
                  </a:lnTo>
                  <a:lnTo>
                    <a:pt x="6515891" y="2365650"/>
                  </a:lnTo>
                  <a:lnTo>
                    <a:pt x="6463181" y="2368781"/>
                  </a:lnTo>
                  <a:lnTo>
                    <a:pt x="6410974" y="2372253"/>
                  </a:lnTo>
                  <a:lnTo>
                    <a:pt x="6358678" y="2376069"/>
                  </a:lnTo>
                  <a:lnTo>
                    <a:pt x="6305905" y="2380220"/>
                  </a:lnTo>
                  <a:lnTo>
                    <a:pt x="6252444" y="2384681"/>
                  </a:lnTo>
                  <a:lnTo>
                    <a:pt x="6198237" y="2389413"/>
                  </a:lnTo>
                  <a:lnTo>
                    <a:pt x="6143359" y="2394359"/>
                  </a:lnTo>
                  <a:lnTo>
                    <a:pt x="6087992" y="2399451"/>
                  </a:lnTo>
                  <a:lnTo>
                    <a:pt x="6032386" y="2404612"/>
                  </a:lnTo>
                  <a:lnTo>
                    <a:pt x="5976827" y="2409760"/>
                  </a:lnTo>
                  <a:lnTo>
                    <a:pt x="5921596" y="2414813"/>
                  </a:lnTo>
                  <a:lnTo>
                    <a:pt x="5866924" y="2419695"/>
                  </a:lnTo>
                  <a:lnTo>
                    <a:pt x="5812960" y="2424343"/>
                  </a:lnTo>
                  <a:lnTo>
                    <a:pt x="5759739" y="2428706"/>
                  </a:lnTo>
                  <a:lnTo>
                    <a:pt x="5707155" y="2432749"/>
                  </a:lnTo>
                  <a:lnTo>
                    <a:pt x="5654940" y="2436451"/>
                  </a:lnTo>
                  <a:lnTo>
                    <a:pt x="5602644" y="2439810"/>
                  </a:lnTo>
                  <a:lnTo>
                    <a:pt x="5567201" y="2441873"/>
                  </a:lnTo>
                  <a:lnTo>
                    <a:pt x="5518785" y="2444403"/>
                  </a:lnTo>
                  <a:lnTo>
                    <a:pt x="5468623" y="2446667"/>
                  </a:lnTo>
                  <a:lnTo>
                    <a:pt x="5415861" y="2448681"/>
                  </a:lnTo>
                  <a:lnTo>
                    <a:pt x="5359544" y="2450470"/>
                  </a:lnTo>
                  <a:lnTo>
                    <a:pt x="5298714" y="2452060"/>
                  </a:lnTo>
                  <a:lnTo>
                    <a:pt x="5232491" y="2453477"/>
                  </a:lnTo>
                  <a:lnTo>
                    <a:pt x="5160203" y="2454743"/>
                  </a:lnTo>
                  <a:lnTo>
                    <a:pt x="5081541" y="2455875"/>
                  </a:lnTo>
                  <a:lnTo>
                    <a:pt x="4996773" y="2456886"/>
                  </a:lnTo>
                  <a:lnTo>
                    <a:pt x="4906982" y="2457781"/>
                  </a:lnTo>
                  <a:lnTo>
                    <a:pt x="4814283" y="2458563"/>
                  </a:lnTo>
                  <a:lnTo>
                    <a:pt x="4721918" y="2459230"/>
                  </a:lnTo>
                  <a:lnTo>
                    <a:pt x="4634087" y="2459778"/>
                  </a:lnTo>
                  <a:lnTo>
                    <a:pt x="4555440" y="2460208"/>
                  </a:lnTo>
                  <a:lnTo>
                    <a:pt x="4490226" y="2460522"/>
                  </a:lnTo>
                  <a:lnTo>
                    <a:pt x="4441317" y="2460731"/>
                  </a:lnTo>
                  <a:lnTo>
                    <a:pt x="4409426" y="2460853"/>
                  </a:lnTo>
                  <a:lnTo>
                    <a:pt x="4392780" y="2460911"/>
                  </a:lnTo>
                  <a:lnTo>
                    <a:pt x="4387273" y="2460928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78" name="pl678"/>
            <p:cNvSpPr/>
            <p:nvPr/>
          </p:nvSpPr>
          <p:spPr>
            <a:xfrm>
              <a:off x="546595" y="2884714"/>
              <a:ext cx="8234974" cy="2460929"/>
            </a:xfrm>
            <a:custGeom>
              <a:avLst/>
              <a:pathLst>
                <a:path w="8234974" h="2460929">
                  <a:moveTo>
                    <a:pt x="0" y="0"/>
                  </a:moveTo>
                  <a:lnTo>
                    <a:pt x="538736" y="0"/>
                  </a:lnTo>
                  <a:lnTo>
                    <a:pt x="539934" y="75"/>
                  </a:lnTo>
                  <a:lnTo>
                    <a:pt x="547767" y="612"/>
                  </a:lnTo>
                  <a:lnTo>
                    <a:pt x="567349" y="2099"/>
                  </a:lnTo>
                  <a:lnTo>
                    <a:pt x="601950" y="5018"/>
                  </a:lnTo>
                  <a:lnTo>
                    <a:pt x="652689" y="9797"/>
                  </a:lnTo>
                  <a:lnTo>
                    <a:pt x="718487" y="16759"/>
                  </a:lnTo>
                  <a:lnTo>
                    <a:pt x="796433" y="26086"/>
                  </a:lnTo>
                  <a:lnTo>
                    <a:pt x="882515" y="37837"/>
                  </a:lnTo>
                  <a:lnTo>
                    <a:pt x="972470" y="51983"/>
                  </a:lnTo>
                  <a:lnTo>
                    <a:pt x="1062495" y="68467"/>
                  </a:lnTo>
                  <a:lnTo>
                    <a:pt x="1149670" y="87257"/>
                  </a:lnTo>
                  <a:lnTo>
                    <a:pt x="1232078" y="108392"/>
                  </a:lnTo>
                  <a:lnTo>
                    <a:pt x="1308723" y="132001"/>
                  </a:lnTo>
                  <a:lnTo>
                    <a:pt x="1379342" y="158316"/>
                  </a:lnTo>
                  <a:lnTo>
                    <a:pt x="1444195" y="187670"/>
                  </a:lnTo>
                  <a:lnTo>
                    <a:pt x="1503878" y="220492"/>
                  </a:lnTo>
                  <a:lnTo>
                    <a:pt x="1559183" y="257281"/>
                  </a:lnTo>
                  <a:lnTo>
                    <a:pt x="1610987" y="298573"/>
                  </a:lnTo>
                  <a:lnTo>
                    <a:pt x="1660172" y="344871"/>
                  </a:lnTo>
                  <a:lnTo>
                    <a:pt x="1707549" y="396524"/>
                  </a:lnTo>
                  <a:lnTo>
                    <a:pt x="1719082" y="410154"/>
                  </a:lnTo>
                  <a:lnTo>
                    <a:pt x="1756520" y="457172"/>
                  </a:lnTo>
                  <a:lnTo>
                    <a:pt x="1793602" y="507835"/>
                  </a:lnTo>
                  <a:lnTo>
                    <a:pt x="1830573" y="562216"/>
                  </a:lnTo>
                  <a:lnTo>
                    <a:pt x="1867623" y="620322"/>
                  </a:lnTo>
                  <a:lnTo>
                    <a:pt x="1904890" y="682083"/>
                  </a:lnTo>
                  <a:lnTo>
                    <a:pt x="1942469" y="747349"/>
                  </a:lnTo>
                  <a:lnTo>
                    <a:pt x="1980410" y="815884"/>
                  </a:lnTo>
                  <a:lnTo>
                    <a:pt x="2018729" y="887366"/>
                  </a:lnTo>
                  <a:lnTo>
                    <a:pt x="2057406" y="961390"/>
                  </a:lnTo>
                  <a:lnTo>
                    <a:pt x="2096392" y="1037476"/>
                  </a:lnTo>
                  <a:lnTo>
                    <a:pt x="2135617" y="1115077"/>
                  </a:lnTo>
                  <a:lnTo>
                    <a:pt x="2174990" y="1193600"/>
                  </a:lnTo>
                  <a:lnTo>
                    <a:pt x="2214412" y="1272419"/>
                  </a:lnTo>
                  <a:lnTo>
                    <a:pt x="2253778" y="1350901"/>
                  </a:lnTo>
                  <a:lnTo>
                    <a:pt x="2292990" y="1428422"/>
                  </a:lnTo>
                  <a:lnTo>
                    <a:pt x="2331959" y="1504390"/>
                  </a:lnTo>
                  <a:lnTo>
                    <a:pt x="2370613" y="1578264"/>
                  </a:lnTo>
                  <a:lnTo>
                    <a:pt x="2408908" y="1649567"/>
                  </a:lnTo>
                  <a:lnTo>
                    <a:pt x="2446825" y="1717900"/>
                  </a:lnTo>
                  <a:lnTo>
                    <a:pt x="2484381" y="1782945"/>
                  </a:lnTo>
                  <a:lnTo>
                    <a:pt x="2521632" y="1844474"/>
                  </a:lnTo>
                  <a:lnTo>
                    <a:pt x="2558672" y="1902340"/>
                  </a:lnTo>
                  <a:lnTo>
                    <a:pt x="2595644" y="1956480"/>
                  </a:lnTo>
                  <a:lnTo>
                    <a:pt x="2632740" y="2006904"/>
                  </a:lnTo>
                  <a:lnTo>
                    <a:pt x="2667772" y="2050774"/>
                  </a:lnTo>
                  <a:lnTo>
                    <a:pt x="2714811" y="2103774"/>
                  </a:lnTo>
                  <a:lnTo>
                    <a:pt x="2763478" y="2151374"/>
                  </a:lnTo>
                  <a:lnTo>
                    <a:pt x="2814552" y="2193862"/>
                  </a:lnTo>
                  <a:lnTo>
                    <a:pt x="2868907" y="2231716"/>
                  </a:lnTo>
                  <a:lnTo>
                    <a:pt x="2927427" y="2265472"/>
                  </a:lnTo>
                  <a:lnTo>
                    <a:pt x="2990934" y="2295642"/>
                  </a:lnTo>
                  <a:lnTo>
                    <a:pt x="3060085" y="2322674"/>
                  </a:lnTo>
                  <a:lnTo>
                    <a:pt x="3135239" y="2346927"/>
                  </a:lnTo>
                  <a:lnTo>
                    <a:pt x="3216281" y="2368659"/>
                  </a:lnTo>
                  <a:lnTo>
                    <a:pt x="3302415" y="2388024"/>
                  </a:lnTo>
                  <a:lnTo>
                    <a:pt x="3391968" y="2405079"/>
                  </a:lnTo>
                  <a:lnTo>
                    <a:pt x="3482266" y="2419809"/>
                  </a:lnTo>
                  <a:lnTo>
                    <a:pt x="3569696" y="2432158"/>
                  </a:lnTo>
                  <a:lnTo>
                    <a:pt x="3650054" y="2442085"/>
                  </a:lnTo>
                  <a:lnTo>
                    <a:pt x="3719188" y="2449620"/>
                  </a:lnTo>
                  <a:lnTo>
                    <a:pt x="3773838" y="2454915"/>
                  </a:lnTo>
                  <a:lnTo>
                    <a:pt x="3812418" y="2458258"/>
                  </a:lnTo>
                  <a:lnTo>
                    <a:pt x="3835494" y="2460056"/>
                  </a:lnTo>
                  <a:lnTo>
                    <a:pt x="3845826" y="2460782"/>
                  </a:lnTo>
                  <a:lnTo>
                    <a:pt x="3848099" y="2460928"/>
                  </a:lnTo>
                  <a:lnTo>
                    <a:pt x="3848118" y="2460929"/>
                  </a:lnTo>
                  <a:lnTo>
                    <a:pt x="4386855" y="2460929"/>
                  </a:lnTo>
                  <a:lnTo>
                    <a:pt x="4388158" y="2460925"/>
                  </a:lnTo>
                  <a:lnTo>
                    <a:pt x="4396655" y="2460898"/>
                  </a:lnTo>
                  <a:lnTo>
                    <a:pt x="4417837" y="2460823"/>
                  </a:lnTo>
                  <a:lnTo>
                    <a:pt x="4455100" y="2460675"/>
                  </a:lnTo>
                  <a:lnTo>
                    <a:pt x="4509419" y="2460434"/>
                  </a:lnTo>
                  <a:lnTo>
                    <a:pt x="4579329" y="2460083"/>
                  </a:lnTo>
                  <a:lnTo>
                    <a:pt x="4661415" y="2459616"/>
                  </a:lnTo>
                  <a:lnTo>
                    <a:pt x="4751196" y="2459029"/>
                  </a:lnTo>
                  <a:lnTo>
                    <a:pt x="4844086" y="2458325"/>
                  </a:lnTo>
                  <a:lnTo>
                    <a:pt x="4936153" y="2457507"/>
                  </a:lnTo>
                  <a:lnTo>
                    <a:pt x="5024514" y="2456575"/>
                  </a:lnTo>
                  <a:lnTo>
                    <a:pt x="5107403" y="2455527"/>
                  </a:lnTo>
                  <a:lnTo>
                    <a:pt x="5184022" y="2454353"/>
                  </a:lnTo>
                  <a:lnTo>
                    <a:pt x="5254314" y="2453041"/>
                  </a:lnTo>
                  <a:lnTo>
                    <a:pt x="5318726" y="2451571"/>
                  </a:lnTo>
                  <a:lnTo>
                    <a:pt x="5378010" y="2449920"/>
                  </a:lnTo>
                  <a:lnTo>
                    <a:pt x="5433084" y="2448063"/>
                  </a:lnTo>
                  <a:lnTo>
                    <a:pt x="5484913" y="2445971"/>
                  </a:lnTo>
                  <a:lnTo>
                    <a:pt x="5534430" y="2443622"/>
                  </a:lnTo>
                  <a:lnTo>
                    <a:pt x="5567201" y="2441873"/>
                  </a:lnTo>
                  <a:lnTo>
                    <a:pt x="5619912" y="2438742"/>
                  </a:lnTo>
                  <a:lnTo>
                    <a:pt x="5672119" y="2435270"/>
                  </a:lnTo>
                  <a:lnTo>
                    <a:pt x="5724414" y="2431454"/>
                  </a:lnTo>
                  <a:lnTo>
                    <a:pt x="5777187" y="2427303"/>
                  </a:lnTo>
                  <a:lnTo>
                    <a:pt x="5830649" y="2422842"/>
                  </a:lnTo>
                  <a:lnTo>
                    <a:pt x="5884856" y="2418110"/>
                  </a:lnTo>
                  <a:lnTo>
                    <a:pt x="5939733" y="2413164"/>
                  </a:lnTo>
                  <a:lnTo>
                    <a:pt x="5995101" y="2408071"/>
                  </a:lnTo>
                  <a:lnTo>
                    <a:pt x="6050707" y="2402910"/>
                  </a:lnTo>
                  <a:lnTo>
                    <a:pt x="6106265" y="2397763"/>
                  </a:lnTo>
                  <a:lnTo>
                    <a:pt x="6161496" y="2392710"/>
                  </a:lnTo>
                  <a:lnTo>
                    <a:pt x="6216168" y="2387828"/>
                  </a:lnTo>
                  <a:lnTo>
                    <a:pt x="6270132" y="2383180"/>
                  </a:lnTo>
                  <a:lnTo>
                    <a:pt x="6323353" y="2378817"/>
                  </a:lnTo>
                  <a:lnTo>
                    <a:pt x="6375938" y="2374774"/>
                  </a:lnTo>
                  <a:lnTo>
                    <a:pt x="6428152" y="2371071"/>
                  </a:lnTo>
                  <a:lnTo>
                    <a:pt x="6480448" y="2367713"/>
                  </a:lnTo>
                  <a:lnTo>
                    <a:pt x="6515891" y="2365650"/>
                  </a:lnTo>
                  <a:lnTo>
                    <a:pt x="6564308" y="2363120"/>
                  </a:lnTo>
                  <a:lnTo>
                    <a:pt x="6614469" y="2360856"/>
                  </a:lnTo>
                  <a:lnTo>
                    <a:pt x="6667232" y="2358841"/>
                  </a:lnTo>
                  <a:lnTo>
                    <a:pt x="6723548" y="2357053"/>
                  </a:lnTo>
                  <a:lnTo>
                    <a:pt x="6784379" y="2355463"/>
                  </a:lnTo>
                  <a:lnTo>
                    <a:pt x="6850601" y="2354046"/>
                  </a:lnTo>
                  <a:lnTo>
                    <a:pt x="6922889" y="2352780"/>
                  </a:lnTo>
                  <a:lnTo>
                    <a:pt x="7001551" y="2351647"/>
                  </a:lnTo>
                  <a:lnTo>
                    <a:pt x="7086320" y="2350637"/>
                  </a:lnTo>
                  <a:lnTo>
                    <a:pt x="7176111" y="2349741"/>
                  </a:lnTo>
                  <a:lnTo>
                    <a:pt x="7268809" y="2348960"/>
                  </a:lnTo>
                  <a:lnTo>
                    <a:pt x="7361175" y="2348293"/>
                  </a:lnTo>
                  <a:lnTo>
                    <a:pt x="7449006" y="2347744"/>
                  </a:lnTo>
                  <a:lnTo>
                    <a:pt x="7527653" y="2347315"/>
                  </a:lnTo>
                  <a:lnTo>
                    <a:pt x="7592867" y="2347001"/>
                  </a:lnTo>
                  <a:lnTo>
                    <a:pt x="7641775" y="2346791"/>
                  </a:lnTo>
                  <a:lnTo>
                    <a:pt x="7673666" y="2346669"/>
                  </a:lnTo>
                  <a:lnTo>
                    <a:pt x="7690312" y="2346612"/>
                  </a:lnTo>
                  <a:lnTo>
                    <a:pt x="7695820" y="2346595"/>
                  </a:lnTo>
                  <a:lnTo>
                    <a:pt x="7696237" y="2346594"/>
                  </a:lnTo>
                  <a:lnTo>
                    <a:pt x="8234974" y="23465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9" name="pl679"/>
            <p:cNvSpPr/>
            <p:nvPr/>
          </p:nvSpPr>
          <p:spPr>
            <a:xfrm>
              <a:off x="546595" y="2873825"/>
              <a:ext cx="8234974" cy="2460929"/>
            </a:xfrm>
            <a:custGeom>
              <a:avLst/>
              <a:pathLst>
                <a:path w="8234974" h="2460929">
                  <a:moveTo>
                    <a:pt x="8234974" y="2346594"/>
                  </a:moveTo>
                  <a:lnTo>
                    <a:pt x="7696237" y="2346594"/>
                  </a:lnTo>
                  <a:lnTo>
                    <a:pt x="7694935" y="2346598"/>
                  </a:lnTo>
                  <a:lnTo>
                    <a:pt x="7686437" y="2346625"/>
                  </a:lnTo>
                  <a:lnTo>
                    <a:pt x="7665255" y="2346700"/>
                  </a:lnTo>
                  <a:lnTo>
                    <a:pt x="7627992" y="2346848"/>
                  </a:lnTo>
                  <a:lnTo>
                    <a:pt x="7573674" y="2347089"/>
                  </a:lnTo>
                  <a:lnTo>
                    <a:pt x="7503764" y="2347439"/>
                  </a:lnTo>
                  <a:lnTo>
                    <a:pt x="7421677" y="2347907"/>
                  </a:lnTo>
                  <a:lnTo>
                    <a:pt x="7331897" y="2348494"/>
                  </a:lnTo>
                  <a:lnTo>
                    <a:pt x="7239007" y="2349197"/>
                  </a:lnTo>
                  <a:lnTo>
                    <a:pt x="7146939" y="2350016"/>
                  </a:lnTo>
                  <a:lnTo>
                    <a:pt x="7058578" y="2350947"/>
                  </a:lnTo>
                  <a:lnTo>
                    <a:pt x="6975690" y="2351996"/>
                  </a:lnTo>
                  <a:lnTo>
                    <a:pt x="6899071" y="2353169"/>
                  </a:lnTo>
                  <a:lnTo>
                    <a:pt x="6828778" y="2354482"/>
                  </a:lnTo>
                  <a:lnTo>
                    <a:pt x="6764367" y="2355952"/>
                  </a:lnTo>
                  <a:lnTo>
                    <a:pt x="6705082" y="2357602"/>
                  </a:lnTo>
                  <a:lnTo>
                    <a:pt x="6650009" y="2359460"/>
                  </a:lnTo>
                  <a:lnTo>
                    <a:pt x="6598179" y="2361552"/>
                  </a:lnTo>
                  <a:lnTo>
                    <a:pt x="6548662" y="2363900"/>
                  </a:lnTo>
                  <a:lnTo>
                    <a:pt x="6515891" y="2365650"/>
                  </a:lnTo>
                  <a:lnTo>
                    <a:pt x="6463181" y="2368781"/>
                  </a:lnTo>
                  <a:lnTo>
                    <a:pt x="6410974" y="2372253"/>
                  </a:lnTo>
                  <a:lnTo>
                    <a:pt x="6358678" y="2376069"/>
                  </a:lnTo>
                  <a:lnTo>
                    <a:pt x="6305905" y="2380220"/>
                  </a:lnTo>
                  <a:lnTo>
                    <a:pt x="6252444" y="2384681"/>
                  </a:lnTo>
                  <a:lnTo>
                    <a:pt x="6198237" y="2389413"/>
                  </a:lnTo>
                  <a:lnTo>
                    <a:pt x="6143359" y="2394359"/>
                  </a:lnTo>
                  <a:lnTo>
                    <a:pt x="6087992" y="2399451"/>
                  </a:lnTo>
                  <a:lnTo>
                    <a:pt x="6032386" y="2404612"/>
                  </a:lnTo>
                  <a:lnTo>
                    <a:pt x="5976827" y="2409760"/>
                  </a:lnTo>
                  <a:lnTo>
                    <a:pt x="5921596" y="2414813"/>
                  </a:lnTo>
                  <a:lnTo>
                    <a:pt x="5866924" y="2419695"/>
                  </a:lnTo>
                  <a:lnTo>
                    <a:pt x="5812960" y="2424343"/>
                  </a:lnTo>
                  <a:lnTo>
                    <a:pt x="5759739" y="2428706"/>
                  </a:lnTo>
                  <a:lnTo>
                    <a:pt x="5707155" y="2432749"/>
                  </a:lnTo>
                  <a:lnTo>
                    <a:pt x="5654940" y="2436451"/>
                  </a:lnTo>
                  <a:lnTo>
                    <a:pt x="5602644" y="2439810"/>
                  </a:lnTo>
                  <a:lnTo>
                    <a:pt x="5567201" y="2441873"/>
                  </a:lnTo>
                  <a:lnTo>
                    <a:pt x="5518785" y="2444403"/>
                  </a:lnTo>
                  <a:lnTo>
                    <a:pt x="5468623" y="2446667"/>
                  </a:lnTo>
                  <a:lnTo>
                    <a:pt x="5415861" y="2448681"/>
                  </a:lnTo>
                  <a:lnTo>
                    <a:pt x="5359544" y="2450470"/>
                  </a:lnTo>
                  <a:lnTo>
                    <a:pt x="5298714" y="2452060"/>
                  </a:lnTo>
                  <a:lnTo>
                    <a:pt x="5232491" y="2453477"/>
                  </a:lnTo>
                  <a:lnTo>
                    <a:pt x="5160203" y="2454743"/>
                  </a:lnTo>
                  <a:lnTo>
                    <a:pt x="5081541" y="2455875"/>
                  </a:lnTo>
                  <a:lnTo>
                    <a:pt x="4996773" y="2456886"/>
                  </a:lnTo>
                  <a:lnTo>
                    <a:pt x="4906982" y="2457781"/>
                  </a:lnTo>
                  <a:lnTo>
                    <a:pt x="4814283" y="2458563"/>
                  </a:lnTo>
                  <a:lnTo>
                    <a:pt x="4721918" y="2459230"/>
                  </a:lnTo>
                  <a:lnTo>
                    <a:pt x="4634087" y="2459778"/>
                  </a:lnTo>
                  <a:lnTo>
                    <a:pt x="4555440" y="2460208"/>
                  </a:lnTo>
                  <a:lnTo>
                    <a:pt x="4490226" y="2460522"/>
                  </a:lnTo>
                  <a:lnTo>
                    <a:pt x="4441317" y="2460731"/>
                  </a:lnTo>
                  <a:lnTo>
                    <a:pt x="4409426" y="2460853"/>
                  </a:lnTo>
                  <a:lnTo>
                    <a:pt x="4392780" y="2460911"/>
                  </a:lnTo>
                  <a:lnTo>
                    <a:pt x="4387273" y="2460928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5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0" name="pg680"/>
            <p:cNvSpPr/>
            <p:nvPr/>
          </p:nvSpPr>
          <p:spPr>
            <a:xfrm>
              <a:off x="546595" y="2884714"/>
              <a:ext cx="8234974" cy="3255831"/>
            </a:xfrm>
            <a:custGeom>
              <a:avLst/>
              <a:pathLst>
                <a:path w="8234974" h="3255831">
                  <a:moveTo>
                    <a:pt x="0" y="5444"/>
                  </a:moveTo>
                  <a:lnTo>
                    <a:pt x="538736" y="5444"/>
                  </a:lnTo>
                  <a:lnTo>
                    <a:pt x="539934" y="5519"/>
                  </a:lnTo>
                  <a:lnTo>
                    <a:pt x="547767" y="6057"/>
                  </a:lnTo>
                  <a:lnTo>
                    <a:pt x="567349" y="7543"/>
                  </a:lnTo>
                  <a:lnTo>
                    <a:pt x="601950" y="10462"/>
                  </a:lnTo>
                  <a:lnTo>
                    <a:pt x="652689" y="15242"/>
                  </a:lnTo>
                  <a:lnTo>
                    <a:pt x="718487" y="22203"/>
                  </a:lnTo>
                  <a:lnTo>
                    <a:pt x="796433" y="31531"/>
                  </a:lnTo>
                  <a:lnTo>
                    <a:pt x="882515" y="43282"/>
                  </a:lnTo>
                  <a:lnTo>
                    <a:pt x="972470" y="57427"/>
                  </a:lnTo>
                  <a:lnTo>
                    <a:pt x="1062495" y="73911"/>
                  </a:lnTo>
                  <a:lnTo>
                    <a:pt x="1149670" y="92702"/>
                  </a:lnTo>
                  <a:lnTo>
                    <a:pt x="1232078" y="113837"/>
                  </a:lnTo>
                  <a:lnTo>
                    <a:pt x="1308723" y="137446"/>
                  </a:lnTo>
                  <a:lnTo>
                    <a:pt x="1379342" y="163760"/>
                  </a:lnTo>
                  <a:lnTo>
                    <a:pt x="1444195" y="193115"/>
                  </a:lnTo>
                  <a:lnTo>
                    <a:pt x="1503878" y="225937"/>
                  </a:lnTo>
                  <a:lnTo>
                    <a:pt x="1559183" y="262726"/>
                  </a:lnTo>
                  <a:lnTo>
                    <a:pt x="1610987" y="304018"/>
                  </a:lnTo>
                  <a:lnTo>
                    <a:pt x="1660172" y="350315"/>
                  </a:lnTo>
                  <a:lnTo>
                    <a:pt x="1707549" y="401969"/>
                  </a:lnTo>
                  <a:lnTo>
                    <a:pt x="1719082" y="415599"/>
                  </a:lnTo>
                  <a:lnTo>
                    <a:pt x="1756520" y="462616"/>
                  </a:lnTo>
                  <a:lnTo>
                    <a:pt x="1793602" y="513279"/>
                  </a:lnTo>
                  <a:lnTo>
                    <a:pt x="1830573" y="567661"/>
                  </a:lnTo>
                  <a:lnTo>
                    <a:pt x="1867623" y="625766"/>
                  </a:lnTo>
                  <a:lnTo>
                    <a:pt x="1904890" y="687527"/>
                  </a:lnTo>
                  <a:lnTo>
                    <a:pt x="1942469" y="752793"/>
                  </a:lnTo>
                  <a:lnTo>
                    <a:pt x="1980410" y="821328"/>
                  </a:lnTo>
                  <a:lnTo>
                    <a:pt x="2018729" y="892810"/>
                  </a:lnTo>
                  <a:lnTo>
                    <a:pt x="2057406" y="966835"/>
                  </a:lnTo>
                  <a:lnTo>
                    <a:pt x="2096392" y="1042920"/>
                  </a:lnTo>
                  <a:lnTo>
                    <a:pt x="2135617" y="1120521"/>
                  </a:lnTo>
                  <a:lnTo>
                    <a:pt x="2174990" y="1199044"/>
                  </a:lnTo>
                  <a:lnTo>
                    <a:pt x="2214412" y="1277864"/>
                  </a:lnTo>
                  <a:lnTo>
                    <a:pt x="2253778" y="1356346"/>
                  </a:lnTo>
                  <a:lnTo>
                    <a:pt x="2292990" y="1433867"/>
                  </a:lnTo>
                  <a:lnTo>
                    <a:pt x="2331959" y="1509835"/>
                  </a:lnTo>
                  <a:lnTo>
                    <a:pt x="2370613" y="1583708"/>
                  </a:lnTo>
                  <a:lnTo>
                    <a:pt x="2408908" y="1655012"/>
                  </a:lnTo>
                  <a:lnTo>
                    <a:pt x="2446825" y="1723344"/>
                  </a:lnTo>
                  <a:lnTo>
                    <a:pt x="2484381" y="1788390"/>
                  </a:lnTo>
                  <a:lnTo>
                    <a:pt x="2521632" y="1849918"/>
                  </a:lnTo>
                  <a:lnTo>
                    <a:pt x="2558672" y="1907784"/>
                  </a:lnTo>
                  <a:lnTo>
                    <a:pt x="2595644" y="1961925"/>
                  </a:lnTo>
                  <a:lnTo>
                    <a:pt x="2632740" y="2012349"/>
                  </a:lnTo>
                  <a:lnTo>
                    <a:pt x="2667772" y="2056219"/>
                  </a:lnTo>
                  <a:lnTo>
                    <a:pt x="2714811" y="2109218"/>
                  </a:lnTo>
                  <a:lnTo>
                    <a:pt x="2763478" y="2156819"/>
                  </a:lnTo>
                  <a:lnTo>
                    <a:pt x="2814552" y="2199307"/>
                  </a:lnTo>
                  <a:lnTo>
                    <a:pt x="2868907" y="2237161"/>
                  </a:lnTo>
                  <a:lnTo>
                    <a:pt x="2927427" y="2270916"/>
                  </a:lnTo>
                  <a:lnTo>
                    <a:pt x="2990934" y="2301087"/>
                  </a:lnTo>
                  <a:lnTo>
                    <a:pt x="3060085" y="2328119"/>
                  </a:lnTo>
                  <a:lnTo>
                    <a:pt x="3135239" y="2352372"/>
                  </a:lnTo>
                  <a:lnTo>
                    <a:pt x="3216281" y="2374104"/>
                  </a:lnTo>
                  <a:lnTo>
                    <a:pt x="3302415" y="2393468"/>
                  </a:lnTo>
                  <a:lnTo>
                    <a:pt x="3391968" y="2410524"/>
                  </a:lnTo>
                  <a:lnTo>
                    <a:pt x="3482266" y="2425254"/>
                  </a:lnTo>
                  <a:lnTo>
                    <a:pt x="3569696" y="2437603"/>
                  </a:lnTo>
                  <a:lnTo>
                    <a:pt x="3650054" y="2447529"/>
                  </a:lnTo>
                  <a:lnTo>
                    <a:pt x="3719188" y="2455065"/>
                  </a:lnTo>
                  <a:lnTo>
                    <a:pt x="3773838" y="2460360"/>
                  </a:lnTo>
                  <a:lnTo>
                    <a:pt x="3812418" y="2463703"/>
                  </a:lnTo>
                  <a:lnTo>
                    <a:pt x="3835494" y="2465500"/>
                  </a:lnTo>
                  <a:lnTo>
                    <a:pt x="3845826" y="2466227"/>
                  </a:lnTo>
                  <a:lnTo>
                    <a:pt x="3848118" y="2466373"/>
                  </a:lnTo>
                  <a:lnTo>
                    <a:pt x="4386855" y="2466373"/>
                  </a:lnTo>
                  <a:lnTo>
                    <a:pt x="4388146" y="2466400"/>
                  </a:lnTo>
                  <a:lnTo>
                    <a:pt x="4396570" y="2466586"/>
                  </a:lnTo>
                  <a:lnTo>
                    <a:pt x="4417577" y="2467101"/>
                  </a:lnTo>
                  <a:lnTo>
                    <a:pt x="4454548" y="2468111"/>
                  </a:lnTo>
                  <a:lnTo>
                    <a:pt x="4508477" y="2469763"/>
                  </a:lnTo>
                  <a:lnTo>
                    <a:pt x="4577942" y="2472161"/>
                  </a:lnTo>
                  <a:lnTo>
                    <a:pt x="4659585" y="2475364"/>
                  </a:lnTo>
                  <a:lnTo>
                    <a:pt x="4748974" y="2479384"/>
                  </a:lnTo>
                  <a:lnTo>
                    <a:pt x="4841558" y="2484208"/>
                  </a:lnTo>
                  <a:lnTo>
                    <a:pt x="4933417" y="2489818"/>
                  </a:lnTo>
                  <a:lnTo>
                    <a:pt x="5021662" y="2496207"/>
                  </a:lnTo>
                  <a:lnTo>
                    <a:pt x="5104508" y="2503397"/>
                  </a:lnTo>
                  <a:lnTo>
                    <a:pt x="5181137" y="2511442"/>
                  </a:lnTo>
                  <a:lnTo>
                    <a:pt x="5251468" y="2520435"/>
                  </a:lnTo>
                  <a:lnTo>
                    <a:pt x="5315927" y="2530502"/>
                  </a:lnTo>
                  <a:lnTo>
                    <a:pt x="5375252" y="2541803"/>
                  </a:lnTo>
                  <a:lnTo>
                    <a:pt x="5430345" y="2554516"/>
                  </a:lnTo>
                  <a:lnTo>
                    <a:pt x="5482165" y="2568827"/>
                  </a:lnTo>
                  <a:lnTo>
                    <a:pt x="5531639" y="2584892"/>
                  </a:lnTo>
                  <a:lnTo>
                    <a:pt x="5567201" y="2597950"/>
                  </a:lnTo>
                  <a:lnTo>
                    <a:pt x="5616594" y="2618132"/>
                  </a:lnTo>
                  <a:lnTo>
                    <a:pt x="5665507" y="2640372"/>
                  </a:lnTo>
                  <a:lnTo>
                    <a:pt x="5714444" y="2664699"/>
                  </a:lnTo>
                  <a:lnTo>
                    <a:pt x="5763750" y="2691075"/>
                  </a:lnTo>
                  <a:lnTo>
                    <a:pt x="5813627" y="2719378"/>
                  </a:lnTo>
                  <a:lnTo>
                    <a:pt x="5864158" y="2749407"/>
                  </a:lnTo>
                  <a:lnTo>
                    <a:pt x="5915315" y="2780874"/>
                  </a:lnTo>
                  <a:lnTo>
                    <a:pt x="5966983" y="2813421"/>
                  </a:lnTo>
                  <a:lnTo>
                    <a:pt x="6018978" y="2846628"/>
                  </a:lnTo>
                  <a:lnTo>
                    <a:pt x="6071076" y="2880037"/>
                  </a:lnTo>
                  <a:lnTo>
                    <a:pt x="6123040" y="2913182"/>
                  </a:lnTo>
                  <a:lnTo>
                    <a:pt x="6174649" y="2945607"/>
                  </a:lnTo>
                  <a:lnTo>
                    <a:pt x="6225727" y="2976902"/>
                  </a:lnTo>
                  <a:lnTo>
                    <a:pt x="6276169" y="3006715"/>
                  </a:lnTo>
                  <a:lnTo>
                    <a:pt x="6325963" y="3034770"/>
                  </a:lnTo>
                  <a:lnTo>
                    <a:pt x="6375205" y="3060877"/>
                  </a:lnTo>
                  <a:lnTo>
                    <a:pt x="6424116" y="3084927"/>
                  </a:lnTo>
                  <a:lnTo>
                    <a:pt x="6473060" y="3106888"/>
                  </a:lnTo>
                  <a:lnTo>
                    <a:pt x="6515891" y="3124255"/>
                  </a:lnTo>
                  <a:lnTo>
                    <a:pt x="6564159" y="3141671"/>
                  </a:lnTo>
                  <a:lnTo>
                    <a:pt x="6614160" y="3157267"/>
                  </a:lnTo>
                  <a:lnTo>
                    <a:pt x="6666740" y="3171145"/>
                  </a:lnTo>
                  <a:lnTo>
                    <a:pt x="6722843" y="3183473"/>
                  </a:lnTo>
                  <a:lnTo>
                    <a:pt x="6783423" y="3194436"/>
                  </a:lnTo>
                  <a:lnTo>
                    <a:pt x="6849350" y="3204209"/>
                  </a:lnTo>
                  <a:lnTo>
                    <a:pt x="6921297" y="3212944"/>
                  </a:lnTo>
                  <a:lnTo>
                    <a:pt x="6999578" y="3220759"/>
                  </a:lnTo>
                  <a:lnTo>
                    <a:pt x="7083944" y="3227736"/>
                  </a:lnTo>
                  <a:lnTo>
                    <a:pt x="7173345" y="3233922"/>
                  </a:lnTo>
                  <a:lnTo>
                    <a:pt x="7265717" y="3239329"/>
                  </a:lnTo>
                  <a:lnTo>
                    <a:pt x="7357882" y="3243946"/>
                  </a:lnTo>
                  <a:lnTo>
                    <a:pt x="7445703" y="3247754"/>
                  </a:lnTo>
                  <a:lnTo>
                    <a:pt x="7524575" y="3250744"/>
                  </a:lnTo>
                  <a:lnTo>
                    <a:pt x="7590252" y="3252940"/>
                  </a:lnTo>
                  <a:lnTo>
                    <a:pt x="7639809" y="3254413"/>
                  </a:lnTo>
                  <a:lnTo>
                    <a:pt x="7672427" y="3255279"/>
                  </a:lnTo>
                  <a:lnTo>
                    <a:pt x="7689740" y="3255692"/>
                  </a:lnTo>
                  <a:lnTo>
                    <a:pt x="7695707" y="3255820"/>
                  </a:lnTo>
                  <a:lnTo>
                    <a:pt x="7696237" y="3255831"/>
                  </a:lnTo>
                  <a:lnTo>
                    <a:pt x="8234974" y="3255831"/>
                  </a:lnTo>
                  <a:lnTo>
                    <a:pt x="8234974" y="3250386"/>
                  </a:lnTo>
                  <a:lnTo>
                    <a:pt x="7696237" y="3250386"/>
                  </a:lnTo>
                  <a:lnTo>
                    <a:pt x="7694946" y="3250360"/>
                  </a:lnTo>
                  <a:lnTo>
                    <a:pt x="7686522" y="3250174"/>
                  </a:lnTo>
                  <a:lnTo>
                    <a:pt x="7665516" y="3249659"/>
                  </a:lnTo>
                  <a:lnTo>
                    <a:pt x="7628544" y="3248648"/>
                  </a:lnTo>
                  <a:lnTo>
                    <a:pt x="7574615" y="3246997"/>
                  </a:lnTo>
                  <a:lnTo>
                    <a:pt x="7505150" y="3244599"/>
                  </a:lnTo>
                  <a:lnTo>
                    <a:pt x="7423507" y="3241396"/>
                  </a:lnTo>
                  <a:lnTo>
                    <a:pt x="7334118" y="3237376"/>
                  </a:lnTo>
                  <a:lnTo>
                    <a:pt x="7241534" y="3232552"/>
                  </a:lnTo>
                  <a:lnTo>
                    <a:pt x="7149675" y="3226942"/>
                  </a:lnTo>
                  <a:lnTo>
                    <a:pt x="7061430" y="3220552"/>
                  </a:lnTo>
                  <a:lnTo>
                    <a:pt x="6978584" y="3213363"/>
                  </a:lnTo>
                  <a:lnTo>
                    <a:pt x="6901956" y="3205318"/>
                  </a:lnTo>
                  <a:lnTo>
                    <a:pt x="6831625" y="3196325"/>
                  </a:lnTo>
                  <a:lnTo>
                    <a:pt x="6767165" y="3186258"/>
                  </a:lnTo>
                  <a:lnTo>
                    <a:pt x="6707840" y="3174957"/>
                  </a:lnTo>
                  <a:lnTo>
                    <a:pt x="6652747" y="3162243"/>
                  </a:lnTo>
                  <a:lnTo>
                    <a:pt x="6600927" y="3147933"/>
                  </a:lnTo>
                  <a:lnTo>
                    <a:pt x="6551454" y="3131868"/>
                  </a:lnTo>
                  <a:lnTo>
                    <a:pt x="6515891" y="3118810"/>
                  </a:lnTo>
                  <a:lnTo>
                    <a:pt x="6466499" y="3098628"/>
                  </a:lnTo>
                  <a:lnTo>
                    <a:pt x="6417586" y="3076388"/>
                  </a:lnTo>
                  <a:lnTo>
                    <a:pt x="6368648" y="3052061"/>
                  </a:lnTo>
                  <a:lnTo>
                    <a:pt x="6319343" y="3025685"/>
                  </a:lnTo>
                  <a:lnTo>
                    <a:pt x="6269465" y="2997382"/>
                  </a:lnTo>
                  <a:lnTo>
                    <a:pt x="6218935" y="2967353"/>
                  </a:lnTo>
                  <a:lnTo>
                    <a:pt x="6167778" y="2935885"/>
                  </a:lnTo>
                  <a:lnTo>
                    <a:pt x="6116110" y="2903339"/>
                  </a:lnTo>
                  <a:lnTo>
                    <a:pt x="6064115" y="2870132"/>
                  </a:lnTo>
                  <a:lnTo>
                    <a:pt x="6012016" y="2836723"/>
                  </a:lnTo>
                  <a:lnTo>
                    <a:pt x="5960053" y="2803578"/>
                  </a:lnTo>
                  <a:lnTo>
                    <a:pt x="5908444" y="2771153"/>
                  </a:lnTo>
                  <a:lnTo>
                    <a:pt x="5857366" y="2739858"/>
                  </a:lnTo>
                  <a:lnTo>
                    <a:pt x="5806923" y="2710045"/>
                  </a:lnTo>
                  <a:lnTo>
                    <a:pt x="5757129" y="2681990"/>
                  </a:lnTo>
                  <a:lnTo>
                    <a:pt x="5707887" y="2655883"/>
                  </a:lnTo>
                  <a:lnTo>
                    <a:pt x="5658976" y="2631833"/>
                  </a:lnTo>
                  <a:lnTo>
                    <a:pt x="5610032" y="2609872"/>
                  </a:lnTo>
                  <a:lnTo>
                    <a:pt x="5567201" y="2592505"/>
                  </a:lnTo>
                  <a:lnTo>
                    <a:pt x="5518933" y="2575089"/>
                  </a:lnTo>
                  <a:lnTo>
                    <a:pt x="5468933" y="2559493"/>
                  </a:lnTo>
                  <a:lnTo>
                    <a:pt x="5416353" y="2545615"/>
                  </a:lnTo>
                  <a:lnTo>
                    <a:pt x="5360249" y="2533287"/>
                  </a:lnTo>
                  <a:lnTo>
                    <a:pt x="5299669" y="2522324"/>
                  </a:lnTo>
                  <a:lnTo>
                    <a:pt x="5233742" y="2512551"/>
                  </a:lnTo>
                  <a:lnTo>
                    <a:pt x="5161796" y="2503816"/>
                  </a:lnTo>
                  <a:lnTo>
                    <a:pt x="5083515" y="2496001"/>
                  </a:lnTo>
                  <a:lnTo>
                    <a:pt x="4999149" y="2489023"/>
                  </a:lnTo>
                  <a:lnTo>
                    <a:pt x="4909747" y="2482838"/>
                  </a:lnTo>
                  <a:lnTo>
                    <a:pt x="4817376" y="2477431"/>
                  </a:lnTo>
                  <a:lnTo>
                    <a:pt x="4725211" y="2472814"/>
                  </a:lnTo>
                  <a:lnTo>
                    <a:pt x="4637390" y="2469006"/>
                  </a:lnTo>
                  <a:lnTo>
                    <a:pt x="4558517" y="2466016"/>
                  </a:lnTo>
                  <a:lnTo>
                    <a:pt x="4492840" y="2463820"/>
                  </a:lnTo>
                  <a:lnTo>
                    <a:pt x="4443284" y="2462347"/>
                  </a:lnTo>
                  <a:lnTo>
                    <a:pt x="4410666" y="2461481"/>
                  </a:lnTo>
                  <a:lnTo>
                    <a:pt x="4393352" y="2461068"/>
                  </a:lnTo>
                  <a:lnTo>
                    <a:pt x="4387386" y="2460939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81" name="pl681"/>
            <p:cNvSpPr/>
            <p:nvPr/>
          </p:nvSpPr>
          <p:spPr>
            <a:xfrm>
              <a:off x="546595" y="2890159"/>
              <a:ext cx="8234974" cy="3250386"/>
            </a:xfrm>
            <a:custGeom>
              <a:avLst/>
              <a:pathLst>
                <a:path w="8234974" h="3250386">
                  <a:moveTo>
                    <a:pt x="0" y="0"/>
                  </a:moveTo>
                  <a:lnTo>
                    <a:pt x="538736" y="0"/>
                  </a:lnTo>
                  <a:lnTo>
                    <a:pt x="539934" y="75"/>
                  </a:lnTo>
                  <a:lnTo>
                    <a:pt x="547767" y="612"/>
                  </a:lnTo>
                  <a:lnTo>
                    <a:pt x="567349" y="2099"/>
                  </a:lnTo>
                  <a:lnTo>
                    <a:pt x="601950" y="5018"/>
                  </a:lnTo>
                  <a:lnTo>
                    <a:pt x="652689" y="9797"/>
                  </a:lnTo>
                  <a:lnTo>
                    <a:pt x="718487" y="16759"/>
                  </a:lnTo>
                  <a:lnTo>
                    <a:pt x="796433" y="26086"/>
                  </a:lnTo>
                  <a:lnTo>
                    <a:pt x="882515" y="37837"/>
                  </a:lnTo>
                  <a:lnTo>
                    <a:pt x="972470" y="51983"/>
                  </a:lnTo>
                  <a:lnTo>
                    <a:pt x="1062495" y="68467"/>
                  </a:lnTo>
                  <a:lnTo>
                    <a:pt x="1149670" y="87257"/>
                  </a:lnTo>
                  <a:lnTo>
                    <a:pt x="1232078" y="108392"/>
                  </a:lnTo>
                  <a:lnTo>
                    <a:pt x="1308723" y="132001"/>
                  </a:lnTo>
                  <a:lnTo>
                    <a:pt x="1379342" y="158316"/>
                  </a:lnTo>
                  <a:lnTo>
                    <a:pt x="1444195" y="187670"/>
                  </a:lnTo>
                  <a:lnTo>
                    <a:pt x="1503878" y="220492"/>
                  </a:lnTo>
                  <a:lnTo>
                    <a:pt x="1559183" y="257281"/>
                  </a:lnTo>
                  <a:lnTo>
                    <a:pt x="1610987" y="298573"/>
                  </a:lnTo>
                  <a:lnTo>
                    <a:pt x="1660172" y="344871"/>
                  </a:lnTo>
                  <a:lnTo>
                    <a:pt x="1707549" y="396524"/>
                  </a:lnTo>
                  <a:lnTo>
                    <a:pt x="1719082" y="410154"/>
                  </a:lnTo>
                  <a:lnTo>
                    <a:pt x="1756520" y="457172"/>
                  </a:lnTo>
                  <a:lnTo>
                    <a:pt x="1793602" y="507835"/>
                  </a:lnTo>
                  <a:lnTo>
                    <a:pt x="1830573" y="562216"/>
                  </a:lnTo>
                  <a:lnTo>
                    <a:pt x="1867623" y="620322"/>
                  </a:lnTo>
                  <a:lnTo>
                    <a:pt x="1904890" y="682083"/>
                  </a:lnTo>
                  <a:lnTo>
                    <a:pt x="1942469" y="747349"/>
                  </a:lnTo>
                  <a:lnTo>
                    <a:pt x="1980410" y="815884"/>
                  </a:lnTo>
                  <a:lnTo>
                    <a:pt x="2018729" y="887366"/>
                  </a:lnTo>
                  <a:lnTo>
                    <a:pt x="2057406" y="961390"/>
                  </a:lnTo>
                  <a:lnTo>
                    <a:pt x="2096392" y="1037476"/>
                  </a:lnTo>
                  <a:lnTo>
                    <a:pt x="2135617" y="1115077"/>
                  </a:lnTo>
                  <a:lnTo>
                    <a:pt x="2174990" y="1193600"/>
                  </a:lnTo>
                  <a:lnTo>
                    <a:pt x="2214412" y="1272419"/>
                  </a:lnTo>
                  <a:lnTo>
                    <a:pt x="2253778" y="1350901"/>
                  </a:lnTo>
                  <a:lnTo>
                    <a:pt x="2292990" y="1428422"/>
                  </a:lnTo>
                  <a:lnTo>
                    <a:pt x="2331959" y="1504390"/>
                  </a:lnTo>
                  <a:lnTo>
                    <a:pt x="2370613" y="1578264"/>
                  </a:lnTo>
                  <a:lnTo>
                    <a:pt x="2408908" y="1649567"/>
                  </a:lnTo>
                  <a:lnTo>
                    <a:pt x="2446825" y="1717900"/>
                  </a:lnTo>
                  <a:lnTo>
                    <a:pt x="2484381" y="1782945"/>
                  </a:lnTo>
                  <a:lnTo>
                    <a:pt x="2521632" y="1844474"/>
                  </a:lnTo>
                  <a:lnTo>
                    <a:pt x="2558672" y="1902340"/>
                  </a:lnTo>
                  <a:lnTo>
                    <a:pt x="2595644" y="1956480"/>
                  </a:lnTo>
                  <a:lnTo>
                    <a:pt x="2632740" y="2006904"/>
                  </a:lnTo>
                  <a:lnTo>
                    <a:pt x="2667772" y="2050774"/>
                  </a:lnTo>
                  <a:lnTo>
                    <a:pt x="2714811" y="2103774"/>
                  </a:lnTo>
                  <a:lnTo>
                    <a:pt x="2763478" y="2151374"/>
                  </a:lnTo>
                  <a:lnTo>
                    <a:pt x="2814552" y="2193862"/>
                  </a:lnTo>
                  <a:lnTo>
                    <a:pt x="2868907" y="2231716"/>
                  </a:lnTo>
                  <a:lnTo>
                    <a:pt x="2927427" y="2265472"/>
                  </a:lnTo>
                  <a:lnTo>
                    <a:pt x="2990934" y="2295642"/>
                  </a:lnTo>
                  <a:lnTo>
                    <a:pt x="3060085" y="2322674"/>
                  </a:lnTo>
                  <a:lnTo>
                    <a:pt x="3135239" y="2346927"/>
                  </a:lnTo>
                  <a:lnTo>
                    <a:pt x="3216281" y="2368659"/>
                  </a:lnTo>
                  <a:lnTo>
                    <a:pt x="3302415" y="2388024"/>
                  </a:lnTo>
                  <a:lnTo>
                    <a:pt x="3391968" y="2405079"/>
                  </a:lnTo>
                  <a:lnTo>
                    <a:pt x="3482266" y="2419809"/>
                  </a:lnTo>
                  <a:lnTo>
                    <a:pt x="3569696" y="2432158"/>
                  </a:lnTo>
                  <a:lnTo>
                    <a:pt x="3650054" y="2442085"/>
                  </a:lnTo>
                  <a:lnTo>
                    <a:pt x="3719188" y="2449620"/>
                  </a:lnTo>
                  <a:lnTo>
                    <a:pt x="3773838" y="2454915"/>
                  </a:lnTo>
                  <a:lnTo>
                    <a:pt x="3812418" y="2458258"/>
                  </a:lnTo>
                  <a:lnTo>
                    <a:pt x="3835494" y="2460056"/>
                  </a:lnTo>
                  <a:lnTo>
                    <a:pt x="3845826" y="2460782"/>
                  </a:lnTo>
                  <a:lnTo>
                    <a:pt x="3848099" y="2460928"/>
                  </a:lnTo>
                  <a:lnTo>
                    <a:pt x="3848118" y="2460929"/>
                  </a:lnTo>
                  <a:lnTo>
                    <a:pt x="4386855" y="2460929"/>
                  </a:lnTo>
                  <a:lnTo>
                    <a:pt x="4388146" y="2460955"/>
                  </a:lnTo>
                  <a:lnTo>
                    <a:pt x="4396570" y="2461141"/>
                  </a:lnTo>
                  <a:lnTo>
                    <a:pt x="4417577" y="2461656"/>
                  </a:lnTo>
                  <a:lnTo>
                    <a:pt x="4454548" y="2462667"/>
                  </a:lnTo>
                  <a:lnTo>
                    <a:pt x="4508477" y="2464319"/>
                  </a:lnTo>
                  <a:lnTo>
                    <a:pt x="4577942" y="2466717"/>
                  </a:lnTo>
                  <a:lnTo>
                    <a:pt x="4659585" y="2469919"/>
                  </a:lnTo>
                  <a:lnTo>
                    <a:pt x="4748974" y="2473939"/>
                  </a:lnTo>
                  <a:lnTo>
                    <a:pt x="4841558" y="2478764"/>
                  </a:lnTo>
                  <a:lnTo>
                    <a:pt x="4933417" y="2484374"/>
                  </a:lnTo>
                  <a:lnTo>
                    <a:pt x="5021662" y="2490763"/>
                  </a:lnTo>
                  <a:lnTo>
                    <a:pt x="5104508" y="2497953"/>
                  </a:lnTo>
                  <a:lnTo>
                    <a:pt x="5181137" y="2505998"/>
                  </a:lnTo>
                  <a:lnTo>
                    <a:pt x="5251468" y="2514990"/>
                  </a:lnTo>
                  <a:lnTo>
                    <a:pt x="5315927" y="2525058"/>
                  </a:lnTo>
                  <a:lnTo>
                    <a:pt x="5375252" y="2536358"/>
                  </a:lnTo>
                  <a:lnTo>
                    <a:pt x="5430345" y="2549072"/>
                  </a:lnTo>
                  <a:lnTo>
                    <a:pt x="5482165" y="2563383"/>
                  </a:lnTo>
                  <a:lnTo>
                    <a:pt x="5531639" y="2579447"/>
                  </a:lnTo>
                  <a:lnTo>
                    <a:pt x="5567201" y="2592505"/>
                  </a:lnTo>
                  <a:lnTo>
                    <a:pt x="5616594" y="2612687"/>
                  </a:lnTo>
                  <a:lnTo>
                    <a:pt x="5665507" y="2634927"/>
                  </a:lnTo>
                  <a:lnTo>
                    <a:pt x="5714444" y="2659255"/>
                  </a:lnTo>
                  <a:lnTo>
                    <a:pt x="5763750" y="2685630"/>
                  </a:lnTo>
                  <a:lnTo>
                    <a:pt x="5813627" y="2713934"/>
                  </a:lnTo>
                  <a:lnTo>
                    <a:pt x="5864158" y="2743962"/>
                  </a:lnTo>
                  <a:lnTo>
                    <a:pt x="5915315" y="2775430"/>
                  </a:lnTo>
                  <a:lnTo>
                    <a:pt x="5966983" y="2807977"/>
                  </a:lnTo>
                  <a:lnTo>
                    <a:pt x="6018978" y="2841183"/>
                  </a:lnTo>
                  <a:lnTo>
                    <a:pt x="6071076" y="2874593"/>
                  </a:lnTo>
                  <a:lnTo>
                    <a:pt x="6123040" y="2907737"/>
                  </a:lnTo>
                  <a:lnTo>
                    <a:pt x="6174649" y="2940163"/>
                  </a:lnTo>
                  <a:lnTo>
                    <a:pt x="6225727" y="2971457"/>
                  </a:lnTo>
                  <a:lnTo>
                    <a:pt x="6276169" y="3001270"/>
                  </a:lnTo>
                  <a:lnTo>
                    <a:pt x="6325963" y="3029326"/>
                  </a:lnTo>
                  <a:lnTo>
                    <a:pt x="6375205" y="3055433"/>
                  </a:lnTo>
                  <a:lnTo>
                    <a:pt x="6424116" y="3079482"/>
                  </a:lnTo>
                  <a:lnTo>
                    <a:pt x="6473060" y="3101444"/>
                  </a:lnTo>
                  <a:lnTo>
                    <a:pt x="6515891" y="3118810"/>
                  </a:lnTo>
                  <a:lnTo>
                    <a:pt x="6564159" y="3136227"/>
                  </a:lnTo>
                  <a:lnTo>
                    <a:pt x="6614160" y="3151823"/>
                  </a:lnTo>
                  <a:lnTo>
                    <a:pt x="6666740" y="3165701"/>
                  </a:lnTo>
                  <a:lnTo>
                    <a:pt x="6722843" y="3178028"/>
                  </a:lnTo>
                  <a:lnTo>
                    <a:pt x="6783423" y="3188991"/>
                  </a:lnTo>
                  <a:lnTo>
                    <a:pt x="6849350" y="3198765"/>
                  </a:lnTo>
                  <a:lnTo>
                    <a:pt x="6921297" y="3207500"/>
                  </a:lnTo>
                  <a:lnTo>
                    <a:pt x="6999578" y="3215315"/>
                  </a:lnTo>
                  <a:lnTo>
                    <a:pt x="7083944" y="3222292"/>
                  </a:lnTo>
                  <a:lnTo>
                    <a:pt x="7173345" y="3228477"/>
                  </a:lnTo>
                  <a:lnTo>
                    <a:pt x="7265717" y="3233884"/>
                  </a:lnTo>
                  <a:lnTo>
                    <a:pt x="7357882" y="3238501"/>
                  </a:lnTo>
                  <a:lnTo>
                    <a:pt x="7445703" y="3242309"/>
                  </a:lnTo>
                  <a:lnTo>
                    <a:pt x="7524575" y="3245299"/>
                  </a:lnTo>
                  <a:lnTo>
                    <a:pt x="7590252" y="3247495"/>
                  </a:lnTo>
                  <a:lnTo>
                    <a:pt x="7639809" y="3248968"/>
                  </a:lnTo>
                  <a:lnTo>
                    <a:pt x="7672427" y="3249834"/>
                  </a:lnTo>
                  <a:lnTo>
                    <a:pt x="7689740" y="3250247"/>
                  </a:lnTo>
                  <a:lnTo>
                    <a:pt x="7695707" y="3250376"/>
                  </a:lnTo>
                  <a:lnTo>
                    <a:pt x="7696237" y="3250386"/>
                  </a:lnTo>
                  <a:lnTo>
                    <a:pt x="8234974" y="32503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2" name="pl682"/>
            <p:cNvSpPr/>
            <p:nvPr/>
          </p:nvSpPr>
          <p:spPr>
            <a:xfrm>
              <a:off x="546595" y="2884714"/>
              <a:ext cx="8234974" cy="3250386"/>
            </a:xfrm>
            <a:custGeom>
              <a:avLst/>
              <a:pathLst>
                <a:path w="8234974" h="3250386">
                  <a:moveTo>
                    <a:pt x="8234974" y="3250386"/>
                  </a:moveTo>
                  <a:lnTo>
                    <a:pt x="7696237" y="3250386"/>
                  </a:lnTo>
                  <a:lnTo>
                    <a:pt x="7694946" y="3250360"/>
                  </a:lnTo>
                  <a:lnTo>
                    <a:pt x="7686522" y="3250174"/>
                  </a:lnTo>
                  <a:lnTo>
                    <a:pt x="7665516" y="3249659"/>
                  </a:lnTo>
                  <a:lnTo>
                    <a:pt x="7628544" y="3248648"/>
                  </a:lnTo>
                  <a:lnTo>
                    <a:pt x="7574615" y="3246997"/>
                  </a:lnTo>
                  <a:lnTo>
                    <a:pt x="7505150" y="3244599"/>
                  </a:lnTo>
                  <a:lnTo>
                    <a:pt x="7423507" y="3241396"/>
                  </a:lnTo>
                  <a:lnTo>
                    <a:pt x="7334118" y="3237376"/>
                  </a:lnTo>
                  <a:lnTo>
                    <a:pt x="7241534" y="3232552"/>
                  </a:lnTo>
                  <a:lnTo>
                    <a:pt x="7149675" y="3226942"/>
                  </a:lnTo>
                  <a:lnTo>
                    <a:pt x="7061430" y="3220552"/>
                  </a:lnTo>
                  <a:lnTo>
                    <a:pt x="6978584" y="3213363"/>
                  </a:lnTo>
                  <a:lnTo>
                    <a:pt x="6901956" y="3205318"/>
                  </a:lnTo>
                  <a:lnTo>
                    <a:pt x="6831625" y="3196325"/>
                  </a:lnTo>
                  <a:lnTo>
                    <a:pt x="6767165" y="3186258"/>
                  </a:lnTo>
                  <a:lnTo>
                    <a:pt x="6707840" y="3174957"/>
                  </a:lnTo>
                  <a:lnTo>
                    <a:pt x="6652747" y="3162243"/>
                  </a:lnTo>
                  <a:lnTo>
                    <a:pt x="6600927" y="3147933"/>
                  </a:lnTo>
                  <a:lnTo>
                    <a:pt x="6551454" y="3131868"/>
                  </a:lnTo>
                  <a:lnTo>
                    <a:pt x="6515891" y="3118810"/>
                  </a:lnTo>
                  <a:lnTo>
                    <a:pt x="6466499" y="3098628"/>
                  </a:lnTo>
                  <a:lnTo>
                    <a:pt x="6417586" y="3076388"/>
                  </a:lnTo>
                  <a:lnTo>
                    <a:pt x="6368648" y="3052061"/>
                  </a:lnTo>
                  <a:lnTo>
                    <a:pt x="6319343" y="3025685"/>
                  </a:lnTo>
                  <a:lnTo>
                    <a:pt x="6269465" y="2997382"/>
                  </a:lnTo>
                  <a:lnTo>
                    <a:pt x="6218935" y="2967353"/>
                  </a:lnTo>
                  <a:lnTo>
                    <a:pt x="6167778" y="2935885"/>
                  </a:lnTo>
                  <a:lnTo>
                    <a:pt x="6116110" y="2903339"/>
                  </a:lnTo>
                  <a:lnTo>
                    <a:pt x="6064115" y="2870132"/>
                  </a:lnTo>
                  <a:lnTo>
                    <a:pt x="6012016" y="2836723"/>
                  </a:lnTo>
                  <a:lnTo>
                    <a:pt x="5960053" y="2803578"/>
                  </a:lnTo>
                  <a:lnTo>
                    <a:pt x="5908444" y="2771153"/>
                  </a:lnTo>
                  <a:lnTo>
                    <a:pt x="5857366" y="2739858"/>
                  </a:lnTo>
                  <a:lnTo>
                    <a:pt x="5806923" y="2710045"/>
                  </a:lnTo>
                  <a:lnTo>
                    <a:pt x="5757129" y="2681990"/>
                  </a:lnTo>
                  <a:lnTo>
                    <a:pt x="5707887" y="2655883"/>
                  </a:lnTo>
                  <a:lnTo>
                    <a:pt x="5658976" y="2631833"/>
                  </a:lnTo>
                  <a:lnTo>
                    <a:pt x="5610032" y="2609872"/>
                  </a:lnTo>
                  <a:lnTo>
                    <a:pt x="5567201" y="2592505"/>
                  </a:lnTo>
                  <a:lnTo>
                    <a:pt x="5518933" y="2575089"/>
                  </a:lnTo>
                  <a:lnTo>
                    <a:pt x="5468933" y="2559493"/>
                  </a:lnTo>
                  <a:lnTo>
                    <a:pt x="5416353" y="2545615"/>
                  </a:lnTo>
                  <a:lnTo>
                    <a:pt x="5360249" y="2533287"/>
                  </a:lnTo>
                  <a:lnTo>
                    <a:pt x="5299669" y="2522324"/>
                  </a:lnTo>
                  <a:lnTo>
                    <a:pt x="5233742" y="2512551"/>
                  </a:lnTo>
                  <a:lnTo>
                    <a:pt x="5161796" y="2503816"/>
                  </a:lnTo>
                  <a:lnTo>
                    <a:pt x="5083515" y="2496001"/>
                  </a:lnTo>
                  <a:lnTo>
                    <a:pt x="4999149" y="2489023"/>
                  </a:lnTo>
                  <a:lnTo>
                    <a:pt x="4909747" y="2482838"/>
                  </a:lnTo>
                  <a:lnTo>
                    <a:pt x="4817376" y="2477431"/>
                  </a:lnTo>
                  <a:lnTo>
                    <a:pt x="4725211" y="2472814"/>
                  </a:lnTo>
                  <a:lnTo>
                    <a:pt x="4637390" y="2469006"/>
                  </a:lnTo>
                  <a:lnTo>
                    <a:pt x="4558517" y="2466016"/>
                  </a:lnTo>
                  <a:lnTo>
                    <a:pt x="4492840" y="2463820"/>
                  </a:lnTo>
                  <a:lnTo>
                    <a:pt x="4443284" y="2462347"/>
                  </a:lnTo>
                  <a:lnTo>
                    <a:pt x="4410666" y="2461481"/>
                  </a:lnTo>
                  <a:lnTo>
                    <a:pt x="4393352" y="2461068"/>
                  </a:lnTo>
                  <a:lnTo>
                    <a:pt x="4387386" y="2460939"/>
                  </a:lnTo>
                  <a:lnTo>
                    <a:pt x="4386855" y="2460929"/>
                  </a:lnTo>
                  <a:lnTo>
                    <a:pt x="3848118" y="2460929"/>
                  </a:lnTo>
                  <a:lnTo>
                    <a:pt x="3846920" y="2460854"/>
                  </a:lnTo>
                  <a:lnTo>
                    <a:pt x="3839088" y="2460316"/>
                  </a:lnTo>
                  <a:lnTo>
                    <a:pt x="3819505" y="2458830"/>
                  </a:lnTo>
                  <a:lnTo>
                    <a:pt x="3784905" y="2455911"/>
                  </a:lnTo>
                  <a:lnTo>
                    <a:pt x="3734165" y="2451131"/>
                  </a:lnTo>
                  <a:lnTo>
                    <a:pt x="3668367" y="2444170"/>
                  </a:lnTo>
                  <a:lnTo>
                    <a:pt x="3590421" y="2434842"/>
                  </a:lnTo>
                  <a:lnTo>
                    <a:pt x="3504340" y="2423091"/>
                  </a:lnTo>
                  <a:lnTo>
                    <a:pt x="3414385" y="2408946"/>
                  </a:lnTo>
                  <a:lnTo>
                    <a:pt x="3324359" y="2392462"/>
                  </a:lnTo>
                  <a:lnTo>
                    <a:pt x="3237184" y="2373671"/>
                  </a:lnTo>
                  <a:lnTo>
                    <a:pt x="3154777" y="2352536"/>
                  </a:lnTo>
                  <a:lnTo>
                    <a:pt x="3078131" y="2328927"/>
                  </a:lnTo>
                  <a:lnTo>
                    <a:pt x="3007512" y="2302613"/>
                  </a:lnTo>
                  <a:lnTo>
                    <a:pt x="2942660" y="2273258"/>
                  </a:lnTo>
                  <a:lnTo>
                    <a:pt x="2882977" y="2240436"/>
                  </a:lnTo>
                  <a:lnTo>
                    <a:pt x="2827672" y="2203647"/>
                  </a:lnTo>
                  <a:lnTo>
                    <a:pt x="2775868" y="2162355"/>
                  </a:lnTo>
                  <a:lnTo>
                    <a:pt x="2726683" y="2116058"/>
                  </a:lnTo>
                  <a:lnTo>
                    <a:pt x="2679305" y="2064404"/>
                  </a:lnTo>
                  <a:lnTo>
                    <a:pt x="2667772" y="2050774"/>
                  </a:lnTo>
                  <a:lnTo>
                    <a:pt x="2630334" y="2003757"/>
                  </a:lnTo>
                  <a:lnTo>
                    <a:pt x="2593253" y="1953094"/>
                  </a:lnTo>
                  <a:lnTo>
                    <a:pt x="2556282" y="1898712"/>
                  </a:lnTo>
                  <a:lnTo>
                    <a:pt x="2519232" y="1840607"/>
                  </a:lnTo>
                  <a:lnTo>
                    <a:pt x="2481964" y="1778846"/>
                  </a:lnTo>
                  <a:lnTo>
                    <a:pt x="2444386" y="1713580"/>
                  </a:lnTo>
                  <a:lnTo>
                    <a:pt x="2406445" y="1645045"/>
                  </a:lnTo>
                  <a:lnTo>
                    <a:pt x="2368126" y="1573563"/>
                  </a:lnTo>
                  <a:lnTo>
                    <a:pt x="2329449" y="1499538"/>
                  </a:lnTo>
                  <a:lnTo>
                    <a:pt x="2290462" y="1423453"/>
                  </a:lnTo>
                  <a:lnTo>
                    <a:pt x="2251238" y="1345852"/>
                  </a:lnTo>
                  <a:lnTo>
                    <a:pt x="2211865" y="1267329"/>
                  </a:lnTo>
                  <a:lnTo>
                    <a:pt x="2172443" y="1188509"/>
                  </a:lnTo>
                  <a:lnTo>
                    <a:pt x="2133076" y="1110027"/>
                  </a:lnTo>
                  <a:lnTo>
                    <a:pt x="2093865" y="1032506"/>
                  </a:lnTo>
                  <a:lnTo>
                    <a:pt x="2054896" y="956538"/>
                  </a:lnTo>
                  <a:lnTo>
                    <a:pt x="2016241" y="882665"/>
                  </a:lnTo>
                  <a:lnTo>
                    <a:pt x="1977947" y="811361"/>
                  </a:lnTo>
                  <a:lnTo>
                    <a:pt x="1940029" y="743029"/>
                  </a:lnTo>
                  <a:lnTo>
                    <a:pt x="1902473" y="677983"/>
                  </a:lnTo>
                  <a:lnTo>
                    <a:pt x="1865223" y="616455"/>
                  </a:lnTo>
                  <a:lnTo>
                    <a:pt x="1828183" y="558589"/>
                  </a:lnTo>
                  <a:lnTo>
                    <a:pt x="1791211" y="504448"/>
                  </a:lnTo>
                  <a:lnTo>
                    <a:pt x="1754115" y="454024"/>
                  </a:lnTo>
                  <a:lnTo>
                    <a:pt x="1719082" y="410154"/>
                  </a:lnTo>
                  <a:lnTo>
                    <a:pt x="1672043" y="357155"/>
                  </a:lnTo>
                  <a:lnTo>
                    <a:pt x="1623377" y="309554"/>
                  </a:lnTo>
                  <a:lnTo>
                    <a:pt x="1572302" y="267066"/>
                  </a:lnTo>
                  <a:lnTo>
                    <a:pt x="1517948" y="229212"/>
                  </a:lnTo>
                  <a:lnTo>
                    <a:pt x="1459427" y="195457"/>
                  </a:lnTo>
                  <a:lnTo>
                    <a:pt x="1395920" y="165286"/>
                  </a:lnTo>
                  <a:lnTo>
                    <a:pt x="1326769" y="138254"/>
                  </a:lnTo>
                  <a:lnTo>
                    <a:pt x="1251615" y="114001"/>
                  </a:lnTo>
                  <a:lnTo>
                    <a:pt x="1170574" y="92269"/>
                  </a:lnTo>
                  <a:lnTo>
                    <a:pt x="1084439" y="72905"/>
                  </a:lnTo>
                  <a:lnTo>
                    <a:pt x="994886" y="55849"/>
                  </a:lnTo>
                  <a:lnTo>
                    <a:pt x="904589" y="41119"/>
                  </a:lnTo>
                  <a:lnTo>
                    <a:pt x="817159" y="28770"/>
                  </a:lnTo>
                  <a:lnTo>
                    <a:pt x="736801" y="18844"/>
                  </a:lnTo>
                  <a:lnTo>
                    <a:pt x="667666" y="11308"/>
                  </a:lnTo>
                  <a:lnTo>
                    <a:pt x="613017" y="6013"/>
                  </a:lnTo>
                  <a:lnTo>
                    <a:pt x="574437" y="2670"/>
                  </a:lnTo>
                  <a:lnTo>
                    <a:pt x="551361" y="873"/>
                  </a:lnTo>
                  <a:lnTo>
                    <a:pt x="541029" y="146"/>
                  </a:lnTo>
                  <a:lnTo>
                    <a:pt x="53875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3" name="pg683"/>
            <p:cNvSpPr/>
            <p:nvPr/>
          </p:nvSpPr>
          <p:spPr>
            <a:xfrm>
              <a:off x="546595" y="440118"/>
              <a:ext cx="8234974" cy="272226"/>
            </a:xfrm>
            <a:custGeom>
              <a:avLst/>
              <a:pathLst>
                <a:path w="8234974" h="272226">
                  <a:moveTo>
                    <a:pt x="0" y="5444"/>
                  </a:moveTo>
                  <a:lnTo>
                    <a:pt x="538736" y="5444"/>
                  </a:lnTo>
                  <a:lnTo>
                    <a:pt x="540039" y="5444"/>
                  </a:lnTo>
                  <a:lnTo>
                    <a:pt x="548538" y="5444"/>
                  </a:lnTo>
                  <a:lnTo>
                    <a:pt x="569724" y="5444"/>
                  </a:lnTo>
                  <a:lnTo>
                    <a:pt x="606993" y="5444"/>
                  </a:lnTo>
                  <a:lnTo>
                    <a:pt x="661320" y="5444"/>
                  </a:lnTo>
                  <a:lnTo>
                    <a:pt x="731240" y="5444"/>
                  </a:lnTo>
                  <a:lnTo>
                    <a:pt x="813336" y="5444"/>
                  </a:lnTo>
                  <a:lnTo>
                    <a:pt x="903125" y="5444"/>
                  </a:lnTo>
                  <a:lnTo>
                    <a:pt x="996021" y="5444"/>
                  </a:lnTo>
                  <a:lnTo>
                    <a:pt x="1088093" y="5444"/>
                  </a:lnTo>
                  <a:lnTo>
                    <a:pt x="1176457" y="5444"/>
                  </a:lnTo>
                  <a:lnTo>
                    <a:pt x="1259346" y="5444"/>
                  </a:lnTo>
                  <a:lnTo>
                    <a:pt x="1335965" y="5444"/>
                  </a:lnTo>
                  <a:lnTo>
                    <a:pt x="1406257" y="5444"/>
                  </a:lnTo>
                  <a:lnTo>
                    <a:pt x="1470667" y="5444"/>
                  </a:lnTo>
                  <a:lnTo>
                    <a:pt x="1529951" y="5444"/>
                  </a:lnTo>
                  <a:lnTo>
                    <a:pt x="1585024" y="5444"/>
                  </a:lnTo>
                  <a:lnTo>
                    <a:pt x="1636853" y="5444"/>
                  </a:lnTo>
                  <a:lnTo>
                    <a:pt x="1686372" y="5444"/>
                  </a:lnTo>
                  <a:lnTo>
                    <a:pt x="1719082" y="5444"/>
                  </a:lnTo>
                  <a:lnTo>
                    <a:pt x="1771877" y="5444"/>
                  </a:lnTo>
                  <a:lnTo>
                    <a:pt x="1824168" y="5444"/>
                  </a:lnTo>
                  <a:lnTo>
                    <a:pt x="1876549" y="5444"/>
                  </a:lnTo>
                  <a:lnTo>
                    <a:pt x="1929410" y="5444"/>
                  </a:lnTo>
                  <a:lnTo>
                    <a:pt x="1982963" y="5444"/>
                  </a:lnTo>
                  <a:lnTo>
                    <a:pt x="2037264" y="5444"/>
                  </a:lnTo>
                  <a:lnTo>
                    <a:pt x="2092236" y="5444"/>
                  </a:lnTo>
                  <a:lnTo>
                    <a:pt x="2147697" y="5444"/>
                  </a:lnTo>
                  <a:lnTo>
                    <a:pt x="2203394" y="5444"/>
                  </a:lnTo>
                  <a:lnTo>
                    <a:pt x="2259039" y="5444"/>
                  </a:lnTo>
                  <a:lnTo>
                    <a:pt x="2314351" y="5444"/>
                  </a:lnTo>
                  <a:lnTo>
                    <a:pt x="2369099" y="5444"/>
                  </a:lnTo>
                  <a:lnTo>
                    <a:pt x="2423135" y="5444"/>
                  </a:lnTo>
                  <a:lnTo>
                    <a:pt x="2476426" y="5444"/>
                  </a:lnTo>
                  <a:lnTo>
                    <a:pt x="2529083" y="5444"/>
                  </a:lnTo>
                  <a:lnTo>
                    <a:pt x="2581377" y="5444"/>
                  </a:lnTo>
                  <a:lnTo>
                    <a:pt x="2633767" y="5444"/>
                  </a:lnTo>
                  <a:lnTo>
                    <a:pt x="2667772" y="5444"/>
                  </a:lnTo>
                  <a:lnTo>
                    <a:pt x="2716192" y="5444"/>
                  </a:lnTo>
                  <a:lnTo>
                    <a:pt x="2766357" y="5444"/>
                  </a:lnTo>
                  <a:lnTo>
                    <a:pt x="2819124" y="5444"/>
                  </a:lnTo>
                  <a:lnTo>
                    <a:pt x="2875444" y="5444"/>
                  </a:lnTo>
                  <a:lnTo>
                    <a:pt x="2936281" y="5444"/>
                  </a:lnTo>
                  <a:lnTo>
                    <a:pt x="3002509" y="5444"/>
                  </a:lnTo>
                  <a:lnTo>
                    <a:pt x="3074805" y="5444"/>
                  </a:lnTo>
                  <a:lnTo>
                    <a:pt x="3153475" y="5444"/>
                  </a:lnTo>
                  <a:lnTo>
                    <a:pt x="3238252" y="5444"/>
                  </a:lnTo>
                  <a:lnTo>
                    <a:pt x="3328052" y="5444"/>
                  </a:lnTo>
                  <a:lnTo>
                    <a:pt x="3420757" y="5444"/>
                  </a:lnTo>
                  <a:lnTo>
                    <a:pt x="3513127" y="5444"/>
                  </a:lnTo>
                  <a:lnTo>
                    <a:pt x="3600958" y="5444"/>
                  </a:lnTo>
                  <a:lnTo>
                    <a:pt x="3679600" y="5444"/>
                  </a:lnTo>
                  <a:lnTo>
                    <a:pt x="3744804" y="5444"/>
                  </a:lnTo>
                  <a:lnTo>
                    <a:pt x="3793698" y="5444"/>
                  </a:lnTo>
                  <a:lnTo>
                    <a:pt x="3825574" y="5444"/>
                  </a:lnTo>
                  <a:lnTo>
                    <a:pt x="3842205" y="5444"/>
                  </a:lnTo>
                  <a:lnTo>
                    <a:pt x="3847703" y="544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3"/>
                  </a:lnTo>
                  <a:lnTo>
                    <a:pt x="4396647" y="5516"/>
                  </a:lnTo>
                  <a:lnTo>
                    <a:pt x="4417812" y="5692"/>
                  </a:lnTo>
                  <a:lnTo>
                    <a:pt x="4455047" y="6036"/>
                  </a:lnTo>
                  <a:lnTo>
                    <a:pt x="4509328" y="6599"/>
                  </a:lnTo>
                  <a:lnTo>
                    <a:pt x="4579195" y="7415"/>
                  </a:lnTo>
                  <a:lnTo>
                    <a:pt x="4661240" y="8506"/>
                  </a:lnTo>
                  <a:lnTo>
                    <a:pt x="4750983" y="9873"/>
                  </a:lnTo>
                  <a:lnTo>
                    <a:pt x="4843844" y="11515"/>
                  </a:lnTo>
                  <a:lnTo>
                    <a:pt x="4935891" y="13422"/>
                  </a:lnTo>
                  <a:lnTo>
                    <a:pt x="5024241" y="15595"/>
                  </a:lnTo>
                  <a:lnTo>
                    <a:pt x="5107126" y="18040"/>
                  </a:lnTo>
                  <a:lnTo>
                    <a:pt x="5183746" y="20777"/>
                  </a:lnTo>
                  <a:lnTo>
                    <a:pt x="5254042" y="23836"/>
                  </a:lnTo>
                  <a:lnTo>
                    <a:pt x="5318458" y="27263"/>
                  </a:lnTo>
                  <a:lnTo>
                    <a:pt x="5377746" y="31112"/>
                  </a:lnTo>
                  <a:lnTo>
                    <a:pt x="5432821" y="35443"/>
                  </a:lnTo>
                  <a:lnTo>
                    <a:pt x="5484650" y="40320"/>
                  </a:lnTo>
                  <a:lnTo>
                    <a:pt x="5534163" y="45794"/>
                  </a:lnTo>
                  <a:lnTo>
                    <a:pt x="5567201" y="49908"/>
                  </a:lnTo>
                  <a:lnTo>
                    <a:pt x="5619545" y="57160"/>
                  </a:lnTo>
                  <a:lnTo>
                    <a:pt x="5671388" y="65196"/>
                  </a:lnTo>
                  <a:lnTo>
                    <a:pt x="5723312" y="74023"/>
                  </a:lnTo>
                  <a:lnTo>
                    <a:pt x="5775700" y="83623"/>
                  </a:lnTo>
                  <a:lnTo>
                    <a:pt x="5828764" y="93939"/>
                  </a:lnTo>
                  <a:lnTo>
                    <a:pt x="5882564" y="104880"/>
                  </a:lnTo>
                  <a:lnTo>
                    <a:pt x="5937030" y="116321"/>
                  </a:lnTo>
                  <a:lnTo>
                    <a:pt x="5991990" y="128107"/>
                  </a:lnTo>
                  <a:lnTo>
                    <a:pt x="6047201" y="140061"/>
                  </a:lnTo>
                  <a:lnTo>
                    <a:pt x="6102382" y="151996"/>
                  </a:lnTo>
                  <a:lnTo>
                    <a:pt x="6157259" y="163725"/>
                  </a:lnTo>
                  <a:lnTo>
                    <a:pt x="6211600" y="175076"/>
                  </a:lnTo>
                  <a:lnTo>
                    <a:pt x="6265251" y="185898"/>
                  </a:lnTo>
                  <a:lnTo>
                    <a:pt x="6318167" y="196073"/>
                  </a:lnTo>
                  <a:lnTo>
                    <a:pt x="6370438" y="205518"/>
                  </a:lnTo>
                  <a:lnTo>
                    <a:pt x="6422308" y="214184"/>
                  </a:lnTo>
                  <a:lnTo>
                    <a:pt x="6474199" y="222057"/>
                  </a:lnTo>
                  <a:lnTo>
                    <a:pt x="6515891" y="227763"/>
                  </a:lnTo>
                  <a:lnTo>
                    <a:pt x="6564293" y="233663"/>
                  </a:lnTo>
                  <a:lnTo>
                    <a:pt x="6614440" y="238946"/>
                  </a:lnTo>
                  <a:lnTo>
                    <a:pt x="6667185" y="243645"/>
                  </a:lnTo>
                  <a:lnTo>
                    <a:pt x="6723480" y="247817"/>
                  </a:lnTo>
                  <a:lnTo>
                    <a:pt x="6784287" y="251527"/>
                  </a:lnTo>
                  <a:lnTo>
                    <a:pt x="6850481" y="254833"/>
                  </a:lnTo>
                  <a:lnTo>
                    <a:pt x="6922737" y="257787"/>
                  </a:lnTo>
                  <a:lnTo>
                    <a:pt x="7001362" y="260429"/>
                  </a:lnTo>
                  <a:lnTo>
                    <a:pt x="7086092" y="262787"/>
                  </a:lnTo>
                  <a:lnTo>
                    <a:pt x="7175846" y="264876"/>
                  </a:lnTo>
                  <a:lnTo>
                    <a:pt x="7268513" y="266701"/>
                  </a:lnTo>
                  <a:lnTo>
                    <a:pt x="7360859" y="268256"/>
                  </a:lnTo>
                  <a:lnTo>
                    <a:pt x="7448690" y="269537"/>
                  </a:lnTo>
                  <a:lnTo>
                    <a:pt x="7527359" y="270540"/>
                  </a:lnTo>
                  <a:lnTo>
                    <a:pt x="7592617" y="271274"/>
                  </a:lnTo>
                  <a:lnTo>
                    <a:pt x="7641588" y="271764"/>
                  </a:lnTo>
                  <a:lnTo>
                    <a:pt x="7673549" y="272049"/>
                  </a:lnTo>
                  <a:lnTo>
                    <a:pt x="7690259" y="272183"/>
                  </a:lnTo>
                  <a:lnTo>
                    <a:pt x="7695810" y="272223"/>
                  </a:lnTo>
                  <a:lnTo>
                    <a:pt x="7696237" y="272226"/>
                  </a:lnTo>
                  <a:lnTo>
                    <a:pt x="8234974" y="272226"/>
                  </a:lnTo>
                  <a:lnTo>
                    <a:pt x="8234974" y="266782"/>
                  </a:lnTo>
                  <a:lnTo>
                    <a:pt x="7696237" y="266782"/>
                  </a:lnTo>
                  <a:lnTo>
                    <a:pt x="7694936" y="266773"/>
                  </a:lnTo>
                  <a:lnTo>
                    <a:pt x="7686445" y="266709"/>
                  </a:lnTo>
                  <a:lnTo>
                    <a:pt x="7665280" y="266534"/>
                  </a:lnTo>
                  <a:lnTo>
                    <a:pt x="7628045" y="266189"/>
                  </a:lnTo>
                  <a:lnTo>
                    <a:pt x="7573764" y="265627"/>
                  </a:lnTo>
                  <a:lnTo>
                    <a:pt x="7503897" y="264810"/>
                  </a:lnTo>
                  <a:lnTo>
                    <a:pt x="7421853" y="263720"/>
                  </a:lnTo>
                  <a:lnTo>
                    <a:pt x="7332110" y="262352"/>
                  </a:lnTo>
                  <a:lnTo>
                    <a:pt x="7239249" y="260711"/>
                  </a:lnTo>
                  <a:lnTo>
                    <a:pt x="7147202" y="258803"/>
                  </a:lnTo>
                  <a:lnTo>
                    <a:pt x="7058851" y="256631"/>
                  </a:lnTo>
                  <a:lnTo>
                    <a:pt x="6975967" y="254186"/>
                  </a:lnTo>
                  <a:lnTo>
                    <a:pt x="6899347" y="251449"/>
                  </a:lnTo>
                  <a:lnTo>
                    <a:pt x="6829051" y="248389"/>
                  </a:lnTo>
                  <a:lnTo>
                    <a:pt x="6764635" y="244962"/>
                  </a:lnTo>
                  <a:lnTo>
                    <a:pt x="6705346" y="241114"/>
                  </a:lnTo>
                  <a:lnTo>
                    <a:pt x="6650271" y="236783"/>
                  </a:lnTo>
                  <a:lnTo>
                    <a:pt x="6598443" y="231906"/>
                  </a:lnTo>
                  <a:lnTo>
                    <a:pt x="6548929" y="226432"/>
                  </a:lnTo>
                  <a:lnTo>
                    <a:pt x="6515891" y="222318"/>
                  </a:lnTo>
                  <a:lnTo>
                    <a:pt x="6463547" y="215065"/>
                  </a:lnTo>
                  <a:lnTo>
                    <a:pt x="6411705" y="207030"/>
                  </a:lnTo>
                  <a:lnTo>
                    <a:pt x="6359781" y="198202"/>
                  </a:lnTo>
                  <a:lnTo>
                    <a:pt x="6307392" y="188603"/>
                  </a:lnTo>
                  <a:lnTo>
                    <a:pt x="6254328" y="178287"/>
                  </a:lnTo>
                  <a:lnTo>
                    <a:pt x="6200529" y="167346"/>
                  </a:lnTo>
                  <a:lnTo>
                    <a:pt x="6146063" y="155905"/>
                  </a:lnTo>
                  <a:lnTo>
                    <a:pt x="6091102" y="144119"/>
                  </a:lnTo>
                  <a:lnTo>
                    <a:pt x="6035892" y="132165"/>
                  </a:lnTo>
                  <a:lnTo>
                    <a:pt x="5980710" y="120230"/>
                  </a:lnTo>
                  <a:lnTo>
                    <a:pt x="5925833" y="108501"/>
                  </a:lnTo>
                  <a:lnTo>
                    <a:pt x="5871492" y="97150"/>
                  </a:lnTo>
                  <a:lnTo>
                    <a:pt x="5817842" y="86328"/>
                  </a:lnTo>
                  <a:lnTo>
                    <a:pt x="5764925" y="76153"/>
                  </a:lnTo>
                  <a:lnTo>
                    <a:pt x="5712655" y="66708"/>
                  </a:lnTo>
                  <a:lnTo>
                    <a:pt x="5660784" y="58042"/>
                  </a:lnTo>
                  <a:lnTo>
                    <a:pt x="5608894" y="50168"/>
                  </a:lnTo>
                  <a:lnTo>
                    <a:pt x="5567201" y="44463"/>
                  </a:lnTo>
                  <a:lnTo>
                    <a:pt x="5518799" y="38562"/>
                  </a:lnTo>
                  <a:lnTo>
                    <a:pt x="5468653" y="33280"/>
                  </a:lnTo>
                  <a:lnTo>
                    <a:pt x="5415908" y="28581"/>
                  </a:lnTo>
                  <a:lnTo>
                    <a:pt x="5359612" y="24409"/>
                  </a:lnTo>
                  <a:lnTo>
                    <a:pt x="5298805" y="20699"/>
                  </a:lnTo>
                  <a:lnTo>
                    <a:pt x="5232611" y="17393"/>
                  </a:lnTo>
                  <a:lnTo>
                    <a:pt x="5160356" y="14439"/>
                  </a:lnTo>
                  <a:lnTo>
                    <a:pt x="5081731" y="11797"/>
                  </a:lnTo>
                  <a:lnTo>
                    <a:pt x="4997001" y="9439"/>
                  </a:lnTo>
                  <a:lnTo>
                    <a:pt x="4907247" y="7350"/>
                  </a:lnTo>
                  <a:lnTo>
                    <a:pt x="4814580" y="5525"/>
                  </a:lnTo>
                  <a:lnTo>
                    <a:pt x="4722233" y="3969"/>
                  </a:lnTo>
                  <a:lnTo>
                    <a:pt x="4634403" y="2688"/>
                  </a:lnTo>
                  <a:lnTo>
                    <a:pt x="4555734" y="1685"/>
                  </a:lnTo>
                  <a:lnTo>
                    <a:pt x="4490475" y="951"/>
                  </a:lnTo>
                  <a:lnTo>
                    <a:pt x="4441504" y="462"/>
                  </a:lnTo>
                  <a:lnTo>
                    <a:pt x="4409543" y="177"/>
                  </a:lnTo>
                  <a:lnTo>
                    <a:pt x="4392834" y="43"/>
                  </a:lnTo>
                  <a:lnTo>
                    <a:pt x="438728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84" name="pl684"/>
            <p:cNvSpPr/>
            <p:nvPr/>
          </p:nvSpPr>
          <p:spPr>
            <a:xfrm>
              <a:off x="546595" y="445563"/>
              <a:ext cx="8234974" cy="266782"/>
            </a:xfrm>
            <a:custGeom>
              <a:avLst/>
              <a:pathLst>
                <a:path w="8234974" h="266782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0"/>
                  </a:lnTo>
                  <a:lnTo>
                    <a:pt x="569724" y="0"/>
                  </a:lnTo>
                  <a:lnTo>
                    <a:pt x="606993" y="0"/>
                  </a:lnTo>
                  <a:lnTo>
                    <a:pt x="661320" y="0"/>
                  </a:lnTo>
                  <a:lnTo>
                    <a:pt x="731240" y="0"/>
                  </a:lnTo>
                  <a:lnTo>
                    <a:pt x="813336" y="0"/>
                  </a:lnTo>
                  <a:lnTo>
                    <a:pt x="903125" y="0"/>
                  </a:lnTo>
                  <a:lnTo>
                    <a:pt x="996021" y="0"/>
                  </a:lnTo>
                  <a:lnTo>
                    <a:pt x="1088093" y="0"/>
                  </a:lnTo>
                  <a:lnTo>
                    <a:pt x="1176457" y="0"/>
                  </a:lnTo>
                  <a:lnTo>
                    <a:pt x="1259346" y="0"/>
                  </a:lnTo>
                  <a:lnTo>
                    <a:pt x="1335965" y="0"/>
                  </a:lnTo>
                  <a:lnTo>
                    <a:pt x="1406257" y="0"/>
                  </a:lnTo>
                  <a:lnTo>
                    <a:pt x="1470667" y="0"/>
                  </a:lnTo>
                  <a:lnTo>
                    <a:pt x="1529951" y="0"/>
                  </a:lnTo>
                  <a:lnTo>
                    <a:pt x="1585024" y="0"/>
                  </a:lnTo>
                  <a:lnTo>
                    <a:pt x="1636853" y="0"/>
                  </a:lnTo>
                  <a:lnTo>
                    <a:pt x="1686372" y="0"/>
                  </a:lnTo>
                  <a:lnTo>
                    <a:pt x="1719082" y="0"/>
                  </a:lnTo>
                  <a:lnTo>
                    <a:pt x="1771877" y="0"/>
                  </a:lnTo>
                  <a:lnTo>
                    <a:pt x="1824168" y="0"/>
                  </a:lnTo>
                  <a:lnTo>
                    <a:pt x="1876549" y="0"/>
                  </a:lnTo>
                  <a:lnTo>
                    <a:pt x="1929410" y="0"/>
                  </a:lnTo>
                  <a:lnTo>
                    <a:pt x="1982963" y="0"/>
                  </a:lnTo>
                  <a:lnTo>
                    <a:pt x="2037264" y="0"/>
                  </a:lnTo>
                  <a:lnTo>
                    <a:pt x="2092236" y="0"/>
                  </a:lnTo>
                  <a:lnTo>
                    <a:pt x="2147697" y="0"/>
                  </a:lnTo>
                  <a:lnTo>
                    <a:pt x="2203394" y="0"/>
                  </a:lnTo>
                  <a:lnTo>
                    <a:pt x="2259039" y="0"/>
                  </a:lnTo>
                  <a:lnTo>
                    <a:pt x="2314351" y="0"/>
                  </a:lnTo>
                  <a:lnTo>
                    <a:pt x="2369099" y="0"/>
                  </a:lnTo>
                  <a:lnTo>
                    <a:pt x="2423135" y="0"/>
                  </a:lnTo>
                  <a:lnTo>
                    <a:pt x="2476426" y="0"/>
                  </a:lnTo>
                  <a:lnTo>
                    <a:pt x="2529083" y="0"/>
                  </a:lnTo>
                  <a:lnTo>
                    <a:pt x="2581377" y="0"/>
                  </a:lnTo>
                  <a:lnTo>
                    <a:pt x="2633767" y="0"/>
                  </a:lnTo>
                  <a:lnTo>
                    <a:pt x="2667772" y="0"/>
                  </a:lnTo>
                  <a:lnTo>
                    <a:pt x="2716192" y="0"/>
                  </a:lnTo>
                  <a:lnTo>
                    <a:pt x="2766357" y="0"/>
                  </a:lnTo>
                  <a:lnTo>
                    <a:pt x="2819124" y="0"/>
                  </a:lnTo>
                  <a:lnTo>
                    <a:pt x="2875444" y="0"/>
                  </a:lnTo>
                  <a:lnTo>
                    <a:pt x="2936281" y="0"/>
                  </a:lnTo>
                  <a:lnTo>
                    <a:pt x="3002509" y="0"/>
                  </a:lnTo>
                  <a:lnTo>
                    <a:pt x="3074805" y="0"/>
                  </a:lnTo>
                  <a:lnTo>
                    <a:pt x="3153475" y="0"/>
                  </a:lnTo>
                  <a:lnTo>
                    <a:pt x="3238252" y="0"/>
                  </a:lnTo>
                  <a:lnTo>
                    <a:pt x="3328052" y="0"/>
                  </a:lnTo>
                  <a:lnTo>
                    <a:pt x="3420757" y="0"/>
                  </a:lnTo>
                  <a:lnTo>
                    <a:pt x="3513127" y="0"/>
                  </a:lnTo>
                  <a:lnTo>
                    <a:pt x="3600958" y="0"/>
                  </a:lnTo>
                  <a:lnTo>
                    <a:pt x="3679600" y="0"/>
                  </a:lnTo>
                  <a:lnTo>
                    <a:pt x="3744804" y="0"/>
                  </a:lnTo>
                  <a:lnTo>
                    <a:pt x="3793698" y="0"/>
                  </a:lnTo>
                  <a:lnTo>
                    <a:pt x="3825574" y="0"/>
                  </a:lnTo>
                  <a:lnTo>
                    <a:pt x="3842205" y="0"/>
                  </a:lnTo>
                  <a:lnTo>
                    <a:pt x="38477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8"/>
                  </a:lnTo>
                  <a:lnTo>
                    <a:pt x="4396647" y="72"/>
                  </a:lnTo>
                  <a:lnTo>
                    <a:pt x="4417812" y="247"/>
                  </a:lnTo>
                  <a:lnTo>
                    <a:pt x="4455047" y="592"/>
                  </a:lnTo>
                  <a:lnTo>
                    <a:pt x="4509328" y="1154"/>
                  </a:lnTo>
                  <a:lnTo>
                    <a:pt x="4579195" y="1971"/>
                  </a:lnTo>
                  <a:lnTo>
                    <a:pt x="4661240" y="3061"/>
                  </a:lnTo>
                  <a:lnTo>
                    <a:pt x="4750983" y="4429"/>
                  </a:lnTo>
                  <a:lnTo>
                    <a:pt x="4843844" y="6070"/>
                  </a:lnTo>
                  <a:lnTo>
                    <a:pt x="4935891" y="7978"/>
                  </a:lnTo>
                  <a:lnTo>
                    <a:pt x="5024241" y="10150"/>
                  </a:lnTo>
                  <a:lnTo>
                    <a:pt x="5107126" y="12595"/>
                  </a:lnTo>
                  <a:lnTo>
                    <a:pt x="5183746" y="15332"/>
                  </a:lnTo>
                  <a:lnTo>
                    <a:pt x="5254042" y="18392"/>
                  </a:lnTo>
                  <a:lnTo>
                    <a:pt x="5318458" y="21819"/>
                  </a:lnTo>
                  <a:lnTo>
                    <a:pt x="5377746" y="25667"/>
                  </a:lnTo>
                  <a:lnTo>
                    <a:pt x="5432821" y="29998"/>
                  </a:lnTo>
                  <a:lnTo>
                    <a:pt x="5484650" y="34875"/>
                  </a:lnTo>
                  <a:lnTo>
                    <a:pt x="5534163" y="40350"/>
                  </a:lnTo>
                  <a:lnTo>
                    <a:pt x="5567201" y="44463"/>
                  </a:lnTo>
                  <a:lnTo>
                    <a:pt x="5619545" y="51716"/>
                  </a:lnTo>
                  <a:lnTo>
                    <a:pt x="5671388" y="59751"/>
                  </a:lnTo>
                  <a:lnTo>
                    <a:pt x="5723312" y="68579"/>
                  </a:lnTo>
                  <a:lnTo>
                    <a:pt x="5775700" y="78178"/>
                  </a:lnTo>
                  <a:lnTo>
                    <a:pt x="5828764" y="88494"/>
                  </a:lnTo>
                  <a:lnTo>
                    <a:pt x="5882564" y="99435"/>
                  </a:lnTo>
                  <a:lnTo>
                    <a:pt x="5937030" y="110876"/>
                  </a:lnTo>
                  <a:lnTo>
                    <a:pt x="5991990" y="122662"/>
                  </a:lnTo>
                  <a:lnTo>
                    <a:pt x="6047201" y="134616"/>
                  </a:lnTo>
                  <a:lnTo>
                    <a:pt x="6102382" y="146551"/>
                  </a:lnTo>
                  <a:lnTo>
                    <a:pt x="6157259" y="158281"/>
                  </a:lnTo>
                  <a:lnTo>
                    <a:pt x="6211600" y="169631"/>
                  </a:lnTo>
                  <a:lnTo>
                    <a:pt x="6265251" y="180453"/>
                  </a:lnTo>
                  <a:lnTo>
                    <a:pt x="6318167" y="190629"/>
                  </a:lnTo>
                  <a:lnTo>
                    <a:pt x="6370438" y="200073"/>
                  </a:lnTo>
                  <a:lnTo>
                    <a:pt x="6422308" y="208740"/>
                  </a:lnTo>
                  <a:lnTo>
                    <a:pt x="6474199" y="216613"/>
                  </a:lnTo>
                  <a:lnTo>
                    <a:pt x="6515891" y="222318"/>
                  </a:lnTo>
                  <a:lnTo>
                    <a:pt x="6564293" y="228219"/>
                  </a:lnTo>
                  <a:lnTo>
                    <a:pt x="6614440" y="233501"/>
                  </a:lnTo>
                  <a:lnTo>
                    <a:pt x="6667185" y="238200"/>
                  </a:lnTo>
                  <a:lnTo>
                    <a:pt x="6723480" y="242373"/>
                  </a:lnTo>
                  <a:lnTo>
                    <a:pt x="6784287" y="246082"/>
                  </a:lnTo>
                  <a:lnTo>
                    <a:pt x="6850481" y="249388"/>
                  </a:lnTo>
                  <a:lnTo>
                    <a:pt x="6922737" y="252342"/>
                  </a:lnTo>
                  <a:lnTo>
                    <a:pt x="7001362" y="254984"/>
                  </a:lnTo>
                  <a:lnTo>
                    <a:pt x="7086092" y="257342"/>
                  </a:lnTo>
                  <a:lnTo>
                    <a:pt x="7175846" y="259431"/>
                  </a:lnTo>
                  <a:lnTo>
                    <a:pt x="7268513" y="261256"/>
                  </a:lnTo>
                  <a:lnTo>
                    <a:pt x="7360859" y="262812"/>
                  </a:lnTo>
                  <a:lnTo>
                    <a:pt x="7448690" y="264093"/>
                  </a:lnTo>
                  <a:lnTo>
                    <a:pt x="7527359" y="265096"/>
                  </a:lnTo>
                  <a:lnTo>
                    <a:pt x="7592617" y="265830"/>
                  </a:lnTo>
                  <a:lnTo>
                    <a:pt x="7641588" y="266319"/>
                  </a:lnTo>
                  <a:lnTo>
                    <a:pt x="7673549" y="266605"/>
                  </a:lnTo>
                  <a:lnTo>
                    <a:pt x="7690259" y="266739"/>
                  </a:lnTo>
                  <a:lnTo>
                    <a:pt x="7695810" y="266779"/>
                  </a:lnTo>
                  <a:lnTo>
                    <a:pt x="7696237" y="266782"/>
                  </a:lnTo>
                  <a:lnTo>
                    <a:pt x="8234974" y="266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5" name="pl685"/>
            <p:cNvSpPr/>
            <p:nvPr/>
          </p:nvSpPr>
          <p:spPr>
            <a:xfrm>
              <a:off x="546595" y="440118"/>
              <a:ext cx="8234974" cy="266782"/>
            </a:xfrm>
            <a:custGeom>
              <a:avLst/>
              <a:pathLst>
                <a:path w="8234974" h="266782">
                  <a:moveTo>
                    <a:pt x="8234974" y="266782"/>
                  </a:moveTo>
                  <a:lnTo>
                    <a:pt x="7696237" y="266782"/>
                  </a:lnTo>
                  <a:lnTo>
                    <a:pt x="7694936" y="266773"/>
                  </a:lnTo>
                  <a:lnTo>
                    <a:pt x="7686445" y="266709"/>
                  </a:lnTo>
                  <a:lnTo>
                    <a:pt x="7665280" y="266534"/>
                  </a:lnTo>
                  <a:lnTo>
                    <a:pt x="7628045" y="266189"/>
                  </a:lnTo>
                  <a:lnTo>
                    <a:pt x="7573764" y="265627"/>
                  </a:lnTo>
                  <a:lnTo>
                    <a:pt x="7503897" y="264810"/>
                  </a:lnTo>
                  <a:lnTo>
                    <a:pt x="7421853" y="263720"/>
                  </a:lnTo>
                  <a:lnTo>
                    <a:pt x="7332110" y="262352"/>
                  </a:lnTo>
                  <a:lnTo>
                    <a:pt x="7239249" y="260711"/>
                  </a:lnTo>
                  <a:lnTo>
                    <a:pt x="7147202" y="258803"/>
                  </a:lnTo>
                  <a:lnTo>
                    <a:pt x="7058851" y="256631"/>
                  </a:lnTo>
                  <a:lnTo>
                    <a:pt x="6975967" y="254186"/>
                  </a:lnTo>
                  <a:lnTo>
                    <a:pt x="6899347" y="251449"/>
                  </a:lnTo>
                  <a:lnTo>
                    <a:pt x="6829051" y="248389"/>
                  </a:lnTo>
                  <a:lnTo>
                    <a:pt x="6764635" y="244962"/>
                  </a:lnTo>
                  <a:lnTo>
                    <a:pt x="6705346" y="241114"/>
                  </a:lnTo>
                  <a:lnTo>
                    <a:pt x="6650271" y="236783"/>
                  </a:lnTo>
                  <a:lnTo>
                    <a:pt x="6598443" y="231906"/>
                  </a:lnTo>
                  <a:lnTo>
                    <a:pt x="6548929" y="226432"/>
                  </a:lnTo>
                  <a:lnTo>
                    <a:pt x="6515891" y="222318"/>
                  </a:lnTo>
                  <a:lnTo>
                    <a:pt x="6463547" y="215065"/>
                  </a:lnTo>
                  <a:lnTo>
                    <a:pt x="6411705" y="207030"/>
                  </a:lnTo>
                  <a:lnTo>
                    <a:pt x="6359781" y="198202"/>
                  </a:lnTo>
                  <a:lnTo>
                    <a:pt x="6307392" y="188603"/>
                  </a:lnTo>
                  <a:lnTo>
                    <a:pt x="6254328" y="178287"/>
                  </a:lnTo>
                  <a:lnTo>
                    <a:pt x="6200529" y="167346"/>
                  </a:lnTo>
                  <a:lnTo>
                    <a:pt x="6146063" y="155905"/>
                  </a:lnTo>
                  <a:lnTo>
                    <a:pt x="6091102" y="144119"/>
                  </a:lnTo>
                  <a:lnTo>
                    <a:pt x="6035892" y="132165"/>
                  </a:lnTo>
                  <a:lnTo>
                    <a:pt x="5980710" y="120230"/>
                  </a:lnTo>
                  <a:lnTo>
                    <a:pt x="5925833" y="108501"/>
                  </a:lnTo>
                  <a:lnTo>
                    <a:pt x="5871492" y="97150"/>
                  </a:lnTo>
                  <a:lnTo>
                    <a:pt x="5817842" y="86328"/>
                  </a:lnTo>
                  <a:lnTo>
                    <a:pt x="5764925" y="76153"/>
                  </a:lnTo>
                  <a:lnTo>
                    <a:pt x="5712655" y="66708"/>
                  </a:lnTo>
                  <a:lnTo>
                    <a:pt x="5660784" y="58042"/>
                  </a:lnTo>
                  <a:lnTo>
                    <a:pt x="5608894" y="50168"/>
                  </a:lnTo>
                  <a:lnTo>
                    <a:pt x="5567201" y="44463"/>
                  </a:lnTo>
                  <a:lnTo>
                    <a:pt x="5518799" y="38562"/>
                  </a:lnTo>
                  <a:lnTo>
                    <a:pt x="5468653" y="33280"/>
                  </a:lnTo>
                  <a:lnTo>
                    <a:pt x="5415908" y="28581"/>
                  </a:lnTo>
                  <a:lnTo>
                    <a:pt x="5359612" y="24409"/>
                  </a:lnTo>
                  <a:lnTo>
                    <a:pt x="5298805" y="20699"/>
                  </a:lnTo>
                  <a:lnTo>
                    <a:pt x="5232611" y="17393"/>
                  </a:lnTo>
                  <a:lnTo>
                    <a:pt x="5160356" y="14439"/>
                  </a:lnTo>
                  <a:lnTo>
                    <a:pt x="5081731" y="11797"/>
                  </a:lnTo>
                  <a:lnTo>
                    <a:pt x="4997001" y="9439"/>
                  </a:lnTo>
                  <a:lnTo>
                    <a:pt x="4907247" y="7350"/>
                  </a:lnTo>
                  <a:lnTo>
                    <a:pt x="4814580" y="5525"/>
                  </a:lnTo>
                  <a:lnTo>
                    <a:pt x="4722233" y="3969"/>
                  </a:lnTo>
                  <a:lnTo>
                    <a:pt x="4634403" y="2688"/>
                  </a:lnTo>
                  <a:lnTo>
                    <a:pt x="4555734" y="1685"/>
                  </a:lnTo>
                  <a:lnTo>
                    <a:pt x="4490475" y="951"/>
                  </a:lnTo>
                  <a:lnTo>
                    <a:pt x="4441504" y="462"/>
                  </a:lnTo>
                  <a:lnTo>
                    <a:pt x="4409543" y="177"/>
                  </a:lnTo>
                  <a:lnTo>
                    <a:pt x="4392834" y="43"/>
                  </a:lnTo>
                  <a:lnTo>
                    <a:pt x="438728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6" name="pg686"/>
            <p:cNvSpPr/>
            <p:nvPr/>
          </p:nvSpPr>
          <p:spPr>
            <a:xfrm>
              <a:off x="546595" y="445563"/>
              <a:ext cx="8234974" cy="925570"/>
            </a:xfrm>
            <a:custGeom>
              <a:avLst/>
              <a:pathLst>
                <a:path w="8234974" h="925570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3"/>
                  </a:lnTo>
                  <a:lnTo>
                    <a:pt x="548538" y="16333"/>
                  </a:lnTo>
                  <a:lnTo>
                    <a:pt x="569724" y="16333"/>
                  </a:lnTo>
                  <a:lnTo>
                    <a:pt x="606993" y="16333"/>
                  </a:lnTo>
                  <a:lnTo>
                    <a:pt x="661320" y="16333"/>
                  </a:lnTo>
                  <a:lnTo>
                    <a:pt x="731240" y="16333"/>
                  </a:lnTo>
                  <a:lnTo>
                    <a:pt x="813336" y="16333"/>
                  </a:lnTo>
                  <a:lnTo>
                    <a:pt x="903125" y="16333"/>
                  </a:lnTo>
                  <a:lnTo>
                    <a:pt x="996021" y="16333"/>
                  </a:lnTo>
                  <a:lnTo>
                    <a:pt x="1088093" y="16333"/>
                  </a:lnTo>
                  <a:lnTo>
                    <a:pt x="1176457" y="16333"/>
                  </a:lnTo>
                  <a:lnTo>
                    <a:pt x="1259346" y="16333"/>
                  </a:lnTo>
                  <a:lnTo>
                    <a:pt x="1335965" y="16333"/>
                  </a:lnTo>
                  <a:lnTo>
                    <a:pt x="1406257" y="16333"/>
                  </a:lnTo>
                  <a:lnTo>
                    <a:pt x="1470667" y="16333"/>
                  </a:lnTo>
                  <a:lnTo>
                    <a:pt x="1529951" y="16333"/>
                  </a:lnTo>
                  <a:lnTo>
                    <a:pt x="1585024" y="16333"/>
                  </a:lnTo>
                  <a:lnTo>
                    <a:pt x="1636853" y="16333"/>
                  </a:lnTo>
                  <a:lnTo>
                    <a:pt x="1686372" y="16333"/>
                  </a:lnTo>
                  <a:lnTo>
                    <a:pt x="1719082" y="16333"/>
                  </a:lnTo>
                  <a:lnTo>
                    <a:pt x="1771877" y="16333"/>
                  </a:lnTo>
                  <a:lnTo>
                    <a:pt x="1824168" y="16333"/>
                  </a:lnTo>
                  <a:lnTo>
                    <a:pt x="1876549" y="16333"/>
                  </a:lnTo>
                  <a:lnTo>
                    <a:pt x="1929410" y="16333"/>
                  </a:lnTo>
                  <a:lnTo>
                    <a:pt x="1982963" y="16333"/>
                  </a:lnTo>
                  <a:lnTo>
                    <a:pt x="2037264" y="16333"/>
                  </a:lnTo>
                  <a:lnTo>
                    <a:pt x="2092236" y="16333"/>
                  </a:lnTo>
                  <a:lnTo>
                    <a:pt x="2147697" y="16333"/>
                  </a:lnTo>
                  <a:lnTo>
                    <a:pt x="2203394" y="16333"/>
                  </a:lnTo>
                  <a:lnTo>
                    <a:pt x="2259039" y="16333"/>
                  </a:lnTo>
                  <a:lnTo>
                    <a:pt x="2314351" y="16333"/>
                  </a:lnTo>
                  <a:lnTo>
                    <a:pt x="2369099" y="16333"/>
                  </a:lnTo>
                  <a:lnTo>
                    <a:pt x="2423135" y="16333"/>
                  </a:lnTo>
                  <a:lnTo>
                    <a:pt x="2476426" y="16333"/>
                  </a:lnTo>
                  <a:lnTo>
                    <a:pt x="2529083" y="16333"/>
                  </a:lnTo>
                  <a:lnTo>
                    <a:pt x="2581377" y="16333"/>
                  </a:lnTo>
                  <a:lnTo>
                    <a:pt x="2633767" y="16333"/>
                  </a:lnTo>
                  <a:lnTo>
                    <a:pt x="2667772" y="16333"/>
                  </a:lnTo>
                  <a:lnTo>
                    <a:pt x="2716192" y="16333"/>
                  </a:lnTo>
                  <a:lnTo>
                    <a:pt x="2766357" y="16333"/>
                  </a:lnTo>
                  <a:lnTo>
                    <a:pt x="2819124" y="16333"/>
                  </a:lnTo>
                  <a:lnTo>
                    <a:pt x="2875444" y="16333"/>
                  </a:lnTo>
                  <a:lnTo>
                    <a:pt x="2936281" y="16333"/>
                  </a:lnTo>
                  <a:lnTo>
                    <a:pt x="3002509" y="16333"/>
                  </a:lnTo>
                  <a:lnTo>
                    <a:pt x="3074805" y="16333"/>
                  </a:lnTo>
                  <a:lnTo>
                    <a:pt x="3153475" y="16333"/>
                  </a:lnTo>
                  <a:lnTo>
                    <a:pt x="3238252" y="16333"/>
                  </a:lnTo>
                  <a:lnTo>
                    <a:pt x="3328052" y="16333"/>
                  </a:lnTo>
                  <a:lnTo>
                    <a:pt x="3420757" y="16333"/>
                  </a:lnTo>
                  <a:lnTo>
                    <a:pt x="3513127" y="16333"/>
                  </a:lnTo>
                  <a:lnTo>
                    <a:pt x="3600958" y="16333"/>
                  </a:lnTo>
                  <a:lnTo>
                    <a:pt x="3679600" y="16333"/>
                  </a:lnTo>
                  <a:lnTo>
                    <a:pt x="3744804" y="16333"/>
                  </a:lnTo>
                  <a:lnTo>
                    <a:pt x="3793698" y="16333"/>
                  </a:lnTo>
                  <a:lnTo>
                    <a:pt x="3825574" y="16333"/>
                  </a:lnTo>
                  <a:lnTo>
                    <a:pt x="3842205" y="16333"/>
                  </a:lnTo>
                  <a:lnTo>
                    <a:pt x="3847703" y="16333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42" y="16363"/>
                  </a:lnTo>
                  <a:lnTo>
                    <a:pt x="4396543" y="16577"/>
                  </a:lnTo>
                  <a:lnTo>
                    <a:pt x="4417491" y="17168"/>
                  </a:lnTo>
                  <a:lnTo>
                    <a:pt x="4454367" y="18329"/>
                  </a:lnTo>
                  <a:lnTo>
                    <a:pt x="4508167" y="20225"/>
                  </a:lnTo>
                  <a:lnTo>
                    <a:pt x="4577485" y="22980"/>
                  </a:lnTo>
                  <a:lnTo>
                    <a:pt x="4658982" y="26658"/>
                  </a:lnTo>
                  <a:lnTo>
                    <a:pt x="4748241" y="31277"/>
                  </a:lnTo>
                  <a:lnTo>
                    <a:pt x="4840724" y="36820"/>
                  </a:lnTo>
                  <a:lnTo>
                    <a:pt x="4932513" y="43266"/>
                  </a:lnTo>
                  <a:lnTo>
                    <a:pt x="5020719" y="50608"/>
                  </a:lnTo>
                  <a:lnTo>
                    <a:pt x="5103551" y="58869"/>
                  </a:lnTo>
                  <a:lnTo>
                    <a:pt x="5180182" y="68113"/>
                  </a:lnTo>
                  <a:lnTo>
                    <a:pt x="5250526" y="78444"/>
                  </a:lnTo>
                  <a:lnTo>
                    <a:pt x="5315001" y="90008"/>
                  </a:lnTo>
                  <a:lnTo>
                    <a:pt x="5374340" y="102987"/>
                  </a:lnTo>
                  <a:lnTo>
                    <a:pt x="5429440" y="117586"/>
                  </a:lnTo>
                  <a:lnTo>
                    <a:pt x="5481256" y="134018"/>
                  </a:lnTo>
                  <a:lnTo>
                    <a:pt x="5530716" y="152462"/>
                  </a:lnTo>
                  <a:lnTo>
                    <a:pt x="5567201" y="167873"/>
                  </a:lnTo>
                  <a:lnTo>
                    <a:pt x="5615694" y="190670"/>
                  </a:lnTo>
                  <a:lnTo>
                    <a:pt x="5663715" y="215749"/>
                  </a:lnTo>
                  <a:lnTo>
                    <a:pt x="5711745" y="243147"/>
                  </a:lnTo>
                  <a:lnTo>
                    <a:pt x="5760116" y="272821"/>
                  </a:lnTo>
                  <a:lnTo>
                    <a:pt x="5809028" y="304649"/>
                  </a:lnTo>
                  <a:lnTo>
                    <a:pt x="5858567" y="338417"/>
                  </a:lnTo>
                  <a:lnTo>
                    <a:pt x="5908717" y="373821"/>
                  </a:lnTo>
                  <a:lnTo>
                    <a:pt x="5959378" y="410478"/>
                  </a:lnTo>
                  <a:lnTo>
                    <a:pt x="6010384" y="447939"/>
                  </a:lnTo>
                  <a:lnTo>
                    <a:pt x="6061527" y="485712"/>
                  </a:lnTo>
                  <a:lnTo>
                    <a:pt x="6112581" y="523284"/>
                  </a:lnTo>
                  <a:lnTo>
                    <a:pt x="6163334" y="560157"/>
                  </a:lnTo>
                  <a:lnTo>
                    <a:pt x="6213607" y="595871"/>
                  </a:lnTo>
                  <a:lnTo>
                    <a:pt x="6263284" y="630025"/>
                  </a:lnTo>
                  <a:lnTo>
                    <a:pt x="6312330" y="662299"/>
                  </a:lnTo>
                  <a:lnTo>
                    <a:pt x="6360806" y="692458"/>
                  </a:lnTo>
                  <a:lnTo>
                    <a:pt x="6408887" y="720360"/>
                  </a:lnTo>
                  <a:lnTo>
                    <a:pt x="6456874" y="745946"/>
                  </a:lnTo>
                  <a:lnTo>
                    <a:pt x="6505214" y="769236"/>
                  </a:lnTo>
                  <a:lnTo>
                    <a:pt x="6515891" y="774031"/>
                  </a:lnTo>
                  <a:lnTo>
                    <a:pt x="6564110" y="794071"/>
                  </a:lnTo>
                  <a:lnTo>
                    <a:pt x="6614058" y="812018"/>
                  </a:lnTo>
                  <a:lnTo>
                    <a:pt x="6666577" y="827991"/>
                  </a:lnTo>
                  <a:lnTo>
                    <a:pt x="6722611" y="842180"/>
                  </a:lnTo>
                  <a:lnTo>
                    <a:pt x="6783108" y="854800"/>
                  </a:lnTo>
                  <a:lnTo>
                    <a:pt x="6848937" y="866052"/>
                  </a:lnTo>
                  <a:lnTo>
                    <a:pt x="6920772" y="876110"/>
                  </a:lnTo>
                  <a:lnTo>
                    <a:pt x="6998927" y="885109"/>
                  </a:lnTo>
                  <a:lnTo>
                    <a:pt x="7083161" y="893145"/>
                  </a:lnTo>
                  <a:lnTo>
                    <a:pt x="7172433" y="900271"/>
                  </a:lnTo>
                  <a:lnTo>
                    <a:pt x="7264696" y="906501"/>
                  </a:lnTo>
                  <a:lnTo>
                    <a:pt x="7356793" y="911824"/>
                  </a:lnTo>
                  <a:lnTo>
                    <a:pt x="7444609" y="916216"/>
                  </a:lnTo>
                  <a:lnTo>
                    <a:pt x="7523554" y="919669"/>
                  </a:lnTo>
                  <a:lnTo>
                    <a:pt x="7589382" y="922209"/>
                  </a:lnTo>
                  <a:lnTo>
                    <a:pt x="7639151" y="923915"/>
                  </a:lnTo>
                  <a:lnTo>
                    <a:pt x="7672008" y="924922"/>
                  </a:lnTo>
                  <a:lnTo>
                    <a:pt x="7689544" y="925405"/>
                  </a:lnTo>
                  <a:lnTo>
                    <a:pt x="7695665" y="925557"/>
                  </a:lnTo>
                  <a:lnTo>
                    <a:pt x="7696237" y="925570"/>
                  </a:lnTo>
                  <a:lnTo>
                    <a:pt x="8234974" y="925570"/>
                  </a:lnTo>
                  <a:lnTo>
                    <a:pt x="8234974" y="909237"/>
                  </a:lnTo>
                  <a:lnTo>
                    <a:pt x="7696237" y="909237"/>
                  </a:lnTo>
                  <a:lnTo>
                    <a:pt x="7694950" y="909207"/>
                  </a:lnTo>
                  <a:lnTo>
                    <a:pt x="7686550" y="908993"/>
                  </a:lnTo>
                  <a:lnTo>
                    <a:pt x="7665601" y="908401"/>
                  </a:lnTo>
                  <a:lnTo>
                    <a:pt x="7628726" y="907241"/>
                  </a:lnTo>
                  <a:lnTo>
                    <a:pt x="7574926" y="905344"/>
                  </a:lnTo>
                  <a:lnTo>
                    <a:pt x="7505607" y="902590"/>
                  </a:lnTo>
                  <a:lnTo>
                    <a:pt x="7424111" y="898912"/>
                  </a:lnTo>
                  <a:lnTo>
                    <a:pt x="7334851" y="894293"/>
                  </a:lnTo>
                  <a:lnTo>
                    <a:pt x="7242369" y="888750"/>
                  </a:lnTo>
                  <a:lnTo>
                    <a:pt x="7150579" y="882304"/>
                  </a:lnTo>
                  <a:lnTo>
                    <a:pt x="7062373" y="874962"/>
                  </a:lnTo>
                  <a:lnTo>
                    <a:pt x="6979542" y="866701"/>
                  </a:lnTo>
                  <a:lnTo>
                    <a:pt x="6902910" y="857457"/>
                  </a:lnTo>
                  <a:lnTo>
                    <a:pt x="6832566" y="847126"/>
                  </a:lnTo>
                  <a:lnTo>
                    <a:pt x="6768091" y="835562"/>
                  </a:lnTo>
                  <a:lnTo>
                    <a:pt x="6708753" y="822583"/>
                  </a:lnTo>
                  <a:lnTo>
                    <a:pt x="6653653" y="807984"/>
                  </a:lnTo>
                  <a:lnTo>
                    <a:pt x="6601836" y="791552"/>
                  </a:lnTo>
                  <a:lnTo>
                    <a:pt x="6552376" y="773107"/>
                  </a:lnTo>
                  <a:lnTo>
                    <a:pt x="6515891" y="757697"/>
                  </a:lnTo>
                  <a:lnTo>
                    <a:pt x="6467398" y="734900"/>
                  </a:lnTo>
                  <a:lnTo>
                    <a:pt x="6419377" y="709821"/>
                  </a:lnTo>
                  <a:lnTo>
                    <a:pt x="6371347" y="682423"/>
                  </a:lnTo>
                  <a:lnTo>
                    <a:pt x="6322977" y="652748"/>
                  </a:lnTo>
                  <a:lnTo>
                    <a:pt x="6274064" y="620920"/>
                  </a:lnTo>
                  <a:lnTo>
                    <a:pt x="6224526" y="587153"/>
                  </a:lnTo>
                  <a:lnTo>
                    <a:pt x="6174375" y="551749"/>
                  </a:lnTo>
                  <a:lnTo>
                    <a:pt x="6123714" y="515092"/>
                  </a:lnTo>
                  <a:lnTo>
                    <a:pt x="6072708" y="477630"/>
                  </a:lnTo>
                  <a:lnTo>
                    <a:pt x="6021566" y="439858"/>
                  </a:lnTo>
                  <a:lnTo>
                    <a:pt x="5970511" y="402286"/>
                  </a:lnTo>
                  <a:lnTo>
                    <a:pt x="5919759" y="365412"/>
                  </a:lnTo>
                  <a:lnTo>
                    <a:pt x="5869486" y="329699"/>
                  </a:lnTo>
                  <a:lnTo>
                    <a:pt x="5819808" y="295545"/>
                  </a:lnTo>
                  <a:lnTo>
                    <a:pt x="5770763" y="263271"/>
                  </a:lnTo>
                  <a:lnTo>
                    <a:pt x="5722287" y="233112"/>
                  </a:lnTo>
                  <a:lnTo>
                    <a:pt x="5674206" y="205210"/>
                  </a:lnTo>
                  <a:lnTo>
                    <a:pt x="5626218" y="179624"/>
                  </a:lnTo>
                  <a:lnTo>
                    <a:pt x="5577878" y="156334"/>
                  </a:lnTo>
                  <a:lnTo>
                    <a:pt x="5567201" y="151539"/>
                  </a:lnTo>
                  <a:lnTo>
                    <a:pt x="5518982" y="131499"/>
                  </a:lnTo>
                  <a:lnTo>
                    <a:pt x="5469035" y="113551"/>
                  </a:lnTo>
                  <a:lnTo>
                    <a:pt x="5416515" y="97579"/>
                  </a:lnTo>
                  <a:lnTo>
                    <a:pt x="5360482" y="83389"/>
                  </a:lnTo>
                  <a:lnTo>
                    <a:pt x="5299985" y="70769"/>
                  </a:lnTo>
                  <a:lnTo>
                    <a:pt x="5234155" y="59517"/>
                  </a:lnTo>
                  <a:lnTo>
                    <a:pt x="5162321" y="49460"/>
                  </a:lnTo>
                  <a:lnTo>
                    <a:pt x="5084165" y="40461"/>
                  </a:lnTo>
                  <a:lnTo>
                    <a:pt x="4999932" y="32425"/>
                  </a:lnTo>
                  <a:lnTo>
                    <a:pt x="4910660" y="25299"/>
                  </a:lnTo>
                  <a:lnTo>
                    <a:pt x="4818397" y="19069"/>
                  </a:lnTo>
                  <a:lnTo>
                    <a:pt x="4726299" y="13746"/>
                  </a:lnTo>
                  <a:lnTo>
                    <a:pt x="4638483" y="9353"/>
                  </a:lnTo>
                  <a:lnTo>
                    <a:pt x="4559538" y="5900"/>
                  </a:lnTo>
                  <a:lnTo>
                    <a:pt x="4493710" y="3361"/>
                  </a:lnTo>
                  <a:lnTo>
                    <a:pt x="4443942" y="1654"/>
                  </a:lnTo>
                  <a:lnTo>
                    <a:pt x="4411084" y="647"/>
                  </a:lnTo>
                  <a:lnTo>
                    <a:pt x="4393548" y="165"/>
                  </a:lnTo>
                  <a:lnTo>
                    <a:pt x="4387427" y="1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87" name="pl687"/>
            <p:cNvSpPr/>
            <p:nvPr/>
          </p:nvSpPr>
          <p:spPr>
            <a:xfrm>
              <a:off x="546595" y="461896"/>
              <a:ext cx="8234974" cy="909237"/>
            </a:xfrm>
            <a:custGeom>
              <a:avLst/>
              <a:pathLst>
                <a:path w="8234974" h="909237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0"/>
                  </a:lnTo>
                  <a:lnTo>
                    <a:pt x="569724" y="0"/>
                  </a:lnTo>
                  <a:lnTo>
                    <a:pt x="606993" y="0"/>
                  </a:lnTo>
                  <a:lnTo>
                    <a:pt x="661320" y="0"/>
                  </a:lnTo>
                  <a:lnTo>
                    <a:pt x="731240" y="0"/>
                  </a:lnTo>
                  <a:lnTo>
                    <a:pt x="813336" y="0"/>
                  </a:lnTo>
                  <a:lnTo>
                    <a:pt x="903125" y="0"/>
                  </a:lnTo>
                  <a:lnTo>
                    <a:pt x="996021" y="0"/>
                  </a:lnTo>
                  <a:lnTo>
                    <a:pt x="1088093" y="0"/>
                  </a:lnTo>
                  <a:lnTo>
                    <a:pt x="1176457" y="0"/>
                  </a:lnTo>
                  <a:lnTo>
                    <a:pt x="1259346" y="0"/>
                  </a:lnTo>
                  <a:lnTo>
                    <a:pt x="1335965" y="0"/>
                  </a:lnTo>
                  <a:lnTo>
                    <a:pt x="1406257" y="0"/>
                  </a:lnTo>
                  <a:lnTo>
                    <a:pt x="1470667" y="0"/>
                  </a:lnTo>
                  <a:lnTo>
                    <a:pt x="1529951" y="0"/>
                  </a:lnTo>
                  <a:lnTo>
                    <a:pt x="1585024" y="0"/>
                  </a:lnTo>
                  <a:lnTo>
                    <a:pt x="1636853" y="0"/>
                  </a:lnTo>
                  <a:lnTo>
                    <a:pt x="1686372" y="0"/>
                  </a:lnTo>
                  <a:lnTo>
                    <a:pt x="1719082" y="0"/>
                  </a:lnTo>
                  <a:lnTo>
                    <a:pt x="1771877" y="0"/>
                  </a:lnTo>
                  <a:lnTo>
                    <a:pt x="1824168" y="0"/>
                  </a:lnTo>
                  <a:lnTo>
                    <a:pt x="1876549" y="0"/>
                  </a:lnTo>
                  <a:lnTo>
                    <a:pt x="1929410" y="0"/>
                  </a:lnTo>
                  <a:lnTo>
                    <a:pt x="1982963" y="0"/>
                  </a:lnTo>
                  <a:lnTo>
                    <a:pt x="2037264" y="0"/>
                  </a:lnTo>
                  <a:lnTo>
                    <a:pt x="2092236" y="0"/>
                  </a:lnTo>
                  <a:lnTo>
                    <a:pt x="2147697" y="0"/>
                  </a:lnTo>
                  <a:lnTo>
                    <a:pt x="2203394" y="0"/>
                  </a:lnTo>
                  <a:lnTo>
                    <a:pt x="2259039" y="0"/>
                  </a:lnTo>
                  <a:lnTo>
                    <a:pt x="2314351" y="0"/>
                  </a:lnTo>
                  <a:lnTo>
                    <a:pt x="2369099" y="0"/>
                  </a:lnTo>
                  <a:lnTo>
                    <a:pt x="2423135" y="0"/>
                  </a:lnTo>
                  <a:lnTo>
                    <a:pt x="2476426" y="0"/>
                  </a:lnTo>
                  <a:lnTo>
                    <a:pt x="2529083" y="0"/>
                  </a:lnTo>
                  <a:lnTo>
                    <a:pt x="2581377" y="0"/>
                  </a:lnTo>
                  <a:lnTo>
                    <a:pt x="2633767" y="0"/>
                  </a:lnTo>
                  <a:lnTo>
                    <a:pt x="2667772" y="0"/>
                  </a:lnTo>
                  <a:lnTo>
                    <a:pt x="2716192" y="0"/>
                  </a:lnTo>
                  <a:lnTo>
                    <a:pt x="2766357" y="0"/>
                  </a:lnTo>
                  <a:lnTo>
                    <a:pt x="2819124" y="0"/>
                  </a:lnTo>
                  <a:lnTo>
                    <a:pt x="2875444" y="0"/>
                  </a:lnTo>
                  <a:lnTo>
                    <a:pt x="2936281" y="0"/>
                  </a:lnTo>
                  <a:lnTo>
                    <a:pt x="3002509" y="0"/>
                  </a:lnTo>
                  <a:lnTo>
                    <a:pt x="3074805" y="0"/>
                  </a:lnTo>
                  <a:lnTo>
                    <a:pt x="3153475" y="0"/>
                  </a:lnTo>
                  <a:lnTo>
                    <a:pt x="3238252" y="0"/>
                  </a:lnTo>
                  <a:lnTo>
                    <a:pt x="3328052" y="0"/>
                  </a:lnTo>
                  <a:lnTo>
                    <a:pt x="3420757" y="0"/>
                  </a:lnTo>
                  <a:lnTo>
                    <a:pt x="3513127" y="0"/>
                  </a:lnTo>
                  <a:lnTo>
                    <a:pt x="3600958" y="0"/>
                  </a:lnTo>
                  <a:lnTo>
                    <a:pt x="3679600" y="0"/>
                  </a:lnTo>
                  <a:lnTo>
                    <a:pt x="3744804" y="0"/>
                  </a:lnTo>
                  <a:lnTo>
                    <a:pt x="3793698" y="0"/>
                  </a:lnTo>
                  <a:lnTo>
                    <a:pt x="3825574" y="0"/>
                  </a:lnTo>
                  <a:lnTo>
                    <a:pt x="3842205" y="0"/>
                  </a:lnTo>
                  <a:lnTo>
                    <a:pt x="38477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2" y="29"/>
                  </a:lnTo>
                  <a:lnTo>
                    <a:pt x="4396543" y="243"/>
                  </a:lnTo>
                  <a:lnTo>
                    <a:pt x="4417491" y="835"/>
                  </a:lnTo>
                  <a:lnTo>
                    <a:pt x="4454367" y="1995"/>
                  </a:lnTo>
                  <a:lnTo>
                    <a:pt x="4508167" y="3892"/>
                  </a:lnTo>
                  <a:lnTo>
                    <a:pt x="4577485" y="6646"/>
                  </a:lnTo>
                  <a:lnTo>
                    <a:pt x="4658982" y="10325"/>
                  </a:lnTo>
                  <a:lnTo>
                    <a:pt x="4748241" y="14943"/>
                  </a:lnTo>
                  <a:lnTo>
                    <a:pt x="4840724" y="20486"/>
                  </a:lnTo>
                  <a:lnTo>
                    <a:pt x="4932513" y="26932"/>
                  </a:lnTo>
                  <a:lnTo>
                    <a:pt x="5020719" y="34274"/>
                  </a:lnTo>
                  <a:lnTo>
                    <a:pt x="5103551" y="42536"/>
                  </a:lnTo>
                  <a:lnTo>
                    <a:pt x="5180182" y="51779"/>
                  </a:lnTo>
                  <a:lnTo>
                    <a:pt x="5250526" y="62110"/>
                  </a:lnTo>
                  <a:lnTo>
                    <a:pt x="5315001" y="73674"/>
                  </a:lnTo>
                  <a:lnTo>
                    <a:pt x="5374340" y="86653"/>
                  </a:lnTo>
                  <a:lnTo>
                    <a:pt x="5429440" y="101252"/>
                  </a:lnTo>
                  <a:lnTo>
                    <a:pt x="5481256" y="117684"/>
                  </a:lnTo>
                  <a:lnTo>
                    <a:pt x="5530716" y="136129"/>
                  </a:lnTo>
                  <a:lnTo>
                    <a:pt x="5567201" y="151539"/>
                  </a:lnTo>
                  <a:lnTo>
                    <a:pt x="5615694" y="174336"/>
                  </a:lnTo>
                  <a:lnTo>
                    <a:pt x="5663715" y="199416"/>
                  </a:lnTo>
                  <a:lnTo>
                    <a:pt x="5711745" y="226813"/>
                  </a:lnTo>
                  <a:lnTo>
                    <a:pt x="5760116" y="256488"/>
                  </a:lnTo>
                  <a:lnTo>
                    <a:pt x="5809028" y="288316"/>
                  </a:lnTo>
                  <a:lnTo>
                    <a:pt x="5858567" y="322083"/>
                  </a:lnTo>
                  <a:lnTo>
                    <a:pt x="5908717" y="357487"/>
                  </a:lnTo>
                  <a:lnTo>
                    <a:pt x="5959378" y="394145"/>
                  </a:lnTo>
                  <a:lnTo>
                    <a:pt x="6010384" y="431606"/>
                  </a:lnTo>
                  <a:lnTo>
                    <a:pt x="6061527" y="469378"/>
                  </a:lnTo>
                  <a:lnTo>
                    <a:pt x="6112581" y="506950"/>
                  </a:lnTo>
                  <a:lnTo>
                    <a:pt x="6163334" y="543824"/>
                  </a:lnTo>
                  <a:lnTo>
                    <a:pt x="6213607" y="579537"/>
                  </a:lnTo>
                  <a:lnTo>
                    <a:pt x="6263284" y="613691"/>
                  </a:lnTo>
                  <a:lnTo>
                    <a:pt x="6312330" y="645965"/>
                  </a:lnTo>
                  <a:lnTo>
                    <a:pt x="6360806" y="676125"/>
                  </a:lnTo>
                  <a:lnTo>
                    <a:pt x="6408887" y="704026"/>
                  </a:lnTo>
                  <a:lnTo>
                    <a:pt x="6456874" y="729612"/>
                  </a:lnTo>
                  <a:lnTo>
                    <a:pt x="6505214" y="752902"/>
                  </a:lnTo>
                  <a:lnTo>
                    <a:pt x="6515891" y="757697"/>
                  </a:lnTo>
                  <a:lnTo>
                    <a:pt x="6564110" y="777737"/>
                  </a:lnTo>
                  <a:lnTo>
                    <a:pt x="6614058" y="795685"/>
                  </a:lnTo>
                  <a:lnTo>
                    <a:pt x="6666577" y="811657"/>
                  </a:lnTo>
                  <a:lnTo>
                    <a:pt x="6722611" y="825847"/>
                  </a:lnTo>
                  <a:lnTo>
                    <a:pt x="6783108" y="838467"/>
                  </a:lnTo>
                  <a:lnTo>
                    <a:pt x="6848937" y="849719"/>
                  </a:lnTo>
                  <a:lnTo>
                    <a:pt x="6920772" y="859776"/>
                  </a:lnTo>
                  <a:lnTo>
                    <a:pt x="6998927" y="868776"/>
                  </a:lnTo>
                  <a:lnTo>
                    <a:pt x="7083161" y="876811"/>
                  </a:lnTo>
                  <a:lnTo>
                    <a:pt x="7172433" y="883937"/>
                  </a:lnTo>
                  <a:lnTo>
                    <a:pt x="7264696" y="890167"/>
                  </a:lnTo>
                  <a:lnTo>
                    <a:pt x="7356793" y="895490"/>
                  </a:lnTo>
                  <a:lnTo>
                    <a:pt x="7444609" y="899883"/>
                  </a:lnTo>
                  <a:lnTo>
                    <a:pt x="7523554" y="903336"/>
                  </a:lnTo>
                  <a:lnTo>
                    <a:pt x="7589382" y="905876"/>
                  </a:lnTo>
                  <a:lnTo>
                    <a:pt x="7639151" y="907582"/>
                  </a:lnTo>
                  <a:lnTo>
                    <a:pt x="7672008" y="908589"/>
                  </a:lnTo>
                  <a:lnTo>
                    <a:pt x="7689544" y="909071"/>
                  </a:lnTo>
                  <a:lnTo>
                    <a:pt x="7695665" y="909224"/>
                  </a:lnTo>
                  <a:lnTo>
                    <a:pt x="7696237" y="909237"/>
                  </a:lnTo>
                  <a:lnTo>
                    <a:pt x="8234974" y="909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8" name="pl688"/>
            <p:cNvSpPr/>
            <p:nvPr/>
          </p:nvSpPr>
          <p:spPr>
            <a:xfrm>
              <a:off x="546595" y="445563"/>
              <a:ext cx="8234974" cy="909237"/>
            </a:xfrm>
            <a:custGeom>
              <a:avLst/>
              <a:pathLst>
                <a:path w="8234974" h="909237">
                  <a:moveTo>
                    <a:pt x="8234974" y="909237"/>
                  </a:moveTo>
                  <a:lnTo>
                    <a:pt x="7696237" y="909237"/>
                  </a:lnTo>
                  <a:lnTo>
                    <a:pt x="7694950" y="909207"/>
                  </a:lnTo>
                  <a:lnTo>
                    <a:pt x="7686550" y="908993"/>
                  </a:lnTo>
                  <a:lnTo>
                    <a:pt x="7665601" y="908401"/>
                  </a:lnTo>
                  <a:lnTo>
                    <a:pt x="7628726" y="907241"/>
                  </a:lnTo>
                  <a:lnTo>
                    <a:pt x="7574926" y="905344"/>
                  </a:lnTo>
                  <a:lnTo>
                    <a:pt x="7505607" y="902590"/>
                  </a:lnTo>
                  <a:lnTo>
                    <a:pt x="7424111" y="898912"/>
                  </a:lnTo>
                  <a:lnTo>
                    <a:pt x="7334851" y="894293"/>
                  </a:lnTo>
                  <a:lnTo>
                    <a:pt x="7242369" y="888750"/>
                  </a:lnTo>
                  <a:lnTo>
                    <a:pt x="7150579" y="882304"/>
                  </a:lnTo>
                  <a:lnTo>
                    <a:pt x="7062373" y="874962"/>
                  </a:lnTo>
                  <a:lnTo>
                    <a:pt x="6979542" y="866701"/>
                  </a:lnTo>
                  <a:lnTo>
                    <a:pt x="6902910" y="857457"/>
                  </a:lnTo>
                  <a:lnTo>
                    <a:pt x="6832566" y="847126"/>
                  </a:lnTo>
                  <a:lnTo>
                    <a:pt x="6768091" y="835562"/>
                  </a:lnTo>
                  <a:lnTo>
                    <a:pt x="6708753" y="822583"/>
                  </a:lnTo>
                  <a:lnTo>
                    <a:pt x="6653653" y="807984"/>
                  </a:lnTo>
                  <a:lnTo>
                    <a:pt x="6601836" y="791552"/>
                  </a:lnTo>
                  <a:lnTo>
                    <a:pt x="6552376" y="773107"/>
                  </a:lnTo>
                  <a:lnTo>
                    <a:pt x="6515891" y="757697"/>
                  </a:lnTo>
                  <a:lnTo>
                    <a:pt x="6467398" y="734900"/>
                  </a:lnTo>
                  <a:lnTo>
                    <a:pt x="6419377" y="709821"/>
                  </a:lnTo>
                  <a:lnTo>
                    <a:pt x="6371347" y="682423"/>
                  </a:lnTo>
                  <a:lnTo>
                    <a:pt x="6322977" y="652748"/>
                  </a:lnTo>
                  <a:lnTo>
                    <a:pt x="6274064" y="620920"/>
                  </a:lnTo>
                  <a:lnTo>
                    <a:pt x="6224526" y="587153"/>
                  </a:lnTo>
                  <a:lnTo>
                    <a:pt x="6174375" y="551749"/>
                  </a:lnTo>
                  <a:lnTo>
                    <a:pt x="6123714" y="515092"/>
                  </a:lnTo>
                  <a:lnTo>
                    <a:pt x="6072708" y="477630"/>
                  </a:lnTo>
                  <a:lnTo>
                    <a:pt x="6021566" y="439858"/>
                  </a:lnTo>
                  <a:lnTo>
                    <a:pt x="5970511" y="402286"/>
                  </a:lnTo>
                  <a:lnTo>
                    <a:pt x="5919759" y="365412"/>
                  </a:lnTo>
                  <a:lnTo>
                    <a:pt x="5869486" y="329699"/>
                  </a:lnTo>
                  <a:lnTo>
                    <a:pt x="5819808" y="295545"/>
                  </a:lnTo>
                  <a:lnTo>
                    <a:pt x="5770763" y="263271"/>
                  </a:lnTo>
                  <a:lnTo>
                    <a:pt x="5722287" y="233112"/>
                  </a:lnTo>
                  <a:lnTo>
                    <a:pt x="5674206" y="205210"/>
                  </a:lnTo>
                  <a:lnTo>
                    <a:pt x="5626218" y="179624"/>
                  </a:lnTo>
                  <a:lnTo>
                    <a:pt x="5577878" y="156334"/>
                  </a:lnTo>
                  <a:lnTo>
                    <a:pt x="5567201" y="151539"/>
                  </a:lnTo>
                  <a:lnTo>
                    <a:pt x="5518982" y="131499"/>
                  </a:lnTo>
                  <a:lnTo>
                    <a:pt x="5469035" y="113551"/>
                  </a:lnTo>
                  <a:lnTo>
                    <a:pt x="5416515" y="97579"/>
                  </a:lnTo>
                  <a:lnTo>
                    <a:pt x="5360482" y="83389"/>
                  </a:lnTo>
                  <a:lnTo>
                    <a:pt x="5299985" y="70769"/>
                  </a:lnTo>
                  <a:lnTo>
                    <a:pt x="5234155" y="59517"/>
                  </a:lnTo>
                  <a:lnTo>
                    <a:pt x="5162321" y="49460"/>
                  </a:lnTo>
                  <a:lnTo>
                    <a:pt x="5084165" y="40461"/>
                  </a:lnTo>
                  <a:lnTo>
                    <a:pt x="4999932" y="32425"/>
                  </a:lnTo>
                  <a:lnTo>
                    <a:pt x="4910660" y="25299"/>
                  </a:lnTo>
                  <a:lnTo>
                    <a:pt x="4818397" y="19069"/>
                  </a:lnTo>
                  <a:lnTo>
                    <a:pt x="4726299" y="13746"/>
                  </a:lnTo>
                  <a:lnTo>
                    <a:pt x="4638483" y="9353"/>
                  </a:lnTo>
                  <a:lnTo>
                    <a:pt x="4559538" y="5900"/>
                  </a:lnTo>
                  <a:lnTo>
                    <a:pt x="4493710" y="3361"/>
                  </a:lnTo>
                  <a:lnTo>
                    <a:pt x="4443942" y="1654"/>
                  </a:lnTo>
                  <a:lnTo>
                    <a:pt x="4411084" y="647"/>
                  </a:lnTo>
                  <a:lnTo>
                    <a:pt x="4393548" y="165"/>
                  </a:lnTo>
                  <a:lnTo>
                    <a:pt x="4387427" y="1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9" name="pg689"/>
            <p:cNvSpPr/>
            <p:nvPr/>
          </p:nvSpPr>
          <p:spPr>
            <a:xfrm>
              <a:off x="546595" y="461896"/>
              <a:ext cx="8234974" cy="1747695"/>
            </a:xfrm>
            <a:custGeom>
              <a:avLst/>
              <a:pathLst>
                <a:path w="8234974" h="1747695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3"/>
                  </a:lnTo>
                  <a:lnTo>
                    <a:pt x="548538" y="16333"/>
                  </a:lnTo>
                  <a:lnTo>
                    <a:pt x="569724" y="16333"/>
                  </a:lnTo>
                  <a:lnTo>
                    <a:pt x="606993" y="16333"/>
                  </a:lnTo>
                  <a:lnTo>
                    <a:pt x="661320" y="16333"/>
                  </a:lnTo>
                  <a:lnTo>
                    <a:pt x="731240" y="16333"/>
                  </a:lnTo>
                  <a:lnTo>
                    <a:pt x="813336" y="16333"/>
                  </a:lnTo>
                  <a:lnTo>
                    <a:pt x="903125" y="16333"/>
                  </a:lnTo>
                  <a:lnTo>
                    <a:pt x="996021" y="16333"/>
                  </a:lnTo>
                  <a:lnTo>
                    <a:pt x="1088093" y="16333"/>
                  </a:lnTo>
                  <a:lnTo>
                    <a:pt x="1176457" y="16333"/>
                  </a:lnTo>
                  <a:lnTo>
                    <a:pt x="1259346" y="16333"/>
                  </a:lnTo>
                  <a:lnTo>
                    <a:pt x="1335965" y="16333"/>
                  </a:lnTo>
                  <a:lnTo>
                    <a:pt x="1406257" y="16333"/>
                  </a:lnTo>
                  <a:lnTo>
                    <a:pt x="1470667" y="16333"/>
                  </a:lnTo>
                  <a:lnTo>
                    <a:pt x="1529951" y="16333"/>
                  </a:lnTo>
                  <a:lnTo>
                    <a:pt x="1585024" y="16333"/>
                  </a:lnTo>
                  <a:lnTo>
                    <a:pt x="1636853" y="16333"/>
                  </a:lnTo>
                  <a:lnTo>
                    <a:pt x="1686372" y="16333"/>
                  </a:lnTo>
                  <a:lnTo>
                    <a:pt x="1719082" y="16333"/>
                  </a:lnTo>
                  <a:lnTo>
                    <a:pt x="1771877" y="16333"/>
                  </a:lnTo>
                  <a:lnTo>
                    <a:pt x="1824168" y="16333"/>
                  </a:lnTo>
                  <a:lnTo>
                    <a:pt x="1876549" y="16333"/>
                  </a:lnTo>
                  <a:lnTo>
                    <a:pt x="1929410" y="16333"/>
                  </a:lnTo>
                  <a:lnTo>
                    <a:pt x="1982963" y="16333"/>
                  </a:lnTo>
                  <a:lnTo>
                    <a:pt x="2037264" y="16333"/>
                  </a:lnTo>
                  <a:lnTo>
                    <a:pt x="2092236" y="16333"/>
                  </a:lnTo>
                  <a:lnTo>
                    <a:pt x="2147697" y="16333"/>
                  </a:lnTo>
                  <a:lnTo>
                    <a:pt x="2203394" y="16333"/>
                  </a:lnTo>
                  <a:lnTo>
                    <a:pt x="2259039" y="16333"/>
                  </a:lnTo>
                  <a:lnTo>
                    <a:pt x="2314351" y="16333"/>
                  </a:lnTo>
                  <a:lnTo>
                    <a:pt x="2369099" y="16333"/>
                  </a:lnTo>
                  <a:lnTo>
                    <a:pt x="2423135" y="16333"/>
                  </a:lnTo>
                  <a:lnTo>
                    <a:pt x="2476426" y="16333"/>
                  </a:lnTo>
                  <a:lnTo>
                    <a:pt x="2529083" y="16333"/>
                  </a:lnTo>
                  <a:lnTo>
                    <a:pt x="2581377" y="16333"/>
                  </a:lnTo>
                  <a:lnTo>
                    <a:pt x="2633767" y="16333"/>
                  </a:lnTo>
                  <a:lnTo>
                    <a:pt x="2667772" y="16333"/>
                  </a:lnTo>
                  <a:lnTo>
                    <a:pt x="2716192" y="16333"/>
                  </a:lnTo>
                  <a:lnTo>
                    <a:pt x="2766357" y="16333"/>
                  </a:lnTo>
                  <a:lnTo>
                    <a:pt x="2819124" y="16333"/>
                  </a:lnTo>
                  <a:lnTo>
                    <a:pt x="2875444" y="16333"/>
                  </a:lnTo>
                  <a:lnTo>
                    <a:pt x="2936281" y="16333"/>
                  </a:lnTo>
                  <a:lnTo>
                    <a:pt x="3002509" y="16333"/>
                  </a:lnTo>
                  <a:lnTo>
                    <a:pt x="3074805" y="16333"/>
                  </a:lnTo>
                  <a:lnTo>
                    <a:pt x="3153475" y="16333"/>
                  </a:lnTo>
                  <a:lnTo>
                    <a:pt x="3238252" y="16333"/>
                  </a:lnTo>
                  <a:lnTo>
                    <a:pt x="3328052" y="16333"/>
                  </a:lnTo>
                  <a:lnTo>
                    <a:pt x="3420757" y="16333"/>
                  </a:lnTo>
                  <a:lnTo>
                    <a:pt x="3513127" y="16333"/>
                  </a:lnTo>
                  <a:lnTo>
                    <a:pt x="3600958" y="16333"/>
                  </a:lnTo>
                  <a:lnTo>
                    <a:pt x="3679600" y="16333"/>
                  </a:lnTo>
                  <a:lnTo>
                    <a:pt x="3744804" y="16333"/>
                  </a:lnTo>
                  <a:lnTo>
                    <a:pt x="3793698" y="16333"/>
                  </a:lnTo>
                  <a:lnTo>
                    <a:pt x="3825574" y="16333"/>
                  </a:lnTo>
                  <a:lnTo>
                    <a:pt x="3842205" y="16333"/>
                  </a:lnTo>
                  <a:lnTo>
                    <a:pt x="3847703" y="16333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04" y="16388"/>
                  </a:lnTo>
                  <a:lnTo>
                    <a:pt x="4396256" y="16783"/>
                  </a:lnTo>
                  <a:lnTo>
                    <a:pt x="4416611" y="17874"/>
                  </a:lnTo>
                  <a:lnTo>
                    <a:pt x="4452499" y="20016"/>
                  </a:lnTo>
                  <a:lnTo>
                    <a:pt x="4504974" y="23519"/>
                  </a:lnTo>
                  <a:lnTo>
                    <a:pt x="4572775" y="28613"/>
                  </a:lnTo>
                  <a:lnTo>
                    <a:pt x="4652748" y="35425"/>
                  </a:lnTo>
                  <a:lnTo>
                    <a:pt x="4740653" y="43991"/>
                  </a:lnTo>
                  <a:lnTo>
                    <a:pt x="4832067" y="54285"/>
                  </a:lnTo>
                  <a:lnTo>
                    <a:pt x="4923120" y="66266"/>
                  </a:lnTo>
                  <a:lnTo>
                    <a:pt x="5010904" y="79917"/>
                  </a:lnTo>
                  <a:lnTo>
                    <a:pt x="5093572" y="95273"/>
                  </a:lnTo>
                  <a:lnTo>
                    <a:pt x="5170222" y="112443"/>
                  </a:lnTo>
                  <a:lnTo>
                    <a:pt x="5240691" y="131609"/>
                  </a:lnTo>
                  <a:lnTo>
                    <a:pt x="5305330" y="153031"/>
                  </a:lnTo>
                  <a:lnTo>
                    <a:pt x="5364812" y="177034"/>
                  </a:lnTo>
                  <a:lnTo>
                    <a:pt x="5419991" y="203995"/>
                  </a:lnTo>
                  <a:lnTo>
                    <a:pt x="5471789" y="234304"/>
                  </a:lnTo>
                  <a:lnTo>
                    <a:pt x="5521116" y="268314"/>
                  </a:lnTo>
                  <a:lnTo>
                    <a:pt x="5567201" y="304893"/>
                  </a:lnTo>
                  <a:lnTo>
                    <a:pt x="5609335" y="342329"/>
                  </a:lnTo>
                  <a:lnTo>
                    <a:pt x="5651058" y="383028"/>
                  </a:lnTo>
                  <a:lnTo>
                    <a:pt x="5692707" y="427051"/>
                  </a:lnTo>
                  <a:lnTo>
                    <a:pt x="5734528" y="474382"/>
                  </a:lnTo>
                  <a:lnTo>
                    <a:pt x="5776691" y="524914"/>
                  </a:lnTo>
                  <a:lnTo>
                    <a:pt x="5819294" y="578448"/>
                  </a:lnTo>
                  <a:lnTo>
                    <a:pt x="5862375" y="634688"/>
                  </a:lnTo>
                  <a:lnTo>
                    <a:pt x="5905914" y="693240"/>
                  </a:lnTo>
                  <a:lnTo>
                    <a:pt x="5949844" y="753625"/>
                  </a:lnTo>
                  <a:lnTo>
                    <a:pt x="5994062" y="815292"/>
                  </a:lnTo>
                  <a:lnTo>
                    <a:pt x="6038435" y="877637"/>
                  </a:lnTo>
                  <a:lnTo>
                    <a:pt x="6082819" y="940027"/>
                  </a:lnTo>
                  <a:lnTo>
                    <a:pt x="6127067" y="1001826"/>
                  </a:lnTo>
                  <a:lnTo>
                    <a:pt x="6171045" y="1062426"/>
                  </a:lnTo>
                  <a:lnTo>
                    <a:pt x="6214643" y="1121266"/>
                  </a:lnTo>
                  <a:lnTo>
                    <a:pt x="6257791" y="1177855"/>
                  </a:lnTo>
                  <a:lnTo>
                    <a:pt x="6300460" y="1231788"/>
                  </a:lnTo>
                  <a:lnTo>
                    <a:pt x="6342680" y="1282755"/>
                  </a:lnTo>
                  <a:lnTo>
                    <a:pt x="6384541" y="1330543"/>
                  </a:lnTo>
                  <a:lnTo>
                    <a:pt x="6426201" y="1375032"/>
                  </a:lnTo>
                  <a:lnTo>
                    <a:pt x="6467895" y="1416195"/>
                  </a:lnTo>
                  <a:lnTo>
                    <a:pt x="6509947" y="1454082"/>
                  </a:lnTo>
                  <a:lnTo>
                    <a:pt x="6515891" y="1459135"/>
                  </a:lnTo>
                  <a:lnTo>
                    <a:pt x="6563603" y="1496920"/>
                  </a:lnTo>
                  <a:lnTo>
                    <a:pt x="6612999" y="1530801"/>
                  </a:lnTo>
                  <a:lnTo>
                    <a:pt x="6664895" y="1560992"/>
                  </a:lnTo>
                  <a:lnTo>
                    <a:pt x="6720204" y="1587846"/>
                  </a:lnTo>
                  <a:lnTo>
                    <a:pt x="6779847" y="1611757"/>
                  </a:lnTo>
                  <a:lnTo>
                    <a:pt x="6844672" y="1633098"/>
                  </a:lnTo>
                  <a:lnTo>
                    <a:pt x="6915345" y="1652193"/>
                  </a:lnTo>
                  <a:lnTo>
                    <a:pt x="6992204" y="1669299"/>
                  </a:lnTo>
                  <a:lnTo>
                    <a:pt x="7075062" y="1684597"/>
                  </a:lnTo>
                  <a:lnTo>
                    <a:pt x="7162992" y="1698191"/>
                  </a:lnTo>
                  <a:lnTo>
                    <a:pt x="7254110" y="1710116"/>
                  </a:lnTo>
                  <a:lnTo>
                    <a:pt x="7345474" y="1720353"/>
                  </a:lnTo>
                  <a:lnTo>
                    <a:pt x="7433186" y="1728860"/>
                  </a:lnTo>
                  <a:lnTo>
                    <a:pt x="7512815" y="1735614"/>
                  </a:lnTo>
                  <a:lnTo>
                    <a:pt x="7580143" y="1740652"/>
                  </a:lnTo>
                  <a:lnTo>
                    <a:pt x="7632069" y="1744105"/>
                  </a:lnTo>
                  <a:lnTo>
                    <a:pt x="7667405" y="1746206"/>
                  </a:lnTo>
                  <a:lnTo>
                    <a:pt x="7687283" y="1747268"/>
                  </a:lnTo>
                  <a:lnTo>
                    <a:pt x="7695108" y="1747645"/>
                  </a:lnTo>
                  <a:lnTo>
                    <a:pt x="7696237" y="1747695"/>
                  </a:lnTo>
                  <a:lnTo>
                    <a:pt x="8234974" y="1747695"/>
                  </a:lnTo>
                  <a:lnTo>
                    <a:pt x="8234974" y="1731361"/>
                  </a:ln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90" name="pl690"/>
            <p:cNvSpPr/>
            <p:nvPr/>
          </p:nvSpPr>
          <p:spPr>
            <a:xfrm>
              <a:off x="546595" y="478230"/>
              <a:ext cx="8234974" cy="1731361"/>
            </a:xfrm>
            <a:custGeom>
              <a:avLst/>
              <a:pathLst>
                <a:path w="8234974" h="1731361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0"/>
                  </a:lnTo>
                  <a:lnTo>
                    <a:pt x="569724" y="0"/>
                  </a:lnTo>
                  <a:lnTo>
                    <a:pt x="606993" y="0"/>
                  </a:lnTo>
                  <a:lnTo>
                    <a:pt x="661320" y="0"/>
                  </a:lnTo>
                  <a:lnTo>
                    <a:pt x="731240" y="0"/>
                  </a:lnTo>
                  <a:lnTo>
                    <a:pt x="813336" y="0"/>
                  </a:lnTo>
                  <a:lnTo>
                    <a:pt x="903125" y="0"/>
                  </a:lnTo>
                  <a:lnTo>
                    <a:pt x="996021" y="0"/>
                  </a:lnTo>
                  <a:lnTo>
                    <a:pt x="1088093" y="0"/>
                  </a:lnTo>
                  <a:lnTo>
                    <a:pt x="1176457" y="0"/>
                  </a:lnTo>
                  <a:lnTo>
                    <a:pt x="1259346" y="0"/>
                  </a:lnTo>
                  <a:lnTo>
                    <a:pt x="1335965" y="0"/>
                  </a:lnTo>
                  <a:lnTo>
                    <a:pt x="1406257" y="0"/>
                  </a:lnTo>
                  <a:lnTo>
                    <a:pt x="1470667" y="0"/>
                  </a:lnTo>
                  <a:lnTo>
                    <a:pt x="1529951" y="0"/>
                  </a:lnTo>
                  <a:lnTo>
                    <a:pt x="1585024" y="0"/>
                  </a:lnTo>
                  <a:lnTo>
                    <a:pt x="1636853" y="0"/>
                  </a:lnTo>
                  <a:lnTo>
                    <a:pt x="1686372" y="0"/>
                  </a:lnTo>
                  <a:lnTo>
                    <a:pt x="1719082" y="0"/>
                  </a:lnTo>
                  <a:lnTo>
                    <a:pt x="1771877" y="0"/>
                  </a:lnTo>
                  <a:lnTo>
                    <a:pt x="1824168" y="0"/>
                  </a:lnTo>
                  <a:lnTo>
                    <a:pt x="1876549" y="0"/>
                  </a:lnTo>
                  <a:lnTo>
                    <a:pt x="1929410" y="0"/>
                  </a:lnTo>
                  <a:lnTo>
                    <a:pt x="1982963" y="0"/>
                  </a:lnTo>
                  <a:lnTo>
                    <a:pt x="2037264" y="0"/>
                  </a:lnTo>
                  <a:lnTo>
                    <a:pt x="2092236" y="0"/>
                  </a:lnTo>
                  <a:lnTo>
                    <a:pt x="2147697" y="0"/>
                  </a:lnTo>
                  <a:lnTo>
                    <a:pt x="2203394" y="0"/>
                  </a:lnTo>
                  <a:lnTo>
                    <a:pt x="2259039" y="0"/>
                  </a:lnTo>
                  <a:lnTo>
                    <a:pt x="2314351" y="0"/>
                  </a:lnTo>
                  <a:lnTo>
                    <a:pt x="2369099" y="0"/>
                  </a:lnTo>
                  <a:lnTo>
                    <a:pt x="2423135" y="0"/>
                  </a:lnTo>
                  <a:lnTo>
                    <a:pt x="2476426" y="0"/>
                  </a:lnTo>
                  <a:lnTo>
                    <a:pt x="2529083" y="0"/>
                  </a:lnTo>
                  <a:lnTo>
                    <a:pt x="2581377" y="0"/>
                  </a:lnTo>
                  <a:lnTo>
                    <a:pt x="2633767" y="0"/>
                  </a:lnTo>
                  <a:lnTo>
                    <a:pt x="2667772" y="0"/>
                  </a:lnTo>
                  <a:lnTo>
                    <a:pt x="2716192" y="0"/>
                  </a:lnTo>
                  <a:lnTo>
                    <a:pt x="2766357" y="0"/>
                  </a:lnTo>
                  <a:lnTo>
                    <a:pt x="2819124" y="0"/>
                  </a:lnTo>
                  <a:lnTo>
                    <a:pt x="2875444" y="0"/>
                  </a:lnTo>
                  <a:lnTo>
                    <a:pt x="2936281" y="0"/>
                  </a:lnTo>
                  <a:lnTo>
                    <a:pt x="3002509" y="0"/>
                  </a:lnTo>
                  <a:lnTo>
                    <a:pt x="3074805" y="0"/>
                  </a:lnTo>
                  <a:lnTo>
                    <a:pt x="3153475" y="0"/>
                  </a:lnTo>
                  <a:lnTo>
                    <a:pt x="3238252" y="0"/>
                  </a:lnTo>
                  <a:lnTo>
                    <a:pt x="3328052" y="0"/>
                  </a:lnTo>
                  <a:lnTo>
                    <a:pt x="3420757" y="0"/>
                  </a:lnTo>
                  <a:lnTo>
                    <a:pt x="3513127" y="0"/>
                  </a:lnTo>
                  <a:lnTo>
                    <a:pt x="3600958" y="0"/>
                  </a:lnTo>
                  <a:lnTo>
                    <a:pt x="3679600" y="0"/>
                  </a:lnTo>
                  <a:lnTo>
                    <a:pt x="3744804" y="0"/>
                  </a:lnTo>
                  <a:lnTo>
                    <a:pt x="3793698" y="0"/>
                  </a:lnTo>
                  <a:lnTo>
                    <a:pt x="3825574" y="0"/>
                  </a:lnTo>
                  <a:lnTo>
                    <a:pt x="3842205" y="0"/>
                  </a:lnTo>
                  <a:lnTo>
                    <a:pt x="38477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4" y="55"/>
                  </a:lnTo>
                  <a:lnTo>
                    <a:pt x="4396256" y="449"/>
                  </a:lnTo>
                  <a:lnTo>
                    <a:pt x="4416611" y="1540"/>
                  </a:lnTo>
                  <a:lnTo>
                    <a:pt x="4452499" y="3682"/>
                  </a:lnTo>
                  <a:lnTo>
                    <a:pt x="4504974" y="7185"/>
                  </a:lnTo>
                  <a:lnTo>
                    <a:pt x="4572775" y="12279"/>
                  </a:lnTo>
                  <a:lnTo>
                    <a:pt x="4652748" y="19092"/>
                  </a:lnTo>
                  <a:lnTo>
                    <a:pt x="4740653" y="27658"/>
                  </a:lnTo>
                  <a:lnTo>
                    <a:pt x="4832067" y="37952"/>
                  </a:lnTo>
                  <a:lnTo>
                    <a:pt x="4923120" y="49933"/>
                  </a:lnTo>
                  <a:lnTo>
                    <a:pt x="5010904" y="63583"/>
                  </a:lnTo>
                  <a:lnTo>
                    <a:pt x="5093572" y="78940"/>
                  </a:lnTo>
                  <a:lnTo>
                    <a:pt x="5170222" y="96109"/>
                  </a:lnTo>
                  <a:lnTo>
                    <a:pt x="5240691" y="115276"/>
                  </a:lnTo>
                  <a:lnTo>
                    <a:pt x="5305330" y="136698"/>
                  </a:lnTo>
                  <a:lnTo>
                    <a:pt x="5364812" y="160701"/>
                  </a:lnTo>
                  <a:lnTo>
                    <a:pt x="5419991" y="187661"/>
                  </a:lnTo>
                  <a:lnTo>
                    <a:pt x="5471789" y="217971"/>
                  </a:lnTo>
                  <a:lnTo>
                    <a:pt x="5521116" y="251980"/>
                  </a:lnTo>
                  <a:lnTo>
                    <a:pt x="5567201" y="288560"/>
                  </a:lnTo>
                  <a:lnTo>
                    <a:pt x="5609335" y="325996"/>
                  </a:lnTo>
                  <a:lnTo>
                    <a:pt x="5651058" y="366695"/>
                  </a:lnTo>
                  <a:lnTo>
                    <a:pt x="5692707" y="410718"/>
                  </a:lnTo>
                  <a:lnTo>
                    <a:pt x="5734528" y="458048"/>
                  </a:lnTo>
                  <a:lnTo>
                    <a:pt x="5776691" y="508580"/>
                  </a:lnTo>
                  <a:lnTo>
                    <a:pt x="5819294" y="562115"/>
                  </a:lnTo>
                  <a:lnTo>
                    <a:pt x="5862375" y="618354"/>
                  </a:lnTo>
                  <a:lnTo>
                    <a:pt x="5905914" y="676906"/>
                  </a:lnTo>
                  <a:lnTo>
                    <a:pt x="5949844" y="737292"/>
                  </a:lnTo>
                  <a:lnTo>
                    <a:pt x="5994062" y="798959"/>
                  </a:lnTo>
                  <a:lnTo>
                    <a:pt x="6038435" y="861304"/>
                  </a:lnTo>
                  <a:lnTo>
                    <a:pt x="6082819" y="923693"/>
                  </a:lnTo>
                  <a:lnTo>
                    <a:pt x="6127067" y="985493"/>
                  </a:lnTo>
                  <a:lnTo>
                    <a:pt x="6171045" y="1046092"/>
                  </a:lnTo>
                  <a:lnTo>
                    <a:pt x="6214643" y="1104932"/>
                  </a:lnTo>
                  <a:lnTo>
                    <a:pt x="6257791" y="1161521"/>
                  </a:lnTo>
                  <a:lnTo>
                    <a:pt x="6300460" y="1215455"/>
                  </a:lnTo>
                  <a:lnTo>
                    <a:pt x="6342680" y="1266422"/>
                  </a:lnTo>
                  <a:lnTo>
                    <a:pt x="6384541" y="1314209"/>
                  </a:lnTo>
                  <a:lnTo>
                    <a:pt x="6426201" y="1358699"/>
                  </a:lnTo>
                  <a:lnTo>
                    <a:pt x="6467895" y="1399861"/>
                  </a:lnTo>
                  <a:lnTo>
                    <a:pt x="6509947" y="1437748"/>
                  </a:lnTo>
                  <a:lnTo>
                    <a:pt x="6515891" y="1442801"/>
                  </a:lnTo>
                  <a:lnTo>
                    <a:pt x="6563603" y="1480586"/>
                  </a:lnTo>
                  <a:lnTo>
                    <a:pt x="6612999" y="1514467"/>
                  </a:lnTo>
                  <a:lnTo>
                    <a:pt x="6664895" y="1544658"/>
                  </a:lnTo>
                  <a:lnTo>
                    <a:pt x="6720204" y="1571512"/>
                  </a:lnTo>
                  <a:lnTo>
                    <a:pt x="6779847" y="1595423"/>
                  </a:lnTo>
                  <a:lnTo>
                    <a:pt x="6844672" y="1616764"/>
                  </a:lnTo>
                  <a:lnTo>
                    <a:pt x="6915345" y="1635859"/>
                  </a:lnTo>
                  <a:lnTo>
                    <a:pt x="6992204" y="1652966"/>
                  </a:lnTo>
                  <a:lnTo>
                    <a:pt x="7075062" y="1668264"/>
                  </a:lnTo>
                  <a:lnTo>
                    <a:pt x="7162992" y="1681858"/>
                  </a:lnTo>
                  <a:lnTo>
                    <a:pt x="7254110" y="1693783"/>
                  </a:lnTo>
                  <a:lnTo>
                    <a:pt x="7345474" y="1704019"/>
                  </a:lnTo>
                  <a:lnTo>
                    <a:pt x="7433186" y="1712527"/>
                  </a:lnTo>
                  <a:lnTo>
                    <a:pt x="7512815" y="1719280"/>
                  </a:lnTo>
                  <a:lnTo>
                    <a:pt x="7580143" y="1724318"/>
                  </a:lnTo>
                  <a:lnTo>
                    <a:pt x="7632069" y="1727771"/>
                  </a:lnTo>
                  <a:lnTo>
                    <a:pt x="7667405" y="1729872"/>
                  </a:lnTo>
                  <a:lnTo>
                    <a:pt x="7687283" y="1730934"/>
                  </a:lnTo>
                  <a:lnTo>
                    <a:pt x="7695108" y="1731312"/>
                  </a:lnTo>
                  <a:lnTo>
                    <a:pt x="7696237" y="1731361"/>
                  </a:lnTo>
                  <a:lnTo>
                    <a:pt x="8234974" y="1731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1" name="pl691"/>
            <p:cNvSpPr/>
            <p:nvPr/>
          </p:nvSpPr>
          <p:spPr>
            <a:xfrm>
              <a:off x="546595" y="461896"/>
              <a:ext cx="8234974" cy="1731361"/>
            </a:xfrm>
            <a:custGeom>
              <a:avLst/>
              <a:pathLst>
                <a:path w="8234974" h="1731361">
                  <a:moveTo>
                    <a:pt x="8234974" y="1731361"/>
                  </a:move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2" name="pg692"/>
            <p:cNvSpPr/>
            <p:nvPr/>
          </p:nvSpPr>
          <p:spPr>
            <a:xfrm>
              <a:off x="546595" y="478230"/>
              <a:ext cx="8234974" cy="1987254"/>
            </a:xfrm>
            <a:custGeom>
              <a:avLst/>
              <a:pathLst>
                <a:path w="8234974" h="1987254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4"/>
                  </a:lnTo>
                  <a:lnTo>
                    <a:pt x="548538" y="16339"/>
                  </a:lnTo>
                  <a:lnTo>
                    <a:pt x="569724" y="16353"/>
                  </a:lnTo>
                  <a:lnTo>
                    <a:pt x="606993" y="16381"/>
                  </a:lnTo>
                  <a:lnTo>
                    <a:pt x="661320" y="16427"/>
                  </a:lnTo>
                  <a:lnTo>
                    <a:pt x="731239" y="16494"/>
                  </a:lnTo>
                  <a:lnTo>
                    <a:pt x="813334" y="16583"/>
                  </a:lnTo>
                  <a:lnTo>
                    <a:pt x="903123" y="16695"/>
                  </a:lnTo>
                  <a:lnTo>
                    <a:pt x="996019" y="16829"/>
                  </a:lnTo>
                  <a:lnTo>
                    <a:pt x="1088091" y="16985"/>
                  </a:lnTo>
                  <a:lnTo>
                    <a:pt x="1176455" y="17162"/>
                  </a:lnTo>
                  <a:lnTo>
                    <a:pt x="1259344" y="17362"/>
                  </a:lnTo>
                  <a:lnTo>
                    <a:pt x="1335963" y="17586"/>
                  </a:lnTo>
                  <a:lnTo>
                    <a:pt x="1406254" y="17836"/>
                  </a:lnTo>
                  <a:lnTo>
                    <a:pt x="1470665" y="18116"/>
                  </a:lnTo>
                  <a:lnTo>
                    <a:pt x="1529949" y="18430"/>
                  </a:lnTo>
                  <a:lnTo>
                    <a:pt x="1585021" y="18784"/>
                  </a:lnTo>
                  <a:lnTo>
                    <a:pt x="1636851" y="19183"/>
                  </a:lnTo>
                  <a:lnTo>
                    <a:pt x="1686370" y="19630"/>
                  </a:lnTo>
                  <a:lnTo>
                    <a:pt x="1719082" y="19963"/>
                  </a:lnTo>
                  <a:lnTo>
                    <a:pt x="1771874" y="20560"/>
                  </a:lnTo>
                  <a:lnTo>
                    <a:pt x="1824161" y="21223"/>
                  </a:lnTo>
                  <a:lnTo>
                    <a:pt x="1876540" y="21951"/>
                  </a:lnTo>
                  <a:lnTo>
                    <a:pt x="1929398" y="22743"/>
                  </a:lnTo>
                  <a:lnTo>
                    <a:pt x="1982948" y="23595"/>
                  </a:lnTo>
                  <a:lnTo>
                    <a:pt x="2037245" y="24498"/>
                  </a:lnTo>
                  <a:lnTo>
                    <a:pt x="2092213" y="25442"/>
                  </a:lnTo>
                  <a:lnTo>
                    <a:pt x="2147671" y="26413"/>
                  </a:lnTo>
                  <a:lnTo>
                    <a:pt x="2203365" y="27398"/>
                  </a:lnTo>
                  <a:lnTo>
                    <a:pt x="2259006" y="28380"/>
                  </a:lnTo>
                  <a:lnTo>
                    <a:pt x="2314316" y="29343"/>
                  </a:lnTo>
                  <a:lnTo>
                    <a:pt x="2369061" y="30274"/>
                  </a:lnTo>
                  <a:lnTo>
                    <a:pt x="2423094" y="31160"/>
                  </a:lnTo>
                  <a:lnTo>
                    <a:pt x="2476383" y="31991"/>
                  </a:lnTo>
                  <a:lnTo>
                    <a:pt x="2529037" y="32761"/>
                  </a:lnTo>
                  <a:lnTo>
                    <a:pt x="2581328" y="33466"/>
                  </a:lnTo>
                  <a:lnTo>
                    <a:pt x="2633715" y="34105"/>
                  </a:lnTo>
                  <a:lnTo>
                    <a:pt x="2667772" y="34482"/>
                  </a:lnTo>
                  <a:lnTo>
                    <a:pt x="2716192" y="34963"/>
                  </a:lnTo>
                  <a:lnTo>
                    <a:pt x="2766357" y="35395"/>
                  </a:lnTo>
                  <a:lnTo>
                    <a:pt x="2819123" y="35778"/>
                  </a:lnTo>
                  <a:lnTo>
                    <a:pt x="2875444" y="36119"/>
                  </a:lnTo>
                  <a:lnTo>
                    <a:pt x="2936280" y="36422"/>
                  </a:lnTo>
                  <a:lnTo>
                    <a:pt x="3002509" y="36692"/>
                  </a:lnTo>
                  <a:lnTo>
                    <a:pt x="3074804" y="36933"/>
                  </a:lnTo>
                  <a:lnTo>
                    <a:pt x="3153473" y="37149"/>
                  </a:lnTo>
                  <a:lnTo>
                    <a:pt x="3238250" y="37341"/>
                  </a:lnTo>
                  <a:lnTo>
                    <a:pt x="3328050" y="37512"/>
                  </a:lnTo>
                  <a:lnTo>
                    <a:pt x="3420755" y="37661"/>
                  </a:lnTo>
                  <a:lnTo>
                    <a:pt x="3513124" y="37788"/>
                  </a:lnTo>
                  <a:lnTo>
                    <a:pt x="3600955" y="37892"/>
                  </a:lnTo>
                  <a:lnTo>
                    <a:pt x="3679597" y="37974"/>
                  </a:lnTo>
                  <a:lnTo>
                    <a:pt x="3744802" y="38034"/>
                  </a:lnTo>
                  <a:lnTo>
                    <a:pt x="3793697" y="38074"/>
                  </a:lnTo>
                  <a:lnTo>
                    <a:pt x="3825573" y="38097"/>
                  </a:lnTo>
                  <a:lnTo>
                    <a:pt x="3842205" y="38108"/>
                  </a:lnTo>
                  <a:lnTo>
                    <a:pt x="3847703" y="38111"/>
                  </a:lnTo>
                  <a:lnTo>
                    <a:pt x="3848118" y="38111"/>
                  </a:lnTo>
                  <a:lnTo>
                    <a:pt x="4386855" y="38111"/>
                  </a:lnTo>
                  <a:lnTo>
                    <a:pt x="4388090" y="38173"/>
                  </a:lnTo>
                  <a:lnTo>
                    <a:pt x="4396156" y="38612"/>
                  </a:lnTo>
                  <a:lnTo>
                    <a:pt x="4416301" y="39826"/>
                  </a:lnTo>
                  <a:lnTo>
                    <a:pt x="4451840" y="42211"/>
                  </a:lnTo>
                  <a:lnTo>
                    <a:pt x="4503847" y="46111"/>
                  </a:lnTo>
                  <a:lnTo>
                    <a:pt x="4571108" y="51786"/>
                  </a:lnTo>
                  <a:lnTo>
                    <a:pt x="4650537" y="59379"/>
                  </a:lnTo>
                  <a:lnTo>
                    <a:pt x="4737955" y="68932"/>
                  </a:lnTo>
                  <a:lnTo>
                    <a:pt x="4828981" y="80417"/>
                  </a:lnTo>
                  <a:lnTo>
                    <a:pt x="4919764" y="93788"/>
                  </a:lnTo>
                  <a:lnTo>
                    <a:pt x="5007389" y="109024"/>
                  </a:lnTo>
                  <a:lnTo>
                    <a:pt x="5089992" y="126164"/>
                  </a:lnTo>
                  <a:lnTo>
                    <a:pt x="5166644" y="145322"/>
                  </a:lnTo>
                  <a:lnTo>
                    <a:pt x="5237156" y="166699"/>
                  </a:lnTo>
                  <a:lnTo>
                    <a:pt x="5301852" y="190580"/>
                  </a:lnTo>
                  <a:lnTo>
                    <a:pt x="5361388" y="217323"/>
                  </a:lnTo>
                  <a:lnTo>
                    <a:pt x="5416598" y="247343"/>
                  </a:lnTo>
                  <a:lnTo>
                    <a:pt x="5468394" y="281079"/>
                  </a:lnTo>
                  <a:lnTo>
                    <a:pt x="5517679" y="318927"/>
                  </a:lnTo>
                  <a:lnTo>
                    <a:pt x="5565265" y="361133"/>
                  </a:lnTo>
                  <a:lnTo>
                    <a:pt x="5567201" y="362968"/>
                  </a:lnTo>
                  <a:lnTo>
                    <a:pt x="5607813" y="403518"/>
                  </a:lnTo>
                  <a:lnTo>
                    <a:pt x="5648032" y="447476"/>
                  </a:lnTo>
                  <a:lnTo>
                    <a:pt x="5688162" y="494907"/>
                  </a:lnTo>
                  <a:lnTo>
                    <a:pt x="5728431" y="545803"/>
                  </a:lnTo>
                  <a:lnTo>
                    <a:pt x="5768999" y="600069"/>
                  </a:lnTo>
                  <a:lnTo>
                    <a:pt x="5809965" y="657519"/>
                  </a:lnTo>
                  <a:lnTo>
                    <a:pt x="5851371" y="717875"/>
                  </a:lnTo>
                  <a:lnTo>
                    <a:pt x="5893212" y="780762"/>
                  </a:lnTo>
                  <a:lnTo>
                    <a:pt x="5935440" y="845721"/>
                  </a:lnTo>
                  <a:lnTo>
                    <a:pt x="5977968" y="912215"/>
                  </a:lnTo>
                  <a:lnTo>
                    <a:pt x="6020688" y="979653"/>
                  </a:lnTo>
                  <a:lnTo>
                    <a:pt x="6063473" y="1047404"/>
                  </a:lnTo>
                  <a:lnTo>
                    <a:pt x="6106190" y="1114826"/>
                  </a:lnTo>
                  <a:lnTo>
                    <a:pt x="6148712" y="1181290"/>
                  </a:lnTo>
                  <a:lnTo>
                    <a:pt x="6190931" y="1246203"/>
                  </a:lnTo>
                  <a:lnTo>
                    <a:pt x="6232761" y="1309032"/>
                  </a:lnTo>
                  <a:lnTo>
                    <a:pt x="6274157" y="1369319"/>
                  </a:lnTo>
                  <a:lnTo>
                    <a:pt x="6315112" y="1426693"/>
                  </a:lnTo>
                  <a:lnTo>
                    <a:pt x="6355671" y="1480876"/>
                  </a:lnTo>
                  <a:lnTo>
                    <a:pt x="6395934" y="1531686"/>
                  </a:lnTo>
                  <a:lnTo>
                    <a:pt x="6436063" y="1579031"/>
                  </a:lnTo>
                  <a:lnTo>
                    <a:pt x="6476288" y="1622902"/>
                  </a:lnTo>
                  <a:lnTo>
                    <a:pt x="6515891" y="1662397"/>
                  </a:lnTo>
                  <a:lnTo>
                    <a:pt x="6563422" y="1704785"/>
                  </a:lnTo>
                  <a:lnTo>
                    <a:pt x="6612621" y="1742809"/>
                  </a:lnTo>
                  <a:lnTo>
                    <a:pt x="6664297" y="1776707"/>
                  </a:lnTo>
                  <a:lnTo>
                    <a:pt x="6719348" y="1806872"/>
                  </a:lnTo>
                  <a:lnTo>
                    <a:pt x="6778688" y="1833742"/>
                  </a:lnTo>
                  <a:lnTo>
                    <a:pt x="6843157" y="1857733"/>
                  </a:lnTo>
                  <a:lnTo>
                    <a:pt x="6913419" y="1879207"/>
                  </a:lnTo>
                  <a:lnTo>
                    <a:pt x="6989818" y="1898453"/>
                  </a:lnTo>
                  <a:lnTo>
                    <a:pt x="7072187" y="1915673"/>
                  </a:lnTo>
                  <a:lnTo>
                    <a:pt x="7159636" y="1930986"/>
                  </a:lnTo>
                  <a:lnTo>
                    <a:pt x="7250338" y="1944434"/>
                  </a:lnTo>
                  <a:lnTo>
                    <a:pt x="7341425" y="1955998"/>
                  </a:lnTo>
                  <a:lnTo>
                    <a:pt x="7429077" y="1965631"/>
                  </a:lnTo>
                  <a:lnTo>
                    <a:pt x="7508923" y="1973305"/>
                  </a:lnTo>
                  <a:lnTo>
                    <a:pt x="7576757" y="1979057"/>
                  </a:lnTo>
                  <a:lnTo>
                    <a:pt x="7629431" y="1983026"/>
                  </a:lnTo>
                  <a:lnTo>
                    <a:pt x="7665645" y="1985467"/>
                  </a:lnTo>
                  <a:lnTo>
                    <a:pt x="7686374" y="1986722"/>
                  </a:lnTo>
                  <a:lnTo>
                    <a:pt x="7694847" y="1987185"/>
                  </a:lnTo>
                  <a:lnTo>
                    <a:pt x="7696237" y="1987254"/>
                  </a:lnTo>
                  <a:lnTo>
                    <a:pt x="8234974" y="1987254"/>
                  </a:lnTo>
                  <a:lnTo>
                    <a:pt x="8234974" y="1970921"/>
                  </a:lnTo>
                  <a:lnTo>
                    <a:pt x="7696237" y="1970921"/>
                  </a:lnTo>
                  <a:lnTo>
                    <a:pt x="7695003" y="1970859"/>
                  </a:lnTo>
                  <a:lnTo>
                    <a:pt x="7686937" y="1970420"/>
                  </a:lnTo>
                  <a:lnTo>
                    <a:pt x="7666791" y="1969206"/>
                  </a:lnTo>
                  <a:lnTo>
                    <a:pt x="7631252" y="1966822"/>
                  </a:lnTo>
                  <a:lnTo>
                    <a:pt x="7579246" y="1962921"/>
                  </a:lnTo>
                  <a:lnTo>
                    <a:pt x="7511985" y="1957246"/>
                  </a:lnTo>
                  <a:lnTo>
                    <a:pt x="7432556" y="1949653"/>
                  </a:lnTo>
                  <a:lnTo>
                    <a:pt x="7345138" y="1940100"/>
                  </a:lnTo>
                  <a:lnTo>
                    <a:pt x="7254111" y="1928615"/>
                  </a:lnTo>
                  <a:lnTo>
                    <a:pt x="7163329" y="1915244"/>
                  </a:lnTo>
                  <a:lnTo>
                    <a:pt x="7075703" y="1900008"/>
                  </a:lnTo>
                  <a:lnTo>
                    <a:pt x="6993101" y="1882868"/>
                  </a:lnTo>
                  <a:lnTo>
                    <a:pt x="6916448" y="1863710"/>
                  </a:lnTo>
                  <a:lnTo>
                    <a:pt x="6845937" y="1842333"/>
                  </a:lnTo>
                  <a:lnTo>
                    <a:pt x="6781240" y="1818452"/>
                  </a:lnTo>
                  <a:lnTo>
                    <a:pt x="6721705" y="1791709"/>
                  </a:lnTo>
                  <a:lnTo>
                    <a:pt x="6666495" y="1761689"/>
                  </a:lnTo>
                  <a:lnTo>
                    <a:pt x="6614698" y="1727953"/>
                  </a:lnTo>
                  <a:lnTo>
                    <a:pt x="6565413" y="1690105"/>
                  </a:lnTo>
                  <a:lnTo>
                    <a:pt x="6517827" y="1647899"/>
                  </a:lnTo>
                  <a:lnTo>
                    <a:pt x="6515891" y="1646064"/>
                  </a:lnTo>
                  <a:lnTo>
                    <a:pt x="6475279" y="1605514"/>
                  </a:lnTo>
                  <a:lnTo>
                    <a:pt x="6435061" y="1561556"/>
                  </a:lnTo>
                  <a:lnTo>
                    <a:pt x="6394931" y="1514125"/>
                  </a:lnTo>
                  <a:lnTo>
                    <a:pt x="6354661" y="1463229"/>
                  </a:lnTo>
                  <a:lnTo>
                    <a:pt x="6314093" y="1408963"/>
                  </a:lnTo>
                  <a:lnTo>
                    <a:pt x="6273128" y="1351513"/>
                  </a:lnTo>
                  <a:lnTo>
                    <a:pt x="6231721" y="1291157"/>
                  </a:lnTo>
                  <a:lnTo>
                    <a:pt x="6189880" y="1228270"/>
                  </a:lnTo>
                  <a:lnTo>
                    <a:pt x="6147653" y="1163312"/>
                  </a:lnTo>
                  <a:lnTo>
                    <a:pt x="6105124" y="1096817"/>
                  </a:lnTo>
                  <a:lnTo>
                    <a:pt x="6062404" y="1029379"/>
                  </a:lnTo>
                  <a:lnTo>
                    <a:pt x="6019620" y="961628"/>
                  </a:lnTo>
                  <a:lnTo>
                    <a:pt x="5976903" y="894206"/>
                  </a:lnTo>
                  <a:lnTo>
                    <a:pt x="5934380" y="827743"/>
                  </a:lnTo>
                  <a:lnTo>
                    <a:pt x="5892162" y="762829"/>
                  </a:lnTo>
                  <a:lnTo>
                    <a:pt x="5850331" y="700000"/>
                  </a:lnTo>
                  <a:lnTo>
                    <a:pt x="5808936" y="639713"/>
                  </a:lnTo>
                  <a:lnTo>
                    <a:pt x="5767981" y="582339"/>
                  </a:lnTo>
                  <a:lnTo>
                    <a:pt x="5727422" y="528156"/>
                  </a:lnTo>
                  <a:lnTo>
                    <a:pt x="5687158" y="477346"/>
                  </a:lnTo>
                  <a:lnTo>
                    <a:pt x="5647029" y="430001"/>
                  </a:lnTo>
                  <a:lnTo>
                    <a:pt x="5606805" y="386130"/>
                  </a:lnTo>
                  <a:lnTo>
                    <a:pt x="5567201" y="346635"/>
                  </a:lnTo>
                  <a:lnTo>
                    <a:pt x="5519671" y="304247"/>
                  </a:lnTo>
                  <a:lnTo>
                    <a:pt x="5470471" y="266223"/>
                  </a:lnTo>
                  <a:lnTo>
                    <a:pt x="5418796" y="232325"/>
                  </a:lnTo>
                  <a:lnTo>
                    <a:pt x="5363744" y="202160"/>
                  </a:lnTo>
                  <a:lnTo>
                    <a:pt x="5304405" y="175290"/>
                  </a:lnTo>
                  <a:lnTo>
                    <a:pt x="5239936" y="151299"/>
                  </a:lnTo>
                  <a:lnTo>
                    <a:pt x="5169673" y="129825"/>
                  </a:lnTo>
                  <a:lnTo>
                    <a:pt x="5093275" y="110580"/>
                  </a:lnTo>
                  <a:lnTo>
                    <a:pt x="5010905" y="93360"/>
                  </a:lnTo>
                  <a:lnTo>
                    <a:pt x="4923457" y="78046"/>
                  </a:lnTo>
                  <a:lnTo>
                    <a:pt x="4832754" y="64598"/>
                  </a:lnTo>
                  <a:lnTo>
                    <a:pt x="4741667" y="53034"/>
                  </a:lnTo>
                  <a:lnTo>
                    <a:pt x="4654015" y="43401"/>
                  </a:lnTo>
                  <a:lnTo>
                    <a:pt x="4574170" y="35727"/>
                  </a:lnTo>
                  <a:lnTo>
                    <a:pt x="4506335" y="29975"/>
                  </a:lnTo>
                  <a:lnTo>
                    <a:pt x="4453661" y="26006"/>
                  </a:lnTo>
                  <a:lnTo>
                    <a:pt x="4417447" y="23565"/>
                  </a:lnTo>
                  <a:lnTo>
                    <a:pt x="4396718" y="22310"/>
                  </a:lnTo>
                  <a:lnTo>
                    <a:pt x="4388246" y="21847"/>
                  </a:lnTo>
                  <a:lnTo>
                    <a:pt x="4386855" y="21778"/>
                  </a:lnTo>
                  <a:lnTo>
                    <a:pt x="3848118" y="21778"/>
                  </a:lnTo>
                  <a:lnTo>
                    <a:pt x="3846816" y="21777"/>
                  </a:lnTo>
                  <a:lnTo>
                    <a:pt x="3838317" y="21772"/>
                  </a:lnTo>
                  <a:lnTo>
                    <a:pt x="3817131" y="21757"/>
                  </a:lnTo>
                  <a:lnTo>
                    <a:pt x="3779862" y="21729"/>
                  </a:lnTo>
                  <a:lnTo>
                    <a:pt x="3725535" y="21683"/>
                  </a:lnTo>
                  <a:lnTo>
                    <a:pt x="3655616" y="21617"/>
                  </a:lnTo>
                  <a:lnTo>
                    <a:pt x="3573520" y="21527"/>
                  </a:lnTo>
                  <a:lnTo>
                    <a:pt x="3483731" y="21416"/>
                  </a:lnTo>
                  <a:lnTo>
                    <a:pt x="3390835" y="21282"/>
                  </a:lnTo>
                  <a:lnTo>
                    <a:pt x="3298764" y="21126"/>
                  </a:lnTo>
                  <a:lnTo>
                    <a:pt x="3210400" y="20948"/>
                  </a:lnTo>
                  <a:lnTo>
                    <a:pt x="3127511" y="20748"/>
                  </a:lnTo>
                  <a:lnTo>
                    <a:pt x="3050892" y="20525"/>
                  </a:lnTo>
                  <a:lnTo>
                    <a:pt x="2980600" y="20275"/>
                  </a:lnTo>
                  <a:lnTo>
                    <a:pt x="2916190" y="19995"/>
                  </a:lnTo>
                  <a:lnTo>
                    <a:pt x="2856906" y="19680"/>
                  </a:lnTo>
                  <a:lnTo>
                    <a:pt x="2801833" y="19327"/>
                  </a:lnTo>
                  <a:lnTo>
                    <a:pt x="2750003" y="18928"/>
                  </a:lnTo>
                  <a:lnTo>
                    <a:pt x="2700485" y="18481"/>
                  </a:lnTo>
                  <a:lnTo>
                    <a:pt x="2667772" y="18148"/>
                  </a:lnTo>
                  <a:lnTo>
                    <a:pt x="2614980" y="17551"/>
                  </a:lnTo>
                  <a:lnTo>
                    <a:pt x="2562693" y="16888"/>
                  </a:lnTo>
                  <a:lnTo>
                    <a:pt x="2510315" y="16160"/>
                  </a:lnTo>
                  <a:lnTo>
                    <a:pt x="2457457" y="15368"/>
                  </a:lnTo>
                  <a:lnTo>
                    <a:pt x="2403907" y="14516"/>
                  </a:lnTo>
                  <a:lnTo>
                    <a:pt x="2349610" y="13613"/>
                  </a:lnTo>
                  <a:lnTo>
                    <a:pt x="2294641" y="12669"/>
                  </a:lnTo>
                  <a:lnTo>
                    <a:pt x="2239184" y="11697"/>
                  </a:lnTo>
                  <a:lnTo>
                    <a:pt x="2183490" y="10713"/>
                  </a:lnTo>
                  <a:lnTo>
                    <a:pt x="2127848" y="9731"/>
                  </a:lnTo>
                  <a:lnTo>
                    <a:pt x="2072539" y="8767"/>
                  </a:lnTo>
                  <a:lnTo>
                    <a:pt x="2017794" y="7837"/>
                  </a:lnTo>
                  <a:lnTo>
                    <a:pt x="1963761" y="6951"/>
                  </a:lnTo>
                  <a:lnTo>
                    <a:pt x="1910472" y="6120"/>
                  </a:lnTo>
                  <a:lnTo>
                    <a:pt x="1857818" y="5350"/>
                  </a:lnTo>
                  <a:lnTo>
                    <a:pt x="1805527" y="4645"/>
                  </a:lnTo>
                  <a:lnTo>
                    <a:pt x="1753140" y="4006"/>
                  </a:lnTo>
                  <a:lnTo>
                    <a:pt x="1719082" y="3629"/>
                  </a:lnTo>
                  <a:lnTo>
                    <a:pt x="1670663" y="3147"/>
                  </a:lnTo>
                  <a:lnTo>
                    <a:pt x="1620498" y="2716"/>
                  </a:lnTo>
                  <a:lnTo>
                    <a:pt x="1567731" y="2332"/>
                  </a:lnTo>
                  <a:lnTo>
                    <a:pt x="1511411" y="1992"/>
                  </a:lnTo>
                  <a:lnTo>
                    <a:pt x="1450575" y="1689"/>
                  </a:lnTo>
                  <a:lnTo>
                    <a:pt x="1384346" y="1419"/>
                  </a:lnTo>
                  <a:lnTo>
                    <a:pt x="1312051" y="1178"/>
                  </a:lnTo>
                  <a:lnTo>
                    <a:pt x="1233381" y="962"/>
                  </a:lnTo>
                  <a:lnTo>
                    <a:pt x="1148604" y="769"/>
                  </a:lnTo>
                  <a:lnTo>
                    <a:pt x="1058805" y="599"/>
                  </a:lnTo>
                  <a:lnTo>
                    <a:pt x="966100" y="450"/>
                  </a:lnTo>
                  <a:lnTo>
                    <a:pt x="873730" y="323"/>
                  </a:lnTo>
                  <a:lnTo>
                    <a:pt x="785899" y="219"/>
                  </a:lnTo>
                  <a:lnTo>
                    <a:pt x="707257" y="137"/>
                  </a:lnTo>
                  <a:lnTo>
                    <a:pt x="642053" y="77"/>
                  </a:lnTo>
                  <a:lnTo>
                    <a:pt x="593158" y="37"/>
                  </a:lnTo>
                  <a:lnTo>
                    <a:pt x="561282" y="14"/>
                  </a:lnTo>
                  <a:lnTo>
                    <a:pt x="544650" y="3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93" name="pl693"/>
            <p:cNvSpPr/>
            <p:nvPr/>
          </p:nvSpPr>
          <p:spPr>
            <a:xfrm>
              <a:off x="546595" y="494564"/>
              <a:ext cx="8234974" cy="1970921"/>
            </a:xfrm>
            <a:custGeom>
              <a:avLst/>
              <a:pathLst>
                <a:path w="8234974" h="1970921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5"/>
                  </a:lnTo>
                  <a:lnTo>
                    <a:pt x="569724" y="20"/>
                  </a:lnTo>
                  <a:lnTo>
                    <a:pt x="606993" y="48"/>
                  </a:lnTo>
                  <a:lnTo>
                    <a:pt x="661320" y="94"/>
                  </a:lnTo>
                  <a:lnTo>
                    <a:pt x="731239" y="161"/>
                  </a:lnTo>
                  <a:lnTo>
                    <a:pt x="813334" y="250"/>
                  </a:lnTo>
                  <a:lnTo>
                    <a:pt x="903123" y="361"/>
                  </a:lnTo>
                  <a:lnTo>
                    <a:pt x="996019" y="496"/>
                  </a:lnTo>
                  <a:lnTo>
                    <a:pt x="1088091" y="651"/>
                  </a:lnTo>
                  <a:lnTo>
                    <a:pt x="1176455" y="829"/>
                  </a:lnTo>
                  <a:lnTo>
                    <a:pt x="1259344" y="1029"/>
                  </a:lnTo>
                  <a:lnTo>
                    <a:pt x="1335963" y="1252"/>
                  </a:lnTo>
                  <a:lnTo>
                    <a:pt x="1406254" y="1502"/>
                  </a:lnTo>
                  <a:lnTo>
                    <a:pt x="1470665" y="1782"/>
                  </a:lnTo>
                  <a:lnTo>
                    <a:pt x="1529949" y="2097"/>
                  </a:lnTo>
                  <a:lnTo>
                    <a:pt x="1585021" y="2451"/>
                  </a:lnTo>
                  <a:lnTo>
                    <a:pt x="1636851" y="2849"/>
                  </a:lnTo>
                  <a:lnTo>
                    <a:pt x="1686370" y="3297"/>
                  </a:lnTo>
                  <a:lnTo>
                    <a:pt x="1719082" y="3629"/>
                  </a:lnTo>
                  <a:lnTo>
                    <a:pt x="1771874" y="4227"/>
                  </a:lnTo>
                  <a:lnTo>
                    <a:pt x="1824161" y="4889"/>
                  </a:lnTo>
                  <a:lnTo>
                    <a:pt x="1876540" y="5617"/>
                  </a:lnTo>
                  <a:lnTo>
                    <a:pt x="1929398" y="6410"/>
                  </a:lnTo>
                  <a:lnTo>
                    <a:pt x="1982948" y="7261"/>
                  </a:lnTo>
                  <a:lnTo>
                    <a:pt x="2037245" y="8164"/>
                  </a:lnTo>
                  <a:lnTo>
                    <a:pt x="2092213" y="9108"/>
                  </a:lnTo>
                  <a:lnTo>
                    <a:pt x="2147671" y="10080"/>
                  </a:lnTo>
                  <a:lnTo>
                    <a:pt x="2203365" y="11064"/>
                  </a:lnTo>
                  <a:lnTo>
                    <a:pt x="2259006" y="12046"/>
                  </a:lnTo>
                  <a:lnTo>
                    <a:pt x="2314316" y="13010"/>
                  </a:lnTo>
                  <a:lnTo>
                    <a:pt x="2369061" y="13940"/>
                  </a:lnTo>
                  <a:lnTo>
                    <a:pt x="2423094" y="14826"/>
                  </a:lnTo>
                  <a:lnTo>
                    <a:pt x="2476383" y="15657"/>
                  </a:lnTo>
                  <a:lnTo>
                    <a:pt x="2529037" y="16427"/>
                  </a:lnTo>
                  <a:lnTo>
                    <a:pt x="2581328" y="17132"/>
                  </a:lnTo>
                  <a:lnTo>
                    <a:pt x="2633715" y="17771"/>
                  </a:lnTo>
                  <a:lnTo>
                    <a:pt x="2667772" y="18148"/>
                  </a:lnTo>
                  <a:lnTo>
                    <a:pt x="2716192" y="18630"/>
                  </a:lnTo>
                  <a:lnTo>
                    <a:pt x="2766357" y="19061"/>
                  </a:lnTo>
                  <a:lnTo>
                    <a:pt x="2819123" y="19445"/>
                  </a:lnTo>
                  <a:lnTo>
                    <a:pt x="2875444" y="19786"/>
                  </a:lnTo>
                  <a:lnTo>
                    <a:pt x="2936280" y="20088"/>
                  </a:lnTo>
                  <a:lnTo>
                    <a:pt x="3002509" y="20358"/>
                  </a:lnTo>
                  <a:lnTo>
                    <a:pt x="3074804" y="20599"/>
                  </a:lnTo>
                  <a:lnTo>
                    <a:pt x="3153473" y="20815"/>
                  </a:lnTo>
                  <a:lnTo>
                    <a:pt x="3238250" y="21008"/>
                  </a:lnTo>
                  <a:lnTo>
                    <a:pt x="3328050" y="21178"/>
                  </a:lnTo>
                  <a:lnTo>
                    <a:pt x="3420755" y="21327"/>
                  </a:lnTo>
                  <a:lnTo>
                    <a:pt x="3513124" y="21454"/>
                  </a:lnTo>
                  <a:lnTo>
                    <a:pt x="3600955" y="21559"/>
                  </a:lnTo>
                  <a:lnTo>
                    <a:pt x="3679597" y="21640"/>
                  </a:lnTo>
                  <a:lnTo>
                    <a:pt x="3744802" y="21700"/>
                  </a:lnTo>
                  <a:lnTo>
                    <a:pt x="3793697" y="21740"/>
                  </a:lnTo>
                  <a:lnTo>
                    <a:pt x="3825573" y="21763"/>
                  </a:lnTo>
                  <a:lnTo>
                    <a:pt x="3842205" y="21774"/>
                  </a:lnTo>
                  <a:lnTo>
                    <a:pt x="3847703" y="21777"/>
                  </a:lnTo>
                  <a:lnTo>
                    <a:pt x="3848118" y="21778"/>
                  </a:lnTo>
                  <a:lnTo>
                    <a:pt x="4386855" y="21778"/>
                  </a:lnTo>
                  <a:lnTo>
                    <a:pt x="4388090" y="21839"/>
                  </a:lnTo>
                  <a:lnTo>
                    <a:pt x="4396156" y="22278"/>
                  </a:lnTo>
                  <a:lnTo>
                    <a:pt x="4416301" y="23493"/>
                  </a:lnTo>
                  <a:lnTo>
                    <a:pt x="4451840" y="25877"/>
                  </a:lnTo>
                  <a:lnTo>
                    <a:pt x="4503847" y="29778"/>
                  </a:lnTo>
                  <a:lnTo>
                    <a:pt x="4571108" y="35453"/>
                  </a:lnTo>
                  <a:lnTo>
                    <a:pt x="4650537" y="43046"/>
                  </a:lnTo>
                  <a:lnTo>
                    <a:pt x="4737955" y="52598"/>
                  </a:lnTo>
                  <a:lnTo>
                    <a:pt x="4828981" y="64083"/>
                  </a:lnTo>
                  <a:lnTo>
                    <a:pt x="4919764" y="77454"/>
                  </a:lnTo>
                  <a:lnTo>
                    <a:pt x="5007389" y="92691"/>
                  </a:lnTo>
                  <a:lnTo>
                    <a:pt x="5089992" y="109830"/>
                  </a:lnTo>
                  <a:lnTo>
                    <a:pt x="5166644" y="128989"/>
                  </a:lnTo>
                  <a:lnTo>
                    <a:pt x="5237156" y="150366"/>
                  </a:lnTo>
                  <a:lnTo>
                    <a:pt x="5301852" y="174246"/>
                  </a:lnTo>
                  <a:lnTo>
                    <a:pt x="5361388" y="200989"/>
                  </a:lnTo>
                  <a:lnTo>
                    <a:pt x="5416598" y="231010"/>
                  </a:lnTo>
                  <a:lnTo>
                    <a:pt x="5468394" y="264746"/>
                  </a:lnTo>
                  <a:lnTo>
                    <a:pt x="5517679" y="302593"/>
                  </a:lnTo>
                  <a:lnTo>
                    <a:pt x="5565265" y="344800"/>
                  </a:lnTo>
                  <a:lnTo>
                    <a:pt x="5567201" y="346635"/>
                  </a:lnTo>
                  <a:lnTo>
                    <a:pt x="5607813" y="387184"/>
                  </a:lnTo>
                  <a:lnTo>
                    <a:pt x="5648032" y="431142"/>
                  </a:lnTo>
                  <a:lnTo>
                    <a:pt x="5688162" y="478574"/>
                  </a:lnTo>
                  <a:lnTo>
                    <a:pt x="5728431" y="529469"/>
                  </a:lnTo>
                  <a:lnTo>
                    <a:pt x="5768999" y="583735"/>
                  </a:lnTo>
                  <a:lnTo>
                    <a:pt x="5809965" y="641186"/>
                  </a:lnTo>
                  <a:lnTo>
                    <a:pt x="5851371" y="701541"/>
                  </a:lnTo>
                  <a:lnTo>
                    <a:pt x="5893212" y="764428"/>
                  </a:lnTo>
                  <a:lnTo>
                    <a:pt x="5935440" y="829387"/>
                  </a:lnTo>
                  <a:lnTo>
                    <a:pt x="5977968" y="895882"/>
                  </a:lnTo>
                  <a:lnTo>
                    <a:pt x="6020688" y="963320"/>
                  </a:lnTo>
                  <a:lnTo>
                    <a:pt x="6063473" y="1031071"/>
                  </a:lnTo>
                  <a:lnTo>
                    <a:pt x="6106190" y="1098492"/>
                  </a:lnTo>
                  <a:lnTo>
                    <a:pt x="6148712" y="1164956"/>
                  </a:lnTo>
                  <a:lnTo>
                    <a:pt x="6190931" y="1229869"/>
                  </a:lnTo>
                  <a:lnTo>
                    <a:pt x="6232761" y="1292698"/>
                  </a:lnTo>
                  <a:lnTo>
                    <a:pt x="6274157" y="1352985"/>
                  </a:lnTo>
                  <a:lnTo>
                    <a:pt x="6315112" y="1410359"/>
                  </a:lnTo>
                  <a:lnTo>
                    <a:pt x="6355671" y="1464543"/>
                  </a:lnTo>
                  <a:lnTo>
                    <a:pt x="6395934" y="1515352"/>
                  </a:lnTo>
                  <a:lnTo>
                    <a:pt x="6436063" y="1562697"/>
                  </a:lnTo>
                  <a:lnTo>
                    <a:pt x="6476288" y="1606569"/>
                  </a:lnTo>
                  <a:lnTo>
                    <a:pt x="6515891" y="1646064"/>
                  </a:lnTo>
                  <a:lnTo>
                    <a:pt x="6563422" y="1688451"/>
                  </a:lnTo>
                  <a:lnTo>
                    <a:pt x="6612621" y="1726475"/>
                  </a:lnTo>
                  <a:lnTo>
                    <a:pt x="6664297" y="1760374"/>
                  </a:lnTo>
                  <a:lnTo>
                    <a:pt x="6719348" y="1790539"/>
                  </a:lnTo>
                  <a:lnTo>
                    <a:pt x="6778688" y="1817408"/>
                  </a:lnTo>
                  <a:lnTo>
                    <a:pt x="6843157" y="1841399"/>
                  </a:lnTo>
                  <a:lnTo>
                    <a:pt x="6913419" y="1862874"/>
                  </a:lnTo>
                  <a:lnTo>
                    <a:pt x="6989818" y="1882119"/>
                  </a:lnTo>
                  <a:lnTo>
                    <a:pt x="7072187" y="1899339"/>
                  </a:lnTo>
                  <a:lnTo>
                    <a:pt x="7159636" y="1914653"/>
                  </a:lnTo>
                  <a:lnTo>
                    <a:pt x="7250338" y="1928101"/>
                  </a:lnTo>
                  <a:lnTo>
                    <a:pt x="7341425" y="1939664"/>
                  </a:lnTo>
                  <a:lnTo>
                    <a:pt x="7429077" y="1949297"/>
                  </a:lnTo>
                  <a:lnTo>
                    <a:pt x="7508923" y="1956971"/>
                  </a:lnTo>
                  <a:lnTo>
                    <a:pt x="7576757" y="1962723"/>
                  </a:lnTo>
                  <a:lnTo>
                    <a:pt x="7629431" y="1966693"/>
                  </a:lnTo>
                  <a:lnTo>
                    <a:pt x="7665645" y="1969133"/>
                  </a:lnTo>
                  <a:lnTo>
                    <a:pt x="7686374" y="1970388"/>
                  </a:lnTo>
                  <a:lnTo>
                    <a:pt x="7694847" y="1970851"/>
                  </a:lnTo>
                  <a:lnTo>
                    <a:pt x="7696237" y="1970921"/>
                  </a:lnTo>
                  <a:lnTo>
                    <a:pt x="7696237" y="1970921"/>
                  </a:lnTo>
                  <a:lnTo>
                    <a:pt x="8234974" y="1970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4" name="pl694"/>
            <p:cNvSpPr/>
            <p:nvPr/>
          </p:nvSpPr>
          <p:spPr>
            <a:xfrm>
              <a:off x="546595" y="478230"/>
              <a:ext cx="8234974" cy="1970921"/>
            </a:xfrm>
            <a:custGeom>
              <a:avLst/>
              <a:pathLst>
                <a:path w="8234974" h="1970921">
                  <a:moveTo>
                    <a:pt x="8234974" y="1970921"/>
                  </a:moveTo>
                  <a:lnTo>
                    <a:pt x="7696237" y="1970921"/>
                  </a:lnTo>
                  <a:lnTo>
                    <a:pt x="7695003" y="1970859"/>
                  </a:lnTo>
                  <a:lnTo>
                    <a:pt x="7686937" y="1970420"/>
                  </a:lnTo>
                  <a:lnTo>
                    <a:pt x="7666791" y="1969206"/>
                  </a:lnTo>
                  <a:lnTo>
                    <a:pt x="7631252" y="1966822"/>
                  </a:lnTo>
                  <a:lnTo>
                    <a:pt x="7579246" y="1962921"/>
                  </a:lnTo>
                  <a:lnTo>
                    <a:pt x="7511985" y="1957246"/>
                  </a:lnTo>
                  <a:lnTo>
                    <a:pt x="7432556" y="1949653"/>
                  </a:lnTo>
                  <a:lnTo>
                    <a:pt x="7345138" y="1940100"/>
                  </a:lnTo>
                  <a:lnTo>
                    <a:pt x="7254111" y="1928615"/>
                  </a:lnTo>
                  <a:lnTo>
                    <a:pt x="7163329" y="1915244"/>
                  </a:lnTo>
                  <a:lnTo>
                    <a:pt x="7075703" y="1900008"/>
                  </a:lnTo>
                  <a:lnTo>
                    <a:pt x="6993101" y="1882868"/>
                  </a:lnTo>
                  <a:lnTo>
                    <a:pt x="6916448" y="1863710"/>
                  </a:lnTo>
                  <a:lnTo>
                    <a:pt x="6845937" y="1842333"/>
                  </a:lnTo>
                  <a:lnTo>
                    <a:pt x="6781240" y="1818452"/>
                  </a:lnTo>
                  <a:lnTo>
                    <a:pt x="6721705" y="1791709"/>
                  </a:lnTo>
                  <a:lnTo>
                    <a:pt x="6666495" y="1761689"/>
                  </a:lnTo>
                  <a:lnTo>
                    <a:pt x="6614698" y="1727953"/>
                  </a:lnTo>
                  <a:lnTo>
                    <a:pt x="6565413" y="1690105"/>
                  </a:lnTo>
                  <a:lnTo>
                    <a:pt x="6517827" y="1647899"/>
                  </a:lnTo>
                  <a:lnTo>
                    <a:pt x="6515891" y="1646064"/>
                  </a:lnTo>
                  <a:lnTo>
                    <a:pt x="6475279" y="1605514"/>
                  </a:lnTo>
                  <a:lnTo>
                    <a:pt x="6435061" y="1561556"/>
                  </a:lnTo>
                  <a:lnTo>
                    <a:pt x="6394931" y="1514125"/>
                  </a:lnTo>
                  <a:lnTo>
                    <a:pt x="6354661" y="1463229"/>
                  </a:lnTo>
                  <a:lnTo>
                    <a:pt x="6314093" y="1408963"/>
                  </a:lnTo>
                  <a:lnTo>
                    <a:pt x="6273128" y="1351513"/>
                  </a:lnTo>
                  <a:lnTo>
                    <a:pt x="6231721" y="1291157"/>
                  </a:lnTo>
                  <a:lnTo>
                    <a:pt x="6189880" y="1228270"/>
                  </a:lnTo>
                  <a:lnTo>
                    <a:pt x="6147653" y="1163312"/>
                  </a:lnTo>
                  <a:lnTo>
                    <a:pt x="6105124" y="1096817"/>
                  </a:lnTo>
                  <a:lnTo>
                    <a:pt x="6062404" y="1029379"/>
                  </a:lnTo>
                  <a:lnTo>
                    <a:pt x="6019620" y="961628"/>
                  </a:lnTo>
                  <a:lnTo>
                    <a:pt x="5976903" y="894206"/>
                  </a:lnTo>
                  <a:lnTo>
                    <a:pt x="5934380" y="827743"/>
                  </a:lnTo>
                  <a:lnTo>
                    <a:pt x="5892162" y="762829"/>
                  </a:lnTo>
                  <a:lnTo>
                    <a:pt x="5850331" y="700000"/>
                  </a:lnTo>
                  <a:lnTo>
                    <a:pt x="5808936" y="639713"/>
                  </a:lnTo>
                  <a:lnTo>
                    <a:pt x="5767981" y="582339"/>
                  </a:lnTo>
                  <a:lnTo>
                    <a:pt x="5727422" y="528156"/>
                  </a:lnTo>
                  <a:lnTo>
                    <a:pt x="5687158" y="477346"/>
                  </a:lnTo>
                  <a:lnTo>
                    <a:pt x="5647029" y="430001"/>
                  </a:lnTo>
                  <a:lnTo>
                    <a:pt x="5606805" y="386130"/>
                  </a:lnTo>
                  <a:lnTo>
                    <a:pt x="5567201" y="346635"/>
                  </a:lnTo>
                  <a:lnTo>
                    <a:pt x="5519671" y="304247"/>
                  </a:lnTo>
                  <a:lnTo>
                    <a:pt x="5470471" y="266223"/>
                  </a:lnTo>
                  <a:lnTo>
                    <a:pt x="5418796" y="232325"/>
                  </a:lnTo>
                  <a:lnTo>
                    <a:pt x="5363744" y="202160"/>
                  </a:lnTo>
                  <a:lnTo>
                    <a:pt x="5304405" y="175290"/>
                  </a:lnTo>
                  <a:lnTo>
                    <a:pt x="5239936" y="151299"/>
                  </a:lnTo>
                  <a:lnTo>
                    <a:pt x="5169673" y="129825"/>
                  </a:lnTo>
                  <a:lnTo>
                    <a:pt x="5093275" y="110580"/>
                  </a:lnTo>
                  <a:lnTo>
                    <a:pt x="5010905" y="93360"/>
                  </a:lnTo>
                  <a:lnTo>
                    <a:pt x="4923457" y="78046"/>
                  </a:lnTo>
                  <a:lnTo>
                    <a:pt x="4832754" y="64598"/>
                  </a:lnTo>
                  <a:lnTo>
                    <a:pt x="4741667" y="53034"/>
                  </a:lnTo>
                  <a:lnTo>
                    <a:pt x="4654015" y="43401"/>
                  </a:lnTo>
                  <a:lnTo>
                    <a:pt x="4574170" y="35727"/>
                  </a:lnTo>
                  <a:lnTo>
                    <a:pt x="4506335" y="29975"/>
                  </a:lnTo>
                  <a:lnTo>
                    <a:pt x="4453661" y="26006"/>
                  </a:lnTo>
                  <a:lnTo>
                    <a:pt x="4417447" y="23565"/>
                  </a:lnTo>
                  <a:lnTo>
                    <a:pt x="4396718" y="22310"/>
                  </a:lnTo>
                  <a:lnTo>
                    <a:pt x="4388246" y="21847"/>
                  </a:lnTo>
                  <a:lnTo>
                    <a:pt x="4386855" y="21778"/>
                  </a:lnTo>
                  <a:lnTo>
                    <a:pt x="4386855" y="21778"/>
                  </a:lnTo>
                  <a:lnTo>
                    <a:pt x="3848118" y="21778"/>
                  </a:lnTo>
                  <a:lnTo>
                    <a:pt x="3846816" y="21777"/>
                  </a:lnTo>
                  <a:lnTo>
                    <a:pt x="3838317" y="21772"/>
                  </a:lnTo>
                  <a:lnTo>
                    <a:pt x="3817131" y="21757"/>
                  </a:lnTo>
                  <a:lnTo>
                    <a:pt x="3779862" y="21729"/>
                  </a:lnTo>
                  <a:lnTo>
                    <a:pt x="3725535" y="21683"/>
                  </a:lnTo>
                  <a:lnTo>
                    <a:pt x="3655616" y="21617"/>
                  </a:lnTo>
                  <a:lnTo>
                    <a:pt x="3573520" y="21527"/>
                  </a:lnTo>
                  <a:lnTo>
                    <a:pt x="3483731" y="21416"/>
                  </a:lnTo>
                  <a:lnTo>
                    <a:pt x="3390835" y="21282"/>
                  </a:lnTo>
                  <a:lnTo>
                    <a:pt x="3298764" y="21126"/>
                  </a:lnTo>
                  <a:lnTo>
                    <a:pt x="3210400" y="20948"/>
                  </a:lnTo>
                  <a:lnTo>
                    <a:pt x="3127511" y="20748"/>
                  </a:lnTo>
                  <a:lnTo>
                    <a:pt x="3050892" y="20525"/>
                  </a:lnTo>
                  <a:lnTo>
                    <a:pt x="2980600" y="20275"/>
                  </a:lnTo>
                  <a:lnTo>
                    <a:pt x="2916190" y="19995"/>
                  </a:lnTo>
                  <a:lnTo>
                    <a:pt x="2856906" y="19680"/>
                  </a:lnTo>
                  <a:lnTo>
                    <a:pt x="2801833" y="19327"/>
                  </a:lnTo>
                  <a:lnTo>
                    <a:pt x="2750003" y="18928"/>
                  </a:lnTo>
                  <a:lnTo>
                    <a:pt x="2700485" y="18481"/>
                  </a:lnTo>
                  <a:lnTo>
                    <a:pt x="2667772" y="18148"/>
                  </a:lnTo>
                  <a:lnTo>
                    <a:pt x="2614980" y="17551"/>
                  </a:lnTo>
                  <a:lnTo>
                    <a:pt x="2562693" y="16888"/>
                  </a:lnTo>
                  <a:lnTo>
                    <a:pt x="2510315" y="16160"/>
                  </a:lnTo>
                  <a:lnTo>
                    <a:pt x="2457457" y="15368"/>
                  </a:lnTo>
                  <a:lnTo>
                    <a:pt x="2403907" y="14516"/>
                  </a:lnTo>
                  <a:lnTo>
                    <a:pt x="2349610" y="13613"/>
                  </a:lnTo>
                  <a:lnTo>
                    <a:pt x="2294641" y="12669"/>
                  </a:lnTo>
                  <a:lnTo>
                    <a:pt x="2239184" y="11697"/>
                  </a:lnTo>
                  <a:lnTo>
                    <a:pt x="2183490" y="10713"/>
                  </a:lnTo>
                  <a:lnTo>
                    <a:pt x="2127848" y="9731"/>
                  </a:lnTo>
                  <a:lnTo>
                    <a:pt x="2072539" y="8767"/>
                  </a:lnTo>
                  <a:lnTo>
                    <a:pt x="2017794" y="7837"/>
                  </a:lnTo>
                  <a:lnTo>
                    <a:pt x="1963761" y="6951"/>
                  </a:lnTo>
                  <a:lnTo>
                    <a:pt x="1910472" y="6120"/>
                  </a:lnTo>
                  <a:lnTo>
                    <a:pt x="1857818" y="5350"/>
                  </a:lnTo>
                  <a:lnTo>
                    <a:pt x="1805527" y="4645"/>
                  </a:lnTo>
                  <a:lnTo>
                    <a:pt x="1753140" y="4006"/>
                  </a:lnTo>
                  <a:lnTo>
                    <a:pt x="1719082" y="3629"/>
                  </a:lnTo>
                  <a:lnTo>
                    <a:pt x="1670663" y="3147"/>
                  </a:lnTo>
                  <a:lnTo>
                    <a:pt x="1620498" y="2716"/>
                  </a:lnTo>
                  <a:lnTo>
                    <a:pt x="1567731" y="2332"/>
                  </a:lnTo>
                  <a:lnTo>
                    <a:pt x="1511411" y="1992"/>
                  </a:lnTo>
                  <a:lnTo>
                    <a:pt x="1450575" y="1689"/>
                  </a:lnTo>
                  <a:lnTo>
                    <a:pt x="1384346" y="1419"/>
                  </a:lnTo>
                  <a:lnTo>
                    <a:pt x="1312051" y="1178"/>
                  </a:lnTo>
                  <a:lnTo>
                    <a:pt x="1233381" y="962"/>
                  </a:lnTo>
                  <a:lnTo>
                    <a:pt x="1148604" y="769"/>
                  </a:lnTo>
                  <a:lnTo>
                    <a:pt x="1058805" y="599"/>
                  </a:lnTo>
                  <a:lnTo>
                    <a:pt x="966100" y="450"/>
                  </a:lnTo>
                  <a:lnTo>
                    <a:pt x="873730" y="323"/>
                  </a:lnTo>
                  <a:lnTo>
                    <a:pt x="785899" y="219"/>
                  </a:lnTo>
                  <a:lnTo>
                    <a:pt x="707257" y="137"/>
                  </a:lnTo>
                  <a:lnTo>
                    <a:pt x="642053" y="77"/>
                  </a:lnTo>
                  <a:lnTo>
                    <a:pt x="593158" y="37"/>
                  </a:lnTo>
                  <a:lnTo>
                    <a:pt x="561282" y="14"/>
                  </a:lnTo>
                  <a:lnTo>
                    <a:pt x="544650" y="3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5" name="pg695"/>
            <p:cNvSpPr/>
            <p:nvPr/>
          </p:nvSpPr>
          <p:spPr>
            <a:xfrm>
              <a:off x="546595" y="494564"/>
              <a:ext cx="8234974" cy="2156035"/>
            </a:xfrm>
            <a:custGeom>
              <a:avLst/>
              <a:pathLst>
                <a:path w="8234974" h="2156035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4"/>
                  </a:lnTo>
                  <a:lnTo>
                    <a:pt x="548538" y="16342"/>
                  </a:lnTo>
                  <a:lnTo>
                    <a:pt x="569724" y="16363"/>
                  </a:lnTo>
                  <a:lnTo>
                    <a:pt x="606993" y="16406"/>
                  </a:lnTo>
                  <a:lnTo>
                    <a:pt x="661319" y="16475"/>
                  </a:lnTo>
                  <a:lnTo>
                    <a:pt x="731237" y="16575"/>
                  </a:lnTo>
                  <a:lnTo>
                    <a:pt x="813333" y="16708"/>
                  </a:lnTo>
                  <a:lnTo>
                    <a:pt x="903121" y="16876"/>
                  </a:lnTo>
                  <a:lnTo>
                    <a:pt x="996017" y="17077"/>
                  </a:lnTo>
                  <a:lnTo>
                    <a:pt x="1088088" y="17311"/>
                  </a:lnTo>
                  <a:lnTo>
                    <a:pt x="1176452" y="17577"/>
                  </a:lnTo>
                  <a:lnTo>
                    <a:pt x="1259341" y="17877"/>
                  </a:lnTo>
                  <a:lnTo>
                    <a:pt x="1335960" y="18212"/>
                  </a:lnTo>
                  <a:lnTo>
                    <a:pt x="1406252" y="18587"/>
                  </a:lnTo>
                  <a:lnTo>
                    <a:pt x="1470662" y="19007"/>
                  </a:lnTo>
                  <a:lnTo>
                    <a:pt x="1529946" y="19479"/>
                  </a:lnTo>
                  <a:lnTo>
                    <a:pt x="1585019" y="20010"/>
                  </a:lnTo>
                  <a:lnTo>
                    <a:pt x="1636849" y="20608"/>
                  </a:lnTo>
                  <a:lnTo>
                    <a:pt x="1686367" y="21279"/>
                  </a:lnTo>
                  <a:lnTo>
                    <a:pt x="1719082" y="21778"/>
                  </a:lnTo>
                  <a:lnTo>
                    <a:pt x="1771870" y="22674"/>
                  </a:lnTo>
                  <a:lnTo>
                    <a:pt x="1824154" y="23667"/>
                  </a:lnTo>
                  <a:lnTo>
                    <a:pt x="1876528" y="24760"/>
                  </a:lnTo>
                  <a:lnTo>
                    <a:pt x="1929382" y="25948"/>
                  </a:lnTo>
                  <a:lnTo>
                    <a:pt x="1982928" y="27225"/>
                  </a:lnTo>
                  <a:lnTo>
                    <a:pt x="2037221" y="28579"/>
                  </a:lnTo>
                  <a:lnTo>
                    <a:pt x="2092185" y="29995"/>
                  </a:lnTo>
                  <a:lnTo>
                    <a:pt x="2147639" y="31453"/>
                  </a:lnTo>
                  <a:lnTo>
                    <a:pt x="2203328" y="32930"/>
                  </a:lnTo>
                  <a:lnTo>
                    <a:pt x="2258966" y="34402"/>
                  </a:lnTo>
                  <a:lnTo>
                    <a:pt x="2314271" y="35847"/>
                  </a:lnTo>
                  <a:lnTo>
                    <a:pt x="2369013" y="37243"/>
                  </a:lnTo>
                  <a:lnTo>
                    <a:pt x="2423043" y="38572"/>
                  </a:lnTo>
                  <a:lnTo>
                    <a:pt x="2476328" y="39819"/>
                  </a:lnTo>
                  <a:lnTo>
                    <a:pt x="2528979" y="40973"/>
                  </a:lnTo>
                  <a:lnTo>
                    <a:pt x="2581267" y="42031"/>
                  </a:lnTo>
                  <a:lnTo>
                    <a:pt x="2633650" y="42989"/>
                  </a:lnTo>
                  <a:lnTo>
                    <a:pt x="2667772" y="43556"/>
                  </a:lnTo>
                  <a:lnTo>
                    <a:pt x="2716192" y="44279"/>
                  </a:lnTo>
                  <a:lnTo>
                    <a:pt x="2766357" y="44926"/>
                  </a:lnTo>
                  <a:lnTo>
                    <a:pt x="2819123" y="45501"/>
                  </a:lnTo>
                  <a:lnTo>
                    <a:pt x="2875443" y="46012"/>
                  </a:lnTo>
                  <a:lnTo>
                    <a:pt x="2936279" y="46466"/>
                  </a:lnTo>
                  <a:lnTo>
                    <a:pt x="3002507" y="46871"/>
                  </a:lnTo>
                  <a:lnTo>
                    <a:pt x="3074802" y="47233"/>
                  </a:lnTo>
                  <a:lnTo>
                    <a:pt x="3153471" y="47557"/>
                  </a:lnTo>
                  <a:lnTo>
                    <a:pt x="3238248" y="47845"/>
                  </a:lnTo>
                  <a:lnTo>
                    <a:pt x="3328047" y="48101"/>
                  </a:lnTo>
                  <a:lnTo>
                    <a:pt x="3420752" y="48324"/>
                  </a:lnTo>
                  <a:lnTo>
                    <a:pt x="3513121" y="48515"/>
                  </a:lnTo>
                  <a:lnTo>
                    <a:pt x="3600952" y="48672"/>
                  </a:lnTo>
                  <a:lnTo>
                    <a:pt x="3679594" y="48794"/>
                  </a:lnTo>
                  <a:lnTo>
                    <a:pt x="3744799" y="48884"/>
                  </a:lnTo>
                  <a:lnTo>
                    <a:pt x="3793695" y="48944"/>
                  </a:lnTo>
                  <a:lnTo>
                    <a:pt x="3825571" y="48979"/>
                  </a:lnTo>
                  <a:lnTo>
                    <a:pt x="3842204" y="48995"/>
                  </a:lnTo>
                  <a:lnTo>
                    <a:pt x="3847703" y="49000"/>
                  </a:lnTo>
                  <a:lnTo>
                    <a:pt x="3848118" y="49000"/>
                  </a:lnTo>
                  <a:lnTo>
                    <a:pt x="4386855" y="49000"/>
                  </a:lnTo>
                  <a:lnTo>
                    <a:pt x="4388079" y="49066"/>
                  </a:lnTo>
                  <a:lnTo>
                    <a:pt x="4396077" y="49537"/>
                  </a:lnTo>
                  <a:lnTo>
                    <a:pt x="4416059" y="50838"/>
                  </a:lnTo>
                  <a:lnTo>
                    <a:pt x="4451326" y="53392"/>
                  </a:lnTo>
                  <a:lnTo>
                    <a:pt x="4502964" y="57573"/>
                  </a:lnTo>
                  <a:lnTo>
                    <a:pt x="4569802" y="63657"/>
                  </a:lnTo>
                  <a:lnTo>
                    <a:pt x="4648803" y="71801"/>
                  </a:lnTo>
                  <a:lnTo>
                    <a:pt x="4735836" y="82050"/>
                  </a:lnTo>
                  <a:lnTo>
                    <a:pt x="4826556" y="94377"/>
                  </a:lnTo>
                  <a:lnTo>
                    <a:pt x="4917123" y="108732"/>
                  </a:lnTo>
                  <a:lnTo>
                    <a:pt x="5004621" y="125092"/>
                  </a:lnTo>
                  <a:lnTo>
                    <a:pt x="5087170" y="143495"/>
                  </a:lnTo>
                  <a:lnTo>
                    <a:pt x="5163823" y="164060"/>
                  </a:lnTo>
                  <a:lnTo>
                    <a:pt x="5234366" y="187001"/>
                  </a:lnTo>
                  <a:lnTo>
                    <a:pt x="5299108" y="212617"/>
                  </a:lnTo>
                  <a:lnTo>
                    <a:pt x="5358686" y="241291"/>
                  </a:lnTo>
                  <a:lnTo>
                    <a:pt x="5413922" y="273465"/>
                  </a:lnTo>
                  <a:lnTo>
                    <a:pt x="5465719" y="309608"/>
                  </a:lnTo>
                  <a:lnTo>
                    <a:pt x="5514973" y="350151"/>
                  </a:lnTo>
                  <a:lnTo>
                    <a:pt x="5562496" y="395370"/>
                  </a:lnTo>
                  <a:lnTo>
                    <a:pt x="5567201" y="400173"/>
                  </a:lnTo>
                  <a:lnTo>
                    <a:pt x="5606774" y="442833"/>
                  </a:lnTo>
                  <a:lnTo>
                    <a:pt x="5645966" y="488988"/>
                  </a:lnTo>
                  <a:lnTo>
                    <a:pt x="5685060" y="538705"/>
                  </a:lnTo>
                  <a:lnTo>
                    <a:pt x="5724273" y="591982"/>
                  </a:lnTo>
                  <a:lnTo>
                    <a:pt x="5763757" y="648730"/>
                  </a:lnTo>
                  <a:lnTo>
                    <a:pt x="5803609" y="708777"/>
                  </a:lnTo>
                  <a:lnTo>
                    <a:pt x="5843877" y="771856"/>
                  </a:lnTo>
                  <a:lnTo>
                    <a:pt x="5884561" y="837608"/>
                  </a:lnTo>
                  <a:lnTo>
                    <a:pt x="5925625" y="905590"/>
                  </a:lnTo>
                  <a:lnTo>
                    <a:pt x="5966997" y="975283"/>
                  </a:lnTo>
                  <a:lnTo>
                    <a:pt x="6008578" y="1046104"/>
                  </a:lnTo>
                  <a:lnTo>
                    <a:pt x="6050257" y="1117432"/>
                  </a:lnTo>
                  <a:lnTo>
                    <a:pt x="6091909" y="1188625"/>
                  </a:lnTo>
                  <a:lnTo>
                    <a:pt x="6133416" y="1259048"/>
                  </a:lnTo>
                  <a:lnTo>
                    <a:pt x="6174670" y="1328093"/>
                  </a:lnTo>
                  <a:lnTo>
                    <a:pt x="6215582" y="1395203"/>
                  </a:lnTo>
                  <a:lnTo>
                    <a:pt x="6256095" y="1459887"/>
                  </a:lnTo>
                  <a:lnTo>
                    <a:pt x="6296186" y="1521737"/>
                  </a:lnTo>
                  <a:lnTo>
                    <a:pt x="6335876" y="1580433"/>
                  </a:lnTo>
                  <a:lnTo>
                    <a:pt x="6375232" y="1635747"/>
                  </a:lnTo>
                  <a:lnTo>
                    <a:pt x="6414373" y="1687541"/>
                  </a:lnTo>
                  <a:lnTo>
                    <a:pt x="6453478" y="1735766"/>
                  </a:lnTo>
                  <a:lnTo>
                    <a:pt x="6492790" y="1780449"/>
                  </a:lnTo>
                  <a:lnTo>
                    <a:pt x="6515891" y="1804863"/>
                  </a:lnTo>
                  <a:lnTo>
                    <a:pt x="6563280" y="1850556"/>
                  </a:lnTo>
                  <a:lnTo>
                    <a:pt x="6612325" y="1891559"/>
                  </a:lnTo>
                  <a:lnTo>
                    <a:pt x="6663827" y="1928127"/>
                  </a:lnTo>
                  <a:lnTo>
                    <a:pt x="6718676" y="1960679"/>
                  </a:lnTo>
                  <a:lnTo>
                    <a:pt x="6777778" y="1989683"/>
                  </a:lnTo>
                  <a:lnTo>
                    <a:pt x="6841969" y="2015588"/>
                  </a:lnTo>
                  <a:lnTo>
                    <a:pt x="6911909" y="2038782"/>
                  </a:lnTo>
                  <a:lnTo>
                    <a:pt x="6987947" y="2059575"/>
                  </a:lnTo>
                  <a:lnTo>
                    <a:pt x="7069932" y="2078188"/>
                  </a:lnTo>
                  <a:lnTo>
                    <a:pt x="7157002" y="2094750"/>
                  </a:lnTo>
                  <a:lnTo>
                    <a:pt x="7247375" y="2109307"/>
                  </a:lnTo>
                  <a:lnTo>
                    <a:pt x="7338240" y="2121840"/>
                  </a:lnTo>
                  <a:lnTo>
                    <a:pt x="7425836" y="2132300"/>
                  </a:lnTo>
                  <a:lnTo>
                    <a:pt x="7505841" y="2140655"/>
                  </a:lnTo>
                  <a:lnTo>
                    <a:pt x="7574063" y="2146941"/>
                  </a:lnTo>
                  <a:lnTo>
                    <a:pt x="7627317" y="2151302"/>
                  </a:lnTo>
                  <a:lnTo>
                    <a:pt x="7664218" y="2154004"/>
                  </a:lnTo>
                  <a:lnTo>
                    <a:pt x="7685620" y="2155413"/>
                  </a:lnTo>
                  <a:lnTo>
                    <a:pt x="7694616" y="2155947"/>
                  </a:lnTo>
                  <a:lnTo>
                    <a:pt x="7696237" y="2156035"/>
                  </a:lnTo>
                  <a:lnTo>
                    <a:pt x="8234974" y="2156035"/>
                  </a:lnTo>
                  <a:lnTo>
                    <a:pt x="8234974" y="2139701"/>
                  </a:lnTo>
                  <a:lnTo>
                    <a:pt x="7696237" y="2139701"/>
                  </a:lnTo>
                  <a:lnTo>
                    <a:pt x="7695013" y="2139636"/>
                  </a:lnTo>
                  <a:lnTo>
                    <a:pt x="7687015" y="2139165"/>
                  </a:lnTo>
                  <a:lnTo>
                    <a:pt x="7667034" y="2137864"/>
                  </a:lnTo>
                  <a:lnTo>
                    <a:pt x="7631767" y="2135309"/>
                  </a:lnTo>
                  <a:lnTo>
                    <a:pt x="7580128" y="2131129"/>
                  </a:lnTo>
                  <a:lnTo>
                    <a:pt x="7513291" y="2125045"/>
                  </a:lnTo>
                  <a:lnTo>
                    <a:pt x="7434289" y="2116901"/>
                  </a:lnTo>
                  <a:lnTo>
                    <a:pt x="7347256" y="2106652"/>
                  </a:lnTo>
                  <a:lnTo>
                    <a:pt x="7256536" y="2094325"/>
                  </a:lnTo>
                  <a:lnTo>
                    <a:pt x="7165969" y="2079969"/>
                  </a:lnTo>
                  <a:lnTo>
                    <a:pt x="7078471" y="2063609"/>
                  </a:lnTo>
                  <a:lnTo>
                    <a:pt x="6995922" y="2045207"/>
                  </a:lnTo>
                  <a:lnTo>
                    <a:pt x="6919270" y="2024641"/>
                  </a:lnTo>
                  <a:lnTo>
                    <a:pt x="6848726" y="2001701"/>
                  </a:lnTo>
                  <a:lnTo>
                    <a:pt x="6783984" y="1976085"/>
                  </a:lnTo>
                  <a:lnTo>
                    <a:pt x="6724407" y="1947411"/>
                  </a:lnTo>
                  <a:lnTo>
                    <a:pt x="6669170" y="1915237"/>
                  </a:lnTo>
                  <a:lnTo>
                    <a:pt x="6617374" y="1879093"/>
                  </a:lnTo>
                  <a:lnTo>
                    <a:pt x="6568120" y="1838551"/>
                  </a:lnTo>
                  <a:lnTo>
                    <a:pt x="6520596" y="1793332"/>
                  </a:lnTo>
                  <a:lnTo>
                    <a:pt x="6515891" y="1788529"/>
                  </a:lnTo>
                  <a:lnTo>
                    <a:pt x="6476318" y="1745869"/>
                  </a:lnTo>
                  <a:lnTo>
                    <a:pt x="6437127" y="1699714"/>
                  </a:lnTo>
                  <a:lnTo>
                    <a:pt x="6398032" y="1649996"/>
                  </a:lnTo>
                  <a:lnTo>
                    <a:pt x="6358820" y="1596720"/>
                  </a:lnTo>
                  <a:lnTo>
                    <a:pt x="6319336" y="1539971"/>
                  </a:lnTo>
                  <a:lnTo>
                    <a:pt x="6279484" y="1479925"/>
                  </a:lnTo>
                  <a:lnTo>
                    <a:pt x="6239216" y="1416846"/>
                  </a:lnTo>
                  <a:lnTo>
                    <a:pt x="6198531" y="1351094"/>
                  </a:lnTo>
                  <a:lnTo>
                    <a:pt x="6157467" y="1283111"/>
                  </a:lnTo>
                  <a:lnTo>
                    <a:pt x="6116096" y="1213419"/>
                  </a:lnTo>
                  <a:lnTo>
                    <a:pt x="6074514" y="1142598"/>
                  </a:lnTo>
                  <a:lnTo>
                    <a:pt x="6032836" y="1071270"/>
                  </a:lnTo>
                  <a:lnTo>
                    <a:pt x="5991183" y="1000077"/>
                  </a:lnTo>
                  <a:lnTo>
                    <a:pt x="5949676" y="929654"/>
                  </a:lnTo>
                  <a:lnTo>
                    <a:pt x="5908423" y="860608"/>
                  </a:lnTo>
                  <a:lnTo>
                    <a:pt x="5867510" y="793499"/>
                  </a:lnTo>
                  <a:lnTo>
                    <a:pt x="5826997" y="728814"/>
                  </a:lnTo>
                  <a:lnTo>
                    <a:pt x="5786906" y="666964"/>
                  </a:lnTo>
                  <a:lnTo>
                    <a:pt x="5747216" y="608269"/>
                  </a:lnTo>
                  <a:lnTo>
                    <a:pt x="5707861" y="552955"/>
                  </a:lnTo>
                  <a:lnTo>
                    <a:pt x="5668719" y="501160"/>
                  </a:lnTo>
                  <a:lnTo>
                    <a:pt x="5629614" y="452935"/>
                  </a:lnTo>
                  <a:lnTo>
                    <a:pt x="5590303" y="408253"/>
                  </a:lnTo>
                  <a:lnTo>
                    <a:pt x="5567201" y="383839"/>
                  </a:lnTo>
                  <a:lnTo>
                    <a:pt x="5519813" y="338146"/>
                  </a:lnTo>
                  <a:lnTo>
                    <a:pt x="5470767" y="297143"/>
                  </a:lnTo>
                  <a:lnTo>
                    <a:pt x="5419266" y="260575"/>
                  </a:lnTo>
                  <a:lnTo>
                    <a:pt x="5364416" y="228023"/>
                  </a:lnTo>
                  <a:lnTo>
                    <a:pt x="5305314" y="199019"/>
                  </a:lnTo>
                  <a:lnTo>
                    <a:pt x="5241124" y="173114"/>
                  </a:lnTo>
                  <a:lnTo>
                    <a:pt x="5171184" y="149920"/>
                  </a:lnTo>
                  <a:lnTo>
                    <a:pt x="5095146" y="129126"/>
                  </a:lnTo>
                  <a:lnTo>
                    <a:pt x="5013160" y="110514"/>
                  </a:lnTo>
                  <a:lnTo>
                    <a:pt x="4926091" y="93952"/>
                  </a:lnTo>
                  <a:lnTo>
                    <a:pt x="4835718" y="79395"/>
                  </a:lnTo>
                  <a:lnTo>
                    <a:pt x="4744853" y="66862"/>
                  </a:lnTo>
                  <a:lnTo>
                    <a:pt x="4657256" y="56402"/>
                  </a:lnTo>
                  <a:lnTo>
                    <a:pt x="4577251" y="48047"/>
                  </a:lnTo>
                  <a:lnTo>
                    <a:pt x="4509030" y="41761"/>
                  </a:lnTo>
                  <a:lnTo>
                    <a:pt x="4455776" y="37400"/>
                  </a:lnTo>
                  <a:lnTo>
                    <a:pt x="4418875" y="34698"/>
                  </a:lnTo>
                  <a:lnTo>
                    <a:pt x="4397472" y="33289"/>
                  </a:lnTo>
                  <a:lnTo>
                    <a:pt x="4388477" y="32755"/>
                  </a:lnTo>
                  <a:lnTo>
                    <a:pt x="4386855" y="32667"/>
                  </a:lnTo>
                  <a:lnTo>
                    <a:pt x="3848118" y="32667"/>
                  </a:lnTo>
                  <a:lnTo>
                    <a:pt x="3846816" y="32666"/>
                  </a:lnTo>
                  <a:lnTo>
                    <a:pt x="3838317" y="32658"/>
                  </a:lnTo>
                  <a:lnTo>
                    <a:pt x="3817131" y="32636"/>
                  </a:lnTo>
                  <a:lnTo>
                    <a:pt x="3779862" y="32594"/>
                  </a:lnTo>
                  <a:lnTo>
                    <a:pt x="3725536" y="32525"/>
                  </a:lnTo>
                  <a:lnTo>
                    <a:pt x="3655617" y="32425"/>
                  </a:lnTo>
                  <a:lnTo>
                    <a:pt x="3573522" y="32291"/>
                  </a:lnTo>
                  <a:lnTo>
                    <a:pt x="3483734" y="32124"/>
                  </a:lnTo>
                  <a:lnTo>
                    <a:pt x="3390838" y="31923"/>
                  </a:lnTo>
                  <a:lnTo>
                    <a:pt x="3298766" y="31689"/>
                  </a:lnTo>
                  <a:lnTo>
                    <a:pt x="3210403" y="31423"/>
                  </a:lnTo>
                  <a:lnTo>
                    <a:pt x="3127514" y="31123"/>
                  </a:lnTo>
                  <a:lnTo>
                    <a:pt x="3050895" y="30788"/>
                  </a:lnTo>
                  <a:lnTo>
                    <a:pt x="2980603" y="30413"/>
                  </a:lnTo>
                  <a:lnTo>
                    <a:pt x="2916193" y="29993"/>
                  </a:lnTo>
                  <a:lnTo>
                    <a:pt x="2856909" y="29521"/>
                  </a:lnTo>
                  <a:lnTo>
                    <a:pt x="2801836" y="28990"/>
                  </a:lnTo>
                  <a:lnTo>
                    <a:pt x="2750006" y="28392"/>
                  </a:lnTo>
                  <a:lnTo>
                    <a:pt x="2700488" y="27721"/>
                  </a:lnTo>
                  <a:lnTo>
                    <a:pt x="2667772" y="27222"/>
                  </a:lnTo>
                  <a:lnTo>
                    <a:pt x="2614984" y="26326"/>
                  </a:lnTo>
                  <a:lnTo>
                    <a:pt x="2562701" y="25333"/>
                  </a:lnTo>
                  <a:lnTo>
                    <a:pt x="2510326" y="24240"/>
                  </a:lnTo>
                  <a:lnTo>
                    <a:pt x="2457472" y="23052"/>
                  </a:lnTo>
                  <a:lnTo>
                    <a:pt x="2403927" y="21775"/>
                  </a:lnTo>
                  <a:lnTo>
                    <a:pt x="2349634" y="20420"/>
                  </a:lnTo>
                  <a:lnTo>
                    <a:pt x="2294670" y="19005"/>
                  </a:lnTo>
                  <a:lnTo>
                    <a:pt x="2239216" y="17547"/>
                  </a:lnTo>
                  <a:lnTo>
                    <a:pt x="2183527" y="16070"/>
                  </a:lnTo>
                  <a:lnTo>
                    <a:pt x="2127889" y="14598"/>
                  </a:lnTo>
                  <a:lnTo>
                    <a:pt x="2072583" y="13153"/>
                  </a:lnTo>
                  <a:lnTo>
                    <a:pt x="2017842" y="11756"/>
                  </a:lnTo>
                  <a:lnTo>
                    <a:pt x="1963812" y="10428"/>
                  </a:lnTo>
                  <a:lnTo>
                    <a:pt x="1910526" y="9181"/>
                  </a:lnTo>
                  <a:lnTo>
                    <a:pt x="1857875" y="8027"/>
                  </a:lnTo>
                  <a:lnTo>
                    <a:pt x="1805588" y="6969"/>
                  </a:lnTo>
                  <a:lnTo>
                    <a:pt x="1753205" y="6011"/>
                  </a:lnTo>
                  <a:lnTo>
                    <a:pt x="1719082" y="5444"/>
                  </a:lnTo>
                  <a:lnTo>
                    <a:pt x="1670663" y="4721"/>
                  </a:lnTo>
                  <a:lnTo>
                    <a:pt x="1620498" y="4074"/>
                  </a:lnTo>
                  <a:lnTo>
                    <a:pt x="1567732" y="3499"/>
                  </a:lnTo>
                  <a:lnTo>
                    <a:pt x="1511411" y="2988"/>
                  </a:lnTo>
                  <a:lnTo>
                    <a:pt x="1450576" y="2533"/>
                  </a:lnTo>
                  <a:lnTo>
                    <a:pt x="1384347" y="2129"/>
                  </a:lnTo>
                  <a:lnTo>
                    <a:pt x="1312053" y="1767"/>
                  </a:lnTo>
                  <a:lnTo>
                    <a:pt x="1233383" y="1443"/>
                  </a:lnTo>
                  <a:lnTo>
                    <a:pt x="1148607" y="1154"/>
                  </a:lnTo>
                  <a:lnTo>
                    <a:pt x="1058808" y="899"/>
                  </a:lnTo>
                  <a:lnTo>
                    <a:pt x="966103" y="675"/>
                  </a:lnTo>
                  <a:lnTo>
                    <a:pt x="873733" y="485"/>
                  </a:lnTo>
                  <a:lnTo>
                    <a:pt x="785903" y="328"/>
                  </a:lnTo>
                  <a:lnTo>
                    <a:pt x="707260" y="205"/>
                  </a:lnTo>
                  <a:lnTo>
                    <a:pt x="642055" y="116"/>
                  </a:lnTo>
                  <a:lnTo>
                    <a:pt x="593160" y="56"/>
                  </a:lnTo>
                  <a:lnTo>
                    <a:pt x="561283" y="21"/>
                  </a:lnTo>
                  <a:lnTo>
                    <a:pt x="544650" y="5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96" name="pl696"/>
            <p:cNvSpPr/>
            <p:nvPr/>
          </p:nvSpPr>
          <p:spPr>
            <a:xfrm>
              <a:off x="546595" y="510897"/>
              <a:ext cx="8234974" cy="2139701"/>
            </a:xfrm>
            <a:custGeom>
              <a:avLst/>
              <a:pathLst>
                <a:path w="8234974" h="2139701">
                  <a:moveTo>
                    <a:pt x="0" y="0"/>
                  </a:moveTo>
                  <a:lnTo>
                    <a:pt x="538736" y="0"/>
                  </a:lnTo>
                  <a:lnTo>
                    <a:pt x="540039" y="1"/>
                  </a:lnTo>
                  <a:lnTo>
                    <a:pt x="548538" y="8"/>
                  </a:lnTo>
                  <a:lnTo>
                    <a:pt x="569724" y="30"/>
                  </a:lnTo>
                  <a:lnTo>
                    <a:pt x="606993" y="72"/>
                  </a:lnTo>
                  <a:lnTo>
                    <a:pt x="661319" y="141"/>
                  </a:lnTo>
                  <a:lnTo>
                    <a:pt x="731237" y="241"/>
                  </a:lnTo>
                  <a:lnTo>
                    <a:pt x="813333" y="375"/>
                  </a:lnTo>
                  <a:lnTo>
                    <a:pt x="903121" y="542"/>
                  </a:lnTo>
                  <a:lnTo>
                    <a:pt x="996017" y="744"/>
                  </a:lnTo>
                  <a:lnTo>
                    <a:pt x="1088088" y="977"/>
                  </a:lnTo>
                  <a:lnTo>
                    <a:pt x="1176452" y="1244"/>
                  </a:lnTo>
                  <a:lnTo>
                    <a:pt x="1259341" y="1543"/>
                  </a:lnTo>
                  <a:lnTo>
                    <a:pt x="1335960" y="1879"/>
                  </a:lnTo>
                  <a:lnTo>
                    <a:pt x="1406252" y="2254"/>
                  </a:lnTo>
                  <a:lnTo>
                    <a:pt x="1470662" y="2674"/>
                  </a:lnTo>
                  <a:lnTo>
                    <a:pt x="1529946" y="3145"/>
                  </a:lnTo>
                  <a:lnTo>
                    <a:pt x="1585019" y="3676"/>
                  </a:lnTo>
                  <a:lnTo>
                    <a:pt x="1636849" y="4274"/>
                  </a:lnTo>
                  <a:lnTo>
                    <a:pt x="1686367" y="4945"/>
                  </a:lnTo>
                  <a:lnTo>
                    <a:pt x="1719082" y="5444"/>
                  </a:lnTo>
                  <a:lnTo>
                    <a:pt x="1771870" y="6340"/>
                  </a:lnTo>
                  <a:lnTo>
                    <a:pt x="1824154" y="7334"/>
                  </a:lnTo>
                  <a:lnTo>
                    <a:pt x="1876528" y="8426"/>
                  </a:lnTo>
                  <a:lnTo>
                    <a:pt x="1929382" y="9614"/>
                  </a:lnTo>
                  <a:lnTo>
                    <a:pt x="1982928" y="10891"/>
                  </a:lnTo>
                  <a:lnTo>
                    <a:pt x="2037221" y="12246"/>
                  </a:lnTo>
                  <a:lnTo>
                    <a:pt x="2092185" y="13662"/>
                  </a:lnTo>
                  <a:lnTo>
                    <a:pt x="2147639" y="15119"/>
                  </a:lnTo>
                  <a:lnTo>
                    <a:pt x="2203328" y="16596"/>
                  </a:lnTo>
                  <a:lnTo>
                    <a:pt x="2258966" y="18069"/>
                  </a:lnTo>
                  <a:lnTo>
                    <a:pt x="2314271" y="19514"/>
                  </a:lnTo>
                  <a:lnTo>
                    <a:pt x="2369013" y="20910"/>
                  </a:lnTo>
                  <a:lnTo>
                    <a:pt x="2423043" y="22238"/>
                  </a:lnTo>
                  <a:lnTo>
                    <a:pt x="2476328" y="23485"/>
                  </a:lnTo>
                  <a:lnTo>
                    <a:pt x="2528979" y="24640"/>
                  </a:lnTo>
                  <a:lnTo>
                    <a:pt x="2581267" y="25697"/>
                  </a:lnTo>
                  <a:lnTo>
                    <a:pt x="2633650" y="26656"/>
                  </a:lnTo>
                  <a:lnTo>
                    <a:pt x="2667772" y="27222"/>
                  </a:lnTo>
                  <a:lnTo>
                    <a:pt x="2716192" y="27945"/>
                  </a:lnTo>
                  <a:lnTo>
                    <a:pt x="2766357" y="28592"/>
                  </a:lnTo>
                  <a:lnTo>
                    <a:pt x="2819123" y="29167"/>
                  </a:lnTo>
                  <a:lnTo>
                    <a:pt x="2875443" y="29679"/>
                  </a:lnTo>
                  <a:lnTo>
                    <a:pt x="2936279" y="30133"/>
                  </a:lnTo>
                  <a:lnTo>
                    <a:pt x="3002507" y="30538"/>
                  </a:lnTo>
                  <a:lnTo>
                    <a:pt x="3074802" y="30899"/>
                  </a:lnTo>
                  <a:lnTo>
                    <a:pt x="3153471" y="31223"/>
                  </a:lnTo>
                  <a:lnTo>
                    <a:pt x="3238248" y="31512"/>
                  </a:lnTo>
                  <a:lnTo>
                    <a:pt x="3328047" y="31768"/>
                  </a:lnTo>
                  <a:lnTo>
                    <a:pt x="3420752" y="31991"/>
                  </a:lnTo>
                  <a:lnTo>
                    <a:pt x="3513121" y="32181"/>
                  </a:lnTo>
                  <a:lnTo>
                    <a:pt x="3600952" y="32338"/>
                  </a:lnTo>
                  <a:lnTo>
                    <a:pt x="3679594" y="32461"/>
                  </a:lnTo>
                  <a:lnTo>
                    <a:pt x="3744799" y="32551"/>
                  </a:lnTo>
                  <a:lnTo>
                    <a:pt x="3793695" y="32610"/>
                  </a:lnTo>
                  <a:lnTo>
                    <a:pt x="3825571" y="32645"/>
                  </a:lnTo>
                  <a:lnTo>
                    <a:pt x="3842204" y="32661"/>
                  </a:lnTo>
                  <a:lnTo>
                    <a:pt x="3847703" y="32666"/>
                  </a:lnTo>
                  <a:lnTo>
                    <a:pt x="3848118" y="32667"/>
                  </a:lnTo>
                  <a:lnTo>
                    <a:pt x="4386855" y="32667"/>
                  </a:lnTo>
                  <a:lnTo>
                    <a:pt x="4388079" y="32733"/>
                  </a:lnTo>
                  <a:lnTo>
                    <a:pt x="4396077" y="33203"/>
                  </a:lnTo>
                  <a:lnTo>
                    <a:pt x="4416059" y="34504"/>
                  </a:lnTo>
                  <a:lnTo>
                    <a:pt x="4451326" y="37059"/>
                  </a:lnTo>
                  <a:lnTo>
                    <a:pt x="4502964" y="41240"/>
                  </a:lnTo>
                  <a:lnTo>
                    <a:pt x="4569802" y="47323"/>
                  </a:lnTo>
                  <a:lnTo>
                    <a:pt x="4648803" y="55467"/>
                  </a:lnTo>
                  <a:lnTo>
                    <a:pt x="4735836" y="65716"/>
                  </a:lnTo>
                  <a:lnTo>
                    <a:pt x="4826556" y="78044"/>
                  </a:lnTo>
                  <a:lnTo>
                    <a:pt x="4917123" y="92399"/>
                  </a:lnTo>
                  <a:lnTo>
                    <a:pt x="5004621" y="108759"/>
                  </a:lnTo>
                  <a:lnTo>
                    <a:pt x="5087170" y="127161"/>
                  </a:lnTo>
                  <a:lnTo>
                    <a:pt x="5163823" y="147727"/>
                  </a:lnTo>
                  <a:lnTo>
                    <a:pt x="5234366" y="170667"/>
                  </a:lnTo>
                  <a:lnTo>
                    <a:pt x="5299108" y="196283"/>
                  </a:lnTo>
                  <a:lnTo>
                    <a:pt x="5358686" y="224957"/>
                  </a:lnTo>
                  <a:lnTo>
                    <a:pt x="5413922" y="257131"/>
                  </a:lnTo>
                  <a:lnTo>
                    <a:pt x="5465719" y="293275"/>
                  </a:lnTo>
                  <a:lnTo>
                    <a:pt x="5514973" y="333817"/>
                  </a:lnTo>
                  <a:lnTo>
                    <a:pt x="5562496" y="379036"/>
                  </a:lnTo>
                  <a:lnTo>
                    <a:pt x="5567201" y="383839"/>
                  </a:lnTo>
                  <a:lnTo>
                    <a:pt x="5606774" y="426499"/>
                  </a:lnTo>
                  <a:lnTo>
                    <a:pt x="5645966" y="472654"/>
                  </a:lnTo>
                  <a:lnTo>
                    <a:pt x="5685060" y="522372"/>
                  </a:lnTo>
                  <a:lnTo>
                    <a:pt x="5724273" y="575648"/>
                  </a:lnTo>
                  <a:lnTo>
                    <a:pt x="5763757" y="632397"/>
                  </a:lnTo>
                  <a:lnTo>
                    <a:pt x="5803609" y="692443"/>
                  </a:lnTo>
                  <a:lnTo>
                    <a:pt x="5843877" y="755522"/>
                  </a:lnTo>
                  <a:lnTo>
                    <a:pt x="5884561" y="821274"/>
                  </a:lnTo>
                  <a:lnTo>
                    <a:pt x="5925625" y="889257"/>
                  </a:lnTo>
                  <a:lnTo>
                    <a:pt x="5966997" y="958949"/>
                  </a:lnTo>
                  <a:lnTo>
                    <a:pt x="6008578" y="1029770"/>
                  </a:lnTo>
                  <a:lnTo>
                    <a:pt x="6050257" y="1101098"/>
                  </a:lnTo>
                  <a:lnTo>
                    <a:pt x="6091909" y="1172291"/>
                  </a:lnTo>
                  <a:lnTo>
                    <a:pt x="6133416" y="1242715"/>
                  </a:lnTo>
                  <a:lnTo>
                    <a:pt x="6174670" y="1311760"/>
                  </a:lnTo>
                  <a:lnTo>
                    <a:pt x="6215582" y="1378870"/>
                  </a:lnTo>
                  <a:lnTo>
                    <a:pt x="6256095" y="1443554"/>
                  </a:lnTo>
                  <a:lnTo>
                    <a:pt x="6296186" y="1505404"/>
                  </a:lnTo>
                  <a:lnTo>
                    <a:pt x="6335876" y="1564099"/>
                  </a:lnTo>
                  <a:lnTo>
                    <a:pt x="6375232" y="1619413"/>
                  </a:lnTo>
                  <a:lnTo>
                    <a:pt x="6414373" y="1671208"/>
                  </a:lnTo>
                  <a:lnTo>
                    <a:pt x="6453478" y="1719433"/>
                  </a:lnTo>
                  <a:lnTo>
                    <a:pt x="6492790" y="1764115"/>
                  </a:lnTo>
                  <a:lnTo>
                    <a:pt x="6515891" y="1788529"/>
                  </a:lnTo>
                  <a:lnTo>
                    <a:pt x="6563280" y="1834222"/>
                  </a:lnTo>
                  <a:lnTo>
                    <a:pt x="6612325" y="1875226"/>
                  </a:lnTo>
                  <a:lnTo>
                    <a:pt x="6663827" y="1911793"/>
                  </a:lnTo>
                  <a:lnTo>
                    <a:pt x="6718676" y="1944345"/>
                  </a:lnTo>
                  <a:lnTo>
                    <a:pt x="6777778" y="1973349"/>
                  </a:lnTo>
                  <a:lnTo>
                    <a:pt x="6841969" y="1999254"/>
                  </a:lnTo>
                  <a:lnTo>
                    <a:pt x="6911909" y="2022448"/>
                  </a:lnTo>
                  <a:lnTo>
                    <a:pt x="6987947" y="2043242"/>
                  </a:lnTo>
                  <a:lnTo>
                    <a:pt x="7069932" y="2061854"/>
                  </a:lnTo>
                  <a:lnTo>
                    <a:pt x="7157002" y="2078416"/>
                  </a:lnTo>
                  <a:lnTo>
                    <a:pt x="7247375" y="2092973"/>
                  </a:lnTo>
                  <a:lnTo>
                    <a:pt x="7338240" y="2105507"/>
                  </a:lnTo>
                  <a:lnTo>
                    <a:pt x="7425836" y="2115967"/>
                  </a:lnTo>
                  <a:lnTo>
                    <a:pt x="7505841" y="2124321"/>
                  </a:lnTo>
                  <a:lnTo>
                    <a:pt x="7574063" y="2130607"/>
                  </a:lnTo>
                  <a:lnTo>
                    <a:pt x="7627317" y="2134968"/>
                  </a:lnTo>
                  <a:lnTo>
                    <a:pt x="7664218" y="2137671"/>
                  </a:lnTo>
                  <a:lnTo>
                    <a:pt x="7685620" y="2139079"/>
                  </a:lnTo>
                  <a:lnTo>
                    <a:pt x="7694616" y="2139613"/>
                  </a:lnTo>
                  <a:lnTo>
                    <a:pt x="7696236" y="2139701"/>
                  </a:lnTo>
                  <a:lnTo>
                    <a:pt x="7696237" y="2139701"/>
                  </a:lnTo>
                  <a:lnTo>
                    <a:pt x="8234974" y="21397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7" name="pl697"/>
            <p:cNvSpPr/>
            <p:nvPr/>
          </p:nvSpPr>
          <p:spPr>
            <a:xfrm>
              <a:off x="546595" y="494564"/>
              <a:ext cx="8234974" cy="2139701"/>
            </a:xfrm>
            <a:custGeom>
              <a:avLst/>
              <a:pathLst>
                <a:path w="8234974" h="2139701">
                  <a:moveTo>
                    <a:pt x="8234974" y="2139701"/>
                  </a:moveTo>
                  <a:lnTo>
                    <a:pt x="7696237" y="2139701"/>
                  </a:lnTo>
                  <a:lnTo>
                    <a:pt x="7695013" y="2139636"/>
                  </a:lnTo>
                  <a:lnTo>
                    <a:pt x="7687015" y="2139165"/>
                  </a:lnTo>
                  <a:lnTo>
                    <a:pt x="7667034" y="2137864"/>
                  </a:lnTo>
                  <a:lnTo>
                    <a:pt x="7631767" y="2135309"/>
                  </a:lnTo>
                  <a:lnTo>
                    <a:pt x="7580128" y="2131129"/>
                  </a:lnTo>
                  <a:lnTo>
                    <a:pt x="7513291" y="2125045"/>
                  </a:lnTo>
                  <a:lnTo>
                    <a:pt x="7434289" y="2116901"/>
                  </a:lnTo>
                  <a:lnTo>
                    <a:pt x="7347256" y="2106652"/>
                  </a:lnTo>
                  <a:lnTo>
                    <a:pt x="7256536" y="2094325"/>
                  </a:lnTo>
                  <a:lnTo>
                    <a:pt x="7165969" y="2079969"/>
                  </a:lnTo>
                  <a:lnTo>
                    <a:pt x="7078471" y="2063609"/>
                  </a:lnTo>
                  <a:lnTo>
                    <a:pt x="6995922" y="2045207"/>
                  </a:lnTo>
                  <a:lnTo>
                    <a:pt x="6919270" y="2024641"/>
                  </a:lnTo>
                  <a:lnTo>
                    <a:pt x="6848726" y="2001701"/>
                  </a:lnTo>
                  <a:lnTo>
                    <a:pt x="6783984" y="1976085"/>
                  </a:lnTo>
                  <a:lnTo>
                    <a:pt x="6724407" y="1947411"/>
                  </a:lnTo>
                  <a:lnTo>
                    <a:pt x="6669170" y="1915237"/>
                  </a:lnTo>
                  <a:lnTo>
                    <a:pt x="6617374" y="1879093"/>
                  </a:lnTo>
                  <a:lnTo>
                    <a:pt x="6568120" y="1838551"/>
                  </a:lnTo>
                  <a:lnTo>
                    <a:pt x="6520596" y="1793332"/>
                  </a:lnTo>
                  <a:lnTo>
                    <a:pt x="6515891" y="1788529"/>
                  </a:lnTo>
                  <a:lnTo>
                    <a:pt x="6476318" y="1745869"/>
                  </a:lnTo>
                  <a:lnTo>
                    <a:pt x="6437127" y="1699714"/>
                  </a:lnTo>
                  <a:lnTo>
                    <a:pt x="6398032" y="1649996"/>
                  </a:lnTo>
                  <a:lnTo>
                    <a:pt x="6358820" y="1596720"/>
                  </a:lnTo>
                  <a:lnTo>
                    <a:pt x="6319336" y="1539971"/>
                  </a:lnTo>
                  <a:lnTo>
                    <a:pt x="6279484" y="1479925"/>
                  </a:lnTo>
                  <a:lnTo>
                    <a:pt x="6239216" y="1416846"/>
                  </a:lnTo>
                  <a:lnTo>
                    <a:pt x="6198531" y="1351094"/>
                  </a:lnTo>
                  <a:lnTo>
                    <a:pt x="6157467" y="1283111"/>
                  </a:lnTo>
                  <a:lnTo>
                    <a:pt x="6116096" y="1213419"/>
                  </a:lnTo>
                  <a:lnTo>
                    <a:pt x="6074514" y="1142598"/>
                  </a:lnTo>
                  <a:lnTo>
                    <a:pt x="6032836" y="1071270"/>
                  </a:lnTo>
                  <a:lnTo>
                    <a:pt x="5991183" y="1000077"/>
                  </a:lnTo>
                  <a:lnTo>
                    <a:pt x="5949676" y="929654"/>
                  </a:lnTo>
                  <a:lnTo>
                    <a:pt x="5908423" y="860608"/>
                  </a:lnTo>
                  <a:lnTo>
                    <a:pt x="5867510" y="793499"/>
                  </a:lnTo>
                  <a:lnTo>
                    <a:pt x="5826997" y="728814"/>
                  </a:lnTo>
                  <a:lnTo>
                    <a:pt x="5786906" y="666964"/>
                  </a:lnTo>
                  <a:lnTo>
                    <a:pt x="5747216" y="608269"/>
                  </a:lnTo>
                  <a:lnTo>
                    <a:pt x="5707861" y="552955"/>
                  </a:lnTo>
                  <a:lnTo>
                    <a:pt x="5668719" y="501160"/>
                  </a:lnTo>
                  <a:lnTo>
                    <a:pt x="5629614" y="452935"/>
                  </a:lnTo>
                  <a:lnTo>
                    <a:pt x="5590303" y="408253"/>
                  </a:lnTo>
                  <a:lnTo>
                    <a:pt x="5567201" y="383839"/>
                  </a:lnTo>
                  <a:lnTo>
                    <a:pt x="5519813" y="338146"/>
                  </a:lnTo>
                  <a:lnTo>
                    <a:pt x="5470767" y="297143"/>
                  </a:lnTo>
                  <a:lnTo>
                    <a:pt x="5419266" y="260575"/>
                  </a:lnTo>
                  <a:lnTo>
                    <a:pt x="5364416" y="228023"/>
                  </a:lnTo>
                  <a:lnTo>
                    <a:pt x="5305314" y="199019"/>
                  </a:lnTo>
                  <a:lnTo>
                    <a:pt x="5241124" y="173114"/>
                  </a:lnTo>
                  <a:lnTo>
                    <a:pt x="5171184" y="149920"/>
                  </a:lnTo>
                  <a:lnTo>
                    <a:pt x="5095146" y="129126"/>
                  </a:lnTo>
                  <a:lnTo>
                    <a:pt x="5013160" y="110514"/>
                  </a:lnTo>
                  <a:lnTo>
                    <a:pt x="4926091" y="93952"/>
                  </a:lnTo>
                  <a:lnTo>
                    <a:pt x="4835718" y="79395"/>
                  </a:lnTo>
                  <a:lnTo>
                    <a:pt x="4744853" y="66862"/>
                  </a:lnTo>
                  <a:lnTo>
                    <a:pt x="4657256" y="56402"/>
                  </a:lnTo>
                  <a:lnTo>
                    <a:pt x="4577251" y="48047"/>
                  </a:lnTo>
                  <a:lnTo>
                    <a:pt x="4509030" y="41761"/>
                  </a:lnTo>
                  <a:lnTo>
                    <a:pt x="4455776" y="37400"/>
                  </a:lnTo>
                  <a:lnTo>
                    <a:pt x="4418875" y="34698"/>
                  </a:lnTo>
                  <a:lnTo>
                    <a:pt x="4397472" y="33289"/>
                  </a:lnTo>
                  <a:lnTo>
                    <a:pt x="4388477" y="32755"/>
                  </a:lnTo>
                  <a:lnTo>
                    <a:pt x="4386856" y="32667"/>
                  </a:lnTo>
                  <a:lnTo>
                    <a:pt x="4386855" y="32667"/>
                  </a:lnTo>
                  <a:lnTo>
                    <a:pt x="3848118" y="32667"/>
                  </a:lnTo>
                  <a:lnTo>
                    <a:pt x="3846816" y="32666"/>
                  </a:lnTo>
                  <a:lnTo>
                    <a:pt x="3838317" y="32658"/>
                  </a:lnTo>
                  <a:lnTo>
                    <a:pt x="3817131" y="32636"/>
                  </a:lnTo>
                  <a:lnTo>
                    <a:pt x="3779862" y="32594"/>
                  </a:lnTo>
                  <a:lnTo>
                    <a:pt x="3725536" y="32525"/>
                  </a:lnTo>
                  <a:lnTo>
                    <a:pt x="3655617" y="32425"/>
                  </a:lnTo>
                  <a:lnTo>
                    <a:pt x="3573522" y="32291"/>
                  </a:lnTo>
                  <a:lnTo>
                    <a:pt x="3483734" y="32124"/>
                  </a:lnTo>
                  <a:lnTo>
                    <a:pt x="3390838" y="31923"/>
                  </a:lnTo>
                  <a:lnTo>
                    <a:pt x="3298766" y="31689"/>
                  </a:lnTo>
                  <a:lnTo>
                    <a:pt x="3210403" y="31423"/>
                  </a:lnTo>
                  <a:lnTo>
                    <a:pt x="3127514" y="31123"/>
                  </a:lnTo>
                  <a:lnTo>
                    <a:pt x="3050895" y="30788"/>
                  </a:lnTo>
                  <a:lnTo>
                    <a:pt x="2980603" y="30413"/>
                  </a:lnTo>
                  <a:lnTo>
                    <a:pt x="2916193" y="29993"/>
                  </a:lnTo>
                  <a:lnTo>
                    <a:pt x="2856909" y="29521"/>
                  </a:lnTo>
                  <a:lnTo>
                    <a:pt x="2801836" y="28990"/>
                  </a:lnTo>
                  <a:lnTo>
                    <a:pt x="2750006" y="28392"/>
                  </a:lnTo>
                  <a:lnTo>
                    <a:pt x="2700488" y="27721"/>
                  </a:lnTo>
                  <a:lnTo>
                    <a:pt x="2667772" y="27222"/>
                  </a:lnTo>
                  <a:lnTo>
                    <a:pt x="2614984" y="26326"/>
                  </a:lnTo>
                  <a:lnTo>
                    <a:pt x="2562701" y="25333"/>
                  </a:lnTo>
                  <a:lnTo>
                    <a:pt x="2510326" y="24240"/>
                  </a:lnTo>
                  <a:lnTo>
                    <a:pt x="2457472" y="23052"/>
                  </a:lnTo>
                  <a:lnTo>
                    <a:pt x="2403927" y="21775"/>
                  </a:lnTo>
                  <a:lnTo>
                    <a:pt x="2349634" y="20420"/>
                  </a:lnTo>
                  <a:lnTo>
                    <a:pt x="2294670" y="19005"/>
                  </a:lnTo>
                  <a:lnTo>
                    <a:pt x="2239216" y="17547"/>
                  </a:lnTo>
                  <a:lnTo>
                    <a:pt x="2183527" y="16070"/>
                  </a:lnTo>
                  <a:lnTo>
                    <a:pt x="2127889" y="14598"/>
                  </a:lnTo>
                  <a:lnTo>
                    <a:pt x="2072583" y="13153"/>
                  </a:lnTo>
                  <a:lnTo>
                    <a:pt x="2017842" y="11756"/>
                  </a:lnTo>
                  <a:lnTo>
                    <a:pt x="1963812" y="10428"/>
                  </a:lnTo>
                  <a:lnTo>
                    <a:pt x="1910526" y="9181"/>
                  </a:lnTo>
                  <a:lnTo>
                    <a:pt x="1857875" y="8027"/>
                  </a:lnTo>
                  <a:lnTo>
                    <a:pt x="1805588" y="6969"/>
                  </a:lnTo>
                  <a:lnTo>
                    <a:pt x="1753205" y="6011"/>
                  </a:lnTo>
                  <a:lnTo>
                    <a:pt x="1719082" y="5444"/>
                  </a:lnTo>
                  <a:lnTo>
                    <a:pt x="1670663" y="4721"/>
                  </a:lnTo>
                  <a:lnTo>
                    <a:pt x="1620498" y="4074"/>
                  </a:lnTo>
                  <a:lnTo>
                    <a:pt x="1567732" y="3499"/>
                  </a:lnTo>
                  <a:lnTo>
                    <a:pt x="1511411" y="2988"/>
                  </a:lnTo>
                  <a:lnTo>
                    <a:pt x="1450576" y="2533"/>
                  </a:lnTo>
                  <a:lnTo>
                    <a:pt x="1384347" y="2129"/>
                  </a:lnTo>
                  <a:lnTo>
                    <a:pt x="1312053" y="1767"/>
                  </a:lnTo>
                  <a:lnTo>
                    <a:pt x="1233383" y="1443"/>
                  </a:lnTo>
                  <a:lnTo>
                    <a:pt x="1148607" y="1154"/>
                  </a:lnTo>
                  <a:lnTo>
                    <a:pt x="1058808" y="899"/>
                  </a:lnTo>
                  <a:lnTo>
                    <a:pt x="966103" y="675"/>
                  </a:lnTo>
                  <a:lnTo>
                    <a:pt x="873733" y="485"/>
                  </a:lnTo>
                  <a:lnTo>
                    <a:pt x="785903" y="328"/>
                  </a:lnTo>
                  <a:lnTo>
                    <a:pt x="707260" y="205"/>
                  </a:lnTo>
                  <a:lnTo>
                    <a:pt x="642055" y="116"/>
                  </a:lnTo>
                  <a:lnTo>
                    <a:pt x="593160" y="56"/>
                  </a:lnTo>
                  <a:lnTo>
                    <a:pt x="561283" y="21"/>
                  </a:lnTo>
                  <a:lnTo>
                    <a:pt x="544650" y="5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8" name="pg698"/>
            <p:cNvSpPr/>
            <p:nvPr/>
          </p:nvSpPr>
          <p:spPr>
            <a:xfrm>
              <a:off x="546595" y="510897"/>
              <a:ext cx="8234974" cy="2384705"/>
            </a:xfrm>
            <a:custGeom>
              <a:avLst/>
              <a:pathLst>
                <a:path w="8234974" h="2384705">
                  <a:moveTo>
                    <a:pt x="0" y="32667"/>
                  </a:moveTo>
                  <a:lnTo>
                    <a:pt x="538736" y="32667"/>
                  </a:lnTo>
                  <a:lnTo>
                    <a:pt x="540039" y="32668"/>
                  </a:lnTo>
                  <a:lnTo>
                    <a:pt x="548538" y="32680"/>
                  </a:lnTo>
                  <a:lnTo>
                    <a:pt x="569723" y="32712"/>
                  </a:lnTo>
                  <a:lnTo>
                    <a:pt x="606991" y="32776"/>
                  </a:lnTo>
                  <a:lnTo>
                    <a:pt x="661317" y="32879"/>
                  </a:lnTo>
                  <a:lnTo>
                    <a:pt x="731234" y="33029"/>
                  </a:lnTo>
                  <a:lnTo>
                    <a:pt x="813329" y="33230"/>
                  </a:lnTo>
                  <a:lnTo>
                    <a:pt x="903116" y="33481"/>
                  </a:lnTo>
                  <a:lnTo>
                    <a:pt x="996011" y="33783"/>
                  </a:lnTo>
                  <a:lnTo>
                    <a:pt x="1088082" y="34133"/>
                  </a:lnTo>
                  <a:lnTo>
                    <a:pt x="1176446" y="34533"/>
                  </a:lnTo>
                  <a:lnTo>
                    <a:pt x="1259335" y="34982"/>
                  </a:lnTo>
                  <a:lnTo>
                    <a:pt x="1335954" y="35485"/>
                  </a:lnTo>
                  <a:lnTo>
                    <a:pt x="1406245" y="36048"/>
                  </a:lnTo>
                  <a:lnTo>
                    <a:pt x="1470656" y="36678"/>
                  </a:lnTo>
                  <a:lnTo>
                    <a:pt x="1529940" y="37385"/>
                  </a:lnTo>
                  <a:lnTo>
                    <a:pt x="1585013" y="38182"/>
                  </a:lnTo>
                  <a:lnTo>
                    <a:pt x="1636842" y="39078"/>
                  </a:lnTo>
                  <a:lnTo>
                    <a:pt x="1686361" y="40085"/>
                  </a:lnTo>
                  <a:lnTo>
                    <a:pt x="1719082" y="40834"/>
                  </a:lnTo>
                  <a:lnTo>
                    <a:pt x="1771862" y="42177"/>
                  </a:lnTo>
                  <a:lnTo>
                    <a:pt x="1824137" y="43667"/>
                  </a:lnTo>
                  <a:lnTo>
                    <a:pt x="1876502" y="45306"/>
                  </a:lnTo>
                  <a:lnTo>
                    <a:pt x="1929347" y="47087"/>
                  </a:lnTo>
                  <a:lnTo>
                    <a:pt x="1982883" y="49003"/>
                  </a:lnTo>
                  <a:lnTo>
                    <a:pt x="2037167" y="51034"/>
                  </a:lnTo>
                  <a:lnTo>
                    <a:pt x="2092121" y="53157"/>
                  </a:lnTo>
                  <a:lnTo>
                    <a:pt x="2147565" y="55343"/>
                  </a:lnTo>
                  <a:lnTo>
                    <a:pt x="2203245" y="57558"/>
                  </a:lnTo>
                  <a:lnTo>
                    <a:pt x="2258874" y="59767"/>
                  </a:lnTo>
                  <a:lnTo>
                    <a:pt x="2314172" y="61934"/>
                  </a:lnTo>
                  <a:lnTo>
                    <a:pt x="2368906" y="64028"/>
                  </a:lnTo>
                  <a:lnTo>
                    <a:pt x="2422928" y="66021"/>
                  </a:lnTo>
                  <a:lnTo>
                    <a:pt x="2476207" y="67891"/>
                  </a:lnTo>
                  <a:lnTo>
                    <a:pt x="2528850" y="69623"/>
                  </a:lnTo>
                  <a:lnTo>
                    <a:pt x="2581129" y="71209"/>
                  </a:lnTo>
                  <a:lnTo>
                    <a:pt x="2633502" y="72647"/>
                  </a:lnTo>
                  <a:lnTo>
                    <a:pt x="2667772" y="73501"/>
                  </a:lnTo>
                  <a:lnTo>
                    <a:pt x="2716191" y="74585"/>
                  </a:lnTo>
                  <a:lnTo>
                    <a:pt x="2766356" y="75555"/>
                  </a:lnTo>
                  <a:lnTo>
                    <a:pt x="2819122" y="76419"/>
                  </a:lnTo>
                  <a:lnTo>
                    <a:pt x="2875442" y="77185"/>
                  </a:lnTo>
                  <a:lnTo>
                    <a:pt x="2936277" y="77867"/>
                  </a:lnTo>
                  <a:lnTo>
                    <a:pt x="3002505" y="78474"/>
                  </a:lnTo>
                  <a:lnTo>
                    <a:pt x="3074799" y="79017"/>
                  </a:lnTo>
                  <a:lnTo>
                    <a:pt x="3153467" y="79502"/>
                  </a:lnTo>
                  <a:lnTo>
                    <a:pt x="3238243" y="79935"/>
                  </a:lnTo>
                  <a:lnTo>
                    <a:pt x="3328041" y="80319"/>
                  </a:lnTo>
                  <a:lnTo>
                    <a:pt x="3420745" y="80654"/>
                  </a:lnTo>
                  <a:lnTo>
                    <a:pt x="3513114" y="80939"/>
                  </a:lnTo>
                  <a:lnTo>
                    <a:pt x="3600945" y="81175"/>
                  </a:lnTo>
                  <a:lnTo>
                    <a:pt x="3679588" y="81359"/>
                  </a:lnTo>
                  <a:lnTo>
                    <a:pt x="3744793" y="81493"/>
                  </a:lnTo>
                  <a:lnTo>
                    <a:pt x="3793691" y="81583"/>
                  </a:lnTo>
                  <a:lnTo>
                    <a:pt x="3825569" y="81635"/>
                  </a:lnTo>
                  <a:lnTo>
                    <a:pt x="3842203" y="81660"/>
                  </a:lnTo>
                  <a:lnTo>
                    <a:pt x="3847703" y="81667"/>
                  </a:lnTo>
                  <a:lnTo>
                    <a:pt x="3848118" y="81668"/>
                  </a:lnTo>
                  <a:lnTo>
                    <a:pt x="4386855" y="81668"/>
                  </a:lnTo>
                  <a:lnTo>
                    <a:pt x="4388065" y="81739"/>
                  </a:lnTo>
                  <a:lnTo>
                    <a:pt x="4395973" y="82247"/>
                  </a:lnTo>
                  <a:lnTo>
                    <a:pt x="4415740" y="83652"/>
                  </a:lnTo>
                  <a:lnTo>
                    <a:pt x="4450646" y="86412"/>
                  </a:lnTo>
                  <a:lnTo>
                    <a:pt x="4501799" y="90929"/>
                  </a:lnTo>
                  <a:lnTo>
                    <a:pt x="4568076" y="97506"/>
                  </a:lnTo>
                  <a:lnTo>
                    <a:pt x="4646508" y="106314"/>
                  </a:lnTo>
                  <a:lnTo>
                    <a:pt x="4733029" y="117405"/>
                  </a:lnTo>
                  <a:lnTo>
                    <a:pt x="4823338" y="130752"/>
                  </a:lnTo>
                  <a:lnTo>
                    <a:pt x="4913615" y="146300"/>
                  </a:lnTo>
                  <a:lnTo>
                    <a:pt x="5000941" y="164021"/>
                  </a:lnTo>
                  <a:lnTo>
                    <a:pt x="5083416" y="183954"/>
                  </a:lnTo>
                  <a:lnTo>
                    <a:pt x="5160065" y="206225"/>
                  </a:lnTo>
                  <a:lnTo>
                    <a:pt x="5230650" y="231057"/>
                  </a:lnTo>
                  <a:lnTo>
                    <a:pt x="5295452" y="258770"/>
                  </a:lnTo>
                  <a:lnTo>
                    <a:pt x="5355086" y="289773"/>
                  </a:lnTo>
                  <a:lnTo>
                    <a:pt x="5410359" y="324540"/>
                  </a:lnTo>
                  <a:lnTo>
                    <a:pt x="5462158" y="363578"/>
                  </a:lnTo>
                  <a:lnTo>
                    <a:pt x="5511374" y="407358"/>
                  </a:lnTo>
                  <a:lnTo>
                    <a:pt x="5558817" y="456197"/>
                  </a:lnTo>
                  <a:lnTo>
                    <a:pt x="5567201" y="465507"/>
                  </a:lnTo>
                  <a:lnTo>
                    <a:pt x="5605559" y="510639"/>
                  </a:lnTo>
                  <a:lnTo>
                    <a:pt x="5643550" y="559355"/>
                  </a:lnTo>
                  <a:lnTo>
                    <a:pt x="5681435" y="611727"/>
                  </a:lnTo>
                  <a:lnTo>
                    <a:pt x="5719416" y="667756"/>
                  </a:lnTo>
                  <a:lnTo>
                    <a:pt x="5757637" y="727366"/>
                  </a:lnTo>
                  <a:lnTo>
                    <a:pt x="5796193" y="790396"/>
                  </a:lnTo>
                  <a:lnTo>
                    <a:pt x="5835134" y="856596"/>
                  </a:lnTo>
                  <a:lnTo>
                    <a:pt x="5874471" y="925629"/>
                  </a:lnTo>
                  <a:lnTo>
                    <a:pt x="5914176" y="997071"/>
                  </a:lnTo>
                  <a:lnTo>
                    <a:pt x="5954191" y="1070425"/>
                  </a:lnTo>
                  <a:lnTo>
                    <a:pt x="5994434" y="1145128"/>
                  </a:lnTo>
                  <a:lnTo>
                    <a:pt x="6034805" y="1220571"/>
                  </a:lnTo>
                  <a:lnTo>
                    <a:pt x="6075195" y="1296121"/>
                  </a:lnTo>
                  <a:lnTo>
                    <a:pt x="6115493" y="1371140"/>
                  </a:lnTo>
                  <a:lnTo>
                    <a:pt x="6155594" y="1445009"/>
                  </a:lnTo>
                  <a:lnTo>
                    <a:pt x="6195410" y="1517148"/>
                  </a:lnTo>
                  <a:lnTo>
                    <a:pt x="6234875" y="1587036"/>
                  </a:lnTo>
                  <a:lnTo>
                    <a:pt x="6273949" y="1654224"/>
                  </a:lnTo>
                  <a:lnTo>
                    <a:pt x="6312630" y="1718344"/>
                  </a:lnTo>
                  <a:lnTo>
                    <a:pt x="6350954" y="1779117"/>
                  </a:lnTo>
                  <a:lnTo>
                    <a:pt x="6389002" y="1836353"/>
                  </a:lnTo>
                  <a:lnTo>
                    <a:pt x="6426899" y="1889949"/>
                  </a:lnTo>
                  <a:lnTo>
                    <a:pt x="6464829" y="1939881"/>
                  </a:lnTo>
                  <a:lnTo>
                    <a:pt x="6503031" y="1986197"/>
                  </a:lnTo>
                  <a:lnTo>
                    <a:pt x="6515891" y="2000866"/>
                  </a:lnTo>
                  <a:lnTo>
                    <a:pt x="6563091" y="2050624"/>
                  </a:lnTo>
                  <a:lnTo>
                    <a:pt x="6611932" y="2095295"/>
                  </a:lnTo>
                  <a:lnTo>
                    <a:pt x="6663203" y="2135153"/>
                  </a:lnTo>
                  <a:lnTo>
                    <a:pt x="6717786" y="2170650"/>
                  </a:lnTo>
                  <a:lnTo>
                    <a:pt x="6776574" y="2202292"/>
                  </a:lnTo>
                  <a:lnTo>
                    <a:pt x="6840395" y="2230563"/>
                  </a:lnTo>
                  <a:lnTo>
                    <a:pt x="6909909" y="2255886"/>
                  </a:lnTo>
                  <a:lnTo>
                    <a:pt x="6985470" y="2278597"/>
                  </a:lnTo>
                  <a:lnTo>
                    <a:pt x="7066946" y="2298938"/>
                  </a:lnTo>
                  <a:lnTo>
                    <a:pt x="7153512" y="2317051"/>
                  </a:lnTo>
                  <a:lnTo>
                    <a:pt x="7243445" y="2332990"/>
                  </a:lnTo>
                  <a:lnTo>
                    <a:pt x="7334007" y="2346736"/>
                  </a:lnTo>
                  <a:lnTo>
                    <a:pt x="7421519" y="2358236"/>
                  </a:lnTo>
                  <a:lnTo>
                    <a:pt x="7501721" y="2367453"/>
                  </a:lnTo>
                  <a:lnTo>
                    <a:pt x="7570442" y="2374422"/>
                  </a:lnTo>
                  <a:lnTo>
                    <a:pt x="7624454" y="2379290"/>
                  </a:lnTo>
                  <a:lnTo>
                    <a:pt x="7662263" y="2382338"/>
                  </a:lnTo>
                  <a:lnTo>
                    <a:pt x="7684565" y="2383953"/>
                  </a:lnTo>
                  <a:lnTo>
                    <a:pt x="7694273" y="2384588"/>
                  </a:lnTo>
                  <a:lnTo>
                    <a:pt x="7696237" y="2384705"/>
                  </a:lnTo>
                  <a:lnTo>
                    <a:pt x="8234974" y="2384705"/>
                  </a:lnTo>
                  <a:lnTo>
                    <a:pt x="8234974" y="2352038"/>
                  </a:lnTo>
                  <a:lnTo>
                    <a:pt x="7696237" y="2352038"/>
                  </a:lnTo>
                  <a:lnTo>
                    <a:pt x="7695027" y="2351967"/>
                  </a:lnTo>
                  <a:lnTo>
                    <a:pt x="7687119" y="2351459"/>
                  </a:lnTo>
                  <a:lnTo>
                    <a:pt x="7667353" y="2350054"/>
                  </a:lnTo>
                  <a:lnTo>
                    <a:pt x="7632446" y="2347294"/>
                  </a:lnTo>
                  <a:lnTo>
                    <a:pt x="7581293" y="2342777"/>
                  </a:lnTo>
                  <a:lnTo>
                    <a:pt x="7515017" y="2336200"/>
                  </a:lnTo>
                  <a:lnTo>
                    <a:pt x="7436584" y="2327392"/>
                  </a:lnTo>
                  <a:lnTo>
                    <a:pt x="7350063" y="2316300"/>
                  </a:lnTo>
                  <a:lnTo>
                    <a:pt x="7259754" y="2302954"/>
                  </a:lnTo>
                  <a:lnTo>
                    <a:pt x="7169477" y="2287406"/>
                  </a:lnTo>
                  <a:lnTo>
                    <a:pt x="7082151" y="2269684"/>
                  </a:lnTo>
                  <a:lnTo>
                    <a:pt x="6999677" y="2249751"/>
                  </a:lnTo>
                  <a:lnTo>
                    <a:pt x="6923027" y="2227481"/>
                  </a:lnTo>
                  <a:lnTo>
                    <a:pt x="6852442" y="2202649"/>
                  </a:lnTo>
                  <a:lnTo>
                    <a:pt x="6787640" y="2174936"/>
                  </a:lnTo>
                  <a:lnTo>
                    <a:pt x="6728006" y="2143933"/>
                  </a:lnTo>
                  <a:lnTo>
                    <a:pt x="6672734" y="2109166"/>
                  </a:lnTo>
                  <a:lnTo>
                    <a:pt x="6620934" y="2070127"/>
                  </a:lnTo>
                  <a:lnTo>
                    <a:pt x="6571719" y="2026348"/>
                  </a:lnTo>
                  <a:lnTo>
                    <a:pt x="6524275" y="1977509"/>
                  </a:lnTo>
                  <a:lnTo>
                    <a:pt x="6515891" y="1968199"/>
                  </a:lnTo>
                  <a:lnTo>
                    <a:pt x="6477533" y="1923067"/>
                  </a:lnTo>
                  <a:lnTo>
                    <a:pt x="6439543" y="1874351"/>
                  </a:lnTo>
                  <a:lnTo>
                    <a:pt x="6401657" y="1821979"/>
                  </a:lnTo>
                  <a:lnTo>
                    <a:pt x="6363676" y="1765950"/>
                  </a:lnTo>
                  <a:lnTo>
                    <a:pt x="6325456" y="1706340"/>
                  </a:lnTo>
                  <a:lnTo>
                    <a:pt x="6286900" y="1643310"/>
                  </a:lnTo>
                  <a:lnTo>
                    <a:pt x="6247958" y="1577110"/>
                  </a:lnTo>
                  <a:lnTo>
                    <a:pt x="6208621" y="1508077"/>
                  </a:lnTo>
                  <a:lnTo>
                    <a:pt x="6168917" y="1436634"/>
                  </a:lnTo>
                  <a:lnTo>
                    <a:pt x="6128902" y="1363281"/>
                  </a:lnTo>
                  <a:lnTo>
                    <a:pt x="6088658" y="1288578"/>
                  </a:lnTo>
                  <a:lnTo>
                    <a:pt x="6048287" y="1213135"/>
                  </a:lnTo>
                  <a:lnTo>
                    <a:pt x="6007897" y="1137585"/>
                  </a:lnTo>
                  <a:lnTo>
                    <a:pt x="5967599" y="1062566"/>
                  </a:lnTo>
                  <a:lnTo>
                    <a:pt x="5927498" y="988697"/>
                  </a:lnTo>
                  <a:lnTo>
                    <a:pt x="5887682" y="916557"/>
                  </a:lnTo>
                  <a:lnTo>
                    <a:pt x="5848218" y="846669"/>
                  </a:lnTo>
                  <a:lnTo>
                    <a:pt x="5809144" y="779482"/>
                  </a:lnTo>
                  <a:lnTo>
                    <a:pt x="5770462" y="715362"/>
                  </a:lnTo>
                  <a:lnTo>
                    <a:pt x="5732138" y="654589"/>
                  </a:lnTo>
                  <a:lnTo>
                    <a:pt x="5694091" y="597352"/>
                  </a:lnTo>
                  <a:lnTo>
                    <a:pt x="5656193" y="543756"/>
                  </a:lnTo>
                  <a:lnTo>
                    <a:pt x="5618263" y="493825"/>
                  </a:lnTo>
                  <a:lnTo>
                    <a:pt x="5580062" y="447509"/>
                  </a:lnTo>
                  <a:lnTo>
                    <a:pt x="5567201" y="432840"/>
                  </a:lnTo>
                  <a:lnTo>
                    <a:pt x="5520001" y="383082"/>
                  </a:lnTo>
                  <a:lnTo>
                    <a:pt x="5471160" y="338410"/>
                  </a:lnTo>
                  <a:lnTo>
                    <a:pt x="5419889" y="298553"/>
                  </a:lnTo>
                  <a:lnTo>
                    <a:pt x="5365307" y="263056"/>
                  </a:lnTo>
                  <a:lnTo>
                    <a:pt x="5306519" y="231414"/>
                  </a:lnTo>
                  <a:lnTo>
                    <a:pt x="5242697" y="203143"/>
                  </a:lnTo>
                  <a:lnTo>
                    <a:pt x="5173183" y="177820"/>
                  </a:lnTo>
                  <a:lnTo>
                    <a:pt x="5097622" y="155109"/>
                  </a:lnTo>
                  <a:lnTo>
                    <a:pt x="5016146" y="134768"/>
                  </a:lnTo>
                  <a:lnTo>
                    <a:pt x="4929581" y="116654"/>
                  </a:lnTo>
                  <a:lnTo>
                    <a:pt x="4839648" y="100716"/>
                  </a:lnTo>
                  <a:lnTo>
                    <a:pt x="4749086" y="86970"/>
                  </a:lnTo>
                  <a:lnTo>
                    <a:pt x="4661574" y="75470"/>
                  </a:lnTo>
                  <a:lnTo>
                    <a:pt x="4581371" y="66253"/>
                  </a:lnTo>
                  <a:lnTo>
                    <a:pt x="4512650" y="59284"/>
                  </a:lnTo>
                  <a:lnTo>
                    <a:pt x="4458638" y="54416"/>
                  </a:lnTo>
                  <a:lnTo>
                    <a:pt x="4420830" y="51368"/>
                  </a:lnTo>
                  <a:lnTo>
                    <a:pt x="4398527" y="49752"/>
                  </a:lnTo>
                  <a:lnTo>
                    <a:pt x="4388820" y="49117"/>
                  </a:lnTo>
                  <a:lnTo>
                    <a:pt x="4386855" y="49000"/>
                  </a:lnTo>
                  <a:lnTo>
                    <a:pt x="3848118" y="49000"/>
                  </a:lnTo>
                  <a:lnTo>
                    <a:pt x="3846816" y="48999"/>
                  </a:lnTo>
                  <a:lnTo>
                    <a:pt x="3838317" y="48987"/>
                  </a:lnTo>
                  <a:lnTo>
                    <a:pt x="3817132" y="48955"/>
                  </a:lnTo>
                  <a:lnTo>
                    <a:pt x="3779863" y="48891"/>
                  </a:lnTo>
                  <a:lnTo>
                    <a:pt x="3725538" y="48788"/>
                  </a:lnTo>
                  <a:lnTo>
                    <a:pt x="3655620" y="48638"/>
                  </a:lnTo>
                  <a:lnTo>
                    <a:pt x="3573526" y="48437"/>
                  </a:lnTo>
                  <a:lnTo>
                    <a:pt x="3483739" y="48186"/>
                  </a:lnTo>
                  <a:lnTo>
                    <a:pt x="3390843" y="47884"/>
                  </a:lnTo>
                  <a:lnTo>
                    <a:pt x="3298772" y="47534"/>
                  </a:lnTo>
                  <a:lnTo>
                    <a:pt x="3210409" y="47134"/>
                  </a:lnTo>
                  <a:lnTo>
                    <a:pt x="3127520" y="46685"/>
                  </a:lnTo>
                  <a:lnTo>
                    <a:pt x="3050901" y="46182"/>
                  </a:lnTo>
                  <a:lnTo>
                    <a:pt x="2980609" y="45619"/>
                  </a:lnTo>
                  <a:lnTo>
                    <a:pt x="2916199" y="44989"/>
                  </a:lnTo>
                  <a:lnTo>
                    <a:pt x="2856915" y="44282"/>
                  </a:lnTo>
                  <a:lnTo>
                    <a:pt x="2801842" y="43485"/>
                  </a:lnTo>
                  <a:lnTo>
                    <a:pt x="2750012" y="42589"/>
                  </a:lnTo>
                  <a:lnTo>
                    <a:pt x="2700494" y="41582"/>
                  </a:lnTo>
                  <a:lnTo>
                    <a:pt x="2667772" y="40834"/>
                  </a:lnTo>
                  <a:lnTo>
                    <a:pt x="2614993" y="39490"/>
                  </a:lnTo>
                  <a:lnTo>
                    <a:pt x="2562718" y="38000"/>
                  </a:lnTo>
                  <a:lnTo>
                    <a:pt x="2510352" y="36361"/>
                  </a:lnTo>
                  <a:lnTo>
                    <a:pt x="2457507" y="34580"/>
                  </a:lnTo>
                  <a:lnTo>
                    <a:pt x="2403971" y="32664"/>
                  </a:lnTo>
                  <a:lnTo>
                    <a:pt x="2349688" y="30633"/>
                  </a:lnTo>
                  <a:lnTo>
                    <a:pt x="2294733" y="28510"/>
                  </a:lnTo>
                  <a:lnTo>
                    <a:pt x="2239289" y="26324"/>
                  </a:lnTo>
                  <a:lnTo>
                    <a:pt x="2183609" y="24109"/>
                  </a:lnTo>
                  <a:lnTo>
                    <a:pt x="2127980" y="21900"/>
                  </a:lnTo>
                  <a:lnTo>
                    <a:pt x="2072683" y="19733"/>
                  </a:lnTo>
                  <a:lnTo>
                    <a:pt x="2017949" y="17639"/>
                  </a:lnTo>
                  <a:lnTo>
                    <a:pt x="1963927" y="15646"/>
                  </a:lnTo>
                  <a:lnTo>
                    <a:pt x="1910648" y="13776"/>
                  </a:lnTo>
                  <a:lnTo>
                    <a:pt x="1858005" y="12044"/>
                  </a:lnTo>
                  <a:lnTo>
                    <a:pt x="1805725" y="10458"/>
                  </a:lnTo>
                  <a:lnTo>
                    <a:pt x="1753352" y="9020"/>
                  </a:lnTo>
                  <a:lnTo>
                    <a:pt x="1719082" y="8166"/>
                  </a:lnTo>
                  <a:lnTo>
                    <a:pt x="1670663" y="7082"/>
                  </a:lnTo>
                  <a:lnTo>
                    <a:pt x="1620499" y="6112"/>
                  </a:lnTo>
                  <a:lnTo>
                    <a:pt x="1567733" y="5248"/>
                  </a:lnTo>
                  <a:lnTo>
                    <a:pt x="1511413" y="4482"/>
                  </a:lnTo>
                  <a:lnTo>
                    <a:pt x="1450578" y="3800"/>
                  </a:lnTo>
                  <a:lnTo>
                    <a:pt x="1384350" y="3193"/>
                  </a:lnTo>
                  <a:lnTo>
                    <a:pt x="1312056" y="2650"/>
                  </a:lnTo>
                  <a:lnTo>
                    <a:pt x="1233387" y="2165"/>
                  </a:lnTo>
                  <a:lnTo>
                    <a:pt x="1148612" y="1732"/>
                  </a:lnTo>
                  <a:lnTo>
                    <a:pt x="1058814" y="1348"/>
                  </a:lnTo>
                  <a:lnTo>
                    <a:pt x="966110" y="1013"/>
                  </a:lnTo>
                  <a:lnTo>
                    <a:pt x="873741" y="728"/>
                  </a:lnTo>
                  <a:lnTo>
                    <a:pt x="785910" y="492"/>
                  </a:lnTo>
                  <a:lnTo>
                    <a:pt x="707267" y="308"/>
                  </a:lnTo>
                  <a:lnTo>
                    <a:pt x="642061" y="174"/>
                  </a:lnTo>
                  <a:lnTo>
                    <a:pt x="593164" y="84"/>
                  </a:lnTo>
                  <a:lnTo>
                    <a:pt x="561286" y="32"/>
                  </a:lnTo>
                  <a:lnTo>
                    <a:pt x="544652" y="7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699" name="pl699"/>
            <p:cNvSpPr/>
            <p:nvPr/>
          </p:nvSpPr>
          <p:spPr>
            <a:xfrm>
              <a:off x="546595" y="543564"/>
              <a:ext cx="8234974" cy="2352038"/>
            </a:xfrm>
            <a:custGeom>
              <a:avLst/>
              <a:pathLst>
                <a:path w="8234974" h="2352038">
                  <a:moveTo>
                    <a:pt x="0" y="0"/>
                  </a:moveTo>
                  <a:lnTo>
                    <a:pt x="538736" y="0"/>
                  </a:lnTo>
                  <a:lnTo>
                    <a:pt x="540039" y="1"/>
                  </a:lnTo>
                  <a:lnTo>
                    <a:pt x="548538" y="13"/>
                  </a:lnTo>
                  <a:lnTo>
                    <a:pt x="569723" y="45"/>
                  </a:lnTo>
                  <a:lnTo>
                    <a:pt x="606991" y="108"/>
                  </a:lnTo>
                  <a:lnTo>
                    <a:pt x="661317" y="212"/>
                  </a:lnTo>
                  <a:lnTo>
                    <a:pt x="731234" y="362"/>
                  </a:lnTo>
                  <a:lnTo>
                    <a:pt x="813329" y="562"/>
                  </a:lnTo>
                  <a:lnTo>
                    <a:pt x="903116" y="814"/>
                  </a:lnTo>
                  <a:lnTo>
                    <a:pt x="996011" y="1115"/>
                  </a:lnTo>
                  <a:lnTo>
                    <a:pt x="1088082" y="1466"/>
                  </a:lnTo>
                  <a:lnTo>
                    <a:pt x="1176446" y="1866"/>
                  </a:lnTo>
                  <a:lnTo>
                    <a:pt x="1259335" y="2315"/>
                  </a:lnTo>
                  <a:lnTo>
                    <a:pt x="1335954" y="2818"/>
                  </a:lnTo>
                  <a:lnTo>
                    <a:pt x="1406245" y="3381"/>
                  </a:lnTo>
                  <a:lnTo>
                    <a:pt x="1470656" y="4011"/>
                  </a:lnTo>
                  <a:lnTo>
                    <a:pt x="1529940" y="4718"/>
                  </a:lnTo>
                  <a:lnTo>
                    <a:pt x="1585013" y="5514"/>
                  </a:lnTo>
                  <a:lnTo>
                    <a:pt x="1636842" y="6411"/>
                  </a:lnTo>
                  <a:lnTo>
                    <a:pt x="1686361" y="7418"/>
                  </a:lnTo>
                  <a:lnTo>
                    <a:pt x="1719082" y="8166"/>
                  </a:lnTo>
                  <a:lnTo>
                    <a:pt x="1771862" y="9510"/>
                  </a:lnTo>
                  <a:lnTo>
                    <a:pt x="1824137" y="11000"/>
                  </a:lnTo>
                  <a:lnTo>
                    <a:pt x="1876502" y="12638"/>
                  </a:lnTo>
                  <a:lnTo>
                    <a:pt x="1929347" y="14420"/>
                  </a:lnTo>
                  <a:lnTo>
                    <a:pt x="1982883" y="16336"/>
                  </a:lnTo>
                  <a:lnTo>
                    <a:pt x="2037167" y="18367"/>
                  </a:lnTo>
                  <a:lnTo>
                    <a:pt x="2092121" y="20490"/>
                  </a:lnTo>
                  <a:lnTo>
                    <a:pt x="2147565" y="22676"/>
                  </a:lnTo>
                  <a:lnTo>
                    <a:pt x="2203245" y="24891"/>
                  </a:lnTo>
                  <a:lnTo>
                    <a:pt x="2258874" y="27100"/>
                  </a:lnTo>
                  <a:lnTo>
                    <a:pt x="2314172" y="29267"/>
                  </a:lnTo>
                  <a:lnTo>
                    <a:pt x="2368906" y="31361"/>
                  </a:lnTo>
                  <a:lnTo>
                    <a:pt x="2422928" y="33354"/>
                  </a:lnTo>
                  <a:lnTo>
                    <a:pt x="2476207" y="35224"/>
                  </a:lnTo>
                  <a:lnTo>
                    <a:pt x="2528850" y="36956"/>
                  </a:lnTo>
                  <a:lnTo>
                    <a:pt x="2581129" y="38542"/>
                  </a:lnTo>
                  <a:lnTo>
                    <a:pt x="2633502" y="39980"/>
                  </a:lnTo>
                  <a:lnTo>
                    <a:pt x="2667772" y="40834"/>
                  </a:lnTo>
                  <a:lnTo>
                    <a:pt x="2716191" y="41918"/>
                  </a:lnTo>
                  <a:lnTo>
                    <a:pt x="2766356" y="42888"/>
                  </a:lnTo>
                  <a:lnTo>
                    <a:pt x="2819122" y="43751"/>
                  </a:lnTo>
                  <a:lnTo>
                    <a:pt x="2875442" y="44518"/>
                  </a:lnTo>
                  <a:lnTo>
                    <a:pt x="2936277" y="45199"/>
                  </a:lnTo>
                  <a:lnTo>
                    <a:pt x="3002505" y="45807"/>
                  </a:lnTo>
                  <a:lnTo>
                    <a:pt x="3074799" y="46349"/>
                  </a:lnTo>
                  <a:lnTo>
                    <a:pt x="3153467" y="46835"/>
                  </a:lnTo>
                  <a:lnTo>
                    <a:pt x="3238243" y="47268"/>
                  </a:lnTo>
                  <a:lnTo>
                    <a:pt x="3328041" y="47652"/>
                  </a:lnTo>
                  <a:lnTo>
                    <a:pt x="3420745" y="47987"/>
                  </a:lnTo>
                  <a:lnTo>
                    <a:pt x="3513114" y="48272"/>
                  </a:lnTo>
                  <a:lnTo>
                    <a:pt x="3600945" y="48507"/>
                  </a:lnTo>
                  <a:lnTo>
                    <a:pt x="3679588" y="48691"/>
                  </a:lnTo>
                  <a:lnTo>
                    <a:pt x="3744793" y="48826"/>
                  </a:lnTo>
                  <a:lnTo>
                    <a:pt x="3793691" y="48916"/>
                  </a:lnTo>
                  <a:lnTo>
                    <a:pt x="3825569" y="48968"/>
                  </a:lnTo>
                  <a:lnTo>
                    <a:pt x="3842203" y="48992"/>
                  </a:lnTo>
                  <a:lnTo>
                    <a:pt x="3847703" y="49000"/>
                  </a:lnTo>
                  <a:lnTo>
                    <a:pt x="3848118" y="49000"/>
                  </a:lnTo>
                  <a:lnTo>
                    <a:pt x="4386855" y="49000"/>
                  </a:lnTo>
                  <a:lnTo>
                    <a:pt x="4388065" y="49071"/>
                  </a:lnTo>
                  <a:lnTo>
                    <a:pt x="4395973" y="49580"/>
                  </a:lnTo>
                  <a:lnTo>
                    <a:pt x="4415740" y="50985"/>
                  </a:lnTo>
                  <a:lnTo>
                    <a:pt x="4450646" y="53744"/>
                  </a:lnTo>
                  <a:lnTo>
                    <a:pt x="4501799" y="58262"/>
                  </a:lnTo>
                  <a:lnTo>
                    <a:pt x="4568076" y="64839"/>
                  </a:lnTo>
                  <a:lnTo>
                    <a:pt x="4646508" y="73647"/>
                  </a:lnTo>
                  <a:lnTo>
                    <a:pt x="4733029" y="84738"/>
                  </a:lnTo>
                  <a:lnTo>
                    <a:pt x="4823338" y="98085"/>
                  </a:lnTo>
                  <a:lnTo>
                    <a:pt x="4913615" y="113633"/>
                  </a:lnTo>
                  <a:lnTo>
                    <a:pt x="5000941" y="131354"/>
                  </a:lnTo>
                  <a:lnTo>
                    <a:pt x="5083416" y="151287"/>
                  </a:lnTo>
                  <a:lnTo>
                    <a:pt x="5160065" y="173558"/>
                  </a:lnTo>
                  <a:lnTo>
                    <a:pt x="5230650" y="198390"/>
                  </a:lnTo>
                  <a:lnTo>
                    <a:pt x="5295452" y="226103"/>
                  </a:lnTo>
                  <a:lnTo>
                    <a:pt x="5355086" y="257105"/>
                  </a:lnTo>
                  <a:lnTo>
                    <a:pt x="5410359" y="291873"/>
                  </a:lnTo>
                  <a:lnTo>
                    <a:pt x="5462158" y="330911"/>
                  </a:lnTo>
                  <a:lnTo>
                    <a:pt x="5511374" y="374691"/>
                  </a:lnTo>
                  <a:lnTo>
                    <a:pt x="5558817" y="423529"/>
                  </a:lnTo>
                  <a:lnTo>
                    <a:pt x="5567201" y="432840"/>
                  </a:lnTo>
                  <a:lnTo>
                    <a:pt x="5605559" y="477971"/>
                  </a:lnTo>
                  <a:lnTo>
                    <a:pt x="5643550" y="526688"/>
                  </a:lnTo>
                  <a:lnTo>
                    <a:pt x="5681435" y="579060"/>
                  </a:lnTo>
                  <a:lnTo>
                    <a:pt x="5719416" y="635089"/>
                  </a:lnTo>
                  <a:lnTo>
                    <a:pt x="5757637" y="694699"/>
                  </a:lnTo>
                  <a:lnTo>
                    <a:pt x="5796193" y="757728"/>
                  </a:lnTo>
                  <a:lnTo>
                    <a:pt x="5835134" y="823929"/>
                  </a:lnTo>
                  <a:lnTo>
                    <a:pt x="5874471" y="892961"/>
                  </a:lnTo>
                  <a:lnTo>
                    <a:pt x="5914176" y="964404"/>
                  </a:lnTo>
                  <a:lnTo>
                    <a:pt x="5954191" y="1037758"/>
                  </a:lnTo>
                  <a:lnTo>
                    <a:pt x="5994434" y="1112460"/>
                  </a:lnTo>
                  <a:lnTo>
                    <a:pt x="6034805" y="1187904"/>
                  </a:lnTo>
                  <a:lnTo>
                    <a:pt x="6075195" y="1263454"/>
                  </a:lnTo>
                  <a:lnTo>
                    <a:pt x="6115493" y="1338473"/>
                  </a:lnTo>
                  <a:lnTo>
                    <a:pt x="6155594" y="1412342"/>
                  </a:lnTo>
                  <a:lnTo>
                    <a:pt x="6195410" y="1484481"/>
                  </a:lnTo>
                  <a:lnTo>
                    <a:pt x="6234875" y="1554369"/>
                  </a:lnTo>
                  <a:lnTo>
                    <a:pt x="6273949" y="1621557"/>
                  </a:lnTo>
                  <a:lnTo>
                    <a:pt x="6312630" y="1685676"/>
                  </a:lnTo>
                  <a:lnTo>
                    <a:pt x="6350954" y="1746450"/>
                  </a:lnTo>
                  <a:lnTo>
                    <a:pt x="6389002" y="1803686"/>
                  </a:lnTo>
                  <a:lnTo>
                    <a:pt x="6426899" y="1857282"/>
                  </a:lnTo>
                  <a:lnTo>
                    <a:pt x="6464829" y="1907214"/>
                  </a:lnTo>
                  <a:lnTo>
                    <a:pt x="6503031" y="1953530"/>
                  </a:lnTo>
                  <a:lnTo>
                    <a:pt x="6515891" y="1968199"/>
                  </a:lnTo>
                  <a:lnTo>
                    <a:pt x="6563091" y="2017956"/>
                  </a:lnTo>
                  <a:lnTo>
                    <a:pt x="6611932" y="2062628"/>
                  </a:lnTo>
                  <a:lnTo>
                    <a:pt x="6663203" y="2102486"/>
                  </a:lnTo>
                  <a:lnTo>
                    <a:pt x="6717786" y="2137983"/>
                  </a:lnTo>
                  <a:lnTo>
                    <a:pt x="6776574" y="2169624"/>
                  </a:lnTo>
                  <a:lnTo>
                    <a:pt x="6840395" y="2197896"/>
                  </a:lnTo>
                  <a:lnTo>
                    <a:pt x="6909909" y="2223219"/>
                  </a:lnTo>
                  <a:lnTo>
                    <a:pt x="6985470" y="2245930"/>
                  </a:lnTo>
                  <a:lnTo>
                    <a:pt x="7066946" y="2266271"/>
                  </a:lnTo>
                  <a:lnTo>
                    <a:pt x="7153512" y="2284384"/>
                  </a:lnTo>
                  <a:lnTo>
                    <a:pt x="7243445" y="2300323"/>
                  </a:lnTo>
                  <a:lnTo>
                    <a:pt x="7334007" y="2314068"/>
                  </a:lnTo>
                  <a:lnTo>
                    <a:pt x="7421519" y="2325569"/>
                  </a:lnTo>
                  <a:lnTo>
                    <a:pt x="7501721" y="2334786"/>
                  </a:lnTo>
                  <a:lnTo>
                    <a:pt x="7570442" y="2341754"/>
                  </a:lnTo>
                  <a:lnTo>
                    <a:pt x="7624454" y="2346623"/>
                  </a:lnTo>
                  <a:lnTo>
                    <a:pt x="7662263" y="2349671"/>
                  </a:lnTo>
                  <a:lnTo>
                    <a:pt x="7684565" y="2351286"/>
                  </a:lnTo>
                  <a:lnTo>
                    <a:pt x="7694273" y="2351921"/>
                  </a:lnTo>
                  <a:lnTo>
                    <a:pt x="7696230" y="2352038"/>
                  </a:lnTo>
                  <a:lnTo>
                    <a:pt x="7696237" y="2352038"/>
                  </a:lnTo>
                  <a:lnTo>
                    <a:pt x="8234974" y="2352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0" name="pl700"/>
            <p:cNvSpPr/>
            <p:nvPr/>
          </p:nvSpPr>
          <p:spPr>
            <a:xfrm>
              <a:off x="546595" y="510897"/>
              <a:ext cx="8234974" cy="2352038"/>
            </a:xfrm>
            <a:custGeom>
              <a:avLst/>
              <a:pathLst>
                <a:path w="8234974" h="2352038">
                  <a:moveTo>
                    <a:pt x="8234974" y="2352038"/>
                  </a:moveTo>
                  <a:lnTo>
                    <a:pt x="7696237" y="2352038"/>
                  </a:lnTo>
                  <a:lnTo>
                    <a:pt x="7695027" y="2351967"/>
                  </a:lnTo>
                  <a:lnTo>
                    <a:pt x="7687119" y="2351459"/>
                  </a:lnTo>
                  <a:lnTo>
                    <a:pt x="7667353" y="2350054"/>
                  </a:lnTo>
                  <a:lnTo>
                    <a:pt x="7632446" y="2347294"/>
                  </a:lnTo>
                  <a:lnTo>
                    <a:pt x="7581293" y="2342777"/>
                  </a:lnTo>
                  <a:lnTo>
                    <a:pt x="7515017" y="2336200"/>
                  </a:lnTo>
                  <a:lnTo>
                    <a:pt x="7436584" y="2327392"/>
                  </a:lnTo>
                  <a:lnTo>
                    <a:pt x="7350063" y="2316300"/>
                  </a:lnTo>
                  <a:lnTo>
                    <a:pt x="7259754" y="2302954"/>
                  </a:lnTo>
                  <a:lnTo>
                    <a:pt x="7169477" y="2287406"/>
                  </a:lnTo>
                  <a:lnTo>
                    <a:pt x="7082151" y="2269684"/>
                  </a:lnTo>
                  <a:lnTo>
                    <a:pt x="6999677" y="2249751"/>
                  </a:lnTo>
                  <a:lnTo>
                    <a:pt x="6923027" y="2227481"/>
                  </a:lnTo>
                  <a:lnTo>
                    <a:pt x="6852442" y="2202649"/>
                  </a:lnTo>
                  <a:lnTo>
                    <a:pt x="6787640" y="2174936"/>
                  </a:lnTo>
                  <a:lnTo>
                    <a:pt x="6728006" y="2143933"/>
                  </a:lnTo>
                  <a:lnTo>
                    <a:pt x="6672734" y="2109166"/>
                  </a:lnTo>
                  <a:lnTo>
                    <a:pt x="6620934" y="2070127"/>
                  </a:lnTo>
                  <a:lnTo>
                    <a:pt x="6571719" y="2026348"/>
                  </a:lnTo>
                  <a:lnTo>
                    <a:pt x="6524275" y="1977509"/>
                  </a:lnTo>
                  <a:lnTo>
                    <a:pt x="6515891" y="1968199"/>
                  </a:lnTo>
                  <a:lnTo>
                    <a:pt x="6477533" y="1923067"/>
                  </a:lnTo>
                  <a:lnTo>
                    <a:pt x="6439543" y="1874351"/>
                  </a:lnTo>
                  <a:lnTo>
                    <a:pt x="6401657" y="1821979"/>
                  </a:lnTo>
                  <a:lnTo>
                    <a:pt x="6363676" y="1765950"/>
                  </a:lnTo>
                  <a:lnTo>
                    <a:pt x="6325456" y="1706340"/>
                  </a:lnTo>
                  <a:lnTo>
                    <a:pt x="6286900" y="1643310"/>
                  </a:lnTo>
                  <a:lnTo>
                    <a:pt x="6247958" y="1577110"/>
                  </a:lnTo>
                  <a:lnTo>
                    <a:pt x="6208621" y="1508077"/>
                  </a:lnTo>
                  <a:lnTo>
                    <a:pt x="6168917" y="1436634"/>
                  </a:lnTo>
                  <a:lnTo>
                    <a:pt x="6128902" y="1363281"/>
                  </a:lnTo>
                  <a:lnTo>
                    <a:pt x="6088658" y="1288578"/>
                  </a:lnTo>
                  <a:lnTo>
                    <a:pt x="6048287" y="1213135"/>
                  </a:lnTo>
                  <a:lnTo>
                    <a:pt x="6007897" y="1137585"/>
                  </a:lnTo>
                  <a:lnTo>
                    <a:pt x="5967599" y="1062566"/>
                  </a:lnTo>
                  <a:lnTo>
                    <a:pt x="5927498" y="988697"/>
                  </a:lnTo>
                  <a:lnTo>
                    <a:pt x="5887682" y="916557"/>
                  </a:lnTo>
                  <a:lnTo>
                    <a:pt x="5848218" y="846669"/>
                  </a:lnTo>
                  <a:lnTo>
                    <a:pt x="5809144" y="779482"/>
                  </a:lnTo>
                  <a:lnTo>
                    <a:pt x="5770462" y="715362"/>
                  </a:lnTo>
                  <a:lnTo>
                    <a:pt x="5732138" y="654589"/>
                  </a:lnTo>
                  <a:lnTo>
                    <a:pt x="5694091" y="597352"/>
                  </a:lnTo>
                  <a:lnTo>
                    <a:pt x="5656193" y="543756"/>
                  </a:lnTo>
                  <a:lnTo>
                    <a:pt x="5618263" y="493825"/>
                  </a:lnTo>
                  <a:lnTo>
                    <a:pt x="5580062" y="447509"/>
                  </a:lnTo>
                  <a:lnTo>
                    <a:pt x="5567201" y="432840"/>
                  </a:lnTo>
                  <a:lnTo>
                    <a:pt x="5520001" y="383082"/>
                  </a:lnTo>
                  <a:lnTo>
                    <a:pt x="5471160" y="338410"/>
                  </a:lnTo>
                  <a:lnTo>
                    <a:pt x="5419889" y="298553"/>
                  </a:lnTo>
                  <a:lnTo>
                    <a:pt x="5365307" y="263056"/>
                  </a:lnTo>
                  <a:lnTo>
                    <a:pt x="5306519" y="231414"/>
                  </a:lnTo>
                  <a:lnTo>
                    <a:pt x="5242697" y="203143"/>
                  </a:lnTo>
                  <a:lnTo>
                    <a:pt x="5173183" y="177820"/>
                  </a:lnTo>
                  <a:lnTo>
                    <a:pt x="5097622" y="155109"/>
                  </a:lnTo>
                  <a:lnTo>
                    <a:pt x="5016146" y="134768"/>
                  </a:lnTo>
                  <a:lnTo>
                    <a:pt x="4929581" y="116654"/>
                  </a:lnTo>
                  <a:lnTo>
                    <a:pt x="4839648" y="100716"/>
                  </a:lnTo>
                  <a:lnTo>
                    <a:pt x="4749086" y="86970"/>
                  </a:lnTo>
                  <a:lnTo>
                    <a:pt x="4661574" y="75470"/>
                  </a:lnTo>
                  <a:lnTo>
                    <a:pt x="4581371" y="66253"/>
                  </a:lnTo>
                  <a:lnTo>
                    <a:pt x="4512650" y="59284"/>
                  </a:lnTo>
                  <a:lnTo>
                    <a:pt x="4458638" y="54416"/>
                  </a:lnTo>
                  <a:lnTo>
                    <a:pt x="4420830" y="51368"/>
                  </a:lnTo>
                  <a:lnTo>
                    <a:pt x="4398527" y="49752"/>
                  </a:lnTo>
                  <a:lnTo>
                    <a:pt x="4388820" y="49117"/>
                  </a:lnTo>
                  <a:lnTo>
                    <a:pt x="4386862" y="49001"/>
                  </a:lnTo>
                  <a:lnTo>
                    <a:pt x="4386855" y="49000"/>
                  </a:lnTo>
                  <a:lnTo>
                    <a:pt x="3848118" y="49000"/>
                  </a:lnTo>
                  <a:lnTo>
                    <a:pt x="3846816" y="48999"/>
                  </a:lnTo>
                  <a:lnTo>
                    <a:pt x="3838317" y="48987"/>
                  </a:lnTo>
                  <a:lnTo>
                    <a:pt x="3817132" y="48955"/>
                  </a:lnTo>
                  <a:lnTo>
                    <a:pt x="3779863" y="48891"/>
                  </a:lnTo>
                  <a:lnTo>
                    <a:pt x="3725538" y="48788"/>
                  </a:lnTo>
                  <a:lnTo>
                    <a:pt x="3655620" y="48638"/>
                  </a:lnTo>
                  <a:lnTo>
                    <a:pt x="3573526" y="48437"/>
                  </a:lnTo>
                  <a:lnTo>
                    <a:pt x="3483739" y="48186"/>
                  </a:lnTo>
                  <a:lnTo>
                    <a:pt x="3390843" y="47884"/>
                  </a:lnTo>
                  <a:lnTo>
                    <a:pt x="3298772" y="47534"/>
                  </a:lnTo>
                  <a:lnTo>
                    <a:pt x="3210409" y="47134"/>
                  </a:lnTo>
                  <a:lnTo>
                    <a:pt x="3127520" y="46685"/>
                  </a:lnTo>
                  <a:lnTo>
                    <a:pt x="3050901" y="46182"/>
                  </a:lnTo>
                  <a:lnTo>
                    <a:pt x="2980609" y="45619"/>
                  </a:lnTo>
                  <a:lnTo>
                    <a:pt x="2916199" y="44989"/>
                  </a:lnTo>
                  <a:lnTo>
                    <a:pt x="2856915" y="44282"/>
                  </a:lnTo>
                  <a:lnTo>
                    <a:pt x="2801842" y="43485"/>
                  </a:lnTo>
                  <a:lnTo>
                    <a:pt x="2750012" y="42589"/>
                  </a:lnTo>
                  <a:lnTo>
                    <a:pt x="2700494" y="41582"/>
                  </a:lnTo>
                  <a:lnTo>
                    <a:pt x="2667772" y="40834"/>
                  </a:lnTo>
                  <a:lnTo>
                    <a:pt x="2614993" y="39490"/>
                  </a:lnTo>
                  <a:lnTo>
                    <a:pt x="2562718" y="38000"/>
                  </a:lnTo>
                  <a:lnTo>
                    <a:pt x="2510352" y="36361"/>
                  </a:lnTo>
                  <a:lnTo>
                    <a:pt x="2457507" y="34580"/>
                  </a:lnTo>
                  <a:lnTo>
                    <a:pt x="2403971" y="32664"/>
                  </a:lnTo>
                  <a:lnTo>
                    <a:pt x="2349688" y="30633"/>
                  </a:lnTo>
                  <a:lnTo>
                    <a:pt x="2294733" y="28510"/>
                  </a:lnTo>
                  <a:lnTo>
                    <a:pt x="2239289" y="26324"/>
                  </a:lnTo>
                  <a:lnTo>
                    <a:pt x="2183609" y="24109"/>
                  </a:lnTo>
                  <a:lnTo>
                    <a:pt x="2127980" y="21900"/>
                  </a:lnTo>
                  <a:lnTo>
                    <a:pt x="2072683" y="19733"/>
                  </a:lnTo>
                  <a:lnTo>
                    <a:pt x="2017949" y="17639"/>
                  </a:lnTo>
                  <a:lnTo>
                    <a:pt x="1963927" y="15646"/>
                  </a:lnTo>
                  <a:lnTo>
                    <a:pt x="1910648" y="13776"/>
                  </a:lnTo>
                  <a:lnTo>
                    <a:pt x="1858005" y="12044"/>
                  </a:lnTo>
                  <a:lnTo>
                    <a:pt x="1805725" y="10458"/>
                  </a:lnTo>
                  <a:lnTo>
                    <a:pt x="1753352" y="9020"/>
                  </a:lnTo>
                  <a:lnTo>
                    <a:pt x="1719082" y="8166"/>
                  </a:lnTo>
                  <a:lnTo>
                    <a:pt x="1670663" y="7082"/>
                  </a:lnTo>
                  <a:lnTo>
                    <a:pt x="1620499" y="6112"/>
                  </a:lnTo>
                  <a:lnTo>
                    <a:pt x="1567733" y="5248"/>
                  </a:lnTo>
                  <a:lnTo>
                    <a:pt x="1511413" y="4482"/>
                  </a:lnTo>
                  <a:lnTo>
                    <a:pt x="1450578" y="3800"/>
                  </a:lnTo>
                  <a:lnTo>
                    <a:pt x="1384350" y="3193"/>
                  </a:lnTo>
                  <a:lnTo>
                    <a:pt x="1312056" y="2650"/>
                  </a:lnTo>
                  <a:lnTo>
                    <a:pt x="1233387" y="2165"/>
                  </a:lnTo>
                  <a:lnTo>
                    <a:pt x="1148612" y="1732"/>
                  </a:lnTo>
                  <a:lnTo>
                    <a:pt x="1058814" y="1348"/>
                  </a:lnTo>
                  <a:lnTo>
                    <a:pt x="966110" y="1013"/>
                  </a:lnTo>
                  <a:lnTo>
                    <a:pt x="873741" y="728"/>
                  </a:lnTo>
                  <a:lnTo>
                    <a:pt x="785910" y="492"/>
                  </a:lnTo>
                  <a:lnTo>
                    <a:pt x="707267" y="308"/>
                  </a:lnTo>
                  <a:lnTo>
                    <a:pt x="642061" y="174"/>
                  </a:lnTo>
                  <a:lnTo>
                    <a:pt x="593164" y="84"/>
                  </a:lnTo>
                  <a:lnTo>
                    <a:pt x="561286" y="32"/>
                  </a:lnTo>
                  <a:lnTo>
                    <a:pt x="544652" y="7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1" name="pg701"/>
            <p:cNvSpPr/>
            <p:nvPr/>
          </p:nvSpPr>
          <p:spPr>
            <a:xfrm>
              <a:off x="546595" y="543564"/>
              <a:ext cx="8234974" cy="2700488"/>
            </a:xfrm>
            <a:custGeom>
              <a:avLst/>
              <a:pathLst>
                <a:path w="8234974" h="2700488">
                  <a:moveTo>
                    <a:pt x="0" y="5444"/>
                  </a:moveTo>
                  <a:lnTo>
                    <a:pt x="538736" y="5444"/>
                  </a:lnTo>
                  <a:lnTo>
                    <a:pt x="540039" y="5446"/>
                  </a:lnTo>
                  <a:lnTo>
                    <a:pt x="548538" y="5460"/>
                  </a:lnTo>
                  <a:lnTo>
                    <a:pt x="569722" y="5500"/>
                  </a:lnTo>
                  <a:lnTo>
                    <a:pt x="606990" y="5577"/>
                  </a:lnTo>
                  <a:lnTo>
                    <a:pt x="661315" y="5704"/>
                  </a:lnTo>
                  <a:lnTo>
                    <a:pt x="731231" y="5887"/>
                  </a:lnTo>
                  <a:lnTo>
                    <a:pt x="813325" y="6132"/>
                  </a:lnTo>
                  <a:lnTo>
                    <a:pt x="903112" y="6439"/>
                  </a:lnTo>
                  <a:lnTo>
                    <a:pt x="996006" y="6808"/>
                  </a:lnTo>
                  <a:lnTo>
                    <a:pt x="1088077" y="7237"/>
                  </a:lnTo>
                  <a:lnTo>
                    <a:pt x="1176440" y="7725"/>
                  </a:lnTo>
                  <a:lnTo>
                    <a:pt x="1259329" y="8274"/>
                  </a:lnTo>
                  <a:lnTo>
                    <a:pt x="1335948" y="8889"/>
                  </a:lnTo>
                  <a:lnTo>
                    <a:pt x="1406240" y="9576"/>
                  </a:lnTo>
                  <a:lnTo>
                    <a:pt x="1470650" y="10346"/>
                  </a:lnTo>
                  <a:lnTo>
                    <a:pt x="1529934" y="11211"/>
                  </a:lnTo>
                  <a:lnTo>
                    <a:pt x="1585007" y="12184"/>
                  </a:lnTo>
                  <a:lnTo>
                    <a:pt x="1636837" y="13280"/>
                  </a:lnTo>
                  <a:lnTo>
                    <a:pt x="1686355" y="14511"/>
                  </a:lnTo>
                  <a:lnTo>
                    <a:pt x="1719082" y="15426"/>
                  </a:lnTo>
                  <a:lnTo>
                    <a:pt x="1771854" y="17068"/>
                  </a:lnTo>
                  <a:lnTo>
                    <a:pt x="1824121" y="18889"/>
                  </a:lnTo>
                  <a:lnTo>
                    <a:pt x="1876479" y="20891"/>
                  </a:lnTo>
                  <a:lnTo>
                    <a:pt x="1929316" y="23068"/>
                  </a:lnTo>
                  <a:lnTo>
                    <a:pt x="1982844" y="25409"/>
                  </a:lnTo>
                  <a:lnTo>
                    <a:pt x="2037119" y="27891"/>
                  </a:lnTo>
                  <a:lnTo>
                    <a:pt x="2092065" y="30485"/>
                  </a:lnTo>
                  <a:lnTo>
                    <a:pt x="2147500" y="33156"/>
                  </a:lnTo>
                  <a:lnTo>
                    <a:pt x="2203172" y="35863"/>
                  </a:lnTo>
                  <a:lnTo>
                    <a:pt x="2258793" y="38562"/>
                  </a:lnTo>
                  <a:lnTo>
                    <a:pt x="2314083" y="41211"/>
                  </a:lnTo>
                  <a:lnTo>
                    <a:pt x="2368810" y="43770"/>
                  </a:lnTo>
                  <a:lnTo>
                    <a:pt x="2422826" y="46206"/>
                  </a:lnTo>
                  <a:lnTo>
                    <a:pt x="2476098" y="48491"/>
                  </a:lnTo>
                  <a:lnTo>
                    <a:pt x="2528735" y="50608"/>
                  </a:lnTo>
                  <a:lnTo>
                    <a:pt x="2581007" y="52547"/>
                  </a:lnTo>
                  <a:lnTo>
                    <a:pt x="2633372" y="54305"/>
                  </a:lnTo>
                  <a:lnTo>
                    <a:pt x="2667772" y="55352"/>
                  </a:lnTo>
                  <a:lnTo>
                    <a:pt x="2716191" y="56677"/>
                  </a:lnTo>
                  <a:lnTo>
                    <a:pt x="2766355" y="57864"/>
                  </a:lnTo>
                  <a:lnTo>
                    <a:pt x="2819121" y="58919"/>
                  </a:lnTo>
                  <a:lnTo>
                    <a:pt x="2875440" y="59856"/>
                  </a:lnTo>
                  <a:lnTo>
                    <a:pt x="2936275" y="60688"/>
                  </a:lnTo>
                  <a:lnTo>
                    <a:pt x="3002502" y="61431"/>
                  </a:lnTo>
                  <a:lnTo>
                    <a:pt x="3074795" y="62094"/>
                  </a:lnTo>
                  <a:lnTo>
                    <a:pt x="3153463" y="62687"/>
                  </a:lnTo>
                  <a:lnTo>
                    <a:pt x="3238238" y="63216"/>
                  </a:lnTo>
                  <a:lnTo>
                    <a:pt x="3328035" y="63685"/>
                  </a:lnTo>
                  <a:lnTo>
                    <a:pt x="3420739" y="64095"/>
                  </a:lnTo>
                  <a:lnTo>
                    <a:pt x="3513107" y="64444"/>
                  </a:lnTo>
                  <a:lnTo>
                    <a:pt x="3600938" y="64731"/>
                  </a:lnTo>
                  <a:lnTo>
                    <a:pt x="3679582" y="64956"/>
                  </a:lnTo>
                  <a:lnTo>
                    <a:pt x="3744788" y="65121"/>
                  </a:lnTo>
                  <a:lnTo>
                    <a:pt x="3793687" y="65231"/>
                  </a:lnTo>
                  <a:lnTo>
                    <a:pt x="3825566" y="65294"/>
                  </a:lnTo>
                  <a:lnTo>
                    <a:pt x="3842202" y="65324"/>
                  </a:lnTo>
                  <a:lnTo>
                    <a:pt x="3847702" y="65333"/>
                  </a:lnTo>
                  <a:lnTo>
                    <a:pt x="3848118" y="65334"/>
                  </a:lnTo>
                  <a:lnTo>
                    <a:pt x="4386855" y="65334"/>
                  </a:lnTo>
                  <a:lnTo>
                    <a:pt x="4388040" y="65414"/>
                  </a:lnTo>
                  <a:lnTo>
                    <a:pt x="4395784" y="65982"/>
                  </a:lnTo>
                  <a:lnTo>
                    <a:pt x="4415156" y="67555"/>
                  </a:lnTo>
                  <a:lnTo>
                    <a:pt x="4449404" y="70644"/>
                  </a:lnTo>
                  <a:lnTo>
                    <a:pt x="4499665" y="75704"/>
                  </a:lnTo>
                  <a:lnTo>
                    <a:pt x="4564909" y="83076"/>
                  </a:lnTo>
                  <a:lnTo>
                    <a:pt x="4642291" y="92959"/>
                  </a:lnTo>
                  <a:lnTo>
                    <a:pt x="4727861" y="105417"/>
                  </a:lnTo>
                  <a:lnTo>
                    <a:pt x="4817402" y="120422"/>
                  </a:lnTo>
                  <a:lnTo>
                    <a:pt x="4907132" y="137912"/>
                  </a:lnTo>
                  <a:lnTo>
                    <a:pt x="4994127" y="157853"/>
                  </a:lnTo>
                  <a:lnTo>
                    <a:pt x="5076454" y="180281"/>
                  </a:lnTo>
                  <a:lnTo>
                    <a:pt x="5153092" y="205328"/>
                  </a:lnTo>
                  <a:lnTo>
                    <a:pt x="5223749" y="233235"/>
                  </a:lnTo>
                  <a:lnTo>
                    <a:pt x="5288660" y="264350"/>
                  </a:lnTo>
                  <a:lnTo>
                    <a:pt x="5348400" y="299119"/>
                  </a:lnTo>
                  <a:lnTo>
                    <a:pt x="5403744" y="338069"/>
                  </a:lnTo>
                  <a:lnTo>
                    <a:pt x="5455555" y="381764"/>
                  </a:lnTo>
                  <a:lnTo>
                    <a:pt x="5504708" y="430744"/>
                  </a:lnTo>
                  <a:lnTo>
                    <a:pt x="5552012" y="485396"/>
                  </a:lnTo>
                  <a:lnTo>
                    <a:pt x="5567201" y="504526"/>
                  </a:lnTo>
                  <a:lnTo>
                    <a:pt x="5603682" y="553529"/>
                  </a:lnTo>
                  <a:lnTo>
                    <a:pt x="5639818" y="606234"/>
                  </a:lnTo>
                  <a:lnTo>
                    <a:pt x="5675838" y="662717"/>
                  </a:lnTo>
                  <a:lnTo>
                    <a:pt x="5711921" y="722988"/>
                  </a:lnTo>
                  <a:lnTo>
                    <a:pt x="5748200" y="786986"/>
                  </a:lnTo>
                  <a:lnTo>
                    <a:pt x="5784765" y="854570"/>
                  </a:lnTo>
                  <a:lnTo>
                    <a:pt x="5821669" y="925521"/>
                  </a:lnTo>
                  <a:lnTo>
                    <a:pt x="5858932" y="999533"/>
                  </a:lnTo>
                  <a:lnTo>
                    <a:pt x="5896541" y="1076220"/>
                  </a:lnTo>
                  <a:lnTo>
                    <a:pt x="5934456" y="1155122"/>
                  </a:lnTo>
                  <a:lnTo>
                    <a:pt x="5972618" y="1235714"/>
                  </a:lnTo>
                  <a:lnTo>
                    <a:pt x="6010945" y="1317416"/>
                  </a:lnTo>
                  <a:lnTo>
                    <a:pt x="6049349" y="1399619"/>
                  </a:lnTo>
                  <a:lnTo>
                    <a:pt x="6087733" y="1481694"/>
                  </a:lnTo>
                  <a:lnTo>
                    <a:pt x="6126003" y="1563018"/>
                  </a:lnTo>
                  <a:lnTo>
                    <a:pt x="6164073" y="1642990"/>
                  </a:lnTo>
                  <a:lnTo>
                    <a:pt x="6201871" y="1721052"/>
                  </a:lnTo>
                  <a:lnTo>
                    <a:pt x="6239342" y="1796704"/>
                  </a:lnTo>
                  <a:lnTo>
                    <a:pt x="6276459" y="1869514"/>
                  </a:lnTo>
                  <a:lnTo>
                    <a:pt x="6313221" y="1939129"/>
                  </a:lnTo>
                  <a:lnTo>
                    <a:pt x="6349661" y="2005279"/>
                  </a:lnTo>
                  <a:lnTo>
                    <a:pt x="6385847" y="2067775"/>
                  </a:lnTo>
                  <a:lnTo>
                    <a:pt x="6421887" y="2126510"/>
                  </a:lnTo>
                  <a:lnTo>
                    <a:pt x="6457930" y="2181453"/>
                  </a:lnTo>
                  <a:lnTo>
                    <a:pt x="6494175" y="2232642"/>
                  </a:lnTo>
                  <a:lnTo>
                    <a:pt x="6515891" y="2261296"/>
                  </a:lnTo>
                  <a:lnTo>
                    <a:pt x="6562744" y="2317837"/>
                  </a:lnTo>
                  <a:lnTo>
                    <a:pt x="6611208" y="2368641"/>
                  </a:lnTo>
                  <a:lnTo>
                    <a:pt x="6662055" y="2414010"/>
                  </a:lnTo>
                  <a:lnTo>
                    <a:pt x="6716146" y="2454450"/>
                  </a:lnTo>
                  <a:lnTo>
                    <a:pt x="6774357" y="2490526"/>
                  </a:lnTo>
                  <a:lnTo>
                    <a:pt x="6837501" y="2522782"/>
                  </a:lnTo>
                  <a:lnTo>
                    <a:pt x="6906232" y="2551695"/>
                  </a:lnTo>
                  <a:lnTo>
                    <a:pt x="6980916" y="2577646"/>
                  </a:lnTo>
                  <a:lnTo>
                    <a:pt x="7061454" y="2600911"/>
                  </a:lnTo>
                  <a:lnTo>
                    <a:pt x="7147088" y="2621657"/>
                  </a:lnTo>
                  <a:lnTo>
                    <a:pt x="7236197" y="2639950"/>
                  </a:lnTo>
                  <a:lnTo>
                    <a:pt x="7326180" y="2655774"/>
                  </a:lnTo>
                  <a:lnTo>
                    <a:pt x="7413504" y="2669071"/>
                  </a:lnTo>
                  <a:lnTo>
                    <a:pt x="7494029" y="2679795"/>
                  </a:lnTo>
                  <a:lnTo>
                    <a:pt x="7563627" y="2687974"/>
                  </a:lnTo>
                  <a:lnTo>
                    <a:pt x="7619003" y="2693759"/>
                  </a:lnTo>
                  <a:lnTo>
                    <a:pt x="7658471" y="2697448"/>
                  </a:lnTo>
                  <a:lnTo>
                    <a:pt x="7682449" y="2699461"/>
                  </a:lnTo>
                  <a:lnTo>
                    <a:pt x="7693522" y="2700301"/>
                  </a:lnTo>
                  <a:lnTo>
                    <a:pt x="7696237" y="2700488"/>
                  </a:lnTo>
                  <a:lnTo>
                    <a:pt x="8234974" y="2700488"/>
                  </a:lnTo>
                  <a:lnTo>
                    <a:pt x="8234974" y="2695044"/>
                  </a:lnTo>
                  <a:lnTo>
                    <a:pt x="7696237" y="2695044"/>
                  </a:lnTo>
                  <a:lnTo>
                    <a:pt x="7695053" y="2694964"/>
                  </a:lnTo>
                  <a:lnTo>
                    <a:pt x="7687308" y="2694395"/>
                  </a:lnTo>
                  <a:lnTo>
                    <a:pt x="7667936" y="2692823"/>
                  </a:lnTo>
                  <a:lnTo>
                    <a:pt x="7633689" y="2689734"/>
                  </a:lnTo>
                  <a:lnTo>
                    <a:pt x="7583427" y="2684674"/>
                  </a:lnTo>
                  <a:lnTo>
                    <a:pt x="7518183" y="2677302"/>
                  </a:lnTo>
                  <a:lnTo>
                    <a:pt x="7440802" y="2667418"/>
                  </a:lnTo>
                  <a:lnTo>
                    <a:pt x="7355232" y="2654960"/>
                  </a:lnTo>
                  <a:lnTo>
                    <a:pt x="7265691" y="2639956"/>
                  </a:lnTo>
                  <a:lnTo>
                    <a:pt x="7175960" y="2622466"/>
                  </a:lnTo>
                  <a:lnTo>
                    <a:pt x="7088965" y="2602525"/>
                  </a:lnTo>
                  <a:lnTo>
                    <a:pt x="7006638" y="2580097"/>
                  </a:lnTo>
                  <a:lnTo>
                    <a:pt x="6930001" y="2555049"/>
                  </a:lnTo>
                  <a:lnTo>
                    <a:pt x="6859344" y="2527143"/>
                  </a:lnTo>
                  <a:lnTo>
                    <a:pt x="6794433" y="2496028"/>
                  </a:lnTo>
                  <a:lnTo>
                    <a:pt x="6734692" y="2461259"/>
                  </a:lnTo>
                  <a:lnTo>
                    <a:pt x="6679349" y="2422309"/>
                  </a:lnTo>
                  <a:lnTo>
                    <a:pt x="6627537" y="2378614"/>
                  </a:lnTo>
                  <a:lnTo>
                    <a:pt x="6578385" y="2329634"/>
                  </a:lnTo>
                  <a:lnTo>
                    <a:pt x="6531081" y="2274982"/>
                  </a:lnTo>
                  <a:lnTo>
                    <a:pt x="6515891" y="2255851"/>
                  </a:lnTo>
                  <a:lnTo>
                    <a:pt x="6479411" y="2206849"/>
                  </a:lnTo>
                  <a:lnTo>
                    <a:pt x="6443275" y="2154144"/>
                  </a:lnTo>
                  <a:lnTo>
                    <a:pt x="6407254" y="2097661"/>
                  </a:lnTo>
                  <a:lnTo>
                    <a:pt x="6371171" y="2037390"/>
                  </a:lnTo>
                  <a:lnTo>
                    <a:pt x="6334892" y="1973392"/>
                  </a:lnTo>
                  <a:lnTo>
                    <a:pt x="6298328" y="1905807"/>
                  </a:lnTo>
                  <a:lnTo>
                    <a:pt x="6261423" y="1834857"/>
                  </a:lnTo>
                  <a:lnTo>
                    <a:pt x="6224161" y="1760845"/>
                  </a:lnTo>
                  <a:lnTo>
                    <a:pt x="6186552" y="1684157"/>
                  </a:lnTo>
                  <a:lnTo>
                    <a:pt x="6148636" y="1605255"/>
                  </a:lnTo>
                  <a:lnTo>
                    <a:pt x="6110475" y="1524664"/>
                  </a:lnTo>
                  <a:lnTo>
                    <a:pt x="6072147" y="1442961"/>
                  </a:lnTo>
                  <a:lnTo>
                    <a:pt x="6033744" y="1360759"/>
                  </a:lnTo>
                  <a:lnTo>
                    <a:pt x="5995360" y="1278684"/>
                  </a:lnTo>
                  <a:lnTo>
                    <a:pt x="5957089" y="1197360"/>
                  </a:lnTo>
                  <a:lnTo>
                    <a:pt x="5919019" y="1117388"/>
                  </a:lnTo>
                  <a:lnTo>
                    <a:pt x="5881222" y="1039326"/>
                  </a:lnTo>
                  <a:lnTo>
                    <a:pt x="5843750" y="963674"/>
                  </a:lnTo>
                  <a:lnTo>
                    <a:pt x="5806633" y="890864"/>
                  </a:lnTo>
                  <a:lnTo>
                    <a:pt x="5769871" y="821248"/>
                  </a:lnTo>
                  <a:lnTo>
                    <a:pt x="5733431" y="755099"/>
                  </a:lnTo>
                  <a:lnTo>
                    <a:pt x="5697245" y="692603"/>
                  </a:lnTo>
                  <a:lnTo>
                    <a:pt x="5661206" y="633868"/>
                  </a:lnTo>
                  <a:lnTo>
                    <a:pt x="5625163" y="578925"/>
                  </a:lnTo>
                  <a:lnTo>
                    <a:pt x="5588918" y="527736"/>
                  </a:lnTo>
                  <a:lnTo>
                    <a:pt x="5567201" y="499082"/>
                  </a:lnTo>
                  <a:lnTo>
                    <a:pt x="5520349" y="442541"/>
                  </a:lnTo>
                  <a:lnTo>
                    <a:pt x="5471885" y="391736"/>
                  </a:lnTo>
                  <a:lnTo>
                    <a:pt x="5421038" y="346367"/>
                  </a:lnTo>
                  <a:lnTo>
                    <a:pt x="5366947" y="305928"/>
                  </a:lnTo>
                  <a:lnTo>
                    <a:pt x="5308736" y="269852"/>
                  </a:lnTo>
                  <a:lnTo>
                    <a:pt x="5245592" y="237596"/>
                  </a:lnTo>
                  <a:lnTo>
                    <a:pt x="5176860" y="208683"/>
                  </a:lnTo>
                  <a:lnTo>
                    <a:pt x="5102177" y="182732"/>
                  </a:lnTo>
                  <a:lnTo>
                    <a:pt x="5021638" y="159467"/>
                  </a:lnTo>
                  <a:lnTo>
                    <a:pt x="4936004" y="138720"/>
                  </a:lnTo>
                  <a:lnTo>
                    <a:pt x="4846895" y="120427"/>
                  </a:lnTo>
                  <a:lnTo>
                    <a:pt x="4756912" y="104604"/>
                  </a:lnTo>
                  <a:lnTo>
                    <a:pt x="4669588" y="91307"/>
                  </a:lnTo>
                  <a:lnTo>
                    <a:pt x="4589064" y="80583"/>
                  </a:lnTo>
                  <a:lnTo>
                    <a:pt x="4519465" y="72404"/>
                  </a:lnTo>
                  <a:lnTo>
                    <a:pt x="4464090" y="66618"/>
                  </a:lnTo>
                  <a:lnTo>
                    <a:pt x="4424621" y="62930"/>
                  </a:lnTo>
                  <a:lnTo>
                    <a:pt x="4400643" y="60916"/>
                  </a:lnTo>
                  <a:lnTo>
                    <a:pt x="4389571" y="60077"/>
                  </a:lnTo>
                  <a:lnTo>
                    <a:pt x="4386855" y="59889"/>
                  </a:lnTo>
                  <a:lnTo>
                    <a:pt x="3848118" y="59889"/>
                  </a:lnTo>
                  <a:lnTo>
                    <a:pt x="3846816" y="59887"/>
                  </a:lnTo>
                  <a:lnTo>
                    <a:pt x="3838317" y="59873"/>
                  </a:lnTo>
                  <a:lnTo>
                    <a:pt x="3817132" y="59834"/>
                  </a:lnTo>
                  <a:lnTo>
                    <a:pt x="3779864" y="59756"/>
                  </a:lnTo>
                  <a:lnTo>
                    <a:pt x="3725540" y="59630"/>
                  </a:lnTo>
                  <a:lnTo>
                    <a:pt x="3655623" y="59446"/>
                  </a:lnTo>
                  <a:lnTo>
                    <a:pt x="3573530" y="59201"/>
                  </a:lnTo>
                  <a:lnTo>
                    <a:pt x="3483743" y="58894"/>
                  </a:lnTo>
                  <a:lnTo>
                    <a:pt x="3390848" y="58525"/>
                  </a:lnTo>
                  <a:lnTo>
                    <a:pt x="3298778" y="58097"/>
                  </a:lnTo>
                  <a:lnTo>
                    <a:pt x="3210414" y="57609"/>
                  </a:lnTo>
                  <a:lnTo>
                    <a:pt x="3127526" y="57059"/>
                  </a:lnTo>
                  <a:lnTo>
                    <a:pt x="3050907" y="56445"/>
                  </a:lnTo>
                  <a:lnTo>
                    <a:pt x="2980615" y="55757"/>
                  </a:lnTo>
                  <a:lnTo>
                    <a:pt x="2916204" y="54987"/>
                  </a:lnTo>
                  <a:lnTo>
                    <a:pt x="2856920" y="54122"/>
                  </a:lnTo>
                  <a:lnTo>
                    <a:pt x="2801847" y="53149"/>
                  </a:lnTo>
                  <a:lnTo>
                    <a:pt x="2750017" y="52053"/>
                  </a:lnTo>
                  <a:lnTo>
                    <a:pt x="2700499" y="50823"/>
                  </a:lnTo>
                  <a:lnTo>
                    <a:pt x="2667772" y="49908"/>
                  </a:lnTo>
                  <a:lnTo>
                    <a:pt x="2615001" y="48265"/>
                  </a:lnTo>
                  <a:lnTo>
                    <a:pt x="2562733" y="46445"/>
                  </a:lnTo>
                  <a:lnTo>
                    <a:pt x="2510375" y="44443"/>
                  </a:lnTo>
                  <a:lnTo>
                    <a:pt x="2457538" y="42265"/>
                  </a:lnTo>
                  <a:lnTo>
                    <a:pt x="2404011" y="39925"/>
                  </a:lnTo>
                  <a:lnTo>
                    <a:pt x="2349736" y="37443"/>
                  </a:lnTo>
                  <a:lnTo>
                    <a:pt x="2294790" y="34848"/>
                  </a:lnTo>
                  <a:lnTo>
                    <a:pt x="2239354" y="32177"/>
                  </a:lnTo>
                  <a:lnTo>
                    <a:pt x="2183682" y="29470"/>
                  </a:lnTo>
                  <a:lnTo>
                    <a:pt x="2128061" y="26771"/>
                  </a:lnTo>
                  <a:lnTo>
                    <a:pt x="2072771" y="24122"/>
                  </a:lnTo>
                  <a:lnTo>
                    <a:pt x="2018044" y="21563"/>
                  </a:lnTo>
                  <a:lnTo>
                    <a:pt x="1964029" y="19128"/>
                  </a:lnTo>
                  <a:lnTo>
                    <a:pt x="1910756" y="16842"/>
                  </a:lnTo>
                  <a:lnTo>
                    <a:pt x="1858120" y="14725"/>
                  </a:lnTo>
                  <a:lnTo>
                    <a:pt x="1805848" y="12787"/>
                  </a:lnTo>
                  <a:lnTo>
                    <a:pt x="1753483" y="11029"/>
                  </a:lnTo>
                  <a:lnTo>
                    <a:pt x="1719082" y="9981"/>
                  </a:lnTo>
                  <a:lnTo>
                    <a:pt x="1670663" y="8656"/>
                  </a:lnTo>
                  <a:lnTo>
                    <a:pt x="1620499" y="7470"/>
                  </a:lnTo>
                  <a:lnTo>
                    <a:pt x="1567734" y="6415"/>
                  </a:lnTo>
                  <a:lnTo>
                    <a:pt x="1511414" y="5478"/>
                  </a:lnTo>
                  <a:lnTo>
                    <a:pt x="1450580" y="4645"/>
                  </a:lnTo>
                  <a:lnTo>
                    <a:pt x="1384353" y="3903"/>
                  </a:lnTo>
                  <a:lnTo>
                    <a:pt x="1312059" y="3240"/>
                  </a:lnTo>
                  <a:lnTo>
                    <a:pt x="1233391" y="2646"/>
                  </a:lnTo>
                  <a:lnTo>
                    <a:pt x="1148617" y="2117"/>
                  </a:lnTo>
                  <a:lnTo>
                    <a:pt x="1058819" y="1648"/>
                  </a:lnTo>
                  <a:lnTo>
                    <a:pt x="966116" y="1239"/>
                  </a:lnTo>
                  <a:lnTo>
                    <a:pt x="873747" y="889"/>
                  </a:lnTo>
                  <a:lnTo>
                    <a:pt x="785916" y="602"/>
                  </a:lnTo>
                  <a:lnTo>
                    <a:pt x="707273" y="377"/>
                  </a:lnTo>
                  <a:lnTo>
                    <a:pt x="642066" y="213"/>
                  </a:lnTo>
                  <a:lnTo>
                    <a:pt x="593168" y="103"/>
                  </a:lnTo>
                  <a:lnTo>
                    <a:pt x="561288" y="39"/>
                  </a:lnTo>
                  <a:lnTo>
                    <a:pt x="544653" y="9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02" name="pl702"/>
            <p:cNvSpPr/>
            <p:nvPr/>
          </p:nvSpPr>
          <p:spPr>
            <a:xfrm>
              <a:off x="546595" y="549009"/>
              <a:ext cx="8234974" cy="2695044"/>
            </a:xfrm>
            <a:custGeom>
              <a:avLst/>
              <a:pathLst>
                <a:path w="8234974" h="2695044">
                  <a:moveTo>
                    <a:pt x="0" y="0"/>
                  </a:moveTo>
                  <a:lnTo>
                    <a:pt x="538736" y="0"/>
                  </a:lnTo>
                  <a:lnTo>
                    <a:pt x="540039" y="1"/>
                  </a:lnTo>
                  <a:lnTo>
                    <a:pt x="548538" y="16"/>
                  </a:lnTo>
                  <a:lnTo>
                    <a:pt x="569722" y="55"/>
                  </a:lnTo>
                  <a:lnTo>
                    <a:pt x="606990" y="133"/>
                  </a:lnTo>
                  <a:lnTo>
                    <a:pt x="661315" y="259"/>
                  </a:lnTo>
                  <a:lnTo>
                    <a:pt x="731231" y="443"/>
                  </a:lnTo>
                  <a:lnTo>
                    <a:pt x="813325" y="687"/>
                  </a:lnTo>
                  <a:lnTo>
                    <a:pt x="903112" y="995"/>
                  </a:lnTo>
                  <a:lnTo>
                    <a:pt x="996006" y="1363"/>
                  </a:lnTo>
                  <a:lnTo>
                    <a:pt x="1088077" y="1792"/>
                  </a:lnTo>
                  <a:lnTo>
                    <a:pt x="1176440" y="2280"/>
                  </a:lnTo>
                  <a:lnTo>
                    <a:pt x="1259329" y="2830"/>
                  </a:lnTo>
                  <a:lnTo>
                    <a:pt x="1335948" y="3444"/>
                  </a:lnTo>
                  <a:lnTo>
                    <a:pt x="1406240" y="4132"/>
                  </a:lnTo>
                  <a:lnTo>
                    <a:pt x="1470650" y="4902"/>
                  </a:lnTo>
                  <a:lnTo>
                    <a:pt x="1529934" y="5767"/>
                  </a:lnTo>
                  <a:lnTo>
                    <a:pt x="1585007" y="6740"/>
                  </a:lnTo>
                  <a:lnTo>
                    <a:pt x="1636837" y="7836"/>
                  </a:lnTo>
                  <a:lnTo>
                    <a:pt x="1686355" y="9066"/>
                  </a:lnTo>
                  <a:lnTo>
                    <a:pt x="1719082" y="9981"/>
                  </a:lnTo>
                  <a:lnTo>
                    <a:pt x="1771854" y="11623"/>
                  </a:lnTo>
                  <a:lnTo>
                    <a:pt x="1824121" y="13444"/>
                  </a:lnTo>
                  <a:lnTo>
                    <a:pt x="1876479" y="15446"/>
                  </a:lnTo>
                  <a:lnTo>
                    <a:pt x="1929316" y="17624"/>
                  </a:lnTo>
                  <a:lnTo>
                    <a:pt x="1982844" y="19964"/>
                  </a:lnTo>
                  <a:lnTo>
                    <a:pt x="2037119" y="22446"/>
                  </a:lnTo>
                  <a:lnTo>
                    <a:pt x="2092065" y="25041"/>
                  </a:lnTo>
                  <a:lnTo>
                    <a:pt x="2147500" y="27712"/>
                  </a:lnTo>
                  <a:lnTo>
                    <a:pt x="2203172" y="30419"/>
                  </a:lnTo>
                  <a:lnTo>
                    <a:pt x="2258793" y="33118"/>
                  </a:lnTo>
                  <a:lnTo>
                    <a:pt x="2314083" y="35767"/>
                  </a:lnTo>
                  <a:lnTo>
                    <a:pt x="2368810" y="38326"/>
                  </a:lnTo>
                  <a:lnTo>
                    <a:pt x="2422826" y="40761"/>
                  </a:lnTo>
                  <a:lnTo>
                    <a:pt x="2476098" y="43047"/>
                  </a:lnTo>
                  <a:lnTo>
                    <a:pt x="2528735" y="45164"/>
                  </a:lnTo>
                  <a:lnTo>
                    <a:pt x="2581007" y="47102"/>
                  </a:lnTo>
                  <a:lnTo>
                    <a:pt x="2633372" y="48860"/>
                  </a:lnTo>
                  <a:lnTo>
                    <a:pt x="2667772" y="49908"/>
                  </a:lnTo>
                  <a:lnTo>
                    <a:pt x="2716191" y="51233"/>
                  </a:lnTo>
                  <a:lnTo>
                    <a:pt x="2766355" y="52419"/>
                  </a:lnTo>
                  <a:lnTo>
                    <a:pt x="2819121" y="53474"/>
                  </a:lnTo>
                  <a:lnTo>
                    <a:pt x="2875440" y="54411"/>
                  </a:lnTo>
                  <a:lnTo>
                    <a:pt x="2936275" y="55244"/>
                  </a:lnTo>
                  <a:lnTo>
                    <a:pt x="3002502" y="55986"/>
                  </a:lnTo>
                  <a:lnTo>
                    <a:pt x="3074795" y="56649"/>
                  </a:lnTo>
                  <a:lnTo>
                    <a:pt x="3153463" y="57243"/>
                  </a:lnTo>
                  <a:lnTo>
                    <a:pt x="3238238" y="57772"/>
                  </a:lnTo>
                  <a:lnTo>
                    <a:pt x="3328035" y="58241"/>
                  </a:lnTo>
                  <a:lnTo>
                    <a:pt x="3420739" y="58650"/>
                  </a:lnTo>
                  <a:lnTo>
                    <a:pt x="3513107" y="59000"/>
                  </a:lnTo>
                  <a:lnTo>
                    <a:pt x="3600938" y="59287"/>
                  </a:lnTo>
                  <a:lnTo>
                    <a:pt x="3679582" y="59512"/>
                  </a:lnTo>
                  <a:lnTo>
                    <a:pt x="3744788" y="59676"/>
                  </a:lnTo>
                  <a:lnTo>
                    <a:pt x="3793687" y="59786"/>
                  </a:lnTo>
                  <a:lnTo>
                    <a:pt x="3825566" y="59850"/>
                  </a:lnTo>
                  <a:lnTo>
                    <a:pt x="3842202" y="59880"/>
                  </a:lnTo>
                  <a:lnTo>
                    <a:pt x="3847702" y="59889"/>
                  </a:lnTo>
                  <a:lnTo>
                    <a:pt x="3848118" y="59889"/>
                  </a:lnTo>
                  <a:lnTo>
                    <a:pt x="4386855" y="59889"/>
                  </a:lnTo>
                  <a:lnTo>
                    <a:pt x="4388040" y="59969"/>
                  </a:lnTo>
                  <a:lnTo>
                    <a:pt x="4395784" y="60538"/>
                  </a:lnTo>
                  <a:lnTo>
                    <a:pt x="4415156" y="62111"/>
                  </a:lnTo>
                  <a:lnTo>
                    <a:pt x="4449404" y="65200"/>
                  </a:lnTo>
                  <a:lnTo>
                    <a:pt x="4499665" y="70259"/>
                  </a:lnTo>
                  <a:lnTo>
                    <a:pt x="4564909" y="77632"/>
                  </a:lnTo>
                  <a:lnTo>
                    <a:pt x="4642291" y="87515"/>
                  </a:lnTo>
                  <a:lnTo>
                    <a:pt x="4727861" y="99973"/>
                  </a:lnTo>
                  <a:lnTo>
                    <a:pt x="4817402" y="114977"/>
                  </a:lnTo>
                  <a:lnTo>
                    <a:pt x="4907132" y="132467"/>
                  </a:lnTo>
                  <a:lnTo>
                    <a:pt x="4994127" y="152408"/>
                  </a:lnTo>
                  <a:lnTo>
                    <a:pt x="5076454" y="174837"/>
                  </a:lnTo>
                  <a:lnTo>
                    <a:pt x="5153092" y="199884"/>
                  </a:lnTo>
                  <a:lnTo>
                    <a:pt x="5223749" y="227791"/>
                  </a:lnTo>
                  <a:lnTo>
                    <a:pt x="5288660" y="258905"/>
                  </a:lnTo>
                  <a:lnTo>
                    <a:pt x="5348400" y="293675"/>
                  </a:lnTo>
                  <a:lnTo>
                    <a:pt x="5403744" y="332624"/>
                  </a:lnTo>
                  <a:lnTo>
                    <a:pt x="5455555" y="376320"/>
                  </a:lnTo>
                  <a:lnTo>
                    <a:pt x="5504708" y="425299"/>
                  </a:lnTo>
                  <a:lnTo>
                    <a:pt x="5552012" y="479951"/>
                  </a:lnTo>
                  <a:lnTo>
                    <a:pt x="5567201" y="499082"/>
                  </a:lnTo>
                  <a:lnTo>
                    <a:pt x="5603682" y="548084"/>
                  </a:lnTo>
                  <a:lnTo>
                    <a:pt x="5639818" y="600790"/>
                  </a:lnTo>
                  <a:lnTo>
                    <a:pt x="5675838" y="657273"/>
                  </a:lnTo>
                  <a:lnTo>
                    <a:pt x="5711921" y="717544"/>
                  </a:lnTo>
                  <a:lnTo>
                    <a:pt x="5748200" y="781541"/>
                  </a:lnTo>
                  <a:lnTo>
                    <a:pt x="5784765" y="849126"/>
                  </a:lnTo>
                  <a:lnTo>
                    <a:pt x="5821669" y="920077"/>
                  </a:lnTo>
                  <a:lnTo>
                    <a:pt x="5858932" y="994088"/>
                  </a:lnTo>
                  <a:lnTo>
                    <a:pt x="5896541" y="1070776"/>
                  </a:lnTo>
                  <a:lnTo>
                    <a:pt x="5934456" y="1149678"/>
                  </a:lnTo>
                  <a:lnTo>
                    <a:pt x="5972618" y="1230269"/>
                  </a:lnTo>
                  <a:lnTo>
                    <a:pt x="6010945" y="1311972"/>
                  </a:lnTo>
                  <a:lnTo>
                    <a:pt x="6049349" y="1394175"/>
                  </a:lnTo>
                  <a:lnTo>
                    <a:pt x="6087733" y="1476250"/>
                  </a:lnTo>
                  <a:lnTo>
                    <a:pt x="6126003" y="1557573"/>
                  </a:lnTo>
                  <a:lnTo>
                    <a:pt x="6164073" y="1637545"/>
                  </a:lnTo>
                  <a:lnTo>
                    <a:pt x="6201871" y="1715607"/>
                  </a:lnTo>
                  <a:lnTo>
                    <a:pt x="6239342" y="1791259"/>
                  </a:lnTo>
                  <a:lnTo>
                    <a:pt x="6276459" y="1864070"/>
                  </a:lnTo>
                  <a:lnTo>
                    <a:pt x="6313221" y="1933685"/>
                  </a:lnTo>
                  <a:lnTo>
                    <a:pt x="6349661" y="1999834"/>
                  </a:lnTo>
                  <a:lnTo>
                    <a:pt x="6385847" y="2062330"/>
                  </a:lnTo>
                  <a:lnTo>
                    <a:pt x="6421887" y="2121065"/>
                  </a:lnTo>
                  <a:lnTo>
                    <a:pt x="6457930" y="2176009"/>
                  </a:lnTo>
                  <a:lnTo>
                    <a:pt x="6494175" y="2227197"/>
                  </a:lnTo>
                  <a:lnTo>
                    <a:pt x="6515891" y="2255851"/>
                  </a:lnTo>
                  <a:lnTo>
                    <a:pt x="6562744" y="2312393"/>
                  </a:lnTo>
                  <a:lnTo>
                    <a:pt x="6611208" y="2363197"/>
                  </a:lnTo>
                  <a:lnTo>
                    <a:pt x="6662055" y="2408566"/>
                  </a:lnTo>
                  <a:lnTo>
                    <a:pt x="6716146" y="2449005"/>
                  </a:lnTo>
                  <a:lnTo>
                    <a:pt x="6774357" y="2485081"/>
                  </a:lnTo>
                  <a:lnTo>
                    <a:pt x="6837501" y="2517338"/>
                  </a:lnTo>
                  <a:lnTo>
                    <a:pt x="6906232" y="2546250"/>
                  </a:lnTo>
                  <a:lnTo>
                    <a:pt x="6980916" y="2572201"/>
                  </a:lnTo>
                  <a:lnTo>
                    <a:pt x="7061454" y="2595466"/>
                  </a:lnTo>
                  <a:lnTo>
                    <a:pt x="7147088" y="2616213"/>
                  </a:lnTo>
                  <a:lnTo>
                    <a:pt x="7236197" y="2634506"/>
                  </a:lnTo>
                  <a:lnTo>
                    <a:pt x="7326180" y="2650330"/>
                  </a:lnTo>
                  <a:lnTo>
                    <a:pt x="7413504" y="2663627"/>
                  </a:lnTo>
                  <a:lnTo>
                    <a:pt x="7494029" y="2674351"/>
                  </a:lnTo>
                  <a:lnTo>
                    <a:pt x="7563627" y="2682530"/>
                  </a:lnTo>
                  <a:lnTo>
                    <a:pt x="7619003" y="2688315"/>
                  </a:lnTo>
                  <a:lnTo>
                    <a:pt x="7658471" y="2692003"/>
                  </a:lnTo>
                  <a:lnTo>
                    <a:pt x="7682449" y="2694017"/>
                  </a:lnTo>
                  <a:lnTo>
                    <a:pt x="7693522" y="2694857"/>
                  </a:lnTo>
                  <a:lnTo>
                    <a:pt x="7696194" y="2695041"/>
                  </a:lnTo>
                  <a:lnTo>
                    <a:pt x="7696237" y="2695044"/>
                  </a:lnTo>
                  <a:lnTo>
                    <a:pt x="8234974" y="26950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3" name="pl703"/>
            <p:cNvSpPr/>
            <p:nvPr/>
          </p:nvSpPr>
          <p:spPr>
            <a:xfrm>
              <a:off x="546595" y="543564"/>
              <a:ext cx="8234974" cy="2695044"/>
            </a:xfrm>
            <a:custGeom>
              <a:avLst/>
              <a:pathLst>
                <a:path w="8234974" h="2695044">
                  <a:moveTo>
                    <a:pt x="8234974" y="2695044"/>
                  </a:moveTo>
                  <a:lnTo>
                    <a:pt x="7696237" y="2695044"/>
                  </a:lnTo>
                  <a:lnTo>
                    <a:pt x="7695053" y="2694964"/>
                  </a:lnTo>
                  <a:lnTo>
                    <a:pt x="7687308" y="2694395"/>
                  </a:lnTo>
                  <a:lnTo>
                    <a:pt x="7667936" y="2692823"/>
                  </a:lnTo>
                  <a:lnTo>
                    <a:pt x="7633689" y="2689734"/>
                  </a:lnTo>
                  <a:lnTo>
                    <a:pt x="7583427" y="2684674"/>
                  </a:lnTo>
                  <a:lnTo>
                    <a:pt x="7518183" y="2677302"/>
                  </a:lnTo>
                  <a:lnTo>
                    <a:pt x="7440802" y="2667418"/>
                  </a:lnTo>
                  <a:lnTo>
                    <a:pt x="7355232" y="2654960"/>
                  </a:lnTo>
                  <a:lnTo>
                    <a:pt x="7265691" y="2639956"/>
                  </a:lnTo>
                  <a:lnTo>
                    <a:pt x="7175960" y="2622466"/>
                  </a:lnTo>
                  <a:lnTo>
                    <a:pt x="7088965" y="2602525"/>
                  </a:lnTo>
                  <a:lnTo>
                    <a:pt x="7006638" y="2580097"/>
                  </a:lnTo>
                  <a:lnTo>
                    <a:pt x="6930001" y="2555049"/>
                  </a:lnTo>
                  <a:lnTo>
                    <a:pt x="6859344" y="2527143"/>
                  </a:lnTo>
                  <a:lnTo>
                    <a:pt x="6794433" y="2496028"/>
                  </a:lnTo>
                  <a:lnTo>
                    <a:pt x="6734692" y="2461259"/>
                  </a:lnTo>
                  <a:lnTo>
                    <a:pt x="6679349" y="2422309"/>
                  </a:lnTo>
                  <a:lnTo>
                    <a:pt x="6627537" y="2378614"/>
                  </a:lnTo>
                  <a:lnTo>
                    <a:pt x="6578385" y="2329634"/>
                  </a:lnTo>
                  <a:lnTo>
                    <a:pt x="6531081" y="2274982"/>
                  </a:lnTo>
                  <a:lnTo>
                    <a:pt x="6515891" y="2255851"/>
                  </a:lnTo>
                  <a:lnTo>
                    <a:pt x="6479411" y="2206849"/>
                  </a:lnTo>
                  <a:lnTo>
                    <a:pt x="6443275" y="2154144"/>
                  </a:lnTo>
                  <a:lnTo>
                    <a:pt x="6407254" y="2097661"/>
                  </a:lnTo>
                  <a:lnTo>
                    <a:pt x="6371171" y="2037390"/>
                  </a:lnTo>
                  <a:lnTo>
                    <a:pt x="6334892" y="1973392"/>
                  </a:lnTo>
                  <a:lnTo>
                    <a:pt x="6298328" y="1905807"/>
                  </a:lnTo>
                  <a:lnTo>
                    <a:pt x="6261423" y="1834857"/>
                  </a:lnTo>
                  <a:lnTo>
                    <a:pt x="6224161" y="1760845"/>
                  </a:lnTo>
                  <a:lnTo>
                    <a:pt x="6186552" y="1684157"/>
                  </a:lnTo>
                  <a:lnTo>
                    <a:pt x="6148636" y="1605255"/>
                  </a:lnTo>
                  <a:lnTo>
                    <a:pt x="6110475" y="1524664"/>
                  </a:lnTo>
                  <a:lnTo>
                    <a:pt x="6072147" y="1442961"/>
                  </a:lnTo>
                  <a:lnTo>
                    <a:pt x="6033744" y="1360759"/>
                  </a:lnTo>
                  <a:lnTo>
                    <a:pt x="5995360" y="1278684"/>
                  </a:lnTo>
                  <a:lnTo>
                    <a:pt x="5957089" y="1197360"/>
                  </a:lnTo>
                  <a:lnTo>
                    <a:pt x="5919019" y="1117388"/>
                  </a:lnTo>
                  <a:lnTo>
                    <a:pt x="5881222" y="1039326"/>
                  </a:lnTo>
                  <a:lnTo>
                    <a:pt x="5843750" y="963674"/>
                  </a:lnTo>
                  <a:lnTo>
                    <a:pt x="5806633" y="890864"/>
                  </a:lnTo>
                  <a:lnTo>
                    <a:pt x="5769871" y="821248"/>
                  </a:lnTo>
                  <a:lnTo>
                    <a:pt x="5733431" y="755099"/>
                  </a:lnTo>
                  <a:lnTo>
                    <a:pt x="5697245" y="692603"/>
                  </a:lnTo>
                  <a:lnTo>
                    <a:pt x="5661206" y="633868"/>
                  </a:lnTo>
                  <a:lnTo>
                    <a:pt x="5625163" y="578925"/>
                  </a:lnTo>
                  <a:lnTo>
                    <a:pt x="5588918" y="527736"/>
                  </a:lnTo>
                  <a:lnTo>
                    <a:pt x="5567201" y="499082"/>
                  </a:lnTo>
                  <a:lnTo>
                    <a:pt x="5520349" y="442541"/>
                  </a:lnTo>
                  <a:lnTo>
                    <a:pt x="5471885" y="391736"/>
                  </a:lnTo>
                  <a:lnTo>
                    <a:pt x="5421038" y="346367"/>
                  </a:lnTo>
                  <a:lnTo>
                    <a:pt x="5366947" y="305928"/>
                  </a:lnTo>
                  <a:lnTo>
                    <a:pt x="5308736" y="269852"/>
                  </a:lnTo>
                  <a:lnTo>
                    <a:pt x="5245592" y="237596"/>
                  </a:lnTo>
                  <a:lnTo>
                    <a:pt x="5176860" y="208683"/>
                  </a:lnTo>
                  <a:lnTo>
                    <a:pt x="5102177" y="182732"/>
                  </a:lnTo>
                  <a:lnTo>
                    <a:pt x="5021638" y="159467"/>
                  </a:lnTo>
                  <a:lnTo>
                    <a:pt x="4936004" y="138720"/>
                  </a:lnTo>
                  <a:lnTo>
                    <a:pt x="4846895" y="120427"/>
                  </a:lnTo>
                  <a:lnTo>
                    <a:pt x="4756912" y="104604"/>
                  </a:lnTo>
                  <a:lnTo>
                    <a:pt x="4669588" y="91307"/>
                  </a:lnTo>
                  <a:lnTo>
                    <a:pt x="4589064" y="80583"/>
                  </a:lnTo>
                  <a:lnTo>
                    <a:pt x="4519465" y="72404"/>
                  </a:lnTo>
                  <a:lnTo>
                    <a:pt x="4464090" y="66618"/>
                  </a:lnTo>
                  <a:lnTo>
                    <a:pt x="4424621" y="62930"/>
                  </a:lnTo>
                  <a:lnTo>
                    <a:pt x="4400643" y="60916"/>
                  </a:lnTo>
                  <a:lnTo>
                    <a:pt x="4389571" y="60077"/>
                  </a:lnTo>
                  <a:lnTo>
                    <a:pt x="4386898" y="59892"/>
                  </a:lnTo>
                  <a:lnTo>
                    <a:pt x="4386855" y="59889"/>
                  </a:lnTo>
                  <a:lnTo>
                    <a:pt x="3848118" y="59889"/>
                  </a:lnTo>
                  <a:lnTo>
                    <a:pt x="3846816" y="59887"/>
                  </a:lnTo>
                  <a:lnTo>
                    <a:pt x="3838317" y="59873"/>
                  </a:lnTo>
                  <a:lnTo>
                    <a:pt x="3817132" y="59834"/>
                  </a:lnTo>
                  <a:lnTo>
                    <a:pt x="3779864" y="59756"/>
                  </a:lnTo>
                  <a:lnTo>
                    <a:pt x="3725540" y="59630"/>
                  </a:lnTo>
                  <a:lnTo>
                    <a:pt x="3655623" y="59446"/>
                  </a:lnTo>
                  <a:lnTo>
                    <a:pt x="3573530" y="59201"/>
                  </a:lnTo>
                  <a:lnTo>
                    <a:pt x="3483743" y="58894"/>
                  </a:lnTo>
                  <a:lnTo>
                    <a:pt x="3390848" y="58525"/>
                  </a:lnTo>
                  <a:lnTo>
                    <a:pt x="3298778" y="58097"/>
                  </a:lnTo>
                  <a:lnTo>
                    <a:pt x="3210414" y="57609"/>
                  </a:lnTo>
                  <a:lnTo>
                    <a:pt x="3127526" y="57059"/>
                  </a:lnTo>
                  <a:lnTo>
                    <a:pt x="3050907" y="56445"/>
                  </a:lnTo>
                  <a:lnTo>
                    <a:pt x="2980615" y="55757"/>
                  </a:lnTo>
                  <a:lnTo>
                    <a:pt x="2916204" y="54987"/>
                  </a:lnTo>
                  <a:lnTo>
                    <a:pt x="2856920" y="54122"/>
                  </a:lnTo>
                  <a:lnTo>
                    <a:pt x="2801847" y="53149"/>
                  </a:lnTo>
                  <a:lnTo>
                    <a:pt x="2750017" y="52053"/>
                  </a:lnTo>
                  <a:lnTo>
                    <a:pt x="2700499" y="50823"/>
                  </a:lnTo>
                  <a:lnTo>
                    <a:pt x="2667772" y="49908"/>
                  </a:lnTo>
                  <a:lnTo>
                    <a:pt x="2615001" y="48265"/>
                  </a:lnTo>
                  <a:lnTo>
                    <a:pt x="2562733" y="46445"/>
                  </a:lnTo>
                  <a:lnTo>
                    <a:pt x="2510375" y="44443"/>
                  </a:lnTo>
                  <a:lnTo>
                    <a:pt x="2457538" y="42265"/>
                  </a:lnTo>
                  <a:lnTo>
                    <a:pt x="2404011" y="39925"/>
                  </a:lnTo>
                  <a:lnTo>
                    <a:pt x="2349736" y="37443"/>
                  </a:lnTo>
                  <a:lnTo>
                    <a:pt x="2294790" y="34848"/>
                  </a:lnTo>
                  <a:lnTo>
                    <a:pt x="2239354" y="32177"/>
                  </a:lnTo>
                  <a:lnTo>
                    <a:pt x="2183682" y="29470"/>
                  </a:lnTo>
                  <a:lnTo>
                    <a:pt x="2128061" y="26771"/>
                  </a:lnTo>
                  <a:lnTo>
                    <a:pt x="2072771" y="24122"/>
                  </a:lnTo>
                  <a:lnTo>
                    <a:pt x="2018044" y="21563"/>
                  </a:lnTo>
                  <a:lnTo>
                    <a:pt x="1964029" y="19128"/>
                  </a:lnTo>
                  <a:lnTo>
                    <a:pt x="1910756" y="16842"/>
                  </a:lnTo>
                  <a:lnTo>
                    <a:pt x="1858120" y="14725"/>
                  </a:lnTo>
                  <a:lnTo>
                    <a:pt x="1805848" y="12787"/>
                  </a:lnTo>
                  <a:lnTo>
                    <a:pt x="1753483" y="11029"/>
                  </a:lnTo>
                  <a:lnTo>
                    <a:pt x="1719082" y="9981"/>
                  </a:lnTo>
                  <a:lnTo>
                    <a:pt x="1670663" y="8656"/>
                  </a:lnTo>
                  <a:lnTo>
                    <a:pt x="1620499" y="7470"/>
                  </a:lnTo>
                  <a:lnTo>
                    <a:pt x="1567734" y="6415"/>
                  </a:lnTo>
                  <a:lnTo>
                    <a:pt x="1511414" y="5478"/>
                  </a:lnTo>
                  <a:lnTo>
                    <a:pt x="1450580" y="4645"/>
                  </a:lnTo>
                  <a:lnTo>
                    <a:pt x="1384353" y="3903"/>
                  </a:lnTo>
                  <a:lnTo>
                    <a:pt x="1312059" y="3240"/>
                  </a:lnTo>
                  <a:lnTo>
                    <a:pt x="1233391" y="2646"/>
                  </a:lnTo>
                  <a:lnTo>
                    <a:pt x="1148617" y="2117"/>
                  </a:lnTo>
                  <a:lnTo>
                    <a:pt x="1058819" y="1648"/>
                  </a:lnTo>
                  <a:lnTo>
                    <a:pt x="966116" y="1239"/>
                  </a:lnTo>
                  <a:lnTo>
                    <a:pt x="873747" y="889"/>
                  </a:lnTo>
                  <a:lnTo>
                    <a:pt x="785916" y="602"/>
                  </a:lnTo>
                  <a:lnTo>
                    <a:pt x="707273" y="377"/>
                  </a:lnTo>
                  <a:lnTo>
                    <a:pt x="642066" y="213"/>
                  </a:lnTo>
                  <a:lnTo>
                    <a:pt x="593168" y="103"/>
                  </a:lnTo>
                  <a:lnTo>
                    <a:pt x="561288" y="39"/>
                  </a:lnTo>
                  <a:lnTo>
                    <a:pt x="544653" y="9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4" name="pg704"/>
            <p:cNvSpPr/>
            <p:nvPr/>
          </p:nvSpPr>
          <p:spPr>
            <a:xfrm>
              <a:off x="546595" y="549009"/>
              <a:ext cx="8234974" cy="3038050"/>
            </a:xfrm>
            <a:custGeom>
              <a:avLst/>
              <a:pathLst>
                <a:path w="8234974" h="3038050">
                  <a:moveTo>
                    <a:pt x="0" y="32667"/>
                  </a:moveTo>
                  <a:lnTo>
                    <a:pt x="538736" y="32667"/>
                  </a:lnTo>
                  <a:lnTo>
                    <a:pt x="540039" y="32669"/>
                  </a:lnTo>
                  <a:lnTo>
                    <a:pt x="548537" y="32686"/>
                  </a:lnTo>
                  <a:lnTo>
                    <a:pt x="569722" y="32733"/>
                  </a:lnTo>
                  <a:lnTo>
                    <a:pt x="606989" y="32824"/>
                  </a:lnTo>
                  <a:lnTo>
                    <a:pt x="661313" y="32973"/>
                  </a:lnTo>
                  <a:lnTo>
                    <a:pt x="731228" y="33190"/>
                  </a:lnTo>
                  <a:lnTo>
                    <a:pt x="813321" y="33480"/>
                  </a:lnTo>
                  <a:lnTo>
                    <a:pt x="903106" y="33843"/>
                  </a:lnTo>
                  <a:lnTo>
                    <a:pt x="996001" y="34279"/>
                  </a:lnTo>
                  <a:lnTo>
                    <a:pt x="1088071" y="34785"/>
                  </a:lnTo>
                  <a:lnTo>
                    <a:pt x="1176433" y="35362"/>
                  </a:lnTo>
                  <a:lnTo>
                    <a:pt x="1259322" y="36011"/>
                  </a:lnTo>
                  <a:lnTo>
                    <a:pt x="1335941" y="36738"/>
                  </a:lnTo>
                  <a:lnTo>
                    <a:pt x="1406233" y="37550"/>
                  </a:lnTo>
                  <a:lnTo>
                    <a:pt x="1470644" y="38460"/>
                  </a:lnTo>
                  <a:lnTo>
                    <a:pt x="1529928" y="39482"/>
                  </a:lnTo>
                  <a:lnTo>
                    <a:pt x="1585001" y="40632"/>
                  </a:lnTo>
                  <a:lnTo>
                    <a:pt x="1636831" y="41928"/>
                  </a:lnTo>
                  <a:lnTo>
                    <a:pt x="1686349" y="43381"/>
                  </a:lnTo>
                  <a:lnTo>
                    <a:pt x="1719082" y="44463"/>
                  </a:lnTo>
                  <a:lnTo>
                    <a:pt x="1771845" y="46404"/>
                  </a:lnTo>
                  <a:lnTo>
                    <a:pt x="1824103" y="48555"/>
                  </a:lnTo>
                  <a:lnTo>
                    <a:pt x="1876452" y="50920"/>
                  </a:lnTo>
                  <a:lnTo>
                    <a:pt x="1929279" y="53493"/>
                  </a:lnTo>
                  <a:lnTo>
                    <a:pt x="1982797" y="56259"/>
                  </a:lnTo>
                  <a:lnTo>
                    <a:pt x="2037061" y="59191"/>
                  </a:lnTo>
                  <a:lnTo>
                    <a:pt x="2091997" y="62257"/>
                  </a:lnTo>
                  <a:lnTo>
                    <a:pt x="2147422" y="65413"/>
                  </a:lnTo>
                  <a:lnTo>
                    <a:pt x="2203084" y="68612"/>
                  </a:lnTo>
                  <a:lnTo>
                    <a:pt x="2258696" y="71801"/>
                  </a:lnTo>
                  <a:lnTo>
                    <a:pt x="2313977" y="74931"/>
                  </a:lnTo>
                  <a:lnTo>
                    <a:pt x="2368696" y="77955"/>
                  </a:lnTo>
                  <a:lnTo>
                    <a:pt x="2422704" y="80833"/>
                  </a:lnTo>
                  <a:lnTo>
                    <a:pt x="2475968" y="83534"/>
                  </a:lnTo>
                  <a:lnTo>
                    <a:pt x="2528597" y="86036"/>
                  </a:lnTo>
                  <a:lnTo>
                    <a:pt x="2580861" y="88328"/>
                  </a:lnTo>
                  <a:lnTo>
                    <a:pt x="2633215" y="90405"/>
                  </a:lnTo>
                  <a:lnTo>
                    <a:pt x="2667772" y="91649"/>
                  </a:lnTo>
                  <a:lnTo>
                    <a:pt x="2716191" y="93215"/>
                  </a:lnTo>
                  <a:lnTo>
                    <a:pt x="2766354" y="94617"/>
                  </a:lnTo>
                  <a:lnTo>
                    <a:pt x="2819120" y="95864"/>
                  </a:lnTo>
                  <a:lnTo>
                    <a:pt x="2875439" y="96971"/>
                  </a:lnTo>
                  <a:lnTo>
                    <a:pt x="2936273" y="97955"/>
                  </a:lnTo>
                  <a:lnTo>
                    <a:pt x="3002499" y="98833"/>
                  </a:lnTo>
                  <a:lnTo>
                    <a:pt x="3074792" y="99616"/>
                  </a:lnTo>
                  <a:lnTo>
                    <a:pt x="3153459" y="100318"/>
                  </a:lnTo>
                  <a:lnTo>
                    <a:pt x="3238232" y="100943"/>
                  </a:lnTo>
                  <a:lnTo>
                    <a:pt x="3328029" y="101497"/>
                  </a:lnTo>
                  <a:lnTo>
                    <a:pt x="3420732" y="101981"/>
                  </a:lnTo>
                  <a:lnTo>
                    <a:pt x="3513100" y="102394"/>
                  </a:lnTo>
                  <a:lnTo>
                    <a:pt x="3600931" y="102734"/>
                  </a:lnTo>
                  <a:lnTo>
                    <a:pt x="3679574" y="102999"/>
                  </a:lnTo>
                  <a:lnTo>
                    <a:pt x="3744782" y="103194"/>
                  </a:lnTo>
                  <a:lnTo>
                    <a:pt x="3793682" y="103323"/>
                  </a:lnTo>
                  <a:lnTo>
                    <a:pt x="3825564" y="103399"/>
                  </a:lnTo>
                  <a:lnTo>
                    <a:pt x="3842201" y="103434"/>
                  </a:lnTo>
                  <a:lnTo>
                    <a:pt x="3847702" y="103445"/>
                  </a:lnTo>
                  <a:lnTo>
                    <a:pt x="3848118" y="103446"/>
                  </a:lnTo>
                  <a:lnTo>
                    <a:pt x="4386855" y="103446"/>
                  </a:lnTo>
                  <a:lnTo>
                    <a:pt x="4388015" y="103532"/>
                  </a:lnTo>
                  <a:lnTo>
                    <a:pt x="4395601" y="104152"/>
                  </a:lnTo>
                  <a:lnTo>
                    <a:pt x="4414591" y="105866"/>
                  </a:lnTo>
                  <a:lnTo>
                    <a:pt x="4448198" y="109232"/>
                  </a:lnTo>
                  <a:lnTo>
                    <a:pt x="4497591" y="114749"/>
                  </a:lnTo>
                  <a:lnTo>
                    <a:pt x="4561826" y="122794"/>
                  </a:lnTo>
                  <a:lnTo>
                    <a:pt x="4638175" y="133589"/>
                  </a:lnTo>
                  <a:lnTo>
                    <a:pt x="4722805" y="147211"/>
                  </a:lnTo>
                  <a:lnTo>
                    <a:pt x="4811580" y="163631"/>
                  </a:lnTo>
                  <a:lnTo>
                    <a:pt x="4900759" y="182783"/>
                  </a:lnTo>
                  <a:lnTo>
                    <a:pt x="4987415" y="204627"/>
                  </a:lnTo>
                  <a:lnTo>
                    <a:pt x="5069584" y="229194"/>
                  </a:lnTo>
                  <a:lnTo>
                    <a:pt x="5146199" y="256618"/>
                  </a:lnTo>
                  <a:lnTo>
                    <a:pt x="5216921" y="287152"/>
                  </a:lnTo>
                  <a:lnTo>
                    <a:pt x="5281937" y="321164"/>
                  </a:lnTo>
                  <a:lnTo>
                    <a:pt x="5341784" y="359129"/>
                  </a:lnTo>
                  <a:lnTo>
                    <a:pt x="5397203" y="401614"/>
                  </a:lnTo>
                  <a:lnTo>
                    <a:pt x="5449034" y="449233"/>
                  </a:lnTo>
                  <a:lnTo>
                    <a:pt x="5498136" y="502582"/>
                  </a:lnTo>
                  <a:lnTo>
                    <a:pt x="5545313" y="562116"/>
                  </a:lnTo>
                  <a:lnTo>
                    <a:pt x="5567201" y="592546"/>
                  </a:lnTo>
                  <a:lnTo>
                    <a:pt x="5602168" y="644758"/>
                  </a:lnTo>
                  <a:lnTo>
                    <a:pt x="5636808" y="700752"/>
                  </a:lnTo>
                  <a:lnTo>
                    <a:pt x="5671327" y="760605"/>
                  </a:lnTo>
                  <a:lnTo>
                    <a:pt x="5705886" y="824335"/>
                  </a:lnTo>
                  <a:lnTo>
                    <a:pt x="5740607" y="891892"/>
                  </a:lnTo>
                  <a:lnTo>
                    <a:pt x="5775577" y="963155"/>
                  </a:lnTo>
                  <a:lnTo>
                    <a:pt x="5810849" y="1037925"/>
                  </a:lnTo>
                  <a:lnTo>
                    <a:pt x="5846449" y="1115926"/>
                  </a:lnTo>
                  <a:lnTo>
                    <a:pt x="5882373" y="1196804"/>
                  </a:lnTo>
                  <a:lnTo>
                    <a:pt x="5918596" y="1280133"/>
                  </a:lnTo>
                  <a:lnTo>
                    <a:pt x="5955070" y="1365421"/>
                  </a:lnTo>
                  <a:lnTo>
                    <a:pt x="5991732" y="1452122"/>
                  </a:lnTo>
                  <a:lnTo>
                    <a:pt x="6028506" y="1539652"/>
                  </a:lnTo>
                  <a:lnTo>
                    <a:pt x="6065310" y="1627400"/>
                  </a:lnTo>
                  <a:lnTo>
                    <a:pt x="6102060" y="1714751"/>
                  </a:lnTo>
                  <a:lnTo>
                    <a:pt x="6138674" y="1801100"/>
                  </a:lnTo>
                  <a:lnTo>
                    <a:pt x="6175080" y="1885871"/>
                  </a:lnTo>
                  <a:lnTo>
                    <a:pt x="6211220" y="1968533"/>
                  </a:lnTo>
                  <a:lnTo>
                    <a:pt x="6247052" y="2048614"/>
                  </a:lnTo>
                  <a:lnTo>
                    <a:pt x="6282555" y="2125706"/>
                  </a:lnTo>
                  <a:lnTo>
                    <a:pt x="6317736" y="2199479"/>
                  </a:lnTo>
                  <a:lnTo>
                    <a:pt x="6352626" y="2269679"/>
                  </a:lnTo>
                  <a:lnTo>
                    <a:pt x="6387289" y="2336130"/>
                  </a:lnTo>
                  <a:lnTo>
                    <a:pt x="6421822" y="2398733"/>
                  </a:lnTo>
                  <a:lnTo>
                    <a:pt x="6456358" y="2457457"/>
                  </a:lnTo>
                  <a:lnTo>
                    <a:pt x="6491070" y="2512338"/>
                  </a:lnTo>
                  <a:lnTo>
                    <a:pt x="6515891" y="2548949"/>
                  </a:lnTo>
                  <a:lnTo>
                    <a:pt x="6562403" y="2611487"/>
                  </a:lnTo>
                  <a:lnTo>
                    <a:pt x="6610498" y="2667725"/>
                  </a:lnTo>
                  <a:lnTo>
                    <a:pt x="6660930" y="2717990"/>
                  </a:lnTo>
                  <a:lnTo>
                    <a:pt x="6714541" y="2762831"/>
                  </a:lnTo>
                  <a:lnTo>
                    <a:pt x="6772188" y="2802864"/>
                  </a:lnTo>
                  <a:lnTo>
                    <a:pt x="6834672" y="2838684"/>
                  </a:lnTo>
                  <a:lnTo>
                    <a:pt x="6902641" y="2870813"/>
                  </a:lnTo>
                  <a:lnTo>
                    <a:pt x="6976469" y="2899673"/>
                  </a:lnTo>
                  <a:lnTo>
                    <a:pt x="7056090" y="2925570"/>
                  </a:lnTo>
                  <a:lnTo>
                    <a:pt x="7140806" y="2948695"/>
                  </a:lnTo>
                  <a:lnTo>
                    <a:pt x="7229096" y="2969124"/>
                  </a:lnTo>
                  <a:lnTo>
                    <a:pt x="7318485" y="2986847"/>
                  </a:lnTo>
                  <a:lnTo>
                    <a:pt x="7405584" y="3001802"/>
                  </a:lnTo>
                  <a:lnTo>
                    <a:pt x="7486372" y="3013935"/>
                  </a:lnTo>
                  <a:lnTo>
                    <a:pt x="7556775" y="3023266"/>
                  </a:lnTo>
                  <a:lnTo>
                    <a:pt x="7613442" y="3029943"/>
                  </a:lnTo>
                  <a:lnTo>
                    <a:pt x="7654518" y="3034273"/>
                  </a:lnTo>
                  <a:lnTo>
                    <a:pt x="7680155" y="3036702"/>
                  </a:lnTo>
                  <a:lnTo>
                    <a:pt x="7692626" y="3037769"/>
                  </a:lnTo>
                  <a:lnTo>
                    <a:pt x="7696110" y="3038040"/>
                  </a:lnTo>
                  <a:lnTo>
                    <a:pt x="7696237" y="3038050"/>
                  </a:lnTo>
                  <a:lnTo>
                    <a:pt x="8234974" y="3038050"/>
                  </a:lnTo>
                  <a:lnTo>
                    <a:pt x="8234974" y="3005382"/>
                  </a:lnTo>
                  <a:lnTo>
                    <a:pt x="7696237" y="3005382"/>
                  </a:lnTo>
                  <a:lnTo>
                    <a:pt x="7695078" y="3005296"/>
                  </a:lnTo>
                  <a:lnTo>
                    <a:pt x="7687491" y="3004676"/>
                  </a:lnTo>
                  <a:lnTo>
                    <a:pt x="7668502" y="3002962"/>
                  </a:lnTo>
                  <a:lnTo>
                    <a:pt x="7634894" y="2999596"/>
                  </a:lnTo>
                  <a:lnTo>
                    <a:pt x="7585501" y="2994079"/>
                  </a:lnTo>
                  <a:lnTo>
                    <a:pt x="7521266" y="2986034"/>
                  </a:lnTo>
                  <a:lnTo>
                    <a:pt x="7444917" y="2975239"/>
                  </a:lnTo>
                  <a:lnTo>
                    <a:pt x="7360288" y="2961617"/>
                  </a:lnTo>
                  <a:lnTo>
                    <a:pt x="7271513" y="2945197"/>
                  </a:lnTo>
                  <a:lnTo>
                    <a:pt x="7182334" y="2926045"/>
                  </a:lnTo>
                  <a:lnTo>
                    <a:pt x="7095678" y="2904201"/>
                  </a:lnTo>
                  <a:lnTo>
                    <a:pt x="7013509" y="2879634"/>
                  </a:lnTo>
                  <a:lnTo>
                    <a:pt x="6936893" y="2852210"/>
                  </a:lnTo>
                  <a:lnTo>
                    <a:pt x="6866172" y="2821676"/>
                  </a:lnTo>
                  <a:lnTo>
                    <a:pt x="6801155" y="2787664"/>
                  </a:lnTo>
                  <a:lnTo>
                    <a:pt x="6741308" y="2749699"/>
                  </a:lnTo>
                  <a:lnTo>
                    <a:pt x="6685890" y="2707214"/>
                  </a:lnTo>
                  <a:lnTo>
                    <a:pt x="6634058" y="2659595"/>
                  </a:lnTo>
                  <a:lnTo>
                    <a:pt x="6584957" y="2606246"/>
                  </a:lnTo>
                  <a:lnTo>
                    <a:pt x="6537780" y="2546712"/>
                  </a:lnTo>
                  <a:lnTo>
                    <a:pt x="6515891" y="2516282"/>
                  </a:lnTo>
                  <a:lnTo>
                    <a:pt x="6480925" y="2464070"/>
                  </a:lnTo>
                  <a:lnTo>
                    <a:pt x="6446284" y="2408076"/>
                  </a:lnTo>
                  <a:lnTo>
                    <a:pt x="6411765" y="2348223"/>
                  </a:lnTo>
                  <a:lnTo>
                    <a:pt x="6377206" y="2284493"/>
                  </a:lnTo>
                  <a:lnTo>
                    <a:pt x="6342485" y="2216936"/>
                  </a:lnTo>
                  <a:lnTo>
                    <a:pt x="6307516" y="2145673"/>
                  </a:lnTo>
                  <a:lnTo>
                    <a:pt x="6272243" y="2070903"/>
                  </a:lnTo>
                  <a:lnTo>
                    <a:pt x="6236643" y="1992902"/>
                  </a:lnTo>
                  <a:lnTo>
                    <a:pt x="6200719" y="1912024"/>
                  </a:lnTo>
                  <a:lnTo>
                    <a:pt x="6164496" y="1828695"/>
                  </a:lnTo>
                  <a:lnTo>
                    <a:pt x="6128022" y="1743407"/>
                  </a:lnTo>
                  <a:lnTo>
                    <a:pt x="6091361" y="1656706"/>
                  </a:lnTo>
                  <a:lnTo>
                    <a:pt x="6054587" y="1569176"/>
                  </a:lnTo>
                  <a:lnTo>
                    <a:pt x="6017783" y="1481428"/>
                  </a:lnTo>
                  <a:lnTo>
                    <a:pt x="5981033" y="1394077"/>
                  </a:lnTo>
                  <a:lnTo>
                    <a:pt x="5944419" y="1307728"/>
                  </a:lnTo>
                  <a:lnTo>
                    <a:pt x="5908012" y="1222957"/>
                  </a:lnTo>
                  <a:lnTo>
                    <a:pt x="5871872" y="1140295"/>
                  </a:lnTo>
                  <a:lnTo>
                    <a:pt x="5836041" y="1060214"/>
                  </a:lnTo>
                  <a:lnTo>
                    <a:pt x="5800537" y="983122"/>
                  </a:lnTo>
                  <a:lnTo>
                    <a:pt x="5765357" y="909349"/>
                  </a:lnTo>
                  <a:lnTo>
                    <a:pt x="5730467" y="839149"/>
                  </a:lnTo>
                  <a:lnTo>
                    <a:pt x="5695803" y="772698"/>
                  </a:lnTo>
                  <a:lnTo>
                    <a:pt x="5661270" y="710095"/>
                  </a:lnTo>
                  <a:lnTo>
                    <a:pt x="5626734" y="651371"/>
                  </a:lnTo>
                  <a:lnTo>
                    <a:pt x="5592022" y="596490"/>
                  </a:lnTo>
                  <a:lnTo>
                    <a:pt x="5567201" y="559879"/>
                  </a:lnTo>
                  <a:lnTo>
                    <a:pt x="5520690" y="497341"/>
                  </a:lnTo>
                  <a:lnTo>
                    <a:pt x="5472595" y="441103"/>
                  </a:lnTo>
                  <a:lnTo>
                    <a:pt x="5422163" y="390838"/>
                  </a:lnTo>
                  <a:lnTo>
                    <a:pt x="5368552" y="345997"/>
                  </a:lnTo>
                  <a:lnTo>
                    <a:pt x="5310904" y="305964"/>
                  </a:lnTo>
                  <a:lnTo>
                    <a:pt x="5248420" y="270144"/>
                  </a:lnTo>
                  <a:lnTo>
                    <a:pt x="5180451" y="238015"/>
                  </a:lnTo>
                  <a:lnTo>
                    <a:pt x="5106623" y="209155"/>
                  </a:lnTo>
                  <a:lnTo>
                    <a:pt x="5027003" y="183258"/>
                  </a:lnTo>
                  <a:lnTo>
                    <a:pt x="4942286" y="160133"/>
                  </a:lnTo>
                  <a:lnTo>
                    <a:pt x="4853997" y="139704"/>
                  </a:lnTo>
                  <a:lnTo>
                    <a:pt x="4764607" y="121981"/>
                  </a:lnTo>
                  <a:lnTo>
                    <a:pt x="4677508" y="107026"/>
                  </a:lnTo>
                  <a:lnTo>
                    <a:pt x="4596720" y="94893"/>
                  </a:lnTo>
                  <a:lnTo>
                    <a:pt x="4526317" y="85562"/>
                  </a:lnTo>
                  <a:lnTo>
                    <a:pt x="4469650" y="78885"/>
                  </a:lnTo>
                  <a:lnTo>
                    <a:pt x="4428575" y="74555"/>
                  </a:lnTo>
                  <a:lnTo>
                    <a:pt x="4402938" y="72126"/>
                  </a:lnTo>
                  <a:lnTo>
                    <a:pt x="4390467" y="71059"/>
                  </a:lnTo>
                  <a:lnTo>
                    <a:pt x="4386982" y="70788"/>
                  </a:lnTo>
                  <a:lnTo>
                    <a:pt x="4386855" y="70778"/>
                  </a:lnTo>
                  <a:lnTo>
                    <a:pt x="3848118" y="70778"/>
                  </a:lnTo>
                  <a:lnTo>
                    <a:pt x="3846816" y="70776"/>
                  </a:lnTo>
                  <a:lnTo>
                    <a:pt x="3838317" y="70759"/>
                  </a:lnTo>
                  <a:lnTo>
                    <a:pt x="3817133" y="70713"/>
                  </a:lnTo>
                  <a:lnTo>
                    <a:pt x="3779866" y="70621"/>
                  </a:lnTo>
                  <a:lnTo>
                    <a:pt x="3725542" y="70472"/>
                  </a:lnTo>
                  <a:lnTo>
                    <a:pt x="3655626" y="70255"/>
                  </a:lnTo>
                  <a:lnTo>
                    <a:pt x="3573534" y="69965"/>
                  </a:lnTo>
                  <a:lnTo>
                    <a:pt x="3483748" y="69602"/>
                  </a:lnTo>
                  <a:lnTo>
                    <a:pt x="3390854" y="69167"/>
                  </a:lnTo>
                  <a:lnTo>
                    <a:pt x="3298784" y="68660"/>
                  </a:lnTo>
                  <a:lnTo>
                    <a:pt x="3210421" y="68083"/>
                  </a:lnTo>
                  <a:lnTo>
                    <a:pt x="3127532" y="67434"/>
                  </a:lnTo>
                  <a:lnTo>
                    <a:pt x="3050913" y="66707"/>
                  </a:lnTo>
                  <a:lnTo>
                    <a:pt x="2980621" y="65895"/>
                  </a:lnTo>
                  <a:lnTo>
                    <a:pt x="2916211" y="64985"/>
                  </a:lnTo>
                  <a:lnTo>
                    <a:pt x="2856927" y="63963"/>
                  </a:lnTo>
                  <a:lnTo>
                    <a:pt x="2801854" y="62813"/>
                  </a:lnTo>
                  <a:lnTo>
                    <a:pt x="2750024" y="61518"/>
                  </a:lnTo>
                  <a:lnTo>
                    <a:pt x="2700506" y="60064"/>
                  </a:lnTo>
                  <a:lnTo>
                    <a:pt x="2667772" y="58982"/>
                  </a:lnTo>
                  <a:lnTo>
                    <a:pt x="2615010" y="57041"/>
                  </a:lnTo>
                  <a:lnTo>
                    <a:pt x="2562752" y="54890"/>
                  </a:lnTo>
                  <a:lnTo>
                    <a:pt x="2510403" y="52525"/>
                  </a:lnTo>
                  <a:lnTo>
                    <a:pt x="2457576" y="49952"/>
                  </a:lnTo>
                  <a:lnTo>
                    <a:pt x="2404058" y="47186"/>
                  </a:lnTo>
                  <a:lnTo>
                    <a:pt x="2349793" y="44254"/>
                  </a:lnTo>
                  <a:lnTo>
                    <a:pt x="2294858" y="41188"/>
                  </a:lnTo>
                  <a:lnTo>
                    <a:pt x="2239432" y="38032"/>
                  </a:lnTo>
                  <a:lnTo>
                    <a:pt x="2183770" y="34834"/>
                  </a:lnTo>
                  <a:lnTo>
                    <a:pt x="2128159" y="31644"/>
                  </a:lnTo>
                  <a:lnTo>
                    <a:pt x="2072877" y="28514"/>
                  </a:lnTo>
                  <a:lnTo>
                    <a:pt x="2018159" y="25490"/>
                  </a:lnTo>
                  <a:lnTo>
                    <a:pt x="1964151" y="22612"/>
                  </a:lnTo>
                  <a:lnTo>
                    <a:pt x="1910886" y="19911"/>
                  </a:lnTo>
                  <a:lnTo>
                    <a:pt x="1858257" y="17409"/>
                  </a:lnTo>
                  <a:lnTo>
                    <a:pt x="1805994" y="15118"/>
                  </a:lnTo>
                  <a:lnTo>
                    <a:pt x="1753640" y="13040"/>
                  </a:lnTo>
                  <a:lnTo>
                    <a:pt x="1719082" y="11796"/>
                  </a:lnTo>
                  <a:lnTo>
                    <a:pt x="1670664" y="10230"/>
                  </a:lnTo>
                  <a:lnTo>
                    <a:pt x="1620500" y="8828"/>
                  </a:lnTo>
                  <a:lnTo>
                    <a:pt x="1567735" y="7581"/>
                  </a:lnTo>
                  <a:lnTo>
                    <a:pt x="1511416" y="6474"/>
                  </a:lnTo>
                  <a:lnTo>
                    <a:pt x="1450582" y="5490"/>
                  </a:lnTo>
                  <a:lnTo>
                    <a:pt x="1384355" y="4612"/>
                  </a:lnTo>
                  <a:lnTo>
                    <a:pt x="1312063" y="3829"/>
                  </a:lnTo>
                  <a:lnTo>
                    <a:pt x="1233396" y="3128"/>
                  </a:lnTo>
                  <a:lnTo>
                    <a:pt x="1148622" y="2502"/>
                  </a:lnTo>
                  <a:lnTo>
                    <a:pt x="1058826" y="1948"/>
                  </a:lnTo>
                  <a:lnTo>
                    <a:pt x="966123" y="1464"/>
                  </a:lnTo>
                  <a:lnTo>
                    <a:pt x="873755" y="1051"/>
                  </a:lnTo>
                  <a:lnTo>
                    <a:pt x="785924" y="712"/>
                  </a:lnTo>
                  <a:lnTo>
                    <a:pt x="707280" y="446"/>
                  </a:lnTo>
                  <a:lnTo>
                    <a:pt x="642072" y="251"/>
                  </a:lnTo>
                  <a:lnTo>
                    <a:pt x="593172" y="122"/>
                  </a:lnTo>
                  <a:lnTo>
                    <a:pt x="561291" y="46"/>
                  </a:lnTo>
                  <a:lnTo>
                    <a:pt x="544654" y="11"/>
                  </a:lnTo>
                  <a:lnTo>
                    <a:pt x="539153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05" name="pl705"/>
            <p:cNvSpPr/>
            <p:nvPr/>
          </p:nvSpPr>
          <p:spPr>
            <a:xfrm>
              <a:off x="546595" y="581676"/>
              <a:ext cx="8234974" cy="3005382"/>
            </a:xfrm>
            <a:custGeom>
              <a:avLst/>
              <a:pathLst>
                <a:path w="8234974" h="3005382">
                  <a:moveTo>
                    <a:pt x="0" y="0"/>
                  </a:moveTo>
                  <a:lnTo>
                    <a:pt x="538736" y="0"/>
                  </a:lnTo>
                  <a:lnTo>
                    <a:pt x="540039" y="2"/>
                  </a:lnTo>
                  <a:lnTo>
                    <a:pt x="548537" y="19"/>
                  </a:lnTo>
                  <a:lnTo>
                    <a:pt x="569722" y="65"/>
                  </a:lnTo>
                  <a:lnTo>
                    <a:pt x="606989" y="157"/>
                  </a:lnTo>
                  <a:lnTo>
                    <a:pt x="661313" y="306"/>
                  </a:lnTo>
                  <a:lnTo>
                    <a:pt x="731228" y="523"/>
                  </a:lnTo>
                  <a:lnTo>
                    <a:pt x="813321" y="812"/>
                  </a:lnTo>
                  <a:lnTo>
                    <a:pt x="903106" y="1176"/>
                  </a:lnTo>
                  <a:lnTo>
                    <a:pt x="996001" y="1611"/>
                  </a:lnTo>
                  <a:lnTo>
                    <a:pt x="1088071" y="2118"/>
                  </a:lnTo>
                  <a:lnTo>
                    <a:pt x="1176433" y="2695"/>
                  </a:lnTo>
                  <a:lnTo>
                    <a:pt x="1259322" y="3344"/>
                  </a:lnTo>
                  <a:lnTo>
                    <a:pt x="1335941" y="4071"/>
                  </a:lnTo>
                  <a:lnTo>
                    <a:pt x="1406233" y="4883"/>
                  </a:lnTo>
                  <a:lnTo>
                    <a:pt x="1470644" y="5793"/>
                  </a:lnTo>
                  <a:lnTo>
                    <a:pt x="1529928" y="6815"/>
                  </a:lnTo>
                  <a:lnTo>
                    <a:pt x="1585001" y="7965"/>
                  </a:lnTo>
                  <a:lnTo>
                    <a:pt x="1636831" y="9260"/>
                  </a:lnTo>
                  <a:lnTo>
                    <a:pt x="1686349" y="10714"/>
                  </a:lnTo>
                  <a:lnTo>
                    <a:pt x="1719082" y="11796"/>
                  </a:lnTo>
                  <a:lnTo>
                    <a:pt x="1771845" y="13736"/>
                  </a:lnTo>
                  <a:lnTo>
                    <a:pt x="1824103" y="15888"/>
                  </a:lnTo>
                  <a:lnTo>
                    <a:pt x="1876452" y="18253"/>
                  </a:lnTo>
                  <a:lnTo>
                    <a:pt x="1929279" y="20826"/>
                  </a:lnTo>
                  <a:lnTo>
                    <a:pt x="1982797" y="23591"/>
                  </a:lnTo>
                  <a:lnTo>
                    <a:pt x="2037061" y="26524"/>
                  </a:lnTo>
                  <a:lnTo>
                    <a:pt x="2091997" y="29590"/>
                  </a:lnTo>
                  <a:lnTo>
                    <a:pt x="2147422" y="32746"/>
                  </a:lnTo>
                  <a:lnTo>
                    <a:pt x="2203084" y="35944"/>
                  </a:lnTo>
                  <a:lnTo>
                    <a:pt x="2258696" y="39134"/>
                  </a:lnTo>
                  <a:lnTo>
                    <a:pt x="2313977" y="42264"/>
                  </a:lnTo>
                  <a:lnTo>
                    <a:pt x="2368696" y="45288"/>
                  </a:lnTo>
                  <a:lnTo>
                    <a:pt x="2422704" y="48166"/>
                  </a:lnTo>
                  <a:lnTo>
                    <a:pt x="2475968" y="50867"/>
                  </a:lnTo>
                  <a:lnTo>
                    <a:pt x="2528597" y="53369"/>
                  </a:lnTo>
                  <a:lnTo>
                    <a:pt x="2580861" y="55660"/>
                  </a:lnTo>
                  <a:lnTo>
                    <a:pt x="2633215" y="57738"/>
                  </a:lnTo>
                  <a:lnTo>
                    <a:pt x="2667772" y="58982"/>
                  </a:lnTo>
                  <a:lnTo>
                    <a:pt x="2716191" y="60548"/>
                  </a:lnTo>
                  <a:lnTo>
                    <a:pt x="2766354" y="61950"/>
                  </a:lnTo>
                  <a:lnTo>
                    <a:pt x="2819120" y="63197"/>
                  </a:lnTo>
                  <a:lnTo>
                    <a:pt x="2875439" y="64304"/>
                  </a:lnTo>
                  <a:lnTo>
                    <a:pt x="2936273" y="65288"/>
                  </a:lnTo>
                  <a:lnTo>
                    <a:pt x="3002499" y="66165"/>
                  </a:lnTo>
                  <a:lnTo>
                    <a:pt x="3074792" y="66949"/>
                  </a:lnTo>
                  <a:lnTo>
                    <a:pt x="3153459" y="67650"/>
                  </a:lnTo>
                  <a:lnTo>
                    <a:pt x="3238232" y="68276"/>
                  </a:lnTo>
                  <a:lnTo>
                    <a:pt x="3328029" y="68830"/>
                  </a:lnTo>
                  <a:lnTo>
                    <a:pt x="3420732" y="69314"/>
                  </a:lnTo>
                  <a:lnTo>
                    <a:pt x="3513100" y="69727"/>
                  </a:lnTo>
                  <a:lnTo>
                    <a:pt x="3600931" y="70066"/>
                  </a:lnTo>
                  <a:lnTo>
                    <a:pt x="3679574" y="70332"/>
                  </a:lnTo>
                  <a:lnTo>
                    <a:pt x="3744782" y="70527"/>
                  </a:lnTo>
                  <a:lnTo>
                    <a:pt x="3793682" y="70656"/>
                  </a:lnTo>
                  <a:lnTo>
                    <a:pt x="3825564" y="70732"/>
                  </a:lnTo>
                  <a:lnTo>
                    <a:pt x="3842201" y="70767"/>
                  </a:lnTo>
                  <a:lnTo>
                    <a:pt x="3847702" y="70778"/>
                  </a:lnTo>
                  <a:lnTo>
                    <a:pt x="3848118" y="70778"/>
                  </a:lnTo>
                  <a:lnTo>
                    <a:pt x="4386855" y="70778"/>
                  </a:lnTo>
                  <a:lnTo>
                    <a:pt x="4388015" y="70865"/>
                  </a:lnTo>
                  <a:lnTo>
                    <a:pt x="4395601" y="71485"/>
                  </a:lnTo>
                  <a:lnTo>
                    <a:pt x="4414591" y="73199"/>
                  </a:lnTo>
                  <a:lnTo>
                    <a:pt x="4448198" y="76565"/>
                  </a:lnTo>
                  <a:lnTo>
                    <a:pt x="4497591" y="82082"/>
                  </a:lnTo>
                  <a:lnTo>
                    <a:pt x="4561826" y="90127"/>
                  </a:lnTo>
                  <a:lnTo>
                    <a:pt x="4638175" y="100922"/>
                  </a:lnTo>
                  <a:lnTo>
                    <a:pt x="4722805" y="114544"/>
                  </a:lnTo>
                  <a:lnTo>
                    <a:pt x="4811580" y="130963"/>
                  </a:lnTo>
                  <a:lnTo>
                    <a:pt x="4900759" y="150116"/>
                  </a:lnTo>
                  <a:lnTo>
                    <a:pt x="4987415" y="171959"/>
                  </a:lnTo>
                  <a:lnTo>
                    <a:pt x="5069584" y="196526"/>
                  </a:lnTo>
                  <a:lnTo>
                    <a:pt x="5146199" y="223951"/>
                  </a:lnTo>
                  <a:lnTo>
                    <a:pt x="5216921" y="254485"/>
                  </a:lnTo>
                  <a:lnTo>
                    <a:pt x="5281937" y="288496"/>
                  </a:lnTo>
                  <a:lnTo>
                    <a:pt x="5341784" y="326462"/>
                  </a:lnTo>
                  <a:lnTo>
                    <a:pt x="5397203" y="368947"/>
                  </a:lnTo>
                  <a:lnTo>
                    <a:pt x="5449034" y="416566"/>
                  </a:lnTo>
                  <a:lnTo>
                    <a:pt x="5498136" y="469914"/>
                  </a:lnTo>
                  <a:lnTo>
                    <a:pt x="5545313" y="529449"/>
                  </a:lnTo>
                  <a:lnTo>
                    <a:pt x="5567201" y="559879"/>
                  </a:lnTo>
                  <a:lnTo>
                    <a:pt x="5602168" y="612091"/>
                  </a:lnTo>
                  <a:lnTo>
                    <a:pt x="5636808" y="668084"/>
                  </a:lnTo>
                  <a:lnTo>
                    <a:pt x="5671327" y="727938"/>
                  </a:lnTo>
                  <a:lnTo>
                    <a:pt x="5705886" y="791668"/>
                  </a:lnTo>
                  <a:lnTo>
                    <a:pt x="5740607" y="859225"/>
                  </a:lnTo>
                  <a:lnTo>
                    <a:pt x="5775577" y="930488"/>
                  </a:lnTo>
                  <a:lnTo>
                    <a:pt x="5810849" y="1005258"/>
                  </a:lnTo>
                  <a:lnTo>
                    <a:pt x="5846449" y="1083259"/>
                  </a:lnTo>
                  <a:lnTo>
                    <a:pt x="5882373" y="1164137"/>
                  </a:lnTo>
                  <a:lnTo>
                    <a:pt x="5918596" y="1247465"/>
                  </a:lnTo>
                  <a:lnTo>
                    <a:pt x="5955070" y="1332753"/>
                  </a:lnTo>
                  <a:lnTo>
                    <a:pt x="5991732" y="1419455"/>
                  </a:lnTo>
                  <a:lnTo>
                    <a:pt x="6028506" y="1506985"/>
                  </a:lnTo>
                  <a:lnTo>
                    <a:pt x="6065310" y="1594733"/>
                  </a:lnTo>
                  <a:lnTo>
                    <a:pt x="6102060" y="1682084"/>
                  </a:lnTo>
                  <a:lnTo>
                    <a:pt x="6138674" y="1768432"/>
                  </a:lnTo>
                  <a:lnTo>
                    <a:pt x="6175080" y="1853204"/>
                  </a:lnTo>
                  <a:lnTo>
                    <a:pt x="6211220" y="1935866"/>
                  </a:lnTo>
                  <a:lnTo>
                    <a:pt x="6247052" y="2015947"/>
                  </a:lnTo>
                  <a:lnTo>
                    <a:pt x="6282555" y="2093039"/>
                  </a:lnTo>
                  <a:lnTo>
                    <a:pt x="6317736" y="2166812"/>
                  </a:lnTo>
                  <a:lnTo>
                    <a:pt x="6352626" y="2237012"/>
                  </a:lnTo>
                  <a:lnTo>
                    <a:pt x="6387289" y="2303463"/>
                  </a:lnTo>
                  <a:lnTo>
                    <a:pt x="6421822" y="2366066"/>
                  </a:lnTo>
                  <a:lnTo>
                    <a:pt x="6456358" y="2424790"/>
                  </a:lnTo>
                  <a:lnTo>
                    <a:pt x="6491070" y="2479671"/>
                  </a:lnTo>
                  <a:lnTo>
                    <a:pt x="6515891" y="2516282"/>
                  </a:lnTo>
                  <a:lnTo>
                    <a:pt x="6562403" y="2578819"/>
                  </a:lnTo>
                  <a:lnTo>
                    <a:pt x="6610498" y="2635058"/>
                  </a:lnTo>
                  <a:lnTo>
                    <a:pt x="6660930" y="2685323"/>
                  </a:lnTo>
                  <a:lnTo>
                    <a:pt x="6714541" y="2730164"/>
                  </a:lnTo>
                  <a:lnTo>
                    <a:pt x="6772188" y="2770196"/>
                  </a:lnTo>
                  <a:lnTo>
                    <a:pt x="6834672" y="2806016"/>
                  </a:lnTo>
                  <a:lnTo>
                    <a:pt x="6902641" y="2838146"/>
                  </a:lnTo>
                  <a:lnTo>
                    <a:pt x="6976469" y="2867005"/>
                  </a:lnTo>
                  <a:lnTo>
                    <a:pt x="7056090" y="2892903"/>
                  </a:lnTo>
                  <a:lnTo>
                    <a:pt x="7140806" y="2916028"/>
                  </a:lnTo>
                  <a:lnTo>
                    <a:pt x="7229096" y="2936457"/>
                  </a:lnTo>
                  <a:lnTo>
                    <a:pt x="7318485" y="2954180"/>
                  </a:lnTo>
                  <a:lnTo>
                    <a:pt x="7405584" y="2969135"/>
                  </a:lnTo>
                  <a:lnTo>
                    <a:pt x="7486372" y="2981268"/>
                  </a:lnTo>
                  <a:lnTo>
                    <a:pt x="7556775" y="2990598"/>
                  </a:lnTo>
                  <a:lnTo>
                    <a:pt x="7613442" y="2997276"/>
                  </a:lnTo>
                  <a:lnTo>
                    <a:pt x="7654518" y="3001605"/>
                  </a:lnTo>
                  <a:lnTo>
                    <a:pt x="7680155" y="3004035"/>
                  </a:lnTo>
                  <a:lnTo>
                    <a:pt x="7692626" y="3005102"/>
                  </a:lnTo>
                  <a:lnTo>
                    <a:pt x="7696110" y="3005373"/>
                  </a:lnTo>
                  <a:lnTo>
                    <a:pt x="7696237" y="3005382"/>
                  </a:lnTo>
                  <a:lnTo>
                    <a:pt x="8234974" y="30053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6" name="pl706"/>
            <p:cNvSpPr/>
            <p:nvPr/>
          </p:nvSpPr>
          <p:spPr>
            <a:xfrm>
              <a:off x="546595" y="549009"/>
              <a:ext cx="8234974" cy="3005382"/>
            </a:xfrm>
            <a:custGeom>
              <a:avLst/>
              <a:pathLst>
                <a:path w="8234974" h="3005382">
                  <a:moveTo>
                    <a:pt x="8234974" y="3005382"/>
                  </a:moveTo>
                  <a:lnTo>
                    <a:pt x="7696237" y="3005382"/>
                  </a:lnTo>
                  <a:lnTo>
                    <a:pt x="7695078" y="3005296"/>
                  </a:lnTo>
                  <a:lnTo>
                    <a:pt x="7687491" y="3004676"/>
                  </a:lnTo>
                  <a:lnTo>
                    <a:pt x="7668502" y="3002962"/>
                  </a:lnTo>
                  <a:lnTo>
                    <a:pt x="7634894" y="2999596"/>
                  </a:lnTo>
                  <a:lnTo>
                    <a:pt x="7585501" y="2994079"/>
                  </a:lnTo>
                  <a:lnTo>
                    <a:pt x="7521266" y="2986034"/>
                  </a:lnTo>
                  <a:lnTo>
                    <a:pt x="7444917" y="2975239"/>
                  </a:lnTo>
                  <a:lnTo>
                    <a:pt x="7360288" y="2961617"/>
                  </a:lnTo>
                  <a:lnTo>
                    <a:pt x="7271513" y="2945197"/>
                  </a:lnTo>
                  <a:lnTo>
                    <a:pt x="7182334" y="2926045"/>
                  </a:lnTo>
                  <a:lnTo>
                    <a:pt x="7095678" y="2904201"/>
                  </a:lnTo>
                  <a:lnTo>
                    <a:pt x="7013509" y="2879634"/>
                  </a:lnTo>
                  <a:lnTo>
                    <a:pt x="6936893" y="2852210"/>
                  </a:lnTo>
                  <a:lnTo>
                    <a:pt x="6866172" y="2821676"/>
                  </a:lnTo>
                  <a:lnTo>
                    <a:pt x="6801155" y="2787664"/>
                  </a:lnTo>
                  <a:lnTo>
                    <a:pt x="6741308" y="2749699"/>
                  </a:lnTo>
                  <a:lnTo>
                    <a:pt x="6685890" y="2707214"/>
                  </a:lnTo>
                  <a:lnTo>
                    <a:pt x="6634058" y="2659595"/>
                  </a:lnTo>
                  <a:lnTo>
                    <a:pt x="6584957" y="2606246"/>
                  </a:lnTo>
                  <a:lnTo>
                    <a:pt x="6537780" y="2546712"/>
                  </a:lnTo>
                  <a:lnTo>
                    <a:pt x="6515891" y="2516282"/>
                  </a:lnTo>
                  <a:lnTo>
                    <a:pt x="6480925" y="2464070"/>
                  </a:lnTo>
                  <a:lnTo>
                    <a:pt x="6446284" y="2408076"/>
                  </a:lnTo>
                  <a:lnTo>
                    <a:pt x="6411765" y="2348223"/>
                  </a:lnTo>
                  <a:lnTo>
                    <a:pt x="6377206" y="2284493"/>
                  </a:lnTo>
                  <a:lnTo>
                    <a:pt x="6342485" y="2216936"/>
                  </a:lnTo>
                  <a:lnTo>
                    <a:pt x="6307516" y="2145673"/>
                  </a:lnTo>
                  <a:lnTo>
                    <a:pt x="6272243" y="2070903"/>
                  </a:lnTo>
                  <a:lnTo>
                    <a:pt x="6236643" y="1992902"/>
                  </a:lnTo>
                  <a:lnTo>
                    <a:pt x="6200719" y="1912024"/>
                  </a:lnTo>
                  <a:lnTo>
                    <a:pt x="6164496" y="1828695"/>
                  </a:lnTo>
                  <a:lnTo>
                    <a:pt x="6128022" y="1743407"/>
                  </a:lnTo>
                  <a:lnTo>
                    <a:pt x="6091361" y="1656706"/>
                  </a:lnTo>
                  <a:lnTo>
                    <a:pt x="6054587" y="1569176"/>
                  </a:lnTo>
                  <a:lnTo>
                    <a:pt x="6017783" y="1481428"/>
                  </a:lnTo>
                  <a:lnTo>
                    <a:pt x="5981033" y="1394077"/>
                  </a:lnTo>
                  <a:lnTo>
                    <a:pt x="5944419" y="1307728"/>
                  </a:lnTo>
                  <a:lnTo>
                    <a:pt x="5908012" y="1222957"/>
                  </a:lnTo>
                  <a:lnTo>
                    <a:pt x="5871872" y="1140295"/>
                  </a:lnTo>
                  <a:lnTo>
                    <a:pt x="5836041" y="1060214"/>
                  </a:lnTo>
                  <a:lnTo>
                    <a:pt x="5800537" y="983122"/>
                  </a:lnTo>
                  <a:lnTo>
                    <a:pt x="5765357" y="909349"/>
                  </a:lnTo>
                  <a:lnTo>
                    <a:pt x="5730467" y="839149"/>
                  </a:lnTo>
                  <a:lnTo>
                    <a:pt x="5695803" y="772698"/>
                  </a:lnTo>
                  <a:lnTo>
                    <a:pt x="5661270" y="710095"/>
                  </a:lnTo>
                  <a:lnTo>
                    <a:pt x="5626734" y="651371"/>
                  </a:lnTo>
                  <a:lnTo>
                    <a:pt x="5592022" y="596490"/>
                  </a:lnTo>
                  <a:lnTo>
                    <a:pt x="5567201" y="559879"/>
                  </a:lnTo>
                  <a:lnTo>
                    <a:pt x="5520690" y="497341"/>
                  </a:lnTo>
                  <a:lnTo>
                    <a:pt x="5472595" y="441103"/>
                  </a:lnTo>
                  <a:lnTo>
                    <a:pt x="5422163" y="390838"/>
                  </a:lnTo>
                  <a:lnTo>
                    <a:pt x="5368552" y="345997"/>
                  </a:lnTo>
                  <a:lnTo>
                    <a:pt x="5310904" y="305964"/>
                  </a:lnTo>
                  <a:lnTo>
                    <a:pt x="5248420" y="270144"/>
                  </a:lnTo>
                  <a:lnTo>
                    <a:pt x="5180451" y="238015"/>
                  </a:lnTo>
                  <a:lnTo>
                    <a:pt x="5106623" y="209155"/>
                  </a:lnTo>
                  <a:lnTo>
                    <a:pt x="5027003" y="183258"/>
                  </a:lnTo>
                  <a:lnTo>
                    <a:pt x="4942286" y="160133"/>
                  </a:lnTo>
                  <a:lnTo>
                    <a:pt x="4853997" y="139704"/>
                  </a:lnTo>
                  <a:lnTo>
                    <a:pt x="4764607" y="121981"/>
                  </a:lnTo>
                  <a:lnTo>
                    <a:pt x="4677508" y="107026"/>
                  </a:lnTo>
                  <a:lnTo>
                    <a:pt x="4596720" y="94893"/>
                  </a:lnTo>
                  <a:lnTo>
                    <a:pt x="4526317" y="85562"/>
                  </a:lnTo>
                  <a:lnTo>
                    <a:pt x="4469650" y="78885"/>
                  </a:lnTo>
                  <a:lnTo>
                    <a:pt x="4428575" y="74555"/>
                  </a:lnTo>
                  <a:lnTo>
                    <a:pt x="4402938" y="72126"/>
                  </a:lnTo>
                  <a:lnTo>
                    <a:pt x="4390467" y="71059"/>
                  </a:lnTo>
                  <a:lnTo>
                    <a:pt x="4386982" y="70788"/>
                  </a:lnTo>
                  <a:lnTo>
                    <a:pt x="4386855" y="70778"/>
                  </a:lnTo>
                  <a:lnTo>
                    <a:pt x="3848118" y="70778"/>
                  </a:lnTo>
                  <a:lnTo>
                    <a:pt x="3846816" y="70776"/>
                  </a:lnTo>
                  <a:lnTo>
                    <a:pt x="3838317" y="70759"/>
                  </a:lnTo>
                  <a:lnTo>
                    <a:pt x="3817133" y="70713"/>
                  </a:lnTo>
                  <a:lnTo>
                    <a:pt x="3779866" y="70621"/>
                  </a:lnTo>
                  <a:lnTo>
                    <a:pt x="3725542" y="70472"/>
                  </a:lnTo>
                  <a:lnTo>
                    <a:pt x="3655626" y="70255"/>
                  </a:lnTo>
                  <a:lnTo>
                    <a:pt x="3573534" y="69965"/>
                  </a:lnTo>
                  <a:lnTo>
                    <a:pt x="3483748" y="69602"/>
                  </a:lnTo>
                  <a:lnTo>
                    <a:pt x="3390854" y="69167"/>
                  </a:lnTo>
                  <a:lnTo>
                    <a:pt x="3298784" y="68660"/>
                  </a:lnTo>
                  <a:lnTo>
                    <a:pt x="3210421" y="68083"/>
                  </a:lnTo>
                  <a:lnTo>
                    <a:pt x="3127532" y="67434"/>
                  </a:lnTo>
                  <a:lnTo>
                    <a:pt x="3050913" y="66707"/>
                  </a:lnTo>
                  <a:lnTo>
                    <a:pt x="2980621" y="65895"/>
                  </a:lnTo>
                  <a:lnTo>
                    <a:pt x="2916211" y="64985"/>
                  </a:lnTo>
                  <a:lnTo>
                    <a:pt x="2856927" y="63963"/>
                  </a:lnTo>
                  <a:lnTo>
                    <a:pt x="2801854" y="62813"/>
                  </a:lnTo>
                  <a:lnTo>
                    <a:pt x="2750024" y="61518"/>
                  </a:lnTo>
                  <a:lnTo>
                    <a:pt x="2700506" y="60064"/>
                  </a:lnTo>
                  <a:lnTo>
                    <a:pt x="2667772" y="58982"/>
                  </a:lnTo>
                  <a:lnTo>
                    <a:pt x="2615010" y="57041"/>
                  </a:lnTo>
                  <a:lnTo>
                    <a:pt x="2562752" y="54890"/>
                  </a:lnTo>
                  <a:lnTo>
                    <a:pt x="2510403" y="52525"/>
                  </a:lnTo>
                  <a:lnTo>
                    <a:pt x="2457576" y="49952"/>
                  </a:lnTo>
                  <a:lnTo>
                    <a:pt x="2404058" y="47186"/>
                  </a:lnTo>
                  <a:lnTo>
                    <a:pt x="2349793" y="44254"/>
                  </a:lnTo>
                  <a:lnTo>
                    <a:pt x="2294858" y="41188"/>
                  </a:lnTo>
                  <a:lnTo>
                    <a:pt x="2239432" y="38032"/>
                  </a:lnTo>
                  <a:lnTo>
                    <a:pt x="2183770" y="34834"/>
                  </a:lnTo>
                  <a:lnTo>
                    <a:pt x="2128159" y="31644"/>
                  </a:lnTo>
                  <a:lnTo>
                    <a:pt x="2072877" y="28514"/>
                  </a:lnTo>
                  <a:lnTo>
                    <a:pt x="2018159" y="25490"/>
                  </a:lnTo>
                  <a:lnTo>
                    <a:pt x="1964151" y="22612"/>
                  </a:lnTo>
                  <a:lnTo>
                    <a:pt x="1910886" y="19911"/>
                  </a:lnTo>
                  <a:lnTo>
                    <a:pt x="1858257" y="17409"/>
                  </a:lnTo>
                  <a:lnTo>
                    <a:pt x="1805994" y="15118"/>
                  </a:lnTo>
                  <a:lnTo>
                    <a:pt x="1753640" y="13040"/>
                  </a:lnTo>
                  <a:lnTo>
                    <a:pt x="1719082" y="11796"/>
                  </a:lnTo>
                  <a:lnTo>
                    <a:pt x="1670664" y="10230"/>
                  </a:lnTo>
                  <a:lnTo>
                    <a:pt x="1620500" y="8828"/>
                  </a:lnTo>
                  <a:lnTo>
                    <a:pt x="1567735" y="7581"/>
                  </a:lnTo>
                  <a:lnTo>
                    <a:pt x="1511416" y="6474"/>
                  </a:lnTo>
                  <a:lnTo>
                    <a:pt x="1450582" y="5490"/>
                  </a:lnTo>
                  <a:lnTo>
                    <a:pt x="1384355" y="4612"/>
                  </a:lnTo>
                  <a:lnTo>
                    <a:pt x="1312063" y="3829"/>
                  </a:lnTo>
                  <a:lnTo>
                    <a:pt x="1233396" y="3128"/>
                  </a:lnTo>
                  <a:lnTo>
                    <a:pt x="1148622" y="2502"/>
                  </a:lnTo>
                  <a:lnTo>
                    <a:pt x="1058826" y="1948"/>
                  </a:lnTo>
                  <a:lnTo>
                    <a:pt x="966123" y="1464"/>
                  </a:lnTo>
                  <a:lnTo>
                    <a:pt x="873755" y="1051"/>
                  </a:lnTo>
                  <a:lnTo>
                    <a:pt x="785924" y="712"/>
                  </a:lnTo>
                  <a:lnTo>
                    <a:pt x="707280" y="446"/>
                  </a:lnTo>
                  <a:lnTo>
                    <a:pt x="642072" y="251"/>
                  </a:lnTo>
                  <a:lnTo>
                    <a:pt x="593172" y="122"/>
                  </a:lnTo>
                  <a:lnTo>
                    <a:pt x="561291" y="46"/>
                  </a:lnTo>
                  <a:lnTo>
                    <a:pt x="544654" y="11"/>
                  </a:lnTo>
                  <a:lnTo>
                    <a:pt x="539153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7" name="pg707"/>
            <p:cNvSpPr/>
            <p:nvPr/>
          </p:nvSpPr>
          <p:spPr>
            <a:xfrm>
              <a:off x="546595" y="581676"/>
              <a:ext cx="8234974" cy="3386500"/>
            </a:xfrm>
            <a:custGeom>
              <a:avLst/>
              <a:pathLst>
                <a:path w="8234974" h="3386500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6"/>
                  </a:lnTo>
                  <a:lnTo>
                    <a:pt x="548537" y="16360"/>
                  </a:lnTo>
                  <a:lnTo>
                    <a:pt x="569720" y="16424"/>
                  </a:lnTo>
                  <a:lnTo>
                    <a:pt x="606985" y="16551"/>
                  </a:lnTo>
                  <a:lnTo>
                    <a:pt x="661305" y="16758"/>
                  </a:lnTo>
                  <a:lnTo>
                    <a:pt x="731218" y="17058"/>
                  </a:lnTo>
                  <a:lnTo>
                    <a:pt x="813307" y="17459"/>
                  </a:lnTo>
                  <a:lnTo>
                    <a:pt x="903090" y="17962"/>
                  </a:lnTo>
                  <a:lnTo>
                    <a:pt x="995981" y="18565"/>
                  </a:lnTo>
                  <a:lnTo>
                    <a:pt x="1088050" y="19266"/>
                  </a:lnTo>
                  <a:lnTo>
                    <a:pt x="1176412" y="20065"/>
                  </a:lnTo>
                  <a:lnTo>
                    <a:pt x="1259300" y="20964"/>
                  </a:lnTo>
                  <a:lnTo>
                    <a:pt x="1335919" y="21970"/>
                  </a:lnTo>
                  <a:lnTo>
                    <a:pt x="1406212" y="23095"/>
                  </a:lnTo>
                  <a:lnTo>
                    <a:pt x="1470623" y="24354"/>
                  </a:lnTo>
                  <a:lnTo>
                    <a:pt x="1529907" y="25769"/>
                  </a:lnTo>
                  <a:lnTo>
                    <a:pt x="1584980" y="27362"/>
                  </a:lnTo>
                  <a:lnTo>
                    <a:pt x="1636810" y="29155"/>
                  </a:lnTo>
                  <a:lnTo>
                    <a:pt x="1686327" y="31168"/>
                  </a:lnTo>
                  <a:lnTo>
                    <a:pt x="1719082" y="32667"/>
                  </a:lnTo>
                  <a:lnTo>
                    <a:pt x="1771815" y="35352"/>
                  </a:lnTo>
                  <a:lnTo>
                    <a:pt x="1824044" y="38329"/>
                  </a:lnTo>
                  <a:lnTo>
                    <a:pt x="1876363" y="41602"/>
                  </a:lnTo>
                  <a:lnTo>
                    <a:pt x="1929159" y="45162"/>
                  </a:lnTo>
                  <a:lnTo>
                    <a:pt x="1982645" y="48988"/>
                  </a:lnTo>
                  <a:lnTo>
                    <a:pt x="2036876" y="53046"/>
                  </a:lnTo>
                  <a:lnTo>
                    <a:pt x="2091779" y="57287"/>
                  </a:lnTo>
                  <a:lnTo>
                    <a:pt x="2147171" y="61655"/>
                  </a:lnTo>
                  <a:lnTo>
                    <a:pt x="2202801" y="66080"/>
                  </a:lnTo>
                  <a:lnTo>
                    <a:pt x="2258382" y="70494"/>
                  </a:lnTo>
                  <a:lnTo>
                    <a:pt x="2313635" y="74826"/>
                  </a:lnTo>
                  <a:lnTo>
                    <a:pt x="2368327" y="79012"/>
                  </a:lnTo>
                  <a:lnTo>
                    <a:pt x="2422310" y="82997"/>
                  </a:lnTo>
                  <a:lnTo>
                    <a:pt x="2475550" y="86736"/>
                  </a:lnTo>
                  <a:lnTo>
                    <a:pt x="2528153" y="90201"/>
                  </a:lnTo>
                  <a:lnTo>
                    <a:pt x="2580389" y="93375"/>
                  </a:lnTo>
                  <a:lnTo>
                    <a:pt x="2632710" y="96253"/>
                  </a:lnTo>
                  <a:lnTo>
                    <a:pt x="2667772" y="98001"/>
                  </a:lnTo>
                  <a:lnTo>
                    <a:pt x="2716190" y="100169"/>
                  </a:lnTo>
                  <a:lnTo>
                    <a:pt x="2766352" y="102110"/>
                  </a:lnTo>
                  <a:lnTo>
                    <a:pt x="2819116" y="103837"/>
                  </a:lnTo>
                  <a:lnTo>
                    <a:pt x="2875433" y="105370"/>
                  </a:lnTo>
                  <a:lnTo>
                    <a:pt x="2936265" y="106733"/>
                  </a:lnTo>
                  <a:lnTo>
                    <a:pt x="3002490" y="107947"/>
                  </a:lnTo>
                  <a:lnTo>
                    <a:pt x="3074780" y="109033"/>
                  </a:lnTo>
                  <a:lnTo>
                    <a:pt x="3153444" y="110003"/>
                  </a:lnTo>
                  <a:lnTo>
                    <a:pt x="3238214" y="110869"/>
                  </a:lnTo>
                  <a:lnTo>
                    <a:pt x="3328008" y="111637"/>
                  </a:lnTo>
                  <a:lnTo>
                    <a:pt x="3420708" y="112307"/>
                  </a:lnTo>
                  <a:lnTo>
                    <a:pt x="3513075" y="112878"/>
                  </a:lnTo>
                  <a:lnTo>
                    <a:pt x="3600906" y="113349"/>
                  </a:lnTo>
                  <a:lnTo>
                    <a:pt x="3679551" y="113717"/>
                  </a:lnTo>
                  <a:lnTo>
                    <a:pt x="3744763" y="113986"/>
                  </a:lnTo>
                  <a:lnTo>
                    <a:pt x="3793667" y="114165"/>
                  </a:lnTo>
                  <a:lnTo>
                    <a:pt x="3825554" y="114270"/>
                  </a:lnTo>
                  <a:lnTo>
                    <a:pt x="3842196" y="114319"/>
                  </a:lnTo>
                  <a:lnTo>
                    <a:pt x="3847701" y="114334"/>
                  </a:lnTo>
                  <a:lnTo>
                    <a:pt x="3848118" y="114335"/>
                  </a:lnTo>
                  <a:lnTo>
                    <a:pt x="4386855" y="114335"/>
                  </a:lnTo>
                  <a:lnTo>
                    <a:pt x="4387985" y="114429"/>
                  </a:lnTo>
                  <a:lnTo>
                    <a:pt x="4395383" y="115102"/>
                  </a:lnTo>
                  <a:lnTo>
                    <a:pt x="4413918" y="116962"/>
                  </a:lnTo>
                  <a:lnTo>
                    <a:pt x="4446761" y="120619"/>
                  </a:lnTo>
                  <a:lnTo>
                    <a:pt x="4495115" y="126614"/>
                  </a:lnTo>
                  <a:lnTo>
                    <a:pt x="4558136" y="135365"/>
                  </a:lnTo>
                  <a:lnTo>
                    <a:pt x="4633236" y="147121"/>
                  </a:lnTo>
                  <a:lnTo>
                    <a:pt x="4716720" y="161973"/>
                  </a:lnTo>
                  <a:lnTo>
                    <a:pt x="4804554" y="179895"/>
                  </a:lnTo>
                  <a:lnTo>
                    <a:pt x="4893047" y="200816"/>
                  </a:lnTo>
                  <a:lnTo>
                    <a:pt x="4979274" y="224688"/>
                  </a:lnTo>
                  <a:lnTo>
                    <a:pt x="5061235" y="251535"/>
                  </a:lnTo>
                  <a:lnTo>
                    <a:pt x="5137810" y="281492"/>
                  </a:lnTo>
                  <a:lnTo>
                    <a:pt x="5208601" y="314818"/>
                  </a:lnTo>
                  <a:lnTo>
                    <a:pt x="5273741" y="351898"/>
                  </a:lnTo>
                  <a:lnTo>
                    <a:pt x="5333719" y="393236"/>
                  </a:lnTo>
                  <a:lnTo>
                    <a:pt x="5389235" y="439434"/>
                  </a:lnTo>
                  <a:lnTo>
                    <a:pt x="5441101" y="491157"/>
                  </a:lnTo>
                  <a:lnTo>
                    <a:pt x="5490154" y="549061"/>
                  </a:lnTo>
                  <a:lnTo>
                    <a:pt x="5537192" y="613679"/>
                  </a:lnTo>
                  <a:lnTo>
                    <a:pt x="5567201" y="659696"/>
                  </a:lnTo>
                  <a:lnTo>
                    <a:pt x="5600640" y="715266"/>
                  </a:lnTo>
                  <a:lnTo>
                    <a:pt x="5633771" y="774687"/>
                  </a:lnTo>
                  <a:lnTo>
                    <a:pt x="5666776" y="838038"/>
                  </a:lnTo>
                  <a:lnTo>
                    <a:pt x="5699802" y="905341"/>
                  </a:lnTo>
                  <a:lnTo>
                    <a:pt x="5732958" y="976560"/>
                  </a:lnTo>
                  <a:lnTo>
                    <a:pt x="5766327" y="1051589"/>
                  </a:lnTo>
                  <a:lnTo>
                    <a:pt x="5799963" y="1130255"/>
                  </a:lnTo>
                  <a:lnTo>
                    <a:pt x="5833893" y="1212309"/>
                  </a:lnTo>
                  <a:lnTo>
                    <a:pt x="5868125" y="1297431"/>
                  </a:lnTo>
                  <a:lnTo>
                    <a:pt x="5902641" y="1385232"/>
                  </a:lnTo>
                  <a:lnTo>
                    <a:pt x="5937408" y="1475258"/>
                  </a:lnTo>
                  <a:lnTo>
                    <a:pt x="5972376" y="1566999"/>
                  </a:lnTo>
                  <a:lnTo>
                    <a:pt x="6007484" y="1659904"/>
                  </a:lnTo>
                  <a:lnTo>
                    <a:pt x="6042664" y="1753389"/>
                  </a:lnTo>
                  <a:lnTo>
                    <a:pt x="6077841" y="1846854"/>
                  </a:lnTo>
                  <a:lnTo>
                    <a:pt x="6112942" y="1939702"/>
                  </a:lnTo>
                  <a:lnTo>
                    <a:pt x="6147899" y="2031351"/>
                  </a:lnTo>
                  <a:lnTo>
                    <a:pt x="6182652" y="2121250"/>
                  </a:lnTo>
                  <a:lnTo>
                    <a:pt x="6217150" y="2208894"/>
                  </a:lnTo>
                  <a:lnTo>
                    <a:pt x="6251363" y="2293832"/>
                  </a:lnTo>
                  <a:lnTo>
                    <a:pt x="6285275" y="2375680"/>
                  </a:lnTo>
                  <a:lnTo>
                    <a:pt x="6318892" y="2454121"/>
                  </a:lnTo>
                  <a:lnTo>
                    <a:pt x="6352246" y="2528913"/>
                  </a:lnTo>
                  <a:lnTo>
                    <a:pt x="6385391" y="2599885"/>
                  </a:lnTo>
                  <a:lnTo>
                    <a:pt x="6418412" y="2666938"/>
                  </a:lnTo>
                  <a:lnTo>
                    <a:pt x="6451421" y="2730037"/>
                  </a:lnTo>
                  <a:lnTo>
                    <a:pt x="6484565" y="2789211"/>
                  </a:lnTo>
                  <a:lnTo>
                    <a:pt x="6515891" y="2841139"/>
                  </a:lnTo>
                  <a:lnTo>
                    <a:pt x="6561991" y="2910293"/>
                  </a:lnTo>
                  <a:lnTo>
                    <a:pt x="6609641" y="2972543"/>
                  </a:lnTo>
                  <a:lnTo>
                    <a:pt x="6659574" y="3028239"/>
                  </a:lnTo>
                  <a:lnTo>
                    <a:pt x="6712608" y="3077973"/>
                  </a:lnTo>
                  <a:lnTo>
                    <a:pt x="6769580" y="3122417"/>
                  </a:lnTo>
                  <a:lnTo>
                    <a:pt x="6831272" y="3162218"/>
                  </a:lnTo>
                  <a:lnTo>
                    <a:pt x="6898327" y="3197948"/>
                  </a:lnTo>
                  <a:lnTo>
                    <a:pt x="6971127" y="3230071"/>
                  </a:lnTo>
                  <a:lnTo>
                    <a:pt x="7049643" y="3258930"/>
                  </a:lnTo>
                  <a:lnTo>
                    <a:pt x="7133249" y="3284738"/>
                  </a:lnTo>
                  <a:lnTo>
                    <a:pt x="7220533" y="3307591"/>
                  </a:lnTo>
                  <a:lnTo>
                    <a:pt x="7309174" y="3327483"/>
                  </a:lnTo>
                  <a:lnTo>
                    <a:pt x="7395950" y="3344350"/>
                  </a:lnTo>
                  <a:lnTo>
                    <a:pt x="7476989" y="3358129"/>
                  </a:lnTo>
                  <a:lnTo>
                    <a:pt x="7548288" y="3368828"/>
                  </a:lnTo>
                  <a:lnTo>
                    <a:pt x="7606450" y="3376589"/>
                  </a:lnTo>
                  <a:lnTo>
                    <a:pt x="7649431" y="3381720"/>
                  </a:lnTo>
                  <a:lnTo>
                    <a:pt x="7677084" y="3384689"/>
                  </a:lnTo>
                  <a:lnTo>
                    <a:pt x="7691314" y="3386068"/>
                  </a:lnTo>
                  <a:lnTo>
                    <a:pt x="7695915" y="3386474"/>
                  </a:lnTo>
                  <a:lnTo>
                    <a:pt x="7696237" y="3386500"/>
                  </a:lnTo>
                  <a:lnTo>
                    <a:pt x="8234974" y="3386500"/>
                  </a:lnTo>
                  <a:lnTo>
                    <a:pt x="8234974" y="3370166"/>
                  </a:lnTo>
                  <a:lnTo>
                    <a:pt x="7696237" y="3370166"/>
                  </a:lnTo>
                  <a:lnTo>
                    <a:pt x="7695107" y="3370072"/>
                  </a:lnTo>
                  <a:lnTo>
                    <a:pt x="7687709" y="3369399"/>
                  </a:lnTo>
                  <a:lnTo>
                    <a:pt x="7669175" y="3367538"/>
                  </a:lnTo>
                  <a:lnTo>
                    <a:pt x="7636332" y="3363882"/>
                  </a:lnTo>
                  <a:lnTo>
                    <a:pt x="7587978" y="3357887"/>
                  </a:lnTo>
                  <a:lnTo>
                    <a:pt x="7524957" y="3349136"/>
                  </a:lnTo>
                  <a:lnTo>
                    <a:pt x="7449856" y="3337380"/>
                  </a:lnTo>
                  <a:lnTo>
                    <a:pt x="7366373" y="3322528"/>
                  </a:lnTo>
                  <a:lnTo>
                    <a:pt x="7278538" y="3304606"/>
                  </a:lnTo>
                  <a:lnTo>
                    <a:pt x="7190045" y="3283685"/>
                  </a:lnTo>
                  <a:lnTo>
                    <a:pt x="7103819" y="3259813"/>
                  </a:lnTo>
                  <a:lnTo>
                    <a:pt x="7021858" y="3232966"/>
                  </a:lnTo>
                  <a:lnTo>
                    <a:pt x="6945283" y="3203008"/>
                  </a:lnTo>
                  <a:lnTo>
                    <a:pt x="6874491" y="3169683"/>
                  </a:lnTo>
                  <a:lnTo>
                    <a:pt x="6809351" y="3132603"/>
                  </a:lnTo>
                  <a:lnTo>
                    <a:pt x="6749374" y="3091265"/>
                  </a:lnTo>
                  <a:lnTo>
                    <a:pt x="6693857" y="3045067"/>
                  </a:lnTo>
                  <a:lnTo>
                    <a:pt x="6641991" y="2993344"/>
                  </a:lnTo>
                  <a:lnTo>
                    <a:pt x="6592938" y="2935440"/>
                  </a:lnTo>
                  <a:lnTo>
                    <a:pt x="6545900" y="2870822"/>
                  </a:lnTo>
                  <a:lnTo>
                    <a:pt x="6515891" y="2824805"/>
                  </a:lnTo>
                  <a:lnTo>
                    <a:pt x="6482453" y="2769235"/>
                  </a:lnTo>
                  <a:lnTo>
                    <a:pt x="6449322" y="2709813"/>
                  </a:lnTo>
                  <a:lnTo>
                    <a:pt x="6416316" y="2646463"/>
                  </a:lnTo>
                  <a:lnTo>
                    <a:pt x="6383291" y="2579160"/>
                  </a:lnTo>
                  <a:lnTo>
                    <a:pt x="6350135" y="2507941"/>
                  </a:lnTo>
                  <a:lnTo>
                    <a:pt x="6316766" y="2432912"/>
                  </a:lnTo>
                  <a:lnTo>
                    <a:pt x="6283130" y="2354246"/>
                  </a:lnTo>
                  <a:lnTo>
                    <a:pt x="6249199" y="2272192"/>
                  </a:lnTo>
                  <a:lnTo>
                    <a:pt x="6214968" y="2187070"/>
                  </a:lnTo>
                  <a:lnTo>
                    <a:pt x="6180452" y="2099269"/>
                  </a:lnTo>
                  <a:lnTo>
                    <a:pt x="6145685" y="2009243"/>
                  </a:lnTo>
                  <a:lnTo>
                    <a:pt x="6110717" y="1917502"/>
                  </a:lnTo>
                  <a:lnTo>
                    <a:pt x="6075608" y="1824597"/>
                  </a:lnTo>
                  <a:lnTo>
                    <a:pt x="6040429" y="1731112"/>
                  </a:lnTo>
                  <a:lnTo>
                    <a:pt x="6005252" y="1637647"/>
                  </a:lnTo>
                  <a:lnTo>
                    <a:pt x="5970150" y="1544798"/>
                  </a:lnTo>
                  <a:lnTo>
                    <a:pt x="5935193" y="1453150"/>
                  </a:lnTo>
                  <a:lnTo>
                    <a:pt x="5900441" y="1363251"/>
                  </a:lnTo>
                  <a:lnTo>
                    <a:pt x="5865942" y="1275607"/>
                  </a:lnTo>
                  <a:lnTo>
                    <a:pt x="5831730" y="1190669"/>
                  </a:lnTo>
                  <a:lnTo>
                    <a:pt x="5797818" y="1108821"/>
                  </a:lnTo>
                  <a:lnTo>
                    <a:pt x="5764200" y="1030380"/>
                  </a:lnTo>
                  <a:lnTo>
                    <a:pt x="5730847" y="955588"/>
                  </a:lnTo>
                  <a:lnTo>
                    <a:pt x="5697701" y="884616"/>
                  </a:lnTo>
                  <a:lnTo>
                    <a:pt x="5664681" y="817563"/>
                  </a:lnTo>
                  <a:lnTo>
                    <a:pt x="5631672" y="754464"/>
                  </a:lnTo>
                  <a:lnTo>
                    <a:pt x="5598527" y="695290"/>
                  </a:lnTo>
                  <a:lnTo>
                    <a:pt x="5567201" y="643362"/>
                  </a:lnTo>
                  <a:lnTo>
                    <a:pt x="5521101" y="574208"/>
                  </a:lnTo>
                  <a:lnTo>
                    <a:pt x="5473451" y="511958"/>
                  </a:lnTo>
                  <a:lnTo>
                    <a:pt x="5423519" y="456262"/>
                  </a:lnTo>
                  <a:lnTo>
                    <a:pt x="5370484" y="406527"/>
                  </a:lnTo>
                  <a:lnTo>
                    <a:pt x="5313513" y="362084"/>
                  </a:lnTo>
                  <a:lnTo>
                    <a:pt x="5251820" y="322283"/>
                  </a:lnTo>
                  <a:lnTo>
                    <a:pt x="5184765" y="286553"/>
                  </a:lnTo>
                  <a:lnTo>
                    <a:pt x="5111965" y="254430"/>
                  </a:lnTo>
                  <a:lnTo>
                    <a:pt x="5033449" y="225571"/>
                  </a:lnTo>
                  <a:lnTo>
                    <a:pt x="4949844" y="199762"/>
                  </a:lnTo>
                  <a:lnTo>
                    <a:pt x="4862559" y="176910"/>
                  </a:lnTo>
                  <a:lnTo>
                    <a:pt x="4773918" y="157018"/>
                  </a:lnTo>
                  <a:lnTo>
                    <a:pt x="4687142" y="140151"/>
                  </a:lnTo>
                  <a:lnTo>
                    <a:pt x="4606104" y="126372"/>
                  </a:lnTo>
                  <a:lnTo>
                    <a:pt x="4534804" y="115673"/>
                  </a:lnTo>
                  <a:lnTo>
                    <a:pt x="4476643" y="107912"/>
                  </a:lnTo>
                  <a:lnTo>
                    <a:pt x="4433661" y="102781"/>
                  </a:lnTo>
                  <a:lnTo>
                    <a:pt x="4406009" y="99812"/>
                  </a:lnTo>
                  <a:lnTo>
                    <a:pt x="4391778" y="98433"/>
                  </a:lnTo>
                  <a:lnTo>
                    <a:pt x="4387178" y="98027"/>
                  </a:lnTo>
                  <a:lnTo>
                    <a:pt x="4386855" y="98001"/>
                  </a:lnTo>
                  <a:lnTo>
                    <a:pt x="3848118" y="98001"/>
                  </a:lnTo>
                  <a:lnTo>
                    <a:pt x="3846816" y="97998"/>
                  </a:lnTo>
                  <a:lnTo>
                    <a:pt x="3838318" y="97975"/>
                  </a:lnTo>
                  <a:lnTo>
                    <a:pt x="3817135" y="97910"/>
                  </a:lnTo>
                  <a:lnTo>
                    <a:pt x="3779870" y="97783"/>
                  </a:lnTo>
                  <a:lnTo>
                    <a:pt x="3725549" y="97577"/>
                  </a:lnTo>
                  <a:lnTo>
                    <a:pt x="3655637" y="97276"/>
                  </a:lnTo>
                  <a:lnTo>
                    <a:pt x="3573548" y="96876"/>
                  </a:lnTo>
                  <a:lnTo>
                    <a:pt x="3483765" y="96373"/>
                  </a:lnTo>
                  <a:lnTo>
                    <a:pt x="3390873" y="95769"/>
                  </a:lnTo>
                  <a:lnTo>
                    <a:pt x="3298805" y="95068"/>
                  </a:lnTo>
                  <a:lnTo>
                    <a:pt x="3210443" y="94269"/>
                  </a:lnTo>
                  <a:lnTo>
                    <a:pt x="3127554" y="93371"/>
                  </a:lnTo>
                  <a:lnTo>
                    <a:pt x="3050935" y="92365"/>
                  </a:lnTo>
                  <a:lnTo>
                    <a:pt x="2980643" y="91240"/>
                  </a:lnTo>
                  <a:lnTo>
                    <a:pt x="2916232" y="89980"/>
                  </a:lnTo>
                  <a:lnTo>
                    <a:pt x="2856947" y="88565"/>
                  </a:lnTo>
                  <a:lnTo>
                    <a:pt x="2801874" y="86972"/>
                  </a:lnTo>
                  <a:lnTo>
                    <a:pt x="2750045" y="85179"/>
                  </a:lnTo>
                  <a:lnTo>
                    <a:pt x="2700527" y="83166"/>
                  </a:lnTo>
                  <a:lnTo>
                    <a:pt x="2667772" y="81668"/>
                  </a:lnTo>
                  <a:lnTo>
                    <a:pt x="2615039" y="78982"/>
                  </a:lnTo>
                  <a:lnTo>
                    <a:pt x="2562811" y="76005"/>
                  </a:lnTo>
                  <a:lnTo>
                    <a:pt x="2510492" y="72733"/>
                  </a:lnTo>
                  <a:lnTo>
                    <a:pt x="2457696" y="69173"/>
                  </a:lnTo>
                  <a:lnTo>
                    <a:pt x="2404210" y="65346"/>
                  </a:lnTo>
                  <a:lnTo>
                    <a:pt x="2349978" y="61289"/>
                  </a:lnTo>
                  <a:lnTo>
                    <a:pt x="2295076" y="57047"/>
                  </a:lnTo>
                  <a:lnTo>
                    <a:pt x="2239684" y="52680"/>
                  </a:lnTo>
                  <a:lnTo>
                    <a:pt x="2184053" y="48254"/>
                  </a:lnTo>
                  <a:lnTo>
                    <a:pt x="2128472" y="43840"/>
                  </a:lnTo>
                  <a:lnTo>
                    <a:pt x="2073220" y="39508"/>
                  </a:lnTo>
                  <a:lnTo>
                    <a:pt x="2018528" y="35322"/>
                  </a:lnTo>
                  <a:lnTo>
                    <a:pt x="1964545" y="31337"/>
                  </a:lnTo>
                  <a:lnTo>
                    <a:pt x="1911305" y="27598"/>
                  </a:lnTo>
                  <a:lnTo>
                    <a:pt x="1858701" y="24133"/>
                  </a:lnTo>
                  <a:lnTo>
                    <a:pt x="1806466" y="20960"/>
                  </a:lnTo>
                  <a:lnTo>
                    <a:pt x="1754145" y="18082"/>
                  </a:lnTo>
                  <a:lnTo>
                    <a:pt x="1719082" y="16333"/>
                  </a:lnTo>
                  <a:lnTo>
                    <a:pt x="1670665" y="14165"/>
                  </a:lnTo>
                  <a:lnTo>
                    <a:pt x="1620502" y="12224"/>
                  </a:lnTo>
                  <a:lnTo>
                    <a:pt x="1567739" y="10497"/>
                  </a:lnTo>
                  <a:lnTo>
                    <a:pt x="1511421" y="8964"/>
                  </a:lnTo>
                  <a:lnTo>
                    <a:pt x="1450589" y="7601"/>
                  </a:lnTo>
                  <a:lnTo>
                    <a:pt x="1384365" y="6387"/>
                  </a:lnTo>
                  <a:lnTo>
                    <a:pt x="1312075" y="5302"/>
                  </a:lnTo>
                  <a:lnTo>
                    <a:pt x="1233411" y="4331"/>
                  </a:lnTo>
                  <a:lnTo>
                    <a:pt x="1148640" y="3465"/>
                  </a:lnTo>
                  <a:lnTo>
                    <a:pt x="1058847" y="2697"/>
                  </a:lnTo>
                  <a:lnTo>
                    <a:pt x="966146" y="2027"/>
                  </a:lnTo>
                  <a:lnTo>
                    <a:pt x="873780" y="1456"/>
                  </a:lnTo>
                  <a:lnTo>
                    <a:pt x="785949" y="986"/>
                  </a:lnTo>
                  <a:lnTo>
                    <a:pt x="707303" y="617"/>
                  </a:lnTo>
                  <a:lnTo>
                    <a:pt x="642092" y="348"/>
                  </a:lnTo>
                  <a:lnTo>
                    <a:pt x="593187" y="169"/>
                  </a:lnTo>
                  <a:lnTo>
                    <a:pt x="561300" y="64"/>
                  </a:lnTo>
                  <a:lnTo>
                    <a:pt x="544658" y="15"/>
                  </a:lnTo>
                  <a:lnTo>
                    <a:pt x="539153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08" name="pl708"/>
            <p:cNvSpPr/>
            <p:nvPr/>
          </p:nvSpPr>
          <p:spPr>
            <a:xfrm>
              <a:off x="546595" y="598010"/>
              <a:ext cx="8234974" cy="3370166"/>
            </a:xfrm>
            <a:custGeom>
              <a:avLst/>
              <a:pathLst>
                <a:path w="8234974" h="3370166">
                  <a:moveTo>
                    <a:pt x="0" y="0"/>
                  </a:moveTo>
                  <a:lnTo>
                    <a:pt x="538736" y="0"/>
                  </a:lnTo>
                  <a:lnTo>
                    <a:pt x="540039" y="3"/>
                  </a:lnTo>
                  <a:lnTo>
                    <a:pt x="548537" y="26"/>
                  </a:lnTo>
                  <a:lnTo>
                    <a:pt x="569720" y="91"/>
                  </a:lnTo>
                  <a:lnTo>
                    <a:pt x="606985" y="217"/>
                  </a:lnTo>
                  <a:lnTo>
                    <a:pt x="661305" y="424"/>
                  </a:lnTo>
                  <a:lnTo>
                    <a:pt x="731218" y="724"/>
                  </a:lnTo>
                  <a:lnTo>
                    <a:pt x="813307" y="1125"/>
                  </a:lnTo>
                  <a:lnTo>
                    <a:pt x="903090" y="1628"/>
                  </a:lnTo>
                  <a:lnTo>
                    <a:pt x="995981" y="2231"/>
                  </a:lnTo>
                  <a:lnTo>
                    <a:pt x="1088050" y="2933"/>
                  </a:lnTo>
                  <a:lnTo>
                    <a:pt x="1176412" y="3731"/>
                  </a:lnTo>
                  <a:lnTo>
                    <a:pt x="1259300" y="4630"/>
                  </a:lnTo>
                  <a:lnTo>
                    <a:pt x="1335919" y="5636"/>
                  </a:lnTo>
                  <a:lnTo>
                    <a:pt x="1406212" y="6761"/>
                  </a:lnTo>
                  <a:lnTo>
                    <a:pt x="1470623" y="8021"/>
                  </a:lnTo>
                  <a:lnTo>
                    <a:pt x="1529907" y="9436"/>
                  </a:lnTo>
                  <a:lnTo>
                    <a:pt x="1584980" y="11028"/>
                  </a:lnTo>
                  <a:lnTo>
                    <a:pt x="1636810" y="12821"/>
                  </a:lnTo>
                  <a:lnTo>
                    <a:pt x="1686327" y="14834"/>
                  </a:lnTo>
                  <a:lnTo>
                    <a:pt x="1719082" y="16333"/>
                  </a:lnTo>
                  <a:lnTo>
                    <a:pt x="1771815" y="19018"/>
                  </a:lnTo>
                  <a:lnTo>
                    <a:pt x="1824044" y="21995"/>
                  </a:lnTo>
                  <a:lnTo>
                    <a:pt x="1876363" y="25268"/>
                  </a:lnTo>
                  <a:lnTo>
                    <a:pt x="1929159" y="28828"/>
                  </a:lnTo>
                  <a:lnTo>
                    <a:pt x="1982645" y="32654"/>
                  </a:lnTo>
                  <a:lnTo>
                    <a:pt x="2036876" y="36712"/>
                  </a:lnTo>
                  <a:lnTo>
                    <a:pt x="2091779" y="40954"/>
                  </a:lnTo>
                  <a:lnTo>
                    <a:pt x="2147171" y="45321"/>
                  </a:lnTo>
                  <a:lnTo>
                    <a:pt x="2202801" y="49747"/>
                  </a:lnTo>
                  <a:lnTo>
                    <a:pt x="2258382" y="54161"/>
                  </a:lnTo>
                  <a:lnTo>
                    <a:pt x="2313635" y="58493"/>
                  </a:lnTo>
                  <a:lnTo>
                    <a:pt x="2368327" y="62679"/>
                  </a:lnTo>
                  <a:lnTo>
                    <a:pt x="2422310" y="66663"/>
                  </a:lnTo>
                  <a:lnTo>
                    <a:pt x="2475550" y="70403"/>
                  </a:lnTo>
                  <a:lnTo>
                    <a:pt x="2528153" y="73868"/>
                  </a:lnTo>
                  <a:lnTo>
                    <a:pt x="2580389" y="77041"/>
                  </a:lnTo>
                  <a:lnTo>
                    <a:pt x="2632710" y="79919"/>
                  </a:lnTo>
                  <a:lnTo>
                    <a:pt x="2667772" y="81668"/>
                  </a:lnTo>
                  <a:lnTo>
                    <a:pt x="2716190" y="83836"/>
                  </a:lnTo>
                  <a:lnTo>
                    <a:pt x="2766352" y="85777"/>
                  </a:lnTo>
                  <a:lnTo>
                    <a:pt x="2819116" y="87503"/>
                  </a:lnTo>
                  <a:lnTo>
                    <a:pt x="2875433" y="89036"/>
                  </a:lnTo>
                  <a:lnTo>
                    <a:pt x="2936265" y="90399"/>
                  </a:lnTo>
                  <a:lnTo>
                    <a:pt x="3002490" y="91614"/>
                  </a:lnTo>
                  <a:lnTo>
                    <a:pt x="3074780" y="92699"/>
                  </a:lnTo>
                  <a:lnTo>
                    <a:pt x="3153444" y="93670"/>
                  </a:lnTo>
                  <a:lnTo>
                    <a:pt x="3238214" y="94536"/>
                  </a:lnTo>
                  <a:lnTo>
                    <a:pt x="3328008" y="95303"/>
                  </a:lnTo>
                  <a:lnTo>
                    <a:pt x="3420708" y="95973"/>
                  </a:lnTo>
                  <a:lnTo>
                    <a:pt x="3513075" y="96545"/>
                  </a:lnTo>
                  <a:lnTo>
                    <a:pt x="3600906" y="97015"/>
                  </a:lnTo>
                  <a:lnTo>
                    <a:pt x="3679551" y="97383"/>
                  </a:lnTo>
                  <a:lnTo>
                    <a:pt x="3744763" y="97652"/>
                  </a:lnTo>
                  <a:lnTo>
                    <a:pt x="3793667" y="97832"/>
                  </a:lnTo>
                  <a:lnTo>
                    <a:pt x="3825554" y="97936"/>
                  </a:lnTo>
                  <a:lnTo>
                    <a:pt x="3842196" y="97985"/>
                  </a:lnTo>
                  <a:lnTo>
                    <a:pt x="3847701" y="98000"/>
                  </a:lnTo>
                  <a:lnTo>
                    <a:pt x="3848118" y="98001"/>
                  </a:lnTo>
                  <a:lnTo>
                    <a:pt x="4386855" y="98001"/>
                  </a:lnTo>
                  <a:lnTo>
                    <a:pt x="4387985" y="98095"/>
                  </a:lnTo>
                  <a:lnTo>
                    <a:pt x="4395383" y="98768"/>
                  </a:lnTo>
                  <a:lnTo>
                    <a:pt x="4413918" y="100629"/>
                  </a:lnTo>
                  <a:lnTo>
                    <a:pt x="4446761" y="104285"/>
                  </a:lnTo>
                  <a:lnTo>
                    <a:pt x="4495115" y="110280"/>
                  </a:lnTo>
                  <a:lnTo>
                    <a:pt x="4558136" y="119031"/>
                  </a:lnTo>
                  <a:lnTo>
                    <a:pt x="4633236" y="130787"/>
                  </a:lnTo>
                  <a:lnTo>
                    <a:pt x="4716720" y="145639"/>
                  </a:lnTo>
                  <a:lnTo>
                    <a:pt x="4804554" y="163561"/>
                  </a:lnTo>
                  <a:lnTo>
                    <a:pt x="4893047" y="184483"/>
                  </a:lnTo>
                  <a:lnTo>
                    <a:pt x="4979274" y="208354"/>
                  </a:lnTo>
                  <a:lnTo>
                    <a:pt x="5061235" y="235202"/>
                  </a:lnTo>
                  <a:lnTo>
                    <a:pt x="5137810" y="265159"/>
                  </a:lnTo>
                  <a:lnTo>
                    <a:pt x="5208601" y="298485"/>
                  </a:lnTo>
                  <a:lnTo>
                    <a:pt x="5273741" y="335565"/>
                  </a:lnTo>
                  <a:lnTo>
                    <a:pt x="5333719" y="376902"/>
                  </a:lnTo>
                  <a:lnTo>
                    <a:pt x="5389235" y="423101"/>
                  </a:lnTo>
                  <a:lnTo>
                    <a:pt x="5441101" y="474823"/>
                  </a:lnTo>
                  <a:lnTo>
                    <a:pt x="5490154" y="532728"/>
                  </a:lnTo>
                  <a:lnTo>
                    <a:pt x="5537192" y="597346"/>
                  </a:lnTo>
                  <a:lnTo>
                    <a:pt x="5567201" y="643362"/>
                  </a:lnTo>
                  <a:lnTo>
                    <a:pt x="5600640" y="698933"/>
                  </a:lnTo>
                  <a:lnTo>
                    <a:pt x="5633771" y="758354"/>
                  </a:lnTo>
                  <a:lnTo>
                    <a:pt x="5666776" y="821704"/>
                  </a:lnTo>
                  <a:lnTo>
                    <a:pt x="5699802" y="889008"/>
                  </a:lnTo>
                  <a:lnTo>
                    <a:pt x="5732958" y="960226"/>
                  </a:lnTo>
                  <a:lnTo>
                    <a:pt x="5766327" y="1035256"/>
                  </a:lnTo>
                  <a:lnTo>
                    <a:pt x="5799963" y="1113921"/>
                  </a:lnTo>
                  <a:lnTo>
                    <a:pt x="5833893" y="1195975"/>
                  </a:lnTo>
                  <a:lnTo>
                    <a:pt x="5868125" y="1281097"/>
                  </a:lnTo>
                  <a:lnTo>
                    <a:pt x="5902641" y="1368898"/>
                  </a:lnTo>
                  <a:lnTo>
                    <a:pt x="5937408" y="1458924"/>
                  </a:lnTo>
                  <a:lnTo>
                    <a:pt x="5972376" y="1550666"/>
                  </a:lnTo>
                  <a:lnTo>
                    <a:pt x="6007484" y="1643571"/>
                  </a:lnTo>
                  <a:lnTo>
                    <a:pt x="6042664" y="1737055"/>
                  </a:lnTo>
                  <a:lnTo>
                    <a:pt x="6077841" y="1830521"/>
                  </a:lnTo>
                  <a:lnTo>
                    <a:pt x="6112942" y="1923369"/>
                  </a:lnTo>
                  <a:lnTo>
                    <a:pt x="6147899" y="2015018"/>
                  </a:lnTo>
                  <a:lnTo>
                    <a:pt x="6182652" y="2104917"/>
                  </a:lnTo>
                  <a:lnTo>
                    <a:pt x="6217150" y="2192560"/>
                  </a:lnTo>
                  <a:lnTo>
                    <a:pt x="6251363" y="2277498"/>
                  </a:lnTo>
                  <a:lnTo>
                    <a:pt x="6285275" y="2359346"/>
                  </a:lnTo>
                  <a:lnTo>
                    <a:pt x="6318892" y="2437787"/>
                  </a:lnTo>
                  <a:lnTo>
                    <a:pt x="6352246" y="2512579"/>
                  </a:lnTo>
                  <a:lnTo>
                    <a:pt x="6385391" y="2583551"/>
                  </a:lnTo>
                  <a:lnTo>
                    <a:pt x="6418412" y="2650604"/>
                  </a:lnTo>
                  <a:lnTo>
                    <a:pt x="6451421" y="2713704"/>
                  </a:lnTo>
                  <a:lnTo>
                    <a:pt x="6484565" y="2772877"/>
                  </a:lnTo>
                  <a:lnTo>
                    <a:pt x="6515891" y="2824805"/>
                  </a:lnTo>
                  <a:lnTo>
                    <a:pt x="6561991" y="2893959"/>
                  </a:lnTo>
                  <a:lnTo>
                    <a:pt x="6609641" y="2956209"/>
                  </a:lnTo>
                  <a:lnTo>
                    <a:pt x="6659574" y="3011905"/>
                  </a:lnTo>
                  <a:lnTo>
                    <a:pt x="6712608" y="3061640"/>
                  </a:lnTo>
                  <a:lnTo>
                    <a:pt x="6769580" y="3106084"/>
                  </a:lnTo>
                  <a:lnTo>
                    <a:pt x="6831272" y="3145885"/>
                  </a:lnTo>
                  <a:lnTo>
                    <a:pt x="6898327" y="3181614"/>
                  </a:lnTo>
                  <a:lnTo>
                    <a:pt x="6971127" y="3213738"/>
                  </a:lnTo>
                  <a:lnTo>
                    <a:pt x="7049643" y="3242596"/>
                  </a:lnTo>
                  <a:lnTo>
                    <a:pt x="7133249" y="3268405"/>
                  </a:lnTo>
                  <a:lnTo>
                    <a:pt x="7220533" y="3291258"/>
                  </a:lnTo>
                  <a:lnTo>
                    <a:pt x="7309174" y="3311150"/>
                  </a:lnTo>
                  <a:lnTo>
                    <a:pt x="7395950" y="3328017"/>
                  </a:lnTo>
                  <a:lnTo>
                    <a:pt x="7476989" y="3341796"/>
                  </a:lnTo>
                  <a:lnTo>
                    <a:pt x="7548288" y="3352494"/>
                  </a:lnTo>
                  <a:lnTo>
                    <a:pt x="7606450" y="3360255"/>
                  </a:lnTo>
                  <a:lnTo>
                    <a:pt x="7649431" y="3365386"/>
                  </a:lnTo>
                  <a:lnTo>
                    <a:pt x="7677084" y="3368355"/>
                  </a:lnTo>
                  <a:lnTo>
                    <a:pt x="7691314" y="3369735"/>
                  </a:lnTo>
                  <a:lnTo>
                    <a:pt x="7695915" y="3370140"/>
                  </a:lnTo>
                  <a:lnTo>
                    <a:pt x="7696237" y="3370166"/>
                  </a:lnTo>
                  <a:lnTo>
                    <a:pt x="8234974" y="33701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9" name="pl709"/>
            <p:cNvSpPr/>
            <p:nvPr/>
          </p:nvSpPr>
          <p:spPr>
            <a:xfrm>
              <a:off x="546595" y="581676"/>
              <a:ext cx="8234974" cy="3370166"/>
            </a:xfrm>
            <a:custGeom>
              <a:avLst/>
              <a:pathLst>
                <a:path w="8234974" h="3370166">
                  <a:moveTo>
                    <a:pt x="8234974" y="3370166"/>
                  </a:moveTo>
                  <a:lnTo>
                    <a:pt x="7696237" y="3370166"/>
                  </a:lnTo>
                  <a:lnTo>
                    <a:pt x="7695107" y="3370072"/>
                  </a:lnTo>
                  <a:lnTo>
                    <a:pt x="7687709" y="3369399"/>
                  </a:lnTo>
                  <a:lnTo>
                    <a:pt x="7669175" y="3367538"/>
                  </a:lnTo>
                  <a:lnTo>
                    <a:pt x="7636332" y="3363882"/>
                  </a:lnTo>
                  <a:lnTo>
                    <a:pt x="7587978" y="3357887"/>
                  </a:lnTo>
                  <a:lnTo>
                    <a:pt x="7524957" y="3349136"/>
                  </a:lnTo>
                  <a:lnTo>
                    <a:pt x="7449856" y="3337380"/>
                  </a:lnTo>
                  <a:lnTo>
                    <a:pt x="7366373" y="3322528"/>
                  </a:lnTo>
                  <a:lnTo>
                    <a:pt x="7278538" y="3304606"/>
                  </a:lnTo>
                  <a:lnTo>
                    <a:pt x="7190045" y="3283685"/>
                  </a:lnTo>
                  <a:lnTo>
                    <a:pt x="7103819" y="3259813"/>
                  </a:lnTo>
                  <a:lnTo>
                    <a:pt x="7021858" y="3232966"/>
                  </a:lnTo>
                  <a:lnTo>
                    <a:pt x="6945283" y="3203008"/>
                  </a:lnTo>
                  <a:lnTo>
                    <a:pt x="6874491" y="3169683"/>
                  </a:lnTo>
                  <a:lnTo>
                    <a:pt x="6809351" y="3132603"/>
                  </a:lnTo>
                  <a:lnTo>
                    <a:pt x="6749374" y="3091265"/>
                  </a:lnTo>
                  <a:lnTo>
                    <a:pt x="6693857" y="3045067"/>
                  </a:lnTo>
                  <a:lnTo>
                    <a:pt x="6641991" y="2993344"/>
                  </a:lnTo>
                  <a:lnTo>
                    <a:pt x="6592938" y="2935440"/>
                  </a:lnTo>
                  <a:lnTo>
                    <a:pt x="6545900" y="2870822"/>
                  </a:lnTo>
                  <a:lnTo>
                    <a:pt x="6515891" y="2824805"/>
                  </a:lnTo>
                  <a:lnTo>
                    <a:pt x="6482453" y="2769235"/>
                  </a:lnTo>
                  <a:lnTo>
                    <a:pt x="6449322" y="2709813"/>
                  </a:lnTo>
                  <a:lnTo>
                    <a:pt x="6416316" y="2646463"/>
                  </a:lnTo>
                  <a:lnTo>
                    <a:pt x="6383291" y="2579160"/>
                  </a:lnTo>
                  <a:lnTo>
                    <a:pt x="6350135" y="2507941"/>
                  </a:lnTo>
                  <a:lnTo>
                    <a:pt x="6316766" y="2432912"/>
                  </a:lnTo>
                  <a:lnTo>
                    <a:pt x="6283130" y="2354246"/>
                  </a:lnTo>
                  <a:lnTo>
                    <a:pt x="6249199" y="2272192"/>
                  </a:lnTo>
                  <a:lnTo>
                    <a:pt x="6214968" y="2187070"/>
                  </a:lnTo>
                  <a:lnTo>
                    <a:pt x="6180452" y="2099269"/>
                  </a:lnTo>
                  <a:lnTo>
                    <a:pt x="6145685" y="2009243"/>
                  </a:lnTo>
                  <a:lnTo>
                    <a:pt x="6110717" y="1917502"/>
                  </a:lnTo>
                  <a:lnTo>
                    <a:pt x="6075608" y="1824597"/>
                  </a:lnTo>
                  <a:lnTo>
                    <a:pt x="6040429" y="1731112"/>
                  </a:lnTo>
                  <a:lnTo>
                    <a:pt x="6005252" y="1637647"/>
                  </a:lnTo>
                  <a:lnTo>
                    <a:pt x="5970150" y="1544798"/>
                  </a:lnTo>
                  <a:lnTo>
                    <a:pt x="5935193" y="1453150"/>
                  </a:lnTo>
                  <a:lnTo>
                    <a:pt x="5900441" y="1363251"/>
                  </a:lnTo>
                  <a:lnTo>
                    <a:pt x="5865942" y="1275607"/>
                  </a:lnTo>
                  <a:lnTo>
                    <a:pt x="5831730" y="1190669"/>
                  </a:lnTo>
                  <a:lnTo>
                    <a:pt x="5797818" y="1108821"/>
                  </a:lnTo>
                  <a:lnTo>
                    <a:pt x="5764200" y="1030380"/>
                  </a:lnTo>
                  <a:lnTo>
                    <a:pt x="5730847" y="955588"/>
                  </a:lnTo>
                  <a:lnTo>
                    <a:pt x="5697701" y="884616"/>
                  </a:lnTo>
                  <a:lnTo>
                    <a:pt x="5664681" y="817563"/>
                  </a:lnTo>
                  <a:lnTo>
                    <a:pt x="5631672" y="754464"/>
                  </a:lnTo>
                  <a:lnTo>
                    <a:pt x="5598527" y="695290"/>
                  </a:lnTo>
                  <a:lnTo>
                    <a:pt x="5567201" y="643362"/>
                  </a:lnTo>
                  <a:lnTo>
                    <a:pt x="5521101" y="574208"/>
                  </a:lnTo>
                  <a:lnTo>
                    <a:pt x="5473451" y="511958"/>
                  </a:lnTo>
                  <a:lnTo>
                    <a:pt x="5423519" y="456262"/>
                  </a:lnTo>
                  <a:lnTo>
                    <a:pt x="5370484" y="406527"/>
                  </a:lnTo>
                  <a:lnTo>
                    <a:pt x="5313513" y="362084"/>
                  </a:lnTo>
                  <a:lnTo>
                    <a:pt x="5251820" y="322283"/>
                  </a:lnTo>
                  <a:lnTo>
                    <a:pt x="5184765" y="286553"/>
                  </a:lnTo>
                  <a:lnTo>
                    <a:pt x="5111965" y="254430"/>
                  </a:lnTo>
                  <a:lnTo>
                    <a:pt x="5033449" y="225571"/>
                  </a:lnTo>
                  <a:lnTo>
                    <a:pt x="4949844" y="199762"/>
                  </a:lnTo>
                  <a:lnTo>
                    <a:pt x="4862559" y="176910"/>
                  </a:lnTo>
                  <a:lnTo>
                    <a:pt x="4773918" y="157018"/>
                  </a:lnTo>
                  <a:lnTo>
                    <a:pt x="4687142" y="140151"/>
                  </a:lnTo>
                  <a:lnTo>
                    <a:pt x="4606104" y="126372"/>
                  </a:lnTo>
                  <a:lnTo>
                    <a:pt x="4534804" y="115673"/>
                  </a:lnTo>
                  <a:lnTo>
                    <a:pt x="4476643" y="107912"/>
                  </a:lnTo>
                  <a:lnTo>
                    <a:pt x="4433661" y="102781"/>
                  </a:lnTo>
                  <a:lnTo>
                    <a:pt x="4406009" y="99812"/>
                  </a:lnTo>
                  <a:lnTo>
                    <a:pt x="4391778" y="98433"/>
                  </a:lnTo>
                  <a:lnTo>
                    <a:pt x="4387178" y="98027"/>
                  </a:lnTo>
                  <a:lnTo>
                    <a:pt x="4386855" y="98001"/>
                  </a:lnTo>
                  <a:lnTo>
                    <a:pt x="3848118" y="98001"/>
                  </a:lnTo>
                  <a:lnTo>
                    <a:pt x="3846816" y="97998"/>
                  </a:lnTo>
                  <a:lnTo>
                    <a:pt x="3838318" y="97975"/>
                  </a:lnTo>
                  <a:lnTo>
                    <a:pt x="3817135" y="97910"/>
                  </a:lnTo>
                  <a:lnTo>
                    <a:pt x="3779870" y="97783"/>
                  </a:lnTo>
                  <a:lnTo>
                    <a:pt x="3725549" y="97577"/>
                  </a:lnTo>
                  <a:lnTo>
                    <a:pt x="3655637" y="97276"/>
                  </a:lnTo>
                  <a:lnTo>
                    <a:pt x="3573548" y="96876"/>
                  </a:lnTo>
                  <a:lnTo>
                    <a:pt x="3483765" y="96373"/>
                  </a:lnTo>
                  <a:lnTo>
                    <a:pt x="3390873" y="95769"/>
                  </a:lnTo>
                  <a:lnTo>
                    <a:pt x="3298805" y="95068"/>
                  </a:lnTo>
                  <a:lnTo>
                    <a:pt x="3210443" y="94269"/>
                  </a:lnTo>
                  <a:lnTo>
                    <a:pt x="3127554" y="93371"/>
                  </a:lnTo>
                  <a:lnTo>
                    <a:pt x="3050935" y="92365"/>
                  </a:lnTo>
                  <a:lnTo>
                    <a:pt x="2980643" y="91240"/>
                  </a:lnTo>
                  <a:lnTo>
                    <a:pt x="2916232" y="89980"/>
                  </a:lnTo>
                  <a:lnTo>
                    <a:pt x="2856947" y="88565"/>
                  </a:lnTo>
                  <a:lnTo>
                    <a:pt x="2801874" y="86972"/>
                  </a:lnTo>
                  <a:lnTo>
                    <a:pt x="2750045" y="85179"/>
                  </a:lnTo>
                  <a:lnTo>
                    <a:pt x="2700527" y="83166"/>
                  </a:lnTo>
                  <a:lnTo>
                    <a:pt x="2667772" y="81668"/>
                  </a:lnTo>
                  <a:lnTo>
                    <a:pt x="2615039" y="78982"/>
                  </a:lnTo>
                  <a:lnTo>
                    <a:pt x="2562811" y="76005"/>
                  </a:lnTo>
                  <a:lnTo>
                    <a:pt x="2510492" y="72733"/>
                  </a:lnTo>
                  <a:lnTo>
                    <a:pt x="2457696" y="69173"/>
                  </a:lnTo>
                  <a:lnTo>
                    <a:pt x="2404210" y="65346"/>
                  </a:lnTo>
                  <a:lnTo>
                    <a:pt x="2349978" y="61289"/>
                  </a:lnTo>
                  <a:lnTo>
                    <a:pt x="2295076" y="57047"/>
                  </a:lnTo>
                  <a:lnTo>
                    <a:pt x="2239684" y="52680"/>
                  </a:lnTo>
                  <a:lnTo>
                    <a:pt x="2184053" y="48254"/>
                  </a:lnTo>
                  <a:lnTo>
                    <a:pt x="2128472" y="43840"/>
                  </a:lnTo>
                  <a:lnTo>
                    <a:pt x="2073220" y="39508"/>
                  </a:lnTo>
                  <a:lnTo>
                    <a:pt x="2018528" y="35322"/>
                  </a:lnTo>
                  <a:lnTo>
                    <a:pt x="1964545" y="31337"/>
                  </a:lnTo>
                  <a:lnTo>
                    <a:pt x="1911305" y="27598"/>
                  </a:lnTo>
                  <a:lnTo>
                    <a:pt x="1858701" y="24133"/>
                  </a:lnTo>
                  <a:lnTo>
                    <a:pt x="1806466" y="20960"/>
                  </a:lnTo>
                  <a:lnTo>
                    <a:pt x="1754145" y="18082"/>
                  </a:lnTo>
                  <a:lnTo>
                    <a:pt x="1719082" y="16333"/>
                  </a:lnTo>
                  <a:lnTo>
                    <a:pt x="1670665" y="14165"/>
                  </a:lnTo>
                  <a:lnTo>
                    <a:pt x="1620502" y="12224"/>
                  </a:lnTo>
                  <a:lnTo>
                    <a:pt x="1567739" y="10497"/>
                  </a:lnTo>
                  <a:lnTo>
                    <a:pt x="1511421" y="8964"/>
                  </a:lnTo>
                  <a:lnTo>
                    <a:pt x="1450589" y="7601"/>
                  </a:lnTo>
                  <a:lnTo>
                    <a:pt x="1384365" y="6387"/>
                  </a:lnTo>
                  <a:lnTo>
                    <a:pt x="1312075" y="5302"/>
                  </a:lnTo>
                  <a:lnTo>
                    <a:pt x="1233411" y="4331"/>
                  </a:lnTo>
                  <a:lnTo>
                    <a:pt x="1148640" y="3465"/>
                  </a:lnTo>
                  <a:lnTo>
                    <a:pt x="1058847" y="2697"/>
                  </a:lnTo>
                  <a:lnTo>
                    <a:pt x="966146" y="2027"/>
                  </a:lnTo>
                  <a:lnTo>
                    <a:pt x="873780" y="1456"/>
                  </a:lnTo>
                  <a:lnTo>
                    <a:pt x="785949" y="986"/>
                  </a:lnTo>
                  <a:lnTo>
                    <a:pt x="707303" y="617"/>
                  </a:lnTo>
                  <a:lnTo>
                    <a:pt x="642092" y="348"/>
                  </a:lnTo>
                  <a:lnTo>
                    <a:pt x="593187" y="169"/>
                  </a:lnTo>
                  <a:lnTo>
                    <a:pt x="561300" y="64"/>
                  </a:lnTo>
                  <a:lnTo>
                    <a:pt x="544658" y="15"/>
                  </a:lnTo>
                  <a:lnTo>
                    <a:pt x="539153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0" name="pg710"/>
            <p:cNvSpPr/>
            <p:nvPr/>
          </p:nvSpPr>
          <p:spPr>
            <a:xfrm>
              <a:off x="546595" y="598010"/>
              <a:ext cx="8234974" cy="3925509"/>
            </a:xfrm>
            <a:custGeom>
              <a:avLst/>
              <a:pathLst>
                <a:path w="8234974" h="3925509">
                  <a:moveTo>
                    <a:pt x="0" y="16333"/>
                  </a:moveTo>
                  <a:lnTo>
                    <a:pt x="538736" y="16333"/>
                  </a:lnTo>
                  <a:lnTo>
                    <a:pt x="540039" y="16337"/>
                  </a:lnTo>
                  <a:lnTo>
                    <a:pt x="548536" y="16366"/>
                  </a:lnTo>
                  <a:lnTo>
                    <a:pt x="569718" y="16444"/>
                  </a:lnTo>
                  <a:lnTo>
                    <a:pt x="606980" y="16599"/>
                  </a:lnTo>
                  <a:lnTo>
                    <a:pt x="661298" y="16852"/>
                  </a:lnTo>
                  <a:lnTo>
                    <a:pt x="731207" y="17219"/>
                  </a:lnTo>
                  <a:lnTo>
                    <a:pt x="813292" y="17709"/>
                  </a:lnTo>
                  <a:lnTo>
                    <a:pt x="903072" y="18323"/>
                  </a:lnTo>
                  <a:lnTo>
                    <a:pt x="995962" y="19061"/>
                  </a:lnTo>
                  <a:lnTo>
                    <a:pt x="1088028" y="19918"/>
                  </a:lnTo>
                  <a:lnTo>
                    <a:pt x="1176389" y="20894"/>
                  </a:lnTo>
                  <a:lnTo>
                    <a:pt x="1259278" y="21992"/>
                  </a:lnTo>
                  <a:lnTo>
                    <a:pt x="1335897" y="23222"/>
                  </a:lnTo>
                  <a:lnTo>
                    <a:pt x="1406189" y="24597"/>
                  </a:lnTo>
                  <a:lnTo>
                    <a:pt x="1470601" y="26136"/>
                  </a:lnTo>
                  <a:lnTo>
                    <a:pt x="1529886" y="27866"/>
                  </a:lnTo>
                  <a:lnTo>
                    <a:pt x="1584959" y="29812"/>
                  </a:lnTo>
                  <a:lnTo>
                    <a:pt x="1636788" y="32003"/>
                  </a:lnTo>
                  <a:lnTo>
                    <a:pt x="1686306" y="34463"/>
                  </a:lnTo>
                  <a:lnTo>
                    <a:pt x="1719082" y="36296"/>
                  </a:lnTo>
                  <a:lnTo>
                    <a:pt x="1771785" y="39576"/>
                  </a:lnTo>
                  <a:lnTo>
                    <a:pt x="1823983" y="43213"/>
                  </a:lnTo>
                  <a:lnTo>
                    <a:pt x="1876271" y="47210"/>
                  </a:lnTo>
                  <a:lnTo>
                    <a:pt x="1929035" y="51557"/>
                  </a:lnTo>
                  <a:lnTo>
                    <a:pt x="1982488" y="56230"/>
                  </a:lnTo>
                  <a:lnTo>
                    <a:pt x="2036686" y="61186"/>
                  </a:lnTo>
                  <a:lnTo>
                    <a:pt x="2091554" y="66367"/>
                  </a:lnTo>
                  <a:lnTo>
                    <a:pt x="2146912" y="71701"/>
                  </a:lnTo>
                  <a:lnTo>
                    <a:pt x="2202510" y="77107"/>
                  </a:lnTo>
                  <a:lnTo>
                    <a:pt x="2258060" y="82499"/>
                  </a:lnTo>
                  <a:lnTo>
                    <a:pt x="2313283" y="87791"/>
                  </a:lnTo>
                  <a:lnTo>
                    <a:pt x="2367947" y="92906"/>
                  </a:lnTo>
                  <a:lnTo>
                    <a:pt x="2421904" y="97775"/>
                  </a:lnTo>
                  <a:lnTo>
                    <a:pt x="2475119" y="102346"/>
                  </a:lnTo>
                  <a:lnTo>
                    <a:pt x="2527696" y="106581"/>
                  </a:lnTo>
                  <a:lnTo>
                    <a:pt x="2579903" y="110461"/>
                  </a:lnTo>
                  <a:lnTo>
                    <a:pt x="2632190" y="113979"/>
                  </a:lnTo>
                  <a:lnTo>
                    <a:pt x="2667772" y="116150"/>
                  </a:lnTo>
                  <a:lnTo>
                    <a:pt x="2716188" y="118800"/>
                  </a:lnTo>
                  <a:lnTo>
                    <a:pt x="2766350" y="121172"/>
                  </a:lnTo>
                  <a:lnTo>
                    <a:pt x="2819112" y="123282"/>
                  </a:lnTo>
                  <a:lnTo>
                    <a:pt x="2875428" y="125156"/>
                  </a:lnTo>
                  <a:lnTo>
                    <a:pt x="2936258" y="126821"/>
                  </a:lnTo>
                  <a:lnTo>
                    <a:pt x="3002480" y="128306"/>
                  </a:lnTo>
                  <a:lnTo>
                    <a:pt x="3074767" y="129632"/>
                  </a:lnTo>
                  <a:lnTo>
                    <a:pt x="3153428" y="130819"/>
                  </a:lnTo>
                  <a:lnTo>
                    <a:pt x="3238196" y="131877"/>
                  </a:lnTo>
                  <a:lnTo>
                    <a:pt x="3327986" y="132815"/>
                  </a:lnTo>
                  <a:lnTo>
                    <a:pt x="3420684" y="133634"/>
                  </a:lnTo>
                  <a:lnTo>
                    <a:pt x="3513049" y="134333"/>
                  </a:lnTo>
                  <a:lnTo>
                    <a:pt x="3600880" y="134907"/>
                  </a:lnTo>
                  <a:lnTo>
                    <a:pt x="3679527" y="135357"/>
                  </a:lnTo>
                  <a:lnTo>
                    <a:pt x="3744742" y="135687"/>
                  </a:lnTo>
                  <a:lnTo>
                    <a:pt x="3793652" y="135906"/>
                  </a:lnTo>
                  <a:lnTo>
                    <a:pt x="3825545" y="136034"/>
                  </a:lnTo>
                  <a:lnTo>
                    <a:pt x="3842192" y="136094"/>
                  </a:lnTo>
                  <a:lnTo>
                    <a:pt x="3847700" y="136112"/>
                  </a:lnTo>
                  <a:lnTo>
                    <a:pt x="3848118" y="136113"/>
                  </a:lnTo>
                  <a:lnTo>
                    <a:pt x="4386855" y="136113"/>
                  </a:lnTo>
                  <a:lnTo>
                    <a:pt x="4387799" y="136204"/>
                  </a:lnTo>
                  <a:lnTo>
                    <a:pt x="4394003" y="136851"/>
                  </a:lnTo>
                  <a:lnTo>
                    <a:pt x="4409637" y="138640"/>
                  </a:lnTo>
                  <a:lnTo>
                    <a:pt x="4437571" y="142161"/>
                  </a:lnTo>
                  <a:lnTo>
                    <a:pt x="4479160" y="147958"/>
                  </a:lnTo>
                  <a:lnTo>
                    <a:pt x="4534144" y="156470"/>
                  </a:lnTo>
                  <a:lnTo>
                    <a:pt x="4600790" y="167993"/>
                  </a:lnTo>
                  <a:lnTo>
                    <a:pt x="4676294" y="182668"/>
                  </a:lnTo>
                  <a:lnTo>
                    <a:pt x="4757336" y="200512"/>
                  </a:lnTo>
                  <a:lnTo>
                    <a:pt x="4840634" y="221471"/>
                  </a:lnTo>
                  <a:lnTo>
                    <a:pt x="4923360" y="245476"/>
                  </a:lnTo>
                  <a:lnTo>
                    <a:pt x="5003365" y="272501"/>
                  </a:lnTo>
                  <a:lnTo>
                    <a:pt x="5079229" y="302601"/>
                  </a:lnTo>
                  <a:lnTo>
                    <a:pt x="5150190" y="335936"/>
                  </a:lnTo>
                  <a:lnTo>
                    <a:pt x="5216021" y="372779"/>
                  </a:lnTo>
                  <a:lnTo>
                    <a:pt x="5276884" y="413518"/>
                  </a:lnTo>
                  <a:lnTo>
                    <a:pt x="5333204" y="458649"/>
                  </a:lnTo>
                  <a:lnTo>
                    <a:pt x="5385571" y="508753"/>
                  </a:lnTo>
                  <a:lnTo>
                    <a:pt x="5434656" y="564472"/>
                  </a:lnTo>
                  <a:lnTo>
                    <a:pt x="5481159" y="626443"/>
                  </a:lnTo>
                  <a:lnTo>
                    <a:pt x="5525753" y="695212"/>
                  </a:lnTo>
                  <a:lnTo>
                    <a:pt x="5567201" y="767679"/>
                  </a:lnTo>
                  <a:lnTo>
                    <a:pt x="5598607" y="827974"/>
                  </a:lnTo>
                  <a:lnTo>
                    <a:pt x="5629731" y="892195"/>
                  </a:lnTo>
                  <a:lnTo>
                    <a:pt x="5660728" y="960420"/>
                  </a:lnTo>
                  <a:lnTo>
                    <a:pt x="5691721" y="1032681"/>
                  </a:lnTo>
                  <a:lnTo>
                    <a:pt x="5722808" y="1108955"/>
                  </a:lnTo>
                  <a:lnTo>
                    <a:pt x="5754064" y="1189161"/>
                  </a:lnTo>
                  <a:lnTo>
                    <a:pt x="5785540" y="1273153"/>
                  </a:lnTo>
                  <a:lnTo>
                    <a:pt x="5817269" y="1360722"/>
                  </a:lnTo>
                  <a:lnTo>
                    <a:pt x="5849262" y="1451593"/>
                  </a:lnTo>
                  <a:lnTo>
                    <a:pt x="5881517" y="1545426"/>
                  </a:lnTo>
                  <a:lnTo>
                    <a:pt x="5914013" y="1641822"/>
                  </a:lnTo>
                  <a:lnTo>
                    <a:pt x="5946717" y="1740325"/>
                  </a:lnTo>
                  <a:lnTo>
                    <a:pt x="5979585" y="1840434"/>
                  </a:lnTo>
                  <a:lnTo>
                    <a:pt x="6012565" y="1941610"/>
                  </a:lnTo>
                  <a:lnTo>
                    <a:pt x="6045599" y="2043290"/>
                  </a:lnTo>
                  <a:lnTo>
                    <a:pt x="6078624" y="2144899"/>
                  </a:lnTo>
                  <a:lnTo>
                    <a:pt x="6111582" y="2245865"/>
                  </a:lnTo>
                  <a:lnTo>
                    <a:pt x="6144415" y="2345628"/>
                  </a:lnTo>
                  <a:lnTo>
                    <a:pt x="6177072" y="2443659"/>
                  </a:lnTo>
                  <a:lnTo>
                    <a:pt x="6209511" y="2539466"/>
                  </a:lnTo>
                  <a:lnTo>
                    <a:pt x="6241703" y="2632608"/>
                  </a:lnTo>
                  <a:lnTo>
                    <a:pt x="6273631" y="2722698"/>
                  </a:lnTo>
                  <a:lnTo>
                    <a:pt x="6305296" y="2809413"/>
                  </a:lnTo>
                  <a:lnTo>
                    <a:pt x="6336715" y="2892493"/>
                  </a:lnTo>
                  <a:lnTo>
                    <a:pt x="6367923" y="2971745"/>
                  </a:lnTo>
                  <a:lnTo>
                    <a:pt x="6398980" y="3047040"/>
                  </a:lnTo>
                  <a:lnTo>
                    <a:pt x="6429963" y="3118311"/>
                  </a:lnTo>
                  <a:lnTo>
                    <a:pt x="6460979" y="3185549"/>
                  </a:lnTo>
                  <a:lnTo>
                    <a:pt x="6492157" y="3248797"/>
                  </a:lnTo>
                  <a:lnTo>
                    <a:pt x="6515891" y="3293943"/>
                  </a:lnTo>
                  <a:lnTo>
                    <a:pt x="6559219" y="3369500"/>
                  </a:lnTo>
                  <a:lnTo>
                    <a:pt x="6603881" y="3437969"/>
                  </a:lnTo>
                  <a:lnTo>
                    <a:pt x="6650481" y="3499660"/>
                  </a:lnTo>
                  <a:lnTo>
                    <a:pt x="6699692" y="3555124"/>
                  </a:lnTo>
                  <a:lnTo>
                    <a:pt x="6752215" y="3605003"/>
                  </a:lnTo>
                  <a:lnTo>
                    <a:pt x="6808718" y="3649934"/>
                  </a:lnTo>
                  <a:lnTo>
                    <a:pt x="6869787" y="3690498"/>
                  </a:lnTo>
                  <a:lnTo>
                    <a:pt x="6935836" y="3727183"/>
                  </a:lnTo>
                  <a:lnTo>
                    <a:pt x="7007016" y="3760374"/>
                  </a:lnTo>
                  <a:lnTo>
                    <a:pt x="7083076" y="3790341"/>
                  </a:lnTo>
                  <a:lnTo>
                    <a:pt x="7163232" y="3817236"/>
                  </a:lnTo>
                  <a:lnTo>
                    <a:pt x="7246032" y="3841111"/>
                  </a:lnTo>
                  <a:lnTo>
                    <a:pt x="7329296" y="3861938"/>
                  </a:lnTo>
                  <a:lnTo>
                    <a:pt x="7410170" y="3879648"/>
                  </a:lnTo>
                  <a:lnTo>
                    <a:pt x="7485361" y="3894186"/>
                  </a:lnTo>
                  <a:lnTo>
                    <a:pt x="7551559" y="3905576"/>
                  </a:lnTo>
                  <a:lnTo>
                    <a:pt x="7605996" y="3913965"/>
                  </a:lnTo>
                  <a:lnTo>
                    <a:pt x="7646994" y="3919654"/>
                  </a:lnTo>
                  <a:lnTo>
                    <a:pt x="7674361" y="3923090"/>
                  </a:lnTo>
                  <a:lnTo>
                    <a:pt x="7689523" y="3924818"/>
                  </a:lnTo>
                  <a:lnTo>
                    <a:pt x="7695408" y="3925429"/>
                  </a:lnTo>
                  <a:lnTo>
                    <a:pt x="7696237" y="3925509"/>
                  </a:lnTo>
                  <a:lnTo>
                    <a:pt x="8234974" y="3925509"/>
                  </a:lnTo>
                  <a:lnTo>
                    <a:pt x="8234974" y="3909175"/>
                  </a:lnTo>
                  <a:lnTo>
                    <a:pt x="7696237" y="3909175"/>
                  </a:lnTo>
                  <a:lnTo>
                    <a:pt x="7695293" y="3909084"/>
                  </a:lnTo>
                  <a:lnTo>
                    <a:pt x="7689089" y="3908437"/>
                  </a:lnTo>
                  <a:lnTo>
                    <a:pt x="7673455" y="3906648"/>
                  </a:lnTo>
                  <a:lnTo>
                    <a:pt x="7645522" y="3903127"/>
                  </a:lnTo>
                  <a:lnTo>
                    <a:pt x="7603933" y="3897330"/>
                  </a:lnTo>
                  <a:lnTo>
                    <a:pt x="7548948" y="3888818"/>
                  </a:lnTo>
                  <a:lnTo>
                    <a:pt x="7482302" y="3877295"/>
                  </a:lnTo>
                  <a:lnTo>
                    <a:pt x="7406798" y="3862620"/>
                  </a:lnTo>
                  <a:lnTo>
                    <a:pt x="7325757" y="3844776"/>
                  </a:lnTo>
                  <a:lnTo>
                    <a:pt x="7242458" y="3823817"/>
                  </a:lnTo>
                  <a:lnTo>
                    <a:pt x="7159732" y="3799812"/>
                  </a:lnTo>
                  <a:lnTo>
                    <a:pt x="7079727" y="3772787"/>
                  </a:lnTo>
                  <a:lnTo>
                    <a:pt x="7003864" y="3742687"/>
                  </a:lnTo>
                  <a:lnTo>
                    <a:pt x="6932902" y="3709352"/>
                  </a:lnTo>
                  <a:lnTo>
                    <a:pt x="6867071" y="3672509"/>
                  </a:lnTo>
                  <a:lnTo>
                    <a:pt x="6806208" y="3631770"/>
                  </a:lnTo>
                  <a:lnTo>
                    <a:pt x="6749888" y="3586639"/>
                  </a:lnTo>
                  <a:lnTo>
                    <a:pt x="6697522" y="3536534"/>
                  </a:lnTo>
                  <a:lnTo>
                    <a:pt x="6648436" y="3480816"/>
                  </a:lnTo>
                  <a:lnTo>
                    <a:pt x="6601934" y="3418845"/>
                  </a:lnTo>
                  <a:lnTo>
                    <a:pt x="6557339" y="3350076"/>
                  </a:lnTo>
                  <a:lnTo>
                    <a:pt x="6515891" y="3277609"/>
                  </a:lnTo>
                  <a:lnTo>
                    <a:pt x="6484485" y="3217314"/>
                  </a:lnTo>
                  <a:lnTo>
                    <a:pt x="6453361" y="3153093"/>
                  </a:lnTo>
                  <a:lnTo>
                    <a:pt x="6422364" y="3084868"/>
                  </a:lnTo>
                  <a:lnTo>
                    <a:pt x="6391371" y="3012607"/>
                  </a:lnTo>
                  <a:lnTo>
                    <a:pt x="6360284" y="2936333"/>
                  </a:lnTo>
                  <a:lnTo>
                    <a:pt x="6329029" y="2856127"/>
                  </a:lnTo>
                  <a:lnTo>
                    <a:pt x="6297552" y="2772135"/>
                  </a:lnTo>
                  <a:lnTo>
                    <a:pt x="6265824" y="2684566"/>
                  </a:lnTo>
                  <a:lnTo>
                    <a:pt x="6233830" y="2593695"/>
                  </a:lnTo>
                  <a:lnTo>
                    <a:pt x="6201575" y="2499862"/>
                  </a:lnTo>
                  <a:lnTo>
                    <a:pt x="6169080" y="2403466"/>
                  </a:lnTo>
                  <a:lnTo>
                    <a:pt x="6136375" y="2304963"/>
                  </a:lnTo>
                  <a:lnTo>
                    <a:pt x="6103507" y="2204854"/>
                  </a:lnTo>
                  <a:lnTo>
                    <a:pt x="6070527" y="2103678"/>
                  </a:lnTo>
                  <a:lnTo>
                    <a:pt x="6037494" y="2001998"/>
                  </a:lnTo>
                  <a:lnTo>
                    <a:pt x="6004468" y="1900389"/>
                  </a:lnTo>
                  <a:lnTo>
                    <a:pt x="5971510" y="1799423"/>
                  </a:lnTo>
                  <a:lnTo>
                    <a:pt x="5938678" y="1699660"/>
                  </a:lnTo>
                  <a:lnTo>
                    <a:pt x="5906021" y="1601629"/>
                  </a:lnTo>
                  <a:lnTo>
                    <a:pt x="5873581" y="1505821"/>
                  </a:lnTo>
                  <a:lnTo>
                    <a:pt x="5841389" y="1412680"/>
                  </a:lnTo>
                  <a:lnTo>
                    <a:pt x="5809461" y="1322590"/>
                  </a:lnTo>
                  <a:lnTo>
                    <a:pt x="5777796" y="1235875"/>
                  </a:lnTo>
                  <a:lnTo>
                    <a:pt x="5746378" y="1152795"/>
                  </a:lnTo>
                  <a:lnTo>
                    <a:pt x="5715169" y="1073543"/>
                  </a:lnTo>
                  <a:lnTo>
                    <a:pt x="5684113" y="998248"/>
                  </a:lnTo>
                  <a:lnTo>
                    <a:pt x="5653129" y="926977"/>
                  </a:lnTo>
                  <a:lnTo>
                    <a:pt x="5622114" y="859739"/>
                  </a:lnTo>
                  <a:lnTo>
                    <a:pt x="5590936" y="796491"/>
                  </a:lnTo>
                  <a:lnTo>
                    <a:pt x="5567201" y="751345"/>
                  </a:lnTo>
                  <a:lnTo>
                    <a:pt x="5523874" y="675788"/>
                  </a:lnTo>
                  <a:lnTo>
                    <a:pt x="5479211" y="607319"/>
                  </a:lnTo>
                  <a:lnTo>
                    <a:pt x="5432612" y="545628"/>
                  </a:lnTo>
                  <a:lnTo>
                    <a:pt x="5383400" y="490164"/>
                  </a:lnTo>
                  <a:lnTo>
                    <a:pt x="5330878" y="440285"/>
                  </a:lnTo>
                  <a:lnTo>
                    <a:pt x="5274374" y="395354"/>
                  </a:lnTo>
                  <a:lnTo>
                    <a:pt x="5213306" y="354790"/>
                  </a:lnTo>
                  <a:lnTo>
                    <a:pt x="5147256" y="318105"/>
                  </a:lnTo>
                  <a:lnTo>
                    <a:pt x="5076077" y="284913"/>
                  </a:lnTo>
                  <a:lnTo>
                    <a:pt x="5000016" y="254947"/>
                  </a:lnTo>
                  <a:lnTo>
                    <a:pt x="4919860" y="228052"/>
                  </a:lnTo>
                  <a:lnTo>
                    <a:pt x="4837060" y="204177"/>
                  </a:lnTo>
                  <a:lnTo>
                    <a:pt x="4753796" y="183350"/>
                  </a:lnTo>
                  <a:lnTo>
                    <a:pt x="4672922" y="165640"/>
                  </a:lnTo>
                  <a:lnTo>
                    <a:pt x="4597732" y="151101"/>
                  </a:lnTo>
                  <a:lnTo>
                    <a:pt x="4531533" y="139712"/>
                  </a:lnTo>
                  <a:lnTo>
                    <a:pt x="4477097" y="131323"/>
                  </a:lnTo>
                  <a:lnTo>
                    <a:pt x="4436098" y="125634"/>
                  </a:lnTo>
                  <a:lnTo>
                    <a:pt x="4408731" y="122198"/>
                  </a:lnTo>
                  <a:lnTo>
                    <a:pt x="4393570" y="120470"/>
                  </a:lnTo>
                  <a:lnTo>
                    <a:pt x="4387685" y="119859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11" name="pl711"/>
            <p:cNvSpPr/>
            <p:nvPr/>
          </p:nvSpPr>
          <p:spPr>
            <a:xfrm>
              <a:off x="546595" y="614343"/>
              <a:ext cx="8234974" cy="3909175"/>
            </a:xfrm>
            <a:custGeom>
              <a:avLst/>
              <a:pathLst>
                <a:path w="8234974" h="3909175">
                  <a:moveTo>
                    <a:pt x="0" y="0"/>
                  </a:moveTo>
                  <a:lnTo>
                    <a:pt x="538736" y="0"/>
                  </a:lnTo>
                  <a:lnTo>
                    <a:pt x="540039" y="3"/>
                  </a:lnTo>
                  <a:lnTo>
                    <a:pt x="548536" y="32"/>
                  </a:lnTo>
                  <a:lnTo>
                    <a:pt x="569718" y="111"/>
                  </a:lnTo>
                  <a:lnTo>
                    <a:pt x="606980" y="266"/>
                  </a:lnTo>
                  <a:lnTo>
                    <a:pt x="661298" y="518"/>
                  </a:lnTo>
                  <a:lnTo>
                    <a:pt x="731207" y="885"/>
                  </a:lnTo>
                  <a:lnTo>
                    <a:pt x="813292" y="1375"/>
                  </a:lnTo>
                  <a:lnTo>
                    <a:pt x="903072" y="1990"/>
                  </a:lnTo>
                  <a:lnTo>
                    <a:pt x="995962" y="2727"/>
                  </a:lnTo>
                  <a:lnTo>
                    <a:pt x="1088028" y="3584"/>
                  </a:lnTo>
                  <a:lnTo>
                    <a:pt x="1176389" y="4560"/>
                  </a:lnTo>
                  <a:lnTo>
                    <a:pt x="1259278" y="5659"/>
                  </a:lnTo>
                  <a:lnTo>
                    <a:pt x="1335897" y="6888"/>
                  </a:lnTo>
                  <a:lnTo>
                    <a:pt x="1406189" y="8263"/>
                  </a:lnTo>
                  <a:lnTo>
                    <a:pt x="1470601" y="9803"/>
                  </a:lnTo>
                  <a:lnTo>
                    <a:pt x="1529886" y="11532"/>
                  </a:lnTo>
                  <a:lnTo>
                    <a:pt x="1584959" y="13478"/>
                  </a:lnTo>
                  <a:lnTo>
                    <a:pt x="1636788" y="15670"/>
                  </a:lnTo>
                  <a:lnTo>
                    <a:pt x="1686306" y="18130"/>
                  </a:lnTo>
                  <a:lnTo>
                    <a:pt x="1719082" y="19963"/>
                  </a:lnTo>
                  <a:lnTo>
                    <a:pt x="1771785" y="23243"/>
                  </a:lnTo>
                  <a:lnTo>
                    <a:pt x="1823983" y="26879"/>
                  </a:lnTo>
                  <a:lnTo>
                    <a:pt x="1876271" y="30876"/>
                  </a:lnTo>
                  <a:lnTo>
                    <a:pt x="1929035" y="35224"/>
                  </a:lnTo>
                  <a:lnTo>
                    <a:pt x="1982488" y="39897"/>
                  </a:lnTo>
                  <a:lnTo>
                    <a:pt x="2036686" y="44853"/>
                  </a:lnTo>
                  <a:lnTo>
                    <a:pt x="2091554" y="50033"/>
                  </a:lnTo>
                  <a:lnTo>
                    <a:pt x="2146912" y="55367"/>
                  </a:lnTo>
                  <a:lnTo>
                    <a:pt x="2202510" y="60773"/>
                  </a:lnTo>
                  <a:lnTo>
                    <a:pt x="2258060" y="66165"/>
                  </a:lnTo>
                  <a:lnTo>
                    <a:pt x="2313283" y="71458"/>
                  </a:lnTo>
                  <a:lnTo>
                    <a:pt x="2367947" y="76572"/>
                  </a:lnTo>
                  <a:lnTo>
                    <a:pt x="2421904" y="81442"/>
                  </a:lnTo>
                  <a:lnTo>
                    <a:pt x="2475119" y="86012"/>
                  </a:lnTo>
                  <a:lnTo>
                    <a:pt x="2527696" y="90247"/>
                  </a:lnTo>
                  <a:lnTo>
                    <a:pt x="2579903" y="94127"/>
                  </a:lnTo>
                  <a:lnTo>
                    <a:pt x="2632190" y="97646"/>
                  </a:lnTo>
                  <a:lnTo>
                    <a:pt x="2667772" y="99816"/>
                  </a:lnTo>
                  <a:lnTo>
                    <a:pt x="2716188" y="102466"/>
                  </a:lnTo>
                  <a:lnTo>
                    <a:pt x="2766350" y="104838"/>
                  </a:lnTo>
                  <a:lnTo>
                    <a:pt x="2819112" y="106948"/>
                  </a:lnTo>
                  <a:lnTo>
                    <a:pt x="2875428" y="108822"/>
                  </a:lnTo>
                  <a:lnTo>
                    <a:pt x="2936258" y="110488"/>
                  </a:lnTo>
                  <a:lnTo>
                    <a:pt x="3002480" y="111972"/>
                  </a:lnTo>
                  <a:lnTo>
                    <a:pt x="3074767" y="113299"/>
                  </a:lnTo>
                  <a:lnTo>
                    <a:pt x="3153428" y="114485"/>
                  </a:lnTo>
                  <a:lnTo>
                    <a:pt x="3238196" y="115544"/>
                  </a:lnTo>
                  <a:lnTo>
                    <a:pt x="3327986" y="116482"/>
                  </a:lnTo>
                  <a:lnTo>
                    <a:pt x="3420684" y="117301"/>
                  </a:lnTo>
                  <a:lnTo>
                    <a:pt x="3513049" y="117999"/>
                  </a:lnTo>
                  <a:lnTo>
                    <a:pt x="3600880" y="118574"/>
                  </a:lnTo>
                  <a:lnTo>
                    <a:pt x="3679527" y="119024"/>
                  </a:lnTo>
                  <a:lnTo>
                    <a:pt x="3744742" y="119353"/>
                  </a:lnTo>
                  <a:lnTo>
                    <a:pt x="3793652" y="119572"/>
                  </a:lnTo>
                  <a:lnTo>
                    <a:pt x="3825545" y="119700"/>
                  </a:lnTo>
                  <a:lnTo>
                    <a:pt x="3842192" y="119760"/>
                  </a:lnTo>
                  <a:lnTo>
                    <a:pt x="3847700" y="119778"/>
                  </a:lnTo>
                  <a:lnTo>
                    <a:pt x="3848118" y="119779"/>
                  </a:lnTo>
                  <a:lnTo>
                    <a:pt x="4386855" y="119779"/>
                  </a:lnTo>
                  <a:lnTo>
                    <a:pt x="4387799" y="119870"/>
                  </a:lnTo>
                  <a:lnTo>
                    <a:pt x="4394003" y="120517"/>
                  </a:lnTo>
                  <a:lnTo>
                    <a:pt x="4409637" y="122306"/>
                  </a:lnTo>
                  <a:lnTo>
                    <a:pt x="4437571" y="125828"/>
                  </a:lnTo>
                  <a:lnTo>
                    <a:pt x="4479160" y="131625"/>
                  </a:lnTo>
                  <a:lnTo>
                    <a:pt x="4534144" y="140137"/>
                  </a:lnTo>
                  <a:lnTo>
                    <a:pt x="4600790" y="151659"/>
                  </a:lnTo>
                  <a:lnTo>
                    <a:pt x="4676294" y="166334"/>
                  </a:lnTo>
                  <a:lnTo>
                    <a:pt x="4757336" y="184178"/>
                  </a:lnTo>
                  <a:lnTo>
                    <a:pt x="4840634" y="205137"/>
                  </a:lnTo>
                  <a:lnTo>
                    <a:pt x="4923360" y="229142"/>
                  </a:lnTo>
                  <a:lnTo>
                    <a:pt x="5003365" y="256167"/>
                  </a:lnTo>
                  <a:lnTo>
                    <a:pt x="5079229" y="286267"/>
                  </a:lnTo>
                  <a:lnTo>
                    <a:pt x="5150190" y="319602"/>
                  </a:lnTo>
                  <a:lnTo>
                    <a:pt x="5216021" y="356445"/>
                  </a:lnTo>
                  <a:lnTo>
                    <a:pt x="5276884" y="397185"/>
                  </a:lnTo>
                  <a:lnTo>
                    <a:pt x="5333204" y="442315"/>
                  </a:lnTo>
                  <a:lnTo>
                    <a:pt x="5385571" y="492420"/>
                  </a:lnTo>
                  <a:lnTo>
                    <a:pt x="5434656" y="548138"/>
                  </a:lnTo>
                  <a:lnTo>
                    <a:pt x="5481159" y="610109"/>
                  </a:lnTo>
                  <a:lnTo>
                    <a:pt x="5525753" y="678878"/>
                  </a:lnTo>
                  <a:lnTo>
                    <a:pt x="5567201" y="751345"/>
                  </a:lnTo>
                  <a:lnTo>
                    <a:pt x="5598607" y="811641"/>
                  </a:lnTo>
                  <a:lnTo>
                    <a:pt x="5629731" y="875861"/>
                  </a:lnTo>
                  <a:lnTo>
                    <a:pt x="5660728" y="944086"/>
                  </a:lnTo>
                  <a:lnTo>
                    <a:pt x="5691721" y="1016348"/>
                  </a:lnTo>
                  <a:lnTo>
                    <a:pt x="5722808" y="1092622"/>
                  </a:lnTo>
                  <a:lnTo>
                    <a:pt x="5754064" y="1172827"/>
                  </a:lnTo>
                  <a:lnTo>
                    <a:pt x="5785540" y="1256819"/>
                  </a:lnTo>
                  <a:lnTo>
                    <a:pt x="5817269" y="1344388"/>
                  </a:lnTo>
                  <a:lnTo>
                    <a:pt x="5849262" y="1435259"/>
                  </a:lnTo>
                  <a:lnTo>
                    <a:pt x="5881517" y="1529093"/>
                  </a:lnTo>
                  <a:lnTo>
                    <a:pt x="5914013" y="1625489"/>
                  </a:lnTo>
                  <a:lnTo>
                    <a:pt x="5946717" y="1723992"/>
                  </a:lnTo>
                  <a:lnTo>
                    <a:pt x="5979585" y="1824100"/>
                  </a:lnTo>
                  <a:lnTo>
                    <a:pt x="6012565" y="1925276"/>
                  </a:lnTo>
                  <a:lnTo>
                    <a:pt x="6045599" y="2026956"/>
                  </a:lnTo>
                  <a:lnTo>
                    <a:pt x="6078624" y="2128566"/>
                  </a:lnTo>
                  <a:lnTo>
                    <a:pt x="6111582" y="2229531"/>
                  </a:lnTo>
                  <a:lnTo>
                    <a:pt x="6144415" y="2329295"/>
                  </a:lnTo>
                  <a:lnTo>
                    <a:pt x="6177072" y="2427325"/>
                  </a:lnTo>
                  <a:lnTo>
                    <a:pt x="6209511" y="2523133"/>
                  </a:lnTo>
                  <a:lnTo>
                    <a:pt x="6241703" y="2616274"/>
                  </a:lnTo>
                  <a:lnTo>
                    <a:pt x="6273631" y="2706365"/>
                  </a:lnTo>
                  <a:lnTo>
                    <a:pt x="6305296" y="2793079"/>
                  </a:lnTo>
                  <a:lnTo>
                    <a:pt x="6336715" y="2876159"/>
                  </a:lnTo>
                  <a:lnTo>
                    <a:pt x="6367923" y="2955411"/>
                  </a:lnTo>
                  <a:lnTo>
                    <a:pt x="6398980" y="3030706"/>
                  </a:lnTo>
                  <a:lnTo>
                    <a:pt x="6429963" y="3101977"/>
                  </a:lnTo>
                  <a:lnTo>
                    <a:pt x="6460979" y="3169215"/>
                  </a:lnTo>
                  <a:lnTo>
                    <a:pt x="6492157" y="3232464"/>
                  </a:lnTo>
                  <a:lnTo>
                    <a:pt x="6515891" y="3277609"/>
                  </a:lnTo>
                  <a:lnTo>
                    <a:pt x="6559219" y="3353166"/>
                  </a:lnTo>
                  <a:lnTo>
                    <a:pt x="6603881" y="3421635"/>
                  </a:lnTo>
                  <a:lnTo>
                    <a:pt x="6650481" y="3483326"/>
                  </a:lnTo>
                  <a:lnTo>
                    <a:pt x="6699692" y="3538791"/>
                  </a:lnTo>
                  <a:lnTo>
                    <a:pt x="6752215" y="3588670"/>
                  </a:lnTo>
                  <a:lnTo>
                    <a:pt x="6808718" y="3633601"/>
                  </a:lnTo>
                  <a:lnTo>
                    <a:pt x="6869787" y="3674164"/>
                  </a:lnTo>
                  <a:lnTo>
                    <a:pt x="6935836" y="3710850"/>
                  </a:lnTo>
                  <a:lnTo>
                    <a:pt x="7007016" y="3744041"/>
                  </a:lnTo>
                  <a:lnTo>
                    <a:pt x="7083076" y="3774007"/>
                  </a:lnTo>
                  <a:lnTo>
                    <a:pt x="7163232" y="3800902"/>
                  </a:lnTo>
                  <a:lnTo>
                    <a:pt x="7246032" y="3824778"/>
                  </a:lnTo>
                  <a:lnTo>
                    <a:pt x="7329296" y="3845604"/>
                  </a:lnTo>
                  <a:lnTo>
                    <a:pt x="7410170" y="3863314"/>
                  </a:lnTo>
                  <a:lnTo>
                    <a:pt x="7485361" y="3877853"/>
                  </a:lnTo>
                  <a:lnTo>
                    <a:pt x="7551559" y="3889242"/>
                  </a:lnTo>
                  <a:lnTo>
                    <a:pt x="7605996" y="3897631"/>
                  </a:lnTo>
                  <a:lnTo>
                    <a:pt x="7646994" y="3903321"/>
                  </a:lnTo>
                  <a:lnTo>
                    <a:pt x="7674361" y="3906756"/>
                  </a:lnTo>
                  <a:lnTo>
                    <a:pt x="7689523" y="3908484"/>
                  </a:lnTo>
                  <a:lnTo>
                    <a:pt x="7695408" y="3909096"/>
                  </a:lnTo>
                  <a:lnTo>
                    <a:pt x="7696237" y="3909175"/>
                  </a:lnTo>
                  <a:lnTo>
                    <a:pt x="8234974" y="39091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2" name="pl712"/>
            <p:cNvSpPr/>
            <p:nvPr/>
          </p:nvSpPr>
          <p:spPr>
            <a:xfrm>
              <a:off x="546595" y="598010"/>
              <a:ext cx="8234974" cy="3909175"/>
            </a:xfrm>
            <a:custGeom>
              <a:avLst/>
              <a:pathLst>
                <a:path w="8234974" h="3909175">
                  <a:moveTo>
                    <a:pt x="8234974" y="3909175"/>
                  </a:moveTo>
                  <a:lnTo>
                    <a:pt x="7696237" y="3909175"/>
                  </a:lnTo>
                  <a:lnTo>
                    <a:pt x="7695293" y="3909084"/>
                  </a:lnTo>
                  <a:lnTo>
                    <a:pt x="7689089" y="3908437"/>
                  </a:lnTo>
                  <a:lnTo>
                    <a:pt x="7673455" y="3906648"/>
                  </a:lnTo>
                  <a:lnTo>
                    <a:pt x="7645522" y="3903127"/>
                  </a:lnTo>
                  <a:lnTo>
                    <a:pt x="7603933" y="3897330"/>
                  </a:lnTo>
                  <a:lnTo>
                    <a:pt x="7548948" y="3888818"/>
                  </a:lnTo>
                  <a:lnTo>
                    <a:pt x="7482302" y="3877295"/>
                  </a:lnTo>
                  <a:lnTo>
                    <a:pt x="7406798" y="3862620"/>
                  </a:lnTo>
                  <a:lnTo>
                    <a:pt x="7325757" y="3844776"/>
                  </a:lnTo>
                  <a:lnTo>
                    <a:pt x="7242458" y="3823817"/>
                  </a:lnTo>
                  <a:lnTo>
                    <a:pt x="7159732" y="3799812"/>
                  </a:lnTo>
                  <a:lnTo>
                    <a:pt x="7079727" y="3772787"/>
                  </a:lnTo>
                  <a:lnTo>
                    <a:pt x="7003864" y="3742687"/>
                  </a:lnTo>
                  <a:lnTo>
                    <a:pt x="6932902" y="3709352"/>
                  </a:lnTo>
                  <a:lnTo>
                    <a:pt x="6867071" y="3672509"/>
                  </a:lnTo>
                  <a:lnTo>
                    <a:pt x="6806208" y="3631770"/>
                  </a:lnTo>
                  <a:lnTo>
                    <a:pt x="6749888" y="3586639"/>
                  </a:lnTo>
                  <a:lnTo>
                    <a:pt x="6697522" y="3536534"/>
                  </a:lnTo>
                  <a:lnTo>
                    <a:pt x="6648436" y="3480816"/>
                  </a:lnTo>
                  <a:lnTo>
                    <a:pt x="6601934" y="3418845"/>
                  </a:lnTo>
                  <a:lnTo>
                    <a:pt x="6557339" y="3350076"/>
                  </a:lnTo>
                  <a:lnTo>
                    <a:pt x="6515891" y="3277609"/>
                  </a:lnTo>
                  <a:lnTo>
                    <a:pt x="6484485" y="3217314"/>
                  </a:lnTo>
                  <a:lnTo>
                    <a:pt x="6453361" y="3153093"/>
                  </a:lnTo>
                  <a:lnTo>
                    <a:pt x="6422364" y="3084868"/>
                  </a:lnTo>
                  <a:lnTo>
                    <a:pt x="6391371" y="3012607"/>
                  </a:lnTo>
                  <a:lnTo>
                    <a:pt x="6360284" y="2936333"/>
                  </a:lnTo>
                  <a:lnTo>
                    <a:pt x="6329029" y="2856127"/>
                  </a:lnTo>
                  <a:lnTo>
                    <a:pt x="6297552" y="2772135"/>
                  </a:lnTo>
                  <a:lnTo>
                    <a:pt x="6265824" y="2684566"/>
                  </a:lnTo>
                  <a:lnTo>
                    <a:pt x="6233830" y="2593695"/>
                  </a:lnTo>
                  <a:lnTo>
                    <a:pt x="6201575" y="2499862"/>
                  </a:lnTo>
                  <a:lnTo>
                    <a:pt x="6169080" y="2403466"/>
                  </a:lnTo>
                  <a:lnTo>
                    <a:pt x="6136375" y="2304963"/>
                  </a:lnTo>
                  <a:lnTo>
                    <a:pt x="6103507" y="2204854"/>
                  </a:lnTo>
                  <a:lnTo>
                    <a:pt x="6070527" y="2103678"/>
                  </a:lnTo>
                  <a:lnTo>
                    <a:pt x="6037494" y="2001998"/>
                  </a:lnTo>
                  <a:lnTo>
                    <a:pt x="6004468" y="1900389"/>
                  </a:lnTo>
                  <a:lnTo>
                    <a:pt x="5971510" y="1799423"/>
                  </a:lnTo>
                  <a:lnTo>
                    <a:pt x="5938678" y="1699660"/>
                  </a:lnTo>
                  <a:lnTo>
                    <a:pt x="5906021" y="1601629"/>
                  </a:lnTo>
                  <a:lnTo>
                    <a:pt x="5873581" y="1505821"/>
                  </a:lnTo>
                  <a:lnTo>
                    <a:pt x="5841389" y="1412680"/>
                  </a:lnTo>
                  <a:lnTo>
                    <a:pt x="5809461" y="1322590"/>
                  </a:lnTo>
                  <a:lnTo>
                    <a:pt x="5777796" y="1235875"/>
                  </a:lnTo>
                  <a:lnTo>
                    <a:pt x="5746378" y="1152795"/>
                  </a:lnTo>
                  <a:lnTo>
                    <a:pt x="5715169" y="1073543"/>
                  </a:lnTo>
                  <a:lnTo>
                    <a:pt x="5684113" y="998248"/>
                  </a:lnTo>
                  <a:lnTo>
                    <a:pt x="5653129" y="926977"/>
                  </a:lnTo>
                  <a:lnTo>
                    <a:pt x="5622114" y="859739"/>
                  </a:lnTo>
                  <a:lnTo>
                    <a:pt x="5590936" y="796491"/>
                  </a:lnTo>
                  <a:lnTo>
                    <a:pt x="5567201" y="751345"/>
                  </a:lnTo>
                  <a:lnTo>
                    <a:pt x="5523874" y="675788"/>
                  </a:lnTo>
                  <a:lnTo>
                    <a:pt x="5479211" y="607319"/>
                  </a:lnTo>
                  <a:lnTo>
                    <a:pt x="5432612" y="545628"/>
                  </a:lnTo>
                  <a:lnTo>
                    <a:pt x="5383400" y="490164"/>
                  </a:lnTo>
                  <a:lnTo>
                    <a:pt x="5330878" y="440285"/>
                  </a:lnTo>
                  <a:lnTo>
                    <a:pt x="5274374" y="395354"/>
                  </a:lnTo>
                  <a:lnTo>
                    <a:pt x="5213306" y="354790"/>
                  </a:lnTo>
                  <a:lnTo>
                    <a:pt x="5147256" y="318105"/>
                  </a:lnTo>
                  <a:lnTo>
                    <a:pt x="5076077" y="284913"/>
                  </a:lnTo>
                  <a:lnTo>
                    <a:pt x="5000016" y="254947"/>
                  </a:lnTo>
                  <a:lnTo>
                    <a:pt x="4919860" y="228052"/>
                  </a:lnTo>
                  <a:lnTo>
                    <a:pt x="4837060" y="204177"/>
                  </a:lnTo>
                  <a:lnTo>
                    <a:pt x="4753796" y="183350"/>
                  </a:lnTo>
                  <a:lnTo>
                    <a:pt x="4672922" y="165640"/>
                  </a:lnTo>
                  <a:lnTo>
                    <a:pt x="4597732" y="151101"/>
                  </a:lnTo>
                  <a:lnTo>
                    <a:pt x="4531533" y="139712"/>
                  </a:lnTo>
                  <a:lnTo>
                    <a:pt x="4477097" y="131323"/>
                  </a:lnTo>
                  <a:lnTo>
                    <a:pt x="4436098" y="125634"/>
                  </a:lnTo>
                  <a:lnTo>
                    <a:pt x="4408731" y="122198"/>
                  </a:lnTo>
                  <a:lnTo>
                    <a:pt x="4393570" y="120470"/>
                  </a:lnTo>
                  <a:lnTo>
                    <a:pt x="4387685" y="119859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3" name="pg713"/>
            <p:cNvSpPr/>
            <p:nvPr/>
          </p:nvSpPr>
          <p:spPr>
            <a:xfrm>
              <a:off x="546595" y="614343"/>
              <a:ext cx="8234974" cy="4241292"/>
            </a:xfrm>
            <a:custGeom>
              <a:avLst/>
              <a:pathLst>
                <a:path w="8234974" h="4241292">
                  <a:moveTo>
                    <a:pt x="0" y="5444"/>
                  </a:moveTo>
                  <a:lnTo>
                    <a:pt x="538736" y="5444"/>
                  </a:lnTo>
                  <a:lnTo>
                    <a:pt x="540039" y="5448"/>
                  </a:lnTo>
                  <a:lnTo>
                    <a:pt x="548536" y="5477"/>
                  </a:lnTo>
                  <a:lnTo>
                    <a:pt x="569718" y="5555"/>
                  </a:lnTo>
                  <a:lnTo>
                    <a:pt x="606980" y="5710"/>
                  </a:lnTo>
                  <a:lnTo>
                    <a:pt x="661298" y="5963"/>
                  </a:lnTo>
                  <a:lnTo>
                    <a:pt x="731207" y="6330"/>
                  </a:lnTo>
                  <a:lnTo>
                    <a:pt x="813292" y="6820"/>
                  </a:lnTo>
                  <a:lnTo>
                    <a:pt x="903072" y="7434"/>
                  </a:lnTo>
                  <a:lnTo>
                    <a:pt x="995962" y="8172"/>
                  </a:lnTo>
                  <a:lnTo>
                    <a:pt x="1088028" y="9029"/>
                  </a:lnTo>
                  <a:lnTo>
                    <a:pt x="1176389" y="10005"/>
                  </a:lnTo>
                  <a:lnTo>
                    <a:pt x="1259278" y="11103"/>
                  </a:lnTo>
                  <a:lnTo>
                    <a:pt x="1335897" y="12333"/>
                  </a:lnTo>
                  <a:lnTo>
                    <a:pt x="1406189" y="13708"/>
                  </a:lnTo>
                  <a:lnTo>
                    <a:pt x="1470601" y="15247"/>
                  </a:lnTo>
                  <a:lnTo>
                    <a:pt x="1529886" y="16977"/>
                  </a:lnTo>
                  <a:lnTo>
                    <a:pt x="1584959" y="18923"/>
                  </a:lnTo>
                  <a:lnTo>
                    <a:pt x="1636788" y="21114"/>
                  </a:lnTo>
                  <a:lnTo>
                    <a:pt x="1686306" y="23574"/>
                  </a:lnTo>
                  <a:lnTo>
                    <a:pt x="1719082" y="25407"/>
                  </a:lnTo>
                  <a:lnTo>
                    <a:pt x="1771785" y="28687"/>
                  </a:lnTo>
                  <a:lnTo>
                    <a:pt x="1823983" y="32324"/>
                  </a:lnTo>
                  <a:lnTo>
                    <a:pt x="1876271" y="36320"/>
                  </a:lnTo>
                  <a:lnTo>
                    <a:pt x="1929035" y="40668"/>
                  </a:lnTo>
                  <a:lnTo>
                    <a:pt x="1982488" y="45341"/>
                  </a:lnTo>
                  <a:lnTo>
                    <a:pt x="2036686" y="50297"/>
                  </a:lnTo>
                  <a:lnTo>
                    <a:pt x="2091554" y="55478"/>
                  </a:lnTo>
                  <a:lnTo>
                    <a:pt x="2146912" y="60812"/>
                  </a:lnTo>
                  <a:lnTo>
                    <a:pt x="2202510" y="66218"/>
                  </a:lnTo>
                  <a:lnTo>
                    <a:pt x="2258060" y="71610"/>
                  </a:lnTo>
                  <a:lnTo>
                    <a:pt x="2313283" y="76902"/>
                  </a:lnTo>
                  <a:lnTo>
                    <a:pt x="2367947" y="82017"/>
                  </a:lnTo>
                  <a:lnTo>
                    <a:pt x="2421904" y="86886"/>
                  </a:lnTo>
                  <a:lnTo>
                    <a:pt x="2475119" y="91457"/>
                  </a:lnTo>
                  <a:lnTo>
                    <a:pt x="2527696" y="95692"/>
                  </a:lnTo>
                  <a:lnTo>
                    <a:pt x="2579903" y="99571"/>
                  </a:lnTo>
                  <a:lnTo>
                    <a:pt x="2632190" y="103090"/>
                  </a:lnTo>
                  <a:lnTo>
                    <a:pt x="2667772" y="105260"/>
                  </a:lnTo>
                  <a:lnTo>
                    <a:pt x="2716188" y="107911"/>
                  </a:lnTo>
                  <a:lnTo>
                    <a:pt x="2766350" y="110283"/>
                  </a:lnTo>
                  <a:lnTo>
                    <a:pt x="2819112" y="112393"/>
                  </a:lnTo>
                  <a:lnTo>
                    <a:pt x="2875428" y="114267"/>
                  </a:lnTo>
                  <a:lnTo>
                    <a:pt x="2936258" y="115932"/>
                  </a:lnTo>
                  <a:lnTo>
                    <a:pt x="3002480" y="117417"/>
                  </a:lnTo>
                  <a:lnTo>
                    <a:pt x="3074767" y="118743"/>
                  </a:lnTo>
                  <a:lnTo>
                    <a:pt x="3153428" y="119930"/>
                  </a:lnTo>
                  <a:lnTo>
                    <a:pt x="3238196" y="120988"/>
                  </a:lnTo>
                  <a:lnTo>
                    <a:pt x="3327986" y="121926"/>
                  </a:lnTo>
                  <a:lnTo>
                    <a:pt x="3420684" y="122745"/>
                  </a:lnTo>
                  <a:lnTo>
                    <a:pt x="3513049" y="123444"/>
                  </a:lnTo>
                  <a:lnTo>
                    <a:pt x="3600880" y="124018"/>
                  </a:lnTo>
                  <a:lnTo>
                    <a:pt x="3679527" y="124468"/>
                  </a:lnTo>
                  <a:lnTo>
                    <a:pt x="3744742" y="124798"/>
                  </a:lnTo>
                  <a:lnTo>
                    <a:pt x="3793652" y="125017"/>
                  </a:lnTo>
                  <a:lnTo>
                    <a:pt x="3825545" y="125145"/>
                  </a:lnTo>
                  <a:lnTo>
                    <a:pt x="3842192" y="125205"/>
                  </a:lnTo>
                  <a:lnTo>
                    <a:pt x="3847700" y="125223"/>
                  </a:lnTo>
                  <a:lnTo>
                    <a:pt x="3848118" y="125224"/>
                  </a:lnTo>
                  <a:lnTo>
                    <a:pt x="4386855" y="125224"/>
                  </a:lnTo>
                  <a:lnTo>
                    <a:pt x="4387773" y="125320"/>
                  </a:lnTo>
                  <a:lnTo>
                    <a:pt x="4393812" y="126003"/>
                  </a:lnTo>
                  <a:lnTo>
                    <a:pt x="4409043" y="127892"/>
                  </a:lnTo>
                  <a:lnTo>
                    <a:pt x="4436287" y="131610"/>
                  </a:lnTo>
                  <a:lnTo>
                    <a:pt x="4476915" y="137734"/>
                  </a:lnTo>
                  <a:lnTo>
                    <a:pt x="4530738" y="146735"/>
                  </a:lnTo>
                  <a:lnTo>
                    <a:pt x="4596136" y="158931"/>
                  </a:lnTo>
                  <a:lnTo>
                    <a:pt x="4670429" y="174484"/>
                  </a:lnTo>
                  <a:lnTo>
                    <a:pt x="4750405" y="193417"/>
                  </a:lnTo>
                  <a:lnTo>
                    <a:pt x="4832853" y="215677"/>
                  </a:lnTo>
                  <a:lnTo>
                    <a:pt x="4914971" y="241189"/>
                  </a:lnTo>
                  <a:lnTo>
                    <a:pt x="4994600" y="269921"/>
                  </a:lnTo>
                  <a:lnTo>
                    <a:pt x="5070285" y="301919"/>
                  </a:lnTo>
                  <a:lnTo>
                    <a:pt x="5141218" y="337338"/>
                  </a:lnTo>
                  <a:lnTo>
                    <a:pt x="5207120" y="376451"/>
                  </a:lnTo>
                  <a:lnTo>
                    <a:pt x="5268105" y="419654"/>
                  </a:lnTo>
                  <a:lnTo>
                    <a:pt x="5324558" y="467452"/>
                  </a:lnTo>
                  <a:lnTo>
                    <a:pt x="5377030" y="520448"/>
                  </a:lnTo>
                  <a:lnTo>
                    <a:pt x="5426169" y="579313"/>
                  </a:lnTo>
                  <a:lnTo>
                    <a:pt x="5472652" y="644727"/>
                  </a:lnTo>
                  <a:lnTo>
                    <a:pt x="5517142" y="717293"/>
                  </a:lnTo>
                  <a:lnTo>
                    <a:pt x="5560239" y="797392"/>
                  </a:lnTo>
                  <a:lnTo>
                    <a:pt x="5567201" y="811235"/>
                  </a:lnTo>
                  <a:lnTo>
                    <a:pt x="5597485" y="874302"/>
                  </a:lnTo>
                  <a:lnTo>
                    <a:pt x="5627501" y="941328"/>
                  </a:lnTo>
                  <a:lnTo>
                    <a:pt x="5657389" y="1012393"/>
                  </a:lnTo>
                  <a:lnTo>
                    <a:pt x="5687263" y="1087532"/>
                  </a:lnTo>
                  <a:lnTo>
                    <a:pt x="5717213" y="1166730"/>
                  </a:lnTo>
                  <a:lnTo>
                    <a:pt x="5747309" y="1249916"/>
                  </a:lnTo>
                  <a:lnTo>
                    <a:pt x="5777601" y="1336963"/>
                  </a:lnTo>
                  <a:lnTo>
                    <a:pt x="5808122" y="1427680"/>
                  </a:lnTo>
                  <a:lnTo>
                    <a:pt x="5838888" y="1521818"/>
                  </a:lnTo>
                  <a:lnTo>
                    <a:pt x="5869899" y="1619065"/>
                  </a:lnTo>
                  <a:lnTo>
                    <a:pt x="5901143" y="1719051"/>
                  </a:lnTo>
                  <a:lnTo>
                    <a:pt x="5932594" y="1821352"/>
                  </a:lnTo>
                  <a:lnTo>
                    <a:pt x="5964216" y="1925498"/>
                  </a:lnTo>
                  <a:lnTo>
                    <a:pt x="5995966" y="2030979"/>
                  </a:lnTo>
                  <a:lnTo>
                    <a:pt x="6027793" y="2137258"/>
                  </a:lnTo>
                  <a:lnTo>
                    <a:pt x="6059643" y="2243779"/>
                  </a:lnTo>
                  <a:lnTo>
                    <a:pt x="6091463" y="2349981"/>
                  </a:lnTo>
                  <a:lnTo>
                    <a:pt x="6123198" y="2455312"/>
                  </a:lnTo>
                  <a:lnTo>
                    <a:pt x="6154799" y="2559235"/>
                  </a:lnTo>
                  <a:lnTo>
                    <a:pt x="6186224" y="2661247"/>
                  </a:lnTo>
                  <a:lnTo>
                    <a:pt x="6217437" y="2760884"/>
                  </a:lnTo>
                  <a:lnTo>
                    <a:pt x="6248416" y="2857727"/>
                  </a:lnTo>
                  <a:lnTo>
                    <a:pt x="6279148" y="2951415"/>
                  </a:lnTo>
                  <a:lnTo>
                    <a:pt x="6309636" y="3041646"/>
                  </a:lnTo>
                  <a:lnTo>
                    <a:pt x="6339899" y="3128175"/>
                  </a:lnTo>
                  <a:lnTo>
                    <a:pt x="6369972" y="3210824"/>
                  </a:lnTo>
                  <a:lnTo>
                    <a:pt x="6399907" y="3289471"/>
                  </a:lnTo>
                  <a:lnTo>
                    <a:pt x="6429777" y="3364054"/>
                  </a:lnTo>
                  <a:lnTo>
                    <a:pt x="6459675" y="3434565"/>
                  </a:lnTo>
                  <a:lnTo>
                    <a:pt x="6489719" y="3501046"/>
                  </a:lnTo>
                  <a:lnTo>
                    <a:pt x="6515891" y="3555280"/>
                  </a:lnTo>
                  <a:lnTo>
                    <a:pt x="6558809" y="3636621"/>
                  </a:lnTo>
                  <a:lnTo>
                    <a:pt x="6603033" y="3710405"/>
                  </a:lnTo>
                  <a:lnTo>
                    <a:pt x="6649145" y="3776953"/>
                  </a:lnTo>
                  <a:lnTo>
                    <a:pt x="6697802" y="3836844"/>
                  </a:lnTo>
                  <a:lnTo>
                    <a:pt x="6749683" y="3890755"/>
                  </a:lnTo>
                  <a:lnTo>
                    <a:pt x="6805442" y="3939361"/>
                  </a:lnTo>
                  <a:lnTo>
                    <a:pt x="6865652" y="3983279"/>
                  </a:lnTo>
                  <a:lnTo>
                    <a:pt x="6930732" y="4023032"/>
                  </a:lnTo>
                  <a:lnTo>
                    <a:pt x="7000849" y="4059034"/>
                  </a:lnTo>
                  <a:lnTo>
                    <a:pt x="7075795" y="4091579"/>
                  </a:lnTo>
                  <a:lnTo>
                    <a:pt x="7154859" y="4120840"/>
                  </a:lnTo>
                  <a:lnTo>
                    <a:pt x="7236699" y="4146880"/>
                  </a:lnTo>
                  <a:lnTo>
                    <a:pt x="7319269" y="4169678"/>
                  </a:lnTo>
                  <a:lnTo>
                    <a:pt x="7399863" y="4189161"/>
                  </a:lnTo>
                  <a:lnTo>
                    <a:pt x="7475313" y="4205268"/>
                  </a:lnTo>
                  <a:lnTo>
                    <a:pt x="7542373" y="4218008"/>
                  </a:lnTo>
                  <a:lnTo>
                    <a:pt x="7598237" y="4227514"/>
                  </a:lnTo>
                  <a:lnTo>
                    <a:pt x="7641080" y="4234081"/>
                  </a:lnTo>
                  <a:lnTo>
                    <a:pt x="7670464" y="4238156"/>
                  </a:lnTo>
                  <a:lnTo>
                    <a:pt x="7687506" y="4240302"/>
                  </a:lnTo>
                  <a:lnTo>
                    <a:pt x="7694803" y="4241140"/>
                  </a:lnTo>
                  <a:lnTo>
                    <a:pt x="7696237" y="4241292"/>
                  </a:lnTo>
                  <a:lnTo>
                    <a:pt x="8234974" y="4241292"/>
                  </a:lnTo>
                  <a:lnTo>
                    <a:pt x="8234974" y="4235847"/>
                  </a:lnTo>
                  <a:lnTo>
                    <a:pt x="7696237" y="4235847"/>
                  </a:lnTo>
                  <a:lnTo>
                    <a:pt x="7695319" y="4235751"/>
                  </a:lnTo>
                  <a:lnTo>
                    <a:pt x="7689280" y="4235068"/>
                  </a:lnTo>
                  <a:lnTo>
                    <a:pt x="7674050" y="4233179"/>
                  </a:lnTo>
                  <a:lnTo>
                    <a:pt x="7646805" y="4229461"/>
                  </a:lnTo>
                  <a:lnTo>
                    <a:pt x="7606177" y="4223337"/>
                  </a:lnTo>
                  <a:lnTo>
                    <a:pt x="7552354" y="4214336"/>
                  </a:lnTo>
                  <a:lnTo>
                    <a:pt x="7486956" y="4202139"/>
                  </a:lnTo>
                  <a:lnTo>
                    <a:pt x="7412663" y="4186587"/>
                  </a:lnTo>
                  <a:lnTo>
                    <a:pt x="7332687" y="4167654"/>
                  </a:lnTo>
                  <a:lnTo>
                    <a:pt x="7250240" y="4145394"/>
                  </a:lnTo>
                  <a:lnTo>
                    <a:pt x="7168122" y="4119882"/>
                  </a:lnTo>
                  <a:lnTo>
                    <a:pt x="7088493" y="4091150"/>
                  </a:lnTo>
                  <a:lnTo>
                    <a:pt x="7012808" y="4059152"/>
                  </a:lnTo>
                  <a:lnTo>
                    <a:pt x="6941874" y="4023733"/>
                  </a:lnTo>
                  <a:lnTo>
                    <a:pt x="6875972" y="3984620"/>
                  </a:lnTo>
                  <a:lnTo>
                    <a:pt x="6814987" y="3941417"/>
                  </a:lnTo>
                  <a:lnTo>
                    <a:pt x="6758535" y="3893619"/>
                  </a:lnTo>
                  <a:lnTo>
                    <a:pt x="6706062" y="3840623"/>
                  </a:lnTo>
                  <a:lnTo>
                    <a:pt x="6656924" y="3781758"/>
                  </a:lnTo>
                  <a:lnTo>
                    <a:pt x="6610441" y="3716344"/>
                  </a:lnTo>
                  <a:lnTo>
                    <a:pt x="6565950" y="3643778"/>
                  </a:lnTo>
                  <a:lnTo>
                    <a:pt x="6522853" y="3563679"/>
                  </a:lnTo>
                  <a:lnTo>
                    <a:pt x="6515891" y="3549836"/>
                  </a:lnTo>
                  <a:lnTo>
                    <a:pt x="6485608" y="3486769"/>
                  </a:lnTo>
                  <a:lnTo>
                    <a:pt x="6455592" y="3419743"/>
                  </a:lnTo>
                  <a:lnTo>
                    <a:pt x="6425703" y="3348678"/>
                  </a:lnTo>
                  <a:lnTo>
                    <a:pt x="6395830" y="3273539"/>
                  </a:lnTo>
                  <a:lnTo>
                    <a:pt x="6365880" y="3194341"/>
                  </a:lnTo>
                  <a:lnTo>
                    <a:pt x="6335784" y="3111154"/>
                  </a:lnTo>
                  <a:lnTo>
                    <a:pt x="6305492" y="3024108"/>
                  </a:lnTo>
                  <a:lnTo>
                    <a:pt x="6274971" y="2933391"/>
                  </a:lnTo>
                  <a:lnTo>
                    <a:pt x="6244205" y="2839253"/>
                  </a:lnTo>
                  <a:lnTo>
                    <a:pt x="6213194" y="2742006"/>
                  </a:lnTo>
                  <a:lnTo>
                    <a:pt x="6181950" y="2642020"/>
                  </a:lnTo>
                  <a:lnTo>
                    <a:pt x="6150499" y="2539719"/>
                  </a:lnTo>
                  <a:lnTo>
                    <a:pt x="6118877" y="2435573"/>
                  </a:lnTo>
                  <a:lnTo>
                    <a:pt x="6087127" y="2330091"/>
                  </a:lnTo>
                  <a:lnTo>
                    <a:pt x="6055300" y="2223813"/>
                  </a:lnTo>
                  <a:lnTo>
                    <a:pt x="6023449" y="2117292"/>
                  </a:lnTo>
                  <a:lnTo>
                    <a:pt x="5991630" y="2011090"/>
                  </a:lnTo>
                  <a:lnTo>
                    <a:pt x="5959894" y="1905759"/>
                  </a:lnTo>
                  <a:lnTo>
                    <a:pt x="5928293" y="1801836"/>
                  </a:lnTo>
                  <a:lnTo>
                    <a:pt x="5896869" y="1699823"/>
                  </a:lnTo>
                  <a:lnTo>
                    <a:pt x="5865655" y="1600187"/>
                  </a:lnTo>
                  <a:lnTo>
                    <a:pt x="5834677" y="1503344"/>
                  </a:lnTo>
                  <a:lnTo>
                    <a:pt x="5803945" y="1409655"/>
                  </a:lnTo>
                  <a:lnTo>
                    <a:pt x="5773456" y="1319425"/>
                  </a:lnTo>
                  <a:lnTo>
                    <a:pt x="5743193" y="1232896"/>
                  </a:lnTo>
                  <a:lnTo>
                    <a:pt x="5713121" y="1150247"/>
                  </a:lnTo>
                  <a:lnTo>
                    <a:pt x="5683186" y="1071600"/>
                  </a:lnTo>
                  <a:lnTo>
                    <a:pt x="5653316" y="997017"/>
                  </a:lnTo>
                  <a:lnTo>
                    <a:pt x="5623417" y="926506"/>
                  </a:lnTo>
                  <a:lnTo>
                    <a:pt x="5593374" y="860025"/>
                  </a:lnTo>
                  <a:lnTo>
                    <a:pt x="5567201" y="805791"/>
                  </a:lnTo>
                  <a:lnTo>
                    <a:pt x="5524283" y="724449"/>
                  </a:lnTo>
                  <a:lnTo>
                    <a:pt x="5480060" y="650666"/>
                  </a:lnTo>
                  <a:lnTo>
                    <a:pt x="5433947" y="584118"/>
                  </a:lnTo>
                  <a:lnTo>
                    <a:pt x="5385290" y="524227"/>
                  </a:lnTo>
                  <a:lnTo>
                    <a:pt x="5333410" y="470316"/>
                  </a:lnTo>
                  <a:lnTo>
                    <a:pt x="5277651" y="421709"/>
                  </a:lnTo>
                  <a:lnTo>
                    <a:pt x="5217440" y="377792"/>
                  </a:lnTo>
                  <a:lnTo>
                    <a:pt x="5152360" y="338039"/>
                  </a:lnTo>
                  <a:lnTo>
                    <a:pt x="5082244" y="302037"/>
                  </a:lnTo>
                  <a:lnTo>
                    <a:pt x="5007297" y="269492"/>
                  </a:lnTo>
                  <a:lnTo>
                    <a:pt x="4928233" y="240231"/>
                  </a:lnTo>
                  <a:lnTo>
                    <a:pt x="4846394" y="214190"/>
                  </a:lnTo>
                  <a:lnTo>
                    <a:pt x="4763824" y="191393"/>
                  </a:lnTo>
                  <a:lnTo>
                    <a:pt x="4683229" y="171910"/>
                  </a:lnTo>
                  <a:lnTo>
                    <a:pt x="4607779" y="155803"/>
                  </a:lnTo>
                  <a:lnTo>
                    <a:pt x="4540720" y="143063"/>
                  </a:lnTo>
                  <a:lnTo>
                    <a:pt x="4484856" y="133557"/>
                  </a:lnTo>
                  <a:lnTo>
                    <a:pt x="4442012" y="126990"/>
                  </a:lnTo>
                  <a:lnTo>
                    <a:pt x="4412628" y="122915"/>
                  </a:lnTo>
                  <a:lnTo>
                    <a:pt x="4395586" y="120769"/>
                  </a:lnTo>
                  <a:lnTo>
                    <a:pt x="4388290" y="119931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14" name="pl714"/>
            <p:cNvSpPr/>
            <p:nvPr/>
          </p:nvSpPr>
          <p:spPr>
            <a:xfrm>
              <a:off x="546595" y="619788"/>
              <a:ext cx="8234974" cy="4235847"/>
            </a:xfrm>
            <a:custGeom>
              <a:avLst/>
              <a:pathLst>
                <a:path w="8234974" h="4235847">
                  <a:moveTo>
                    <a:pt x="0" y="0"/>
                  </a:moveTo>
                  <a:lnTo>
                    <a:pt x="538736" y="0"/>
                  </a:lnTo>
                  <a:lnTo>
                    <a:pt x="540039" y="3"/>
                  </a:lnTo>
                  <a:lnTo>
                    <a:pt x="548536" y="32"/>
                  </a:lnTo>
                  <a:lnTo>
                    <a:pt x="569718" y="111"/>
                  </a:lnTo>
                  <a:lnTo>
                    <a:pt x="606980" y="266"/>
                  </a:lnTo>
                  <a:lnTo>
                    <a:pt x="661298" y="518"/>
                  </a:lnTo>
                  <a:lnTo>
                    <a:pt x="731207" y="885"/>
                  </a:lnTo>
                  <a:lnTo>
                    <a:pt x="813292" y="1375"/>
                  </a:lnTo>
                  <a:lnTo>
                    <a:pt x="903072" y="1990"/>
                  </a:lnTo>
                  <a:lnTo>
                    <a:pt x="995962" y="2727"/>
                  </a:lnTo>
                  <a:lnTo>
                    <a:pt x="1088028" y="3584"/>
                  </a:lnTo>
                  <a:lnTo>
                    <a:pt x="1176389" y="4560"/>
                  </a:lnTo>
                  <a:lnTo>
                    <a:pt x="1259278" y="5659"/>
                  </a:lnTo>
                  <a:lnTo>
                    <a:pt x="1335897" y="6888"/>
                  </a:lnTo>
                  <a:lnTo>
                    <a:pt x="1406189" y="8263"/>
                  </a:lnTo>
                  <a:lnTo>
                    <a:pt x="1470601" y="9803"/>
                  </a:lnTo>
                  <a:lnTo>
                    <a:pt x="1529886" y="11532"/>
                  </a:lnTo>
                  <a:lnTo>
                    <a:pt x="1584959" y="13478"/>
                  </a:lnTo>
                  <a:lnTo>
                    <a:pt x="1636788" y="15670"/>
                  </a:lnTo>
                  <a:lnTo>
                    <a:pt x="1686306" y="18130"/>
                  </a:lnTo>
                  <a:lnTo>
                    <a:pt x="1719082" y="19963"/>
                  </a:lnTo>
                  <a:lnTo>
                    <a:pt x="1771785" y="23243"/>
                  </a:lnTo>
                  <a:lnTo>
                    <a:pt x="1823983" y="26879"/>
                  </a:lnTo>
                  <a:lnTo>
                    <a:pt x="1876271" y="30876"/>
                  </a:lnTo>
                  <a:lnTo>
                    <a:pt x="1929035" y="35224"/>
                  </a:lnTo>
                  <a:lnTo>
                    <a:pt x="1982488" y="39897"/>
                  </a:lnTo>
                  <a:lnTo>
                    <a:pt x="2036686" y="44853"/>
                  </a:lnTo>
                  <a:lnTo>
                    <a:pt x="2091554" y="50033"/>
                  </a:lnTo>
                  <a:lnTo>
                    <a:pt x="2146912" y="55367"/>
                  </a:lnTo>
                  <a:lnTo>
                    <a:pt x="2202510" y="60773"/>
                  </a:lnTo>
                  <a:lnTo>
                    <a:pt x="2258060" y="66165"/>
                  </a:lnTo>
                  <a:lnTo>
                    <a:pt x="2313283" y="71458"/>
                  </a:lnTo>
                  <a:lnTo>
                    <a:pt x="2367947" y="76572"/>
                  </a:lnTo>
                  <a:lnTo>
                    <a:pt x="2421904" y="81442"/>
                  </a:lnTo>
                  <a:lnTo>
                    <a:pt x="2475119" y="86012"/>
                  </a:lnTo>
                  <a:lnTo>
                    <a:pt x="2527696" y="90247"/>
                  </a:lnTo>
                  <a:lnTo>
                    <a:pt x="2579903" y="94127"/>
                  </a:lnTo>
                  <a:lnTo>
                    <a:pt x="2632190" y="97646"/>
                  </a:lnTo>
                  <a:lnTo>
                    <a:pt x="2667772" y="99816"/>
                  </a:lnTo>
                  <a:lnTo>
                    <a:pt x="2716188" y="102466"/>
                  </a:lnTo>
                  <a:lnTo>
                    <a:pt x="2766350" y="104838"/>
                  </a:lnTo>
                  <a:lnTo>
                    <a:pt x="2819112" y="106948"/>
                  </a:lnTo>
                  <a:lnTo>
                    <a:pt x="2875428" y="108822"/>
                  </a:lnTo>
                  <a:lnTo>
                    <a:pt x="2936258" y="110488"/>
                  </a:lnTo>
                  <a:lnTo>
                    <a:pt x="3002480" y="111972"/>
                  </a:lnTo>
                  <a:lnTo>
                    <a:pt x="3074767" y="113299"/>
                  </a:lnTo>
                  <a:lnTo>
                    <a:pt x="3153428" y="114485"/>
                  </a:lnTo>
                  <a:lnTo>
                    <a:pt x="3238196" y="115544"/>
                  </a:lnTo>
                  <a:lnTo>
                    <a:pt x="3327986" y="116482"/>
                  </a:lnTo>
                  <a:lnTo>
                    <a:pt x="3420684" y="117301"/>
                  </a:lnTo>
                  <a:lnTo>
                    <a:pt x="3513049" y="117999"/>
                  </a:lnTo>
                  <a:lnTo>
                    <a:pt x="3600880" y="118574"/>
                  </a:lnTo>
                  <a:lnTo>
                    <a:pt x="3679527" y="119024"/>
                  </a:lnTo>
                  <a:lnTo>
                    <a:pt x="3744742" y="119353"/>
                  </a:lnTo>
                  <a:lnTo>
                    <a:pt x="3793652" y="119572"/>
                  </a:lnTo>
                  <a:lnTo>
                    <a:pt x="3825545" y="119700"/>
                  </a:lnTo>
                  <a:lnTo>
                    <a:pt x="3842192" y="119760"/>
                  </a:lnTo>
                  <a:lnTo>
                    <a:pt x="3847700" y="119778"/>
                  </a:lnTo>
                  <a:lnTo>
                    <a:pt x="3848118" y="119779"/>
                  </a:lnTo>
                  <a:lnTo>
                    <a:pt x="4386855" y="119779"/>
                  </a:lnTo>
                  <a:lnTo>
                    <a:pt x="4387773" y="119875"/>
                  </a:lnTo>
                  <a:lnTo>
                    <a:pt x="4393812" y="120558"/>
                  </a:lnTo>
                  <a:lnTo>
                    <a:pt x="4409043" y="122447"/>
                  </a:lnTo>
                  <a:lnTo>
                    <a:pt x="4436287" y="126165"/>
                  </a:lnTo>
                  <a:lnTo>
                    <a:pt x="4476915" y="132290"/>
                  </a:lnTo>
                  <a:lnTo>
                    <a:pt x="4530738" y="141290"/>
                  </a:lnTo>
                  <a:lnTo>
                    <a:pt x="4596136" y="153487"/>
                  </a:lnTo>
                  <a:lnTo>
                    <a:pt x="4670429" y="169039"/>
                  </a:lnTo>
                  <a:lnTo>
                    <a:pt x="4750405" y="187973"/>
                  </a:lnTo>
                  <a:lnTo>
                    <a:pt x="4832853" y="210232"/>
                  </a:lnTo>
                  <a:lnTo>
                    <a:pt x="4914971" y="235745"/>
                  </a:lnTo>
                  <a:lnTo>
                    <a:pt x="4994600" y="264476"/>
                  </a:lnTo>
                  <a:lnTo>
                    <a:pt x="5070285" y="296474"/>
                  </a:lnTo>
                  <a:lnTo>
                    <a:pt x="5141218" y="331893"/>
                  </a:lnTo>
                  <a:lnTo>
                    <a:pt x="5207120" y="371007"/>
                  </a:lnTo>
                  <a:lnTo>
                    <a:pt x="5268105" y="414209"/>
                  </a:lnTo>
                  <a:lnTo>
                    <a:pt x="5324558" y="462007"/>
                  </a:lnTo>
                  <a:lnTo>
                    <a:pt x="5377030" y="515004"/>
                  </a:lnTo>
                  <a:lnTo>
                    <a:pt x="5426169" y="573868"/>
                  </a:lnTo>
                  <a:lnTo>
                    <a:pt x="5472652" y="639282"/>
                  </a:lnTo>
                  <a:lnTo>
                    <a:pt x="5517142" y="711849"/>
                  </a:lnTo>
                  <a:lnTo>
                    <a:pt x="5560239" y="791947"/>
                  </a:lnTo>
                  <a:lnTo>
                    <a:pt x="5567201" y="805791"/>
                  </a:lnTo>
                  <a:lnTo>
                    <a:pt x="5597485" y="868858"/>
                  </a:lnTo>
                  <a:lnTo>
                    <a:pt x="5627501" y="935884"/>
                  </a:lnTo>
                  <a:lnTo>
                    <a:pt x="5657389" y="1006949"/>
                  </a:lnTo>
                  <a:lnTo>
                    <a:pt x="5687263" y="1082088"/>
                  </a:lnTo>
                  <a:lnTo>
                    <a:pt x="5717213" y="1161286"/>
                  </a:lnTo>
                  <a:lnTo>
                    <a:pt x="5747309" y="1244472"/>
                  </a:lnTo>
                  <a:lnTo>
                    <a:pt x="5777601" y="1331518"/>
                  </a:lnTo>
                  <a:lnTo>
                    <a:pt x="5808122" y="1422236"/>
                  </a:lnTo>
                  <a:lnTo>
                    <a:pt x="5838888" y="1516374"/>
                  </a:lnTo>
                  <a:lnTo>
                    <a:pt x="5869899" y="1613621"/>
                  </a:lnTo>
                  <a:lnTo>
                    <a:pt x="5901143" y="1713606"/>
                  </a:lnTo>
                  <a:lnTo>
                    <a:pt x="5932594" y="1815908"/>
                  </a:lnTo>
                  <a:lnTo>
                    <a:pt x="5964216" y="1920054"/>
                  </a:lnTo>
                  <a:lnTo>
                    <a:pt x="5995966" y="2025535"/>
                  </a:lnTo>
                  <a:lnTo>
                    <a:pt x="6027793" y="2131814"/>
                  </a:lnTo>
                  <a:lnTo>
                    <a:pt x="6059643" y="2238334"/>
                  </a:lnTo>
                  <a:lnTo>
                    <a:pt x="6091463" y="2344537"/>
                  </a:lnTo>
                  <a:lnTo>
                    <a:pt x="6123198" y="2449867"/>
                  </a:lnTo>
                  <a:lnTo>
                    <a:pt x="6154799" y="2553791"/>
                  </a:lnTo>
                  <a:lnTo>
                    <a:pt x="6186224" y="2655803"/>
                  </a:lnTo>
                  <a:lnTo>
                    <a:pt x="6217437" y="2755439"/>
                  </a:lnTo>
                  <a:lnTo>
                    <a:pt x="6248416" y="2852282"/>
                  </a:lnTo>
                  <a:lnTo>
                    <a:pt x="6279148" y="2945971"/>
                  </a:lnTo>
                  <a:lnTo>
                    <a:pt x="6309636" y="3036201"/>
                  </a:lnTo>
                  <a:lnTo>
                    <a:pt x="6339899" y="3122731"/>
                  </a:lnTo>
                  <a:lnTo>
                    <a:pt x="6369972" y="3205379"/>
                  </a:lnTo>
                  <a:lnTo>
                    <a:pt x="6399907" y="3284026"/>
                  </a:lnTo>
                  <a:lnTo>
                    <a:pt x="6429777" y="3358610"/>
                  </a:lnTo>
                  <a:lnTo>
                    <a:pt x="6459675" y="3429121"/>
                  </a:lnTo>
                  <a:lnTo>
                    <a:pt x="6489719" y="3495601"/>
                  </a:lnTo>
                  <a:lnTo>
                    <a:pt x="6515891" y="3549836"/>
                  </a:lnTo>
                  <a:lnTo>
                    <a:pt x="6558809" y="3631177"/>
                  </a:lnTo>
                  <a:lnTo>
                    <a:pt x="6603033" y="3704960"/>
                  </a:lnTo>
                  <a:lnTo>
                    <a:pt x="6649145" y="3771508"/>
                  </a:lnTo>
                  <a:lnTo>
                    <a:pt x="6697802" y="3831400"/>
                  </a:lnTo>
                  <a:lnTo>
                    <a:pt x="6749683" y="3885311"/>
                  </a:lnTo>
                  <a:lnTo>
                    <a:pt x="6805442" y="3933917"/>
                  </a:lnTo>
                  <a:lnTo>
                    <a:pt x="6865652" y="3977834"/>
                  </a:lnTo>
                  <a:lnTo>
                    <a:pt x="6930732" y="4017588"/>
                  </a:lnTo>
                  <a:lnTo>
                    <a:pt x="7000849" y="4053590"/>
                  </a:lnTo>
                  <a:lnTo>
                    <a:pt x="7075795" y="4086134"/>
                  </a:lnTo>
                  <a:lnTo>
                    <a:pt x="7154859" y="4115395"/>
                  </a:lnTo>
                  <a:lnTo>
                    <a:pt x="7236699" y="4141436"/>
                  </a:lnTo>
                  <a:lnTo>
                    <a:pt x="7319269" y="4164233"/>
                  </a:lnTo>
                  <a:lnTo>
                    <a:pt x="7399863" y="4183716"/>
                  </a:lnTo>
                  <a:lnTo>
                    <a:pt x="7475313" y="4199824"/>
                  </a:lnTo>
                  <a:lnTo>
                    <a:pt x="7542373" y="4212563"/>
                  </a:lnTo>
                  <a:lnTo>
                    <a:pt x="7598237" y="4222070"/>
                  </a:lnTo>
                  <a:lnTo>
                    <a:pt x="7641080" y="4228637"/>
                  </a:lnTo>
                  <a:lnTo>
                    <a:pt x="7670464" y="4232712"/>
                  </a:lnTo>
                  <a:lnTo>
                    <a:pt x="7687506" y="4234858"/>
                  </a:lnTo>
                  <a:lnTo>
                    <a:pt x="7694803" y="4235696"/>
                  </a:lnTo>
                  <a:lnTo>
                    <a:pt x="7696233" y="4235847"/>
                  </a:lnTo>
                  <a:lnTo>
                    <a:pt x="7696237" y="4235847"/>
                  </a:lnTo>
                  <a:lnTo>
                    <a:pt x="8234974" y="42358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5" name="pl715"/>
            <p:cNvSpPr/>
            <p:nvPr/>
          </p:nvSpPr>
          <p:spPr>
            <a:xfrm>
              <a:off x="546595" y="614343"/>
              <a:ext cx="8234974" cy="4235847"/>
            </a:xfrm>
            <a:custGeom>
              <a:avLst/>
              <a:pathLst>
                <a:path w="8234974" h="4235847">
                  <a:moveTo>
                    <a:pt x="8234974" y="4235847"/>
                  </a:moveTo>
                  <a:lnTo>
                    <a:pt x="7696237" y="4235847"/>
                  </a:lnTo>
                  <a:lnTo>
                    <a:pt x="7695319" y="4235751"/>
                  </a:lnTo>
                  <a:lnTo>
                    <a:pt x="7689280" y="4235068"/>
                  </a:lnTo>
                  <a:lnTo>
                    <a:pt x="7674050" y="4233179"/>
                  </a:lnTo>
                  <a:lnTo>
                    <a:pt x="7646805" y="4229461"/>
                  </a:lnTo>
                  <a:lnTo>
                    <a:pt x="7606177" y="4223337"/>
                  </a:lnTo>
                  <a:lnTo>
                    <a:pt x="7552354" y="4214336"/>
                  </a:lnTo>
                  <a:lnTo>
                    <a:pt x="7486956" y="4202139"/>
                  </a:lnTo>
                  <a:lnTo>
                    <a:pt x="7412663" y="4186587"/>
                  </a:lnTo>
                  <a:lnTo>
                    <a:pt x="7332687" y="4167654"/>
                  </a:lnTo>
                  <a:lnTo>
                    <a:pt x="7250240" y="4145394"/>
                  </a:lnTo>
                  <a:lnTo>
                    <a:pt x="7168122" y="4119882"/>
                  </a:lnTo>
                  <a:lnTo>
                    <a:pt x="7088493" y="4091150"/>
                  </a:lnTo>
                  <a:lnTo>
                    <a:pt x="7012808" y="4059152"/>
                  </a:lnTo>
                  <a:lnTo>
                    <a:pt x="6941874" y="4023733"/>
                  </a:lnTo>
                  <a:lnTo>
                    <a:pt x="6875972" y="3984620"/>
                  </a:lnTo>
                  <a:lnTo>
                    <a:pt x="6814987" y="3941417"/>
                  </a:lnTo>
                  <a:lnTo>
                    <a:pt x="6758535" y="3893619"/>
                  </a:lnTo>
                  <a:lnTo>
                    <a:pt x="6706062" y="3840623"/>
                  </a:lnTo>
                  <a:lnTo>
                    <a:pt x="6656924" y="3781758"/>
                  </a:lnTo>
                  <a:lnTo>
                    <a:pt x="6610441" y="3716344"/>
                  </a:lnTo>
                  <a:lnTo>
                    <a:pt x="6565950" y="3643778"/>
                  </a:lnTo>
                  <a:lnTo>
                    <a:pt x="6522853" y="3563679"/>
                  </a:lnTo>
                  <a:lnTo>
                    <a:pt x="6515891" y="3549836"/>
                  </a:lnTo>
                  <a:lnTo>
                    <a:pt x="6485608" y="3486769"/>
                  </a:lnTo>
                  <a:lnTo>
                    <a:pt x="6455592" y="3419743"/>
                  </a:lnTo>
                  <a:lnTo>
                    <a:pt x="6425703" y="3348678"/>
                  </a:lnTo>
                  <a:lnTo>
                    <a:pt x="6395830" y="3273539"/>
                  </a:lnTo>
                  <a:lnTo>
                    <a:pt x="6365880" y="3194341"/>
                  </a:lnTo>
                  <a:lnTo>
                    <a:pt x="6335784" y="3111154"/>
                  </a:lnTo>
                  <a:lnTo>
                    <a:pt x="6305492" y="3024108"/>
                  </a:lnTo>
                  <a:lnTo>
                    <a:pt x="6274971" y="2933391"/>
                  </a:lnTo>
                  <a:lnTo>
                    <a:pt x="6244205" y="2839253"/>
                  </a:lnTo>
                  <a:lnTo>
                    <a:pt x="6213194" y="2742006"/>
                  </a:lnTo>
                  <a:lnTo>
                    <a:pt x="6181950" y="2642020"/>
                  </a:lnTo>
                  <a:lnTo>
                    <a:pt x="6150499" y="2539719"/>
                  </a:lnTo>
                  <a:lnTo>
                    <a:pt x="6118877" y="2435573"/>
                  </a:lnTo>
                  <a:lnTo>
                    <a:pt x="6087127" y="2330091"/>
                  </a:lnTo>
                  <a:lnTo>
                    <a:pt x="6055300" y="2223813"/>
                  </a:lnTo>
                  <a:lnTo>
                    <a:pt x="6023449" y="2117292"/>
                  </a:lnTo>
                  <a:lnTo>
                    <a:pt x="5991630" y="2011090"/>
                  </a:lnTo>
                  <a:lnTo>
                    <a:pt x="5959894" y="1905759"/>
                  </a:lnTo>
                  <a:lnTo>
                    <a:pt x="5928293" y="1801836"/>
                  </a:lnTo>
                  <a:lnTo>
                    <a:pt x="5896869" y="1699823"/>
                  </a:lnTo>
                  <a:lnTo>
                    <a:pt x="5865655" y="1600187"/>
                  </a:lnTo>
                  <a:lnTo>
                    <a:pt x="5834677" y="1503344"/>
                  </a:lnTo>
                  <a:lnTo>
                    <a:pt x="5803945" y="1409655"/>
                  </a:lnTo>
                  <a:lnTo>
                    <a:pt x="5773456" y="1319425"/>
                  </a:lnTo>
                  <a:lnTo>
                    <a:pt x="5743193" y="1232896"/>
                  </a:lnTo>
                  <a:lnTo>
                    <a:pt x="5713121" y="1150247"/>
                  </a:lnTo>
                  <a:lnTo>
                    <a:pt x="5683186" y="1071600"/>
                  </a:lnTo>
                  <a:lnTo>
                    <a:pt x="5653316" y="997017"/>
                  </a:lnTo>
                  <a:lnTo>
                    <a:pt x="5623417" y="926506"/>
                  </a:lnTo>
                  <a:lnTo>
                    <a:pt x="5593374" y="860025"/>
                  </a:lnTo>
                  <a:lnTo>
                    <a:pt x="5567201" y="805791"/>
                  </a:lnTo>
                  <a:lnTo>
                    <a:pt x="5524283" y="724449"/>
                  </a:lnTo>
                  <a:lnTo>
                    <a:pt x="5480060" y="650666"/>
                  </a:lnTo>
                  <a:lnTo>
                    <a:pt x="5433947" y="584118"/>
                  </a:lnTo>
                  <a:lnTo>
                    <a:pt x="5385290" y="524227"/>
                  </a:lnTo>
                  <a:lnTo>
                    <a:pt x="5333410" y="470316"/>
                  </a:lnTo>
                  <a:lnTo>
                    <a:pt x="5277651" y="421709"/>
                  </a:lnTo>
                  <a:lnTo>
                    <a:pt x="5217440" y="377792"/>
                  </a:lnTo>
                  <a:lnTo>
                    <a:pt x="5152360" y="338039"/>
                  </a:lnTo>
                  <a:lnTo>
                    <a:pt x="5082244" y="302037"/>
                  </a:lnTo>
                  <a:lnTo>
                    <a:pt x="5007297" y="269492"/>
                  </a:lnTo>
                  <a:lnTo>
                    <a:pt x="4928233" y="240231"/>
                  </a:lnTo>
                  <a:lnTo>
                    <a:pt x="4846394" y="214190"/>
                  </a:lnTo>
                  <a:lnTo>
                    <a:pt x="4763824" y="191393"/>
                  </a:lnTo>
                  <a:lnTo>
                    <a:pt x="4683229" y="171910"/>
                  </a:lnTo>
                  <a:lnTo>
                    <a:pt x="4607779" y="155803"/>
                  </a:lnTo>
                  <a:lnTo>
                    <a:pt x="4540720" y="143063"/>
                  </a:lnTo>
                  <a:lnTo>
                    <a:pt x="4484856" y="133557"/>
                  </a:lnTo>
                  <a:lnTo>
                    <a:pt x="4442012" y="126990"/>
                  </a:lnTo>
                  <a:lnTo>
                    <a:pt x="4412628" y="122915"/>
                  </a:lnTo>
                  <a:lnTo>
                    <a:pt x="4395586" y="120769"/>
                  </a:lnTo>
                  <a:lnTo>
                    <a:pt x="4388290" y="119931"/>
                  </a:lnTo>
                  <a:lnTo>
                    <a:pt x="4386859" y="119780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6" name="pg716"/>
            <p:cNvSpPr/>
            <p:nvPr/>
          </p:nvSpPr>
          <p:spPr>
            <a:xfrm>
              <a:off x="546595" y="619788"/>
              <a:ext cx="8234974" cy="4676854"/>
            </a:xfrm>
            <a:custGeom>
              <a:avLst/>
              <a:pathLst>
                <a:path w="8234974" h="4676854">
                  <a:moveTo>
                    <a:pt x="0" y="27222"/>
                  </a:moveTo>
                  <a:lnTo>
                    <a:pt x="538736" y="27222"/>
                  </a:lnTo>
                  <a:lnTo>
                    <a:pt x="540039" y="27226"/>
                  </a:lnTo>
                  <a:lnTo>
                    <a:pt x="548536" y="27255"/>
                  </a:lnTo>
                  <a:lnTo>
                    <a:pt x="569718" y="27334"/>
                  </a:lnTo>
                  <a:lnTo>
                    <a:pt x="606980" y="27488"/>
                  </a:lnTo>
                  <a:lnTo>
                    <a:pt x="661298" y="27741"/>
                  </a:lnTo>
                  <a:lnTo>
                    <a:pt x="731207" y="28108"/>
                  </a:lnTo>
                  <a:lnTo>
                    <a:pt x="813292" y="28598"/>
                  </a:lnTo>
                  <a:lnTo>
                    <a:pt x="903072" y="29212"/>
                  </a:lnTo>
                  <a:lnTo>
                    <a:pt x="995962" y="29950"/>
                  </a:lnTo>
                  <a:lnTo>
                    <a:pt x="1088028" y="30807"/>
                  </a:lnTo>
                  <a:lnTo>
                    <a:pt x="1176389" y="31783"/>
                  </a:lnTo>
                  <a:lnTo>
                    <a:pt x="1259278" y="32881"/>
                  </a:lnTo>
                  <a:lnTo>
                    <a:pt x="1335897" y="34111"/>
                  </a:lnTo>
                  <a:lnTo>
                    <a:pt x="1406189" y="35486"/>
                  </a:lnTo>
                  <a:lnTo>
                    <a:pt x="1470601" y="37025"/>
                  </a:lnTo>
                  <a:lnTo>
                    <a:pt x="1529886" y="38755"/>
                  </a:lnTo>
                  <a:lnTo>
                    <a:pt x="1584959" y="40701"/>
                  </a:lnTo>
                  <a:lnTo>
                    <a:pt x="1636788" y="42892"/>
                  </a:lnTo>
                  <a:lnTo>
                    <a:pt x="1686306" y="45353"/>
                  </a:lnTo>
                  <a:lnTo>
                    <a:pt x="1719082" y="47185"/>
                  </a:lnTo>
                  <a:lnTo>
                    <a:pt x="1771785" y="50465"/>
                  </a:lnTo>
                  <a:lnTo>
                    <a:pt x="1823983" y="54102"/>
                  </a:lnTo>
                  <a:lnTo>
                    <a:pt x="1876271" y="58099"/>
                  </a:lnTo>
                  <a:lnTo>
                    <a:pt x="1929035" y="62446"/>
                  </a:lnTo>
                  <a:lnTo>
                    <a:pt x="1982488" y="67119"/>
                  </a:lnTo>
                  <a:lnTo>
                    <a:pt x="2036686" y="72075"/>
                  </a:lnTo>
                  <a:lnTo>
                    <a:pt x="2091554" y="77256"/>
                  </a:lnTo>
                  <a:lnTo>
                    <a:pt x="2146912" y="82590"/>
                  </a:lnTo>
                  <a:lnTo>
                    <a:pt x="2202510" y="87996"/>
                  </a:lnTo>
                  <a:lnTo>
                    <a:pt x="2258060" y="93388"/>
                  </a:lnTo>
                  <a:lnTo>
                    <a:pt x="2313283" y="98680"/>
                  </a:lnTo>
                  <a:lnTo>
                    <a:pt x="2367947" y="103795"/>
                  </a:lnTo>
                  <a:lnTo>
                    <a:pt x="2421904" y="108664"/>
                  </a:lnTo>
                  <a:lnTo>
                    <a:pt x="2475119" y="113235"/>
                  </a:lnTo>
                  <a:lnTo>
                    <a:pt x="2527696" y="117470"/>
                  </a:lnTo>
                  <a:lnTo>
                    <a:pt x="2579903" y="121350"/>
                  </a:lnTo>
                  <a:lnTo>
                    <a:pt x="2632190" y="124868"/>
                  </a:lnTo>
                  <a:lnTo>
                    <a:pt x="2667772" y="127039"/>
                  </a:lnTo>
                  <a:lnTo>
                    <a:pt x="2716188" y="129689"/>
                  </a:lnTo>
                  <a:lnTo>
                    <a:pt x="2766350" y="132061"/>
                  </a:lnTo>
                  <a:lnTo>
                    <a:pt x="2819112" y="134171"/>
                  </a:lnTo>
                  <a:lnTo>
                    <a:pt x="2875428" y="136045"/>
                  </a:lnTo>
                  <a:lnTo>
                    <a:pt x="2936258" y="137710"/>
                  </a:lnTo>
                  <a:lnTo>
                    <a:pt x="3002480" y="139195"/>
                  </a:lnTo>
                  <a:lnTo>
                    <a:pt x="3074767" y="140521"/>
                  </a:lnTo>
                  <a:lnTo>
                    <a:pt x="3153428" y="141708"/>
                  </a:lnTo>
                  <a:lnTo>
                    <a:pt x="3238196" y="142766"/>
                  </a:lnTo>
                  <a:lnTo>
                    <a:pt x="3327986" y="143704"/>
                  </a:lnTo>
                  <a:lnTo>
                    <a:pt x="3420684" y="144523"/>
                  </a:lnTo>
                  <a:lnTo>
                    <a:pt x="3513049" y="145222"/>
                  </a:lnTo>
                  <a:lnTo>
                    <a:pt x="3600880" y="145797"/>
                  </a:lnTo>
                  <a:lnTo>
                    <a:pt x="3679527" y="146247"/>
                  </a:lnTo>
                  <a:lnTo>
                    <a:pt x="3744742" y="146576"/>
                  </a:lnTo>
                  <a:lnTo>
                    <a:pt x="3793652" y="146795"/>
                  </a:lnTo>
                  <a:lnTo>
                    <a:pt x="3825545" y="146923"/>
                  </a:lnTo>
                  <a:lnTo>
                    <a:pt x="3842192" y="146983"/>
                  </a:lnTo>
                  <a:lnTo>
                    <a:pt x="3847700" y="147001"/>
                  </a:lnTo>
                  <a:lnTo>
                    <a:pt x="3848118" y="147002"/>
                  </a:lnTo>
                  <a:lnTo>
                    <a:pt x="4386855" y="147002"/>
                  </a:lnTo>
                  <a:lnTo>
                    <a:pt x="4387740" y="147104"/>
                  </a:lnTo>
                  <a:lnTo>
                    <a:pt x="4393567" y="147828"/>
                  </a:lnTo>
                  <a:lnTo>
                    <a:pt x="4408279" y="149829"/>
                  </a:lnTo>
                  <a:lnTo>
                    <a:pt x="4434635" y="153771"/>
                  </a:lnTo>
                  <a:lnTo>
                    <a:pt x="4474020" y="160268"/>
                  </a:lnTo>
                  <a:lnTo>
                    <a:pt x="4526334" y="169826"/>
                  </a:lnTo>
                  <a:lnTo>
                    <a:pt x="4590099" y="182796"/>
                  </a:lnTo>
                  <a:lnTo>
                    <a:pt x="4662796" y="199360"/>
                  </a:lnTo>
                  <a:lnTo>
                    <a:pt x="4741354" y="219557"/>
                  </a:lnTo>
                  <a:lnTo>
                    <a:pt x="4822656" y="243333"/>
                  </a:lnTo>
                  <a:lnTo>
                    <a:pt x="4903941" y="270610"/>
                  </a:lnTo>
                  <a:lnTo>
                    <a:pt x="4983041" y="301344"/>
                  </a:lnTo>
                  <a:lnTo>
                    <a:pt x="5058462" y="335569"/>
                  </a:lnTo>
                  <a:lnTo>
                    <a:pt x="5129333" y="373432"/>
                  </a:lnTo>
                  <a:lnTo>
                    <a:pt x="5195313" y="415201"/>
                  </a:lnTo>
                  <a:lnTo>
                    <a:pt x="5256451" y="461271"/>
                  </a:lnTo>
                  <a:lnTo>
                    <a:pt x="5313077" y="512159"/>
                  </a:lnTo>
                  <a:lnTo>
                    <a:pt x="5365698" y="568485"/>
                  </a:lnTo>
                  <a:lnTo>
                    <a:pt x="5414923" y="630948"/>
                  </a:lnTo>
                  <a:lnTo>
                    <a:pt x="5461401" y="700273"/>
                  </a:lnTo>
                  <a:lnTo>
                    <a:pt x="5505781" y="777132"/>
                  </a:lnTo>
                  <a:lnTo>
                    <a:pt x="5548659" y="862009"/>
                  </a:lnTo>
                  <a:lnTo>
                    <a:pt x="5567201" y="901977"/>
                  </a:lnTo>
                  <a:lnTo>
                    <a:pt x="5596211" y="968363"/>
                  </a:lnTo>
                  <a:lnTo>
                    <a:pt x="5624969" y="1038740"/>
                  </a:lnTo>
                  <a:lnTo>
                    <a:pt x="5653601" y="1113190"/>
                  </a:lnTo>
                  <a:lnTo>
                    <a:pt x="5682208" y="1191751"/>
                  </a:lnTo>
                  <a:lnTo>
                    <a:pt x="5710872" y="1274416"/>
                  </a:lnTo>
                  <a:lnTo>
                    <a:pt x="5739657" y="1361127"/>
                  </a:lnTo>
                  <a:lnTo>
                    <a:pt x="5768613" y="1451773"/>
                  </a:lnTo>
                  <a:lnTo>
                    <a:pt x="5797772" y="1546189"/>
                  </a:lnTo>
                  <a:lnTo>
                    <a:pt x="5827152" y="1644150"/>
                  </a:lnTo>
                  <a:lnTo>
                    <a:pt x="5856758" y="1745377"/>
                  </a:lnTo>
                  <a:lnTo>
                    <a:pt x="5886585" y="1849534"/>
                  </a:lnTo>
                  <a:lnTo>
                    <a:pt x="5916613" y="1956234"/>
                  </a:lnTo>
                  <a:lnTo>
                    <a:pt x="5946817" y="2065043"/>
                  </a:lnTo>
                  <a:lnTo>
                    <a:pt x="5977160" y="2175486"/>
                  </a:lnTo>
                  <a:lnTo>
                    <a:pt x="6007602" y="2287060"/>
                  </a:lnTo>
                  <a:lnTo>
                    <a:pt x="6038098" y="2399234"/>
                  </a:lnTo>
                  <a:lnTo>
                    <a:pt x="6068599" y="2511470"/>
                  </a:lnTo>
                  <a:lnTo>
                    <a:pt x="6099057" y="2623226"/>
                  </a:lnTo>
                  <a:lnTo>
                    <a:pt x="6129426" y="2733970"/>
                  </a:lnTo>
                  <a:lnTo>
                    <a:pt x="6159665" y="2843191"/>
                  </a:lnTo>
                  <a:lnTo>
                    <a:pt x="6189736" y="2950407"/>
                  </a:lnTo>
                  <a:lnTo>
                    <a:pt x="6219610" y="3055174"/>
                  </a:lnTo>
                  <a:lnTo>
                    <a:pt x="6249267" y="3157095"/>
                  </a:lnTo>
                  <a:lnTo>
                    <a:pt x="6278698" y="3255821"/>
                  </a:lnTo>
                  <a:lnTo>
                    <a:pt x="6307906" y="3351060"/>
                  </a:lnTo>
                  <a:lnTo>
                    <a:pt x="6336905" y="3442575"/>
                  </a:lnTo>
                  <a:lnTo>
                    <a:pt x="6365726" y="3530188"/>
                  </a:lnTo>
                  <a:lnTo>
                    <a:pt x="6394412" y="3613774"/>
                  </a:lnTo>
                  <a:lnTo>
                    <a:pt x="6423025" y="3693265"/>
                  </a:lnTo>
                  <a:lnTo>
                    <a:pt x="6451643" y="3768643"/>
                  </a:lnTo>
                  <a:lnTo>
                    <a:pt x="6480363" y="3839936"/>
                  </a:lnTo>
                  <a:lnTo>
                    <a:pt x="6509303" y="3907214"/>
                  </a:lnTo>
                  <a:lnTo>
                    <a:pt x="6515891" y="3921879"/>
                  </a:lnTo>
                  <a:lnTo>
                    <a:pt x="6558273" y="4010345"/>
                  </a:lnTo>
                  <a:lnTo>
                    <a:pt x="6601922" y="4090694"/>
                  </a:lnTo>
                  <a:lnTo>
                    <a:pt x="6647399" y="4163262"/>
                  </a:lnTo>
                  <a:lnTo>
                    <a:pt x="6695333" y="4228659"/>
                  </a:lnTo>
                  <a:lnTo>
                    <a:pt x="6746379" y="4287598"/>
                  </a:lnTo>
                  <a:lnTo>
                    <a:pt x="6801171" y="4340799"/>
                  </a:lnTo>
                  <a:lnTo>
                    <a:pt x="6860269" y="4388921"/>
                  </a:lnTo>
                  <a:lnTo>
                    <a:pt x="6924091" y="4432529"/>
                  </a:lnTo>
                  <a:lnTo>
                    <a:pt x="6992824" y="4472071"/>
                  </a:lnTo>
                  <a:lnTo>
                    <a:pt x="7066314" y="4507874"/>
                  </a:lnTo>
                  <a:lnTo>
                    <a:pt x="7143938" y="4540135"/>
                  </a:lnTo>
                  <a:lnTo>
                    <a:pt x="7224489" y="4568936"/>
                  </a:lnTo>
                  <a:lnTo>
                    <a:pt x="7306092" y="4594263"/>
                  </a:lnTo>
                  <a:lnTo>
                    <a:pt x="7386229" y="4616046"/>
                  </a:lnTo>
                  <a:lnTo>
                    <a:pt x="7461900" y="4634213"/>
                  </a:lnTo>
                  <a:lnTo>
                    <a:pt x="7529954" y="4648753"/>
                  </a:lnTo>
                  <a:lnTo>
                    <a:pt x="7587566" y="4659781"/>
                  </a:lnTo>
                  <a:lnTo>
                    <a:pt x="7632744" y="4667572"/>
                  </a:lnTo>
                  <a:lnTo>
                    <a:pt x="7664755" y="4672568"/>
                  </a:lnTo>
                  <a:lnTo>
                    <a:pt x="7684333" y="4675344"/>
                  </a:lnTo>
                  <a:lnTo>
                    <a:pt x="7693653" y="4676549"/>
                  </a:lnTo>
                  <a:lnTo>
                    <a:pt x="7696237" y="4676854"/>
                  </a:lnTo>
                  <a:lnTo>
                    <a:pt x="8234974" y="4676854"/>
                  </a:lnTo>
                  <a:lnTo>
                    <a:pt x="8234974" y="4649632"/>
                  </a:lnTo>
                  <a:lnTo>
                    <a:pt x="7696237" y="4649632"/>
                  </a:lnTo>
                  <a:lnTo>
                    <a:pt x="7695352" y="4649530"/>
                  </a:lnTo>
                  <a:lnTo>
                    <a:pt x="7689525" y="4648806"/>
                  </a:lnTo>
                  <a:lnTo>
                    <a:pt x="7674814" y="4646804"/>
                  </a:lnTo>
                  <a:lnTo>
                    <a:pt x="7648457" y="4642863"/>
                  </a:lnTo>
                  <a:lnTo>
                    <a:pt x="7609073" y="4636366"/>
                  </a:lnTo>
                  <a:lnTo>
                    <a:pt x="7556759" y="4626808"/>
                  </a:lnTo>
                  <a:lnTo>
                    <a:pt x="7492994" y="4613838"/>
                  </a:lnTo>
                  <a:lnTo>
                    <a:pt x="7420297" y="4597274"/>
                  </a:lnTo>
                  <a:lnTo>
                    <a:pt x="7341739" y="4577077"/>
                  </a:lnTo>
                  <a:lnTo>
                    <a:pt x="7260437" y="4553300"/>
                  </a:lnTo>
                  <a:lnTo>
                    <a:pt x="7179152" y="4526023"/>
                  </a:lnTo>
                  <a:lnTo>
                    <a:pt x="7100051" y="4495290"/>
                  </a:lnTo>
                  <a:lnTo>
                    <a:pt x="7024631" y="4461064"/>
                  </a:lnTo>
                  <a:lnTo>
                    <a:pt x="6953759" y="4423202"/>
                  </a:lnTo>
                  <a:lnTo>
                    <a:pt x="6887780" y="4381433"/>
                  </a:lnTo>
                  <a:lnTo>
                    <a:pt x="6826642" y="4335362"/>
                  </a:lnTo>
                  <a:lnTo>
                    <a:pt x="6770015" y="4284474"/>
                  </a:lnTo>
                  <a:lnTo>
                    <a:pt x="6717394" y="4228148"/>
                  </a:lnTo>
                  <a:lnTo>
                    <a:pt x="6668170" y="4165686"/>
                  </a:lnTo>
                  <a:lnTo>
                    <a:pt x="6621691" y="4096361"/>
                  </a:lnTo>
                  <a:lnTo>
                    <a:pt x="6577312" y="4019501"/>
                  </a:lnTo>
                  <a:lnTo>
                    <a:pt x="6534434" y="3934625"/>
                  </a:lnTo>
                  <a:lnTo>
                    <a:pt x="6515891" y="3894656"/>
                  </a:lnTo>
                  <a:lnTo>
                    <a:pt x="6486882" y="3828271"/>
                  </a:lnTo>
                  <a:lnTo>
                    <a:pt x="6458123" y="3757894"/>
                  </a:lnTo>
                  <a:lnTo>
                    <a:pt x="6429491" y="3683444"/>
                  </a:lnTo>
                  <a:lnTo>
                    <a:pt x="6400885" y="3604883"/>
                  </a:lnTo>
                  <a:lnTo>
                    <a:pt x="6372221" y="3522218"/>
                  </a:lnTo>
                  <a:lnTo>
                    <a:pt x="6343435" y="3435507"/>
                  </a:lnTo>
                  <a:lnTo>
                    <a:pt x="6314479" y="3344860"/>
                  </a:lnTo>
                  <a:lnTo>
                    <a:pt x="6285321" y="3250445"/>
                  </a:lnTo>
                  <a:lnTo>
                    <a:pt x="6255941" y="3152483"/>
                  </a:lnTo>
                  <a:lnTo>
                    <a:pt x="6226334" y="3051256"/>
                  </a:lnTo>
                  <a:lnTo>
                    <a:pt x="6196508" y="2947099"/>
                  </a:lnTo>
                  <a:lnTo>
                    <a:pt x="6166479" y="2840400"/>
                  </a:lnTo>
                  <a:lnTo>
                    <a:pt x="6136276" y="2731591"/>
                  </a:lnTo>
                  <a:lnTo>
                    <a:pt x="6105932" y="2621147"/>
                  </a:lnTo>
                  <a:lnTo>
                    <a:pt x="6075490" y="2509574"/>
                  </a:lnTo>
                  <a:lnTo>
                    <a:pt x="6044995" y="2397400"/>
                  </a:lnTo>
                  <a:lnTo>
                    <a:pt x="6014494" y="2285164"/>
                  </a:lnTo>
                  <a:lnTo>
                    <a:pt x="5984036" y="2173408"/>
                  </a:lnTo>
                  <a:lnTo>
                    <a:pt x="5953666" y="2062664"/>
                  </a:lnTo>
                  <a:lnTo>
                    <a:pt x="5923428" y="1953443"/>
                  </a:lnTo>
                  <a:lnTo>
                    <a:pt x="5893357" y="1846227"/>
                  </a:lnTo>
                  <a:lnTo>
                    <a:pt x="5863483" y="1741459"/>
                  </a:lnTo>
                  <a:lnTo>
                    <a:pt x="5833825" y="1639539"/>
                  </a:lnTo>
                  <a:lnTo>
                    <a:pt x="5804394" y="1540812"/>
                  </a:lnTo>
                  <a:lnTo>
                    <a:pt x="5775187" y="1445573"/>
                  </a:lnTo>
                  <a:lnTo>
                    <a:pt x="5746187" y="1354058"/>
                  </a:lnTo>
                  <a:lnTo>
                    <a:pt x="5717367" y="1266446"/>
                  </a:lnTo>
                  <a:lnTo>
                    <a:pt x="5688680" y="1182859"/>
                  </a:lnTo>
                  <a:lnTo>
                    <a:pt x="5660067" y="1103368"/>
                  </a:lnTo>
                  <a:lnTo>
                    <a:pt x="5631450" y="1027991"/>
                  </a:lnTo>
                  <a:lnTo>
                    <a:pt x="5602730" y="956698"/>
                  </a:lnTo>
                  <a:lnTo>
                    <a:pt x="5573789" y="889419"/>
                  </a:lnTo>
                  <a:lnTo>
                    <a:pt x="5567201" y="874755"/>
                  </a:lnTo>
                  <a:lnTo>
                    <a:pt x="5524819" y="786289"/>
                  </a:lnTo>
                  <a:lnTo>
                    <a:pt x="5481170" y="705940"/>
                  </a:lnTo>
                  <a:lnTo>
                    <a:pt x="5435694" y="633371"/>
                  </a:lnTo>
                  <a:lnTo>
                    <a:pt x="5387760" y="567975"/>
                  </a:lnTo>
                  <a:lnTo>
                    <a:pt x="5336713" y="509035"/>
                  </a:lnTo>
                  <a:lnTo>
                    <a:pt x="5281921" y="455834"/>
                  </a:lnTo>
                  <a:lnTo>
                    <a:pt x="5222823" y="407712"/>
                  </a:lnTo>
                  <a:lnTo>
                    <a:pt x="5159002" y="364105"/>
                  </a:lnTo>
                  <a:lnTo>
                    <a:pt x="5090269" y="324562"/>
                  </a:lnTo>
                  <a:lnTo>
                    <a:pt x="5016779" y="288760"/>
                  </a:lnTo>
                  <a:lnTo>
                    <a:pt x="4939154" y="256499"/>
                  </a:lnTo>
                  <a:lnTo>
                    <a:pt x="4858604" y="227697"/>
                  </a:lnTo>
                  <a:lnTo>
                    <a:pt x="4777000" y="202370"/>
                  </a:lnTo>
                  <a:lnTo>
                    <a:pt x="4696863" y="180587"/>
                  </a:lnTo>
                  <a:lnTo>
                    <a:pt x="4621193" y="162421"/>
                  </a:lnTo>
                  <a:lnTo>
                    <a:pt x="4553138" y="147881"/>
                  </a:lnTo>
                  <a:lnTo>
                    <a:pt x="4495527" y="136853"/>
                  </a:lnTo>
                  <a:lnTo>
                    <a:pt x="4450349" y="129062"/>
                  </a:lnTo>
                  <a:lnTo>
                    <a:pt x="4418337" y="124066"/>
                  </a:lnTo>
                  <a:lnTo>
                    <a:pt x="4398759" y="121290"/>
                  </a:lnTo>
                  <a:lnTo>
                    <a:pt x="4389439" y="120085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17" name="pl717"/>
            <p:cNvSpPr/>
            <p:nvPr/>
          </p:nvSpPr>
          <p:spPr>
            <a:xfrm>
              <a:off x="546595" y="647011"/>
              <a:ext cx="8234974" cy="4649632"/>
            </a:xfrm>
            <a:custGeom>
              <a:avLst/>
              <a:pathLst>
                <a:path w="8234974" h="4649632">
                  <a:moveTo>
                    <a:pt x="0" y="0"/>
                  </a:moveTo>
                  <a:lnTo>
                    <a:pt x="538736" y="0"/>
                  </a:lnTo>
                  <a:lnTo>
                    <a:pt x="540039" y="3"/>
                  </a:lnTo>
                  <a:lnTo>
                    <a:pt x="548536" y="32"/>
                  </a:lnTo>
                  <a:lnTo>
                    <a:pt x="569718" y="111"/>
                  </a:lnTo>
                  <a:lnTo>
                    <a:pt x="606980" y="266"/>
                  </a:lnTo>
                  <a:lnTo>
                    <a:pt x="661298" y="518"/>
                  </a:lnTo>
                  <a:lnTo>
                    <a:pt x="731207" y="885"/>
                  </a:lnTo>
                  <a:lnTo>
                    <a:pt x="813292" y="1375"/>
                  </a:lnTo>
                  <a:lnTo>
                    <a:pt x="903072" y="1990"/>
                  </a:lnTo>
                  <a:lnTo>
                    <a:pt x="995962" y="2727"/>
                  </a:lnTo>
                  <a:lnTo>
                    <a:pt x="1088028" y="3584"/>
                  </a:lnTo>
                  <a:lnTo>
                    <a:pt x="1176389" y="4560"/>
                  </a:lnTo>
                  <a:lnTo>
                    <a:pt x="1259278" y="5659"/>
                  </a:lnTo>
                  <a:lnTo>
                    <a:pt x="1335897" y="6888"/>
                  </a:lnTo>
                  <a:lnTo>
                    <a:pt x="1406189" y="8263"/>
                  </a:lnTo>
                  <a:lnTo>
                    <a:pt x="1470601" y="9803"/>
                  </a:lnTo>
                  <a:lnTo>
                    <a:pt x="1529886" y="11532"/>
                  </a:lnTo>
                  <a:lnTo>
                    <a:pt x="1584959" y="13478"/>
                  </a:lnTo>
                  <a:lnTo>
                    <a:pt x="1636788" y="15670"/>
                  </a:lnTo>
                  <a:lnTo>
                    <a:pt x="1686306" y="18130"/>
                  </a:lnTo>
                  <a:lnTo>
                    <a:pt x="1719082" y="19963"/>
                  </a:lnTo>
                  <a:lnTo>
                    <a:pt x="1771785" y="23243"/>
                  </a:lnTo>
                  <a:lnTo>
                    <a:pt x="1823983" y="26879"/>
                  </a:lnTo>
                  <a:lnTo>
                    <a:pt x="1876271" y="30876"/>
                  </a:lnTo>
                  <a:lnTo>
                    <a:pt x="1929035" y="35224"/>
                  </a:lnTo>
                  <a:lnTo>
                    <a:pt x="1982488" y="39897"/>
                  </a:lnTo>
                  <a:lnTo>
                    <a:pt x="2036686" y="44853"/>
                  </a:lnTo>
                  <a:lnTo>
                    <a:pt x="2091554" y="50033"/>
                  </a:lnTo>
                  <a:lnTo>
                    <a:pt x="2146912" y="55367"/>
                  </a:lnTo>
                  <a:lnTo>
                    <a:pt x="2202510" y="60773"/>
                  </a:lnTo>
                  <a:lnTo>
                    <a:pt x="2258060" y="66165"/>
                  </a:lnTo>
                  <a:lnTo>
                    <a:pt x="2313283" y="71458"/>
                  </a:lnTo>
                  <a:lnTo>
                    <a:pt x="2367947" y="76572"/>
                  </a:lnTo>
                  <a:lnTo>
                    <a:pt x="2421904" y="81442"/>
                  </a:lnTo>
                  <a:lnTo>
                    <a:pt x="2475119" y="86012"/>
                  </a:lnTo>
                  <a:lnTo>
                    <a:pt x="2527696" y="90247"/>
                  </a:lnTo>
                  <a:lnTo>
                    <a:pt x="2579903" y="94127"/>
                  </a:lnTo>
                  <a:lnTo>
                    <a:pt x="2632190" y="97646"/>
                  </a:lnTo>
                  <a:lnTo>
                    <a:pt x="2667772" y="99816"/>
                  </a:lnTo>
                  <a:lnTo>
                    <a:pt x="2716188" y="102466"/>
                  </a:lnTo>
                  <a:lnTo>
                    <a:pt x="2766350" y="104838"/>
                  </a:lnTo>
                  <a:lnTo>
                    <a:pt x="2819112" y="106948"/>
                  </a:lnTo>
                  <a:lnTo>
                    <a:pt x="2875428" y="108822"/>
                  </a:lnTo>
                  <a:lnTo>
                    <a:pt x="2936258" y="110488"/>
                  </a:lnTo>
                  <a:lnTo>
                    <a:pt x="3002480" y="111972"/>
                  </a:lnTo>
                  <a:lnTo>
                    <a:pt x="3074767" y="113299"/>
                  </a:lnTo>
                  <a:lnTo>
                    <a:pt x="3153428" y="114485"/>
                  </a:lnTo>
                  <a:lnTo>
                    <a:pt x="3238196" y="115544"/>
                  </a:lnTo>
                  <a:lnTo>
                    <a:pt x="3327986" y="116482"/>
                  </a:lnTo>
                  <a:lnTo>
                    <a:pt x="3420684" y="117301"/>
                  </a:lnTo>
                  <a:lnTo>
                    <a:pt x="3513049" y="117999"/>
                  </a:lnTo>
                  <a:lnTo>
                    <a:pt x="3600880" y="118574"/>
                  </a:lnTo>
                  <a:lnTo>
                    <a:pt x="3679527" y="119024"/>
                  </a:lnTo>
                  <a:lnTo>
                    <a:pt x="3744742" y="119353"/>
                  </a:lnTo>
                  <a:lnTo>
                    <a:pt x="3793652" y="119572"/>
                  </a:lnTo>
                  <a:lnTo>
                    <a:pt x="3825545" y="119700"/>
                  </a:lnTo>
                  <a:lnTo>
                    <a:pt x="3842192" y="119760"/>
                  </a:lnTo>
                  <a:lnTo>
                    <a:pt x="3847700" y="119778"/>
                  </a:lnTo>
                  <a:lnTo>
                    <a:pt x="3848118" y="119779"/>
                  </a:lnTo>
                  <a:lnTo>
                    <a:pt x="4386855" y="119779"/>
                  </a:lnTo>
                  <a:lnTo>
                    <a:pt x="4387740" y="119881"/>
                  </a:lnTo>
                  <a:lnTo>
                    <a:pt x="4393567" y="120605"/>
                  </a:lnTo>
                  <a:lnTo>
                    <a:pt x="4408279" y="122607"/>
                  </a:lnTo>
                  <a:lnTo>
                    <a:pt x="4434635" y="126548"/>
                  </a:lnTo>
                  <a:lnTo>
                    <a:pt x="4474020" y="133045"/>
                  </a:lnTo>
                  <a:lnTo>
                    <a:pt x="4526334" y="142603"/>
                  </a:lnTo>
                  <a:lnTo>
                    <a:pt x="4590099" y="155573"/>
                  </a:lnTo>
                  <a:lnTo>
                    <a:pt x="4662796" y="172137"/>
                  </a:lnTo>
                  <a:lnTo>
                    <a:pt x="4741354" y="192334"/>
                  </a:lnTo>
                  <a:lnTo>
                    <a:pt x="4822656" y="216110"/>
                  </a:lnTo>
                  <a:lnTo>
                    <a:pt x="4903941" y="243388"/>
                  </a:lnTo>
                  <a:lnTo>
                    <a:pt x="4983041" y="274121"/>
                  </a:lnTo>
                  <a:lnTo>
                    <a:pt x="5058462" y="308347"/>
                  </a:lnTo>
                  <a:lnTo>
                    <a:pt x="5129333" y="346209"/>
                  </a:lnTo>
                  <a:lnTo>
                    <a:pt x="5195313" y="387978"/>
                  </a:lnTo>
                  <a:lnTo>
                    <a:pt x="5256451" y="434049"/>
                  </a:lnTo>
                  <a:lnTo>
                    <a:pt x="5313077" y="484937"/>
                  </a:lnTo>
                  <a:lnTo>
                    <a:pt x="5365698" y="541263"/>
                  </a:lnTo>
                  <a:lnTo>
                    <a:pt x="5414923" y="603725"/>
                  </a:lnTo>
                  <a:lnTo>
                    <a:pt x="5461401" y="673050"/>
                  </a:lnTo>
                  <a:lnTo>
                    <a:pt x="5505781" y="749910"/>
                  </a:lnTo>
                  <a:lnTo>
                    <a:pt x="5548659" y="834786"/>
                  </a:lnTo>
                  <a:lnTo>
                    <a:pt x="5567201" y="874755"/>
                  </a:lnTo>
                  <a:lnTo>
                    <a:pt x="5596211" y="941140"/>
                  </a:lnTo>
                  <a:lnTo>
                    <a:pt x="5624969" y="1011517"/>
                  </a:lnTo>
                  <a:lnTo>
                    <a:pt x="5653601" y="1085967"/>
                  </a:lnTo>
                  <a:lnTo>
                    <a:pt x="5682208" y="1164528"/>
                  </a:lnTo>
                  <a:lnTo>
                    <a:pt x="5710872" y="1247193"/>
                  </a:lnTo>
                  <a:lnTo>
                    <a:pt x="5739657" y="1333904"/>
                  </a:lnTo>
                  <a:lnTo>
                    <a:pt x="5768613" y="1424551"/>
                  </a:lnTo>
                  <a:lnTo>
                    <a:pt x="5797772" y="1518966"/>
                  </a:lnTo>
                  <a:lnTo>
                    <a:pt x="5827152" y="1616928"/>
                  </a:lnTo>
                  <a:lnTo>
                    <a:pt x="5856758" y="1718155"/>
                  </a:lnTo>
                  <a:lnTo>
                    <a:pt x="5886585" y="1822312"/>
                  </a:lnTo>
                  <a:lnTo>
                    <a:pt x="5916613" y="1929011"/>
                  </a:lnTo>
                  <a:lnTo>
                    <a:pt x="5946817" y="2037820"/>
                  </a:lnTo>
                  <a:lnTo>
                    <a:pt x="5977160" y="2148264"/>
                  </a:lnTo>
                  <a:lnTo>
                    <a:pt x="6007602" y="2259837"/>
                  </a:lnTo>
                  <a:lnTo>
                    <a:pt x="6038098" y="2372011"/>
                  </a:lnTo>
                  <a:lnTo>
                    <a:pt x="6068599" y="2484247"/>
                  </a:lnTo>
                  <a:lnTo>
                    <a:pt x="6099057" y="2596003"/>
                  </a:lnTo>
                  <a:lnTo>
                    <a:pt x="6129426" y="2706747"/>
                  </a:lnTo>
                  <a:lnTo>
                    <a:pt x="6159665" y="2815968"/>
                  </a:lnTo>
                  <a:lnTo>
                    <a:pt x="6189736" y="2923184"/>
                  </a:lnTo>
                  <a:lnTo>
                    <a:pt x="6219610" y="3027952"/>
                  </a:lnTo>
                  <a:lnTo>
                    <a:pt x="6249267" y="3129872"/>
                  </a:lnTo>
                  <a:lnTo>
                    <a:pt x="6278698" y="3228599"/>
                  </a:lnTo>
                  <a:lnTo>
                    <a:pt x="6307906" y="3323837"/>
                  </a:lnTo>
                  <a:lnTo>
                    <a:pt x="6336905" y="3415353"/>
                  </a:lnTo>
                  <a:lnTo>
                    <a:pt x="6365726" y="3502965"/>
                  </a:lnTo>
                  <a:lnTo>
                    <a:pt x="6394412" y="3586552"/>
                  </a:lnTo>
                  <a:lnTo>
                    <a:pt x="6423025" y="3666043"/>
                  </a:lnTo>
                  <a:lnTo>
                    <a:pt x="6451643" y="3741420"/>
                  </a:lnTo>
                  <a:lnTo>
                    <a:pt x="6480363" y="3812713"/>
                  </a:lnTo>
                  <a:lnTo>
                    <a:pt x="6509303" y="3879992"/>
                  </a:lnTo>
                  <a:lnTo>
                    <a:pt x="6515891" y="3894656"/>
                  </a:lnTo>
                  <a:lnTo>
                    <a:pt x="6558273" y="3983122"/>
                  </a:lnTo>
                  <a:lnTo>
                    <a:pt x="6601922" y="4063471"/>
                  </a:lnTo>
                  <a:lnTo>
                    <a:pt x="6647399" y="4136040"/>
                  </a:lnTo>
                  <a:lnTo>
                    <a:pt x="6695333" y="4201436"/>
                  </a:lnTo>
                  <a:lnTo>
                    <a:pt x="6746379" y="4260375"/>
                  </a:lnTo>
                  <a:lnTo>
                    <a:pt x="6801171" y="4313577"/>
                  </a:lnTo>
                  <a:lnTo>
                    <a:pt x="6860269" y="4361699"/>
                  </a:lnTo>
                  <a:lnTo>
                    <a:pt x="6924091" y="4405306"/>
                  </a:lnTo>
                  <a:lnTo>
                    <a:pt x="6992824" y="4444849"/>
                  </a:lnTo>
                  <a:lnTo>
                    <a:pt x="7066314" y="4480651"/>
                  </a:lnTo>
                  <a:lnTo>
                    <a:pt x="7143938" y="4512912"/>
                  </a:lnTo>
                  <a:lnTo>
                    <a:pt x="7224489" y="4541714"/>
                  </a:lnTo>
                  <a:lnTo>
                    <a:pt x="7306092" y="4567041"/>
                  </a:lnTo>
                  <a:lnTo>
                    <a:pt x="7386229" y="4588824"/>
                  </a:lnTo>
                  <a:lnTo>
                    <a:pt x="7461900" y="4606990"/>
                  </a:lnTo>
                  <a:lnTo>
                    <a:pt x="7529954" y="4621530"/>
                  </a:lnTo>
                  <a:lnTo>
                    <a:pt x="7587566" y="4632558"/>
                  </a:lnTo>
                  <a:lnTo>
                    <a:pt x="7632744" y="4640349"/>
                  </a:lnTo>
                  <a:lnTo>
                    <a:pt x="7664755" y="4645345"/>
                  </a:lnTo>
                  <a:lnTo>
                    <a:pt x="7684333" y="4648121"/>
                  </a:lnTo>
                  <a:lnTo>
                    <a:pt x="7693653" y="4649326"/>
                  </a:lnTo>
                  <a:lnTo>
                    <a:pt x="7696159" y="4649623"/>
                  </a:lnTo>
                  <a:lnTo>
                    <a:pt x="7696237" y="4649632"/>
                  </a:lnTo>
                  <a:lnTo>
                    <a:pt x="8234974" y="4649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8" name="pl718"/>
            <p:cNvSpPr/>
            <p:nvPr/>
          </p:nvSpPr>
          <p:spPr>
            <a:xfrm>
              <a:off x="546595" y="619788"/>
              <a:ext cx="8234974" cy="4649632"/>
            </a:xfrm>
            <a:custGeom>
              <a:avLst/>
              <a:pathLst>
                <a:path w="8234974" h="4649632">
                  <a:moveTo>
                    <a:pt x="8234974" y="4649632"/>
                  </a:moveTo>
                  <a:lnTo>
                    <a:pt x="7696237" y="4649632"/>
                  </a:lnTo>
                  <a:lnTo>
                    <a:pt x="7695352" y="4649530"/>
                  </a:lnTo>
                  <a:lnTo>
                    <a:pt x="7689525" y="4648806"/>
                  </a:lnTo>
                  <a:lnTo>
                    <a:pt x="7674814" y="4646804"/>
                  </a:lnTo>
                  <a:lnTo>
                    <a:pt x="7648457" y="4642863"/>
                  </a:lnTo>
                  <a:lnTo>
                    <a:pt x="7609073" y="4636366"/>
                  </a:lnTo>
                  <a:lnTo>
                    <a:pt x="7556759" y="4626808"/>
                  </a:lnTo>
                  <a:lnTo>
                    <a:pt x="7492994" y="4613838"/>
                  </a:lnTo>
                  <a:lnTo>
                    <a:pt x="7420297" y="4597274"/>
                  </a:lnTo>
                  <a:lnTo>
                    <a:pt x="7341739" y="4577077"/>
                  </a:lnTo>
                  <a:lnTo>
                    <a:pt x="7260437" y="4553300"/>
                  </a:lnTo>
                  <a:lnTo>
                    <a:pt x="7179152" y="4526023"/>
                  </a:lnTo>
                  <a:lnTo>
                    <a:pt x="7100051" y="4495290"/>
                  </a:lnTo>
                  <a:lnTo>
                    <a:pt x="7024631" y="4461064"/>
                  </a:lnTo>
                  <a:lnTo>
                    <a:pt x="6953759" y="4423202"/>
                  </a:lnTo>
                  <a:lnTo>
                    <a:pt x="6887780" y="4381433"/>
                  </a:lnTo>
                  <a:lnTo>
                    <a:pt x="6826642" y="4335362"/>
                  </a:lnTo>
                  <a:lnTo>
                    <a:pt x="6770015" y="4284474"/>
                  </a:lnTo>
                  <a:lnTo>
                    <a:pt x="6717394" y="4228148"/>
                  </a:lnTo>
                  <a:lnTo>
                    <a:pt x="6668170" y="4165686"/>
                  </a:lnTo>
                  <a:lnTo>
                    <a:pt x="6621691" y="4096361"/>
                  </a:lnTo>
                  <a:lnTo>
                    <a:pt x="6577312" y="4019501"/>
                  </a:lnTo>
                  <a:lnTo>
                    <a:pt x="6534434" y="3934625"/>
                  </a:lnTo>
                  <a:lnTo>
                    <a:pt x="6515891" y="3894656"/>
                  </a:lnTo>
                  <a:lnTo>
                    <a:pt x="6486882" y="3828271"/>
                  </a:lnTo>
                  <a:lnTo>
                    <a:pt x="6458123" y="3757894"/>
                  </a:lnTo>
                  <a:lnTo>
                    <a:pt x="6429491" y="3683444"/>
                  </a:lnTo>
                  <a:lnTo>
                    <a:pt x="6400885" y="3604883"/>
                  </a:lnTo>
                  <a:lnTo>
                    <a:pt x="6372221" y="3522218"/>
                  </a:lnTo>
                  <a:lnTo>
                    <a:pt x="6343435" y="3435507"/>
                  </a:lnTo>
                  <a:lnTo>
                    <a:pt x="6314479" y="3344860"/>
                  </a:lnTo>
                  <a:lnTo>
                    <a:pt x="6285321" y="3250445"/>
                  </a:lnTo>
                  <a:lnTo>
                    <a:pt x="6255941" y="3152483"/>
                  </a:lnTo>
                  <a:lnTo>
                    <a:pt x="6226334" y="3051256"/>
                  </a:lnTo>
                  <a:lnTo>
                    <a:pt x="6196508" y="2947099"/>
                  </a:lnTo>
                  <a:lnTo>
                    <a:pt x="6166479" y="2840400"/>
                  </a:lnTo>
                  <a:lnTo>
                    <a:pt x="6136276" y="2731591"/>
                  </a:lnTo>
                  <a:lnTo>
                    <a:pt x="6105932" y="2621147"/>
                  </a:lnTo>
                  <a:lnTo>
                    <a:pt x="6075490" y="2509574"/>
                  </a:lnTo>
                  <a:lnTo>
                    <a:pt x="6044995" y="2397400"/>
                  </a:lnTo>
                  <a:lnTo>
                    <a:pt x="6014494" y="2285164"/>
                  </a:lnTo>
                  <a:lnTo>
                    <a:pt x="5984036" y="2173408"/>
                  </a:lnTo>
                  <a:lnTo>
                    <a:pt x="5953666" y="2062664"/>
                  </a:lnTo>
                  <a:lnTo>
                    <a:pt x="5923428" y="1953443"/>
                  </a:lnTo>
                  <a:lnTo>
                    <a:pt x="5893357" y="1846227"/>
                  </a:lnTo>
                  <a:lnTo>
                    <a:pt x="5863483" y="1741459"/>
                  </a:lnTo>
                  <a:lnTo>
                    <a:pt x="5833825" y="1639539"/>
                  </a:lnTo>
                  <a:lnTo>
                    <a:pt x="5804394" y="1540812"/>
                  </a:lnTo>
                  <a:lnTo>
                    <a:pt x="5775187" y="1445573"/>
                  </a:lnTo>
                  <a:lnTo>
                    <a:pt x="5746187" y="1354058"/>
                  </a:lnTo>
                  <a:lnTo>
                    <a:pt x="5717367" y="1266446"/>
                  </a:lnTo>
                  <a:lnTo>
                    <a:pt x="5688680" y="1182859"/>
                  </a:lnTo>
                  <a:lnTo>
                    <a:pt x="5660067" y="1103368"/>
                  </a:lnTo>
                  <a:lnTo>
                    <a:pt x="5631450" y="1027991"/>
                  </a:lnTo>
                  <a:lnTo>
                    <a:pt x="5602730" y="956698"/>
                  </a:lnTo>
                  <a:lnTo>
                    <a:pt x="5573789" y="889419"/>
                  </a:lnTo>
                  <a:lnTo>
                    <a:pt x="5567201" y="874755"/>
                  </a:lnTo>
                  <a:lnTo>
                    <a:pt x="5524819" y="786289"/>
                  </a:lnTo>
                  <a:lnTo>
                    <a:pt x="5481170" y="705940"/>
                  </a:lnTo>
                  <a:lnTo>
                    <a:pt x="5435694" y="633371"/>
                  </a:lnTo>
                  <a:lnTo>
                    <a:pt x="5387760" y="567975"/>
                  </a:lnTo>
                  <a:lnTo>
                    <a:pt x="5336713" y="509035"/>
                  </a:lnTo>
                  <a:lnTo>
                    <a:pt x="5281921" y="455834"/>
                  </a:lnTo>
                  <a:lnTo>
                    <a:pt x="5222823" y="407712"/>
                  </a:lnTo>
                  <a:lnTo>
                    <a:pt x="5159002" y="364105"/>
                  </a:lnTo>
                  <a:lnTo>
                    <a:pt x="5090269" y="324562"/>
                  </a:lnTo>
                  <a:lnTo>
                    <a:pt x="5016779" y="288760"/>
                  </a:lnTo>
                  <a:lnTo>
                    <a:pt x="4939154" y="256499"/>
                  </a:lnTo>
                  <a:lnTo>
                    <a:pt x="4858604" y="227697"/>
                  </a:lnTo>
                  <a:lnTo>
                    <a:pt x="4777000" y="202370"/>
                  </a:lnTo>
                  <a:lnTo>
                    <a:pt x="4696863" y="180587"/>
                  </a:lnTo>
                  <a:lnTo>
                    <a:pt x="4621193" y="162421"/>
                  </a:lnTo>
                  <a:lnTo>
                    <a:pt x="4553138" y="147881"/>
                  </a:lnTo>
                  <a:lnTo>
                    <a:pt x="4495527" y="136853"/>
                  </a:lnTo>
                  <a:lnTo>
                    <a:pt x="4450349" y="129062"/>
                  </a:lnTo>
                  <a:lnTo>
                    <a:pt x="4418337" y="124066"/>
                  </a:lnTo>
                  <a:lnTo>
                    <a:pt x="4398759" y="121290"/>
                  </a:lnTo>
                  <a:lnTo>
                    <a:pt x="4389439" y="120085"/>
                  </a:lnTo>
                  <a:lnTo>
                    <a:pt x="4386933" y="119788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9" name="pg719"/>
            <p:cNvSpPr/>
            <p:nvPr/>
          </p:nvSpPr>
          <p:spPr>
            <a:xfrm>
              <a:off x="546595" y="647011"/>
              <a:ext cx="8234974" cy="5128751"/>
            </a:xfrm>
            <a:custGeom>
              <a:avLst/>
              <a:pathLst>
                <a:path w="8234974" h="5128751">
                  <a:moveTo>
                    <a:pt x="0" y="5444"/>
                  </a:moveTo>
                  <a:lnTo>
                    <a:pt x="538736" y="5444"/>
                  </a:lnTo>
                  <a:lnTo>
                    <a:pt x="540039" y="5448"/>
                  </a:lnTo>
                  <a:lnTo>
                    <a:pt x="548536" y="5480"/>
                  </a:lnTo>
                  <a:lnTo>
                    <a:pt x="569717" y="5566"/>
                  </a:lnTo>
                  <a:lnTo>
                    <a:pt x="606978" y="5734"/>
                  </a:lnTo>
                  <a:lnTo>
                    <a:pt x="661294" y="6010"/>
                  </a:lnTo>
                  <a:lnTo>
                    <a:pt x="731200" y="6410"/>
                  </a:lnTo>
                  <a:lnTo>
                    <a:pt x="813284" y="6945"/>
                  </a:lnTo>
                  <a:lnTo>
                    <a:pt x="903062" y="7615"/>
                  </a:lnTo>
                  <a:lnTo>
                    <a:pt x="995950" y="8419"/>
                  </a:lnTo>
                  <a:lnTo>
                    <a:pt x="1088016" y="9354"/>
                  </a:lnTo>
                  <a:lnTo>
                    <a:pt x="1176377" y="10419"/>
                  </a:lnTo>
                  <a:lnTo>
                    <a:pt x="1259265" y="11618"/>
                  </a:lnTo>
                  <a:lnTo>
                    <a:pt x="1335884" y="12959"/>
                  </a:lnTo>
                  <a:lnTo>
                    <a:pt x="1406176" y="14459"/>
                  </a:lnTo>
                  <a:lnTo>
                    <a:pt x="1470588" y="16138"/>
                  </a:lnTo>
                  <a:lnTo>
                    <a:pt x="1529873" y="18025"/>
                  </a:lnTo>
                  <a:lnTo>
                    <a:pt x="1584947" y="20148"/>
                  </a:lnTo>
                  <a:lnTo>
                    <a:pt x="1636776" y="22538"/>
                  </a:lnTo>
                  <a:lnTo>
                    <a:pt x="1686293" y="25222"/>
                  </a:lnTo>
                  <a:lnTo>
                    <a:pt x="1719082" y="27222"/>
                  </a:lnTo>
                  <a:lnTo>
                    <a:pt x="1771767" y="30799"/>
                  </a:lnTo>
                  <a:lnTo>
                    <a:pt x="1823948" y="34764"/>
                  </a:lnTo>
                  <a:lnTo>
                    <a:pt x="1876218" y="39123"/>
                  </a:lnTo>
                  <a:lnTo>
                    <a:pt x="1928964" y="43864"/>
                  </a:lnTo>
                  <a:lnTo>
                    <a:pt x="1982398" y="48959"/>
                  </a:lnTo>
                  <a:lnTo>
                    <a:pt x="2036576" y="54364"/>
                  </a:lnTo>
                  <a:lnTo>
                    <a:pt x="2091425" y="60013"/>
                  </a:lnTo>
                  <a:lnTo>
                    <a:pt x="2146764" y="65830"/>
                  </a:lnTo>
                  <a:lnTo>
                    <a:pt x="2202342" y="71725"/>
                  </a:lnTo>
                  <a:lnTo>
                    <a:pt x="2257874" y="77605"/>
                  </a:lnTo>
                  <a:lnTo>
                    <a:pt x="2313081" y="83378"/>
                  </a:lnTo>
                  <a:lnTo>
                    <a:pt x="2367730" y="88956"/>
                  </a:lnTo>
                  <a:lnTo>
                    <a:pt x="2421672" y="94268"/>
                  </a:lnTo>
                  <a:lnTo>
                    <a:pt x="2474872" y="99254"/>
                  </a:lnTo>
                  <a:lnTo>
                    <a:pt x="2527434" y="103874"/>
                  </a:lnTo>
                  <a:lnTo>
                    <a:pt x="2579624" y="108107"/>
                  </a:lnTo>
                  <a:lnTo>
                    <a:pt x="2631891" y="111946"/>
                  </a:lnTo>
                  <a:lnTo>
                    <a:pt x="2667772" y="114335"/>
                  </a:lnTo>
                  <a:lnTo>
                    <a:pt x="2716188" y="117226"/>
                  </a:lnTo>
                  <a:lnTo>
                    <a:pt x="2766348" y="119814"/>
                  </a:lnTo>
                  <a:lnTo>
                    <a:pt x="2819110" y="122115"/>
                  </a:lnTo>
                  <a:lnTo>
                    <a:pt x="2875425" y="124159"/>
                  </a:lnTo>
                  <a:lnTo>
                    <a:pt x="2936254" y="125977"/>
                  </a:lnTo>
                  <a:lnTo>
                    <a:pt x="3002474" y="127596"/>
                  </a:lnTo>
                  <a:lnTo>
                    <a:pt x="3074760" y="129043"/>
                  </a:lnTo>
                  <a:lnTo>
                    <a:pt x="3153419" y="130337"/>
                  </a:lnTo>
                  <a:lnTo>
                    <a:pt x="3238185" y="131492"/>
                  </a:lnTo>
                  <a:lnTo>
                    <a:pt x="3327974" y="132515"/>
                  </a:lnTo>
                  <a:lnTo>
                    <a:pt x="3420670" y="133409"/>
                  </a:lnTo>
                  <a:lnTo>
                    <a:pt x="3513034" y="134171"/>
                  </a:lnTo>
                  <a:lnTo>
                    <a:pt x="3600865" y="134798"/>
                  </a:lnTo>
                  <a:lnTo>
                    <a:pt x="3679513" y="135289"/>
                  </a:lnTo>
                  <a:lnTo>
                    <a:pt x="3744730" y="135648"/>
                  </a:lnTo>
                  <a:lnTo>
                    <a:pt x="3793643" y="135887"/>
                  </a:lnTo>
                  <a:lnTo>
                    <a:pt x="3825539" y="136027"/>
                  </a:lnTo>
                  <a:lnTo>
                    <a:pt x="3842190" y="136092"/>
                  </a:lnTo>
                  <a:lnTo>
                    <a:pt x="3847700" y="136111"/>
                  </a:lnTo>
                  <a:lnTo>
                    <a:pt x="3848118" y="136113"/>
                  </a:lnTo>
                  <a:lnTo>
                    <a:pt x="4386855" y="136113"/>
                  </a:lnTo>
                  <a:lnTo>
                    <a:pt x="4387703" y="136220"/>
                  </a:lnTo>
                  <a:lnTo>
                    <a:pt x="4393292" y="136984"/>
                  </a:lnTo>
                  <a:lnTo>
                    <a:pt x="4407421" y="139095"/>
                  </a:lnTo>
                  <a:lnTo>
                    <a:pt x="4432776" y="143254"/>
                  </a:lnTo>
                  <a:lnTo>
                    <a:pt x="4470754" y="150114"/>
                  </a:lnTo>
                  <a:lnTo>
                    <a:pt x="4521350" y="160218"/>
                  </a:lnTo>
                  <a:lnTo>
                    <a:pt x="4583243" y="173951"/>
                  </a:lnTo>
                  <a:lnTo>
                    <a:pt x="4654093" y="191521"/>
                  </a:lnTo>
                  <a:lnTo>
                    <a:pt x="4730991" y="212982"/>
                  </a:lnTo>
                  <a:lnTo>
                    <a:pt x="4810932" y="238286"/>
                  </a:lnTo>
                  <a:lnTo>
                    <a:pt x="4891208" y="267351"/>
                  </a:lnTo>
                  <a:lnTo>
                    <a:pt x="4969651" y="300119"/>
                  </a:lnTo>
                  <a:lnTo>
                    <a:pt x="5044720" y="336611"/>
                  </a:lnTo>
                  <a:lnTo>
                    <a:pt x="5115485" y="376959"/>
                  </a:lnTo>
                  <a:lnTo>
                    <a:pt x="5181527" y="421420"/>
                  </a:lnTo>
                  <a:lnTo>
                    <a:pt x="5242829" y="470385"/>
                  </a:lnTo>
                  <a:lnTo>
                    <a:pt x="5299655" y="524370"/>
                  </a:lnTo>
                  <a:lnTo>
                    <a:pt x="5352458" y="584007"/>
                  </a:lnTo>
                  <a:lnTo>
                    <a:pt x="5401803" y="650015"/>
                  </a:lnTo>
                  <a:lnTo>
                    <a:pt x="5448306" y="723161"/>
                  </a:lnTo>
                  <a:lnTo>
                    <a:pt x="5492592" y="804182"/>
                  </a:lnTo>
                  <a:lnTo>
                    <a:pt x="5535253" y="893665"/>
                  </a:lnTo>
                  <a:lnTo>
                    <a:pt x="5567201" y="968219"/>
                  </a:lnTo>
                  <a:lnTo>
                    <a:pt x="5594951" y="1038101"/>
                  </a:lnTo>
                  <a:lnTo>
                    <a:pt x="5622465" y="1112004"/>
                  </a:lnTo>
                  <a:lnTo>
                    <a:pt x="5649855" y="1190006"/>
                  </a:lnTo>
                  <a:lnTo>
                    <a:pt x="5677211" y="1272151"/>
                  </a:lnTo>
                  <a:lnTo>
                    <a:pt x="5704607" y="1358437"/>
                  </a:lnTo>
                  <a:lnTo>
                    <a:pt x="5732103" y="1448820"/>
                  </a:lnTo>
                  <a:lnTo>
                    <a:pt x="5759745" y="1543204"/>
                  </a:lnTo>
                  <a:lnTo>
                    <a:pt x="5787564" y="1641446"/>
                  </a:lnTo>
                  <a:lnTo>
                    <a:pt x="5815582" y="1743348"/>
                  </a:lnTo>
                  <a:lnTo>
                    <a:pt x="5843806" y="1848659"/>
                  </a:lnTo>
                  <a:lnTo>
                    <a:pt x="5872236" y="1957079"/>
                  </a:lnTo>
                  <a:lnTo>
                    <a:pt x="5900859" y="2068256"/>
                  </a:lnTo>
                  <a:lnTo>
                    <a:pt x="5929657" y="2181794"/>
                  </a:lnTo>
                  <a:lnTo>
                    <a:pt x="5958601" y="2297256"/>
                  </a:lnTo>
                  <a:lnTo>
                    <a:pt x="5987660" y="2414171"/>
                  </a:lnTo>
                  <a:lnTo>
                    <a:pt x="6016794" y="2532044"/>
                  </a:lnTo>
                  <a:lnTo>
                    <a:pt x="6045965" y="2650359"/>
                  </a:lnTo>
                  <a:lnTo>
                    <a:pt x="6075129" y="2768595"/>
                  </a:lnTo>
                  <a:lnTo>
                    <a:pt x="6104245" y="2886231"/>
                  </a:lnTo>
                  <a:lnTo>
                    <a:pt x="6133272" y="3002757"/>
                  </a:lnTo>
                  <a:lnTo>
                    <a:pt x="6162176" y="3117685"/>
                  </a:lnTo>
                  <a:lnTo>
                    <a:pt x="6190923" y="3230552"/>
                  </a:lnTo>
                  <a:lnTo>
                    <a:pt x="6219489" y="3340933"/>
                  </a:lnTo>
                  <a:lnTo>
                    <a:pt x="6247858" y="3448447"/>
                  </a:lnTo>
                  <a:lnTo>
                    <a:pt x="6276019" y="3552755"/>
                  </a:lnTo>
                  <a:lnTo>
                    <a:pt x="6303975" y="3653572"/>
                  </a:lnTo>
                  <a:lnTo>
                    <a:pt x="6331738" y="3750664"/>
                  </a:lnTo>
                  <a:lnTo>
                    <a:pt x="6359332" y="3843849"/>
                  </a:lnTo>
                  <a:lnTo>
                    <a:pt x="6386792" y="3932999"/>
                  </a:lnTo>
                  <a:lnTo>
                    <a:pt x="6414169" y="4018033"/>
                  </a:lnTo>
                  <a:lnTo>
                    <a:pt x="6441527" y="4098921"/>
                  </a:lnTo>
                  <a:lnTo>
                    <a:pt x="6468944" y="4175675"/>
                  </a:lnTo>
                  <a:lnTo>
                    <a:pt x="6496517" y="4248350"/>
                  </a:lnTo>
                  <a:lnTo>
                    <a:pt x="6515891" y="4296644"/>
                  </a:lnTo>
                  <a:lnTo>
                    <a:pt x="6557658" y="4392813"/>
                  </a:lnTo>
                  <a:lnTo>
                    <a:pt x="6600647" y="4480287"/>
                  </a:lnTo>
                  <a:lnTo>
                    <a:pt x="6645395" y="4559414"/>
                  </a:lnTo>
                  <a:lnTo>
                    <a:pt x="6692504" y="4630829"/>
                  </a:lnTo>
                  <a:lnTo>
                    <a:pt x="6742599" y="4695286"/>
                  </a:lnTo>
                  <a:lnTo>
                    <a:pt x="6796292" y="4753545"/>
                  </a:lnTo>
                  <a:lnTo>
                    <a:pt x="6854125" y="4806308"/>
                  </a:lnTo>
                  <a:lnTo>
                    <a:pt x="6916516" y="4854183"/>
                  </a:lnTo>
                  <a:lnTo>
                    <a:pt x="6983673" y="4897656"/>
                  </a:lnTo>
                  <a:lnTo>
                    <a:pt x="7055494" y="4937088"/>
                  </a:lnTo>
                  <a:lnTo>
                    <a:pt x="7131453" y="4972706"/>
                  </a:lnTo>
                  <a:lnTo>
                    <a:pt x="7210484" y="5004613"/>
                  </a:lnTo>
                  <a:lnTo>
                    <a:pt x="7290898" y="5032809"/>
                  </a:lnTo>
                  <a:lnTo>
                    <a:pt x="7370388" y="5057225"/>
                  </a:lnTo>
                  <a:lnTo>
                    <a:pt x="7446150" y="5077782"/>
                  </a:lnTo>
                  <a:lnTo>
                    <a:pt x="7515161" y="5094449"/>
                  </a:lnTo>
                  <a:lnTo>
                    <a:pt x="7574601" y="5107312"/>
                  </a:lnTo>
                  <a:lnTo>
                    <a:pt x="7622332" y="5116620"/>
                  </a:lnTo>
                  <a:lnTo>
                    <a:pt x="7657319" y="5122797"/>
                  </a:lnTo>
                  <a:lnTo>
                    <a:pt x="7679885" y="5126417"/>
                  </a:lnTo>
                  <a:lnTo>
                    <a:pt x="7691742" y="5128152"/>
                  </a:lnTo>
                  <a:lnTo>
                    <a:pt x="7695850" y="5128702"/>
                  </a:lnTo>
                  <a:lnTo>
                    <a:pt x="7696237" y="5128751"/>
                  </a:lnTo>
                  <a:lnTo>
                    <a:pt x="8234974" y="5128751"/>
                  </a:lnTo>
                  <a:lnTo>
                    <a:pt x="8234974" y="5123306"/>
                  </a:lnTo>
                  <a:lnTo>
                    <a:pt x="7696237" y="5123306"/>
                  </a:lnTo>
                  <a:lnTo>
                    <a:pt x="7695389" y="5123199"/>
                  </a:lnTo>
                  <a:lnTo>
                    <a:pt x="7689800" y="5122435"/>
                  </a:lnTo>
                  <a:lnTo>
                    <a:pt x="7675672" y="5120324"/>
                  </a:lnTo>
                  <a:lnTo>
                    <a:pt x="7650316" y="5116165"/>
                  </a:lnTo>
                  <a:lnTo>
                    <a:pt x="7612338" y="5109306"/>
                  </a:lnTo>
                  <a:lnTo>
                    <a:pt x="7561742" y="5099201"/>
                  </a:lnTo>
                  <a:lnTo>
                    <a:pt x="7499850" y="5085468"/>
                  </a:lnTo>
                  <a:lnTo>
                    <a:pt x="7429000" y="5067898"/>
                  </a:lnTo>
                  <a:lnTo>
                    <a:pt x="7352102" y="5046437"/>
                  </a:lnTo>
                  <a:lnTo>
                    <a:pt x="7272160" y="5021133"/>
                  </a:lnTo>
                  <a:lnTo>
                    <a:pt x="7191884" y="4992068"/>
                  </a:lnTo>
                  <a:lnTo>
                    <a:pt x="7113442" y="4959300"/>
                  </a:lnTo>
                  <a:lnTo>
                    <a:pt x="7038372" y="4922808"/>
                  </a:lnTo>
                  <a:lnTo>
                    <a:pt x="6967608" y="4882460"/>
                  </a:lnTo>
                  <a:lnTo>
                    <a:pt x="6901565" y="4837999"/>
                  </a:lnTo>
                  <a:lnTo>
                    <a:pt x="6840263" y="4789034"/>
                  </a:lnTo>
                  <a:lnTo>
                    <a:pt x="6783437" y="4735049"/>
                  </a:lnTo>
                  <a:lnTo>
                    <a:pt x="6730634" y="4675412"/>
                  </a:lnTo>
                  <a:lnTo>
                    <a:pt x="6681290" y="4609404"/>
                  </a:lnTo>
                  <a:lnTo>
                    <a:pt x="6634787" y="4536258"/>
                  </a:lnTo>
                  <a:lnTo>
                    <a:pt x="6590500" y="4455237"/>
                  </a:lnTo>
                  <a:lnTo>
                    <a:pt x="6547840" y="4365754"/>
                  </a:lnTo>
                  <a:lnTo>
                    <a:pt x="6515891" y="4291200"/>
                  </a:lnTo>
                  <a:lnTo>
                    <a:pt x="6488142" y="4221318"/>
                  </a:lnTo>
                  <a:lnTo>
                    <a:pt x="6460627" y="4147415"/>
                  </a:lnTo>
                  <a:lnTo>
                    <a:pt x="6433238" y="4069413"/>
                  </a:lnTo>
                  <a:lnTo>
                    <a:pt x="6405882" y="3987268"/>
                  </a:lnTo>
                  <a:lnTo>
                    <a:pt x="6378486" y="3900982"/>
                  </a:lnTo>
                  <a:lnTo>
                    <a:pt x="6350990" y="3810599"/>
                  </a:lnTo>
                  <a:lnTo>
                    <a:pt x="6323348" y="3716215"/>
                  </a:lnTo>
                  <a:lnTo>
                    <a:pt x="6295528" y="3617973"/>
                  </a:lnTo>
                  <a:lnTo>
                    <a:pt x="6267511" y="3516071"/>
                  </a:lnTo>
                  <a:lnTo>
                    <a:pt x="6239286" y="3410760"/>
                  </a:lnTo>
                  <a:lnTo>
                    <a:pt x="6210857" y="3302340"/>
                  </a:lnTo>
                  <a:lnTo>
                    <a:pt x="6182233" y="3191163"/>
                  </a:lnTo>
                  <a:lnTo>
                    <a:pt x="6153436" y="3077625"/>
                  </a:lnTo>
                  <a:lnTo>
                    <a:pt x="6124491" y="2962163"/>
                  </a:lnTo>
                  <a:lnTo>
                    <a:pt x="6095433" y="2845248"/>
                  </a:lnTo>
                  <a:lnTo>
                    <a:pt x="6066298" y="2727375"/>
                  </a:lnTo>
                  <a:lnTo>
                    <a:pt x="6037128" y="2609060"/>
                  </a:lnTo>
                  <a:lnTo>
                    <a:pt x="6007964" y="2490824"/>
                  </a:lnTo>
                  <a:lnTo>
                    <a:pt x="5978848" y="2373188"/>
                  </a:lnTo>
                  <a:lnTo>
                    <a:pt x="5949820" y="2256662"/>
                  </a:lnTo>
                  <a:lnTo>
                    <a:pt x="5920917" y="2141734"/>
                  </a:lnTo>
                  <a:lnTo>
                    <a:pt x="5892170" y="2028867"/>
                  </a:lnTo>
                  <a:lnTo>
                    <a:pt x="5863603" y="1918486"/>
                  </a:lnTo>
                  <a:lnTo>
                    <a:pt x="5835235" y="1810972"/>
                  </a:lnTo>
                  <a:lnTo>
                    <a:pt x="5807073" y="1706664"/>
                  </a:lnTo>
                  <a:lnTo>
                    <a:pt x="5779117" y="1605847"/>
                  </a:lnTo>
                  <a:lnTo>
                    <a:pt x="5751354" y="1508755"/>
                  </a:lnTo>
                  <a:lnTo>
                    <a:pt x="5723761" y="1415570"/>
                  </a:lnTo>
                  <a:lnTo>
                    <a:pt x="5696300" y="1326420"/>
                  </a:lnTo>
                  <a:lnTo>
                    <a:pt x="5668923" y="1241386"/>
                  </a:lnTo>
                  <a:lnTo>
                    <a:pt x="5641566" y="1160498"/>
                  </a:lnTo>
                  <a:lnTo>
                    <a:pt x="5614149" y="1083744"/>
                  </a:lnTo>
                  <a:lnTo>
                    <a:pt x="5586576" y="1011069"/>
                  </a:lnTo>
                  <a:lnTo>
                    <a:pt x="5567201" y="962775"/>
                  </a:lnTo>
                  <a:lnTo>
                    <a:pt x="5525435" y="866607"/>
                  </a:lnTo>
                  <a:lnTo>
                    <a:pt x="5482445" y="779132"/>
                  </a:lnTo>
                  <a:lnTo>
                    <a:pt x="5437697" y="700006"/>
                  </a:lnTo>
                  <a:lnTo>
                    <a:pt x="5390589" y="628590"/>
                  </a:lnTo>
                  <a:lnTo>
                    <a:pt x="5340493" y="564133"/>
                  </a:lnTo>
                  <a:lnTo>
                    <a:pt x="5286800" y="505874"/>
                  </a:lnTo>
                  <a:lnTo>
                    <a:pt x="5228967" y="453111"/>
                  </a:lnTo>
                  <a:lnTo>
                    <a:pt x="5166576" y="405236"/>
                  </a:lnTo>
                  <a:lnTo>
                    <a:pt x="5099420" y="361763"/>
                  </a:lnTo>
                  <a:lnTo>
                    <a:pt x="5027598" y="322331"/>
                  </a:lnTo>
                  <a:lnTo>
                    <a:pt x="4951639" y="286713"/>
                  </a:lnTo>
                  <a:lnTo>
                    <a:pt x="4872609" y="254806"/>
                  </a:lnTo>
                  <a:lnTo>
                    <a:pt x="4792195" y="226610"/>
                  </a:lnTo>
                  <a:lnTo>
                    <a:pt x="4712704" y="202194"/>
                  </a:lnTo>
                  <a:lnTo>
                    <a:pt x="4636942" y="181637"/>
                  </a:lnTo>
                  <a:lnTo>
                    <a:pt x="4567931" y="164970"/>
                  </a:lnTo>
                  <a:lnTo>
                    <a:pt x="4508491" y="152107"/>
                  </a:lnTo>
                  <a:lnTo>
                    <a:pt x="4460761" y="142799"/>
                  </a:lnTo>
                  <a:lnTo>
                    <a:pt x="4425773" y="136622"/>
                  </a:lnTo>
                  <a:lnTo>
                    <a:pt x="4403207" y="133002"/>
                  </a:lnTo>
                  <a:lnTo>
                    <a:pt x="4391351" y="131267"/>
                  </a:lnTo>
                  <a:lnTo>
                    <a:pt x="4387243" y="130717"/>
                  </a:lnTo>
                  <a:lnTo>
                    <a:pt x="4386855" y="130668"/>
                  </a:lnTo>
                  <a:lnTo>
                    <a:pt x="3848118" y="130668"/>
                  </a:lnTo>
                  <a:lnTo>
                    <a:pt x="3846816" y="130664"/>
                  </a:lnTo>
                  <a:lnTo>
                    <a:pt x="3838319" y="130633"/>
                  </a:lnTo>
                  <a:lnTo>
                    <a:pt x="3817138" y="130547"/>
                  </a:lnTo>
                  <a:lnTo>
                    <a:pt x="3779877" y="130378"/>
                  </a:lnTo>
                  <a:lnTo>
                    <a:pt x="3725561" y="130102"/>
                  </a:lnTo>
                  <a:lnTo>
                    <a:pt x="3655654" y="129702"/>
                  </a:lnTo>
                  <a:lnTo>
                    <a:pt x="3573570" y="129168"/>
                  </a:lnTo>
                  <a:lnTo>
                    <a:pt x="3483792" y="128497"/>
                  </a:lnTo>
                  <a:lnTo>
                    <a:pt x="3390904" y="127693"/>
                  </a:lnTo>
                  <a:lnTo>
                    <a:pt x="3298839" y="126758"/>
                  </a:lnTo>
                  <a:lnTo>
                    <a:pt x="3210478" y="125693"/>
                  </a:lnTo>
                  <a:lnTo>
                    <a:pt x="3127590" y="124495"/>
                  </a:lnTo>
                  <a:lnTo>
                    <a:pt x="3050971" y="123154"/>
                  </a:lnTo>
                  <a:lnTo>
                    <a:pt x="2980678" y="121654"/>
                  </a:lnTo>
                  <a:lnTo>
                    <a:pt x="2916266" y="119974"/>
                  </a:lnTo>
                  <a:lnTo>
                    <a:pt x="2856981" y="118088"/>
                  </a:lnTo>
                  <a:lnTo>
                    <a:pt x="2801908" y="115965"/>
                  </a:lnTo>
                  <a:lnTo>
                    <a:pt x="2750079" y="113574"/>
                  </a:lnTo>
                  <a:lnTo>
                    <a:pt x="2700562" y="110890"/>
                  </a:lnTo>
                  <a:lnTo>
                    <a:pt x="2667772" y="108890"/>
                  </a:lnTo>
                  <a:lnTo>
                    <a:pt x="2615087" y="105313"/>
                  </a:lnTo>
                  <a:lnTo>
                    <a:pt x="2562906" y="101348"/>
                  </a:lnTo>
                  <a:lnTo>
                    <a:pt x="2510636" y="96989"/>
                  </a:lnTo>
                  <a:lnTo>
                    <a:pt x="2457890" y="92248"/>
                  </a:lnTo>
                  <a:lnTo>
                    <a:pt x="2404457" y="87153"/>
                  </a:lnTo>
                  <a:lnTo>
                    <a:pt x="2350278" y="81749"/>
                  </a:lnTo>
                  <a:lnTo>
                    <a:pt x="2295430" y="76099"/>
                  </a:lnTo>
                  <a:lnTo>
                    <a:pt x="2240091" y="70283"/>
                  </a:lnTo>
                  <a:lnTo>
                    <a:pt x="2184512" y="64387"/>
                  </a:lnTo>
                  <a:lnTo>
                    <a:pt x="2128980" y="58507"/>
                  </a:lnTo>
                  <a:lnTo>
                    <a:pt x="2073774" y="52735"/>
                  </a:lnTo>
                  <a:lnTo>
                    <a:pt x="2019125" y="47156"/>
                  </a:lnTo>
                  <a:lnTo>
                    <a:pt x="1965183" y="41845"/>
                  </a:lnTo>
                  <a:lnTo>
                    <a:pt x="1911983" y="36859"/>
                  </a:lnTo>
                  <a:lnTo>
                    <a:pt x="1859421" y="32238"/>
                  </a:lnTo>
                  <a:lnTo>
                    <a:pt x="1807231" y="28005"/>
                  </a:lnTo>
                  <a:lnTo>
                    <a:pt x="1754963" y="24166"/>
                  </a:lnTo>
                  <a:lnTo>
                    <a:pt x="1719082" y="21778"/>
                  </a:lnTo>
                  <a:lnTo>
                    <a:pt x="1670667" y="18887"/>
                  </a:lnTo>
                  <a:lnTo>
                    <a:pt x="1620506" y="16299"/>
                  </a:lnTo>
                  <a:lnTo>
                    <a:pt x="1567745" y="13997"/>
                  </a:lnTo>
                  <a:lnTo>
                    <a:pt x="1511430" y="11953"/>
                  </a:lnTo>
                  <a:lnTo>
                    <a:pt x="1450601" y="10136"/>
                  </a:lnTo>
                  <a:lnTo>
                    <a:pt x="1384380" y="8516"/>
                  </a:lnTo>
                  <a:lnTo>
                    <a:pt x="1312095" y="7069"/>
                  </a:lnTo>
                  <a:lnTo>
                    <a:pt x="1233435" y="5775"/>
                  </a:lnTo>
                  <a:lnTo>
                    <a:pt x="1148670" y="4620"/>
                  </a:lnTo>
                  <a:lnTo>
                    <a:pt x="1058881" y="3597"/>
                  </a:lnTo>
                  <a:lnTo>
                    <a:pt x="966185" y="2704"/>
                  </a:lnTo>
                  <a:lnTo>
                    <a:pt x="873820" y="1942"/>
                  </a:lnTo>
                  <a:lnTo>
                    <a:pt x="785990" y="1315"/>
                  </a:lnTo>
                  <a:lnTo>
                    <a:pt x="707341" y="824"/>
                  </a:lnTo>
                  <a:lnTo>
                    <a:pt x="642124" y="465"/>
                  </a:lnTo>
                  <a:lnTo>
                    <a:pt x="593211" y="225"/>
                  </a:lnTo>
                  <a:lnTo>
                    <a:pt x="561315" y="86"/>
                  </a:lnTo>
                  <a:lnTo>
                    <a:pt x="544665" y="20"/>
                  </a:lnTo>
                  <a:lnTo>
                    <a:pt x="539155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20" name="pl720"/>
            <p:cNvSpPr/>
            <p:nvPr/>
          </p:nvSpPr>
          <p:spPr>
            <a:xfrm>
              <a:off x="546595" y="652455"/>
              <a:ext cx="8234974" cy="5123306"/>
            </a:xfrm>
            <a:custGeom>
              <a:avLst/>
              <a:pathLst>
                <a:path w="8234974" h="5123306">
                  <a:moveTo>
                    <a:pt x="0" y="0"/>
                  </a:moveTo>
                  <a:lnTo>
                    <a:pt x="538736" y="0"/>
                  </a:lnTo>
                  <a:lnTo>
                    <a:pt x="540039" y="4"/>
                  </a:lnTo>
                  <a:lnTo>
                    <a:pt x="548536" y="35"/>
                  </a:lnTo>
                  <a:lnTo>
                    <a:pt x="569717" y="121"/>
                  </a:lnTo>
                  <a:lnTo>
                    <a:pt x="606978" y="290"/>
                  </a:lnTo>
                  <a:lnTo>
                    <a:pt x="661294" y="566"/>
                  </a:lnTo>
                  <a:lnTo>
                    <a:pt x="731200" y="966"/>
                  </a:lnTo>
                  <a:lnTo>
                    <a:pt x="813284" y="1500"/>
                  </a:lnTo>
                  <a:lnTo>
                    <a:pt x="903062" y="2171"/>
                  </a:lnTo>
                  <a:lnTo>
                    <a:pt x="995950" y="2975"/>
                  </a:lnTo>
                  <a:lnTo>
                    <a:pt x="1088016" y="3910"/>
                  </a:lnTo>
                  <a:lnTo>
                    <a:pt x="1176377" y="4975"/>
                  </a:lnTo>
                  <a:lnTo>
                    <a:pt x="1259265" y="6173"/>
                  </a:lnTo>
                  <a:lnTo>
                    <a:pt x="1335884" y="7514"/>
                  </a:lnTo>
                  <a:lnTo>
                    <a:pt x="1406176" y="9014"/>
                  </a:lnTo>
                  <a:lnTo>
                    <a:pt x="1470588" y="10694"/>
                  </a:lnTo>
                  <a:lnTo>
                    <a:pt x="1529873" y="12580"/>
                  </a:lnTo>
                  <a:lnTo>
                    <a:pt x="1584947" y="14703"/>
                  </a:lnTo>
                  <a:lnTo>
                    <a:pt x="1636776" y="17094"/>
                  </a:lnTo>
                  <a:lnTo>
                    <a:pt x="1686293" y="19777"/>
                  </a:lnTo>
                  <a:lnTo>
                    <a:pt x="1719082" y="21778"/>
                  </a:lnTo>
                  <a:lnTo>
                    <a:pt x="1771767" y="25354"/>
                  </a:lnTo>
                  <a:lnTo>
                    <a:pt x="1823948" y="29320"/>
                  </a:lnTo>
                  <a:lnTo>
                    <a:pt x="1876218" y="33678"/>
                  </a:lnTo>
                  <a:lnTo>
                    <a:pt x="1928964" y="38419"/>
                  </a:lnTo>
                  <a:lnTo>
                    <a:pt x="1982398" y="43515"/>
                  </a:lnTo>
                  <a:lnTo>
                    <a:pt x="2036576" y="48919"/>
                  </a:lnTo>
                  <a:lnTo>
                    <a:pt x="2091425" y="54568"/>
                  </a:lnTo>
                  <a:lnTo>
                    <a:pt x="2146764" y="60385"/>
                  </a:lnTo>
                  <a:lnTo>
                    <a:pt x="2202342" y="66281"/>
                  </a:lnTo>
                  <a:lnTo>
                    <a:pt x="2257874" y="72161"/>
                  </a:lnTo>
                  <a:lnTo>
                    <a:pt x="2313081" y="77933"/>
                  </a:lnTo>
                  <a:lnTo>
                    <a:pt x="2367730" y="83512"/>
                  </a:lnTo>
                  <a:lnTo>
                    <a:pt x="2421672" y="88823"/>
                  </a:lnTo>
                  <a:lnTo>
                    <a:pt x="2474872" y="93809"/>
                  </a:lnTo>
                  <a:lnTo>
                    <a:pt x="2527434" y="98430"/>
                  </a:lnTo>
                  <a:lnTo>
                    <a:pt x="2579624" y="102662"/>
                  </a:lnTo>
                  <a:lnTo>
                    <a:pt x="2631891" y="106502"/>
                  </a:lnTo>
                  <a:lnTo>
                    <a:pt x="2667772" y="108890"/>
                  </a:lnTo>
                  <a:lnTo>
                    <a:pt x="2716188" y="111781"/>
                  </a:lnTo>
                  <a:lnTo>
                    <a:pt x="2766348" y="114369"/>
                  </a:lnTo>
                  <a:lnTo>
                    <a:pt x="2819110" y="116671"/>
                  </a:lnTo>
                  <a:lnTo>
                    <a:pt x="2875425" y="118715"/>
                  </a:lnTo>
                  <a:lnTo>
                    <a:pt x="2936254" y="120532"/>
                  </a:lnTo>
                  <a:lnTo>
                    <a:pt x="3002474" y="122152"/>
                  </a:lnTo>
                  <a:lnTo>
                    <a:pt x="3074760" y="123599"/>
                  </a:lnTo>
                  <a:lnTo>
                    <a:pt x="3153419" y="124893"/>
                  </a:lnTo>
                  <a:lnTo>
                    <a:pt x="3238185" y="126048"/>
                  </a:lnTo>
                  <a:lnTo>
                    <a:pt x="3327974" y="127071"/>
                  </a:lnTo>
                  <a:lnTo>
                    <a:pt x="3420670" y="127964"/>
                  </a:lnTo>
                  <a:lnTo>
                    <a:pt x="3513034" y="128726"/>
                  </a:lnTo>
                  <a:lnTo>
                    <a:pt x="3600865" y="129353"/>
                  </a:lnTo>
                  <a:lnTo>
                    <a:pt x="3679513" y="129844"/>
                  </a:lnTo>
                  <a:lnTo>
                    <a:pt x="3744730" y="130203"/>
                  </a:lnTo>
                  <a:lnTo>
                    <a:pt x="3793643" y="130443"/>
                  </a:lnTo>
                  <a:lnTo>
                    <a:pt x="3825539" y="130582"/>
                  </a:lnTo>
                  <a:lnTo>
                    <a:pt x="3842190" y="130647"/>
                  </a:lnTo>
                  <a:lnTo>
                    <a:pt x="3847700" y="130667"/>
                  </a:lnTo>
                  <a:lnTo>
                    <a:pt x="3848118" y="130668"/>
                  </a:lnTo>
                  <a:lnTo>
                    <a:pt x="4386855" y="130668"/>
                  </a:lnTo>
                  <a:lnTo>
                    <a:pt x="4387703" y="130776"/>
                  </a:lnTo>
                  <a:lnTo>
                    <a:pt x="4393292" y="131540"/>
                  </a:lnTo>
                  <a:lnTo>
                    <a:pt x="4407421" y="133651"/>
                  </a:lnTo>
                  <a:lnTo>
                    <a:pt x="4432776" y="137809"/>
                  </a:lnTo>
                  <a:lnTo>
                    <a:pt x="4470754" y="144669"/>
                  </a:lnTo>
                  <a:lnTo>
                    <a:pt x="4521350" y="154773"/>
                  </a:lnTo>
                  <a:lnTo>
                    <a:pt x="4583243" y="168506"/>
                  </a:lnTo>
                  <a:lnTo>
                    <a:pt x="4654093" y="186076"/>
                  </a:lnTo>
                  <a:lnTo>
                    <a:pt x="4730991" y="207537"/>
                  </a:lnTo>
                  <a:lnTo>
                    <a:pt x="4810932" y="232842"/>
                  </a:lnTo>
                  <a:lnTo>
                    <a:pt x="4891208" y="261906"/>
                  </a:lnTo>
                  <a:lnTo>
                    <a:pt x="4969651" y="294674"/>
                  </a:lnTo>
                  <a:lnTo>
                    <a:pt x="5044720" y="331166"/>
                  </a:lnTo>
                  <a:lnTo>
                    <a:pt x="5115485" y="371514"/>
                  </a:lnTo>
                  <a:lnTo>
                    <a:pt x="5181527" y="415976"/>
                  </a:lnTo>
                  <a:lnTo>
                    <a:pt x="5242829" y="464940"/>
                  </a:lnTo>
                  <a:lnTo>
                    <a:pt x="5299655" y="518925"/>
                  </a:lnTo>
                  <a:lnTo>
                    <a:pt x="5352458" y="578562"/>
                  </a:lnTo>
                  <a:lnTo>
                    <a:pt x="5401803" y="644570"/>
                  </a:lnTo>
                  <a:lnTo>
                    <a:pt x="5448306" y="717716"/>
                  </a:lnTo>
                  <a:lnTo>
                    <a:pt x="5492592" y="798737"/>
                  </a:lnTo>
                  <a:lnTo>
                    <a:pt x="5535253" y="888221"/>
                  </a:lnTo>
                  <a:lnTo>
                    <a:pt x="5567201" y="962775"/>
                  </a:lnTo>
                  <a:lnTo>
                    <a:pt x="5594951" y="1032657"/>
                  </a:lnTo>
                  <a:lnTo>
                    <a:pt x="5622465" y="1106559"/>
                  </a:lnTo>
                  <a:lnTo>
                    <a:pt x="5649855" y="1184562"/>
                  </a:lnTo>
                  <a:lnTo>
                    <a:pt x="5677211" y="1266706"/>
                  </a:lnTo>
                  <a:lnTo>
                    <a:pt x="5704607" y="1352993"/>
                  </a:lnTo>
                  <a:lnTo>
                    <a:pt x="5732103" y="1443375"/>
                  </a:lnTo>
                  <a:lnTo>
                    <a:pt x="5759745" y="1537760"/>
                  </a:lnTo>
                  <a:lnTo>
                    <a:pt x="5787564" y="1636002"/>
                  </a:lnTo>
                  <a:lnTo>
                    <a:pt x="5815582" y="1737903"/>
                  </a:lnTo>
                  <a:lnTo>
                    <a:pt x="5843806" y="1843215"/>
                  </a:lnTo>
                  <a:lnTo>
                    <a:pt x="5872236" y="1951635"/>
                  </a:lnTo>
                  <a:lnTo>
                    <a:pt x="5900859" y="2062812"/>
                  </a:lnTo>
                  <a:lnTo>
                    <a:pt x="5929657" y="2176350"/>
                  </a:lnTo>
                  <a:lnTo>
                    <a:pt x="5958601" y="2291811"/>
                  </a:lnTo>
                  <a:lnTo>
                    <a:pt x="5987660" y="2408727"/>
                  </a:lnTo>
                  <a:lnTo>
                    <a:pt x="6016794" y="2526599"/>
                  </a:lnTo>
                  <a:lnTo>
                    <a:pt x="6045965" y="2644914"/>
                  </a:lnTo>
                  <a:lnTo>
                    <a:pt x="6075129" y="2763150"/>
                  </a:lnTo>
                  <a:lnTo>
                    <a:pt x="6104245" y="2880786"/>
                  </a:lnTo>
                  <a:lnTo>
                    <a:pt x="6133272" y="2997313"/>
                  </a:lnTo>
                  <a:lnTo>
                    <a:pt x="6162176" y="3112240"/>
                  </a:lnTo>
                  <a:lnTo>
                    <a:pt x="6190923" y="3225107"/>
                  </a:lnTo>
                  <a:lnTo>
                    <a:pt x="6219489" y="3335489"/>
                  </a:lnTo>
                  <a:lnTo>
                    <a:pt x="6247858" y="3443002"/>
                  </a:lnTo>
                  <a:lnTo>
                    <a:pt x="6276019" y="3547310"/>
                  </a:lnTo>
                  <a:lnTo>
                    <a:pt x="6303975" y="3648127"/>
                  </a:lnTo>
                  <a:lnTo>
                    <a:pt x="6331738" y="3745219"/>
                  </a:lnTo>
                  <a:lnTo>
                    <a:pt x="6359332" y="3838405"/>
                  </a:lnTo>
                  <a:lnTo>
                    <a:pt x="6386792" y="3927554"/>
                  </a:lnTo>
                  <a:lnTo>
                    <a:pt x="6414169" y="4012588"/>
                  </a:lnTo>
                  <a:lnTo>
                    <a:pt x="6441527" y="4093476"/>
                  </a:lnTo>
                  <a:lnTo>
                    <a:pt x="6468944" y="4170230"/>
                  </a:lnTo>
                  <a:lnTo>
                    <a:pt x="6496517" y="4242905"/>
                  </a:lnTo>
                  <a:lnTo>
                    <a:pt x="6515891" y="4291200"/>
                  </a:lnTo>
                  <a:lnTo>
                    <a:pt x="6557658" y="4387368"/>
                  </a:lnTo>
                  <a:lnTo>
                    <a:pt x="6600647" y="4474842"/>
                  </a:lnTo>
                  <a:lnTo>
                    <a:pt x="6645395" y="4553969"/>
                  </a:lnTo>
                  <a:lnTo>
                    <a:pt x="6692504" y="4625384"/>
                  </a:lnTo>
                  <a:lnTo>
                    <a:pt x="6742599" y="4689841"/>
                  </a:lnTo>
                  <a:lnTo>
                    <a:pt x="6796292" y="4748100"/>
                  </a:lnTo>
                  <a:lnTo>
                    <a:pt x="6854125" y="4800864"/>
                  </a:lnTo>
                  <a:lnTo>
                    <a:pt x="6916516" y="4848738"/>
                  </a:lnTo>
                  <a:lnTo>
                    <a:pt x="6983673" y="4892212"/>
                  </a:lnTo>
                  <a:lnTo>
                    <a:pt x="7055494" y="4931644"/>
                  </a:lnTo>
                  <a:lnTo>
                    <a:pt x="7131453" y="4967261"/>
                  </a:lnTo>
                  <a:lnTo>
                    <a:pt x="7210484" y="4999168"/>
                  </a:lnTo>
                  <a:lnTo>
                    <a:pt x="7290898" y="5027364"/>
                  </a:lnTo>
                  <a:lnTo>
                    <a:pt x="7370388" y="5051781"/>
                  </a:lnTo>
                  <a:lnTo>
                    <a:pt x="7446150" y="5072338"/>
                  </a:lnTo>
                  <a:lnTo>
                    <a:pt x="7515161" y="5089004"/>
                  </a:lnTo>
                  <a:lnTo>
                    <a:pt x="7574601" y="5101867"/>
                  </a:lnTo>
                  <a:lnTo>
                    <a:pt x="7622332" y="5111175"/>
                  </a:lnTo>
                  <a:lnTo>
                    <a:pt x="7657319" y="5117352"/>
                  </a:lnTo>
                  <a:lnTo>
                    <a:pt x="7679885" y="5120973"/>
                  </a:lnTo>
                  <a:lnTo>
                    <a:pt x="7691742" y="5122707"/>
                  </a:lnTo>
                  <a:lnTo>
                    <a:pt x="7695850" y="5123258"/>
                  </a:lnTo>
                  <a:lnTo>
                    <a:pt x="7696237" y="5123306"/>
                  </a:lnTo>
                  <a:lnTo>
                    <a:pt x="8234974" y="51233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1" name="pl721"/>
            <p:cNvSpPr/>
            <p:nvPr/>
          </p:nvSpPr>
          <p:spPr>
            <a:xfrm>
              <a:off x="546595" y="647011"/>
              <a:ext cx="8234974" cy="5123306"/>
            </a:xfrm>
            <a:custGeom>
              <a:avLst/>
              <a:pathLst>
                <a:path w="8234974" h="5123306">
                  <a:moveTo>
                    <a:pt x="8234974" y="5123306"/>
                  </a:moveTo>
                  <a:lnTo>
                    <a:pt x="7696237" y="5123306"/>
                  </a:lnTo>
                  <a:lnTo>
                    <a:pt x="7695389" y="5123199"/>
                  </a:lnTo>
                  <a:lnTo>
                    <a:pt x="7689800" y="5122435"/>
                  </a:lnTo>
                  <a:lnTo>
                    <a:pt x="7675672" y="5120324"/>
                  </a:lnTo>
                  <a:lnTo>
                    <a:pt x="7650316" y="5116165"/>
                  </a:lnTo>
                  <a:lnTo>
                    <a:pt x="7612338" y="5109306"/>
                  </a:lnTo>
                  <a:lnTo>
                    <a:pt x="7561742" y="5099201"/>
                  </a:lnTo>
                  <a:lnTo>
                    <a:pt x="7499850" y="5085468"/>
                  </a:lnTo>
                  <a:lnTo>
                    <a:pt x="7429000" y="5067898"/>
                  </a:lnTo>
                  <a:lnTo>
                    <a:pt x="7352102" y="5046437"/>
                  </a:lnTo>
                  <a:lnTo>
                    <a:pt x="7272160" y="5021133"/>
                  </a:lnTo>
                  <a:lnTo>
                    <a:pt x="7191884" y="4992068"/>
                  </a:lnTo>
                  <a:lnTo>
                    <a:pt x="7113442" y="4959300"/>
                  </a:lnTo>
                  <a:lnTo>
                    <a:pt x="7038372" y="4922808"/>
                  </a:lnTo>
                  <a:lnTo>
                    <a:pt x="6967608" y="4882460"/>
                  </a:lnTo>
                  <a:lnTo>
                    <a:pt x="6901565" y="4837999"/>
                  </a:lnTo>
                  <a:lnTo>
                    <a:pt x="6840263" y="4789034"/>
                  </a:lnTo>
                  <a:lnTo>
                    <a:pt x="6783437" y="4735049"/>
                  </a:lnTo>
                  <a:lnTo>
                    <a:pt x="6730634" y="4675412"/>
                  </a:lnTo>
                  <a:lnTo>
                    <a:pt x="6681290" y="4609404"/>
                  </a:lnTo>
                  <a:lnTo>
                    <a:pt x="6634787" y="4536258"/>
                  </a:lnTo>
                  <a:lnTo>
                    <a:pt x="6590500" y="4455237"/>
                  </a:lnTo>
                  <a:lnTo>
                    <a:pt x="6547840" y="4365754"/>
                  </a:lnTo>
                  <a:lnTo>
                    <a:pt x="6515891" y="4291200"/>
                  </a:lnTo>
                  <a:lnTo>
                    <a:pt x="6488142" y="4221318"/>
                  </a:lnTo>
                  <a:lnTo>
                    <a:pt x="6460627" y="4147415"/>
                  </a:lnTo>
                  <a:lnTo>
                    <a:pt x="6433238" y="4069413"/>
                  </a:lnTo>
                  <a:lnTo>
                    <a:pt x="6405882" y="3987268"/>
                  </a:lnTo>
                  <a:lnTo>
                    <a:pt x="6378486" y="3900982"/>
                  </a:lnTo>
                  <a:lnTo>
                    <a:pt x="6350990" y="3810599"/>
                  </a:lnTo>
                  <a:lnTo>
                    <a:pt x="6323348" y="3716215"/>
                  </a:lnTo>
                  <a:lnTo>
                    <a:pt x="6295528" y="3617973"/>
                  </a:lnTo>
                  <a:lnTo>
                    <a:pt x="6267511" y="3516071"/>
                  </a:lnTo>
                  <a:lnTo>
                    <a:pt x="6239286" y="3410760"/>
                  </a:lnTo>
                  <a:lnTo>
                    <a:pt x="6210857" y="3302340"/>
                  </a:lnTo>
                  <a:lnTo>
                    <a:pt x="6182233" y="3191163"/>
                  </a:lnTo>
                  <a:lnTo>
                    <a:pt x="6153436" y="3077625"/>
                  </a:lnTo>
                  <a:lnTo>
                    <a:pt x="6124491" y="2962163"/>
                  </a:lnTo>
                  <a:lnTo>
                    <a:pt x="6095433" y="2845248"/>
                  </a:lnTo>
                  <a:lnTo>
                    <a:pt x="6066298" y="2727375"/>
                  </a:lnTo>
                  <a:lnTo>
                    <a:pt x="6037128" y="2609060"/>
                  </a:lnTo>
                  <a:lnTo>
                    <a:pt x="6007964" y="2490824"/>
                  </a:lnTo>
                  <a:lnTo>
                    <a:pt x="5978848" y="2373188"/>
                  </a:lnTo>
                  <a:lnTo>
                    <a:pt x="5949820" y="2256662"/>
                  </a:lnTo>
                  <a:lnTo>
                    <a:pt x="5920917" y="2141734"/>
                  </a:lnTo>
                  <a:lnTo>
                    <a:pt x="5892170" y="2028867"/>
                  </a:lnTo>
                  <a:lnTo>
                    <a:pt x="5863603" y="1918486"/>
                  </a:lnTo>
                  <a:lnTo>
                    <a:pt x="5835235" y="1810972"/>
                  </a:lnTo>
                  <a:lnTo>
                    <a:pt x="5807073" y="1706664"/>
                  </a:lnTo>
                  <a:lnTo>
                    <a:pt x="5779117" y="1605847"/>
                  </a:lnTo>
                  <a:lnTo>
                    <a:pt x="5751354" y="1508755"/>
                  </a:lnTo>
                  <a:lnTo>
                    <a:pt x="5723761" y="1415570"/>
                  </a:lnTo>
                  <a:lnTo>
                    <a:pt x="5696300" y="1326420"/>
                  </a:lnTo>
                  <a:lnTo>
                    <a:pt x="5668923" y="1241386"/>
                  </a:lnTo>
                  <a:lnTo>
                    <a:pt x="5641566" y="1160498"/>
                  </a:lnTo>
                  <a:lnTo>
                    <a:pt x="5614149" y="1083744"/>
                  </a:lnTo>
                  <a:lnTo>
                    <a:pt x="5586576" y="1011069"/>
                  </a:lnTo>
                  <a:lnTo>
                    <a:pt x="5567201" y="962775"/>
                  </a:lnTo>
                  <a:lnTo>
                    <a:pt x="5525435" y="866607"/>
                  </a:lnTo>
                  <a:lnTo>
                    <a:pt x="5482445" y="779132"/>
                  </a:lnTo>
                  <a:lnTo>
                    <a:pt x="5437697" y="700006"/>
                  </a:lnTo>
                  <a:lnTo>
                    <a:pt x="5390589" y="628590"/>
                  </a:lnTo>
                  <a:lnTo>
                    <a:pt x="5340493" y="564133"/>
                  </a:lnTo>
                  <a:lnTo>
                    <a:pt x="5286800" y="505874"/>
                  </a:lnTo>
                  <a:lnTo>
                    <a:pt x="5228967" y="453111"/>
                  </a:lnTo>
                  <a:lnTo>
                    <a:pt x="5166576" y="405236"/>
                  </a:lnTo>
                  <a:lnTo>
                    <a:pt x="5099420" y="361763"/>
                  </a:lnTo>
                  <a:lnTo>
                    <a:pt x="5027598" y="322331"/>
                  </a:lnTo>
                  <a:lnTo>
                    <a:pt x="4951639" y="286713"/>
                  </a:lnTo>
                  <a:lnTo>
                    <a:pt x="4872609" y="254806"/>
                  </a:lnTo>
                  <a:lnTo>
                    <a:pt x="4792195" y="226610"/>
                  </a:lnTo>
                  <a:lnTo>
                    <a:pt x="4712704" y="202194"/>
                  </a:lnTo>
                  <a:lnTo>
                    <a:pt x="4636942" y="181637"/>
                  </a:lnTo>
                  <a:lnTo>
                    <a:pt x="4567931" y="164970"/>
                  </a:lnTo>
                  <a:lnTo>
                    <a:pt x="4508491" y="152107"/>
                  </a:lnTo>
                  <a:lnTo>
                    <a:pt x="4460761" y="142799"/>
                  </a:lnTo>
                  <a:lnTo>
                    <a:pt x="4425773" y="136622"/>
                  </a:lnTo>
                  <a:lnTo>
                    <a:pt x="4403207" y="133002"/>
                  </a:lnTo>
                  <a:lnTo>
                    <a:pt x="4391351" y="131267"/>
                  </a:lnTo>
                  <a:lnTo>
                    <a:pt x="4387243" y="130717"/>
                  </a:lnTo>
                  <a:lnTo>
                    <a:pt x="4386855" y="130668"/>
                  </a:lnTo>
                  <a:lnTo>
                    <a:pt x="3848118" y="130668"/>
                  </a:lnTo>
                  <a:lnTo>
                    <a:pt x="3846816" y="130664"/>
                  </a:lnTo>
                  <a:lnTo>
                    <a:pt x="3838319" y="130633"/>
                  </a:lnTo>
                  <a:lnTo>
                    <a:pt x="3817138" y="130547"/>
                  </a:lnTo>
                  <a:lnTo>
                    <a:pt x="3779877" y="130378"/>
                  </a:lnTo>
                  <a:lnTo>
                    <a:pt x="3725561" y="130102"/>
                  </a:lnTo>
                  <a:lnTo>
                    <a:pt x="3655654" y="129702"/>
                  </a:lnTo>
                  <a:lnTo>
                    <a:pt x="3573570" y="129168"/>
                  </a:lnTo>
                  <a:lnTo>
                    <a:pt x="3483792" y="128497"/>
                  </a:lnTo>
                  <a:lnTo>
                    <a:pt x="3390904" y="127693"/>
                  </a:lnTo>
                  <a:lnTo>
                    <a:pt x="3298839" y="126758"/>
                  </a:lnTo>
                  <a:lnTo>
                    <a:pt x="3210478" y="125693"/>
                  </a:lnTo>
                  <a:lnTo>
                    <a:pt x="3127590" y="124495"/>
                  </a:lnTo>
                  <a:lnTo>
                    <a:pt x="3050971" y="123154"/>
                  </a:lnTo>
                  <a:lnTo>
                    <a:pt x="2980678" y="121654"/>
                  </a:lnTo>
                  <a:lnTo>
                    <a:pt x="2916266" y="119974"/>
                  </a:lnTo>
                  <a:lnTo>
                    <a:pt x="2856981" y="118088"/>
                  </a:lnTo>
                  <a:lnTo>
                    <a:pt x="2801908" y="115965"/>
                  </a:lnTo>
                  <a:lnTo>
                    <a:pt x="2750079" y="113574"/>
                  </a:lnTo>
                  <a:lnTo>
                    <a:pt x="2700562" y="110890"/>
                  </a:lnTo>
                  <a:lnTo>
                    <a:pt x="2667772" y="108890"/>
                  </a:lnTo>
                  <a:lnTo>
                    <a:pt x="2615087" y="105313"/>
                  </a:lnTo>
                  <a:lnTo>
                    <a:pt x="2562906" y="101348"/>
                  </a:lnTo>
                  <a:lnTo>
                    <a:pt x="2510636" y="96989"/>
                  </a:lnTo>
                  <a:lnTo>
                    <a:pt x="2457890" y="92248"/>
                  </a:lnTo>
                  <a:lnTo>
                    <a:pt x="2404457" y="87153"/>
                  </a:lnTo>
                  <a:lnTo>
                    <a:pt x="2350278" y="81749"/>
                  </a:lnTo>
                  <a:lnTo>
                    <a:pt x="2295430" y="76099"/>
                  </a:lnTo>
                  <a:lnTo>
                    <a:pt x="2240091" y="70283"/>
                  </a:lnTo>
                  <a:lnTo>
                    <a:pt x="2184512" y="64387"/>
                  </a:lnTo>
                  <a:lnTo>
                    <a:pt x="2128980" y="58507"/>
                  </a:lnTo>
                  <a:lnTo>
                    <a:pt x="2073774" y="52735"/>
                  </a:lnTo>
                  <a:lnTo>
                    <a:pt x="2019125" y="47156"/>
                  </a:lnTo>
                  <a:lnTo>
                    <a:pt x="1965183" y="41845"/>
                  </a:lnTo>
                  <a:lnTo>
                    <a:pt x="1911983" y="36859"/>
                  </a:lnTo>
                  <a:lnTo>
                    <a:pt x="1859421" y="32238"/>
                  </a:lnTo>
                  <a:lnTo>
                    <a:pt x="1807231" y="28005"/>
                  </a:lnTo>
                  <a:lnTo>
                    <a:pt x="1754963" y="24166"/>
                  </a:lnTo>
                  <a:lnTo>
                    <a:pt x="1719082" y="21778"/>
                  </a:lnTo>
                  <a:lnTo>
                    <a:pt x="1670667" y="18887"/>
                  </a:lnTo>
                  <a:lnTo>
                    <a:pt x="1620506" y="16299"/>
                  </a:lnTo>
                  <a:lnTo>
                    <a:pt x="1567745" y="13997"/>
                  </a:lnTo>
                  <a:lnTo>
                    <a:pt x="1511430" y="11953"/>
                  </a:lnTo>
                  <a:lnTo>
                    <a:pt x="1450601" y="10136"/>
                  </a:lnTo>
                  <a:lnTo>
                    <a:pt x="1384380" y="8516"/>
                  </a:lnTo>
                  <a:lnTo>
                    <a:pt x="1312095" y="7069"/>
                  </a:lnTo>
                  <a:lnTo>
                    <a:pt x="1233435" y="5775"/>
                  </a:lnTo>
                  <a:lnTo>
                    <a:pt x="1148670" y="4620"/>
                  </a:lnTo>
                  <a:lnTo>
                    <a:pt x="1058881" y="3597"/>
                  </a:lnTo>
                  <a:lnTo>
                    <a:pt x="966185" y="2704"/>
                  </a:lnTo>
                  <a:lnTo>
                    <a:pt x="873820" y="1942"/>
                  </a:lnTo>
                  <a:lnTo>
                    <a:pt x="785990" y="1315"/>
                  </a:lnTo>
                  <a:lnTo>
                    <a:pt x="707341" y="824"/>
                  </a:lnTo>
                  <a:lnTo>
                    <a:pt x="642124" y="465"/>
                  </a:lnTo>
                  <a:lnTo>
                    <a:pt x="593211" y="225"/>
                  </a:lnTo>
                  <a:lnTo>
                    <a:pt x="561315" y="86"/>
                  </a:lnTo>
                  <a:lnTo>
                    <a:pt x="544665" y="20"/>
                  </a:lnTo>
                  <a:lnTo>
                    <a:pt x="539155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2" name="pg722"/>
            <p:cNvSpPr/>
            <p:nvPr/>
          </p:nvSpPr>
          <p:spPr>
            <a:xfrm>
              <a:off x="546595" y="445563"/>
              <a:ext cx="8234974" cy="3751284"/>
            </a:xfrm>
            <a:custGeom>
              <a:avLst/>
              <a:pathLst>
                <a:path w="8234974" h="3751284">
                  <a:moveTo>
                    <a:pt x="0" y="1867475"/>
                  </a:moveTo>
                  <a:lnTo>
                    <a:pt x="538736" y="1867475"/>
                  </a:lnTo>
                  <a:lnTo>
                    <a:pt x="539975" y="1867534"/>
                  </a:lnTo>
                  <a:lnTo>
                    <a:pt x="548068" y="1867960"/>
                  </a:lnTo>
                  <a:lnTo>
                    <a:pt x="568278" y="1869138"/>
                  </a:lnTo>
                  <a:lnTo>
                    <a:pt x="603926" y="1871451"/>
                  </a:lnTo>
                  <a:lnTo>
                    <a:pt x="656077" y="1875234"/>
                  </a:lnTo>
                  <a:lnTo>
                    <a:pt x="723505" y="1880736"/>
                  </a:lnTo>
                  <a:lnTo>
                    <a:pt x="803104" y="1888097"/>
                  </a:lnTo>
                  <a:lnTo>
                    <a:pt x="890673" y="1897357"/>
                  </a:lnTo>
                  <a:lnTo>
                    <a:pt x="981820" y="1908488"/>
                  </a:lnTo>
                  <a:lnTo>
                    <a:pt x="1072687" y="1921446"/>
                  </a:lnTo>
                  <a:lnTo>
                    <a:pt x="1160362" y="1936211"/>
                  </a:lnTo>
                  <a:lnTo>
                    <a:pt x="1242985" y="1952821"/>
                  </a:lnTo>
                  <a:lnTo>
                    <a:pt x="1319637" y="1971388"/>
                  </a:lnTo>
                  <a:lnTo>
                    <a:pt x="1390136" y="1992108"/>
                  </a:lnTo>
                  <a:lnTo>
                    <a:pt x="1454814" y="2015259"/>
                  </a:lnTo>
                  <a:lnTo>
                    <a:pt x="1514333" y="2041189"/>
                  </a:lnTo>
                  <a:lnTo>
                    <a:pt x="1569534" y="2070302"/>
                  </a:lnTo>
                  <a:lnTo>
                    <a:pt x="1621331" y="2103023"/>
                  </a:lnTo>
                  <a:lnTo>
                    <a:pt x="1670628" y="2139734"/>
                  </a:lnTo>
                  <a:lnTo>
                    <a:pt x="1718239" y="2180669"/>
                  </a:lnTo>
                  <a:lnTo>
                    <a:pt x="1719082" y="2181443"/>
                  </a:lnTo>
                  <a:lnTo>
                    <a:pt x="1760140" y="2221084"/>
                  </a:lnTo>
                  <a:lnTo>
                    <a:pt x="1800800" y="2264094"/>
                  </a:lnTo>
                  <a:lnTo>
                    <a:pt x="1841374" y="2310536"/>
                  </a:lnTo>
                  <a:lnTo>
                    <a:pt x="1882098" y="2360399"/>
                  </a:lnTo>
                  <a:lnTo>
                    <a:pt x="1923132" y="2413585"/>
                  </a:lnTo>
                  <a:lnTo>
                    <a:pt x="1964577" y="2469904"/>
                  </a:lnTo>
                  <a:lnTo>
                    <a:pt x="2006473" y="2529071"/>
                  </a:lnTo>
                  <a:lnTo>
                    <a:pt x="2048811" y="2590707"/>
                  </a:lnTo>
                  <a:lnTo>
                    <a:pt x="2091537" y="2654346"/>
                  </a:lnTo>
                  <a:lnTo>
                    <a:pt x="2134562" y="2719446"/>
                  </a:lnTo>
                  <a:lnTo>
                    <a:pt x="2177768" y="2785410"/>
                  </a:lnTo>
                  <a:lnTo>
                    <a:pt x="2221024" y="2851607"/>
                  </a:lnTo>
                  <a:lnTo>
                    <a:pt x="2264193" y="2917395"/>
                  </a:lnTo>
                  <a:lnTo>
                    <a:pt x="2307146" y="2982149"/>
                  </a:lnTo>
                  <a:lnTo>
                    <a:pt x="2349772" y="3045287"/>
                  </a:lnTo>
                  <a:lnTo>
                    <a:pt x="2391992" y="3106284"/>
                  </a:lnTo>
                  <a:lnTo>
                    <a:pt x="2433763" y="3164699"/>
                  </a:lnTo>
                  <a:lnTo>
                    <a:pt x="2475087" y="3220178"/>
                  </a:lnTo>
                  <a:lnTo>
                    <a:pt x="2516024" y="3272461"/>
                  </a:lnTo>
                  <a:lnTo>
                    <a:pt x="2556687" y="3321386"/>
                  </a:lnTo>
                  <a:lnTo>
                    <a:pt x="2597258" y="3366878"/>
                  </a:lnTo>
                  <a:lnTo>
                    <a:pt x="2637993" y="3408949"/>
                  </a:lnTo>
                  <a:lnTo>
                    <a:pt x="2667772" y="3437315"/>
                  </a:lnTo>
                  <a:lnTo>
                    <a:pt x="2715359" y="3478327"/>
                  </a:lnTo>
                  <a:lnTo>
                    <a:pt x="2764620" y="3515112"/>
                  </a:lnTo>
                  <a:lnTo>
                    <a:pt x="2816364" y="3547902"/>
                  </a:lnTo>
                  <a:lnTo>
                    <a:pt x="2871495" y="3577076"/>
                  </a:lnTo>
                  <a:lnTo>
                    <a:pt x="2930928" y="3603059"/>
                  </a:lnTo>
                  <a:lnTo>
                    <a:pt x="2995508" y="3626257"/>
                  </a:lnTo>
                  <a:lnTo>
                    <a:pt x="3065898" y="3647018"/>
                  </a:lnTo>
                  <a:lnTo>
                    <a:pt x="3142439" y="3665622"/>
                  </a:lnTo>
                  <a:lnTo>
                    <a:pt x="3224960" y="3682265"/>
                  </a:lnTo>
                  <a:lnTo>
                    <a:pt x="3312558" y="3697063"/>
                  </a:lnTo>
                  <a:lnTo>
                    <a:pt x="3403390" y="3710053"/>
                  </a:lnTo>
                  <a:lnTo>
                    <a:pt x="3494564" y="3721218"/>
                  </a:lnTo>
                  <a:lnTo>
                    <a:pt x="3582236" y="3730511"/>
                  </a:lnTo>
                  <a:lnTo>
                    <a:pt x="3662016" y="3737907"/>
                  </a:lnTo>
                  <a:lnTo>
                    <a:pt x="3729695" y="3743442"/>
                  </a:lnTo>
                  <a:lnTo>
                    <a:pt x="3782138" y="3747254"/>
                  </a:lnTo>
                  <a:lnTo>
                    <a:pt x="3818079" y="3749590"/>
                  </a:lnTo>
                  <a:lnTo>
                    <a:pt x="3838544" y="3750785"/>
                  </a:lnTo>
                  <a:lnTo>
                    <a:pt x="3846813" y="3751221"/>
                  </a:lnTo>
                  <a:lnTo>
                    <a:pt x="3848118" y="3751284"/>
                  </a:lnTo>
                  <a:lnTo>
                    <a:pt x="4386855" y="3751284"/>
                  </a:lnTo>
                  <a:lnTo>
                    <a:pt x="4387802" y="3751194"/>
                  </a:lnTo>
                  <a:lnTo>
                    <a:pt x="4394028" y="3750551"/>
                  </a:lnTo>
                  <a:lnTo>
                    <a:pt x="4409716" y="3748776"/>
                  </a:lnTo>
                  <a:lnTo>
                    <a:pt x="4437740" y="3745283"/>
                  </a:lnTo>
                  <a:lnTo>
                    <a:pt x="4479455" y="3739532"/>
                  </a:lnTo>
                  <a:lnTo>
                    <a:pt x="4534592" y="3731088"/>
                  </a:lnTo>
                  <a:lnTo>
                    <a:pt x="4601401" y="3719660"/>
                  </a:lnTo>
                  <a:lnTo>
                    <a:pt x="4677062" y="3705107"/>
                  </a:lnTo>
                  <a:lnTo>
                    <a:pt x="4758242" y="3687414"/>
                  </a:lnTo>
                  <a:lnTo>
                    <a:pt x="4841650" y="3666636"/>
                  </a:lnTo>
                  <a:lnTo>
                    <a:pt x="4924454" y="3642840"/>
                  </a:lnTo>
                  <a:lnTo>
                    <a:pt x="5004506" y="3616051"/>
                  </a:lnTo>
                  <a:lnTo>
                    <a:pt x="5080391" y="3586213"/>
                  </a:lnTo>
                  <a:lnTo>
                    <a:pt x="5151356" y="3553167"/>
                  </a:lnTo>
                  <a:lnTo>
                    <a:pt x="5217177" y="3516638"/>
                  </a:lnTo>
                  <a:lnTo>
                    <a:pt x="5278023" y="3476241"/>
                  </a:lnTo>
                  <a:lnTo>
                    <a:pt x="5334326" y="3431482"/>
                  </a:lnTo>
                  <a:lnTo>
                    <a:pt x="5386679" y="3381781"/>
                  </a:lnTo>
                  <a:lnTo>
                    <a:pt x="5435758" y="3326503"/>
                  </a:lnTo>
                  <a:lnTo>
                    <a:pt x="5482265" y="3265016"/>
                  </a:lnTo>
                  <a:lnTo>
                    <a:pt x="5526874" y="3196781"/>
                  </a:lnTo>
                  <a:lnTo>
                    <a:pt x="5567201" y="3126977"/>
                  </a:lnTo>
                  <a:lnTo>
                    <a:pt x="5598766" y="3067062"/>
                  </a:lnTo>
                  <a:lnTo>
                    <a:pt x="5630046" y="3003228"/>
                  </a:lnTo>
                  <a:lnTo>
                    <a:pt x="5661199" y="2935394"/>
                  </a:lnTo>
                  <a:lnTo>
                    <a:pt x="5692350" y="2863530"/>
                  </a:lnTo>
                  <a:lnTo>
                    <a:pt x="5723598" y="2787660"/>
                  </a:lnTo>
                  <a:lnTo>
                    <a:pt x="5755018" y="2707868"/>
                  </a:lnTo>
                  <a:lnTo>
                    <a:pt x="5786662" y="2624299"/>
                  </a:lnTo>
                  <a:lnTo>
                    <a:pt x="5818561" y="2537168"/>
                  </a:lnTo>
                  <a:lnTo>
                    <a:pt x="5850729" y="2446751"/>
                  </a:lnTo>
                  <a:lnTo>
                    <a:pt x="5883159" y="2353394"/>
                  </a:lnTo>
                  <a:lnTo>
                    <a:pt x="5915832" y="2257500"/>
                  </a:lnTo>
                  <a:lnTo>
                    <a:pt x="5948713" y="2159528"/>
                  </a:lnTo>
                  <a:lnTo>
                    <a:pt x="5981757" y="2059985"/>
                  </a:lnTo>
                  <a:lnTo>
                    <a:pt x="6014910" y="1959413"/>
                  </a:lnTo>
                  <a:lnTo>
                    <a:pt x="6048112" y="1858378"/>
                  </a:lnTo>
                  <a:lnTo>
                    <a:pt x="6081302" y="1757457"/>
                  </a:lnTo>
                  <a:lnTo>
                    <a:pt x="6114419" y="1657225"/>
                  </a:lnTo>
                  <a:lnTo>
                    <a:pt x="6147404" y="1558240"/>
                  </a:lnTo>
                  <a:lnTo>
                    <a:pt x="6180208" y="1461032"/>
                  </a:lnTo>
                  <a:lnTo>
                    <a:pt x="6212788" y="1366089"/>
                  </a:lnTo>
                  <a:lnTo>
                    <a:pt x="6245116" y="1273850"/>
                  </a:lnTo>
                  <a:lnTo>
                    <a:pt x="6277177" y="1184695"/>
                  </a:lnTo>
                  <a:lnTo>
                    <a:pt x="6308973" y="1098942"/>
                  </a:lnTo>
                  <a:lnTo>
                    <a:pt x="6340523" y="1016845"/>
                  </a:lnTo>
                  <a:lnTo>
                    <a:pt x="6371868" y="938590"/>
                  </a:lnTo>
                  <a:lnTo>
                    <a:pt x="6403067" y="864297"/>
                  </a:lnTo>
                  <a:lnTo>
                    <a:pt x="6434206" y="794027"/>
                  </a:lnTo>
                  <a:lnTo>
                    <a:pt x="6465393" y="727782"/>
                  </a:lnTo>
                  <a:lnTo>
                    <a:pt x="6496765" y="665510"/>
                  </a:lnTo>
                  <a:lnTo>
                    <a:pt x="6515891" y="629751"/>
                  </a:lnTo>
                  <a:lnTo>
                    <a:pt x="6559272" y="554975"/>
                  </a:lnTo>
                  <a:lnTo>
                    <a:pt x="6603992" y="487223"/>
                  </a:lnTo>
                  <a:lnTo>
                    <a:pt x="6650655" y="426187"/>
                  </a:lnTo>
                  <a:lnTo>
                    <a:pt x="6699940" y="371318"/>
                  </a:lnTo>
                  <a:lnTo>
                    <a:pt x="6752546" y="321981"/>
                  </a:lnTo>
                  <a:lnTo>
                    <a:pt x="6809147" y="277543"/>
                  </a:lnTo>
                  <a:lnTo>
                    <a:pt x="6870328" y="237429"/>
                  </a:lnTo>
                  <a:lnTo>
                    <a:pt x="6936505" y="201154"/>
                  </a:lnTo>
                  <a:lnTo>
                    <a:pt x="7007824" y="168339"/>
                  </a:lnTo>
                  <a:lnTo>
                    <a:pt x="7084030" y="138717"/>
                  </a:lnTo>
                  <a:lnTo>
                    <a:pt x="7164328" y="112136"/>
                  </a:lnTo>
                  <a:lnTo>
                    <a:pt x="7247252" y="88549"/>
                  </a:lnTo>
                  <a:lnTo>
                    <a:pt x="7330603" y="67983"/>
                  </a:lnTo>
                  <a:lnTo>
                    <a:pt x="7411509" y="50507"/>
                  </a:lnTo>
                  <a:lnTo>
                    <a:pt x="7486660" y="36173"/>
                  </a:lnTo>
                  <a:lnTo>
                    <a:pt x="7552739" y="24958"/>
                  </a:lnTo>
                  <a:lnTo>
                    <a:pt x="7606984" y="16713"/>
                  </a:lnTo>
                  <a:lnTo>
                    <a:pt x="7647738" y="11135"/>
                  </a:lnTo>
                  <a:lnTo>
                    <a:pt x="7674842" y="7779"/>
                  </a:lnTo>
                  <a:lnTo>
                    <a:pt x="7689762" y="6102"/>
                  </a:lnTo>
                  <a:lnTo>
                    <a:pt x="7695471" y="55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79" y="3745779"/>
                  </a:lnTo>
                  <a:lnTo>
                    <a:pt x="3838787" y="3745353"/>
                  </a:lnTo>
                  <a:lnTo>
                    <a:pt x="3818577" y="3744175"/>
                  </a:lnTo>
                  <a:lnTo>
                    <a:pt x="3782929" y="3741863"/>
                  </a:lnTo>
                  <a:lnTo>
                    <a:pt x="3730778" y="3738080"/>
                  </a:lnTo>
                  <a:lnTo>
                    <a:pt x="3663349" y="3732578"/>
                  </a:lnTo>
                  <a:lnTo>
                    <a:pt x="3583751" y="3725216"/>
                  </a:lnTo>
                  <a:lnTo>
                    <a:pt x="3496182" y="3715957"/>
                  </a:lnTo>
                  <a:lnTo>
                    <a:pt x="3405034" y="3704826"/>
                  </a:lnTo>
                  <a:lnTo>
                    <a:pt x="3314167" y="3691868"/>
                  </a:lnTo>
                  <a:lnTo>
                    <a:pt x="3226492" y="3677103"/>
                  </a:lnTo>
                  <a:lnTo>
                    <a:pt x="3143869" y="3660493"/>
                  </a:lnTo>
                  <a:lnTo>
                    <a:pt x="3067217" y="3641926"/>
                  </a:lnTo>
                  <a:lnTo>
                    <a:pt x="2996719" y="3621205"/>
                  </a:lnTo>
                  <a:lnTo>
                    <a:pt x="2932040" y="3598055"/>
                  </a:lnTo>
                  <a:lnTo>
                    <a:pt x="2872521" y="3572125"/>
                  </a:lnTo>
                  <a:lnTo>
                    <a:pt x="2817321" y="3543011"/>
                  </a:lnTo>
                  <a:lnTo>
                    <a:pt x="2765524" y="3510291"/>
                  </a:lnTo>
                  <a:lnTo>
                    <a:pt x="2716227" y="3473580"/>
                  </a:lnTo>
                  <a:lnTo>
                    <a:pt x="2668616" y="3432645"/>
                  </a:lnTo>
                  <a:lnTo>
                    <a:pt x="2667772" y="3431871"/>
                  </a:lnTo>
                  <a:lnTo>
                    <a:pt x="2626714" y="3392229"/>
                  </a:lnTo>
                  <a:lnTo>
                    <a:pt x="2586055" y="3349220"/>
                  </a:lnTo>
                  <a:lnTo>
                    <a:pt x="2545480" y="3302778"/>
                  </a:lnTo>
                  <a:lnTo>
                    <a:pt x="2504757" y="3252915"/>
                  </a:lnTo>
                  <a:lnTo>
                    <a:pt x="2463722" y="3199729"/>
                  </a:lnTo>
                  <a:lnTo>
                    <a:pt x="2422278" y="3143410"/>
                  </a:lnTo>
                  <a:lnTo>
                    <a:pt x="2380382" y="3084243"/>
                  </a:lnTo>
                  <a:lnTo>
                    <a:pt x="2338043" y="3022607"/>
                  </a:lnTo>
                  <a:lnTo>
                    <a:pt x="2295317" y="2958968"/>
                  </a:lnTo>
                  <a:lnTo>
                    <a:pt x="2252293" y="2893868"/>
                  </a:lnTo>
                  <a:lnTo>
                    <a:pt x="2209086" y="2827903"/>
                  </a:lnTo>
                  <a:lnTo>
                    <a:pt x="2165831" y="2761707"/>
                  </a:lnTo>
                  <a:lnTo>
                    <a:pt x="2122662" y="2695919"/>
                  </a:lnTo>
                  <a:lnTo>
                    <a:pt x="2079709" y="2631164"/>
                  </a:lnTo>
                  <a:lnTo>
                    <a:pt x="2037082" y="2568027"/>
                  </a:lnTo>
                  <a:lnTo>
                    <a:pt x="1994862" y="2507029"/>
                  </a:lnTo>
                  <a:lnTo>
                    <a:pt x="1953092" y="2448614"/>
                  </a:lnTo>
                  <a:lnTo>
                    <a:pt x="1911767" y="2393136"/>
                  </a:lnTo>
                  <a:lnTo>
                    <a:pt x="1870831" y="2340852"/>
                  </a:lnTo>
                  <a:lnTo>
                    <a:pt x="1830168" y="2291928"/>
                  </a:lnTo>
                  <a:lnTo>
                    <a:pt x="1789596" y="2246435"/>
                  </a:lnTo>
                  <a:lnTo>
                    <a:pt x="1748862" y="2204365"/>
                  </a:lnTo>
                  <a:lnTo>
                    <a:pt x="1719082" y="2175998"/>
                  </a:lnTo>
                  <a:lnTo>
                    <a:pt x="1671495" y="2134987"/>
                  </a:lnTo>
                  <a:lnTo>
                    <a:pt x="1622235" y="2098201"/>
                  </a:lnTo>
                  <a:lnTo>
                    <a:pt x="1570491" y="2065412"/>
                  </a:lnTo>
                  <a:lnTo>
                    <a:pt x="1515360" y="2036238"/>
                  </a:lnTo>
                  <a:lnTo>
                    <a:pt x="1455926" y="2010254"/>
                  </a:lnTo>
                  <a:lnTo>
                    <a:pt x="1391347" y="1987057"/>
                  </a:lnTo>
                  <a:lnTo>
                    <a:pt x="1320957" y="1966296"/>
                  </a:lnTo>
                  <a:lnTo>
                    <a:pt x="1244416" y="1947692"/>
                  </a:lnTo>
                  <a:lnTo>
                    <a:pt x="1161894" y="1931048"/>
                  </a:lnTo>
                  <a:lnTo>
                    <a:pt x="1074297" y="1916251"/>
                  </a:lnTo>
                  <a:lnTo>
                    <a:pt x="983465" y="1903260"/>
                  </a:lnTo>
                  <a:lnTo>
                    <a:pt x="892291" y="1892096"/>
                  </a:lnTo>
                  <a:lnTo>
                    <a:pt x="804619" y="1882802"/>
                  </a:lnTo>
                  <a:lnTo>
                    <a:pt x="724839" y="1875407"/>
                  </a:lnTo>
                  <a:lnTo>
                    <a:pt x="657160" y="1869872"/>
                  </a:lnTo>
                  <a:lnTo>
                    <a:pt x="604717" y="1866060"/>
                  </a:lnTo>
                  <a:lnTo>
                    <a:pt x="568775" y="1863724"/>
                  </a:lnTo>
                  <a:lnTo>
                    <a:pt x="548311" y="1862529"/>
                  </a:lnTo>
                  <a:lnTo>
                    <a:pt x="540042" y="1862093"/>
                  </a:lnTo>
                  <a:lnTo>
                    <a:pt x="538736" y="1862030"/>
                  </a:lnTo>
                  <a:lnTo>
                    <a:pt x="0" y="186203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23" name="pl723"/>
            <p:cNvSpPr/>
            <p:nvPr/>
          </p:nvSpPr>
          <p:spPr>
            <a:xfrm>
              <a:off x="546595" y="451007"/>
              <a:ext cx="8234974" cy="3745839"/>
            </a:xfrm>
            <a:custGeom>
              <a:avLst/>
              <a:pathLst>
                <a:path w="8234974" h="3745839">
                  <a:moveTo>
                    <a:pt x="0" y="1862030"/>
                  </a:moveTo>
                  <a:lnTo>
                    <a:pt x="538736" y="1862030"/>
                  </a:lnTo>
                  <a:lnTo>
                    <a:pt x="539975" y="1862090"/>
                  </a:lnTo>
                  <a:lnTo>
                    <a:pt x="548068" y="1862516"/>
                  </a:lnTo>
                  <a:lnTo>
                    <a:pt x="568278" y="1863694"/>
                  </a:lnTo>
                  <a:lnTo>
                    <a:pt x="603926" y="1866006"/>
                  </a:lnTo>
                  <a:lnTo>
                    <a:pt x="656077" y="1869789"/>
                  </a:lnTo>
                  <a:lnTo>
                    <a:pt x="723505" y="1875292"/>
                  </a:lnTo>
                  <a:lnTo>
                    <a:pt x="803104" y="1882653"/>
                  </a:lnTo>
                  <a:lnTo>
                    <a:pt x="890673" y="1891912"/>
                  </a:lnTo>
                  <a:lnTo>
                    <a:pt x="981820" y="1903044"/>
                  </a:lnTo>
                  <a:lnTo>
                    <a:pt x="1072687" y="1916002"/>
                  </a:lnTo>
                  <a:lnTo>
                    <a:pt x="1160362" y="1930767"/>
                  </a:lnTo>
                  <a:lnTo>
                    <a:pt x="1242985" y="1947376"/>
                  </a:lnTo>
                  <a:lnTo>
                    <a:pt x="1319637" y="1965943"/>
                  </a:lnTo>
                  <a:lnTo>
                    <a:pt x="1390136" y="1986664"/>
                  </a:lnTo>
                  <a:lnTo>
                    <a:pt x="1454814" y="2009814"/>
                  </a:lnTo>
                  <a:lnTo>
                    <a:pt x="1514333" y="2035745"/>
                  </a:lnTo>
                  <a:lnTo>
                    <a:pt x="1569534" y="2064858"/>
                  </a:lnTo>
                  <a:lnTo>
                    <a:pt x="1621331" y="2097578"/>
                  </a:lnTo>
                  <a:lnTo>
                    <a:pt x="1670628" y="2134289"/>
                  </a:lnTo>
                  <a:lnTo>
                    <a:pt x="1718239" y="2175225"/>
                  </a:lnTo>
                  <a:lnTo>
                    <a:pt x="1719082" y="2175998"/>
                  </a:lnTo>
                  <a:lnTo>
                    <a:pt x="1760140" y="2215640"/>
                  </a:lnTo>
                  <a:lnTo>
                    <a:pt x="1800800" y="2258649"/>
                  </a:lnTo>
                  <a:lnTo>
                    <a:pt x="1841374" y="2305092"/>
                  </a:lnTo>
                  <a:lnTo>
                    <a:pt x="1882098" y="2354954"/>
                  </a:lnTo>
                  <a:lnTo>
                    <a:pt x="1923132" y="2408140"/>
                  </a:lnTo>
                  <a:lnTo>
                    <a:pt x="1964577" y="2464459"/>
                  </a:lnTo>
                  <a:lnTo>
                    <a:pt x="2006473" y="2523626"/>
                  </a:lnTo>
                  <a:lnTo>
                    <a:pt x="2048811" y="2585263"/>
                  </a:lnTo>
                  <a:lnTo>
                    <a:pt x="2091537" y="2648901"/>
                  </a:lnTo>
                  <a:lnTo>
                    <a:pt x="2134562" y="2714002"/>
                  </a:lnTo>
                  <a:lnTo>
                    <a:pt x="2177768" y="2779966"/>
                  </a:lnTo>
                  <a:lnTo>
                    <a:pt x="2221024" y="2846163"/>
                  </a:lnTo>
                  <a:lnTo>
                    <a:pt x="2264193" y="2911950"/>
                  </a:lnTo>
                  <a:lnTo>
                    <a:pt x="2307146" y="2976705"/>
                  </a:lnTo>
                  <a:lnTo>
                    <a:pt x="2349772" y="3039842"/>
                  </a:lnTo>
                  <a:lnTo>
                    <a:pt x="2391992" y="3100840"/>
                  </a:lnTo>
                  <a:lnTo>
                    <a:pt x="2433763" y="3159255"/>
                  </a:lnTo>
                  <a:lnTo>
                    <a:pt x="2475087" y="3214733"/>
                  </a:lnTo>
                  <a:lnTo>
                    <a:pt x="2516024" y="3267017"/>
                  </a:lnTo>
                  <a:lnTo>
                    <a:pt x="2556687" y="3315941"/>
                  </a:lnTo>
                  <a:lnTo>
                    <a:pt x="2597258" y="3361434"/>
                  </a:lnTo>
                  <a:lnTo>
                    <a:pt x="2637993" y="3403504"/>
                  </a:lnTo>
                  <a:lnTo>
                    <a:pt x="2667772" y="3431871"/>
                  </a:lnTo>
                  <a:lnTo>
                    <a:pt x="2715359" y="3472883"/>
                  </a:lnTo>
                  <a:lnTo>
                    <a:pt x="2764620" y="3509668"/>
                  </a:lnTo>
                  <a:lnTo>
                    <a:pt x="2816364" y="3542457"/>
                  </a:lnTo>
                  <a:lnTo>
                    <a:pt x="2871495" y="3571631"/>
                  </a:lnTo>
                  <a:lnTo>
                    <a:pt x="2930928" y="3597615"/>
                  </a:lnTo>
                  <a:lnTo>
                    <a:pt x="2995508" y="3620812"/>
                  </a:lnTo>
                  <a:lnTo>
                    <a:pt x="3065898" y="3641573"/>
                  </a:lnTo>
                  <a:lnTo>
                    <a:pt x="3142439" y="3660177"/>
                  </a:lnTo>
                  <a:lnTo>
                    <a:pt x="3224960" y="3676821"/>
                  </a:lnTo>
                  <a:lnTo>
                    <a:pt x="3312558" y="3691619"/>
                  </a:lnTo>
                  <a:lnTo>
                    <a:pt x="3403390" y="3704609"/>
                  </a:lnTo>
                  <a:lnTo>
                    <a:pt x="3494564" y="3715773"/>
                  </a:lnTo>
                  <a:lnTo>
                    <a:pt x="3582236" y="3725067"/>
                  </a:lnTo>
                  <a:lnTo>
                    <a:pt x="3662016" y="3732462"/>
                  </a:lnTo>
                  <a:lnTo>
                    <a:pt x="3729695" y="3737997"/>
                  </a:lnTo>
                  <a:lnTo>
                    <a:pt x="3782138" y="3741809"/>
                  </a:lnTo>
                  <a:lnTo>
                    <a:pt x="3818079" y="3744145"/>
                  </a:lnTo>
                  <a:lnTo>
                    <a:pt x="3838544" y="3745340"/>
                  </a:lnTo>
                  <a:lnTo>
                    <a:pt x="3846813" y="3745776"/>
                  </a:lnTo>
                  <a:lnTo>
                    <a:pt x="3848118" y="3745839"/>
                  </a:lnTo>
                  <a:lnTo>
                    <a:pt x="3848118" y="3745839"/>
                  </a:lnTo>
                  <a:lnTo>
                    <a:pt x="4386855" y="3745839"/>
                  </a:lnTo>
                  <a:lnTo>
                    <a:pt x="4387802" y="3745749"/>
                  </a:lnTo>
                  <a:lnTo>
                    <a:pt x="4394028" y="3745107"/>
                  </a:lnTo>
                  <a:lnTo>
                    <a:pt x="4409716" y="3743332"/>
                  </a:lnTo>
                  <a:lnTo>
                    <a:pt x="4437740" y="3739838"/>
                  </a:lnTo>
                  <a:lnTo>
                    <a:pt x="4479455" y="3734087"/>
                  </a:lnTo>
                  <a:lnTo>
                    <a:pt x="4534592" y="3725643"/>
                  </a:lnTo>
                  <a:lnTo>
                    <a:pt x="4601401" y="3714215"/>
                  </a:lnTo>
                  <a:lnTo>
                    <a:pt x="4677062" y="3699663"/>
                  </a:lnTo>
                  <a:lnTo>
                    <a:pt x="4758242" y="3681970"/>
                  </a:lnTo>
                  <a:lnTo>
                    <a:pt x="4841650" y="3661191"/>
                  </a:lnTo>
                  <a:lnTo>
                    <a:pt x="4924454" y="3637395"/>
                  </a:lnTo>
                  <a:lnTo>
                    <a:pt x="5004506" y="3610606"/>
                  </a:lnTo>
                  <a:lnTo>
                    <a:pt x="5080391" y="3580768"/>
                  </a:lnTo>
                  <a:lnTo>
                    <a:pt x="5151356" y="3547722"/>
                  </a:lnTo>
                  <a:lnTo>
                    <a:pt x="5217177" y="3511194"/>
                  </a:lnTo>
                  <a:lnTo>
                    <a:pt x="5278023" y="3470796"/>
                  </a:lnTo>
                  <a:lnTo>
                    <a:pt x="5334326" y="3426037"/>
                  </a:lnTo>
                  <a:lnTo>
                    <a:pt x="5386679" y="3376336"/>
                  </a:lnTo>
                  <a:lnTo>
                    <a:pt x="5435758" y="3321059"/>
                  </a:lnTo>
                  <a:lnTo>
                    <a:pt x="5482265" y="3259571"/>
                  </a:lnTo>
                  <a:lnTo>
                    <a:pt x="5526874" y="3191337"/>
                  </a:lnTo>
                  <a:lnTo>
                    <a:pt x="5567201" y="3121532"/>
                  </a:lnTo>
                  <a:lnTo>
                    <a:pt x="5598766" y="3061618"/>
                  </a:lnTo>
                  <a:lnTo>
                    <a:pt x="5630046" y="2997784"/>
                  </a:lnTo>
                  <a:lnTo>
                    <a:pt x="5661199" y="2929950"/>
                  </a:lnTo>
                  <a:lnTo>
                    <a:pt x="5692350" y="2858086"/>
                  </a:lnTo>
                  <a:lnTo>
                    <a:pt x="5723598" y="2782216"/>
                  </a:lnTo>
                  <a:lnTo>
                    <a:pt x="5755018" y="2702423"/>
                  </a:lnTo>
                  <a:lnTo>
                    <a:pt x="5786662" y="2618855"/>
                  </a:lnTo>
                  <a:lnTo>
                    <a:pt x="5818561" y="2531723"/>
                  </a:lnTo>
                  <a:lnTo>
                    <a:pt x="5850729" y="2441307"/>
                  </a:lnTo>
                  <a:lnTo>
                    <a:pt x="5883159" y="2347949"/>
                  </a:lnTo>
                  <a:lnTo>
                    <a:pt x="5915832" y="2252055"/>
                  </a:lnTo>
                  <a:lnTo>
                    <a:pt x="5948713" y="2154084"/>
                  </a:lnTo>
                  <a:lnTo>
                    <a:pt x="5981757" y="2054541"/>
                  </a:lnTo>
                  <a:lnTo>
                    <a:pt x="6014910" y="1953968"/>
                  </a:lnTo>
                  <a:lnTo>
                    <a:pt x="6048112" y="1852933"/>
                  </a:lnTo>
                  <a:lnTo>
                    <a:pt x="6081302" y="1752012"/>
                  </a:lnTo>
                  <a:lnTo>
                    <a:pt x="6114419" y="1651780"/>
                  </a:lnTo>
                  <a:lnTo>
                    <a:pt x="6147404" y="1552796"/>
                  </a:lnTo>
                  <a:lnTo>
                    <a:pt x="6180208" y="1455587"/>
                  </a:lnTo>
                  <a:lnTo>
                    <a:pt x="6212788" y="1360644"/>
                  </a:lnTo>
                  <a:lnTo>
                    <a:pt x="6245116" y="1268405"/>
                  </a:lnTo>
                  <a:lnTo>
                    <a:pt x="6277177" y="1179250"/>
                  </a:lnTo>
                  <a:lnTo>
                    <a:pt x="6308973" y="1093498"/>
                  </a:lnTo>
                  <a:lnTo>
                    <a:pt x="6340523" y="1011401"/>
                  </a:lnTo>
                  <a:lnTo>
                    <a:pt x="6371868" y="933145"/>
                  </a:lnTo>
                  <a:lnTo>
                    <a:pt x="6403067" y="858853"/>
                  </a:lnTo>
                  <a:lnTo>
                    <a:pt x="6434206" y="788583"/>
                  </a:lnTo>
                  <a:lnTo>
                    <a:pt x="6465393" y="722337"/>
                  </a:lnTo>
                  <a:lnTo>
                    <a:pt x="6496765" y="660065"/>
                  </a:lnTo>
                  <a:lnTo>
                    <a:pt x="6515891" y="624306"/>
                  </a:lnTo>
                  <a:lnTo>
                    <a:pt x="6559272" y="549531"/>
                  </a:lnTo>
                  <a:lnTo>
                    <a:pt x="6603992" y="481779"/>
                  </a:lnTo>
                  <a:lnTo>
                    <a:pt x="6650655" y="420742"/>
                  </a:lnTo>
                  <a:lnTo>
                    <a:pt x="6699940" y="365873"/>
                  </a:lnTo>
                  <a:lnTo>
                    <a:pt x="6752546" y="316536"/>
                  </a:lnTo>
                  <a:lnTo>
                    <a:pt x="6809147" y="272098"/>
                  </a:lnTo>
                  <a:lnTo>
                    <a:pt x="6870328" y="231985"/>
                  </a:lnTo>
                  <a:lnTo>
                    <a:pt x="6936505" y="195710"/>
                  </a:lnTo>
                  <a:lnTo>
                    <a:pt x="7007824" y="162894"/>
                  </a:lnTo>
                  <a:lnTo>
                    <a:pt x="7084030" y="133272"/>
                  </a:lnTo>
                  <a:lnTo>
                    <a:pt x="7164328" y="106692"/>
                  </a:lnTo>
                  <a:lnTo>
                    <a:pt x="7247252" y="83104"/>
                  </a:lnTo>
                  <a:lnTo>
                    <a:pt x="7330603" y="62538"/>
                  </a:lnTo>
                  <a:lnTo>
                    <a:pt x="7411509" y="45062"/>
                  </a:lnTo>
                  <a:lnTo>
                    <a:pt x="7486660" y="30728"/>
                  </a:lnTo>
                  <a:lnTo>
                    <a:pt x="7552739" y="19514"/>
                  </a:lnTo>
                  <a:lnTo>
                    <a:pt x="7606984" y="11269"/>
                  </a:lnTo>
                  <a:lnTo>
                    <a:pt x="7647738" y="5690"/>
                  </a:lnTo>
                  <a:lnTo>
                    <a:pt x="7674842" y="2334"/>
                  </a:lnTo>
                  <a:lnTo>
                    <a:pt x="7689762" y="657"/>
                  </a:lnTo>
                  <a:lnTo>
                    <a:pt x="7695471" y="7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4" name="pl724"/>
            <p:cNvSpPr/>
            <p:nvPr/>
          </p:nvSpPr>
          <p:spPr>
            <a:xfrm>
              <a:off x="546595" y="445563"/>
              <a:ext cx="8234974" cy="3745839"/>
            </a:xfrm>
            <a:custGeom>
              <a:avLst/>
              <a:pathLst>
                <a:path w="8234974" h="3745839">
                  <a:moveTo>
                    <a:pt x="8234974" y="0"/>
                  </a:move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79" y="3745779"/>
                  </a:lnTo>
                  <a:lnTo>
                    <a:pt x="3838787" y="3745353"/>
                  </a:lnTo>
                  <a:lnTo>
                    <a:pt x="3818577" y="3744175"/>
                  </a:lnTo>
                  <a:lnTo>
                    <a:pt x="3782929" y="3741863"/>
                  </a:lnTo>
                  <a:lnTo>
                    <a:pt x="3730778" y="3738080"/>
                  </a:lnTo>
                  <a:lnTo>
                    <a:pt x="3663349" y="3732578"/>
                  </a:lnTo>
                  <a:lnTo>
                    <a:pt x="3583751" y="3725216"/>
                  </a:lnTo>
                  <a:lnTo>
                    <a:pt x="3496182" y="3715957"/>
                  </a:lnTo>
                  <a:lnTo>
                    <a:pt x="3405034" y="3704826"/>
                  </a:lnTo>
                  <a:lnTo>
                    <a:pt x="3314167" y="3691868"/>
                  </a:lnTo>
                  <a:lnTo>
                    <a:pt x="3226492" y="3677103"/>
                  </a:lnTo>
                  <a:lnTo>
                    <a:pt x="3143869" y="3660493"/>
                  </a:lnTo>
                  <a:lnTo>
                    <a:pt x="3067217" y="3641926"/>
                  </a:lnTo>
                  <a:lnTo>
                    <a:pt x="2996719" y="3621205"/>
                  </a:lnTo>
                  <a:lnTo>
                    <a:pt x="2932040" y="3598055"/>
                  </a:lnTo>
                  <a:lnTo>
                    <a:pt x="2872521" y="3572125"/>
                  </a:lnTo>
                  <a:lnTo>
                    <a:pt x="2817321" y="3543011"/>
                  </a:lnTo>
                  <a:lnTo>
                    <a:pt x="2765524" y="3510291"/>
                  </a:lnTo>
                  <a:lnTo>
                    <a:pt x="2716227" y="3473580"/>
                  </a:lnTo>
                  <a:lnTo>
                    <a:pt x="2668616" y="3432645"/>
                  </a:lnTo>
                  <a:lnTo>
                    <a:pt x="2667772" y="3431871"/>
                  </a:lnTo>
                  <a:lnTo>
                    <a:pt x="2626714" y="3392229"/>
                  </a:lnTo>
                  <a:lnTo>
                    <a:pt x="2586055" y="3349220"/>
                  </a:lnTo>
                  <a:lnTo>
                    <a:pt x="2545480" y="3302778"/>
                  </a:lnTo>
                  <a:lnTo>
                    <a:pt x="2504757" y="3252915"/>
                  </a:lnTo>
                  <a:lnTo>
                    <a:pt x="2463722" y="3199729"/>
                  </a:lnTo>
                  <a:lnTo>
                    <a:pt x="2422278" y="3143410"/>
                  </a:lnTo>
                  <a:lnTo>
                    <a:pt x="2380382" y="3084243"/>
                  </a:lnTo>
                  <a:lnTo>
                    <a:pt x="2338043" y="3022607"/>
                  </a:lnTo>
                  <a:lnTo>
                    <a:pt x="2295317" y="2958968"/>
                  </a:lnTo>
                  <a:lnTo>
                    <a:pt x="2252293" y="2893868"/>
                  </a:lnTo>
                  <a:lnTo>
                    <a:pt x="2209086" y="2827903"/>
                  </a:lnTo>
                  <a:lnTo>
                    <a:pt x="2165831" y="2761707"/>
                  </a:lnTo>
                  <a:lnTo>
                    <a:pt x="2122662" y="2695919"/>
                  </a:lnTo>
                  <a:lnTo>
                    <a:pt x="2079709" y="2631164"/>
                  </a:lnTo>
                  <a:lnTo>
                    <a:pt x="2037082" y="2568027"/>
                  </a:lnTo>
                  <a:lnTo>
                    <a:pt x="1994862" y="2507029"/>
                  </a:lnTo>
                  <a:lnTo>
                    <a:pt x="1953092" y="2448614"/>
                  </a:lnTo>
                  <a:lnTo>
                    <a:pt x="1911767" y="2393136"/>
                  </a:lnTo>
                  <a:lnTo>
                    <a:pt x="1870831" y="2340852"/>
                  </a:lnTo>
                  <a:lnTo>
                    <a:pt x="1830168" y="2291928"/>
                  </a:lnTo>
                  <a:lnTo>
                    <a:pt x="1789596" y="2246435"/>
                  </a:lnTo>
                  <a:lnTo>
                    <a:pt x="1748862" y="2204365"/>
                  </a:lnTo>
                  <a:lnTo>
                    <a:pt x="1719082" y="2175998"/>
                  </a:lnTo>
                  <a:lnTo>
                    <a:pt x="1671495" y="2134987"/>
                  </a:lnTo>
                  <a:lnTo>
                    <a:pt x="1622235" y="2098201"/>
                  </a:lnTo>
                  <a:lnTo>
                    <a:pt x="1570491" y="2065412"/>
                  </a:lnTo>
                  <a:lnTo>
                    <a:pt x="1515360" y="2036238"/>
                  </a:lnTo>
                  <a:lnTo>
                    <a:pt x="1455926" y="2010254"/>
                  </a:lnTo>
                  <a:lnTo>
                    <a:pt x="1391347" y="1987057"/>
                  </a:lnTo>
                  <a:lnTo>
                    <a:pt x="1320957" y="1966296"/>
                  </a:lnTo>
                  <a:lnTo>
                    <a:pt x="1244416" y="1947692"/>
                  </a:lnTo>
                  <a:lnTo>
                    <a:pt x="1161894" y="1931048"/>
                  </a:lnTo>
                  <a:lnTo>
                    <a:pt x="1074297" y="1916251"/>
                  </a:lnTo>
                  <a:lnTo>
                    <a:pt x="983465" y="1903260"/>
                  </a:lnTo>
                  <a:lnTo>
                    <a:pt x="892291" y="1892096"/>
                  </a:lnTo>
                  <a:lnTo>
                    <a:pt x="804619" y="1882802"/>
                  </a:lnTo>
                  <a:lnTo>
                    <a:pt x="724839" y="1875407"/>
                  </a:lnTo>
                  <a:lnTo>
                    <a:pt x="657160" y="1869872"/>
                  </a:lnTo>
                  <a:lnTo>
                    <a:pt x="604717" y="1866060"/>
                  </a:lnTo>
                  <a:lnTo>
                    <a:pt x="568775" y="1863724"/>
                  </a:lnTo>
                  <a:lnTo>
                    <a:pt x="548311" y="1862529"/>
                  </a:lnTo>
                  <a:lnTo>
                    <a:pt x="540042" y="1862093"/>
                  </a:lnTo>
                  <a:lnTo>
                    <a:pt x="538736" y="1862030"/>
                  </a:lnTo>
                  <a:lnTo>
                    <a:pt x="538736" y="1862030"/>
                  </a:lnTo>
                  <a:lnTo>
                    <a:pt x="0" y="18620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5" name="pg725"/>
            <p:cNvSpPr/>
            <p:nvPr/>
          </p:nvSpPr>
          <p:spPr>
            <a:xfrm>
              <a:off x="546595" y="657900"/>
              <a:ext cx="8234974" cy="3560725"/>
            </a:xfrm>
            <a:custGeom>
              <a:avLst/>
              <a:pathLst>
                <a:path w="8234974" h="3560725">
                  <a:moveTo>
                    <a:pt x="0" y="1660582"/>
                  </a:moveTo>
                  <a:lnTo>
                    <a:pt x="538736" y="1660582"/>
                  </a:lnTo>
                  <a:lnTo>
                    <a:pt x="539974" y="1660643"/>
                  </a:lnTo>
                  <a:lnTo>
                    <a:pt x="548060" y="1661072"/>
                  </a:lnTo>
                  <a:lnTo>
                    <a:pt x="568254" y="1662259"/>
                  </a:lnTo>
                  <a:lnTo>
                    <a:pt x="603875" y="1664589"/>
                  </a:lnTo>
                  <a:lnTo>
                    <a:pt x="655991" y="1668402"/>
                  </a:lnTo>
                  <a:lnTo>
                    <a:pt x="723378" y="1673948"/>
                  </a:lnTo>
                  <a:lnTo>
                    <a:pt x="802934" y="1681367"/>
                  </a:lnTo>
                  <a:lnTo>
                    <a:pt x="890466" y="1690700"/>
                  </a:lnTo>
                  <a:lnTo>
                    <a:pt x="981583" y="1701920"/>
                  </a:lnTo>
                  <a:lnTo>
                    <a:pt x="1072429" y="1714982"/>
                  </a:lnTo>
                  <a:lnTo>
                    <a:pt x="1160092" y="1729865"/>
                  </a:lnTo>
                  <a:lnTo>
                    <a:pt x="1242710" y="1746607"/>
                  </a:lnTo>
                  <a:lnTo>
                    <a:pt x="1319362" y="1765323"/>
                  </a:lnTo>
                  <a:lnTo>
                    <a:pt x="1389864" y="1786208"/>
                  </a:lnTo>
                  <a:lnTo>
                    <a:pt x="1454547" y="1809542"/>
                  </a:lnTo>
                  <a:lnTo>
                    <a:pt x="1514070" y="1835676"/>
                  </a:lnTo>
                  <a:lnTo>
                    <a:pt x="1569273" y="1865017"/>
                  </a:lnTo>
                  <a:lnTo>
                    <a:pt x="1621070" y="1897992"/>
                  </a:lnTo>
                  <a:lnTo>
                    <a:pt x="1670364" y="1934988"/>
                  </a:lnTo>
                  <a:lnTo>
                    <a:pt x="1717969" y="1976243"/>
                  </a:lnTo>
                  <a:lnTo>
                    <a:pt x="1719082" y="1977273"/>
                  </a:lnTo>
                  <a:lnTo>
                    <a:pt x="1760028" y="2017143"/>
                  </a:lnTo>
                  <a:lnTo>
                    <a:pt x="1800576" y="2060392"/>
                  </a:lnTo>
                  <a:lnTo>
                    <a:pt x="1841039" y="2107084"/>
                  </a:lnTo>
                  <a:lnTo>
                    <a:pt x="1881648" y="2157208"/>
                  </a:lnTo>
                  <a:lnTo>
                    <a:pt x="1922565" y="2210667"/>
                  </a:lnTo>
                  <a:lnTo>
                    <a:pt x="1963889" y="2267272"/>
                  </a:lnTo>
                  <a:lnTo>
                    <a:pt x="2005661" y="2326740"/>
                  </a:lnTo>
                  <a:lnTo>
                    <a:pt x="2047874" y="2388693"/>
                  </a:lnTo>
                  <a:lnTo>
                    <a:pt x="2090475" y="2452665"/>
                  </a:lnTo>
                  <a:lnTo>
                    <a:pt x="2133374" y="2518119"/>
                  </a:lnTo>
                  <a:lnTo>
                    <a:pt x="2176458" y="2584455"/>
                  </a:lnTo>
                  <a:lnTo>
                    <a:pt x="2219595" y="2651045"/>
                  </a:lnTo>
                  <a:lnTo>
                    <a:pt x="2262651" y="2717245"/>
                  </a:lnTo>
                  <a:lnTo>
                    <a:pt x="2305495" y="2782431"/>
                  </a:lnTo>
                  <a:lnTo>
                    <a:pt x="2348020" y="2846016"/>
                  </a:lnTo>
                  <a:lnTo>
                    <a:pt x="2390142" y="2907475"/>
                  </a:lnTo>
                  <a:lnTo>
                    <a:pt x="2431818" y="2966361"/>
                  </a:lnTo>
                  <a:lnTo>
                    <a:pt x="2473049" y="3022315"/>
                  </a:lnTo>
                  <a:lnTo>
                    <a:pt x="2513890" y="3075075"/>
                  </a:lnTo>
                  <a:lnTo>
                    <a:pt x="2554452" y="3124472"/>
                  </a:lnTo>
                  <a:lnTo>
                    <a:pt x="2594911" y="3170428"/>
                  </a:lnTo>
                  <a:lnTo>
                    <a:pt x="2635515" y="3212949"/>
                  </a:lnTo>
                  <a:lnTo>
                    <a:pt x="2667772" y="3244034"/>
                  </a:lnTo>
                  <a:lnTo>
                    <a:pt x="2715345" y="3285391"/>
                  </a:lnTo>
                  <a:lnTo>
                    <a:pt x="2764591" y="3322486"/>
                  </a:lnTo>
                  <a:lnTo>
                    <a:pt x="2816318" y="3355552"/>
                  </a:lnTo>
                  <a:lnTo>
                    <a:pt x="2871429" y="3384975"/>
                  </a:lnTo>
                  <a:lnTo>
                    <a:pt x="2930839" y="3411180"/>
                  </a:lnTo>
                  <a:lnTo>
                    <a:pt x="2995391" y="3434576"/>
                  </a:lnTo>
                  <a:lnTo>
                    <a:pt x="3065750" y="3455515"/>
                  </a:lnTo>
                  <a:lnTo>
                    <a:pt x="3142256" y="3474280"/>
                  </a:lnTo>
                  <a:lnTo>
                    <a:pt x="3224739" y="3491067"/>
                  </a:lnTo>
                  <a:lnTo>
                    <a:pt x="3312300" y="3505994"/>
                  </a:lnTo>
                  <a:lnTo>
                    <a:pt x="3403100" y="3519099"/>
                  </a:lnTo>
                  <a:lnTo>
                    <a:pt x="3494253" y="3530363"/>
                  </a:lnTo>
                  <a:lnTo>
                    <a:pt x="3581920" y="3539741"/>
                  </a:lnTo>
                  <a:lnTo>
                    <a:pt x="3661716" y="3547206"/>
                  </a:lnTo>
                  <a:lnTo>
                    <a:pt x="3729434" y="3552795"/>
                  </a:lnTo>
                  <a:lnTo>
                    <a:pt x="3781934" y="3556646"/>
                  </a:lnTo>
                  <a:lnTo>
                    <a:pt x="3817943" y="3559008"/>
                  </a:lnTo>
                  <a:lnTo>
                    <a:pt x="3838473" y="3560218"/>
                  </a:lnTo>
                  <a:lnTo>
                    <a:pt x="3846792" y="3560660"/>
                  </a:lnTo>
                  <a:lnTo>
                    <a:pt x="3848118" y="3560725"/>
                  </a:lnTo>
                  <a:lnTo>
                    <a:pt x="4386855" y="3560725"/>
                  </a:lnTo>
                  <a:lnTo>
                    <a:pt x="4387817" y="3560638"/>
                  </a:lnTo>
                  <a:lnTo>
                    <a:pt x="4394137" y="3560019"/>
                  </a:lnTo>
                  <a:lnTo>
                    <a:pt x="4410055" y="3558307"/>
                  </a:lnTo>
                  <a:lnTo>
                    <a:pt x="4438472" y="3554938"/>
                  </a:lnTo>
                  <a:lnTo>
                    <a:pt x="4480734" y="3549395"/>
                  </a:lnTo>
                  <a:lnTo>
                    <a:pt x="4536528" y="3541260"/>
                  </a:lnTo>
                  <a:lnTo>
                    <a:pt x="4604040" y="3530256"/>
                  </a:lnTo>
                  <a:lnTo>
                    <a:pt x="4680379" y="3516253"/>
                  </a:lnTo>
                  <a:lnTo>
                    <a:pt x="4762151" y="3499239"/>
                  </a:lnTo>
                  <a:lnTo>
                    <a:pt x="4846027" y="3479270"/>
                  </a:lnTo>
                  <a:lnTo>
                    <a:pt x="4929161" y="3456409"/>
                  </a:lnTo>
                  <a:lnTo>
                    <a:pt x="5009413" y="3430677"/>
                  </a:lnTo>
                  <a:lnTo>
                    <a:pt x="5085388" y="3402013"/>
                  </a:lnTo>
                  <a:lnTo>
                    <a:pt x="5156360" y="3370259"/>
                  </a:lnTo>
                  <a:lnTo>
                    <a:pt x="5222137" y="3335140"/>
                  </a:lnTo>
                  <a:lnTo>
                    <a:pt x="5282912" y="3296277"/>
                  </a:lnTo>
                  <a:lnTo>
                    <a:pt x="5339142" y="3253187"/>
                  </a:lnTo>
                  <a:lnTo>
                    <a:pt x="5391439" y="3205305"/>
                  </a:lnTo>
                  <a:lnTo>
                    <a:pt x="5440494" y="3152016"/>
                  </a:lnTo>
                  <a:lnTo>
                    <a:pt x="5487019" y="3092713"/>
                  </a:lnTo>
                  <a:lnTo>
                    <a:pt x="5531695" y="3026896"/>
                  </a:lnTo>
                  <a:lnTo>
                    <a:pt x="5567201" y="2968178"/>
                  </a:lnTo>
                  <a:lnTo>
                    <a:pt x="5599485" y="2909965"/>
                  </a:lnTo>
                  <a:lnTo>
                    <a:pt x="5631476" y="2847857"/>
                  </a:lnTo>
                  <a:lnTo>
                    <a:pt x="5663340" y="2781775"/>
                  </a:lnTo>
                  <a:lnTo>
                    <a:pt x="5695210" y="2711690"/>
                  </a:lnTo>
                  <a:lnTo>
                    <a:pt x="5727189" y="2637632"/>
                  </a:lnTo>
                  <a:lnTo>
                    <a:pt x="5759355" y="2559692"/>
                  </a:lnTo>
                  <a:lnTo>
                    <a:pt x="5791762" y="2478027"/>
                  </a:lnTo>
                  <a:lnTo>
                    <a:pt x="5824439" y="2392864"/>
                  </a:lnTo>
                  <a:lnTo>
                    <a:pt x="5857397" y="2304497"/>
                  </a:lnTo>
                  <a:lnTo>
                    <a:pt x="5890627" y="2213288"/>
                  </a:lnTo>
                  <a:lnTo>
                    <a:pt x="5924103" y="2119659"/>
                  </a:lnTo>
                  <a:lnTo>
                    <a:pt x="5957787" y="2024090"/>
                  </a:lnTo>
                  <a:lnTo>
                    <a:pt x="5991625" y="1927105"/>
                  </a:lnTo>
                  <a:lnTo>
                    <a:pt x="6025560" y="1829264"/>
                  </a:lnTo>
                  <a:lnTo>
                    <a:pt x="6059526" y="1731147"/>
                  </a:lnTo>
                  <a:lnTo>
                    <a:pt x="6093457" y="1633340"/>
                  </a:lnTo>
                  <a:lnTo>
                    <a:pt x="6127288" y="1536423"/>
                  </a:lnTo>
                  <a:lnTo>
                    <a:pt x="6160961" y="1440954"/>
                  </a:lnTo>
                  <a:lnTo>
                    <a:pt x="6194424" y="1347454"/>
                  </a:lnTo>
                  <a:lnTo>
                    <a:pt x="6227638" y="1256401"/>
                  </a:lnTo>
                  <a:lnTo>
                    <a:pt x="6260580" y="1168212"/>
                  </a:lnTo>
                  <a:lnTo>
                    <a:pt x="6293241" y="1083247"/>
                  </a:lnTo>
                  <a:lnTo>
                    <a:pt x="6325632" y="1001796"/>
                  </a:lnTo>
                  <a:lnTo>
                    <a:pt x="6357786" y="924080"/>
                  </a:lnTo>
                  <a:lnTo>
                    <a:pt x="6389756" y="850254"/>
                  </a:lnTo>
                  <a:lnTo>
                    <a:pt x="6421623" y="780403"/>
                  </a:lnTo>
                  <a:lnTo>
                    <a:pt x="6453490" y="714556"/>
                  </a:lnTo>
                  <a:lnTo>
                    <a:pt x="6485493" y="652679"/>
                  </a:lnTo>
                  <a:lnTo>
                    <a:pt x="6515891" y="597991"/>
                  </a:lnTo>
                  <a:lnTo>
                    <a:pt x="6559503" y="526665"/>
                  </a:lnTo>
                  <a:lnTo>
                    <a:pt x="6604470" y="462075"/>
                  </a:lnTo>
                  <a:lnTo>
                    <a:pt x="6651408" y="403920"/>
                  </a:lnTo>
                  <a:lnTo>
                    <a:pt x="6701006" y="351672"/>
                  </a:lnTo>
                  <a:lnTo>
                    <a:pt x="6753976" y="304716"/>
                  </a:lnTo>
                  <a:lnTo>
                    <a:pt x="6810999" y="262443"/>
                  </a:lnTo>
                  <a:lnTo>
                    <a:pt x="6872666" y="224302"/>
                  </a:lnTo>
                  <a:lnTo>
                    <a:pt x="6939393" y="189828"/>
                  </a:lnTo>
                  <a:lnTo>
                    <a:pt x="7011313" y="158659"/>
                  </a:lnTo>
                  <a:lnTo>
                    <a:pt x="7088147" y="130544"/>
                  </a:lnTo>
                  <a:lnTo>
                    <a:pt x="7169055" y="105341"/>
                  </a:lnTo>
                  <a:lnTo>
                    <a:pt x="7252509" y="83008"/>
                  </a:lnTo>
                  <a:lnTo>
                    <a:pt x="7336230" y="63577"/>
                  </a:lnTo>
                  <a:lnTo>
                    <a:pt x="7417261" y="47114"/>
                  </a:lnTo>
                  <a:lnTo>
                    <a:pt x="7492225" y="33667"/>
                  </a:lnTo>
                  <a:lnTo>
                    <a:pt x="7557775" y="23204"/>
                  </a:lnTo>
                  <a:lnTo>
                    <a:pt x="7611177" y="15571"/>
                  </a:lnTo>
                  <a:lnTo>
                    <a:pt x="7650867" y="10462"/>
                  </a:lnTo>
                  <a:lnTo>
                    <a:pt x="7676836" y="7439"/>
                  </a:lnTo>
                  <a:lnTo>
                    <a:pt x="7690729" y="5971"/>
                  </a:lnTo>
                  <a:lnTo>
                    <a:pt x="7695709" y="549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5" y="86"/>
                  </a:lnTo>
                  <a:lnTo>
                    <a:pt x="7688955" y="706"/>
                  </a:lnTo>
                  <a:lnTo>
                    <a:pt x="7673037" y="2417"/>
                  </a:lnTo>
                  <a:lnTo>
                    <a:pt x="7644620" y="5786"/>
                  </a:lnTo>
                  <a:lnTo>
                    <a:pt x="7602359" y="11329"/>
                  </a:lnTo>
                  <a:lnTo>
                    <a:pt x="7546565" y="19465"/>
                  </a:lnTo>
                  <a:lnTo>
                    <a:pt x="7479052" y="30468"/>
                  </a:lnTo>
                  <a:lnTo>
                    <a:pt x="7402713" y="44471"/>
                  </a:lnTo>
                  <a:lnTo>
                    <a:pt x="7320941" y="61485"/>
                  </a:lnTo>
                  <a:lnTo>
                    <a:pt x="7237065" y="81454"/>
                  </a:lnTo>
                  <a:lnTo>
                    <a:pt x="7153931" y="104315"/>
                  </a:lnTo>
                  <a:lnTo>
                    <a:pt x="7073679" y="130048"/>
                  </a:lnTo>
                  <a:lnTo>
                    <a:pt x="6997704" y="158711"/>
                  </a:lnTo>
                  <a:lnTo>
                    <a:pt x="6926732" y="190466"/>
                  </a:lnTo>
                  <a:lnTo>
                    <a:pt x="6860956" y="225584"/>
                  </a:lnTo>
                  <a:lnTo>
                    <a:pt x="6800180" y="264447"/>
                  </a:lnTo>
                  <a:lnTo>
                    <a:pt x="6743950" y="307537"/>
                  </a:lnTo>
                  <a:lnTo>
                    <a:pt x="6691654" y="355419"/>
                  </a:lnTo>
                  <a:lnTo>
                    <a:pt x="6642598" y="408709"/>
                  </a:lnTo>
                  <a:lnTo>
                    <a:pt x="6596073" y="468012"/>
                  </a:lnTo>
                  <a:lnTo>
                    <a:pt x="6551397" y="533828"/>
                  </a:lnTo>
                  <a:lnTo>
                    <a:pt x="6515891" y="592546"/>
                  </a:lnTo>
                  <a:lnTo>
                    <a:pt x="6483608" y="650759"/>
                  </a:lnTo>
                  <a:lnTo>
                    <a:pt x="6451617" y="712867"/>
                  </a:lnTo>
                  <a:lnTo>
                    <a:pt x="6419753" y="778950"/>
                  </a:lnTo>
                  <a:lnTo>
                    <a:pt x="6387883" y="849035"/>
                  </a:lnTo>
                  <a:lnTo>
                    <a:pt x="6355904" y="923093"/>
                  </a:lnTo>
                  <a:lnTo>
                    <a:pt x="6323737" y="1001033"/>
                  </a:lnTo>
                  <a:lnTo>
                    <a:pt x="6291331" y="1082697"/>
                  </a:lnTo>
                  <a:lnTo>
                    <a:pt x="6258653" y="1167860"/>
                  </a:lnTo>
                  <a:lnTo>
                    <a:pt x="6225695" y="1256227"/>
                  </a:lnTo>
                  <a:lnTo>
                    <a:pt x="6192465" y="1347437"/>
                  </a:lnTo>
                  <a:lnTo>
                    <a:pt x="6158989" y="1441066"/>
                  </a:lnTo>
                  <a:lnTo>
                    <a:pt x="6125306" y="1536635"/>
                  </a:lnTo>
                  <a:lnTo>
                    <a:pt x="6091467" y="1633619"/>
                  </a:lnTo>
                  <a:lnTo>
                    <a:pt x="6057532" y="1731460"/>
                  </a:lnTo>
                  <a:lnTo>
                    <a:pt x="6023566" y="1829578"/>
                  </a:lnTo>
                  <a:lnTo>
                    <a:pt x="5989635" y="1927384"/>
                  </a:lnTo>
                  <a:lnTo>
                    <a:pt x="5955804" y="2024301"/>
                  </a:lnTo>
                  <a:lnTo>
                    <a:pt x="5922132" y="2119770"/>
                  </a:lnTo>
                  <a:lnTo>
                    <a:pt x="5888669" y="2213270"/>
                  </a:lnTo>
                  <a:lnTo>
                    <a:pt x="5855454" y="2304324"/>
                  </a:lnTo>
                  <a:lnTo>
                    <a:pt x="5822512" y="2392512"/>
                  </a:lnTo>
                  <a:lnTo>
                    <a:pt x="5789852" y="2477477"/>
                  </a:lnTo>
                  <a:lnTo>
                    <a:pt x="5757460" y="2558928"/>
                  </a:lnTo>
                  <a:lnTo>
                    <a:pt x="5725307" y="2636644"/>
                  </a:lnTo>
                  <a:lnTo>
                    <a:pt x="5693336" y="2710471"/>
                  </a:lnTo>
                  <a:lnTo>
                    <a:pt x="5661470" y="2780321"/>
                  </a:lnTo>
                  <a:lnTo>
                    <a:pt x="5629602" y="2846169"/>
                  </a:lnTo>
                  <a:lnTo>
                    <a:pt x="5597599" y="2908045"/>
                  </a:lnTo>
                  <a:lnTo>
                    <a:pt x="5567201" y="2962734"/>
                  </a:lnTo>
                  <a:lnTo>
                    <a:pt x="5523590" y="3034059"/>
                  </a:lnTo>
                  <a:lnTo>
                    <a:pt x="5478622" y="3098650"/>
                  </a:lnTo>
                  <a:lnTo>
                    <a:pt x="5431684" y="3156804"/>
                  </a:lnTo>
                  <a:lnTo>
                    <a:pt x="5382086" y="3209053"/>
                  </a:lnTo>
                  <a:lnTo>
                    <a:pt x="5329117" y="3256009"/>
                  </a:lnTo>
                  <a:lnTo>
                    <a:pt x="5272093" y="3298281"/>
                  </a:lnTo>
                  <a:lnTo>
                    <a:pt x="5210426" y="3336422"/>
                  </a:lnTo>
                  <a:lnTo>
                    <a:pt x="5143700" y="3370896"/>
                  </a:lnTo>
                  <a:lnTo>
                    <a:pt x="5071779" y="3402065"/>
                  </a:lnTo>
                  <a:lnTo>
                    <a:pt x="4994945" y="3430181"/>
                  </a:lnTo>
                  <a:lnTo>
                    <a:pt x="4914037" y="3455384"/>
                  </a:lnTo>
                  <a:lnTo>
                    <a:pt x="4830584" y="3477716"/>
                  </a:lnTo>
                  <a:lnTo>
                    <a:pt x="4746863" y="3497147"/>
                  </a:lnTo>
                  <a:lnTo>
                    <a:pt x="4665831" y="3513610"/>
                  </a:lnTo>
                  <a:lnTo>
                    <a:pt x="4590867" y="3527058"/>
                  </a:lnTo>
                  <a:lnTo>
                    <a:pt x="4525317" y="3537520"/>
                  </a:lnTo>
                  <a:lnTo>
                    <a:pt x="4471916" y="3545154"/>
                  </a:lnTo>
                  <a:lnTo>
                    <a:pt x="4432225" y="3550262"/>
                  </a:lnTo>
                  <a:lnTo>
                    <a:pt x="4406256" y="3553285"/>
                  </a:lnTo>
                  <a:lnTo>
                    <a:pt x="4392364" y="3554753"/>
                  </a:lnTo>
                  <a:lnTo>
                    <a:pt x="4387383" y="3555233"/>
                  </a:lnTo>
                  <a:lnTo>
                    <a:pt x="4386855" y="3555280"/>
                  </a:lnTo>
                  <a:lnTo>
                    <a:pt x="3848118" y="3555280"/>
                  </a:lnTo>
                  <a:lnTo>
                    <a:pt x="3846880" y="3555220"/>
                  </a:lnTo>
                  <a:lnTo>
                    <a:pt x="3838794" y="3554791"/>
                  </a:lnTo>
                  <a:lnTo>
                    <a:pt x="3818600" y="3553604"/>
                  </a:lnTo>
                  <a:lnTo>
                    <a:pt x="3782980" y="3551274"/>
                  </a:lnTo>
                  <a:lnTo>
                    <a:pt x="3730864" y="3547461"/>
                  </a:lnTo>
                  <a:lnTo>
                    <a:pt x="3663477" y="3541915"/>
                  </a:lnTo>
                  <a:lnTo>
                    <a:pt x="3583921" y="3534496"/>
                  </a:lnTo>
                  <a:lnTo>
                    <a:pt x="3496389" y="3525163"/>
                  </a:lnTo>
                  <a:lnTo>
                    <a:pt x="3405271" y="3513943"/>
                  </a:lnTo>
                  <a:lnTo>
                    <a:pt x="3314425" y="3500881"/>
                  </a:lnTo>
                  <a:lnTo>
                    <a:pt x="3226762" y="3485998"/>
                  </a:lnTo>
                  <a:lnTo>
                    <a:pt x="3144144" y="3469255"/>
                  </a:lnTo>
                  <a:lnTo>
                    <a:pt x="3067492" y="3450540"/>
                  </a:lnTo>
                  <a:lnTo>
                    <a:pt x="2996990" y="3429655"/>
                  </a:lnTo>
                  <a:lnTo>
                    <a:pt x="2932307" y="3406321"/>
                  </a:lnTo>
                  <a:lnTo>
                    <a:pt x="2872784" y="3380187"/>
                  </a:lnTo>
                  <a:lnTo>
                    <a:pt x="2817582" y="3350846"/>
                  </a:lnTo>
                  <a:lnTo>
                    <a:pt x="2765785" y="3317871"/>
                  </a:lnTo>
                  <a:lnTo>
                    <a:pt x="2716491" y="3280874"/>
                  </a:lnTo>
                  <a:lnTo>
                    <a:pt x="2668886" y="3239620"/>
                  </a:lnTo>
                  <a:lnTo>
                    <a:pt x="2667772" y="3238590"/>
                  </a:lnTo>
                  <a:lnTo>
                    <a:pt x="2626827" y="3198719"/>
                  </a:lnTo>
                  <a:lnTo>
                    <a:pt x="2586278" y="3155470"/>
                  </a:lnTo>
                  <a:lnTo>
                    <a:pt x="2545816" y="3108778"/>
                  </a:lnTo>
                  <a:lnTo>
                    <a:pt x="2505207" y="3058655"/>
                  </a:lnTo>
                  <a:lnTo>
                    <a:pt x="2464290" y="3005196"/>
                  </a:lnTo>
                  <a:lnTo>
                    <a:pt x="2422966" y="2948591"/>
                  </a:lnTo>
                  <a:lnTo>
                    <a:pt x="2381193" y="2889123"/>
                  </a:lnTo>
                  <a:lnTo>
                    <a:pt x="2338980" y="2827170"/>
                  </a:lnTo>
                  <a:lnTo>
                    <a:pt x="2296380" y="2763197"/>
                  </a:lnTo>
                  <a:lnTo>
                    <a:pt x="2253480" y="2697744"/>
                  </a:lnTo>
                  <a:lnTo>
                    <a:pt x="2210396" y="2631407"/>
                  </a:lnTo>
                  <a:lnTo>
                    <a:pt x="2167259" y="2564818"/>
                  </a:lnTo>
                  <a:lnTo>
                    <a:pt x="2124204" y="2498617"/>
                  </a:lnTo>
                  <a:lnTo>
                    <a:pt x="2081359" y="2433432"/>
                  </a:lnTo>
                  <a:lnTo>
                    <a:pt x="2038835" y="2369847"/>
                  </a:lnTo>
                  <a:lnTo>
                    <a:pt x="1996713" y="2308388"/>
                  </a:lnTo>
                  <a:lnTo>
                    <a:pt x="1955037" y="2249502"/>
                  </a:lnTo>
                  <a:lnTo>
                    <a:pt x="1913805" y="2193547"/>
                  </a:lnTo>
                  <a:lnTo>
                    <a:pt x="1872964" y="2140787"/>
                  </a:lnTo>
                  <a:lnTo>
                    <a:pt x="1832402" y="2091391"/>
                  </a:lnTo>
                  <a:lnTo>
                    <a:pt x="1791943" y="2045435"/>
                  </a:lnTo>
                  <a:lnTo>
                    <a:pt x="1751340" y="2002914"/>
                  </a:lnTo>
                  <a:lnTo>
                    <a:pt x="1719082" y="1971828"/>
                  </a:lnTo>
                  <a:lnTo>
                    <a:pt x="1671509" y="1930472"/>
                  </a:lnTo>
                  <a:lnTo>
                    <a:pt x="1622264" y="1893377"/>
                  </a:lnTo>
                  <a:lnTo>
                    <a:pt x="1570537" y="1860310"/>
                  </a:lnTo>
                  <a:lnTo>
                    <a:pt x="1515426" y="1830888"/>
                  </a:lnTo>
                  <a:lnTo>
                    <a:pt x="1456015" y="1804683"/>
                  </a:lnTo>
                  <a:lnTo>
                    <a:pt x="1391463" y="1781287"/>
                  </a:lnTo>
                  <a:lnTo>
                    <a:pt x="1321105" y="1760347"/>
                  </a:lnTo>
                  <a:lnTo>
                    <a:pt x="1244599" y="1741583"/>
                  </a:lnTo>
                  <a:lnTo>
                    <a:pt x="1162115" y="1724795"/>
                  </a:lnTo>
                  <a:lnTo>
                    <a:pt x="1074554" y="1709869"/>
                  </a:lnTo>
                  <a:lnTo>
                    <a:pt x="983754" y="1696764"/>
                  </a:lnTo>
                  <a:lnTo>
                    <a:pt x="892602" y="1685500"/>
                  </a:lnTo>
                  <a:lnTo>
                    <a:pt x="804935" y="1676122"/>
                  </a:lnTo>
                  <a:lnTo>
                    <a:pt x="725138" y="1668657"/>
                  </a:lnTo>
                  <a:lnTo>
                    <a:pt x="657421" y="1663068"/>
                  </a:lnTo>
                  <a:lnTo>
                    <a:pt x="604920" y="1659217"/>
                  </a:lnTo>
                  <a:lnTo>
                    <a:pt x="568912" y="1656855"/>
                  </a:lnTo>
                  <a:lnTo>
                    <a:pt x="548382" y="1655645"/>
                  </a:lnTo>
                  <a:lnTo>
                    <a:pt x="540062" y="1655202"/>
                  </a:lnTo>
                  <a:lnTo>
                    <a:pt x="538736" y="1655138"/>
                  </a:lnTo>
                  <a:lnTo>
                    <a:pt x="0" y="165513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26" name="pl726"/>
            <p:cNvSpPr/>
            <p:nvPr/>
          </p:nvSpPr>
          <p:spPr>
            <a:xfrm>
              <a:off x="546595" y="663344"/>
              <a:ext cx="8234974" cy="3555280"/>
            </a:xfrm>
            <a:custGeom>
              <a:avLst/>
              <a:pathLst>
                <a:path w="8234974" h="3555280">
                  <a:moveTo>
                    <a:pt x="0" y="1655138"/>
                  </a:moveTo>
                  <a:lnTo>
                    <a:pt x="538736" y="1655138"/>
                  </a:lnTo>
                  <a:lnTo>
                    <a:pt x="539974" y="1655198"/>
                  </a:lnTo>
                  <a:lnTo>
                    <a:pt x="548060" y="1655627"/>
                  </a:lnTo>
                  <a:lnTo>
                    <a:pt x="568254" y="1656814"/>
                  </a:lnTo>
                  <a:lnTo>
                    <a:pt x="603875" y="1659145"/>
                  </a:lnTo>
                  <a:lnTo>
                    <a:pt x="655991" y="1662957"/>
                  </a:lnTo>
                  <a:lnTo>
                    <a:pt x="723378" y="1668503"/>
                  </a:lnTo>
                  <a:lnTo>
                    <a:pt x="802934" y="1675923"/>
                  </a:lnTo>
                  <a:lnTo>
                    <a:pt x="890466" y="1685256"/>
                  </a:lnTo>
                  <a:lnTo>
                    <a:pt x="981583" y="1696475"/>
                  </a:lnTo>
                  <a:lnTo>
                    <a:pt x="1072429" y="1709537"/>
                  </a:lnTo>
                  <a:lnTo>
                    <a:pt x="1160092" y="1724420"/>
                  </a:lnTo>
                  <a:lnTo>
                    <a:pt x="1242710" y="1741163"/>
                  </a:lnTo>
                  <a:lnTo>
                    <a:pt x="1319362" y="1759878"/>
                  </a:lnTo>
                  <a:lnTo>
                    <a:pt x="1389864" y="1780763"/>
                  </a:lnTo>
                  <a:lnTo>
                    <a:pt x="1454547" y="1804097"/>
                  </a:lnTo>
                  <a:lnTo>
                    <a:pt x="1514070" y="1830231"/>
                  </a:lnTo>
                  <a:lnTo>
                    <a:pt x="1569273" y="1859572"/>
                  </a:lnTo>
                  <a:lnTo>
                    <a:pt x="1621070" y="1892548"/>
                  </a:lnTo>
                  <a:lnTo>
                    <a:pt x="1670364" y="1929544"/>
                  </a:lnTo>
                  <a:lnTo>
                    <a:pt x="1717969" y="1970798"/>
                  </a:lnTo>
                  <a:lnTo>
                    <a:pt x="1719082" y="1971828"/>
                  </a:lnTo>
                  <a:lnTo>
                    <a:pt x="1760028" y="2011699"/>
                  </a:lnTo>
                  <a:lnTo>
                    <a:pt x="1800576" y="2054948"/>
                  </a:lnTo>
                  <a:lnTo>
                    <a:pt x="1841039" y="2101640"/>
                  </a:lnTo>
                  <a:lnTo>
                    <a:pt x="1881648" y="2151764"/>
                  </a:lnTo>
                  <a:lnTo>
                    <a:pt x="1922565" y="2205222"/>
                  </a:lnTo>
                  <a:lnTo>
                    <a:pt x="1963889" y="2261828"/>
                  </a:lnTo>
                  <a:lnTo>
                    <a:pt x="2005661" y="2321296"/>
                  </a:lnTo>
                  <a:lnTo>
                    <a:pt x="2047874" y="2383248"/>
                  </a:lnTo>
                  <a:lnTo>
                    <a:pt x="2090475" y="2447221"/>
                  </a:lnTo>
                  <a:lnTo>
                    <a:pt x="2133374" y="2512674"/>
                  </a:lnTo>
                  <a:lnTo>
                    <a:pt x="2176458" y="2579011"/>
                  </a:lnTo>
                  <a:lnTo>
                    <a:pt x="2219595" y="2645600"/>
                  </a:lnTo>
                  <a:lnTo>
                    <a:pt x="2262651" y="2711801"/>
                  </a:lnTo>
                  <a:lnTo>
                    <a:pt x="2305495" y="2776987"/>
                  </a:lnTo>
                  <a:lnTo>
                    <a:pt x="2348020" y="2840571"/>
                  </a:lnTo>
                  <a:lnTo>
                    <a:pt x="2390142" y="2902030"/>
                  </a:lnTo>
                  <a:lnTo>
                    <a:pt x="2431818" y="2960916"/>
                  </a:lnTo>
                  <a:lnTo>
                    <a:pt x="2473049" y="3016871"/>
                  </a:lnTo>
                  <a:lnTo>
                    <a:pt x="2513890" y="3069631"/>
                  </a:lnTo>
                  <a:lnTo>
                    <a:pt x="2554452" y="3119028"/>
                  </a:lnTo>
                  <a:lnTo>
                    <a:pt x="2594911" y="3164984"/>
                  </a:lnTo>
                  <a:lnTo>
                    <a:pt x="2635515" y="3207504"/>
                  </a:lnTo>
                  <a:lnTo>
                    <a:pt x="2667772" y="3238590"/>
                  </a:lnTo>
                  <a:lnTo>
                    <a:pt x="2715345" y="3279946"/>
                  </a:lnTo>
                  <a:lnTo>
                    <a:pt x="2764591" y="3317041"/>
                  </a:lnTo>
                  <a:lnTo>
                    <a:pt x="2816318" y="3350108"/>
                  </a:lnTo>
                  <a:lnTo>
                    <a:pt x="2871429" y="3379530"/>
                  </a:lnTo>
                  <a:lnTo>
                    <a:pt x="2930839" y="3405735"/>
                  </a:lnTo>
                  <a:lnTo>
                    <a:pt x="2995391" y="3429131"/>
                  </a:lnTo>
                  <a:lnTo>
                    <a:pt x="3065750" y="3450071"/>
                  </a:lnTo>
                  <a:lnTo>
                    <a:pt x="3142256" y="3468835"/>
                  </a:lnTo>
                  <a:lnTo>
                    <a:pt x="3224739" y="3485623"/>
                  </a:lnTo>
                  <a:lnTo>
                    <a:pt x="3312300" y="3500549"/>
                  </a:lnTo>
                  <a:lnTo>
                    <a:pt x="3403100" y="3513654"/>
                  </a:lnTo>
                  <a:lnTo>
                    <a:pt x="3494253" y="3524918"/>
                  </a:lnTo>
                  <a:lnTo>
                    <a:pt x="3581920" y="3534296"/>
                  </a:lnTo>
                  <a:lnTo>
                    <a:pt x="3661716" y="3541761"/>
                  </a:lnTo>
                  <a:lnTo>
                    <a:pt x="3729434" y="3547350"/>
                  </a:lnTo>
                  <a:lnTo>
                    <a:pt x="3781934" y="3551201"/>
                  </a:lnTo>
                  <a:lnTo>
                    <a:pt x="3817943" y="3553563"/>
                  </a:lnTo>
                  <a:lnTo>
                    <a:pt x="3838473" y="3554773"/>
                  </a:lnTo>
                  <a:lnTo>
                    <a:pt x="3846792" y="3555216"/>
                  </a:lnTo>
                  <a:lnTo>
                    <a:pt x="3848118" y="3555280"/>
                  </a:lnTo>
                  <a:lnTo>
                    <a:pt x="3848118" y="3555280"/>
                  </a:lnTo>
                  <a:lnTo>
                    <a:pt x="4386855" y="3555280"/>
                  </a:lnTo>
                  <a:lnTo>
                    <a:pt x="4387817" y="3555193"/>
                  </a:lnTo>
                  <a:lnTo>
                    <a:pt x="4394137" y="3554574"/>
                  </a:lnTo>
                  <a:lnTo>
                    <a:pt x="4410055" y="3552863"/>
                  </a:lnTo>
                  <a:lnTo>
                    <a:pt x="4438472" y="3549494"/>
                  </a:lnTo>
                  <a:lnTo>
                    <a:pt x="4480734" y="3543950"/>
                  </a:lnTo>
                  <a:lnTo>
                    <a:pt x="4536528" y="3535815"/>
                  </a:lnTo>
                  <a:lnTo>
                    <a:pt x="4604040" y="3524811"/>
                  </a:lnTo>
                  <a:lnTo>
                    <a:pt x="4680379" y="3510809"/>
                  </a:lnTo>
                  <a:lnTo>
                    <a:pt x="4762151" y="3493795"/>
                  </a:lnTo>
                  <a:lnTo>
                    <a:pt x="4846027" y="3473826"/>
                  </a:lnTo>
                  <a:lnTo>
                    <a:pt x="4929161" y="3450964"/>
                  </a:lnTo>
                  <a:lnTo>
                    <a:pt x="5009413" y="3425232"/>
                  </a:lnTo>
                  <a:lnTo>
                    <a:pt x="5085388" y="3396569"/>
                  </a:lnTo>
                  <a:lnTo>
                    <a:pt x="5156360" y="3364814"/>
                  </a:lnTo>
                  <a:lnTo>
                    <a:pt x="5222137" y="3329696"/>
                  </a:lnTo>
                  <a:lnTo>
                    <a:pt x="5282912" y="3290833"/>
                  </a:lnTo>
                  <a:lnTo>
                    <a:pt x="5339142" y="3247743"/>
                  </a:lnTo>
                  <a:lnTo>
                    <a:pt x="5391439" y="3199861"/>
                  </a:lnTo>
                  <a:lnTo>
                    <a:pt x="5440494" y="3146571"/>
                  </a:lnTo>
                  <a:lnTo>
                    <a:pt x="5487019" y="3087268"/>
                  </a:lnTo>
                  <a:lnTo>
                    <a:pt x="5531695" y="3021452"/>
                  </a:lnTo>
                  <a:lnTo>
                    <a:pt x="5567201" y="2962734"/>
                  </a:lnTo>
                  <a:lnTo>
                    <a:pt x="5599485" y="2904521"/>
                  </a:lnTo>
                  <a:lnTo>
                    <a:pt x="5631476" y="2842413"/>
                  </a:lnTo>
                  <a:lnTo>
                    <a:pt x="5663340" y="2776330"/>
                  </a:lnTo>
                  <a:lnTo>
                    <a:pt x="5695210" y="2706245"/>
                  </a:lnTo>
                  <a:lnTo>
                    <a:pt x="5727189" y="2632187"/>
                  </a:lnTo>
                  <a:lnTo>
                    <a:pt x="5759355" y="2554247"/>
                  </a:lnTo>
                  <a:lnTo>
                    <a:pt x="5791762" y="2472583"/>
                  </a:lnTo>
                  <a:lnTo>
                    <a:pt x="5824439" y="2387420"/>
                  </a:lnTo>
                  <a:lnTo>
                    <a:pt x="5857397" y="2299053"/>
                  </a:lnTo>
                  <a:lnTo>
                    <a:pt x="5890627" y="2207843"/>
                  </a:lnTo>
                  <a:lnTo>
                    <a:pt x="5924103" y="2114214"/>
                  </a:lnTo>
                  <a:lnTo>
                    <a:pt x="5957787" y="2018645"/>
                  </a:lnTo>
                  <a:lnTo>
                    <a:pt x="5991625" y="1921660"/>
                  </a:lnTo>
                  <a:lnTo>
                    <a:pt x="6025560" y="1823819"/>
                  </a:lnTo>
                  <a:lnTo>
                    <a:pt x="6059526" y="1725702"/>
                  </a:lnTo>
                  <a:lnTo>
                    <a:pt x="6093457" y="1627895"/>
                  </a:lnTo>
                  <a:lnTo>
                    <a:pt x="6127288" y="1530979"/>
                  </a:lnTo>
                  <a:lnTo>
                    <a:pt x="6160961" y="1435509"/>
                  </a:lnTo>
                  <a:lnTo>
                    <a:pt x="6194424" y="1342010"/>
                  </a:lnTo>
                  <a:lnTo>
                    <a:pt x="6227638" y="1250956"/>
                  </a:lnTo>
                  <a:lnTo>
                    <a:pt x="6260580" y="1162768"/>
                  </a:lnTo>
                  <a:lnTo>
                    <a:pt x="6293241" y="1077803"/>
                  </a:lnTo>
                  <a:lnTo>
                    <a:pt x="6325632" y="996352"/>
                  </a:lnTo>
                  <a:lnTo>
                    <a:pt x="6357786" y="918636"/>
                  </a:lnTo>
                  <a:lnTo>
                    <a:pt x="6389756" y="844809"/>
                  </a:lnTo>
                  <a:lnTo>
                    <a:pt x="6421623" y="774959"/>
                  </a:lnTo>
                  <a:lnTo>
                    <a:pt x="6453490" y="709111"/>
                  </a:lnTo>
                  <a:lnTo>
                    <a:pt x="6485493" y="647235"/>
                  </a:lnTo>
                  <a:lnTo>
                    <a:pt x="6515891" y="592546"/>
                  </a:lnTo>
                  <a:lnTo>
                    <a:pt x="6559503" y="521221"/>
                  </a:lnTo>
                  <a:lnTo>
                    <a:pt x="6604470" y="456630"/>
                  </a:lnTo>
                  <a:lnTo>
                    <a:pt x="6651408" y="398475"/>
                  </a:lnTo>
                  <a:lnTo>
                    <a:pt x="6701006" y="346227"/>
                  </a:lnTo>
                  <a:lnTo>
                    <a:pt x="6753976" y="299271"/>
                  </a:lnTo>
                  <a:lnTo>
                    <a:pt x="6810999" y="256999"/>
                  </a:lnTo>
                  <a:lnTo>
                    <a:pt x="6872666" y="218858"/>
                  </a:lnTo>
                  <a:lnTo>
                    <a:pt x="6939393" y="184384"/>
                  </a:lnTo>
                  <a:lnTo>
                    <a:pt x="7011313" y="153214"/>
                  </a:lnTo>
                  <a:lnTo>
                    <a:pt x="7088147" y="125099"/>
                  </a:lnTo>
                  <a:lnTo>
                    <a:pt x="7169055" y="99896"/>
                  </a:lnTo>
                  <a:lnTo>
                    <a:pt x="7252509" y="77564"/>
                  </a:lnTo>
                  <a:lnTo>
                    <a:pt x="7336230" y="58132"/>
                  </a:lnTo>
                  <a:lnTo>
                    <a:pt x="7417261" y="41670"/>
                  </a:lnTo>
                  <a:lnTo>
                    <a:pt x="7492225" y="28222"/>
                  </a:lnTo>
                  <a:lnTo>
                    <a:pt x="7557775" y="17760"/>
                  </a:lnTo>
                  <a:lnTo>
                    <a:pt x="7611177" y="10126"/>
                  </a:lnTo>
                  <a:lnTo>
                    <a:pt x="7650867" y="5018"/>
                  </a:lnTo>
                  <a:lnTo>
                    <a:pt x="7676836" y="1995"/>
                  </a:lnTo>
                  <a:lnTo>
                    <a:pt x="7690729" y="527"/>
                  </a:lnTo>
                  <a:lnTo>
                    <a:pt x="7695709" y="4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7" name="pl727"/>
            <p:cNvSpPr/>
            <p:nvPr/>
          </p:nvSpPr>
          <p:spPr>
            <a:xfrm>
              <a:off x="546595" y="657900"/>
              <a:ext cx="8234974" cy="3555280"/>
            </a:xfrm>
            <a:custGeom>
              <a:avLst/>
              <a:pathLst>
                <a:path w="8234974" h="3555280">
                  <a:moveTo>
                    <a:pt x="8234974" y="0"/>
                  </a:moveTo>
                  <a:lnTo>
                    <a:pt x="7696237" y="0"/>
                  </a:lnTo>
                  <a:lnTo>
                    <a:pt x="7695275" y="86"/>
                  </a:lnTo>
                  <a:lnTo>
                    <a:pt x="7688955" y="706"/>
                  </a:lnTo>
                  <a:lnTo>
                    <a:pt x="7673037" y="2417"/>
                  </a:lnTo>
                  <a:lnTo>
                    <a:pt x="7644620" y="5786"/>
                  </a:lnTo>
                  <a:lnTo>
                    <a:pt x="7602359" y="11329"/>
                  </a:lnTo>
                  <a:lnTo>
                    <a:pt x="7546565" y="19465"/>
                  </a:lnTo>
                  <a:lnTo>
                    <a:pt x="7479052" y="30468"/>
                  </a:lnTo>
                  <a:lnTo>
                    <a:pt x="7402713" y="44471"/>
                  </a:lnTo>
                  <a:lnTo>
                    <a:pt x="7320941" y="61485"/>
                  </a:lnTo>
                  <a:lnTo>
                    <a:pt x="7237065" y="81454"/>
                  </a:lnTo>
                  <a:lnTo>
                    <a:pt x="7153931" y="104315"/>
                  </a:lnTo>
                  <a:lnTo>
                    <a:pt x="7073679" y="130048"/>
                  </a:lnTo>
                  <a:lnTo>
                    <a:pt x="6997704" y="158711"/>
                  </a:lnTo>
                  <a:lnTo>
                    <a:pt x="6926732" y="190466"/>
                  </a:lnTo>
                  <a:lnTo>
                    <a:pt x="6860956" y="225584"/>
                  </a:lnTo>
                  <a:lnTo>
                    <a:pt x="6800180" y="264447"/>
                  </a:lnTo>
                  <a:lnTo>
                    <a:pt x="6743950" y="307537"/>
                  </a:lnTo>
                  <a:lnTo>
                    <a:pt x="6691654" y="355419"/>
                  </a:lnTo>
                  <a:lnTo>
                    <a:pt x="6642598" y="408709"/>
                  </a:lnTo>
                  <a:lnTo>
                    <a:pt x="6596073" y="468012"/>
                  </a:lnTo>
                  <a:lnTo>
                    <a:pt x="6551397" y="533828"/>
                  </a:lnTo>
                  <a:lnTo>
                    <a:pt x="6515891" y="592546"/>
                  </a:lnTo>
                  <a:lnTo>
                    <a:pt x="6483608" y="650759"/>
                  </a:lnTo>
                  <a:lnTo>
                    <a:pt x="6451617" y="712867"/>
                  </a:lnTo>
                  <a:lnTo>
                    <a:pt x="6419753" y="778950"/>
                  </a:lnTo>
                  <a:lnTo>
                    <a:pt x="6387883" y="849035"/>
                  </a:lnTo>
                  <a:lnTo>
                    <a:pt x="6355904" y="923093"/>
                  </a:lnTo>
                  <a:lnTo>
                    <a:pt x="6323737" y="1001033"/>
                  </a:lnTo>
                  <a:lnTo>
                    <a:pt x="6291331" y="1082697"/>
                  </a:lnTo>
                  <a:lnTo>
                    <a:pt x="6258653" y="1167860"/>
                  </a:lnTo>
                  <a:lnTo>
                    <a:pt x="6225695" y="1256227"/>
                  </a:lnTo>
                  <a:lnTo>
                    <a:pt x="6192465" y="1347437"/>
                  </a:lnTo>
                  <a:lnTo>
                    <a:pt x="6158989" y="1441066"/>
                  </a:lnTo>
                  <a:lnTo>
                    <a:pt x="6125306" y="1536635"/>
                  </a:lnTo>
                  <a:lnTo>
                    <a:pt x="6091467" y="1633619"/>
                  </a:lnTo>
                  <a:lnTo>
                    <a:pt x="6057532" y="1731460"/>
                  </a:lnTo>
                  <a:lnTo>
                    <a:pt x="6023566" y="1829578"/>
                  </a:lnTo>
                  <a:lnTo>
                    <a:pt x="5989635" y="1927384"/>
                  </a:lnTo>
                  <a:lnTo>
                    <a:pt x="5955804" y="2024301"/>
                  </a:lnTo>
                  <a:lnTo>
                    <a:pt x="5922132" y="2119770"/>
                  </a:lnTo>
                  <a:lnTo>
                    <a:pt x="5888669" y="2213270"/>
                  </a:lnTo>
                  <a:lnTo>
                    <a:pt x="5855454" y="2304324"/>
                  </a:lnTo>
                  <a:lnTo>
                    <a:pt x="5822512" y="2392512"/>
                  </a:lnTo>
                  <a:lnTo>
                    <a:pt x="5789852" y="2477477"/>
                  </a:lnTo>
                  <a:lnTo>
                    <a:pt x="5757460" y="2558928"/>
                  </a:lnTo>
                  <a:lnTo>
                    <a:pt x="5725307" y="2636644"/>
                  </a:lnTo>
                  <a:lnTo>
                    <a:pt x="5693336" y="2710471"/>
                  </a:lnTo>
                  <a:lnTo>
                    <a:pt x="5661470" y="2780321"/>
                  </a:lnTo>
                  <a:lnTo>
                    <a:pt x="5629602" y="2846169"/>
                  </a:lnTo>
                  <a:lnTo>
                    <a:pt x="5597599" y="2908045"/>
                  </a:lnTo>
                  <a:lnTo>
                    <a:pt x="5567201" y="2962734"/>
                  </a:lnTo>
                  <a:lnTo>
                    <a:pt x="5523590" y="3034059"/>
                  </a:lnTo>
                  <a:lnTo>
                    <a:pt x="5478622" y="3098650"/>
                  </a:lnTo>
                  <a:lnTo>
                    <a:pt x="5431684" y="3156804"/>
                  </a:lnTo>
                  <a:lnTo>
                    <a:pt x="5382086" y="3209053"/>
                  </a:lnTo>
                  <a:lnTo>
                    <a:pt x="5329117" y="3256009"/>
                  </a:lnTo>
                  <a:lnTo>
                    <a:pt x="5272093" y="3298281"/>
                  </a:lnTo>
                  <a:lnTo>
                    <a:pt x="5210426" y="3336422"/>
                  </a:lnTo>
                  <a:lnTo>
                    <a:pt x="5143700" y="3370896"/>
                  </a:lnTo>
                  <a:lnTo>
                    <a:pt x="5071779" y="3402065"/>
                  </a:lnTo>
                  <a:lnTo>
                    <a:pt x="4994945" y="3430181"/>
                  </a:lnTo>
                  <a:lnTo>
                    <a:pt x="4914037" y="3455384"/>
                  </a:lnTo>
                  <a:lnTo>
                    <a:pt x="4830584" y="3477716"/>
                  </a:lnTo>
                  <a:lnTo>
                    <a:pt x="4746863" y="3497147"/>
                  </a:lnTo>
                  <a:lnTo>
                    <a:pt x="4665831" y="3513610"/>
                  </a:lnTo>
                  <a:lnTo>
                    <a:pt x="4590867" y="3527058"/>
                  </a:lnTo>
                  <a:lnTo>
                    <a:pt x="4525317" y="3537520"/>
                  </a:lnTo>
                  <a:lnTo>
                    <a:pt x="4471916" y="3545154"/>
                  </a:lnTo>
                  <a:lnTo>
                    <a:pt x="4432225" y="3550262"/>
                  </a:lnTo>
                  <a:lnTo>
                    <a:pt x="4406256" y="3553285"/>
                  </a:lnTo>
                  <a:lnTo>
                    <a:pt x="4392364" y="3554753"/>
                  </a:lnTo>
                  <a:lnTo>
                    <a:pt x="4387383" y="3555233"/>
                  </a:lnTo>
                  <a:lnTo>
                    <a:pt x="4386855" y="3555280"/>
                  </a:lnTo>
                  <a:lnTo>
                    <a:pt x="3848118" y="3555280"/>
                  </a:lnTo>
                  <a:lnTo>
                    <a:pt x="3846880" y="3555220"/>
                  </a:lnTo>
                  <a:lnTo>
                    <a:pt x="3838794" y="3554791"/>
                  </a:lnTo>
                  <a:lnTo>
                    <a:pt x="3818600" y="3553604"/>
                  </a:lnTo>
                  <a:lnTo>
                    <a:pt x="3782980" y="3551274"/>
                  </a:lnTo>
                  <a:lnTo>
                    <a:pt x="3730864" y="3547461"/>
                  </a:lnTo>
                  <a:lnTo>
                    <a:pt x="3663477" y="3541915"/>
                  </a:lnTo>
                  <a:lnTo>
                    <a:pt x="3583921" y="3534496"/>
                  </a:lnTo>
                  <a:lnTo>
                    <a:pt x="3496389" y="3525163"/>
                  </a:lnTo>
                  <a:lnTo>
                    <a:pt x="3405271" y="3513943"/>
                  </a:lnTo>
                  <a:lnTo>
                    <a:pt x="3314425" y="3500881"/>
                  </a:lnTo>
                  <a:lnTo>
                    <a:pt x="3226762" y="3485998"/>
                  </a:lnTo>
                  <a:lnTo>
                    <a:pt x="3144144" y="3469255"/>
                  </a:lnTo>
                  <a:lnTo>
                    <a:pt x="3067492" y="3450540"/>
                  </a:lnTo>
                  <a:lnTo>
                    <a:pt x="2996990" y="3429655"/>
                  </a:lnTo>
                  <a:lnTo>
                    <a:pt x="2932307" y="3406321"/>
                  </a:lnTo>
                  <a:lnTo>
                    <a:pt x="2872784" y="3380187"/>
                  </a:lnTo>
                  <a:lnTo>
                    <a:pt x="2817582" y="3350846"/>
                  </a:lnTo>
                  <a:lnTo>
                    <a:pt x="2765785" y="3317871"/>
                  </a:lnTo>
                  <a:lnTo>
                    <a:pt x="2716491" y="3280874"/>
                  </a:lnTo>
                  <a:lnTo>
                    <a:pt x="2668886" y="3239620"/>
                  </a:lnTo>
                  <a:lnTo>
                    <a:pt x="2667772" y="3238590"/>
                  </a:lnTo>
                  <a:lnTo>
                    <a:pt x="2626827" y="3198719"/>
                  </a:lnTo>
                  <a:lnTo>
                    <a:pt x="2586278" y="3155470"/>
                  </a:lnTo>
                  <a:lnTo>
                    <a:pt x="2545816" y="3108778"/>
                  </a:lnTo>
                  <a:lnTo>
                    <a:pt x="2505207" y="3058655"/>
                  </a:lnTo>
                  <a:lnTo>
                    <a:pt x="2464290" y="3005196"/>
                  </a:lnTo>
                  <a:lnTo>
                    <a:pt x="2422966" y="2948591"/>
                  </a:lnTo>
                  <a:lnTo>
                    <a:pt x="2381193" y="2889123"/>
                  </a:lnTo>
                  <a:lnTo>
                    <a:pt x="2338980" y="2827170"/>
                  </a:lnTo>
                  <a:lnTo>
                    <a:pt x="2296380" y="2763197"/>
                  </a:lnTo>
                  <a:lnTo>
                    <a:pt x="2253480" y="2697744"/>
                  </a:lnTo>
                  <a:lnTo>
                    <a:pt x="2210396" y="2631407"/>
                  </a:lnTo>
                  <a:lnTo>
                    <a:pt x="2167259" y="2564818"/>
                  </a:lnTo>
                  <a:lnTo>
                    <a:pt x="2124204" y="2498617"/>
                  </a:lnTo>
                  <a:lnTo>
                    <a:pt x="2081359" y="2433432"/>
                  </a:lnTo>
                  <a:lnTo>
                    <a:pt x="2038835" y="2369847"/>
                  </a:lnTo>
                  <a:lnTo>
                    <a:pt x="1996713" y="2308388"/>
                  </a:lnTo>
                  <a:lnTo>
                    <a:pt x="1955037" y="2249502"/>
                  </a:lnTo>
                  <a:lnTo>
                    <a:pt x="1913805" y="2193547"/>
                  </a:lnTo>
                  <a:lnTo>
                    <a:pt x="1872964" y="2140787"/>
                  </a:lnTo>
                  <a:lnTo>
                    <a:pt x="1832402" y="2091391"/>
                  </a:lnTo>
                  <a:lnTo>
                    <a:pt x="1791943" y="2045435"/>
                  </a:lnTo>
                  <a:lnTo>
                    <a:pt x="1751340" y="2002914"/>
                  </a:lnTo>
                  <a:lnTo>
                    <a:pt x="1719082" y="1971828"/>
                  </a:lnTo>
                  <a:lnTo>
                    <a:pt x="1671509" y="1930472"/>
                  </a:lnTo>
                  <a:lnTo>
                    <a:pt x="1622264" y="1893377"/>
                  </a:lnTo>
                  <a:lnTo>
                    <a:pt x="1570537" y="1860310"/>
                  </a:lnTo>
                  <a:lnTo>
                    <a:pt x="1515426" y="1830888"/>
                  </a:lnTo>
                  <a:lnTo>
                    <a:pt x="1456015" y="1804683"/>
                  </a:lnTo>
                  <a:lnTo>
                    <a:pt x="1391463" y="1781287"/>
                  </a:lnTo>
                  <a:lnTo>
                    <a:pt x="1321105" y="1760347"/>
                  </a:lnTo>
                  <a:lnTo>
                    <a:pt x="1244599" y="1741583"/>
                  </a:lnTo>
                  <a:lnTo>
                    <a:pt x="1162115" y="1724795"/>
                  </a:lnTo>
                  <a:lnTo>
                    <a:pt x="1074554" y="1709869"/>
                  </a:lnTo>
                  <a:lnTo>
                    <a:pt x="983754" y="1696764"/>
                  </a:lnTo>
                  <a:lnTo>
                    <a:pt x="892602" y="1685500"/>
                  </a:lnTo>
                  <a:lnTo>
                    <a:pt x="804935" y="1676122"/>
                  </a:lnTo>
                  <a:lnTo>
                    <a:pt x="725138" y="1668657"/>
                  </a:lnTo>
                  <a:lnTo>
                    <a:pt x="657421" y="1663068"/>
                  </a:lnTo>
                  <a:lnTo>
                    <a:pt x="604920" y="1659217"/>
                  </a:lnTo>
                  <a:lnTo>
                    <a:pt x="568912" y="1656855"/>
                  </a:lnTo>
                  <a:lnTo>
                    <a:pt x="548382" y="1655645"/>
                  </a:lnTo>
                  <a:lnTo>
                    <a:pt x="540062" y="1655202"/>
                  </a:lnTo>
                  <a:lnTo>
                    <a:pt x="538736" y="1655138"/>
                  </a:lnTo>
                  <a:lnTo>
                    <a:pt x="538736" y="1655138"/>
                  </a:lnTo>
                  <a:lnTo>
                    <a:pt x="0" y="16551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8" name="pg728"/>
            <p:cNvSpPr/>
            <p:nvPr/>
          </p:nvSpPr>
          <p:spPr>
            <a:xfrm>
              <a:off x="546595" y="1191464"/>
              <a:ext cx="8234974" cy="3038050"/>
            </a:xfrm>
            <a:custGeom>
              <a:avLst/>
              <a:pathLst>
                <a:path w="8234974" h="3038050">
                  <a:moveTo>
                    <a:pt x="0" y="1137907"/>
                  </a:moveTo>
                  <a:lnTo>
                    <a:pt x="538736" y="1137907"/>
                  </a:lnTo>
                  <a:lnTo>
                    <a:pt x="539974" y="1137967"/>
                  </a:lnTo>
                  <a:lnTo>
                    <a:pt x="548060" y="1138397"/>
                  </a:lnTo>
                  <a:lnTo>
                    <a:pt x="568254" y="1139584"/>
                  </a:lnTo>
                  <a:lnTo>
                    <a:pt x="603875" y="1141914"/>
                  </a:lnTo>
                  <a:lnTo>
                    <a:pt x="655991" y="1145727"/>
                  </a:lnTo>
                  <a:lnTo>
                    <a:pt x="723378" y="1151272"/>
                  </a:lnTo>
                  <a:lnTo>
                    <a:pt x="802934" y="1158692"/>
                  </a:lnTo>
                  <a:lnTo>
                    <a:pt x="890466" y="1168025"/>
                  </a:lnTo>
                  <a:lnTo>
                    <a:pt x="981583" y="1179245"/>
                  </a:lnTo>
                  <a:lnTo>
                    <a:pt x="1072429" y="1192306"/>
                  </a:lnTo>
                  <a:lnTo>
                    <a:pt x="1160092" y="1207190"/>
                  </a:lnTo>
                  <a:lnTo>
                    <a:pt x="1242710" y="1223932"/>
                  </a:lnTo>
                  <a:lnTo>
                    <a:pt x="1319362" y="1242647"/>
                  </a:lnTo>
                  <a:lnTo>
                    <a:pt x="1389864" y="1263533"/>
                  </a:lnTo>
                  <a:lnTo>
                    <a:pt x="1454547" y="1286866"/>
                  </a:lnTo>
                  <a:lnTo>
                    <a:pt x="1514070" y="1313000"/>
                  </a:lnTo>
                  <a:lnTo>
                    <a:pt x="1569273" y="1342341"/>
                  </a:lnTo>
                  <a:lnTo>
                    <a:pt x="1621070" y="1375317"/>
                  </a:lnTo>
                  <a:lnTo>
                    <a:pt x="1670364" y="1412313"/>
                  </a:lnTo>
                  <a:lnTo>
                    <a:pt x="1717969" y="1453567"/>
                  </a:lnTo>
                  <a:lnTo>
                    <a:pt x="1719082" y="1454598"/>
                  </a:lnTo>
                  <a:lnTo>
                    <a:pt x="1760028" y="1494468"/>
                  </a:lnTo>
                  <a:lnTo>
                    <a:pt x="1800576" y="1537717"/>
                  </a:lnTo>
                  <a:lnTo>
                    <a:pt x="1841039" y="1584409"/>
                  </a:lnTo>
                  <a:lnTo>
                    <a:pt x="1881648" y="1634533"/>
                  </a:lnTo>
                  <a:lnTo>
                    <a:pt x="1922565" y="1687992"/>
                  </a:lnTo>
                  <a:lnTo>
                    <a:pt x="1963889" y="1744597"/>
                  </a:lnTo>
                  <a:lnTo>
                    <a:pt x="2005661" y="1804065"/>
                  </a:lnTo>
                  <a:lnTo>
                    <a:pt x="2047874" y="1866018"/>
                  </a:lnTo>
                  <a:lnTo>
                    <a:pt x="2090475" y="1929990"/>
                  </a:lnTo>
                  <a:lnTo>
                    <a:pt x="2133374" y="1995443"/>
                  </a:lnTo>
                  <a:lnTo>
                    <a:pt x="2176458" y="2061780"/>
                  </a:lnTo>
                  <a:lnTo>
                    <a:pt x="2219595" y="2128370"/>
                  </a:lnTo>
                  <a:lnTo>
                    <a:pt x="2262651" y="2194570"/>
                  </a:lnTo>
                  <a:lnTo>
                    <a:pt x="2305495" y="2259756"/>
                  </a:lnTo>
                  <a:lnTo>
                    <a:pt x="2348020" y="2323341"/>
                  </a:lnTo>
                  <a:lnTo>
                    <a:pt x="2390142" y="2384799"/>
                  </a:lnTo>
                  <a:lnTo>
                    <a:pt x="2431818" y="2443685"/>
                  </a:lnTo>
                  <a:lnTo>
                    <a:pt x="2473049" y="2499640"/>
                  </a:lnTo>
                  <a:lnTo>
                    <a:pt x="2513890" y="2552400"/>
                  </a:lnTo>
                  <a:lnTo>
                    <a:pt x="2554452" y="2601797"/>
                  </a:lnTo>
                  <a:lnTo>
                    <a:pt x="2594911" y="2647753"/>
                  </a:lnTo>
                  <a:lnTo>
                    <a:pt x="2635515" y="2690273"/>
                  </a:lnTo>
                  <a:lnTo>
                    <a:pt x="2667772" y="2721359"/>
                  </a:lnTo>
                  <a:lnTo>
                    <a:pt x="2715345" y="2762715"/>
                  </a:lnTo>
                  <a:lnTo>
                    <a:pt x="2764591" y="2799811"/>
                  </a:lnTo>
                  <a:lnTo>
                    <a:pt x="2816318" y="2832877"/>
                  </a:lnTo>
                  <a:lnTo>
                    <a:pt x="2871429" y="2862299"/>
                  </a:lnTo>
                  <a:lnTo>
                    <a:pt x="2930839" y="2888505"/>
                  </a:lnTo>
                  <a:lnTo>
                    <a:pt x="2995391" y="2911900"/>
                  </a:lnTo>
                  <a:lnTo>
                    <a:pt x="3065750" y="2932840"/>
                  </a:lnTo>
                  <a:lnTo>
                    <a:pt x="3142256" y="2951604"/>
                  </a:lnTo>
                  <a:lnTo>
                    <a:pt x="3224739" y="2968392"/>
                  </a:lnTo>
                  <a:lnTo>
                    <a:pt x="3312300" y="2983319"/>
                  </a:lnTo>
                  <a:lnTo>
                    <a:pt x="3403100" y="2996423"/>
                  </a:lnTo>
                  <a:lnTo>
                    <a:pt x="3494253" y="3007688"/>
                  </a:lnTo>
                  <a:lnTo>
                    <a:pt x="3581920" y="3017066"/>
                  </a:lnTo>
                  <a:lnTo>
                    <a:pt x="3661716" y="3024531"/>
                  </a:lnTo>
                  <a:lnTo>
                    <a:pt x="3729434" y="3030119"/>
                  </a:lnTo>
                  <a:lnTo>
                    <a:pt x="3781934" y="3033971"/>
                  </a:lnTo>
                  <a:lnTo>
                    <a:pt x="3817943" y="3036332"/>
                  </a:lnTo>
                  <a:lnTo>
                    <a:pt x="3838473" y="3037542"/>
                  </a:lnTo>
                  <a:lnTo>
                    <a:pt x="3846792" y="3037985"/>
                  </a:lnTo>
                  <a:lnTo>
                    <a:pt x="3848118" y="3038050"/>
                  </a:lnTo>
                  <a:lnTo>
                    <a:pt x="4386855" y="3038050"/>
                  </a:lnTo>
                  <a:lnTo>
                    <a:pt x="4388007" y="3037961"/>
                  </a:lnTo>
                  <a:lnTo>
                    <a:pt x="4395542" y="3037326"/>
                  </a:lnTo>
                  <a:lnTo>
                    <a:pt x="4414410" y="3035571"/>
                  </a:lnTo>
                  <a:lnTo>
                    <a:pt x="4447812" y="3032122"/>
                  </a:lnTo>
                  <a:lnTo>
                    <a:pt x="4496926" y="3026470"/>
                  </a:lnTo>
                  <a:lnTo>
                    <a:pt x="4560835" y="3018226"/>
                  </a:lnTo>
                  <a:lnTo>
                    <a:pt x="4636850" y="3007160"/>
                  </a:lnTo>
                  <a:lnTo>
                    <a:pt x="4721174" y="2993193"/>
                  </a:lnTo>
                  <a:lnTo>
                    <a:pt x="4809699" y="2976351"/>
                  </a:lnTo>
                  <a:lnTo>
                    <a:pt x="4898697" y="2956703"/>
                  </a:lnTo>
                  <a:lnTo>
                    <a:pt x="4985240" y="2934290"/>
                  </a:lnTo>
                  <a:lnTo>
                    <a:pt x="5067355" y="2909084"/>
                  </a:lnTo>
                  <a:lnTo>
                    <a:pt x="5143961" y="2880950"/>
                  </a:lnTo>
                  <a:lnTo>
                    <a:pt x="5214703" y="2849632"/>
                  </a:lnTo>
                  <a:lnTo>
                    <a:pt x="5279752" y="2814759"/>
                  </a:lnTo>
                  <a:lnTo>
                    <a:pt x="5339634" y="2775844"/>
                  </a:lnTo>
                  <a:lnTo>
                    <a:pt x="5395078" y="2732312"/>
                  </a:lnTo>
                  <a:lnTo>
                    <a:pt x="5446918" y="2683534"/>
                  </a:lnTo>
                  <a:lnTo>
                    <a:pt x="5496005" y="2628898"/>
                  </a:lnTo>
                  <a:lnTo>
                    <a:pt x="5543143" y="2567925"/>
                  </a:lnTo>
                  <a:lnTo>
                    <a:pt x="5567201" y="2533523"/>
                  </a:lnTo>
                  <a:lnTo>
                    <a:pt x="5601731" y="2480365"/>
                  </a:lnTo>
                  <a:lnTo>
                    <a:pt x="5635940" y="2423405"/>
                  </a:lnTo>
                  <a:lnTo>
                    <a:pt x="5670026" y="2362563"/>
                  </a:lnTo>
                  <a:lnTo>
                    <a:pt x="5704146" y="2297822"/>
                  </a:lnTo>
                  <a:lnTo>
                    <a:pt x="5738419" y="2229227"/>
                  </a:lnTo>
                  <a:lnTo>
                    <a:pt x="5772931" y="2156896"/>
                  </a:lnTo>
                  <a:lnTo>
                    <a:pt x="5807734" y="2081018"/>
                  </a:lnTo>
                  <a:lnTo>
                    <a:pt x="5842856" y="2001864"/>
                  </a:lnTo>
                  <a:lnTo>
                    <a:pt x="5878295" y="1919776"/>
                  </a:lnTo>
                  <a:lnTo>
                    <a:pt x="5914030" y="1835172"/>
                  </a:lnTo>
                  <a:lnTo>
                    <a:pt x="5950016" y="1748531"/>
                  </a:lnTo>
                  <a:lnTo>
                    <a:pt x="5986195" y="1660390"/>
                  </a:lnTo>
                  <a:lnTo>
                    <a:pt x="6022495" y="1571325"/>
                  </a:lnTo>
                  <a:lnTo>
                    <a:pt x="6058838" y="1481940"/>
                  </a:lnTo>
                  <a:lnTo>
                    <a:pt x="6095142" y="1392845"/>
                  </a:lnTo>
                  <a:lnTo>
                    <a:pt x="6131328" y="1304646"/>
                  </a:lnTo>
                  <a:lnTo>
                    <a:pt x="6167325" y="1217920"/>
                  </a:lnTo>
                  <a:lnTo>
                    <a:pt x="6203073" y="1133205"/>
                  </a:lnTo>
                  <a:lnTo>
                    <a:pt x="6238527" y="1050985"/>
                  </a:lnTo>
                  <a:lnTo>
                    <a:pt x="6273665" y="971680"/>
                  </a:lnTo>
                  <a:lnTo>
                    <a:pt x="6308483" y="895638"/>
                  </a:lnTo>
                  <a:lnTo>
                    <a:pt x="6343008" y="823129"/>
                  </a:lnTo>
                  <a:lnTo>
                    <a:pt x="6377290" y="754350"/>
                  </a:lnTo>
                  <a:lnTo>
                    <a:pt x="6411416" y="689421"/>
                  </a:lnTo>
                  <a:lnTo>
                    <a:pt x="6445500" y="628390"/>
                  </a:lnTo>
                  <a:lnTo>
                    <a:pt x="6479699" y="571243"/>
                  </a:lnTo>
                  <a:lnTo>
                    <a:pt x="6514208" y="517904"/>
                  </a:lnTo>
                  <a:lnTo>
                    <a:pt x="6515891" y="515415"/>
                  </a:lnTo>
                  <a:lnTo>
                    <a:pt x="6562293" y="451048"/>
                  </a:lnTo>
                  <a:lnTo>
                    <a:pt x="6610269" y="393149"/>
                  </a:lnTo>
                  <a:lnTo>
                    <a:pt x="6660567" y="341385"/>
                  </a:lnTo>
                  <a:lnTo>
                    <a:pt x="6714023" y="295196"/>
                  </a:lnTo>
                  <a:lnTo>
                    <a:pt x="6771489" y="253948"/>
                  </a:lnTo>
                  <a:lnTo>
                    <a:pt x="6833761" y="217032"/>
                  </a:lnTo>
                  <a:lnTo>
                    <a:pt x="6901485" y="183913"/>
                  </a:lnTo>
                  <a:lnTo>
                    <a:pt x="6975037" y="154157"/>
                  </a:lnTo>
                  <a:lnTo>
                    <a:pt x="7054361" y="127447"/>
                  </a:lnTo>
                  <a:lnTo>
                    <a:pt x="7138781" y="103587"/>
                  </a:lnTo>
                  <a:lnTo>
                    <a:pt x="7226803" y="82494"/>
                  </a:lnTo>
                  <a:lnTo>
                    <a:pt x="7315995" y="64179"/>
                  </a:lnTo>
                  <a:lnTo>
                    <a:pt x="7403013" y="48704"/>
                  </a:lnTo>
                  <a:lnTo>
                    <a:pt x="7483876" y="36126"/>
                  </a:lnTo>
                  <a:lnTo>
                    <a:pt x="7554527" y="26428"/>
                  </a:lnTo>
                  <a:lnTo>
                    <a:pt x="7611601" y="19462"/>
                  </a:lnTo>
                  <a:lnTo>
                    <a:pt x="7653190" y="14921"/>
                  </a:lnTo>
                  <a:lnTo>
                    <a:pt x="7679365" y="12351"/>
                  </a:lnTo>
                  <a:lnTo>
                    <a:pt x="7692300" y="11205"/>
                  </a:lnTo>
                  <a:lnTo>
                    <a:pt x="7696069" y="1090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6" y="88"/>
                  </a:lnTo>
                  <a:lnTo>
                    <a:pt x="7687550" y="723"/>
                  </a:lnTo>
                  <a:lnTo>
                    <a:pt x="7668683" y="2478"/>
                  </a:lnTo>
                  <a:lnTo>
                    <a:pt x="7635281" y="5927"/>
                  </a:lnTo>
                  <a:lnTo>
                    <a:pt x="7586167" y="11579"/>
                  </a:lnTo>
                  <a:lnTo>
                    <a:pt x="7522257" y="19823"/>
                  </a:lnTo>
                  <a:lnTo>
                    <a:pt x="7446242" y="30889"/>
                  </a:lnTo>
                  <a:lnTo>
                    <a:pt x="7361919" y="44856"/>
                  </a:lnTo>
                  <a:lnTo>
                    <a:pt x="7273393" y="61698"/>
                  </a:lnTo>
                  <a:lnTo>
                    <a:pt x="7184396" y="81346"/>
                  </a:lnTo>
                  <a:lnTo>
                    <a:pt x="7097853" y="103759"/>
                  </a:lnTo>
                  <a:lnTo>
                    <a:pt x="7015737" y="128965"/>
                  </a:lnTo>
                  <a:lnTo>
                    <a:pt x="6939131" y="157099"/>
                  </a:lnTo>
                  <a:lnTo>
                    <a:pt x="6868390" y="188417"/>
                  </a:lnTo>
                  <a:lnTo>
                    <a:pt x="6803340" y="223290"/>
                  </a:lnTo>
                  <a:lnTo>
                    <a:pt x="6743458" y="262205"/>
                  </a:lnTo>
                  <a:lnTo>
                    <a:pt x="6688014" y="305737"/>
                  </a:lnTo>
                  <a:lnTo>
                    <a:pt x="6636175" y="354515"/>
                  </a:lnTo>
                  <a:lnTo>
                    <a:pt x="6587088" y="409151"/>
                  </a:lnTo>
                  <a:lnTo>
                    <a:pt x="6539949" y="470124"/>
                  </a:lnTo>
                  <a:lnTo>
                    <a:pt x="6515891" y="504526"/>
                  </a:lnTo>
                  <a:lnTo>
                    <a:pt x="6481361" y="557684"/>
                  </a:lnTo>
                  <a:lnTo>
                    <a:pt x="6447153" y="614645"/>
                  </a:lnTo>
                  <a:lnTo>
                    <a:pt x="6413066" y="675486"/>
                  </a:lnTo>
                  <a:lnTo>
                    <a:pt x="6378946" y="740227"/>
                  </a:lnTo>
                  <a:lnTo>
                    <a:pt x="6344673" y="808822"/>
                  </a:lnTo>
                  <a:lnTo>
                    <a:pt x="6310162" y="881153"/>
                  </a:lnTo>
                  <a:lnTo>
                    <a:pt x="6275358" y="957031"/>
                  </a:lnTo>
                  <a:lnTo>
                    <a:pt x="6240237" y="1036185"/>
                  </a:lnTo>
                  <a:lnTo>
                    <a:pt x="6204797" y="1118273"/>
                  </a:lnTo>
                  <a:lnTo>
                    <a:pt x="6169062" y="1202877"/>
                  </a:lnTo>
                  <a:lnTo>
                    <a:pt x="6133076" y="1289518"/>
                  </a:lnTo>
                  <a:lnTo>
                    <a:pt x="6096897" y="1377659"/>
                  </a:lnTo>
                  <a:lnTo>
                    <a:pt x="6060597" y="1466724"/>
                  </a:lnTo>
                  <a:lnTo>
                    <a:pt x="6024255" y="1556109"/>
                  </a:lnTo>
                  <a:lnTo>
                    <a:pt x="5987951" y="1645204"/>
                  </a:lnTo>
                  <a:lnTo>
                    <a:pt x="5951765" y="1733403"/>
                  </a:lnTo>
                  <a:lnTo>
                    <a:pt x="5915768" y="1820129"/>
                  </a:lnTo>
                  <a:lnTo>
                    <a:pt x="5880020" y="1904844"/>
                  </a:lnTo>
                  <a:lnTo>
                    <a:pt x="5844565" y="1987064"/>
                  </a:lnTo>
                  <a:lnTo>
                    <a:pt x="5809428" y="2066369"/>
                  </a:lnTo>
                  <a:lnTo>
                    <a:pt x="5774609" y="2142412"/>
                  </a:lnTo>
                  <a:lnTo>
                    <a:pt x="5740085" y="2214920"/>
                  </a:lnTo>
                  <a:lnTo>
                    <a:pt x="5705802" y="2283699"/>
                  </a:lnTo>
                  <a:lnTo>
                    <a:pt x="5671677" y="2348628"/>
                  </a:lnTo>
                  <a:lnTo>
                    <a:pt x="5637592" y="2409659"/>
                  </a:lnTo>
                  <a:lnTo>
                    <a:pt x="5603393" y="2466806"/>
                  </a:lnTo>
                  <a:lnTo>
                    <a:pt x="5568885" y="2520145"/>
                  </a:lnTo>
                  <a:lnTo>
                    <a:pt x="5567201" y="2522634"/>
                  </a:lnTo>
                  <a:lnTo>
                    <a:pt x="5520800" y="2587001"/>
                  </a:lnTo>
                  <a:lnTo>
                    <a:pt x="5472824" y="2644900"/>
                  </a:lnTo>
                  <a:lnTo>
                    <a:pt x="5422526" y="2696664"/>
                  </a:lnTo>
                  <a:lnTo>
                    <a:pt x="5369069" y="2742853"/>
                  </a:lnTo>
                  <a:lnTo>
                    <a:pt x="5311603" y="2784101"/>
                  </a:lnTo>
                  <a:lnTo>
                    <a:pt x="5249332" y="2821017"/>
                  </a:lnTo>
                  <a:lnTo>
                    <a:pt x="5181608" y="2854136"/>
                  </a:lnTo>
                  <a:lnTo>
                    <a:pt x="5108056" y="2883892"/>
                  </a:lnTo>
                  <a:lnTo>
                    <a:pt x="5028731" y="2910602"/>
                  </a:lnTo>
                  <a:lnTo>
                    <a:pt x="4944312" y="2934463"/>
                  </a:lnTo>
                  <a:lnTo>
                    <a:pt x="4856290" y="2955555"/>
                  </a:lnTo>
                  <a:lnTo>
                    <a:pt x="4767097" y="2973870"/>
                  </a:lnTo>
                  <a:lnTo>
                    <a:pt x="4680079" y="2989345"/>
                  </a:lnTo>
                  <a:lnTo>
                    <a:pt x="4599217" y="3001923"/>
                  </a:lnTo>
                  <a:lnTo>
                    <a:pt x="4528566" y="3011621"/>
                  </a:lnTo>
                  <a:lnTo>
                    <a:pt x="4471492" y="3018587"/>
                  </a:lnTo>
                  <a:lnTo>
                    <a:pt x="4429902" y="3023128"/>
                  </a:lnTo>
                  <a:lnTo>
                    <a:pt x="4403727" y="3025698"/>
                  </a:lnTo>
                  <a:lnTo>
                    <a:pt x="4390792" y="3026844"/>
                  </a:lnTo>
                  <a:lnTo>
                    <a:pt x="4387023" y="3027148"/>
                  </a:lnTo>
                  <a:lnTo>
                    <a:pt x="4386855" y="3027161"/>
                  </a:lnTo>
                  <a:lnTo>
                    <a:pt x="3848118" y="3027161"/>
                  </a:lnTo>
                  <a:lnTo>
                    <a:pt x="3846880" y="3027100"/>
                  </a:lnTo>
                  <a:lnTo>
                    <a:pt x="3838794" y="3026671"/>
                  </a:lnTo>
                  <a:lnTo>
                    <a:pt x="3818600" y="3025484"/>
                  </a:lnTo>
                  <a:lnTo>
                    <a:pt x="3782980" y="3023154"/>
                  </a:lnTo>
                  <a:lnTo>
                    <a:pt x="3730864" y="3019341"/>
                  </a:lnTo>
                  <a:lnTo>
                    <a:pt x="3663477" y="3013795"/>
                  </a:lnTo>
                  <a:lnTo>
                    <a:pt x="3583921" y="3006376"/>
                  </a:lnTo>
                  <a:lnTo>
                    <a:pt x="3496389" y="2997043"/>
                  </a:lnTo>
                  <a:lnTo>
                    <a:pt x="3405271" y="2985823"/>
                  </a:lnTo>
                  <a:lnTo>
                    <a:pt x="3314425" y="2972761"/>
                  </a:lnTo>
                  <a:lnTo>
                    <a:pt x="3226762" y="2957878"/>
                  </a:lnTo>
                  <a:lnTo>
                    <a:pt x="3144144" y="2941136"/>
                  </a:lnTo>
                  <a:lnTo>
                    <a:pt x="3067492" y="2922420"/>
                  </a:lnTo>
                  <a:lnTo>
                    <a:pt x="2996990" y="2901535"/>
                  </a:lnTo>
                  <a:lnTo>
                    <a:pt x="2932307" y="2878201"/>
                  </a:lnTo>
                  <a:lnTo>
                    <a:pt x="2872784" y="2852067"/>
                  </a:lnTo>
                  <a:lnTo>
                    <a:pt x="2817582" y="2822726"/>
                  </a:lnTo>
                  <a:lnTo>
                    <a:pt x="2765785" y="2789751"/>
                  </a:lnTo>
                  <a:lnTo>
                    <a:pt x="2716491" y="2752755"/>
                  </a:lnTo>
                  <a:lnTo>
                    <a:pt x="2668886" y="2711500"/>
                  </a:lnTo>
                  <a:lnTo>
                    <a:pt x="2667772" y="2710470"/>
                  </a:lnTo>
                  <a:lnTo>
                    <a:pt x="2626827" y="2670600"/>
                  </a:lnTo>
                  <a:lnTo>
                    <a:pt x="2586278" y="2627351"/>
                  </a:lnTo>
                  <a:lnTo>
                    <a:pt x="2545816" y="2580659"/>
                  </a:lnTo>
                  <a:lnTo>
                    <a:pt x="2505207" y="2530535"/>
                  </a:lnTo>
                  <a:lnTo>
                    <a:pt x="2464290" y="2477076"/>
                  </a:lnTo>
                  <a:lnTo>
                    <a:pt x="2422966" y="2420471"/>
                  </a:lnTo>
                  <a:lnTo>
                    <a:pt x="2381193" y="2361003"/>
                  </a:lnTo>
                  <a:lnTo>
                    <a:pt x="2338980" y="2299050"/>
                  </a:lnTo>
                  <a:lnTo>
                    <a:pt x="2296380" y="2235077"/>
                  </a:lnTo>
                  <a:lnTo>
                    <a:pt x="2253480" y="2169624"/>
                  </a:lnTo>
                  <a:lnTo>
                    <a:pt x="2210396" y="2103288"/>
                  </a:lnTo>
                  <a:lnTo>
                    <a:pt x="2167259" y="2036698"/>
                  </a:lnTo>
                  <a:lnTo>
                    <a:pt x="2124204" y="1970498"/>
                  </a:lnTo>
                  <a:lnTo>
                    <a:pt x="2081359" y="1905312"/>
                  </a:lnTo>
                  <a:lnTo>
                    <a:pt x="2038835" y="1841727"/>
                  </a:lnTo>
                  <a:lnTo>
                    <a:pt x="1996713" y="1780268"/>
                  </a:lnTo>
                  <a:lnTo>
                    <a:pt x="1955037" y="1721382"/>
                  </a:lnTo>
                  <a:lnTo>
                    <a:pt x="1913805" y="1665428"/>
                  </a:lnTo>
                  <a:lnTo>
                    <a:pt x="1872964" y="1612668"/>
                  </a:lnTo>
                  <a:lnTo>
                    <a:pt x="1832402" y="1563271"/>
                  </a:lnTo>
                  <a:lnTo>
                    <a:pt x="1791943" y="1517315"/>
                  </a:lnTo>
                  <a:lnTo>
                    <a:pt x="1751340" y="1474794"/>
                  </a:lnTo>
                  <a:lnTo>
                    <a:pt x="1719082" y="1443708"/>
                  </a:lnTo>
                  <a:lnTo>
                    <a:pt x="1671509" y="1402352"/>
                  </a:lnTo>
                  <a:lnTo>
                    <a:pt x="1622264" y="1365257"/>
                  </a:lnTo>
                  <a:lnTo>
                    <a:pt x="1570537" y="1332190"/>
                  </a:lnTo>
                  <a:lnTo>
                    <a:pt x="1515426" y="1302768"/>
                  </a:lnTo>
                  <a:lnTo>
                    <a:pt x="1456015" y="1276563"/>
                  </a:lnTo>
                  <a:lnTo>
                    <a:pt x="1391463" y="1253167"/>
                  </a:lnTo>
                  <a:lnTo>
                    <a:pt x="1321105" y="1232228"/>
                  </a:lnTo>
                  <a:lnTo>
                    <a:pt x="1244599" y="1213463"/>
                  </a:lnTo>
                  <a:lnTo>
                    <a:pt x="1162115" y="1196676"/>
                  </a:lnTo>
                  <a:lnTo>
                    <a:pt x="1074554" y="1181749"/>
                  </a:lnTo>
                  <a:lnTo>
                    <a:pt x="983754" y="1168644"/>
                  </a:lnTo>
                  <a:lnTo>
                    <a:pt x="892602" y="1157380"/>
                  </a:lnTo>
                  <a:lnTo>
                    <a:pt x="804935" y="1148002"/>
                  </a:lnTo>
                  <a:lnTo>
                    <a:pt x="725138" y="1140537"/>
                  </a:lnTo>
                  <a:lnTo>
                    <a:pt x="657421" y="1134948"/>
                  </a:lnTo>
                  <a:lnTo>
                    <a:pt x="604920" y="1131097"/>
                  </a:lnTo>
                  <a:lnTo>
                    <a:pt x="568912" y="1128735"/>
                  </a:lnTo>
                  <a:lnTo>
                    <a:pt x="548382" y="1127525"/>
                  </a:lnTo>
                  <a:lnTo>
                    <a:pt x="540062" y="1127083"/>
                  </a:lnTo>
                  <a:lnTo>
                    <a:pt x="538736" y="1127018"/>
                  </a:lnTo>
                  <a:lnTo>
                    <a:pt x="0" y="1127018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29" name="pl729"/>
            <p:cNvSpPr/>
            <p:nvPr/>
          </p:nvSpPr>
          <p:spPr>
            <a:xfrm>
              <a:off x="546595" y="1202353"/>
              <a:ext cx="8234974" cy="3027161"/>
            </a:xfrm>
            <a:custGeom>
              <a:avLst/>
              <a:pathLst>
                <a:path w="8234974" h="3027161">
                  <a:moveTo>
                    <a:pt x="0" y="1127018"/>
                  </a:moveTo>
                  <a:lnTo>
                    <a:pt x="538736" y="1127018"/>
                  </a:lnTo>
                  <a:lnTo>
                    <a:pt x="539974" y="1127078"/>
                  </a:lnTo>
                  <a:lnTo>
                    <a:pt x="548060" y="1127507"/>
                  </a:lnTo>
                  <a:lnTo>
                    <a:pt x="568254" y="1128695"/>
                  </a:lnTo>
                  <a:lnTo>
                    <a:pt x="603875" y="1131025"/>
                  </a:lnTo>
                  <a:lnTo>
                    <a:pt x="655991" y="1134837"/>
                  </a:lnTo>
                  <a:lnTo>
                    <a:pt x="723378" y="1140383"/>
                  </a:lnTo>
                  <a:lnTo>
                    <a:pt x="802934" y="1147803"/>
                  </a:lnTo>
                  <a:lnTo>
                    <a:pt x="890466" y="1157136"/>
                  </a:lnTo>
                  <a:lnTo>
                    <a:pt x="981583" y="1168356"/>
                  </a:lnTo>
                  <a:lnTo>
                    <a:pt x="1072429" y="1181417"/>
                  </a:lnTo>
                  <a:lnTo>
                    <a:pt x="1160092" y="1196300"/>
                  </a:lnTo>
                  <a:lnTo>
                    <a:pt x="1242710" y="1213043"/>
                  </a:lnTo>
                  <a:lnTo>
                    <a:pt x="1319362" y="1231758"/>
                  </a:lnTo>
                  <a:lnTo>
                    <a:pt x="1389864" y="1252644"/>
                  </a:lnTo>
                  <a:lnTo>
                    <a:pt x="1454547" y="1275977"/>
                  </a:lnTo>
                  <a:lnTo>
                    <a:pt x="1514070" y="1302111"/>
                  </a:lnTo>
                  <a:lnTo>
                    <a:pt x="1569273" y="1331452"/>
                  </a:lnTo>
                  <a:lnTo>
                    <a:pt x="1621070" y="1364428"/>
                  </a:lnTo>
                  <a:lnTo>
                    <a:pt x="1670364" y="1401424"/>
                  </a:lnTo>
                  <a:lnTo>
                    <a:pt x="1717969" y="1442678"/>
                  </a:lnTo>
                  <a:lnTo>
                    <a:pt x="1719082" y="1443708"/>
                  </a:lnTo>
                  <a:lnTo>
                    <a:pt x="1760028" y="1483579"/>
                  </a:lnTo>
                  <a:lnTo>
                    <a:pt x="1800576" y="1526828"/>
                  </a:lnTo>
                  <a:lnTo>
                    <a:pt x="1841039" y="1573520"/>
                  </a:lnTo>
                  <a:lnTo>
                    <a:pt x="1881648" y="1623644"/>
                  </a:lnTo>
                  <a:lnTo>
                    <a:pt x="1922565" y="1677103"/>
                  </a:lnTo>
                  <a:lnTo>
                    <a:pt x="1963889" y="1733708"/>
                  </a:lnTo>
                  <a:lnTo>
                    <a:pt x="2005661" y="1793176"/>
                  </a:lnTo>
                  <a:lnTo>
                    <a:pt x="2047874" y="1855128"/>
                  </a:lnTo>
                  <a:lnTo>
                    <a:pt x="2090475" y="1919101"/>
                  </a:lnTo>
                  <a:lnTo>
                    <a:pt x="2133374" y="1984554"/>
                  </a:lnTo>
                  <a:lnTo>
                    <a:pt x="2176458" y="2050891"/>
                  </a:lnTo>
                  <a:lnTo>
                    <a:pt x="2219595" y="2117481"/>
                  </a:lnTo>
                  <a:lnTo>
                    <a:pt x="2262651" y="2183681"/>
                  </a:lnTo>
                  <a:lnTo>
                    <a:pt x="2305495" y="2248867"/>
                  </a:lnTo>
                  <a:lnTo>
                    <a:pt x="2348020" y="2312452"/>
                  </a:lnTo>
                  <a:lnTo>
                    <a:pt x="2390142" y="2373910"/>
                  </a:lnTo>
                  <a:lnTo>
                    <a:pt x="2431818" y="2432796"/>
                  </a:lnTo>
                  <a:lnTo>
                    <a:pt x="2473049" y="2488751"/>
                  </a:lnTo>
                  <a:lnTo>
                    <a:pt x="2513890" y="2541511"/>
                  </a:lnTo>
                  <a:lnTo>
                    <a:pt x="2554452" y="2590908"/>
                  </a:lnTo>
                  <a:lnTo>
                    <a:pt x="2594911" y="2636864"/>
                  </a:lnTo>
                  <a:lnTo>
                    <a:pt x="2635515" y="2679384"/>
                  </a:lnTo>
                  <a:lnTo>
                    <a:pt x="2667772" y="2710470"/>
                  </a:lnTo>
                  <a:lnTo>
                    <a:pt x="2715345" y="2751826"/>
                  </a:lnTo>
                  <a:lnTo>
                    <a:pt x="2764591" y="2788921"/>
                  </a:lnTo>
                  <a:lnTo>
                    <a:pt x="2816318" y="2821988"/>
                  </a:lnTo>
                  <a:lnTo>
                    <a:pt x="2871429" y="2851410"/>
                  </a:lnTo>
                  <a:lnTo>
                    <a:pt x="2930839" y="2877616"/>
                  </a:lnTo>
                  <a:lnTo>
                    <a:pt x="2995391" y="2901011"/>
                  </a:lnTo>
                  <a:lnTo>
                    <a:pt x="3065750" y="2921951"/>
                  </a:lnTo>
                  <a:lnTo>
                    <a:pt x="3142256" y="2940715"/>
                  </a:lnTo>
                  <a:lnTo>
                    <a:pt x="3224739" y="2957503"/>
                  </a:lnTo>
                  <a:lnTo>
                    <a:pt x="3312300" y="2972430"/>
                  </a:lnTo>
                  <a:lnTo>
                    <a:pt x="3403100" y="2985534"/>
                  </a:lnTo>
                  <a:lnTo>
                    <a:pt x="3494253" y="2996798"/>
                  </a:lnTo>
                  <a:lnTo>
                    <a:pt x="3581920" y="3006177"/>
                  </a:lnTo>
                  <a:lnTo>
                    <a:pt x="3661716" y="3013641"/>
                  </a:lnTo>
                  <a:lnTo>
                    <a:pt x="3729434" y="3019230"/>
                  </a:lnTo>
                  <a:lnTo>
                    <a:pt x="3781934" y="3023082"/>
                  </a:lnTo>
                  <a:lnTo>
                    <a:pt x="3817943" y="3025443"/>
                  </a:lnTo>
                  <a:lnTo>
                    <a:pt x="3838473" y="3026653"/>
                  </a:lnTo>
                  <a:lnTo>
                    <a:pt x="3846792" y="3027096"/>
                  </a:lnTo>
                  <a:lnTo>
                    <a:pt x="3848118" y="3027161"/>
                  </a:lnTo>
                  <a:lnTo>
                    <a:pt x="3848118" y="3027161"/>
                  </a:lnTo>
                  <a:lnTo>
                    <a:pt x="4386855" y="3027161"/>
                  </a:lnTo>
                  <a:lnTo>
                    <a:pt x="4388007" y="3027072"/>
                  </a:lnTo>
                  <a:lnTo>
                    <a:pt x="4395542" y="3026437"/>
                  </a:lnTo>
                  <a:lnTo>
                    <a:pt x="4414410" y="3024682"/>
                  </a:lnTo>
                  <a:lnTo>
                    <a:pt x="4447812" y="3021233"/>
                  </a:lnTo>
                  <a:lnTo>
                    <a:pt x="4496926" y="3015581"/>
                  </a:lnTo>
                  <a:lnTo>
                    <a:pt x="4560835" y="3007337"/>
                  </a:lnTo>
                  <a:lnTo>
                    <a:pt x="4636850" y="2996271"/>
                  </a:lnTo>
                  <a:lnTo>
                    <a:pt x="4721174" y="2982304"/>
                  </a:lnTo>
                  <a:lnTo>
                    <a:pt x="4809699" y="2965462"/>
                  </a:lnTo>
                  <a:lnTo>
                    <a:pt x="4898697" y="2945814"/>
                  </a:lnTo>
                  <a:lnTo>
                    <a:pt x="4985240" y="2923401"/>
                  </a:lnTo>
                  <a:lnTo>
                    <a:pt x="5067355" y="2898195"/>
                  </a:lnTo>
                  <a:lnTo>
                    <a:pt x="5143961" y="2870061"/>
                  </a:lnTo>
                  <a:lnTo>
                    <a:pt x="5214703" y="2838743"/>
                  </a:lnTo>
                  <a:lnTo>
                    <a:pt x="5279752" y="2803870"/>
                  </a:lnTo>
                  <a:lnTo>
                    <a:pt x="5339634" y="2764955"/>
                  </a:lnTo>
                  <a:lnTo>
                    <a:pt x="5395078" y="2721423"/>
                  </a:lnTo>
                  <a:lnTo>
                    <a:pt x="5446918" y="2672645"/>
                  </a:lnTo>
                  <a:lnTo>
                    <a:pt x="5496005" y="2618009"/>
                  </a:lnTo>
                  <a:lnTo>
                    <a:pt x="5543143" y="2557036"/>
                  </a:lnTo>
                  <a:lnTo>
                    <a:pt x="5567201" y="2522634"/>
                  </a:lnTo>
                  <a:lnTo>
                    <a:pt x="5601731" y="2469476"/>
                  </a:lnTo>
                  <a:lnTo>
                    <a:pt x="5635940" y="2412516"/>
                  </a:lnTo>
                  <a:lnTo>
                    <a:pt x="5670026" y="2351674"/>
                  </a:lnTo>
                  <a:lnTo>
                    <a:pt x="5704146" y="2286933"/>
                  </a:lnTo>
                  <a:lnTo>
                    <a:pt x="5738419" y="2218338"/>
                  </a:lnTo>
                  <a:lnTo>
                    <a:pt x="5772931" y="2146007"/>
                  </a:lnTo>
                  <a:lnTo>
                    <a:pt x="5807734" y="2070129"/>
                  </a:lnTo>
                  <a:lnTo>
                    <a:pt x="5842856" y="1990975"/>
                  </a:lnTo>
                  <a:lnTo>
                    <a:pt x="5878295" y="1908887"/>
                  </a:lnTo>
                  <a:lnTo>
                    <a:pt x="5914030" y="1824283"/>
                  </a:lnTo>
                  <a:lnTo>
                    <a:pt x="5950016" y="1737642"/>
                  </a:lnTo>
                  <a:lnTo>
                    <a:pt x="5986195" y="1649501"/>
                  </a:lnTo>
                  <a:lnTo>
                    <a:pt x="6022495" y="1560436"/>
                  </a:lnTo>
                  <a:lnTo>
                    <a:pt x="6058838" y="1471051"/>
                  </a:lnTo>
                  <a:lnTo>
                    <a:pt x="6095142" y="1381956"/>
                  </a:lnTo>
                  <a:lnTo>
                    <a:pt x="6131328" y="1293757"/>
                  </a:lnTo>
                  <a:lnTo>
                    <a:pt x="6167325" y="1207031"/>
                  </a:lnTo>
                  <a:lnTo>
                    <a:pt x="6203073" y="1122316"/>
                  </a:lnTo>
                  <a:lnTo>
                    <a:pt x="6238527" y="1040096"/>
                  </a:lnTo>
                  <a:lnTo>
                    <a:pt x="6273665" y="960791"/>
                  </a:lnTo>
                  <a:lnTo>
                    <a:pt x="6308483" y="884748"/>
                  </a:lnTo>
                  <a:lnTo>
                    <a:pt x="6343008" y="812240"/>
                  </a:lnTo>
                  <a:lnTo>
                    <a:pt x="6377290" y="743461"/>
                  </a:lnTo>
                  <a:lnTo>
                    <a:pt x="6411416" y="678532"/>
                  </a:lnTo>
                  <a:lnTo>
                    <a:pt x="6445500" y="617501"/>
                  </a:lnTo>
                  <a:lnTo>
                    <a:pt x="6479699" y="560354"/>
                  </a:lnTo>
                  <a:lnTo>
                    <a:pt x="6514208" y="507015"/>
                  </a:lnTo>
                  <a:lnTo>
                    <a:pt x="6515891" y="504526"/>
                  </a:lnTo>
                  <a:lnTo>
                    <a:pt x="6562293" y="440159"/>
                  </a:lnTo>
                  <a:lnTo>
                    <a:pt x="6610269" y="382260"/>
                  </a:lnTo>
                  <a:lnTo>
                    <a:pt x="6660567" y="330496"/>
                  </a:lnTo>
                  <a:lnTo>
                    <a:pt x="6714023" y="284307"/>
                  </a:lnTo>
                  <a:lnTo>
                    <a:pt x="6771489" y="243059"/>
                  </a:lnTo>
                  <a:lnTo>
                    <a:pt x="6833761" y="206143"/>
                  </a:lnTo>
                  <a:lnTo>
                    <a:pt x="6901485" y="173024"/>
                  </a:lnTo>
                  <a:lnTo>
                    <a:pt x="6975037" y="143268"/>
                  </a:lnTo>
                  <a:lnTo>
                    <a:pt x="7054361" y="116558"/>
                  </a:lnTo>
                  <a:lnTo>
                    <a:pt x="7138781" y="92697"/>
                  </a:lnTo>
                  <a:lnTo>
                    <a:pt x="7226803" y="71605"/>
                  </a:lnTo>
                  <a:lnTo>
                    <a:pt x="7315995" y="53290"/>
                  </a:lnTo>
                  <a:lnTo>
                    <a:pt x="7403013" y="37815"/>
                  </a:lnTo>
                  <a:lnTo>
                    <a:pt x="7483876" y="25237"/>
                  </a:lnTo>
                  <a:lnTo>
                    <a:pt x="7554527" y="15539"/>
                  </a:lnTo>
                  <a:lnTo>
                    <a:pt x="7611601" y="8573"/>
                  </a:lnTo>
                  <a:lnTo>
                    <a:pt x="7653190" y="4032"/>
                  </a:lnTo>
                  <a:lnTo>
                    <a:pt x="7679365" y="1462"/>
                  </a:lnTo>
                  <a:lnTo>
                    <a:pt x="7692300" y="316"/>
                  </a:lnTo>
                  <a:lnTo>
                    <a:pt x="7696069" y="1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0" name="pl730"/>
            <p:cNvSpPr/>
            <p:nvPr/>
          </p:nvSpPr>
          <p:spPr>
            <a:xfrm>
              <a:off x="546595" y="1191464"/>
              <a:ext cx="8234974" cy="3027161"/>
            </a:xfrm>
            <a:custGeom>
              <a:avLst/>
              <a:pathLst>
                <a:path w="8234974" h="3027161">
                  <a:moveTo>
                    <a:pt x="8234974" y="0"/>
                  </a:moveTo>
                  <a:lnTo>
                    <a:pt x="7696237" y="0"/>
                  </a:lnTo>
                  <a:lnTo>
                    <a:pt x="7695086" y="88"/>
                  </a:lnTo>
                  <a:lnTo>
                    <a:pt x="7687550" y="723"/>
                  </a:lnTo>
                  <a:lnTo>
                    <a:pt x="7668683" y="2478"/>
                  </a:lnTo>
                  <a:lnTo>
                    <a:pt x="7635281" y="5927"/>
                  </a:lnTo>
                  <a:lnTo>
                    <a:pt x="7586167" y="11579"/>
                  </a:lnTo>
                  <a:lnTo>
                    <a:pt x="7522257" y="19823"/>
                  </a:lnTo>
                  <a:lnTo>
                    <a:pt x="7446242" y="30889"/>
                  </a:lnTo>
                  <a:lnTo>
                    <a:pt x="7361919" y="44856"/>
                  </a:lnTo>
                  <a:lnTo>
                    <a:pt x="7273393" y="61698"/>
                  </a:lnTo>
                  <a:lnTo>
                    <a:pt x="7184396" y="81346"/>
                  </a:lnTo>
                  <a:lnTo>
                    <a:pt x="7097853" y="103759"/>
                  </a:lnTo>
                  <a:lnTo>
                    <a:pt x="7015737" y="128965"/>
                  </a:lnTo>
                  <a:lnTo>
                    <a:pt x="6939131" y="157099"/>
                  </a:lnTo>
                  <a:lnTo>
                    <a:pt x="6868390" y="188417"/>
                  </a:lnTo>
                  <a:lnTo>
                    <a:pt x="6803340" y="223290"/>
                  </a:lnTo>
                  <a:lnTo>
                    <a:pt x="6743458" y="262205"/>
                  </a:lnTo>
                  <a:lnTo>
                    <a:pt x="6688014" y="305737"/>
                  </a:lnTo>
                  <a:lnTo>
                    <a:pt x="6636175" y="354515"/>
                  </a:lnTo>
                  <a:lnTo>
                    <a:pt x="6587088" y="409151"/>
                  </a:lnTo>
                  <a:lnTo>
                    <a:pt x="6539949" y="470124"/>
                  </a:lnTo>
                  <a:lnTo>
                    <a:pt x="6515891" y="504526"/>
                  </a:lnTo>
                  <a:lnTo>
                    <a:pt x="6481361" y="557684"/>
                  </a:lnTo>
                  <a:lnTo>
                    <a:pt x="6447153" y="614645"/>
                  </a:lnTo>
                  <a:lnTo>
                    <a:pt x="6413066" y="675486"/>
                  </a:lnTo>
                  <a:lnTo>
                    <a:pt x="6378946" y="740227"/>
                  </a:lnTo>
                  <a:lnTo>
                    <a:pt x="6344673" y="808822"/>
                  </a:lnTo>
                  <a:lnTo>
                    <a:pt x="6310162" y="881153"/>
                  </a:lnTo>
                  <a:lnTo>
                    <a:pt x="6275358" y="957031"/>
                  </a:lnTo>
                  <a:lnTo>
                    <a:pt x="6240237" y="1036185"/>
                  </a:lnTo>
                  <a:lnTo>
                    <a:pt x="6204797" y="1118273"/>
                  </a:lnTo>
                  <a:lnTo>
                    <a:pt x="6169062" y="1202877"/>
                  </a:lnTo>
                  <a:lnTo>
                    <a:pt x="6133076" y="1289518"/>
                  </a:lnTo>
                  <a:lnTo>
                    <a:pt x="6096897" y="1377659"/>
                  </a:lnTo>
                  <a:lnTo>
                    <a:pt x="6060597" y="1466724"/>
                  </a:lnTo>
                  <a:lnTo>
                    <a:pt x="6024255" y="1556109"/>
                  </a:lnTo>
                  <a:lnTo>
                    <a:pt x="5987951" y="1645204"/>
                  </a:lnTo>
                  <a:lnTo>
                    <a:pt x="5951765" y="1733403"/>
                  </a:lnTo>
                  <a:lnTo>
                    <a:pt x="5915768" y="1820129"/>
                  </a:lnTo>
                  <a:lnTo>
                    <a:pt x="5880020" y="1904844"/>
                  </a:lnTo>
                  <a:lnTo>
                    <a:pt x="5844565" y="1987064"/>
                  </a:lnTo>
                  <a:lnTo>
                    <a:pt x="5809428" y="2066369"/>
                  </a:lnTo>
                  <a:lnTo>
                    <a:pt x="5774609" y="2142412"/>
                  </a:lnTo>
                  <a:lnTo>
                    <a:pt x="5740085" y="2214920"/>
                  </a:lnTo>
                  <a:lnTo>
                    <a:pt x="5705802" y="2283699"/>
                  </a:lnTo>
                  <a:lnTo>
                    <a:pt x="5671677" y="2348628"/>
                  </a:lnTo>
                  <a:lnTo>
                    <a:pt x="5637592" y="2409659"/>
                  </a:lnTo>
                  <a:lnTo>
                    <a:pt x="5603393" y="2466806"/>
                  </a:lnTo>
                  <a:lnTo>
                    <a:pt x="5568885" y="2520145"/>
                  </a:lnTo>
                  <a:lnTo>
                    <a:pt x="5567201" y="2522634"/>
                  </a:lnTo>
                  <a:lnTo>
                    <a:pt x="5520800" y="2587001"/>
                  </a:lnTo>
                  <a:lnTo>
                    <a:pt x="5472824" y="2644900"/>
                  </a:lnTo>
                  <a:lnTo>
                    <a:pt x="5422526" y="2696664"/>
                  </a:lnTo>
                  <a:lnTo>
                    <a:pt x="5369069" y="2742853"/>
                  </a:lnTo>
                  <a:lnTo>
                    <a:pt x="5311603" y="2784101"/>
                  </a:lnTo>
                  <a:lnTo>
                    <a:pt x="5249332" y="2821017"/>
                  </a:lnTo>
                  <a:lnTo>
                    <a:pt x="5181608" y="2854136"/>
                  </a:lnTo>
                  <a:lnTo>
                    <a:pt x="5108056" y="2883892"/>
                  </a:lnTo>
                  <a:lnTo>
                    <a:pt x="5028731" y="2910602"/>
                  </a:lnTo>
                  <a:lnTo>
                    <a:pt x="4944312" y="2934463"/>
                  </a:lnTo>
                  <a:lnTo>
                    <a:pt x="4856290" y="2955555"/>
                  </a:lnTo>
                  <a:lnTo>
                    <a:pt x="4767097" y="2973870"/>
                  </a:lnTo>
                  <a:lnTo>
                    <a:pt x="4680079" y="2989345"/>
                  </a:lnTo>
                  <a:lnTo>
                    <a:pt x="4599217" y="3001923"/>
                  </a:lnTo>
                  <a:lnTo>
                    <a:pt x="4528566" y="3011621"/>
                  </a:lnTo>
                  <a:lnTo>
                    <a:pt x="4471492" y="3018587"/>
                  </a:lnTo>
                  <a:lnTo>
                    <a:pt x="4429902" y="3023128"/>
                  </a:lnTo>
                  <a:lnTo>
                    <a:pt x="4403727" y="3025698"/>
                  </a:lnTo>
                  <a:lnTo>
                    <a:pt x="4390792" y="3026844"/>
                  </a:lnTo>
                  <a:lnTo>
                    <a:pt x="4387023" y="3027148"/>
                  </a:lnTo>
                  <a:lnTo>
                    <a:pt x="4386855" y="3027161"/>
                  </a:lnTo>
                  <a:lnTo>
                    <a:pt x="3848118" y="3027161"/>
                  </a:lnTo>
                  <a:lnTo>
                    <a:pt x="3846880" y="3027100"/>
                  </a:lnTo>
                  <a:lnTo>
                    <a:pt x="3838794" y="3026671"/>
                  </a:lnTo>
                  <a:lnTo>
                    <a:pt x="3818600" y="3025484"/>
                  </a:lnTo>
                  <a:lnTo>
                    <a:pt x="3782980" y="3023154"/>
                  </a:lnTo>
                  <a:lnTo>
                    <a:pt x="3730864" y="3019341"/>
                  </a:lnTo>
                  <a:lnTo>
                    <a:pt x="3663477" y="3013795"/>
                  </a:lnTo>
                  <a:lnTo>
                    <a:pt x="3583921" y="3006376"/>
                  </a:lnTo>
                  <a:lnTo>
                    <a:pt x="3496389" y="2997043"/>
                  </a:lnTo>
                  <a:lnTo>
                    <a:pt x="3405271" y="2985823"/>
                  </a:lnTo>
                  <a:lnTo>
                    <a:pt x="3314425" y="2972761"/>
                  </a:lnTo>
                  <a:lnTo>
                    <a:pt x="3226762" y="2957878"/>
                  </a:lnTo>
                  <a:lnTo>
                    <a:pt x="3144144" y="2941136"/>
                  </a:lnTo>
                  <a:lnTo>
                    <a:pt x="3067492" y="2922420"/>
                  </a:lnTo>
                  <a:lnTo>
                    <a:pt x="2996990" y="2901535"/>
                  </a:lnTo>
                  <a:lnTo>
                    <a:pt x="2932307" y="2878201"/>
                  </a:lnTo>
                  <a:lnTo>
                    <a:pt x="2872784" y="2852067"/>
                  </a:lnTo>
                  <a:lnTo>
                    <a:pt x="2817582" y="2822726"/>
                  </a:lnTo>
                  <a:lnTo>
                    <a:pt x="2765785" y="2789751"/>
                  </a:lnTo>
                  <a:lnTo>
                    <a:pt x="2716491" y="2752755"/>
                  </a:lnTo>
                  <a:lnTo>
                    <a:pt x="2668886" y="2711500"/>
                  </a:lnTo>
                  <a:lnTo>
                    <a:pt x="2667772" y="2710470"/>
                  </a:lnTo>
                  <a:lnTo>
                    <a:pt x="2626827" y="2670600"/>
                  </a:lnTo>
                  <a:lnTo>
                    <a:pt x="2586278" y="2627351"/>
                  </a:lnTo>
                  <a:lnTo>
                    <a:pt x="2545816" y="2580659"/>
                  </a:lnTo>
                  <a:lnTo>
                    <a:pt x="2505207" y="2530535"/>
                  </a:lnTo>
                  <a:lnTo>
                    <a:pt x="2464290" y="2477076"/>
                  </a:lnTo>
                  <a:lnTo>
                    <a:pt x="2422966" y="2420471"/>
                  </a:lnTo>
                  <a:lnTo>
                    <a:pt x="2381193" y="2361003"/>
                  </a:lnTo>
                  <a:lnTo>
                    <a:pt x="2338980" y="2299050"/>
                  </a:lnTo>
                  <a:lnTo>
                    <a:pt x="2296380" y="2235077"/>
                  </a:lnTo>
                  <a:lnTo>
                    <a:pt x="2253480" y="2169624"/>
                  </a:lnTo>
                  <a:lnTo>
                    <a:pt x="2210396" y="2103288"/>
                  </a:lnTo>
                  <a:lnTo>
                    <a:pt x="2167259" y="2036698"/>
                  </a:lnTo>
                  <a:lnTo>
                    <a:pt x="2124204" y="1970498"/>
                  </a:lnTo>
                  <a:lnTo>
                    <a:pt x="2081359" y="1905312"/>
                  </a:lnTo>
                  <a:lnTo>
                    <a:pt x="2038835" y="1841727"/>
                  </a:lnTo>
                  <a:lnTo>
                    <a:pt x="1996713" y="1780268"/>
                  </a:lnTo>
                  <a:lnTo>
                    <a:pt x="1955037" y="1721382"/>
                  </a:lnTo>
                  <a:lnTo>
                    <a:pt x="1913805" y="1665428"/>
                  </a:lnTo>
                  <a:lnTo>
                    <a:pt x="1872964" y="1612668"/>
                  </a:lnTo>
                  <a:lnTo>
                    <a:pt x="1832402" y="1563271"/>
                  </a:lnTo>
                  <a:lnTo>
                    <a:pt x="1791943" y="1517315"/>
                  </a:lnTo>
                  <a:lnTo>
                    <a:pt x="1751340" y="1474794"/>
                  </a:lnTo>
                  <a:lnTo>
                    <a:pt x="1719082" y="1443708"/>
                  </a:lnTo>
                  <a:lnTo>
                    <a:pt x="1671509" y="1402352"/>
                  </a:lnTo>
                  <a:lnTo>
                    <a:pt x="1622264" y="1365257"/>
                  </a:lnTo>
                  <a:lnTo>
                    <a:pt x="1570537" y="1332190"/>
                  </a:lnTo>
                  <a:lnTo>
                    <a:pt x="1515426" y="1302768"/>
                  </a:lnTo>
                  <a:lnTo>
                    <a:pt x="1456015" y="1276563"/>
                  </a:lnTo>
                  <a:lnTo>
                    <a:pt x="1391463" y="1253167"/>
                  </a:lnTo>
                  <a:lnTo>
                    <a:pt x="1321105" y="1232228"/>
                  </a:lnTo>
                  <a:lnTo>
                    <a:pt x="1244599" y="1213463"/>
                  </a:lnTo>
                  <a:lnTo>
                    <a:pt x="1162115" y="1196676"/>
                  </a:lnTo>
                  <a:lnTo>
                    <a:pt x="1074554" y="1181749"/>
                  </a:lnTo>
                  <a:lnTo>
                    <a:pt x="983754" y="1168644"/>
                  </a:lnTo>
                  <a:lnTo>
                    <a:pt x="892602" y="1157380"/>
                  </a:lnTo>
                  <a:lnTo>
                    <a:pt x="804935" y="1148002"/>
                  </a:lnTo>
                  <a:lnTo>
                    <a:pt x="725138" y="1140537"/>
                  </a:lnTo>
                  <a:lnTo>
                    <a:pt x="657421" y="1134948"/>
                  </a:lnTo>
                  <a:lnTo>
                    <a:pt x="604920" y="1131097"/>
                  </a:lnTo>
                  <a:lnTo>
                    <a:pt x="568912" y="1128735"/>
                  </a:lnTo>
                  <a:lnTo>
                    <a:pt x="548382" y="1127525"/>
                  </a:lnTo>
                  <a:lnTo>
                    <a:pt x="540062" y="1127083"/>
                  </a:lnTo>
                  <a:lnTo>
                    <a:pt x="538736" y="1127018"/>
                  </a:lnTo>
                  <a:lnTo>
                    <a:pt x="538736" y="1127018"/>
                  </a:lnTo>
                  <a:lnTo>
                    <a:pt x="0" y="11270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1" name="pg731"/>
            <p:cNvSpPr/>
            <p:nvPr/>
          </p:nvSpPr>
          <p:spPr>
            <a:xfrm>
              <a:off x="546595" y="1512691"/>
              <a:ext cx="8234974" cy="2738600"/>
            </a:xfrm>
            <a:custGeom>
              <a:avLst/>
              <a:pathLst>
                <a:path w="8234974" h="2738600">
                  <a:moveTo>
                    <a:pt x="0" y="838458"/>
                  </a:moveTo>
                  <a:lnTo>
                    <a:pt x="538736" y="838458"/>
                  </a:lnTo>
                  <a:lnTo>
                    <a:pt x="539974" y="838518"/>
                  </a:lnTo>
                  <a:lnTo>
                    <a:pt x="548060" y="838947"/>
                  </a:lnTo>
                  <a:lnTo>
                    <a:pt x="568254" y="840134"/>
                  </a:lnTo>
                  <a:lnTo>
                    <a:pt x="603875" y="842465"/>
                  </a:lnTo>
                  <a:lnTo>
                    <a:pt x="655991" y="846277"/>
                  </a:lnTo>
                  <a:lnTo>
                    <a:pt x="723378" y="851823"/>
                  </a:lnTo>
                  <a:lnTo>
                    <a:pt x="802934" y="859242"/>
                  </a:lnTo>
                  <a:lnTo>
                    <a:pt x="890466" y="868575"/>
                  </a:lnTo>
                  <a:lnTo>
                    <a:pt x="981583" y="879795"/>
                  </a:lnTo>
                  <a:lnTo>
                    <a:pt x="1072429" y="892857"/>
                  </a:lnTo>
                  <a:lnTo>
                    <a:pt x="1160092" y="907740"/>
                  </a:lnTo>
                  <a:lnTo>
                    <a:pt x="1242710" y="924483"/>
                  </a:lnTo>
                  <a:lnTo>
                    <a:pt x="1319362" y="943198"/>
                  </a:lnTo>
                  <a:lnTo>
                    <a:pt x="1389864" y="964083"/>
                  </a:lnTo>
                  <a:lnTo>
                    <a:pt x="1454547" y="987417"/>
                  </a:lnTo>
                  <a:lnTo>
                    <a:pt x="1514070" y="1013551"/>
                  </a:lnTo>
                  <a:lnTo>
                    <a:pt x="1569273" y="1042892"/>
                  </a:lnTo>
                  <a:lnTo>
                    <a:pt x="1621070" y="1075867"/>
                  </a:lnTo>
                  <a:lnTo>
                    <a:pt x="1670364" y="1112864"/>
                  </a:lnTo>
                  <a:lnTo>
                    <a:pt x="1717969" y="1154118"/>
                  </a:lnTo>
                  <a:lnTo>
                    <a:pt x="1719082" y="1155148"/>
                  </a:lnTo>
                  <a:lnTo>
                    <a:pt x="1760028" y="1195019"/>
                  </a:lnTo>
                  <a:lnTo>
                    <a:pt x="1800576" y="1238268"/>
                  </a:lnTo>
                  <a:lnTo>
                    <a:pt x="1841039" y="1284960"/>
                  </a:lnTo>
                  <a:lnTo>
                    <a:pt x="1881648" y="1335083"/>
                  </a:lnTo>
                  <a:lnTo>
                    <a:pt x="1922565" y="1388542"/>
                  </a:lnTo>
                  <a:lnTo>
                    <a:pt x="1963889" y="1445148"/>
                  </a:lnTo>
                  <a:lnTo>
                    <a:pt x="2005661" y="1504615"/>
                  </a:lnTo>
                  <a:lnTo>
                    <a:pt x="2047874" y="1566568"/>
                  </a:lnTo>
                  <a:lnTo>
                    <a:pt x="2090475" y="1630541"/>
                  </a:lnTo>
                  <a:lnTo>
                    <a:pt x="2133374" y="1695994"/>
                  </a:lnTo>
                  <a:lnTo>
                    <a:pt x="2176458" y="1762331"/>
                  </a:lnTo>
                  <a:lnTo>
                    <a:pt x="2219595" y="1828920"/>
                  </a:lnTo>
                  <a:lnTo>
                    <a:pt x="2262651" y="1895121"/>
                  </a:lnTo>
                  <a:lnTo>
                    <a:pt x="2305495" y="1960306"/>
                  </a:lnTo>
                  <a:lnTo>
                    <a:pt x="2348020" y="2023891"/>
                  </a:lnTo>
                  <a:lnTo>
                    <a:pt x="2390142" y="2085350"/>
                  </a:lnTo>
                  <a:lnTo>
                    <a:pt x="2431818" y="2144236"/>
                  </a:lnTo>
                  <a:lnTo>
                    <a:pt x="2473049" y="2200191"/>
                  </a:lnTo>
                  <a:lnTo>
                    <a:pt x="2513890" y="2252951"/>
                  </a:lnTo>
                  <a:lnTo>
                    <a:pt x="2554452" y="2302348"/>
                  </a:lnTo>
                  <a:lnTo>
                    <a:pt x="2594911" y="2348303"/>
                  </a:lnTo>
                  <a:lnTo>
                    <a:pt x="2635515" y="2390824"/>
                  </a:lnTo>
                  <a:lnTo>
                    <a:pt x="2667772" y="2421910"/>
                  </a:lnTo>
                  <a:lnTo>
                    <a:pt x="2715345" y="2463266"/>
                  </a:lnTo>
                  <a:lnTo>
                    <a:pt x="2764591" y="2500361"/>
                  </a:lnTo>
                  <a:lnTo>
                    <a:pt x="2816318" y="2533428"/>
                  </a:lnTo>
                  <a:lnTo>
                    <a:pt x="2871429" y="2562850"/>
                  </a:lnTo>
                  <a:lnTo>
                    <a:pt x="2930839" y="2589055"/>
                  </a:lnTo>
                  <a:lnTo>
                    <a:pt x="2995391" y="2612451"/>
                  </a:lnTo>
                  <a:lnTo>
                    <a:pt x="3065750" y="2633391"/>
                  </a:lnTo>
                  <a:lnTo>
                    <a:pt x="3142256" y="2652155"/>
                  </a:lnTo>
                  <a:lnTo>
                    <a:pt x="3224739" y="2668943"/>
                  </a:lnTo>
                  <a:lnTo>
                    <a:pt x="3312300" y="2683869"/>
                  </a:lnTo>
                  <a:lnTo>
                    <a:pt x="3403100" y="2696974"/>
                  </a:lnTo>
                  <a:lnTo>
                    <a:pt x="3494253" y="2708238"/>
                  </a:lnTo>
                  <a:lnTo>
                    <a:pt x="3581920" y="2717616"/>
                  </a:lnTo>
                  <a:lnTo>
                    <a:pt x="3661716" y="2725081"/>
                  </a:lnTo>
                  <a:lnTo>
                    <a:pt x="3729434" y="2730670"/>
                  </a:lnTo>
                  <a:lnTo>
                    <a:pt x="3781934" y="2734521"/>
                  </a:lnTo>
                  <a:lnTo>
                    <a:pt x="3817943" y="2736883"/>
                  </a:lnTo>
                  <a:lnTo>
                    <a:pt x="3838473" y="2738093"/>
                  </a:lnTo>
                  <a:lnTo>
                    <a:pt x="3846792" y="2738536"/>
                  </a:lnTo>
                  <a:lnTo>
                    <a:pt x="3848118" y="2738600"/>
                  </a:lnTo>
                  <a:lnTo>
                    <a:pt x="4386855" y="2738600"/>
                  </a:lnTo>
                  <a:lnTo>
                    <a:pt x="4388033" y="2738519"/>
                  </a:lnTo>
                  <a:lnTo>
                    <a:pt x="4395735" y="2737935"/>
                  </a:lnTo>
                  <a:lnTo>
                    <a:pt x="4415005" y="2736323"/>
                  </a:lnTo>
                  <a:lnTo>
                    <a:pt x="4449082" y="2733157"/>
                  </a:lnTo>
                  <a:lnTo>
                    <a:pt x="4499112" y="2727969"/>
                  </a:lnTo>
                  <a:lnTo>
                    <a:pt x="4564088" y="2720409"/>
                  </a:lnTo>
                  <a:lnTo>
                    <a:pt x="4641196" y="2710272"/>
                  </a:lnTo>
                  <a:lnTo>
                    <a:pt x="4726517" y="2697490"/>
                  </a:lnTo>
                  <a:lnTo>
                    <a:pt x="4815856" y="2682092"/>
                  </a:lnTo>
                  <a:lnTo>
                    <a:pt x="4905441" y="2664140"/>
                  </a:lnTo>
                  <a:lnTo>
                    <a:pt x="4992348" y="2643671"/>
                  </a:lnTo>
                  <a:lnTo>
                    <a:pt x="5074634" y="2620649"/>
                  </a:lnTo>
                  <a:lnTo>
                    <a:pt x="5151266" y="2594941"/>
                  </a:lnTo>
                  <a:lnTo>
                    <a:pt x="5221941" y="2566304"/>
                  </a:lnTo>
                  <a:lnTo>
                    <a:pt x="5286880" y="2534383"/>
                  </a:lnTo>
                  <a:lnTo>
                    <a:pt x="5346649" y="2498723"/>
                  </a:lnTo>
                  <a:lnTo>
                    <a:pt x="5402012" y="2458787"/>
                  </a:lnTo>
                  <a:lnTo>
                    <a:pt x="5453828" y="2413995"/>
                  </a:lnTo>
                  <a:lnTo>
                    <a:pt x="5502966" y="2363794"/>
                  </a:lnTo>
                  <a:lnTo>
                    <a:pt x="5550235" y="2307776"/>
                  </a:lnTo>
                  <a:lnTo>
                    <a:pt x="5567201" y="2285796"/>
                  </a:lnTo>
                  <a:lnTo>
                    <a:pt x="5603253" y="2235895"/>
                  </a:lnTo>
                  <a:lnTo>
                    <a:pt x="5638965" y="2182266"/>
                  </a:lnTo>
                  <a:lnTo>
                    <a:pt x="5674560" y="2124836"/>
                  </a:lnTo>
                  <a:lnTo>
                    <a:pt x="5710211" y="2063591"/>
                  </a:lnTo>
                  <a:lnTo>
                    <a:pt x="5746048" y="1998589"/>
                  </a:lnTo>
                  <a:lnTo>
                    <a:pt x="5782160" y="1929965"/>
                  </a:lnTo>
                  <a:lnTo>
                    <a:pt x="5818601" y="1857934"/>
                  </a:lnTo>
                  <a:lnTo>
                    <a:pt x="5855391" y="1782792"/>
                  </a:lnTo>
                  <a:lnTo>
                    <a:pt x="5892523" y="1704917"/>
                  </a:lnTo>
                  <a:lnTo>
                    <a:pt x="5929959" y="1624758"/>
                  </a:lnTo>
                  <a:lnTo>
                    <a:pt x="5967643" y="1542834"/>
                  </a:lnTo>
                  <a:lnTo>
                    <a:pt x="6005500" y="1459713"/>
                  </a:lnTo>
                  <a:lnTo>
                    <a:pt x="6043444" y="1375999"/>
                  </a:lnTo>
                  <a:lnTo>
                    <a:pt x="6081384" y="1292317"/>
                  </a:lnTo>
                  <a:lnTo>
                    <a:pt x="6119227" y="1209288"/>
                  </a:lnTo>
                  <a:lnTo>
                    <a:pt x="6156889" y="1127516"/>
                  </a:lnTo>
                  <a:lnTo>
                    <a:pt x="6194297" y="1047564"/>
                  </a:lnTo>
                  <a:lnTo>
                    <a:pt x="6231395" y="969942"/>
                  </a:lnTo>
                  <a:lnTo>
                    <a:pt x="6268151" y="895096"/>
                  </a:lnTo>
                  <a:lnTo>
                    <a:pt x="6304558" y="823393"/>
                  </a:lnTo>
                  <a:lnTo>
                    <a:pt x="6340639" y="755123"/>
                  </a:lnTo>
                  <a:lnTo>
                    <a:pt x="6376453" y="690492"/>
                  </a:lnTo>
                  <a:lnTo>
                    <a:pt x="6412092" y="629627"/>
                  </a:lnTo>
                  <a:lnTo>
                    <a:pt x="6447690" y="572579"/>
                  </a:lnTo>
                  <a:lnTo>
                    <a:pt x="6483425" y="519327"/>
                  </a:lnTo>
                  <a:lnTo>
                    <a:pt x="6515891" y="474581"/>
                  </a:lnTo>
                  <a:lnTo>
                    <a:pt x="6562653" y="416393"/>
                  </a:lnTo>
                  <a:lnTo>
                    <a:pt x="6611019" y="364098"/>
                  </a:lnTo>
                  <a:lnTo>
                    <a:pt x="6661756" y="317386"/>
                  </a:lnTo>
                  <a:lnTo>
                    <a:pt x="6715719" y="275741"/>
                  </a:lnTo>
                  <a:lnTo>
                    <a:pt x="6773780" y="238582"/>
                  </a:lnTo>
                  <a:lnTo>
                    <a:pt x="6836749" y="205351"/>
                  </a:lnTo>
                  <a:lnTo>
                    <a:pt x="6905277" y="175559"/>
                  </a:lnTo>
                  <a:lnTo>
                    <a:pt x="6979733" y="148814"/>
                  </a:lnTo>
                  <a:lnTo>
                    <a:pt x="7060028" y="124830"/>
                  </a:lnTo>
                  <a:lnTo>
                    <a:pt x="7145418" y="103435"/>
                  </a:lnTo>
                  <a:lnTo>
                    <a:pt x="7234311" y="84561"/>
                  </a:lnTo>
                  <a:lnTo>
                    <a:pt x="7324139" y="68222"/>
                  </a:lnTo>
                  <a:lnTo>
                    <a:pt x="7411407" y="54476"/>
                  </a:lnTo>
                  <a:lnTo>
                    <a:pt x="7492006" y="43373"/>
                  </a:lnTo>
                  <a:lnTo>
                    <a:pt x="7561824" y="34885"/>
                  </a:lnTo>
                  <a:lnTo>
                    <a:pt x="7617547" y="28863"/>
                  </a:lnTo>
                  <a:lnTo>
                    <a:pt x="7657444" y="25006"/>
                  </a:lnTo>
                  <a:lnTo>
                    <a:pt x="7681862" y="22885"/>
                  </a:lnTo>
                  <a:lnTo>
                    <a:pt x="7693300" y="21987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60" y="81"/>
                  </a:lnTo>
                  <a:lnTo>
                    <a:pt x="7687357" y="664"/>
                  </a:lnTo>
                  <a:lnTo>
                    <a:pt x="7668087" y="2276"/>
                  </a:lnTo>
                  <a:lnTo>
                    <a:pt x="7634010" y="5443"/>
                  </a:lnTo>
                  <a:lnTo>
                    <a:pt x="7583980" y="10630"/>
                  </a:lnTo>
                  <a:lnTo>
                    <a:pt x="7519004" y="18190"/>
                  </a:lnTo>
                  <a:lnTo>
                    <a:pt x="7441897" y="28328"/>
                  </a:lnTo>
                  <a:lnTo>
                    <a:pt x="7356576" y="41110"/>
                  </a:lnTo>
                  <a:lnTo>
                    <a:pt x="7267237" y="56508"/>
                  </a:lnTo>
                  <a:lnTo>
                    <a:pt x="7177652" y="74459"/>
                  </a:lnTo>
                  <a:lnTo>
                    <a:pt x="7090745" y="94929"/>
                  </a:lnTo>
                  <a:lnTo>
                    <a:pt x="7008459" y="117951"/>
                  </a:lnTo>
                  <a:lnTo>
                    <a:pt x="6931826" y="143659"/>
                  </a:lnTo>
                  <a:lnTo>
                    <a:pt x="6861151" y="172296"/>
                  </a:lnTo>
                  <a:lnTo>
                    <a:pt x="6796212" y="204217"/>
                  </a:lnTo>
                  <a:lnTo>
                    <a:pt x="6736444" y="239877"/>
                  </a:lnTo>
                  <a:lnTo>
                    <a:pt x="6681080" y="279813"/>
                  </a:lnTo>
                  <a:lnTo>
                    <a:pt x="6629265" y="324605"/>
                  </a:lnTo>
                  <a:lnTo>
                    <a:pt x="6580127" y="374806"/>
                  </a:lnTo>
                  <a:lnTo>
                    <a:pt x="6532857" y="430824"/>
                  </a:lnTo>
                  <a:lnTo>
                    <a:pt x="6515891" y="452803"/>
                  </a:lnTo>
                  <a:lnTo>
                    <a:pt x="6479839" y="502705"/>
                  </a:lnTo>
                  <a:lnTo>
                    <a:pt x="6444127" y="556333"/>
                  </a:lnTo>
                  <a:lnTo>
                    <a:pt x="6408532" y="613764"/>
                  </a:lnTo>
                  <a:lnTo>
                    <a:pt x="6372881" y="675009"/>
                  </a:lnTo>
                  <a:lnTo>
                    <a:pt x="6337045" y="740011"/>
                  </a:lnTo>
                  <a:lnTo>
                    <a:pt x="6300933" y="808635"/>
                  </a:lnTo>
                  <a:lnTo>
                    <a:pt x="6264492" y="880666"/>
                  </a:lnTo>
                  <a:lnTo>
                    <a:pt x="6227701" y="955808"/>
                  </a:lnTo>
                  <a:lnTo>
                    <a:pt x="6190570" y="1033683"/>
                  </a:lnTo>
                  <a:lnTo>
                    <a:pt x="6153134" y="1113841"/>
                  </a:lnTo>
                  <a:lnTo>
                    <a:pt x="6115450" y="1195765"/>
                  </a:lnTo>
                  <a:lnTo>
                    <a:pt x="6077593" y="1278887"/>
                  </a:lnTo>
                  <a:lnTo>
                    <a:pt x="6039648" y="1362601"/>
                  </a:lnTo>
                  <a:lnTo>
                    <a:pt x="6001709" y="1446283"/>
                  </a:lnTo>
                  <a:lnTo>
                    <a:pt x="5963865" y="1529312"/>
                  </a:lnTo>
                  <a:lnTo>
                    <a:pt x="5926203" y="1611084"/>
                  </a:lnTo>
                  <a:lnTo>
                    <a:pt x="5888795" y="1691036"/>
                  </a:lnTo>
                  <a:lnTo>
                    <a:pt x="5851697" y="1768658"/>
                  </a:lnTo>
                  <a:lnTo>
                    <a:pt x="5814941" y="1843504"/>
                  </a:lnTo>
                  <a:lnTo>
                    <a:pt x="5778535" y="1915206"/>
                  </a:lnTo>
                  <a:lnTo>
                    <a:pt x="5742453" y="1983476"/>
                  </a:lnTo>
                  <a:lnTo>
                    <a:pt x="5706640" y="2048107"/>
                  </a:lnTo>
                  <a:lnTo>
                    <a:pt x="5671001" y="2108972"/>
                  </a:lnTo>
                  <a:lnTo>
                    <a:pt x="5635403" y="2166021"/>
                  </a:lnTo>
                  <a:lnTo>
                    <a:pt x="5599668" y="2219272"/>
                  </a:lnTo>
                  <a:lnTo>
                    <a:pt x="5567201" y="2264018"/>
                  </a:lnTo>
                  <a:lnTo>
                    <a:pt x="5520439" y="2322206"/>
                  </a:lnTo>
                  <a:lnTo>
                    <a:pt x="5472073" y="2374502"/>
                  </a:lnTo>
                  <a:lnTo>
                    <a:pt x="5421336" y="2421213"/>
                  </a:lnTo>
                  <a:lnTo>
                    <a:pt x="5367373" y="2462858"/>
                  </a:lnTo>
                  <a:lnTo>
                    <a:pt x="5309312" y="2500017"/>
                  </a:lnTo>
                  <a:lnTo>
                    <a:pt x="5246344" y="2533249"/>
                  </a:lnTo>
                  <a:lnTo>
                    <a:pt x="5177815" y="2563040"/>
                  </a:lnTo>
                  <a:lnTo>
                    <a:pt x="5103359" y="2589786"/>
                  </a:lnTo>
                  <a:lnTo>
                    <a:pt x="5023065" y="2613770"/>
                  </a:lnTo>
                  <a:lnTo>
                    <a:pt x="4937674" y="2635164"/>
                  </a:lnTo>
                  <a:lnTo>
                    <a:pt x="4848782" y="2654039"/>
                  </a:lnTo>
                  <a:lnTo>
                    <a:pt x="4758954" y="2670378"/>
                  </a:lnTo>
                  <a:lnTo>
                    <a:pt x="4671686" y="2684124"/>
                  </a:lnTo>
                  <a:lnTo>
                    <a:pt x="4591086" y="2695227"/>
                  </a:lnTo>
                  <a:lnTo>
                    <a:pt x="4521269" y="2703714"/>
                  </a:lnTo>
                  <a:lnTo>
                    <a:pt x="4465546" y="2709737"/>
                  </a:lnTo>
                  <a:lnTo>
                    <a:pt x="4425648" y="2713593"/>
                  </a:lnTo>
                  <a:lnTo>
                    <a:pt x="4401231" y="2715715"/>
                  </a:lnTo>
                  <a:lnTo>
                    <a:pt x="4389792" y="2716613"/>
                  </a:lnTo>
                  <a:lnTo>
                    <a:pt x="4386855" y="2716822"/>
                  </a:lnTo>
                  <a:lnTo>
                    <a:pt x="3848118" y="2716822"/>
                  </a:lnTo>
                  <a:lnTo>
                    <a:pt x="3846880" y="2716762"/>
                  </a:lnTo>
                  <a:lnTo>
                    <a:pt x="3838794" y="2716333"/>
                  </a:lnTo>
                  <a:lnTo>
                    <a:pt x="3818600" y="2715146"/>
                  </a:lnTo>
                  <a:lnTo>
                    <a:pt x="3782980" y="2712815"/>
                  </a:lnTo>
                  <a:lnTo>
                    <a:pt x="3730864" y="2709003"/>
                  </a:lnTo>
                  <a:lnTo>
                    <a:pt x="3663477" y="2703457"/>
                  </a:lnTo>
                  <a:lnTo>
                    <a:pt x="3583921" y="2696037"/>
                  </a:lnTo>
                  <a:lnTo>
                    <a:pt x="3496389" y="2686704"/>
                  </a:lnTo>
                  <a:lnTo>
                    <a:pt x="3405271" y="2675484"/>
                  </a:lnTo>
                  <a:lnTo>
                    <a:pt x="3314425" y="2662423"/>
                  </a:lnTo>
                  <a:lnTo>
                    <a:pt x="3226762" y="2647540"/>
                  </a:lnTo>
                  <a:lnTo>
                    <a:pt x="3144144" y="2630797"/>
                  </a:lnTo>
                  <a:lnTo>
                    <a:pt x="3067492" y="2612082"/>
                  </a:lnTo>
                  <a:lnTo>
                    <a:pt x="2996990" y="2591197"/>
                  </a:lnTo>
                  <a:lnTo>
                    <a:pt x="2932307" y="2567863"/>
                  </a:lnTo>
                  <a:lnTo>
                    <a:pt x="2872784" y="2541729"/>
                  </a:lnTo>
                  <a:lnTo>
                    <a:pt x="2817582" y="2512388"/>
                  </a:lnTo>
                  <a:lnTo>
                    <a:pt x="2765785" y="2479412"/>
                  </a:lnTo>
                  <a:lnTo>
                    <a:pt x="2716491" y="2442416"/>
                  </a:lnTo>
                  <a:lnTo>
                    <a:pt x="2668886" y="2401162"/>
                  </a:lnTo>
                  <a:lnTo>
                    <a:pt x="2667772" y="2400132"/>
                  </a:lnTo>
                  <a:lnTo>
                    <a:pt x="2626827" y="2360261"/>
                  </a:lnTo>
                  <a:lnTo>
                    <a:pt x="2586278" y="2317012"/>
                  </a:lnTo>
                  <a:lnTo>
                    <a:pt x="2545816" y="2270320"/>
                  </a:lnTo>
                  <a:lnTo>
                    <a:pt x="2505207" y="2220196"/>
                  </a:lnTo>
                  <a:lnTo>
                    <a:pt x="2464290" y="2166738"/>
                  </a:lnTo>
                  <a:lnTo>
                    <a:pt x="2422966" y="2110132"/>
                  </a:lnTo>
                  <a:lnTo>
                    <a:pt x="2381193" y="2050664"/>
                  </a:lnTo>
                  <a:lnTo>
                    <a:pt x="2338980" y="1988712"/>
                  </a:lnTo>
                  <a:lnTo>
                    <a:pt x="2296380" y="1924739"/>
                  </a:lnTo>
                  <a:lnTo>
                    <a:pt x="2253480" y="1859286"/>
                  </a:lnTo>
                  <a:lnTo>
                    <a:pt x="2210396" y="1792949"/>
                  </a:lnTo>
                  <a:lnTo>
                    <a:pt x="2167259" y="1726360"/>
                  </a:lnTo>
                  <a:lnTo>
                    <a:pt x="2124204" y="1660159"/>
                  </a:lnTo>
                  <a:lnTo>
                    <a:pt x="2081359" y="1594973"/>
                  </a:lnTo>
                  <a:lnTo>
                    <a:pt x="2038835" y="1531389"/>
                  </a:lnTo>
                  <a:lnTo>
                    <a:pt x="1996713" y="1469930"/>
                  </a:lnTo>
                  <a:lnTo>
                    <a:pt x="1955037" y="1411044"/>
                  </a:lnTo>
                  <a:lnTo>
                    <a:pt x="1913805" y="1355089"/>
                  </a:lnTo>
                  <a:lnTo>
                    <a:pt x="1872964" y="1302329"/>
                  </a:lnTo>
                  <a:lnTo>
                    <a:pt x="1832402" y="1252932"/>
                  </a:lnTo>
                  <a:lnTo>
                    <a:pt x="1791943" y="1206976"/>
                  </a:lnTo>
                  <a:lnTo>
                    <a:pt x="1751340" y="1164456"/>
                  </a:lnTo>
                  <a:lnTo>
                    <a:pt x="1719082" y="1133370"/>
                  </a:lnTo>
                  <a:lnTo>
                    <a:pt x="1671509" y="1092014"/>
                  </a:lnTo>
                  <a:lnTo>
                    <a:pt x="1622264" y="1054919"/>
                  </a:lnTo>
                  <a:lnTo>
                    <a:pt x="1570537" y="1021852"/>
                  </a:lnTo>
                  <a:lnTo>
                    <a:pt x="1515426" y="992430"/>
                  </a:lnTo>
                  <a:lnTo>
                    <a:pt x="1456015" y="966225"/>
                  </a:lnTo>
                  <a:lnTo>
                    <a:pt x="1391463" y="942829"/>
                  </a:lnTo>
                  <a:lnTo>
                    <a:pt x="1321105" y="921889"/>
                  </a:lnTo>
                  <a:lnTo>
                    <a:pt x="1244599" y="903125"/>
                  </a:lnTo>
                  <a:lnTo>
                    <a:pt x="1162115" y="886337"/>
                  </a:lnTo>
                  <a:lnTo>
                    <a:pt x="1074554" y="871411"/>
                  </a:lnTo>
                  <a:lnTo>
                    <a:pt x="983754" y="858306"/>
                  </a:lnTo>
                  <a:lnTo>
                    <a:pt x="892602" y="847042"/>
                  </a:lnTo>
                  <a:lnTo>
                    <a:pt x="804935" y="837664"/>
                  </a:lnTo>
                  <a:lnTo>
                    <a:pt x="725138" y="830199"/>
                  </a:lnTo>
                  <a:lnTo>
                    <a:pt x="657421" y="824610"/>
                  </a:lnTo>
                  <a:lnTo>
                    <a:pt x="604920" y="820758"/>
                  </a:lnTo>
                  <a:lnTo>
                    <a:pt x="568912" y="818397"/>
                  </a:lnTo>
                  <a:lnTo>
                    <a:pt x="548382" y="817187"/>
                  </a:lnTo>
                  <a:lnTo>
                    <a:pt x="540062" y="816744"/>
                  </a:lnTo>
                  <a:lnTo>
                    <a:pt x="538736" y="816680"/>
                  </a:lnTo>
                  <a:lnTo>
                    <a:pt x="0" y="81668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32" name="pl732"/>
            <p:cNvSpPr/>
            <p:nvPr/>
          </p:nvSpPr>
          <p:spPr>
            <a:xfrm>
              <a:off x="546595" y="1534470"/>
              <a:ext cx="8234974" cy="2716822"/>
            </a:xfrm>
            <a:custGeom>
              <a:avLst/>
              <a:pathLst>
                <a:path w="8234974" h="2716822">
                  <a:moveTo>
                    <a:pt x="0" y="816680"/>
                  </a:moveTo>
                  <a:lnTo>
                    <a:pt x="538736" y="816680"/>
                  </a:lnTo>
                  <a:lnTo>
                    <a:pt x="539974" y="816740"/>
                  </a:lnTo>
                  <a:lnTo>
                    <a:pt x="548060" y="817169"/>
                  </a:lnTo>
                  <a:lnTo>
                    <a:pt x="568254" y="818356"/>
                  </a:lnTo>
                  <a:lnTo>
                    <a:pt x="603875" y="820686"/>
                  </a:lnTo>
                  <a:lnTo>
                    <a:pt x="655991" y="824499"/>
                  </a:lnTo>
                  <a:lnTo>
                    <a:pt x="723378" y="830045"/>
                  </a:lnTo>
                  <a:lnTo>
                    <a:pt x="802934" y="837464"/>
                  </a:lnTo>
                  <a:lnTo>
                    <a:pt x="890466" y="846797"/>
                  </a:lnTo>
                  <a:lnTo>
                    <a:pt x="981583" y="858017"/>
                  </a:lnTo>
                  <a:lnTo>
                    <a:pt x="1072429" y="871079"/>
                  </a:lnTo>
                  <a:lnTo>
                    <a:pt x="1160092" y="885962"/>
                  </a:lnTo>
                  <a:lnTo>
                    <a:pt x="1242710" y="902705"/>
                  </a:lnTo>
                  <a:lnTo>
                    <a:pt x="1319362" y="921420"/>
                  </a:lnTo>
                  <a:lnTo>
                    <a:pt x="1389864" y="942305"/>
                  </a:lnTo>
                  <a:lnTo>
                    <a:pt x="1454547" y="965639"/>
                  </a:lnTo>
                  <a:lnTo>
                    <a:pt x="1514070" y="991773"/>
                  </a:lnTo>
                  <a:lnTo>
                    <a:pt x="1569273" y="1021114"/>
                  </a:lnTo>
                  <a:lnTo>
                    <a:pt x="1621070" y="1054089"/>
                  </a:lnTo>
                  <a:lnTo>
                    <a:pt x="1670364" y="1091085"/>
                  </a:lnTo>
                  <a:lnTo>
                    <a:pt x="1717969" y="1132340"/>
                  </a:lnTo>
                  <a:lnTo>
                    <a:pt x="1719082" y="1133370"/>
                  </a:lnTo>
                  <a:lnTo>
                    <a:pt x="1760028" y="1173240"/>
                  </a:lnTo>
                  <a:lnTo>
                    <a:pt x="1800576" y="1216489"/>
                  </a:lnTo>
                  <a:lnTo>
                    <a:pt x="1841039" y="1263182"/>
                  </a:lnTo>
                  <a:lnTo>
                    <a:pt x="1881648" y="1313305"/>
                  </a:lnTo>
                  <a:lnTo>
                    <a:pt x="1922565" y="1366764"/>
                  </a:lnTo>
                  <a:lnTo>
                    <a:pt x="1963889" y="1423369"/>
                  </a:lnTo>
                  <a:lnTo>
                    <a:pt x="2005661" y="1482837"/>
                  </a:lnTo>
                  <a:lnTo>
                    <a:pt x="2047874" y="1544790"/>
                  </a:lnTo>
                  <a:lnTo>
                    <a:pt x="2090475" y="1608763"/>
                  </a:lnTo>
                  <a:lnTo>
                    <a:pt x="2133374" y="1674216"/>
                  </a:lnTo>
                  <a:lnTo>
                    <a:pt x="2176458" y="1740553"/>
                  </a:lnTo>
                  <a:lnTo>
                    <a:pt x="2219595" y="1807142"/>
                  </a:lnTo>
                  <a:lnTo>
                    <a:pt x="2262651" y="1873343"/>
                  </a:lnTo>
                  <a:lnTo>
                    <a:pt x="2305495" y="1938528"/>
                  </a:lnTo>
                  <a:lnTo>
                    <a:pt x="2348020" y="2002113"/>
                  </a:lnTo>
                  <a:lnTo>
                    <a:pt x="2390142" y="2063572"/>
                  </a:lnTo>
                  <a:lnTo>
                    <a:pt x="2431818" y="2122458"/>
                  </a:lnTo>
                  <a:lnTo>
                    <a:pt x="2473049" y="2178413"/>
                  </a:lnTo>
                  <a:lnTo>
                    <a:pt x="2513890" y="2231173"/>
                  </a:lnTo>
                  <a:lnTo>
                    <a:pt x="2554452" y="2280569"/>
                  </a:lnTo>
                  <a:lnTo>
                    <a:pt x="2594911" y="2326525"/>
                  </a:lnTo>
                  <a:lnTo>
                    <a:pt x="2635515" y="2369046"/>
                  </a:lnTo>
                  <a:lnTo>
                    <a:pt x="2667772" y="2400132"/>
                  </a:lnTo>
                  <a:lnTo>
                    <a:pt x="2715345" y="2441488"/>
                  </a:lnTo>
                  <a:lnTo>
                    <a:pt x="2764591" y="2478583"/>
                  </a:lnTo>
                  <a:lnTo>
                    <a:pt x="2816318" y="2511650"/>
                  </a:lnTo>
                  <a:lnTo>
                    <a:pt x="2871429" y="2541072"/>
                  </a:lnTo>
                  <a:lnTo>
                    <a:pt x="2930839" y="2567277"/>
                  </a:lnTo>
                  <a:lnTo>
                    <a:pt x="2995391" y="2590673"/>
                  </a:lnTo>
                  <a:lnTo>
                    <a:pt x="3065750" y="2611613"/>
                  </a:lnTo>
                  <a:lnTo>
                    <a:pt x="3142256" y="2630377"/>
                  </a:lnTo>
                  <a:lnTo>
                    <a:pt x="3224739" y="2647165"/>
                  </a:lnTo>
                  <a:lnTo>
                    <a:pt x="3312300" y="2662091"/>
                  </a:lnTo>
                  <a:lnTo>
                    <a:pt x="3403100" y="2675196"/>
                  </a:lnTo>
                  <a:lnTo>
                    <a:pt x="3494253" y="2686460"/>
                  </a:lnTo>
                  <a:lnTo>
                    <a:pt x="3581920" y="2695838"/>
                  </a:lnTo>
                  <a:lnTo>
                    <a:pt x="3661716" y="2703303"/>
                  </a:lnTo>
                  <a:lnTo>
                    <a:pt x="3729434" y="2708892"/>
                  </a:lnTo>
                  <a:lnTo>
                    <a:pt x="3781934" y="2712743"/>
                  </a:lnTo>
                  <a:lnTo>
                    <a:pt x="3817943" y="2715105"/>
                  </a:lnTo>
                  <a:lnTo>
                    <a:pt x="3838473" y="2716315"/>
                  </a:lnTo>
                  <a:lnTo>
                    <a:pt x="3846792" y="2716758"/>
                  </a:lnTo>
                  <a:lnTo>
                    <a:pt x="3848118" y="2716822"/>
                  </a:lnTo>
                  <a:lnTo>
                    <a:pt x="3848118" y="2716822"/>
                  </a:lnTo>
                  <a:lnTo>
                    <a:pt x="4386855" y="2716822"/>
                  </a:lnTo>
                  <a:lnTo>
                    <a:pt x="4388033" y="2716740"/>
                  </a:lnTo>
                  <a:lnTo>
                    <a:pt x="4395735" y="2716157"/>
                  </a:lnTo>
                  <a:lnTo>
                    <a:pt x="4415005" y="2714545"/>
                  </a:lnTo>
                  <a:lnTo>
                    <a:pt x="4449082" y="2711379"/>
                  </a:lnTo>
                  <a:lnTo>
                    <a:pt x="4499112" y="2706191"/>
                  </a:lnTo>
                  <a:lnTo>
                    <a:pt x="4564088" y="2698631"/>
                  </a:lnTo>
                  <a:lnTo>
                    <a:pt x="4641196" y="2688494"/>
                  </a:lnTo>
                  <a:lnTo>
                    <a:pt x="4726517" y="2675712"/>
                  </a:lnTo>
                  <a:lnTo>
                    <a:pt x="4815856" y="2660314"/>
                  </a:lnTo>
                  <a:lnTo>
                    <a:pt x="4905441" y="2642362"/>
                  </a:lnTo>
                  <a:lnTo>
                    <a:pt x="4992348" y="2621892"/>
                  </a:lnTo>
                  <a:lnTo>
                    <a:pt x="5074634" y="2598870"/>
                  </a:lnTo>
                  <a:lnTo>
                    <a:pt x="5151266" y="2573163"/>
                  </a:lnTo>
                  <a:lnTo>
                    <a:pt x="5221941" y="2544525"/>
                  </a:lnTo>
                  <a:lnTo>
                    <a:pt x="5286880" y="2512605"/>
                  </a:lnTo>
                  <a:lnTo>
                    <a:pt x="5346649" y="2476945"/>
                  </a:lnTo>
                  <a:lnTo>
                    <a:pt x="5402012" y="2437009"/>
                  </a:lnTo>
                  <a:lnTo>
                    <a:pt x="5453828" y="2392217"/>
                  </a:lnTo>
                  <a:lnTo>
                    <a:pt x="5502966" y="2342015"/>
                  </a:lnTo>
                  <a:lnTo>
                    <a:pt x="5550235" y="2285997"/>
                  </a:lnTo>
                  <a:lnTo>
                    <a:pt x="5567201" y="2264018"/>
                  </a:lnTo>
                  <a:lnTo>
                    <a:pt x="5603253" y="2214117"/>
                  </a:lnTo>
                  <a:lnTo>
                    <a:pt x="5638965" y="2160488"/>
                  </a:lnTo>
                  <a:lnTo>
                    <a:pt x="5674560" y="2103058"/>
                  </a:lnTo>
                  <a:lnTo>
                    <a:pt x="5710211" y="2041813"/>
                  </a:lnTo>
                  <a:lnTo>
                    <a:pt x="5746048" y="1976811"/>
                  </a:lnTo>
                  <a:lnTo>
                    <a:pt x="5782160" y="1908187"/>
                  </a:lnTo>
                  <a:lnTo>
                    <a:pt x="5818601" y="1836156"/>
                  </a:lnTo>
                  <a:lnTo>
                    <a:pt x="5855391" y="1761014"/>
                  </a:lnTo>
                  <a:lnTo>
                    <a:pt x="5892523" y="1683138"/>
                  </a:lnTo>
                  <a:lnTo>
                    <a:pt x="5929959" y="1602980"/>
                  </a:lnTo>
                  <a:lnTo>
                    <a:pt x="5967643" y="1521056"/>
                  </a:lnTo>
                  <a:lnTo>
                    <a:pt x="6005500" y="1437935"/>
                  </a:lnTo>
                  <a:lnTo>
                    <a:pt x="6043444" y="1354221"/>
                  </a:lnTo>
                  <a:lnTo>
                    <a:pt x="6081384" y="1270539"/>
                  </a:lnTo>
                  <a:lnTo>
                    <a:pt x="6119227" y="1187510"/>
                  </a:lnTo>
                  <a:lnTo>
                    <a:pt x="6156889" y="1105738"/>
                  </a:lnTo>
                  <a:lnTo>
                    <a:pt x="6194297" y="1025785"/>
                  </a:lnTo>
                  <a:lnTo>
                    <a:pt x="6231395" y="948164"/>
                  </a:lnTo>
                  <a:lnTo>
                    <a:pt x="6268151" y="873318"/>
                  </a:lnTo>
                  <a:lnTo>
                    <a:pt x="6304558" y="801615"/>
                  </a:lnTo>
                  <a:lnTo>
                    <a:pt x="6340639" y="733345"/>
                  </a:lnTo>
                  <a:lnTo>
                    <a:pt x="6376453" y="668714"/>
                  </a:lnTo>
                  <a:lnTo>
                    <a:pt x="6412092" y="607849"/>
                  </a:lnTo>
                  <a:lnTo>
                    <a:pt x="6447690" y="550801"/>
                  </a:lnTo>
                  <a:lnTo>
                    <a:pt x="6483425" y="497549"/>
                  </a:lnTo>
                  <a:lnTo>
                    <a:pt x="6515891" y="452803"/>
                  </a:lnTo>
                  <a:lnTo>
                    <a:pt x="6562653" y="394615"/>
                  </a:lnTo>
                  <a:lnTo>
                    <a:pt x="6611019" y="342320"/>
                  </a:lnTo>
                  <a:lnTo>
                    <a:pt x="6661756" y="295608"/>
                  </a:lnTo>
                  <a:lnTo>
                    <a:pt x="6715719" y="253963"/>
                  </a:lnTo>
                  <a:lnTo>
                    <a:pt x="6773780" y="216804"/>
                  </a:lnTo>
                  <a:lnTo>
                    <a:pt x="6836749" y="183573"/>
                  </a:lnTo>
                  <a:lnTo>
                    <a:pt x="6905277" y="153781"/>
                  </a:lnTo>
                  <a:lnTo>
                    <a:pt x="6979733" y="127036"/>
                  </a:lnTo>
                  <a:lnTo>
                    <a:pt x="7060028" y="103052"/>
                  </a:lnTo>
                  <a:lnTo>
                    <a:pt x="7145418" y="81657"/>
                  </a:lnTo>
                  <a:lnTo>
                    <a:pt x="7234311" y="62783"/>
                  </a:lnTo>
                  <a:lnTo>
                    <a:pt x="7324139" y="46443"/>
                  </a:lnTo>
                  <a:lnTo>
                    <a:pt x="7411407" y="32698"/>
                  </a:lnTo>
                  <a:lnTo>
                    <a:pt x="7492006" y="21594"/>
                  </a:lnTo>
                  <a:lnTo>
                    <a:pt x="7561824" y="13107"/>
                  </a:lnTo>
                  <a:lnTo>
                    <a:pt x="7617547" y="7085"/>
                  </a:lnTo>
                  <a:lnTo>
                    <a:pt x="7657444" y="3228"/>
                  </a:lnTo>
                  <a:lnTo>
                    <a:pt x="7681862" y="1106"/>
                  </a:lnTo>
                  <a:lnTo>
                    <a:pt x="7693300" y="209"/>
                  </a:lnTo>
                  <a:lnTo>
                    <a:pt x="7696177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3" name="pl733"/>
            <p:cNvSpPr/>
            <p:nvPr/>
          </p:nvSpPr>
          <p:spPr>
            <a:xfrm>
              <a:off x="546595" y="1512691"/>
              <a:ext cx="8234974" cy="2716822"/>
            </a:xfrm>
            <a:custGeom>
              <a:avLst/>
              <a:pathLst>
                <a:path w="8234974" h="2716822">
                  <a:moveTo>
                    <a:pt x="8234974" y="0"/>
                  </a:moveTo>
                  <a:lnTo>
                    <a:pt x="7696237" y="0"/>
                  </a:lnTo>
                  <a:lnTo>
                    <a:pt x="7695060" y="81"/>
                  </a:lnTo>
                  <a:lnTo>
                    <a:pt x="7687357" y="664"/>
                  </a:lnTo>
                  <a:lnTo>
                    <a:pt x="7668087" y="2276"/>
                  </a:lnTo>
                  <a:lnTo>
                    <a:pt x="7634010" y="5443"/>
                  </a:lnTo>
                  <a:lnTo>
                    <a:pt x="7583980" y="10630"/>
                  </a:lnTo>
                  <a:lnTo>
                    <a:pt x="7519004" y="18190"/>
                  </a:lnTo>
                  <a:lnTo>
                    <a:pt x="7441897" y="28328"/>
                  </a:lnTo>
                  <a:lnTo>
                    <a:pt x="7356576" y="41110"/>
                  </a:lnTo>
                  <a:lnTo>
                    <a:pt x="7267237" y="56508"/>
                  </a:lnTo>
                  <a:lnTo>
                    <a:pt x="7177652" y="74459"/>
                  </a:lnTo>
                  <a:lnTo>
                    <a:pt x="7090745" y="94929"/>
                  </a:lnTo>
                  <a:lnTo>
                    <a:pt x="7008459" y="117951"/>
                  </a:lnTo>
                  <a:lnTo>
                    <a:pt x="6931826" y="143659"/>
                  </a:lnTo>
                  <a:lnTo>
                    <a:pt x="6861151" y="172296"/>
                  </a:lnTo>
                  <a:lnTo>
                    <a:pt x="6796212" y="204217"/>
                  </a:lnTo>
                  <a:lnTo>
                    <a:pt x="6736444" y="239877"/>
                  </a:lnTo>
                  <a:lnTo>
                    <a:pt x="6681080" y="279813"/>
                  </a:lnTo>
                  <a:lnTo>
                    <a:pt x="6629265" y="324605"/>
                  </a:lnTo>
                  <a:lnTo>
                    <a:pt x="6580127" y="374806"/>
                  </a:lnTo>
                  <a:lnTo>
                    <a:pt x="6532857" y="430824"/>
                  </a:lnTo>
                  <a:lnTo>
                    <a:pt x="6515891" y="452803"/>
                  </a:lnTo>
                  <a:lnTo>
                    <a:pt x="6479839" y="502705"/>
                  </a:lnTo>
                  <a:lnTo>
                    <a:pt x="6444127" y="556333"/>
                  </a:lnTo>
                  <a:lnTo>
                    <a:pt x="6408532" y="613764"/>
                  </a:lnTo>
                  <a:lnTo>
                    <a:pt x="6372881" y="675009"/>
                  </a:lnTo>
                  <a:lnTo>
                    <a:pt x="6337045" y="740011"/>
                  </a:lnTo>
                  <a:lnTo>
                    <a:pt x="6300933" y="808635"/>
                  </a:lnTo>
                  <a:lnTo>
                    <a:pt x="6264492" y="880666"/>
                  </a:lnTo>
                  <a:lnTo>
                    <a:pt x="6227701" y="955808"/>
                  </a:lnTo>
                  <a:lnTo>
                    <a:pt x="6190570" y="1033683"/>
                  </a:lnTo>
                  <a:lnTo>
                    <a:pt x="6153134" y="1113841"/>
                  </a:lnTo>
                  <a:lnTo>
                    <a:pt x="6115450" y="1195765"/>
                  </a:lnTo>
                  <a:lnTo>
                    <a:pt x="6077593" y="1278887"/>
                  </a:lnTo>
                  <a:lnTo>
                    <a:pt x="6039648" y="1362601"/>
                  </a:lnTo>
                  <a:lnTo>
                    <a:pt x="6001709" y="1446283"/>
                  </a:lnTo>
                  <a:lnTo>
                    <a:pt x="5963865" y="1529312"/>
                  </a:lnTo>
                  <a:lnTo>
                    <a:pt x="5926203" y="1611084"/>
                  </a:lnTo>
                  <a:lnTo>
                    <a:pt x="5888795" y="1691036"/>
                  </a:lnTo>
                  <a:lnTo>
                    <a:pt x="5851697" y="1768658"/>
                  </a:lnTo>
                  <a:lnTo>
                    <a:pt x="5814941" y="1843504"/>
                  </a:lnTo>
                  <a:lnTo>
                    <a:pt x="5778535" y="1915206"/>
                  </a:lnTo>
                  <a:lnTo>
                    <a:pt x="5742453" y="1983476"/>
                  </a:lnTo>
                  <a:lnTo>
                    <a:pt x="5706640" y="2048107"/>
                  </a:lnTo>
                  <a:lnTo>
                    <a:pt x="5671001" y="2108972"/>
                  </a:lnTo>
                  <a:lnTo>
                    <a:pt x="5635403" y="2166021"/>
                  </a:lnTo>
                  <a:lnTo>
                    <a:pt x="5599668" y="2219272"/>
                  </a:lnTo>
                  <a:lnTo>
                    <a:pt x="5567201" y="2264018"/>
                  </a:lnTo>
                  <a:lnTo>
                    <a:pt x="5520439" y="2322206"/>
                  </a:lnTo>
                  <a:lnTo>
                    <a:pt x="5472073" y="2374502"/>
                  </a:lnTo>
                  <a:lnTo>
                    <a:pt x="5421336" y="2421213"/>
                  </a:lnTo>
                  <a:lnTo>
                    <a:pt x="5367373" y="2462858"/>
                  </a:lnTo>
                  <a:lnTo>
                    <a:pt x="5309312" y="2500017"/>
                  </a:lnTo>
                  <a:lnTo>
                    <a:pt x="5246344" y="2533249"/>
                  </a:lnTo>
                  <a:lnTo>
                    <a:pt x="5177815" y="2563040"/>
                  </a:lnTo>
                  <a:lnTo>
                    <a:pt x="5103359" y="2589786"/>
                  </a:lnTo>
                  <a:lnTo>
                    <a:pt x="5023065" y="2613770"/>
                  </a:lnTo>
                  <a:lnTo>
                    <a:pt x="4937674" y="2635164"/>
                  </a:lnTo>
                  <a:lnTo>
                    <a:pt x="4848782" y="2654039"/>
                  </a:lnTo>
                  <a:lnTo>
                    <a:pt x="4758954" y="2670378"/>
                  </a:lnTo>
                  <a:lnTo>
                    <a:pt x="4671686" y="2684124"/>
                  </a:lnTo>
                  <a:lnTo>
                    <a:pt x="4591086" y="2695227"/>
                  </a:lnTo>
                  <a:lnTo>
                    <a:pt x="4521269" y="2703714"/>
                  </a:lnTo>
                  <a:lnTo>
                    <a:pt x="4465546" y="2709737"/>
                  </a:lnTo>
                  <a:lnTo>
                    <a:pt x="4425648" y="2713593"/>
                  </a:lnTo>
                  <a:lnTo>
                    <a:pt x="4401231" y="2715715"/>
                  </a:lnTo>
                  <a:lnTo>
                    <a:pt x="4389792" y="2716613"/>
                  </a:lnTo>
                  <a:lnTo>
                    <a:pt x="4386915" y="2716818"/>
                  </a:lnTo>
                  <a:lnTo>
                    <a:pt x="4386855" y="2716822"/>
                  </a:lnTo>
                  <a:lnTo>
                    <a:pt x="3848118" y="2716822"/>
                  </a:lnTo>
                  <a:lnTo>
                    <a:pt x="3846880" y="2716762"/>
                  </a:lnTo>
                  <a:lnTo>
                    <a:pt x="3838794" y="2716333"/>
                  </a:lnTo>
                  <a:lnTo>
                    <a:pt x="3818600" y="2715146"/>
                  </a:lnTo>
                  <a:lnTo>
                    <a:pt x="3782980" y="2712815"/>
                  </a:lnTo>
                  <a:lnTo>
                    <a:pt x="3730864" y="2709003"/>
                  </a:lnTo>
                  <a:lnTo>
                    <a:pt x="3663477" y="2703457"/>
                  </a:lnTo>
                  <a:lnTo>
                    <a:pt x="3583921" y="2696037"/>
                  </a:lnTo>
                  <a:lnTo>
                    <a:pt x="3496389" y="2686704"/>
                  </a:lnTo>
                  <a:lnTo>
                    <a:pt x="3405271" y="2675484"/>
                  </a:lnTo>
                  <a:lnTo>
                    <a:pt x="3314425" y="2662423"/>
                  </a:lnTo>
                  <a:lnTo>
                    <a:pt x="3226762" y="2647540"/>
                  </a:lnTo>
                  <a:lnTo>
                    <a:pt x="3144144" y="2630797"/>
                  </a:lnTo>
                  <a:lnTo>
                    <a:pt x="3067492" y="2612082"/>
                  </a:lnTo>
                  <a:lnTo>
                    <a:pt x="2996990" y="2591197"/>
                  </a:lnTo>
                  <a:lnTo>
                    <a:pt x="2932307" y="2567863"/>
                  </a:lnTo>
                  <a:lnTo>
                    <a:pt x="2872784" y="2541729"/>
                  </a:lnTo>
                  <a:lnTo>
                    <a:pt x="2817582" y="2512388"/>
                  </a:lnTo>
                  <a:lnTo>
                    <a:pt x="2765785" y="2479412"/>
                  </a:lnTo>
                  <a:lnTo>
                    <a:pt x="2716491" y="2442416"/>
                  </a:lnTo>
                  <a:lnTo>
                    <a:pt x="2668886" y="2401162"/>
                  </a:lnTo>
                  <a:lnTo>
                    <a:pt x="2667772" y="2400132"/>
                  </a:lnTo>
                  <a:lnTo>
                    <a:pt x="2626827" y="2360261"/>
                  </a:lnTo>
                  <a:lnTo>
                    <a:pt x="2586278" y="2317012"/>
                  </a:lnTo>
                  <a:lnTo>
                    <a:pt x="2545816" y="2270320"/>
                  </a:lnTo>
                  <a:lnTo>
                    <a:pt x="2505207" y="2220196"/>
                  </a:lnTo>
                  <a:lnTo>
                    <a:pt x="2464290" y="2166738"/>
                  </a:lnTo>
                  <a:lnTo>
                    <a:pt x="2422966" y="2110132"/>
                  </a:lnTo>
                  <a:lnTo>
                    <a:pt x="2381193" y="2050664"/>
                  </a:lnTo>
                  <a:lnTo>
                    <a:pt x="2338980" y="1988712"/>
                  </a:lnTo>
                  <a:lnTo>
                    <a:pt x="2296380" y="1924739"/>
                  </a:lnTo>
                  <a:lnTo>
                    <a:pt x="2253480" y="1859286"/>
                  </a:lnTo>
                  <a:lnTo>
                    <a:pt x="2210396" y="1792949"/>
                  </a:lnTo>
                  <a:lnTo>
                    <a:pt x="2167259" y="1726360"/>
                  </a:lnTo>
                  <a:lnTo>
                    <a:pt x="2124204" y="1660159"/>
                  </a:lnTo>
                  <a:lnTo>
                    <a:pt x="2081359" y="1594973"/>
                  </a:lnTo>
                  <a:lnTo>
                    <a:pt x="2038835" y="1531389"/>
                  </a:lnTo>
                  <a:lnTo>
                    <a:pt x="1996713" y="1469930"/>
                  </a:lnTo>
                  <a:lnTo>
                    <a:pt x="1955037" y="1411044"/>
                  </a:lnTo>
                  <a:lnTo>
                    <a:pt x="1913805" y="1355089"/>
                  </a:lnTo>
                  <a:lnTo>
                    <a:pt x="1872964" y="1302329"/>
                  </a:lnTo>
                  <a:lnTo>
                    <a:pt x="1832402" y="1252932"/>
                  </a:lnTo>
                  <a:lnTo>
                    <a:pt x="1791943" y="1206976"/>
                  </a:lnTo>
                  <a:lnTo>
                    <a:pt x="1751340" y="1164456"/>
                  </a:lnTo>
                  <a:lnTo>
                    <a:pt x="1719082" y="1133370"/>
                  </a:lnTo>
                  <a:lnTo>
                    <a:pt x="1671509" y="1092014"/>
                  </a:lnTo>
                  <a:lnTo>
                    <a:pt x="1622264" y="1054919"/>
                  </a:lnTo>
                  <a:lnTo>
                    <a:pt x="1570537" y="1021852"/>
                  </a:lnTo>
                  <a:lnTo>
                    <a:pt x="1515426" y="992430"/>
                  </a:lnTo>
                  <a:lnTo>
                    <a:pt x="1456015" y="966225"/>
                  </a:lnTo>
                  <a:lnTo>
                    <a:pt x="1391463" y="942829"/>
                  </a:lnTo>
                  <a:lnTo>
                    <a:pt x="1321105" y="921889"/>
                  </a:lnTo>
                  <a:lnTo>
                    <a:pt x="1244599" y="903125"/>
                  </a:lnTo>
                  <a:lnTo>
                    <a:pt x="1162115" y="886337"/>
                  </a:lnTo>
                  <a:lnTo>
                    <a:pt x="1074554" y="871411"/>
                  </a:lnTo>
                  <a:lnTo>
                    <a:pt x="983754" y="858306"/>
                  </a:lnTo>
                  <a:lnTo>
                    <a:pt x="892602" y="847042"/>
                  </a:lnTo>
                  <a:lnTo>
                    <a:pt x="804935" y="837664"/>
                  </a:lnTo>
                  <a:lnTo>
                    <a:pt x="725138" y="830199"/>
                  </a:lnTo>
                  <a:lnTo>
                    <a:pt x="657421" y="824610"/>
                  </a:lnTo>
                  <a:lnTo>
                    <a:pt x="604920" y="820758"/>
                  </a:lnTo>
                  <a:lnTo>
                    <a:pt x="568912" y="818397"/>
                  </a:lnTo>
                  <a:lnTo>
                    <a:pt x="548382" y="817187"/>
                  </a:lnTo>
                  <a:lnTo>
                    <a:pt x="540062" y="816744"/>
                  </a:lnTo>
                  <a:lnTo>
                    <a:pt x="538736" y="816680"/>
                  </a:lnTo>
                  <a:lnTo>
                    <a:pt x="538736" y="816680"/>
                  </a:lnTo>
                  <a:lnTo>
                    <a:pt x="0" y="816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4" name="pg734"/>
            <p:cNvSpPr/>
            <p:nvPr/>
          </p:nvSpPr>
          <p:spPr>
            <a:xfrm>
              <a:off x="546595" y="1697806"/>
              <a:ext cx="8234974" cy="2586153"/>
            </a:xfrm>
            <a:custGeom>
              <a:avLst/>
              <a:pathLst>
                <a:path w="8234974" h="2586153">
                  <a:moveTo>
                    <a:pt x="0" y="664233"/>
                  </a:moveTo>
                  <a:lnTo>
                    <a:pt x="538736" y="664233"/>
                  </a:lnTo>
                  <a:lnTo>
                    <a:pt x="539973" y="664293"/>
                  </a:lnTo>
                  <a:lnTo>
                    <a:pt x="548050" y="664727"/>
                  </a:lnTo>
                  <a:lnTo>
                    <a:pt x="568222" y="665926"/>
                  </a:lnTo>
                  <a:lnTo>
                    <a:pt x="603807" y="668281"/>
                  </a:lnTo>
                  <a:lnTo>
                    <a:pt x="655874" y="672133"/>
                  </a:lnTo>
                  <a:lnTo>
                    <a:pt x="723206" y="677736"/>
                  </a:lnTo>
                  <a:lnTo>
                    <a:pt x="802706" y="685233"/>
                  </a:lnTo>
                  <a:lnTo>
                    <a:pt x="890187" y="694663"/>
                  </a:lnTo>
                  <a:lnTo>
                    <a:pt x="981265" y="706001"/>
                  </a:lnTo>
                  <a:lnTo>
                    <a:pt x="1072083" y="719201"/>
                  </a:lnTo>
                  <a:lnTo>
                    <a:pt x="1159729" y="734241"/>
                  </a:lnTo>
                  <a:lnTo>
                    <a:pt x="1242340" y="751160"/>
                  </a:lnTo>
                  <a:lnTo>
                    <a:pt x="1318993" y="770073"/>
                  </a:lnTo>
                  <a:lnTo>
                    <a:pt x="1389499" y="791177"/>
                  </a:lnTo>
                  <a:lnTo>
                    <a:pt x="1454188" y="814754"/>
                  </a:lnTo>
                  <a:lnTo>
                    <a:pt x="1513716" y="841160"/>
                  </a:lnTo>
                  <a:lnTo>
                    <a:pt x="1568922" y="870803"/>
                  </a:lnTo>
                  <a:lnTo>
                    <a:pt x="1620719" y="904118"/>
                  </a:lnTo>
                  <a:lnTo>
                    <a:pt x="1670009" y="941493"/>
                  </a:lnTo>
                  <a:lnTo>
                    <a:pt x="1717605" y="983172"/>
                  </a:lnTo>
                  <a:lnTo>
                    <a:pt x="1719082" y="984553"/>
                  </a:lnTo>
                  <a:lnTo>
                    <a:pt x="1759879" y="1024726"/>
                  </a:lnTo>
                  <a:lnTo>
                    <a:pt x="1800280" y="1068292"/>
                  </a:lnTo>
                  <a:lnTo>
                    <a:pt x="1840594" y="1115315"/>
                  </a:lnTo>
                  <a:lnTo>
                    <a:pt x="1881052" y="1165784"/>
                  </a:lnTo>
                  <a:lnTo>
                    <a:pt x="1921813" y="1219603"/>
                  </a:lnTo>
                  <a:lnTo>
                    <a:pt x="1962977" y="1276587"/>
                  </a:lnTo>
                  <a:lnTo>
                    <a:pt x="2004586" y="1336452"/>
                  </a:lnTo>
                  <a:lnTo>
                    <a:pt x="2046633" y="1398822"/>
                  </a:lnTo>
                  <a:lnTo>
                    <a:pt x="2089067" y="1463236"/>
                  </a:lnTo>
                  <a:lnTo>
                    <a:pt x="2131801" y="1529155"/>
                  </a:lnTo>
                  <a:lnTo>
                    <a:pt x="2174722" y="1595985"/>
                  </a:lnTo>
                  <a:lnTo>
                    <a:pt x="2217702" y="1663094"/>
                  </a:lnTo>
                  <a:lnTo>
                    <a:pt x="2260607" y="1729840"/>
                  </a:lnTo>
                  <a:lnTo>
                    <a:pt x="2303308" y="1795596"/>
                  </a:lnTo>
                  <a:lnTo>
                    <a:pt x="2345696" y="1859774"/>
                  </a:lnTo>
                  <a:lnTo>
                    <a:pt x="2387688" y="1921845"/>
                  </a:lnTo>
                  <a:lnTo>
                    <a:pt x="2429239" y="1981355"/>
                  </a:lnTo>
                  <a:lnTo>
                    <a:pt x="2470347" y="2037943"/>
                  </a:lnTo>
                  <a:lnTo>
                    <a:pt x="2511062" y="2091336"/>
                  </a:lnTo>
                  <a:lnTo>
                    <a:pt x="2551490" y="2141362"/>
                  </a:lnTo>
                  <a:lnTo>
                    <a:pt x="2591801" y="2187935"/>
                  </a:lnTo>
                  <a:lnTo>
                    <a:pt x="2632234" y="2231056"/>
                  </a:lnTo>
                  <a:lnTo>
                    <a:pt x="2667772" y="2265833"/>
                  </a:lnTo>
                  <a:lnTo>
                    <a:pt x="2715327" y="2307648"/>
                  </a:lnTo>
                  <a:lnTo>
                    <a:pt x="2764552" y="2345156"/>
                  </a:lnTo>
                  <a:lnTo>
                    <a:pt x="2816256" y="2378593"/>
                  </a:lnTo>
                  <a:lnTo>
                    <a:pt x="2871341" y="2408345"/>
                  </a:lnTo>
                  <a:lnTo>
                    <a:pt x="2930720" y="2434846"/>
                  </a:lnTo>
                  <a:lnTo>
                    <a:pt x="2995235" y="2458506"/>
                  </a:lnTo>
                  <a:lnTo>
                    <a:pt x="3065551" y="2479684"/>
                  </a:lnTo>
                  <a:lnTo>
                    <a:pt x="3142010" y="2498662"/>
                  </a:lnTo>
                  <a:lnTo>
                    <a:pt x="3224443" y="2515642"/>
                  </a:lnTo>
                  <a:lnTo>
                    <a:pt x="3311954" y="2530740"/>
                  </a:lnTo>
                  <a:lnTo>
                    <a:pt x="3402711" y="2543998"/>
                  </a:lnTo>
                  <a:lnTo>
                    <a:pt x="3493835" y="2555395"/>
                  </a:lnTo>
                  <a:lnTo>
                    <a:pt x="3581495" y="2564886"/>
                  </a:lnTo>
                  <a:lnTo>
                    <a:pt x="3661313" y="2572444"/>
                  </a:lnTo>
                  <a:lnTo>
                    <a:pt x="3729083" y="2578105"/>
                  </a:lnTo>
                  <a:lnTo>
                    <a:pt x="3781660" y="2582008"/>
                  </a:lnTo>
                  <a:lnTo>
                    <a:pt x="3817759" y="2584405"/>
                  </a:lnTo>
                  <a:lnTo>
                    <a:pt x="3838377" y="2585635"/>
                  </a:lnTo>
                  <a:lnTo>
                    <a:pt x="3846764" y="2586087"/>
                  </a:lnTo>
                  <a:lnTo>
                    <a:pt x="3848118" y="2586153"/>
                  </a:lnTo>
                  <a:lnTo>
                    <a:pt x="4386855" y="2586153"/>
                  </a:lnTo>
                  <a:lnTo>
                    <a:pt x="4388044" y="2586075"/>
                  </a:lnTo>
                  <a:lnTo>
                    <a:pt x="4395820" y="2585517"/>
                  </a:lnTo>
                  <a:lnTo>
                    <a:pt x="4415265" y="2583973"/>
                  </a:lnTo>
                  <a:lnTo>
                    <a:pt x="4449635" y="2580942"/>
                  </a:lnTo>
                  <a:lnTo>
                    <a:pt x="4500064" y="2575978"/>
                  </a:lnTo>
                  <a:lnTo>
                    <a:pt x="4565501" y="2568745"/>
                  </a:lnTo>
                  <a:lnTo>
                    <a:pt x="4643080" y="2559051"/>
                  </a:lnTo>
                  <a:lnTo>
                    <a:pt x="4728829" y="2546833"/>
                  </a:lnTo>
                  <a:lnTo>
                    <a:pt x="4818515" y="2532121"/>
                  </a:lnTo>
                  <a:lnTo>
                    <a:pt x="4908349" y="2514974"/>
                  </a:lnTo>
                  <a:lnTo>
                    <a:pt x="4995407" y="2495425"/>
                  </a:lnTo>
                  <a:lnTo>
                    <a:pt x="5077763" y="2473437"/>
                  </a:lnTo>
                  <a:lnTo>
                    <a:pt x="5154403" y="2448880"/>
                  </a:lnTo>
                  <a:lnTo>
                    <a:pt x="5225047" y="2421515"/>
                  </a:lnTo>
                  <a:lnTo>
                    <a:pt x="5289938" y="2390999"/>
                  </a:lnTo>
                  <a:lnTo>
                    <a:pt x="5349658" y="2356892"/>
                  </a:lnTo>
                  <a:lnTo>
                    <a:pt x="5404988" y="2318677"/>
                  </a:lnTo>
                  <a:lnTo>
                    <a:pt x="5456796" y="2275797"/>
                  </a:lnTo>
                  <a:lnTo>
                    <a:pt x="5505960" y="2227729"/>
                  </a:lnTo>
                  <a:lnTo>
                    <a:pt x="5553289" y="2174094"/>
                  </a:lnTo>
                  <a:lnTo>
                    <a:pt x="5567201" y="2156942"/>
                  </a:lnTo>
                  <a:lnTo>
                    <a:pt x="5604004" y="2108612"/>
                  </a:lnTo>
                  <a:lnTo>
                    <a:pt x="5640459" y="2056597"/>
                  </a:lnTo>
                  <a:lnTo>
                    <a:pt x="5676799" y="2000824"/>
                  </a:lnTo>
                  <a:lnTo>
                    <a:pt x="5713208" y="1941283"/>
                  </a:lnTo>
                  <a:lnTo>
                    <a:pt x="5749819" y="1878039"/>
                  </a:lnTo>
                  <a:lnTo>
                    <a:pt x="5786725" y="1811235"/>
                  </a:lnTo>
                  <a:lnTo>
                    <a:pt x="5823978" y="1741097"/>
                  </a:lnTo>
                  <a:lnTo>
                    <a:pt x="5861596" y="1667936"/>
                  </a:lnTo>
                  <a:lnTo>
                    <a:pt x="5899564" y="1592144"/>
                  </a:lnTo>
                  <a:lnTo>
                    <a:pt x="5937841" y="1514188"/>
                  </a:lnTo>
                  <a:lnTo>
                    <a:pt x="5976361" y="1434601"/>
                  </a:lnTo>
                  <a:lnTo>
                    <a:pt x="6015041" y="1353967"/>
                  </a:lnTo>
                  <a:lnTo>
                    <a:pt x="6053789" y="1272902"/>
                  </a:lnTo>
                  <a:lnTo>
                    <a:pt x="6092505" y="1192037"/>
                  </a:lnTo>
                  <a:lnTo>
                    <a:pt x="6131094" y="1111995"/>
                  </a:lnTo>
                  <a:lnTo>
                    <a:pt x="6169469" y="1033373"/>
                  </a:lnTo>
                  <a:lnTo>
                    <a:pt x="6207557" y="956727"/>
                  </a:lnTo>
                  <a:lnTo>
                    <a:pt x="6245307" y="882547"/>
                  </a:lnTo>
                  <a:lnTo>
                    <a:pt x="6282695" y="811255"/>
                  </a:lnTo>
                  <a:lnTo>
                    <a:pt x="6319724" y="743193"/>
                  </a:lnTo>
                  <a:lnTo>
                    <a:pt x="6356435" y="678618"/>
                  </a:lnTo>
                  <a:lnTo>
                    <a:pt x="6392905" y="617702"/>
                  </a:lnTo>
                  <a:lnTo>
                    <a:pt x="6429252" y="560539"/>
                  </a:lnTo>
                  <a:lnTo>
                    <a:pt x="6465640" y="507146"/>
                  </a:lnTo>
                  <a:lnTo>
                    <a:pt x="6502284" y="457471"/>
                  </a:lnTo>
                  <a:lnTo>
                    <a:pt x="6515891" y="440099"/>
                  </a:lnTo>
                  <a:lnTo>
                    <a:pt x="6562809" y="384771"/>
                  </a:lnTo>
                  <a:lnTo>
                    <a:pt x="6611344" y="335065"/>
                  </a:lnTo>
                  <a:lnTo>
                    <a:pt x="6662270" y="290684"/>
                  </a:lnTo>
                  <a:lnTo>
                    <a:pt x="6716453" y="251131"/>
                  </a:lnTo>
                  <a:lnTo>
                    <a:pt x="6774772" y="215851"/>
                  </a:lnTo>
                  <a:lnTo>
                    <a:pt x="6838043" y="184311"/>
                  </a:lnTo>
                  <a:lnTo>
                    <a:pt x="6906921" y="156044"/>
                  </a:lnTo>
                  <a:lnTo>
                    <a:pt x="6981768" y="130676"/>
                  </a:lnTo>
                  <a:lnTo>
                    <a:pt x="7062482" y="107938"/>
                  </a:lnTo>
                  <a:lnTo>
                    <a:pt x="7148291" y="87667"/>
                  </a:lnTo>
                  <a:lnTo>
                    <a:pt x="7237556" y="69800"/>
                  </a:lnTo>
                  <a:lnTo>
                    <a:pt x="7327649" y="54353"/>
                  </a:lnTo>
                  <a:lnTo>
                    <a:pt x="7415012" y="41383"/>
                  </a:lnTo>
                  <a:lnTo>
                    <a:pt x="7495480" y="30935"/>
                  </a:lnTo>
                  <a:lnTo>
                    <a:pt x="7564918" y="22979"/>
                  </a:lnTo>
                  <a:lnTo>
                    <a:pt x="7620042" y="17365"/>
                  </a:lnTo>
                  <a:lnTo>
                    <a:pt x="7659200" y="13798"/>
                  </a:lnTo>
                  <a:lnTo>
                    <a:pt x="7682863" y="11860"/>
                  </a:lnTo>
                  <a:lnTo>
                    <a:pt x="7693675" y="1106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8" y="78"/>
                  </a:lnTo>
                  <a:lnTo>
                    <a:pt x="7687273" y="636"/>
                  </a:lnTo>
                  <a:lnTo>
                    <a:pt x="7667828" y="2179"/>
                  </a:lnTo>
                  <a:lnTo>
                    <a:pt x="7633457" y="5211"/>
                  </a:lnTo>
                  <a:lnTo>
                    <a:pt x="7583029" y="10175"/>
                  </a:lnTo>
                  <a:lnTo>
                    <a:pt x="7517591" y="17408"/>
                  </a:lnTo>
                  <a:lnTo>
                    <a:pt x="7440013" y="27102"/>
                  </a:lnTo>
                  <a:lnTo>
                    <a:pt x="7354264" y="39319"/>
                  </a:lnTo>
                  <a:lnTo>
                    <a:pt x="7264578" y="54031"/>
                  </a:lnTo>
                  <a:lnTo>
                    <a:pt x="7174744" y="71179"/>
                  </a:lnTo>
                  <a:lnTo>
                    <a:pt x="7087685" y="90728"/>
                  </a:lnTo>
                  <a:lnTo>
                    <a:pt x="7005330" y="112716"/>
                  </a:lnTo>
                  <a:lnTo>
                    <a:pt x="6928689" y="137273"/>
                  </a:lnTo>
                  <a:lnTo>
                    <a:pt x="6858045" y="164638"/>
                  </a:lnTo>
                  <a:lnTo>
                    <a:pt x="6793155" y="195153"/>
                  </a:lnTo>
                  <a:lnTo>
                    <a:pt x="6733434" y="229260"/>
                  </a:lnTo>
                  <a:lnTo>
                    <a:pt x="6678104" y="267476"/>
                  </a:lnTo>
                  <a:lnTo>
                    <a:pt x="6626296" y="310355"/>
                  </a:lnTo>
                  <a:lnTo>
                    <a:pt x="6577132" y="358424"/>
                  </a:lnTo>
                  <a:lnTo>
                    <a:pt x="6529803" y="412058"/>
                  </a:lnTo>
                  <a:lnTo>
                    <a:pt x="6515891" y="429210"/>
                  </a:lnTo>
                  <a:lnTo>
                    <a:pt x="6479088" y="477541"/>
                  </a:lnTo>
                  <a:lnTo>
                    <a:pt x="6442634" y="529556"/>
                  </a:lnTo>
                  <a:lnTo>
                    <a:pt x="6406293" y="585329"/>
                  </a:lnTo>
                  <a:lnTo>
                    <a:pt x="6369885" y="644870"/>
                  </a:lnTo>
                  <a:lnTo>
                    <a:pt x="6333273" y="708114"/>
                  </a:lnTo>
                  <a:lnTo>
                    <a:pt x="6296368" y="774917"/>
                  </a:lnTo>
                  <a:lnTo>
                    <a:pt x="6259114" y="845055"/>
                  </a:lnTo>
                  <a:lnTo>
                    <a:pt x="6221496" y="918217"/>
                  </a:lnTo>
                  <a:lnTo>
                    <a:pt x="6183528" y="994009"/>
                  </a:lnTo>
                  <a:lnTo>
                    <a:pt x="6145251" y="1071965"/>
                  </a:lnTo>
                  <a:lnTo>
                    <a:pt x="6106732" y="1151551"/>
                  </a:lnTo>
                  <a:lnTo>
                    <a:pt x="6068051" y="1232185"/>
                  </a:lnTo>
                  <a:lnTo>
                    <a:pt x="6029304" y="1313250"/>
                  </a:lnTo>
                  <a:lnTo>
                    <a:pt x="5990587" y="1394116"/>
                  </a:lnTo>
                  <a:lnTo>
                    <a:pt x="5951998" y="1474158"/>
                  </a:lnTo>
                  <a:lnTo>
                    <a:pt x="5913623" y="1552779"/>
                  </a:lnTo>
                  <a:lnTo>
                    <a:pt x="5875535" y="1629426"/>
                  </a:lnTo>
                  <a:lnTo>
                    <a:pt x="5837785" y="1703606"/>
                  </a:lnTo>
                  <a:lnTo>
                    <a:pt x="5800398" y="1774897"/>
                  </a:lnTo>
                  <a:lnTo>
                    <a:pt x="5763368" y="1842960"/>
                  </a:lnTo>
                  <a:lnTo>
                    <a:pt x="5726657" y="1907535"/>
                  </a:lnTo>
                  <a:lnTo>
                    <a:pt x="5690187" y="1968451"/>
                  </a:lnTo>
                  <a:lnTo>
                    <a:pt x="5653840" y="2025613"/>
                  </a:lnTo>
                  <a:lnTo>
                    <a:pt x="5617452" y="2079007"/>
                  </a:lnTo>
                  <a:lnTo>
                    <a:pt x="5580809" y="2128681"/>
                  </a:lnTo>
                  <a:lnTo>
                    <a:pt x="5567201" y="2146053"/>
                  </a:lnTo>
                  <a:lnTo>
                    <a:pt x="5520284" y="2201381"/>
                  </a:lnTo>
                  <a:lnTo>
                    <a:pt x="5471749" y="2251088"/>
                  </a:lnTo>
                  <a:lnTo>
                    <a:pt x="5420822" y="2295469"/>
                  </a:lnTo>
                  <a:lnTo>
                    <a:pt x="5366639" y="2335022"/>
                  </a:lnTo>
                  <a:lnTo>
                    <a:pt x="5308321" y="2370301"/>
                  </a:lnTo>
                  <a:lnTo>
                    <a:pt x="5245050" y="2401842"/>
                  </a:lnTo>
                  <a:lnTo>
                    <a:pt x="5176172" y="2430109"/>
                  </a:lnTo>
                  <a:lnTo>
                    <a:pt x="5101324" y="2455477"/>
                  </a:lnTo>
                  <a:lnTo>
                    <a:pt x="5020610" y="2478215"/>
                  </a:lnTo>
                  <a:lnTo>
                    <a:pt x="4934801" y="2498486"/>
                  </a:lnTo>
                  <a:lnTo>
                    <a:pt x="4845537" y="2516353"/>
                  </a:lnTo>
                  <a:lnTo>
                    <a:pt x="4755443" y="2531800"/>
                  </a:lnTo>
                  <a:lnTo>
                    <a:pt x="4668081" y="2544770"/>
                  </a:lnTo>
                  <a:lnTo>
                    <a:pt x="4587613" y="2555218"/>
                  </a:lnTo>
                  <a:lnTo>
                    <a:pt x="4518174" y="2563173"/>
                  </a:lnTo>
                  <a:lnTo>
                    <a:pt x="4463051" y="2568788"/>
                  </a:lnTo>
                  <a:lnTo>
                    <a:pt x="4423892" y="2572355"/>
                  </a:lnTo>
                  <a:lnTo>
                    <a:pt x="4400229" y="2574292"/>
                  </a:lnTo>
                  <a:lnTo>
                    <a:pt x="4389418" y="2575092"/>
                  </a:lnTo>
                  <a:lnTo>
                    <a:pt x="4386855" y="2575264"/>
                  </a:lnTo>
                  <a:lnTo>
                    <a:pt x="3848118" y="2575264"/>
                  </a:lnTo>
                  <a:lnTo>
                    <a:pt x="3846882" y="2575203"/>
                  </a:lnTo>
                  <a:lnTo>
                    <a:pt x="3838805" y="2574770"/>
                  </a:lnTo>
                  <a:lnTo>
                    <a:pt x="3818632" y="2573570"/>
                  </a:lnTo>
                  <a:lnTo>
                    <a:pt x="3783047" y="2571216"/>
                  </a:lnTo>
                  <a:lnTo>
                    <a:pt x="3730980" y="2567364"/>
                  </a:lnTo>
                  <a:lnTo>
                    <a:pt x="3663649" y="2561761"/>
                  </a:lnTo>
                  <a:lnTo>
                    <a:pt x="3584149" y="2554264"/>
                  </a:lnTo>
                  <a:lnTo>
                    <a:pt x="3496667" y="2544833"/>
                  </a:lnTo>
                  <a:lnTo>
                    <a:pt x="3405590" y="2533496"/>
                  </a:lnTo>
                  <a:lnTo>
                    <a:pt x="3314772" y="2520296"/>
                  </a:lnTo>
                  <a:lnTo>
                    <a:pt x="3227125" y="2505256"/>
                  </a:lnTo>
                  <a:lnTo>
                    <a:pt x="3144514" y="2488336"/>
                  </a:lnTo>
                  <a:lnTo>
                    <a:pt x="3067862" y="2469424"/>
                  </a:lnTo>
                  <a:lnTo>
                    <a:pt x="2997356" y="2448320"/>
                  </a:lnTo>
                  <a:lnTo>
                    <a:pt x="2932667" y="2424742"/>
                  </a:lnTo>
                  <a:lnTo>
                    <a:pt x="2873138" y="2398337"/>
                  </a:lnTo>
                  <a:lnTo>
                    <a:pt x="2817932" y="2368693"/>
                  </a:lnTo>
                  <a:lnTo>
                    <a:pt x="2766136" y="2335379"/>
                  </a:lnTo>
                  <a:lnTo>
                    <a:pt x="2716846" y="2298004"/>
                  </a:lnTo>
                  <a:lnTo>
                    <a:pt x="2669249" y="2256325"/>
                  </a:lnTo>
                  <a:lnTo>
                    <a:pt x="2667772" y="2254944"/>
                  </a:lnTo>
                  <a:lnTo>
                    <a:pt x="2626976" y="2214770"/>
                  </a:lnTo>
                  <a:lnTo>
                    <a:pt x="2586574" y="2171205"/>
                  </a:lnTo>
                  <a:lnTo>
                    <a:pt x="2546260" y="2124182"/>
                  </a:lnTo>
                  <a:lnTo>
                    <a:pt x="2505803" y="2073713"/>
                  </a:lnTo>
                  <a:lnTo>
                    <a:pt x="2465042" y="2019894"/>
                  </a:lnTo>
                  <a:lnTo>
                    <a:pt x="2423878" y="1962910"/>
                  </a:lnTo>
                  <a:lnTo>
                    <a:pt x="2382269" y="1903045"/>
                  </a:lnTo>
                  <a:lnTo>
                    <a:pt x="2340222" y="1840674"/>
                  </a:lnTo>
                  <a:lnTo>
                    <a:pt x="2297788" y="1776261"/>
                  </a:lnTo>
                  <a:lnTo>
                    <a:pt x="2255054" y="1710341"/>
                  </a:lnTo>
                  <a:lnTo>
                    <a:pt x="2212132" y="1643512"/>
                  </a:lnTo>
                  <a:lnTo>
                    <a:pt x="2169152" y="1576403"/>
                  </a:lnTo>
                  <a:lnTo>
                    <a:pt x="2126248" y="1509657"/>
                  </a:lnTo>
                  <a:lnTo>
                    <a:pt x="2083547" y="1443900"/>
                  </a:lnTo>
                  <a:lnTo>
                    <a:pt x="2041159" y="1379722"/>
                  </a:lnTo>
                  <a:lnTo>
                    <a:pt x="1999167" y="1317652"/>
                  </a:lnTo>
                  <a:lnTo>
                    <a:pt x="1957616" y="1258141"/>
                  </a:lnTo>
                  <a:lnTo>
                    <a:pt x="1916508" y="1201554"/>
                  </a:lnTo>
                  <a:lnTo>
                    <a:pt x="1875793" y="1148160"/>
                  </a:lnTo>
                  <a:lnTo>
                    <a:pt x="1835365" y="1098135"/>
                  </a:lnTo>
                  <a:lnTo>
                    <a:pt x="1795054" y="1051561"/>
                  </a:lnTo>
                  <a:lnTo>
                    <a:pt x="1754621" y="1008441"/>
                  </a:lnTo>
                  <a:lnTo>
                    <a:pt x="1719082" y="973664"/>
                  </a:lnTo>
                  <a:lnTo>
                    <a:pt x="1671528" y="931849"/>
                  </a:lnTo>
                  <a:lnTo>
                    <a:pt x="1622303" y="894341"/>
                  </a:lnTo>
                  <a:lnTo>
                    <a:pt x="1570599" y="860904"/>
                  </a:lnTo>
                  <a:lnTo>
                    <a:pt x="1515514" y="831151"/>
                  </a:lnTo>
                  <a:lnTo>
                    <a:pt x="1456135" y="804651"/>
                  </a:lnTo>
                  <a:lnTo>
                    <a:pt x="1391619" y="780991"/>
                  </a:lnTo>
                  <a:lnTo>
                    <a:pt x="1321303" y="759813"/>
                  </a:lnTo>
                  <a:lnTo>
                    <a:pt x="1244845" y="740835"/>
                  </a:lnTo>
                  <a:lnTo>
                    <a:pt x="1162412" y="723855"/>
                  </a:lnTo>
                  <a:lnTo>
                    <a:pt x="1074901" y="708757"/>
                  </a:lnTo>
                  <a:lnTo>
                    <a:pt x="984144" y="695499"/>
                  </a:lnTo>
                  <a:lnTo>
                    <a:pt x="893020" y="684102"/>
                  </a:lnTo>
                  <a:lnTo>
                    <a:pt x="805359" y="674611"/>
                  </a:lnTo>
                  <a:lnTo>
                    <a:pt x="725541" y="667053"/>
                  </a:lnTo>
                  <a:lnTo>
                    <a:pt x="657772" y="661392"/>
                  </a:lnTo>
                  <a:lnTo>
                    <a:pt x="605195" y="657488"/>
                  </a:lnTo>
                  <a:lnTo>
                    <a:pt x="569095" y="655092"/>
                  </a:lnTo>
                  <a:lnTo>
                    <a:pt x="548477" y="653862"/>
                  </a:lnTo>
                  <a:lnTo>
                    <a:pt x="540091" y="653410"/>
                  </a:lnTo>
                  <a:lnTo>
                    <a:pt x="538736" y="653344"/>
                  </a:lnTo>
                  <a:lnTo>
                    <a:pt x="0" y="653344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35" name="pl735"/>
            <p:cNvSpPr/>
            <p:nvPr/>
          </p:nvSpPr>
          <p:spPr>
            <a:xfrm>
              <a:off x="546595" y="1708695"/>
              <a:ext cx="8234974" cy="2575264"/>
            </a:xfrm>
            <a:custGeom>
              <a:avLst/>
              <a:pathLst>
                <a:path w="8234974" h="2575264">
                  <a:moveTo>
                    <a:pt x="0" y="653344"/>
                  </a:moveTo>
                  <a:lnTo>
                    <a:pt x="538736" y="653344"/>
                  </a:lnTo>
                  <a:lnTo>
                    <a:pt x="539973" y="653404"/>
                  </a:lnTo>
                  <a:lnTo>
                    <a:pt x="548050" y="653838"/>
                  </a:lnTo>
                  <a:lnTo>
                    <a:pt x="568222" y="655037"/>
                  </a:lnTo>
                  <a:lnTo>
                    <a:pt x="603807" y="657392"/>
                  </a:lnTo>
                  <a:lnTo>
                    <a:pt x="655874" y="661244"/>
                  </a:lnTo>
                  <a:lnTo>
                    <a:pt x="723206" y="666847"/>
                  </a:lnTo>
                  <a:lnTo>
                    <a:pt x="802706" y="674344"/>
                  </a:lnTo>
                  <a:lnTo>
                    <a:pt x="890187" y="683774"/>
                  </a:lnTo>
                  <a:lnTo>
                    <a:pt x="981265" y="695112"/>
                  </a:lnTo>
                  <a:lnTo>
                    <a:pt x="1072083" y="708312"/>
                  </a:lnTo>
                  <a:lnTo>
                    <a:pt x="1159729" y="723352"/>
                  </a:lnTo>
                  <a:lnTo>
                    <a:pt x="1242340" y="740271"/>
                  </a:lnTo>
                  <a:lnTo>
                    <a:pt x="1318993" y="759184"/>
                  </a:lnTo>
                  <a:lnTo>
                    <a:pt x="1389499" y="780288"/>
                  </a:lnTo>
                  <a:lnTo>
                    <a:pt x="1454188" y="803865"/>
                  </a:lnTo>
                  <a:lnTo>
                    <a:pt x="1513716" y="830271"/>
                  </a:lnTo>
                  <a:lnTo>
                    <a:pt x="1568922" y="859914"/>
                  </a:lnTo>
                  <a:lnTo>
                    <a:pt x="1620719" y="893229"/>
                  </a:lnTo>
                  <a:lnTo>
                    <a:pt x="1670009" y="930604"/>
                  </a:lnTo>
                  <a:lnTo>
                    <a:pt x="1717605" y="972283"/>
                  </a:lnTo>
                  <a:lnTo>
                    <a:pt x="1719082" y="973664"/>
                  </a:lnTo>
                  <a:lnTo>
                    <a:pt x="1759879" y="1013837"/>
                  </a:lnTo>
                  <a:lnTo>
                    <a:pt x="1800280" y="1057403"/>
                  </a:lnTo>
                  <a:lnTo>
                    <a:pt x="1840594" y="1104426"/>
                  </a:lnTo>
                  <a:lnTo>
                    <a:pt x="1881052" y="1154895"/>
                  </a:lnTo>
                  <a:lnTo>
                    <a:pt x="1921813" y="1208714"/>
                  </a:lnTo>
                  <a:lnTo>
                    <a:pt x="1962977" y="1265698"/>
                  </a:lnTo>
                  <a:lnTo>
                    <a:pt x="2004586" y="1325563"/>
                  </a:lnTo>
                  <a:lnTo>
                    <a:pt x="2046633" y="1387933"/>
                  </a:lnTo>
                  <a:lnTo>
                    <a:pt x="2089067" y="1452347"/>
                  </a:lnTo>
                  <a:lnTo>
                    <a:pt x="2131801" y="1518266"/>
                  </a:lnTo>
                  <a:lnTo>
                    <a:pt x="2174722" y="1585096"/>
                  </a:lnTo>
                  <a:lnTo>
                    <a:pt x="2217702" y="1652204"/>
                  </a:lnTo>
                  <a:lnTo>
                    <a:pt x="2260607" y="1718951"/>
                  </a:lnTo>
                  <a:lnTo>
                    <a:pt x="2303308" y="1784707"/>
                  </a:lnTo>
                  <a:lnTo>
                    <a:pt x="2345696" y="1848885"/>
                  </a:lnTo>
                  <a:lnTo>
                    <a:pt x="2387688" y="1910956"/>
                  </a:lnTo>
                  <a:lnTo>
                    <a:pt x="2429239" y="1970466"/>
                  </a:lnTo>
                  <a:lnTo>
                    <a:pt x="2470347" y="2027053"/>
                  </a:lnTo>
                  <a:lnTo>
                    <a:pt x="2511062" y="2080447"/>
                  </a:lnTo>
                  <a:lnTo>
                    <a:pt x="2551490" y="2130473"/>
                  </a:lnTo>
                  <a:lnTo>
                    <a:pt x="2591801" y="2177046"/>
                  </a:lnTo>
                  <a:lnTo>
                    <a:pt x="2632234" y="2220167"/>
                  </a:lnTo>
                  <a:lnTo>
                    <a:pt x="2667772" y="2254944"/>
                  </a:lnTo>
                  <a:lnTo>
                    <a:pt x="2715327" y="2296759"/>
                  </a:lnTo>
                  <a:lnTo>
                    <a:pt x="2764552" y="2334267"/>
                  </a:lnTo>
                  <a:lnTo>
                    <a:pt x="2816256" y="2367704"/>
                  </a:lnTo>
                  <a:lnTo>
                    <a:pt x="2871341" y="2397456"/>
                  </a:lnTo>
                  <a:lnTo>
                    <a:pt x="2930720" y="2423957"/>
                  </a:lnTo>
                  <a:lnTo>
                    <a:pt x="2995235" y="2447617"/>
                  </a:lnTo>
                  <a:lnTo>
                    <a:pt x="3065551" y="2468795"/>
                  </a:lnTo>
                  <a:lnTo>
                    <a:pt x="3142010" y="2487773"/>
                  </a:lnTo>
                  <a:lnTo>
                    <a:pt x="3224443" y="2504752"/>
                  </a:lnTo>
                  <a:lnTo>
                    <a:pt x="3311954" y="2519851"/>
                  </a:lnTo>
                  <a:lnTo>
                    <a:pt x="3402711" y="2533109"/>
                  </a:lnTo>
                  <a:lnTo>
                    <a:pt x="3493835" y="2544506"/>
                  </a:lnTo>
                  <a:lnTo>
                    <a:pt x="3581495" y="2553997"/>
                  </a:lnTo>
                  <a:lnTo>
                    <a:pt x="3661313" y="2561554"/>
                  </a:lnTo>
                  <a:lnTo>
                    <a:pt x="3729083" y="2567216"/>
                  </a:lnTo>
                  <a:lnTo>
                    <a:pt x="3781660" y="2571119"/>
                  </a:lnTo>
                  <a:lnTo>
                    <a:pt x="3817759" y="2573516"/>
                  </a:lnTo>
                  <a:lnTo>
                    <a:pt x="3838377" y="2574746"/>
                  </a:lnTo>
                  <a:lnTo>
                    <a:pt x="3846764" y="2575197"/>
                  </a:lnTo>
                  <a:lnTo>
                    <a:pt x="3848118" y="2575264"/>
                  </a:lnTo>
                  <a:lnTo>
                    <a:pt x="3848118" y="2575264"/>
                  </a:lnTo>
                  <a:lnTo>
                    <a:pt x="4386855" y="2575264"/>
                  </a:lnTo>
                  <a:lnTo>
                    <a:pt x="4388044" y="2575186"/>
                  </a:lnTo>
                  <a:lnTo>
                    <a:pt x="4395820" y="2574628"/>
                  </a:lnTo>
                  <a:lnTo>
                    <a:pt x="4415265" y="2573084"/>
                  </a:lnTo>
                  <a:lnTo>
                    <a:pt x="4449635" y="2570053"/>
                  </a:lnTo>
                  <a:lnTo>
                    <a:pt x="4500064" y="2565089"/>
                  </a:lnTo>
                  <a:lnTo>
                    <a:pt x="4565501" y="2557856"/>
                  </a:lnTo>
                  <a:lnTo>
                    <a:pt x="4643080" y="2548162"/>
                  </a:lnTo>
                  <a:lnTo>
                    <a:pt x="4728829" y="2535944"/>
                  </a:lnTo>
                  <a:lnTo>
                    <a:pt x="4818515" y="2521232"/>
                  </a:lnTo>
                  <a:lnTo>
                    <a:pt x="4908349" y="2504085"/>
                  </a:lnTo>
                  <a:lnTo>
                    <a:pt x="4995407" y="2484536"/>
                  </a:lnTo>
                  <a:lnTo>
                    <a:pt x="5077763" y="2462548"/>
                  </a:lnTo>
                  <a:lnTo>
                    <a:pt x="5154403" y="2437991"/>
                  </a:lnTo>
                  <a:lnTo>
                    <a:pt x="5225047" y="2410626"/>
                  </a:lnTo>
                  <a:lnTo>
                    <a:pt x="5289938" y="2380110"/>
                  </a:lnTo>
                  <a:lnTo>
                    <a:pt x="5349658" y="2346003"/>
                  </a:lnTo>
                  <a:lnTo>
                    <a:pt x="5404988" y="2307788"/>
                  </a:lnTo>
                  <a:lnTo>
                    <a:pt x="5456796" y="2264908"/>
                  </a:lnTo>
                  <a:lnTo>
                    <a:pt x="5505960" y="2216839"/>
                  </a:lnTo>
                  <a:lnTo>
                    <a:pt x="5553289" y="2163205"/>
                  </a:lnTo>
                  <a:lnTo>
                    <a:pt x="5567201" y="2146053"/>
                  </a:lnTo>
                  <a:lnTo>
                    <a:pt x="5604004" y="2097723"/>
                  </a:lnTo>
                  <a:lnTo>
                    <a:pt x="5640459" y="2045708"/>
                  </a:lnTo>
                  <a:lnTo>
                    <a:pt x="5676799" y="1989934"/>
                  </a:lnTo>
                  <a:lnTo>
                    <a:pt x="5713208" y="1930394"/>
                  </a:lnTo>
                  <a:lnTo>
                    <a:pt x="5749819" y="1867150"/>
                  </a:lnTo>
                  <a:lnTo>
                    <a:pt x="5786725" y="1800346"/>
                  </a:lnTo>
                  <a:lnTo>
                    <a:pt x="5823978" y="1730208"/>
                  </a:lnTo>
                  <a:lnTo>
                    <a:pt x="5861596" y="1657047"/>
                  </a:lnTo>
                  <a:lnTo>
                    <a:pt x="5899564" y="1581255"/>
                  </a:lnTo>
                  <a:lnTo>
                    <a:pt x="5937841" y="1503299"/>
                  </a:lnTo>
                  <a:lnTo>
                    <a:pt x="5976361" y="1423712"/>
                  </a:lnTo>
                  <a:lnTo>
                    <a:pt x="6015041" y="1343078"/>
                  </a:lnTo>
                  <a:lnTo>
                    <a:pt x="6053789" y="1262013"/>
                  </a:lnTo>
                  <a:lnTo>
                    <a:pt x="6092505" y="1181148"/>
                  </a:lnTo>
                  <a:lnTo>
                    <a:pt x="6131094" y="1101105"/>
                  </a:lnTo>
                  <a:lnTo>
                    <a:pt x="6169469" y="1022484"/>
                  </a:lnTo>
                  <a:lnTo>
                    <a:pt x="6207557" y="945837"/>
                  </a:lnTo>
                  <a:lnTo>
                    <a:pt x="6245307" y="871658"/>
                  </a:lnTo>
                  <a:lnTo>
                    <a:pt x="6282695" y="800366"/>
                  </a:lnTo>
                  <a:lnTo>
                    <a:pt x="6319724" y="732304"/>
                  </a:lnTo>
                  <a:lnTo>
                    <a:pt x="6356435" y="667729"/>
                  </a:lnTo>
                  <a:lnTo>
                    <a:pt x="6392905" y="606813"/>
                  </a:lnTo>
                  <a:lnTo>
                    <a:pt x="6429252" y="549650"/>
                  </a:lnTo>
                  <a:lnTo>
                    <a:pt x="6465640" y="496257"/>
                  </a:lnTo>
                  <a:lnTo>
                    <a:pt x="6502284" y="446582"/>
                  </a:lnTo>
                  <a:lnTo>
                    <a:pt x="6515891" y="429210"/>
                  </a:lnTo>
                  <a:lnTo>
                    <a:pt x="6562809" y="373882"/>
                  </a:lnTo>
                  <a:lnTo>
                    <a:pt x="6611344" y="324176"/>
                  </a:lnTo>
                  <a:lnTo>
                    <a:pt x="6662270" y="279795"/>
                  </a:lnTo>
                  <a:lnTo>
                    <a:pt x="6716453" y="240242"/>
                  </a:lnTo>
                  <a:lnTo>
                    <a:pt x="6774772" y="204962"/>
                  </a:lnTo>
                  <a:lnTo>
                    <a:pt x="6838043" y="173422"/>
                  </a:lnTo>
                  <a:lnTo>
                    <a:pt x="6906921" y="145155"/>
                  </a:lnTo>
                  <a:lnTo>
                    <a:pt x="6981768" y="119787"/>
                  </a:lnTo>
                  <a:lnTo>
                    <a:pt x="7062482" y="97049"/>
                  </a:lnTo>
                  <a:lnTo>
                    <a:pt x="7148291" y="76778"/>
                  </a:lnTo>
                  <a:lnTo>
                    <a:pt x="7237556" y="58910"/>
                  </a:lnTo>
                  <a:lnTo>
                    <a:pt x="7327649" y="43464"/>
                  </a:lnTo>
                  <a:lnTo>
                    <a:pt x="7415012" y="30494"/>
                  </a:lnTo>
                  <a:lnTo>
                    <a:pt x="7495480" y="20046"/>
                  </a:lnTo>
                  <a:lnTo>
                    <a:pt x="7564918" y="12090"/>
                  </a:lnTo>
                  <a:lnTo>
                    <a:pt x="7620042" y="6476"/>
                  </a:lnTo>
                  <a:lnTo>
                    <a:pt x="7659200" y="2909"/>
                  </a:lnTo>
                  <a:lnTo>
                    <a:pt x="7682863" y="971"/>
                  </a:lnTo>
                  <a:lnTo>
                    <a:pt x="7693675" y="172"/>
                  </a:lnTo>
                  <a:lnTo>
                    <a:pt x="7696204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6" name="pl736"/>
            <p:cNvSpPr/>
            <p:nvPr/>
          </p:nvSpPr>
          <p:spPr>
            <a:xfrm>
              <a:off x="546595" y="1697806"/>
              <a:ext cx="8234974" cy="2575264"/>
            </a:xfrm>
            <a:custGeom>
              <a:avLst/>
              <a:pathLst>
                <a:path w="8234974" h="2575264">
                  <a:moveTo>
                    <a:pt x="8234974" y="0"/>
                  </a:moveTo>
                  <a:lnTo>
                    <a:pt x="7696237" y="0"/>
                  </a:lnTo>
                  <a:lnTo>
                    <a:pt x="7695048" y="78"/>
                  </a:lnTo>
                  <a:lnTo>
                    <a:pt x="7687273" y="636"/>
                  </a:lnTo>
                  <a:lnTo>
                    <a:pt x="7667828" y="2179"/>
                  </a:lnTo>
                  <a:lnTo>
                    <a:pt x="7633457" y="5211"/>
                  </a:lnTo>
                  <a:lnTo>
                    <a:pt x="7583029" y="10175"/>
                  </a:lnTo>
                  <a:lnTo>
                    <a:pt x="7517591" y="17408"/>
                  </a:lnTo>
                  <a:lnTo>
                    <a:pt x="7440013" y="27102"/>
                  </a:lnTo>
                  <a:lnTo>
                    <a:pt x="7354264" y="39319"/>
                  </a:lnTo>
                  <a:lnTo>
                    <a:pt x="7264578" y="54031"/>
                  </a:lnTo>
                  <a:lnTo>
                    <a:pt x="7174744" y="71179"/>
                  </a:lnTo>
                  <a:lnTo>
                    <a:pt x="7087685" y="90728"/>
                  </a:lnTo>
                  <a:lnTo>
                    <a:pt x="7005330" y="112716"/>
                  </a:lnTo>
                  <a:lnTo>
                    <a:pt x="6928689" y="137273"/>
                  </a:lnTo>
                  <a:lnTo>
                    <a:pt x="6858045" y="164638"/>
                  </a:lnTo>
                  <a:lnTo>
                    <a:pt x="6793155" y="195153"/>
                  </a:lnTo>
                  <a:lnTo>
                    <a:pt x="6733434" y="229260"/>
                  </a:lnTo>
                  <a:lnTo>
                    <a:pt x="6678104" y="267476"/>
                  </a:lnTo>
                  <a:lnTo>
                    <a:pt x="6626296" y="310355"/>
                  </a:lnTo>
                  <a:lnTo>
                    <a:pt x="6577132" y="358424"/>
                  </a:lnTo>
                  <a:lnTo>
                    <a:pt x="6529803" y="412058"/>
                  </a:lnTo>
                  <a:lnTo>
                    <a:pt x="6515891" y="429210"/>
                  </a:lnTo>
                  <a:lnTo>
                    <a:pt x="6479088" y="477541"/>
                  </a:lnTo>
                  <a:lnTo>
                    <a:pt x="6442634" y="529556"/>
                  </a:lnTo>
                  <a:lnTo>
                    <a:pt x="6406293" y="585329"/>
                  </a:lnTo>
                  <a:lnTo>
                    <a:pt x="6369885" y="644870"/>
                  </a:lnTo>
                  <a:lnTo>
                    <a:pt x="6333273" y="708114"/>
                  </a:lnTo>
                  <a:lnTo>
                    <a:pt x="6296368" y="774917"/>
                  </a:lnTo>
                  <a:lnTo>
                    <a:pt x="6259114" y="845055"/>
                  </a:lnTo>
                  <a:lnTo>
                    <a:pt x="6221496" y="918217"/>
                  </a:lnTo>
                  <a:lnTo>
                    <a:pt x="6183528" y="994009"/>
                  </a:lnTo>
                  <a:lnTo>
                    <a:pt x="6145251" y="1071965"/>
                  </a:lnTo>
                  <a:lnTo>
                    <a:pt x="6106732" y="1151551"/>
                  </a:lnTo>
                  <a:lnTo>
                    <a:pt x="6068051" y="1232185"/>
                  </a:lnTo>
                  <a:lnTo>
                    <a:pt x="6029304" y="1313250"/>
                  </a:lnTo>
                  <a:lnTo>
                    <a:pt x="5990587" y="1394116"/>
                  </a:lnTo>
                  <a:lnTo>
                    <a:pt x="5951998" y="1474158"/>
                  </a:lnTo>
                  <a:lnTo>
                    <a:pt x="5913623" y="1552779"/>
                  </a:lnTo>
                  <a:lnTo>
                    <a:pt x="5875535" y="1629426"/>
                  </a:lnTo>
                  <a:lnTo>
                    <a:pt x="5837785" y="1703606"/>
                  </a:lnTo>
                  <a:lnTo>
                    <a:pt x="5800398" y="1774897"/>
                  </a:lnTo>
                  <a:lnTo>
                    <a:pt x="5763368" y="1842960"/>
                  </a:lnTo>
                  <a:lnTo>
                    <a:pt x="5726657" y="1907535"/>
                  </a:lnTo>
                  <a:lnTo>
                    <a:pt x="5690187" y="1968451"/>
                  </a:lnTo>
                  <a:lnTo>
                    <a:pt x="5653840" y="2025613"/>
                  </a:lnTo>
                  <a:lnTo>
                    <a:pt x="5617452" y="2079007"/>
                  </a:lnTo>
                  <a:lnTo>
                    <a:pt x="5580809" y="2128681"/>
                  </a:lnTo>
                  <a:lnTo>
                    <a:pt x="5567201" y="2146053"/>
                  </a:lnTo>
                  <a:lnTo>
                    <a:pt x="5520284" y="2201381"/>
                  </a:lnTo>
                  <a:lnTo>
                    <a:pt x="5471749" y="2251088"/>
                  </a:lnTo>
                  <a:lnTo>
                    <a:pt x="5420822" y="2295469"/>
                  </a:lnTo>
                  <a:lnTo>
                    <a:pt x="5366639" y="2335022"/>
                  </a:lnTo>
                  <a:lnTo>
                    <a:pt x="5308321" y="2370301"/>
                  </a:lnTo>
                  <a:lnTo>
                    <a:pt x="5245050" y="2401842"/>
                  </a:lnTo>
                  <a:lnTo>
                    <a:pt x="5176172" y="2430109"/>
                  </a:lnTo>
                  <a:lnTo>
                    <a:pt x="5101324" y="2455477"/>
                  </a:lnTo>
                  <a:lnTo>
                    <a:pt x="5020610" y="2478215"/>
                  </a:lnTo>
                  <a:lnTo>
                    <a:pt x="4934801" y="2498486"/>
                  </a:lnTo>
                  <a:lnTo>
                    <a:pt x="4845537" y="2516353"/>
                  </a:lnTo>
                  <a:lnTo>
                    <a:pt x="4755443" y="2531800"/>
                  </a:lnTo>
                  <a:lnTo>
                    <a:pt x="4668081" y="2544770"/>
                  </a:lnTo>
                  <a:lnTo>
                    <a:pt x="4587613" y="2555218"/>
                  </a:lnTo>
                  <a:lnTo>
                    <a:pt x="4518174" y="2563173"/>
                  </a:lnTo>
                  <a:lnTo>
                    <a:pt x="4463051" y="2568788"/>
                  </a:lnTo>
                  <a:lnTo>
                    <a:pt x="4423892" y="2572355"/>
                  </a:lnTo>
                  <a:lnTo>
                    <a:pt x="4400229" y="2574292"/>
                  </a:lnTo>
                  <a:lnTo>
                    <a:pt x="4389418" y="2575092"/>
                  </a:lnTo>
                  <a:lnTo>
                    <a:pt x="4386888" y="2575262"/>
                  </a:lnTo>
                  <a:lnTo>
                    <a:pt x="4386855" y="2575264"/>
                  </a:lnTo>
                  <a:lnTo>
                    <a:pt x="3848118" y="2575264"/>
                  </a:lnTo>
                  <a:lnTo>
                    <a:pt x="3846882" y="2575203"/>
                  </a:lnTo>
                  <a:lnTo>
                    <a:pt x="3838805" y="2574770"/>
                  </a:lnTo>
                  <a:lnTo>
                    <a:pt x="3818632" y="2573570"/>
                  </a:lnTo>
                  <a:lnTo>
                    <a:pt x="3783047" y="2571216"/>
                  </a:lnTo>
                  <a:lnTo>
                    <a:pt x="3730980" y="2567364"/>
                  </a:lnTo>
                  <a:lnTo>
                    <a:pt x="3663649" y="2561761"/>
                  </a:lnTo>
                  <a:lnTo>
                    <a:pt x="3584149" y="2554264"/>
                  </a:lnTo>
                  <a:lnTo>
                    <a:pt x="3496667" y="2544833"/>
                  </a:lnTo>
                  <a:lnTo>
                    <a:pt x="3405590" y="2533496"/>
                  </a:lnTo>
                  <a:lnTo>
                    <a:pt x="3314772" y="2520296"/>
                  </a:lnTo>
                  <a:lnTo>
                    <a:pt x="3227125" y="2505256"/>
                  </a:lnTo>
                  <a:lnTo>
                    <a:pt x="3144514" y="2488336"/>
                  </a:lnTo>
                  <a:lnTo>
                    <a:pt x="3067862" y="2469424"/>
                  </a:lnTo>
                  <a:lnTo>
                    <a:pt x="2997356" y="2448320"/>
                  </a:lnTo>
                  <a:lnTo>
                    <a:pt x="2932667" y="2424742"/>
                  </a:lnTo>
                  <a:lnTo>
                    <a:pt x="2873138" y="2398337"/>
                  </a:lnTo>
                  <a:lnTo>
                    <a:pt x="2817932" y="2368693"/>
                  </a:lnTo>
                  <a:lnTo>
                    <a:pt x="2766136" y="2335379"/>
                  </a:lnTo>
                  <a:lnTo>
                    <a:pt x="2716846" y="2298004"/>
                  </a:lnTo>
                  <a:lnTo>
                    <a:pt x="2669249" y="2256325"/>
                  </a:lnTo>
                  <a:lnTo>
                    <a:pt x="2667772" y="2254944"/>
                  </a:lnTo>
                  <a:lnTo>
                    <a:pt x="2626976" y="2214770"/>
                  </a:lnTo>
                  <a:lnTo>
                    <a:pt x="2586574" y="2171205"/>
                  </a:lnTo>
                  <a:lnTo>
                    <a:pt x="2546260" y="2124182"/>
                  </a:lnTo>
                  <a:lnTo>
                    <a:pt x="2505803" y="2073713"/>
                  </a:lnTo>
                  <a:lnTo>
                    <a:pt x="2465042" y="2019894"/>
                  </a:lnTo>
                  <a:lnTo>
                    <a:pt x="2423878" y="1962910"/>
                  </a:lnTo>
                  <a:lnTo>
                    <a:pt x="2382269" y="1903045"/>
                  </a:lnTo>
                  <a:lnTo>
                    <a:pt x="2340222" y="1840674"/>
                  </a:lnTo>
                  <a:lnTo>
                    <a:pt x="2297788" y="1776261"/>
                  </a:lnTo>
                  <a:lnTo>
                    <a:pt x="2255054" y="1710341"/>
                  </a:lnTo>
                  <a:lnTo>
                    <a:pt x="2212132" y="1643512"/>
                  </a:lnTo>
                  <a:lnTo>
                    <a:pt x="2169152" y="1576403"/>
                  </a:lnTo>
                  <a:lnTo>
                    <a:pt x="2126248" y="1509657"/>
                  </a:lnTo>
                  <a:lnTo>
                    <a:pt x="2083547" y="1443900"/>
                  </a:lnTo>
                  <a:lnTo>
                    <a:pt x="2041159" y="1379722"/>
                  </a:lnTo>
                  <a:lnTo>
                    <a:pt x="1999167" y="1317652"/>
                  </a:lnTo>
                  <a:lnTo>
                    <a:pt x="1957616" y="1258141"/>
                  </a:lnTo>
                  <a:lnTo>
                    <a:pt x="1916508" y="1201554"/>
                  </a:lnTo>
                  <a:lnTo>
                    <a:pt x="1875793" y="1148160"/>
                  </a:lnTo>
                  <a:lnTo>
                    <a:pt x="1835365" y="1098135"/>
                  </a:lnTo>
                  <a:lnTo>
                    <a:pt x="1795054" y="1051561"/>
                  </a:lnTo>
                  <a:lnTo>
                    <a:pt x="1754621" y="1008441"/>
                  </a:lnTo>
                  <a:lnTo>
                    <a:pt x="1719082" y="973664"/>
                  </a:lnTo>
                  <a:lnTo>
                    <a:pt x="1671528" y="931849"/>
                  </a:lnTo>
                  <a:lnTo>
                    <a:pt x="1622303" y="894341"/>
                  </a:lnTo>
                  <a:lnTo>
                    <a:pt x="1570599" y="860904"/>
                  </a:lnTo>
                  <a:lnTo>
                    <a:pt x="1515514" y="831151"/>
                  </a:lnTo>
                  <a:lnTo>
                    <a:pt x="1456135" y="804651"/>
                  </a:lnTo>
                  <a:lnTo>
                    <a:pt x="1391619" y="780991"/>
                  </a:lnTo>
                  <a:lnTo>
                    <a:pt x="1321303" y="759813"/>
                  </a:lnTo>
                  <a:lnTo>
                    <a:pt x="1244845" y="740835"/>
                  </a:lnTo>
                  <a:lnTo>
                    <a:pt x="1162412" y="723855"/>
                  </a:lnTo>
                  <a:lnTo>
                    <a:pt x="1074901" y="708757"/>
                  </a:lnTo>
                  <a:lnTo>
                    <a:pt x="984144" y="695499"/>
                  </a:lnTo>
                  <a:lnTo>
                    <a:pt x="893020" y="684102"/>
                  </a:lnTo>
                  <a:lnTo>
                    <a:pt x="805359" y="674611"/>
                  </a:lnTo>
                  <a:lnTo>
                    <a:pt x="725541" y="667053"/>
                  </a:lnTo>
                  <a:lnTo>
                    <a:pt x="657772" y="661392"/>
                  </a:lnTo>
                  <a:lnTo>
                    <a:pt x="605195" y="657488"/>
                  </a:lnTo>
                  <a:lnTo>
                    <a:pt x="569095" y="655092"/>
                  </a:lnTo>
                  <a:lnTo>
                    <a:pt x="548477" y="653862"/>
                  </a:lnTo>
                  <a:lnTo>
                    <a:pt x="540091" y="653410"/>
                  </a:lnTo>
                  <a:lnTo>
                    <a:pt x="538736" y="653344"/>
                  </a:lnTo>
                  <a:lnTo>
                    <a:pt x="538736" y="653344"/>
                  </a:lnTo>
                  <a:lnTo>
                    <a:pt x="0" y="6533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7" name="pg737"/>
            <p:cNvSpPr/>
            <p:nvPr/>
          </p:nvSpPr>
          <p:spPr>
            <a:xfrm>
              <a:off x="546595" y="2095257"/>
              <a:ext cx="8234974" cy="2226814"/>
            </a:xfrm>
            <a:custGeom>
              <a:avLst/>
              <a:pathLst>
                <a:path w="8234974" h="2226814">
                  <a:moveTo>
                    <a:pt x="0" y="288560"/>
                  </a:moveTo>
                  <a:lnTo>
                    <a:pt x="538736" y="288560"/>
                  </a:lnTo>
                  <a:lnTo>
                    <a:pt x="539972" y="288621"/>
                  </a:lnTo>
                  <a:lnTo>
                    <a:pt x="548042" y="289058"/>
                  </a:lnTo>
                  <a:lnTo>
                    <a:pt x="568198" y="290266"/>
                  </a:lnTo>
                  <a:lnTo>
                    <a:pt x="603756" y="292639"/>
                  </a:lnTo>
                  <a:lnTo>
                    <a:pt x="655787" y="296520"/>
                  </a:lnTo>
                  <a:lnTo>
                    <a:pt x="723076" y="302166"/>
                  </a:lnTo>
                  <a:lnTo>
                    <a:pt x="802533" y="309721"/>
                  </a:lnTo>
                  <a:lnTo>
                    <a:pt x="889977" y="319225"/>
                  </a:lnTo>
                  <a:lnTo>
                    <a:pt x="981024" y="330651"/>
                  </a:lnTo>
                  <a:lnTo>
                    <a:pt x="1071821" y="343953"/>
                  </a:lnTo>
                  <a:lnTo>
                    <a:pt x="1159455" y="359111"/>
                  </a:lnTo>
                  <a:lnTo>
                    <a:pt x="1242060" y="376163"/>
                  </a:lnTo>
                  <a:lnTo>
                    <a:pt x="1318713" y="395223"/>
                  </a:lnTo>
                  <a:lnTo>
                    <a:pt x="1389222" y="416491"/>
                  </a:lnTo>
                  <a:lnTo>
                    <a:pt x="1453916" y="440251"/>
                  </a:lnTo>
                  <a:lnTo>
                    <a:pt x="1513448" y="466858"/>
                  </a:lnTo>
                  <a:lnTo>
                    <a:pt x="1568657" y="496729"/>
                  </a:lnTo>
                  <a:lnTo>
                    <a:pt x="1620453" y="530296"/>
                  </a:lnTo>
                  <a:lnTo>
                    <a:pt x="1669740" y="567955"/>
                  </a:lnTo>
                  <a:lnTo>
                    <a:pt x="1717330" y="609951"/>
                  </a:lnTo>
                  <a:lnTo>
                    <a:pt x="1719082" y="611602"/>
                  </a:lnTo>
                  <a:lnTo>
                    <a:pt x="1759768" y="652002"/>
                  </a:lnTo>
                  <a:lnTo>
                    <a:pt x="1800059" y="695803"/>
                  </a:lnTo>
                  <a:lnTo>
                    <a:pt x="1840263" y="743072"/>
                  </a:lnTo>
                  <a:lnTo>
                    <a:pt x="1880607" y="793797"/>
                  </a:lnTo>
                  <a:lnTo>
                    <a:pt x="1921252" y="847885"/>
                  </a:lnTo>
                  <a:lnTo>
                    <a:pt x="1962297" y="905150"/>
                  </a:lnTo>
                  <a:lnTo>
                    <a:pt x="2003784" y="965310"/>
                  </a:lnTo>
                  <a:lnTo>
                    <a:pt x="2045708" y="1027991"/>
                  </a:lnTo>
                  <a:lnTo>
                    <a:pt x="2088017" y="1092733"/>
                  </a:lnTo>
                  <a:lnTo>
                    <a:pt x="2130628" y="1158998"/>
                  </a:lnTo>
                  <a:lnTo>
                    <a:pt x="2173428" y="1226194"/>
                  </a:lnTo>
                  <a:lnTo>
                    <a:pt x="2216291" y="1293689"/>
                  </a:lnTo>
                  <a:lnTo>
                    <a:pt x="2259083" y="1360841"/>
                  </a:lnTo>
                  <a:lnTo>
                    <a:pt x="2301676" y="1427023"/>
                  </a:lnTo>
                  <a:lnTo>
                    <a:pt x="2343962" y="1491643"/>
                  </a:lnTo>
                  <a:lnTo>
                    <a:pt x="2385858" y="1554169"/>
                  </a:lnTo>
                  <a:lnTo>
                    <a:pt x="2427315" y="1614146"/>
                  </a:lnTo>
                  <a:lnTo>
                    <a:pt x="2468331" y="1671206"/>
                  </a:lnTo>
                  <a:lnTo>
                    <a:pt x="2508952" y="1725074"/>
                  </a:lnTo>
                  <a:lnTo>
                    <a:pt x="2549281" y="1775570"/>
                  </a:lnTo>
                  <a:lnTo>
                    <a:pt x="2589483" y="1822607"/>
                  </a:lnTo>
                  <a:lnTo>
                    <a:pt x="2629790" y="1866178"/>
                  </a:lnTo>
                  <a:lnTo>
                    <a:pt x="2667772" y="1903772"/>
                  </a:lnTo>
                  <a:lnTo>
                    <a:pt x="2715312" y="1945930"/>
                  </a:lnTo>
                  <a:lnTo>
                    <a:pt x="2764522" y="1983748"/>
                  </a:lnTo>
                  <a:lnTo>
                    <a:pt x="2816209" y="2017462"/>
                  </a:lnTo>
                  <a:lnTo>
                    <a:pt x="2871274" y="2047462"/>
                  </a:lnTo>
                  <a:lnTo>
                    <a:pt x="2930629" y="2074184"/>
                  </a:lnTo>
                  <a:lnTo>
                    <a:pt x="2995117" y="2098043"/>
                  </a:lnTo>
                  <a:lnTo>
                    <a:pt x="3065401" y="2119398"/>
                  </a:lnTo>
                  <a:lnTo>
                    <a:pt x="3141824" y="2138537"/>
                  </a:lnTo>
                  <a:lnTo>
                    <a:pt x="3224219" y="2155660"/>
                  </a:lnTo>
                  <a:lnTo>
                    <a:pt x="3311692" y="2170888"/>
                  </a:lnTo>
                  <a:lnTo>
                    <a:pt x="3402417" y="2184260"/>
                  </a:lnTo>
                  <a:lnTo>
                    <a:pt x="3493519" y="2195757"/>
                  </a:lnTo>
                  <a:lnTo>
                    <a:pt x="3581174" y="2205333"/>
                  </a:lnTo>
                  <a:lnTo>
                    <a:pt x="3661009" y="2212961"/>
                  </a:lnTo>
                  <a:lnTo>
                    <a:pt x="3728817" y="2218676"/>
                  </a:lnTo>
                  <a:lnTo>
                    <a:pt x="3781452" y="2222619"/>
                  </a:lnTo>
                  <a:lnTo>
                    <a:pt x="3817620" y="2225042"/>
                  </a:lnTo>
                  <a:lnTo>
                    <a:pt x="3838304" y="2226287"/>
                  </a:lnTo>
                  <a:lnTo>
                    <a:pt x="3846742" y="2226746"/>
                  </a:lnTo>
                  <a:lnTo>
                    <a:pt x="3848118" y="2226814"/>
                  </a:lnTo>
                  <a:lnTo>
                    <a:pt x="4386855" y="2226814"/>
                  </a:lnTo>
                  <a:lnTo>
                    <a:pt x="4388072" y="2226745"/>
                  </a:lnTo>
                  <a:lnTo>
                    <a:pt x="4396026" y="2226256"/>
                  </a:lnTo>
                  <a:lnTo>
                    <a:pt x="4415902" y="2224902"/>
                  </a:lnTo>
                  <a:lnTo>
                    <a:pt x="4450991" y="2222244"/>
                  </a:lnTo>
                  <a:lnTo>
                    <a:pt x="4502391" y="2217894"/>
                  </a:lnTo>
                  <a:lnTo>
                    <a:pt x="4568953" y="2211561"/>
                  </a:lnTo>
                  <a:lnTo>
                    <a:pt x="4647675" y="2203083"/>
                  </a:lnTo>
                  <a:lnTo>
                    <a:pt x="4734457" y="2192409"/>
                  </a:lnTo>
                  <a:lnTo>
                    <a:pt x="4824975" y="2179568"/>
                  </a:lnTo>
                  <a:lnTo>
                    <a:pt x="4915400" y="2164613"/>
                  </a:lnTo>
                  <a:lnTo>
                    <a:pt x="5002814" y="2147567"/>
                  </a:lnTo>
                  <a:lnTo>
                    <a:pt x="5085327" y="2128395"/>
                  </a:lnTo>
                  <a:lnTo>
                    <a:pt x="5161978" y="2106970"/>
                  </a:lnTo>
                  <a:lnTo>
                    <a:pt x="5232543" y="2083077"/>
                  </a:lnTo>
                  <a:lnTo>
                    <a:pt x="5297314" y="2056404"/>
                  </a:lnTo>
                  <a:lnTo>
                    <a:pt x="5356919" y="2026557"/>
                  </a:lnTo>
                  <a:lnTo>
                    <a:pt x="5412173" y="1993075"/>
                  </a:lnTo>
                  <a:lnTo>
                    <a:pt x="5463971" y="1955471"/>
                  </a:lnTo>
                  <a:lnTo>
                    <a:pt x="5513205" y="1913294"/>
                  </a:lnTo>
                  <a:lnTo>
                    <a:pt x="5560689" y="1866248"/>
                  </a:lnTo>
                  <a:lnTo>
                    <a:pt x="5567201" y="1859308"/>
                  </a:lnTo>
                  <a:lnTo>
                    <a:pt x="5606157" y="1815393"/>
                  </a:lnTo>
                  <a:lnTo>
                    <a:pt x="5644737" y="1767936"/>
                  </a:lnTo>
                  <a:lnTo>
                    <a:pt x="5683217" y="1716867"/>
                  </a:lnTo>
                  <a:lnTo>
                    <a:pt x="5721803" y="1662189"/>
                  </a:lnTo>
                  <a:lnTo>
                    <a:pt x="5760644" y="1603981"/>
                  </a:lnTo>
                  <a:lnTo>
                    <a:pt x="5799836" y="1542412"/>
                  </a:lnTo>
                  <a:lnTo>
                    <a:pt x="5839429" y="1477740"/>
                  </a:lnTo>
                  <a:lnTo>
                    <a:pt x="5879428" y="1410311"/>
                  </a:lnTo>
                  <a:lnTo>
                    <a:pt x="5919800" y="1340561"/>
                  </a:lnTo>
                  <a:lnTo>
                    <a:pt x="5960482" y="1268998"/>
                  </a:lnTo>
                  <a:lnTo>
                    <a:pt x="6001384" y="1196195"/>
                  </a:lnTo>
                  <a:lnTo>
                    <a:pt x="6042400" y="1122766"/>
                  </a:lnTo>
                  <a:lnTo>
                    <a:pt x="6083413" y="1049351"/>
                  </a:lnTo>
                  <a:lnTo>
                    <a:pt x="6124308" y="976588"/>
                  </a:lnTo>
                  <a:lnTo>
                    <a:pt x="6164979" y="905089"/>
                  </a:lnTo>
                  <a:lnTo>
                    <a:pt x="6205337" y="835426"/>
                  </a:lnTo>
                  <a:lnTo>
                    <a:pt x="6245319" y="768104"/>
                  </a:lnTo>
                  <a:lnTo>
                    <a:pt x="6284895" y="703554"/>
                  </a:lnTo>
                  <a:lnTo>
                    <a:pt x="6324071" y="642120"/>
                  </a:lnTo>
                  <a:lnTo>
                    <a:pt x="6362899" y="584057"/>
                  </a:lnTo>
                  <a:lnTo>
                    <a:pt x="6401477" y="529527"/>
                  </a:lnTo>
                  <a:lnTo>
                    <a:pt x="6439957" y="478609"/>
                  </a:lnTo>
                  <a:lnTo>
                    <a:pt x="6478547" y="431302"/>
                  </a:lnTo>
                  <a:lnTo>
                    <a:pt x="6515891" y="389284"/>
                  </a:lnTo>
                  <a:lnTo>
                    <a:pt x="6563187" y="341553"/>
                  </a:lnTo>
                  <a:lnTo>
                    <a:pt x="6612132" y="298711"/>
                  </a:lnTo>
                  <a:lnTo>
                    <a:pt x="6663520" y="260495"/>
                  </a:lnTo>
                  <a:lnTo>
                    <a:pt x="6718239" y="226468"/>
                  </a:lnTo>
                  <a:lnTo>
                    <a:pt x="6777186" y="196143"/>
                  </a:lnTo>
                  <a:lnTo>
                    <a:pt x="6841195" y="169054"/>
                  </a:lnTo>
                  <a:lnTo>
                    <a:pt x="6910926" y="144794"/>
                  </a:lnTo>
                  <a:lnTo>
                    <a:pt x="6986729" y="123041"/>
                  </a:lnTo>
                  <a:lnTo>
                    <a:pt x="7068464" y="103565"/>
                  </a:lnTo>
                  <a:lnTo>
                    <a:pt x="7155286" y="86227"/>
                  </a:lnTo>
                  <a:lnTo>
                    <a:pt x="7245444" y="70980"/>
                  </a:lnTo>
                  <a:lnTo>
                    <a:pt x="7336161" y="57842"/>
                  </a:lnTo>
                  <a:lnTo>
                    <a:pt x="7423717" y="46864"/>
                  </a:lnTo>
                  <a:lnTo>
                    <a:pt x="7503821" y="38080"/>
                  </a:lnTo>
                  <a:lnTo>
                    <a:pt x="7572290" y="31456"/>
                  </a:lnTo>
                  <a:lnTo>
                    <a:pt x="7625918" y="26844"/>
                  </a:lnTo>
                  <a:lnTo>
                    <a:pt x="7663266" y="23972"/>
                  </a:lnTo>
                  <a:lnTo>
                    <a:pt x="7685110" y="22462"/>
                  </a:lnTo>
                  <a:lnTo>
                    <a:pt x="7694452" y="21879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0" y="68"/>
                  </a:lnTo>
                  <a:lnTo>
                    <a:pt x="7687066" y="558"/>
                  </a:lnTo>
                  <a:lnTo>
                    <a:pt x="7667191" y="1911"/>
                  </a:lnTo>
                  <a:lnTo>
                    <a:pt x="7632101" y="4569"/>
                  </a:lnTo>
                  <a:lnTo>
                    <a:pt x="7580701" y="8920"/>
                  </a:lnTo>
                  <a:lnTo>
                    <a:pt x="7514140" y="15252"/>
                  </a:lnTo>
                  <a:lnTo>
                    <a:pt x="7435418" y="23731"/>
                  </a:lnTo>
                  <a:lnTo>
                    <a:pt x="7348636" y="34404"/>
                  </a:lnTo>
                  <a:lnTo>
                    <a:pt x="7258117" y="47245"/>
                  </a:lnTo>
                  <a:lnTo>
                    <a:pt x="7167692" y="62201"/>
                  </a:lnTo>
                  <a:lnTo>
                    <a:pt x="7080278" y="79246"/>
                  </a:lnTo>
                  <a:lnTo>
                    <a:pt x="6997765" y="98419"/>
                  </a:lnTo>
                  <a:lnTo>
                    <a:pt x="6921114" y="119843"/>
                  </a:lnTo>
                  <a:lnTo>
                    <a:pt x="6850550" y="143736"/>
                  </a:lnTo>
                  <a:lnTo>
                    <a:pt x="6785778" y="170409"/>
                  </a:lnTo>
                  <a:lnTo>
                    <a:pt x="6726173" y="200257"/>
                  </a:lnTo>
                  <a:lnTo>
                    <a:pt x="6670919" y="233739"/>
                  </a:lnTo>
                  <a:lnTo>
                    <a:pt x="6619122" y="271343"/>
                  </a:lnTo>
                  <a:lnTo>
                    <a:pt x="6569887" y="313519"/>
                  </a:lnTo>
                  <a:lnTo>
                    <a:pt x="6522403" y="360565"/>
                  </a:lnTo>
                  <a:lnTo>
                    <a:pt x="6515891" y="367506"/>
                  </a:lnTo>
                  <a:lnTo>
                    <a:pt x="6476936" y="411421"/>
                  </a:lnTo>
                  <a:lnTo>
                    <a:pt x="6438355" y="458877"/>
                  </a:lnTo>
                  <a:lnTo>
                    <a:pt x="6399876" y="509946"/>
                  </a:lnTo>
                  <a:lnTo>
                    <a:pt x="6361290" y="564625"/>
                  </a:lnTo>
                  <a:lnTo>
                    <a:pt x="6322449" y="622832"/>
                  </a:lnTo>
                  <a:lnTo>
                    <a:pt x="6283257" y="684401"/>
                  </a:lnTo>
                  <a:lnTo>
                    <a:pt x="6243664" y="749074"/>
                  </a:lnTo>
                  <a:lnTo>
                    <a:pt x="6203665" y="816502"/>
                  </a:lnTo>
                  <a:lnTo>
                    <a:pt x="6163292" y="886253"/>
                  </a:lnTo>
                  <a:lnTo>
                    <a:pt x="6122610" y="957816"/>
                  </a:lnTo>
                  <a:lnTo>
                    <a:pt x="6081708" y="1030619"/>
                  </a:lnTo>
                  <a:lnTo>
                    <a:pt x="6040693" y="1104047"/>
                  </a:lnTo>
                  <a:lnTo>
                    <a:pt x="5999680" y="1177462"/>
                  </a:lnTo>
                  <a:lnTo>
                    <a:pt x="5958785" y="1250226"/>
                  </a:lnTo>
                  <a:lnTo>
                    <a:pt x="5918114" y="1321724"/>
                  </a:lnTo>
                  <a:lnTo>
                    <a:pt x="5877756" y="1391388"/>
                  </a:lnTo>
                  <a:lnTo>
                    <a:pt x="5837773" y="1458710"/>
                  </a:lnTo>
                  <a:lnTo>
                    <a:pt x="5798198" y="1523259"/>
                  </a:lnTo>
                  <a:lnTo>
                    <a:pt x="5759021" y="1584693"/>
                  </a:lnTo>
                  <a:lnTo>
                    <a:pt x="5720193" y="1642757"/>
                  </a:lnTo>
                  <a:lnTo>
                    <a:pt x="5681615" y="1697286"/>
                  </a:lnTo>
                  <a:lnTo>
                    <a:pt x="5643136" y="1748204"/>
                  </a:lnTo>
                  <a:lnTo>
                    <a:pt x="5604545" y="1795512"/>
                  </a:lnTo>
                  <a:lnTo>
                    <a:pt x="5567201" y="1837530"/>
                  </a:lnTo>
                  <a:lnTo>
                    <a:pt x="5519905" y="1885261"/>
                  </a:lnTo>
                  <a:lnTo>
                    <a:pt x="5470960" y="1928103"/>
                  </a:lnTo>
                  <a:lnTo>
                    <a:pt x="5419572" y="1966319"/>
                  </a:lnTo>
                  <a:lnTo>
                    <a:pt x="5364854" y="2000345"/>
                  </a:lnTo>
                  <a:lnTo>
                    <a:pt x="5305906" y="2030670"/>
                  </a:lnTo>
                  <a:lnTo>
                    <a:pt x="5241897" y="2057760"/>
                  </a:lnTo>
                  <a:lnTo>
                    <a:pt x="5172167" y="2082019"/>
                  </a:lnTo>
                  <a:lnTo>
                    <a:pt x="5096363" y="2103772"/>
                  </a:lnTo>
                  <a:lnTo>
                    <a:pt x="5014628" y="2123249"/>
                  </a:lnTo>
                  <a:lnTo>
                    <a:pt x="4927806" y="2140586"/>
                  </a:lnTo>
                  <a:lnTo>
                    <a:pt x="4837649" y="2155833"/>
                  </a:lnTo>
                  <a:lnTo>
                    <a:pt x="4746932" y="2168972"/>
                  </a:lnTo>
                  <a:lnTo>
                    <a:pt x="4659375" y="2179950"/>
                  </a:lnTo>
                  <a:lnTo>
                    <a:pt x="4579271" y="2188733"/>
                  </a:lnTo>
                  <a:lnTo>
                    <a:pt x="4510802" y="2195358"/>
                  </a:lnTo>
                  <a:lnTo>
                    <a:pt x="4457174" y="2199970"/>
                  </a:lnTo>
                  <a:lnTo>
                    <a:pt x="4419827" y="2202842"/>
                  </a:lnTo>
                  <a:lnTo>
                    <a:pt x="4397983" y="2204351"/>
                  </a:lnTo>
                  <a:lnTo>
                    <a:pt x="4388640" y="2204934"/>
                  </a:lnTo>
                  <a:lnTo>
                    <a:pt x="4386855" y="2205036"/>
                  </a:lnTo>
                  <a:lnTo>
                    <a:pt x="3848118" y="2205036"/>
                  </a:lnTo>
                  <a:lnTo>
                    <a:pt x="3846883" y="2204975"/>
                  </a:lnTo>
                  <a:lnTo>
                    <a:pt x="3838813" y="2204538"/>
                  </a:lnTo>
                  <a:lnTo>
                    <a:pt x="3818656" y="2203329"/>
                  </a:lnTo>
                  <a:lnTo>
                    <a:pt x="3783099" y="2200957"/>
                  </a:lnTo>
                  <a:lnTo>
                    <a:pt x="3731068" y="2197076"/>
                  </a:lnTo>
                  <a:lnTo>
                    <a:pt x="3663779" y="2191429"/>
                  </a:lnTo>
                  <a:lnTo>
                    <a:pt x="3584321" y="2183875"/>
                  </a:lnTo>
                  <a:lnTo>
                    <a:pt x="3496878" y="2174371"/>
                  </a:lnTo>
                  <a:lnTo>
                    <a:pt x="3405831" y="2162945"/>
                  </a:lnTo>
                  <a:lnTo>
                    <a:pt x="3315034" y="2149642"/>
                  </a:lnTo>
                  <a:lnTo>
                    <a:pt x="3227400" y="2134484"/>
                  </a:lnTo>
                  <a:lnTo>
                    <a:pt x="3144794" y="2117433"/>
                  </a:lnTo>
                  <a:lnTo>
                    <a:pt x="3068142" y="2098373"/>
                  </a:lnTo>
                  <a:lnTo>
                    <a:pt x="2997632" y="2077104"/>
                  </a:lnTo>
                  <a:lnTo>
                    <a:pt x="2932939" y="2053345"/>
                  </a:lnTo>
                  <a:lnTo>
                    <a:pt x="2873406" y="2026737"/>
                  </a:lnTo>
                  <a:lnTo>
                    <a:pt x="2818198" y="1996867"/>
                  </a:lnTo>
                  <a:lnTo>
                    <a:pt x="2766401" y="1963300"/>
                  </a:lnTo>
                  <a:lnTo>
                    <a:pt x="2717114" y="1925640"/>
                  </a:lnTo>
                  <a:lnTo>
                    <a:pt x="2669524" y="1883645"/>
                  </a:lnTo>
                  <a:lnTo>
                    <a:pt x="2667772" y="1881993"/>
                  </a:lnTo>
                  <a:lnTo>
                    <a:pt x="2627087" y="1841594"/>
                  </a:lnTo>
                  <a:lnTo>
                    <a:pt x="2586795" y="1797792"/>
                  </a:lnTo>
                  <a:lnTo>
                    <a:pt x="2546592" y="1750524"/>
                  </a:lnTo>
                  <a:lnTo>
                    <a:pt x="2506247" y="1699798"/>
                  </a:lnTo>
                  <a:lnTo>
                    <a:pt x="2465602" y="1645710"/>
                  </a:lnTo>
                  <a:lnTo>
                    <a:pt x="2424558" y="1588446"/>
                  </a:lnTo>
                  <a:lnTo>
                    <a:pt x="2383070" y="1528286"/>
                  </a:lnTo>
                  <a:lnTo>
                    <a:pt x="2341147" y="1465604"/>
                  </a:lnTo>
                  <a:lnTo>
                    <a:pt x="2298837" y="1400863"/>
                  </a:lnTo>
                  <a:lnTo>
                    <a:pt x="2256227" y="1334597"/>
                  </a:lnTo>
                  <a:lnTo>
                    <a:pt x="2213426" y="1267402"/>
                  </a:lnTo>
                  <a:lnTo>
                    <a:pt x="2170564" y="1199907"/>
                  </a:lnTo>
                  <a:lnTo>
                    <a:pt x="2127772" y="1132754"/>
                  </a:lnTo>
                  <a:lnTo>
                    <a:pt x="2085178" y="1066573"/>
                  </a:lnTo>
                  <a:lnTo>
                    <a:pt x="2042892" y="1001953"/>
                  </a:lnTo>
                  <a:lnTo>
                    <a:pt x="2000997" y="939427"/>
                  </a:lnTo>
                  <a:lnTo>
                    <a:pt x="1959539" y="879449"/>
                  </a:lnTo>
                  <a:lnTo>
                    <a:pt x="1918523" y="822390"/>
                  </a:lnTo>
                  <a:lnTo>
                    <a:pt x="1877902" y="768522"/>
                  </a:lnTo>
                  <a:lnTo>
                    <a:pt x="1837573" y="718025"/>
                  </a:lnTo>
                  <a:lnTo>
                    <a:pt x="1797372" y="670989"/>
                  </a:lnTo>
                  <a:lnTo>
                    <a:pt x="1757064" y="627418"/>
                  </a:lnTo>
                  <a:lnTo>
                    <a:pt x="1719082" y="589824"/>
                  </a:lnTo>
                  <a:lnTo>
                    <a:pt x="1671542" y="547666"/>
                  </a:lnTo>
                  <a:lnTo>
                    <a:pt x="1622332" y="509848"/>
                  </a:lnTo>
                  <a:lnTo>
                    <a:pt x="1570645" y="476134"/>
                  </a:lnTo>
                  <a:lnTo>
                    <a:pt x="1515581" y="446134"/>
                  </a:lnTo>
                  <a:lnTo>
                    <a:pt x="1456225" y="419412"/>
                  </a:lnTo>
                  <a:lnTo>
                    <a:pt x="1391738" y="395553"/>
                  </a:lnTo>
                  <a:lnTo>
                    <a:pt x="1321454" y="374197"/>
                  </a:lnTo>
                  <a:lnTo>
                    <a:pt x="1245031" y="355059"/>
                  </a:lnTo>
                  <a:lnTo>
                    <a:pt x="1162636" y="337935"/>
                  </a:lnTo>
                  <a:lnTo>
                    <a:pt x="1075162" y="322707"/>
                  </a:lnTo>
                  <a:lnTo>
                    <a:pt x="984438" y="309336"/>
                  </a:lnTo>
                  <a:lnTo>
                    <a:pt x="893336" y="297839"/>
                  </a:lnTo>
                  <a:lnTo>
                    <a:pt x="805681" y="288262"/>
                  </a:lnTo>
                  <a:lnTo>
                    <a:pt x="725846" y="280635"/>
                  </a:lnTo>
                  <a:lnTo>
                    <a:pt x="658038" y="274920"/>
                  </a:lnTo>
                  <a:lnTo>
                    <a:pt x="605402" y="270976"/>
                  </a:lnTo>
                  <a:lnTo>
                    <a:pt x="569235" y="268554"/>
                  </a:lnTo>
                  <a:lnTo>
                    <a:pt x="548550" y="267309"/>
                  </a:lnTo>
                  <a:lnTo>
                    <a:pt x="540112" y="266850"/>
                  </a:lnTo>
                  <a:lnTo>
                    <a:pt x="538736" y="266782"/>
                  </a:lnTo>
                  <a:lnTo>
                    <a:pt x="0" y="266782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38" name="pl738"/>
            <p:cNvSpPr/>
            <p:nvPr/>
          </p:nvSpPr>
          <p:spPr>
            <a:xfrm>
              <a:off x="546595" y="2117035"/>
              <a:ext cx="8234974" cy="2205036"/>
            </a:xfrm>
            <a:custGeom>
              <a:avLst/>
              <a:pathLst>
                <a:path w="8234974" h="2205036">
                  <a:moveTo>
                    <a:pt x="0" y="266782"/>
                  </a:moveTo>
                  <a:lnTo>
                    <a:pt x="538736" y="266782"/>
                  </a:lnTo>
                  <a:lnTo>
                    <a:pt x="539972" y="266843"/>
                  </a:lnTo>
                  <a:lnTo>
                    <a:pt x="548042" y="267280"/>
                  </a:lnTo>
                  <a:lnTo>
                    <a:pt x="568198" y="268488"/>
                  </a:lnTo>
                  <a:lnTo>
                    <a:pt x="603756" y="270860"/>
                  </a:lnTo>
                  <a:lnTo>
                    <a:pt x="655787" y="274742"/>
                  </a:lnTo>
                  <a:lnTo>
                    <a:pt x="723076" y="280388"/>
                  </a:lnTo>
                  <a:lnTo>
                    <a:pt x="802533" y="287943"/>
                  </a:lnTo>
                  <a:lnTo>
                    <a:pt x="889977" y="297446"/>
                  </a:lnTo>
                  <a:lnTo>
                    <a:pt x="981024" y="308873"/>
                  </a:lnTo>
                  <a:lnTo>
                    <a:pt x="1071821" y="322175"/>
                  </a:lnTo>
                  <a:lnTo>
                    <a:pt x="1159455" y="337333"/>
                  </a:lnTo>
                  <a:lnTo>
                    <a:pt x="1242060" y="354385"/>
                  </a:lnTo>
                  <a:lnTo>
                    <a:pt x="1318713" y="373445"/>
                  </a:lnTo>
                  <a:lnTo>
                    <a:pt x="1389222" y="394713"/>
                  </a:lnTo>
                  <a:lnTo>
                    <a:pt x="1453916" y="418472"/>
                  </a:lnTo>
                  <a:lnTo>
                    <a:pt x="1513448" y="445080"/>
                  </a:lnTo>
                  <a:lnTo>
                    <a:pt x="1568657" y="474950"/>
                  </a:lnTo>
                  <a:lnTo>
                    <a:pt x="1620453" y="508518"/>
                  </a:lnTo>
                  <a:lnTo>
                    <a:pt x="1669740" y="546177"/>
                  </a:lnTo>
                  <a:lnTo>
                    <a:pt x="1717330" y="588173"/>
                  </a:lnTo>
                  <a:lnTo>
                    <a:pt x="1719082" y="589824"/>
                  </a:lnTo>
                  <a:lnTo>
                    <a:pt x="1759768" y="630224"/>
                  </a:lnTo>
                  <a:lnTo>
                    <a:pt x="1800059" y="674025"/>
                  </a:lnTo>
                  <a:lnTo>
                    <a:pt x="1840263" y="721294"/>
                  </a:lnTo>
                  <a:lnTo>
                    <a:pt x="1880607" y="772019"/>
                  </a:lnTo>
                  <a:lnTo>
                    <a:pt x="1921252" y="826107"/>
                  </a:lnTo>
                  <a:lnTo>
                    <a:pt x="1962297" y="883372"/>
                  </a:lnTo>
                  <a:lnTo>
                    <a:pt x="2003784" y="943532"/>
                  </a:lnTo>
                  <a:lnTo>
                    <a:pt x="2045708" y="1006213"/>
                  </a:lnTo>
                  <a:lnTo>
                    <a:pt x="2088017" y="1070955"/>
                  </a:lnTo>
                  <a:lnTo>
                    <a:pt x="2130628" y="1137220"/>
                  </a:lnTo>
                  <a:lnTo>
                    <a:pt x="2173428" y="1204416"/>
                  </a:lnTo>
                  <a:lnTo>
                    <a:pt x="2216291" y="1271910"/>
                  </a:lnTo>
                  <a:lnTo>
                    <a:pt x="2259083" y="1339063"/>
                  </a:lnTo>
                  <a:lnTo>
                    <a:pt x="2301676" y="1405245"/>
                  </a:lnTo>
                  <a:lnTo>
                    <a:pt x="2343962" y="1469865"/>
                  </a:lnTo>
                  <a:lnTo>
                    <a:pt x="2385858" y="1532391"/>
                  </a:lnTo>
                  <a:lnTo>
                    <a:pt x="2427315" y="1592368"/>
                  </a:lnTo>
                  <a:lnTo>
                    <a:pt x="2468331" y="1649428"/>
                  </a:lnTo>
                  <a:lnTo>
                    <a:pt x="2508952" y="1703296"/>
                  </a:lnTo>
                  <a:lnTo>
                    <a:pt x="2549281" y="1753792"/>
                  </a:lnTo>
                  <a:lnTo>
                    <a:pt x="2589483" y="1800828"/>
                  </a:lnTo>
                  <a:lnTo>
                    <a:pt x="2629790" y="1844400"/>
                  </a:lnTo>
                  <a:lnTo>
                    <a:pt x="2667772" y="1881993"/>
                  </a:lnTo>
                  <a:lnTo>
                    <a:pt x="2715312" y="1924152"/>
                  </a:lnTo>
                  <a:lnTo>
                    <a:pt x="2764522" y="1961970"/>
                  </a:lnTo>
                  <a:lnTo>
                    <a:pt x="2816209" y="1995683"/>
                  </a:lnTo>
                  <a:lnTo>
                    <a:pt x="2871274" y="2025684"/>
                  </a:lnTo>
                  <a:lnTo>
                    <a:pt x="2930629" y="2052406"/>
                  </a:lnTo>
                  <a:lnTo>
                    <a:pt x="2995117" y="2076265"/>
                  </a:lnTo>
                  <a:lnTo>
                    <a:pt x="3065401" y="2097620"/>
                  </a:lnTo>
                  <a:lnTo>
                    <a:pt x="3141824" y="2116758"/>
                  </a:lnTo>
                  <a:lnTo>
                    <a:pt x="3224219" y="2133882"/>
                  </a:lnTo>
                  <a:lnTo>
                    <a:pt x="3311692" y="2149110"/>
                  </a:lnTo>
                  <a:lnTo>
                    <a:pt x="3402417" y="2162482"/>
                  </a:lnTo>
                  <a:lnTo>
                    <a:pt x="3493519" y="2173979"/>
                  </a:lnTo>
                  <a:lnTo>
                    <a:pt x="3581174" y="2183555"/>
                  </a:lnTo>
                  <a:lnTo>
                    <a:pt x="3661009" y="2191182"/>
                  </a:lnTo>
                  <a:lnTo>
                    <a:pt x="3728817" y="2196898"/>
                  </a:lnTo>
                  <a:lnTo>
                    <a:pt x="3781452" y="2200841"/>
                  </a:lnTo>
                  <a:lnTo>
                    <a:pt x="3817620" y="2203264"/>
                  </a:lnTo>
                  <a:lnTo>
                    <a:pt x="3838304" y="2204509"/>
                  </a:lnTo>
                  <a:lnTo>
                    <a:pt x="3846742" y="2204968"/>
                  </a:lnTo>
                  <a:lnTo>
                    <a:pt x="3848118" y="2205036"/>
                  </a:lnTo>
                  <a:lnTo>
                    <a:pt x="3848118" y="2205036"/>
                  </a:lnTo>
                  <a:lnTo>
                    <a:pt x="4386855" y="2205036"/>
                  </a:lnTo>
                  <a:lnTo>
                    <a:pt x="4388072" y="2204967"/>
                  </a:lnTo>
                  <a:lnTo>
                    <a:pt x="4396026" y="2204478"/>
                  </a:lnTo>
                  <a:lnTo>
                    <a:pt x="4415902" y="2203124"/>
                  </a:lnTo>
                  <a:lnTo>
                    <a:pt x="4450991" y="2200466"/>
                  </a:lnTo>
                  <a:lnTo>
                    <a:pt x="4502391" y="2196116"/>
                  </a:lnTo>
                  <a:lnTo>
                    <a:pt x="4568953" y="2189783"/>
                  </a:lnTo>
                  <a:lnTo>
                    <a:pt x="4647675" y="2181305"/>
                  </a:lnTo>
                  <a:lnTo>
                    <a:pt x="4734457" y="2170631"/>
                  </a:lnTo>
                  <a:lnTo>
                    <a:pt x="4824975" y="2157790"/>
                  </a:lnTo>
                  <a:lnTo>
                    <a:pt x="4915400" y="2142835"/>
                  </a:lnTo>
                  <a:lnTo>
                    <a:pt x="5002814" y="2125789"/>
                  </a:lnTo>
                  <a:lnTo>
                    <a:pt x="5085327" y="2106616"/>
                  </a:lnTo>
                  <a:lnTo>
                    <a:pt x="5161978" y="2085192"/>
                  </a:lnTo>
                  <a:lnTo>
                    <a:pt x="5232543" y="2061299"/>
                  </a:lnTo>
                  <a:lnTo>
                    <a:pt x="5297314" y="2034626"/>
                  </a:lnTo>
                  <a:lnTo>
                    <a:pt x="5356919" y="2004779"/>
                  </a:lnTo>
                  <a:lnTo>
                    <a:pt x="5412173" y="1971297"/>
                  </a:lnTo>
                  <a:lnTo>
                    <a:pt x="5463971" y="1933692"/>
                  </a:lnTo>
                  <a:lnTo>
                    <a:pt x="5513205" y="1891516"/>
                  </a:lnTo>
                  <a:lnTo>
                    <a:pt x="5560689" y="1844470"/>
                  </a:lnTo>
                  <a:lnTo>
                    <a:pt x="5567201" y="1837530"/>
                  </a:lnTo>
                  <a:lnTo>
                    <a:pt x="5606157" y="1793615"/>
                  </a:lnTo>
                  <a:lnTo>
                    <a:pt x="5644737" y="1746158"/>
                  </a:lnTo>
                  <a:lnTo>
                    <a:pt x="5683217" y="1695089"/>
                  </a:lnTo>
                  <a:lnTo>
                    <a:pt x="5721803" y="1640411"/>
                  </a:lnTo>
                  <a:lnTo>
                    <a:pt x="5760644" y="1582203"/>
                  </a:lnTo>
                  <a:lnTo>
                    <a:pt x="5799836" y="1520634"/>
                  </a:lnTo>
                  <a:lnTo>
                    <a:pt x="5839429" y="1455961"/>
                  </a:lnTo>
                  <a:lnTo>
                    <a:pt x="5879428" y="1388533"/>
                  </a:lnTo>
                  <a:lnTo>
                    <a:pt x="5919800" y="1318783"/>
                  </a:lnTo>
                  <a:lnTo>
                    <a:pt x="5960482" y="1247220"/>
                  </a:lnTo>
                  <a:lnTo>
                    <a:pt x="6001384" y="1174416"/>
                  </a:lnTo>
                  <a:lnTo>
                    <a:pt x="6042400" y="1100988"/>
                  </a:lnTo>
                  <a:lnTo>
                    <a:pt x="6083413" y="1027573"/>
                  </a:lnTo>
                  <a:lnTo>
                    <a:pt x="6124308" y="954809"/>
                  </a:lnTo>
                  <a:lnTo>
                    <a:pt x="6164979" y="883311"/>
                  </a:lnTo>
                  <a:lnTo>
                    <a:pt x="6205337" y="813647"/>
                  </a:lnTo>
                  <a:lnTo>
                    <a:pt x="6245319" y="746326"/>
                  </a:lnTo>
                  <a:lnTo>
                    <a:pt x="6284895" y="681776"/>
                  </a:lnTo>
                  <a:lnTo>
                    <a:pt x="6324071" y="620342"/>
                  </a:lnTo>
                  <a:lnTo>
                    <a:pt x="6362899" y="562279"/>
                  </a:lnTo>
                  <a:lnTo>
                    <a:pt x="6401477" y="507749"/>
                  </a:lnTo>
                  <a:lnTo>
                    <a:pt x="6439957" y="456831"/>
                  </a:lnTo>
                  <a:lnTo>
                    <a:pt x="6478547" y="409524"/>
                  </a:lnTo>
                  <a:lnTo>
                    <a:pt x="6515891" y="367506"/>
                  </a:lnTo>
                  <a:lnTo>
                    <a:pt x="6563187" y="319775"/>
                  </a:lnTo>
                  <a:lnTo>
                    <a:pt x="6612132" y="276933"/>
                  </a:lnTo>
                  <a:lnTo>
                    <a:pt x="6663520" y="238717"/>
                  </a:lnTo>
                  <a:lnTo>
                    <a:pt x="6718239" y="204690"/>
                  </a:lnTo>
                  <a:lnTo>
                    <a:pt x="6777186" y="174365"/>
                  </a:lnTo>
                  <a:lnTo>
                    <a:pt x="6841195" y="147275"/>
                  </a:lnTo>
                  <a:lnTo>
                    <a:pt x="6910926" y="123016"/>
                  </a:lnTo>
                  <a:lnTo>
                    <a:pt x="6986729" y="101263"/>
                  </a:lnTo>
                  <a:lnTo>
                    <a:pt x="7068464" y="81786"/>
                  </a:lnTo>
                  <a:lnTo>
                    <a:pt x="7155286" y="64449"/>
                  </a:lnTo>
                  <a:lnTo>
                    <a:pt x="7245444" y="49202"/>
                  </a:lnTo>
                  <a:lnTo>
                    <a:pt x="7336161" y="36064"/>
                  </a:lnTo>
                  <a:lnTo>
                    <a:pt x="7423717" y="25085"/>
                  </a:lnTo>
                  <a:lnTo>
                    <a:pt x="7503821" y="16302"/>
                  </a:lnTo>
                  <a:lnTo>
                    <a:pt x="7572290" y="9678"/>
                  </a:lnTo>
                  <a:lnTo>
                    <a:pt x="7625918" y="5066"/>
                  </a:lnTo>
                  <a:lnTo>
                    <a:pt x="7663266" y="2194"/>
                  </a:lnTo>
                  <a:lnTo>
                    <a:pt x="7685110" y="684"/>
                  </a:lnTo>
                  <a:lnTo>
                    <a:pt x="7694452" y="101"/>
                  </a:lnTo>
                  <a:lnTo>
                    <a:pt x="7696234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9" name="pl739"/>
            <p:cNvSpPr/>
            <p:nvPr/>
          </p:nvSpPr>
          <p:spPr>
            <a:xfrm>
              <a:off x="546595" y="2095257"/>
              <a:ext cx="8234974" cy="2205036"/>
            </a:xfrm>
            <a:custGeom>
              <a:avLst/>
              <a:pathLst>
                <a:path w="8234974" h="2205036">
                  <a:moveTo>
                    <a:pt x="8234974" y="0"/>
                  </a:moveTo>
                  <a:lnTo>
                    <a:pt x="7696237" y="0"/>
                  </a:lnTo>
                  <a:lnTo>
                    <a:pt x="7695020" y="68"/>
                  </a:lnTo>
                  <a:lnTo>
                    <a:pt x="7687066" y="558"/>
                  </a:lnTo>
                  <a:lnTo>
                    <a:pt x="7667191" y="1911"/>
                  </a:lnTo>
                  <a:lnTo>
                    <a:pt x="7632101" y="4569"/>
                  </a:lnTo>
                  <a:lnTo>
                    <a:pt x="7580701" y="8920"/>
                  </a:lnTo>
                  <a:lnTo>
                    <a:pt x="7514140" y="15252"/>
                  </a:lnTo>
                  <a:lnTo>
                    <a:pt x="7435418" y="23731"/>
                  </a:lnTo>
                  <a:lnTo>
                    <a:pt x="7348636" y="34404"/>
                  </a:lnTo>
                  <a:lnTo>
                    <a:pt x="7258117" y="47245"/>
                  </a:lnTo>
                  <a:lnTo>
                    <a:pt x="7167692" y="62201"/>
                  </a:lnTo>
                  <a:lnTo>
                    <a:pt x="7080278" y="79246"/>
                  </a:lnTo>
                  <a:lnTo>
                    <a:pt x="6997765" y="98419"/>
                  </a:lnTo>
                  <a:lnTo>
                    <a:pt x="6921114" y="119843"/>
                  </a:lnTo>
                  <a:lnTo>
                    <a:pt x="6850550" y="143736"/>
                  </a:lnTo>
                  <a:lnTo>
                    <a:pt x="6785778" y="170409"/>
                  </a:lnTo>
                  <a:lnTo>
                    <a:pt x="6726173" y="200257"/>
                  </a:lnTo>
                  <a:lnTo>
                    <a:pt x="6670919" y="233739"/>
                  </a:lnTo>
                  <a:lnTo>
                    <a:pt x="6619122" y="271343"/>
                  </a:lnTo>
                  <a:lnTo>
                    <a:pt x="6569887" y="313519"/>
                  </a:lnTo>
                  <a:lnTo>
                    <a:pt x="6522403" y="360565"/>
                  </a:lnTo>
                  <a:lnTo>
                    <a:pt x="6515891" y="367506"/>
                  </a:lnTo>
                  <a:lnTo>
                    <a:pt x="6476936" y="411421"/>
                  </a:lnTo>
                  <a:lnTo>
                    <a:pt x="6438355" y="458877"/>
                  </a:lnTo>
                  <a:lnTo>
                    <a:pt x="6399876" y="509946"/>
                  </a:lnTo>
                  <a:lnTo>
                    <a:pt x="6361290" y="564625"/>
                  </a:lnTo>
                  <a:lnTo>
                    <a:pt x="6322449" y="622832"/>
                  </a:lnTo>
                  <a:lnTo>
                    <a:pt x="6283257" y="684401"/>
                  </a:lnTo>
                  <a:lnTo>
                    <a:pt x="6243664" y="749074"/>
                  </a:lnTo>
                  <a:lnTo>
                    <a:pt x="6203665" y="816502"/>
                  </a:lnTo>
                  <a:lnTo>
                    <a:pt x="6163292" y="886253"/>
                  </a:lnTo>
                  <a:lnTo>
                    <a:pt x="6122610" y="957816"/>
                  </a:lnTo>
                  <a:lnTo>
                    <a:pt x="6081708" y="1030619"/>
                  </a:lnTo>
                  <a:lnTo>
                    <a:pt x="6040693" y="1104047"/>
                  </a:lnTo>
                  <a:lnTo>
                    <a:pt x="5999680" y="1177462"/>
                  </a:lnTo>
                  <a:lnTo>
                    <a:pt x="5958785" y="1250226"/>
                  </a:lnTo>
                  <a:lnTo>
                    <a:pt x="5918114" y="1321724"/>
                  </a:lnTo>
                  <a:lnTo>
                    <a:pt x="5877756" y="1391388"/>
                  </a:lnTo>
                  <a:lnTo>
                    <a:pt x="5837773" y="1458710"/>
                  </a:lnTo>
                  <a:lnTo>
                    <a:pt x="5798198" y="1523259"/>
                  </a:lnTo>
                  <a:lnTo>
                    <a:pt x="5759021" y="1584693"/>
                  </a:lnTo>
                  <a:lnTo>
                    <a:pt x="5720193" y="1642757"/>
                  </a:lnTo>
                  <a:lnTo>
                    <a:pt x="5681615" y="1697286"/>
                  </a:lnTo>
                  <a:lnTo>
                    <a:pt x="5643136" y="1748204"/>
                  </a:lnTo>
                  <a:lnTo>
                    <a:pt x="5604545" y="1795512"/>
                  </a:lnTo>
                  <a:lnTo>
                    <a:pt x="5567201" y="1837530"/>
                  </a:lnTo>
                  <a:lnTo>
                    <a:pt x="5519905" y="1885261"/>
                  </a:lnTo>
                  <a:lnTo>
                    <a:pt x="5470960" y="1928103"/>
                  </a:lnTo>
                  <a:lnTo>
                    <a:pt x="5419572" y="1966319"/>
                  </a:lnTo>
                  <a:lnTo>
                    <a:pt x="5364854" y="2000345"/>
                  </a:lnTo>
                  <a:lnTo>
                    <a:pt x="5305906" y="2030670"/>
                  </a:lnTo>
                  <a:lnTo>
                    <a:pt x="5241897" y="2057760"/>
                  </a:lnTo>
                  <a:lnTo>
                    <a:pt x="5172167" y="2082019"/>
                  </a:lnTo>
                  <a:lnTo>
                    <a:pt x="5096363" y="2103772"/>
                  </a:lnTo>
                  <a:lnTo>
                    <a:pt x="5014628" y="2123249"/>
                  </a:lnTo>
                  <a:lnTo>
                    <a:pt x="4927806" y="2140586"/>
                  </a:lnTo>
                  <a:lnTo>
                    <a:pt x="4837649" y="2155833"/>
                  </a:lnTo>
                  <a:lnTo>
                    <a:pt x="4746932" y="2168972"/>
                  </a:lnTo>
                  <a:lnTo>
                    <a:pt x="4659375" y="2179950"/>
                  </a:lnTo>
                  <a:lnTo>
                    <a:pt x="4579271" y="2188733"/>
                  </a:lnTo>
                  <a:lnTo>
                    <a:pt x="4510802" y="2195358"/>
                  </a:lnTo>
                  <a:lnTo>
                    <a:pt x="4457174" y="2199970"/>
                  </a:lnTo>
                  <a:lnTo>
                    <a:pt x="4419827" y="2202842"/>
                  </a:lnTo>
                  <a:lnTo>
                    <a:pt x="4397983" y="2204351"/>
                  </a:lnTo>
                  <a:lnTo>
                    <a:pt x="4388640" y="2204934"/>
                  </a:lnTo>
                  <a:lnTo>
                    <a:pt x="4386859" y="2205036"/>
                  </a:lnTo>
                  <a:lnTo>
                    <a:pt x="4386855" y="2205036"/>
                  </a:lnTo>
                  <a:lnTo>
                    <a:pt x="3848118" y="2205036"/>
                  </a:lnTo>
                  <a:lnTo>
                    <a:pt x="3846883" y="2204975"/>
                  </a:lnTo>
                  <a:lnTo>
                    <a:pt x="3838813" y="2204538"/>
                  </a:lnTo>
                  <a:lnTo>
                    <a:pt x="3818656" y="2203329"/>
                  </a:lnTo>
                  <a:lnTo>
                    <a:pt x="3783099" y="2200957"/>
                  </a:lnTo>
                  <a:lnTo>
                    <a:pt x="3731068" y="2197076"/>
                  </a:lnTo>
                  <a:lnTo>
                    <a:pt x="3663779" y="2191429"/>
                  </a:lnTo>
                  <a:lnTo>
                    <a:pt x="3584321" y="2183875"/>
                  </a:lnTo>
                  <a:lnTo>
                    <a:pt x="3496878" y="2174371"/>
                  </a:lnTo>
                  <a:lnTo>
                    <a:pt x="3405831" y="2162945"/>
                  </a:lnTo>
                  <a:lnTo>
                    <a:pt x="3315034" y="2149642"/>
                  </a:lnTo>
                  <a:lnTo>
                    <a:pt x="3227400" y="2134484"/>
                  </a:lnTo>
                  <a:lnTo>
                    <a:pt x="3144794" y="2117433"/>
                  </a:lnTo>
                  <a:lnTo>
                    <a:pt x="3068142" y="2098373"/>
                  </a:lnTo>
                  <a:lnTo>
                    <a:pt x="2997632" y="2077104"/>
                  </a:lnTo>
                  <a:lnTo>
                    <a:pt x="2932939" y="2053345"/>
                  </a:lnTo>
                  <a:lnTo>
                    <a:pt x="2873406" y="2026737"/>
                  </a:lnTo>
                  <a:lnTo>
                    <a:pt x="2818198" y="1996867"/>
                  </a:lnTo>
                  <a:lnTo>
                    <a:pt x="2766401" y="1963300"/>
                  </a:lnTo>
                  <a:lnTo>
                    <a:pt x="2717114" y="1925640"/>
                  </a:lnTo>
                  <a:lnTo>
                    <a:pt x="2669524" y="1883645"/>
                  </a:lnTo>
                  <a:lnTo>
                    <a:pt x="2667772" y="1881993"/>
                  </a:lnTo>
                  <a:lnTo>
                    <a:pt x="2627087" y="1841594"/>
                  </a:lnTo>
                  <a:lnTo>
                    <a:pt x="2586795" y="1797792"/>
                  </a:lnTo>
                  <a:lnTo>
                    <a:pt x="2546592" y="1750524"/>
                  </a:lnTo>
                  <a:lnTo>
                    <a:pt x="2506247" y="1699798"/>
                  </a:lnTo>
                  <a:lnTo>
                    <a:pt x="2465602" y="1645710"/>
                  </a:lnTo>
                  <a:lnTo>
                    <a:pt x="2424558" y="1588446"/>
                  </a:lnTo>
                  <a:lnTo>
                    <a:pt x="2383070" y="1528286"/>
                  </a:lnTo>
                  <a:lnTo>
                    <a:pt x="2341147" y="1465604"/>
                  </a:lnTo>
                  <a:lnTo>
                    <a:pt x="2298837" y="1400863"/>
                  </a:lnTo>
                  <a:lnTo>
                    <a:pt x="2256227" y="1334597"/>
                  </a:lnTo>
                  <a:lnTo>
                    <a:pt x="2213426" y="1267402"/>
                  </a:lnTo>
                  <a:lnTo>
                    <a:pt x="2170564" y="1199907"/>
                  </a:lnTo>
                  <a:lnTo>
                    <a:pt x="2127772" y="1132754"/>
                  </a:lnTo>
                  <a:lnTo>
                    <a:pt x="2085178" y="1066573"/>
                  </a:lnTo>
                  <a:lnTo>
                    <a:pt x="2042892" y="1001953"/>
                  </a:lnTo>
                  <a:lnTo>
                    <a:pt x="2000997" y="939427"/>
                  </a:lnTo>
                  <a:lnTo>
                    <a:pt x="1959539" y="879449"/>
                  </a:lnTo>
                  <a:lnTo>
                    <a:pt x="1918523" y="822390"/>
                  </a:lnTo>
                  <a:lnTo>
                    <a:pt x="1877902" y="768522"/>
                  </a:lnTo>
                  <a:lnTo>
                    <a:pt x="1837573" y="718025"/>
                  </a:lnTo>
                  <a:lnTo>
                    <a:pt x="1797372" y="670989"/>
                  </a:lnTo>
                  <a:lnTo>
                    <a:pt x="1757064" y="627418"/>
                  </a:lnTo>
                  <a:lnTo>
                    <a:pt x="1719082" y="589824"/>
                  </a:lnTo>
                  <a:lnTo>
                    <a:pt x="1671542" y="547666"/>
                  </a:lnTo>
                  <a:lnTo>
                    <a:pt x="1622332" y="509848"/>
                  </a:lnTo>
                  <a:lnTo>
                    <a:pt x="1570645" y="476134"/>
                  </a:lnTo>
                  <a:lnTo>
                    <a:pt x="1515581" y="446134"/>
                  </a:lnTo>
                  <a:lnTo>
                    <a:pt x="1456225" y="419412"/>
                  </a:lnTo>
                  <a:lnTo>
                    <a:pt x="1391738" y="395553"/>
                  </a:lnTo>
                  <a:lnTo>
                    <a:pt x="1321454" y="374197"/>
                  </a:lnTo>
                  <a:lnTo>
                    <a:pt x="1245031" y="355059"/>
                  </a:lnTo>
                  <a:lnTo>
                    <a:pt x="1162636" y="337935"/>
                  </a:lnTo>
                  <a:lnTo>
                    <a:pt x="1075162" y="322707"/>
                  </a:lnTo>
                  <a:lnTo>
                    <a:pt x="984438" y="309336"/>
                  </a:lnTo>
                  <a:lnTo>
                    <a:pt x="893336" y="297839"/>
                  </a:lnTo>
                  <a:lnTo>
                    <a:pt x="805681" y="288262"/>
                  </a:lnTo>
                  <a:lnTo>
                    <a:pt x="725846" y="280635"/>
                  </a:lnTo>
                  <a:lnTo>
                    <a:pt x="658038" y="274920"/>
                  </a:lnTo>
                  <a:lnTo>
                    <a:pt x="605402" y="270976"/>
                  </a:lnTo>
                  <a:lnTo>
                    <a:pt x="569235" y="268554"/>
                  </a:lnTo>
                  <a:lnTo>
                    <a:pt x="548550" y="267309"/>
                  </a:lnTo>
                  <a:lnTo>
                    <a:pt x="540112" y="266850"/>
                  </a:lnTo>
                  <a:lnTo>
                    <a:pt x="538736" y="266782"/>
                  </a:lnTo>
                  <a:lnTo>
                    <a:pt x="538736" y="266782"/>
                  </a:lnTo>
                  <a:lnTo>
                    <a:pt x="0" y="266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0" name="pg740"/>
            <p:cNvSpPr/>
            <p:nvPr/>
          </p:nvSpPr>
          <p:spPr>
            <a:xfrm>
              <a:off x="546595" y="2383817"/>
              <a:ext cx="8234974" cy="1960032"/>
            </a:xfrm>
            <a:custGeom>
              <a:avLst/>
              <a:pathLst>
                <a:path w="8234974" h="1960032">
                  <a:moveTo>
                    <a:pt x="0" y="5444"/>
                  </a:moveTo>
                  <a:lnTo>
                    <a:pt x="538736" y="5444"/>
                  </a:lnTo>
                  <a:lnTo>
                    <a:pt x="539971" y="5506"/>
                  </a:lnTo>
                  <a:lnTo>
                    <a:pt x="548034" y="5946"/>
                  </a:lnTo>
                  <a:lnTo>
                    <a:pt x="568174" y="7163"/>
                  </a:lnTo>
                  <a:lnTo>
                    <a:pt x="603704" y="9554"/>
                  </a:lnTo>
                  <a:lnTo>
                    <a:pt x="655698" y="13464"/>
                  </a:lnTo>
                  <a:lnTo>
                    <a:pt x="722945" y="19153"/>
                  </a:lnTo>
                  <a:lnTo>
                    <a:pt x="802360" y="26766"/>
                  </a:lnTo>
                  <a:lnTo>
                    <a:pt x="889765" y="36342"/>
                  </a:lnTo>
                  <a:lnTo>
                    <a:pt x="980781" y="47857"/>
                  </a:lnTo>
                  <a:lnTo>
                    <a:pt x="1071557" y="61262"/>
                  </a:lnTo>
                  <a:lnTo>
                    <a:pt x="1159178" y="76538"/>
                  </a:lnTo>
                  <a:lnTo>
                    <a:pt x="1241779" y="93721"/>
                  </a:lnTo>
                  <a:lnTo>
                    <a:pt x="1318431" y="112928"/>
                  </a:lnTo>
                  <a:lnTo>
                    <a:pt x="1388944" y="134360"/>
                  </a:lnTo>
                  <a:lnTo>
                    <a:pt x="1453642" y="158301"/>
                  </a:lnTo>
                  <a:lnTo>
                    <a:pt x="1513178" y="185111"/>
                  </a:lnTo>
                  <a:lnTo>
                    <a:pt x="1568390" y="215207"/>
                  </a:lnTo>
                  <a:lnTo>
                    <a:pt x="1620186" y="249027"/>
                  </a:lnTo>
                  <a:lnTo>
                    <a:pt x="1669470" y="286969"/>
                  </a:lnTo>
                  <a:lnTo>
                    <a:pt x="1717054" y="329281"/>
                  </a:lnTo>
                  <a:lnTo>
                    <a:pt x="1719082" y="331209"/>
                  </a:lnTo>
                  <a:lnTo>
                    <a:pt x="1759658" y="371833"/>
                  </a:lnTo>
                  <a:lnTo>
                    <a:pt x="1799840" y="415869"/>
                  </a:lnTo>
                  <a:lnTo>
                    <a:pt x="1839933" y="463381"/>
                  </a:lnTo>
                  <a:lnTo>
                    <a:pt x="1880165" y="514362"/>
                  </a:lnTo>
                  <a:lnTo>
                    <a:pt x="1920695" y="568716"/>
                  </a:lnTo>
                  <a:lnTo>
                    <a:pt x="1961621" y="626259"/>
                  </a:lnTo>
                  <a:lnTo>
                    <a:pt x="2002987" y="686712"/>
                  </a:lnTo>
                  <a:lnTo>
                    <a:pt x="2044787" y="749702"/>
                  </a:lnTo>
                  <a:lnTo>
                    <a:pt x="2086973" y="814769"/>
                  </a:lnTo>
                  <a:lnTo>
                    <a:pt x="2129461" y="881378"/>
                  </a:lnTo>
                  <a:lnTo>
                    <a:pt x="2172141" y="948936"/>
                  </a:lnTo>
                  <a:lnTo>
                    <a:pt x="2214887" y="1016815"/>
                  </a:lnTo>
                  <a:lnTo>
                    <a:pt x="2257566" y="1084371"/>
                  </a:lnTo>
                  <a:lnTo>
                    <a:pt x="2300053" y="1150975"/>
                  </a:lnTo>
                  <a:lnTo>
                    <a:pt x="2342238" y="1216034"/>
                  </a:lnTo>
                  <a:lnTo>
                    <a:pt x="2384036" y="1279014"/>
                  </a:lnTo>
                  <a:lnTo>
                    <a:pt x="2425401" y="1339456"/>
                  </a:lnTo>
                  <a:lnTo>
                    <a:pt x="2466325" y="1396987"/>
                  </a:lnTo>
                  <a:lnTo>
                    <a:pt x="2506853" y="1451328"/>
                  </a:lnTo>
                  <a:lnTo>
                    <a:pt x="2547084" y="1502294"/>
                  </a:lnTo>
                  <a:lnTo>
                    <a:pt x="2587177" y="1549793"/>
                  </a:lnTo>
                  <a:lnTo>
                    <a:pt x="2627361" y="1593815"/>
                  </a:lnTo>
                  <a:lnTo>
                    <a:pt x="2667772" y="1634267"/>
                  </a:lnTo>
                  <a:lnTo>
                    <a:pt x="2715298" y="1676769"/>
                  </a:lnTo>
                  <a:lnTo>
                    <a:pt x="2764493" y="1714896"/>
                  </a:lnTo>
                  <a:lnTo>
                    <a:pt x="2816162" y="1748887"/>
                  </a:lnTo>
                  <a:lnTo>
                    <a:pt x="2871207" y="1779135"/>
                  </a:lnTo>
                  <a:lnTo>
                    <a:pt x="2930538" y="1806078"/>
                  </a:lnTo>
                  <a:lnTo>
                    <a:pt x="2994998" y="1830135"/>
                  </a:lnTo>
                  <a:lnTo>
                    <a:pt x="3065250" y="1851669"/>
                  </a:lnTo>
                  <a:lnTo>
                    <a:pt x="3141636" y="1870967"/>
                  </a:lnTo>
                  <a:lnTo>
                    <a:pt x="3223993" y="1888235"/>
                  </a:lnTo>
                  <a:lnTo>
                    <a:pt x="3311429" y="1903592"/>
                  </a:lnTo>
                  <a:lnTo>
                    <a:pt x="3402120" y="1917079"/>
                  </a:lnTo>
                  <a:lnTo>
                    <a:pt x="3493200" y="1928676"/>
                  </a:lnTo>
                  <a:lnTo>
                    <a:pt x="3580850" y="1938337"/>
                  </a:lnTo>
                  <a:lnTo>
                    <a:pt x="3660701" y="1946034"/>
                  </a:lnTo>
                  <a:lnTo>
                    <a:pt x="3728549" y="1951804"/>
                  </a:lnTo>
                  <a:lnTo>
                    <a:pt x="3781242" y="1955787"/>
                  </a:lnTo>
                  <a:lnTo>
                    <a:pt x="3817479" y="1958236"/>
                  </a:lnTo>
                  <a:lnTo>
                    <a:pt x="3838231" y="1959496"/>
                  </a:lnTo>
                  <a:lnTo>
                    <a:pt x="3846721" y="1959962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116" y="1959983"/>
                  </a:lnTo>
                  <a:lnTo>
                    <a:pt x="4396347" y="1959635"/>
                  </a:lnTo>
                  <a:lnTo>
                    <a:pt x="4416891" y="1958671"/>
                  </a:lnTo>
                  <a:lnTo>
                    <a:pt x="4453093" y="1956780"/>
                  </a:lnTo>
                  <a:lnTo>
                    <a:pt x="4505991" y="1953687"/>
                  </a:lnTo>
                  <a:lnTo>
                    <a:pt x="4574276" y="1949192"/>
                  </a:lnTo>
                  <a:lnTo>
                    <a:pt x="4654737" y="1943183"/>
                  </a:lnTo>
                  <a:lnTo>
                    <a:pt x="4743078" y="1935631"/>
                  </a:lnTo>
                  <a:lnTo>
                    <a:pt x="4834837" y="1926559"/>
                  </a:lnTo>
                  <a:lnTo>
                    <a:pt x="4926129" y="1916003"/>
                  </a:lnTo>
                  <a:lnTo>
                    <a:pt x="5014051" y="1903978"/>
                  </a:lnTo>
                  <a:lnTo>
                    <a:pt x="5096774" y="1890449"/>
                  </a:lnTo>
                  <a:lnTo>
                    <a:pt x="5173420" y="1875319"/>
                  </a:lnTo>
                  <a:lnTo>
                    <a:pt x="5243850" y="1858423"/>
                  </a:lnTo>
                  <a:lnTo>
                    <a:pt x="5308437" y="1839530"/>
                  </a:lnTo>
                  <a:lnTo>
                    <a:pt x="5367872" y="1818349"/>
                  </a:lnTo>
                  <a:lnTo>
                    <a:pt x="5423024" y="1794548"/>
                  </a:lnTo>
                  <a:lnTo>
                    <a:pt x="5474827" y="1767779"/>
                  </a:lnTo>
                  <a:lnTo>
                    <a:pt x="5524193" y="1737738"/>
                  </a:lnTo>
                  <a:lnTo>
                    <a:pt x="5567201" y="1707768"/>
                  </a:lnTo>
                  <a:lnTo>
                    <a:pt x="5610952" y="1673720"/>
                  </a:lnTo>
                  <a:lnTo>
                    <a:pt x="5654276" y="1636592"/>
                  </a:lnTo>
                  <a:lnTo>
                    <a:pt x="5697542" y="1596327"/>
                  </a:lnTo>
                  <a:lnTo>
                    <a:pt x="5741019" y="1552951"/>
                  </a:lnTo>
                  <a:lnTo>
                    <a:pt x="5784885" y="1506580"/>
                  </a:lnTo>
                  <a:lnTo>
                    <a:pt x="5829239" y="1457425"/>
                  </a:lnTo>
                  <a:lnTo>
                    <a:pt x="5874107" y="1405797"/>
                  </a:lnTo>
                  <a:lnTo>
                    <a:pt x="5919455" y="1352103"/>
                  </a:lnTo>
                  <a:lnTo>
                    <a:pt x="5965194" y="1296835"/>
                  </a:lnTo>
                  <a:lnTo>
                    <a:pt x="6011196" y="1240552"/>
                  </a:lnTo>
                  <a:lnTo>
                    <a:pt x="6057306" y="1183860"/>
                  </a:lnTo>
                  <a:lnTo>
                    <a:pt x="6103360" y="1127380"/>
                  </a:lnTo>
                  <a:lnTo>
                    <a:pt x="6149197" y="1071728"/>
                  </a:lnTo>
                  <a:lnTo>
                    <a:pt x="6194681" y="1017479"/>
                  </a:lnTo>
                  <a:lnTo>
                    <a:pt x="6239708" y="965149"/>
                  </a:lnTo>
                  <a:lnTo>
                    <a:pt x="6284225" y="915173"/>
                  </a:lnTo>
                  <a:lnTo>
                    <a:pt x="6328238" y="867893"/>
                  </a:lnTo>
                  <a:lnTo>
                    <a:pt x="6371823" y="823552"/>
                  </a:lnTo>
                  <a:lnTo>
                    <a:pt x="6415131" y="782296"/>
                  </a:lnTo>
                  <a:lnTo>
                    <a:pt x="6458402" y="744177"/>
                  </a:lnTo>
                  <a:lnTo>
                    <a:pt x="6501970" y="709164"/>
                  </a:lnTo>
                  <a:lnTo>
                    <a:pt x="6515891" y="698715"/>
                  </a:lnTo>
                  <a:lnTo>
                    <a:pt x="6563765" y="665577"/>
                  </a:lnTo>
                  <a:lnTo>
                    <a:pt x="6613337" y="635876"/>
                  </a:lnTo>
                  <a:lnTo>
                    <a:pt x="6665433" y="609420"/>
                  </a:lnTo>
                  <a:lnTo>
                    <a:pt x="6720973" y="585897"/>
                  </a:lnTo>
                  <a:lnTo>
                    <a:pt x="6780888" y="564960"/>
                  </a:lnTo>
                  <a:lnTo>
                    <a:pt x="6846033" y="546280"/>
                  </a:lnTo>
                  <a:lnTo>
                    <a:pt x="6917077" y="529570"/>
                  </a:lnTo>
                  <a:lnTo>
                    <a:pt x="6994349" y="514607"/>
                  </a:lnTo>
                  <a:lnTo>
                    <a:pt x="7077647" y="501232"/>
                  </a:lnTo>
                  <a:lnTo>
                    <a:pt x="7166008" y="489355"/>
                  </a:lnTo>
                  <a:lnTo>
                    <a:pt x="7257496" y="478947"/>
                  </a:lnTo>
                  <a:lnTo>
                    <a:pt x="7349101" y="470025"/>
                  </a:lnTo>
                  <a:lnTo>
                    <a:pt x="7436856" y="462628"/>
                  </a:lnTo>
                  <a:lnTo>
                    <a:pt x="7516280" y="456773"/>
                  </a:lnTo>
                  <a:lnTo>
                    <a:pt x="7583140" y="452425"/>
                  </a:lnTo>
                  <a:lnTo>
                    <a:pt x="7634386" y="449463"/>
                  </a:lnTo>
                  <a:lnTo>
                    <a:pt x="7668931" y="447679"/>
                  </a:lnTo>
                  <a:lnTo>
                    <a:pt x="7688052" y="446791"/>
                  </a:lnTo>
                  <a:lnTo>
                    <a:pt x="7695314" y="446487"/>
                  </a:lnTo>
                  <a:lnTo>
                    <a:pt x="7696237" y="446451"/>
                  </a:lnTo>
                  <a:lnTo>
                    <a:pt x="8234974" y="446451"/>
                  </a:lnTo>
                  <a:lnTo>
                    <a:pt x="8234974" y="441007"/>
                  </a:lnTo>
                  <a:lnTo>
                    <a:pt x="7696237" y="441007"/>
                  </a:lnTo>
                  <a:lnTo>
                    <a:pt x="7694977" y="441056"/>
                  </a:lnTo>
                  <a:lnTo>
                    <a:pt x="7686745" y="441404"/>
                  </a:lnTo>
                  <a:lnTo>
                    <a:pt x="7666202" y="442368"/>
                  </a:lnTo>
                  <a:lnTo>
                    <a:pt x="7629999" y="444259"/>
                  </a:lnTo>
                  <a:lnTo>
                    <a:pt x="7577102" y="447351"/>
                  </a:lnTo>
                  <a:lnTo>
                    <a:pt x="7508816" y="451847"/>
                  </a:lnTo>
                  <a:lnTo>
                    <a:pt x="7428355" y="457856"/>
                  </a:lnTo>
                  <a:lnTo>
                    <a:pt x="7340015" y="465408"/>
                  </a:lnTo>
                  <a:lnTo>
                    <a:pt x="7248256" y="474480"/>
                  </a:lnTo>
                  <a:lnTo>
                    <a:pt x="7156964" y="485035"/>
                  </a:lnTo>
                  <a:lnTo>
                    <a:pt x="7069041" y="497061"/>
                  </a:lnTo>
                  <a:lnTo>
                    <a:pt x="6986319" y="510590"/>
                  </a:lnTo>
                  <a:lnTo>
                    <a:pt x="6909672" y="525720"/>
                  </a:lnTo>
                  <a:lnTo>
                    <a:pt x="6839242" y="542615"/>
                  </a:lnTo>
                  <a:lnTo>
                    <a:pt x="6774656" y="561509"/>
                  </a:lnTo>
                  <a:lnTo>
                    <a:pt x="6715220" y="582689"/>
                  </a:lnTo>
                  <a:lnTo>
                    <a:pt x="6660068" y="606491"/>
                  </a:lnTo>
                  <a:lnTo>
                    <a:pt x="6608266" y="633259"/>
                  </a:lnTo>
                  <a:lnTo>
                    <a:pt x="6558899" y="663300"/>
                  </a:lnTo>
                  <a:lnTo>
                    <a:pt x="6515891" y="693270"/>
                  </a:lnTo>
                  <a:lnTo>
                    <a:pt x="6472140" y="727318"/>
                  </a:lnTo>
                  <a:lnTo>
                    <a:pt x="6428817" y="764447"/>
                  </a:lnTo>
                  <a:lnTo>
                    <a:pt x="6385551" y="804711"/>
                  </a:lnTo>
                  <a:lnTo>
                    <a:pt x="6342074" y="848087"/>
                  </a:lnTo>
                  <a:lnTo>
                    <a:pt x="6298208" y="894459"/>
                  </a:lnTo>
                  <a:lnTo>
                    <a:pt x="6253854" y="943614"/>
                  </a:lnTo>
                  <a:lnTo>
                    <a:pt x="6208985" y="995242"/>
                  </a:lnTo>
                  <a:lnTo>
                    <a:pt x="6163637" y="1048935"/>
                  </a:lnTo>
                  <a:lnTo>
                    <a:pt x="6117898" y="1104203"/>
                  </a:lnTo>
                  <a:lnTo>
                    <a:pt x="6071897" y="1160486"/>
                  </a:lnTo>
                  <a:lnTo>
                    <a:pt x="6025786" y="1217179"/>
                  </a:lnTo>
                  <a:lnTo>
                    <a:pt x="5979733" y="1273659"/>
                  </a:lnTo>
                  <a:lnTo>
                    <a:pt x="5933895" y="1329311"/>
                  </a:lnTo>
                  <a:lnTo>
                    <a:pt x="5888412" y="1383560"/>
                  </a:lnTo>
                  <a:lnTo>
                    <a:pt x="5843385" y="1435890"/>
                  </a:lnTo>
                  <a:lnTo>
                    <a:pt x="5798868" y="1485866"/>
                  </a:lnTo>
                  <a:lnTo>
                    <a:pt x="5754854" y="1533146"/>
                  </a:lnTo>
                  <a:lnTo>
                    <a:pt x="5711270" y="1577487"/>
                  </a:lnTo>
                  <a:lnTo>
                    <a:pt x="5667961" y="1618743"/>
                  </a:lnTo>
                  <a:lnTo>
                    <a:pt x="5624691" y="1656862"/>
                  </a:lnTo>
                  <a:lnTo>
                    <a:pt x="5581122" y="1691874"/>
                  </a:lnTo>
                  <a:lnTo>
                    <a:pt x="5567201" y="1702324"/>
                  </a:lnTo>
                  <a:lnTo>
                    <a:pt x="5519327" y="1735461"/>
                  </a:lnTo>
                  <a:lnTo>
                    <a:pt x="5469755" y="1765163"/>
                  </a:lnTo>
                  <a:lnTo>
                    <a:pt x="5417659" y="1791619"/>
                  </a:lnTo>
                  <a:lnTo>
                    <a:pt x="5362120" y="1815142"/>
                  </a:lnTo>
                  <a:lnTo>
                    <a:pt x="5302204" y="1836078"/>
                  </a:lnTo>
                  <a:lnTo>
                    <a:pt x="5237059" y="1854759"/>
                  </a:lnTo>
                  <a:lnTo>
                    <a:pt x="5166015" y="1871468"/>
                  </a:lnTo>
                  <a:lnTo>
                    <a:pt x="5088743" y="1886431"/>
                  </a:lnTo>
                  <a:lnTo>
                    <a:pt x="5005445" y="1899806"/>
                  </a:lnTo>
                  <a:lnTo>
                    <a:pt x="4917085" y="1911684"/>
                  </a:lnTo>
                  <a:lnTo>
                    <a:pt x="4825597" y="1922092"/>
                  </a:lnTo>
                  <a:lnTo>
                    <a:pt x="4733992" y="1931013"/>
                  </a:lnTo>
                  <a:lnTo>
                    <a:pt x="4646236" y="1938411"/>
                  </a:lnTo>
                  <a:lnTo>
                    <a:pt x="4566813" y="1944265"/>
                  </a:lnTo>
                  <a:lnTo>
                    <a:pt x="4499952" y="1948613"/>
                  </a:lnTo>
                  <a:lnTo>
                    <a:pt x="4448707" y="1951575"/>
                  </a:lnTo>
                  <a:lnTo>
                    <a:pt x="4414162" y="1953360"/>
                  </a:lnTo>
                  <a:lnTo>
                    <a:pt x="4395040" y="1954247"/>
                  </a:lnTo>
                  <a:lnTo>
                    <a:pt x="4387779" y="1954552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84" y="1954526"/>
                  </a:lnTo>
                  <a:lnTo>
                    <a:pt x="3838820" y="1954085"/>
                  </a:lnTo>
                  <a:lnTo>
                    <a:pt x="3818681" y="1952868"/>
                  </a:lnTo>
                  <a:lnTo>
                    <a:pt x="3783150" y="1950478"/>
                  </a:lnTo>
                  <a:lnTo>
                    <a:pt x="3731157" y="1946567"/>
                  </a:lnTo>
                  <a:lnTo>
                    <a:pt x="3663910" y="1940878"/>
                  </a:lnTo>
                  <a:lnTo>
                    <a:pt x="3584495" y="1933266"/>
                  </a:lnTo>
                  <a:lnTo>
                    <a:pt x="3497090" y="1923689"/>
                  </a:lnTo>
                  <a:lnTo>
                    <a:pt x="3406073" y="1912175"/>
                  </a:lnTo>
                  <a:lnTo>
                    <a:pt x="3315298" y="1898769"/>
                  </a:lnTo>
                  <a:lnTo>
                    <a:pt x="3227677" y="1883494"/>
                  </a:lnTo>
                  <a:lnTo>
                    <a:pt x="3145076" y="1866310"/>
                  </a:lnTo>
                  <a:lnTo>
                    <a:pt x="3068424" y="1847103"/>
                  </a:lnTo>
                  <a:lnTo>
                    <a:pt x="2997911" y="1825671"/>
                  </a:lnTo>
                  <a:lnTo>
                    <a:pt x="2933213" y="1801730"/>
                  </a:lnTo>
                  <a:lnTo>
                    <a:pt x="2873676" y="1774920"/>
                  </a:lnTo>
                  <a:lnTo>
                    <a:pt x="2818465" y="1744824"/>
                  </a:lnTo>
                  <a:lnTo>
                    <a:pt x="2766668" y="1711004"/>
                  </a:lnTo>
                  <a:lnTo>
                    <a:pt x="2717385" y="1673062"/>
                  </a:lnTo>
                  <a:lnTo>
                    <a:pt x="2669801" y="1630750"/>
                  </a:lnTo>
                  <a:lnTo>
                    <a:pt x="2667772" y="1628823"/>
                  </a:lnTo>
                  <a:lnTo>
                    <a:pt x="2627197" y="1588198"/>
                  </a:lnTo>
                  <a:lnTo>
                    <a:pt x="2587015" y="1544163"/>
                  </a:lnTo>
                  <a:lnTo>
                    <a:pt x="2546921" y="1496650"/>
                  </a:lnTo>
                  <a:lnTo>
                    <a:pt x="2506689" y="1445669"/>
                  </a:lnTo>
                  <a:lnTo>
                    <a:pt x="2466160" y="1391315"/>
                  </a:lnTo>
                  <a:lnTo>
                    <a:pt x="2425234" y="1333772"/>
                  </a:lnTo>
                  <a:lnTo>
                    <a:pt x="2383868" y="1273319"/>
                  </a:lnTo>
                  <a:lnTo>
                    <a:pt x="2342067" y="1210330"/>
                  </a:lnTo>
                  <a:lnTo>
                    <a:pt x="2299881" y="1145263"/>
                  </a:lnTo>
                  <a:lnTo>
                    <a:pt x="2257393" y="1078654"/>
                  </a:lnTo>
                  <a:lnTo>
                    <a:pt x="2214713" y="1011095"/>
                  </a:lnTo>
                  <a:lnTo>
                    <a:pt x="2171968" y="943217"/>
                  </a:lnTo>
                  <a:lnTo>
                    <a:pt x="2129288" y="875661"/>
                  </a:lnTo>
                  <a:lnTo>
                    <a:pt x="2086801" y="809056"/>
                  </a:lnTo>
                  <a:lnTo>
                    <a:pt x="2044617" y="743997"/>
                  </a:lnTo>
                  <a:lnTo>
                    <a:pt x="2002818" y="681017"/>
                  </a:lnTo>
                  <a:lnTo>
                    <a:pt x="1961454" y="620575"/>
                  </a:lnTo>
                  <a:lnTo>
                    <a:pt x="1920530" y="563044"/>
                  </a:lnTo>
                  <a:lnTo>
                    <a:pt x="1880001" y="508704"/>
                  </a:lnTo>
                  <a:lnTo>
                    <a:pt x="1839770" y="457737"/>
                  </a:lnTo>
                  <a:lnTo>
                    <a:pt x="1799677" y="410238"/>
                  </a:lnTo>
                  <a:lnTo>
                    <a:pt x="1759494" y="366217"/>
                  </a:lnTo>
                  <a:lnTo>
                    <a:pt x="1719082" y="325764"/>
                  </a:lnTo>
                  <a:lnTo>
                    <a:pt x="1671556" y="283262"/>
                  </a:lnTo>
                  <a:lnTo>
                    <a:pt x="1622362" y="245135"/>
                  </a:lnTo>
                  <a:lnTo>
                    <a:pt x="1570692" y="211144"/>
                  </a:lnTo>
                  <a:lnTo>
                    <a:pt x="1515648" y="180897"/>
                  </a:lnTo>
                  <a:lnTo>
                    <a:pt x="1456316" y="153953"/>
                  </a:lnTo>
                  <a:lnTo>
                    <a:pt x="1391856" y="129896"/>
                  </a:lnTo>
                  <a:lnTo>
                    <a:pt x="1321605" y="108362"/>
                  </a:lnTo>
                  <a:lnTo>
                    <a:pt x="1245218" y="89064"/>
                  </a:lnTo>
                  <a:lnTo>
                    <a:pt x="1162862" y="71796"/>
                  </a:lnTo>
                  <a:lnTo>
                    <a:pt x="1075426" y="56439"/>
                  </a:lnTo>
                  <a:lnTo>
                    <a:pt x="984734" y="42953"/>
                  </a:lnTo>
                  <a:lnTo>
                    <a:pt x="893655" y="31356"/>
                  </a:lnTo>
                  <a:lnTo>
                    <a:pt x="806004" y="21694"/>
                  </a:lnTo>
                  <a:lnTo>
                    <a:pt x="726153" y="13997"/>
                  </a:lnTo>
                  <a:lnTo>
                    <a:pt x="658306" y="8227"/>
                  </a:lnTo>
                  <a:lnTo>
                    <a:pt x="605612" y="4244"/>
                  </a:lnTo>
                  <a:lnTo>
                    <a:pt x="569376" y="1795"/>
                  </a:lnTo>
                  <a:lnTo>
                    <a:pt x="548624" y="535"/>
                  </a:lnTo>
                  <a:lnTo>
                    <a:pt x="540134" y="7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41" name="pl741"/>
            <p:cNvSpPr/>
            <p:nvPr/>
          </p:nvSpPr>
          <p:spPr>
            <a:xfrm>
              <a:off x="546595" y="2389261"/>
              <a:ext cx="8234974" cy="1954587"/>
            </a:xfrm>
            <a:custGeom>
              <a:avLst/>
              <a:pathLst>
                <a:path w="8234974" h="1954587">
                  <a:moveTo>
                    <a:pt x="0" y="0"/>
                  </a:moveTo>
                  <a:lnTo>
                    <a:pt x="538736" y="0"/>
                  </a:lnTo>
                  <a:lnTo>
                    <a:pt x="539971" y="61"/>
                  </a:lnTo>
                  <a:lnTo>
                    <a:pt x="548034" y="501"/>
                  </a:lnTo>
                  <a:lnTo>
                    <a:pt x="568174" y="1719"/>
                  </a:lnTo>
                  <a:lnTo>
                    <a:pt x="603704" y="4109"/>
                  </a:lnTo>
                  <a:lnTo>
                    <a:pt x="655698" y="8020"/>
                  </a:lnTo>
                  <a:lnTo>
                    <a:pt x="722945" y="13709"/>
                  </a:lnTo>
                  <a:lnTo>
                    <a:pt x="802360" y="21321"/>
                  </a:lnTo>
                  <a:lnTo>
                    <a:pt x="889765" y="30898"/>
                  </a:lnTo>
                  <a:lnTo>
                    <a:pt x="980781" y="42412"/>
                  </a:lnTo>
                  <a:lnTo>
                    <a:pt x="1071557" y="55818"/>
                  </a:lnTo>
                  <a:lnTo>
                    <a:pt x="1159178" y="71093"/>
                  </a:lnTo>
                  <a:lnTo>
                    <a:pt x="1241779" y="88277"/>
                  </a:lnTo>
                  <a:lnTo>
                    <a:pt x="1318431" y="107484"/>
                  </a:lnTo>
                  <a:lnTo>
                    <a:pt x="1388944" y="128916"/>
                  </a:lnTo>
                  <a:lnTo>
                    <a:pt x="1453642" y="152857"/>
                  </a:lnTo>
                  <a:lnTo>
                    <a:pt x="1513178" y="179667"/>
                  </a:lnTo>
                  <a:lnTo>
                    <a:pt x="1568390" y="209763"/>
                  </a:lnTo>
                  <a:lnTo>
                    <a:pt x="1620186" y="243583"/>
                  </a:lnTo>
                  <a:lnTo>
                    <a:pt x="1669470" y="281525"/>
                  </a:lnTo>
                  <a:lnTo>
                    <a:pt x="1717054" y="323836"/>
                  </a:lnTo>
                  <a:lnTo>
                    <a:pt x="1719082" y="325764"/>
                  </a:lnTo>
                  <a:lnTo>
                    <a:pt x="1759658" y="366388"/>
                  </a:lnTo>
                  <a:lnTo>
                    <a:pt x="1799840" y="410424"/>
                  </a:lnTo>
                  <a:lnTo>
                    <a:pt x="1839933" y="457937"/>
                  </a:lnTo>
                  <a:lnTo>
                    <a:pt x="1880165" y="508917"/>
                  </a:lnTo>
                  <a:lnTo>
                    <a:pt x="1920695" y="563272"/>
                  </a:lnTo>
                  <a:lnTo>
                    <a:pt x="1961621" y="620815"/>
                  </a:lnTo>
                  <a:lnTo>
                    <a:pt x="2002987" y="681268"/>
                  </a:lnTo>
                  <a:lnTo>
                    <a:pt x="2044787" y="744257"/>
                  </a:lnTo>
                  <a:lnTo>
                    <a:pt x="2086973" y="809324"/>
                  </a:lnTo>
                  <a:lnTo>
                    <a:pt x="2129461" y="875933"/>
                  </a:lnTo>
                  <a:lnTo>
                    <a:pt x="2172141" y="943492"/>
                  </a:lnTo>
                  <a:lnTo>
                    <a:pt x="2214887" y="1011370"/>
                  </a:lnTo>
                  <a:lnTo>
                    <a:pt x="2257566" y="1078926"/>
                  </a:lnTo>
                  <a:lnTo>
                    <a:pt x="2300053" y="1145530"/>
                  </a:lnTo>
                  <a:lnTo>
                    <a:pt x="2342238" y="1210590"/>
                  </a:lnTo>
                  <a:lnTo>
                    <a:pt x="2384036" y="1273570"/>
                  </a:lnTo>
                  <a:lnTo>
                    <a:pt x="2425401" y="1334012"/>
                  </a:lnTo>
                  <a:lnTo>
                    <a:pt x="2466325" y="1391542"/>
                  </a:lnTo>
                  <a:lnTo>
                    <a:pt x="2506853" y="1445883"/>
                  </a:lnTo>
                  <a:lnTo>
                    <a:pt x="2547084" y="1496850"/>
                  </a:lnTo>
                  <a:lnTo>
                    <a:pt x="2587177" y="1544348"/>
                  </a:lnTo>
                  <a:lnTo>
                    <a:pt x="2627361" y="1588370"/>
                  </a:lnTo>
                  <a:lnTo>
                    <a:pt x="2667772" y="1628823"/>
                  </a:lnTo>
                  <a:lnTo>
                    <a:pt x="2715298" y="1671324"/>
                  </a:lnTo>
                  <a:lnTo>
                    <a:pt x="2764493" y="1709452"/>
                  </a:lnTo>
                  <a:lnTo>
                    <a:pt x="2816162" y="1743442"/>
                  </a:lnTo>
                  <a:lnTo>
                    <a:pt x="2871207" y="1773690"/>
                  </a:lnTo>
                  <a:lnTo>
                    <a:pt x="2930538" y="1800633"/>
                  </a:lnTo>
                  <a:lnTo>
                    <a:pt x="2994998" y="1824691"/>
                  </a:lnTo>
                  <a:lnTo>
                    <a:pt x="3065250" y="1846224"/>
                  </a:lnTo>
                  <a:lnTo>
                    <a:pt x="3141636" y="1865523"/>
                  </a:lnTo>
                  <a:lnTo>
                    <a:pt x="3223993" y="1882791"/>
                  </a:lnTo>
                  <a:lnTo>
                    <a:pt x="3311429" y="1898148"/>
                  </a:lnTo>
                  <a:lnTo>
                    <a:pt x="3402120" y="1911634"/>
                  </a:lnTo>
                  <a:lnTo>
                    <a:pt x="3493200" y="1923231"/>
                  </a:lnTo>
                  <a:lnTo>
                    <a:pt x="3580850" y="1932892"/>
                  </a:lnTo>
                  <a:lnTo>
                    <a:pt x="3660701" y="1940589"/>
                  </a:lnTo>
                  <a:lnTo>
                    <a:pt x="3728549" y="1946359"/>
                  </a:lnTo>
                  <a:lnTo>
                    <a:pt x="3781242" y="1950342"/>
                  </a:lnTo>
                  <a:lnTo>
                    <a:pt x="3817479" y="1952791"/>
                  </a:lnTo>
                  <a:lnTo>
                    <a:pt x="3838231" y="1954052"/>
                  </a:lnTo>
                  <a:lnTo>
                    <a:pt x="3846721" y="1954517"/>
                  </a:lnTo>
                  <a:lnTo>
                    <a:pt x="3848118" y="1954587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116" y="1954538"/>
                  </a:lnTo>
                  <a:lnTo>
                    <a:pt x="4396347" y="1954190"/>
                  </a:lnTo>
                  <a:lnTo>
                    <a:pt x="4416891" y="1953226"/>
                  </a:lnTo>
                  <a:lnTo>
                    <a:pt x="4453093" y="1951335"/>
                  </a:lnTo>
                  <a:lnTo>
                    <a:pt x="4505991" y="1948243"/>
                  </a:lnTo>
                  <a:lnTo>
                    <a:pt x="4574276" y="1943747"/>
                  </a:lnTo>
                  <a:lnTo>
                    <a:pt x="4654737" y="1937738"/>
                  </a:lnTo>
                  <a:lnTo>
                    <a:pt x="4743078" y="1930186"/>
                  </a:lnTo>
                  <a:lnTo>
                    <a:pt x="4834837" y="1921114"/>
                  </a:lnTo>
                  <a:lnTo>
                    <a:pt x="4926129" y="1910559"/>
                  </a:lnTo>
                  <a:lnTo>
                    <a:pt x="5014051" y="1898533"/>
                  </a:lnTo>
                  <a:lnTo>
                    <a:pt x="5096774" y="1885004"/>
                  </a:lnTo>
                  <a:lnTo>
                    <a:pt x="5173420" y="1869874"/>
                  </a:lnTo>
                  <a:lnTo>
                    <a:pt x="5243850" y="1852979"/>
                  </a:lnTo>
                  <a:lnTo>
                    <a:pt x="5308437" y="1834085"/>
                  </a:lnTo>
                  <a:lnTo>
                    <a:pt x="5367872" y="1812905"/>
                  </a:lnTo>
                  <a:lnTo>
                    <a:pt x="5423024" y="1789103"/>
                  </a:lnTo>
                  <a:lnTo>
                    <a:pt x="5474827" y="1762335"/>
                  </a:lnTo>
                  <a:lnTo>
                    <a:pt x="5524193" y="1732294"/>
                  </a:lnTo>
                  <a:lnTo>
                    <a:pt x="5567201" y="1702324"/>
                  </a:lnTo>
                  <a:lnTo>
                    <a:pt x="5610952" y="1668276"/>
                  </a:lnTo>
                  <a:lnTo>
                    <a:pt x="5654276" y="1631147"/>
                  </a:lnTo>
                  <a:lnTo>
                    <a:pt x="5697542" y="1590883"/>
                  </a:lnTo>
                  <a:lnTo>
                    <a:pt x="5741019" y="1547507"/>
                  </a:lnTo>
                  <a:lnTo>
                    <a:pt x="5784885" y="1501135"/>
                  </a:lnTo>
                  <a:lnTo>
                    <a:pt x="5829239" y="1451980"/>
                  </a:lnTo>
                  <a:lnTo>
                    <a:pt x="5874107" y="1400352"/>
                  </a:lnTo>
                  <a:lnTo>
                    <a:pt x="5919455" y="1346659"/>
                  </a:lnTo>
                  <a:lnTo>
                    <a:pt x="5965194" y="1291391"/>
                  </a:lnTo>
                  <a:lnTo>
                    <a:pt x="6011196" y="1235108"/>
                  </a:lnTo>
                  <a:lnTo>
                    <a:pt x="6057306" y="1178415"/>
                  </a:lnTo>
                  <a:lnTo>
                    <a:pt x="6103360" y="1121935"/>
                  </a:lnTo>
                  <a:lnTo>
                    <a:pt x="6149197" y="1066283"/>
                  </a:lnTo>
                  <a:lnTo>
                    <a:pt x="6194681" y="1012034"/>
                  </a:lnTo>
                  <a:lnTo>
                    <a:pt x="6239708" y="959705"/>
                  </a:lnTo>
                  <a:lnTo>
                    <a:pt x="6284225" y="909728"/>
                  </a:lnTo>
                  <a:lnTo>
                    <a:pt x="6328238" y="862448"/>
                  </a:lnTo>
                  <a:lnTo>
                    <a:pt x="6371823" y="818107"/>
                  </a:lnTo>
                  <a:lnTo>
                    <a:pt x="6415131" y="776851"/>
                  </a:lnTo>
                  <a:lnTo>
                    <a:pt x="6458402" y="738732"/>
                  </a:lnTo>
                  <a:lnTo>
                    <a:pt x="6501970" y="703720"/>
                  </a:lnTo>
                  <a:lnTo>
                    <a:pt x="6515891" y="693270"/>
                  </a:lnTo>
                  <a:lnTo>
                    <a:pt x="6563765" y="660133"/>
                  </a:lnTo>
                  <a:lnTo>
                    <a:pt x="6613337" y="630431"/>
                  </a:lnTo>
                  <a:lnTo>
                    <a:pt x="6665433" y="603975"/>
                  </a:lnTo>
                  <a:lnTo>
                    <a:pt x="6720973" y="580452"/>
                  </a:lnTo>
                  <a:lnTo>
                    <a:pt x="6780888" y="559516"/>
                  </a:lnTo>
                  <a:lnTo>
                    <a:pt x="6846033" y="540835"/>
                  </a:lnTo>
                  <a:lnTo>
                    <a:pt x="6917077" y="524126"/>
                  </a:lnTo>
                  <a:lnTo>
                    <a:pt x="6994349" y="509163"/>
                  </a:lnTo>
                  <a:lnTo>
                    <a:pt x="7077647" y="495788"/>
                  </a:lnTo>
                  <a:lnTo>
                    <a:pt x="7166008" y="483910"/>
                  </a:lnTo>
                  <a:lnTo>
                    <a:pt x="7257496" y="473502"/>
                  </a:lnTo>
                  <a:lnTo>
                    <a:pt x="7349101" y="464581"/>
                  </a:lnTo>
                  <a:lnTo>
                    <a:pt x="7436856" y="457183"/>
                  </a:lnTo>
                  <a:lnTo>
                    <a:pt x="7516280" y="451329"/>
                  </a:lnTo>
                  <a:lnTo>
                    <a:pt x="7583140" y="446981"/>
                  </a:lnTo>
                  <a:lnTo>
                    <a:pt x="7634386" y="444019"/>
                  </a:lnTo>
                  <a:lnTo>
                    <a:pt x="7668931" y="442234"/>
                  </a:lnTo>
                  <a:lnTo>
                    <a:pt x="7688052" y="441347"/>
                  </a:lnTo>
                  <a:lnTo>
                    <a:pt x="7695314" y="441042"/>
                  </a:lnTo>
                  <a:lnTo>
                    <a:pt x="7696237" y="441007"/>
                  </a:lnTo>
                  <a:lnTo>
                    <a:pt x="8234974" y="4410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2" name="pl742"/>
            <p:cNvSpPr/>
            <p:nvPr/>
          </p:nvSpPr>
          <p:spPr>
            <a:xfrm>
              <a:off x="546595" y="2383817"/>
              <a:ext cx="8234974" cy="1954587"/>
            </a:xfrm>
            <a:custGeom>
              <a:avLst/>
              <a:pathLst>
                <a:path w="8234974" h="1954587">
                  <a:moveTo>
                    <a:pt x="8234974" y="441007"/>
                  </a:moveTo>
                  <a:lnTo>
                    <a:pt x="7696237" y="441007"/>
                  </a:lnTo>
                  <a:lnTo>
                    <a:pt x="7694977" y="441056"/>
                  </a:lnTo>
                  <a:lnTo>
                    <a:pt x="7686745" y="441404"/>
                  </a:lnTo>
                  <a:lnTo>
                    <a:pt x="7666202" y="442368"/>
                  </a:lnTo>
                  <a:lnTo>
                    <a:pt x="7629999" y="444259"/>
                  </a:lnTo>
                  <a:lnTo>
                    <a:pt x="7577102" y="447351"/>
                  </a:lnTo>
                  <a:lnTo>
                    <a:pt x="7508816" y="451847"/>
                  </a:lnTo>
                  <a:lnTo>
                    <a:pt x="7428355" y="457856"/>
                  </a:lnTo>
                  <a:lnTo>
                    <a:pt x="7340015" y="465408"/>
                  </a:lnTo>
                  <a:lnTo>
                    <a:pt x="7248256" y="474480"/>
                  </a:lnTo>
                  <a:lnTo>
                    <a:pt x="7156964" y="485035"/>
                  </a:lnTo>
                  <a:lnTo>
                    <a:pt x="7069041" y="497061"/>
                  </a:lnTo>
                  <a:lnTo>
                    <a:pt x="6986319" y="510590"/>
                  </a:lnTo>
                  <a:lnTo>
                    <a:pt x="6909672" y="525720"/>
                  </a:lnTo>
                  <a:lnTo>
                    <a:pt x="6839242" y="542615"/>
                  </a:lnTo>
                  <a:lnTo>
                    <a:pt x="6774656" y="561509"/>
                  </a:lnTo>
                  <a:lnTo>
                    <a:pt x="6715220" y="582689"/>
                  </a:lnTo>
                  <a:lnTo>
                    <a:pt x="6660068" y="606491"/>
                  </a:lnTo>
                  <a:lnTo>
                    <a:pt x="6608266" y="633259"/>
                  </a:lnTo>
                  <a:lnTo>
                    <a:pt x="6558899" y="663300"/>
                  </a:lnTo>
                  <a:lnTo>
                    <a:pt x="6515891" y="693270"/>
                  </a:lnTo>
                  <a:lnTo>
                    <a:pt x="6472140" y="727318"/>
                  </a:lnTo>
                  <a:lnTo>
                    <a:pt x="6428817" y="764447"/>
                  </a:lnTo>
                  <a:lnTo>
                    <a:pt x="6385551" y="804711"/>
                  </a:lnTo>
                  <a:lnTo>
                    <a:pt x="6342074" y="848087"/>
                  </a:lnTo>
                  <a:lnTo>
                    <a:pt x="6298208" y="894459"/>
                  </a:lnTo>
                  <a:lnTo>
                    <a:pt x="6253854" y="943614"/>
                  </a:lnTo>
                  <a:lnTo>
                    <a:pt x="6208985" y="995242"/>
                  </a:lnTo>
                  <a:lnTo>
                    <a:pt x="6163637" y="1048935"/>
                  </a:lnTo>
                  <a:lnTo>
                    <a:pt x="6117898" y="1104203"/>
                  </a:lnTo>
                  <a:lnTo>
                    <a:pt x="6071897" y="1160486"/>
                  </a:lnTo>
                  <a:lnTo>
                    <a:pt x="6025786" y="1217179"/>
                  </a:lnTo>
                  <a:lnTo>
                    <a:pt x="5979733" y="1273659"/>
                  </a:lnTo>
                  <a:lnTo>
                    <a:pt x="5933895" y="1329311"/>
                  </a:lnTo>
                  <a:lnTo>
                    <a:pt x="5888412" y="1383560"/>
                  </a:lnTo>
                  <a:lnTo>
                    <a:pt x="5843385" y="1435890"/>
                  </a:lnTo>
                  <a:lnTo>
                    <a:pt x="5798868" y="1485866"/>
                  </a:lnTo>
                  <a:lnTo>
                    <a:pt x="5754854" y="1533146"/>
                  </a:lnTo>
                  <a:lnTo>
                    <a:pt x="5711270" y="1577487"/>
                  </a:lnTo>
                  <a:lnTo>
                    <a:pt x="5667961" y="1618743"/>
                  </a:lnTo>
                  <a:lnTo>
                    <a:pt x="5624691" y="1656862"/>
                  </a:lnTo>
                  <a:lnTo>
                    <a:pt x="5581122" y="1691874"/>
                  </a:lnTo>
                  <a:lnTo>
                    <a:pt x="5567201" y="1702324"/>
                  </a:lnTo>
                  <a:lnTo>
                    <a:pt x="5519327" y="1735461"/>
                  </a:lnTo>
                  <a:lnTo>
                    <a:pt x="5469755" y="1765163"/>
                  </a:lnTo>
                  <a:lnTo>
                    <a:pt x="5417659" y="1791619"/>
                  </a:lnTo>
                  <a:lnTo>
                    <a:pt x="5362120" y="1815142"/>
                  </a:lnTo>
                  <a:lnTo>
                    <a:pt x="5302204" y="1836078"/>
                  </a:lnTo>
                  <a:lnTo>
                    <a:pt x="5237059" y="1854759"/>
                  </a:lnTo>
                  <a:lnTo>
                    <a:pt x="5166015" y="1871468"/>
                  </a:lnTo>
                  <a:lnTo>
                    <a:pt x="5088743" y="1886431"/>
                  </a:lnTo>
                  <a:lnTo>
                    <a:pt x="5005445" y="1899806"/>
                  </a:lnTo>
                  <a:lnTo>
                    <a:pt x="4917085" y="1911684"/>
                  </a:lnTo>
                  <a:lnTo>
                    <a:pt x="4825597" y="1922092"/>
                  </a:lnTo>
                  <a:lnTo>
                    <a:pt x="4733992" y="1931013"/>
                  </a:lnTo>
                  <a:lnTo>
                    <a:pt x="4646236" y="1938411"/>
                  </a:lnTo>
                  <a:lnTo>
                    <a:pt x="4566813" y="1944265"/>
                  </a:lnTo>
                  <a:lnTo>
                    <a:pt x="4499952" y="1948613"/>
                  </a:lnTo>
                  <a:lnTo>
                    <a:pt x="4448707" y="1951575"/>
                  </a:lnTo>
                  <a:lnTo>
                    <a:pt x="4414162" y="1953360"/>
                  </a:lnTo>
                  <a:lnTo>
                    <a:pt x="4395040" y="1954247"/>
                  </a:lnTo>
                  <a:lnTo>
                    <a:pt x="4387779" y="1954552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884" y="1954526"/>
                  </a:lnTo>
                  <a:lnTo>
                    <a:pt x="3838820" y="1954085"/>
                  </a:lnTo>
                  <a:lnTo>
                    <a:pt x="3818681" y="1952868"/>
                  </a:lnTo>
                  <a:lnTo>
                    <a:pt x="3783150" y="1950478"/>
                  </a:lnTo>
                  <a:lnTo>
                    <a:pt x="3731157" y="1946567"/>
                  </a:lnTo>
                  <a:lnTo>
                    <a:pt x="3663910" y="1940878"/>
                  </a:lnTo>
                  <a:lnTo>
                    <a:pt x="3584495" y="1933266"/>
                  </a:lnTo>
                  <a:lnTo>
                    <a:pt x="3497090" y="1923689"/>
                  </a:lnTo>
                  <a:lnTo>
                    <a:pt x="3406073" y="1912175"/>
                  </a:lnTo>
                  <a:lnTo>
                    <a:pt x="3315298" y="1898769"/>
                  </a:lnTo>
                  <a:lnTo>
                    <a:pt x="3227677" y="1883494"/>
                  </a:lnTo>
                  <a:lnTo>
                    <a:pt x="3145076" y="1866310"/>
                  </a:lnTo>
                  <a:lnTo>
                    <a:pt x="3068424" y="1847103"/>
                  </a:lnTo>
                  <a:lnTo>
                    <a:pt x="2997911" y="1825671"/>
                  </a:lnTo>
                  <a:lnTo>
                    <a:pt x="2933213" y="1801730"/>
                  </a:lnTo>
                  <a:lnTo>
                    <a:pt x="2873676" y="1774920"/>
                  </a:lnTo>
                  <a:lnTo>
                    <a:pt x="2818465" y="1744824"/>
                  </a:lnTo>
                  <a:lnTo>
                    <a:pt x="2766668" y="1711004"/>
                  </a:lnTo>
                  <a:lnTo>
                    <a:pt x="2717385" y="1673062"/>
                  </a:lnTo>
                  <a:lnTo>
                    <a:pt x="2669801" y="1630750"/>
                  </a:lnTo>
                  <a:lnTo>
                    <a:pt x="2667772" y="1628823"/>
                  </a:lnTo>
                  <a:lnTo>
                    <a:pt x="2627197" y="1588198"/>
                  </a:lnTo>
                  <a:lnTo>
                    <a:pt x="2587015" y="1544163"/>
                  </a:lnTo>
                  <a:lnTo>
                    <a:pt x="2546921" y="1496650"/>
                  </a:lnTo>
                  <a:lnTo>
                    <a:pt x="2506689" y="1445669"/>
                  </a:lnTo>
                  <a:lnTo>
                    <a:pt x="2466160" y="1391315"/>
                  </a:lnTo>
                  <a:lnTo>
                    <a:pt x="2425234" y="1333772"/>
                  </a:lnTo>
                  <a:lnTo>
                    <a:pt x="2383868" y="1273319"/>
                  </a:lnTo>
                  <a:lnTo>
                    <a:pt x="2342067" y="1210330"/>
                  </a:lnTo>
                  <a:lnTo>
                    <a:pt x="2299881" y="1145263"/>
                  </a:lnTo>
                  <a:lnTo>
                    <a:pt x="2257393" y="1078654"/>
                  </a:lnTo>
                  <a:lnTo>
                    <a:pt x="2214713" y="1011095"/>
                  </a:lnTo>
                  <a:lnTo>
                    <a:pt x="2171968" y="943217"/>
                  </a:lnTo>
                  <a:lnTo>
                    <a:pt x="2129288" y="875661"/>
                  </a:lnTo>
                  <a:lnTo>
                    <a:pt x="2086801" y="809056"/>
                  </a:lnTo>
                  <a:lnTo>
                    <a:pt x="2044617" y="743997"/>
                  </a:lnTo>
                  <a:lnTo>
                    <a:pt x="2002818" y="681017"/>
                  </a:lnTo>
                  <a:lnTo>
                    <a:pt x="1961454" y="620575"/>
                  </a:lnTo>
                  <a:lnTo>
                    <a:pt x="1920530" y="563044"/>
                  </a:lnTo>
                  <a:lnTo>
                    <a:pt x="1880001" y="508704"/>
                  </a:lnTo>
                  <a:lnTo>
                    <a:pt x="1839770" y="457737"/>
                  </a:lnTo>
                  <a:lnTo>
                    <a:pt x="1799677" y="410238"/>
                  </a:lnTo>
                  <a:lnTo>
                    <a:pt x="1759494" y="366217"/>
                  </a:lnTo>
                  <a:lnTo>
                    <a:pt x="1719082" y="325764"/>
                  </a:lnTo>
                  <a:lnTo>
                    <a:pt x="1671556" y="283262"/>
                  </a:lnTo>
                  <a:lnTo>
                    <a:pt x="1622362" y="245135"/>
                  </a:lnTo>
                  <a:lnTo>
                    <a:pt x="1570692" y="211144"/>
                  </a:lnTo>
                  <a:lnTo>
                    <a:pt x="1515648" y="180897"/>
                  </a:lnTo>
                  <a:lnTo>
                    <a:pt x="1456316" y="153953"/>
                  </a:lnTo>
                  <a:lnTo>
                    <a:pt x="1391856" y="129896"/>
                  </a:lnTo>
                  <a:lnTo>
                    <a:pt x="1321605" y="108362"/>
                  </a:lnTo>
                  <a:lnTo>
                    <a:pt x="1245218" y="89064"/>
                  </a:lnTo>
                  <a:lnTo>
                    <a:pt x="1162862" y="71796"/>
                  </a:lnTo>
                  <a:lnTo>
                    <a:pt x="1075426" y="56439"/>
                  </a:lnTo>
                  <a:lnTo>
                    <a:pt x="984734" y="42953"/>
                  </a:lnTo>
                  <a:lnTo>
                    <a:pt x="893655" y="31356"/>
                  </a:lnTo>
                  <a:lnTo>
                    <a:pt x="806004" y="21694"/>
                  </a:lnTo>
                  <a:lnTo>
                    <a:pt x="726153" y="13997"/>
                  </a:lnTo>
                  <a:lnTo>
                    <a:pt x="658306" y="8227"/>
                  </a:lnTo>
                  <a:lnTo>
                    <a:pt x="605612" y="4244"/>
                  </a:lnTo>
                  <a:lnTo>
                    <a:pt x="569376" y="1795"/>
                  </a:lnTo>
                  <a:lnTo>
                    <a:pt x="548624" y="535"/>
                  </a:lnTo>
                  <a:lnTo>
                    <a:pt x="540134" y="70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3" name="pg743"/>
            <p:cNvSpPr/>
            <p:nvPr/>
          </p:nvSpPr>
          <p:spPr>
            <a:xfrm>
              <a:off x="546595" y="2389261"/>
              <a:ext cx="8234974" cy="2754934"/>
            </a:xfrm>
            <a:custGeom>
              <a:avLst/>
              <a:pathLst>
                <a:path w="8234974" h="2754934">
                  <a:moveTo>
                    <a:pt x="0" y="10889"/>
                  </a:moveTo>
                  <a:lnTo>
                    <a:pt x="538736" y="10889"/>
                  </a:lnTo>
                  <a:lnTo>
                    <a:pt x="539970" y="10950"/>
                  </a:lnTo>
                  <a:lnTo>
                    <a:pt x="548032" y="11392"/>
                  </a:lnTo>
                  <a:lnTo>
                    <a:pt x="568166" y="12612"/>
                  </a:lnTo>
                  <a:lnTo>
                    <a:pt x="603687" y="15008"/>
                  </a:lnTo>
                  <a:lnTo>
                    <a:pt x="655668" y="18929"/>
                  </a:lnTo>
                  <a:lnTo>
                    <a:pt x="722901" y="24632"/>
                  </a:lnTo>
                  <a:lnTo>
                    <a:pt x="802302" y="32264"/>
                  </a:lnTo>
                  <a:lnTo>
                    <a:pt x="889694" y="41865"/>
                  </a:lnTo>
                  <a:lnTo>
                    <a:pt x="980700" y="53408"/>
                  </a:lnTo>
                  <a:lnTo>
                    <a:pt x="1071468" y="66848"/>
                  </a:lnTo>
                  <a:lnTo>
                    <a:pt x="1159085" y="82163"/>
                  </a:lnTo>
                  <a:lnTo>
                    <a:pt x="1241684" y="99390"/>
                  </a:lnTo>
                  <a:lnTo>
                    <a:pt x="1318337" y="118646"/>
                  </a:lnTo>
                  <a:lnTo>
                    <a:pt x="1388850" y="140132"/>
                  </a:lnTo>
                  <a:lnTo>
                    <a:pt x="1453550" y="164134"/>
                  </a:lnTo>
                  <a:lnTo>
                    <a:pt x="1513088" y="191011"/>
                  </a:lnTo>
                  <a:lnTo>
                    <a:pt x="1568300" y="221182"/>
                  </a:lnTo>
                  <a:lnTo>
                    <a:pt x="1620097" y="255087"/>
                  </a:lnTo>
                  <a:lnTo>
                    <a:pt x="1669379" y="293123"/>
                  </a:lnTo>
                  <a:lnTo>
                    <a:pt x="1716961" y="335539"/>
                  </a:lnTo>
                  <a:lnTo>
                    <a:pt x="1719082" y="337561"/>
                  </a:lnTo>
                  <a:lnTo>
                    <a:pt x="1759621" y="378259"/>
                  </a:lnTo>
                  <a:lnTo>
                    <a:pt x="1799767" y="422373"/>
                  </a:lnTo>
                  <a:lnTo>
                    <a:pt x="1839824" y="469967"/>
                  </a:lnTo>
                  <a:lnTo>
                    <a:pt x="1880018" y="521032"/>
                  </a:lnTo>
                  <a:lnTo>
                    <a:pt x="1920510" y="575474"/>
                  </a:lnTo>
                  <a:lnTo>
                    <a:pt x="1961396" y="633110"/>
                  </a:lnTo>
                  <a:lnTo>
                    <a:pt x="2002722" y="693660"/>
                  </a:lnTo>
                  <a:lnTo>
                    <a:pt x="2044482" y="756752"/>
                  </a:lnTo>
                  <a:lnTo>
                    <a:pt x="2086627" y="821926"/>
                  </a:lnTo>
                  <a:lnTo>
                    <a:pt x="2129074" y="888650"/>
                  </a:lnTo>
                  <a:lnTo>
                    <a:pt x="2171714" y="956329"/>
                  </a:lnTo>
                  <a:lnTo>
                    <a:pt x="2214420" y="1024334"/>
                  </a:lnTo>
                  <a:lnTo>
                    <a:pt x="2257062" y="1092024"/>
                  </a:lnTo>
                  <a:lnTo>
                    <a:pt x="2299514" y="1158768"/>
                  </a:lnTo>
                  <a:lnTo>
                    <a:pt x="2341665" y="1223974"/>
                  </a:lnTo>
                  <a:lnTo>
                    <a:pt x="2383431" y="1287105"/>
                  </a:lnTo>
                  <a:lnTo>
                    <a:pt x="2424764" y="1347701"/>
                  </a:lnTo>
                  <a:lnTo>
                    <a:pt x="2465658" y="1405388"/>
                  </a:lnTo>
                  <a:lnTo>
                    <a:pt x="2506156" y="1459886"/>
                  </a:lnTo>
                  <a:lnTo>
                    <a:pt x="2546354" y="1511010"/>
                  </a:lnTo>
                  <a:lnTo>
                    <a:pt x="2586412" y="1558662"/>
                  </a:lnTo>
                  <a:lnTo>
                    <a:pt x="2626554" y="1602834"/>
                  </a:lnTo>
                  <a:lnTo>
                    <a:pt x="2667083" y="1643590"/>
                  </a:lnTo>
                  <a:lnTo>
                    <a:pt x="2667772" y="1644249"/>
                  </a:lnTo>
                  <a:lnTo>
                    <a:pt x="2715293" y="1686865"/>
                  </a:lnTo>
                  <a:lnTo>
                    <a:pt x="2764483" y="1725095"/>
                  </a:lnTo>
                  <a:lnTo>
                    <a:pt x="2816146" y="1759178"/>
                  </a:lnTo>
                  <a:lnTo>
                    <a:pt x="2871184" y="1789509"/>
                  </a:lnTo>
                  <a:lnTo>
                    <a:pt x="2930508" y="1816526"/>
                  </a:lnTo>
                  <a:lnTo>
                    <a:pt x="2994958" y="1840649"/>
                  </a:lnTo>
                  <a:lnTo>
                    <a:pt x="3065199" y="1862242"/>
                  </a:lnTo>
                  <a:lnTo>
                    <a:pt x="3141574" y="1881594"/>
                  </a:lnTo>
                  <a:lnTo>
                    <a:pt x="3223917" y="1898910"/>
                  </a:lnTo>
                  <a:lnTo>
                    <a:pt x="3311340" y="1914310"/>
                  </a:lnTo>
                  <a:lnTo>
                    <a:pt x="3402021" y="1927834"/>
                  </a:lnTo>
                  <a:lnTo>
                    <a:pt x="3493093" y="1939465"/>
                  </a:lnTo>
                  <a:lnTo>
                    <a:pt x="3580742" y="1949154"/>
                  </a:lnTo>
                  <a:lnTo>
                    <a:pt x="3660598" y="1956875"/>
                  </a:lnTo>
                  <a:lnTo>
                    <a:pt x="3728459" y="1962663"/>
                  </a:lnTo>
                  <a:lnTo>
                    <a:pt x="3781172" y="1966659"/>
                  </a:lnTo>
                  <a:lnTo>
                    <a:pt x="3817432" y="1969117"/>
                  </a:lnTo>
                  <a:lnTo>
                    <a:pt x="3838206" y="1970382"/>
                  </a:lnTo>
                  <a:lnTo>
                    <a:pt x="3846713" y="1970850"/>
                  </a:lnTo>
                  <a:lnTo>
                    <a:pt x="3848118" y="1970921"/>
                  </a:lnTo>
                  <a:lnTo>
                    <a:pt x="4386855" y="1970921"/>
                  </a:lnTo>
                  <a:lnTo>
                    <a:pt x="4388146" y="1970947"/>
                  </a:lnTo>
                  <a:lnTo>
                    <a:pt x="4396572" y="1971132"/>
                  </a:lnTo>
                  <a:lnTo>
                    <a:pt x="4417580" y="1971643"/>
                  </a:lnTo>
                  <a:lnTo>
                    <a:pt x="4454556" y="1972647"/>
                  </a:lnTo>
                  <a:lnTo>
                    <a:pt x="4508490" y="1974287"/>
                  </a:lnTo>
                  <a:lnTo>
                    <a:pt x="4577961" y="1976670"/>
                  </a:lnTo>
                  <a:lnTo>
                    <a:pt x="4659611" y="1979850"/>
                  </a:lnTo>
                  <a:lnTo>
                    <a:pt x="4749005" y="1983843"/>
                  </a:lnTo>
                  <a:lnTo>
                    <a:pt x="4841593" y="1988635"/>
                  </a:lnTo>
                  <a:lnTo>
                    <a:pt x="4933455" y="1994206"/>
                  </a:lnTo>
                  <a:lnTo>
                    <a:pt x="5021702" y="2000552"/>
                  </a:lnTo>
                  <a:lnTo>
                    <a:pt x="5104549" y="2007693"/>
                  </a:lnTo>
                  <a:lnTo>
                    <a:pt x="5181177" y="2015683"/>
                  </a:lnTo>
                  <a:lnTo>
                    <a:pt x="5251508" y="2024615"/>
                  </a:lnTo>
                  <a:lnTo>
                    <a:pt x="5315966" y="2034614"/>
                  </a:lnTo>
                  <a:lnTo>
                    <a:pt x="5375291" y="2045838"/>
                  </a:lnTo>
                  <a:lnTo>
                    <a:pt x="5430384" y="2058466"/>
                  </a:lnTo>
                  <a:lnTo>
                    <a:pt x="5482204" y="2072680"/>
                  </a:lnTo>
                  <a:lnTo>
                    <a:pt x="5531678" y="2088635"/>
                  </a:lnTo>
                  <a:lnTo>
                    <a:pt x="5567201" y="2101590"/>
                  </a:lnTo>
                  <a:lnTo>
                    <a:pt x="5616633" y="2121650"/>
                  </a:lnTo>
                  <a:lnTo>
                    <a:pt x="5665586" y="2143756"/>
                  </a:lnTo>
                  <a:lnTo>
                    <a:pt x="5714563" y="2167940"/>
                  </a:lnTo>
                  <a:lnTo>
                    <a:pt x="5763910" y="2194161"/>
                  </a:lnTo>
                  <a:lnTo>
                    <a:pt x="5813831" y="2222298"/>
                  </a:lnTo>
                  <a:lnTo>
                    <a:pt x="5864405" y="2252151"/>
                  </a:lnTo>
                  <a:lnTo>
                    <a:pt x="5915607" y="2283434"/>
                  </a:lnTo>
                  <a:lnTo>
                    <a:pt x="5967319" y="2315787"/>
                  </a:lnTo>
                  <a:lnTo>
                    <a:pt x="6019358" y="2348794"/>
                  </a:lnTo>
                  <a:lnTo>
                    <a:pt x="6071498" y="2382000"/>
                  </a:lnTo>
                  <a:lnTo>
                    <a:pt x="6123502" y="2414938"/>
                  </a:lnTo>
                  <a:lnTo>
                    <a:pt x="6175148" y="2447158"/>
                  </a:lnTo>
                  <a:lnTo>
                    <a:pt x="6226262" y="2478248"/>
                  </a:lnTo>
                  <a:lnTo>
                    <a:pt x="6276738" y="2507862"/>
                  </a:lnTo>
                  <a:lnTo>
                    <a:pt x="6326565" y="2535725"/>
                  </a:lnTo>
                  <a:lnTo>
                    <a:pt x="6375841" y="2561647"/>
                  </a:lnTo>
                  <a:lnTo>
                    <a:pt x="6424789" y="2585523"/>
                  </a:lnTo>
                  <a:lnTo>
                    <a:pt x="6473777" y="2607321"/>
                  </a:lnTo>
                  <a:lnTo>
                    <a:pt x="6515891" y="2624265"/>
                  </a:lnTo>
                  <a:lnTo>
                    <a:pt x="6564161" y="2641562"/>
                  </a:lnTo>
                  <a:lnTo>
                    <a:pt x="6614164" y="2657051"/>
                  </a:lnTo>
                  <a:lnTo>
                    <a:pt x="6666747" y="2670834"/>
                  </a:lnTo>
                  <a:lnTo>
                    <a:pt x="6722853" y="2683077"/>
                  </a:lnTo>
                  <a:lnTo>
                    <a:pt x="6783436" y="2693964"/>
                  </a:lnTo>
                  <a:lnTo>
                    <a:pt x="6849367" y="2703670"/>
                  </a:lnTo>
                  <a:lnTo>
                    <a:pt x="6921319" y="2712345"/>
                  </a:lnTo>
                  <a:lnTo>
                    <a:pt x="6999605" y="2720106"/>
                  </a:lnTo>
                  <a:lnTo>
                    <a:pt x="7083977" y="2727036"/>
                  </a:lnTo>
                  <a:lnTo>
                    <a:pt x="7173384" y="2733178"/>
                  </a:lnTo>
                  <a:lnTo>
                    <a:pt x="7265760" y="2738548"/>
                  </a:lnTo>
                  <a:lnTo>
                    <a:pt x="7357928" y="2743133"/>
                  </a:lnTo>
                  <a:lnTo>
                    <a:pt x="7445749" y="2746914"/>
                  </a:lnTo>
                  <a:lnTo>
                    <a:pt x="7524618" y="2749883"/>
                  </a:lnTo>
                  <a:lnTo>
                    <a:pt x="7590289" y="2752064"/>
                  </a:lnTo>
                  <a:lnTo>
                    <a:pt x="7639836" y="2753526"/>
                  </a:lnTo>
                  <a:lnTo>
                    <a:pt x="7672444" y="2754386"/>
                  </a:lnTo>
                  <a:lnTo>
                    <a:pt x="7689749" y="2754796"/>
                  </a:lnTo>
                  <a:lnTo>
                    <a:pt x="7695708" y="2754923"/>
                  </a:lnTo>
                  <a:lnTo>
                    <a:pt x="7696237" y="2754934"/>
                  </a:lnTo>
                  <a:lnTo>
                    <a:pt x="8234974" y="2754934"/>
                  </a:lnTo>
                  <a:lnTo>
                    <a:pt x="8234974" y="2744045"/>
                  </a:lnTo>
                  <a:lnTo>
                    <a:pt x="7696237" y="2744045"/>
                  </a:lnTo>
                  <a:lnTo>
                    <a:pt x="7694946" y="2744019"/>
                  </a:lnTo>
                  <a:lnTo>
                    <a:pt x="7686521" y="2743834"/>
                  </a:lnTo>
                  <a:lnTo>
                    <a:pt x="7665512" y="2743322"/>
                  </a:lnTo>
                  <a:lnTo>
                    <a:pt x="7628536" y="2742318"/>
                  </a:lnTo>
                  <a:lnTo>
                    <a:pt x="7574602" y="2740678"/>
                  </a:lnTo>
                  <a:lnTo>
                    <a:pt x="7505131" y="2738296"/>
                  </a:lnTo>
                  <a:lnTo>
                    <a:pt x="7423482" y="2735115"/>
                  </a:lnTo>
                  <a:lnTo>
                    <a:pt x="7334087" y="2731123"/>
                  </a:lnTo>
                  <a:lnTo>
                    <a:pt x="7241499" y="2726331"/>
                  </a:lnTo>
                  <a:lnTo>
                    <a:pt x="7149637" y="2720759"/>
                  </a:lnTo>
                  <a:lnTo>
                    <a:pt x="7061390" y="2714413"/>
                  </a:lnTo>
                  <a:lnTo>
                    <a:pt x="6978544" y="2707273"/>
                  </a:lnTo>
                  <a:lnTo>
                    <a:pt x="6901915" y="2699282"/>
                  </a:lnTo>
                  <a:lnTo>
                    <a:pt x="6831585" y="2690351"/>
                  </a:lnTo>
                  <a:lnTo>
                    <a:pt x="6767126" y="2680352"/>
                  </a:lnTo>
                  <a:lnTo>
                    <a:pt x="6707802" y="2669128"/>
                  </a:lnTo>
                  <a:lnTo>
                    <a:pt x="6652709" y="2656500"/>
                  </a:lnTo>
                  <a:lnTo>
                    <a:pt x="6600889" y="2642286"/>
                  </a:lnTo>
                  <a:lnTo>
                    <a:pt x="6551415" y="2626330"/>
                  </a:lnTo>
                  <a:lnTo>
                    <a:pt x="6515891" y="2613376"/>
                  </a:lnTo>
                  <a:lnTo>
                    <a:pt x="6466459" y="2593316"/>
                  </a:lnTo>
                  <a:lnTo>
                    <a:pt x="6417507" y="2571209"/>
                  </a:lnTo>
                  <a:lnTo>
                    <a:pt x="6368529" y="2547025"/>
                  </a:lnTo>
                  <a:lnTo>
                    <a:pt x="6319182" y="2520805"/>
                  </a:lnTo>
                  <a:lnTo>
                    <a:pt x="6269262" y="2492667"/>
                  </a:lnTo>
                  <a:lnTo>
                    <a:pt x="6218687" y="2462815"/>
                  </a:lnTo>
                  <a:lnTo>
                    <a:pt x="6167486" y="2431532"/>
                  </a:lnTo>
                  <a:lnTo>
                    <a:pt x="6115774" y="2399178"/>
                  </a:lnTo>
                  <a:lnTo>
                    <a:pt x="6063735" y="2366171"/>
                  </a:lnTo>
                  <a:lnTo>
                    <a:pt x="6011595" y="2332965"/>
                  </a:lnTo>
                  <a:lnTo>
                    <a:pt x="5959591" y="2300027"/>
                  </a:lnTo>
                  <a:lnTo>
                    <a:pt x="5907944" y="2267808"/>
                  </a:lnTo>
                  <a:lnTo>
                    <a:pt x="5856831" y="2236717"/>
                  </a:lnTo>
                  <a:lnTo>
                    <a:pt x="5806355" y="2207104"/>
                  </a:lnTo>
                  <a:lnTo>
                    <a:pt x="5756528" y="2179241"/>
                  </a:lnTo>
                  <a:lnTo>
                    <a:pt x="5707252" y="2153318"/>
                  </a:lnTo>
                  <a:lnTo>
                    <a:pt x="5658303" y="2129443"/>
                  </a:lnTo>
                  <a:lnTo>
                    <a:pt x="5609316" y="2107645"/>
                  </a:lnTo>
                  <a:lnTo>
                    <a:pt x="5567201" y="2090701"/>
                  </a:lnTo>
                  <a:lnTo>
                    <a:pt x="5518931" y="2073403"/>
                  </a:lnTo>
                  <a:lnTo>
                    <a:pt x="5468928" y="2057914"/>
                  </a:lnTo>
                  <a:lnTo>
                    <a:pt x="5416346" y="2044132"/>
                  </a:lnTo>
                  <a:lnTo>
                    <a:pt x="5360239" y="2031889"/>
                  </a:lnTo>
                  <a:lnTo>
                    <a:pt x="5299656" y="2021001"/>
                  </a:lnTo>
                  <a:lnTo>
                    <a:pt x="5233725" y="2011295"/>
                  </a:lnTo>
                  <a:lnTo>
                    <a:pt x="5161774" y="2002620"/>
                  </a:lnTo>
                  <a:lnTo>
                    <a:pt x="5083487" y="1994859"/>
                  </a:lnTo>
                  <a:lnTo>
                    <a:pt x="4999115" y="1987930"/>
                  </a:lnTo>
                  <a:lnTo>
                    <a:pt x="4909709" y="1981787"/>
                  </a:lnTo>
                  <a:lnTo>
                    <a:pt x="4817333" y="1976418"/>
                  </a:lnTo>
                  <a:lnTo>
                    <a:pt x="4725165" y="1971833"/>
                  </a:lnTo>
                  <a:lnTo>
                    <a:pt x="4637344" y="1968052"/>
                  </a:lnTo>
                  <a:lnTo>
                    <a:pt x="4558474" y="1965083"/>
                  </a:lnTo>
                  <a:lnTo>
                    <a:pt x="4492803" y="1962902"/>
                  </a:lnTo>
                  <a:lnTo>
                    <a:pt x="4443256" y="1961440"/>
                  </a:lnTo>
                  <a:lnTo>
                    <a:pt x="4410648" y="1960580"/>
                  </a:lnTo>
                  <a:lnTo>
                    <a:pt x="4393344" y="1960170"/>
                  </a:lnTo>
                  <a:lnTo>
                    <a:pt x="4387384" y="1960042"/>
                  </a:lnTo>
                  <a:lnTo>
                    <a:pt x="4386855" y="1960032"/>
                  </a:lnTo>
                  <a:lnTo>
                    <a:pt x="3848118" y="1960032"/>
                  </a:lnTo>
                  <a:lnTo>
                    <a:pt x="3846884" y="1959970"/>
                  </a:lnTo>
                  <a:lnTo>
                    <a:pt x="3838823" y="1959529"/>
                  </a:lnTo>
                  <a:lnTo>
                    <a:pt x="3818689" y="1958308"/>
                  </a:lnTo>
                  <a:lnTo>
                    <a:pt x="3783168" y="1955912"/>
                  </a:lnTo>
                  <a:lnTo>
                    <a:pt x="3731186" y="1951992"/>
                  </a:lnTo>
                  <a:lnTo>
                    <a:pt x="3663953" y="1946288"/>
                  </a:lnTo>
                  <a:lnTo>
                    <a:pt x="3584553" y="1938657"/>
                  </a:lnTo>
                  <a:lnTo>
                    <a:pt x="3497161" y="1929056"/>
                  </a:lnTo>
                  <a:lnTo>
                    <a:pt x="3406155" y="1917512"/>
                  </a:lnTo>
                  <a:lnTo>
                    <a:pt x="3315386" y="1904072"/>
                  </a:lnTo>
                  <a:lnTo>
                    <a:pt x="3227769" y="1888758"/>
                  </a:lnTo>
                  <a:lnTo>
                    <a:pt x="3145170" y="1871530"/>
                  </a:lnTo>
                  <a:lnTo>
                    <a:pt x="3068518" y="1852274"/>
                  </a:lnTo>
                  <a:lnTo>
                    <a:pt x="2998004" y="1830788"/>
                  </a:lnTo>
                  <a:lnTo>
                    <a:pt x="2933305" y="1806786"/>
                  </a:lnTo>
                  <a:lnTo>
                    <a:pt x="2873766" y="1779909"/>
                  </a:lnTo>
                  <a:lnTo>
                    <a:pt x="2818554" y="1749738"/>
                  </a:lnTo>
                  <a:lnTo>
                    <a:pt x="2766758" y="1715834"/>
                  </a:lnTo>
                  <a:lnTo>
                    <a:pt x="2717475" y="1677798"/>
                  </a:lnTo>
                  <a:lnTo>
                    <a:pt x="2669894" y="1635381"/>
                  </a:lnTo>
                  <a:lnTo>
                    <a:pt x="2667772" y="1633360"/>
                  </a:lnTo>
                  <a:lnTo>
                    <a:pt x="2627234" y="1592661"/>
                  </a:lnTo>
                  <a:lnTo>
                    <a:pt x="2587088" y="1548548"/>
                  </a:lnTo>
                  <a:lnTo>
                    <a:pt x="2547031" y="1500954"/>
                  </a:lnTo>
                  <a:lnTo>
                    <a:pt x="2506836" y="1449888"/>
                  </a:lnTo>
                  <a:lnTo>
                    <a:pt x="2466345" y="1395446"/>
                  </a:lnTo>
                  <a:lnTo>
                    <a:pt x="2425458" y="1337810"/>
                  </a:lnTo>
                  <a:lnTo>
                    <a:pt x="2384132" y="1277260"/>
                  </a:lnTo>
                  <a:lnTo>
                    <a:pt x="2342373" y="1214169"/>
                  </a:lnTo>
                  <a:lnTo>
                    <a:pt x="2300228" y="1148994"/>
                  </a:lnTo>
                  <a:lnTo>
                    <a:pt x="2257781" y="1082271"/>
                  </a:lnTo>
                  <a:lnTo>
                    <a:pt x="2215141" y="1014592"/>
                  </a:lnTo>
                  <a:lnTo>
                    <a:pt x="2172434" y="946586"/>
                  </a:lnTo>
                  <a:lnTo>
                    <a:pt x="2129792" y="878896"/>
                  </a:lnTo>
                  <a:lnTo>
                    <a:pt x="2087341" y="812152"/>
                  </a:lnTo>
                  <a:lnTo>
                    <a:pt x="2045190" y="746947"/>
                  </a:lnTo>
                  <a:lnTo>
                    <a:pt x="2003423" y="683816"/>
                  </a:lnTo>
                  <a:lnTo>
                    <a:pt x="1962090" y="623220"/>
                  </a:lnTo>
                  <a:lnTo>
                    <a:pt x="1921196" y="565532"/>
                  </a:lnTo>
                  <a:lnTo>
                    <a:pt x="1880699" y="511034"/>
                  </a:lnTo>
                  <a:lnTo>
                    <a:pt x="1840500" y="459911"/>
                  </a:lnTo>
                  <a:lnTo>
                    <a:pt x="1800443" y="412258"/>
                  </a:lnTo>
                  <a:lnTo>
                    <a:pt x="1760301" y="368086"/>
                  </a:lnTo>
                  <a:lnTo>
                    <a:pt x="1719772" y="327331"/>
                  </a:lnTo>
                  <a:lnTo>
                    <a:pt x="1719082" y="326672"/>
                  </a:lnTo>
                  <a:lnTo>
                    <a:pt x="1671561" y="284055"/>
                  </a:lnTo>
                  <a:lnTo>
                    <a:pt x="1622372" y="245825"/>
                  </a:lnTo>
                  <a:lnTo>
                    <a:pt x="1570708" y="211742"/>
                  </a:lnTo>
                  <a:lnTo>
                    <a:pt x="1515670" y="181412"/>
                  </a:lnTo>
                  <a:lnTo>
                    <a:pt x="1456347" y="154395"/>
                  </a:lnTo>
                  <a:lnTo>
                    <a:pt x="1391896" y="130272"/>
                  </a:lnTo>
                  <a:lnTo>
                    <a:pt x="1321655" y="108678"/>
                  </a:lnTo>
                  <a:lnTo>
                    <a:pt x="1245281" y="89326"/>
                  </a:lnTo>
                  <a:lnTo>
                    <a:pt x="1162937" y="72010"/>
                  </a:lnTo>
                  <a:lnTo>
                    <a:pt x="1075514" y="56611"/>
                  </a:lnTo>
                  <a:lnTo>
                    <a:pt x="984834" y="43086"/>
                  </a:lnTo>
                  <a:lnTo>
                    <a:pt x="893761" y="31456"/>
                  </a:lnTo>
                  <a:lnTo>
                    <a:pt x="806113" y="21766"/>
                  </a:lnTo>
                  <a:lnTo>
                    <a:pt x="726256" y="14046"/>
                  </a:lnTo>
                  <a:lnTo>
                    <a:pt x="658396" y="8258"/>
                  </a:lnTo>
                  <a:lnTo>
                    <a:pt x="605682" y="4261"/>
                  </a:lnTo>
                  <a:lnTo>
                    <a:pt x="569423" y="1803"/>
                  </a:lnTo>
                  <a:lnTo>
                    <a:pt x="548649" y="538"/>
                  </a:lnTo>
                  <a:lnTo>
                    <a:pt x="540141" y="7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44" name="pl744"/>
            <p:cNvSpPr/>
            <p:nvPr/>
          </p:nvSpPr>
          <p:spPr>
            <a:xfrm>
              <a:off x="546595" y="2400151"/>
              <a:ext cx="8234974" cy="2744045"/>
            </a:xfrm>
            <a:custGeom>
              <a:avLst/>
              <a:pathLst>
                <a:path w="8234974" h="2744045">
                  <a:moveTo>
                    <a:pt x="0" y="0"/>
                  </a:moveTo>
                  <a:lnTo>
                    <a:pt x="538736" y="0"/>
                  </a:lnTo>
                  <a:lnTo>
                    <a:pt x="539970" y="61"/>
                  </a:lnTo>
                  <a:lnTo>
                    <a:pt x="548032" y="503"/>
                  </a:lnTo>
                  <a:lnTo>
                    <a:pt x="568166" y="1723"/>
                  </a:lnTo>
                  <a:lnTo>
                    <a:pt x="603687" y="4119"/>
                  </a:lnTo>
                  <a:lnTo>
                    <a:pt x="655668" y="8040"/>
                  </a:lnTo>
                  <a:lnTo>
                    <a:pt x="722901" y="13743"/>
                  </a:lnTo>
                  <a:lnTo>
                    <a:pt x="802302" y="21375"/>
                  </a:lnTo>
                  <a:lnTo>
                    <a:pt x="889694" y="30976"/>
                  </a:lnTo>
                  <a:lnTo>
                    <a:pt x="980700" y="42519"/>
                  </a:lnTo>
                  <a:lnTo>
                    <a:pt x="1071468" y="55959"/>
                  </a:lnTo>
                  <a:lnTo>
                    <a:pt x="1159085" y="71273"/>
                  </a:lnTo>
                  <a:lnTo>
                    <a:pt x="1241684" y="88501"/>
                  </a:lnTo>
                  <a:lnTo>
                    <a:pt x="1318337" y="107757"/>
                  </a:lnTo>
                  <a:lnTo>
                    <a:pt x="1388850" y="129243"/>
                  </a:lnTo>
                  <a:lnTo>
                    <a:pt x="1453550" y="153245"/>
                  </a:lnTo>
                  <a:lnTo>
                    <a:pt x="1513088" y="180122"/>
                  </a:lnTo>
                  <a:lnTo>
                    <a:pt x="1568300" y="210293"/>
                  </a:lnTo>
                  <a:lnTo>
                    <a:pt x="1620097" y="244198"/>
                  </a:lnTo>
                  <a:lnTo>
                    <a:pt x="1669379" y="282234"/>
                  </a:lnTo>
                  <a:lnTo>
                    <a:pt x="1716961" y="324650"/>
                  </a:lnTo>
                  <a:lnTo>
                    <a:pt x="1719082" y="326672"/>
                  </a:lnTo>
                  <a:lnTo>
                    <a:pt x="1759621" y="367370"/>
                  </a:lnTo>
                  <a:lnTo>
                    <a:pt x="1799767" y="411484"/>
                  </a:lnTo>
                  <a:lnTo>
                    <a:pt x="1839824" y="459078"/>
                  </a:lnTo>
                  <a:lnTo>
                    <a:pt x="1880018" y="510143"/>
                  </a:lnTo>
                  <a:lnTo>
                    <a:pt x="1920510" y="564585"/>
                  </a:lnTo>
                  <a:lnTo>
                    <a:pt x="1961396" y="622221"/>
                  </a:lnTo>
                  <a:lnTo>
                    <a:pt x="2002722" y="682771"/>
                  </a:lnTo>
                  <a:lnTo>
                    <a:pt x="2044482" y="745863"/>
                  </a:lnTo>
                  <a:lnTo>
                    <a:pt x="2086627" y="811037"/>
                  </a:lnTo>
                  <a:lnTo>
                    <a:pt x="2129074" y="877760"/>
                  </a:lnTo>
                  <a:lnTo>
                    <a:pt x="2171714" y="945440"/>
                  </a:lnTo>
                  <a:lnTo>
                    <a:pt x="2214420" y="1013445"/>
                  </a:lnTo>
                  <a:lnTo>
                    <a:pt x="2257062" y="1081135"/>
                  </a:lnTo>
                  <a:lnTo>
                    <a:pt x="2299514" y="1147879"/>
                  </a:lnTo>
                  <a:lnTo>
                    <a:pt x="2341665" y="1213085"/>
                  </a:lnTo>
                  <a:lnTo>
                    <a:pt x="2383431" y="1276216"/>
                  </a:lnTo>
                  <a:lnTo>
                    <a:pt x="2424764" y="1336812"/>
                  </a:lnTo>
                  <a:lnTo>
                    <a:pt x="2465658" y="1394499"/>
                  </a:lnTo>
                  <a:lnTo>
                    <a:pt x="2506156" y="1448997"/>
                  </a:lnTo>
                  <a:lnTo>
                    <a:pt x="2546354" y="1500120"/>
                  </a:lnTo>
                  <a:lnTo>
                    <a:pt x="2586412" y="1547773"/>
                  </a:lnTo>
                  <a:lnTo>
                    <a:pt x="2626554" y="1591945"/>
                  </a:lnTo>
                  <a:lnTo>
                    <a:pt x="2667083" y="1632701"/>
                  </a:lnTo>
                  <a:lnTo>
                    <a:pt x="2667772" y="1633360"/>
                  </a:lnTo>
                  <a:lnTo>
                    <a:pt x="2715293" y="1675976"/>
                  </a:lnTo>
                  <a:lnTo>
                    <a:pt x="2764483" y="1714206"/>
                  </a:lnTo>
                  <a:lnTo>
                    <a:pt x="2816146" y="1748289"/>
                  </a:lnTo>
                  <a:lnTo>
                    <a:pt x="2871184" y="1778620"/>
                  </a:lnTo>
                  <a:lnTo>
                    <a:pt x="2930508" y="1805637"/>
                  </a:lnTo>
                  <a:lnTo>
                    <a:pt x="2994958" y="1829760"/>
                  </a:lnTo>
                  <a:lnTo>
                    <a:pt x="3065199" y="1851353"/>
                  </a:lnTo>
                  <a:lnTo>
                    <a:pt x="3141574" y="1870705"/>
                  </a:lnTo>
                  <a:lnTo>
                    <a:pt x="3223917" y="1888021"/>
                  </a:lnTo>
                  <a:lnTo>
                    <a:pt x="3311340" y="1903421"/>
                  </a:lnTo>
                  <a:lnTo>
                    <a:pt x="3402021" y="1916945"/>
                  </a:lnTo>
                  <a:lnTo>
                    <a:pt x="3493093" y="1928576"/>
                  </a:lnTo>
                  <a:lnTo>
                    <a:pt x="3580742" y="1938265"/>
                  </a:lnTo>
                  <a:lnTo>
                    <a:pt x="3660598" y="1945986"/>
                  </a:lnTo>
                  <a:lnTo>
                    <a:pt x="3728459" y="1951774"/>
                  </a:lnTo>
                  <a:lnTo>
                    <a:pt x="3781172" y="1955770"/>
                  </a:lnTo>
                  <a:lnTo>
                    <a:pt x="3817432" y="1958228"/>
                  </a:lnTo>
                  <a:lnTo>
                    <a:pt x="3838206" y="1959493"/>
                  </a:lnTo>
                  <a:lnTo>
                    <a:pt x="3846713" y="1959961"/>
                  </a:lnTo>
                  <a:lnTo>
                    <a:pt x="3848118" y="1960032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146" y="1960058"/>
                  </a:lnTo>
                  <a:lnTo>
                    <a:pt x="4396572" y="1960243"/>
                  </a:lnTo>
                  <a:lnTo>
                    <a:pt x="4417580" y="1960754"/>
                  </a:lnTo>
                  <a:lnTo>
                    <a:pt x="4454556" y="1961758"/>
                  </a:lnTo>
                  <a:lnTo>
                    <a:pt x="4508490" y="1963398"/>
                  </a:lnTo>
                  <a:lnTo>
                    <a:pt x="4577961" y="1965780"/>
                  </a:lnTo>
                  <a:lnTo>
                    <a:pt x="4659611" y="1968961"/>
                  </a:lnTo>
                  <a:lnTo>
                    <a:pt x="4749005" y="1972954"/>
                  </a:lnTo>
                  <a:lnTo>
                    <a:pt x="4841593" y="1977746"/>
                  </a:lnTo>
                  <a:lnTo>
                    <a:pt x="4933455" y="1983317"/>
                  </a:lnTo>
                  <a:lnTo>
                    <a:pt x="5021702" y="1989663"/>
                  </a:lnTo>
                  <a:lnTo>
                    <a:pt x="5104549" y="1996804"/>
                  </a:lnTo>
                  <a:lnTo>
                    <a:pt x="5181177" y="2004794"/>
                  </a:lnTo>
                  <a:lnTo>
                    <a:pt x="5251508" y="2013726"/>
                  </a:lnTo>
                  <a:lnTo>
                    <a:pt x="5315966" y="2023725"/>
                  </a:lnTo>
                  <a:lnTo>
                    <a:pt x="5375291" y="2034949"/>
                  </a:lnTo>
                  <a:lnTo>
                    <a:pt x="5430384" y="2047577"/>
                  </a:lnTo>
                  <a:lnTo>
                    <a:pt x="5482204" y="2061790"/>
                  </a:lnTo>
                  <a:lnTo>
                    <a:pt x="5531678" y="2077746"/>
                  </a:lnTo>
                  <a:lnTo>
                    <a:pt x="5567201" y="2090701"/>
                  </a:lnTo>
                  <a:lnTo>
                    <a:pt x="5616633" y="2110761"/>
                  </a:lnTo>
                  <a:lnTo>
                    <a:pt x="5665586" y="2132867"/>
                  </a:lnTo>
                  <a:lnTo>
                    <a:pt x="5714563" y="2157051"/>
                  </a:lnTo>
                  <a:lnTo>
                    <a:pt x="5763910" y="2183272"/>
                  </a:lnTo>
                  <a:lnTo>
                    <a:pt x="5813831" y="2211409"/>
                  </a:lnTo>
                  <a:lnTo>
                    <a:pt x="5864405" y="2241262"/>
                  </a:lnTo>
                  <a:lnTo>
                    <a:pt x="5915607" y="2272545"/>
                  </a:lnTo>
                  <a:lnTo>
                    <a:pt x="5967319" y="2304898"/>
                  </a:lnTo>
                  <a:lnTo>
                    <a:pt x="6019358" y="2337905"/>
                  </a:lnTo>
                  <a:lnTo>
                    <a:pt x="6071498" y="2371111"/>
                  </a:lnTo>
                  <a:lnTo>
                    <a:pt x="6123502" y="2404049"/>
                  </a:lnTo>
                  <a:lnTo>
                    <a:pt x="6175148" y="2436269"/>
                  </a:lnTo>
                  <a:lnTo>
                    <a:pt x="6226262" y="2467359"/>
                  </a:lnTo>
                  <a:lnTo>
                    <a:pt x="6276738" y="2496973"/>
                  </a:lnTo>
                  <a:lnTo>
                    <a:pt x="6326565" y="2524836"/>
                  </a:lnTo>
                  <a:lnTo>
                    <a:pt x="6375841" y="2550758"/>
                  </a:lnTo>
                  <a:lnTo>
                    <a:pt x="6424789" y="2574633"/>
                  </a:lnTo>
                  <a:lnTo>
                    <a:pt x="6473777" y="2596432"/>
                  </a:lnTo>
                  <a:lnTo>
                    <a:pt x="6515891" y="2613376"/>
                  </a:lnTo>
                  <a:lnTo>
                    <a:pt x="6564161" y="2630673"/>
                  </a:lnTo>
                  <a:lnTo>
                    <a:pt x="6614164" y="2646162"/>
                  </a:lnTo>
                  <a:lnTo>
                    <a:pt x="6666747" y="2659945"/>
                  </a:lnTo>
                  <a:lnTo>
                    <a:pt x="6722853" y="2672188"/>
                  </a:lnTo>
                  <a:lnTo>
                    <a:pt x="6783436" y="2683075"/>
                  </a:lnTo>
                  <a:lnTo>
                    <a:pt x="6849367" y="2692781"/>
                  </a:lnTo>
                  <a:lnTo>
                    <a:pt x="6921319" y="2701456"/>
                  </a:lnTo>
                  <a:lnTo>
                    <a:pt x="6999605" y="2709217"/>
                  </a:lnTo>
                  <a:lnTo>
                    <a:pt x="7083977" y="2716146"/>
                  </a:lnTo>
                  <a:lnTo>
                    <a:pt x="7173384" y="2722289"/>
                  </a:lnTo>
                  <a:lnTo>
                    <a:pt x="7265760" y="2727659"/>
                  </a:lnTo>
                  <a:lnTo>
                    <a:pt x="7357928" y="2732244"/>
                  </a:lnTo>
                  <a:lnTo>
                    <a:pt x="7445749" y="2736025"/>
                  </a:lnTo>
                  <a:lnTo>
                    <a:pt x="7524618" y="2738994"/>
                  </a:lnTo>
                  <a:lnTo>
                    <a:pt x="7590289" y="2741175"/>
                  </a:lnTo>
                  <a:lnTo>
                    <a:pt x="7639836" y="2742637"/>
                  </a:lnTo>
                  <a:lnTo>
                    <a:pt x="7672444" y="2743497"/>
                  </a:lnTo>
                  <a:lnTo>
                    <a:pt x="7689749" y="2743907"/>
                  </a:lnTo>
                  <a:lnTo>
                    <a:pt x="7695708" y="2744034"/>
                  </a:lnTo>
                  <a:lnTo>
                    <a:pt x="7696237" y="2744045"/>
                  </a:lnTo>
                  <a:lnTo>
                    <a:pt x="8234974" y="27440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5" name="pl745"/>
            <p:cNvSpPr/>
            <p:nvPr/>
          </p:nvSpPr>
          <p:spPr>
            <a:xfrm>
              <a:off x="546595" y="2389261"/>
              <a:ext cx="8234974" cy="2744045"/>
            </a:xfrm>
            <a:custGeom>
              <a:avLst/>
              <a:pathLst>
                <a:path w="8234974" h="2744045">
                  <a:moveTo>
                    <a:pt x="8234974" y="2744045"/>
                  </a:moveTo>
                  <a:lnTo>
                    <a:pt x="7696237" y="2744045"/>
                  </a:lnTo>
                  <a:lnTo>
                    <a:pt x="7694946" y="2744019"/>
                  </a:lnTo>
                  <a:lnTo>
                    <a:pt x="7686521" y="2743834"/>
                  </a:lnTo>
                  <a:lnTo>
                    <a:pt x="7665512" y="2743322"/>
                  </a:lnTo>
                  <a:lnTo>
                    <a:pt x="7628536" y="2742318"/>
                  </a:lnTo>
                  <a:lnTo>
                    <a:pt x="7574602" y="2740678"/>
                  </a:lnTo>
                  <a:lnTo>
                    <a:pt x="7505131" y="2738296"/>
                  </a:lnTo>
                  <a:lnTo>
                    <a:pt x="7423482" y="2735115"/>
                  </a:lnTo>
                  <a:lnTo>
                    <a:pt x="7334087" y="2731123"/>
                  </a:lnTo>
                  <a:lnTo>
                    <a:pt x="7241499" y="2726331"/>
                  </a:lnTo>
                  <a:lnTo>
                    <a:pt x="7149637" y="2720759"/>
                  </a:lnTo>
                  <a:lnTo>
                    <a:pt x="7061390" y="2714413"/>
                  </a:lnTo>
                  <a:lnTo>
                    <a:pt x="6978544" y="2707273"/>
                  </a:lnTo>
                  <a:lnTo>
                    <a:pt x="6901915" y="2699282"/>
                  </a:lnTo>
                  <a:lnTo>
                    <a:pt x="6831585" y="2690351"/>
                  </a:lnTo>
                  <a:lnTo>
                    <a:pt x="6767126" y="2680352"/>
                  </a:lnTo>
                  <a:lnTo>
                    <a:pt x="6707802" y="2669128"/>
                  </a:lnTo>
                  <a:lnTo>
                    <a:pt x="6652709" y="2656500"/>
                  </a:lnTo>
                  <a:lnTo>
                    <a:pt x="6600889" y="2642286"/>
                  </a:lnTo>
                  <a:lnTo>
                    <a:pt x="6551415" y="2626330"/>
                  </a:lnTo>
                  <a:lnTo>
                    <a:pt x="6515891" y="2613376"/>
                  </a:lnTo>
                  <a:lnTo>
                    <a:pt x="6466459" y="2593316"/>
                  </a:lnTo>
                  <a:lnTo>
                    <a:pt x="6417507" y="2571209"/>
                  </a:lnTo>
                  <a:lnTo>
                    <a:pt x="6368529" y="2547025"/>
                  </a:lnTo>
                  <a:lnTo>
                    <a:pt x="6319182" y="2520805"/>
                  </a:lnTo>
                  <a:lnTo>
                    <a:pt x="6269262" y="2492667"/>
                  </a:lnTo>
                  <a:lnTo>
                    <a:pt x="6218687" y="2462815"/>
                  </a:lnTo>
                  <a:lnTo>
                    <a:pt x="6167486" y="2431532"/>
                  </a:lnTo>
                  <a:lnTo>
                    <a:pt x="6115774" y="2399178"/>
                  </a:lnTo>
                  <a:lnTo>
                    <a:pt x="6063735" y="2366171"/>
                  </a:lnTo>
                  <a:lnTo>
                    <a:pt x="6011595" y="2332965"/>
                  </a:lnTo>
                  <a:lnTo>
                    <a:pt x="5959591" y="2300027"/>
                  </a:lnTo>
                  <a:lnTo>
                    <a:pt x="5907944" y="2267808"/>
                  </a:lnTo>
                  <a:lnTo>
                    <a:pt x="5856831" y="2236717"/>
                  </a:lnTo>
                  <a:lnTo>
                    <a:pt x="5806355" y="2207104"/>
                  </a:lnTo>
                  <a:lnTo>
                    <a:pt x="5756528" y="2179241"/>
                  </a:lnTo>
                  <a:lnTo>
                    <a:pt x="5707252" y="2153318"/>
                  </a:lnTo>
                  <a:lnTo>
                    <a:pt x="5658303" y="2129443"/>
                  </a:lnTo>
                  <a:lnTo>
                    <a:pt x="5609316" y="2107645"/>
                  </a:lnTo>
                  <a:lnTo>
                    <a:pt x="5567201" y="2090701"/>
                  </a:lnTo>
                  <a:lnTo>
                    <a:pt x="5518931" y="2073403"/>
                  </a:lnTo>
                  <a:lnTo>
                    <a:pt x="5468928" y="2057914"/>
                  </a:lnTo>
                  <a:lnTo>
                    <a:pt x="5416346" y="2044132"/>
                  </a:lnTo>
                  <a:lnTo>
                    <a:pt x="5360239" y="2031889"/>
                  </a:lnTo>
                  <a:lnTo>
                    <a:pt x="5299656" y="2021001"/>
                  </a:lnTo>
                  <a:lnTo>
                    <a:pt x="5233725" y="2011295"/>
                  </a:lnTo>
                  <a:lnTo>
                    <a:pt x="5161774" y="2002620"/>
                  </a:lnTo>
                  <a:lnTo>
                    <a:pt x="5083487" y="1994859"/>
                  </a:lnTo>
                  <a:lnTo>
                    <a:pt x="4999115" y="1987930"/>
                  </a:lnTo>
                  <a:lnTo>
                    <a:pt x="4909709" y="1981787"/>
                  </a:lnTo>
                  <a:lnTo>
                    <a:pt x="4817333" y="1976418"/>
                  </a:lnTo>
                  <a:lnTo>
                    <a:pt x="4725165" y="1971833"/>
                  </a:lnTo>
                  <a:lnTo>
                    <a:pt x="4637344" y="1968052"/>
                  </a:lnTo>
                  <a:lnTo>
                    <a:pt x="4558474" y="1965083"/>
                  </a:lnTo>
                  <a:lnTo>
                    <a:pt x="4492803" y="1962902"/>
                  </a:lnTo>
                  <a:lnTo>
                    <a:pt x="4443256" y="1961440"/>
                  </a:lnTo>
                  <a:lnTo>
                    <a:pt x="4410648" y="1960580"/>
                  </a:lnTo>
                  <a:lnTo>
                    <a:pt x="4393344" y="1960170"/>
                  </a:lnTo>
                  <a:lnTo>
                    <a:pt x="4387384" y="1960042"/>
                  </a:lnTo>
                  <a:lnTo>
                    <a:pt x="4386855" y="1960032"/>
                  </a:lnTo>
                  <a:lnTo>
                    <a:pt x="3848118" y="1960032"/>
                  </a:lnTo>
                  <a:lnTo>
                    <a:pt x="3846884" y="1959970"/>
                  </a:lnTo>
                  <a:lnTo>
                    <a:pt x="3838823" y="1959529"/>
                  </a:lnTo>
                  <a:lnTo>
                    <a:pt x="3818689" y="1958308"/>
                  </a:lnTo>
                  <a:lnTo>
                    <a:pt x="3783168" y="1955912"/>
                  </a:lnTo>
                  <a:lnTo>
                    <a:pt x="3731186" y="1951992"/>
                  </a:lnTo>
                  <a:lnTo>
                    <a:pt x="3663953" y="1946288"/>
                  </a:lnTo>
                  <a:lnTo>
                    <a:pt x="3584553" y="1938657"/>
                  </a:lnTo>
                  <a:lnTo>
                    <a:pt x="3497161" y="1929056"/>
                  </a:lnTo>
                  <a:lnTo>
                    <a:pt x="3406155" y="1917512"/>
                  </a:lnTo>
                  <a:lnTo>
                    <a:pt x="3315386" y="1904072"/>
                  </a:lnTo>
                  <a:lnTo>
                    <a:pt x="3227769" y="1888758"/>
                  </a:lnTo>
                  <a:lnTo>
                    <a:pt x="3145170" y="1871530"/>
                  </a:lnTo>
                  <a:lnTo>
                    <a:pt x="3068518" y="1852274"/>
                  </a:lnTo>
                  <a:lnTo>
                    <a:pt x="2998004" y="1830788"/>
                  </a:lnTo>
                  <a:lnTo>
                    <a:pt x="2933305" y="1806786"/>
                  </a:lnTo>
                  <a:lnTo>
                    <a:pt x="2873766" y="1779909"/>
                  </a:lnTo>
                  <a:lnTo>
                    <a:pt x="2818554" y="1749738"/>
                  </a:lnTo>
                  <a:lnTo>
                    <a:pt x="2766758" y="1715834"/>
                  </a:lnTo>
                  <a:lnTo>
                    <a:pt x="2717475" y="1677798"/>
                  </a:lnTo>
                  <a:lnTo>
                    <a:pt x="2669894" y="1635381"/>
                  </a:lnTo>
                  <a:lnTo>
                    <a:pt x="2667772" y="1633360"/>
                  </a:lnTo>
                  <a:lnTo>
                    <a:pt x="2627234" y="1592661"/>
                  </a:lnTo>
                  <a:lnTo>
                    <a:pt x="2587088" y="1548548"/>
                  </a:lnTo>
                  <a:lnTo>
                    <a:pt x="2547031" y="1500954"/>
                  </a:lnTo>
                  <a:lnTo>
                    <a:pt x="2506836" y="1449888"/>
                  </a:lnTo>
                  <a:lnTo>
                    <a:pt x="2466345" y="1395446"/>
                  </a:lnTo>
                  <a:lnTo>
                    <a:pt x="2425458" y="1337810"/>
                  </a:lnTo>
                  <a:lnTo>
                    <a:pt x="2384132" y="1277260"/>
                  </a:lnTo>
                  <a:lnTo>
                    <a:pt x="2342373" y="1214169"/>
                  </a:lnTo>
                  <a:lnTo>
                    <a:pt x="2300228" y="1148994"/>
                  </a:lnTo>
                  <a:lnTo>
                    <a:pt x="2257781" y="1082271"/>
                  </a:lnTo>
                  <a:lnTo>
                    <a:pt x="2215141" y="1014592"/>
                  </a:lnTo>
                  <a:lnTo>
                    <a:pt x="2172434" y="946586"/>
                  </a:lnTo>
                  <a:lnTo>
                    <a:pt x="2129792" y="878896"/>
                  </a:lnTo>
                  <a:lnTo>
                    <a:pt x="2087341" y="812152"/>
                  </a:lnTo>
                  <a:lnTo>
                    <a:pt x="2045190" y="746947"/>
                  </a:lnTo>
                  <a:lnTo>
                    <a:pt x="2003423" y="683816"/>
                  </a:lnTo>
                  <a:lnTo>
                    <a:pt x="1962090" y="623220"/>
                  </a:lnTo>
                  <a:lnTo>
                    <a:pt x="1921196" y="565532"/>
                  </a:lnTo>
                  <a:lnTo>
                    <a:pt x="1880699" y="511034"/>
                  </a:lnTo>
                  <a:lnTo>
                    <a:pt x="1840500" y="459911"/>
                  </a:lnTo>
                  <a:lnTo>
                    <a:pt x="1800443" y="412258"/>
                  </a:lnTo>
                  <a:lnTo>
                    <a:pt x="1760301" y="368086"/>
                  </a:lnTo>
                  <a:lnTo>
                    <a:pt x="1719772" y="327331"/>
                  </a:lnTo>
                  <a:lnTo>
                    <a:pt x="1719082" y="326672"/>
                  </a:lnTo>
                  <a:lnTo>
                    <a:pt x="1671561" y="284055"/>
                  </a:lnTo>
                  <a:lnTo>
                    <a:pt x="1622372" y="245825"/>
                  </a:lnTo>
                  <a:lnTo>
                    <a:pt x="1570708" y="211742"/>
                  </a:lnTo>
                  <a:lnTo>
                    <a:pt x="1515670" y="181412"/>
                  </a:lnTo>
                  <a:lnTo>
                    <a:pt x="1456347" y="154395"/>
                  </a:lnTo>
                  <a:lnTo>
                    <a:pt x="1391896" y="130272"/>
                  </a:lnTo>
                  <a:lnTo>
                    <a:pt x="1321655" y="108678"/>
                  </a:lnTo>
                  <a:lnTo>
                    <a:pt x="1245281" y="89326"/>
                  </a:lnTo>
                  <a:lnTo>
                    <a:pt x="1162937" y="72010"/>
                  </a:lnTo>
                  <a:lnTo>
                    <a:pt x="1075514" y="56611"/>
                  </a:lnTo>
                  <a:lnTo>
                    <a:pt x="984834" y="43086"/>
                  </a:lnTo>
                  <a:lnTo>
                    <a:pt x="893761" y="31456"/>
                  </a:lnTo>
                  <a:lnTo>
                    <a:pt x="806113" y="21766"/>
                  </a:lnTo>
                  <a:lnTo>
                    <a:pt x="726256" y="14046"/>
                  </a:lnTo>
                  <a:lnTo>
                    <a:pt x="658396" y="8258"/>
                  </a:lnTo>
                  <a:lnTo>
                    <a:pt x="605682" y="4261"/>
                  </a:lnTo>
                  <a:lnTo>
                    <a:pt x="569423" y="1803"/>
                  </a:lnTo>
                  <a:lnTo>
                    <a:pt x="548649" y="538"/>
                  </a:lnTo>
                  <a:lnTo>
                    <a:pt x="540141" y="70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6" name="pg746"/>
            <p:cNvSpPr/>
            <p:nvPr/>
          </p:nvSpPr>
          <p:spPr>
            <a:xfrm>
              <a:off x="546595" y="2400151"/>
              <a:ext cx="8234974" cy="3239497"/>
            </a:xfrm>
            <a:custGeom>
              <a:avLst/>
              <a:pathLst>
                <a:path w="8234974" h="3239497">
                  <a:moveTo>
                    <a:pt x="0" y="5444"/>
                  </a:moveTo>
                  <a:lnTo>
                    <a:pt x="538736" y="5444"/>
                  </a:lnTo>
                  <a:lnTo>
                    <a:pt x="539970" y="5506"/>
                  </a:lnTo>
                  <a:lnTo>
                    <a:pt x="548029" y="5948"/>
                  </a:lnTo>
                  <a:lnTo>
                    <a:pt x="568158" y="7172"/>
                  </a:lnTo>
                  <a:lnTo>
                    <a:pt x="603670" y="9574"/>
                  </a:lnTo>
                  <a:lnTo>
                    <a:pt x="655639" y="13504"/>
                  </a:lnTo>
                  <a:lnTo>
                    <a:pt x="722857" y="19222"/>
                  </a:lnTo>
                  <a:lnTo>
                    <a:pt x="802243" y="26872"/>
                  </a:lnTo>
                  <a:lnTo>
                    <a:pt x="889623" y="36498"/>
                  </a:lnTo>
                  <a:lnTo>
                    <a:pt x="980619" y="48071"/>
                  </a:lnTo>
                  <a:lnTo>
                    <a:pt x="1071379" y="61545"/>
                  </a:lnTo>
                  <a:lnTo>
                    <a:pt x="1158992" y="76898"/>
                  </a:lnTo>
                  <a:lnTo>
                    <a:pt x="1241589" y="94170"/>
                  </a:lnTo>
                  <a:lnTo>
                    <a:pt x="1318242" y="113475"/>
                  </a:lnTo>
                  <a:lnTo>
                    <a:pt x="1388757" y="135015"/>
                  </a:lnTo>
                  <a:lnTo>
                    <a:pt x="1453458" y="159077"/>
                  </a:lnTo>
                  <a:lnTo>
                    <a:pt x="1512998" y="186022"/>
                  </a:lnTo>
                  <a:lnTo>
                    <a:pt x="1568210" y="216268"/>
                  </a:lnTo>
                  <a:lnTo>
                    <a:pt x="1620007" y="250256"/>
                  </a:lnTo>
                  <a:lnTo>
                    <a:pt x="1669288" y="288386"/>
                  </a:lnTo>
                  <a:lnTo>
                    <a:pt x="1716868" y="330908"/>
                  </a:lnTo>
                  <a:lnTo>
                    <a:pt x="1719082" y="333024"/>
                  </a:lnTo>
                  <a:lnTo>
                    <a:pt x="1759584" y="373797"/>
                  </a:lnTo>
                  <a:lnTo>
                    <a:pt x="1799694" y="417988"/>
                  </a:lnTo>
                  <a:lnTo>
                    <a:pt x="1839715" y="465663"/>
                  </a:lnTo>
                  <a:lnTo>
                    <a:pt x="1879872" y="516812"/>
                  </a:lnTo>
                  <a:lnTo>
                    <a:pt x="1920325" y="571343"/>
                  </a:lnTo>
                  <a:lnTo>
                    <a:pt x="1961172" y="629071"/>
                  </a:lnTo>
                  <a:lnTo>
                    <a:pt x="2002458" y="689717"/>
                  </a:lnTo>
                  <a:lnTo>
                    <a:pt x="2044177" y="752911"/>
                  </a:lnTo>
                  <a:lnTo>
                    <a:pt x="2086281" y="818193"/>
                  </a:lnTo>
                  <a:lnTo>
                    <a:pt x="2128687" y="885030"/>
                  </a:lnTo>
                  <a:lnTo>
                    <a:pt x="2171287" y="952829"/>
                  </a:lnTo>
                  <a:lnTo>
                    <a:pt x="2213955" y="1020962"/>
                  </a:lnTo>
                  <a:lnTo>
                    <a:pt x="2256560" y="1088785"/>
                  </a:lnTo>
                  <a:lnTo>
                    <a:pt x="2298976" y="1155669"/>
                  </a:lnTo>
                  <a:lnTo>
                    <a:pt x="2341093" y="1221021"/>
                  </a:lnTo>
                  <a:lnTo>
                    <a:pt x="2382827" y="1284302"/>
                  </a:lnTo>
                  <a:lnTo>
                    <a:pt x="2424129" y="1345052"/>
                  </a:lnTo>
                  <a:lnTo>
                    <a:pt x="2464993" y="1402896"/>
                  </a:lnTo>
                  <a:lnTo>
                    <a:pt x="2505460" y="1457552"/>
                  </a:lnTo>
                  <a:lnTo>
                    <a:pt x="2545625" y="1508831"/>
                  </a:lnTo>
                  <a:lnTo>
                    <a:pt x="2585647" y="1556638"/>
                  </a:lnTo>
                  <a:lnTo>
                    <a:pt x="2625749" y="1600960"/>
                  </a:lnTo>
                  <a:lnTo>
                    <a:pt x="2666229" y="1641861"/>
                  </a:lnTo>
                  <a:lnTo>
                    <a:pt x="2667772" y="1643341"/>
                  </a:lnTo>
                  <a:lnTo>
                    <a:pt x="2715289" y="1686072"/>
                  </a:lnTo>
                  <a:lnTo>
                    <a:pt x="2764473" y="1724405"/>
                  </a:lnTo>
                  <a:lnTo>
                    <a:pt x="2816131" y="1758581"/>
                  </a:lnTo>
                  <a:lnTo>
                    <a:pt x="2871162" y="1788993"/>
                  </a:lnTo>
                  <a:lnTo>
                    <a:pt x="2930477" y="1816084"/>
                  </a:lnTo>
                  <a:lnTo>
                    <a:pt x="2994918" y="1840273"/>
                  </a:lnTo>
                  <a:lnTo>
                    <a:pt x="3065148" y="1861926"/>
                  </a:lnTo>
                  <a:lnTo>
                    <a:pt x="3141511" y="1881331"/>
                  </a:lnTo>
                  <a:lnTo>
                    <a:pt x="3223841" y="1898695"/>
                  </a:lnTo>
                  <a:lnTo>
                    <a:pt x="3311252" y="1914138"/>
                  </a:lnTo>
                  <a:lnTo>
                    <a:pt x="3401921" y="1927701"/>
                  </a:lnTo>
                  <a:lnTo>
                    <a:pt x="3492986" y="1939365"/>
                  </a:lnTo>
                  <a:lnTo>
                    <a:pt x="3580633" y="1949083"/>
                  </a:lnTo>
                  <a:lnTo>
                    <a:pt x="3660495" y="1956826"/>
                  </a:lnTo>
                  <a:lnTo>
                    <a:pt x="3728369" y="1962633"/>
                  </a:lnTo>
                  <a:lnTo>
                    <a:pt x="3781102" y="1966642"/>
                  </a:lnTo>
                  <a:lnTo>
                    <a:pt x="3817384" y="1969109"/>
                  </a:lnTo>
                  <a:lnTo>
                    <a:pt x="3838181" y="1970379"/>
                  </a:lnTo>
                  <a:lnTo>
                    <a:pt x="3846706" y="1970850"/>
                  </a:lnTo>
                  <a:lnTo>
                    <a:pt x="3848118" y="1970921"/>
                  </a:lnTo>
                  <a:lnTo>
                    <a:pt x="4386855" y="1970921"/>
                  </a:lnTo>
                  <a:lnTo>
                    <a:pt x="4388128" y="1970962"/>
                  </a:lnTo>
                  <a:lnTo>
                    <a:pt x="4396437" y="1971257"/>
                  </a:lnTo>
                  <a:lnTo>
                    <a:pt x="4417167" y="1972073"/>
                  </a:lnTo>
                  <a:lnTo>
                    <a:pt x="4453679" y="1973673"/>
                  </a:lnTo>
                  <a:lnTo>
                    <a:pt x="4506992" y="1976290"/>
                  </a:lnTo>
                  <a:lnTo>
                    <a:pt x="4575753" y="1980093"/>
                  </a:lnTo>
                  <a:lnTo>
                    <a:pt x="4656692" y="1985173"/>
                  </a:lnTo>
                  <a:lnTo>
                    <a:pt x="4745457" y="1991555"/>
                  </a:lnTo>
                  <a:lnTo>
                    <a:pt x="4837552" y="1999219"/>
                  </a:lnTo>
                  <a:lnTo>
                    <a:pt x="4929075" y="2008133"/>
                  </a:lnTo>
                  <a:lnTo>
                    <a:pt x="5017130" y="2018288"/>
                  </a:lnTo>
                  <a:lnTo>
                    <a:pt x="5099904" y="2029713"/>
                  </a:lnTo>
                  <a:lnTo>
                    <a:pt x="5176545" y="2042493"/>
                  </a:lnTo>
                  <a:lnTo>
                    <a:pt x="5246936" y="2056770"/>
                  </a:lnTo>
                  <a:lnTo>
                    <a:pt x="5311471" y="2072742"/>
                  </a:lnTo>
                  <a:lnTo>
                    <a:pt x="5370861" y="2090658"/>
                  </a:lnTo>
                  <a:lnTo>
                    <a:pt x="5425989" y="2110799"/>
                  </a:lnTo>
                  <a:lnTo>
                    <a:pt x="5477796" y="2133460"/>
                  </a:lnTo>
                  <a:lnTo>
                    <a:pt x="5527205" y="2158893"/>
                  </a:lnTo>
                  <a:lnTo>
                    <a:pt x="5567201" y="2182350"/>
                  </a:lnTo>
                  <a:lnTo>
                    <a:pt x="5612860" y="2212199"/>
                  </a:lnTo>
                  <a:lnTo>
                    <a:pt x="5658073" y="2244864"/>
                  </a:lnTo>
                  <a:lnTo>
                    <a:pt x="5703252" y="2280394"/>
                  </a:lnTo>
                  <a:lnTo>
                    <a:pt x="5748692" y="2318756"/>
                  </a:lnTo>
                  <a:lnTo>
                    <a:pt x="5794579" y="2359826"/>
                  </a:lnTo>
                  <a:lnTo>
                    <a:pt x="5841011" y="2403383"/>
                  </a:lnTo>
                  <a:lnTo>
                    <a:pt x="5887998" y="2449108"/>
                  </a:lnTo>
                  <a:lnTo>
                    <a:pt x="5935484" y="2496589"/>
                  </a:lnTo>
                  <a:lnTo>
                    <a:pt x="5983351" y="2545334"/>
                  </a:lnTo>
                  <a:lnTo>
                    <a:pt x="6031440" y="2594791"/>
                  </a:lnTo>
                  <a:lnTo>
                    <a:pt x="6079568" y="2644373"/>
                  </a:lnTo>
                  <a:lnTo>
                    <a:pt x="6127550" y="2693487"/>
                  </a:lnTo>
                  <a:lnTo>
                    <a:pt x="6175212" y="2741563"/>
                  </a:lnTo>
                  <a:lnTo>
                    <a:pt x="6222420" y="2788080"/>
                  </a:lnTo>
                  <a:lnTo>
                    <a:pt x="6269088" y="2832592"/>
                  </a:lnTo>
                  <a:lnTo>
                    <a:pt x="6315197" y="2874739"/>
                  </a:lnTo>
                  <a:lnTo>
                    <a:pt x="6360807" y="2914258"/>
                  </a:lnTo>
                  <a:lnTo>
                    <a:pt x="6406066" y="2950986"/>
                  </a:lnTo>
                  <a:lnTo>
                    <a:pt x="6451222" y="2984853"/>
                  </a:lnTo>
                  <a:lnTo>
                    <a:pt x="6496635" y="3015873"/>
                  </a:lnTo>
                  <a:lnTo>
                    <a:pt x="6515891" y="3028068"/>
                  </a:lnTo>
                  <a:lnTo>
                    <a:pt x="6563924" y="3055927"/>
                  </a:lnTo>
                  <a:lnTo>
                    <a:pt x="6613669" y="3080889"/>
                  </a:lnTo>
                  <a:lnTo>
                    <a:pt x="6665961" y="3103114"/>
                  </a:lnTo>
                  <a:lnTo>
                    <a:pt x="6721728" y="3122867"/>
                  </a:lnTo>
                  <a:lnTo>
                    <a:pt x="6781911" y="3140443"/>
                  </a:lnTo>
                  <a:lnTo>
                    <a:pt x="6847371" y="3156119"/>
                  </a:lnTo>
                  <a:lnTo>
                    <a:pt x="6918779" y="3170136"/>
                  </a:lnTo>
                  <a:lnTo>
                    <a:pt x="6996458" y="3182684"/>
                  </a:lnTo>
                  <a:lnTo>
                    <a:pt x="7080187" y="3193895"/>
                  </a:lnTo>
                  <a:lnTo>
                    <a:pt x="7168969" y="3203844"/>
                  </a:lnTo>
                  <a:lnTo>
                    <a:pt x="7260816" y="3212553"/>
                  </a:lnTo>
                  <a:lnTo>
                    <a:pt x="7352652" y="3220007"/>
                  </a:lnTo>
                  <a:lnTo>
                    <a:pt x="7440440" y="3226175"/>
                  </a:lnTo>
                  <a:lnTo>
                    <a:pt x="7519650" y="3231041"/>
                  </a:lnTo>
                  <a:lnTo>
                    <a:pt x="7586041" y="3234638"/>
                  </a:lnTo>
                  <a:lnTo>
                    <a:pt x="7636610" y="3237074"/>
                  </a:lnTo>
                  <a:lnTo>
                    <a:pt x="7670378" y="3238527"/>
                  </a:lnTo>
                  <a:lnTo>
                    <a:pt x="7688764" y="3239238"/>
                  </a:lnTo>
                  <a:lnTo>
                    <a:pt x="7695490" y="3239473"/>
                  </a:lnTo>
                  <a:lnTo>
                    <a:pt x="7696237" y="3239497"/>
                  </a:lnTo>
                  <a:lnTo>
                    <a:pt x="8234974" y="3239497"/>
                  </a:lnTo>
                  <a:lnTo>
                    <a:pt x="8234974" y="3234053"/>
                  </a:lnTo>
                  <a:lnTo>
                    <a:pt x="7696237" y="3234053"/>
                  </a:lnTo>
                  <a:lnTo>
                    <a:pt x="7694964" y="3234012"/>
                  </a:lnTo>
                  <a:lnTo>
                    <a:pt x="7686655" y="3233717"/>
                  </a:lnTo>
                  <a:lnTo>
                    <a:pt x="7665926" y="3232901"/>
                  </a:lnTo>
                  <a:lnTo>
                    <a:pt x="7629414" y="3231300"/>
                  </a:lnTo>
                  <a:lnTo>
                    <a:pt x="7576101" y="3228683"/>
                  </a:lnTo>
                  <a:lnTo>
                    <a:pt x="7507339" y="3224881"/>
                  </a:lnTo>
                  <a:lnTo>
                    <a:pt x="7426400" y="3219801"/>
                  </a:lnTo>
                  <a:lnTo>
                    <a:pt x="7337635" y="3213419"/>
                  </a:lnTo>
                  <a:lnTo>
                    <a:pt x="7245541" y="3205755"/>
                  </a:lnTo>
                  <a:lnTo>
                    <a:pt x="7154017" y="3196840"/>
                  </a:lnTo>
                  <a:lnTo>
                    <a:pt x="7065962" y="3186686"/>
                  </a:lnTo>
                  <a:lnTo>
                    <a:pt x="6983188" y="3175261"/>
                  </a:lnTo>
                  <a:lnTo>
                    <a:pt x="6906547" y="3162481"/>
                  </a:lnTo>
                  <a:lnTo>
                    <a:pt x="6836157" y="3148204"/>
                  </a:lnTo>
                  <a:lnTo>
                    <a:pt x="6771621" y="3132231"/>
                  </a:lnTo>
                  <a:lnTo>
                    <a:pt x="6712231" y="3114316"/>
                  </a:lnTo>
                  <a:lnTo>
                    <a:pt x="6657104" y="3094174"/>
                  </a:lnTo>
                  <a:lnTo>
                    <a:pt x="6605296" y="3071514"/>
                  </a:lnTo>
                  <a:lnTo>
                    <a:pt x="6555888" y="3046080"/>
                  </a:lnTo>
                  <a:lnTo>
                    <a:pt x="6515891" y="3022623"/>
                  </a:lnTo>
                  <a:lnTo>
                    <a:pt x="6470232" y="2992775"/>
                  </a:lnTo>
                  <a:lnTo>
                    <a:pt x="6425019" y="2960110"/>
                  </a:lnTo>
                  <a:lnTo>
                    <a:pt x="6379840" y="2924580"/>
                  </a:lnTo>
                  <a:lnTo>
                    <a:pt x="6334401" y="2886218"/>
                  </a:lnTo>
                  <a:lnTo>
                    <a:pt x="6288513" y="2845148"/>
                  </a:lnTo>
                  <a:lnTo>
                    <a:pt x="6242082" y="2801591"/>
                  </a:lnTo>
                  <a:lnTo>
                    <a:pt x="6195094" y="2755866"/>
                  </a:lnTo>
                  <a:lnTo>
                    <a:pt x="6147608" y="2708385"/>
                  </a:lnTo>
                  <a:lnTo>
                    <a:pt x="6099742" y="2659640"/>
                  </a:lnTo>
                  <a:lnTo>
                    <a:pt x="6051653" y="2610183"/>
                  </a:lnTo>
                  <a:lnTo>
                    <a:pt x="6003524" y="2560600"/>
                  </a:lnTo>
                  <a:lnTo>
                    <a:pt x="5955543" y="2511486"/>
                  </a:lnTo>
                  <a:lnTo>
                    <a:pt x="5907880" y="2463411"/>
                  </a:lnTo>
                  <a:lnTo>
                    <a:pt x="5860672" y="2416893"/>
                  </a:lnTo>
                  <a:lnTo>
                    <a:pt x="5814005" y="2372382"/>
                  </a:lnTo>
                  <a:lnTo>
                    <a:pt x="5767895" y="2330235"/>
                  </a:lnTo>
                  <a:lnTo>
                    <a:pt x="5722285" y="2290715"/>
                  </a:lnTo>
                  <a:lnTo>
                    <a:pt x="5677026" y="2253987"/>
                  </a:lnTo>
                  <a:lnTo>
                    <a:pt x="5631870" y="2220121"/>
                  </a:lnTo>
                  <a:lnTo>
                    <a:pt x="5586458" y="2189100"/>
                  </a:lnTo>
                  <a:lnTo>
                    <a:pt x="5567201" y="2176906"/>
                  </a:lnTo>
                  <a:lnTo>
                    <a:pt x="5519168" y="2149046"/>
                  </a:lnTo>
                  <a:lnTo>
                    <a:pt x="5469423" y="2124085"/>
                  </a:lnTo>
                  <a:lnTo>
                    <a:pt x="5417132" y="2101860"/>
                  </a:lnTo>
                  <a:lnTo>
                    <a:pt x="5361365" y="2082107"/>
                  </a:lnTo>
                  <a:lnTo>
                    <a:pt x="5301182" y="2064531"/>
                  </a:lnTo>
                  <a:lnTo>
                    <a:pt x="5235721" y="2048855"/>
                  </a:lnTo>
                  <a:lnTo>
                    <a:pt x="5164314" y="2034837"/>
                  </a:lnTo>
                  <a:lnTo>
                    <a:pt x="5086635" y="2022290"/>
                  </a:lnTo>
                  <a:lnTo>
                    <a:pt x="5002905" y="2011079"/>
                  </a:lnTo>
                  <a:lnTo>
                    <a:pt x="4914124" y="2001130"/>
                  </a:lnTo>
                  <a:lnTo>
                    <a:pt x="4822277" y="1992421"/>
                  </a:lnTo>
                  <a:lnTo>
                    <a:pt x="4730441" y="1984967"/>
                  </a:lnTo>
                  <a:lnTo>
                    <a:pt x="4642652" y="1978799"/>
                  </a:lnTo>
                  <a:lnTo>
                    <a:pt x="4563443" y="1973933"/>
                  </a:lnTo>
                  <a:lnTo>
                    <a:pt x="4497051" y="1970335"/>
                  </a:lnTo>
                  <a:lnTo>
                    <a:pt x="4446482" y="1967900"/>
                  </a:lnTo>
                  <a:lnTo>
                    <a:pt x="4412715" y="1966446"/>
                  </a:lnTo>
                  <a:lnTo>
                    <a:pt x="4394328" y="1965735"/>
                  </a:lnTo>
                  <a:lnTo>
                    <a:pt x="4387603" y="1965500"/>
                  </a:lnTo>
                  <a:lnTo>
                    <a:pt x="4386855" y="1965476"/>
                  </a:lnTo>
                  <a:lnTo>
                    <a:pt x="3848118" y="1965476"/>
                  </a:lnTo>
                  <a:lnTo>
                    <a:pt x="3846885" y="1965414"/>
                  </a:lnTo>
                  <a:lnTo>
                    <a:pt x="3838826" y="1964972"/>
                  </a:lnTo>
                  <a:lnTo>
                    <a:pt x="3818697" y="1963748"/>
                  </a:lnTo>
                  <a:lnTo>
                    <a:pt x="3783185" y="1961346"/>
                  </a:lnTo>
                  <a:lnTo>
                    <a:pt x="3731216" y="1957416"/>
                  </a:lnTo>
                  <a:lnTo>
                    <a:pt x="3663997" y="1951699"/>
                  </a:lnTo>
                  <a:lnTo>
                    <a:pt x="3584611" y="1944048"/>
                  </a:lnTo>
                  <a:lnTo>
                    <a:pt x="3497232" y="1934423"/>
                  </a:lnTo>
                  <a:lnTo>
                    <a:pt x="3406236" y="1922850"/>
                  </a:lnTo>
                  <a:lnTo>
                    <a:pt x="3315475" y="1909376"/>
                  </a:lnTo>
                  <a:lnTo>
                    <a:pt x="3227862" y="1894022"/>
                  </a:lnTo>
                  <a:lnTo>
                    <a:pt x="3145265" y="1876751"/>
                  </a:lnTo>
                  <a:lnTo>
                    <a:pt x="3068613" y="1857446"/>
                  </a:lnTo>
                  <a:lnTo>
                    <a:pt x="2998098" y="1835905"/>
                  </a:lnTo>
                  <a:lnTo>
                    <a:pt x="2933397" y="1811843"/>
                  </a:lnTo>
                  <a:lnTo>
                    <a:pt x="2873857" y="1784898"/>
                  </a:lnTo>
                  <a:lnTo>
                    <a:pt x="2818644" y="1754652"/>
                  </a:lnTo>
                  <a:lnTo>
                    <a:pt x="2766848" y="1720664"/>
                  </a:lnTo>
                  <a:lnTo>
                    <a:pt x="2717566" y="1682534"/>
                  </a:lnTo>
                  <a:lnTo>
                    <a:pt x="2669987" y="1640012"/>
                  </a:lnTo>
                  <a:lnTo>
                    <a:pt x="2667772" y="1637897"/>
                  </a:lnTo>
                  <a:lnTo>
                    <a:pt x="2627270" y="1597124"/>
                  </a:lnTo>
                  <a:lnTo>
                    <a:pt x="2587160" y="1552933"/>
                  </a:lnTo>
                  <a:lnTo>
                    <a:pt x="2547140" y="1505258"/>
                  </a:lnTo>
                  <a:lnTo>
                    <a:pt x="2506983" y="1454108"/>
                  </a:lnTo>
                  <a:lnTo>
                    <a:pt x="2466530" y="1399578"/>
                  </a:lnTo>
                  <a:lnTo>
                    <a:pt x="2425682" y="1341850"/>
                  </a:lnTo>
                  <a:lnTo>
                    <a:pt x="2384397" y="1281203"/>
                  </a:lnTo>
                  <a:lnTo>
                    <a:pt x="2342678" y="1218009"/>
                  </a:lnTo>
                  <a:lnTo>
                    <a:pt x="2300574" y="1152727"/>
                  </a:lnTo>
                  <a:lnTo>
                    <a:pt x="2258168" y="1085890"/>
                  </a:lnTo>
                  <a:lnTo>
                    <a:pt x="2215568" y="1018091"/>
                  </a:lnTo>
                  <a:lnTo>
                    <a:pt x="2172900" y="949959"/>
                  </a:lnTo>
                  <a:lnTo>
                    <a:pt x="2130295" y="882135"/>
                  </a:lnTo>
                  <a:lnTo>
                    <a:pt x="2087879" y="815251"/>
                  </a:lnTo>
                  <a:lnTo>
                    <a:pt x="2045762" y="749900"/>
                  </a:lnTo>
                  <a:lnTo>
                    <a:pt x="2004028" y="686618"/>
                  </a:lnTo>
                  <a:lnTo>
                    <a:pt x="1962725" y="625868"/>
                  </a:lnTo>
                  <a:lnTo>
                    <a:pt x="1921862" y="568024"/>
                  </a:lnTo>
                  <a:lnTo>
                    <a:pt x="1881395" y="513369"/>
                  </a:lnTo>
                  <a:lnTo>
                    <a:pt x="1841229" y="462089"/>
                  </a:lnTo>
                  <a:lnTo>
                    <a:pt x="1801207" y="414282"/>
                  </a:lnTo>
                  <a:lnTo>
                    <a:pt x="1761106" y="369960"/>
                  </a:lnTo>
                  <a:lnTo>
                    <a:pt x="1720625" y="329060"/>
                  </a:lnTo>
                  <a:lnTo>
                    <a:pt x="1719082" y="327579"/>
                  </a:lnTo>
                  <a:lnTo>
                    <a:pt x="1671566" y="284848"/>
                  </a:lnTo>
                  <a:lnTo>
                    <a:pt x="1622382" y="246515"/>
                  </a:lnTo>
                  <a:lnTo>
                    <a:pt x="1570724" y="212340"/>
                  </a:lnTo>
                  <a:lnTo>
                    <a:pt x="1515693" y="181927"/>
                  </a:lnTo>
                  <a:lnTo>
                    <a:pt x="1456377" y="154836"/>
                  </a:lnTo>
                  <a:lnTo>
                    <a:pt x="1391936" y="130647"/>
                  </a:lnTo>
                  <a:lnTo>
                    <a:pt x="1321706" y="108995"/>
                  </a:lnTo>
                  <a:lnTo>
                    <a:pt x="1245344" y="89589"/>
                  </a:lnTo>
                  <a:lnTo>
                    <a:pt x="1163013" y="72225"/>
                  </a:lnTo>
                  <a:lnTo>
                    <a:pt x="1075603" y="56782"/>
                  </a:lnTo>
                  <a:lnTo>
                    <a:pt x="984933" y="43219"/>
                  </a:lnTo>
                  <a:lnTo>
                    <a:pt x="893868" y="31556"/>
                  </a:lnTo>
                  <a:lnTo>
                    <a:pt x="806222" y="21838"/>
                  </a:lnTo>
                  <a:lnTo>
                    <a:pt x="726359" y="14094"/>
                  </a:lnTo>
                  <a:lnTo>
                    <a:pt x="658486" y="8288"/>
                  </a:lnTo>
                  <a:lnTo>
                    <a:pt x="605753" y="4278"/>
                  </a:lnTo>
                  <a:lnTo>
                    <a:pt x="569470" y="1811"/>
                  </a:lnTo>
                  <a:lnTo>
                    <a:pt x="548673" y="541"/>
                  </a:lnTo>
                  <a:lnTo>
                    <a:pt x="540149" y="7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47" name="pl747"/>
            <p:cNvSpPr/>
            <p:nvPr/>
          </p:nvSpPr>
          <p:spPr>
            <a:xfrm>
              <a:off x="546595" y="2405595"/>
              <a:ext cx="8234974" cy="3234053"/>
            </a:xfrm>
            <a:custGeom>
              <a:avLst/>
              <a:pathLst>
                <a:path w="8234974" h="3234053">
                  <a:moveTo>
                    <a:pt x="0" y="0"/>
                  </a:moveTo>
                  <a:lnTo>
                    <a:pt x="538736" y="0"/>
                  </a:lnTo>
                  <a:lnTo>
                    <a:pt x="539970" y="61"/>
                  </a:lnTo>
                  <a:lnTo>
                    <a:pt x="548029" y="504"/>
                  </a:lnTo>
                  <a:lnTo>
                    <a:pt x="568158" y="1728"/>
                  </a:lnTo>
                  <a:lnTo>
                    <a:pt x="603670" y="4129"/>
                  </a:lnTo>
                  <a:lnTo>
                    <a:pt x="655639" y="8060"/>
                  </a:lnTo>
                  <a:lnTo>
                    <a:pt x="722857" y="13777"/>
                  </a:lnTo>
                  <a:lnTo>
                    <a:pt x="802243" y="21428"/>
                  </a:lnTo>
                  <a:lnTo>
                    <a:pt x="889623" y="31053"/>
                  </a:lnTo>
                  <a:lnTo>
                    <a:pt x="980619" y="42626"/>
                  </a:lnTo>
                  <a:lnTo>
                    <a:pt x="1071379" y="56100"/>
                  </a:lnTo>
                  <a:lnTo>
                    <a:pt x="1158992" y="71454"/>
                  </a:lnTo>
                  <a:lnTo>
                    <a:pt x="1241589" y="88725"/>
                  </a:lnTo>
                  <a:lnTo>
                    <a:pt x="1318242" y="108030"/>
                  </a:lnTo>
                  <a:lnTo>
                    <a:pt x="1388757" y="129571"/>
                  </a:lnTo>
                  <a:lnTo>
                    <a:pt x="1453458" y="153633"/>
                  </a:lnTo>
                  <a:lnTo>
                    <a:pt x="1512998" y="180578"/>
                  </a:lnTo>
                  <a:lnTo>
                    <a:pt x="1568210" y="210824"/>
                  </a:lnTo>
                  <a:lnTo>
                    <a:pt x="1620007" y="244812"/>
                  </a:lnTo>
                  <a:lnTo>
                    <a:pt x="1669288" y="282942"/>
                  </a:lnTo>
                  <a:lnTo>
                    <a:pt x="1716868" y="325464"/>
                  </a:lnTo>
                  <a:lnTo>
                    <a:pt x="1719082" y="327579"/>
                  </a:lnTo>
                  <a:lnTo>
                    <a:pt x="1759584" y="368352"/>
                  </a:lnTo>
                  <a:lnTo>
                    <a:pt x="1799694" y="412543"/>
                  </a:lnTo>
                  <a:lnTo>
                    <a:pt x="1839715" y="460218"/>
                  </a:lnTo>
                  <a:lnTo>
                    <a:pt x="1879872" y="511368"/>
                  </a:lnTo>
                  <a:lnTo>
                    <a:pt x="1920325" y="565898"/>
                  </a:lnTo>
                  <a:lnTo>
                    <a:pt x="1961172" y="623626"/>
                  </a:lnTo>
                  <a:lnTo>
                    <a:pt x="2002458" y="684273"/>
                  </a:lnTo>
                  <a:lnTo>
                    <a:pt x="2044177" y="747466"/>
                  </a:lnTo>
                  <a:lnTo>
                    <a:pt x="2086281" y="812749"/>
                  </a:lnTo>
                  <a:lnTo>
                    <a:pt x="2128687" y="879585"/>
                  </a:lnTo>
                  <a:lnTo>
                    <a:pt x="2171287" y="947385"/>
                  </a:lnTo>
                  <a:lnTo>
                    <a:pt x="2213955" y="1015517"/>
                  </a:lnTo>
                  <a:lnTo>
                    <a:pt x="2256560" y="1083341"/>
                  </a:lnTo>
                  <a:lnTo>
                    <a:pt x="2298976" y="1150225"/>
                  </a:lnTo>
                  <a:lnTo>
                    <a:pt x="2341093" y="1215576"/>
                  </a:lnTo>
                  <a:lnTo>
                    <a:pt x="2382827" y="1278858"/>
                  </a:lnTo>
                  <a:lnTo>
                    <a:pt x="2424129" y="1339608"/>
                  </a:lnTo>
                  <a:lnTo>
                    <a:pt x="2464993" y="1397452"/>
                  </a:lnTo>
                  <a:lnTo>
                    <a:pt x="2505460" y="1452107"/>
                  </a:lnTo>
                  <a:lnTo>
                    <a:pt x="2545625" y="1503387"/>
                  </a:lnTo>
                  <a:lnTo>
                    <a:pt x="2585647" y="1551194"/>
                  </a:lnTo>
                  <a:lnTo>
                    <a:pt x="2625749" y="1595516"/>
                  </a:lnTo>
                  <a:lnTo>
                    <a:pt x="2666229" y="1636416"/>
                  </a:lnTo>
                  <a:lnTo>
                    <a:pt x="2667772" y="1637897"/>
                  </a:lnTo>
                  <a:lnTo>
                    <a:pt x="2715289" y="1680627"/>
                  </a:lnTo>
                  <a:lnTo>
                    <a:pt x="2764473" y="1718961"/>
                  </a:lnTo>
                  <a:lnTo>
                    <a:pt x="2816131" y="1753136"/>
                  </a:lnTo>
                  <a:lnTo>
                    <a:pt x="2871162" y="1783549"/>
                  </a:lnTo>
                  <a:lnTo>
                    <a:pt x="2930477" y="1810640"/>
                  </a:lnTo>
                  <a:lnTo>
                    <a:pt x="2994918" y="1834829"/>
                  </a:lnTo>
                  <a:lnTo>
                    <a:pt x="3065148" y="1856481"/>
                  </a:lnTo>
                  <a:lnTo>
                    <a:pt x="3141511" y="1875887"/>
                  </a:lnTo>
                  <a:lnTo>
                    <a:pt x="3223841" y="1893251"/>
                  </a:lnTo>
                  <a:lnTo>
                    <a:pt x="3311252" y="1908694"/>
                  </a:lnTo>
                  <a:lnTo>
                    <a:pt x="3401921" y="1922256"/>
                  </a:lnTo>
                  <a:lnTo>
                    <a:pt x="3492986" y="1933920"/>
                  </a:lnTo>
                  <a:lnTo>
                    <a:pt x="3580633" y="1943638"/>
                  </a:lnTo>
                  <a:lnTo>
                    <a:pt x="3660495" y="1951382"/>
                  </a:lnTo>
                  <a:lnTo>
                    <a:pt x="3728369" y="1957188"/>
                  </a:lnTo>
                  <a:lnTo>
                    <a:pt x="3781102" y="1961198"/>
                  </a:lnTo>
                  <a:lnTo>
                    <a:pt x="3817384" y="1963664"/>
                  </a:lnTo>
                  <a:lnTo>
                    <a:pt x="3838181" y="1964935"/>
                  </a:lnTo>
                  <a:lnTo>
                    <a:pt x="3846706" y="1965405"/>
                  </a:lnTo>
                  <a:lnTo>
                    <a:pt x="3848118" y="1965476"/>
                  </a:lnTo>
                  <a:lnTo>
                    <a:pt x="3848118" y="1965476"/>
                  </a:lnTo>
                  <a:lnTo>
                    <a:pt x="4386855" y="1965476"/>
                  </a:lnTo>
                  <a:lnTo>
                    <a:pt x="4388128" y="1965518"/>
                  </a:lnTo>
                  <a:lnTo>
                    <a:pt x="4396437" y="1965813"/>
                  </a:lnTo>
                  <a:lnTo>
                    <a:pt x="4417167" y="1966628"/>
                  </a:lnTo>
                  <a:lnTo>
                    <a:pt x="4453679" y="1968229"/>
                  </a:lnTo>
                  <a:lnTo>
                    <a:pt x="4506992" y="1970846"/>
                  </a:lnTo>
                  <a:lnTo>
                    <a:pt x="4575753" y="1974648"/>
                  </a:lnTo>
                  <a:lnTo>
                    <a:pt x="4656692" y="1979729"/>
                  </a:lnTo>
                  <a:lnTo>
                    <a:pt x="4745457" y="1986111"/>
                  </a:lnTo>
                  <a:lnTo>
                    <a:pt x="4837552" y="1993774"/>
                  </a:lnTo>
                  <a:lnTo>
                    <a:pt x="4929075" y="2002689"/>
                  </a:lnTo>
                  <a:lnTo>
                    <a:pt x="5017130" y="2012843"/>
                  </a:lnTo>
                  <a:lnTo>
                    <a:pt x="5099904" y="2024268"/>
                  </a:lnTo>
                  <a:lnTo>
                    <a:pt x="5176545" y="2037048"/>
                  </a:lnTo>
                  <a:lnTo>
                    <a:pt x="5246936" y="2051326"/>
                  </a:lnTo>
                  <a:lnTo>
                    <a:pt x="5311471" y="2067298"/>
                  </a:lnTo>
                  <a:lnTo>
                    <a:pt x="5370861" y="2085213"/>
                  </a:lnTo>
                  <a:lnTo>
                    <a:pt x="5425989" y="2105355"/>
                  </a:lnTo>
                  <a:lnTo>
                    <a:pt x="5477796" y="2128015"/>
                  </a:lnTo>
                  <a:lnTo>
                    <a:pt x="5527205" y="2153449"/>
                  </a:lnTo>
                  <a:lnTo>
                    <a:pt x="5567201" y="2176906"/>
                  </a:lnTo>
                  <a:lnTo>
                    <a:pt x="5612860" y="2206754"/>
                  </a:lnTo>
                  <a:lnTo>
                    <a:pt x="5658073" y="2239419"/>
                  </a:lnTo>
                  <a:lnTo>
                    <a:pt x="5703252" y="2274949"/>
                  </a:lnTo>
                  <a:lnTo>
                    <a:pt x="5748692" y="2313311"/>
                  </a:lnTo>
                  <a:lnTo>
                    <a:pt x="5794579" y="2354381"/>
                  </a:lnTo>
                  <a:lnTo>
                    <a:pt x="5841011" y="2397938"/>
                  </a:lnTo>
                  <a:lnTo>
                    <a:pt x="5887998" y="2443663"/>
                  </a:lnTo>
                  <a:lnTo>
                    <a:pt x="5935484" y="2491144"/>
                  </a:lnTo>
                  <a:lnTo>
                    <a:pt x="5983351" y="2539889"/>
                  </a:lnTo>
                  <a:lnTo>
                    <a:pt x="6031440" y="2589347"/>
                  </a:lnTo>
                  <a:lnTo>
                    <a:pt x="6079568" y="2638929"/>
                  </a:lnTo>
                  <a:lnTo>
                    <a:pt x="6127550" y="2688043"/>
                  </a:lnTo>
                  <a:lnTo>
                    <a:pt x="6175212" y="2736118"/>
                  </a:lnTo>
                  <a:lnTo>
                    <a:pt x="6222420" y="2782636"/>
                  </a:lnTo>
                  <a:lnTo>
                    <a:pt x="6269088" y="2827148"/>
                  </a:lnTo>
                  <a:lnTo>
                    <a:pt x="6315197" y="2869294"/>
                  </a:lnTo>
                  <a:lnTo>
                    <a:pt x="6360807" y="2908814"/>
                  </a:lnTo>
                  <a:lnTo>
                    <a:pt x="6406066" y="2945542"/>
                  </a:lnTo>
                  <a:lnTo>
                    <a:pt x="6451222" y="2979408"/>
                  </a:lnTo>
                  <a:lnTo>
                    <a:pt x="6496635" y="3010429"/>
                  </a:lnTo>
                  <a:lnTo>
                    <a:pt x="6515891" y="3022623"/>
                  </a:lnTo>
                  <a:lnTo>
                    <a:pt x="6563924" y="3050483"/>
                  </a:lnTo>
                  <a:lnTo>
                    <a:pt x="6613669" y="3075444"/>
                  </a:lnTo>
                  <a:lnTo>
                    <a:pt x="6665961" y="3097669"/>
                  </a:lnTo>
                  <a:lnTo>
                    <a:pt x="6721728" y="3117423"/>
                  </a:lnTo>
                  <a:lnTo>
                    <a:pt x="6781911" y="3134998"/>
                  </a:lnTo>
                  <a:lnTo>
                    <a:pt x="6847371" y="3150674"/>
                  </a:lnTo>
                  <a:lnTo>
                    <a:pt x="6918779" y="3164692"/>
                  </a:lnTo>
                  <a:lnTo>
                    <a:pt x="6996458" y="3177240"/>
                  </a:lnTo>
                  <a:lnTo>
                    <a:pt x="7080187" y="3188450"/>
                  </a:lnTo>
                  <a:lnTo>
                    <a:pt x="7168969" y="3198399"/>
                  </a:lnTo>
                  <a:lnTo>
                    <a:pt x="7260816" y="3207109"/>
                  </a:lnTo>
                  <a:lnTo>
                    <a:pt x="7352652" y="3214563"/>
                  </a:lnTo>
                  <a:lnTo>
                    <a:pt x="7440440" y="3220730"/>
                  </a:lnTo>
                  <a:lnTo>
                    <a:pt x="7519650" y="3225596"/>
                  </a:lnTo>
                  <a:lnTo>
                    <a:pt x="7586041" y="3229194"/>
                  </a:lnTo>
                  <a:lnTo>
                    <a:pt x="7636610" y="3231629"/>
                  </a:lnTo>
                  <a:lnTo>
                    <a:pt x="7670378" y="3233083"/>
                  </a:lnTo>
                  <a:lnTo>
                    <a:pt x="7688764" y="3233794"/>
                  </a:lnTo>
                  <a:lnTo>
                    <a:pt x="7695490" y="3234029"/>
                  </a:lnTo>
                  <a:lnTo>
                    <a:pt x="7696237" y="3234053"/>
                  </a:lnTo>
                  <a:lnTo>
                    <a:pt x="8234974" y="32340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8" name="pl748"/>
            <p:cNvSpPr/>
            <p:nvPr/>
          </p:nvSpPr>
          <p:spPr>
            <a:xfrm>
              <a:off x="546595" y="2400151"/>
              <a:ext cx="8234974" cy="3234053"/>
            </a:xfrm>
            <a:custGeom>
              <a:avLst/>
              <a:pathLst>
                <a:path w="8234974" h="3234053">
                  <a:moveTo>
                    <a:pt x="8234974" y="3234053"/>
                  </a:moveTo>
                  <a:lnTo>
                    <a:pt x="7696237" y="3234053"/>
                  </a:lnTo>
                  <a:lnTo>
                    <a:pt x="7694964" y="3234012"/>
                  </a:lnTo>
                  <a:lnTo>
                    <a:pt x="7686655" y="3233717"/>
                  </a:lnTo>
                  <a:lnTo>
                    <a:pt x="7665926" y="3232901"/>
                  </a:lnTo>
                  <a:lnTo>
                    <a:pt x="7629414" y="3231300"/>
                  </a:lnTo>
                  <a:lnTo>
                    <a:pt x="7576101" y="3228683"/>
                  </a:lnTo>
                  <a:lnTo>
                    <a:pt x="7507339" y="3224881"/>
                  </a:lnTo>
                  <a:lnTo>
                    <a:pt x="7426400" y="3219801"/>
                  </a:lnTo>
                  <a:lnTo>
                    <a:pt x="7337635" y="3213419"/>
                  </a:lnTo>
                  <a:lnTo>
                    <a:pt x="7245541" y="3205755"/>
                  </a:lnTo>
                  <a:lnTo>
                    <a:pt x="7154017" y="3196840"/>
                  </a:lnTo>
                  <a:lnTo>
                    <a:pt x="7065962" y="3186686"/>
                  </a:lnTo>
                  <a:lnTo>
                    <a:pt x="6983188" y="3175261"/>
                  </a:lnTo>
                  <a:lnTo>
                    <a:pt x="6906547" y="3162481"/>
                  </a:lnTo>
                  <a:lnTo>
                    <a:pt x="6836157" y="3148204"/>
                  </a:lnTo>
                  <a:lnTo>
                    <a:pt x="6771621" y="3132231"/>
                  </a:lnTo>
                  <a:lnTo>
                    <a:pt x="6712231" y="3114316"/>
                  </a:lnTo>
                  <a:lnTo>
                    <a:pt x="6657104" y="3094174"/>
                  </a:lnTo>
                  <a:lnTo>
                    <a:pt x="6605296" y="3071514"/>
                  </a:lnTo>
                  <a:lnTo>
                    <a:pt x="6555888" y="3046080"/>
                  </a:lnTo>
                  <a:lnTo>
                    <a:pt x="6515891" y="3022623"/>
                  </a:lnTo>
                  <a:lnTo>
                    <a:pt x="6470232" y="2992775"/>
                  </a:lnTo>
                  <a:lnTo>
                    <a:pt x="6425019" y="2960110"/>
                  </a:lnTo>
                  <a:lnTo>
                    <a:pt x="6379840" y="2924580"/>
                  </a:lnTo>
                  <a:lnTo>
                    <a:pt x="6334401" y="2886218"/>
                  </a:lnTo>
                  <a:lnTo>
                    <a:pt x="6288513" y="2845148"/>
                  </a:lnTo>
                  <a:lnTo>
                    <a:pt x="6242082" y="2801591"/>
                  </a:lnTo>
                  <a:lnTo>
                    <a:pt x="6195094" y="2755866"/>
                  </a:lnTo>
                  <a:lnTo>
                    <a:pt x="6147608" y="2708385"/>
                  </a:lnTo>
                  <a:lnTo>
                    <a:pt x="6099742" y="2659640"/>
                  </a:lnTo>
                  <a:lnTo>
                    <a:pt x="6051653" y="2610183"/>
                  </a:lnTo>
                  <a:lnTo>
                    <a:pt x="6003524" y="2560600"/>
                  </a:lnTo>
                  <a:lnTo>
                    <a:pt x="5955543" y="2511486"/>
                  </a:lnTo>
                  <a:lnTo>
                    <a:pt x="5907880" y="2463411"/>
                  </a:lnTo>
                  <a:lnTo>
                    <a:pt x="5860672" y="2416893"/>
                  </a:lnTo>
                  <a:lnTo>
                    <a:pt x="5814005" y="2372382"/>
                  </a:lnTo>
                  <a:lnTo>
                    <a:pt x="5767895" y="2330235"/>
                  </a:lnTo>
                  <a:lnTo>
                    <a:pt x="5722285" y="2290715"/>
                  </a:lnTo>
                  <a:lnTo>
                    <a:pt x="5677026" y="2253987"/>
                  </a:lnTo>
                  <a:lnTo>
                    <a:pt x="5631870" y="2220121"/>
                  </a:lnTo>
                  <a:lnTo>
                    <a:pt x="5586458" y="2189100"/>
                  </a:lnTo>
                  <a:lnTo>
                    <a:pt x="5567201" y="2176906"/>
                  </a:lnTo>
                  <a:lnTo>
                    <a:pt x="5519168" y="2149046"/>
                  </a:lnTo>
                  <a:lnTo>
                    <a:pt x="5469423" y="2124085"/>
                  </a:lnTo>
                  <a:lnTo>
                    <a:pt x="5417132" y="2101860"/>
                  </a:lnTo>
                  <a:lnTo>
                    <a:pt x="5361365" y="2082107"/>
                  </a:lnTo>
                  <a:lnTo>
                    <a:pt x="5301182" y="2064531"/>
                  </a:lnTo>
                  <a:lnTo>
                    <a:pt x="5235721" y="2048855"/>
                  </a:lnTo>
                  <a:lnTo>
                    <a:pt x="5164314" y="2034837"/>
                  </a:lnTo>
                  <a:lnTo>
                    <a:pt x="5086635" y="2022290"/>
                  </a:lnTo>
                  <a:lnTo>
                    <a:pt x="5002905" y="2011079"/>
                  </a:lnTo>
                  <a:lnTo>
                    <a:pt x="4914124" y="2001130"/>
                  </a:lnTo>
                  <a:lnTo>
                    <a:pt x="4822277" y="1992421"/>
                  </a:lnTo>
                  <a:lnTo>
                    <a:pt x="4730441" y="1984967"/>
                  </a:lnTo>
                  <a:lnTo>
                    <a:pt x="4642652" y="1978799"/>
                  </a:lnTo>
                  <a:lnTo>
                    <a:pt x="4563443" y="1973933"/>
                  </a:lnTo>
                  <a:lnTo>
                    <a:pt x="4497051" y="1970335"/>
                  </a:lnTo>
                  <a:lnTo>
                    <a:pt x="4446482" y="1967900"/>
                  </a:lnTo>
                  <a:lnTo>
                    <a:pt x="4412715" y="1966446"/>
                  </a:lnTo>
                  <a:lnTo>
                    <a:pt x="4394328" y="1965735"/>
                  </a:lnTo>
                  <a:lnTo>
                    <a:pt x="4387603" y="1965500"/>
                  </a:lnTo>
                  <a:lnTo>
                    <a:pt x="4386855" y="1965476"/>
                  </a:lnTo>
                  <a:lnTo>
                    <a:pt x="3848118" y="1965476"/>
                  </a:lnTo>
                  <a:lnTo>
                    <a:pt x="3846885" y="1965414"/>
                  </a:lnTo>
                  <a:lnTo>
                    <a:pt x="3838826" y="1964972"/>
                  </a:lnTo>
                  <a:lnTo>
                    <a:pt x="3818697" y="1963748"/>
                  </a:lnTo>
                  <a:lnTo>
                    <a:pt x="3783185" y="1961346"/>
                  </a:lnTo>
                  <a:lnTo>
                    <a:pt x="3731216" y="1957416"/>
                  </a:lnTo>
                  <a:lnTo>
                    <a:pt x="3663997" y="1951699"/>
                  </a:lnTo>
                  <a:lnTo>
                    <a:pt x="3584611" y="1944048"/>
                  </a:lnTo>
                  <a:lnTo>
                    <a:pt x="3497232" y="1934423"/>
                  </a:lnTo>
                  <a:lnTo>
                    <a:pt x="3406236" y="1922850"/>
                  </a:lnTo>
                  <a:lnTo>
                    <a:pt x="3315475" y="1909376"/>
                  </a:lnTo>
                  <a:lnTo>
                    <a:pt x="3227862" y="1894022"/>
                  </a:lnTo>
                  <a:lnTo>
                    <a:pt x="3145265" y="1876751"/>
                  </a:lnTo>
                  <a:lnTo>
                    <a:pt x="3068613" y="1857446"/>
                  </a:lnTo>
                  <a:lnTo>
                    <a:pt x="2998098" y="1835905"/>
                  </a:lnTo>
                  <a:lnTo>
                    <a:pt x="2933397" y="1811843"/>
                  </a:lnTo>
                  <a:lnTo>
                    <a:pt x="2873857" y="1784898"/>
                  </a:lnTo>
                  <a:lnTo>
                    <a:pt x="2818644" y="1754652"/>
                  </a:lnTo>
                  <a:lnTo>
                    <a:pt x="2766848" y="1720664"/>
                  </a:lnTo>
                  <a:lnTo>
                    <a:pt x="2717566" y="1682534"/>
                  </a:lnTo>
                  <a:lnTo>
                    <a:pt x="2669987" y="1640012"/>
                  </a:lnTo>
                  <a:lnTo>
                    <a:pt x="2667772" y="1637897"/>
                  </a:lnTo>
                  <a:lnTo>
                    <a:pt x="2627270" y="1597124"/>
                  </a:lnTo>
                  <a:lnTo>
                    <a:pt x="2587160" y="1552933"/>
                  </a:lnTo>
                  <a:lnTo>
                    <a:pt x="2547140" y="1505258"/>
                  </a:lnTo>
                  <a:lnTo>
                    <a:pt x="2506983" y="1454108"/>
                  </a:lnTo>
                  <a:lnTo>
                    <a:pt x="2466530" y="1399578"/>
                  </a:lnTo>
                  <a:lnTo>
                    <a:pt x="2425682" y="1341850"/>
                  </a:lnTo>
                  <a:lnTo>
                    <a:pt x="2384397" y="1281203"/>
                  </a:lnTo>
                  <a:lnTo>
                    <a:pt x="2342678" y="1218009"/>
                  </a:lnTo>
                  <a:lnTo>
                    <a:pt x="2300574" y="1152727"/>
                  </a:lnTo>
                  <a:lnTo>
                    <a:pt x="2258168" y="1085890"/>
                  </a:lnTo>
                  <a:lnTo>
                    <a:pt x="2215568" y="1018091"/>
                  </a:lnTo>
                  <a:lnTo>
                    <a:pt x="2172900" y="949959"/>
                  </a:lnTo>
                  <a:lnTo>
                    <a:pt x="2130295" y="882135"/>
                  </a:lnTo>
                  <a:lnTo>
                    <a:pt x="2087879" y="815251"/>
                  </a:lnTo>
                  <a:lnTo>
                    <a:pt x="2045762" y="749900"/>
                  </a:lnTo>
                  <a:lnTo>
                    <a:pt x="2004028" y="686618"/>
                  </a:lnTo>
                  <a:lnTo>
                    <a:pt x="1962725" y="625868"/>
                  </a:lnTo>
                  <a:lnTo>
                    <a:pt x="1921862" y="568024"/>
                  </a:lnTo>
                  <a:lnTo>
                    <a:pt x="1881395" y="513369"/>
                  </a:lnTo>
                  <a:lnTo>
                    <a:pt x="1841229" y="462089"/>
                  </a:lnTo>
                  <a:lnTo>
                    <a:pt x="1801207" y="414282"/>
                  </a:lnTo>
                  <a:lnTo>
                    <a:pt x="1761106" y="369960"/>
                  </a:lnTo>
                  <a:lnTo>
                    <a:pt x="1720625" y="329060"/>
                  </a:lnTo>
                  <a:lnTo>
                    <a:pt x="1719082" y="327579"/>
                  </a:lnTo>
                  <a:lnTo>
                    <a:pt x="1671566" y="284848"/>
                  </a:lnTo>
                  <a:lnTo>
                    <a:pt x="1622382" y="246515"/>
                  </a:lnTo>
                  <a:lnTo>
                    <a:pt x="1570724" y="212340"/>
                  </a:lnTo>
                  <a:lnTo>
                    <a:pt x="1515693" y="181927"/>
                  </a:lnTo>
                  <a:lnTo>
                    <a:pt x="1456377" y="154836"/>
                  </a:lnTo>
                  <a:lnTo>
                    <a:pt x="1391936" y="130647"/>
                  </a:lnTo>
                  <a:lnTo>
                    <a:pt x="1321706" y="108995"/>
                  </a:lnTo>
                  <a:lnTo>
                    <a:pt x="1245344" y="89589"/>
                  </a:lnTo>
                  <a:lnTo>
                    <a:pt x="1163013" y="72225"/>
                  </a:lnTo>
                  <a:lnTo>
                    <a:pt x="1075603" y="56782"/>
                  </a:lnTo>
                  <a:lnTo>
                    <a:pt x="984933" y="43219"/>
                  </a:lnTo>
                  <a:lnTo>
                    <a:pt x="893868" y="31556"/>
                  </a:lnTo>
                  <a:lnTo>
                    <a:pt x="806222" y="21838"/>
                  </a:lnTo>
                  <a:lnTo>
                    <a:pt x="726359" y="14094"/>
                  </a:lnTo>
                  <a:lnTo>
                    <a:pt x="658486" y="8288"/>
                  </a:lnTo>
                  <a:lnTo>
                    <a:pt x="605753" y="4278"/>
                  </a:lnTo>
                  <a:lnTo>
                    <a:pt x="569470" y="1811"/>
                  </a:lnTo>
                  <a:lnTo>
                    <a:pt x="548673" y="541"/>
                  </a:lnTo>
                  <a:lnTo>
                    <a:pt x="540149" y="71"/>
                  </a:lnTo>
                  <a:lnTo>
                    <a:pt x="538736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9" name="pg749"/>
            <p:cNvSpPr/>
            <p:nvPr/>
          </p:nvSpPr>
          <p:spPr>
            <a:xfrm>
              <a:off x="546595" y="440118"/>
              <a:ext cx="8234974" cy="375672"/>
            </a:xfrm>
            <a:custGeom>
              <a:avLst/>
              <a:pathLst>
                <a:path w="8234974" h="375672">
                  <a:moveTo>
                    <a:pt x="0" y="217781"/>
                  </a:moveTo>
                  <a:lnTo>
                    <a:pt x="538736" y="217781"/>
                  </a:lnTo>
                  <a:lnTo>
                    <a:pt x="540039" y="217786"/>
                  </a:lnTo>
                  <a:lnTo>
                    <a:pt x="548535" y="217824"/>
                  </a:lnTo>
                  <a:lnTo>
                    <a:pt x="569713" y="217928"/>
                  </a:lnTo>
                  <a:lnTo>
                    <a:pt x="606971" y="218132"/>
                  </a:lnTo>
                  <a:lnTo>
                    <a:pt x="661282" y="218465"/>
                  </a:lnTo>
                  <a:lnTo>
                    <a:pt x="731182" y="218948"/>
                  </a:lnTo>
                  <a:lnTo>
                    <a:pt x="813260" y="219594"/>
                  </a:lnTo>
                  <a:lnTo>
                    <a:pt x="903033" y="220404"/>
                  </a:lnTo>
                  <a:lnTo>
                    <a:pt x="995917" y="221376"/>
                  </a:lnTo>
                  <a:lnTo>
                    <a:pt x="1087981" y="222505"/>
                  </a:lnTo>
                  <a:lnTo>
                    <a:pt x="1176340" y="223792"/>
                  </a:lnTo>
                  <a:lnTo>
                    <a:pt x="1259227" y="225240"/>
                  </a:lnTo>
                  <a:lnTo>
                    <a:pt x="1335847" y="226860"/>
                  </a:lnTo>
                  <a:lnTo>
                    <a:pt x="1406140" y="228672"/>
                  </a:lnTo>
                  <a:lnTo>
                    <a:pt x="1470552" y="230702"/>
                  </a:lnTo>
                  <a:lnTo>
                    <a:pt x="1529837" y="232981"/>
                  </a:lnTo>
                  <a:lnTo>
                    <a:pt x="1584911" y="235546"/>
                  </a:lnTo>
                  <a:lnTo>
                    <a:pt x="1636740" y="238434"/>
                  </a:lnTo>
                  <a:lnTo>
                    <a:pt x="1686257" y="241677"/>
                  </a:lnTo>
                  <a:lnTo>
                    <a:pt x="1719082" y="244096"/>
                  </a:lnTo>
                  <a:lnTo>
                    <a:pt x="1771717" y="248414"/>
                  </a:lnTo>
                  <a:lnTo>
                    <a:pt x="1823848" y="253200"/>
                  </a:lnTo>
                  <a:lnTo>
                    <a:pt x="1876067" y="258460"/>
                  </a:lnTo>
                  <a:lnTo>
                    <a:pt x="1928761" y="264182"/>
                  </a:lnTo>
                  <a:lnTo>
                    <a:pt x="1982140" y="270332"/>
                  </a:lnTo>
                  <a:lnTo>
                    <a:pt x="2036262" y="276853"/>
                  </a:lnTo>
                  <a:lnTo>
                    <a:pt x="2091055" y="283672"/>
                  </a:lnTo>
                  <a:lnTo>
                    <a:pt x="2146338" y="290692"/>
                  </a:lnTo>
                  <a:lnTo>
                    <a:pt x="2201862" y="297809"/>
                  </a:lnTo>
                  <a:lnTo>
                    <a:pt x="2257343" y="304908"/>
                  </a:lnTo>
                  <a:lnTo>
                    <a:pt x="2312501" y="311878"/>
                  </a:lnTo>
                  <a:lnTo>
                    <a:pt x="2367104" y="318616"/>
                  </a:lnTo>
                  <a:lnTo>
                    <a:pt x="2421003" y="325032"/>
                  </a:lnTo>
                  <a:lnTo>
                    <a:pt x="2474162" y="331056"/>
                  </a:lnTo>
                  <a:lnTo>
                    <a:pt x="2526681" y="336640"/>
                  </a:lnTo>
                  <a:lnTo>
                    <a:pt x="2578824" y="341757"/>
                  </a:lnTo>
                  <a:lnTo>
                    <a:pt x="2631035" y="346399"/>
                  </a:lnTo>
                  <a:lnTo>
                    <a:pt x="2667772" y="349357"/>
                  </a:lnTo>
                  <a:lnTo>
                    <a:pt x="2716186" y="352850"/>
                  </a:lnTo>
                  <a:lnTo>
                    <a:pt x="2766344" y="355977"/>
                  </a:lnTo>
                  <a:lnTo>
                    <a:pt x="2819103" y="358758"/>
                  </a:lnTo>
                  <a:lnTo>
                    <a:pt x="2875415" y="361228"/>
                  </a:lnTo>
                  <a:lnTo>
                    <a:pt x="2936241" y="363424"/>
                  </a:lnTo>
                  <a:lnTo>
                    <a:pt x="3002458" y="365381"/>
                  </a:lnTo>
                  <a:lnTo>
                    <a:pt x="3074739" y="367129"/>
                  </a:lnTo>
                  <a:lnTo>
                    <a:pt x="3153394" y="368693"/>
                  </a:lnTo>
                  <a:lnTo>
                    <a:pt x="3238154" y="370089"/>
                  </a:lnTo>
                  <a:lnTo>
                    <a:pt x="3327938" y="371325"/>
                  </a:lnTo>
                  <a:lnTo>
                    <a:pt x="3420630" y="372405"/>
                  </a:lnTo>
                  <a:lnTo>
                    <a:pt x="3512992" y="373325"/>
                  </a:lnTo>
                  <a:lnTo>
                    <a:pt x="3600822" y="374083"/>
                  </a:lnTo>
                  <a:lnTo>
                    <a:pt x="3679474" y="374676"/>
                  </a:lnTo>
                  <a:lnTo>
                    <a:pt x="3744697" y="375110"/>
                  </a:lnTo>
                  <a:lnTo>
                    <a:pt x="3793618" y="375399"/>
                  </a:lnTo>
                  <a:lnTo>
                    <a:pt x="3825523" y="375568"/>
                  </a:lnTo>
                  <a:lnTo>
                    <a:pt x="3842182" y="375647"/>
                  </a:lnTo>
                  <a:lnTo>
                    <a:pt x="3847699" y="375671"/>
                  </a:lnTo>
                  <a:lnTo>
                    <a:pt x="3848118" y="375672"/>
                  </a:lnTo>
                  <a:lnTo>
                    <a:pt x="4386855" y="375672"/>
                  </a:lnTo>
                  <a:lnTo>
                    <a:pt x="4388155" y="375660"/>
                  </a:lnTo>
                  <a:lnTo>
                    <a:pt x="4396638" y="375572"/>
                  </a:lnTo>
                  <a:lnTo>
                    <a:pt x="4417784" y="375329"/>
                  </a:lnTo>
                  <a:lnTo>
                    <a:pt x="4454987" y="374851"/>
                  </a:lnTo>
                  <a:lnTo>
                    <a:pt x="4509226" y="374071"/>
                  </a:lnTo>
                  <a:lnTo>
                    <a:pt x="4579045" y="372939"/>
                  </a:lnTo>
                  <a:lnTo>
                    <a:pt x="4661041" y="371428"/>
                  </a:lnTo>
                  <a:lnTo>
                    <a:pt x="4750741" y="369531"/>
                  </a:lnTo>
                  <a:lnTo>
                    <a:pt x="4843569" y="367255"/>
                  </a:lnTo>
                  <a:lnTo>
                    <a:pt x="4935594" y="364610"/>
                  </a:lnTo>
                  <a:lnTo>
                    <a:pt x="5023932" y="361597"/>
                  </a:lnTo>
                  <a:lnTo>
                    <a:pt x="5106812" y="358206"/>
                  </a:lnTo>
                  <a:lnTo>
                    <a:pt x="5183433" y="354412"/>
                  </a:lnTo>
                  <a:lnTo>
                    <a:pt x="5253733" y="350169"/>
                  </a:lnTo>
                  <a:lnTo>
                    <a:pt x="5318154" y="345417"/>
                  </a:lnTo>
                  <a:lnTo>
                    <a:pt x="5377447" y="340082"/>
                  </a:lnTo>
                  <a:lnTo>
                    <a:pt x="5432524" y="334077"/>
                  </a:lnTo>
                  <a:lnTo>
                    <a:pt x="5484352" y="327316"/>
                  </a:lnTo>
                  <a:lnTo>
                    <a:pt x="5533860" y="319726"/>
                  </a:lnTo>
                  <a:lnTo>
                    <a:pt x="5567201" y="313968"/>
                  </a:lnTo>
                  <a:lnTo>
                    <a:pt x="5619145" y="303984"/>
                  </a:lnTo>
                  <a:lnTo>
                    <a:pt x="5670589" y="292932"/>
                  </a:lnTo>
                  <a:lnTo>
                    <a:pt x="5722107" y="280796"/>
                  </a:lnTo>
                  <a:lnTo>
                    <a:pt x="5774076" y="267605"/>
                  </a:lnTo>
                  <a:lnTo>
                    <a:pt x="5826706" y="253432"/>
                  </a:lnTo>
                  <a:lnTo>
                    <a:pt x="5880060" y="238399"/>
                  </a:lnTo>
                  <a:lnTo>
                    <a:pt x="5934077" y="222674"/>
                  </a:lnTo>
                  <a:lnTo>
                    <a:pt x="5988591" y="206464"/>
                  </a:lnTo>
                  <a:lnTo>
                    <a:pt x="6043368" y="190010"/>
                  </a:lnTo>
                  <a:lnTo>
                    <a:pt x="6098136" y="173564"/>
                  </a:lnTo>
                  <a:lnTo>
                    <a:pt x="6152624" y="157380"/>
                  </a:lnTo>
                  <a:lnTo>
                    <a:pt x="6206601" y="141694"/>
                  </a:lnTo>
                  <a:lnTo>
                    <a:pt x="6259908" y="126713"/>
                  </a:lnTo>
                  <a:lnTo>
                    <a:pt x="6312490" y="112603"/>
                  </a:lnTo>
                  <a:lnTo>
                    <a:pt x="6364421" y="99480"/>
                  </a:lnTo>
                  <a:lnTo>
                    <a:pt x="6415920" y="87416"/>
                  </a:lnTo>
                  <a:lnTo>
                    <a:pt x="6467378" y="76435"/>
                  </a:lnTo>
                  <a:lnTo>
                    <a:pt x="6515891" y="67149"/>
                  </a:lnTo>
                  <a:lnTo>
                    <a:pt x="6564277" y="58962"/>
                  </a:lnTo>
                  <a:lnTo>
                    <a:pt x="6614406" y="51634"/>
                  </a:lnTo>
                  <a:lnTo>
                    <a:pt x="6667131" y="45114"/>
                  </a:lnTo>
                  <a:lnTo>
                    <a:pt x="6723404" y="39325"/>
                  </a:lnTo>
                  <a:lnTo>
                    <a:pt x="6784183" y="34178"/>
                  </a:lnTo>
                  <a:lnTo>
                    <a:pt x="6850345" y="29590"/>
                  </a:lnTo>
                  <a:lnTo>
                    <a:pt x="6922564" y="25491"/>
                  </a:lnTo>
                  <a:lnTo>
                    <a:pt x="7001147" y="21825"/>
                  </a:lnTo>
                  <a:lnTo>
                    <a:pt x="7085834" y="18553"/>
                  </a:lnTo>
                  <a:lnTo>
                    <a:pt x="7175545" y="15653"/>
                  </a:lnTo>
                  <a:lnTo>
                    <a:pt x="7268177" y="13121"/>
                  </a:lnTo>
                  <a:lnTo>
                    <a:pt x="7360502" y="10961"/>
                  </a:lnTo>
                  <a:lnTo>
                    <a:pt x="7448332" y="9182"/>
                  </a:lnTo>
                  <a:lnTo>
                    <a:pt x="7527025" y="7789"/>
                  </a:lnTo>
                  <a:lnTo>
                    <a:pt x="7592335" y="6769"/>
                  </a:lnTo>
                  <a:lnTo>
                    <a:pt x="7641376" y="6089"/>
                  </a:lnTo>
                  <a:lnTo>
                    <a:pt x="7673416" y="5691"/>
                  </a:lnTo>
                  <a:lnTo>
                    <a:pt x="7690198" y="5504"/>
                  </a:lnTo>
                  <a:lnTo>
                    <a:pt x="7695798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7" y="12"/>
                  </a:lnTo>
                  <a:lnTo>
                    <a:pt x="7686455" y="100"/>
                  </a:lnTo>
                  <a:lnTo>
                    <a:pt x="7665309" y="343"/>
                  </a:lnTo>
                  <a:lnTo>
                    <a:pt x="7628105" y="820"/>
                  </a:lnTo>
                  <a:lnTo>
                    <a:pt x="7573866" y="1600"/>
                  </a:lnTo>
                  <a:lnTo>
                    <a:pt x="7504048" y="2733"/>
                  </a:lnTo>
                  <a:lnTo>
                    <a:pt x="7422052" y="4244"/>
                  </a:lnTo>
                  <a:lnTo>
                    <a:pt x="7332351" y="6141"/>
                  </a:lnTo>
                  <a:lnTo>
                    <a:pt x="7239523" y="8417"/>
                  </a:lnTo>
                  <a:lnTo>
                    <a:pt x="7147498" y="11062"/>
                  </a:lnTo>
                  <a:lnTo>
                    <a:pt x="7059161" y="14075"/>
                  </a:lnTo>
                  <a:lnTo>
                    <a:pt x="6976281" y="17466"/>
                  </a:lnTo>
                  <a:lnTo>
                    <a:pt x="6899660" y="21260"/>
                  </a:lnTo>
                  <a:lnTo>
                    <a:pt x="6829359" y="25503"/>
                  </a:lnTo>
                  <a:lnTo>
                    <a:pt x="6764938" y="30255"/>
                  </a:lnTo>
                  <a:lnTo>
                    <a:pt x="6705645" y="35590"/>
                  </a:lnTo>
                  <a:lnTo>
                    <a:pt x="6650568" y="41595"/>
                  </a:lnTo>
                  <a:lnTo>
                    <a:pt x="6598741" y="48356"/>
                  </a:lnTo>
                  <a:lnTo>
                    <a:pt x="6549232" y="55946"/>
                  </a:lnTo>
                  <a:lnTo>
                    <a:pt x="6515891" y="61704"/>
                  </a:lnTo>
                  <a:lnTo>
                    <a:pt x="6463948" y="71687"/>
                  </a:lnTo>
                  <a:lnTo>
                    <a:pt x="6412503" y="82740"/>
                  </a:lnTo>
                  <a:lnTo>
                    <a:pt x="6360985" y="94875"/>
                  </a:lnTo>
                  <a:lnTo>
                    <a:pt x="6309017" y="108066"/>
                  </a:lnTo>
                  <a:lnTo>
                    <a:pt x="6256387" y="122239"/>
                  </a:lnTo>
                  <a:lnTo>
                    <a:pt x="6203032" y="137273"/>
                  </a:lnTo>
                  <a:lnTo>
                    <a:pt x="6149016" y="152998"/>
                  </a:lnTo>
                  <a:lnTo>
                    <a:pt x="6094501" y="169207"/>
                  </a:lnTo>
                  <a:lnTo>
                    <a:pt x="6039724" y="185662"/>
                  </a:lnTo>
                  <a:lnTo>
                    <a:pt x="5984956" y="202108"/>
                  </a:lnTo>
                  <a:lnTo>
                    <a:pt x="5930468" y="218292"/>
                  </a:lnTo>
                  <a:lnTo>
                    <a:pt x="5876491" y="233977"/>
                  </a:lnTo>
                  <a:lnTo>
                    <a:pt x="5823184" y="248958"/>
                  </a:lnTo>
                  <a:lnTo>
                    <a:pt x="5770602" y="263069"/>
                  </a:lnTo>
                  <a:lnTo>
                    <a:pt x="5718672" y="276192"/>
                  </a:lnTo>
                  <a:lnTo>
                    <a:pt x="5667172" y="288256"/>
                  </a:lnTo>
                  <a:lnTo>
                    <a:pt x="5615715" y="299236"/>
                  </a:lnTo>
                  <a:lnTo>
                    <a:pt x="5567201" y="308523"/>
                  </a:lnTo>
                  <a:lnTo>
                    <a:pt x="5518815" y="316710"/>
                  </a:lnTo>
                  <a:lnTo>
                    <a:pt x="5468686" y="324038"/>
                  </a:lnTo>
                  <a:lnTo>
                    <a:pt x="5415961" y="330557"/>
                  </a:lnTo>
                  <a:lnTo>
                    <a:pt x="5359689" y="336347"/>
                  </a:lnTo>
                  <a:lnTo>
                    <a:pt x="5298909" y="341494"/>
                  </a:lnTo>
                  <a:lnTo>
                    <a:pt x="5232747" y="346081"/>
                  </a:lnTo>
                  <a:lnTo>
                    <a:pt x="5160529" y="350181"/>
                  </a:lnTo>
                  <a:lnTo>
                    <a:pt x="5081945" y="353847"/>
                  </a:lnTo>
                  <a:lnTo>
                    <a:pt x="4997259" y="357119"/>
                  </a:lnTo>
                  <a:lnTo>
                    <a:pt x="4907547" y="360019"/>
                  </a:lnTo>
                  <a:lnTo>
                    <a:pt x="4814915" y="362551"/>
                  </a:lnTo>
                  <a:lnTo>
                    <a:pt x="4722590" y="364711"/>
                  </a:lnTo>
                  <a:lnTo>
                    <a:pt x="4634761" y="366489"/>
                  </a:lnTo>
                  <a:lnTo>
                    <a:pt x="4556067" y="367883"/>
                  </a:lnTo>
                  <a:lnTo>
                    <a:pt x="4490758" y="368903"/>
                  </a:lnTo>
                  <a:lnTo>
                    <a:pt x="4441716" y="369583"/>
                  </a:lnTo>
                  <a:lnTo>
                    <a:pt x="4409676" y="369980"/>
                  </a:lnTo>
                  <a:lnTo>
                    <a:pt x="4392894" y="370167"/>
                  </a:lnTo>
                  <a:lnTo>
                    <a:pt x="4387295" y="370224"/>
                  </a:lnTo>
                  <a:lnTo>
                    <a:pt x="4386855" y="370228"/>
                  </a:lnTo>
                  <a:lnTo>
                    <a:pt x="3848118" y="370228"/>
                  </a:lnTo>
                  <a:lnTo>
                    <a:pt x="3846816" y="370223"/>
                  </a:lnTo>
                  <a:lnTo>
                    <a:pt x="3838320" y="370185"/>
                  </a:lnTo>
                  <a:lnTo>
                    <a:pt x="3817141" y="370081"/>
                  </a:lnTo>
                  <a:lnTo>
                    <a:pt x="3779884" y="369877"/>
                  </a:lnTo>
                  <a:lnTo>
                    <a:pt x="3725573" y="369544"/>
                  </a:lnTo>
                  <a:lnTo>
                    <a:pt x="3655672" y="369060"/>
                  </a:lnTo>
                  <a:lnTo>
                    <a:pt x="3573594" y="368415"/>
                  </a:lnTo>
                  <a:lnTo>
                    <a:pt x="3483821" y="367605"/>
                  </a:lnTo>
                  <a:lnTo>
                    <a:pt x="3390937" y="366633"/>
                  </a:lnTo>
                  <a:lnTo>
                    <a:pt x="3298874" y="365503"/>
                  </a:lnTo>
                  <a:lnTo>
                    <a:pt x="3210515" y="364217"/>
                  </a:lnTo>
                  <a:lnTo>
                    <a:pt x="3127627" y="362769"/>
                  </a:lnTo>
                  <a:lnTo>
                    <a:pt x="3051008" y="361148"/>
                  </a:lnTo>
                  <a:lnTo>
                    <a:pt x="2980715" y="359336"/>
                  </a:lnTo>
                  <a:lnTo>
                    <a:pt x="2916303" y="357307"/>
                  </a:lnTo>
                  <a:lnTo>
                    <a:pt x="2857017" y="355028"/>
                  </a:lnTo>
                  <a:lnTo>
                    <a:pt x="2801944" y="352463"/>
                  </a:lnTo>
                  <a:lnTo>
                    <a:pt x="2750114" y="349575"/>
                  </a:lnTo>
                  <a:lnTo>
                    <a:pt x="2700598" y="346332"/>
                  </a:lnTo>
                  <a:lnTo>
                    <a:pt x="2667772" y="343913"/>
                  </a:lnTo>
                  <a:lnTo>
                    <a:pt x="2615138" y="339595"/>
                  </a:lnTo>
                  <a:lnTo>
                    <a:pt x="2563006" y="334809"/>
                  </a:lnTo>
                  <a:lnTo>
                    <a:pt x="2510787" y="329548"/>
                  </a:lnTo>
                  <a:lnTo>
                    <a:pt x="2458094" y="323827"/>
                  </a:lnTo>
                  <a:lnTo>
                    <a:pt x="2404715" y="317677"/>
                  </a:lnTo>
                  <a:lnTo>
                    <a:pt x="2350592" y="311155"/>
                  </a:lnTo>
                  <a:lnTo>
                    <a:pt x="2295800" y="304337"/>
                  </a:lnTo>
                  <a:lnTo>
                    <a:pt x="2240517" y="297316"/>
                  </a:lnTo>
                  <a:lnTo>
                    <a:pt x="2184992" y="290200"/>
                  </a:lnTo>
                  <a:lnTo>
                    <a:pt x="2129512" y="283101"/>
                  </a:lnTo>
                  <a:lnTo>
                    <a:pt x="2074354" y="276131"/>
                  </a:lnTo>
                  <a:lnTo>
                    <a:pt x="2019750" y="269393"/>
                  </a:lnTo>
                  <a:lnTo>
                    <a:pt x="1965851" y="262977"/>
                  </a:lnTo>
                  <a:lnTo>
                    <a:pt x="1912693" y="256953"/>
                  </a:lnTo>
                  <a:lnTo>
                    <a:pt x="1860174" y="251369"/>
                  </a:lnTo>
                  <a:lnTo>
                    <a:pt x="1808031" y="246252"/>
                  </a:lnTo>
                  <a:lnTo>
                    <a:pt x="1755820" y="241609"/>
                  </a:lnTo>
                  <a:lnTo>
                    <a:pt x="1719082" y="238652"/>
                  </a:lnTo>
                  <a:lnTo>
                    <a:pt x="1670669" y="235158"/>
                  </a:lnTo>
                  <a:lnTo>
                    <a:pt x="1620510" y="232032"/>
                  </a:lnTo>
                  <a:lnTo>
                    <a:pt x="1567751" y="229250"/>
                  </a:lnTo>
                  <a:lnTo>
                    <a:pt x="1511439" y="226780"/>
                  </a:lnTo>
                  <a:lnTo>
                    <a:pt x="1450613" y="224585"/>
                  </a:lnTo>
                  <a:lnTo>
                    <a:pt x="1384397" y="222628"/>
                  </a:lnTo>
                  <a:lnTo>
                    <a:pt x="1312115" y="220879"/>
                  </a:lnTo>
                  <a:lnTo>
                    <a:pt x="1233461" y="219316"/>
                  </a:lnTo>
                  <a:lnTo>
                    <a:pt x="1148701" y="217920"/>
                  </a:lnTo>
                  <a:lnTo>
                    <a:pt x="1058917" y="216684"/>
                  </a:lnTo>
                  <a:lnTo>
                    <a:pt x="966225" y="215604"/>
                  </a:lnTo>
                  <a:lnTo>
                    <a:pt x="873863" y="214683"/>
                  </a:lnTo>
                  <a:lnTo>
                    <a:pt x="786032" y="213926"/>
                  </a:lnTo>
                  <a:lnTo>
                    <a:pt x="707381" y="213332"/>
                  </a:lnTo>
                  <a:lnTo>
                    <a:pt x="642158" y="212898"/>
                  </a:lnTo>
                  <a:lnTo>
                    <a:pt x="593236" y="212609"/>
                  </a:lnTo>
                  <a:lnTo>
                    <a:pt x="561331" y="212441"/>
                  </a:lnTo>
                  <a:lnTo>
                    <a:pt x="544672" y="212362"/>
                  </a:lnTo>
                  <a:lnTo>
                    <a:pt x="539156" y="212338"/>
                  </a:lnTo>
                  <a:lnTo>
                    <a:pt x="538736" y="212336"/>
                  </a:lnTo>
                  <a:lnTo>
                    <a:pt x="0" y="212336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50" name="pl750"/>
            <p:cNvSpPr/>
            <p:nvPr/>
          </p:nvSpPr>
          <p:spPr>
            <a:xfrm>
              <a:off x="546595" y="445563"/>
              <a:ext cx="8234974" cy="370228"/>
            </a:xfrm>
            <a:custGeom>
              <a:avLst/>
              <a:pathLst>
                <a:path w="8234974" h="370228">
                  <a:moveTo>
                    <a:pt x="0" y="212336"/>
                  </a:moveTo>
                  <a:lnTo>
                    <a:pt x="538736" y="212336"/>
                  </a:lnTo>
                  <a:lnTo>
                    <a:pt x="540039" y="212342"/>
                  </a:lnTo>
                  <a:lnTo>
                    <a:pt x="548535" y="212379"/>
                  </a:lnTo>
                  <a:lnTo>
                    <a:pt x="569713" y="212483"/>
                  </a:lnTo>
                  <a:lnTo>
                    <a:pt x="606971" y="212687"/>
                  </a:lnTo>
                  <a:lnTo>
                    <a:pt x="661282" y="213020"/>
                  </a:lnTo>
                  <a:lnTo>
                    <a:pt x="731182" y="213504"/>
                  </a:lnTo>
                  <a:lnTo>
                    <a:pt x="813260" y="214149"/>
                  </a:lnTo>
                  <a:lnTo>
                    <a:pt x="903033" y="214959"/>
                  </a:lnTo>
                  <a:lnTo>
                    <a:pt x="995917" y="215931"/>
                  </a:lnTo>
                  <a:lnTo>
                    <a:pt x="1087981" y="217061"/>
                  </a:lnTo>
                  <a:lnTo>
                    <a:pt x="1176340" y="218348"/>
                  </a:lnTo>
                  <a:lnTo>
                    <a:pt x="1259227" y="219795"/>
                  </a:lnTo>
                  <a:lnTo>
                    <a:pt x="1335847" y="221416"/>
                  </a:lnTo>
                  <a:lnTo>
                    <a:pt x="1406140" y="223228"/>
                  </a:lnTo>
                  <a:lnTo>
                    <a:pt x="1470552" y="225257"/>
                  </a:lnTo>
                  <a:lnTo>
                    <a:pt x="1529837" y="227536"/>
                  </a:lnTo>
                  <a:lnTo>
                    <a:pt x="1584911" y="230101"/>
                  </a:lnTo>
                  <a:lnTo>
                    <a:pt x="1636740" y="232990"/>
                  </a:lnTo>
                  <a:lnTo>
                    <a:pt x="1686257" y="236232"/>
                  </a:lnTo>
                  <a:lnTo>
                    <a:pt x="1719082" y="238652"/>
                  </a:lnTo>
                  <a:lnTo>
                    <a:pt x="1771717" y="242969"/>
                  </a:lnTo>
                  <a:lnTo>
                    <a:pt x="1823848" y="247755"/>
                  </a:lnTo>
                  <a:lnTo>
                    <a:pt x="1876067" y="253016"/>
                  </a:lnTo>
                  <a:lnTo>
                    <a:pt x="1928761" y="258738"/>
                  </a:lnTo>
                  <a:lnTo>
                    <a:pt x="1982140" y="264887"/>
                  </a:lnTo>
                  <a:lnTo>
                    <a:pt x="2036262" y="271409"/>
                  </a:lnTo>
                  <a:lnTo>
                    <a:pt x="2091055" y="278227"/>
                  </a:lnTo>
                  <a:lnTo>
                    <a:pt x="2146338" y="285248"/>
                  </a:lnTo>
                  <a:lnTo>
                    <a:pt x="2201862" y="292364"/>
                  </a:lnTo>
                  <a:lnTo>
                    <a:pt x="2257343" y="299464"/>
                  </a:lnTo>
                  <a:lnTo>
                    <a:pt x="2312501" y="306434"/>
                  </a:lnTo>
                  <a:lnTo>
                    <a:pt x="2367104" y="313171"/>
                  </a:lnTo>
                  <a:lnTo>
                    <a:pt x="2421003" y="319587"/>
                  </a:lnTo>
                  <a:lnTo>
                    <a:pt x="2474162" y="325611"/>
                  </a:lnTo>
                  <a:lnTo>
                    <a:pt x="2526681" y="331196"/>
                  </a:lnTo>
                  <a:lnTo>
                    <a:pt x="2578824" y="336312"/>
                  </a:lnTo>
                  <a:lnTo>
                    <a:pt x="2631035" y="340955"/>
                  </a:lnTo>
                  <a:lnTo>
                    <a:pt x="2667772" y="343913"/>
                  </a:lnTo>
                  <a:lnTo>
                    <a:pt x="2716186" y="347406"/>
                  </a:lnTo>
                  <a:lnTo>
                    <a:pt x="2766344" y="350533"/>
                  </a:lnTo>
                  <a:lnTo>
                    <a:pt x="2819103" y="353314"/>
                  </a:lnTo>
                  <a:lnTo>
                    <a:pt x="2875415" y="355784"/>
                  </a:lnTo>
                  <a:lnTo>
                    <a:pt x="2936241" y="357979"/>
                  </a:lnTo>
                  <a:lnTo>
                    <a:pt x="3002458" y="359936"/>
                  </a:lnTo>
                  <a:lnTo>
                    <a:pt x="3074739" y="361685"/>
                  </a:lnTo>
                  <a:lnTo>
                    <a:pt x="3153394" y="363248"/>
                  </a:lnTo>
                  <a:lnTo>
                    <a:pt x="3238154" y="364644"/>
                  </a:lnTo>
                  <a:lnTo>
                    <a:pt x="3327938" y="365880"/>
                  </a:lnTo>
                  <a:lnTo>
                    <a:pt x="3420630" y="366960"/>
                  </a:lnTo>
                  <a:lnTo>
                    <a:pt x="3512992" y="367881"/>
                  </a:lnTo>
                  <a:lnTo>
                    <a:pt x="3600822" y="368638"/>
                  </a:lnTo>
                  <a:lnTo>
                    <a:pt x="3679474" y="369232"/>
                  </a:lnTo>
                  <a:lnTo>
                    <a:pt x="3744697" y="369666"/>
                  </a:lnTo>
                  <a:lnTo>
                    <a:pt x="3793618" y="369955"/>
                  </a:lnTo>
                  <a:lnTo>
                    <a:pt x="3825523" y="370123"/>
                  </a:lnTo>
                  <a:lnTo>
                    <a:pt x="3842182" y="370203"/>
                  </a:lnTo>
                  <a:lnTo>
                    <a:pt x="3847699" y="370226"/>
                  </a:lnTo>
                  <a:lnTo>
                    <a:pt x="3848118" y="370228"/>
                  </a:lnTo>
                  <a:lnTo>
                    <a:pt x="4386855" y="370228"/>
                  </a:lnTo>
                  <a:lnTo>
                    <a:pt x="4388155" y="370216"/>
                  </a:lnTo>
                  <a:lnTo>
                    <a:pt x="4396638" y="370128"/>
                  </a:lnTo>
                  <a:lnTo>
                    <a:pt x="4417784" y="369884"/>
                  </a:lnTo>
                  <a:lnTo>
                    <a:pt x="4454987" y="369407"/>
                  </a:lnTo>
                  <a:lnTo>
                    <a:pt x="4509226" y="368627"/>
                  </a:lnTo>
                  <a:lnTo>
                    <a:pt x="4579045" y="367495"/>
                  </a:lnTo>
                  <a:lnTo>
                    <a:pt x="4661041" y="365983"/>
                  </a:lnTo>
                  <a:lnTo>
                    <a:pt x="4750741" y="364086"/>
                  </a:lnTo>
                  <a:lnTo>
                    <a:pt x="4843569" y="361811"/>
                  </a:lnTo>
                  <a:lnTo>
                    <a:pt x="4935594" y="359165"/>
                  </a:lnTo>
                  <a:lnTo>
                    <a:pt x="5023932" y="356152"/>
                  </a:lnTo>
                  <a:lnTo>
                    <a:pt x="5106812" y="352762"/>
                  </a:lnTo>
                  <a:lnTo>
                    <a:pt x="5183433" y="348967"/>
                  </a:lnTo>
                  <a:lnTo>
                    <a:pt x="5253733" y="344724"/>
                  </a:lnTo>
                  <a:lnTo>
                    <a:pt x="5318154" y="339973"/>
                  </a:lnTo>
                  <a:lnTo>
                    <a:pt x="5377447" y="334637"/>
                  </a:lnTo>
                  <a:lnTo>
                    <a:pt x="5432524" y="328632"/>
                  </a:lnTo>
                  <a:lnTo>
                    <a:pt x="5484352" y="321871"/>
                  </a:lnTo>
                  <a:lnTo>
                    <a:pt x="5533860" y="314282"/>
                  </a:lnTo>
                  <a:lnTo>
                    <a:pt x="5567201" y="308523"/>
                  </a:lnTo>
                  <a:lnTo>
                    <a:pt x="5619145" y="298540"/>
                  </a:lnTo>
                  <a:lnTo>
                    <a:pt x="5670589" y="287487"/>
                  </a:lnTo>
                  <a:lnTo>
                    <a:pt x="5722107" y="275352"/>
                  </a:lnTo>
                  <a:lnTo>
                    <a:pt x="5774076" y="262161"/>
                  </a:lnTo>
                  <a:lnTo>
                    <a:pt x="5826706" y="247988"/>
                  </a:lnTo>
                  <a:lnTo>
                    <a:pt x="5880060" y="232955"/>
                  </a:lnTo>
                  <a:lnTo>
                    <a:pt x="5934077" y="217229"/>
                  </a:lnTo>
                  <a:lnTo>
                    <a:pt x="5988591" y="201020"/>
                  </a:lnTo>
                  <a:lnTo>
                    <a:pt x="6043368" y="184565"/>
                  </a:lnTo>
                  <a:lnTo>
                    <a:pt x="6098136" y="168120"/>
                  </a:lnTo>
                  <a:lnTo>
                    <a:pt x="6152624" y="151935"/>
                  </a:lnTo>
                  <a:lnTo>
                    <a:pt x="6206601" y="136250"/>
                  </a:lnTo>
                  <a:lnTo>
                    <a:pt x="6259908" y="121269"/>
                  </a:lnTo>
                  <a:lnTo>
                    <a:pt x="6312490" y="107158"/>
                  </a:lnTo>
                  <a:lnTo>
                    <a:pt x="6364421" y="94035"/>
                  </a:lnTo>
                  <a:lnTo>
                    <a:pt x="6415920" y="81971"/>
                  </a:lnTo>
                  <a:lnTo>
                    <a:pt x="6467378" y="70991"/>
                  </a:lnTo>
                  <a:lnTo>
                    <a:pt x="6515891" y="61704"/>
                  </a:lnTo>
                  <a:lnTo>
                    <a:pt x="6564277" y="53518"/>
                  </a:lnTo>
                  <a:lnTo>
                    <a:pt x="6614406" y="46189"/>
                  </a:lnTo>
                  <a:lnTo>
                    <a:pt x="6667131" y="39670"/>
                  </a:lnTo>
                  <a:lnTo>
                    <a:pt x="6723404" y="33880"/>
                  </a:lnTo>
                  <a:lnTo>
                    <a:pt x="6784183" y="28733"/>
                  </a:lnTo>
                  <a:lnTo>
                    <a:pt x="6850345" y="24146"/>
                  </a:lnTo>
                  <a:lnTo>
                    <a:pt x="6922564" y="20047"/>
                  </a:lnTo>
                  <a:lnTo>
                    <a:pt x="7001147" y="16380"/>
                  </a:lnTo>
                  <a:lnTo>
                    <a:pt x="7085834" y="13108"/>
                  </a:lnTo>
                  <a:lnTo>
                    <a:pt x="7175545" y="10209"/>
                  </a:lnTo>
                  <a:lnTo>
                    <a:pt x="7268177" y="7676"/>
                  </a:lnTo>
                  <a:lnTo>
                    <a:pt x="7360502" y="5516"/>
                  </a:lnTo>
                  <a:lnTo>
                    <a:pt x="7448332" y="3738"/>
                  </a:lnTo>
                  <a:lnTo>
                    <a:pt x="7527025" y="2345"/>
                  </a:lnTo>
                  <a:lnTo>
                    <a:pt x="7592335" y="1325"/>
                  </a:lnTo>
                  <a:lnTo>
                    <a:pt x="7641376" y="644"/>
                  </a:lnTo>
                  <a:lnTo>
                    <a:pt x="7673416" y="247"/>
                  </a:lnTo>
                  <a:lnTo>
                    <a:pt x="7690198" y="60"/>
                  </a:lnTo>
                  <a:lnTo>
                    <a:pt x="7695798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1" name="pl751"/>
            <p:cNvSpPr/>
            <p:nvPr/>
          </p:nvSpPr>
          <p:spPr>
            <a:xfrm>
              <a:off x="546595" y="440118"/>
              <a:ext cx="8234974" cy="370228"/>
            </a:xfrm>
            <a:custGeom>
              <a:avLst/>
              <a:pathLst>
                <a:path w="8234974" h="370228">
                  <a:moveTo>
                    <a:pt x="8234974" y="0"/>
                  </a:moveTo>
                  <a:lnTo>
                    <a:pt x="7696237" y="0"/>
                  </a:lnTo>
                  <a:lnTo>
                    <a:pt x="7694937" y="12"/>
                  </a:lnTo>
                  <a:lnTo>
                    <a:pt x="7686455" y="100"/>
                  </a:lnTo>
                  <a:lnTo>
                    <a:pt x="7665309" y="343"/>
                  </a:lnTo>
                  <a:lnTo>
                    <a:pt x="7628105" y="820"/>
                  </a:lnTo>
                  <a:lnTo>
                    <a:pt x="7573866" y="1600"/>
                  </a:lnTo>
                  <a:lnTo>
                    <a:pt x="7504048" y="2733"/>
                  </a:lnTo>
                  <a:lnTo>
                    <a:pt x="7422052" y="4244"/>
                  </a:lnTo>
                  <a:lnTo>
                    <a:pt x="7332351" y="6141"/>
                  </a:lnTo>
                  <a:lnTo>
                    <a:pt x="7239523" y="8417"/>
                  </a:lnTo>
                  <a:lnTo>
                    <a:pt x="7147498" y="11062"/>
                  </a:lnTo>
                  <a:lnTo>
                    <a:pt x="7059161" y="14075"/>
                  </a:lnTo>
                  <a:lnTo>
                    <a:pt x="6976281" y="17466"/>
                  </a:lnTo>
                  <a:lnTo>
                    <a:pt x="6899660" y="21260"/>
                  </a:lnTo>
                  <a:lnTo>
                    <a:pt x="6829359" y="25503"/>
                  </a:lnTo>
                  <a:lnTo>
                    <a:pt x="6764938" y="30255"/>
                  </a:lnTo>
                  <a:lnTo>
                    <a:pt x="6705645" y="35590"/>
                  </a:lnTo>
                  <a:lnTo>
                    <a:pt x="6650568" y="41595"/>
                  </a:lnTo>
                  <a:lnTo>
                    <a:pt x="6598741" y="48356"/>
                  </a:lnTo>
                  <a:lnTo>
                    <a:pt x="6549232" y="55946"/>
                  </a:lnTo>
                  <a:lnTo>
                    <a:pt x="6515891" y="61704"/>
                  </a:lnTo>
                  <a:lnTo>
                    <a:pt x="6463948" y="71687"/>
                  </a:lnTo>
                  <a:lnTo>
                    <a:pt x="6412503" y="82740"/>
                  </a:lnTo>
                  <a:lnTo>
                    <a:pt x="6360985" y="94875"/>
                  </a:lnTo>
                  <a:lnTo>
                    <a:pt x="6309017" y="108066"/>
                  </a:lnTo>
                  <a:lnTo>
                    <a:pt x="6256387" y="122239"/>
                  </a:lnTo>
                  <a:lnTo>
                    <a:pt x="6203032" y="137273"/>
                  </a:lnTo>
                  <a:lnTo>
                    <a:pt x="6149016" y="152998"/>
                  </a:lnTo>
                  <a:lnTo>
                    <a:pt x="6094501" y="169207"/>
                  </a:lnTo>
                  <a:lnTo>
                    <a:pt x="6039724" y="185662"/>
                  </a:lnTo>
                  <a:lnTo>
                    <a:pt x="5984956" y="202108"/>
                  </a:lnTo>
                  <a:lnTo>
                    <a:pt x="5930468" y="218292"/>
                  </a:lnTo>
                  <a:lnTo>
                    <a:pt x="5876491" y="233977"/>
                  </a:lnTo>
                  <a:lnTo>
                    <a:pt x="5823184" y="248958"/>
                  </a:lnTo>
                  <a:lnTo>
                    <a:pt x="5770602" y="263069"/>
                  </a:lnTo>
                  <a:lnTo>
                    <a:pt x="5718672" y="276192"/>
                  </a:lnTo>
                  <a:lnTo>
                    <a:pt x="5667172" y="288256"/>
                  </a:lnTo>
                  <a:lnTo>
                    <a:pt x="5615715" y="299236"/>
                  </a:lnTo>
                  <a:lnTo>
                    <a:pt x="5567201" y="308523"/>
                  </a:lnTo>
                  <a:lnTo>
                    <a:pt x="5518815" y="316710"/>
                  </a:lnTo>
                  <a:lnTo>
                    <a:pt x="5468686" y="324038"/>
                  </a:lnTo>
                  <a:lnTo>
                    <a:pt x="5415961" y="330557"/>
                  </a:lnTo>
                  <a:lnTo>
                    <a:pt x="5359689" y="336347"/>
                  </a:lnTo>
                  <a:lnTo>
                    <a:pt x="5298909" y="341494"/>
                  </a:lnTo>
                  <a:lnTo>
                    <a:pt x="5232747" y="346081"/>
                  </a:lnTo>
                  <a:lnTo>
                    <a:pt x="5160529" y="350181"/>
                  </a:lnTo>
                  <a:lnTo>
                    <a:pt x="5081945" y="353847"/>
                  </a:lnTo>
                  <a:lnTo>
                    <a:pt x="4997259" y="357119"/>
                  </a:lnTo>
                  <a:lnTo>
                    <a:pt x="4907547" y="360019"/>
                  </a:lnTo>
                  <a:lnTo>
                    <a:pt x="4814915" y="362551"/>
                  </a:lnTo>
                  <a:lnTo>
                    <a:pt x="4722590" y="364711"/>
                  </a:lnTo>
                  <a:lnTo>
                    <a:pt x="4634761" y="366489"/>
                  </a:lnTo>
                  <a:lnTo>
                    <a:pt x="4556067" y="367883"/>
                  </a:lnTo>
                  <a:lnTo>
                    <a:pt x="4490758" y="368903"/>
                  </a:lnTo>
                  <a:lnTo>
                    <a:pt x="4441716" y="369583"/>
                  </a:lnTo>
                  <a:lnTo>
                    <a:pt x="4409676" y="369980"/>
                  </a:lnTo>
                  <a:lnTo>
                    <a:pt x="4392894" y="370167"/>
                  </a:lnTo>
                  <a:lnTo>
                    <a:pt x="4387295" y="370224"/>
                  </a:lnTo>
                  <a:lnTo>
                    <a:pt x="4386855" y="370228"/>
                  </a:lnTo>
                  <a:lnTo>
                    <a:pt x="3848118" y="370228"/>
                  </a:lnTo>
                  <a:lnTo>
                    <a:pt x="3846816" y="370223"/>
                  </a:lnTo>
                  <a:lnTo>
                    <a:pt x="3838320" y="370185"/>
                  </a:lnTo>
                  <a:lnTo>
                    <a:pt x="3817141" y="370081"/>
                  </a:lnTo>
                  <a:lnTo>
                    <a:pt x="3779884" y="369877"/>
                  </a:lnTo>
                  <a:lnTo>
                    <a:pt x="3725573" y="369544"/>
                  </a:lnTo>
                  <a:lnTo>
                    <a:pt x="3655672" y="369060"/>
                  </a:lnTo>
                  <a:lnTo>
                    <a:pt x="3573594" y="368415"/>
                  </a:lnTo>
                  <a:lnTo>
                    <a:pt x="3483821" y="367605"/>
                  </a:lnTo>
                  <a:lnTo>
                    <a:pt x="3390937" y="366633"/>
                  </a:lnTo>
                  <a:lnTo>
                    <a:pt x="3298874" y="365503"/>
                  </a:lnTo>
                  <a:lnTo>
                    <a:pt x="3210515" y="364217"/>
                  </a:lnTo>
                  <a:lnTo>
                    <a:pt x="3127627" y="362769"/>
                  </a:lnTo>
                  <a:lnTo>
                    <a:pt x="3051008" y="361148"/>
                  </a:lnTo>
                  <a:lnTo>
                    <a:pt x="2980715" y="359336"/>
                  </a:lnTo>
                  <a:lnTo>
                    <a:pt x="2916303" y="357307"/>
                  </a:lnTo>
                  <a:lnTo>
                    <a:pt x="2857017" y="355028"/>
                  </a:lnTo>
                  <a:lnTo>
                    <a:pt x="2801944" y="352463"/>
                  </a:lnTo>
                  <a:lnTo>
                    <a:pt x="2750114" y="349575"/>
                  </a:lnTo>
                  <a:lnTo>
                    <a:pt x="2700598" y="346332"/>
                  </a:lnTo>
                  <a:lnTo>
                    <a:pt x="2667772" y="343913"/>
                  </a:lnTo>
                  <a:lnTo>
                    <a:pt x="2615138" y="339595"/>
                  </a:lnTo>
                  <a:lnTo>
                    <a:pt x="2563006" y="334809"/>
                  </a:lnTo>
                  <a:lnTo>
                    <a:pt x="2510787" y="329548"/>
                  </a:lnTo>
                  <a:lnTo>
                    <a:pt x="2458094" y="323827"/>
                  </a:lnTo>
                  <a:lnTo>
                    <a:pt x="2404715" y="317677"/>
                  </a:lnTo>
                  <a:lnTo>
                    <a:pt x="2350592" y="311155"/>
                  </a:lnTo>
                  <a:lnTo>
                    <a:pt x="2295800" y="304337"/>
                  </a:lnTo>
                  <a:lnTo>
                    <a:pt x="2240517" y="297316"/>
                  </a:lnTo>
                  <a:lnTo>
                    <a:pt x="2184992" y="290200"/>
                  </a:lnTo>
                  <a:lnTo>
                    <a:pt x="2129512" y="283101"/>
                  </a:lnTo>
                  <a:lnTo>
                    <a:pt x="2074354" y="276131"/>
                  </a:lnTo>
                  <a:lnTo>
                    <a:pt x="2019750" y="269393"/>
                  </a:lnTo>
                  <a:lnTo>
                    <a:pt x="1965851" y="262977"/>
                  </a:lnTo>
                  <a:lnTo>
                    <a:pt x="1912693" y="256953"/>
                  </a:lnTo>
                  <a:lnTo>
                    <a:pt x="1860174" y="251369"/>
                  </a:lnTo>
                  <a:lnTo>
                    <a:pt x="1808031" y="246252"/>
                  </a:lnTo>
                  <a:lnTo>
                    <a:pt x="1755820" y="241609"/>
                  </a:lnTo>
                  <a:lnTo>
                    <a:pt x="1719082" y="238652"/>
                  </a:lnTo>
                  <a:lnTo>
                    <a:pt x="1670669" y="235158"/>
                  </a:lnTo>
                  <a:lnTo>
                    <a:pt x="1620510" y="232032"/>
                  </a:lnTo>
                  <a:lnTo>
                    <a:pt x="1567751" y="229250"/>
                  </a:lnTo>
                  <a:lnTo>
                    <a:pt x="1511439" y="226780"/>
                  </a:lnTo>
                  <a:lnTo>
                    <a:pt x="1450613" y="224585"/>
                  </a:lnTo>
                  <a:lnTo>
                    <a:pt x="1384397" y="222628"/>
                  </a:lnTo>
                  <a:lnTo>
                    <a:pt x="1312115" y="220879"/>
                  </a:lnTo>
                  <a:lnTo>
                    <a:pt x="1233461" y="219316"/>
                  </a:lnTo>
                  <a:lnTo>
                    <a:pt x="1148701" y="217920"/>
                  </a:lnTo>
                  <a:lnTo>
                    <a:pt x="1058917" y="216684"/>
                  </a:lnTo>
                  <a:lnTo>
                    <a:pt x="966225" y="215604"/>
                  </a:lnTo>
                  <a:lnTo>
                    <a:pt x="873863" y="214683"/>
                  </a:lnTo>
                  <a:lnTo>
                    <a:pt x="786032" y="213926"/>
                  </a:lnTo>
                  <a:lnTo>
                    <a:pt x="707381" y="213332"/>
                  </a:lnTo>
                  <a:lnTo>
                    <a:pt x="642158" y="212898"/>
                  </a:lnTo>
                  <a:lnTo>
                    <a:pt x="593236" y="212609"/>
                  </a:lnTo>
                  <a:lnTo>
                    <a:pt x="561331" y="212441"/>
                  </a:lnTo>
                  <a:lnTo>
                    <a:pt x="544672" y="212362"/>
                  </a:lnTo>
                  <a:lnTo>
                    <a:pt x="539156" y="212338"/>
                  </a:lnTo>
                  <a:lnTo>
                    <a:pt x="538736" y="212336"/>
                  </a:lnTo>
                  <a:lnTo>
                    <a:pt x="0" y="2123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2" name="pg752"/>
            <p:cNvSpPr/>
            <p:nvPr/>
          </p:nvSpPr>
          <p:spPr>
            <a:xfrm>
              <a:off x="546595" y="657900"/>
              <a:ext cx="8234974" cy="326672"/>
            </a:xfrm>
            <a:custGeom>
              <a:avLst/>
              <a:pathLst>
                <a:path w="8234974" h="326672">
                  <a:moveTo>
                    <a:pt x="0" y="10889"/>
                  </a:moveTo>
                  <a:lnTo>
                    <a:pt x="538736" y="10889"/>
                  </a:lnTo>
                  <a:lnTo>
                    <a:pt x="540038" y="10895"/>
                  </a:lnTo>
                  <a:lnTo>
                    <a:pt x="548533" y="10940"/>
                  </a:lnTo>
                  <a:lnTo>
                    <a:pt x="569708" y="11066"/>
                  </a:lnTo>
                  <a:lnTo>
                    <a:pt x="606960" y="11312"/>
                  </a:lnTo>
                  <a:lnTo>
                    <a:pt x="661264" y="11714"/>
                  </a:lnTo>
                  <a:lnTo>
                    <a:pt x="731156" y="12297"/>
                  </a:lnTo>
                  <a:lnTo>
                    <a:pt x="813226" y="13076"/>
                  </a:lnTo>
                  <a:lnTo>
                    <a:pt x="902992" y="14054"/>
                  </a:lnTo>
                  <a:lnTo>
                    <a:pt x="995870" y="15227"/>
                  </a:lnTo>
                  <a:lnTo>
                    <a:pt x="1087929" y="16590"/>
                  </a:lnTo>
                  <a:lnTo>
                    <a:pt x="1176286" y="18142"/>
                  </a:lnTo>
                  <a:lnTo>
                    <a:pt x="1259173" y="19890"/>
                  </a:lnTo>
                  <a:lnTo>
                    <a:pt x="1335792" y="21845"/>
                  </a:lnTo>
                  <a:lnTo>
                    <a:pt x="1406086" y="24032"/>
                  </a:lnTo>
                  <a:lnTo>
                    <a:pt x="1470500" y="26481"/>
                  </a:lnTo>
                  <a:lnTo>
                    <a:pt x="1529786" y="29231"/>
                  </a:lnTo>
                  <a:lnTo>
                    <a:pt x="1584860" y="32326"/>
                  </a:lnTo>
                  <a:lnTo>
                    <a:pt x="1636689" y="35811"/>
                  </a:lnTo>
                  <a:lnTo>
                    <a:pt x="1686204" y="39724"/>
                  </a:lnTo>
                  <a:lnTo>
                    <a:pt x="1719082" y="42648"/>
                  </a:lnTo>
                  <a:lnTo>
                    <a:pt x="1771645" y="47852"/>
                  </a:lnTo>
                  <a:lnTo>
                    <a:pt x="1823704" y="53619"/>
                  </a:lnTo>
                  <a:lnTo>
                    <a:pt x="1875850" y="59957"/>
                  </a:lnTo>
                  <a:lnTo>
                    <a:pt x="1928467" y="66850"/>
                  </a:lnTo>
                  <a:lnTo>
                    <a:pt x="1981768" y="74259"/>
                  </a:lnTo>
                  <a:lnTo>
                    <a:pt x="2035810" y="82116"/>
                  </a:lnTo>
                  <a:lnTo>
                    <a:pt x="2090521" y="90331"/>
                  </a:lnTo>
                  <a:lnTo>
                    <a:pt x="2145724" y="98791"/>
                  </a:lnTo>
                  <a:lnTo>
                    <a:pt x="2201171" y="107367"/>
                  </a:lnTo>
                  <a:lnTo>
                    <a:pt x="2256577" y="115924"/>
                  </a:lnTo>
                  <a:lnTo>
                    <a:pt x="2311665" y="124328"/>
                  </a:lnTo>
                  <a:lnTo>
                    <a:pt x="2366203" y="132454"/>
                  </a:lnTo>
                  <a:lnTo>
                    <a:pt x="2420041" y="140194"/>
                  </a:lnTo>
                  <a:lnTo>
                    <a:pt x="2473139" y="147464"/>
                  </a:lnTo>
                  <a:lnTo>
                    <a:pt x="2525596" y="154205"/>
                  </a:lnTo>
                  <a:lnTo>
                    <a:pt x="2577671" y="160384"/>
                  </a:lnTo>
                  <a:lnTo>
                    <a:pt x="2629802" y="165993"/>
                  </a:lnTo>
                  <a:lnTo>
                    <a:pt x="2667772" y="169687"/>
                  </a:lnTo>
                  <a:lnTo>
                    <a:pt x="2716183" y="173903"/>
                  </a:lnTo>
                  <a:lnTo>
                    <a:pt x="2766338" y="177677"/>
                  </a:lnTo>
                  <a:lnTo>
                    <a:pt x="2819094" y="181033"/>
                  </a:lnTo>
                  <a:lnTo>
                    <a:pt x="2875402" y="184014"/>
                  </a:lnTo>
                  <a:lnTo>
                    <a:pt x="2936223" y="186664"/>
                  </a:lnTo>
                  <a:lnTo>
                    <a:pt x="3002434" y="189026"/>
                  </a:lnTo>
                  <a:lnTo>
                    <a:pt x="3074709" y="191136"/>
                  </a:lnTo>
                  <a:lnTo>
                    <a:pt x="3153357" y="193023"/>
                  </a:lnTo>
                  <a:lnTo>
                    <a:pt x="3238109" y="194707"/>
                  </a:lnTo>
                  <a:lnTo>
                    <a:pt x="3327886" y="196200"/>
                  </a:lnTo>
                  <a:lnTo>
                    <a:pt x="3420572" y="197503"/>
                  </a:lnTo>
                  <a:lnTo>
                    <a:pt x="3512930" y="198614"/>
                  </a:lnTo>
                  <a:lnTo>
                    <a:pt x="3600760" y="199528"/>
                  </a:lnTo>
                  <a:lnTo>
                    <a:pt x="3679416" y="200245"/>
                  </a:lnTo>
                  <a:lnTo>
                    <a:pt x="3744648" y="200768"/>
                  </a:lnTo>
                  <a:lnTo>
                    <a:pt x="3793582" y="201118"/>
                  </a:lnTo>
                  <a:lnTo>
                    <a:pt x="3825500" y="201321"/>
                  </a:lnTo>
                  <a:lnTo>
                    <a:pt x="3842172" y="201417"/>
                  </a:lnTo>
                  <a:lnTo>
                    <a:pt x="3847697" y="201445"/>
                  </a:lnTo>
                  <a:lnTo>
                    <a:pt x="3848118" y="201447"/>
                  </a:lnTo>
                  <a:lnTo>
                    <a:pt x="4386855" y="201447"/>
                  </a:lnTo>
                  <a:lnTo>
                    <a:pt x="4388158" y="201451"/>
                  </a:lnTo>
                  <a:lnTo>
                    <a:pt x="4396655" y="201481"/>
                  </a:lnTo>
                  <a:lnTo>
                    <a:pt x="4417836" y="201564"/>
                  </a:lnTo>
                  <a:lnTo>
                    <a:pt x="4455098" y="201725"/>
                  </a:lnTo>
                  <a:lnTo>
                    <a:pt x="4509415" y="201990"/>
                  </a:lnTo>
                  <a:lnTo>
                    <a:pt x="4579323" y="202373"/>
                  </a:lnTo>
                  <a:lnTo>
                    <a:pt x="4661407" y="202885"/>
                  </a:lnTo>
                  <a:lnTo>
                    <a:pt x="4751186" y="203528"/>
                  </a:lnTo>
                  <a:lnTo>
                    <a:pt x="4844075" y="204299"/>
                  </a:lnTo>
                  <a:lnTo>
                    <a:pt x="4936141" y="205195"/>
                  </a:lnTo>
                  <a:lnTo>
                    <a:pt x="5024502" y="206215"/>
                  </a:lnTo>
                  <a:lnTo>
                    <a:pt x="5107390" y="207364"/>
                  </a:lnTo>
                  <a:lnTo>
                    <a:pt x="5184009" y="208649"/>
                  </a:lnTo>
                  <a:lnTo>
                    <a:pt x="5254302" y="210086"/>
                  </a:lnTo>
                  <a:lnTo>
                    <a:pt x="5318714" y="211696"/>
                  </a:lnTo>
                  <a:lnTo>
                    <a:pt x="5377998" y="213504"/>
                  </a:lnTo>
                  <a:lnTo>
                    <a:pt x="5433072" y="215538"/>
                  </a:lnTo>
                  <a:lnTo>
                    <a:pt x="5484901" y="217829"/>
                  </a:lnTo>
                  <a:lnTo>
                    <a:pt x="5534418" y="220401"/>
                  </a:lnTo>
                  <a:lnTo>
                    <a:pt x="5567201" y="222318"/>
                  </a:lnTo>
                  <a:lnTo>
                    <a:pt x="5619895" y="225746"/>
                  </a:lnTo>
                  <a:lnTo>
                    <a:pt x="5672085" y="229547"/>
                  </a:lnTo>
                  <a:lnTo>
                    <a:pt x="5724364" y="233725"/>
                  </a:lnTo>
                  <a:lnTo>
                    <a:pt x="5777119" y="238270"/>
                  </a:lnTo>
                  <a:lnTo>
                    <a:pt x="5830563" y="243154"/>
                  </a:lnTo>
                  <a:lnTo>
                    <a:pt x="5884751" y="248334"/>
                  </a:lnTo>
                  <a:lnTo>
                    <a:pt x="5939610" y="253749"/>
                  </a:lnTo>
                  <a:lnTo>
                    <a:pt x="5994959" y="259325"/>
                  </a:lnTo>
                  <a:lnTo>
                    <a:pt x="6050547" y="264975"/>
                  </a:lnTo>
                  <a:lnTo>
                    <a:pt x="6106088" y="270611"/>
                  </a:lnTo>
                  <a:lnTo>
                    <a:pt x="6161303" y="276144"/>
                  </a:lnTo>
                  <a:lnTo>
                    <a:pt x="6215960" y="281491"/>
                  </a:lnTo>
                  <a:lnTo>
                    <a:pt x="6269909" y="286581"/>
                  </a:lnTo>
                  <a:lnTo>
                    <a:pt x="6323117" y="291359"/>
                  </a:lnTo>
                  <a:lnTo>
                    <a:pt x="6375687" y="295787"/>
                  </a:lnTo>
                  <a:lnTo>
                    <a:pt x="6427885" y="299843"/>
                  </a:lnTo>
                  <a:lnTo>
                    <a:pt x="6480163" y="303522"/>
                  </a:lnTo>
                  <a:lnTo>
                    <a:pt x="6515891" y="305801"/>
                  </a:lnTo>
                  <a:lnTo>
                    <a:pt x="6564307" y="308571"/>
                  </a:lnTo>
                  <a:lnTo>
                    <a:pt x="6614468" y="311051"/>
                  </a:lnTo>
                  <a:lnTo>
                    <a:pt x="6667230" y="313257"/>
                  </a:lnTo>
                  <a:lnTo>
                    <a:pt x="6723545" y="315216"/>
                  </a:lnTo>
                  <a:lnTo>
                    <a:pt x="6784375" y="316958"/>
                  </a:lnTo>
                  <a:lnTo>
                    <a:pt x="6850596" y="318510"/>
                  </a:lnTo>
                  <a:lnTo>
                    <a:pt x="6922883" y="319896"/>
                  </a:lnTo>
                  <a:lnTo>
                    <a:pt x="7001543" y="321137"/>
                  </a:lnTo>
                  <a:lnTo>
                    <a:pt x="7086309" y="322243"/>
                  </a:lnTo>
                  <a:lnTo>
                    <a:pt x="7176099" y="323224"/>
                  </a:lnTo>
                  <a:lnTo>
                    <a:pt x="7268796" y="324080"/>
                  </a:lnTo>
                  <a:lnTo>
                    <a:pt x="7361161" y="324810"/>
                  </a:lnTo>
                  <a:lnTo>
                    <a:pt x="7448991" y="325411"/>
                  </a:lnTo>
                  <a:lnTo>
                    <a:pt x="7527639" y="325882"/>
                  </a:lnTo>
                  <a:lnTo>
                    <a:pt x="7592855" y="326226"/>
                  </a:lnTo>
                  <a:lnTo>
                    <a:pt x="7641767" y="326455"/>
                  </a:lnTo>
                  <a:lnTo>
                    <a:pt x="7673661" y="326589"/>
                  </a:lnTo>
                  <a:lnTo>
                    <a:pt x="7690310" y="326652"/>
                  </a:lnTo>
                  <a:lnTo>
                    <a:pt x="7695819" y="326670"/>
                  </a:lnTo>
                  <a:lnTo>
                    <a:pt x="7696237" y="326672"/>
                  </a:lnTo>
                  <a:lnTo>
                    <a:pt x="8234974" y="326672"/>
                  </a:lnTo>
                  <a:lnTo>
                    <a:pt x="8234974" y="315782"/>
                  </a:lnTo>
                  <a:lnTo>
                    <a:pt x="7696237" y="315782"/>
                  </a:lnTo>
                  <a:lnTo>
                    <a:pt x="7694935" y="315778"/>
                  </a:lnTo>
                  <a:lnTo>
                    <a:pt x="7686438" y="315748"/>
                  </a:lnTo>
                  <a:lnTo>
                    <a:pt x="7665256" y="315666"/>
                  </a:lnTo>
                  <a:lnTo>
                    <a:pt x="7627994" y="315504"/>
                  </a:lnTo>
                  <a:lnTo>
                    <a:pt x="7573678" y="315240"/>
                  </a:lnTo>
                  <a:lnTo>
                    <a:pt x="7503770" y="314856"/>
                  </a:lnTo>
                  <a:lnTo>
                    <a:pt x="7421685" y="314344"/>
                  </a:lnTo>
                  <a:lnTo>
                    <a:pt x="7331906" y="313702"/>
                  </a:lnTo>
                  <a:lnTo>
                    <a:pt x="7239018" y="312931"/>
                  </a:lnTo>
                  <a:lnTo>
                    <a:pt x="7146951" y="312035"/>
                  </a:lnTo>
                  <a:lnTo>
                    <a:pt x="7058590" y="311014"/>
                  </a:lnTo>
                  <a:lnTo>
                    <a:pt x="6975702" y="309866"/>
                  </a:lnTo>
                  <a:lnTo>
                    <a:pt x="6899083" y="308581"/>
                  </a:lnTo>
                  <a:lnTo>
                    <a:pt x="6828790" y="307143"/>
                  </a:lnTo>
                  <a:lnTo>
                    <a:pt x="6764379" y="305534"/>
                  </a:lnTo>
                  <a:lnTo>
                    <a:pt x="6705094" y="303726"/>
                  </a:lnTo>
                  <a:lnTo>
                    <a:pt x="6650021" y="301691"/>
                  </a:lnTo>
                  <a:lnTo>
                    <a:pt x="6598191" y="299400"/>
                  </a:lnTo>
                  <a:lnTo>
                    <a:pt x="6548674" y="296828"/>
                  </a:lnTo>
                  <a:lnTo>
                    <a:pt x="6515891" y="294912"/>
                  </a:lnTo>
                  <a:lnTo>
                    <a:pt x="6463197" y="291483"/>
                  </a:lnTo>
                  <a:lnTo>
                    <a:pt x="6411007" y="287682"/>
                  </a:lnTo>
                  <a:lnTo>
                    <a:pt x="6358728" y="283505"/>
                  </a:lnTo>
                  <a:lnTo>
                    <a:pt x="6305973" y="278960"/>
                  </a:lnTo>
                  <a:lnTo>
                    <a:pt x="6252530" y="274076"/>
                  </a:lnTo>
                  <a:lnTo>
                    <a:pt x="6198341" y="268896"/>
                  </a:lnTo>
                  <a:lnTo>
                    <a:pt x="6143483" y="263481"/>
                  </a:lnTo>
                  <a:lnTo>
                    <a:pt x="6088134" y="257905"/>
                  </a:lnTo>
                  <a:lnTo>
                    <a:pt x="6032546" y="252254"/>
                  </a:lnTo>
                  <a:lnTo>
                    <a:pt x="5977005" y="246618"/>
                  </a:lnTo>
                  <a:lnTo>
                    <a:pt x="5921789" y="241086"/>
                  </a:lnTo>
                  <a:lnTo>
                    <a:pt x="5867133" y="235739"/>
                  </a:lnTo>
                  <a:lnTo>
                    <a:pt x="5813183" y="230649"/>
                  </a:lnTo>
                  <a:lnTo>
                    <a:pt x="5759976" y="225871"/>
                  </a:lnTo>
                  <a:lnTo>
                    <a:pt x="5707406" y="221443"/>
                  </a:lnTo>
                  <a:lnTo>
                    <a:pt x="5655207" y="217387"/>
                  </a:lnTo>
                  <a:lnTo>
                    <a:pt x="5602930" y="213707"/>
                  </a:lnTo>
                  <a:lnTo>
                    <a:pt x="5567201" y="211429"/>
                  </a:lnTo>
                  <a:lnTo>
                    <a:pt x="5518785" y="208658"/>
                  </a:lnTo>
                  <a:lnTo>
                    <a:pt x="5468624" y="206178"/>
                  </a:lnTo>
                  <a:lnTo>
                    <a:pt x="5415863" y="203972"/>
                  </a:lnTo>
                  <a:lnTo>
                    <a:pt x="5359547" y="202013"/>
                  </a:lnTo>
                  <a:lnTo>
                    <a:pt x="5298718" y="200272"/>
                  </a:lnTo>
                  <a:lnTo>
                    <a:pt x="5232496" y="198720"/>
                  </a:lnTo>
                  <a:lnTo>
                    <a:pt x="5160210" y="197333"/>
                  </a:lnTo>
                  <a:lnTo>
                    <a:pt x="5081550" y="196093"/>
                  </a:lnTo>
                  <a:lnTo>
                    <a:pt x="4996783" y="194986"/>
                  </a:lnTo>
                  <a:lnTo>
                    <a:pt x="4906993" y="194006"/>
                  </a:lnTo>
                  <a:lnTo>
                    <a:pt x="4814296" y="193149"/>
                  </a:lnTo>
                  <a:lnTo>
                    <a:pt x="4721932" y="192419"/>
                  </a:lnTo>
                  <a:lnTo>
                    <a:pt x="4634101" y="191818"/>
                  </a:lnTo>
                  <a:lnTo>
                    <a:pt x="4555453" y="191348"/>
                  </a:lnTo>
                  <a:lnTo>
                    <a:pt x="4490237" y="191004"/>
                  </a:lnTo>
                  <a:lnTo>
                    <a:pt x="4441326" y="190775"/>
                  </a:lnTo>
                  <a:lnTo>
                    <a:pt x="4409431" y="190641"/>
                  </a:lnTo>
                  <a:lnTo>
                    <a:pt x="4392783" y="190578"/>
                  </a:lnTo>
                  <a:lnTo>
                    <a:pt x="4387273" y="190560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6816" y="190552"/>
                  </a:lnTo>
                  <a:lnTo>
                    <a:pt x="3838322" y="190506"/>
                  </a:lnTo>
                  <a:lnTo>
                    <a:pt x="3817146" y="190381"/>
                  </a:lnTo>
                  <a:lnTo>
                    <a:pt x="3779894" y="190135"/>
                  </a:lnTo>
                  <a:lnTo>
                    <a:pt x="3725591" y="189733"/>
                  </a:lnTo>
                  <a:lnTo>
                    <a:pt x="3655698" y="189149"/>
                  </a:lnTo>
                  <a:lnTo>
                    <a:pt x="3573629" y="188370"/>
                  </a:lnTo>
                  <a:lnTo>
                    <a:pt x="3483863" y="187393"/>
                  </a:lnTo>
                  <a:lnTo>
                    <a:pt x="3390985" y="186220"/>
                  </a:lnTo>
                  <a:lnTo>
                    <a:pt x="3298925" y="184857"/>
                  </a:lnTo>
                  <a:lnTo>
                    <a:pt x="3210568" y="183304"/>
                  </a:lnTo>
                  <a:lnTo>
                    <a:pt x="3127682" y="181557"/>
                  </a:lnTo>
                  <a:lnTo>
                    <a:pt x="3051062" y="179602"/>
                  </a:lnTo>
                  <a:lnTo>
                    <a:pt x="2980768" y="177415"/>
                  </a:lnTo>
                  <a:lnTo>
                    <a:pt x="2916355" y="174966"/>
                  </a:lnTo>
                  <a:lnTo>
                    <a:pt x="2857069" y="172216"/>
                  </a:lnTo>
                  <a:lnTo>
                    <a:pt x="2801995" y="169121"/>
                  </a:lnTo>
                  <a:lnTo>
                    <a:pt x="2750166" y="165636"/>
                  </a:lnTo>
                  <a:lnTo>
                    <a:pt x="2700650" y="161723"/>
                  </a:lnTo>
                  <a:lnTo>
                    <a:pt x="2667772" y="158798"/>
                  </a:lnTo>
                  <a:lnTo>
                    <a:pt x="2615210" y="153595"/>
                  </a:lnTo>
                  <a:lnTo>
                    <a:pt x="2563150" y="147828"/>
                  </a:lnTo>
                  <a:lnTo>
                    <a:pt x="2511005" y="141490"/>
                  </a:lnTo>
                  <a:lnTo>
                    <a:pt x="2458387" y="134596"/>
                  </a:lnTo>
                  <a:lnTo>
                    <a:pt x="2405087" y="127188"/>
                  </a:lnTo>
                  <a:lnTo>
                    <a:pt x="2351044" y="119331"/>
                  </a:lnTo>
                  <a:lnTo>
                    <a:pt x="2296333" y="111116"/>
                  </a:lnTo>
                  <a:lnTo>
                    <a:pt x="2241130" y="102656"/>
                  </a:lnTo>
                  <a:lnTo>
                    <a:pt x="2185684" y="94080"/>
                  </a:lnTo>
                  <a:lnTo>
                    <a:pt x="2130278" y="85522"/>
                  </a:lnTo>
                  <a:lnTo>
                    <a:pt x="2075189" y="77119"/>
                  </a:lnTo>
                  <a:lnTo>
                    <a:pt x="2020651" y="68993"/>
                  </a:lnTo>
                  <a:lnTo>
                    <a:pt x="1966814" y="61253"/>
                  </a:lnTo>
                  <a:lnTo>
                    <a:pt x="1913716" y="53983"/>
                  </a:lnTo>
                  <a:lnTo>
                    <a:pt x="1861258" y="47242"/>
                  </a:lnTo>
                  <a:lnTo>
                    <a:pt x="1809184" y="41062"/>
                  </a:lnTo>
                  <a:lnTo>
                    <a:pt x="1757053" y="35454"/>
                  </a:lnTo>
                  <a:lnTo>
                    <a:pt x="1719082" y="31759"/>
                  </a:lnTo>
                  <a:lnTo>
                    <a:pt x="1670672" y="27544"/>
                  </a:lnTo>
                  <a:lnTo>
                    <a:pt x="1620516" y="23770"/>
                  </a:lnTo>
                  <a:lnTo>
                    <a:pt x="1567760" y="20413"/>
                  </a:lnTo>
                  <a:lnTo>
                    <a:pt x="1511452" y="17433"/>
                  </a:lnTo>
                  <a:lnTo>
                    <a:pt x="1450631" y="14783"/>
                  </a:lnTo>
                  <a:lnTo>
                    <a:pt x="1384420" y="12421"/>
                  </a:lnTo>
                  <a:lnTo>
                    <a:pt x="1312145" y="10311"/>
                  </a:lnTo>
                  <a:lnTo>
                    <a:pt x="1233498" y="8424"/>
                  </a:lnTo>
                  <a:lnTo>
                    <a:pt x="1148745" y="6739"/>
                  </a:lnTo>
                  <a:lnTo>
                    <a:pt x="1058969" y="5247"/>
                  </a:lnTo>
                  <a:lnTo>
                    <a:pt x="966283" y="3944"/>
                  </a:lnTo>
                  <a:lnTo>
                    <a:pt x="873925" y="2833"/>
                  </a:lnTo>
                  <a:lnTo>
                    <a:pt x="786094" y="1918"/>
                  </a:lnTo>
                  <a:lnTo>
                    <a:pt x="707439" y="1202"/>
                  </a:lnTo>
                  <a:lnTo>
                    <a:pt x="642207" y="678"/>
                  </a:lnTo>
                  <a:lnTo>
                    <a:pt x="593273" y="329"/>
                  </a:lnTo>
                  <a:lnTo>
                    <a:pt x="561354" y="126"/>
                  </a:lnTo>
                  <a:lnTo>
                    <a:pt x="544683" y="30"/>
                  </a:lnTo>
                  <a:lnTo>
                    <a:pt x="539158" y="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53" name="pl753"/>
            <p:cNvSpPr/>
            <p:nvPr/>
          </p:nvSpPr>
          <p:spPr>
            <a:xfrm>
              <a:off x="546595" y="668789"/>
              <a:ext cx="8234974" cy="315782"/>
            </a:xfrm>
            <a:custGeom>
              <a:avLst/>
              <a:pathLst>
                <a:path w="8234974" h="315782">
                  <a:moveTo>
                    <a:pt x="0" y="0"/>
                  </a:moveTo>
                  <a:lnTo>
                    <a:pt x="538736" y="0"/>
                  </a:lnTo>
                  <a:lnTo>
                    <a:pt x="540038" y="6"/>
                  </a:lnTo>
                  <a:lnTo>
                    <a:pt x="548533" y="51"/>
                  </a:lnTo>
                  <a:lnTo>
                    <a:pt x="569708" y="177"/>
                  </a:lnTo>
                  <a:lnTo>
                    <a:pt x="606960" y="423"/>
                  </a:lnTo>
                  <a:lnTo>
                    <a:pt x="661264" y="825"/>
                  </a:lnTo>
                  <a:lnTo>
                    <a:pt x="731156" y="1408"/>
                  </a:lnTo>
                  <a:lnTo>
                    <a:pt x="813226" y="2187"/>
                  </a:lnTo>
                  <a:lnTo>
                    <a:pt x="902992" y="3165"/>
                  </a:lnTo>
                  <a:lnTo>
                    <a:pt x="995870" y="4338"/>
                  </a:lnTo>
                  <a:lnTo>
                    <a:pt x="1087929" y="5701"/>
                  </a:lnTo>
                  <a:lnTo>
                    <a:pt x="1176286" y="7253"/>
                  </a:lnTo>
                  <a:lnTo>
                    <a:pt x="1259173" y="9000"/>
                  </a:lnTo>
                  <a:lnTo>
                    <a:pt x="1335792" y="10956"/>
                  </a:lnTo>
                  <a:lnTo>
                    <a:pt x="1406086" y="13143"/>
                  </a:lnTo>
                  <a:lnTo>
                    <a:pt x="1470500" y="15591"/>
                  </a:lnTo>
                  <a:lnTo>
                    <a:pt x="1529786" y="18342"/>
                  </a:lnTo>
                  <a:lnTo>
                    <a:pt x="1584860" y="21437"/>
                  </a:lnTo>
                  <a:lnTo>
                    <a:pt x="1636689" y="24922"/>
                  </a:lnTo>
                  <a:lnTo>
                    <a:pt x="1686204" y="28835"/>
                  </a:lnTo>
                  <a:lnTo>
                    <a:pt x="1719082" y="31759"/>
                  </a:lnTo>
                  <a:lnTo>
                    <a:pt x="1771645" y="36963"/>
                  </a:lnTo>
                  <a:lnTo>
                    <a:pt x="1823704" y="42730"/>
                  </a:lnTo>
                  <a:lnTo>
                    <a:pt x="1875850" y="49068"/>
                  </a:lnTo>
                  <a:lnTo>
                    <a:pt x="1928467" y="55961"/>
                  </a:lnTo>
                  <a:lnTo>
                    <a:pt x="1981768" y="63370"/>
                  </a:lnTo>
                  <a:lnTo>
                    <a:pt x="2035810" y="71227"/>
                  </a:lnTo>
                  <a:lnTo>
                    <a:pt x="2090521" y="79442"/>
                  </a:lnTo>
                  <a:lnTo>
                    <a:pt x="2145724" y="87902"/>
                  </a:lnTo>
                  <a:lnTo>
                    <a:pt x="2201171" y="96478"/>
                  </a:lnTo>
                  <a:lnTo>
                    <a:pt x="2256577" y="105035"/>
                  </a:lnTo>
                  <a:lnTo>
                    <a:pt x="2311665" y="113439"/>
                  </a:lnTo>
                  <a:lnTo>
                    <a:pt x="2366203" y="121564"/>
                  </a:lnTo>
                  <a:lnTo>
                    <a:pt x="2420041" y="129305"/>
                  </a:lnTo>
                  <a:lnTo>
                    <a:pt x="2473139" y="136575"/>
                  </a:lnTo>
                  <a:lnTo>
                    <a:pt x="2525596" y="143316"/>
                  </a:lnTo>
                  <a:lnTo>
                    <a:pt x="2577671" y="149495"/>
                  </a:lnTo>
                  <a:lnTo>
                    <a:pt x="2629802" y="155104"/>
                  </a:lnTo>
                  <a:lnTo>
                    <a:pt x="2667772" y="158798"/>
                  </a:lnTo>
                  <a:lnTo>
                    <a:pt x="2716183" y="163014"/>
                  </a:lnTo>
                  <a:lnTo>
                    <a:pt x="2766338" y="166788"/>
                  </a:lnTo>
                  <a:lnTo>
                    <a:pt x="2819094" y="170144"/>
                  </a:lnTo>
                  <a:lnTo>
                    <a:pt x="2875402" y="173125"/>
                  </a:lnTo>
                  <a:lnTo>
                    <a:pt x="2936223" y="175775"/>
                  </a:lnTo>
                  <a:lnTo>
                    <a:pt x="3002434" y="178137"/>
                  </a:lnTo>
                  <a:lnTo>
                    <a:pt x="3074709" y="180247"/>
                  </a:lnTo>
                  <a:lnTo>
                    <a:pt x="3153357" y="182134"/>
                  </a:lnTo>
                  <a:lnTo>
                    <a:pt x="3238109" y="183818"/>
                  </a:lnTo>
                  <a:lnTo>
                    <a:pt x="3327886" y="185310"/>
                  </a:lnTo>
                  <a:lnTo>
                    <a:pt x="3420572" y="186614"/>
                  </a:lnTo>
                  <a:lnTo>
                    <a:pt x="3512930" y="187725"/>
                  </a:lnTo>
                  <a:lnTo>
                    <a:pt x="3600760" y="188639"/>
                  </a:lnTo>
                  <a:lnTo>
                    <a:pt x="3679416" y="189355"/>
                  </a:lnTo>
                  <a:lnTo>
                    <a:pt x="3744648" y="189879"/>
                  </a:lnTo>
                  <a:lnTo>
                    <a:pt x="3793582" y="190229"/>
                  </a:lnTo>
                  <a:lnTo>
                    <a:pt x="3825500" y="190432"/>
                  </a:lnTo>
                  <a:lnTo>
                    <a:pt x="3842172" y="190528"/>
                  </a:lnTo>
                  <a:lnTo>
                    <a:pt x="3847697" y="190556"/>
                  </a:lnTo>
                  <a:lnTo>
                    <a:pt x="3848118" y="190558"/>
                  </a:lnTo>
                  <a:lnTo>
                    <a:pt x="4386855" y="190558"/>
                  </a:lnTo>
                  <a:lnTo>
                    <a:pt x="4388158" y="190562"/>
                  </a:lnTo>
                  <a:lnTo>
                    <a:pt x="4396655" y="190592"/>
                  </a:lnTo>
                  <a:lnTo>
                    <a:pt x="4417836" y="190675"/>
                  </a:lnTo>
                  <a:lnTo>
                    <a:pt x="4455098" y="190836"/>
                  </a:lnTo>
                  <a:lnTo>
                    <a:pt x="4509415" y="191101"/>
                  </a:lnTo>
                  <a:lnTo>
                    <a:pt x="4579323" y="191484"/>
                  </a:lnTo>
                  <a:lnTo>
                    <a:pt x="4661407" y="191996"/>
                  </a:lnTo>
                  <a:lnTo>
                    <a:pt x="4751186" y="192639"/>
                  </a:lnTo>
                  <a:lnTo>
                    <a:pt x="4844075" y="193410"/>
                  </a:lnTo>
                  <a:lnTo>
                    <a:pt x="4936141" y="194306"/>
                  </a:lnTo>
                  <a:lnTo>
                    <a:pt x="5024502" y="195326"/>
                  </a:lnTo>
                  <a:lnTo>
                    <a:pt x="5107390" y="196475"/>
                  </a:lnTo>
                  <a:lnTo>
                    <a:pt x="5184009" y="197760"/>
                  </a:lnTo>
                  <a:lnTo>
                    <a:pt x="5254302" y="199197"/>
                  </a:lnTo>
                  <a:lnTo>
                    <a:pt x="5318714" y="200807"/>
                  </a:lnTo>
                  <a:lnTo>
                    <a:pt x="5377998" y="202615"/>
                  </a:lnTo>
                  <a:lnTo>
                    <a:pt x="5433072" y="204649"/>
                  </a:lnTo>
                  <a:lnTo>
                    <a:pt x="5484901" y="206940"/>
                  </a:lnTo>
                  <a:lnTo>
                    <a:pt x="5534418" y="209512"/>
                  </a:lnTo>
                  <a:lnTo>
                    <a:pt x="5567201" y="211429"/>
                  </a:lnTo>
                  <a:lnTo>
                    <a:pt x="5619895" y="214857"/>
                  </a:lnTo>
                  <a:lnTo>
                    <a:pt x="5672085" y="218658"/>
                  </a:lnTo>
                  <a:lnTo>
                    <a:pt x="5724364" y="222836"/>
                  </a:lnTo>
                  <a:lnTo>
                    <a:pt x="5777119" y="227380"/>
                  </a:lnTo>
                  <a:lnTo>
                    <a:pt x="5830563" y="232265"/>
                  </a:lnTo>
                  <a:lnTo>
                    <a:pt x="5884751" y="237445"/>
                  </a:lnTo>
                  <a:lnTo>
                    <a:pt x="5939610" y="242860"/>
                  </a:lnTo>
                  <a:lnTo>
                    <a:pt x="5994959" y="248435"/>
                  </a:lnTo>
                  <a:lnTo>
                    <a:pt x="6050547" y="254086"/>
                  </a:lnTo>
                  <a:lnTo>
                    <a:pt x="6106088" y="259722"/>
                  </a:lnTo>
                  <a:lnTo>
                    <a:pt x="6161303" y="265255"/>
                  </a:lnTo>
                  <a:lnTo>
                    <a:pt x="6215960" y="270601"/>
                  </a:lnTo>
                  <a:lnTo>
                    <a:pt x="6269909" y="275692"/>
                  </a:lnTo>
                  <a:lnTo>
                    <a:pt x="6323117" y="280470"/>
                  </a:lnTo>
                  <a:lnTo>
                    <a:pt x="6375687" y="284898"/>
                  </a:lnTo>
                  <a:lnTo>
                    <a:pt x="6427885" y="288954"/>
                  </a:lnTo>
                  <a:lnTo>
                    <a:pt x="6480163" y="292633"/>
                  </a:lnTo>
                  <a:lnTo>
                    <a:pt x="6515891" y="294912"/>
                  </a:lnTo>
                  <a:lnTo>
                    <a:pt x="6564307" y="297682"/>
                  </a:lnTo>
                  <a:lnTo>
                    <a:pt x="6614468" y="300162"/>
                  </a:lnTo>
                  <a:lnTo>
                    <a:pt x="6667230" y="302368"/>
                  </a:lnTo>
                  <a:lnTo>
                    <a:pt x="6723545" y="304327"/>
                  </a:lnTo>
                  <a:lnTo>
                    <a:pt x="6784375" y="306069"/>
                  </a:lnTo>
                  <a:lnTo>
                    <a:pt x="6850596" y="307621"/>
                  </a:lnTo>
                  <a:lnTo>
                    <a:pt x="6922883" y="309007"/>
                  </a:lnTo>
                  <a:lnTo>
                    <a:pt x="7001543" y="310248"/>
                  </a:lnTo>
                  <a:lnTo>
                    <a:pt x="7086309" y="311354"/>
                  </a:lnTo>
                  <a:lnTo>
                    <a:pt x="7176099" y="312335"/>
                  </a:lnTo>
                  <a:lnTo>
                    <a:pt x="7268796" y="313191"/>
                  </a:lnTo>
                  <a:lnTo>
                    <a:pt x="7361161" y="313921"/>
                  </a:lnTo>
                  <a:lnTo>
                    <a:pt x="7448991" y="314522"/>
                  </a:lnTo>
                  <a:lnTo>
                    <a:pt x="7527639" y="314993"/>
                  </a:lnTo>
                  <a:lnTo>
                    <a:pt x="7592855" y="315337"/>
                  </a:lnTo>
                  <a:lnTo>
                    <a:pt x="7641767" y="315566"/>
                  </a:lnTo>
                  <a:lnTo>
                    <a:pt x="7673661" y="315700"/>
                  </a:lnTo>
                  <a:lnTo>
                    <a:pt x="7690310" y="315762"/>
                  </a:lnTo>
                  <a:lnTo>
                    <a:pt x="7695819" y="315781"/>
                  </a:lnTo>
                  <a:lnTo>
                    <a:pt x="7696237" y="315782"/>
                  </a:lnTo>
                  <a:lnTo>
                    <a:pt x="8234974" y="315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4" name="pl754"/>
            <p:cNvSpPr/>
            <p:nvPr/>
          </p:nvSpPr>
          <p:spPr>
            <a:xfrm>
              <a:off x="546595" y="657900"/>
              <a:ext cx="8234974" cy="315782"/>
            </a:xfrm>
            <a:custGeom>
              <a:avLst/>
              <a:pathLst>
                <a:path w="8234974" h="315782">
                  <a:moveTo>
                    <a:pt x="8234974" y="315782"/>
                  </a:moveTo>
                  <a:lnTo>
                    <a:pt x="7696237" y="315782"/>
                  </a:lnTo>
                  <a:lnTo>
                    <a:pt x="7694935" y="315778"/>
                  </a:lnTo>
                  <a:lnTo>
                    <a:pt x="7686438" y="315748"/>
                  </a:lnTo>
                  <a:lnTo>
                    <a:pt x="7665256" y="315666"/>
                  </a:lnTo>
                  <a:lnTo>
                    <a:pt x="7627994" y="315504"/>
                  </a:lnTo>
                  <a:lnTo>
                    <a:pt x="7573678" y="315240"/>
                  </a:lnTo>
                  <a:lnTo>
                    <a:pt x="7503770" y="314856"/>
                  </a:lnTo>
                  <a:lnTo>
                    <a:pt x="7421685" y="314344"/>
                  </a:lnTo>
                  <a:lnTo>
                    <a:pt x="7331906" y="313702"/>
                  </a:lnTo>
                  <a:lnTo>
                    <a:pt x="7239018" y="312931"/>
                  </a:lnTo>
                  <a:lnTo>
                    <a:pt x="7146951" y="312035"/>
                  </a:lnTo>
                  <a:lnTo>
                    <a:pt x="7058590" y="311014"/>
                  </a:lnTo>
                  <a:lnTo>
                    <a:pt x="6975702" y="309866"/>
                  </a:lnTo>
                  <a:lnTo>
                    <a:pt x="6899083" y="308581"/>
                  </a:lnTo>
                  <a:lnTo>
                    <a:pt x="6828790" y="307143"/>
                  </a:lnTo>
                  <a:lnTo>
                    <a:pt x="6764379" y="305534"/>
                  </a:lnTo>
                  <a:lnTo>
                    <a:pt x="6705094" y="303726"/>
                  </a:lnTo>
                  <a:lnTo>
                    <a:pt x="6650021" y="301691"/>
                  </a:lnTo>
                  <a:lnTo>
                    <a:pt x="6598191" y="299400"/>
                  </a:lnTo>
                  <a:lnTo>
                    <a:pt x="6548674" y="296828"/>
                  </a:lnTo>
                  <a:lnTo>
                    <a:pt x="6515891" y="294912"/>
                  </a:lnTo>
                  <a:lnTo>
                    <a:pt x="6463197" y="291483"/>
                  </a:lnTo>
                  <a:lnTo>
                    <a:pt x="6411007" y="287682"/>
                  </a:lnTo>
                  <a:lnTo>
                    <a:pt x="6358728" y="283505"/>
                  </a:lnTo>
                  <a:lnTo>
                    <a:pt x="6305973" y="278960"/>
                  </a:lnTo>
                  <a:lnTo>
                    <a:pt x="6252530" y="274076"/>
                  </a:lnTo>
                  <a:lnTo>
                    <a:pt x="6198341" y="268896"/>
                  </a:lnTo>
                  <a:lnTo>
                    <a:pt x="6143483" y="263481"/>
                  </a:lnTo>
                  <a:lnTo>
                    <a:pt x="6088134" y="257905"/>
                  </a:lnTo>
                  <a:lnTo>
                    <a:pt x="6032546" y="252254"/>
                  </a:lnTo>
                  <a:lnTo>
                    <a:pt x="5977005" y="246618"/>
                  </a:lnTo>
                  <a:lnTo>
                    <a:pt x="5921789" y="241086"/>
                  </a:lnTo>
                  <a:lnTo>
                    <a:pt x="5867133" y="235739"/>
                  </a:lnTo>
                  <a:lnTo>
                    <a:pt x="5813183" y="230649"/>
                  </a:lnTo>
                  <a:lnTo>
                    <a:pt x="5759976" y="225871"/>
                  </a:lnTo>
                  <a:lnTo>
                    <a:pt x="5707406" y="221443"/>
                  </a:lnTo>
                  <a:lnTo>
                    <a:pt x="5655207" y="217387"/>
                  </a:lnTo>
                  <a:lnTo>
                    <a:pt x="5602930" y="213707"/>
                  </a:lnTo>
                  <a:lnTo>
                    <a:pt x="5567201" y="211429"/>
                  </a:lnTo>
                  <a:lnTo>
                    <a:pt x="5518785" y="208658"/>
                  </a:lnTo>
                  <a:lnTo>
                    <a:pt x="5468624" y="206178"/>
                  </a:lnTo>
                  <a:lnTo>
                    <a:pt x="5415863" y="203972"/>
                  </a:lnTo>
                  <a:lnTo>
                    <a:pt x="5359547" y="202013"/>
                  </a:lnTo>
                  <a:lnTo>
                    <a:pt x="5298718" y="200272"/>
                  </a:lnTo>
                  <a:lnTo>
                    <a:pt x="5232496" y="198720"/>
                  </a:lnTo>
                  <a:lnTo>
                    <a:pt x="5160210" y="197333"/>
                  </a:lnTo>
                  <a:lnTo>
                    <a:pt x="5081550" y="196093"/>
                  </a:lnTo>
                  <a:lnTo>
                    <a:pt x="4996783" y="194986"/>
                  </a:lnTo>
                  <a:lnTo>
                    <a:pt x="4906993" y="194006"/>
                  </a:lnTo>
                  <a:lnTo>
                    <a:pt x="4814296" y="193149"/>
                  </a:lnTo>
                  <a:lnTo>
                    <a:pt x="4721932" y="192419"/>
                  </a:lnTo>
                  <a:lnTo>
                    <a:pt x="4634101" y="191818"/>
                  </a:lnTo>
                  <a:lnTo>
                    <a:pt x="4555453" y="191348"/>
                  </a:lnTo>
                  <a:lnTo>
                    <a:pt x="4490237" y="191004"/>
                  </a:lnTo>
                  <a:lnTo>
                    <a:pt x="4441326" y="190775"/>
                  </a:lnTo>
                  <a:lnTo>
                    <a:pt x="4409431" y="190641"/>
                  </a:lnTo>
                  <a:lnTo>
                    <a:pt x="4392783" y="190578"/>
                  </a:lnTo>
                  <a:lnTo>
                    <a:pt x="4387273" y="190560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6816" y="190552"/>
                  </a:lnTo>
                  <a:lnTo>
                    <a:pt x="3838322" y="190506"/>
                  </a:lnTo>
                  <a:lnTo>
                    <a:pt x="3817146" y="190381"/>
                  </a:lnTo>
                  <a:lnTo>
                    <a:pt x="3779894" y="190135"/>
                  </a:lnTo>
                  <a:lnTo>
                    <a:pt x="3725591" y="189733"/>
                  </a:lnTo>
                  <a:lnTo>
                    <a:pt x="3655698" y="189149"/>
                  </a:lnTo>
                  <a:lnTo>
                    <a:pt x="3573629" y="188370"/>
                  </a:lnTo>
                  <a:lnTo>
                    <a:pt x="3483863" y="187393"/>
                  </a:lnTo>
                  <a:lnTo>
                    <a:pt x="3390985" y="186220"/>
                  </a:lnTo>
                  <a:lnTo>
                    <a:pt x="3298925" y="184857"/>
                  </a:lnTo>
                  <a:lnTo>
                    <a:pt x="3210568" y="183304"/>
                  </a:lnTo>
                  <a:lnTo>
                    <a:pt x="3127682" y="181557"/>
                  </a:lnTo>
                  <a:lnTo>
                    <a:pt x="3051062" y="179602"/>
                  </a:lnTo>
                  <a:lnTo>
                    <a:pt x="2980768" y="177415"/>
                  </a:lnTo>
                  <a:lnTo>
                    <a:pt x="2916355" y="174966"/>
                  </a:lnTo>
                  <a:lnTo>
                    <a:pt x="2857069" y="172216"/>
                  </a:lnTo>
                  <a:lnTo>
                    <a:pt x="2801995" y="169121"/>
                  </a:lnTo>
                  <a:lnTo>
                    <a:pt x="2750166" y="165636"/>
                  </a:lnTo>
                  <a:lnTo>
                    <a:pt x="2700650" y="161723"/>
                  </a:lnTo>
                  <a:lnTo>
                    <a:pt x="2667772" y="158798"/>
                  </a:lnTo>
                  <a:lnTo>
                    <a:pt x="2615210" y="153595"/>
                  </a:lnTo>
                  <a:lnTo>
                    <a:pt x="2563150" y="147828"/>
                  </a:lnTo>
                  <a:lnTo>
                    <a:pt x="2511005" y="141490"/>
                  </a:lnTo>
                  <a:lnTo>
                    <a:pt x="2458387" y="134596"/>
                  </a:lnTo>
                  <a:lnTo>
                    <a:pt x="2405087" y="127188"/>
                  </a:lnTo>
                  <a:lnTo>
                    <a:pt x="2351044" y="119331"/>
                  </a:lnTo>
                  <a:lnTo>
                    <a:pt x="2296333" y="111116"/>
                  </a:lnTo>
                  <a:lnTo>
                    <a:pt x="2241130" y="102656"/>
                  </a:lnTo>
                  <a:lnTo>
                    <a:pt x="2185684" y="94080"/>
                  </a:lnTo>
                  <a:lnTo>
                    <a:pt x="2130278" y="85522"/>
                  </a:lnTo>
                  <a:lnTo>
                    <a:pt x="2075189" y="77119"/>
                  </a:lnTo>
                  <a:lnTo>
                    <a:pt x="2020651" y="68993"/>
                  </a:lnTo>
                  <a:lnTo>
                    <a:pt x="1966814" y="61253"/>
                  </a:lnTo>
                  <a:lnTo>
                    <a:pt x="1913716" y="53983"/>
                  </a:lnTo>
                  <a:lnTo>
                    <a:pt x="1861258" y="47242"/>
                  </a:lnTo>
                  <a:lnTo>
                    <a:pt x="1809184" y="41062"/>
                  </a:lnTo>
                  <a:lnTo>
                    <a:pt x="1757053" y="35454"/>
                  </a:lnTo>
                  <a:lnTo>
                    <a:pt x="1719082" y="31759"/>
                  </a:lnTo>
                  <a:lnTo>
                    <a:pt x="1670672" y="27544"/>
                  </a:lnTo>
                  <a:lnTo>
                    <a:pt x="1620516" y="23770"/>
                  </a:lnTo>
                  <a:lnTo>
                    <a:pt x="1567760" y="20413"/>
                  </a:lnTo>
                  <a:lnTo>
                    <a:pt x="1511452" y="17433"/>
                  </a:lnTo>
                  <a:lnTo>
                    <a:pt x="1450631" y="14783"/>
                  </a:lnTo>
                  <a:lnTo>
                    <a:pt x="1384420" y="12421"/>
                  </a:lnTo>
                  <a:lnTo>
                    <a:pt x="1312145" y="10311"/>
                  </a:lnTo>
                  <a:lnTo>
                    <a:pt x="1233498" y="8424"/>
                  </a:lnTo>
                  <a:lnTo>
                    <a:pt x="1148745" y="6739"/>
                  </a:lnTo>
                  <a:lnTo>
                    <a:pt x="1058969" y="5247"/>
                  </a:lnTo>
                  <a:lnTo>
                    <a:pt x="966283" y="3944"/>
                  </a:lnTo>
                  <a:lnTo>
                    <a:pt x="873925" y="2833"/>
                  </a:lnTo>
                  <a:lnTo>
                    <a:pt x="786094" y="1918"/>
                  </a:lnTo>
                  <a:lnTo>
                    <a:pt x="707439" y="1202"/>
                  </a:lnTo>
                  <a:lnTo>
                    <a:pt x="642207" y="678"/>
                  </a:lnTo>
                  <a:lnTo>
                    <a:pt x="593273" y="329"/>
                  </a:lnTo>
                  <a:lnTo>
                    <a:pt x="561354" y="126"/>
                  </a:lnTo>
                  <a:lnTo>
                    <a:pt x="544683" y="30"/>
                  </a:lnTo>
                  <a:lnTo>
                    <a:pt x="539158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5" name="pg755"/>
            <p:cNvSpPr/>
            <p:nvPr/>
          </p:nvSpPr>
          <p:spPr>
            <a:xfrm>
              <a:off x="546595" y="668789"/>
              <a:ext cx="8234974" cy="707789"/>
            </a:xfrm>
            <a:custGeom>
              <a:avLst/>
              <a:pathLst>
                <a:path w="8234974" h="707789">
                  <a:moveTo>
                    <a:pt x="0" y="5444"/>
                  </a:moveTo>
                  <a:lnTo>
                    <a:pt x="538736" y="5444"/>
                  </a:lnTo>
                  <a:lnTo>
                    <a:pt x="540038" y="5451"/>
                  </a:lnTo>
                  <a:lnTo>
                    <a:pt x="548532" y="5499"/>
                  </a:lnTo>
                  <a:lnTo>
                    <a:pt x="569706" y="5631"/>
                  </a:lnTo>
                  <a:lnTo>
                    <a:pt x="606956" y="5891"/>
                  </a:lnTo>
                  <a:lnTo>
                    <a:pt x="661257" y="6316"/>
                  </a:lnTo>
                  <a:lnTo>
                    <a:pt x="731147" y="6933"/>
                  </a:lnTo>
                  <a:lnTo>
                    <a:pt x="813213" y="7757"/>
                  </a:lnTo>
                  <a:lnTo>
                    <a:pt x="902976" y="8790"/>
                  </a:lnTo>
                  <a:lnTo>
                    <a:pt x="995852" y="10030"/>
                  </a:lnTo>
                  <a:lnTo>
                    <a:pt x="1087910" y="11471"/>
                  </a:lnTo>
                  <a:lnTo>
                    <a:pt x="1176266" y="13112"/>
                  </a:lnTo>
                  <a:lnTo>
                    <a:pt x="1259153" y="14959"/>
                  </a:lnTo>
                  <a:lnTo>
                    <a:pt x="1335772" y="17026"/>
                  </a:lnTo>
                  <a:lnTo>
                    <a:pt x="1406066" y="19337"/>
                  </a:lnTo>
                  <a:lnTo>
                    <a:pt x="1470480" y="21926"/>
                  </a:lnTo>
                  <a:lnTo>
                    <a:pt x="1529766" y="24833"/>
                  </a:lnTo>
                  <a:lnTo>
                    <a:pt x="1584840" y="28105"/>
                  </a:lnTo>
                  <a:lnTo>
                    <a:pt x="1636669" y="31789"/>
                  </a:lnTo>
                  <a:lnTo>
                    <a:pt x="1686185" y="35925"/>
                  </a:lnTo>
                  <a:lnTo>
                    <a:pt x="1719082" y="39019"/>
                  </a:lnTo>
                  <a:lnTo>
                    <a:pt x="1771618" y="44516"/>
                  </a:lnTo>
                  <a:lnTo>
                    <a:pt x="1823650" y="50610"/>
                  </a:lnTo>
                  <a:lnTo>
                    <a:pt x="1875769" y="57305"/>
                  </a:lnTo>
                  <a:lnTo>
                    <a:pt x="1928358" y="64588"/>
                  </a:lnTo>
                  <a:lnTo>
                    <a:pt x="1981629" y="72415"/>
                  </a:lnTo>
                  <a:lnTo>
                    <a:pt x="2035641" y="80715"/>
                  </a:lnTo>
                  <a:lnTo>
                    <a:pt x="2090322" y="89394"/>
                  </a:lnTo>
                  <a:lnTo>
                    <a:pt x="2145495" y="98332"/>
                  </a:lnTo>
                  <a:lnTo>
                    <a:pt x="2200913" y="107393"/>
                  </a:lnTo>
                  <a:lnTo>
                    <a:pt x="2256291" y="116435"/>
                  </a:lnTo>
                  <a:lnTo>
                    <a:pt x="2311353" y="125316"/>
                  </a:lnTo>
                  <a:lnTo>
                    <a:pt x="2365867" y="133903"/>
                  </a:lnTo>
                  <a:lnTo>
                    <a:pt x="2419681" y="142085"/>
                  </a:lnTo>
                  <a:lnTo>
                    <a:pt x="2472757" y="149770"/>
                  </a:lnTo>
                  <a:lnTo>
                    <a:pt x="2525191" y="156897"/>
                  </a:lnTo>
                  <a:lnTo>
                    <a:pt x="2577240" y="163431"/>
                  </a:lnTo>
                  <a:lnTo>
                    <a:pt x="2629342" y="169362"/>
                  </a:lnTo>
                  <a:lnTo>
                    <a:pt x="2667772" y="173317"/>
                  </a:lnTo>
                  <a:lnTo>
                    <a:pt x="2716182" y="177774"/>
                  </a:lnTo>
                  <a:lnTo>
                    <a:pt x="2766336" y="181763"/>
                  </a:lnTo>
                  <a:lnTo>
                    <a:pt x="2819091" y="185311"/>
                  </a:lnTo>
                  <a:lnTo>
                    <a:pt x="2875397" y="188462"/>
                  </a:lnTo>
                  <a:lnTo>
                    <a:pt x="2936217" y="191264"/>
                  </a:lnTo>
                  <a:lnTo>
                    <a:pt x="3002426" y="193760"/>
                  </a:lnTo>
                  <a:lnTo>
                    <a:pt x="3074698" y="195991"/>
                  </a:lnTo>
                  <a:lnTo>
                    <a:pt x="3153343" y="197986"/>
                  </a:lnTo>
                  <a:lnTo>
                    <a:pt x="3238093" y="199766"/>
                  </a:lnTo>
                  <a:lnTo>
                    <a:pt x="3327866" y="201344"/>
                  </a:lnTo>
                  <a:lnTo>
                    <a:pt x="3420550" y="202721"/>
                  </a:lnTo>
                  <a:lnTo>
                    <a:pt x="3512907" y="203896"/>
                  </a:lnTo>
                  <a:lnTo>
                    <a:pt x="3600737" y="204863"/>
                  </a:lnTo>
                  <a:lnTo>
                    <a:pt x="3679394" y="205620"/>
                  </a:lnTo>
                  <a:lnTo>
                    <a:pt x="3744630" y="206174"/>
                  </a:lnTo>
                  <a:lnTo>
                    <a:pt x="3793568" y="206543"/>
                  </a:lnTo>
                  <a:lnTo>
                    <a:pt x="3825492" y="206758"/>
                  </a:lnTo>
                  <a:lnTo>
                    <a:pt x="3842168" y="206859"/>
                  </a:lnTo>
                  <a:lnTo>
                    <a:pt x="3847696" y="206890"/>
                  </a:lnTo>
                  <a:lnTo>
                    <a:pt x="3848118" y="206892"/>
                  </a:lnTo>
                  <a:lnTo>
                    <a:pt x="4386855" y="206892"/>
                  </a:lnTo>
                  <a:lnTo>
                    <a:pt x="4388153" y="206908"/>
                  </a:lnTo>
                  <a:lnTo>
                    <a:pt x="4396622" y="207027"/>
                  </a:lnTo>
                  <a:lnTo>
                    <a:pt x="4417735" y="207356"/>
                  </a:lnTo>
                  <a:lnTo>
                    <a:pt x="4454884" y="208001"/>
                  </a:lnTo>
                  <a:lnTo>
                    <a:pt x="4509050" y="209054"/>
                  </a:lnTo>
                  <a:lnTo>
                    <a:pt x="4578785" y="210584"/>
                  </a:lnTo>
                  <a:lnTo>
                    <a:pt x="4660698" y="212626"/>
                  </a:lnTo>
                  <a:lnTo>
                    <a:pt x="4750326" y="215188"/>
                  </a:lnTo>
                  <a:lnTo>
                    <a:pt x="4843096" y="218263"/>
                  </a:lnTo>
                  <a:lnTo>
                    <a:pt x="4935082" y="221837"/>
                  </a:lnTo>
                  <a:lnTo>
                    <a:pt x="5023398" y="225908"/>
                  </a:lnTo>
                  <a:lnTo>
                    <a:pt x="5106270" y="230489"/>
                  </a:lnTo>
                  <a:lnTo>
                    <a:pt x="5182893" y="235616"/>
                  </a:lnTo>
                  <a:lnTo>
                    <a:pt x="5253201" y="241349"/>
                  </a:lnTo>
                  <a:lnTo>
                    <a:pt x="5317631" y="247767"/>
                  </a:lnTo>
                  <a:lnTo>
                    <a:pt x="5376932" y="254975"/>
                  </a:lnTo>
                  <a:lnTo>
                    <a:pt x="5432012" y="263085"/>
                  </a:lnTo>
                  <a:lnTo>
                    <a:pt x="5483838" y="272217"/>
                  </a:lnTo>
                  <a:lnTo>
                    <a:pt x="5533338" y="282467"/>
                  </a:lnTo>
                  <a:lnTo>
                    <a:pt x="5567201" y="290375"/>
                  </a:lnTo>
                  <a:lnTo>
                    <a:pt x="5618487" y="303700"/>
                  </a:lnTo>
                  <a:lnTo>
                    <a:pt x="5669279" y="318435"/>
                  </a:lnTo>
                  <a:lnTo>
                    <a:pt x="5720131" y="334599"/>
                  </a:lnTo>
                  <a:lnTo>
                    <a:pt x="5771411" y="352157"/>
                  </a:lnTo>
                  <a:lnTo>
                    <a:pt x="5823330" y="371016"/>
                  </a:lnTo>
                  <a:lnTo>
                    <a:pt x="5875955" y="391023"/>
                  </a:lnTo>
                  <a:lnTo>
                    <a:pt x="5929234" y="411961"/>
                  </a:lnTo>
                  <a:lnTo>
                    <a:pt x="5983016" y="433563"/>
                  </a:lnTo>
                  <a:lnTo>
                    <a:pt x="6037080" y="455522"/>
                  </a:lnTo>
                  <a:lnTo>
                    <a:pt x="6091166" y="477509"/>
                  </a:lnTo>
                  <a:lnTo>
                    <a:pt x="6145012" y="499192"/>
                  </a:lnTo>
                  <a:lnTo>
                    <a:pt x="6198386" y="520260"/>
                  </a:lnTo>
                  <a:lnTo>
                    <a:pt x="6251126" y="540436"/>
                  </a:lnTo>
                  <a:lnTo>
                    <a:pt x="6303160" y="559498"/>
                  </a:lnTo>
                  <a:lnTo>
                    <a:pt x="6354535" y="577278"/>
                  </a:lnTo>
                  <a:lnTo>
                    <a:pt x="6405437" y="593676"/>
                  </a:lnTo>
                  <a:lnTo>
                    <a:pt x="6456206" y="608647"/>
                  </a:lnTo>
                  <a:lnTo>
                    <a:pt x="6507363" y="622202"/>
                  </a:lnTo>
                  <a:lnTo>
                    <a:pt x="6515891" y="624306"/>
                  </a:lnTo>
                  <a:lnTo>
                    <a:pt x="6564250" y="635376"/>
                  </a:lnTo>
                  <a:lnTo>
                    <a:pt x="6614348" y="645286"/>
                  </a:lnTo>
                  <a:lnTo>
                    <a:pt x="6667039" y="654103"/>
                  </a:lnTo>
                  <a:lnTo>
                    <a:pt x="6723272" y="661933"/>
                  </a:lnTo>
                  <a:lnTo>
                    <a:pt x="6784004" y="668895"/>
                  </a:lnTo>
                  <a:lnTo>
                    <a:pt x="6850111" y="675100"/>
                  </a:lnTo>
                  <a:lnTo>
                    <a:pt x="6922265" y="680645"/>
                  </a:lnTo>
                  <a:lnTo>
                    <a:pt x="7000778" y="685605"/>
                  </a:lnTo>
                  <a:lnTo>
                    <a:pt x="7085389" y="690033"/>
                  </a:lnTo>
                  <a:lnTo>
                    <a:pt x="7175028" y="693956"/>
                  </a:lnTo>
                  <a:lnTo>
                    <a:pt x="7267598" y="697383"/>
                  </a:lnTo>
                  <a:lnTo>
                    <a:pt x="7359886" y="700307"/>
                  </a:lnTo>
                  <a:lnTo>
                    <a:pt x="7447714" y="702715"/>
                  </a:lnTo>
                  <a:lnTo>
                    <a:pt x="7526450" y="704603"/>
                  </a:lnTo>
                  <a:lnTo>
                    <a:pt x="7591847" y="705986"/>
                  </a:lnTo>
                  <a:lnTo>
                    <a:pt x="7641010" y="706910"/>
                  </a:lnTo>
                  <a:lnTo>
                    <a:pt x="7673186" y="707451"/>
                  </a:lnTo>
                  <a:lnTo>
                    <a:pt x="7690092" y="707706"/>
                  </a:lnTo>
                  <a:lnTo>
                    <a:pt x="7695777" y="707783"/>
                  </a:lnTo>
                  <a:lnTo>
                    <a:pt x="7696237" y="707789"/>
                  </a:lnTo>
                  <a:lnTo>
                    <a:pt x="8234974" y="707789"/>
                  </a:lnTo>
                  <a:lnTo>
                    <a:pt x="8234974" y="702344"/>
                  </a:lnTo>
                  <a:lnTo>
                    <a:pt x="7696237" y="702344"/>
                  </a:lnTo>
                  <a:lnTo>
                    <a:pt x="7694939" y="702328"/>
                  </a:lnTo>
                  <a:lnTo>
                    <a:pt x="7686470" y="702209"/>
                  </a:lnTo>
                  <a:lnTo>
                    <a:pt x="7665357" y="701880"/>
                  </a:lnTo>
                  <a:lnTo>
                    <a:pt x="7628208" y="701236"/>
                  </a:lnTo>
                  <a:lnTo>
                    <a:pt x="7574043" y="700182"/>
                  </a:lnTo>
                  <a:lnTo>
                    <a:pt x="7504307" y="698652"/>
                  </a:lnTo>
                  <a:lnTo>
                    <a:pt x="7422394" y="696611"/>
                  </a:lnTo>
                  <a:lnTo>
                    <a:pt x="7332767" y="694048"/>
                  </a:lnTo>
                  <a:lnTo>
                    <a:pt x="7239996" y="690974"/>
                  </a:lnTo>
                  <a:lnTo>
                    <a:pt x="7148010" y="687399"/>
                  </a:lnTo>
                  <a:lnTo>
                    <a:pt x="7059694" y="683328"/>
                  </a:lnTo>
                  <a:lnTo>
                    <a:pt x="6976822" y="678747"/>
                  </a:lnTo>
                  <a:lnTo>
                    <a:pt x="6900199" y="673620"/>
                  </a:lnTo>
                  <a:lnTo>
                    <a:pt x="6829892" y="667888"/>
                  </a:lnTo>
                  <a:lnTo>
                    <a:pt x="6765461" y="661469"/>
                  </a:lnTo>
                  <a:lnTo>
                    <a:pt x="6706161" y="654262"/>
                  </a:lnTo>
                  <a:lnTo>
                    <a:pt x="6651080" y="646151"/>
                  </a:lnTo>
                  <a:lnTo>
                    <a:pt x="6599255" y="637020"/>
                  </a:lnTo>
                  <a:lnTo>
                    <a:pt x="6549755" y="626769"/>
                  </a:lnTo>
                  <a:lnTo>
                    <a:pt x="6515891" y="618862"/>
                  </a:lnTo>
                  <a:lnTo>
                    <a:pt x="6464605" y="605536"/>
                  </a:lnTo>
                  <a:lnTo>
                    <a:pt x="6413813" y="590801"/>
                  </a:lnTo>
                  <a:lnTo>
                    <a:pt x="6362962" y="574637"/>
                  </a:lnTo>
                  <a:lnTo>
                    <a:pt x="6311681" y="557079"/>
                  </a:lnTo>
                  <a:lnTo>
                    <a:pt x="6259762" y="538220"/>
                  </a:lnTo>
                  <a:lnTo>
                    <a:pt x="6207137" y="518213"/>
                  </a:lnTo>
                  <a:lnTo>
                    <a:pt x="6153858" y="497275"/>
                  </a:lnTo>
                  <a:lnTo>
                    <a:pt x="6100076" y="475673"/>
                  </a:lnTo>
                  <a:lnTo>
                    <a:pt x="6046012" y="453714"/>
                  </a:lnTo>
                  <a:lnTo>
                    <a:pt x="5991926" y="431727"/>
                  </a:lnTo>
                  <a:lnTo>
                    <a:pt x="5938081" y="410044"/>
                  </a:lnTo>
                  <a:lnTo>
                    <a:pt x="5884706" y="388976"/>
                  </a:lnTo>
                  <a:lnTo>
                    <a:pt x="5831967" y="368800"/>
                  </a:lnTo>
                  <a:lnTo>
                    <a:pt x="5779933" y="349739"/>
                  </a:lnTo>
                  <a:lnTo>
                    <a:pt x="5728557" y="331958"/>
                  </a:lnTo>
                  <a:lnTo>
                    <a:pt x="5677656" y="315560"/>
                  </a:lnTo>
                  <a:lnTo>
                    <a:pt x="5626887" y="300589"/>
                  </a:lnTo>
                  <a:lnTo>
                    <a:pt x="5575729" y="287034"/>
                  </a:lnTo>
                  <a:lnTo>
                    <a:pt x="5567201" y="284930"/>
                  </a:lnTo>
                  <a:lnTo>
                    <a:pt x="5518843" y="273860"/>
                  </a:lnTo>
                  <a:lnTo>
                    <a:pt x="5468744" y="263950"/>
                  </a:lnTo>
                  <a:lnTo>
                    <a:pt x="5416053" y="255133"/>
                  </a:lnTo>
                  <a:lnTo>
                    <a:pt x="5359820" y="247303"/>
                  </a:lnTo>
                  <a:lnTo>
                    <a:pt x="5299088" y="240341"/>
                  </a:lnTo>
                  <a:lnTo>
                    <a:pt x="5232981" y="234136"/>
                  </a:lnTo>
                  <a:lnTo>
                    <a:pt x="5160827" y="228591"/>
                  </a:lnTo>
                  <a:lnTo>
                    <a:pt x="5082314" y="223631"/>
                  </a:lnTo>
                  <a:lnTo>
                    <a:pt x="4997704" y="219204"/>
                  </a:lnTo>
                  <a:lnTo>
                    <a:pt x="4908065" y="215280"/>
                  </a:lnTo>
                  <a:lnTo>
                    <a:pt x="4815494" y="211853"/>
                  </a:lnTo>
                  <a:lnTo>
                    <a:pt x="4723206" y="208929"/>
                  </a:lnTo>
                  <a:lnTo>
                    <a:pt x="4635378" y="206521"/>
                  </a:lnTo>
                  <a:lnTo>
                    <a:pt x="4556642" y="204633"/>
                  </a:lnTo>
                  <a:lnTo>
                    <a:pt x="4491246" y="203250"/>
                  </a:lnTo>
                  <a:lnTo>
                    <a:pt x="4442082" y="202326"/>
                  </a:lnTo>
                  <a:lnTo>
                    <a:pt x="4409907" y="201786"/>
                  </a:lnTo>
                  <a:lnTo>
                    <a:pt x="4393000" y="201531"/>
                  </a:lnTo>
                  <a:lnTo>
                    <a:pt x="4387315" y="201453"/>
                  </a:lnTo>
                  <a:lnTo>
                    <a:pt x="4386855" y="201447"/>
                  </a:lnTo>
                  <a:lnTo>
                    <a:pt x="3848118" y="201447"/>
                  </a:lnTo>
                  <a:lnTo>
                    <a:pt x="3846816" y="201441"/>
                  </a:lnTo>
                  <a:lnTo>
                    <a:pt x="3838322" y="201393"/>
                  </a:lnTo>
                  <a:lnTo>
                    <a:pt x="3817148" y="201260"/>
                  </a:lnTo>
                  <a:lnTo>
                    <a:pt x="3779898" y="201000"/>
                  </a:lnTo>
                  <a:lnTo>
                    <a:pt x="3725597" y="200575"/>
                  </a:lnTo>
                  <a:lnTo>
                    <a:pt x="3655708" y="199958"/>
                  </a:lnTo>
                  <a:lnTo>
                    <a:pt x="3573641" y="199135"/>
                  </a:lnTo>
                  <a:lnTo>
                    <a:pt x="3483879" y="198101"/>
                  </a:lnTo>
                  <a:lnTo>
                    <a:pt x="3391002" y="196862"/>
                  </a:lnTo>
                  <a:lnTo>
                    <a:pt x="3298945" y="195421"/>
                  </a:lnTo>
                  <a:lnTo>
                    <a:pt x="3210588" y="193779"/>
                  </a:lnTo>
                  <a:lnTo>
                    <a:pt x="3127702" y="191932"/>
                  </a:lnTo>
                  <a:lnTo>
                    <a:pt x="3051082" y="189865"/>
                  </a:lnTo>
                  <a:lnTo>
                    <a:pt x="2980788" y="187554"/>
                  </a:lnTo>
                  <a:lnTo>
                    <a:pt x="2916375" y="184965"/>
                  </a:lnTo>
                  <a:lnTo>
                    <a:pt x="2857088" y="182058"/>
                  </a:lnTo>
                  <a:lnTo>
                    <a:pt x="2802014" y="178786"/>
                  </a:lnTo>
                  <a:lnTo>
                    <a:pt x="2750185" y="175102"/>
                  </a:lnTo>
                  <a:lnTo>
                    <a:pt x="2700670" y="170966"/>
                  </a:lnTo>
                  <a:lnTo>
                    <a:pt x="2667772" y="167873"/>
                  </a:lnTo>
                  <a:lnTo>
                    <a:pt x="2615237" y="162375"/>
                  </a:lnTo>
                  <a:lnTo>
                    <a:pt x="2563204" y="156282"/>
                  </a:lnTo>
                  <a:lnTo>
                    <a:pt x="2511086" y="149586"/>
                  </a:lnTo>
                  <a:lnTo>
                    <a:pt x="2458497" y="142303"/>
                  </a:lnTo>
                  <a:lnTo>
                    <a:pt x="2405225" y="134477"/>
                  </a:lnTo>
                  <a:lnTo>
                    <a:pt x="2351213" y="126176"/>
                  </a:lnTo>
                  <a:lnTo>
                    <a:pt x="2296532" y="117497"/>
                  </a:lnTo>
                  <a:lnTo>
                    <a:pt x="2241359" y="108560"/>
                  </a:lnTo>
                  <a:lnTo>
                    <a:pt x="2185942" y="99498"/>
                  </a:lnTo>
                  <a:lnTo>
                    <a:pt x="2130564" y="90456"/>
                  </a:lnTo>
                  <a:lnTo>
                    <a:pt x="2075501" y="81575"/>
                  </a:lnTo>
                  <a:lnTo>
                    <a:pt x="2020987" y="72988"/>
                  </a:lnTo>
                  <a:lnTo>
                    <a:pt x="1967173" y="64807"/>
                  </a:lnTo>
                  <a:lnTo>
                    <a:pt x="1914098" y="57121"/>
                  </a:lnTo>
                  <a:lnTo>
                    <a:pt x="1861663" y="49994"/>
                  </a:lnTo>
                  <a:lnTo>
                    <a:pt x="1809614" y="43460"/>
                  </a:lnTo>
                  <a:lnTo>
                    <a:pt x="1757513" y="37530"/>
                  </a:lnTo>
                  <a:lnTo>
                    <a:pt x="1719082" y="33574"/>
                  </a:lnTo>
                  <a:lnTo>
                    <a:pt x="1670673" y="29118"/>
                  </a:lnTo>
                  <a:lnTo>
                    <a:pt x="1620518" y="25129"/>
                  </a:lnTo>
                  <a:lnTo>
                    <a:pt x="1567764" y="21580"/>
                  </a:lnTo>
                  <a:lnTo>
                    <a:pt x="1511457" y="18429"/>
                  </a:lnTo>
                  <a:lnTo>
                    <a:pt x="1450638" y="15628"/>
                  </a:lnTo>
                  <a:lnTo>
                    <a:pt x="1384429" y="13131"/>
                  </a:lnTo>
                  <a:lnTo>
                    <a:pt x="1312157" y="10900"/>
                  </a:lnTo>
                  <a:lnTo>
                    <a:pt x="1233512" y="8905"/>
                  </a:lnTo>
                  <a:lnTo>
                    <a:pt x="1148762" y="7125"/>
                  </a:lnTo>
                  <a:lnTo>
                    <a:pt x="1058988" y="5547"/>
                  </a:lnTo>
                  <a:lnTo>
                    <a:pt x="966305" y="4170"/>
                  </a:lnTo>
                  <a:lnTo>
                    <a:pt x="873948" y="2995"/>
                  </a:lnTo>
                  <a:lnTo>
                    <a:pt x="786118" y="2028"/>
                  </a:lnTo>
                  <a:lnTo>
                    <a:pt x="707460" y="1271"/>
                  </a:lnTo>
                  <a:lnTo>
                    <a:pt x="642225" y="717"/>
                  </a:lnTo>
                  <a:lnTo>
                    <a:pt x="593287" y="348"/>
                  </a:lnTo>
                  <a:lnTo>
                    <a:pt x="561363" y="133"/>
                  </a:lnTo>
                  <a:lnTo>
                    <a:pt x="544687" y="32"/>
                  </a:lnTo>
                  <a:lnTo>
                    <a:pt x="539159" y="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56" name="pl756"/>
            <p:cNvSpPr/>
            <p:nvPr/>
          </p:nvSpPr>
          <p:spPr>
            <a:xfrm>
              <a:off x="546595" y="674233"/>
              <a:ext cx="8234974" cy="702344"/>
            </a:xfrm>
            <a:custGeom>
              <a:avLst/>
              <a:pathLst>
                <a:path w="8234974" h="702344">
                  <a:moveTo>
                    <a:pt x="0" y="0"/>
                  </a:moveTo>
                  <a:lnTo>
                    <a:pt x="538736" y="0"/>
                  </a:lnTo>
                  <a:lnTo>
                    <a:pt x="540038" y="6"/>
                  </a:lnTo>
                  <a:lnTo>
                    <a:pt x="548532" y="54"/>
                  </a:lnTo>
                  <a:lnTo>
                    <a:pt x="569706" y="187"/>
                  </a:lnTo>
                  <a:lnTo>
                    <a:pt x="606956" y="447"/>
                  </a:lnTo>
                  <a:lnTo>
                    <a:pt x="661257" y="872"/>
                  </a:lnTo>
                  <a:lnTo>
                    <a:pt x="731147" y="1489"/>
                  </a:lnTo>
                  <a:lnTo>
                    <a:pt x="813213" y="2312"/>
                  </a:lnTo>
                  <a:lnTo>
                    <a:pt x="902976" y="3346"/>
                  </a:lnTo>
                  <a:lnTo>
                    <a:pt x="995852" y="4585"/>
                  </a:lnTo>
                  <a:lnTo>
                    <a:pt x="1087910" y="6026"/>
                  </a:lnTo>
                  <a:lnTo>
                    <a:pt x="1176266" y="7667"/>
                  </a:lnTo>
                  <a:lnTo>
                    <a:pt x="1259153" y="9514"/>
                  </a:lnTo>
                  <a:lnTo>
                    <a:pt x="1335772" y="11581"/>
                  </a:lnTo>
                  <a:lnTo>
                    <a:pt x="1406066" y="13893"/>
                  </a:lnTo>
                  <a:lnTo>
                    <a:pt x="1470480" y="16482"/>
                  </a:lnTo>
                  <a:lnTo>
                    <a:pt x="1529766" y="19389"/>
                  </a:lnTo>
                  <a:lnTo>
                    <a:pt x="1584840" y="22661"/>
                  </a:lnTo>
                  <a:lnTo>
                    <a:pt x="1636669" y="26345"/>
                  </a:lnTo>
                  <a:lnTo>
                    <a:pt x="1686185" y="30481"/>
                  </a:lnTo>
                  <a:lnTo>
                    <a:pt x="1719082" y="33574"/>
                  </a:lnTo>
                  <a:lnTo>
                    <a:pt x="1771618" y="39072"/>
                  </a:lnTo>
                  <a:lnTo>
                    <a:pt x="1823650" y="45165"/>
                  </a:lnTo>
                  <a:lnTo>
                    <a:pt x="1875769" y="51861"/>
                  </a:lnTo>
                  <a:lnTo>
                    <a:pt x="1928358" y="59143"/>
                  </a:lnTo>
                  <a:lnTo>
                    <a:pt x="1981629" y="66970"/>
                  </a:lnTo>
                  <a:lnTo>
                    <a:pt x="2035641" y="75271"/>
                  </a:lnTo>
                  <a:lnTo>
                    <a:pt x="2090322" y="83949"/>
                  </a:lnTo>
                  <a:lnTo>
                    <a:pt x="2145495" y="92887"/>
                  </a:lnTo>
                  <a:lnTo>
                    <a:pt x="2200913" y="101949"/>
                  </a:lnTo>
                  <a:lnTo>
                    <a:pt x="2256291" y="110991"/>
                  </a:lnTo>
                  <a:lnTo>
                    <a:pt x="2311353" y="119871"/>
                  </a:lnTo>
                  <a:lnTo>
                    <a:pt x="2365867" y="128459"/>
                  </a:lnTo>
                  <a:lnTo>
                    <a:pt x="2419681" y="136640"/>
                  </a:lnTo>
                  <a:lnTo>
                    <a:pt x="2472757" y="144325"/>
                  </a:lnTo>
                  <a:lnTo>
                    <a:pt x="2525191" y="151453"/>
                  </a:lnTo>
                  <a:lnTo>
                    <a:pt x="2577240" y="157986"/>
                  </a:lnTo>
                  <a:lnTo>
                    <a:pt x="2629342" y="163917"/>
                  </a:lnTo>
                  <a:lnTo>
                    <a:pt x="2667772" y="167873"/>
                  </a:lnTo>
                  <a:lnTo>
                    <a:pt x="2716182" y="172329"/>
                  </a:lnTo>
                  <a:lnTo>
                    <a:pt x="2766336" y="176318"/>
                  </a:lnTo>
                  <a:lnTo>
                    <a:pt x="2819091" y="179867"/>
                  </a:lnTo>
                  <a:lnTo>
                    <a:pt x="2875397" y="183018"/>
                  </a:lnTo>
                  <a:lnTo>
                    <a:pt x="2936217" y="185819"/>
                  </a:lnTo>
                  <a:lnTo>
                    <a:pt x="3002426" y="188316"/>
                  </a:lnTo>
                  <a:lnTo>
                    <a:pt x="3074698" y="190546"/>
                  </a:lnTo>
                  <a:lnTo>
                    <a:pt x="3153343" y="192541"/>
                  </a:lnTo>
                  <a:lnTo>
                    <a:pt x="3238093" y="194322"/>
                  </a:lnTo>
                  <a:lnTo>
                    <a:pt x="3327866" y="195899"/>
                  </a:lnTo>
                  <a:lnTo>
                    <a:pt x="3420550" y="197277"/>
                  </a:lnTo>
                  <a:lnTo>
                    <a:pt x="3512907" y="198452"/>
                  </a:lnTo>
                  <a:lnTo>
                    <a:pt x="3600737" y="199419"/>
                  </a:lnTo>
                  <a:lnTo>
                    <a:pt x="3679394" y="200176"/>
                  </a:lnTo>
                  <a:lnTo>
                    <a:pt x="3744630" y="200729"/>
                  </a:lnTo>
                  <a:lnTo>
                    <a:pt x="3793568" y="201099"/>
                  </a:lnTo>
                  <a:lnTo>
                    <a:pt x="3825492" y="201314"/>
                  </a:lnTo>
                  <a:lnTo>
                    <a:pt x="3842168" y="201415"/>
                  </a:lnTo>
                  <a:lnTo>
                    <a:pt x="3847696" y="201445"/>
                  </a:lnTo>
                  <a:lnTo>
                    <a:pt x="3848118" y="201447"/>
                  </a:lnTo>
                  <a:lnTo>
                    <a:pt x="4386855" y="201447"/>
                  </a:lnTo>
                  <a:lnTo>
                    <a:pt x="4388153" y="201464"/>
                  </a:lnTo>
                  <a:lnTo>
                    <a:pt x="4396622" y="201583"/>
                  </a:lnTo>
                  <a:lnTo>
                    <a:pt x="4417735" y="201911"/>
                  </a:lnTo>
                  <a:lnTo>
                    <a:pt x="4454884" y="202556"/>
                  </a:lnTo>
                  <a:lnTo>
                    <a:pt x="4509050" y="203610"/>
                  </a:lnTo>
                  <a:lnTo>
                    <a:pt x="4578785" y="205139"/>
                  </a:lnTo>
                  <a:lnTo>
                    <a:pt x="4660698" y="207181"/>
                  </a:lnTo>
                  <a:lnTo>
                    <a:pt x="4750326" y="209743"/>
                  </a:lnTo>
                  <a:lnTo>
                    <a:pt x="4843096" y="212818"/>
                  </a:lnTo>
                  <a:lnTo>
                    <a:pt x="4935082" y="216393"/>
                  </a:lnTo>
                  <a:lnTo>
                    <a:pt x="5023398" y="220464"/>
                  </a:lnTo>
                  <a:lnTo>
                    <a:pt x="5106270" y="225045"/>
                  </a:lnTo>
                  <a:lnTo>
                    <a:pt x="5182893" y="230172"/>
                  </a:lnTo>
                  <a:lnTo>
                    <a:pt x="5253201" y="235904"/>
                  </a:lnTo>
                  <a:lnTo>
                    <a:pt x="5317631" y="242323"/>
                  </a:lnTo>
                  <a:lnTo>
                    <a:pt x="5376932" y="249530"/>
                  </a:lnTo>
                  <a:lnTo>
                    <a:pt x="5432012" y="257641"/>
                  </a:lnTo>
                  <a:lnTo>
                    <a:pt x="5483838" y="266772"/>
                  </a:lnTo>
                  <a:lnTo>
                    <a:pt x="5533338" y="277023"/>
                  </a:lnTo>
                  <a:lnTo>
                    <a:pt x="5567201" y="284930"/>
                  </a:lnTo>
                  <a:lnTo>
                    <a:pt x="5618487" y="298256"/>
                  </a:lnTo>
                  <a:lnTo>
                    <a:pt x="5669279" y="312991"/>
                  </a:lnTo>
                  <a:lnTo>
                    <a:pt x="5720131" y="329154"/>
                  </a:lnTo>
                  <a:lnTo>
                    <a:pt x="5771411" y="346712"/>
                  </a:lnTo>
                  <a:lnTo>
                    <a:pt x="5823330" y="365572"/>
                  </a:lnTo>
                  <a:lnTo>
                    <a:pt x="5875955" y="385578"/>
                  </a:lnTo>
                  <a:lnTo>
                    <a:pt x="5929234" y="406516"/>
                  </a:lnTo>
                  <a:lnTo>
                    <a:pt x="5983016" y="428119"/>
                  </a:lnTo>
                  <a:lnTo>
                    <a:pt x="6037080" y="450078"/>
                  </a:lnTo>
                  <a:lnTo>
                    <a:pt x="6091166" y="472065"/>
                  </a:lnTo>
                  <a:lnTo>
                    <a:pt x="6145012" y="493748"/>
                  </a:lnTo>
                  <a:lnTo>
                    <a:pt x="6198386" y="514815"/>
                  </a:lnTo>
                  <a:lnTo>
                    <a:pt x="6251126" y="534992"/>
                  </a:lnTo>
                  <a:lnTo>
                    <a:pt x="6303160" y="554053"/>
                  </a:lnTo>
                  <a:lnTo>
                    <a:pt x="6354535" y="571834"/>
                  </a:lnTo>
                  <a:lnTo>
                    <a:pt x="6405437" y="588231"/>
                  </a:lnTo>
                  <a:lnTo>
                    <a:pt x="6456206" y="603202"/>
                  </a:lnTo>
                  <a:lnTo>
                    <a:pt x="6507363" y="616757"/>
                  </a:lnTo>
                  <a:lnTo>
                    <a:pt x="6515891" y="618862"/>
                  </a:lnTo>
                  <a:lnTo>
                    <a:pt x="6564250" y="629931"/>
                  </a:lnTo>
                  <a:lnTo>
                    <a:pt x="6614348" y="639842"/>
                  </a:lnTo>
                  <a:lnTo>
                    <a:pt x="6667039" y="648659"/>
                  </a:lnTo>
                  <a:lnTo>
                    <a:pt x="6723272" y="656489"/>
                  </a:lnTo>
                  <a:lnTo>
                    <a:pt x="6784004" y="663451"/>
                  </a:lnTo>
                  <a:lnTo>
                    <a:pt x="6850111" y="669656"/>
                  </a:lnTo>
                  <a:lnTo>
                    <a:pt x="6922265" y="675201"/>
                  </a:lnTo>
                  <a:lnTo>
                    <a:pt x="7000778" y="680161"/>
                  </a:lnTo>
                  <a:lnTo>
                    <a:pt x="7085389" y="684588"/>
                  </a:lnTo>
                  <a:lnTo>
                    <a:pt x="7175028" y="688511"/>
                  </a:lnTo>
                  <a:lnTo>
                    <a:pt x="7267598" y="691938"/>
                  </a:lnTo>
                  <a:lnTo>
                    <a:pt x="7359886" y="694862"/>
                  </a:lnTo>
                  <a:lnTo>
                    <a:pt x="7447714" y="697271"/>
                  </a:lnTo>
                  <a:lnTo>
                    <a:pt x="7526450" y="699159"/>
                  </a:lnTo>
                  <a:lnTo>
                    <a:pt x="7591847" y="700542"/>
                  </a:lnTo>
                  <a:lnTo>
                    <a:pt x="7641010" y="701466"/>
                  </a:lnTo>
                  <a:lnTo>
                    <a:pt x="7673186" y="702006"/>
                  </a:lnTo>
                  <a:lnTo>
                    <a:pt x="7690092" y="702261"/>
                  </a:lnTo>
                  <a:lnTo>
                    <a:pt x="7695777" y="702339"/>
                  </a:lnTo>
                  <a:lnTo>
                    <a:pt x="7696237" y="702344"/>
                  </a:lnTo>
                  <a:lnTo>
                    <a:pt x="8234974" y="7023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7" name="pl757"/>
            <p:cNvSpPr/>
            <p:nvPr/>
          </p:nvSpPr>
          <p:spPr>
            <a:xfrm>
              <a:off x="546595" y="668789"/>
              <a:ext cx="8234974" cy="702344"/>
            </a:xfrm>
            <a:custGeom>
              <a:avLst/>
              <a:pathLst>
                <a:path w="8234974" h="702344">
                  <a:moveTo>
                    <a:pt x="8234974" y="702344"/>
                  </a:moveTo>
                  <a:lnTo>
                    <a:pt x="7696237" y="702344"/>
                  </a:lnTo>
                  <a:lnTo>
                    <a:pt x="7694939" y="702328"/>
                  </a:lnTo>
                  <a:lnTo>
                    <a:pt x="7686470" y="702209"/>
                  </a:lnTo>
                  <a:lnTo>
                    <a:pt x="7665357" y="701880"/>
                  </a:lnTo>
                  <a:lnTo>
                    <a:pt x="7628208" y="701236"/>
                  </a:lnTo>
                  <a:lnTo>
                    <a:pt x="7574043" y="700182"/>
                  </a:lnTo>
                  <a:lnTo>
                    <a:pt x="7504307" y="698652"/>
                  </a:lnTo>
                  <a:lnTo>
                    <a:pt x="7422394" y="696611"/>
                  </a:lnTo>
                  <a:lnTo>
                    <a:pt x="7332767" y="694048"/>
                  </a:lnTo>
                  <a:lnTo>
                    <a:pt x="7239996" y="690974"/>
                  </a:lnTo>
                  <a:lnTo>
                    <a:pt x="7148010" y="687399"/>
                  </a:lnTo>
                  <a:lnTo>
                    <a:pt x="7059694" y="683328"/>
                  </a:lnTo>
                  <a:lnTo>
                    <a:pt x="6976822" y="678747"/>
                  </a:lnTo>
                  <a:lnTo>
                    <a:pt x="6900199" y="673620"/>
                  </a:lnTo>
                  <a:lnTo>
                    <a:pt x="6829892" y="667888"/>
                  </a:lnTo>
                  <a:lnTo>
                    <a:pt x="6765461" y="661469"/>
                  </a:lnTo>
                  <a:lnTo>
                    <a:pt x="6706161" y="654262"/>
                  </a:lnTo>
                  <a:lnTo>
                    <a:pt x="6651080" y="646151"/>
                  </a:lnTo>
                  <a:lnTo>
                    <a:pt x="6599255" y="637020"/>
                  </a:lnTo>
                  <a:lnTo>
                    <a:pt x="6549755" y="626769"/>
                  </a:lnTo>
                  <a:lnTo>
                    <a:pt x="6515891" y="618862"/>
                  </a:lnTo>
                  <a:lnTo>
                    <a:pt x="6464605" y="605536"/>
                  </a:lnTo>
                  <a:lnTo>
                    <a:pt x="6413813" y="590801"/>
                  </a:lnTo>
                  <a:lnTo>
                    <a:pt x="6362962" y="574637"/>
                  </a:lnTo>
                  <a:lnTo>
                    <a:pt x="6311681" y="557079"/>
                  </a:lnTo>
                  <a:lnTo>
                    <a:pt x="6259762" y="538220"/>
                  </a:lnTo>
                  <a:lnTo>
                    <a:pt x="6207137" y="518213"/>
                  </a:lnTo>
                  <a:lnTo>
                    <a:pt x="6153858" y="497275"/>
                  </a:lnTo>
                  <a:lnTo>
                    <a:pt x="6100076" y="475673"/>
                  </a:lnTo>
                  <a:lnTo>
                    <a:pt x="6046012" y="453714"/>
                  </a:lnTo>
                  <a:lnTo>
                    <a:pt x="5991926" y="431727"/>
                  </a:lnTo>
                  <a:lnTo>
                    <a:pt x="5938081" y="410044"/>
                  </a:lnTo>
                  <a:lnTo>
                    <a:pt x="5884706" y="388976"/>
                  </a:lnTo>
                  <a:lnTo>
                    <a:pt x="5831967" y="368800"/>
                  </a:lnTo>
                  <a:lnTo>
                    <a:pt x="5779933" y="349739"/>
                  </a:lnTo>
                  <a:lnTo>
                    <a:pt x="5728557" y="331958"/>
                  </a:lnTo>
                  <a:lnTo>
                    <a:pt x="5677656" y="315560"/>
                  </a:lnTo>
                  <a:lnTo>
                    <a:pt x="5626887" y="300589"/>
                  </a:lnTo>
                  <a:lnTo>
                    <a:pt x="5575729" y="287034"/>
                  </a:lnTo>
                  <a:lnTo>
                    <a:pt x="5567201" y="284930"/>
                  </a:lnTo>
                  <a:lnTo>
                    <a:pt x="5518843" y="273860"/>
                  </a:lnTo>
                  <a:lnTo>
                    <a:pt x="5468744" y="263950"/>
                  </a:lnTo>
                  <a:lnTo>
                    <a:pt x="5416053" y="255133"/>
                  </a:lnTo>
                  <a:lnTo>
                    <a:pt x="5359820" y="247303"/>
                  </a:lnTo>
                  <a:lnTo>
                    <a:pt x="5299088" y="240341"/>
                  </a:lnTo>
                  <a:lnTo>
                    <a:pt x="5232981" y="234136"/>
                  </a:lnTo>
                  <a:lnTo>
                    <a:pt x="5160827" y="228591"/>
                  </a:lnTo>
                  <a:lnTo>
                    <a:pt x="5082314" y="223631"/>
                  </a:lnTo>
                  <a:lnTo>
                    <a:pt x="4997704" y="219204"/>
                  </a:lnTo>
                  <a:lnTo>
                    <a:pt x="4908065" y="215280"/>
                  </a:lnTo>
                  <a:lnTo>
                    <a:pt x="4815494" y="211853"/>
                  </a:lnTo>
                  <a:lnTo>
                    <a:pt x="4723206" y="208929"/>
                  </a:lnTo>
                  <a:lnTo>
                    <a:pt x="4635378" y="206521"/>
                  </a:lnTo>
                  <a:lnTo>
                    <a:pt x="4556642" y="204633"/>
                  </a:lnTo>
                  <a:lnTo>
                    <a:pt x="4491246" y="203250"/>
                  </a:lnTo>
                  <a:lnTo>
                    <a:pt x="4442082" y="202326"/>
                  </a:lnTo>
                  <a:lnTo>
                    <a:pt x="4409907" y="201786"/>
                  </a:lnTo>
                  <a:lnTo>
                    <a:pt x="4393000" y="201531"/>
                  </a:lnTo>
                  <a:lnTo>
                    <a:pt x="4387315" y="201453"/>
                  </a:lnTo>
                  <a:lnTo>
                    <a:pt x="4386855" y="201447"/>
                  </a:lnTo>
                  <a:lnTo>
                    <a:pt x="3848118" y="201447"/>
                  </a:lnTo>
                  <a:lnTo>
                    <a:pt x="3846816" y="201441"/>
                  </a:lnTo>
                  <a:lnTo>
                    <a:pt x="3838322" y="201393"/>
                  </a:lnTo>
                  <a:lnTo>
                    <a:pt x="3817148" y="201260"/>
                  </a:lnTo>
                  <a:lnTo>
                    <a:pt x="3779898" y="201000"/>
                  </a:lnTo>
                  <a:lnTo>
                    <a:pt x="3725597" y="200575"/>
                  </a:lnTo>
                  <a:lnTo>
                    <a:pt x="3655708" y="199958"/>
                  </a:lnTo>
                  <a:lnTo>
                    <a:pt x="3573641" y="199135"/>
                  </a:lnTo>
                  <a:lnTo>
                    <a:pt x="3483879" y="198101"/>
                  </a:lnTo>
                  <a:lnTo>
                    <a:pt x="3391002" y="196862"/>
                  </a:lnTo>
                  <a:lnTo>
                    <a:pt x="3298945" y="195421"/>
                  </a:lnTo>
                  <a:lnTo>
                    <a:pt x="3210588" y="193779"/>
                  </a:lnTo>
                  <a:lnTo>
                    <a:pt x="3127702" y="191932"/>
                  </a:lnTo>
                  <a:lnTo>
                    <a:pt x="3051082" y="189865"/>
                  </a:lnTo>
                  <a:lnTo>
                    <a:pt x="2980788" y="187554"/>
                  </a:lnTo>
                  <a:lnTo>
                    <a:pt x="2916375" y="184965"/>
                  </a:lnTo>
                  <a:lnTo>
                    <a:pt x="2857088" y="182058"/>
                  </a:lnTo>
                  <a:lnTo>
                    <a:pt x="2802014" y="178786"/>
                  </a:lnTo>
                  <a:lnTo>
                    <a:pt x="2750185" y="175102"/>
                  </a:lnTo>
                  <a:lnTo>
                    <a:pt x="2700670" y="170966"/>
                  </a:lnTo>
                  <a:lnTo>
                    <a:pt x="2667772" y="167873"/>
                  </a:lnTo>
                  <a:lnTo>
                    <a:pt x="2615237" y="162375"/>
                  </a:lnTo>
                  <a:lnTo>
                    <a:pt x="2563204" y="156282"/>
                  </a:lnTo>
                  <a:lnTo>
                    <a:pt x="2511086" y="149586"/>
                  </a:lnTo>
                  <a:lnTo>
                    <a:pt x="2458497" y="142303"/>
                  </a:lnTo>
                  <a:lnTo>
                    <a:pt x="2405225" y="134477"/>
                  </a:lnTo>
                  <a:lnTo>
                    <a:pt x="2351213" y="126176"/>
                  </a:lnTo>
                  <a:lnTo>
                    <a:pt x="2296532" y="117497"/>
                  </a:lnTo>
                  <a:lnTo>
                    <a:pt x="2241359" y="108560"/>
                  </a:lnTo>
                  <a:lnTo>
                    <a:pt x="2185942" y="99498"/>
                  </a:lnTo>
                  <a:lnTo>
                    <a:pt x="2130564" y="90456"/>
                  </a:lnTo>
                  <a:lnTo>
                    <a:pt x="2075501" y="81575"/>
                  </a:lnTo>
                  <a:lnTo>
                    <a:pt x="2020987" y="72988"/>
                  </a:lnTo>
                  <a:lnTo>
                    <a:pt x="1967173" y="64807"/>
                  </a:lnTo>
                  <a:lnTo>
                    <a:pt x="1914098" y="57121"/>
                  </a:lnTo>
                  <a:lnTo>
                    <a:pt x="1861663" y="49994"/>
                  </a:lnTo>
                  <a:lnTo>
                    <a:pt x="1809614" y="43460"/>
                  </a:lnTo>
                  <a:lnTo>
                    <a:pt x="1757513" y="37530"/>
                  </a:lnTo>
                  <a:lnTo>
                    <a:pt x="1719082" y="33574"/>
                  </a:lnTo>
                  <a:lnTo>
                    <a:pt x="1670673" y="29118"/>
                  </a:lnTo>
                  <a:lnTo>
                    <a:pt x="1620518" y="25129"/>
                  </a:lnTo>
                  <a:lnTo>
                    <a:pt x="1567764" y="21580"/>
                  </a:lnTo>
                  <a:lnTo>
                    <a:pt x="1511457" y="18429"/>
                  </a:lnTo>
                  <a:lnTo>
                    <a:pt x="1450638" y="15628"/>
                  </a:lnTo>
                  <a:lnTo>
                    <a:pt x="1384429" y="13131"/>
                  </a:lnTo>
                  <a:lnTo>
                    <a:pt x="1312157" y="10900"/>
                  </a:lnTo>
                  <a:lnTo>
                    <a:pt x="1233512" y="8905"/>
                  </a:lnTo>
                  <a:lnTo>
                    <a:pt x="1148762" y="7125"/>
                  </a:lnTo>
                  <a:lnTo>
                    <a:pt x="1058988" y="5547"/>
                  </a:lnTo>
                  <a:lnTo>
                    <a:pt x="966305" y="4170"/>
                  </a:lnTo>
                  <a:lnTo>
                    <a:pt x="873948" y="2995"/>
                  </a:lnTo>
                  <a:lnTo>
                    <a:pt x="786118" y="2028"/>
                  </a:lnTo>
                  <a:lnTo>
                    <a:pt x="707460" y="1271"/>
                  </a:lnTo>
                  <a:lnTo>
                    <a:pt x="642225" y="717"/>
                  </a:lnTo>
                  <a:lnTo>
                    <a:pt x="593287" y="348"/>
                  </a:lnTo>
                  <a:lnTo>
                    <a:pt x="561363" y="133"/>
                  </a:lnTo>
                  <a:lnTo>
                    <a:pt x="544687" y="32"/>
                  </a:lnTo>
                  <a:lnTo>
                    <a:pt x="539159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8" name="pg758"/>
            <p:cNvSpPr/>
            <p:nvPr/>
          </p:nvSpPr>
          <p:spPr>
            <a:xfrm>
              <a:off x="546595" y="674233"/>
              <a:ext cx="8234974" cy="952793"/>
            </a:xfrm>
            <a:custGeom>
              <a:avLst/>
              <a:pathLst>
                <a:path w="8234974" h="952793">
                  <a:moveTo>
                    <a:pt x="0" y="5444"/>
                  </a:moveTo>
                  <a:lnTo>
                    <a:pt x="538736" y="5444"/>
                  </a:lnTo>
                  <a:lnTo>
                    <a:pt x="540038" y="5451"/>
                  </a:lnTo>
                  <a:lnTo>
                    <a:pt x="548532" y="5502"/>
                  </a:lnTo>
                  <a:lnTo>
                    <a:pt x="569705" y="5641"/>
                  </a:lnTo>
                  <a:lnTo>
                    <a:pt x="606952" y="5916"/>
                  </a:lnTo>
                  <a:lnTo>
                    <a:pt x="661250" y="6363"/>
                  </a:lnTo>
                  <a:lnTo>
                    <a:pt x="731136" y="7014"/>
                  </a:lnTo>
                  <a:lnTo>
                    <a:pt x="813200" y="7882"/>
                  </a:lnTo>
                  <a:lnTo>
                    <a:pt x="902959" y="8971"/>
                  </a:lnTo>
                  <a:lnTo>
                    <a:pt x="995833" y="10277"/>
                  </a:lnTo>
                  <a:lnTo>
                    <a:pt x="1087890" y="11796"/>
                  </a:lnTo>
                  <a:lnTo>
                    <a:pt x="1176245" y="13526"/>
                  </a:lnTo>
                  <a:lnTo>
                    <a:pt x="1259131" y="15473"/>
                  </a:lnTo>
                  <a:lnTo>
                    <a:pt x="1335751" y="17651"/>
                  </a:lnTo>
                  <a:lnTo>
                    <a:pt x="1406045" y="20088"/>
                  </a:lnTo>
                  <a:lnTo>
                    <a:pt x="1470459" y="22816"/>
                  </a:lnTo>
                  <a:lnTo>
                    <a:pt x="1529746" y="25880"/>
                  </a:lnTo>
                  <a:lnTo>
                    <a:pt x="1584820" y="29329"/>
                  </a:lnTo>
                  <a:lnTo>
                    <a:pt x="1636649" y="33212"/>
                  </a:lnTo>
                  <a:lnTo>
                    <a:pt x="1686164" y="37571"/>
                  </a:lnTo>
                  <a:lnTo>
                    <a:pt x="1719082" y="40834"/>
                  </a:lnTo>
                  <a:lnTo>
                    <a:pt x="1771589" y="46625"/>
                  </a:lnTo>
                  <a:lnTo>
                    <a:pt x="1823594" y="53044"/>
                  </a:lnTo>
                  <a:lnTo>
                    <a:pt x="1875683" y="60097"/>
                  </a:lnTo>
                  <a:lnTo>
                    <a:pt x="1928243" y="67768"/>
                  </a:lnTo>
                  <a:lnTo>
                    <a:pt x="1981483" y="76011"/>
                  </a:lnTo>
                  <a:lnTo>
                    <a:pt x="2035464" y="84755"/>
                  </a:lnTo>
                  <a:lnTo>
                    <a:pt x="2090113" y="93896"/>
                  </a:lnTo>
                  <a:lnTo>
                    <a:pt x="2145254" y="103311"/>
                  </a:lnTo>
                  <a:lnTo>
                    <a:pt x="2200641" y="112857"/>
                  </a:lnTo>
                  <a:lnTo>
                    <a:pt x="2255990" y="122383"/>
                  </a:lnTo>
                  <a:lnTo>
                    <a:pt x="2311025" y="131740"/>
                  </a:lnTo>
                  <a:lnTo>
                    <a:pt x="2365513" y="140789"/>
                  </a:lnTo>
                  <a:lnTo>
                    <a:pt x="2419303" y="149411"/>
                  </a:lnTo>
                  <a:lnTo>
                    <a:pt x="2472355" y="157512"/>
                  </a:lnTo>
                  <a:lnTo>
                    <a:pt x="2524765" y="165025"/>
                  </a:lnTo>
                  <a:lnTo>
                    <a:pt x="2576787" y="171913"/>
                  </a:lnTo>
                  <a:lnTo>
                    <a:pt x="2628857" y="178167"/>
                  </a:lnTo>
                  <a:lnTo>
                    <a:pt x="2667772" y="182391"/>
                  </a:lnTo>
                  <a:lnTo>
                    <a:pt x="2716181" y="187089"/>
                  </a:lnTo>
                  <a:lnTo>
                    <a:pt x="2766334" y="191293"/>
                  </a:lnTo>
                  <a:lnTo>
                    <a:pt x="2819087" y="195034"/>
                  </a:lnTo>
                  <a:lnTo>
                    <a:pt x="2875392" y="198355"/>
                  </a:lnTo>
                  <a:lnTo>
                    <a:pt x="2936209" y="201308"/>
                  </a:lnTo>
                  <a:lnTo>
                    <a:pt x="3002416" y="203939"/>
                  </a:lnTo>
                  <a:lnTo>
                    <a:pt x="3074686" y="206290"/>
                  </a:lnTo>
                  <a:lnTo>
                    <a:pt x="3153328" y="208393"/>
                  </a:lnTo>
                  <a:lnTo>
                    <a:pt x="3238075" y="210270"/>
                  </a:lnTo>
                  <a:lnTo>
                    <a:pt x="3327846" y="211933"/>
                  </a:lnTo>
                  <a:lnTo>
                    <a:pt x="3420527" y="213385"/>
                  </a:lnTo>
                  <a:lnTo>
                    <a:pt x="3512882" y="214623"/>
                  </a:lnTo>
                  <a:lnTo>
                    <a:pt x="3600712" y="215642"/>
                  </a:lnTo>
                  <a:lnTo>
                    <a:pt x="3679372" y="216440"/>
                  </a:lnTo>
                  <a:lnTo>
                    <a:pt x="3744610" y="217024"/>
                  </a:lnTo>
                  <a:lnTo>
                    <a:pt x="3793553" y="217413"/>
                  </a:lnTo>
                  <a:lnTo>
                    <a:pt x="3825483" y="217640"/>
                  </a:lnTo>
                  <a:lnTo>
                    <a:pt x="3842164" y="217747"/>
                  </a:lnTo>
                  <a:lnTo>
                    <a:pt x="3847695" y="217779"/>
                  </a:lnTo>
                  <a:lnTo>
                    <a:pt x="3848118" y="217781"/>
                  </a:lnTo>
                  <a:lnTo>
                    <a:pt x="4386855" y="217781"/>
                  </a:lnTo>
                  <a:lnTo>
                    <a:pt x="4388148" y="217805"/>
                  </a:lnTo>
                  <a:lnTo>
                    <a:pt x="4396582" y="217979"/>
                  </a:lnTo>
                  <a:lnTo>
                    <a:pt x="4417612" y="218459"/>
                  </a:lnTo>
                  <a:lnTo>
                    <a:pt x="4454623" y="219401"/>
                  </a:lnTo>
                  <a:lnTo>
                    <a:pt x="4508604" y="220940"/>
                  </a:lnTo>
                  <a:lnTo>
                    <a:pt x="4578129" y="223176"/>
                  </a:lnTo>
                  <a:lnTo>
                    <a:pt x="4659832" y="226161"/>
                  </a:lnTo>
                  <a:lnTo>
                    <a:pt x="4749274" y="229907"/>
                  </a:lnTo>
                  <a:lnTo>
                    <a:pt x="4841900" y="234404"/>
                  </a:lnTo>
                  <a:lnTo>
                    <a:pt x="4933787" y="239632"/>
                  </a:lnTo>
                  <a:lnTo>
                    <a:pt x="5022048" y="245586"/>
                  </a:lnTo>
                  <a:lnTo>
                    <a:pt x="5104900" y="252286"/>
                  </a:lnTo>
                  <a:lnTo>
                    <a:pt x="5181527" y="259784"/>
                  </a:lnTo>
                  <a:lnTo>
                    <a:pt x="5251853" y="268165"/>
                  </a:lnTo>
                  <a:lnTo>
                    <a:pt x="5316306" y="277548"/>
                  </a:lnTo>
                  <a:lnTo>
                    <a:pt x="5375626" y="288081"/>
                  </a:lnTo>
                  <a:lnTo>
                    <a:pt x="5430716" y="299932"/>
                  </a:lnTo>
                  <a:lnTo>
                    <a:pt x="5482537" y="313273"/>
                  </a:lnTo>
                  <a:lnTo>
                    <a:pt x="5532016" y="328248"/>
                  </a:lnTo>
                  <a:lnTo>
                    <a:pt x="5567201" y="340283"/>
                  </a:lnTo>
                  <a:lnTo>
                    <a:pt x="5616986" y="359231"/>
                  </a:lnTo>
                  <a:lnTo>
                    <a:pt x="5666288" y="380126"/>
                  </a:lnTo>
                  <a:lnTo>
                    <a:pt x="5715621" y="402996"/>
                  </a:lnTo>
                  <a:lnTo>
                    <a:pt x="5765335" y="427801"/>
                  </a:lnTo>
                  <a:lnTo>
                    <a:pt x="5815634" y="454425"/>
                  </a:lnTo>
                  <a:lnTo>
                    <a:pt x="5866597" y="482671"/>
                  </a:lnTo>
                  <a:lnTo>
                    <a:pt x="5918194" y="512264"/>
                  </a:lnTo>
                  <a:lnTo>
                    <a:pt x="5970300" y="542857"/>
                  </a:lnTo>
                  <a:lnTo>
                    <a:pt x="6022725" y="574047"/>
                  </a:lnTo>
                  <a:lnTo>
                    <a:pt x="6075237" y="605397"/>
                  </a:lnTo>
                  <a:lnTo>
                    <a:pt x="6127594" y="636462"/>
                  </a:lnTo>
                  <a:lnTo>
                    <a:pt x="6179573" y="666810"/>
                  </a:lnTo>
                  <a:lnTo>
                    <a:pt x="6230998" y="696054"/>
                  </a:lnTo>
                  <a:lnTo>
                    <a:pt x="6281773" y="723865"/>
                  </a:lnTo>
                  <a:lnTo>
                    <a:pt x="6331893" y="749990"/>
                  </a:lnTo>
                  <a:lnTo>
                    <a:pt x="6381472" y="774256"/>
                  </a:lnTo>
                  <a:lnTo>
                    <a:pt x="6430754" y="796567"/>
                  </a:lnTo>
                  <a:lnTo>
                    <a:pt x="6480133" y="816905"/>
                  </a:lnTo>
                  <a:lnTo>
                    <a:pt x="6515891" y="830291"/>
                  </a:lnTo>
                  <a:lnTo>
                    <a:pt x="6564179" y="846513"/>
                  </a:lnTo>
                  <a:lnTo>
                    <a:pt x="6614202" y="861038"/>
                  </a:lnTo>
                  <a:lnTo>
                    <a:pt x="6666806" y="873963"/>
                  </a:lnTo>
                  <a:lnTo>
                    <a:pt x="6722939" y="885443"/>
                  </a:lnTo>
                  <a:lnTo>
                    <a:pt x="6783552" y="895652"/>
                  </a:lnTo>
                  <a:lnTo>
                    <a:pt x="6849519" y="904752"/>
                  </a:lnTo>
                  <a:lnTo>
                    <a:pt x="6921512" y="912886"/>
                  </a:lnTo>
                  <a:lnTo>
                    <a:pt x="6999844" y="920162"/>
                  </a:lnTo>
                  <a:lnTo>
                    <a:pt x="7084265" y="926659"/>
                  </a:lnTo>
                  <a:lnTo>
                    <a:pt x="7173719" y="932417"/>
                  </a:lnTo>
                  <a:lnTo>
                    <a:pt x="7266135" y="937450"/>
                  </a:lnTo>
                  <a:lnTo>
                    <a:pt x="7358327" y="941747"/>
                  </a:lnTo>
                  <a:lnTo>
                    <a:pt x="7446150" y="945289"/>
                  </a:lnTo>
                  <a:lnTo>
                    <a:pt x="7524993" y="948070"/>
                  </a:lnTo>
                  <a:lnTo>
                    <a:pt x="7590608" y="950112"/>
                  </a:lnTo>
                  <a:lnTo>
                    <a:pt x="7640077" y="951479"/>
                  </a:lnTo>
                  <a:lnTo>
                    <a:pt x="7672596" y="952283"/>
                  </a:lnTo>
                  <a:lnTo>
                    <a:pt x="7689820" y="952665"/>
                  </a:lnTo>
                  <a:lnTo>
                    <a:pt x="7695723" y="952784"/>
                  </a:lnTo>
                  <a:lnTo>
                    <a:pt x="7696237" y="952793"/>
                  </a:lnTo>
                  <a:lnTo>
                    <a:pt x="8234974" y="952793"/>
                  </a:lnTo>
                  <a:lnTo>
                    <a:pt x="8234974" y="947348"/>
                  </a:lnTo>
                  <a:lnTo>
                    <a:pt x="7696237" y="947348"/>
                  </a:lnTo>
                  <a:lnTo>
                    <a:pt x="7694945" y="947324"/>
                  </a:lnTo>
                  <a:lnTo>
                    <a:pt x="7686511" y="947150"/>
                  </a:lnTo>
                  <a:lnTo>
                    <a:pt x="7665481" y="946670"/>
                  </a:lnTo>
                  <a:lnTo>
                    <a:pt x="7628470" y="945728"/>
                  </a:lnTo>
                  <a:lnTo>
                    <a:pt x="7574488" y="944189"/>
                  </a:lnTo>
                  <a:lnTo>
                    <a:pt x="7504963" y="941953"/>
                  </a:lnTo>
                  <a:lnTo>
                    <a:pt x="7423260" y="938969"/>
                  </a:lnTo>
                  <a:lnTo>
                    <a:pt x="7333818" y="935222"/>
                  </a:lnTo>
                  <a:lnTo>
                    <a:pt x="7241193" y="930726"/>
                  </a:lnTo>
                  <a:lnTo>
                    <a:pt x="7149305" y="925498"/>
                  </a:lnTo>
                  <a:lnTo>
                    <a:pt x="7061044" y="919544"/>
                  </a:lnTo>
                  <a:lnTo>
                    <a:pt x="6978193" y="912843"/>
                  </a:lnTo>
                  <a:lnTo>
                    <a:pt x="6901565" y="905346"/>
                  </a:lnTo>
                  <a:lnTo>
                    <a:pt x="6831239" y="896965"/>
                  </a:lnTo>
                  <a:lnTo>
                    <a:pt x="6766786" y="887581"/>
                  </a:lnTo>
                  <a:lnTo>
                    <a:pt x="6707467" y="877048"/>
                  </a:lnTo>
                  <a:lnTo>
                    <a:pt x="6652376" y="865197"/>
                  </a:lnTo>
                  <a:lnTo>
                    <a:pt x="6600556" y="851856"/>
                  </a:lnTo>
                  <a:lnTo>
                    <a:pt x="6551076" y="836881"/>
                  </a:lnTo>
                  <a:lnTo>
                    <a:pt x="6515891" y="824846"/>
                  </a:lnTo>
                  <a:lnTo>
                    <a:pt x="6466107" y="805898"/>
                  </a:lnTo>
                  <a:lnTo>
                    <a:pt x="6416805" y="785003"/>
                  </a:lnTo>
                  <a:lnTo>
                    <a:pt x="6367471" y="762133"/>
                  </a:lnTo>
                  <a:lnTo>
                    <a:pt x="6317758" y="737328"/>
                  </a:lnTo>
                  <a:lnTo>
                    <a:pt x="6267458" y="710704"/>
                  </a:lnTo>
                  <a:lnTo>
                    <a:pt x="6216495" y="682458"/>
                  </a:lnTo>
                  <a:lnTo>
                    <a:pt x="6164899" y="652865"/>
                  </a:lnTo>
                  <a:lnTo>
                    <a:pt x="6112793" y="622272"/>
                  </a:lnTo>
                  <a:lnTo>
                    <a:pt x="6060368" y="591082"/>
                  </a:lnTo>
                  <a:lnTo>
                    <a:pt x="6007855" y="559732"/>
                  </a:lnTo>
                  <a:lnTo>
                    <a:pt x="5955498" y="528668"/>
                  </a:lnTo>
                  <a:lnTo>
                    <a:pt x="5903520" y="498320"/>
                  </a:lnTo>
                  <a:lnTo>
                    <a:pt x="5852094" y="469076"/>
                  </a:lnTo>
                  <a:lnTo>
                    <a:pt x="5801320" y="441264"/>
                  </a:lnTo>
                  <a:lnTo>
                    <a:pt x="5751200" y="415139"/>
                  </a:lnTo>
                  <a:lnTo>
                    <a:pt x="5701620" y="390874"/>
                  </a:lnTo>
                  <a:lnTo>
                    <a:pt x="5652338" y="368562"/>
                  </a:lnTo>
                  <a:lnTo>
                    <a:pt x="5602960" y="348224"/>
                  </a:lnTo>
                  <a:lnTo>
                    <a:pt x="5567201" y="334838"/>
                  </a:lnTo>
                  <a:lnTo>
                    <a:pt x="5518913" y="318617"/>
                  </a:lnTo>
                  <a:lnTo>
                    <a:pt x="5468891" y="304091"/>
                  </a:lnTo>
                  <a:lnTo>
                    <a:pt x="5416286" y="291167"/>
                  </a:lnTo>
                  <a:lnTo>
                    <a:pt x="5360154" y="279686"/>
                  </a:lnTo>
                  <a:lnTo>
                    <a:pt x="5299540" y="269478"/>
                  </a:lnTo>
                  <a:lnTo>
                    <a:pt x="5233573" y="260377"/>
                  </a:lnTo>
                  <a:lnTo>
                    <a:pt x="5161581" y="252243"/>
                  </a:lnTo>
                  <a:lnTo>
                    <a:pt x="5083248" y="244967"/>
                  </a:lnTo>
                  <a:lnTo>
                    <a:pt x="4998828" y="238471"/>
                  </a:lnTo>
                  <a:lnTo>
                    <a:pt x="4909374" y="232712"/>
                  </a:lnTo>
                  <a:lnTo>
                    <a:pt x="4816958" y="227679"/>
                  </a:lnTo>
                  <a:lnTo>
                    <a:pt x="4724765" y="223383"/>
                  </a:lnTo>
                  <a:lnTo>
                    <a:pt x="4636943" y="219840"/>
                  </a:lnTo>
                  <a:lnTo>
                    <a:pt x="4558100" y="217059"/>
                  </a:lnTo>
                  <a:lnTo>
                    <a:pt x="4492485" y="215018"/>
                  </a:lnTo>
                  <a:lnTo>
                    <a:pt x="4443016" y="213650"/>
                  </a:lnTo>
                  <a:lnTo>
                    <a:pt x="4410496" y="212846"/>
                  </a:lnTo>
                  <a:lnTo>
                    <a:pt x="4393273" y="212464"/>
                  </a:lnTo>
                  <a:lnTo>
                    <a:pt x="4387369" y="212346"/>
                  </a:lnTo>
                  <a:lnTo>
                    <a:pt x="4386855" y="212336"/>
                  </a:lnTo>
                  <a:lnTo>
                    <a:pt x="3848118" y="212336"/>
                  </a:lnTo>
                  <a:lnTo>
                    <a:pt x="3846816" y="212329"/>
                  </a:lnTo>
                  <a:lnTo>
                    <a:pt x="3838323" y="212279"/>
                  </a:lnTo>
                  <a:lnTo>
                    <a:pt x="3817150" y="212139"/>
                  </a:lnTo>
                  <a:lnTo>
                    <a:pt x="3779902" y="211865"/>
                  </a:lnTo>
                  <a:lnTo>
                    <a:pt x="3725604" y="211417"/>
                  </a:lnTo>
                  <a:lnTo>
                    <a:pt x="3655718" y="210767"/>
                  </a:lnTo>
                  <a:lnTo>
                    <a:pt x="3573655" y="209899"/>
                  </a:lnTo>
                  <a:lnTo>
                    <a:pt x="3483895" y="208810"/>
                  </a:lnTo>
                  <a:lnTo>
                    <a:pt x="3391021" y="207503"/>
                  </a:lnTo>
                  <a:lnTo>
                    <a:pt x="3298965" y="205984"/>
                  </a:lnTo>
                  <a:lnTo>
                    <a:pt x="3210610" y="204254"/>
                  </a:lnTo>
                  <a:lnTo>
                    <a:pt x="3127724" y="202308"/>
                  </a:lnTo>
                  <a:lnTo>
                    <a:pt x="3051104" y="200129"/>
                  </a:lnTo>
                  <a:lnTo>
                    <a:pt x="2980809" y="197693"/>
                  </a:lnTo>
                  <a:lnTo>
                    <a:pt x="2916396" y="194964"/>
                  </a:lnTo>
                  <a:lnTo>
                    <a:pt x="2857109" y="191900"/>
                  </a:lnTo>
                  <a:lnTo>
                    <a:pt x="2802034" y="188452"/>
                  </a:lnTo>
                  <a:lnTo>
                    <a:pt x="2750206" y="184569"/>
                  </a:lnTo>
                  <a:lnTo>
                    <a:pt x="2700690" y="180210"/>
                  </a:lnTo>
                  <a:lnTo>
                    <a:pt x="2667772" y="176947"/>
                  </a:lnTo>
                  <a:lnTo>
                    <a:pt x="2615265" y="171155"/>
                  </a:lnTo>
                  <a:lnTo>
                    <a:pt x="2563261" y="164737"/>
                  </a:lnTo>
                  <a:lnTo>
                    <a:pt x="2511171" y="157684"/>
                  </a:lnTo>
                  <a:lnTo>
                    <a:pt x="2458612" y="150013"/>
                  </a:lnTo>
                  <a:lnTo>
                    <a:pt x="2405371" y="141769"/>
                  </a:lnTo>
                  <a:lnTo>
                    <a:pt x="2351391" y="133026"/>
                  </a:lnTo>
                  <a:lnTo>
                    <a:pt x="2296742" y="123884"/>
                  </a:lnTo>
                  <a:lnTo>
                    <a:pt x="2241600" y="114469"/>
                  </a:lnTo>
                  <a:lnTo>
                    <a:pt x="2186214" y="104923"/>
                  </a:lnTo>
                  <a:lnTo>
                    <a:pt x="2130865" y="95397"/>
                  </a:lnTo>
                  <a:lnTo>
                    <a:pt x="2075830" y="86040"/>
                  </a:lnTo>
                  <a:lnTo>
                    <a:pt x="2021342" y="76991"/>
                  </a:lnTo>
                  <a:lnTo>
                    <a:pt x="1967552" y="68369"/>
                  </a:lnTo>
                  <a:lnTo>
                    <a:pt x="1914500" y="60269"/>
                  </a:lnTo>
                  <a:lnTo>
                    <a:pt x="1862090" y="52755"/>
                  </a:lnTo>
                  <a:lnTo>
                    <a:pt x="1810067" y="45867"/>
                  </a:lnTo>
                  <a:lnTo>
                    <a:pt x="1757997" y="39613"/>
                  </a:lnTo>
                  <a:lnTo>
                    <a:pt x="1719082" y="35389"/>
                  </a:lnTo>
                  <a:lnTo>
                    <a:pt x="1670674" y="30692"/>
                  </a:lnTo>
                  <a:lnTo>
                    <a:pt x="1620521" y="26487"/>
                  </a:lnTo>
                  <a:lnTo>
                    <a:pt x="1567768" y="22747"/>
                  </a:lnTo>
                  <a:lnTo>
                    <a:pt x="1511463" y="19426"/>
                  </a:lnTo>
                  <a:lnTo>
                    <a:pt x="1450645" y="16473"/>
                  </a:lnTo>
                  <a:lnTo>
                    <a:pt x="1384438" y="13841"/>
                  </a:lnTo>
                  <a:lnTo>
                    <a:pt x="1312168" y="11490"/>
                  </a:lnTo>
                  <a:lnTo>
                    <a:pt x="1233527" y="9387"/>
                  </a:lnTo>
                  <a:lnTo>
                    <a:pt x="1148780" y="7510"/>
                  </a:lnTo>
                  <a:lnTo>
                    <a:pt x="1059009" y="5848"/>
                  </a:lnTo>
                  <a:lnTo>
                    <a:pt x="966328" y="4396"/>
                  </a:lnTo>
                  <a:lnTo>
                    <a:pt x="873973" y="3157"/>
                  </a:lnTo>
                  <a:lnTo>
                    <a:pt x="786142" y="2138"/>
                  </a:lnTo>
                  <a:lnTo>
                    <a:pt x="707483" y="1340"/>
                  </a:lnTo>
                  <a:lnTo>
                    <a:pt x="642244" y="756"/>
                  </a:lnTo>
                  <a:lnTo>
                    <a:pt x="593301" y="367"/>
                  </a:lnTo>
                  <a:lnTo>
                    <a:pt x="561372" y="140"/>
                  </a:lnTo>
                  <a:lnTo>
                    <a:pt x="544691" y="34"/>
                  </a:lnTo>
                  <a:lnTo>
                    <a:pt x="539159" y="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59" name="pl759"/>
            <p:cNvSpPr/>
            <p:nvPr/>
          </p:nvSpPr>
          <p:spPr>
            <a:xfrm>
              <a:off x="546595" y="679678"/>
              <a:ext cx="8234974" cy="947348"/>
            </a:xfrm>
            <a:custGeom>
              <a:avLst/>
              <a:pathLst>
                <a:path w="8234974" h="947348">
                  <a:moveTo>
                    <a:pt x="0" y="0"/>
                  </a:moveTo>
                  <a:lnTo>
                    <a:pt x="538736" y="0"/>
                  </a:lnTo>
                  <a:lnTo>
                    <a:pt x="540038" y="7"/>
                  </a:lnTo>
                  <a:lnTo>
                    <a:pt x="548532" y="57"/>
                  </a:lnTo>
                  <a:lnTo>
                    <a:pt x="569705" y="197"/>
                  </a:lnTo>
                  <a:lnTo>
                    <a:pt x="606952" y="471"/>
                  </a:lnTo>
                  <a:lnTo>
                    <a:pt x="661250" y="919"/>
                  </a:lnTo>
                  <a:lnTo>
                    <a:pt x="731136" y="1569"/>
                  </a:lnTo>
                  <a:lnTo>
                    <a:pt x="813200" y="2437"/>
                  </a:lnTo>
                  <a:lnTo>
                    <a:pt x="902959" y="3526"/>
                  </a:lnTo>
                  <a:lnTo>
                    <a:pt x="995833" y="4833"/>
                  </a:lnTo>
                  <a:lnTo>
                    <a:pt x="1087890" y="6352"/>
                  </a:lnTo>
                  <a:lnTo>
                    <a:pt x="1176245" y="8081"/>
                  </a:lnTo>
                  <a:lnTo>
                    <a:pt x="1259131" y="10028"/>
                  </a:lnTo>
                  <a:lnTo>
                    <a:pt x="1335751" y="12207"/>
                  </a:lnTo>
                  <a:lnTo>
                    <a:pt x="1406045" y="14643"/>
                  </a:lnTo>
                  <a:lnTo>
                    <a:pt x="1470459" y="17371"/>
                  </a:lnTo>
                  <a:lnTo>
                    <a:pt x="1529746" y="20436"/>
                  </a:lnTo>
                  <a:lnTo>
                    <a:pt x="1584820" y="23884"/>
                  </a:lnTo>
                  <a:lnTo>
                    <a:pt x="1636649" y="27767"/>
                  </a:lnTo>
                  <a:lnTo>
                    <a:pt x="1686164" y="32126"/>
                  </a:lnTo>
                  <a:lnTo>
                    <a:pt x="1719082" y="35389"/>
                  </a:lnTo>
                  <a:lnTo>
                    <a:pt x="1771589" y="41181"/>
                  </a:lnTo>
                  <a:lnTo>
                    <a:pt x="1823594" y="47599"/>
                  </a:lnTo>
                  <a:lnTo>
                    <a:pt x="1875683" y="54652"/>
                  </a:lnTo>
                  <a:lnTo>
                    <a:pt x="1928243" y="62323"/>
                  </a:lnTo>
                  <a:lnTo>
                    <a:pt x="1981483" y="70567"/>
                  </a:lnTo>
                  <a:lnTo>
                    <a:pt x="2035464" y="79310"/>
                  </a:lnTo>
                  <a:lnTo>
                    <a:pt x="2090113" y="88452"/>
                  </a:lnTo>
                  <a:lnTo>
                    <a:pt x="2145254" y="97867"/>
                  </a:lnTo>
                  <a:lnTo>
                    <a:pt x="2200641" y="107413"/>
                  </a:lnTo>
                  <a:lnTo>
                    <a:pt x="2255990" y="116939"/>
                  </a:lnTo>
                  <a:lnTo>
                    <a:pt x="2311025" y="126296"/>
                  </a:lnTo>
                  <a:lnTo>
                    <a:pt x="2365513" y="135345"/>
                  </a:lnTo>
                  <a:lnTo>
                    <a:pt x="2419303" y="143967"/>
                  </a:lnTo>
                  <a:lnTo>
                    <a:pt x="2472355" y="152067"/>
                  </a:lnTo>
                  <a:lnTo>
                    <a:pt x="2524765" y="159580"/>
                  </a:lnTo>
                  <a:lnTo>
                    <a:pt x="2576787" y="166469"/>
                  </a:lnTo>
                  <a:lnTo>
                    <a:pt x="2628857" y="172723"/>
                  </a:lnTo>
                  <a:lnTo>
                    <a:pt x="2667772" y="176947"/>
                  </a:lnTo>
                  <a:lnTo>
                    <a:pt x="2716181" y="181644"/>
                  </a:lnTo>
                  <a:lnTo>
                    <a:pt x="2766334" y="185849"/>
                  </a:lnTo>
                  <a:lnTo>
                    <a:pt x="2819087" y="189589"/>
                  </a:lnTo>
                  <a:lnTo>
                    <a:pt x="2875392" y="192910"/>
                  </a:lnTo>
                  <a:lnTo>
                    <a:pt x="2936209" y="195863"/>
                  </a:lnTo>
                  <a:lnTo>
                    <a:pt x="3002416" y="198495"/>
                  </a:lnTo>
                  <a:lnTo>
                    <a:pt x="3074686" y="200846"/>
                  </a:lnTo>
                  <a:lnTo>
                    <a:pt x="3153328" y="202949"/>
                  </a:lnTo>
                  <a:lnTo>
                    <a:pt x="3238075" y="204825"/>
                  </a:lnTo>
                  <a:lnTo>
                    <a:pt x="3327846" y="206488"/>
                  </a:lnTo>
                  <a:lnTo>
                    <a:pt x="3420527" y="207940"/>
                  </a:lnTo>
                  <a:lnTo>
                    <a:pt x="3512882" y="209179"/>
                  </a:lnTo>
                  <a:lnTo>
                    <a:pt x="3600712" y="210198"/>
                  </a:lnTo>
                  <a:lnTo>
                    <a:pt x="3679372" y="210996"/>
                  </a:lnTo>
                  <a:lnTo>
                    <a:pt x="3744610" y="211580"/>
                  </a:lnTo>
                  <a:lnTo>
                    <a:pt x="3793553" y="211969"/>
                  </a:lnTo>
                  <a:lnTo>
                    <a:pt x="3825483" y="212196"/>
                  </a:lnTo>
                  <a:lnTo>
                    <a:pt x="3842164" y="212302"/>
                  </a:lnTo>
                  <a:lnTo>
                    <a:pt x="3847695" y="212334"/>
                  </a:lnTo>
                  <a:lnTo>
                    <a:pt x="3848118" y="212336"/>
                  </a:lnTo>
                  <a:lnTo>
                    <a:pt x="4386855" y="212336"/>
                  </a:lnTo>
                  <a:lnTo>
                    <a:pt x="4388148" y="212361"/>
                  </a:lnTo>
                  <a:lnTo>
                    <a:pt x="4396582" y="212534"/>
                  </a:lnTo>
                  <a:lnTo>
                    <a:pt x="4417612" y="213014"/>
                  </a:lnTo>
                  <a:lnTo>
                    <a:pt x="4454623" y="213956"/>
                  </a:lnTo>
                  <a:lnTo>
                    <a:pt x="4508604" y="215496"/>
                  </a:lnTo>
                  <a:lnTo>
                    <a:pt x="4578129" y="217731"/>
                  </a:lnTo>
                  <a:lnTo>
                    <a:pt x="4659832" y="220716"/>
                  </a:lnTo>
                  <a:lnTo>
                    <a:pt x="4749274" y="224463"/>
                  </a:lnTo>
                  <a:lnTo>
                    <a:pt x="4841900" y="228959"/>
                  </a:lnTo>
                  <a:lnTo>
                    <a:pt x="4933787" y="234187"/>
                  </a:lnTo>
                  <a:lnTo>
                    <a:pt x="5022048" y="240141"/>
                  </a:lnTo>
                  <a:lnTo>
                    <a:pt x="5104900" y="246841"/>
                  </a:lnTo>
                  <a:lnTo>
                    <a:pt x="5181527" y="254339"/>
                  </a:lnTo>
                  <a:lnTo>
                    <a:pt x="5251853" y="262720"/>
                  </a:lnTo>
                  <a:lnTo>
                    <a:pt x="5316306" y="272103"/>
                  </a:lnTo>
                  <a:lnTo>
                    <a:pt x="5375626" y="282637"/>
                  </a:lnTo>
                  <a:lnTo>
                    <a:pt x="5430716" y="294488"/>
                  </a:lnTo>
                  <a:lnTo>
                    <a:pt x="5482537" y="307828"/>
                  </a:lnTo>
                  <a:lnTo>
                    <a:pt x="5532016" y="322804"/>
                  </a:lnTo>
                  <a:lnTo>
                    <a:pt x="5567201" y="334838"/>
                  </a:lnTo>
                  <a:lnTo>
                    <a:pt x="5616986" y="353786"/>
                  </a:lnTo>
                  <a:lnTo>
                    <a:pt x="5666288" y="374681"/>
                  </a:lnTo>
                  <a:lnTo>
                    <a:pt x="5715621" y="397551"/>
                  </a:lnTo>
                  <a:lnTo>
                    <a:pt x="5765335" y="422356"/>
                  </a:lnTo>
                  <a:lnTo>
                    <a:pt x="5815634" y="448981"/>
                  </a:lnTo>
                  <a:lnTo>
                    <a:pt x="5866597" y="477227"/>
                  </a:lnTo>
                  <a:lnTo>
                    <a:pt x="5918194" y="506820"/>
                  </a:lnTo>
                  <a:lnTo>
                    <a:pt x="5970300" y="537413"/>
                  </a:lnTo>
                  <a:lnTo>
                    <a:pt x="6022725" y="568603"/>
                  </a:lnTo>
                  <a:lnTo>
                    <a:pt x="6075237" y="599953"/>
                  </a:lnTo>
                  <a:lnTo>
                    <a:pt x="6127594" y="631017"/>
                  </a:lnTo>
                  <a:lnTo>
                    <a:pt x="6179573" y="661365"/>
                  </a:lnTo>
                  <a:lnTo>
                    <a:pt x="6230998" y="690609"/>
                  </a:lnTo>
                  <a:lnTo>
                    <a:pt x="6281773" y="718421"/>
                  </a:lnTo>
                  <a:lnTo>
                    <a:pt x="6331893" y="744546"/>
                  </a:lnTo>
                  <a:lnTo>
                    <a:pt x="6381472" y="768811"/>
                  </a:lnTo>
                  <a:lnTo>
                    <a:pt x="6430754" y="791123"/>
                  </a:lnTo>
                  <a:lnTo>
                    <a:pt x="6480133" y="811461"/>
                  </a:lnTo>
                  <a:lnTo>
                    <a:pt x="6515891" y="824846"/>
                  </a:lnTo>
                  <a:lnTo>
                    <a:pt x="6564179" y="841068"/>
                  </a:lnTo>
                  <a:lnTo>
                    <a:pt x="6614202" y="855594"/>
                  </a:lnTo>
                  <a:lnTo>
                    <a:pt x="6666806" y="868518"/>
                  </a:lnTo>
                  <a:lnTo>
                    <a:pt x="6722939" y="879998"/>
                  </a:lnTo>
                  <a:lnTo>
                    <a:pt x="6783552" y="890207"/>
                  </a:lnTo>
                  <a:lnTo>
                    <a:pt x="6849519" y="899308"/>
                  </a:lnTo>
                  <a:lnTo>
                    <a:pt x="6921512" y="907441"/>
                  </a:lnTo>
                  <a:lnTo>
                    <a:pt x="6999844" y="914718"/>
                  </a:lnTo>
                  <a:lnTo>
                    <a:pt x="7084265" y="921214"/>
                  </a:lnTo>
                  <a:lnTo>
                    <a:pt x="7173719" y="926973"/>
                  </a:lnTo>
                  <a:lnTo>
                    <a:pt x="7266135" y="932005"/>
                  </a:lnTo>
                  <a:lnTo>
                    <a:pt x="7358327" y="936302"/>
                  </a:lnTo>
                  <a:lnTo>
                    <a:pt x="7446150" y="939845"/>
                  </a:lnTo>
                  <a:lnTo>
                    <a:pt x="7524993" y="942626"/>
                  </a:lnTo>
                  <a:lnTo>
                    <a:pt x="7590608" y="944667"/>
                  </a:lnTo>
                  <a:lnTo>
                    <a:pt x="7640077" y="946035"/>
                  </a:lnTo>
                  <a:lnTo>
                    <a:pt x="7672596" y="946838"/>
                  </a:lnTo>
                  <a:lnTo>
                    <a:pt x="7689820" y="947221"/>
                  </a:lnTo>
                  <a:lnTo>
                    <a:pt x="7695723" y="947339"/>
                  </a:lnTo>
                  <a:lnTo>
                    <a:pt x="7696237" y="947348"/>
                  </a:lnTo>
                  <a:lnTo>
                    <a:pt x="8234974" y="9473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0" name="pl760"/>
            <p:cNvSpPr/>
            <p:nvPr/>
          </p:nvSpPr>
          <p:spPr>
            <a:xfrm>
              <a:off x="546595" y="674233"/>
              <a:ext cx="8234974" cy="947348"/>
            </a:xfrm>
            <a:custGeom>
              <a:avLst/>
              <a:pathLst>
                <a:path w="8234974" h="947348">
                  <a:moveTo>
                    <a:pt x="8234974" y="947348"/>
                  </a:moveTo>
                  <a:lnTo>
                    <a:pt x="7696237" y="947348"/>
                  </a:lnTo>
                  <a:lnTo>
                    <a:pt x="7694945" y="947324"/>
                  </a:lnTo>
                  <a:lnTo>
                    <a:pt x="7686511" y="947150"/>
                  </a:lnTo>
                  <a:lnTo>
                    <a:pt x="7665481" y="946670"/>
                  </a:lnTo>
                  <a:lnTo>
                    <a:pt x="7628470" y="945728"/>
                  </a:lnTo>
                  <a:lnTo>
                    <a:pt x="7574488" y="944189"/>
                  </a:lnTo>
                  <a:lnTo>
                    <a:pt x="7504963" y="941953"/>
                  </a:lnTo>
                  <a:lnTo>
                    <a:pt x="7423260" y="938969"/>
                  </a:lnTo>
                  <a:lnTo>
                    <a:pt x="7333818" y="935222"/>
                  </a:lnTo>
                  <a:lnTo>
                    <a:pt x="7241193" y="930726"/>
                  </a:lnTo>
                  <a:lnTo>
                    <a:pt x="7149305" y="925498"/>
                  </a:lnTo>
                  <a:lnTo>
                    <a:pt x="7061044" y="919544"/>
                  </a:lnTo>
                  <a:lnTo>
                    <a:pt x="6978193" y="912843"/>
                  </a:lnTo>
                  <a:lnTo>
                    <a:pt x="6901565" y="905346"/>
                  </a:lnTo>
                  <a:lnTo>
                    <a:pt x="6831239" y="896965"/>
                  </a:lnTo>
                  <a:lnTo>
                    <a:pt x="6766786" y="887581"/>
                  </a:lnTo>
                  <a:lnTo>
                    <a:pt x="6707467" y="877048"/>
                  </a:lnTo>
                  <a:lnTo>
                    <a:pt x="6652376" y="865197"/>
                  </a:lnTo>
                  <a:lnTo>
                    <a:pt x="6600556" y="851856"/>
                  </a:lnTo>
                  <a:lnTo>
                    <a:pt x="6551076" y="836881"/>
                  </a:lnTo>
                  <a:lnTo>
                    <a:pt x="6515891" y="824846"/>
                  </a:lnTo>
                  <a:lnTo>
                    <a:pt x="6466107" y="805898"/>
                  </a:lnTo>
                  <a:lnTo>
                    <a:pt x="6416805" y="785003"/>
                  </a:lnTo>
                  <a:lnTo>
                    <a:pt x="6367471" y="762133"/>
                  </a:lnTo>
                  <a:lnTo>
                    <a:pt x="6317758" y="737328"/>
                  </a:lnTo>
                  <a:lnTo>
                    <a:pt x="6267458" y="710704"/>
                  </a:lnTo>
                  <a:lnTo>
                    <a:pt x="6216495" y="682458"/>
                  </a:lnTo>
                  <a:lnTo>
                    <a:pt x="6164899" y="652865"/>
                  </a:lnTo>
                  <a:lnTo>
                    <a:pt x="6112793" y="622272"/>
                  </a:lnTo>
                  <a:lnTo>
                    <a:pt x="6060368" y="591082"/>
                  </a:lnTo>
                  <a:lnTo>
                    <a:pt x="6007855" y="559732"/>
                  </a:lnTo>
                  <a:lnTo>
                    <a:pt x="5955498" y="528668"/>
                  </a:lnTo>
                  <a:lnTo>
                    <a:pt x="5903520" y="498320"/>
                  </a:lnTo>
                  <a:lnTo>
                    <a:pt x="5852094" y="469076"/>
                  </a:lnTo>
                  <a:lnTo>
                    <a:pt x="5801320" y="441264"/>
                  </a:lnTo>
                  <a:lnTo>
                    <a:pt x="5751200" y="415139"/>
                  </a:lnTo>
                  <a:lnTo>
                    <a:pt x="5701620" y="390874"/>
                  </a:lnTo>
                  <a:lnTo>
                    <a:pt x="5652338" y="368562"/>
                  </a:lnTo>
                  <a:lnTo>
                    <a:pt x="5602960" y="348224"/>
                  </a:lnTo>
                  <a:lnTo>
                    <a:pt x="5567201" y="334838"/>
                  </a:lnTo>
                  <a:lnTo>
                    <a:pt x="5518913" y="318617"/>
                  </a:lnTo>
                  <a:lnTo>
                    <a:pt x="5468891" y="304091"/>
                  </a:lnTo>
                  <a:lnTo>
                    <a:pt x="5416286" y="291167"/>
                  </a:lnTo>
                  <a:lnTo>
                    <a:pt x="5360154" y="279686"/>
                  </a:lnTo>
                  <a:lnTo>
                    <a:pt x="5299540" y="269478"/>
                  </a:lnTo>
                  <a:lnTo>
                    <a:pt x="5233573" y="260377"/>
                  </a:lnTo>
                  <a:lnTo>
                    <a:pt x="5161581" y="252243"/>
                  </a:lnTo>
                  <a:lnTo>
                    <a:pt x="5083248" y="244967"/>
                  </a:lnTo>
                  <a:lnTo>
                    <a:pt x="4998828" y="238471"/>
                  </a:lnTo>
                  <a:lnTo>
                    <a:pt x="4909374" y="232712"/>
                  </a:lnTo>
                  <a:lnTo>
                    <a:pt x="4816958" y="227679"/>
                  </a:lnTo>
                  <a:lnTo>
                    <a:pt x="4724765" y="223383"/>
                  </a:lnTo>
                  <a:lnTo>
                    <a:pt x="4636943" y="219840"/>
                  </a:lnTo>
                  <a:lnTo>
                    <a:pt x="4558100" y="217059"/>
                  </a:lnTo>
                  <a:lnTo>
                    <a:pt x="4492485" y="215018"/>
                  </a:lnTo>
                  <a:lnTo>
                    <a:pt x="4443016" y="213650"/>
                  </a:lnTo>
                  <a:lnTo>
                    <a:pt x="4410496" y="212846"/>
                  </a:lnTo>
                  <a:lnTo>
                    <a:pt x="4393273" y="212464"/>
                  </a:lnTo>
                  <a:lnTo>
                    <a:pt x="4387369" y="212346"/>
                  </a:lnTo>
                  <a:lnTo>
                    <a:pt x="4386855" y="212336"/>
                  </a:lnTo>
                  <a:lnTo>
                    <a:pt x="3848118" y="212336"/>
                  </a:lnTo>
                  <a:lnTo>
                    <a:pt x="3846816" y="212329"/>
                  </a:lnTo>
                  <a:lnTo>
                    <a:pt x="3838323" y="212279"/>
                  </a:lnTo>
                  <a:lnTo>
                    <a:pt x="3817150" y="212139"/>
                  </a:lnTo>
                  <a:lnTo>
                    <a:pt x="3779902" y="211865"/>
                  </a:lnTo>
                  <a:lnTo>
                    <a:pt x="3725604" y="211417"/>
                  </a:lnTo>
                  <a:lnTo>
                    <a:pt x="3655718" y="210767"/>
                  </a:lnTo>
                  <a:lnTo>
                    <a:pt x="3573655" y="209899"/>
                  </a:lnTo>
                  <a:lnTo>
                    <a:pt x="3483895" y="208810"/>
                  </a:lnTo>
                  <a:lnTo>
                    <a:pt x="3391021" y="207503"/>
                  </a:lnTo>
                  <a:lnTo>
                    <a:pt x="3298965" y="205984"/>
                  </a:lnTo>
                  <a:lnTo>
                    <a:pt x="3210610" y="204254"/>
                  </a:lnTo>
                  <a:lnTo>
                    <a:pt x="3127724" y="202308"/>
                  </a:lnTo>
                  <a:lnTo>
                    <a:pt x="3051104" y="200129"/>
                  </a:lnTo>
                  <a:lnTo>
                    <a:pt x="2980809" y="197693"/>
                  </a:lnTo>
                  <a:lnTo>
                    <a:pt x="2916396" y="194964"/>
                  </a:lnTo>
                  <a:lnTo>
                    <a:pt x="2857109" y="191900"/>
                  </a:lnTo>
                  <a:lnTo>
                    <a:pt x="2802034" y="188452"/>
                  </a:lnTo>
                  <a:lnTo>
                    <a:pt x="2750206" y="184569"/>
                  </a:lnTo>
                  <a:lnTo>
                    <a:pt x="2700690" y="180210"/>
                  </a:lnTo>
                  <a:lnTo>
                    <a:pt x="2667772" y="176947"/>
                  </a:lnTo>
                  <a:lnTo>
                    <a:pt x="2615265" y="171155"/>
                  </a:lnTo>
                  <a:lnTo>
                    <a:pt x="2563261" y="164737"/>
                  </a:lnTo>
                  <a:lnTo>
                    <a:pt x="2511171" y="157684"/>
                  </a:lnTo>
                  <a:lnTo>
                    <a:pt x="2458612" y="150013"/>
                  </a:lnTo>
                  <a:lnTo>
                    <a:pt x="2405371" y="141769"/>
                  </a:lnTo>
                  <a:lnTo>
                    <a:pt x="2351391" y="133026"/>
                  </a:lnTo>
                  <a:lnTo>
                    <a:pt x="2296742" y="123884"/>
                  </a:lnTo>
                  <a:lnTo>
                    <a:pt x="2241600" y="114469"/>
                  </a:lnTo>
                  <a:lnTo>
                    <a:pt x="2186214" y="104923"/>
                  </a:lnTo>
                  <a:lnTo>
                    <a:pt x="2130865" y="95397"/>
                  </a:lnTo>
                  <a:lnTo>
                    <a:pt x="2075830" y="86040"/>
                  </a:lnTo>
                  <a:lnTo>
                    <a:pt x="2021342" y="76991"/>
                  </a:lnTo>
                  <a:lnTo>
                    <a:pt x="1967552" y="68369"/>
                  </a:lnTo>
                  <a:lnTo>
                    <a:pt x="1914500" y="60269"/>
                  </a:lnTo>
                  <a:lnTo>
                    <a:pt x="1862090" y="52755"/>
                  </a:lnTo>
                  <a:lnTo>
                    <a:pt x="1810067" y="45867"/>
                  </a:lnTo>
                  <a:lnTo>
                    <a:pt x="1757997" y="39613"/>
                  </a:lnTo>
                  <a:lnTo>
                    <a:pt x="1719082" y="35389"/>
                  </a:lnTo>
                  <a:lnTo>
                    <a:pt x="1670674" y="30692"/>
                  </a:lnTo>
                  <a:lnTo>
                    <a:pt x="1620521" y="26487"/>
                  </a:lnTo>
                  <a:lnTo>
                    <a:pt x="1567768" y="22747"/>
                  </a:lnTo>
                  <a:lnTo>
                    <a:pt x="1511463" y="19426"/>
                  </a:lnTo>
                  <a:lnTo>
                    <a:pt x="1450645" y="16473"/>
                  </a:lnTo>
                  <a:lnTo>
                    <a:pt x="1384438" y="13841"/>
                  </a:lnTo>
                  <a:lnTo>
                    <a:pt x="1312168" y="11490"/>
                  </a:lnTo>
                  <a:lnTo>
                    <a:pt x="1233527" y="9387"/>
                  </a:lnTo>
                  <a:lnTo>
                    <a:pt x="1148780" y="7510"/>
                  </a:lnTo>
                  <a:lnTo>
                    <a:pt x="1059009" y="5848"/>
                  </a:lnTo>
                  <a:lnTo>
                    <a:pt x="966328" y="4396"/>
                  </a:lnTo>
                  <a:lnTo>
                    <a:pt x="873973" y="3157"/>
                  </a:lnTo>
                  <a:lnTo>
                    <a:pt x="786142" y="2138"/>
                  </a:lnTo>
                  <a:lnTo>
                    <a:pt x="707483" y="1340"/>
                  </a:lnTo>
                  <a:lnTo>
                    <a:pt x="642244" y="756"/>
                  </a:lnTo>
                  <a:lnTo>
                    <a:pt x="593301" y="367"/>
                  </a:lnTo>
                  <a:lnTo>
                    <a:pt x="561372" y="140"/>
                  </a:lnTo>
                  <a:lnTo>
                    <a:pt x="544691" y="34"/>
                  </a:lnTo>
                  <a:lnTo>
                    <a:pt x="539159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1" name="pg761"/>
            <p:cNvSpPr/>
            <p:nvPr/>
          </p:nvSpPr>
          <p:spPr>
            <a:xfrm>
              <a:off x="546595" y="679678"/>
              <a:ext cx="8234974" cy="1802140"/>
            </a:xfrm>
            <a:custGeom>
              <a:avLst/>
              <a:pathLst>
                <a:path w="8234974" h="1802140">
                  <a:moveTo>
                    <a:pt x="0" y="5444"/>
                  </a:moveTo>
                  <a:lnTo>
                    <a:pt x="538736" y="5444"/>
                  </a:lnTo>
                  <a:lnTo>
                    <a:pt x="540037" y="5454"/>
                  </a:lnTo>
                  <a:lnTo>
                    <a:pt x="548526" y="5522"/>
                  </a:lnTo>
                  <a:lnTo>
                    <a:pt x="569688" y="5712"/>
                  </a:lnTo>
                  <a:lnTo>
                    <a:pt x="606917" y="6084"/>
                  </a:lnTo>
                  <a:lnTo>
                    <a:pt x="661191" y="6693"/>
                  </a:lnTo>
                  <a:lnTo>
                    <a:pt x="731049" y="7576"/>
                  </a:lnTo>
                  <a:lnTo>
                    <a:pt x="813084" y="8755"/>
                  </a:lnTo>
                  <a:lnTo>
                    <a:pt x="902819" y="10234"/>
                  </a:lnTo>
                  <a:lnTo>
                    <a:pt x="995674" y="12009"/>
                  </a:lnTo>
                  <a:lnTo>
                    <a:pt x="1087717" y="14072"/>
                  </a:lnTo>
                  <a:lnTo>
                    <a:pt x="1176065" y="16422"/>
                  </a:lnTo>
                  <a:lnTo>
                    <a:pt x="1258949" y="19066"/>
                  </a:lnTo>
                  <a:lnTo>
                    <a:pt x="1335569" y="22026"/>
                  </a:lnTo>
                  <a:lnTo>
                    <a:pt x="1405866" y="25335"/>
                  </a:lnTo>
                  <a:lnTo>
                    <a:pt x="1470283" y="29041"/>
                  </a:lnTo>
                  <a:lnTo>
                    <a:pt x="1529572" y="33203"/>
                  </a:lnTo>
                  <a:lnTo>
                    <a:pt x="1584648" y="37887"/>
                  </a:lnTo>
                  <a:lnTo>
                    <a:pt x="1636476" y="43160"/>
                  </a:lnTo>
                  <a:lnTo>
                    <a:pt x="1685988" y="49081"/>
                  </a:lnTo>
                  <a:lnTo>
                    <a:pt x="1719082" y="53537"/>
                  </a:lnTo>
                  <a:lnTo>
                    <a:pt x="1771352" y="61370"/>
                  </a:lnTo>
                  <a:lnTo>
                    <a:pt x="1823120" y="70047"/>
                  </a:lnTo>
                  <a:lnTo>
                    <a:pt x="1874968" y="79579"/>
                  </a:lnTo>
                  <a:lnTo>
                    <a:pt x="1927279" y="89943"/>
                  </a:lnTo>
                  <a:lnTo>
                    <a:pt x="1980261" y="101080"/>
                  </a:lnTo>
                  <a:lnTo>
                    <a:pt x="2033978" y="112892"/>
                  </a:lnTo>
                  <a:lnTo>
                    <a:pt x="2088360" y="125245"/>
                  </a:lnTo>
                  <a:lnTo>
                    <a:pt x="2143237" y="137972"/>
                  </a:lnTo>
                  <a:lnTo>
                    <a:pt x="2198367" y="150883"/>
                  </a:lnTo>
                  <a:lnTo>
                    <a:pt x="2253472" y="163775"/>
                  </a:lnTo>
                  <a:lnTo>
                    <a:pt x="2308277" y="176448"/>
                  </a:lnTo>
                  <a:lnTo>
                    <a:pt x="2362550" y="188716"/>
                  </a:lnTo>
                  <a:lnTo>
                    <a:pt x="2416136" y="200416"/>
                  </a:lnTo>
                  <a:lnTo>
                    <a:pt x="2468990" y="211421"/>
                  </a:lnTo>
                  <a:lnTo>
                    <a:pt x="2521197" y="221639"/>
                  </a:lnTo>
                  <a:lnTo>
                    <a:pt x="2572998" y="231018"/>
                  </a:lnTo>
                  <a:lnTo>
                    <a:pt x="2624807" y="239542"/>
                  </a:lnTo>
                  <a:lnTo>
                    <a:pt x="2667772" y="245911"/>
                  </a:lnTo>
                  <a:lnTo>
                    <a:pt x="2716172" y="252293"/>
                  </a:lnTo>
                  <a:lnTo>
                    <a:pt x="2766315" y="258006"/>
                  </a:lnTo>
                  <a:lnTo>
                    <a:pt x="2819056" y="263089"/>
                  </a:lnTo>
                  <a:lnTo>
                    <a:pt x="2875348" y="267602"/>
                  </a:lnTo>
                  <a:lnTo>
                    <a:pt x="2936149" y="271614"/>
                  </a:lnTo>
                  <a:lnTo>
                    <a:pt x="3002337" y="275190"/>
                  </a:lnTo>
                  <a:lnTo>
                    <a:pt x="3074586" y="278385"/>
                  </a:lnTo>
                  <a:lnTo>
                    <a:pt x="3153204" y="281243"/>
                  </a:lnTo>
                  <a:lnTo>
                    <a:pt x="3237925" y="283793"/>
                  </a:lnTo>
                  <a:lnTo>
                    <a:pt x="3327672" y="286053"/>
                  </a:lnTo>
                  <a:lnTo>
                    <a:pt x="3420332" y="288026"/>
                  </a:lnTo>
                  <a:lnTo>
                    <a:pt x="3512675" y="289709"/>
                  </a:lnTo>
                  <a:lnTo>
                    <a:pt x="3600505" y="291095"/>
                  </a:lnTo>
                  <a:lnTo>
                    <a:pt x="3679178" y="292180"/>
                  </a:lnTo>
                  <a:lnTo>
                    <a:pt x="3744447" y="292974"/>
                  </a:lnTo>
                  <a:lnTo>
                    <a:pt x="3793431" y="293504"/>
                  </a:lnTo>
                  <a:lnTo>
                    <a:pt x="3825406" y="293813"/>
                  </a:lnTo>
                  <a:lnTo>
                    <a:pt x="3842129" y="293958"/>
                  </a:lnTo>
                  <a:lnTo>
                    <a:pt x="3847688" y="294001"/>
                  </a:lnTo>
                  <a:lnTo>
                    <a:pt x="3848118" y="294004"/>
                  </a:lnTo>
                  <a:lnTo>
                    <a:pt x="4386855" y="294004"/>
                  </a:lnTo>
                  <a:lnTo>
                    <a:pt x="4388116" y="294053"/>
                  </a:lnTo>
                  <a:lnTo>
                    <a:pt x="4396349" y="294400"/>
                  </a:lnTo>
                  <a:lnTo>
                    <a:pt x="4416897" y="295361"/>
                  </a:lnTo>
                  <a:lnTo>
                    <a:pt x="4453107" y="297245"/>
                  </a:lnTo>
                  <a:lnTo>
                    <a:pt x="4506015" y="300328"/>
                  </a:lnTo>
                  <a:lnTo>
                    <a:pt x="4574311" y="304808"/>
                  </a:lnTo>
                  <a:lnTo>
                    <a:pt x="4654784" y="310796"/>
                  </a:lnTo>
                  <a:lnTo>
                    <a:pt x="4743134" y="318323"/>
                  </a:lnTo>
                  <a:lnTo>
                    <a:pt x="4834902" y="327364"/>
                  </a:lnTo>
                  <a:lnTo>
                    <a:pt x="4926199" y="337883"/>
                  </a:lnTo>
                  <a:lnTo>
                    <a:pt x="5014125" y="349868"/>
                  </a:lnTo>
                  <a:lnTo>
                    <a:pt x="5096849" y="363351"/>
                  </a:lnTo>
                  <a:lnTo>
                    <a:pt x="5173495" y="378429"/>
                  </a:lnTo>
                  <a:lnTo>
                    <a:pt x="5243924" y="395267"/>
                  </a:lnTo>
                  <a:lnTo>
                    <a:pt x="5308510" y="414096"/>
                  </a:lnTo>
                  <a:lnTo>
                    <a:pt x="5367944" y="435205"/>
                  </a:lnTo>
                  <a:lnTo>
                    <a:pt x="5423096" y="458927"/>
                  </a:lnTo>
                  <a:lnTo>
                    <a:pt x="5474898" y="485605"/>
                  </a:lnTo>
                  <a:lnTo>
                    <a:pt x="5524265" y="515545"/>
                  </a:lnTo>
                  <a:lnTo>
                    <a:pt x="5567201" y="545360"/>
                  </a:lnTo>
                  <a:lnTo>
                    <a:pt x="5610994" y="579320"/>
                  </a:lnTo>
                  <a:lnTo>
                    <a:pt x="5654358" y="616355"/>
                  </a:lnTo>
                  <a:lnTo>
                    <a:pt x="5697666" y="656520"/>
                  </a:lnTo>
                  <a:lnTo>
                    <a:pt x="5741186" y="699791"/>
                  </a:lnTo>
                  <a:lnTo>
                    <a:pt x="5785095" y="746053"/>
                  </a:lnTo>
                  <a:lnTo>
                    <a:pt x="5829494" y="795092"/>
                  </a:lnTo>
                  <a:lnTo>
                    <a:pt x="5874409" y="846597"/>
                  </a:lnTo>
                  <a:lnTo>
                    <a:pt x="5919803" y="900162"/>
                  </a:lnTo>
                  <a:lnTo>
                    <a:pt x="5965589" y="955294"/>
                  </a:lnTo>
                  <a:lnTo>
                    <a:pt x="6011636" y="1011434"/>
                  </a:lnTo>
                  <a:lnTo>
                    <a:pt x="6057791" y="1067978"/>
                  </a:lnTo>
                  <a:lnTo>
                    <a:pt x="6103887" y="1124302"/>
                  </a:lnTo>
                  <a:lnTo>
                    <a:pt x="6149765" y="1179794"/>
                  </a:lnTo>
                  <a:lnTo>
                    <a:pt x="6195286" y="1233878"/>
                  </a:lnTo>
                  <a:lnTo>
                    <a:pt x="6240349" y="1286039"/>
                  </a:lnTo>
                  <a:lnTo>
                    <a:pt x="6284901" y="1335846"/>
                  </a:lnTo>
                  <a:lnTo>
                    <a:pt x="6328949" y="1382956"/>
                  </a:lnTo>
                  <a:lnTo>
                    <a:pt x="6372569" y="1427129"/>
                  </a:lnTo>
                  <a:lnTo>
                    <a:pt x="6415916" y="1468221"/>
                  </a:lnTo>
                  <a:lnTo>
                    <a:pt x="6459230" y="1506181"/>
                  </a:lnTo>
                  <a:lnTo>
                    <a:pt x="6502850" y="1541041"/>
                  </a:lnTo>
                  <a:lnTo>
                    <a:pt x="6515891" y="1550784"/>
                  </a:lnTo>
                  <a:lnTo>
                    <a:pt x="6563769" y="1583805"/>
                  </a:lnTo>
                  <a:lnTo>
                    <a:pt x="6613345" y="1613401"/>
                  </a:lnTo>
                  <a:lnTo>
                    <a:pt x="6665446" y="1639764"/>
                  </a:lnTo>
                  <a:lnTo>
                    <a:pt x="6720991" y="1663203"/>
                  </a:lnTo>
                  <a:lnTo>
                    <a:pt x="6780912" y="1684065"/>
                  </a:lnTo>
                  <a:lnTo>
                    <a:pt x="6846065" y="1702679"/>
                  </a:lnTo>
                  <a:lnTo>
                    <a:pt x="6917118" y="1719329"/>
                  </a:lnTo>
                  <a:lnTo>
                    <a:pt x="6994400" y="1734238"/>
                  </a:lnTo>
                  <a:lnTo>
                    <a:pt x="7077708" y="1747565"/>
                  </a:lnTo>
                  <a:lnTo>
                    <a:pt x="7166078" y="1759400"/>
                  </a:lnTo>
                  <a:lnTo>
                    <a:pt x="7257575" y="1769770"/>
                  </a:lnTo>
                  <a:lnTo>
                    <a:pt x="7349186" y="1778659"/>
                  </a:lnTo>
                  <a:lnTo>
                    <a:pt x="7436942" y="1786029"/>
                  </a:lnTo>
                  <a:lnTo>
                    <a:pt x="7516361" y="1791861"/>
                  </a:lnTo>
                  <a:lnTo>
                    <a:pt x="7583210" y="1796192"/>
                  </a:lnTo>
                  <a:lnTo>
                    <a:pt x="7634439" y="1799142"/>
                  </a:lnTo>
                  <a:lnTo>
                    <a:pt x="7668966" y="1800919"/>
                  </a:lnTo>
                  <a:lnTo>
                    <a:pt x="7688070" y="1801802"/>
                  </a:lnTo>
                  <a:lnTo>
                    <a:pt x="7695318" y="1802105"/>
                  </a:lnTo>
                  <a:lnTo>
                    <a:pt x="7696237" y="1802140"/>
                  </a:lnTo>
                  <a:lnTo>
                    <a:pt x="8234974" y="1802140"/>
                  </a:lnTo>
                  <a:lnTo>
                    <a:pt x="8234974" y="1796696"/>
                  </a:lnTo>
                  <a:lnTo>
                    <a:pt x="7696237" y="1796696"/>
                  </a:lnTo>
                  <a:lnTo>
                    <a:pt x="7694976" y="1796647"/>
                  </a:lnTo>
                  <a:lnTo>
                    <a:pt x="7686743" y="1796300"/>
                  </a:lnTo>
                  <a:lnTo>
                    <a:pt x="7666195" y="1795339"/>
                  </a:lnTo>
                  <a:lnTo>
                    <a:pt x="7629985" y="1793455"/>
                  </a:lnTo>
                  <a:lnTo>
                    <a:pt x="7577078" y="1790372"/>
                  </a:lnTo>
                  <a:lnTo>
                    <a:pt x="7508781" y="1785892"/>
                  </a:lnTo>
                  <a:lnTo>
                    <a:pt x="7428308" y="1779904"/>
                  </a:lnTo>
                  <a:lnTo>
                    <a:pt x="7339958" y="1772378"/>
                  </a:lnTo>
                  <a:lnTo>
                    <a:pt x="7248191" y="1763336"/>
                  </a:lnTo>
                  <a:lnTo>
                    <a:pt x="7156893" y="1752817"/>
                  </a:lnTo>
                  <a:lnTo>
                    <a:pt x="7068968" y="1740833"/>
                  </a:lnTo>
                  <a:lnTo>
                    <a:pt x="6986244" y="1727350"/>
                  </a:lnTo>
                  <a:lnTo>
                    <a:pt x="6909597" y="1712271"/>
                  </a:lnTo>
                  <a:lnTo>
                    <a:pt x="6839168" y="1695433"/>
                  </a:lnTo>
                  <a:lnTo>
                    <a:pt x="6774583" y="1676604"/>
                  </a:lnTo>
                  <a:lnTo>
                    <a:pt x="6715148" y="1655495"/>
                  </a:lnTo>
                  <a:lnTo>
                    <a:pt x="6659997" y="1631773"/>
                  </a:lnTo>
                  <a:lnTo>
                    <a:pt x="6608195" y="1605095"/>
                  </a:lnTo>
                  <a:lnTo>
                    <a:pt x="6558827" y="1575155"/>
                  </a:lnTo>
                  <a:lnTo>
                    <a:pt x="6515891" y="1545340"/>
                  </a:lnTo>
                  <a:lnTo>
                    <a:pt x="6472099" y="1511380"/>
                  </a:lnTo>
                  <a:lnTo>
                    <a:pt x="6428734" y="1474346"/>
                  </a:lnTo>
                  <a:lnTo>
                    <a:pt x="6385426" y="1434180"/>
                  </a:lnTo>
                  <a:lnTo>
                    <a:pt x="6341907" y="1390909"/>
                  </a:lnTo>
                  <a:lnTo>
                    <a:pt x="6297997" y="1344647"/>
                  </a:lnTo>
                  <a:lnTo>
                    <a:pt x="6253598" y="1295608"/>
                  </a:lnTo>
                  <a:lnTo>
                    <a:pt x="6208683" y="1244103"/>
                  </a:lnTo>
                  <a:lnTo>
                    <a:pt x="6163289" y="1190539"/>
                  </a:lnTo>
                  <a:lnTo>
                    <a:pt x="6117504" y="1135406"/>
                  </a:lnTo>
                  <a:lnTo>
                    <a:pt x="6071456" y="1079266"/>
                  </a:lnTo>
                  <a:lnTo>
                    <a:pt x="6025302" y="1022722"/>
                  </a:lnTo>
                  <a:lnTo>
                    <a:pt x="5979206" y="966398"/>
                  </a:lnTo>
                  <a:lnTo>
                    <a:pt x="5933328" y="910906"/>
                  </a:lnTo>
                  <a:lnTo>
                    <a:pt x="5887806" y="856822"/>
                  </a:lnTo>
                  <a:lnTo>
                    <a:pt x="5842743" y="804661"/>
                  </a:lnTo>
                  <a:lnTo>
                    <a:pt x="5798191" y="754854"/>
                  </a:lnTo>
                  <a:lnTo>
                    <a:pt x="5754144" y="707744"/>
                  </a:lnTo>
                  <a:lnTo>
                    <a:pt x="5710523" y="663571"/>
                  </a:lnTo>
                  <a:lnTo>
                    <a:pt x="5667176" y="622479"/>
                  </a:lnTo>
                  <a:lnTo>
                    <a:pt x="5623862" y="584519"/>
                  </a:lnTo>
                  <a:lnTo>
                    <a:pt x="5580242" y="549659"/>
                  </a:lnTo>
                  <a:lnTo>
                    <a:pt x="5567201" y="539916"/>
                  </a:lnTo>
                  <a:lnTo>
                    <a:pt x="5519324" y="506895"/>
                  </a:lnTo>
                  <a:lnTo>
                    <a:pt x="5469747" y="477299"/>
                  </a:lnTo>
                  <a:lnTo>
                    <a:pt x="5417647" y="450936"/>
                  </a:lnTo>
                  <a:lnTo>
                    <a:pt x="5362101" y="427497"/>
                  </a:lnTo>
                  <a:lnTo>
                    <a:pt x="5302180" y="406635"/>
                  </a:lnTo>
                  <a:lnTo>
                    <a:pt x="5237027" y="388021"/>
                  </a:lnTo>
                  <a:lnTo>
                    <a:pt x="5165975" y="371371"/>
                  </a:lnTo>
                  <a:lnTo>
                    <a:pt x="5088693" y="356462"/>
                  </a:lnTo>
                  <a:lnTo>
                    <a:pt x="5005384" y="343135"/>
                  </a:lnTo>
                  <a:lnTo>
                    <a:pt x="4917014" y="331300"/>
                  </a:lnTo>
                  <a:lnTo>
                    <a:pt x="4825517" y="320930"/>
                  </a:lnTo>
                  <a:lnTo>
                    <a:pt x="4733906" y="312042"/>
                  </a:lnTo>
                  <a:lnTo>
                    <a:pt x="4646150" y="304671"/>
                  </a:lnTo>
                  <a:lnTo>
                    <a:pt x="4566732" y="298839"/>
                  </a:lnTo>
                  <a:lnTo>
                    <a:pt x="4499882" y="294508"/>
                  </a:lnTo>
                  <a:lnTo>
                    <a:pt x="4448653" y="291558"/>
                  </a:lnTo>
                  <a:lnTo>
                    <a:pt x="4414127" y="289781"/>
                  </a:lnTo>
                  <a:lnTo>
                    <a:pt x="4395023" y="288898"/>
                  </a:lnTo>
                  <a:lnTo>
                    <a:pt x="4387774" y="288595"/>
                  </a:lnTo>
                  <a:lnTo>
                    <a:pt x="4386855" y="288560"/>
                  </a:lnTo>
                  <a:lnTo>
                    <a:pt x="3848118" y="288560"/>
                  </a:lnTo>
                  <a:lnTo>
                    <a:pt x="3846817" y="288550"/>
                  </a:lnTo>
                  <a:lnTo>
                    <a:pt x="3838328" y="288482"/>
                  </a:lnTo>
                  <a:lnTo>
                    <a:pt x="3817166" y="288292"/>
                  </a:lnTo>
                  <a:lnTo>
                    <a:pt x="3779937" y="287919"/>
                  </a:lnTo>
                  <a:lnTo>
                    <a:pt x="3725664" y="287311"/>
                  </a:lnTo>
                  <a:lnTo>
                    <a:pt x="3655806" y="286428"/>
                  </a:lnTo>
                  <a:lnTo>
                    <a:pt x="3573770" y="285249"/>
                  </a:lnTo>
                  <a:lnTo>
                    <a:pt x="3484035" y="283770"/>
                  </a:lnTo>
                  <a:lnTo>
                    <a:pt x="3391180" y="281995"/>
                  </a:lnTo>
                  <a:lnTo>
                    <a:pt x="3299137" y="279932"/>
                  </a:lnTo>
                  <a:lnTo>
                    <a:pt x="3210789" y="277582"/>
                  </a:lnTo>
                  <a:lnTo>
                    <a:pt x="3127906" y="274938"/>
                  </a:lnTo>
                  <a:lnTo>
                    <a:pt x="3051285" y="271978"/>
                  </a:lnTo>
                  <a:lnTo>
                    <a:pt x="2980988" y="268669"/>
                  </a:lnTo>
                  <a:lnTo>
                    <a:pt x="2916571" y="264963"/>
                  </a:lnTo>
                  <a:lnTo>
                    <a:pt x="2857282" y="260801"/>
                  </a:lnTo>
                  <a:lnTo>
                    <a:pt x="2802207" y="256117"/>
                  </a:lnTo>
                  <a:lnTo>
                    <a:pt x="2750378" y="250843"/>
                  </a:lnTo>
                  <a:lnTo>
                    <a:pt x="2700866" y="244923"/>
                  </a:lnTo>
                  <a:lnTo>
                    <a:pt x="2667772" y="240466"/>
                  </a:lnTo>
                  <a:lnTo>
                    <a:pt x="2615503" y="232634"/>
                  </a:lnTo>
                  <a:lnTo>
                    <a:pt x="2563735" y="223957"/>
                  </a:lnTo>
                  <a:lnTo>
                    <a:pt x="2511886" y="214425"/>
                  </a:lnTo>
                  <a:lnTo>
                    <a:pt x="2459576" y="204061"/>
                  </a:lnTo>
                  <a:lnTo>
                    <a:pt x="2406593" y="192924"/>
                  </a:lnTo>
                  <a:lnTo>
                    <a:pt x="2352877" y="181112"/>
                  </a:lnTo>
                  <a:lnTo>
                    <a:pt x="2298494" y="168759"/>
                  </a:lnTo>
                  <a:lnTo>
                    <a:pt x="2243617" y="156032"/>
                  </a:lnTo>
                  <a:lnTo>
                    <a:pt x="2188487" y="143121"/>
                  </a:lnTo>
                  <a:lnTo>
                    <a:pt x="2133383" y="130229"/>
                  </a:lnTo>
                  <a:lnTo>
                    <a:pt x="2078578" y="117556"/>
                  </a:lnTo>
                  <a:lnTo>
                    <a:pt x="2024305" y="105288"/>
                  </a:lnTo>
                  <a:lnTo>
                    <a:pt x="1970718" y="93588"/>
                  </a:lnTo>
                  <a:lnTo>
                    <a:pt x="1917864" y="82583"/>
                  </a:lnTo>
                  <a:lnTo>
                    <a:pt x="1865657" y="72365"/>
                  </a:lnTo>
                  <a:lnTo>
                    <a:pt x="1813857" y="62986"/>
                  </a:lnTo>
                  <a:lnTo>
                    <a:pt x="1762047" y="54462"/>
                  </a:lnTo>
                  <a:lnTo>
                    <a:pt x="1719082" y="48093"/>
                  </a:lnTo>
                  <a:lnTo>
                    <a:pt x="1670683" y="41711"/>
                  </a:lnTo>
                  <a:lnTo>
                    <a:pt x="1620540" y="35997"/>
                  </a:lnTo>
                  <a:lnTo>
                    <a:pt x="1567799" y="30915"/>
                  </a:lnTo>
                  <a:lnTo>
                    <a:pt x="1511507" y="26402"/>
                  </a:lnTo>
                  <a:lnTo>
                    <a:pt x="1450705" y="22390"/>
                  </a:lnTo>
                  <a:lnTo>
                    <a:pt x="1384517" y="18814"/>
                  </a:lnTo>
                  <a:lnTo>
                    <a:pt x="1312269" y="15619"/>
                  </a:lnTo>
                  <a:lnTo>
                    <a:pt x="1233651" y="12761"/>
                  </a:lnTo>
                  <a:lnTo>
                    <a:pt x="1148929" y="10211"/>
                  </a:lnTo>
                  <a:lnTo>
                    <a:pt x="1059183" y="7951"/>
                  </a:lnTo>
                  <a:lnTo>
                    <a:pt x="966522" y="5977"/>
                  </a:lnTo>
                  <a:lnTo>
                    <a:pt x="874180" y="4294"/>
                  </a:lnTo>
                  <a:lnTo>
                    <a:pt x="786350" y="2909"/>
                  </a:lnTo>
                  <a:lnTo>
                    <a:pt x="707676" y="1824"/>
                  </a:lnTo>
                  <a:lnTo>
                    <a:pt x="642408" y="1030"/>
                  </a:lnTo>
                  <a:lnTo>
                    <a:pt x="593424" y="500"/>
                  </a:lnTo>
                  <a:lnTo>
                    <a:pt x="561449" y="191"/>
                  </a:lnTo>
                  <a:lnTo>
                    <a:pt x="544726" y="46"/>
                  </a:lnTo>
                  <a:lnTo>
                    <a:pt x="539166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62" name="pl762"/>
            <p:cNvSpPr/>
            <p:nvPr/>
          </p:nvSpPr>
          <p:spPr>
            <a:xfrm>
              <a:off x="546595" y="685122"/>
              <a:ext cx="8234974" cy="1796696"/>
            </a:xfrm>
            <a:custGeom>
              <a:avLst/>
              <a:pathLst>
                <a:path w="8234974" h="1796696">
                  <a:moveTo>
                    <a:pt x="0" y="0"/>
                  </a:moveTo>
                  <a:lnTo>
                    <a:pt x="538736" y="0"/>
                  </a:lnTo>
                  <a:lnTo>
                    <a:pt x="540037" y="9"/>
                  </a:lnTo>
                  <a:lnTo>
                    <a:pt x="548526" y="78"/>
                  </a:lnTo>
                  <a:lnTo>
                    <a:pt x="569688" y="268"/>
                  </a:lnTo>
                  <a:lnTo>
                    <a:pt x="606917" y="640"/>
                  </a:lnTo>
                  <a:lnTo>
                    <a:pt x="661191" y="1248"/>
                  </a:lnTo>
                  <a:lnTo>
                    <a:pt x="731049" y="2132"/>
                  </a:lnTo>
                  <a:lnTo>
                    <a:pt x="813084" y="3310"/>
                  </a:lnTo>
                  <a:lnTo>
                    <a:pt x="902819" y="4790"/>
                  </a:lnTo>
                  <a:lnTo>
                    <a:pt x="995674" y="6564"/>
                  </a:lnTo>
                  <a:lnTo>
                    <a:pt x="1087717" y="8628"/>
                  </a:lnTo>
                  <a:lnTo>
                    <a:pt x="1176065" y="10977"/>
                  </a:lnTo>
                  <a:lnTo>
                    <a:pt x="1258949" y="13622"/>
                  </a:lnTo>
                  <a:lnTo>
                    <a:pt x="1335569" y="16581"/>
                  </a:lnTo>
                  <a:lnTo>
                    <a:pt x="1405866" y="19890"/>
                  </a:lnTo>
                  <a:lnTo>
                    <a:pt x="1470283" y="23596"/>
                  </a:lnTo>
                  <a:lnTo>
                    <a:pt x="1529572" y="27758"/>
                  </a:lnTo>
                  <a:lnTo>
                    <a:pt x="1584648" y="32442"/>
                  </a:lnTo>
                  <a:lnTo>
                    <a:pt x="1636476" y="37716"/>
                  </a:lnTo>
                  <a:lnTo>
                    <a:pt x="1685988" y="43636"/>
                  </a:lnTo>
                  <a:lnTo>
                    <a:pt x="1719082" y="48093"/>
                  </a:lnTo>
                  <a:lnTo>
                    <a:pt x="1771352" y="55926"/>
                  </a:lnTo>
                  <a:lnTo>
                    <a:pt x="1823120" y="64603"/>
                  </a:lnTo>
                  <a:lnTo>
                    <a:pt x="1874968" y="74134"/>
                  </a:lnTo>
                  <a:lnTo>
                    <a:pt x="1927279" y="84498"/>
                  </a:lnTo>
                  <a:lnTo>
                    <a:pt x="1980261" y="95635"/>
                  </a:lnTo>
                  <a:lnTo>
                    <a:pt x="2033978" y="107448"/>
                  </a:lnTo>
                  <a:lnTo>
                    <a:pt x="2088360" y="119801"/>
                  </a:lnTo>
                  <a:lnTo>
                    <a:pt x="2143237" y="132528"/>
                  </a:lnTo>
                  <a:lnTo>
                    <a:pt x="2198367" y="145438"/>
                  </a:lnTo>
                  <a:lnTo>
                    <a:pt x="2253472" y="158330"/>
                  </a:lnTo>
                  <a:lnTo>
                    <a:pt x="2308277" y="171004"/>
                  </a:lnTo>
                  <a:lnTo>
                    <a:pt x="2362550" y="183271"/>
                  </a:lnTo>
                  <a:lnTo>
                    <a:pt x="2416136" y="194972"/>
                  </a:lnTo>
                  <a:lnTo>
                    <a:pt x="2468990" y="205976"/>
                  </a:lnTo>
                  <a:lnTo>
                    <a:pt x="2521197" y="216194"/>
                  </a:lnTo>
                  <a:lnTo>
                    <a:pt x="2572998" y="225574"/>
                  </a:lnTo>
                  <a:lnTo>
                    <a:pt x="2624807" y="234098"/>
                  </a:lnTo>
                  <a:lnTo>
                    <a:pt x="2667772" y="240466"/>
                  </a:lnTo>
                  <a:lnTo>
                    <a:pt x="2716172" y="246849"/>
                  </a:lnTo>
                  <a:lnTo>
                    <a:pt x="2766315" y="252562"/>
                  </a:lnTo>
                  <a:lnTo>
                    <a:pt x="2819056" y="257644"/>
                  </a:lnTo>
                  <a:lnTo>
                    <a:pt x="2875348" y="262157"/>
                  </a:lnTo>
                  <a:lnTo>
                    <a:pt x="2936149" y="266169"/>
                  </a:lnTo>
                  <a:lnTo>
                    <a:pt x="3002337" y="269745"/>
                  </a:lnTo>
                  <a:lnTo>
                    <a:pt x="3074586" y="272940"/>
                  </a:lnTo>
                  <a:lnTo>
                    <a:pt x="3153204" y="275798"/>
                  </a:lnTo>
                  <a:lnTo>
                    <a:pt x="3237925" y="278349"/>
                  </a:lnTo>
                  <a:lnTo>
                    <a:pt x="3327672" y="280608"/>
                  </a:lnTo>
                  <a:lnTo>
                    <a:pt x="3420332" y="282582"/>
                  </a:lnTo>
                  <a:lnTo>
                    <a:pt x="3512675" y="284265"/>
                  </a:lnTo>
                  <a:lnTo>
                    <a:pt x="3600505" y="285650"/>
                  </a:lnTo>
                  <a:lnTo>
                    <a:pt x="3679178" y="286736"/>
                  </a:lnTo>
                  <a:lnTo>
                    <a:pt x="3744447" y="287530"/>
                  </a:lnTo>
                  <a:lnTo>
                    <a:pt x="3793431" y="288059"/>
                  </a:lnTo>
                  <a:lnTo>
                    <a:pt x="3825406" y="288368"/>
                  </a:lnTo>
                  <a:lnTo>
                    <a:pt x="3842129" y="288513"/>
                  </a:lnTo>
                  <a:lnTo>
                    <a:pt x="3847688" y="288557"/>
                  </a:lnTo>
                  <a:lnTo>
                    <a:pt x="3848118" y="288560"/>
                  </a:lnTo>
                  <a:lnTo>
                    <a:pt x="4386855" y="288560"/>
                  </a:lnTo>
                  <a:lnTo>
                    <a:pt x="4388116" y="288608"/>
                  </a:lnTo>
                  <a:lnTo>
                    <a:pt x="4396349" y="288956"/>
                  </a:lnTo>
                  <a:lnTo>
                    <a:pt x="4416897" y="289916"/>
                  </a:lnTo>
                  <a:lnTo>
                    <a:pt x="4453107" y="291801"/>
                  </a:lnTo>
                  <a:lnTo>
                    <a:pt x="4506015" y="294883"/>
                  </a:lnTo>
                  <a:lnTo>
                    <a:pt x="4574311" y="299363"/>
                  </a:lnTo>
                  <a:lnTo>
                    <a:pt x="4654784" y="305352"/>
                  </a:lnTo>
                  <a:lnTo>
                    <a:pt x="4743134" y="312878"/>
                  </a:lnTo>
                  <a:lnTo>
                    <a:pt x="4834902" y="321919"/>
                  </a:lnTo>
                  <a:lnTo>
                    <a:pt x="4926199" y="332439"/>
                  </a:lnTo>
                  <a:lnTo>
                    <a:pt x="5014125" y="344423"/>
                  </a:lnTo>
                  <a:lnTo>
                    <a:pt x="5096849" y="357906"/>
                  </a:lnTo>
                  <a:lnTo>
                    <a:pt x="5173495" y="372984"/>
                  </a:lnTo>
                  <a:lnTo>
                    <a:pt x="5243924" y="389823"/>
                  </a:lnTo>
                  <a:lnTo>
                    <a:pt x="5308510" y="408652"/>
                  </a:lnTo>
                  <a:lnTo>
                    <a:pt x="5367944" y="429761"/>
                  </a:lnTo>
                  <a:lnTo>
                    <a:pt x="5423096" y="453482"/>
                  </a:lnTo>
                  <a:lnTo>
                    <a:pt x="5474898" y="480161"/>
                  </a:lnTo>
                  <a:lnTo>
                    <a:pt x="5524265" y="510101"/>
                  </a:lnTo>
                  <a:lnTo>
                    <a:pt x="5567201" y="539916"/>
                  </a:lnTo>
                  <a:lnTo>
                    <a:pt x="5610994" y="573875"/>
                  </a:lnTo>
                  <a:lnTo>
                    <a:pt x="5654358" y="610910"/>
                  </a:lnTo>
                  <a:lnTo>
                    <a:pt x="5697666" y="651076"/>
                  </a:lnTo>
                  <a:lnTo>
                    <a:pt x="5741186" y="694347"/>
                  </a:lnTo>
                  <a:lnTo>
                    <a:pt x="5785095" y="740608"/>
                  </a:lnTo>
                  <a:lnTo>
                    <a:pt x="5829494" y="789647"/>
                  </a:lnTo>
                  <a:lnTo>
                    <a:pt x="5874409" y="841152"/>
                  </a:lnTo>
                  <a:lnTo>
                    <a:pt x="5919803" y="894717"/>
                  </a:lnTo>
                  <a:lnTo>
                    <a:pt x="5965589" y="949849"/>
                  </a:lnTo>
                  <a:lnTo>
                    <a:pt x="6011636" y="1005990"/>
                  </a:lnTo>
                  <a:lnTo>
                    <a:pt x="6057791" y="1062534"/>
                  </a:lnTo>
                  <a:lnTo>
                    <a:pt x="6103887" y="1118858"/>
                  </a:lnTo>
                  <a:lnTo>
                    <a:pt x="6149765" y="1174350"/>
                  </a:lnTo>
                  <a:lnTo>
                    <a:pt x="6195286" y="1228433"/>
                  </a:lnTo>
                  <a:lnTo>
                    <a:pt x="6240349" y="1280595"/>
                  </a:lnTo>
                  <a:lnTo>
                    <a:pt x="6284901" y="1330401"/>
                  </a:lnTo>
                  <a:lnTo>
                    <a:pt x="6328949" y="1377512"/>
                  </a:lnTo>
                  <a:lnTo>
                    <a:pt x="6372569" y="1421685"/>
                  </a:lnTo>
                  <a:lnTo>
                    <a:pt x="6415916" y="1462777"/>
                  </a:lnTo>
                  <a:lnTo>
                    <a:pt x="6459230" y="1500736"/>
                  </a:lnTo>
                  <a:lnTo>
                    <a:pt x="6502850" y="1535597"/>
                  </a:lnTo>
                  <a:lnTo>
                    <a:pt x="6515891" y="1545340"/>
                  </a:lnTo>
                  <a:lnTo>
                    <a:pt x="6563769" y="1578360"/>
                  </a:lnTo>
                  <a:lnTo>
                    <a:pt x="6613345" y="1607957"/>
                  </a:lnTo>
                  <a:lnTo>
                    <a:pt x="6665446" y="1634319"/>
                  </a:lnTo>
                  <a:lnTo>
                    <a:pt x="6720991" y="1657759"/>
                  </a:lnTo>
                  <a:lnTo>
                    <a:pt x="6780912" y="1678621"/>
                  </a:lnTo>
                  <a:lnTo>
                    <a:pt x="6846065" y="1697235"/>
                  </a:lnTo>
                  <a:lnTo>
                    <a:pt x="6917118" y="1713884"/>
                  </a:lnTo>
                  <a:lnTo>
                    <a:pt x="6994400" y="1728794"/>
                  </a:lnTo>
                  <a:lnTo>
                    <a:pt x="7077708" y="1742121"/>
                  </a:lnTo>
                  <a:lnTo>
                    <a:pt x="7166078" y="1753955"/>
                  </a:lnTo>
                  <a:lnTo>
                    <a:pt x="7257575" y="1764325"/>
                  </a:lnTo>
                  <a:lnTo>
                    <a:pt x="7349186" y="1773214"/>
                  </a:lnTo>
                  <a:lnTo>
                    <a:pt x="7436942" y="1780584"/>
                  </a:lnTo>
                  <a:lnTo>
                    <a:pt x="7516361" y="1786417"/>
                  </a:lnTo>
                  <a:lnTo>
                    <a:pt x="7583210" y="1790748"/>
                  </a:lnTo>
                  <a:lnTo>
                    <a:pt x="7634439" y="1793697"/>
                  </a:lnTo>
                  <a:lnTo>
                    <a:pt x="7668966" y="1795475"/>
                  </a:lnTo>
                  <a:lnTo>
                    <a:pt x="7688070" y="1796358"/>
                  </a:lnTo>
                  <a:lnTo>
                    <a:pt x="7695318" y="1796661"/>
                  </a:lnTo>
                  <a:lnTo>
                    <a:pt x="7696237" y="1796696"/>
                  </a:lnTo>
                  <a:lnTo>
                    <a:pt x="8234974" y="1796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3" name="pl763"/>
            <p:cNvSpPr/>
            <p:nvPr/>
          </p:nvSpPr>
          <p:spPr>
            <a:xfrm>
              <a:off x="546595" y="679678"/>
              <a:ext cx="8234974" cy="1796696"/>
            </a:xfrm>
            <a:custGeom>
              <a:avLst/>
              <a:pathLst>
                <a:path w="8234974" h="1796696">
                  <a:moveTo>
                    <a:pt x="8234974" y="1796696"/>
                  </a:moveTo>
                  <a:lnTo>
                    <a:pt x="7696237" y="1796696"/>
                  </a:lnTo>
                  <a:lnTo>
                    <a:pt x="7694976" y="1796647"/>
                  </a:lnTo>
                  <a:lnTo>
                    <a:pt x="7686743" y="1796300"/>
                  </a:lnTo>
                  <a:lnTo>
                    <a:pt x="7666195" y="1795339"/>
                  </a:lnTo>
                  <a:lnTo>
                    <a:pt x="7629985" y="1793455"/>
                  </a:lnTo>
                  <a:lnTo>
                    <a:pt x="7577078" y="1790372"/>
                  </a:lnTo>
                  <a:lnTo>
                    <a:pt x="7508781" y="1785892"/>
                  </a:lnTo>
                  <a:lnTo>
                    <a:pt x="7428308" y="1779904"/>
                  </a:lnTo>
                  <a:lnTo>
                    <a:pt x="7339958" y="1772378"/>
                  </a:lnTo>
                  <a:lnTo>
                    <a:pt x="7248191" y="1763336"/>
                  </a:lnTo>
                  <a:lnTo>
                    <a:pt x="7156893" y="1752817"/>
                  </a:lnTo>
                  <a:lnTo>
                    <a:pt x="7068968" y="1740833"/>
                  </a:lnTo>
                  <a:lnTo>
                    <a:pt x="6986244" y="1727350"/>
                  </a:lnTo>
                  <a:lnTo>
                    <a:pt x="6909597" y="1712271"/>
                  </a:lnTo>
                  <a:lnTo>
                    <a:pt x="6839168" y="1695433"/>
                  </a:lnTo>
                  <a:lnTo>
                    <a:pt x="6774583" y="1676604"/>
                  </a:lnTo>
                  <a:lnTo>
                    <a:pt x="6715148" y="1655495"/>
                  </a:lnTo>
                  <a:lnTo>
                    <a:pt x="6659997" y="1631773"/>
                  </a:lnTo>
                  <a:lnTo>
                    <a:pt x="6608195" y="1605095"/>
                  </a:lnTo>
                  <a:lnTo>
                    <a:pt x="6558827" y="1575155"/>
                  </a:lnTo>
                  <a:lnTo>
                    <a:pt x="6515891" y="1545340"/>
                  </a:lnTo>
                  <a:lnTo>
                    <a:pt x="6472099" y="1511380"/>
                  </a:lnTo>
                  <a:lnTo>
                    <a:pt x="6428734" y="1474346"/>
                  </a:lnTo>
                  <a:lnTo>
                    <a:pt x="6385426" y="1434180"/>
                  </a:lnTo>
                  <a:lnTo>
                    <a:pt x="6341907" y="1390909"/>
                  </a:lnTo>
                  <a:lnTo>
                    <a:pt x="6297997" y="1344647"/>
                  </a:lnTo>
                  <a:lnTo>
                    <a:pt x="6253598" y="1295608"/>
                  </a:lnTo>
                  <a:lnTo>
                    <a:pt x="6208683" y="1244103"/>
                  </a:lnTo>
                  <a:lnTo>
                    <a:pt x="6163289" y="1190539"/>
                  </a:lnTo>
                  <a:lnTo>
                    <a:pt x="6117504" y="1135406"/>
                  </a:lnTo>
                  <a:lnTo>
                    <a:pt x="6071456" y="1079266"/>
                  </a:lnTo>
                  <a:lnTo>
                    <a:pt x="6025302" y="1022722"/>
                  </a:lnTo>
                  <a:lnTo>
                    <a:pt x="5979206" y="966398"/>
                  </a:lnTo>
                  <a:lnTo>
                    <a:pt x="5933328" y="910906"/>
                  </a:lnTo>
                  <a:lnTo>
                    <a:pt x="5887806" y="856822"/>
                  </a:lnTo>
                  <a:lnTo>
                    <a:pt x="5842743" y="804661"/>
                  </a:lnTo>
                  <a:lnTo>
                    <a:pt x="5798191" y="754854"/>
                  </a:lnTo>
                  <a:lnTo>
                    <a:pt x="5754144" y="707744"/>
                  </a:lnTo>
                  <a:lnTo>
                    <a:pt x="5710523" y="663571"/>
                  </a:lnTo>
                  <a:lnTo>
                    <a:pt x="5667176" y="622479"/>
                  </a:lnTo>
                  <a:lnTo>
                    <a:pt x="5623862" y="584519"/>
                  </a:lnTo>
                  <a:lnTo>
                    <a:pt x="5580242" y="549659"/>
                  </a:lnTo>
                  <a:lnTo>
                    <a:pt x="5567201" y="539916"/>
                  </a:lnTo>
                  <a:lnTo>
                    <a:pt x="5519324" y="506895"/>
                  </a:lnTo>
                  <a:lnTo>
                    <a:pt x="5469747" y="477299"/>
                  </a:lnTo>
                  <a:lnTo>
                    <a:pt x="5417647" y="450936"/>
                  </a:lnTo>
                  <a:lnTo>
                    <a:pt x="5362101" y="427497"/>
                  </a:lnTo>
                  <a:lnTo>
                    <a:pt x="5302180" y="406635"/>
                  </a:lnTo>
                  <a:lnTo>
                    <a:pt x="5237027" y="388021"/>
                  </a:lnTo>
                  <a:lnTo>
                    <a:pt x="5165975" y="371371"/>
                  </a:lnTo>
                  <a:lnTo>
                    <a:pt x="5088693" y="356462"/>
                  </a:lnTo>
                  <a:lnTo>
                    <a:pt x="5005384" y="343135"/>
                  </a:lnTo>
                  <a:lnTo>
                    <a:pt x="4917014" y="331300"/>
                  </a:lnTo>
                  <a:lnTo>
                    <a:pt x="4825517" y="320930"/>
                  </a:lnTo>
                  <a:lnTo>
                    <a:pt x="4733906" y="312042"/>
                  </a:lnTo>
                  <a:lnTo>
                    <a:pt x="4646150" y="304671"/>
                  </a:lnTo>
                  <a:lnTo>
                    <a:pt x="4566732" y="298839"/>
                  </a:lnTo>
                  <a:lnTo>
                    <a:pt x="4499882" y="294508"/>
                  </a:lnTo>
                  <a:lnTo>
                    <a:pt x="4448653" y="291558"/>
                  </a:lnTo>
                  <a:lnTo>
                    <a:pt x="4414127" y="289781"/>
                  </a:lnTo>
                  <a:lnTo>
                    <a:pt x="4395023" y="288898"/>
                  </a:lnTo>
                  <a:lnTo>
                    <a:pt x="4387774" y="288595"/>
                  </a:lnTo>
                  <a:lnTo>
                    <a:pt x="4386855" y="288560"/>
                  </a:lnTo>
                  <a:lnTo>
                    <a:pt x="3848118" y="288560"/>
                  </a:lnTo>
                  <a:lnTo>
                    <a:pt x="3846817" y="288550"/>
                  </a:lnTo>
                  <a:lnTo>
                    <a:pt x="3838328" y="288482"/>
                  </a:lnTo>
                  <a:lnTo>
                    <a:pt x="3817166" y="288292"/>
                  </a:lnTo>
                  <a:lnTo>
                    <a:pt x="3779937" y="287919"/>
                  </a:lnTo>
                  <a:lnTo>
                    <a:pt x="3725664" y="287311"/>
                  </a:lnTo>
                  <a:lnTo>
                    <a:pt x="3655806" y="286428"/>
                  </a:lnTo>
                  <a:lnTo>
                    <a:pt x="3573770" y="285249"/>
                  </a:lnTo>
                  <a:lnTo>
                    <a:pt x="3484035" y="283770"/>
                  </a:lnTo>
                  <a:lnTo>
                    <a:pt x="3391180" y="281995"/>
                  </a:lnTo>
                  <a:lnTo>
                    <a:pt x="3299137" y="279932"/>
                  </a:lnTo>
                  <a:lnTo>
                    <a:pt x="3210789" y="277582"/>
                  </a:lnTo>
                  <a:lnTo>
                    <a:pt x="3127906" y="274938"/>
                  </a:lnTo>
                  <a:lnTo>
                    <a:pt x="3051285" y="271978"/>
                  </a:lnTo>
                  <a:lnTo>
                    <a:pt x="2980988" y="268669"/>
                  </a:lnTo>
                  <a:lnTo>
                    <a:pt x="2916571" y="264963"/>
                  </a:lnTo>
                  <a:lnTo>
                    <a:pt x="2857282" y="260801"/>
                  </a:lnTo>
                  <a:lnTo>
                    <a:pt x="2802207" y="256117"/>
                  </a:lnTo>
                  <a:lnTo>
                    <a:pt x="2750378" y="250843"/>
                  </a:lnTo>
                  <a:lnTo>
                    <a:pt x="2700866" y="244923"/>
                  </a:lnTo>
                  <a:lnTo>
                    <a:pt x="2667772" y="240466"/>
                  </a:lnTo>
                  <a:lnTo>
                    <a:pt x="2615503" y="232634"/>
                  </a:lnTo>
                  <a:lnTo>
                    <a:pt x="2563735" y="223957"/>
                  </a:lnTo>
                  <a:lnTo>
                    <a:pt x="2511886" y="214425"/>
                  </a:lnTo>
                  <a:lnTo>
                    <a:pt x="2459576" y="204061"/>
                  </a:lnTo>
                  <a:lnTo>
                    <a:pt x="2406593" y="192924"/>
                  </a:lnTo>
                  <a:lnTo>
                    <a:pt x="2352877" y="181112"/>
                  </a:lnTo>
                  <a:lnTo>
                    <a:pt x="2298494" y="168759"/>
                  </a:lnTo>
                  <a:lnTo>
                    <a:pt x="2243617" y="156032"/>
                  </a:lnTo>
                  <a:lnTo>
                    <a:pt x="2188487" y="143121"/>
                  </a:lnTo>
                  <a:lnTo>
                    <a:pt x="2133383" y="130229"/>
                  </a:lnTo>
                  <a:lnTo>
                    <a:pt x="2078578" y="117556"/>
                  </a:lnTo>
                  <a:lnTo>
                    <a:pt x="2024305" y="105288"/>
                  </a:lnTo>
                  <a:lnTo>
                    <a:pt x="1970718" y="93588"/>
                  </a:lnTo>
                  <a:lnTo>
                    <a:pt x="1917864" y="82583"/>
                  </a:lnTo>
                  <a:lnTo>
                    <a:pt x="1865657" y="72365"/>
                  </a:lnTo>
                  <a:lnTo>
                    <a:pt x="1813857" y="62986"/>
                  </a:lnTo>
                  <a:lnTo>
                    <a:pt x="1762047" y="54462"/>
                  </a:lnTo>
                  <a:lnTo>
                    <a:pt x="1719082" y="48093"/>
                  </a:lnTo>
                  <a:lnTo>
                    <a:pt x="1670683" y="41711"/>
                  </a:lnTo>
                  <a:lnTo>
                    <a:pt x="1620540" y="35997"/>
                  </a:lnTo>
                  <a:lnTo>
                    <a:pt x="1567799" y="30915"/>
                  </a:lnTo>
                  <a:lnTo>
                    <a:pt x="1511507" y="26402"/>
                  </a:lnTo>
                  <a:lnTo>
                    <a:pt x="1450705" y="22390"/>
                  </a:lnTo>
                  <a:lnTo>
                    <a:pt x="1384517" y="18814"/>
                  </a:lnTo>
                  <a:lnTo>
                    <a:pt x="1312269" y="15619"/>
                  </a:lnTo>
                  <a:lnTo>
                    <a:pt x="1233651" y="12761"/>
                  </a:lnTo>
                  <a:lnTo>
                    <a:pt x="1148929" y="10211"/>
                  </a:lnTo>
                  <a:lnTo>
                    <a:pt x="1059183" y="7951"/>
                  </a:lnTo>
                  <a:lnTo>
                    <a:pt x="966522" y="5977"/>
                  </a:lnTo>
                  <a:lnTo>
                    <a:pt x="874180" y="4294"/>
                  </a:lnTo>
                  <a:lnTo>
                    <a:pt x="786350" y="2909"/>
                  </a:lnTo>
                  <a:lnTo>
                    <a:pt x="707676" y="1824"/>
                  </a:lnTo>
                  <a:lnTo>
                    <a:pt x="642408" y="1030"/>
                  </a:lnTo>
                  <a:lnTo>
                    <a:pt x="593424" y="500"/>
                  </a:lnTo>
                  <a:lnTo>
                    <a:pt x="561449" y="191"/>
                  </a:lnTo>
                  <a:lnTo>
                    <a:pt x="544726" y="46"/>
                  </a:lnTo>
                  <a:lnTo>
                    <a:pt x="539166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4" name="pg764"/>
            <p:cNvSpPr/>
            <p:nvPr/>
          </p:nvSpPr>
          <p:spPr>
            <a:xfrm>
              <a:off x="546595" y="685122"/>
              <a:ext cx="8234974" cy="2226814"/>
            </a:xfrm>
            <a:custGeom>
              <a:avLst/>
              <a:pathLst>
                <a:path w="8234974" h="2226814">
                  <a:moveTo>
                    <a:pt x="0" y="5444"/>
                  </a:moveTo>
                  <a:lnTo>
                    <a:pt x="538736" y="5444"/>
                  </a:lnTo>
                  <a:lnTo>
                    <a:pt x="540037" y="5454"/>
                  </a:lnTo>
                  <a:lnTo>
                    <a:pt x="548525" y="5527"/>
                  </a:lnTo>
                  <a:lnTo>
                    <a:pt x="569684" y="5727"/>
                  </a:lnTo>
                  <a:lnTo>
                    <a:pt x="606909" y="6121"/>
                  </a:lnTo>
                  <a:lnTo>
                    <a:pt x="661176" y="6763"/>
                  </a:lnTo>
                  <a:lnTo>
                    <a:pt x="731027" y="7696"/>
                  </a:lnTo>
                  <a:lnTo>
                    <a:pt x="813055" y="8942"/>
                  </a:lnTo>
                  <a:lnTo>
                    <a:pt x="902784" y="10505"/>
                  </a:lnTo>
                  <a:lnTo>
                    <a:pt x="995634" y="12380"/>
                  </a:lnTo>
                  <a:lnTo>
                    <a:pt x="1087674" y="14560"/>
                  </a:lnTo>
                  <a:lnTo>
                    <a:pt x="1176020" y="17042"/>
                  </a:lnTo>
                  <a:lnTo>
                    <a:pt x="1258903" y="19836"/>
                  </a:lnTo>
                  <a:lnTo>
                    <a:pt x="1335523" y="22962"/>
                  </a:lnTo>
                  <a:lnTo>
                    <a:pt x="1405821" y="26458"/>
                  </a:lnTo>
                  <a:lnTo>
                    <a:pt x="1470238" y="30374"/>
                  </a:lnTo>
                  <a:lnTo>
                    <a:pt x="1529528" y="34770"/>
                  </a:lnTo>
                  <a:lnTo>
                    <a:pt x="1584604" y="39719"/>
                  </a:lnTo>
                  <a:lnTo>
                    <a:pt x="1636432" y="45290"/>
                  </a:lnTo>
                  <a:lnTo>
                    <a:pt x="1685944" y="51545"/>
                  </a:lnTo>
                  <a:lnTo>
                    <a:pt x="1719082" y="56260"/>
                  </a:lnTo>
                  <a:lnTo>
                    <a:pt x="1771292" y="64526"/>
                  </a:lnTo>
                  <a:lnTo>
                    <a:pt x="1823002" y="73682"/>
                  </a:lnTo>
                  <a:lnTo>
                    <a:pt x="1874789" y="83739"/>
                  </a:lnTo>
                  <a:lnTo>
                    <a:pt x="1927037" y="94674"/>
                  </a:lnTo>
                  <a:lnTo>
                    <a:pt x="1979956" y="106424"/>
                  </a:lnTo>
                  <a:lnTo>
                    <a:pt x="2033606" y="118886"/>
                  </a:lnTo>
                  <a:lnTo>
                    <a:pt x="2087922" y="131920"/>
                  </a:lnTo>
                  <a:lnTo>
                    <a:pt x="2142733" y="145349"/>
                  </a:lnTo>
                  <a:lnTo>
                    <a:pt x="2197798" y="158974"/>
                  </a:lnTo>
                  <a:lnTo>
                    <a:pt x="2252841" y="172582"/>
                  </a:lnTo>
                  <a:lnTo>
                    <a:pt x="2307589" y="185961"/>
                  </a:lnTo>
                  <a:lnTo>
                    <a:pt x="2361808" y="198915"/>
                  </a:lnTo>
                  <a:lnTo>
                    <a:pt x="2415343" y="211273"/>
                  </a:lnTo>
                  <a:lnTo>
                    <a:pt x="2468148" y="222900"/>
                  </a:lnTo>
                  <a:lnTo>
                    <a:pt x="2520304" y="233698"/>
                  </a:lnTo>
                  <a:lnTo>
                    <a:pt x="2572050" y="243613"/>
                  </a:lnTo>
                  <a:lnTo>
                    <a:pt x="2623794" y="252626"/>
                  </a:lnTo>
                  <a:lnTo>
                    <a:pt x="2667772" y="259522"/>
                  </a:lnTo>
                  <a:lnTo>
                    <a:pt x="2716169" y="266265"/>
                  </a:lnTo>
                  <a:lnTo>
                    <a:pt x="2766310" y="272302"/>
                  </a:lnTo>
                  <a:lnTo>
                    <a:pt x="2819048" y="277672"/>
                  </a:lnTo>
                  <a:lnTo>
                    <a:pt x="2875336" y="282440"/>
                  </a:lnTo>
                  <a:lnTo>
                    <a:pt x="2936134" y="286679"/>
                  </a:lnTo>
                  <a:lnTo>
                    <a:pt x="3002317" y="290457"/>
                  </a:lnTo>
                  <a:lnTo>
                    <a:pt x="3074560" y="293833"/>
                  </a:lnTo>
                  <a:lnTo>
                    <a:pt x="3153172" y="296853"/>
                  </a:lnTo>
                  <a:lnTo>
                    <a:pt x="3237887" y="299548"/>
                  </a:lnTo>
                  <a:lnTo>
                    <a:pt x="3327627" y="301935"/>
                  </a:lnTo>
                  <a:lnTo>
                    <a:pt x="3420283" y="304021"/>
                  </a:lnTo>
                  <a:lnTo>
                    <a:pt x="3512622" y="305799"/>
                  </a:lnTo>
                  <a:lnTo>
                    <a:pt x="3600452" y="307263"/>
                  </a:lnTo>
                  <a:lnTo>
                    <a:pt x="3679129" y="308410"/>
                  </a:lnTo>
                  <a:lnTo>
                    <a:pt x="3744405" y="309249"/>
                  </a:lnTo>
                  <a:lnTo>
                    <a:pt x="3793399" y="309809"/>
                  </a:lnTo>
                  <a:lnTo>
                    <a:pt x="3825386" y="310135"/>
                  </a:lnTo>
                  <a:lnTo>
                    <a:pt x="3842120" y="310289"/>
                  </a:lnTo>
                  <a:lnTo>
                    <a:pt x="3847687" y="310335"/>
                  </a:lnTo>
                  <a:lnTo>
                    <a:pt x="3848118" y="310338"/>
                  </a:lnTo>
                  <a:lnTo>
                    <a:pt x="4386855" y="310338"/>
                  </a:lnTo>
                  <a:lnTo>
                    <a:pt x="4388092" y="310399"/>
                  </a:lnTo>
                  <a:lnTo>
                    <a:pt x="4396171" y="310831"/>
                  </a:lnTo>
                  <a:lnTo>
                    <a:pt x="4416349" y="312027"/>
                  </a:lnTo>
                  <a:lnTo>
                    <a:pt x="4451943" y="314376"/>
                  </a:lnTo>
                  <a:lnTo>
                    <a:pt x="4504022" y="318218"/>
                  </a:lnTo>
                  <a:lnTo>
                    <a:pt x="4571368" y="323807"/>
                  </a:lnTo>
                  <a:lnTo>
                    <a:pt x="4650882" y="331284"/>
                  </a:lnTo>
                  <a:lnTo>
                    <a:pt x="4738376" y="340690"/>
                  </a:lnTo>
                  <a:lnTo>
                    <a:pt x="4829464" y="351999"/>
                  </a:lnTo>
                  <a:lnTo>
                    <a:pt x="4920289" y="365164"/>
                  </a:lnTo>
                  <a:lnTo>
                    <a:pt x="5007939" y="380165"/>
                  </a:lnTo>
                  <a:lnTo>
                    <a:pt x="5090552" y="397040"/>
                  </a:lnTo>
                  <a:lnTo>
                    <a:pt x="5167204" y="415904"/>
                  </a:lnTo>
                  <a:lnTo>
                    <a:pt x="5237709" y="436953"/>
                  </a:lnTo>
                  <a:lnTo>
                    <a:pt x="5302397" y="460470"/>
                  </a:lnTo>
                  <a:lnTo>
                    <a:pt x="5361924" y="486807"/>
                  </a:lnTo>
                  <a:lnTo>
                    <a:pt x="5417129" y="516375"/>
                  </a:lnTo>
                  <a:lnTo>
                    <a:pt x="5468926" y="549605"/>
                  </a:lnTo>
                  <a:lnTo>
                    <a:pt x="5518217" y="586886"/>
                  </a:lnTo>
                  <a:lnTo>
                    <a:pt x="5565815" y="628458"/>
                  </a:lnTo>
                  <a:lnTo>
                    <a:pt x="5567201" y="629751"/>
                  </a:lnTo>
                  <a:lnTo>
                    <a:pt x="5608035" y="669849"/>
                  </a:lnTo>
                  <a:lnTo>
                    <a:pt x="5648473" y="713335"/>
                  </a:lnTo>
                  <a:lnTo>
                    <a:pt x="5688824" y="760276"/>
                  </a:lnTo>
                  <a:lnTo>
                    <a:pt x="5729319" y="810659"/>
                  </a:lnTo>
                  <a:lnTo>
                    <a:pt x="5770119" y="864388"/>
                  </a:lnTo>
                  <a:lnTo>
                    <a:pt x="5811323" y="921278"/>
                  </a:lnTo>
                  <a:lnTo>
                    <a:pt x="5852973" y="981044"/>
                  </a:lnTo>
                  <a:lnTo>
                    <a:pt x="5895061" y="1043310"/>
                  </a:lnTo>
                  <a:lnTo>
                    <a:pt x="5937537" y="1107614"/>
                  </a:lnTo>
                  <a:lnTo>
                    <a:pt x="5980312" y="1173418"/>
                  </a:lnTo>
                  <a:lnTo>
                    <a:pt x="6023274" y="1240124"/>
                  </a:lnTo>
                  <a:lnTo>
                    <a:pt x="6066293" y="1307104"/>
                  </a:lnTo>
                  <a:lnTo>
                    <a:pt x="6109235" y="1373714"/>
                  </a:lnTo>
                  <a:lnTo>
                    <a:pt x="6151972" y="1439328"/>
                  </a:lnTo>
                  <a:lnTo>
                    <a:pt x="6194394" y="1503358"/>
                  </a:lnTo>
                  <a:lnTo>
                    <a:pt x="6236419" y="1565276"/>
                  </a:lnTo>
                  <a:lnTo>
                    <a:pt x="6278001" y="1624631"/>
                  </a:lnTo>
                  <a:lnTo>
                    <a:pt x="6319140" y="1681060"/>
                  </a:lnTo>
                  <a:lnTo>
                    <a:pt x="6359886" y="1734296"/>
                  </a:lnTo>
                  <a:lnTo>
                    <a:pt x="6400348" y="1784164"/>
                  </a:lnTo>
                  <a:lnTo>
                    <a:pt x="6440695" y="1830583"/>
                  </a:lnTo>
                  <a:lnTo>
                    <a:pt x="6481171" y="1873554"/>
                  </a:lnTo>
                  <a:lnTo>
                    <a:pt x="6515891" y="1907401"/>
                  </a:lnTo>
                  <a:lnTo>
                    <a:pt x="6563450" y="1949101"/>
                  </a:lnTo>
                  <a:lnTo>
                    <a:pt x="6612680" y="1986507"/>
                  </a:lnTo>
                  <a:lnTo>
                    <a:pt x="6664390" y="2019851"/>
                  </a:lnTo>
                  <a:lnTo>
                    <a:pt x="6719482" y="2049521"/>
                  </a:lnTo>
                  <a:lnTo>
                    <a:pt x="6778869" y="2075947"/>
                  </a:lnTo>
                  <a:lnTo>
                    <a:pt x="6843393" y="2099542"/>
                  </a:lnTo>
                  <a:lnTo>
                    <a:pt x="6913720" y="2120660"/>
                  </a:lnTo>
                  <a:lnTo>
                    <a:pt x="6990190" y="2139584"/>
                  </a:lnTo>
                  <a:lnTo>
                    <a:pt x="7072636" y="2156516"/>
                  </a:lnTo>
                  <a:lnTo>
                    <a:pt x="7160160" y="2171572"/>
                  </a:lnTo>
                  <a:lnTo>
                    <a:pt x="7250928" y="2184791"/>
                  </a:lnTo>
                  <a:lnTo>
                    <a:pt x="7342059" y="2196155"/>
                  </a:lnTo>
                  <a:lnTo>
                    <a:pt x="7429721" y="2205618"/>
                  </a:lnTo>
                  <a:lnTo>
                    <a:pt x="7509533" y="2213152"/>
                  </a:lnTo>
                  <a:lnTo>
                    <a:pt x="7577290" y="2218795"/>
                  </a:lnTo>
                  <a:lnTo>
                    <a:pt x="7629848" y="2222686"/>
                  </a:lnTo>
                  <a:lnTo>
                    <a:pt x="7665924" y="2225074"/>
                  </a:lnTo>
                  <a:lnTo>
                    <a:pt x="7686520" y="2226298"/>
                  </a:lnTo>
                  <a:lnTo>
                    <a:pt x="7694890" y="2226748"/>
                  </a:lnTo>
                  <a:lnTo>
                    <a:pt x="7696237" y="2226814"/>
                  </a:lnTo>
                  <a:lnTo>
                    <a:pt x="8234974" y="2226814"/>
                  </a:lnTo>
                  <a:lnTo>
                    <a:pt x="8234974" y="2221369"/>
                  </a:lnTo>
                  <a:lnTo>
                    <a:pt x="7696237" y="2221369"/>
                  </a:lnTo>
                  <a:lnTo>
                    <a:pt x="7695000" y="2221309"/>
                  </a:lnTo>
                  <a:lnTo>
                    <a:pt x="7686921" y="2220876"/>
                  </a:lnTo>
                  <a:lnTo>
                    <a:pt x="7666743" y="2219680"/>
                  </a:lnTo>
                  <a:lnTo>
                    <a:pt x="7631149" y="2217332"/>
                  </a:lnTo>
                  <a:lnTo>
                    <a:pt x="7579070" y="2213490"/>
                  </a:lnTo>
                  <a:lnTo>
                    <a:pt x="7511725" y="2207901"/>
                  </a:lnTo>
                  <a:lnTo>
                    <a:pt x="7432210" y="2200423"/>
                  </a:lnTo>
                  <a:lnTo>
                    <a:pt x="7344716" y="2191017"/>
                  </a:lnTo>
                  <a:lnTo>
                    <a:pt x="7253629" y="2179708"/>
                  </a:lnTo>
                  <a:lnTo>
                    <a:pt x="7162804" y="2166544"/>
                  </a:lnTo>
                  <a:lnTo>
                    <a:pt x="7075153" y="2151542"/>
                  </a:lnTo>
                  <a:lnTo>
                    <a:pt x="6992540" y="2134667"/>
                  </a:lnTo>
                  <a:lnTo>
                    <a:pt x="6915888" y="2115804"/>
                  </a:lnTo>
                  <a:lnTo>
                    <a:pt x="6845383" y="2094754"/>
                  </a:lnTo>
                  <a:lnTo>
                    <a:pt x="6780696" y="2071238"/>
                  </a:lnTo>
                  <a:lnTo>
                    <a:pt x="6721169" y="2044900"/>
                  </a:lnTo>
                  <a:lnTo>
                    <a:pt x="6665963" y="2015332"/>
                  </a:lnTo>
                  <a:lnTo>
                    <a:pt x="6614167" y="1982103"/>
                  </a:lnTo>
                  <a:lnTo>
                    <a:pt x="6564876" y="1944822"/>
                  </a:lnTo>
                  <a:lnTo>
                    <a:pt x="6517277" y="1903249"/>
                  </a:lnTo>
                  <a:lnTo>
                    <a:pt x="6515891" y="1901957"/>
                  </a:lnTo>
                  <a:lnTo>
                    <a:pt x="6475057" y="1861859"/>
                  </a:lnTo>
                  <a:lnTo>
                    <a:pt x="6434620" y="1818372"/>
                  </a:lnTo>
                  <a:lnTo>
                    <a:pt x="6394268" y="1771432"/>
                  </a:lnTo>
                  <a:lnTo>
                    <a:pt x="6353773" y="1721049"/>
                  </a:lnTo>
                  <a:lnTo>
                    <a:pt x="6312973" y="1667319"/>
                  </a:lnTo>
                  <a:lnTo>
                    <a:pt x="6271770" y="1610430"/>
                  </a:lnTo>
                  <a:lnTo>
                    <a:pt x="6230120" y="1550664"/>
                  </a:lnTo>
                  <a:lnTo>
                    <a:pt x="6188031" y="1488397"/>
                  </a:lnTo>
                  <a:lnTo>
                    <a:pt x="6145556" y="1424093"/>
                  </a:lnTo>
                  <a:lnTo>
                    <a:pt x="6102780" y="1358290"/>
                  </a:lnTo>
                  <a:lnTo>
                    <a:pt x="6059818" y="1291583"/>
                  </a:lnTo>
                  <a:lnTo>
                    <a:pt x="6016799" y="1224604"/>
                  </a:lnTo>
                  <a:lnTo>
                    <a:pt x="5973857" y="1157993"/>
                  </a:lnTo>
                  <a:lnTo>
                    <a:pt x="5931120" y="1092379"/>
                  </a:lnTo>
                  <a:lnTo>
                    <a:pt x="5888698" y="1028349"/>
                  </a:lnTo>
                  <a:lnTo>
                    <a:pt x="5846674" y="966431"/>
                  </a:lnTo>
                  <a:lnTo>
                    <a:pt x="5805092" y="907076"/>
                  </a:lnTo>
                  <a:lnTo>
                    <a:pt x="5763953" y="850647"/>
                  </a:lnTo>
                  <a:lnTo>
                    <a:pt x="5723206" y="797412"/>
                  </a:lnTo>
                  <a:lnTo>
                    <a:pt x="5682745" y="747543"/>
                  </a:lnTo>
                  <a:lnTo>
                    <a:pt x="5642397" y="701124"/>
                  </a:lnTo>
                  <a:lnTo>
                    <a:pt x="5601922" y="658153"/>
                  </a:lnTo>
                  <a:lnTo>
                    <a:pt x="5567201" y="624306"/>
                  </a:lnTo>
                  <a:lnTo>
                    <a:pt x="5519642" y="582606"/>
                  </a:lnTo>
                  <a:lnTo>
                    <a:pt x="5470412" y="545201"/>
                  </a:lnTo>
                  <a:lnTo>
                    <a:pt x="5418702" y="511857"/>
                  </a:lnTo>
                  <a:lnTo>
                    <a:pt x="5363611" y="482187"/>
                  </a:lnTo>
                  <a:lnTo>
                    <a:pt x="5304224" y="455760"/>
                  </a:lnTo>
                  <a:lnTo>
                    <a:pt x="5239699" y="432166"/>
                  </a:lnTo>
                  <a:lnTo>
                    <a:pt x="5169373" y="411048"/>
                  </a:lnTo>
                  <a:lnTo>
                    <a:pt x="5092902" y="392123"/>
                  </a:lnTo>
                  <a:lnTo>
                    <a:pt x="5010456" y="375191"/>
                  </a:lnTo>
                  <a:lnTo>
                    <a:pt x="4922933" y="360136"/>
                  </a:lnTo>
                  <a:lnTo>
                    <a:pt x="4832165" y="346917"/>
                  </a:lnTo>
                  <a:lnTo>
                    <a:pt x="4741034" y="335553"/>
                  </a:lnTo>
                  <a:lnTo>
                    <a:pt x="4653372" y="326090"/>
                  </a:lnTo>
                  <a:lnTo>
                    <a:pt x="4573559" y="318555"/>
                  </a:lnTo>
                  <a:lnTo>
                    <a:pt x="4505803" y="312912"/>
                  </a:lnTo>
                  <a:lnTo>
                    <a:pt x="4453245" y="309022"/>
                  </a:lnTo>
                  <a:lnTo>
                    <a:pt x="4417168" y="306634"/>
                  </a:lnTo>
                  <a:lnTo>
                    <a:pt x="4396572" y="305409"/>
                  </a:lnTo>
                  <a:lnTo>
                    <a:pt x="4388202" y="304960"/>
                  </a:lnTo>
                  <a:lnTo>
                    <a:pt x="4386855" y="304893"/>
                  </a:lnTo>
                  <a:lnTo>
                    <a:pt x="3848118" y="304893"/>
                  </a:lnTo>
                  <a:lnTo>
                    <a:pt x="3846817" y="304883"/>
                  </a:lnTo>
                  <a:lnTo>
                    <a:pt x="3838330" y="304811"/>
                  </a:lnTo>
                  <a:lnTo>
                    <a:pt x="3817171" y="304610"/>
                  </a:lnTo>
                  <a:lnTo>
                    <a:pt x="3779946" y="304217"/>
                  </a:lnTo>
                  <a:lnTo>
                    <a:pt x="3725679" y="303574"/>
                  </a:lnTo>
                  <a:lnTo>
                    <a:pt x="3655828" y="302641"/>
                  </a:lnTo>
                  <a:lnTo>
                    <a:pt x="3573800" y="301396"/>
                  </a:lnTo>
                  <a:lnTo>
                    <a:pt x="3484071" y="299833"/>
                  </a:lnTo>
                  <a:lnTo>
                    <a:pt x="3391221" y="297958"/>
                  </a:lnTo>
                  <a:lnTo>
                    <a:pt x="3299181" y="295778"/>
                  </a:lnTo>
                  <a:lnTo>
                    <a:pt x="3210835" y="293295"/>
                  </a:lnTo>
                  <a:lnTo>
                    <a:pt x="3127952" y="290502"/>
                  </a:lnTo>
                  <a:lnTo>
                    <a:pt x="3051331" y="287375"/>
                  </a:lnTo>
                  <a:lnTo>
                    <a:pt x="2981034" y="283879"/>
                  </a:lnTo>
                  <a:lnTo>
                    <a:pt x="2916616" y="279964"/>
                  </a:lnTo>
                  <a:lnTo>
                    <a:pt x="2857326" y="275567"/>
                  </a:lnTo>
                  <a:lnTo>
                    <a:pt x="2802250" y="270619"/>
                  </a:lnTo>
                  <a:lnTo>
                    <a:pt x="2750422" y="265047"/>
                  </a:lnTo>
                  <a:lnTo>
                    <a:pt x="2700911" y="258793"/>
                  </a:lnTo>
                  <a:lnTo>
                    <a:pt x="2667772" y="254078"/>
                  </a:lnTo>
                  <a:lnTo>
                    <a:pt x="2615562" y="245812"/>
                  </a:lnTo>
                  <a:lnTo>
                    <a:pt x="2563853" y="236656"/>
                  </a:lnTo>
                  <a:lnTo>
                    <a:pt x="2512065" y="226598"/>
                  </a:lnTo>
                  <a:lnTo>
                    <a:pt x="2459817" y="215664"/>
                  </a:lnTo>
                  <a:lnTo>
                    <a:pt x="2406899" y="203914"/>
                  </a:lnTo>
                  <a:lnTo>
                    <a:pt x="2353248" y="191451"/>
                  </a:lnTo>
                  <a:lnTo>
                    <a:pt x="2298933" y="178417"/>
                  </a:lnTo>
                  <a:lnTo>
                    <a:pt x="2244122" y="164988"/>
                  </a:lnTo>
                  <a:lnTo>
                    <a:pt x="2189056" y="151363"/>
                  </a:lnTo>
                  <a:lnTo>
                    <a:pt x="2134013" y="137756"/>
                  </a:lnTo>
                  <a:lnTo>
                    <a:pt x="2079266" y="124376"/>
                  </a:lnTo>
                  <a:lnTo>
                    <a:pt x="2025047" y="111422"/>
                  </a:lnTo>
                  <a:lnTo>
                    <a:pt x="1971511" y="99064"/>
                  </a:lnTo>
                  <a:lnTo>
                    <a:pt x="1918707" y="87438"/>
                  </a:lnTo>
                  <a:lnTo>
                    <a:pt x="1866550" y="76639"/>
                  </a:lnTo>
                  <a:lnTo>
                    <a:pt x="1814805" y="66725"/>
                  </a:lnTo>
                  <a:lnTo>
                    <a:pt x="1763061" y="57711"/>
                  </a:lnTo>
                  <a:lnTo>
                    <a:pt x="1719082" y="50815"/>
                  </a:lnTo>
                  <a:lnTo>
                    <a:pt x="1670685" y="44072"/>
                  </a:lnTo>
                  <a:lnTo>
                    <a:pt x="1620545" y="38036"/>
                  </a:lnTo>
                  <a:lnTo>
                    <a:pt x="1567806" y="32666"/>
                  </a:lnTo>
                  <a:lnTo>
                    <a:pt x="1511518" y="27898"/>
                  </a:lnTo>
                  <a:lnTo>
                    <a:pt x="1450721" y="23658"/>
                  </a:lnTo>
                  <a:lnTo>
                    <a:pt x="1384537" y="19880"/>
                  </a:lnTo>
                  <a:lnTo>
                    <a:pt x="1312294" y="16504"/>
                  </a:lnTo>
                  <a:lnTo>
                    <a:pt x="1233683" y="13485"/>
                  </a:lnTo>
                  <a:lnTo>
                    <a:pt x="1148967" y="10790"/>
                  </a:lnTo>
                  <a:lnTo>
                    <a:pt x="1059227" y="8402"/>
                  </a:lnTo>
                  <a:lnTo>
                    <a:pt x="966572" y="6317"/>
                  </a:lnTo>
                  <a:lnTo>
                    <a:pt x="874232" y="4538"/>
                  </a:lnTo>
                  <a:lnTo>
                    <a:pt x="786402" y="3074"/>
                  </a:lnTo>
                  <a:lnTo>
                    <a:pt x="707725" y="1928"/>
                  </a:lnTo>
                  <a:lnTo>
                    <a:pt x="642450" y="1089"/>
                  </a:lnTo>
                  <a:lnTo>
                    <a:pt x="593455" y="529"/>
                  </a:lnTo>
                  <a:lnTo>
                    <a:pt x="561468" y="202"/>
                  </a:lnTo>
                  <a:lnTo>
                    <a:pt x="544735" y="49"/>
                  </a:lnTo>
                  <a:lnTo>
                    <a:pt x="539168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65" name="pl765"/>
            <p:cNvSpPr/>
            <p:nvPr/>
          </p:nvSpPr>
          <p:spPr>
            <a:xfrm>
              <a:off x="546595" y="690567"/>
              <a:ext cx="8234974" cy="2221369"/>
            </a:xfrm>
            <a:custGeom>
              <a:avLst/>
              <a:pathLst>
                <a:path w="8234974" h="2221369">
                  <a:moveTo>
                    <a:pt x="0" y="0"/>
                  </a:moveTo>
                  <a:lnTo>
                    <a:pt x="538736" y="0"/>
                  </a:lnTo>
                  <a:lnTo>
                    <a:pt x="540037" y="10"/>
                  </a:lnTo>
                  <a:lnTo>
                    <a:pt x="548525" y="82"/>
                  </a:lnTo>
                  <a:lnTo>
                    <a:pt x="569684" y="283"/>
                  </a:lnTo>
                  <a:lnTo>
                    <a:pt x="606909" y="676"/>
                  </a:lnTo>
                  <a:lnTo>
                    <a:pt x="661176" y="1319"/>
                  </a:lnTo>
                  <a:lnTo>
                    <a:pt x="731027" y="2252"/>
                  </a:lnTo>
                  <a:lnTo>
                    <a:pt x="813055" y="3497"/>
                  </a:lnTo>
                  <a:lnTo>
                    <a:pt x="902784" y="5060"/>
                  </a:lnTo>
                  <a:lnTo>
                    <a:pt x="995634" y="6935"/>
                  </a:lnTo>
                  <a:lnTo>
                    <a:pt x="1087674" y="9115"/>
                  </a:lnTo>
                  <a:lnTo>
                    <a:pt x="1176020" y="11597"/>
                  </a:lnTo>
                  <a:lnTo>
                    <a:pt x="1258903" y="14391"/>
                  </a:lnTo>
                  <a:lnTo>
                    <a:pt x="1335523" y="17518"/>
                  </a:lnTo>
                  <a:lnTo>
                    <a:pt x="1405821" y="21014"/>
                  </a:lnTo>
                  <a:lnTo>
                    <a:pt x="1470238" y="24929"/>
                  </a:lnTo>
                  <a:lnTo>
                    <a:pt x="1529528" y="29326"/>
                  </a:lnTo>
                  <a:lnTo>
                    <a:pt x="1584604" y="34274"/>
                  </a:lnTo>
                  <a:lnTo>
                    <a:pt x="1636432" y="39846"/>
                  </a:lnTo>
                  <a:lnTo>
                    <a:pt x="1685944" y="46100"/>
                  </a:lnTo>
                  <a:lnTo>
                    <a:pt x="1719082" y="50815"/>
                  </a:lnTo>
                  <a:lnTo>
                    <a:pt x="1771292" y="59081"/>
                  </a:lnTo>
                  <a:lnTo>
                    <a:pt x="1823002" y="68237"/>
                  </a:lnTo>
                  <a:lnTo>
                    <a:pt x="1874789" y="78294"/>
                  </a:lnTo>
                  <a:lnTo>
                    <a:pt x="1927037" y="89229"/>
                  </a:lnTo>
                  <a:lnTo>
                    <a:pt x="1979956" y="100979"/>
                  </a:lnTo>
                  <a:lnTo>
                    <a:pt x="2033606" y="113442"/>
                  </a:lnTo>
                  <a:lnTo>
                    <a:pt x="2087922" y="126475"/>
                  </a:lnTo>
                  <a:lnTo>
                    <a:pt x="2142733" y="139905"/>
                  </a:lnTo>
                  <a:lnTo>
                    <a:pt x="2197798" y="153529"/>
                  </a:lnTo>
                  <a:lnTo>
                    <a:pt x="2252841" y="167137"/>
                  </a:lnTo>
                  <a:lnTo>
                    <a:pt x="2307589" y="180517"/>
                  </a:lnTo>
                  <a:lnTo>
                    <a:pt x="2361808" y="193471"/>
                  </a:lnTo>
                  <a:lnTo>
                    <a:pt x="2415343" y="205829"/>
                  </a:lnTo>
                  <a:lnTo>
                    <a:pt x="2468148" y="217455"/>
                  </a:lnTo>
                  <a:lnTo>
                    <a:pt x="2520304" y="228254"/>
                  </a:lnTo>
                  <a:lnTo>
                    <a:pt x="2572050" y="238168"/>
                  </a:lnTo>
                  <a:lnTo>
                    <a:pt x="2623794" y="247182"/>
                  </a:lnTo>
                  <a:lnTo>
                    <a:pt x="2667772" y="254078"/>
                  </a:lnTo>
                  <a:lnTo>
                    <a:pt x="2716169" y="260821"/>
                  </a:lnTo>
                  <a:lnTo>
                    <a:pt x="2766310" y="266857"/>
                  </a:lnTo>
                  <a:lnTo>
                    <a:pt x="2819048" y="272227"/>
                  </a:lnTo>
                  <a:lnTo>
                    <a:pt x="2875336" y="276995"/>
                  </a:lnTo>
                  <a:lnTo>
                    <a:pt x="2936134" y="281235"/>
                  </a:lnTo>
                  <a:lnTo>
                    <a:pt x="3002317" y="285013"/>
                  </a:lnTo>
                  <a:lnTo>
                    <a:pt x="3074560" y="288389"/>
                  </a:lnTo>
                  <a:lnTo>
                    <a:pt x="3153172" y="291408"/>
                  </a:lnTo>
                  <a:lnTo>
                    <a:pt x="3237887" y="294103"/>
                  </a:lnTo>
                  <a:lnTo>
                    <a:pt x="3327627" y="296491"/>
                  </a:lnTo>
                  <a:lnTo>
                    <a:pt x="3420283" y="298576"/>
                  </a:lnTo>
                  <a:lnTo>
                    <a:pt x="3512622" y="300354"/>
                  </a:lnTo>
                  <a:lnTo>
                    <a:pt x="3600452" y="301819"/>
                  </a:lnTo>
                  <a:lnTo>
                    <a:pt x="3679129" y="302965"/>
                  </a:lnTo>
                  <a:lnTo>
                    <a:pt x="3744405" y="303804"/>
                  </a:lnTo>
                  <a:lnTo>
                    <a:pt x="3793399" y="304364"/>
                  </a:lnTo>
                  <a:lnTo>
                    <a:pt x="3825386" y="304691"/>
                  </a:lnTo>
                  <a:lnTo>
                    <a:pt x="3842120" y="304844"/>
                  </a:lnTo>
                  <a:lnTo>
                    <a:pt x="3847687" y="304890"/>
                  </a:lnTo>
                  <a:lnTo>
                    <a:pt x="3848118" y="304893"/>
                  </a:lnTo>
                  <a:lnTo>
                    <a:pt x="4386855" y="304893"/>
                  </a:lnTo>
                  <a:lnTo>
                    <a:pt x="4388092" y="304954"/>
                  </a:lnTo>
                  <a:lnTo>
                    <a:pt x="4396171" y="305387"/>
                  </a:lnTo>
                  <a:lnTo>
                    <a:pt x="4416349" y="306583"/>
                  </a:lnTo>
                  <a:lnTo>
                    <a:pt x="4451943" y="308931"/>
                  </a:lnTo>
                  <a:lnTo>
                    <a:pt x="4504022" y="312773"/>
                  </a:lnTo>
                  <a:lnTo>
                    <a:pt x="4571368" y="318362"/>
                  </a:lnTo>
                  <a:lnTo>
                    <a:pt x="4650882" y="325840"/>
                  </a:lnTo>
                  <a:lnTo>
                    <a:pt x="4738376" y="335246"/>
                  </a:lnTo>
                  <a:lnTo>
                    <a:pt x="4829464" y="346554"/>
                  </a:lnTo>
                  <a:lnTo>
                    <a:pt x="4920289" y="359719"/>
                  </a:lnTo>
                  <a:lnTo>
                    <a:pt x="5007939" y="374721"/>
                  </a:lnTo>
                  <a:lnTo>
                    <a:pt x="5090552" y="391596"/>
                  </a:lnTo>
                  <a:lnTo>
                    <a:pt x="5167204" y="410459"/>
                  </a:lnTo>
                  <a:lnTo>
                    <a:pt x="5237709" y="431509"/>
                  </a:lnTo>
                  <a:lnTo>
                    <a:pt x="5302397" y="455025"/>
                  </a:lnTo>
                  <a:lnTo>
                    <a:pt x="5361924" y="481362"/>
                  </a:lnTo>
                  <a:lnTo>
                    <a:pt x="5417129" y="510931"/>
                  </a:lnTo>
                  <a:lnTo>
                    <a:pt x="5468926" y="544160"/>
                  </a:lnTo>
                  <a:lnTo>
                    <a:pt x="5518217" y="581441"/>
                  </a:lnTo>
                  <a:lnTo>
                    <a:pt x="5565815" y="623014"/>
                  </a:lnTo>
                  <a:lnTo>
                    <a:pt x="5567201" y="624306"/>
                  </a:lnTo>
                  <a:lnTo>
                    <a:pt x="5608035" y="664404"/>
                  </a:lnTo>
                  <a:lnTo>
                    <a:pt x="5648473" y="707891"/>
                  </a:lnTo>
                  <a:lnTo>
                    <a:pt x="5688824" y="754831"/>
                  </a:lnTo>
                  <a:lnTo>
                    <a:pt x="5729319" y="805214"/>
                  </a:lnTo>
                  <a:lnTo>
                    <a:pt x="5770119" y="858944"/>
                  </a:lnTo>
                  <a:lnTo>
                    <a:pt x="5811323" y="915833"/>
                  </a:lnTo>
                  <a:lnTo>
                    <a:pt x="5852973" y="975599"/>
                  </a:lnTo>
                  <a:lnTo>
                    <a:pt x="5895061" y="1037866"/>
                  </a:lnTo>
                  <a:lnTo>
                    <a:pt x="5937537" y="1102170"/>
                  </a:lnTo>
                  <a:lnTo>
                    <a:pt x="5980312" y="1167973"/>
                  </a:lnTo>
                  <a:lnTo>
                    <a:pt x="6023274" y="1234680"/>
                  </a:lnTo>
                  <a:lnTo>
                    <a:pt x="6066293" y="1301659"/>
                  </a:lnTo>
                  <a:lnTo>
                    <a:pt x="6109235" y="1368269"/>
                  </a:lnTo>
                  <a:lnTo>
                    <a:pt x="6151972" y="1433884"/>
                  </a:lnTo>
                  <a:lnTo>
                    <a:pt x="6194394" y="1497914"/>
                  </a:lnTo>
                  <a:lnTo>
                    <a:pt x="6236419" y="1559832"/>
                  </a:lnTo>
                  <a:lnTo>
                    <a:pt x="6278001" y="1619186"/>
                  </a:lnTo>
                  <a:lnTo>
                    <a:pt x="6319140" y="1675616"/>
                  </a:lnTo>
                  <a:lnTo>
                    <a:pt x="6359886" y="1728851"/>
                  </a:lnTo>
                  <a:lnTo>
                    <a:pt x="6400348" y="1778720"/>
                  </a:lnTo>
                  <a:lnTo>
                    <a:pt x="6440695" y="1825139"/>
                  </a:lnTo>
                  <a:lnTo>
                    <a:pt x="6481171" y="1868110"/>
                  </a:lnTo>
                  <a:lnTo>
                    <a:pt x="6515891" y="1901957"/>
                  </a:lnTo>
                  <a:lnTo>
                    <a:pt x="6563450" y="1943657"/>
                  </a:lnTo>
                  <a:lnTo>
                    <a:pt x="6612680" y="1981062"/>
                  </a:lnTo>
                  <a:lnTo>
                    <a:pt x="6664390" y="2014406"/>
                  </a:lnTo>
                  <a:lnTo>
                    <a:pt x="6719482" y="2044076"/>
                  </a:lnTo>
                  <a:lnTo>
                    <a:pt x="6778869" y="2070503"/>
                  </a:lnTo>
                  <a:lnTo>
                    <a:pt x="6843393" y="2094097"/>
                  </a:lnTo>
                  <a:lnTo>
                    <a:pt x="6913720" y="2115215"/>
                  </a:lnTo>
                  <a:lnTo>
                    <a:pt x="6990190" y="2134140"/>
                  </a:lnTo>
                  <a:lnTo>
                    <a:pt x="7072636" y="2151071"/>
                  </a:lnTo>
                  <a:lnTo>
                    <a:pt x="7160160" y="2166127"/>
                  </a:lnTo>
                  <a:lnTo>
                    <a:pt x="7250928" y="2179346"/>
                  </a:lnTo>
                  <a:lnTo>
                    <a:pt x="7342059" y="2190710"/>
                  </a:lnTo>
                  <a:lnTo>
                    <a:pt x="7429721" y="2200173"/>
                  </a:lnTo>
                  <a:lnTo>
                    <a:pt x="7509533" y="2207708"/>
                  </a:lnTo>
                  <a:lnTo>
                    <a:pt x="7577290" y="2213351"/>
                  </a:lnTo>
                  <a:lnTo>
                    <a:pt x="7629848" y="2217241"/>
                  </a:lnTo>
                  <a:lnTo>
                    <a:pt x="7665924" y="2219629"/>
                  </a:lnTo>
                  <a:lnTo>
                    <a:pt x="7686520" y="2220854"/>
                  </a:lnTo>
                  <a:lnTo>
                    <a:pt x="7694890" y="2221303"/>
                  </a:lnTo>
                  <a:lnTo>
                    <a:pt x="7696237" y="2221369"/>
                  </a:lnTo>
                  <a:lnTo>
                    <a:pt x="7696237" y="2221369"/>
                  </a:lnTo>
                  <a:lnTo>
                    <a:pt x="8234974" y="22213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6" name="pl766"/>
            <p:cNvSpPr/>
            <p:nvPr/>
          </p:nvSpPr>
          <p:spPr>
            <a:xfrm>
              <a:off x="546595" y="685122"/>
              <a:ext cx="8234974" cy="2221369"/>
            </a:xfrm>
            <a:custGeom>
              <a:avLst/>
              <a:pathLst>
                <a:path w="8234974" h="2221369">
                  <a:moveTo>
                    <a:pt x="8234974" y="2221369"/>
                  </a:moveTo>
                  <a:lnTo>
                    <a:pt x="7696237" y="2221369"/>
                  </a:lnTo>
                  <a:lnTo>
                    <a:pt x="7695000" y="2221309"/>
                  </a:lnTo>
                  <a:lnTo>
                    <a:pt x="7686921" y="2220876"/>
                  </a:lnTo>
                  <a:lnTo>
                    <a:pt x="7666743" y="2219680"/>
                  </a:lnTo>
                  <a:lnTo>
                    <a:pt x="7631149" y="2217332"/>
                  </a:lnTo>
                  <a:lnTo>
                    <a:pt x="7579070" y="2213490"/>
                  </a:lnTo>
                  <a:lnTo>
                    <a:pt x="7511725" y="2207901"/>
                  </a:lnTo>
                  <a:lnTo>
                    <a:pt x="7432210" y="2200423"/>
                  </a:lnTo>
                  <a:lnTo>
                    <a:pt x="7344716" y="2191017"/>
                  </a:lnTo>
                  <a:lnTo>
                    <a:pt x="7253629" y="2179708"/>
                  </a:lnTo>
                  <a:lnTo>
                    <a:pt x="7162804" y="2166544"/>
                  </a:lnTo>
                  <a:lnTo>
                    <a:pt x="7075153" y="2151542"/>
                  </a:lnTo>
                  <a:lnTo>
                    <a:pt x="6992540" y="2134667"/>
                  </a:lnTo>
                  <a:lnTo>
                    <a:pt x="6915888" y="2115804"/>
                  </a:lnTo>
                  <a:lnTo>
                    <a:pt x="6845383" y="2094754"/>
                  </a:lnTo>
                  <a:lnTo>
                    <a:pt x="6780696" y="2071238"/>
                  </a:lnTo>
                  <a:lnTo>
                    <a:pt x="6721169" y="2044900"/>
                  </a:lnTo>
                  <a:lnTo>
                    <a:pt x="6665963" y="2015332"/>
                  </a:lnTo>
                  <a:lnTo>
                    <a:pt x="6614167" y="1982103"/>
                  </a:lnTo>
                  <a:lnTo>
                    <a:pt x="6564876" y="1944822"/>
                  </a:lnTo>
                  <a:lnTo>
                    <a:pt x="6517277" y="1903249"/>
                  </a:lnTo>
                  <a:lnTo>
                    <a:pt x="6515891" y="1901957"/>
                  </a:lnTo>
                  <a:lnTo>
                    <a:pt x="6475057" y="1861859"/>
                  </a:lnTo>
                  <a:lnTo>
                    <a:pt x="6434620" y="1818372"/>
                  </a:lnTo>
                  <a:lnTo>
                    <a:pt x="6394268" y="1771432"/>
                  </a:lnTo>
                  <a:lnTo>
                    <a:pt x="6353773" y="1721049"/>
                  </a:lnTo>
                  <a:lnTo>
                    <a:pt x="6312973" y="1667319"/>
                  </a:lnTo>
                  <a:lnTo>
                    <a:pt x="6271770" y="1610430"/>
                  </a:lnTo>
                  <a:lnTo>
                    <a:pt x="6230120" y="1550664"/>
                  </a:lnTo>
                  <a:lnTo>
                    <a:pt x="6188031" y="1488397"/>
                  </a:lnTo>
                  <a:lnTo>
                    <a:pt x="6145556" y="1424093"/>
                  </a:lnTo>
                  <a:lnTo>
                    <a:pt x="6102780" y="1358290"/>
                  </a:lnTo>
                  <a:lnTo>
                    <a:pt x="6059818" y="1291583"/>
                  </a:lnTo>
                  <a:lnTo>
                    <a:pt x="6016799" y="1224604"/>
                  </a:lnTo>
                  <a:lnTo>
                    <a:pt x="5973857" y="1157993"/>
                  </a:lnTo>
                  <a:lnTo>
                    <a:pt x="5931120" y="1092379"/>
                  </a:lnTo>
                  <a:lnTo>
                    <a:pt x="5888698" y="1028349"/>
                  </a:lnTo>
                  <a:lnTo>
                    <a:pt x="5846674" y="966431"/>
                  </a:lnTo>
                  <a:lnTo>
                    <a:pt x="5805092" y="907076"/>
                  </a:lnTo>
                  <a:lnTo>
                    <a:pt x="5763953" y="850647"/>
                  </a:lnTo>
                  <a:lnTo>
                    <a:pt x="5723206" y="797412"/>
                  </a:lnTo>
                  <a:lnTo>
                    <a:pt x="5682745" y="747543"/>
                  </a:lnTo>
                  <a:lnTo>
                    <a:pt x="5642397" y="701124"/>
                  </a:lnTo>
                  <a:lnTo>
                    <a:pt x="5601922" y="658153"/>
                  </a:lnTo>
                  <a:lnTo>
                    <a:pt x="5567201" y="624306"/>
                  </a:lnTo>
                  <a:lnTo>
                    <a:pt x="5519642" y="582606"/>
                  </a:lnTo>
                  <a:lnTo>
                    <a:pt x="5470412" y="545201"/>
                  </a:lnTo>
                  <a:lnTo>
                    <a:pt x="5418702" y="511857"/>
                  </a:lnTo>
                  <a:lnTo>
                    <a:pt x="5363611" y="482187"/>
                  </a:lnTo>
                  <a:lnTo>
                    <a:pt x="5304224" y="455760"/>
                  </a:lnTo>
                  <a:lnTo>
                    <a:pt x="5239699" y="432166"/>
                  </a:lnTo>
                  <a:lnTo>
                    <a:pt x="5169373" y="411048"/>
                  </a:lnTo>
                  <a:lnTo>
                    <a:pt x="5092902" y="392123"/>
                  </a:lnTo>
                  <a:lnTo>
                    <a:pt x="5010456" y="375191"/>
                  </a:lnTo>
                  <a:lnTo>
                    <a:pt x="4922933" y="360136"/>
                  </a:lnTo>
                  <a:lnTo>
                    <a:pt x="4832165" y="346917"/>
                  </a:lnTo>
                  <a:lnTo>
                    <a:pt x="4741034" y="335553"/>
                  </a:lnTo>
                  <a:lnTo>
                    <a:pt x="4653372" y="326090"/>
                  </a:lnTo>
                  <a:lnTo>
                    <a:pt x="4573559" y="318555"/>
                  </a:lnTo>
                  <a:lnTo>
                    <a:pt x="4505803" y="312912"/>
                  </a:lnTo>
                  <a:lnTo>
                    <a:pt x="4453245" y="309022"/>
                  </a:lnTo>
                  <a:lnTo>
                    <a:pt x="4417168" y="306634"/>
                  </a:lnTo>
                  <a:lnTo>
                    <a:pt x="4396572" y="305409"/>
                  </a:lnTo>
                  <a:lnTo>
                    <a:pt x="4388202" y="304960"/>
                  </a:lnTo>
                  <a:lnTo>
                    <a:pt x="4386855" y="304893"/>
                  </a:lnTo>
                  <a:lnTo>
                    <a:pt x="4386855" y="304893"/>
                  </a:lnTo>
                  <a:lnTo>
                    <a:pt x="3848118" y="304893"/>
                  </a:lnTo>
                  <a:lnTo>
                    <a:pt x="3846817" y="304883"/>
                  </a:lnTo>
                  <a:lnTo>
                    <a:pt x="3838330" y="304811"/>
                  </a:lnTo>
                  <a:lnTo>
                    <a:pt x="3817171" y="304610"/>
                  </a:lnTo>
                  <a:lnTo>
                    <a:pt x="3779946" y="304217"/>
                  </a:lnTo>
                  <a:lnTo>
                    <a:pt x="3725679" y="303574"/>
                  </a:lnTo>
                  <a:lnTo>
                    <a:pt x="3655828" y="302641"/>
                  </a:lnTo>
                  <a:lnTo>
                    <a:pt x="3573800" y="301396"/>
                  </a:lnTo>
                  <a:lnTo>
                    <a:pt x="3484071" y="299833"/>
                  </a:lnTo>
                  <a:lnTo>
                    <a:pt x="3391221" y="297958"/>
                  </a:lnTo>
                  <a:lnTo>
                    <a:pt x="3299181" y="295778"/>
                  </a:lnTo>
                  <a:lnTo>
                    <a:pt x="3210835" y="293295"/>
                  </a:lnTo>
                  <a:lnTo>
                    <a:pt x="3127952" y="290502"/>
                  </a:lnTo>
                  <a:lnTo>
                    <a:pt x="3051331" y="287375"/>
                  </a:lnTo>
                  <a:lnTo>
                    <a:pt x="2981034" y="283879"/>
                  </a:lnTo>
                  <a:lnTo>
                    <a:pt x="2916616" y="279964"/>
                  </a:lnTo>
                  <a:lnTo>
                    <a:pt x="2857326" y="275567"/>
                  </a:lnTo>
                  <a:lnTo>
                    <a:pt x="2802250" y="270619"/>
                  </a:lnTo>
                  <a:lnTo>
                    <a:pt x="2750422" y="265047"/>
                  </a:lnTo>
                  <a:lnTo>
                    <a:pt x="2700911" y="258793"/>
                  </a:lnTo>
                  <a:lnTo>
                    <a:pt x="2667772" y="254078"/>
                  </a:lnTo>
                  <a:lnTo>
                    <a:pt x="2615562" y="245812"/>
                  </a:lnTo>
                  <a:lnTo>
                    <a:pt x="2563853" y="236656"/>
                  </a:lnTo>
                  <a:lnTo>
                    <a:pt x="2512065" y="226598"/>
                  </a:lnTo>
                  <a:lnTo>
                    <a:pt x="2459817" y="215664"/>
                  </a:lnTo>
                  <a:lnTo>
                    <a:pt x="2406899" y="203914"/>
                  </a:lnTo>
                  <a:lnTo>
                    <a:pt x="2353248" y="191451"/>
                  </a:lnTo>
                  <a:lnTo>
                    <a:pt x="2298933" y="178417"/>
                  </a:lnTo>
                  <a:lnTo>
                    <a:pt x="2244122" y="164988"/>
                  </a:lnTo>
                  <a:lnTo>
                    <a:pt x="2189056" y="151363"/>
                  </a:lnTo>
                  <a:lnTo>
                    <a:pt x="2134013" y="137756"/>
                  </a:lnTo>
                  <a:lnTo>
                    <a:pt x="2079266" y="124376"/>
                  </a:lnTo>
                  <a:lnTo>
                    <a:pt x="2025047" y="111422"/>
                  </a:lnTo>
                  <a:lnTo>
                    <a:pt x="1971511" y="99064"/>
                  </a:lnTo>
                  <a:lnTo>
                    <a:pt x="1918707" y="87438"/>
                  </a:lnTo>
                  <a:lnTo>
                    <a:pt x="1866550" y="76639"/>
                  </a:lnTo>
                  <a:lnTo>
                    <a:pt x="1814805" y="66725"/>
                  </a:lnTo>
                  <a:lnTo>
                    <a:pt x="1763061" y="57711"/>
                  </a:lnTo>
                  <a:lnTo>
                    <a:pt x="1719082" y="50815"/>
                  </a:lnTo>
                  <a:lnTo>
                    <a:pt x="1670685" y="44072"/>
                  </a:lnTo>
                  <a:lnTo>
                    <a:pt x="1620545" y="38036"/>
                  </a:lnTo>
                  <a:lnTo>
                    <a:pt x="1567806" y="32666"/>
                  </a:lnTo>
                  <a:lnTo>
                    <a:pt x="1511518" y="27898"/>
                  </a:lnTo>
                  <a:lnTo>
                    <a:pt x="1450721" y="23658"/>
                  </a:lnTo>
                  <a:lnTo>
                    <a:pt x="1384537" y="19880"/>
                  </a:lnTo>
                  <a:lnTo>
                    <a:pt x="1312294" y="16504"/>
                  </a:lnTo>
                  <a:lnTo>
                    <a:pt x="1233683" y="13485"/>
                  </a:lnTo>
                  <a:lnTo>
                    <a:pt x="1148967" y="10790"/>
                  </a:lnTo>
                  <a:lnTo>
                    <a:pt x="1059227" y="8402"/>
                  </a:lnTo>
                  <a:lnTo>
                    <a:pt x="966572" y="6317"/>
                  </a:lnTo>
                  <a:lnTo>
                    <a:pt x="874232" y="4538"/>
                  </a:lnTo>
                  <a:lnTo>
                    <a:pt x="786402" y="3074"/>
                  </a:lnTo>
                  <a:lnTo>
                    <a:pt x="707725" y="1928"/>
                  </a:lnTo>
                  <a:lnTo>
                    <a:pt x="642450" y="1089"/>
                  </a:lnTo>
                  <a:lnTo>
                    <a:pt x="593455" y="529"/>
                  </a:lnTo>
                  <a:lnTo>
                    <a:pt x="561468" y="202"/>
                  </a:lnTo>
                  <a:lnTo>
                    <a:pt x="544735" y="49"/>
                  </a:lnTo>
                  <a:lnTo>
                    <a:pt x="539168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7" name="pg767"/>
            <p:cNvSpPr/>
            <p:nvPr/>
          </p:nvSpPr>
          <p:spPr>
            <a:xfrm>
              <a:off x="546595" y="690567"/>
              <a:ext cx="8234974" cy="2934603"/>
            </a:xfrm>
            <a:custGeom>
              <a:avLst/>
              <a:pathLst>
                <a:path w="8234974" h="2934603">
                  <a:moveTo>
                    <a:pt x="0" y="10889"/>
                  </a:moveTo>
                  <a:lnTo>
                    <a:pt x="538736" y="10889"/>
                  </a:lnTo>
                  <a:lnTo>
                    <a:pt x="540037" y="10900"/>
                  </a:lnTo>
                  <a:lnTo>
                    <a:pt x="548522" y="10982"/>
                  </a:lnTo>
                  <a:lnTo>
                    <a:pt x="569673" y="11207"/>
                  </a:lnTo>
                  <a:lnTo>
                    <a:pt x="606886" y="11649"/>
                  </a:lnTo>
                  <a:lnTo>
                    <a:pt x="661137" y="12372"/>
                  </a:lnTo>
                  <a:lnTo>
                    <a:pt x="730970" y="13422"/>
                  </a:lnTo>
                  <a:lnTo>
                    <a:pt x="812980" y="14822"/>
                  </a:lnTo>
                  <a:lnTo>
                    <a:pt x="902694" y="16580"/>
                  </a:lnTo>
                  <a:lnTo>
                    <a:pt x="995531" y="18689"/>
                  </a:lnTo>
                  <a:lnTo>
                    <a:pt x="1087563" y="21140"/>
                  </a:lnTo>
                  <a:lnTo>
                    <a:pt x="1175904" y="23932"/>
                  </a:lnTo>
                  <a:lnTo>
                    <a:pt x="1258785" y="27074"/>
                  </a:lnTo>
                  <a:lnTo>
                    <a:pt x="1335406" y="30591"/>
                  </a:lnTo>
                  <a:lnTo>
                    <a:pt x="1405705" y="34522"/>
                  </a:lnTo>
                  <a:lnTo>
                    <a:pt x="1470125" y="38926"/>
                  </a:lnTo>
                  <a:lnTo>
                    <a:pt x="1529416" y="43870"/>
                  </a:lnTo>
                  <a:lnTo>
                    <a:pt x="1584493" y="49435"/>
                  </a:lnTo>
                  <a:lnTo>
                    <a:pt x="1636321" y="55701"/>
                  </a:lnTo>
                  <a:lnTo>
                    <a:pt x="1685830" y="62735"/>
                  </a:lnTo>
                  <a:lnTo>
                    <a:pt x="1719082" y="68056"/>
                  </a:lnTo>
                  <a:lnTo>
                    <a:pt x="1771142" y="77327"/>
                  </a:lnTo>
                  <a:lnTo>
                    <a:pt x="1822702" y="87594"/>
                  </a:lnTo>
                  <a:lnTo>
                    <a:pt x="1874338" y="98868"/>
                  </a:lnTo>
                  <a:lnTo>
                    <a:pt x="1926429" y="111124"/>
                  </a:lnTo>
                  <a:lnTo>
                    <a:pt x="1979185" y="124293"/>
                  </a:lnTo>
                  <a:lnTo>
                    <a:pt x="2032669" y="138262"/>
                  </a:lnTo>
                  <a:lnTo>
                    <a:pt x="2086816" y="152872"/>
                  </a:lnTo>
                  <a:lnTo>
                    <a:pt x="2141460" y="167929"/>
                  </a:lnTo>
                  <a:lnTo>
                    <a:pt x="2196363" y="183210"/>
                  </a:lnTo>
                  <a:lnTo>
                    <a:pt x="2251252" y="198478"/>
                  </a:lnTo>
                  <a:lnTo>
                    <a:pt x="2305853" y="213497"/>
                  </a:lnTo>
                  <a:lnTo>
                    <a:pt x="2359936" y="228048"/>
                  </a:lnTo>
                  <a:lnTo>
                    <a:pt x="2413343" y="241937"/>
                  </a:lnTo>
                  <a:lnTo>
                    <a:pt x="2466022" y="255014"/>
                  </a:lnTo>
                  <a:lnTo>
                    <a:pt x="2518051" y="267168"/>
                  </a:lnTo>
                  <a:lnTo>
                    <a:pt x="2569658" y="278335"/>
                  </a:lnTo>
                  <a:lnTo>
                    <a:pt x="2621240" y="288493"/>
                  </a:lnTo>
                  <a:lnTo>
                    <a:pt x="2667772" y="296727"/>
                  </a:lnTo>
                  <a:lnTo>
                    <a:pt x="2716163" y="304312"/>
                  </a:lnTo>
                  <a:lnTo>
                    <a:pt x="2766297" y="311102"/>
                  </a:lnTo>
                  <a:lnTo>
                    <a:pt x="2819028" y="317142"/>
                  </a:lnTo>
                  <a:lnTo>
                    <a:pt x="2875308" y="322506"/>
                  </a:lnTo>
                  <a:lnTo>
                    <a:pt x="2936095" y="327275"/>
                  </a:lnTo>
                  <a:lnTo>
                    <a:pt x="3002266" y="331526"/>
                  </a:lnTo>
                  <a:lnTo>
                    <a:pt x="3074496" y="335323"/>
                  </a:lnTo>
                  <a:lnTo>
                    <a:pt x="3153092" y="338720"/>
                  </a:lnTo>
                  <a:lnTo>
                    <a:pt x="3237791" y="341752"/>
                  </a:lnTo>
                  <a:lnTo>
                    <a:pt x="3327515" y="344438"/>
                  </a:lnTo>
                  <a:lnTo>
                    <a:pt x="3420157" y="346784"/>
                  </a:lnTo>
                  <a:lnTo>
                    <a:pt x="3512488" y="348785"/>
                  </a:lnTo>
                  <a:lnTo>
                    <a:pt x="3600318" y="350433"/>
                  </a:lnTo>
                  <a:lnTo>
                    <a:pt x="3679005" y="351723"/>
                  </a:lnTo>
                  <a:lnTo>
                    <a:pt x="3744299" y="352668"/>
                  </a:lnTo>
                  <a:lnTo>
                    <a:pt x="3793320" y="353298"/>
                  </a:lnTo>
                  <a:lnTo>
                    <a:pt x="3825336" y="353665"/>
                  </a:lnTo>
                  <a:lnTo>
                    <a:pt x="3842097" y="353838"/>
                  </a:lnTo>
                  <a:lnTo>
                    <a:pt x="3847682" y="353890"/>
                  </a:lnTo>
                  <a:lnTo>
                    <a:pt x="3848118" y="353894"/>
                  </a:lnTo>
                  <a:lnTo>
                    <a:pt x="4386855" y="353894"/>
                  </a:lnTo>
                  <a:lnTo>
                    <a:pt x="4388044" y="353973"/>
                  </a:lnTo>
                  <a:lnTo>
                    <a:pt x="4395816" y="354532"/>
                  </a:lnTo>
                  <a:lnTo>
                    <a:pt x="4415255" y="356078"/>
                  </a:lnTo>
                  <a:lnTo>
                    <a:pt x="4449615" y="359114"/>
                  </a:lnTo>
                  <a:lnTo>
                    <a:pt x="4500028" y="364088"/>
                  </a:lnTo>
                  <a:lnTo>
                    <a:pt x="4565448" y="371333"/>
                  </a:lnTo>
                  <a:lnTo>
                    <a:pt x="4643009" y="381044"/>
                  </a:lnTo>
                  <a:lnTo>
                    <a:pt x="4728741" y="393284"/>
                  </a:lnTo>
                  <a:lnTo>
                    <a:pt x="4818414" y="408023"/>
                  </a:lnTo>
                  <a:lnTo>
                    <a:pt x="4908239" y="425201"/>
                  </a:lnTo>
                  <a:lnTo>
                    <a:pt x="4995292" y="444786"/>
                  </a:lnTo>
                  <a:lnTo>
                    <a:pt x="5077645" y="466814"/>
                  </a:lnTo>
                  <a:lnTo>
                    <a:pt x="5154285" y="491416"/>
                  </a:lnTo>
                  <a:lnTo>
                    <a:pt x="5224930" y="518831"/>
                  </a:lnTo>
                  <a:lnTo>
                    <a:pt x="5289823" y="549401"/>
                  </a:lnTo>
                  <a:lnTo>
                    <a:pt x="5349545" y="583568"/>
                  </a:lnTo>
                  <a:lnTo>
                    <a:pt x="5404876" y="621851"/>
                  </a:lnTo>
                  <a:lnTo>
                    <a:pt x="5456684" y="664805"/>
                  </a:lnTo>
                  <a:lnTo>
                    <a:pt x="5505847" y="712957"/>
                  </a:lnTo>
                  <a:lnTo>
                    <a:pt x="5553174" y="766685"/>
                  </a:lnTo>
                  <a:lnTo>
                    <a:pt x="5567201" y="784012"/>
                  </a:lnTo>
                  <a:lnTo>
                    <a:pt x="5603975" y="832405"/>
                  </a:lnTo>
                  <a:lnTo>
                    <a:pt x="5640400" y="884483"/>
                  </a:lnTo>
                  <a:lnTo>
                    <a:pt x="5676711" y="940321"/>
                  </a:lnTo>
                  <a:lnTo>
                    <a:pt x="5713090" y="999929"/>
                  </a:lnTo>
                  <a:lnTo>
                    <a:pt x="5749670" y="1063242"/>
                  </a:lnTo>
                  <a:lnTo>
                    <a:pt x="5786545" y="1130117"/>
                  </a:lnTo>
                  <a:lnTo>
                    <a:pt x="5823766" y="1200330"/>
                  </a:lnTo>
                  <a:lnTo>
                    <a:pt x="5861351" y="1273569"/>
                  </a:lnTo>
                  <a:lnTo>
                    <a:pt x="5899287" y="1349444"/>
                  </a:lnTo>
                  <a:lnTo>
                    <a:pt x="5937530" y="1427486"/>
                  </a:lnTo>
                  <a:lnTo>
                    <a:pt x="5976017" y="1507165"/>
                  </a:lnTo>
                  <a:lnTo>
                    <a:pt x="6014665" y="1587898"/>
                  </a:lnTo>
                  <a:lnTo>
                    <a:pt x="6053381" y="1669067"/>
                  </a:lnTo>
                  <a:lnTo>
                    <a:pt x="6092067" y="1750044"/>
                  </a:lnTo>
                  <a:lnTo>
                    <a:pt x="6130627" y="1830203"/>
                  </a:lnTo>
                  <a:lnTo>
                    <a:pt x="6168974" y="1908948"/>
                  </a:lnTo>
                  <a:lnTo>
                    <a:pt x="6207035" y="1985725"/>
                  </a:lnTo>
                  <a:lnTo>
                    <a:pt x="6244760" y="2060040"/>
                  </a:lnTo>
                  <a:lnTo>
                    <a:pt x="6282123" y="2131470"/>
                  </a:lnTo>
                  <a:lnTo>
                    <a:pt x="6319128" y="2199674"/>
                  </a:lnTo>
                  <a:lnTo>
                    <a:pt x="6355814" y="2264394"/>
                  </a:lnTo>
                  <a:lnTo>
                    <a:pt x="6392258" y="2325453"/>
                  </a:lnTo>
                  <a:lnTo>
                    <a:pt x="6428576" y="2382759"/>
                  </a:lnTo>
                  <a:lnTo>
                    <a:pt x="6464932" y="2436294"/>
                  </a:lnTo>
                  <a:lnTo>
                    <a:pt x="6501538" y="2486106"/>
                  </a:lnTo>
                  <a:lnTo>
                    <a:pt x="6515891" y="2504485"/>
                  </a:lnTo>
                  <a:lnTo>
                    <a:pt x="6562803" y="2559924"/>
                  </a:lnTo>
                  <a:lnTo>
                    <a:pt x="6611331" y="2609730"/>
                  </a:lnTo>
                  <a:lnTo>
                    <a:pt x="6662251" y="2654201"/>
                  </a:lnTo>
                  <a:lnTo>
                    <a:pt x="6716425" y="2693835"/>
                  </a:lnTo>
                  <a:lnTo>
                    <a:pt x="6774734" y="2729187"/>
                  </a:lnTo>
                  <a:lnTo>
                    <a:pt x="6837994" y="2760792"/>
                  </a:lnTo>
                  <a:lnTo>
                    <a:pt x="6906859" y="2789118"/>
                  </a:lnTo>
                  <a:lnTo>
                    <a:pt x="6981691" y="2814539"/>
                  </a:lnTo>
                  <a:lnTo>
                    <a:pt x="7062389" y="2837325"/>
                  </a:lnTo>
                  <a:lnTo>
                    <a:pt x="7148182" y="2857639"/>
                  </a:lnTo>
                  <a:lnTo>
                    <a:pt x="7237433" y="2875545"/>
                  </a:lnTo>
                  <a:lnTo>
                    <a:pt x="7327517" y="2891026"/>
                  </a:lnTo>
                  <a:lnTo>
                    <a:pt x="7414876" y="2904026"/>
                  </a:lnTo>
                  <a:lnTo>
                    <a:pt x="7495349" y="2914499"/>
                  </a:lnTo>
                  <a:lnTo>
                    <a:pt x="7564802" y="2922475"/>
                  </a:lnTo>
                  <a:lnTo>
                    <a:pt x="7619948" y="2928104"/>
                  </a:lnTo>
                  <a:lnTo>
                    <a:pt x="7659135" y="2931682"/>
                  </a:lnTo>
                  <a:lnTo>
                    <a:pt x="7682826" y="2933627"/>
                  </a:lnTo>
                  <a:lnTo>
                    <a:pt x="7693661" y="2934430"/>
                  </a:lnTo>
                  <a:lnTo>
                    <a:pt x="7696237" y="2934603"/>
                  </a:lnTo>
                  <a:lnTo>
                    <a:pt x="8234974" y="2934603"/>
                  </a:lnTo>
                  <a:lnTo>
                    <a:pt x="8234974" y="2923714"/>
                  </a:lnTo>
                  <a:lnTo>
                    <a:pt x="7696237" y="2923714"/>
                  </a:lnTo>
                  <a:lnTo>
                    <a:pt x="7695049" y="2923636"/>
                  </a:lnTo>
                  <a:lnTo>
                    <a:pt x="7687276" y="2923077"/>
                  </a:lnTo>
                  <a:lnTo>
                    <a:pt x="7667837" y="2921531"/>
                  </a:lnTo>
                  <a:lnTo>
                    <a:pt x="7633478" y="2918494"/>
                  </a:lnTo>
                  <a:lnTo>
                    <a:pt x="7583065" y="2913521"/>
                  </a:lnTo>
                  <a:lnTo>
                    <a:pt x="7517645" y="2906276"/>
                  </a:lnTo>
                  <a:lnTo>
                    <a:pt x="7440084" y="2896564"/>
                  </a:lnTo>
                  <a:lnTo>
                    <a:pt x="7354351" y="2884325"/>
                  </a:lnTo>
                  <a:lnTo>
                    <a:pt x="7264678" y="2869586"/>
                  </a:lnTo>
                  <a:lnTo>
                    <a:pt x="7174854" y="2852407"/>
                  </a:lnTo>
                  <a:lnTo>
                    <a:pt x="7087801" y="2832822"/>
                  </a:lnTo>
                  <a:lnTo>
                    <a:pt x="7005448" y="2810794"/>
                  </a:lnTo>
                  <a:lnTo>
                    <a:pt x="6928808" y="2786192"/>
                  </a:lnTo>
                  <a:lnTo>
                    <a:pt x="6858162" y="2758778"/>
                  </a:lnTo>
                  <a:lnTo>
                    <a:pt x="6793270" y="2728208"/>
                  </a:lnTo>
                  <a:lnTo>
                    <a:pt x="6733548" y="2694040"/>
                  </a:lnTo>
                  <a:lnTo>
                    <a:pt x="6678217" y="2655758"/>
                  </a:lnTo>
                  <a:lnTo>
                    <a:pt x="6626408" y="2612804"/>
                  </a:lnTo>
                  <a:lnTo>
                    <a:pt x="6577245" y="2564651"/>
                  </a:lnTo>
                  <a:lnTo>
                    <a:pt x="6529918" y="2510924"/>
                  </a:lnTo>
                  <a:lnTo>
                    <a:pt x="6515891" y="2493596"/>
                  </a:lnTo>
                  <a:lnTo>
                    <a:pt x="6479118" y="2445204"/>
                  </a:lnTo>
                  <a:lnTo>
                    <a:pt x="6442693" y="2393126"/>
                  </a:lnTo>
                  <a:lnTo>
                    <a:pt x="6406382" y="2337287"/>
                  </a:lnTo>
                  <a:lnTo>
                    <a:pt x="6370003" y="2277680"/>
                  </a:lnTo>
                  <a:lnTo>
                    <a:pt x="6333422" y="2214367"/>
                  </a:lnTo>
                  <a:lnTo>
                    <a:pt x="6296547" y="2147491"/>
                  </a:lnTo>
                  <a:lnTo>
                    <a:pt x="6259326" y="2077279"/>
                  </a:lnTo>
                  <a:lnTo>
                    <a:pt x="6221741" y="2004039"/>
                  </a:lnTo>
                  <a:lnTo>
                    <a:pt x="6183806" y="1928165"/>
                  </a:lnTo>
                  <a:lnTo>
                    <a:pt x="6145562" y="1850122"/>
                  </a:lnTo>
                  <a:lnTo>
                    <a:pt x="6107075" y="1770443"/>
                  </a:lnTo>
                  <a:lnTo>
                    <a:pt x="6068427" y="1689711"/>
                  </a:lnTo>
                  <a:lnTo>
                    <a:pt x="6029711" y="1608541"/>
                  </a:lnTo>
                  <a:lnTo>
                    <a:pt x="5991025" y="1527565"/>
                  </a:lnTo>
                  <a:lnTo>
                    <a:pt x="5952465" y="1447405"/>
                  </a:lnTo>
                  <a:lnTo>
                    <a:pt x="5914118" y="1368660"/>
                  </a:lnTo>
                  <a:lnTo>
                    <a:pt x="5876057" y="1291883"/>
                  </a:lnTo>
                  <a:lnTo>
                    <a:pt x="5838332" y="1217569"/>
                  </a:lnTo>
                  <a:lnTo>
                    <a:pt x="5800970" y="1146138"/>
                  </a:lnTo>
                  <a:lnTo>
                    <a:pt x="5763965" y="1077934"/>
                  </a:lnTo>
                  <a:lnTo>
                    <a:pt x="5727279" y="1013215"/>
                  </a:lnTo>
                  <a:lnTo>
                    <a:pt x="5690835" y="952155"/>
                  </a:lnTo>
                  <a:lnTo>
                    <a:pt x="5654516" y="894849"/>
                  </a:lnTo>
                  <a:lnTo>
                    <a:pt x="5618160" y="841315"/>
                  </a:lnTo>
                  <a:lnTo>
                    <a:pt x="5581554" y="791503"/>
                  </a:lnTo>
                  <a:lnTo>
                    <a:pt x="5567201" y="773123"/>
                  </a:lnTo>
                  <a:lnTo>
                    <a:pt x="5520290" y="717685"/>
                  </a:lnTo>
                  <a:lnTo>
                    <a:pt x="5471761" y="667879"/>
                  </a:lnTo>
                  <a:lnTo>
                    <a:pt x="5420842" y="623407"/>
                  </a:lnTo>
                  <a:lnTo>
                    <a:pt x="5366667" y="583774"/>
                  </a:lnTo>
                  <a:lnTo>
                    <a:pt x="5308358" y="548422"/>
                  </a:lnTo>
                  <a:lnTo>
                    <a:pt x="5245099" y="516816"/>
                  </a:lnTo>
                  <a:lnTo>
                    <a:pt x="5176234" y="488491"/>
                  </a:lnTo>
                  <a:lnTo>
                    <a:pt x="5101401" y="463070"/>
                  </a:lnTo>
                  <a:lnTo>
                    <a:pt x="5020703" y="440284"/>
                  </a:lnTo>
                  <a:lnTo>
                    <a:pt x="4934910" y="419969"/>
                  </a:lnTo>
                  <a:lnTo>
                    <a:pt x="4845659" y="402063"/>
                  </a:lnTo>
                  <a:lnTo>
                    <a:pt x="4755576" y="386582"/>
                  </a:lnTo>
                  <a:lnTo>
                    <a:pt x="4668217" y="373583"/>
                  </a:lnTo>
                  <a:lnTo>
                    <a:pt x="4587743" y="363110"/>
                  </a:lnTo>
                  <a:lnTo>
                    <a:pt x="4518291" y="355134"/>
                  </a:lnTo>
                  <a:lnTo>
                    <a:pt x="4463144" y="349504"/>
                  </a:lnTo>
                  <a:lnTo>
                    <a:pt x="4423957" y="345926"/>
                  </a:lnTo>
                  <a:lnTo>
                    <a:pt x="4400266" y="343982"/>
                  </a:lnTo>
                  <a:lnTo>
                    <a:pt x="4389431" y="343179"/>
                  </a:lnTo>
                  <a:lnTo>
                    <a:pt x="4386855" y="343005"/>
                  </a:lnTo>
                  <a:lnTo>
                    <a:pt x="3848118" y="343005"/>
                  </a:lnTo>
                  <a:lnTo>
                    <a:pt x="3846818" y="342994"/>
                  </a:lnTo>
                  <a:lnTo>
                    <a:pt x="3838333" y="342912"/>
                  </a:lnTo>
                  <a:lnTo>
                    <a:pt x="3817181" y="342687"/>
                  </a:lnTo>
                  <a:lnTo>
                    <a:pt x="3779968" y="342244"/>
                  </a:lnTo>
                  <a:lnTo>
                    <a:pt x="3725717" y="341521"/>
                  </a:lnTo>
                  <a:lnTo>
                    <a:pt x="3655884" y="340472"/>
                  </a:lnTo>
                  <a:lnTo>
                    <a:pt x="3573874" y="339072"/>
                  </a:lnTo>
                  <a:lnTo>
                    <a:pt x="3484161" y="337314"/>
                  </a:lnTo>
                  <a:lnTo>
                    <a:pt x="3391324" y="335205"/>
                  </a:lnTo>
                  <a:lnTo>
                    <a:pt x="3299292" y="332753"/>
                  </a:lnTo>
                  <a:lnTo>
                    <a:pt x="3210951" y="329961"/>
                  </a:lnTo>
                  <a:lnTo>
                    <a:pt x="3128069" y="326820"/>
                  </a:lnTo>
                  <a:lnTo>
                    <a:pt x="3051449" y="323303"/>
                  </a:lnTo>
                  <a:lnTo>
                    <a:pt x="2981149" y="319371"/>
                  </a:lnTo>
                  <a:lnTo>
                    <a:pt x="2916730" y="314968"/>
                  </a:lnTo>
                  <a:lnTo>
                    <a:pt x="2857438" y="310023"/>
                  </a:lnTo>
                  <a:lnTo>
                    <a:pt x="2802362" y="304458"/>
                  </a:lnTo>
                  <a:lnTo>
                    <a:pt x="2750534" y="298193"/>
                  </a:lnTo>
                  <a:lnTo>
                    <a:pt x="2701024" y="291159"/>
                  </a:lnTo>
                  <a:lnTo>
                    <a:pt x="2667772" y="285838"/>
                  </a:lnTo>
                  <a:lnTo>
                    <a:pt x="2615712" y="276566"/>
                  </a:lnTo>
                  <a:lnTo>
                    <a:pt x="2564152" y="266300"/>
                  </a:lnTo>
                  <a:lnTo>
                    <a:pt x="2512516" y="255026"/>
                  </a:lnTo>
                  <a:lnTo>
                    <a:pt x="2460426" y="242770"/>
                  </a:lnTo>
                  <a:lnTo>
                    <a:pt x="2407670" y="229600"/>
                  </a:lnTo>
                  <a:lnTo>
                    <a:pt x="2354186" y="215632"/>
                  </a:lnTo>
                  <a:lnTo>
                    <a:pt x="2300039" y="201022"/>
                  </a:lnTo>
                  <a:lnTo>
                    <a:pt x="2245395" y="185965"/>
                  </a:lnTo>
                  <a:lnTo>
                    <a:pt x="2190491" y="170684"/>
                  </a:lnTo>
                  <a:lnTo>
                    <a:pt x="2135603" y="155416"/>
                  </a:lnTo>
                  <a:lnTo>
                    <a:pt x="2081002" y="140396"/>
                  </a:lnTo>
                  <a:lnTo>
                    <a:pt x="2026919" y="125846"/>
                  </a:lnTo>
                  <a:lnTo>
                    <a:pt x="1973512" y="111956"/>
                  </a:lnTo>
                  <a:lnTo>
                    <a:pt x="1920832" y="98880"/>
                  </a:lnTo>
                  <a:lnTo>
                    <a:pt x="1868803" y="86726"/>
                  </a:lnTo>
                  <a:lnTo>
                    <a:pt x="1817197" y="75559"/>
                  </a:lnTo>
                  <a:lnTo>
                    <a:pt x="1765614" y="65400"/>
                  </a:lnTo>
                  <a:lnTo>
                    <a:pt x="1719082" y="57167"/>
                  </a:lnTo>
                  <a:lnTo>
                    <a:pt x="1670691" y="49582"/>
                  </a:lnTo>
                  <a:lnTo>
                    <a:pt x="1620558" y="42792"/>
                  </a:lnTo>
                  <a:lnTo>
                    <a:pt x="1567826" y="36751"/>
                  </a:lnTo>
                  <a:lnTo>
                    <a:pt x="1511547" y="31387"/>
                  </a:lnTo>
                  <a:lnTo>
                    <a:pt x="1450760" y="26618"/>
                  </a:lnTo>
                  <a:lnTo>
                    <a:pt x="1384588" y="22368"/>
                  </a:lnTo>
                  <a:lnTo>
                    <a:pt x="1312359" y="18570"/>
                  </a:lnTo>
                  <a:lnTo>
                    <a:pt x="1233763" y="15173"/>
                  </a:lnTo>
                  <a:lnTo>
                    <a:pt x="1149064" y="12142"/>
                  </a:lnTo>
                  <a:lnTo>
                    <a:pt x="1059340" y="9456"/>
                  </a:lnTo>
                  <a:lnTo>
                    <a:pt x="966698" y="7109"/>
                  </a:lnTo>
                  <a:lnTo>
                    <a:pt x="874366" y="5108"/>
                  </a:lnTo>
                  <a:lnTo>
                    <a:pt x="786537" y="3461"/>
                  </a:lnTo>
                  <a:lnTo>
                    <a:pt x="707850" y="2171"/>
                  </a:lnTo>
                  <a:lnTo>
                    <a:pt x="642555" y="1226"/>
                  </a:lnTo>
                  <a:lnTo>
                    <a:pt x="593535" y="596"/>
                  </a:lnTo>
                  <a:lnTo>
                    <a:pt x="561518" y="228"/>
                  </a:lnTo>
                  <a:lnTo>
                    <a:pt x="544758" y="55"/>
                  </a:lnTo>
                  <a:lnTo>
                    <a:pt x="539172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68" name="pl768"/>
            <p:cNvSpPr/>
            <p:nvPr/>
          </p:nvSpPr>
          <p:spPr>
            <a:xfrm>
              <a:off x="546595" y="701456"/>
              <a:ext cx="8234974" cy="2923714"/>
            </a:xfrm>
            <a:custGeom>
              <a:avLst/>
              <a:pathLst>
                <a:path w="8234974" h="2923714">
                  <a:moveTo>
                    <a:pt x="0" y="0"/>
                  </a:moveTo>
                  <a:lnTo>
                    <a:pt x="538736" y="0"/>
                  </a:lnTo>
                  <a:lnTo>
                    <a:pt x="540037" y="11"/>
                  </a:lnTo>
                  <a:lnTo>
                    <a:pt x="548522" y="92"/>
                  </a:lnTo>
                  <a:lnTo>
                    <a:pt x="569673" y="318"/>
                  </a:lnTo>
                  <a:lnTo>
                    <a:pt x="606886" y="760"/>
                  </a:lnTo>
                  <a:lnTo>
                    <a:pt x="661137" y="1483"/>
                  </a:lnTo>
                  <a:lnTo>
                    <a:pt x="730970" y="2533"/>
                  </a:lnTo>
                  <a:lnTo>
                    <a:pt x="812980" y="3933"/>
                  </a:lnTo>
                  <a:lnTo>
                    <a:pt x="902694" y="5691"/>
                  </a:lnTo>
                  <a:lnTo>
                    <a:pt x="995531" y="7800"/>
                  </a:lnTo>
                  <a:lnTo>
                    <a:pt x="1087563" y="10251"/>
                  </a:lnTo>
                  <a:lnTo>
                    <a:pt x="1175904" y="13043"/>
                  </a:lnTo>
                  <a:lnTo>
                    <a:pt x="1258785" y="16185"/>
                  </a:lnTo>
                  <a:lnTo>
                    <a:pt x="1335406" y="19702"/>
                  </a:lnTo>
                  <a:lnTo>
                    <a:pt x="1405705" y="23633"/>
                  </a:lnTo>
                  <a:lnTo>
                    <a:pt x="1470125" y="28037"/>
                  </a:lnTo>
                  <a:lnTo>
                    <a:pt x="1529416" y="32981"/>
                  </a:lnTo>
                  <a:lnTo>
                    <a:pt x="1584493" y="38546"/>
                  </a:lnTo>
                  <a:lnTo>
                    <a:pt x="1636321" y="44812"/>
                  </a:lnTo>
                  <a:lnTo>
                    <a:pt x="1685830" y="51846"/>
                  </a:lnTo>
                  <a:lnTo>
                    <a:pt x="1719082" y="57167"/>
                  </a:lnTo>
                  <a:lnTo>
                    <a:pt x="1771142" y="66438"/>
                  </a:lnTo>
                  <a:lnTo>
                    <a:pt x="1822702" y="76705"/>
                  </a:lnTo>
                  <a:lnTo>
                    <a:pt x="1874338" y="87979"/>
                  </a:lnTo>
                  <a:lnTo>
                    <a:pt x="1926429" y="100235"/>
                  </a:lnTo>
                  <a:lnTo>
                    <a:pt x="1979185" y="113404"/>
                  </a:lnTo>
                  <a:lnTo>
                    <a:pt x="2032669" y="127373"/>
                  </a:lnTo>
                  <a:lnTo>
                    <a:pt x="2086816" y="141983"/>
                  </a:lnTo>
                  <a:lnTo>
                    <a:pt x="2141460" y="157040"/>
                  </a:lnTo>
                  <a:lnTo>
                    <a:pt x="2196363" y="172321"/>
                  </a:lnTo>
                  <a:lnTo>
                    <a:pt x="2251252" y="187589"/>
                  </a:lnTo>
                  <a:lnTo>
                    <a:pt x="2305853" y="202608"/>
                  </a:lnTo>
                  <a:lnTo>
                    <a:pt x="2359936" y="217159"/>
                  </a:lnTo>
                  <a:lnTo>
                    <a:pt x="2413343" y="231048"/>
                  </a:lnTo>
                  <a:lnTo>
                    <a:pt x="2466022" y="244125"/>
                  </a:lnTo>
                  <a:lnTo>
                    <a:pt x="2518051" y="256278"/>
                  </a:lnTo>
                  <a:lnTo>
                    <a:pt x="2569658" y="267445"/>
                  </a:lnTo>
                  <a:lnTo>
                    <a:pt x="2621240" y="277604"/>
                  </a:lnTo>
                  <a:lnTo>
                    <a:pt x="2667772" y="285838"/>
                  </a:lnTo>
                  <a:lnTo>
                    <a:pt x="2716163" y="293423"/>
                  </a:lnTo>
                  <a:lnTo>
                    <a:pt x="2766297" y="300213"/>
                  </a:lnTo>
                  <a:lnTo>
                    <a:pt x="2819028" y="306253"/>
                  </a:lnTo>
                  <a:lnTo>
                    <a:pt x="2875308" y="311617"/>
                  </a:lnTo>
                  <a:lnTo>
                    <a:pt x="2936095" y="316386"/>
                  </a:lnTo>
                  <a:lnTo>
                    <a:pt x="3002266" y="320637"/>
                  </a:lnTo>
                  <a:lnTo>
                    <a:pt x="3074496" y="324434"/>
                  </a:lnTo>
                  <a:lnTo>
                    <a:pt x="3153092" y="327831"/>
                  </a:lnTo>
                  <a:lnTo>
                    <a:pt x="3237791" y="330863"/>
                  </a:lnTo>
                  <a:lnTo>
                    <a:pt x="3327515" y="333549"/>
                  </a:lnTo>
                  <a:lnTo>
                    <a:pt x="3420157" y="335895"/>
                  </a:lnTo>
                  <a:lnTo>
                    <a:pt x="3512488" y="337896"/>
                  </a:lnTo>
                  <a:lnTo>
                    <a:pt x="3600318" y="339544"/>
                  </a:lnTo>
                  <a:lnTo>
                    <a:pt x="3679005" y="340834"/>
                  </a:lnTo>
                  <a:lnTo>
                    <a:pt x="3744299" y="341779"/>
                  </a:lnTo>
                  <a:lnTo>
                    <a:pt x="3793320" y="342409"/>
                  </a:lnTo>
                  <a:lnTo>
                    <a:pt x="3825336" y="342776"/>
                  </a:lnTo>
                  <a:lnTo>
                    <a:pt x="3842097" y="342949"/>
                  </a:lnTo>
                  <a:lnTo>
                    <a:pt x="3847682" y="343001"/>
                  </a:lnTo>
                  <a:lnTo>
                    <a:pt x="3848118" y="343005"/>
                  </a:lnTo>
                  <a:lnTo>
                    <a:pt x="4386855" y="343005"/>
                  </a:lnTo>
                  <a:lnTo>
                    <a:pt x="4388044" y="343083"/>
                  </a:lnTo>
                  <a:lnTo>
                    <a:pt x="4395816" y="343643"/>
                  </a:lnTo>
                  <a:lnTo>
                    <a:pt x="4415255" y="345189"/>
                  </a:lnTo>
                  <a:lnTo>
                    <a:pt x="4449615" y="348225"/>
                  </a:lnTo>
                  <a:lnTo>
                    <a:pt x="4500028" y="353199"/>
                  </a:lnTo>
                  <a:lnTo>
                    <a:pt x="4565448" y="360444"/>
                  </a:lnTo>
                  <a:lnTo>
                    <a:pt x="4643009" y="370155"/>
                  </a:lnTo>
                  <a:lnTo>
                    <a:pt x="4728741" y="382395"/>
                  </a:lnTo>
                  <a:lnTo>
                    <a:pt x="4818414" y="397134"/>
                  </a:lnTo>
                  <a:lnTo>
                    <a:pt x="4908239" y="414312"/>
                  </a:lnTo>
                  <a:lnTo>
                    <a:pt x="4995292" y="433897"/>
                  </a:lnTo>
                  <a:lnTo>
                    <a:pt x="5077645" y="455925"/>
                  </a:lnTo>
                  <a:lnTo>
                    <a:pt x="5154285" y="480527"/>
                  </a:lnTo>
                  <a:lnTo>
                    <a:pt x="5224930" y="507941"/>
                  </a:lnTo>
                  <a:lnTo>
                    <a:pt x="5289823" y="538512"/>
                  </a:lnTo>
                  <a:lnTo>
                    <a:pt x="5349545" y="572679"/>
                  </a:lnTo>
                  <a:lnTo>
                    <a:pt x="5404876" y="610962"/>
                  </a:lnTo>
                  <a:lnTo>
                    <a:pt x="5456684" y="653916"/>
                  </a:lnTo>
                  <a:lnTo>
                    <a:pt x="5505847" y="702068"/>
                  </a:lnTo>
                  <a:lnTo>
                    <a:pt x="5553174" y="755795"/>
                  </a:lnTo>
                  <a:lnTo>
                    <a:pt x="5567201" y="773123"/>
                  </a:lnTo>
                  <a:lnTo>
                    <a:pt x="5603975" y="821516"/>
                  </a:lnTo>
                  <a:lnTo>
                    <a:pt x="5640400" y="873594"/>
                  </a:lnTo>
                  <a:lnTo>
                    <a:pt x="5676711" y="929432"/>
                  </a:lnTo>
                  <a:lnTo>
                    <a:pt x="5713090" y="989040"/>
                  </a:lnTo>
                  <a:lnTo>
                    <a:pt x="5749670" y="1052353"/>
                  </a:lnTo>
                  <a:lnTo>
                    <a:pt x="5786545" y="1119228"/>
                  </a:lnTo>
                  <a:lnTo>
                    <a:pt x="5823766" y="1189441"/>
                  </a:lnTo>
                  <a:lnTo>
                    <a:pt x="5861351" y="1262680"/>
                  </a:lnTo>
                  <a:lnTo>
                    <a:pt x="5899287" y="1338555"/>
                  </a:lnTo>
                  <a:lnTo>
                    <a:pt x="5937530" y="1416597"/>
                  </a:lnTo>
                  <a:lnTo>
                    <a:pt x="5976017" y="1496276"/>
                  </a:lnTo>
                  <a:lnTo>
                    <a:pt x="6014665" y="1577008"/>
                  </a:lnTo>
                  <a:lnTo>
                    <a:pt x="6053381" y="1658178"/>
                  </a:lnTo>
                  <a:lnTo>
                    <a:pt x="6092067" y="1739155"/>
                  </a:lnTo>
                  <a:lnTo>
                    <a:pt x="6130627" y="1819314"/>
                  </a:lnTo>
                  <a:lnTo>
                    <a:pt x="6168974" y="1898059"/>
                  </a:lnTo>
                  <a:lnTo>
                    <a:pt x="6207035" y="1974836"/>
                  </a:lnTo>
                  <a:lnTo>
                    <a:pt x="6244760" y="2049151"/>
                  </a:lnTo>
                  <a:lnTo>
                    <a:pt x="6282123" y="2120581"/>
                  </a:lnTo>
                  <a:lnTo>
                    <a:pt x="6319128" y="2188785"/>
                  </a:lnTo>
                  <a:lnTo>
                    <a:pt x="6355814" y="2253504"/>
                  </a:lnTo>
                  <a:lnTo>
                    <a:pt x="6392258" y="2314564"/>
                  </a:lnTo>
                  <a:lnTo>
                    <a:pt x="6428576" y="2371870"/>
                  </a:lnTo>
                  <a:lnTo>
                    <a:pt x="6464932" y="2425405"/>
                  </a:lnTo>
                  <a:lnTo>
                    <a:pt x="6501538" y="2475217"/>
                  </a:lnTo>
                  <a:lnTo>
                    <a:pt x="6515891" y="2493596"/>
                  </a:lnTo>
                  <a:lnTo>
                    <a:pt x="6562803" y="2549035"/>
                  </a:lnTo>
                  <a:lnTo>
                    <a:pt x="6611331" y="2598841"/>
                  </a:lnTo>
                  <a:lnTo>
                    <a:pt x="6662251" y="2643312"/>
                  </a:lnTo>
                  <a:lnTo>
                    <a:pt x="6716425" y="2682946"/>
                  </a:lnTo>
                  <a:lnTo>
                    <a:pt x="6774734" y="2718298"/>
                  </a:lnTo>
                  <a:lnTo>
                    <a:pt x="6837994" y="2749903"/>
                  </a:lnTo>
                  <a:lnTo>
                    <a:pt x="6906859" y="2778229"/>
                  </a:lnTo>
                  <a:lnTo>
                    <a:pt x="6981691" y="2803650"/>
                  </a:lnTo>
                  <a:lnTo>
                    <a:pt x="7062389" y="2826436"/>
                  </a:lnTo>
                  <a:lnTo>
                    <a:pt x="7148182" y="2846750"/>
                  </a:lnTo>
                  <a:lnTo>
                    <a:pt x="7237433" y="2864656"/>
                  </a:lnTo>
                  <a:lnTo>
                    <a:pt x="7327517" y="2880137"/>
                  </a:lnTo>
                  <a:lnTo>
                    <a:pt x="7414876" y="2893137"/>
                  </a:lnTo>
                  <a:lnTo>
                    <a:pt x="7495349" y="2903610"/>
                  </a:lnTo>
                  <a:lnTo>
                    <a:pt x="7564802" y="2911585"/>
                  </a:lnTo>
                  <a:lnTo>
                    <a:pt x="7619948" y="2917215"/>
                  </a:lnTo>
                  <a:lnTo>
                    <a:pt x="7659135" y="2920793"/>
                  </a:lnTo>
                  <a:lnTo>
                    <a:pt x="7682826" y="2922738"/>
                  </a:lnTo>
                  <a:lnTo>
                    <a:pt x="7693661" y="2923541"/>
                  </a:lnTo>
                  <a:lnTo>
                    <a:pt x="7696203" y="2923712"/>
                  </a:lnTo>
                  <a:lnTo>
                    <a:pt x="7696237" y="2923714"/>
                  </a:lnTo>
                  <a:lnTo>
                    <a:pt x="8234974" y="2923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9" name="pl769"/>
            <p:cNvSpPr/>
            <p:nvPr/>
          </p:nvSpPr>
          <p:spPr>
            <a:xfrm>
              <a:off x="546595" y="690567"/>
              <a:ext cx="8234974" cy="2923714"/>
            </a:xfrm>
            <a:custGeom>
              <a:avLst/>
              <a:pathLst>
                <a:path w="8234974" h="2923714">
                  <a:moveTo>
                    <a:pt x="8234974" y="2923714"/>
                  </a:moveTo>
                  <a:lnTo>
                    <a:pt x="7696237" y="2923714"/>
                  </a:lnTo>
                  <a:lnTo>
                    <a:pt x="7695049" y="2923636"/>
                  </a:lnTo>
                  <a:lnTo>
                    <a:pt x="7687276" y="2923077"/>
                  </a:lnTo>
                  <a:lnTo>
                    <a:pt x="7667837" y="2921531"/>
                  </a:lnTo>
                  <a:lnTo>
                    <a:pt x="7633478" y="2918494"/>
                  </a:lnTo>
                  <a:lnTo>
                    <a:pt x="7583065" y="2913521"/>
                  </a:lnTo>
                  <a:lnTo>
                    <a:pt x="7517645" y="2906276"/>
                  </a:lnTo>
                  <a:lnTo>
                    <a:pt x="7440084" y="2896564"/>
                  </a:lnTo>
                  <a:lnTo>
                    <a:pt x="7354351" y="2884325"/>
                  </a:lnTo>
                  <a:lnTo>
                    <a:pt x="7264678" y="2869586"/>
                  </a:lnTo>
                  <a:lnTo>
                    <a:pt x="7174854" y="2852407"/>
                  </a:lnTo>
                  <a:lnTo>
                    <a:pt x="7087801" y="2832822"/>
                  </a:lnTo>
                  <a:lnTo>
                    <a:pt x="7005448" y="2810794"/>
                  </a:lnTo>
                  <a:lnTo>
                    <a:pt x="6928808" y="2786192"/>
                  </a:lnTo>
                  <a:lnTo>
                    <a:pt x="6858162" y="2758778"/>
                  </a:lnTo>
                  <a:lnTo>
                    <a:pt x="6793270" y="2728208"/>
                  </a:lnTo>
                  <a:lnTo>
                    <a:pt x="6733548" y="2694040"/>
                  </a:lnTo>
                  <a:lnTo>
                    <a:pt x="6678217" y="2655758"/>
                  </a:lnTo>
                  <a:lnTo>
                    <a:pt x="6626408" y="2612804"/>
                  </a:lnTo>
                  <a:lnTo>
                    <a:pt x="6577245" y="2564651"/>
                  </a:lnTo>
                  <a:lnTo>
                    <a:pt x="6529918" y="2510924"/>
                  </a:lnTo>
                  <a:lnTo>
                    <a:pt x="6515891" y="2493596"/>
                  </a:lnTo>
                  <a:lnTo>
                    <a:pt x="6479118" y="2445204"/>
                  </a:lnTo>
                  <a:lnTo>
                    <a:pt x="6442693" y="2393126"/>
                  </a:lnTo>
                  <a:lnTo>
                    <a:pt x="6406382" y="2337287"/>
                  </a:lnTo>
                  <a:lnTo>
                    <a:pt x="6370003" y="2277680"/>
                  </a:lnTo>
                  <a:lnTo>
                    <a:pt x="6333422" y="2214367"/>
                  </a:lnTo>
                  <a:lnTo>
                    <a:pt x="6296547" y="2147491"/>
                  </a:lnTo>
                  <a:lnTo>
                    <a:pt x="6259326" y="2077279"/>
                  </a:lnTo>
                  <a:lnTo>
                    <a:pt x="6221741" y="2004039"/>
                  </a:lnTo>
                  <a:lnTo>
                    <a:pt x="6183806" y="1928165"/>
                  </a:lnTo>
                  <a:lnTo>
                    <a:pt x="6145562" y="1850122"/>
                  </a:lnTo>
                  <a:lnTo>
                    <a:pt x="6107075" y="1770443"/>
                  </a:lnTo>
                  <a:lnTo>
                    <a:pt x="6068427" y="1689711"/>
                  </a:lnTo>
                  <a:lnTo>
                    <a:pt x="6029711" y="1608541"/>
                  </a:lnTo>
                  <a:lnTo>
                    <a:pt x="5991025" y="1527565"/>
                  </a:lnTo>
                  <a:lnTo>
                    <a:pt x="5952465" y="1447405"/>
                  </a:lnTo>
                  <a:lnTo>
                    <a:pt x="5914118" y="1368660"/>
                  </a:lnTo>
                  <a:lnTo>
                    <a:pt x="5876057" y="1291883"/>
                  </a:lnTo>
                  <a:lnTo>
                    <a:pt x="5838332" y="1217569"/>
                  </a:lnTo>
                  <a:lnTo>
                    <a:pt x="5800970" y="1146138"/>
                  </a:lnTo>
                  <a:lnTo>
                    <a:pt x="5763965" y="1077934"/>
                  </a:lnTo>
                  <a:lnTo>
                    <a:pt x="5727279" y="1013215"/>
                  </a:lnTo>
                  <a:lnTo>
                    <a:pt x="5690835" y="952155"/>
                  </a:lnTo>
                  <a:lnTo>
                    <a:pt x="5654516" y="894849"/>
                  </a:lnTo>
                  <a:lnTo>
                    <a:pt x="5618160" y="841315"/>
                  </a:lnTo>
                  <a:lnTo>
                    <a:pt x="5581554" y="791503"/>
                  </a:lnTo>
                  <a:lnTo>
                    <a:pt x="5567201" y="773123"/>
                  </a:lnTo>
                  <a:lnTo>
                    <a:pt x="5520290" y="717685"/>
                  </a:lnTo>
                  <a:lnTo>
                    <a:pt x="5471761" y="667879"/>
                  </a:lnTo>
                  <a:lnTo>
                    <a:pt x="5420842" y="623407"/>
                  </a:lnTo>
                  <a:lnTo>
                    <a:pt x="5366667" y="583774"/>
                  </a:lnTo>
                  <a:lnTo>
                    <a:pt x="5308358" y="548422"/>
                  </a:lnTo>
                  <a:lnTo>
                    <a:pt x="5245099" y="516816"/>
                  </a:lnTo>
                  <a:lnTo>
                    <a:pt x="5176234" y="488491"/>
                  </a:lnTo>
                  <a:lnTo>
                    <a:pt x="5101401" y="463070"/>
                  </a:lnTo>
                  <a:lnTo>
                    <a:pt x="5020703" y="440284"/>
                  </a:lnTo>
                  <a:lnTo>
                    <a:pt x="4934910" y="419969"/>
                  </a:lnTo>
                  <a:lnTo>
                    <a:pt x="4845659" y="402063"/>
                  </a:lnTo>
                  <a:lnTo>
                    <a:pt x="4755576" y="386582"/>
                  </a:lnTo>
                  <a:lnTo>
                    <a:pt x="4668217" y="373583"/>
                  </a:lnTo>
                  <a:lnTo>
                    <a:pt x="4587743" y="363110"/>
                  </a:lnTo>
                  <a:lnTo>
                    <a:pt x="4518291" y="355134"/>
                  </a:lnTo>
                  <a:lnTo>
                    <a:pt x="4463144" y="349504"/>
                  </a:lnTo>
                  <a:lnTo>
                    <a:pt x="4423957" y="345926"/>
                  </a:lnTo>
                  <a:lnTo>
                    <a:pt x="4400266" y="343982"/>
                  </a:lnTo>
                  <a:lnTo>
                    <a:pt x="4389431" y="343179"/>
                  </a:lnTo>
                  <a:lnTo>
                    <a:pt x="4386889" y="343007"/>
                  </a:lnTo>
                  <a:lnTo>
                    <a:pt x="4386855" y="343005"/>
                  </a:lnTo>
                  <a:lnTo>
                    <a:pt x="3848118" y="343005"/>
                  </a:lnTo>
                  <a:lnTo>
                    <a:pt x="3846818" y="342994"/>
                  </a:lnTo>
                  <a:lnTo>
                    <a:pt x="3838333" y="342912"/>
                  </a:lnTo>
                  <a:lnTo>
                    <a:pt x="3817181" y="342687"/>
                  </a:lnTo>
                  <a:lnTo>
                    <a:pt x="3779968" y="342244"/>
                  </a:lnTo>
                  <a:lnTo>
                    <a:pt x="3725717" y="341521"/>
                  </a:lnTo>
                  <a:lnTo>
                    <a:pt x="3655884" y="340472"/>
                  </a:lnTo>
                  <a:lnTo>
                    <a:pt x="3573874" y="339072"/>
                  </a:lnTo>
                  <a:lnTo>
                    <a:pt x="3484161" y="337314"/>
                  </a:lnTo>
                  <a:lnTo>
                    <a:pt x="3391324" y="335205"/>
                  </a:lnTo>
                  <a:lnTo>
                    <a:pt x="3299292" y="332753"/>
                  </a:lnTo>
                  <a:lnTo>
                    <a:pt x="3210951" y="329961"/>
                  </a:lnTo>
                  <a:lnTo>
                    <a:pt x="3128069" y="326820"/>
                  </a:lnTo>
                  <a:lnTo>
                    <a:pt x="3051449" y="323303"/>
                  </a:lnTo>
                  <a:lnTo>
                    <a:pt x="2981149" y="319371"/>
                  </a:lnTo>
                  <a:lnTo>
                    <a:pt x="2916730" y="314968"/>
                  </a:lnTo>
                  <a:lnTo>
                    <a:pt x="2857438" y="310023"/>
                  </a:lnTo>
                  <a:lnTo>
                    <a:pt x="2802362" y="304458"/>
                  </a:lnTo>
                  <a:lnTo>
                    <a:pt x="2750534" y="298193"/>
                  </a:lnTo>
                  <a:lnTo>
                    <a:pt x="2701024" y="291159"/>
                  </a:lnTo>
                  <a:lnTo>
                    <a:pt x="2667772" y="285838"/>
                  </a:lnTo>
                  <a:lnTo>
                    <a:pt x="2615712" y="276566"/>
                  </a:lnTo>
                  <a:lnTo>
                    <a:pt x="2564152" y="266300"/>
                  </a:lnTo>
                  <a:lnTo>
                    <a:pt x="2512516" y="255026"/>
                  </a:lnTo>
                  <a:lnTo>
                    <a:pt x="2460426" y="242770"/>
                  </a:lnTo>
                  <a:lnTo>
                    <a:pt x="2407670" y="229600"/>
                  </a:lnTo>
                  <a:lnTo>
                    <a:pt x="2354186" y="215632"/>
                  </a:lnTo>
                  <a:lnTo>
                    <a:pt x="2300039" y="201022"/>
                  </a:lnTo>
                  <a:lnTo>
                    <a:pt x="2245395" y="185965"/>
                  </a:lnTo>
                  <a:lnTo>
                    <a:pt x="2190491" y="170684"/>
                  </a:lnTo>
                  <a:lnTo>
                    <a:pt x="2135603" y="155416"/>
                  </a:lnTo>
                  <a:lnTo>
                    <a:pt x="2081002" y="140396"/>
                  </a:lnTo>
                  <a:lnTo>
                    <a:pt x="2026919" y="125846"/>
                  </a:lnTo>
                  <a:lnTo>
                    <a:pt x="1973512" y="111956"/>
                  </a:lnTo>
                  <a:lnTo>
                    <a:pt x="1920832" y="98880"/>
                  </a:lnTo>
                  <a:lnTo>
                    <a:pt x="1868803" y="86726"/>
                  </a:lnTo>
                  <a:lnTo>
                    <a:pt x="1817197" y="75559"/>
                  </a:lnTo>
                  <a:lnTo>
                    <a:pt x="1765614" y="65400"/>
                  </a:lnTo>
                  <a:lnTo>
                    <a:pt x="1719082" y="57167"/>
                  </a:lnTo>
                  <a:lnTo>
                    <a:pt x="1670691" y="49582"/>
                  </a:lnTo>
                  <a:lnTo>
                    <a:pt x="1620558" y="42792"/>
                  </a:lnTo>
                  <a:lnTo>
                    <a:pt x="1567826" y="36751"/>
                  </a:lnTo>
                  <a:lnTo>
                    <a:pt x="1511547" y="31387"/>
                  </a:lnTo>
                  <a:lnTo>
                    <a:pt x="1450760" y="26618"/>
                  </a:lnTo>
                  <a:lnTo>
                    <a:pt x="1384588" y="22368"/>
                  </a:lnTo>
                  <a:lnTo>
                    <a:pt x="1312359" y="18570"/>
                  </a:lnTo>
                  <a:lnTo>
                    <a:pt x="1233763" y="15173"/>
                  </a:lnTo>
                  <a:lnTo>
                    <a:pt x="1149064" y="12142"/>
                  </a:lnTo>
                  <a:lnTo>
                    <a:pt x="1059340" y="9456"/>
                  </a:lnTo>
                  <a:lnTo>
                    <a:pt x="966698" y="7109"/>
                  </a:lnTo>
                  <a:lnTo>
                    <a:pt x="874366" y="5108"/>
                  </a:lnTo>
                  <a:lnTo>
                    <a:pt x="786537" y="3461"/>
                  </a:lnTo>
                  <a:lnTo>
                    <a:pt x="707850" y="2171"/>
                  </a:lnTo>
                  <a:lnTo>
                    <a:pt x="642555" y="1226"/>
                  </a:lnTo>
                  <a:lnTo>
                    <a:pt x="593535" y="596"/>
                  </a:lnTo>
                  <a:lnTo>
                    <a:pt x="561518" y="228"/>
                  </a:lnTo>
                  <a:lnTo>
                    <a:pt x="544758" y="55"/>
                  </a:lnTo>
                  <a:lnTo>
                    <a:pt x="539172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0" name="pg770"/>
            <p:cNvSpPr/>
            <p:nvPr/>
          </p:nvSpPr>
          <p:spPr>
            <a:xfrm>
              <a:off x="546595" y="701456"/>
              <a:ext cx="8234974" cy="3277609"/>
            </a:xfrm>
            <a:custGeom>
              <a:avLst/>
              <a:pathLst>
                <a:path w="8234974" h="3277609">
                  <a:moveTo>
                    <a:pt x="0" y="5444"/>
                  </a:moveTo>
                  <a:lnTo>
                    <a:pt x="538736" y="5444"/>
                  </a:lnTo>
                  <a:lnTo>
                    <a:pt x="540037" y="5456"/>
                  </a:lnTo>
                  <a:lnTo>
                    <a:pt x="548521" y="5538"/>
                  </a:lnTo>
                  <a:lnTo>
                    <a:pt x="569672" y="5768"/>
                  </a:lnTo>
                  <a:lnTo>
                    <a:pt x="606883" y="6217"/>
                  </a:lnTo>
                  <a:lnTo>
                    <a:pt x="661131" y="6951"/>
                  </a:lnTo>
                  <a:lnTo>
                    <a:pt x="730962" y="8017"/>
                  </a:lnTo>
                  <a:lnTo>
                    <a:pt x="812969" y="9440"/>
                  </a:lnTo>
                  <a:lnTo>
                    <a:pt x="902680" y="11225"/>
                  </a:lnTo>
                  <a:lnTo>
                    <a:pt x="995515" y="13368"/>
                  </a:lnTo>
                  <a:lnTo>
                    <a:pt x="1087546" y="15858"/>
                  </a:lnTo>
                  <a:lnTo>
                    <a:pt x="1175886" y="18694"/>
                  </a:lnTo>
                  <a:lnTo>
                    <a:pt x="1258767" y="21886"/>
                  </a:lnTo>
                  <a:lnTo>
                    <a:pt x="1335388" y="25458"/>
                  </a:lnTo>
                  <a:lnTo>
                    <a:pt x="1405687" y="29452"/>
                  </a:lnTo>
                  <a:lnTo>
                    <a:pt x="1470107" y="33925"/>
                  </a:lnTo>
                  <a:lnTo>
                    <a:pt x="1529399" y="38948"/>
                  </a:lnTo>
                  <a:lnTo>
                    <a:pt x="1584476" y="44601"/>
                  </a:lnTo>
                  <a:lnTo>
                    <a:pt x="1636304" y="50965"/>
                  </a:lnTo>
                  <a:lnTo>
                    <a:pt x="1685813" y="58110"/>
                  </a:lnTo>
                  <a:lnTo>
                    <a:pt x="1719082" y="63519"/>
                  </a:lnTo>
                  <a:lnTo>
                    <a:pt x="1771119" y="72933"/>
                  </a:lnTo>
                  <a:lnTo>
                    <a:pt x="1822657" y="83357"/>
                  </a:lnTo>
                  <a:lnTo>
                    <a:pt x="1874270" y="94804"/>
                  </a:lnTo>
                  <a:lnTo>
                    <a:pt x="1926337" y="107248"/>
                  </a:lnTo>
                  <a:lnTo>
                    <a:pt x="1979068" y="120619"/>
                  </a:lnTo>
                  <a:lnTo>
                    <a:pt x="2032527" y="134801"/>
                  </a:lnTo>
                  <a:lnTo>
                    <a:pt x="2086649" y="149635"/>
                  </a:lnTo>
                  <a:lnTo>
                    <a:pt x="2141268" y="164923"/>
                  </a:lnTo>
                  <a:lnTo>
                    <a:pt x="2196146" y="180439"/>
                  </a:lnTo>
                  <a:lnTo>
                    <a:pt x="2251011" y="195943"/>
                  </a:lnTo>
                  <a:lnTo>
                    <a:pt x="2305591" y="211196"/>
                  </a:lnTo>
                  <a:lnTo>
                    <a:pt x="2359653" y="225974"/>
                  </a:lnTo>
                  <a:lnTo>
                    <a:pt x="2413040" y="240082"/>
                  </a:lnTo>
                  <a:lnTo>
                    <a:pt x="2465701" y="253365"/>
                  </a:lnTo>
                  <a:lnTo>
                    <a:pt x="2517711" y="265713"/>
                  </a:lnTo>
                  <a:lnTo>
                    <a:pt x="2569296" y="277059"/>
                  </a:lnTo>
                  <a:lnTo>
                    <a:pt x="2620854" y="287382"/>
                  </a:lnTo>
                  <a:lnTo>
                    <a:pt x="2667772" y="295819"/>
                  </a:lnTo>
                  <a:lnTo>
                    <a:pt x="2716162" y="303525"/>
                  </a:lnTo>
                  <a:lnTo>
                    <a:pt x="2766295" y="310423"/>
                  </a:lnTo>
                  <a:lnTo>
                    <a:pt x="2819025" y="316559"/>
                  </a:lnTo>
                  <a:lnTo>
                    <a:pt x="2875303" y="322008"/>
                  </a:lnTo>
                  <a:lnTo>
                    <a:pt x="2936089" y="326852"/>
                  </a:lnTo>
                  <a:lnTo>
                    <a:pt x="3002259" y="331170"/>
                  </a:lnTo>
                  <a:lnTo>
                    <a:pt x="3074486" y="335028"/>
                  </a:lnTo>
                  <a:lnTo>
                    <a:pt x="3153079" y="338479"/>
                  </a:lnTo>
                  <a:lnTo>
                    <a:pt x="3237776" y="341559"/>
                  </a:lnTo>
                  <a:lnTo>
                    <a:pt x="3327498" y="344288"/>
                  </a:lnTo>
                  <a:lnTo>
                    <a:pt x="3420138" y="346671"/>
                  </a:lnTo>
                  <a:lnTo>
                    <a:pt x="3512468" y="348704"/>
                  </a:lnTo>
                  <a:lnTo>
                    <a:pt x="3600298" y="350377"/>
                  </a:lnTo>
                  <a:lnTo>
                    <a:pt x="3678986" y="351688"/>
                  </a:lnTo>
                  <a:lnTo>
                    <a:pt x="3744283" y="352648"/>
                  </a:lnTo>
                  <a:lnTo>
                    <a:pt x="3793308" y="353288"/>
                  </a:lnTo>
                  <a:lnTo>
                    <a:pt x="3825329" y="353662"/>
                  </a:lnTo>
                  <a:lnTo>
                    <a:pt x="3842093" y="353837"/>
                  </a:lnTo>
                  <a:lnTo>
                    <a:pt x="3847682" y="353890"/>
                  </a:lnTo>
                  <a:lnTo>
                    <a:pt x="3848118" y="353894"/>
                  </a:lnTo>
                  <a:lnTo>
                    <a:pt x="4386855" y="353894"/>
                  </a:lnTo>
                  <a:lnTo>
                    <a:pt x="4388016" y="353981"/>
                  </a:lnTo>
                  <a:lnTo>
                    <a:pt x="4395608" y="354599"/>
                  </a:lnTo>
                  <a:lnTo>
                    <a:pt x="4414612" y="356307"/>
                  </a:lnTo>
                  <a:lnTo>
                    <a:pt x="4448243" y="359664"/>
                  </a:lnTo>
                  <a:lnTo>
                    <a:pt x="4497669" y="365165"/>
                  </a:lnTo>
                  <a:lnTo>
                    <a:pt x="4561942" y="373186"/>
                  </a:lnTo>
                  <a:lnTo>
                    <a:pt x="4638330" y="383949"/>
                  </a:lnTo>
                  <a:lnTo>
                    <a:pt x="4722994" y="397529"/>
                  </a:lnTo>
                  <a:lnTo>
                    <a:pt x="4811799" y="413899"/>
                  </a:lnTo>
                  <a:lnTo>
                    <a:pt x="4900998" y="432993"/>
                  </a:lnTo>
                  <a:lnTo>
                    <a:pt x="4987668" y="454769"/>
                  </a:lnTo>
                  <a:lnTo>
                    <a:pt x="5069843" y="479260"/>
                  </a:lnTo>
                  <a:lnTo>
                    <a:pt x="5146459" y="506600"/>
                  </a:lnTo>
                  <a:lnTo>
                    <a:pt x="5217179" y="537041"/>
                  </a:lnTo>
                  <a:lnTo>
                    <a:pt x="5282191" y="570950"/>
                  </a:lnTo>
                  <a:lnTo>
                    <a:pt x="5342034" y="608803"/>
                  </a:lnTo>
                  <a:lnTo>
                    <a:pt x="5397450" y="651163"/>
                  </a:lnTo>
                  <a:lnTo>
                    <a:pt x="5449280" y="698644"/>
                  </a:lnTo>
                  <a:lnTo>
                    <a:pt x="5498383" y="751839"/>
                  </a:lnTo>
                  <a:lnTo>
                    <a:pt x="5545565" y="811202"/>
                  </a:lnTo>
                  <a:lnTo>
                    <a:pt x="5567201" y="841180"/>
                  </a:lnTo>
                  <a:lnTo>
                    <a:pt x="5602220" y="893279"/>
                  </a:lnTo>
                  <a:lnTo>
                    <a:pt x="5636912" y="949158"/>
                  </a:lnTo>
                  <a:lnTo>
                    <a:pt x="5671483" y="1008893"/>
                  </a:lnTo>
                  <a:lnTo>
                    <a:pt x="5706095" y="1072503"/>
                  </a:lnTo>
                  <a:lnTo>
                    <a:pt x="5740869" y="1139936"/>
                  </a:lnTo>
                  <a:lnTo>
                    <a:pt x="5775894" y="1211071"/>
                  </a:lnTo>
                  <a:lnTo>
                    <a:pt x="5811223" y="1285709"/>
                  </a:lnTo>
                  <a:lnTo>
                    <a:pt x="5846880" y="1363572"/>
                  </a:lnTo>
                  <a:lnTo>
                    <a:pt x="5882862" y="1444305"/>
                  </a:lnTo>
                  <a:lnTo>
                    <a:pt x="5919143" y="1527481"/>
                  </a:lnTo>
                  <a:lnTo>
                    <a:pt x="5955676" y="1612607"/>
                  </a:lnTo>
                  <a:lnTo>
                    <a:pt x="5992395" y="1699136"/>
                  </a:lnTo>
                  <a:lnTo>
                    <a:pt x="6029226" y="1786482"/>
                  </a:lnTo>
                  <a:lnTo>
                    <a:pt x="6066085" y="1874034"/>
                  </a:lnTo>
                  <a:lnTo>
                    <a:pt x="6102888" y="1961176"/>
                  </a:lnTo>
                  <a:lnTo>
                    <a:pt x="6139553" y="2047303"/>
                  </a:lnTo>
                  <a:lnTo>
                    <a:pt x="6176009" y="2131841"/>
                  </a:lnTo>
                  <a:lnTo>
                    <a:pt x="6212195" y="2214259"/>
                  </a:lnTo>
                  <a:lnTo>
                    <a:pt x="6248072" y="2294084"/>
                  </a:lnTo>
                  <a:lnTo>
                    <a:pt x="6283619" y="2370913"/>
                  </a:lnTo>
                  <a:lnTo>
                    <a:pt x="6318842" y="2444416"/>
                  </a:lnTo>
                  <a:lnTo>
                    <a:pt x="6353777" y="2514342"/>
                  </a:lnTo>
                  <a:lnTo>
                    <a:pt x="6388486" y="2580518"/>
                  </a:lnTo>
                  <a:lnTo>
                    <a:pt x="6423069" y="2642845"/>
                  </a:lnTo>
                  <a:lnTo>
                    <a:pt x="6457660" y="2701297"/>
                  </a:lnTo>
                  <a:lnTo>
                    <a:pt x="6492435" y="2755911"/>
                  </a:lnTo>
                  <a:lnTo>
                    <a:pt x="6515891" y="2790323"/>
                  </a:lnTo>
                  <a:lnTo>
                    <a:pt x="6562416" y="2852645"/>
                  </a:lnTo>
                  <a:lnTo>
                    <a:pt x="6610525" y="2908687"/>
                  </a:lnTo>
                  <a:lnTo>
                    <a:pt x="6660972" y="2958776"/>
                  </a:lnTo>
                  <a:lnTo>
                    <a:pt x="6714601" y="3003457"/>
                  </a:lnTo>
                  <a:lnTo>
                    <a:pt x="6772270" y="3043347"/>
                  </a:lnTo>
                  <a:lnTo>
                    <a:pt x="6834779" y="3079038"/>
                  </a:lnTo>
                  <a:lnTo>
                    <a:pt x="6902776" y="3111050"/>
                  </a:lnTo>
                  <a:lnTo>
                    <a:pt x="6976636" y="3139805"/>
                  </a:lnTo>
                  <a:lnTo>
                    <a:pt x="7056291" y="3165607"/>
                  </a:lnTo>
                  <a:lnTo>
                    <a:pt x="7141042" y="3188645"/>
                  </a:lnTo>
                  <a:lnTo>
                    <a:pt x="7229362" y="3208996"/>
                  </a:lnTo>
                  <a:lnTo>
                    <a:pt x="7318775" y="3226650"/>
                  </a:lnTo>
                  <a:lnTo>
                    <a:pt x="7405883" y="3241544"/>
                  </a:lnTo>
                  <a:lnTo>
                    <a:pt x="7486662" y="3253625"/>
                  </a:lnTo>
                  <a:lnTo>
                    <a:pt x="7557036" y="3262912"/>
                  </a:lnTo>
                  <a:lnTo>
                    <a:pt x="7613655" y="3269556"/>
                  </a:lnTo>
                  <a:lnTo>
                    <a:pt x="7654671" y="3273861"/>
                  </a:lnTo>
                  <a:lnTo>
                    <a:pt x="7680245" y="3276275"/>
                  </a:lnTo>
                  <a:lnTo>
                    <a:pt x="7692663" y="3277333"/>
                  </a:lnTo>
                  <a:lnTo>
                    <a:pt x="7696237" y="3277609"/>
                  </a:lnTo>
                  <a:lnTo>
                    <a:pt x="8234974" y="3277609"/>
                  </a:lnTo>
                  <a:lnTo>
                    <a:pt x="8234974" y="3272165"/>
                  </a:lnTo>
                  <a:lnTo>
                    <a:pt x="7696237" y="3272165"/>
                  </a:lnTo>
                  <a:lnTo>
                    <a:pt x="7695077" y="3272078"/>
                  </a:lnTo>
                  <a:lnTo>
                    <a:pt x="7687485" y="3271460"/>
                  </a:lnTo>
                  <a:lnTo>
                    <a:pt x="7668481" y="3269751"/>
                  </a:lnTo>
                  <a:lnTo>
                    <a:pt x="7634849" y="3266395"/>
                  </a:lnTo>
                  <a:lnTo>
                    <a:pt x="7585423" y="3260894"/>
                  </a:lnTo>
                  <a:lnTo>
                    <a:pt x="7521151" y="3252873"/>
                  </a:lnTo>
                  <a:lnTo>
                    <a:pt x="7444763" y="3242109"/>
                  </a:lnTo>
                  <a:lnTo>
                    <a:pt x="7360098" y="3228529"/>
                  </a:lnTo>
                  <a:lnTo>
                    <a:pt x="7271294" y="3212160"/>
                  </a:lnTo>
                  <a:lnTo>
                    <a:pt x="7182094" y="3193066"/>
                  </a:lnTo>
                  <a:lnTo>
                    <a:pt x="7095425" y="3171290"/>
                  </a:lnTo>
                  <a:lnTo>
                    <a:pt x="7013250" y="3146799"/>
                  </a:lnTo>
                  <a:lnTo>
                    <a:pt x="6936633" y="3119458"/>
                  </a:lnTo>
                  <a:lnTo>
                    <a:pt x="6865914" y="3089018"/>
                  </a:lnTo>
                  <a:lnTo>
                    <a:pt x="6800901" y="3055109"/>
                  </a:lnTo>
                  <a:lnTo>
                    <a:pt x="6741059" y="3017256"/>
                  </a:lnTo>
                  <a:lnTo>
                    <a:pt x="6685643" y="2974896"/>
                  </a:lnTo>
                  <a:lnTo>
                    <a:pt x="6633812" y="2927415"/>
                  </a:lnTo>
                  <a:lnTo>
                    <a:pt x="6584709" y="2874220"/>
                  </a:lnTo>
                  <a:lnTo>
                    <a:pt x="6537527" y="2814857"/>
                  </a:lnTo>
                  <a:lnTo>
                    <a:pt x="6515891" y="2784879"/>
                  </a:lnTo>
                  <a:lnTo>
                    <a:pt x="6480872" y="2732780"/>
                  </a:lnTo>
                  <a:lnTo>
                    <a:pt x="6446180" y="2676901"/>
                  </a:lnTo>
                  <a:lnTo>
                    <a:pt x="6411609" y="2617166"/>
                  </a:lnTo>
                  <a:lnTo>
                    <a:pt x="6376998" y="2553556"/>
                  </a:lnTo>
                  <a:lnTo>
                    <a:pt x="6342223" y="2486123"/>
                  </a:lnTo>
                  <a:lnTo>
                    <a:pt x="6307199" y="2414988"/>
                  </a:lnTo>
                  <a:lnTo>
                    <a:pt x="6271870" y="2340350"/>
                  </a:lnTo>
                  <a:lnTo>
                    <a:pt x="6236213" y="2262487"/>
                  </a:lnTo>
                  <a:lnTo>
                    <a:pt x="6200230" y="2181754"/>
                  </a:lnTo>
                  <a:lnTo>
                    <a:pt x="6163949" y="2098578"/>
                  </a:lnTo>
                  <a:lnTo>
                    <a:pt x="6127417" y="2013452"/>
                  </a:lnTo>
                  <a:lnTo>
                    <a:pt x="6090697" y="1926923"/>
                  </a:lnTo>
                  <a:lnTo>
                    <a:pt x="6053867" y="1839577"/>
                  </a:lnTo>
                  <a:lnTo>
                    <a:pt x="6017007" y="1752025"/>
                  </a:lnTo>
                  <a:lnTo>
                    <a:pt x="5980205" y="1664883"/>
                  </a:lnTo>
                  <a:lnTo>
                    <a:pt x="5943539" y="1578756"/>
                  </a:lnTo>
                  <a:lnTo>
                    <a:pt x="5907084" y="1494218"/>
                  </a:lnTo>
                  <a:lnTo>
                    <a:pt x="5870897" y="1411800"/>
                  </a:lnTo>
                  <a:lnTo>
                    <a:pt x="5835021" y="1331975"/>
                  </a:lnTo>
                  <a:lnTo>
                    <a:pt x="5799474" y="1255146"/>
                  </a:lnTo>
                  <a:lnTo>
                    <a:pt x="5764250" y="1181642"/>
                  </a:lnTo>
                  <a:lnTo>
                    <a:pt x="5729316" y="1111716"/>
                  </a:lnTo>
                  <a:lnTo>
                    <a:pt x="5694606" y="1045541"/>
                  </a:lnTo>
                  <a:lnTo>
                    <a:pt x="5660024" y="983214"/>
                  </a:lnTo>
                  <a:lnTo>
                    <a:pt x="5625433" y="924762"/>
                  </a:lnTo>
                  <a:lnTo>
                    <a:pt x="5590658" y="870148"/>
                  </a:lnTo>
                  <a:lnTo>
                    <a:pt x="5567201" y="835735"/>
                  </a:lnTo>
                  <a:lnTo>
                    <a:pt x="5520677" y="773414"/>
                  </a:lnTo>
                  <a:lnTo>
                    <a:pt x="5472568" y="717371"/>
                  </a:lnTo>
                  <a:lnTo>
                    <a:pt x="5422120" y="667283"/>
                  </a:lnTo>
                  <a:lnTo>
                    <a:pt x="5368491" y="622601"/>
                  </a:lnTo>
                  <a:lnTo>
                    <a:pt x="5310823" y="582712"/>
                  </a:lnTo>
                  <a:lnTo>
                    <a:pt x="5248314" y="547021"/>
                  </a:lnTo>
                  <a:lnTo>
                    <a:pt x="5180316" y="515008"/>
                  </a:lnTo>
                  <a:lnTo>
                    <a:pt x="5106457" y="486254"/>
                  </a:lnTo>
                  <a:lnTo>
                    <a:pt x="5026801" y="460452"/>
                  </a:lnTo>
                  <a:lnTo>
                    <a:pt x="4942051" y="437414"/>
                  </a:lnTo>
                  <a:lnTo>
                    <a:pt x="4853730" y="417062"/>
                  </a:lnTo>
                  <a:lnTo>
                    <a:pt x="4764318" y="399409"/>
                  </a:lnTo>
                  <a:lnTo>
                    <a:pt x="4677210" y="384515"/>
                  </a:lnTo>
                  <a:lnTo>
                    <a:pt x="4596430" y="372434"/>
                  </a:lnTo>
                  <a:lnTo>
                    <a:pt x="4526057" y="363146"/>
                  </a:lnTo>
                  <a:lnTo>
                    <a:pt x="4469438" y="356503"/>
                  </a:lnTo>
                  <a:lnTo>
                    <a:pt x="4428422" y="352198"/>
                  </a:lnTo>
                  <a:lnTo>
                    <a:pt x="4402848" y="349784"/>
                  </a:lnTo>
                  <a:lnTo>
                    <a:pt x="4390430" y="348726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8" y="348438"/>
                  </a:lnTo>
                  <a:lnTo>
                    <a:pt x="3838333" y="348355"/>
                  </a:lnTo>
                  <a:lnTo>
                    <a:pt x="3817183" y="348126"/>
                  </a:lnTo>
                  <a:lnTo>
                    <a:pt x="3779972" y="347677"/>
                  </a:lnTo>
                  <a:lnTo>
                    <a:pt x="3725723" y="346943"/>
                  </a:lnTo>
                  <a:lnTo>
                    <a:pt x="3655893" y="345877"/>
                  </a:lnTo>
                  <a:lnTo>
                    <a:pt x="3573886" y="344454"/>
                  </a:lnTo>
                  <a:lnTo>
                    <a:pt x="3484175" y="342668"/>
                  </a:lnTo>
                  <a:lnTo>
                    <a:pt x="3391339" y="340526"/>
                  </a:lnTo>
                  <a:lnTo>
                    <a:pt x="3299309" y="338036"/>
                  </a:lnTo>
                  <a:lnTo>
                    <a:pt x="3210968" y="335200"/>
                  </a:lnTo>
                  <a:lnTo>
                    <a:pt x="3128087" y="332008"/>
                  </a:lnTo>
                  <a:lnTo>
                    <a:pt x="3051466" y="328436"/>
                  </a:lnTo>
                  <a:lnTo>
                    <a:pt x="2981167" y="324442"/>
                  </a:lnTo>
                  <a:lnTo>
                    <a:pt x="2916747" y="319969"/>
                  </a:lnTo>
                  <a:lnTo>
                    <a:pt x="2857455" y="314946"/>
                  </a:lnTo>
                  <a:lnTo>
                    <a:pt x="2802379" y="309293"/>
                  </a:lnTo>
                  <a:lnTo>
                    <a:pt x="2750551" y="302928"/>
                  </a:lnTo>
                  <a:lnTo>
                    <a:pt x="2701041" y="295783"/>
                  </a:lnTo>
                  <a:lnTo>
                    <a:pt x="2667772" y="290375"/>
                  </a:lnTo>
                  <a:lnTo>
                    <a:pt x="2615735" y="280961"/>
                  </a:lnTo>
                  <a:lnTo>
                    <a:pt x="2564197" y="270537"/>
                  </a:lnTo>
                  <a:lnTo>
                    <a:pt x="2512584" y="259090"/>
                  </a:lnTo>
                  <a:lnTo>
                    <a:pt x="2460518" y="246646"/>
                  </a:lnTo>
                  <a:lnTo>
                    <a:pt x="2407786" y="233275"/>
                  </a:lnTo>
                  <a:lnTo>
                    <a:pt x="2354328" y="219093"/>
                  </a:lnTo>
                  <a:lnTo>
                    <a:pt x="2300206" y="204259"/>
                  </a:lnTo>
                  <a:lnTo>
                    <a:pt x="2245587" y="188971"/>
                  </a:lnTo>
                  <a:lnTo>
                    <a:pt x="2190708" y="173455"/>
                  </a:lnTo>
                  <a:lnTo>
                    <a:pt x="2135843" y="157950"/>
                  </a:lnTo>
                  <a:lnTo>
                    <a:pt x="2081264" y="142697"/>
                  </a:lnTo>
                  <a:lnTo>
                    <a:pt x="2027202" y="127920"/>
                  </a:lnTo>
                  <a:lnTo>
                    <a:pt x="1973814" y="113812"/>
                  </a:lnTo>
                  <a:lnTo>
                    <a:pt x="1921154" y="100528"/>
                  </a:lnTo>
                  <a:lnTo>
                    <a:pt x="1869144" y="88181"/>
                  </a:lnTo>
                  <a:lnTo>
                    <a:pt x="1817558" y="76835"/>
                  </a:lnTo>
                  <a:lnTo>
                    <a:pt x="1766000" y="66512"/>
                  </a:lnTo>
                  <a:lnTo>
                    <a:pt x="1719082" y="58075"/>
                  </a:lnTo>
                  <a:lnTo>
                    <a:pt x="1670692" y="50369"/>
                  </a:lnTo>
                  <a:lnTo>
                    <a:pt x="1620560" y="43471"/>
                  </a:lnTo>
                  <a:lnTo>
                    <a:pt x="1567830" y="37335"/>
                  </a:lnTo>
                  <a:lnTo>
                    <a:pt x="1511551" y="31886"/>
                  </a:lnTo>
                  <a:lnTo>
                    <a:pt x="1450766" y="27041"/>
                  </a:lnTo>
                  <a:lnTo>
                    <a:pt x="1384596" y="22724"/>
                  </a:lnTo>
                  <a:lnTo>
                    <a:pt x="1312369" y="18866"/>
                  </a:lnTo>
                  <a:lnTo>
                    <a:pt x="1233775" y="15415"/>
                  </a:lnTo>
                  <a:lnTo>
                    <a:pt x="1149079" y="12335"/>
                  </a:lnTo>
                  <a:lnTo>
                    <a:pt x="1059357" y="9606"/>
                  </a:lnTo>
                  <a:lnTo>
                    <a:pt x="966717" y="7223"/>
                  </a:lnTo>
                  <a:lnTo>
                    <a:pt x="874387" y="5190"/>
                  </a:lnTo>
                  <a:lnTo>
                    <a:pt x="786557" y="3516"/>
                  </a:lnTo>
                  <a:lnTo>
                    <a:pt x="707869" y="2205"/>
                  </a:lnTo>
                  <a:lnTo>
                    <a:pt x="642572" y="1246"/>
                  </a:lnTo>
                  <a:lnTo>
                    <a:pt x="593547" y="606"/>
                  </a:lnTo>
                  <a:lnTo>
                    <a:pt x="561526" y="232"/>
                  </a:lnTo>
                  <a:lnTo>
                    <a:pt x="544761" y="56"/>
                  </a:lnTo>
                  <a:lnTo>
                    <a:pt x="539173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71" name="pl771"/>
            <p:cNvSpPr/>
            <p:nvPr/>
          </p:nvSpPr>
          <p:spPr>
            <a:xfrm>
              <a:off x="546595" y="706900"/>
              <a:ext cx="8234974" cy="3272165"/>
            </a:xfrm>
            <a:custGeom>
              <a:avLst/>
              <a:pathLst>
                <a:path w="8234974" h="3272165">
                  <a:moveTo>
                    <a:pt x="0" y="0"/>
                  </a:moveTo>
                  <a:lnTo>
                    <a:pt x="538736" y="0"/>
                  </a:lnTo>
                  <a:lnTo>
                    <a:pt x="540037" y="11"/>
                  </a:lnTo>
                  <a:lnTo>
                    <a:pt x="548521" y="94"/>
                  </a:lnTo>
                  <a:lnTo>
                    <a:pt x="569672" y="323"/>
                  </a:lnTo>
                  <a:lnTo>
                    <a:pt x="606883" y="772"/>
                  </a:lnTo>
                  <a:lnTo>
                    <a:pt x="661131" y="1507"/>
                  </a:lnTo>
                  <a:lnTo>
                    <a:pt x="730962" y="2573"/>
                  </a:lnTo>
                  <a:lnTo>
                    <a:pt x="812969" y="3995"/>
                  </a:lnTo>
                  <a:lnTo>
                    <a:pt x="902680" y="5781"/>
                  </a:lnTo>
                  <a:lnTo>
                    <a:pt x="995515" y="7923"/>
                  </a:lnTo>
                  <a:lnTo>
                    <a:pt x="1087546" y="10413"/>
                  </a:lnTo>
                  <a:lnTo>
                    <a:pt x="1175886" y="13250"/>
                  </a:lnTo>
                  <a:lnTo>
                    <a:pt x="1258767" y="16441"/>
                  </a:lnTo>
                  <a:lnTo>
                    <a:pt x="1335388" y="20013"/>
                  </a:lnTo>
                  <a:lnTo>
                    <a:pt x="1405687" y="24007"/>
                  </a:lnTo>
                  <a:lnTo>
                    <a:pt x="1470107" y="28480"/>
                  </a:lnTo>
                  <a:lnTo>
                    <a:pt x="1529399" y="33503"/>
                  </a:lnTo>
                  <a:lnTo>
                    <a:pt x="1584476" y="39156"/>
                  </a:lnTo>
                  <a:lnTo>
                    <a:pt x="1636304" y="45521"/>
                  </a:lnTo>
                  <a:lnTo>
                    <a:pt x="1685813" y="52666"/>
                  </a:lnTo>
                  <a:lnTo>
                    <a:pt x="1719082" y="58075"/>
                  </a:lnTo>
                  <a:lnTo>
                    <a:pt x="1771119" y="67488"/>
                  </a:lnTo>
                  <a:lnTo>
                    <a:pt x="1822657" y="77912"/>
                  </a:lnTo>
                  <a:lnTo>
                    <a:pt x="1874270" y="89360"/>
                  </a:lnTo>
                  <a:lnTo>
                    <a:pt x="1926337" y="101803"/>
                  </a:lnTo>
                  <a:lnTo>
                    <a:pt x="1979068" y="115174"/>
                  </a:lnTo>
                  <a:lnTo>
                    <a:pt x="2032527" y="129356"/>
                  </a:lnTo>
                  <a:lnTo>
                    <a:pt x="2086649" y="144190"/>
                  </a:lnTo>
                  <a:lnTo>
                    <a:pt x="2141268" y="159478"/>
                  </a:lnTo>
                  <a:lnTo>
                    <a:pt x="2196146" y="174995"/>
                  </a:lnTo>
                  <a:lnTo>
                    <a:pt x="2251011" y="190499"/>
                  </a:lnTo>
                  <a:lnTo>
                    <a:pt x="2305591" y="205752"/>
                  </a:lnTo>
                  <a:lnTo>
                    <a:pt x="2359653" y="220529"/>
                  </a:lnTo>
                  <a:lnTo>
                    <a:pt x="2413040" y="234638"/>
                  </a:lnTo>
                  <a:lnTo>
                    <a:pt x="2465701" y="247921"/>
                  </a:lnTo>
                  <a:lnTo>
                    <a:pt x="2517711" y="260268"/>
                  </a:lnTo>
                  <a:lnTo>
                    <a:pt x="2569296" y="271615"/>
                  </a:lnTo>
                  <a:lnTo>
                    <a:pt x="2620854" y="281937"/>
                  </a:lnTo>
                  <a:lnTo>
                    <a:pt x="2667772" y="290375"/>
                  </a:lnTo>
                  <a:lnTo>
                    <a:pt x="2716162" y="298080"/>
                  </a:lnTo>
                  <a:lnTo>
                    <a:pt x="2766295" y="304978"/>
                  </a:lnTo>
                  <a:lnTo>
                    <a:pt x="2819025" y="311114"/>
                  </a:lnTo>
                  <a:lnTo>
                    <a:pt x="2875303" y="316563"/>
                  </a:lnTo>
                  <a:lnTo>
                    <a:pt x="2936089" y="321408"/>
                  </a:lnTo>
                  <a:lnTo>
                    <a:pt x="3002259" y="325726"/>
                  </a:lnTo>
                  <a:lnTo>
                    <a:pt x="3074486" y="329584"/>
                  </a:lnTo>
                  <a:lnTo>
                    <a:pt x="3153079" y="333034"/>
                  </a:lnTo>
                  <a:lnTo>
                    <a:pt x="3237776" y="336114"/>
                  </a:lnTo>
                  <a:lnTo>
                    <a:pt x="3327498" y="338843"/>
                  </a:lnTo>
                  <a:lnTo>
                    <a:pt x="3420138" y="341226"/>
                  </a:lnTo>
                  <a:lnTo>
                    <a:pt x="3512468" y="343259"/>
                  </a:lnTo>
                  <a:lnTo>
                    <a:pt x="3600298" y="344933"/>
                  </a:lnTo>
                  <a:lnTo>
                    <a:pt x="3678986" y="346244"/>
                  </a:lnTo>
                  <a:lnTo>
                    <a:pt x="3744283" y="347203"/>
                  </a:lnTo>
                  <a:lnTo>
                    <a:pt x="3793308" y="347844"/>
                  </a:lnTo>
                  <a:lnTo>
                    <a:pt x="3825329" y="348217"/>
                  </a:lnTo>
                  <a:lnTo>
                    <a:pt x="3842093" y="348393"/>
                  </a:lnTo>
                  <a:lnTo>
                    <a:pt x="3847682" y="348446"/>
                  </a:lnTo>
                  <a:lnTo>
                    <a:pt x="3848118" y="348450"/>
                  </a:lnTo>
                  <a:lnTo>
                    <a:pt x="4386855" y="348450"/>
                  </a:lnTo>
                  <a:lnTo>
                    <a:pt x="4388016" y="348536"/>
                  </a:lnTo>
                  <a:lnTo>
                    <a:pt x="4395608" y="349154"/>
                  </a:lnTo>
                  <a:lnTo>
                    <a:pt x="4414612" y="350863"/>
                  </a:lnTo>
                  <a:lnTo>
                    <a:pt x="4448243" y="354220"/>
                  </a:lnTo>
                  <a:lnTo>
                    <a:pt x="4497669" y="359720"/>
                  </a:lnTo>
                  <a:lnTo>
                    <a:pt x="4561942" y="367742"/>
                  </a:lnTo>
                  <a:lnTo>
                    <a:pt x="4638330" y="378505"/>
                  </a:lnTo>
                  <a:lnTo>
                    <a:pt x="4722994" y="392085"/>
                  </a:lnTo>
                  <a:lnTo>
                    <a:pt x="4811799" y="408455"/>
                  </a:lnTo>
                  <a:lnTo>
                    <a:pt x="4900998" y="427548"/>
                  </a:lnTo>
                  <a:lnTo>
                    <a:pt x="4987668" y="449324"/>
                  </a:lnTo>
                  <a:lnTo>
                    <a:pt x="5069843" y="473815"/>
                  </a:lnTo>
                  <a:lnTo>
                    <a:pt x="5146459" y="501156"/>
                  </a:lnTo>
                  <a:lnTo>
                    <a:pt x="5217179" y="531597"/>
                  </a:lnTo>
                  <a:lnTo>
                    <a:pt x="5282191" y="565506"/>
                  </a:lnTo>
                  <a:lnTo>
                    <a:pt x="5342034" y="603358"/>
                  </a:lnTo>
                  <a:lnTo>
                    <a:pt x="5397450" y="645719"/>
                  </a:lnTo>
                  <a:lnTo>
                    <a:pt x="5449280" y="693199"/>
                  </a:lnTo>
                  <a:lnTo>
                    <a:pt x="5498383" y="746394"/>
                  </a:lnTo>
                  <a:lnTo>
                    <a:pt x="5545565" y="805757"/>
                  </a:lnTo>
                  <a:lnTo>
                    <a:pt x="5567201" y="835735"/>
                  </a:lnTo>
                  <a:lnTo>
                    <a:pt x="5602220" y="887834"/>
                  </a:lnTo>
                  <a:lnTo>
                    <a:pt x="5636912" y="943713"/>
                  </a:lnTo>
                  <a:lnTo>
                    <a:pt x="5671483" y="1003449"/>
                  </a:lnTo>
                  <a:lnTo>
                    <a:pt x="5706095" y="1067058"/>
                  </a:lnTo>
                  <a:lnTo>
                    <a:pt x="5740869" y="1134492"/>
                  </a:lnTo>
                  <a:lnTo>
                    <a:pt x="5775894" y="1205627"/>
                  </a:lnTo>
                  <a:lnTo>
                    <a:pt x="5811223" y="1280264"/>
                  </a:lnTo>
                  <a:lnTo>
                    <a:pt x="5846880" y="1358127"/>
                  </a:lnTo>
                  <a:lnTo>
                    <a:pt x="5882862" y="1438860"/>
                  </a:lnTo>
                  <a:lnTo>
                    <a:pt x="5919143" y="1522036"/>
                  </a:lnTo>
                  <a:lnTo>
                    <a:pt x="5955676" y="1607162"/>
                  </a:lnTo>
                  <a:lnTo>
                    <a:pt x="5992395" y="1693691"/>
                  </a:lnTo>
                  <a:lnTo>
                    <a:pt x="6029226" y="1781037"/>
                  </a:lnTo>
                  <a:lnTo>
                    <a:pt x="6066085" y="1868589"/>
                  </a:lnTo>
                  <a:lnTo>
                    <a:pt x="6102888" y="1955731"/>
                  </a:lnTo>
                  <a:lnTo>
                    <a:pt x="6139553" y="2041859"/>
                  </a:lnTo>
                  <a:lnTo>
                    <a:pt x="6176009" y="2126396"/>
                  </a:lnTo>
                  <a:lnTo>
                    <a:pt x="6212195" y="2208814"/>
                  </a:lnTo>
                  <a:lnTo>
                    <a:pt x="6248072" y="2288639"/>
                  </a:lnTo>
                  <a:lnTo>
                    <a:pt x="6283619" y="2365468"/>
                  </a:lnTo>
                  <a:lnTo>
                    <a:pt x="6318842" y="2438972"/>
                  </a:lnTo>
                  <a:lnTo>
                    <a:pt x="6353777" y="2508898"/>
                  </a:lnTo>
                  <a:lnTo>
                    <a:pt x="6388486" y="2575073"/>
                  </a:lnTo>
                  <a:lnTo>
                    <a:pt x="6423069" y="2637400"/>
                  </a:lnTo>
                  <a:lnTo>
                    <a:pt x="6457660" y="2695852"/>
                  </a:lnTo>
                  <a:lnTo>
                    <a:pt x="6492435" y="2750467"/>
                  </a:lnTo>
                  <a:lnTo>
                    <a:pt x="6515891" y="2784879"/>
                  </a:lnTo>
                  <a:lnTo>
                    <a:pt x="6562416" y="2847200"/>
                  </a:lnTo>
                  <a:lnTo>
                    <a:pt x="6610525" y="2903243"/>
                  </a:lnTo>
                  <a:lnTo>
                    <a:pt x="6660972" y="2953331"/>
                  </a:lnTo>
                  <a:lnTo>
                    <a:pt x="6714601" y="2998013"/>
                  </a:lnTo>
                  <a:lnTo>
                    <a:pt x="6772270" y="3037902"/>
                  </a:lnTo>
                  <a:lnTo>
                    <a:pt x="6834779" y="3073593"/>
                  </a:lnTo>
                  <a:lnTo>
                    <a:pt x="6902776" y="3105606"/>
                  </a:lnTo>
                  <a:lnTo>
                    <a:pt x="6976636" y="3134360"/>
                  </a:lnTo>
                  <a:lnTo>
                    <a:pt x="7056291" y="3160162"/>
                  </a:lnTo>
                  <a:lnTo>
                    <a:pt x="7141042" y="3183200"/>
                  </a:lnTo>
                  <a:lnTo>
                    <a:pt x="7229362" y="3203552"/>
                  </a:lnTo>
                  <a:lnTo>
                    <a:pt x="7318775" y="3221205"/>
                  </a:lnTo>
                  <a:lnTo>
                    <a:pt x="7405883" y="3236099"/>
                  </a:lnTo>
                  <a:lnTo>
                    <a:pt x="7486662" y="3248180"/>
                  </a:lnTo>
                  <a:lnTo>
                    <a:pt x="7557036" y="3257468"/>
                  </a:lnTo>
                  <a:lnTo>
                    <a:pt x="7613655" y="3264111"/>
                  </a:lnTo>
                  <a:lnTo>
                    <a:pt x="7654671" y="3268417"/>
                  </a:lnTo>
                  <a:lnTo>
                    <a:pt x="7680245" y="3270830"/>
                  </a:lnTo>
                  <a:lnTo>
                    <a:pt x="7692663" y="3271888"/>
                  </a:lnTo>
                  <a:lnTo>
                    <a:pt x="7696114" y="3272156"/>
                  </a:lnTo>
                  <a:lnTo>
                    <a:pt x="7696237" y="3272165"/>
                  </a:lnTo>
                  <a:lnTo>
                    <a:pt x="8234974" y="3272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2" name="pl772"/>
            <p:cNvSpPr/>
            <p:nvPr/>
          </p:nvSpPr>
          <p:spPr>
            <a:xfrm>
              <a:off x="546595" y="701456"/>
              <a:ext cx="8234974" cy="3272165"/>
            </a:xfrm>
            <a:custGeom>
              <a:avLst/>
              <a:pathLst>
                <a:path w="8234974" h="3272165">
                  <a:moveTo>
                    <a:pt x="8234974" y="3272165"/>
                  </a:moveTo>
                  <a:lnTo>
                    <a:pt x="7696237" y="3272165"/>
                  </a:lnTo>
                  <a:lnTo>
                    <a:pt x="7695077" y="3272078"/>
                  </a:lnTo>
                  <a:lnTo>
                    <a:pt x="7687485" y="3271460"/>
                  </a:lnTo>
                  <a:lnTo>
                    <a:pt x="7668481" y="3269751"/>
                  </a:lnTo>
                  <a:lnTo>
                    <a:pt x="7634849" y="3266395"/>
                  </a:lnTo>
                  <a:lnTo>
                    <a:pt x="7585423" y="3260894"/>
                  </a:lnTo>
                  <a:lnTo>
                    <a:pt x="7521151" y="3252873"/>
                  </a:lnTo>
                  <a:lnTo>
                    <a:pt x="7444763" y="3242109"/>
                  </a:lnTo>
                  <a:lnTo>
                    <a:pt x="7360098" y="3228529"/>
                  </a:lnTo>
                  <a:lnTo>
                    <a:pt x="7271294" y="3212160"/>
                  </a:lnTo>
                  <a:lnTo>
                    <a:pt x="7182094" y="3193066"/>
                  </a:lnTo>
                  <a:lnTo>
                    <a:pt x="7095425" y="3171290"/>
                  </a:lnTo>
                  <a:lnTo>
                    <a:pt x="7013250" y="3146799"/>
                  </a:lnTo>
                  <a:lnTo>
                    <a:pt x="6936633" y="3119458"/>
                  </a:lnTo>
                  <a:lnTo>
                    <a:pt x="6865914" y="3089018"/>
                  </a:lnTo>
                  <a:lnTo>
                    <a:pt x="6800901" y="3055109"/>
                  </a:lnTo>
                  <a:lnTo>
                    <a:pt x="6741059" y="3017256"/>
                  </a:lnTo>
                  <a:lnTo>
                    <a:pt x="6685643" y="2974896"/>
                  </a:lnTo>
                  <a:lnTo>
                    <a:pt x="6633812" y="2927415"/>
                  </a:lnTo>
                  <a:lnTo>
                    <a:pt x="6584709" y="2874220"/>
                  </a:lnTo>
                  <a:lnTo>
                    <a:pt x="6537527" y="2814857"/>
                  </a:lnTo>
                  <a:lnTo>
                    <a:pt x="6515891" y="2784879"/>
                  </a:lnTo>
                  <a:lnTo>
                    <a:pt x="6480872" y="2732780"/>
                  </a:lnTo>
                  <a:lnTo>
                    <a:pt x="6446180" y="2676901"/>
                  </a:lnTo>
                  <a:lnTo>
                    <a:pt x="6411609" y="2617166"/>
                  </a:lnTo>
                  <a:lnTo>
                    <a:pt x="6376998" y="2553556"/>
                  </a:lnTo>
                  <a:lnTo>
                    <a:pt x="6342223" y="2486123"/>
                  </a:lnTo>
                  <a:lnTo>
                    <a:pt x="6307199" y="2414988"/>
                  </a:lnTo>
                  <a:lnTo>
                    <a:pt x="6271870" y="2340350"/>
                  </a:lnTo>
                  <a:lnTo>
                    <a:pt x="6236213" y="2262487"/>
                  </a:lnTo>
                  <a:lnTo>
                    <a:pt x="6200230" y="2181754"/>
                  </a:lnTo>
                  <a:lnTo>
                    <a:pt x="6163949" y="2098578"/>
                  </a:lnTo>
                  <a:lnTo>
                    <a:pt x="6127417" y="2013452"/>
                  </a:lnTo>
                  <a:lnTo>
                    <a:pt x="6090697" y="1926923"/>
                  </a:lnTo>
                  <a:lnTo>
                    <a:pt x="6053867" y="1839577"/>
                  </a:lnTo>
                  <a:lnTo>
                    <a:pt x="6017007" y="1752025"/>
                  </a:lnTo>
                  <a:lnTo>
                    <a:pt x="5980205" y="1664883"/>
                  </a:lnTo>
                  <a:lnTo>
                    <a:pt x="5943539" y="1578756"/>
                  </a:lnTo>
                  <a:lnTo>
                    <a:pt x="5907084" y="1494218"/>
                  </a:lnTo>
                  <a:lnTo>
                    <a:pt x="5870897" y="1411800"/>
                  </a:lnTo>
                  <a:lnTo>
                    <a:pt x="5835021" y="1331975"/>
                  </a:lnTo>
                  <a:lnTo>
                    <a:pt x="5799474" y="1255146"/>
                  </a:lnTo>
                  <a:lnTo>
                    <a:pt x="5764250" y="1181642"/>
                  </a:lnTo>
                  <a:lnTo>
                    <a:pt x="5729316" y="1111716"/>
                  </a:lnTo>
                  <a:lnTo>
                    <a:pt x="5694606" y="1045541"/>
                  </a:lnTo>
                  <a:lnTo>
                    <a:pt x="5660024" y="983214"/>
                  </a:lnTo>
                  <a:lnTo>
                    <a:pt x="5625433" y="924762"/>
                  </a:lnTo>
                  <a:lnTo>
                    <a:pt x="5590658" y="870148"/>
                  </a:lnTo>
                  <a:lnTo>
                    <a:pt x="5567201" y="835735"/>
                  </a:lnTo>
                  <a:lnTo>
                    <a:pt x="5520677" y="773414"/>
                  </a:lnTo>
                  <a:lnTo>
                    <a:pt x="5472568" y="717371"/>
                  </a:lnTo>
                  <a:lnTo>
                    <a:pt x="5422120" y="667283"/>
                  </a:lnTo>
                  <a:lnTo>
                    <a:pt x="5368491" y="622601"/>
                  </a:lnTo>
                  <a:lnTo>
                    <a:pt x="5310823" y="582712"/>
                  </a:lnTo>
                  <a:lnTo>
                    <a:pt x="5248314" y="547021"/>
                  </a:lnTo>
                  <a:lnTo>
                    <a:pt x="5180316" y="515008"/>
                  </a:lnTo>
                  <a:lnTo>
                    <a:pt x="5106457" y="486254"/>
                  </a:lnTo>
                  <a:lnTo>
                    <a:pt x="5026801" y="460452"/>
                  </a:lnTo>
                  <a:lnTo>
                    <a:pt x="4942051" y="437414"/>
                  </a:lnTo>
                  <a:lnTo>
                    <a:pt x="4853730" y="417062"/>
                  </a:lnTo>
                  <a:lnTo>
                    <a:pt x="4764318" y="399409"/>
                  </a:lnTo>
                  <a:lnTo>
                    <a:pt x="4677210" y="384515"/>
                  </a:lnTo>
                  <a:lnTo>
                    <a:pt x="4596430" y="372434"/>
                  </a:lnTo>
                  <a:lnTo>
                    <a:pt x="4526057" y="363146"/>
                  </a:lnTo>
                  <a:lnTo>
                    <a:pt x="4469438" y="356503"/>
                  </a:lnTo>
                  <a:lnTo>
                    <a:pt x="4428422" y="352198"/>
                  </a:lnTo>
                  <a:lnTo>
                    <a:pt x="4402848" y="349784"/>
                  </a:lnTo>
                  <a:lnTo>
                    <a:pt x="4390430" y="348726"/>
                  </a:lnTo>
                  <a:lnTo>
                    <a:pt x="4386978" y="348459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8" y="348438"/>
                  </a:lnTo>
                  <a:lnTo>
                    <a:pt x="3838333" y="348355"/>
                  </a:lnTo>
                  <a:lnTo>
                    <a:pt x="3817183" y="348126"/>
                  </a:lnTo>
                  <a:lnTo>
                    <a:pt x="3779972" y="347677"/>
                  </a:lnTo>
                  <a:lnTo>
                    <a:pt x="3725723" y="346943"/>
                  </a:lnTo>
                  <a:lnTo>
                    <a:pt x="3655893" y="345877"/>
                  </a:lnTo>
                  <a:lnTo>
                    <a:pt x="3573886" y="344454"/>
                  </a:lnTo>
                  <a:lnTo>
                    <a:pt x="3484175" y="342668"/>
                  </a:lnTo>
                  <a:lnTo>
                    <a:pt x="3391339" y="340526"/>
                  </a:lnTo>
                  <a:lnTo>
                    <a:pt x="3299309" y="338036"/>
                  </a:lnTo>
                  <a:lnTo>
                    <a:pt x="3210968" y="335200"/>
                  </a:lnTo>
                  <a:lnTo>
                    <a:pt x="3128087" y="332008"/>
                  </a:lnTo>
                  <a:lnTo>
                    <a:pt x="3051466" y="328436"/>
                  </a:lnTo>
                  <a:lnTo>
                    <a:pt x="2981167" y="324442"/>
                  </a:lnTo>
                  <a:lnTo>
                    <a:pt x="2916747" y="319969"/>
                  </a:lnTo>
                  <a:lnTo>
                    <a:pt x="2857455" y="314946"/>
                  </a:lnTo>
                  <a:lnTo>
                    <a:pt x="2802379" y="309293"/>
                  </a:lnTo>
                  <a:lnTo>
                    <a:pt x="2750551" y="302928"/>
                  </a:lnTo>
                  <a:lnTo>
                    <a:pt x="2701041" y="295783"/>
                  </a:lnTo>
                  <a:lnTo>
                    <a:pt x="2667772" y="290375"/>
                  </a:lnTo>
                  <a:lnTo>
                    <a:pt x="2615735" y="280961"/>
                  </a:lnTo>
                  <a:lnTo>
                    <a:pt x="2564197" y="270537"/>
                  </a:lnTo>
                  <a:lnTo>
                    <a:pt x="2512584" y="259090"/>
                  </a:lnTo>
                  <a:lnTo>
                    <a:pt x="2460518" y="246646"/>
                  </a:lnTo>
                  <a:lnTo>
                    <a:pt x="2407786" y="233275"/>
                  </a:lnTo>
                  <a:lnTo>
                    <a:pt x="2354328" y="219093"/>
                  </a:lnTo>
                  <a:lnTo>
                    <a:pt x="2300206" y="204259"/>
                  </a:lnTo>
                  <a:lnTo>
                    <a:pt x="2245587" y="188971"/>
                  </a:lnTo>
                  <a:lnTo>
                    <a:pt x="2190708" y="173455"/>
                  </a:lnTo>
                  <a:lnTo>
                    <a:pt x="2135843" y="157950"/>
                  </a:lnTo>
                  <a:lnTo>
                    <a:pt x="2081264" y="142697"/>
                  </a:lnTo>
                  <a:lnTo>
                    <a:pt x="2027202" y="127920"/>
                  </a:lnTo>
                  <a:lnTo>
                    <a:pt x="1973814" y="113812"/>
                  </a:lnTo>
                  <a:lnTo>
                    <a:pt x="1921154" y="100528"/>
                  </a:lnTo>
                  <a:lnTo>
                    <a:pt x="1869144" y="88181"/>
                  </a:lnTo>
                  <a:lnTo>
                    <a:pt x="1817558" y="76835"/>
                  </a:lnTo>
                  <a:lnTo>
                    <a:pt x="1766000" y="66512"/>
                  </a:lnTo>
                  <a:lnTo>
                    <a:pt x="1719082" y="58075"/>
                  </a:lnTo>
                  <a:lnTo>
                    <a:pt x="1670692" y="50369"/>
                  </a:lnTo>
                  <a:lnTo>
                    <a:pt x="1620560" y="43471"/>
                  </a:lnTo>
                  <a:lnTo>
                    <a:pt x="1567830" y="37335"/>
                  </a:lnTo>
                  <a:lnTo>
                    <a:pt x="1511551" y="31886"/>
                  </a:lnTo>
                  <a:lnTo>
                    <a:pt x="1450766" y="27041"/>
                  </a:lnTo>
                  <a:lnTo>
                    <a:pt x="1384596" y="22724"/>
                  </a:lnTo>
                  <a:lnTo>
                    <a:pt x="1312369" y="18866"/>
                  </a:lnTo>
                  <a:lnTo>
                    <a:pt x="1233775" y="15415"/>
                  </a:lnTo>
                  <a:lnTo>
                    <a:pt x="1149079" y="12335"/>
                  </a:lnTo>
                  <a:lnTo>
                    <a:pt x="1059357" y="9606"/>
                  </a:lnTo>
                  <a:lnTo>
                    <a:pt x="966717" y="7223"/>
                  </a:lnTo>
                  <a:lnTo>
                    <a:pt x="874387" y="5190"/>
                  </a:lnTo>
                  <a:lnTo>
                    <a:pt x="786557" y="3516"/>
                  </a:lnTo>
                  <a:lnTo>
                    <a:pt x="707869" y="2205"/>
                  </a:lnTo>
                  <a:lnTo>
                    <a:pt x="642572" y="1246"/>
                  </a:lnTo>
                  <a:lnTo>
                    <a:pt x="593547" y="606"/>
                  </a:lnTo>
                  <a:lnTo>
                    <a:pt x="561526" y="232"/>
                  </a:lnTo>
                  <a:lnTo>
                    <a:pt x="544761" y="56"/>
                  </a:lnTo>
                  <a:lnTo>
                    <a:pt x="539173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3" name="pg773"/>
            <p:cNvSpPr/>
            <p:nvPr/>
          </p:nvSpPr>
          <p:spPr>
            <a:xfrm>
              <a:off x="546595" y="706900"/>
              <a:ext cx="8234974" cy="4154179"/>
            </a:xfrm>
            <a:custGeom>
              <a:avLst/>
              <a:pathLst>
                <a:path w="8234974" h="4154179">
                  <a:moveTo>
                    <a:pt x="0" y="5444"/>
                  </a:moveTo>
                  <a:lnTo>
                    <a:pt x="538736" y="5444"/>
                  </a:lnTo>
                  <a:lnTo>
                    <a:pt x="540036" y="5457"/>
                  </a:lnTo>
                  <a:lnTo>
                    <a:pt x="548517" y="5549"/>
                  </a:lnTo>
                  <a:lnTo>
                    <a:pt x="569660" y="5803"/>
                  </a:lnTo>
                  <a:lnTo>
                    <a:pt x="606857" y="6301"/>
                  </a:lnTo>
                  <a:lnTo>
                    <a:pt x="661088" y="7115"/>
                  </a:lnTo>
                  <a:lnTo>
                    <a:pt x="730898" y="8297"/>
                  </a:lnTo>
                  <a:lnTo>
                    <a:pt x="812885" y="9875"/>
                  </a:lnTo>
                  <a:lnTo>
                    <a:pt x="902577" y="11855"/>
                  </a:lnTo>
                  <a:lnTo>
                    <a:pt x="995399" y="14231"/>
                  </a:lnTo>
                  <a:lnTo>
                    <a:pt x="1087419" y="16993"/>
                  </a:lnTo>
                  <a:lnTo>
                    <a:pt x="1175755" y="20138"/>
                  </a:lnTo>
                  <a:lnTo>
                    <a:pt x="1258634" y="23678"/>
                  </a:lnTo>
                  <a:lnTo>
                    <a:pt x="1335255" y="27639"/>
                  </a:lnTo>
                  <a:lnTo>
                    <a:pt x="1405556" y="32069"/>
                  </a:lnTo>
                  <a:lnTo>
                    <a:pt x="1469979" y="37029"/>
                  </a:lnTo>
                  <a:lnTo>
                    <a:pt x="1529272" y="42599"/>
                  </a:lnTo>
                  <a:lnTo>
                    <a:pt x="1584350" y="48868"/>
                  </a:lnTo>
                  <a:lnTo>
                    <a:pt x="1636177" y="55925"/>
                  </a:lnTo>
                  <a:lnTo>
                    <a:pt x="1685684" y="63849"/>
                  </a:lnTo>
                  <a:lnTo>
                    <a:pt x="1719082" y="69871"/>
                  </a:lnTo>
                  <a:lnTo>
                    <a:pt x="1770952" y="80279"/>
                  </a:lnTo>
                  <a:lnTo>
                    <a:pt x="1822324" y="91800"/>
                  </a:lnTo>
                  <a:lnTo>
                    <a:pt x="1873767" y="104449"/>
                  </a:lnTo>
                  <a:lnTo>
                    <a:pt x="1925659" y="118197"/>
                  </a:lnTo>
                  <a:lnTo>
                    <a:pt x="1978209" y="132968"/>
                  </a:lnTo>
                  <a:lnTo>
                    <a:pt x="2031482" y="148636"/>
                  </a:lnTo>
                  <a:lnTo>
                    <a:pt x="2085416" y="165026"/>
                  </a:lnTo>
                  <a:lnTo>
                    <a:pt x="2139849" y="181922"/>
                  </a:lnTo>
                  <a:lnTo>
                    <a:pt x="2194547" y="199077"/>
                  </a:lnTo>
                  <a:lnTo>
                    <a:pt x="2249239" y="216226"/>
                  </a:lnTo>
                  <a:lnTo>
                    <a:pt x="2303655" y="233106"/>
                  </a:lnTo>
                  <a:lnTo>
                    <a:pt x="2357565" y="249470"/>
                  </a:lnTo>
                  <a:lnTo>
                    <a:pt x="2410809" y="265105"/>
                  </a:lnTo>
                  <a:lnTo>
                    <a:pt x="2463330" y="279836"/>
                  </a:lnTo>
                  <a:lnTo>
                    <a:pt x="2515198" y="293540"/>
                  </a:lnTo>
                  <a:lnTo>
                    <a:pt x="2566630" y="306143"/>
                  </a:lnTo>
                  <a:lnTo>
                    <a:pt x="2618009" y="317618"/>
                  </a:lnTo>
                  <a:lnTo>
                    <a:pt x="2667772" y="327579"/>
                  </a:lnTo>
                  <a:lnTo>
                    <a:pt x="2716155" y="336126"/>
                  </a:lnTo>
                  <a:lnTo>
                    <a:pt x="2766281" y="343778"/>
                  </a:lnTo>
                  <a:lnTo>
                    <a:pt x="2819002" y="350584"/>
                  </a:lnTo>
                  <a:lnTo>
                    <a:pt x="2875271" y="356629"/>
                  </a:lnTo>
                  <a:lnTo>
                    <a:pt x="2936045" y="362003"/>
                  </a:lnTo>
                  <a:lnTo>
                    <a:pt x="3002201" y="366793"/>
                  </a:lnTo>
                  <a:lnTo>
                    <a:pt x="3074412" y="371073"/>
                  </a:lnTo>
                  <a:lnTo>
                    <a:pt x="3152988" y="374901"/>
                  </a:lnTo>
                  <a:lnTo>
                    <a:pt x="3237666" y="378317"/>
                  </a:lnTo>
                  <a:lnTo>
                    <a:pt x="3327370" y="381345"/>
                  </a:lnTo>
                  <a:lnTo>
                    <a:pt x="3419995" y="383989"/>
                  </a:lnTo>
                  <a:lnTo>
                    <a:pt x="3512316" y="386244"/>
                  </a:lnTo>
                  <a:lnTo>
                    <a:pt x="3600145" y="388101"/>
                  </a:lnTo>
                  <a:lnTo>
                    <a:pt x="3678844" y="389556"/>
                  </a:lnTo>
                  <a:lnTo>
                    <a:pt x="3744163" y="390621"/>
                  </a:lnTo>
                  <a:lnTo>
                    <a:pt x="3793218" y="391332"/>
                  </a:lnTo>
                  <a:lnTo>
                    <a:pt x="3825272" y="391747"/>
                  </a:lnTo>
                  <a:lnTo>
                    <a:pt x="3842068" y="391943"/>
                  </a:lnTo>
                  <a:lnTo>
                    <a:pt x="3847677" y="392002"/>
                  </a:lnTo>
                  <a:lnTo>
                    <a:pt x="3848118" y="392006"/>
                  </a:lnTo>
                  <a:lnTo>
                    <a:pt x="4386855" y="392006"/>
                  </a:lnTo>
                  <a:lnTo>
                    <a:pt x="4387801" y="392096"/>
                  </a:lnTo>
                  <a:lnTo>
                    <a:pt x="4394019" y="392740"/>
                  </a:lnTo>
                  <a:lnTo>
                    <a:pt x="4409686" y="394521"/>
                  </a:lnTo>
                  <a:lnTo>
                    <a:pt x="4437676" y="398025"/>
                  </a:lnTo>
                  <a:lnTo>
                    <a:pt x="4479345" y="403793"/>
                  </a:lnTo>
                  <a:lnTo>
                    <a:pt x="4534424" y="412262"/>
                  </a:lnTo>
                  <a:lnTo>
                    <a:pt x="4601172" y="423726"/>
                  </a:lnTo>
                  <a:lnTo>
                    <a:pt x="4676775" y="438325"/>
                  </a:lnTo>
                  <a:lnTo>
                    <a:pt x="4757903" y="456075"/>
                  </a:lnTo>
                  <a:lnTo>
                    <a:pt x="4841270" y="476921"/>
                  </a:lnTo>
                  <a:lnTo>
                    <a:pt x="4924045" y="500795"/>
                  </a:lnTo>
                  <a:lnTo>
                    <a:pt x="5004079" y="527673"/>
                  </a:lnTo>
                  <a:lnTo>
                    <a:pt x="5079956" y="557610"/>
                  </a:lnTo>
                  <a:lnTo>
                    <a:pt x="5150919" y="590764"/>
                  </a:lnTo>
                  <a:lnTo>
                    <a:pt x="5216744" y="627411"/>
                  </a:lnTo>
                  <a:lnTo>
                    <a:pt x="5277597" y="667937"/>
                  </a:lnTo>
                  <a:lnTo>
                    <a:pt x="5333906" y="712836"/>
                  </a:lnTo>
                  <a:lnTo>
                    <a:pt x="5386264" y="762689"/>
                  </a:lnTo>
                  <a:lnTo>
                    <a:pt x="5435346" y="818132"/>
                  </a:lnTo>
                  <a:lnTo>
                    <a:pt x="5481851" y="879802"/>
                  </a:lnTo>
                  <a:lnTo>
                    <a:pt x="5526454" y="948238"/>
                  </a:lnTo>
                  <a:lnTo>
                    <a:pt x="5567201" y="1019035"/>
                  </a:lnTo>
                  <a:lnTo>
                    <a:pt x="5598706" y="1079093"/>
                  </a:lnTo>
                  <a:lnTo>
                    <a:pt x="5629928" y="1143072"/>
                  </a:lnTo>
                  <a:lnTo>
                    <a:pt x="5661022" y="1211053"/>
                  </a:lnTo>
                  <a:lnTo>
                    <a:pt x="5692113" y="1283066"/>
                  </a:lnTo>
                  <a:lnTo>
                    <a:pt x="5723301" y="1359088"/>
                  </a:lnTo>
                  <a:lnTo>
                    <a:pt x="5754659" y="1439036"/>
                  </a:lnTo>
                  <a:lnTo>
                    <a:pt x="5786239" y="1522764"/>
                  </a:lnTo>
                  <a:lnTo>
                    <a:pt x="5818074" y="1610060"/>
                  </a:lnTo>
                  <a:lnTo>
                    <a:pt x="5850177" y="1700648"/>
                  </a:lnTo>
                  <a:lnTo>
                    <a:pt x="5882541" y="1794184"/>
                  </a:lnTo>
                  <a:lnTo>
                    <a:pt x="5915147" y="1890267"/>
                  </a:lnTo>
                  <a:lnTo>
                    <a:pt x="5947961" y="1988439"/>
                  </a:lnTo>
                  <a:lnTo>
                    <a:pt x="5980939" y="2088195"/>
                  </a:lnTo>
                  <a:lnTo>
                    <a:pt x="6014027" y="2188994"/>
                  </a:lnTo>
                  <a:lnTo>
                    <a:pt x="6047166" y="2290272"/>
                  </a:lnTo>
                  <a:lnTo>
                    <a:pt x="6080294" y="2391452"/>
                  </a:lnTo>
                  <a:lnTo>
                    <a:pt x="6113351" y="2491960"/>
                  </a:lnTo>
                  <a:lnTo>
                    <a:pt x="6146278" y="2591238"/>
                  </a:lnTo>
                  <a:lnTo>
                    <a:pt x="6179027" y="2688756"/>
                  </a:lnTo>
                  <a:lnTo>
                    <a:pt x="6211554" y="2784024"/>
                  </a:lnTo>
                  <a:lnTo>
                    <a:pt x="6243831" y="2876603"/>
                  </a:lnTo>
                  <a:lnTo>
                    <a:pt x="6275842" y="2966109"/>
                  </a:lnTo>
                  <a:lnTo>
                    <a:pt x="6307589" y="3052223"/>
                  </a:lnTo>
                  <a:lnTo>
                    <a:pt x="6339089" y="3134690"/>
                  </a:lnTo>
                  <a:lnTo>
                    <a:pt x="6370383" y="3213320"/>
                  </a:lnTo>
                  <a:lnTo>
                    <a:pt x="6401528" y="3287989"/>
                  </a:lnTo>
                  <a:lnTo>
                    <a:pt x="6432608" y="3358635"/>
                  </a:lnTo>
                  <a:lnTo>
                    <a:pt x="6463730" y="3425253"/>
                  </a:lnTo>
                  <a:lnTo>
                    <a:pt x="6495029" y="3487891"/>
                  </a:lnTo>
                  <a:lnTo>
                    <a:pt x="6515891" y="3527150"/>
                  </a:lnTo>
                  <a:lnTo>
                    <a:pt x="6559252" y="3602219"/>
                  </a:lnTo>
                  <a:lnTo>
                    <a:pt x="6603951" y="3670240"/>
                  </a:lnTo>
                  <a:lnTo>
                    <a:pt x="6650590" y="3731522"/>
                  </a:lnTo>
                  <a:lnTo>
                    <a:pt x="6699847" y="3786615"/>
                  </a:lnTo>
                  <a:lnTo>
                    <a:pt x="6752422" y="3836155"/>
                  </a:lnTo>
                  <a:lnTo>
                    <a:pt x="6808987" y="3880778"/>
                  </a:lnTo>
                  <a:lnTo>
                    <a:pt x="6870125" y="3921060"/>
                  </a:lnTo>
                  <a:lnTo>
                    <a:pt x="6936255" y="3957489"/>
                  </a:lnTo>
                  <a:lnTo>
                    <a:pt x="7007521" y="3990446"/>
                  </a:lnTo>
                  <a:lnTo>
                    <a:pt x="7083673" y="4020197"/>
                  </a:lnTo>
                  <a:lnTo>
                    <a:pt x="7163918" y="4046895"/>
                  </a:lnTo>
                  <a:lnTo>
                    <a:pt x="7246795" y="4070591"/>
                  </a:lnTo>
                  <a:lnTo>
                    <a:pt x="7330114" y="4091255"/>
                  </a:lnTo>
                  <a:lnTo>
                    <a:pt x="7411008" y="4108818"/>
                  </a:lnTo>
                  <a:lnTo>
                    <a:pt x="7486174" y="4123229"/>
                  </a:lnTo>
                  <a:lnTo>
                    <a:pt x="7552298" y="4134509"/>
                  </a:lnTo>
                  <a:lnTo>
                    <a:pt x="7606615" y="4142807"/>
                  </a:lnTo>
                  <a:lnTo>
                    <a:pt x="7647460" y="4148427"/>
                  </a:lnTo>
                  <a:lnTo>
                    <a:pt x="7674663" y="4151813"/>
                  </a:lnTo>
                  <a:lnTo>
                    <a:pt x="7689673" y="4153509"/>
                  </a:lnTo>
                  <a:lnTo>
                    <a:pt x="7695448" y="4154104"/>
                  </a:lnTo>
                  <a:lnTo>
                    <a:pt x="7696237" y="4154179"/>
                  </a:lnTo>
                  <a:lnTo>
                    <a:pt x="8234974" y="4154179"/>
                  </a:lnTo>
                  <a:lnTo>
                    <a:pt x="8234974" y="4148735"/>
                  </a:lnTo>
                  <a:lnTo>
                    <a:pt x="7696237" y="4148735"/>
                  </a:lnTo>
                  <a:lnTo>
                    <a:pt x="7695291" y="4148644"/>
                  </a:lnTo>
                  <a:lnTo>
                    <a:pt x="7689074" y="4148000"/>
                  </a:lnTo>
                  <a:lnTo>
                    <a:pt x="7673406" y="4146220"/>
                  </a:lnTo>
                  <a:lnTo>
                    <a:pt x="7645416" y="4142716"/>
                  </a:lnTo>
                  <a:lnTo>
                    <a:pt x="7603748" y="4136948"/>
                  </a:lnTo>
                  <a:lnTo>
                    <a:pt x="7548668" y="4128478"/>
                  </a:lnTo>
                  <a:lnTo>
                    <a:pt x="7481920" y="4117014"/>
                  </a:lnTo>
                  <a:lnTo>
                    <a:pt x="7406318" y="4102416"/>
                  </a:lnTo>
                  <a:lnTo>
                    <a:pt x="7325190" y="4084666"/>
                  </a:lnTo>
                  <a:lnTo>
                    <a:pt x="7241823" y="4063820"/>
                  </a:lnTo>
                  <a:lnTo>
                    <a:pt x="7159048" y="4039945"/>
                  </a:lnTo>
                  <a:lnTo>
                    <a:pt x="7079013" y="4013067"/>
                  </a:lnTo>
                  <a:lnTo>
                    <a:pt x="7003136" y="3983131"/>
                  </a:lnTo>
                  <a:lnTo>
                    <a:pt x="6932173" y="3949976"/>
                  </a:lnTo>
                  <a:lnTo>
                    <a:pt x="6866348" y="3913329"/>
                  </a:lnTo>
                  <a:lnTo>
                    <a:pt x="6805496" y="3872803"/>
                  </a:lnTo>
                  <a:lnTo>
                    <a:pt x="6749186" y="3827904"/>
                  </a:lnTo>
                  <a:lnTo>
                    <a:pt x="6696828" y="3778052"/>
                  </a:lnTo>
                  <a:lnTo>
                    <a:pt x="6647747" y="3722608"/>
                  </a:lnTo>
                  <a:lnTo>
                    <a:pt x="6601241" y="3660939"/>
                  </a:lnTo>
                  <a:lnTo>
                    <a:pt x="6556638" y="3592503"/>
                  </a:lnTo>
                  <a:lnTo>
                    <a:pt x="6515891" y="3521706"/>
                  </a:lnTo>
                  <a:lnTo>
                    <a:pt x="6484387" y="3461648"/>
                  </a:lnTo>
                  <a:lnTo>
                    <a:pt x="6453165" y="3397669"/>
                  </a:lnTo>
                  <a:lnTo>
                    <a:pt x="6422071" y="3329688"/>
                  </a:lnTo>
                  <a:lnTo>
                    <a:pt x="6390979" y="3257674"/>
                  </a:lnTo>
                  <a:lnTo>
                    <a:pt x="6359792" y="3181652"/>
                  </a:lnTo>
                  <a:lnTo>
                    <a:pt x="6328434" y="3101704"/>
                  </a:lnTo>
                  <a:lnTo>
                    <a:pt x="6296853" y="3017977"/>
                  </a:lnTo>
                  <a:lnTo>
                    <a:pt x="6265018" y="2930680"/>
                  </a:lnTo>
                  <a:lnTo>
                    <a:pt x="6232916" y="2840093"/>
                  </a:lnTo>
                  <a:lnTo>
                    <a:pt x="6200552" y="2746556"/>
                  </a:lnTo>
                  <a:lnTo>
                    <a:pt x="6167945" y="2650473"/>
                  </a:lnTo>
                  <a:lnTo>
                    <a:pt x="6135131" y="2552302"/>
                  </a:lnTo>
                  <a:lnTo>
                    <a:pt x="6102153" y="2452546"/>
                  </a:lnTo>
                  <a:lnTo>
                    <a:pt x="6069066" y="2351746"/>
                  </a:lnTo>
                  <a:lnTo>
                    <a:pt x="6035927" y="2250468"/>
                  </a:lnTo>
                  <a:lnTo>
                    <a:pt x="6002799" y="2149288"/>
                  </a:lnTo>
                  <a:lnTo>
                    <a:pt x="5969742" y="2048780"/>
                  </a:lnTo>
                  <a:lnTo>
                    <a:pt x="5936814" y="1949503"/>
                  </a:lnTo>
                  <a:lnTo>
                    <a:pt x="5904066" y="1851985"/>
                  </a:lnTo>
                  <a:lnTo>
                    <a:pt x="5871538" y="1756717"/>
                  </a:lnTo>
                  <a:lnTo>
                    <a:pt x="5839261" y="1664138"/>
                  </a:lnTo>
                  <a:lnTo>
                    <a:pt x="5807250" y="1574631"/>
                  </a:lnTo>
                  <a:lnTo>
                    <a:pt x="5775504" y="1488517"/>
                  </a:lnTo>
                  <a:lnTo>
                    <a:pt x="5744003" y="1406051"/>
                  </a:lnTo>
                  <a:lnTo>
                    <a:pt x="5712710" y="1327421"/>
                  </a:lnTo>
                  <a:lnTo>
                    <a:pt x="5681565" y="1252752"/>
                  </a:lnTo>
                  <a:lnTo>
                    <a:pt x="5650484" y="1182106"/>
                  </a:lnTo>
                  <a:lnTo>
                    <a:pt x="5619362" y="1115488"/>
                  </a:lnTo>
                  <a:lnTo>
                    <a:pt x="5588064" y="1052850"/>
                  </a:lnTo>
                  <a:lnTo>
                    <a:pt x="5567201" y="1013590"/>
                  </a:lnTo>
                  <a:lnTo>
                    <a:pt x="5523840" y="938522"/>
                  </a:lnTo>
                  <a:lnTo>
                    <a:pt x="5479142" y="870500"/>
                  </a:lnTo>
                  <a:lnTo>
                    <a:pt x="5432502" y="809218"/>
                  </a:lnTo>
                  <a:lnTo>
                    <a:pt x="5383245" y="754126"/>
                  </a:lnTo>
                  <a:lnTo>
                    <a:pt x="5330671" y="704586"/>
                  </a:lnTo>
                  <a:lnTo>
                    <a:pt x="5274106" y="659963"/>
                  </a:lnTo>
                  <a:lnTo>
                    <a:pt x="5212967" y="619680"/>
                  </a:lnTo>
                  <a:lnTo>
                    <a:pt x="5146838" y="583251"/>
                  </a:lnTo>
                  <a:lnTo>
                    <a:pt x="5075571" y="550295"/>
                  </a:lnTo>
                  <a:lnTo>
                    <a:pt x="4999419" y="520544"/>
                  </a:lnTo>
                  <a:lnTo>
                    <a:pt x="4919175" y="493845"/>
                  </a:lnTo>
                  <a:lnTo>
                    <a:pt x="4836297" y="470150"/>
                  </a:lnTo>
                  <a:lnTo>
                    <a:pt x="4752979" y="449486"/>
                  </a:lnTo>
                  <a:lnTo>
                    <a:pt x="4672084" y="431922"/>
                  </a:lnTo>
                  <a:lnTo>
                    <a:pt x="4596919" y="417512"/>
                  </a:lnTo>
                  <a:lnTo>
                    <a:pt x="4530794" y="406232"/>
                  </a:lnTo>
                  <a:lnTo>
                    <a:pt x="4476478" y="397933"/>
                  </a:lnTo>
                  <a:lnTo>
                    <a:pt x="4435632" y="392313"/>
                  </a:lnTo>
                  <a:lnTo>
                    <a:pt x="4408430" y="388928"/>
                  </a:lnTo>
                  <a:lnTo>
                    <a:pt x="4393419" y="387232"/>
                  </a:lnTo>
                  <a:lnTo>
                    <a:pt x="4387645" y="386636"/>
                  </a:lnTo>
                  <a:lnTo>
                    <a:pt x="4386855" y="386561"/>
                  </a:lnTo>
                  <a:lnTo>
                    <a:pt x="3848118" y="386561"/>
                  </a:lnTo>
                  <a:lnTo>
                    <a:pt x="3846818" y="386549"/>
                  </a:lnTo>
                  <a:lnTo>
                    <a:pt x="3838337" y="386457"/>
                  </a:lnTo>
                  <a:lnTo>
                    <a:pt x="3817195" y="386203"/>
                  </a:lnTo>
                  <a:lnTo>
                    <a:pt x="3779997" y="385704"/>
                  </a:lnTo>
                  <a:lnTo>
                    <a:pt x="3725767" y="384890"/>
                  </a:lnTo>
                  <a:lnTo>
                    <a:pt x="3655957" y="383708"/>
                  </a:lnTo>
                  <a:lnTo>
                    <a:pt x="3573970" y="382130"/>
                  </a:lnTo>
                  <a:lnTo>
                    <a:pt x="3484277" y="380150"/>
                  </a:lnTo>
                  <a:lnTo>
                    <a:pt x="3391456" y="377774"/>
                  </a:lnTo>
                  <a:lnTo>
                    <a:pt x="3299435" y="375013"/>
                  </a:lnTo>
                  <a:lnTo>
                    <a:pt x="3211100" y="371867"/>
                  </a:lnTo>
                  <a:lnTo>
                    <a:pt x="3128221" y="368328"/>
                  </a:lnTo>
                  <a:lnTo>
                    <a:pt x="3051599" y="364366"/>
                  </a:lnTo>
                  <a:lnTo>
                    <a:pt x="2981298" y="359937"/>
                  </a:lnTo>
                  <a:lnTo>
                    <a:pt x="2916876" y="354976"/>
                  </a:lnTo>
                  <a:lnTo>
                    <a:pt x="2857582" y="349406"/>
                  </a:lnTo>
                  <a:lnTo>
                    <a:pt x="2802505" y="343138"/>
                  </a:lnTo>
                  <a:lnTo>
                    <a:pt x="2750678" y="336080"/>
                  </a:lnTo>
                  <a:lnTo>
                    <a:pt x="2701170" y="328157"/>
                  </a:lnTo>
                  <a:lnTo>
                    <a:pt x="2667772" y="322134"/>
                  </a:lnTo>
                  <a:lnTo>
                    <a:pt x="2615902" y="311726"/>
                  </a:lnTo>
                  <a:lnTo>
                    <a:pt x="2564531" y="300205"/>
                  </a:lnTo>
                  <a:lnTo>
                    <a:pt x="2513087" y="287556"/>
                  </a:lnTo>
                  <a:lnTo>
                    <a:pt x="2461196" y="273808"/>
                  </a:lnTo>
                  <a:lnTo>
                    <a:pt x="2408645" y="259037"/>
                  </a:lnTo>
                  <a:lnTo>
                    <a:pt x="2355372" y="243369"/>
                  </a:lnTo>
                  <a:lnTo>
                    <a:pt x="2301438" y="226979"/>
                  </a:lnTo>
                  <a:lnTo>
                    <a:pt x="2247006" y="210083"/>
                  </a:lnTo>
                  <a:lnTo>
                    <a:pt x="2192308" y="192929"/>
                  </a:lnTo>
                  <a:lnTo>
                    <a:pt x="2137616" y="175780"/>
                  </a:lnTo>
                  <a:lnTo>
                    <a:pt x="2083199" y="158900"/>
                  </a:lnTo>
                  <a:lnTo>
                    <a:pt x="2029290" y="142535"/>
                  </a:lnTo>
                  <a:lnTo>
                    <a:pt x="1976046" y="126901"/>
                  </a:lnTo>
                  <a:lnTo>
                    <a:pt x="1923525" y="112170"/>
                  </a:lnTo>
                  <a:lnTo>
                    <a:pt x="1871656" y="98465"/>
                  </a:lnTo>
                  <a:lnTo>
                    <a:pt x="1820225" y="85862"/>
                  </a:lnTo>
                  <a:lnTo>
                    <a:pt x="1768845" y="74387"/>
                  </a:lnTo>
                  <a:lnTo>
                    <a:pt x="1719082" y="64426"/>
                  </a:lnTo>
                  <a:lnTo>
                    <a:pt x="1670699" y="55879"/>
                  </a:lnTo>
                  <a:lnTo>
                    <a:pt x="1620574" y="48228"/>
                  </a:lnTo>
                  <a:lnTo>
                    <a:pt x="1567852" y="41421"/>
                  </a:lnTo>
                  <a:lnTo>
                    <a:pt x="1511584" y="35377"/>
                  </a:lnTo>
                  <a:lnTo>
                    <a:pt x="1450810" y="30003"/>
                  </a:lnTo>
                  <a:lnTo>
                    <a:pt x="1384654" y="25213"/>
                  </a:lnTo>
                  <a:lnTo>
                    <a:pt x="1312442" y="20933"/>
                  </a:lnTo>
                  <a:lnTo>
                    <a:pt x="1233866" y="17105"/>
                  </a:lnTo>
                  <a:lnTo>
                    <a:pt x="1149188" y="13688"/>
                  </a:lnTo>
                  <a:lnTo>
                    <a:pt x="1059485" y="10661"/>
                  </a:lnTo>
                  <a:lnTo>
                    <a:pt x="966859" y="8017"/>
                  </a:lnTo>
                  <a:lnTo>
                    <a:pt x="874538" y="5761"/>
                  </a:lnTo>
                  <a:lnTo>
                    <a:pt x="786709" y="3904"/>
                  </a:lnTo>
                  <a:lnTo>
                    <a:pt x="708011" y="2449"/>
                  </a:lnTo>
                  <a:lnTo>
                    <a:pt x="642692" y="1384"/>
                  </a:lnTo>
                  <a:lnTo>
                    <a:pt x="593637" y="673"/>
                  </a:lnTo>
                  <a:lnTo>
                    <a:pt x="561582" y="258"/>
                  </a:lnTo>
                  <a:lnTo>
                    <a:pt x="544787" y="63"/>
                  </a:lnTo>
                  <a:lnTo>
                    <a:pt x="539178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74" name="pl774"/>
            <p:cNvSpPr/>
            <p:nvPr/>
          </p:nvSpPr>
          <p:spPr>
            <a:xfrm>
              <a:off x="546595" y="712345"/>
              <a:ext cx="8234974" cy="4148735"/>
            </a:xfrm>
            <a:custGeom>
              <a:avLst/>
              <a:pathLst>
                <a:path w="8234974" h="4148735">
                  <a:moveTo>
                    <a:pt x="0" y="0"/>
                  </a:moveTo>
                  <a:lnTo>
                    <a:pt x="538736" y="0"/>
                  </a:lnTo>
                  <a:lnTo>
                    <a:pt x="540036" y="12"/>
                  </a:lnTo>
                  <a:lnTo>
                    <a:pt x="548517" y="104"/>
                  </a:lnTo>
                  <a:lnTo>
                    <a:pt x="569660" y="358"/>
                  </a:lnTo>
                  <a:lnTo>
                    <a:pt x="606857" y="857"/>
                  </a:lnTo>
                  <a:lnTo>
                    <a:pt x="661088" y="1671"/>
                  </a:lnTo>
                  <a:lnTo>
                    <a:pt x="730898" y="2853"/>
                  </a:lnTo>
                  <a:lnTo>
                    <a:pt x="812885" y="4431"/>
                  </a:lnTo>
                  <a:lnTo>
                    <a:pt x="902577" y="6411"/>
                  </a:lnTo>
                  <a:lnTo>
                    <a:pt x="995399" y="8786"/>
                  </a:lnTo>
                  <a:lnTo>
                    <a:pt x="1087419" y="11548"/>
                  </a:lnTo>
                  <a:lnTo>
                    <a:pt x="1175755" y="14694"/>
                  </a:lnTo>
                  <a:lnTo>
                    <a:pt x="1258634" y="18233"/>
                  </a:lnTo>
                  <a:lnTo>
                    <a:pt x="1335255" y="22195"/>
                  </a:lnTo>
                  <a:lnTo>
                    <a:pt x="1405556" y="26624"/>
                  </a:lnTo>
                  <a:lnTo>
                    <a:pt x="1469979" y="31584"/>
                  </a:lnTo>
                  <a:lnTo>
                    <a:pt x="1529272" y="37155"/>
                  </a:lnTo>
                  <a:lnTo>
                    <a:pt x="1584350" y="43423"/>
                  </a:lnTo>
                  <a:lnTo>
                    <a:pt x="1636177" y="50481"/>
                  </a:lnTo>
                  <a:lnTo>
                    <a:pt x="1685684" y="58404"/>
                  </a:lnTo>
                  <a:lnTo>
                    <a:pt x="1719082" y="64426"/>
                  </a:lnTo>
                  <a:lnTo>
                    <a:pt x="1770952" y="74834"/>
                  </a:lnTo>
                  <a:lnTo>
                    <a:pt x="1822324" y="86356"/>
                  </a:lnTo>
                  <a:lnTo>
                    <a:pt x="1873767" y="99005"/>
                  </a:lnTo>
                  <a:lnTo>
                    <a:pt x="1925659" y="112753"/>
                  </a:lnTo>
                  <a:lnTo>
                    <a:pt x="1978209" y="127524"/>
                  </a:lnTo>
                  <a:lnTo>
                    <a:pt x="2031482" y="143191"/>
                  </a:lnTo>
                  <a:lnTo>
                    <a:pt x="2085416" y="159582"/>
                  </a:lnTo>
                  <a:lnTo>
                    <a:pt x="2139849" y="176478"/>
                  </a:lnTo>
                  <a:lnTo>
                    <a:pt x="2194547" y="193632"/>
                  </a:lnTo>
                  <a:lnTo>
                    <a:pt x="2249239" y="210781"/>
                  </a:lnTo>
                  <a:lnTo>
                    <a:pt x="2303655" y="227661"/>
                  </a:lnTo>
                  <a:lnTo>
                    <a:pt x="2357565" y="244026"/>
                  </a:lnTo>
                  <a:lnTo>
                    <a:pt x="2410809" y="259660"/>
                  </a:lnTo>
                  <a:lnTo>
                    <a:pt x="2463330" y="274391"/>
                  </a:lnTo>
                  <a:lnTo>
                    <a:pt x="2515198" y="288096"/>
                  </a:lnTo>
                  <a:lnTo>
                    <a:pt x="2566630" y="300699"/>
                  </a:lnTo>
                  <a:lnTo>
                    <a:pt x="2618009" y="312174"/>
                  </a:lnTo>
                  <a:lnTo>
                    <a:pt x="2667772" y="322134"/>
                  </a:lnTo>
                  <a:lnTo>
                    <a:pt x="2716155" y="330682"/>
                  </a:lnTo>
                  <a:lnTo>
                    <a:pt x="2766281" y="338333"/>
                  </a:lnTo>
                  <a:lnTo>
                    <a:pt x="2819002" y="345140"/>
                  </a:lnTo>
                  <a:lnTo>
                    <a:pt x="2875271" y="351184"/>
                  </a:lnTo>
                  <a:lnTo>
                    <a:pt x="2936045" y="356558"/>
                  </a:lnTo>
                  <a:lnTo>
                    <a:pt x="3002201" y="361348"/>
                  </a:lnTo>
                  <a:lnTo>
                    <a:pt x="3074412" y="365628"/>
                  </a:lnTo>
                  <a:lnTo>
                    <a:pt x="3152988" y="369456"/>
                  </a:lnTo>
                  <a:lnTo>
                    <a:pt x="3237666" y="372873"/>
                  </a:lnTo>
                  <a:lnTo>
                    <a:pt x="3327370" y="375900"/>
                  </a:lnTo>
                  <a:lnTo>
                    <a:pt x="3419995" y="378544"/>
                  </a:lnTo>
                  <a:lnTo>
                    <a:pt x="3512316" y="380800"/>
                  </a:lnTo>
                  <a:lnTo>
                    <a:pt x="3600145" y="382657"/>
                  </a:lnTo>
                  <a:lnTo>
                    <a:pt x="3678844" y="384112"/>
                  </a:lnTo>
                  <a:lnTo>
                    <a:pt x="3744163" y="385177"/>
                  </a:lnTo>
                  <a:lnTo>
                    <a:pt x="3793218" y="385888"/>
                  </a:lnTo>
                  <a:lnTo>
                    <a:pt x="3825272" y="386303"/>
                  </a:lnTo>
                  <a:lnTo>
                    <a:pt x="3842068" y="386498"/>
                  </a:lnTo>
                  <a:lnTo>
                    <a:pt x="3847677" y="386557"/>
                  </a:lnTo>
                  <a:lnTo>
                    <a:pt x="3848118" y="386561"/>
                  </a:lnTo>
                  <a:lnTo>
                    <a:pt x="4386855" y="386561"/>
                  </a:lnTo>
                  <a:lnTo>
                    <a:pt x="4387801" y="386652"/>
                  </a:lnTo>
                  <a:lnTo>
                    <a:pt x="4394019" y="387296"/>
                  </a:lnTo>
                  <a:lnTo>
                    <a:pt x="4409686" y="389076"/>
                  </a:lnTo>
                  <a:lnTo>
                    <a:pt x="4437676" y="392580"/>
                  </a:lnTo>
                  <a:lnTo>
                    <a:pt x="4479345" y="398348"/>
                  </a:lnTo>
                  <a:lnTo>
                    <a:pt x="4534424" y="406818"/>
                  </a:lnTo>
                  <a:lnTo>
                    <a:pt x="4601172" y="418282"/>
                  </a:lnTo>
                  <a:lnTo>
                    <a:pt x="4676775" y="432880"/>
                  </a:lnTo>
                  <a:lnTo>
                    <a:pt x="4757903" y="450630"/>
                  </a:lnTo>
                  <a:lnTo>
                    <a:pt x="4841270" y="471476"/>
                  </a:lnTo>
                  <a:lnTo>
                    <a:pt x="4924045" y="495351"/>
                  </a:lnTo>
                  <a:lnTo>
                    <a:pt x="5004079" y="522229"/>
                  </a:lnTo>
                  <a:lnTo>
                    <a:pt x="5079956" y="552165"/>
                  </a:lnTo>
                  <a:lnTo>
                    <a:pt x="5150919" y="585320"/>
                  </a:lnTo>
                  <a:lnTo>
                    <a:pt x="5216744" y="621966"/>
                  </a:lnTo>
                  <a:lnTo>
                    <a:pt x="5277597" y="662493"/>
                  </a:lnTo>
                  <a:lnTo>
                    <a:pt x="5333906" y="707392"/>
                  </a:lnTo>
                  <a:lnTo>
                    <a:pt x="5386264" y="757244"/>
                  </a:lnTo>
                  <a:lnTo>
                    <a:pt x="5435346" y="812688"/>
                  </a:lnTo>
                  <a:lnTo>
                    <a:pt x="5481851" y="874357"/>
                  </a:lnTo>
                  <a:lnTo>
                    <a:pt x="5526454" y="942793"/>
                  </a:lnTo>
                  <a:lnTo>
                    <a:pt x="5567201" y="1013590"/>
                  </a:lnTo>
                  <a:lnTo>
                    <a:pt x="5598706" y="1073648"/>
                  </a:lnTo>
                  <a:lnTo>
                    <a:pt x="5629928" y="1137627"/>
                  </a:lnTo>
                  <a:lnTo>
                    <a:pt x="5661022" y="1205608"/>
                  </a:lnTo>
                  <a:lnTo>
                    <a:pt x="5692113" y="1277622"/>
                  </a:lnTo>
                  <a:lnTo>
                    <a:pt x="5723301" y="1353644"/>
                  </a:lnTo>
                  <a:lnTo>
                    <a:pt x="5754659" y="1433592"/>
                  </a:lnTo>
                  <a:lnTo>
                    <a:pt x="5786239" y="1517319"/>
                  </a:lnTo>
                  <a:lnTo>
                    <a:pt x="5818074" y="1604616"/>
                  </a:lnTo>
                  <a:lnTo>
                    <a:pt x="5850177" y="1695203"/>
                  </a:lnTo>
                  <a:lnTo>
                    <a:pt x="5882541" y="1788740"/>
                  </a:lnTo>
                  <a:lnTo>
                    <a:pt x="5915147" y="1884823"/>
                  </a:lnTo>
                  <a:lnTo>
                    <a:pt x="5947961" y="1982994"/>
                  </a:lnTo>
                  <a:lnTo>
                    <a:pt x="5980939" y="2082750"/>
                  </a:lnTo>
                  <a:lnTo>
                    <a:pt x="6014027" y="2183550"/>
                  </a:lnTo>
                  <a:lnTo>
                    <a:pt x="6047166" y="2284828"/>
                  </a:lnTo>
                  <a:lnTo>
                    <a:pt x="6080294" y="2386008"/>
                  </a:lnTo>
                  <a:lnTo>
                    <a:pt x="6113351" y="2486516"/>
                  </a:lnTo>
                  <a:lnTo>
                    <a:pt x="6146278" y="2585793"/>
                  </a:lnTo>
                  <a:lnTo>
                    <a:pt x="6179027" y="2683311"/>
                  </a:lnTo>
                  <a:lnTo>
                    <a:pt x="6211554" y="2778579"/>
                  </a:lnTo>
                  <a:lnTo>
                    <a:pt x="6243831" y="2871158"/>
                  </a:lnTo>
                  <a:lnTo>
                    <a:pt x="6275842" y="2960665"/>
                  </a:lnTo>
                  <a:lnTo>
                    <a:pt x="6307589" y="3046779"/>
                  </a:lnTo>
                  <a:lnTo>
                    <a:pt x="6339089" y="3129245"/>
                  </a:lnTo>
                  <a:lnTo>
                    <a:pt x="6370383" y="3207875"/>
                  </a:lnTo>
                  <a:lnTo>
                    <a:pt x="6401528" y="3282544"/>
                  </a:lnTo>
                  <a:lnTo>
                    <a:pt x="6432608" y="3353190"/>
                  </a:lnTo>
                  <a:lnTo>
                    <a:pt x="6463730" y="3419808"/>
                  </a:lnTo>
                  <a:lnTo>
                    <a:pt x="6495029" y="3482446"/>
                  </a:lnTo>
                  <a:lnTo>
                    <a:pt x="6515891" y="3521706"/>
                  </a:lnTo>
                  <a:lnTo>
                    <a:pt x="6559252" y="3596774"/>
                  </a:lnTo>
                  <a:lnTo>
                    <a:pt x="6603951" y="3664796"/>
                  </a:lnTo>
                  <a:lnTo>
                    <a:pt x="6650590" y="3726078"/>
                  </a:lnTo>
                  <a:lnTo>
                    <a:pt x="6699847" y="3781170"/>
                  </a:lnTo>
                  <a:lnTo>
                    <a:pt x="6752422" y="3830710"/>
                  </a:lnTo>
                  <a:lnTo>
                    <a:pt x="6808987" y="3875333"/>
                  </a:lnTo>
                  <a:lnTo>
                    <a:pt x="6870125" y="3915616"/>
                  </a:lnTo>
                  <a:lnTo>
                    <a:pt x="6936255" y="3952045"/>
                  </a:lnTo>
                  <a:lnTo>
                    <a:pt x="7007521" y="3985001"/>
                  </a:lnTo>
                  <a:lnTo>
                    <a:pt x="7083673" y="4014752"/>
                  </a:lnTo>
                  <a:lnTo>
                    <a:pt x="7163918" y="4041451"/>
                  </a:lnTo>
                  <a:lnTo>
                    <a:pt x="7246795" y="4065146"/>
                  </a:lnTo>
                  <a:lnTo>
                    <a:pt x="7330114" y="4085810"/>
                  </a:lnTo>
                  <a:lnTo>
                    <a:pt x="7411008" y="4103374"/>
                  </a:lnTo>
                  <a:lnTo>
                    <a:pt x="7486174" y="4117784"/>
                  </a:lnTo>
                  <a:lnTo>
                    <a:pt x="7552298" y="4129064"/>
                  </a:lnTo>
                  <a:lnTo>
                    <a:pt x="7606615" y="4137363"/>
                  </a:lnTo>
                  <a:lnTo>
                    <a:pt x="7647460" y="4142983"/>
                  </a:lnTo>
                  <a:lnTo>
                    <a:pt x="7674663" y="4146368"/>
                  </a:lnTo>
                  <a:lnTo>
                    <a:pt x="7689673" y="4148064"/>
                  </a:lnTo>
                  <a:lnTo>
                    <a:pt x="7695448" y="4148659"/>
                  </a:lnTo>
                  <a:lnTo>
                    <a:pt x="7696237" y="4148735"/>
                  </a:lnTo>
                  <a:lnTo>
                    <a:pt x="8234974" y="4148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5" name="pl775"/>
            <p:cNvSpPr/>
            <p:nvPr/>
          </p:nvSpPr>
          <p:spPr>
            <a:xfrm>
              <a:off x="546595" y="706900"/>
              <a:ext cx="8234974" cy="4148735"/>
            </a:xfrm>
            <a:custGeom>
              <a:avLst/>
              <a:pathLst>
                <a:path w="8234974" h="4148735">
                  <a:moveTo>
                    <a:pt x="8234974" y="4148735"/>
                  </a:moveTo>
                  <a:lnTo>
                    <a:pt x="7696237" y="4148735"/>
                  </a:lnTo>
                  <a:lnTo>
                    <a:pt x="7695291" y="4148644"/>
                  </a:lnTo>
                  <a:lnTo>
                    <a:pt x="7689074" y="4148000"/>
                  </a:lnTo>
                  <a:lnTo>
                    <a:pt x="7673406" y="4146220"/>
                  </a:lnTo>
                  <a:lnTo>
                    <a:pt x="7645416" y="4142716"/>
                  </a:lnTo>
                  <a:lnTo>
                    <a:pt x="7603748" y="4136948"/>
                  </a:lnTo>
                  <a:lnTo>
                    <a:pt x="7548668" y="4128478"/>
                  </a:lnTo>
                  <a:lnTo>
                    <a:pt x="7481920" y="4117014"/>
                  </a:lnTo>
                  <a:lnTo>
                    <a:pt x="7406318" y="4102416"/>
                  </a:lnTo>
                  <a:lnTo>
                    <a:pt x="7325190" y="4084666"/>
                  </a:lnTo>
                  <a:lnTo>
                    <a:pt x="7241823" y="4063820"/>
                  </a:lnTo>
                  <a:lnTo>
                    <a:pt x="7159048" y="4039945"/>
                  </a:lnTo>
                  <a:lnTo>
                    <a:pt x="7079013" y="4013067"/>
                  </a:lnTo>
                  <a:lnTo>
                    <a:pt x="7003136" y="3983131"/>
                  </a:lnTo>
                  <a:lnTo>
                    <a:pt x="6932173" y="3949976"/>
                  </a:lnTo>
                  <a:lnTo>
                    <a:pt x="6866348" y="3913329"/>
                  </a:lnTo>
                  <a:lnTo>
                    <a:pt x="6805496" y="3872803"/>
                  </a:lnTo>
                  <a:lnTo>
                    <a:pt x="6749186" y="3827904"/>
                  </a:lnTo>
                  <a:lnTo>
                    <a:pt x="6696828" y="3778052"/>
                  </a:lnTo>
                  <a:lnTo>
                    <a:pt x="6647747" y="3722608"/>
                  </a:lnTo>
                  <a:lnTo>
                    <a:pt x="6601241" y="3660939"/>
                  </a:lnTo>
                  <a:lnTo>
                    <a:pt x="6556638" y="3592503"/>
                  </a:lnTo>
                  <a:lnTo>
                    <a:pt x="6515891" y="3521706"/>
                  </a:lnTo>
                  <a:lnTo>
                    <a:pt x="6484387" y="3461648"/>
                  </a:lnTo>
                  <a:lnTo>
                    <a:pt x="6453165" y="3397669"/>
                  </a:lnTo>
                  <a:lnTo>
                    <a:pt x="6422071" y="3329688"/>
                  </a:lnTo>
                  <a:lnTo>
                    <a:pt x="6390979" y="3257674"/>
                  </a:lnTo>
                  <a:lnTo>
                    <a:pt x="6359792" y="3181652"/>
                  </a:lnTo>
                  <a:lnTo>
                    <a:pt x="6328434" y="3101704"/>
                  </a:lnTo>
                  <a:lnTo>
                    <a:pt x="6296853" y="3017977"/>
                  </a:lnTo>
                  <a:lnTo>
                    <a:pt x="6265018" y="2930680"/>
                  </a:lnTo>
                  <a:lnTo>
                    <a:pt x="6232916" y="2840093"/>
                  </a:lnTo>
                  <a:lnTo>
                    <a:pt x="6200552" y="2746556"/>
                  </a:lnTo>
                  <a:lnTo>
                    <a:pt x="6167945" y="2650473"/>
                  </a:lnTo>
                  <a:lnTo>
                    <a:pt x="6135131" y="2552302"/>
                  </a:lnTo>
                  <a:lnTo>
                    <a:pt x="6102153" y="2452546"/>
                  </a:lnTo>
                  <a:lnTo>
                    <a:pt x="6069066" y="2351746"/>
                  </a:lnTo>
                  <a:lnTo>
                    <a:pt x="6035927" y="2250468"/>
                  </a:lnTo>
                  <a:lnTo>
                    <a:pt x="6002799" y="2149288"/>
                  </a:lnTo>
                  <a:lnTo>
                    <a:pt x="5969742" y="2048780"/>
                  </a:lnTo>
                  <a:lnTo>
                    <a:pt x="5936814" y="1949503"/>
                  </a:lnTo>
                  <a:lnTo>
                    <a:pt x="5904066" y="1851985"/>
                  </a:lnTo>
                  <a:lnTo>
                    <a:pt x="5871538" y="1756717"/>
                  </a:lnTo>
                  <a:lnTo>
                    <a:pt x="5839261" y="1664138"/>
                  </a:lnTo>
                  <a:lnTo>
                    <a:pt x="5807250" y="1574631"/>
                  </a:lnTo>
                  <a:lnTo>
                    <a:pt x="5775504" y="1488517"/>
                  </a:lnTo>
                  <a:lnTo>
                    <a:pt x="5744003" y="1406051"/>
                  </a:lnTo>
                  <a:lnTo>
                    <a:pt x="5712710" y="1327421"/>
                  </a:lnTo>
                  <a:lnTo>
                    <a:pt x="5681565" y="1252752"/>
                  </a:lnTo>
                  <a:lnTo>
                    <a:pt x="5650484" y="1182106"/>
                  </a:lnTo>
                  <a:lnTo>
                    <a:pt x="5619362" y="1115488"/>
                  </a:lnTo>
                  <a:lnTo>
                    <a:pt x="5588064" y="1052850"/>
                  </a:lnTo>
                  <a:lnTo>
                    <a:pt x="5567201" y="1013590"/>
                  </a:lnTo>
                  <a:lnTo>
                    <a:pt x="5523840" y="938522"/>
                  </a:lnTo>
                  <a:lnTo>
                    <a:pt x="5479142" y="870500"/>
                  </a:lnTo>
                  <a:lnTo>
                    <a:pt x="5432502" y="809218"/>
                  </a:lnTo>
                  <a:lnTo>
                    <a:pt x="5383245" y="754126"/>
                  </a:lnTo>
                  <a:lnTo>
                    <a:pt x="5330671" y="704586"/>
                  </a:lnTo>
                  <a:lnTo>
                    <a:pt x="5274106" y="659963"/>
                  </a:lnTo>
                  <a:lnTo>
                    <a:pt x="5212967" y="619680"/>
                  </a:lnTo>
                  <a:lnTo>
                    <a:pt x="5146838" y="583251"/>
                  </a:lnTo>
                  <a:lnTo>
                    <a:pt x="5075571" y="550295"/>
                  </a:lnTo>
                  <a:lnTo>
                    <a:pt x="4999419" y="520544"/>
                  </a:lnTo>
                  <a:lnTo>
                    <a:pt x="4919175" y="493845"/>
                  </a:lnTo>
                  <a:lnTo>
                    <a:pt x="4836297" y="470150"/>
                  </a:lnTo>
                  <a:lnTo>
                    <a:pt x="4752979" y="449486"/>
                  </a:lnTo>
                  <a:lnTo>
                    <a:pt x="4672084" y="431922"/>
                  </a:lnTo>
                  <a:lnTo>
                    <a:pt x="4596919" y="417512"/>
                  </a:lnTo>
                  <a:lnTo>
                    <a:pt x="4530794" y="406232"/>
                  </a:lnTo>
                  <a:lnTo>
                    <a:pt x="4476478" y="397933"/>
                  </a:lnTo>
                  <a:lnTo>
                    <a:pt x="4435632" y="392313"/>
                  </a:lnTo>
                  <a:lnTo>
                    <a:pt x="4408430" y="388928"/>
                  </a:lnTo>
                  <a:lnTo>
                    <a:pt x="4393419" y="387232"/>
                  </a:lnTo>
                  <a:lnTo>
                    <a:pt x="4387645" y="386636"/>
                  </a:lnTo>
                  <a:lnTo>
                    <a:pt x="4386855" y="386561"/>
                  </a:lnTo>
                  <a:lnTo>
                    <a:pt x="3848118" y="386561"/>
                  </a:lnTo>
                  <a:lnTo>
                    <a:pt x="3846818" y="386549"/>
                  </a:lnTo>
                  <a:lnTo>
                    <a:pt x="3838337" y="386457"/>
                  </a:lnTo>
                  <a:lnTo>
                    <a:pt x="3817195" y="386203"/>
                  </a:lnTo>
                  <a:lnTo>
                    <a:pt x="3779997" y="385704"/>
                  </a:lnTo>
                  <a:lnTo>
                    <a:pt x="3725767" y="384890"/>
                  </a:lnTo>
                  <a:lnTo>
                    <a:pt x="3655957" y="383708"/>
                  </a:lnTo>
                  <a:lnTo>
                    <a:pt x="3573970" y="382130"/>
                  </a:lnTo>
                  <a:lnTo>
                    <a:pt x="3484277" y="380150"/>
                  </a:lnTo>
                  <a:lnTo>
                    <a:pt x="3391456" y="377774"/>
                  </a:lnTo>
                  <a:lnTo>
                    <a:pt x="3299435" y="375013"/>
                  </a:lnTo>
                  <a:lnTo>
                    <a:pt x="3211100" y="371867"/>
                  </a:lnTo>
                  <a:lnTo>
                    <a:pt x="3128221" y="368328"/>
                  </a:lnTo>
                  <a:lnTo>
                    <a:pt x="3051599" y="364366"/>
                  </a:lnTo>
                  <a:lnTo>
                    <a:pt x="2981298" y="359937"/>
                  </a:lnTo>
                  <a:lnTo>
                    <a:pt x="2916876" y="354976"/>
                  </a:lnTo>
                  <a:lnTo>
                    <a:pt x="2857582" y="349406"/>
                  </a:lnTo>
                  <a:lnTo>
                    <a:pt x="2802505" y="343138"/>
                  </a:lnTo>
                  <a:lnTo>
                    <a:pt x="2750678" y="336080"/>
                  </a:lnTo>
                  <a:lnTo>
                    <a:pt x="2701170" y="328157"/>
                  </a:lnTo>
                  <a:lnTo>
                    <a:pt x="2667772" y="322134"/>
                  </a:lnTo>
                  <a:lnTo>
                    <a:pt x="2615902" y="311726"/>
                  </a:lnTo>
                  <a:lnTo>
                    <a:pt x="2564531" y="300205"/>
                  </a:lnTo>
                  <a:lnTo>
                    <a:pt x="2513087" y="287556"/>
                  </a:lnTo>
                  <a:lnTo>
                    <a:pt x="2461196" y="273808"/>
                  </a:lnTo>
                  <a:lnTo>
                    <a:pt x="2408645" y="259037"/>
                  </a:lnTo>
                  <a:lnTo>
                    <a:pt x="2355372" y="243369"/>
                  </a:lnTo>
                  <a:lnTo>
                    <a:pt x="2301438" y="226979"/>
                  </a:lnTo>
                  <a:lnTo>
                    <a:pt x="2247006" y="210083"/>
                  </a:lnTo>
                  <a:lnTo>
                    <a:pt x="2192308" y="192929"/>
                  </a:lnTo>
                  <a:lnTo>
                    <a:pt x="2137616" y="175780"/>
                  </a:lnTo>
                  <a:lnTo>
                    <a:pt x="2083199" y="158900"/>
                  </a:lnTo>
                  <a:lnTo>
                    <a:pt x="2029290" y="142535"/>
                  </a:lnTo>
                  <a:lnTo>
                    <a:pt x="1976046" y="126901"/>
                  </a:lnTo>
                  <a:lnTo>
                    <a:pt x="1923525" y="112170"/>
                  </a:lnTo>
                  <a:lnTo>
                    <a:pt x="1871656" y="98465"/>
                  </a:lnTo>
                  <a:lnTo>
                    <a:pt x="1820225" y="85862"/>
                  </a:lnTo>
                  <a:lnTo>
                    <a:pt x="1768845" y="74387"/>
                  </a:lnTo>
                  <a:lnTo>
                    <a:pt x="1719082" y="64426"/>
                  </a:lnTo>
                  <a:lnTo>
                    <a:pt x="1670699" y="55879"/>
                  </a:lnTo>
                  <a:lnTo>
                    <a:pt x="1620574" y="48228"/>
                  </a:lnTo>
                  <a:lnTo>
                    <a:pt x="1567852" y="41421"/>
                  </a:lnTo>
                  <a:lnTo>
                    <a:pt x="1511584" y="35377"/>
                  </a:lnTo>
                  <a:lnTo>
                    <a:pt x="1450810" y="30003"/>
                  </a:lnTo>
                  <a:lnTo>
                    <a:pt x="1384654" y="25213"/>
                  </a:lnTo>
                  <a:lnTo>
                    <a:pt x="1312442" y="20933"/>
                  </a:lnTo>
                  <a:lnTo>
                    <a:pt x="1233866" y="17105"/>
                  </a:lnTo>
                  <a:lnTo>
                    <a:pt x="1149188" y="13688"/>
                  </a:lnTo>
                  <a:lnTo>
                    <a:pt x="1059485" y="10661"/>
                  </a:lnTo>
                  <a:lnTo>
                    <a:pt x="966859" y="8017"/>
                  </a:lnTo>
                  <a:lnTo>
                    <a:pt x="874538" y="5761"/>
                  </a:lnTo>
                  <a:lnTo>
                    <a:pt x="786709" y="3904"/>
                  </a:lnTo>
                  <a:lnTo>
                    <a:pt x="708011" y="2449"/>
                  </a:lnTo>
                  <a:lnTo>
                    <a:pt x="642692" y="1384"/>
                  </a:lnTo>
                  <a:lnTo>
                    <a:pt x="593637" y="673"/>
                  </a:lnTo>
                  <a:lnTo>
                    <a:pt x="561582" y="258"/>
                  </a:lnTo>
                  <a:lnTo>
                    <a:pt x="544787" y="63"/>
                  </a:lnTo>
                  <a:lnTo>
                    <a:pt x="539178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6" name="pg776"/>
            <p:cNvSpPr/>
            <p:nvPr/>
          </p:nvSpPr>
          <p:spPr>
            <a:xfrm>
              <a:off x="546595" y="712345"/>
              <a:ext cx="8234974" cy="5096083"/>
            </a:xfrm>
            <a:custGeom>
              <a:avLst/>
              <a:pathLst>
                <a:path w="8234974" h="5096083">
                  <a:moveTo>
                    <a:pt x="0" y="5444"/>
                  </a:moveTo>
                  <a:lnTo>
                    <a:pt x="538736" y="5444"/>
                  </a:lnTo>
                  <a:lnTo>
                    <a:pt x="540036" y="5458"/>
                  </a:lnTo>
                  <a:lnTo>
                    <a:pt x="548514" y="5556"/>
                  </a:lnTo>
                  <a:lnTo>
                    <a:pt x="569650" y="5828"/>
                  </a:lnTo>
                  <a:lnTo>
                    <a:pt x="606837" y="6361"/>
                  </a:lnTo>
                  <a:lnTo>
                    <a:pt x="661054" y="7232"/>
                  </a:lnTo>
                  <a:lnTo>
                    <a:pt x="730848" y="8497"/>
                  </a:lnTo>
                  <a:lnTo>
                    <a:pt x="812819" y="10186"/>
                  </a:lnTo>
                  <a:lnTo>
                    <a:pt x="902498" y="12305"/>
                  </a:lnTo>
                  <a:lnTo>
                    <a:pt x="995308" y="14847"/>
                  </a:lnTo>
                  <a:lnTo>
                    <a:pt x="1087321" y="17803"/>
                  </a:lnTo>
                  <a:lnTo>
                    <a:pt x="1175653" y="21169"/>
                  </a:lnTo>
                  <a:lnTo>
                    <a:pt x="1258530" y="24957"/>
                  </a:lnTo>
                  <a:lnTo>
                    <a:pt x="1335152" y="29196"/>
                  </a:lnTo>
                  <a:lnTo>
                    <a:pt x="1405454" y="33936"/>
                  </a:lnTo>
                  <a:lnTo>
                    <a:pt x="1469878" y="39244"/>
                  </a:lnTo>
                  <a:lnTo>
                    <a:pt x="1529173" y="45205"/>
                  </a:lnTo>
                  <a:lnTo>
                    <a:pt x="1584252" y="51913"/>
                  </a:lnTo>
                  <a:lnTo>
                    <a:pt x="1636079" y="59465"/>
                  </a:lnTo>
                  <a:lnTo>
                    <a:pt x="1685584" y="67943"/>
                  </a:lnTo>
                  <a:lnTo>
                    <a:pt x="1719082" y="74408"/>
                  </a:lnTo>
                  <a:lnTo>
                    <a:pt x="1770824" y="85520"/>
                  </a:lnTo>
                  <a:lnTo>
                    <a:pt x="1822068" y="97817"/>
                  </a:lnTo>
                  <a:lnTo>
                    <a:pt x="1873382" y="111316"/>
                  </a:lnTo>
                  <a:lnTo>
                    <a:pt x="1925139" y="125985"/>
                  </a:lnTo>
                  <a:lnTo>
                    <a:pt x="1977551" y="141746"/>
                  </a:lnTo>
                  <a:lnTo>
                    <a:pt x="2030681" y="158463"/>
                  </a:lnTo>
                  <a:lnTo>
                    <a:pt x="2084472" y="175953"/>
                  </a:lnTo>
                  <a:lnTo>
                    <a:pt x="2138762" y="193986"/>
                  </a:lnTo>
                  <a:lnTo>
                    <a:pt x="2193320" y="212300"/>
                  </a:lnTo>
                  <a:lnTo>
                    <a:pt x="2247880" y="230615"/>
                  </a:lnTo>
                  <a:lnTo>
                    <a:pt x="2302171" y="248650"/>
                  </a:lnTo>
                  <a:lnTo>
                    <a:pt x="2355964" y="266142"/>
                  </a:lnTo>
                  <a:lnTo>
                    <a:pt x="2409097" y="282863"/>
                  </a:lnTo>
                  <a:lnTo>
                    <a:pt x="2461511" y="298628"/>
                  </a:lnTo>
                  <a:lnTo>
                    <a:pt x="2513271" y="313302"/>
                  </a:lnTo>
                  <a:lnTo>
                    <a:pt x="2564585" y="326805"/>
                  </a:lnTo>
                  <a:lnTo>
                    <a:pt x="2615829" y="339107"/>
                  </a:lnTo>
                  <a:lnTo>
                    <a:pt x="2667567" y="350223"/>
                  </a:lnTo>
                  <a:lnTo>
                    <a:pt x="2667772" y="350265"/>
                  </a:lnTo>
                  <a:lnTo>
                    <a:pt x="2716150" y="359413"/>
                  </a:lnTo>
                  <a:lnTo>
                    <a:pt x="2766270" y="367602"/>
                  </a:lnTo>
                  <a:lnTo>
                    <a:pt x="2818985" y="374888"/>
                  </a:lnTo>
                  <a:lnTo>
                    <a:pt x="2875245" y="381358"/>
                  </a:lnTo>
                  <a:lnTo>
                    <a:pt x="2936011" y="387110"/>
                  </a:lnTo>
                  <a:lnTo>
                    <a:pt x="3002156" y="392237"/>
                  </a:lnTo>
                  <a:lnTo>
                    <a:pt x="3074355" y="396818"/>
                  </a:lnTo>
                  <a:lnTo>
                    <a:pt x="3152918" y="400915"/>
                  </a:lnTo>
                  <a:lnTo>
                    <a:pt x="3237581" y="404573"/>
                  </a:lnTo>
                  <a:lnTo>
                    <a:pt x="3327271" y="407813"/>
                  </a:lnTo>
                  <a:lnTo>
                    <a:pt x="3419884" y="410644"/>
                  </a:lnTo>
                  <a:lnTo>
                    <a:pt x="3512198" y="413058"/>
                  </a:lnTo>
                  <a:lnTo>
                    <a:pt x="3600027" y="415047"/>
                  </a:lnTo>
                  <a:lnTo>
                    <a:pt x="3678734" y="416604"/>
                  </a:lnTo>
                  <a:lnTo>
                    <a:pt x="3744070" y="417745"/>
                  </a:lnTo>
                  <a:lnTo>
                    <a:pt x="3793148" y="418506"/>
                  </a:lnTo>
                  <a:lnTo>
                    <a:pt x="3825228" y="418951"/>
                  </a:lnTo>
                  <a:lnTo>
                    <a:pt x="3842047" y="419161"/>
                  </a:lnTo>
                  <a:lnTo>
                    <a:pt x="3847673" y="419224"/>
                  </a:lnTo>
                  <a:lnTo>
                    <a:pt x="3848118" y="419229"/>
                  </a:lnTo>
                  <a:lnTo>
                    <a:pt x="4386855" y="419229"/>
                  </a:lnTo>
                  <a:lnTo>
                    <a:pt x="4387729" y="419332"/>
                  </a:lnTo>
                  <a:lnTo>
                    <a:pt x="4393480" y="420070"/>
                  </a:lnTo>
                  <a:lnTo>
                    <a:pt x="4408006" y="422108"/>
                  </a:lnTo>
                  <a:lnTo>
                    <a:pt x="4434045" y="426122"/>
                  </a:lnTo>
                  <a:lnTo>
                    <a:pt x="4472984" y="432740"/>
                  </a:lnTo>
                  <a:lnTo>
                    <a:pt x="4524754" y="442480"/>
                  </a:lnTo>
                  <a:lnTo>
                    <a:pt x="4587929" y="455704"/>
                  </a:lnTo>
                  <a:lnTo>
                    <a:pt x="4660045" y="472602"/>
                  </a:lnTo>
                  <a:lnTo>
                    <a:pt x="4738083" y="493217"/>
                  </a:lnTo>
                  <a:lnTo>
                    <a:pt x="4818962" y="517498"/>
                  </a:lnTo>
                  <a:lnTo>
                    <a:pt x="4899935" y="545363"/>
                  </a:lnTo>
                  <a:lnTo>
                    <a:pt x="4978834" y="576766"/>
                  </a:lnTo>
                  <a:lnTo>
                    <a:pt x="5054149" y="611737"/>
                  </a:lnTo>
                  <a:lnTo>
                    <a:pt x="5124991" y="650417"/>
                  </a:lnTo>
                  <a:lnTo>
                    <a:pt x="5190994" y="693072"/>
                  </a:lnTo>
                  <a:lnTo>
                    <a:pt x="5252185" y="740096"/>
                  </a:lnTo>
                  <a:lnTo>
                    <a:pt x="5308874" y="792008"/>
                  </a:lnTo>
                  <a:lnTo>
                    <a:pt x="5361552" y="849431"/>
                  </a:lnTo>
                  <a:lnTo>
                    <a:pt x="5410811" y="913072"/>
                  </a:lnTo>
                  <a:lnTo>
                    <a:pt x="5457294" y="983672"/>
                  </a:lnTo>
                  <a:lnTo>
                    <a:pt x="5501641" y="1061924"/>
                  </a:lnTo>
                  <a:lnTo>
                    <a:pt x="5544446" y="1148345"/>
                  </a:lnTo>
                  <a:lnTo>
                    <a:pt x="5567201" y="1198704"/>
                  </a:lnTo>
                  <a:lnTo>
                    <a:pt x="5595793" y="1266223"/>
                  </a:lnTo>
                  <a:lnTo>
                    <a:pt x="5624140" y="1337744"/>
                  </a:lnTo>
                  <a:lnTo>
                    <a:pt x="5652359" y="1413347"/>
                  </a:lnTo>
                  <a:lnTo>
                    <a:pt x="5680551" y="1493072"/>
                  </a:lnTo>
                  <a:lnTo>
                    <a:pt x="5708794" y="1576914"/>
                  </a:lnTo>
                  <a:lnTo>
                    <a:pt x="5737152" y="1664819"/>
                  </a:lnTo>
                  <a:lnTo>
                    <a:pt x="5765672" y="1756683"/>
                  </a:lnTo>
                  <a:lnTo>
                    <a:pt x="5794385" y="1852346"/>
                  </a:lnTo>
                  <a:lnTo>
                    <a:pt x="5823313" y="1951594"/>
                  </a:lnTo>
                  <a:lnTo>
                    <a:pt x="5852461" y="2054156"/>
                  </a:lnTo>
                  <a:lnTo>
                    <a:pt x="5881823" y="2159709"/>
                  </a:lnTo>
                  <a:lnTo>
                    <a:pt x="5911386" y="2267877"/>
                  </a:lnTo>
                  <a:lnTo>
                    <a:pt x="5941124" y="2378238"/>
                  </a:lnTo>
                  <a:lnTo>
                    <a:pt x="5971004" y="2490331"/>
                  </a:lnTo>
                  <a:lnTo>
                    <a:pt x="6000989" y="2603662"/>
                  </a:lnTo>
                  <a:lnTo>
                    <a:pt x="6031036" y="2717712"/>
                  </a:lnTo>
                  <a:lnTo>
                    <a:pt x="6061098" y="2831949"/>
                  </a:lnTo>
                  <a:lnTo>
                    <a:pt x="6091131" y="2945838"/>
                  </a:lnTo>
                  <a:lnTo>
                    <a:pt x="6121089" y="3058850"/>
                  </a:lnTo>
                  <a:lnTo>
                    <a:pt x="6150930" y="3170473"/>
                  </a:lnTo>
                  <a:lnTo>
                    <a:pt x="6180618" y="3280222"/>
                  </a:lnTo>
                  <a:lnTo>
                    <a:pt x="6210123" y="3387645"/>
                  </a:lnTo>
                  <a:lnTo>
                    <a:pt x="6239422" y="3492336"/>
                  </a:lnTo>
                  <a:lnTo>
                    <a:pt x="6268504" y="3593933"/>
                  </a:lnTo>
                  <a:lnTo>
                    <a:pt x="6297366" y="3692128"/>
                  </a:lnTo>
                  <a:lnTo>
                    <a:pt x="6326018" y="3786669"/>
                  </a:lnTo>
                  <a:lnTo>
                    <a:pt x="6354485" y="3877356"/>
                  </a:lnTo>
                  <a:lnTo>
                    <a:pt x="6382803" y="3964048"/>
                  </a:lnTo>
                  <a:lnTo>
                    <a:pt x="6411023" y="4046655"/>
                  </a:lnTo>
                  <a:lnTo>
                    <a:pt x="6439214" y="4125138"/>
                  </a:lnTo>
                  <a:lnTo>
                    <a:pt x="6467461" y="4199507"/>
                  </a:lnTo>
                  <a:lnTo>
                    <a:pt x="6495868" y="4269814"/>
                  </a:lnTo>
                  <a:lnTo>
                    <a:pt x="6515891" y="4316608"/>
                  </a:lnTo>
                  <a:lnTo>
                    <a:pt x="6558079" y="4407550"/>
                  </a:lnTo>
                  <a:lnTo>
                    <a:pt x="6601521" y="4490188"/>
                  </a:lnTo>
                  <a:lnTo>
                    <a:pt x="6646767" y="4564859"/>
                  </a:lnTo>
                  <a:lnTo>
                    <a:pt x="6694440" y="4632183"/>
                  </a:lnTo>
                  <a:lnTo>
                    <a:pt x="6745186" y="4692888"/>
                  </a:lnTo>
                  <a:lnTo>
                    <a:pt x="6799631" y="4747705"/>
                  </a:lnTo>
                  <a:lnTo>
                    <a:pt x="6858328" y="4797308"/>
                  </a:lnTo>
                  <a:lnTo>
                    <a:pt x="6921697" y="4842276"/>
                  </a:lnTo>
                  <a:lnTo>
                    <a:pt x="6989932" y="4883071"/>
                  </a:lnTo>
                  <a:lnTo>
                    <a:pt x="7062895" y="4920028"/>
                  </a:lnTo>
                  <a:lnTo>
                    <a:pt x="7139996" y="4953356"/>
                  </a:lnTo>
                  <a:lnTo>
                    <a:pt x="7220072" y="4983141"/>
                  </a:lnTo>
                  <a:lnTo>
                    <a:pt x="7301309" y="5009376"/>
                  </a:lnTo>
                  <a:lnTo>
                    <a:pt x="7381256" y="5031989"/>
                  </a:lnTo>
                  <a:lnTo>
                    <a:pt x="7456974" y="5050905"/>
                  </a:lnTo>
                  <a:lnTo>
                    <a:pt x="7525351" y="5066108"/>
                  </a:lnTo>
                  <a:lnTo>
                    <a:pt x="7583560" y="5077704"/>
                  </a:lnTo>
                  <a:lnTo>
                    <a:pt x="7629559" y="5085960"/>
                  </a:lnTo>
                  <a:lnTo>
                    <a:pt x="7662514" y="5091314"/>
                  </a:lnTo>
                  <a:lnTo>
                    <a:pt x="7683027" y="5094342"/>
                  </a:lnTo>
                  <a:lnTo>
                    <a:pt x="7693124" y="5095701"/>
                  </a:lnTo>
                  <a:lnTo>
                    <a:pt x="7696095" y="5096067"/>
                  </a:lnTo>
                  <a:lnTo>
                    <a:pt x="7696237" y="5096083"/>
                  </a:lnTo>
                  <a:lnTo>
                    <a:pt x="8234974" y="5096083"/>
                  </a:lnTo>
                  <a:lnTo>
                    <a:pt x="8234974" y="5090639"/>
                  </a:lnTo>
                  <a:lnTo>
                    <a:pt x="7696237" y="5090639"/>
                  </a:lnTo>
                  <a:lnTo>
                    <a:pt x="7695364" y="5090535"/>
                  </a:lnTo>
                  <a:lnTo>
                    <a:pt x="7689613" y="5089798"/>
                  </a:lnTo>
                  <a:lnTo>
                    <a:pt x="7675086" y="5087760"/>
                  </a:lnTo>
                  <a:lnTo>
                    <a:pt x="7649048" y="5083745"/>
                  </a:lnTo>
                  <a:lnTo>
                    <a:pt x="7610109" y="5077128"/>
                  </a:lnTo>
                  <a:lnTo>
                    <a:pt x="7558338" y="5067388"/>
                  </a:lnTo>
                  <a:lnTo>
                    <a:pt x="7495164" y="5054164"/>
                  </a:lnTo>
                  <a:lnTo>
                    <a:pt x="7423047" y="5037266"/>
                  </a:lnTo>
                  <a:lnTo>
                    <a:pt x="7345009" y="5016651"/>
                  </a:lnTo>
                  <a:lnTo>
                    <a:pt x="7264131" y="4992370"/>
                  </a:lnTo>
                  <a:lnTo>
                    <a:pt x="7183158" y="4964504"/>
                  </a:lnTo>
                  <a:lnTo>
                    <a:pt x="7104259" y="4933102"/>
                  </a:lnTo>
                  <a:lnTo>
                    <a:pt x="7028944" y="4898131"/>
                  </a:lnTo>
                  <a:lnTo>
                    <a:pt x="6958101" y="4859451"/>
                  </a:lnTo>
                  <a:lnTo>
                    <a:pt x="6892099" y="4816796"/>
                  </a:lnTo>
                  <a:lnTo>
                    <a:pt x="6830908" y="4769771"/>
                  </a:lnTo>
                  <a:lnTo>
                    <a:pt x="6774218" y="4717860"/>
                  </a:lnTo>
                  <a:lnTo>
                    <a:pt x="6721541" y="4660437"/>
                  </a:lnTo>
                  <a:lnTo>
                    <a:pt x="6672281" y="4596796"/>
                  </a:lnTo>
                  <a:lnTo>
                    <a:pt x="6625798" y="4526196"/>
                  </a:lnTo>
                  <a:lnTo>
                    <a:pt x="6581452" y="4447944"/>
                  </a:lnTo>
                  <a:lnTo>
                    <a:pt x="6538646" y="4361522"/>
                  </a:lnTo>
                  <a:lnTo>
                    <a:pt x="6515891" y="4311163"/>
                  </a:lnTo>
                  <a:lnTo>
                    <a:pt x="6487299" y="4243644"/>
                  </a:lnTo>
                  <a:lnTo>
                    <a:pt x="6458953" y="4172124"/>
                  </a:lnTo>
                  <a:lnTo>
                    <a:pt x="6430733" y="4096521"/>
                  </a:lnTo>
                  <a:lnTo>
                    <a:pt x="6402541" y="4016796"/>
                  </a:lnTo>
                  <a:lnTo>
                    <a:pt x="6374298" y="3932954"/>
                  </a:lnTo>
                  <a:lnTo>
                    <a:pt x="6345940" y="3845049"/>
                  </a:lnTo>
                  <a:lnTo>
                    <a:pt x="6317421" y="3753185"/>
                  </a:lnTo>
                  <a:lnTo>
                    <a:pt x="6288707" y="3657521"/>
                  </a:lnTo>
                  <a:lnTo>
                    <a:pt x="6259780" y="3558274"/>
                  </a:lnTo>
                  <a:lnTo>
                    <a:pt x="6230632" y="3455711"/>
                  </a:lnTo>
                  <a:lnTo>
                    <a:pt x="6201269" y="3350158"/>
                  </a:lnTo>
                  <a:lnTo>
                    <a:pt x="6171706" y="3241991"/>
                  </a:lnTo>
                  <a:lnTo>
                    <a:pt x="6141969" y="3131629"/>
                  </a:lnTo>
                  <a:lnTo>
                    <a:pt x="6112088" y="3019536"/>
                  </a:lnTo>
                  <a:lnTo>
                    <a:pt x="6082103" y="2906206"/>
                  </a:lnTo>
                  <a:lnTo>
                    <a:pt x="6052057" y="2792156"/>
                  </a:lnTo>
                  <a:lnTo>
                    <a:pt x="6021994" y="2677918"/>
                  </a:lnTo>
                  <a:lnTo>
                    <a:pt x="5991962" y="2564029"/>
                  </a:lnTo>
                  <a:lnTo>
                    <a:pt x="5962004" y="2451017"/>
                  </a:lnTo>
                  <a:lnTo>
                    <a:pt x="5932162" y="2339394"/>
                  </a:lnTo>
                  <a:lnTo>
                    <a:pt x="5902474" y="2229646"/>
                  </a:lnTo>
                  <a:lnTo>
                    <a:pt x="5872970" y="2122222"/>
                  </a:lnTo>
                  <a:lnTo>
                    <a:pt x="5843670" y="2017532"/>
                  </a:lnTo>
                  <a:lnTo>
                    <a:pt x="5814589" y="1915935"/>
                  </a:lnTo>
                  <a:lnTo>
                    <a:pt x="5785727" y="1817739"/>
                  </a:lnTo>
                  <a:lnTo>
                    <a:pt x="5757074" y="1723199"/>
                  </a:lnTo>
                  <a:lnTo>
                    <a:pt x="5728607" y="1632511"/>
                  </a:lnTo>
                  <a:lnTo>
                    <a:pt x="5700290" y="1545820"/>
                  </a:lnTo>
                  <a:lnTo>
                    <a:pt x="5672069" y="1463213"/>
                  </a:lnTo>
                  <a:lnTo>
                    <a:pt x="5643878" y="1384729"/>
                  </a:lnTo>
                  <a:lnTo>
                    <a:pt x="5615632" y="1310360"/>
                  </a:lnTo>
                  <a:lnTo>
                    <a:pt x="5587225" y="1240054"/>
                  </a:lnTo>
                  <a:lnTo>
                    <a:pt x="5567201" y="1193260"/>
                  </a:lnTo>
                  <a:lnTo>
                    <a:pt x="5525013" y="1102317"/>
                  </a:lnTo>
                  <a:lnTo>
                    <a:pt x="5481572" y="1019680"/>
                  </a:lnTo>
                  <a:lnTo>
                    <a:pt x="5436326" y="945008"/>
                  </a:lnTo>
                  <a:lnTo>
                    <a:pt x="5388652" y="877684"/>
                  </a:lnTo>
                  <a:lnTo>
                    <a:pt x="5337906" y="816980"/>
                  </a:lnTo>
                  <a:lnTo>
                    <a:pt x="5283462" y="762163"/>
                  </a:lnTo>
                  <a:lnTo>
                    <a:pt x="5224764" y="712559"/>
                  </a:lnTo>
                  <a:lnTo>
                    <a:pt x="5161395" y="667591"/>
                  </a:lnTo>
                  <a:lnTo>
                    <a:pt x="5093161" y="626797"/>
                  </a:lnTo>
                  <a:lnTo>
                    <a:pt x="5020197" y="589839"/>
                  </a:lnTo>
                  <a:lnTo>
                    <a:pt x="4943096" y="556512"/>
                  </a:lnTo>
                  <a:lnTo>
                    <a:pt x="4863020" y="526726"/>
                  </a:lnTo>
                  <a:lnTo>
                    <a:pt x="4781783" y="500492"/>
                  </a:lnTo>
                  <a:lnTo>
                    <a:pt x="4701836" y="477879"/>
                  </a:lnTo>
                  <a:lnTo>
                    <a:pt x="4626118" y="458963"/>
                  </a:lnTo>
                  <a:lnTo>
                    <a:pt x="4557741" y="443759"/>
                  </a:lnTo>
                  <a:lnTo>
                    <a:pt x="4499532" y="432164"/>
                  </a:lnTo>
                  <a:lnTo>
                    <a:pt x="4453534" y="423907"/>
                  </a:lnTo>
                  <a:lnTo>
                    <a:pt x="4420578" y="418554"/>
                  </a:lnTo>
                  <a:lnTo>
                    <a:pt x="4400066" y="415526"/>
                  </a:lnTo>
                  <a:lnTo>
                    <a:pt x="4389969" y="414167"/>
                  </a:lnTo>
                  <a:lnTo>
                    <a:pt x="4386998" y="413800"/>
                  </a:lnTo>
                  <a:lnTo>
                    <a:pt x="4386855" y="413784"/>
                  </a:lnTo>
                  <a:lnTo>
                    <a:pt x="3848118" y="413784"/>
                  </a:lnTo>
                  <a:lnTo>
                    <a:pt x="3846819" y="413770"/>
                  </a:lnTo>
                  <a:lnTo>
                    <a:pt x="3838340" y="413672"/>
                  </a:lnTo>
                  <a:lnTo>
                    <a:pt x="3817204" y="413400"/>
                  </a:lnTo>
                  <a:lnTo>
                    <a:pt x="3780017" y="412867"/>
                  </a:lnTo>
                  <a:lnTo>
                    <a:pt x="3725800" y="411996"/>
                  </a:lnTo>
                  <a:lnTo>
                    <a:pt x="3656007" y="410731"/>
                  </a:lnTo>
                  <a:lnTo>
                    <a:pt x="3574036" y="409042"/>
                  </a:lnTo>
                  <a:lnTo>
                    <a:pt x="3484357" y="406923"/>
                  </a:lnTo>
                  <a:lnTo>
                    <a:pt x="3391546" y="404381"/>
                  </a:lnTo>
                  <a:lnTo>
                    <a:pt x="3299533" y="401425"/>
                  </a:lnTo>
                  <a:lnTo>
                    <a:pt x="3211202" y="398059"/>
                  </a:lnTo>
                  <a:lnTo>
                    <a:pt x="3128324" y="394271"/>
                  </a:lnTo>
                  <a:lnTo>
                    <a:pt x="3051703" y="390032"/>
                  </a:lnTo>
                  <a:lnTo>
                    <a:pt x="2981400" y="385292"/>
                  </a:lnTo>
                  <a:lnTo>
                    <a:pt x="2916976" y="379984"/>
                  </a:lnTo>
                  <a:lnTo>
                    <a:pt x="2857681" y="374023"/>
                  </a:lnTo>
                  <a:lnTo>
                    <a:pt x="2802603" y="367316"/>
                  </a:lnTo>
                  <a:lnTo>
                    <a:pt x="2750776" y="359763"/>
                  </a:lnTo>
                  <a:lnTo>
                    <a:pt x="2701270" y="351285"/>
                  </a:lnTo>
                  <a:lnTo>
                    <a:pt x="2667772" y="344820"/>
                  </a:lnTo>
                  <a:lnTo>
                    <a:pt x="2616031" y="333708"/>
                  </a:lnTo>
                  <a:lnTo>
                    <a:pt x="2564786" y="321411"/>
                  </a:lnTo>
                  <a:lnTo>
                    <a:pt x="2513473" y="307912"/>
                  </a:lnTo>
                  <a:lnTo>
                    <a:pt x="2461715" y="293243"/>
                  </a:lnTo>
                  <a:lnTo>
                    <a:pt x="2409304" y="277482"/>
                  </a:lnTo>
                  <a:lnTo>
                    <a:pt x="2356173" y="260765"/>
                  </a:lnTo>
                  <a:lnTo>
                    <a:pt x="2302383" y="243275"/>
                  </a:lnTo>
                  <a:lnTo>
                    <a:pt x="2248093" y="225242"/>
                  </a:lnTo>
                  <a:lnTo>
                    <a:pt x="2193534" y="206928"/>
                  </a:lnTo>
                  <a:lnTo>
                    <a:pt x="2138975" y="188613"/>
                  </a:lnTo>
                  <a:lnTo>
                    <a:pt x="2084684" y="170579"/>
                  </a:lnTo>
                  <a:lnTo>
                    <a:pt x="2030891" y="153086"/>
                  </a:lnTo>
                  <a:lnTo>
                    <a:pt x="1977758" y="136365"/>
                  </a:lnTo>
                  <a:lnTo>
                    <a:pt x="1925343" y="120601"/>
                  </a:lnTo>
                  <a:lnTo>
                    <a:pt x="1873584" y="105926"/>
                  </a:lnTo>
                  <a:lnTo>
                    <a:pt x="1822269" y="92423"/>
                  </a:lnTo>
                  <a:lnTo>
                    <a:pt x="1771025" y="80121"/>
                  </a:lnTo>
                  <a:lnTo>
                    <a:pt x="1719287" y="69005"/>
                  </a:lnTo>
                  <a:lnTo>
                    <a:pt x="1719082" y="68964"/>
                  </a:lnTo>
                  <a:lnTo>
                    <a:pt x="1670704" y="59816"/>
                  </a:lnTo>
                  <a:lnTo>
                    <a:pt x="1620585" y="51626"/>
                  </a:lnTo>
                  <a:lnTo>
                    <a:pt x="1567870" y="44340"/>
                  </a:lnTo>
                  <a:lnTo>
                    <a:pt x="1511609" y="37871"/>
                  </a:lnTo>
                  <a:lnTo>
                    <a:pt x="1450844" y="32118"/>
                  </a:lnTo>
                  <a:lnTo>
                    <a:pt x="1384698" y="26992"/>
                  </a:lnTo>
                  <a:lnTo>
                    <a:pt x="1312500" y="22410"/>
                  </a:lnTo>
                  <a:lnTo>
                    <a:pt x="1233937" y="18313"/>
                  </a:lnTo>
                  <a:lnTo>
                    <a:pt x="1149273" y="14656"/>
                  </a:lnTo>
                  <a:lnTo>
                    <a:pt x="1059584" y="11415"/>
                  </a:lnTo>
                  <a:lnTo>
                    <a:pt x="966970" y="8584"/>
                  </a:lnTo>
                  <a:lnTo>
                    <a:pt x="874656" y="6170"/>
                  </a:lnTo>
                  <a:lnTo>
                    <a:pt x="786827" y="4182"/>
                  </a:lnTo>
                  <a:lnTo>
                    <a:pt x="708121" y="2624"/>
                  </a:lnTo>
                  <a:lnTo>
                    <a:pt x="642785" y="1483"/>
                  </a:lnTo>
                  <a:lnTo>
                    <a:pt x="593707" y="722"/>
                  </a:lnTo>
                  <a:lnTo>
                    <a:pt x="561626" y="277"/>
                  </a:lnTo>
                  <a:lnTo>
                    <a:pt x="544807" y="67"/>
                  </a:lnTo>
                  <a:lnTo>
                    <a:pt x="539182" y="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77" name="pl777"/>
            <p:cNvSpPr/>
            <p:nvPr/>
          </p:nvSpPr>
          <p:spPr>
            <a:xfrm>
              <a:off x="546595" y="717789"/>
              <a:ext cx="8234974" cy="5090639"/>
            </a:xfrm>
            <a:custGeom>
              <a:avLst/>
              <a:pathLst>
                <a:path w="8234974" h="5090639">
                  <a:moveTo>
                    <a:pt x="0" y="0"/>
                  </a:moveTo>
                  <a:lnTo>
                    <a:pt x="538736" y="0"/>
                  </a:lnTo>
                  <a:lnTo>
                    <a:pt x="540036" y="13"/>
                  </a:lnTo>
                  <a:lnTo>
                    <a:pt x="548514" y="112"/>
                  </a:lnTo>
                  <a:lnTo>
                    <a:pt x="569650" y="383"/>
                  </a:lnTo>
                  <a:lnTo>
                    <a:pt x="606837" y="917"/>
                  </a:lnTo>
                  <a:lnTo>
                    <a:pt x="661054" y="1788"/>
                  </a:lnTo>
                  <a:lnTo>
                    <a:pt x="730848" y="3053"/>
                  </a:lnTo>
                  <a:lnTo>
                    <a:pt x="812819" y="4741"/>
                  </a:lnTo>
                  <a:lnTo>
                    <a:pt x="902498" y="6860"/>
                  </a:lnTo>
                  <a:lnTo>
                    <a:pt x="995308" y="9403"/>
                  </a:lnTo>
                  <a:lnTo>
                    <a:pt x="1087321" y="12358"/>
                  </a:lnTo>
                  <a:lnTo>
                    <a:pt x="1175653" y="15724"/>
                  </a:lnTo>
                  <a:lnTo>
                    <a:pt x="1258530" y="19512"/>
                  </a:lnTo>
                  <a:lnTo>
                    <a:pt x="1335152" y="23752"/>
                  </a:lnTo>
                  <a:lnTo>
                    <a:pt x="1405454" y="28491"/>
                  </a:lnTo>
                  <a:lnTo>
                    <a:pt x="1469878" y="33800"/>
                  </a:lnTo>
                  <a:lnTo>
                    <a:pt x="1529173" y="39760"/>
                  </a:lnTo>
                  <a:lnTo>
                    <a:pt x="1584252" y="46468"/>
                  </a:lnTo>
                  <a:lnTo>
                    <a:pt x="1636079" y="54020"/>
                  </a:lnTo>
                  <a:lnTo>
                    <a:pt x="1685584" y="62499"/>
                  </a:lnTo>
                  <a:lnTo>
                    <a:pt x="1719082" y="68964"/>
                  </a:lnTo>
                  <a:lnTo>
                    <a:pt x="1770824" y="80075"/>
                  </a:lnTo>
                  <a:lnTo>
                    <a:pt x="1822068" y="92373"/>
                  </a:lnTo>
                  <a:lnTo>
                    <a:pt x="1873382" y="105871"/>
                  </a:lnTo>
                  <a:lnTo>
                    <a:pt x="1925139" y="120541"/>
                  </a:lnTo>
                  <a:lnTo>
                    <a:pt x="1977551" y="136301"/>
                  </a:lnTo>
                  <a:lnTo>
                    <a:pt x="2030681" y="153019"/>
                  </a:lnTo>
                  <a:lnTo>
                    <a:pt x="2084472" y="170509"/>
                  </a:lnTo>
                  <a:lnTo>
                    <a:pt x="2138762" y="188542"/>
                  </a:lnTo>
                  <a:lnTo>
                    <a:pt x="2193320" y="206856"/>
                  </a:lnTo>
                  <a:lnTo>
                    <a:pt x="2247880" y="225170"/>
                  </a:lnTo>
                  <a:lnTo>
                    <a:pt x="2302171" y="243205"/>
                  </a:lnTo>
                  <a:lnTo>
                    <a:pt x="2355964" y="260698"/>
                  </a:lnTo>
                  <a:lnTo>
                    <a:pt x="2409097" y="277419"/>
                  </a:lnTo>
                  <a:lnTo>
                    <a:pt x="2461511" y="293183"/>
                  </a:lnTo>
                  <a:lnTo>
                    <a:pt x="2513271" y="307857"/>
                  </a:lnTo>
                  <a:lnTo>
                    <a:pt x="2564585" y="321360"/>
                  </a:lnTo>
                  <a:lnTo>
                    <a:pt x="2615829" y="333662"/>
                  </a:lnTo>
                  <a:lnTo>
                    <a:pt x="2667567" y="344779"/>
                  </a:lnTo>
                  <a:lnTo>
                    <a:pt x="2667772" y="344820"/>
                  </a:lnTo>
                  <a:lnTo>
                    <a:pt x="2716150" y="353968"/>
                  </a:lnTo>
                  <a:lnTo>
                    <a:pt x="2766270" y="362158"/>
                  </a:lnTo>
                  <a:lnTo>
                    <a:pt x="2818985" y="369443"/>
                  </a:lnTo>
                  <a:lnTo>
                    <a:pt x="2875245" y="375913"/>
                  </a:lnTo>
                  <a:lnTo>
                    <a:pt x="2936011" y="381665"/>
                  </a:lnTo>
                  <a:lnTo>
                    <a:pt x="3002156" y="386792"/>
                  </a:lnTo>
                  <a:lnTo>
                    <a:pt x="3074355" y="391373"/>
                  </a:lnTo>
                  <a:lnTo>
                    <a:pt x="3152918" y="395471"/>
                  </a:lnTo>
                  <a:lnTo>
                    <a:pt x="3237581" y="399128"/>
                  </a:lnTo>
                  <a:lnTo>
                    <a:pt x="3327271" y="402369"/>
                  </a:lnTo>
                  <a:lnTo>
                    <a:pt x="3419884" y="405199"/>
                  </a:lnTo>
                  <a:lnTo>
                    <a:pt x="3512198" y="407614"/>
                  </a:lnTo>
                  <a:lnTo>
                    <a:pt x="3600027" y="409602"/>
                  </a:lnTo>
                  <a:lnTo>
                    <a:pt x="3678734" y="411160"/>
                  </a:lnTo>
                  <a:lnTo>
                    <a:pt x="3744070" y="412301"/>
                  </a:lnTo>
                  <a:lnTo>
                    <a:pt x="3793148" y="413062"/>
                  </a:lnTo>
                  <a:lnTo>
                    <a:pt x="3825228" y="413507"/>
                  </a:lnTo>
                  <a:lnTo>
                    <a:pt x="3842047" y="413716"/>
                  </a:lnTo>
                  <a:lnTo>
                    <a:pt x="3847673" y="413779"/>
                  </a:lnTo>
                  <a:lnTo>
                    <a:pt x="3848118" y="413784"/>
                  </a:lnTo>
                  <a:lnTo>
                    <a:pt x="4386855" y="413784"/>
                  </a:lnTo>
                  <a:lnTo>
                    <a:pt x="4387729" y="413888"/>
                  </a:lnTo>
                  <a:lnTo>
                    <a:pt x="4393480" y="414625"/>
                  </a:lnTo>
                  <a:lnTo>
                    <a:pt x="4408006" y="416663"/>
                  </a:lnTo>
                  <a:lnTo>
                    <a:pt x="4434045" y="420678"/>
                  </a:lnTo>
                  <a:lnTo>
                    <a:pt x="4472984" y="427295"/>
                  </a:lnTo>
                  <a:lnTo>
                    <a:pt x="4524754" y="437036"/>
                  </a:lnTo>
                  <a:lnTo>
                    <a:pt x="4587929" y="450259"/>
                  </a:lnTo>
                  <a:lnTo>
                    <a:pt x="4660045" y="467157"/>
                  </a:lnTo>
                  <a:lnTo>
                    <a:pt x="4738083" y="487772"/>
                  </a:lnTo>
                  <a:lnTo>
                    <a:pt x="4818962" y="512053"/>
                  </a:lnTo>
                  <a:lnTo>
                    <a:pt x="4899935" y="539919"/>
                  </a:lnTo>
                  <a:lnTo>
                    <a:pt x="4978834" y="571321"/>
                  </a:lnTo>
                  <a:lnTo>
                    <a:pt x="5054149" y="606292"/>
                  </a:lnTo>
                  <a:lnTo>
                    <a:pt x="5124991" y="644972"/>
                  </a:lnTo>
                  <a:lnTo>
                    <a:pt x="5190994" y="687627"/>
                  </a:lnTo>
                  <a:lnTo>
                    <a:pt x="5252185" y="734652"/>
                  </a:lnTo>
                  <a:lnTo>
                    <a:pt x="5308874" y="786563"/>
                  </a:lnTo>
                  <a:lnTo>
                    <a:pt x="5361552" y="843986"/>
                  </a:lnTo>
                  <a:lnTo>
                    <a:pt x="5410811" y="907627"/>
                  </a:lnTo>
                  <a:lnTo>
                    <a:pt x="5457294" y="978227"/>
                  </a:lnTo>
                  <a:lnTo>
                    <a:pt x="5501641" y="1056479"/>
                  </a:lnTo>
                  <a:lnTo>
                    <a:pt x="5544446" y="1142901"/>
                  </a:lnTo>
                  <a:lnTo>
                    <a:pt x="5567201" y="1193260"/>
                  </a:lnTo>
                  <a:lnTo>
                    <a:pt x="5595793" y="1260779"/>
                  </a:lnTo>
                  <a:lnTo>
                    <a:pt x="5624140" y="1332299"/>
                  </a:lnTo>
                  <a:lnTo>
                    <a:pt x="5652359" y="1407902"/>
                  </a:lnTo>
                  <a:lnTo>
                    <a:pt x="5680551" y="1487627"/>
                  </a:lnTo>
                  <a:lnTo>
                    <a:pt x="5708794" y="1571469"/>
                  </a:lnTo>
                  <a:lnTo>
                    <a:pt x="5737152" y="1659374"/>
                  </a:lnTo>
                  <a:lnTo>
                    <a:pt x="5765672" y="1751238"/>
                  </a:lnTo>
                  <a:lnTo>
                    <a:pt x="5794385" y="1846902"/>
                  </a:lnTo>
                  <a:lnTo>
                    <a:pt x="5823313" y="1946150"/>
                  </a:lnTo>
                  <a:lnTo>
                    <a:pt x="5852461" y="2048712"/>
                  </a:lnTo>
                  <a:lnTo>
                    <a:pt x="5881823" y="2154265"/>
                  </a:lnTo>
                  <a:lnTo>
                    <a:pt x="5911386" y="2262432"/>
                  </a:lnTo>
                  <a:lnTo>
                    <a:pt x="5941124" y="2372794"/>
                  </a:lnTo>
                  <a:lnTo>
                    <a:pt x="5971004" y="2484887"/>
                  </a:lnTo>
                  <a:lnTo>
                    <a:pt x="6000989" y="2598217"/>
                  </a:lnTo>
                  <a:lnTo>
                    <a:pt x="6031036" y="2712267"/>
                  </a:lnTo>
                  <a:lnTo>
                    <a:pt x="6061098" y="2826505"/>
                  </a:lnTo>
                  <a:lnTo>
                    <a:pt x="6091131" y="2940394"/>
                  </a:lnTo>
                  <a:lnTo>
                    <a:pt x="6121089" y="3053406"/>
                  </a:lnTo>
                  <a:lnTo>
                    <a:pt x="6150930" y="3165029"/>
                  </a:lnTo>
                  <a:lnTo>
                    <a:pt x="6180618" y="3274777"/>
                  </a:lnTo>
                  <a:lnTo>
                    <a:pt x="6210123" y="3382201"/>
                  </a:lnTo>
                  <a:lnTo>
                    <a:pt x="6239422" y="3486891"/>
                  </a:lnTo>
                  <a:lnTo>
                    <a:pt x="6268504" y="3588488"/>
                  </a:lnTo>
                  <a:lnTo>
                    <a:pt x="6297366" y="3686684"/>
                  </a:lnTo>
                  <a:lnTo>
                    <a:pt x="6326018" y="3781224"/>
                  </a:lnTo>
                  <a:lnTo>
                    <a:pt x="6354485" y="3871912"/>
                  </a:lnTo>
                  <a:lnTo>
                    <a:pt x="6382803" y="3958604"/>
                  </a:lnTo>
                  <a:lnTo>
                    <a:pt x="6411023" y="4041210"/>
                  </a:lnTo>
                  <a:lnTo>
                    <a:pt x="6439214" y="4119694"/>
                  </a:lnTo>
                  <a:lnTo>
                    <a:pt x="6467461" y="4194063"/>
                  </a:lnTo>
                  <a:lnTo>
                    <a:pt x="6495868" y="4264369"/>
                  </a:lnTo>
                  <a:lnTo>
                    <a:pt x="6515891" y="4311163"/>
                  </a:lnTo>
                  <a:lnTo>
                    <a:pt x="6558079" y="4402106"/>
                  </a:lnTo>
                  <a:lnTo>
                    <a:pt x="6601521" y="4484743"/>
                  </a:lnTo>
                  <a:lnTo>
                    <a:pt x="6646767" y="4559415"/>
                  </a:lnTo>
                  <a:lnTo>
                    <a:pt x="6694440" y="4626739"/>
                  </a:lnTo>
                  <a:lnTo>
                    <a:pt x="6745186" y="4687443"/>
                  </a:lnTo>
                  <a:lnTo>
                    <a:pt x="6799631" y="4742260"/>
                  </a:lnTo>
                  <a:lnTo>
                    <a:pt x="6858328" y="4791864"/>
                  </a:lnTo>
                  <a:lnTo>
                    <a:pt x="6921697" y="4836832"/>
                  </a:lnTo>
                  <a:lnTo>
                    <a:pt x="6989932" y="4877626"/>
                  </a:lnTo>
                  <a:lnTo>
                    <a:pt x="7062895" y="4914584"/>
                  </a:lnTo>
                  <a:lnTo>
                    <a:pt x="7139996" y="4947911"/>
                  </a:lnTo>
                  <a:lnTo>
                    <a:pt x="7220072" y="4977697"/>
                  </a:lnTo>
                  <a:lnTo>
                    <a:pt x="7301309" y="5003931"/>
                  </a:lnTo>
                  <a:lnTo>
                    <a:pt x="7381256" y="5026544"/>
                  </a:lnTo>
                  <a:lnTo>
                    <a:pt x="7456974" y="5045460"/>
                  </a:lnTo>
                  <a:lnTo>
                    <a:pt x="7525351" y="5060664"/>
                  </a:lnTo>
                  <a:lnTo>
                    <a:pt x="7583560" y="5072259"/>
                  </a:lnTo>
                  <a:lnTo>
                    <a:pt x="7629559" y="5080516"/>
                  </a:lnTo>
                  <a:lnTo>
                    <a:pt x="7662514" y="5085870"/>
                  </a:lnTo>
                  <a:lnTo>
                    <a:pt x="7683027" y="5088897"/>
                  </a:lnTo>
                  <a:lnTo>
                    <a:pt x="7693124" y="5090256"/>
                  </a:lnTo>
                  <a:lnTo>
                    <a:pt x="7696095" y="5090623"/>
                  </a:lnTo>
                  <a:lnTo>
                    <a:pt x="7696237" y="5090639"/>
                  </a:lnTo>
                  <a:lnTo>
                    <a:pt x="8234974" y="5090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8" name="pl778"/>
            <p:cNvSpPr/>
            <p:nvPr/>
          </p:nvSpPr>
          <p:spPr>
            <a:xfrm>
              <a:off x="546595" y="712345"/>
              <a:ext cx="8234974" cy="5090639"/>
            </a:xfrm>
            <a:custGeom>
              <a:avLst/>
              <a:pathLst>
                <a:path w="8234974" h="5090639">
                  <a:moveTo>
                    <a:pt x="8234974" y="5090639"/>
                  </a:moveTo>
                  <a:lnTo>
                    <a:pt x="7696237" y="5090639"/>
                  </a:lnTo>
                  <a:lnTo>
                    <a:pt x="7695364" y="5090535"/>
                  </a:lnTo>
                  <a:lnTo>
                    <a:pt x="7689613" y="5089798"/>
                  </a:lnTo>
                  <a:lnTo>
                    <a:pt x="7675086" y="5087760"/>
                  </a:lnTo>
                  <a:lnTo>
                    <a:pt x="7649048" y="5083745"/>
                  </a:lnTo>
                  <a:lnTo>
                    <a:pt x="7610109" y="5077128"/>
                  </a:lnTo>
                  <a:lnTo>
                    <a:pt x="7558338" y="5067388"/>
                  </a:lnTo>
                  <a:lnTo>
                    <a:pt x="7495164" y="5054164"/>
                  </a:lnTo>
                  <a:lnTo>
                    <a:pt x="7423047" y="5037266"/>
                  </a:lnTo>
                  <a:lnTo>
                    <a:pt x="7345009" y="5016651"/>
                  </a:lnTo>
                  <a:lnTo>
                    <a:pt x="7264131" y="4992370"/>
                  </a:lnTo>
                  <a:lnTo>
                    <a:pt x="7183158" y="4964504"/>
                  </a:lnTo>
                  <a:lnTo>
                    <a:pt x="7104259" y="4933102"/>
                  </a:lnTo>
                  <a:lnTo>
                    <a:pt x="7028944" y="4898131"/>
                  </a:lnTo>
                  <a:lnTo>
                    <a:pt x="6958101" y="4859451"/>
                  </a:lnTo>
                  <a:lnTo>
                    <a:pt x="6892099" y="4816796"/>
                  </a:lnTo>
                  <a:lnTo>
                    <a:pt x="6830908" y="4769771"/>
                  </a:lnTo>
                  <a:lnTo>
                    <a:pt x="6774218" y="4717860"/>
                  </a:lnTo>
                  <a:lnTo>
                    <a:pt x="6721541" y="4660437"/>
                  </a:lnTo>
                  <a:lnTo>
                    <a:pt x="6672281" y="4596796"/>
                  </a:lnTo>
                  <a:lnTo>
                    <a:pt x="6625798" y="4526196"/>
                  </a:lnTo>
                  <a:lnTo>
                    <a:pt x="6581452" y="4447944"/>
                  </a:lnTo>
                  <a:lnTo>
                    <a:pt x="6538646" y="4361522"/>
                  </a:lnTo>
                  <a:lnTo>
                    <a:pt x="6515891" y="4311163"/>
                  </a:lnTo>
                  <a:lnTo>
                    <a:pt x="6487299" y="4243644"/>
                  </a:lnTo>
                  <a:lnTo>
                    <a:pt x="6458953" y="4172124"/>
                  </a:lnTo>
                  <a:lnTo>
                    <a:pt x="6430733" y="4096521"/>
                  </a:lnTo>
                  <a:lnTo>
                    <a:pt x="6402541" y="4016796"/>
                  </a:lnTo>
                  <a:lnTo>
                    <a:pt x="6374298" y="3932954"/>
                  </a:lnTo>
                  <a:lnTo>
                    <a:pt x="6345940" y="3845049"/>
                  </a:lnTo>
                  <a:lnTo>
                    <a:pt x="6317421" y="3753185"/>
                  </a:lnTo>
                  <a:lnTo>
                    <a:pt x="6288707" y="3657521"/>
                  </a:lnTo>
                  <a:lnTo>
                    <a:pt x="6259780" y="3558274"/>
                  </a:lnTo>
                  <a:lnTo>
                    <a:pt x="6230632" y="3455711"/>
                  </a:lnTo>
                  <a:lnTo>
                    <a:pt x="6201269" y="3350158"/>
                  </a:lnTo>
                  <a:lnTo>
                    <a:pt x="6171706" y="3241991"/>
                  </a:lnTo>
                  <a:lnTo>
                    <a:pt x="6141969" y="3131629"/>
                  </a:lnTo>
                  <a:lnTo>
                    <a:pt x="6112088" y="3019536"/>
                  </a:lnTo>
                  <a:lnTo>
                    <a:pt x="6082103" y="2906206"/>
                  </a:lnTo>
                  <a:lnTo>
                    <a:pt x="6052057" y="2792156"/>
                  </a:lnTo>
                  <a:lnTo>
                    <a:pt x="6021994" y="2677918"/>
                  </a:lnTo>
                  <a:lnTo>
                    <a:pt x="5991962" y="2564029"/>
                  </a:lnTo>
                  <a:lnTo>
                    <a:pt x="5962004" y="2451017"/>
                  </a:lnTo>
                  <a:lnTo>
                    <a:pt x="5932162" y="2339394"/>
                  </a:lnTo>
                  <a:lnTo>
                    <a:pt x="5902474" y="2229646"/>
                  </a:lnTo>
                  <a:lnTo>
                    <a:pt x="5872970" y="2122222"/>
                  </a:lnTo>
                  <a:lnTo>
                    <a:pt x="5843670" y="2017532"/>
                  </a:lnTo>
                  <a:lnTo>
                    <a:pt x="5814589" y="1915935"/>
                  </a:lnTo>
                  <a:lnTo>
                    <a:pt x="5785727" y="1817739"/>
                  </a:lnTo>
                  <a:lnTo>
                    <a:pt x="5757074" y="1723199"/>
                  </a:lnTo>
                  <a:lnTo>
                    <a:pt x="5728607" y="1632511"/>
                  </a:lnTo>
                  <a:lnTo>
                    <a:pt x="5700290" y="1545820"/>
                  </a:lnTo>
                  <a:lnTo>
                    <a:pt x="5672069" y="1463213"/>
                  </a:lnTo>
                  <a:lnTo>
                    <a:pt x="5643878" y="1384729"/>
                  </a:lnTo>
                  <a:lnTo>
                    <a:pt x="5615632" y="1310360"/>
                  </a:lnTo>
                  <a:lnTo>
                    <a:pt x="5587225" y="1240054"/>
                  </a:lnTo>
                  <a:lnTo>
                    <a:pt x="5567201" y="1193260"/>
                  </a:lnTo>
                  <a:lnTo>
                    <a:pt x="5525013" y="1102317"/>
                  </a:lnTo>
                  <a:lnTo>
                    <a:pt x="5481572" y="1019680"/>
                  </a:lnTo>
                  <a:lnTo>
                    <a:pt x="5436326" y="945008"/>
                  </a:lnTo>
                  <a:lnTo>
                    <a:pt x="5388652" y="877684"/>
                  </a:lnTo>
                  <a:lnTo>
                    <a:pt x="5337906" y="816980"/>
                  </a:lnTo>
                  <a:lnTo>
                    <a:pt x="5283462" y="762163"/>
                  </a:lnTo>
                  <a:lnTo>
                    <a:pt x="5224764" y="712559"/>
                  </a:lnTo>
                  <a:lnTo>
                    <a:pt x="5161395" y="667591"/>
                  </a:lnTo>
                  <a:lnTo>
                    <a:pt x="5093161" y="626797"/>
                  </a:lnTo>
                  <a:lnTo>
                    <a:pt x="5020197" y="589839"/>
                  </a:lnTo>
                  <a:lnTo>
                    <a:pt x="4943096" y="556512"/>
                  </a:lnTo>
                  <a:lnTo>
                    <a:pt x="4863020" y="526726"/>
                  </a:lnTo>
                  <a:lnTo>
                    <a:pt x="4781783" y="500492"/>
                  </a:lnTo>
                  <a:lnTo>
                    <a:pt x="4701836" y="477879"/>
                  </a:lnTo>
                  <a:lnTo>
                    <a:pt x="4626118" y="458963"/>
                  </a:lnTo>
                  <a:lnTo>
                    <a:pt x="4557741" y="443759"/>
                  </a:lnTo>
                  <a:lnTo>
                    <a:pt x="4499532" y="432164"/>
                  </a:lnTo>
                  <a:lnTo>
                    <a:pt x="4453534" y="423907"/>
                  </a:lnTo>
                  <a:lnTo>
                    <a:pt x="4420578" y="418554"/>
                  </a:lnTo>
                  <a:lnTo>
                    <a:pt x="4400066" y="415526"/>
                  </a:lnTo>
                  <a:lnTo>
                    <a:pt x="4389969" y="414167"/>
                  </a:lnTo>
                  <a:lnTo>
                    <a:pt x="4386998" y="413800"/>
                  </a:lnTo>
                  <a:lnTo>
                    <a:pt x="4386855" y="413784"/>
                  </a:lnTo>
                  <a:lnTo>
                    <a:pt x="3848118" y="413784"/>
                  </a:lnTo>
                  <a:lnTo>
                    <a:pt x="3846819" y="413770"/>
                  </a:lnTo>
                  <a:lnTo>
                    <a:pt x="3838340" y="413672"/>
                  </a:lnTo>
                  <a:lnTo>
                    <a:pt x="3817204" y="413400"/>
                  </a:lnTo>
                  <a:lnTo>
                    <a:pt x="3780017" y="412867"/>
                  </a:lnTo>
                  <a:lnTo>
                    <a:pt x="3725800" y="411996"/>
                  </a:lnTo>
                  <a:lnTo>
                    <a:pt x="3656007" y="410731"/>
                  </a:lnTo>
                  <a:lnTo>
                    <a:pt x="3574036" y="409042"/>
                  </a:lnTo>
                  <a:lnTo>
                    <a:pt x="3484357" y="406923"/>
                  </a:lnTo>
                  <a:lnTo>
                    <a:pt x="3391546" y="404381"/>
                  </a:lnTo>
                  <a:lnTo>
                    <a:pt x="3299533" y="401425"/>
                  </a:lnTo>
                  <a:lnTo>
                    <a:pt x="3211202" y="398059"/>
                  </a:lnTo>
                  <a:lnTo>
                    <a:pt x="3128324" y="394271"/>
                  </a:lnTo>
                  <a:lnTo>
                    <a:pt x="3051703" y="390032"/>
                  </a:lnTo>
                  <a:lnTo>
                    <a:pt x="2981400" y="385292"/>
                  </a:lnTo>
                  <a:lnTo>
                    <a:pt x="2916976" y="379984"/>
                  </a:lnTo>
                  <a:lnTo>
                    <a:pt x="2857681" y="374023"/>
                  </a:lnTo>
                  <a:lnTo>
                    <a:pt x="2802603" y="367316"/>
                  </a:lnTo>
                  <a:lnTo>
                    <a:pt x="2750776" y="359763"/>
                  </a:lnTo>
                  <a:lnTo>
                    <a:pt x="2701270" y="351285"/>
                  </a:lnTo>
                  <a:lnTo>
                    <a:pt x="2667772" y="344820"/>
                  </a:lnTo>
                  <a:lnTo>
                    <a:pt x="2616031" y="333708"/>
                  </a:lnTo>
                  <a:lnTo>
                    <a:pt x="2564786" y="321411"/>
                  </a:lnTo>
                  <a:lnTo>
                    <a:pt x="2513473" y="307912"/>
                  </a:lnTo>
                  <a:lnTo>
                    <a:pt x="2461715" y="293243"/>
                  </a:lnTo>
                  <a:lnTo>
                    <a:pt x="2409304" y="277482"/>
                  </a:lnTo>
                  <a:lnTo>
                    <a:pt x="2356173" y="260765"/>
                  </a:lnTo>
                  <a:lnTo>
                    <a:pt x="2302383" y="243275"/>
                  </a:lnTo>
                  <a:lnTo>
                    <a:pt x="2248093" y="225242"/>
                  </a:lnTo>
                  <a:lnTo>
                    <a:pt x="2193534" y="206928"/>
                  </a:lnTo>
                  <a:lnTo>
                    <a:pt x="2138975" y="188613"/>
                  </a:lnTo>
                  <a:lnTo>
                    <a:pt x="2084684" y="170579"/>
                  </a:lnTo>
                  <a:lnTo>
                    <a:pt x="2030891" y="153086"/>
                  </a:lnTo>
                  <a:lnTo>
                    <a:pt x="1977758" y="136365"/>
                  </a:lnTo>
                  <a:lnTo>
                    <a:pt x="1925343" y="120601"/>
                  </a:lnTo>
                  <a:lnTo>
                    <a:pt x="1873584" y="105926"/>
                  </a:lnTo>
                  <a:lnTo>
                    <a:pt x="1822269" y="92423"/>
                  </a:lnTo>
                  <a:lnTo>
                    <a:pt x="1771025" y="80121"/>
                  </a:lnTo>
                  <a:lnTo>
                    <a:pt x="1719287" y="69005"/>
                  </a:lnTo>
                  <a:lnTo>
                    <a:pt x="1719082" y="68964"/>
                  </a:lnTo>
                  <a:lnTo>
                    <a:pt x="1670704" y="59816"/>
                  </a:lnTo>
                  <a:lnTo>
                    <a:pt x="1620585" y="51626"/>
                  </a:lnTo>
                  <a:lnTo>
                    <a:pt x="1567870" y="44340"/>
                  </a:lnTo>
                  <a:lnTo>
                    <a:pt x="1511609" y="37871"/>
                  </a:lnTo>
                  <a:lnTo>
                    <a:pt x="1450844" y="32118"/>
                  </a:lnTo>
                  <a:lnTo>
                    <a:pt x="1384698" y="26992"/>
                  </a:lnTo>
                  <a:lnTo>
                    <a:pt x="1312500" y="22410"/>
                  </a:lnTo>
                  <a:lnTo>
                    <a:pt x="1233937" y="18313"/>
                  </a:lnTo>
                  <a:lnTo>
                    <a:pt x="1149273" y="14656"/>
                  </a:lnTo>
                  <a:lnTo>
                    <a:pt x="1059584" y="11415"/>
                  </a:lnTo>
                  <a:lnTo>
                    <a:pt x="966970" y="8584"/>
                  </a:lnTo>
                  <a:lnTo>
                    <a:pt x="874656" y="6170"/>
                  </a:lnTo>
                  <a:lnTo>
                    <a:pt x="786827" y="4182"/>
                  </a:lnTo>
                  <a:lnTo>
                    <a:pt x="708121" y="2624"/>
                  </a:lnTo>
                  <a:lnTo>
                    <a:pt x="642785" y="1483"/>
                  </a:lnTo>
                  <a:lnTo>
                    <a:pt x="593707" y="722"/>
                  </a:lnTo>
                  <a:lnTo>
                    <a:pt x="561626" y="277"/>
                  </a:lnTo>
                  <a:lnTo>
                    <a:pt x="544807" y="67"/>
                  </a:lnTo>
                  <a:lnTo>
                    <a:pt x="539182" y="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9" name="pg779"/>
            <p:cNvSpPr/>
            <p:nvPr/>
          </p:nvSpPr>
          <p:spPr>
            <a:xfrm>
              <a:off x="546595" y="777679"/>
              <a:ext cx="8234974" cy="2264926"/>
            </a:xfrm>
            <a:custGeom>
              <a:avLst/>
              <a:pathLst>
                <a:path w="8234974" h="2264926">
                  <a:moveTo>
                    <a:pt x="0" y="963682"/>
                  </a:moveTo>
                  <a:lnTo>
                    <a:pt x="538736" y="963682"/>
                  </a:lnTo>
                  <a:lnTo>
                    <a:pt x="540008" y="963724"/>
                  </a:lnTo>
                  <a:lnTo>
                    <a:pt x="548307" y="964027"/>
                  </a:lnTo>
                  <a:lnTo>
                    <a:pt x="569013" y="964862"/>
                  </a:lnTo>
                  <a:lnTo>
                    <a:pt x="605487" y="966502"/>
                  </a:lnTo>
                  <a:lnTo>
                    <a:pt x="658748" y="969183"/>
                  </a:lnTo>
                  <a:lnTo>
                    <a:pt x="727451" y="973079"/>
                  </a:lnTo>
                  <a:lnTo>
                    <a:pt x="808330" y="978285"/>
                  </a:lnTo>
                  <a:lnTo>
                    <a:pt x="897043" y="984824"/>
                  </a:lnTo>
                  <a:lnTo>
                    <a:pt x="989096" y="992678"/>
                  </a:lnTo>
                  <a:lnTo>
                    <a:pt x="1080591" y="1001813"/>
                  </a:lnTo>
                  <a:lnTo>
                    <a:pt x="1168630" y="1012219"/>
                  </a:lnTo>
                  <a:lnTo>
                    <a:pt x="1251398" y="1023928"/>
                  </a:lnTo>
                  <a:lnTo>
                    <a:pt x="1328039" y="1037024"/>
                  </a:lnTo>
                  <a:lnTo>
                    <a:pt x="1398435" y="1051654"/>
                  </a:lnTo>
                  <a:lnTo>
                    <a:pt x="1462976" y="1068020"/>
                  </a:lnTo>
                  <a:lnTo>
                    <a:pt x="1522372" y="1086376"/>
                  </a:lnTo>
                  <a:lnTo>
                    <a:pt x="1577503" y="1107012"/>
                  </a:lnTo>
                  <a:lnTo>
                    <a:pt x="1629310" y="1130227"/>
                  </a:lnTo>
                  <a:lnTo>
                    <a:pt x="1678713" y="1156283"/>
                  </a:lnTo>
                  <a:lnTo>
                    <a:pt x="1719082" y="1180556"/>
                  </a:lnTo>
                  <a:lnTo>
                    <a:pt x="1764483" y="1210991"/>
                  </a:lnTo>
                  <a:lnTo>
                    <a:pt x="1809440" y="1244281"/>
                  </a:lnTo>
                  <a:lnTo>
                    <a:pt x="1854360" y="1280477"/>
                  </a:lnTo>
                  <a:lnTo>
                    <a:pt x="1899534" y="1319546"/>
                  </a:lnTo>
                  <a:lnTo>
                    <a:pt x="1945147" y="1361366"/>
                  </a:lnTo>
                  <a:lnTo>
                    <a:pt x="1991296" y="1405715"/>
                  </a:lnTo>
                  <a:lnTo>
                    <a:pt x="2037997" y="1452276"/>
                  </a:lnTo>
                  <a:lnTo>
                    <a:pt x="2085193" y="1500636"/>
                  </a:lnTo>
                  <a:lnTo>
                    <a:pt x="2132773" y="1550302"/>
                  </a:lnTo>
                  <a:lnTo>
                    <a:pt x="2180580" y="1600720"/>
                  </a:lnTo>
                  <a:lnTo>
                    <a:pt x="2228438" y="1651300"/>
                  </a:lnTo>
                  <a:lnTo>
                    <a:pt x="2276161" y="1701441"/>
                  </a:lnTo>
                  <a:lnTo>
                    <a:pt x="2323580" y="1750568"/>
                  </a:lnTo>
                  <a:lnTo>
                    <a:pt x="2370558" y="1798151"/>
                  </a:lnTo>
                  <a:lnTo>
                    <a:pt x="2417006" y="1843734"/>
                  </a:lnTo>
                  <a:lnTo>
                    <a:pt x="2462901" y="1886945"/>
                  </a:lnTo>
                  <a:lnTo>
                    <a:pt x="2508293" y="1927512"/>
                  </a:lnTo>
                  <a:lnTo>
                    <a:pt x="2553319" y="1965259"/>
                  </a:lnTo>
                  <a:lnTo>
                    <a:pt x="2598214" y="2000108"/>
                  </a:lnTo>
                  <a:lnTo>
                    <a:pt x="2643318" y="2032065"/>
                  </a:lnTo>
                  <a:lnTo>
                    <a:pt x="2667772" y="2048052"/>
                  </a:lnTo>
                  <a:lnTo>
                    <a:pt x="2715786" y="2076618"/>
                  </a:lnTo>
                  <a:lnTo>
                    <a:pt x="2765509" y="2102213"/>
                  </a:lnTo>
                  <a:lnTo>
                    <a:pt x="2817776" y="2125004"/>
                  </a:lnTo>
                  <a:lnTo>
                    <a:pt x="2873515" y="2145261"/>
                  </a:lnTo>
                  <a:lnTo>
                    <a:pt x="2933665" y="2163286"/>
                  </a:lnTo>
                  <a:lnTo>
                    <a:pt x="2999086" y="2179363"/>
                  </a:lnTo>
                  <a:lnTo>
                    <a:pt x="3070449" y="2193740"/>
                  </a:lnTo>
                  <a:lnTo>
                    <a:pt x="3148077" y="2206610"/>
                  </a:lnTo>
                  <a:lnTo>
                    <a:pt x="3231753" y="2218110"/>
                  </a:lnTo>
                  <a:lnTo>
                    <a:pt x="3320482" y="2228315"/>
                  </a:lnTo>
                  <a:lnTo>
                    <a:pt x="3412285" y="2237251"/>
                  </a:lnTo>
                  <a:lnTo>
                    <a:pt x="3504093" y="2244900"/>
                  </a:lnTo>
                  <a:lnTo>
                    <a:pt x="3591878" y="2251230"/>
                  </a:lnTo>
                  <a:lnTo>
                    <a:pt x="3671114" y="2256227"/>
                  </a:lnTo>
                  <a:lnTo>
                    <a:pt x="3737564" y="2259923"/>
                  </a:lnTo>
                  <a:lnTo>
                    <a:pt x="3788218" y="2262427"/>
                  </a:lnTo>
                  <a:lnTo>
                    <a:pt x="3822082" y="2263924"/>
                  </a:lnTo>
                  <a:lnTo>
                    <a:pt x="3840559" y="2264657"/>
                  </a:lnTo>
                  <a:lnTo>
                    <a:pt x="3847350" y="2264900"/>
                  </a:lnTo>
                  <a:lnTo>
                    <a:pt x="3848118" y="2264926"/>
                  </a:lnTo>
                  <a:lnTo>
                    <a:pt x="4386855" y="2264926"/>
                  </a:lnTo>
                  <a:lnTo>
                    <a:pt x="4388069" y="2264856"/>
                  </a:lnTo>
                  <a:lnTo>
                    <a:pt x="4396000" y="2264357"/>
                  </a:lnTo>
                  <a:lnTo>
                    <a:pt x="4415821" y="2262977"/>
                  </a:lnTo>
                  <a:lnTo>
                    <a:pt x="4450820" y="2260268"/>
                  </a:lnTo>
                  <a:lnTo>
                    <a:pt x="4502097" y="2255834"/>
                  </a:lnTo>
                  <a:lnTo>
                    <a:pt x="4568518" y="2249379"/>
                  </a:lnTo>
                  <a:lnTo>
                    <a:pt x="4647096" y="2240735"/>
                  </a:lnTo>
                  <a:lnTo>
                    <a:pt x="4733749" y="2229851"/>
                  </a:lnTo>
                  <a:lnTo>
                    <a:pt x="4824164" y="2216757"/>
                  </a:lnTo>
                  <a:lnTo>
                    <a:pt x="4914515" y="2201504"/>
                  </a:lnTo>
                  <a:lnTo>
                    <a:pt x="5001886" y="2184120"/>
                  </a:lnTo>
                  <a:lnTo>
                    <a:pt x="5084380" y="2164565"/>
                  </a:lnTo>
                  <a:lnTo>
                    <a:pt x="5161030" y="2142716"/>
                  </a:lnTo>
                  <a:lnTo>
                    <a:pt x="5231605" y="2118352"/>
                  </a:lnTo>
                  <a:lnTo>
                    <a:pt x="5296392" y="2091157"/>
                  </a:lnTo>
                  <a:lnTo>
                    <a:pt x="5356011" y="2060730"/>
                  </a:lnTo>
                  <a:lnTo>
                    <a:pt x="5411274" y="2026602"/>
                  </a:lnTo>
                  <a:lnTo>
                    <a:pt x="5463073" y="1988277"/>
                  </a:lnTo>
                  <a:lnTo>
                    <a:pt x="5512298" y="1945295"/>
                  </a:lnTo>
                  <a:lnTo>
                    <a:pt x="5559761" y="1897349"/>
                  </a:lnTo>
                  <a:lnTo>
                    <a:pt x="5567201" y="1889253"/>
                  </a:lnTo>
                  <a:lnTo>
                    <a:pt x="5605855" y="1844725"/>
                  </a:lnTo>
                  <a:lnTo>
                    <a:pt x="5644138" y="1796633"/>
                  </a:lnTo>
                  <a:lnTo>
                    <a:pt x="5682318" y="1744907"/>
                  </a:lnTo>
                  <a:lnTo>
                    <a:pt x="5720599" y="1689547"/>
                  </a:lnTo>
                  <a:lnTo>
                    <a:pt x="5759127" y="1630632"/>
                  </a:lnTo>
                  <a:lnTo>
                    <a:pt x="5797998" y="1568325"/>
                  </a:lnTo>
                  <a:lnTo>
                    <a:pt x="5837263" y="1502881"/>
                  </a:lnTo>
                  <a:lnTo>
                    <a:pt x="5876927" y="1434641"/>
                  </a:lnTo>
                  <a:lnTo>
                    <a:pt x="5916963" y="1364036"/>
                  </a:lnTo>
                  <a:lnTo>
                    <a:pt x="5957309" y="1291568"/>
                  </a:lnTo>
                  <a:lnTo>
                    <a:pt x="5997879" y="1217805"/>
                  </a:lnTo>
                  <a:lnTo>
                    <a:pt x="6038570" y="1143359"/>
                  </a:lnTo>
                  <a:lnTo>
                    <a:pt x="6079269" y="1068866"/>
                  </a:lnTo>
                  <a:lnTo>
                    <a:pt x="6119864" y="994964"/>
                  </a:lnTo>
                  <a:lnTo>
                    <a:pt x="6160248" y="922270"/>
                  </a:lnTo>
                  <a:lnTo>
                    <a:pt x="6200334" y="851359"/>
                  </a:lnTo>
                  <a:lnTo>
                    <a:pt x="6240056" y="782745"/>
                  </a:lnTo>
                  <a:lnTo>
                    <a:pt x="6279379" y="716869"/>
                  </a:lnTo>
                  <a:lnTo>
                    <a:pt x="6318306" y="654085"/>
                  </a:lnTo>
                  <a:lnTo>
                    <a:pt x="6356879" y="594662"/>
                  </a:lnTo>
                  <a:lnTo>
                    <a:pt x="6395188" y="538775"/>
                  </a:lnTo>
                  <a:lnTo>
                    <a:pt x="6433371" y="486516"/>
                  </a:lnTo>
                  <a:lnTo>
                    <a:pt x="6471624" y="437895"/>
                  </a:lnTo>
                  <a:lnTo>
                    <a:pt x="6510204" y="392853"/>
                  </a:lnTo>
                  <a:lnTo>
                    <a:pt x="6515891" y="386561"/>
                  </a:lnTo>
                  <a:lnTo>
                    <a:pt x="6563140" y="337816"/>
                  </a:lnTo>
                  <a:lnTo>
                    <a:pt x="6612033" y="294058"/>
                  </a:lnTo>
                  <a:lnTo>
                    <a:pt x="6663363" y="255020"/>
                  </a:lnTo>
                  <a:lnTo>
                    <a:pt x="6718014" y="220258"/>
                  </a:lnTo>
                  <a:lnTo>
                    <a:pt x="6776883" y="189274"/>
                  </a:lnTo>
                  <a:lnTo>
                    <a:pt x="6840798" y="161593"/>
                  </a:lnTo>
                  <a:lnTo>
                    <a:pt x="6910422" y="136802"/>
                  </a:lnTo>
                  <a:lnTo>
                    <a:pt x="6986105" y="114569"/>
                  </a:lnTo>
                  <a:lnTo>
                    <a:pt x="7067711" y="94661"/>
                  </a:lnTo>
                  <a:lnTo>
                    <a:pt x="7154406" y="76935"/>
                  </a:lnTo>
                  <a:lnTo>
                    <a:pt x="7244452" y="61343"/>
                  </a:lnTo>
                  <a:lnTo>
                    <a:pt x="7335093" y="47901"/>
                  </a:lnTo>
                  <a:lnTo>
                    <a:pt x="7422628" y="36662"/>
                  </a:lnTo>
                  <a:lnTo>
                    <a:pt x="7502781" y="27662"/>
                  </a:lnTo>
                  <a:lnTo>
                    <a:pt x="7571376" y="20867"/>
                  </a:lnTo>
                  <a:lnTo>
                    <a:pt x="7625194" y="16127"/>
                  </a:lnTo>
                  <a:lnTo>
                    <a:pt x="7662771" y="13168"/>
                  </a:lnTo>
                  <a:lnTo>
                    <a:pt x="7684842" y="11606"/>
                  </a:lnTo>
                  <a:lnTo>
                    <a:pt x="7694365" y="10998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4" y="69"/>
                  </a:lnTo>
                  <a:lnTo>
                    <a:pt x="7687092" y="568"/>
                  </a:lnTo>
                  <a:lnTo>
                    <a:pt x="7667271" y="1948"/>
                  </a:lnTo>
                  <a:lnTo>
                    <a:pt x="7632272" y="4657"/>
                  </a:lnTo>
                  <a:lnTo>
                    <a:pt x="7580995" y="9091"/>
                  </a:lnTo>
                  <a:lnTo>
                    <a:pt x="7514575" y="15546"/>
                  </a:lnTo>
                  <a:lnTo>
                    <a:pt x="7435996" y="24190"/>
                  </a:lnTo>
                  <a:lnTo>
                    <a:pt x="7349343" y="35074"/>
                  </a:lnTo>
                  <a:lnTo>
                    <a:pt x="7258929" y="48168"/>
                  </a:lnTo>
                  <a:lnTo>
                    <a:pt x="7168577" y="63421"/>
                  </a:lnTo>
                  <a:lnTo>
                    <a:pt x="7081207" y="80806"/>
                  </a:lnTo>
                  <a:lnTo>
                    <a:pt x="6998713" y="100360"/>
                  </a:lnTo>
                  <a:lnTo>
                    <a:pt x="6922062" y="122209"/>
                  </a:lnTo>
                  <a:lnTo>
                    <a:pt x="6851487" y="146573"/>
                  </a:lnTo>
                  <a:lnTo>
                    <a:pt x="6786701" y="173768"/>
                  </a:lnTo>
                  <a:lnTo>
                    <a:pt x="6727081" y="204196"/>
                  </a:lnTo>
                  <a:lnTo>
                    <a:pt x="6671818" y="238323"/>
                  </a:lnTo>
                  <a:lnTo>
                    <a:pt x="6620020" y="276648"/>
                  </a:lnTo>
                  <a:lnTo>
                    <a:pt x="6570795" y="319630"/>
                  </a:lnTo>
                  <a:lnTo>
                    <a:pt x="6523331" y="367576"/>
                  </a:lnTo>
                  <a:lnTo>
                    <a:pt x="6515891" y="375672"/>
                  </a:lnTo>
                  <a:lnTo>
                    <a:pt x="6477237" y="420200"/>
                  </a:lnTo>
                  <a:lnTo>
                    <a:pt x="6438954" y="468292"/>
                  </a:lnTo>
                  <a:lnTo>
                    <a:pt x="6400774" y="520018"/>
                  </a:lnTo>
                  <a:lnTo>
                    <a:pt x="6362493" y="575378"/>
                  </a:lnTo>
                  <a:lnTo>
                    <a:pt x="6323965" y="634294"/>
                  </a:lnTo>
                  <a:lnTo>
                    <a:pt x="6285094" y="696600"/>
                  </a:lnTo>
                  <a:lnTo>
                    <a:pt x="6245830" y="762045"/>
                  </a:lnTo>
                  <a:lnTo>
                    <a:pt x="6206165" y="830284"/>
                  </a:lnTo>
                  <a:lnTo>
                    <a:pt x="6166129" y="900889"/>
                  </a:lnTo>
                  <a:lnTo>
                    <a:pt x="6125783" y="973357"/>
                  </a:lnTo>
                  <a:lnTo>
                    <a:pt x="6085213" y="1047120"/>
                  </a:lnTo>
                  <a:lnTo>
                    <a:pt x="6044522" y="1121567"/>
                  </a:lnTo>
                  <a:lnTo>
                    <a:pt x="6003823" y="1196059"/>
                  </a:lnTo>
                  <a:lnTo>
                    <a:pt x="5963229" y="1269961"/>
                  </a:lnTo>
                  <a:lnTo>
                    <a:pt x="5922844" y="1342655"/>
                  </a:lnTo>
                  <a:lnTo>
                    <a:pt x="5882758" y="1413566"/>
                  </a:lnTo>
                  <a:lnTo>
                    <a:pt x="5843037" y="1482180"/>
                  </a:lnTo>
                  <a:lnTo>
                    <a:pt x="5803714" y="1548057"/>
                  </a:lnTo>
                  <a:lnTo>
                    <a:pt x="5764787" y="1610840"/>
                  </a:lnTo>
                  <a:lnTo>
                    <a:pt x="5726213" y="1670264"/>
                  </a:lnTo>
                  <a:lnTo>
                    <a:pt x="5687905" y="1726151"/>
                  </a:lnTo>
                  <a:lnTo>
                    <a:pt x="5649721" y="1778410"/>
                  </a:lnTo>
                  <a:lnTo>
                    <a:pt x="5611468" y="1827030"/>
                  </a:lnTo>
                  <a:lnTo>
                    <a:pt x="5572888" y="1872072"/>
                  </a:lnTo>
                  <a:lnTo>
                    <a:pt x="5567201" y="1878364"/>
                  </a:lnTo>
                  <a:lnTo>
                    <a:pt x="5519953" y="1927110"/>
                  </a:lnTo>
                  <a:lnTo>
                    <a:pt x="5471059" y="1970867"/>
                  </a:lnTo>
                  <a:lnTo>
                    <a:pt x="5419729" y="2009905"/>
                  </a:lnTo>
                  <a:lnTo>
                    <a:pt x="5365078" y="2044668"/>
                  </a:lnTo>
                  <a:lnTo>
                    <a:pt x="5306210" y="2075651"/>
                  </a:lnTo>
                  <a:lnTo>
                    <a:pt x="5242294" y="2103332"/>
                  </a:lnTo>
                  <a:lnTo>
                    <a:pt x="5172671" y="2128124"/>
                  </a:lnTo>
                  <a:lnTo>
                    <a:pt x="5096988" y="2150356"/>
                  </a:lnTo>
                  <a:lnTo>
                    <a:pt x="5015381" y="2170265"/>
                  </a:lnTo>
                  <a:lnTo>
                    <a:pt x="4928686" y="2187990"/>
                  </a:lnTo>
                  <a:lnTo>
                    <a:pt x="4838640" y="2203583"/>
                  </a:lnTo>
                  <a:lnTo>
                    <a:pt x="4748000" y="2217024"/>
                  </a:lnTo>
                  <a:lnTo>
                    <a:pt x="4660465" y="2228263"/>
                  </a:lnTo>
                  <a:lnTo>
                    <a:pt x="4580311" y="2237263"/>
                  </a:lnTo>
                  <a:lnTo>
                    <a:pt x="4511717" y="2244058"/>
                  </a:lnTo>
                  <a:lnTo>
                    <a:pt x="4457898" y="2248798"/>
                  </a:lnTo>
                  <a:lnTo>
                    <a:pt x="4420322" y="2251757"/>
                  </a:lnTo>
                  <a:lnTo>
                    <a:pt x="4398251" y="2253319"/>
                  </a:lnTo>
                  <a:lnTo>
                    <a:pt x="4388728" y="2253928"/>
                  </a:lnTo>
                  <a:lnTo>
                    <a:pt x="4386855" y="2254037"/>
                  </a:lnTo>
                  <a:lnTo>
                    <a:pt x="3848118" y="2254037"/>
                  </a:lnTo>
                  <a:lnTo>
                    <a:pt x="3846847" y="2253994"/>
                  </a:lnTo>
                  <a:lnTo>
                    <a:pt x="3838548" y="2253692"/>
                  </a:lnTo>
                  <a:lnTo>
                    <a:pt x="3817841" y="2252856"/>
                  </a:lnTo>
                  <a:lnTo>
                    <a:pt x="3781368" y="2251217"/>
                  </a:lnTo>
                  <a:lnTo>
                    <a:pt x="3728106" y="2248535"/>
                  </a:lnTo>
                  <a:lnTo>
                    <a:pt x="3659404" y="2244640"/>
                  </a:lnTo>
                  <a:lnTo>
                    <a:pt x="3578524" y="2239434"/>
                  </a:lnTo>
                  <a:lnTo>
                    <a:pt x="3489812" y="2232894"/>
                  </a:lnTo>
                  <a:lnTo>
                    <a:pt x="3397759" y="2225041"/>
                  </a:lnTo>
                  <a:lnTo>
                    <a:pt x="3306264" y="2215906"/>
                  </a:lnTo>
                  <a:lnTo>
                    <a:pt x="3218225" y="2205499"/>
                  </a:lnTo>
                  <a:lnTo>
                    <a:pt x="3135457" y="2193791"/>
                  </a:lnTo>
                  <a:lnTo>
                    <a:pt x="3058816" y="2180694"/>
                  </a:lnTo>
                  <a:lnTo>
                    <a:pt x="2988420" y="2166064"/>
                  </a:lnTo>
                  <a:lnTo>
                    <a:pt x="2923878" y="2149698"/>
                  </a:lnTo>
                  <a:lnTo>
                    <a:pt x="2864482" y="2131343"/>
                  </a:lnTo>
                  <a:lnTo>
                    <a:pt x="2809352" y="2110707"/>
                  </a:lnTo>
                  <a:lnTo>
                    <a:pt x="2757545" y="2087492"/>
                  </a:lnTo>
                  <a:lnTo>
                    <a:pt x="2708142" y="2061436"/>
                  </a:lnTo>
                  <a:lnTo>
                    <a:pt x="2667772" y="2037163"/>
                  </a:lnTo>
                  <a:lnTo>
                    <a:pt x="2622371" y="2006728"/>
                  </a:lnTo>
                  <a:lnTo>
                    <a:pt x="2577414" y="1973437"/>
                  </a:lnTo>
                  <a:lnTo>
                    <a:pt x="2532494" y="1937242"/>
                  </a:lnTo>
                  <a:lnTo>
                    <a:pt x="2487321" y="1898172"/>
                  </a:lnTo>
                  <a:lnTo>
                    <a:pt x="2441708" y="1856353"/>
                  </a:lnTo>
                  <a:lnTo>
                    <a:pt x="2395558" y="1812003"/>
                  </a:lnTo>
                  <a:lnTo>
                    <a:pt x="2348858" y="1765443"/>
                  </a:lnTo>
                  <a:lnTo>
                    <a:pt x="2301661" y="1717083"/>
                  </a:lnTo>
                  <a:lnTo>
                    <a:pt x="2254082" y="1667416"/>
                  </a:lnTo>
                  <a:lnTo>
                    <a:pt x="2206274" y="1616998"/>
                  </a:lnTo>
                  <a:lnTo>
                    <a:pt x="2158416" y="1566419"/>
                  </a:lnTo>
                  <a:lnTo>
                    <a:pt x="2110693" y="1516277"/>
                  </a:lnTo>
                  <a:lnTo>
                    <a:pt x="2063274" y="1467151"/>
                  </a:lnTo>
                  <a:lnTo>
                    <a:pt x="2016297" y="1419567"/>
                  </a:lnTo>
                  <a:lnTo>
                    <a:pt x="1969849" y="1373985"/>
                  </a:lnTo>
                  <a:lnTo>
                    <a:pt x="1923954" y="1330774"/>
                  </a:lnTo>
                  <a:lnTo>
                    <a:pt x="1878562" y="1290207"/>
                  </a:lnTo>
                  <a:lnTo>
                    <a:pt x="1833535" y="1252459"/>
                  </a:lnTo>
                  <a:lnTo>
                    <a:pt x="1788641" y="1217611"/>
                  </a:lnTo>
                  <a:lnTo>
                    <a:pt x="1743536" y="1185654"/>
                  </a:lnTo>
                  <a:lnTo>
                    <a:pt x="1719082" y="1169667"/>
                  </a:lnTo>
                  <a:lnTo>
                    <a:pt x="1671069" y="1141101"/>
                  </a:lnTo>
                  <a:lnTo>
                    <a:pt x="1621345" y="1115505"/>
                  </a:lnTo>
                  <a:lnTo>
                    <a:pt x="1569078" y="1092715"/>
                  </a:lnTo>
                  <a:lnTo>
                    <a:pt x="1513339" y="1072458"/>
                  </a:lnTo>
                  <a:lnTo>
                    <a:pt x="1453190" y="1054433"/>
                  </a:lnTo>
                  <a:lnTo>
                    <a:pt x="1387768" y="1038356"/>
                  </a:lnTo>
                  <a:lnTo>
                    <a:pt x="1316406" y="1023979"/>
                  </a:lnTo>
                  <a:lnTo>
                    <a:pt x="1238777" y="1011109"/>
                  </a:lnTo>
                  <a:lnTo>
                    <a:pt x="1155102" y="999609"/>
                  </a:lnTo>
                  <a:lnTo>
                    <a:pt x="1066372" y="989403"/>
                  </a:lnTo>
                  <a:lnTo>
                    <a:pt x="974570" y="980468"/>
                  </a:lnTo>
                  <a:lnTo>
                    <a:pt x="882762" y="972819"/>
                  </a:lnTo>
                  <a:lnTo>
                    <a:pt x="794977" y="966489"/>
                  </a:lnTo>
                  <a:lnTo>
                    <a:pt x="715740" y="961492"/>
                  </a:lnTo>
                  <a:lnTo>
                    <a:pt x="649290" y="957796"/>
                  </a:lnTo>
                  <a:lnTo>
                    <a:pt x="598637" y="955292"/>
                  </a:lnTo>
                  <a:lnTo>
                    <a:pt x="564773" y="953795"/>
                  </a:lnTo>
                  <a:lnTo>
                    <a:pt x="546295" y="953062"/>
                  </a:lnTo>
                  <a:lnTo>
                    <a:pt x="539505" y="952818"/>
                  </a:lnTo>
                  <a:lnTo>
                    <a:pt x="538736" y="952793"/>
                  </a:lnTo>
                  <a:lnTo>
                    <a:pt x="0" y="95279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80" name="pl780"/>
            <p:cNvSpPr/>
            <p:nvPr/>
          </p:nvSpPr>
          <p:spPr>
            <a:xfrm>
              <a:off x="546595" y="788568"/>
              <a:ext cx="8234974" cy="2254037"/>
            </a:xfrm>
            <a:custGeom>
              <a:avLst/>
              <a:pathLst>
                <a:path w="8234974" h="2254037">
                  <a:moveTo>
                    <a:pt x="0" y="952793"/>
                  </a:moveTo>
                  <a:lnTo>
                    <a:pt x="538736" y="952793"/>
                  </a:lnTo>
                  <a:lnTo>
                    <a:pt x="540008" y="952835"/>
                  </a:lnTo>
                  <a:lnTo>
                    <a:pt x="548307" y="953138"/>
                  </a:lnTo>
                  <a:lnTo>
                    <a:pt x="569013" y="953973"/>
                  </a:lnTo>
                  <a:lnTo>
                    <a:pt x="605487" y="955613"/>
                  </a:lnTo>
                  <a:lnTo>
                    <a:pt x="658748" y="958294"/>
                  </a:lnTo>
                  <a:lnTo>
                    <a:pt x="727451" y="962190"/>
                  </a:lnTo>
                  <a:lnTo>
                    <a:pt x="808330" y="967395"/>
                  </a:lnTo>
                  <a:lnTo>
                    <a:pt x="897043" y="973935"/>
                  </a:lnTo>
                  <a:lnTo>
                    <a:pt x="989096" y="981788"/>
                  </a:lnTo>
                  <a:lnTo>
                    <a:pt x="1080591" y="990924"/>
                  </a:lnTo>
                  <a:lnTo>
                    <a:pt x="1168630" y="1001330"/>
                  </a:lnTo>
                  <a:lnTo>
                    <a:pt x="1251398" y="1013039"/>
                  </a:lnTo>
                  <a:lnTo>
                    <a:pt x="1328039" y="1026135"/>
                  </a:lnTo>
                  <a:lnTo>
                    <a:pt x="1398435" y="1040765"/>
                  </a:lnTo>
                  <a:lnTo>
                    <a:pt x="1462976" y="1057131"/>
                  </a:lnTo>
                  <a:lnTo>
                    <a:pt x="1522372" y="1075487"/>
                  </a:lnTo>
                  <a:lnTo>
                    <a:pt x="1577503" y="1096123"/>
                  </a:lnTo>
                  <a:lnTo>
                    <a:pt x="1629310" y="1119338"/>
                  </a:lnTo>
                  <a:lnTo>
                    <a:pt x="1678713" y="1145394"/>
                  </a:lnTo>
                  <a:lnTo>
                    <a:pt x="1719082" y="1169667"/>
                  </a:lnTo>
                  <a:lnTo>
                    <a:pt x="1764483" y="1200101"/>
                  </a:lnTo>
                  <a:lnTo>
                    <a:pt x="1809440" y="1233392"/>
                  </a:lnTo>
                  <a:lnTo>
                    <a:pt x="1854360" y="1269588"/>
                  </a:lnTo>
                  <a:lnTo>
                    <a:pt x="1899534" y="1308657"/>
                  </a:lnTo>
                  <a:lnTo>
                    <a:pt x="1945147" y="1350477"/>
                  </a:lnTo>
                  <a:lnTo>
                    <a:pt x="1991296" y="1394826"/>
                  </a:lnTo>
                  <a:lnTo>
                    <a:pt x="2037997" y="1441387"/>
                  </a:lnTo>
                  <a:lnTo>
                    <a:pt x="2085193" y="1489747"/>
                  </a:lnTo>
                  <a:lnTo>
                    <a:pt x="2132773" y="1539413"/>
                  </a:lnTo>
                  <a:lnTo>
                    <a:pt x="2180580" y="1589831"/>
                  </a:lnTo>
                  <a:lnTo>
                    <a:pt x="2228438" y="1640411"/>
                  </a:lnTo>
                  <a:lnTo>
                    <a:pt x="2276161" y="1690552"/>
                  </a:lnTo>
                  <a:lnTo>
                    <a:pt x="2323580" y="1739679"/>
                  </a:lnTo>
                  <a:lnTo>
                    <a:pt x="2370558" y="1787262"/>
                  </a:lnTo>
                  <a:lnTo>
                    <a:pt x="2417006" y="1832844"/>
                  </a:lnTo>
                  <a:lnTo>
                    <a:pt x="2462901" y="1876056"/>
                  </a:lnTo>
                  <a:lnTo>
                    <a:pt x="2508293" y="1916622"/>
                  </a:lnTo>
                  <a:lnTo>
                    <a:pt x="2553319" y="1954370"/>
                  </a:lnTo>
                  <a:lnTo>
                    <a:pt x="2598214" y="1989219"/>
                  </a:lnTo>
                  <a:lnTo>
                    <a:pt x="2643318" y="2021176"/>
                  </a:lnTo>
                  <a:lnTo>
                    <a:pt x="2667772" y="2037163"/>
                  </a:lnTo>
                  <a:lnTo>
                    <a:pt x="2715786" y="2065729"/>
                  </a:lnTo>
                  <a:lnTo>
                    <a:pt x="2765509" y="2091324"/>
                  </a:lnTo>
                  <a:lnTo>
                    <a:pt x="2817776" y="2114115"/>
                  </a:lnTo>
                  <a:lnTo>
                    <a:pt x="2873515" y="2134372"/>
                  </a:lnTo>
                  <a:lnTo>
                    <a:pt x="2933665" y="2152397"/>
                  </a:lnTo>
                  <a:lnTo>
                    <a:pt x="2999086" y="2168474"/>
                  </a:lnTo>
                  <a:lnTo>
                    <a:pt x="3070449" y="2182851"/>
                  </a:lnTo>
                  <a:lnTo>
                    <a:pt x="3148077" y="2195721"/>
                  </a:lnTo>
                  <a:lnTo>
                    <a:pt x="3231753" y="2207220"/>
                  </a:lnTo>
                  <a:lnTo>
                    <a:pt x="3320482" y="2217426"/>
                  </a:lnTo>
                  <a:lnTo>
                    <a:pt x="3412285" y="2226362"/>
                  </a:lnTo>
                  <a:lnTo>
                    <a:pt x="3504093" y="2234011"/>
                  </a:lnTo>
                  <a:lnTo>
                    <a:pt x="3591878" y="2240341"/>
                  </a:lnTo>
                  <a:lnTo>
                    <a:pt x="3671114" y="2245338"/>
                  </a:lnTo>
                  <a:lnTo>
                    <a:pt x="3737564" y="2249034"/>
                  </a:lnTo>
                  <a:lnTo>
                    <a:pt x="3788218" y="2251538"/>
                  </a:lnTo>
                  <a:lnTo>
                    <a:pt x="3822082" y="2253034"/>
                  </a:lnTo>
                  <a:lnTo>
                    <a:pt x="3840559" y="2253768"/>
                  </a:lnTo>
                  <a:lnTo>
                    <a:pt x="3847350" y="2254011"/>
                  </a:lnTo>
                  <a:lnTo>
                    <a:pt x="3848118" y="2254037"/>
                  </a:lnTo>
                  <a:lnTo>
                    <a:pt x="4386855" y="2254037"/>
                  </a:lnTo>
                  <a:lnTo>
                    <a:pt x="4388069" y="2253967"/>
                  </a:lnTo>
                  <a:lnTo>
                    <a:pt x="4396000" y="2253468"/>
                  </a:lnTo>
                  <a:lnTo>
                    <a:pt x="4415821" y="2252088"/>
                  </a:lnTo>
                  <a:lnTo>
                    <a:pt x="4450820" y="2249379"/>
                  </a:lnTo>
                  <a:lnTo>
                    <a:pt x="4502097" y="2244945"/>
                  </a:lnTo>
                  <a:lnTo>
                    <a:pt x="4568518" y="2238490"/>
                  </a:lnTo>
                  <a:lnTo>
                    <a:pt x="4647096" y="2229846"/>
                  </a:lnTo>
                  <a:lnTo>
                    <a:pt x="4733749" y="2218962"/>
                  </a:lnTo>
                  <a:lnTo>
                    <a:pt x="4824164" y="2205868"/>
                  </a:lnTo>
                  <a:lnTo>
                    <a:pt x="4914515" y="2190615"/>
                  </a:lnTo>
                  <a:lnTo>
                    <a:pt x="5001886" y="2173230"/>
                  </a:lnTo>
                  <a:lnTo>
                    <a:pt x="5084380" y="2153676"/>
                  </a:lnTo>
                  <a:lnTo>
                    <a:pt x="5161030" y="2131827"/>
                  </a:lnTo>
                  <a:lnTo>
                    <a:pt x="5231605" y="2107463"/>
                  </a:lnTo>
                  <a:lnTo>
                    <a:pt x="5296392" y="2080268"/>
                  </a:lnTo>
                  <a:lnTo>
                    <a:pt x="5356011" y="2049841"/>
                  </a:lnTo>
                  <a:lnTo>
                    <a:pt x="5411274" y="2015713"/>
                  </a:lnTo>
                  <a:lnTo>
                    <a:pt x="5463073" y="1977388"/>
                  </a:lnTo>
                  <a:lnTo>
                    <a:pt x="5512298" y="1934406"/>
                  </a:lnTo>
                  <a:lnTo>
                    <a:pt x="5559761" y="1886460"/>
                  </a:lnTo>
                  <a:lnTo>
                    <a:pt x="5567201" y="1878364"/>
                  </a:lnTo>
                  <a:lnTo>
                    <a:pt x="5605855" y="1833836"/>
                  </a:lnTo>
                  <a:lnTo>
                    <a:pt x="5644138" y="1785744"/>
                  </a:lnTo>
                  <a:lnTo>
                    <a:pt x="5682318" y="1734018"/>
                  </a:lnTo>
                  <a:lnTo>
                    <a:pt x="5720599" y="1678658"/>
                  </a:lnTo>
                  <a:lnTo>
                    <a:pt x="5759127" y="1619743"/>
                  </a:lnTo>
                  <a:lnTo>
                    <a:pt x="5797998" y="1557436"/>
                  </a:lnTo>
                  <a:lnTo>
                    <a:pt x="5837263" y="1491991"/>
                  </a:lnTo>
                  <a:lnTo>
                    <a:pt x="5876927" y="1423752"/>
                  </a:lnTo>
                  <a:lnTo>
                    <a:pt x="5916963" y="1353147"/>
                  </a:lnTo>
                  <a:lnTo>
                    <a:pt x="5957309" y="1280679"/>
                  </a:lnTo>
                  <a:lnTo>
                    <a:pt x="5997879" y="1206916"/>
                  </a:lnTo>
                  <a:lnTo>
                    <a:pt x="6038570" y="1132470"/>
                  </a:lnTo>
                  <a:lnTo>
                    <a:pt x="6079269" y="1057977"/>
                  </a:lnTo>
                  <a:lnTo>
                    <a:pt x="6119864" y="984075"/>
                  </a:lnTo>
                  <a:lnTo>
                    <a:pt x="6160248" y="911381"/>
                  </a:lnTo>
                  <a:lnTo>
                    <a:pt x="6200334" y="840470"/>
                  </a:lnTo>
                  <a:lnTo>
                    <a:pt x="6240056" y="771856"/>
                  </a:lnTo>
                  <a:lnTo>
                    <a:pt x="6279379" y="705980"/>
                  </a:lnTo>
                  <a:lnTo>
                    <a:pt x="6318306" y="643196"/>
                  </a:lnTo>
                  <a:lnTo>
                    <a:pt x="6356879" y="583772"/>
                  </a:lnTo>
                  <a:lnTo>
                    <a:pt x="6395188" y="527886"/>
                  </a:lnTo>
                  <a:lnTo>
                    <a:pt x="6433371" y="475627"/>
                  </a:lnTo>
                  <a:lnTo>
                    <a:pt x="6471624" y="427006"/>
                  </a:lnTo>
                  <a:lnTo>
                    <a:pt x="6510204" y="381964"/>
                  </a:lnTo>
                  <a:lnTo>
                    <a:pt x="6515891" y="375672"/>
                  </a:lnTo>
                  <a:lnTo>
                    <a:pt x="6563140" y="326927"/>
                  </a:lnTo>
                  <a:lnTo>
                    <a:pt x="6612033" y="283169"/>
                  </a:lnTo>
                  <a:lnTo>
                    <a:pt x="6663363" y="244131"/>
                  </a:lnTo>
                  <a:lnTo>
                    <a:pt x="6718014" y="209369"/>
                  </a:lnTo>
                  <a:lnTo>
                    <a:pt x="6776883" y="178385"/>
                  </a:lnTo>
                  <a:lnTo>
                    <a:pt x="6840798" y="150704"/>
                  </a:lnTo>
                  <a:lnTo>
                    <a:pt x="6910422" y="125912"/>
                  </a:lnTo>
                  <a:lnTo>
                    <a:pt x="6986105" y="103680"/>
                  </a:lnTo>
                  <a:lnTo>
                    <a:pt x="7067711" y="83772"/>
                  </a:lnTo>
                  <a:lnTo>
                    <a:pt x="7154406" y="66046"/>
                  </a:lnTo>
                  <a:lnTo>
                    <a:pt x="7244452" y="50453"/>
                  </a:lnTo>
                  <a:lnTo>
                    <a:pt x="7335093" y="37012"/>
                  </a:lnTo>
                  <a:lnTo>
                    <a:pt x="7422628" y="25773"/>
                  </a:lnTo>
                  <a:lnTo>
                    <a:pt x="7502781" y="16773"/>
                  </a:lnTo>
                  <a:lnTo>
                    <a:pt x="7571376" y="9978"/>
                  </a:lnTo>
                  <a:lnTo>
                    <a:pt x="7625194" y="5238"/>
                  </a:lnTo>
                  <a:lnTo>
                    <a:pt x="7662771" y="2279"/>
                  </a:lnTo>
                  <a:lnTo>
                    <a:pt x="7684842" y="717"/>
                  </a:lnTo>
                  <a:lnTo>
                    <a:pt x="7694365" y="109"/>
                  </a:lnTo>
                  <a:lnTo>
                    <a:pt x="7696232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1" name="pl781"/>
            <p:cNvSpPr/>
            <p:nvPr/>
          </p:nvSpPr>
          <p:spPr>
            <a:xfrm>
              <a:off x="546595" y="777679"/>
              <a:ext cx="8234974" cy="2254037"/>
            </a:xfrm>
            <a:custGeom>
              <a:avLst/>
              <a:pathLst>
                <a:path w="8234974" h="2254037">
                  <a:moveTo>
                    <a:pt x="8234974" y="0"/>
                  </a:moveTo>
                  <a:lnTo>
                    <a:pt x="7696237" y="0"/>
                  </a:lnTo>
                  <a:lnTo>
                    <a:pt x="7695024" y="69"/>
                  </a:lnTo>
                  <a:lnTo>
                    <a:pt x="7687092" y="568"/>
                  </a:lnTo>
                  <a:lnTo>
                    <a:pt x="7667271" y="1948"/>
                  </a:lnTo>
                  <a:lnTo>
                    <a:pt x="7632272" y="4657"/>
                  </a:lnTo>
                  <a:lnTo>
                    <a:pt x="7580995" y="9091"/>
                  </a:lnTo>
                  <a:lnTo>
                    <a:pt x="7514575" y="15546"/>
                  </a:lnTo>
                  <a:lnTo>
                    <a:pt x="7435996" y="24190"/>
                  </a:lnTo>
                  <a:lnTo>
                    <a:pt x="7349343" y="35074"/>
                  </a:lnTo>
                  <a:lnTo>
                    <a:pt x="7258929" y="48168"/>
                  </a:lnTo>
                  <a:lnTo>
                    <a:pt x="7168577" y="63421"/>
                  </a:lnTo>
                  <a:lnTo>
                    <a:pt x="7081207" y="80806"/>
                  </a:lnTo>
                  <a:lnTo>
                    <a:pt x="6998713" y="100360"/>
                  </a:lnTo>
                  <a:lnTo>
                    <a:pt x="6922062" y="122209"/>
                  </a:lnTo>
                  <a:lnTo>
                    <a:pt x="6851487" y="146573"/>
                  </a:lnTo>
                  <a:lnTo>
                    <a:pt x="6786701" y="173768"/>
                  </a:lnTo>
                  <a:lnTo>
                    <a:pt x="6727081" y="204196"/>
                  </a:lnTo>
                  <a:lnTo>
                    <a:pt x="6671818" y="238323"/>
                  </a:lnTo>
                  <a:lnTo>
                    <a:pt x="6620020" y="276648"/>
                  </a:lnTo>
                  <a:lnTo>
                    <a:pt x="6570795" y="319630"/>
                  </a:lnTo>
                  <a:lnTo>
                    <a:pt x="6523331" y="367576"/>
                  </a:lnTo>
                  <a:lnTo>
                    <a:pt x="6515891" y="375672"/>
                  </a:lnTo>
                  <a:lnTo>
                    <a:pt x="6477237" y="420200"/>
                  </a:lnTo>
                  <a:lnTo>
                    <a:pt x="6438954" y="468292"/>
                  </a:lnTo>
                  <a:lnTo>
                    <a:pt x="6400774" y="520018"/>
                  </a:lnTo>
                  <a:lnTo>
                    <a:pt x="6362493" y="575378"/>
                  </a:lnTo>
                  <a:lnTo>
                    <a:pt x="6323965" y="634294"/>
                  </a:lnTo>
                  <a:lnTo>
                    <a:pt x="6285094" y="696600"/>
                  </a:lnTo>
                  <a:lnTo>
                    <a:pt x="6245830" y="762045"/>
                  </a:lnTo>
                  <a:lnTo>
                    <a:pt x="6206165" y="830284"/>
                  </a:lnTo>
                  <a:lnTo>
                    <a:pt x="6166129" y="900889"/>
                  </a:lnTo>
                  <a:lnTo>
                    <a:pt x="6125783" y="973357"/>
                  </a:lnTo>
                  <a:lnTo>
                    <a:pt x="6085213" y="1047120"/>
                  </a:lnTo>
                  <a:lnTo>
                    <a:pt x="6044522" y="1121567"/>
                  </a:lnTo>
                  <a:lnTo>
                    <a:pt x="6003823" y="1196059"/>
                  </a:lnTo>
                  <a:lnTo>
                    <a:pt x="5963229" y="1269961"/>
                  </a:lnTo>
                  <a:lnTo>
                    <a:pt x="5922844" y="1342655"/>
                  </a:lnTo>
                  <a:lnTo>
                    <a:pt x="5882758" y="1413566"/>
                  </a:lnTo>
                  <a:lnTo>
                    <a:pt x="5843037" y="1482180"/>
                  </a:lnTo>
                  <a:lnTo>
                    <a:pt x="5803714" y="1548057"/>
                  </a:lnTo>
                  <a:lnTo>
                    <a:pt x="5764787" y="1610840"/>
                  </a:lnTo>
                  <a:lnTo>
                    <a:pt x="5726213" y="1670264"/>
                  </a:lnTo>
                  <a:lnTo>
                    <a:pt x="5687905" y="1726151"/>
                  </a:lnTo>
                  <a:lnTo>
                    <a:pt x="5649721" y="1778410"/>
                  </a:lnTo>
                  <a:lnTo>
                    <a:pt x="5611468" y="1827030"/>
                  </a:lnTo>
                  <a:lnTo>
                    <a:pt x="5572888" y="1872072"/>
                  </a:lnTo>
                  <a:lnTo>
                    <a:pt x="5567201" y="1878364"/>
                  </a:lnTo>
                  <a:lnTo>
                    <a:pt x="5519953" y="1927110"/>
                  </a:lnTo>
                  <a:lnTo>
                    <a:pt x="5471059" y="1970867"/>
                  </a:lnTo>
                  <a:lnTo>
                    <a:pt x="5419729" y="2009905"/>
                  </a:lnTo>
                  <a:lnTo>
                    <a:pt x="5365078" y="2044668"/>
                  </a:lnTo>
                  <a:lnTo>
                    <a:pt x="5306210" y="2075651"/>
                  </a:lnTo>
                  <a:lnTo>
                    <a:pt x="5242294" y="2103332"/>
                  </a:lnTo>
                  <a:lnTo>
                    <a:pt x="5172671" y="2128124"/>
                  </a:lnTo>
                  <a:lnTo>
                    <a:pt x="5096988" y="2150356"/>
                  </a:lnTo>
                  <a:lnTo>
                    <a:pt x="5015381" y="2170265"/>
                  </a:lnTo>
                  <a:lnTo>
                    <a:pt x="4928686" y="2187990"/>
                  </a:lnTo>
                  <a:lnTo>
                    <a:pt x="4838640" y="2203583"/>
                  </a:lnTo>
                  <a:lnTo>
                    <a:pt x="4748000" y="2217024"/>
                  </a:lnTo>
                  <a:lnTo>
                    <a:pt x="4660465" y="2228263"/>
                  </a:lnTo>
                  <a:lnTo>
                    <a:pt x="4580311" y="2237263"/>
                  </a:lnTo>
                  <a:lnTo>
                    <a:pt x="4511717" y="2244058"/>
                  </a:lnTo>
                  <a:lnTo>
                    <a:pt x="4457898" y="2248798"/>
                  </a:lnTo>
                  <a:lnTo>
                    <a:pt x="4420322" y="2251757"/>
                  </a:lnTo>
                  <a:lnTo>
                    <a:pt x="4398251" y="2253319"/>
                  </a:lnTo>
                  <a:lnTo>
                    <a:pt x="4388728" y="2253928"/>
                  </a:lnTo>
                  <a:lnTo>
                    <a:pt x="4386860" y="2254036"/>
                  </a:lnTo>
                  <a:lnTo>
                    <a:pt x="4386855" y="2254037"/>
                  </a:lnTo>
                  <a:lnTo>
                    <a:pt x="3848118" y="2254037"/>
                  </a:lnTo>
                  <a:lnTo>
                    <a:pt x="3846847" y="2253994"/>
                  </a:lnTo>
                  <a:lnTo>
                    <a:pt x="3838548" y="2253692"/>
                  </a:lnTo>
                  <a:lnTo>
                    <a:pt x="3817841" y="2252856"/>
                  </a:lnTo>
                  <a:lnTo>
                    <a:pt x="3781368" y="2251217"/>
                  </a:lnTo>
                  <a:lnTo>
                    <a:pt x="3728106" y="2248535"/>
                  </a:lnTo>
                  <a:lnTo>
                    <a:pt x="3659404" y="2244640"/>
                  </a:lnTo>
                  <a:lnTo>
                    <a:pt x="3578524" y="2239434"/>
                  </a:lnTo>
                  <a:lnTo>
                    <a:pt x="3489812" y="2232894"/>
                  </a:lnTo>
                  <a:lnTo>
                    <a:pt x="3397759" y="2225041"/>
                  </a:lnTo>
                  <a:lnTo>
                    <a:pt x="3306264" y="2215906"/>
                  </a:lnTo>
                  <a:lnTo>
                    <a:pt x="3218225" y="2205499"/>
                  </a:lnTo>
                  <a:lnTo>
                    <a:pt x="3135457" y="2193791"/>
                  </a:lnTo>
                  <a:lnTo>
                    <a:pt x="3058816" y="2180694"/>
                  </a:lnTo>
                  <a:lnTo>
                    <a:pt x="2988420" y="2166064"/>
                  </a:lnTo>
                  <a:lnTo>
                    <a:pt x="2923878" y="2149698"/>
                  </a:lnTo>
                  <a:lnTo>
                    <a:pt x="2864482" y="2131343"/>
                  </a:lnTo>
                  <a:lnTo>
                    <a:pt x="2809352" y="2110707"/>
                  </a:lnTo>
                  <a:lnTo>
                    <a:pt x="2757545" y="2087492"/>
                  </a:lnTo>
                  <a:lnTo>
                    <a:pt x="2708142" y="2061436"/>
                  </a:lnTo>
                  <a:lnTo>
                    <a:pt x="2667772" y="2037163"/>
                  </a:lnTo>
                  <a:lnTo>
                    <a:pt x="2622371" y="2006728"/>
                  </a:lnTo>
                  <a:lnTo>
                    <a:pt x="2577414" y="1973437"/>
                  </a:lnTo>
                  <a:lnTo>
                    <a:pt x="2532494" y="1937242"/>
                  </a:lnTo>
                  <a:lnTo>
                    <a:pt x="2487321" y="1898172"/>
                  </a:lnTo>
                  <a:lnTo>
                    <a:pt x="2441708" y="1856353"/>
                  </a:lnTo>
                  <a:lnTo>
                    <a:pt x="2395558" y="1812003"/>
                  </a:lnTo>
                  <a:lnTo>
                    <a:pt x="2348858" y="1765443"/>
                  </a:lnTo>
                  <a:lnTo>
                    <a:pt x="2301661" y="1717083"/>
                  </a:lnTo>
                  <a:lnTo>
                    <a:pt x="2254082" y="1667416"/>
                  </a:lnTo>
                  <a:lnTo>
                    <a:pt x="2206274" y="1616998"/>
                  </a:lnTo>
                  <a:lnTo>
                    <a:pt x="2158416" y="1566419"/>
                  </a:lnTo>
                  <a:lnTo>
                    <a:pt x="2110693" y="1516277"/>
                  </a:lnTo>
                  <a:lnTo>
                    <a:pt x="2063274" y="1467151"/>
                  </a:lnTo>
                  <a:lnTo>
                    <a:pt x="2016297" y="1419567"/>
                  </a:lnTo>
                  <a:lnTo>
                    <a:pt x="1969849" y="1373985"/>
                  </a:lnTo>
                  <a:lnTo>
                    <a:pt x="1923954" y="1330774"/>
                  </a:lnTo>
                  <a:lnTo>
                    <a:pt x="1878562" y="1290207"/>
                  </a:lnTo>
                  <a:lnTo>
                    <a:pt x="1833535" y="1252459"/>
                  </a:lnTo>
                  <a:lnTo>
                    <a:pt x="1788641" y="1217611"/>
                  </a:lnTo>
                  <a:lnTo>
                    <a:pt x="1743536" y="1185654"/>
                  </a:lnTo>
                  <a:lnTo>
                    <a:pt x="1719082" y="1169667"/>
                  </a:lnTo>
                  <a:lnTo>
                    <a:pt x="1671069" y="1141101"/>
                  </a:lnTo>
                  <a:lnTo>
                    <a:pt x="1621345" y="1115505"/>
                  </a:lnTo>
                  <a:lnTo>
                    <a:pt x="1569078" y="1092715"/>
                  </a:lnTo>
                  <a:lnTo>
                    <a:pt x="1513339" y="1072458"/>
                  </a:lnTo>
                  <a:lnTo>
                    <a:pt x="1453190" y="1054433"/>
                  </a:lnTo>
                  <a:lnTo>
                    <a:pt x="1387768" y="1038356"/>
                  </a:lnTo>
                  <a:lnTo>
                    <a:pt x="1316406" y="1023979"/>
                  </a:lnTo>
                  <a:lnTo>
                    <a:pt x="1238777" y="1011109"/>
                  </a:lnTo>
                  <a:lnTo>
                    <a:pt x="1155102" y="999609"/>
                  </a:lnTo>
                  <a:lnTo>
                    <a:pt x="1066372" y="989403"/>
                  </a:lnTo>
                  <a:lnTo>
                    <a:pt x="974570" y="980468"/>
                  </a:lnTo>
                  <a:lnTo>
                    <a:pt x="882762" y="972819"/>
                  </a:lnTo>
                  <a:lnTo>
                    <a:pt x="794977" y="966489"/>
                  </a:lnTo>
                  <a:lnTo>
                    <a:pt x="715740" y="961492"/>
                  </a:lnTo>
                  <a:lnTo>
                    <a:pt x="649290" y="957796"/>
                  </a:lnTo>
                  <a:lnTo>
                    <a:pt x="598637" y="955292"/>
                  </a:lnTo>
                  <a:lnTo>
                    <a:pt x="564773" y="953795"/>
                  </a:lnTo>
                  <a:lnTo>
                    <a:pt x="546295" y="953062"/>
                  </a:lnTo>
                  <a:lnTo>
                    <a:pt x="539505" y="952818"/>
                  </a:lnTo>
                  <a:lnTo>
                    <a:pt x="538736" y="952793"/>
                  </a:lnTo>
                  <a:lnTo>
                    <a:pt x="0" y="9527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2" name="pg782"/>
            <p:cNvSpPr/>
            <p:nvPr/>
          </p:nvSpPr>
          <p:spPr>
            <a:xfrm>
              <a:off x="546595" y="1485469"/>
              <a:ext cx="8234974" cy="1562581"/>
            </a:xfrm>
            <a:custGeom>
              <a:avLst/>
              <a:pathLst>
                <a:path w="8234974" h="1562581">
                  <a:moveTo>
                    <a:pt x="0" y="261337"/>
                  </a:moveTo>
                  <a:lnTo>
                    <a:pt x="538736" y="261337"/>
                  </a:lnTo>
                  <a:lnTo>
                    <a:pt x="540008" y="261379"/>
                  </a:lnTo>
                  <a:lnTo>
                    <a:pt x="548307" y="261682"/>
                  </a:lnTo>
                  <a:lnTo>
                    <a:pt x="569013" y="262517"/>
                  </a:lnTo>
                  <a:lnTo>
                    <a:pt x="605487" y="264157"/>
                  </a:lnTo>
                  <a:lnTo>
                    <a:pt x="658748" y="266838"/>
                  </a:lnTo>
                  <a:lnTo>
                    <a:pt x="727451" y="270734"/>
                  </a:lnTo>
                  <a:lnTo>
                    <a:pt x="808330" y="275940"/>
                  </a:lnTo>
                  <a:lnTo>
                    <a:pt x="897043" y="282479"/>
                  </a:lnTo>
                  <a:lnTo>
                    <a:pt x="989096" y="290333"/>
                  </a:lnTo>
                  <a:lnTo>
                    <a:pt x="1080591" y="299468"/>
                  </a:lnTo>
                  <a:lnTo>
                    <a:pt x="1168630" y="309874"/>
                  </a:lnTo>
                  <a:lnTo>
                    <a:pt x="1251398" y="321583"/>
                  </a:lnTo>
                  <a:lnTo>
                    <a:pt x="1328039" y="334679"/>
                  </a:lnTo>
                  <a:lnTo>
                    <a:pt x="1398435" y="349309"/>
                  </a:lnTo>
                  <a:lnTo>
                    <a:pt x="1462976" y="365675"/>
                  </a:lnTo>
                  <a:lnTo>
                    <a:pt x="1522372" y="384031"/>
                  </a:lnTo>
                  <a:lnTo>
                    <a:pt x="1577503" y="404667"/>
                  </a:lnTo>
                  <a:lnTo>
                    <a:pt x="1629310" y="427882"/>
                  </a:lnTo>
                  <a:lnTo>
                    <a:pt x="1678713" y="453938"/>
                  </a:lnTo>
                  <a:lnTo>
                    <a:pt x="1719082" y="478211"/>
                  </a:lnTo>
                  <a:lnTo>
                    <a:pt x="1764483" y="508646"/>
                  </a:lnTo>
                  <a:lnTo>
                    <a:pt x="1809440" y="541936"/>
                  </a:lnTo>
                  <a:lnTo>
                    <a:pt x="1854360" y="578132"/>
                  </a:lnTo>
                  <a:lnTo>
                    <a:pt x="1899534" y="617201"/>
                  </a:lnTo>
                  <a:lnTo>
                    <a:pt x="1945147" y="659021"/>
                  </a:lnTo>
                  <a:lnTo>
                    <a:pt x="1991296" y="703370"/>
                  </a:lnTo>
                  <a:lnTo>
                    <a:pt x="2037997" y="749931"/>
                  </a:lnTo>
                  <a:lnTo>
                    <a:pt x="2085193" y="798291"/>
                  </a:lnTo>
                  <a:lnTo>
                    <a:pt x="2132773" y="847957"/>
                  </a:lnTo>
                  <a:lnTo>
                    <a:pt x="2180580" y="898375"/>
                  </a:lnTo>
                  <a:lnTo>
                    <a:pt x="2228438" y="948955"/>
                  </a:lnTo>
                  <a:lnTo>
                    <a:pt x="2276161" y="999096"/>
                  </a:lnTo>
                  <a:lnTo>
                    <a:pt x="2323580" y="1048223"/>
                  </a:lnTo>
                  <a:lnTo>
                    <a:pt x="2370558" y="1095806"/>
                  </a:lnTo>
                  <a:lnTo>
                    <a:pt x="2417006" y="1141389"/>
                  </a:lnTo>
                  <a:lnTo>
                    <a:pt x="2462901" y="1184600"/>
                  </a:lnTo>
                  <a:lnTo>
                    <a:pt x="2508293" y="1225167"/>
                  </a:lnTo>
                  <a:lnTo>
                    <a:pt x="2553319" y="1262914"/>
                  </a:lnTo>
                  <a:lnTo>
                    <a:pt x="2598214" y="1297763"/>
                  </a:lnTo>
                  <a:lnTo>
                    <a:pt x="2643318" y="1329720"/>
                  </a:lnTo>
                  <a:lnTo>
                    <a:pt x="2667772" y="1345707"/>
                  </a:lnTo>
                  <a:lnTo>
                    <a:pt x="2715786" y="1374273"/>
                  </a:lnTo>
                  <a:lnTo>
                    <a:pt x="2765509" y="1399868"/>
                  </a:lnTo>
                  <a:lnTo>
                    <a:pt x="2817776" y="1422659"/>
                  </a:lnTo>
                  <a:lnTo>
                    <a:pt x="2873515" y="1442916"/>
                  </a:lnTo>
                  <a:lnTo>
                    <a:pt x="2933665" y="1460941"/>
                  </a:lnTo>
                  <a:lnTo>
                    <a:pt x="2999086" y="1477018"/>
                  </a:lnTo>
                  <a:lnTo>
                    <a:pt x="3070449" y="1491395"/>
                  </a:lnTo>
                  <a:lnTo>
                    <a:pt x="3148077" y="1504265"/>
                  </a:lnTo>
                  <a:lnTo>
                    <a:pt x="3231753" y="1515765"/>
                  </a:lnTo>
                  <a:lnTo>
                    <a:pt x="3320482" y="1525970"/>
                  </a:lnTo>
                  <a:lnTo>
                    <a:pt x="3412285" y="1534906"/>
                  </a:lnTo>
                  <a:lnTo>
                    <a:pt x="3504093" y="1542555"/>
                  </a:lnTo>
                  <a:lnTo>
                    <a:pt x="3591878" y="1548885"/>
                  </a:lnTo>
                  <a:lnTo>
                    <a:pt x="3671114" y="1553882"/>
                  </a:lnTo>
                  <a:lnTo>
                    <a:pt x="3737564" y="1557578"/>
                  </a:lnTo>
                  <a:lnTo>
                    <a:pt x="3788218" y="1560082"/>
                  </a:lnTo>
                  <a:lnTo>
                    <a:pt x="3822082" y="1561579"/>
                  </a:lnTo>
                  <a:lnTo>
                    <a:pt x="3840559" y="1562312"/>
                  </a:lnTo>
                  <a:lnTo>
                    <a:pt x="3847350" y="1562556"/>
                  </a:lnTo>
                  <a:lnTo>
                    <a:pt x="3848118" y="1562581"/>
                  </a:lnTo>
                  <a:lnTo>
                    <a:pt x="4386855" y="1562581"/>
                  </a:lnTo>
                  <a:lnTo>
                    <a:pt x="4388114" y="1562531"/>
                  </a:lnTo>
                  <a:lnTo>
                    <a:pt x="4396330" y="1562173"/>
                  </a:lnTo>
                  <a:lnTo>
                    <a:pt x="4416837" y="1561183"/>
                  </a:lnTo>
                  <a:lnTo>
                    <a:pt x="4452980" y="1559242"/>
                  </a:lnTo>
                  <a:lnTo>
                    <a:pt x="4505797" y="1556066"/>
                  </a:lnTo>
                  <a:lnTo>
                    <a:pt x="4573990" y="1551450"/>
                  </a:lnTo>
                  <a:lnTo>
                    <a:pt x="4654358" y="1545278"/>
                  </a:lnTo>
                  <a:lnTo>
                    <a:pt x="4742615" y="1537521"/>
                  </a:lnTo>
                  <a:lnTo>
                    <a:pt x="4834309" y="1528202"/>
                  </a:lnTo>
                  <a:lnTo>
                    <a:pt x="4925556" y="1517359"/>
                  </a:lnTo>
                  <a:lnTo>
                    <a:pt x="5013452" y="1505006"/>
                  </a:lnTo>
                  <a:lnTo>
                    <a:pt x="5096164" y="1491108"/>
                  </a:lnTo>
                  <a:lnTo>
                    <a:pt x="5172812" y="1475566"/>
                  </a:lnTo>
                  <a:lnTo>
                    <a:pt x="5243249" y="1458212"/>
                  </a:lnTo>
                  <a:lnTo>
                    <a:pt x="5307846" y="1438807"/>
                  </a:lnTo>
                  <a:lnTo>
                    <a:pt x="5367290" y="1417056"/>
                  </a:lnTo>
                  <a:lnTo>
                    <a:pt x="5422447" y="1392615"/>
                  </a:lnTo>
                  <a:lnTo>
                    <a:pt x="5474248" y="1365130"/>
                  </a:lnTo>
                  <a:lnTo>
                    <a:pt x="5523607" y="1334285"/>
                  </a:lnTo>
                  <a:lnTo>
                    <a:pt x="5567201" y="1303058"/>
                  </a:lnTo>
                  <a:lnTo>
                    <a:pt x="5610622" y="1268308"/>
                  </a:lnTo>
                  <a:lnTo>
                    <a:pt x="5653618" y="1230438"/>
                  </a:lnTo>
                  <a:lnTo>
                    <a:pt x="5696554" y="1189390"/>
                  </a:lnTo>
                  <a:lnTo>
                    <a:pt x="5739692" y="1145189"/>
                  </a:lnTo>
                  <a:lnTo>
                    <a:pt x="5783209" y="1097947"/>
                  </a:lnTo>
                  <a:lnTo>
                    <a:pt x="5827205" y="1047875"/>
                  </a:lnTo>
                  <a:lnTo>
                    <a:pt x="5871707" y="995280"/>
                  </a:lnTo>
                  <a:lnTo>
                    <a:pt x="5916685" y="940569"/>
                  </a:lnTo>
                  <a:lnTo>
                    <a:pt x="5962055" y="884229"/>
                  </a:lnTo>
                  <a:lnTo>
                    <a:pt x="6007694" y="826821"/>
                  </a:lnTo>
                  <a:lnTo>
                    <a:pt x="6053451" y="768950"/>
                  </a:lnTo>
                  <a:lnTo>
                    <a:pt x="6099166" y="711242"/>
                  </a:lnTo>
                  <a:lnTo>
                    <a:pt x="6144682" y="654316"/>
                  </a:lnTo>
                  <a:lnTo>
                    <a:pt x="6189861" y="598758"/>
                  </a:lnTo>
                  <a:lnTo>
                    <a:pt x="6234599" y="545091"/>
                  </a:lnTo>
                  <a:lnTo>
                    <a:pt x="6278839" y="493765"/>
                  </a:lnTo>
                  <a:lnTo>
                    <a:pt x="6322577" y="445132"/>
                  </a:lnTo>
                  <a:lnTo>
                    <a:pt x="6365880" y="399452"/>
                  </a:lnTo>
                  <a:lnTo>
                    <a:pt x="6408886" y="356883"/>
                  </a:lnTo>
                  <a:lnTo>
                    <a:pt x="6451814" y="317491"/>
                  </a:lnTo>
                  <a:lnTo>
                    <a:pt x="6494979" y="281256"/>
                  </a:lnTo>
                  <a:lnTo>
                    <a:pt x="6515891" y="264967"/>
                  </a:lnTo>
                  <a:lnTo>
                    <a:pt x="6563734" y="230897"/>
                  </a:lnTo>
                  <a:lnTo>
                    <a:pt x="6613273" y="200356"/>
                  </a:lnTo>
                  <a:lnTo>
                    <a:pt x="6665331" y="173151"/>
                  </a:lnTo>
                  <a:lnTo>
                    <a:pt x="6720826" y="148961"/>
                  </a:lnTo>
                  <a:lnTo>
                    <a:pt x="6780689" y="127428"/>
                  </a:lnTo>
                  <a:lnTo>
                    <a:pt x="6845774" y="108214"/>
                  </a:lnTo>
                  <a:lnTo>
                    <a:pt x="6916747" y="91027"/>
                  </a:lnTo>
                  <a:lnTo>
                    <a:pt x="6993940" y="75635"/>
                  </a:lnTo>
                  <a:lnTo>
                    <a:pt x="7077155" y="61876"/>
                  </a:lnTo>
                  <a:lnTo>
                    <a:pt x="7165433" y="49655"/>
                  </a:lnTo>
                  <a:lnTo>
                    <a:pt x="7256850" y="38944"/>
                  </a:lnTo>
                  <a:lnTo>
                    <a:pt x="7348410" y="29761"/>
                  </a:lnTo>
                  <a:lnTo>
                    <a:pt x="7436158" y="22142"/>
                  </a:lnTo>
                  <a:lnTo>
                    <a:pt x="7515622" y="16110"/>
                  </a:lnTo>
                  <a:lnTo>
                    <a:pt x="7582572" y="11625"/>
                  </a:lnTo>
                  <a:lnTo>
                    <a:pt x="7633948" y="8567"/>
                  </a:lnTo>
                  <a:lnTo>
                    <a:pt x="7668644" y="6721"/>
                  </a:lnTo>
                  <a:lnTo>
                    <a:pt x="7687909" y="5800"/>
                  </a:lnTo>
                  <a:lnTo>
                    <a:pt x="7695277" y="548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9" y="50"/>
                  </a:lnTo>
                  <a:lnTo>
                    <a:pt x="7686763" y="407"/>
                  </a:lnTo>
                  <a:lnTo>
                    <a:pt x="7666255" y="1397"/>
                  </a:lnTo>
                  <a:lnTo>
                    <a:pt x="7630113" y="3339"/>
                  </a:lnTo>
                  <a:lnTo>
                    <a:pt x="7577296" y="6514"/>
                  </a:lnTo>
                  <a:lnTo>
                    <a:pt x="7509103" y="11131"/>
                  </a:lnTo>
                  <a:lnTo>
                    <a:pt x="7428735" y="17302"/>
                  </a:lnTo>
                  <a:lnTo>
                    <a:pt x="7340477" y="25059"/>
                  </a:lnTo>
                  <a:lnTo>
                    <a:pt x="7248784" y="34378"/>
                  </a:lnTo>
                  <a:lnTo>
                    <a:pt x="7157537" y="45221"/>
                  </a:lnTo>
                  <a:lnTo>
                    <a:pt x="7069640" y="57575"/>
                  </a:lnTo>
                  <a:lnTo>
                    <a:pt x="6986928" y="71473"/>
                  </a:lnTo>
                  <a:lnTo>
                    <a:pt x="6910281" y="87014"/>
                  </a:lnTo>
                  <a:lnTo>
                    <a:pt x="6839843" y="104369"/>
                  </a:lnTo>
                  <a:lnTo>
                    <a:pt x="6775247" y="123773"/>
                  </a:lnTo>
                  <a:lnTo>
                    <a:pt x="6715802" y="145524"/>
                  </a:lnTo>
                  <a:lnTo>
                    <a:pt x="6660645" y="169965"/>
                  </a:lnTo>
                  <a:lnTo>
                    <a:pt x="6608844" y="197451"/>
                  </a:lnTo>
                  <a:lnTo>
                    <a:pt x="6559485" y="228295"/>
                  </a:lnTo>
                  <a:lnTo>
                    <a:pt x="6515891" y="259522"/>
                  </a:lnTo>
                  <a:lnTo>
                    <a:pt x="6472471" y="294272"/>
                  </a:lnTo>
                  <a:lnTo>
                    <a:pt x="6429474" y="332142"/>
                  </a:lnTo>
                  <a:lnTo>
                    <a:pt x="6386539" y="373190"/>
                  </a:lnTo>
                  <a:lnTo>
                    <a:pt x="6343401" y="417391"/>
                  </a:lnTo>
                  <a:lnTo>
                    <a:pt x="6299883" y="464633"/>
                  </a:lnTo>
                  <a:lnTo>
                    <a:pt x="6255888" y="514706"/>
                  </a:lnTo>
                  <a:lnTo>
                    <a:pt x="6211385" y="567300"/>
                  </a:lnTo>
                  <a:lnTo>
                    <a:pt x="6166407" y="622012"/>
                  </a:lnTo>
                  <a:lnTo>
                    <a:pt x="6121037" y="678351"/>
                  </a:lnTo>
                  <a:lnTo>
                    <a:pt x="6075399" y="735759"/>
                  </a:lnTo>
                  <a:lnTo>
                    <a:pt x="6029642" y="793631"/>
                  </a:lnTo>
                  <a:lnTo>
                    <a:pt x="5983926" y="851339"/>
                  </a:lnTo>
                  <a:lnTo>
                    <a:pt x="5938410" y="908264"/>
                  </a:lnTo>
                  <a:lnTo>
                    <a:pt x="5893231" y="963823"/>
                  </a:lnTo>
                  <a:lnTo>
                    <a:pt x="5848493" y="1017489"/>
                  </a:lnTo>
                  <a:lnTo>
                    <a:pt x="5804254" y="1068816"/>
                  </a:lnTo>
                  <a:lnTo>
                    <a:pt x="5760515" y="1117448"/>
                  </a:lnTo>
                  <a:lnTo>
                    <a:pt x="5717212" y="1163128"/>
                  </a:lnTo>
                  <a:lnTo>
                    <a:pt x="5674207" y="1205697"/>
                  </a:lnTo>
                  <a:lnTo>
                    <a:pt x="5631278" y="1245089"/>
                  </a:lnTo>
                  <a:lnTo>
                    <a:pt x="5588113" y="1281325"/>
                  </a:lnTo>
                  <a:lnTo>
                    <a:pt x="5567201" y="1297613"/>
                  </a:lnTo>
                  <a:lnTo>
                    <a:pt x="5519358" y="1331684"/>
                  </a:lnTo>
                  <a:lnTo>
                    <a:pt x="5469820" y="1362224"/>
                  </a:lnTo>
                  <a:lnTo>
                    <a:pt x="5417762" y="1389429"/>
                  </a:lnTo>
                  <a:lnTo>
                    <a:pt x="5362266" y="1413620"/>
                  </a:lnTo>
                  <a:lnTo>
                    <a:pt x="5302403" y="1435152"/>
                  </a:lnTo>
                  <a:lnTo>
                    <a:pt x="5237319" y="1454366"/>
                  </a:lnTo>
                  <a:lnTo>
                    <a:pt x="5166346" y="1471553"/>
                  </a:lnTo>
                  <a:lnTo>
                    <a:pt x="5089152" y="1486945"/>
                  </a:lnTo>
                  <a:lnTo>
                    <a:pt x="5005938" y="1500704"/>
                  </a:lnTo>
                  <a:lnTo>
                    <a:pt x="4917660" y="1512925"/>
                  </a:lnTo>
                  <a:lnTo>
                    <a:pt x="4826242" y="1523636"/>
                  </a:lnTo>
                  <a:lnTo>
                    <a:pt x="4734682" y="1532819"/>
                  </a:lnTo>
                  <a:lnTo>
                    <a:pt x="4646935" y="1540438"/>
                  </a:lnTo>
                  <a:lnTo>
                    <a:pt x="4567471" y="1546471"/>
                  </a:lnTo>
                  <a:lnTo>
                    <a:pt x="4500520" y="1550955"/>
                  </a:lnTo>
                  <a:lnTo>
                    <a:pt x="4449145" y="1554013"/>
                  </a:lnTo>
                  <a:lnTo>
                    <a:pt x="4414449" y="1555859"/>
                  </a:lnTo>
                  <a:lnTo>
                    <a:pt x="4395183" y="1556780"/>
                  </a:lnTo>
                  <a:lnTo>
                    <a:pt x="4387816" y="1557098"/>
                  </a:lnTo>
                  <a:lnTo>
                    <a:pt x="4386855" y="1557136"/>
                  </a:lnTo>
                  <a:lnTo>
                    <a:pt x="3848118" y="1557136"/>
                  </a:lnTo>
                  <a:lnTo>
                    <a:pt x="3846847" y="1557094"/>
                  </a:lnTo>
                  <a:lnTo>
                    <a:pt x="3838548" y="1556792"/>
                  </a:lnTo>
                  <a:lnTo>
                    <a:pt x="3817841" y="1555956"/>
                  </a:lnTo>
                  <a:lnTo>
                    <a:pt x="3781368" y="1554316"/>
                  </a:lnTo>
                  <a:lnTo>
                    <a:pt x="3728106" y="1551635"/>
                  </a:lnTo>
                  <a:lnTo>
                    <a:pt x="3659404" y="1547739"/>
                  </a:lnTo>
                  <a:lnTo>
                    <a:pt x="3578524" y="1542534"/>
                  </a:lnTo>
                  <a:lnTo>
                    <a:pt x="3489812" y="1535994"/>
                  </a:lnTo>
                  <a:lnTo>
                    <a:pt x="3397759" y="1528141"/>
                  </a:lnTo>
                  <a:lnTo>
                    <a:pt x="3306264" y="1519005"/>
                  </a:lnTo>
                  <a:lnTo>
                    <a:pt x="3218225" y="1508599"/>
                  </a:lnTo>
                  <a:lnTo>
                    <a:pt x="3135457" y="1496891"/>
                  </a:lnTo>
                  <a:lnTo>
                    <a:pt x="3058816" y="1483794"/>
                  </a:lnTo>
                  <a:lnTo>
                    <a:pt x="2988420" y="1469164"/>
                  </a:lnTo>
                  <a:lnTo>
                    <a:pt x="2923878" y="1452798"/>
                  </a:lnTo>
                  <a:lnTo>
                    <a:pt x="2864482" y="1434442"/>
                  </a:lnTo>
                  <a:lnTo>
                    <a:pt x="2809352" y="1413806"/>
                  </a:lnTo>
                  <a:lnTo>
                    <a:pt x="2757545" y="1390591"/>
                  </a:lnTo>
                  <a:lnTo>
                    <a:pt x="2708142" y="1364535"/>
                  </a:lnTo>
                  <a:lnTo>
                    <a:pt x="2667772" y="1340262"/>
                  </a:lnTo>
                  <a:lnTo>
                    <a:pt x="2622371" y="1309828"/>
                  </a:lnTo>
                  <a:lnTo>
                    <a:pt x="2577414" y="1276537"/>
                  </a:lnTo>
                  <a:lnTo>
                    <a:pt x="2532494" y="1240341"/>
                  </a:lnTo>
                  <a:lnTo>
                    <a:pt x="2487321" y="1201272"/>
                  </a:lnTo>
                  <a:lnTo>
                    <a:pt x="2441708" y="1159453"/>
                  </a:lnTo>
                  <a:lnTo>
                    <a:pt x="2395558" y="1115103"/>
                  </a:lnTo>
                  <a:lnTo>
                    <a:pt x="2348858" y="1068542"/>
                  </a:lnTo>
                  <a:lnTo>
                    <a:pt x="2301661" y="1020182"/>
                  </a:lnTo>
                  <a:lnTo>
                    <a:pt x="2254082" y="970516"/>
                  </a:lnTo>
                  <a:lnTo>
                    <a:pt x="2206274" y="920098"/>
                  </a:lnTo>
                  <a:lnTo>
                    <a:pt x="2158416" y="869519"/>
                  </a:lnTo>
                  <a:lnTo>
                    <a:pt x="2110693" y="819377"/>
                  </a:lnTo>
                  <a:lnTo>
                    <a:pt x="2063274" y="770250"/>
                  </a:lnTo>
                  <a:lnTo>
                    <a:pt x="2016297" y="722667"/>
                  </a:lnTo>
                  <a:lnTo>
                    <a:pt x="1969849" y="677085"/>
                  </a:lnTo>
                  <a:lnTo>
                    <a:pt x="1923954" y="633874"/>
                  </a:lnTo>
                  <a:lnTo>
                    <a:pt x="1878562" y="593307"/>
                  </a:lnTo>
                  <a:lnTo>
                    <a:pt x="1833535" y="555559"/>
                  </a:lnTo>
                  <a:lnTo>
                    <a:pt x="1788641" y="520710"/>
                  </a:lnTo>
                  <a:lnTo>
                    <a:pt x="1743536" y="488753"/>
                  </a:lnTo>
                  <a:lnTo>
                    <a:pt x="1719082" y="472767"/>
                  </a:lnTo>
                  <a:lnTo>
                    <a:pt x="1671069" y="444201"/>
                  </a:lnTo>
                  <a:lnTo>
                    <a:pt x="1621345" y="418605"/>
                  </a:lnTo>
                  <a:lnTo>
                    <a:pt x="1569078" y="395814"/>
                  </a:lnTo>
                  <a:lnTo>
                    <a:pt x="1513339" y="375557"/>
                  </a:lnTo>
                  <a:lnTo>
                    <a:pt x="1453190" y="357533"/>
                  </a:lnTo>
                  <a:lnTo>
                    <a:pt x="1387768" y="341455"/>
                  </a:lnTo>
                  <a:lnTo>
                    <a:pt x="1316406" y="327078"/>
                  </a:lnTo>
                  <a:lnTo>
                    <a:pt x="1238777" y="314208"/>
                  </a:lnTo>
                  <a:lnTo>
                    <a:pt x="1155102" y="302709"/>
                  </a:lnTo>
                  <a:lnTo>
                    <a:pt x="1066372" y="292503"/>
                  </a:lnTo>
                  <a:lnTo>
                    <a:pt x="974570" y="283568"/>
                  </a:lnTo>
                  <a:lnTo>
                    <a:pt x="882762" y="275919"/>
                  </a:lnTo>
                  <a:lnTo>
                    <a:pt x="794977" y="269588"/>
                  </a:lnTo>
                  <a:lnTo>
                    <a:pt x="715740" y="264592"/>
                  </a:lnTo>
                  <a:lnTo>
                    <a:pt x="649290" y="260895"/>
                  </a:lnTo>
                  <a:lnTo>
                    <a:pt x="598637" y="258391"/>
                  </a:lnTo>
                  <a:lnTo>
                    <a:pt x="564773" y="256895"/>
                  </a:lnTo>
                  <a:lnTo>
                    <a:pt x="546295" y="256161"/>
                  </a:lnTo>
                  <a:lnTo>
                    <a:pt x="539505" y="255918"/>
                  </a:lnTo>
                  <a:lnTo>
                    <a:pt x="538736" y="255893"/>
                  </a:lnTo>
                  <a:lnTo>
                    <a:pt x="0" y="255893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83" name="pl783"/>
            <p:cNvSpPr/>
            <p:nvPr/>
          </p:nvSpPr>
          <p:spPr>
            <a:xfrm>
              <a:off x="546595" y="1490913"/>
              <a:ext cx="8234974" cy="1557136"/>
            </a:xfrm>
            <a:custGeom>
              <a:avLst/>
              <a:pathLst>
                <a:path w="8234974" h="1557136">
                  <a:moveTo>
                    <a:pt x="0" y="255893"/>
                  </a:moveTo>
                  <a:lnTo>
                    <a:pt x="538736" y="255893"/>
                  </a:lnTo>
                  <a:lnTo>
                    <a:pt x="540008" y="255935"/>
                  </a:lnTo>
                  <a:lnTo>
                    <a:pt x="548307" y="256237"/>
                  </a:lnTo>
                  <a:lnTo>
                    <a:pt x="569013" y="257073"/>
                  </a:lnTo>
                  <a:lnTo>
                    <a:pt x="605487" y="258713"/>
                  </a:lnTo>
                  <a:lnTo>
                    <a:pt x="658748" y="261394"/>
                  </a:lnTo>
                  <a:lnTo>
                    <a:pt x="727451" y="265290"/>
                  </a:lnTo>
                  <a:lnTo>
                    <a:pt x="808330" y="270495"/>
                  </a:lnTo>
                  <a:lnTo>
                    <a:pt x="897043" y="277035"/>
                  </a:lnTo>
                  <a:lnTo>
                    <a:pt x="989096" y="284888"/>
                  </a:lnTo>
                  <a:lnTo>
                    <a:pt x="1080591" y="294024"/>
                  </a:lnTo>
                  <a:lnTo>
                    <a:pt x="1168630" y="304430"/>
                  </a:lnTo>
                  <a:lnTo>
                    <a:pt x="1251398" y="316138"/>
                  </a:lnTo>
                  <a:lnTo>
                    <a:pt x="1328039" y="329235"/>
                  </a:lnTo>
                  <a:lnTo>
                    <a:pt x="1398435" y="343865"/>
                  </a:lnTo>
                  <a:lnTo>
                    <a:pt x="1462976" y="360231"/>
                  </a:lnTo>
                  <a:lnTo>
                    <a:pt x="1522372" y="378587"/>
                  </a:lnTo>
                  <a:lnTo>
                    <a:pt x="1577503" y="399222"/>
                  </a:lnTo>
                  <a:lnTo>
                    <a:pt x="1629310" y="422438"/>
                  </a:lnTo>
                  <a:lnTo>
                    <a:pt x="1678713" y="448494"/>
                  </a:lnTo>
                  <a:lnTo>
                    <a:pt x="1719082" y="472767"/>
                  </a:lnTo>
                  <a:lnTo>
                    <a:pt x="1764483" y="503201"/>
                  </a:lnTo>
                  <a:lnTo>
                    <a:pt x="1809440" y="536492"/>
                  </a:lnTo>
                  <a:lnTo>
                    <a:pt x="1854360" y="572688"/>
                  </a:lnTo>
                  <a:lnTo>
                    <a:pt x="1899534" y="611757"/>
                  </a:lnTo>
                  <a:lnTo>
                    <a:pt x="1945147" y="653576"/>
                  </a:lnTo>
                  <a:lnTo>
                    <a:pt x="1991296" y="697926"/>
                  </a:lnTo>
                  <a:lnTo>
                    <a:pt x="2037997" y="744487"/>
                  </a:lnTo>
                  <a:lnTo>
                    <a:pt x="2085193" y="792847"/>
                  </a:lnTo>
                  <a:lnTo>
                    <a:pt x="2132773" y="842513"/>
                  </a:lnTo>
                  <a:lnTo>
                    <a:pt x="2180580" y="892931"/>
                  </a:lnTo>
                  <a:lnTo>
                    <a:pt x="2228438" y="943510"/>
                  </a:lnTo>
                  <a:lnTo>
                    <a:pt x="2276161" y="993652"/>
                  </a:lnTo>
                  <a:lnTo>
                    <a:pt x="2323580" y="1042779"/>
                  </a:lnTo>
                  <a:lnTo>
                    <a:pt x="2370558" y="1090362"/>
                  </a:lnTo>
                  <a:lnTo>
                    <a:pt x="2417006" y="1135944"/>
                  </a:lnTo>
                  <a:lnTo>
                    <a:pt x="2462901" y="1179155"/>
                  </a:lnTo>
                  <a:lnTo>
                    <a:pt x="2508293" y="1219722"/>
                  </a:lnTo>
                  <a:lnTo>
                    <a:pt x="2553319" y="1257470"/>
                  </a:lnTo>
                  <a:lnTo>
                    <a:pt x="2598214" y="1292319"/>
                  </a:lnTo>
                  <a:lnTo>
                    <a:pt x="2643318" y="1324276"/>
                  </a:lnTo>
                  <a:lnTo>
                    <a:pt x="2667772" y="1340262"/>
                  </a:lnTo>
                  <a:lnTo>
                    <a:pt x="2715786" y="1368828"/>
                  </a:lnTo>
                  <a:lnTo>
                    <a:pt x="2765509" y="1394424"/>
                  </a:lnTo>
                  <a:lnTo>
                    <a:pt x="2817776" y="1417215"/>
                  </a:lnTo>
                  <a:lnTo>
                    <a:pt x="2873515" y="1437472"/>
                  </a:lnTo>
                  <a:lnTo>
                    <a:pt x="2933665" y="1455496"/>
                  </a:lnTo>
                  <a:lnTo>
                    <a:pt x="2999086" y="1471574"/>
                  </a:lnTo>
                  <a:lnTo>
                    <a:pt x="3070449" y="1485950"/>
                  </a:lnTo>
                  <a:lnTo>
                    <a:pt x="3148077" y="1498821"/>
                  </a:lnTo>
                  <a:lnTo>
                    <a:pt x="3231753" y="1510320"/>
                  </a:lnTo>
                  <a:lnTo>
                    <a:pt x="3320482" y="1520526"/>
                  </a:lnTo>
                  <a:lnTo>
                    <a:pt x="3412285" y="1529461"/>
                  </a:lnTo>
                  <a:lnTo>
                    <a:pt x="3504093" y="1537110"/>
                  </a:lnTo>
                  <a:lnTo>
                    <a:pt x="3591878" y="1543441"/>
                  </a:lnTo>
                  <a:lnTo>
                    <a:pt x="3671114" y="1548437"/>
                  </a:lnTo>
                  <a:lnTo>
                    <a:pt x="3737564" y="1552134"/>
                  </a:lnTo>
                  <a:lnTo>
                    <a:pt x="3788218" y="1554638"/>
                  </a:lnTo>
                  <a:lnTo>
                    <a:pt x="3822082" y="1556134"/>
                  </a:lnTo>
                  <a:lnTo>
                    <a:pt x="3840559" y="1556868"/>
                  </a:lnTo>
                  <a:lnTo>
                    <a:pt x="3847350" y="1557111"/>
                  </a:lnTo>
                  <a:lnTo>
                    <a:pt x="3848118" y="1557136"/>
                  </a:lnTo>
                  <a:lnTo>
                    <a:pt x="4386855" y="1557136"/>
                  </a:lnTo>
                  <a:lnTo>
                    <a:pt x="4388114" y="1557086"/>
                  </a:lnTo>
                  <a:lnTo>
                    <a:pt x="4396330" y="1556728"/>
                  </a:lnTo>
                  <a:lnTo>
                    <a:pt x="4416837" y="1555739"/>
                  </a:lnTo>
                  <a:lnTo>
                    <a:pt x="4452980" y="1553797"/>
                  </a:lnTo>
                  <a:lnTo>
                    <a:pt x="4505797" y="1550621"/>
                  </a:lnTo>
                  <a:lnTo>
                    <a:pt x="4573990" y="1546005"/>
                  </a:lnTo>
                  <a:lnTo>
                    <a:pt x="4654358" y="1539834"/>
                  </a:lnTo>
                  <a:lnTo>
                    <a:pt x="4742615" y="1532077"/>
                  </a:lnTo>
                  <a:lnTo>
                    <a:pt x="4834309" y="1522758"/>
                  </a:lnTo>
                  <a:lnTo>
                    <a:pt x="4925556" y="1511915"/>
                  </a:lnTo>
                  <a:lnTo>
                    <a:pt x="5013452" y="1499561"/>
                  </a:lnTo>
                  <a:lnTo>
                    <a:pt x="5096164" y="1485663"/>
                  </a:lnTo>
                  <a:lnTo>
                    <a:pt x="5172812" y="1470122"/>
                  </a:lnTo>
                  <a:lnTo>
                    <a:pt x="5243249" y="1452767"/>
                  </a:lnTo>
                  <a:lnTo>
                    <a:pt x="5307846" y="1433363"/>
                  </a:lnTo>
                  <a:lnTo>
                    <a:pt x="5367290" y="1411611"/>
                  </a:lnTo>
                  <a:lnTo>
                    <a:pt x="5422447" y="1387171"/>
                  </a:lnTo>
                  <a:lnTo>
                    <a:pt x="5474248" y="1359685"/>
                  </a:lnTo>
                  <a:lnTo>
                    <a:pt x="5523607" y="1328841"/>
                  </a:lnTo>
                  <a:lnTo>
                    <a:pt x="5567201" y="1297613"/>
                  </a:lnTo>
                  <a:lnTo>
                    <a:pt x="5610622" y="1262864"/>
                  </a:lnTo>
                  <a:lnTo>
                    <a:pt x="5653618" y="1224993"/>
                  </a:lnTo>
                  <a:lnTo>
                    <a:pt x="5696554" y="1183946"/>
                  </a:lnTo>
                  <a:lnTo>
                    <a:pt x="5739692" y="1139744"/>
                  </a:lnTo>
                  <a:lnTo>
                    <a:pt x="5783209" y="1092502"/>
                  </a:lnTo>
                  <a:lnTo>
                    <a:pt x="5827205" y="1042430"/>
                  </a:lnTo>
                  <a:lnTo>
                    <a:pt x="5871707" y="989836"/>
                  </a:lnTo>
                  <a:lnTo>
                    <a:pt x="5916685" y="935124"/>
                  </a:lnTo>
                  <a:lnTo>
                    <a:pt x="5962055" y="878785"/>
                  </a:lnTo>
                  <a:lnTo>
                    <a:pt x="6007694" y="821376"/>
                  </a:lnTo>
                  <a:lnTo>
                    <a:pt x="6053451" y="763505"/>
                  </a:lnTo>
                  <a:lnTo>
                    <a:pt x="6099166" y="705797"/>
                  </a:lnTo>
                  <a:lnTo>
                    <a:pt x="6144682" y="648872"/>
                  </a:lnTo>
                  <a:lnTo>
                    <a:pt x="6189861" y="593313"/>
                  </a:lnTo>
                  <a:lnTo>
                    <a:pt x="6234599" y="539647"/>
                  </a:lnTo>
                  <a:lnTo>
                    <a:pt x="6278839" y="488320"/>
                  </a:lnTo>
                  <a:lnTo>
                    <a:pt x="6322577" y="439688"/>
                  </a:lnTo>
                  <a:lnTo>
                    <a:pt x="6365880" y="394008"/>
                  </a:lnTo>
                  <a:lnTo>
                    <a:pt x="6408886" y="351439"/>
                  </a:lnTo>
                  <a:lnTo>
                    <a:pt x="6451814" y="312046"/>
                  </a:lnTo>
                  <a:lnTo>
                    <a:pt x="6494979" y="275811"/>
                  </a:lnTo>
                  <a:lnTo>
                    <a:pt x="6515891" y="259522"/>
                  </a:lnTo>
                  <a:lnTo>
                    <a:pt x="6563734" y="225452"/>
                  </a:lnTo>
                  <a:lnTo>
                    <a:pt x="6613273" y="194912"/>
                  </a:lnTo>
                  <a:lnTo>
                    <a:pt x="6665331" y="167707"/>
                  </a:lnTo>
                  <a:lnTo>
                    <a:pt x="6720826" y="143516"/>
                  </a:lnTo>
                  <a:lnTo>
                    <a:pt x="6780689" y="121983"/>
                  </a:lnTo>
                  <a:lnTo>
                    <a:pt x="6845774" y="102770"/>
                  </a:lnTo>
                  <a:lnTo>
                    <a:pt x="6916747" y="85583"/>
                  </a:lnTo>
                  <a:lnTo>
                    <a:pt x="6993940" y="70191"/>
                  </a:lnTo>
                  <a:lnTo>
                    <a:pt x="7077155" y="56431"/>
                  </a:lnTo>
                  <a:lnTo>
                    <a:pt x="7165433" y="44211"/>
                  </a:lnTo>
                  <a:lnTo>
                    <a:pt x="7256850" y="33500"/>
                  </a:lnTo>
                  <a:lnTo>
                    <a:pt x="7348410" y="24316"/>
                  </a:lnTo>
                  <a:lnTo>
                    <a:pt x="7436158" y="16698"/>
                  </a:lnTo>
                  <a:lnTo>
                    <a:pt x="7515622" y="10665"/>
                  </a:lnTo>
                  <a:lnTo>
                    <a:pt x="7582572" y="6181"/>
                  </a:lnTo>
                  <a:lnTo>
                    <a:pt x="7633948" y="3123"/>
                  </a:lnTo>
                  <a:lnTo>
                    <a:pt x="7668644" y="1277"/>
                  </a:lnTo>
                  <a:lnTo>
                    <a:pt x="7687909" y="356"/>
                  </a:lnTo>
                  <a:lnTo>
                    <a:pt x="7695277" y="3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4" name="pl784"/>
            <p:cNvSpPr/>
            <p:nvPr/>
          </p:nvSpPr>
          <p:spPr>
            <a:xfrm>
              <a:off x="546595" y="1485469"/>
              <a:ext cx="8234974" cy="1557136"/>
            </a:xfrm>
            <a:custGeom>
              <a:avLst/>
              <a:pathLst>
                <a:path w="8234974" h="1557136">
                  <a:moveTo>
                    <a:pt x="8234974" y="0"/>
                  </a:moveTo>
                  <a:lnTo>
                    <a:pt x="7696237" y="0"/>
                  </a:lnTo>
                  <a:lnTo>
                    <a:pt x="7694979" y="50"/>
                  </a:lnTo>
                  <a:lnTo>
                    <a:pt x="7686763" y="407"/>
                  </a:lnTo>
                  <a:lnTo>
                    <a:pt x="7666255" y="1397"/>
                  </a:lnTo>
                  <a:lnTo>
                    <a:pt x="7630113" y="3339"/>
                  </a:lnTo>
                  <a:lnTo>
                    <a:pt x="7577296" y="6514"/>
                  </a:lnTo>
                  <a:lnTo>
                    <a:pt x="7509103" y="11131"/>
                  </a:lnTo>
                  <a:lnTo>
                    <a:pt x="7428735" y="17302"/>
                  </a:lnTo>
                  <a:lnTo>
                    <a:pt x="7340477" y="25059"/>
                  </a:lnTo>
                  <a:lnTo>
                    <a:pt x="7248784" y="34378"/>
                  </a:lnTo>
                  <a:lnTo>
                    <a:pt x="7157537" y="45221"/>
                  </a:lnTo>
                  <a:lnTo>
                    <a:pt x="7069640" y="57575"/>
                  </a:lnTo>
                  <a:lnTo>
                    <a:pt x="6986928" y="71473"/>
                  </a:lnTo>
                  <a:lnTo>
                    <a:pt x="6910281" y="87014"/>
                  </a:lnTo>
                  <a:lnTo>
                    <a:pt x="6839843" y="104369"/>
                  </a:lnTo>
                  <a:lnTo>
                    <a:pt x="6775247" y="123773"/>
                  </a:lnTo>
                  <a:lnTo>
                    <a:pt x="6715802" y="145524"/>
                  </a:lnTo>
                  <a:lnTo>
                    <a:pt x="6660645" y="169965"/>
                  </a:lnTo>
                  <a:lnTo>
                    <a:pt x="6608844" y="197451"/>
                  </a:lnTo>
                  <a:lnTo>
                    <a:pt x="6559485" y="228295"/>
                  </a:lnTo>
                  <a:lnTo>
                    <a:pt x="6515891" y="259522"/>
                  </a:lnTo>
                  <a:lnTo>
                    <a:pt x="6472471" y="294272"/>
                  </a:lnTo>
                  <a:lnTo>
                    <a:pt x="6429474" y="332142"/>
                  </a:lnTo>
                  <a:lnTo>
                    <a:pt x="6386539" y="373190"/>
                  </a:lnTo>
                  <a:lnTo>
                    <a:pt x="6343401" y="417391"/>
                  </a:lnTo>
                  <a:lnTo>
                    <a:pt x="6299883" y="464633"/>
                  </a:lnTo>
                  <a:lnTo>
                    <a:pt x="6255888" y="514706"/>
                  </a:lnTo>
                  <a:lnTo>
                    <a:pt x="6211385" y="567300"/>
                  </a:lnTo>
                  <a:lnTo>
                    <a:pt x="6166407" y="622012"/>
                  </a:lnTo>
                  <a:lnTo>
                    <a:pt x="6121037" y="678351"/>
                  </a:lnTo>
                  <a:lnTo>
                    <a:pt x="6075399" y="735759"/>
                  </a:lnTo>
                  <a:lnTo>
                    <a:pt x="6029642" y="793631"/>
                  </a:lnTo>
                  <a:lnTo>
                    <a:pt x="5983926" y="851339"/>
                  </a:lnTo>
                  <a:lnTo>
                    <a:pt x="5938410" y="908264"/>
                  </a:lnTo>
                  <a:lnTo>
                    <a:pt x="5893231" y="963823"/>
                  </a:lnTo>
                  <a:lnTo>
                    <a:pt x="5848493" y="1017489"/>
                  </a:lnTo>
                  <a:lnTo>
                    <a:pt x="5804254" y="1068816"/>
                  </a:lnTo>
                  <a:lnTo>
                    <a:pt x="5760515" y="1117448"/>
                  </a:lnTo>
                  <a:lnTo>
                    <a:pt x="5717212" y="1163128"/>
                  </a:lnTo>
                  <a:lnTo>
                    <a:pt x="5674207" y="1205697"/>
                  </a:lnTo>
                  <a:lnTo>
                    <a:pt x="5631278" y="1245089"/>
                  </a:lnTo>
                  <a:lnTo>
                    <a:pt x="5588113" y="1281325"/>
                  </a:lnTo>
                  <a:lnTo>
                    <a:pt x="5567201" y="1297613"/>
                  </a:lnTo>
                  <a:lnTo>
                    <a:pt x="5519358" y="1331684"/>
                  </a:lnTo>
                  <a:lnTo>
                    <a:pt x="5469820" y="1362224"/>
                  </a:lnTo>
                  <a:lnTo>
                    <a:pt x="5417762" y="1389429"/>
                  </a:lnTo>
                  <a:lnTo>
                    <a:pt x="5362266" y="1413620"/>
                  </a:lnTo>
                  <a:lnTo>
                    <a:pt x="5302403" y="1435152"/>
                  </a:lnTo>
                  <a:lnTo>
                    <a:pt x="5237319" y="1454366"/>
                  </a:lnTo>
                  <a:lnTo>
                    <a:pt x="5166346" y="1471553"/>
                  </a:lnTo>
                  <a:lnTo>
                    <a:pt x="5089152" y="1486945"/>
                  </a:lnTo>
                  <a:lnTo>
                    <a:pt x="5005938" y="1500704"/>
                  </a:lnTo>
                  <a:lnTo>
                    <a:pt x="4917660" y="1512925"/>
                  </a:lnTo>
                  <a:lnTo>
                    <a:pt x="4826242" y="1523636"/>
                  </a:lnTo>
                  <a:lnTo>
                    <a:pt x="4734682" y="1532819"/>
                  </a:lnTo>
                  <a:lnTo>
                    <a:pt x="4646935" y="1540438"/>
                  </a:lnTo>
                  <a:lnTo>
                    <a:pt x="4567471" y="1546471"/>
                  </a:lnTo>
                  <a:lnTo>
                    <a:pt x="4500520" y="1550955"/>
                  </a:lnTo>
                  <a:lnTo>
                    <a:pt x="4449145" y="1554013"/>
                  </a:lnTo>
                  <a:lnTo>
                    <a:pt x="4414449" y="1555859"/>
                  </a:lnTo>
                  <a:lnTo>
                    <a:pt x="4395183" y="1556780"/>
                  </a:lnTo>
                  <a:lnTo>
                    <a:pt x="4387816" y="1557098"/>
                  </a:lnTo>
                  <a:lnTo>
                    <a:pt x="4386855" y="1557136"/>
                  </a:lnTo>
                  <a:lnTo>
                    <a:pt x="3848118" y="1557136"/>
                  </a:lnTo>
                  <a:lnTo>
                    <a:pt x="3846847" y="1557094"/>
                  </a:lnTo>
                  <a:lnTo>
                    <a:pt x="3838548" y="1556792"/>
                  </a:lnTo>
                  <a:lnTo>
                    <a:pt x="3817841" y="1555956"/>
                  </a:lnTo>
                  <a:lnTo>
                    <a:pt x="3781368" y="1554316"/>
                  </a:lnTo>
                  <a:lnTo>
                    <a:pt x="3728106" y="1551635"/>
                  </a:lnTo>
                  <a:lnTo>
                    <a:pt x="3659404" y="1547739"/>
                  </a:lnTo>
                  <a:lnTo>
                    <a:pt x="3578524" y="1542534"/>
                  </a:lnTo>
                  <a:lnTo>
                    <a:pt x="3489812" y="1535994"/>
                  </a:lnTo>
                  <a:lnTo>
                    <a:pt x="3397759" y="1528141"/>
                  </a:lnTo>
                  <a:lnTo>
                    <a:pt x="3306264" y="1519005"/>
                  </a:lnTo>
                  <a:lnTo>
                    <a:pt x="3218225" y="1508599"/>
                  </a:lnTo>
                  <a:lnTo>
                    <a:pt x="3135457" y="1496891"/>
                  </a:lnTo>
                  <a:lnTo>
                    <a:pt x="3058816" y="1483794"/>
                  </a:lnTo>
                  <a:lnTo>
                    <a:pt x="2988420" y="1469164"/>
                  </a:lnTo>
                  <a:lnTo>
                    <a:pt x="2923878" y="1452798"/>
                  </a:lnTo>
                  <a:lnTo>
                    <a:pt x="2864482" y="1434442"/>
                  </a:lnTo>
                  <a:lnTo>
                    <a:pt x="2809352" y="1413806"/>
                  </a:lnTo>
                  <a:lnTo>
                    <a:pt x="2757545" y="1390591"/>
                  </a:lnTo>
                  <a:lnTo>
                    <a:pt x="2708142" y="1364535"/>
                  </a:lnTo>
                  <a:lnTo>
                    <a:pt x="2667772" y="1340262"/>
                  </a:lnTo>
                  <a:lnTo>
                    <a:pt x="2622371" y="1309828"/>
                  </a:lnTo>
                  <a:lnTo>
                    <a:pt x="2577414" y="1276537"/>
                  </a:lnTo>
                  <a:lnTo>
                    <a:pt x="2532494" y="1240341"/>
                  </a:lnTo>
                  <a:lnTo>
                    <a:pt x="2487321" y="1201272"/>
                  </a:lnTo>
                  <a:lnTo>
                    <a:pt x="2441708" y="1159453"/>
                  </a:lnTo>
                  <a:lnTo>
                    <a:pt x="2395558" y="1115103"/>
                  </a:lnTo>
                  <a:lnTo>
                    <a:pt x="2348858" y="1068542"/>
                  </a:lnTo>
                  <a:lnTo>
                    <a:pt x="2301661" y="1020182"/>
                  </a:lnTo>
                  <a:lnTo>
                    <a:pt x="2254082" y="970516"/>
                  </a:lnTo>
                  <a:lnTo>
                    <a:pt x="2206274" y="920098"/>
                  </a:lnTo>
                  <a:lnTo>
                    <a:pt x="2158416" y="869519"/>
                  </a:lnTo>
                  <a:lnTo>
                    <a:pt x="2110693" y="819377"/>
                  </a:lnTo>
                  <a:lnTo>
                    <a:pt x="2063274" y="770250"/>
                  </a:lnTo>
                  <a:lnTo>
                    <a:pt x="2016297" y="722667"/>
                  </a:lnTo>
                  <a:lnTo>
                    <a:pt x="1969849" y="677085"/>
                  </a:lnTo>
                  <a:lnTo>
                    <a:pt x="1923954" y="633874"/>
                  </a:lnTo>
                  <a:lnTo>
                    <a:pt x="1878562" y="593307"/>
                  </a:lnTo>
                  <a:lnTo>
                    <a:pt x="1833535" y="555559"/>
                  </a:lnTo>
                  <a:lnTo>
                    <a:pt x="1788641" y="520710"/>
                  </a:lnTo>
                  <a:lnTo>
                    <a:pt x="1743536" y="488753"/>
                  </a:lnTo>
                  <a:lnTo>
                    <a:pt x="1719082" y="472767"/>
                  </a:lnTo>
                  <a:lnTo>
                    <a:pt x="1671069" y="444201"/>
                  </a:lnTo>
                  <a:lnTo>
                    <a:pt x="1621345" y="418605"/>
                  </a:lnTo>
                  <a:lnTo>
                    <a:pt x="1569078" y="395814"/>
                  </a:lnTo>
                  <a:lnTo>
                    <a:pt x="1513339" y="375557"/>
                  </a:lnTo>
                  <a:lnTo>
                    <a:pt x="1453190" y="357533"/>
                  </a:lnTo>
                  <a:lnTo>
                    <a:pt x="1387768" y="341455"/>
                  </a:lnTo>
                  <a:lnTo>
                    <a:pt x="1316406" y="327078"/>
                  </a:lnTo>
                  <a:lnTo>
                    <a:pt x="1238777" y="314208"/>
                  </a:lnTo>
                  <a:lnTo>
                    <a:pt x="1155102" y="302709"/>
                  </a:lnTo>
                  <a:lnTo>
                    <a:pt x="1066372" y="292503"/>
                  </a:lnTo>
                  <a:lnTo>
                    <a:pt x="974570" y="283568"/>
                  </a:lnTo>
                  <a:lnTo>
                    <a:pt x="882762" y="275919"/>
                  </a:lnTo>
                  <a:lnTo>
                    <a:pt x="794977" y="269588"/>
                  </a:lnTo>
                  <a:lnTo>
                    <a:pt x="715740" y="264592"/>
                  </a:lnTo>
                  <a:lnTo>
                    <a:pt x="649290" y="260895"/>
                  </a:lnTo>
                  <a:lnTo>
                    <a:pt x="598637" y="258391"/>
                  </a:lnTo>
                  <a:lnTo>
                    <a:pt x="564773" y="256895"/>
                  </a:lnTo>
                  <a:lnTo>
                    <a:pt x="546295" y="256161"/>
                  </a:lnTo>
                  <a:lnTo>
                    <a:pt x="539505" y="255918"/>
                  </a:lnTo>
                  <a:lnTo>
                    <a:pt x="538736" y="255893"/>
                  </a:lnTo>
                  <a:lnTo>
                    <a:pt x="0" y="2558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5" name="pg785"/>
            <p:cNvSpPr/>
            <p:nvPr/>
          </p:nvSpPr>
          <p:spPr>
            <a:xfrm>
              <a:off x="546595" y="1746806"/>
              <a:ext cx="8234974" cy="1306688"/>
            </a:xfrm>
            <a:custGeom>
              <a:avLst/>
              <a:pathLst>
                <a:path w="8234974" h="1306688">
                  <a:moveTo>
                    <a:pt x="0" y="5444"/>
                  </a:moveTo>
                  <a:lnTo>
                    <a:pt x="538736" y="5444"/>
                  </a:lnTo>
                  <a:lnTo>
                    <a:pt x="540008" y="5486"/>
                  </a:lnTo>
                  <a:lnTo>
                    <a:pt x="548307" y="5789"/>
                  </a:lnTo>
                  <a:lnTo>
                    <a:pt x="569013" y="6624"/>
                  </a:lnTo>
                  <a:lnTo>
                    <a:pt x="605487" y="8264"/>
                  </a:lnTo>
                  <a:lnTo>
                    <a:pt x="658748" y="10945"/>
                  </a:lnTo>
                  <a:lnTo>
                    <a:pt x="727451" y="14841"/>
                  </a:lnTo>
                  <a:lnTo>
                    <a:pt x="808330" y="20047"/>
                  </a:lnTo>
                  <a:lnTo>
                    <a:pt x="897043" y="26586"/>
                  </a:lnTo>
                  <a:lnTo>
                    <a:pt x="989096" y="34440"/>
                  </a:lnTo>
                  <a:lnTo>
                    <a:pt x="1080591" y="43575"/>
                  </a:lnTo>
                  <a:lnTo>
                    <a:pt x="1168630" y="53981"/>
                  </a:lnTo>
                  <a:lnTo>
                    <a:pt x="1251398" y="65690"/>
                  </a:lnTo>
                  <a:lnTo>
                    <a:pt x="1328039" y="78786"/>
                  </a:lnTo>
                  <a:lnTo>
                    <a:pt x="1398435" y="93416"/>
                  </a:lnTo>
                  <a:lnTo>
                    <a:pt x="1462976" y="109782"/>
                  </a:lnTo>
                  <a:lnTo>
                    <a:pt x="1522372" y="128138"/>
                  </a:lnTo>
                  <a:lnTo>
                    <a:pt x="1577503" y="148774"/>
                  </a:lnTo>
                  <a:lnTo>
                    <a:pt x="1629310" y="171989"/>
                  </a:lnTo>
                  <a:lnTo>
                    <a:pt x="1678713" y="198045"/>
                  </a:lnTo>
                  <a:lnTo>
                    <a:pt x="1719082" y="222318"/>
                  </a:lnTo>
                  <a:lnTo>
                    <a:pt x="1764483" y="252753"/>
                  </a:lnTo>
                  <a:lnTo>
                    <a:pt x="1809440" y="286043"/>
                  </a:lnTo>
                  <a:lnTo>
                    <a:pt x="1854360" y="322239"/>
                  </a:lnTo>
                  <a:lnTo>
                    <a:pt x="1899534" y="361308"/>
                  </a:lnTo>
                  <a:lnTo>
                    <a:pt x="1945147" y="403128"/>
                  </a:lnTo>
                  <a:lnTo>
                    <a:pt x="1991296" y="447477"/>
                  </a:lnTo>
                  <a:lnTo>
                    <a:pt x="2037997" y="494038"/>
                  </a:lnTo>
                  <a:lnTo>
                    <a:pt x="2085193" y="542398"/>
                  </a:lnTo>
                  <a:lnTo>
                    <a:pt x="2132773" y="592064"/>
                  </a:lnTo>
                  <a:lnTo>
                    <a:pt x="2180580" y="642482"/>
                  </a:lnTo>
                  <a:lnTo>
                    <a:pt x="2228438" y="693062"/>
                  </a:lnTo>
                  <a:lnTo>
                    <a:pt x="2276161" y="743203"/>
                  </a:lnTo>
                  <a:lnTo>
                    <a:pt x="2323580" y="792330"/>
                  </a:lnTo>
                  <a:lnTo>
                    <a:pt x="2370558" y="839913"/>
                  </a:lnTo>
                  <a:lnTo>
                    <a:pt x="2417006" y="885496"/>
                  </a:lnTo>
                  <a:lnTo>
                    <a:pt x="2462901" y="928707"/>
                  </a:lnTo>
                  <a:lnTo>
                    <a:pt x="2508293" y="969274"/>
                  </a:lnTo>
                  <a:lnTo>
                    <a:pt x="2553319" y="1007021"/>
                  </a:lnTo>
                  <a:lnTo>
                    <a:pt x="2598214" y="1041870"/>
                  </a:lnTo>
                  <a:lnTo>
                    <a:pt x="2643318" y="1073827"/>
                  </a:lnTo>
                  <a:lnTo>
                    <a:pt x="2667772" y="1089814"/>
                  </a:lnTo>
                  <a:lnTo>
                    <a:pt x="2715786" y="1118380"/>
                  </a:lnTo>
                  <a:lnTo>
                    <a:pt x="2765509" y="1143975"/>
                  </a:lnTo>
                  <a:lnTo>
                    <a:pt x="2817776" y="1166766"/>
                  </a:lnTo>
                  <a:lnTo>
                    <a:pt x="2873515" y="1187023"/>
                  </a:lnTo>
                  <a:lnTo>
                    <a:pt x="2933665" y="1205048"/>
                  </a:lnTo>
                  <a:lnTo>
                    <a:pt x="2999086" y="1221125"/>
                  </a:lnTo>
                  <a:lnTo>
                    <a:pt x="3070449" y="1235502"/>
                  </a:lnTo>
                  <a:lnTo>
                    <a:pt x="3148077" y="1248372"/>
                  </a:lnTo>
                  <a:lnTo>
                    <a:pt x="3231753" y="1259872"/>
                  </a:lnTo>
                  <a:lnTo>
                    <a:pt x="3320482" y="1270077"/>
                  </a:lnTo>
                  <a:lnTo>
                    <a:pt x="3412285" y="1279013"/>
                  </a:lnTo>
                  <a:lnTo>
                    <a:pt x="3504093" y="1286662"/>
                  </a:lnTo>
                  <a:lnTo>
                    <a:pt x="3591878" y="1292992"/>
                  </a:lnTo>
                  <a:lnTo>
                    <a:pt x="3671114" y="1297989"/>
                  </a:lnTo>
                  <a:lnTo>
                    <a:pt x="3737564" y="1301685"/>
                  </a:lnTo>
                  <a:lnTo>
                    <a:pt x="3788218" y="1304189"/>
                  </a:lnTo>
                  <a:lnTo>
                    <a:pt x="3822082" y="1305686"/>
                  </a:lnTo>
                  <a:lnTo>
                    <a:pt x="3840559" y="1306419"/>
                  </a:lnTo>
                  <a:lnTo>
                    <a:pt x="3847350" y="1306662"/>
                  </a:lnTo>
                  <a:lnTo>
                    <a:pt x="3848118" y="1306688"/>
                  </a:lnTo>
                  <a:lnTo>
                    <a:pt x="4386855" y="1306688"/>
                  </a:lnTo>
                  <a:lnTo>
                    <a:pt x="4388140" y="1306656"/>
                  </a:lnTo>
                  <a:lnTo>
                    <a:pt x="4396526" y="1306427"/>
                  </a:lnTo>
                  <a:lnTo>
                    <a:pt x="4417439" y="1305794"/>
                  </a:lnTo>
                  <a:lnTo>
                    <a:pt x="4454257" y="1304552"/>
                  </a:lnTo>
                  <a:lnTo>
                    <a:pt x="4507980" y="1302523"/>
                  </a:lnTo>
                  <a:lnTo>
                    <a:pt x="4577210" y="1299576"/>
                  </a:lnTo>
                  <a:lnTo>
                    <a:pt x="4658618" y="1295639"/>
                  </a:lnTo>
                  <a:lnTo>
                    <a:pt x="4747800" y="1290697"/>
                  </a:lnTo>
                  <a:lnTo>
                    <a:pt x="4840221" y="1284764"/>
                  </a:lnTo>
                  <a:lnTo>
                    <a:pt x="4931969" y="1277864"/>
                  </a:lnTo>
                  <a:lnTo>
                    <a:pt x="5020151" y="1270005"/>
                  </a:lnTo>
                  <a:lnTo>
                    <a:pt x="5102974" y="1261163"/>
                  </a:lnTo>
                  <a:lnTo>
                    <a:pt x="5179607" y="1251269"/>
                  </a:lnTo>
                  <a:lnTo>
                    <a:pt x="5249958" y="1240213"/>
                  </a:lnTo>
                  <a:lnTo>
                    <a:pt x="5314443" y="1227837"/>
                  </a:lnTo>
                  <a:lnTo>
                    <a:pt x="5373789" y="1213950"/>
                  </a:lnTo>
                  <a:lnTo>
                    <a:pt x="5428893" y="1198329"/>
                  </a:lnTo>
                  <a:lnTo>
                    <a:pt x="5480709" y="1180749"/>
                  </a:lnTo>
                  <a:lnTo>
                    <a:pt x="5530160" y="1161016"/>
                  </a:lnTo>
                  <a:lnTo>
                    <a:pt x="5567201" y="1144259"/>
                  </a:lnTo>
                  <a:lnTo>
                    <a:pt x="5615188" y="1120093"/>
                  </a:lnTo>
                  <a:lnTo>
                    <a:pt x="5662707" y="1093533"/>
                  </a:lnTo>
                  <a:lnTo>
                    <a:pt x="5710227" y="1064540"/>
                  </a:lnTo>
                  <a:lnTo>
                    <a:pt x="5758073" y="1033154"/>
                  </a:lnTo>
                  <a:lnTo>
                    <a:pt x="5806443" y="999500"/>
                  </a:lnTo>
                  <a:lnTo>
                    <a:pt x="5855425" y="963798"/>
                  </a:lnTo>
                  <a:lnTo>
                    <a:pt x="5905009" y="926355"/>
                  </a:lnTo>
                  <a:lnTo>
                    <a:pt x="5955104" y="887564"/>
                  </a:lnTo>
                  <a:lnTo>
                    <a:pt x="6005551" y="847888"/>
                  </a:lnTo>
                  <a:lnTo>
                    <a:pt x="6056153" y="807835"/>
                  </a:lnTo>
                  <a:lnTo>
                    <a:pt x="6106692" y="767936"/>
                  </a:lnTo>
                  <a:lnTo>
                    <a:pt x="6156957" y="728711"/>
                  </a:lnTo>
                  <a:lnTo>
                    <a:pt x="6206773" y="690646"/>
                  </a:lnTo>
                  <a:lnTo>
                    <a:pt x="6256016" y="654164"/>
                  </a:lnTo>
                  <a:lnTo>
                    <a:pt x="6304640" y="619613"/>
                  </a:lnTo>
                  <a:lnTo>
                    <a:pt x="6352690" y="587247"/>
                  </a:lnTo>
                  <a:lnTo>
                    <a:pt x="6400315" y="557233"/>
                  </a:lnTo>
                  <a:lnTo>
                    <a:pt x="6447787" y="529644"/>
                  </a:lnTo>
                  <a:lnTo>
                    <a:pt x="6495508" y="504475"/>
                  </a:lnTo>
                  <a:lnTo>
                    <a:pt x="6515891" y="494545"/>
                  </a:lnTo>
                  <a:lnTo>
                    <a:pt x="6564081" y="473077"/>
                  </a:lnTo>
                  <a:lnTo>
                    <a:pt x="6613996" y="453849"/>
                  </a:lnTo>
                  <a:lnTo>
                    <a:pt x="6666480" y="436737"/>
                  </a:lnTo>
                  <a:lnTo>
                    <a:pt x="6722471" y="421533"/>
                  </a:lnTo>
                  <a:lnTo>
                    <a:pt x="6782918" y="408010"/>
                  </a:lnTo>
                  <a:lnTo>
                    <a:pt x="6848689" y="395952"/>
                  </a:lnTo>
                  <a:lnTo>
                    <a:pt x="6920455" y="385174"/>
                  </a:lnTo>
                  <a:lnTo>
                    <a:pt x="6998535" y="375529"/>
                  </a:lnTo>
                  <a:lnTo>
                    <a:pt x="7082689" y="366915"/>
                  </a:lnTo>
                  <a:lnTo>
                    <a:pt x="7171883" y="359277"/>
                  </a:lnTo>
                  <a:lnTo>
                    <a:pt x="7264081" y="352597"/>
                  </a:lnTo>
                  <a:lnTo>
                    <a:pt x="7356137" y="346888"/>
                  </a:lnTo>
                  <a:lnTo>
                    <a:pt x="7443950" y="342175"/>
                  </a:lnTo>
                  <a:lnTo>
                    <a:pt x="7522938" y="338468"/>
                  </a:lnTo>
                  <a:lnTo>
                    <a:pt x="7588856" y="335739"/>
                  </a:lnTo>
                  <a:lnTo>
                    <a:pt x="7638752" y="333904"/>
                  </a:lnTo>
                  <a:lnTo>
                    <a:pt x="7671754" y="332818"/>
                  </a:lnTo>
                  <a:lnTo>
                    <a:pt x="7689424" y="332297"/>
                  </a:lnTo>
                  <a:lnTo>
                    <a:pt x="7695640" y="332131"/>
                  </a:lnTo>
                  <a:lnTo>
                    <a:pt x="7696237" y="332116"/>
                  </a:lnTo>
                  <a:lnTo>
                    <a:pt x="8234974" y="332116"/>
                  </a:lnTo>
                  <a:lnTo>
                    <a:pt x="8234974" y="326672"/>
                  </a:lnTo>
                  <a:lnTo>
                    <a:pt x="7696237" y="326672"/>
                  </a:lnTo>
                  <a:lnTo>
                    <a:pt x="7694952" y="326704"/>
                  </a:lnTo>
                  <a:lnTo>
                    <a:pt x="7686567" y="326932"/>
                  </a:lnTo>
                  <a:lnTo>
                    <a:pt x="7665653" y="327565"/>
                  </a:lnTo>
                  <a:lnTo>
                    <a:pt x="7628835" y="328807"/>
                  </a:lnTo>
                  <a:lnTo>
                    <a:pt x="7575112" y="330836"/>
                  </a:lnTo>
                  <a:lnTo>
                    <a:pt x="7505882" y="333783"/>
                  </a:lnTo>
                  <a:lnTo>
                    <a:pt x="7424474" y="337720"/>
                  </a:lnTo>
                  <a:lnTo>
                    <a:pt x="7335293" y="342663"/>
                  </a:lnTo>
                  <a:lnTo>
                    <a:pt x="7242872" y="348596"/>
                  </a:lnTo>
                  <a:lnTo>
                    <a:pt x="7151124" y="355495"/>
                  </a:lnTo>
                  <a:lnTo>
                    <a:pt x="7062942" y="363354"/>
                  </a:lnTo>
                  <a:lnTo>
                    <a:pt x="6980119" y="372196"/>
                  </a:lnTo>
                  <a:lnTo>
                    <a:pt x="6903486" y="382090"/>
                  </a:lnTo>
                  <a:lnTo>
                    <a:pt x="6833135" y="393147"/>
                  </a:lnTo>
                  <a:lnTo>
                    <a:pt x="6768650" y="405522"/>
                  </a:lnTo>
                  <a:lnTo>
                    <a:pt x="6709303" y="419410"/>
                  </a:lnTo>
                  <a:lnTo>
                    <a:pt x="6654199" y="435030"/>
                  </a:lnTo>
                  <a:lnTo>
                    <a:pt x="6602384" y="452610"/>
                  </a:lnTo>
                  <a:lnTo>
                    <a:pt x="6552932" y="472344"/>
                  </a:lnTo>
                  <a:lnTo>
                    <a:pt x="6515891" y="489100"/>
                  </a:lnTo>
                  <a:lnTo>
                    <a:pt x="6467904" y="513266"/>
                  </a:lnTo>
                  <a:lnTo>
                    <a:pt x="6420385" y="539826"/>
                  </a:lnTo>
                  <a:lnTo>
                    <a:pt x="6372865" y="568819"/>
                  </a:lnTo>
                  <a:lnTo>
                    <a:pt x="6325020" y="600206"/>
                  </a:lnTo>
                  <a:lnTo>
                    <a:pt x="6276650" y="633859"/>
                  </a:lnTo>
                  <a:lnTo>
                    <a:pt x="6227667" y="669561"/>
                  </a:lnTo>
                  <a:lnTo>
                    <a:pt x="6178083" y="707005"/>
                  </a:lnTo>
                  <a:lnTo>
                    <a:pt x="6127989" y="745795"/>
                  </a:lnTo>
                  <a:lnTo>
                    <a:pt x="6077541" y="785472"/>
                  </a:lnTo>
                  <a:lnTo>
                    <a:pt x="6026939" y="825524"/>
                  </a:lnTo>
                  <a:lnTo>
                    <a:pt x="5976401" y="865424"/>
                  </a:lnTo>
                  <a:lnTo>
                    <a:pt x="5926135" y="904648"/>
                  </a:lnTo>
                  <a:lnTo>
                    <a:pt x="5876320" y="942714"/>
                  </a:lnTo>
                  <a:lnTo>
                    <a:pt x="5827077" y="979195"/>
                  </a:lnTo>
                  <a:lnTo>
                    <a:pt x="5778453" y="1013747"/>
                  </a:lnTo>
                  <a:lnTo>
                    <a:pt x="5730403" y="1046112"/>
                  </a:lnTo>
                  <a:lnTo>
                    <a:pt x="5682777" y="1076126"/>
                  </a:lnTo>
                  <a:lnTo>
                    <a:pt x="5635306" y="1103715"/>
                  </a:lnTo>
                  <a:lnTo>
                    <a:pt x="5587584" y="1128884"/>
                  </a:lnTo>
                  <a:lnTo>
                    <a:pt x="5567201" y="1138815"/>
                  </a:lnTo>
                  <a:lnTo>
                    <a:pt x="5519012" y="1160282"/>
                  </a:lnTo>
                  <a:lnTo>
                    <a:pt x="5469097" y="1179510"/>
                  </a:lnTo>
                  <a:lnTo>
                    <a:pt x="5416613" y="1196623"/>
                  </a:lnTo>
                  <a:lnTo>
                    <a:pt x="5360622" y="1211827"/>
                  </a:lnTo>
                  <a:lnTo>
                    <a:pt x="5300175" y="1225350"/>
                  </a:lnTo>
                  <a:lnTo>
                    <a:pt x="5234404" y="1237407"/>
                  </a:lnTo>
                  <a:lnTo>
                    <a:pt x="5162637" y="1248186"/>
                  </a:lnTo>
                  <a:lnTo>
                    <a:pt x="5084557" y="1257831"/>
                  </a:lnTo>
                  <a:lnTo>
                    <a:pt x="5000404" y="1266444"/>
                  </a:lnTo>
                  <a:lnTo>
                    <a:pt x="4911209" y="1274082"/>
                  </a:lnTo>
                  <a:lnTo>
                    <a:pt x="4819012" y="1280762"/>
                  </a:lnTo>
                  <a:lnTo>
                    <a:pt x="4726955" y="1286471"/>
                  </a:lnTo>
                  <a:lnTo>
                    <a:pt x="4639143" y="1291184"/>
                  </a:lnTo>
                  <a:lnTo>
                    <a:pt x="4560155" y="1294891"/>
                  </a:lnTo>
                  <a:lnTo>
                    <a:pt x="4494237" y="1297620"/>
                  </a:lnTo>
                  <a:lnTo>
                    <a:pt x="4444340" y="1299456"/>
                  </a:lnTo>
                  <a:lnTo>
                    <a:pt x="4411338" y="1300541"/>
                  </a:lnTo>
                  <a:lnTo>
                    <a:pt x="4393668" y="1301063"/>
                  </a:lnTo>
                  <a:lnTo>
                    <a:pt x="4387453" y="1301229"/>
                  </a:lnTo>
                  <a:lnTo>
                    <a:pt x="4386855" y="1301243"/>
                  </a:lnTo>
                  <a:lnTo>
                    <a:pt x="3848118" y="1301243"/>
                  </a:lnTo>
                  <a:lnTo>
                    <a:pt x="3846847" y="1301201"/>
                  </a:lnTo>
                  <a:lnTo>
                    <a:pt x="3838548" y="1300899"/>
                  </a:lnTo>
                  <a:lnTo>
                    <a:pt x="3817841" y="1300063"/>
                  </a:lnTo>
                  <a:lnTo>
                    <a:pt x="3781368" y="1298423"/>
                  </a:lnTo>
                  <a:lnTo>
                    <a:pt x="3728106" y="1295742"/>
                  </a:lnTo>
                  <a:lnTo>
                    <a:pt x="3659404" y="1291846"/>
                  </a:lnTo>
                  <a:lnTo>
                    <a:pt x="3578524" y="1286641"/>
                  </a:lnTo>
                  <a:lnTo>
                    <a:pt x="3489812" y="1280101"/>
                  </a:lnTo>
                  <a:lnTo>
                    <a:pt x="3397759" y="1272248"/>
                  </a:lnTo>
                  <a:lnTo>
                    <a:pt x="3306264" y="1263112"/>
                  </a:lnTo>
                  <a:lnTo>
                    <a:pt x="3218225" y="1252706"/>
                  </a:lnTo>
                  <a:lnTo>
                    <a:pt x="3135457" y="1240997"/>
                  </a:lnTo>
                  <a:lnTo>
                    <a:pt x="3058816" y="1227901"/>
                  </a:lnTo>
                  <a:lnTo>
                    <a:pt x="2988420" y="1213271"/>
                  </a:lnTo>
                  <a:lnTo>
                    <a:pt x="2923878" y="1196905"/>
                  </a:lnTo>
                  <a:lnTo>
                    <a:pt x="2864482" y="1178549"/>
                  </a:lnTo>
                  <a:lnTo>
                    <a:pt x="2809352" y="1157913"/>
                  </a:lnTo>
                  <a:lnTo>
                    <a:pt x="2757545" y="1134698"/>
                  </a:lnTo>
                  <a:lnTo>
                    <a:pt x="2708142" y="1108642"/>
                  </a:lnTo>
                  <a:lnTo>
                    <a:pt x="2667772" y="1084369"/>
                  </a:lnTo>
                  <a:lnTo>
                    <a:pt x="2622371" y="1053935"/>
                  </a:lnTo>
                  <a:lnTo>
                    <a:pt x="2577414" y="1020644"/>
                  </a:lnTo>
                  <a:lnTo>
                    <a:pt x="2532494" y="984448"/>
                  </a:lnTo>
                  <a:lnTo>
                    <a:pt x="2487321" y="945379"/>
                  </a:lnTo>
                  <a:lnTo>
                    <a:pt x="2441708" y="903559"/>
                  </a:lnTo>
                  <a:lnTo>
                    <a:pt x="2395558" y="859210"/>
                  </a:lnTo>
                  <a:lnTo>
                    <a:pt x="2348858" y="812649"/>
                  </a:lnTo>
                  <a:lnTo>
                    <a:pt x="2301661" y="764289"/>
                  </a:lnTo>
                  <a:lnTo>
                    <a:pt x="2254082" y="714623"/>
                  </a:lnTo>
                  <a:lnTo>
                    <a:pt x="2206274" y="664205"/>
                  </a:lnTo>
                  <a:lnTo>
                    <a:pt x="2158416" y="613626"/>
                  </a:lnTo>
                  <a:lnTo>
                    <a:pt x="2110693" y="563484"/>
                  </a:lnTo>
                  <a:lnTo>
                    <a:pt x="2063274" y="514357"/>
                  </a:lnTo>
                  <a:lnTo>
                    <a:pt x="2016297" y="466774"/>
                  </a:lnTo>
                  <a:lnTo>
                    <a:pt x="1969849" y="421192"/>
                  </a:lnTo>
                  <a:lnTo>
                    <a:pt x="1923954" y="377980"/>
                  </a:lnTo>
                  <a:lnTo>
                    <a:pt x="1878562" y="337414"/>
                  </a:lnTo>
                  <a:lnTo>
                    <a:pt x="1833535" y="299666"/>
                  </a:lnTo>
                  <a:lnTo>
                    <a:pt x="1788641" y="264817"/>
                  </a:lnTo>
                  <a:lnTo>
                    <a:pt x="1743536" y="232860"/>
                  </a:lnTo>
                  <a:lnTo>
                    <a:pt x="1719082" y="216873"/>
                  </a:lnTo>
                  <a:lnTo>
                    <a:pt x="1671069" y="188307"/>
                  </a:lnTo>
                  <a:lnTo>
                    <a:pt x="1621345" y="162712"/>
                  </a:lnTo>
                  <a:lnTo>
                    <a:pt x="1569078" y="139921"/>
                  </a:lnTo>
                  <a:lnTo>
                    <a:pt x="1513339" y="119664"/>
                  </a:lnTo>
                  <a:lnTo>
                    <a:pt x="1453190" y="101640"/>
                  </a:lnTo>
                  <a:lnTo>
                    <a:pt x="1387768" y="85562"/>
                  </a:lnTo>
                  <a:lnTo>
                    <a:pt x="1316406" y="71185"/>
                  </a:lnTo>
                  <a:lnTo>
                    <a:pt x="1238777" y="58315"/>
                  </a:lnTo>
                  <a:lnTo>
                    <a:pt x="1155102" y="46816"/>
                  </a:lnTo>
                  <a:lnTo>
                    <a:pt x="1066372" y="36610"/>
                  </a:lnTo>
                  <a:lnTo>
                    <a:pt x="974570" y="27675"/>
                  </a:lnTo>
                  <a:lnTo>
                    <a:pt x="882762" y="20026"/>
                  </a:lnTo>
                  <a:lnTo>
                    <a:pt x="794977" y="13695"/>
                  </a:lnTo>
                  <a:lnTo>
                    <a:pt x="715740" y="8699"/>
                  </a:lnTo>
                  <a:lnTo>
                    <a:pt x="649290" y="5002"/>
                  </a:lnTo>
                  <a:lnTo>
                    <a:pt x="598637" y="2498"/>
                  </a:lnTo>
                  <a:lnTo>
                    <a:pt x="564773" y="1002"/>
                  </a:lnTo>
                  <a:lnTo>
                    <a:pt x="546295" y="268"/>
                  </a:lnTo>
                  <a:lnTo>
                    <a:pt x="539505" y="2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86" name="pl786"/>
            <p:cNvSpPr/>
            <p:nvPr/>
          </p:nvSpPr>
          <p:spPr>
            <a:xfrm>
              <a:off x="546595" y="1752251"/>
              <a:ext cx="8234974" cy="1301243"/>
            </a:xfrm>
            <a:custGeom>
              <a:avLst/>
              <a:pathLst>
                <a:path w="8234974" h="1301243">
                  <a:moveTo>
                    <a:pt x="0" y="0"/>
                  </a:moveTo>
                  <a:lnTo>
                    <a:pt x="538736" y="0"/>
                  </a:lnTo>
                  <a:lnTo>
                    <a:pt x="540008" y="42"/>
                  </a:lnTo>
                  <a:lnTo>
                    <a:pt x="548307" y="344"/>
                  </a:lnTo>
                  <a:lnTo>
                    <a:pt x="569013" y="1180"/>
                  </a:lnTo>
                  <a:lnTo>
                    <a:pt x="605487" y="2820"/>
                  </a:lnTo>
                  <a:lnTo>
                    <a:pt x="658748" y="5501"/>
                  </a:lnTo>
                  <a:lnTo>
                    <a:pt x="727451" y="9396"/>
                  </a:lnTo>
                  <a:lnTo>
                    <a:pt x="808330" y="14602"/>
                  </a:lnTo>
                  <a:lnTo>
                    <a:pt x="897043" y="21142"/>
                  </a:lnTo>
                  <a:lnTo>
                    <a:pt x="989096" y="28995"/>
                  </a:lnTo>
                  <a:lnTo>
                    <a:pt x="1080591" y="38130"/>
                  </a:lnTo>
                  <a:lnTo>
                    <a:pt x="1168630" y="48537"/>
                  </a:lnTo>
                  <a:lnTo>
                    <a:pt x="1251398" y="60245"/>
                  </a:lnTo>
                  <a:lnTo>
                    <a:pt x="1328039" y="73342"/>
                  </a:lnTo>
                  <a:lnTo>
                    <a:pt x="1398435" y="87972"/>
                  </a:lnTo>
                  <a:lnTo>
                    <a:pt x="1462976" y="104338"/>
                  </a:lnTo>
                  <a:lnTo>
                    <a:pt x="1522372" y="122694"/>
                  </a:lnTo>
                  <a:lnTo>
                    <a:pt x="1577503" y="143329"/>
                  </a:lnTo>
                  <a:lnTo>
                    <a:pt x="1629310" y="166545"/>
                  </a:lnTo>
                  <a:lnTo>
                    <a:pt x="1678713" y="192601"/>
                  </a:lnTo>
                  <a:lnTo>
                    <a:pt x="1719082" y="216873"/>
                  </a:lnTo>
                  <a:lnTo>
                    <a:pt x="1764483" y="247308"/>
                  </a:lnTo>
                  <a:lnTo>
                    <a:pt x="1809440" y="280599"/>
                  </a:lnTo>
                  <a:lnTo>
                    <a:pt x="1854360" y="316795"/>
                  </a:lnTo>
                  <a:lnTo>
                    <a:pt x="1899534" y="355864"/>
                  </a:lnTo>
                  <a:lnTo>
                    <a:pt x="1945147" y="397683"/>
                  </a:lnTo>
                  <a:lnTo>
                    <a:pt x="1991296" y="442033"/>
                  </a:lnTo>
                  <a:lnTo>
                    <a:pt x="2037997" y="488594"/>
                  </a:lnTo>
                  <a:lnTo>
                    <a:pt x="2085193" y="536954"/>
                  </a:lnTo>
                  <a:lnTo>
                    <a:pt x="2132773" y="586620"/>
                  </a:lnTo>
                  <a:lnTo>
                    <a:pt x="2180580" y="637038"/>
                  </a:lnTo>
                  <a:lnTo>
                    <a:pt x="2228438" y="687617"/>
                  </a:lnTo>
                  <a:lnTo>
                    <a:pt x="2276161" y="737759"/>
                  </a:lnTo>
                  <a:lnTo>
                    <a:pt x="2323580" y="786885"/>
                  </a:lnTo>
                  <a:lnTo>
                    <a:pt x="2370558" y="834469"/>
                  </a:lnTo>
                  <a:lnTo>
                    <a:pt x="2417006" y="880051"/>
                  </a:lnTo>
                  <a:lnTo>
                    <a:pt x="2462901" y="923262"/>
                  </a:lnTo>
                  <a:lnTo>
                    <a:pt x="2508293" y="963829"/>
                  </a:lnTo>
                  <a:lnTo>
                    <a:pt x="2553319" y="1001577"/>
                  </a:lnTo>
                  <a:lnTo>
                    <a:pt x="2598214" y="1036426"/>
                  </a:lnTo>
                  <a:lnTo>
                    <a:pt x="2643318" y="1068383"/>
                  </a:lnTo>
                  <a:lnTo>
                    <a:pt x="2667772" y="1084369"/>
                  </a:lnTo>
                  <a:lnTo>
                    <a:pt x="2715786" y="1112935"/>
                  </a:lnTo>
                  <a:lnTo>
                    <a:pt x="2765509" y="1138531"/>
                  </a:lnTo>
                  <a:lnTo>
                    <a:pt x="2817776" y="1161321"/>
                  </a:lnTo>
                  <a:lnTo>
                    <a:pt x="2873515" y="1181579"/>
                  </a:lnTo>
                  <a:lnTo>
                    <a:pt x="2933665" y="1199603"/>
                  </a:lnTo>
                  <a:lnTo>
                    <a:pt x="2999086" y="1215681"/>
                  </a:lnTo>
                  <a:lnTo>
                    <a:pt x="3070449" y="1230057"/>
                  </a:lnTo>
                  <a:lnTo>
                    <a:pt x="3148077" y="1242927"/>
                  </a:lnTo>
                  <a:lnTo>
                    <a:pt x="3231753" y="1254427"/>
                  </a:lnTo>
                  <a:lnTo>
                    <a:pt x="3320482" y="1264633"/>
                  </a:lnTo>
                  <a:lnTo>
                    <a:pt x="3412285" y="1273568"/>
                  </a:lnTo>
                  <a:lnTo>
                    <a:pt x="3504093" y="1281217"/>
                  </a:lnTo>
                  <a:lnTo>
                    <a:pt x="3591878" y="1287548"/>
                  </a:lnTo>
                  <a:lnTo>
                    <a:pt x="3671114" y="1292544"/>
                  </a:lnTo>
                  <a:lnTo>
                    <a:pt x="3737564" y="1296241"/>
                  </a:lnTo>
                  <a:lnTo>
                    <a:pt x="3788218" y="1298745"/>
                  </a:lnTo>
                  <a:lnTo>
                    <a:pt x="3822082" y="1300241"/>
                  </a:lnTo>
                  <a:lnTo>
                    <a:pt x="3840559" y="1300974"/>
                  </a:lnTo>
                  <a:lnTo>
                    <a:pt x="3847350" y="1301218"/>
                  </a:lnTo>
                  <a:lnTo>
                    <a:pt x="3848118" y="1301243"/>
                  </a:lnTo>
                  <a:lnTo>
                    <a:pt x="4386855" y="1301243"/>
                  </a:lnTo>
                  <a:lnTo>
                    <a:pt x="4388140" y="1301211"/>
                  </a:lnTo>
                  <a:lnTo>
                    <a:pt x="4396526" y="1300982"/>
                  </a:lnTo>
                  <a:lnTo>
                    <a:pt x="4417439" y="1300350"/>
                  </a:lnTo>
                  <a:lnTo>
                    <a:pt x="4454257" y="1299108"/>
                  </a:lnTo>
                  <a:lnTo>
                    <a:pt x="4507980" y="1297079"/>
                  </a:lnTo>
                  <a:lnTo>
                    <a:pt x="4577210" y="1294131"/>
                  </a:lnTo>
                  <a:lnTo>
                    <a:pt x="4658618" y="1290195"/>
                  </a:lnTo>
                  <a:lnTo>
                    <a:pt x="4747800" y="1285252"/>
                  </a:lnTo>
                  <a:lnTo>
                    <a:pt x="4840221" y="1279319"/>
                  </a:lnTo>
                  <a:lnTo>
                    <a:pt x="4931969" y="1272420"/>
                  </a:lnTo>
                  <a:lnTo>
                    <a:pt x="5020151" y="1264561"/>
                  </a:lnTo>
                  <a:lnTo>
                    <a:pt x="5102974" y="1255718"/>
                  </a:lnTo>
                  <a:lnTo>
                    <a:pt x="5179607" y="1245825"/>
                  </a:lnTo>
                  <a:lnTo>
                    <a:pt x="5249958" y="1234768"/>
                  </a:lnTo>
                  <a:lnTo>
                    <a:pt x="5314443" y="1222393"/>
                  </a:lnTo>
                  <a:lnTo>
                    <a:pt x="5373789" y="1208505"/>
                  </a:lnTo>
                  <a:lnTo>
                    <a:pt x="5428893" y="1192885"/>
                  </a:lnTo>
                  <a:lnTo>
                    <a:pt x="5480709" y="1175304"/>
                  </a:lnTo>
                  <a:lnTo>
                    <a:pt x="5530160" y="1155571"/>
                  </a:lnTo>
                  <a:lnTo>
                    <a:pt x="5567201" y="1138815"/>
                  </a:lnTo>
                  <a:lnTo>
                    <a:pt x="5615188" y="1114649"/>
                  </a:lnTo>
                  <a:lnTo>
                    <a:pt x="5662707" y="1088088"/>
                  </a:lnTo>
                  <a:lnTo>
                    <a:pt x="5710227" y="1059095"/>
                  </a:lnTo>
                  <a:lnTo>
                    <a:pt x="5758073" y="1027709"/>
                  </a:lnTo>
                  <a:lnTo>
                    <a:pt x="5806443" y="994056"/>
                  </a:lnTo>
                  <a:lnTo>
                    <a:pt x="5855425" y="958353"/>
                  </a:lnTo>
                  <a:lnTo>
                    <a:pt x="5905009" y="920910"/>
                  </a:lnTo>
                  <a:lnTo>
                    <a:pt x="5955104" y="882119"/>
                  </a:lnTo>
                  <a:lnTo>
                    <a:pt x="6005551" y="842443"/>
                  </a:lnTo>
                  <a:lnTo>
                    <a:pt x="6056153" y="802391"/>
                  </a:lnTo>
                  <a:lnTo>
                    <a:pt x="6106692" y="762491"/>
                  </a:lnTo>
                  <a:lnTo>
                    <a:pt x="6156957" y="723266"/>
                  </a:lnTo>
                  <a:lnTo>
                    <a:pt x="6206773" y="685201"/>
                  </a:lnTo>
                  <a:lnTo>
                    <a:pt x="6256016" y="648720"/>
                  </a:lnTo>
                  <a:lnTo>
                    <a:pt x="6304640" y="614168"/>
                  </a:lnTo>
                  <a:lnTo>
                    <a:pt x="6352690" y="581803"/>
                  </a:lnTo>
                  <a:lnTo>
                    <a:pt x="6400315" y="551788"/>
                  </a:lnTo>
                  <a:lnTo>
                    <a:pt x="6447787" y="524200"/>
                  </a:lnTo>
                  <a:lnTo>
                    <a:pt x="6495508" y="499031"/>
                  </a:lnTo>
                  <a:lnTo>
                    <a:pt x="6515891" y="489100"/>
                  </a:lnTo>
                  <a:lnTo>
                    <a:pt x="6564081" y="467632"/>
                  </a:lnTo>
                  <a:lnTo>
                    <a:pt x="6613996" y="448405"/>
                  </a:lnTo>
                  <a:lnTo>
                    <a:pt x="6666480" y="431292"/>
                  </a:lnTo>
                  <a:lnTo>
                    <a:pt x="6722471" y="416088"/>
                  </a:lnTo>
                  <a:lnTo>
                    <a:pt x="6782918" y="402565"/>
                  </a:lnTo>
                  <a:lnTo>
                    <a:pt x="6848689" y="390507"/>
                  </a:lnTo>
                  <a:lnTo>
                    <a:pt x="6920455" y="379729"/>
                  </a:lnTo>
                  <a:lnTo>
                    <a:pt x="6998535" y="370084"/>
                  </a:lnTo>
                  <a:lnTo>
                    <a:pt x="7082689" y="361471"/>
                  </a:lnTo>
                  <a:lnTo>
                    <a:pt x="7171883" y="353832"/>
                  </a:lnTo>
                  <a:lnTo>
                    <a:pt x="7264081" y="347152"/>
                  </a:lnTo>
                  <a:lnTo>
                    <a:pt x="7356137" y="341444"/>
                  </a:lnTo>
                  <a:lnTo>
                    <a:pt x="7443950" y="336731"/>
                  </a:lnTo>
                  <a:lnTo>
                    <a:pt x="7522938" y="333024"/>
                  </a:lnTo>
                  <a:lnTo>
                    <a:pt x="7588856" y="330295"/>
                  </a:lnTo>
                  <a:lnTo>
                    <a:pt x="7638752" y="328459"/>
                  </a:lnTo>
                  <a:lnTo>
                    <a:pt x="7671754" y="327374"/>
                  </a:lnTo>
                  <a:lnTo>
                    <a:pt x="7689424" y="326852"/>
                  </a:lnTo>
                  <a:lnTo>
                    <a:pt x="7695640" y="326686"/>
                  </a:lnTo>
                  <a:lnTo>
                    <a:pt x="7696237" y="326672"/>
                  </a:lnTo>
                  <a:lnTo>
                    <a:pt x="8234974" y="3266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7" name="pl787"/>
            <p:cNvSpPr/>
            <p:nvPr/>
          </p:nvSpPr>
          <p:spPr>
            <a:xfrm>
              <a:off x="546595" y="1746806"/>
              <a:ext cx="8234974" cy="1301243"/>
            </a:xfrm>
            <a:custGeom>
              <a:avLst/>
              <a:pathLst>
                <a:path w="8234974" h="1301243">
                  <a:moveTo>
                    <a:pt x="8234974" y="326672"/>
                  </a:moveTo>
                  <a:lnTo>
                    <a:pt x="7696237" y="326672"/>
                  </a:lnTo>
                  <a:lnTo>
                    <a:pt x="7694952" y="326704"/>
                  </a:lnTo>
                  <a:lnTo>
                    <a:pt x="7686567" y="326932"/>
                  </a:lnTo>
                  <a:lnTo>
                    <a:pt x="7665653" y="327565"/>
                  </a:lnTo>
                  <a:lnTo>
                    <a:pt x="7628835" y="328807"/>
                  </a:lnTo>
                  <a:lnTo>
                    <a:pt x="7575112" y="330836"/>
                  </a:lnTo>
                  <a:lnTo>
                    <a:pt x="7505882" y="333783"/>
                  </a:lnTo>
                  <a:lnTo>
                    <a:pt x="7424474" y="337720"/>
                  </a:lnTo>
                  <a:lnTo>
                    <a:pt x="7335293" y="342663"/>
                  </a:lnTo>
                  <a:lnTo>
                    <a:pt x="7242872" y="348596"/>
                  </a:lnTo>
                  <a:lnTo>
                    <a:pt x="7151124" y="355495"/>
                  </a:lnTo>
                  <a:lnTo>
                    <a:pt x="7062942" y="363354"/>
                  </a:lnTo>
                  <a:lnTo>
                    <a:pt x="6980119" y="372196"/>
                  </a:lnTo>
                  <a:lnTo>
                    <a:pt x="6903486" y="382090"/>
                  </a:lnTo>
                  <a:lnTo>
                    <a:pt x="6833135" y="393147"/>
                  </a:lnTo>
                  <a:lnTo>
                    <a:pt x="6768650" y="405522"/>
                  </a:lnTo>
                  <a:lnTo>
                    <a:pt x="6709303" y="419410"/>
                  </a:lnTo>
                  <a:lnTo>
                    <a:pt x="6654199" y="435030"/>
                  </a:lnTo>
                  <a:lnTo>
                    <a:pt x="6602384" y="452610"/>
                  </a:lnTo>
                  <a:lnTo>
                    <a:pt x="6552932" y="472344"/>
                  </a:lnTo>
                  <a:lnTo>
                    <a:pt x="6515891" y="489100"/>
                  </a:lnTo>
                  <a:lnTo>
                    <a:pt x="6467904" y="513266"/>
                  </a:lnTo>
                  <a:lnTo>
                    <a:pt x="6420385" y="539826"/>
                  </a:lnTo>
                  <a:lnTo>
                    <a:pt x="6372865" y="568819"/>
                  </a:lnTo>
                  <a:lnTo>
                    <a:pt x="6325020" y="600206"/>
                  </a:lnTo>
                  <a:lnTo>
                    <a:pt x="6276650" y="633859"/>
                  </a:lnTo>
                  <a:lnTo>
                    <a:pt x="6227667" y="669561"/>
                  </a:lnTo>
                  <a:lnTo>
                    <a:pt x="6178083" y="707005"/>
                  </a:lnTo>
                  <a:lnTo>
                    <a:pt x="6127989" y="745795"/>
                  </a:lnTo>
                  <a:lnTo>
                    <a:pt x="6077541" y="785472"/>
                  </a:lnTo>
                  <a:lnTo>
                    <a:pt x="6026939" y="825524"/>
                  </a:lnTo>
                  <a:lnTo>
                    <a:pt x="5976401" y="865424"/>
                  </a:lnTo>
                  <a:lnTo>
                    <a:pt x="5926135" y="904648"/>
                  </a:lnTo>
                  <a:lnTo>
                    <a:pt x="5876320" y="942714"/>
                  </a:lnTo>
                  <a:lnTo>
                    <a:pt x="5827077" y="979195"/>
                  </a:lnTo>
                  <a:lnTo>
                    <a:pt x="5778453" y="1013747"/>
                  </a:lnTo>
                  <a:lnTo>
                    <a:pt x="5730403" y="1046112"/>
                  </a:lnTo>
                  <a:lnTo>
                    <a:pt x="5682777" y="1076126"/>
                  </a:lnTo>
                  <a:lnTo>
                    <a:pt x="5635306" y="1103715"/>
                  </a:lnTo>
                  <a:lnTo>
                    <a:pt x="5587584" y="1128884"/>
                  </a:lnTo>
                  <a:lnTo>
                    <a:pt x="5567201" y="1138815"/>
                  </a:lnTo>
                  <a:lnTo>
                    <a:pt x="5519012" y="1160282"/>
                  </a:lnTo>
                  <a:lnTo>
                    <a:pt x="5469097" y="1179510"/>
                  </a:lnTo>
                  <a:lnTo>
                    <a:pt x="5416613" y="1196623"/>
                  </a:lnTo>
                  <a:lnTo>
                    <a:pt x="5360622" y="1211827"/>
                  </a:lnTo>
                  <a:lnTo>
                    <a:pt x="5300175" y="1225350"/>
                  </a:lnTo>
                  <a:lnTo>
                    <a:pt x="5234404" y="1237407"/>
                  </a:lnTo>
                  <a:lnTo>
                    <a:pt x="5162637" y="1248186"/>
                  </a:lnTo>
                  <a:lnTo>
                    <a:pt x="5084557" y="1257831"/>
                  </a:lnTo>
                  <a:lnTo>
                    <a:pt x="5000404" y="1266444"/>
                  </a:lnTo>
                  <a:lnTo>
                    <a:pt x="4911209" y="1274082"/>
                  </a:lnTo>
                  <a:lnTo>
                    <a:pt x="4819012" y="1280762"/>
                  </a:lnTo>
                  <a:lnTo>
                    <a:pt x="4726955" y="1286471"/>
                  </a:lnTo>
                  <a:lnTo>
                    <a:pt x="4639143" y="1291184"/>
                  </a:lnTo>
                  <a:lnTo>
                    <a:pt x="4560155" y="1294891"/>
                  </a:lnTo>
                  <a:lnTo>
                    <a:pt x="4494237" y="1297620"/>
                  </a:lnTo>
                  <a:lnTo>
                    <a:pt x="4444340" y="1299456"/>
                  </a:lnTo>
                  <a:lnTo>
                    <a:pt x="4411338" y="1300541"/>
                  </a:lnTo>
                  <a:lnTo>
                    <a:pt x="4393668" y="1301063"/>
                  </a:lnTo>
                  <a:lnTo>
                    <a:pt x="4387453" y="1301229"/>
                  </a:lnTo>
                  <a:lnTo>
                    <a:pt x="4386855" y="1301243"/>
                  </a:lnTo>
                  <a:lnTo>
                    <a:pt x="3848118" y="1301243"/>
                  </a:lnTo>
                  <a:lnTo>
                    <a:pt x="3846847" y="1301201"/>
                  </a:lnTo>
                  <a:lnTo>
                    <a:pt x="3838548" y="1300899"/>
                  </a:lnTo>
                  <a:lnTo>
                    <a:pt x="3817841" y="1300063"/>
                  </a:lnTo>
                  <a:lnTo>
                    <a:pt x="3781368" y="1298423"/>
                  </a:lnTo>
                  <a:lnTo>
                    <a:pt x="3728106" y="1295742"/>
                  </a:lnTo>
                  <a:lnTo>
                    <a:pt x="3659404" y="1291846"/>
                  </a:lnTo>
                  <a:lnTo>
                    <a:pt x="3578524" y="1286641"/>
                  </a:lnTo>
                  <a:lnTo>
                    <a:pt x="3489812" y="1280101"/>
                  </a:lnTo>
                  <a:lnTo>
                    <a:pt x="3397759" y="1272248"/>
                  </a:lnTo>
                  <a:lnTo>
                    <a:pt x="3306264" y="1263112"/>
                  </a:lnTo>
                  <a:lnTo>
                    <a:pt x="3218225" y="1252706"/>
                  </a:lnTo>
                  <a:lnTo>
                    <a:pt x="3135457" y="1240997"/>
                  </a:lnTo>
                  <a:lnTo>
                    <a:pt x="3058816" y="1227901"/>
                  </a:lnTo>
                  <a:lnTo>
                    <a:pt x="2988420" y="1213271"/>
                  </a:lnTo>
                  <a:lnTo>
                    <a:pt x="2923878" y="1196905"/>
                  </a:lnTo>
                  <a:lnTo>
                    <a:pt x="2864482" y="1178549"/>
                  </a:lnTo>
                  <a:lnTo>
                    <a:pt x="2809352" y="1157913"/>
                  </a:lnTo>
                  <a:lnTo>
                    <a:pt x="2757545" y="1134698"/>
                  </a:lnTo>
                  <a:lnTo>
                    <a:pt x="2708142" y="1108642"/>
                  </a:lnTo>
                  <a:lnTo>
                    <a:pt x="2667772" y="1084369"/>
                  </a:lnTo>
                  <a:lnTo>
                    <a:pt x="2622371" y="1053935"/>
                  </a:lnTo>
                  <a:lnTo>
                    <a:pt x="2577414" y="1020644"/>
                  </a:lnTo>
                  <a:lnTo>
                    <a:pt x="2532494" y="984448"/>
                  </a:lnTo>
                  <a:lnTo>
                    <a:pt x="2487321" y="945379"/>
                  </a:lnTo>
                  <a:lnTo>
                    <a:pt x="2441708" y="903559"/>
                  </a:lnTo>
                  <a:lnTo>
                    <a:pt x="2395558" y="859210"/>
                  </a:lnTo>
                  <a:lnTo>
                    <a:pt x="2348858" y="812649"/>
                  </a:lnTo>
                  <a:lnTo>
                    <a:pt x="2301661" y="764289"/>
                  </a:lnTo>
                  <a:lnTo>
                    <a:pt x="2254082" y="714623"/>
                  </a:lnTo>
                  <a:lnTo>
                    <a:pt x="2206274" y="664205"/>
                  </a:lnTo>
                  <a:lnTo>
                    <a:pt x="2158416" y="613626"/>
                  </a:lnTo>
                  <a:lnTo>
                    <a:pt x="2110693" y="563484"/>
                  </a:lnTo>
                  <a:lnTo>
                    <a:pt x="2063274" y="514357"/>
                  </a:lnTo>
                  <a:lnTo>
                    <a:pt x="2016297" y="466774"/>
                  </a:lnTo>
                  <a:lnTo>
                    <a:pt x="1969849" y="421192"/>
                  </a:lnTo>
                  <a:lnTo>
                    <a:pt x="1923954" y="377980"/>
                  </a:lnTo>
                  <a:lnTo>
                    <a:pt x="1878562" y="337414"/>
                  </a:lnTo>
                  <a:lnTo>
                    <a:pt x="1833535" y="299666"/>
                  </a:lnTo>
                  <a:lnTo>
                    <a:pt x="1788641" y="264817"/>
                  </a:lnTo>
                  <a:lnTo>
                    <a:pt x="1743536" y="232860"/>
                  </a:lnTo>
                  <a:lnTo>
                    <a:pt x="1719082" y="216873"/>
                  </a:lnTo>
                  <a:lnTo>
                    <a:pt x="1671069" y="188307"/>
                  </a:lnTo>
                  <a:lnTo>
                    <a:pt x="1621345" y="162712"/>
                  </a:lnTo>
                  <a:lnTo>
                    <a:pt x="1569078" y="139921"/>
                  </a:lnTo>
                  <a:lnTo>
                    <a:pt x="1513339" y="119664"/>
                  </a:lnTo>
                  <a:lnTo>
                    <a:pt x="1453190" y="101640"/>
                  </a:lnTo>
                  <a:lnTo>
                    <a:pt x="1387768" y="85562"/>
                  </a:lnTo>
                  <a:lnTo>
                    <a:pt x="1316406" y="71185"/>
                  </a:lnTo>
                  <a:lnTo>
                    <a:pt x="1238777" y="58315"/>
                  </a:lnTo>
                  <a:lnTo>
                    <a:pt x="1155102" y="46816"/>
                  </a:lnTo>
                  <a:lnTo>
                    <a:pt x="1066372" y="36610"/>
                  </a:lnTo>
                  <a:lnTo>
                    <a:pt x="974570" y="27675"/>
                  </a:lnTo>
                  <a:lnTo>
                    <a:pt x="882762" y="20026"/>
                  </a:lnTo>
                  <a:lnTo>
                    <a:pt x="794977" y="13695"/>
                  </a:lnTo>
                  <a:lnTo>
                    <a:pt x="715740" y="8699"/>
                  </a:lnTo>
                  <a:lnTo>
                    <a:pt x="649290" y="5002"/>
                  </a:lnTo>
                  <a:lnTo>
                    <a:pt x="598637" y="2498"/>
                  </a:lnTo>
                  <a:lnTo>
                    <a:pt x="564773" y="1002"/>
                  </a:lnTo>
                  <a:lnTo>
                    <a:pt x="546295" y="268"/>
                  </a:lnTo>
                  <a:lnTo>
                    <a:pt x="539505" y="2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8" name="pg788"/>
            <p:cNvSpPr/>
            <p:nvPr/>
          </p:nvSpPr>
          <p:spPr>
            <a:xfrm>
              <a:off x="546595" y="1752251"/>
              <a:ext cx="8234974" cy="1323021"/>
            </a:xfrm>
            <a:custGeom>
              <a:avLst/>
              <a:pathLst>
                <a:path w="8234974" h="1323021">
                  <a:moveTo>
                    <a:pt x="0" y="5444"/>
                  </a:moveTo>
                  <a:lnTo>
                    <a:pt x="538736" y="5444"/>
                  </a:lnTo>
                  <a:lnTo>
                    <a:pt x="540007" y="5487"/>
                  </a:lnTo>
                  <a:lnTo>
                    <a:pt x="548303" y="5791"/>
                  </a:lnTo>
                  <a:lnTo>
                    <a:pt x="569002" y="6634"/>
                  </a:lnTo>
                  <a:lnTo>
                    <a:pt x="605462" y="8287"/>
                  </a:lnTo>
                  <a:lnTo>
                    <a:pt x="658706" y="10989"/>
                  </a:lnTo>
                  <a:lnTo>
                    <a:pt x="727389" y="14916"/>
                  </a:lnTo>
                  <a:lnTo>
                    <a:pt x="808248" y="20163"/>
                  </a:lnTo>
                  <a:lnTo>
                    <a:pt x="896943" y="26755"/>
                  </a:lnTo>
                  <a:lnTo>
                    <a:pt x="988982" y="34672"/>
                  </a:lnTo>
                  <a:lnTo>
                    <a:pt x="1080467" y="43881"/>
                  </a:lnTo>
                  <a:lnTo>
                    <a:pt x="1168500" y="54371"/>
                  </a:lnTo>
                  <a:lnTo>
                    <a:pt x="1251266" y="66173"/>
                  </a:lnTo>
                  <a:lnTo>
                    <a:pt x="1327908" y="79375"/>
                  </a:lnTo>
                  <a:lnTo>
                    <a:pt x="1398305" y="94122"/>
                  </a:lnTo>
                  <a:lnTo>
                    <a:pt x="1462849" y="110619"/>
                  </a:lnTo>
                  <a:lnTo>
                    <a:pt x="1522247" y="129122"/>
                  </a:lnTo>
                  <a:lnTo>
                    <a:pt x="1577378" y="149922"/>
                  </a:lnTo>
                  <a:lnTo>
                    <a:pt x="1629185" y="173322"/>
                  </a:lnTo>
                  <a:lnTo>
                    <a:pt x="1678586" y="199584"/>
                  </a:lnTo>
                  <a:lnTo>
                    <a:pt x="1719082" y="224133"/>
                  </a:lnTo>
                  <a:lnTo>
                    <a:pt x="1764397" y="254761"/>
                  </a:lnTo>
                  <a:lnTo>
                    <a:pt x="1809269" y="288258"/>
                  </a:lnTo>
                  <a:lnTo>
                    <a:pt x="1854103" y="324673"/>
                  </a:lnTo>
                  <a:lnTo>
                    <a:pt x="1899188" y="363975"/>
                  </a:lnTo>
                  <a:lnTo>
                    <a:pt x="1944710" y="406042"/>
                  </a:lnTo>
                  <a:lnTo>
                    <a:pt x="1990766" y="450652"/>
                  </a:lnTo>
                  <a:lnTo>
                    <a:pt x="2037371" y="497488"/>
                  </a:lnTo>
                  <a:lnTo>
                    <a:pt x="2084471" y="546137"/>
                  </a:lnTo>
                  <a:lnTo>
                    <a:pt x="2131955" y="596107"/>
                  </a:lnTo>
                  <a:lnTo>
                    <a:pt x="2179669" y="646842"/>
                  </a:lnTo>
                  <a:lnTo>
                    <a:pt x="2227436" y="697750"/>
                  </a:lnTo>
                  <a:lnTo>
                    <a:pt x="2275074" y="748231"/>
                  </a:lnTo>
                  <a:lnTo>
                    <a:pt x="2322411" y="797705"/>
                  </a:lnTo>
                  <a:lnTo>
                    <a:pt x="2369312" y="845641"/>
                  </a:lnTo>
                  <a:lnTo>
                    <a:pt x="2415687" y="891579"/>
                  </a:lnTo>
                  <a:lnTo>
                    <a:pt x="2461510" y="935143"/>
                  </a:lnTo>
                  <a:lnTo>
                    <a:pt x="2506830" y="976059"/>
                  </a:lnTo>
                  <a:lnTo>
                    <a:pt x="2551780" y="1014146"/>
                  </a:lnTo>
                  <a:lnTo>
                    <a:pt x="2596588" y="1049323"/>
                  </a:lnTo>
                  <a:lnTo>
                    <a:pt x="2641591" y="1081593"/>
                  </a:lnTo>
                  <a:lnTo>
                    <a:pt x="2667772" y="1098888"/>
                  </a:lnTo>
                  <a:lnTo>
                    <a:pt x="2715779" y="1127689"/>
                  </a:lnTo>
                  <a:lnTo>
                    <a:pt x="2765495" y="1153496"/>
                  </a:lnTo>
                  <a:lnTo>
                    <a:pt x="2817754" y="1176475"/>
                  </a:lnTo>
                  <a:lnTo>
                    <a:pt x="2873483" y="1196900"/>
                  </a:lnTo>
                  <a:lnTo>
                    <a:pt x="2933622" y="1215074"/>
                  </a:lnTo>
                  <a:lnTo>
                    <a:pt x="2999030" y="1231286"/>
                  </a:lnTo>
                  <a:lnTo>
                    <a:pt x="3070377" y="1245782"/>
                  </a:lnTo>
                  <a:lnTo>
                    <a:pt x="3147989" y="1258760"/>
                  </a:lnTo>
                  <a:lnTo>
                    <a:pt x="3231646" y="1270355"/>
                  </a:lnTo>
                  <a:lnTo>
                    <a:pt x="3320358" y="1280647"/>
                  </a:lnTo>
                  <a:lnTo>
                    <a:pt x="3412146" y="1289658"/>
                  </a:lnTo>
                  <a:lnTo>
                    <a:pt x="3503944" y="1297372"/>
                  </a:lnTo>
                  <a:lnTo>
                    <a:pt x="3591727" y="1303756"/>
                  </a:lnTo>
                  <a:lnTo>
                    <a:pt x="3670973" y="1308796"/>
                  </a:lnTo>
                  <a:lnTo>
                    <a:pt x="3737443" y="1312526"/>
                  </a:lnTo>
                  <a:lnTo>
                    <a:pt x="3788125" y="1315053"/>
                  </a:lnTo>
                  <a:lnTo>
                    <a:pt x="3822022" y="1316564"/>
                  </a:lnTo>
                  <a:lnTo>
                    <a:pt x="3840530" y="1317305"/>
                  </a:lnTo>
                  <a:lnTo>
                    <a:pt x="3847343" y="1317551"/>
                  </a:lnTo>
                  <a:lnTo>
                    <a:pt x="3848118" y="1317577"/>
                  </a:lnTo>
                  <a:lnTo>
                    <a:pt x="4386855" y="1317577"/>
                  </a:lnTo>
                  <a:lnTo>
                    <a:pt x="4388158" y="1317577"/>
                  </a:lnTo>
                  <a:lnTo>
                    <a:pt x="4396657" y="1317578"/>
                  </a:lnTo>
                  <a:lnTo>
                    <a:pt x="4417843" y="1317582"/>
                  </a:lnTo>
                  <a:lnTo>
                    <a:pt x="4455112" y="1317589"/>
                  </a:lnTo>
                  <a:lnTo>
                    <a:pt x="4509439" y="1317600"/>
                  </a:lnTo>
                  <a:lnTo>
                    <a:pt x="4579358" y="1317617"/>
                  </a:lnTo>
                  <a:lnTo>
                    <a:pt x="4661455" y="1317639"/>
                  </a:lnTo>
                  <a:lnTo>
                    <a:pt x="4751244" y="1317667"/>
                  </a:lnTo>
                  <a:lnTo>
                    <a:pt x="4844140" y="1317701"/>
                  </a:lnTo>
                  <a:lnTo>
                    <a:pt x="4936212" y="1317740"/>
                  </a:lnTo>
                  <a:lnTo>
                    <a:pt x="5024576" y="1317784"/>
                  </a:lnTo>
                  <a:lnTo>
                    <a:pt x="5107465" y="1317834"/>
                  </a:lnTo>
                  <a:lnTo>
                    <a:pt x="5184084" y="1317890"/>
                  </a:lnTo>
                  <a:lnTo>
                    <a:pt x="5254375" y="1317952"/>
                  </a:lnTo>
                  <a:lnTo>
                    <a:pt x="5318786" y="1318022"/>
                  </a:lnTo>
                  <a:lnTo>
                    <a:pt x="5378070" y="1318101"/>
                  </a:lnTo>
                  <a:lnTo>
                    <a:pt x="5433142" y="1318190"/>
                  </a:lnTo>
                  <a:lnTo>
                    <a:pt x="5484972" y="1318289"/>
                  </a:lnTo>
                  <a:lnTo>
                    <a:pt x="5534491" y="1318401"/>
                  </a:lnTo>
                  <a:lnTo>
                    <a:pt x="5567201" y="1318484"/>
                  </a:lnTo>
                  <a:lnTo>
                    <a:pt x="5619996" y="1318634"/>
                  </a:lnTo>
                  <a:lnTo>
                    <a:pt x="5672286" y="1318799"/>
                  </a:lnTo>
                  <a:lnTo>
                    <a:pt x="5724667" y="1318981"/>
                  </a:lnTo>
                  <a:lnTo>
                    <a:pt x="5777529" y="1319179"/>
                  </a:lnTo>
                  <a:lnTo>
                    <a:pt x="5831081" y="1319392"/>
                  </a:lnTo>
                  <a:lnTo>
                    <a:pt x="5885382" y="1319618"/>
                  </a:lnTo>
                  <a:lnTo>
                    <a:pt x="5940353" y="1319854"/>
                  </a:lnTo>
                  <a:lnTo>
                    <a:pt x="5995814" y="1320097"/>
                  </a:lnTo>
                  <a:lnTo>
                    <a:pt x="6051511" y="1320343"/>
                  </a:lnTo>
                  <a:lnTo>
                    <a:pt x="6107156" y="1320589"/>
                  </a:lnTo>
                  <a:lnTo>
                    <a:pt x="6162468" y="1320829"/>
                  </a:lnTo>
                  <a:lnTo>
                    <a:pt x="6217216" y="1321062"/>
                  </a:lnTo>
                  <a:lnTo>
                    <a:pt x="6271251" y="1321284"/>
                  </a:lnTo>
                  <a:lnTo>
                    <a:pt x="6324542" y="1321491"/>
                  </a:lnTo>
                  <a:lnTo>
                    <a:pt x="6377199" y="1321684"/>
                  </a:lnTo>
                  <a:lnTo>
                    <a:pt x="6429493" y="1321860"/>
                  </a:lnTo>
                  <a:lnTo>
                    <a:pt x="6481883" y="1322020"/>
                  </a:lnTo>
                  <a:lnTo>
                    <a:pt x="6515891" y="1322114"/>
                  </a:lnTo>
                  <a:lnTo>
                    <a:pt x="6564311" y="1322234"/>
                  </a:lnTo>
                  <a:lnTo>
                    <a:pt x="6614476" y="1322342"/>
                  </a:lnTo>
                  <a:lnTo>
                    <a:pt x="6667243" y="1322438"/>
                  </a:lnTo>
                  <a:lnTo>
                    <a:pt x="6723563" y="1322523"/>
                  </a:lnTo>
                  <a:lnTo>
                    <a:pt x="6784399" y="1322599"/>
                  </a:lnTo>
                  <a:lnTo>
                    <a:pt x="6850628" y="1322666"/>
                  </a:lnTo>
                  <a:lnTo>
                    <a:pt x="6922924" y="1322727"/>
                  </a:lnTo>
                  <a:lnTo>
                    <a:pt x="7001594" y="1322781"/>
                  </a:lnTo>
                  <a:lnTo>
                    <a:pt x="7086371" y="1322829"/>
                  </a:lnTo>
                  <a:lnTo>
                    <a:pt x="7176171" y="1322871"/>
                  </a:lnTo>
                  <a:lnTo>
                    <a:pt x="7268876" y="1322909"/>
                  </a:lnTo>
                  <a:lnTo>
                    <a:pt x="7361246" y="1322940"/>
                  </a:lnTo>
                  <a:lnTo>
                    <a:pt x="7449077" y="1322967"/>
                  </a:lnTo>
                  <a:lnTo>
                    <a:pt x="7527719" y="1322987"/>
                  </a:lnTo>
                  <a:lnTo>
                    <a:pt x="7592923" y="1323002"/>
                  </a:lnTo>
                  <a:lnTo>
                    <a:pt x="7641817" y="1323012"/>
                  </a:lnTo>
                  <a:lnTo>
                    <a:pt x="7673692" y="1323018"/>
                  </a:lnTo>
                  <a:lnTo>
                    <a:pt x="7690324" y="1323020"/>
                  </a:lnTo>
                  <a:lnTo>
                    <a:pt x="7695822" y="1323021"/>
                  </a:lnTo>
                  <a:lnTo>
                    <a:pt x="7696237" y="1323021"/>
                  </a:lnTo>
                  <a:lnTo>
                    <a:pt x="8234974" y="1323021"/>
                  </a:lnTo>
                  <a:lnTo>
                    <a:pt x="8234974" y="1317577"/>
                  </a:lnTo>
                  <a:lnTo>
                    <a:pt x="7696237" y="1317577"/>
                  </a:lnTo>
                  <a:lnTo>
                    <a:pt x="7694935" y="1317577"/>
                  </a:lnTo>
                  <a:lnTo>
                    <a:pt x="7686435" y="1317575"/>
                  </a:lnTo>
                  <a:lnTo>
                    <a:pt x="7665250" y="1317572"/>
                  </a:lnTo>
                  <a:lnTo>
                    <a:pt x="7627980" y="1317565"/>
                  </a:lnTo>
                  <a:lnTo>
                    <a:pt x="7573653" y="1317553"/>
                  </a:lnTo>
                  <a:lnTo>
                    <a:pt x="7503734" y="1317536"/>
                  </a:lnTo>
                  <a:lnTo>
                    <a:pt x="7421638" y="1317514"/>
                  </a:lnTo>
                  <a:lnTo>
                    <a:pt x="7331849" y="1317486"/>
                  </a:lnTo>
                  <a:lnTo>
                    <a:pt x="7238952" y="1317453"/>
                  </a:lnTo>
                  <a:lnTo>
                    <a:pt x="7146881" y="1317414"/>
                  </a:lnTo>
                  <a:lnTo>
                    <a:pt x="7058517" y="1317369"/>
                  </a:lnTo>
                  <a:lnTo>
                    <a:pt x="6975627" y="1317319"/>
                  </a:lnTo>
                  <a:lnTo>
                    <a:pt x="6899009" y="1317264"/>
                  </a:lnTo>
                  <a:lnTo>
                    <a:pt x="6828717" y="1317201"/>
                  </a:lnTo>
                  <a:lnTo>
                    <a:pt x="6764307" y="1317131"/>
                  </a:lnTo>
                  <a:lnTo>
                    <a:pt x="6705023" y="1317052"/>
                  </a:lnTo>
                  <a:lnTo>
                    <a:pt x="6649950" y="1316964"/>
                  </a:lnTo>
                  <a:lnTo>
                    <a:pt x="6598120" y="1316864"/>
                  </a:lnTo>
                  <a:lnTo>
                    <a:pt x="6548602" y="1316753"/>
                  </a:lnTo>
                  <a:lnTo>
                    <a:pt x="6515891" y="1316669"/>
                  </a:lnTo>
                  <a:lnTo>
                    <a:pt x="6463097" y="1316520"/>
                  </a:lnTo>
                  <a:lnTo>
                    <a:pt x="6410806" y="1316354"/>
                  </a:lnTo>
                  <a:lnTo>
                    <a:pt x="6358425" y="1316172"/>
                  </a:lnTo>
                  <a:lnTo>
                    <a:pt x="6305564" y="1315974"/>
                  </a:lnTo>
                  <a:lnTo>
                    <a:pt x="6252011" y="1315761"/>
                  </a:lnTo>
                  <a:lnTo>
                    <a:pt x="6197711" y="1315536"/>
                  </a:lnTo>
                  <a:lnTo>
                    <a:pt x="6142739" y="1315300"/>
                  </a:lnTo>
                  <a:lnTo>
                    <a:pt x="6087278" y="1315057"/>
                  </a:lnTo>
                  <a:lnTo>
                    <a:pt x="6031581" y="1314810"/>
                  </a:lnTo>
                  <a:lnTo>
                    <a:pt x="5975937" y="1314565"/>
                  </a:lnTo>
                  <a:lnTo>
                    <a:pt x="5920625" y="1314324"/>
                  </a:lnTo>
                  <a:lnTo>
                    <a:pt x="5865877" y="1314091"/>
                  </a:lnTo>
                  <a:lnTo>
                    <a:pt x="5811842" y="1313870"/>
                  </a:lnTo>
                  <a:lnTo>
                    <a:pt x="5758550" y="1313662"/>
                  </a:lnTo>
                  <a:lnTo>
                    <a:pt x="5705894" y="1313470"/>
                  </a:lnTo>
                  <a:lnTo>
                    <a:pt x="5653600" y="1313294"/>
                  </a:lnTo>
                  <a:lnTo>
                    <a:pt x="5601209" y="1313134"/>
                  </a:lnTo>
                  <a:lnTo>
                    <a:pt x="5567201" y="1313040"/>
                  </a:lnTo>
                  <a:lnTo>
                    <a:pt x="5518782" y="1312919"/>
                  </a:lnTo>
                  <a:lnTo>
                    <a:pt x="5468616" y="1312811"/>
                  </a:lnTo>
                  <a:lnTo>
                    <a:pt x="5415850" y="1312715"/>
                  </a:lnTo>
                  <a:lnTo>
                    <a:pt x="5359529" y="1312630"/>
                  </a:lnTo>
                  <a:lnTo>
                    <a:pt x="5298693" y="1312555"/>
                  </a:lnTo>
                  <a:lnTo>
                    <a:pt x="5232464" y="1312487"/>
                  </a:lnTo>
                  <a:lnTo>
                    <a:pt x="5160169" y="1312427"/>
                  </a:lnTo>
                  <a:lnTo>
                    <a:pt x="5081499" y="1312373"/>
                  </a:lnTo>
                  <a:lnTo>
                    <a:pt x="4996722" y="1312325"/>
                  </a:lnTo>
                  <a:lnTo>
                    <a:pt x="4906922" y="1312282"/>
                  </a:lnTo>
                  <a:lnTo>
                    <a:pt x="4814217" y="1312245"/>
                  </a:lnTo>
                  <a:lnTo>
                    <a:pt x="4721847" y="1312213"/>
                  </a:lnTo>
                  <a:lnTo>
                    <a:pt x="4634016" y="1312187"/>
                  </a:lnTo>
                  <a:lnTo>
                    <a:pt x="4555374" y="1312167"/>
                  </a:lnTo>
                  <a:lnTo>
                    <a:pt x="4490170" y="1312152"/>
                  </a:lnTo>
                  <a:lnTo>
                    <a:pt x="4441275" y="1312142"/>
                  </a:lnTo>
                  <a:lnTo>
                    <a:pt x="4409400" y="1312136"/>
                  </a:lnTo>
                  <a:lnTo>
                    <a:pt x="4392768" y="1312133"/>
                  </a:lnTo>
                  <a:lnTo>
                    <a:pt x="4387271" y="1312132"/>
                  </a:lnTo>
                  <a:lnTo>
                    <a:pt x="4386855" y="1312132"/>
                  </a:lnTo>
                  <a:lnTo>
                    <a:pt x="3848118" y="1312132"/>
                  </a:lnTo>
                  <a:lnTo>
                    <a:pt x="3846847" y="1312090"/>
                  </a:lnTo>
                  <a:lnTo>
                    <a:pt x="3838551" y="1311785"/>
                  </a:lnTo>
                  <a:lnTo>
                    <a:pt x="3817853" y="1310943"/>
                  </a:lnTo>
                  <a:lnTo>
                    <a:pt x="3781392" y="1309290"/>
                  </a:lnTo>
                  <a:lnTo>
                    <a:pt x="3728148" y="1306587"/>
                  </a:lnTo>
                  <a:lnTo>
                    <a:pt x="3659466" y="1302660"/>
                  </a:lnTo>
                  <a:lnTo>
                    <a:pt x="3578606" y="1297413"/>
                  </a:lnTo>
                  <a:lnTo>
                    <a:pt x="3489911" y="1290821"/>
                  </a:lnTo>
                  <a:lnTo>
                    <a:pt x="3397873" y="1282905"/>
                  </a:lnTo>
                  <a:lnTo>
                    <a:pt x="3306387" y="1273696"/>
                  </a:lnTo>
                  <a:lnTo>
                    <a:pt x="3218354" y="1263206"/>
                  </a:lnTo>
                  <a:lnTo>
                    <a:pt x="3135588" y="1251403"/>
                  </a:lnTo>
                  <a:lnTo>
                    <a:pt x="3058947" y="1238201"/>
                  </a:lnTo>
                  <a:lnTo>
                    <a:pt x="2988549" y="1223454"/>
                  </a:lnTo>
                  <a:lnTo>
                    <a:pt x="2924005" y="1206957"/>
                  </a:lnTo>
                  <a:lnTo>
                    <a:pt x="2864608" y="1188454"/>
                  </a:lnTo>
                  <a:lnTo>
                    <a:pt x="2809476" y="1167654"/>
                  </a:lnTo>
                  <a:lnTo>
                    <a:pt x="2757670" y="1144255"/>
                  </a:lnTo>
                  <a:lnTo>
                    <a:pt x="2708268" y="1117992"/>
                  </a:lnTo>
                  <a:lnTo>
                    <a:pt x="2667772" y="1093443"/>
                  </a:lnTo>
                  <a:lnTo>
                    <a:pt x="2622457" y="1062815"/>
                  </a:lnTo>
                  <a:lnTo>
                    <a:pt x="2577585" y="1029318"/>
                  </a:lnTo>
                  <a:lnTo>
                    <a:pt x="2532751" y="992903"/>
                  </a:lnTo>
                  <a:lnTo>
                    <a:pt x="2487667" y="953601"/>
                  </a:lnTo>
                  <a:lnTo>
                    <a:pt x="2442144" y="911535"/>
                  </a:lnTo>
                  <a:lnTo>
                    <a:pt x="2396089" y="866924"/>
                  </a:lnTo>
                  <a:lnTo>
                    <a:pt x="2349484" y="820088"/>
                  </a:lnTo>
                  <a:lnTo>
                    <a:pt x="2302384" y="771439"/>
                  </a:lnTo>
                  <a:lnTo>
                    <a:pt x="2254900" y="721469"/>
                  </a:lnTo>
                  <a:lnTo>
                    <a:pt x="2207186" y="670735"/>
                  </a:lnTo>
                  <a:lnTo>
                    <a:pt x="2159418" y="619826"/>
                  </a:lnTo>
                  <a:lnTo>
                    <a:pt x="2111781" y="569345"/>
                  </a:lnTo>
                  <a:lnTo>
                    <a:pt x="2064443" y="519871"/>
                  </a:lnTo>
                  <a:lnTo>
                    <a:pt x="2017543" y="471935"/>
                  </a:lnTo>
                  <a:lnTo>
                    <a:pt x="1971168" y="425998"/>
                  </a:lnTo>
                  <a:lnTo>
                    <a:pt x="1925344" y="382433"/>
                  </a:lnTo>
                  <a:lnTo>
                    <a:pt x="1880025" y="341518"/>
                  </a:lnTo>
                  <a:lnTo>
                    <a:pt x="1835075" y="303430"/>
                  </a:lnTo>
                  <a:lnTo>
                    <a:pt x="1790266" y="268253"/>
                  </a:lnTo>
                  <a:lnTo>
                    <a:pt x="1745263" y="235983"/>
                  </a:lnTo>
                  <a:lnTo>
                    <a:pt x="1719082" y="218688"/>
                  </a:lnTo>
                  <a:lnTo>
                    <a:pt x="1671076" y="189887"/>
                  </a:lnTo>
                  <a:lnTo>
                    <a:pt x="1621359" y="164080"/>
                  </a:lnTo>
                  <a:lnTo>
                    <a:pt x="1569101" y="141101"/>
                  </a:lnTo>
                  <a:lnTo>
                    <a:pt x="1513371" y="120676"/>
                  </a:lnTo>
                  <a:lnTo>
                    <a:pt x="1453233" y="102502"/>
                  </a:lnTo>
                  <a:lnTo>
                    <a:pt x="1387825" y="86291"/>
                  </a:lnTo>
                  <a:lnTo>
                    <a:pt x="1316478" y="71794"/>
                  </a:lnTo>
                  <a:lnTo>
                    <a:pt x="1238866" y="58817"/>
                  </a:lnTo>
                  <a:lnTo>
                    <a:pt x="1155208" y="47221"/>
                  </a:lnTo>
                  <a:lnTo>
                    <a:pt x="1066497" y="36930"/>
                  </a:lnTo>
                  <a:lnTo>
                    <a:pt x="974709" y="27919"/>
                  </a:lnTo>
                  <a:lnTo>
                    <a:pt x="882911" y="20205"/>
                  </a:lnTo>
                  <a:lnTo>
                    <a:pt x="795127" y="13820"/>
                  </a:lnTo>
                  <a:lnTo>
                    <a:pt x="715881" y="8780"/>
                  </a:lnTo>
                  <a:lnTo>
                    <a:pt x="649411" y="5050"/>
                  </a:lnTo>
                  <a:lnTo>
                    <a:pt x="598730" y="2523"/>
                  </a:lnTo>
                  <a:lnTo>
                    <a:pt x="564833" y="1013"/>
                  </a:lnTo>
                  <a:lnTo>
                    <a:pt x="546325" y="272"/>
                  </a:lnTo>
                  <a:lnTo>
                    <a:pt x="539512" y="2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89" name="pl789"/>
            <p:cNvSpPr/>
            <p:nvPr/>
          </p:nvSpPr>
          <p:spPr>
            <a:xfrm>
              <a:off x="546595" y="1757695"/>
              <a:ext cx="8234974" cy="1317577"/>
            </a:xfrm>
            <a:custGeom>
              <a:avLst/>
              <a:pathLst>
                <a:path w="8234974" h="1317577">
                  <a:moveTo>
                    <a:pt x="0" y="0"/>
                  </a:moveTo>
                  <a:lnTo>
                    <a:pt x="538736" y="0"/>
                  </a:lnTo>
                  <a:lnTo>
                    <a:pt x="540007" y="42"/>
                  </a:lnTo>
                  <a:lnTo>
                    <a:pt x="548303" y="347"/>
                  </a:lnTo>
                  <a:lnTo>
                    <a:pt x="569002" y="1189"/>
                  </a:lnTo>
                  <a:lnTo>
                    <a:pt x="605462" y="2842"/>
                  </a:lnTo>
                  <a:lnTo>
                    <a:pt x="658706" y="5544"/>
                  </a:lnTo>
                  <a:lnTo>
                    <a:pt x="727389" y="9471"/>
                  </a:lnTo>
                  <a:lnTo>
                    <a:pt x="808248" y="14719"/>
                  </a:lnTo>
                  <a:lnTo>
                    <a:pt x="896943" y="21311"/>
                  </a:lnTo>
                  <a:lnTo>
                    <a:pt x="988982" y="29227"/>
                  </a:lnTo>
                  <a:lnTo>
                    <a:pt x="1080467" y="38436"/>
                  </a:lnTo>
                  <a:lnTo>
                    <a:pt x="1168500" y="48926"/>
                  </a:lnTo>
                  <a:lnTo>
                    <a:pt x="1251266" y="60729"/>
                  </a:lnTo>
                  <a:lnTo>
                    <a:pt x="1327908" y="73931"/>
                  </a:lnTo>
                  <a:lnTo>
                    <a:pt x="1398305" y="88678"/>
                  </a:lnTo>
                  <a:lnTo>
                    <a:pt x="1462849" y="105175"/>
                  </a:lnTo>
                  <a:lnTo>
                    <a:pt x="1522247" y="123677"/>
                  </a:lnTo>
                  <a:lnTo>
                    <a:pt x="1577378" y="144477"/>
                  </a:lnTo>
                  <a:lnTo>
                    <a:pt x="1629185" y="167877"/>
                  </a:lnTo>
                  <a:lnTo>
                    <a:pt x="1678586" y="194140"/>
                  </a:lnTo>
                  <a:lnTo>
                    <a:pt x="1719082" y="218688"/>
                  </a:lnTo>
                  <a:lnTo>
                    <a:pt x="1764397" y="249316"/>
                  </a:lnTo>
                  <a:lnTo>
                    <a:pt x="1809269" y="282813"/>
                  </a:lnTo>
                  <a:lnTo>
                    <a:pt x="1854103" y="319229"/>
                  </a:lnTo>
                  <a:lnTo>
                    <a:pt x="1899188" y="358531"/>
                  </a:lnTo>
                  <a:lnTo>
                    <a:pt x="1944710" y="400597"/>
                  </a:lnTo>
                  <a:lnTo>
                    <a:pt x="1990766" y="445208"/>
                  </a:lnTo>
                  <a:lnTo>
                    <a:pt x="2037371" y="492043"/>
                  </a:lnTo>
                  <a:lnTo>
                    <a:pt x="2084471" y="540693"/>
                  </a:lnTo>
                  <a:lnTo>
                    <a:pt x="2131955" y="590662"/>
                  </a:lnTo>
                  <a:lnTo>
                    <a:pt x="2179669" y="641397"/>
                  </a:lnTo>
                  <a:lnTo>
                    <a:pt x="2227436" y="692305"/>
                  </a:lnTo>
                  <a:lnTo>
                    <a:pt x="2275074" y="742786"/>
                  </a:lnTo>
                  <a:lnTo>
                    <a:pt x="2322411" y="792261"/>
                  </a:lnTo>
                  <a:lnTo>
                    <a:pt x="2369312" y="840197"/>
                  </a:lnTo>
                  <a:lnTo>
                    <a:pt x="2415687" y="886134"/>
                  </a:lnTo>
                  <a:lnTo>
                    <a:pt x="2461510" y="929699"/>
                  </a:lnTo>
                  <a:lnTo>
                    <a:pt x="2506830" y="970614"/>
                  </a:lnTo>
                  <a:lnTo>
                    <a:pt x="2551780" y="1008702"/>
                  </a:lnTo>
                  <a:lnTo>
                    <a:pt x="2596588" y="1043878"/>
                  </a:lnTo>
                  <a:lnTo>
                    <a:pt x="2641591" y="1076148"/>
                  </a:lnTo>
                  <a:lnTo>
                    <a:pt x="2667772" y="1093443"/>
                  </a:lnTo>
                  <a:lnTo>
                    <a:pt x="2715779" y="1122245"/>
                  </a:lnTo>
                  <a:lnTo>
                    <a:pt x="2765495" y="1148052"/>
                  </a:lnTo>
                  <a:lnTo>
                    <a:pt x="2817754" y="1171031"/>
                  </a:lnTo>
                  <a:lnTo>
                    <a:pt x="2873483" y="1191456"/>
                  </a:lnTo>
                  <a:lnTo>
                    <a:pt x="2933622" y="1209630"/>
                  </a:lnTo>
                  <a:lnTo>
                    <a:pt x="2999030" y="1225841"/>
                  </a:lnTo>
                  <a:lnTo>
                    <a:pt x="3070377" y="1240338"/>
                  </a:lnTo>
                  <a:lnTo>
                    <a:pt x="3147989" y="1253315"/>
                  </a:lnTo>
                  <a:lnTo>
                    <a:pt x="3231646" y="1264911"/>
                  </a:lnTo>
                  <a:lnTo>
                    <a:pt x="3320358" y="1275202"/>
                  </a:lnTo>
                  <a:lnTo>
                    <a:pt x="3412146" y="1284213"/>
                  </a:lnTo>
                  <a:lnTo>
                    <a:pt x="3503944" y="1291927"/>
                  </a:lnTo>
                  <a:lnTo>
                    <a:pt x="3591727" y="1298312"/>
                  </a:lnTo>
                  <a:lnTo>
                    <a:pt x="3670973" y="1303352"/>
                  </a:lnTo>
                  <a:lnTo>
                    <a:pt x="3737443" y="1307081"/>
                  </a:lnTo>
                  <a:lnTo>
                    <a:pt x="3788125" y="1309608"/>
                  </a:lnTo>
                  <a:lnTo>
                    <a:pt x="3822022" y="1311119"/>
                  </a:lnTo>
                  <a:lnTo>
                    <a:pt x="3840530" y="1311860"/>
                  </a:lnTo>
                  <a:lnTo>
                    <a:pt x="3847343" y="1312107"/>
                  </a:lnTo>
                  <a:lnTo>
                    <a:pt x="3848118" y="1312132"/>
                  </a:lnTo>
                  <a:lnTo>
                    <a:pt x="4386855" y="1312132"/>
                  </a:lnTo>
                  <a:lnTo>
                    <a:pt x="4388158" y="1312132"/>
                  </a:lnTo>
                  <a:lnTo>
                    <a:pt x="4396657" y="1312134"/>
                  </a:lnTo>
                  <a:lnTo>
                    <a:pt x="4417843" y="1312137"/>
                  </a:lnTo>
                  <a:lnTo>
                    <a:pt x="4455112" y="1312144"/>
                  </a:lnTo>
                  <a:lnTo>
                    <a:pt x="4509439" y="1312156"/>
                  </a:lnTo>
                  <a:lnTo>
                    <a:pt x="4579358" y="1312173"/>
                  </a:lnTo>
                  <a:lnTo>
                    <a:pt x="4661455" y="1312195"/>
                  </a:lnTo>
                  <a:lnTo>
                    <a:pt x="4751244" y="1312223"/>
                  </a:lnTo>
                  <a:lnTo>
                    <a:pt x="4844140" y="1312256"/>
                  </a:lnTo>
                  <a:lnTo>
                    <a:pt x="4936212" y="1312295"/>
                  </a:lnTo>
                  <a:lnTo>
                    <a:pt x="5024576" y="1312340"/>
                  </a:lnTo>
                  <a:lnTo>
                    <a:pt x="5107465" y="1312390"/>
                  </a:lnTo>
                  <a:lnTo>
                    <a:pt x="5184084" y="1312445"/>
                  </a:lnTo>
                  <a:lnTo>
                    <a:pt x="5254375" y="1312508"/>
                  </a:lnTo>
                  <a:lnTo>
                    <a:pt x="5318786" y="1312578"/>
                  </a:lnTo>
                  <a:lnTo>
                    <a:pt x="5378070" y="1312657"/>
                  </a:lnTo>
                  <a:lnTo>
                    <a:pt x="5433142" y="1312745"/>
                  </a:lnTo>
                  <a:lnTo>
                    <a:pt x="5484972" y="1312845"/>
                  </a:lnTo>
                  <a:lnTo>
                    <a:pt x="5534491" y="1312957"/>
                  </a:lnTo>
                  <a:lnTo>
                    <a:pt x="5567201" y="1313040"/>
                  </a:lnTo>
                  <a:lnTo>
                    <a:pt x="5619996" y="1313189"/>
                  </a:lnTo>
                  <a:lnTo>
                    <a:pt x="5672286" y="1313355"/>
                  </a:lnTo>
                  <a:lnTo>
                    <a:pt x="5724667" y="1313537"/>
                  </a:lnTo>
                  <a:lnTo>
                    <a:pt x="5777529" y="1313735"/>
                  </a:lnTo>
                  <a:lnTo>
                    <a:pt x="5831081" y="1313948"/>
                  </a:lnTo>
                  <a:lnTo>
                    <a:pt x="5885382" y="1314173"/>
                  </a:lnTo>
                  <a:lnTo>
                    <a:pt x="5940353" y="1314409"/>
                  </a:lnTo>
                  <a:lnTo>
                    <a:pt x="5995814" y="1314652"/>
                  </a:lnTo>
                  <a:lnTo>
                    <a:pt x="6051511" y="1314899"/>
                  </a:lnTo>
                  <a:lnTo>
                    <a:pt x="6107156" y="1315144"/>
                  </a:lnTo>
                  <a:lnTo>
                    <a:pt x="6162468" y="1315385"/>
                  </a:lnTo>
                  <a:lnTo>
                    <a:pt x="6217216" y="1315618"/>
                  </a:lnTo>
                  <a:lnTo>
                    <a:pt x="6271251" y="1315839"/>
                  </a:lnTo>
                  <a:lnTo>
                    <a:pt x="6324542" y="1316047"/>
                  </a:lnTo>
                  <a:lnTo>
                    <a:pt x="6377199" y="1316239"/>
                  </a:lnTo>
                  <a:lnTo>
                    <a:pt x="6429493" y="1316415"/>
                  </a:lnTo>
                  <a:lnTo>
                    <a:pt x="6481883" y="1316575"/>
                  </a:lnTo>
                  <a:lnTo>
                    <a:pt x="6515891" y="1316669"/>
                  </a:lnTo>
                  <a:lnTo>
                    <a:pt x="6564311" y="1316790"/>
                  </a:lnTo>
                  <a:lnTo>
                    <a:pt x="6614476" y="1316898"/>
                  </a:lnTo>
                  <a:lnTo>
                    <a:pt x="6667243" y="1316994"/>
                  </a:lnTo>
                  <a:lnTo>
                    <a:pt x="6723563" y="1317079"/>
                  </a:lnTo>
                  <a:lnTo>
                    <a:pt x="6784399" y="1317154"/>
                  </a:lnTo>
                  <a:lnTo>
                    <a:pt x="6850628" y="1317222"/>
                  </a:lnTo>
                  <a:lnTo>
                    <a:pt x="6922924" y="1317282"/>
                  </a:lnTo>
                  <a:lnTo>
                    <a:pt x="7001594" y="1317336"/>
                  </a:lnTo>
                  <a:lnTo>
                    <a:pt x="7086371" y="1317384"/>
                  </a:lnTo>
                  <a:lnTo>
                    <a:pt x="7176171" y="1317427"/>
                  </a:lnTo>
                  <a:lnTo>
                    <a:pt x="7268876" y="1317464"/>
                  </a:lnTo>
                  <a:lnTo>
                    <a:pt x="7361246" y="1317496"/>
                  </a:lnTo>
                  <a:lnTo>
                    <a:pt x="7449077" y="1317522"/>
                  </a:lnTo>
                  <a:lnTo>
                    <a:pt x="7527719" y="1317542"/>
                  </a:lnTo>
                  <a:lnTo>
                    <a:pt x="7592923" y="1317557"/>
                  </a:lnTo>
                  <a:lnTo>
                    <a:pt x="7641817" y="1317567"/>
                  </a:lnTo>
                  <a:lnTo>
                    <a:pt x="7673692" y="1317573"/>
                  </a:lnTo>
                  <a:lnTo>
                    <a:pt x="7690324" y="1317576"/>
                  </a:lnTo>
                  <a:lnTo>
                    <a:pt x="7695822" y="1317577"/>
                  </a:lnTo>
                  <a:lnTo>
                    <a:pt x="7696237" y="1317577"/>
                  </a:lnTo>
                  <a:lnTo>
                    <a:pt x="8234974" y="1317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0" name="pl790"/>
            <p:cNvSpPr/>
            <p:nvPr/>
          </p:nvSpPr>
          <p:spPr>
            <a:xfrm>
              <a:off x="546595" y="1752251"/>
              <a:ext cx="8234974" cy="1317577"/>
            </a:xfrm>
            <a:custGeom>
              <a:avLst/>
              <a:pathLst>
                <a:path w="8234974" h="1317577">
                  <a:moveTo>
                    <a:pt x="8234974" y="1317577"/>
                  </a:moveTo>
                  <a:lnTo>
                    <a:pt x="7696237" y="1317577"/>
                  </a:lnTo>
                  <a:lnTo>
                    <a:pt x="7694935" y="1317577"/>
                  </a:lnTo>
                  <a:lnTo>
                    <a:pt x="7686435" y="1317575"/>
                  </a:lnTo>
                  <a:lnTo>
                    <a:pt x="7665250" y="1317572"/>
                  </a:lnTo>
                  <a:lnTo>
                    <a:pt x="7627980" y="1317565"/>
                  </a:lnTo>
                  <a:lnTo>
                    <a:pt x="7573653" y="1317553"/>
                  </a:lnTo>
                  <a:lnTo>
                    <a:pt x="7503734" y="1317536"/>
                  </a:lnTo>
                  <a:lnTo>
                    <a:pt x="7421638" y="1317514"/>
                  </a:lnTo>
                  <a:lnTo>
                    <a:pt x="7331849" y="1317486"/>
                  </a:lnTo>
                  <a:lnTo>
                    <a:pt x="7238952" y="1317453"/>
                  </a:lnTo>
                  <a:lnTo>
                    <a:pt x="7146881" y="1317414"/>
                  </a:lnTo>
                  <a:lnTo>
                    <a:pt x="7058517" y="1317369"/>
                  </a:lnTo>
                  <a:lnTo>
                    <a:pt x="6975627" y="1317319"/>
                  </a:lnTo>
                  <a:lnTo>
                    <a:pt x="6899009" y="1317264"/>
                  </a:lnTo>
                  <a:lnTo>
                    <a:pt x="6828717" y="1317201"/>
                  </a:lnTo>
                  <a:lnTo>
                    <a:pt x="6764307" y="1317131"/>
                  </a:lnTo>
                  <a:lnTo>
                    <a:pt x="6705023" y="1317052"/>
                  </a:lnTo>
                  <a:lnTo>
                    <a:pt x="6649950" y="1316964"/>
                  </a:lnTo>
                  <a:lnTo>
                    <a:pt x="6598120" y="1316864"/>
                  </a:lnTo>
                  <a:lnTo>
                    <a:pt x="6548602" y="1316753"/>
                  </a:lnTo>
                  <a:lnTo>
                    <a:pt x="6515891" y="1316669"/>
                  </a:lnTo>
                  <a:lnTo>
                    <a:pt x="6463097" y="1316520"/>
                  </a:lnTo>
                  <a:lnTo>
                    <a:pt x="6410806" y="1316354"/>
                  </a:lnTo>
                  <a:lnTo>
                    <a:pt x="6358425" y="1316172"/>
                  </a:lnTo>
                  <a:lnTo>
                    <a:pt x="6305564" y="1315974"/>
                  </a:lnTo>
                  <a:lnTo>
                    <a:pt x="6252011" y="1315761"/>
                  </a:lnTo>
                  <a:lnTo>
                    <a:pt x="6197711" y="1315536"/>
                  </a:lnTo>
                  <a:lnTo>
                    <a:pt x="6142739" y="1315300"/>
                  </a:lnTo>
                  <a:lnTo>
                    <a:pt x="6087278" y="1315057"/>
                  </a:lnTo>
                  <a:lnTo>
                    <a:pt x="6031581" y="1314810"/>
                  </a:lnTo>
                  <a:lnTo>
                    <a:pt x="5975937" y="1314565"/>
                  </a:lnTo>
                  <a:lnTo>
                    <a:pt x="5920625" y="1314324"/>
                  </a:lnTo>
                  <a:lnTo>
                    <a:pt x="5865877" y="1314091"/>
                  </a:lnTo>
                  <a:lnTo>
                    <a:pt x="5811842" y="1313870"/>
                  </a:lnTo>
                  <a:lnTo>
                    <a:pt x="5758550" y="1313662"/>
                  </a:lnTo>
                  <a:lnTo>
                    <a:pt x="5705894" y="1313470"/>
                  </a:lnTo>
                  <a:lnTo>
                    <a:pt x="5653600" y="1313294"/>
                  </a:lnTo>
                  <a:lnTo>
                    <a:pt x="5601209" y="1313134"/>
                  </a:lnTo>
                  <a:lnTo>
                    <a:pt x="5567201" y="1313040"/>
                  </a:lnTo>
                  <a:lnTo>
                    <a:pt x="5518782" y="1312919"/>
                  </a:lnTo>
                  <a:lnTo>
                    <a:pt x="5468616" y="1312811"/>
                  </a:lnTo>
                  <a:lnTo>
                    <a:pt x="5415850" y="1312715"/>
                  </a:lnTo>
                  <a:lnTo>
                    <a:pt x="5359529" y="1312630"/>
                  </a:lnTo>
                  <a:lnTo>
                    <a:pt x="5298693" y="1312555"/>
                  </a:lnTo>
                  <a:lnTo>
                    <a:pt x="5232464" y="1312487"/>
                  </a:lnTo>
                  <a:lnTo>
                    <a:pt x="5160169" y="1312427"/>
                  </a:lnTo>
                  <a:lnTo>
                    <a:pt x="5081499" y="1312373"/>
                  </a:lnTo>
                  <a:lnTo>
                    <a:pt x="4996722" y="1312325"/>
                  </a:lnTo>
                  <a:lnTo>
                    <a:pt x="4906922" y="1312282"/>
                  </a:lnTo>
                  <a:lnTo>
                    <a:pt x="4814217" y="1312245"/>
                  </a:lnTo>
                  <a:lnTo>
                    <a:pt x="4721847" y="1312213"/>
                  </a:lnTo>
                  <a:lnTo>
                    <a:pt x="4634016" y="1312187"/>
                  </a:lnTo>
                  <a:lnTo>
                    <a:pt x="4555374" y="1312167"/>
                  </a:lnTo>
                  <a:lnTo>
                    <a:pt x="4490170" y="1312152"/>
                  </a:lnTo>
                  <a:lnTo>
                    <a:pt x="4441275" y="1312142"/>
                  </a:lnTo>
                  <a:lnTo>
                    <a:pt x="4409400" y="1312136"/>
                  </a:lnTo>
                  <a:lnTo>
                    <a:pt x="4392768" y="1312133"/>
                  </a:lnTo>
                  <a:lnTo>
                    <a:pt x="4387271" y="1312132"/>
                  </a:lnTo>
                  <a:lnTo>
                    <a:pt x="4386855" y="1312132"/>
                  </a:lnTo>
                  <a:lnTo>
                    <a:pt x="3848118" y="1312132"/>
                  </a:lnTo>
                  <a:lnTo>
                    <a:pt x="3846847" y="1312090"/>
                  </a:lnTo>
                  <a:lnTo>
                    <a:pt x="3838551" y="1311785"/>
                  </a:lnTo>
                  <a:lnTo>
                    <a:pt x="3817853" y="1310943"/>
                  </a:lnTo>
                  <a:lnTo>
                    <a:pt x="3781392" y="1309290"/>
                  </a:lnTo>
                  <a:lnTo>
                    <a:pt x="3728148" y="1306587"/>
                  </a:lnTo>
                  <a:lnTo>
                    <a:pt x="3659466" y="1302660"/>
                  </a:lnTo>
                  <a:lnTo>
                    <a:pt x="3578606" y="1297413"/>
                  </a:lnTo>
                  <a:lnTo>
                    <a:pt x="3489911" y="1290821"/>
                  </a:lnTo>
                  <a:lnTo>
                    <a:pt x="3397873" y="1282905"/>
                  </a:lnTo>
                  <a:lnTo>
                    <a:pt x="3306387" y="1273696"/>
                  </a:lnTo>
                  <a:lnTo>
                    <a:pt x="3218354" y="1263206"/>
                  </a:lnTo>
                  <a:lnTo>
                    <a:pt x="3135588" y="1251403"/>
                  </a:lnTo>
                  <a:lnTo>
                    <a:pt x="3058947" y="1238201"/>
                  </a:lnTo>
                  <a:lnTo>
                    <a:pt x="2988549" y="1223454"/>
                  </a:lnTo>
                  <a:lnTo>
                    <a:pt x="2924005" y="1206957"/>
                  </a:lnTo>
                  <a:lnTo>
                    <a:pt x="2864608" y="1188454"/>
                  </a:lnTo>
                  <a:lnTo>
                    <a:pt x="2809476" y="1167654"/>
                  </a:lnTo>
                  <a:lnTo>
                    <a:pt x="2757670" y="1144255"/>
                  </a:lnTo>
                  <a:lnTo>
                    <a:pt x="2708268" y="1117992"/>
                  </a:lnTo>
                  <a:lnTo>
                    <a:pt x="2667772" y="1093443"/>
                  </a:lnTo>
                  <a:lnTo>
                    <a:pt x="2622457" y="1062815"/>
                  </a:lnTo>
                  <a:lnTo>
                    <a:pt x="2577585" y="1029318"/>
                  </a:lnTo>
                  <a:lnTo>
                    <a:pt x="2532751" y="992903"/>
                  </a:lnTo>
                  <a:lnTo>
                    <a:pt x="2487667" y="953601"/>
                  </a:lnTo>
                  <a:lnTo>
                    <a:pt x="2442144" y="911535"/>
                  </a:lnTo>
                  <a:lnTo>
                    <a:pt x="2396089" y="866924"/>
                  </a:lnTo>
                  <a:lnTo>
                    <a:pt x="2349484" y="820088"/>
                  </a:lnTo>
                  <a:lnTo>
                    <a:pt x="2302384" y="771439"/>
                  </a:lnTo>
                  <a:lnTo>
                    <a:pt x="2254900" y="721469"/>
                  </a:lnTo>
                  <a:lnTo>
                    <a:pt x="2207186" y="670735"/>
                  </a:lnTo>
                  <a:lnTo>
                    <a:pt x="2159418" y="619826"/>
                  </a:lnTo>
                  <a:lnTo>
                    <a:pt x="2111781" y="569345"/>
                  </a:lnTo>
                  <a:lnTo>
                    <a:pt x="2064443" y="519871"/>
                  </a:lnTo>
                  <a:lnTo>
                    <a:pt x="2017543" y="471935"/>
                  </a:lnTo>
                  <a:lnTo>
                    <a:pt x="1971168" y="425998"/>
                  </a:lnTo>
                  <a:lnTo>
                    <a:pt x="1925344" y="382433"/>
                  </a:lnTo>
                  <a:lnTo>
                    <a:pt x="1880025" y="341518"/>
                  </a:lnTo>
                  <a:lnTo>
                    <a:pt x="1835075" y="303430"/>
                  </a:lnTo>
                  <a:lnTo>
                    <a:pt x="1790266" y="268253"/>
                  </a:lnTo>
                  <a:lnTo>
                    <a:pt x="1745263" y="235983"/>
                  </a:lnTo>
                  <a:lnTo>
                    <a:pt x="1719082" y="218688"/>
                  </a:lnTo>
                  <a:lnTo>
                    <a:pt x="1671076" y="189887"/>
                  </a:lnTo>
                  <a:lnTo>
                    <a:pt x="1621359" y="164080"/>
                  </a:lnTo>
                  <a:lnTo>
                    <a:pt x="1569101" y="141101"/>
                  </a:lnTo>
                  <a:lnTo>
                    <a:pt x="1513371" y="120676"/>
                  </a:lnTo>
                  <a:lnTo>
                    <a:pt x="1453233" y="102502"/>
                  </a:lnTo>
                  <a:lnTo>
                    <a:pt x="1387825" y="86291"/>
                  </a:lnTo>
                  <a:lnTo>
                    <a:pt x="1316478" y="71794"/>
                  </a:lnTo>
                  <a:lnTo>
                    <a:pt x="1238866" y="58817"/>
                  </a:lnTo>
                  <a:lnTo>
                    <a:pt x="1155208" y="47221"/>
                  </a:lnTo>
                  <a:lnTo>
                    <a:pt x="1066497" y="36930"/>
                  </a:lnTo>
                  <a:lnTo>
                    <a:pt x="974709" y="27919"/>
                  </a:lnTo>
                  <a:lnTo>
                    <a:pt x="882911" y="20205"/>
                  </a:lnTo>
                  <a:lnTo>
                    <a:pt x="795127" y="13820"/>
                  </a:lnTo>
                  <a:lnTo>
                    <a:pt x="715881" y="8780"/>
                  </a:lnTo>
                  <a:lnTo>
                    <a:pt x="649411" y="5050"/>
                  </a:lnTo>
                  <a:lnTo>
                    <a:pt x="598730" y="2523"/>
                  </a:lnTo>
                  <a:lnTo>
                    <a:pt x="564833" y="1013"/>
                  </a:lnTo>
                  <a:lnTo>
                    <a:pt x="546325" y="272"/>
                  </a:lnTo>
                  <a:lnTo>
                    <a:pt x="539512" y="2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1" name="pg791"/>
            <p:cNvSpPr/>
            <p:nvPr/>
          </p:nvSpPr>
          <p:spPr>
            <a:xfrm>
              <a:off x="546595" y="1757695"/>
              <a:ext cx="8234974" cy="1584359"/>
            </a:xfrm>
            <a:custGeom>
              <a:avLst/>
              <a:pathLst>
                <a:path w="8234974" h="1584359">
                  <a:moveTo>
                    <a:pt x="0" y="16333"/>
                  </a:moveTo>
                  <a:lnTo>
                    <a:pt x="538736" y="16333"/>
                  </a:lnTo>
                  <a:lnTo>
                    <a:pt x="540007" y="16376"/>
                  </a:lnTo>
                  <a:lnTo>
                    <a:pt x="548299" y="16683"/>
                  </a:lnTo>
                  <a:lnTo>
                    <a:pt x="568990" y="17532"/>
                  </a:lnTo>
                  <a:lnTo>
                    <a:pt x="605438" y="19198"/>
                  </a:lnTo>
                  <a:lnTo>
                    <a:pt x="658664" y="21922"/>
                  </a:lnTo>
                  <a:lnTo>
                    <a:pt x="727326" y="25880"/>
                  </a:lnTo>
                  <a:lnTo>
                    <a:pt x="808166" y="31169"/>
                  </a:lnTo>
                  <a:lnTo>
                    <a:pt x="896842" y="37813"/>
                  </a:lnTo>
                  <a:lnTo>
                    <a:pt x="988867" y="45792"/>
                  </a:lnTo>
                  <a:lnTo>
                    <a:pt x="1080343" y="55075"/>
                  </a:lnTo>
                  <a:lnTo>
                    <a:pt x="1168370" y="65649"/>
                  </a:lnTo>
                  <a:lnTo>
                    <a:pt x="1251134" y="77546"/>
                  </a:lnTo>
                  <a:lnTo>
                    <a:pt x="1327776" y="90853"/>
                  </a:lnTo>
                  <a:lnTo>
                    <a:pt x="1398175" y="105717"/>
                  </a:lnTo>
                  <a:lnTo>
                    <a:pt x="1462721" y="122345"/>
                  </a:lnTo>
                  <a:lnTo>
                    <a:pt x="1522121" y="140994"/>
                  </a:lnTo>
                  <a:lnTo>
                    <a:pt x="1577253" y="161958"/>
                  </a:lnTo>
                  <a:lnTo>
                    <a:pt x="1629059" y="185542"/>
                  </a:lnTo>
                  <a:lnTo>
                    <a:pt x="1678459" y="212011"/>
                  </a:lnTo>
                  <a:lnTo>
                    <a:pt x="1719082" y="236837"/>
                  </a:lnTo>
                  <a:lnTo>
                    <a:pt x="1764312" y="267657"/>
                  </a:lnTo>
                  <a:lnTo>
                    <a:pt x="1809099" y="301360"/>
                  </a:lnTo>
                  <a:lnTo>
                    <a:pt x="1853847" y="337993"/>
                  </a:lnTo>
                  <a:lnTo>
                    <a:pt x="1898843" y="377527"/>
                  </a:lnTo>
                  <a:lnTo>
                    <a:pt x="1944274" y="419839"/>
                  </a:lnTo>
                  <a:lnTo>
                    <a:pt x="1990236" y="464708"/>
                  </a:lnTo>
                  <a:lnTo>
                    <a:pt x="2036746" y="511817"/>
                  </a:lnTo>
                  <a:lnTo>
                    <a:pt x="2083750" y="560754"/>
                  </a:lnTo>
                  <a:lnTo>
                    <a:pt x="2131138" y="611025"/>
                  </a:lnTo>
                  <a:lnTo>
                    <a:pt x="2178759" y="662075"/>
                  </a:lnTo>
                  <a:lnTo>
                    <a:pt x="2226436" y="713311"/>
                  </a:lnTo>
                  <a:lnTo>
                    <a:pt x="2273987" y="764129"/>
                  </a:lnTo>
                  <a:lnTo>
                    <a:pt x="2321243" y="813950"/>
                  </a:lnTo>
                  <a:lnTo>
                    <a:pt x="2368067" y="862238"/>
                  </a:lnTo>
                  <a:lnTo>
                    <a:pt x="2414369" y="908529"/>
                  </a:lnTo>
                  <a:lnTo>
                    <a:pt x="2460121" y="952447"/>
                  </a:lnTo>
                  <a:lnTo>
                    <a:pt x="2505369" y="993710"/>
                  </a:lnTo>
                  <a:lnTo>
                    <a:pt x="2550242" y="1032137"/>
                  </a:lnTo>
                  <a:lnTo>
                    <a:pt x="2594965" y="1067642"/>
                  </a:lnTo>
                  <a:lnTo>
                    <a:pt x="2639868" y="1100226"/>
                  </a:lnTo>
                  <a:lnTo>
                    <a:pt x="2667772" y="1118851"/>
                  </a:lnTo>
                  <a:lnTo>
                    <a:pt x="2715772" y="1147888"/>
                  </a:lnTo>
                  <a:lnTo>
                    <a:pt x="2765481" y="1173906"/>
                  </a:lnTo>
                  <a:lnTo>
                    <a:pt x="2817732" y="1197073"/>
                  </a:lnTo>
                  <a:lnTo>
                    <a:pt x="2873451" y="1217666"/>
                  </a:lnTo>
                  <a:lnTo>
                    <a:pt x="2933579" y="1235990"/>
                  </a:lnTo>
                  <a:lnTo>
                    <a:pt x="2998973" y="1252335"/>
                  </a:lnTo>
                  <a:lnTo>
                    <a:pt x="3070305" y="1266951"/>
                  </a:lnTo>
                  <a:lnTo>
                    <a:pt x="3147899" y="1280036"/>
                  </a:lnTo>
                  <a:lnTo>
                    <a:pt x="3231539" y="1291728"/>
                  </a:lnTo>
                  <a:lnTo>
                    <a:pt x="3320232" y="1302105"/>
                  </a:lnTo>
                  <a:lnTo>
                    <a:pt x="3412005" y="1311191"/>
                  </a:lnTo>
                  <a:lnTo>
                    <a:pt x="3503793" y="1318970"/>
                  </a:lnTo>
                  <a:lnTo>
                    <a:pt x="3591576" y="1325410"/>
                  </a:lnTo>
                  <a:lnTo>
                    <a:pt x="3670831" y="1330493"/>
                  </a:lnTo>
                  <a:lnTo>
                    <a:pt x="3737321" y="1334256"/>
                  </a:lnTo>
                  <a:lnTo>
                    <a:pt x="3788031" y="1336806"/>
                  </a:lnTo>
                  <a:lnTo>
                    <a:pt x="3821961" y="1338331"/>
                  </a:lnTo>
                  <a:lnTo>
                    <a:pt x="3840500" y="1339079"/>
                  </a:lnTo>
                  <a:lnTo>
                    <a:pt x="3847336" y="1339329"/>
                  </a:lnTo>
                  <a:lnTo>
                    <a:pt x="3848118" y="1339355"/>
                  </a:lnTo>
                  <a:lnTo>
                    <a:pt x="4386855" y="1339355"/>
                  </a:lnTo>
                  <a:lnTo>
                    <a:pt x="4388157" y="1339363"/>
                  </a:lnTo>
                  <a:lnTo>
                    <a:pt x="4396649" y="1339421"/>
                  </a:lnTo>
                  <a:lnTo>
                    <a:pt x="4417817" y="1339583"/>
                  </a:lnTo>
                  <a:lnTo>
                    <a:pt x="4455058" y="1339899"/>
                  </a:lnTo>
                  <a:lnTo>
                    <a:pt x="4509346" y="1340416"/>
                  </a:lnTo>
                  <a:lnTo>
                    <a:pt x="4579221" y="1341166"/>
                  </a:lnTo>
                  <a:lnTo>
                    <a:pt x="4661273" y="1342167"/>
                  </a:lnTo>
                  <a:lnTo>
                    <a:pt x="4751024" y="1343423"/>
                  </a:lnTo>
                  <a:lnTo>
                    <a:pt x="4843890" y="1344931"/>
                  </a:lnTo>
                  <a:lnTo>
                    <a:pt x="4935941" y="1346683"/>
                  </a:lnTo>
                  <a:lnTo>
                    <a:pt x="5024294" y="1348679"/>
                  </a:lnTo>
                  <a:lnTo>
                    <a:pt x="5107179" y="1350924"/>
                  </a:lnTo>
                  <a:lnTo>
                    <a:pt x="5183799" y="1353438"/>
                  </a:lnTo>
                  <a:lnTo>
                    <a:pt x="5254094" y="1356248"/>
                  </a:lnTo>
                  <a:lnTo>
                    <a:pt x="5318509" y="1359396"/>
                  </a:lnTo>
                  <a:lnTo>
                    <a:pt x="5377797" y="1362930"/>
                  </a:lnTo>
                  <a:lnTo>
                    <a:pt x="5432872" y="1366909"/>
                  </a:lnTo>
                  <a:lnTo>
                    <a:pt x="5484700" y="1371388"/>
                  </a:lnTo>
                  <a:lnTo>
                    <a:pt x="5534214" y="1376417"/>
                  </a:lnTo>
                  <a:lnTo>
                    <a:pt x="5567201" y="1380189"/>
                  </a:lnTo>
                  <a:lnTo>
                    <a:pt x="5619615" y="1386859"/>
                  </a:lnTo>
                  <a:lnTo>
                    <a:pt x="5671526" y="1394250"/>
                  </a:lnTo>
                  <a:lnTo>
                    <a:pt x="5723520" y="1402370"/>
                  </a:lnTo>
                  <a:lnTo>
                    <a:pt x="5775982" y="1411201"/>
                  </a:lnTo>
                  <a:lnTo>
                    <a:pt x="5829121" y="1420691"/>
                  </a:lnTo>
                  <a:lnTo>
                    <a:pt x="5882997" y="1430756"/>
                  </a:lnTo>
                  <a:lnTo>
                    <a:pt x="5937541" y="1441280"/>
                  </a:lnTo>
                  <a:lnTo>
                    <a:pt x="5992578" y="1452121"/>
                  </a:lnTo>
                  <a:lnTo>
                    <a:pt x="6047864" y="1463115"/>
                  </a:lnTo>
                  <a:lnTo>
                    <a:pt x="6103117" y="1474089"/>
                  </a:lnTo>
                  <a:lnTo>
                    <a:pt x="6158061" y="1484871"/>
                  </a:lnTo>
                  <a:lnTo>
                    <a:pt x="6212465" y="1495302"/>
                  </a:lnTo>
                  <a:lnTo>
                    <a:pt x="6266174" y="1505245"/>
                  </a:lnTo>
                  <a:lnTo>
                    <a:pt x="6319148" y="1514591"/>
                  </a:lnTo>
                  <a:lnTo>
                    <a:pt x="6371478" y="1523263"/>
                  </a:lnTo>
                  <a:lnTo>
                    <a:pt x="6423413" y="1531217"/>
                  </a:lnTo>
                  <a:lnTo>
                    <a:pt x="6475380" y="1538441"/>
                  </a:lnTo>
                  <a:lnTo>
                    <a:pt x="6515891" y="1543525"/>
                  </a:lnTo>
                  <a:lnTo>
                    <a:pt x="6564296" y="1548944"/>
                  </a:lnTo>
                  <a:lnTo>
                    <a:pt x="6614445" y="1553796"/>
                  </a:lnTo>
                  <a:lnTo>
                    <a:pt x="6667194" y="1558111"/>
                  </a:lnTo>
                  <a:lnTo>
                    <a:pt x="6723493" y="1561943"/>
                  </a:lnTo>
                  <a:lnTo>
                    <a:pt x="6784305" y="1565350"/>
                  </a:lnTo>
                  <a:lnTo>
                    <a:pt x="6850504" y="1568386"/>
                  </a:lnTo>
                  <a:lnTo>
                    <a:pt x="6922766" y="1571099"/>
                  </a:lnTo>
                  <a:lnTo>
                    <a:pt x="7001398" y="1573526"/>
                  </a:lnTo>
                  <a:lnTo>
                    <a:pt x="7086135" y="1575691"/>
                  </a:lnTo>
                  <a:lnTo>
                    <a:pt x="7175896" y="1577610"/>
                  </a:lnTo>
                  <a:lnTo>
                    <a:pt x="7268570" y="1579285"/>
                  </a:lnTo>
                  <a:lnTo>
                    <a:pt x="7360920" y="1580714"/>
                  </a:lnTo>
                  <a:lnTo>
                    <a:pt x="7448750" y="1581890"/>
                  </a:lnTo>
                  <a:lnTo>
                    <a:pt x="7527415" y="1582811"/>
                  </a:lnTo>
                  <a:lnTo>
                    <a:pt x="7592665" y="1583485"/>
                  </a:lnTo>
                  <a:lnTo>
                    <a:pt x="7641624" y="1583934"/>
                  </a:lnTo>
                  <a:lnTo>
                    <a:pt x="7673572" y="1584196"/>
                  </a:lnTo>
                  <a:lnTo>
                    <a:pt x="7690269" y="1584319"/>
                  </a:lnTo>
                  <a:lnTo>
                    <a:pt x="7695811" y="1584356"/>
                  </a:lnTo>
                  <a:lnTo>
                    <a:pt x="7696237" y="1584359"/>
                  </a:lnTo>
                  <a:lnTo>
                    <a:pt x="8234974" y="1584359"/>
                  </a:lnTo>
                  <a:lnTo>
                    <a:pt x="8234974" y="1568025"/>
                  </a:lnTo>
                  <a:lnTo>
                    <a:pt x="7696237" y="1568025"/>
                  </a:lnTo>
                  <a:lnTo>
                    <a:pt x="7694936" y="1568017"/>
                  </a:lnTo>
                  <a:lnTo>
                    <a:pt x="7686444" y="1567959"/>
                  </a:lnTo>
                  <a:lnTo>
                    <a:pt x="7665275" y="1567798"/>
                  </a:lnTo>
                  <a:lnTo>
                    <a:pt x="7628035" y="1567481"/>
                  </a:lnTo>
                  <a:lnTo>
                    <a:pt x="7573747" y="1566965"/>
                  </a:lnTo>
                  <a:lnTo>
                    <a:pt x="7503871" y="1566215"/>
                  </a:lnTo>
                  <a:lnTo>
                    <a:pt x="7421819" y="1565213"/>
                  </a:lnTo>
                  <a:lnTo>
                    <a:pt x="7332069" y="1563957"/>
                  </a:lnTo>
                  <a:lnTo>
                    <a:pt x="7239202" y="1562450"/>
                  </a:lnTo>
                  <a:lnTo>
                    <a:pt x="7147151" y="1560697"/>
                  </a:lnTo>
                  <a:lnTo>
                    <a:pt x="7058799" y="1558702"/>
                  </a:lnTo>
                  <a:lnTo>
                    <a:pt x="6975914" y="1556456"/>
                  </a:lnTo>
                  <a:lnTo>
                    <a:pt x="6899294" y="1553943"/>
                  </a:lnTo>
                  <a:lnTo>
                    <a:pt x="6828998" y="1551132"/>
                  </a:lnTo>
                  <a:lnTo>
                    <a:pt x="6764583" y="1547984"/>
                  </a:lnTo>
                  <a:lnTo>
                    <a:pt x="6705296" y="1544450"/>
                  </a:lnTo>
                  <a:lnTo>
                    <a:pt x="6650221" y="1540471"/>
                  </a:lnTo>
                  <a:lnTo>
                    <a:pt x="6598392" y="1535992"/>
                  </a:lnTo>
                  <a:lnTo>
                    <a:pt x="6548878" y="1530964"/>
                  </a:lnTo>
                  <a:lnTo>
                    <a:pt x="6515891" y="1527191"/>
                  </a:lnTo>
                  <a:lnTo>
                    <a:pt x="6463478" y="1520521"/>
                  </a:lnTo>
                  <a:lnTo>
                    <a:pt x="6411566" y="1513131"/>
                  </a:lnTo>
                  <a:lnTo>
                    <a:pt x="6359572" y="1505010"/>
                  </a:lnTo>
                  <a:lnTo>
                    <a:pt x="6307111" y="1496180"/>
                  </a:lnTo>
                  <a:lnTo>
                    <a:pt x="6253972" y="1486690"/>
                  </a:lnTo>
                  <a:lnTo>
                    <a:pt x="6200095" y="1476624"/>
                  </a:lnTo>
                  <a:lnTo>
                    <a:pt x="6145551" y="1466100"/>
                  </a:lnTo>
                  <a:lnTo>
                    <a:pt x="6090514" y="1455259"/>
                  </a:lnTo>
                  <a:lnTo>
                    <a:pt x="6035229" y="1444265"/>
                  </a:lnTo>
                  <a:lnTo>
                    <a:pt x="5979976" y="1433292"/>
                  </a:lnTo>
                  <a:lnTo>
                    <a:pt x="5925031" y="1422509"/>
                  </a:lnTo>
                  <a:lnTo>
                    <a:pt x="5870628" y="1412078"/>
                  </a:lnTo>
                  <a:lnTo>
                    <a:pt x="5816918" y="1402135"/>
                  </a:lnTo>
                  <a:lnTo>
                    <a:pt x="5763944" y="1392789"/>
                  </a:lnTo>
                  <a:lnTo>
                    <a:pt x="5711614" y="1384118"/>
                  </a:lnTo>
                  <a:lnTo>
                    <a:pt x="5659679" y="1376163"/>
                  </a:lnTo>
                  <a:lnTo>
                    <a:pt x="5607713" y="1368939"/>
                  </a:lnTo>
                  <a:lnTo>
                    <a:pt x="5567201" y="1363855"/>
                  </a:lnTo>
                  <a:lnTo>
                    <a:pt x="5518796" y="1358436"/>
                  </a:lnTo>
                  <a:lnTo>
                    <a:pt x="5468647" y="1353585"/>
                  </a:lnTo>
                  <a:lnTo>
                    <a:pt x="5415899" y="1349269"/>
                  </a:lnTo>
                  <a:lnTo>
                    <a:pt x="5359599" y="1345437"/>
                  </a:lnTo>
                  <a:lnTo>
                    <a:pt x="5298788" y="1342030"/>
                  </a:lnTo>
                  <a:lnTo>
                    <a:pt x="5232588" y="1338994"/>
                  </a:lnTo>
                  <a:lnTo>
                    <a:pt x="5160327" y="1336281"/>
                  </a:lnTo>
                  <a:lnTo>
                    <a:pt x="5081694" y="1333855"/>
                  </a:lnTo>
                  <a:lnTo>
                    <a:pt x="4996957" y="1331689"/>
                  </a:lnTo>
                  <a:lnTo>
                    <a:pt x="4907196" y="1329770"/>
                  </a:lnTo>
                  <a:lnTo>
                    <a:pt x="4814523" y="1328095"/>
                  </a:lnTo>
                  <a:lnTo>
                    <a:pt x="4722173" y="1326666"/>
                  </a:lnTo>
                  <a:lnTo>
                    <a:pt x="4634342" y="1325490"/>
                  </a:lnTo>
                  <a:lnTo>
                    <a:pt x="4555677" y="1324569"/>
                  </a:lnTo>
                  <a:lnTo>
                    <a:pt x="4490427" y="1323895"/>
                  </a:lnTo>
                  <a:lnTo>
                    <a:pt x="4441468" y="1323446"/>
                  </a:lnTo>
                  <a:lnTo>
                    <a:pt x="4409521" y="1323184"/>
                  </a:lnTo>
                  <a:lnTo>
                    <a:pt x="4392823" y="1323061"/>
                  </a:lnTo>
                  <a:lnTo>
                    <a:pt x="4387281" y="1323024"/>
                  </a:lnTo>
                  <a:lnTo>
                    <a:pt x="4386855" y="1323021"/>
                  </a:lnTo>
                  <a:lnTo>
                    <a:pt x="3848118" y="1323021"/>
                  </a:lnTo>
                  <a:lnTo>
                    <a:pt x="3846848" y="1322978"/>
                  </a:lnTo>
                  <a:lnTo>
                    <a:pt x="3838555" y="1322671"/>
                  </a:lnTo>
                  <a:lnTo>
                    <a:pt x="3817864" y="1321822"/>
                  </a:lnTo>
                  <a:lnTo>
                    <a:pt x="3781417" y="1320156"/>
                  </a:lnTo>
                  <a:lnTo>
                    <a:pt x="3728191" y="1317433"/>
                  </a:lnTo>
                  <a:lnTo>
                    <a:pt x="3659529" y="1313475"/>
                  </a:lnTo>
                  <a:lnTo>
                    <a:pt x="3578689" y="1308186"/>
                  </a:lnTo>
                  <a:lnTo>
                    <a:pt x="3490012" y="1301541"/>
                  </a:lnTo>
                  <a:lnTo>
                    <a:pt x="3397988" y="1293562"/>
                  </a:lnTo>
                  <a:lnTo>
                    <a:pt x="3306512" y="1284280"/>
                  </a:lnTo>
                  <a:lnTo>
                    <a:pt x="3218484" y="1273706"/>
                  </a:lnTo>
                  <a:lnTo>
                    <a:pt x="3135721" y="1261809"/>
                  </a:lnTo>
                  <a:lnTo>
                    <a:pt x="3059079" y="1248502"/>
                  </a:lnTo>
                  <a:lnTo>
                    <a:pt x="2988680" y="1233637"/>
                  </a:lnTo>
                  <a:lnTo>
                    <a:pt x="2924134" y="1217010"/>
                  </a:lnTo>
                  <a:lnTo>
                    <a:pt x="2864734" y="1198361"/>
                  </a:lnTo>
                  <a:lnTo>
                    <a:pt x="2809602" y="1177397"/>
                  </a:lnTo>
                  <a:lnTo>
                    <a:pt x="2757795" y="1153813"/>
                  </a:lnTo>
                  <a:lnTo>
                    <a:pt x="2708396" y="1127343"/>
                  </a:lnTo>
                  <a:lnTo>
                    <a:pt x="2667772" y="1102518"/>
                  </a:lnTo>
                  <a:lnTo>
                    <a:pt x="2622543" y="1071697"/>
                  </a:lnTo>
                  <a:lnTo>
                    <a:pt x="2577756" y="1037995"/>
                  </a:lnTo>
                  <a:lnTo>
                    <a:pt x="2533008" y="1001361"/>
                  </a:lnTo>
                  <a:lnTo>
                    <a:pt x="2488012" y="961827"/>
                  </a:lnTo>
                  <a:lnTo>
                    <a:pt x="2442581" y="919516"/>
                  </a:lnTo>
                  <a:lnTo>
                    <a:pt x="2396618" y="874646"/>
                  </a:lnTo>
                  <a:lnTo>
                    <a:pt x="2350109" y="827537"/>
                  </a:lnTo>
                  <a:lnTo>
                    <a:pt x="2303105" y="778600"/>
                  </a:lnTo>
                  <a:lnTo>
                    <a:pt x="2255717" y="728329"/>
                  </a:lnTo>
                  <a:lnTo>
                    <a:pt x="2208096" y="677279"/>
                  </a:lnTo>
                  <a:lnTo>
                    <a:pt x="2160419" y="626044"/>
                  </a:lnTo>
                  <a:lnTo>
                    <a:pt x="2112868" y="575225"/>
                  </a:lnTo>
                  <a:lnTo>
                    <a:pt x="2065611" y="525404"/>
                  </a:lnTo>
                  <a:lnTo>
                    <a:pt x="2018787" y="477116"/>
                  </a:lnTo>
                  <a:lnTo>
                    <a:pt x="1972485" y="430825"/>
                  </a:lnTo>
                  <a:lnTo>
                    <a:pt x="1926734" y="386907"/>
                  </a:lnTo>
                  <a:lnTo>
                    <a:pt x="1881486" y="345644"/>
                  </a:lnTo>
                  <a:lnTo>
                    <a:pt x="1836612" y="307217"/>
                  </a:lnTo>
                  <a:lnTo>
                    <a:pt x="1791889" y="271712"/>
                  </a:lnTo>
                  <a:lnTo>
                    <a:pt x="1746987" y="239129"/>
                  </a:lnTo>
                  <a:lnTo>
                    <a:pt x="1719082" y="220503"/>
                  </a:lnTo>
                  <a:lnTo>
                    <a:pt x="1671082" y="191467"/>
                  </a:lnTo>
                  <a:lnTo>
                    <a:pt x="1621373" y="165449"/>
                  </a:lnTo>
                  <a:lnTo>
                    <a:pt x="1569123" y="142281"/>
                  </a:lnTo>
                  <a:lnTo>
                    <a:pt x="1513403" y="121688"/>
                  </a:lnTo>
                  <a:lnTo>
                    <a:pt x="1453276" y="103364"/>
                  </a:lnTo>
                  <a:lnTo>
                    <a:pt x="1387881" y="87020"/>
                  </a:lnTo>
                  <a:lnTo>
                    <a:pt x="1316550" y="72403"/>
                  </a:lnTo>
                  <a:lnTo>
                    <a:pt x="1238955" y="59318"/>
                  </a:lnTo>
                  <a:lnTo>
                    <a:pt x="1155316" y="47627"/>
                  </a:lnTo>
                  <a:lnTo>
                    <a:pt x="1066622" y="37249"/>
                  </a:lnTo>
                  <a:lnTo>
                    <a:pt x="974850" y="28163"/>
                  </a:lnTo>
                  <a:lnTo>
                    <a:pt x="883061" y="20384"/>
                  </a:lnTo>
                  <a:lnTo>
                    <a:pt x="795279" y="13945"/>
                  </a:lnTo>
                  <a:lnTo>
                    <a:pt x="716024" y="8861"/>
                  </a:lnTo>
                  <a:lnTo>
                    <a:pt x="649534" y="5099"/>
                  </a:lnTo>
                  <a:lnTo>
                    <a:pt x="598823" y="2549"/>
                  </a:lnTo>
                  <a:lnTo>
                    <a:pt x="564893" y="1024"/>
                  </a:lnTo>
                  <a:lnTo>
                    <a:pt x="546354" y="275"/>
                  </a:lnTo>
                  <a:lnTo>
                    <a:pt x="539519" y="2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92" name="pl792"/>
            <p:cNvSpPr/>
            <p:nvPr/>
          </p:nvSpPr>
          <p:spPr>
            <a:xfrm>
              <a:off x="546595" y="1774029"/>
              <a:ext cx="8234974" cy="1568025"/>
            </a:xfrm>
            <a:custGeom>
              <a:avLst/>
              <a:pathLst>
                <a:path w="8234974" h="1568025">
                  <a:moveTo>
                    <a:pt x="0" y="0"/>
                  </a:moveTo>
                  <a:lnTo>
                    <a:pt x="538736" y="0"/>
                  </a:lnTo>
                  <a:lnTo>
                    <a:pt x="540007" y="42"/>
                  </a:lnTo>
                  <a:lnTo>
                    <a:pt x="548299" y="349"/>
                  </a:lnTo>
                  <a:lnTo>
                    <a:pt x="568990" y="1198"/>
                  </a:lnTo>
                  <a:lnTo>
                    <a:pt x="605438" y="2864"/>
                  </a:lnTo>
                  <a:lnTo>
                    <a:pt x="658664" y="5588"/>
                  </a:lnTo>
                  <a:lnTo>
                    <a:pt x="727326" y="9546"/>
                  </a:lnTo>
                  <a:lnTo>
                    <a:pt x="808166" y="14835"/>
                  </a:lnTo>
                  <a:lnTo>
                    <a:pt x="896842" y="21479"/>
                  </a:lnTo>
                  <a:lnTo>
                    <a:pt x="988867" y="29459"/>
                  </a:lnTo>
                  <a:lnTo>
                    <a:pt x="1080343" y="38741"/>
                  </a:lnTo>
                  <a:lnTo>
                    <a:pt x="1168370" y="49315"/>
                  </a:lnTo>
                  <a:lnTo>
                    <a:pt x="1251134" y="61212"/>
                  </a:lnTo>
                  <a:lnTo>
                    <a:pt x="1327776" y="74519"/>
                  </a:lnTo>
                  <a:lnTo>
                    <a:pt x="1398175" y="89383"/>
                  </a:lnTo>
                  <a:lnTo>
                    <a:pt x="1462721" y="106011"/>
                  </a:lnTo>
                  <a:lnTo>
                    <a:pt x="1522121" y="124660"/>
                  </a:lnTo>
                  <a:lnTo>
                    <a:pt x="1577253" y="145624"/>
                  </a:lnTo>
                  <a:lnTo>
                    <a:pt x="1629059" y="169208"/>
                  </a:lnTo>
                  <a:lnTo>
                    <a:pt x="1678459" y="195678"/>
                  </a:lnTo>
                  <a:lnTo>
                    <a:pt x="1719082" y="220503"/>
                  </a:lnTo>
                  <a:lnTo>
                    <a:pt x="1764312" y="251324"/>
                  </a:lnTo>
                  <a:lnTo>
                    <a:pt x="1809099" y="285026"/>
                  </a:lnTo>
                  <a:lnTo>
                    <a:pt x="1853847" y="321660"/>
                  </a:lnTo>
                  <a:lnTo>
                    <a:pt x="1898843" y="361193"/>
                  </a:lnTo>
                  <a:lnTo>
                    <a:pt x="1944274" y="403505"/>
                  </a:lnTo>
                  <a:lnTo>
                    <a:pt x="1990236" y="448375"/>
                  </a:lnTo>
                  <a:lnTo>
                    <a:pt x="2036746" y="495484"/>
                  </a:lnTo>
                  <a:lnTo>
                    <a:pt x="2083750" y="544421"/>
                  </a:lnTo>
                  <a:lnTo>
                    <a:pt x="2131138" y="594692"/>
                  </a:lnTo>
                  <a:lnTo>
                    <a:pt x="2178759" y="645742"/>
                  </a:lnTo>
                  <a:lnTo>
                    <a:pt x="2226436" y="696977"/>
                  </a:lnTo>
                  <a:lnTo>
                    <a:pt x="2273987" y="747796"/>
                  </a:lnTo>
                  <a:lnTo>
                    <a:pt x="2321243" y="797616"/>
                  </a:lnTo>
                  <a:lnTo>
                    <a:pt x="2368067" y="845904"/>
                  </a:lnTo>
                  <a:lnTo>
                    <a:pt x="2414369" y="892196"/>
                  </a:lnTo>
                  <a:lnTo>
                    <a:pt x="2460121" y="936113"/>
                  </a:lnTo>
                  <a:lnTo>
                    <a:pt x="2505369" y="977377"/>
                  </a:lnTo>
                  <a:lnTo>
                    <a:pt x="2550242" y="1015804"/>
                  </a:lnTo>
                  <a:lnTo>
                    <a:pt x="2594965" y="1051308"/>
                  </a:lnTo>
                  <a:lnTo>
                    <a:pt x="2639868" y="1083892"/>
                  </a:lnTo>
                  <a:lnTo>
                    <a:pt x="2667772" y="1102518"/>
                  </a:lnTo>
                  <a:lnTo>
                    <a:pt x="2715772" y="1131554"/>
                  </a:lnTo>
                  <a:lnTo>
                    <a:pt x="2765481" y="1157572"/>
                  </a:lnTo>
                  <a:lnTo>
                    <a:pt x="2817732" y="1180740"/>
                  </a:lnTo>
                  <a:lnTo>
                    <a:pt x="2873451" y="1201333"/>
                  </a:lnTo>
                  <a:lnTo>
                    <a:pt x="2933579" y="1219656"/>
                  </a:lnTo>
                  <a:lnTo>
                    <a:pt x="2998973" y="1236001"/>
                  </a:lnTo>
                  <a:lnTo>
                    <a:pt x="3070305" y="1250617"/>
                  </a:lnTo>
                  <a:lnTo>
                    <a:pt x="3147899" y="1263702"/>
                  </a:lnTo>
                  <a:lnTo>
                    <a:pt x="3231539" y="1275394"/>
                  </a:lnTo>
                  <a:lnTo>
                    <a:pt x="3320232" y="1285771"/>
                  </a:lnTo>
                  <a:lnTo>
                    <a:pt x="3412005" y="1294858"/>
                  </a:lnTo>
                  <a:lnTo>
                    <a:pt x="3503793" y="1302637"/>
                  </a:lnTo>
                  <a:lnTo>
                    <a:pt x="3591576" y="1309076"/>
                  </a:lnTo>
                  <a:lnTo>
                    <a:pt x="3670831" y="1314160"/>
                  </a:lnTo>
                  <a:lnTo>
                    <a:pt x="3737321" y="1317922"/>
                  </a:lnTo>
                  <a:lnTo>
                    <a:pt x="3788031" y="1320472"/>
                  </a:lnTo>
                  <a:lnTo>
                    <a:pt x="3821961" y="1321997"/>
                  </a:lnTo>
                  <a:lnTo>
                    <a:pt x="3840500" y="1322746"/>
                  </a:lnTo>
                  <a:lnTo>
                    <a:pt x="3847336" y="1322995"/>
                  </a:lnTo>
                  <a:lnTo>
                    <a:pt x="3848118" y="1323021"/>
                  </a:lnTo>
                  <a:lnTo>
                    <a:pt x="4386855" y="1323021"/>
                  </a:lnTo>
                  <a:lnTo>
                    <a:pt x="4388157" y="1323029"/>
                  </a:lnTo>
                  <a:lnTo>
                    <a:pt x="4396649" y="1323088"/>
                  </a:lnTo>
                  <a:lnTo>
                    <a:pt x="4417817" y="1323249"/>
                  </a:lnTo>
                  <a:lnTo>
                    <a:pt x="4455058" y="1323565"/>
                  </a:lnTo>
                  <a:lnTo>
                    <a:pt x="4509346" y="1324082"/>
                  </a:lnTo>
                  <a:lnTo>
                    <a:pt x="4579221" y="1324832"/>
                  </a:lnTo>
                  <a:lnTo>
                    <a:pt x="4661273" y="1325833"/>
                  </a:lnTo>
                  <a:lnTo>
                    <a:pt x="4751024" y="1327090"/>
                  </a:lnTo>
                  <a:lnTo>
                    <a:pt x="4843890" y="1328597"/>
                  </a:lnTo>
                  <a:lnTo>
                    <a:pt x="4935941" y="1330349"/>
                  </a:lnTo>
                  <a:lnTo>
                    <a:pt x="5024294" y="1332345"/>
                  </a:lnTo>
                  <a:lnTo>
                    <a:pt x="5107179" y="1334591"/>
                  </a:lnTo>
                  <a:lnTo>
                    <a:pt x="5183799" y="1337104"/>
                  </a:lnTo>
                  <a:lnTo>
                    <a:pt x="5254094" y="1339915"/>
                  </a:lnTo>
                  <a:lnTo>
                    <a:pt x="5318509" y="1343062"/>
                  </a:lnTo>
                  <a:lnTo>
                    <a:pt x="5377797" y="1346597"/>
                  </a:lnTo>
                  <a:lnTo>
                    <a:pt x="5432872" y="1350575"/>
                  </a:lnTo>
                  <a:lnTo>
                    <a:pt x="5484700" y="1355055"/>
                  </a:lnTo>
                  <a:lnTo>
                    <a:pt x="5534214" y="1360083"/>
                  </a:lnTo>
                  <a:lnTo>
                    <a:pt x="5567201" y="1363855"/>
                  </a:lnTo>
                  <a:lnTo>
                    <a:pt x="5619615" y="1370525"/>
                  </a:lnTo>
                  <a:lnTo>
                    <a:pt x="5671526" y="1377916"/>
                  </a:lnTo>
                  <a:lnTo>
                    <a:pt x="5723520" y="1386036"/>
                  </a:lnTo>
                  <a:lnTo>
                    <a:pt x="5775982" y="1394867"/>
                  </a:lnTo>
                  <a:lnTo>
                    <a:pt x="5829121" y="1404357"/>
                  </a:lnTo>
                  <a:lnTo>
                    <a:pt x="5882997" y="1414422"/>
                  </a:lnTo>
                  <a:lnTo>
                    <a:pt x="5937541" y="1424947"/>
                  </a:lnTo>
                  <a:lnTo>
                    <a:pt x="5992578" y="1435787"/>
                  </a:lnTo>
                  <a:lnTo>
                    <a:pt x="6047864" y="1446781"/>
                  </a:lnTo>
                  <a:lnTo>
                    <a:pt x="6103117" y="1457755"/>
                  </a:lnTo>
                  <a:lnTo>
                    <a:pt x="6158061" y="1468537"/>
                  </a:lnTo>
                  <a:lnTo>
                    <a:pt x="6212465" y="1478969"/>
                  </a:lnTo>
                  <a:lnTo>
                    <a:pt x="6266174" y="1488912"/>
                  </a:lnTo>
                  <a:lnTo>
                    <a:pt x="6319148" y="1498257"/>
                  </a:lnTo>
                  <a:lnTo>
                    <a:pt x="6371478" y="1506929"/>
                  </a:lnTo>
                  <a:lnTo>
                    <a:pt x="6423413" y="1514883"/>
                  </a:lnTo>
                  <a:lnTo>
                    <a:pt x="6475380" y="1522108"/>
                  </a:lnTo>
                  <a:lnTo>
                    <a:pt x="6515891" y="1527191"/>
                  </a:lnTo>
                  <a:lnTo>
                    <a:pt x="6564296" y="1532611"/>
                  </a:lnTo>
                  <a:lnTo>
                    <a:pt x="6614445" y="1537462"/>
                  </a:lnTo>
                  <a:lnTo>
                    <a:pt x="6667194" y="1541778"/>
                  </a:lnTo>
                  <a:lnTo>
                    <a:pt x="6723493" y="1545610"/>
                  </a:lnTo>
                  <a:lnTo>
                    <a:pt x="6784305" y="1549016"/>
                  </a:lnTo>
                  <a:lnTo>
                    <a:pt x="6850504" y="1552053"/>
                  </a:lnTo>
                  <a:lnTo>
                    <a:pt x="6922766" y="1554766"/>
                  </a:lnTo>
                  <a:lnTo>
                    <a:pt x="7001398" y="1557192"/>
                  </a:lnTo>
                  <a:lnTo>
                    <a:pt x="7086135" y="1559358"/>
                  </a:lnTo>
                  <a:lnTo>
                    <a:pt x="7175896" y="1561276"/>
                  </a:lnTo>
                  <a:lnTo>
                    <a:pt x="7268570" y="1562952"/>
                  </a:lnTo>
                  <a:lnTo>
                    <a:pt x="7360920" y="1564381"/>
                  </a:lnTo>
                  <a:lnTo>
                    <a:pt x="7448750" y="1565557"/>
                  </a:lnTo>
                  <a:lnTo>
                    <a:pt x="7527415" y="1566478"/>
                  </a:lnTo>
                  <a:lnTo>
                    <a:pt x="7592665" y="1567152"/>
                  </a:lnTo>
                  <a:lnTo>
                    <a:pt x="7641624" y="1567601"/>
                  </a:lnTo>
                  <a:lnTo>
                    <a:pt x="7673572" y="1567863"/>
                  </a:lnTo>
                  <a:lnTo>
                    <a:pt x="7690269" y="1567986"/>
                  </a:lnTo>
                  <a:lnTo>
                    <a:pt x="7695811" y="1568023"/>
                  </a:lnTo>
                  <a:lnTo>
                    <a:pt x="7696237" y="1568025"/>
                  </a:lnTo>
                  <a:lnTo>
                    <a:pt x="8234974" y="1568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3" name="pl793"/>
            <p:cNvSpPr/>
            <p:nvPr/>
          </p:nvSpPr>
          <p:spPr>
            <a:xfrm>
              <a:off x="546595" y="1757695"/>
              <a:ext cx="8234974" cy="1568025"/>
            </a:xfrm>
            <a:custGeom>
              <a:avLst/>
              <a:pathLst>
                <a:path w="8234974" h="1568025">
                  <a:moveTo>
                    <a:pt x="8234974" y="1568025"/>
                  </a:moveTo>
                  <a:lnTo>
                    <a:pt x="7696237" y="1568025"/>
                  </a:lnTo>
                  <a:lnTo>
                    <a:pt x="7694936" y="1568017"/>
                  </a:lnTo>
                  <a:lnTo>
                    <a:pt x="7686444" y="1567959"/>
                  </a:lnTo>
                  <a:lnTo>
                    <a:pt x="7665275" y="1567798"/>
                  </a:lnTo>
                  <a:lnTo>
                    <a:pt x="7628035" y="1567481"/>
                  </a:lnTo>
                  <a:lnTo>
                    <a:pt x="7573747" y="1566965"/>
                  </a:lnTo>
                  <a:lnTo>
                    <a:pt x="7503871" y="1566215"/>
                  </a:lnTo>
                  <a:lnTo>
                    <a:pt x="7421819" y="1565213"/>
                  </a:lnTo>
                  <a:lnTo>
                    <a:pt x="7332069" y="1563957"/>
                  </a:lnTo>
                  <a:lnTo>
                    <a:pt x="7239202" y="1562450"/>
                  </a:lnTo>
                  <a:lnTo>
                    <a:pt x="7147151" y="1560697"/>
                  </a:lnTo>
                  <a:lnTo>
                    <a:pt x="7058799" y="1558702"/>
                  </a:lnTo>
                  <a:lnTo>
                    <a:pt x="6975914" y="1556456"/>
                  </a:lnTo>
                  <a:lnTo>
                    <a:pt x="6899294" y="1553943"/>
                  </a:lnTo>
                  <a:lnTo>
                    <a:pt x="6828998" y="1551132"/>
                  </a:lnTo>
                  <a:lnTo>
                    <a:pt x="6764583" y="1547984"/>
                  </a:lnTo>
                  <a:lnTo>
                    <a:pt x="6705296" y="1544450"/>
                  </a:lnTo>
                  <a:lnTo>
                    <a:pt x="6650221" y="1540471"/>
                  </a:lnTo>
                  <a:lnTo>
                    <a:pt x="6598392" y="1535992"/>
                  </a:lnTo>
                  <a:lnTo>
                    <a:pt x="6548878" y="1530964"/>
                  </a:lnTo>
                  <a:lnTo>
                    <a:pt x="6515891" y="1527191"/>
                  </a:lnTo>
                  <a:lnTo>
                    <a:pt x="6463478" y="1520521"/>
                  </a:lnTo>
                  <a:lnTo>
                    <a:pt x="6411566" y="1513131"/>
                  </a:lnTo>
                  <a:lnTo>
                    <a:pt x="6359572" y="1505010"/>
                  </a:lnTo>
                  <a:lnTo>
                    <a:pt x="6307111" y="1496180"/>
                  </a:lnTo>
                  <a:lnTo>
                    <a:pt x="6253972" y="1486690"/>
                  </a:lnTo>
                  <a:lnTo>
                    <a:pt x="6200095" y="1476624"/>
                  </a:lnTo>
                  <a:lnTo>
                    <a:pt x="6145551" y="1466100"/>
                  </a:lnTo>
                  <a:lnTo>
                    <a:pt x="6090514" y="1455259"/>
                  </a:lnTo>
                  <a:lnTo>
                    <a:pt x="6035229" y="1444265"/>
                  </a:lnTo>
                  <a:lnTo>
                    <a:pt x="5979976" y="1433292"/>
                  </a:lnTo>
                  <a:lnTo>
                    <a:pt x="5925031" y="1422509"/>
                  </a:lnTo>
                  <a:lnTo>
                    <a:pt x="5870628" y="1412078"/>
                  </a:lnTo>
                  <a:lnTo>
                    <a:pt x="5816918" y="1402135"/>
                  </a:lnTo>
                  <a:lnTo>
                    <a:pt x="5763944" y="1392789"/>
                  </a:lnTo>
                  <a:lnTo>
                    <a:pt x="5711614" y="1384118"/>
                  </a:lnTo>
                  <a:lnTo>
                    <a:pt x="5659679" y="1376163"/>
                  </a:lnTo>
                  <a:lnTo>
                    <a:pt x="5607713" y="1368939"/>
                  </a:lnTo>
                  <a:lnTo>
                    <a:pt x="5567201" y="1363855"/>
                  </a:lnTo>
                  <a:lnTo>
                    <a:pt x="5518796" y="1358436"/>
                  </a:lnTo>
                  <a:lnTo>
                    <a:pt x="5468647" y="1353585"/>
                  </a:lnTo>
                  <a:lnTo>
                    <a:pt x="5415899" y="1349269"/>
                  </a:lnTo>
                  <a:lnTo>
                    <a:pt x="5359599" y="1345437"/>
                  </a:lnTo>
                  <a:lnTo>
                    <a:pt x="5298788" y="1342030"/>
                  </a:lnTo>
                  <a:lnTo>
                    <a:pt x="5232588" y="1338994"/>
                  </a:lnTo>
                  <a:lnTo>
                    <a:pt x="5160327" y="1336281"/>
                  </a:lnTo>
                  <a:lnTo>
                    <a:pt x="5081694" y="1333855"/>
                  </a:lnTo>
                  <a:lnTo>
                    <a:pt x="4996957" y="1331689"/>
                  </a:lnTo>
                  <a:lnTo>
                    <a:pt x="4907196" y="1329770"/>
                  </a:lnTo>
                  <a:lnTo>
                    <a:pt x="4814523" y="1328095"/>
                  </a:lnTo>
                  <a:lnTo>
                    <a:pt x="4722173" y="1326666"/>
                  </a:lnTo>
                  <a:lnTo>
                    <a:pt x="4634342" y="1325490"/>
                  </a:lnTo>
                  <a:lnTo>
                    <a:pt x="4555677" y="1324569"/>
                  </a:lnTo>
                  <a:lnTo>
                    <a:pt x="4490427" y="1323895"/>
                  </a:lnTo>
                  <a:lnTo>
                    <a:pt x="4441468" y="1323446"/>
                  </a:lnTo>
                  <a:lnTo>
                    <a:pt x="4409521" y="1323184"/>
                  </a:lnTo>
                  <a:lnTo>
                    <a:pt x="4392823" y="1323061"/>
                  </a:lnTo>
                  <a:lnTo>
                    <a:pt x="4387281" y="1323024"/>
                  </a:lnTo>
                  <a:lnTo>
                    <a:pt x="4386855" y="1323021"/>
                  </a:lnTo>
                  <a:lnTo>
                    <a:pt x="3848118" y="1323021"/>
                  </a:lnTo>
                  <a:lnTo>
                    <a:pt x="3846848" y="1322978"/>
                  </a:lnTo>
                  <a:lnTo>
                    <a:pt x="3838555" y="1322671"/>
                  </a:lnTo>
                  <a:lnTo>
                    <a:pt x="3817864" y="1321822"/>
                  </a:lnTo>
                  <a:lnTo>
                    <a:pt x="3781417" y="1320156"/>
                  </a:lnTo>
                  <a:lnTo>
                    <a:pt x="3728191" y="1317433"/>
                  </a:lnTo>
                  <a:lnTo>
                    <a:pt x="3659529" y="1313475"/>
                  </a:lnTo>
                  <a:lnTo>
                    <a:pt x="3578689" y="1308186"/>
                  </a:lnTo>
                  <a:lnTo>
                    <a:pt x="3490012" y="1301541"/>
                  </a:lnTo>
                  <a:lnTo>
                    <a:pt x="3397988" y="1293562"/>
                  </a:lnTo>
                  <a:lnTo>
                    <a:pt x="3306512" y="1284280"/>
                  </a:lnTo>
                  <a:lnTo>
                    <a:pt x="3218484" y="1273706"/>
                  </a:lnTo>
                  <a:lnTo>
                    <a:pt x="3135721" y="1261809"/>
                  </a:lnTo>
                  <a:lnTo>
                    <a:pt x="3059079" y="1248502"/>
                  </a:lnTo>
                  <a:lnTo>
                    <a:pt x="2988680" y="1233637"/>
                  </a:lnTo>
                  <a:lnTo>
                    <a:pt x="2924134" y="1217010"/>
                  </a:lnTo>
                  <a:lnTo>
                    <a:pt x="2864734" y="1198361"/>
                  </a:lnTo>
                  <a:lnTo>
                    <a:pt x="2809602" y="1177397"/>
                  </a:lnTo>
                  <a:lnTo>
                    <a:pt x="2757795" y="1153813"/>
                  </a:lnTo>
                  <a:lnTo>
                    <a:pt x="2708396" y="1127343"/>
                  </a:lnTo>
                  <a:lnTo>
                    <a:pt x="2667772" y="1102518"/>
                  </a:lnTo>
                  <a:lnTo>
                    <a:pt x="2622543" y="1071697"/>
                  </a:lnTo>
                  <a:lnTo>
                    <a:pt x="2577756" y="1037995"/>
                  </a:lnTo>
                  <a:lnTo>
                    <a:pt x="2533008" y="1001361"/>
                  </a:lnTo>
                  <a:lnTo>
                    <a:pt x="2488012" y="961827"/>
                  </a:lnTo>
                  <a:lnTo>
                    <a:pt x="2442581" y="919516"/>
                  </a:lnTo>
                  <a:lnTo>
                    <a:pt x="2396618" y="874646"/>
                  </a:lnTo>
                  <a:lnTo>
                    <a:pt x="2350109" y="827537"/>
                  </a:lnTo>
                  <a:lnTo>
                    <a:pt x="2303105" y="778600"/>
                  </a:lnTo>
                  <a:lnTo>
                    <a:pt x="2255717" y="728329"/>
                  </a:lnTo>
                  <a:lnTo>
                    <a:pt x="2208096" y="677279"/>
                  </a:lnTo>
                  <a:lnTo>
                    <a:pt x="2160419" y="626044"/>
                  </a:lnTo>
                  <a:lnTo>
                    <a:pt x="2112868" y="575225"/>
                  </a:lnTo>
                  <a:lnTo>
                    <a:pt x="2065611" y="525404"/>
                  </a:lnTo>
                  <a:lnTo>
                    <a:pt x="2018787" y="477116"/>
                  </a:lnTo>
                  <a:lnTo>
                    <a:pt x="1972485" y="430825"/>
                  </a:lnTo>
                  <a:lnTo>
                    <a:pt x="1926734" y="386907"/>
                  </a:lnTo>
                  <a:lnTo>
                    <a:pt x="1881486" y="345644"/>
                  </a:lnTo>
                  <a:lnTo>
                    <a:pt x="1836612" y="307217"/>
                  </a:lnTo>
                  <a:lnTo>
                    <a:pt x="1791889" y="271712"/>
                  </a:lnTo>
                  <a:lnTo>
                    <a:pt x="1746987" y="239129"/>
                  </a:lnTo>
                  <a:lnTo>
                    <a:pt x="1719082" y="220503"/>
                  </a:lnTo>
                  <a:lnTo>
                    <a:pt x="1671082" y="191467"/>
                  </a:lnTo>
                  <a:lnTo>
                    <a:pt x="1621373" y="165449"/>
                  </a:lnTo>
                  <a:lnTo>
                    <a:pt x="1569123" y="142281"/>
                  </a:lnTo>
                  <a:lnTo>
                    <a:pt x="1513403" y="121688"/>
                  </a:lnTo>
                  <a:lnTo>
                    <a:pt x="1453276" y="103364"/>
                  </a:lnTo>
                  <a:lnTo>
                    <a:pt x="1387881" y="87020"/>
                  </a:lnTo>
                  <a:lnTo>
                    <a:pt x="1316550" y="72403"/>
                  </a:lnTo>
                  <a:lnTo>
                    <a:pt x="1238955" y="59318"/>
                  </a:lnTo>
                  <a:lnTo>
                    <a:pt x="1155316" y="47627"/>
                  </a:lnTo>
                  <a:lnTo>
                    <a:pt x="1066622" y="37249"/>
                  </a:lnTo>
                  <a:lnTo>
                    <a:pt x="974850" y="28163"/>
                  </a:lnTo>
                  <a:lnTo>
                    <a:pt x="883061" y="20384"/>
                  </a:lnTo>
                  <a:lnTo>
                    <a:pt x="795279" y="13945"/>
                  </a:lnTo>
                  <a:lnTo>
                    <a:pt x="716024" y="8861"/>
                  </a:lnTo>
                  <a:lnTo>
                    <a:pt x="649534" y="5099"/>
                  </a:lnTo>
                  <a:lnTo>
                    <a:pt x="598823" y="2549"/>
                  </a:lnTo>
                  <a:lnTo>
                    <a:pt x="564893" y="1024"/>
                  </a:lnTo>
                  <a:lnTo>
                    <a:pt x="546354" y="275"/>
                  </a:lnTo>
                  <a:lnTo>
                    <a:pt x="539519" y="2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4" name="pg794"/>
            <p:cNvSpPr/>
            <p:nvPr/>
          </p:nvSpPr>
          <p:spPr>
            <a:xfrm>
              <a:off x="546595" y="1774029"/>
              <a:ext cx="8234974" cy="2324816"/>
            </a:xfrm>
            <a:custGeom>
              <a:avLst/>
              <a:pathLst>
                <a:path w="8234974" h="2324816">
                  <a:moveTo>
                    <a:pt x="0" y="10889"/>
                  </a:moveTo>
                  <a:lnTo>
                    <a:pt x="538736" y="10889"/>
                  </a:lnTo>
                  <a:lnTo>
                    <a:pt x="540005" y="10932"/>
                  </a:lnTo>
                  <a:lnTo>
                    <a:pt x="548290" y="11245"/>
                  </a:lnTo>
                  <a:lnTo>
                    <a:pt x="568961" y="12111"/>
                  </a:lnTo>
                  <a:lnTo>
                    <a:pt x="605375" y="13809"/>
                  </a:lnTo>
                  <a:lnTo>
                    <a:pt x="658557" y="16586"/>
                  </a:lnTo>
                  <a:lnTo>
                    <a:pt x="727168" y="20622"/>
                  </a:lnTo>
                  <a:lnTo>
                    <a:pt x="807956" y="26014"/>
                  </a:lnTo>
                  <a:lnTo>
                    <a:pt x="896587" y="32790"/>
                  </a:lnTo>
                  <a:lnTo>
                    <a:pt x="988576" y="40926"/>
                  </a:lnTo>
                  <a:lnTo>
                    <a:pt x="1080027" y="50392"/>
                  </a:lnTo>
                  <a:lnTo>
                    <a:pt x="1168040" y="61175"/>
                  </a:lnTo>
                  <a:lnTo>
                    <a:pt x="1250799" y="73307"/>
                  </a:lnTo>
                  <a:lnTo>
                    <a:pt x="1327441" y="86876"/>
                  </a:lnTo>
                  <a:lnTo>
                    <a:pt x="1397845" y="102033"/>
                  </a:lnTo>
                  <a:lnTo>
                    <a:pt x="1462396" y="118987"/>
                  </a:lnTo>
                  <a:lnTo>
                    <a:pt x="1521801" y="138001"/>
                  </a:lnTo>
                  <a:lnTo>
                    <a:pt x="1576936" y="159375"/>
                  </a:lnTo>
                  <a:lnTo>
                    <a:pt x="1628741" y="183418"/>
                  </a:lnTo>
                  <a:lnTo>
                    <a:pt x="1678136" y="210403"/>
                  </a:lnTo>
                  <a:lnTo>
                    <a:pt x="1719082" y="235929"/>
                  </a:lnTo>
                  <a:lnTo>
                    <a:pt x="1764098" y="267227"/>
                  </a:lnTo>
                  <a:lnTo>
                    <a:pt x="1808673" y="301438"/>
                  </a:lnTo>
                  <a:lnTo>
                    <a:pt x="1853206" y="338612"/>
                  </a:lnTo>
                  <a:lnTo>
                    <a:pt x="1897982" y="378719"/>
                  </a:lnTo>
                  <a:lnTo>
                    <a:pt x="1943186" y="421637"/>
                  </a:lnTo>
                  <a:lnTo>
                    <a:pt x="1988915" y="467148"/>
                  </a:lnTo>
                  <a:lnTo>
                    <a:pt x="2035187" y="514933"/>
                  </a:lnTo>
                  <a:lnTo>
                    <a:pt x="2081951" y="564581"/>
                  </a:lnTo>
                  <a:lnTo>
                    <a:pt x="2129101" y="615598"/>
                  </a:lnTo>
                  <a:lnTo>
                    <a:pt x="2176489" y="667428"/>
                  </a:lnTo>
                  <a:lnTo>
                    <a:pt x="2223940" y="719473"/>
                  </a:lnTo>
                  <a:lnTo>
                    <a:pt x="2271276" y="771130"/>
                  </a:lnTo>
                  <a:lnTo>
                    <a:pt x="2318330" y="821810"/>
                  </a:lnTo>
                  <a:lnTo>
                    <a:pt x="2364962" y="870972"/>
                  </a:lnTo>
                  <a:lnTo>
                    <a:pt x="2411080" y="918145"/>
                  </a:lnTo>
                  <a:lnTo>
                    <a:pt x="2456654" y="962942"/>
                  </a:lnTo>
                  <a:lnTo>
                    <a:pt x="2501722" y="1005073"/>
                  </a:lnTo>
                  <a:lnTo>
                    <a:pt x="2546406" y="1044349"/>
                  </a:lnTo>
                  <a:lnTo>
                    <a:pt x="2590917" y="1080674"/>
                  </a:lnTo>
                  <a:lnTo>
                    <a:pt x="2635572" y="1114043"/>
                  </a:lnTo>
                  <a:lnTo>
                    <a:pt x="2667772" y="1136092"/>
                  </a:lnTo>
                  <a:lnTo>
                    <a:pt x="2715755" y="1165716"/>
                  </a:lnTo>
                  <a:lnTo>
                    <a:pt x="2765446" y="1192262"/>
                  </a:lnTo>
                  <a:lnTo>
                    <a:pt x="2817675" y="1215900"/>
                  </a:lnTo>
                  <a:lnTo>
                    <a:pt x="2873371" y="1236913"/>
                  </a:lnTo>
                  <a:lnTo>
                    <a:pt x="2933469" y="1255610"/>
                  </a:lnTo>
                  <a:lnTo>
                    <a:pt x="2998830" y="1272289"/>
                  </a:lnTo>
                  <a:lnTo>
                    <a:pt x="3070123" y="1287205"/>
                  </a:lnTo>
                  <a:lnTo>
                    <a:pt x="3147673" y="1300558"/>
                  </a:lnTo>
                  <a:lnTo>
                    <a:pt x="3231266" y="1312491"/>
                  </a:lnTo>
                  <a:lnTo>
                    <a:pt x="3319915" y="1323082"/>
                  </a:lnTo>
                  <a:lnTo>
                    <a:pt x="3411649" y="1332357"/>
                  </a:lnTo>
                  <a:lnTo>
                    <a:pt x="3503413" y="1340298"/>
                  </a:lnTo>
                  <a:lnTo>
                    <a:pt x="3591192" y="1346874"/>
                  </a:lnTo>
                  <a:lnTo>
                    <a:pt x="3670470" y="1352067"/>
                  </a:lnTo>
                  <a:lnTo>
                    <a:pt x="3737011" y="1355912"/>
                  </a:lnTo>
                  <a:lnTo>
                    <a:pt x="3787794" y="1358520"/>
                  </a:lnTo>
                  <a:lnTo>
                    <a:pt x="3821808" y="1360081"/>
                  </a:lnTo>
                  <a:lnTo>
                    <a:pt x="3840425" y="1360849"/>
                  </a:lnTo>
                  <a:lnTo>
                    <a:pt x="3847318" y="1361106"/>
                  </a:lnTo>
                  <a:lnTo>
                    <a:pt x="3848118" y="1361133"/>
                  </a:lnTo>
                  <a:lnTo>
                    <a:pt x="4386855" y="1361133"/>
                  </a:lnTo>
                  <a:lnTo>
                    <a:pt x="4388141" y="1361165"/>
                  </a:lnTo>
                  <a:lnTo>
                    <a:pt x="4396529" y="1361391"/>
                  </a:lnTo>
                  <a:lnTo>
                    <a:pt x="4417448" y="1362017"/>
                  </a:lnTo>
                  <a:lnTo>
                    <a:pt x="4454276" y="1363245"/>
                  </a:lnTo>
                  <a:lnTo>
                    <a:pt x="4508012" y="1365252"/>
                  </a:lnTo>
                  <a:lnTo>
                    <a:pt x="4577257" y="1368168"/>
                  </a:lnTo>
                  <a:lnTo>
                    <a:pt x="4658681" y="1372061"/>
                  </a:lnTo>
                  <a:lnTo>
                    <a:pt x="4747875" y="1376950"/>
                  </a:lnTo>
                  <a:lnTo>
                    <a:pt x="4840307" y="1382818"/>
                  </a:lnTo>
                  <a:lnTo>
                    <a:pt x="4932062" y="1389642"/>
                  </a:lnTo>
                  <a:lnTo>
                    <a:pt x="5020248" y="1397415"/>
                  </a:lnTo>
                  <a:lnTo>
                    <a:pt x="5103073" y="1406161"/>
                  </a:lnTo>
                  <a:lnTo>
                    <a:pt x="5179705" y="1415946"/>
                  </a:lnTo>
                  <a:lnTo>
                    <a:pt x="5250055" y="1426882"/>
                  </a:lnTo>
                  <a:lnTo>
                    <a:pt x="5314538" y="1439122"/>
                  </a:lnTo>
                  <a:lnTo>
                    <a:pt x="5373884" y="1452859"/>
                  </a:lnTo>
                  <a:lnTo>
                    <a:pt x="5428987" y="1468310"/>
                  </a:lnTo>
                  <a:lnTo>
                    <a:pt x="5480803" y="1485699"/>
                  </a:lnTo>
                  <a:lnTo>
                    <a:pt x="5530255" y="1505218"/>
                  </a:lnTo>
                  <a:lnTo>
                    <a:pt x="5567201" y="1521747"/>
                  </a:lnTo>
                  <a:lnTo>
                    <a:pt x="5615273" y="1545687"/>
                  </a:lnTo>
                  <a:lnTo>
                    <a:pt x="5662876" y="1572004"/>
                  </a:lnTo>
                  <a:lnTo>
                    <a:pt x="5710482" y="1600735"/>
                  </a:lnTo>
                  <a:lnTo>
                    <a:pt x="5758416" y="1631840"/>
                  </a:lnTo>
                  <a:lnTo>
                    <a:pt x="5806876" y="1665194"/>
                  </a:lnTo>
                  <a:lnTo>
                    <a:pt x="5855952" y="1700579"/>
                  </a:lnTo>
                  <a:lnTo>
                    <a:pt x="5905631" y="1737688"/>
                  </a:lnTo>
                  <a:lnTo>
                    <a:pt x="5955821" y="1776128"/>
                  </a:lnTo>
                  <a:lnTo>
                    <a:pt x="6006362" y="1815440"/>
                  </a:lnTo>
                  <a:lnTo>
                    <a:pt x="6057055" y="1855118"/>
                  </a:lnTo>
                  <a:lnTo>
                    <a:pt x="6107680" y="1894634"/>
                  </a:lnTo>
                  <a:lnTo>
                    <a:pt x="6158028" y="1933470"/>
                  </a:lnTo>
                  <a:lnTo>
                    <a:pt x="6207920" y="1971147"/>
                  </a:lnTo>
                  <a:lnTo>
                    <a:pt x="6257236" y="2007242"/>
                  </a:lnTo>
                  <a:lnTo>
                    <a:pt x="6305931" y="2041416"/>
                  </a:lnTo>
                  <a:lnTo>
                    <a:pt x="6354052" y="2073414"/>
                  </a:lnTo>
                  <a:lnTo>
                    <a:pt x="6401754" y="2103076"/>
                  </a:lnTo>
                  <a:lnTo>
                    <a:pt x="6449311" y="2130329"/>
                  </a:lnTo>
                  <a:lnTo>
                    <a:pt x="6497134" y="2155184"/>
                  </a:lnTo>
                  <a:lnTo>
                    <a:pt x="6515891" y="2164202"/>
                  </a:lnTo>
                  <a:lnTo>
                    <a:pt x="6564086" y="2185432"/>
                  </a:lnTo>
                  <a:lnTo>
                    <a:pt x="6614006" y="2204446"/>
                  </a:lnTo>
                  <a:lnTo>
                    <a:pt x="6666496" y="2221369"/>
                  </a:lnTo>
                  <a:lnTo>
                    <a:pt x="6722495" y="2236404"/>
                  </a:lnTo>
                  <a:lnTo>
                    <a:pt x="6782950" y="2249776"/>
                  </a:lnTo>
                  <a:lnTo>
                    <a:pt x="6848731" y="2261700"/>
                  </a:lnTo>
                  <a:lnTo>
                    <a:pt x="6920510" y="2272358"/>
                  </a:lnTo>
                  <a:lnTo>
                    <a:pt x="6998602" y="2281896"/>
                  </a:lnTo>
                  <a:lnTo>
                    <a:pt x="7082769" y="2290413"/>
                  </a:lnTo>
                  <a:lnTo>
                    <a:pt x="7171978" y="2297965"/>
                  </a:lnTo>
                  <a:lnTo>
                    <a:pt x="7264186" y="2304571"/>
                  </a:lnTo>
                  <a:lnTo>
                    <a:pt x="7356250" y="2310215"/>
                  </a:lnTo>
                  <a:lnTo>
                    <a:pt x="7444063" y="2314875"/>
                  </a:lnTo>
                  <a:lnTo>
                    <a:pt x="7523043" y="2318539"/>
                  </a:lnTo>
                  <a:lnTo>
                    <a:pt x="7588946" y="2321236"/>
                  </a:lnTo>
                  <a:lnTo>
                    <a:pt x="7638820" y="2323050"/>
                  </a:lnTo>
                  <a:lnTo>
                    <a:pt x="7671798" y="2324122"/>
                  </a:lnTo>
                  <a:lnTo>
                    <a:pt x="7689445" y="2324638"/>
                  </a:lnTo>
                  <a:lnTo>
                    <a:pt x="7695644" y="2324801"/>
                  </a:lnTo>
                  <a:lnTo>
                    <a:pt x="7696237" y="2324816"/>
                  </a:lnTo>
                  <a:lnTo>
                    <a:pt x="8234974" y="2324816"/>
                  </a:lnTo>
                  <a:lnTo>
                    <a:pt x="8234974" y="2313927"/>
                  </a:lnTo>
                  <a:lnTo>
                    <a:pt x="7696237" y="2313927"/>
                  </a:lnTo>
                  <a:lnTo>
                    <a:pt x="7694952" y="2313895"/>
                  </a:lnTo>
                  <a:lnTo>
                    <a:pt x="7686564" y="2313668"/>
                  </a:lnTo>
                  <a:lnTo>
                    <a:pt x="7665644" y="2313043"/>
                  </a:lnTo>
                  <a:lnTo>
                    <a:pt x="7628816" y="2311815"/>
                  </a:lnTo>
                  <a:lnTo>
                    <a:pt x="7575080" y="2309807"/>
                  </a:lnTo>
                  <a:lnTo>
                    <a:pt x="7505835" y="2306892"/>
                  </a:lnTo>
                  <a:lnTo>
                    <a:pt x="7424412" y="2302998"/>
                  </a:lnTo>
                  <a:lnTo>
                    <a:pt x="7335217" y="2298110"/>
                  </a:lnTo>
                  <a:lnTo>
                    <a:pt x="7242785" y="2292242"/>
                  </a:lnTo>
                  <a:lnTo>
                    <a:pt x="7151030" y="2285417"/>
                  </a:lnTo>
                  <a:lnTo>
                    <a:pt x="7062844" y="2277645"/>
                  </a:lnTo>
                  <a:lnTo>
                    <a:pt x="6980020" y="2268899"/>
                  </a:lnTo>
                  <a:lnTo>
                    <a:pt x="6903387" y="2259113"/>
                  </a:lnTo>
                  <a:lnTo>
                    <a:pt x="6833037" y="2248177"/>
                  </a:lnTo>
                  <a:lnTo>
                    <a:pt x="6768554" y="2235937"/>
                  </a:lnTo>
                  <a:lnTo>
                    <a:pt x="6709209" y="2222201"/>
                  </a:lnTo>
                  <a:lnTo>
                    <a:pt x="6654105" y="2206750"/>
                  </a:lnTo>
                  <a:lnTo>
                    <a:pt x="6602290" y="2189361"/>
                  </a:lnTo>
                  <a:lnTo>
                    <a:pt x="6552837" y="2169842"/>
                  </a:lnTo>
                  <a:lnTo>
                    <a:pt x="6515891" y="2153313"/>
                  </a:lnTo>
                  <a:lnTo>
                    <a:pt x="6467819" y="2129372"/>
                  </a:lnTo>
                  <a:lnTo>
                    <a:pt x="6420216" y="2103055"/>
                  </a:lnTo>
                  <a:lnTo>
                    <a:pt x="6372610" y="2074324"/>
                  </a:lnTo>
                  <a:lnTo>
                    <a:pt x="6324677" y="2043219"/>
                  </a:lnTo>
                  <a:lnTo>
                    <a:pt x="6276216" y="2009866"/>
                  </a:lnTo>
                  <a:lnTo>
                    <a:pt x="6227140" y="1974480"/>
                  </a:lnTo>
                  <a:lnTo>
                    <a:pt x="6177461" y="1937372"/>
                  </a:lnTo>
                  <a:lnTo>
                    <a:pt x="6127272" y="1898932"/>
                  </a:lnTo>
                  <a:lnTo>
                    <a:pt x="6076731" y="1859619"/>
                  </a:lnTo>
                  <a:lnTo>
                    <a:pt x="6026038" y="1819942"/>
                  </a:lnTo>
                  <a:lnTo>
                    <a:pt x="5975412" y="1780426"/>
                  </a:lnTo>
                  <a:lnTo>
                    <a:pt x="5925065" y="1741589"/>
                  </a:lnTo>
                  <a:lnTo>
                    <a:pt x="5875172" y="1703913"/>
                  </a:lnTo>
                  <a:lnTo>
                    <a:pt x="5825856" y="1667817"/>
                  </a:lnTo>
                  <a:lnTo>
                    <a:pt x="5777161" y="1633644"/>
                  </a:lnTo>
                  <a:lnTo>
                    <a:pt x="5729040" y="1601646"/>
                  </a:lnTo>
                  <a:lnTo>
                    <a:pt x="5681339" y="1571984"/>
                  </a:lnTo>
                  <a:lnTo>
                    <a:pt x="5633782" y="1544730"/>
                  </a:lnTo>
                  <a:lnTo>
                    <a:pt x="5585958" y="1519876"/>
                  </a:lnTo>
                  <a:lnTo>
                    <a:pt x="5567201" y="1510858"/>
                  </a:lnTo>
                  <a:lnTo>
                    <a:pt x="5519007" y="1489628"/>
                  </a:lnTo>
                  <a:lnTo>
                    <a:pt x="5469086" y="1470613"/>
                  </a:lnTo>
                  <a:lnTo>
                    <a:pt x="5416596" y="1453691"/>
                  </a:lnTo>
                  <a:lnTo>
                    <a:pt x="5360598" y="1438656"/>
                  </a:lnTo>
                  <a:lnTo>
                    <a:pt x="5300142" y="1425283"/>
                  </a:lnTo>
                  <a:lnTo>
                    <a:pt x="5234361" y="1413360"/>
                  </a:lnTo>
                  <a:lnTo>
                    <a:pt x="5162583" y="1402701"/>
                  </a:lnTo>
                  <a:lnTo>
                    <a:pt x="5084490" y="1393164"/>
                  </a:lnTo>
                  <a:lnTo>
                    <a:pt x="5000323" y="1384647"/>
                  </a:lnTo>
                  <a:lnTo>
                    <a:pt x="4911115" y="1377094"/>
                  </a:lnTo>
                  <a:lnTo>
                    <a:pt x="4818907" y="1370489"/>
                  </a:lnTo>
                  <a:lnTo>
                    <a:pt x="4726843" y="1364845"/>
                  </a:lnTo>
                  <a:lnTo>
                    <a:pt x="4639030" y="1360185"/>
                  </a:lnTo>
                  <a:lnTo>
                    <a:pt x="4560049" y="1356520"/>
                  </a:lnTo>
                  <a:lnTo>
                    <a:pt x="4494146" y="1353823"/>
                  </a:lnTo>
                  <a:lnTo>
                    <a:pt x="4444272" y="1352009"/>
                  </a:lnTo>
                  <a:lnTo>
                    <a:pt x="4411295" y="1350937"/>
                  </a:lnTo>
                  <a:lnTo>
                    <a:pt x="4393648" y="1350422"/>
                  </a:lnTo>
                  <a:lnTo>
                    <a:pt x="4387448" y="1350258"/>
                  </a:lnTo>
                  <a:lnTo>
                    <a:pt x="4386855" y="1350244"/>
                  </a:lnTo>
                  <a:lnTo>
                    <a:pt x="3848118" y="1350244"/>
                  </a:lnTo>
                  <a:lnTo>
                    <a:pt x="3846849" y="1350200"/>
                  </a:lnTo>
                  <a:lnTo>
                    <a:pt x="3838565" y="1349887"/>
                  </a:lnTo>
                  <a:lnTo>
                    <a:pt x="3817894" y="1349022"/>
                  </a:lnTo>
                  <a:lnTo>
                    <a:pt x="3781480" y="1347323"/>
                  </a:lnTo>
                  <a:lnTo>
                    <a:pt x="3728298" y="1344546"/>
                  </a:lnTo>
                  <a:lnTo>
                    <a:pt x="3659687" y="1340511"/>
                  </a:lnTo>
                  <a:lnTo>
                    <a:pt x="3578899" y="1335118"/>
                  </a:lnTo>
                  <a:lnTo>
                    <a:pt x="3490267" y="1328343"/>
                  </a:lnTo>
                  <a:lnTo>
                    <a:pt x="3398278" y="1320206"/>
                  </a:lnTo>
                  <a:lnTo>
                    <a:pt x="3306828" y="1310740"/>
                  </a:lnTo>
                  <a:lnTo>
                    <a:pt x="3218814" y="1299958"/>
                  </a:lnTo>
                  <a:lnTo>
                    <a:pt x="3136056" y="1287826"/>
                  </a:lnTo>
                  <a:lnTo>
                    <a:pt x="3059413" y="1274257"/>
                  </a:lnTo>
                  <a:lnTo>
                    <a:pt x="2989010" y="1259099"/>
                  </a:lnTo>
                  <a:lnTo>
                    <a:pt x="2924459" y="1242145"/>
                  </a:lnTo>
                  <a:lnTo>
                    <a:pt x="2865054" y="1223131"/>
                  </a:lnTo>
                  <a:lnTo>
                    <a:pt x="2809919" y="1201758"/>
                  </a:lnTo>
                  <a:lnTo>
                    <a:pt x="2758113" y="1177714"/>
                  </a:lnTo>
                  <a:lnTo>
                    <a:pt x="2708718" y="1150730"/>
                  </a:lnTo>
                  <a:lnTo>
                    <a:pt x="2667772" y="1125203"/>
                  </a:lnTo>
                  <a:lnTo>
                    <a:pt x="2622757" y="1093905"/>
                  </a:lnTo>
                  <a:lnTo>
                    <a:pt x="2578182" y="1059694"/>
                  </a:lnTo>
                  <a:lnTo>
                    <a:pt x="2533648" y="1022520"/>
                  </a:lnTo>
                  <a:lnTo>
                    <a:pt x="2488872" y="982414"/>
                  </a:lnTo>
                  <a:lnTo>
                    <a:pt x="2443668" y="939495"/>
                  </a:lnTo>
                  <a:lnTo>
                    <a:pt x="2397939" y="893985"/>
                  </a:lnTo>
                  <a:lnTo>
                    <a:pt x="2351667" y="846200"/>
                  </a:lnTo>
                  <a:lnTo>
                    <a:pt x="2304903" y="796552"/>
                  </a:lnTo>
                  <a:lnTo>
                    <a:pt x="2257753" y="745534"/>
                  </a:lnTo>
                  <a:lnTo>
                    <a:pt x="2210366" y="693705"/>
                  </a:lnTo>
                  <a:lnTo>
                    <a:pt x="2162914" y="641659"/>
                  </a:lnTo>
                  <a:lnTo>
                    <a:pt x="2115578" y="590002"/>
                  </a:lnTo>
                  <a:lnTo>
                    <a:pt x="2068525" y="539323"/>
                  </a:lnTo>
                  <a:lnTo>
                    <a:pt x="2021893" y="490160"/>
                  </a:lnTo>
                  <a:lnTo>
                    <a:pt x="1975774" y="442988"/>
                  </a:lnTo>
                  <a:lnTo>
                    <a:pt x="1930201" y="398191"/>
                  </a:lnTo>
                  <a:lnTo>
                    <a:pt x="1885132" y="356059"/>
                  </a:lnTo>
                  <a:lnTo>
                    <a:pt x="1840449" y="316784"/>
                  </a:lnTo>
                  <a:lnTo>
                    <a:pt x="1795937" y="280458"/>
                  </a:lnTo>
                  <a:lnTo>
                    <a:pt x="1751282" y="247089"/>
                  </a:lnTo>
                  <a:lnTo>
                    <a:pt x="1719082" y="225040"/>
                  </a:lnTo>
                  <a:lnTo>
                    <a:pt x="1671099" y="195416"/>
                  </a:lnTo>
                  <a:lnTo>
                    <a:pt x="1621409" y="168870"/>
                  </a:lnTo>
                  <a:lnTo>
                    <a:pt x="1569179" y="145232"/>
                  </a:lnTo>
                  <a:lnTo>
                    <a:pt x="1513484" y="124220"/>
                  </a:lnTo>
                  <a:lnTo>
                    <a:pt x="1453386" y="105522"/>
                  </a:lnTo>
                  <a:lnTo>
                    <a:pt x="1388025" y="88843"/>
                  </a:lnTo>
                  <a:lnTo>
                    <a:pt x="1316732" y="73928"/>
                  </a:lnTo>
                  <a:lnTo>
                    <a:pt x="1239181" y="60574"/>
                  </a:lnTo>
                  <a:lnTo>
                    <a:pt x="1155588" y="48642"/>
                  </a:lnTo>
                  <a:lnTo>
                    <a:pt x="1066940" y="38051"/>
                  </a:lnTo>
                  <a:lnTo>
                    <a:pt x="975205" y="28776"/>
                  </a:lnTo>
                  <a:lnTo>
                    <a:pt x="883442" y="20834"/>
                  </a:lnTo>
                  <a:lnTo>
                    <a:pt x="795662" y="14259"/>
                  </a:lnTo>
                  <a:lnTo>
                    <a:pt x="716384" y="9066"/>
                  </a:lnTo>
                  <a:lnTo>
                    <a:pt x="649844" y="5221"/>
                  </a:lnTo>
                  <a:lnTo>
                    <a:pt x="599060" y="2613"/>
                  </a:lnTo>
                  <a:lnTo>
                    <a:pt x="565047" y="1051"/>
                  </a:lnTo>
                  <a:lnTo>
                    <a:pt x="546430" y="284"/>
                  </a:lnTo>
                  <a:lnTo>
                    <a:pt x="539537" y="2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95" name="pl795"/>
            <p:cNvSpPr/>
            <p:nvPr/>
          </p:nvSpPr>
          <p:spPr>
            <a:xfrm>
              <a:off x="546595" y="1784918"/>
              <a:ext cx="8234974" cy="2313927"/>
            </a:xfrm>
            <a:custGeom>
              <a:avLst/>
              <a:pathLst>
                <a:path w="8234974" h="2313927">
                  <a:moveTo>
                    <a:pt x="0" y="0"/>
                  </a:moveTo>
                  <a:lnTo>
                    <a:pt x="538736" y="0"/>
                  </a:lnTo>
                  <a:lnTo>
                    <a:pt x="540005" y="43"/>
                  </a:lnTo>
                  <a:lnTo>
                    <a:pt x="548290" y="356"/>
                  </a:lnTo>
                  <a:lnTo>
                    <a:pt x="568961" y="1222"/>
                  </a:lnTo>
                  <a:lnTo>
                    <a:pt x="605375" y="2920"/>
                  </a:lnTo>
                  <a:lnTo>
                    <a:pt x="658557" y="5697"/>
                  </a:lnTo>
                  <a:lnTo>
                    <a:pt x="727168" y="9733"/>
                  </a:lnTo>
                  <a:lnTo>
                    <a:pt x="807956" y="15125"/>
                  </a:lnTo>
                  <a:lnTo>
                    <a:pt x="896587" y="21900"/>
                  </a:lnTo>
                  <a:lnTo>
                    <a:pt x="988576" y="30037"/>
                  </a:lnTo>
                  <a:lnTo>
                    <a:pt x="1080027" y="39503"/>
                  </a:lnTo>
                  <a:lnTo>
                    <a:pt x="1168040" y="50286"/>
                  </a:lnTo>
                  <a:lnTo>
                    <a:pt x="1250799" y="62418"/>
                  </a:lnTo>
                  <a:lnTo>
                    <a:pt x="1327441" y="75987"/>
                  </a:lnTo>
                  <a:lnTo>
                    <a:pt x="1397845" y="91144"/>
                  </a:lnTo>
                  <a:lnTo>
                    <a:pt x="1462396" y="108098"/>
                  </a:lnTo>
                  <a:lnTo>
                    <a:pt x="1521801" y="127112"/>
                  </a:lnTo>
                  <a:lnTo>
                    <a:pt x="1576936" y="148485"/>
                  </a:lnTo>
                  <a:lnTo>
                    <a:pt x="1628741" y="172529"/>
                  </a:lnTo>
                  <a:lnTo>
                    <a:pt x="1678136" y="199514"/>
                  </a:lnTo>
                  <a:lnTo>
                    <a:pt x="1719082" y="225040"/>
                  </a:lnTo>
                  <a:lnTo>
                    <a:pt x="1764098" y="256338"/>
                  </a:lnTo>
                  <a:lnTo>
                    <a:pt x="1808673" y="290549"/>
                  </a:lnTo>
                  <a:lnTo>
                    <a:pt x="1853206" y="327723"/>
                  </a:lnTo>
                  <a:lnTo>
                    <a:pt x="1897982" y="367830"/>
                  </a:lnTo>
                  <a:lnTo>
                    <a:pt x="1943186" y="410748"/>
                  </a:lnTo>
                  <a:lnTo>
                    <a:pt x="1988915" y="456259"/>
                  </a:lnTo>
                  <a:lnTo>
                    <a:pt x="2035187" y="504044"/>
                  </a:lnTo>
                  <a:lnTo>
                    <a:pt x="2081951" y="553692"/>
                  </a:lnTo>
                  <a:lnTo>
                    <a:pt x="2129101" y="604709"/>
                  </a:lnTo>
                  <a:lnTo>
                    <a:pt x="2176489" y="656538"/>
                  </a:lnTo>
                  <a:lnTo>
                    <a:pt x="2223940" y="708584"/>
                  </a:lnTo>
                  <a:lnTo>
                    <a:pt x="2271276" y="760241"/>
                  </a:lnTo>
                  <a:lnTo>
                    <a:pt x="2318330" y="810921"/>
                  </a:lnTo>
                  <a:lnTo>
                    <a:pt x="2364962" y="860083"/>
                  </a:lnTo>
                  <a:lnTo>
                    <a:pt x="2411080" y="907256"/>
                  </a:lnTo>
                  <a:lnTo>
                    <a:pt x="2456654" y="952052"/>
                  </a:lnTo>
                  <a:lnTo>
                    <a:pt x="2501722" y="994184"/>
                  </a:lnTo>
                  <a:lnTo>
                    <a:pt x="2546406" y="1033460"/>
                  </a:lnTo>
                  <a:lnTo>
                    <a:pt x="2590917" y="1069785"/>
                  </a:lnTo>
                  <a:lnTo>
                    <a:pt x="2635572" y="1103154"/>
                  </a:lnTo>
                  <a:lnTo>
                    <a:pt x="2667772" y="1125203"/>
                  </a:lnTo>
                  <a:lnTo>
                    <a:pt x="2715755" y="1154827"/>
                  </a:lnTo>
                  <a:lnTo>
                    <a:pt x="2765446" y="1181373"/>
                  </a:lnTo>
                  <a:lnTo>
                    <a:pt x="2817675" y="1205011"/>
                  </a:lnTo>
                  <a:lnTo>
                    <a:pt x="2873371" y="1226024"/>
                  </a:lnTo>
                  <a:lnTo>
                    <a:pt x="2933469" y="1244721"/>
                  </a:lnTo>
                  <a:lnTo>
                    <a:pt x="2998830" y="1261400"/>
                  </a:lnTo>
                  <a:lnTo>
                    <a:pt x="3070123" y="1276316"/>
                  </a:lnTo>
                  <a:lnTo>
                    <a:pt x="3147673" y="1289669"/>
                  </a:lnTo>
                  <a:lnTo>
                    <a:pt x="3231266" y="1301601"/>
                  </a:lnTo>
                  <a:lnTo>
                    <a:pt x="3319915" y="1312193"/>
                  </a:lnTo>
                  <a:lnTo>
                    <a:pt x="3411649" y="1321468"/>
                  </a:lnTo>
                  <a:lnTo>
                    <a:pt x="3503413" y="1329409"/>
                  </a:lnTo>
                  <a:lnTo>
                    <a:pt x="3591192" y="1335985"/>
                  </a:lnTo>
                  <a:lnTo>
                    <a:pt x="3670470" y="1341178"/>
                  </a:lnTo>
                  <a:lnTo>
                    <a:pt x="3737011" y="1345023"/>
                  </a:lnTo>
                  <a:lnTo>
                    <a:pt x="3787794" y="1347631"/>
                  </a:lnTo>
                  <a:lnTo>
                    <a:pt x="3821808" y="1349192"/>
                  </a:lnTo>
                  <a:lnTo>
                    <a:pt x="3840425" y="1349960"/>
                  </a:lnTo>
                  <a:lnTo>
                    <a:pt x="3847318" y="1350217"/>
                  </a:lnTo>
                  <a:lnTo>
                    <a:pt x="3848118" y="1350244"/>
                  </a:lnTo>
                  <a:lnTo>
                    <a:pt x="4386855" y="1350244"/>
                  </a:lnTo>
                  <a:lnTo>
                    <a:pt x="4388141" y="1350276"/>
                  </a:lnTo>
                  <a:lnTo>
                    <a:pt x="4396529" y="1350502"/>
                  </a:lnTo>
                  <a:lnTo>
                    <a:pt x="4417448" y="1351128"/>
                  </a:lnTo>
                  <a:lnTo>
                    <a:pt x="4454276" y="1352356"/>
                  </a:lnTo>
                  <a:lnTo>
                    <a:pt x="4508012" y="1354363"/>
                  </a:lnTo>
                  <a:lnTo>
                    <a:pt x="4577257" y="1357279"/>
                  </a:lnTo>
                  <a:lnTo>
                    <a:pt x="4658681" y="1361172"/>
                  </a:lnTo>
                  <a:lnTo>
                    <a:pt x="4747875" y="1366061"/>
                  </a:lnTo>
                  <a:lnTo>
                    <a:pt x="4840307" y="1371929"/>
                  </a:lnTo>
                  <a:lnTo>
                    <a:pt x="4932062" y="1378753"/>
                  </a:lnTo>
                  <a:lnTo>
                    <a:pt x="5020248" y="1386526"/>
                  </a:lnTo>
                  <a:lnTo>
                    <a:pt x="5103073" y="1395272"/>
                  </a:lnTo>
                  <a:lnTo>
                    <a:pt x="5179705" y="1405057"/>
                  </a:lnTo>
                  <a:lnTo>
                    <a:pt x="5250055" y="1415993"/>
                  </a:lnTo>
                  <a:lnTo>
                    <a:pt x="5314538" y="1428233"/>
                  </a:lnTo>
                  <a:lnTo>
                    <a:pt x="5373884" y="1441970"/>
                  </a:lnTo>
                  <a:lnTo>
                    <a:pt x="5428987" y="1457421"/>
                  </a:lnTo>
                  <a:lnTo>
                    <a:pt x="5480803" y="1474810"/>
                  </a:lnTo>
                  <a:lnTo>
                    <a:pt x="5530255" y="1494329"/>
                  </a:lnTo>
                  <a:lnTo>
                    <a:pt x="5567201" y="1510858"/>
                  </a:lnTo>
                  <a:lnTo>
                    <a:pt x="5615273" y="1534798"/>
                  </a:lnTo>
                  <a:lnTo>
                    <a:pt x="5662876" y="1561115"/>
                  </a:lnTo>
                  <a:lnTo>
                    <a:pt x="5710482" y="1589846"/>
                  </a:lnTo>
                  <a:lnTo>
                    <a:pt x="5758416" y="1620951"/>
                  </a:lnTo>
                  <a:lnTo>
                    <a:pt x="5806876" y="1654305"/>
                  </a:lnTo>
                  <a:lnTo>
                    <a:pt x="5855952" y="1689690"/>
                  </a:lnTo>
                  <a:lnTo>
                    <a:pt x="5905631" y="1726799"/>
                  </a:lnTo>
                  <a:lnTo>
                    <a:pt x="5955821" y="1765239"/>
                  </a:lnTo>
                  <a:lnTo>
                    <a:pt x="6006362" y="1804551"/>
                  </a:lnTo>
                  <a:lnTo>
                    <a:pt x="6057055" y="1844229"/>
                  </a:lnTo>
                  <a:lnTo>
                    <a:pt x="6107680" y="1883745"/>
                  </a:lnTo>
                  <a:lnTo>
                    <a:pt x="6158028" y="1922581"/>
                  </a:lnTo>
                  <a:lnTo>
                    <a:pt x="6207920" y="1960258"/>
                  </a:lnTo>
                  <a:lnTo>
                    <a:pt x="6257236" y="1996353"/>
                  </a:lnTo>
                  <a:lnTo>
                    <a:pt x="6305931" y="2030527"/>
                  </a:lnTo>
                  <a:lnTo>
                    <a:pt x="6354052" y="2062525"/>
                  </a:lnTo>
                  <a:lnTo>
                    <a:pt x="6401754" y="2092187"/>
                  </a:lnTo>
                  <a:lnTo>
                    <a:pt x="6449311" y="2119440"/>
                  </a:lnTo>
                  <a:lnTo>
                    <a:pt x="6497134" y="2144295"/>
                  </a:lnTo>
                  <a:lnTo>
                    <a:pt x="6515891" y="2153313"/>
                  </a:lnTo>
                  <a:lnTo>
                    <a:pt x="6564086" y="2174543"/>
                  </a:lnTo>
                  <a:lnTo>
                    <a:pt x="6614006" y="2193557"/>
                  </a:lnTo>
                  <a:lnTo>
                    <a:pt x="6666496" y="2210480"/>
                  </a:lnTo>
                  <a:lnTo>
                    <a:pt x="6722495" y="2225515"/>
                  </a:lnTo>
                  <a:lnTo>
                    <a:pt x="6782950" y="2238887"/>
                  </a:lnTo>
                  <a:lnTo>
                    <a:pt x="6848731" y="2250811"/>
                  </a:lnTo>
                  <a:lnTo>
                    <a:pt x="6920510" y="2261469"/>
                  </a:lnTo>
                  <a:lnTo>
                    <a:pt x="6998602" y="2271007"/>
                  </a:lnTo>
                  <a:lnTo>
                    <a:pt x="7082769" y="2279524"/>
                  </a:lnTo>
                  <a:lnTo>
                    <a:pt x="7171978" y="2287076"/>
                  </a:lnTo>
                  <a:lnTo>
                    <a:pt x="7264186" y="2293682"/>
                  </a:lnTo>
                  <a:lnTo>
                    <a:pt x="7356250" y="2299326"/>
                  </a:lnTo>
                  <a:lnTo>
                    <a:pt x="7444063" y="2303986"/>
                  </a:lnTo>
                  <a:lnTo>
                    <a:pt x="7523043" y="2307650"/>
                  </a:lnTo>
                  <a:lnTo>
                    <a:pt x="7588946" y="2310347"/>
                  </a:lnTo>
                  <a:lnTo>
                    <a:pt x="7638820" y="2312161"/>
                  </a:lnTo>
                  <a:lnTo>
                    <a:pt x="7671798" y="2313233"/>
                  </a:lnTo>
                  <a:lnTo>
                    <a:pt x="7689445" y="2313749"/>
                  </a:lnTo>
                  <a:lnTo>
                    <a:pt x="7695644" y="2313912"/>
                  </a:lnTo>
                  <a:lnTo>
                    <a:pt x="7696237" y="2313927"/>
                  </a:lnTo>
                  <a:lnTo>
                    <a:pt x="8234974" y="23139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6" name="pl796"/>
            <p:cNvSpPr/>
            <p:nvPr/>
          </p:nvSpPr>
          <p:spPr>
            <a:xfrm>
              <a:off x="546595" y="1774029"/>
              <a:ext cx="8234974" cy="2313927"/>
            </a:xfrm>
            <a:custGeom>
              <a:avLst/>
              <a:pathLst>
                <a:path w="8234974" h="2313927">
                  <a:moveTo>
                    <a:pt x="8234974" y="2313927"/>
                  </a:moveTo>
                  <a:lnTo>
                    <a:pt x="7696237" y="2313927"/>
                  </a:lnTo>
                  <a:lnTo>
                    <a:pt x="7694952" y="2313895"/>
                  </a:lnTo>
                  <a:lnTo>
                    <a:pt x="7686564" y="2313668"/>
                  </a:lnTo>
                  <a:lnTo>
                    <a:pt x="7665644" y="2313043"/>
                  </a:lnTo>
                  <a:lnTo>
                    <a:pt x="7628816" y="2311815"/>
                  </a:lnTo>
                  <a:lnTo>
                    <a:pt x="7575080" y="2309807"/>
                  </a:lnTo>
                  <a:lnTo>
                    <a:pt x="7505835" y="2306892"/>
                  </a:lnTo>
                  <a:lnTo>
                    <a:pt x="7424412" y="2302998"/>
                  </a:lnTo>
                  <a:lnTo>
                    <a:pt x="7335217" y="2298110"/>
                  </a:lnTo>
                  <a:lnTo>
                    <a:pt x="7242785" y="2292242"/>
                  </a:lnTo>
                  <a:lnTo>
                    <a:pt x="7151030" y="2285417"/>
                  </a:lnTo>
                  <a:lnTo>
                    <a:pt x="7062844" y="2277645"/>
                  </a:lnTo>
                  <a:lnTo>
                    <a:pt x="6980020" y="2268899"/>
                  </a:lnTo>
                  <a:lnTo>
                    <a:pt x="6903387" y="2259113"/>
                  </a:lnTo>
                  <a:lnTo>
                    <a:pt x="6833037" y="2248177"/>
                  </a:lnTo>
                  <a:lnTo>
                    <a:pt x="6768554" y="2235937"/>
                  </a:lnTo>
                  <a:lnTo>
                    <a:pt x="6709209" y="2222201"/>
                  </a:lnTo>
                  <a:lnTo>
                    <a:pt x="6654105" y="2206750"/>
                  </a:lnTo>
                  <a:lnTo>
                    <a:pt x="6602290" y="2189361"/>
                  </a:lnTo>
                  <a:lnTo>
                    <a:pt x="6552837" y="2169842"/>
                  </a:lnTo>
                  <a:lnTo>
                    <a:pt x="6515891" y="2153313"/>
                  </a:lnTo>
                  <a:lnTo>
                    <a:pt x="6467819" y="2129372"/>
                  </a:lnTo>
                  <a:lnTo>
                    <a:pt x="6420216" y="2103055"/>
                  </a:lnTo>
                  <a:lnTo>
                    <a:pt x="6372610" y="2074324"/>
                  </a:lnTo>
                  <a:lnTo>
                    <a:pt x="6324677" y="2043219"/>
                  </a:lnTo>
                  <a:lnTo>
                    <a:pt x="6276216" y="2009866"/>
                  </a:lnTo>
                  <a:lnTo>
                    <a:pt x="6227140" y="1974480"/>
                  </a:lnTo>
                  <a:lnTo>
                    <a:pt x="6177461" y="1937372"/>
                  </a:lnTo>
                  <a:lnTo>
                    <a:pt x="6127272" y="1898932"/>
                  </a:lnTo>
                  <a:lnTo>
                    <a:pt x="6076731" y="1859619"/>
                  </a:lnTo>
                  <a:lnTo>
                    <a:pt x="6026038" y="1819942"/>
                  </a:lnTo>
                  <a:lnTo>
                    <a:pt x="5975412" y="1780426"/>
                  </a:lnTo>
                  <a:lnTo>
                    <a:pt x="5925065" y="1741589"/>
                  </a:lnTo>
                  <a:lnTo>
                    <a:pt x="5875172" y="1703913"/>
                  </a:lnTo>
                  <a:lnTo>
                    <a:pt x="5825856" y="1667817"/>
                  </a:lnTo>
                  <a:lnTo>
                    <a:pt x="5777161" y="1633644"/>
                  </a:lnTo>
                  <a:lnTo>
                    <a:pt x="5729040" y="1601646"/>
                  </a:lnTo>
                  <a:lnTo>
                    <a:pt x="5681339" y="1571984"/>
                  </a:lnTo>
                  <a:lnTo>
                    <a:pt x="5633782" y="1544730"/>
                  </a:lnTo>
                  <a:lnTo>
                    <a:pt x="5585958" y="1519876"/>
                  </a:lnTo>
                  <a:lnTo>
                    <a:pt x="5567201" y="1510858"/>
                  </a:lnTo>
                  <a:lnTo>
                    <a:pt x="5519007" y="1489628"/>
                  </a:lnTo>
                  <a:lnTo>
                    <a:pt x="5469086" y="1470613"/>
                  </a:lnTo>
                  <a:lnTo>
                    <a:pt x="5416596" y="1453691"/>
                  </a:lnTo>
                  <a:lnTo>
                    <a:pt x="5360598" y="1438656"/>
                  </a:lnTo>
                  <a:lnTo>
                    <a:pt x="5300142" y="1425283"/>
                  </a:lnTo>
                  <a:lnTo>
                    <a:pt x="5234361" y="1413360"/>
                  </a:lnTo>
                  <a:lnTo>
                    <a:pt x="5162583" y="1402701"/>
                  </a:lnTo>
                  <a:lnTo>
                    <a:pt x="5084490" y="1393164"/>
                  </a:lnTo>
                  <a:lnTo>
                    <a:pt x="5000323" y="1384647"/>
                  </a:lnTo>
                  <a:lnTo>
                    <a:pt x="4911115" y="1377094"/>
                  </a:lnTo>
                  <a:lnTo>
                    <a:pt x="4818907" y="1370489"/>
                  </a:lnTo>
                  <a:lnTo>
                    <a:pt x="4726843" y="1364845"/>
                  </a:lnTo>
                  <a:lnTo>
                    <a:pt x="4639030" y="1360185"/>
                  </a:lnTo>
                  <a:lnTo>
                    <a:pt x="4560049" y="1356520"/>
                  </a:lnTo>
                  <a:lnTo>
                    <a:pt x="4494146" y="1353823"/>
                  </a:lnTo>
                  <a:lnTo>
                    <a:pt x="4444272" y="1352009"/>
                  </a:lnTo>
                  <a:lnTo>
                    <a:pt x="4411295" y="1350937"/>
                  </a:lnTo>
                  <a:lnTo>
                    <a:pt x="4393648" y="1350422"/>
                  </a:lnTo>
                  <a:lnTo>
                    <a:pt x="4387448" y="1350258"/>
                  </a:lnTo>
                  <a:lnTo>
                    <a:pt x="4386855" y="1350244"/>
                  </a:lnTo>
                  <a:lnTo>
                    <a:pt x="3848118" y="1350244"/>
                  </a:lnTo>
                  <a:lnTo>
                    <a:pt x="3846849" y="1350200"/>
                  </a:lnTo>
                  <a:lnTo>
                    <a:pt x="3838565" y="1349887"/>
                  </a:lnTo>
                  <a:lnTo>
                    <a:pt x="3817894" y="1349022"/>
                  </a:lnTo>
                  <a:lnTo>
                    <a:pt x="3781480" y="1347323"/>
                  </a:lnTo>
                  <a:lnTo>
                    <a:pt x="3728298" y="1344546"/>
                  </a:lnTo>
                  <a:lnTo>
                    <a:pt x="3659687" y="1340511"/>
                  </a:lnTo>
                  <a:lnTo>
                    <a:pt x="3578899" y="1335118"/>
                  </a:lnTo>
                  <a:lnTo>
                    <a:pt x="3490267" y="1328343"/>
                  </a:lnTo>
                  <a:lnTo>
                    <a:pt x="3398278" y="1320206"/>
                  </a:lnTo>
                  <a:lnTo>
                    <a:pt x="3306828" y="1310740"/>
                  </a:lnTo>
                  <a:lnTo>
                    <a:pt x="3218814" y="1299958"/>
                  </a:lnTo>
                  <a:lnTo>
                    <a:pt x="3136056" y="1287826"/>
                  </a:lnTo>
                  <a:lnTo>
                    <a:pt x="3059413" y="1274257"/>
                  </a:lnTo>
                  <a:lnTo>
                    <a:pt x="2989010" y="1259099"/>
                  </a:lnTo>
                  <a:lnTo>
                    <a:pt x="2924459" y="1242145"/>
                  </a:lnTo>
                  <a:lnTo>
                    <a:pt x="2865054" y="1223131"/>
                  </a:lnTo>
                  <a:lnTo>
                    <a:pt x="2809919" y="1201758"/>
                  </a:lnTo>
                  <a:lnTo>
                    <a:pt x="2758113" y="1177714"/>
                  </a:lnTo>
                  <a:lnTo>
                    <a:pt x="2708718" y="1150730"/>
                  </a:lnTo>
                  <a:lnTo>
                    <a:pt x="2667772" y="1125203"/>
                  </a:lnTo>
                  <a:lnTo>
                    <a:pt x="2622757" y="1093905"/>
                  </a:lnTo>
                  <a:lnTo>
                    <a:pt x="2578182" y="1059694"/>
                  </a:lnTo>
                  <a:lnTo>
                    <a:pt x="2533648" y="1022520"/>
                  </a:lnTo>
                  <a:lnTo>
                    <a:pt x="2488872" y="982414"/>
                  </a:lnTo>
                  <a:lnTo>
                    <a:pt x="2443668" y="939495"/>
                  </a:lnTo>
                  <a:lnTo>
                    <a:pt x="2397939" y="893985"/>
                  </a:lnTo>
                  <a:lnTo>
                    <a:pt x="2351667" y="846200"/>
                  </a:lnTo>
                  <a:lnTo>
                    <a:pt x="2304903" y="796552"/>
                  </a:lnTo>
                  <a:lnTo>
                    <a:pt x="2257753" y="745534"/>
                  </a:lnTo>
                  <a:lnTo>
                    <a:pt x="2210366" y="693705"/>
                  </a:lnTo>
                  <a:lnTo>
                    <a:pt x="2162914" y="641659"/>
                  </a:lnTo>
                  <a:lnTo>
                    <a:pt x="2115578" y="590002"/>
                  </a:lnTo>
                  <a:lnTo>
                    <a:pt x="2068525" y="539323"/>
                  </a:lnTo>
                  <a:lnTo>
                    <a:pt x="2021893" y="490160"/>
                  </a:lnTo>
                  <a:lnTo>
                    <a:pt x="1975774" y="442988"/>
                  </a:lnTo>
                  <a:lnTo>
                    <a:pt x="1930201" y="398191"/>
                  </a:lnTo>
                  <a:lnTo>
                    <a:pt x="1885132" y="356059"/>
                  </a:lnTo>
                  <a:lnTo>
                    <a:pt x="1840449" y="316784"/>
                  </a:lnTo>
                  <a:lnTo>
                    <a:pt x="1795937" y="280458"/>
                  </a:lnTo>
                  <a:lnTo>
                    <a:pt x="1751282" y="247089"/>
                  </a:lnTo>
                  <a:lnTo>
                    <a:pt x="1719082" y="225040"/>
                  </a:lnTo>
                  <a:lnTo>
                    <a:pt x="1671099" y="195416"/>
                  </a:lnTo>
                  <a:lnTo>
                    <a:pt x="1621409" y="168870"/>
                  </a:lnTo>
                  <a:lnTo>
                    <a:pt x="1569179" y="145232"/>
                  </a:lnTo>
                  <a:lnTo>
                    <a:pt x="1513484" y="124220"/>
                  </a:lnTo>
                  <a:lnTo>
                    <a:pt x="1453386" y="105522"/>
                  </a:lnTo>
                  <a:lnTo>
                    <a:pt x="1388025" y="88843"/>
                  </a:lnTo>
                  <a:lnTo>
                    <a:pt x="1316732" y="73928"/>
                  </a:lnTo>
                  <a:lnTo>
                    <a:pt x="1239181" y="60574"/>
                  </a:lnTo>
                  <a:lnTo>
                    <a:pt x="1155588" y="48642"/>
                  </a:lnTo>
                  <a:lnTo>
                    <a:pt x="1066940" y="38051"/>
                  </a:lnTo>
                  <a:lnTo>
                    <a:pt x="975205" y="28776"/>
                  </a:lnTo>
                  <a:lnTo>
                    <a:pt x="883442" y="20834"/>
                  </a:lnTo>
                  <a:lnTo>
                    <a:pt x="795662" y="14259"/>
                  </a:lnTo>
                  <a:lnTo>
                    <a:pt x="716384" y="9066"/>
                  </a:lnTo>
                  <a:lnTo>
                    <a:pt x="649844" y="5221"/>
                  </a:lnTo>
                  <a:lnTo>
                    <a:pt x="599060" y="2613"/>
                  </a:lnTo>
                  <a:lnTo>
                    <a:pt x="565047" y="1051"/>
                  </a:lnTo>
                  <a:lnTo>
                    <a:pt x="546430" y="284"/>
                  </a:lnTo>
                  <a:lnTo>
                    <a:pt x="539537" y="2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7" name="pg797"/>
            <p:cNvSpPr/>
            <p:nvPr/>
          </p:nvSpPr>
          <p:spPr>
            <a:xfrm>
              <a:off x="546595" y="1784918"/>
              <a:ext cx="8234974" cy="2569820"/>
            </a:xfrm>
            <a:custGeom>
              <a:avLst/>
              <a:pathLst>
                <a:path w="8234974" h="2569820">
                  <a:moveTo>
                    <a:pt x="0" y="5444"/>
                  </a:moveTo>
                  <a:lnTo>
                    <a:pt x="538736" y="5444"/>
                  </a:lnTo>
                  <a:lnTo>
                    <a:pt x="540005" y="5488"/>
                  </a:lnTo>
                  <a:lnTo>
                    <a:pt x="548290" y="5801"/>
                  </a:lnTo>
                  <a:lnTo>
                    <a:pt x="568961" y="6666"/>
                  </a:lnTo>
                  <a:lnTo>
                    <a:pt x="605375" y="8365"/>
                  </a:lnTo>
                  <a:lnTo>
                    <a:pt x="658557" y="11142"/>
                  </a:lnTo>
                  <a:lnTo>
                    <a:pt x="727168" y="15177"/>
                  </a:lnTo>
                  <a:lnTo>
                    <a:pt x="807956" y="20570"/>
                  </a:lnTo>
                  <a:lnTo>
                    <a:pt x="896587" y="27345"/>
                  </a:lnTo>
                  <a:lnTo>
                    <a:pt x="988576" y="35482"/>
                  </a:lnTo>
                  <a:lnTo>
                    <a:pt x="1080027" y="44948"/>
                  </a:lnTo>
                  <a:lnTo>
                    <a:pt x="1168040" y="55730"/>
                  </a:lnTo>
                  <a:lnTo>
                    <a:pt x="1250799" y="67862"/>
                  </a:lnTo>
                  <a:lnTo>
                    <a:pt x="1327441" y="81431"/>
                  </a:lnTo>
                  <a:lnTo>
                    <a:pt x="1397845" y="96589"/>
                  </a:lnTo>
                  <a:lnTo>
                    <a:pt x="1462396" y="113543"/>
                  </a:lnTo>
                  <a:lnTo>
                    <a:pt x="1521801" y="132557"/>
                  </a:lnTo>
                  <a:lnTo>
                    <a:pt x="1576936" y="153930"/>
                  </a:lnTo>
                  <a:lnTo>
                    <a:pt x="1628741" y="177974"/>
                  </a:lnTo>
                  <a:lnTo>
                    <a:pt x="1678136" y="204958"/>
                  </a:lnTo>
                  <a:lnTo>
                    <a:pt x="1719082" y="230485"/>
                  </a:lnTo>
                  <a:lnTo>
                    <a:pt x="1764098" y="261783"/>
                  </a:lnTo>
                  <a:lnTo>
                    <a:pt x="1808673" y="295994"/>
                  </a:lnTo>
                  <a:lnTo>
                    <a:pt x="1853206" y="333168"/>
                  </a:lnTo>
                  <a:lnTo>
                    <a:pt x="1897982" y="373274"/>
                  </a:lnTo>
                  <a:lnTo>
                    <a:pt x="1943186" y="416193"/>
                  </a:lnTo>
                  <a:lnTo>
                    <a:pt x="1988915" y="461703"/>
                  </a:lnTo>
                  <a:lnTo>
                    <a:pt x="2035187" y="509488"/>
                  </a:lnTo>
                  <a:lnTo>
                    <a:pt x="2081951" y="559136"/>
                  </a:lnTo>
                  <a:lnTo>
                    <a:pt x="2129101" y="610154"/>
                  </a:lnTo>
                  <a:lnTo>
                    <a:pt x="2176489" y="661983"/>
                  </a:lnTo>
                  <a:lnTo>
                    <a:pt x="2223940" y="714029"/>
                  </a:lnTo>
                  <a:lnTo>
                    <a:pt x="2271276" y="765686"/>
                  </a:lnTo>
                  <a:lnTo>
                    <a:pt x="2318330" y="816366"/>
                  </a:lnTo>
                  <a:lnTo>
                    <a:pt x="2364962" y="865528"/>
                  </a:lnTo>
                  <a:lnTo>
                    <a:pt x="2411080" y="912700"/>
                  </a:lnTo>
                  <a:lnTo>
                    <a:pt x="2456654" y="957497"/>
                  </a:lnTo>
                  <a:lnTo>
                    <a:pt x="2501722" y="999629"/>
                  </a:lnTo>
                  <a:lnTo>
                    <a:pt x="2546406" y="1038904"/>
                  </a:lnTo>
                  <a:lnTo>
                    <a:pt x="2590917" y="1075230"/>
                  </a:lnTo>
                  <a:lnTo>
                    <a:pt x="2635572" y="1108599"/>
                  </a:lnTo>
                  <a:lnTo>
                    <a:pt x="2667772" y="1130648"/>
                  </a:lnTo>
                  <a:lnTo>
                    <a:pt x="2715755" y="1160272"/>
                  </a:lnTo>
                  <a:lnTo>
                    <a:pt x="2765446" y="1186818"/>
                  </a:lnTo>
                  <a:lnTo>
                    <a:pt x="2817675" y="1210456"/>
                  </a:lnTo>
                  <a:lnTo>
                    <a:pt x="2873371" y="1231468"/>
                  </a:lnTo>
                  <a:lnTo>
                    <a:pt x="2933469" y="1250166"/>
                  </a:lnTo>
                  <a:lnTo>
                    <a:pt x="2998830" y="1266845"/>
                  </a:lnTo>
                  <a:lnTo>
                    <a:pt x="3070123" y="1281760"/>
                  </a:lnTo>
                  <a:lnTo>
                    <a:pt x="3147673" y="1295114"/>
                  </a:lnTo>
                  <a:lnTo>
                    <a:pt x="3231266" y="1307046"/>
                  </a:lnTo>
                  <a:lnTo>
                    <a:pt x="3319915" y="1317637"/>
                  </a:lnTo>
                  <a:lnTo>
                    <a:pt x="3411649" y="1326912"/>
                  </a:lnTo>
                  <a:lnTo>
                    <a:pt x="3503413" y="1334854"/>
                  </a:lnTo>
                  <a:lnTo>
                    <a:pt x="3591192" y="1341429"/>
                  </a:lnTo>
                  <a:lnTo>
                    <a:pt x="3670470" y="1346622"/>
                  </a:lnTo>
                  <a:lnTo>
                    <a:pt x="3737011" y="1350467"/>
                  </a:lnTo>
                  <a:lnTo>
                    <a:pt x="3787794" y="1353075"/>
                  </a:lnTo>
                  <a:lnTo>
                    <a:pt x="3821808" y="1354637"/>
                  </a:lnTo>
                  <a:lnTo>
                    <a:pt x="3840425" y="1355404"/>
                  </a:lnTo>
                  <a:lnTo>
                    <a:pt x="3847318" y="1355661"/>
                  </a:lnTo>
                  <a:lnTo>
                    <a:pt x="3848118" y="1355689"/>
                  </a:lnTo>
                  <a:lnTo>
                    <a:pt x="4386855" y="1355689"/>
                  </a:lnTo>
                  <a:lnTo>
                    <a:pt x="4388131" y="1355728"/>
                  </a:lnTo>
                  <a:lnTo>
                    <a:pt x="4396455" y="1356011"/>
                  </a:lnTo>
                  <a:lnTo>
                    <a:pt x="4417222" y="1356793"/>
                  </a:lnTo>
                  <a:lnTo>
                    <a:pt x="4453796" y="1358328"/>
                  </a:lnTo>
                  <a:lnTo>
                    <a:pt x="4507193" y="1360838"/>
                  </a:lnTo>
                  <a:lnTo>
                    <a:pt x="4576050" y="1364483"/>
                  </a:lnTo>
                  <a:lnTo>
                    <a:pt x="4657084" y="1369354"/>
                  </a:lnTo>
                  <a:lnTo>
                    <a:pt x="4745934" y="1375472"/>
                  </a:lnTo>
                  <a:lnTo>
                    <a:pt x="4838095" y="1382819"/>
                  </a:lnTo>
                  <a:lnTo>
                    <a:pt x="4929665" y="1391363"/>
                  </a:lnTo>
                  <a:lnTo>
                    <a:pt x="5017746" y="1401097"/>
                  </a:lnTo>
                  <a:lnTo>
                    <a:pt x="5100530" y="1412048"/>
                  </a:lnTo>
                  <a:lnTo>
                    <a:pt x="5177169" y="1424299"/>
                  </a:lnTo>
                  <a:lnTo>
                    <a:pt x="5247552" y="1437985"/>
                  </a:lnTo>
                  <a:lnTo>
                    <a:pt x="5312077" y="1453299"/>
                  </a:lnTo>
                  <a:lnTo>
                    <a:pt x="5371459" y="1470477"/>
                  </a:lnTo>
                  <a:lnTo>
                    <a:pt x="5426581" y="1489791"/>
                  </a:lnTo>
                  <a:lnTo>
                    <a:pt x="5478390" y="1511522"/>
                  </a:lnTo>
                  <a:lnTo>
                    <a:pt x="5527807" y="1535913"/>
                  </a:lnTo>
                  <a:lnTo>
                    <a:pt x="5567201" y="1558044"/>
                  </a:lnTo>
                  <a:lnTo>
                    <a:pt x="5613292" y="1586896"/>
                  </a:lnTo>
                  <a:lnTo>
                    <a:pt x="5658933" y="1618496"/>
                  </a:lnTo>
                  <a:lnTo>
                    <a:pt x="5704546" y="1652891"/>
                  </a:lnTo>
                  <a:lnTo>
                    <a:pt x="5750430" y="1690045"/>
                  </a:lnTo>
                  <a:lnTo>
                    <a:pt x="5796777" y="1729835"/>
                  </a:lnTo>
                  <a:lnTo>
                    <a:pt x="5843680" y="1772037"/>
                  </a:lnTo>
                  <a:lnTo>
                    <a:pt x="5891149" y="1816333"/>
                  </a:lnTo>
                  <a:lnTo>
                    <a:pt x="5939118" y="1862313"/>
                  </a:lnTo>
                  <a:lnTo>
                    <a:pt x="5987465" y="1909486"/>
                  </a:lnTo>
                  <a:lnTo>
                    <a:pt x="6036023" y="1957305"/>
                  </a:lnTo>
                  <a:lnTo>
                    <a:pt x="6084603" y="2005191"/>
                  </a:lnTo>
                  <a:lnTo>
                    <a:pt x="6133014" y="2052560"/>
                  </a:lnTo>
                  <a:lnTo>
                    <a:pt x="6181082" y="2098856"/>
                  </a:lnTo>
                  <a:lnTo>
                    <a:pt x="6228673" y="2143574"/>
                  </a:lnTo>
                  <a:lnTo>
                    <a:pt x="6275707" y="2186284"/>
                  </a:lnTo>
                  <a:lnTo>
                    <a:pt x="6322175" y="2226645"/>
                  </a:lnTo>
                  <a:lnTo>
                    <a:pt x="6368151" y="2264413"/>
                  </a:lnTo>
                  <a:lnTo>
                    <a:pt x="6413804" y="2299441"/>
                  </a:lnTo>
                  <a:lnTo>
                    <a:pt x="6459405" y="2331675"/>
                  </a:lnTo>
                  <a:lnTo>
                    <a:pt x="6505349" y="2361144"/>
                  </a:lnTo>
                  <a:lnTo>
                    <a:pt x="6515891" y="2367464"/>
                  </a:lnTo>
                  <a:lnTo>
                    <a:pt x="6563956" y="2394145"/>
                  </a:lnTo>
                  <a:lnTo>
                    <a:pt x="6613736" y="2418048"/>
                  </a:lnTo>
                  <a:lnTo>
                    <a:pt x="6666066" y="2439329"/>
                  </a:lnTo>
                  <a:lnTo>
                    <a:pt x="6721879" y="2458242"/>
                  </a:lnTo>
                  <a:lnTo>
                    <a:pt x="6782116" y="2475068"/>
                  </a:lnTo>
                  <a:lnTo>
                    <a:pt x="6847639" y="2490075"/>
                  </a:lnTo>
                  <a:lnTo>
                    <a:pt x="6919120" y="2503493"/>
                  </a:lnTo>
                  <a:lnTo>
                    <a:pt x="6996881" y="2515504"/>
                  </a:lnTo>
                  <a:lnTo>
                    <a:pt x="7080696" y="2526234"/>
                  </a:lnTo>
                  <a:lnTo>
                    <a:pt x="7169562" y="2535755"/>
                  </a:lnTo>
                  <a:lnTo>
                    <a:pt x="7261481" y="2544087"/>
                  </a:lnTo>
                  <a:lnTo>
                    <a:pt x="7353362" y="2551217"/>
                  </a:lnTo>
                  <a:lnTo>
                    <a:pt x="7441156" y="2557114"/>
                  </a:lnTo>
                  <a:lnTo>
                    <a:pt x="7520322" y="2561763"/>
                  </a:lnTo>
                  <a:lnTo>
                    <a:pt x="7586617" y="2565197"/>
                  </a:lnTo>
                  <a:lnTo>
                    <a:pt x="7637050" y="2567519"/>
                  </a:lnTo>
                  <a:lnTo>
                    <a:pt x="7670662" y="2568902"/>
                  </a:lnTo>
                  <a:lnTo>
                    <a:pt x="7688902" y="2569577"/>
                  </a:lnTo>
                  <a:lnTo>
                    <a:pt x="7695522" y="2569798"/>
                  </a:lnTo>
                  <a:lnTo>
                    <a:pt x="7696237" y="2569820"/>
                  </a:lnTo>
                  <a:lnTo>
                    <a:pt x="8234974" y="2569820"/>
                  </a:lnTo>
                  <a:lnTo>
                    <a:pt x="8234974" y="2564375"/>
                  </a:lnTo>
                  <a:lnTo>
                    <a:pt x="7696237" y="2564375"/>
                  </a:lnTo>
                  <a:lnTo>
                    <a:pt x="7694962" y="2564336"/>
                  </a:lnTo>
                  <a:lnTo>
                    <a:pt x="7686637" y="2564053"/>
                  </a:lnTo>
                  <a:lnTo>
                    <a:pt x="7665870" y="2563270"/>
                  </a:lnTo>
                  <a:lnTo>
                    <a:pt x="7629296" y="2561735"/>
                  </a:lnTo>
                  <a:lnTo>
                    <a:pt x="7575900" y="2559226"/>
                  </a:lnTo>
                  <a:lnTo>
                    <a:pt x="7507043" y="2555580"/>
                  </a:lnTo>
                  <a:lnTo>
                    <a:pt x="7426008" y="2550709"/>
                  </a:lnTo>
                  <a:lnTo>
                    <a:pt x="7337158" y="2544591"/>
                  </a:lnTo>
                  <a:lnTo>
                    <a:pt x="7244997" y="2537245"/>
                  </a:lnTo>
                  <a:lnTo>
                    <a:pt x="7153428" y="2528700"/>
                  </a:lnTo>
                  <a:lnTo>
                    <a:pt x="7065347" y="2518967"/>
                  </a:lnTo>
                  <a:lnTo>
                    <a:pt x="6982562" y="2508016"/>
                  </a:lnTo>
                  <a:lnTo>
                    <a:pt x="6905923" y="2495765"/>
                  </a:lnTo>
                  <a:lnTo>
                    <a:pt x="6835540" y="2482078"/>
                  </a:lnTo>
                  <a:lnTo>
                    <a:pt x="6771015" y="2466765"/>
                  </a:lnTo>
                  <a:lnTo>
                    <a:pt x="6711634" y="2449587"/>
                  </a:lnTo>
                  <a:lnTo>
                    <a:pt x="6656511" y="2430273"/>
                  </a:lnTo>
                  <a:lnTo>
                    <a:pt x="6604702" y="2408541"/>
                  </a:lnTo>
                  <a:lnTo>
                    <a:pt x="6555285" y="2384150"/>
                  </a:lnTo>
                  <a:lnTo>
                    <a:pt x="6515891" y="2362020"/>
                  </a:lnTo>
                  <a:lnTo>
                    <a:pt x="6469800" y="2333168"/>
                  </a:lnTo>
                  <a:lnTo>
                    <a:pt x="6424160" y="2301568"/>
                  </a:lnTo>
                  <a:lnTo>
                    <a:pt x="6378547" y="2267173"/>
                  </a:lnTo>
                  <a:lnTo>
                    <a:pt x="6332662" y="2230018"/>
                  </a:lnTo>
                  <a:lnTo>
                    <a:pt x="6286316" y="2190229"/>
                  </a:lnTo>
                  <a:lnTo>
                    <a:pt x="6239413" y="2148027"/>
                  </a:lnTo>
                  <a:lnTo>
                    <a:pt x="6191944" y="2103730"/>
                  </a:lnTo>
                  <a:lnTo>
                    <a:pt x="6143974" y="2057751"/>
                  </a:lnTo>
                  <a:lnTo>
                    <a:pt x="6095627" y="2010578"/>
                  </a:lnTo>
                  <a:lnTo>
                    <a:pt x="6047069" y="1962759"/>
                  </a:lnTo>
                  <a:lnTo>
                    <a:pt x="5998489" y="1914873"/>
                  </a:lnTo>
                  <a:lnTo>
                    <a:pt x="5950078" y="1867503"/>
                  </a:lnTo>
                  <a:lnTo>
                    <a:pt x="5902010" y="1821207"/>
                  </a:lnTo>
                  <a:lnTo>
                    <a:pt x="5854420" y="1776489"/>
                  </a:lnTo>
                  <a:lnTo>
                    <a:pt x="5807386" y="1733779"/>
                  </a:lnTo>
                  <a:lnTo>
                    <a:pt x="5760918" y="1693419"/>
                  </a:lnTo>
                  <a:lnTo>
                    <a:pt x="5714941" y="1655651"/>
                  </a:lnTo>
                  <a:lnTo>
                    <a:pt x="5669289" y="1620623"/>
                  </a:lnTo>
                  <a:lnTo>
                    <a:pt x="5623687" y="1588389"/>
                  </a:lnTo>
                  <a:lnTo>
                    <a:pt x="5577743" y="1558920"/>
                  </a:lnTo>
                  <a:lnTo>
                    <a:pt x="5567201" y="1552599"/>
                  </a:lnTo>
                  <a:lnTo>
                    <a:pt x="5519136" y="1525919"/>
                  </a:lnTo>
                  <a:lnTo>
                    <a:pt x="5469357" y="1502016"/>
                  </a:lnTo>
                  <a:lnTo>
                    <a:pt x="5417026" y="1480735"/>
                  </a:lnTo>
                  <a:lnTo>
                    <a:pt x="5361213" y="1461822"/>
                  </a:lnTo>
                  <a:lnTo>
                    <a:pt x="5300977" y="1444996"/>
                  </a:lnTo>
                  <a:lnTo>
                    <a:pt x="5235453" y="1429988"/>
                  </a:lnTo>
                  <a:lnTo>
                    <a:pt x="5163972" y="1416570"/>
                  </a:lnTo>
                  <a:lnTo>
                    <a:pt x="5086212" y="1404560"/>
                  </a:lnTo>
                  <a:lnTo>
                    <a:pt x="5002396" y="1393830"/>
                  </a:lnTo>
                  <a:lnTo>
                    <a:pt x="4913531" y="1384309"/>
                  </a:lnTo>
                  <a:lnTo>
                    <a:pt x="4821612" y="1375976"/>
                  </a:lnTo>
                  <a:lnTo>
                    <a:pt x="4729730" y="1368847"/>
                  </a:lnTo>
                  <a:lnTo>
                    <a:pt x="4641936" y="1362950"/>
                  </a:lnTo>
                  <a:lnTo>
                    <a:pt x="4562771" y="1358301"/>
                  </a:lnTo>
                  <a:lnTo>
                    <a:pt x="4496475" y="1354866"/>
                  </a:lnTo>
                  <a:lnTo>
                    <a:pt x="4446043" y="1352544"/>
                  </a:lnTo>
                  <a:lnTo>
                    <a:pt x="4412431" y="1351161"/>
                  </a:lnTo>
                  <a:lnTo>
                    <a:pt x="4394191" y="1350487"/>
                  </a:lnTo>
                  <a:lnTo>
                    <a:pt x="4387571" y="1350266"/>
                  </a:lnTo>
                  <a:lnTo>
                    <a:pt x="4386855" y="1350244"/>
                  </a:lnTo>
                  <a:lnTo>
                    <a:pt x="3848118" y="1350244"/>
                  </a:lnTo>
                  <a:lnTo>
                    <a:pt x="3846849" y="1350200"/>
                  </a:lnTo>
                  <a:lnTo>
                    <a:pt x="3838565" y="1349887"/>
                  </a:lnTo>
                  <a:lnTo>
                    <a:pt x="3817894" y="1349022"/>
                  </a:lnTo>
                  <a:lnTo>
                    <a:pt x="3781480" y="1347323"/>
                  </a:lnTo>
                  <a:lnTo>
                    <a:pt x="3728298" y="1344546"/>
                  </a:lnTo>
                  <a:lnTo>
                    <a:pt x="3659687" y="1340511"/>
                  </a:lnTo>
                  <a:lnTo>
                    <a:pt x="3578899" y="1335118"/>
                  </a:lnTo>
                  <a:lnTo>
                    <a:pt x="3490267" y="1328343"/>
                  </a:lnTo>
                  <a:lnTo>
                    <a:pt x="3398278" y="1320206"/>
                  </a:lnTo>
                  <a:lnTo>
                    <a:pt x="3306828" y="1310740"/>
                  </a:lnTo>
                  <a:lnTo>
                    <a:pt x="3218814" y="1299958"/>
                  </a:lnTo>
                  <a:lnTo>
                    <a:pt x="3136056" y="1287826"/>
                  </a:lnTo>
                  <a:lnTo>
                    <a:pt x="3059413" y="1274257"/>
                  </a:lnTo>
                  <a:lnTo>
                    <a:pt x="2989010" y="1259099"/>
                  </a:lnTo>
                  <a:lnTo>
                    <a:pt x="2924459" y="1242145"/>
                  </a:lnTo>
                  <a:lnTo>
                    <a:pt x="2865054" y="1223131"/>
                  </a:lnTo>
                  <a:lnTo>
                    <a:pt x="2809919" y="1201758"/>
                  </a:lnTo>
                  <a:lnTo>
                    <a:pt x="2758113" y="1177714"/>
                  </a:lnTo>
                  <a:lnTo>
                    <a:pt x="2708718" y="1150730"/>
                  </a:lnTo>
                  <a:lnTo>
                    <a:pt x="2667772" y="1125203"/>
                  </a:lnTo>
                  <a:lnTo>
                    <a:pt x="2622757" y="1093905"/>
                  </a:lnTo>
                  <a:lnTo>
                    <a:pt x="2578182" y="1059694"/>
                  </a:lnTo>
                  <a:lnTo>
                    <a:pt x="2533648" y="1022520"/>
                  </a:lnTo>
                  <a:lnTo>
                    <a:pt x="2488872" y="982414"/>
                  </a:lnTo>
                  <a:lnTo>
                    <a:pt x="2443668" y="939495"/>
                  </a:lnTo>
                  <a:lnTo>
                    <a:pt x="2397939" y="893985"/>
                  </a:lnTo>
                  <a:lnTo>
                    <a:pt x="2351667" y="846200"/>
                  </a:lnTo>
                  <a:lnTo>
                    <a:pt x="2304903" y="796552"/>
                  </a:lnTo>
                  <a:lnTo>
                    <a:pt x="2257753" y="745534"/>
                  </a:lnTo>
                  <a:lnTo>
                    <a:pt x="2210366" y="693705"/>
                  </a:lnTo>
                  <a:lnTo>
                    <a:pt x="2162914" y="641659"/>
                  </a:lnTo>
                  <a:lnTo>
                    <a:pt x="2115578" y="590002"/>
                  </a:lnTo>
                  <a:lnTo>
                    <a:pt x="2068525" y="539323"/>
                  </a:lnTo>
                  <a:lnTo>
                    <a:pt x="2021893" y="490160"/>
                  </a:lnTo>
                  <a:lnTo>
                    <a:pt x="1975774" y="442988"/>
                  </a:lnTo>
                  <a:lnTo>
                    <a:pt x="1930201" y="398191"/>
                  </a:lnTo>
                  <a:lnTo>
                    <a:pt x="1885132" y="356059"/>
                  </a:lnTo>
                  <a:lnTo>
                    <a:pt x="1840449" y="316784"/>
                  </a:lnTo>
                  <a:lnTo>
                    <a:pt x="1795937" y="280458"/>
                  </a:lnTo>
                  <a:lnTo>
                    <a:pt x="1751282" y="247089"/>
                  </a:lnTo>
                  <a:lnTo>
                    <a:pt x="1719082" y="225040"/>
                  </a:lnTo>
                  <a:lnTo>
                    <a:pt x="1671099" y="195416"/>
                  </a:lnTo>
                  <a:lnTo>
                    <a:pt x="1621409" y="168870"/>
                  </a:lnTo>
                  <a:lnTo>
                    <a:pt x="1569179" y="145232"/>
                  </a:lnTo>
                  <a:lnTo>
                    <a:pt x="1513484" y="124220"/>
                  </a:lnTo>
                  <a:lnTo>
                    <a:pt x="1453386" y="105522"/>
                  </a:lnTo>
                  <a:lnTo>
                    <a:pt x="1388025" y="88843"/>
                  </a:lnTo>
                  <a:lnTo>
                    <a:pt x="1316732" y="73928"/>
                  </a:lnTo>
                  <a:lnTo>
                    <a:pt x="1239181" y="60574"/>
                  </a:lnTo>
                  <a:lnTo>
                    <a:pt x="1155588" y="48642"/>
                  </a:lnTo>
                  <a:lnTo>
                    <a:pt x="1066940" y="38051"/>
                  </a:lnTo>
                  <a:lnTo>
                    <a:pt x="975205" y="28776"/>
                  </a:lnTo>
                  <a:lnTo>
                    <a:pt x="883442" y="20834"/>
                  </a:lnTo>
                  <a:lnTo>
                    <a:pt x="795662" y="14259"/>
                  </a:lnTo>
                  <a:lnTo>
                    <a:pt x="716384" y="9066"/>
                  </a:lnTo>
                  <a:lnTo>
                    <a:pt x="649844" y="5221"/>
                  </a:lnTo>
                  <a:lnTo>
                    <a:pt x="599060" y="2613"/>
                  </a:lnTo>
                  <a:lnTo>
                    <a:pt x="565047" y="1051"/>
                  </a:lnTo>
                  <a:lnTo>
                    <a:pt x="546430" y="284"/>
                  </a:lnTo>
                  <a:lnTo>
                    <a:pt x="539537" y="2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798" name="pl798"/>
            <p:cNvSpPr/>
            <p:nvPr/>
          </p:nvSpPr>
          <p:spPr>
            <a:xfrm>
              <a:off x="546595" y="1790363"/>
              <a:ext cx="8234974" cy="2564375"/>
            </a:xfrm>
            <a:custGeom>
              <a:avLst/>
              <a:pathLst>
                <a:path w="8234974" h="2564375">
                  <a:moveTo>
                    <a:pt x="0" y="0"/>
                  </a:moveTo>
                  <a:lnTo>
                    <a:pt x="538736" y="0"/>
                  </a:lnTo>
                  <a:lnTo>
                    <a:pt x="540005" y="43"/>
                  </a:lnTo>
                  <a:lnTo>
                    <a:pt x="548290" y="356"/>
                  </a:lnTo>
                  <a:lnTo>
                    <a:pt x="568961" y="1222"/>
                  </a:lnTo>
                  <a:lnTo>
                    <a:pt x="605375" y="2920"/>
                  </a:lnTo>
                  <a:lnTo>
                    <a:pt x="658557" y="5697"/>
                  </a:lnTo>
                  <a:lnTo>
                    <a:pt x="727168" y="9733"/>
                  </a:lnTo>
                  <a:lnTo>
                    <a:pt x="807956" y="15125"/>
                  </a:lnTo>
                  <a:lnTo>
                    <a:pt x="896587" y="21900"/>
                  </a:lnTo>
                  <a:lnTo>
                    <a:pt x="988576" y="30037"/>
                  </a:lnTo>
                  <a:lnTo>
                    <a:pt x="1080027" y="39503"/>
                  </a:lnTo>
                  <a:lnTo>
                    <a:pt x="1168040" y="50286"/>
                  </a:lnTo>
                  <a:lnTo>
                    <a:pt x="1250799" y="62418"/>
                  </a:lnTo>
                  <a:lnTo>
                    <a:pt x="1327441" y="75987"/>
                  </a:lnTo>
                  <a:lnTo>
                    <a:pt x="1397845" y="91144"/>
                  </a:lnTo>
                  <a:lnTo>
                    <a:pt x="1462396" y="108098"/>
                  </a:lnTo>
                  <a:lnTo>
                    <a:pt x="1521801" y="127112"/>
                  </a:lnTo>
                  <a:lnTo>
                    <a:pt x="1576936" y="148485"/>
                  </a:lnTo>
                  <a:lnTo>
                    <a:pt x="1628741" y="172529"/>
                  </a:lnTo>
                  <a:lnTo>
                    <a:pt x="1678136" y="199514"/>
                  </a:lnTo>
                  <a:lnTo>
                    <a:pt x="1719082" y="225040"/>
                  </a:lnTo>
                  <a:lnTo>
                    <a:pt x="1764098" y="256338"/>
                  </a:lnTo>
                  <a:lnTo>
                    <a:pt x="1808673" y="290549"/>
                  </a:lnTo>
                  <a:lnTo>
                    <a:pt x="1853206" y="327723"/>
                  </a:lnTo>
                  <a:lnTo>
                    <a:pt x="1897982" y="367830"/>
                  </a:lnTo>
                  <a:lnTo>
                    <a:pt x="1943186" y="410748"/>
                  </a:lnTo>
                  <a:lnTo>
                    <a:pt x="1988915" y="456259"/>
                  </a:lnTo>
                  <a:lnTo>
                    <a:pt x="2035187" y="504044"/>
                  </a:lnTo>
                  <a:lnTo>
                    <a:pt x="2081951" y="553692"/>
                  </a:lnTo>
                  <a:lnTo>
                    <a:pt x="2129101" y="604709"/>
                  </a:lnTo>
                  <a:lnTo>
                    <a:pt x="2176489" y="656538"/>
                  </a:lnTo>
                  <a:lnTo>
                    <a:pt x="2223940" y="708584"/>
                  </a:lnTo>
                  <a:lnTo>
                    <a:pt x="2271276" y="760241"/>
                  </a:lnTo>
                  <a:lnTo>
                    <a:pt x="2318330" y="810921"/>
                  </a:lnTo>
                  <a:lnTo>
                    <a:pt x="2364962" y="860083"/>
                  </a:lnTo>
                  <a:lnTo>
                    <a:pt x="2411080" y="907256"/>
                  </a:lnTo>
                  <a:lnTo>
                    <a:pt x="2456654" y="952052"/>
                  </a:lnTo>
                  <a:lnTo>
                    <a:pt x="2501722" y="994184"/>
                  </a:lnTo>
                  <a:lnTo>
                    <a:pt x="2546406" y="1033460"/>
                  </a:lnTo>
                  <a:lnTo>
                    <a:pt x="2590917" y="1069785"/>
                  </a:lnTo>
                  <a:lnTo>
                    <a:pt x="2635572" y="1103154"/>
                  </a:lnTo>
                  <a:lnTo>
                    <a:pt x="2667772" y="1125203"/>
                  </a:lnTo>
                  <a:lnTo>
                    <a:pt x="2715755" y="1154827"/>
                  </a:lnTo>
                  <a:lnTo>
                    <a:pt x="2765446" y="1181373"/>
                  </a:lnTo>
                  <a:lnTo>
                    <a:pt x="2817675" y="1205011"/>
                  </a:lnTo>
                  <a:lnTo>
                    <a:pt x="2873371" y="1226024"/>
                  </a:lnTo>
                  <a:lnTo>
                    <a:pt x="2933469" y="1244721"/>
                  </a:lnTo>
                  <a:lnTo>
                    <a:pt x="2998830" y="1261400"/>
                  </a:lnTo>
                  <a:lnTo>
                    <a:pt x="3070123" y="1276316"/>
                  </a:lnTo>
                  <a:lnTo>
                    <a:pt x="3147673" y="1289669"/>
                  </a:lnTo>
                  <a:lnTo>
                    <a:pt x="3231266" y="1301601"/>
                  </a:lnTo>
                  <a:lnTo>
                    <a:pt x="3319915" y="1312193"/>
                  </a:lnTo>
                  <a:lnTo>
                    <a:pt x="3411649" y="1321468"/>
                  </a:lnTo>
                  <a:lnTo>
                    <a:pt x="3503413" y="1329409"/>
                  </a:lnTo>
                  <a:lnTo>
                    <a:pt x="3591192" y="1335985"/>
                  </a:lnTo>
                  <a:lnTo>
                    <a:pt x="3670470" y="1341178"/>
                  </a:lnTo>
                  <a:lnTo>
                    <a:pt x="3737011" y="1345023"/>
                  </a:lnTo>
                  <a:lnTo>
                    <a:pt x="3787794" y="1347631"/>
                  </a:lnTo>
                  <a:lnTo>
                    <a:pt x="3821808" y="1349192"/>
                  </a:lnTo>
                  <a:lnTo>
                    <a:pt x="3840425" y="1349960"/>
                  </a:lnTo>
                  <a:lnTo>
                    <a:pt x="3847318" y="1350217"/>
                  </a:lnTo>
                  <a:lnTo>
                    <a:pt x="3848118" y="1350244"/>
                  </a:lnTo>
                  <a:lnTo>
                    <a:pt x="4386855" y="1350244"/>
                  </a:lnTo>
                  <a:lnTo>
                    <a:pt x="4388131" y="1350284"/>
                  </a:lnTo>
                  <a:lnTo>
                    <a:pt x="4396455" y="1350566"/>
                  </a:lnTo>
                  <a:lnTo>
                    <a:pt x="4417222" y="1351349"/>
                  </a:lnTo>
                  <a:lnTo>
                    <a:pt x="4453796" y="1352884"/>
                  </a:lnTo>
                  <a:lnTo>
                    <a:pt x="4507193" y="1355393"/>
                  </a:lnTo>
                  <a:lnTo>
                    <a:pt x="4576050" y="1359039"/>
                  </a:lnTo>
                  <a:lnTo>
                    <a:pt x="4657084" y="1363910"/>
                  </a:lnTo>
                  <a:lnTo>
                    <a:pt x="4745934" y="1370028"/>
                  </a:lnTo>
                  <a:lnTo>
                    <a:pt x="4838095" y="1377374"/>
                  </a:lnTo>
                  <a:lnTo>
                    <a:pt x="4929665" y="1385919"/>
                  </a:lnTo>
                  <a:lnTo>
                    <a:pt x="5017746" y="1395652"/>
                  </a:lnTo>
                  <a:lnTo>
                    <a:pt x="5100530" y="1406604"/>
                  </a:lnTo>
                  <a:lnTo>
                    <a:pt x="5177169" y="1418854"/>
                  </a:lnTo>
                  <a:lnTo>
                    <a:pt x="5247552" y="1432541"/>
                  </a:lnTo>
                  <a:lnTo>
                    <a:pt x="5312077" y="1447854"/>
                  </a:lnTo>
                  <a:lnTo>
                    <a:pt x="5371459" y="1465032"/>
                  </a:lnTo>
                  <a:lnTo>
                    <a:pt x="5426581" y="1484347"/>
                  </a:lnTo>
                  <a:lnTo>
                    <a:pt x="5478390" y="1506078"/>
                  </a:lnTo>
                  <a:lnTo>
                    <a:pt x="5527807" y="1530469"/>
                  </a:lnTo>
                  <a:lnTo>
                    <a:pt x="5567201" y="1552599"/>
                  </a:lnTo>
                  <a:lnTo>
                    <a:pt x="5613292" y="1581451"/>
                  </a:lnTo>
                  <a:lnTo>
                    <a:pt x="5658933" y="1613052"/>
                  </a:lnTo>
                  <a:lnTo>
                    <a:pt x="5704546" y="1647446"/>
                  </a:lnTo>
                  <a:lnTo>
                    <a:pt x="5750430" y="1684601"/>
                  </a:lnTo>
                  <a:lnTo>
                    <a:pt x="5796777" y="1724390"/>
                  </a:lnTo>
                  <a:lnTo>
                    <a:pt x="5843680" y="1766593"/>
                  </a:lnTo>
                  <a:lnTo>
                    <a:pt x="5891149" y="1810889"/>
                  </a:lnTo>
                  <a:lnTo>
                    <a:pt x="5939118" y="1856868"/>
                  </a:lnTo>
                  <a:lnTo>
                    <a:pt x="5987465" y="1904041"/>
                  </a:lnTo>
                  <a:lnTo>
                    <a:pt x="6036023" y="1951860"/>
                  </a:lnTo>
                  <a:lnTo>
                    <a:pt x="6084603" y="1999746"/>
                  </a:lnTo>
                  <a:lnTo>
                    <a:pt x="6133014" y="2047116"/>
                  </a:lnTo>
                  <a:lnTo>
                    <a:pt x="6181082" y="2093412"/>
                  </a:lnTo>
                  <a:lnTo>
                    <a:pt x="6228673" y="2138130"/>
                  </a:lnTo>
                  <a:lnTo>
                    <a:pt x="6275707" y="2180840"/>
                  </a:lnTo>
                  <a:lnTo>
                    <a:pt x="6322175" y="2221200"/>
                  </a:lnTo>
                  <a:lnTo>
                    <a:pt x="6368151" y="2258968"/>
                  </a:lnTo>
                  <a:lnTo>
                    <a:pt x="6413804" y="2293996"/>
                  </a:lnTo>
                  <a:lnTo>
                    <a:pt x="6459405" y="2326230"/>
                  </a:lnTo>
                  <a:lnTo>
                    <a:pt x="6505349" y="2355699"/>
                  </a:lnTo>
                  <a:lnTo>
                    <a:pt x="6515891" y="2362020"/>
                  </a:lnTo>
                  <a:lnTo>
                    <a:pt x="6563956" y="2388700"/>
                  </a:lnTo>
                  <a:lnTo>
                    <a:pt x="6613736" y="2412603"/>
                  </a:lnTo>
                  <a:lnTo>
                    <a:pt x="6666066" y="2433884"/>
                  </a:lnTo>
                  <a:lnTo>
                    <a:pt x="6721879" y="2452797"/>
                  </a:lnTo>
                  <a:lnTo>
                    <a:pt x="6782116" y="2469623"/>
                  </a:lnTo>
                  <a:lnTo>
                    <a:pt x="6847639" y="2484631"/>
                  </a:lnTo>
                  <a:lnTo>
                    <a:pt x="6919120" y="2498049"/>
                  </a:lnTo>
                  <a:lnTo>
                    <a:pt x="6996881" y="2510060"/>
                  </a:lnTo>
                  <a:lnTo>
                    <a:pt x="7080696" y="2520789"/>
                  </a:lnTo>
                  <a:lnTo>
                    <a:pt x="7169562" y="2530310"/>
                  </a:lnTo>
                  <a:lnTo>
                    <a:pt x="7261481" y="2538643"/>
                  </a:lnTo>
                  <a:lnTo>
                    <a:pt x="7353362" y="2545773"/>
                  </a:lnTo>
                  <a:lnTo>
                    <a:pt x="7441156" y="2551669"/>
                  </a:lnTo>
                  <a:lnTo>
                    <a:pt x="7520322" y="2556318"/>
                  </a:lnTo>
                  <a:lnTo>
                    <a:pt x="7586617" y="2559753"/>
                  </a:lnTo>
                  <a:lnTo>
                    <a:pt x="7637050" y="2562075"/>
                  </a:lnTo>
                  <a:lnTo>
                    <a:pt x="7670662" y="2563458"/>
                  </a:lnTo>
                  <a:lnTo>
                    <a:pt x="7688902" y="2564132"/>
                  </a:lnTo>
                  <a:lnTo>
                    <a:pt x="7695522" y="2564353"/>
                  </a:lnTo>
                  <a:lnTo>
                    <a:pt x="7696237" y="2564375"/>
                  </a:lnTo>
                  <a:lnTo>
                    <a:pt x="8234974" y="25643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9" name="pl799"/>
            <p:cNvSpPr/>
            <p:nvPr/>
          </p:nvSpPr>
          <p:spPr>
            <a:xfrm>
              <a:off x="546595" y="1784918"/>
              <a:ext cx="8234974" cy="2564375"/>
            </a:xfrm>
            <a:custGeom>
              <a:avLst/>
              <a:pathLst>
                <a:path w="8234974" h="2564375">
                  <a:moveTo>
                    <a:pt x="8234974" y="2564375"/>
                  </a:moveTo>
                  <a:lnTo>
                    <a:pt x="7696237" y="2564375"/>
                  </a:lnTo>
                  <a:lnTo>
                    <a:pt x="7694962" y="2564336"/>
                  </a:lnTo>
                  <a:lnTo>
                    <a:pt x="7686637" y="2564053"/>
                  </a:lnTo>
                  <a:lnTo>
                    <a:pt x="7665870" y="2563270"/>
                  </a:lnTo>
                  <a:lnTo>
                    <a:pt x="7629296" y="2561735"/>
                  </a:lnTo>
                  <a:lnTo>
                    <a:pt x="7575900" y="2559226"/>
                  </a:lnTo>
                  <a:lnTo>
                    <a:pt x="7507043" y="2555580"/>
                  </a:lnTo>
                  <a:lnTo>
                    <a:pt x="7426008" y="2550709"/>
                  </a:lnTo>
                  <a:lnTo>
                    <a:pt x="7337158" y="2544591"/>
                  </a:lnTo>
                  <a:lnTo>
                    <a:pt x="7244997" y="2537245"/>
                  </a:lnTo>
                  <a:lnTo>
                    <a:pt x="7153428" y="2528700"/>
                  </a:lnTo>
                  <a:lnTo>
                    <a:pt x="7065347" y="2518967"/>
                  </a:lnTo>
                  <a:lnTo>
                    <a:pt x="6982562" y="2508016"/>
                  </a:lnTo>
                  <a:lnTo>
                    <a:pt x="6905923" y="2495765"/>
                  </a:lnTo>
                  <a:lnTo>
                    <a:pt x="6835540" y="2482078"/>
                  </a:lnTo>
                  <a:lnTo>
                    <a:pt x="6771015" y="2466765"/>
                  </a:lnTo>
                  <a:lnTo>
                    <a:pt x="6711634" y="2449587"/>
                  </a:lnTo>
                  <a:lnTo>
                    <a:pt x="6656511" y="2430273"/>
                  </a:lnTo>
                  <a:lnTo>
                    <a:pt x="6604702" y="2408541"/>
                  </a:lnTo>
                  <a:lnTo>
                    <a:pt x="6555285" y="2384150"/>
                  </a:lnTo>
                  <a:lnTo>
                    <a:pt x="6515891" y="2362020"/>
                  </a:lnTo>
                  <a:lnTo>
                    <a:pt x="6469800" y="2333168"/>
                  </a:lnTo>
                  <a:lnTo>
                    <a:pt x="6424160" y="2301568"/>
                  </a:lnTo>
                  <a:lnTo>
                    <a:pt x="6378547" y="2267173"/>
                  </a:lnTo>
                  <a:lnTo>
                    <a:pt x="6332662" y="2230018"/>
                  </a:lnTo>
                  <a:lnTo>
                    <a:pt x="6286316" y="2190229"/>
                  </a:lnTo>
                  <a:lnTo>
                    <a:pt x="6239413" y="2148027"/>
                  </a:lnTo>
                  <a:lnTo>
                    <a:pt x="6191944" y="2103730"/>
                  </a:lnTo>
                  <a:lnTo>
                    <a:pt x="6143974" y="2057751"/>
                  </a:lnTo>
                  <a:lnTo>
                    <a:pt x="6095627" y="2010578"/>
                  </a:lnTo>
                  <a:lnTo>
                    <a:pt x="6047069" y="1962759"/>
                  </a:lnTo>
                  <a:lnTo>
                    <a:pt x="5998489" y="1914873"/>
                  </a:lnTo>
                  <a:lnTo>
                    <a:pt x="5950078" y="1867503"/>
                  </a:lnTo>
                  <a:lnTo>
                    <a:pt x="5902010" y="1821207"/>
                  </a:lnTo>
                  <a:lnTo>
                    <a:pt x="5854420" y="1776489"/>
                  </a:lnTo>
                  <a:lnTo>
                    <a:pt x="5807386" y="1733779"/>
                  </a:lnTo>
                  <a:lnTo>
                    <a:pt x="5760918" y="1693419"/>
                  </a:lnTo>
                  <a:lnTo>
                    <a:pt x="5714941" y="1655651"/>
                  </a:lnTo>
                  <a:lnTo>
                    <a:pt x="5669289" y="1620623"/>
                  </a:lnTo>
                  <a:lnTo>
                    <a:pt x="5623687" y="1588389"/>
                  </a:lnTo>
                  <a:lnTo>
                    <a:pt x="5577743" y="1558920"/>
                  </a:lnTo>
                  <a:lnTo>
                    <a:pt x="5567201" y="1552599"/>
                  </a:lnTo>
                  <a:lnTo>
                    <a:pt x="5519136" y="1525919"/>
                  </a:lnTo>
                  <a:lnTo>
                    <a:pt x="5469357" y="1502016"/>
                  </a:lnTo>
                  <a:lnTo>
                    <a:pt x="5417026" y="1480735"/>
                  </a:lnTo>
                  <a:lnTo>
                    <a:pt x="5361213" y="1461822"/>
                  </a:lnTo>
                  <a:lnTo>
                    <a:pt x="5300977" y="1444996"/>
                  </a:lnTo>
                  <a:lnTo>
                    <a:pt x="5235453" y="1429988"/>
                  </a:lnTo>
                  <a:lnTo>
                    <a:pt x="5163972" y="1416570"/>
                  </a:lnTo>
                  <a:lnTo>
                    <a:pt x="5086212" y="1404560"/>
                  </a:lnTo>
                  <a:lnTo>
                    <a:pt x="5002396" y="1393830"/>
                  </a:lnTo>
                  <a:lnTo>
                    <a:pt x="4913531" y="1384309"/>
                  </a:lnTo>
                  <a:lnTo>
                    <a:pt x="4821612" y="1375976"/>
                  </a:lnTo>
                  <a:lnTo>
                    <a:pt x="4729730" y="1368847"/>
                  </a:lnTo>
                  <a:lnTo>
                    <a:pt x="4641936" y="1362950"/>
                  </a:lnTo>
                  <a:lnTo>
                    <a:pt x="4562771" y="1358301"/>
                  </a:lnTo>
                  <a:lnTo>
                    <a:pt x="4496475" y="1354866"/>
                  </a:lnTo>
                  <a:lnTo>
                    <a:pt x="4446043" y="1352544"/>
                  </a:lnTo>
                  <a:lnTo>
                    <a:pt x="4412431" y="1351161"/>
                  </a:lnTo>
                  <a:lnTo>
                    <a:pt x="4394191" y="1350487"/>
                  </a:lnTo>
                  <a:lnTo>
                    <a:pt x="4387571" y="1350266"/>
                  </a:lnTo>
                  <a:lnTo>
                    <a:pt x="4386855" y="1350244"/>
                  </a:lnTo>
                  <a:lnTo>
                    <a:pt x="3848118" y="1350244"/>
                  </a:lnTo>
                  <a:lnTo>
                    <a:pt x="3846849" y="1350200"/>
                  </a:lnTo>
                  <a:lnTo>
                    <a:pt x="3838565" y="1349887"/>
                  </a:lnTo>
                  <a:lnTo>
                    <a:pt x="3817894" y="1349022"/>
                  </a:lnTo>
                  <a:lnTo>
                    <a:pt x="3781480" y="1347323"/>
                  </a:lnTo>
                  <a:lnTo>
                    <a:pt x="3728298" y="1344546"/>
                  </a:lnTo>
                  <a:lnTo>
                    <a:pt x="3659687" y="1340511"/>
                  </a:lnTo>
                  <a:lnTo>
                    <a:pt x="3578899" y="1335118"/>
                  </a:lnTo>
                  <a:lnTo>
                    <a:pt x="3490267" y="1328343"/>
                  </a:lnTo>
                  <a:lnTo>
                    <a:pt x="3398278" y="1320206"/>
                  </a:lnTo>
                  <a:lnTo>
                    <a:pt x="3306828" y="1310740"/>
                  </a:lnTo>
                  <a:lnTo>
                    <a:pt x="3218814" y="1299958"/>
                  </a:lnTo>
                  <a:lnTo>
                    <a:pt x="3136056" y="1287826"/>
                  </a:lnTo>
                  <a:lnTo>
                    <a:pt x="3059413" y="1274257"/>
                  </a:lnTo>
                  <a:lnTo>
                    <a:pt x="2989010" y="1259099"/>
                  </a:lnTo>
                  <a:lnTo>
                    <a:pt x="2924459" y="1242145"/>
                  </a:lnTo>
                  <a:lnTo>
                    <a:pt x="2865054" y="1223131"/>
                  </a:lnTo>
                  <a:lnTo>
                    <a:pt x="2809919" y="1201758"/>
                  </a:lnTo>
                  <a:lnTo>
                    <a:pt x="2758113" y="1177714"/>
                  </a:lnTo>
                  <a:lnTo>
                    <a:pt x="2708718" y="1150730"/>
                  </a:lnTo>
                  <a:lnTo>
                    <a:pt x="2667772" y="1125203"/>
                  </a:lnTo>
                  <a:lnTo>
                    <a:pt x="2622757" y="1093905"/>
                  </a:lnTo>
                  <a:lnTo>
                    <a:pt x="2578182" y="1059694"/>
                  </a:lnTo>
                  <a:lnTo>
                    <a:pt x="2533648" y="1022520"/>
                  </a:lnTo>
                  <a:lnTo>
                    <a:pt x="2488872" y="982414"/>
                  </a:lnTo>
                  <a:lnTo>
                    <a:pt x="2443668" y="939495"/>
                  </a:lnTo>
                  <a:lnTo>
                    <a:pt x="2397939" y="893985"/>
                  </a:lnTo>
                  <a:lnTo>
                    <a:pt x="2351667" y="846200"/>
                  </a:lnTo>
                  <a:lnTo>
                    <a:pt x="2304903" y="796552"/>
                  </a:lnTo>
                  <a:lnTo>
                    <a:pt x="2257753" y="745534"/>
                  </a:lnTo>
                  <a:lnTo>
                    <a:pt x="2210366" y="693705"/>
                  </a:lnTo>
                  <a:lnTo>
                    <a:pt x="2162914" y="641659"/>
                  </a:lnTo>
                  <a:lnTo>
                    <a:pt x="2115578" y="590002"/>
                  </a:lnTo>
                  <a:lnTo>
                    <a:pt x="2068525" y="539323"/>
                  </a:lnTo>
                  <a:lnTo>
                    <a:pt x="2021893" y="490160"/>
                  </a:lnTo>
                  <a:lnTo>
                    <a:pt x="1975774" y="442988"/>
                  </a:lnTo>
                  <a:lnTo>
                    <a:pt x="1930201" y="398191"/>
                  </a:lnTo>
                  <a:lnTo>
                    <a:pt x="1885132" y="356059"/>
                  </a:lnTo>
                  <a:lnTo>
                    <a:pt x="1840449" y="316784"/>
                  </a:lnTo>
                  <a:lnTo>
                    <a:pt x="1795937" y="280458"/>
                  </a:lnTo>
                  <a:lnTo>
                    <a:pt x="1751282" y="247089"/>
                  </a:lnTo>
                  <a:lnTo>
                    <a:pt x="1719082" y="225040"/>
                  </a:lnTo>
                  <a:lnTo>
                    <a:pt x="1671099" y="195416"/>
                  </a:lnTo>
                  <a:lnTo>
                    <a:pt x="1621409" y="168870"/>
                  </a:lnTo>
                  <a:lnTo>
                    <a:pt x="1569179" y="145232"/>
                  </a:lnTo>
                  <a:lnTo>
                    <a:pt x="1513484" y="124220"/>
                  </a:lnTo>
                  <a:lnTo>
                    <a:pt x="1453386" y="105522"/>
                  </a:lnTo>
                  <a:lnTo>
                    <a:pt x="1388025" y="88843"/>
                  </a:lnTo>
                  <a:lnTo>
                    <a:pt x="1316732" y="73928"/>
                  </a:lnTo>
                  <a:lnTo>
                    <a:pt x="1239181" y="60574"/>
                  </a:lnTo>
                  <a:lnTo>
                    <a:pt x="1155588" y="48642"/>
                  </a:lnTo>
                  <a:lnTo>
                    <a:pt x="1066940" y="38051"/>
                  </a:lnTo>
                  <a:lnTo>
                    <a:pt x="975205" y="28776"/>
                  </a:lnTo>
                  <a:lnTo>
                    <a:pt x="883442" y="20834"/>
                  </a:lnTo>
                  <a:lnTo>
                    <a:pt x="795662" y="14259"/>
                  </a:lnTo>
                  <a:lnTo>
                    <a:pt x="716384" y="9066"/>
                  </a:lnTo>
                  <a:lnTo>
                    <a:pt x="649844" y="5221"/>
                  </a:lnTo>
                  <a:lnTo>
                    <a:pt x="599060" y="2613"/>
                  </a:lnTo>
                  <a:lnTo>
                    <a:pt x="565047" y="1051"/>
                  </a:lnTo>
                  <a:lnTo>
                    <a:pt x="546430" y="284"/>
                  </a:lnTo>
                  <a:lnTo>
                    <a:pt x="539537" y="2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0" name="pg800"/>
            <p:cNvSpPr/>
            <p:nvPr/>
          </p:nvSpPr>
          <p:spPr>
            <a:xfrm>
              <a:off x="546595" y="1790363"/>
              <a:ext cx="8234974" cy="2863824"/>
            </a:xfrm>
            <a:custGeom>
              <a:avLst/>
              <a:pathLst>
                <a:path w="8234974" h="2863824">
                  <a:moveTo>
                    <a:pt x="0" y="21778"/>
                  </a:moveTo>
                  <a:lnTo>
                    <a:pt x="538736" y="21778"/>
                  </a:lnTo>
                  <a:lnTo>
                    <a:pt x="540004" y="21822"/>
                  </a:lnTo>
                  <a:lnTo>
                    <a:pt x="548284" y="22139"/>
                  </a:lnTo>
                  <a:lnTo>
                    <a:pt x="568942" y="23014"/>
                  </a:lnTo>
                  <a:lnTo>
                    <a:pt x="605336" y="24732"/>
                  </a:lnTo>
                  <a:lnTo>
                    <a:pt x="658491" y="27541"/>
                  </a:lnTo>
                  <a:lnTo>
                    <a:pt x="727071" y="31622"/>
                  </a:lnTo>
                  <a:lnTo>
                    <a:pt x="807828" y="37077"/>
                  </a:lnTo>
                  <a:lnTo>
                    <a:pt x="896432" y="43931"/>
                  </a:lnTo>
                  <a:lnTo>
                    <a:pt x="988399" y="52162"/>
                  </a:lnTo>
                  <a:lnTo>
                    <a:pt x="1079835" y="61737"/>
                  </a:lnTo>
                  <a:lnTo>
                    <a:pt x="1167839" y="72645"/>
                  </a:lnTo>
                  <a:lnTo>
                    <a:pt x="1250595" y="84917"/>
                  </a:lnTo>
                  <a:lnTo>
                    <a:pt x="1327237" y="98644"/>
                  </a:lnTo>
                  <a:lnTo>
                    <a:pt x="1397643" y="113976"/>
                  </a:lnTo>
                  <a:lnTo>
                    <a:pt x="1462198" y="131126"/>
                  </a:lnTo>
                  <a:lnTo>
                    <a:pt x="1521606" y="150358"/>
                  </a:lnTo>
                  <a:lnTo>
                    <a:pt x="1576742" y="171977"/>
                  </a:lnTo>
                  <a:lnTo>
                    <a:pt x="1628548" y="196295"/>
                  </a:lnTo>
                  <a:lnTo>
                    <a:pt x="1677940" y="223589"/>
                  </a:lnTo>
                  <a:lnTo>
                    <a:pt x="1719082" y="249541"/>
                  </a:lnTo>
                  <a:lnTo>
                    <a:pt x="1763970" y="281123"/>
                  </a:lnTo>
                  <a:lnTo>
                    <a:pt x="1808418" y="315635"/>
                  </a:lnTo>
                  <a:lnTo>
                    <a:pt x="1852823" y="353130"/>
                  </a:lnTo>
                  <a:lnTo>
                    <a:pt x="1897467" y="393576"/>
                  </a:lnTo>
                  <a:lnTo>
                    <a:pt x="1942536" y="436854"/>
                  </a:lnTo>
                  <a:lnTo>
                    <a:pt x="1988125" y="482744"/>
                  </a:lnTo>
                  <a:lnTo>
                    <a:pt x="2034255" y="530930"/>
                  </a:lnTo>
                  <a:lnTo>
                    <a:pt x="2080876" y="581000"/>
                  </a:lnTo>
                  <a:lnTo>
                    <a:pt x="2127883" y="632459"/>
                  </a:lnTo>
                  <a:lnTo>
                    <a:pt x="2175130" y="684751"/>
                  </a:lnTo>
                  <a:lnTo>
                    <a:pt x="2222447" y="737278"/>
                  </a:lnTo>
                  <a:lnTo>
                    <a:pt x="2269654" y="789433"/>
                  </a:lnTo>
                  <a:lnTo>
                    <a:pt x="2316586" y="840624"/>
                  </a:lnTo>
                  <a:lnTo>
                    <a:pt x="2363102" y="890307"/>
                  </a:lnTo>
                  <a:lnTo>
                    <a:pt x="2409112" y="938006"/>
                  </a:lnTo>
                  <a:lnTo>
                    <a:pt x="2454579" y="983328"/>
                  </a:lnTo>
                  <a:lnTo>
                    <a:pt x="2499539" y="1025980"/>
                  </a:lnTo>
                  <a:lnTo>
                    <a:pt x="2544110" y="1065764"/>
                  </a:lnTo>
                  <a:lnTo>
                    <a:pt x="2588496" y="1102582"/>
                  </a:lnTo>
                  <a:lnTo>
                    <a:pt x="2633005" y="1136424"/>
                  </a:lnTo>
                  <a:lnTo>
                    <a:pt x="2667772" y="1160593"/>
                  </a:lnTo>
                  <a:lnTo>
                    <a:pt x="2715745" y="1190569"/>
                  </a:lnTo>
                  <a:lnTo>
                    <a:pt x="2765424" y="1217431"/>
                  </a:lnTo>
                  <a:lnTo>
                    <a:pt x="2817641" y="1241352"/>
                  </a:lnTo>
                  <a:lnTo>
                    <a:pt x="2873321" y="1262616"/>
                  </a:lnTo>
                  <a:lnTo>
                    <a:pt x="2933402" y="1281537"/>
                  </a:lnTo>
                  <a:lnTo>
                    <a:pt x="2998743" y="1298417"/>
                  </a:lnTo>
                  <a:lnTo>
                    <a:pt x="3070011" y="1313512"/>
                  </a:lnTo>
                  <a:lnTo>
                    <a:pt x="3147536" y="1327026"/>
                  </a:lnTo>
                  <a:lnTo>
                    <a:pt x="3231101" y="1339103"/>
                  </a:lnTo>
                  <a:lnTo>
                    <a:pt x="3319722" y="1349823"/>
                  </a:lnTo>
                  <a:lnTo>
                    <a:pt x="3411432" y="1359211"/>
                  </a:lnTo>
                  <a:lnTo>
                    <a:pt x="3503181" y="1367250"/>
                  </a:lnTo>
                  <a:lnTo>
                    <a:pt x="3590958" y="1373908"/>
                  </a:lnTo>
                  <a:lnTo>
                    <a:pt x="3670251" y="1379166"/>
                  </a:lnTo>
                  <a:lnTo>
                    <a:pt x="3736822" y="1383061"/>
                  </a:lnTo>
                  <a:lnTo>
                    <a:pt x="3787649" y="1385704"/>
                  </a:lnTo>
                  <a:lnTo>
                    <a:pt x="3821714" y="1387287"/>
                  </a:lnTo>
                  <a:lnTo>
                    <a:pt x="3840379" y="1388066"/>
                  </a:lnTo>
                  <a:lnTo>
                    <a:pt x="3847306" y="1388328"/>
                  </a:lnTo>
                  <a:lnTo>
                    <a:pt x="3848118" y="1388356"/>
                  </a:lnTo>
                  <a:lnTo>
                    <a:pt x="4386855" y="1388356"/>
                  </a:lnTo>
                  <a:lnTo>
                    <a:pt x="4388118" y="1388403"/>
                  </a:lnTo>
                  <a:lnTo>
                    <a:pt x="4396362" y="1388744"/>
                  </a:lnTo>
                  <a:lnTo>
                    <a:pt x="4416936" y="1389685"/>
                  </a:lnTo>
                  <a:lnTo>
                    <a:pt x="4453190" y="1391531"/>
                  </a:lnTo>
                  <a:lnTo>
                    <a:pt x="4506157" y="1394551"/>
                  </a:lnTo>
                  <a:lnTo>
                    <a:pt x="4574521" y="1398939"/>
                  </a:lnTo>
                  <a:lnTo>
                    <a:pt x="4655061" y="1404805"/>
                  </a:lnTo>
                  <a:lnTo>
                    <a:pt x="4743472" y="1412177"/>
                  </a:lnTo>
                  <a:lnTo>
                    <a:pt x="4835287" y="1421033"/>
                  </a:lnTo>
                  <a:lnTo>
                    <a:pt x="4926618" y="1431336"/>
                  </a:lnTo>
                  <a:lnTo>
                    <a:pt x="5014563" y="1443073"/>
                  </a:lnTo>
                  <a:lnTo>
                    <a:pt x="5097294" y="1456278"/>
                  </a:lnTo>
                  <a:lnTo>
                    <a:pt x="5173940" y="1471046"/>
                  </a:lnTo>
                  <a:lnTo>
                    <a:pt x="5244363" y="1487538"/>
                  </a:lnTo>
                  <a:lnTo>
                    <a:pt x="5308941" y="1505982"/>
                  </a:lnTo>
                  <a:lnTo>
                    <a:pt x="5368369" y="1526661"/>
                  </a:lnTo>
                  <a:lnTo>
                    <a:pt x="5423517" y="1549901"/>
                  </a:lnTo>
                  <a:lnTo>
                    <a:pt x="5475320" y="1576038"/>
                  </a:lnTo>
                  <a:lnTo>
                    <a:pt x="5524694" y="1605372"/>
                  </a:lnTo>
                  <a:lnTo>
                    <a:pt x="5567201" y="1634267"/>
                  </a:lnTo>
                  <a:lnTo>
                    <a:pt x="5611244" y="1667691"/>
                  </a:lnTo>
                  <a:lnTo>
                    <a:pt x="5654856" y="1704158"/>
                  </a:lnTo>
                  <a:lnTo>
                    <a:pt x="5698414" y="1743724"/>
                  </a:lnTo>
                  <a:lnTo>
                    <a:pt x="5742190" y="1786362"/>
                  </a:lnTo>
                  <a:lnTo>
                    <a:pt x="5786365" y="1831955"/>
                  </a:lnTo>
                  <a:lnTo>
                    <a:pt x="5831035" y="1880289"/>
                  </a:lnTo>
                  <a:lnTo>
                    <a:pt x="5876227" y="1931052"/>
                  </a:lnTo>
                  <a:lnTo>
                    <a:pt x="5921901" y="1983834"/>
                  </a:lnTo>
                  <a:lnTo>
                    <a:pt x="5967966" y="2038144"/>
                  </a:lnTo>
                  <a:lnTo>
                    <a:pt x="6014288" y="2093421"/>
                  </a:lnTo>
                  <a:lnTo>
                    <a:pt x="6060709" y="2149062"/>
                  </a:lnTo>
                  <a:lnTo>
                    <a:pt x="6107061" y="2204447"/>
                  </a:lnTo>
                  <a:lnTo>
                    <a:pt x="6153181" y="2258967"/>
                  </a:lnTo>
                  <a:lnTo>
                    <a:pt x="6198931" y="2312054"/>
                  </a:lnTo>
                  <a:lnTo>
                    <a:pt x="6244212" y="2363201"/>
                  </a:lnTo>
                  <a:lnTo>
                    <a:pt x="6288973" y="2411984"/>
                  </a:lnTo>
                  <a:lnTo>
                    <a:pt x="6333229" y="2458074"/>
                  </a:lnTo>
                  <a:lnTo>
                    <a:pt x="6377064" y="2501238"/>
                  </a:lnTo>
                  <a:lnTo>
                    <a:pt x="6420644" y="2541344"/>
                  </a:lnTo>
                  <a:lnTo>
                    <a:pt x="6464222" y="2578350"/>
                  </a:lnTo>
                  <a:lnTo>
                    <a:pt x="6508157" y="2612297"/>
                  </a:lnTo>
                  <a:lnTo>
                    <a:pt x="6515891" y="2617913"/>
                  </a:lnTo>
                  <a:lnTo>
                    <a:pt x="6563792" y="2650233"/>
                  </a:lnTo>
                  <a:lnTo>
                    <a:pt x="6613392" y="2679199"/>
                  </a:lnTo>
                  <a:lnTo>
                    <a:pt x="6665521" y="2704999"/>
                  </a:lnTo>
                  <a:lnTo>
                    <a:pt x="6721098" y="2727937"/>
                  </a:lnTo>
                  <a:lnTo>
                    <a:pt x="6781058" y="2748352"/>
                  </a:lnTo>
                  <a:lnTo>
                    <a:pt x="6846255" y="2766566"/>
                  </a:lnTo>
                  <a:lnTo>
                    <a:pt x="6917359" y="2782857"/>
                  </a:lnTo>
                  <a:lnTo>
                    <a:pt x="6994699" y="2797445"/>
                  </a:lnTo>
                  <a:lnTo>
                    <a:pt x="7078069" y="2810483"/>
                  </a:lnTo>
                  <a:lnTo>
                    <a:pt x="7166499" y="2822060"/>
                  </a:lnTo>
                  <a:lnTo>
                    <a:pt x="7258047" y="2832204"/>
                  </a:lnTo>
                  <a:lnTo>
                    <a:pt x="7349691" y="2840896"/>
                  </a:lnTo>
                  <a:lnTo>
                    <a:pt x="7437452" y="2848101"/>
                  </a:lnTo>
                  <a:lnTo>
                    <a:pt x="7516841" y="2853800"/>
                  </a:lnTo>
                  <a:lnTo>
                    <a:pt x="7583625" y="2858030"/>
                  </a:lnTo>
                  <a:lnTo>
                    <a:pt x="7634758" y="2860908"/>
                  </a:lnTo>
                  <a:lnTo>
                    <a:pt x="7669174" y="2862640"/>
                  </a:lnTo>
                  <a:lnTo>
                    <a:pt x="7688173" y="2863498"/>
                  </a:lnTo>
                  <a:lnTo>
                    <a:pt x="7695344" y="2863791"/>
                  </a:lnTo>
                  <a:lnTo>
                    <a:pt x="7696237" y="2863824"/>
                  </a:lnTo>
                  <a:lnTo>
                    <a:pt x="8234974" y="2863824"/>
                  </a:lnTo>
                  <a:lnTo>
                    <a:pt x="8234974" y="2842046"/>
                  </a:lnTo>
                  <a:lnTo>
                    <a:pt x="7696237" y="2842046"/>
                  </a:lnTo>
                  <a:lnTo>
                    <a:pt x="7694975" y="2841999"/>
                  </a:lnTo>
                  <a:lnTo>
                    <a:pt x="7686730" y="2841658"/>
                  </a:lnTo>
                  <a:lnTo>
                    <a:pt x="7666156" y="2840718"/>
                  </a:lnTo>
                  <a:lnTo>
                    <a:pt x="7629902" y="2838871"/>
                  </a:lnTo>
                  <a:lnTo>
                    <a:pt x="7576936" y="2835851"/>
                  </a:lnTo>
                  <a:lnTo>
                    <a:pt x="7508572" y="2831463"/>
                  </a:lnTo>
                  <a:lnTo>
                    <a:pt x="7428031" y="2825597"/>
                  </a:lnTo>
                  <a:lnTo>
                    <a:pt x="7339620" y="2818225"/>
                  </a:lnTo>
                  <a:lnTo>
                    <a:pt x="7247805" y="2809369"/>
                  </a:lnTo>
                  <a:lnTo>
                    <a:pt x="7156474" y="2799066"/>
                  </a:lnTo>
                  <a:lnTo>
                    <a:pt x="7068530" y="2787329"/>
                  </a:lnTo>
                  <a:lnTo>
                    <a:pt x="6985798" y="2774124"/>
                  </a:lnTo>
                  <a:lnTo>
                    <a:pt x="6909153" y="2759356"/>
                  </a:lnTo>
                  <a:lnTo>
                    <a:pt x="6838729" y="2742864"/>
                  </a:lnTo>
                  <a:lnTo>
                    <a:pt x="6774151" y="2724420"/>
                  </a:lnTo>
                  <a:lnTo>
                    <a:pt x="6714723" y="2703741"/>
                  </a:lnTo>
                  <a:lnTo>
                    <a:pt x="6659575" y="2680502"/>
                  </a:lnTo>
                  <a:lnTo>
                    <a:pt x="6607772" y="2654364"/>
                  </a:lnTo>
                  <a:lnTo>
                    <a:pt x="6558399" y="2625030"/>
                  </a:lnTo>
                  <a:lnTo>
                    <a:pt x="6515891" y="2596135"/>
                  </a:lnTo>
                  <a:lnTo>
                    <a:pt x="6471849" y="2562711"/>
                  </a:lnTo>
                  <a:lnTo>
                    <a:pt x="6428237" y="2526244"/>
                  </a:lnTo>
                  <a:lnTo>
                    <a:pt x="6384678" y="2486678"/>
                  </a:lnTo>
                  <a:lnTo>
                    <a:pt x="6340902" y="2444040"/>
                  </a:lnTo>
                  <a:lnTo>
                    <a:pt x="6296728" y="2398447"/>
                  </a:lnTo>
                  <a:lnTo>
                    <a:pt x="6252057" y="2350113"/>
                  </a:lnTo>
                  <a:lnTo>
                    <a:pt x="6206865" y="2299350"/>
                  </a:lnTo>
                  <a:lnTo>
                    <a:pt x="6161191" y="2246568"/>
                  </a:lnTo>
                  <a:lnTo>
                    <a:pt x="6115126" y="2192258"/>
                  </a:lnTo>
                  <a:lnTo>
                    <a:pt x="6068804" y="2136981"/>
                  </a:lnTo>
                  <a:lnTo>
                    <a:pt x="6022383" y="2081340"/>
                  </a:lnTo>
                  <a:lnTo>
                    <a:pt x="5976032" y="2025955"/>
                  </a:lnTo>
                  <a:lnTo>
                    <a:pt x="5929912" y="1971435"/>
                  </a:lnTo>
                  <a:lnTo>
                    <a:pt x="5884161" y="1918348"/>
                  </a:lnTo>
                  <a:lnTo>
                    <a:pt x="5838881" y="1867201"/>
                  </a:lnTo>
                  <a:lnTo>
                    <a:pt x="5794119" y="1818418"/>
                  </a:lnTo>
                  <a:lnTo>
                    <a:pt x="5749863" y="1772328"/>
                  </a:lnTo>
                  <a:lnTo>
                    <a:pt x="5706028" y="1729164"/>
                  </a:lnTo>
                  <a:lnTo>
                    <a:pt x="5662449" y="1689058"/>
                  </a:lnTo>
                  <a:lnTo>
                    <a:pt x="5618870" y="1652052"/>
                  </a:lnTo>
                  <a:lnTo>
                    <a:pt x="5574935" y="1618105"/>
                  </a:lnTo>
                  <a:lnTo>
                    <a:pt x="5567201" y="1612489"/>
                  </a:lnTo>
                  <a:lnTo>
                    <a:pt x="5519301" y="1580170"/>
                  </a:lnTo>
                  <a:lnTo>
                    <a:pt x="5469700" y="1551203"/>
                  </a:lnTo>
                  <a:lnTo>
                    <a:pt x="5417572" y="1525403"/>
                  </a:lnTo>
                  <a:lnTo>
                    <a:pt x="5361994" y="1502465"/>
                  </a:lnTo>
                  <a:lnTo>
                    <a:pt x="5302035" y="1482050"/>
                  </a:lnTo>
                  <a:lnTo>
                    <a:pt x="5236837" y="1463836"/>
                  </a:lnTo>
                  <a:lnTo>
                    <a:pt x="5165733" y="1447545"/>
                  </a:lnTo>
                  <a:lnTo>
                    <a:pt x="5088393" y="1432957"/>
                  </a:lnTo>
                  <a:lnTo>
                    <a:pt x="5005024" y="1419919"/>
                  </a:lnTo>
                  <a:lnTo>
                    <a:pt x="4916594" y="1408342"/>
                  </a:lnTo>
                  <a:lnTo>
                    <a:pt x="4825046" y="1398199"/>
                  </a:lnTo>
                  <a:lnTo>
                    <a:pt x="4733402" y="1389506"/>
                  </a:lnTo>
                  <a:lnTo>
                    <a:pt x="4645640" y="1382301"/>
                  </a:lnTo>
                  <a:lnTo>
                    <a:pt x="4566252" y="1376602"/>
                  </a:lnTo>
                  <a:lnTo>
                    <a:pt x="4499468" y="1372372"/>
                  </a:lnTo>
                  <a:lnTo>
                    <a:pt x="4448334" y="1369494"/>
                  </a:lnTo>
                  <a:lnTo>
                    <a:pt x="4413918" y="1367763"/>
                  </a:lnTo>
                  <a:lnTo>
                    <a:pt x="4394919" y="1366904"/>
                  </a:lnTo>
                  <a:lnTo>
                    <a:pt x="4387748" y="1366611"/>
                  </a:lnTo>
                  <a:lnTo>
                    <a:pt x="4386855" y="1366578"/>
                  </a:lnTo>
                  <a:lnTo>
                    <a:pt x="3848118" y="1366578"/>
                  </a:lnTo>
                  <a:lnTo>
                    <a:pt x="3846850" y="1366533"/>
                  </a:lnTo>
                  <a:lnTo>
                    <a:pt x="3838571" y="1366217"/>
                  </a:lnTo>
                  <a:lnTo>
                    <a:pt x="3817912" y="1365341"/>
                  </a:lnTo>
                  <a:lnTo>
                    <a:pt x="3781518" y="1363623"/>
                  </a:lnTo>
                  <a:lnTo>
                    <a:pt x="3728363" y="1360815"/>
                  </a:lnTo>
                  <a:lnTo>
                    <a:pt x="3659783" y="1356733"/>
                  </a:lnTo>
                  <a:lnTo>
                    <a:pt x="3579026" y="1351278"/>
                  </a:lnTo>
                  <a:lnTo>
                    <a:pt x="3490423" y="1344425"/>
                  </a:lnTo>
                  <a:lnTo>
                    <a:pt x="3398456" y="1336194"/>
                  </a:lnTo>
                  <a:lnTo>
                    <a:pt x="3307020" y="1326618"/>
                  </a:lnTo>
                  <a:lnTo>
                    <a:pt x="3219015" y="1315710"/>
                  </a:lnTo>
                  <a:lnTo>
                    <a:pt x="3136260" y="1303438"/>
                  </a:lnTo>
                  <a:lnTo>
                    <a:pt x="3059617" y="1289711"/>
                  </a:lnTo>
                  <a:lnTo>
                    <a:pt x="2989211" y="1274379"/>
                  </a:lnTo>
                  <a:lnTo>
                    <a:pt x="2924656" y="1257229"/>
                  </a:lnTo>
                  <a:lnTo>
                    <a:pt x="2865249" y="1237997"/>
                  </a:lnTo>
                  <a:lnTo>
                    <a:pt x="2810112" y="1216379"/>
                  </a:lnTo>
                  <a:lnTo>
                    <a:pt x="2758307" y="1192060"/>
                  </a:lnTo>
                  <a:lnTo>
                    <a:pt x="2708915" y="1164767"/>
                  </a:lnTo>
                  <a:lnTo>
                    <a:pt x="2667772" y="1138815"/>
                  </a:lnTo>
                  <a:lnTo>
                    <a:pt x="2622885" y="1107233"/>
                  </a:lnTo>
                  <a:lnTo>
                    <a:pt x="2578437" y="1072720"/>
                  </a:lnTo>
                  <a:lnTo>
                    <a:pt x="2534032" y="1035225"/>
                  </a:lnTo>
                  <a:lnTo>
                    <a:pt x="2489387" y="994779"/>
                  </a:lnTo>
                  <a:lnTo>
                    <a:pt x="2444319" y="951501"/>
                  </a:lnTo>
                  <a:lnTo>
                    <a:pt x="2398729" y="905611"/>
                  </a:lnTo>
                  <a:lnTo>
                    <a:pt x="2352600" y="857425"/>
                  </a:lnTo>
                  <a:lnTo>
                    <a:pt x="2305979" y="807355"/>
                  </a:lnTo>
                  <a:lnTo>
                    <a:pt x="2258972" y="755896"/>
                  </a:lnTo>
                  <a:lnTo>
                    <a:pt x="2211724" y="703604"/>
                  </a:lnTo>
                  <a:lnTo>
                    <a:pt x="2164408" y="651077"/>
                  </a:lnTo>
                  <a:lnTo>
                    <a:pt x="2117200" y="598922"/>
                  </a:lnTo>
                  <a:lnTo>
                    <a:pt x="2070269" y="547731"/>
                  </a:lnTo>
                  <a:lnTo>
                    <a:pt x="2023752" y="498048"/>
                  </a:lnTo>
                  <a:lnTo>
                    <a:pt x="1977743" y="450349"/>
                  </a:lnTo>
                  <a:lnTo>
                    <a:pt x="1932276" y="405027"/>
                  </a:lnTo>
                  <a:lnTo>
                    <a:pt x="1887315" y="362376"/>
                  </a:lnTo>
                  <a:lnTo>
                    <a:pt x="1842745" y="322591"/>
                  </a:lnTo>
                  <a:lnTo>
                    <a:pt x="1798358" y="285773"/>
                  </a:lnTo>
                  <a:lnTo>
                    <a:pt x="1753849" y="251932"/>
                  </a:lnTo>
                  <a:lnTo>
                    <a:pt x="1719082" y="227763"/>
                  </a:lnTo>
                  <a:lnTo>
                    <a:pt x="1671110" y="197786"/>
                  </a:lnTo>
                  <a:lnTo>
                    <a:pt x="1621431" y="170924"/>
                  </a:lnTo>
                  <a:lnTo>
                    <a:pt x="1569214" y="147003"/>
                  </a:lnTo>
                  <a:lnTo>
                    <a:pt x="1513533" y="125740"/>
                  </a:lnTo>
                  <a:lnTo>
                    <a:pt x="1453452" y="106818"/>
                  </a:lnTo>
                  <a:lnTo>
                    <a:pt x="1388112" y="89938"/>
                  </a:lnTo>
                  <a:lnTo>
                    <a:pt x="1316843" y="74843"/>
                  </a:lnTo>
                  <a:lnTo>
                    <a:pt x="1239319" y="61329"/>
                  </a:lnTo>
                  <a:lnTo>
                    <a:pt x="1155754" y="49252"/>
                  </a:lnTo>
                  <a:lnTo>
                    <a:pt x="1067133" y="38532"/>
                  </a:lnTo>
                  <a:lnTo>
                    <a:pt x="975422" y="29145"/>
                  </a:lnTo>
                  <a:lnTo>
                    <a:pt x="883673" y="21105"/>
                  </a:lnTo>
                  <a:lnTo>
                    <a:pt x="795896" y="14448"/>
                  </a:lnTo>
                  <a:lnTo>
                    <a:pt x="716604" y="9189"/>
                  </a:lnTo>
                  <a:lnTo>
                    <a:pt x="650032" y="5294"/>
                  </a:lnTo>
                  <a:lnTo>
                    <a:pt x="599205" y="2651"/>
                  </a:lnTo>
                  <a:lnTo>
                    <a:pt x="565141" y="1068"/>
                  </a:lnTo>
                  <a:lnTo>
                    <a:pt x="546476" y="289"/>
                  </a:lnTo>
                  <a:lnTo>
                    <a:pt x="539548" y="2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01" name="pl801"/>
            <p:cNvSpPr/>
            <p:nvPr/>
          </p:nvSpPr>
          <p:spPr>
            <a:xfrm>
              <a:off x="546595" y="1812141"/>
              <a:ext cx="8234974" cy="2842046"/>
            </a:xfrm>
            <a:custGeom>
              <a:avLst/>
              <a:pathLst>
                <a:path w="8234974" h="2842046">
                  <a:moveTo>
                    <a:pt x="0" y="0"/>
                  </a:moveTo>
                  <a:lnTo>
                    <a:pt x="538736" y="0"/>
                  </a:lnTo>
                  <a:lnTo>
                    <a:pt x="540004" y="44"/>
                  </a:lnTo>
                  <a:lnTo>
                    <a:pt x="548284" y="360"/>
                  </a:lnTo>
                  <a:lnTo>
                    <a:pt x="568942" y="1236"/>
                  </a:lnTo>
                  <a:lnTo>
                    <a:pt x="605336" y="2954"/>
                  </a:lnTo>
                  <a:lnTo>
                    <a:pt x="658491" y="5763"/>
                  </a:lnTo>
                  <a:lnTo>
                    <a:pt x="727071" y="9844"/>
                  </a:lnTo>
                  <a:lnTo>
                    <a:pt x="807828" y="15299"/>
                  </a:lnTo>
                  <a:lnTo>
                    <a:pt x="896432" y="22153"/>
                  </a:lnTo>
                  <a:lnTo>
                    <a:pt x="988399" y="30384"/>
                  </a:lnTo>
                  <a:lnTo>
                    <a:pt x="1079835" y="39959"/>
                  </a:lnTo>
                  <a:lnTo>
                    <a:pt x="1167839" y="50867"/>
                  </a:lnTo>
                  <a:lnTo>
                    <a:pt x="1250595" y="63139"/>
                  </a:lnTo>
                  <a:lnTo>
                    <a:pt x="1327237" y="76866"/>
                  </a:lnTo>
                  <a:lnTo>
                    <a:pt x="1397643" y="92198"/>
                  </a:lnTo>
                  <a:lnTo>
                    <a:pt x="1462198" y="109348"/>
                  </a:lnTo>
                  <a:lnTo>
                    <a:pt x="1521606" y="128580"/>
                  </a:lnTo>
                  <a:lnTo>
                    <a:pt x="1576742" y="150199"/>
                  </a:lnTo>
                  <a:lnTo>
                    <a:pt x="1628548" y="174517"/>
                  </a:lnTo>
                  <a:lnTo>
                    <a:pt x="1677940" y="201810"/>
                  </a:lnTo>
                  <a:lnTo>
                    <a:pt x="1719082" y="227763"/>
                  </a:lnTo>
                  <a:lnTo>
                    <a:pt x="1763970" y="259344"/>
                  </a:lnTo>
                  <a:lnTo>
                    <a:pt x="1808418" y="293857"/>
                  </a:lnTo>
                  <a:lnTo>
                    <a:pt x="1852823" y="331352"/>
                  </a:lnTo>
                  <a:lnTo>
                    <a:pt x="1897467" y="371798"/>
                  </a:lnTo>
                  <a:lnTo>
                    <a:pt x="1942536" y="415076"/>
                  </a:lnTo>
                  <a:lnTo>
                    <a:pt x="1988125" y="460966"/>
                  </a:lnTo>
                  <a:lnTo>
                    <a:pt x="2034255" y="509152"/>
                  </a:lnTo>
                  <a:lnTo>
                    <a:pt x="2080876" y="559222"/>
                  </a:lnTo>
                  <a:lnTo>
                    <a:pt x="2127883" y="610681"/>
                  </a:lnTo>
                  <a:lnTo>
                    <a:pt x="2175130" y="662973"/>
                  </a:lnTo>
                  <a:lnTo>
                    <a:pt x="2222447" y="715500"/>
                  </a:lnTo>
                  <a:lnTo>
                    <a:pt x="2269654" y="767655"/>
                  </a:lnTo>
                  <a:lnTo>
                    <a:pt x="2316586" y="818846"/>
                  </a:lnTo>
                  <a:lnTo>
                    <a:pt x="2363102" y="868529"/>
                  </a:lnTo>
                  <a:lnTo>
                    <a:pt x="2409112" y="916228"/>
                  </a:lnTo>
                  <a:lnTo>
                    <a:pt x="2454579" y="961550"/>
                  </a:lnTo>
                  <a:lnTo>
                    <a:pt x="2499539" y="1004201"/>
                  </a:lnTo>
                  <a:lnTo>
                    <a:pt x="2544110" y="1043986"/>
                  </a:lnTo>
                  <a:lnTo>
                    <a:pt x="2588496" y="1080804"/>
                  </a:lnTo>
                  <a:lnTo>
                    <a:pt x="2633005" y="1114645"/>
                  </a:lnTo>
                  <a:lnTo>
                    <a:pt x="2667772" y="1138815"/>
                  </a:lnTo>
                  <a:lnTo>
                    <a:pt x="2715745" y="1168791"/>
                  </a:lnTo>
                  <a:lnTo>
                    <a:pt x="2765424" y="1195653"/>
                  </a:lnTo>
                  <a:lnTo>
                    <a:pt x="2817641" y="1219574"/>
                  </a:lnTo>
                  <a:lnTo>
                    <a:pt x="2873321" y="1240837"/>
                  </a:lnTo>
                  <a:lnTo>
                    <a:pt x="2933402" y="1259759"/>
                  </a:lnTo>
                  <a:lnTo>
                    <a:pt x="2998743" y="1276639"/>
                  </a:lnTo>
                  <a:lnTo>
                    <a:pt x="3070011" y="1291734"/>
                  </a:lnTo>
                  <a:lnTo>
                    <a:pt x="3147536" y="1305248"/>
                  </a:lnTo>
                  <a:lnTo>
                    <a:pt x="3231101" y="1317325"/>
                  </a:lnTo>
                  <a:lnTo>
                    <a:pt x="3319722" y="1328045"/>
                  </a:lnTo>
                  <a:lnTo>
                    <a:pt x="3411432" y="1337433"/>
                  </a:lnTo>
                  <a:lnTo>
                    <a:pt x="3503181" y="1345472"/>
                  </a:lnTo>
                  <a:lnTo>
                    <a:pt x="3590958" y="1352129"/>
                  </a:lnTo>
                  <a:lnTo>
                    <a:pt x="3670251" y="1357388"/>
                  </a:lnTo>
                  <a:lnTo>
                    <a:pt x="3736822" y="1361283"/>
                  </a:lnTo>
                  <a:lnTo>
                    <a:pt x="3787649" y="1363926"/>
                  </a:lnTo>
                  <a:lnTo>
                    <a:pt x="3821714" y="1365509"/>
                  </a:lnTo>
                  <a:lnTo>
                    <a:pt x="3840379" y="1366288"/>
                  </a:lnTo>
                  <a:lnTo>
                    <a:pt x="3847306" y="1366550"/>
                  </a:lnTo>
                  <a:lnTo>
                    <a:pt x="3848118" y="1366578"/>
                  </a:lnTo>
                  <a:lnTo>
                    <a:pt x="4386855" y="1366578"/>
                  </a:lnTo>
                  <a:lnTo>
                    <a:pt x="4388118" y="1366625"/>
                  </a:lnTo>
                  <a:lnTo>
                    <a:pt x="4396362" y="1366965"/>
                  </a:lnTo>
                  <a:lnTo>
                    <a:pt x="4416936" y="1367906"/>
                  </a:lnTo>
                  <a:lnTo>
                    <a:pt x="4453190" y="1369753"/>
                  </a:lnTo>
                  <a:lnTo>
                    <a:pt x="4506157" y="1372772"/>
                  </a:lnTo>
                  <a:lnTo>
                    <a:pt x="4574521" y="1377161"/>
                  </a:lnTo>
                  <a:lnTo>
                    <a:pt x="4655061" y="1383027"/>
                  </a:lnTo>
                  <a:lnTo>
                    <a:pt x="4743472" y="1390399"/>
                  </a:lnTo>
                  <a:lnTo>
                    <a:pt x="4835287" y="1399255"/>
                  </a:lnTo>
                  <a:lnTo>
                    <a:pt x="4926618" y="1409557"/>
                  </a:lnTo>
                  <a:lnTo>
                    <a:pt x="5014563" y="1421295"/>
                  </a:lnTo>
                  <a:lnTo>
                    <a:pt x="5097294" y="1434500"/>
                  </a:lnTo>
                  <a:lnTo>
                    <a:pt x="5173940" y="1449268"/>
                  </a:lnTo>
                  <a:lnTo>
                    <a:pt x="5244363" y="1465760"/>
                  </a:lnTo>
                  <a:lnTo>
                    <a:pt x="5308941" y="1484204"/>
                  </a:lnTo>
                  <a:lnTo>
                    <a:pt x="5368369" y="1504883"/>
                  </a:lnTo>
                  <a:lnTo>
                    <a:pt x="5423517" y="1528122"/>
                  </a:lnTo>
                  <a:lnTo>
                    <a:pt x="5475320" y="1554260"/>
                  </a:lnTo>
                  <a:lnTo>
                    <a:pt x="5524694" y="1583594"/>
                  </a:lnTo>
                  <a:lnTo>
                    <a:pt x="5567201" y="1612489"/>
                  </a:lnTo>
                  <a:lnTo>
                    <a:pt x="5611244" y="1645912"/>
                  </a:lnTo>
                  <a:lnTo>
                    <a:pt x="5654856" y="1682380"/>
                  </a:lnTo>
                  <a:lnTo>
                    <a:pt x="5698414" y="1721946"/>
                  </a:lnTo>
                  <a:lnTo>
                    <a:pt x="5742190" y="1764583"/>
                  </a:lnTo>
                  <a:lnTo>
                    <a:pt x="5786365" y="1810177"/>
                  </a:lnTo>
                  <a:lnTo>
                    <a:pt x="5831035" y="1858511"/>
                  </a:lnTo>
                  <a:lnTo>
                    <a:pt x="5876227" y="1909274"/>
                  </a:lnTo>
                  <a:lnTo>
                    <a:pt x="5921901" y="1962056"/>
                  </a:lnTo>
                  <a:lnTo>
                    <a:pt x="5967966" y="2016366"/>
                  </a:lnTo>
                  <a:lnTo>
                    <a:pt x="6014288" y="2071643"/>
                  </a:lnTo>
                  <a:lnTo>
                    <a:pt x="6060709" y="2127284"/>
                  </a:lnTo>
                  <a:lnTo>
                    <a:pt x="6107061" y="2182669"/>
                  </a:lnTo>
                  <a:lnTo>
                    <a:pt x="6153181" y="2237189"/>
                  </a:lnTo>
                  <a:lnTo>
                    <a:pt x="6198931" y="2290276"/>
                  </a:lnTo>
                  <a:lnTo>
                    <a:pt x="6244212" y="2341423"/>
                  </a:lnTo>
                  <a:lnTo>
                    <a:pt x="6288973" y="2390206"/>
                  </a:lnTo>
                  <a:lnTo>
                    <a:pt x="6333229" y="2436295"/>
                  </a:lnTo>
                  <a:lnTo>
                    <a:pt x="6377064" y="2479460"/>
                  </a:lnTo>
                  <a:lnTo>
                    <a:pt x="6420644" y="2519566"/>
                  </a:lnTo>
                  <a:lnTo>
                    <a:pt x="6464222" y="2556572"/>
                  </a:lnTo>
                  <a:lnTo>
                    <a:pt x="6508157" y="2590519"/>
                  </a:lnTo>
                  <a:lnTo>
                    <a:pt x="6515891" y="2596135"/>
                  </a:lnTo>
                  <a:lnTo>
                    <a:pt x="6563792" y="2628454"/>
                  </a:lnTo>
                  <a:lnTo>
                    <a:pt x="6613392" y="2657421"/>
                  </a:lnTo>
                  <a:lnTo>
                    <a:pt x="6665521" y="2683221"/>
                  </a:lnTo>
                  <a:lnTo>
                    <a:pt x="6721098" y="2706159"/>
                  </a:lnTo>
                  <a:lnTo>
                    <a:pt x="6781058" y="2726574"/>
                  </a:lnTo>
                  <a:lnTo>
                    <a:pt x="6846255" y="2744788"/>
                  </a:lnTo>
                  <a:lnTo>
                    <a:pt x="6917359" y="2761079"/>
                  </a:lnTo>
                  <a:lnTo>
                    <a:pt x="6994699" y="2775666"/>
                  </a:lnTo>
                  <a:lnTo>
                    <a:pt x="7078069" y="2788705"/>
                  </a:lnTo>
                  <a:lnTo>
                    <a:pt x="7166499" y="2800282"/>
                  </a:lnTo>
                  <a:lnTo>
                    <a:pt x="7258047" y="2810425"/>
                  </a:lnTo>
                  <a:lnTo>
                    <a:pt x="7349691" y="2819118"/>
                  </a:lnTo>
                  <a:lnTo>
                    <a:pt x="7437452" y="2826323"/>
                  </a:lnTo>
                  <a:lnTo>
                    <a:pt x="7516841" y="2832022"/>
                  </a:lnTo>
                  <a:lnTo>
                    <a:pt x="7583625" y="2836252"/>
                  </a:lnTo>
                  <a:lnTo>
                    <a:pt x="7634758" y="2839130"/>
                  </a:lnTo>
                  <a:lnTo>
                    <a:pt x="7669174" y="2840861"/>
                  </a:lnTo>
                  <a:lnTo>
                    <a:pt x="7688173" y="2841720"/>
                  </a:lnTo>
                  <a:lnTo>
                    <a:pt x="7695344" y="2842013"/>
                  </a:lnTo>
                  <a:lnTo>
                    <a:pt x="7696237" y="2842046"/>
                  </a:lnTo>
                  <a:lnTo>
                    <a:pt x="8234974" y="28420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2" name="pl802"/>
            <p:cNvSpPr/>
            <p:nvPr/>
          </p:nvSpPr>
          <p:spPr>
            <a:xfrm>
              <a:off x="546595" y="1790363"/>
              <a:ext cx="8234974" cy="2842046"/>
            </a:xfrm>
            <a:custGeom>
              <a:avLst/>
              <a:pathLst>
                <a:path w="8234974" h="2842046">
                  <a:moveTo>
                    <a:pt x="8234974" y="2842046"/>
                  </a:moveTo>
                  <a:lnTo>
                    <a:pt x="7696237" y="2842046"/>
                  </a:lnTo>
                  <a:lnTo>
                    <a:pt x="7694975" y="2841999"/>
                  </a:lnTo>
                  <a:lnTo>
                    <a:pt x="7686730" y="2841658"/>
                  </a:lnTo>
                  <a:lnTo>
                    <a:pt x="7666156" y="2840718"/>
                  </a:lnTo>
                  <a:lnTo>
                    <a:pt x="7629902" y="2838871"/>
                  </a:lnTo>
                  <a:lnTo>
                    <a:pt x="7576936" y="2835851"/>
                  </a:lnTo>
                  <a:lnTo>
                    <a:pt x="7508572" y="2831463"/>
                  </a:lnTo>
                  <a:lnTo>
                    <a:pt x="7428031" y="2825597"/>
                  </a:lnTo>
                  <a:lnTo>
                    <a:pt x="7339620" y="2818225"/>
                  </a:lnTo>
                  <a:lnTo>
                    <a:pt x="7247805" y="2809369"/>
                  </a:lnTo>
                  <a:lnTo>
                    <a:pt x="7156474" y="2799066"/>
                  </a:lnTo>
                  <a:lnTo>
                    <a:pt x="7068530" y="2787329"/>
                  </a:lnTo>
                  <a:lnTo>
                    <a:pt x="6985798" y="2774124"/>
                  </a:lnTo>
                  <a:lnTo>
                    <a:pt x="6909153" y="2759356"/>
                  </a:lnTo>
                  <a:lnTo>
                    <a:pt x="6838729" y="2742864"/>
                  </a:lnTo>
                  <a:lnTo>
                    <a:pt x="6774151" y="2724420"/>
                  </a:lnTo>
                  <a:lnTo>
                    <a:pt x="6714723" y="2703741"/>
                  </a:lnTo>
                  <a:lnTo>
                    <a:pt x="6659575" y="2680502"/>
                  </a:lnTo>
                  <a:lnTo>
                    <a:pt x="6607772" y="2654364"/>
                  </a:lnTo>
                  <a:lnTo>
                    <a:pt x="6558399" y="2625030"/>
                  </a:lnTo>
                  <a:lnTo>
                    <a:pt x="6515891" y="2596135"/>
                  </a:lnTo>
                  <a:lnTo>
                    <a:pt x="6471849" y="2562711"/>
                  </a:lnTo>
                  <a:lnTo>
                    <a:pt x="6428237" y="2526244"/>
                  </a:lnTo>
                  <a:lnTo>
                    <a:pt x="6384678" y="2486678"/>
                  </a:lnTo>
                  <a:lnTo>
                    <a:pt x="6340902" y="2444040"/>
                  </a:lnTo>
                  <a:lnTo>
                    <a:pt x="6296728" y="2398447"/>
                  </a:lnTo>
                  <a:lnTo>
                    <a:pt x="6252057" y="2350113"/>
                  </a:lnTo>
                  <a:lnTo>
                    <a:pt x="6206865" y="2299350"/>
                  </a:lnTo>
                  <a:lnTo>
                    <a:pt x="6161191" y="2246568"/>
                  </a:lnTo>
                  <a:lnTo>
                    <a:pt x="6115126" y="2192258"/>
                  </a:lnTo>
                  <a:lnTo>
                    <a:pt x="6068804" y="2136981"/>
                  </a:lnTo>
                  <a:lnTo>
                    <a:pt x="6022383" y="2081340"/>
                  </a:lnTo>
                  <a:lnTo>
                    <a:pt x="5976032" y="2025955"/>
                  </a:lnTo>
                  <a:lnTo>
                    <a:pt x="5929912" y="1971435"/>
                  </a:lnTo>
                  <a:lnTo>
                    <a:pt x="5884161" y="1918348"/>
                  </a:lnTo>
                  <a:lnTo>
                    <a:pt x="5838881" y="1867201"/>
                  </a:lnTo>
                  <a:lnTo>
                    <a:pt x="5794119" y="1818418"/>
                  </a:lnTo>
                  <a:lnTo>
                    <a:pt x="5749863" y="1772328"/>
                  </a:lnTo>
                  <a:lnTo>
                    <a:pt x="5706028" y="1729164"/>
                  </a:lnTo>
                  <a:lnTo>
                    <a:pt x="5662449" y="1689058"/>
                  </a:lnTo>
                  <a:lnTo>
                    <a:pt x="5618870" y="1652052"/>
                  </a:lnTo>
                  <a:lnTo>
                    <a:pt x="5574935" y="1618105"/>
                  </a:lnTo>
                  <a:lnTo>
                    <a:pt x="5567201" y="1612489"/>
                  </a:lnTo>
                  <a:lnTo>
                    <a:pt x="5519301" y="1580170"/>
                  </a:lnTo>
                  <a:lnTo>
                    <a:pt x="5469700" y="1551203"/>
                  </a:lnTo>
                  <a:lnTo>
                    <a:pt x="5417572" y="1525403"/>
                  </a:lnTo>
                  <a:lnTo>
                    <a:pt x="5361994" y="1502465"/>
                  </a:lnTo>
                  <a:lnTo>
                    <a:pt x="5302035" y="1482050"/>
                  </a:lnTo>
                  <a:lnTo>
                    <a:pt x="5236837" y="1463836"/>
                  </a:lnTo>
                  <a:lnTo>
                    <a:pt x="5165733" y="1447545"/>
                  </a:lnTo>
                  <a:lnTo>
                    <a:pt x="5088393" y="1432957"/>
                  </a:lnTo>
                  <a:lnTo>
                    <a:pt x="5005024" y="1419919"/>
                  </a:lnTo>
                  <a:lnTo>
                    <a:pt x="4916594" y="1408342"/>
                  </a:lnTo>
                  <a:lnTo>
                    <a:pt x="4825046" y="1398199"/>
                  </a:lnTo>
                  <a:lnTo>
                    <a:pt x="4733402" y="1389506"/>
                  </a:lnTo>
                  <a:lnTo>
                    <a:pt x="4645640" y="1382301"/>
                  </a:lnTo>
                  <a:lnTo>
                    <a:pt x="4566252" y="1376602"/>
                  </a:lnTo>
                  <a:lnTo>
                    <a:pt x="4499468" y="1372372"/>
                  </a:lnTo>
                  <a:lnTo>
                    <a:pt x="4448334" y="1369494"/>
                  </a:lnTo>
                  <a:lnTo>
                    <a:pt x="4413918" y="1367763"/>
                  </a:lnTo>
                  <a:lnTo>
                    <a:pt x="4394919" y="1366904"/>
                  </a:lnTo>
                  <a:lnTo>
                    <a:pt x="4387748" y="1366611"/>
                  </a:lnTo>
                  <a:lnTo>
                    <a:pt x="4386855" y="1366578"/>
                  </a:lnTo>
                  <a:lnTo>
                    <a:pt x="3848118" y="1366578"/>
                  </a:lnTo>
                  <a:lnTo>
                    <a:pt x="3846850" y="1366533"/>
                  </a:lnTo>
                  <a:lnTo>
                    <a:pt x="3838571" y="1366217"/>
                  </a:lnTo>
                  <a:lnTo>
                    <a:pt x="3817912" y="1365341"/>
                  </a:lnTo>
                  <a:lnTo>
                    <a:pt x="3781518" y="1363623"/>
                  </a:lnTo>
                  <a:lnTo>
                    <a:pt x="3728363" y="1360815"/>
                  </a:lnTo>
                  <a:lnTo>
                    <a:pt x="3659783" y="1356733"/>
                  </a:lnTo>
                  <a:lnTo>
                    <a:pt x="3579026" y="1351278"/>
                  </a:lnTo>
                  <a:lnTo>
                    <a:pt x="3490423" y="1344425"/>
                  </a:lnTo>
                  <a:lnTo>
                    <a:pt x="3398456" y="1336194"/>
                  </a:lnTo>
                  <a:lnTo>
                    <a:pt x="3307020" y="1326618"/>
                  </a:lnTo>
                  <a:lnTo>
                    <a:pt x="3219015" y="1315710"/>
                  </a:lnTo>
                  <a:lnTo>
                    <a:pt x="3136260" y="1303438"/>
                  </a:lnTo>
                  <a:lnTo>
                    <a:pt x="3059617" y="1289711"/>
                  </a:lnTo>
                  <a:lnTo>
                    <a:pt x="2989211" y="1274379"/>
                  </a:lnTo>
                  <a:lnTo>
                    <a:pt x="2924656" y="1257229"/>
                  </a:lnTo>
                  <a:lnTo>
                    <a:pt x="2865249" y="1237997"/>
                  </a:lnTo>
                  <a:lnTo>
                    <a:pt x="2810112" y="1216379"/>
                  </a:lnTo>
                  <a:lnTo>
                    <a:pt x="2758307" y="1192060"/>
                  </a:lnTo>
                  <a:lnTo>
                    <a:pt x="2708915" y="1164767"/>
                  </a:lnTo>
                  <a:lnTo>
                    <a:pt x="2667772" y="1138815"/>
                  </a:lnTo>
                  <a:lnTo>
                    <a:pt x="2622885" y="1107233"/>
                  </a:lnTo>
                  <a:lnTo>
                    <a:pt x="2578437" y="1072720"/>
                  </a:lnTo>
                  <a:lnTo>
                    <a:pt x="2534032" y="1035225"/>
                  </a:lnTo>
                  <a:lnTo>
                    <a:pt x="2489387" y="994779"/>
                  </a:lnTo>
                  <a:lnTo>
                    <a:pt x="2444319" y="951501"/>
                  </a:lnTo>
                  <a:lnTo>
                    <a:pt x="2398729" y="905611"/>
                  </a:lnTo>
                  <a:lnTo>
                    <a:pt x="2352600" y="857425"/>
                  </a:lnTo>
                  <a:lnTo>
                    <a:pt x="2305979" y="807355"/>
                  </a:lnTo>
                  <a:lnTo>
                    <a:pt x="2258972" y="755896"/>
                  </a:lnTo>
                  <a:lnTo>
                    <a:pt x="2211724" y="703604"/>
                  </a:lnTo>
                  <a:lnTo>
                    <a:pt x="2164408" y="651077"/>
                  </a:lnTo>
                  <a:lnTo>
                    <a:pt x="2117200" y="598922"/>
                  </a:lnTo>
                  <a:lnTo>
                    <a:pt x="2070269" y="547731"/>
                  </a:lnTo>
                  <a:lnTo>
                    <a:pt x="2023752" y="498048"/>
                  </a:lnTo>
                  <a:lnTo>
                    <a:pt x="1977743" y="450349"/>
                  </a:lnTo>
                  <a:lnTo>
                    <a:pt x="1932276" y="405027"/>
                  </a:lnTo>
                  <a:lnTo>
                    <a:pt x="1887315" y="362376"/>
                  </a:lnTo>
                  <a:lnTo>
                    <a:pt x="1842745" y="322591"/>
                  </a:lnTo>
                  <a:lnTo>
                    <a:pt x="1798358" y="285773"/>
                  </a:lnTo>
                  <a:lnTo>
                    <a:pt x="1753849" y="251932"/>
                  </a:lnTo>
                  <a:lnTo>
                    <a:pt x="1719082" y="227763"/>
                  </a:lnTo>
                  <a:lnTo>
                    <a:pt x="1671110" y="197786"/>
                  </a:lnTo>
                  <a:lnTo>
                    <a:pt x="1621431" y="170924"/>
                  </a:lnTo>
                  <a:lnTo>
                    <a:pt x="1569214" y="147003"/>
                  </a:lnTo>
                  <a:lnTo>
                    <a:pt x="1513533" y="125740"/>
                  </a:lnTo>
                  <a:lnTo>
                    <a:pt x="1453452" y="106818"/>
                  </a:lnTo>
                  <a:lnTo>
                    <a:pt x="1388112" y="89938"/>
                  </a:lnTo>
                  <a:lnTo>
                    <a:pt x="1316843" y="74843"/>
                  </a:lnTo>
                  <a:lnTo>
                    <a:pt x="1239319" y="61329"/>
                  </a:lnTo>
                  <a:lnTo>
                    <a:pt x="1155754" y="49252"/>
                  </a:lnTo>
                  <a:lnTo>
                    <a:pt x="1067133" y="38532"/>
                  </a:lnTo>
                  <a:lnTo>
                    <a:pt x="975422" y="29145"/>
                  </a:lnTo>
                  <a:lnTo>
                    <a:pt x="883673" y="21105"/>
                  </a:lnTo>
                  <a:lnTo>
                    <a:pt x="795896" y="14448"/>
                  </a:lnTo>
                  <a:lnTo>
                    <a:pt x="716604" y="9189"/>
                  </a:lnTo>
                  <a:lnTo>
                    <a:pt x="650032" y="5294"/>
                  </a:lnTo>
                  <a:lnTo>
                    <a:pt x="599205" y="2651"/>
                  </a:lnTo>
                  <a:lnTo>
                    <a:pt x="565141" y="1068"/>
                  </a:lnTo>
                  <a:lnTo>
                    <a:pt x="546476" y="289"/>
                  </a:lnTo>
                  <a:lnTo>
                    <a:pt x="539548" y="2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3" name="pg803"/>
            <p:cNvSpPr/>
            <p:nvPr/>
          </p:nvSpPr>
          <p:spPr>
            <a:xfrm>
              <a:off x="546595" y="1812141"/>
              <a:ext cx="8234974" cy="3185052"/>
            </a:xfrm>
            <a:custGeom>
              <a:avLst/>
              <a:pathLst>
                <a:path w="8234974" h="3185052">
                  <a:moveTo>
                    <a:pt x="0" y="5444"/>
                  </a:moveTo>
                  <a:lnTo>
                    <a:pt x="538736" y="5444"/>
                  </a:lnTo>
                  <a:lnTo>
                    <a:pt x="540004" y="5489"/>
                  </a:lnTo>
                  <a:lnTo>
                    <a:pt x="548280" y="5808"/>
                  </a:lnTo>
                  <a:lnTo>
                    <a:pt x="568930" y="6690"/>
                  </a:lnTo>
                  <a:lnTo>
                    <a:pt x="605311" y="8420"/>
                  </a:lnTo>
                  <a:lnTo>
                    <a:pt x="658447" y="11250"/>
                  </a:lnTo>
                  <a:lnTo>
                    <a:pt x="727006" y="15363"/>
                  </a:lnTo>
                  <a:lnTo>
                    <a:pt x="807742" y="20859"/>
                  </a:lnTo>
                  <a:lnTo>
                    <a:pt x="896327" y="27765"/>
                  </a:lnTo>
                  <a:lnTo>
                    <a:pt x="988280" y="36059"/>
                  </a:lnTo>
                  <a:lnTo>
                    <a:pt x="1079705" y="45707"/>
                  </a:lnTo>
                  <a:lnTo>
                    <a:pt x="1167704" y="56698"/>
                  </a:lnTo>
                  <a:lnTo>
                    <a:pt x="1250457" y="69064"/>
                  </a:lnTo>
                  <a:lnTo>
                    <a:pt x="1327100" y="82896"/>
                  </a:lnTo>
                  <a:lnTo>
                    <a:pt x="1397508" y="98345"/>
                  </a:lnTo>
                  <a:lnTo>
                    <a:pt x="1462065" y="115624"/>
                  </a:lnTo>
                  <a:lnTo>
                    <a:pt x="1521475" y="135002"/>
                  </a:lnTo>
                  <a:lnTo>
                    <a:pt x="1576612" y="156784"/>
                  </a:lnTo>
                  <a:lnTo>
                    <a:pt x="1628417" y="181285"/>
                  </a:lnTo>
                  <a:lnTo>
                    <a:pt x="1677808" y="208784"/>
                  </a:lnTo>
                  <a:lnTo>
                    <a:pt x="1719082" y="235022"/>
                  </a:lnTo>
                  <a:lnTo>
                    <a:pt x="1763884" y="266792"/>
                  </a:lnTo>
                  <a:lnTo>
                    <a:pt x="1808249" y="301505"/>
                  </a:lnTo>
                  <a:lnTo>
                    <a:pt x="1852568" y="339211"/>
                  </a:lnTo>
                  <a:lnTo>
                    <a:pt x="1897125" y="379883"/>
                  </a:lnTo>
                  <a:lnTo>
                    <a:pt x="1942103" y="423398"/>
                  </a:lnTo>
                  <a:lnTo>
                    <a:pt x="1987600" y="469540"/>
                  </a:lnTo>
                  <a:lnTo>
                    <a:pt x="2033635" y="517991"/>
                  </a:lnTo>
                  <a:lnTo>
                    <a:pt x="2080160" y="568339"/>
                  </a:lnTo>
                  <a:lnTo>
                    <a:pt x="2127072" y="620091"/>
                  </a:lnTo>
                  <a:lnTo>
                    <a:pt x="2174227" y="672689"/>
                  </a:lnTo>
                  <a:lnTo>
                    <a:pt x="2221453" y="725535"/>
                  </a:lnTo>
                  <a:lnTo>
                    <a:pt x="2268575" y="778020"/>
                  </a:lnTo>
                  <a:lnTo>
                    <a:pt x="2315425" y="829551"/>
                  </a:lnTo>
                  <a:lnTo>
                    <a:pt x="2361865" y="879579"/>
                  </a:lnTo>
                  <a:lnTo>
                    <a:pt x="2407801" y="927627"/>
                  </a:lnTo>
                  <a:lnTo>
                    <a:pt x="2453197" y="973299"/>
                  </a:lnTo>
                  <a:lnTo>
                    <a:pt x="2498087" y="1016296"/>
                  </a:lnTo>
                  <a:lnTo>
                    <a:pt x="2542582" y="1056420"/>
                  </a:lnTo>
                  <a:lnTo>
                    <a:pt x="2586886" y="1093567"/>
                  </a:lnTo>
                  <a:lnTo>
                    <a:pt x="2631298" y="1127723"/>
                  </a:lnTo>
                  <a:lnTo>
                    <a:pt x="2667772" y="1153333"/>
                  </a:lnTo>
                  <a:lnTo>
                    <a:pt x="2715738" y="1183544"/>
                  </a:lnTo>
                  <a:lnTo>
                    <a:pt x="2765409" y="1210617"/>
                  </a:lnTo>
                  <a:lnTo>
                    <a:pt x="2817618" y="1234726"/>
                  </a:lnTo>
                  <a:lnTo>
                    <a:pt x="2873288" y="1256158"/>
                  </a:lnTo>
                  <a:lnTo>
                    <a:pt x="2933357" y="1275229"/>
                  </a:lnTo>
                  <a:lnTo>
                    <a:pt x="2998684" y="1292242"/>
                  </a:lnTo>
                  <a:lnTo>
                    <a:pt x="3069937" y="1307456"/>
                  </a:lnTo>
                  <a:lnTo>
                    <a:pt x="3147443" y="1321078"/>
                  </a:lnTo>
                  <a:lnTo>
                    <a:pt x="3230989" y="1333251"/>
                  </a:lnTo>
                  <a:lnTo>
                    <a:pt x="3319592" y="1344057"/>
                  </a:lnTo>
                  <a:lnTo>
                    <a:pt x="3411287" y="1353520"/>
                  </a:lnTo>
                  <a:lnTo>
                    <a:pt x="3503025" y="1361625"/>
                  </a:lnTo>
                  <a:lnTo>
                    <a:pt x="3590801" y="1368337"/>
                  </a:lnTo>
                  <a:lnTo>
                    <a:pt x="3670103" y="1373639"/>
                  </a:lnTo>
                  <a:lnTo>
                    <a:pt x="3736695" y="1377567"/>
                  </a:lnTo>
                  <a:lnTo>
                    <a:pt x="3787552" y="1380233"/>
                  </a:lnTo>
                  <a:lnTo>
                    <a:pt x="3821650" y="1381831"/>
                  </a:lnTo>
                  <a:lnTo>
                    <a:pt x="3840348" y="1382618"/>
                  </a:lnTo>
                  <a:lnTo>
                    <a:pt x="3847299" y="1382883"/>
                  </a:lnTo>
                  <a:lnTo>
                    <a:pt x="3848118" y="1382911"/>
                  </a:lnTo>
                  <a:lnTo>
                    <a:pt x="4386855" y="1382911"/>
                  </a:lnTo>
                  <a:lnTo>
                    <a:pt x="4388099" y="1382968"/>
                  </a:lnTo>
                  <a:lnTo>
                    <a:pt x="4396225" y="1383378"/>
                  </a:lnTo>
                  <a:lnTo>
                    <a:pt x="4416513" y="1384509"/>
                  </a:lnTo>
                  <a:lnTo>
                    <a:pt x="4452292" y="1386731"/>
                  </a:lnTo>
                  <a:lnTo>
                    <a:pt x="4504619" y="1390365"/>
                  </a:lnTo>
                  <a:lnTo>
                    <a:pt x="4572250" y="1395649"/>
                  </a:lnTo>
                  <a:lnTo>
                    <a:pt x="4652053" y="1402718"/>
                  </a:lnTo>
                  <a:lnTo>
                    <a:pt x="4739805" y="1411608"/>
                  </a:lnTo>
                  <a:lnTo>
                    <a:pt x="4831098" y="1422293"/>
                  </a:lnTo>
                  <a:lnTo>
                    <a:pt x="4922067" y="1434729"/>
                  </a:lnTo>
                  <a:lnTo>
                    <a:pt x="5009801" y="1448900"/>
                  </a:lnTo>
                  <a:lnTo>
                    <a:pt x="5092449" y="1464841"/>
                  </a:lnTo>
                  <a:lnTo>
                    <a:pt x="5169100" y="1482663"/>
                  </a:lnTo>
                  <a:lnTo>
                    <a:pt x="5239583" y="1502554"/>
                  </a:lnTo>
                  <a:lnTo>
                    <a:pt x="5304239" y="1524783"/>
                  </a:lnTo>
                  <a:lnTo>
                    <a:pt x="5363738" y="1549686"/>
                  </a:lnTo>
                  <a:lnTo>
                    <a:pt x="5418927" y="1577652"/>
                  </a:lnTo>
                  <a:lnTo>
                    <a:pt x="5470724" y="1609088"/>
                  </a:lnTo>
                  <a:lnTo>
                    <a:pt x="5520038" y="1644360"/>
                  </a:lnTo>
                  <a:lnTo>
                    <a:pt x="5567201" y="1683268"/>
                  </a:lnTo>
                  <a:lnTo>
                    <a:pt x="5608829" y="1721744"/>
                  </a:lnTo>
                  <a:lnTo>
                    <a:pt x="5650053" y="1763533"/>
                  </a:lnTo>
                  <a:lnTo>
                    <a:pt x="5691197" y="1808700"/>
                  </a:lnTo>
                  <a:lnTo>
                    <a:pt x="5732501" y="1857228"/>
                  </a:lnTo>
                  <a:lnTo>
                    <a:pt x="5774133" y="1909016"/>
                  </a:lnTo>
                  <a:lnTo>
                    <a:pt x="5816192" y="1963870"/>
                  </a:lnTo>
                  <a:lnTo>
                    <a:pt x="5858715" y="2021497"/>
                  </a:lnTo>
                  <a:lnTo>
                    <a:pt x="5901690" y="2081511"/>
                  </a:lnTo>
                  <a:lnTo>
                    <a:pt x="5945054" y="2143438"/>
                  </a:lnTo>
                  <a:lnTo>
                    <a:pt x="5988712" y="2206731"/>
                  </a:lnTo>
                  <a:lnTo>
                    <a:pt x="6032538" y="2270789"/>
                  </a:lnTo>
                  <a:lnTo>
                    <a:pt x="6076393" y="2334978"/>
                  </a:lnTo>
                  <a:lnTo>
                    <a:pt x="6120136" y="2398661"/>
                  </a:lnTo>
                  <a:lnTo>
                    <a:pt x="6163634" y="2461219"/>
                  </a:lnTo>
                  <a:lnTo>
                    <a:pt x="6206779" y="2522081"/>
                  </a:lnTo>
                  <a:lnTo>
                    <a:pt x="6249492" y="2580740"/>
                  </a:lnTo>
                  <a:lnTo>
                    <a:pt x="6291740" y="2636774"/>
                  </a:lnTo>
                  <a:lnTo>
                    <a:pt x="6333538" y="2689850"/>
                  </a:lnTo>
                  <a:lnTo>
                    <a:pt x="6374961" y="2739735"/>
                  </a:lnTo>
                  <a:lnTo>
                    <a:pt x="6416147" y="2786289"/>
                  </a:lnTo>
                  <a:lnTo>
                    <a:pt x="6457303" y="2829462"/>
                  </a:lnTo>
                  <a:lnTo>
                    <a:pt x="6498720" y="2869286"/>
                  </a:lnTo>
                  <a:lnTo>
                    <a:pt x="6515891" y="2884695"/>
                  </a:lnTo>
                  <a:lnTo>
                    <a:pt x="6563546" y="2923981"/>
                  </a:lnTo>
                  <a:lnTo>
                    <a:pt x="6612880" y="2959213"/>
                  </a:lnTo>
                  <a:lnTo>
                    <a:pt x="6664707" y="2990612"/>
                  </a:lnTo>
                  <a:lnTo>
                    <a:pt x="6719935" y="3018545"/>
                  </a:lnTo>
                  <a:lnTo>
                    <a:pt x="6779482" y="3043419"/>
                  </a:lnTo>
                  <a:lnTo>
                    <a:pt x="6844196" y="3065622"/>
                  </a:lnTo>
                  <a:lnTo>
                    <a:pt x="6914740" y="3085492"/>
                  </a:lnTo>
                  <a:lnTo>
                    <a:pt x="6991454" y="3103293"/>
                  </a:lnTo>
                  <a:lnTo>
                    <a:pt x="7074159" y="3119216"/>
                  </a:lnTo>
                  <a:lnTo>
                    <a:pt x="7161937" y="3133369"/>
                  </a:lnTo>
                  <a:lnTo>
                    <a:pt x="7252925" y="3145788"/>
                  </a:lnTo>
                  <a:lnTo>
                    <a:pt x="7344203" y="3156455"/>
                  </a:lnTo>
                  <a:lnTo>
                    <a:pt x="7431897" y="3165326"/>
                  </a:lnTo>
                  <a:lnTo>
                    <a:pt x="7511597" y="3172376"/>
                  </a:lnTo>
                  <a:lnTo>
                    <a:pt x="7579085" y="3177643"/>
                  </a:lnTo>
                  <a:lnTo>
                    <a:pt x="7631247" y="3181262"/>
                  </a:lnTo>
                  <a:lnTo>
                    <a:pt x="7666859" y="3183470"/>
                  </a:lnTo>
                  <a:lnTo>
                    <a:pt x="7687004" y="3184593"/>
                  </a:lnTo>
                  <a:lnTo>
                    <a:pt x="7695030" y="3184996"/>
                  </a:lnTo>
                  <a:lnTo>
                    <a:pt x="7696237" y="3185052"/>
                  </a:lnTo>
                  <a:lnTo>
                    <a:pt x="8234974" y="3185052"/>
                  </a:lnTo>
                  <a:lnTo>
                    <a:pt x="8234974" y="3179607"/>
                  </a:lnTo>
                  <a:lnTo>
                    <a:pt x="7696237" y="3179607"/>
                  </a:lnTo>
                  <a:lnTo>
                    <a:pt x="7694993" y="3179550"/>
                  </a:lnTo>
                  <a:lnTo>
                    <a:pt x="7686868" y="3179141"/>
                  </a:lnTo>
                  <a:lnTo>
                    <a:pt x="7666579" y="3178009"/>
                  </a:lnTo>
                  <a:lnTo>
                    <a:pt x="7630801" y="3175788"/>
                  </a:lnTo>
                  <a:lnTo>
                    <a:pt x="7578473" y="3172154"/>
                  </a:lnTo>
                  <a:lnTo>
                    <a:pt x="7510842" y="3166869"/>
                  </a:lnTo>
                  <a:lnTo>
                    <a:pt x="7431039" y="3159800"/>
                  </a:lnTo>
                  <a:lnTo>
                    <a:pt x="7343287" y="3150911"/>
                  </a:lnTo>
                  <a:lnTo>
                    <a:pt x="7251994" y="3140226"/>
                  </a:lnTo>
                  <a:lnTo>
                    <a:pt x="7161026" y="3127789"/>
                  </a:lnTo>
                  <a:lnTo>
                    <a:pt x="7073291" y="3113619"/>
                  </a:lnTo>
                  <a:lnTo>
                    <a:pt x="6990644" y="3097678"/>
                  </a:lnTo>
                  <a:lnTo>
                    <a:pt x="6913993" y="3079856"/>
                  </a:lnTo>
                  <a:lnTo>
                    <a:pt x="6843510" y="3059964"/>
                  </a:lnTo>
                  <a:lnTo>
                    <a:pt x="6778853" y="3037735"/>
                  </a:lnTo>
                  <a:lnTo>
                    <a:pt x="6719354" y="3012832"/>
                  </a:lnTo>
                  <a:lnTo>
                    <a:pt x="6664166" y="2984866"/>
                  </a:lnTo>
                  <a:lnTo>
                    <a:pt x="6612368" y="2953430"/>
                  </a:lnTo>
                  <a:lnTo>
                    <a:pt x="6563055" y="2918158"/>
                  </a:lnTo>
                  <a:lnTo>
                    <a:pt x="6515891" y="2879251"/>
                  </a:lnTo>
                  <a:lnTo>
                    <a:pt x="6474263" y="2840775"/>
                  </a:lnTo>
                  <a:lnTo>
                    <a:pt x="6433040" y="2798985"/>
                  </a:lnTo>
                  <a:lnTo>
                    <a:pt x="6391896" y="2753819"/>
                  </a:lnTo>
                  <a:lnTo>
                    <a:pt x="6350591" y="2705291"/>
                  </a:lnTo>
                  <a:lnTo>
                    <a:pt x="6308959" y="2653502"/>
                  </a:lnTo>
                  <a:lnTo>
                    <a:pt x="6266901" y="2598649"/>
                  </a:lnTo>
                  <a:lnTo>
                    <a:pt x="6224377" y="2541022"/>
                  </a:lnTo>
                  <a:lnTo>
                    <a:pt x="6181403" y="2481008"/>
                  </a:lnTo>
                  <a:lnTo>
                    <a:pt x="6138038" y="2419081"/>
                  </a:lnTo>
                  <a:lnTo>
                    <a:pt x="6094381" y="2355787"/>
                  </a:lnTo>
                  <a:lnTo>
                    <a:pt x="6050555" y="2291729"/>
                  </a:lnTo>
                  <a:lnTo>
                    <a:pt x="6006700" y="2227540"/>
                  </a:lnTo>
                  <a:lnTo>
                    <a:pt x="5962957" y="2163858"/>
                  </a:lnTo>
                  <a:lnTo>
                    <a:pt x="5919458" y="2101300"/>
                  </a:lnTo>
                  <a:lnTo>
                    <a:pt x="5876314" y="2040438"/>
                  </a:lnTo>
                  <a:lnTo>
                    <a:pt x="5833601" y="1981779"/>
                  </a:lnTo>
                  <a:lnTo>
                    <a:pt x="5791353" y="1925745"/>
                  </a:lnTo>
                  <a:lnTo>
                    <a:pt x="5749554" y="1872669"/>
                  </a:lnTo>
                  <a:lnTo>
                    <a:pt x="5708131" y="1822784"/>
                  </a:lnTo>
                  <a:lnTo>
                    <a:pt x="5666946" y="1776230"/>
                  </a:lnTo>
                  <a:lnTo>
                    <a:pt x="5625789" y="1733057"/>
                  </a:lnTo>
                  <a:lnTo>
                    <a:pt x="5584373" y="1693232"/>
                  </a:lnTo>
                  <a:lnTo>
                    <a:pt x="5567201" y="1677823"/>
                  </a:lnTo>
                  <a:lnTo>
                    <a:pt x="5519546" y="1638537"/>
                  </a:lnTo>
                  <a:lnTo>
                    <a:pt x="5470212" y="1603306"/>
                  </a:lnTo>
                  <a:lnTo>
                    <a:pt x="5418385" y="1571907"/>
                  </a:lnTo>
                  <a:lnTo>
                    <a:pt x="5363157" y="1543974"/>
                  </a:lnTo>
                  <a:lnTo>
                    <a:pt x="5303610" y="1519100"/>
                  </a:lnTo>
                  <a:lnTo>
                    <a:pt x="5238897" y="1496896"/>
                  </a:lnTo>
                  <a:lnTo>
                    <a:pt x="5168353" y="1477027"/>
                  </a:lnTo>
                  <a:lnTo>
                    <a:pt x="5091639" y="1459225"/>
                  </a:lnTo>
                  <a:lnTo>
                    <a:pt x="5008934" y="1443303"/>
                  </a:lnTo>
                  <a:lnTo>
                    <a:pt x="4921155" y="1429150"/>
                  </a:lnTo>
                  <a:lnTo>
                    <a:pt x="4830167" y="1416731"/>
                  </a:lnTo>
                  <a:lnTo>
                    <a:pt x="4738889" y="1406064"/>
                  </a:lnTo>
                  <a:lnTo>
                    <a:pt x="4651195" y="1397193"/>
                  </a:lnTo>
                  <a:lnTo>
                    <a:pt x="4571496" y="1390142"/>
                  </a:lnTo>
                  <a:lnTo>
                    <a:pt x="4504007" y="1384875"/>
                  </a:lnTo>
                  <a:lnTo>
                    <a:pt x="4451845" y="1381257"/>
                  </a:lnTo>
                  <a:lnTo>
                    <a:pt x="4416233" y="1379049"/>
                  </a:lnTo>
                  <a:lnTo>
                    <a:pt x="4396088" y="1377926"/>
                  </a:lnTo>
                  <a:lnTo>
                    <a:pt x="4388062" y="1377522"/>
                  </a:lnTo>
                  <a:lnTo>
                    <a:pt x="4386855" y="1377467"/>
                  </a:lnTo>
                  <a:lnTo>
                    <a:pt x="3848118" y="1377467"/>
                  </a:lnTo>
                  <a:lnTo>
                    <a:pt x="3846851" y="1377422"/>
                  </a:lnTo>
                  <a:lnTo>
                    <a:pt x="3838575" y="1377103"/>
                  </a:lnTo>
                  <a:lnTo>
                    <a:pt x="3817924" y="1376221"/>
                  </a:lnTo>
                  <a:lnTo>
                    <a:pt x="3781544" y="1374490"/>
                  </a:lnTo>
                  <a:lnTo>
                    <a:pt x="3728407" y="1371660"/>
                  </a:lnTo>
                  <a:lnTo>
                    <a:pt x="3659848" y="1367548"/>
                  </a:lnTo>
                  <a:lnTo>
                    <a:pt x="3579112" y="1362051"/>
                  </a:lnTo>
                  <a:lnTo>
                    <a:pt x="3490527" y="1355146"/>
                  </a:lnTo>
                  <a:lnTo>
                    <a:pt x="3398575" y="1346852"/>
                  </a:lnTo>
                  <a:lnTo>
                    <a:pt x="3307149" y="1337204"/>
                  </a:lnTo>
                  <a:lnTo>
                    <a:pt x="3219150" y="1326212"/>
                  </a:lnTo>
                  <a:lnTo>
                    <a:pt x="3136397" y="1313846"/>
                  </a:lnTo>
                  <a:lnTo>
                    <a:pt x="3059754" y="1300015"/>
                  </a:lnTo>
                  <a:lnTo>
                    <a:pt x="2989347" y="1284566"/>
                  </a:lnTo>
                  <a:lnTo>
                    <a:pt x="2924790" y="1267286"/>
                  </a:lnTo>
                  <a:lnTo>
                    <a:pt x="2865380" y="1247909"/>
                  </a:lnTo>
                  <a:lnTo>
                    <a:pt x="2810243" y="1226127"/>
                  </a:lnTo>
                  <a:lnTo>
                    <a:pt x="2758437" y="1201626"/>
                  </a:lnTo>
                  <a:lnTo>
                    <a:pt x="2709047" y="1174127"/>
                  </a:lnTo>
                  <a:lnTo>
                    <a:pt x="2667772" y="1147889"/>
                  </a:lnTo>
                  <a:lnTo>
                    <a:pt x="2622970" y="1116119"/>
                  </a:lnTo>
                  <a:lnTo>
                    <a:pt x="2578606" y="1081406"/>
                  </a:lnTo>
                  <a:lnTo>
                    <a:pt x="2534286" y="1043699"/>
                  </a:lnTo>
                  <a:lnTo>
                    <a:pt x="2489730" y="1003028"/>
                  </a:lnTo>
                  <a:lnTo>
                    <a:pt x="2444751" y="959512"/>
                  </a:lnTo>
                  <a:lnTo>
                    <a:pt x="2399255" y="913371"/>
                  </a:lnTo>
                  <a:lnTo>
                    <a:pt x="2353220" y="864920"/>
                  </a:lnTo>
                  <a:lnTo>
                    <a:pt x="2306694" y="814572"/>
                  </a:lnTo>
                  <a:lnTo>
                    <a:pt x="2259782" y="762819"/>
                  </a:lnTo>
                  <a:lnTo>
                    <a:pt x="2212628" y="710221"/>
                  </a:lnTo>
                  <a:lnTo>
                    <a:pt x="2165401" y="657375"/>
                  </a:lnTo>
                  <a:lnTo>
                    <a:pt x="2118280" y="604891"/>
                  </a:lnTo>
                  <a:lnTo>
                    <a:pt x="2071430" y="553360"/>
                  </a:lnTo>
                  <a:lnTo>
                    <a:pt x="2024990" y="503331"/>
                  </a:lnTo>
                  <a:lnTo>
                    <a:pt x="1979054" y="455284"/>
                  </a:lnTo>
                  <a:lnTo>
                    <a:pt x="1933658" y="409612"/>
                  </a:lnTo>
                  <a:lnTo>
                    <a:pt x="1888768" y="366614"/>
                  </a:lnTo>
                  <a:lnTo>
                    <a:pt x="1844272" y="326491"/>
                  </a:lnTo>
                  <a:lnTo>
                    <a:pt x="1799969" y="289344"/>
                  </a:lnTo>
                  <a:lnTo>
                    <a:pt x="1755557" y="255188"/>
                  </a:lnTo>
                  <a:lnTo>
                    <a:pt x="1719082" y="229577"/>
                  </a:lnTo>
                  <a:lnTo>
                    <a:pt x="1671117" y="199366"/>
                  </a:lnTo>
                  <a:lnTo>
                    <a:pt x="1621445" y="172293"/>
                  </a:lnTo>
                  <a:lnTo>
                    <a:pt x="1569237" y="148184"/>
                  </a:lnTo>
                  <a:lnTo>
                    <a:pt x="1513566" y="126753"/>
                  </a:lnTo>
                  <a:lnTo>
                    <a:pt x="1453497" y="107682"/>
                  </a:lnTo>
                  <a:lnTo>
                    <a:pt x="1388171" y="90669"/>
                  </a:lnTo>
                  <a:lnTo>
                    <a:pt x="1316918" y="75454"/>
                  </a:lnTo>
                  <a:lnTo>
                    <a:pt x="1239412" y="61832"/>
                  </a:lnTo>
                  <a:lnTo>
                    <a:pt x="1155866" y="49660"/>
                  </a:lnTo>
                  <a:lnTo>
                    <a:pt x="1067263" y="38854"/>
                  </a:lnTo>
                  <a:lnTo>
                    <a:pt x="975568" y="29391"/>
                  </a:lnTo>
                  <a:lnTo>
                    <a:pt x="883829" y="21286"/>
                  </a:lnTo>
                  <a:lnTo>
                    <a:pt x="796053" y="14574"/>
                  </a:lnTo>
                  <a:lnTo>
                    <a:pt x="716752" y="9271"/>
                  </a:lnTo>
                  <a:lnTo>
                    <a:pt x="650160" y="5343"/>
                  </a:lnTo>
                  <a:lnTo>
                    <a:pt x="599303" y="2677"/>
                  </a:lnTo>
                  <a:lnTo>
                    <a:pt x="565204" y="1079"/>
                  </a:lnTo>
                  <a:lnTo>
                    <a:pt x="546507" y="292"/>
                  </a:lnTo>
                  <a:lnTo>
                    <a:pt x="539556" y="2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04" name="pl804"/>
            <p:cNvSpPr/>
            <p:nvPr/>
          </p:nvSpPr>
          <p:spPr>
            <a:xfrm>
              <a:off x="546595" y="1817585"/>
              <a:ext cx="8234974" cy="3179607"/>
            </a:xfrm>
            <a:custGeom>
              <a:avLst/>
              <a:pathLst>
                <a:path w="8234974" h="3179607">
                  <a:moveTo>
                    <a:pt x="0" y="0"/>
                  </a:moveTo>
                  <a:lnTo>
                    <a:pt x="538736" y="0"/>
                  </a:lnTo>
                  <a:lnTo>
                    <a:pt x="540004" y="44"/>
                  </a:lnTo>
                  <a:lnTo>
                    <a:pt x="548280" y="363"/>
                  </a:lnTo>
                  <a:lnTo>
                    <a:pt x="568930" y="1245"/>
                  </a:lnTo>
                  <a:lnTo>
                    <a:pt x="605311" y="2976"/>
                  </a:lnTo>
                  <a:lnTo>
                    <a:pt x="658447" y="5806"/>
                  </a:lnTo>
                  <a:lnTo>
                    <a:pt x="727006" y="9919"/>
                  </a:lnTo>
                  <a:lnTo>
                    <a:pt x="807742" y="15415"/>
                  </a:lnTo>
                  <a:lnTo>
                    <a:pt x="896327" y="22320"/>
                  </a:lnTo>
                  <a:lnTo>
                    <a:pt x="988280" y="30614"/>
                  </a:lnTo>
                  <a:lnTo>
                    <a:pt x="1079705" y="40263"/>
                  </a:lnTo>
                  <a:lnTo>
                    <a:pt x="1167704" y="51254"/>
                  </a:lnTo>
                  <a:lnTo>
                    <a:pt x="1250457" y="63620"/>
                  </a:lnTo>
                  <a:lnTo>
                    <a:pt x="1327100" y="77451"/>
                  </a:lnTo>
                  <a:lnTo>
                    <a:pt x="1397508" y="92900"/>
                  </a:lnTo>
                  <a:lnTo>
                    <a:pt x="1462065" y="110180"/>
                  </a:lnTo>
                  <a:lnTo>
                    <a:pt x="1521475" y="129558"/>
                  </a:lnTo>
                  <a:lnTo>
                    <a:pt x="1576612" y="151339"/>
                  </a:lnTo>
                  <a:lnTo>
                    <a:pt x="1628417" y="175841"/>
                  </a:lnTo>
                  <a:lnTo>
                    <a:pt x="1677808" y="203339"/>
                  </a:lnTo>
                  <a:lnTo>
                    <a:pt x="1719082" y="229577"/>
                  </a:lnTo>
                  <a:lnTo>
                    <a:pt x="1763884" y="261347"/>
                  </a:lnTo>
                  <a:lnTo>
                    <a:pt x="1808249" y="296060"/>
                  </a:lnTo>
                  <a:lnTo>
                    <a:pt x="1852568" y="333767"/>
                  </a:lnTo>
                  <a:lnTo>
                    <a:pt x="1897125" y="374438"/>
                  </a:lnTo>
                  <a:lnTo>
                    <a:pt x="1942103" y="417954"/>
                  </a:lnTo>
                  <a:lnTo>
                    <a:pt x="1987600" y="464095"/>
                  </a:lnTo>
                  <a:lnTo>
                    <a:pt x="2033635" y="512546"/>
                  </a:lnTo>
                  <a:lnTo>
                    <a:pt x="2080160" y="562895"/>
                  </a:lnTo>
                  <a:lnTo>
                    <a:pt x="2127072" y="614647"/>
                  </a:lnTo>
                  <a:lnTo>
                    <a:pt x="2174227" y="667245"/>
                  </a:lnTo>
                  <a:lnTo>
                    <a:pt x="2221453" y="720091"/>
                  </a:lnTo>
                  <a:lnTo>
                    <a:pt x="2268575" y="772575"/>
                  </a:lnTo>
                  <a:lnTo>
                    <a:pt x="2315425" y="824106"/>
                  </a:lnTo>
                  <a:lnTo>
                    <a:pt x="2361865" y="874135"/>
                  </a:lnTo>
                  <a:lnTo>
                    <a:pt x="2407801" y="922183"/>
                  </a:lnTo>
                  <a:lnTo>
                    <a:pt x="2453197" y="967854"/>
                  </a:lnTo>
                  <a:lnTo>
                    <a:pt x="2498087" y="1010852"/>
                  </a:lnTo>
                  <a:lnTo>
                    <a:pt x="2542582" y="1050975"/>
                  </a:lnTo>
                  <a:lnTo>
                    <a:pt x="2586886" y="1088122"/>
                  </a:lnTo>
                  <a:lnTo>
                    <a:pt x="2631298" y="1122279"/>
                  </a:lnTo>
                  <a:lnTo>
                    <a:pt x="2667772" y="1147889"/>
                  </a:lnTo>
                  <a:lnTo>
                    <a:pt x="2715738" y="1178100"/>
                  </a:lnTo>
                  <a:lnTo>
                    <a:pt x="2765409" y="1205173"/>
                  </a:lnTo>
                  <a:lnTo>
                    <a:pt x="2817618" y="1229282"/>
                  </a:lnTo>
                  <a:lnTo>
                    <a:pt x="2873288" y="1250713"/>
                  </a:lnTo>
                  <a:lnTo>
                    <a:pt x="2933357" y="1269784"/>
                  </a:lnTo>
                  <a:lnTo>
                    <a:pt x="2998684" y="1286797"/>
                  </a:lnTo>
                  <a:lnTo>
                    <a:pt x="3069937" y="1302012"/>
                  </a:lnTo>
                  <a:lnTo>
                    <a:pt x="3147443" y="1315634"/>
                  </a:lnTo>
                  <a:lnTo>
                    <a:pt x="3230989" y="1327807"/>
                  </a:lnTo>
                  <a:lnTo>
                    <a:pt x="3319592" y="1338612"/>
                  </a:lnTo>
                  <a:lnTo>
                    <a:pt x="3411287" y="1348076"/>
                  </a:lnTo>
                  <a:lnTo>
                    <a:pt x="3503025" y="1356180"/>
                  </a:lnTo>
                  <a:lnTo>
                    <a:pt x="3590801" y="1362892"/>
                  </a:lnTo>
                  <a:lnTo>
                    <a:pt x="3670103" y="1368195"/>
                  </a:lnTo>
                  <a:lnTo>
                    <a:pt x="3736695" y="1372123"/>
                  </a:lnTo>
                  <a:lnTo>
                    <a:pt x="3787552" y="1374789"/>
                  </a:lnTo>
                  <a:lnTo>
                    <a:pt x="3821650" y="1376387"/>
                  </a:lnTo>
                  <a:lnTo>
                    <a:pt x="3840348" y="1377174"/>
                  </a:lnTo>
                  <a:lnTo>
                    <a:pt x="3847299" y="1377438"/>
                  </a:lnTo>
                  <a:lnTo>
                    <a:pt x="3848118" y="1377467"/>
                  </a:lnTo>
                  <a:lnTo>
                    <a:pt x="4386855" y="1377467"/>
                  </a:lnTo>
                  <a:lnTo>
                    <a:pt x="4388099" y="1377524"/>
                  </a:lnTo>
                  <a:lnTo>
                    <a:pt x="4396225" y="1377933"/>
                  </a:lnTo>
                  <a:lnTo>
                    <a:pt x="4416513" y="1379065"/>
                  </a:lnTo>
                  <a:lnTo>
                    <a:pt x="4452292" y="1381286"/>
                  </a:lnTo>
                  <a:lnTo>
                    <a:pt x="4504619" y="1384920"/>
                  </a:lnTo>
                  <a:lnTo>
                    <a:pt x="4572250" y="1390205"/>
                  </a:lnTo>
                  <a:lnTo>
                    <a:pt x="4652053" y="1397274"/>
                  </a:lnTo>
                  <a:lnTo>
                    <a:pt x="4739805" y="1406163"/>
                  </a:lnTo>
                  <a:lnTo>
                    <a:pt x="4831098" y="1416848"/>
                  </a:lnTo>
                  <a:lnTo>
                    <a:pt x="4922067" y="1429285"/>
                  </a:lnTo>
                  <a:lnTo>
                    <a:pt x="5009801" y="1443455"/>
                  </a:lnTo>
                  <a:lnTo>
                    <a:pt x="5092449" y="1459396"/>
                  </a:lnTo>
                  <a:lnTo>
                    <a:pt x="5169100" y="1477218"/>
                  </a:lnTo>
                  <a:lnTo>
                    <a:pt x="5239583" y="1497110"/>
                  </a:lnTo>
                  <a:lnTo>
                    <a:pt x="5304239" y="1519339"/>
                  </a:lnTo>
                  <a:lnTo>
                    <a:pt x="5363738" y="1544242"/>
                  </a:lnTo>
                  <a:lnTo>
                    <a:pt x="5418927" y="1572208"/>
                  </a:lnTo>
                  <a:lnTo>
                    <a:pt x="5470724" y="1603644"/>
                  </a:lnTo>
                  <a:lnTo>
                    <a:pt x="5520038" y="1638916"/>
                  </a:lnTo>
                  <a:lnTo>
                    <a:pt x="5567201" y="1677823"/>
                  </a:lnTo>
                  <a:lnTo>
                    <a:pt x="5608829" y="1716299"/>
                  </a:lnTo>
                  <a:lnTo>
                    <a:pt x="5650053" y="1758089"/>
                  </a:lnTo>
                  <a:lnTo>
                    <a:pt x="5691197" y="1803255"/>
                  </a:lnTo>
                  <a:lnTo>
                    <a:pt x="5732501" y="1851783"/>
                  </a:lnTo>
                  <a:lnTo>
                    <a:pt x="5774133" y="1903572"/>
                  </a:lnTo>
                  <a:lnTo>
                    <a:pt x="5816192" y="1958425"/>
                  </a:lnTo>
                  <a:lnTo>
                    <a:pt x="5858715" y="2016052"/>
                  </a:lnTo>
                  <a:lnTo>
                    <a:pt x="5901690" y="2076066"/>
                  </a:lnTo>
                  <a:lnTo>
                    <a:pt x="5945054" y="2137993"/>
                  </a:lnTo>
                  <a:lnTo>
                    <a:pt x="5988712" y="2201287"/>
                  </a:lnTo>
                  <a:lnTo>
                    <a:pt x="6032538" y="2265345"/>
                  </a:lnTo>
                  <a:lnTo>
                    <a:pt x="6076393" y="2329534"/>
                  </a:lnTo>
                  <a:lnTo>
                    <a:pt x="6120136" y="2393216"/>
                  </a:lnTo>
                  <a:lnTo>
                    <a:pt x="6163634" y="2455775"/>
                  </a:lnTo>
                  <a:lnTo>
                    <a:pt x="6206779" y="2516636"/>
                  </a:lnTo>
                  <a:lnTo>
                    <a:pt x="6249492" y="2575296"/>
                  </a:lnTo>
                  <a:lnTo>
                    <a:pt x="6291740" y="2631329"/>
                  </a:lnTo>
                  <a:lnTo>
                    <a:pt x="6333538" y="2684406"/>
                  </a:lnTo>
                  <a:lnTo>
                    <a:pt x="6374961" y="2734290"/>
                  </a:lnTo>
                  <a:lnTo>
                    <a:pt x="6416147" y="2780844"/>
                  </a:lnTo>
                  <a:lnTo>
                    <a:pt x="6457303" y="2824017"/>
                  </a:lnTo>
                  <a:lnTo>
                    <a:pt x="6498720" y="2863842"/>
                  </a:lnTo>
                  <a:lnTo>
                    <a:pt x="6515891" y="2879251"/>
                  </a:lnTo>
                  <a:lnTo>
                    <a:pt x="6563546" y="2918537"/>
                  </a:lnTo>
                  <a:lnTo>
                    <a:pt x="6612880" y="2953768"/>
                  </a:lnTo>
                  <a:lnTo>
                    <a:pt x="6664707" y="2985167"/>
                  </a:lnTo>
                  <a:lnTo>
                    <a:pt x="6719935" y="3013100"/>
                  </a:lnTo>
                  <a:lnTo>
                    <a:pt x="6779482" y="3037974"/>
                  </a:lnTo>
                  <a:lnTo>
                    <a:pt x="6844196" y="3060178"/>
                  </a:lnTo>
                  <a:lnTo>
                    <a:pt x="6914740" y="3080047"/>
                  </a:lnTo>
                  <a:lnTo>
                    <a:pt x="6991454" y="3097849"/>
                  </a:lnTo>
                  <a:lnTo>
                    <a:pt x="7074159" y="3113771"/>
                  </a:lnTo>
                  <a:lnTo>
                    <a:pt x="7161937" y="3127924"/>
                  </a:lnTo>
                  <a:lnTo>
                    <a:pt x="7252925" y="3140343"/>
                  </a:lnTo>
                  <a:lnTo>
                    <a:pt x="7344203" y="3151010"/>
                  </a:lnTo>
                  <a:lnTo>
                    <a:pt x="7431897" y="3159881"/>
                  </a:lnTo>
                  <a:lnTo>
                    <a:pt x="7511597" y="3166932"/>
                  </a:lnTo>
                  <a:lnTo>
                    <a:pt x="7579085" y="3172199"/>
                  </a:lnTo>
                  <a:lnTo>
                    <a:pt x="7631247" y="3175817"/>
                  </a:lnTo>
                  <a:lnTo>
                    <a:pt x="7666859" y="3178026"/>
                  </a:lnTo>
                  <a:lnTo>
                    <a:pt x="7687004" y="3179148"/>
                  </a:lnTo>
                  <a:lnTo>
                    <a:pt x="7695030" y="3179552"/>
                  </a:lnTo>
                  <a:lnTo>
                    <a:pt x="7696237" y="3179607"/>
                  </a:lnTo>
                  <a:lnTo>
                    <a:pt x="8234974" y="3179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5" name="pl805"/>
            <p:cNvSpPr/>
            <p:nvPr/>
          </p:nvSpPr>
          <p:spPr>
            <a:xfrm>
              <a:off x="546595" y="1812141"/>
              <a:ext cx="8234974" cy="3179607"/>
            </a:xfrm>
            <a:custGeom>
              <a:avLst/>
              <a:pathLst>
                <a:path w="8234974" h="3179607">
                  <a:moveTo>
                    <a:pt x="8234974" y="3179607"/>
                  </a:moveTo>
                  <a:lnTo>
                    <a:pt x="7696237" y="3179607"/>
                  </a:lnTo>
                  <a:lnTo>
                    <a:pt x="7694993" y="3179550"/>
                  </a:lnTo>
                  <a:lnTo>
                    <a:pt x="7686868" y="3179141"/>
                  </a:lnTo>
                  <a:lnTo>
                    <a:pt x="7666579" y="3178009"/>
                  </a:lnTo>
                  <a:lnTo>
                    <a:pt x="7630801" y="3175788"/>
                  </a:lnTo>
                  <a:lnTo>
                    <a:pt x="7578473" y="3172154"/>
                  </a:lnTo>
                  <a:lnTo>
                    <a:pt x="7510842" y="3166869"/>
                  </a:lnTo>
                  <a:lnTo>
                    <a:pt x="7431039" y="3159800"/>
                  </a:lnTo>
                  <a:lnTo>
                    <a:pt x="7343287" y="3150911"/>
                  </a:lnTo>
                  <a:lnTo>
                    <a:pt x="7251994" y="3140226"/>
                  </a:lnTo>
                  <a:lnTo>
                    <a:pt x="7161026" y="3127789"/>
                  </a:lnTo>
                  <a:lnTo>
                    <a:pt x="7073291" y="3113619"/>
                  </a:lnTo>
                  <a:lnTo>
                    <a:pt x="6990644" y="3097678"/>
                  </a:lnTo>
                  <a:lnTo>
                    <a:pt x="6913993" y="3079856"/>
                  </a:lnTo>
                  <a:lnTo>
                    <a:pt x="6843510" y="3059964"/>
                  </a:lnTo>
                  <a:lnTo>
                    <a:pt x="6778853" y="3037735"/>
                  </a:lnTo>
                  <a:lnTo>
                    <a:pt x="6719354" y="3012832"/>
                  </a:lnTo>
                  <a:lnTo>
                    <a:pt x="6664166" y="2984866"/>
                  </a:lnTo>
                  <a:lnTo>
                    <a:pt x="6612368" y="2953430"/>
                  </a:lnTo>
                  <a:lnTo>
                    <a:pt x="6563055" y="2918158"/>
                  </a:lnTo>
                  <a:lnTo>
                    <a:pt x="6515891" y="2879251"/>
                  </a:lnTo>
                  <a:lnTo>
                    <a:pt x="6474263" y="2840775"/>
                  </a:lnTo>
                  <a:lnTo>
                    <a:pt x="6433040" y="2798985"/>
                  </a:lnTo>
                  <a:lnTo>
                    <a:pt x="6391896" y="2753819"/>
                  </a:lnTo>
                  <a:lnTo>
                    <a:pt x="6350591" y="2705291"/>
                  </a:lnTo>
                  <a:lnTo>
                    <a:pt x="6308959" y="2653502"/>
                  </a:lnTo>
                  <a:lnTo>
                    <a:pt x="6266901" y="2598649"/>
                  </a:lnTo>
                  <a:lnTo>
                    <a:pt x="6224377" y="2541022"/>
                  </a:lnTo>
                  <a:lnTo>
                    <a:pt x="6181403" y="2481008"/>
                  </a:lnTo>
                  <a:lnTo>
                    <a:pt x="6138038" y="2419081"/>
                  </a:lnTo>
                  <a:lnTo>
                    <a:pt x="6094381" y="2355787"/>
                  </a:lnTo>
                  <a:lnTo>
                    <a:pt x="6050555" y="2291729"/>
                  </a:lnTo>
                  <a:lnTo>
                    <a:pt x="6006700" y="2227540"/>
                  </a:lnTo>
                  <a:lnTo>
                    <a:pt x="5962957" y="2163858"/>
                  </a:lnTo>
                  <a:lnTo>
                    <a:pt x="5919458" y="2101300"/>
                  </a:lnTo>
                  <a:lnTo>
                    <a:pt x="5876314" y="2040438"/>
                  </a:lnTo>
                  <a:lnTo>
                    <a:pt x="5833601" y="1981779"/>
                  </a:lnTo>
                  <a:lnTo>
                    <a:pt x="5791353" y="1925745"/>
                  </a:lnTo>
                  <a:lnTo>
                    <a:pt x="5749554" y="1872669"/>
                  </a:lnTo>
                  <a:lnTo>
                    <a:pt x="5708131" y="1822784"/>
                  </a:lnTo>
                  <a:lnTo>
                    <a:pt x="5666946" y="1776230"/>
                  </a:lnTo>
                  <a:lnTo>
                    <a:pt x="5625789" y="1733057"/>
                  </a:lnTo>
                  <a:lnTo>
                    <a:pt x="5584373" y="1693232"/>
                  </a:lnTo>
                  <a:lnTo>
                    <a:pt x="5567201" y="1677823"/>
                  </a:lnTo>
                  <a:lnTo>
                    <a:pt x="5519546" y="1638537"/>
                  </a:lnTo>
                  <a:lnTo>
                    <a:pt x="5470212" y="1603306"/>
                  </a:lnTo>
                  <a:lnTo>
                    <a:pt x="5418385" y="1571907"/>
                  </a:lnTo>
                  <a:lnTo>
                    <a:pt x="5363157" y="1543974"/>
                  </a:lnTo>
                  <a:lnTo>
                    <a:pt x="5303610" y="1519100"/>
                  </a:lnTo>
                  <a:lnTo>
                    <a:pt x="5238897" y="1496896"/>
                  </a:lnTo>
                  <a:lnTo>
                    <a:pt x="5168353" y="1477027"/>
                  </a:lnTo>
                  <a:lnTo>
                    <a:pt x="5091639" y="1459225"/>
                  </a:lnTo>
                  <a:lnTo>
                    <a:pt x="5008934" y="1443303"/>
                  </a:lnTo>
                  <a:lnTo>
                    <a:pt x="4921155" y="1429150"/>
                  </a:lnTo>
                  <a:lnTo>
                    <a:pt x="4830167" y="1416731"/>
                  </a:lnTo>
                  <a:lnTo>
                    <a:pt x="4738889" y="1406064"/>
                  </a:lnTo>
                  <a:lnTo>
                    <a:pt x="4651195" y="1397193"/>
                  </a:lnTo>
                  <a:lnTo>
                    <a:pt x="4571496" y="1390142"/>
                  </a:lnTo>
                  <a:lnTo>
                    <a:pt x="4504007" y="1384875"/>
                  </a:lnTo>
                  <a:lnTo>
                    <a:pt x="4451845" y="1381257"/>
                  </a:lnTo>
                  <a:lnTo>
                    <a:pt x="4416233" y="1379049"/>
                  </a:lnTo>
                  <a:lnTo>
                    <a:pt x="4396088" y="1377926"/>
                  </a:lnTo>
                  <a:lnTo>
                    <a:pt x="4388062" y="1377522"/>
                  </a:lnTo>
                  <a:lnTo>
                    <a:pt x="4386855" y="1377467"/>
                  </a:lnTo>
                  <a:lnTo>
                    <a:pt x="3848118" y="1377467"/>
                  </a:lnTo>
                  <a:lnTo>
                    <a:pt x="3846851" y="1377422"/>
                  </a:lnTo>
                  <a:lnTo>
                    <a:pt x="3838575" y="1377103"/>
                  </a:lnTo>
                  <a:lnTo>
                    <a:pt x="3817924" y="1376221"/>
                  </a:lnTo>
                  <a:lnTo>
                    <a:pt x="3781544" y="1374490"/>
                  </a:lnTo>
                  <a:lnTo>
                    <a:pt x="3728407" y="1371660"/>
                  </a:lnTo>
                  <a:lnTo>
                    <a:pt x="3659848" y="1367548"/>
                  </a:lnTo>
                  <a:lnTo>
                    <a:pt x="3579112" y="1362051"/>
                  </a:lnTo>
                  <a:lnTo>
                    <a:pt x="3490527" y="1355146"/>
                  </a:lnTo>
                  <a:lnTo>
                    <a:pt x="3398575" y="1346852"/>
                  </a:lnTo>
                  <a:lnTo>
                    <a:pt x="3307149" y="1337204"/>
                  </a:lnTo>
                  <a:lnTo>
                    <a:pt x="3219150" y="1326212"/>
                  </a:lnTo>
                  <a:lnTo>
                    <a:pt x="3136397" y="1313846"/>
                  </a:lnTo>
                  <a:lnTo>
                    <a:pt x="3059754" y="1300015"/>
                  </a:lnTo>
                  <a:lnTo>
                    <a:pt x="2989347" y="1284566"/>
                  </a:lnTo>
                  <a:lnTo>
                    <a:pt x="2924790" y="1267286"/>
                  </a:lnTo>
                  <a:lnTo>
                    <a:pt x="2865380" y="1247909"/>
                  </a:lnTo>
                  <a:lnTo>
                    <a:pt x="2810243" y="1226127"/>
                  </a:lnTo>
                  <a:lnTo>
                    <a:pt x="2758437" y="1201626"/>
                  </a:lnTo>
                  <a:lnTo>
                    <a:pt x="2709047" y="1174127"/>
                  </a:lnTo>
                  <a:lnTo>
                    <a:pt x="2667772" y="1147889"/>
                  </a:lnTo>
                  <a:lnTo>
                    <a:pt x="2622970" y="1116119"/>
                  </a:lnTo>
                  <a:lnTo>
                    <a:pt x="2578606" y="1081406"/>
                  </a:lnTo>
                  <a:lnTo>
                    <a:pt x="2534286" y="1043699"/>
                  </a:lnTo>
                  <a:lnTo>
                    <a:pt x="2489730" y="1003028"/>
                  </a:lnTo>
                  <a:lnTo>
                    <a:pt x="2444751" y="959512"/>
                  </a:lnTo>
                  <a:lnTo>
                    <a:pt x="2399255" y="913371"/>
                  </a:lnTo>
                  <a:lnTo>
                    <a:pt x="2353220" y="864920"/>
                  </a:lnTo>
                  <a:lnTo>
                    <a:pt x="2306694" y="814572"/>
                  </a:lnTo>
                  <a:lnTo>
                    <a:pt x="2259782" y="762819"/>
                  </a:lnTo>
                  <a:lnTo>
                    <a:pt x="2212628" y="710221"/>
                  </a:lnTo>
                  <a:lnTo>
                    <a:pt x="2165401" y="657375"/>
                  </a:lnTo>
                  <a:lnTo>
                    <a:pt x="2118280" y="604891"/>
                  </a:lnTo>
                  <a:lnTo>
                    <a:pt x="2071430" y="553360"/>
                  </a:lnTo>
                  <a:lnTo>
                    <a:pt x="2024990" y="503331"/>
                  </a:lnTo>
                  <a:lnTo>
                    <a:pt x="1979054" y="455284"/>
                  </a:lnTo>
                  <a:lnTo>
                    <a:pt x="1933658" y="409612"/>
                  </a:lnTo>
                  <a:lnTo>
                    <a:pt x="1888768" y="366614"/>
                  </a:lnTo>
                  <a:lnTo>
                    <a:pt x="1844272" y="326491"/>
                  </a:lnTo>
                  <a:lnTo>
                    <a:pt x="1799969" y="289344"/>
                  </a:lnTo>
                  <a:lnTo>
                    <a:pt x="1755557" y="255188"/>
                  </a:lnTo>
                  <a:lnTo>
                    <a:pt x="1719082" y="229577"/>
                  </a:lnTo>
                  <a:lnTo>
                    <a:pt x="1671117" y="199366"/>
                  </a:lnTo>
                  <a:lnTo>
                    <a:pt x="1621445" y="172293"/>
                  </a:lnTo>
                  <a:lnTo>
                    <a:pt x="1569237" y="148184"/>
                  </a:lnTo>
                  <a:lnTo>
                    <a:pt x="1513566" y="126753"/>
                  </a:lnTo>
                  <a:lnTo>
                    <a:pt x="1453497" y="107682"/>
                  </a:lnTo>
                  <a:lnTo>
                    <a:pt x="1388171" y="90669"/>
                  </a:lnTo>
                  <a:lnTo>
                    <a:pt x="1316918" y="75454"/>
                  </a:lnTo>
                  <a:lnTo>
                    <a:pt x="1239412" y="61832"/>
                  </a:lnTo>
                  <a:lnTo>
                    <a:pt x="1155866" y="49660"/>
                  </a:lnTo>
                  <a:lnTo>
                    <a:pt x="1067263" y="38854"/>
                  </a:lnTo>
                  <a:lnTo>
                    <a:pt x="975568" y="29391"/>
                  </a:lnTo>
                  <a:lnTo>
                    <a:pt x="883829" y="21286"/>
                  </a:lnTo>
                  <a:lnTo>
                    <a:pt x="796053" y="14574"/>
                  </a:lnTo>
                  <a:lnTo>
                    <a:pt x="716752" y="9271"/>
                  </a:lnTo>
                  <a:lnTo>
                    <a:pt x="650160" y="5343"/>
                  </a:lnTo>
                  <a:lnTo>
                    <a:pt x="599303" y="2677"/>
                  </a:lnTo>
                  <a:lnTo>
                    <a:pt x="565204" y="1079"/>
                  </a:lnTo>
                  <a:lnTo>
                    <a:pt x="546507" y="292"/>
                  </a:lnTo>
                  <a:lnTo>
                    <a:pt x="539556" y="2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6" name="pg806"/>
            <p:cNvSpPr/>
            <p:nvPr/>
          </p:nvSpPr>
          <p:spPr>
            <a:xfrm>
              <a:off x="546595" y="1817585"/>
              <a:ext cx="8234974" cy="3707727"/>
            </a:xfrm>
            <a:custGeom>
              <a:avLst/>
              <a:pathLst>
                <a:path w="8234974" h="3707727">
                  <a:moveTo>
                    <a:pt x="0" y="5444"/>
                  </a:moveTo>
                  <a:lnTo>
                    <a:pt x="538736" y="5444"/>
                  </a:lnTo>
                  <a:lnTo>
                    <a:pt x="540003" y="5489"/>
                  </a:lnTo>
                  <a:lnTo>
                    <a:pt x="548272" y="5813"/>
                  </a:lnTo>
                  <a:lnTo>
                    <a:pt x="568906" y="6708"/>
                  </a:lnTo>
                  <a:lnTo>
                    <a:pt x="605259" y="8465"/>
                  </a:lnTo>
                  <a:lnTo>
                    <a:pt x="658358" y="11337"/>
                  </a:lnTo>
                  <a:lnTo>
                    <a:pt x="726875" y="15511"/>
                  </a:lnTo>
                  <a:lnTo>
                    <a:pt x="807569" y="21090"/>
                  </a:lnTo>
                  <a:lnTo>
                    <a:pt x="896116" y="28100"/>
                  </a:lnTo>
                  <a:lnTo>
                    <a:pt x="988039" y="36519"/>
                  </a:lnTo>
                  <a:lnTo>
                    <a:pt x="1079444" y="46313"/>
                  </a:lnTo>
                  <a:lnTo>
                    <a:pt x="1167431" y="57471"/>
                  </a:lnTo>
                  <a:lnTo>
                    <a:pt x="1250179" y="70024"/>
                  </a:lnTo>
                  <a:lnTo>
                    <a:pt x="1326823" y="84064"/>
                  </a:lnTo>
                  <a:lnTo>
                    <a:pt x="1397234" y="99746"/>
                  </a:lnTo>
                  <a:lnTo>
                    <a:pt x="1461796" y="117286"/>
                  </a:lnTo>
                  <a:lnTo>
                    <a:pt x="1521209" y="136954"/>
                  </a:lnTo>
                  <a:lnTo>
                    <a:pt x="1576349" y="159061"/>
                  </a:lnTo>
                  <a:lnTo>
                    <a:pt x="1628154" y="183927"/>
                  </a:lnTo>
                  <a:lnTo>
                    <a:pt x="1677540" y="211836"/>
                  </a:lnTo>
                  <a:lnTo>
                    <a:pt x="1719082" y="238652"/>
                  </a:lnTo>
                  <a:lnTo>
                    <a:pt x="1763715" y="270795"/>
                  </a:lnTo>
                  <a:lnTo>
                    <a:pt x="1807910" y="305905"/>
                  </a:lnTo>
                  <a:lnTo>
                    <a:pt x="1852060" y="344033"/>
                  </a:lnTo>
                  <a:lnTo>
                    <a:pt x="1896442" y="385150"/>
                  </a:lnTo>
                  <a:lnTo>
                    <a:pt x="1941240" y="429137"/>
                  </a:lnTo>
                  <a:lnTo>
                    <a:pt x="1986552" y="475776"/>
                  </a:lnTo>
                  <a:lnTo>
                    <a:pt x="2032398" y="524752"/>
                  </a:lnTo>
                  <a:lnTo>
                    <a:pt x="2078733" y="575653"/>
                  </a:lnTo>
                  <a:lnTo>
                    <a:pt x="2125456" y="627985"/>
                  </a:lnTo>
                  <a:lnTo>
                    <a:pt x="2172424" y="681190"/>
                  </a:lnTo>
                  <a:lnTo>
                    <a:pt x="2219471" y="734669"/>
                  </a:lnTo>
                  <a:lnTo>
                    <a:pt x="2266421" y="787809"/>
                  </a:lnTo>
                  <a:lnTo>
                    <a:pt x="2313108" y="840014"/>
                  </a:lnTo>
                  <a:lnTo>
                    <a:pt x="2359395" y="890731"/>
                  </a:lnTo>
                  <a:lnTo>
                    <a:pt x="2405185" y="939474"/>
                  </a:lnTo>
                  <a:lnTo>
                    <a:pt x="2450440" y="985843"/>
                  </a:lnTo>
                  <a:lnTo>
                    <a:pt x="2495187" y="1029531"/>
                  </a:lnTo>
                  <a:lnTo>
                    <a:pt x="2539534" y="1070331"/>
                  </a:lnTo>
                  <a:lnTo>
                    <a:pt x="2583673" y="1108136"/>
                  </a:lnTo>
                  <a:lnTo>
                    <a:pt x="2627895" y="1142924"/>
                  </a:lnTo>
                  <a:lnTo>
                    <a:pt x="2667772" y="1171482"/>
                  </a:lnTo>
                  <a:lnTo>
                    <a:pt x="2715724" y="1202162"/>
                  </a:lnTo>
                  <a:lnTo>
                    <a:pt x="2765380" y="1229656"/>
                  </a:lnTo>
                  <a:lnTo>
                    <a:pt x="2817571" y="1254141"/>
                  </a:lnTo>
                  <a:lnTo>
                    <a:pt x="2873221" y="1275908"/>
                  </a:lnTo>
                  <a:lnTo>
                    <a:pt x="2933267" y="1295278"/>
                  </a:lnTo>
                  <a:lnTo>
                    <a:pt x="2998565" y="1312558"/>
                  </a:lnTo>
                  <a:lnTo>
                    <a:pt x="3069786" y="1328012"/>
                  </a:lnTo>
                  <a:lnTo>
                    <a:pt x="3147256" y="1341848"/>
                  </a:lnTo>
                  <a:lnTo>
                    <a:pt x="3230764" y="1354214"/>
                  </a:lnTo>
                  <a:lnTo>
                    <a:pt x="3319329" y="1365191"/>
                  </a:lnTo>
                  <a:lnTo>
                    <a:pt x="3410992" y="1374805"/>
                  </a:lnTo>
                  <a:lnTo>
                    <a:pt x="3502710" y="1383040"/>
                  </a:lnTo>
                  <a:lnTo>
                    <a:pt x="3590483" y="1389861"/>
                  </a:lnTo>
                  <a:lnTo>
                    <a:pt x="3669804" y="1395252"/>
                  </a:lnTo>
                  <a:lnTo>
                    <a:pt x="3736438" y="1399247"/>
                  </a:lnTo>
                  <a:lnTo>
                    <a:pt x="3787355" y="1401959"/>
                  </a:lnTo>
                  <a:lnTo>
                    <a:pt x="3821522" y="1403587"/>
                  </a:lnTo>
                  <a:lnTo>
                    <a:pt x="3840285" y="1404389"/>
                  </a:lnTo>
                  <a:lnTo>
                    <a:pt x="3847283" y="1404660"/>
                  </a:lnTo>
                  <a:lnTo>
                    <a:pt x="3848118" y="1404689"/>
                  </a:lnTo>
                  <a:lnTo>
                    <a:pt x="4386855" y="1404689"/>
                  </a:lnTo>
                  <a:lnTo>
                    <a:pt x="4388065" y="1404760"/>
                  </a:lnTo>
                  <a:lnTo>
                    <a:pt x="4395973" y="1405269"/>
                  </a:lnTo>
                  <a:lnTo>
                    <a:pt x="4415740" y="1406674"/>
                  </a:lnTo>
                  <a:lnTo>
                    <a:pt x="4450646" y="1409433"/>
                  </a:lnTo>
                  <a:lnTo>
                    <a:pt x="4501799" y="1413951"/>
                  </a:lnTo>
                  <a:lnTo>
                    <a:pt x="4568076" y="1420528"/>
                  </a:lnTo>
                  <a:lnTo>
                    <a:pt x="4646508" y="1429336"/>
                  </a:lnTo>
                  <a:lnTo>
                    <a:pt x="4733029" y="1440427"/>
                  </a:lnTo>
                  <a:lnTo>
                    <a:pt x="4823338" y="1453774"/>
                  </a:lnTo>
                  <a:lnTo>
                    <a:pt x="4913615" y="1469322"/>
                  </a:lnTo>
                  <a:lnTo>
                    <a:pt x="5000941" y="1487043"/>
                  </a:lnTo>
                  <a:lnTo>
                    <a:pt x="5083416" y="1506976"/>
                  </a:lnTo>
                  <a:lnTo>
                    <a:pt x="5160065" y="1529247"/>
                  </a:lnTo>
                  <a:lnTo>
                    <a:pt x="5230650" y="1554079"/>
                  </a:lnTo>
                  <a:lnTo>
                    <a:pt x="5295452" y="1581792"/>
                  </a:lnTo>
                  <a:lnTo>
                    <a:pt x="5355086" y="1612794"/>
                  </a:lnTo>
                  <a:lnTo>
                    <a:pt x="5410359" y="1647562"/>
                  </a:lnTo>
                  <a:lnTo>
                    <a:pt x="5462158" y="1686600"/>
                  </a:lnTo>
                  <a:lnTo>
                    <a:pt x="5511374" y="1730380"/>
                  </a:lnTo>
                  <a:lnTo>
                    <a:pt x="5558817" y="1779218"/>
                  </a:lnTo>
                  <a:lnTo>
                    <a:pt x="5567201" y="1788529"/>
                  </a:lnTo>
                  <a:lnTo>
                    <a:pt x="5605559" y="1833660"/>
                  </a:lnTo>
                  <a:lnTo>
                    <a:pt x="5643550" y="1882377"/>
                  </a:lnTo>
                  <a:lnTo>
                    <a:pt x="5681435" y="1934749"/>
                  </a:lnTo>
                  <a:lnTo>
                    <a:pt x="5719416" y="1990778"/>
                  </a:lnTo>
                  <a:lnTo>
                    <a:pt x="5757637" y="2050388"/>
                  </a:lnTo>
                  <a:lnTo>
                    <a:pt x="5796193" y="2113417"/>
                  </a:lnTo>
                  <a:lnTo>
                    <a:pt x="5835134" y="2179618"/>
                  </a:lnTo>
                  <a:lnTo>
                    <a:pt x="5874471" y="2248650"/>
                  </a:lnTo>
                  <a:lnTo>
                    <a:pt x="5914176" y="2320093"/>
                  </a:lnTo>
                  <a:lnTo>
                    <a:pt x="5954191" y="2393447"/>
                  </a:lnTo>
                  <a:lnTo>
                    <a:pt x="5994434" y="2468149"/>
                  </a:lnTo>
                  <a:lnTo>
                    <a:pt x="6034805" y="2543593"/>
                  </a:lnTo>
                  <a:lnTo>
                    <a:pt x="6075195" y="2619143"/>
                  </a:lnTo>
                  <a:lnTo>
                    <a:pt x="6115493" y="2694162"/>
                  </a:lnTo>
                  <a:lnTo>
                    <a:pt x="6155594" y="2768031"/>
                  </a:lnTo>
                  <a:lnTo>
                    <a:pt x="6195410" y="2840170"/>
                  </a:lnTo>
                  <a:lnTo>
                    <a:pt x="6234875" y="2910058"/>
                  </a:lnTo>
                  <a:lnTo>
                    <a:pt x="6273949" y="2977246"/>
                  </a:lnTo>
                  <a:lnTo>
                    <a:pt x="6312630" y="3041365"/>
                  </a:lnTo>
                  <a:lnTo>
                    <a:pt x="6350954" y="3102139"/>
                  </a:lnTo>
                  <a:lnTo>
                    <a:pt x="6389002" y="3159375"/>
                  </a:lnTo>
                  <a:lnTo>
                    <a:pt x="6426899" y="3212971"/>
                  </a:lnTo>
                  <a:lnTo>
                    <a:pt x="6464829" y="3262903"/>
                  </a:lnTo>
                  <a:lnTo>
                    <a:pt x="6503031" y="3309219"/>
                  </a:lnTo>
                  <a:lnTo>
                    <a:pt x="6515891" y="3323888"/>
                  </a:lnTo>
                  <a:lnTo>
                    <a:pt x="6563091" y="3373645"/>
                  </a:lnTo>
                  <a:lnTo>
                    <a:pt x="6611932" y="3418317"/>
                  </a:lnTo>
                  <a:lnTo>
                    <a:pt x="6663203" y="3458175"/>
                  </a:lnTo>
                  <a:lnTo>
                    <a:pt x="6717786" y="3493672"/>
                  </a:lnTo>
                  <a:lnTo>
                    <a:pt x="6776574" y="3525313"/>
                  </a:lnTo>
                  <a:lnTo>
                    <a:pt x="6840395" y="3553585"/>
                  </a:lnTo>
                  <a:lnTo>
                    <a:pt x="6909909" y="3578908"/>
                  </a:lnTo>
                  <a:lnTo>
                    <a:pt x="6985470" y="3601619"/>
                  </a:lnTo>
                  <a:lnTo>
                    <a:pt x="7066946" y="3621960"/>
                  </a:lnTo>
                  <a:lnTo>
                    <a:pt x="7153512" y="3640073"/>
                  </a:lnTo>
                  <a:lnTo>
                    <a:pt x="7243445" y="3656012"/>
                  </a:lnTo>
                  <a:lnTo>
                    <a:pt x="7334007" y="3669757"/>
                  </a:lnTo>
                  <a:lnTo>
                    <a:pt x="7421519" y="3681258"/>
                  </a:lnTo>
                  <a:lnTo>
                    <a:pt x="7501721" y="3690475"/>
                  </a:lnTo>
                  <a:lnTo>
                    <a:pt x="7570442" y="3697443"/>
                  </a:lnTo>
                  <a:lnTo>
                    <a:pt x="7624454" y="3702312"/>
                  </a:lnTo>
                  <a:lnTo>
                    <a:pt x="7662263" y="3705360"/>
                  </a:lnTo>
                  <a:lnTo>
                    <a:pt x="7684565" y="3706975"/>
                  </a:lnTo>
                  <a:lnTo>
                    <a:pt x="7694273" y="3707610"/>
                  </a:lnTo>
                  <a:lnTo>
                    <a:pt x="7696237" y="3707727"/>
                  </a:lnTo>
                  <a:lnTo>
                    <a:pt x="8234974" y="3707727"/>
                  </a:lnTo>
                  <a:lnTo>
                    <a:pt x="8234974" y="3702283"/>
                  </a:lnTo>
                  <a:lnTo>
                    <a:pt x="7696237" y="3702283"/>
                  </a:lnTo>
                  <a:lnTo>
                    <a:pt x="7695027" y="3702212"/>
                  </a:lnTo>
                  <a:lnTo>
                    <a:pt x="7687119" y="3701703"/>
                  </a:lnTo>
                  <a:lnTo>
                    <a:pt x="7667353" y="3700298"/>
                  </a:lnTo>
                  <a:lnTo>
                    <a:pt x="7632446" y="3697539"/>
                  </a:lnTo>
                  <a:lnTo>
                    <a:pt x="7581293" y="3693021"/>
                  </a:lnTo>
                  <a:lnTo>
                    <a:pt x="7515017" y="3686445"/>
                  </a:lnTo>
                  <a:lnTo>
                    <a:pt x="7436584" y="3677636"/>
                  </a:lnTo>
                  <a:lnTo>
                    <a:pt x="7350063" y="3666545"/>
                  </a:lnTo>
                  <a:lnTo>
                    <a:pt x="7259754" y="3653198"/>
                  </a:lnTo>
                  <a:lnTo>
                    <a:pt x="7169477" y="3637650"/>
                  </a:lnTo>
                  <a:lnTo>
                    <a:pt x="7082151" y="3619929"/>
                  </a:lnTo>
                  <a:lnTo>
                    <a:pt x="6999677" y="3599996"/>
                  </a:lnTo>
                  <a:lnTo>
                    <a:pt x="6923027" y="3577725"/>
                  </a:lnTo>
                  <a:lnTo>
                    <a:pt x="6852442" y="3552893"/>
                  </a:lnTo>
                  <a:lnTo>
                    <a:pt x="6787640" y="3525180"/>
                  </a:lnTo>
                  <a:lnTo>
                    <a:pt x="6728006" y="3494178"/>
                  </a:lnTo>
                  <a:lnTo>
                    <a:pt x="6672734" y="3459410"/>
                  </a:lnTo>
                  <a:lnTo>
                    <a:pt x="6620934" y="3420372"/>
                  </a:lnTo>
                  <a:lnTo>
                    <a:pt x="6571719" y="3376592"/>
                  </a:lnTo>
                  <a:lnTo>
                    <a:pt x="6524275" y="3327754"/>
                  </a:lnTo>
                  <a:lnTo>
                    <a:pt x="6515891" y="3318443"/>
                  </a:lnTo>
                  <a:lnTo>
                    <a:pt x="6477533" y="3273312"/>
                  </a:lnTo>
                  <a:lnTo>
                    <a:pt x="6439543" y="3224595"/>
                  </a:lnTo>
                  <a:lnTo>
                    <a:pt x="6401657" y="3172223"/>
                  </a:lnTo>
                  <a:lnTo>
                    <a:pt x="6363676" y="3116194"/>
                  </a:lnTo>
                  <a:lnTo>
                    <a:pt x="6325456" y="3056584"/>
                  </a:lnTo>
                  <a:lnTo>
                    <a:pt x="6286900" y="2993555"/>
                  </a:lnTo>
                  <a:lnTo>
                    <a:pt x="6247958" y="2927355"/>
                  </a:lnTo>
                  <a:lnTo>
                    <a:pt x="6208621" y="2858322"/>
                  </a:lnTo>
                  <a:lnTo>
                    <a:pt x="6168917" y="2786879"/>
                  </a:lnTo>
                  <a:lnTo>
                    <a:pt x="6128902" y="2713525"/>
                  </a:lnTo>
                  <a:lnTo>
                    <a:pt x="6088658" y="2638823"/>
                  </a:lnTo>
                  <a:lnTo>
                    <a:pt x="6048287" y="2563379"/>
                  </a:lnTo>
                  <a:lnTo>
                    <a:pt x="6007897" y="2487829"/>
                  </a:lnTo>
                  <a:lnTo>
                    <a:pt x="5967599" y="2412810"/>
                  </a:lnTo>
                  <a:lnTo>
                    <a:pt x="5927498" y="2338941"/>
                  </a:lnTo>
                  <a:lnTo>
                    <a:pt x="5887682" y="2266802"/>
                  </a:lnTo>
                  <a:lnTo>
                    <a:pt x="5848218" y="2196914"/>
                  </a:lnTo>
                  <a:lnTo>
                    <a:pt x="5809144" y="2129726"/>
                  </a:lnTo>
                  <a:lnTo>
                    <a:pt x="5770462" y="2065607"/>
                  </a:lnTo>
                  <a:lnTo>
                    <a:pt x="5732138" y="2004833"/>
                  </a:lnTo>
                  <a:lnTo>
                    <a:pt x="5694091" y="1947597"/>
                  </a:lnTo>
                  <a:lnTo>
                    <a:pt x="5656193" y="1894001"/>
                  </a:lnTo>
                  <a:lnTo>
                    <a:pt x="5618263" y="1844069"/>
                  </a:lnTo>
                  <a:lnTo>
                    <a:pt x="5580062" y="1797753"/>
                  </a:lnTo>
                  <a:lnTo>
                    <a:pt x="5567201" y="1783084"/>
                  </a:lnTo>
                  <a:lnTo>
                    <a:pt x="5520001" y="1733327"/>
                  </a:lnTo>
                  <a:lnTo>
                    <a:pt x="5471160" y="1688655"/>
                  </a:lnTo>
                  <a:lnTo>
                    <a:pt x="5419889" y="1648797"/>
                  </a:lnTo>
                  <a:lnTo>
                    <a:pt x="5365307" y="1613301"/>
                  </a:lnTo>
                  <a:lnTo>
                    <a:pt x="5306519" y="1581659"/>
                  </a:lnTo>
                  <a:lnTo>
                    <a:pt x="5242697" y="1553387"/>
                  </a:lnTo>
                  <a:lnTo>
                    <a:pt x="5173183" y="1528064"/>
                  </a:lnTo>
                  <a:lnTo>
                    <a:pt x="5097622" y="1505353"/>
                  </a:lnTo>
                  <a:lnTo>
                    <a:pt x="5016146" y="1485012"/>
                  </a:lnTo>
                  <a:lnTo>
                    <a:pt x="4929581" y="1466899"/>
                  </a:lnTo>
                  <a:lnTo>
                    <a:pt x="4839648" y="1450960"/>
                  </a:lnTo>
                  <a:lnTo>
                    <a:pt x="4749086" y="1437215"/>
                  </a:lnTo>
                  <a:lnTo>
                    <a:pt x="4661574" y="1425715"/>
                  </a:lnTo>
                  <a:lnTo>
                    <a:pt x="4581371" y="1416497"/>
                  </a:lnTo>
                  <a:lnTo>
                    <a:pt x="4512650" y="1409529"/>
                  </a:lnTo>
                  <a:lnTo>
                    <a:pt x="4458638" y="1404660"/>
                  </a:lnTo>
                  <a:lnTo>
                    <a:pt x="4420830" y="1401613"/>
                  </a:lnTo>
                  <a:lnTo>
                    <a:pt x="4398527" y="1399997"/>
                  </a:lnTo>
                  <a:lnTo>
                    <a:pt x="4388820" y="1399362"/>
                  </a:lnTo>
                  <a:lnTo>
                    <a:pt x="4386855" y="1399245"/>
                  </a:lnTo>
                  <a:lnTo>
                    <a:pt x="3848118" y="1399245"/>
                  </a:lnTo>
                  <a:lnTo>
                    <a:pt x="3846852" y="1399199"/>
                  </a:lnTo>
                  <a:lnTo>
                    <a:pt x="3838583" y="1398876"/>
                  </a:lnTo>
                  <a:lnTo>
                    <a:pt x="3817949" y="1397981"/>
                  </a:lnTo>
                  <a:lnTo>
                    <a:pt x="3781596" y="1396224"/>
                  </a:lnTo>
                  <a:lnTo>
                    <a:pt x="3728496" y="1393352"/>
                  </a:lnTo>
                  <a:lnTo>
                    <a:pt x="3659979" y="1389177"/>
                  </a:lnTo>
                  <a:lnTo>
                    <a:pt x="3579286" y="1383599"/>
                  </a:lnTo>
                  <a:lnTo>
                    <a:pt x="3490738" y="1376589"/>
                  </a:lnTo>
                  <a:lnTo>
                    <a:pt x="3398816" y="1368170"/>
                  </a:lnTo>
                  <a:lnTo>
                    <a:pt x="3307411" y="1358376"/>
                  </a:lnTo>
                  <a:lnTo>
                    <a:pt x="3219424" y="1347218"/>
                  </a:lnTo>
                  <a:lnTo>
                    <a:pt x="3136675" y="1334665"/>
                  </a:lnTo>
                  <a:lnTo>
                    <a:pt x="3060032" y="1320625"/>
                  </a:lnTo>
                  <a:lnTo>
                    <a:pt x="2989620" y="1304943"/>
                  </a:lnTo>
                  <a:lnTo>
                    <a:pt x="2925059" y="1287403"/>
                  </a:lnTo>
                  <a:lnTo>
                    <a:pt x="2865645" y="1267735"/>
                  </a:lnTo>
                  <a:lnTo>
                    <a:pt x="2810506" y="1245628"/>
                  </a:lnTo>
                  <a:lnTo>
                    <a:pt x="2758701" y="1220761"/>
                  </a:lnTo>
                  <a:lnTo>
                    <a:pt x="2709314" y="1192853"/>
                  </a:lnTo>
                  <a:lnTo>
                    <a:pt x="2667772" y="1166037"/>
                  </a:lnTo>
                  <a:lnTo>
                    <a:pt x="2623140" y="1133894"/>
                  </a:lnTo>
                  <a:lnTo>
                    <a:pt x="2578944" y="1098784"/>
                  </a:lnTo>
                  <a:lnTo>
                    <a:pt x="2534795" y="1060656"/>
                  </a:lnTo>
                  <a:lnTo>
                    <a:pt x="2490413" y="1019539"/>
                  </a:lnTo>
                  <a:lnTo>
                    <a:pt x="2445615" y="975552"/>
                  </a:lnTo>
                  <a:lnTo>
                    <a:pt x="2400303" y="928913"/>
                  </a:lnTo>
                  <a:lnTo>
                    <a:pt x="2354457" y="879937"/>
                  </a:lnTo>
                  <a:lnTo>
                    <a:pt x="2308122" y="829036"/>
                  </a:lnTo>
                  <a:lnTo>
                    <a:pt x="2261399" y="776704"/>
                  </a:lnTo>
                  <a:lnTo>
                    <a:pt x="2214430" y="723498"/>
                  </a:lnTo>
                  <a:lnTo>
                    <a:pt x="2167383" y="670020"/>
                  </a:lnTo>
                  <a:lnTo>
                    <a:pt x="2120434" y="616880"/>
                  </a:lnTo>
                  <a:lnTo>
                    <a:pt x="2073746" y="564675"/>
                  </a:lnTo>
                  <a:lnTo>
                    <a:pt x="2027460" y="513958"/>
                  </a:lnTo>
                  <a:lnTo>
                    <a:pt x="1981670" y="465215"/>
                  </a:lnTo>
                  <a:lnTo>
                    <a:pt x="1936415" y="418846"/>
                  </a:lnTo>
                  <a:lnTo>
                    <a:pt x="1891668" y="375158"/>
                  </a:lnTo>
                  <a:lnTo>
                    <a:pt x="1847321" y="334357"/>
                  </a:lnTo>
                  <a:lnTo>
                    <a:pt x="1803182" y="296553"/>
                  </a:lnTo>
                  <a:lnTo>
                    <a:pt x="1758960" y="261765"/>
                  </a:lnTo>
                  <a:lnTo>
                    <a:pt x="1719082" y="233207"/>
                  </a:lnTo>
                  <a:lnTo>
                    <a:pt x="1671131" y="202527"/>
                  </a:lnTo>
                  <a:lnTo>
                    <a:pt x="1621475" y="175032"/>
                  </a:lnTo>
                  <a:lnTo>
                    <a:pt x="1569284" y="150547"/>
                  </a:lnTo>
                  <a:lnTo>
                    <a:pt x="1513633" y="128781"/>
                  </a:lnTo>
                  <a:lnTo>
                    <a:pt x="1453588" y="109411"/>
                  </a:lnTo>
                  <a:lnTo>
                    <a:pt x="1388290" y="92131"/>
                  </a:lnTo>
                  <a:lnTo>
                    <a:pt x="1317069" y="76677"/>
                  </a:lnTo>
                  <a:lnTo>
                    <a:pt x="1239599" y="62840"/>
                  </a:lnTo>
                  <a:lnTo>
                    <a:pt x="1156091" y="50475"/>
                  </a:lnTo>
                  <a:lnTo>
                    <a:pt x="1067526" y="39498"/>
                  </a:lnTo>
                  <a:lnTo>
                    <a:pt x="975863" y="29884"/>
                  </a:lnTo>
                  <a:lnTo>
                    <a:pt x="884144" y="21649"/>
                  </a:lnTo>
                  <a:lnTo>
                    <a:pt x="796372" y="14827"/>
                  </a:lnTo>
                  <a:lnTo>
                    <a:pt x="717051" y="9437"/>
                  </a:lnTo>
                  <a:lnTo>
                    <a:pt x="650417" y="5442"/>
                  </a:lnTo>
                  <a:lnTo>
                    <a:pt x="599500" y="2730"/>
                  </a:lnTo>
                  <a:lnTo>
                    <a:pt x="565333" y="1102"/>
                  </a:lnTo>
                  <a:lnTo>
                    <a:pt x="546570" y="300"/>
                  </a:lnTo>
                  <a:lnTo>
                    <a:pt x="539571" y="2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07" name="pl807"/>
            <p:cNvSpPr/>
            <p:nvPr/>
          </p:nvSpPr>
          <p:spPr>
            <a:xfrm>
              <a:off x="546595" y="1823030"/>
              <a:ext cx="8234974" cy="3702283"/>
            </a:xfrm>
            <a:custGeom>
              <a:avLst/>
              <a:pathLst>
                <a:path w="8234974" h="3702283">
                  <a:moveTo>
                    <a:pt x="0" y="0"/>
                  </a:moveTo>
                  <a:lnTo>
                    <a:pt x="538736" y="0"/>
                  </a:lnTo>
                  <a:lnTo>
                    <a:pt x="540003" y="45"/>
                  </a:lnTo>
                  <a:lnTo>
                    <a:pt x="548272" y="369"/>
                  </a:lnTo>
                  <a:lnTo>
                    <a:pt x="568906" y="1264"/>
                  </a:lnTo>
                  <a:lnTo>
                    <a:pt x="605259" y="3020"/>
                  </a:lnTo>
                  <a:lnTo>
                    <a:pt x="658358" y="5893"/>
                  </a:lnTo>
                  <a:lnTo>
                    <a:pt x="726875" y="10067"/>
                  </a:lnTo>
                  <a:lnTo>
                    <a:pt x="807569" y="15646"/>
                  </a:lnTo>
                  <a:lnTo>
                    <a:pt x="896116" y="22655"/>
                  </a:lnTo>
                  <a:lnTo>
                    <a:pt x="988039" y="31074"/>
                  </a:lnTo>
                  <a:lnTo>
                    <a:pt x="1079444" y="40869"/>
                  </a:lnTo>
                  <a:lnTo>
                    <a:pt x="1167431" y="52026"/>
                  </a:lnTo>
                  <a:lnTo>
                    <a:pt x="1250179" y="64580"/>
                  </a:lnTo>
                  <a:lnTo>
                    <a:pt x="1326823" y="78620"/>
                  </a:lnTo>
                  <a:lnTo>
                    <a:pt x="1397234" y="94301"/>
                  </a:lnTo>
                  <a:lnTo>
                    <a:pt x="1461796" y="111841"/>
                  </a:lnTo>
                  <a:lnTo>
                    <a:pt x="1521209" y="131509"/>
                  </a:lnTo>
                  <a:lnTo>
                    <a:pt x="1576349" y="153616"/>
                  </a:lnTo>
                  <a:lnTo>
                    <a:pt x="1628154" y="178483"/>
                  </a:lnTo>
                  <a:lnTo>
                    <a:pt x="1677540" y="206391"/>
                  </a:lnTo>
                  <a:lnTo>
                    <a:pt x="1719082" y="233207"/>
                  </a:lnTo>
                  <a:lnTo>
                    <a:pt x="1763715" y="265351"/>
                  </a:lnTo>
                  <a:lnTo>
                    <a:pt x="1807910" y="300460"/>
                  </a:lnTo>
                  <a:lnTo>
                    <a:pt x="1852060" y="338588"/>
                  </a:lnTo>
                  <a:lnTo>
                    <a:pt x="1896442" y="379705"/>
                  </a:lnTo>
                  <a:lnTo>
                    <a:pt x="1941240" y="423692"/>
                  </a:lnTo>
                  <a:lnTo>
                    <a:pt x="1986552" y="470332"/>
                  </a:lnTo>
                  <a:lnTo>
                    <a:pt x="2032398" y="519307"/>
                  </a:lnTo>
                  <a:lnTo>
                    <a:pt x="2078733" y="570208"/>
                  </a:lnTo>
                  <a:lnTo>
                    <a:pt x="2125456" y="622541"/>
                  </a:lnTo>
                  <a:lnTo>
                    <a:pt x="2172424" y="675746"/>
                  </a:lnTo>
                  <a:lnTo>
                    <a:pt x="2219471" y="729225"/>
                  </a:lnTo>
                  <a:lnTo>
                    <a:pt x="2266421" y="782364"/>
                  </a:lnTo>
                  <a:lnTo>
                    <a:pt x="2313108" y="834569"/>
                  </a:lnTo>
                  <a:lnTo>
                    <a:pt x="2359395" y="885286"/>
                  </a:lnTo>
                  <a:lnTo>
                    <a:pt x="2405185" y="934029"/>
                  </a:lnTo>
                  <a:lnTo>
                    <a:pt x="2450440" y="980398"/>
                  </a:lnTo>
                  <a:lnTo>
                    <a:pt x="2495187" y="1024086"/>
                  </a:lnTo>
                  <a:lnTo>
                    <a:pt x="2539534" y="1064887"/>
                  </a:lnTo>
                  <a:lnTo>
                    <a:pt x="2583673" y="1102691"/>
                  </a:lnTo>
                  <a:lnTo>
                    <a:pt x="2627895" y="1137479"/>
                  </a:lnTo>
                  <a:lnTo>
                    <a:pt x="2667772" y="1166037"/>
                  </a:lnTo>
                  <a:lnTo>
                    <a:pt x="2715724" y="1196718"/>
                  </a:lnTo>
                  <a:lnTo>
                    <a:pt x="2765380" y="1224212"/>
                  </a:lnTo>
                  <a:lnTo>
                    <a:pt x="2817571" y="1248697"/>
                  </a:lnTo>
                  <a:lnTo>
                    <a:pt x="2873221" y="1270463"/>
                  </a:lnTo>
                  <a:lnTo>
                    <a:pt x="2933267" y="1289833"/>
                  </a:lnTo>
                  <a:lnTo>
                    <a:pt x="2998565" y="1307113"/>
                  </a:lnTo>
                  <a:lnTo>
                    <a:pt x="3069786" y="1322567"/>
                  </a:lnTo>
                  <a:lnTo>
                    <a:pt x="3147256" y="1336404"/>
                  </a:lnTo>
                  <a:lnTo>
                    <a:pt x="3230764" y="1348769"/>
                  </a:lnTo>
                  <a:lnTo>
                    <a:pt x="3319329" y="1359746"/>
                  </a:lnTo>
                  <a:lnTo>
                    <a:pt x="3410992" y="1369360"/>
                  </a:lnTo>
                  <a:lnTo>
                    <a:pt x="3502710" y="1377596"/>
                  </a:lnTo>
                  <a:lnTo>
                    <a:pt x="3590483" y="1384417"/>
                  </a:lnTo>
                  <a:lnTo>
                    <a:pt x="3669804" y="1389807"/>
                  </a:lnTo>
                  <a:lnTo>
                    <a:pt x="3736438" y="1393802"/>
                  </a:lnTo>
                  <a:lnTo>
                    <a:pt x="3787355" y="1396515"/>
                  </a:lnTo>
                  <a:lnTo>
                    <a:pt x="3821522" y="1398142"/>
                  </a:lnTo>
                  <a:lnTo>
                    <a:pt x="3840285" y="1398945"/>
                  </a:lnTo>
                  <a:lnTo>
                    <a:pt x="3847283" y="1399215"/>
                  </a:lnTo>
                  <a:lnTo>
                    <a:pt x="3848118" y="1399245"/>
                  </a:lnTo>
                  <a:lnTo>
                    <a:pt x="4386855" y="1399245"/>
                  </a:lnTo>
                  <a:lnTo>
                    <a:pt x="4388065" y="1399316"/>
                  </a:lnTo>
                  <a:lnTo>
                    <a:pt x="4395973" y="1399824"/>
                  </a:lnTo>
                  <a:lnTo>
                    <a:pt x="4415740" y="1401230"/>
                  </a:lnTo>
                  <a:lnTo>
                    <a:pt x="4450646" y="1403989"/>
                  </a:lnTo>
                  <a:lnTo>
                    <a:pt x="4501799" y="1408506"/>
                  </a:lnTo>
                  <a:lnTo>
                    <a:pt x="4568076" y="1415083"/>
                  </a:lnTo>
                  <a:lnTo>
                    <a:pt x="4646508" y="1423891"/>
                  </a:lnTo>
                  <a:lnTo>
                    <a:pt x="4733029" y="1434983"/>
                  </a:lnTo>
                  <a:lnTo>
                    <a:pt x="4823338" y="1448329"/>
                  </a:lnTo>
                  <a:lnTo>
                    <a:pt x="4913615" y="1463877"/>
                  </a:lnTo>
                  <a:lnTo>
                    <a:pt x="5000941" y="1481599"/>
                  </a:lnTo>
                  <a:lnTo>
                    <a:pt x="5083416" y="1501532"/>
                  </a:lnTo>
                  <a:lnTo>
                    <a:pt x="5160065" y="1523802"/>
                  </a:lnTo>
                  <a:lnTo>
                    <a:pt x="5230650" y="1548634"/>
                  </a:lnTo>
                  <a:lnTo>
                    <a:pt x="5295452" y="1576347"/>
                  </a:lnTo>
                  <a:lnTo>
                    <a:pt x="5355086" y="1607350"/>
                  </a:lnTo>
                  <a:lnTo>
                    <a:pt x="5410359" y="1642117"/>
                  </a:lnTo>
                  <a:lnTo>
                    <a:pt x="5462158" y="1681156"/>
                  </a:lnTo>
                  <a:lnTo>
                    <a:pt x="5511374" y="1724935"/>
                  </a:lnTo>
                  <a:lnTo>
                    <a:pt x="5558817" y="1773774"/>
                  </a:lnTo>
                  <a:lnTo>
                    <a:pt x="5567201" y="1783084"/>
                  </a:lnTo>
                  <a:lnTo>
                    <a:pt x="5605559" y="1828216"/>
                  </a:lnTo>
                  <a:lnTo>
                    <a:pt x="5643550" y="1876932"/>
                  </a:lnTo>
                  <a:lnTo>
                    <a:pt x="5681435" y="1929304"/>
                  </a:lnTo>
                  <a:lnTo>
                    <a:pt x="5719416" y="1985333"/>
                  </a:lnTo>
                  <a:lnTo>
                    <a:pt x="5757637" y="2044943"/>
                  </a:lnTo>
                  <a:lnTo>
                    <a:pt x="5796193" y="2107973"/>
                  </a:lnTo>
                  <a:lnTo>
                    <a:pt x="5835134" y="2174173"/>
                  </a:lnTo>
                  <a:lnTo>
                    <a:pt x="5874471" y="2243206"/>
                  </a:lnTo>
                  <a:lnTo>
                    <a:pt x="5914176" y="2314649"/>
                  </a:lnTo>
                  <a:lnTo>
                    <a:pt x="5954191" y="2388002"/>
                  </a:lnTo>
                  <a:lnTo>
                    <a:pt x="5994434" y="2462705"/>
                  </a:lnTo>
                  <a:lnTo>
                    <a:pt x="6034805" y="2538148"/>
                  </a:lnTo>
                  <a:lnTo>
                    <a:pt x="6075195" y="2613698"/>
                  </a:lnTo>
                  <a:lnTo>
                    <a:pt x="6115493" y="2688717"/>
                  </a:lnTo>
                  <a:lnTo>
                    <a:pt x="6155594" y="2762586"/>
                  </a:lnTo>
                  <a:lnTo>
                    <a:pt x="6195410" y="2834726"/>
                  </a:lnTo>
                  <a:lnTo>
                    <a:pt x="6234875" y="2904614"/>
                  </a:lnTo>
                  <a:lnTo>
                    <a:pt x="6273949" y="2971801"/>
                  </a:lnTo>
                  <a:lnTo>
                    <a:pt x="6312630" y="3035921"/>
                  </a:lnTo>
                  <a:lnTo>
                    <a:pt x="6350954" y="3096694"/>
                  </a:lnTo>
                  <a:lnTo>
                    <a:pt x="6389002" y="3153931"/>
                  </a:lnTo>
                  <a:lnTo>
                    <a:pt x="6426899" y="3207527"/>
                  </a:lnTo>
                  <a:lnTo>
                    <a:pt x="6464829" y="3257458"/>
                  </a:lnTo>
                  <a:lnTo>
                    <a:pt x="6503031" y="3303774"/>
                  </a:lnTo>
                  <a:lnTo>
                    <a:pt x="6515891" y="3318443"/>
                  </a:lnTo>
                  <a:lnTo>
                    <a:pt x="6563091" y="3368201"/>
                  </a:lnTo>
                  <a:lnTo>
                    <a:pt x="6611932" y="3412873"/>
                  </a:lnTo>
                  <a:lnTo>
                    <a:pt x="6663203" y="3452730"/>
                  </a:lnTo>
                  <a:lnTo>
                    <a:pt x="6717786" y="3488227"/>
                  </a:lnTo>
                  <a:lnTo>
                    <a:pt x="6776574" y="3519869"/>
                  </a:lnTo>
                  <a:lnTo>
                    <a:pt x="6840395" y="3548140"/>
                  </a:lnTo>
                  <a:lnTo>
                    <a:pt x="6909909" y="3573463"/>
                  </a:lnTo>
                  <a:lnTo>
                    <a:pt x="6985470" y="3596175"/>
                  </a:lnTo>
                  <a:lnTo>
                    <a:pt x="7066946" y="3616515"/>
                  </a:lnTo>
                  <a:lnTo>
                    <a:pt x="7153512" y="3634629"/>
                  </a:lnTo>
                  <a:lnTo>
                    <a:pt x="7243445" y="3650567"/>
                  </a:lnTo>
                  <a:lnTo>
                    <a:pt x="7334007" y="3664313"/>
                  </a:lnTo>
                  <a:lnTo>
                    <a:pt x="7421519" y="3675813"/>
                  </a:lnTo>
                  <a:lnTo>
                    <a:pt x="7501721" y="3685030"/>
                  </a:lnTo>
                  <a:lnTo>
                    <a:pt x="7570442" y="3691999"/>
                  </a:lnTo>
                  <a:lnTo>
                    <a:pt x="7624454" y="3696867"/>
                  </a:lnTo>
                  <a:lnTo>
                    <a:pt x="7662263" y="3699915"/>
                  </a:lnTo>
                  <a:lnTo>
                    <a:pt x="7684565" y="3701531"/>
                  </a:lnTo>
                  <a:lnTo>
                    <a:pt x="7694273" y="3702166"/>
                  </a:lnTo>
                  <a:lnTo>
                    <a:pt x="7696230" y="3702282"/>
                  </a:lnTo>
                  <a:lnTo>
                    <a:pt x="7696237" y="3702283"/>
                  </a:lnTo>
                  <a:lnTo>
                    <a:pt x="8234974" y="3702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8" name="pl808"/>
            <p:cNvSpPr/>
            <p:nvPr/>
          </p:nvSpPr>
          <p:spPr>
            <a:xfrm>
              <a:off x="546595" y="1817585"/>
              <a:ext cx="8234974" cy="3702283"/>
            </a:xfrm>
            <a:custGeom>
              <a:avLst/>
              <a:pathLst>
                <a:path w="8234974" h="3702283">
                  <a:moveTo>
                    <a:pt x="8234974" y="3702283"/>
                  </a:moveTo>
                  <a:lnTo>
                    <a:pt x="7696237" y="3702283"/>
                  </a:lnTo>
                  <a:lnTo>
                    <a:pt x="7695027" y="3702212"/>
                  </a:lnTo>
                  <a:lnTo>
                    <a:pt x="7687119" y="3701703"/>
                  </a:lnTo>
                  <a:lnTo>
                    <a:pt x="7667353" y="3700298"/>
                  </a:lnTo>
                  <a:lnTo>
                    <a:pt x="7632446" y="3697539"/>
                  </a:lnTo>
                  <a:lnTo>
                    <a:pt x="7581293" y="3693021"/>
                  </a:lnTo>
                  <a:lnTo>
                    <a:pt x="7515017" y="3686445"/>
                  </a:lnTo>
                  <a:lnTo>
                    <a:pt x="7436584" y="3677636"/>
                  </a:lnTo>
                  <a:lnTo>
                    <a:pt x="7350063" y="3666545"/>
                  </a:lnTo>
                  <a:lnTo>
                    <a:pt x="7259754" y="3653198"/>
                  </a:lnTo>
                  <a:lnTo>
                    <a:pt x="7169477" y="3637650"/>
                  </a:lnTo>
                  <a:lnTo>
                    <a:pt x="7082151" y="3619929"/>
                  </a:lnTo>
                  <a:lnTo>
                    <a:pt x="6999677" y="3599996"/>
                  </a:lnTo>
                  <a:lnTo>
                    <a:pt x="6923027" y="3577725"/>
                  </a:lnTo>
                  <a:lnTo>
                    <a:pt x="6852442" y="3552893"/>
                  </a:lnTo>
                  <a:lnTo>
                    <a:pt x="6787640" y="3525180"/>
                  </a:lnTo>
                  <a:lnTo>
                    <a:pt x="6728006" y="3494178"/>
                  </a:lnTo>
                  <a:lnTo>
                    <a:pt x="6672734" y="3459410"/>
                  </a:lnTo>
                  <a:lnTo>
                    <a:pt x="6620934" y="3420372"/>
                  </a:lnTo>
                  <a:lnTo>
                    <a:pt x="6571719" y="3376592"/>
                  </a:lnTo>
                  <a:lnTo>
                    <a:pt x="6524275" y="3327754"/>
                  </a:lnTo>
                  <a:lnTo>
                    <a:pt x="6515891" y="3318443"/>
                  </a:lnTo>
                  <a:lnTo>
                    <a:pt x="6477533" y="3273312"/>
                  </a:lnTo>
                  <a:lnTo>
                    <a:pt x="6439543" y="3224595"/>
                  </a:lnTo>
                  <a:lnTo>
                    <a:pt x="6401657" y="3172223"/>
                  </a:lnTo>
                  <a:lnTo>
                    <a:pt x="6363676" y="3116194"/>
                  </a:lnTo>
                  <a:lnTo>
                    <a:pt x="6325456" y="3056584"/>
                  </a:lnTo>
                  <a:lnTo>
                    <a:pt x="6286900" y="2993555"/>
                  </a:lnTo>
                  <a:lnTo>
                    <a:pt x="6247958" y="2927355"/>
                  </a:lnTo>
                  <a:lnTo>
                    <a:pt x="6208621" y="2858322"/>
                  </a:lnTo>
                  <a:lnTo>
                    <a:pt x="6168917" y="2786879"/>
                  </a:lnTo>
                  <a:lnTo>
                    <a:pt x="6128902" y="2713525"/>
                  </a:lnTo>
                  <a:lnTo>
                    <a:pt x="6088658" y="2638823"/>
                  </a:lnTo>
                  <a:lnTo>
                    <a:pt x="6048287" y="2563379"/>
                  </a:lnTo>
                  <a:lnTo>
                    <a:pt x="6007897" y="2487829"/>
                  </a:lnTo>
                  <a:lnTo>
                    <a:pt x="5967599" y="2412810"/>
                  </a:lnTo>
                  <a:lnTo>
                    <a:pt x="5927498" y="2338941"/>
                  </a:lnTo>
                  <a:lnTo>
                    <a:pt x="5887682" y="2266802"/>
                  </a:lnTo>
                  <a:lnTo>
                    <a:pt x="5848218" y="2196914"/>
                  </a:lnTo>
                  <a:lnTo>
                    <a:pt x="5809144" y="2129726"/>
                  </a:lnTo>
                  <a:lnTo>
                    <a:pt x="5770462" y="2065607"/>
                  </a:lnTo>
                  <a:lnTo>
                    <a:pt x="5732138" y="2004833"/>
                  </a:lnTo>
                  <a:lnTo>
                    <a:pt x="5694091" y="1947597"/>
                  </a:lnTo>
                  <a:lnTo>
                    <a:pt x="5656193" y="1894001"/>
                  </a:lnTo>
                  <a:lnTo>
                    <a:pt x="5618263" y="1844069"/>
                  </a:lnTo>
                  <a:lnTo>
                    <a:pt x="5580062" y="1797753"/>
                  </a:lnTo>
                  <a:lnTo>
                    <a:pt x="5567201" y="1783084"/>
                  </a:lnTo>
                  <a:lnTo>
                    <a:pt x="5520001" y="1733327"/>
                  </a:lnTo>
                  <a:lnTo>
                    <a:pt x="5471160" y="1688655"/>
                  </a:lnTo>
                  <a:lnTo>
                    <a:pt x="5419889" y="1648797"/>
                  </a:lnTo>
                  <a:lnTo>
                    <a:pt x="5365307" y="1613301"/>
                  </a:lnTo>
                  <a:lnTo>
                    <a:pt x="5306519" y="1581659"/>
                  </a:lnTo>
                  <a:lnTo>
                    <a:pt x="5242697" y="1553387"/>
                  </a:lnTo>
                  <a:lnTo>
                    <a:pt x="5173183" y="1528064"/>
                  </a:lnTo>
                  <a:lnTo>
                    <a:pt x="5097622" y="1505353"/>
                  </a:lnTo>
                  <a:lnTo>
                    <a:pt x="5016146" y="1485012"/>
                  </a:lnTo>
                  <a:lnTo>
                    <a:pt x="4929581" y="1466899"/>
                  </a:lnTo>
                  <a:lnTo>
                    <a:pt x="4839648" y="1450960"/>
                  </a:lnTo>
                  <a:lnTo>
                    <a:pt x="4749086" y="1437215"/>
                  </a:lnTo>
                  <a:lnTo>
                    <a:pt x="4661574" y="1425715"/>
                  </a:lnTo>
                  <a:lnTo>
                    <a:pt x="4581371" y="1416497"/>
                  </a:lnTo>
                  <a:lnTo>
                    <a:pt x="4512650" y="1409529"/>
                  </a:lnTo>
                  <a:lnTo>
                    <a:pt x="4458638" y="1404660"/>
                  </a:lnTo>
                  <a:lnTo>
                    <a:pt x="4420830" y="1401613"/>
                  </a:lnTo>
                  <a:lnTo>
                    <a:pt x="4398527" y="1399997"/>
                  </a:lnTo>
                  <a:lnTo>
                    <a:pt x="4388820" y="1399362"/>
                  </a:lnTo>
                  <a:lnTo>
                    <a:pt x="4386862" y="1399245"/>
                  </a:lnTo>
                  <a:lnTo>
                    <a:pt x="4386855" y="1399245"/>
                  </a:lnTo>
                  <a:lnTo>
                    <a:pt x="3848118" y="1399245"/>
                  </a:lnTo>
                  <a:lnTo>
                    <a:pt x="3846852" y="1399199"/>
                  </a:lnTo>
                  <a:lnTo>
                    <a:pt x="3838583" y="1398876"/>
                  </a:lnTo>
                  <a:lnTo>
                    <a:pt x="3817949" y="1397981"/>
                  </a:lnTo>
                  <a:lnTo>
                    <a:pt x="3781596" y="1396224"/>
                  </a:lnTo>
                  <a:lnTo>
                    <a:pt x="3728496" y="1393352"/>
                  </a:lnTo>
                  <a:lnTo>
                    <a:pt x="3659979" y="1389177"/>
                  </a:lnTo>
                  <a:lnTo>
                    <a:pt x="3579286" y="1383599"/>
                  </a:lnTo>
                  <a:lnTo>
                    <a:pt x="3490738" y="1376589"/>
                  </a:lnTo>
                  <a:lnTo>
                    <a:pt x="3398816" y="1368170"/>
                  </a:lnTo>
                  <a:lnTo>
                    <a:pt x="3307411" y="1358376"/>
                  </a:lnTo>
                  <a:lnTo>
                    <a:pt x="3219424" y="1347218"/>
                  </a:lnTo>
                  <a:lnTo>
                    <a:pt x="3136675" y="1334665"/>
                  </a:lnTo>
                  <a:lnTo>
                    <a:pt x="3060032" y="1320625"/>
                  </a:lnTo>
                  <a:lnTo>
                    <a:pt x="2989620" y="1304943"/>
                  </a:lnTo>
                  <a:lnTo>
                    <a:pt x="2925059" y="1287403"/>
                  </a:lnTo>
                  <a:lnTo>
                    <a:pt x="2865645" y="1267735"/>
                  </a:lnTo>
                  <a:lnTo>
                    <a:pt x="2810506" y="1245628"/>
                  </a:lnTo>
                  <a:lnTo>
                    <a:pt x="2758701" y="1220761"/>
                  </a:lnTo>
                  <a:lnTo>
                    <a:pt x="2709314" y="1192853"/>
                  </a:lnTo>
                  <a:lnTo>
                    <a:pt x="2667772" y="1166037"/>
                  </a:lnTo>
                  <a:lnTo>
                    <a:pt x="2623140" y="1133894"/>
                  </a:lnTo>
                  <a:lnTo>
                    <a:pt x="2578944" y="1098784"/>
                  </a:lnTo>
                  <a:lnTo>
                    <a:pt x="2534795" y="1060656"/>
                  </a:lnTo>
                  <a:lnTo>
                    <a:pt x="2490413" y="1019539"/>
                  </a:lnTo>
                  <a:lnTo>
                    <a:pt x="2445615" y="975552"/>
                  </a:lnTo>
                  <a:lnTo>
                    <a:pt x="2400303" y="928913"/>
                  </a:lnTo>
                  <a:lnTo>
                    <a:pt x="2354457" y="879937"/>
                  </a:lnTo>
                  <a:lnTo>
                    <a:pt x="2308122" y="829036"/>
                  </a:lnTo>
                  <a:lnTo>
                    <a:pt x="2261399" y="776704"/>
                  </a:lnTo>
                  <a:lnTo>
                    <a:pt x="2214430" y="723498"/>
                  </a:lnTo>
                  <a:lnTo>
                    <a:pt x="2167383" y="670020"/>
                  </a:lnTo>
                  <a:lnTo>
                    <a:pt x="2120434" y="616880"/>
                  </a:lnTo>
                  <a:lnTo>
                    <a:pt x="2073746" y="564675"/>
                  </a:lnTo>
                  <a:lnTo>
                    <a:pt x="2027460" y="513958"/>
                  </a:lnTo>
                  <a:lnTo>
                    <a:pt x="1981670" y="465215"/>
                  </a:lnTo>
                  <a:lnTo>
                    <a:pt x="1936415" y="418846"/>
                  </a:lnTo>
                  <a:lnTo>
                    <a:pt x="1891668" y="375158"/>
                  </a:lnTo>
                  <a:lnTo>
                    <a:pt x="1847321" y="334357"/>
                  </a:lnTo>
                  <a:lnTo>
                    <a:pt x="1803182" y="296553"/>
                  </a:lnTo>
                  <a:lnTo>
                    <a:pt x="1758960" y="261765"/>
                  </a:lnTo>
                  <a:lnTo>
                    <a:pt x="1719082" y="233207"/>
                  </a:lnTo>
                  <a:lnTo>
                    <a:pt x="1671131" y="202527"/>
                  </a:lnTo>
                  <a:lnTo>
                    <a:pt x="1621475" y="175032"/>
                  </a:lnTo>
                  <a:lnTo>
                    <a:pt x="1569284" y="150547"/>
                  </a:lnTo>
                  <a:lnTo>
                    <a:pt x="1513633" y="128781"/>
                  </a:lnTo>
                  <a:lnTo>
                    <a:pt x="1453588" y="109411"/>
                  </a:lnTo>
                  <a:lnTo>
                    <a:pt x="1388290" y="92131"/>
                  </a:lnTo>
                  <a:lnTo>
                    <a:pt x="1317069" y="76677"/>
                  </a:lnTo>
                  <a:lnTo>
                    <a:pt x="1239599" y="62840"/>
                  </a:lnTo>
                  <a:lnTo>
                    <a:pt x="1156091" y="50475"/>
                  </a:lnTo>
                  <a:lnTo>
                    <a:pt x="1067526" y="39498"/>
                  </a:lnTo>
                  <a:lnTo>
                    <a:pt x="975863" y="29884"/>
                  </a:lnTo>
                  <a:lnTo>
                    <a:pt x="884144" y="21649"/>
                  </a:lnTo>
                  <a:lnTo>
                    <a:pt x="796372" y="14827"/>
                  </a:lnTo>
                  <a:lnTo>
                    <a:pt x="717051" y="9437"/>
                  </a:lnTo>
                  <a:lnTo>
                    <a:pt x="650417" y="5442"/>
                  </a:lnTo>
                  <a:lnTo>
                    <a:pt x="599500" y="2730"/>
                  </a:lnTo>
                  <a:lnTo>
                    <a:pt x="565333" y="1102"/>
                  </a:lnTo>
                  <a:lnTo>
                    <a:pt x="546570" y="300"/>
                  </a:lnTo>
                  <a:lnTo>
                    <a:pt x="539571" y="2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9" name="pg809"/>
            <p:cNvSpPr/>
            <p:nvPr/>
          </p:nvSpPr>
          <p:spPr>
            <a:xfrm>
              <a:off x="546595" y="2547153"/>
              <a:ext cx="8234974" cy="2422817"/>
            </a:xfrm>
            <a:custGeom>
              <a:avLst/>
              <a:pathLst>
                <a:path w="8234974" h="2422817">
                  <a:moveTo>
                    <a:pt x="0" y="1039906"/>
                  </a:moveTo>
                  <a:lnTo>
                    <a:pt x="538736" y="1039906"/>
                  </a:lnTo>
                  <a:lnTo>
                    <a:pt x="540019" y="1039872"/>
                  </a:lnTo>
                  <a:lnTo>
                    <a:pt x="548390" y="1039629"/>
                  </a:lnTo>
                  <a:lnTo>
                    <a:pt x="569270" y="1038959"/>
                  </a:lnTo>
                  <a:lnTo>
                    <a:pt x="606032" y="1037643"/>
                  </a:lnTo>
                  <a:lnTo>
                    <a:pt x="659679" y="1035493"/>
                  </a:lnTo>
                  <a:lnTo>
                    <a:pt x="728823" y="1032369"/>
                  </a:lnTo>
                  <a:lnTo>
                    <a:pt x="810145" y="1028198"/>
                  </a:lnTo>
                  <a:lnTo>
                    <a:pt x="899250" y="1022959"/>
                  </a:lnTo>
                  <a:lnTo>
                    <a:pt x="991612" y="1016670"/>
                  </a:lnTo>
                  <a:lnTo>
                    <a:pt x="1083319" y="1009357"/>
                  </a:lnTo>
                  <a:lnTo>
                    <a:pt x="1171478" y="1001026"/>
                  </a:lnTo>
                  <a:lnTo>
                    <a:pt x="1254292" y="991653"/>
                  </a:lnTo>
                  <a:lnTo>
                    <a:pt x="1330926" y="981166"/>
                  </a:lnTo>
                  <a:lnTo>
                    <a:pt x="1401285" y="969447"/>
                  </a:lnTo>
                  <a:lnTo>
                    <a:pt x="1465779" y="956332"/>
                  </a:lnTo>
                  <a:lnTo>
                    <a:pt x="1525134" y="941615"/>
                  </a:lnTo>
                  <a:lnTo>
                    <a:pt x="1580242" y="925064"/>
                  </a:lnTo>
                  <a:lnTo>
                    <a:pt x="1632056" y="906437"/>
                  </a:lnTo>
                  <a:lnTo>
                    <a:pt x="1681499" y="885529"/>
                  </a:lnTo>
                  <a:lnTo>
                    <a:pt x="1719082" y="867495"/>
                  </a:lnTo>
                  <a:lnTo>
                    <a:pt x="1766599" y="842110"/>
                  </a:lnTo>
                  <a:lnTo>
                    <a:pt x="1813652" y="814233"/>
                  </a:lnTo>
                  <a:lnTo>
                    <a:pt x="1860699" y="783825"/>
                  </a:lnTo>
                  <a:lnTo>
                    <a:pt x="1908057" y="750923"/>
                  </a:lnTo>
                  <a:lnTo>
                    <a:pt x="1955924" y="715656"/>
                  </a:lnTo>
                  <a:lnTo>
                    <a:pt x="2004390" y="678242"/>
                  </a:lnTo>
                  <a:lnTo>
                    <a:pt x="2053449" y="638995"/>
                  </a:lnTo>
                  <a:lnTo>
                    <a:pt x="2103017" y="598316"/>
                  </a:lnTo>
                  <a:lnTo>
                    <a:pt x="2152945" y="556674"/>
                  </a:lnTo>
                  <a:lnTo>
                    <a:pt x="2203042" y="514592"/>
                  </a:lnTo>
                  <a:lnTo>
                    <a:pt x="2253099" y="472616"/>
                  </a:lnTo>
                  <a:lnTo>
                    <a:pt x="2302909" y="431284"/>
                  </a:lnTo>
                  <a:lnTo>
                    <a:pt x="2352296" y="391102"/>
                  </a:lnTo>
                  <a:lnTo>
                    <a:pt x="2401134" y="352516"/>
                  </a:lnTo>
                  <a:lnTo>
                    <a:pt x="2449365" y="315893"/>
                  </a:lnTo>
                  <a:lnTo>
                    <a:pt x="2497021" y="281513"/>
                  </a:lnTo>
                  <a:lnTo>
                    <a:pt x="2544230" y="249558"/>
                  </a:lnTo>
                  <a:lnTo>
                    <a:pt x="2591235" y="220121"/>
                  </a:lnTo>
                  <a:lnTo>
                    <a:pt x="2638403" y="193209"/>
                  </a:lnTo>
                  <a:lnTo>
                    <a:pt x="2667772" y="177854"/>
                  </a:lnTo>
                  <a:lnTo>
                    <a:pt x="2715933" y="155080"/>
                  </a:lnTo>
                  <a:lnTo>
                    <a:pt x="2765817" y="134681"/>
                  </a:lnTo>
                  <a:lnTo>
                    <a:pt x="2818265" y="116524"/>
                  </a:lnTo>
                  <a:lnTo>
                    <a:pt x="2874215" y="100391"/>
                  </a:lnTo>
                  <a:lnTo>
                    <a:pt x="2934614" y="86041"/>
                  </a:lnTo>
                  <a:lnTo>
                    <a:pt x="3000328" y="73245"/>
                  </a:lnTo>
                  <a:lnTo>
                    <a:pt x="3072028" y="61807"/>
                  </a:lnTo>
                  <a:lnTo>
                    <a:pt x="3150035" y="51570"/>
                  </a:lnTo>
                  <a:lnTo>
                    <a:pt x="3234110" y="42427"/>
                  </a:lnTo>
                  <a:lnTo>
                    <a:pt x="3323229" y="34319"/>
                  </a:lnTo>
                  <a:lnTo>
                    <a:pt x="3415362" y="27226"/>
                  </a:lnTo>
                  <a:lnTo>
                    <a:pt x="3507379" y="21163"/>
                  </a:lnTo>
                  <a:lnTo>
                    <a:pt x="3595188" y="16155"/>
                  </a:lnTo>
                  <a:lnTo>
                    <a:pt x="3674217" y="12215"/>
                  </a:lnTo>
                  <a:lnTo>
                    <a:pt x="3740223" y="9311"/>
                  </a:lnTo>
                  <a:lnTo>
                    <a:pt x="3790243" y="7356"/>
                  </a:lnTo>
                  <a:lnTo>
                    <a:pt x="3823386" y="6198"/>
                  </a:lnTo>
                  <a:lnTo>
                    <a:pt x="3841187" y="5639"/>
                  </a:lnTo>
                  <a:lnTo>
                    <a:pt x="3847495" y="546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7" y="5518"/>
                  </a:lnTo>
                  <a:lnTo>
                    <a:pt x="4395910" y="6048"/>
                  </a:lnTo>
                  <a:lnTo>
                    <a:pt x="4415544" y="7512"/>
                  </a:lnTo>
                  <a:lnTo>
                    <a:pt x="4450231" y="10387"/>
                  </a:lnTo>
                  <a:lnTo>
                    <a:pt x="4501086" y="15096"/>
                  </a:lnTo>
                  <a:lnTo>
                    <a:pt x="4567018" y="21952"/>
                  </a:lnTo>
                  <a:lnTo>
                    <a:pt x="4645101" y="31138"/>
                  </a:lnTo>
                  <a:lnTo>
                    <a:pt x="4731306" y="42708"/>
                  </a:lnTo>
                  <a:lnTo>
                    <a:pt x="4821361" y="56636"/>
                  </a:lnTo>
                  <a:lnTo>
                    <a:pt x="4911457" y="72864"/>
                  </a:lnTo>
                  <a:lnTo>
                    <a:pt x="4998675" y="91362"/>
                  </a:lnTo>
                  <a:lnTo>
                    <a:pt x="5081102" y="112168"/>
                  </a:lnTo>
                  <a:lnTo>
                    <a:pt x="5157748" y="135411"/>
                  </a:lnTo>
                  <a:lnTo>
                    <a:pt x="5228358" y="161320"/>
                  </a:lnTo>
                  <a:lnTo>
                    <a:pt x="5293196" y="190226"/>
                  </a:lnTo>
                  <a:lnTo>
                    <a:pt x="5352866" y="222551"/>
                  </a:lnTo>
                  <a:lnTo>
                    <a:pt x="5408161" y="258789"/>
                  </a:lnTo>
                  <a:lnTo>
                    <a:pt x="5459964" y="299466"/>
                  </a:lnTo>
                  <a:lnTo>
                    <a:pt x="5509157" y="345077"/>
                  </a:lnTo>
                  <a:lnTo>
                    <a:pt x="5556553" y="395964"/>
                  </a:lnTo>
                  <a:lnTo>
                    <a:pt x="5567201" y="408340"/>
                  </a:lnTo>
                  <a:lnTo>
                    <a:pt x="5604888" y="454845"/>
                  </a:lnTo>
                  <a:lnTo>
                    <a:pt x="5642215" y="504981"/>
                  </a:lnTo>
                  <a:lnTo>
                    <a:pt x="5679433" y="558818"/>
                  </a:lnTo>
                  <a:lnTo>
                    <a:pt x="5716735" y="616363"/>
                  </a:lnTo>
                  <a:lnTo>
                    <a:pt x="5754260" y="677543"/>
                  </a:lnTo>
                  <a:lnTo>
                    <a:pt x="5792102" y="742205"/>
                  </a:lnTo>
                  <a:lnTo>
                    <a:pt x="5830313" y="810111"/>
                  </a:lnTo>
                  <a:lnTo>
                    <a:pt x="5868907" y="880933"/>
                  </a:lnTo>
                  <a:lnTo>
                    <a:pt x="5907862" y="954262"/>
                  </a:lnTo>
                  <a:lnTo>
                    <a:pt x="5947126" y="1029612"/>
                  </a:lnTo>
                  <a:lnTo>
                    <a:pt x="5986627" y="1106433"/>
                  </a:lnTo>
                  <a:lnTo>
                    <a:pt x="6026270" y="1184126"/>
                  </a:lnTo>
                  <a:lnTo>
                    <a:pt x="6065955" y="1262064"/>
                  </a:lnTo>
                  <a:lnTo>
                    <a:pt x="6105574" y="1339611"/>
                  </a:lnTo>
                  <a:lnTo>
                    <a:pt x="6145028" y="1416144"/>
                  </a:lnTo>
                  <a:lnTo>
                    <a:pt x="6184227" y="1491075"/>
                  </a:lnTo>
                  <a:lnTo>
                    <a:pt x="6223102" y="1563868"/>
                  </a:lnTo>
                  <a:lnTo>
                    <a:pt x="6261608" y="1634052"/>
                  </a:lnTo>
                  <a:lnTo>
                    <a:pt x="6299732" y="1701237"/>
                  </a:lnTo>
                  <a:lnTo>
                    <a:pt x="6337496" y="1765116"/>
                  </a:lnTo>
                  <a:lnTo>
                    <a:pt x="6374959" y="1825470"/>
                  </a:lnTo>
                  <a:lnTo>
                    <a:pt x="6412227" y="1882164"/>
                  </a:lnTo>
                  <a:lnTo>
                    <a:pt x="6449451" y="1935147"/>
                  </a:lnTo>
                  <a:lnTo>
                    <a:pt x="6486837" y="1984438"/>
                  </a:lnTo>
                  <a:lnTo>
                    <a:pt x="6515891" y="2019922"/>
                  </a:lnTo>
                  <a:lnTo>
                    <a:pt x="6562975" y="2072030"/>
                  </a:lnTo>
                  <a:lnTo>
                    <a:pt x="6611691" y="2118825"/>
                  </a:lnTo>
                  <a:lnTo>
                    <a:pt x="6662821" y="2160589"/>
                  </a:lnTo>
                  <a:lnTo>
                    <a:pt x="6717239" y="2197794"/>
                  </a:lnTo>
                  <a:lnTo>
                    <a:pt x="6775835" y="2230968"/>
                  </a:lnTo>
                  <a:lnTo>
                    <a:pt x="6839430" y="2260615"/>
                  </a:lnTo>
                  <a:lnTo>
                    <a:pt x="6908683" y="2287176"/>
                  </a:lnTo>
                  <a:lnTo>
                    <a:pt x="6983951" y="2311004"/>
                  </a:lnTo>
                  <a:lnTo>
                    <a:pt x="7065114" y="2332352"/>
                  </a:lnTo>
                  <a:lnTo>
                    <a:pt x="7151370" y="2351372"/>
                  </a:lnTo>
                  <a:lnTo>
                    <a:pt x="7241030" y="2368119"/>
                  </a:lnTo>
                  <a:lnTo>
                    <a:pt x="7331402" y="2382577"/>
                  </a:lnTo>
                  <a:lnTo>
                    <a:pt x="7418856" y="2394690"/>
                  </a:lnTo>
                  <a:lnTo>
                    <a:pt x="7499172" y="2404420"/>
                  </a:lnTo>
                  <a:lnTo>
                    <a:pt x="7568191" y="2411797"/>
                  </a:lnTo>
                  <a:lnTo>
                    <a:pt x="7622663" y="2416973"/>
                  </a:lnTo>
                  <a:lnTo>
                    <a:pt x="7661026" y="2420233"/>
                  </a:lnTo>
                  <a:lnTo>
                    <a:pt x="7683885" y="2421979"/>
                  </a:lnTo>
                  <a:lnTo>
                    <a:pt x="7694040" y="2422679"/>
                  </a:lnTo>
                  <a:lnTo>
                    <a:pt x="7696237" y="2422817"/>
                  </a:lnTo>
                  <a:lnTo>
                    <a:pt x="8234974" y="2422817"/>
                  </a:lnTo>
                  <a:lnTo>
                    <a:pt x="8234974" y="2417373"/>
                  </a:ln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3"/>
                  </a:lnTo>
                  <a:lnTo>
                    <a:pt x="3838464" y="276"/>
                  </a:lnTo>
                  <a:lnTo>
                    <a:pt x="3817584" y="946"/>
                  </a:lnTo>
                  <a:lnTo>
                    <a:pt x="3780823" y="2262"/>
                  </a:lnTo>
                  <a:lnTo>
                    <a:pt x="3727175" y="4412"/>
                  </a:lnTo>
                  <a:lnTo>
                    <a:pt x="3658031" y="7536"/>
                  </a:lnTo>
                  <a:lnTo>
                    <a:pt x="3576709" y="11707"/>
                  </a:lnTo>
                  <a:lnTo>
                    <a:pt x="3487604" y="16946"/>
                  </a:lnTo>
                  <a:lnTo>
                    <a:pt x="3395243" y="23235"/>
                  </a:lnTo>
                  <a:lnTo>
                    <a:pt x="3303536" y="30548"/>
                  </a:lnTo>
                  <a:lnTo>
                    <a:pt x="3215377" y="38879"/>
                  </a:lnTo>
                  <a:lnTo>
                    <a:pt x="3132563" y="48252"/>
                  </a:lnTo>
                  <a:lnTo>
                    <a:pt x="3055928" y="58739"/>
                  </a:lnTo>
                  <a:lnTo>
                    <a:pt x="2985570" y="70458"/>
                  </a:lnTo>
                  <a:lnTo>
                    <a:pt x="2921076" y="83573"/>
                  </a:lnTo>
                  <a:lnTo>
                    <a:pt x="2861721" y="98290"/>
                  </a:lnTo>
                  <a:lnTo>
                    <a:pt x="2806613" y="114842"/>
                  </a:lnTo>
                  <a:lnTo>
                    <a:pt x="2754799" y="133468"/>
                  </a:lnTo>
                  <a:lnTo>
                    <a:pt x="2705356" y="154376"/>
                  </a:lnTo>
                  <a:lnTo>
                    <a:pt x="2667772" y="172410"/>
                  </a:lnTo>
                  <a:lnTo>
                    <a:pt x="2620256" y="197795"/>
                  </a:lnTo>
                  <a:lnTo>
                    <a:pt x="2573202" y="225672"/>
                  </a:lnTo>
                  <a:lnTo>
                    <a:pt x="2526156" y="256081"/>
                  </a:lnTo>
                  <a:lnTo>
                    <a:pt x="2478797" y="288982"/>
                  </a:lnTo>
                  <a:lnTo>
                    <a:pt x="2430930" y="324249"/>
                  </a:lnTo>
                  <a:lnTo>
                    <a:pt x="2382465" y="361663"/>
                  </a:lnTo>
                  <a:lnTo>
                    <a:pt x="2333406" y="400910"/>
                  </a:lnTo>
                  <a:lnTo>
                    <a:pt x="2283838" y="441589"/>
                  </a:lnTo>
                  <a:lnTo>
                    <a:pt x="2233910" y="483231"/>
                  </a:lnTo>
                  <a:lnTo>
                    <a:pt x="2183812" y="525313"/>
                  </a:lnTo>
                  <a:lnTo>
                    <a:pt x="2133756" y="567289"/>
                  </a:lnTo>
                  <a:lnTo>
                    <a:pt x="2083945" y="608621"/>
                  </a:lnTo>
                  <a:lnTo>
                    <a:pt x="2034558" y="648803"/>
                  </a:lnTo>
                  <a:lnTo>
                    <a:pt x="1985721" y="687389"/>
                  </a:lnTo>
                  <a:lnTo>
                    <a:pt x="1937489" y="724012"/>
                  </a:lnTo>
                  <a:lnTo>
                    <a:pt x="1889833" y="758392"/>
                  </a:lnTo>
                  <a:lnTo>
                    <a:pt x="1842624" y="790347"/>
                  </a:lnTo>
                  <a:lnTo>
                    <a:pt x="1795620" y="819784"/>
                  </a:lnTo>
                  <a:lnTo>
                    <a:pt x="1748451" y="846696"/>
                  </a:lnTo>
                  <a:lnTo>
                    <a:pt x="1719082" y="862051"/>
                  </a:lnTo>
                  <a:lnTo>
                    <a:pt x="1670921" y="884825"/>
                  </a:lnTo>
                  <a:lnTo>
                    <a:pt x="1621038" y="905224"/>
                  </a:lnTo>
                  <a:lnTo>
                    <a:pt x="1568589" y="923381"/>
                  </a:lnTo>
                  <a:lnTo>
                    <a:pt x="1512639" y="939514"/>
                  </a:lnTo>
                  <a:lnTo>
                    <a:pt x="1452241" y="953864"/>
                  </a:lnTo>
                  <a:lnTo>
                    <a:pt x="1386527" y="966660"/>
                  </a:lnTo>
                  <a:lnTo>
                    <a:pt x="1314826" y="978099"/>
                  </a:lnTo>
                  <a:lnTo>
                    <a:pt x="1236820" y="988335"/>
                  </a:lnTo>
                  <a:lnTo>
                    <a:pt x="1152745" y="997478"/>
                  </a:lnTo>
                  <a:lnTo>
                    <a:pt x="1063626" y="1005586"/>
                  </a:lnTo>
                  <a:lnTo>
                    <a:pt x="971492" y="1012679"/>
                  </a:lnTo>
                  <a:lnTo>
                    <a:pt x="879476" y="1018742"/>
                  </a:lnTo>
                  <a:lnTo>
                    <a:pt x="791667" y="1023750"/>
                  </a:lnTo>
                  <a:lnTo>
                    <a:pt x="712638" y="1027691"/>
                  </a:lnTo>
                  <a:lnTo>
                    <a:pt x="646632" y="1030594"/>
                  </a:lnTo>
                  <a:lnTo>
                    <a:pt x="596611" y="1032549"/>
                  </a:lnTo>
                  <a:lnTo>
                    <a:pt x="563469" y="1033707"/>
                  </a:lnTo>
                  <a:lnTo>
                    <a:pt x="545668" y="1034266"/>
                  </a:lnTo>
                  <a:lnTo>
                    <a:pt x="539360" y="1034445"/>
                  </a:lnTo>
                  <a:lnTo>
                    <a:pt x="538736" y="1034461"/>
                  </a:lnTo>
                  <a:lnTo>
                    <a:pt x="0" y="103446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10" name="pl810"/>
            <p:cNvSpPr/>
            <p:nvPr/>
          </p:nvSpPr>
          <p:spPr>
            <a:xfrm>
              <a:off x="546595" y="2552597"/>
              <a:ext cx="8234974" cy="2417373"/>
            </a:xfrm>
            <a:custGeom>
              <a:avLst/>
              <a:pathLst>
                <a:path w="8234974" h="2417373">
                  <a:moveTo>
                    <a:pt x="0" y="1034461"/>
                  </a:moveTo>
                  <a:lnTo>
                    <a:pt x="538736" y="1034461"/>
                  </a:lnTo>
                  <a:lnTo>
                    <a:pt x="540019" y="1034427"/>
                  </a:lnTo>
                  <a:lnTo>
                    <a:pt x="548390" y="1034185"/>
                  </a:lnTo>
                  <a:lnTo>
                    <a:pt x="569270" y="1033514"/>
                  </a:lnTo>
                  <a:lnTo>
                    <a:pt x="606032" y="1032199"/>
                  </a:lnTo>
                  <a:lnTo>
                    <a:pt x="659679" y="1030048"/>
                  </a:lnTo>
                  <a:lnTo>
                    <a:pt x="728823" y="1026925"/>
                  </a:lnTo>
                  <a:lnTo>
                    <a:pt x="810145" y="1022753"/>
                  </a:lnTo>
                  <a:lnTo>
                    <a:pt x="899250" y="1017514"/>
                  </a:lnTo>
                  <a:lnTo>
                    <a:pt x="991612" y="1011226"/>
                  </a:lnTo>
                  <a:lnTo>
                    <a:pt x="1083319" y="1003912"/>
                  </a:lnTo>
                  <a:lnTo>
                    <a:pt x="1171478" y="995582"/>
                  </a:lnTo>
                  <a:lnTo>
                    <a:pt x="1254292" y="986209"/>
                  </a:lnTo>
                  <a:lnTo>
                    <a:pt x="1330926" y="975722"/>
                  </a:lnTo>
                  <a:lnTo>
                    <a:pt x="1401285" y="964003"/>
                  </a:lnTo>
                  <a:lnTo>
                    <a:pt x="1465779" y="950888"/>
                  </a:lnTo>
                  <a:lnTo>
                    <a:pt x="1525134" y="936171"/>
                  </a:lnTo>
                  <a:lnTo>
                    <a:pt x="1580242" y="919619"/>
                  </a:lnTo>
                  <a:lnTo>
                    <a:pt x="1632056" y="900992"/>
                  </a:lnTo>
                  <a:lnTo>
                    <a:pt x="1681499" y="880084"/>
                  </a:lnTo>
                  <a:lnTo>
                    <a:pt x="1719082" y="862051"/>
                  </a:lnTo>
                  <a:lnTo>
                    <a:pt x="1766599" y="836665"/>
                  </a:lnTo>
                  <a:lnTo>
                    <a:pt x="1813652" y="808788"/>
                  </a:lnTo>
                  <a:lnTo>
                    <a:pt x="1860699" y="778380"/>
                  </a:lnTo>
                  <a:lnTo>
                    <a:pt x="1908057" y="745479"/>
                  </a:lnTo>
                  <a:lnTo>
                    <a:pt x="1955924" y="710211"/>
                  </a:lnTo>
                  <a:lnTo>
                    <a:pt x="2004390" y="672798"/>
                  </a:lnTo>
                  <a:lnTo>
                    <a:pt x="2053449" y="633551"/>
                  </a:lnTo>
                  <a:lnTo>
                    <a:pt x="2103017" y="592871"/>
                  </a:lnTo>
                  <a:lnTo>
                    <a:pt x="2152945" y="551230"/>
                  </a:lnTo>
                  <a:lnTo>
                    <a:pt x="2203042" y="509148"/>
                  </a:lnTo>
                  <a:lnTo>
                    <a:pt x="2253099" y="467171"/>
                  </a:lnTo>
                  <a:lnTo>
                    <a:pt x="2302909" y="425839"/>
                  </a:lnTo>
                  <a:lnTo>
                    <a:pt x="2352296" y="385657"/>
                  </a:lnTo>
                  <a:lnTo>
                    <a:pt x="2401134" y="347071"/>
                  </a:lnTo>
                  <a:lnTo>
                    <a:pt x="2449365" y="310449"/>
                  </a:lnTo>
                  <a:lnTo>
                    <a:pt x="2497021" y="276068"/>
                  </a:lnTo>
                  <a:lnTo>
                    <a:pt x="2544230" y="244114"/>
                  </a:lnTo>
                  <a:lnTo>
                    <a:pt x="2591235" y="214677"/>
                  </a:lnTo>
                  <a:lnTo>
                    <a:pt x="2638403" y="187764"/>
                  </a:lnTo>
                  <a:lnTo>
                    <a:pt x="2667772" y="172410"/>
                  </a:lnTo>
                  <a:lnTo>
                    <a:pt x="2715933" y="149635"/>
                  </a:lnTo>
                  <a:lnTo>
                    <a:pt x="2765817" y="129236"/>
                  </a:lnTo>
                  <a:lnTo>
                    <a:pt x="2818265" y="111079"/>
                  </a:lnTo>
                  <a:lnTo>
                    <a:pt x="2874215" y="94947"/>
                  </a:lnTo>
                  <a:lnTo>
                    <a:pt x="2934614" y="80597"/>
                  </a:lnTo>
                  <a:lnTo>
                    <a:pt x="3000328" y="67801"/>
                  </a:lnTo>
                  <a:lnTo>
                    <a:pt x="3072028" y="56362"/>
                  </a:lnTo>
                  <a:lnTo>
                    <a:pt x="3150035" y="46125"/>
                  </a:lnTo>
                  <a:lnTo>
                    <a:pt x="3234110" y="36983"/>
                  </a:lnTo>
                  <a:lnTo>
                    <a:pt x="3323229" y="28874"/>
                  </a:lnTo>
                  <a:lnTo>
                    <a:pt x="3415362" y="21781"/>
                  </a:lnTo>
                  <a:lnTo>
                    <a:pt x="3507379" y="15718"/>
                  </a:lnTo>
                  <a:lnTo>
                    <a:pt x="3595188" y="10711"/>
                  </a:lnTo>
                  <a:lnTo>
                    <a:pt x="3674217" y="6770"/>
                  </a:lnTo>
                  <a:lnTo>
                    <a:pt x="3740223" y="3866"/>
                  </a:lnTo>
                  <a:lnTo>
                    <a:pt x="3790243" y="1911"/>
                  </a:lnTo>
                  <a:lnTo>
                    <a:pt x="3823386" y="753"/>
                  </a:lnTo>
                  <a:lnTo>
                    <a:pt x="3841187" y="195"/>
                  </a:lnTo>
                  <a:lnTo>
                    <a:pt x="3847495" y="1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7" y="74"/>
                  </a:lnTo>
                  <a:lnTo>
                    <a:pt x="4395910" y="603"/>
                  </a:lnTo>
                  <a:lnTo>
                    <a:pt x="4415544" y="2068"/>
                  </a:lnTo>
                  <a:lnTo>
                    <a:pt x="4450231" y="4943"/>
                  </a:lnTo>
                  <a:lnTo>
                    <a:pt x="4501086" y="9651"/>
                  </a:lnTo>
                  <a:lnTo>
                    <a:pt x="4567018" y="16507"/>
                  </a:lnTo>
                  <a:lnTo>
                    <a:pt x="4645101" y="25693"/>
                  </a:lnTo>
                  <a:lnTo>
                    <a:pt x="4731306" y="37264"/>
                  </a:lnTo>
                  <a:lnTo>
                    <a:pt x="4821361" y="51191"/>
                  </a:lnTo>
                  <a:lnTo>
                    <a:pt x="4911457" y="67419"/>
                  </a:lnTo>
                  <a:lnTo>
                    <a:pt x="4998675" y="85917"/>
                  </a:lnTo>
                  <a:lnTo>
                    <a:pt x="5081102" y="106724"/>
                  </a:lnTo>
                  <a:lnTo>
                    <a:pt x="5157748" y="129966"/>
                  </a:lnTo>
                  <a:lnTo>
                    <a:pt x="5228358" y="155876"/>
                  </a:lnTo>
                  <a:lnTo>
                    <a:pt x="5293196" y="184782"/>
                  </a:lnTo>
                  <a:lnTo>
                    <a:pt x="5352866" y="217107"/>
                  </a:lnTo>
                  <a:lnTo>
                    <a:pt x="5408161" y="253344"/>
                  </a:lnTo>
                  <a:lnTo>
                    <a:pt x="5459964" y="294022"/>
                  </a:lnTo>
                  <a:lnTo>
                    <a:pt x="5509157" y="339633"/>
                  </a:lnTo>
                  <a:lnTo>
                    <a:pt x="5556553" y="390519"/>
                  </a:lnTo>
                  <a:lnTo>
                    <a:pt x="5567201" y="402895"/>
                  </a:lnTo>
                  <a:lnTo>
                    <a:pt x="5604888" y="449401"/>
                  </a:lnTo>
                  <a:lnTo>
                    <a:pt x="5642215" y="499536"/>
                  </a:lnTo>
                  <a:lnTo>
                    <a:pt x="5679433" y="553374"/>
                  </a:lnTo>
                  <a:lnTo>
                    <a:pt x="5716735" y="610918"/>
                  </a:lnTo>
                  <a:lnTo>
                    <a:pt x="5754260" y="672098"/>
                  </a:lnTo>
                  <a:lnTo>
                    <a:pt x="5792102" y="736761"/>
                  </a:lnTo>
                  <a:lnTo>
                    <a:pt x="5830313" y="804667"/>
                  </a:lnTo>
                  <a:lnTo>
                    <a:pt x="5868907" y="875489"/>
                  </a:lnTo>
                  <a:lnTo>
                    <a:pt x="5907862" y="948818"/>
                  </a:lnTo>
                  <a:lnTo>
                    <a:pt x="5947126" y="1024168"/>
                  </a:lnTo>
                  <a:lnTo>
                    <a:pt x="5986627" y="1100988"/>
                  </a:lnTo>
                  <a:lnTo>
                    <a:pt x="6026270" y="1178681"/>
                  </a:lnTo>
                  <a:lnTo>
                    <a:pt x="6065955" y="1256619"/>
                  </a:lnTo>
                  <a:lnTo>
                    <a:pt x="6105574" y="1334166"/>
                  </a:lnTo>
                  <a:lnTo>
                    <a:pt x="6145028" y="1410699"/>
                  </a:lnTo>
                  <a:lnTo>
                    <a:pt x="6184227" y="1485631"/>
                  </a:lnTo>
                  <a:lnTo>
                    <a:pt x="6223102" y="1558423"/>
                  </a:lnTo>
                  <a:lnTo>
                    <a:pt x="6261608" y="1628608"/>
                  </a:lnTo>
                  <a:lnTo>
                    <a:pt x="6299732" y="1695792"/>
                  </a:lnTo>
                  <a:lnTo>
                    <a:pt x="6337496" y="1759672"/>
                  </a:lnTo>
                  <a:lnTo>
                    <a:pt x="6374959" y="1820025"/>
                  </a:lnTo>
                  <a:lnTo>
                    <a:pt x="6412227" y="1876720"/>
                  </a:lnTo>
                  <a:lnTo>
                    <a:pt x="6449451" y="1929702"/>
                  </a:lnTo>
                  <a:lnTo>
                    <a:pt x="6486837" y="1978994"/>
                  </a:lnTo>
                  <a:lnTo>
                    <a:pt x="6515891" y="2014477"/>
                  </a:lnTo>
                  <a:lnTo>
                    <a:pt x="6562975" y="2066585"/>
                  </a:lnTo>
                  <a:lnTo>
                    <a:pt x="6611691" y="2113380"/>
                  </a:lnTo>
                  <a:lnTo>
                    <a:pt x="6662821" y="2155145"/>
                  </a:lnTo>
                  <a:lnTo>
                    <a:pt x="6717239" y="2192350"/>
                  </a:lnTo>
                  <a:lnTo>
                    <a:pt x="6775835" y="2225523"/>
                  </a:lnTo>
                  <a:lnTo>
                    <a:pt x="6839430" y="2255170"/>
                  </a:lnTo>
                  <a:lnTo>
                    <a:pt x="6908683" y="2281732"/>
                  </a:lnTo>
                  <a:lnTo>
                    <a:pt x="6983951" y="2305560"/>
                  </a:lnTo>
                  <a:lnTo>
                    <a:pt x="7065114" y="2326908"/>
                  </a:lnTo>
                  <a:lnTo>
                    <a:pt x="7151370" y="2345927"/>
                  </a:lnTo>
                  <a:lnTo>
                    <a:pt x="7241030" y="2362674"/>
                  </a:lnTo>
                  <a:lnTo>
                    <a:pt x="7331402" y="2377132"/>
                  </a:lnTo>
                  <a:lnTo>
                    <a:pt x="7418856" y="2389246"/>
                  </a:lnTo>
                  <a:lnTo>
                    <a:pt x="7499172" y="2398975"/>
                  </a:lnTo>
                  <a:lnTo>
                    <a:pt x="7568191" y="2406353"/>
                  </a:lnTo>
                  <a:lnTo>
                    <a:pt x="7622663" y="2411529"/>
                  </a:lnTo>
                  <a:lnTo>
                    <a:pt x="7661026" y="2414789"/>
                  </a:lnTo>
                  <a:lnTo>
                    <a:pt x="7683885" y="2416534"/>
                  </a:lnTo>
                  <a:lnTo>
                    <a:pt x="7694040" y="2417235"/>
                  </a:lnTo>
                  <a:lnTo>
                    <a:pt x="7696222" y="2417372"/>
                  </a:lnTo>
                  <a:lnTo>
                    <a:pt x="7696237" y="2417373"/>
                  </a:lnTo>
                  <a:lnTo>
                    <a:pt x="8234974" y="2417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1" name="pl811"/>
            <p:cNvSpPr/>
            <p:nvPr/>
          </p:nvSpPr>
          <p:spPr>
            <a:xfrm>
              <a:off x="546595" y="2547153"/>
              <a:ext cx="8234974" cy="2417373"/>
            </a:xfrm>
            <a:custGeom>
              <a:avLst/>
              <a:pathLst>
                <a:path w="8234974" h="2417373">
                  <a:moveTo>
                    <a:pt x="8234974" y="2417373"/>
                  </a:move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7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3"/>
                  </a:lnTo>
                  <a:lnTo>
                    <a:pt x="3838464" y="276"/>
                  </a:lnTo>
                  <a:lnTo>
                    <a:pt x="3817584" y="946"/>
                  </a:lnTo>
                  <a:lnTo>
                    <a:pt x="3780823" y="2262"/>
                  </a:lnTo>
                  <a:lnTo>
                    <a:pt x="3727175" y="4412"/>
                  </a:lnTo>
                  <a:lnTo>
                    <a:pt x="3658031" y="7536"/>
                  </a:lnTo>
                  <a:lnTo>
                    <a:pt x="3576709" y="11707"/>
                  </a:lnTo>
                  <a:lnTo>
                    <a:pt x="3487604" y="16946"/>
                  </a:lnTo>
                  <a:lnTo>
                    <a:pt x="3395243" y="23235"/>
                  </a:lnTo>
                  <a:lnTo>
                    <a:pt x="3303536" y="30548"/>
                  </a:lnTo>
                  <a:lnTo>
                    <a:pt x="3215377" y="38879"/>
                  </a:lnTo>
                  <a:lnTo>
                    <a:pt x="3132563" y="48252"/>
                  </a:lnTo>
                  <a:lnTo>
                    <a:pt x="3055928" y="58739"/>
                  </a:lnTo>
                  <a:lnTo>
                    <a:pt x="2985570" y="70458"/>
                  </a:lnTo>
                  <a:lnTo>
                    <a:pt x="2921076" y="83573"/>
                  </a:lnTo>
                  <a:lnTo>
                    <a:pt x="2861721" y="98290"/>
                  </a:lnTo>
                  <a:lnTo>
                    <a:pt x="2806613" y="114842"/>
                  </a:lnTo>
                  <a:lnTo>
                    <a:pt x="2754799" y="133468"/>
                  </a:lnTo>
                  <a:lnTo>
                    <a:pt x="2705356" y="154376"/>
                  </a:lnTo>
                  <a:lnTo>
                    <a:pt x="2667772" y="172410"/>
                  </a:lnTo>
                  <a:lnTo>
                    <a:pt x="2620256" y="197795"/>
                  </a:lnTo>
                  <a:lnTo>
                    <a:pt x="2573202" y="225672"/>
                  </a:lnTo>
                  <a:lnTo>
                    <a:pt x="2526156" y="256081"/>
                  </a:lnTo>
                  <a:lnTo>
                    <a:pt x="2478797" y="288982"/>
                  </a:lnTo>
                  <a:lnTo>
                    <a:pt x="2430930" y="324249"/>
                  </a:lnTo>
                  <a:lnTo>
                    <a:pt x="2382465" y="361663"/>
                  </a:lnTo>
                  <a:lnTo>
                    <a:pt x="2333406" y="400910"/>
                  </a:lnTo>
                  <a:lnTo>
                    <a:pt x="2283838" y="441589"/>
                  </a:lnTo>
                  <a:lnTo>
                    <a:pt x="2233910" y="483231"/>
                  </a:lnTo>
                  <a:lnTo>
                    <a:pt x="2183812" y="525313"/>
                  </a:lnTo>
                  <a:lnTo>
                    <a:pt x="2133756" y="567289"/>
                  </a:lnTo>
                  <a:lnTo>
                    <a:pt x="2083945" y="608621"/>
                  </a:lnTo>
                  <a:lnTo>
                    <a:pt x="2034558" y="648803"/>
                  </a:lnTo>
                  <a:lnTo>
                    <a:pt x="1985721" y="687389"/>
                  </a:lnTo>
                  <a:lnTo>
                    <a:pt x="1937489" y="724012"/>
                  </a:lnTo>
                  <a:lnTo>
                    <a:pt x="1889833" y="758392"/>
                  </a:lnTo>
                  <a:lnTo>
                    <a:pt x="1842624" y="790347"/>
                  </a:lnTo>
                  <a:lnTo>
                    <a:pt x="1795620" y="819784"/>
                  </a:lnTo>
                  <a:lnTo>
                    <a:pt x="1748451" y="846696"/>
                  </a:lnTo>
                  <a:lnTo>
                    <a:pt x="1719082" y="862051"/>
                  </a:lnTo>
                  <a:lnTo>
                    <a:pt x="1670921" y="884825"/>
                  </a:lnTo>
                  <a:lnTo>
                    <a:pt x="1621038" y="905224"/>
                  </a:lnTo>
                  <a:lnTo>
                    <a:pt x="1568589" y="923381"/>
                  </a:lnTo>
                  <a:lnTo>
                    <a:pt x="1512639" y="939514"/>
                  </a:lnTo>
                  <a:lnTo>
                    <a:pt x="1452241" y="953864"/>
                  </a:lnTo>
                  <a:lnTo>
                    <a:pt x="1386527" y="966660"/>
                  </a:lnTo>
                  <a:lnTo>
                    <a:pt x="1314826" y="978099"/>
                  </a:lnTo>
                  <a:lnTo>
                    <a:pt x="1236820" y="988335"/>
                  </a:lnTo>
                  <a:lnTo>
                    <a:pt x="1152745" y="997478"/>
                  </a:lnTo>
                  <a:lnTo>
                    <a:pt x="1063626" y="1005586"/>
                  </a:lnTo>
                  <a:lnTo>
                    <a:pt x="971492" y="1012679"/>
                  </a:lnTo>
                  <a:lnTo>
                    <a:pt x="879476" y="1018742"/>
                  </a:lnTo>
                  <a:lnTo>
                    <a:pt x="791667" y="1023750"/>
                  </a:lnTo>
                  <a:lnTo>
                    <a:pt x="712638" y="1027691"/>
                  </a:lnTo>
                  <a:lnTo>
                    <a:pt x="646632" y="1030594"/>
                  </a:lnTo>
                  <a:lnTo>
                    <a:pt x="596611" y="1032549"/>
                  </a:lnTo>
                  <a:lnTo>
                    <a:pt x="563469" y="1033707"/>
                  </a:lnTo>
                  <a:lnTo>
                    <a:pt x="545668" y="1034266"/>
                  </a:lnTo>
                  <a:lnTo>
                    <a:pt x="539360" y="1034445"/>
                  </a:lnTo>
                  <a:lnTo>
                    <a:pt x="538736" y="1034461"/>
                  </a:lnTo>
                  <a:lnTo>
                    <a:pt x="0" y="1034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2" name="pg812"/>
            <p:cNvSpPr/>
            <p:nvPr/>
          </p:nvSpPr>
          <p:spPr>
            <a:xfrm>
              <a:off x="546595" y="2585265"/>
              <a:ext cx="8234974" cy="2901936"/>
            </a:xfrm>
            <a:custGeom>
              <a:avLst/>
              <a:pathLst>
                <a:path w="8234974" h="2901936">
                  <a:moveTo>
                    <a:pt x="0" y="1007238"/>
                  </a:moveTo>
                  <a:lnTo>
                    <a:pt x="538736" y="1007238"/>
                  </a:lnTo>
                  <a:lnTo>
                    <a:pt x="540020" y="1007205"/>
                  </a:lnTo>
                  <a:lnTo>
                    <a:pt x="548400" y="1006970"/>
                  </a:lnTo>
                  <a:lnTo>
                    <a:pt x="569298" y="1006320"/>
                  </a:lnTo>
                  <a:lnTo>
                    <a:pt x="606091" y="1005045"/>
                  </a:lnTo>
                  <a:lnTo>
                    <a:pt x="659780" y="1002961"/>
                  </a:lnTo>
                  <a:lnTo>
                    <a:pt x="728971" y="999933"/>
                  </a:lnTo>
                  <a:lnTo>
                    <a:pt x="810341" y="995890"/>
                  </a:lnTo>
                  <a:lnTo>
                    <a:pt x="899488" y="990812"/>
                  </a:lnTo>
                  <a:lnTo>
                    <a:pt x="991883" y="984718"/>
                  </a:lnTo>
                  <a:lnTo>
                    <a:pt x="1083612" y="977630"/>
                  </a:lnTo>
                  <a:lnTo>
                    <a:pt x="1171784" y="969556"/>
                  </a:lnTo>
                  <a:lnTo>
                    <a:pt x="1254603" y="960472"/>
                  </a:lnTo>
                  <a:lnTo>
                    <a:pt x="1331237" y="950309"/>
                  </a:lnTo>
                  <a:lnTo>
                    <a:pt x="1401591" y="938951"/>
                  </a:lnTo>
                  <a:lnTo>
                    <a:pt x="1466080" y="926239"/>
                  </a:lnTo>
                  <a:lnTo>
                    <a:pt x="1525430" y="911974"/>
                  </a:lnTo>
                  <a:lnTo>
                    <a:pt x="1580536" y="895929"/>
                  </a:lnTo>
                  <a:lnTo>
                    <a:pt x="1632351" y="877872"/>
                  </a:lnTo>
                  <a:lnTo>
                    <a:pt x="1681798" y="857604"/>
                  </a:lnTo>
                  <a:lnTo>
                    <a:pt x="1719082" y="840273"/>
                  </a:lnTo>
                  <a:lnTo>
                    <a:pt x="1766856" y="815548"/>
                  </a:lnTo>
                  <a:lnTo>
                    <a:pt x="1814164" y="788385"/>
                  </a:lnTo>
                  <a:lnTo>
                    <a:pt x="1861469" y="758743"/>
                  </a:lnTo>
                  <a:lnTo>
                    <a:pt x="1909094" y="726662"/>
                  </a:lnTo>
                  <a:lnTo>
                    <a:pt x="1957236" y="692268"/>
                  </a:lnTo>
                  <a:lnTo>
                    <a:pt x="2005984" y="655780"/>
                  </a:lnTo>
                  <a:lnTo>
                    <a:pt x="2055330" y="617509"/>
                  </a:lnTo>
                  <a:lnTo>
                    <a:pt x="2105186" y="577852"/>
                  </a:lnTo>
                  <a:lnTo>
                    <a:pt x="2155398" y="537275"/>
                  </a:lnTo>
                  <a:lnTo>
                    <a:pt x="2205771" y="496293"/>
                  </a:lnTo>
                  <a:lnTo>
                    <a:pt x="2256092" y="455443"/>
                  </a:lnTo>
                  <a:lnTo>
                    <a:pt x="2306152" y="415254"/>
                  </a:lnTo>
                  <a:lnTo>
                    <a:pt x="2355773" y="376222"/>
                  </a:lnTo>
                  <a:lnTo>
                    <a:pt x="2404833" y="338780"/>
                  </a:lnTo>
                  <a:lnTo>
                    <a:pt x="2453279" y="303285"/>
                  </a:lnTo>
                  <a:lnTo>
                    <a:pt x="2501150" y="270003"/>
                  </a:lnTo>
                  <a:lnTo>
                    <a:pt x="2548586" y="239107"/>
                  </a:lnTo>
                  <a:lnTo>
                    <a:pt x="2595844" y="210679"/>
                  </a:lnTo>
                  <a:lnTo>
                    <a:pt x="2643313" y="184720"/>
                  </a:lnTo>
                  <a:lnTo>
                    <a:pt x="2667772" y="172410"/>
                  </a:lnTo>
                  <a:lnTo>
                    <a:pt x="2715949" y="150348"/>
                  </a:lnTo>
                  <a:lnTo>
                    <a:pt x="2765850" y="130587"/>
                  </a:lnTo>
                  <a:lnTo>
                    <a:pt x="2818318" y="113000"/>
                  </a:lnTo>
                  <a:lnTo>
                    <a:pt x="2874291" y="97374"/>
                  </a:lnTo>
                  <a:lnTo>
                    <a:pt x="2934716" y="83475"/>
                  </a:lnTo>
                  <a:lnTo>
                    <a:pt x="3000462" y="71081"/>
                  </a:lnTo>
                  <a:lnTo>
                    <a:pt x="3072199" y="60003"/>
                  </a:lnTo>
                  <a:lnTo>
                    <a:pt x="3150245" y="50089"/>
                  </a:lnTo>
                  <a:lnTo>
                    <a:pt x="3234364" y="41235"/>
                  </a:lnTo>
                  <a:lnTo>
                    <a:pt x="3323525" y="33383"/>
                  </a:lnTo>
                  <a:lnTo>
                    <a:pt x="3415693" y="26515"/>
                  </a:lnTo>
                  <a:lnTo>
                    <a:pt x="3507732" y="20646"/>
                  </a:lnTo>
                  <a:lnTo>
                    <a:pt x="3595543" y="15799"/>
                  </a:lnTo>
                  <a:lnTo>
                    <a:pt x="3674549" y="11986"/>
                  </a:lnTo>
                  <a:lnTo>
                    <a:pt x="3740507" y="9178"/>
                  </a:lnTo>
                  <a:lnTo>
                    <a:pt x="3790459" y="7288"/>
                  </a:lnTo>
                  <a:lnTo>
                    <a:pt x="3823524" y="6170"/>
                  </a:lnTo>
                  <a:lnTo>
                    <a:pt x="3841252" y="5631"/>
                  </a:lnTo>
                  <a:lnTo>
                    <a:pt x="3847509" y="545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8" y="5530"/>
                  </a:lnTo>
                  <a:lnTo>
                    <a:pt x="4395625" y="6143"/>
                  </a:lnTo>
                  <a:lnTo>
                    <a:pt x="4414664" y="7840"/>
                  </a:lnTo>
                  <a:lnTo>
                    <a:pt x="4448356" y="11172"/>
                  </a:lnTo>
                  <a:lnTo>
                    <a:pt x="4497862" y="16632"/>
                  </a:lnTo>
                  <a:lnTo>
                    <a:pt x="4562229" y="24594"/>
                  </a:lnTo>
                  <a:lnTo>
                    <a:pt x="4638714" y="35276"/>
                  </a:lnTo>
                  <a:lnTo>
                    <a:pt x="4723467" y="48753"/>
                  </a:lnTo>
                  <a:lnTo>
                    <a:pt x="4812344" y="64997"/>
                  </a:lnTo>
                  <a:lnTo>
                    <a:pt x="4901595" y="83943"/>
                  </a:lnTo>
                  <a:lnTo>
                    <a:pt x="4988297" y="105550"/>
                  </a:lnTo>
                  <a:lnTo>
                    <a:pt x="5070488" y="129850"/>
                  </a:lnTo>
                  <a:lnTo>
                    <a:pt x="5147106" y="156979"/>
                  </a:lnTo>
                  <a:lnTo>
                    <a:pt x="5217820" y="187187"/>
                  </a:lnTo>
                  <a:lnTo>
                    <a:pt x="5282823" y="220839"/>
                  </a:lnTo>
                  <a:lnTo>
                    <a:pt x="5342655" y="258408"/>
                  </a:lnTo>
                  <a:lnTo>
                    <a:pt x="5398064" y="300456"/>
                  </a:lnTo>
                  <a:lnTo>
                    <a:pt x="5449892" y="347590"/>
                  </a:lnTo>
                  <a:lnTo>
                    <a:pt x="5499000" y="400399"/>
                  </a:lnTo>
                  <a:lnTo>
                    <a:pt x="5546193" y="459332"/>
                  </a:lnTo>
                  <a:lnTo>
                    <a:pt x="5567201" y="488193"/>
                  </a:lnTo>
                  <a:lnTo>
                    <a:pt x="5602352" y="540009"/>
                  </a:lnTo>
                  <a:lnTo>
                    <a:pt x="5637174" y="595598"/>
                  </a:lnTo>
                  <a:lnTo>
                    <a:pt x="5671875" y="655038"/>
                  </a:lnTo>
                  <a:lnTo>
                    <a:pt x="5706619" y="718344"/>
                  </a:lnTo>
                  <a:lnTo>
                    <a:pt x="5741529" y="785466"/>
                  </a:lnTo>
                  <a:lnTo>
                    <a:pt x="5776692" y="856280"/>
                  </a:lnTo>
                  <a:lnTo>
                    <a:pt x="5812162" y="930585"/>
                  </a:lnTo>
                  <a:lnTo>
                    <a:pt x="5847964" y="1008100"/>
                  </a:lnTo>
                  <a:lnTo>
                    <a:pt x="5884092" y="1088469"/>
                  </a:lnTo>
                  <a:lnTo>
                    <a:pt x="5920521" y="1171261"/>
                  </a:lnTo>
                  <a:lnTo>
                    <a:pt x="5957200" y="1255979"/>
                  </a:lnTo>
                  <a:lnTo>
                    <a:pt x="5994065" y="1342074"/>
                  </a:lnTo>
                  <a:lnTo>
                    <a:pt x="6031038" y="1428957"/>
                  </a:lnTo>
                  <a:lnTo>
                    <a:pt x="6068036" y="1516016"/>
                  </a:lnTo>
                  <a:lnTo>
                    <a:pt x="6104972" y="1602633"/>
                  </a:lnTo>
                  <a:lnTo>
                    <a:pt x="6141766" y="1688204"/>
                  </a:lnTo>
                  <a:lnTo>
                    <a:pt x="6178344" y="1772154"/>
                  </a:lnTo>
                  <a:lnTo>
                    <a:pt x="6214647" y="1853956"/>
                  </a:lnTo>
                  <a:lnTo>
                    <a:pt x="6250637" y="1933141"/>
                  </a:lnTo>
                  <a:lnTo>
                    <a:pt x="6286294" y="2009309"/>
                  </a:lnTo>
                  <a:lnTo>
                    <a:pt x="6321627" y="2082135"/>
                  </a:lnTo>
                  <a:lnTo>
                    <a:pt x="6356672" y="2151374"/>
                  </a:lnTo>
                  <a:lnTo>
                    <a:pt x="6391497" y="2216859"/>
                  </a:lnTo>
                  <a:lnTo>
                    <a:pt x="6426206" y="2278497"/>
                  </a:lnTo>
                  <a:lnTo>
                    <a:pt x="6460937" y="2336267"/>
                  </a:lnTo>
                  <a:lnTo>
                    <a:pt x="6495872" y="2390214"/>
                  </a:lnTo>
                  <a:lnTo>
                    <a:pt x="6515891" y="2419188"/>
                  </a:lnTo>
                  <a:lnTo>
                    <a:pt x="6562447" y="2480969"/>
                  </a:lnTo>
                  <a:lnTo>
                    <a:pt x="6610591" y="2536521"/>
                  </a:lnTo>
                  <a:lnTo>
                    <a:pt x="6661077" y="2586167"/>
                  </a:lnTo>
                  <a:lnTo>
                    <a:pt x="6714751" y="2630450"/>
                  </a:lnTo>
                  <a:lnTo>
                    <a:pt x="6772473" y="2669981"/>
                  </a:lnTo>
                  <a:lnTo>
                    <a:pt x="6835043" y="2705350"/>
                  </a:lnTo>
                  <a:lnTo>
                    <a:pt x="6903112" y="2737071"/>
                  </a:lnTo>
                  <a:lnTo>
                    <a:pt x="6977051" y="2765561"/>
                  </a:lnTo>
                  <a:lnTo>
                    <a:pt x="7056792" y="2791124"/>
                  </a:lnTo>
                  <a:lnTo>
                    <a:pt x="7141629" y="2813945"/>
                  </a:lnTo>
                  <a:lnTo>
                    <a:pt x="7230027" y="2834102"/>
                  </a:lnTo>
                  <a:lnTo>
                    <a:pt x="7319496" y="2851582"/>
                  </a:lnTo>
                  <a:lnTo>
                    <a:pt x="7406626" y="2866324"/>
                  </a:lnTo>
                  <a:lnTo>
                    <a:pt x="7487383" y="2878275"/>
                  </a:lnTo>
                  <a:lnTo>
                    <a:pt x="7557683" y="2887456"/>
                  </a:lnTo>
                  <a:lnTo>
                    <a:pt x="7614183" y="2894016"/>
                  </a:lnTo>
                  <a:lnTo>
                    <a:pt x="7655050" y="2898260"/>
                  </a:lnTo>
                  <a:lnTo>
                    <a:pt x="7680468" y="2900634"/>
                  </a:lnTo>
                  <a:lnTo>
                    <a:pt x="7692753" y="2901670"/>
                  </a:lnTo>
                  <a:lnTo>
                    <a:pt x="7696237" y="2901936"/>
                  </a:lnTo>
                  <a:lnTo>
                    <a:pt x="8234974" y="2901936"/>
                  </a:lnTo>
                  <a:lnTo>
                    <a:pt x="8234974" y="2896492"/>
                  </a:lnTo>
                  <a:lnTo>
                    <a:pt x="7696237" y="2896492"/>
                  </a:lnTo>
                  <a:lnTo>
                    <a:pt x="7695075" y="2896406"/>
                  </a:lnTo>
                  <a:lnTo>
                    <a:pt x="7687468" y="2895792"/>
                  </a:lnTo>
                  <a:lnTo>
                    <a:pt x="7668428" y="2894096"/>
                  </a:lnTo>
                  <a:lnTo>
                    <a:pt x="7634737" y="2890764"/>
                  </a:lnTo>
                  <a:lnTo>
                    <a:pt x="7585230" y="2885303"/>
                  </a:lnTo>
                  <a:lnTo>
                    <a:pt x="7520863" y="2877342"/>
                  </a:lnTo>
                  <a:lnTo>
                    <a:pt x="7444378" y="2866659"/>
                  </a:lnTo>
                  <a:lnTo>
                    <a:pt x="7359625" y="2853182"/>
                  </a:lnTo>
                  <a:lnTo>
                    <a:pt x="7270749" y="2836938"/>
                  </a:lnTo>
                  <a:lnTo>
                    <a:pt x="7181497" y="2817993"/>
                  </a:lnTo>
                  <a:lnTo>
                    <a:pt x="7094795" y="2796386"/>
                  </a:lnTo>
                  <a:lnTo>
                    <a:pt x="7012605" y="2772085"/>
                  </a:lnTo>
                  <a:lnTo>
                    <a:pt x="6935986" y="2744956"/>
                  </a:lnTo>
                  <a:lnTo>
                    <a:pt x="6865272" y="2714749"/>
                  </a:lnTo>
                  <a:lnTo>
                    <a:pt x="6800270" y="2681097"/>
                  </a:lnTo>
                  <a:lnTo>
                    <a:pt x="6740437" y="2643528"/>
                  </a:lnTo>
                  <a:lnTo>
                    <a:pt x="6685028" y="2601480"/>
                  </a:lnTo>
                  <a:lnTo>
                    <a:pt x="6633200" y="2554346"/>
                  </a:lnTo>
                  <a:lnTo>
                    <a:pt x="6584093" y="2501536"/>
                  </a:lnTo>
                  <a:lnTo>
                    <a:pt x="6536900" y="2442604"/>
                  </a:lnTo>
                  <a:lnTo>
                    <a:pt x="6515891" y="2413743"/>
                  </a:lnTo>
                  <a:lnTo>
                    <a:pt x="6480741" y="2361927"/>
                  </a:lnTo>
                  <a:lnTo>
                    <a:pt x="6445919" y="2306338"/>
                  </a:lnTo>
                  <a:lnTo>
                    <a:pt x="6411217" y="2246898"/>
                  </a:lnTo>
                  <a:lnTo>
                    <a:pt x="6376473" y="2183592"/>
                  </a:lnTo>
                  <a:lnTo>
                    <a:pt x="6341563" y="2116470"/>
                  </a:lnTo>
                  <a:lnTo>
                    <a:pt x="6306400" y="2045656"/>
                  </a:lnTo>
                  <a:lnTo>
                    <a:pt x="6270930" y="1971351"/>
                  </a:lnTo>
                  <a:lnTo>
                    <a:pt x="6235129" y="1893835"/>
                  </a:lnTo>
                  <a:lnTo>
                    <a:pt x="6199000" y="1813467"/>
                  </a:lnTo>
                  <a:lnTo>
                    <a:pt x="6162572" y="1730675"/>
                  </a:lnTo>
                  <a:lnTo>
                    <a:pt x="6125893" y="1645957"/>
                  </a:lnTo>
                  <a:lnTo>
                    <a:pt x="6089028" y="1559862"/>
                  </a:lnTo>
                  <a:lnTo>
                    <a:pt x="6052054" y="1472978"/>
                  </a:lnTo>
                  <a:lnTo>
                    <a:pt x="6015057" y="1385920"/>
                  </a:lnTo>
                  <a:lnTo>
                    <a:pt x="5978120" y="1299303"/>
                  </a:lnTo>
                  <a:lnTo>
                    <a:pt x="5941327" y="1213732"/>
                  </a:lnTo>
                  <a:lnTo>
                    <a:pt x="5904749" y="1129782"/>
                  </a:lnTo>
                  <a:lnTo>
                    <a:pt x="5868445" y="1047980"/>
                  </a:lnTo>
                  <a:lnTo>
                    <a:pt x="5832456" y="968795"/>
                  </a:lnTo>
                  <a:lnTo>
                    <a:pt x="5796798" y="892627"/>
                  </a:lnTo>
                  <a:lnTo>
                    <a:pt x="5761466" y="819800"/>
                  </a:lnTo>
                  <a:lnTo>
                    <a:pt x="5726421" y="750561"/>
                  </a:lnTo>
                  <a:lnTo>
                    <a:pt x="5691595" y="685077"/>
                  </a:lnTo>
                  <a:lnTo>
                    <a:pt x="5656887" y="623439"/>
                  </a:lnTo>
                  <a:lnTo>
                    <a:pt x="5622156" y="565669"/>
                  </a:lnTo>
                  <a:lnTo>
                    <a:pt x="5587220" y="511722"/>
                  </a:lnTo>
                  <a:lnTo>
                    <a:pt x="5567201" y="482748"/>
                  </a:lnTo>
                  <a:lnTo>
                    <a:pt x="5520645" y="420967"/>
                  </a:lnTo>
                  <a:lnTo>
                    <a:pt x="5472502" y="365415"/>
                  </a:lnTo>
                  <a:lnTo>
                    <a:pt x="5422015" y="315769"/>
                  </a:lnTo>
                  <a:lnTo>
                    <a:pt x="5368341" y="271486"/>
                  </a:lnTo>
                  <a:lnTo>
                    <a:pt x="5310620" y="231954"/>
                  </a:lnTo>
                  <a:lnTo>
                    <a:pt x="5248050" y="196586"/>
                  </a:lnTo>
                  <a:lnTo>
                    <a:pt x="5179981" y="164865"/>
                  </a:lnTo>
                  <a:lnTo>
                    <a:pt x="5106041" y="136375"/>
                  </a:lnTo>
                  <a:lnTo>
                    <a:pt x="5026300" y="110812"/>
                  </a:lnTo>
                  <a:lnTo>
                    <a:pt x="4941463" y="87990"/>
                  </a:lnTo>
                  <a:lnTo>
                    <a:pt x="4853066" y="67833"/>
                  </a:lnTo>
                  <a:lnTo>
                    <a:pt x="4763597" y="50354"/>
                  </a:lnTo>
                  <a:lnTo>
                    <a:pt x="4676466" y="35612"/>
                  </a:lnTo>
                  <a:lnTo>
                    <a:pt x="4595709" y="23661"/>
                  </a:lnTo>
                  <a:lnTo>
                    <a:pt x="4525409" y="14480"/>
                  </a:lnTo>
                  <a:lnTo>
                    <a:pt x="4468909" y="7920"/>
                  </a:lnTo>
                  <a:lnTo>
                    <a:pt x="4428043" y="3675"/>
                  </a:lnTo>
                  <a:lnTo>
                    <a:pt x="4402624" y="1302"/>
                  </a:lnTo>
                  <a:lnTo>
                    <a:pt x="4390340" y="26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4" y="32"/>
                  </a:lnTo>
                  <a:lnTo>
                    <a:pt x="3838455" y="267"/>
                  </a:lnTo>
                  <a:lnTo>
                    <a:pt x="3817557" y="917"/>
                  </a:lnTo>
                  <a:lnTo>
                    <a:pt x="3780764" y="2193"/>
                  </a:lnTo>
                  <a:lnTo>
                    <a:pt x="3727075" y="4277"/>
                  </a:lnTo>
                  <a:lnTo>
                    <a:pt x="3657883" y="7305"/>
                  </a:lnTo>
                  <a:lnTo>
                    <a:pt x="3576514" y="11348"/>
                  </a:lnTo>
                  <a:lnTo>
                    <a:pt x="3487367" y="16425"/>
                  </a:lnTo>
                  <a:lnTo>
                    <a:pt x="3394972" y="22520"/>
                  </a:lnTo>
                  <a:lnTo>
                    <a:pt x="3303242" y="29608"/>
                  </a:lnTo>
                  <a:lnTo>
                    <a:pt x="3215071" y="37682"/>
                  </a:lnTo>
                  <a:lnTo>
                    <a:pt x="3132252" y="46766"/>
                  </a:lnTo>
                  <a:lnTo>
                    <a:pt x="3055618" y="56929"/>
                  </a:lnTo>
                  <a:lnTo>
                    <a:pt x="2985264" y="68287"/>
                  </a:lnTo>
                  <a:lnTo>
                    <a:pt x="2920775" y="80999"/>
                  </a:lnTo>
                  <a:lnTo>
                    <a:pt x="2861424" y="95264"/>
                  </a:lnTo>
                  <a:lnTo>
                    <a:pt x="2806318" y="111309"/>
                  </a:lnTo>
                  <a:lnTo>
                    <a:pt x="2754504" y="129365"/>
                  </a:lnTo>
                  <a:lnTo>
                    <a:pt x="2705056" y="149634"/>
                  </a:lnTo>
                  <a:lnTo>
                    <a:pt x="2667772" y="166965"/>
                  </a:lnTo>
                  <a:lnTo>
                    <a:pt x="2619998" y="191689"/>
                  </a:lnTo>
                  <a:lnTo>
                    <a:pt x="2572691" y="218853"/>
                  </a:lnTo>
                  <a:lnTo>
                    <a:pt x="2525385" y="248495"/>
                  </a:lnTo>
                  <a:lnTo>
                    <a:pt x="2477760" y="280576"/>
                  </a:lnTo>
                  <a:lnTo>
                    <a:pt x="2429618" y="314970"/>
                  </a:lnTo>
                  <a:lnTo>
                    <a:pt x="2380871" y="351458"/>
                  </a:lnTo>
                  <a:lnTo>
                    <a:pt x="2331524" y="389728"/>
                  </a:lnTo>
                  <a:lnTo>
                    <a:pt x="2281669" y="429386"/>
                  </a:lnTo>
                  <a:lnTo>
                    <a:pt x="2231457" y="469963"/>
                  </a:lnTo>
                  <a:lnTo>
                    <a:pt x="2181083" y="510945"/>
                  </a:lnTo>
                  <a:lnTo>
                    <a:pt x="2130763" y="551795"/>
                  </a:lnTo>
                  <a:lnTo>
                    <a:pt x="2080703" y="591984"/>
                  </a:lnTo>
                  <a:lnTo>
                    <a:pt x="2031081" y="631016"/>
                  </a:lnTo>
                  <a:lnTo>
                    <a:pt x="1982022" y="668457"/>
                  </a:lnTo>
                  <a:lnTo>
                    <a:pt x="1933576" y="703953"/>
                  </a:lnTo>
                  <a:lnTo>
                    <a:pt x="1885705" y="737235"/>
                  </a:lnTo>
                  <a:lnTo>
                    <a:pt x="1838268" y="768131"/>
                  </a:lnTo>
                  <a:lnTo>
                    <a:pt x="1791010" y="796558"/>
                  </a:lnTo>
                  <a:lnTo>
                    <a:pt x="1743542" y="822518"/>
                  </a:lnTo>
                  <a:lnTo>
                    <a:pt x="1719082" y="834828"/>
                  </a:lnTo>
                  <a:lnTo>
                    <a:pt x="1670905" y="856890"/>
                  </a:lnTo>
                  <a:lnTo>
                    <a:pt x="1621004" y="876650"/>
                  </a:lnTo>
                  <a:lnTo>
                    <a:pt x="1568537" y="894238"/>
                  </a:lnTo>
                  <a:lnTo>
                    <a:pt x="1512564" y="909864"/>
                  </a:lnTo>
                  <a:lnTo>
                    <a:pt x="1452139" y="923763"/>
                  </a:lnTo>
                  <a:lnTo>
                    <a:pt x="1386393" y="936156"/>
                  </a:lnTo>
                  <a:lnTo>
                    <a:pt x="1314656" y="947235"/>
                  </a:lnTo>
                  <a:lnTo>
                    <a:pt x="1236609" y="957149"/>
                  </a:lnTo>
                  <a:lnTo>
                    <a:pt x="1152491" y="966003"/>
                  </a:lnTo>
                  <a:lnTo>
                    <a:pt x="1063330" y="973855"/>
                  </a:lnTo>
                  <a:lnTo>
                    <a:pt x="971161" y="980722"/>
                  </a:lnTo>
                  <a:lnTo>
                    <a:pt x="879122" y="986592"/>
                  </a:lnTo>
                  <a:lnTo>
                    <a:pt x="791312" y="991439"/>
                  </a:lnTo>
                  <a:lnTo>
                    <a:pt x="712305" y="995252"/>
                  </a:lnTo>
                  <a:lnTo>
                    <a:pt x="646348" y="998060"/>
                  </a:lnTo>
                  <a:lnTo>
                    <a:pt x="596396" y="999950"/>
                  </a:lnTo>
                  <a:lnTo>
                    <a:pt x="563331" y="1001068"/>
                  </a:lnTo>
                  <a:lnTo>
                    <a:pt x="545602" y="1001607"/>
                  </a:lnTo>
                  <a:lnTo>
                    <a:pt x="539345" y="1001778"/>
                  </a:lnTo>
                  <a:lnTo>
                    <a:pt x="538736" y="1001794"/>
                  </a:lnTo>
                  <a:lnTo>
                    <a:pt x="0" y="100179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13" name="pl813"/>
            <p:cNvSpPr/>
            <p:nvPr/>
          </p:nvSpPr>
          <p:spPr>
            <a:xfrm>
              <a:off x="546595" y="2590709"/>
              <a:ext cx="8234974" cy="2896492"/>
            </a:xfrm>
            <a:custGeom>
              <a:avLst/>
              <a:pathLst>
                <a:path w="8234974" h="2896492">
                  <a:moveTo>
                    <a:pt x="0" y="1001794"/>
                  </a:moveTo>
                  <a:lnTo>
                    <a:pt x="538736" y="1001794"/>
                  </a:lnTo>
                  <a:lnTo>
                    <a:pt x="540020" y="1001761"/>
                  </a:lnTo>
                  <a:lnTo>
                    <a:pt x="548400" y="1001526"/>
                  </a:lnTo>
                  <a:lnTo>
                    <a:pt x="569298" y="1000876"/>
                  </a:lnTo>
                  <a:lnTo>
                    <a:pt x="606091" y="999601"/>
                  </a:lnTo>
                  <a:lnTo>
                    <a:pt x="659780" y="997516"/>
                  </a:lnTo>
                  <a:lnTo>
                    <a:pt x="728971" y="994489"/>
                  </a:lnTo>
                  <a:lnTo>
                    <a:pt x="810341" y="990445"/>
                  </a:lnTo>
                  <a:lnTo>
                    <a:pt x="899488" y="985368"/>
                  </a:lnTo>
                  <a:lnTo>
                    <a:pt x="991883" y="979273"/>
                  </a:lnTo>
                  <a:lnTo>
                    <a:pt x="1083612" y="972185"/>
                  </a:lnTo>
                  <a:lnTo>
                    <a:pt x="1171784" y="964112"/>
                  </a:lnTo>
                  <a:lnTo>
                    <a:pt x="1254603" y="955028"/>
                  </a:lnTo>
                  <a:lnTo>
                    <a:pt x="1331237" y="944864"/>
                  </a:lnTo>
                  <a:lnTo>
                    <a:pt x="1401591" y="933506"/>
                  </a:lnTo>
                  <a:lnTo>
                    <a:pt x="1466080" y="920794"/>
                  </a:lnTo>
                  <a:lnTo>
                    <a:pt x="1525430" y="906529"/>
                  </a:lnTo>
                  <a:lnTo>
                    <a:pt x="1580536" y="890484"/>
                  </a:lnTo>
                  <a:lnTo>
                    <a:pt x="1632351" y="872428"/>
                  </a:lnTo>
                  <a:lnTo>
                    <a:pt x="1681798" y="852160"/>
                  </a:lnTo>
                  <a:lnTo>
                    <a:pt x="1719082" y="834828"/>
                  </a:lnTo>
                  <a:lnTo>
                    <a:pt x="1766856" y="810104"/>
                  </a:lnTo>
                  <a:lnTo>
                    <a:pt x="1814164" y="782940"/>
                  </a:lnTo>
                  <a:lnTo>
                    <a:pt x="1861469" y="753298"/>
                  </a:lnTo>
                  <a:lnTo>
                    <a:pt x="1909094" y="721217"/>
                  </a:lnTo>
                  <a:lnTo>
                    <a:pt x="1957236" y="686823"/>
                  </a:lnTo>
                  <a:lnTo>
                    <a:pt x="2005984" y="650335"/>
                  </a:lnTo>
                  <a:lnTo>
                    <a:pt x="2055330" y="612065"/>
                  </a:lnTo>
                  <a:lnTo>
                    <a:pt x="2105186" y="572408"/>
                  </a:lnTo>
                  <a:lnTo>
                    <a:pt x="2155398" y="531830"/>
                  </a:lnTo>
                  <a:lnTo>
                    <a:pt x="2205771" y="490848"/>
                  </a:lnTo>
                  <a:lnTo>
                    <a:pt x="2256092" y="449998"/>
                  </a:lnTo>
                  <a:lnTo>
                    <a:pt x="2306152" y="409810"/>
                  </a:lnTo>
                  <a:lnTo>
                    <a:pt x="2355773" y="370777"/>
                  </a:lnTo>
                  <a:lnTo>
                    <a:pt x="2404833" y="333336"/>
                  </a:lnTo>
                  <a:lnTo>
                    <a:pt x="2453279" y="297841"/>
                  </a:lnTo>
                  <a:lnTo>
                    <a:pt x="2501150" y="264559"/>
                  </a:lnTo>
                  <a:lnTo>
                    <a:pt x="2548586" y="233662"/>
                  </a:lnTo>
                  <a:lnTo>
                    <a:pt x="2595844" y="205235"/>
                  </a:lnTo>
                  <a:lnTo>
                    <a:pt x="2643313" y="179276"/>
                  </a:lnTo>
                  <a:lnTo>
                    <a:pt x="2667772" y="166965"/>
                  </a:lnTo>
                  <a:lnTo>
                    <a:pt x="2715949" y="144903"/>
                  </a:lnTo>
                  <a:lnTo>
                    <a:pt x="2765850" y="125143"/>
                  </a:lnTo>
                  <a:lnTo>
                    <a:pt x="2818318" y="107555"/>
                  </a:lnTo>
                  <a:lnTo>
                    <a:pt x="2874291" y="91929"/>
                  </a:lnTo>
                  <a:lnTo>
                    <a:pt x="2934716" y="78030"/>
                  </a:lnTo>
                  <a:lnTo>
                    <a:pt x="3000462" y="65637"/>
                  </a:lnTo>
                  <a:lnTo>
                    <a:pt x="3072199" y="54558"/>
                  </a:lnTo>
                  <a:lnTo>
                    <a:pt x="3150245" y="44644"/>
                  </a:lnTo>
                  <a:lnTo>
                    <a:pt x="3234364" y="35791"/>
                  </a:lnTo>
                  <a:lnTo>
                    <a:pt x="3323525" y="27938"/>
                  </a:lnTo>
                  <a:lnTo>
                    <a:pt x="3415693" y="21071"/>
                  </a:lnTo>
                  <a:lnTo>
                    <a:pt x="3507732" y="15201"/>
                  </a:lnTo>
                  <a:lnTo>
                    <a:pt x="3595543" y="10354"/>
                  </a:lnTo>
                  <a:lnTo>
                    <a:pt x="3674549" y="6541"/>
                  </a:lnTo>
                  <a:lnTo>
                    <a:pt x="3740507" y="3733"/>
                  </a:lnTo>
                  <a:lnTo>
                    <a:pt x="3790459" y="1843"/>
                  </a:lnTo>
                  <a:lnTo>
                    <a:pt x="3823524" y="725"/>
                  </a:lnTo>
                  <a:lnTo>
                    <a:pt x="3841252" y="187"/>
                  </a:lnTo>
                  <a:lnTo>
                    <a:pt x="3847509" y="1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8" y="85"/>
                  </a:lnTo>
                  <a:lnTo>
                    <a:pt x="4395625" y="699"/>
                  </a:lnTo>
                  <a:lnTo>
                    <a:pt x="4414664" y="2395"/>
                  </a:lnTo>
                  <a:lnTo>
                    <a:pt x="4448356" y="5727"/>
                  </a:lnTo>
                  <a:lnTo>
                    <a:pt x="4497862" y="11188"/>
                  </a:lnTo>
                  <a:lnTo>
                    <a:pt x="4562229" y="19149"/>
                  </a:lnTo>
                  <a:lnTo>
                    <a:pt x="4638714" y="29832"/>
                  </a:lnTo>
                  <a:lnTo>
                    <a:pt x="4723467" y="43309"/>
                  </a:lnTo>
                  <a:lnTo>
                    <a:pt x="4812344" y="59553"/>
                  </a:lnTo>
                  <a:lnTo>
                    <a:pt x="4901595" y="78498"/>
                  </a:lnTo>
                  <a:lnTo>
                    <a:pt x="4988297" y="100105"/>
                  </a:lnTo>
                  <a:lnTo>
                    <a:pt x="5070488" y="124406"/>
                  </a:lnTo>
                  <a:lnTo>
                    <a:pt x="5147106" y="151535"/>
                  </a:lnTo>
                  <a:lnTo>
                    <a:pt x="5217820" y="181742"/>
                  </a:lnTo>
                  <a:lnTo>
                    <a:pt x="5282823" y="215394"/>
                  </a:lnTo>
                  <a:lnTo>
                    <a:pt x="5342655" y="252964"/>
                  </a:lnTo>
                  <a:lnTo>
                    <a:pt x="5398064" y="295011"/>
                  </a:lnTo>
                  <a:lnTo>
                    <a:pt x="5449892" y="342145"/>
                  </a:lnTo>
                  <a:lnTo>
                    <a:pt x="5499000" y="394955"/>
                  </a:lnTo>
                  <a:lnTo>
                    <a:pt x="5546193" y="453887"/>
                  </a:lnTo>
                  <a:lnTo>
                    <a:pt x="5567201" y="482748"/>
                  </a:lnTo>
                  <a:lnTo>
                    <a:pt x="5602352" y="534564"/>
                  </a:lnTo>
                  <a:lnTo>
                    <a:pt x="5637174" y="590154"/>
                  </a:lnTo>
                  <a:lnTo>
                    <a:pt x="5671875" y="649593"/>
                  </a:lnTo>
                  <a:lnTo>
                    <a:pt x="5706619" y="712900"/>
                  </a:lnTo>
                  <a:lnTo>
                    <a:pt x="5741529" y="780022"/>
                  </a:lnTo>
                  <a:lnTo>
                    <a:pt x="5776692" y="850835"/>
                  </a:lnTo>
                  <a:lnTo>
                    <a:pt x="5812162" y="925140"/>
                  </a:lnTo>
                  <a:lnTo>
                    <a:pt x="5847964" y="1002656"/>
                  </a:lnTo>
                  <a:lnTo>
                    <a:pt x="5884092" y="1083025"/>
                  </a:lnTo>
                  <a:lnTo>
                    <a:pt x="5920521" y="1165816"/>
                  </a:lnTo>
                  <a:lnTo>
                    <a:pt x="5957200" y="1250534"/>
                  </a:lnTo>
                  <a:lnTo>
                    <a:pt x="5994065" y="1336630"/>
                  </a:lnTo>
                  <a:lnTo>
                    <a:pt x="6031038" y="1423513"/>
                  </a:lnTo>
                  <a:lnTo>
                    <a:pt x="6068036" y="1510572"/>
                  </a:lnTo>
                  <a:lnTo>
                    <a:pt x="6104972" y="1597188"/>
                  </a:lnTo>
                  <a:lnTo>
                    <a:pt x="6141766" y="1682759"/>
                  </a:lnTo>
                  <a:lnTo>
                    <a:pt x="6178344" y="1766710"/>
                  </a:lnTo>
                  <a:lnTo>
                    <a:pt x="6214647" y="1848512"/>
                  </a:lnTo>
                  <a:lnTo>
                    <a:pt x="6250637" y="1927697"/>
                  </a:lnTo>
                  <a:lnTo>
                    <a:pt x="6286294" y="2003864"/>
                  </a:lnTo>
                  <a:lnTo>
                    <a:pt x="6321627" y="2076691"/>
                  </a:lnTo>
                  <a:lnTo>
                    <a:pt x="6356672" y="2145930"/>
                  </a:lnTo>
                  <a:lnTo>
                    <a:pt x="6391497" y="2211414"/>
                  </a:lnTo>
                  <a:lnTo>
                    <a:pt x="6426206" y="2273052"/>
                  </a:lnTo>
                  <a:lnTo>
                    <a:pt x="6460937" y="2330823"/>
                  </a:lnTo>
                  <a:lnTo>
                    <a:pt x="6495872" y="2384769"/>
                  </a:lnTo>
                  <a:lnTo>
                    <a:pt x="6515891" y="2413743"/>
                  </a:lnTo>
                  <a:lnTo>
                    <a:pt x="6562447" y="2475524"/>
                  </a:lnTo>
                  <a:lnTo>
                    <a:pt x="6610591" y="2531076"/>
                  </a:lnTo>
                  <a:lnTo>
                    <a:pt x="6661077" y="2580722"/>
                  </a:lnTo>
                  <a:lnTo>
                    <a:pt x="6714751" y="2625005"/>
                  </a:lnTo>
                  <a:lnTo>
                    <a:pt x="6772473" y="2664537"/>
                  </a:lnTo>
                  <a:lnTo>
                    <a:pt x="6835043" y="2699905"/>
                  </a:lnTo>
                  <a:lnTo>
                    <a:pt x="6903112" y="2731626"/>
                  </a:lnTo>
                  <a:lnTo>
                    <a:pt x="6977051" y="2760116"/>
                  </a:lnTo>
                  <a:lnTo>
                    <a:pt x="7056792" y="2785679"/>
                  </a:lnTo>
                  <a:lnTo>
                    <a:pt x="7141629" y="2808501"/>
                  </a:lnTo>
                  <a:lnTo>
                    <a:pt x="7230027" y="2828658"/>
                  </a:lnTo>
                  <a:lnTo>
                    <a:pt x="7319496" y="2846138"/>
                  </a:lnTo>
                  <a:lnTo>
                    <a:pt x="7406626" y="2860880"/>
                  </a:lnTo>
                  <a:lnTo>
                    <a:pt x="7487383" y="2872831"/>
                  </a:lnTo>
                  <a:lnTo>
                    <a:pt x="7557683" y="2882011"/>
                  </a:lnTo>
                  <a:lnTo>
                    <a:pt x="7614183" y="2888571"/>
                  </a:lnTo>
                  <a:lnTo>
                    <a:pt x="7655050" y="2892816"/>
                  </a:lnTo>
                  <a:lnTo>
                    <a:pt x="7680468" y="2895189"/>
                  </a:lnTo>
                  <a:lnTo>
                    <a:pt x="7692753" y="2896225"/>
                  </a:lnTo>
                  <a:lnTo>
                    <a:pt x="7696125" y="2896484"/>
                  </a:lnTo>
                  <a:lnTo>
                    <a:pt x="7696237" y="2896492"/>
                  </a:lnTo>
                  <a:lnTo>
                    <a:pt x="8234974" y="28964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4" name="pl814"/>
            <p:cNvSpPr/>
            <p:nvPr/>
          </p:nvSpPr>
          <p:spPr>
            <a:xfrm>
              <a:off x="546595" y="2585265"/>
              <a:ext cx="8234974" cy="2896492"/>
            </a:xfrm>
            <a:custGeom>
              <a:avLst/>
              <a:pathLst>
                <a:path w="8234974" h="2896492">
                  <a:moveTo>
                    <a:pt x="8234974" y="2896492"/>
                  </a:moveTo>
                  <a:lnTo>
                    <a:pt x="7696237" y="2896492"/>
                  </a:lnTo>
                  <a:lnTo>
                    <a:pt x="7695075" y="2896406"/>
                  </a:lnTo>
                  <a:lnTo>
                    <a:pt x="7687468" y="2895792"/>
                  </a:lnTo>
                  <a:lnTo>
                    <a:pt x="7668428" y="2894096"/>
                  </a:lnTo>
                  <a:lnTo>
                    <a:pt x="7634737" y="2890764"/>
                  </a:lnTo>
                  <a:lnTo>
                    <a:pt x="7585230" y="2885303"/>
                  </a:lnTo>
                  <a:lnTo>
                    <a:pt x="7520863" y="2877342"/>
                  </a:lnTo>
                  <a:lnTo>
                    <a:pt x="7444378" y="2866659"/>
                  </a:lnTo>
                  <a:lnTo>
                    <a:pt x="7359625" y="2853182"/>
                  </a:lnTo>
                  <a:lnTo>
                    <a:pt x="7270749" y="2836938"/>
                  </a:lnTo>
                  <a:lnTo>
                    <a:pt x="7181497" y="2817993"/>
                  </a:lnTo>
                  <a:lnTo>
                    <a:pt x="7094795" y="2796386"/>
                  </a:lnTo>
                  <a:lnTo>
                    <a:pt x="7012605" y="2772085"/>
                  </a:lnTo>
                  <a:lnTo>
                    <a:pt x="6935986" y="2744956"/>
                  </a:lnTo>
                  <a:lnTo>
                    <a:pt x="6865272" y="2714749"/>
                  </a:lnTo>
                  <a:lnTo>
                    <a:pt x="6800270" y="2681097"/>
                  </a:lnTo>
                  <a:lnTo>
                    <a:pt x="6740437" y="2643528"/>
                  </a:lnTo>
                  <a:lnTo>
                    <a:pt x="6685028" y="2601480"/>
                  </a:lnTo>
                  <a:lnTo>
                    <a:pt x="6633200" y="2554346"/>
                  </a:lnTo>
                  <a:lnTo>
                    <a:pt x="6584093" y="2501536"/>
                  </a:lnTo>
                  <a:lnTo>
                    <a:pt x="6536900" y="2442604"/>
                  </a:lnTo>
                  <a:lnTo>
                    <a:pt x="6515891" y="2413743"/>
                  </a:lnTo>
                  <a:lnTo>
                    <a:pt x="6480741" y="2361927"/>
                  </a:lnTo>
                  <a:lnTo>
                    <a:pt x="6445919" y="2306338"/>
                  </a:lnTo>
                  <a:lnTo>
                    <a:pt x="6411217" y="2246898"/>
                  </a:lnTo>
                  <a:lnTo>
                    <a:pt x="6376473" y="2183592"/>
                  </a:lnTo>
                  <a:lnTo>
                    <a:pt x="6341563" y="2116470"/>
                  </a:lnTo>
                  <a:lnTo>
                    <a:pt x="6306400" y="2045656"/>
                  </a:lnTo>
                  <a:lnTo>
                    <a:pt x="6270930" y="1971351"/>
                  </a:lnTo>
                  <a:lnTo>
                    <a:pt x="6235129" y="1893835"/>
                  </a:lnTo>
                  <a:lnTo>
                    <a:pt x="6199000" y="1813467"/>
                  </a:lnTo>
                  <a:lnTo>
                    <a:pt x="6162572" y="1730675"/>
                  </a:lnTo>
                  <a:lnTo>
                    <a:pt x="6125893" y="1645957"/>
                  </a:lnTo>
                  <a:lnTo>
                    <a:pt x="6089028" y="1559862"/>
                  </a:lnTo>
                  <a:lnTo>
                    <a:pt x="6052054" y="1472978"/>
                  </a:lnTo>
                  <a:lnTo>
                    <a:pt x="6015057" y="1385920"/>
                  </a:lnTo>
                  <a:lnTo>
                    <a:pt x="5978120" y="1299303"/>
                  </a:lnTo>
                  <a:lnTo>
                    <a:pt x="5941327" y="1213732"/>
                  </a:lnTo>
                  <a:lnTo>
                    <a:pt x="5904749" y="1129782"/>
                  </a:lnTo>
                  <a:lnTo>
                    <a:pt x="5868445" y="1047980"/>
                  </a:lnTo>
                  <a:lnTo>
                    <a:pt x="5832456" y="968795"/>
                  </a:lnTo>
                  <a:lnTo>
                    <a:pt x="5796798" y="892627"/>
                  </a:lnTo>
                  <a:lnTo>
                    <a:pt x="5761466" y="819800"/>
                  </a:lnTo>
                  <a:lnTo>
                    <a:pt x="5726421" y="750561"/>
                  </a:lnTo>
                  <a:lnTo>
                    <a:pt x="5691595" y="685077"/>
                  </a:lnTo>
                  <a:lnTo>
                    <a:pt x="5656887" y="623439"/>
                  </a:lnTo>
                  <a:lnTo>
                    <a:pt x="5622156" y="565669"/>
                  </a:lnTo>
                  <a:lnTo>
                    <a:pt x="5587220" y="511722"/>
                  </a:lnTo>
                  <a:lnTo>
                    <a:pt x="5567201" y="482748"/>
                  </a:lnTo>
                  <a:lnTo>
                    <a:pt x="5520645" y="420967"/>
                  </a:lnTo>
                  <a:lnTo>
                    <a:pt x="5472502" y="365415"/>
                  </a:lnTo>
                  <a:lnTo>
                    <a:pt x="5422015" y="315769"/>
                  </a:lnTo>
                  <a:lnTo>
                    <a:pt x="5368341" y="271486"/>
                  </a:lnTo>
                  <a:lnTo>
                    <a:pt x="5310620" y="231954"/>
                  </a:lnTo>
                  <a:lnTo>
                    <a:pt x="5248050" y="196586"/>
                  </a:lnTo>
                  <a:lnTo>
                    <a:pt x="5179981" y="164865"/>
                  </a:lnTo>
                  <a:lnTo>
                    <a:pt x="5106041" y="136375"/>
                  </a:lnTo>
                  <a:lnTo>
                    <a:pt x="5026300" y="110812"/>
                  </a:lnTo>
                  <a:lnTo>
                    <a:pt x="4941463" y="87990"/>
                  </a:lnTo>
                  <a:lnTo>
                    <a:pt x="4853066" y="67833"/>
                  </a:lnTo>
                  <a:lnTo>
                    <a:pt x="4763597" y="50354"/>
                  </a:lnTo>
                  <a:lnTo>
                    <a:pt x="4676466" y="35612"/>
                  </a:lnTo>
                  <a:lnTo>
                    <a:pt x="4595709" y="23661"/>
                  </a:lnTo>
                  <a:lnTo>
                    <a:pt x="4525409" y="14480"/>
                  </a:lnTo>
                  <a:lnTo>
                    <a:pt x="4468909" y="7920"/>
                  </a:lnTo>
                  <a:lnTo>
                    <a:pt x="4428043" y="3675"/>
                  </a:lnTo>
                  <a:lnTo>
                    <a:pt x="4402624" y="1302"/>
                  </a:lnTo>
                  <a:lnTo>
                    <a:pt x="4390340" y="266"/>
                  </a:lnTo>
                  <a:lnTo>
                    <a:pt x="4386968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4" y="32"/>
                  </a:lnTo>
                  <a:lnTo>
                    <a:pt x="3838455" y="267"/>
                  </a:lnTo>
                  <a:lnTo>
                    <a:pt x="3817557" y="917"/>
                  </a:lnTo>
                  <a:lnTo>
                    <a:pt x="3780764" y="2193"/>
                  </a:lnTo>
                  <a:lnTo>
                    <a:pt x="3727075" y="4277"/>
                  </a:lnTo>
                  <a:lnTo>
                    <a:pt x="3657883" y="7305"/>
                  </a:lnTo>
                  <a:lnTo>
                    <a:pt x="3576514" y="11348"/>
                  </a:lnTo>
                  <a:lnTo>
                    <a:pt x="3487367" y="16425"/>
                  </a:lnTo>
                  <a:lnTo>
                    <a:pt x="3394972" y="22520"/>
                  </a:lnTo>
                  <a:lnTo>
                    <a:pt x="3303242" y="29608"/>
                  </a:lnTo>
                  <a:lnTo>
                    <a:pt x="3215071" y="37682"/>
                  </a:lnTo>
                  <a:lnTo>
                    <a:pt x="3132252" y="46766"/>
                  </a:lnTo>
                  <a:lnTo>
                    <a:pt x="3055618" y="56929"/>
                  </a:lnTo>
                  <a:lnTo>
                    <a:pt x="2985264" y="68287"/>
                  </a:lnTo>
                  <a:lnTo>
                    <a:pt x="2920775" y="80999"/>
                  </a:lnTo>
                  <a:lnTo>
                    <a:pt x="2861424" y="95264"/>
                  </a:lnTo>
                  <a:lnTo>
                    <a:pt x="2806318" y="111309"/>
                  </a:lnTo>
                  <a:lnTo>
                    <a:pt x="2754504" y="129365"/>
                  </a:lnTo>
                  <a:lnTo>
                    <a:pt x="2705056" y="149634"/>
                  </a:lnTo>
                  <a:lnTo>
                    <a:pt x="2667772" y="166965"/>
                  </a:lnTo>
                  <a:lnTo>
                    <a:pt x="2619998" y="191689"/>
                  </a:lnTo>
                  <a:lnTo>
                    <a:pt x="2572691" y="218853"/>
                  </a:lnTo>
                  <a:lnTo>
                    <a:pt x="2525385" y="248495"/>
                  </a:lnTo>
                  <a:lnTo>
                    <a:pt x="2477760" y="280576"/>
                  </a:lnTo>
                  <a:lnTo>
                    <a:pt x="2429618" y="314970"/>
                  </a:lnTo>
                  <a:lnTo>
                    <a:pt x="2380871" y="351458"/>
                  </a:lnTo>
                  <a:lnTo>
                    <a:pt x="2331524" y="389728"/>
                  </a:lnTo>
                  <a:lnTo>
                    <a:pt x="2281669" y="429386"/>
                  </a:lnTo>
                  <a:lnTo>
                    <a:pt x="2231457" y="469963"/>
                  </a:lnTo>
                  <a:lnTo>
                    <a:pt x="2181083" y="510945"/>
                  </a:lnTo>
                  <a:lnTo>
                    <a:pt x="2130763" y="551795"/>
                  </a:lnTo>
                  <a:lnTo>
                    <a:pt x="2080703" y="591984"/>
                  </a:lnTo>
                  <a:lnTo>
                    <a:pt x="2031081" y="631016"/>
                  </a:lnTo>
                  <a:lnTo>
                    <a:pt x="1982022" y="668457"/>
                  </a:lnTo>
                  <a:lnTo>
                    <a:pt x="1933576" y="703953"/>
                  </a:lnTo>
                  <a:lnTo>
                    <a:pt x="1885705" y="737235"/>
                  </a:lnTo>
                  <a:lnTo>
                    <a:pt x="1838268" y="768131"/>
                  </a:lnTo>
                  <a:lnTo>
                    <a:pt x="1791010" y="796558"/>
                  </a:lnTo>
                  <a:lnTo>
                    <a:pt x="1743542" y="822518"/>
                  </a:lnTo>
                  <a:lnTo>
                    <a:pt x="1719082" y="834828"/>
                  </a:lnTo>
                  <a:lnTo>
                    <a:pt x="1670905" y="856890"/>
                  </a:lnTo>
                  <a:lnTo>
                    <a:pt x="1621004" y="876650"/>
                  </a:lnTo>
                  <a:lnTo>
                    <a:pt x="1568537" y="894238"/>
                  </a:lnTo>
                  <a:lnTo>
                    <a:pt x="1512564" y="909864"/>
                  </a:lnTo>
                  <a:lnTo>
                    <a:pt x="1452139" y="923763"/>
                  </a:lnTo>
                  <a:lnTo>
                    <a:pt x="1386393" y="936156"/>
                  </a:lnTo>
                  <a:lnTo>
                    <a:pt x="1314656" y="947235"/>
                  </a:lnTo>
                  <a:lnTo>
                    <a:pt x="1236609" y="957149"/>
                  </a:lnTo>
                  <a:lnTo>
                    <a:pt x="1152491" y="966003"/>
                  </a:lnTo>
                  <a:lnTo>
                    <a:pt x="1063330" y="973855"/>
                  </a:lnTo>
                  <a:lnTo>
                    <a:pt x="971161" y="980722"/>
                  </a:lnTo>
                  <a:lnTo>
                    <a:pt x="879122" y="986592"/>
                  </a:lnTo>
                  <a:lnTo>
                    <a:pt x="791312" y="991439"/>
                  </a:lnTo>
                  <a:lnTo>
                    <a:pt x="712305" y="995252"/>
                  </a:lnTo>
                  <a:lnTo>
                    <a:pt x="646348" y="998060"/>
                  </a:lnTo>
                  <a:lnTo>
                    <a:pt x="596396" y="999950"/>
                  </a:lnTo>
                  <a:lnTo>
                    <a:pt x="563331" y="1001068"/>
                  </a:lnTo>
                  <a:lnTo>
                    <a:pt x="545602" y="1001607"/>
                  </a:lnTo>
                  <a:lnTo>
                    <a:pt x="539345" y="1001778"/>
                  </a:lnTo>
                  <a:lnTo>
                    <a:pt x="538736" y="1001794"/>
                  </a:lnTo>
                  <a:lnTo>
                    <a:pt x="0" y="100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5" name="pg815"/>
            <p:cNvSpPr/>
            <p:nvPr/>
          </p:nvSpPr>
          <p:spPr>
            <a:xfrm>
              <a:off x="546595" y="2596154"/>
              <a:ext cx="8234974" cy="3397389"/>
            </a:xfrm>
            <a:custGeom>
              <a:avLst/>
              <a:pathLst>
                <a:path w="8234974" h="3397389">
                  <a:moveTo>
                    <a:pt x="0" y="1012683"/>
                  </a:moveTo>
                  <a:lnTo>
                    <a:pt x="538736" y="1012683"/>
                  </a:lnTo>
                  <a:lnTo>
                    <a:pt x="540020" y="1012650"/>
                  </a:lnTo>
                  <a:lnTo>
                    <a:pt x="548401" y="1012416"/>
                  </a:lnTo>
                  <a:lnTo>
                    <a:pt x="569303" y="1011770"/>
                  </a:lnTo>
                  <a:lnTo>
                    <a:pt x="606100" y="1010501"/>
                  </a:lnTo>
                  <a:lnTo>
                    <a:pt x="659796" y="1008428"/>
                  </a:lnTo>
                  <a:lnTo>
                    <a:pt x="728996" y="1005416"/>
                  </a:lnTo>
                  <a:lnTo>
                    <a:pt x="810373" y="1001394"/>
                  </a:lnTo>
                  <a:lnTo>
                    <a:pt x="899527" y="996344"/>
                  </a:lnTo>
                  <a:lnTo>
                    <a:pt x="991927" y="990281"/>
                  </a:lnTo>
                  <a:lnTo>
                    <a:pt x="1083660" y="983231"/>
                  </a:lnTo>
                  <a:lnTo>
                    <a:pt x="1171834" y="975201"/>
                  </a:lnTo>
                  <a:lnTo>
                    <a:pt x="1254654" y="966165"/>
                  </a:lnTo>
                  <a:lnTo>
                    <a:pt x="1331287" y="956055"/>
                  </a:lnTo>
                  <a:lnTo>
                    <a:pt x="1401641" y="944757"/>
                  </a:lnTo>
                  <a:lnTo>
                    <a:pt x="1466129" y="932113"/>
                  </a:lnTo>
                  <a:lnTo>
                    <a:pt x="1525479" y="917923"/>
                  </a:lnTo>
                  <a:lnTo>
                    <a:pt x="1580584" y="901963"/>
                  </a:lnTo>
                  <a:lnTo>
                    <a:pt x="1632399" y="884002"/>
                  </a:lnTo>
                  <a:lnTo>
                    <a:pt x="1681847" y="863841"/>
                  </a:lnTo>
                  <a:lnTo>
                    <a:pt x="1719082" y="846625"/>
                  </a:lnTo>
                  <a:lnTo>
                    <a:pt x="1766899" y="822012"/>
                  </a:lnTo>
                  <a:lnTo>
                    <a:pt x="1814249" y="794968"/>
                  </a:lnTo>
                  <a:lnTo>
                    <a:pt x="1861597" y="765455"/>
                  </a:lnTo>
                  <a:lnTo>
                    <a:pt x="1909266" y="733512"/>
                  </a:lnTo>
                  <a:lnTo>
                    <a:pt x="1957454" y="699265"/>
                  </a:lnTo>
                  <a:lnTo>
                    <a:pt x="2006249" y="662934"/>
                  </a:lnTo>
                  <a:lnTo>
                    <a:pt x="2055643" y="624827"/>
                  </a:lnTo>
                  <a:lnTo>
                    <a:pt x="2105546" y="585342"/>
                  </a:lnTo>
                  <a:lnTo>
                    <a:pt x="2155806" y="544944"/>
                  </a:lnTo>
                  <a:lnTo>
                    <a:pt x="2206225" y="504147"/>
                  </a:lnTo>
                  <a:lnTo>
                    <a:pt x="2256589" y="463486"/>
                  </a:lnTo>
                  <a:lnTo>
                    <a:pt x="2306690" y="423490"/>
                  </a:lnTo>
                  <a:lnTo>
                    <a:pt x="2356351" y="384650"/>
                  </a:lnTo>
                  <a:lnTo>
                    <a:pt x="2405447" y="347400"/>
                  </a:lnTo>
                  <a:lnTo>
                    <a:pt x="2453929" y="312094"/>
                  </a:lnTo>
                  <a:lnTo>
                    <a:pt x="2501836" y="278995"/>
                  </a:lnTo>
                  <a:lnTo>
                    <a:pt x="2549310" y="248275"/>
                  </a:lnTo>
                  <a:lnTo>
                    <a:pt x="2596611" y="220015"/>
                  </a:lnTo>
                  <a:lnTo>
                    <a:pt x="2644129" y="194214"/>
                  </a:lnTo>
                  <a:lnTo>
                    <a:pt x="2667772" y="182391"/>
                  </a:lnTo>
                  <a:lnTo>
                    <a:pt x="2715952" y="160448"/>
                  </a:lnTo>
                  <a:lnTo>
                    <a:pt x="2765856" y="140794"/>
                  </a:lnTo>
                  <a:lnTo>
                    <a:pt x="2818327" y="123302"/>
                  </a:lnTo>
                  <a:lnTo>
                    <a:pt x="2874303" y="107760"/>
                  </a:lnTo>
                  <a:lnTo>
                    <a:pt x="2934733" y="93936"/>
                  </a:lnTo>
                  <a:lnTo>
                    <a:pt x="3000483" y="81610"/>
                  </a:lnTo>
                  <a:lnTo>
                    <a:pt x="3072226" y="70592"/>
                  </a:lnTo>
                  <a:lnTo>
                    <a:pt x="3150280" y="60731"/>
                  </a:lnTo>
                  <a:lnTo>
                    <a:pt x="3234406" y="51926"/>
                  </a:lnTo>
                  <a:lnTo>
                    <a:pt x="3323573" y="44116"/>
                  </a:lnTo>
                  <a:lnTo>
                    <a:pt x="3415748" y="37286"/>
                  </a:lnTo>
                  <a:lnTo>
                    <a:pt x="3507790" y="31449"/>
                  </a:lnTo>
                  <a:lnTo>
                    <a:pt x="3595601" y="26629"/>
                  </a:lnTo>
                  <a:lnTo>
                    <a:pt x="3674604" y="22837"/>
                  </a:lnTo>
                  <a:lnTo>
                    <a:pt x="3740553" y="20044"/>
                  </a:lnTo>
                  <a:lnTo>
                    <a:pt x="3790494" y="18165"/>
                  </a:lnTo>
                  <a:lnTo>
                    <a:pt x="3823546" y="17054"/>
                  </a:lnTo>
                  <a:lnTo>
                    <a:pt x="3841263" y="16519"/>
                  </a:lnTo>
                  <a:lnTo>
                    <a:pt x="3847511" y="16348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7975" y="16430"/>
                  </a:lnTo>
                  <a:lnTo>
                    <a:pt x="4395311" y="17119"/>
                  </a:lnTo>
                  <a:lnTo>
                    <a:pt x="4413694" y="19024"/>
                  </a:lnTo>
                  <a:lnTo>
                    <a:pt x="4446283" y="22768"/>
                  </a:lnTo>
                  <a:lnTo>
                    <a:pt x="4494289" y="28910"/>
                  </a:lnTo>
                  <a:lnTo>
                    <a:pt x="4556904" y="37876"/>
                  </a:lnTo>
                  <a:lnTo>
                    <a:pt x="4631584" y="49927"/>
                  </a:lnTo>
                  <a:lnTo>
                    <a:pt x="4714681" y="65157"/>
                  </a:lnTo>
                  <a:lnTo>
                    <a:pt x="4802196" y="83542"/>
                  </a:lnTo>
                  <a:lnTo>
                    <a:pt x="4890454" y="105010"/>
                  </a:lnTo>
                  <a:lnTo>
                    <a:pt x="4976531" y="129509"/>
                  </a:lnTo>
                  <a:lnTo>
                    <a:pt x="5058417" y="157062"/>
                  </a:lnTo>
                  <a:lnTo>
                    <a:pt x="5134975" y="187803"/>
                  </a:lnTo>
                  <a:lnTo>
                    <a:pt x="5205788" y="221991"/>
                  </a:lnTo>
                  <a:lnTo>
                    <a:pt x="5270969" y="260016"/>
                  </a:lnTo>
                  <a:lnTo>
                    <a:pt x="5330991" y="302389"/>
                  </a:lnTo>
                  <a:lnTo>
                    <a:pt x="5386542" y="349724"/>
                  </a:lnTo>
                  <a:lnTo>
                    <a:pt x="5438422" y="402699"/>
                  </a:lnTo>
                  <a:lnTo>
                    <a:pt x="5487462" y="461989"/>
                  </a:lnTo>
                  <a:lnTo>
                    <a:pt x="5534456" y="528151"/>
                  </a:lnTo>
                  <a:lnTo>
                    <a:pt x="5567201" y="579842"/>
                  </a:lnTo>
                  <a:lnTo>
                    <a:pt x="5600183" y="636447"/>
                  </a:lnTo>
                  <a:lnTo>
                    <a:pt x="5632862" y="696920"/>
                  </a:lnTo>
                  <a:lnTo>
                    <a:pt x="5665416" y="761341"/>
                  </a:lnTo>
                  <a:lnTo>
                    <a:pt x="5697984" y="829735"/>
                  </a:lnTo>
                  <a:lnTo>
                    <a:pt x="5730674" y="902068"/>
                  </a:lnTo>
                  <a:lnTo>
                    <a:pt x="5763566" y="978241"/>
                  </a:lnTo>
                  <a:lnTo>
                    <a:pt x="5796715" y="1058086"/>
                  </a:lnTo>
                  <a:lnTo>
                    <a:pt x="5830149" y="1141364"/>
                  </a:lnTo>
                  <a:lnTo>
                    <a:pt x="5863876" y="1227765"/>
                  </a:lnTo>
                  <a:lnTo>
                    <a:pt x="5897883" y="1316910"/>
                  </a:lnTo>
                  <a:lnTo>
                    <a:pt x="5932139" y="1408358"/>
                  </a:lnTo>
                  <a:lnTo>
                    <a:pt x="5966599" y="1501611"/>
                  </a:lnTo>
                  <a:lnTo>
                    <a:pt x="6001206" y="1596127"/>
                  </a:lnTo>
                  <a:lnTo>
                    <a:pt x="6035894" y="1691332"/>
                  </a:lnTo>
                  <a:lnTo>
                    <a:pt x="6070595" y="1786635"/>
                  </a:lnTo>
                  <a:lnTo>
                    <a:pt x="6105236" y="1881440"/>
                  </a:lnTo>
                  <a:lnTo>
                    <a:pt x="6139750" y="1975166"/>
                  </a:lnTo>
                  <a:lnTo>
                    <a:pt x="6174079" y="2067258"/>
                  </a:lnTo>
                  <a:lnTo>
                    <a:pt x="6208171" y="2157205"/>
                  </a:lnTo>
                  <a:lnTo>
                    <a:pt x="6241991" y="2244544"/>
                  </a:lnTo>
                  <a:lnTo>
                    <a:pt x="6275521" y="2328877"/>
                  </a:lnTo>
                  <a:lnTo>
                    <a:pt x="6308760" y="2409869"/>
                  </a:lnTo>
                  <a:lnTo>
                    <a:pt x="6341731" y="2487260"/>
                  </a:lnTo>
                  <a:lnTo>
                    <a:pt x="6374480" y="2560858"/>
                  </a:lnTo>
                  <a:lnTo>
                    <a:pt x="6407077" y="2630542"/>
                  </a:lnTo>
                  <a:lnTo>
                    <a:pt x="6439621" y="2696257"/>
                  </a:lnTo>
                  <a:lnTo>
                    <a:pt x="6472243" y="2758010"/>
                  </a:lnTo>
                  <a:lnTo>
                    <a:pt x="6505104" y="2815862"/>
                  </a:lnTo>
                  <a:lnTo>
                    <a:pt x="6515891" y="2833880"/>
                  </a:lnTo>
                  <a:lnTo>
                    <a:pt x="6561853" y="2905134"/>
                  </a:lnTo>
                  <a:lnTo>
                    <a:pt x="6609354" y="2969297"/>
                  </a:lnTo>
                  <a:lnTo>
                    <a:pt x="6659119" y="3026724"/>
                  </a:lnTo>
                  <a:lnTo>
                    <a:pt x="6711960" y="3078022"/>
                  </a:lnTo>
                  <a:lnTo>
                    <a:pt x="6768706" y="3123876"/>
                  </a:lnTo>
                  <a:lnTo>
                    <a:pt x="6830134" y="3164953"/>
                  </a:lnTo>
                  <a:lnTo>
                    <a:pt x="6896883" y="3201838"/>
                  </a:lnTo>
                  <a:lnTo>
                    <a:pt x="6969340" y="3235010"/>
                  </a:lnTo>
                  <a:lnTo>
                    <a:pt x="7047486" y="3264822"/>
                  </a:lnTo>
                  <a:lnTo>
                    <a:pt x="7130717" y="3291497"/>
                  </a:lnTo>
                  <a:lnTo>
                    <a:pt x="7217661" y="3315135"/>
                  </a:lnTo>
                  <a:lnTo>
                    <a:pt x="7306043" y="3335733"/>
                  </a:lnTo>
                  <a:lnTo>
                    <a:pt x="7392698" y="3353226"/>
                  </a:lnTo>
                  <a:lnTo>
                    <a:pt x="7473804" y="3367549"/>
                  </a:lnTo>
                  <a:lnTo>
                    <a:pt x="7545386" y="3378705"/>
                  </a:lnTo>
                  <a:lnTo>
                    <a:pt x="7604033" y="3386833"/>
                  </a:lnTo>
                  <a:lnTo>
                    <a:pt x="7647646" y="3392242"/>
                  </a:lnTo>
                  <a:lnTo>
                    <a:pt x="7675977" y="3395401"/>
                  </a:lnTo>
                  <a:lnTo>
                    <a:pt x="7690814" y="3396896"/>
                  </a:lnTo>
                  <a:lnTo>
                    <a:pt x="7695821" y="3397354"/>
                  </a:lnTo>
                  <a:lnTo>
                    <a:pt x="7696237" y="3397389"/>
                  </a:lnTo>
                  <a:lnTo>
                    <a:pt x="8234974" y="3397389"/>
                  </a:lnTo>
                  <a:lnTo>
                    <a:pt x="8234974" y="3381055"/>
                  </a:lnTo>
                  <a:lnTo>
                    <a:pt x="7696237" y="3381055"/>
                  </a:lnTo>
                  <a:lnTo>
                    <a:pt x="7695117" y="3380959"/>
                  </a:lnTo>
                  <a:lnTo>
                    <a:pt x="7687782" y="3380270"/>
                  </a:lnTo>
                  <a:lnTo>
                    <a:pt x="7669399" y="3378364"/>
                  </a:lnTo>
                  <a:lnTo>
                    <a:pt x="7636810" y="3374620"/>
                  </a:lnTo>
                  <a:lnTo>
                    <a:pt x="7588803" y="3368479"/>
                  </a:lnTo>
                  <a:lnTo>
                    <a:pt x="7526189" y="3359512"/>
                  </a:lnTo>
                  <a:lnTo>
                    <a:pt x="7451508" y="3347461"/>
                  </a:lnTo>
                  <a:lnTo>
                    <a:pt x="7368411" y="3332232"/>
                  </a:lnTo>
                  <a:lnTo>
                    <a:pt x="7280897" y="3313846"/>
                  </a:lnTo>
                  <a:lnTo>
                    <a:pt x="7192639" y="3292378"/>
                  </a:lnTo>
                  <a:lnTo>
                    <a:pt x="7106562" y="3267879"/>
                  </a:lnTo>
                  <a:lnTo>
                    <a:pt x="7024675" y="3240326"/>
                  </a:lnTo>
                  <a:lnTo>
                    <a:pt x="6948117" y="3209586"/>
                  </a:lnTo>
                  <a:lnTo>
                    <a:pt x="6877304" y="3175398"/>
                  </a:lnTo>
                  <a:lnTo>
                    <a:pt x="6812123" y="3137373"/>
                  </a:lnTo>
                  <a:lnTo>
                    <a:pt x="6752102" y="3094999"/>
                  </a:lnTo>
                  <a:lnTo>
                    <a:pt x="6696551" y="3047664"/>
                  </a:lnTo>
                  <a:lnTo>
                    <a:pt x="6644671" y="2994690"/>
                  </a:lnTo>
                  <a:lnTo>
                    <a:pt x="6595631" y="2935400"/>
                  </a:lnTo>
                  <a:lnTo>
                    <a:pt x="6548636" y="2869237"/>
                  </a:lnTo>
                  <a:lnTo>
                    <a:pt x="6515891" y="2817546"/>
                  </a:lnTo>
                  <a:lnTo>
                    <a:pt x="6482910" y="2760942"/>
                  </a:lnTo>
                  <a:lnTo>
                    <a:pt x="6450230" y="2700469"/>
                  </a:lnTo>
                  <a:lnTo>
                    <a:pt x="6417676" y="2636048"/>
                  </a:lnTo>
                  <a:lnTo>
                    <a:pt x="6385108" y="2567653"/>
                  </a:lnTo>
                  <a:lnTo>
                    <a:pt x="6352418" y="2495320"/>
                  </a:lnTo>
                  <a:lnTo>
                    <a:pt x="6319526" y="2419147"/>
                  </a:lnTo>
                  <a:lnTo>
                    <a:pt x="6286377" y="2339302"/>
                  </a:lnTo>
                  <a:lnTo>
                    <a:pt x="6252943" y="2256024"/>
                  </a:lnTo>
                  <a:lnTo>
                    <a:pt x="6219217" y="2169623"/>
                  </a:lnTo>
                  <a:lnTo>
                    <a:pt x="6185210" y="2080478"/>
                  </a:lnTo>
                  <a:lnTo>
                    <a:pt x="6150954" y="1989030"/>
                  </a:lnTo>
                  <a:lnTo>
                    <a:pt x="6116494" y="1895777"/>
                  </a:lnTo>
                  <a:lnTo>
                    <a:pt x="6081887" y="1801261"/>
                  </a:lnTo>
                  <a:lnTo>
                    <a:pt x="6047198" y="1706056"/>
                  </a:lnTo>
                  <a:lnTo>
                    <a:pt x="6012498" y="1610753"/>
                  </a:lnTo>
                  <a:lnTo>
                    <a:pt x="5977857" y="1515949"/>
                  </a:lnTo>
                  <a:lnTo>
                    <a:pt x="5943342" y="1422223"/>
                  </a:lnTo>
                  <a:lnTo>
                    <a:pt x="5909014" y="1330130"/>
                  </a:lnTo>
                  <a:lnTo>
                    <a:pt x="5874922" y="1240184"/>
                  </a:lnTo>
                  <a:lnTo>
                    <a:pt x="5841101" y="1152844"/>
                  </a:lnTo>
                  <a:lnTo>
                    <a:pt x="5807572" y="1068512"/>
                  </a:lnTo>
                  <a:lnTo>
                    <a:pt x="5774332" y="987519"/>
                  </a:lnTo>
                  <a:lnTo>
                    <a:pt x="5741361" y="910128"/>
                  </a:lnTo>
                  <a:lnTo>
                    <a:pt x="5708613" y="836530"/>
                  </a:lnTo>
                  <a:lnTo>
                    <a:pt x="5676016" y="766846"/>
                  </a:lnTo>
                  <a:lnTo>
                    <a:pt x="5643471" y="701131"/>
                  </a:lnTo>
                  <a:lnTo>
                    <a:pt x="5610850" y="639379"/>
                  </a:lnTo>
                  <a:lnTo>
                    <a:pt x="5577988" y="581526"/>
                  </a:lnTo>
                  <a:lnTo>
                    <a:pt x="5567201" y="563509"/>
                  </a:lnTo>
                  <a:lnTo>
                    <a:pt x="5521239" y="492254"/>
                  </a:lnTo>
                  <a:lnTo>
                    <a:pt x="5473738" y="428092"/>
                  </a:lnTo>
                  <a:lnTo>
                    <a:pt x="5423973" y="370665"/>
                  </a:lnTo>
                  <a:lnTo>
                    <a:pt x="5371132" y="319367"/>
                  </a:lnTo>
                  <a:lnTo>
                    <a:pt x="5314387" y="273512"/>
                  </a:lnTo>
                  <a:lnTo>
                    <a:pt x="5252959" y="232435"/>
                  </a:lnTo>
                  <a:lnTo>
                    <a:pt x="5186209" y="195550"/>
                  </a:lnTo>
                  <a:lnTo>
                    <a:pt x="5113753" y="162378"/>
                  </a:lnTo>
                  <a:lnTo>
                    <a:pt x="5035607" y="132566"/>
                  </a:lnTo>
                  <a:lnTo>
                    <a:pt x="4952375" y="105891"/>
                  </a:lnTo>
                  <a:lnTo>
                    <a:pt x="4865432" y="82253"/>
                  </a:lnTo>
                  <a:lnTo>
                    <a:pt x="4777050" y="61656"/>
                  </a:lnTo>
                  <a:lnTo>
                    <a:pt x="4690395" y="44162"/>
                  </a:lnTo>
                  <a:lnTo>
                    <a:pt x="4609289" y="29839"/>
                  </a:lnTo>
                  <a:lnTo>
                    <a:pt x="4537707" y="18683"/>
                  </a:lnTo>
                  <a:lnTo>
                    <a:pt x="4479059" y="10555"/>
                  </a:lnTo>
                  <a:lnTo>
                    <a:pt x="4435447" y="5147"/>
                  </a:lnTo>
                  <a:lnTo>
                    <a:pt x="4407116" y="1987"/>
                  </a:lnTo>
                  <a:lnTo>
                    <a:pt x="4392279" y="493"/>
                  </a:lnTo>
                  <a:lnTo>
                    <a:pt x="4387272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4" y="32"/>
                  </a:lnTo>
                  <a:lnTo>
                    <a:pt x="3838454" y="266"/>
                  </a:lnTo>
                  <a:lnTo>
                    <a:pt x="3817552" y="913"/>
                  </a:lnTo>
                  <a:lnTo>
                    <a:pt x="3780754" y="2181"/>
                  </a:lnTo>
                  <a:lnTo>
                    <a:pt x="3727058" y="4254"/>
                  </a:lnTo>
                  <a:lnTo>
                    <a:pt x="3657859" y="7266"/>
                  </a:lnTo>
                  <a:lnTo>
                    <a:pt x="3576482" y="11288"/>
                  </a:lnTo>
                  <a:lnTo>
                    <a:pt x="3487328" y="16339"/>
                  </a:lnTo>
                  <a:lnTo>
                    <a:pt x="3394928" y="22401"/>
                  </a:lnTo>
                  <a:lnTo>
                    <a:pt x="3303194" y="29451"/>
                  </a:lnTo>
                  <a:lnTo>
                    <a:pt x="3215021" y="37482"/>
                  </a:lnTo>
                  <a:lnTo>
                    <a:pt x="3132201" y="46518"/>
                  </a:lnTo>
                  <a:lnTo>
                    <a:pt x="3055567" y="56627"/>
                  </a:lnTo>
                  <a:lnTo>
                    <a:pt x="2985213" y="67925"/>
                  </a:lnTo>
                  <a:lnTo>
                    <a:pt x="2920725" y="80570"/>
                  </a:lnTo>
                  <a:lnTo>
                    <a:pt x="2861376" y="94759"/>
                  </a:lnTo>
                  <a:lnTo>
                    <a:pt x="2806270" y="110719"/>
                  </a:lnTo>
                  <a:lnTo>
                    <a:pt x="2754456" y="128681"/>
                  </a:lnTo>
                  <a:lnTo>
                    <a:pt x="2705007" y="148842"/>
                  </a:lnTo>
                  <a:lnTo>
                    <a:pt x="2667772" y="166058"/>
                  </a:lnTo>
                  <a:lnTo>
                    <a:pt x="2619956" y="190671"/>
                  </a:lnTo>
                  <a:lnTo>
                    <a:pt x="2572606" y="217715"/>
                  </a:lnTo>
                  <a:lnTo>
                    <a:pt x="2525257" y="247228"/>
                  </a:lnTo>
                  <a:lnTo>
                    <a:pt x="2477588" y="279170"/>
                  </a:lnTo>
                  <a:lnTo>
                    <a:pt x="2429401" y="313417"/>
                  </a:lnTo>
                  <a:lnTo>
                    <a:pt x="2380606" y="349749"/>
                  </a:lnTo>
                  <a:lnTo>
                    <a:pt x="2331212" y="387855"/>
                  </a:lnTo>
                  <a:lnTo>
                    <a:pt x="2281308" y="427340"/>
                  </a:lnTo>
                  <a:lnTo>
                    <a:pt x="2231049" y="467738"/>
                  </a:lnTo>
                  <a:lnTo>
                    <a:pt x="2180630" y="508535"/>
                  </a:lnTo>
                  <a:lnTo>
                    <a:pt x="2130265" y="549196"/>
                  </a:lnTo>
                  <a:lnTo>
                    <a:pt x="2080164" y="589193"/>
                  </a:lnTo>
                  <a:lnTo>
                    <a:pt x="2030504" y="628032"/>
                  </a:lnTo>
                  <a:lnTo>
                    <a:pt x="1981408" y="665282"/>
                  </a:lnTo>
                  <a:lnTo>
                    <a:pt x="1932926" y="700589"/>
                  </a:lnTo>
                  <a:lnTo>
                    <a:pt x="1885019" y="733688"/>
                  </a:lnTo>
                  <a:lnTo>
                    <a:pt x="1837545" y="764407"/>
                  </a:lnTo>
                  <a:lnTo>
                    <a:pt x="1790244" y="792667"/>
                  </a:lnTo>
                  <a:lnTo>
                    <a:pt x="1742725" y="818468"/>
                  </a:lnTo>
                  <a:lnTo>
                    <a:pt x="1719082" y="830291"/>
                  </a:lnTo>
                  <a:lnTo>
                    <a:pt x="1670903" y="852234"/>
                  </a:lnTo>
                  <a:lnTo>
                    <a:pt x="1620999" y="871888"/>
                  </a:lnTo>
                  <a:lnTo>
                    <a:pt x="1568528" y="889380"/>
                  </a:lnTo>
                  <a:lnTo>
                    <a:pt x="1512552" y="904922"/>
                  </a:lnTo>
                  <a:lnTo>
                    <a:pt x="1452122" y="918746"/>
                  </a:lnTo>
                  <a:lnTo>
                    <a:pt x="1386371" y="931072"/>
                  </a:lnTo>
                  <a:lnTo>
                    <a:pt x="1314628" y="942091"/>
                  </a:lnTo>
                  <a:lnTo>
                    <a:pt x="1236575" y="951951"/>
                  </a:lnTo>
                  <a:lnTo>
                    <a:pt x="1152449" y="960757"/>
                  </a:lnTo>
                  <a:lnTo>
                    <a:pt x="1063281" y="968566"/>
                  </a:lnTo>
                  <a:lnTo>
                    <a:pt x="971107" y="975396"/>
                  </a:lnTo>
                  <a:lnTo>
                    <a:pt x="879065" y="981234"/>
                  </a:lnTo>
                  <a:lnTo>
                    <a:pt x="791253" y="986054"/>
                  </a:lnTo>
                  <a:lnTo>
                    <a:pt x="712251" y="989846"/>
                  </a:lnTo>
                  <a:lnTo>
                    <a:pt x="646301" y="992638"/>
                  </a:lnTo>
                  <a:lnTo>
                    <a:pt x="596361" y="994517"/>
                  </a:lnTo>
                  <a:lnTo>
                    <a:pt x="563308" y="995628"/>
                  </a:lnTo>
                  <a:lnTo>
                    <a:pt x="545591" y="996164"/>
                  </a:lnTo>
                  <a:lnTo>
                    <a:pt x="539343" y="996334"/>
                  </a:lnTo>
                  <a:lnTo>
                    <a:pt x="538736" y="996349"/>
                  </a:lnTo>
                  <a:lnTo>
                    <a:pt x="0" y="99634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16" name="pl816"/>
            <p:cNvSpPr/>
            <p:nvPr/>
          </p:nvSpPr>
          <p:spPr>
            <a:xfrm>
              <a:off x="546595" y="2612487"/>
              <a:ext cx="8234974" cy="3381055"/>
            </a:xfrm>
            <a:custGeom>
              <a:avLst/>
              <a:pathLst>
                <a:path w="8234974" h="3381055">
                  <a:moveTo>
                    <a:pt x="0" y="996349"/>
                  </a:moveTo>
                  <a:lnTo>
                    <a:pt x="538736" y="996349"/>
                  </a:lnTo>
                  <a:lnTo>
                    <a:pt x="540020" y="996317"/>
                  </a:lnTo>
                  <a:lnTo>
                    <a:pt x="548401" y="996083"/>
                  </a:lnTo>
                  <a:lnTo>
                    <a:pt x="569303" y="995436"/>
                  </a:lnTo>
                  <a:lnTo>
                    <a:pt x="606100" y="994168"/>
                  </a:lnTo>
                  <a:lnTo>
                    <a:pt x="659796" y="992094"/>
                  </a:lnTo>
                  <a:lnTo>
                    <a:pt x="728996" y="989083"/>
                  </a:lnTo>
                  <a:lnTo>
                    <a:pt x="810373" y="985061"/>
                  </a:lnTo>
                  <a:lnTo>
                    <a:pt x="899527" y="980010"/>
                  </a:lnTo>
                  <a:lnTo>
                    <a:pt x="991927" y="973948"/>
                  </a:lnTo>
                  <a:lnTo>
                    <a:pt x="1083660" y="966897"/>
                  </a:lnTo>
                  <a:lnTo>
                    <a:pt x="1171834" y="958867"/>
                  </a:lnTo>
                  <a:lnTo>
                    <a:pt x="1254654" y="949831"/>
                  </a:lnTo>
                  <a:lnTo>
                    <a:pt x="1331287" y="939722"/>
                  </a:lnTo>
                  <a:lnTo>
                    <a:pt x="1401641" y="928424"/>
                  </a:lnTo>
                  <a:lnTo>
                    <a:pt x="1466129" y="915779"/>
                  </a:lnTo>
                  <a:lnTo>
                    <a:pt x="1525479" y="901589"/>
                  </a:lnTo>
                  <a:lnTo>
                    <a:pt x="1580584" y="885630"/>
                  </a:lnTo>
                  <a:lnTo>
                    <a:pt x="1632399" y="867668"/>
                  </a:lnTo>
                  <a:lnTo>
                    <a:pt x="1681847" y="847507"/>
                  </a:lnTo>
                  <a:lnTo>
                    <a:pt x="1719082" y="830291"/>
                  </a:lnTo>
                  <a:lnTo>
                    <a:pt x="1766899" y="805678"/>
                  </a:lnTo>
                  <a:lnTo>
                    <a:pt x="1814249" y="778634"/>
                  </a:lnTo>
                  <a:lnTo>
                    <a:pt x="1861597" y="749121"/>
                  </a:lnTo>
                  <a:lnTo>
                    <a:pt x="1909266" y="717178"/>
                  </a:lnTo>
                  <a:lnTo>
                    <a:pt x="1957454" y="682932"/>
                  </a:lnTo>
                  <a:lnTo>
                    <a:pt x="2006249" y="646600"/>
                  </a:lnTo>
                  <a:lnTo>
                    <a:pt x="2055643" y="608494"/>
                  </a:lnTo>
                  <a:lnTo>
                    <a:pt x="2105546" y="569009"/>
                  </a:lnTo>
                  <a:lnTo>
                    <a:pt x="2155806" y="528611"/>
                  </a:lnTo>
                  <a:lnTo>
                    <a:pt x="2206225" y="487814"/>
                  </a:lnTo>
                  <a:lnTo>
                    <a:pt x="2256589" y="447153"/>
                  </a:lnTo>
                  <a:lnTo>
                    <a:pt x="2306690" y="407156"/>
                  </a:lnTo>
                  <a:lnTo>
                    <a:pt x="2356351" y="368317"/>
                  </a:lnTo>
                  <a:lnTo>
                    <a:pt x="2405447" y="331067"/>
                  </a:lnTo>
                  <a:lnTo>
                    <a:pt x="2453929" y="295760"/>
                  </a:lnTo>
                  <a:lnTo>
                    <a:pt x="2501836" y="262661"/>
                  </a:lnTo>
                  <a:lnTo>
                    <a:pt x="2549310" y="231941"/>
                  </a:lnTo>
                  <a:lnTo>
                    <a:pt x="2596611" y="203682"/>
                  </a:lnTo>
                  <a:lnTo>
                    <a:pt x="2644129" y="177881"/>
                  </a:lnTo>
                  <a:lnTo>
                    <a:pt x="2667772" y="166058"/>
                  </a:lnTo>
                  <a:lnTo>
                    <a:pt x="2715952" y="144115"/>
                  </a:lnTo>
                  <a:lnTo>
                    <a:pt x="2765856" y="124461"/>
                  </a:lnTo>
                  <a:lnTo>
                    <a:pt x="2818327" y="106968"/>
                  </a:lnTo>
                  <a:lnTo>
                    <a:pt x="2874303" y="91426"/>
                  </a:lnTo>
                  <a:lnTo>
                    <a:pt x="2934733" y="77603"/>
                  </a:lnTo>
                  <a:lnTo>
                    <a:pt x="3000483" y="65276"/>
                  </a:lnTo>
                  <a:lnTo>
                    <a:pt x="3072226" y="54258"/>
                  </a:lnTo>
                  <a:lnTo>
                    <a:pt x="3150280" y="44398"/>
                  </a:lnTo>
                  <a:lnTo>
                    <a:pt x="3234406" y="35592"/>
                  </a:lnTo>
                  <a:lnTo>
                    <a:pt x="3323573" y="27783"/>
                  </a:lnTo>
                  <a:lnTo>
                    <a:pt x="3415748" y="20953"/>
                  </a:lnTo>
                  <a:lnTo>
                    <a:pt x="3507790" y="15115"/>
                  </a:lnTo>
                  <a:lnTo>
                    <a:pt x="3595601" y="10295"/>
                  </a:lnTo>
                  <a:lnTo>
                    <a:pt x="3674604" y="6503"/>
                  </a:lnTo>
                  <a:lnTo>
                    <a:pt x="3740553" y="3711"/>
                  </a:lnTo>
                  <a:lnTo>
                    <a:pt x="3790494" y="1832"/>
                  </a:lnTo>
                  <a:lnTo>
                    <a:pt x="3823546" y="720"/>
                  </a:lnTo>
                  <a:lnTo>
                    <a:pt x="3841263" y="185"/>
                  </a:lnTo>
                  <a:lnTo>
                    <a:pt x="3847511" y="1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75" y="96"/>
                  </a:lnTo>
                  <a:lnTo>
                    <a:pt x="4395311" y="785"/>
                  </a:lnTo>
                  <a:lnTo>
                    <a:pt x="4413694" y="2690"/>
                  </a:lnTo>
                  <a:lnTo>
                    <a:pt x="4446283" y="6435"/>
                  </a:lnTo>
                  <a:lnTo>
                    <a:pt x="4494289" y="12576"/>
                  </a:lnTo>
                  <a:lnTo>
                    <a:pt x="4556904" y="21543"/>
                  </a:lnTo>
                  <a:lnTo>
                    <a:pt x="4631584" y="33593"/>
                  </a:lnTo>
                  <a:lnTo>
                    <a:pt x="4714681" y="48823"/>
                  </a:lnTo>
                  <a:lnTo>
                    <a:pt x="4802196" y="67208"/>
                  </a:lnTo>
                  <a:lnTo>
                    <a:pt x="4890454" y="88677"/>
                  </a:lnTo>
                  <a:lnTo>
                    <a:pt x="4976531" y="113176"/>
                  </a:lnTo>
                  <a:lnTo>
                    <a:pt x="5058417" y="140729"/>
                  </a:lnTo>
                  <a:lnTo>
                    <a:pt x="5134975" y="171469"/>
                  </a:lnTo>
                  <a:lnTo>
                    <a:pt x="5205788" y="205657"/>
                  </a:lnTo>
                  <a:lnTo>
                    <a:pt x="5270969" y="243682"/>
                  </a:lnTo>
                  <a:lnTo>
                    <a:pt x="5330991" y="286055"/>
                  </a:lnTo>
                  <a:lnTo>
                    <a:pt x="5386542" y="333390"/>
                  </a:lnTo>
                  <a:lnTo>
                    <a:pt x="5438422" y="386365"/>
                  </a:lnTo>
                  <a:lnTo>
                    <a:pt x="5487462" y="445655"/>
                  </a:lnTo>
                  <a:lnTo>
                    <a:pt x="5534456" y="511817"/>
                  </a:lnTo>
                  <a:lnTo>
                    <a:pt x="5567201" y="563509"/>
                  </a:lnTo>
                  <a:lnTo>
                    <a:pt x="5600183" y="620113"/>
                  </a:lnTo>
                  <a:lnTo>
                    <a:pt x="5632862" y="680586"/>
                  </a:lnTo>
                  <a:lnTo>
                    <a:pt x="5665416" y="745007"/>
                  </a:lnTo>
                  <a:lnTo>
                    <a:pt x="5697984" y="813401"/>
                  </a:lnTo>
                  <a:lnTo>
                    <a:pt x="5730674" y="885735"/>
                  </a:lnTo>
                  <a:lnTo>
                    <a:pt x="5763566" y="961908"/>
                  </a:lnTo>
                  <a:lnTo>
                    <a:pt x="5796715" y="1041753"/>
                  </a:lnTo>
                  <a:lnTo>
                    <a:pt x="5830149" y="1125030"/>
                  </a:lnTo>
                  <a:lnTo>
                    <a:pt x="5863876" y="1211431"/>
                  </a:lnTo>
                  <a:lnTo>
                    <a:pt x="5897883" y="1300577"/>
                  </a:lnTo>
                  <a:lnTo>
                    <a:pt x="5932139" y="1392024"/>
                  </a:lnTo>
                  <a:lnTo>
                    <a:pt x="5966599" y="1485277"/>
                  </a:lnTo>
                  <a:lnTo>
                    <a:pt x="6001206" y="1579794"/>
                  </a:lnTo>
                  <a:lnTo>
                    <a:pt x="6035894" y="1674999"/>
                  </a:lnTo>
                  <a:lnTo>
                    <a:pt x="6070595" y="1770301"/>
                  </a:lnTo>
                  <a:lnTo>
                    <a:pt x="6105236" y="1865106"/>
                  </a:lnTo>
                  <a:lnTo>
                    <a:pt x="6139750" y="1958832"/>
                  </a:lnTo>
                  <a:lnTo>
                    <a:pt x="6174079" y="2050925"/>
                  </a:lnTo>
                  <a:lnTo>
                    <a:pt x="6208171" y="2140871"/>
                  </a:lnTo>
                  <a:lnTo>
                    <a:pt x="6241991" y="2228211"/>
                  </a:lnTo>
                  <a:lnTo>
                    <a:pt x="6275521" y="2312543"/>
                  </a:lnTo>
                  <a:lnTo>
                    <a:pt x="6308760" y="2393536"/>
                  </a:lnTo>
                  <a:lnTo>
                    <a:pt x="6341731" y="2470927"/>
                  </a:lnTo>
                  <a:lnTo>
                    <a:pt x="6374480" y="2544525"/>
                  </a:lnTo>
                  <a:lnTo>
                    <a:pt x="6407077" y="2614209"/>
                  </a:lnTo>
                  <a:lnTo>
                    <a:pt x="6439621" y="2679924"/>
                  </a:lnTo>
                  <a:lnTo>
                    <a:pt x="6472243" y="2741676"/>
                  </a:lnTo>
                  <a:lnTo>
                    <a:pt x="6505104" y="2799529"/>
                  </a:lnTo>
                  <a:lnTo>
                    <a:pt x="6515891" y="2817546"/>
                  </a:lnTo>
                  <a:lnTo>
                    <a:pt x="6561853" y="2888801"/>
                  </a:lnTo>
                  <a:lnTo>
                    <a:pt x="6609354" y="2952963"/>
                  </a:lnTo>
                  <a:lnTo>
                    <a:pt x="6659119" y="3010390"/>
                  </a:lnTo>
                  <a:lnTo>
                    <a:pt x="6711960" y="3061688"/>
                  </a:lnTo>
                  <a:lnTo>
                    <a:pt x="6768706" y="3107543"/>
                  </a:lnTo>
                  <a:lnTo>
                    <a:pt x="6830134" y="3148619"/>
                  </a:lnTo>
                  <a:lnTo>
                    <a:pt x="6896883" y="3185505"/>
                  </a:lnTo>
                  <a:lnTo>
                    <a:pt x="6969340" y="3218677"/>
                  </a:lnTo>
                  <a:lnTo>
                    <a:pt x="7047486" y="3248489"/>
                  </a:lnTo>
                  <a:lnTo>
                    <a:pt x="7130717" y="3275164"/>
                  </a:lnTo>
                  <a:lnTo>
                    <a:pt x="7217661" y="3298801"/>
                  </a:lnTo>
                  <a:lnTo>
                    <a:pt x="7306043" y="3319399"/>
                  </a:lnTo>
                  <a:lnTo>
                    <a:pt x="7392698" y="3336892"/>
                  </a:lnTo>
                  <a:lnTo>
                    <a:pt x="7473804" y="3351215"/>
                  </a:lnTo>
                  <a:lnTo>
                    <a:pt x="7545386" y="3362372"/>
                  </a:lnTo>
                  <a:lnTo>
                    <a:pt x="7604033" y="3370500"/>
                  </a:lnTo>
                  <a:lnTo>
                    <a:pt x="7647646" y="3375908"/>
                  </a:lnTo>
                  <a:lnTo>
                    <a:pt x="7675977" y="3379068"/>
                  </a:lnTo>
                  <a:lnTo>
                    <a:pt x="7690814" y="3380562"/>
                  </a:lnTo>
                  <a:lnTo>
                    <a:pt x="7695821" y="3381020"/>
                  </a:lnTo>
                  <a:lnTo>
                    <a:pt x="7696237" y="3381055"/>
                  </a:lnTo>
                  <a:lnTo>
                    <a:pt x="8234974" y="33810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7" name="pl817"/>
            <p:cNvSpPr/>
            <p:nvPr/>
          </p:nvSpPr>
          <p:spPr>
            <a:xfrm>
              <a:off x="546595" y="2596154"/>
              <a:ext cx="8234974" cy="3381055"/>
            </a:xfrm>
            <a:custGeom>
              <a:avLst/>
              <a:pathLst>
                <a:path w="8234974" h="3381055">
                  <a:moveTo>
                    <a:pt x="8234974" y="3381055"/>
                  </a:moveTo>
                  <a:lnTo>
                    <a:pt x="7696237" y="3381055"/>
                  </a:lnTo>
                  <a:lnTo>
                    <a:pt x="7695117" y="3380959"/>
                  </a:lnTo>
                  <a:lnTo>
                    <a:pt x="7687782" y="3380270"/>
                  </a:lnTo>
                  <a:lnTo>
                    <a:pt x="7669399" y="3378364"/>
                  </a:lnTo>
                  <a:lnTo>
                    <a:pt x="7636810" y="3374620"/>
                  </a:lnTo>
                  <a:lnTo>
                    <a:pt x="7588803" y="3368479"/>
                  </a:lnTo>
                  <a:lnTo>
                    <a:pt x="7526189" y="3359512"/>
                  </a:lnTo>
                  <a:lnTo>
                    <a:pt x="7451508" y="3347461"/>
                  </a:lnTo>
                  <a:lnTo>
                    <a:pt x="7368411" y="3332232"/>
                  </a:lnTo>
                  <a:lnTo>
                    <a:pt x="7280897" y="3313846"/>
                  </a:lnTo>
                  <a:lnTo>
                    <a:pt x="7192639" y="3292378"/>
                  </a:lnTo>
                  <a:lnTo>
                    <a:pt x="7106562" y="3267879"/>
                  </a:lnTo>
                  <a:lnTo>
                    <a:pt x="7024675" y="3240326"/>
                  </a:lnTo>
                  <a:lnTo>
                    <a:pt x="6948117" y="3209586"/>
                  </a:lnTo>
                  <a:lnTo>
                    <a:pt x="6877304" y="3175398"/>
                  </a:lnTo>
                  <a:lnTo>
                    <a:pt x="6812123" y="3137373"/>
                  </a:lnTo>
                  <a:lnTo>
                    <a:pt x="6752102" y="3094999"/>
                  </a:lnTo>
                  <a:lnTo>
                    <a:pt x="6696551" y="3047664"/>
                  </a:lnTo>
                  <a:lnTo>
                    <a:pt x="6644671" y="2994690"/>
                  </a:lnTo>
                  <a:lnTo>
                    <a:pt x="6595631" y="2935400"/>
                  </a:lnTo>
                  <a:lnTo>
                    <a:pt x="6548636" y="2869237"/>
                  </a:lnTo>
                  <a:lnTo>
                    <a:pt x="6515891" y="2817546"/>
                  </a:lnTo>
                  <a:lnTo>
                    <a:pt x="6482910" y="2760942"/>
                  </a:lnTo>
                  <a:lnTo>
                    <a:pt x="6450230" y="2700469"/>
                  </a:lnTo>
                  <a:lnTo>
                    <a:pt x="6417676" y="2636048"/>
                  </a:lnTo>
                  <a:lnTo>
                    <a:pt x="6385108" y="2567653"/>
                  </a:lnTo>
                  <a:lnTo>
                    <a:pt x="6352418" y="2495320"/>
                  </a:lnTo>
                  <a:lnTo>
                    <a:pt x="6319526" y="2419147"/>
                  </a:lnTo>
                  <a:lnTo>
                    <a:pt x="6286377" y="2339302"/>
                  </a:lnTo>
                  <a:lnTo>
                    <a:pt x="6252943" y="2256024"/>
                  </a:lnTo>
                  <a:lnTo>
                    <a:pt x="6219217" y="2169623"/>
                  </a:lnTo>
                  <a:lnTo>
                    <a:pt x="6185210" y="2080478"/>
                  </a:lnTo>
                  <a:lnTo>
                    <a:pt x="6150954" y="1989030"/>
                  </a:lnTo>
                  <a:lnTo>
                    <a:pt x="6116494" y="1895777"/>
                  </a:lnTo>
                  <a:lnTo>
                    <a:pt x="6081887" y="1801261"/>
                  </a:lnTo>
                  <a:lnTo>
                    <a:pt x="6047198" y="1706056"/>
                  </a:lnTo>
                  <a:lnTo>
                    <a:pt x="6012498" y="1610753"/>
                  </a:lnTo>
                  <a:lnTo>
                    <a:pt x="5977857" y="1515949"/>
                  </a:lnTo>
                  <a:lnTo>
                    <a:pt x="5943342" y="1422223"/>
                  </a:lnTo>
                  <a:lnTo>
                    <a:pt x="5909014" y="1330130"/>
                  </a:lnTo>
                  <a:lnTo>
                    <a:pt x="5874922" y="1240184"/>
                  </a:lnTo>
                  <a:lnTo>
                    <a:pt x="5841101" y="1152844"/>
                  </a:lnTo>
                  <a:lnTo>
                    <a:pt x="5807572" y="1068512"/>
                  </a:lnTo>
                  <a:lnTo>
                    <a:pt x="5774332" y="987519"/>
                  </a:lnTo>
                  <a:lnTo>
                    <a:pt x="5741361" y="910128"/>
                  </a:lnTo>
                  <a:lnTo>
                    <a:pt x="5708613" y="836530"/>
                  </a:lnTo>
                  <a:lnTo>
                    <a:pt x="5676016" y="766846"/>
                  </a:lnTo>
                  <a:lnTo>
                    <a:pt x="5643471" y="701131"/>
                  </a:lnTo>
                  <a:lnTo>
                    <a:pt x="5610850" y="639379"/>
                  </a:lnTo>
                  <a:lnTo>
                    <a:pt x="5577988" y="581526"/>
                  </a:lnTo>
                  <a:lnTo>
                    <a:pt x="5567201" y="563509"/>
                  </a:lnTo>
                  <a:lnTo>
                    <a:pt x="5521239" y="492254"/>
                  </a:lnTo>
                  <a:lnTo>
                    <a:pt x="5473738" y="428092"/>
                  </a:lnTo>
                  <a:lnTo>
                    <a:pt x="5423973" y="370665"/>
                  </a:lnTo>
                  <a:lnTo>
                    <a:pt x="5371132" y="319367"/>
                  </a:lnTo>
                  <a:lnTo>
                    <a:pt x="5314387" y="273512"/>
                  </a:lnTo>
                  <a:lnTo>
                    <a:pt x="5252959" y="232435"/>
                  </a:lnTo>
                  <a:lnTo>
                    <a:pt x="5186209" y="195550"/>
                  </a:lnTo>
                  <a:lnTo>
                    <a:pt x="5113753" y="162378"/>
                  </a:lnTo>
                  <a:lnTo>
                    <a:pt x="5035607" y="132566"/>
                  </a:lnTo>
                  <a:lnTo>
                    <a:pt x="4952375" y="105891"/>
                  </a:lnTo>
                  <a:lnTo>
                    <a:pt x="4865432" y="82253"/>
                  </a:lnTo>
                  <a:lnTo>
                    <a:pt x="4777050" y="61656"/>
                  </a:lnTo>
                  <a:lnTo>
                    <a:pt x="4690395" y="44162"/>
                  </a:lnTo>
                  <a:lnTo>
                    <a:pt x="4609289" y="29839"/>
                  </a:lnTo>
                  <a:lnTo>
                    <a:pt x="4537707" y="18683"/>
                  </a:lnTo>
                  <a:lnTo>
                    <a:pt x="4479059" y="10555"/>
                  </a:lnTo>
                  <a:lnTo>
                    <a:pt x="4435447" y="5147"/>
                  </a:lnTo>
                  <a:lnTo>
                    <a:pt x="4407116" y="1987"/>
                  </a:lnTo>
                  <a:lnTo>
                    <a:pt x="4392279" y="493"/>
                  </a:lnTo>
                  <a:lnTo>
                    <a:pt x="4387272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4" y="32"/>
                  </a:lnTo>
                  <a:lnTo>
                    <a:pt x="3838454" y="266"/>
                  </a:lnTo>
                  <a:lnTo>
                    <a:pt x="3817552" y="913"/>
                  </a:lnTo>
                  <a:lnTo>
                    <a:pt x="3780754" y="2181"/>
                  </a:lnTo>
                  <a:lnTo>
                    <a:pt x="3727058" y="4254"/>
                  </a:lnTo>
                  <a:lnTo>
                    <a:pt x="3657859" y="7266"/>
                  </a:lnTo>
                  <a:lnTo>
                    <a:pt x="3576482" y="11288"/>
                  </a:lnTo>
                  <a:lnTo>
                    <a:pt x="3487328" y="16339"/>
                  </a:lnTo>
                  <a:lnTo>
                    <a:pt x="3394928" y="22401"/>
                  </a:lnTo>
                  <a:lnTo>
                    <a:pt x="3303194" y="29451"/>
                  </a:lnTo>
                  <a:lnTo>
                    <a:pt x="3215021" y="37482"/>
                  </a:lnTo>
                  <a:lnTo>
                    <a:pt x="3132201" y="46518"/>
                  </a:lnTo>
                  <a:lnTo>
                    <a:pt x="3055567" y="56627"/>
                  </a:lnTo>
                  <a:lnTo>
                    <a:pt x="2985213" y="67925"/>
                  </a:lnTo>
                  <a:lnTo>
                    <a:pt x="2920725" y="80570"/>
                  </a:lnTo>
                  <a:lnTo>
                    <a:pt x="2861376" y="94759"/>
                  </a:lnTo>
                  <a:lnTo>
                    <a:pt x="2806270" y="110719"/>
                  </a:lnTo>
                  <a:lnTo>
                    <a:pt x="2754456" y="128681"/>
                  </a:lnTo>
                  <a:lnTo>
                    <a:pt x="2705007" y="148842"/>
                  </a:lnTo>
                  <a:lnTo>
                    <a:pt x="2667772" y="166058"/>
                  </a:lnTo>
                  <a:lnTo>
                    <a:pt x="2619956" y="190671"/>
                  </a:lnTo>
                  <a:lnTo>
                    <a:pt x="2572606" y="217715"/>
                  </a:lnTo>
                  <a:lnTo>
                    <a:pt x="2525257" y="247228"/>
                  </a:lnTo>
                  <a:lnTo>
                    <a:pt x="2477588" y="279170"/>
                  </a:lnTo>
                  <a:lnTo>
                    <a:pt x="2429401" y="313417"/>
                  </a:lnTo>
                  <a:lnTo>
                    <a:pt x="2380606" y="349749"/>
                  </a:lnTo>
                  <a:lnTo>
                    <a:pt x="2331212" y="387855"/>
                  </a:lnTo>
                  <a:lnTo>
                    <a:pt x="2281308" y="427340"/>
                  </a:lnTo>
                  <a:lnTo>
                    <a:pt x="2231049" y="467738"/>
                  </a:lnTo>
                  <a:lnTo>
                    <a:pt x="2180630" y="508535"/>
                  </a:lnTo>
                  <a:lnTo>
                    <a:pt x="2130265" y="549196"/>
                  </a:lnTo>
                  <a:lnTo>
                    <a:pt x="2080164" y="589193"/>
                  </a:lnTo>
                  <a:lnTo>
                    <a:pt x="2030504" y="628032"/>
                  </a:lnTo>
                  <a:lnTo>
                    <a:pt x="1981408" y="665282"/>
                  </a:lnTo>
                  <a:lnTo>
                    <a:pt x="1932926" y="700589"/>
                  </a:lnTo>
                  <a:lnTo>
                    <a:pt x="1885019" y="733688"/>
                  </a:lnTo>
                  <a:lnTo>
                    <a:pt x="1837545" y="764407"/>
                  </a:lnTo>
                  <a:lnTo>
                    <a:pt x="1790244" y="792667"/>
                  </a:lnTo>
                  <a:lnTo>
                    <a:pt x="1742725" y="818468"/>
                  </a:lnTo>
                  <a:lnTo>
                    <a:pt x="1719082" y="830291"/>
                  </a:lnTo>
                  <a:lnTo>
                    <a:pt x="1670903" y="852234"/>
                  </a:lnTo>
                  <a:lnTo>
                    <a:pt x="1620999" y="871888"/>
                  </a:lnTo>
                  <a:lnTo>
                    <a:pt x="1568528" y="889380"/>
                  </a:lnTo>
                  <a:lnTo>
                    <a:pt x="1512552" y="904922"/>
                  </a:lnTo>
                  <a:lnTo>
                    <a:pt x="1452122" y="918746"/>
                  </a:lnTo>
                  <a:lnTo>
                    <a:pt x="1386371" y="931072"/>
                  </a:lnTo>
                  <a:lnTo>
                    <a:pt x="1314628" y="942091"/>
                  </a:lnTo>
                  <a:lnTo>
                    <a:pt x="1236575" y="951951"/>
                  </a:lnTo>
                  <a:lnTo>
                    <a:pt x="1152449" y="960757"/>
                  </a:lnTo>
                  <a:lnTo>
                    <a:pt x="1063281" y="968566"/>
                  </a:lnTo>
                  <a:lnTo>
                    <a:pt x="971107" y="975396"/>
                  </a:lnTo>
                  <a:lnTo>
                    <a:pt x="879065" y="981234"/>
                  </a:lnTo>
                  <a:lnTo>
                    <a:pt x="791253" y="986054"/>
                  </a:lnTo>
                  <a:lnTo>
                    <a:pt x="712251" y="989846"/>
                  </a:lnTo>
                  <a:lnTo>
                    <a:pt x="646301" y="992638"/>
                  </a:lnTo>
                  <a:lnTo>
                    <a:pt x="596361" y="994517"/>
                  </a:lnTo>
                  <a:lnTo>
                    <a:pt x="563308" y="995628"/>
                  </a:lnTo>
                  <a:lnTo>
                    <a:pt x="545591" y="996164"/>
                  </a:lnTo>
                  <a:lnTo>
                    <a:pt x="539343" y="996334"/>
                  </a:lnTo>
                  <a:lnTo>
                    <a:pt x="538736" y="996349"/>
                  </a:lnTo>
                  <a:lnTo>
                    <a:pt x="0" y="9963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8" name="pg818"/>
            <p:cNvSpPr/>
            <p:nvPr/>
          </p:nvSpPr>
          <p:spPr>
            <a:xfrm>
              <a:off x="546595" y="1823030"/>
              <a:ext cx="8234974" cy="3958176"/>
            </a:xfrm>
            <a:custGeom>
              <a:avLst/>
              <a:pathLst>
                <a:path w="8234974" h="3958176">
                  <a:moveTo>
                    <a:pt x="0" y="2264926"/>
                  </a:moveTo>
                  <a:lnTo>
                    <a:pt x="538736" y="2264926"/>
                  </a:lnTo>
                  <a:lnTo>
                    <a:pt x="539987" y="2264980"/>
                  </a:lnTo>
                  <a:lnTo>
                    <a:pt x="548154" y="2265366"/>
                  </a:lnTo>
                  <a:lnTo>
                    <a:pt x="568543" y="2266436"/>
                  </a:lnTo>
                  <a:lnTo>
                    <a:pt x="604489" y="2268534"/>
                  </a:lnTo>
                  <a:lnTo>
                    <a:pt x="657041" y="2271966"/>
                  </a:lnTo>
                  <a:lnTo>
                    <a:pt x="724931" y="2276957"/>
                  </a:lnTo>
                  <a:lnTo>
                    <a:pt x="804994" y="2283630"/>
                  </a:lnTo>
                  <a:lnTo>
                    <a:pt x="892979" y="2292020"/>
                  </a:lnTo>
                  <a:lnTo>
                    <a:pt x="984456" y="2302103"/>
                  </a:lnTo>
                  <a:lnTo>
                    <a:pt x="1075554" y="2313837"/>
                  </a:lnTo>
                  <a:lnTo>
                    <a:pt x="1163363" y="2327206"/>
                  </a:lnTo>
                  <a:lnTo>
                    <a:pt x="1246041" y="2342246"/>
                  </a:lnTo>
                  <a:lnTo>
                    <a:pt x="1322690" y="2359062"/>
                  </a:lnTo>
                  <a:lnTo>
                    <a:pt x="1393153" y="2377835"/>
                  </a:lnTo>
                  <a:lnTo>
                    <a:pt x="1457782" y="2398819"/>
                  </a:lnTo>
                  <a:lnTo>
                    <a:pt x="1517256" y="2422334"/>
                  </a:lnTo>
                  <a:lnTo>
                    <a:pt x="1572429" y="2448749"/>
                  </a:lnTo>
                  <a:lnTo>
                    <a:pt x="1624228" y="2478446"/>
                  </a:lnTo>
                  <a:lnTo>
                    <a:pt x="1673562" y="2511771"/>
                  </a:lnTo>
                  <a:lnTo>
                    <a:pt x="1719082" y="2547134"/>
                  </a:lnTo>
                  <a:lnTo>
                    <a:pt x="1761492" y="2583998"/>
                  </a:lnTo>
                  <a:lnTo>
                    <a:pt x="1803489" y="2624096"/>
                  </a:lnTo>
                  <a:lnTo>
                    <a:pt x="1845414" y="2667489"/>
                  </a:lnTo>
                  <a:lnTo>
                    <a:pt x="1887518" y="2714157"/>
                  </a:lnTo>
                  <a:lnTo>
                    <a:pt x="1929971" y="2763995"/>
                  </a:lnTo>
                  <a:lnTo>
                    <a:pt x="1972873" y="2816799"/>
                  </a:lnTo>
                  <a:lnTo>
                    <a:pt x="2016259" y="2872269"/>
                  </a:lnTo>
                  <a:lnTo>
                    <a:pt x="2060107" y="2930012"/>
                  </a:lnTo>
                  <a:lnTo>
                    <a:pt x="2104347" y="2989543"/>
                  </a:lnTo>
                  <a:lnTo>
                    <a:pt x="2148870" y="3050311"/>
                  </a:lnTo>
                  <a:lnTo>
                    <a:pt x="2193542" y="3111709"/>
                  </a:lnTo>
                  <a:lnTo>
                    <a:pt x="2238214" y="3173105"/>
                  </a:lnTo>
                  <a:lnTo>
                    <a:pt x="2282736" y="3233868"/>
                  </a:lnTo>
                  <a:lnTo>
                    <a:pt x="2326974" y="3293392"/>
                  </a:lnTo>
                  <a:lnTo>
                    <a:pt x="2370820" y="3351124"/>
                  </a:lnTo>
                  <a:lnTo>
                    <a:pt x="2414203" y="3406581"/>
                  </a:lnTo>
                  <a:lnTo>
                    <a:pt x="2457103" y="3459371"/>
                  </a:lnTo>
                  <a:lnTo>
                    <a:pt x="2499554" y="3509192"/>
                  </a:lnTo>
                  <a:lnTo>
                    <a:pt x="2541656" y="3555844"/>
                  </a:lnTo>
                  <a:lnTo>
                    <a:pt x="2583581" y="3599220"/>
                  </a:lnTo>
                  <a:lnTo>
                    <a:pt x="2625579" y="3639301"/>
                  </a:lnTo>
                  <a:lnTo>
                    <a:pt x="2667772" y="3675967"/>
                  </a:lnTo>
                  <a:lnTo>
                    <a:pt x="2715514" y="3712942"/>
                  </a:lnTo>
                  <a:lnTo>
                    <a:pt x="2764942" y="3746094"/>
                  </a:lnTo>
                  <a:lnTo>
                    <a:pt x="2816875" y="3775634"/>
                  </a:lnTo>
                  <a:lnTo>
                    <a:pt x="2872226" y="3801906"/>
                  </a:lnTo>
                  <a:lnTo>
                    <a:pt x="2931919" y="3825298"/>
                  </a:lnTo>
                  <a:lnTo>
                    <a:pt x="2996802" y="3846174"/>
                  </a:lnTo>
                  <a:lnTo>
                    <a:pt x="3067544" y="3864852"/>
                  </a:lnTo>
                  <a:lnTo>
                    <a:pt x="3144478" y="3881584"/>
                  </a:lnTo>
                  <a:lnTo>
                    <a:pt x="3227417" y="3896545"/>
                  </a:lnTo>
                  <a:lnTo>
                    <a:pt x="3315426" y="3909839"/>
                  </a:lnTo>
                  <a:lnTo>
                    <a:pt x="3406612" y="3921498"/>
                  </a:lnTo>
                  <a:lnTo>
                    <a:pt x="3498021" y="3931503"/>
                  </a:lnTo>
                  <a:lnTo>
                    <a:pt x="3585741" y="3939815"/>
                  </a:lnTo>
                  <a:lnTo>
                    <a:pt x="3665334" y="3946410"/>
                  </a:lnTo>
                  <a:lnTo>
                    <a:pt x="3732577" y="3951326"/>
                  </a:lnTo>
                  <a:lnTo>
                    <a:pt x="3784379" y="3954691"/>
                  </a:lnTo>
                  <a:lnTo>
                    <a:pt x="3819570" y="3956735"/>
                  </a:lnTo>
                  <a:lnTo>
                    <a:pt x="3839309" y="3957765"/>
                  </a:lnTo>
                  <a:lnTo>
                    <a:pt x="3847029" y="3958129"/>
                  </a:lnTo>
                  <a:lnTo>
                    <a:pt x="3848118" y="3958176"/>
                  </a:lnTo>
                  <a:lnTo>
                    <a:pt x="4386855" y="3958176"/>
                  </a:lnTo>
                  <a:lnTo>
                    <a:pt x="4387786" y="3958082"/>
                  </a:lnTo>
                  <a:lnTo>
                    <a:pt x="4393908" y="3957417"/>
                  </a:lnTo>
                  <a:lnTo>
                    <a:pt x="4409341" y="3955577"/>
                  </a:lnTo>
                  <a:lnTo>
                    <a:pt x="4436932" y="3951955"/>
                  </a:lnTo>
                  <a:lnTo>
                    <a:pt x="4478044" y="3945990"/>
                  </a:lnTo>
                  <a:lnTo>
                    <a:pt x="4532451" y="3937228"/>
                  </a:lnTo>
                  <a:lnTo>
                    <a:pt x="4598479" y="3925362"/>
                  </a:lnTo>
                  <a:lnTo>
                    <a:pt x="4673383" y="3910240"/>
                  </a:lnTo>
                  <a:lnTo>
                    <a:pt x="4753898" y="3891840"/>
                  </a:lnTo>
                  <a:lnTo>
                    <a:pt x="4836778" y="3870220"/>
                  </a:lnTo>
                  <a:lnTo>
                    <a:pt x="4919205" y="3845448"/>
                  </a:lnTo>
                  <a:lnTo>
                    <a:pt x="4999027" y="3817556"/>
                  </a:lnTo>
                  <a:lnTo>
                    <a:pt x="5074804" y="3786491"/>
                  </a:lnTo>
                  <a:lnTo>
                    <a:pt x="5145754" y="3752097"/>
                  </a:lnTo>
                  <a:lnTo>
                    <a:pt x="5211622" y="3714099"/>
                  </a:lnTo>
                  <a:lnTo>
                    <a:pt x="5272545" y="3672106"/>
                  </a:lnTo>
                  <a:lnTo>
                    <a:pt x="5328931" y="3625616"/>
                  </a:lnTo>
                  <a:lnTo>
                    <a:pt x="5381349" y="3574035"/>
                  </a:lnTo>
                  <a:lnTo>
                    <a:pt x="5430459" y="3516709"/>
                  </a:lnTo>
                  <a:lnTo>
                    <a:pt x="5476950" y="3452976"/>
                  </a:lnTo>
                  <a:lnTo>
                    <a:pt x="5521491" y="3382262"/>
                  </a:lnTo>
                  <a:lnTo>
                    <a:pt x="5564680" y="3304230"/>
                  </a:lnTo>
                  <a:lnTo>
                    <a:pt x="5567201" y="3299387"/>
                  </a:lnTo>
                  <a:lnTo>
                    <a:pt x="5598032" y="3237688"/>
                  </a:lnTo>
                  <a:lnTo>
                    <a:pt x="5628588" y="3172045"/>
                  </a:lnTo>
                  <a:lnTo>
                    <a:pt x="5659017" y="3102380"/>
                  </a:lnTo>
                  <a:lnTo>
                    <a:pt x="5689436" y="3028658"/>
                  </a:lnTo>
                  <a:lnTo>
                    <a:pt x="5719940" y="2950899"/>
                  </a:lnTo>
                  <a:lnTo>
                    <a:pt x="5750600" y="2869179"/>
                  </a:lnTo>
                  <a:lnTo>
                    <a:pt x="5781469" y="2783634"/>
                  </a:lnTo>
                  <a:lnTo>
                    <a:pt x="5812578" y="2694463"/>
                  </a:lnTo>
                  <a:lnTo>
                    <a:pt x="5843941" y="2601928"/>
                  </a:lnTo>
                  <a:lnTo>
                    <a:pt x="5875558" y="2506354"/>
                  </a:lnTo>
                  <a:lnTo>
                    <a:pt x="5907412" y="2408127"/>
                  </a:lnTo>
                  <a:lnTo>
                    <a:pt x="5939474" y="2307685"/>
                  </a:lnTo>
                  <a:lnTo>
                    <a:pt x="5971705" y="2205514"/>
                  </a:lnTo>
                  <a:lnTo>
                    <a:pt x="6004055" y="2102139"/>
                  </a:lnTo>
                  <a:lnTo>
                    <a:pt x="6036472" y="1998108"/>
                  </a:lnTo>
                  <a:lnTo>
                    <a:pt x="6068898" y="1893989"/>
                  </a:lnTo>
                  <a:lnTo>
                    <a:pt x="6101275" y="1790349"/>
                  </a:lnTo>
                  <a:lnTo>
                    <a:pt x="6133549" y="1687743"/>
                  </a:lnTo>
                  <a:lnTo>
                    <a:pt x="6165668" y="1586706"/>
                  </a:lnTo>
                  <a:lnTo>
                    <a:pt x="6197591" y="1487736"/>
                  </a:lnTo>
                  <a:lnTo>
                    <a:pt x="6229285" y="1391288"/>
                  </a:lnTo>
                  <a:lnTo>
                    <a:pt x="6260728" y="1297765"/>
                  </a:lnTo>
                  <a:lnTo>
                    <a:pt x="6291916" y="1207510"/>
                  </a:lnTo>
                  <a:lnTo>
                    <a:pt x="6322857" y="1120805"/>
                  </a:lnTo>
                  <a:lnTo>
                    <a:pt x="6353578" y="1037871"/>
                  </a:lnTo>
                  <a:lnTo>
                    <a:pt x="6384125" y="958862"/>
                  </a:lnTo>
                  <a:lnTo>
                    <a:pt x="6414561" y="883872"/>
                  </a:lnTo>
                  <a:lnTo>
                    <a:pt x="6444975" y="812939"/>
                  </a:lnTo>
                  <a:lnTo>
                    <a:pt x="6475477" y="746044"/>
                  </a:lnTo>
                  <a:lnTo>
                    <a:pt x="6506204" y="683122"/>
                  </a:lnTo>
                  <a:lnTo>
                    <a:pt x="6515891" y="664233"/>
                  </a:lnTo>
                  <a:lnTo>
                    <a:pt x="6559016" y="585766"/>
                  </a:lnTo>
                  <a:lnTo>
                    <a:pt x="6603461" y="514625"/>
                  </a:lnTo>
                  <a:lnTo>
                    <a:pt x="6649819" y="450494"/>
                  </a:lnTo>
                  <a:lnTo>
                    <a:pt x="6698755" y="392808"/>
                  </a:lnTo>
                  <a:lnTo>
                    <a:pt x="6750959" y="340906"/>
                  </a:lnTo>
                  <a:lnTo>
                    <a:pt x="6807092" y="294132"/>
                  </a:lnTo>
                  <a:lnTo>
                    <a:pt x="6867735" y="251888"/>
                  </a:lnTo>
                  <a:lnTo>
                    <a:pt x="6933303" y="213666"/>
                  </a:lnTo>
                  <a:lnTo>
                    <a:pt x="7003954" y="179068"/>
                  </a:lnTo>
                  <a:lnTo>
                    <a:pt x="7079463" y="147812"/>
                  </a:lnTo>
                  <a:lnTo>
                    <a:pt x="7159078" y="119734"/>
                  </a:lnTo>
                  <a:lnTo>
                    <a:pt x="7241405" y="94778"/>
                  </a:lnTo>
                  <a:lnTo>
                    <a:pt x="7324330" y="72969"/>
                  </a:lnTo>
                  <a:lnTo>
                    <a:pt x="7405073" y="54377"/>
                  </a:lnTo>
                  <a:lnTo>
                    <a:pt x="7480402" y="39061"/>
                  </a:lnTo>
                  <a:lnTo>
                    <a:pt x="7547038" y="27004"/>
                  </a:lnTo>
                  <a:lnTo>
                    <a:pt x="7602192" y="18066"/>
                  </a:lnTo>
                  <a:lnTo>
                    <a:pt x="7644111" y="11948"/>
                  </a:lnTo>
                  <a:lnTo>
                    <a:pt x="7672479" y="8202"/>
                  </a:lnTo>
                  <a:lnTo>
                    <a:pt x="7688565" y="6273"/>
                  </a:lnTo>
                  <a:lnTo>
                    <a:pt x="7695135" y="55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68" y="3952677"/>
                  </a:lnTo>
                  <a:lnTo>
                    <a:pt x="3838700" y="3952291"/>
                  </a:lnTo>
                  <a:lnTo>
                    <a:pt x="3818311" y="3951221"/>
                  </a:lnTo>
                  <a:lnTo>
                    <a:pt x="3782366" y="3949123"/>
                  </a:lnTo>
                  <a:lnTo>
                    <a:pt x="3729813" y="3945691"/>
                  </a:lnTo>
                  <a:lnTo>
                    <a:pt x="3661924" y="3940700"/>
                  </a:lnTo>
                  <a:lnTo>
                    <a:pt x="3581861" y="3934027"/>
                  </a:lnTo>
                  <a:lnTo>
                    <a:pt x="3493876" y="3925637"/>
                  </a:lnTo>
                  <a:lnTo>
                    <a:pt x="3402398" y="3915554"/>
                  </a:lnTo>
                  <a:lnTo>
                    <a:pt x="3311301" y="3903820"/>
                  </a:lnTo>
                  <a:lnTo>
                    <a:pt x="3223492" y="3890451"/>
                  </a:lnTo>
                  <a:lnTo>
                    <a:pt x="3140814" y="3875411"/>
                  </a:lnTo>
                  <a:lnTo>
                    <a:pt x="3064164" y="3858595"/>
                  </a:lnTo>
                  <a:lnTo>
                    <a:pt x="2993702" y="3839822"/>
                  </a:lnTo>
                  <a:lnTo>
                    <a:pt x="2929073" y="3818838"/>
                  </a:lnTo>
                  <a:lnTo>
                    <a:pt x="2869599" y="3795323"/>
                  </a:lnTo>
                  <a:lnTo>
                    <a:pt x="2814425" y="3768908"/>
                  </a:lnTo>
                  <a:lnTo>
                    <a:pt x="2762626" y="3739211"/>
                  </a:lnTo>
                  <a:lnTo>
                    <a:pt x="2713293" y="3705886"/>
                  </a:lnTo>
                  <a:lnTo>
                    <a:pt x="2667772" y="3670523"/>
                  </a:lnTo>
                  <a:lnTo>
                    <a:pt x="2625362" y="3633659"/>
                  </a:lnTo>
                  <a:lnTo>
                    <a:pt x="2583365" y="3593561"/>
                  </a:lnTo>
                  <a:lnTo>
                    <a:pt x="2541440" y="3550168"/>
                  </a:lnTo>
                  <a:lnTo>
                    <a:pt x="2499337" y="3503500"/>
                  </a:lnTo>
                  <a:lnTo>
                    <a:pt x="2456883" y="3453662"/>
                  </a:lnTo>
                  <a:lnTo>
                    <a:pt x="2413981" y="3400858"/>
                  </a:lnTo>
                  <a:lnTo>
                    <a:pt x="2370596" y="3345388"/>
                  </a:lnTo>
                  <a:lnTo>
                    <a:pt x="2326748" y="3287646"/>
                  </a:lnTo>
                  <a:lnTo>
                    <a:pt x="2282508" y="3228114"/>
                  </a:lnTo>
                  <a:lnTo>
                    <a:pt x="2237984" y="3167346"/>
                  </a:lnTo>
                  <a:lnTo>
                    <a:pt x="2193312" y="3105948"/>
                  </a:lnTo>
                  <a:lnTo>
                    <a:pt x="2148641" y="3044552"/>
                  </a:lnTo>
                  <a:lnTo>
                    <a:pt x="2104119" y="2983789"/>
                  </a:lnTo>
                  <a:lnTo>
                    <a:pt x="2059881" y="2924265"/>
                  </a:lnTo>
                  <a:lnTo>
                    <a:pt x="2016035" y="2866534"/>
                  </a:lnTo>
                  <a:lnTo>
                    <a:pt x="1972651" y="2811076"/>
                  </a:lnTo>
                  <a:lnTo>
                    <a:pt x="1929752" y="2758286"/>
                  </a:lnTo>
                  <a:lnTo>
                    <a:pt x="1887301" y="2708465"/>
                  </a:lnTo>
                  <a:lnTo>
                    <a:pt x="1845199" y="2661813"/>
                  </a:lnTo>
                  <a:lnTo>
                    <a:pt x="1803274" y="2618437"/>
                  </a:lnTo>
                  <a:lnTo>
                    <a:pt x="1761276" y="2578356"/>
                  </a:lnTo>
                  <a:lnTo>
                    <a:pt x="1719082" y="2541690"/>
                  </a:lnTo>
                  <a:lnTo>
                    <a:pt x="1671341" y="2504715"/>
                  </a:lnTo>
                  <a:lnTo>
                    <a:pt x="1621913" y="2471563"/>
                  </a:lnTo>
                  <a:lnTo>
                    <a:pt x="1569980" y="2442023"/>
                  </a:lnTo>
                  <a:lnTo>
                    <a:pt x="1514629" y="2415751"/>
                  </a:lnTo>
                  <a:lnTo>
                    <a:pt x="1454936" y="2392359"/>
                  </a:lnTo>
                  <a:lnTo>
                    <a:pt x="1390052" y="2371483"/>
                  </a:lnTo>
                  <a:lnTo>
                    <a:pt x="1319311" y="2352805"/>
                  </a:lnTo>
                  <a:lnTo>
                    <a:pt x="1242377" y="2336073"/>
                  </a:lnTo>
                  <a:lnTo>
                    <a:pt x="1159437" y="2321112"/>
                  </a:lnTo>
                  <a:lnTo>
                    <a:pt x="1071429" y="2307818"/>
                  </a:lnTo>
                  <a:lnTo>
                    <a:pt x="980242" y="2296159"/>
                  </a:lnTo>
                  <a:lnTo>
                    <a:pt x="888834" y="2286154"/>
                  </a:lnTo>
                  <a:lnTo>
                    <a:pt x="801114" y="2277842"/>
                  </a:lnTo>
                  <a:lnTo>
                    <a:pt x="721521" y="2271247"/>
                  </a:lnTo>
                  <a:lnTo>
                    <a:pt x="654277" y="2266331"/>
                  </a:lnTo>
                  <a:lnTo>
                    <a:pt x="602476" y="2262966"/>
                  </a:lnTo>
                  <a:lnTo>
                    <a:pt x="567285" y="2260922"/>
                  </a:lnTo>
                  <a:lnTo>
                    <a:pt x="547546" y="2259892"/>
                  </a:lnTo>
                  <a:lnTo>
                    <a:pt x="539826" y="2259528"/>
                  </a:lnTo>
                  <a:lnTo>
                    <a:pt x="538736" y="2259481"/>
                  </a:lnTo>
                  <a:lnTo>
                    <a:pt x="0" y="225948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19" name="pl819"/>
            <p:cNvSpPr/>
            <p:nvPr/>
          </p:nvSpPr>
          <p:spPr>
            <a:xfrm>
              <a:off x="546595" y="1828474"/>
              <a:ext cx="8234974" cy="3952731"/>
            </a:xfrm>
            <a:custGeom>
              <a:avLst/>
              <a:pathLst>
                <a:path w="8234974" h="3952731">
                  <a:moveTo>
                    <a:pt x="0" y="2259481"/>
                  </a:moveTo>
                  <a:lnTo>
                    <a:pt x="538736" y="2259481"/>
                  </a:lnTo>
                  <a:lnTo>
                    <a:pt x="539987" y="2259535"/>
                  </a:lnTo>
                  <a:lnTo>
                    <a:pt x="548154" y="2259922"/>
                  </a:lnTo>
                  <a:lnTo>
                    <a:pt x="568543" y="2260991"/>
                  </a:lnTo>
                  <a:lnTo>
                    <a:pt x="604489" y="2263089"/>
                  </a:lnTo>
                  <a:lnTo>
                    <a:pt x="657041" y="2266522"/>
                  </a:lnTo>
                  <a:lnTo>
                    <a:pt x="724931" y="2271512"/>
                  </a:lnTo>
                  <a:lnTo>
                    <a:pt x="804994" y="2278186"/>
                  </a:lnTo>
                  <a:lnTo>
                    <a:pt x="892979" y="2286576"/>
                  </a:lnTo>
                  <a:lnTo>
                    <a:pt x="984456" y="2296658"/>
                  </a:lnTo>
                  <a:lnTo>
                    <a:pt x="1075554" y="2308392"/>
                  </a:lnTo>
                  <a:lnTo>
                    <a:pt x="1163363" y="2321761"/>
                  </a:lnTo>
                  <a:lnTo>
                    <a:pt x="1246041" y="2336801"/>
                  </a:lnTo>
                  <a:lnTo>
                    <a:pt x="1322690" y="2353617"/>
                  </a:lnTo>
                  <a:lnTo>
                    <a:pt x="1393153" y="2372390"/>
                  </a:lnTo>
                  <a:lnTo>
                    <a:pt x="1457782" y="2393375"/>
                  </a:lnTo>
                  <a:lnTo>
                    <a:pt x="1517256" y="2416890"/>
                  </a:lnTo>
                  <a:lnTo>
                    <a:pt x="1572429" y="2443304"/>
                  </a:lnTo>
                  <a:lnTo>
                    <a:pt x="1624228" y="2473002"/>
                  </a:lnTo>
                  <a:lnTo>
                    <a:pt x="1673562" y="2506326"/>
                  </a:lnTo>
                  <a:lnTo>
                    <a:pt x="1719082" y="2541690"/>
                  </a:lnTo>
                  <a:lnTo>
                    <a:pt x="1761492" y="2578553"/>
                  </a:lnTo>
                  <a:lnTo>
                    <a:pt x="1803489" y="2618652"/>
                  </a:lnTo>
                  <a:lnTo>
                    <a:pt x="1845414" y="2662044"/>
                  </a:lnTo>
                  <a:lnTo>
                    <a:pt x="1887518" y="2708713"/>
                  </a:lnTo>
                  <a:lnTo>
                    <a:pt x="1929971" y="2758550"/>
                  </a:lnTo>
                  <a:lnTo>
                    <a:pt x="1972873" y="2811354"/>
                  </a:lnTo>
                  <a:lnTo>
                    <a:pt x="2016259" y="2866825"/>
                  </a:lnTo>
                  <a:lnTo>
                    <a:pt x="2060107" y="2924567"/>
                  </a:lnTo>
                  <a:lnTo>
                    <a:pt x="2104347" y="2984099"/>
                  </a:lnTo>
                  <a:lnTo>
                    <a:pt x="2148870" y="3044866"/>
                  </a:lnTo>
                  <a:lnTo>
                    <a:pt x="2193542" y="3106264"/>
                  </a:lnTo>
                  <a:lnTo>
                    <a:pt x="2238214" y="3167661"/>
                  </a:lnTo>
                  <a:lnTo>
                    <a:pt x="2282736" y="3228423"/>
                  </a:lnTo>
                  <a:lnTo>
                    <a:pt x="2326974" y="3287947"/>
                  </a:lnTo>
                  <a:lnTo>
                    <a:pt x="2370820" y="3345679"/>
                  </a:lnTo>
                  <a:lnTo>
                    <a:pt x="2414203" y="3401137"/>
                  </a:lnTo>
                  <a:lnTo>
                    <a:pt x="2457103" y="3453926"/>
                  </a:lnTo>
                  <a:lnTo>
                    <a:pt x="2499554" y="3503748"/>
                  </a:lnTo>
                  <a:lnTo>
                    <a:pt x="2541656" y="3550399"/>
                  </a:lnTo>
                  <a:lnTo>
                    <a:pt x="2583581" y="3593775"/>
                  </a:lnTo>
                  <a:lnTo>
                    <a:pt x="2625579" y="3633857"/>
                  </a:lnTo>
                  <a:lnTo>
                    <a:pt x="2667772" y="3670523"/>
                  </a:lnTo>
                  <a:lnTo>
                    <a:pt x="2715514" y="3707498"/>
                  </a:lnTo>
                  <a:lnTo>
                    <a:pt x="2764942" y="3740650"/>
                  </a:lnTo>
                  <a:lnTo>
                    <a:pt x="2816875" y="3770189"/>
                  </a:lnTo>
                  <a:lnTo>
                    <a:pt x="2872226" y="3796462"/>
                  </a:lnTo>
                  <a:lnTo>
                    <a:pt x="2931919" y="3819853"/>
                  </a:lnTo>
                  <a:lnTo>
                    <a:pt x="2996802" y="3840729"/>
                  </a:lnTo>
                  <a:lnTo>
                    <a:pt x="3067544" y="3859408"/>
                  </a:lnTo>
                  <a:lnTo>
                    <a:pt x="3144478" y="3876139"/>
                  </a:lnTo>
                  <a:lnTo>
                    <a:pt x="3227417" y="3891101"/>
                  </a:lnTo>
                  <a:lnTo>
                    <a:pt x="3315426" y="3904394"/>
                  </a:lnTo>
                  <a:lnTo>
                    <a:pt x="3406612" y="3916053"/>
                  </a:lnTo>
                  <a:lnTo>
                    <a:pt x="3498021" y="3926059"/>
                  </a:lnTo>
                  <a:lnTo>
                    <a:pt x="3585741" y="3934371"/>
                  </a:lnTo>
                  <a:lnTo>
                    <a:pt x="3665334" y="3940966"/>
                  </a:lnTo>
                  <a:lnTo>
                    <a:pt x="3732577" y="3945881"/>
                  </a:lnTo>
                  <a:lnTo>
                    <a:pt x="3784379" y="3949246"/>
                  </a:lnTo>
                  <a:lnTo>
                    <a:pt x="3819570" y="3951290"/>
                  </a:lnTo>
                  <a:lnTo>
                    <a:pt x="3839309" y="3952321"/>
                  </a:lnTo>
                  <a:lnTo>
                    <a:pt x="3847029" y="3952684"/>
                  </a:lnTo>
                  <a:lnTo>
                    <a:pt x="3848118" y="3952731"/>
                  </a:lnTo>
                  <a:lnTo>
                    <a:pt x="4386855" y="3952731"/>
                  </a:lnTo>
                  <a:lnTo>
                    <a:pt x="4387786" y="3952638"/>
                  </a:lnTo>
                  <a:lnTo>
                    <a:pt x="4393908" y="3951972"/>
                  </a:lnTo>
                  <a:lnTo>
                    <a:pt x="4409341" y="3950132"/>
                  </a:lnTo>
                  <a:lnTo>
                    <a:pt x="4436932" y="3946510"/>
                  </a:lnTo>
                  <a:lnTo>
                    <a:pt x="4478044" y="3940546"/>
                  </a:lnTo>
                  <a:lnTo>
                    <a:pt x="4532451" y="3931784"/>
                  </a:lnTo>
                  <a:lnTo>
                    <a:pt x="4598479" y="3919917"/>
                  </a:lnTo>
                  <a:lnTo>
                    <a:pt x="4673383" y="3904795"/>
                  </a:lnTo>
                  <a:lnTo>
                    <a:pt x="4753898" y="3886396"/>
                  </a:lnTo>
                  <a:lnTo>
                    <a:pt x="4836778" y="3864775"/>
                  </a:lnTo>
                  <a:lnTo>
                    <a:pt x="4919205" y="3840004"/>
                  </a:lnTo>
                  <a:lnTo>
                    <a:pt x="4999027" y="3812111"/>
                  </a:lnTo>
                  <a:lnTo>
                    <a:pt x="5074804" y="3781046"/>
                  </a:lnTo>
                  <a:lnTo>
                    <a:pt x="5145754" y="3746652"/>
                  </a:lnTo>
                  <a:lnTo>
                    <a:pt x="5211622" y="3708654"/>
                  </a:lnTo>
                  <a:lnTo>
                    <a:pt x="5272545" y="3666661"/>
                  </a:lnTo>
                  <a:lnTo>
                    <a:pt x="5328931" y="3620171"/>
                  </a:lnTo>
                  <a:lnTo>
                    <a:pt x="5381349" y="3568590"/>
                  </a:lnTo>
                  <a:lnTo>
                    <a:pt x="5430459" y="3511264"/>
                  </a:lnTo>
                  <a:lnTo>
                    <a:pt x="5476950" y="3447532"/>
                  </a:lnTo>
                  <a:lnTo>
                    <a:pt x="5521491" y="3376818"/>
                  </a:lnTo>
                  <a:lnTo>
                    <a:pt x="5564680" y="3298785"/>
                  </a:lnTo>
                  <a:lnTo>
                    <a:pt x="5567201" y="3293943"/>
                  </a:lnTo>
                  <a:lnTo>
                    <a:pt x="5598032" y="3232243"/>
                  </a:lnTo>
                  <a:lnTo>
                    <a:pt x="5628588" y="3166601"/>
                  </a:lnTo>
                  <a:lnTo>
                    <a:pt x="5659017" y="3096935"/>
                  </a:lnTo>
                  <a:lnTo>
                    <a:pt x="5689436" y="3023214"/>
                  </a:lnTo>
                  <a:lnTo>
                    <a:pt x="5719940" y="2945455"/>
                  </a:lnTo>
                  <a:lnTo>
                    <a:pt x="5750600" y="2863735"/>
                  </a:lnTo>
                  <a:lnTo>
                    <a:pt x="5781469" y="2778190"/>
                  </a:lnTo>
                  <a:lnTo>
                    <a:pt x="5812578" y="2689018"/>
                  </a:lnTo>
                  <a:lnTo>
                    <a:pt x="5843941" y="2596483"/>
                  </a:lnTo>
                  <a:lnTo>
                    <a:pt x="5875558" y="2500910"/>
                  </a:lnTo>
                  <a:lnTo>
                    <a:pt x="5907412" y="2402683"/>
                  </a:lnTo>
                  <a:lnTo>
                    <a:pt x="5939474" y="2302241"/>
                  </a:lnTo>
                  <a:lnTo>
                    <a:pt x="5971705" y="2200070"/>
                  </a:lnTo>
                  <a:lnTo>
                    <a:pt x="6004055" y="2096694"/>
                  </a:lnTo>
                  <a:lnTo>
                    <a:pt x="6036472" y="1992664"/>
                  </a:lnTo>
                  <a:lnTo>
                    <a:pt x="6068898" y="1888545"/>
                  </a:lnTo>
                  <a:lnTo>
                    <a:pt x="6101275" y="1784904"/>
                  </a:lnTo>
                  <a:lnTo>
                    <a:pt x="6133549" y="1682299"/>
                  </a:lnTo>
                  <a:lnTo>
                    <a:pt x="6165668" y="1581261"/>
                  </a:lnTo>
                  <a:lnTo>
                    <a:pt x="6197591" y="1482292"/>
                  </a:lnTo>
                  <a:lnTo>
                    <a:pt x="6229285" y="1385844"/>
                  </a:lnTo>
                  <a:lnTo>
                    <a:pt x="6260728" y="1292320"/>
                  </a:lnTo>
                  <a:lnTo>
                    <a:pt x="6291916" y="1202065"/>
                  </a:lnTo>
                  <a:lnTo>
                    <a:pt x="6322857" y="1115361"/>
                  </a:lnTo>
                  <a:lnTo>
                    <a:pt x="6353578" y="1032426"/>
                  </a:lnTo>
                  <a:lnTo>
                    <a:pt x="6384125" y="953417"/>
                  </a:lnTo>
                  <a:lnTo>
                    <a:pt x="6414561" y="878428"/>
                  </a:lnTo>
                  <a:lnTo>
                    <a:pt x="6444975" y="807494"/>
                  </a:lnTo>
                  <a:lnTo>
                    <a:pt x="6475477" y="740599"/>
                  </a:lnTo>
                  <a:lnTo>
                    <a:pt x="6506204" y="677677"/>
                  </a:lnTo>
                  <a:lnTo>
                    <a:pt x="6515891" y="658788"/>
                  </a:lnTo>
                  <a:lnTo>
                    <a:pt x="6559016" y="580322"/>
                  </a:lnTo>
                  <a:lnTo>
                    <a:pt x="6603461" y="509181"/>
                  </a:lnTo>
                  <a:lnTo>
                    <a:pt x="6649819" y="445050"/>
                  </a:lnTo>
                  <a:lnTo>
                    <a:pt x="6698755" y="387363"/>
                  </a:lnTo>
                  <a:lnTo>
                    <a:pt x="6750959" y="335461"/>
                  </a:lnTo>
                  <a:lnTo>
                    <a:pt x="6807092" y="288688"/>
                  </a:lnTo>
                  <a:lnTo>
                    <a:pt x="6867735" y="246443"/>
                  </a:lnTo>
                  <a:lnTo>
                    <a:pt x="6933303" y="208221"/>
                  </a:lnTo>
                  <a:lnTo>
                    <a:pt x="7003954" y="173623"/>
                  </a:lnTo>
                  <a:lnTo>
                    <a:pt x="7079463" y="142367"/>
                  </a:lnTo>
                  <a:lnTo>
                    <a:pt x="7159078" y="114289"/>
                  </a:lnTo>
                  <a:lnTo>
                    <a:pt x="7241405" y="89333"/>
                  </a:lnTo>
                  <a:lnTo>
                    <a:pt x="7324330" y="67524"/>
                  </a:lnTo>
                  <a:lnTo>
                    <a:pt x="7405073" y="48933"/>
                  </a:lnTo>
                  <a:lnTo>
                    <a:pt x="7480402" y="33616"/>
                  </a:lnTo>
                  <a:lnTo>
                    <a:pt x="7547038" y="21560"/>
                  </a:lnTo>
                  <a:lnTo>
                    <a:pt x="7602192" y="12622"/>
                  </a:lnTo>
                  <a:lnTo>
                    <a:pt x="7644111" y="6503"/>
                  </a:lnTo>
                  <a:lnTo>
                    <a:pt x="7672479" y="2757"/>
                  </a:lnTo>
                  <a:lnTo>
                    <a:pt x="7688565" y="829"/>
                  </a:lnTo>
                  <a:lnTo>
                    <a:pt x="7695135" y="11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0" name="pl820"/>
            <p:cNvSpPr/>
            <p:nvPr/>
          </p:nvSpPr>
          <p:spPr>
            <a:xfrm>
              <a:off x="546595" y="1823030"/>
              <a:ext cx="8234974" cy="3952731"/>
            </a:xfrm>
            <a:custGeom>
              <a:avLst/>
              <a:pathLst>
                <a:path w="8234974" h="3952731">
                  <a:moveTo>
                    <a:pt x="8234974" y="0"/>
                  </a:move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68" y="3952677"/>
                  </a:lnTo>
                  <a:lnTo>
                    <a:pt x="3838700" y="3952291"/>
                  </a:lnTo>
                  <a:lnTo>
                    <a:pt x="3818311" y="3951221"/>
                  </a:lnTo>
                  <a:lnTo>
                    <a:pt x="3782366" y="3949123"/>
                  </a:lnTo>
                  <a:lnTo>
                    <a:pt x="3729813" y="3945691"/>
                  </a:lnTo>
                  <a:lnTo>
                    <a:pt x="3661924" y="3940700"/>
                  </a:lnTo>
                  <a:lnTo>
                    <a:pt x="3581861" y="3934027"/>
                  </a:lnTo>
                  <a:lnTo>
                    <a:pt x="3493876" y="3925637"/>
                  </a:lnTo>
                  <a:lnTo>
                    <a:pt x="3402398" y="3915554"/>
                  </a:lnTo>
                  <a:lnTo>
                    <a:pt x="3311301" y="3903820"/>
                  </a:lnTo>
                  <a:lnTo>
                    <a:pt x="3223492" y="3890451"/>
                  </a:lnTo>
                  <a:lnTo>
                    <a:pt x="3140814" y="3875411"/>
                  </a:lnTo>
                  <a:lnTo>
                    <a:pt x="3064164" y="3858595"/>
                  </a:lnTo>
                  <a:lnTo>
                    <a:pt x="2993702" y="3839822"/>
                  </a:lnTo>
                  <a:lnTo>
                    <a:pt x="2929073" y="3818838"/>
                  </a:lnTo>
                  <a:lnTo>
                    <a:pt x="2869599" y="3795323"/>
                  </a:lnTo>
                  <a:lnTo>
                    <a:pt x="2814425" y="3768908"/>
                  </a:lnTo>
                  <a:lnTo>
                    <a:pt x="2762626" y="3739211"/>
                  </a:lnTo>
                  <a:lnTo>
                    <a:pt x="2713293" y="3705886"/>
                  </a:lnTo>
                  <a:lnTo>
                    <a:pt x="2667772" y="3670523"/>
                  </a:lnTo>
                  <a:lnTo>
                    <a:pt x="2625362" y="3633659"/>
                  </a:lnTo>
                  <a:lnTo>
                    <a:pt x="2583365" y="3593561"/>
                  </a:lnTo>
                  <a:lnTo>
                    <a:pt x="2541440" y="3550168"/>
                  </a:lnTo>
                  <a:lnTo>
                    <a:pt x="2499337" y="3503500"/>
                  </a:lnTo>
                  <a:lnTo>
                    <a:pt x="2456883" y="3453662"/>
                  </a:lnTo>
                  <a:lnTo>
                    <a:pt x="2413981" y="3400858"/>
                  </a:lnTo>
                  <a:lnTo>
                    <a:pt x="2370596" y="3345388"/>
                  </a:lnTo>
                  <a:lnTo>
                    <a:pt x="2326748" y="3287646"/>
                  </a:lnTo>
                  <a:lnTo>
                    <a:pt x="2282508" y="3228114"/>
                  </a:lnTo>
                  <a:lnTo>
                    <a:pt x="2237984" y="3167346"/>
                  </a:lnTo>
                  <a:lnTo>
                    <a:pt x="2193312" y="3105948"/>
                  </a:lnTo>
                  <a:lnTo>
                    <a:pt x="2148641" y="3044552"/>
                  </a:lnTo>
                  <a:lnTo>
                    <a:pt x="2104119" y="2983789"/>
                  </a:lnTo>
                  <a:lnTo>
                    <a:pt x="2059881" y="2924265"/>
                  </a:lnTo>
                  <a:lnTo>
                    <a:pt x="2016035" y="2866534"/>
                  </a:lnTo>
                  <a:lnTo>
                    <a:pt x="1972651" y="2811076"/>
                  </a:lnTo>
                  <a:lnTo>
                    <a:pt x="1929752" y="2758286"/>
                  </a:lnTo>
                  <a:lnTo>
                    <a:pt x="1887301" y="2708465"/>
                  </a:lnTo>
                  <a:lnTo>
                    <a:pt x="1845199" y="2661813"/>
                  </a:lnTo>
                  <a:lnTo>
                    <a:pt x="1803274" y="2618437"/>
                  </a:lnTo>
                  <a:lnTo>
                    <a:pt x="1761276" y="2578356"/>
                  </a:lnTo>
                  <a:lnTo>
                    <a:pt x="1719082" y="2541690"/>
                  </a:lnTo>
                  <a:lnTo>
                    <a:pt x="1671341" y="2504715"/>
                  </a:lnTo>
                  <a:lnTo>
                    <a:pt x="1621913" y="2471563"/>
                  </a:lnTo>
                  <a:lnTo>
                    <a:pt x="1569980" y="2442023"/>
                  </a:lnTo>
                  <a:lnTo>
                    <a:pt x="1514629" y="2415751"/>
                  </a:lnTo>
                  <a:lnTo>
                    <a:pt x="1454936" y="2392359"/>
                  </a:lnTo>
                  <a:lnTo>
                    <a:pt x="1390052" y="2371483"/>
                  </a:lnTo>
                  <a:lnTo>
                    <a:pt x="1319311" y="2352805"/>
                  </a:lnTo>
                  <a:lnTo>
                    <a:pt x="1242377" y="2336073"/>
                  </a:lnTo>
                  <a:lnTo>
                    <a:pt x="1159437" y="2321112"/>
                  </a:lnTo>
                  <a:lnTo>
                    <a:pt x="1071429" y="2307818"/>
                  </a:lnTo>
                  <a:lnTo>
                    <a:pt x="980242" y="2296159"/>
                  </a:lnTo>
                  <a:lnTo>
                    <a:pt x="888834" y="2286154"/>
                  </a:lnTo>
                  <a:lnTo>
                    <a:pt x="801114" y="2277842"/>
                  </a:lnTo>
                  <a:lnTo>
                    <a:pt x="721521" y="2271247"/>
                  </a:lnTo>
                  <a:lnTo>
                    <a:pt x="654277" y="2266331"/>
                  </a:lnTo>
                  <a:lnTo>
                    <a:pt x="602476" y="2262966"/>
                  </a:lnTo>
                  <a:lnTo>
                    <a:pt x="567285" y="2260922"/>
                  </a:lnTo>
                  <a:lnTo>
                    <a:pt x="547546" y="2259892"/>
                  </a:lnTo>
                  <a:lnTo>
                    <a:pt x="539826" y="2259528"/>
                  </a:lnTo>
                  <a:lnTo>
                    <a:pt x="538736" y="2259481"/>
                  </a:lnTo>
                  <a:lnTo>
                    <a:pt x="0" y="2259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1" name="pg821"/>
            <p:cNvSpPr/>
            <p:nvPr/>
          </p:nvSpPr>
          <p:spPr>
            <a:xfrm>
              <a:off x="546595" y="1839364"/>
              <a:ext cx="8234974" cy="4279403"/>
            </a:xfrm>
            <a:custGeom>
              <a:avLst/>
              <a:pathLst>
                <a:path w="8234974" h="4279403">
                  <a:moveTo>
                    <a:pt x="0" y="2286704"/>
                  </a:moveTo>
                  <a:lnTo>
                    <a:pt x="538736" y="2286704"/>
                  </a:lnTo>
                  <a:lnTo>
                    <a:pt x="539968" y="2286767"/>
                  </a:lnTo>
                  <a:lnTo>
                    <a:pt x="548016" y="2287215"/>
                  </a:lnTo>
                  <a:lnTo>
                    <a:pt x="568117" y="2288453"/>
                  </a:lnTo>
                  <a:lnTo>
                    <a:pt x="603583" y="2290885"/>
                  </a:lnTo>
                  <a:lnTo>
                    <a:pt x="655490" y="2294864"/>
                  </a:lnTo>
                  <a:lnTo>
                    <a:pt x="722636" y="2300652"/>
                  </a:lnTo>
                  <a:lnTo>
                    <a:pt x="801950" y="2308399"/>
                  </a:lnTo>
                  <a:lnTo>
                    <a:pt x="889265" y="2318145"/>
                  </a:lnTo>
                  <a:lnTo>
                    <a:pt x="980209" y="2329864"/>
                  </a:lnTo>
                  <a:lnTo>
                    <a:pt x="1070933" y="2343509"/>
                  </a:lnTo>
                  <a:lnTo>
                    <a:pt x="1158525" y="2359057"/>
                  </a:lnTo>
                  <a:lnTo>
                    <a:pt x="1241113" y="2376548"/>
                  </a:lnTo>
                  <a:lnTo>
                    <a:pt x="1317765" y="2396097"/>
                  </a:lnTo>
                  <a:lnTo>
                    <a:pt x="1388286" y="2417909"/>
                  </a:lnTo>
                  <a:lnTo>
                    <a:pt x="1452995" y="2442272"/>
                  </a:lnTo>
                  <a:lnTo>
                    <a:pt x="1512541" y="2469553"/>
                  </a:lnTo>
                  <a:lnTo>
                    <a:pt x="1567759" y="2500173"/>
                  </a:lnTo>
                  <a:lnTo>
                    <a:pt x="1619555" y="2534580"/>
                  </a:lnTo>
                  <a:lnTo>
                    <a:pt x="1668831" y="2573178"/>
                  </a:lnTo>
                  <a:lnTo>
                    <a:pt x="1716400" y="2616224"/>
                  </a:lnTo>
                  <a:lnTo>
                    <a:pt x="1719082" y="2618820"/>
                  </a:lnTo>
                  <a:lnTo>
                    <a:pt x="1759402" y="2659964"/>
                  </a:lnTo>
                  <a:lnTo>
                    <a:pt x="1799332" y="2704540"/>
                  </a:lnTo>
                  <a:lnTo>
                    <a:pt x="1839171" y="2752617"/>
                  </a:lnTo>
                  <a:lnTo>
                    <a:pt x="1879143" y="2804185"/>
                  </a:lnTo>
                  <a:lnTo>
                    <a:pt x="1919406" y="2859153"/>
                  </a:lnTo>
                  <a:lnTo>
                    <a:pt x="1960058" y="2917339"/>
                  </a:lnTo>
                  <a:lnTo>
                    <a:pt x="2001144" y="2978466"/>
                  </a:lnTo>
                  <a:lnTo>
                    <a:pt x="2042660" y="3042165"/>
                  </a:lnTo>
                  <a:lnTo>
                    <a:pt x="2084560" y="3107981"/>
                  </a:lnTo>
                  <a:lnTo>
                    <a:pt x="2126764" y="3175382"/>
                  </a:lnTo>
                  <a:lnTo>
                    <a:pt x="2169165" y="3243777"/>
                  </a:lnTo>
                  <a:lnTo>
                    <a:pt x="2211639" y="3312540"/>
                  </a:lnTo>
                  <a:lnTo>
                    <a:pt x="2254058" y="3381026"/>
                  </a:lnTo>
                  <a:lnTo>
                    <a:pt x="2296297" y="3448606"/>
                  </a:lnTo>
                  <a:lnTo>
                    <a:pt x="2338246" y="3514682"/>
                  </a:lnTo>
                  <a:lnTo>
                    <a:pt x="2379821" y="3578712"/>
                  </a:lnTo>
                  <a:lnTo>
                    <a:pt x="2420969" y="3640230"/>
                  </a:lnTo>
                  <a:lnTo>
                    <a:pt x="2461682" y="3698854"/>
                  </a:lnTo>
                  <a:lnTo>
                    <a:pt x="2501995" y="3754294"/>
                  </a:lnTo>
                  <a:lnTo>
                    <a:pt x="2542000" y="3806354"/>
                  </a:lnTo>
                  <a:lnTo>
                    <a:pt x="2581846" y="3854931"/>
                  </a:lnTo>
                  <a:lnTo>
                    <a:pt x="2621747" y="3900004"/>
                  </a:lnTo>
                  <a:lnTo>
                    <a:pt x="2661989" y="3941630"/>
                  </a:lnTo>
                  <a:lnTo>
                    <a:pt x="2667772" y="3947287"/>
                  </a:lnTo>
                  <a:lnTo>
                    <a:pt x="2715265" y="3990589"/>
                  </a:lnTo>
                  <a:lnTo>
                    <a:pt x="2764423" y="4029437"/>
                  </a:lnTo>
                  <a:lnTo>
                    <a:pt x="2816051" y="4064073"/>
                  </a:lnTo>
                  <a:lnTo>
                    <a:pt x="2871048" y="4094898"/>
                  </a:lnTo>
                  <a:lnTo>
                    <a:pt x="2930324" y="4122357"/>
                  </a:lnTo>
                  <a:lnTo>
                    <a:pt x="2994717" y="4146877"/>
                  </a:lnTo>
                  <a:lnTo>
                    <a:pt x="3064893" y="4168826"/>
                  </a:lnTo>
                  <a:lnTo>
                    <a:pt x="3141194" y="4188499"/>
                  </a:lnTo>
                  <a:lnTo>
                    <a:pt x="3223460" y="4206103"/>
                  </a:lnTo>
                  <a:lnTo>
                    <a:pt x="3310806" y="4221761"/>
                  </a:lnTo>
                  <a:lnTo>
                    <a:pt x="3401420" y="4235515"/>
                  </a:lnTo>
                  <a:lnTo>
                    <a:pt x="3492448" y="4247345"/>
                  </a:lnTo>
                  <a:lnTo>
                    <a:pt x="3580086" y="4257205"/>
                  </a:lnTo>
                  <a:lnTo>
                    <a:pt x="3659975" y="4265066"/>
                  </a:lnTo>
                  <a:lnTo>
                    <a:pt x="3727915" y="4270963"/>
                  </a:lnTo>
                  <a:lnTo>
                    <a:pt x="3780746" y="4275040"/>
                  </a:lnTo>
                  <a:lnTo>
                    <a:pt x="3817145" y="4277551"/>
                  </a:lnTo>
                  <a:lnTo>
                    <a:pt x="3838056" y="4278847"/>
                  </a:lnTo>
                  <a:lnTo>
                    <a:pt x="3846668" y="4279329"/>
                  </a:lnTo>
                  <a:lnTo>
                    <a:pt x="3848118" y="4279403"/>
                  </a:lnTo>
                  <a:lnTo>
                    <a:pt x="4386855" y="4279403"/>
                  </a:lnTo>
                  <a:lnTo>
                    <a:pt x="4387761" y="4279305"/>
                  </a:lnTo>
                  <a:lnTo>
                    <a:pt x="4393719" y="4278606"/>
                  </a:lnTo>
                  <a:lnTo>
                    <a:pt x="4408752" y="4276672"/>
                  </a:lnTo>
                  <a:lnTo>
                    <a:pt x="4435659" y="4272865"/>
                  </a:lnTo>
                  <a:lnTo>
                    <a:pt x="4475816" y="4266593"/>
                  </a:lnTo>
                  <a:lnTo>
                    <a:pt x="4529067" y="4257372"/>
                  </a:lnTo>
                  <a:lnTo>
                    <a:pt x="4593848" y="4244870"/>
                  </a:lnTo>
                  <a:lnTo>
                    <a:pt x="4667539" y="4228919"/>
                  </a:lnTo>
                  <a:lnTo>
                    <a:pt x="4746982" y="4209488"/>
                  </a:lnTo>
                  <a:lnTo>
                    <a:pt x="4829001" y="4186633"/>
                  </a:lnTo>
                  <a:lnTo>
                    <a:pt x="4910809" y="4160428"/>
                  </a:lnTo>
                  <a:lnTo>
                    <a:pt x="4990244" y="4130911"/>
                  </a:lnTo>
                  <a:lnTo>
                    <a:pt x="5065833" y="4098040"/>
                  </a:lnTo>
                  <a:lnTo>
                    <a:pt x="5136746" y="4061664"/>
                  </a:lnTo>
                  <a:lnTo>
                    <a:pt x="5202680" y="4021508"/>
                  </a:lnTo>
                  <a:lnTo>
                    <a:pt x="5263724" y="3977179"/>
                  </a:lnTo>
                  <a:lnTo>
                    <a:pt x="5320242" y="3928165"/>
                  </a:lnTo>
                  <a:lnTo>
                    <a:pt x="5372769" y="3873855"/>
                  </a:lnTo>
                  <a:lnTo>
                    <a:pt x="5421938" y="3813568"/>
                  </a:lnTo>
                  <a:lnTo>
                    <a:pt x="5468416" y="3746604"/>
                  </a:lnTo>
                  <a:lnTo>
                    <a:pt x="5512862" y="3672332"/>
                  </a:lnTo>
                  <a:lnTo>
                    <a:pt x="5555873" y="3590335"/>
                  </a:lnTo>
                  <a:lnTo>
                    <a:pt x="5567201" y="3567077"/>
                  </a:lnTo>
                  <a:lnTo>
                    <a:pt x="5596980" y="3502720"/>
                  </a:lnTo>
                  <a:lnTo>
                    <a:pt x="5626499" y="3434391"/>
                  </a:lnTo>
                  <a:lnTo>
                    <a:pt x="5655890" y="3362008"/>
                  </a:lnTo>
                  <a:lnTo>
                    <a:pt x="5685262" y="3285536"/>
                  </a:lnTo>
                  <a:lnTo>
                    <a:pt x="5714702" y="3204987"/>
                  </a:lnTo>
                  <a:lnTo>
                    <a:pt x="5744278" y="3120425"/>
                  </a:lnTo>
                  <a:lnTo>
                    <a:pt x="5774041" y="3031973"/>
                  </a:lnTo>
                  <a:lnTo>
                    <a:pt x="5804021" y="2939809"/>
                  </a:lnTo>
                  <a:lnTo>
                    <a:pt x="5834237" y="2844175"/>
                  </a:lnTo>
                  <a:lnTo>
                    <a:pt x="5864692" y="2745368"/>
                  </a:lnTo>
                  <a:lnTo>
                    <a:pt x="5895374" y="2643745"/>
                  </a:lnTo>
                  <a:lnTo>
                    <a:pt x="5926262" y="2539716"/>
                  </a:lnTo>
                  <a:lnTo>
                    <a:pt x="5957323" y="2433736"/>
                  </a:lnTo>
                  <a:lnTo>
                    <a:pt x="5988517" y="2326302"/>
                  </a:lnTo>
                  <a:lnTo>
                    <a:pt x="6019798" y="2217938"/>
                  </a:lnTo>
                  <a:lnTo>
                    <a:pt x="6051115" y="2109191"/>
                  </a:lnTo>
                  <a:lnTo>
                    <a:pt x="6082416" y="2000613"/>
                  </a:lnTo>
                  <a:lnTo>
                    <a:pt x="6113650" y="1892753"/>
                  </a:lnTo>
                  <a:lnTo>
                    <a:pt x="6144768" y="1786147"/>
                  </a:lnTo>
                  <a:lnTo>
                    <a:pt x="6175727" y="1681303"/>
                  </a:lnTo>
                  <a:lnTo>
                    <a:pt x="6206493" y="1578692"/>
                  </a:lnTo>
                  <a:lnTo>
                    <a:pt x="6237038" y="1478745"/>
                  </a:lnTo>
                  <a:lnTo>
                    <a:pt x="6267347" y="1381838"/>
                  </a:lnTo>
                  <a:lnTo>
                    <a:pt x="6297418" y="1288292"/>
                  </a:lnTo>
                  <a:lnTo>
                    <a:pt x="6327262" y="1198372"/>
                  </a:lnTo>
                  <a:lnTo>
                    <a:pt x="6356906" y="1112279"/>
                  </a:lnTo>
                  <a:lnTo>
                    <a:pt x="6386392" y="1030159"/>
                  </a:lnTo>
                  <a:lnTo>
                    <a:pt x="6415782" y="952097"/>
                  </a:lnTo>
                  <a:lnTo>
                    <a:pt x="6445153" y="878125"/>
                  </a:lnTo>
                  <a:lnTo>
                    <a:pt x="6474608" y="808227"/>
                  </a:lnTo>
                  <a:lnTo>
                    <a:pt x="6504268" y="742337"/>
                  </a:lnTo>
                  <a:lnTo>
                    <a:pt x="6515891" y="717771"/>
                  </a:lnTo>
                  <a:lnTo>
                    <a:pt x="6558607" y="633684"/>
                  </a:lnTo>
                  <a:lnTo>
                    <a:pt x="6602613" y="557374"/>
                  </a:lnTo>
                  <a:lnTo>
                    <a:pt x="6648485" y="488511"/>
                  </a:lnTo>
                  <a:lnTo>
                    <a:pt x="6696868" y="426505"/>
                  </a:lnTo>
                  <a:lnTo>
                    <a:pt x="6748433" y="370665"/>
                  </a:lnTo>
                  <a:lnTo>
                    <a:pt x="6803826" y="320298"/>
                  </a:lnTo>
                  <a:lnTo>
                    <a:pt x="6863614" y="274770"/>
                  </a:lnTo>
                  <a:lnTo>
                    <a:pt x="6928218" y="233541"/>
                  </a:lnTo>
                  <a:lnTo>
                    <a:pt x="6997810" y="196186"/>
                  </a:lnTo>
                  <a:lnTo>
                    <a:pt x="7072206" y="162397"/>
                  </a:lnTo>
                  <a:lnTo>
                    <a:pt x="7150728" y="131991"/>
                  </a:lnTo>
                  <a:lnTo>
                    <a:pt x="7232084" y="104900"/>
                  </a:lnTo>
                  <a:lnTo>
                    <a:pt x="7314296" y="81141"/>
                  </a:lnTo>
                  <a:lnTo>
                    <a:pt x="7394730" y="60787"/>
                  </a:lnTo>
                  <a:lnTo>
                    <a:pt x="7470279" y="43903"/>
                  </a:lnTo>
                  <a:lnTo>
                    <a:pt x="7537732" y="30488"/>
                  </a:lnTo>
                  <a:lnTo>
                    <a:pt x="7594273" y="20415"/>
                  </a:lnTo>
                  <a:lnTo>
                    <a:pt x="7638010" y="13396"/>
                  </a:lnTo>
                  <a:lnTo>
                    <a:pt x="7668389" y="8984"/>
                  </a:lnTo>
                  <a:lnTo>
                    <a:pt x="7686380" y="6611"/>
                  </a:lnTo>
                  <a:lnTo>
                    <a:pt x="7694420" y="56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32" y="98"/>
                  </a:lnTo>
                  <a:lnTo>
                    <a:pt x="7689373" y="797"/>
                  </a:lnTo>
                  <a:lnTo>
                    <a:pt x="7674340" y="2731"/>
                  </a:lnTo>
                  <a:lnTo>
                    <a:pt x="7647433" y="6538"/>
                  </a:lnTo>
                  <a:lnTo>
                    <a:pt x="7607277" y="12809"/>
                  </a:lnTo>
                  <a:lnTo>
                    <a:pt x="7554025" y="22031"/>
                  </a:lnTo>
                  <a:lnTo>
                    <a:pt x="7489245" y="34533"/>
                  </a:lnTo>
                  <a:lnTo>
                    <a:pt x="7415554" y="50484"/>
                  </a:lnTo>
                  <a:lnTo>
                    <a:pt x="7336110" y="69915"/>
                  </a:lnTo>
                  <a:lnTo>
                    <a:pt x="7254091" y="92770"/>
                  </a:lnTo>
                  <a:lnTo>
                    <a:pt x="7172283" y="118975"/>
                  </a:lnTo>
                  <a:lnTo>
                    <a:pt x="7092849" y="148492"/>
                  </a:lnTo>
                  <a:lnTo>
                    <a:pt x="7017260" y="181362"/>
                  </a:lnTo>
                  <a:lnTo>
                    <a:pt x="6946346" y="217739"/>
                  </a:lnTo>
                  <a:lnTo>
                    <a:pt x="6880413" y="257895"/>
                  </a:lnTo>
                  <a:lnTo>
                    <a:pt x="6819369" y="302224"/>
                  </a:lnTo>
                  <a:lnTo>
                    <a:pt x="6762851" y="351238"/>
                  </a:lnTo>
                  <a:lnTo>
                    <a:pt x="6710323" y="405548"/>
                  </a:lnTo>
                  <a:lnTo>
                    <a:pt x="6661154" y="465835"/>
                  </a:lnTo>
                  <a:lnTo>
                    <a:pt x="6614676" y="532799"/>
                  </a:lnTo>
                  <a:lnTo>
                    <a:pt x="6570231" y="607071"/>
                  </a:lnTo>
                  <a:lnTo>
                    <a:pt x="6527220" y="689068"/>
                  </a:lnTo>
                  <a:lnTo>
                    <a:pt x="6515891" y="712326"/>
                  </a:lnTo>
                  <a:lnTo>
                    <a:pt x="6486112" y="776683"/>
                  </a:lnTo>
                  <a:lnTo>
                    <a:pt x="6456594" y="845012"/>
                  </a:lnTo>
                  <a:lnTo>
                    <a:pt x="6427203" y="917395"/>
                  </a:lnTo>
                  <a:lnTo>
                    <a:pt x="6397831" y="993867"/>
                  </a:lnTo>
                  <a:lnTo>
                    <a:pt x="6368391" y="1074416"/>
                  </a:lnTo>
                  <a:lnTo>
                    <a:pt x="6338814" y="1158978"/>
                  </a:lnTo>
                  <a:lnTo>
                    <a:pt x="6309052" y="1247430"/>
                  </a:lnTo>
                  <a:lnTo>
                    <a:pt x="6279071" y="1339593"/>
                  </a:lnTo>
                  <a:lnTo>
                    <a:pt x="6248855" y="1435228"/>
                  </a:lnTo>
                  <a:lnTo>
                    <a:pt x="6218400" y="1534035"/>
                  </a:lnTo>
                  <a:lnTo>
                    <a:pt x="6187718" y="1635658"/>
                  </a:lnTo>
                  <a:lnTo>
                    <a:pt x="6156830" y="1739687"/>
                  </a:lnTo>
                  <a:lnTo>
                    <a:pt x="6125769" y="1845667"/>
                  </a:lnTo>
                  <a:lnTo>
                    <a:pt x="6094575" y="1953101"/>
                  </a:lnTo>
                  <a:lnTo>
                    <a:pt x="6063294" y="2061464"/>
                  </a:lnTo>
                  <a:lnTo>
                    <a:pt x="6031977" y="2170212"/>
                  </a:lnTo>
                  <a:lnTo>
                    <a:pt x="6000677" y="2278790"/>
                  </a:lnTo>
                  <a:lnTo>
                    <a:pt x="5969443" y="2386650"/>
                  </a:lnTo>
                  <a:lnTo>
                    <a:pt x="5938325" y="2493256"/>
                  </a:lnTo>
                  <a:lnTo>
                    <a:pt x="5907365" y="2598100"/>
                  </a:lnTo>
                  <a:lnTo>
                    <a:pt x="5876600" y="2700710"/>
                  </a:lnTo>
                  <a:lnTo>
                    <a:pt x="5846055" y="2800658"/>
                  </a:lnTo>
                  <a:lnTo>
                    <a:pt x="5815745" y="2897565"/>
                  </a:lnTo>
                  <a:lnTo>
                    <a:pt x="5785674" y="2991110"/>
                  </a:lnTo>
                  <a:lnTo>
                    <a:pt x="5755830" y="3081031"/>
                  </a:lnTo>
                  <a:lnTo>
                    <a:pt x="5726186" y="3167123"/>
                  </a:lnTo>
                  <a:lnTo>
                    <a:pt x="5696700" y="3249244"/>
                  </a:lnTo>
                  <a:lnTo>
                    <a:pt x="5667311" y="3327306"/>
                  </a:lnTo>
                  <a:lnTo>
                    <a:pt x="5637939" y="3401278"/>
                  </a:lnTo>
                  <a:lnTo>
                    <a:pt x="5608485" y="3471176"/>
                  </a:lnTo>
                  <a:lnTo>
                    <a:pt x="5578824" y="3537066"/>
                  </a:lnTo>
                  <a:lnTo>
                    <a:pt x="5567201" y="3561632"/>
                  </a:lnTo>
                  <a:lnTo>
                    <a:pt x="5524486" y="3645719"/>
                  </a:lnTo>
                  <a:lnTo>
                    <a:pt x="5480479" y="3722029"/>
                  </a:lnTo>
                  <a:lnTo>
                    <a:pt x="5434607" y="3790892"/>
                  </a:lnTo>
                  <a:lnTo>
                    <a:pt x="5386224" y="3852897"/>
                  </a:lnTo>
                  <a:lnTo>
                    <a:pt x="5334659" y="3908738"/>
                  </a:lnTo>
                  <a:lnTo>
                    <a:pt x="5279267" y="3959105"/>
                  </a:lnTo>
                  <a:lnTo>
                    <a:pt x="5219478" y="4004633"/>
                  </a:lnTo>
                  <a:lnTo>
                    <a:pt x="5154875" y="4045861"/>
                  </a:lnTo>
                  <a:lnTo>
                    <a:pt x="5085282" y="4083217"/>
                  </a:lnTo>
                  <a:lnTo>
                    <a:pt x="5010887" y="4117006"/>
                  </a:lnTo>
                  <a:lnTo>
                    <a:pt x="4932365" y="4147412"/>
                  </a:lnTo>
                  <a:lnTo>
                    <a:pt x="4851009" y="4174503"/>
                  </a:lnTo>
                  <a:lnTo>
                    <a:pt x="4768796" y="4198262"/>
                  </a:lnTo>
                  <a:lnTo>
                    <a:pt x="4688363" y="4218616"/>
                  </a:lnTo>
                  <a:lnTo>
                    <a:pt x="4612814" y="4235500"/>
                  </a:lnTo>
                  <a:lnTo>
                    <a:pt x="4545361" y="4248914"/>
                  </a:lnTo>
                  <a:lnTo>
                    <a:pt x="4488820" y="4258988"/>
                  </a:lnTo>
                  <a:lnTo>
                    <a:pt x="4445083" y="4266007"/>
                  </a:lnTo>
                  <a:lnTo>
                    <a:pt x="4414703" y="4270419"/>
                  </a:lnTo>
                  <a:lnTo>
                    <a:pt x="4396712" y="4272792"/>
                  </a:lnTo>
                  <a:lnTo>
                    <a:pt x="4388673" y="4273758"/>
                  </a:lnTo>
                  <a:lnTo>
                    <a:pt x="4386855" y="4273959"/>
                  </a:lnTo>
                  <a:lnTo>
                    <a:pt x="3848118" y="4273959"/>
                  </a:lnTo>
                  <a:lnTo>
                    <a:pt x="3846887" y="4273896"/>
                  </a:lnTo>
                  <a:lnTo>
                    <a:pt x="3838839" y="4273448"/>
                  </a:lnTo>
                  <a:lnTo>
                    <a:pt x="3818738" y="4272210"/>
                  </a:lnTo>
                  <a:lnTo>
                    <a:pt x="3783272" y="4269778"/>
                  </a:lnTo>
                  <a:lnTo>
                    <a:pt x="3731365" y="4265799"/>
                  </a:lnTo>
                  <a:lnTo>
                    <a:pt x="3664218" y="4260010"/>
                  </a:lnTo>
                  <a:lnTo>
                    <a:pt x="3584904" y="4252264"/>
                  </a:lnTo>
                  <a:lnTo>
                    <a:pt x="3497590" y="4242518"/>
                  </a:lnTo>
                  <a:lnTo>
                    <a:pt x="3406646" y="4230799"/>
                  </a:lnTo>
                  <a:lnTo>
                    <a:pt x="3315921" y="4217154"/>
                  </a:lnTo>
                  <a:lnTo>
                    <a:pt x="3228330" y="4201605"/>
                  </a:lnTo>
                  <a:lnTo>
                    <a:pt x="3145742" y="4184115"/>
                  </a:lnTo>
                  <a:lnTo>
                    <a:pt x="3069089" y="4164565"/>
                  </a:lnTo>
                  <a:lnTo>
                    <a:pt x="2998569" y="4142754"/>
                  </a:lnTo>
                  <a:lnTo>
                    <a:pt x="2933860" y="4118390"/>
                  </a:lnTo>
                  <a:lnTo>
                    <a:pt x="2874313" y="4091110"/>
                  </a:lnTo>
                  <a:lnTo>
                    <a:pt x="2819096" y="4060490"/>
                  </a:lnTo>
                  <a:lnTo>
                    <a:pt x="2767300" y="4026083"/>
                  </a:lnTo>
                  <a:lnTo>
                    <a:pt x="2718023" y="3987484"/>
                  </a:lnTo>
                  <a:lnTo>
                    <a:pt x="2670454" y="3944439"/>
                  </a:lnTo>
                  <a:lnTo>
                    <a:pt x="2667772" y="3941842"/>
                  </a:lnTo>
                  <a:lnTo>
                    <a:pt x="2627452" y="3900699"/>
                  </a:lnTo>
                  <a:lnTo>
                    <a:pt x="2587522" y="3856122"/>
                  </a:lnTo>
                  <a:lnTo>
                    <a:pt x="2547684" y="3808046"/>
                  </a:lnTo>
                  <a:lnTo>
                    <a:pt x="2507712" y="3756477"/>
                  </a:lnTo>
                  <a:lnTo>
                    <a:pt x="2467449" y="3701509"/>
                  </a:lnTo>
                  <a:lnTo>
                    <a:pt x="2426797" y="3643324"/>
                  </a:lnTo>
                  <a:lnTo>
                    <a:pt x="2385711" y="3582197"/>
                  </a:lnTo>
                  <a:lnTo>
                    <a:pt x="2344195" y="3518498"/>
                  </a:lnTo>
                  <a:lnTo>
                    <a:pt x="2302295" y="3452682"/>
                  </a:lnTo>
                  <a:lnTo>
                    <a:pt x="2260091" y="3385281"/>
                  </a:lnTo>
                  <a:lnTo>
                    <a:pt x="2217690" y="3316886"/>
                  </a:lnTo>
                  <a:lnTo>
                    <a:pt x="2175215" y="3248123"/>
                  </a:lnTo>
                  <a:lnTo>
                    <a:pt x="2132796" y="3179636"/>
                  </a:lnTo>
                  <a:lnTo>
                    <a:pt x="2090557" y="3112057"/>
                  </a:lnTo>
                  <a:lnTo>
                    <a:pt x="2048608" y="3045981"/>
                  </a:lnTo>
                  <a:lnTo>
                    <a:pt x="2007034" y="2981950"/>
                  </a:lnTo>
                  <a:lnTo>
                    <a:pt x="1965886" y="2920432"/>
                  </a:lnTo>
                  <a:lnTo>
                    <a:pt x="1925173" y="2861809"/>
                  </a:lnTo>
                  <a:lnTo>
                    <a:pt x="1884859" y="2806369"/>
                  </a:lnTo>
                  <a:lnTo>
                    <a:pt x="1844854" y="2754308"/>
                  </a:lnTo>
                  <a:lnTo>
                    <a:pt x="1805008" y="2705732"/>
                  </a:lnTo>
                  <a:lnTo>
                    <a:pt x="1765108" y="2660659"/>
                  </a:lnTo>
                  <a:lnTo>
                    <a:pt x="1724865" y="2619033"/>
                  </a:lnTo>
                  <a:lnTo>
                    <a:pt x="1719082" y="2613376"/>
                  </a:lnTo>
                  <a:lnTo>
                    <a:pt x="1671590" y="2570074"/>
                  </a:lnTo>
                  <a:lnTo>
                    <a:pt x="1622432" y="2531226"/>
                  </a:lnTo>
                  <a:lnTo>
                    <a:pt x="1570803" y="2496589"/>
                  </a:lnTo>
                  <a:lnTo>
                    <a:pt x="1515807" y="2465765"/>
                  </a:lnTo>
                  <a:lnTo>
                    <a:pt x="1456531" y="2438305"/>
                  </a:lnTo>
                  <a:lnTo>
                    <a:pt x="1392137" y="2413786"/>
                  </a:lnTo>
                  <a:lnTo>
                    <a:pt x="1321962" y="2391836"/>
                  </a:lnTo>
                  <a:lnTo>
                    <a:pt x="1245660" y="2372164"/>
                  </a:lnTo>
                  <a:lnTo>
                    <a:pt x="1163395" y="2354560"/>
                  </a:lnTo>
                  <a:lnTo>
                    <a:pt x="1076048" y="2338902"/>
                  </a:lnTo>
                  <a:lnTo>
                    <a:pt x="985434" y="2325148"/>
                  </a:lnTo>
                  <a:lnTo>
                    <a:pt x="894406" y="2313318"/>
                  </a:lnTo>
                  <a:lnTo>
                    <a:pt x="806769" y="2303457"/>
                  </a:lnTo>
                  <a:lnTo>
                    <a:pt x="726879" y="2295597"/>
                  </a:lnTo>
                  <a:lnTo>
                    <a:pt x="658940" y="2289699"/>
                  </a:lnTo>
                  <a:lnTo>
                    <a:pt x="606108" y="2285623"/>
                  </a:lnTo>
                  <a:lnTo>
                    <a:pt x="569709" y="2283112"/>
                  </a:lnTo>
                  <a:lnTo>
                    <a:pt x="548799" y="2281816"/>
                  </a:lnTo>
                  <a:lnTo>
                    <a:pt x="540187" y="2281333"/>
                  </a:lnTo>
                  <a:lnTo>
                    <a:pt x="538736" y="2281259"/>
                  </a:lnTo>
                  <a:lnTo>
                    <a:pt x="0" y="228125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22" name="pl822"/>
            <p:cNvSpPr/>
            <p:nvPr/>
          </p:nvSpPr>
          <p:spPr>
            <a:xfrm>
              <a:off x="546595" y="1844808"/>
              <a:ext cx="8234974" cy="4273959"/>
            </a:xfrm>
            <a:custGeom>
              <a:avLst/>
              <a:pathLst>
                <a:path w="8234974" h="4273959">
                  <a:moveTo>
                    <a:pt x="0" y="2281259"/>
                  </a:moveTo>
                  <a:lnTo>
                    <a:pt x="538736" y="2281259"/>
                  </a:lnTo>
                  <a:lnTo>
                    <a:pt x="539968" y="2281322"/>
                  </a:lnTo>
                  <a:lnTo>
                    <a:pt x="548016" y="2281770"/>
                  </a:lnTo>
                  <a:lnTo>
                    <a:pt x="568117" y="2283009"/>
                  </a:lnTo>
                  <a:lnTo>
                    <a:pt x="603583" y="2285440"/>
                  </a:lnTo>
                  <a:lnTo>
                    <a:pt x="655490" y="2289419"/>
                  </a:lnTo>
                  <a:lnTo>
                    <a:pt x="722636" y="2295208"/>
                  </a:lnTo>
                  <a:lnTo>
                    <a:pt x="801950" y="2302954"/>
                  </a:lnTo>
                  <a:lnTo>
                    <a:pt x="889265" y="2312700"/>
                  </a:lnTo>
                  <a:lnTo>
                    <a:pt x="980209" y="2324419"/>
                  </a:lnTo>
                  <a:lnTo>
                    <a:pt x="1070933" y="2338064"/>
                  </a:lnTo>
                  <a:lnTo>
                    <a:pt x="1158525" y="2353613"/>
                  </a:lnTo>
                  <a:lnTo>
                    <a:pt x="1241113" y="2371103"/>
                  </a:lnTo>
                  <a:lnTo>
                    <a:pt x="1317765" y="2390653"/>
                  </a:lnTo>
                  <a:lnTo>
                    <a:pt x="1388286" y="2412465"/>
                  </a:lnTo>
                  <a:lnTo>
                    <a:pt x="1452995" y="2436828"/>
                  </a:lnTo>
                  <a:lnTo>
                    <a:pt x="1512541" y="2464108"/>
                  </a:lnTo>
                  <a:lnTo>
                    <a:pt x="1567759" y="2494729"/>
                  </a:lnTo>
                  <a:lnTo>
                    <a:pt x="1619555" y="2529135"/>
                  </a:lnTo>
                  <a:lnTo>
                    <a:pt x="1668831" y="2567734"/>
                  </a:lnTo>
                  <a:lnTo>
                    <a:pt x="1716400" y="2610780"/>
                  </a:lnTo>
                  <a:lnTo>
                    <a:pt x="1719082" y="2613376"/>
                  </a:lnTo>
                  <a:lnTo>
                    <a:pt x="1759402" y="2654519"/>
                  </a:lnTo>
                  <a:lnTo>
                    <a:pt x="1799332" y="2699096"/>
                  </a:lnTo>
                  <a:lnTo>
                    <a:pt x="1839171" y="2747173"/>
                  </a:lnTo>
                  <a:lnTo>
                    <a:pt x="1879143" y="2798741"/>
                  </a:lnTo>
                  <a:lnTo>
                    <a:pt x="1919406" y="2853709"/>
                  </a:lnTo>
                  <a:lnTo>
                    <a:pt x="1960058" y="2911894"/>
                  </a:lnTo>
                  <a:lnTo>
                    <a:pt x="2001144" y="2973021"/>
                  </a:lnTo>
                  <a:lnTo>
                    <a:pt x="2042660" y="3036721"/>
                  </a:lnTo>
                  <a:lnTo>
                    <a:pt x="2084560" y="3102536"/>
                  </a:lnTo>
                  <a:lnTo>
                    <a:pt x="2126764" y="3169937"/>
                  </a:lnTo>
                  <a:lnTo>
                    <a:pt x="2169165" y="3238333"/>
                  </a:lnTo>
                  <a:lnTo>
                    <a:pt x="2211639" y="3307095"/>
                  </a:lnTo>
                  <a:lnTo>
                    <a:pt x="2254058" y="3375582"/>
                  </a:lnTo>
                  <a:lnTo>
                    <a:pt x="2296297" y="3443162"/>
                  </a:lnTo>
                  <a:lnTo>
                    <a:pt x="2338246" y="3509237"/>
                  </a:lnTo>
                  <a:lnTo>
                    <a:pt x="2379821" y="3573268"/>
                  </a:lnTo>
                  <a:lnTo>
                    <a:pt x="2420969" y="3634786"/>
                  </a:lnTo>
                  <a:lnTo>
                    <a:pt x="2461682" y="3693410"/>
                  </a:lnTo>
                  <a:lnTo>
                    <a:pt x="2501995" y="3748849"/>
                  </a:lnTo>
                  <a:lnTo>
                    <a:pt x="2542000" y="3800910"/>
                  </a:lnTo>
                  <a:lnTo>
                    <a:pt x="2581846" y="3849486"/>
                  </a:lnTo>
                  <a:lnTo>
                    <a:pt x="2621747" y="3894559"/>
                  </a:lnTo>
                  <a:lnTo>
                    <a:pt x="2661989" y="3936185"/>
                  </a:lnTo>
                  <a:lnTo>
                    <a:pt x="2667772" y="3941842"/>
                  </a:lnTo>
                  <a:lnTo>
                    <a:pt x="2715265" y="3985144"/>
                  </a:lnTo>
                  <a:lnTo>
                    <a:pt x="2764423" y="4023992"/>
                  </a:lnTo>
                  <a:lnTo>
                    <a:pt x="2816051" y="4058629"/>
                  </a:lnTo>
                  <a:lnTo>
                    <a:pt x="2871048" y="4089454"/>
                  </a:lnTo>
                  <a:lnTo>
                    <a:pt x="2930324" y="4116913"/>
                  </a:lnTo>
                  <a:lnTo>
                    <a:pt x="2994717" y="4141433"/>
                  </a:lnTo>
                  <a:lnTo>
                    <a:pt x="3064893" y="4163382"/>
                  </a:lnTo>
                  <a:lnTo>
                    <a:pt x="3141194" y="4183054"/>
                  </a:lnTo>
                  <a:lnTo>
                    <a:pt x="3223460" y="4200659"/>
                  </a:lnTo>
                  <a:lnTo>
                    <a:pt x="3310806" y="4216316"/>
                  </a:lnTo>
                  <a:lnTo>
                    <a:pt x="3401420" y="4230070"/>
                  </a:lnTo>
                  <a:lnTo>
                    <a:pt x="3492448" y="4241901"/>
                  </a:lnTo>
                  <a:lnTo>
                    <a:pt x="3580086" y="4251761"/>
                  </a:lnTo>
                  <a:lnTo>
                    <a:pt x="3659975" y="4259621"/>
                  </a:lnTo>
                  <a:lnTo>
                    <a:pt x="3727915" y="4265519"/>
                  </a:lnTo>
                  <a:lnTo>
                    <a:pt x="3780746" y="4269595"/>
                  </a:lnTo>
                  <a:lnTo>
                    <a:pt x="3817145" y="4272106"/>
                  </a:lnTo>
                  <a:lnTo>
                    <a:pt x="3838056" y="4273403"/>
                  </a:lnTo>
                  <a:lnTo>
                    <a:pt x="3846668" y="4273885"/>
                  </a:lnTo>
                  <a:lnTo>
                    <a:pt x="3848118" y="4273959"/>
                  </a:lnTo>
                  <a:lnTo>
                    <a:pt x="3848118" y="4273959"/>
                  </a:lnTo>
                  <a:lnTo>
                    <a:pt x="4386855" y="4273959"/>
                  </a:lnTo>
                  <a:lnTo>
                    <a:pt x="4387761" y="4273861"/>
                  </a:lnTo>
                  <a:lnTo>
                    <a:pt x="4393719" y="4273161"/>
                  </a:lnTo>
                  <a:lnTo>
                    <a:pt x="4408752" y="4271228"/>
                  </a:lnTo>
                  <a:lnTo>
                    <a:pt x="4435659" y="4267421"/>
                  </a:lnTo>
                  <a:lnTo>
                    <a:pt x="4475816" y="4261149"/>
                  </a:lnTo>
                  <a:lnTo>
                    <a:pt x="4529067" y="4251928"/>
                  </a:lnTo>
                  <a:lnTo>
                    <a:pt x="4593848" y="4239425"/>
                  </a:lnTo>
                  <a:lnTo>
                    <a:pt x="4667539" y="4223474"/>
                  </a:lnTo>
                  <a:lnTo>
                    <a:pt x="4746982" y="4204044"/>
                  </a:lnTo>
                  <a:lnTo>
                    <a:pt x="4829001" y="4181188"/>
                  </a:lnTo>
                  <a:lnTo>
                    <a:pt x="4910809" y="4154983"/>
                  </a:lnTo>
                  <a:lnTo>
                    <a:pt x="4990244" y="4125467"/>
                  </a:lnTo>
                  <a:lnTo>
                    <a:pt x="5065833" y="4092596"/>
                  </a:lnTo>
                  <a:lnTo>
                    <a:pt x="5136746" y="4056219"/>
                  </a:lnTo>
                  <a:lnTo>
                    <a:pt x="5202680" y="4016064"/>
                  </a:lnTo>
                  <a:lnTo>
                    <a:pt x="5263724" y="3971735"/>
                  </a:lnTo>
                  <a:lnTo>
                    <a:pt x="5320242" y="3922720"/>
                  </a:lnTo>
                  <a:lnTo>
                    <a:pt x="5372769" y="3868410"/>
                  </a:lnTo>
                  <a:lnTo>
                    <a:pt x="5421938" y="3808123"/>
                  </a:lnTo>
                  <a:lnTo>
                    <a:pt x="5468416" y="3741159"/>
                  </a:lnTo>
                  <a:lnTo>
                    <a:pt x="5512862" y="3666888"/>
                  </a:lnTo>
                  <a:lnTo>
                    <a:pt x="5555873" y="3584890"/>
                  </a:lnTo>
                  <a:lnTo>
                    <a:pt x="5567201" y="3561632"/>
                  </a:lnTo>
                  <a:lnTo>
                    <a:pt x="5596980" y="3497276"/>
                  </a:lnTo>
                  <a:lnTo>
                    <a:pt x="5626499" y="3428946"/>
                  </a:lnTo>
                  <a:lnTo>
                    <a:pt x="5655890" y="3356564"/>
                  </a:lnTo>
                  <a:lnTo>
                    <a:pt x="5685262" y="3280092"/>
                  </a:lnTo>
                  <a:lnTo>
                    <a:pt x="5714702" y="3199542"/>
                  </a:lnTo>
                  <a:lnTo>
                    <a:pt x="5744278" y="3114981"/>
                  </a:lnTo>
                  <a:lnTo>
                    <a:pt x="5774041" y="3026528"/>
                  </a:lnTo>
                  <a:lnTo>
                    <a:pt x="5804021" y="2934365"/>
                  </a:lnTo>
                  <a:lnTo>
                    <a:pt x="5834237" y="2838730"/>
                  </a:lnTo>
                  <a:lnTo>
                    <a:pt x="5864692" y="2739923"/>
                  </a:lnTo>
                  <a:lnTo>
                    <a:pt x="5895374" y="2638301"/>
                  </a:lnTo>
                  <a:lnTo>
                    <a:pt x="5926262" y="2534271"/>
                  </a:lnTo>
                  <a:lnTo>
                    <a:pt x="5957323" y="2428292"/>
                  </a:lnTo>
                  <a:lnTo>
                    <a:pt x="5988517" y="2320857"/>
                  </a:lnTo>
                  <a:lnTo>
                    <a:pt x="6019798" y="2212494"/>
                  </a:lnTo>
                  <a:lnTo>
                    <a:pt x="6051115" y="2103747"/>
                  </a:lnTo>
                  <a:lnTo>
                    <a:pt x="6082416" y="1995168"/>
                  </a:lnTo>
                  <a:lnTo>
                    <a:pt x="6113650" y="1887309"/>
                  </a:lnTo>
                  <a:lnTo>
                    <a:pt x="6144768" y="1780703"/>
                  </a:lnTo>
                  <a:lnTo>
                    <a:pt x="6175727" y="1675858"/>
                  </a:lnTo>
                  <a:lnTo>
                    <a:pt x="6206493" y="1573248"/>
                  </a:lnTo>
                  <a:lnTo>
                    <a:pt x="6237038" y="1473301"/>
                  </a:lnTo>
                  <a:lnTo>
                    <a:pt x="6267347" y="1376393"/>
                  </a:lnTo>
                  <a:lnTo>
                    <a:pt x="6297418" y="1282848"/>
                  </a:lnTo>
                  <a:lnTo>
                    <a:pt x="6327262" y="1192927"/>
                  </a:lnTo>
                  <a:lnTo>
                    <a:pt x="6356906" y="1106835"/>
                  </a:lnTo>
                  <a:lnTo>
                    <a:pt x="6386392" y="1024714"/>
                  </a:lnTo>
                  <a:lnTo>
                    <a:pt x="6415782" y="946652"/>
                  </a:lnTo>
                  <a:lnTo>
                    <a:pt x="6445153" y="872681"/>
                  </a:lnTo>
                  <a:lnTo>
                    <a:pt x="6474608" y="802782"/>
                  </a:lnTo>
                  <a:lnTo>
                    <a:pt x="6504268" y="736892"/>
                  </a:lnTo>
                  <a:lnTo>
                    <a:pt x="6515891" y="712326"/>
                  </a:lnTo>
                  <a:lnTo>
                    <a:pt x="6558607" y="628240"/>
                  </a:lnTo>
                  <a:lnTo>
                    <a:pt x="6602613" y="551929"/>
                  </a:lnTo>
                  <a:lnTo>
                    <a:pt x="6648485" y="483067"/>
                  </a:lnTo>
                  <a:lnTo>
                    <a:pt x="6696868" y="421061"/>
                  </a:lnTo>
                  <a:lnTo>
                    <a:pt x="6748433" y="365220"/>
                  </a:lnTo>
                  <a:lnTo>
                    <a:pt x="6803826" y="314853"/>
                  </a:lnTo>
                  <a:lnTo>
                    <a:pt x="6863614" y="269325"/>
                  </a:lnTo>
                  <a:lnTo>
                    <a:pt x="6928218" y="228097"/>
                  </a:lnTo>
                  <a:lnTo>
                    <a:pt x="6997810" y="190741"/>
                  </a:lnTo>
                  <a:lnTo>
                    <a:pt x="7072206" y="156952"/>
                  </a:lnTo>
                  <a:lnTo>
                    <a:pt x="7150728" y="126547"/>
                  </a:lnTo>
                  <a:lnTo>
                    <a:pt x="7232084" y="99455"/>
                  </a:lnTo>
                  <a:lnTo>
                    <a:pt x="7314296" y="75697"/>
                  </a:lnTo>
                  <a:lnTo>
                    <a:pt x="7394730" y="55343"/>
                  </a:lnTo>
                  <a:lnTo>
                    <a:pt x="7470279" y="38459"/>
                  </a:lnTo>
                  <a:lnTo>
                    <a:pt x="7537732" y="25044"/>
                  </a:lnTo>
                  <a:lnTo>
                    <a:pt x="7594273" y="14971"/>
                  </a:lnTo>
                  <a:lnTo>
                    <a:pt x="7638010" y="7951"/>
                  </a:lnTo>
                  <a:lnTo>
                    <a:pt x="7668389" y="3540"/>
                  </a:lnTo>
                  <a:lnTo>
                    <a:pt x="7686380" y="1167"/>
                  </a:lnTo>
                  <a:lnTo>
                    <a:pt x="7694420" y="200"/>
                  </a:lnTo>
                  <a:lnTo>
                    <a:pt x="7696219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3" name="pl823"/>
            <p:cNvSpPr/>
            <p:nvPr/>
          </p:nvSpPr>
          <p:spPr>
            <a:xfrm>
              <a:off x="546595" y="1839364"/>
              <a:ext cx="8234974" cy="4273959"/>
            </a:xfrm>
            <a:custGeom>
              <a:avLst/>
              <a:pathLst>
                <a:path w="8234974" h="4273959">
                  <a:moveTo>
                    <a:pt x="8234974" y="0"/>
                  </a:moveTo>
                  <a:lnTo>
                    <a:pt x="7696237" y="0"/>
                  </a:lnTo>
                  <a:lnTo>
                    <a:pt x="7695332" y="98"/>
                  </a:lnTo>
                  <a:lnTo>
                    <a:pt x="7689373" y="797"/>
                  </a:lnTo>
                  <a:lnTo>
                    <a:pt x="7674340" y="2731"/>
                  </a:lnTo>
                  <a:lnTo>
                    <a:pt x="7647433" y="6538"/>
                  </a:lnTo>
                  <a:lnTo>
                    <a:pt x="7607277" y="12809"/>
                  </a:lnTo>
                  <a:lnTo>
                    <a:pt x="7554025" y="22031"/>
                  </a:lnTo>
                  <a:lnTo>
                    <a:pt x="7489245" y="34533"/>
                  </a:lnTo>
                  <a:lnTo>
                    <a:pt x="7415554" y="50484"/>
                  </a:lnTo>
                  <a:lnTo>
                    <a:pt x="7336110" y="69915"/>
                  </a:lnTo>
                  <a:lnTo>
                    <a:pt x="7254091" y="92770"/>
                  </a:lnTo>
                  <a:lnTo>
                    <a:pt x="7172283" y="118975"/>
                  </a:lnTo>
                  <a:lnTo>
                    <a:pt x="7092849" y="148492"/>
                  </a:lnTo>
                  <a:lnTo>
                    <a:pt x="7017260" y="181362"/>
                  </a:lnTo>
                  <a:lnTo>
                    <a:pt x="6946346" y="217739"/>
                  </a:lnTo>
                  <a:lnTo>
                    <a:pt x="6880413" y="257895"/>
                  </a:lnTo>
                  <a:lnTo>
                    <a:pt x="6819369" y="302224"/>
                  </a:lnTo>
                  <a:lnTo>
                    <a:pt x="6762851" y="351238"/>
                  </a:lnTo>
                  <a:lnTo>
                    <a:pt x="6710323" y="405548"/>
                  </a:lnTo>
                  <a:lnTo>
                    <a:pt x="6661154" y="465835"/>
                  </a:lnTo>
                  <a:lnTo>
                    <a:pt x="6614676" y="532799"/>
                  </a:lnTo>
                  <a:lnTo>
                    <a:pt x="6570231" y="607071"/>
                  </a:lnTo>
                  <a:lnTo>
                    <a:pt x="6527220" y="689068"/>
                  </a:lnTo>
                  <a:lnTo>
                    <a:pt x="6515891" y="712326"/>
                  </a:lnTo>
                  <a:lnTo>
                    <a:pt x="6486112" y="776683"/>
                  </a:lnTo>
                  <a:lnTo>
                    <a:pt x="6456594" y="845012"/>
                  </a:lnTo>
                  <a:lnTo>
                    <a:pt x="6427203" y="917395"/>
                  </a:lnTo>
                  <a:lnTo>
                    <a:pt x="6397831" y="993867"/>
                  </a:lnTo>
                  <a:lnTo>
                    <a:pt x="6368391" y="1074416"/>
                  </a:lnTo>
                  <a:lnTo>
                    <a:pt x="6338814" y="1158978"/>
                  </a:lnTo>
                  <a:lnTo>
                    <a:pt x="6309052" y="1247430"/>
                  </a:lnTo>
                  <a:lnTo>
                    <a:pt x="6279071" y="1339593"/>
                  </a:lnTo>
                  <a:lnTo>
                    <a:pt x="6248855" y="1435228"/>
                  </a:lnTo>
                  <a:lnTo>
                    <a:pt x="6218400" y="1534035"/>
                  </a:lnTo>
                  <a:lnTo>
                    <a:pt x="6187718" y="1635658"/>
                  </a:lnTo>
                  <a:lnTo>
                    <a:pt x="6156830" y="1739687"/>
                  </a:lnTo>
                  <a:lnTo>
                    <a:pt x="6125769" y="1845667"/>
                  </a:lnTo>
                  <a:lnTo>
                    <a:pt x="6094575" y="1953101"/>
                  </a:lnTo>
                  <a:lnTo>
                    <a:pt x="6063294" y="2061464"/>
                  </a:lnTo>
                  <a:lnTo>
                    <a:pt x="6031977" y="2170212"/>
                  </a:lnTo>
                  <a:lnTo>
                    <a:pt x="6000677" y="2278790"/>
                  </a:lnTo>
                  <a:lnTo>
                    <a:pt x="5969443" y="2386650"/>
                  </a:lnTo>
                  <a:lnTo>
                    <a:pt x="5938325" y="2493256"/>
                  </a:lnTo>
                  <a:lnTo>
                    <a:pt x="5907365" y="2598100"/>
                  </a:lnTo>
                  <a:lnTo>
                    <a:pt x="5876600" y="2700710"/>
                  </a:lnTo>
                  <a:lnTo>
                    <a:pt x="5846055" y="2800658"/>
                  </a:lnTo>
                  <a:lnTo>
                    <a:pt x="5815745" y="2897565"/>
                  </a:lnTo>
                  <a:lnTo>
                    <a:pt x="5785674" y="2991110"/>
                  </a:lnTo>
                  <a:lnTo>
                    <a:pt x="5755830" y="3081031"/>
                  </a:lnTo>
                  <a:lnTo>
                    <a:pt x="5726186" y="3167123"/>
                  </a:lnTo>
                  <a:lnTo>
                    <a:pt x="5696700" y="3249244"/>
                  </a:lnTo>
                  <a:lnTo>
                    <a:pt x="5667311" y="3327306"/>
                  </a:lnTo>
                  <a:lnTo>
                    <a:pt x="5637939" y="3401278"/>
                  </a:lnTo>
                  <a:lnTo>
                    <a:pt x="5608485" y="3471176"/>
                  </a:lnTo>
                  <a:lnTo>
                    <a:pt x="5578824" y="3537066"/>
                  </a:lnTo>
                  <a:lnTo>
                    <a:pt x="5567201" y="3561632"/>
                  </a:lnTo>
                  <a:lnTo>
                    <a:pt x="5524486" y="3645719"/>
                  </a:lnTo>
                  <a:lnTo>
                    <a:pt x="5480479" y="3722029"/>
                  </a:lnTo>
                  <a:lnTo>
                    <a:pt x="5434607" y="3790892"/>
                  </a:lnTo>
                  <a:lnTo>
                    <a:pt x="5386224" y="3852897"/>
                  </a:lnTo>
                  <a:lnTo>
                    <a:pt x="5334659" y="3908738"/>
                  </a:lnTo>
                  <a:lnTo>
                    <a:pt x="5279267" y="3959105"/>
                  </a:lnTo>
                  <a:lnTo>
                    <a:pt x="5219478" y="4004633"/>
                  </a:lnTo>
                  <a:lnTo>
                    <a:pt x="5154875" y="4045861"/>
                  </a:lnTo>
                  <a:lnTo>
                    <a:pt x="5085282" y="4083217"/>
                  </a:lnTo>
                  <a:lnTo>
                    <a:pt x="5010887" y="4117006"/>
                  </a:lnTo>
                  <a:lnTo>
                    <a:pt x="4932365" y="4147412"/>
                  </a:lnTo>
                  <a:lnTo>
                    <a:pt x="4851009" y="4174503"/>
                  </a:lnTo>
                  <a:lnTo>
                    <a:pt x="4768796" y="4198262"/>
                  </a:lnTo>
                  <a:lnTo>
                    <a:pt x="4688363" y="4218616"/>
                  </a:lnTo>
                  <a:lnTo>
                    <a:pt x="4612814" y="4235500"/>
                  </a:lnTo>
                  <a:lnTo>
                    <a:pt x="4545361" y="4248914"/>
                  </a:lnTo>
                  <a:lnTo>
                    <a:pt x="4488820" y="4258988"/>
                  </a:lnTo>
                  <a:lnTo>
                    <a:pt x="4445083" y="4266007"/>
                  </a:lnTo>
                  <a:lnTo>
                    <a:pt x="4414703" y="4270419"/>
                  </a:lnTo>
                  <a:lnTo>
                    <a:pt x="4396712" y="4272792"/>
                  </a:lnTo>
                  <a:lnTo>
                    <a:pt x="4388673" y="4273758"/>
                  </a:lnTo>
                  <a:lnTo>
                    <a:pt x="4386873" y="4273957"/>
                  </a:lnTo>
                  <a:lnTo>
                    <a:pt x="4386855" y="4273959"/>
                  </a:lnTo>
                  <a:lnTo>
                    <a:pt x="3848118" y="4273959"/>
                  </a:lnTo>
                  <a:lnTo>
                    <a:pt x="3846887" y="4273896"/>
                  </a:lnTo>
                  <a:lnTo>
                    <a:pt x="3838839" y="4273448"/>
                  </a:lnTo>
                  <a:lnTo>
                    <a:pt x="3818738" y="4272210"/>
                  </a:lnTo>
                  <a:lnTo>
                    <a:pt x="3783272" y="4269778"/>
                  </a:lnTo>
                  <a:lnTo>
                    <a:pt x="3731365" y="4265799"/>
                  </a:lnTo>
                  <a:lnTo>
                    <a:pt x="3664218" y="4260010"/>
                  </a:lnTo>
                  <a:lnTo>
                    <a:pt x="3584904" y="4252264"/>
                  </a:lnTo>
                  <a:lnTo>
                    <a:pt x="3497590" y="4242518"/>
                  </a:lnTo>
                  <a:lnTo>
                    <a:pt x="3406646" y="4230799"/>
                  </a:lnTo>
                  <a:lnTo>
                    <a:pt x="3315921" y="4217154"/>
                  </a:lnTo>
                  <a:lnTo>
                    <a:pt x="3228330" y="4201605"/>
                  </a:lnTo>
                  <a:lnTo>
                    <a:pt x="3145742" y="4184115"/>
                  </a:lnTo>
                  <a:lnTo>
                    <a:pt x="3069089" y="4164565"/>
                  </a:lnTo>
                  <a:lnTo>
                    <a:pt x="2998569" y="4142754"/>
                  </a:lnTo>
                  <a:lnTo>
                    <a:pt x="2933860" y="4118390"/>
                  </a:lnTo>
                  <a:lnTo>
                    <a:pt x="2874313" y="4091110"/>
                  </a:lnTo>
                  <a:lnTo>
                    <a:pt x="2819096" y="4060490"/>
                  </a:lnTo>
                  <a:lnTo>
                    <a:pt x="2767300" y="4026083"/>
                  </a:lnTo>
                  <a:lnTo>
                    <a:pt x="2718023" y="3987484"/>
                  </a:lnTo>
                  <a:lnTo>
                    <a:pt x="2670454" y="3944439"/>
                  </a:lnTo>
                  <a:lnTo>
                    <a:pt x="2667772" y="3941842"/>
                  </a:lnTo>
                  <a:lnTo>
                    <a:pt x="2627452" y="3900699"/>
                  </a:lnTo>
                  <a:lnTo>
                    <a:pt x="2587522" y="3856122"/>
                  </a:lnTo>
                  <a:lnTo>
                    <a:pt x="2547684" y="3808046"/>
                  </a:lnTo>
                  <a:lnTo>
                    <a:pt x="2507712" y="3756477"/>
                  </a:lnTo>
                  <a:lnTo>
                    <a:pt x="2467449" y="3701509"/>
                  </a:lnTo>
                  <a:lnTo>
                    <a:pt x="2426797" y="3643324"/>
                  </a:lnTo>
                  <a:lnTo>
                    <a:pt x="2385711" y="3582197"/>
                  </a:lnTo>
                  <a:lnTo>
                    <a:pt x="2344195" y="3518498"/>
                  </a:lnTo>
                  <a:lnTo>
                    <a:pt x="2302295" y="3452682"/>
                  </a:lnTo>
                  <a:lnTo>
                    <a:pt x="2260091" y="3385281"/>
                  </a:lnTo>
                  <a:lnTo>
                    <a:pt x="2217690" y="3316886"/>
                  </a:lnTo>
                  <a:lnTo>
                    <a:pt x="2175215" y="3248123"/>
                  </a:lnTo>
                  <a:lnTo>
                    <a:pt x="2132796" y="3179636"/>
                  </a:lnTo>
                  <a:lnTo>
                    <a:pt x="2090557" y="3112057"/>
                  </a:lnTo>
                  <a:lnTo>
                    <a:pt x="2048608" y="3045981"/>
                  </a:lnTo>
                  <a:lnTo>
                    <a:pt x="2007034" y="2981950"/>
                  </a:lnTo>
                  <a:lnTo>
                    <a:pt x="1965886" y="2920432"/>
                  </a:lnTo>
                  <a:lnTo>
                    <a:pt x="1925173" y="2861809"/>
                  </a:lnTo>
                  <a:lnTo>
                    <a:pt x="1884859" y="2806369"/>
                  </a:lnTo>
                  <a:lnTo>
                    <a:pt x="1844854" y="2754308"/>
                  </a:lnTo>
                  <a:lnTo>
                    <a:pt x="1805008" y="2705732"/>
                  </a:lnTo>
                  <a:lnTo>
                    <a:pt x="1765108" y="2660659"/>
                  </a:lnTo>
                  <a:lnTo>
                    <a:pt x="1724865" y="2619033"/>
                  </a:lnTo>
                  <a:lnTo>
                    <a:pt x="1719082" y="2613376"/>
                  </a:lnTo>
                  <a:lnTo>
                    <a:pt x="1671590" y="2570074"/>
                  </a:lnTo>
                  <a:lnTo>
                    <a:pt x="1622432" y="2531226"/>
                  </a:lnTo>
                  <a:lnTo>
                    <a:pt x="1570803" y="2496589"/>
                  </a:lnTo>
                  <a:lnTo>
                    <a:pt x="1515807" y="2465765"/>
                  </a:lnTo>
                  <a:lnTo>
                    <a:pt x="1456531" y="2438305"/>
                  </a:lnTo>
                  <a:lnTo>
                    <a:pt x="1392137" y="2413786"/>
                  </a:lnTo>
                  <a:lnTo>
                    <a:pt x="1321962" y="2391836"/>
                  </a:lnTo>
                  <a:lnTo>
                    <a:pt x="1245660" y="2372164"/>
                  </a:lnTo>
                  <a:lnTo>
                    <a:pt x="1163395" y="2354560"/>
                  </a:lnTo>
                  <a:lnTo>
                    <a:pt x="1076048" y="2338902"/>
                  </a:lnTo>
                  <a:lnTo>
                    <a:pt x="985434" y="2325148"/>
                  </a:lnTo>
                  <a:lnTo>
                    <a:pt x="894406" y="2313318"/>
                  </a:lnTo>
                  <a:lnTo>
                    <a:pt x="806769" y="2303457"/>
                  </a:lnTo>
                  <a:lnTo>
                    <a:pt x="726879" y="2295597"/>
                  </a:lnTo>
                  <a:lnTo>
                    <a:pt x="658940" y="2289699"/>
                  </a:lnTo>
                  <a:lnTo>
                    <a:pt x="606108" y="2285623"/>
                  </a:lnTo>
                  <a:lnTo>
                    <a:pt x="569709" y="2283112"/>
                  </a:lnTo>
                  <a:lnTo>
                    <a:pt x="548799" y="2281816"/>
                  </a:lnTo>
                  <a:lnTo>
                    <a:pt x="540187" y="2281333"/>
                  </a:lnTo>
                  <a:lnTo>
                    <a:pt x="538736" y="2281259"/>
                  </a:lnTo>
                  <a:lnTo>
                    <a:pt x="538736" y="2281259"/>
                  </a:lnTo>
                  <a:lnTo>
                    <a:pt x="0" y="2281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4" name="pg824"/>
            <p:cNvSpPr/>
            <p:nvPr/>
          </p:nvSpPr>
          <p:spPr>
            <a:xfrm>
              <a:off x="546595" y="3935509"/>
              <a:ext cx="8234974" cy="2188702"/>
            </a:xfrm>
            <a:custGeom>
              <a:avLst/>
              <a:pathLst>
                <a:path w="8234974" h="2188702">
                  <a:moveTo>
                    <a:pt x="0" y="196003"/>
                  </a:moveTo>
                  <a:lnTo>
                    <a:pt x="538736" y="196003"/>
                  </a:lnTo>
                  <a:lnTo>
                    <a:pt x="539968" y="196065"/>
                  </a:lnTo>
                  <a:lnTo>
                    <a:pt x="548016" y="196513"/>
                  </a:lnTo>
                  <a:lnTo>
                    <a:pt x="568117" y="197752"/>
                  </a:lnTo>
                  <a:lnTo>
                    <a:pt x="603583" y="200184"/>
                  </a:lnTo>
                  <a:lnTo>
                    <a:pt x="655490" y="204162"/>
                  </a:lnTo>
                  <a:lnTo>
                    <a:pt x="722636" y="209951"/>
                  </a:lnTo>
                  <a:lnTo>
                    <a:pt x="801950" y="217697"/>
                  </a:lnTo>
                  <a:lnTo>
                    <a:pt x="889265" y="227444"/>
                  </a:lnTo>
                  <a:lnTo>
                    <a:pt x="980209" y="239163"/>
                  </a:lnTo>
                  <a:lnTo>
                    <a:pt x="1070933" y="252807"/>
                  </a:lnTo>
                  <a:lnTo>
                    <a:pt x="1158525" y="268356"/>
                  </a:lnTo>
                  <a:lnTo>
                    <a:pt x="1241113" y="285847"/>
                  </a:lnTo>
                  <a:lnTo>
                    <a:pt x="1317765" y="305396"/>
                  </a:lnTo>
                  <a:lnTo>
                    <a:pt x="1388286" y="327208"/>
                  </a:lnTo>
                  <a:lnTo>
                    <a:pt x="1452995" y="351571"/>
                  </a:lnTo>
                  <a:lnTo>
                    <a:pt x="1512541" y="378852"/>
                  </a:lnTo>
                  <a:lnTo>
                    <a:pt x="1567759" y="409472"/>
                  </a:lnTo>
                  <a:lnTo>
                    <a:pt x="1619555" y="443879"/>
                  </a:lnTo>
                  <a:lnTo>
                    <a:pt x="1668831" y="482477"/>
                  </a:lnTo>
                  <a:lnTo>
                    <a:pt x="1716400" y="525523"/>
                  </a:lnTo>
                  <a:lnTo>
                    <a:pt x="1719082" y="528119"/>
                  </a:lnTo>
                  <a:lnTo>
                    <a:pt x="1759402" y="569262"/>
                  </a:lnTo>
                  <a:lnTo>
                    <a:pt x="1799332" y="613839"/>
                  </a:lnTo>
                  <a:lnTo>
                    <a:pt x="1839171" y="661916"/>
                  </a:lnTo>
                  <a:lnTo>
                    <a:pt x="1879143" y="713484"/>
                  </a:lnTo>
                  <a:lnTo>
                    <a:pt x="1919406" y="768452"/>
                  </a:lnTo>
                  <a:lnTo>
                    <a:pt x="1960058" y="826638"/>
                  </a:lnTo>
                  <a:lnTo>
                    <a:pt x="2001144" y="887765"/>
                  </a:lnTo>
                  <a:lnTo>
                    <a:pt x="2042660" y="951464"/>
                  </a:lnTo>
                  <a:lnTo>
                    <a:pt x="2084560" y="1017280"/>
                  </a:lnTo>
                  <a:lnTo>
                    <a:pt x="2126764" y="1084680"/>
                  </a:lnTo>
                  <a:lnTo>
                    <a:pt x="2169165" y="1153076"/>
                  </a:lnTo>
                  <a:lnTo>
                    <a:pt x="2211639" y="1221838"/>
                  </a:lnTo>
                  <a:lnTo>
                    <a:pt x="2254058" y="1290325"/>
                  </a:lnTo>
                  <a:lnTo>
                    <a:pt x="2296297" y="1357905"/>
                  </a:lnTo>
                  <a:lnTo>
                    <a:pt x="2338246" y="1423981"/>
                  </a:lnTo>
                  <a:lnTo>
                    <a:pt x="2379821" y="1488011"/>
                  </a:lnTo>
                  <a:lnTo>
                    <a:pt x="2420969" y="1549529"/>
                  </a:lnTo>
                  <a:lnTo>
                    <a:pt x="2461682" y="1608153"/>
                  </a:lnTo>
                  <a:lnTo>
                    <a:pt x="2501995" y="1663593"/>
                  </a:lnTo>
                  <a:lnTo>
                    <a:pt x="2542000" y="1715653"/>
                  </a:lnTo>
                  <a:lnTo>
                    <a:pt x="2581846" y="1764230"/>
                  </a:lnTo>
                  <a:lnTo>
                    <a:pt x="2621747" y="1809303"/>
                  </a:lnTo>
                  <a:lnTo>
                    <a:pt x="2661989" y="1850929"/>
                  </a:lnTo>
                  <a:lnTo>
                    <a:pt x="2667772" y="1856586"/>
                  </a:lnTo>
                  <a:lnTo>
                    <a:pt x="2715265" y="1899888"/>
                  </a:lnTo>
                  <a:lnTo>
                    <a:pt x="2764423" y="1938736"/>
                  </a:lnTo>
                  <a:lnTo>
                    <a:pt x="2816051" y="1973372"/>
                  </a:lnTo>
                  <a:lnTo>
                    <a:pt x="2871048" y="2004197"/>
                  </a:lnTo>
                  <a:lnTo>
                    <a:pt x="2930324" y="2031656"/>
                  </a:lnTo>
                  <a:lnTo>
                    <a:pt x="2994717" y="2056176"/>
                  </a:lnTo>
                  <a:lnTo>
                    <a:pt x="3064893" y="2078125"/>
                  </a:lnTo>
                  <a:lnTo>
                    <a:pt x="3141194" y="2097798"/>
                  </a:lnTo>
                  <a:lnTo>
                    <a:pt x="3223460" y="2115402"/>
                  </a:lnTo>
                  <a:lnTo>
                    <a:pt x="3310806" y="2131060"/>
                  </a:lnTo>
                  <a:lnTo>
                    <a:pt x="3401420" y="2144814"/>
                  </a:lnTo>
                  <a:lnTo>
                    <a:pt x="3492448" y="2156644"/>
                  </a:lnTo>
                  <a:lnTo>
                    <a:pt x="3580086" y="2166504"/>
                  </a:lnTo>
                  <a:lnTo>
                    <a:pt x="3659975" y="2174365"/>
                  </a:lnTo>
                  <a:lnTo>
                    <a:pt x="3727915" y="2180262"/>
                  </a:lnTo>
                  <a:lnTo>
                    <a:pt x="3780746" y="2184339"/>
                  </a:lnTo>
                  <a:lnTo>
                    <a:pt x="3817145" y="2186850"/>
                  </a:lnTo>
                  <a:lnTo>
                    <a:pt x="3838056" y="2188146"/>
                  </a:lnTo>
                  <a:lnTo>
                    <a:pt x="3846668" y="2188628"/>
                  </a:lnTo>
                  <a:lnTo>
                    <a:pt x="3848118" y="2188702"/>
                  </a:lnTo>
                  <a:lnTo>
                    <a:pt x="4386855" y="2188702"/>
                  </a:lnTo>
                  <a:lnTo>
                    <a:pt x="4388074" y="2188634"/>
                  </a:lnTo>
                  <a:lnTo>
                    <a:pt x="4396038" y="2188149"/>
                  </a:lnTo>
                  <a:lnTo>
                    <a:pt x="4415937" y="2186807"/>
                  </a:lnTo>
                  <a:lnTo>
                    <a:pt x="4451067" y="2184172"/>
                  </a:lnTo>
                  <a:lnTo>
                    <a:pt x="4502520" y="2179859"/>
                  </a:lnTo>
                  <a:lnTo>
                    <a:pt x="4569144" y="2173581"/>
                  </a:lnTo>
                  <a:lnTo>
                    <a:pt x="4647929" y="2165177"/>
                  </a:lnTo>
                  <a:lnTo>
                    <a:pt x="4734768" y="2154597"/>
                  </a:lnTo>
                  <a:lnTo>
                    <a:pt x="4825331" y="2141869"/>
                  </a:lnTo>
                  <a:lnTo>
                    <a:pt x="4915788" y="2127046"/>
                  </a:lnTo>
                  <a:lnTo>
                    <a:pt x="5003222" y="2110153"/>
                  </a:lnTo>
                  <a:lnTo>
                    <a:pt x="5085743" y="2091150"/>
                  </a:lnTo>
                  <a:lnTo>
                    <a:pt x="5162394" y="2069916"/>
                  </a:lnTo>
                  <a:lnTo>
                    <a:pt x="5232954" y="2046233"/>
                  </a:lnTo>
                  <a:lnTo>
                    <a:pt x="5297719" y="2019794"/>
                  </a:lnTo>
                  <a:lnTo>
                    <a:pt x="5357318" y="1990205"/>
                  </a:lnTo>
                  <a:lnTo>
                    <a:pt x="5412568" y="1957012"/>
                  </a:lnTo>
                  <a:lnTo>
                    <a:pt x="5464365" y="1919730"/>
                  </a:lnTo>
                  <a:lnTo>
                    <a:pt x="5513604" y="1877914"/>
                  </a:lnTo>
                  <a:lnTo>
                    <a:pt x="5561097" y="1831271"/>
                  </a:lnTo>
                  <a:lnTo>
                    <a:pt x="5567201" y="1824826"/>
                  </a:lnTo>
                  <a:lnTo>
                    <a:pt x="5606292" y="1781186"/>
                  </a:lnTo>
                  <a:lnTo>
                    <a:pt x="5645007" y="1734015"/>
                  </a:lnTo>
                  <a:lnTo>
                    <a:pt x="5683621" y="1683242"/>
                  </a:lnTo>
                  <a:lnTo>
                    <a:pt x="5722344" y="1628871"/>
                  </a:lnTo>
                  <a:lnTo>
                    <a:pt x="5761326" y="1570982"/>
                  </a:lnTo>
                  <a:lnTo>
                    <a:pt x="5800663" y="1509746"/>
                  </a:lnTo>
                  <a:lnTo>
                    <a:pt x="5840404" y="1445422"/>
                  </a:lnTo>
                  <a:lnTo>
                    <a:pt x="5880553" y="1378359"/>
                  </a:lnTo>
                  <a:lnTo>
                    <a:pt x="5921077" y="1308995"/>
                  </a:lnTo>
                  <a:lnTo>
                    <a:pt x="5961910" y="1237841"/>
                  </a:lnTo>
                  <a:lnTo>
                    <a:pt x="6002962" y="1165471"/>
                  </a:lnTo>
                  <a:lnTo>
                    <a:pt x="6044123" y="1092502"/>
                  </a:lnTo>
                  <a:lnTo>
                    <a:pt x="6085277" y="1019573"/>
                  </a:lnTo>
                  <a:lnTo>
                    <a:pt x="6126306" y="947321"/>
                  </a:lnTo>
                  <a:lnTo>
                    <a:pt x="6167106" y="876361"/>
                  </a:lnTo>
                  <a:lnTo>
                    <a:pt x="6207586" y="807258"/>
                  </a:lnTo>
                  <a:lnTo>
                    <a:pt x="6247685" y="740516"/>
                  </a:lnTo>
                  <a:lnTo>
                    <a:pt x="6287374" y="676561"/>
                  </a:lnTo>
                  <a:lnTo>
                    <a:pt x="6326663" y="615732"/>
                  </a:lnTo>
                  <a:lnTo>
                    <a:pt x="6365606" y="558276"/>
                  </a:lnTo>
                  <a:lnTo>
                    <a:pt x="6404306" y="504352"/>
                  </a:lnTo>
                  <a:lnTo>
                    <a:pt x="6442921" y="454031"/>
                  </a:lnTo>
                  <a:lnTo>
                    <a:pt x="6481666" y="407307"/>
                  </a:lnTo>
                  <a:lnTo>
                    <a:pt x="6515891" y="369320"/>
                  </a:lnTo>
                  <a:lnTo>
                    <a:pt x="6563208" y="322041"/>
                  </a:lnTo>
                  <a:lnTo>
                    <a:pt x="6612176" y="279607"/>
                  </a:lnTo>
                  <a:lnTo>
                    <a:pt x="6663589" y="241757"/>
                  </a:lnTo>
                  <a:lnTo>
                    <a:pt x="6718337" y="208058"/>
                  </a:lnTo>
                  <a:lnTo>
                    <a:pt x="6777320" y="178026"/>
                  </a:lnTo>
                  <a:lnTo>
                    <a:pt x="6841369" y="151199"/>
                  </a:lnTo>
                  <a:lnTo>
                    <a:pt x="6911147" y="127176"/>
                  </a:lnTo>
                  <a:lnTo>
                    <a:pt x="6987003" y="105637"/>
                  </a:lnTo>
                  <a:lnTo>
                    <a:pt x="7068795" y="86352"/>
                  </a:lnTo>
                  <a:lnTo>
                    <a:pt x="7155673" y="69187"/>
                  </a:lnTo>
                  <a:lnTo>
                    <a:pt x="7245879" y="54093"/>
                  </a:lnTo>
                  <a:lnTo>
                    <a:pt x="7336629" y="41090"/>
                  </a:lnTo>
                  <a:lnTo>
                    <a:pt x="7424195" y="30227"/>
                  </a:lnTo>
                  <a:lnTo>
                    <a:pt x="7504277" y="21539"/>
                  </a:lnTo>
                  <a:lnTo>
                    <a:pt x="7572691" y="14991"/>
                  </a:lnTo>
                  <a:lnTo>
                    <a:pt x="7626235" y="10435"/>
                  </a:lnTo>
                  <a:lnTo>
                    <a:pt x="7663482" y="7601"/>
                  </a:lnTo>
                  <a:lnTo>
                    <a:pt x="7685226" y="6114"/>
                  </a:lnTo>
                  <a:lnTo>
                    <a:pt x="7694490" y="554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9" y="67"/>
                  </a:lnTo>
                  <a:lnTo>
                    <a:pt x="7687055" y="553"/>
                  </a:lnTo>
                  <a:lnTo>
                    <a:pt x="7667155" y="1895"/>
                  </a:lnTo>
                  <a:lnTo>
                    <a:pt x="7632026" y="4530"/>
                  </a:lnTo>
                  <a:lnTo>
                    <a:pt x="7580572" y="8843"/>
                  </a:lnTo>
                  <a:lnTo>
                    <a:pt x="7513948" y="15121"/>
                  </a:lnTo>
                  <a:lnTo>
                    <a:pt x="7435164" y="23525"/>
                  </a:lnTo>
                  <a:lnTo>
                    <a:pt x="7348325" y="34105"/>
                  </a:lnTo>
                  <a:lnTo>
                    <a:pt x="7257761" y="46832"/>
                  </a:lnTo>
                  <a:lnTo>
                    <a:pt x="7167304" y="61655"/>
                  </a:lnTo>
                  <a:lnTo>
                    <a:pt x="7079871" y="78549"/>
                  </a:lnTo>
                  <a:lnTo>
                    <a:pt x="6997350" y="97552"/>
                  </a:lnTo>
                  <a:lnTo>
                    <a:pt x="6920698" y="118786"/>
                  </a:lnTo>
                  <a:lnTo>
                    <a:pt x="6850138" y="142469"/>
                  </a:lnTo>
                  <a:lnTo>
                    <a:pt x="6785374" y="168908"/>
                  </a:lnTo>
                  <a:lnTo>
                    <a:pt x="6725775" y="198496"/>
                  </a:lnTo>
                  <a:lnTo>
                    <a:pt x="6670525" y="231690"/>
                  </a:lnTo>
                  <a:lnTo>
                    <a:pt x="6618727" y="268972"/>
                  </a:lnTo>
                  <a:lnTo>
                    <a:pt x="6569489" y="310788"/>
                  </a:lnTo>
                  <a:lnTo>
                    <a:pt x="6521996" y="357430"/>
                  </a:lnTo>
                  <a:lnTo>
                    <a:pt x="6515891" y="363876"/>
                  </a:lnTo>
                  <a:lnTo>
                    <a:pt x="6476800" y="407515"/>
                  </a:lnTo>
                  <a:lnTo>
                    <a:pt x="6438086" y="454687"/>
                  </a:lnTo>
                  <a:lnTo>
                    <a:pt x="6399471" y="505459"/>
                  </a:lnTo>
                  <a:lnTo>
                    <a:pt x="6360748" y="559831"/>
                  </a:lnTo>
                  <a:lnTo>
                    <a:pt x="6321766" y="617720"/>
                  </a:lnTo>
                  <a:lnTo>
                    <a:pt x="6282429" y="678956"/>
                  </a:lnTo>
                  <a:lnTo>
                    <a:pt x="6242689" y="743280"/>
                  </a:lnTo>
                  <a:lnTo>
                    <a:pt x="6202540" y="810342"/>
                  </a:lnTo>
                  <a:lnTo>
                    <a:pt x="6162015" y="879707"/>
                  </a:lnTo>
                  <a:lnTo>
                    <a:pt x="6121182" y="950861"/>
                  </a:lnTo>
                  <a:lnTo>
                    <a:pt x="6080131" y="1023231"/>
                  </a:lnTo>
                  <a:lnTo>
                    <a:pt x="6038970" y="1096200"/>
                  </a:lnTo>
                  <a:lnTo>
                    <a:pt x="5997816" y="1169129"/>
                  </a:lnTo>
                  <a:lnTo>
                    <a:pt x="5956786" y="1241380"/>
                  </a:lnTo>
                  <a:lnTo>
                    <a:pt x="5915987" y="1312341"/>
                  </a:lnTo>
                  <a:lnTo>
                    <a:pt x="5875507" y="1381444"/>
                  </a:lnTo>
                  <a:lnTo>
                    <a:pt x="5835407" y="1448185"/>
                  </a:lnTo>
                  <a:lnTo>
                    <a:pt x="5795718" y="1512141"/>
                  </a:lnTo>
                  <a:lnTo>
                    <a:pt x="5756429" y="1572970"/>
                  </a:lnTo>
                  <a:lnTo>
                    <a:pt x="5717486" y="1630426"/>
                  </a:lnTo>
                  <a:lnTo>
                    <a:pt x="5678786" y="1684350"/>
                  </a:lnTo>
                  <a:lnTo>
                    <a:pt x="5640172" y="1734670"/>
                  </a:lnTo>
                  <a:lnTo>
                    <a:pt x="5601427" y="1781395"/>
                  </a:lnTo>
                  <a:lnTo>
                    <a:pt x="5567201" y="1819381"/>
                  </a:lnTo>
                  <a:lnTo>
                    <a:pt x="5519884" y="1866660"/>
                  </a:lnTo>
                  <a:lnTo>
                    <a:pt x="5470917" y="1909095"/>
                  </a:lnTo>
                  <a:lnTo>
                    <a:pt x="5419503" y="1946945"/>
                  </a:lnTo>
                  <a:lnTo>
                    <a:pt x="5364755" y="1980644"/>
                  </a:lnTo>
                  <a:lnTo>
                    <a:pt x="5305773" y="2010676"/>
                  </a:lnTo>
                  <a:lnTo>
                    <a:pt x="5241723" y="2037503"/>
                  </a:lnTo>
                  <a:lnTo>
                    <a:pt x="5171945" y="2061525"/>
                  </a:lnTo>
                  <a:lnTo>
                    <a:pt x="5096089" y="2083065"/>
                  </a:lnTo>
                  <a:lnTo>
                    <a:pt x="5014298" y="2102350"/>
                  </a:lnTo>
                  <a:lnTo>
                    <a:pt x="4927420" y="2119515"/>
                  </a:lnTo>
                  <a:lnTo>
                    <a:pt x="4837214" y="2134609"/>
                  </a:lnTo>
                  <a:lnTo>
                    <a:pt x="4746463" y="2147612"/>
                  </a:lnTo>
                  <a:lnTo>
                    <a:pt x="4658897" y="2158475"/>
                  </a:lnTo>
                  <a:lnTo>
                    <a:pt x="4578815" y="2167163"/>
                  </a:lnTo>
                  <a:lnTo>
                    <a:pt x="4510402" y="2173711"/>
                  </a:lnTo>
                  <a:lnTo>
                    <a:pt x="4456858" y="2178267"/>
                  </a:lnTo>
                  <a:lnTo>
                    <a:pt x="4419611" y="2181101"/>
                  </a:lnTo>
                  <a:lnTo>
                    <a:pt x="4397866" y="2182587"/>
                  </a:lnTo>
                  <a:lnTo>
                    <a:pt x="4388602" y="2183159"/>
                  </a:lnTo>
                  <a:lnTo>
                    <a:pt x="4386855" y="2183258"/>
                  </a:lnTo>
                  <a:lnTo>
                    <a:pt x="3848118" y="2183258"/>
                  </a:lnTo>
                  <a:lnTo>
                    <a:pt x="3846887" y="2183195"/>
                  </a:lnTo>
                  <a:lnTo>
                    <a:pt x="3838839" y="2182747"/>
                  </a:lnTo>
                  <a:lnTo>
                    <a:pt x="3818738" y="2181508"/>
                  </a:lnTo>
                  <a:lnTo>
                    <a:pt x="3783272" y="2179077"/>
                  </a:lnTo>
                  <a:lnTo>
                    <a:pt x="3731365" y="2175098"/>
                  </a:lnTo>
                  <a:lnTo>
                    <a:pt x="3664218" y="2169309"/>
                  </a:lnTo>
                  <a:lnTo>
                    <a:pt x="3584904" y="2161563"/>
                  </a:lnTo>
                  <a:lnTo>
                    <a:pt x="3497590" y="2151817"/>
                  </a:lnTo>
                  <a:lnTo>
                    <a:pt x="3406646" y="2140098"/>
                  </a:lnTo>
                  <a:lnTo>
                    <a:pt x="3315921" y="2126453"/>
                  </a:lnTo>
                  <a:lnTo>
                    <a:pt x="3228330" y="2110904"/>
                  </a:lnTo>
                  <a:lnTo>
                    <a:pt x="3145742" y="2093414"/>
                  </a:lnTo>
                  <a:lnTo>
                    <a:pt x="3069089" y="2073864"/>
                  </a:lnTo>
                  <a:lnTo>
                    <a:pt x="2998569" y="2052052"/>
                  </a:lnTo>
                  <a:lnTo>
                    <a:pt x="2933860" y="2027689"/>
                  </a:lnTo>
                  <a:lnTo>
                    <a:pt x="2874313" y="2000409"/>
                  </a:lnTo>
                  <a:lnTo>
                    <a:pt x="2819096" y="1969789"/>
                  </a:lnTo>
                  <a:lnTo>
                    <a:pt x="2767300" y="1935382"/>
                  </a:lnTo>
                  <a:lnTo>
                    <a:pt x="2718023" y="1896783"/>
                  </a:lnTo>
                  <a:lnTo>
                    <a:pt x="2670454" y="1853737"/>
                  </a:lnTo>
                  <a:lnTo>
                    <a:pt x="2667772" y="1851141"/>
                  </a:lnTo>
                  <a:lnTo>
                    <a:pt x="2627452" y="1809998"/>
                  </a:lnTo>
                  <a:lnTo>
                    <a:pt x="2587522" y="1765421"/>
                  </a:lnTo>
                  <a:lnTo>
                    <a:pt x="2547684" y="1717344"/>
                  </a:lnTo>
                  <a:lnTo>
                    <a:pt x="2507712" y="1665776"/>
                  </a:lnTo>
                  <a:lnTo>
                    <a:pt x="2467449" y="1610808"/>
                  </a:lnTo>
                  <a:lnTo>
                    <a:pt x="2426797" y="1552623"/>
                  </a:lnTo>
                  <a:lnTo>
                    <a:pt x="2385711" y="1491496"/>
                  </a:lnTo>
                  <a:lnTo>
                    <a:pt x="2344195" y="1427796"/>
                  </a:lnTo>
                  <a:lnTo>
                    <a:pt x="2302295" y="1361981"/>
                  </a:lnTo>
                  <a:lnTo>
                    <a:pt x="2260091" y="1294580"/>
                  </a:lnTo>
                  <a:lnTo>
                    <a:pt x="2217690" y="1226184"/>
                  </a:lnTo>
                  <a:lnTo>
                    <a:pt x="2175215" y="1157422"/>
                  </a:lnTo>
                  <a:lnTo>
                    <a:pt x="2132796" y="1088935"/>
                  </a:lnTo>
                  <a:lnTo>
                    <a:pt x="2090557" y="1021355"/>
                  </a:lnTo>
                  <a:lnTo>
                    <a:pt x="2048608" y="955280"/>
                  </a:lnTo>
                  <a:lnTo>
                    <a:pt x="2007034" y="891249"/>
                  </a:lnTo>
                  <a:lnTo>
                    <a:pt x="1965886" y="829731"/>
                  </a:lnTo>
                  <a:lnTo>
                    <a:pt x="1925173" y="771108"/>
                  </a:lnTo>
                  <a:lnTo>
                    <a:pt x="1884859" y="715668"/>
                  </a:lnTo>
                  <a:lnTo>
                    <a:pt x="1844854" y="663607"/>
                  </a:lnTo>
                  <a:lnTo>
                    <a:pt x="1805008" y="615031"/>
                  </a:lnTo>
                  <a:lnTo>
                    <a:pt x="1765108" y="569958"/>
                  </a:lnTo>
                  <a:lnTo>
                    <a:pt x="1724865" y="528332"/>
                  </a:lnTo>
                  <a:lnTo>
                    <a:pt x="1719082" y="522675"/>
                  </a:lnTo>
                  <a:lnTo>
                    <a:pt x="1671590" y="479373"/>
                  </a:lnTo>
                  <a:lnTo>
                    <a:pt x="1622432" y="440525"/>
                  </a:lnTo>
                  <a:lnTo>
                    <a:pt x="1570803" y="405888"/>
                  </a:lnTo>
                  <a:lnTo>
                    <a:pt x="1515807" y="375063"/>
                  </a:lnTo>
                  <a:lnTo>
                    <a:pt x="1456531" y="347604"/>
                  </a:lnTo>
                  <a:lnTo>
                    <a:pt x="1392137" y="323084"/>
                  </a:lnTo>
                  <a:lnTo>
                    <a:pt x="1321962" y="301135"/>
                  </a:lnTo>
                  <a:lnTo>
                    <a:pt x="1245660" y="281463"/>
                  </a:lnTo>
                  <a:lnTo>
                    <a:pt x="1163395" y="263859"/>
                  </a:lnTo>
                  <a:lnTo>
                    <a:pt x="1076048" y="248201"/>
                  </a:lnTo>
                  <a:lnTo>
                    <a:pt x="985434" y="234447"/>
                  </a:lnTo>
                  <a:lnTo>
                    <a:pt x="894406" y="222616"/>
                  </a:lnTo>
                  <a:lnTo>
                    <a:pt x="806769" y="212756"/>
                  </a:lnTo>
                  <a:lnTo>
                    <a:pt x="726879" y="204896"/>
                  </a:lnTo>
                  <a:lnTo>
                    <a:pt x="658940" y="198998"/>
                  </a:lnTo>
                  <a:lnTo>
                    <a:pt x="606108" y="194922"/>
                  </a:lnTo>
                  <a:lnTo>
                    <a:pt x="569709" y="192411"/>
                  </a:lnTo>
                  <a:lnTo>
                    <a:pt x="548799" y="191114"/>
                  </a:lnTo>
                  <a:lnTo>
                    <a:pt x="540187" y="190632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25" name="pl825"/>
            <p:cNvSpPr/>
            <p:nvPr/>
          </p:nvSpPr>
          <p:spPr>
            <a:xfrm>
              <a:off x="546595" y="3940954"/>
              <a:ext cx="8234974" cy="2183258"/>
            </a:xfrm>
            <a:custGeom>
              <a:avLst/>
              <a:pathLst>
                <a:path w="8234974" h="2183258">
                  <a:moveTo>
                    <a:pt x="0" y="190558"/>
                  </a:moveTo>
                  <a:lnTo>
                    <a:pt x="538736" y="190558"/>
                  </a:lnTo>
                  <a:lnTo>
                    <a:pt x="539968" y="190621"/>
                  </a:lnTo>
                  <a:lnTo>
                    <a:pt x="548016" y="191069"/>
                  </a:lnTo>
                  <a:lnTo>
                    <a:pt x="568117" y="192307"/>
                  </a:lnTo>
                  <a:lnTo>
                    <a:pt x="603583" y="194739"/>
                  </a:lnTo>
                  <a:lnTo>
                    <a:pt x="655490" y="198718"/>
                  </a:lnTo>
                  <a:lnTo>
                    <a:pt x="722636" y="204507"/>
                  </a:lnTo>
                  <a:lnTo>
                    <a:pt x="801950" y="212253"/>
                  </a:lnTo>
                  <a:lnTo>
                    <a:pt x="889265" y="221999"/>
                  </a:lnTo>
                  <a:lnTo>
                    <a:pt x="980209" y="233718"/>
                  </a:lnTo>
                  <a:lnTo>
                    <a:pt x="1070933" y="247363"/>
                  </a:lnTo>
                  <a:lnTo>
                    <a:pt x="1158525" y="262912"/>
                  </a:lnTo>
                  <a:lnTo>
                    <a:pt x="1241113" y="280402"/>
                  </a:lnTo>
                  <a:lnTo>
                    <a:pt x="1317765" y="299952"/>
                  </a:lnTo>
                  <a:lnTo>
                    <a:pt x="1388286" y="321763"/>
                  </a:lnTo>
                  <a:lnTo>
                    <a:pt x="1452995" y="346127"/>
                  </a:lnTo>
                  <a:lnTo>
                    <a:pt x="1512541" y="373407"/>
                  </a:lnTo>
                  <a:lnTo>
                    <a:pt x="1567759" y="404027"/>
                  </a:lnTo>
                  <a:lnTo>
                    <a:pt x="1619555" y="438434"/>
                  </a:lnTo>
                  <a:lnTo>
                    <a:pt x="1668831" y="477033"/>
                  </a:lnTo>
                  <a:lnTo>
                    <a:pt x="1716400" y="520079"/>
                  </a:lnTo>
                  <a:lnTo>
                    <a:pt x="1719082" y="522675"/>
                  </a:lnTo>
                  <a:lnTo>
                    <a:pt x="1759402" y="563818"/>
                  </a:lnTo>
                  <a:lnTo>
                    <a:pt x="1799332" y="608395"/>
                  </a:lnTo>
                  <a:lnTo>
                    <a:pt x="1839171" y="656471"/>
                  </a:lnTo>
                  <a:lnTo>
                    <a:pt x="1879143" y="708040"/>
                  </a:lnTo>
                  <a:lnTo>
                    <a:pt x="1919406" y="763008"/>
                  </a:lnTo>
                  <a:lnTo>
                    <a:pt x="1960058" y="821193"/>
                  </a:lnTo>
                  <a:lnTo>
                    <a:pt x="2001144" y="882320"/>
                  </a:lnTo>
                  <a:lnTo>
                    <a:pt x="2042660" y="946019"/>
                  </a:lnTo>
                  <a:lnTo>
                    <a:pt x="2084560" y="1011835"/>
                  </a:lnTo>
                  <a:lnTo>
                    <a:pt x="2126764" y="1079236"/>
                  </a:lnTo>
                  <a:lnTo>
                    <a:pt x="2169165" y="1147632"/>
                  </a:lnTo>
                  <a:lnTo>
                    <a:pt x="2211639" y="1216394"/>
                  </a:lnTo>
                  <a:lnTo>
                    <a:pt x="2254058" y="1284881"/>
                  </a:lnTo>
                  <a:lnTo>
                    <a:pt x="2296297" y="1352460"/>
                  </a:lnTo>
                  <a:lnTo>
                    <a:pt x="2338246" y="1418536"/>
                  </a:lnTo>
                  <a:lnTo>
                    <a:pt x="2379821" y="1482567"/>
                  </a:lnTo>
                  <a:lnTo>
                    <a:pt x="2420969" y="1544085"/>
                  </a:lnTo>
                  <a:lnTo>
                    <a:pt x="2461682" y="1602708"/>
                  </a:lnTo>
                  <a:lnTo>
                    <a:pt x="2501995" y="1658148"/>
                  </a:lnTo>
                  <a:lnTo>
                    <a:pt x="2542000" y="1710209"/>
                  </a:lnTo>
                  <a:lnTo>
                    <a:pt x="2581846" y="1758785"/>
                  </a:lnTo>
                  <a:lnTo>
                    <a:pt x="2621747" y="1803858"/>
                  </a:lnTo>
                  <a:lnTo>
                    <a:pt x="2661989" y="1845484"/>
                  </a:lnTo>
                  <a:lnTo>
                    <a:pt x="2667772" y="1851141"/>
                  </a:lnTo>
                  <a:lnTo>
                    <a:pt x="2715265" y="1894443"/>
                  </a:lnTo>
                  <a:lnTo>
                    <a:pt x="2764423" y="1933291"/>
                  </a:lnTo>
                  <a:lnTo>
                    <a:pt x="2816051" y="1967928"/>
                  </a:lnTo>
                  <a:lnTo>
                    <a:pt x="2871048" y="1998752"/>
                  </a:lnTo>
                  <a:lnTo>
                    <a:pt x="2930324" y="2026212"/>
                  </a:lnTo>
                  <a:lnTo>
                    <a:pt x="2994717" y="2050731"/>
                  </a:lnTo>
                  <a:lnTo>
                    <a:pt x="3064893" y="2072681"/>
                  </a:lnTo>
                  <a:lnTo>
                    <a:pt x="3141194" y="2092353"/>
                  </a:lnTo>
                  <a:lnTo>
                    <a:pt x="3223460" y="2109957"/>
                  </a:lnTo>
                  <a:lnTo>
                    <a:pt x="3310806" y="2125615"/>
                  </a:lnTo>
                  <a:lnTo>
                    <a:pt x="3401420" y="2139369"/>
                  </a:lnTo>
                  <a:lnTo>
                    <a:pt x="3492448" y="2151199"/>
                  </a:lnTo>
                  <a:lnTo>
                    <a:pt x="3580086" y="2161060"/>
                  </a:lnTo>
                  <a:lnTo>
                    <a:pt x="3659975" y="2168920"/>
                  </a:lnTo>
                  <a:lnTo>
                    <a:pt x="3727915" y="2174818"/>
                  </a:lnTo>
                  <a:lnTo>
                    <a:pt x="3780746" y="2178894"/>
                  </a:lnTo>
                  <a:lnTo>
                    <a:pt x="3817145" y="2181405"/>
                  </a:lnTo>
                  <a:lnTo>
                    <a:pt x="3838056" y="2182701"/>
                  </a:lnTo>
                  <a:lnTo>
                    <a:pt x="3846668" y="2183184"/>
                  </a:lnTo>
                  <a:lnTo>
                    <a:pt x="3848118" y="2183258"/>
                  </a:lnTo>
                  <a:lnTo>
                    <a:pt x="3848118" y="2183258"/>
                  </a:lnTo>
                  <a:lnTo>
                    <a:pt x="4386855" y="2183258"/>
                  </a:lnTo>
                  <a:lnTo>
                    <a:pt x="4388074" y="2183190"/>
                  </a:lnTo>
                  <a:lnTo>
                    <a:pt x="4396038" y="2182704"/>
                  </a:lnTo>
                  <a:lnTo>
                    <a:pt x="4415937" y="2181362"/>
                  </a:lnTo>
                  <a:lnTo>
                    <a:pt x="4451067" y="2178727"/>
                  </a:lnTo>
                  <a:lnTo>
                    <a:pt x="4502520" y="2174414"/>
                  </a:lnTo>
                  <a:lnTo>
                    <a:pt x="4569144" y="2168137"/>
                  </a:lnTo>
                  <a:lnTo>
                    <a:pt x="4647929" y="2159732"/>
                  </a:lnTo>
                  <a:lnTo>
                    <a:pt x="4734768" y="2149152"/>
                  </a:lnTo>
                  <a:lnTo>
                    <a:pt x="4825331" y="2136425"/>
                  </a:lnTo>
                  <a:lnTo>
                    <a:pt x="4915788" y="2121602"/>
                  </a:lnTo>
                  <a:lnTo>
                    <a:pt x="5003222" y="2104708"/>
                  </a:lnTo>
                  <a:lnTo>
                    <a:pt x="5085743" y="2085706"/>
                  </a:lnTo>
                  <a:lnTo>
                    <a:pt x="5162394" y="2064471"/>
                  </a:lnTo>
                  <a:lnTo>
                    <a:pt x="5232954" y="2040789"/>
                  </a:lnTo>
                  <a:lnTo>
                    <a:pt x="5297719" y="2014349"/>
                  </a:lnTo>
                  <a:lnTo>
                    <a:pt x="5357318" y="1984761"/>
                  </a:lnTo>
                  <a:lnTo>
                    <a:pt x="5412568" y="1951567"/>
                  </a:lnTo>
                  <a:lnTo>
                    <a:pt x="5464365" y="1914285"/>
                  </a:lnTo>
                  <a:lnTo>
                    <a:pt x="5513604" y="1872470"/>
                  </a:lnTo>
                  <a:lnTo>
                    <a:pt x="5561097" y="1825827"/>
                  </a:lnTo>
                  <a:lnTo>
                    <a:pt x="5567201" y="1819381"/>
                  </a:lnTo>
                  <a:lnTo>
                    <a:pt x="5606292" y="1775742"/>
                  </a:lnTo>
                  <a:lnTo>
                    <a:pt x="5645007" y="1728570"/>
                  </a:lnTo>
                  <a:lnTo>
                    <a:pt x="5683621" y="1677798"/>
                  </a:lnTo>
                  <a:lnTo>
                    <a:pt x="5722344" y="1623426"/>
                  </a:lnTo>
                  <a:lnTo>
                    <a:pt x="5761326" y="1565538"/>
                  </a:lnTo>
                  <a:lnTo>
                    <a:pt x="5800663" y="1504301"/>
                  </a:lnTo>
                  <a:lnTo>
                    <a:pt x="5840404" y="1439977"/>
                  </a:lnTo>
                  <a:lnTo>
                    <a:pt x="5880553" y="1372915"/>
                  </a:lnTo>
                  <a:lnTo>
                    <a:pt x="5921077" y="1303551"/>
                  </a:lnTo>
                  <a:lnTo>
                    <a:pt x="5961910" y="1232396"/>
                  </a:lnTo>
                  <a:lnTo>
                    <a:pt x="6002962" y="1160026"/>
                  </a:lnTo>
                  <a:lnTo>
                    <a:pt x="6044123" y="1087057"/>
                  </a:lnTo>
                  <a:lnTo>
                    <a:pt x="6085277" y="1014128"/>
                  </a:lnTo>
                  <a:lnTo>
                    <a:pt x="6126306" y="941877"/>
                  </a:lnTo>
                  <a:lnTo>
                    <a:pt x="6167106" y="870916"/>
                  </a:lnTo>
                  <a:lnTo>
                    <a:pt x="6207586" y="801814"/>
                  </a:lnTo>
                  <a:lnTo>
                    <a:pt x="6247685" y="735072"/>
                  </a:lnTo>
                  <a:lnTo>
                    <a:pt x="6287374" y="671117"/>
                  </a:lnTo>
                  <a:lnTo>
                    <a:pt x="6326663" y="610287"/>
                  </a:lnTo>
                  <a:lnTo>
                    <a:pt x="6365606" y="552831"/>
                  </a:lnTo>
                  <a:lnTo>
                    <a:pt x="6404306" y="498907"/>
                  </a:lnTo>
                  <a:lnTo>
                    <a:pt x="6442921" y="448587"/>
                  </a:lnTo>
                  <a:lnTo>
                    <a:pt x="6481666" y="401863"/>
                  </a:lnTo>
                  <a:lnTo>
                    <a:pt x="6515891" y="363876"/>
                  </a:lnTo>
                  <a:lnTo>
                    <a:pt x="6563208" y="316597"/>
                  </a:lnTo>
                  <a:lnTo>
                    <a:pt x="6612176" y="274163"/>
                  </a:lnTo>
                  <a:lnTo>
                    <a:pt x="6663589" y="236312"/>
                  </a:lnTo>
                  <a:lnTo>
                    <a:pt x="6718337" y="202613"/>
                  </a:lnTo>
                  <a:lnTo>
                    <a:pt x="6777320" y="172581"/>
                  </a:lnTo>
                  <a:lnTo>
                    <a:pt x="6841369" y="145755"/>
                  </a:lnTo>
                  <a:lnTo>
                    <a:pt x="6911147" y="121732"/>
                  </a:lnTo>
                  <a:lnTo>
                    <a:pt x="6987003" y="100192"/>
                  </a:lnTo>
                  <a:lnTo>
                    <a:pt x="7068795" y="80907"/>
                  </a:lnTo>
                  <a:lnTo>
                    <a:pt x="7155673" y="63742"/>
                  </a:lnTo>
                  <a:lnTo>
                    <a:pt x="7245879" y="48649"/>
                  </a:lnTo>
                  <a:lnTo>
                    <a:pt x="7336629" y="35645"/>
                  </a:lnTo>
                  <a:lnTo>
                    <a:pt x="7424195" y="24782"/>
                  </a:lnTo>
                  <a:lnTo>
                    <a:pt x="7504277" y="16095"/>
                  </a:lnTo>
                  <a:lnTo>
                    <a:pt x="7572691" y="9546"/>
                  </a:lnTo>
                  <a:lnTo>
                    <a:pt x="7626235" y="4990"/>
                  </a:lnTo>
                  <a:lnTo>
                    <a:pt x="7663482" y="2156"/>
                  </a:lnTo>
                  <a:lnTo>
                    <a:pt x="7685226" y="670"/>
                  </a:lnTo>
                  <a:lnTo>
                    <a:pt x="7694490" y="98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6" name="pl826"/>
            <p:cNvSpPr/>
            <p:nvPr/>
          </p:nvSpPr>
          <p:spPr>
            <a:xfrm>
              <a:off x="546595" y="3935509"/>
              <a:ext cx="8234974" cy="2183258"/>
            </a:xfrm>
            <a:custGeom>
              <a:avLst/>
              <a:pathLst>
                <a:path w="8234974" h="2183258">
                  <a:moveTo>
                    <a:pt x="8234974" y="0"/>
                  </a:moveTo>
                  <a:lnTo>
                    <a:pt x="7696237" y="0"/>
                  </a:lnTo>
                  <a:lnTo>
                    <a:pt x="7695019" y="67"/>
                  </a:lnTo>
                  <a:lnTo>
                    <a:pt x="7687055" y="553"/>
                  </a:lnTo>
                  <a:lnTo>
                    <a:pt x="7667155" y="1895"/>
                  </a:lnTo>
                  <a:lnTo>
                    <a:pt x="7632026" y="4530"/>
                  </a:lnTo>
                  <a:lnTo>
                    <a:pt x="7580572" y="8843"/>
                  </a:lnTo>
                  <a:lnTo>
                    <a:pt x="7513948" y="15121"/>
                  </a:lnTo>
                  <a:lnTo>
                    <a:pt x="7435164" y="23525"/>
                  </a:lnTo>
                  <a:lnTo>
                    <a:pt x="7348325" y="34105"/>
                  </a:lnTo>
                  <a:lnTo>
                    <a:pt x="7257761" y="46832"/>
                  </a:lnTo>
                  <a:lnTo>
                    <a:pt x="7167304" y="61655"/>
                  </a:lnTo>
                  <a:lnTo>
                    <a:pt x="7079871" y="78549"/>
                  </a:lnTo>
                  <a:lnTo>
                    <a:pt x="6997350" y="97552"/>
                  </a:lnTo>
                  <a:lnTo>
                    <a:pt x="6920698" y="118786"/>
                  </a:lnTo>
                  <a:lnTo>
                    <a:pt x="6850138" y="142469"/>
                  </a:lnTo>
                  <a:lnTo>
                    <a:pt x="6785374" y="168908"/>
                  </a:lnTo>
                  <a:lnTo>
                    <a:pt x="6725775" y="198496"/>
                  </a:lnTo>
                  <a:lnTo>
                    <a:pt x="6670525" y="231690"/>
                  </a:lnTo>
                  <a:lnTo>
                    <a:pt x="6618727" y="268972"/>
                  </a:lnTo>
                  <a:lnTo>
                    <a:pt x="6569489" y="310788"/>
                  </a:lnTo>
                  <a:lnTo>
                    <a:pt x="6521996" y="357430"/>
                  </a:lnTo>
                  <a:lnTo>
                    <a:pt x="6515891" y="363876"/>
                  </a:lnTo>
                  <a:lnTo>
                    <a:pt x="6476800" y="407515"/>
                  </a:lnTo>
                  <a:lnTo>
                    <a:pt x="6438086" y="454687"/>
                  </a:lnTo>
                  <a:lnTo>
                    <a:pt x="6399471" y="505459"/>
                  </a:lnTo>
                  <a:lnTo>
                    <a:pt x="6360748" y="559831"/>
                  </a:lnTo>
                  <a:lnTo>
                    <a:pt x="6321766" y="617720"/>
                  </a:lnTo>
                  <a:lnTo>
                    <a:pt x="6282429" y="678956"/>
                  </a:lnTo>
                  <a:lnTo>
                    <a:pt x="6242689" y="743280"/>
                  </a:lnTo>
                  <a:lnTo>
                    <a:pt x="6202540" y="810342"/>
                  </a:lnTo>
                  <a:lnTo>
                    <a:pt x="6162015" y="879707"/>
                  </a:lnTo>
                  <a:lnTo>
                    <a:pt x="6121182" y="950861"/>
                  </a:lnTo>
                  <a:lnTo>
                    <a:pt x="6080131" y="1023231"/>
                  </a:lnTo>
                  <a:lnTo>
                    <a:pt x="6038970" y="1096200"/>
                  </a:lnTo>
                  <a:lnTo>
                    <a:pt x="5997816" y="1169129"/>
                  </a:lnTo>
                  <a:lnTo>
                    <a:pt x="5956786" y="1241380"/>
                  </a:lnTo>
                  <a:lnTo>
                    <a:pt x="5915987" y="1312341"/>
                  </a:lnTo>
                  <a:lnTo>
                    <a:pt x="5875507" y="1381444"/>
                  </a:lnTo>
                  <a:lnTo>
                    <a:pt x="5835407" y="1448185"/>
                  </a:lnTo>
                  <a:lnTo>
                    <a:pt x="5795718" y="1512141"/>
                  </a:lnTo>
                  <a:lnTo>
                    <a:pt x="5756429" y="1572970"/>
                  </a:lnTo>
                  <a:lnTo>
                    <a:pt x="5717486" y="1630426"/>
                  </a:lnTo>
                  <a:lnTo>
                    <a:pt x="5678786" y="1684350"/>
                  </a:lnTo>
                  <a:lnTo>
                    <a:pt x="5640172" y="1734670"/>
                  </a:lnTo>
                  <a:lnTo>
                    <a:pt x="5601427" y="1781395"/>
                  </a:lnTo>
                  <a:lnTo>
                    <a:pt x="5567201" y="1819381"/>
                  </a:lnTo>
                  <a:lnTo>
                    <a:pt x="5519884" y="1866660"/>
                  </a:lnTo>
                  <a:lnTo>
                    <a:pt x="5470917" y="1909095"/>
                  </a:lnTo>
                  <a:lnTo>
                    <a:pt x="5419503" y="1946945"/>
                  </a:lnTo>
                  <a:lnTo>
                    <a:pt x="5364755" y="1980644"/>
                  </a:lnTo>
                  <a:lnTo>
                    <a:pt x="5305773" y="2010676"/>
                  </a:lnTo>
                  <a:lnTo>
                    <a:pt x="5241723" y="2037503"/>
                  </a:lnTo>
                  <a:lnTo>
                    <a:pt x="5171945" y="2061525"/>
                  </a:lnTo>
                  <a:lnTo>
                    <a:pt x="5096089" y="2083065"/>
                  </a:lnTo>
                  <a:lnTo>
                    <a:pt x="5014298" y="2102350"/>
                  </a:lnTo>
                  <a:lnTo>
                    <a:pt x="4927420" y="2119515"/>
                  </a:lnTo>
                  <a:lnTo>
                    <a:pt x="4837214" y="2134609"/>
                  </a:lnTo>
                  <a:lnTo>
                    <a:pt x="4746463" y="2147612"/>
                  </a:lnTo>
                  <a:lnTo>
                    <a:pt x="4658897" y="2158475"/>
                  </a:lnTo>
                  <a:lnTo>
                    <a:pt x="4578815" y="2167163"/>
                  </a:lnTo>
                  <a:lnTo>
                    <a:pt x="4510402" y="2173711"/>
                  </a:lnTo>
                  <a:lnTo>
                    <a:pt x="4456858" y="2178267"/>
                  </a:lnTo>
                  <a:lnTo>
                    <a:pt x="4419611" y="2181101"/>
                  </a:lnTo>
                  <a:lnTo>
                    <a:pt x="4397866" y="2182587"/>
                  </a:lnTo>
                  <a:lnTo>
                    <a:pt x="4388602" y="2183159"/>
                  </a:lnTo>
                  <a:lnTo>
                    <a:pt x="4386858" y="2183258"/>
                  </a:lnTo>
                  <a:lnTo>
                    <a:pt x="4386855" y="2183258"/>
                  </a:lnTo>
                  <a:lnTo>
                    <a:pt x="3848118" y="2183258"/>
                  </a:lnTo>
                  <a:lnTo>
                    <a:pt x="3846887" y="2183195"/>
                  </a:lnTo>
                  <a:lnTo>
                    <a:pt x="3838839" y="2182747"/>
                  </a:lnTo>
                  <a:lnTo>
                    <a:pt x="3818738" y="2181508"/>
                  </a:lnTo>
                  <a:lnTo>
                    <a:pt x="3783272" y="2179077"/>
                  </a:lnTo>
                  <a:lnTo>
                    <a:pt x="3731365" y="2175098"/>
                  </a:lnTo>
                  <a:lnTo>
                    <a:pt x="3664218" y="2169309"/>
                  </a:lnTo>
                  <a:lnTo>
                    <a:pt x="3584904" y="2161563"/>
                  </a:lnTo>
                  <a:lnTo>
                    <a:pt x="3497590" y="2151817"/>
                  </a:lnTo>
                  <a:lnTo>
                    <a:pt x="3406646" y="2140098"/>
                  </a:lnTo>
                  <a:lnTo>
                    <a:pt x="3315921" y="2126453"/>
                  </a:lnTo>
                  <a:lnTo>
                    <a:pt x="3228330" y="2110904"/>
                  </a:lnTo>
                  <a:lnTo>
                    <a:pt x="3145742" y="2093414"/>
                  </a:lnTo>
                  <a:lnTo>
                    <a:pt x="3069089" y="2073864"/>
                  </a:lnTo>
                  <a:lnTo>
                    <a:pt x="2998569" y="2052052"/>
                  </a:lnTo>
                  <a:lnTo>
                    <a:pt x="2933860" y="2027689"/>
                  </a:lnTo>
                  <a:lnTo>
                    <a:pt x="2874313" y="2000409"/>
                  </a:lnTo>
                  <a:lnTo>
                    <a:pt x="2819096" y="1969789"/>
                  </a:lnTo>
                  <a:lnTo>
                    <a:pt x="2767300" y="1935382"/>
                  </a:lnTo>
                  <a:lnTo>
                    <a:pt x="2718023" y="1896783"/>
                  </a:lnTo>
                  <a:lnTo>
                    <a:pt x="2670454" y="1853737"/>
                  </a:lnTo>
                  <a:lnTo>
                    <a:pt x="2667772" y="1851141"/>
                  </a:lnTo>
                  <a:lnTo>
                    <a:pt x="2627452" y="1809998"/>
                  </a:lnTo>
                  <a:lnTo>
                    <a:pt x="2587522" y="1765421"/>
                  </a:lnTo>
                  <a:lnTo>
                    <a:pt x="2547684" y="1717344"/>
                  </a:lnTo>
                  <a:lnTo>
                    <a:pt x="2507712" y="1665776"/>
                  </a:lnTo>
                  <a:lnTo>
                    <a:pt x="2467449" y="1610808"/>
                  </a:lnTo>
                  <a:lnTo>
                    <a:pt x="2426797" y="1552623"/>
                  </a:lnTo>
                  <a:lnTo>
                    <a:pt x="2385711" y="1491496"/>
                  </a:lnTo>
                  <a:lnTo>
                    <a:pt x="2344195" y="1427796"/>
                  </a:lnTo>
                  <a:lnTo>
                    <a:pt x="2302295" y="1361981"/>
                  </a:lnTo>
                  <a:lnTo>
                    <a:pt x="2260091" y="1294580"/>
                  </a:lnTo>
                  <a:lnTo>
                    <a:pt x="2217690" y="1226184"/>
                  </a:lnTo>
                  <a:lnTo>
                    <a:pt x="2175215" y="1157422"/>
                  </a:lnTo>
                  <a:lnTo>
                    <a:pt x="2132796" y="1088935"/>
                  </a:lnTo>
                  <a:lnTo>
                    <a:pt x="2090557" y="1021355"/>
                  </a:lnTo>
                  <a:lnTo>
                    <a:pt x="2048608" y="955280"/>
                  </a:lnTo>
                  <a:lnTo>
                    <a:pt x="2007034" y="891249"/>
                  </a:lnTo>
                  <a:lnTo>
                    <a:pt x="1965886" y="829731"/>
                  </a:lnTo>
                  <a:lnTo>
                    <a:pt x="1925173" y="771108"/>
                  </a:lnTo>
                  <a:lnTo>
                    <a:pt x="1884859" y="715668"/>
                  </a:lnTo>
                  <a:lnTo>
                    <a:pt x="1844854" y="663607"/>
                  </a:lnTo>
                  <a:lnTo>
                    <a:pt x="1805008" y="615031"/>
                  </a:lnTo>
                  <a:lnTo>
                    <a:pt x="1765108" y="569958"/>
                  </a:lnTo>
                  <a:lnTo>
                    <a:pt x="1724865" y="528332"/>
                  </a:lnTo>
                  <a:lnTo>
                    <a:pt x="1719082" y="522675"/>
                  </a:lnTo>
                  <a:lnTo>
                    <a:pt x="1671590" y="479373"/>
                  </a:lnTo>
                  <a:lnTo>
                    <a:pt x="1622432" y="440525"/>
                  </a:lnTo>
                  <a:lnTo>
                    <a:pt x="1570803" y="405888"/>
                  </a:lnTo>
                  <a:lnTo>
                    <a:pt x="1515807" y="375063"/>
                  </a:lnTo>
                  <a:lnTo>
                    <a:pt x="1456531" y="347604"/>
                  </a:lnTo>
                  <a:lnTo>
                    <a:pt x="1392137" y="323084"/>
                  </a:lnTo>
                  <a:lnTo>
                    <a:pt x="1321962" y="301135"/>
                  </a:lnTo>
                  <a:lnTo>
                    <a:pt x="1245660" y="281463"/>
                  </a:lnTo>
                  <a:lnTo>
                    <a:pt x="1163395" y="263859"/>
                  </a:lnTo>
                  <a:lnTo>
                    <a:pt x="1076048" y="248201"/>
                  </a:lnTo>
                  <a:lnTo>
                    <a:pt x="985434" y="234447"/>
                  </a:lnTo>
                  <a:lnTo>
                    <a:pt x="894406" y="222616"/>
                  </a:lnTo>
                  <a:lnTo>
                    <a:pt x="806769" y="212756"/>
                  </a:lnTo>
                  <a:lnTo>
                    <a:pt x="726879" y="204896"/>
                  </a:lnTo>
                  <a:lnTo>
                    <a:pt x="658940" y="198998"/>
                  </a:lnTo>
                  <a:lnTo>
                    <a:pt x="606108" y="194922"/>
                  </a:lnTo>
                  <a:lnTo>
                    <a:pt x="569709" y="192411"/>
                  </a:lnTo>
                  <a:lnTo>
                    <a:pt x="548799" y="191114"/>
                  </a:lnTo>
                  <a:lnTo>
                    <a:pt x="540187" y="190632"/>
                  </a:lnTo>
                  <a:lnTo>
                    <a:pt x="538736" y="190558"/>
                  </a:lnTo>
                  <a:lnTo>
                    <a:pt x="538736" y="190558"/>
                  </a:lnTo>
                  <a:lnTo>
                    <a:pt x="0" y="190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7" name="pg827"/>
            <p:cNvSpPr/>
            <p:nvPr/>
          </p:nvSpPr>
          <p:spPr>
            <a:xfrm>
              <a:off x="546595" y="935571"/>
              <a:ext cx="8234974" cy="4927303"/>
            </a:xfrm>
            <a:custGeom>
              <a:avLst/>
              <a:pathLst>
                <a:path w="8234974" h="4927303">
                  <a:moveTo>
                    <a:pt x="0" y="3163274"/>
                  </a:moveTo>
                  <a:lnTo>
                    <a:pt x="538736" y="3163274"/>
                  </a:lnTo>
                  <a:lnTo>
                    <a:pt x="539983" y="3163330"/>
                  </a:lnTo>
                  <a:lnTo>
                    <a:pt x="548123" y="3163731"/>
                  </a:lnTo>
                  <a:lnTo>
                    <a:pt x="568447" y="3164841"/>
                  </a:lnTo>
                  <a:lnTo>
                    <a:pt x="604285" y="3167020"/>
                  </a:lnTo>
                  <a:lnTo>
                    <a:pt x="656693" y="3170584"/>
                  </a:lnTo>
                  <a:lnTo>
                    <a:pt x="724416" y="3175766"/>
                  </a:lnTo>
                  <a:lnTo>
                    <a:pt x="804311" y="3182697"/>
                  </a:lnTo>
                  <a:lnTo>
                    <a:pt x="892146" y="3191413"/>
                  </a:lnTo>
                  <a:lnTo>
                    <a:pt x="983505" y="3201887"/>
                  </a:lnTo>
                  <a:lnTo>
                    <a:pt x="1074520" y="3214079"/>
                  </a:lnTo>
                  <a:lnTo>
                    <a:pt x="1162281" y="3227970"/>
                  </a:lnTo>
                  <a:lnTo>
                    <a:pt x="1244939" y="3243597"/>
                  </a:lnTo>
                  <a:lnTo>
                    <a:pt x="1321590" y="3261068"/>
                  </a:lnTo>
                  <a:lnTo>
                    <a:pt x="1392065" y="3280570"/>
                  </a:lnTo>
                  <a:lnTo>
                    <a:pt x="1456712" y="3302366"/>
                  </a:lnTo>
                  <a:lnTo>
                    <a:pt x="1516202" y="3326785"/>
                  </a:lnTo>
                  <a:lnTo>
                    <a:pt x="1571386" y="3354211"/>
                  </a:lnTo>
                  <a:lnTo>
                    <a:pt x="1623184" y="3385042"/>
                  </a:lnTo>
                  <a:lnTo>
                    <a:pt x="1672504" y="3419636"/>
                  </a:lnTo>
                  <a:lnTo>
                    <a:pt x="1719082" y="3457279"/>
                  </a:lnTo>
                  <a:lnTo>
                    <a:pt x="1760981" y="3495198"/>
                  </a:lnTo>
                  <a:lnTo>
                    <a:pt x="1802473" y="3536404"/>
                  </a:lnTo>
                  <a:lnTo>
                    <a:pt x="1843887" y="3580960"/>
                  </a:lnTo>
                  <a:lnTo>
                    <a:pt x="1885469" y="3628848"/>
                  </a:lnTo>
                  <a:lnTo>
                    <a:pt x="1927385" y="3679965"/>
                  </a:lnTo>
                  <a:lnTo>
                    <a:pt x="1969735" y="3734114"/>
                  </a:lnTo>
                  <a:lnTo>
                    <a:pt x="2012557" y="3791000"/>
                  </a:lnTo>
                  <a:lnTo>
                    <a:pt x="2055834" y="3850234"/>
                  </a:lnTo>
                  <a:lnTo>
                    <a:pt x="2099502" y="3911338"/>
                  </a:lnTo>
                  <a:lnTo>
                    <a:pt x="2143460" y="3973763"/>
                  </a:lnTo>
                  <a:lnTo>
                    <a:pt x="2187579" y="4036905"/>
                  </a:lnTo>
                  <a:lnTo>
                    <a:pt x="2231718" y="4100132"/>
                  </a:lnTo>
                  <a:lnTo>
                    <a:pt x="2275732" y="4162808"/>
                  </a:lnTo>
                  <a:lnTo>
                    <a:pt x="2319488" y="4224318"/>
                  </a:lnTo>
                  <a:lnTo>
                    <a:pt x="2362876" y="4284096"/>
                  </a:lnTo>
                  <a:lnTo>
                    <a:pt x="2405823" y="4341646"/>
                  </a:lnTo>
                  <a:lnTo>
                    <a:pt x="2448296" y="4396553"/>
                  </a:lnTo>
                  <a:lnTo>
                    <a:pt x="2490321" y="4448497"/>
                  </a:lnTo>
                  <a:lnTo>
                    <a:pt x="2531977" y="4497254"/>
                  </a:lnTo>
                  <a:lnTo>
                    <a:pt x="2573416" y="4542697"/>
                  </a:lnTo>
                  <a:lnTo>
                    <a:pt x="2614858" y="4584788"/>
                  </a:lnTo>
                  <a:lnTo>
                    <a:pt x="2656611" y="4623568"/>
                  </a:lnTo>
                  <a:lnTo>
                    <a:pt x="2667772" y="4633298"/>
                  </a:lnTo>
                  <a:lnTo>
                    <a:pt x="2715458" y="4671777"/>
                  </a:lnTo>
                  <a:lnTo>
                    <a:pt x="2764825" y="4706281"/>
                  </a:lnTo>
                  <a:lnTo>
                    <a:pt x="2816690" y="4737030"/>
                  </a:lnTo>
                  <a:lnTo>
                    <a:pt x="2871962" y="4764383"/>
                  </a:lnTo>
                  <a:lnTo>
                    <a:pt x="2931561" y="4788738"/>
                  </a:lnTo>
                  <a:lnTo>
                    <a:pt x="2996335" y="4810477"/>
                  </a:lnTo>
                  <a:lnTo>
                    <a:pt x="3066949" y="4829930"/>
                  </a:lnTo>
                  <a:lnTo>
                    <a:pt x="3143742" y="4847357"/>
                  </a:lnTo>
                  <a:lnTo>
                    <a:pt x="3226530" y="4862944"/>
                  </a:lnTo>
                  <a:lnTo>
                    <a:pt x="3314391" y="4876796"/>
                  </a:lnTo>
                  <a:lnTo>
                    <a:pt x="3405449" y="4888948"/>
                  </a:lnTo>
                  <a:lnTo>
                    <a:pt x="3496774" y="4899384"/>
                  </a:lnTo>
                  <a:lnTo>
                    <a:pt x="3584478" y="4908058"/>
                  </a:lnTo>
                  <a:lnTo>
                    <a:pt x="3664139" y="4914949"/>
                  </a:lnTo>
                  <a:lnTo>
                    <a:pt x="3731541" y="4920092"/>
                  </a:lnTo>
                  <a:lnTo>
                    <a:pt x="3783575" y="4923621"/>
                  </a:lnTo>
                  <a:lnTo>
                    <a:pt x="3819037" y="4925771"/>
                  </a:lnTo>
                  <a:lnTo>
                    <a:pt x="3839037" y="4926861"/>
                  </a:lnTo>
                  <a:lnTo>
                    <a:pt x="3846954" y="4927251"/>
                  </a:lnTo>
                  <a:lnTo>
                    <a:pt x="3848118" y="4927303"/>
                  </a:lnTo>
                  <a:lnTo>
                    <a:pt x="4386855" y="4927303"/>
                  </a:lnTo>
                  <a:lnTo>
                    <a:pt x="4387710" y="4927197"/>
                  </a:lnTo>
                  <a:lnTo>
                    <a:pt x="4393337" y="4926439"/>
                  </a:lnTo>
                  <a:lnTo>
                    <a:pt x="4407562" y="4924344"/>
                  </a:lnTo>
                  <a:lnTo>
                    <a:pt x="4433082" y="4920219"/>
                  </a:lnTo>
                  <a:lnTo>
                    <a:pt x="4471292" y="4913416"/>
                  </a:lnTo>
                  <a:lnTo>
                    <a:pt x="4522172" y="4903396"/>
                  </a:lnTo>
                  <a:lnTo>
                    <a:pt x="4584376" y="4889782"/>
                  </a:lnTo>
                  <a:lnTo>
                    <a:pt x="4655534" y="4872368"/>
                  </a:lnTo>
                  <a:lnTo>
                    <a:pt x="4732710" y="4851105"/>
                  </a:lnTo>
                  <a:lnTo>
                    <a:pt x="4812880" y="4826040"/>
                  </a:lnTo>
                  <a:lnTo>
                    <a:pt x="4893328" y="4797257"/>
                  </a:lnTo>
                  <a:lnTo>
                    <a:pt x="4971884" y="4764810"/>
                  </a:lnTo>
                  <a:lnTo>
                    <a:pt x="5047015" y="4728675"/>
                  </a:lnTo>
                  <a:lnTo>
                    <a:pt x="5117800" y="4688719"/>
                  </a:lnTo>
                  <a:lnTo>
                    <a:pt x="5183834" y="4644682"/>
                  </a:lnTo>
                  <a:lnTo>
                    <a:pt x="5245110" y="4596172"/>
                  </a:lnTo>
                  <a:lnTo>
                    <a:pt x="5301903" y="4542672"/>
                  </a:lnTo>
                  <a:lnTo>
                    <a:pt x="5354675" y="4483553"/>
                  </a:lnTo>
                  <a:lnTo>
                    <a:pt x="5403998" y="4418095"/>
                  </a:lnTo>
                  <a:lnTo>
                    <a:pt x="5450495" y="4345541"/>
                  </a:lnTo>
                  <a:lnTo>
                    <a:pt x="5494794" y="4265161"/>
                  </a:lnTo>
                  <a:lnTo>
                    <a:pt x="5537488" y="4176386"/>
                  </a:lnTo>
                  <a:lnTo>
                    <a:pt x="5567201" y="4107901"/>
                  </a:lnTo>
                  <a:lnTo>
                    <a:pt x="5595148" y="4038580"/>
                  </a:lnTo>
                  <a:lnTo>
                    <a:pt x="5622857" y="3965244"/>
                  </a:lnTo>
                  <a:lnTo>
                    <a:pt x="5650440" y="3887812"/>
                  </a:lnTo>
                  <a:lnTo>
                    <a:pt x="5677991" y="3806242"/>
                  </a:lnTo>
                  <a:lnTo>
                    <a:pt x="5705585" y="3720536"/>
                  </a:lnTo>
                  <a:lnTo>
                    <a:pt x="5733282" y="3630740"/>
                  </a:lnTo>
                  <a:lnTo>
                    <a:pt x="5761129" y="3536953"/>
                  </a:lnTo>
                  <a:lnTo>
                    <a:pt x="5789157" y="3439322"/>
                  </a:lnTo>
                  <a:lnTo>
                    <a:pt x="5817387" y="3338048"/>
                  </a:lnTo>
                  <a:lnTo>
                    <a:pt x="5845827" y="3233386"/>
                  </a:lnTo>
                  <a:lnTo>
                    <a:pt x="5874474" y="3125643"/>
                  </a:lnTo>
                  <a:lnTo>
                    <a:pt x="5903317" y="3015175"/>
                  </a:lnTo>
                  <a:lnTo>
                    <a:pt x="5932334" y="2902385"/>
                  </a:lnTo>
                  <a:lnTo>
                    <a:pt x="5961498" y="2787716"/>
                  </a:lnTo>
                  <a:lnTo>
                    <a:pt x="5990773" y="2671644"/>
                  </a:lnTo>
                  <a:lnTo>
                    <a:pt x="6020122" y="2554670"/>
                  </a:lnTo>
                  <a:lnTo>
                    <a:pt x="6049502" y="2437313"/>
                  </a:lnTo>
                  <a:lnTo>
                    <a:pt x="6078870" y="2320098"/>
                  </a:lnTo>
                  <a:lnTo>
                    <a:pt x="6108184" y="2203549"/>
                  </a:lnTo>
                  <a:lnTo>
                    <a:pt x="6137403" y="2088175"/>
                  </a:lnTo>
                  <a:lnTo>
                    <a:pt x="6166491" y="1974467"/>
                  </a:lnTo>
                  <a:lnTo>
                    <a:pt x="6195417" y="1862882"/>
                  </a:lnTo>
                  <a:lnTo>
                    <a:pt x="6224156" y="1753842"/>
                  </a:lnTo>
                  <a:lnTo>
                    <a:pt x="6252692" y="1647726"/>
                  </a:lnTo>
                  <a:lnTo>
                    <a:pt x="6281018" y="1544864"/>
                  </a:lnTo>
                  <a:lnTo>
                    <a:pt x="6309137" y="1445535"/>
                  </a:lnTo>
                  <a:lnTo>
                    <a:pt x="6337064" y="1349963"/>
                  </a:lnTo>
                  <a:lnTo>
                    <a:pt x="6364824" y="1258323"/>
                  </a:lnTo>
                  <a:lnTo>
                    <a:pt x="6392459" y="1170733"/>
                  </a:lnTo>
                  <a:lnTo>
                    <a:pt x="6420021" y="1087264"/>
                  </a:lnTo>
                  <a:lnTo>
                    <a:pt x="6447580" y="1007937"/>
                  </a:lnTo>
                  <a:lnTo>
                    <a:pt x="6475219" y="932731"/>
                  </a:lnTo>
                  <a:lnTo>
                    <a:pt x="6503041" y="861581"/>
                  </a:lnTo>
                  <a:lnTo>
                    <a:pt x="6515891" y="830291"/>
                  </a:lnTo>
                  <a:lnTo>
                    <a:pt x="6557760" y="735372"/>
                  </a:lnTo>
                  <a:lnTo>
                    <a:pt x="6600859" y="649056"/>
                  </a:lnTo>
                  <a:lnTo>
                    <a:pt x="6645728" y="570997"/>
                  </a:lnTo>
                  <a:lnTo>
                    <a:pt x="6692973" y="500563"/>
                  </a:lnTo>
                  <a:lnTo>
                    <a:pt x="6743226" y="437007"/>
                  </a:lnTo>
                  <a:lnTo>
                    <a:pt x="6797101" y="379575"/>
                  </a:lnTo>
                  <a:lnTo>
                    <a:pt x="6855143" y="327571"/>
                  </a:lnTo>
                  <a:lnTo>
                    <a:pt x="6917770" y="280396"/>
                  </a:lnTo>
                  <a:lnTo>
                    <a:pt x="6985188" y="237568"/>
                  </a:lnTo>
                  <a:lnTo>
                    <a:pt x="7057286" y="198733"/>
                  </a:lnTo>
                  <a:lnTo>
                    <a:pt x="7133523" y="163668"/>
                  </a:lnTo>
                  <a:lnTo>
                    <a:pt x="7212808" y="132273"/>
                  </a:lnTo>
                  <a:lnTo>
                    <a:pt x="7293426" y="104553"/>
                  </a:lnTo>
                  <a:lnTo>
                    <a:pt x="7373032" y="80574"/>
                  </a:lnTo>
                  <a:lnTo>
                    <a:pt x="7448791" y="60416"/>
                  </a:lnTo>
                  <a:lnTo>
                    <a:pt x="7517657" y="44108"/>
                  </a:lnTo>
                  <a:lnTo>
                    <a:pt x="7576807" y="31556"/>
                  </a:lnTo>
                  <a:lnTo>
                    <a:pt x="7624124" y="22509"/>
                  </a:lnTo>
                  <a:lnTo>
                    <a:pt x="7658621" y="16538"/>
                  </a:lnTo>
                  <a:lnTo>
                    <a:pt x="7680686" y="13066"/>
                  </a:lnTo>
                  <a:lnTo>
                    <a:pt x="7692107" y="11428"/>
                  </a:lnTo>
                  <a:lnTo>
                    <a:pt x="7695924" y="10927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72" y="4916358"/>
                  </a:lnTo>
                  <a:lnTo>
                    <a:pt x="3838732" y="4915956"/>
                  </a:lnTo>
                  <a:lnTo>
                    <a:pt x="3818407" y="4914846"/>
                  </a:lnTo>
                  <a:lnTo>
                    <a:pt x="3782569" y="4912668"/>
                  </a:lnTo>
                  <a:lnTo>
                    <a:pt x="3730162" y="4909104"/>
                  </a:lnTo>
                  <a:lnTo>
                    <a:pt x="3662439" y="4903922"/>
                  </a:lnTo>
                  <a:lnTo>
                    <a:pt x="3582543" y="4896991"/>
                  </a:lnTo>
                  <a:lnTo>
                    <a:pt x="3494708" y="4888275"/>
                  </a:lnTo>
                  <a:lnTo>
                    <a:pt x="3403349" y="4877800"/>
                  </a:lnTo>
                  <a:lnTo>
                    <a:pt x="3312335" y="4865609"/>
                  </a:lnTo>
                  <a:lnTo>
                    <a:pt x="3224574" y="4851717"/>
                  </a:lnTo>
                  <a:lnTo>
                    <a:pt x="3141915" y="4836090"/>
                  </a:lnTo>
                  <a:lnTo>
                    <a:pt x="3065265" y="4818619"/>
                  </a:lnTo>
                  <a:lnTo>
                    <a:pt x="2994789" y="4799117"/>
                  </a:lnTo>
                  <a:lnTo>
                    <a:pt x="2930142" y="4777322"/>
                  </a:lnTo>
                  <a:lnTo>
                    <a:pt x="2870652" y="4752903"/>
                  </a:lnTo>
                  <a:lnTo>
                    <a:pt x="2815469" y="4725477"/>
                  </a:lnTo>
                  <a:lnTo>
                    <a:pt x="2763671" y="4694646"/>
                  </a:lnTo>
                  <a:lnTo>
                    <a:pt x="2714351" y="4660052"/>
                  </a:lnTo>
                  <a:lnTo>
                    <a:pt x="2667772" y="4622409"/>
                  </a:lnTo>
                  <a:lnTo>
                    <a:pt x="2625873" y="4584490"/>
                  </a:lnTo>
                  <a:lnTo>
                    <a:pt x="2584382" y="4543284"/>
                  </a:lnTo>
                  <a:lnTo>
                    <a:pt x="2542968" y="4498728"/>
                  </a:lnTo>
                  <a:lnTo>
                    <a:pt x="2501386" y="4450840"/>
                  </a:lnTo>
                  <a:lnTo>
                    <a:pt x="2459470" y="4399723"/>
                  </a:lnTo>
                  <a:lnTo>
                    <a:pt x="2417120" y="4345574"/>
                  </a:lnTo>
                  <a:lnTo>
                    <a:pt x="2374298" y="4288687"/>
                  </a:lnTo>
                  <a:lnTo>
                    <a:pt x="2331021" y="4229454"/>
                  </a:lnTo>
                  <a:lnTo>
                    <a:pt x="2287353" y="4168350"/>
                  </a:lnTo>
                  <a:lnTo>
                    <a:pt x="2243395" y="4105925"/>
                  </a:lnTo>
                  <a:lnTo>
                    <a:pt x="2199275" y="4042783"/>
                  </a:lnTo>
                  <a:lnTo>
                    <a:pt x="2155137" y="3979555"/>
                  </a:lnTo>
                  <a:lnTo>
                    <a:pt x="2111123" y="3916880"/>
                  </a:lnTo>
                  <a:lnTo>
                    <a:pt x="2067367" y="3855370"/>
                  </a:lnTo>
                  <a:lnTo>
                    <a:pt x="2023978" y="3795591"/>
                  </a:lnTo>
                  <a:lnTo>
                    <a:pt x="1981032" y="3738042"/>
                  </a:lnTo>
                  <a:lnTo>
                    <a:pt x="1938558" y="3683135"/>
                  </a:lnTo>
                  <a:lnTo>
                    <a:pt x="1896534" y="3631191"/>
                  </a:lnTo>
                  <a:lnTo>
                    <a:pt x="1854877" y="3582434"/>
                  </a:lnTo>
                  <a:lnTo>
                    <a:pt x="1813439" y="3536991"/>
                  </a:lnTo>
                  <a:lnTo>
                    <a:pt x="1771997" y="3494900"/>
                  </a:lnTo>
                  <a:lnTo>
                    <a:pt x="1730243" y="3456120"/>
                  </a:lnTo>
                  <a:lnTo>
                    <a:pt x="1719082" y="3446390"/>
                  </a:lnTo>
                  <a:lnTo>
                    <a:pt x="1671397" y="3407911"/>
                  </a:lnTo>
                  <a:lnTo>
                    <a:pt x="1622029" y="3373406"/>
                  </a:lnTo>
                  <a:lnTo>
                    <a:pt x="1570164" y="3342658"/>
                  </a:lnTo>
                  <a:lnTo>
                    <a:pt x="1514892" y="3315305"/>
                  </a:lnTo>
                  <a:lnTo>
                    <a:pt x="1455294" y="3290950"/>
                  </a:lnTo>
                  <a:lnTo>
                    <a:pt x="1390520" y="3269210"/>
                  </a:lnTo>
                  <a:lnTo>
                    <a:pt x="1319905" y="3249758"/>
                  </a:lnTo>
                  <a:lnTo>
                    <a:pt x="1243113" y="3232330"/>
                  </a:lnTo>
                  <a:lnTo>
                    <a:pt x="1160324" y="3216744"/>
                  </a:lnTo>
                  <a:lnTo>
                    <a:pt x="1072464" y="3202892"/>
                  </a:lnTo>
                  <a:lnTo>
                    <a:pt x="981405" y="3190739"/>
                  </a:lnTo>
                  <a:lnTo>
                    <a:pt x="890081" y="3180304"/>
                  </a:lnTo>
                  <a:lnTo>
                    <a:pt x="802377" y="3171629"/>
                  </a:lnTo>
                  <a:lnTo>
                    <a:pt x="722715" y="3164739"/>
                  </a:lnTo>
                  <a:lnTo>
                    <a:pt x="655313" y="3159596"/>
                  </a:lnTo>
                  <a:lnTo>
                    <a:pt x="603279" y="3156067"/>
                  </a:lnTo>
                  <a:lnTo>
                    <a:pt x="567817" y="3153916"/>
                  </a:lnTo>
                  <a:lnTo>
                    <a:pt x="547817" y="3152827"/>
                  </a:lnTo>
                  <a:lnTo>
                    <a:pt x="539901" y="3152437"/>
                  </a:lnTo>
                  <a:lnTo>
                    <a:pt x="538736" y="3152385"/>
                  </a:lnTo>
                  <a:lnTo>
                    <a:pt x="0" y="315238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28" name="pl828"/>
            <p:cNvSpPr/>
            <p:nvPr/>
          </p:nvSpPr>
          <p:spPr>
            <a:xfrm>
              <a:off x="546595" y="946460"/>
              <a:ext cx="8234974" cy="4916414"/>
            </a:xfrm>
            <a:custGeom>
              <a:avLst/>
              <a:pathLst>
                <a:path w="8234974" h="4916414">
                  <a:moveTo>
                    <a:pt x="0" y="3152385"/>
                  </a:moveTo>
                  <a:lnTo>
                    <a:pt x="538736" y="3152385"/>
                  </a:lnTo>
                  <a:lnTo>
                    <a:pt x="539983" y="3152441"/>
                  </a:lnTo>
                  <a:lnTo>
                    <a:pt x="548123" y="3152842"/>
                  </a:lnTo>
                  <a:lnTo>
                    <a:pt x="568447" y="3153952"/>
                  </a:lnTo>
                  <a:lnTo>
                    <a:pt x="604285" y="3156131"/>
                  </a:lnTo>
                  <a:lnTo>
                    <a:pt x="656693" y="3159694"/>
                  </a:lnTo>
                  <a:lnTo>
                    <a:pt x="724416" y="3164877"/>
                  </a:lnTo>
                  <a:lnTo>
                    <a:pt x="804311" y="3171808"/>
                  </a:lnTo>
                  <a:lnTo>
                    <a:pt x="892146" y="3180523"/>
                  </a:lnTo>
                  <a:lnTo>
                    <a:pt x="983505" y="3190998"/>
                  </a:lnTo>
                  <a:lnTo>
                    <a:pt x="1074520" y="3203190"/>
                  </a:lnTo>
                  <a:lnTo>
                    <a:pt x="1162281" y="3217081"/>
                  </a:lnTo>
                  <a:lnTo>
                    <a:pt x="1244939" y="3232708"/>
                  </a:lnTo>
                  <a:lnTo>
                    <a:pt x="1321590" y="3250179"/>
                  </a:lnTo>
                  <a:lnTo>
                    <a:pt x="1392065" y="3269681"/>
                  </a:lnTo>
                  <a:lnTo>
                    <a:pt x="1456712" y="3291476"/>
                  </a:lnTo>
                  <a:lnTo>
                    <a:pt x="1516202" y="3315896"/>
                  </a:lnTo>
                  <a:lnTo>
                    <a:pt x="1571386" y="3343322"/>
                  </a:lnTo>
                  <a:lnTo>
                    <a:pt x="1623184" y="3374153"/>
                  </a:lnTo>
                  <a:lnTo>
                    <a:pt x="1672504" y="3408747"/>
                  </a:lnTo>
                  <a:lnTo>
                    <a:pt x="1719082" y="3446390"/>
                  </a:lnTo>
                  <a:lnTo>
                    <a:pt x="1760981" y="3484309"/>
                  </a:lnTo>
                  <a:lnTo>
                    <a:pt x="1802473" y="3525515"/>
                  </a:lnTo>
                  <a:lnTo>
                    <a:pt x="1843887" y="3570070"/>
                  </a:lnTo>
                  <a:lnTo>
                    <a:pt x="1885469" y="3617959"/>
                  </a:lnTo>
                  <a:lnTo>
                    <a:pt x="1927385" y="3669076"/>
                  </a:lnTo>
                  <a:lnTo>
                    <a:pt x="1969735" y="3723225"/>
                  </a:lnTo>
                  <a:lnTo>
                    <a:pt x="2012557" y="3780111"/>
                  </a:lnTo>
                  <a:lnTo>
                    <a:pt x="2055834" y="3839345"/>
                  </a:lnTo>
                  <a:lnTo>
                    <a:pt x="2099502" y="3900449"/>
                  </a:lnTo>
                  <a:lnTo>
                    <a:pt x="2143460" y="3962874"/>
                  </a:lnTo>
                  <a:lnTo>
                    <a:pt x="2187579" y="4026016"/>
                  </a:lnTo>
                  <a:lnTo>
                    <a:pt x="2231718" y="4089243"/>
                  </a:lnTo>
                  <a:lnTo>
                    <a:pt x="2275732" y="4151919"/>
                  </a:lnTo>
                  <a:lnTo>
                    <a:pt x="2319488" y="4213429"/>
                  </a:lnTo>
                  <a:lnTo>
                    <a:pt x="2362876" y="4273207"/>
                  </a:lnTo>
                  <a:lnTo>
                    <a:pt x="2405823" y="4330757"/>
                  </a:lnTo>
                  <a:lnTo>
                    <a:pt x="2448296" y="4385664"/>
                  </a:lnTo>
                  <a:lnTo>
                    <a:pt x="2490321" y="4437608"/>
                  </a:lnTo>
                  <a:lnTo>
                    <a:pt x="2531977" y="4486365"/>
                  </a:lnTo>
                  <a:lnTo>
                    <a:pt x="2573416" y="4531808"/>
                  </a:lnTo>
                  <a:lnTo>
                    <a:pt x="2614858" y="4573899"/>
                  </a:lnTo>
                  <a:lnTo>
                    <a:pt x="2656611" y="4612678"/>
                  </a:lnTo>
                  <a:lnTo>
                    <a:pt x="2667772" y="4622409"/>
                  </a:lnTo>
                  <a:lnTo>
                    <a:pt x="2715458" y="4660888"/>
                  </a:lnTo>
                  <a:lnTo>
                    <a:pt x="2764825" y="4695392"/>
                  </a:lnTo>
                  <a:lnTo>
                    <a:pt x="2816690" y="4726141"/>
                  </a:lnTo>
                  <a:lnTo>
                    <a:pt x="2871962" y="4753493"/>
                  </a:lnTo>
                  <a:lnTo>
                    <a:pt x="2931561" y="4777849"/>
                  </a:lnTo>
                  <a:lnTo>
                    <a:pt x="2996335" y="4799588"/>
                  </a:lnTo>
                  <a:lnTo>
                    <a:pt x="3066949" y="4819041"/>
                  </a:lnTo>
                  <a:lnTo>
                    <a:pt x="3143742" y="4836468"/>
                  </a:lnTo>
                  <a:lnTo>
                    <a:pt x="3226530" y="4852055"/>
                  </a:lnTo>
                  <a:lnTo>
                    <a:pt x="3314391" y="4865907"/>
                  </a:lnTo>
                  <a:lnTo>
                    <a:pt x="3405449" y="4878059"/>
                  </a:lnTo>
                  <a:lnTo>
                    <a:pt x="3496774" y="4888494"/>
                  </a:lnTo>
                  <a:lnTo>
                    <a:pt x="3584478" y="4897169"/>
                  </a:lnTo>
                  <a:lnTo>
                    <a:pt x="3664139" y="4904060"/>
                  </a:lnTo>
                  <a:lnTo>
                    <a:pt x="3731541" y="4909203"/>
                  </a:lnTo>
                  <a:lnTo>
                    <a:pt x="3783575" y="4912732"/>
                  </a:lnTo>
                  <a:lnTo>
                    <a:pt x="3819037" y="4914882"/>
                  </a:lnTo>
                  <a:lnTo>
                    <a:pt x="3839037" y="4915972"/>
                  </a:lnTo>
                  <a:lnTo>
                    <a:pt x="3846954" y="4916361"/>
                  </a:lnTo>
                  <a:lnTo>
                    <a:pt x="3848118" y="4916414"/>
                  </a:lnTo>
                  <a:lnTo>
                    <a:pt x="4386855" y="4916414"/>
                  </a:lnTo>
                  <a:lnTo>
                    <a:pt x="4387710" y="4916308"/>
                  </a:lnTo>
                  <a:lnTo>
                    <a:pt x="4393337" y="4915550"/>
                  </a:lnTo>
                  <a:lnTo>
                    <a:pt x="4407562" y="4913455"/>
                  </a:lnTo>
                  <a:lnTo>
                    <a:pt x="4433082" y="4909330"/>
                  </a:lnTo>
                  <a:lnTo>
                    <a:pt x="4471292" y="4902527"/>
                  </a:lnTo>
                  <a:lnTo>
                    <a:pt x="4522172" y="4892507"/>
                  </a:lnTo>
                  <a:lnTo>
                    <a:pt x="4584376" y="4878893"/>
                  </a:lnTo>
                  <a:lnTo>
                    <a:pt x="4655534" y="4861479"/>
                  </a:lnTo>
                  <a:lnTo>
                    <a:pt x="4732710" y="4840216"/>
                  </a:lnTo>
                  <a:lnTo>
                    <a:pt x="4812880" y="4815151"/>
                  </a:lnTo>
                  <a:lnTo>
                    <a:pt x="4893328" y="4786368"/>
                  </a:lnTo>
                  <a:lnTo>
                    <a:pt x="4971884" y="4753921"/>
                  </a:lnTo>
                  <a:lnTo>
                    <a:pt x="5047015" y="4717786"/>
                  </a:lnTo>
                  <a:lnTo>
                    <a:pt x="5117800" y="4677830"/>
                  </a:lnTo>
                  <a:lnTo>
                    <a:pt x="5183834" y="4633793"/>
                  </a:lnTo>
                  <a:lnTo>
                    <a:pt x="5245110" y="4585283"/>
                  </a:lnTo>
                  <a:lnTo>
                    <a:pt x="5301903" y="4531783"/>
                  </a:lnTo>
                  <a:lnTo>
                    <a:pt x="5354675" y="4472664"/>
                  </a:lnTo>
                  <a:lnTo>
                    <a:pt x="5403998" y="4407206"/>
                  </a:lnTo>
                  <a:lnTo>
                    <a:pt x="5450495" y="4334652"/>
                  </a:lnTo>
                  <a:lnTo>
                    <a:pt x="5494794" y="4254272"/>
                  </a:lnTo>
                  <a:lnTo>
                    <a:pt x="5537488" y="4165497"/>
                  </a:lnTo>
                  <a:lnTo>
                    <a:pt x="5567201" y="4097011"/>
                  </a:lnTo>
                  <a:lnTo>
                    <a:pt x="5595148" y="4027691"/>
                  </a:lnTo>
                  <a:lnTo>
                    <a:pt x="5622857" y="3954355"/>
                  </a:lnTo>
                  <a:lnTo>
                    <a:pt x="5650440" y="3876922"/>
                  </a:lnTo>
                  <a:lnTo>
                    <a:pt x="5677991" y="3795353"/>
                  </a:lnTo>
                  <a:lnTo>
                    <a:pt x="5705585" y="3709646"/>
                  </a:lnTo>
                  <a:lnTo>
                    <a:pt x="5733282" y="3619851"/>
                  </a:lnTo>
                  <a:lnTo>
                    <a:pt x="5761129" y="3526064"/>
                  </a:lnTo>
                  <a:lnTo>
                    <a:pt x="5789157" y="3428433"/>
                  </a:lnTo>
                  <a:lnTo>
                    <a:pt x="5817387" y="3327159"/>
                  </a:lnTo>
                  <a:lnTo>
                    <a:pt x="5845827" y="3222497"/>
                  </a:lnTo>
                  <a:lnTo>
                    <a:pt x="5874474" y="3114754"/>
                  </a:lnTo>
                  <a:lnTo>
                    <a:pt x="5903317" y="3004286"/>
                  </a:lnTo>
                  <a:lnTo>
                    <a:pt x="5932334" y="2891496"/>
                  </a:lnTo>
                  <a:lnTo>
                    <a:pt x="5961498" y="2776827"/>
                  </a:lnTo>
                  <a:lnTo>
                    <a:pt x="5990773" y="2660755"/>
                  </a:lnTo>
                  <a:lnTo>
                    <a:pt x="6020122" y="2543781"/>
                  </a:lnTo>
                  <a:lnTo>
                    <a:pt x="6049502" y="2426423"/>
                  </a:lnTo>
                  <a:lnTo>
                    <a:pt x="6078870" y="2309209"/>
                  </a:lnTo>
                  <a:lnTo>
                    <a:pt x="6108184" y="2192660"/>
                  </a:lnTo>
                  <a:lnTo>
                    <a:pt x="6137403" y="2077286"/>
                  </a:lnTo>
                  <a:lnTo>
                    <a:pt x="6166491" y="1963577"/>
                  </a:lnTo>
                  <a:lnTo>
                    <a:pt x="6195417" y="1851993"/>
                  </a:lnTo>
                  <a:lnTo>
                    <a:pt x="6224156" y="1742953"/>
                  </a:lnTo>
                  <a:lnTo>
                    <a:pt x="6252692" y="1636837"/>
                  </a:lnTo>
                  <a:lnTo>
                    <a:pt x="6281018" y="1533975"/>
                  </a:lnTo>
                  <a:lnTo>
                    <a:pt x="6309137" y="1434646"/>
                  </a:lnTo>
                  <a:lnTo>
                    <a:pt x="6337064" y="1339074"/>
                  </a:lnTo>
                  <a:lnTo>
                    <a:pt x="6364824" y="1247434"/>
                  </a:lnTo>
                  <a:lnTo>
                    <a:pt x="6392459" y="1159844"/>
                  </a:lnTo>
                  <a:lnTo>
                    <a:pt x="6420021" y="1076375"/>
                  </a:lnTo>
                  <a:lnTo>
                    <a:pt x="6447580" y="997048"/>
                  </a:lnTo>
                  <a:lnTo>
                    <a:pt x="6475219" y="921842"/>
                  </a:lnTo>
                  <a:lnTo>
                    <a:pt x="6503041" y="850692"/>
                  </a:lnTo>
                  <a:lnTo>
                    <a:pt x="6515891" y="819402"/>
                  </a:lnTo>
                  <a:lnTo>
                    <a:pt x="6557760" y="724483"/>
                  </a:lnTo>
                  <a:lnTo>
                    <a:pt x="6600859" y="638167"/>
                  </a:lnTo>
                  <a:lnTo>
                    <a:pt x="6645728" y="560108"/>
                  </a:lnTo>
                  <a:lnTo>
                    <a:pt x="6692973" y="489674"/>
                  </a:lnTo>
                  <a:lnTo>
                    <a:pt x="6743226" y="426117"/>
                  </a:lnTo>
                  <a:lnTo>
                    <a:pt x="6797101" y="368686"/>
                  </a:lnTo>
                  <a:lnTo>
                    <a:pt x="6855143" y="316682"/>
                  </a:lnTo>
                  <a:lnTo>
                    <a:pt x="6917770" y="269507"/>
                  </a:lnTo>
                  <a:lnTo>
                    <a:pt x="6985188" y="226679"/>
                  </a:lnTo>
                  <a:lnTo>
                    <a:pt x="7057286" y="187844"/>
                  </a:lnTo>
                  <a:lnTo>
                    <a:pt x="7133523" y="152779"/>
                  </a:lnTo>
                  <a:lnTo>
                    <a:pt x="7212808" y="121384"/>
                  </a:lnTo>
                  <a:lnTo>
                    <a:pt x="7293426" y="93663"/>
                  </a:lnTo>
                  <a:lnTo>
                    <a:pt x="7373032" y="69685"/>
                  </a:lnTo>
                  <a:lnTo>
                    <a:pt x="7448791" y="49527"/>
                  </a:lnTo>
                  <a:lnTo>
                    <a:pt x="7517657" y="33219"/>
                  </a:lnTo>
                  <a:lnTo>
                    <a:pt x="7576807" y="20667"/>
                  </a:lnTo>
                  <a:lnTo>
                    <a:pt x="7624124" y="11620"/>
                  </a:lnTo>
                  <a:lnTo>
                    <a:pt x="7658621" y="5648"/>
                  </a:lnTo>
                  <a:lnTo>
                    <a:pt x="7680686" y="2177"/>
                  </a:lnTo>
                  <a:lnTo>
                    <a:pt x="7692107" y="539"/>
                  </a:lnTo>
                  <a:lnTo>
                    <a:pt x="7695924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9" name="pl829"/>
            <p:cNvSpPr/>
            <p:nvPr/>
          </p:nvSpPr>
          <p:spPr>
            <a:xfrm>
              <a:off x="546595" y="935571"/>
              <a:ext cx="8234974" cy="4916414"/>
            </a:xfrm>
            <a:custGeom>
              <a:avLst/>
              <a:pathLst>
                <a:path w="8234974" h="4916414">
                  <a:moveTo>
                    <a:pt x="8234974" y="0"/>
                  </a:move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72" y="4916358"/>
                  </a:lnTo>
                  <a:lnTo>
                    <a:pt x="3838732" y="4915956"/>
                  </a:lnTo>
                  <a:lnTo>
                    <a:pt x="3818407" y="4914846"/>
                  </a:lnTo>
                  <a:lnTo>
                    <a:pt x="3782569" y="4912668"/>
                  </a:lnTo>
                  <a:lnTo>
                    <a:pt x="3730162" y="4909104"/>
                  </a:lnTo>
                  <a:lnTo>
                    <a:pt x="3662439" y="4903922"/>
                  </a:lnTo>
                  <a:lnTo>
                    <a:pt x="3582543" y="4896991"/>
                  </a:lnTo>
                  <a:lnTo>
                    <a:pt x="3494708" y="4888275"/>
                  </a:lnTo>
                  <a:lnTo>
                    <a:pt x="3403349" y="4877800"/>
                  </a:lnTo>
                  <a:lnTo>
                    <a:pt x="3312335" y="4865609"/>
                  </a:lnTo>
                  <a:lnTo>
                    <a:pt x="3224574" y="4851717"/>
                  </a:lnTo>
                  <a:lnTo>
                    <a:pt x="3141915" y="4836090"/>
                  </a:lnTo>
                  <a:lnTo>
                    <a:pt x="3065265" y="4818619"/>
                  </a:lnTo>
                  <a:lnTo>
                    <a:pt x="2994789" y="4799117"/>
                  </a:lnTo>
                  <a:lnTo>
                    <a:pt x="2930142" y="4777322"/>
                  </a:lnTo>
                  <a:lnTo>
                    <a:pt x="2870652" y="4752903"/>
                  </a:lnTo>
                  <a:lnTo>
                    <a:pt x="2815469" y="4725477"/>
                  </a:lnTo>
                  <a:lnTo>
                    <a:pt x="2763671" y="4694646"/>
                  </a:lnTo>
                  <a:lnTo>
                    <a:pt x="2714351" y="4660052"/>
                  </a:lnTo>
                  <a:lnTo>
                    <a:pt x="2667772" y="4622409"/>
                  </a:lnTo>
                  <a:lnTo>
                    <a:pt x="2625873" y="4584490"/>
                  </a:lnTo>
                  <a:lnTo>
                    <a:pt x="2584382" y="4543284"/>
                  </a:lnTo>
                  <a:lnTo>
                    <a:pt x="2542968" y="4498728"/>
                  </a:lnTo>
                  <a:lnTo>
                    <a:pt x="2501386" y="4450840"/>
                  </a:lnTo>
                  <a:lnTo>
                    <a:pt x="2459470" y="4399723"/>
                  </a:lnTo>
                  <a:lnTo>
                    <a:pt x="2417120" y="4345574"/>
                  </a:lnTo>
                  <a:lnTo>
                    <a:pt x="2374298" y="4288687"/>
                  </a:lnTo>
                  <a:lnTo>
                    <a:pt x="2331021" y="4229454"/>
                  </a:lnTo>
                  <a:lnTo>
                    <a:pt x="2287353" y="4168350"/>
                  </a:lnTo>
                  <a:lnTo>
                    <a:pt x="2243395" y="4105925"/>
                  </a:lnTo>
                  <a:lnTo>
                    <a:pt x="2199275" y="4042783"/>
                  </a:lnTo>
                  <a:lnTo>
                    <a:pt x="2155137" y="3979555"/>
                  </a:lnTo>
                  <a:lnTo>
                    <a:pt x="2111123" y="3916880"/>
                  </a:lnTo>
                  <a:lnTo>
                    <a:pt x="2067367" y="3855370"/>
                  </a:lnTo>
                  <a:lnTo>
                    <a:pt x="2023978" y="3795591"/>
                  </a:lnTo>
                  <a:lnTo>
                    <a:pt x="1981032" y="3738042"/>
                  </a:lnTo>
                  <a:lnTo>
                    <a:pt x="1938558" y="3683135"/>
                  </a:lnTo>
                  <a:lnTo>
                    <a:pt x="1896534" y="3631191"/>
                  </a:lnTo>
                  <a:lnTo>
                    <a:pt x="1854877" y="3582434"/>
                  </a:lnTo>
                  <a:lnTo>
                    <a:pt x="1813439" y="3536991"/>
                  </a:lnTo>
                  <a:lnTo>
                    <a:pt x="1771997" y="3494900"/>
                  </a:lnTo>
                  <a:lnTo>
                    <a:pt x="1730243" y="3456120"/>
                  </a:lnTo>
                  <a:lnTo>
                    <a:pt x="1719082" y="3446390"/>
                  </a:lnTo>
                  <a:lnTo>
                    <a:pt x="1671397" y="3407911"/>
                  </a:lnTo>
                  <a:lnTo>
                    <a:pt x="1622029" y="3373406"/>
                  </a:lnTo>
                  <a:lnTo>
                    <a:pt x="1570164" y="3342658"/>
                  </a:lnTo>
                  <a:lnTo>
                    <a:pt x="1514892" y="3315305"/>
                  </a:lnTo>
                  <a:lnTo>
                    <a:pt x="1455294" y="3290950"/>
                  </a:lnTo>
                  <a:lnTo>
                    <a:pt x="1390520" y="3269210"/>
                  </a:lnTo>
                  <a:lnTo>
                    <a:pt x="1319905" y="3249758"/>
                  </a:lnTo>
                  <a:lnTo>
                    <a:pt x="1243113" y="3232330"/>
                  </a:lnTo>
                  <a:lnTo>
                    <a:pt x="1160324" y="3216744"/>
                  </a:lnTo>
                  <a:lnTo>
                    <a:pt x="1072464" y="3202892"/>
                  </a:lnTo>
                  <a:lnTo>
                    <a:pt x="981405" y="3190739"/>
                  </a:lnTo>
                  <a:lnTo>
                    <a:pt x="890081" y="3180304"/>
                  </a:lnTo>
                  <a:lnTo>
                    <a:pt x="802377" y="3171629"/>
                  </a:lnTo>
                  <a:lnTo>
                    <a:pt x="722715" y="3164739"/>
                  </a:lnTo>
                  <a:lnTo>
                    <a:pt x="655313" y="3159596"/>
                  </a:lnTo>
                  <a:lnTo>
                    <a:pt x="603279" y="3156067"/>
                  </a:lnTo>
                  <a:lnTo>
                    <a:pt x="567817" y="3153916"/>
                  </a:lnTo>
                  <a:lnTo>
                    <a:pt x="547817" y="3152827"/>
                  </a:lnTo>
                  <a:lnTo>
                    <a:pt x="539901" y="3152437"/>
                  </a:lnTo>
                  <a:lnTo>
                    <a:pt x="538736" y="3152385"/>
                  </a:lnTo>
                  <a:lnTo>
                    <a:pt x="0" y="3152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0" name="pg830"/>
            <p:cNvSpPr/>
            <p:nvPr/>
          </p:nvSpPr>
          <p:spPr>
            <a:xfrm>
              <a:off x="546595" y="1327577"/>
              <a:ext cx="8234974" cy="4562519"/>
            </a:xfrm>
            <a:custGeom>
              <a:avLst/>
              <a:pathLst>
                <a:path w="8234974" h="4562519">
                  <a:moveTo>
                    <a:pt x="0" y="2776712"/>
                  </a:moveTo>
                  <a:lnTo>
                    <a:pt x="538736" y="2776712"/>
                  </a:lnTo>
                  <a:lnTo>
                    <a:pt x="539981" y="2776769"/>
                  </a:lnTo>
                  <a:lnTo>
                    <a:pt x="548113" y="2777175"/>
                  </a:lnTo>
                  <a:lnTo>
                    <a:pt x="568417" y="2778297"/>
                  </a:lnTo>
                  <a:lnTo>
                    <a:pt x="604221" y="2780500"/>
                  </a:lnTo>
                  <a:lnTo>
                    <a:pt x="656583" y="2784104"/>
                  </a:lnTo>
                  <a:lnTo>
                    <a:pt x="724254" y="2789345"/>
                  </a:lnTo>
                  <a:lnTo>
                    <a:pt x="804097" y="2796355"/>
                  </a:lnTo>
                  <a:lnTo>
                    <a:pt x="891885" y="2805170"/>
                  </a:lnTo>
                  <a:lnTo>
                    <a:pt x="983206" y="2815765"/>
                  </a:lnTo>
                  <a:lnTo>
                    <a:pt x="1074194" y="2828097"/>
                  </a:lnTo>
                  <a:lnTo>
                    <a:pt x="1161940" y="2842148"/>
                  </a:lnTo>
                  <a:lnTo>
                    <a:pt x="1244592" y="2857954"/>
                  </a:lnTo>
                  <a:lnTo>
                    <a:pt x="1321243" y="2875626"/>
                  </a:lnTo>
                  <a:lnTo>
                    <a:pt x="1391723" y="2895351"/>
                  </a:lnTo>
                  <a:lnTo>
                    <a:pt x="1456376" y="2917394"/>
                  </a:lnTo>
                  <a:lnTo>
                    <a:pt x="1515871" y="2942090"/>
                  </a:lnTo>
                  <a:lnTo>
                    <a:pt x="1571057" y="2969825"/>
                  </a:lnTo>
                  <a:lnTo>
                    <a:pt x="1622855" y="3001002"/>
                  </a:lnTo>
                  <a:lnTo>
                    <a:pt x="1672171" y="3035984"/>
                  </a:lnTo>
                  <a:lnTo>
                    <a:pt x="1719082" y="3074346"/>
                  </a:lnTo>
                  <a:lnTo>
                    <a:pt x="1760826" y="3112585"/>
                  </a:lnTo>
                  <a:lnTo>
                    <a:pt x="1802164" y="3154125"/>
                  </a:lnTo>
                  <a:lnTo>
                    <a:pt x="1843423" y="3199031"/>
                  </a:lnTo>
                  <a:lnTo>
                    <a:pt x="1884846" y="3247286"/>
                  </a:lnTo>
                  <a:lnTo>
                    <a:pt x="1926600" y="3298789"/>
                  </a:lnTo>
                  <a:lnTo>
                    <a:pt x="1968783" y="3353342"/>
                  </a:lnTo>
                  <a:lnTo>
                    <a:pt x="2011434" y="3410653"/>
                  </a:lnTo>
                  <a:lnTo>
                    <a:pt x="2054537" y="3470335"/>
                  </a:lnTo>
                  <a:lnTo>
                    <a:pt x="2098032" y="3531911"/>
                  </a:lnTo>
                  <a:lnTo>
                    <a:pt x="2141817" y="3594834"/>
                  </a:lnTo>
                  <a:lnTo>
                    <a:pt x="2185769" y="3658502"/>
                  </a:lnTo>
                  <a:lnTo>
                    <a:pt x="2229745" y="3722281"/>
                  </a:lnTo>
                  <a:lnTo>
                    <a:pt x="2273604" y="3785534"/>
                  </a:lnTo>
                  <a:lnTo>
                    <a:pt x="2317213" y="3847644"/>
                  </a:lnTo>
                  <a:lnTo>
                    <a:pt x="2360461" y="3908043"/>
                  </a:lnTo>
                  <a:lnTo>
                    <a:pt x="2403274" y="3966229"/>
                  </a:lnTo>
                  <a:lnTo>
                    <a:pt x="2445619" y="4021780"/>
                  </a:lnTo>
                  <a:lnTo>
                    <a:pt x="2487514" y="4074372"/>
                  </a:lnTo>
                  <a:lnTo>
                    <a:pt x="2529037" y="4123775"/>
                  </a:lnTo>
                  <a:lnTo>
                    <a:pt x="2570329" y="4169853"/>
                  </a:lnTo>
                  <a:lnTo>
                    <a:pt x="2611607" y="4212562"/>
                  </a:lnTo>
                  <a:lnTo>
                    <a:pt x="2653167" y="4251938"/>
                  </a:lnTo>
                  <a:lnTo>
                    <a:pt x="2667772" y="4264885"/>
                  </a:lnTo>
                  <a:lnTo>
                    <a:pt x="2715440" y="4303825"/>
                  </a:lnTo>
                  <a:lnTo>
                    <a:pt x="2764789" y="4338745"/>
                  </a:lnTo>
                  <a:lnTo>
                    <a:pt x="2816632" y="4369865"/>
                  </a:lnTo>
                  <a:lnTo>
                    <a:pt x="2871879" y="4397550"/>
                  </a:lnTo>
                  <a:lnTo>
                    <a:pt x="2931449" y="4422201"/>
                  </a:lnTo>
                  <a:lnTo>
                    <a:pt x="2996188" y="4444206"/>
                  </a:lnTo>
                  <a:lnTo>
                    <a:pt x="3066762" y="4463897"/>
                  </a:lnTo>
                  <a:lnTo>
                    <a:pt x="3143510" y="4481538"/>
                  </a:lnTo>
                  <a:lnTo>
                    <a:pt x="3226251" y="4497317"/>
                  </a:lnTo>
                  <a:lnTo>
                    <a:pt x="3314065" y="4511341"/>
                  </a:lnTo>
                  <a:lnTo>
                    <a:pt x="3405083" y="4523646"/>
                  </a:lnTo>
                  <a:lnTo>
                    <a:pt x="3496381" y="4534213"/>
                  </a:lnTo>
                  <a:lnTo>
                    <a:pt x="3584080" y="4543000"/>
                  </a:lnTo>
                  <a:lnTo>
                    <a:pt x="3663763" y="4549982"/>
                  </a:lnTo>
                  <a:lnTo>
                    <a:pt x="3731214" y="4555196"/>
                  </a:lnTo>
                  <a:lnTo>
                    <a:pt x="3783321" y="4558776"/>
                  </a:lnTo>
                  <a:lnTo>
                    <a:pt x="3818868" y="4560959"/>
                  </a:lnTo>
                  <a:lnTo>
                    <a:pt x="3838951" y="4562067"/>
                  </a:lnTo>
                  <a:lnTo>
                    <a:pt x="3846930" y="4562465"/>
                  </a:lnTo>
                  <a:lnTo>
                    <a:pt x="3848118" y="4562519"/>
                  </a:lnTo>
                  <a:lnTo>
                    <a:pt x="4386855" y="4562519"/>
                  </a:lnTo>
                  <a:lnTo>
                    <a:pt x="4387738" y="4562417"/>
                  </a:lnTo>
                  <a:lnTo>
                    <a:pt x="4393551" y="4561690"/>
                  </a:lnTo>
                  <a:lnTo>
                    <a:pt x="4408228" y="4559682"/>
                  </a:lnTo>
                  <a:lnTo>
                    <a:pt x="4434526" y="4555727"/>
                  </a:lnTo>
                  <a:lnTo>
                    <a:pt x="4473828" y="4549207"/>
                  </a:lnTo>
                  <a:lnTo>
                    <a:pt x="4526042" y="4539615"/>
                  </a:lnTo>
                  <a:lnTo>
                    <a:pt x="4589698" y="4526597"/>
                  </a:lnTo>
                  <a:lnTo>
                    <a:pt x="4662288" y="4509970"/>
                  </a:lnTo>
                  <a:lnTo>
                    <a:pt x="4740750" y="4489694"/>
                  </a:lnTo>
                  <a:lnTo>
                    <a:pt x="4821974" y="4465823"/>
                  </a:lnTo>
                  <a:lnTo>
                    <a:pt x="4903202" y="4438436"/>
                  </a:lnTo>
                  <a:lnTo>
                    <a:pt x="4982266" y="4407577"/>
                  </a:lnTo>
                  <a:lnTo>
                    <a:pt x="5057667" y="4373211"/>
                  </a:lnTo>
                  <a:lnTo>
                    <a:pt x="5128534" y="4335195"/>
                  </a:lnTo>
                  <a:lnTo>
                    <a:pt x="5194517" y="4293260"/>
                  </a:lnTo>
                  <a:lnTo>
                    <a:pt x="5255665" y="4247010"/>
                  </a:lnTo>
                  <a:lnTo>
                    <a:pt x="5312303" y="4195930"/>
                  </a:lnTo>
                  <a:lnTo>
                    <a:pt x="5364935" y="4139398"/>
                  </a:lnTo>
                  <a:lnTo>
                    <a:pt x="5414166" y="4076713"/>
                  </a:lnTo>
                  <a:lnTo>
                    <a:pt x="5460645" y="4007148"/>
                  </a:lnTo>
                  <a:lnTo>
                    <a:pt x="5505018" y="3930025"/>
                  </a:lnTo>
                  <a:lnTo>
                    <a:pt x="5547882" y="3844857"/>
                  </a:lnTo>
                  <a:lnTo>
                    <a:pt x="5567201" y="3803007"/>
                  </a:lnTo>
                  <a:lnTo>
                    <a:pt x="5596132" y="3736410"/>
                  </a:lnTo>
                  <a:lnTo>
                    <a:pt x="5624813" y="3665819"/>
                  </a:lnTo>
                  <a:lnTo>
                    <a:pt x="5653367" y="3591154"/>
                  </a:lnTo>
                  <a:lnTo>
                    <a:pt x="5681896" y="3512375"/>
                  </a:lnTo>
                  <a:lnTo>
                    <a:pt x="5710480" y="3429490"/>
                  </a:lnTo>
                  <a:lnTo>
                    <a:pt x="5739186" y="3342556"/>
                  </a:lnTo>
                  <a:lnTo>
                    <a:pt x="5768059" y="3251682"/>
                  </a:lnTo>
                  <a:lnTo>
                    <a:pt x="5797134" y="3157033"/>
                  </a:lnTo>
                  <a:lnTo>
                    <a:pt x="5826429" y="3058830"/>
                  </a:lnTo>
                  <a:lnTo>
                    <a:pt x="5855949" y="2957353"/>
                  </a:lnTo>
                  <a:lnTo>
                    <a:pt x="5885688" y="2852935"/>
                  </a:lnTo>
                  <a:lnTo>
                    <a:pt x="5915629" y="2745960"/>
                  </a:lnTo>
                  <a:lnTo>
                    <a:pt x="5945745" y="2636860"/>
                  </a:lnTo>
                  <a:lnTo>
                    <a:pt x="5976001" y="2526106"/>
                  </a:lnTo>
                  <a:lnTo>
                    <a:pt x="6006357" y="2414203"/>
                  </a:lnTo>
                  <a:lnTo>
                    <a:pt x="6036768" y="2301676"/>
                  </a:lnTo>
                  <a:lnTo>
                    <a:pt x="6067186" y="2189065"/>
                  </a:lnTo>
                  <a:lnTo>
                    <a:pt x="6097565" y="2076908"/>
                  </a:lnTo>
                  <a:lnTo>
                    <a:pt x="6127857" y="1965738"/>
                  </a:lnTo>
                  <a:lnTo>
                    <a:pt x="6158021" y="1856066"/>
                  </a:lnTo>
                  <a:lnTo>
                    <a:pt x="6188020" y="1748375"/>
                  </a:lnTo>
                  <a:lnTo>
                    <a:pt x="6217825" y="1643110"/>
                  </a:lnTo>
                  <a:lnTo>
                    <a:pt x="6247415" y="1540671"/>
                  </a:lnTo>
                  <a:lnTo>
                    <a:pt x="6276781" y="1441407"/>
                  </a:lnTo>
                  <a:lnTo>
                    <a:pt x="6305923" y="1345615"/>
                  </a:lnTo>
                  <a:lnTo>
                    <a:pt x="6334857" y="1253535"/>
                  </a:lnTo>
                  <a:lnTo>
                    <a:pt x="6363611" y="1165348"/>
                  </a:lnTo>
                  <a:lnTo>
                    <a:pt x="6392227" y="1081183"/>
                  </a:lnTo>
                  <a:lnTo>
                    <a:pt x="6420765" y="1001112"/>
                  </a:lnTo>
                  <a:lnTo>
                    <a:pt x="6449301" y="925156"/>
                  </a:lnTo>
                  <a:lnTo>
                    <a:pt x="6477930" y="853292"/>
                  </a:lnTo>
                  <a:lnTo>
                    <a:pt x="6506768" y="785452"/>
                  </a:lnTo>
                  <a:lnTo>
                    <a:pt x="6515891" y="764957"/>
                  </a:lnTo>
                  <a:lnTo>
                    <a:pt x="6558238" y="676030"/>
                  </a:lnTo>
                  <a:lnTo>
                    <a:pt x="6601848" y="595255"/>
                  </a:lnTo>
                  <a:lnTo>
                    <a:pt x="6647282" y="522296"/>
                  </a:lnTo>
                  <a:lnTo>
                    <a:pt x="6695168" y="456542"/>
                  </a:lnTo>
                  <a:lnTo>
                    <a:pt x="6746159" y="397274"/>
                  </a:lnTo>
                  <a:lnTo>
                    <a:pt x="6800887" y="343773"/>
                  </a:lnTo>
                  <a:lnTo>
                    <a:pt x="6859911" y="295376"/>
                  </a:lnTo>
                  <a:lnTo>
                    <a:pt x="6923649" y="251517"/>
                  </a:lnTo>
                  <a:lnTo>
                    <a:pt x="6992289" y="211742"/>
                  </a:lnTo>
                  <a:lnTo>
                    <a:pt x="7065682" y="175726"/>
                  </a:lnTo>
                  <a:lnTo>
                    <a:pt x="7143210" y="143267"/>
                  </a:lnTo>
                  <a:lnTo>
                    <a:pt x="7223674" y="114284"/>
                  </a:lnTo>
                  <a:lnTo>
                    <a:pt x="7305210" y="88789"/>
                  </a:lnTo>
                  <a:lnTo>
                    <a:pt x="7385313" y="66852"/>
                  </a:lnTo>
                  <a:lnTo>
                    <a:pt x="7460994" y="48548"/>
                  </a:lnTo>
                  <a:lnTo>
                    <a:pt x="7529109" y="33886"/>
                  </a:lnTo>
                  <a:lnTo>
                    <a:pt x="7586832" y="22754"/>
                  </a:lnTo>
                  <a:lnTo>
                    <a:pt x="7632163" y="14878"/>
                  </a:lnTo>
                  <a:lnTo>
                    <a:pt x="7664349" y="9817"/>
                  </a:lnTo>
                  <a:lnTo>
                    <a:pt x="7684099" y="6995"/>
                  </a:lnTo>
                  <a:lnTo>
                    <a:pt x="7693560" y="576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54" y="101"/>
                  </a:lnTo>
                  <a:lnTo>
                    <a:pt x="7689541" y="828"/>
                  </a:lnTo>
                  <a:lnTo>
                    <a:pt x="7674864" y="2837"/>
                  </a:lnTo>
                  <a:lnTo>
                    <a:pt x="7648567" y="6792"/>
                  </a:lnTo>
                  <a:lnTo>
                    <a:pt x="7609264" y="13312"/>
                  </a:lnTo>
                  <a:lnTo>
                    <a:pt x="7557051" y="22904"/>
                  </a:lnTo>
                  <a:lnTo>
                    <a:pt x="7493395" y="35922"/>
                  </a:lnTo>
                  <a:lnTo>
                    <a:pt x="7420805" y="52549"/>
                  </a:lnTo>
                  <a:lnTo>
                    <a:pt x="7342342" y="72824"/>
                  </a:lnTo>
                  <a:lnTo>
                    <a:pt x="7261118" y="96695"/>
                  </a:lnTo>
                  <a:lnTo>
                    <a:pt x="7179891" y="124083"/>
                  </a:lnTo>
                  <a:lnTo>
                    <a:pt x="7100827" y="154942"/>
                  </a:lnTo>
                  <a:lnTo>
                    <a:pt x="7025425" y="189307"/>
                  </a:lnTo>
                  <a:lnTo>
                    <a:pt x="6954559" y="227323"/>
                  </a:lnTo>
                  <a:lnTo>
                    <a:pt x="6888575" y="269259"/>
                  </a:lnTo>
                  <a:lnTo>
                    <a:pt x="6827427" y="315508"/>
                  </a:lnTo>
                  <a:lnTo>
                    <a:pt x="6770789" y="366589"/>
                  </a:lnTo>
                  <a:lnTo>
                    <a:pt x="6718158" y="423121"/>
                  </a:lnTo>
                  <a:lnTo>
                    <a:pt x="6668927" y="485806"/>
                  </a:lnTo>
                  <a:lnTo>
                    <a:pt x="6622448" y="555371"/>
                  </a:lnTo>
                  <a:lnTo>
                    <a:pt x="6578075" y="632494"/>
                  </a:lnTo>
                  <a:lnTo>
                    <a:pt x="6535210" y="717662"/>
                  </a:lnTo>
                  <a:lnTo>
                    <a:pt x="6515891" y="759512"/>
                  </a:lnTo>
                  <a:lnTo>
                    <a:pt x="6486960" y="826109"/>
                  </a:lnTo>
                  <a:lnTo>
                    <a:pt x="6458279" y="896700"/>
                  </a:lnTo>
                  <a:lnTo>
                    <a:pt x="6429725" y="971365"/>
                  </a:lnTo>
                  <a:lnTo>
                    <a:pt x="6401197" y="1050144"/>
                  </a:lnTo>
                  <a:lnTo>
                    <a:pt x="6372612" y="1133028"/>
                  </a:lnTo>
                  <a:lnTo>
                    <a:pt x="6343907" y="1219963"/>
                  </a:lnTo>
                  <a:lnTo>
                    <a:pt x="6315033" y="1310837"/>
                  </a:lnTo>
                  <a:lnTo>
                    <a:pt x="6285959" y="1405486"/>
                  </a:lnTo>
                  <a:lnTo>
                    <a:pt x="6256664" y="1503688"/>
                  </a:lnTo>
                  <a:lnTo>
                    <a:pt x="6227144" y="1605165"/>
                  </a:lnTo>
                  <a:lnTo>
                    <a:pt x="6197405" y="1709584"/>
                  </a:lnTo>
                  <a:lnTo>
                    <a:pt x="6167464" y="1816559"/>
                  </a:lnTo>
                  <a:lnTo>
                    <a:pt x="6137348" y="1925659"/>
                  </a:lnTo>
                  <a:lnTo>
                    <a:pt x="6107092" y="2036412"/>
                  </a:lnTo>
                  <a:lnTo>
                    <a:pt x="6076735" y="2148315"/>
                  </a:lnTo>
                  <a:lnTo>
                    <a:pt x="6046324" y="2260842"/>
                  </a:lnTo>
                  <a:lnTo>
                    <a:pt x="6015906" y="2373454"/>
                  </a:lnTo>
                  <a:lnTo>
                    <a:pt x="5985528" y="2485610"/>
                  </a:lnTo>
                  <a:lnTo>
                    <a:pt x="5955235" y="2596780"/>
                  </a:lnTo>
                  <a:lnTo>
                    <a:pt x="5925071" y="2706452"/>
                  </a:lnTo>
                  <a:lnTo>
                    <a:pt x="5895072" y="2814143"/>
                  </a:lnTo>
                  <a:lnTo>
                    <a:pt x="5865267" y="2919409"/>
                  </a:lnTo>
                  <a:lnTo>
                    <a:pt x="5835677" y="3021848"/>
                  </a:lnTo>
                  <a:lnTo>
                    <a:pt x="5806312" y="3121112"/>
                  </a:lnTo>
                  <a:lnTo>
                    <a:pt x="5777169" y="3216904"/>
                  </a:lnTo>
                  <a:lnTo>
                    <a:pt x="5748235" y="3308984"/>
                  </a:lnTo>
                  <a:lnTo>
                    <a:pt x="5719482" y="3397170"/>
                  </a:lnTo>
                  <a:lnTo>
                    <a:pt x="5690865" y="3481336"/>
                  </a:lnTo>
                  <a:lnTo>
                    <a:pt x="5662327" y="3561407"/>
                  </a:lnTo>
                  <a:lnTo>
                    <a:pt x="5633791" y="3637362"/>
                  </a:lnTo>
                  <a:lnTo>
                    <a:pt x="5605162" y="3709226"/>
                  </a:lnTo>
                  <a:lnTo>
                    <a:pt x="5576324" y="3777067"/>
                  </a:lnTo>
                  <a:lnTo>
                    <a:pt x="5567201" y="3797562"/>
                  </a:lnTo>
                  <a:lnTo>
                    <a:pt x="5524855" y="3886489"/>
                  </a:lnTo>
                  <a:lnTo>
                    <a:pt x="5481244" y="3967263"/>
                  </a:lnTo>
                  <a:lnTo>
                    <a:pt x="5435810" y="4040223"/>
                  </a:lnTo>
                  <a:lnTo>
                    <a:pt x="5387925" y="4105977"/>
                  </a:lnTo>
                  <a:lnTo>
                    <a:pt x="5336934" y="4165244"/>
                  </a:lnTo>
                  <a:lnTo>
                    <a:pt x="5282206" y="4218745"/>
                  </a:lnTo>
                  <a:lnTo>
                    <a:pt x="5223182" y="4267142"/>
                  </a:lnTo>
                  <a:lnTo>
                    <a:pt x="5159444" y="4311002"/>
                  </a:lnTo>
                  <a:lnTo>
                    <a:pt x="5090803" y="4350777"/>
                  </a:lnTo>
                  <a:lnTo>
                    <a:pt x="5017410" y="4386793"/>
                  </a:lnTo>
                  <a:lnTo>
                    <a:pt x="4939882" y="4419252"/>
                  </a:lnTo>
                  <a:lnTo>
                    <a:pt x="4859419" y="4448235"/>
                  </a:lnTo>
                  <a:lnTo>
                    <a:pt x="4777883" y="4473730"/>
                  </a:lnTo>
                  <a:lnTo>
                    <a:pt x="4697780" y="4495666"/>
                  </a:lnTo>
                  <a:lnTo>
                    <a:pt x="4622099" y="4513971"/>
                  </a:lnTo>
                  <a:lnTo>
                    <a:pt x="4553983" y="4528633"/>
                  </a:lnTo>
                  <a:lnTo>
                    <a:pt x="4496260" y="4539765"/>
                  </a:lnTo>
                  <a:lnTo>
                    <a:pt x="4450930" y="4547641"/>
                  </a:lnTo>
                  <a:lnTo>
                    <a:pt x="4418744" y="4552702"/>
                  </a:lnTo>
                  <a:lnTo>
                    <a:pt x="4398994" y="4555523"/>
                  </a:lnTo>
                  <a:lnTo>
                    <a:pt x="4389532" y="4556756"/>
                  </a:lnTo>
                  <a:lnTo>
                    <a:pt x="4386855" y="4557075"/>
                  </a:lnTo>
                  <a:lnTo>
                    <a:pt x="3848118" y="4557075"/>
                  </a:lnTo>
                  <a:lnTo>
                    <a:pt x="3846873" y="4557018"/>
                  </a:lnTo>
                  <a:lnTo>
                    <a:pt x="3838741" y="4556612"/>
                  </a:lnTo>
                  <a:lnTo>
                    <a:pt x="3818437" y="4555490"/>
                  </a:lnTo>
                  <a:lnTo>
                    <a:pt x="3782633" y="4553287"/>
                  </a:lnTo>
                  <a:lnTo>
                    <a:pt x="3730271" y="4549683"/>
                  </a:lnTo>
                  <a:lnTo>
                    <a:pt x="3662601" y="4544442"/>
                  </a:lnTo>
                  <a:lnTo>
                    <a:pt x="3582758" y="4537432"/>
                  </a:lnTo>
                  <a:lnTo>
                    <a:pt x="3494970" y="4528617"/>
                  </a:lnTo>
                  <a:lnTo>
                    <a:pt x="3403649" y="4518022"/>
                  </a:lnTo>
                  <a:lnTo>
                    <a:pt x="3312660" y="4505690"/>
                  </a:lnTo>
                  <a:lnTo>
                    <a:pt x="3224914" y="4491639"/>
                  </a:lnTo>
                  <a:lnTo>
                    <a:pt x="3142262" y="4475832"/>
                  </a:lnTo>
                  <a:lnTo>
                    <a:pt x="3065611" y="4458161"/>
                  </a:lnTo>
                  <a:lnTo>
                    <a:pt x="2995132" y="4438436"/>
                  </a:lnTo>
                  <a:lnTo>
                    <a:pt x="2930479" y="4416393"/>
                  </a:lnTo>
                  <a:lnTo>
                    <a:pt x="2870984" y="4391696"/>
                  </a:lnTo>
                  <a:lnTo>
                    <a:pt x="2815798" y="4363962"/>
                  </a:lnTo>
                  <a:lnTo>
                    <a:pt x="2764000" y="4332784"/>
                  </a:lnTo>
                  <a:lnTo>
                    <a:pt x="2714684" y="4297802"/>
                  </a:lnTo>
                  <a:lnTo>
                    <a:pt x="2667772" y="4259440"/>
                  </a:lnTo>
                  <a:lnTo>
                    <a:pt x="2626028" y="4221202"/>
                  </a:lnTo>
                  <a:lnTo>
                    <a:pt x="2584691" y="4179661"/>
                  </a:lnTo>
                  <a:lnTo>
                    <a:pt x="2543431" y="4134755"/>
                  </a:lnTo>
                  <a:lnTo>
                    <a:pt x="2502008" y="4086500"/>
                  </a:lnTo>
                  <a:lnTo>
                    <a:pt x="2460255" y="4034998"/>
                  </a:lnTo>
                  <a:lnTo>
                    <a:pt x="2418072" y="3980444"/>
                  </a:lnTo>
                  <a:lnTo>
                    <a:pt x="2375421" y="3923133"/>
                  </a:lnTo>
                  <a:lnTo>
                    <a:pt x="2332317" y="3863452"/>
                  </a:lnTo>
                  <a:lnTo>
                    <a:pt x="2288823" y="3801876"/>
                  </a:lnTo>
                  <a:lnTo>
                    <a:pt x="2245037" y="3738952"/>
                  </a:lnTo>
                  <a:lnTo>
                    <a:pt x="2201086" y="3675285"/>
                  </a:lnTo>
                  <a:lnTo>
                    <a:pt x="2157109" y="3611506"/>
                  </a:lnTo>
                  <a:lnTo>
                    <a:pt x="2113250" y="3548253"/>
                  </a:lnTo>
                  <a:lnTo>
                    <a:pt x="2069642" y="3486142"/>
                  </a:lnTo>
                  <a:lnTo>
                    <a:pt x="2026393" y="3425743"/>
                  </a:lnTo>
                  <a:lnTo>
                    <a:pt x="1983580" y="3367558"/>
                  </a:lnTo>
                  <a:lnTo>
                    <a:pt x="1941236" y="3312006"/>
                  </a:lnTo>
                  <a:lnTo>
                    <a:pt x="1899341" y="3259414"/>
                  </a:lnTo>
                  <a:lnTo>
                    <a:pt x="1857818" y="3210012"/>
                  </a:lnTo>
                  <a:lnTo>
                    <a:pt x="1816525" y="3163934"/>
                  </a:lnTo>
                  <a:lnTo>
                    <a:pt x="1775247" y="3121225"/>
                  </a:lnTo>
                  <a:lnTo>
                    <a:pt x="1733688" y="3081848"/>
                  </a:lnTo>
                  <a:lnTo>
                    <a:pt x="1719082" y="3068902"/>
                  </a:lnTo>
                  <a:lnTo>
                    <a:pt x="1671414" y="3029962"/>
                  </a:lnTo>
                  <a:lnTo>
                    <a:pt x="1622066" y="2995042"/>
                  </a:lnTo>
                  <a:lnTo>
                    <a:pt x="1570222" y="2963921"/>
                  </a:lnTo>
                  <a:lnTo>
                    <a:pt x="1514976" y="2936237"/>
                  </a:lnTo>
                  <a:lnTo>
                    <a:pt x="1455406" y="2911585"/>
                  </a:lnTo>
                  <a:lnTo>
                    <a:pt x="1390667" y="2889581"/>
                  </a:lnTo>
                  <a:lnTo>
                    <a:pt x="1320092" y="2869890"/>
                  </a:lnTo>
                  <a:lnTo>
                    <a:pt x="1243344" y="2852248"/>
                  </a:lnTo>
                  <a:lnTo>
                    <a:pt x="1160604" y="2836470"/>
                  </a:lnTo>
                  <a:lnTo>
                    <a:pt x="1072790" y="2822446"/>
                  </a:lnTo>
                  <a:lnTo>
                    <a:pt x="981771" y="2810141"/>
                  </a:lnTo>
                  <a:lnTo>
                    <a:pt x="890473" y="2799574"/>
                  </a:lnTo>
                  <a:lnTo>
                    <a:pt x="802775" y="2790787"/>
                  </a:lnTo>
                  <a:lnTo>
                    <a:pt x="723092" y="2783805"/>
                  </a:lnTo>
                  <a:lnTo>
                    <a:pt x="655640" y="2778591"/>
                  </a:lnTo>
                  <a:lnTo>
                    <a:pt x="603533" y="2775011"/>
                  </a:lnTo>
                  <a:lnTo>
                    <a:pt x="567986" y="2772828"/>
                  </a:lnTo>
                  <a:lnTo>
                    <a:pt x="547904" y="2771719"/>
                  </a:lnTo>
                  <a:lnTo>
                    <a:pt x="539925" y="2771322"/>
                  </a:lnTo>
                  <a:lnTo>
                    <a:pt x="538736" y="2771267"/>
                  </a:lnTo>
                  <a:lnTo>
                    <a:pt x="0" y="277126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31" name="pl831"/>
            <p:cNvSpPr/>
            <p:nvPr/>
          </p:nvSpPr>
          <p:spPr>
            <a:xfrm>
              <a:off x="546595" y="1333022"/>
              <a:ext cx="8234974" cy="4557075"/>
            </a:xfrm>
            <a:custGeom>
              <a:avLst/>
              <a:pathLst>
                <a:path w="8234974" h="4557075">
                  <a:moveTo>
                    <a:pt x="0" y="2771267"/>
                  </a:moveTo>
                  <a:lnTo>
                    <a:pt x="538736" y="2771267"/>
                  </a:lnTo>
                  <a:lnTo>
                    <a:pt x="539981" y="2771324"/>
                  </a:lnTo>
                  <a:lnTo>
                    <a:pt x="548113" y="2771730"/>
                  </a:lnTo>
                  <a:lnTo>
                    <a:pt x="568417" y="2772852"/>
                  </a:lnTo>
                  <a:lnTo>
                    <a:pt x="604221" y="2775056"/>
                  </a:lnTo>
                  <a:lnTo>
                    <a:pt x="656583" y="2778659"/>
                  </a:lnTo>
                  <a:lnTo>
                    <a:pt x="724254" y="2783900"/>
                  </a:lnTo>
                  <a:lnTo>
                    <a:pt x="804097" y="2790910"/>
                  </a:lnTo>
                  <a:lnTo>
                    <a:pt x="891885" y="2799725"/>
                  </a:lnTo>
                  <a:lnTo>
                    <a:pt x="983206" y="2810320"/>
                  </a:lnTo>
                  <a:lnTo>
                    <a:pt x="1074194" y="2822652"/>
                  </a:lnTo>
                  <a:lnTo>
                    <a:pt x="1161940" y="2836703"/>
                  </a:lnTo>
                  <a:lnTo>
                    <a:pt x="1244592" y="2852510"/>
                  </a:lnTo>
                  <a:lnTo>
                    <a:pt x="1321243" y="2870181"/>
                  </a:lnTo>
                  <a:lnTo>
                    <a:pt x="1391723" y="2889906"/>
                  </a:lnTo>
                  <a:lnTo>
                    <a:pt x="1456376" y="2911949"/>
                  </a:lnTo>
                  <a:lnTo>
                    <a:pt x="1515871" y="2936646"/>
                  </a:lnTo>
                  <a:lnTo>
                    <a:pt x="1571057" y="2964380"/>
                  </a:lnTo>
                  <a:lnTo>
                    <a:pt x="1622855" y="2995558"/>
                  </a:lnTo>
                  <a:lnTo>
                    <a:pt x="1672171" y="3030540"/>
                  </a:lnTo>
                  <a:lnTo>
                    <a:pt x="1719082" y="3068902"/>
                  </a:lnTo>
                  <a:lnTo>
                    <a:pt x="1760826" y="3107140"/>
                  </a:lnTo>
                  <a:lnTo>
                    <a:pt x="1802164" y="3148681"/>
                  </a:lnTo>
                  <a:lnTo>
                    <a:pt x="1843423" y="3193587"/>
                  </a:lnTo>
                  <a:lnTo>
                    <a:pt x="1884846" y="3241842"/>
                  </a:lnTo>
                  <a:lnTo>
                    <a:pt x="1926600" y="3293344"/>
                  </a:lnTo>
                  <a:lnTo>
                    <a:pt x="1968783" y="3347898"/>
                  </a:lnTo>
                  <a:lnTo>
                    <a:pt x="2011434" y="3405209"/>
                  </a:lnTo>
                  <a:lnTo>
                    <a:pt x="2054537" y="3464890"/>
                  </a:lnTo>
                  <a:lnTo>
                    <a:pt x="2098032" y="3526466"/>
                  </a:lnTo>
                  <a:lnTo>
                    <a:pt x="2141817" y="3589390"/>
                  </a:lnTo>
                  <a:lnTo>
                    <a:pt x="2185769" y="3653057"/>
                  </a:lnTo>
                  <a:lnTo>
                    <a:pt x="2229745" y="3716836"/>
                  </a:lnTo>
                  <a:lnTo>
                    <a:pt x="2273604" y="3780089"/>
                  </a:lnTo>
                  <a:lnTo>
                    <a:pt x="2317213" y="3842200"/>
                  </a:lnTo>
                  <a:lnTo>
                    <a:pt x="2360461" y="3902599"/>
                  </a:lnTo>
                  <a:lnTo>
                    <a:pt x="2403274" y="3960784"/>
                  </a:lnTo>
                  <a:lnTo>
                    <a:pt x="2445619" y="4016336"/>
                  </a:lnTo>
                  <a:lnTo>
                    <a:pt x="2487514" y="4068928"/>
                  </a:lnTo>
                  <a:lnTo>
                    <a:pt x="2529037" y="4118330"/>
                  </a:lnTo>
                  <a:lnTo>
                    <a:pt x="2570329" y="4164408"/>
                  </a:lnTo>
                  <a:lnTo>
                    <a:pt x="2611607" y="4207117"/>
                  </a:lnTo>
                  <a:lnTo>
                    <a:pt x="2653167" y="4246494"/>
                  </a:lnTo>
                  <a:lnTo>
                    <a:pt x="2667772" y="4259440"/>
                  </a:lnTo>
                  <a:lnTo>
                    <a:pt x="2715440" y="4298380"/>
                  </a:lnTo>
                  <a:lnTo>
                    <a:pt x="2764789" y="4333300"/>
                  </a:lnTo>
                  <a:lnTo>
                    <a:pt x="2816632" y="4364421"/>
                  </a:lnTo>
                  <a:lnTo>
                    <a:pt x="2871879" y="4392105"/>
                  </a:lnTo>
                  <a:lnTo>
                    <a:pt x="2931449" y="4416757"/>
                  </a:lnTo>
                  <a:lnTo>
                    <a:pt x="2996188" y="4438761"/>
                  </a:lnTo>
                  <a:lnTo>
                    <a:pt x="3066762" y="4458452"/>
                  </a:lnTo>
                  <a:lnTo>
                    <a:pt x="3143510" y="4476094"/>
                  </a:lnTo>
                  <a:lnTo>
                    <a:pt x="3226251" y="4491872"/>
                  </a:lnTo>
                  <a:lnTo>
                    <a:pt x="3314065" y="4505896"/>
                  </a:lnTo>
                  <a:lnTo>
                    <a:pt x="3405083" y="4518201"/>
                  </a:lnTo>
                  <a:lnTo>
                    <a:pt x="3496381" y="4528768"/>
                  </a:lnTo>
                  <a:lnTo>
                    <a:pt x="3584080" y="4537555"/>
                  </a:lnTo>
                  <a:lnTo>
                    <a:pt x="3663763" y="4544537"/>
                  </a:lnTo>
                  <a:lnTo>
                    <a:pt x="3731214" y="4549751"/>
                  </a:lnTo>
                  <a:lnTo>
                    <a:pt x="3783321" y="4553331"/>
                  </a:lnTo>
                  <a:lnTo>
                    <a:pt x="3818868" y="4555514"/>
                  </a:lnTo>
                  <a:lnTo>
                    <a:pt x="3838951" y="4556623"/>
                  </a:lnTo>
                  <a:lnTo>
                    <a:pt x="3846930" y="4557020"/>
                  </a:lnTo>
                  <a:lnTo>
                    <a:pt x="3848118" y="4557075"/>
                  </a:lnTo>
                  <a:lnTo>
                    <a:pt x="4386855" y="4557075"/>
                  </a:lnTo>
                  <a:lnTo>
                    <a:pt x="4387738" y="4556973"/>
                  </a:lnTo>
                  <a:lnTo>
                    <a:pt x="4393551" y="4556246"/>
                  </a:lnTo>
                  <a:lnTo>
                    <a:pt x="4408228" y="4554237"/>
                  </a:lnTo>
                  <a:lnTo>
                    <a:pt x="4434526" y="4550282"/>
                  </a:lnTo>
                  <a:lnTo>
                    <a:pt x="4473828" y="4543763"/>
                  </a:lnTo>
                  <a:lnTo>
                    <a:pt x="4526042" y="4534170"/>
                  </a:lnTo>
                  <a:lnTo>
                    <a:pt x="4589698" y="4521152"/>
                  </a:lnTo>
                  <a:lnTo>
                    <a:pt x="4662288" y="4504525"/>
                  </a:lnTo>
                  <a:lnTo>
                    <a:pt x="4740750" y="4484250"/>
                  </a:lnTo>
                  <a:lnTo>
                    <a:pt x="4821974" y="4460379"/>
                  </a:lnTo>
                  <a:lnTo>
                    <a:pt x="4903202" y="4432991"/>
                  </a:lnTo>
                  <a:lnTo>
                    <a:pt x="4982266" y="4402132"/>
                  </a:lnTo>
                  <a:lnTo>
                    <a:pt x="5057667" y="4367767"/>
                  </a:lnTo>
                  <a:lnTo>
                    <a:pt x="5128534" y="4329751"/>
                  </a:lnTo>
                  <a:lnTo>
                    <a:pt x="5194517" y="4287815"/>
                  </a:lnTo>
                  <a:lnTo>
                    <a:pt x="5255665" y="4241566"/>
                  </a:lnTo>
                  <a:lnTo>
                    <a:pt x="5312303" y="4190485"/>
                  </a:lnTo>
                  <a:lnTo>
                    <a:pt x="5364935" y="4133953"/>
                  </a:lnTo>
                  <a:lnTo>
                    <a:pt x="5414166" y="4071269"/>
                  </a:lnTo>
                  <a:lnTo>
                    <a:pt x="5460645" y="4001703"/>
                  </a:lnTo>
                  <a:lnTo>
                    <a:pt x="5505018" y="3924580"/>
                  </a:lnTo>
                  <a:lnTo>
                    <a:pt x="5547882" y="3839412"/>
                  </a:lnTo>
                  <a:lnTo>
                    <a:pt x="5567201" y="3797562"/>
                  </a:lnTo>
                  <a:lnTo>
                    <a:pt x="5596132" y="3730965"/>
                  </a:lnTo>
                  <a:lnTo>
                    <a:pt x="5624813" y="3660374"/>
                  </a:lnTo>
                  <a:lnTo>
                    <a:pt x="5653367" y="3585709"/>
                  </a:lnTo>
                  <a:lnTo>
                    <a:pt x="5681896" y="3506931"/>
                  </a:lnTo>
                  <a:lnTo>
                    <a:pt x="5710480" y="3424046"/>
                  </a:lnTo>
                  <a:lnTo>
                    <a:pt x="5739186" y="3337111"/>
                  </a:lnTo>
                  <a:lnTo>
                    <a:pt x="5768059" y="3246237"/>
                  </a:lnTo>
                  <a:lnTo>
                    <a:pt x="5797134" y="3151588"/>
                  </a:lnTo>
                  <a:lnTo>
                    <a:pt x="5826429" y="3053386"/>
                  </a:lnTo>
                  <a:lnTo>
                    <a:pt x="5855949" y="2951909"/>
                  </a:lnTo>
                  <a:lnTo>
                    <a:pt x="5885688" y="2847490"/>
                  </a:lnTo>
                  <a:lnTo>
                    <a:pt x="5915629" y="2740515"/>
                  </a:lnTo>
                  <a:lnTo>
                    <a:pt x="5945745" y="2631415"/>
                  </a:lnTo>
                  <a:lnTo>
                    <a:pt x="5976001" y="2520662"/>
                  </a:lnTo>
                  <a:lnTo>
                    <a:pt x="6006357" y="2408759"/>
                  </a:lnTo>
                  <a:lnTo>
                    <a:pt x="6036768" y="2296232"/>
                  </a:lnTo>
                  <a:lnTo>
                    <a:pt x="6067186" y="2183620"/>
                  </a:lnTo>
                  <a:lnTo>
                    <a:pt x="6097565" y="2071464"/>
                  </a:lnTo>
                  <a:lnTo>
                    <a:pt x="6127857" y="1960294"/>
                  </a:lnTo>
                  <a:lnTo>
                    <a:pt x="6158021" y="1850622"/>
                  </a:lnTo>
                  <a:lnTo>
                    <a:pt x="6188020" y="1742931"/>
                  </a:lnTo>
                  <a:lnTo>
                    <a:pt x="6217825" y="1637665"/>
                  </a:lnTo>
                  <a:lnTo>
                    <a:pt x="6247415" y="1535226"/>
                  </a:lnTo>
                  <a:lnTo>
                    <a:pt x="6276781" y="1435962"/>
                  </a:lnTo>
                  <a:lnTo>
                    <a:pt x="6305923" y="1340171"/>
                  </a:lnTo>
                  <a:lnTo>
                    <a:pt x="6334857" y="1248090"/>
                  </a:lnTo>
                  <a:lnTo>
                    <a:pt x="6363611" y="1159904"/>
                  </a:lnTo>
                  <a:lnTo>
                    <a:pt x="6392227" y="1075738"/>
                  </a:lnTo>
                  <a:lnTo>
                    <a:pt x="6420765" y="995667"/>
                  </a:lnTo>
                  <a:lnTo>
                    <a:pt x="6449301" y="919712"/>
                  </a:lnTo>
                  <a:lnTo>
                    <a:pt x="6477930" y="847848"/>
                  </a:lnTo>
                  <a:lnTo>
                    <a:pt x="6506768" y="780007"/>
                  </a:lnTo>
                  <a:lnTo>
                    <a:pt x="6515891" y="759512"/>
                  </a:lnTo>
                  <a:lnTo>
                    <a:pt x="6558238" y="670586"/>
                  </a:lnTo>
                  <a:lnTo>
                    <a:pt x="6601848" y="589811"/>
                  </a:lnTo>
                  <a:lnTo>
                    <a:pt x="6647282" y="516852"/>
                  </a:lnTo>
                  <a:lnTo>
                    <a:pt x="6695168" y="451097"/>
                  </a:lnTo>
                  <a:lnTo>
                    <a:pt x="6746159" y="391830"/>
                  </a:lnTo>
                  <a:lnTo>
                    <a:pt x="6800887" y="338329"/>
                  </a:lnTo>
                  <a:lnTo>
                    <a:pt x="6859911" y="289932"/>
                  </a:lnTo>
                  <a:lnTo>
                    <a:pt x="6923649" y="246072"/>
                  </a:lnTo>
                  <a:lnTo>
                    <a:pt x="6992289" y="206297"/>
                  </a:lnTo>
                  <a:lnTo>
                    <a:pt x="7065682" y="170281"/>
                  </a:lnTo>
                  <a:lnTo>
                    <a:pt x="7143210" y="137822"/>
                  </a:lnTo>
                  <a:lnTo>
                    <a:pt x="7223674" y="108839"/>
                  </a:lnTo>
                  <a:lnTo>
                    <a:pt x="7305210" y="83344"/>
                  </a:lnTo>
                  <a:lnTo>
                    <a:pt x="7385313" y="61408"/>
                  </a:lnTo>
                  <a:lnTo>
                    <a:pt x="7460994" y="43103"/>
                  </a:lnTo>
                  <a:lnTo>
                    <a:pt x="7529109" y="28441"/>
                  </a:lnTo>
                  <a:lnTo>
                    <a:pt x="7586832" y="17309"/>
                  </a:lnTo>
                  <a:lnTo>
                    <a:pt x="7632163" y="9433"/>
                  </a:lnTo>
                  <a:lnTo>
                    <a:pt x="7664349" y="4372"/>
                  </a:lnTo>
                  <a:lnTo>
                    <a:pt x="7684099" y="1551"/>
                  </a:lnTo>
                  <a:lnTo>
                    <a:pt x="7693560" y="319"/>
                  </a:lnTo>
                  <a:lnTo>
                    <a:pt x="7696149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2" name="pl832"/>
            <p:cNvSpPr/>
            <p:nvPr/>
          </p:nvSpPr>
          <p:spPr>
            <a:xfrm>
              <a:off x="546595" y="1327577"/>
              <a:ext cx="8234974" cy="4557075"/>
            </a:xfrm>
            <a:custGeom>
              <a:avLst/>
              <a:pathLst>
                <a:path w="8234974" h="4557075">
                  <a:moveTo>
                    <a:pt x="8234974" y="0"/>
                  </a:moveTo>
                  <a:lnTo>
                    <a:pt x="7696237" y="0"/>
                  </a:lnTo>
                  <a:lnTo>
                    <a:pt x="7695354" y="101"/>
                  </a:lnTo>
                  <a:lnTo>
                    <a:pt x="7689541" y="828"/>
                  </a:lnTo>
                  <a:lnTo>
                    <a:pt x="7674864" y="2837"/>
                  </a:lnTo>
                  <a:lnTo>
                    <a:pt x="7648567" y="6792"/>
                  </a:lnTo>
                  <a:lnTo>
                    <a:pt x="7609264" y="13312"/>
                  </a:lnTo>
                  <a:lnTo>
                    <a:pt x="7557051" y="22904"/>
                  </a:lnTo>
                  <a:lnTo>
                    <a:pt x="7493395" y="35922"/>
                  </a:lnTo>
                  <a:lnTo>
                    <a:pt x="7420805" y="52549"/>
                  </a:lnTo>
                  <a:lnTo>
                    <a:pt x="7342342" y="72824"/>
                  </a:lnTo>
                  <a:lnTo>
                    <a:pt x="7261118" y="96695"/>
                  </a:lnTo>
                  <a:lnTo>
                    <a:pt x="7179891" y="124083"/>
                  </a:lnTo>
                  <a:lnTo>
                    <a:pt x="7100827" y="154942"/>
                  </a:lnTo>
                  <a:lnTo>
                    <a:pt x="7025425" y="189307"/>
                  </a:lnTo>
                  <a:lnTo>
                    <a:pt x="6954559" y="227323"/>
                  </a:lnTo>
                  <a:lnTo>
                    <a:pt x="6888575" y="269259"/>
                  </a:lnTo>
                  <a:lnTo>
                    <a:pt x="6827427" y="315508"/>
                  </a:lnTo>
                  <a:lnTo>
                    <a:pt x="6770789" y="366589"/>
                  </a:lnTo>
                  <a:lnTo>
                    <a:pt x="6718158" y="423121"/>
                  </a:lnTo>
                  <a:lnTo>
                    <a:pt x="6668927" y="485806"/>
                  </a:lnTo>
                  <a:lnTo>
                    <a:pt x="6622448" y="555371"/>
                  </a:lnTo>
                  <a:lnTo>
                    <a:pt x="6578075" y="632494"/>
                  </a:lnTo>
                  <a:lnTo>
                    <a:pt x="6535210" y="717662"/>
                  </a:lnTo>
                  <a:lnTo>
                    <a:pt x="6515891" y="759512"/>
                  </a:lnTo>
                  <a:lnTo>
                    <a:pt x="6486960" y="826109"/>
                  </a:lnTo>
                  <a:lnTo>
                    <a:pt x="6458279" y="896700"/>
                  </a:lnTo>
                  <a:lnTo>
                    <a:pt x="6429725" y="971365"/>
                  </a:lnTo>
                  <a:lnTo>
                    <a:pt x="6401197" y="1050144"/>
                  </a:lnTo>
                  <a:lnTo>
                    <a:pt x="6372612" y="1133028"/>
                  </a:lnTo>
                  <a:lnTo>
                    <a:pt x="6343907" y="1219963"/>
                  </a:lnTo>
                  <a:lnTo>
                    <a:pt x="6315033" y="1310837"/>
                  </a:lnTo>
                  <a:lnTo>
                    <a:pt x="6285959" y="1405486"/>
                  </a:lnTo>
                  <a:lnTo>
                    <a:pt x="6256664" y="1503688"/>
                  </a:lnTo>
                  <a:lnTo>
                    <a:pt x="6227144" y="1605165"/>
                  </a:lnTo>
                  <a:lnTo>
                    <a:pt x="6197405" y="1709584"/>
                  </a:lnTo>
                  <a:lnTo>
                    <a:pt x="6167464" y="1816559"/>
                  </a:lnTo>
                  <a:lnTo>
                    <a:pt x="6137348" y="1925659"/>
                  </a:lnTo>
                  <a:lnTo>
                    <a:pt x="6107092" y="2036412"/>
                  </a:lnTo>
                  <a:lnTo>
                    <a:pt x="6076735" y="2148315"/>
                  </a:lnTo>
                  <a:lnTo>
                    <a:pt x="6046324" y="2260842"/>
                  </a:lnTo>
                  <a:lnTo>
                    <a:pt x="6015906" y="2373454"/>
                  </a:lnTo>
                  <a:lnTo>
                    <a:pt x="5985528" y="2485610"/>
                  </a:lnTo>
                  <a:lnTo>
                    <a:pt x="5955235" y="2596780"/>
                  </a:lnTo>
                  <a:lnTo>
                    <a:pt x="5925071" y="2706452"/>
                  </a:lnTo>
                  <a:lnTo>
                    <a:pt x="5895072" y="2814143"/>
                  </a:lnTo>
                  <a:lnTo>
                    <a:pt x="5865267" y="2919409"/>
                  </a:lnTo>
                  <a:lnTo>
                    <a:pt x="5835677" y="3021848"/>
                  </a:lnTo>
                  <a:lnTo>
                    <a:pt x="5806312" y="3121112"/>
                  </a:lnTo>
                  <a:lnTo>
                    <a:pt x="5777169" y="3216904"/>
                  </a:lnTo>
                  <a:lnTo>
                    <a:pt x="5748235" y="3308984"/>
                  </a:lnTo>
                  <a:lnTo>
                    <a:pt x="5719482" y="3397170"/>
                  </a:lnTo>
                  <a:lnTo>
                    <a:pt x="5690865" y="3481336"/>
                  </a:lnTo>
                  <a:lnTo>
                    <a:pt x="5662327" y="3561407"/>
                  </a:lnTo>
                  <a:lnTo>
                    <a:pt x="5633791" y="3637362"/>
                  </a:lnTo>
                  <a:lnTo>
                    <a:pt x="5605162" y="3709226"/>
                  </a:lnTo>
                  <a:lnTo>
                    <a:pt x="5576324" y="3777067"/>
                  </a:lnTo>
                  <a:lnTo>
                    <a:pt x="5567201" y="3797562"/>
                  </a:lnTo>
                  <a:lnTo>
                    <a:pt x="5524855" y="3886489"/>
                  </a:lnTo>
                  <a:lnTo>
                    <a:pt x="5481244" y="3967263"/>
                  </a:lnTo>
                  <a:lnTo>
                    <a:pt x="5435810" y="4040223"/>
                  </a:lnTo>
                  <a:lnTo>
                    <a:pt x="5387925" y="4105977"/>
                  </a:lnTo>
                  <a:lnTo>
                    <a:pt x="5336934" y="4165244"/>
                  </a:lnTo>
                  <a:lnTo>
                    <a:pt x="5282206" y="4218745"/>
                  </a:lnTo>
                  <a:lnTo>
                    <a:pt x="5223182" y="4267142"/>
                  </a:lnTo>
                  <a:lnTo>
                    <a:pt x="5159444" y="4311002"/>
                  </a:lnTo>
                  <a:lnTo>
                    <a:pt x="5090803" y="4350777"/>
                  </a:lnTo>
                  <a:lnTo>
                    <a:pt x="5017410" y="4386793"/>
                  </a:lnTo>
                  <a:lnTo>
                    <a:pt x="4939882" y="4419252"/>
                  </a:lnTo>
                  <a:lnTo>
                    <a:pt x="4859419" y="4448235"/>
                  </a:lnTo>
                  <a:lnTo>
                    <a:pt x="4777883" y="4473730"/>
                  </a:lnTo>
                  <a:lnTo>
                    <a:pt x="4697780" y="4495666"/>
                  </a:lnTo>
                  <a:lnTo>
                    <a:pt x="4622099" y="4513971"/>
                  </a:lnTo>
                  <a:lnTo>
                    <a:pt x="4553983" y="4528633"/>
                  </a:lnTo>
                  <a:lnTo>
                    <a:pt x="4496260" y="4539765"/>
                  </a:lnTo>
                  <a:lnTo>
                    <a:pt x="4450930" y="4547641"/>
                  </a:lnTo>
                  <a:lnTo>
                    <a:pt x="4418744" y="4552702"/>
                  </a:lnTo>
                  <a:lnTo>
                    <a:pt x="4398994" y="4555523"/>
                  </a:lnTo>
                  <a:lnTo>
                    <a:pt x="4389532" y="4556756"/>
                  </a:lnTo>
                  <a:lnTo>
                    <a:pt x="4386943" y="4557065"/>
                  </a:lnTo>
                  <a:lnTo>
                    <a:pt x="4386855" y="4557075"/>
                  </a:lnTo>
                  <a:lnTo>
                    <a:pt x="3848118" y="4557075"/>
                  </a:lnTo>
                  <a:lnTo>
                    <a:pt x="3846873" y="4557018"/>
                  </a:lnTo>
                  <a:lnTo>
                    <a:pt x="3838741" y="4556612"/>
                  </a:lnTo>
                  <a:lnTo>
                    <a:pt x="3818437" y="4555490"/>
                  </a:lnTo>
                  <a:lnTo>
                    <a:pt x="3782633" y="4553287"/>
                  </a:lnTo>
                  <a:lnTo>
                    <a:pt x="3730271" y="4549683"/>
                  </a:lnTo>
                  <a:lnTo>
                    <a:pt x="3662601" y="4544442"/>
                  </a:lnTo>
                  <a:lnTo>
                    <a:pt x="3582758" y="4537432"/>
                  </a:lnTo>
                  <a:lnTo>
                    <a:pt x="3494970" y="4528617"/>
                  </a:lnTo>
                  <a:lnTo>
                    <a:pt x="3403649" y="4518022"/>
                  </a:lnTo>
                  <a:lnTo>
                    <a:pt x="3312660" y="4505690"/>
                  </a:lnTo>
                  <a:lnTo>
                    <a:pt x="3224914" y="4491639"/>
                  </a:lnTo>
                  <a:lnTo>
                    <a:pt x="3142262" y="4475832"/>
                  </a:lnTo>
                  <a:lnTo>
                    <a:pt x="3065611" y="4458161"/>
                  </a:lnTo>
                  <a:lnTo>
                    <a:pt x="2995132" y="4438436"/>
                  </a:lnTo>
                  <a:lnTo>
                    <a:pt x="2930479" y="4416393"/>
                  </a:lnTo>
                  <a:lnTo>
                    <a:pt x="2870984" y="4391696"/>
                  </a:lnTo>
                  <a:lnTo>
                    <a:pt x="2815798" y="4363962"/>
                  </a:lnTo>
                  <a:lnTo>
                    <a:pt x="2764000" y="4332784"/>
                  </a:lnTo>
                  <a:lnTo>
                    <a:pt x="2714684" y="4297802"/>
                  </a:lnTo>
                  <a:lnTo>
                    <a:pt x="2667772" y="4259440"/>
                  </a:lnTo>
                  <a:lnTo>
                    <a:pt x="2626028" y="4221202"/>
                  </a:lnTo>
                  <a:lnTo>
                    <a:pt x="2584691" y="4179661"/>
                  </a:lnTo>
                  <a:lnTo>
                    <a:pt x="2543431" y="4134755"/>
                  </a:lnTo>
                  <a:lnTo>
                    <a:pt x="2502008" y="4086500"/>
                  </a:lnTo>
                  <a:lnTo>
                    <a:pt x="2460255" y="4034998"/>
                  </a:lnTo>
                  <a:lnTo>
                    <a:pt x="2418072" y="3980444"/>
                  </a:lnTo>
                  <a:lnTo>
                    <a:pt x="2375421" y="3923133"/>
                  </a:lnTo>
                  <a:lnTo>
                    <a:pt x="2332317" y="3863452"/>
                  </a:lnTo>
                  <a:lnTo>
                    <a:pt x="2288823" y="3801876"/>
                  </a:lnTo>
                  <a:lnTo>
                    <a:pt x="2245037" y="3738952"/>
                  </a:lnTo>
                  <a:lnTo>
                    <a:pt x="2201086" y="3675285"/>
                  </a:lnTo>
                  <a:lnTo>
                    <a:pt x="2157109" y="3611506"/>
                  </a:lnTo>
                  <a:lnTo>
                    <a:pt x="2113250" y="3548253"/>
                  </a:lnTo>
                  <a:lnTo>
                    <a:pt x="2069642" y="3486142"/>
                  </a:lnTo>
                  <a:lnTo>
                    <a:pt x="2026393" y="3425743"/>
                  </a:lnTo>
                  <a:lnTo>
                    <a:pt x="1983580" y="3367558"/>
                  </a:lnTo>
                  <a:lnTo>
                    <a:pt x="1941236" y="3312006"/>
                  </a:lnTo>
                  <a:lnTo>
                    <a:pt x="1899341" y="3259414"/>
                  </a:lnTo>
                  <a:lnTo>
                    <a:pt x="1857818" y="3210012"/>
                  </a:lnTo>
                  <a:lnTo>
                    <a:pt x="1816525" y="3163934"/>
                  </a:lnTo>
                  <a:lnTo>
                    <a:pt x="1775247" y="3121225"/>
                  </a:lnTo>
                  <a:lnTo>
                    <a:pt x="1733688" y="3081848"/>
                  </a:lnTo>
                  <a:lnTo>
                    <a:pt x="1719082" y="3068902"/>
                  </a:lnTo>
                  <a:lnTo>
                    <a:pt x="1671414" y="3029962"/>
                  </a:lnTo>
                  <a:lnTo>
                    <a:pt x="1622066" y="2995042"/>
                  </a:lnTo>
                  <a:lnTo>
                    <a:pt x="1570222" y="2963921"/>
                  </a:lnTo>
                  <a:lnTo>
                    <a:pt x="1514976" y="2936237"/>
                  </a:lnTo>
                  <a:lnTo>
                    <a:pt x="1455406" y="2911585"/>
                  </a:lnTo>
                  <a:lnTo>
                    <a:pt x="1390667" y="2889581"/>
                  </a:lnTo>
                  <a:lnTo>
                    <a:pt x="1320092" y="2869890"/>
                  </a:lnTo>
                  <a:lnTo>
                    <a:pt x="1243344" y="2852248"/>
                  </a:lnTo>
                  <a:lnTo>
                    <a:pt x="1160604" y="2836470"/>
                  </a:lnTo>
                  <a:lnTo>
                    <a:pt x="1072790" y="2822446"/>
                  </a:lnTo>
                  <a:lnTo>
                    <a:pt x="981771" y="2810141"/>
                  </a:lnTo>
                  <a:lnTo>
                    <a:pt x="890473" y="2799574"/>
                  </a:lnTo>
                  <a:lnTo>
                    <a:pt x="802775" y="2790787"/>
                  </a:lnTo>
                  <a:lnTo>
                    <a:pt x="723092" y="2783805"/>
                  </a:lnTo>
                  <a:lnTo>
                    <a:pt x="655640" y="2778591"/>
                  </a:lnTo>
                  <a:lnTo>
                    <a:pt x="603533" y="2775011"/>
                  </a:lnTo>
                  <a:lnTo>
                    <a:pt x="567986" y="2772828"/>
                  </a:lnTo>
                  <a:lnTo>
                    <a:pt x="547904" y="2771719"/>
                  </a:lnTo>
                  <a:lnTo>
                    <a:pt x="539925" y="2771322"/>
                  </a:lnTo>
                  <a:lnTo>
                    <a:pt x="538736" y="2771267"/>
                  </a:lnTo>
                  <a:lnTo>
                    <a:pt x="0" y="27712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3" name="pg833"/>
            <p:cNvSpPr/>
            <p:nvPr/>
          </p:nvSpPr>
          <p:spPr>
            <a:xfrm>
              <a:off x="546595" y="4104290"/>
              <a:ext cx="8234974" cy="1807585"/>
            </a:xfrm>
            <a:custGeom>
              <a:avLst/>
              <a:pathLst>
                <a:path w="8234974" h="1807585">
                  <a:moveTo>
                    <a:pt x="0" y="10889"/>
                  </a:moveTo>
                  <a:lnTo>
                    <a:pt x="538736" y="10889"/>
                  </a:lnTo>
                  <a:lnTo>
                    <a:pt x="539981" y="10946"/>
                  </a:lnTo>
                  <a:lnTo>
                    <a:pt x="548108" y="11354"/>
                  </a:lnTo>
                  <a:lnTo>
                    <a:pt x="568402" y="12482"/>
                  </a:lnTo>
                  <a:lnTo>
                    <a:pt x="604189" y="14698"/>
                  </a:lnTo>
                  <a:lnTo>
                    <a:pt x="656528" y="18322"/>
                  </a:lnTo>
                  <a:lnTo>
                    <a:pt x="724172" y="23592"/>
                  </a:lnTo>
                  <a:lnTo>
                    <a:pt x="803988" y="30641"/>
                  </a:lnTo>
                  <a:lnTo>
                    <a:pt x="891753" y="39506"/>
                  </a:lnTo>
                  <a:lnTo>
                    <a:pt x="983055" y="50161"/>
                  </a:lnTo>
                  <a:lnTo>
                    <a:pt x="1074030" y="62562"/>
                  </a:lnTo>
                  <a:lnTo>
                    <a:pt x="1161769" y="76693"/>
                  </a:lnTo>
                  <a:lnTo>
                    <a:pt x="1244417" y="92589"/>
                  </a:lnTo>
                  <a:lnTo>
                    <a:pt x="1321069" y="110361"/>
                  </a:lnTo>
                  <a:lnTo>
                    <a:pt x="1391550" y="130197"/>
                  </a:lnTo>
                  <a:lnTo>
                    <a:pt x="1456206" y="152364"/>
                  </a:lnTo>
                  <a:lnTo>
                    <a:pt x="1515703" y="177198"/>
                  </a:lnTo>
                  <a:lnTo>
                    <a:pt x="1570891" y="205087"/>
                  </a:lnTo>
                  <a:lnTo>
                    <a:pt x="1622689" y="236437"/>
                  </a:lnTo>
                  <a:lnTo>
                    <a:pt x="1672003" y="271613"/>
                  </a:lnTo>
                  <a:lnTo>
                    <a:pt x="1719082" y="310338"/>
                  </a:lnTo>
                  <a:lnTo>
                    <a:pt x="1760749" y="348734"/>
                  </a:lnTo>
                  <a:lnTo>
                    <a:pt x="1802010" y="390441"/>
                  </a:lnTo>
                  <a:lnTo>
                    <a:pt x="1843193" y="435521"/>
                  </a:lnTo>
                  <a:lnTo>
                    <a:pt x="1884537" y="483959"/>
                  </a:lnTo>
                  <a:lnTo>
                    <a:pt x="1926209" y="535652"/>
                  </a:lnTo>
                  <a:lnTo>
                    <a:pt x="1968309" y="590406"/>
                  </a:lnTo>
                  <a:lnTo>
                    <a:pt x="2010875" y="647928"/>
                  </a:lnTo>
                  <a:lnTo>
                    <a:pt x="2053892" y="707831"/>
                  </a:lnTo>
                  <a:lnTo>
                    <a:pt x="2097300" y="769642"/>
                  </a:lnTo>
                  <a:lnTo>
                    <a:pt x="2141000" y="832812"/>
                  </a:lnTo>
                  <a:lnTo>
                    <a:pt x="2184868" y="896740"/>
                  </a:lnTo>
                  <a:lnTo>
                    <a:pt x="2228764" y="960793"/>
                  </a:lnTo>
                  <a:lnTo>
                    <a:pt x="2272545" y="1024333"/>
                  </a:lnTo>
                  <a:lnTo>
                    <a:pt x="2316080" y="1086742"/>
                  </a:lnTo>
                  <a:lnTo>
                    <a:pt x="2359259" y="1147450"/>
                  </a:lnTo>
                  <a:lnTo>
                    <a:pt x="2402006" y="1205951"/>
                  </a:lnTo>
                  <a:lnTo>
                    <a:pt x="2444286" y="1261824"/>
                  </a:lnTo>
                  <a:lnTo>
                    <a:pt x="2486117" y="1314739"/>
                  </a:lnTo>
                  <a:lnTo>
                    <a:pt x="2527573" y="1364463"/>
                  </a:lnTo>
                  <a:lnTo>
                    <a:pt x="2568794" y="1410859"/>
                  </a:lnTo>
                  <a:lnTo>
                    <a:pt x="2609991" y="1453877"/>
                  </a:lnTo>
                  <a:lnTo>
                    <a:pt x="2651454" y="1493552"/>
                  </a:lnTo>
                  <a:lnTo>
                    <a:pt x="2667772" y="1508135"/>
                  </a:lnTo>
                  <a:lnTo>
                    <a:pt x="2715431" y="1547306"/>
                  </a:lnTo>
                  <a:lnTo>
                    <a:pt x="2764770" y="1582434"/>
                  </a:lnTo>
                  <a:lnTo>
                    <a:pt x="2816603" y="1613740"/>
                  </a:lnTo>
                  <a:lnTo>
                    <a:pt x="2871837" y="1641590"/>
                  </a:lnTo>
                  <a:lnTo>
                    <a:pt x="2931392" y="1666390"/>
                  </a:lnTo>
                  <a:lnTo>
                    <a:pt x="2996114" y="1688527"/>
                  </a:lnTo>
                  <a:lnTo>
                    <a:pt x="3066668" y="1708337"/>
                  </a:lnTo>
                  <a:lnTo>
                    <a:pt x="3143394" y="1726085"/>
                  </a:lnTo>
                  <a:lnTo>
                    <a:pt x="3226110" y="1741960"/>
                  </a:lnTo>
                  <a:lnTo>
                    <a:pt x="3313901" y="1756070"/>
                  </a:lnTo>
                  <a:lnTo>
                    <a:pt x="3404899" y="1768451"/>
                  </a:lnTo>
                  <a:lnTo>
                    <a:pt x="3496184" y="1779085"/>
                  </a:lnTo>
                  <a:lnTo>
                    <a:pt x="3583879" y="1787928"/>
                  </a:lnTo>
                  <a:lnTo>
                    <a:pt x="3663573" y="1794955"/>
                  </a:lnTo>
                  <a:lnTo>
                    <a:pt x="3731049" y="1800205"/>
                  </a:lnTo>
                  <a:lnTo>
                    <a:pt x="3783193" y="1803810"/>
                  </a:lnTo>
                  <a:lnTo>
                    <a:pt x="3818783" y="1806010"/>
                  </a:lnTo>
                  <a:lnTo>
                    <a:pt x="3838907" y="1807128"/>
                  </a:lnTo>
                  <a:lnTo>
                    <a:pt x="3846917" y="1807530"/>
                  </a:lnTo>
                  <a:lnTo>
                    <a:pt x="3848118" y="1807585"/>
                  </a:lnTo>
                  <a:lnTo>
                    <a:pt x="4386855" y="1807585"/>
                  </a:lnTo>
                  <a:lnTo>
                    <a:pt x="4388157" y="1807579"/>
                  </a:lnTo>
                  <a:lnTo>
                    <a:pt x="4396653" y="1807539"/>
                  </a:lnTo>
                  <a:lnTo>
                    <a:pt x="4417831" y="1807428"/>
                  </a:lnTo>
                  <a:lnTo>
                    <a:pt x="4455086" y="1807210"/>
                  </a:lnTo>
                  <a:lnTo>
                    <a:pt x="4509395" y="1806854"/>
                  </a:lnTo>
                  <a:lnTo>
                    <a:pt x="4579293" y="1806337"/>
                  </a:lnTo>
                  <a:lnTo>
                    <a:pt x="4661369" y="1805647"/>
                  </a:lnTo>
                  <a:lnTo>
                    <a:pt x="4751139" y="1804781"/>
                  </a:lnTo>
                  <a:lnTo>
                    <a:pt x="4844021" y="1803742"/>
                  </a:lnTo>
                  <a:lnTo>
                    <a:pt x="4936083" y="1802535"/>
                  </a:lnTo>
                  <a:lnTo>
                    <a:pt x="5024442" y="1801159"/>
                  </a:lnTo>
                  <a:lnTo>
                    <a:pt x="5107329" y="1799612"/>
                  </a:lnTo>
                  <a:lnTo>
                    <a:pt x="5183949" y="1797880"/>
                  </a:lnTo>
                  <a:lnTo>
                    <a:pt x="5254242" y="1795943"/>
                  </a:lnTo>
                  <a:lnTo>
                    <a:pt x="5318655" y="1793774"/>
                  </a:lnTo>
                  <a:lnTo>
                    <a:pt x="5377940" y="1791337"/>
                  </a:lnTo>
                  <a:lnTo>
                    <a:pt x="5433014" y="1788596"/>
                  </a:lnTo>
                  <a:lnTo>
                    <a:pt x="5484843" y="1785508"/>
                  </a:lnTo>
                  <a:lnTo>
                    <a:pt x="5534359" y="1782042"/>
                  </a:lnTo>
                  <a:lnTo>
                    <a:pt x="5567201" y="1779455"/>
                  </a:lnTo>
                  <a:lnTo>
                    <a:pt x="5619813" y="1774841"/>
                  </a:lnTo>
                  <a:lnTo>
                    <a:pt x="5671922" y="1769728"/>
                  </a:lnTo>
                  <a:lnTo>
                    <a:pt x="5724118" y="1764108"/>
                  </a:lnTo>
                  <a:lnTo>
                    <a:pt x="5776788" y="1757995"/>
                  </a:lnTo>
                  <a:lnTo>
                    <a:pt x="5830142" y="1751425"/>
                  </a:lnTo>
                  <a:lnTo>
                    <a:pt x="5884240" y="1744457"/>
                  </a:lnTo>
                  <a:lnTo>
                    <a:pt x="5939006" y="1737172"/>
                  </a:lnTo>
                  <a:lnTo>
                    <a:pt x="5994265" y="1729671"/>
                  </a:lnTo>
                  <a:lnTo>
                    <a:pt x="6049765" y="1722067"/>
                  </a:lnTo>
                  <a:lnTo>
                    <a:pt x="6105222" y="1714482"/>
                  </a:lnTo>
                  <a:lnTo>
                    <a:pt x="6160358" y="1707033"/>
                  </a:lnTo>
                  <a:lnTo>
                    <a:pt x="6214941" y="1699833"/>
                  </a:lnTo>
                  <a:lnTo>
                    <a:pt x="6268821" y="1692975"/>
                  </a:lnTo>
                  <a:lnTo>
                    <a:pt x="6321960" y="1686535"/>
                  </a:lnTo>
                  <a:lnTo>
                    <a:pt x="6374460" y="1680566"/>
                  </a:lnTo>
                  <a:lnTo>
                    <a:pt x="6426581" y="1675095"/>
                  </a:lnTo>
                  <a:lnTo>
                    <a:pt x="6478768" y="1670131"/>
                  </a:lnTo>
                  <a:lnTo>
                    <a:pt x="6515891" y="1666934"/>
                  </a:lnTo>
                  <a:lnTo>
                    <a:pt x="6564304" y="1663200"/>
                  </a:lnTo>
                  <a:lnTo>
                    <a:pt x="6614461" y="1659858"/>
                  </a:lnTo>
                  <a:lnTo>
                    <a:pt x="6667219" y="1656885"/>
                  </a:lnTo>
                  <a:lnTo>
                    <a:pt x="6723530" y="1654245"/>
                  </a:lnTo>
                  <a:lnTo>
                    <a:pt x="6784355" y="1651898"/>
                  </a:lnTo>
                  <a:lnTo>
                    <a:pt x="6850570" y="1649806"/>
                  </a:lnTo>
                  <a:lnTo>
                    <a:pt x="6922849" y="1647937"/>
                  </a:lnTo>
                  <a:lnTo>
                    <a:pt x="7001501" y="1646265"/>
                  </a:lnTo>
                  <a:lnTo>
                    <a:pt x="7086259" y="1644773"/>
                  </a:lnTo>
                  <a:lnTo>
                    <a:pt x="7176040" y="1643452"/>
                  </a:lnTo>
                  <a:lnTo>
                    <a:pt x="7268731" y="1642298"/>
                  </a:lnTo>
                  <a:lnTo>
                    <a:pt x="7361091" y="1641313"/>
                  </a:lnTo>
                  <a:lnTo>
                    <a:pt x="7448922" y="1640503"/>
                  </a:lnTo>
                  <a:lnTo>
                    <a:pt x="7527575" y="1639869"/>
                  </a:lnTo>
                  <a:lnTo>
                    <a:pt x="7592800" y="1639405"/>
                  </a:lnTo>
                  <a:lnTo>
                    <a:pt x="7641726" y="1639096"/>
                  </a:lnTo>
                  <a:lnTo>
                    <a:pt x="7673635" y="1638916"/>
                  </a:lnTo>
                  <a:lnTo>
                    <a:pt x="7690298" y="1638831"/>
                  </a:lnTo>
                  <a:lnTo>
                    <a:pt x="7695817" y="1638806"/>
                  </a:lnTo>
                  <a:lnTo>
                    <a:pt x="7696237" y="1638804"/>
                  </a:lnTo>
                  <a:lnTo>
                    <a:pt x="8234974" y="1638804"/>
                  </a:lnTo>
                  <a:lnTo>
                    <a:pt x="8234974" y="1627915"/>
                  </a:lnTo>
                  <a:lnTo>
                    <a:pt x="7696237" y="1627915"/>
                  </a:lnTo>
                  <a:lnTo>
                    <a:pt x="7694935" y="1627921"/>
                  </a:lnTo>
                  <a:lnTo>
                    <a:pt x="7686439" y="1627961"/>
                  </a:lnTo>
                  <a:lnTo>
                    <a:pt x="7665262" y="1628072"/>
                  </a:lnTo>
                  <a:lnTo>
                    <a:pt x="7628006" y="1628290"/>
                  </a:lnTo>
                  <a:lnTo>
                    <a:pt x="7573698" y="1628646"/>
                  </a:lnTo>
                  <a:lnTo>
                    <a:pt x="7503799" y="1629163"/>
                  </a:lnTo>
                  <a:lnTo>
                    <a:pt x="7421724" y="1629853"/>
                  </a:lnTo>
                  <a:lnTo>
                    <a:pt x="7331953" y="1630719"/>
                  </a:lnTo>
                  <a:lnTo>
                    <a:pt x="7239071" y="1631758"/>
                  </a:lnTo>
                  <a:lnTo>
                    <a:pt x="7147009" y="1632965"/>
                  </a:lnTo>
                  <a:lnTo>
                    <a:pt x="7058651" y="1634341"/>
                  </a:lnTo>
                  <a:lnTo>
                    <a:pt x="6975763" y="1635888"/>
                  </a:lnTo>
                  <a:lnTo>
                    <a:pt x="6899144" y="1637620"/>
                  </a:lnTo>
                  <a:lnTo>
                    <a:pt x="6828851" y="1639557"/>
                  </a:lnTo>
                  <a:lnTo>
                    <a:pt x="6764438" y="1641727"/>
                  </a:lnTo>
                  <a:lnTo>
                    <a:pt x="6705152" y="1644163"/>
                  </a:lnTo>
                  <a:lnTo>
                    <a:pt x="6650079" y="1646905"/>
                  </a:lnTo>
                  <a:lnTo>
                    <a:pt x="6598249" y="1649992"/>
                  </a:lnTo>
                  <a:lnTo>
                    <a:pt x="6548733" y="1653458"/>
                  </a:lnTo>
                  <a:lnTo>
                    <a:pt x="6515891" y="1656045"/>
                  </a:lnTo>
                  <a:lnTo>
                    <a:pt x="6463279" y="1660659"/>
                  </a:lnTo>
                  <a:lnTo>
                    <a:pt x="6411170" y="1665772"/>
                  </a:lnTo>
                  <a:lnTo>
                    <a:pt x="6358974" y="1671393"/>
                  </a:lnTo>
                  <a:lnTo>
                    <a:pt x="6306305" y="1677505"/>
                  </a:lnTo>
                  <a:lnTo>
                    <a:pt x="6252950" y="1684075"/>
                  </a:lnTo>
                  <a:lnTo>
                    <a:pt x="6198853" y="1691043"/>
                  </a:lnTo>
                  <a:lnTo>
                    <a:pt x="6144086" y="1698328"/>
                  </a:lnTo>
                  <a:lnTo>
                    <a:pt x="6088828" y="1705829"/>
                  </a:lnTo>
                  <a:lnTo>
                    <a:pt x="6033328" y="1713433"/>
                  </a:lnTo>
                  <a:lnTo>
                    <a:pt x="5977871" y="1721019"/>
                  </a:lnTo>
                  <a:lnTo>
                    <a:pt x="5922734" y="1728467"/>
                  </a:lnTo>
                  <a:lnTo>
                    <a:pt x="5868151" y="1735667"/>
                  </a:lnTo>
                  <a:lnTo>
                    <a:pt x="5814272" y="1742525"/>
                  </a:lnTo>
                  <a:lnTo>
                    <a:pt x="5761132" y="1748965"/>
                  </a:lnTo>
                  <a:lnTo>
                    <a:pt x="5708632" y="1754934"/>
                  </a:lnTo>
                  <a:lnTo>
                    <a:pt x="5656511" y="1760405"/>
                  </a:lnTo>
                  <a:lnTo>
                    <a:pt x="5604325" y="1765369"/>
                  </a:lnTo>
                  <a:lnTo>
                    <a:pt x="5567201" y="1768566"/>
                  </a:lnTo>
                  <a:lnTo>
                    <a:pt x="5518789" y="1772300"/>
                  </a:lnTo>
                  <a:lnTo>
                    <a:pt x="5468631" y="1775642"/>
                  </a:lnTo>
                  <a:lnTo>
                    <a:pt x="5415873" y="1778615"/>
                  </a:lnTo>
                  <a:lnTo>
                    <a:pt x="5359562" y="1781255"/>
                  </a:lnTo>
                  <a:lnTo>
                    <a:pt x="5298738" y="1783602"/>
                  </a:lnTo>
                  <a:lnTo>
                    <a:pt x="5232523" y="1785694"/>
                  </a:lnTo>
                  <a:lnTo>
                    <a:pt x="5160244" y="1787563"/>
                  </a:lnTo>
                  <a:lnTo>
                    <a:pt x="5081592" y="1789235"/>
                  </a:lnTo>
                  <a:lnTo>
                    <a:pt x="4996833" y="1790727"/>
                  </a:lnTo>
                  <a:lnTo>
                    <a:pt x="4907052" y="1792048"/>
                  </a:lnTo>
                  <a:lnTo>
                    <a:pt x="4814362" y="1793202"/>
                  </a:lnTo>
                  <a:lnTo>
                    <a:pt x="4722001" y="1794187"/>
                  </a:lnTo>
                  <a:lnTo>
                    <a:pt x="4634171" y="1794997"/>
                  </a:lnTo>
                  <a:lnTo>
                    <a:pt x="4555518" y="1795631"/>
                  </a:lnTo>
                  <a:lnTo>
                    <a:pt x="4490292" y="1796095"/>
                  </a:lnTo>
                  <a:lnTo>
                    <a:pt x="4441367" y="1796404"/>
                  </a:lnTo>
                  <a:lnTo>
                    <a:pt x="4409457" y="1796584"/>
                  </a:lnTo>
                  <a:lnTo>
                    <a:pt x="4392794" y="1796669"/>
                  </a:lnTo>
                  <a:lnTo>
                    <a:pt x="4387276" y="1796694"/>
                  </a:lnTo>
                  <a:lnTo>
                    <a:pt x="4386855" y="1796696"/>
                  </a:lnTo>
                  <a:lnTo>
                    <a:pt x="3848118" y="1796696"/>
                  </a:lnTo>
                  <a:lnTo>
                    <a:pt x="3846874" y="1796639"/>
                  </a:lnTo>
                  <a:lnTo>
                    <a:pt x="3838746" y="1796230"/>
                  </a:lnTo>
                  <a:lnTo>
                    <a:pt x="3818453" y="1795102"/>
                  </a:lnTo>
                  <a:lnTo>
                    <a:pt x="3782666" y="1792887"/>
                  </a:lnTo>
                  <a:lnTo>
                    <a:pt x="3730326" y="1789263"/>
                  </a:lnTo>
                  <a:lnTo>
                    <a:pt x="3662682" y="1783993"/>
                  </a:lnTo>
                  <a:lnTo>
                    <a:pt x="3582866" y="1776943"/>
                  </a:lnTo>
                  <a:lnTo>
                    <a:pt x="3495102" y="1768079"/>
                  </a:lnTo>
                  <a:lnTo>
                    <a:pt x="3403799" y="1757424"/>
                  </a:lnTo>
                  <a:lnTo>
                    <a:pt x="3312824" y="1745022"/>
                  </a:lnTo>
                  <a:lnTo>
                    <a:pt x="3225086" y="1730891"/>
                  </a:lnTo>
                  <a:lnTo>
                    <a:pt x="3142437" y="1714995"/>
                  </a:lnTo>
                  <a:lnTo>
                    <a:pt x="3065786" y="1697223"/>
                  </a:lnTo>
                  <a:lnTo>
                    <a:pt x="2995304" y="1677387"/>
                  </a:lnTo>
                  <a:lnTo>
                    <a:pt x="2930649" y="1655220"/>
                  </a:lnTo>
                  <a:lnTo>
                    <a:pt x="2871151" y="1630386"/>
                  </a:lnTo>
                  <a:lnTo>
                    <a:pt x="2815963" y="1602497"/>
                  </a:lnTo>
                  <a:lnTo>
                    <a:pt x="2764166" y="1571147"/>
                  </a:lnTo>
                  <a:lnTo>
                    <a:pt x="2714852" y="1535972"/>
                  </a:lnTo>
                  <a:lnTo>
                    <a:pt x="2667772" y="1497246"/>
                  </a:lnTo>
                  <a:lnTo>
                    <a:pt x="2626106" y="1458850"/>
                  </a:lnTo>
                  <a:lnTo>
                    <a:pt x="2584844" y="1417143"/>
                  </a:lnTo>
                  <a:lnTo>
                    <a:pt x="2543662" y="1372063"/>
                  </a:lnTo>
                  <a:lnTo>
                    <a:pt x="2502318" y="1323626"/>
                  </a:lnTo>
                  <a:lnTo>
                    <a:pt x="2460645" y="1271932"/>
                  </a:lnTo>
                  <a:lnTo>
                    <a:pt x="2418546" y="1217179"/>
                  </a:lnTo>
                  <a:lnTo>
                    <a:pt x="2375980" y="1159657"/>
                  </a:lnTo>
                  <a:lnTo>
                    <a:pt x="2332962" y="1099753"/>
                  </a:lnTo>
                  <a:lnTo>
                    <a:pt x="2289554" y="1037943"/>
                  </a:lnTo>
                  <a:lnTo>
                    <a:pt x="2245854" y="974772"/>
                  </a:lnTo>
                  <a:lnTo>
                    <a:pt x="2201987" y="910844"/>
                  </a:lnTo>
                  <a:lnTo>
                    <a:pt x="2158091" y="846791"/>
                  </a:lnTo>
                  <a:lnTo>
                    <a:pt x="2114310" y="783252"/>
                  </a:lnTo>
                  <a:lnTo>
                    <a:pt x="2070774" y="720843"/>
                  </a:lnTo>
                  <a:lnTo>
                    <a:pt x="2027595" y="660135"/>
                  </a:lnTo>
                  <a:lnTo>
                    <a:pt x="1984849" y="601633"/>
                  </a:lnTo>
                  <a:lnTo>
                    <a:pt x="1942569" y="545760"/>
                  </a:lnTo>
                  <a:lnTo>
                    <a:pt x="1900738" y="492845"/>
                  </a:lnTo>
                  <a:lnTo>
                    <a:pt x="1859282" y="443121"/>
                  </a:lnTo>
                  <a:lnTo>
                    <a:pt x="1818061" y="396726"/>
                  </a:lnTo>
                  <a:lnTo>
                    <a:pt x="1776864" y="353707"/>
                  </a:lnTo>
                  <a:lnTo>
                    <a:pt x="1735400" y="314032"/>
                  </a:lnTo>
                  <a:lnTo>
                    <a:pt x="1719082" y="299449"/>
                  </a:lnTo>
                  <a:lnTo>
                    <a:pt x="1671423" y="260278"/>
                  </a:lnTo>
                  <a:lnTo>
                    <a:pt x="1622084" y="225150"/>
                  </a:lnTo>
                  <a:lnTo>
                    <a:pt x="1570251" y="193844"/>
                  </a:lnTo>
                  <a:lnTo>
                    <a:pt x="1515017" y="165994"/>
                  </a:lnTo>
                  <a:lnTo>
                    <a:pt x="1455463" y="141194"/>
                  </a:lnTo>
                  <a:lnTo>
                    <a:pt x="1390741" y="119057"/>
                  </a:lnTo>
                  <a:lnTo>
                    <a:pt x="1320186" y="99247"/>
                  </a:lnTo>
                  <a:lnTo>
                    <a:pt x="1243461" y="81499"/>
                  </a:lnTo>
                  <a:lnTo>
                    <a:pt x="1160744" y="65624"/>
                  </a:lnTo>
                  <a:lnTo>
                    <a:pt x="1072954" y="51514"/>
                  </a:lnTo>
                  <a:lnTo>
                    <a:pt x="981955" y="39133"/>
                  </a:lnTo>
                  <a:lnTo>
                    <a:pt x="890671" y="28500"/>
                  </a:lnTo>
                  <a:lnTo>
                    <a:pt x="802975" y="19657"/>
                  </a:lnTo>
                  <a:lnTo>
                    <a:pt x="723282" y="12629"/>
                  </a:lnTo>
                  <a:lnTo>
                    <a:pt x="655805" y="7380"/>
                  </a:lnTo>
                  <a:lnTo>
                    <a:pt x="603662" y="3774"/>
                  </a:lnTo>
                  <a:lnTo>
                    <a:pt x="568071" y="1574"/>
                  </a:lnTo>
                  <a:lnTo>
                    <a:pt x="547947" y="456"/>
                  </a:lnTo>
                  <a:lnTo>
                    <a:pt x="539937" y="5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34" name="pl834"/>
            <p:cNvSpPr/>
            <p:nvPr/>
          </p:nvSpPr>
          <p:spPr>
            <a:xfrm>
              <a:off x="546595" y="4115179"/>
              <a:ext cx="8234974" cy="1796696"/>
            </a:xfrm>
            <a:custGeom>
              <a:avLst/>
              <a:pathLst>
                <a:path w="8234974" h="1796696">
                  <a:moveTo>
                    <a:pt x="0" y="0"/>
                  </a:moveTo>
                  <a:lnTo>
                    <a:pt x="538736" y="0"/>
                  </a:lnTo>
                  <a:lnTo>
                    <a:pt x="539981" y="57"/>
                  </a:lnTo>
                  <a:lnTo>
                    <a:pt x="548108" y="465"/>
                  </a:lnTo>
                  <a:lnTo>
                    <a:pt x="568402" y="1593"/>
                  </a:lnTo>
                  <a:lnTo>
                    <a:pt x="604189" y="3809"/>
                  </a:lnTo>
                  <a:lnTo>
                    <a:pt x="656528" y="7433"/>
                  </a:lnTo>
                  <a:lnTo>
                    <a:pt x="724172" y="12703"/>
                  </a:lnTo>
                  <a:lnTo>
                    <a:pt x="803988" y="19752"/>
                  </a:lnTo>
                  <a:lnTo>
                    <a:pt x="891753" y="28617"/>
                  </a:lnTo>
                  <a:lnTo>
                    <a:pt x="983055" y="39271"/>
                  </a:lnTo>
                  <a:lnTo>
                    <a:pt x="1074030" y="51673"/>
                  </a:lnTo>
                  <a:lnTo>
                    <a:pt x="1161769" y="65804"/>
                  </a:lnTo>
                  <a:lnTo>
                    <a:pt x="1244417" y="81700"/>
                  </a:lnTo>
                  <a:lnTo>
                    <a:pt x="1321069" y="99472"/>
                  </a:lnTo>
                  <a:lnTo>
                    <a:pt x="1391550" y="119308"/>
                  </a:lnTo>
                  <a:lnTo>
                    <a:pt x="1456206" y="141475"/>
                  </a:lnTo>
                  <a:lnTo>
                    <a:pt x="1515703" y="166309"/>
                  </a:lnTo>
                  <a:lnTo>
                    <a:pt x="1570891" y="194198"/>
                  </a:lnTo>
                  <a:lnTo>
                    <a:pt x="1622689" y="225548"/>
                  </a:lnTo>
                  <a:lnTo>
                    <a:pt x="1672003" y="260724"/>
                  </a:lnTo>
                  <a:lnTo>
                    <a:pt x="1719082" y="299449"/>
                  </a:lnTo>
                  <a:lnTo>
                    <a:pt x="1760749" y="337845"/>
                  </a:lnTo>
                  <a:lnTo>
                    <a:pt x="1802010" y="379552"/>
                  </a:lnTo>
                  <a:lnTo>
                    <a:pt x="1843193" y="424632"/>
                  </a:lnTo>
                  <a:lnTo>
                    <a:pt x="1884537" y="473069"/>
                  </a:lnTo>
                  <a:lnTo>
                    <a:pt x="1926209" y="524763"/>
                  </a:lnTo>
                  <a:lnTo>
                    <a:pt x="1968309" y="579517"/>
                  </a:lnTo>
                  <a:lnTo>
                    <a:pt x="2010875" y="637039"/>
                  </a:lnTo>
                  <a:lnTo>
                    <a:pt x="2053892" y="696942"/>
                  </a:lnTo>
                  <a:lnTo>
                    <a:pt x="2097300" y="758753"/>
                  </a:lnTo>
                  <a:lnTo>
                    <a:pt x="2141000" y="821923"/>
                  </a:lnTo>
                  <a:lnTo>
                    <a:pt x="2184868" y="885851"/>
                  </a:lnTo>
                  <a:lnTo>
                    <a:pt x="2228764" y="949904"/>
                  </a:lnTo>
                  <a:lnTo>
                    <a:pt x="2272545" y="1013443"/>
                  </a:lnTo>
                  <a:lnTo>
                    <a:pt x="2316080" y="1075853"/>
                  </a:lnTo>
                  <a:lnTo>
                    <a:pt x="2359259" y="1136561"/>
                  </a:lnTo>
                  <a:lnTo>
                    <a:pt x="2402006" y="1195062"/>
                  </a:lnTo>
                  <a:lnTo>
                    <a:pt x="2444286" y="1250935"/>
                  </a:lnTo>
                  <a:lnTo>
                    <a:pt x="2486117" y="1303850"/>
                  </a:lnTo>
                  <a:lnTo>
                    <a:pt x="2527573" y="1353574"/>
                  </a:lnTo>
                  <a:lnTo>
                    <a:pt x="2568794" y="1399970"/>
                  </a:lnTo>
                  <a:lnTo>
                    <a:pt x="2609991" y="1442988"/>
                  </a:lnTo>
                  <a:lnTo>
                    <a:pt x="2651454" y="1482663"/>
                  </a:lnTo>
                  <a:lnTo>
                    <a:pt x="2667772" y="1497246"/>
                  </a:lnTo>
                  <a:lnTo>
                    <a:pt x="2715431" y="1536417"/>
                  </a:lnTo>
                  <a:lnTo>
                    <a:pt x="2764770" y="1571545"/>
                  </a:lnTo>
                  <a:lnTo>
                    <a:pt x="2816603" y="1602851"/>
                  </a:lnTo>
                  <a:lnTo>
                    <a:pt x="2871837" y="1630701"/>
                  </a:lnTo>
                  <a:lnTo>
                    <a:pt x="2931392" y="1655501"/>
                  </a:lnTo>
                  <a:lnTo>
                    <a:pt x="2996114" y="1677638"/>
                  </a:lnTo>
                  <a:lnTo>
                    <a:pt x="3066668" y="1697448"/>
                  </a:lnTo>
                  <a:lnTo>
                    <a:pt x="3143394" y="1715196"/>
                  </a:lnTo>
                  <a:lnTo>
                    <a:pt x="3226110" y="1731071"/>
                  </a:lnTo>
                  <a:lnTo>
                    <a:pt x="3313901" y="1745181"/>
                  </a:lnTo>
                  <a:lnTo>
                    <a:pt x="3404899" y="1757562"/>
                  </a:lnTo>
                  <a:lnTo>
                    <a:pt x="3496184" y="1768196"/>
                  </a:lnTo>
                  <a:lnTo>
                    <a:pt x="3583879" y="1777039"/>
                  </a:lnTo>
                  <a:lnTo>
                    <a:pt x="3663573" y="1784066"/>
                  </a:lnTo>
                  <a:lnTo>
                    <a:pt x="3731049" y="1789316"/>
                  </a:lnTo>
                  <a:lnTo>
                    <a:pt x="3783193" y="1792921"/>
                  </a:lnTo>
                  <a:lnTo>
                    <a:pt x="3818783" y="1795121"/>
                  </a:lnTo>
                  <a:lnTo>
                    <a:pt x="3838907" y="1796239"/>
                  </a:lnTo>
                  <a:lnTo>
                    <a:pt x="3846917" y="1796641"/>
                  </a:lnTo>
                  <a:lnTo>
                    <a:pt x="3848118" y="1796696"/>
                  </a:lnTo>
                  <a:lnTo>
                    <a:pt x="4386855" y="1796696"/>
                  </a:lnTo>
                  <a:lnTo>
                    <a:pt x="4388157" y="1796690"/>
                  </a:lnTo>
                  <a:lnTo>
                    <a:pt x="4396653" y="1796650"/>
                  </a:lnTo>
                  <a:lnTo>
                    <a:pt x="4417831" y="1796539"/>
                  </a:lnTo>
                  <a:lnTo>
                    <a:pt x="4455086" y="1796321"/>
                  </a:lnTo>
                  <a:lnTo>
                    <a:pt x="4509395" y="1795965"/>
                  </a:lnTo>
                  <a:lnTo>
                    <a:pt x="4579293" y="1795448"/>
                  </a:lnTo>
                  <a:lnTo>
                    <a:pt x="4661369" y="1794758"/>
                  </a:lnTo>
                  <a:lnTo>
                    <a:pt x="4751139" y="1793892"/>
                  </a:lnTo>
                  <a:lnTo>
                    <a:pt x="4844021" y="1792853"/>
                  </a:lnTo>
                  <a:lnTo>
                    <a:pt x="4936083" y="1791646"/>
                  </a:lnTo>
                  <a:lnTo>
                    <a:pt x="5024442" y="1790270"/>
                  </a:lnTo>
                  <a:lnTo>
                    <a:pt x="5107329" y="1788723"/>
                  </a:lnTo>
                  <a:lnTo>
                    <a:pt x="5183949" y="1786991"/>
                  </a:lnTo>
                  <a:lnTo>
                    <a:pt x="5254242" y="1785054"/>
                  </a:lnTo>
                  <a:lnTo>
                    <a:pt x="5318655" y="1782884"/>
                  </a:lnTo>
                  <a:lnTo>
                    <a:pt x="5377940" y="1780448"/>
                  </a:lnTo>
                  <a:lnTo>
                    <a:pt x="5433014" y="1777706"/>
                  </a:lnTo>
                  <a:lnTo>
                    <a:pt x="5484843" y="1774619"/>
                  </a:lnTo>
                  <a:lnTo>
                    <a:pt x="5534359" y="1771153"/>
                  </a:lnTo>
                  <a:lnTo>
                    <a:pt x="5567201" y="1768566"/>
                  </a:lnTo>
                  <a:lnTo>
                    <a:pt x="5619813" y="1763952"/>
                  </a:lnTo>
                  <a:lnTo>
                    <a:pt x="5671922" y="1758839"/>
                  </a:lnTo>
                  <a:lnTo>
                    <a:pt x="5724118" y="1753218"/>
                  </a:lnTo>
                  <a:lnTo>
                    <a:pt x="5776788" y="1747106"/>
                  </a:lnTo>
                  <a:lnTo>
                    <a:pt x="5830142" y="1740536"/>
                  </a:lnTo>
                  <a:lnTo>
                    <a:pt x="5884240" y="1733568"/>
                  </a:lnTo>
                  <a:lnTo>
                    <a:pt x="5939006" y="1726283"/>
                  </a:lnTo>
                  <a:lnTo>
                    <a:pt x="5994265" y="1718782"/>
                  </a:lnTo>
                  <a:lnTo>
                    <a:pt x="6049765" y="1711178"/>
                  </a:lnTo>
                  <a:lnTo>
                    <a:pt x="6105222" y="1703592"/>
                  </a:lnTo>
                  <a:lnTo>
                    <a:pt x="6160358" y="1696144"/>
                  </a:lnTo>
                  <a:lnTo>
                    <a:pt x="6214941" y="1688944"/>
                  </a:lnTo>
                  <a:lnTo>
                    <a:pt x="6268821" y="1682086"/>
                  </a:lnTo>
                  <a:lnTo>
                    <a:pt x="6321960" y="1675646"/>
                  </a:lnTo>
                  <a:lnTo>
                    <a:pt x="6374460" y="1669677"/>
                  </a:lnTo>
                  <a:lnTo>
                    <a:pt x="6426581" y="1664206"/>
                  </a:lnTo>
                  <a:lnTo>
                    <a:pt x="6478768" y="1659242"/>
                  </a:lnTo>
                  <a:lnTo>
                    <a:pt x="6515891" y="1656045"/>
                  </a:lnTo>
                  <a:lnTo>
                    <a:pt x="6564304" y="1652311"/>
                  </a:lnTo>
                  <a:lnTo>
                    <a:pt x="6614461" y="1648969"/>
                  </a:lnTo>
                  <a:lnTo>
                    <a:pt x="6667219" y="1645996"/>
                  </a:lnTo>
                  <a:lnTo>
                    <a:pt x="6723530" y="1643356"/>
                  </a:lnTo>
                  <a:lnTo>
                    <a:pt x="6784355" y="1641009"/>
                  </a:lnTo>
                  <a:lnTo>
                    <a:pt x="6850570" y="1638917"/>
                  </a:lnTo>
                  <a:lnTo>
                    <a:pt x="6922849" y="1637048"/>
                  </a:lnTo>
                  <a:lnTo>
                    <a:pt x="7001501" y="1635376"/>
                  </a:lnTo>
                  <a:lnTo>
                    <a:pt x="7086259" y="1633884"/>
                  </a:lnTo>
                  <a:lnTo>
                    <a:pt x="7176040" y="1632563"/>
                  </a:lnTo>
                  <a:lnTo>
                    <a:pt x="7268731" y="1631409"/>
                  </a:lnTo>
                  <a:lnTo>
                    <a:pt x="7361091" y="1630424"/>
                  </a:lnTo>
                  <a:lnTo>
                    <a:pt x="7448922" y="1629614"/>
                  </a:lnTo>
                  <a:lnTo>
                    <a:pt x="7527575" y="1628980"/>
                  </a:lnTo>
                  <a:lnTo>
                    <a:pt x="7592800" y="1628516"/>
                  </a:lnTo>
                  <a:lnTo>
                    <a:pt x="7641726" y="1628207"/>
                  </a:lnTo>
                  <a:lnTo>
                    <a:pt x="7673635" y="1628027"/>
                  </a:lnTo>
                  <a:lnTo>
                    <a:pt x="7690298" y="1627942"/>
                  </a:lnTo>
                  <a:lnTo>
                    <a:pt x="7695817" y="1627917"/>
                  </a:lnTo>
                  <a:lnTo>
                    <a:pt x="7696237" y="1627915"/>
                  </a:lnTo>
                  <a:lnTo>
                    <a:pt x="8234974" y="1627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5" name="pl835"/>
            <p:cNvSpPr/>
            <p:nvPr/>
          </p:nvSpPr>
          <p:spPr>
            <a:xfrm>
              <a:off x="546595" y="4104290"/>
              <a:ext cx="8234974" cy="1796696"/>
            </a:xfrm>
            <a:custGeom>
              <a:avLst/>
              <a:pathLst>
                <a:path w="8234974" h="1796696">
                  <a:moveTo>
                    <a:pt x="8234974" y="1627915"/>
                  </a:moveTo>
                  <a:lnTo>
                    <a:pt x="7696237" y="1627915"/>
                  </a:lnTo>
                  <a:lnTo>
                    <a:pt x="7694935" y="1627921"/>
                  </a:lnTo>
                  <a:lnTo>
                    <a:pt x="7686439" y="1627961"/>
                  </a:lnTo>
                  <a:lnTo>
                    <a:pt x="7665262" y="1628072"/>
                  </a:lnTo>
                  <a:lnTo>
                    <a:pt x="7628006" y="1628290"/>
                  </a:lnTo>
                  <a:lnTo>
                    <a:pt x="7573698" y="1628646"/>
                  </a:lnTo>
                  <a:lnTo>
                    <a:pt x="7503799" y="1629163"/>
                  </a:lnTo>
                  <a:lnTo>
                    <a:pt x="7421724" y="1629853"/>
                  </a:lnTo>
                  <a:lnTo>
                    <a:pt x="7331953" y="1630719"/>
                  </a:lnTo>
                  <a:lnTo>
                    <a:pt x="7239071" y="1631758"/>
                  </a:lnTo>
                  <a:lnTo>
                    <a:pt x="7147009" y="1632965"/>
                  </a:lnTo>
                  <a:lnTo>
                    <a:pt x="7058651" y="1634341"/>
                  </a:lnTo>
                  <a:lnTo>
                    <a:pt x="6975763" y="1635888"/>
                  </a:lnTo>
                  <a:lnTo>
                    <a:pt x="6899144" y="1637620"/>
                  </a:lnTo>
                  <a:lnTo>
                    <a:pt x="6828851" y="1639557"/>
                  </a:lnTo>
                  <a:lnTo>
                    <a:pt x="6764438" y="1641727"/>
                  </a:lnTo>
                  <a:lnTo>
                    <a:pt x="6705152" y="1644163"/>
                  </a:lnTo>
                  <a:lnTo>
                    <a:pt x="6650079" y="1646905"/>
                  </a:lnTo>
                  <a:lnTo>
                    <a:pt x="6598249" y="1649992"/>
                  </a:lnTo>
                  <a:lnTo>
                    <a:pt x="6548733" y="1653458"/>
                  </a:lnTo>
                  <a:lnTo>
                    <a:pt x="6515891" y="1656045"/>
                  </a:lnTo>
                  <a:lnTo>
                    <a:pt x="6463279" y="1660659"/>
                  </a:lnTo>
                  <a:lnTo>
                    <a:pt x="6411170" y="1665772"/>
                  </a:lnTo>
                  <a:lnTo>
                    <a:pt x="6358974" y="1671393"/>
                  </a:lnTo>
                  <a:lnTo>
                    <a:pt x="6306305" y="1677505"/>
                  </a:lnTo>
                  <a:lnTo>
                    <a:pt x="6252950" y="1684075"/>
                  </a:lnTo>
                  <a:lnTo>
                    <a:pt x="6198853" y="1691043"/>
                  </a:lnTo>
                  <a:lnTo>
                    <a:pt x="6144086" y="1698328"/>
                  </a:lnTo>
                  <a:lnTo>
                    <a:pt x="6088828" y="1705829"/>
                  </a:lnTo>
                  <a:lnTo>
                    <a:pt x="6033328" y="1713433"/>
                  </a:lnTo>
                  <a:lnTo>
                    <a:pt x="5977871" y="1721019"/>
                  </a:lnTo>
                  <a:lnTo>
                    <a:pt x="5922734" y="1728467"/>
                  </a:lnTo>
                  <a:lnTo>
                    <a:pt x="5868151" y="1735667"/>
                  </a:lnTo>
                  <a:lnTo>
                    <a:pt x="5814272" y="1742525"/>
                  </a:lnTo>
                  <a:lnTo>
                    <a:pt x="5761132" y="1748965"/>
                  </a:lnTo>
                  <a:lnTo>
                    <a:pt x="5708632" y="1754934"/>
                  </a:lnTo>
                  <a:lnTo>
                    <a:pt x="5656511" y="1760405"/>
                  </a:lnTo>
                  <a:lnTo>
                    <a:pt x="5604325" y="1765369"/>
                  </a:lnTo>
                  <a:lnTo>
                    <a:pt x="5567201" y="1768566"/>
                  </a:lnTo>
                  <a:lnTo>
                    <a:pt x="5518789" y="1772300"/>
                  </a:lnTo>
                  <a:lnTo>
                    <a:pt x="5468631" y="1775642"/>
                  </a:lnTo>
                  <a:lnTo>
                    <a:pt x="5415873" y="1778615"/>
                  </a:lnTo>
                  <a:lnTo>
                    <a:pt x="5359562" y="1781255"/>
                  </a:lnTo>
                  <a:lnTo>
                    <a:pt x="5298738" y="1783602"/>
                  </a:lnTo>
                  <a:lnTo>
                    <a:pt x="5232523" y="1785694"/>
                  </a:lnTo>
                  <a:lnTo>
                    <a:pt x="5160244" y="1787563"/>
                  </a:lnTo>
                  <a:lnTo>
                    <a:pt x="5081592" y="1789235"/>
                  </a:lnTo>
                  <a:lnTo>
                    <a:pt x="4996833" y="1790727"/>
                  </a:lnTo>
                  <a:lnTo>
                    <a:pt x="4907052" y="1792048"/>
                  </a:lnTo>
                  <a:lnTo>
                    <a:pt x="4814362" y="1793202"/>
                  </a:lnTo>
                  <a:lnTo>
                    <a:pt x="4722001" y="1794187"/>
                  </a:lnTo>
                  <a:lnTo>
                    <a:pt x="4634171" y="1794997"/>
                  </a:lnTo>
                  <a:lnTo>
                    <a:pt x="4555518" y="1795631"/>
                  </a:lnTo>
                  <a:lnTo>
                    <a:pt x="4490292" y="1796095"/>
                  </a:lnTo>
                  <a:lnTo>
                    <a:pt x="4441367" y="1796404"/>
                  </a:lnTo>
                  <a:lnTo>
                    <a:pt x="4409457" y="1796584"/>
                  </a:lnTo>
                  <a:lnTo>
                    <a:pt x="4392794" y="1796669"/>
                  </a:lnTo>
                  <a:lnTo>
                    <a:pt x="4387276" y="1796694"/>
                  </a:lnTo>
                  <a:lnTo>
                    <a:pt x="4386855" y="1796696"/>
                  </a:lnTo>
                  <a:lnTo>
                    <a:pt x="3848118" y="1796696"/>
                  </a:lnTo>
                  <a:lnTo>
                    <a:pt x="3846874" y="1796639"/>
                  </a:lnTo>
                  <a:lnTo>
                    <a:pt x="3838746" y="1796230"/>
                  </a:lnTo>
                  <a:lnTo>
                    <a:pt x="3818453" y="1795102"/>
                  </a:lnTo>
                  <a:lnTo>
                    <a:pt x="3782666" y="1792887"/>
                  </a:lnTo>
                  <a:lnTo>
                    <a:pt x="3730326" y="1789263"/>
                  </a:lnTo>
                  <a:lnTo>
                    <a:pt x="3662682" y="1783993"/>
                  </a:lnTo>
                  <a:lnTo>
                    <a:pt x="3582866" y="1776943"/>
                  </a:lnTo>
                  <a:lnTo>
                    <a:pt x="3495102" y="1768079"/>
                  </a:lnTo>
                  <a:lnTo>
                    <a:pt x="3403799" y="1757424"/>
                  </a:lnTo>
                  <a:lnTo>
                    <a:pt x="3312824" y="1745022"/>
                  </a:lnTo>
                  <a:lnTo>
                    <a:pt x="3225086" y="1730891"/>
                  </a:lnTo>
                  <a:lnTo>
                    <a:pt x="3142437" y="1714995"/>
                  </a:lnTo>
                  <a:lnTo>
                    <a:pt x="3065786" y="1697223"/>
                  </a:lnTo>
                  <a:lnTo>
                    <a:pt x="2995304" y="1677387"/>
                  </a:lnTo>
                  <a:lnTo>
                    <a:pt x="2930649" y="1655220"/>
                  </a:lnTo>
                  <a:lnTo>
                    <a:pt x="2871151" y="1630386"/>
                  </a:lnTo>
                  <a:lnTo>
                    <a:pt x="2815963" y="1602497"/>
                  </a:lnTo>
                  <a:lnTo>
                    <a:pt x="2764166" y="1571147"/>
                  </a:lnTo>
                  <a:lnTo>
                    <a:pt x="2714852" y="1535972"/>
                  </a:lnTo>
                  <a:lnTo>
                    <a:pt x="2667772" y="1497246"/>
                  </a:lnTo>
                  <a:lnTo>
                    <a:pt x="2626106" y="1458850"/>
                  </a:lnTo>
                  <a:lnTo>
                    <a:pt x="2584844" y="1417143"/>
                  </a:lnTo>
                  <a:lnTo>
                    <a:pt x="2543662" y="1372063"/>
                  </a:lnTo>
                  <a:lnTo>
                    <a:pt x="2502318" y="1323626"/>
                  </a:lnTo>
                  <a:lnTo>
                    <a:pt x="2460645" y="1271932"/>
                  </a:lnTo>
                  <a:lnTo>
                    <a:pt x="2418546" y="1217179"/>
                  </a:lnTo>
                  <a:lnTo>
                    <a:pt x="2375980" y="1159657"/>
                  </a:lnTo>
                  <a:lnTo>
                    <a:pt x="2332962" y="1099753"/>
                  </a:lnTo>
                  <a:lnTo>
                    <a:pt x="2289554" y="1037943"/>
                  </a:lnTo>
                  <a:lnTo>
                    <a:pt x="2245854" y="974772"/>
                  </a:lnTo>
                  <a:lnTo>
                    <a:pt x="2201987" y="910844"/>
                  </a:lnTo>
                  <a:lnTo>
                    <a:pt x="2158091" y="846791"/>
                  </a:lnTo>
                  <a:lnTo>
                    <a:pt x="2114310" y="783252"/>
                  </a:lnTo>
                  <a:lnTo>
                    <a:pt x="2070774" y="720843"/>
                  </a:lnTo>
                  <a:lnTo>
                    <a:pt x="2027595" y="660135"/>
                  </a:lnTo>
                  <a:lnTo>
                    <a:pt x="1984849" y="601633"/>
                  </a:lnTo>
                  <a:lnTo>
                    <a:pt x="1942569" y="545760"/>
                  </a:lnTo>
                  <a:lnTo>
                    <a:pt x="1900738" y="492845"/>
                  </a:lnTo>
                  <a:lnTo>
                    <a:pt x="1859282" y="443121"/>
                  </a:lnTo>
                  <a:lnTo>
                    <a:pt x="1818061" y="396726"/>
                  </a:lnTo>
                  <a:lnTo>
                    <a:pt x="1776864" y="353707"/>
                  </a:lnTo>
                  <a:lnTo>
                    <a:pt x="1735400" y="314032"/>
                  </a:lnTo>
                  <a:lnTo>
                    <a:pt x="1719082" y="299449"/>
                  </a:lnTo>
                  <a:lnTo>
                    <a:pt x="1671423" y="260278"/>
                  </a:lnTo>
                  <a:lnTo>
                    <a:pt x="1622084" y="225150"/>
                  </a:lnTo>
                  <a:lnTo>
                    <a:pt x="1570251" y="193844"/>
                  </a:lnTo>
                  <a:lnTo>
                    <a:pt x="1515017" y="165994"/>
                  </a:lnTo>
                  <a:lnTo>
                    <a:pt x="1455463" y="141194"/>
                  </a:lnTo>
                  <a:lnTo>
                    <a:pt x="1390741" y="119057"/>
                  </a:lnTo>
                  <a:lnTo>
                    <a:pt x="1320186" y="99247"/>
                  </a:lnTo>
                  <a:lnTo>
                    <a:pt x="1243461" y="81499"/>
                  </a:lnTo>
                  <a:lnTo>
                    <a:pt x="1160744" y="65624"/>
                  </a:lnTo>
                  <a:lnTo>
                    <a:pt x="1072954" y="51514"/>
                  </a:lnTo>
                  <a:lnTo>
                    <a:pt x="981955" y="39133"/>
                  </a:lnTo>
                  <a:lnTo>
                    <a:pt x="890671" y="28500"/>
                  </a:lnTo>
                  <a:lnTo>
                    <a:pt x="802975" y="19657"/>
                  </a:lnTo>
                  <a:lnTo>
                    <a:pt x="723282" y="12629"/>
                  </a:lnTo>
                  <a:lnTo>
                    <a:pt x="655805" y="7380"/>
                  </a:lnTo>
                  <a:lnTo>
                    <a:pt x="603662" y="3774"/>
                  </a:lnTo>
                  <a:lnTo>
                    <a:pt x="568071" y="1574"/>
                  </a:lnTo>
                  <a:lnTo>
                    <a:pt x="547947" y="456"/>
                  </a:lnTo>
                  <a:lnTo>
                    <a:pt x="539937" y="5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6" name="pg836"/>
            <p:cNvSpPr/>
            <p:nvPr/>
          </p:nvSpPr>
          <p:spPr>
            <a:xfrm>
              <a:off x="546595" y="1137019"/>
              <a:ext cx="8234974" cy="2390150"/>
            </a:xfrm>
            <a:custGeom>
              <a:avLst/>
              <a:pathLst>
                <a:path w="8234974" h="2390150">
                  <a:moveTo>
                    <a:pt x="0" y="2390150"/>
                  </a:moveTo>
                  <a:lnTo>
                    <a:pt x="538736" y="2390150"/>
                  </a:lnTo>
                  <a:lnTo>
                    <a:pt x="539986" y="2390096"/>
                  </a:lnTo>
                  <a:lnTo>
                    <a:pt x="548149" y="2389707"/>
                  </a:lnTo>
                  <a:lnTo>
                    <a:pt x="568529" y="2388631"/>
                  </a:lnTo>
                  <a:lnTo>
                    <a:pt x="604458" y="2386521"/>
                  </a:lnTo>
                  <a:lnTo>
                    <a:pt x="656989" y="2383068"/>
                  </a:lnTo>
                  <a:lnTo>
                    <a:pt x="724853" y="2378048"/>
                  </a:lnTo>
                  <a:lnTo>
                    <a:pt x="804890" y="2371335"/>
                  </a:lnTo>
                  <a:lnTo>
                    <a:pt x="892853" y="2362894"/>
                  </a:lnTo>
                  <a:lnTo>
                    <a:pt x="984312" y="2352751"/>
                  </a:lnTo>
                  <a:lnTo>
                    <a:pt x="1075397" y="2340946"/>
                  </a:lnTo>
                  <a:lnTo>
                    <a:pt x="1163199" y="2327497"/>
                  </a:lnTo>
                  <a:lnTo>
                    <a:pt x="1245874" y="2312366"/>
                  </a:lnTo>
                  <a:lnTo>
                    <a:pt x="1322524" y="2295449"/>
                  </a:lnTo>
                  <a:lnTo>
                    <a:pt x="1392988" y="2276563"/>
                  </a:lnTo>
                  <a:lnTo>
                    <a:pt x="1457620" y="2255454"/>
                  </a:lnTo>
                  <a:lnTo>
                    <a:pt x="1517096" y="2231799"/>
                  </a:lnTo>
                  <a:lnTo>
                    <a:pt x="1572271" y="2205229"/>
                  </a:lnTo>
                  <a:lnTo>
                    <a:pt x="1624070" y="2175356"/>
                  </a:lnTo>
                  <a:lnTo>
                    <a:pt x="1673402" y="2141835"/>
                  </a:lnTo>
                  <a:lnTo>
                    <a:pt x="1719082" y="2106127"/>
                  </a:lnTo>
                  <a:lnTo>
                    <a:pt x="1761413" y="2069099"/>
                  </a:lnTo>
                  <a:lnTo>
                    <a:pt x="1803332" y="2028828"/>
                  </a:lnTo>
                  <a:lnTo>
                    <a:pt x="1845177" y="1985254"/>
                  </a:lnTo>
                  <a:lnTo>
                    <a:pt x="1887200" y="1938395"/>
                  </a:lnTo>
                  <a:lnTo>
                    <a:pt x="1929570" y="1888358"/>
                  </a:lnTo>
                  <a:lnTo>
                    <a:pt x="1972386" y="1835344"/>
                  </a:lnTo>
                  <a:lnTo>
                    <a:pt x="2015684" y="1779652"/>
                  </a:lnTo>
                  <a:lnTo>
                    <a:pt x="2059444" y="1721677"/>
                  </a:lnTo>
                  <a:lnTo>
                    <a:pt x="2103595" y="1661899"/>
                  </a:lnTo>
                  <a:lnTo>
                    <a:pt x="2148031" y="1600873"/>
                  </a:lnTo>
                  <a:lnTo>
                    <a:pt x="2192617" y="1539203"/>
                  </a:lnTo>
                  <a:lnTo>
                    <a:pt x="2237206" y="1477521"/>
                  </a:lnTo>
                  <a:lnTo>
                    <a:pt x="2281650" y="1416460"/>
                  </a:lnTo>
                  <a:lnTo>
                    <a:pt x="2325813" y="1356627"/>
                  </a:lnTo>
                  <a:lnTo>
                    <a:pt x="2369588" y="1298578"/>
                  </a:lnTo>
                  <a:lnTo>
                    <a:pt x="2412904" y="1242795"/>
                  </a:lnTo>
                  <a:lnTo>
                    <a:pt x="2455738" y="1189678"/>
                  </a:lnTo>
                  <a:lnTo>
                    <a:pt x="2498122" y="1139529"/>
                  </a:lnTo>
                  <a:lnTo>
                    <a:pt x="2540155" y="1092552"/>
                  </a:lnTo>
                  <a:lnTo>
                    <a:pt x="2582003" y="1048858"/>
                  </a:lnTo>
                  <a:lnTo>
                    <a:pt x="2623914" y="1008468"/>
                  </a:lnTo>
                  <a:lnTo>
                    <a:pt x="2666222" y="971324"/>
                  </a:lnTo>
                  <a:lnTo>
                    <a:pt x="2667772" y="970034"/>
                  </a:lnTo>
                  <a:lnTo>
                    <a:pt x="2715505" y="932827"/>
                  </a:lnTo>
                  <a:lnTo>
                    <a:pt x="2764924" y="899467"/>
                  </a:lnTo>
                  <a:lnTo>
                    <a:pt x="2816847" y="869742"/>
                  </a:lnTo>
                  <a:lnTo>
                    <a:pt x="2872186" y="843303"/>
                  </a:lnTo>
                  <a:lnTo>
                    <a:pt x="2931864" y="819763"/>
                  </a:lnTo>
                  <a:lnTo>
                    <a:pt x="2996731" y="798754"/>
                  </a:lnTo>
                  <a:lnTo>
                    <a:pt x="3067454" y="779956"/>
                  </a:lnTo>
                  <a:lnTo>
                    <a:pt x="3144366" y="763118"/>
                  </a:lnTo>
                  <a:lnTo>
                    <a:pt x="3227283" y="748060"/>
                  </a:lnTo>
                  <a:lnTo>
                    <a:pt x="3315269" y="734681"/>
                  </a:lnTo>
                  <a:lnTo>
                    <a:pt x="3406436" y="722946"/>
                  </a:lnTo>
                  <a:lnTo>
                    <a:pt x="3497832" y="712874"/>
                  </a:lnTo>
                  <a:lnTo>
                    <a:pt x="3585550" y="704507"/>
                  </a:lnTo>
                  <a:lnTo>
                    <a:pt x="3665153" y="697866"/>
                  </a:lnTo>
                  <a:lnTo>
                    <a:pt x="3732420" y="692916"/>
                  </a:lnTo>
                  <a:lnTo>
                    <a:pt x="3784257" y="689526"/>
                  </a:lnTo>
                  <a:lnTo>
                    <a:pt x="3819489" y="687465"/>
                  </a:lnTo>
                  <a:lnTo>
                    <a:pt x="3839268" y="686426"/>
                  </a:lnTo>
                  <a:lnTo>
                    <a:pt x="3847018" y="686059"/>
                  </a:lnTo>
                  <a:lnTo>
                    <a:pt x="3848118" y="686011"/>
                  </a:lnTo>
                  <a:lnTo>
                    <a:pt x="4386855" y="686011"/>
                  </a:lnTo>
                  <a:lnTo>
                    <a:pt x="4388149" y="685988"/>
                  </a:lnTo>
                  <a:lnTo>
                    <a:pt x="4396593" y="685827"/>
                  </a:lnTo>
                  <a:lnTo>
                    <a:pt x="4417645" y="685382"/>
                  </a:lnTo>
                  <a:lnTo>
                    <a:pt x="4454692" y="684509"/>
                  </a:lnTo>
                  <a:lnTo>
                    <a:pt x="4508722" y="683082"/>
                  </a:lnTo>
                  <a:lnTo>
                    <a:pt x="4578303" y="681010"/>
                  </a:lnTo>
                  <a:lnTo>
                    <a:pt x="4660062" y="678243"/>
                  </a:lnTo>
                  <a:lnTo>
                    <a:pt x="4749554" y="674771"/>
                  </a:lnTo>
                  <a:lnTo>
                    <a:pt x="4842218" y="670604"/>
                  </a:lnTo>
                  <a:lnTo>
                    <a:pt x="4934131" y="665759"/>
                  </a:lnTo>
                  <a:lnTo>
                    <a:pt x="5022407" y="660241"/>
                  </a:lnTo>
                  <a:lnTo>
                    <a:pt x="5105264" y="654032"/>
                  </a:lnTo>
                  <a:lnTo>
                    <a:pt x="5181890" y="647083"/>
                  </a:lnTo>
                  <a:lnTo>
                    <a:pt x="5252211" y="639316"/>
                  </a:lnTo>
                  <a:lnTo>
                    <a:pt x="5316658" y="630619"/>
                  </a:lnTo>
                  <a:lnTo>
                    <a:pt x="5375973" y="620855"/>
                  </a:lnTo>
                  <a:lnTo>
                    <a:pt x="5431061" y="609869"/>
                  </a:lnTo>
                  <a:lnTo>
                    <a:pt x="5482883" y="597503"/>
                  </a:lnTo>
                  <a:lnTo>
                    <a:pt x="5532368" y="583620"/>
                  </a:lnTo>
                  <a:lnTo>
                    <a:pt x="5567201" y="572583"/>
                  </a:lnTo>
                  <a:lnTo>
                    <a:pt x="5617364" y="554897"/>
                  </a:lnTo>
                  <a:lnTo>
                    <a:pt x="5667042" y="535381"/>
                  </a:lnTo>
                  <a:lnTo>
                    <a:pt x="5716757" y="514008"/>
                  </a:lnTo>
                  <a:lnTo>
                    <a:pt x="5766866" y="490817"/>
                  </a:lnTo>
                  <a:lnTo>
                    <a:pt x="5817572" y="465921"/>
                  </a:lnTo>
                  <a:lnTo>
                    <a:pt x="5868954" y="439508"/>
                  </a:lnTo>
                  <a:lnTo>
                    <a:pt x="5920974" y="411843"/>
                  </a:lnTo>
                  <a:lnTo>
                    <a:pt x="5973503" y="383258"/>
                  </a:lnTo>
                  <a:lnTo>
                    <a:pt x="6026343" y="354135"/>
                  </a:lnTo>
                  <a:lnTo>
                    <a:pt x="6079254" y="324890"/>
                  </a:lnTo>
                  <a:lnTo>
                    <a:pt x="6131989" y="295946"/>
                  </a:lnTo>
                  <a:lnTo>
                    <a:pt x="6184322" y="267708"/>
                  </a:lnTo>
                  <a:lnTo>
                    <a:pt x="6236082" y="240539"/>
                  </a:lnTo>
                  <a:lnTo>
                    <a:pt x="6287174" y="214744"/>
                  </a:lnTo>
                  <a:lnTo>
                    <a:pt x="6337610" y="190554"/>
                  </a:lnTo>
                  <a:lnTo>
                    <a:pt x="6387518" y="168128"/>
                  </a:lnTo>
                  <a:lnTo>
                    <a:pt x="6437165" y="147544"/>
                  </a:lnTo>
                  <a:lnTo>
                    <a:pt x="6486974" y="128813"/>
                  </a:lnTo>
                  <a:lnTo>
                    <a:pt x="6515891" y="118872"/>
                  </a:lnTo>
                  <a:lnTo>
                    <a:pt x="6564198" y="103846"/>
                  </a:lnTo>
                  <a:lnTo>
                    <a:pt x="6614240" y="90393"/>
                  </a:lnTo>
                  <a:lnTo>
                    <a:pt x="6666868" y="78422"/>
                  </a:lnTo>
                  <a:lnTo>
                    <a:pt x="6723027" y="67790"/>
                  </a:lnTo>
                  <a:lnTo>
                    <a:pt x="6783672" y="58336"/>
                  </a:lnTo>
                  <a:lnTo>
                    <a:pt x="6849676" y="49908"/>
                  </a:lnTo>
                  <a:lnTo>
                    <a:pt x="6921712" y="42376"/>
                  </a:lnTo>
                  <a:lnTo>
                    <a:pt x="7000092" y="35638"/>
                  </a:lnTo>
                  <a:lnTo>
                    <a:pt x="7084563" y="29623"/>
                  </a:lnTo>
                  <a:lnTo>
                    <a:pt x="7174067" y="24292"/>
                  </a:lnTo>
                  <a:lnTo>
                    <a:pt x="7266524" y="19633"/>
                  </a:lnTo>
                  <a:lnTo>
                    <a:pt x="7358741" y="15655"/>
                  </a:lnTo>
                  <a:lnTo>
                    <a:pt x="7446566" y="12377"/>
                  </a:lnTo>
                  <a:lnTo>
                    <a:pt x="7525380" y="9805"/>
                  </a:lnTo>
                  <a:lnTo>
                    <a:pt x="7590938" y="7918"/>
                  </a:lnTo>
                  <a:lnTo>
                    <a:pt x="7640326" y="6654"/>
                  </a:lnTo>
                  <a:lnTo>
                    <a:pt x="7672754" y="5913"/>
                  </a:lnTo>
                  <a:lnTo>
                    <a:pt x="7689893" y="5561"/>
                  </a:lnTo>
                  <a:lnTo>
                    <a:pt x="7695738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6868" y="680621"/>
                  </a:lnTo>
                  <a:lnTo>
                    <a:pt x="3838705" y="681010"/>
                  </a:lnTo>
                  <a:lnTo>
                    <a:pt x="3818326" y="682085"/>
                  </a:lnTo>
                  <a:lnTo>
                    <a:pt x="3782397" y="684196"/>
                  </a:lnTo>
                  <a:lnTo>
                    <a:pt x="3729866" y="687648"/>
                  </a:lnTo>
                  <a:lnTo>
                    <a:pt x="3662002" y="692668"/>
                  </a:lnTo>
                  <a:lnTo>
                    <a:pt x="3581964" y="699382"/>
                  </a:lnTo>
                  <a:lnTo>
                    <a:pt x="3494002" y="707822"/>
                  </a:lnTo>
                  <a:lnTo>
                    <a:pt x="3402542" y="717965"/>
                  </a:lnTo>
                  <a:lnTo>
                    <a:pt x="3311458" y="729770"/>
                  </a:lnTo>
                  <a:lnTo>
                    <a:pt x="3223655" y="743219"/>
                  </a:lnTo>
                  <a:lnTo>
                    <a:pt x="3140981" y="758350"/>
                  </a:lnTo>
                  <a:lnTo>
                    <a:pt x="3064331" y="775267"/>
                  </a:lnTo>
                  <a:lnTo>
                    <a:pt x="2993867" y="794153"/>
                  </a:lnTo>
                  <a:lnTo>
                    <a:pt x="2929235" y="815262"/>
                  </a:lnTo>
                  <a:lnTo>
                    <a:pt x="2869759" y="838917"/>
                  </a:lnTo>
                  <a:lnTo>
                    <a:pt x="2814583" y="865488"/>
                  </a:lnTo>
                  <a:lnTo>
                    <a:pt x="2762785" y="895361"/>
                  </a:lnTo>
                  <a:lnTo>
                    <a:pt x="2713453" y="928881"/>
                  </a:lnTo>
                  <a:lnTo>
                    <a:pt x="2667772" y="964589"/>
                  </a:lnTo>
                  <a:lnTo>
                    <a:pt x="2625441" y="1001618"/>
                  </a:lnTo>
                  <a:lnTo>
                    <a:pt x="2583523" y="1041889"/>
                  </a:lnTo>
                  <a:lnTo>
                    <a:pt x="2541677" y="1085463"/>
                  </a:lnTo>
                  <a:lnTo>
                    <a:pt x="2499655" y="1132321"/>
                  </a:lnTo>
                  <a:lnTo>
                    <a:pt x="2457285" y="1182358"/>
                  </a:lnTo>
                  <a:lnTo>
                    <a:pt x="2414468" y="1235373"/>
                  </a:lnTo>
                  <a:lnTo>
                    <a:pt x="2371170" y="1291064"/>
                  </a:lnTo>
                  <a:lnTo>
                    <a:pt x="2327411" y="1349040"/>
                  </a:lnTo>
                  <a:lnTo>
                    <a:pt x="2283260" y="1408817"/>
                  </a:lnTo>
                  <a:lnTo>
                    <a:pt x="2238824" y="1469843"/>
                  </a:lnTo>
                  <a:lnTo>
                    <a:pt x="2194238" y="1531514"/>
                  </a:lnTo>
                  <a:lnTo>
                    <a:pt x="2149649" y="1593196"/>
                  </a:lnTo>
                  <a:lnTo>
                    <a:pt x="2105205" y="1654256"/>
                  </a:lnTo>
                  <a:lnTo>
                    <a:pt x="2061041" y="1714089"/>
                  </a:lnTo>
                  <a:lnTo>
                    <a:pt x="2017266" y="1772139"/>
                  </a:lnTo>
                  <a:lnTo>
                    <a:pt x="1973950" y="1827921"/>
                  </a:lnTo>
                  <a:lnTo>
                    <a:pt x="1931117" y="1881038"/>
                  </a:lnTo>
                  <a:lnTo>
                    <a:pt x="1888732" y="1931188"/>
                  </a:lnTo>
                  <a:lnTo>
                    <a:pt x="1846699" y="1978164"/>
                  </a:lnTo>
                  <a:lnTo>
                    <a:pt x="1804851" y="2021858"/>
                  </a:lnTo>
                  <a:lnTo>
                    <a:pt x="1762941" y="2062249"/>
                  </a:lnTo>
                  <a:lnTo>
                    <a:pt x="1720632" y="2099393"/>
                  </a:lnTo>
                  <a:lnTo>
                    <a:pt x="1719082" y="2100682"/>
                  </a:lnTo>
                  <a:lnTo>
                    <a:pt x="1671349" y="2137889"/>
                  </a:lnTo>
                  <a:lnTo>
                    <a:pt x="1621931" y="2171249"/>
                  </a:lnTo>
                  <a:lnTo>
                    <a:pt x="1570007" y="2200975"/>
                  </a:lnTo>
                  <a:lnTo>
                    <a:pt x="1514669" y="2227414"/>
                  </a:lnTo>
                  <a:lnTo>
                    <a:pt x="1454990" y="2250953"/>
                  </a:lnTo>
                  <a:lnTo>
                    <a:pt x="1390123" y="2271963"/>
                  </a:lnTo>
                  <a:lnTo>
                    <a:pt x="1319401" y="2290760"/>
                  </a:lnTo>
                  <a:lnTo>
                    <a:pt x="1242488" y="2307598"/>
                  </a:lnTo>
                  <a:lnTo>
                    <a:pt x="1159572" y="2322656"/>
                  </a:lnTo>
                  <a:lnTo>
                    <a:pt x="1071586" y="2336036"/>
                  </a:lnTo>
                  <a:lnTo>
                    <a:pt x="980419" y="2347770"/>
                  </a:lnTo>
                  <a:lnTo>
                    <a:pt x="889023" y="2357842"/>
                  </a:lnTo>
                  <a:lnTo>
                    <a:pt x="801305" y="2366210"/>
                  </a:lnTo>
                  <a:lnTo>
                    <a:pt x="721702" y="2372850"/>
                  </a:lnTo>
                  <a:lnTo>
                    <a:pt x="654434" y="2377800"/>
                  </a:lnTo>
                  <a:lnTo>
                    <a:pt x="602597" y="2381191"/>
                  </a:lnTo>
                  <a:lnTo>
                    <a:pt x="567365" y="2383251"/>
                  </a:lnTo>
                  <a:lnTo>
                    <a:pt x="547587" y="2384290"/>
                  </a:lnTo>
                  <a:lnTo>
                    <a:pt x="539837" y="2384658"/>
                  </a:lnTo>
                  <a:lnTo>
                    <a:pt x="538736" y="2384705"/>
                  </a:lnTo>
                  <a:lnTo>
                    <a:pt x="0" y="238470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37" name="pl837"/>
            <p:cNvSpPr/>
            <p:nvPr/>
          </p:nvSpPr>
          <p:spPr>
            <a:xfrm>
              <a:off x="546595" y="1142463"/>
              <a:ext cx="8234974" cy="2384705"/>
            </a:xfrm>
            <a:custGeom>
              <a:avLst/>
              <a:pathLst>
                <a:path w="8234974" h="2384705">
                  <a:moveTo>
                    <a:pt x="0" y="2384705"/>
                  </a:moveTo>
                  <a:lnTo>
                    <a:pt x="538736" y="2384705"/>
                  </a:lnTo>
                  <a:lnTo>
                    <a:pt x="539986" y="2384651"/>
                  </a:lnTo>
                  <a:lnTo>
                    <a:pt x="548149" y="2384262"/>
                  </a:lnTo>
                  <a:lnTo>
                    <a:pt x="568529" y="2383187"/>
                  </a:lnTo>
                  <a:lnTo>
                    <a:pt x="604458" y="2381076"/>
                  </a:lnTo>
                  <a:lnTo>
                    <a:pt x="656989" y="2377623"/>
                  </a:lnTo>
                  <a:lnTo>
                    <a:pt x="724853" y="2372603"/>
                  </a:lnTo>
                  <a:lnTo>
                    <a:pt x="804890" y="2365890"/>
                  </a:lnTo>
                  <a:lnTo>
                    <a:pt x="892853" y="2357450"/>
                  </a:lnTo>
                  <a:lnTo>
                    <a:pt x="984312" y="2347306"/>
                  </a:lnTo>
                  <a:lnTo>
                    <a:pt x="1075397" y="2335502"/>
                  </a:lnTo>
                  <a:lnTo>
                    <a:pt x="1163199" y="2322052"/>
                  </a:lnTo>
                  <a:lnTo>
                    <a:pt x="1245874" y="2306922"/>
                  </a:lnTo>
                  <a:lnTo>
                    <a:pt x="1322524" y="2290004"/>
                  </a:lnTo>
                  <a:lnTo>
                    <a:pt x="1392988" y="2271119"/>
                  </a:lnTo>
                  <a:lnTo>
                    <a:pt x="1457620" y="2250009"/>
                  </a:lnTo>
                  <a:lnTo>
                    <a:pt x="1517096" y="2226355"/>
                  </a:lnTo>
                  <a:lnTo>
                    <a:pt x="1572271" y="2199784"/>
                  </a:lnTo>
                  <a:lnTo>
                    <a:pt x="1624070" y="2169911"/>
                  </a:lnTo>
                  <a:lnTo>
                    <a:pt x="1673402" y="2136390"/>
                  </a:lnTo>
                  <a:lnTo>
                    <a:pt x="1719082" y="2100682"/>
                  </a:lnTo>
                  <a:lnTo>
                    <a:pt x="1761413" y="2063654"/>
                  </a:lnTo>
                  <a:lnTo>
                    <a:pt x="1803332" y="2023383"/>
                  </a:lnTo>
                  <a:lnTo>
                    <a:pt x="1845177" y="1979809"/>
                  </a:lnTo>
                  <a:lnTo>
                    <a:pt x="1887200" y="1932950"/>
                  </a:lnTo>
                  <a:lnTo>
                    <a:pt x="1929570" y="1882913"/>
                  </a:lnTo>
                  <a:lnTo>
                    <a:pt x="1972386" y="1829899"/>
                  </a:lnTo>
                  <a:lnTo>
                    <a:pt x="2015684" y="1774207"/>
                  </a:lnTo>
                  <a:lnTo>
                    <a:pt x="2059444" y="1716232"/>
                  </a:lnTo>
                  <a:lnTo>
                    <a:pt x="2103595" y="1656455"/>
                  </a:lnTo>
                  <a:lnTo>
                    <a:pt x="2148031" y="1595428"/>
                  </a:lnTo>
                  <a:lnTo>
                    <a:pt x="2192617" y="1533758"/>
                  </a:lnTo>
                  <a:lnTo>
                    <a:pt x="2237206" y="1472076"/>
                  </a:lnTo>
                  <a:lnTo>
                    <a:pt x="2281650" y="1411016"/>
                  </a:lnTo>
                  <a:lnTo>
                    <a:pt x="2325813" y="1351183"/>
                  </a:lnTo>
                  <a:lnTo>
                    <a:pt x="2369588" y="1293133"/>
                  </a:lnTo>
                  <a:lnTo>
                    <a:pt x="2412904" y="1237351"/>
                  </a:lnTo>
                  <a:lnTo>
                    <a:pt x="2455738" y="1184234"/>
                  </a:lnTo>
                  <a:lnTo>
                    <a:pt x="2498122" y="1134084"/>
                  </a:lnTo>
                  <a:lnTo>
                    <a:pt x="2540155" y="1087108"/>
                  </a:lnTo>
                  <a:lnTo>
                    <a:pt x="2582003" y="1043413"/>
                  </a:lnTo>
                  <a:lnTo>
                    <a:pt x="2623914" y="1003023"/>
                  </a:lnTo>
                  <a:lnTo>
                    <a:pt x="2666222" y="965879"/>
                  </a:lnTo>
                  <a:lnTo>
                    <a:pt x="2667772" y="964589"/>
                  </a:lnTo>
                  <a:lnTo>
                    <a:pt x="2715505" y="927383"/>
                  </a:lnTo>
                  <a:lnTo>
                    <a:pt x="2764924" y="894023"/>
                  </a:lnTo>
                  <a:lnTo>
                    <a:pt x="2816847" y="864297"/>
                  </a:lnTo>
                  <a:lnTo>
                    <a:pt x="2872186" y="837858"/>
                  </a:lnTo>
                  <a:lnTo>
                    <a:pt x="2931864" y="814318"/>
                  </a:lnTo>
                  <a:lnTo>
                    <a:pt x="2996731" y="793309"/>
                  </a:lnTo>
                  <a:lnTo>
                    <a:pt x="3067454" y="774512"/>
                  </a:lnTo>
                  <a:lnTo>
                    <a:pt x="3144366" y="757673"/>
                  </a:lnTo>
                  <a:lnTo>
                    <a:pt x="3227283" y="742616"/>
                  </a:lnTo>
                  <a:lnTo>
                    <a:pt x="3315269" y="729236"/>
                  </a:lnTo>
                  <a:lnTo>
                    <a:pt x="3406436" y="717501"/>
                  </a:lnTo>
                  <a:lnTo>
                    <a:pt x="3497832" y="707430"/>
                  </a:lnTo>
                  <a:lnTo>
                    <a:pt x="3585550" y="699062"/>
                  </a:lnTo>
                  <a:lnTo>
                    <a:pt x="3665153" y="692422"/>
                  </a:lnTo>
                  <a:lnTo>
                    <a:pt x="3732420" y="687471"/>
                  </a:lnTo>
                  <a:lnTo>
                    <a:pt x="3784257" y="684081"/>
                  </a:lnTo>
                  <a:lnTo>
                    <a:pt x="3819489" y="682021"/>
                  </a:lnTo>
                  <a:lnTo>
                    <a:pt x="3839268" y="680982"/>
                  </a:lnTo>
                  <a:lnTo>
                    <a:pt x="3847018" y="680614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3" y="680383"/>
                  </a:lnTo>
                  <a:lnTo>
                    <a:pt x="4417645" y="679938"/>
                  </a:lnTo>
                  <a:lnTo>
                    <a:pt x="4454692" y="679064"/>
                  </a:lnTo>
                  <a:lnTo>
                    <a:pt x="4508722" y="677637"/>
                  </a:lnTo>
                  <a:lnTo>
                    <a:pt x="4578303" y="675565"/>
                  </a:lnTo>
                  <a:lnTo>
                    <a:pt x="4660062" y="672799"/>
                  </a:lnTo>
                  <a:lnTo>
                    <a:pt x="4749554" y="669326"/>
                  </a:lnTo>
                  <a:lnTo>
                    <a:pt x="4842218" y="665159"/>
                  </a:lnTo>
                  <a:lnTo>
                    <a:pt x="4934131" y="660314"/>
                  </a:lnTo>
                  <a:lnTo>
                    <a:pt x="5022407" y="654796"/>
                  </a:lnTo>
                  <a:lnTo>
                    <a:pt x="5105264" y="648587"/>
                  </a:lnTo>
                  <a:lnTo>
                    <a:pt x="5181890" y="641639"/>
                  </a:lnTo>
                  <a:lnTo>
                    <a:pt x="5252211" y="633871"/>
                  </a:lnTo>
                  <a:lnTo>
                    <a:pt x="5316658" y="625174"/>
                  </a:lnTo>
                  <a:lnTo>
                    <a:pt x="5375973" y="615410"/>
                  </a:lnTo>
                  <a:lnTo>
                    <a:pt x="5431061" y="604425"/>
                  </a:lnTo>
                  <a:lnTo>
                    <a:pt x="5482883" y="592058"/>
                  </a:lnTo>
                  <a:lnTo>
                    <a:pt x="5532368" y="578176"/>
                  </a:lnTo>
                  <a:lnTo>
                    <a:pt x="5567201" y="567138"/>
                  </a:lnTo>
                  <a:lnTo>
                    <a:pt x="5617364" y="549453"/>
                  </a:lnTo>
                  <a:lnTo>
                    <a:pt x="5667042" y="529936"/>
                  </a:lnTo>
                  <a:lnTo>
                    <a:pt x="5716757" y="508563"/>
                  </a:lnTo>
                  <a:lnTo>
                    <a:pt x="5766866" y="485373"/>
                  </a:lnTo>
                  <a:lnTo>
                    <a:pt x="5817572" y="460476"/>
                  </a:lnTo>
                  <a:lnTo>
                    <a:pt x="5868954" y="434064"/>
                  </a:lnTo>
                  <a:lnTo>
                    <a:pt x="5920974" y="406399"/>
                  </a:lnTo>
                  <a:lnTo>
                    <a:pt x="5973503" y="377813"/>
                  </a:lnTo>
                  <a:lnTo>
                    <a:pt x="6026343" y="348690"/>
                  </a:lnTo>
                  <a:lnTo>
                    <a:pt x="6079254" y="319446"/>
                  </a:lnTo>
                  <a:lnTo>
                    <a:pt x="6131989" y="290502"/>
                  </a:lnTo>
                  <a:lnTo>
                    <a:pt x="6184322" y="262264"/>
                  </a:lnTo>
                  <a:lnTo>
                    <a:pt x="6236082" y="235095"/>
                  </a:lnTo>
                  <a:lnTo>
                    <a:pt x="6287174" y="209299"/>
                  </a:lnTo>
                  <a:lnTo>
                    <a:pt x="6337610" y="185110"/>
                  </a:lnTo>
                  <a:lnTo>
                    <a:pt x="6387518" y="162683"/>
                  </a:lnTo>
                  <a:lnTo>
                    <a:pt x="6437165" y="142099"/>
                  </a:lnTo>
                  <a:lnTo>
                    <a:pt x="6486974" y="123368"/>
                  </a:lnTo>
                  <a:lnTo>
                    <a:pt x="6515891" y="113427"/>
                  </a:lnTo>
                  <a:lnTo>
                    <a:pt x="6564198" y="98402"/>
                  </a:lnTo>
                  <a:lnTo>
                    <a:pt x="6614240" y="84948"/>
                  </a:lnTo>
                  <a:lnTo>
                    <a:pt x="6666868" y="72978"/>
                  </a:lnTo>
                  <a:lnTo>
                    <a:pt x="6723027" y="62345"/>
                  </a:lnTo>
                  <a:lnTo>
                    <a:pt x="6783672" y="52891"/>
                  </a:lnTo>
                  <a:lnTo>
                    <a:pt x="6849676" y="44463"/>
                  </a:lnTo>
                  <a:lnTo>
                    <a:pt x="6921712" y="36932"/>
                  </a:lnTo>
                  <a:lnTo>
                    <a:pt x="7000092" y="30194"/>
                  </a:lnTo>
                  <a:lnTo>
                    <a:pt x="7084563" y="24179"/>
                  </a:lnTo>
                  <a:lnTo>
                    <a:pt x="7174067" y="18847"/>
                  </a:lnTo>
                  <a:lnTo>
                    <a:pt x="7266524" y="14188"/>
                  </a:lnTo>
                  <a:lnTo>
                    <a:pt x="7358741" y="10211"/>
                  </a:lnTo>
                  <a:lnTo>
                    <a:pt x="7446566" y="6933"/>
                  </a:lnTo>
                  <a:lnTo>
                    <a:pt x="7525380" y="4361"/>
                  </a:lnTo>
                  <a:lnTo>
                    <a:pt x="7590938" y="2473"/>
                  </a:lnTo>
                  <a:lnTo>
                    <a:pt x="7640326" y="1210"/>
                  </a:lnTo>
                  <a:lnTo>
                    <a:pt x="7672754" y="468"/>
                  </a:lnTo>
                  <a:lnTo>
                    <a:pt x="7689893" y="116"/>
                  </a:lnTo>
                  <a:lnTo>
                    <a:pt x="7695738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8" name="pl838"/>
            <p:cNvSpPr/>
            <p:nvPr/>
          </p:nvSpPr>
          <p:spPr>
            <a:xfrm>
              <a:off x="546595" y="1137019"/>
              <a:ext cx="8234974" cy="2384705"/>
            </a:xfrm>
            <a:custGeom>
              <a:avLst/>
              <a:pathLst>
                <a:path w="8234974" h="2384705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6868" y="680621"/>
                  </a:lnTo>
                  <a:lnTo>
                    <a:pt x="3838705" y="681010"/>
                  </a:lnTo>
                  <a:lnTo>
                    <a:pt x="3818326" y="682085"/>
                  </a:lnTo>
                  <a:lnTo>
                    <a:pt x="3782397" y="684196"/>
                  </a:lnTo>
                  <a:lnTo>
                    <a:pt x="3729866" y="687648"/>
                  </a:lnTo>
                  <a:lnTo>
                    <a:pt x="3662002" y="692668"/>
                  </a:lnTo>
                  <a:lnTo>
                    <a:pt x="3581964" y="699382"/>
                  </a:lnTo>
                  <a:lnTo>
                    <a:pt x="3494002" y="707822"/>
                  </a:lnTo>
                  <a:lnTo>
                    <a:pt x="3402542" y="717965"/>
                  </a:lnTo>
                  <a:lnTo>
                    <a:pt x="3311458" y="729770"/>
                  </a:lnTo>
                  <a:lnTo>
                    <a:pt x="3223655" y="743219"/>
                  </a:lnTo>
                  <a:lnTo>
                    <a:pt x="3140981" y="758350"/>
                  </a:lnTo>
                  <a:lnTo>
                    <a:pt x="3064331" y="775267"/>
                  </a:lnTo>
                  <a:lnTo>
                    <a:pt x="2993867" y="794153"/>
                  </a:lnTo>
                  <a:lnTo>
                    <a:pt x="2929235" y="815262"/>
                  </a:lnTo>
                  <a:lnTo>
                    <a:pt x="2869759" y="838917"/>
                  </a:lnTo>
                  <a:lnTo>
                    <a:pt x="2814583" y="865488"/>
                  </a:lnTo>
                  <a:lnTo>
                    <a:pt x="2762785" y="895361"/>
                  </a:lnTo>
                  <a:lnTo>
                    <a:pt x="2713453" y="928881"/>
                  </a:lnTo>
                  <a:lnTo>
                    <a:pt x="2667772" y="964589"/>
                  </a:lnTo>
                  <a:lnTo>
                    <a:pt x="2625441" y="1001618"/>
                  </a:lnTo>
                  <a:lnTo>
                    <a:pt x="2583523" y="1041889"/>
                  </a:lnTo>
                  <a:lnTo>
                    <a:pt x="2541677" y="1085463"/>
                  </a:lnTo>
                  <a:lnTo>
                    <a:pt x="2499655" y="1132321"/>
                  </a:lnTo>
                  <a:lnTo>
                    <a:pt x="2457285" y="1182358"/>
                  </a:lnTo>
                  <a:lnTo>
                    <a:pt x="2414468" y="1235373"/>
                  </a:lnTo>
                  <a:lnTo>
                    <a:pt x="2371170" y="1291064"/>
                  </a:lnTo>
                  <a:lnTo>
                    <a:pt x="2327411" y="1349040"/>
                  </a:lnTo>
                  <a:lnTo>
                    <a:pt x="2283260" y="1408817"/>
                  </a:lnTo>
                  <a:lnTo>
                    <a:pt x="2238824" y="1469843"/>
                  </a:lnTo>
                  <a:lnTo>
                    <a:pt x="2194238" y="1531514"/>
                  </a:lnTo>
                  <a:lnTo>
                    <a:pt x="2149649" y="1593196"/>
                  </a:lnTo>
                  <a:lnTo>
                    <a:pt x="2105205" y="1654256"/>
                  </a:lnTo>
                  <a:lnTo>
                    <a:pt x="2061041" y="1714089"/>
                  </a:lnTo>
                  <a:lnTo>
                    <a:pt x="2017266" y="1772139"/>
                  </a:lnTo>
                  <a:lnTo>
                    <a:pt x="1973950" y="1827921"/>
                  </a:lnTo>
                  <a:lnTo>
                    <a:pt x="1931117" y="1881038"/>
                  </a:lnTo>
                  <a:lnTo>
                    <a:pt x="1888732" y="1931188"/>
                  </a:lnTo>
                  <a:lnTo>
                    <a:pt x="1846699" y="1978164"/>
                  </a:lnTo>
                  <a:lnTo>
                    <a:pt x="1804851" y="2021858"/>
                  </a:lnTo>
                  <a:lnTo>
                    <a:pt x="1762941" y="2062249"/>
                  </a:lnTo>
                  <a:lnTo>
                    <a:pt x="1720632" y="2099393"/>
                  </a:lnTo>
                  <a:lnTo>
                    <a:pt x="1719082" y="2100682"/>
                  </a:lnTo>
                  <a:lnTo>
                    <a:pt x="1671349" y="2137889"/>
                  </a:lnTo>
                  <a:lnTo>
                    <a:pt x="1621931" y="2171249"/>
                  </a:lnTo>
                  <a:lnTo>
                    <a:pt x="1570007" y="2200975"/>
                  </a:lnTo>
                  <a:lnTo>
                    <a:pt x="1514669" y="2227414"/>
                  </a:lnTo>
                  <a:lnTo>
                    <a:pt x="1454990" y="2250953"/>
                  </a:lnTo>
                  <a:lnTo>
                    <a:pt x="1390123" y="2271963"/>
                  </a:lnTo>
                  <a:lnTo>
                    <a:pt x="1319401" y="2290760"/>
                  </a:lnTo>
                  <a:lnTo>
                    <a:pt x="1242488" y="2307598"/>
                  </a:lnTo>
                  <a:lnTo>
                    <a:pt x="1159572" y="2322656"/>
                  </a:lnTo>
                  <a:lnTo>
                    <a:pt x="1071586" y="2336036"/>
                  </a:lnTo>
                  <a:lnTo>
                    <a:pt x="980419" y="2347770"/>
                  </a:lnTo>
                  <a:lnTo>
                    <a:pt x="889023" y="2357842"/>
                  </a:lnTo>
                  <a:lnTo>
                    <a:pt x="801305" y="2366210"/>
                  </a:lnTo>
                  <a:lnTo>
                    <a:pt x="721702" y="2372850"/>
                  </a:lnTo>
                  <a:lnTo>
                    <a:pt x="654434" y="2377800"/>
                  </a:lnTo>
                  <a:lnTo>
                    <a:pt x="602597" y="2381191"/>
                  </a:lnTo>
                  <a:lnTo>
                    <a:pt x="567365" y="2383251"/>
                  </a:lnTo>
                  <a:lnTo>
                    <a:pt x="547587" y="2384290"/>
                  </a:lnTo>
                  <a:lnTo>
                    <a:pt x="539837" y="2384658"/>
                  </a:lnTo>
                  <a:lnTo>
                    <a:pt x="538736" y="2384705"/>
                  </a:lnTo>
                  <a:lnTo>
                    <a:pt x="0" y="23847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9" name="pg839"/>
            <p:cNvSpPr/>
            <p:nvPr/>
          </p:nvSpPr>
          <p:spPr>
            <a:xfrm>
              <a:off x="546595" y="1986366"/>
              <a:ext cx="8234974" cy="2607931"/>
            </a:xfrm>
            <a:custGeom>
              <a:avLst/>
              <a:pathLst>
                <a:path w="8234974" h="2607931">
                  <a:moveTo>
                    <a:pt x="0" y="1546247"/>
                  </a:moveTo>
                  <a:lnTo>
                    <a:pt x="538736" y="1546247"/>
                  </a:lnTo>
                  <a:lnTo>
                    <a:pt x="539995" y="1546198"/>
                  </a:lnTo>
                  <a:lnTo>
                    <a:pt x="548218" y="1545843"/>
                  </a:lnTo>
                  <a:lnTo>
                    <a:pt x="568739" y="1544864"/>
                  </a:lnTo>
                  <a:lnTo>
                    <a:pt x="604904" y="1542941"/>
                  </a:lnTo>
                  <a:lnTo>
                    <a:pt x="657751" y="1539796"/>
                  </a:lnTo>
                  <a:lnTo>
                    <a:pt x="725979" y="1535225"/>
                  </a:lnTo>
                  <a:lnTo>
                    <a:pt x="806382" y="1529114"/>
                  </a:lnTo>
                  <a:lnTo>
                    <a:pt x="894671" y="1521434"/>
                  </a:lnTo>
                  <a:lnTo>
                    <a:pt x="986389" y="1512208"/>
                  </a:lnTo>
                  <a:lnTo>
                    <a:pt x="1077653" y="1501472"/>
                  </a:lnTo>
                  <a:lnTo>
                    <a:pt x="1165559" y="1489242"/>
                  </a:lnTo>
                  <a:lnTo>
                    <a:pt x="1248276" y="1475482"/>
                  </a:lnTo>
                  <a:lnTo>
                    <a:pt x="1324923" y="1460094"/>
                  </a:lnTo>
                  <a:lnTo>
                    <a:pt x="1395358" y="1442912"/>
                  </a:lnTo>
                  <a:lnTo>
                    <a:pt x="1459950" y="1423699"/>
                  </a:lnTo>
                  <a:lnTo>
                    <a:pt x="1519391" y="1402161"/>
                  </a:lnTo>
                  <a:lnTo>
                    <a:pt x="1574547" y="1377959"/>
                  </a:lnTo>
                  <a:lnTo>
                    <a:pt x="1626348" y="1350742"/>
                  </a:lnTo>
                  <a:lnTo>
                    <a:pt x="1675710" y="1320199"/>
                  </a:lnTo>
                  <a:lnTo>
                    <a:pt x="1719082" y="1289447"/>
                  </a:lnTo>
                  <a:lnTo>
                    <a:pt x="1762626" y="1254959"/>
                  </a:lnTo>
                  <a:lnTo>
                    <a:pt x="1805745" y="1217365"/>
                  </a:lnTo>
                  <a:lnTo>
                    <a:pt x="1848804" y="1176609"/>
                  </a:lnTo>
                  <a:lnTo>
                    <a:pt x="1892069" y="1132715"/>
                  </a:lnTo>
                  <a:lnTo>
                    <a:pt x="1935717" y="1085797"/>
                  </a:lnTo>
                  <a:lnTo>
                    <a:pt x="1979846" y="1036066"/>
                  </a:lnTo>
                  <a:lnTo>
                    <a:pt x="2024486" y="983831"/>
                  </a:lnTo>
                  <a:lnTo>
                    <a:pt x="2069602" y="929499"/>
                  </a:lnTo>
                  <a:lnTo>
                    <a:pt x="2115110" y="873558"/>
                  </a:lnTo>
                  <a:lnTo>
                    <a:pt x="2160884" y="816569"/>
                  </a:lnTo>
                  <a:lnTo>
                    <a:pt x="2206773" y="759136"/>
                  </a:lnTo>
                  <a:lnTo>
                    <a:pt x="2252615" y="701886"/>
                  </a:lnTo>
                  <a:lnTo>
                    <a:pt x="2298252" y="645436"/>
                  </a:lnTo>
                  <a:lnTo>
                    <a:pt x="2343545" y="590366"/>
                  </a:lnTo>
                  <a:lnTo>
                    <a:pt x="2388391" y="537199"/>
                  </a:lnTo>
                  <a:lnTo>
                    <a:pt x="2432734" y="486377"/>
                  </a:lnTo>
                  <a:lnTo>
                    <a:pt x="2476576" y="438251"/>
                  </a:lnTo>
                  <a:lnTo>
                    <a:pt x="2519984" y="393072"/>
                  </a:lnTo>
                  <a:lnTo>
                    <a:pt x="2563102" y="350995"/>
                  </a:lnTo>
                  <a:lnTo>
                    <a:pt x="2606157" y="312081"/>
                  </a:lnTo>
                  <a:lnTo>
                    <a:pt x="2649472" y="276305"/>
                  </a:lnTo>
                  <a:lnTo>
                    <a:pt x="2667772" y="262245"/>
                  </a:lnTo>
                  <a:lnTo>
                    <a:pt x="2715627" y="228524"/>
                  </a:lnTo>
                  <a:lnTo>
                    <a:pt x="2765178" y="198298"/>
                  </a:lnTo>
                  <a:lnTo>
                    <a:pt x="2817250" y="171374"/>
                  </a:lnTo>
                  <a:lnTo>
                    <a:pt x="2872763" y="147434"/>
                  </a:lnTo>
                  <a:lnTo>
                    <a:pt x="2932646" y="126124"/>
                  </a:lnTo>
                  <a:lnTo>
                    <a:pt x="2997753" y="107111"/>
                  </a:lnTo>
                  <a:lnTo>
                    <a:pt x="3068753" y="90103"/>
                  </a:lnTo>
                  <a:lnTo>
                    <a:pt x="3145976" y="74871"/>
                  </a:lnTo>
                  <a:lnTo>
                    <a:pt x="3229222" y="61256"/>
                  </a:lnTo>
                  <a:lnTo>
                    <a:pt x="3317531" y="49164"/>
                  </a:lnTo>
                  <a:lnTo>
                    <a:pt x="3408975" y="38567"/>
                  </a:lnTo>
                  <a:lnTo>
                    <a:pt x="3500552" y="29482"/>
                  </a:lnTo>
                  <a:lnTo>
                    <a:pt x="3588303" y="21946"/>
                  </a:lnTo>
                  <a:lnTo>
                    <a:pt x="3667751" y="15980"/>
                  </a:lnTo>
                  <a:lnTo>
                    <a:pt x="3734668" y="11547"/>
                  </a:lnTo>
                  <a:lnTo>
                    <a:pt x="3785995" y="8525"/>
                  </a:lnTo>
                  <a:lnTo>
                    <a:pt x="3820634" y="6702"/>
                  </a:lnTo>
                  <a:lnTo>
                    <a:pt x="3839845" y="5794"/>
                  </a:lnTo>
                  <a:lnTo>
                    <a:pt x="3847172" y="548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2" y="5523"/>
                  </a:lnTo>
                  <a:lnTo>
                    <a:pt x="4395804" y="6086"/>
                  </a:lnTo>
                  <a:lnTo>
                    <a:pt x="4415216" y="7643"/>
                  </a:lnTo>
                  <a:lnTo>
                    <a:pt x="4449530" y="10700"/>
                  </a:lnTo>
                  <a:lnTo>
                    <a:pt x="4499883" y="15708"/>
                  </a:lnTo>
                  <a:lnTo>
                    <a:pt x="4565233" y="23005"/>
                  </a:lnTo>
                  <a:lnTo>
                    <a:pt x="4642723" y="32785"/>
                  </a:lnTo>
                  <a:lnTo>
                    <a:pt x="4728391" y="45112"/>
                  </a:lnTo>
                  <a:lnTo>
                    <a:pt x="4818011" y="59957"/>
                  </a:lnTo>
                  <a:lnTo>
                    <a:pt x="4907798" y="77261"/>
                  </a:lnTo>
                  <a:lnTo>
                    <a:pt x="4994828" y="96989"/>
                  </a:lnTo>
                  <a:lnTo>
                    <a:pt x="5077171" y="119177"/>
                  </a:lnTo>
                  <a:lnTo>
                    <a:pt x="5153810" y="143958"/>
                  </a:lnTo>
                  <a:lnTo>
                    <a:pt x="5224460" y="171570"/>
                  </a:lnTo>
                  <a:lnTo>
                    <a:pt x="5289360" y="202358"/>
                  </a:lnTo>
                  <a:lnTo>
                    <a:pt x="5349089" y="236767"/>
                  </a:lnTo>
                  <a:lnTo>
                    <a:pt x="5404425" y="275318"/>
                  </a:lnTo>
                  <a:lnTo>
                    <a:pt x="5456235" y="318569"/>
                  </a:lnTo>
                  <a:lnTo>
                    <a:pt x="5505394" y="367054"/>
                  </a:lnTo>
                  <a:lnTo>
                    <a:pt x="5552711" y="421152"/>
                  </a:lnTo>
                  <a:lnTo>
                    <a:pt x="5567201" y="439192"/>
                  </a:lnTo>
                  <a:lnTo>
                    <a:pt x="5603857" y="487829"/>
                  </a:lnTo>
                  <a:lnTo>
                    <a:pt x="5640166" y="540160"/>
                  </a:lnTo>
                  <a:lnTo>
                    <a:pt x="5676360" y="596257"/>
                  </a:lnTo>
                  <a:lnTo>
                    <a:pt x="5712620" y="656131"/>
                  </a:lnTo>
                  <a:lnTo>
                    <a:pt x="5749079" y="719720"/>
                  </a:lnTo>
                  <a:lnTo>
                    <a:pt x="5785829" y="786881"/>
                  </a:lnTo>
                  <a:lnTo>
                    <a:pt x="5822922" y="857390"/>
                  </a:lnTo>
                  <a:lnTo>
                    <a:pt x="5860378" y="930940"/>
                  </a:lnTo>
                  <a:lnTo>
                    <a:pt x="5898182" y="1007142"/>
                  </a:lnTo>
                  <a:lnTo>
                    <a:pt x="5936293" y="1085531"/>
                  </a:lnTo>
                  <a:lnTo>
                    <a:pt x="5974649" y="1165577"/>
                  </a:lnTo>
                  <a:lnTo>
                    <a:pt x="6013168" y="1246700"/>
                  </a:lnTo>
                  <a:lnTo>
                    <a:pt x="6051759" y="1328285"/>
                  </a:lnTo>
                  <a:lnTo>
                    <a:pt x="6090324" y="1409704"/>
                  </a:lnTo>
                  <a:lnTo>
                    <a:pt x="6128767" y="1490332"/>
                  </a:lnTo>
                  <a:lnTo>
                    <a:pt x="6167003" y="1569570"/>
                  </a:lnTo>
                  <a:lnTo>
                    <a:pt x="6204958" y="1646863"/>
                  </a:lnTo>
                  <a:lnTo>
                    <a:pt x="6242581" y="1721715"/>
                  </a:lnTo>
                  <a:lnTo>
                    <a:pt x="6279845" y="1793700"/>
                  </a:lnTo>
                  <a:lnTo>
                    <a:pt x="6316752" y="1862470"/>
                  </a:lnTo>
                  <a:lnTo>
                    <a:pt x="6353339" y="1927763"/>
                  </a:lnTo>
                  <a:lnTo>
                    <a:pt x="6389679" y="1989398"/>
                  </a:lnTo>
                  <a:lnTo>
                    <a:pt x="6425885" y="2047277"/>
                  </a:lnTo>
                  <a:lnTo>
                    <a:pt x="6462114" y="2101375"/>
                  </a:lnTo>
                  <a:lnTo>
                    <a:pt x="6498574" y="2151738"/>
                  </a:lnTo>
                  <a:lnTo>
                    <a:pt x="6515891" y="2174183"/>
                  </a:lnTo>
                  <a:lnTo>
                    <a:pt x="6562779" y="2230064"/>
                  </a:lnTo>
                  <a:lnTo>
                    <a:pt x="6611282" y="2280269"/>
                  </a:lnTo>
                  <a:lnTo>
                    <a:pt x="6662173" y="2325100"/>
                  </a:lnTo>
                  <a:lnTo>
                    <a:pt x="6716314" y="2365056"/>
                  </a:lnTo>
                  <a:lnTo>
                    <a:pt x="6774584" y="2400698"/>
                  </a:lnTo>
                  <a:lnTo>
                    <a:pt x="6837797" y="2432564"/>
                  </a:lnTo>
                  <a:lnTo>
                    <a:pt x="6906609" y="2461124"/>
                  </a:lnTo>
                  <a:lnTo>
                    <a:pt x="6981382" y="2486757"/>
                  </a:lnTo>
                  <a:lnTo>
                    <a:pt x="7062017" y="2509735"/>
                  </a:lnTo>
                  <a:lnTo>
                    <a:pt x="7147747" y="2530222"/>
                  </a:lnTo>
                  <a:lnTo>
                    <a:pt x="7236941" y="2548283"/>
                  </a:lnTo>
                  <a:lnTo>
                    <a:pt x="7326985" y="2563901"/>
                  </a:lnTo>
                  <a:lnTo>
                    <a:pt x="7414330" y="2577019"/>
                  </a:lnTo>
                  <a:lnTo>
                    <a:pt x="7494824" y="2587593"/>
                  </a:lnTo>
                  <a:lnTo>
                    <a:pt x="7564335" y="2595649"/>
                  </a:lnTo>
                  <a:lnTo>
                    <a:pt x="7619572" y="2601341"/>
                  </a:lnTo>
                  <a:lnTo>
                    <a:pt x="7658872" y="2604963"/>
                  </a:lnTo>
                  <a:lnTo>
                    <a:pt x="7682677" y="2606935"/>
                  </a:lnTo>
                  <a:lnTo>
                    <a:pt x="7693606" y="2607752"/>
                  </a:lnTo>
                  <a:lnTo>
                    <a:pt x="7696237" y="2607931"/>
                  </a:lnTo>
                  <a:lnTo>
                    <a:pt x="8234974" y="2607931"/>
                  </a:lnTo>
                  <a:lnTo>
                    <a:pt x="8234974" y="2602487"/>
                  </a:ln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9" y="49"/>
                  </a:lnTo>
                  <a:lnTo>
                    <a:pt x="3838637" y="403"/>
                  </a:lnTo>
                  <a:lnTo>
                    <a:pt x="3818116" y="1383"/>
                  </a:lnTo>
                  <a:lnTo>
                    <a:pt x="3781951" y="3306"/>
                  </a:lnTo>
                  <a:lnTo>
                    <a:pt x="3729104" y="6451"/>
                  </a:lnTo>
                  <a:lnTo>
                    <a:pt x="3660876" y="11022"/>
                  </a:lnTo>
                  <a:lnTo>
                    <a:pt x="3580472" y="17132"/>
                  </a:lnTo>
                  <a:lnTo>
                    <a:pt x="3492183" y="24812"/>
                  </a:lnTo>
                  <a:lnTo>
                    <a:pt x="3400465" y="34039"/>
                  </a:lnTo>
                  <a:lnTo>
                    <a:pt x="3309201" y="44775"/>
                  </a:lnTo>
                  <a:lnTo>
                    <a:pt x="3221295" y="57005"/>
                  </a:lnTo>
                  <a:lnTo>
                    <a:pt x="3138579" y="70765"/>
                  </a:lnTo>
                  <a:lnTo>
                    <a:pt x="3061932" y="86152"/>
                  </a:lnTo>
                  <a:lnTo>
                    <a:pt x="2991497" y="103335"/>
                  </a:lnTo>
                  <a:lnTo>
                    <a:pt x="2926904" y="122548"/>
                  </a:lnTo>
                  <a:lnTo>
                    <a:pt x="2867463" y="144086"/>
                  </a:lnTo>
                  <a:lnTo>
                    <a:pt x="2812308" y="168287"/>
                  </a:lnTo>
                  <a:lnTo>
                    <a:pt x="2760507" y="195504"/>
                  </a:lnTo>
                  <a:lnTo>
                    <a:pt x="2711145" y="226048"/>
                  </a:lnTo>
                  <a:lnTo>
                    <a:pt x="2667772" y="256800"/>
                  </a:lnTo>
                  <a:lnTo>
                    <a:pt x="2624228" y="291288"/>
                  </a:lnTo>
                  <a:lnTo>
                    <a:pt x="2581110" y="328882"/>
                  </a:lnTo>
                  <a:lnTo>
                    <a:pt x="2538050" y="369638"/>
                  </a:lnTo>
                  <a:lnTo>
                    <a:pt x="2494786" y="413532"/>
                  </a:lnTo>
                  <a:lnTo>
                    <a:pt x="2451138" y="460450"/>
                  </a:lnTo>
                  <a:lnTo>
                    <a:pt x="2407009" y="510181"/>
                  </a:lnTo>
                  <a:lnTo>
                    <a:pt x="2362369" y="562415"/>
                  </a:lnTo>
                  <a:lnTo>
                    <a:pt x="2317253" y="616748"/>
                  </a:lnTo>
                  <a:lnTo>
                    <a:pt x="2271745" y="672689"/>
                  </a:lnTo>
                  <a:lnTo>
                    <a:pt x="2225971" y="729678"/>
                  </a:lnTo>
                  <a:lnTo>
                    <a:pt x="2180081" y="787110"/>
                  </a:lnTo>
                  <a:lnTo>
                    <a:pt x="2134239" y="844360"/>
                  </a:lnTo>
                  <a:lnTo>
                    <a:pt x="2088603" y="900811"/>
                  </a:lnTo>
                  <a:lnTo>
                    <a:pt x="2043310" y="955881"/>
                  </a:lnTo>
                  <a:lnTo>
                    <a:pt x="1998464" y="1009048"/>
                  </a:lnTo>
                  <a:lnTo>
                    <a:pt x="1954120" y="1059870"/>
                  </a:lnTo>
                  <a:lnTo>
                    <a:pt x="1910279" y="1107996"/>
                  </a:lnTo>
                  <a:lnTo>
                    <a:pt x="1866871" y="1153175"/>
                  </a:lnTo>
                  <a:lnTo>
                    <a:pt x="1823753" y="1195251"/>
                  </a:lnTo>
                  <a:lnTo>
                    <a:pt x="1780697" y="1234166"/>
                  </a:lnTo>
                  <a:lnTo>
                    <a:pt x="1737383" y="1269942"/>
                  </a:lnTo>
                  <a:lnTo>
                    <a:pt x="1719082" y="1284002"/>
                  </a:lnTo>
                  <a:lnTo>
                    <a:pt x="1671228" y="1317723"/>
                  </a:lnTo>
                  <a:lnTo>
                    <a:pt x="1621677" y="1347949"/>
                  </a:lnTo>
                  <a:lnTo>
                    <a:pt x="1569604" y="1374873"/>
                  </a:lnTo>
                  <a:lnTo>
                    <a:pt x="1514092" y="1398813"/>
                  </a:lnTo>
                  <a:lnTo>
                    <a:pt x="1454209" y="1420122"/>
                  </a:lnTo>
                  <a:lnTo>
                    <a:pt x="1389102" y="1439136"/>
                  </a:lnTo>
                  <a:lnTo>
                    <a:pt x="1318102" y="1456144"/>
                  </a:lnTo>
                  <a:lnTo>
                    <a:pt x="1240879" y="1471375"/>
                  </a:lnTo>
                  <a:lnTo>
                    <a:pt x="1157633" y="1484991"/>
                  </a:lnTo>
                  <a:lnTo>
                    <a:pt x="1069324" y="1497082"/>
                  </a:lnTo>
                  <a:lnTo>
                    <a:pt x="977879" y="1507680"/>
                  </a:lnTo>
                  <a:lnTo>
                    <a:pt x="886302" y="1516765"/>
                  </a:lnTo>
                  <a:lnTo>
                    <a:pt x="798552" y="1524301"/>
                  </a:lnTo>
                  <a:lnTo>
                    <a:pt x="719103" y="1530266"/>
                  </a:lnTo>
                  <a:lnTo>
                    <a:pt x="652186" y="1534699"/>
                  </a:lnTo>
                  <a:lnTo>
                    <a:pt x="600860" y="1537721"/>
                  </a:lnTo>
                  <a:lnTo>
                    <a:pt x="566221" y="1539544"/>
                  </a:lnTo>
                  <a:lnTo>
                    <a:pt x="547010" y="1540453"/>
                  </a:lnTo>
                  <a:lnTo>
                    <a:pt x="539683" y="1540766"/>
                  </a:lnTo>
                  <a:lnTo>
                    <a:pt x="538736" y="1540803"/>
                  </a:lnTo>
                  <a:lnTo>
                    <a:pt x="0" y="154080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40" name="pl840"/>
            <p:cNvSpPr/>
            <p:nvPr/>
          </p:nvSpPr>
          <p:spPr>
            <a:xfrm>
              <a:off x="546595" y="1991810"/>
              <a:ext cx="8234974" cy="2602487"/>
            </a:xfrm>
            <a:custGeom>
              <a:avLst/>
              <a:pathLst>
                <a:path w="8234974" h="2602487">
                  <a:moveTo>
                    <a:pt x="0" y="1540803"/>
                  </a:moveTo>
                  <a:lnTo>
                    <a:pt x="538736" y="1540803"/>
                  </a:lnTo>
                  <a:lnTo>
                    <a:pt x="539995" y="1540753"/>
                  </a:lnTo>
                  <a:lnTo>
                    <a:pt x="548218" y="1540399"/>
                  </a:lnTo>
                  <a:lnTo>
                    <a:pt x="568739" y="1539419"/>
                  </a:lnTo>
                  <a:lnTo>
                    <a:pt x="604904" y="1537496"/>
                  </a:lnTo>
                  <a:lnTo>
                    <a:pt x="657751" y="1534352"/>
                  </a:lnTo>
                  <a:lnTo>
                    <a:pt x="725979" y="1529781"/>
                  </a:lnTo>
                  <a:lnTo>
                    <a:pt x="806382" y="1523670"/>
                  </a:lnTo>
                  <a:lnTo>
                    <a:pt x="894671" y="1515990"/>
                  </a:lnTo>
                  <a:lnTo>
                    <a:pt x="986389" y="1506763"/>
                  </a:lnTo>
                  <a:lnTo>
                    <a:pt x="1077653" y="1496028"/>
                  </a:lnTo>
                  <a:lnTo>
                    <a:pt x="1165559" y="1483797"/>
                  </a:lnTo>
                  <a:lnTo>
                    <a:pt x="1248276" y="1470037"/>
                  </a:lnTo>
                  <a:lnTo>
                    <a:pt x="1324923" y="1454650"/>
                  </a:lnTo>
                  <a:lnTo>
                    <a:pt x="1395358" y="1437467"/>
                  </a:lnTo>
                  <a:lnTo>
                    <a:pt x="1459950" y="1418254"/>
                  </a:lnTo>
                  <a:lnTo>
                    <a:pt x="1519391" y="1396716"/>
                  </a:lnTo>
                  <a:lnTo>
                    <a:pt x="1574547" y="1372515"/>
                  </a:lnTo>
                  <a:lnTo>
                    <a:pt x="1626348" y="1345298"/>
                  </a:lnTo>
                  <a:lnTo>
                    <a:pt x="1675710" y="1314754"/>
                  </a:lnTo>
                  <a:lnTo>
                    <a:pt x="1719082" y="1284002"/>
                  </a:lnTo>
                  <a:lnTo>
                    <a:pt x="1762626" y="1249514"/>
                  </a:lnTo>
                  <a:lnTo>
                    <a:pt x="1805745" y="1211920"/>
                  </a:lnTo>
                  <a:lnTo>
                    <a:pt x="1848804" y="1171164"/>
                  </a:lnTo>
                  <a:lnTo>
                    <a:pt x="1892069" y="1127270"/>
                  </a:lnTo>
                  <a:lnTo>
                    <a:pt x="1935717" y="1080352"/>
                  </a:lnTo>
                  <a:lnTo>
                    <a:pt x="1979846" y="1030621"/>
                  </a:lnTo>
                  <a:lnTo>
                    <a:pt x="2024486" y="978387"/>
                  </a:lnTo>
                  <a:lnTo>
                    <a:pt x="2069602" y="924054"/>
                  </a:lnTo>
                  <a:lnTo>
                    <a:pt x="2115110" y="868113"/>
                  </a:lnTo>
                  <a:lnTo>
                    <a:pt x="2160884" y="811124"/>
                  </a:lnTo>
                  <a:lnTo>
                    <a:pt x="2206773" y="753692"/>
                  </a:lnTo>
                  <a:lnTo>
                    <a:pt x="2252615" y="696442"/>
                  </a:lnTo>
                  <a:lnTo>
                    <a:pt x="2298252" y="639991"/>
                  </a:lnTo>
                  <a:lnTo>
                    <a:pt x="2343545" y="584922"/>
                  </a:lnTo>
                  <a:lnTo>
                    <a:pt x="2388391" y="531755"/>
                  </a:lnTo>
                  <a:lnTo>
                    <a:pt x="2432734" y="480933"/>
                  </a:lnTo>
                  <a:lnTo>
                    <a:pt x="2476576" y="432806"/>
                  </a:lnTo>
                  <a:lnTo>
                    <a:pt x="2519984" y="387628"/>
                  </a:lnTo>
                  <a:lnTo>
                    <a:pt x="2563102" y="345551"/>
                  </a:lnTo>
                  <a:lnTo>
                    <a:pt x="2606157" y="306636"/>
                  </a:lnTo>
                  <a:lnTo>
                    <a:pt x="2649472" y="270860"/>
                  </a:lnTo>
                  <a:lnTo>
                    <a:pt x="2667772" y="256800"/>
                  </a:lnTo>
                  <a:lnTo>
                    <a:pt x="2715627" y="223079"/>
                  </a:lnTo>
                  <a:lnTo>
                    <a:pt x="2765178" y="192854"/>
                  </a:lnTo>
                  <a:lnTo>
                    <a:pt x="2817250" y="165929"/>
                  </a:lnTo>
                  <a:lnTo>
                    <a:pt x="2872763" y="141989"/>
                  </a:lnTo>
                  <a:lnTo>
                    <a:pt x="2932646" y="120680"/>
                  </a:lnTo>
                  <a:lnTo>
                    <a:pt x="2997753" y="101666"/>
                  </a:lnTo>
                  <a:lnTo>
                    <a:pt x="3068753" y="84658"/>
                  </a:lnTo>
                  <a:lnTo>
                    <a:pt x="3145976" y="69427"/>
                  </a:lnTo>
                  <a:lnTo>
                    <a:pt x="3229222" y="55812"/>
                  </a:lnTo>
                  <a:lnTo>
                    <a:pt x="3317531" y="43720"/>
                  </a:lnTo>
                  <a:lnTo>
                    <a:pt x="3408975" y="33122"/>
                  </a:lnTo>
                  <a:lnTo>
                    <a:pt x="3500552" y="24037"/>
                  </a:lnTo>
                  <a:lnTo>
                    <a:pt x="3588303" y="16502"/>
                  </a:lnTo>
                  <a:lnTo>
                    <a:pt x="3667751" y="10536"/>
                  </a:lnTo>
                  <a:lnTo>
                    <a:pt x="3734668" y="6103"/>
                  </a:lnTo>
                  <a:lnTo>
                    <a:pt x="3785995" y="3081"/>
                  </a:lnTo>
                  <a:lnTo>
                    <a:pt x="3820634" y="1258"/>
                  </a:lnTo>
                  <a:lnTo>
                    <a:pt x="3839845" y="349"/>
                  </a:lnTo>
                  <a:lnTo>
                    <a:pt x="3847172" y="3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2" y="78"/>
                  </a:lnTo>
                  <a:lnTo>
                    <a:pt x="4395804" y="641"/>
                  </a:lnTo>
                  <a:lnTo>
                    <a:pt x="4415216" y="2198"/>
                  </a:lnTo>
                  <a:lnTo>
                    <a:pt x="4449530" y="5256"/>
                  </a:lnTo>
                  <a:lnTo>
                    <a:pt x="4499883" y="10264"/>
                  </a:lnTo>
                  <a:lnTo>
                    <a:pt x="4565233" y="17560"/>
                  </a:lnTo>
                  <a:lnTo>
                    <a:pt x="4642723" y="27340"/>
                  </a:lnTo>
                  <a:lnTo>
                    <a:pt x="4728391" y="39668"/>
                  </a:lnTo>
                  <a:lnTo>
                    <a:pt x="4818011" y="54513"/>
                  </a:lnTo>
                  <a:lnTo>
                    <a:pt x="4907798" y="71816"/>
                  </a:lnTo>
                  <a:lnTo>
                    <a:pt x="4994828" y="91544"/>
                  </a:lnTo>
                  <a:lnTo>
                    <a:pt x="5077171" y="113733"/>
                  </a:lnTo>
                  <a:lnTo>
                    <a:pt x="5153810" y="138513"/>
                  </a:lnTo>
                  <a:lnTo>
                    <a:pt x="5224460" y="166125"/>
                  </a:lnTo>
                  <a:lnTo>
                    <a:pt x="5289360" y="196914"/>
                  </a:lnTo>
                  <a:lnTo>
                    <a:pt x="5349089" y="231323"/>
                  </a:lnTo>
                  <a:lnTo>
                    <a:pt x="5404425" y="269873"/>
                  </a:lnTo>
                  <a:lnTo>
                    <a:pt x="5456235" y="313125"/>
                  </a:lnTo>
                  <a:lnTo>
                    <a:pt x="5505394" y="361609"/>
                  </a:lnTo>
                  <a:lnTo>
                    <a:pt x="5552711" y="415708"/>
                  </a:lnTo>
                  <a:lnTo>
                    <a:pt x="5567201" y="433747"/>
                  </a:lnTo>
                  <a:lnTo>
                    <a:pt x="5603857" y="482385"/>
                  </a:lnTo>
                  <a:lnTo>
                    <a:pt x="5640166" y="534715"/>
                  </a:lnTo>
                  <a:lnTo>
                    <a:pt x="5676360" y="590812"/>
                  </a:lnTo>
                  <a:lnTo>
                    <a:pt x="5712620" y="650687"/>
                  </a:lnTo>
                  <a:lnTo>
                    <a:pt x="5749079" y="714275"/>
                  </a:lnTo>
                  <a:lnTo>
                    <a:pt x="5785829" y="781436"/>
                  </a:lnTo>
                  <a:lnTo>
                    <a:pt x="5822922" y="851946"/>
                  </a:lnTo>
                  <a:lnTo>
                    <a:pt x="5860378" y="925496"/>
                  </a:lnTo>
                  <a:lnTo>
                    <a:pt x="5898182" y="1001698"/>
                  </a:lnTo>
                  <a:lnTo>
                    <a:pt x="5936293" y="1080086"/>
                  </a:lnTo>
                  <a:lnTo>
                    <a:pt x="5974649" y="1160132"/>
                  </a:lnTo>
                  <a:lnTo>
                    <a:pt x="6013168" y="1241255"/>
                  </a:lnTo>
                  <a:lnTo>
                    <a:pt x="6051759" y="1322841"/>
                  </a:lnTo>
                  <a:lnTo>
                    <a:pt x="6090324" y="1404259"/>
                  </a:lnTo>
                  <a:lnTo>
                    <a:pt x="6128767" y="1484887"/>
                  </a:lnTo>
                  <a:lnTo>
                    <a:pt x="6167003" y="1564125"/>
                  </a:lnTo>
                  <a:lnTo>
                    <a:pt x="6204958" y="1641419"/>
                  </a:lnTo>
                  <a:lnTo>
                    <a:pt x="6242581" y="1716271"/>
                  </a:lnTo>
                  <a:lnTo>
                    <a:pt x="6279845" y="1788255"/>
                  </a:lnTo>
                  <a:lnTo>
                    <a:pt x="6316752" y="1857026"/>
                  </a:lnTo>
                  <a:lnTo>
                    <a:pt x="6353339" y="1922319"/>
                  </a:lnTo>
                  <a:lnTo>
                    <a:pt x="6389679" y="1983954"/>
                  </a:lnTo>
                  <a:lnTo>
                    <a:pt x="6425885" y="2041832"/>
                  </a:lnTo>
                  <a:lnTo>
                    <a:pt x="6462114" y="2095931"/>
                  </a:lnTo>
                  <a:lnTo>
                    <a:pt x="6498574" y="2146294"/>
                  </a:lnTo>
                  <a:lnTo>
                    <a:pt x="6515891" y="2168739"/>
                  </a:lnTo>
                  <a:lnTo>
                    <a:pt x="6562779" y="2224619"/>
                  </a:lnTo>
                  <a:lnTo>
                    <a:pt x="6611282" y="2274825"/>
                  </a:lnTo>
                  <a:lnTo>
                    <a:pt x="6662173" y="2319655"/>
                  </a:lnTo>
                  <a:lnTo>
                    <a:pt x="6716314" y="2359611"/>
                  </a:lnTo>
                  <a:lnTo>
                    <a:pt x="6774584" y="2395253"/>
                  </a:lnTo>
                  <a:lnTo>
                    <a:pt x="6837797" y="2427119"/>
                  </a:lnTo>
                  <a:lnTo>
                    <a:pt x="6906609" y="2455680"/>
                  </a:lnTo>
                  <a:lnTo>
                    <a:pt x="6981382" y="2481313"/>
                  </a:lnTo>
                  <a:lnTo>
                    <a:pt x="7062017" y="2504290"/>
                  </a:lnTo>
                  <a:lnTo>
                    <a:pt x="7147747" y="2524778"/>
                  </a:lnTo>
                  <a:lnTo>
                    <a:pt x="7236941" y="2542838"/>
                  </a:lnTo>
                  <a:lnTo>
                    <a:pt x="7326985" y="2558456"/>
                  </a:lnTo>
                  <a:lnTo>
                    <a:pt x="7414330" y="2571575"/>
                  </a:lnTo>
                  <a:lnTo>
                    <a:pt x="7494824" y="2582148"/>
                  </a:lnTo>
                  <a:lnTo>
                    <a:pt x="7564335" y="2590205"/>
                  </a:lnTo>
                  <a:lnTo>
                    <a:pt x="7619572" y="2595896"/>
                  </a:lnTo>
                  <a:lnTo>
                    <a:pt x="7658872" y="2599518"/>
                  </a:lnTo>
                  <a:lnTo>
                    <a:pt x="7682677" y="2601490"/>
                  </a:lnTo>
                  <a:lnTo>
                    <a:pt x="7693606" y="2602308"/>
                  </a:lnTo>
                  <a:lnTo>
                    <a:pt x="7696200" y="2602484"/>
                  </a:lnTo>
                  <a:lnTo>
                    <a:pt x="7696237" y="2602487"/>
                  </a:lnTo>
                  <a:lnTo>
                    <a:pt x="8234974" y="26024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1" name="pl841"/>
            <p:cNvSpPr/>
            <p:nvPr/>
          </p:nvSpPr>
          <p:spPr>
            <a:xfrm>
              <a:off x="546595" y="1986366"/>
              <a:ext cx="8234974" cy="2602487"/>
            </a:xfrm>
            <a:custGeom>
              <a:avLst/>
              <a:pathLst>
                <a:path w="8234974" h="2602487">
                  <a:moveTo>
                    <a:pt x="8234974" y="2602487"/>
                  </a:move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9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9" y="49"/>
                  </a:lnTo>
                  <a:lnTo>
                    <a:pt x="3838637" y="403"/>
                  </a:lnTo>
                  <a:lnTo>
                    <a:pt x="3818116" y="1383"/>
                  </a:lnTo>
                  <a:lnTo>
                    <a:pt x="3781951" y="3306"/>
                  </a:lnTo>
                  <a:lnTo>
                    <a:pt x="3729104" y="6451"/>
                  </a:lnTo>
                  <a:lnTo>
                    <a:pt x="3660876" y="11022"/>
                  </a:lnTo>
                  <a:lnTo>
                    <a:pt x="3580472" y="17132"/>
                  </a:lnTo>
                  <a:lnTo>
                    <a:pt x="3492183" y="24812"/>
                  </a:lnTo>
                  <a:lnTo>
                    <a:pt x="3400465" y="34039"/>
                  </a:lnTo>
                  <a:lnTo>
                    <a:pt x="3309201" y="44775"/>
                  </a:lnTo>
                  <a:lnTo>
                    <a:pt x="3221295" y="57005"/>
                  </a:lnTo>
                  <a:lnTo>
                    <a:pt x="3138579" y="70765"/>
                  </a:lnTo>
                  <a:lnTo>
                    <a:pt x="3061932" y="86152"/>
                  </a:lnTo>
                  <a:lnTo>
                    <a:pt x="2991497" y="103335"/>
                  </a:lnTo>
                  <a:lnTo>
                    <a:pt x="2926904" y="122548"/>
                  </a:lnTo>
                  <a:lnTo>
                    <a:pt x="2867463" y="144086"/>
                  </a:lnTo>
                  <a:lnTo>
                    <a:pt x="2812308" y="168287"/>
                  </a:lnTo>
                  <a:lnTo>
                    <a:pt x="2760507" y="195504"/>
                  </a:lnTo>
                  <a:lnTo>
                    <a:pt x="2711145" y="226048"/>
                  </a:lnTo>
                  <a:lnTo>
                    <a:pt x="2667772" y="256800"/>
                  </a:lnTo>
                  <a:lnTo>
                    <a:pt x="2624228" y="291288"/>
                  </a:lnTo>
                  <a:lnTo>
                    <a:pt x="2581110" y="328882"/>
                  </a:lnTo>
                  <a:lnTo>
                    <a:pt x="2538050" y="369638"/>
                  </a:lnTo>
                  <a:lnTo>
                    <a:pt x="2494786" y="413532"/>
                  </a:lnTo>
                  <a:lnTo>
                    <a:pt x="2451138" y="460450"/>
                  </a:lnTo>
                  <a:lnTo>
                    <a:pt x="2407009" y="510181"/>
                  </a:lnTo>
                  <a:lnTo>
                    <a:pt x="2362369" y="562415"/>
                  </a:lnTo>
                  <a:lnTo>
                    <a:pt x="2317253" y="616748"/>
                  </a:lnTo>
                  <a:lnTo>
                    <a:pt x="2271745" y="672689"/>
                  </a:lnTo>
                  <a:lnTo>
                    <a:pt x="2225971" y="729678"/>
                  </a:lnTo>
                  <a:lnTo>
                    <a:pt x="2180081" y="787110"/>
                  </a:lnTo>
                  <a:lnTo>
                    <a:pt x="2134239" y="844360"/>
                  </a:lnTo>
                  <a:lnTo>
                    <a:pt x="2088603" y="900811"/>
                  </a:lnTo>
                  <a:lnTo>
                    <a:pt x="2043310" y="955881"/>
                  </a:lnTo>
                  <a:lnTo>
                    <a:pt x="1998464" y="1009048"/>
                  </a:lnTo>
                  <a:lnTo>
                    <a:pt x="1954120" y="1059870"/>
                  </a:lnTo>
                  <a:lnTo>
                    <a:pt x="1910279" y="1107996"/>
                  </a:lnTo>
                  <a:lnTo>
                    <a:pt x="1866871" y="1153175"/>
                  </a:lnTo>
                  <a:lnTo>
                    <a:pt x="1823753" y="1195251"/>
                  </a:lnTo>
                  <a:lnTo>
                    <a:pt x="1780697" y="1234166"/>
                  </a:lnTo>
                  <a:lnTo>
                    <a:pt x="1737383" y="1269942"/>
                  </a:lnTo>
                  <a:lnTo>
                    <a:pt x="1719082" y="1284002"/>
                  </a:lnTo>
                  <a:lnTo>
                    <a:pt x="1671228" y="1317723"/>
                  </a:lnTo>
                  <a:lnTo>
                    <a:pt x="1621677" y="1347949"/>
                  </a:lnTo>
                  <a:lnTo>
                    <a:pt x="1569604" y="1374873"/>
                  </a:lnTo>
                  <a:lnTo>
                    <a:pt x="1514092" y="1398813"/>
                  </a:lnTo>
                  <a:lnTo>
                    <a:pt x="1454209" y="1420122"/>
                  </a:lnTo>
                  <a:lnTo>
                    <a:pt x="1389102" y="1439136"/>
                  </a:lnTo>
                  <a:lnTo>
                    <a:pt x="1318102" y="1456144"/>
                  </a:lnTo>
                  <a:lnTo>
                    <a:pt x="1240879" y="1471375"/>
                  </a:lnTo>
                  <a:lnTo>
                    <a:pt x="1157633" y="1484991"/>
                  </a:lnTo>
                  <a:lnTo>
                    <a:pt x="1069324" y="1497082"/>
                  </a:lnTo>
                  <a:lnTo>
                    <a:pt x="977879" y="1507680"/>
                  </a:lnTo>
                  <a:lnTo>
                    <a:pt x="886302" y="1516765"/>
                  </a:lnTo>
                  <a:lnTo>
                    <a:pt x="798552" y="1524301"/>
                  </a:lnTo>
                  <a:lnTo>
                    <a:pt x="719103" y="1530266"/>
                  </a:lnTo>
                  <a:lnTo>
                    <a:pt x="652186" y="1534699"/>
                  </a:lnTo>
                  <a:lnTo>
                    <a:pt x="600860" y="1537721"/>
                  </a:lnTo>
                  <a:lnTo>
                    <a:pt x="566221" y="1539544"/>
                  </a:lnTo>
                  <a:lnTo>
                    <a:pt x="547010" y="1540453"/>
                  </a:lnTo>
                  <a:lnTo>
                    <a:pt x="539683" y="1540766"/>
                  </a:lnTo>
                  <a:lnTo>
                    <a:pt x="538736" y="1540803"/>
                  </a:lnTo>
                  <a:lnTo>
                    <a:pt x="0" y="1540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2" name="pg842"/>
            <p:cNvSpPr/>
            <p:nvPr/>
          </p:nvSpPr>
          <p:spPr>
            <a:xfrm>
              <a:off x="546595" y="2013589"/>
              <a:ext cx="8234974" cy="2923714"/>
            </a:xfrm>
            <a:custGeom>
              <a:avLst/>
              <a:pathLst>
                <a:path w="8234974" h="2923714">
                  <a:moveTo>
                    <a:pt x="0" y="1524469"/>
                  </a:moveTo>
                  <a:lnTo>
                    <a:pt x="538736" y="1524469"/>
                  </a:lnTo>
                  <a:lnTo>
                    <a:pt x="539997" y="1524420"/>
                  </a:lnTo>
                  <a:lnTo>
                    <a:pt x="548226" y="1524070"/>
                  </a:lnTo>
                  <a:lnTo>
                    <a:pt x="568765" y="1523104"/>
                  </a:lnTo>
                  <a:lnTo>
                    <a:pt x="604960" y="1521206"/>
                  </a:lnTo>
                  <a:lnTo>
                    <a:pt x="657848" y="1518103"/>
                  </a:lnTo>
                  <a:lnTo>
                    <a:pt x="726122" y="1513593"/>
                  </a:lnTo>
                  <a:lnTo>
                    <a:pt x="806571" y="1507563"/>
                  </a:lnTo>
                  <a:lnTo>
                    <a:pt x="894901" y="1499986"/>
                  </a:lnTo>
                  <a:lnTo>
                    <a:pt x="986652" y="1490883"/>
                  </a:lnTo>
                  <a:lnTo>
                    <a:pt x="1077939" y="1480291"/>
                  </a:lnTo>
                  <a:lnTo>
                    <a:pt x="1165858" y="1468225"/>
                  </a:lnTo>
                  <a:lnTo>
                    <a:pt x="1248580" y="1454649"/>
                  </a:lnTo>
                  <a:lnTo>
                    <a:pt x="1325226" y="1439468"/>
                  </a:lnTo>
                  <a:lnTo>
                    <a:pt x="1395657" y="1422515"/>
                  </a:lnTo>
                  <a:lnTo>
                    <a:pt x="1460245" y="1403557"/>
                  </a:lnTo>
                  <a:lnTo>
                    <a:pt x="1519682" y="1382305"/>
                  </a:lnTo>
                  <a:lnTo>
                    <a:pt x="1574834" y="1358423"/>
                  </a:lnTo>
                  <a:lnTo>
                    <a:pt x="1626636" y="1331565"/>
                  </a:lnTo>
                  <a:lnTo>
                    <a:pt x="1676002" y="1301424"/>
                  </a:lnTo>
                  <a:lnTo>
                    <a:pt x="1719082" y="1271298"/>
                  </a:lnTo>
                  <a:lnTo>
                    <a:pt x="1762792" y="1237162"/>
                  </a:lnTo>
                  <a:lnTo>
                    <a:pt x="1806074" y="1199940"/>
                  </a:lnTo>
                  <a:lnTo>
                    <a:pt x="1849299" y="1159576"/>
                  </a:lnTo>
                  <a:lnTo>
                    <a:pt x="1892733" y="1116096"/>
                  </a:lnTo>
                  <a:lnTo>
                    <a:pt x="1936556" y="1069615"/>
                  </a:lnTo>
                  <a:lnTo>
                    <a:pt x="1980864" y="1020344"/>
                  </a:lnTo>
                  <a:lnTo>
                    <a:pt x="2025687" y="968594"/>
                  </a:lnTo>
                  <a:lnTo>
                    <a:pt x="2070988" y="914772"/>
                  </a:lnTo>
                  <a:lnTo>
                    <a:pt x="2116681" y="859368"/>
                  </a:lnTo>
                  <a:lnTo>
                    <a:pt x="2162637" y="802944"/>
                  </a:lnTo>
                  <a:lnTo>
                    <a:pt x="2208703" y="746102"/>
                  </a:lnTo>
                  <a:lnTo>
                    <a:pt x="2254715" y="689468"/>
                  </a:lnTo>
                  <a:lnTo>
                    <a:pt x="2300512" y="633655"/>
                  </a:lnTo>
                  <a:lnTo>
                    <a:pt x="2345957" y="579241"/>
                  </a:lnTo>
                  <a:lnTo>
                    <a:pt x="2390948" y="526744"/>
                  </a:lnTo>
                  <a:lnTo>
                    <a:pt x="2435430" y="476598"/>
                  </a:lnTo>
                  <a:lnTo>
                    <a:pt x="2479409" y="429148"/>
                  </a:lnTo>
                  <a:lnTo>
                    <a:pt x="2522958" y="384639"/>
                  </a:lnTo>
                  <a:lnTo>
                    <a:pt x="2566228" y="343219"/>
                  </a:lnTo>
                  <a:lnTo>
                    <a:pt x="2609455" y="304941"/>
                  </a:lnTo>
                  <a:lnTo>
                    <a:pt x="2652973" y="269776"/>
                  </a:lnTo>
                  <a:lnTo>
                    <a:pt x="2667772" y="258615"/>
                  </a:lnTo>
                  <a:lnTo>
                    <a:pt x="2715642" y="225361"/>
                  </a:lnTo>
                  <a:lnTo>
                    <a:pt x="2765210" y="195554"/>
                  </a:lnTo>
                  <a:lnTo>
                    <a:pt x="2817301" y="169005"/>
                  </a:lnTo>
                  <a:lnTo>
                    <a:pt x="2872836" y="145398"/>
                  </a:lnTo>
                  <a:lnTo>
                    <a:pt x="2932745" y="124387"/>
                  </a:lnTo>
                  <a:lnTo>
                    <a:pt x="2997882" y="105640"/>
                  </a:lnTo>
                  <a:lnTo>
                    <a:pt x="3068917" y="88871"/>
                  </a:lnTo>
                  <a:lnTo>
                    <a:pt x="3146180" y="73854"/>
                  </a:lnTo>
                  <a:lnTo>
                    <a:pt x="3229468" y="60431"/>
                  </a:lnTo>
                  <a:lnTo>
                    <a:pt x="3317818" y="48511"/>
                  </a:lnTo>
                  <a:lnTo>
                    <a:pt x="3409297" y="38065"/>
                  </a:lnTo>
                  <a:lnTo>
                    <a:pt x="3500897" y="29111"/>
                  </a:lnTo>
                  <a:lnTo>
                    <a:pt x="3588651" y="21685"/>
                  </a:lnTo>
                  <a:lnTo>
                    <a:pt x="3668079" y="15809"/>
                  </a:lnTo>
                  <a:lnTo>
                    <a:pt x="3734951" y="11444"/>
                  </a:lnTo>
                  <a:lnTo>
                    <a:pt x="3786213" y="8470"/>
                  </a:lnTo>
                  <a:lnTo>
                    <a:pt x="3820776" y="6678"/>
                  </a:lnTo>
                  <a:lnTo>
                    <a:pt x="3839916" y="5786"/>
                  </a:lnTo>
                  <a:lnTo>
                    <a:pt x="3847190" y="548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6" y="5530"/>
                  </a:lnTo>
                  <a:lnTo>
                    <a:pt x="4395611" y="6148"/>
                  </a:lnTo>
                  <a:lnTo>
                    <a:pt x="4414622" y="7854"/>
                  </a:lnTo>
                  <a:lnTo>
                    <a:pt x="4448266" y="11205"/>
                  </a:lnTo>
                  <a:lnTo>
                    <a:pt x="4497708" y="16698"/>
                  </a:lnTo>
                  <a:lnTo>
                    <a:pt x="4561999" y="24708"/>
                  </a:lnTo>
                  <a:lnTo>
                    <a:pt x="4638407" y="35455"/>
                  </a:lnTo>
                  <a:lnTo>
                    <a:pt x="4723089" y="49014"/>
                  </a:lnTo>
                  <a:lnTo>
                    <a:pt x="4811908" y="65359"/>
                  </a:lnTo>
                  <a:lnTo>
                    <a:pt x="4901118" y="84423"/>
                  </a:lnTo>
                  <a:lnTo>
                    <a:pt x="4987794" y="106165"/>
                  </a:lnTo>
                  <a:lnTo>
                    <a:pt x="5069972" y="130618"/>
                  </a:lnTo>
                  <a:lnTo>
                    <a:pt x="5146589" y="157917"/>
                  </a:lnTo>
                  <a:lnTo>
                    <a:pt x="5217307" y="188311"/>
                  </a:lnTo>
                  <a:lnTo>
                    <a:pt x="5282318" y="222168"/>
                  </a:lnTo>
                  <a:lnTo>
                    <a:pt x="5342158" y="259965"/>
                  </a:lnTo>
                  <a:lnTo>
                    <a:pt x="5397573" y="302262"/>
                  </a:lnTo>
                  <a:lnTo>
                    <a:pt x="5449403" y="349674"/>
                  </a:lnTo>
                  <a:lnTo>
                    <a:pt x="5498507" y="402792"/>
                  </a:lnTo>
                  <a:lnTo>
                    <a:pt x="5545691" y="462069"/>
                  </a:lnTo>
                  <a:lnTo>
                    <a:pt x="5567201" y="491822"/>
                  </a:lnTo>
                  <a:lnTo>
                    <a:pt x="5602246" y="543865"/>
                  </a:lnTo>
                  <a:lnTo>
                    <a:pt x="5636964" y="599686"/>
                  </a:lnTo>
                  <a:lnTo>
                    <a:pt x="5671561" y="659362"/>
                  </a:lnTo>
                  <a:lnTo>
                    <a:pt x="5706199" y="722911"/>
                  </a:lnTo>
                  <a:lnTo>
                    <a:pt x="5741001" y="790283"/>
                  </a:lnTo>
                  <a:lnTo>
                    <a:pt x="5776053" y="861354"/>
                  </a:lnTo>
                  <a:lnTo>
                    <a:pt x="5811410" y="935925"/>
                  </a:lnTo>
                  <a:lnTo>
                    <a:pt x="5847096" y="1013719"/>
                  </a:lnTo>
                  <a:lnTo>
                    <a:pt x="5883107" y="1094379"/>
                  </a:lnTo>
                  <a:lnTo>
                    <a:pt x="5919418" y="1177479"/>
                  </a:lnTo>
                  <a:lnTo>
                    <a:pt x="5955979" y="1262523"/>
                  </a:lnTo>
                  <a:lnTo>
                    <a:pt x="5992728" y="1348966"/>
                  </a:lnTo>
                  <a:lnTo>
                    <a:pt x="6029587" y="1436220"/>
                  </a:lnTo>
                  <a:lnTo>
                    <a:pt x="6066474" y="1523674"/>
                  </a:lnTo>
                  <a:lnTo>
                    <a:pt x="6103303" y="1610711"/>
                  </a:lnTo>
                  <a:lnTo>
                    <a:pt x="6139994" y="1696727"/>
                  </a:lnTo>
                  <a:lnTo>
                    <a:pt x="6176474" y="1781148"/>
                  </a:lnTo>
                  <a:lnTo>
                    <a:pt x="6212684" y="1863443"/>
                  </a:lnTo>
                  <a:lnTo>
                    <a:pt x="6248583" y="1943141"/>
                  </a:lnTo>
                  <a:lnTo>
                    <a:pt x="6284152" y="2019838"/>
                  </a:lnTo>
                  <a:lnTo>
                    <a:pt x="6319397" y="2093206"/>
                  </a:lnTo>
                  <a:lnTo>
                    <a:pt x="6354354" y="2162995"/>
                  </a:lnTo>
                  <a:lnTo>
                    <a:pt x="6389086" y="2229032"/>
                  </a:lnTo>
                  <a:lnTo>
                    <a:pt x="6423694" y="2291222"/>
                  </a:lnTo>
                  <a:lnTo>
                    <a:pt x="6458313" y="2349537"/>
                  </a:lnTo>
                  <a:lnTo>
                    <a:pt x="6493119" y="2404018"/>
                  </a:lnTo>
                  <a:lnTo>
                    <a:pt x="6515891" y="2437336"/>
                  </a:lnTo>
                  <a:lnTo>
                    <a:pt x="6562422" y="2499550"/>
                  </a:lnTo>
                  <a:lnTo>
                    <a:pt x="6610538" y="2555494"/>
                  </a:lnTo>
                  <a:lnTo>
                    <a:pt x="6660993" y="2605494"/>
                  </a:lnTo>
                  <a:lnTo>
                    <a:pt x="6714631" y="2650096"/>
                  </a:lnTo>
                  <a:lnTo>
                    <a:pt x="6772310" y="2689914"/>
                  </a:lnTo>
                  <a:lnTo>
                    <a:pt x="6834832" y="2725540"/>
                  </a:lnTo>
                  <a:lnTo>
                    <a:pt x="6902843" y="2757495"/>
                  </a:lnTo>
                  <a:lnTo>
                    <a:pt x="6976719" y="2786196"/>
                  </a:lnTo>
                  <a:lnTo>
                    <a:pt x="7056391" y="2811950"/>
                  </a:lnTo>
                  <a:lnTo>
                    <a:pt x="7141160" y="2834945"/>
                  </a:lnTo>
                  <a:lnTo>
                    <a:pt x="7229496" y="2855258"/>
                  </a:lnTo>
                  <a:lnTo>
                    <a:pt x="7318919" y="2872876"/>
                  </a:lnTo>
                  <a:lnTo>
                    <a:pt x="7406032" y="2887740"/>
                  </a:lnTo>
                  <a:lnTo>
                    <a:pt x="7486807" y="2899795"/>
                  </a:lnTo>
                  <a:lnTo>
                    <a:pt x="7557166" y="2909061"/>
                  </a:lnTo>
                  <a:lnTo>
                    <a:pt x="7613761" y="2915688"/>
                  </a:lnTo>
                  <a:lnTo>
                    <a:pt x="7654747" y="2919981"/>
                  </a:lnTo>
                  <a:lnTo>
                    <a:pt x="7680290" y="2922386"/>
                  </a:lnTo>
                  <a:lnTo>
                    <a:pt x="7692681" y="2923440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8270"/>
                  </a:ln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8" y="48"/>
                  </a:lnTo>
                  <a:lnTo>
                    <a:pt x="3838628" y="398"/>
                  </a:lnTo>
                  <a:lnTo>
                    <a:pt x="3818089" y="1365"/>
                  </a:lnTo>
                  <a:lnTo>
                    <a:pt x="3781894" y="3262"/>
                  </a:lnTo>
                  <a:lnTo>
                    <a:pt x="3729007" y="6365"/>
                  </a:lnTo>
                  <a:lnTo>
                    <a:pt x="3660733" y="10876"/>
                  </a:lnTo>
                  <a:lnTo>
                    <a:pt x="3580283" y="16905"/>
                  </a:lnTo>
                  <a:lnTo>
                    <a:pt x="3491953" y="24483"/>
                  </a:lnTo>
                  <a:lnTo>
                    <a:pt x="3400202" y="33586"/>
                  </a:lnTo>
                  <a:lnTo>
                    <a:pt x="3308916" y="44178"/>
                  </a:lnTo>
                  <a:lnTo>
                    <a:pt x="3220997" y="56244"/>
                  </a:lnTo>
                  <a:lnTo>
                    <a:pt x="3138275" y="69819"/>
                  </a:lnTo>
                  <a:lnTo>
                    <a:pt x="3061629" y="85001"/>
                  </a:lnTo>
                  <a:lnTo>
                    <a:pt x="2991198" y="101954"/>
                  </a:lnTo>
                  <a:lnTo>
                    <a:pt x="2926610" y="120911"/>
                  </a:lnTo>
                  <a:lnTo>
                    <a:pt x="2867173" y="142163"/>
                  </a:lnTo>
                  <a:lnTo>
                    <a:pt x="2812020" y="166045"/>
                  </a:lnTo>
                  <a:lnTo>
                    <a:pt x="2760218" y="192903"/>
                  </a:lnTo>
                  <a:lnTo>
                    <a:pt x="2710853" y="223045"/>
                  </a:lnTo>
                  <a:lnTo>
                    <a:pt x="2667772" y="253170"/>
                  </a:lnTo>
                  <a:lnTo>
                    <a:pt x="2624063" y="287307"/>
                  </a:lnTo>
                  <a:lnTo>
                    <a:pt x="2580780" y="324529"/>
                  </a:lnTo>
                  <a:lnTo>
                    <a:pt x="2537556" y="364892"/>
                  </a:lnTo>
                  <a:lnTo>
                    <a:pt x="2494121" y="408372"/>
                  </a:lnTo>
                  <a:lnTo>
                    <a:pt x="2450299" y="454854"/>
                  </a:lnTo>
                  <a:lnTo>
                    <a:pt x="2405990" y="504125"/>
                  </a:lnTo>
                  <a:lnTo>
                    <a:pt x="2361168" y="555875"/>
                  </a:lnTo>
                  <a:lnTo>
                    <a:pt x="2315866" y="609697"/>
                  </a:lnTo>
                  <a:lnTo>
                    <a:pt x="2270173" y="665100"/>
                  </a:lnTo>
                  <a:lnTo>
                    <a:pt x="2224217" y="721525"/>
                  </a:lnTo>
                  <a:lnTo>
                    <a:pt x="2178151" y="778367"/>
                  </a:lnTo>
                  <a:lnTo>
                    <a:pt x="2132140" y="835001"/>
                  </a:lnTo>
                  <a:lnTo>
                    <a:pt x="2086343" y="890814"/>
                  </a:lnTo>
                  <a:lnTo>
                    <a:pt x="2040897" y="945227"/>
                  </a:lnTo>
                  <a:lnTo>
                    <a:pt x="1995907" y="997725"/>
                  </a:lnTo>
                  <a:lnTo>
                    <a:pt x="1951425" y="1047871"/>
                  </a:lnTo>
                  <a:lnTo>
                    <a:pt x="1907446" y="1095321"/>
                  </a:lnTo>
                  <a:lnTo>
                    <a:pt x="1863896" y="1139829"/>
                  </a:lnTo>
                  <a:lnTo>
                    <a:pt x="1820626" y="1181250"/>
                  </a:lnTo>
                  <a:lnTo>
                    <a:pt x="1777399" y="1219527"/>
                  </a:lnTo>
                  <a:lnTo>
                    <a:pt x="1733882" y="1254693"/>
                  </a:lnTo>
                  <a:lnTo>
                    <a:pt x="1719082" y="1265854"/>
                  </a:lnTo>
                  <a:lnTo>
                    <a:pt x="1671212" y="1299108"/>
                  </a:lnTo>
                  <a:lnTo>
                    <a:pt x="1621644" y="1328914"/>
                  </a:lnTo>
                  <a:lnTo>
                    <a:pt x="1569553" y="1355464"/>
                  </a:lnTo>
                  <a:lnTo>
                    <a:pt x="1514019" y="1379070"/>
                  </a:lnTo>
                  <a:lnTo>
                    <a:pt x="1454110" y="1400082"/>
                  </a:lnTo>
                  <a:lnTo>
                    <a:pt x="1388972" y="1418829"/>
                  </a:lnTo>
                  <a:lnTo>
                    <a:pt x="1317937" y="1435598"/>
                  </a:lnTo>
                  <a:lnTo>
                    <a:pt x="1240675" y="1450614"/>
                  </a:lnTo>
                  <a:lnTo>
                    <a:pt x="1157387" y="1464038"/>
                  </a:lnTo>
                  <a:lnTo>
                    <a:pt x="1069037" y="1475958"/>
                  </a:lnTo>
                  <a:lnTo>
                    <a:pt x="977558" y="1486404"/>
                  </a:lnTo>
                  <a:lnTo>
                    <a:pt x="885958" y="1495358"/>
                  </a:lnTo>
                  <a:lnTo>
                    <a:pt x="798204" y="1502783"/>
                  </a:lnTo>
                  <a:lnTo>
                    <a:pt x="718775" y="1508660"/>
                  </a:lnTo>
                  <a:lnTo>
                    <a:pt x="651903" y="1513025"/>
                  </a:lnTo>
                  <a:lnTo>
                    <a:pt x="600642" y="1515999"/>
                  </a:lnTo>
                  <a:lnTo>
                    <a:pt x="566078" y="1517791"/>
                  </a:lnTo>
                  <a:lnTo>
                    <a:pt x="546939" y="1518683"/>
                  </a:lnTo>
                  <a:lnTo>
                    <a:pt x="539664" y="1518989"/>
                  </a:lnTo>
                  <a:lnTo>
                    <a:pt x="538736" y="1519025"/>
                  </a:lnTo>
                  <a:lnTo>
                    <a:pt x="0" y="151902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43" name="pl843"/>
            <p:cNvSpPr/>
            <p:nvPr/>
          </p:nvSpPr>
          <p:spPr>
            <a:xfrm>
              <a:off x="546595" y="2019033"/>
              <a:ext cx="8234974" cy="2918270"/>
            </a:xfrm>
            <a:custGeom>
              <a:avLst/>
              <a:pathLst>
                <a:path w="8234974" h="2918270">
                  <a:moveTo>
                    <a:pt x="0" y="1519025"/>
                  </a:moveTo>
                  <a:lnTo>
                    <a:pt x="538736" y="1519025"/>
                  </a:lnTo>
                  <a:lnTo>
                    <a:pt x="539997" y="1518976"/>
                  </a:lnTo>
                  <a:lnTo>
                    <a:pt x="548226" y="1518626"/>
                  </a:lnTo>
                  <a:lnTo>
                    <a:pt x="568765" y="1517659"/>
                  </a:lnTo>
                  <a:lnTo>
                    <a:pt x="604960" y="1515762"/>
                  </a:lnTo>
                  <a:lnTo>
                    <a:pt x="657848" y="1512659"/>
                  </a:lnTo>
                  <a:lnTo>
                    <a:pt x="726122" y="1508148"/>
                  </a:lnTo>
                  <a:lnTo>
                    <a:pt x="806571" y="1502119"/>
                  </a:lnTo>
                  <a:lnTo>
                    <a:pt x="894901" y="1494541"/>
                  </a:lnTo>
                  <a:lnTo>
                    <a:pt x="986652" y="1485438"/>
                  </a:lnTo>
                  <a:lnTo>
                    <a:pt x="1077939" y="1474846"/>
                  </a:lnTo>
                  <a:lnTo>
                    <a:pt x="1165858" y="1462780"/>
                  </a:lnTo>
                  <a:lnTo>
                    <a:pt x="1248580" y="1449205"/>
                  </a:lnTo>
                  <a:lnTo>
                    <a:pt x="1325226" y="1434023"/>
                  </a:lnTo>
                  <a:lnTo>
                    <a:pt x="1395657" y="1417070"/>
                  </a:lnTo>
                  <a:lnTo>
                    <a:pt x="1460245" y="1398113"/>
                  </a:lnTo>
                  <a:lnTo>
                    <a:pt x="1519682" y="1376861"/>
                  </a:lnTo>
                  <a:lnTo>
                    <a:pt x="1574834" y="1352979"/>
                  </a:lnTo>
                  <a:lnTo>
                    <a:pt x="1626636" y="1326121"/>
                  </a:lnTo>
                  <a:lnTo>
                    <a:pt x="1676002" y="1295979"/>
                  </a:lnTo>
                  <a:lnTo>
                    <a:pt x="1719082" y="1265854"/>
                  </a:lnTo>
                  <a:lnTo>
                    <a:pt x="1762792" y="1231717"/>
                  </a:lnTo>
                  <a:lnTo>
                    <a:pt x="1806074" y="1194495"/>
                  </a:lnTo>
                  <a:lnTo>
                    <a:pt x="1849299" y="1154132"/>
                  </a:lnTo>
                  <a:lnTo>
                    <a:pt x="1892733" y="1110652"/>
                  </a:lnTo>
                  <a:lnTo>
                    <a:pt x="1936556" y="1064170"/>
                  </a:lnTo>
                  <a:lnTo>
                    <a:pt x="1980864" y="1014899"/>
                  </a:lnTo>
                  <a:lnTo>
                    <a:pt x="2025687" y="963149"/>
                  </a:lnTo>
                  <a:lnTo>
                    <a:pt x="2070988" y="909327"/>
                  </a:lnTo>
                  <a:lnTo>
                    <a:pt x="2116681" y="853924"/>
                  </a:lnTo>
                  <a:lnTo>
                    <a:pt x="2162637" y="797499"/>
                  </a:lnTo>
                  <a:lnTo>
                    <a:pt x="2208703" y="740657"/>
                  </a:lnTo>
                  <a:lnTo>
                    <a:pt x="2254715" y="684023"/>
                  </a:lnTo>
                  <a:lnTo>
                    <a:pt x="2300512" y="628210"/>
                  </a:lnTo>
                  <a:lnTo>
                    <a:pt x="2345957" y="573797"/>
                  </a:lnTo>
                  <a:lnTo>
                    <a:pt x="2390948" y="521299"/>
                  </a:lnTo>
                  <a:lnTo>
                    <a:pt x="2435430" y="471153"/>
                  </a:lnTo>
                  <a:lnTo>
                    <a:pt x="2479409" y="423703"/>
                  </a:lnTo>
                  <a:lnTo>
                    <a:pt x="2522958" y="379195"/>
                  </a:lnTo>
                  <a:lnTo>
                    <a:pt x="2566228" y="337775"/>
                  </a:lnTo>
                  <a:lnTo>
                    <a:pt x="2609455" y="299497"/>
                  </a:lnTo>
                  <a:lnTo>
                    <a:pt x="2652973" y="264331"/>
                  </a:lnTo>
                  <a:lnTo>
                    <a:pt x="2667772" y="253170"/>
                  </a:lnTo>
                  <a:lnTo>
                    <a:pt x="2715642" y="219916"/>
                  </a:lnTo>
                  <a:lnTo>
                    <a:pt x="2765210" y="190110"/>
                  </a:lnTo>
                  <a:lnTo>
                    <a:pt x="2817301" y="163560"/>
                  </a:lnTo>
                  <a:lnTo>
                    <a:pt x="2872836" y="139954"/>
                  </a:lnTo>
                  <a:lnTo>
                    <a:pt x="2932745" y="118942"/>
                  </a:lnTo>
                  <a:lnTo>
                    <a:pt x="2997882" y="100195"/>
                  </a:lnTo>
                  <a:lnTo>
                    <a:pt x="3068917" y="83426"/>
                  </a:lnTo>
                  <a:lnTo>
                    <a:pt x="3146180" y="68410"/>
                  </a:lnTo>
                  <a:lnTo>
                    <a:pt x="3229468" y="54986"/>
                  </a:lnTo>
                  <a:lnTo>
                    <a:pt x="3317818" y="43066"/>
                  </a:lnTo>
                  <a:lnTo>
                    <a:pt x="3409297" y="32620"/>
                  </a:lnTo>
                  <a:lnTo>
                    <a:pt x="3500897" y="23666"/>
                  </a:lnTo>
                  <a:lnTo>
                    <a:pt x="3588651" y="16241"/>
                  </a:lnTo>
                  <a:lnTo>
                    <a:pt x="3668079" y="10364"/>
                  </a:lnTo>
                  <a:lnTo>
                    <a:pt x="3734951" y="5999"/>
                  </a:lnTo>
                  <a:lnTo>
                    <a:pt x="3786213" y="3025"/>
                  </a:lnTo>
                  <a:lnTo>
                    <a:pt x="3820776" y="1233"/>
                  </a:lnTo>
                  <a:lnTo>
                    <a:pt x="3839916" y="341"/>
                  </a:lnTo>
                  <a:lnTo>
                    <a:pt x="3847190" y="3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6" y="86"/>
                  </a:lnTo>
                  <a:lnTo>
                    <a:pt x="4395611" y="703"/>
                  </a:lnTo>
                  <a:lnTo>
                    <a:pt x="4414622" y="2409"/>
                  </a:lnTo>
                  <a:lnTo>
                    <a:pt x="4448266" y="5761"/>
                  </a:lnTo>
                  <a:lnTo>
                    <a:pt x="4497708" y="11254"/>
                  </a:lnTo>
                  <a:lnTo>
                    <a:pt x="4561999" y="19263"/>
                  </a:lnTo>
                  <a:lnTo>
                    <a:pt x="4638407" y="30010"/>
                  </a:lnTo>
                  <a:lnTo>
                    <a:pt x="4723089" y="43570"/>
                  </a:lnTo>
                  <a:lnTo>
                    <a:pt x="4811908" y="59914"/>
                  </a:lnTo>
                  <a:lnTo>
                    <a:pt x="4901118" y="78978"/>
                  </a:lnTo>
                  <a:lnTo>
                    <a:pt x="4987794" y="100721"/>
                  </a:lnTo>
                  <a:lnTo>
                    <a:pt x="5069972" y="125174"/>
                  </a:lnTo>
                  <a:lnTo>
                    <a:pt x="5146589" y="152472"/>
                  </a:lnTo>
                  <a:lnTo>
                    <a:pt x="5217307" y="182866"/>
                  </a:lnTo>
                  <a:lnTo>
                    <a:pt x="5282318" y="216724"/>
                  </a:lnTo>
                  <a:lnTo>
                    <a:pt x="5342158" y="254520"/>
                  </a:lnTo>
                  <a:lnTo>
                    <a:pt x="5397573" y="296818"/>
                  </a:lnTo>
                  <a:lnTo>
                    <a:pt x="5449403" y="344230"/>
                  </a:lnTo>
                  <a:lnTo>
                    <a:pt x="5498507" y="397348"/>
                  </a:lnTo>
                  <a:lnTo>
                    <a:pt x="5545691" y="456625"/>
                  </a:lnTo>
                  <a:lnTo>
                    <a:pt x="5567201" y="486378"/>
                  </a:lnTo>
                  <a:lnTo>
                    <a:pt x="5602246" y="538420"/>
                  </a:lnTo>
                  <a:lnTo>
                    <a:pt x="5636964" y="594241"/>
                  </a:lnTo>
                  <a:lnTo>
                    <a:pt x="5671561" y="653918"/>
                  </a:lnTo>
                  <a:lnTo>
                    <a:pt x="5706199" y="717467"/>
                  </a:lnTo>
                  <a:lnTo>
                    <a:pt x="5741001" y="784838"/>
                  </a:lnTo>
                  <a:lnTo>
                    <a:pt x="5776053" y="855909"/>
                  </a:lnTo>
                  <a:lnTo>
                    <a:pt x="5811410" y="930481"/>
                  </a:lnTo>
                  <a:lnTo>
                    <a:pt x="5847096" y="1008274"/>
                  </a:lnTo>
                  <a:lnTo>
                    <a:pt x="5883107" y="1088935"/>
                  </a:lnTo>
                  <a:lnTo>
                    <a:pt x="5919418" y="1172034"/>
                  </a:lnTo>
                  <a:lnTo>
                    <a:pt x="5955979" y="1257079"/>
                  </a:lnTo>
                  <a:lnTo>
                    <a:pt x="5992728" y="1343522"/>
                  </a:lnTo>
                  <a:lnTo>
                    <a:pt x="6029587" y="1430775"/>
                  </a:lnTo>
                  <a:lnTo>
                    <a:pt x="6066474" y="1518229"/>
                  </a:lnTo>
                  <a:lnTo>
                    <a:pt x="6103303" y="1605266"/>
                  </a:lnTo>
                  <a:lnTo>
                    <a:pt x="6139994" y="1691283"/>
                  </a:lnTo>
                  <a:lnTo>
                    <a:pt x="6176474" y="1775703"/>
                  </a:lnTo>
                  <a:lnTo>
                    <a:pt x="6212684" y="1857998"/>
                  </a:lnTo>
                  <a:lnTo>
                    <a:pt x="6248583" y="1937696"/>
                  </a:lnTo>
                  <a:lnTo>
                    <a:pt x="6284152" y="2014393"/>
                  </a:lnTo>
                  <a:lnTo>
                    <a:pt x="6319397" y="2087761"/>
                  </a:lnTo>
                  <a:lnTo>
                    <a:pt x="6354354" y="2157550"/>
                  </a:lnTo>
                  <a:lnTo>
                    <a:pt x="6389086" y="2223588"/>
                  </a:lnTo>
                  <a:lnTo>
                    <a:pt x="6423694" y="2285777"/>
                  </a:lnTo>
                  <a:lnTo>
                    <a:pt x="6458313" y="2344093"/>
                  </a:lnTo>
                  <a:lnTo>
                    <a:pt x="6493119" y="2398574"/>
                  </a:lnTo>
                  <a:lnTo>
                    <a:pt x="6515891" y="2431891"/>
                  </a:lnTo>
                  <a:lnTo>
                    <a:pt x="6562422" y="2494105"/>
                  </a:lnTo>
                  <a:lnTo>
                    <a:pt x="6610538" y="2550050"/>
                  </a:lnTo>
                  <a:lnTo>
                    <a:pt x="6660993" y="2600049"/>
                  </a:lnTo>
                  <a:lnTo>
                    <a:pt x="6714631" y="2644651"/>
                  </a:lnTo>
                  <a:lnTo>
                    <a:pt x="6772310" y="2684469"/>
                  </a:lnTo>
                  <a:lnTo>
                    <a:pt x="6834832" y="2720096"/>
                  </a:lnTo>
                  <a:lnTo>
                    <a:pt x="6902843" y="2752050"/>
                  </a:lnTo>
                  <a:lnTo>
                    <a:pt x="6976719" y="2780752"/>
                  </a:lnTo>
                  <a:lnTo>
                    <a:pt x="7056391" y="2806506"/>
                  </a:lnTo>
                  <a:lnTo>
                    <a:pt x="7141160" y="2829500"/>
                  </a:lnTo>
                  <a:lnTo>
                    <a:pt x="7229496" y="2849813"/>
                  </a:lnTo>
                  <a:lnTo>
                    <a:pt x="7318919" y="2867432"/>
                  </a:lnTo>
                  <a:lnTo>
                    <a:pt x="7406032" y="2882296"/>
                  </a:lnTo>
                  <a:lnTo>
                    <a:pt x="7486807" y="2894350"/>
                  </a:lnTo>
                  <a:lnTo>
                    <a:pt x="7557166" y="2903616"/>
                  </a:lnTo>
                  <a:lnTo>
                    <a:pt x="7613761" y="2910243"/>
                  </a:lnTo>
                  <a:lnTo>
                    <a:pt x="7654747" y="2914537"/>
                  </a:lnTo>
                  <a:lnTo>
                    <a:pt x="7680290" y="2916942"/>
                  </a:lnTo>
                  <a:lnTo>
                    <a:pt x="7692681" y="2917996"/>
                  </a:lnTo>
                  <a:lnTo>
                    <a:pt x="7696116" y="2918261"/>
                  </a:lnTo>
                  <a:lnTo>
                    <a:pt x="7696237" y="2918270"/>
                  </a:lnTo>
                  <a:lnTo>
                    <a:pt x="8234974" y="2918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4" name="pl844"/>
            <p:cNvSpPr/>
            <p:nvPr/>
          </p:nvSpPr>
          <p:spPr>
            <a:xfrm>
              <a:off x="546595" y="2013589"/>
              <a:ext cx="8234974" cy="2918270"/>
            </a:xfrm>
            <a:custGeom>
              <a:avLst/>
              <a:pathLst>
                <a:path w="8234974" h="2918270">
                  <a:moveTo>
                    <a:pt x="8234974" y="2918270"/>
                  </a:move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976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8" y="48"/>
                  </a:lnTo>
                  <a:lnTo>
                    <a:pt x="3838628" y="398"/>
                  </a:lnTo>
                  <a:lnTo>
                    <a:pt x="3818089" y="1365"/>
                  </a:lnTo>
                  <a:lnTo>
                    <a:pt x="3781894" y="3262"/>
                  </a:lnTo>
                  <a:lnTo>
                    <a:pt x="3729007" y="6365"/>
                  </a:lnTo>
                  <a:lnTo>
                    <a:pt x="3660733" y="10876"/>
                  </a:lnTo>
                  <a:lnTo>
                    <a:pt x="3580283" y="16905"/>
                  </a:lnTo>
                  <a:lnTo>
                    <a:pt x="3491953" y="24483"/>
                  </a:lnTo>
                  <a:lnTo>
                    <a:pt x="3400202" y="33586"/>
                  </a:lnTo>
                  <a:lnTo>
                    <a:pt x="3308916" y="44178"/>
                  </a:lnTo>
                  <a:lnTo>
                    <a:pt x="3220997" y="56244"/>
                  </a:lnTo>
                  <a:lnTo>
                    <a:pt x="3138275" y="69819"/>
                  </a:lnTo>
                  <a:lnTo>
                    <a:pt x="3061629" y="85001"/>
                  </a:lnTo>
                  <a:lnTo>
                    <a:pt x="2991198" y="101954"/>
                  </a:lnTo>
                  <a:lnTo>
                    <a:pt x="2926610" y="120911"/>
                  </a:lnTo>
                  <a:lnTo>
                    <a:pt x="2867173" y="142163"/>
                  </a:lnTo>
                  <a:lnTo>
                    <a:pt x="2812020" y="166045"/>
                  </a:lnTo>
                  <a:lnTo>
                    <a:pt x="2760218" y="192903"/>
                  </a:lnTo>
                  <a:lnTo>
                    <a:pt x="2710853" y="223045"/>
                  </a:lnTo>
                  <a:lnTo>
                    <a:pt x="2667772" y="253170"/>
                  </a:lnTo>
                  <a:lnTo>
                    <a:pt x="2624063" y="287307"/>
                  </a:lnTo>
                  <a:lnTo>
                    <a:pt x="2580780" y="324529"/>
                  </a:lnTo>
                  <a:lnTo>
                    <a:pt x="2537556" y="364892"/>
                  </a:lnTo>
                  <a:lnTo>
                    <a:pt x="2494121" y="408372"/>
                  </a:lnTo>
                  <a:lnTo>
                    <a:pt x="2450299" y="454854"/>
                  </a:lnTo>
                  <a:lnTo>
                    <a:pt x="2405990" y="504125"/>
                  </a:lnTo>
                  <a:lnTo>
                    <a:pt x="2361168" y="555875"/>
                  </a:lnTo>
                  <a:lnTo>
                    <a:pt x="2315866" y="609697"/>
                  </a:lnTo>
                  <a:lnTo>
                    <a:pt x="2270173" y="665100"/>
                  </a:lnTo>
                  <a:lnTo>
                    <a:pt x="2224217" y="721525"/>
                  </a:lnTo>
                  <a:lnTo>
                    <a:pt x="2178151" y="778367"/>
                  </a:lnTo>
                  <a:lnTo>
                    <a:pt x="2132140" y="835001"/>
                  </a:lnTo>
                  <a:lnTo>
                    <a:pt x="2086343" y="890814"/>
                  </a:lnTo>
                  <a:lnTo>
                    <a:pt x="2040897" y="945227"/>
                  </a:lnTo>
                  <a:lnTo>
                    <a:pt x="1995907" y="997725"/>
                  </a:lnTo>
                  <a:lnTo>
                    <a:pt x="1951425" y="1047871"/>
                  </a:lnTo>
                  <a:lnTo>
                    <a:pt x="1907446" y="1095321"/>
                  </a:lnTo>
                  <a:lnTo>
                    <a:pt x="1863896" y="1139829"/>
                  </a:lnTo>
                  <a:lnTo>
                    <a:pt x="1820626" y="1181250"/>
                  </a:lnTo>
                  <a:lnTo>
                    <a:pt x="1777399" y="1219527"/>
                  </a:lnTo>
                  <a:lnTo>
                    <a:pt x="1733882" y="1254693"/>
                  </a:lnTo>
                  <a:lnTo>
                    <a:pt x="1719082" y="1265854"/>
                  </a:lnTo>
                  <a:lnTo>
                    <a:pt x="1671212" y="1299108"/>
                  </a:lnTo>
                  <a:lnTo>
                    <a:pt x="1621644" y="1328914"/>
                  </a:lnTo>
                  <a:lnTo>
                    <a:pt x="1569553" y="1355464"/>
                  </a:lnTo>
                  <a:lnTo>
                    <a:pt x="1514019" y="1379070"/>
                  </a:lnTo>
                  <a:lnTo>
                    <a:pt x="1454110" y="1400082"/>
                  </a:lnTo>
                  <a:lnTo>
                    <a:pt x="1388972" y="1418829"/>
                  </a:lnTo>
                  <a:lnTo>
                    <a:pt x="1317937" y="1435598"/>
                  </a:lnTo>
                  <a:lnTo>
                    <a:pt x="1240675" y="1450614"/>
                  </a:lnTo>
                  <a:lnTo>
                    <a:pt x="1157387" y="1464038"/>
                  </a:lnTo>
                  <a:lnTo>
                    <a:pt x="1069037" y="1475958"/>
                  </a:lnTo>
                  <a:lnTo>
                    <a:pt x="977558" y="1486404"/>
                  </a:lnTo>
                  <a:lnTo>
                    <a:pt x="885958" y="1495358"/>
                  </a:lnTo>
                  <a:lnTo>
                    <a:pt x="798204" y="1502783"/>
                  </a:lnTo>
                  <a:lnTo>
                    <a:pt x="718775" y="1508660"/>
                  </a:lnTo>
                  <a:lnTo>
                    <a:pt x="651903" y="1513025"/>
                  </a:lnTo>
                  <a:lnTo>
                    <a:pt x="600642" y="1515999"/>
                  </a:lnTo>
                  <a:lnTo>
                    <a:pt x="566078" y="1517791"/>
                  </a:lnTo>
                  <a:lnTo>
                    <a:pt x="546939" y="1518683"/>
                  </a:lnTo>
                  <a:lnTo>
                    <a:pt x="539664" y="1518989"/>
                  </a:lnTo>
                  <a:lnTo>
                    <a:pt x="538736" y="1519025"/>
                  </a:lnTo>
                  <a:lnTo>
                    <a:pt x="0" y="1519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5" name="pg845"/>
            <p:cNvSpPr/>
            <p:nvPr/>
          </p:nvSpPr>
          <p:spPr>
            <a:xfrm>
              <a:off x="546595" y="2078923"/>
              <a:ext cx="8234974" cy="3843841"/>
            </a:xfrm>
            <a:custGeom>
              <a:avLst/>
              <a:pathLst>
                <a:path w="8234974" h="3843841">
                  <a:moveTo>
                    <a:pt x="0" y="1470024"/>
                  </a:moveTo>
                  <a:lnTo>
                    <a:pt x="538736" y="1470024"/>
                  </a:lnTo>
                  <a:lnTo>
                    <a:pt x="540000" y="1469977"/>
                  </a:lnTo>
                  <a:lnTo>
                    <a:pt x="548250" y="1469640"/>
                  </a:lnTo>
                  <a:lnTo>
                    <a:pt x="568837" y="1468709"/>
                  </a:lnTo>
                  <a:lnTo>
                    <a:pt x="605112" y="1466881"/>
                  </a:lnTo>
                  <a:lnTo>
                    <a:pt x="658108" y="1463893"/>
                  </a:lnTo>
                  <a:lnTo>
                    <a:pt x="726505" y="1459550"/>
                  </a:lnTo>
                  <a:lnTo>
                    <a:pt x="807079" y="1453746"/>
                  </a:lnTo>
                  <a:lnTo>
                    <a:pt x="895520" y="1446451"/>
                  </a:lnTo>
                  <a:lnTo>
                    <a:pt x="987358" y="1437689"/>
                  </a:lnTo>
                  <a:lnTo>
                    <a:pt x="1078705" y="1427495"/>
                  </a:lnTo>
                  <a:lnTo>
                    <a:pt x="1166659" y="1415881"/>
                  </a:lnTo>
                  <a:lnTo>
                    <a:pt x="1249394" y="1402816"/>
                  </a:lnTo>
                  <a:lnTo>
                    <a:pt x="1326040" y="1388203"/>
                  </a:lnTo>
                  <a:lnTo>
                    <a:pt x="1396461" y="1371884"/>
                  </a:lnTo>
                  <a:lnTo>
                    <a:pt x="1461035" y="1353633"/>
                  </a:lnTo>
                  <a:lnTo>
                    <a:pt x="1520460" y="1333170"/>
                  </a:lnTo>
                  <a:lnTo>
                    <a:pt x="1575606" y="1310172"/>
                  </a:lnTo>
                  <a:lnTo>
                    <a:pt x="1627409" y="1284306"/>
                  </a:lnTo>
                  <a:lnTo>
                    <a:pt x="1676786" y="1255277"/>
                  </a:lnTo>
                  <a:lnTo>
                    <a:pt x="1719082" y="1226835"/>
                  </a:lnTo>
                  <a:lnTo>
                    <a:pt x="1763251" y="1193682"/>
                  </a:lnTo>
                  <a:lnTo>
                    <a:pt x="1806987" y="1157501"/>
                  </a:lnTo>
                  <a:lnTo>
                    <a:pt x="1850671" y="1118239"/>
                  </a:lnTo>
                  <a:lnTo>
                    <a:pt x="1894576" y="1075922"/>
                  </a:lnTo>
                  <a:lnTo>
                    <a:pt x="1938884" y="1030667"/>
                  </a:lnTo>
                  <a:lnTo>
                    <a:pt x="1983691" y="982690"/>
                  </a:lnTo>
                  <a:lnTo>
                    <a:pt x="2029022" y="932304"/>
                  </a:lnTo>
                  <a:lnTo>
                    <a:pt x="2074837" y="879918"/>
                  </a:lnTo>
                  <a:lnTo>
                    <a:pt x="2121042" y="826025"/>
                  </a:lnTo>
                  <a:lnTo>
                    <a:pt x="2167502" y="771185"/>
                  </a:lnTo>
                  <a:lnTo>
                    <a:pt x="2214057" y="716001"/>
                  </a:lnTo>
                  <a:lnTo>
                    <a:pt x="2260536" y="661091"/>
                  </a:lnTo>
                  <a:lnTo>
                    <a:pt x="2306777" y="607061"/>
                  </a:lnTo>
                  <a:lnTo>
                    <a:pt x="2352643" y="554477"/>
                  </a:lnTo>
                  <a:lnTo>
                    <a:pt x="2398032" y="503841"/>
                  </a:lnTo>
                  <a:lnTo>
                    <a:pt x="2442899" y="455572"/>
                  </a:lnTo>
                  <a:lnTo>
                    <a:pt x="2487259" y="409995"/>
                  </a:lnTo>
                  <a:lnTo>
                    <a:pt x="2531203" y="367336"/>
                  </a:lnTo>
                  <a:lnTo>
                    <a:pt x="2574900" y="327723"/>
                  </a:lnTo>
                  <a:lnTo>
                    <a:pt x="2618614" y="291193"/>
                  </a:lnTo>
                  <a:lnTo>
                    <a:pt x="2662710" y="257701"/>
                  </a:lnTo>
                  <a:lnTo>
                    <a:pt x="2667772" y="254078"/>
                  </a:lnTo>
                  <a:lnTo>
                    <a:pt x="2715684" y="222109"/>
                  </a:lnTo>
                  <a:lnTo>
                    <a:pt x="2765297" y="193458"/>
                  </a:lnTo>
                  <a:lnTo>
                    <a:pt x="2817439" y="167939"/>
                  </a:lnTo>
                  <a:lnTo>
                    <a:pt x="2873032" y="145252"/>
                  </a:lnTo>
                  <a:lnTo>
                    <a:pt x="2933010" y="125061"/>
                  </a:lnTo>
                  <a:lnTo>
                    <a:pt x="2998230" y="107047"/>
                  </a:lnTo>
                  <a:lnTo>
                    <a:pt x="3069359" y="90935"/>
                  </a:lnTo>
                  <a:lnTo>
                    <a:pt x="3146728" y="76509"/>
                  </a:lnTo>
                  <a:lnTo>
                    <a:pt x="3230127" y="63614"/>
                  </a:lnTo>
                  <a:lnTo>
                    <a:pt x="3318587" y="52166"/>
                  </a:lnTo>
                  <a:lnTo>
                    <a:pt x="3410160" y="42136"/>
                  </a:lnTo>
                  <a:lnTo>
                    <a:pt x="3501820" y="33542"/>
                  </a:lnTo>
                  <a:lnTo>
                    <a:pt x="3589584" y="26419"/>
                  </a:lnTo>
                  <a:lnTo>
                    <a:pt x="3668958" y="20786"/>
                  </a:lnTo>
                  <a:lnTo>
                    <a:pt x="3735709" y="16607"/>
                  </a:lnTo>
                  <a:lnTo>
                    <a:pt x="3786796" y="13765"/>
                  </a:lnTo>
                  <a:lnTo>
                    <a:pt x="3821158" y="12056"/>
                  </a:lnTo>
                  <a:lnTo>
                    <a:pt x="3840105" y="11209"/>
                  </a:lnTo>
                  <a:lnTo>
                    <a:pt x="3847238" y="10921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96" y="10980"/>
                  </a:lnTo>
                  <a:lnTo>
                    <a:pt x="4393978" y="11632"/>
                  </a:lnTo>
                  <a:lnTo>
                    <a:pt x="4409559" y="13435"/>
                  </a:lnTo>
                  <a:lnTo>
                    <a:pt x="4437401" y="16984"/>
                  </a:lnTo>
                  <a:lnTo>
                    <a:pt x="4478863" y="22826"/>
                  </a:lnTo>
                  <a:lnTo>
                    <a:pt x="4533695" y="31406"/>
                  </a:lnTo>
                  <a:lnTo>
                    <a:pt x="4600177" y="43022"/>
                  </a:lnTo>
                  <a:lnTo>
                    <a:pt x="4675522" y="57817"/>
                  </a:lnTo>
                  <a:lnTo>
                    <a:pt x="4756425" y="75812"/>
                  </a:lnTo>
                  <a:lnTo>
                    <a:pt x="4839613" y="96949"/>
                  </a:lnTo>
                  <a:lnTo>
                    <a:pt x="4922261" y="121161"/>
                  </a:lnTo>
                  <a:lnTo>
                    <a:pt x="5002217" y="148420"/>
                  </a:lnTo>
                  <a:lnTo>
                    <a:pt x="5078059" y="178781"/>
                  </a:lnTo>
                  <a:lnTo>
                    <a:pt x="5149017" y="212401"/>
                  </a:lnTo>
                  <a:lnTo>
                    <a:pt x="5214858" y="249556"/>
                  </a:lnTo>
                  <a:lnTo>
                    <a:pt x="5275737" y="290635"/>
                  </a:lnTo>
                  <a:lnTo>
                    <a:pt x="5332075" y="336133"/>
                  </a:lnTo>
                  <a:lnTo>
                    <a:pt x="5384455" y="386637"/>
                  </a:lnTo>
                  <a:lnTo>
                    <a:pt x="5433546" y="442791"/>
                  </a:lnTo>
                  <a:lnTo>
                    <a:pt x="5480046" y="505240"/>
                  </a:lnTo>
                  <a:lnTo>
                    <a:pt x="5524625" y="574536"/>
                  </a:lnTo>
                  <a:lnTo>
                    <a:pt x="5567201" y="649714"/>
                  </a:lnTo>
                  <a:lnTo>
                    <a:pt x="5598451" y="710388"/>
                  </a:lnTo>
                  <a:lnTo>
                    <a:pt x="5629421" y="774991"/>
                  </a:lnTo>
                  <a:lnTo>
                    <a:pt x="5660263" y="843605"/>
                  </a:lnTo>
                  <a:lnTo>
                    <a:pt x="5691100" y="916260"/>
                  </a:lnTo>
                  <a:lnTo>
                    <a:pt x="5722029" y="992934"/>
                  </a:lnTo>
                  <a:lnTo>
                    <a:pt x="5753123" y="1073549"/>
                  </a:lnTo>
                  <a:lnTo>
                    <a:pt x="5784434" y="1157960"/>
                  </a:lnTo>
                  <a:lnTo>
                    <a:pt x="5815994" y="1245962"/>
                  </a:lnTo>
                  <a:lnTo>
                    <a:pt x="5847816" y="1337284"/>
                  </a:lnTo>
                  <a:lnTo>
                    <a:pt x="5879897" y="1431588"/>
                  </a:lnTo>
                  <a:lnTo>
                    <a:pt x="5912219" y="1528480"/>
                  </a:lnTo>
                  <a:lnTo>
                    <a:pt x="5944749" y="1627508"/>
                  </a:lnTo>
                  <a:lnTo>
                    <a:pt x="5977444" y="1728175"/>
                  </a:lnTo>
                  <a:lnTo>
                    <a:pt x="6010253" y="1829948"/>
                  </a:lnTo>
                  <a:lnTo>
                    <a:pt x="6043119" y="1932265"/>
                  </a:lnTo>
                  <a:lnTo>
                    <a:pt x="6075983" y="2034554"/>
                  </a:lnTo>
                  <a:lnTo>
                    <a:pt x="6108784" y="2136245"/>
                  </a:lnTo>
                  <a:lnTo>
                    <a:pt x="6141465" y="2236778"/>
                  </a:lnTo>
                  <a:lnTo>
                    <a:pt x="6173977" y="2335623"/>
                  </a:lnTo>
                  <a:lnTo>
                    <a:pt x="6206276" y="2432286"/>
                  </a:lnTo>
                  <a:lnTo>
                    <a:pt x="6238333" y="2526321"/>
                  </a:lnTo>
                  <a:lnTo>
                    <a:pt x="6270131" y="2617338"/>
                  </a:lnTo>
                  <a:lnTo>
                    <a:pt x="6301666" y="2705007"/>
                  </a:lnTo>
                  <a:lnTo>
                    <a:pt x="6332954" y="2789063"/>
                  </a:lnTo>
                  <a:lnTo>
                    <a:pt x="6364030" y="2869305"/>
                  </a:lnTo>
                  <a:lnTo>
                    <a:pt x="6394946" y="2945598"/>
                  </a:lnTo>
                  <a:lnTo>
                    <a:pt x="6425779" y="3017866"/>
                  </a:lnTo>
                  <a:lnTo>
                    <a:pt x="6456628" y="3086094"/>
                  </a:lnTo>
                  <a:lnTo>
                    <a:pt x="6487618" y="3150317"/>
                  </a:lnTo>
                  <a:lnTo>
                    <a:pt x="6515891" y="3205015"/>
                  </a:lnTo>
                  <a:lnTo>
                    <a:pt x="6559165" y="3281352"/>
                  </a:lnTo>
                  <a:lnTo>
                    <a:pt x="6603770" y="3350536"/>
                  </a:lnTo>
                  <a:lnTo>
                    <a:pt x="6650305" y="3412880"/>
                  </a:lnTo>
                  <a:lnTo>
                    <a:pt x="6699444" y="3468939"/>
                  </a:lnTo>
                  <a:lnTo>
                    <a:pt x="6751882" y="3519358"/>
                  </a:lnTo>
                  <a:lnTo>
                    <a:pt x="6808287" y="3564782"/>
                  </a:lnTo>
                  <a:lnTo>
                    <a:pt x="6869243" y="3605794"/>
                  </a:lnTo>
                  <a:lnTo>
                    <a:pt x="6935165" y="3642890"/>
                  </a:lnTo>
                  <a:lnTo>
                    <a:pt x="7006204" y="3676457"/>
                  </a:lnTo>
                  <a:lnTo>
                    <a:pt x="7082118" y="3706767"/>
                  </a:lnTo>
                  <a:lnTo>
                    <a:pt x="7162131" y="3733977"/>
                  </a:lnTo>
                  <a:lnTo>
                    <a:pt x="7244806" y="3758141"/>
                  </a:lnTo>
                  <a:lnTo>
                    <a:pt x="7327982" y="3779229"/>
                  </a:lnTo>
                  <a:lnTo>
                    <a:pt x="7408822" y="3797172"/>
                  </a:lnTo>
                  <a:lnTo>
                    <a:pt x="7484051" y="3811917"/>
                  </a:lnTo>
                  <a:lnTo>
                    <a:pt x="7550368" y="3823483"/>
                  </a:lnTo>
                  <a:lnTo>
                    <a:pt x="7604996" y="3832017"/>
                  </a:lnTo>
                  <a:lnTo>
                    <a:pt x="7646240" y="3837819"/>
                  </a:lnTo>
                  <a:lnTo>
                    <a:pt x="7673872" y="3841335"/>
                  </a:lnTo>
                  <a:lnTo>
                    <a:pt x="7689277" y="3843115"/>
                  </a:lnTo>
                  <a:lnTo>
                    <a:pt x="7695340" y="3843753"/>
                  </a:lnTo>
                  <a:lnTo>
                    <a:pt x="7696237" y="3843841"/>
                  </a:lnTo>
                  <a:lnTo>
                    <a:pt x="8234974" y="3843841"/>
                  </a:lnTo>
                  <a:lnTo>
                    <a:pt x="8234974" y="3832952"/>
                  </a:lnTo>
                  <a:lnTo>
                    <a:pt x="7696237" y="3832952"/>
                  </a:lnTo>
                  <a:lnTo>
                    <a:pt x="7695297" y="3832860"/>
                  </a:lnTo>
                  <a:lnTo>
                    <a:pt x="7689115" y="3832208"/>
                  </a:lnTo>
                  <a:lnTo>
                    <a:pt x="7673534" y="3830405"/>
                  </a:lnTo>
                  <a:lnTo>
                    <a:pt x="7645691" y="3826856"/>
                  </a:lnTo>
                  <a:lnTo>
                    <a:pt x="7604229" y="3821014"/>
                  </a:lnTo>
                  <a:lnTo>
                    <a:pt x="7549397" y="3812434"/>
                  </a:lnTo>
                  <a:lnTo>
                    <a:pt x="7482915" y="3800819"/>
                  </a:lnTo>
                  <a:lnTo>
                    <a:pt x="7407570" y="3786023"/>
                  </a:lnTo>
                  <a:lnTo>
                    <a:pt x="7326667" y="3768028"/>
                  </a:lnTo>
                  <a:lnTo>
                    <a:pt x="7243480" y="3746891"/>
                  </a:lnTo>
                  <a:lnTo>
                    <a:pt x="7160832" y="3722679"/>
                  </a:lnTo>
                  <a:lnTo>
                    <a:pt x="7080875" y="3695420"/>
                  </a:lnTo>
                  <a:lnTo>
                    <a:pt x="7005034" y="3665059"/>
                  </a:lnTo>
                  <a:lnTo>
                    <a:pt x="6934075" y="3631439"/>
                  </a:lnTo>
                  <a:lnTo>
                    <a:pt x="6868234" y="3594284"/>
                  </a:lnTo>
                  <a:lnTo>
                    <a:pt x="6807355" y="3553206"/>
                  </a:lnTo>
                  <a:lnTo>
                    <a:pt x="6751018" y="3507707"/>
                  </a:lnTo>
                  <a:lnTo>
                    <a:pt x="6698638" y="3457203"/>
                  </a:lnTo>
                  <a:lnTo>
                    <a:pt x="6649546" y="3401049"/>
                  </a:lnTo>
                  <a:lnTo>
                    <a:pt x="6603047" y="3338600"/>
                  </a:lnTo>
                  <a:lnTo>
                    <a:pt x="6558467" y="3269304"/>
                  </a:lnTo>
                  <a:lnTo>
                    <a:pt x="6515891" y="3194126"/>
                  </a:lnTo>
                  <a:lnTo>
                    <a:pt x="6484642" y="3133453"/>
                  </a:lnTo>
                  <a:lnTo>
                    <a:pt x="6453672" y="3068849"/>
                  </a:lnTo>
                  <a:lnTo>
                    <a:pt x="6422829" y="3000236"/>
                  </a:lnTo>
                  <a:lnTo>
                    <a:pt x="6391992" y="2927580"/>
                  </a:lnTo>
                  <a:lnTo>
                    <a:pt x="6361064" y="2850906"/>
                  </a:lnTo>
                  <a:lnTo>
                    <a:pt x="6329970" y="2770291"/>
                  </a:lnTo>
                  <a:lnTo>
                    <a:pt x="6298659" y="2685880"/>
                  </a:lnTo>
                  <a:lnTo>
                    <a:pt x="6267099" y="2597878"/>
                  </a:lnTo>
                  <a:lnTo>
                    <a:pt x="6235276" y="2506557"/>
                  </a:lnTo>
                  <a:lnTo>
                    <a:pt x="6203195" y="2412252"/>
                  </a:lnTo>
                  <a:lnTo>
                    <a:pt x="6170874" y="2315361"/>
                  </a:lnTo>
                  <a:lnTo>
                    <a:pt x="6138344" y="2216332"/>
                  </a:lnTo>
                  <a:lnTo>
                    <a:pt x="6105649" y="2115665"/>
                  </a:lnTo>
                  <a:lnTo>
                    <a:pt x="6072839" y="2013893"/>
                  </a:lnTo>
                  <a:lnTo>
                    <a:pt x="6039973" y="1911575"/>
                  </a:lnTo>
                  <a:lnTo>
                    <a:pt x="6007110" y="1809286"/>
                  </a:lnTo>
                  <a:lnTo>
                    <a:pt x="5974309" y="1707595"/>
                  </a:lnTo>
                  <a:lnTo>
                    <a:pt x="5941627" y="1607062"/>
                  </a:lnTo>
                  <a:lnTo>
                    <a:pt x="5909116" y="1508217"/>
                  </a:lnTo>
                  <a:lnTo>
                    <a:pt x="5876816" y="1411555"/>
                  </a:lnTo>
                  <a:lnTo>
                    <a:pt x="5844759" y="1317520"/>
                  </a:lnTo>
                  <a:lnTo>
                    <a:pt x="5812962" y="1226503"/>
                  </a:lnTo>
                  <a:lnTo>
                    <a:pt x="5781427" y="1138833"/>
                  </a:lnTo>
                  <a:lnTo>
                    <a:pt x="5750138" y="1054777"/>
                  </a:lnTo>
                  <a:lnTo>
                    <a:pt x="5719063" y="974535"/>
                  </a:lnTo>
                  <a:lnTo>
                    <a:pt x="5688146" y="898242"/>
                  </a:lnTo>
                  <a:lnTo>
                    <a:pt x="5657313" y="825974"/>
                  </a:lnTo>
                  <a:lnTo>
                    <a:pt x="5626465" y="757746"/>
                  </a:lnTo>
                  <a:lnTo>
                    <a:pt x="5595475" y="693523"/>
                  </a:lnTo>
                  <a:lnTo>
                    <a:pt x="5567201" y="638825"/>
                  </a:lnTo>
                  <a:lnTo>
                    <a:pt x="5523928" y="562489"/>
                  </a:lnTo>
                  <a:lnTo>
                    <a:pt x="5479322" y="493304"/>
                  </a:lnTo>
                  <a:lnTo>
                    <a:pt x="5432787" y="430960"/>
                  </a:lnTo>
                  <a:lnTo>
                    <a:pt x="5383648" y="374901"/>
                  </a:lnTo>
                  <a:lnTo>
                    <a:pt x="5331211" y="324482"/>
                  </a:lnTo>
                  <a:lnTo>
                    <a:pt x="5274805" y="279058"/>
                  </a:lnTo>
                  <a:lnTo>
                    <a:pt x="5213850" y="238046"/>
                  </a:lnTo>
                  <a:lnTo>
                    <a:pt x="5147928" y="200950"/>
                  </a:lnTo>
                  <a:lnTo>
                    <a:pt x="5076888" y="167383"/>
                  </a:lnTo>
                  <a:lnTo>
                    <a:pt x="5000974" y="137073"/>
                  </a:lnTo>
                  <a:lnTo>
                    <a:pt x="4920961" y="109863"/>
                  </a:lnTo>
                  <a:lnTo>
                    <a:pt x="4838286" y="85700"/>
                  </a:lnTo>
                  <a:lnTo>
                    <a:pt x="4755111" y="64612"/>
                  </a:lnTo>
                  <a:lnTo>
                    <a:pt x="4674270" y="46668"/>
                  </a:lnTo>
                  <a:lnTo>
                    <a:pt x="4599041" y="31923"/>
                  </a:lnTo>
                  <a:lnTo>
                    <a:pt x="4532725" y="20357"/>
                  </a:lnTo>
                  <a:lnTo>
                    <a:pt x="4478096" y="11824"/>
                  </a:lnTo>
                  <a:lnTo>
                    <a:pt x="4436853" y="6022"/>
                  </a:lnTo>
                  <a:lnTo>
                    <a:pt x="4409220" y="2505"/>
                  </a:lnTo>
                  <a:lnTo>
                    <a:pt x="4393815" y="725"/>
                  </a:lnTo>
                  <a:lnTo>
                    <a:pt x="4387752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5" y="47"/>
                  </a:lnTo>
                  <a:lnTo>
                    <a:pt x="3838605" y="383"/>
                  </a:lnTo>
                  <a:lnTo>
                    <a:pt x="3818018" y="1315"/>
                  </a:lnTo>
                  <a:lnTo>
                    <a:pt x="3781742" y="3142"/>
                  </a:lnTo>
                  <a:lnTo>
                    <a:pt x="3728747" y="6130"/>
                  </a:lnTo>
                  <a:lnTo>
                    <a:pt x="3660349" y="10473"/>
                  </a:lnTo>
                  <a:lnTo>
                    <a:pt x="3579775" y="16278"/>
                  </a:lnTo>
                  <a:lnTo>
                    <a:pt x="3491335" y="23572"/>
                  </a:lnTo>
                  <a:lnTo>
                    <a:pt x="3399496" y="32334"/>
                  </a:lnTo>
                  <a:lnTo>
                    <a:pt x="3308149" y="42529"/>
                  </a:lnTo>
                  <a:lnTo>
                    <a:pt x="3220195" y="54142"/>
                  </a:lnTo>
                  <a:lnTo>
                    <a:pt x="3137460" y="67208"/>
                  </a:lnTo>
                  <a:lnTo>
                    <a:pt x="3060815" y="81820"/>
                  </a:lnTo>
                  <a:lnTo>
                    <a:pt x="2990394" y="98140"/>
                  </a:lnTo>
                  <a:lnTo>
                    <a:pt x="2925820" y="116390"/>
                  </a:lnTo>
                  <a:lnTo>
                    <a:pt x="2866395" y="136853"/>
                  </a:lnTo>
                  <a:lnTo>
                    <a:pt x="2811249" y="159851"/>
                  </a:lnTo>
                  <a:lnTo>
                    <a:pt x="2759445" y="185717"/>
                  </a:lnTo>
                  <a:lnTo>
                    <a:pt x="2710069" y="214747"/>
                  </a:lnTo>
                  <a:lnTo>
                    <a:pt x="2667772" y="243189"/>
                  </a:lnTo>
                  <a:lnTo>
                    <a:pt x="2623604" y="276341"/>
                  </a:lnTo>
                  <a:lnTo>
                    <a:pt x="2579868" y="312522"/>
                  </a:lnTo>
                  <a:lnTo>
                    <a:pt x="2536183" y="351784"/>
                  </a:lnTo>
                  <a:lnTo>
                    <a:pt x="2492278" y="394101"/>
                  </a:lnTo>
                  <a:lnTo>
                    <a:pt x="2447971" y="439356"/>
                  </a:lnTo>
                  <a:lnTo>
                    <a:pt x="2403164" y="487333"/>
                  </a:lnTo>
                  <a:lnTo>
                    <a:pt x="2357833" y="537719"/>
                  </a:lnTo>
                  <a:lnTo>
                    <a:pt x="2312018" y="590105"/>
                  </a:lnTo>
                  <a:lnTo>
                    <a:pt x="2265813" y="643998"/>
                  </a:lnTo>
                  <a:lnTo>
                    <a:pt x="2219353" y="698838"/>
                  </a:lnTo>
                  <a:lnTo>
                    <a:pt x="2172798" y="754023"/>
                  </a:lnTo>
                  <a:lnTo>
                    <a:pt x="2126319" y="808933"/>
                  </a:lnTo>
                  <a:lnTo>
                    <a:pt x="2080077" y="862963"/>
                  </a:lnTo>
                  <a:lnTo>
                    <a:pt x="2034212" y="915546"/>
                  </a:lnTo>
                  <a:lnTo>
                    <a:pt x="1988823" y="966182"/>
                  </a:lnTo>
                  <a:lnTo>
                    <a:pt x="1943956" y="1014451"/>
                  </a:lnTo>
                  <a:lnTo>
                    <a:pt x="1899595" y="1060028"/>
                  </a:lnTo>
                  <a:lnTo>
                    <a:pt x="1855652" y="1102688"/>
                  </a:lnTo>
                  <a:lnTo>
                    <a:pt x="1811954" y="1142300"/>
                  </a:lnTo>
                  <a:lnTo>
                    <a:pt x="1768241" y="1178830"/>
                  </a:lnTo>
                  <a:lnTo>
                    <a:pt x="1724145" y="1212322"/>
                  </a:lnTo>
                  <a:lnTo>
                    <a:pt x="1719082" y="1215945"/>
                  </a:lnTo>
                  <a:lnTo>
                    <a:pt x="1671171" y="1247914"/>
                  </a:lnTo>
                  <a:lnTo>
                    <a:pt x="1621558" y="1276566"/>
                  </a:lnTo>
                  <a:lnTo>
                    <a:pt x="1569416" y="1302084"/>
                  </a:lnTo>
                  <a:lnTo>
                    <a:pt x="1513823" y="1324771"/>
                  </a:lnTo>
                  <a:lnTo>
                    <a:pt x="1453844" y="1344962"/>
                  </a:lnTo>
                  <a:lnTo>
                    <a:pt x="1388625" y="1362976"/>
                  </a:lnTo>
                  <a:lnTo>
                    <a:pt x="1317495" y="1379088"/>
                  </a:lnTo>
                  <a:lnTo>
                    <a:pt x="1240127" y="1393515"/>
                  </a:lnTo>
                  <a:lnTo>
                    <a:pt x="1156727" y="1406409"/>
                  </a:lnTo>
                  <a:lnTo>
                    <a:pt x="1068268" y="1417857"/>
                  </a:lnTo>
                  <a:lnTo>
                    <a:pt x="976695" y="1427887"/>
                  </a:lnTo>
                  <a:lnTo>
                    <a:pt x="885034" y="1436481"/>
                  </a:lnTo>
                  <a:lnTo>
                    <a:pt x="797270" y="1443604"/>
                  </a:lnTo>
                  <a:lnTo>
                    <a:pt x="717896" y="1449237"/>
                  </a:lnTo>
                  <a:lnTo>
                    <a:pt x="651145" y="1453416"/>
                  </a:lnTo>
                  <a:lnTo>
                    <a:pt x="600059" y="1456259"/>
                  </a:lnTo>
                  <a:lnTo>
                    <a:pt x="565697" y="1457968"/>
                  </a:lnTo>
                  <a:lnTo>
                    <a:pt x="546749" y="1458814"/>
                  </a:lnTo>
                  <a:lnTo>
                    <a:pt x="539616" y="1459102"/>
                  </a:lnTo>
                  <a:lnTo>
                    <a:pt x="538736" y="1459135"/>
                  </a:lnTo>
                  <a:lnTo>
                    <a:pt x="0" y="145913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46" name="pl846"/>
            <p:cNvSpPr/>
            <p:nvPr/>
          </p:nvSpPr>
          <p:spPr>
            <a:xfrm>
              <a:off x="546595" y="2089812"/>
              <a:ext cx="8234974" cy="3832952"/>
            </a:xfrm>
            <a:custGeom>
              <a:avLst/>
              <a:pathLst>
                <a:path w="8234974" h="3832952">
                  <a:moveTo>
                    <a:pt x="0" y="1459135"/>
                  </a:moveTo>
                  <a:lnTo>
                    <a:pt x="538736" y="1459135"/>
                  </a:lnTo>
                  <a:lnTo>
                    <a:pt x="540000" y="1459088"/>
                  </a:lnTo>
                  <a:lnTo>
                    <a:pt x="548250" y="1458751"/>
                  </a:lnTo>
                  <a:lnTo>
                    <a:pt x="568837" y="1457820"/>
                  </a:lnTo>
                  <a:lnTo>
                    <a:pt x="605112" y="1455992"/>
                  </a:lnTo>
                  <a:lnTo>
                    <a:pt x="658108" y="1453004"/>
                  </a:lnTo>
                  <a:lnTo>
                    <a:pt x="726505" y="1448661"/>
                  </a:lnTo>
                  <a:lnTo>
                    <a:pt x="807079" y="1442857"/>
                  </a:lnTo>
                  <a:lnTo>
                    <a:pt x="895520" y="1435562"/>
                  </a:lnTo>
                  <a:lnTo>
                    <a:pt x="987358" y="1426800"/>
                  </a:lnTo>
                  <a:lnTo>
                    <a:pt x="1078705" y="1416606"/>
                  </a:lnTo>
                  <a:lnTo>
                    <a:pt x="1166659" y="1404992"/>
                  </a:lnTo>
                  <a:lnTo>
                    <a:pt x="1249394" y="1391927"/>
                  </a:lnTo>
                  <a:lnTo>
                    <a:pt x="1326040" y="1377314"/>
                  </a:lnTo>
                  <a:lnTo>
                    <a:pt x="1396461" y="1360995"/>
                  </a:lnTo>
                  <a:lnTo>
                    <a:pt x="1461035" y="1342744"/>
                  </a:lnTo>
                  <a:lnTo>
                    <a:pt x="1520460" y="1322281"/>
                  </a:lnTo>
                  <a:lnTo>
                    <a:pt x="1575606" y="1299283"/>
                  </a:lnTo>
                  <a:lnTo>
                    <a:pt x="1627409" y="1273417"/>
                  </a:lnTo>
                  <a:lnTo>
                    <a:pt x="1676786" y="1244388"/>
                  </a:lnTo>
                  <a:lnTo>
                    <a:pt x="1719082" y="1215945"/>
                  </a:lnTo>
                  <a:lnTo>
                    <a:pt x="1763251" y="1182793"/>
                  </a:lnTo>
                  <a:lnTo>
                    <a:pt x="1806987" y="1146612"/>
                  </a:lnTo>
                  <a:lnTo>
                    <a:pt x="1850671" y="1107350"/>
                  </a:lnTo>
                  <a:lnTo>
                    <a:pt x="1894576" y="1065033"/>
                  </a:lnTo>
                  <a:lnTo>
                    <a:pt x="1938884" y="1019778"/>
                  </a:lnTo>
                  <a:lnTo>
                    <a:pt x="1983691" y="971801"/>
                  </a:lnTo>
                  <a:lnTo>
                    <a:pt x="2029022" y="921415"/>
                  </a:lnTo>
                  <a:lnTo>
                    <a:pt x="2074837" y="869029"/>
                  </a:lnTo>
                  <a:lnTo>
                    <a:pt x="2121042" y="815136"/>
                  </a:lnTo>
                  <a:lnTo>
                    <a:pt x="2167502" y="760296"/>
                  </a:lnTo>
                  <a:lnTo>
                    <a:pt x="2214057" y="705112"/>
                  </a:lnTo>
                  <a:lnTo>
                    <a:pt x="2260536" y="650201"/>
                  </a:lnTo>
                  <a:lnTo>
                    <a:pt x="2306777" y="596172"/>
                  </a:lnTo>
                  <a:lnTo>
                    <a:pt x="2352643" y="543588"/>
                  </a:lnTo>
                  <a:lnTo>
                    <a:pt x="2398032" y="492952"/>
                  </a:lnTo>
                  <a:lnTo>
                    <a:pt x="2442899" y="444683"/>
                  </a:lnTo>
                  <a:lnTo>
                    <a:pt x="2487259" y="399106"/>
                  </a:lnTo>
                  <a:lnTo>
                    <a:pt x="2531203" y="356447"/>
                  </a:lnTo>
                  <a:lnTo>
                    <a:pt x="2574900" y="316834"/>
                  </a:lnTo>
                  <a:lnTo>
                    <a:pt x="2618614" y="280304"/>
                  </a:lnTo>
                  <a:lnTo>
                    <a:pt x="2662710" y="246812"/>
                  </a:lnTo>
                  <a:lnTo>
                    <a:pt x="2667772" y="243189"/>
                  </a:lnTo>
                  <a:lnTo>
                    <a:pt x="2715684" y="211220"/>
                  </a:lnTo>
                  <a:lnTo>
                    <a:pt x="2765297" y="182568"/>
                  </a:lnTo>
                  <a:lnTo>
                    <a:pt x="2817439" y="157050"/>
                  </a:lnTo>
                  <a:lnTo>
                    <a:pt x="2873032" y="134363"/>
                  </a:lnTo>
                  <a:lnTo>
                    <a:pt x="2933010" y="114172"/>
                  </a:lnTo>
                  <a:lnTo>
                    <a:pt x="2998230" y="96158"/>
                  </a:lnTo>
                  <a:lnTo>
                    <a:pt x="3069359" y="80046"/>
                  </a:lnTo>
                  <a:lnTo>
                    <a:pt x="3146728" y="65620"/>
                  </a:lnTo>
                  <a:lnTo>
                    <a:pt x="3230127" y="52725"/>
                  </a:lnTo>
                  <a:lnTo>
                    <a:pt x="3318587" y="41277"/>
                  </a:lnTo>
                  <a:lnTo>
                    <a:pt x="3410160" y="31247"/>
                  </a:lnTo>
                  <a:lnTo>
                    <a:pt x="3501820" y="22653"/>
                  </a:lnTo>
                  <a:lnTo>
                    <a:pt x="3589584" y="15530"/>
                  </a:lnTo>
                  <a:lnTo>
                    <a:pt x="3668958" y="9897"/>
                  </a:lnTo>
                  <a:lnTo>
                    <a:pt x="3735709" y="5718"/>
                  </a:lnTo>
                  <a:lnTo>
                    <a:pt x="3786796" y="2876"/>
                  </a:lnTo>
                  <a:lnTo>
                    <a:pt x="3821158" y="1167"/>
                  </a:lnTo>
                  <a:lnTo>
                    <a:pt x="3840105" y="320"/>
                  </a:lnTo>
                  <a:lnTo>
                    <a:pt x="3847238" y="3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96" y="91"/>
                  </a:lnTo>
                  <a:lnTo>
                    <a:pt x="4393978" y="743"/>
                  </a:lnTo>
                  <a:lnTo>
                    <a:pt x="4409559" y="2546"/>
                  </a:lnTo>
                  <a:lnTo>
                    <a:pt x="4437401" y="6095"/>
                  </a:lnTo>
                  <a:lnTo>
                    <a:pt x="4478863" y="11937"/>
                  </a:lnTo>
                  <a:lnTo>
                    <a:pt x="4533695" y="20517"/>
                  </a:lnTo>
                  <a:lnTo>
                    <a:pt x="4600177" y="32132"/>
                  </a:lnTo>
                  <a:lnTo>
                    <a:pt x="4675522" y="46928"/>
                  </a:lnTo>
                  <a:lnTo>
                    <a:pt x="4756425" y="64923"/>
                  </a:lnTo>
                  <a:lnTo>
                    <a:pt x="4839613" y="86060"/>
                  </a:lnTo>
                  <a:lnTo>
                    <a:pt x="4922261" y="110272"/>
                  </a:lnTo>
                  <a:lnTo>
                    <a:pt x="5002217" y="137531"/>
                  </a:lnTo>
                  <a:lnTo>
                    <a:pt x="5078059" y="167892"/>
                  </a:lnTo>
                  <a:lnTo>
                    <a:pt x="5149017" y="201512"/>
                  </a:lnTo>
                  <a:lnTo>
                    <a:pt x="5214858" y="238667"/>
                  </a:lnTo>
                  <a:lnTo>
                    <a:pt x="5275737" y="279745"/>
                  </a:lnTo>
                  <a:lnTo>
                    <a:pt x="5332075" y="325244"/>
                  </a:lnTo>
                  <a:lnTo>
                    <a:pt x="5384455" y="375748"/>
                  </a:lnTo>
                  <a:lnTo>
                    <a:pt x="5433546" y="431902"/>
                  </a:lnTo>
                  <a:lnTo>
                    <a:pt x="5480046" y="494351"/>
                  </a:lnTo>
                  <a:lnTo>
                    <a:pt x="5524625" y="563647"/>
                  </a:lnTo>
                  <a:lnTo>
                    <a:pt x="5567201" y="638825"/>
                  </a:lnTo>
                  <a:lnTo>
                    <a:pt x="5598451" y="699498"/>
                  </a:lnTo>
                  <a:lnTo>
                    <a:pt x="5629421" y="764102"/>
                  </a:lnTo>
                  <a:lnTo>
                    <a:pt x="5660263" y="832715"/>
                  </a:lnTo>
                  <a:lnTo>
                    <a:pt x="5691100" y="905371"/>
                  </a:lnTo>
                  <a:lnTo>
                    <a:pt x="5722029" y="982045"/>
                  </a:lnTo>
                  <a:lnTo>
                    <a:pt x="5753123" y="1062660"/>
                  </a:lnTo>
                  <a:lnTo>
                    <a:pt x="5784434" y="1147071"/>
                  </a:lnTo>
                  <a:lnTo>
                    <a:pt x="5815994" y="1235073"/>
                  </a:lnTo>
                  <a:lnTo>
                    <a:pt x="5847816" y="1326394"/>
                  </a:lnTo>
                  <a:lnTo>
                    <a:pt x="5879897" y="1420699"/>
                  </a:lnTo>
                  <a:lnTo>
                    <a:pt x="5912219" y="1517591"/>
                  </a:lnTo>
                  <a:lnTo>
                    <a:pt x="5944749" y="1616619"/>
                  </a:lnTo>
                  <a:lnTo>
                    <a:pt x="5977444" y="1717286"/>
                  </a:lnTo>
                  <a:lnTo>
                    <a:pt x="6010253" y="1819059"/>
                  </a:lnTo>
                  <a:lnTo>
                    <a:pt x="6043119" y="1921376"/>
                  </a:lnTo>
                  <a:lnTo>
                    <a:pt x="6075983" y="2023665"/>
                  </a:lnTo>
                  <a:lnTo>
                    <a:pt x="6108784" y="2125356"/>
                  </a:lnTo>
                  <a:lnTo>
                    <a:pt x="6141465" y="2225889"/>
                  </a:lnTo>
                  <a:lnTo>
                    <a:pt x="6173977" y="2324734"/>
                  </a:lnTo>
                  <a:lnTo>
                    <a:pt x="6206276" y="2421396"/>
                  </a:lnTo>
                  <a:lnTo>
                    <a:pt x="6238333" y="2515432"/>
                  </a:lnTo>
                  <a:lnTo>
                    <a:pt x="6270131" y="2606448"/>
                  </a:lnTo>
                  <a:lnTo>
                    <a:pt x="6301666" y="2694118"/>
                  </a:lnTo>
                  <a:lnTo>
                    <a:pt x="6332954" y="2778174"/>
                  </a:lnTo>
                  <a:lnTo>
                    <a:pt x="6364030" y="2858416"/>
                  </a:lnTo>
                  <a:lnTo>
                    <a:pt x="6394946" y="2934709"/>
                  </a:lnTo>
                  <a:lnTo>
                    <a:pt x="6425779" y="3006977"/>
                  </a:lnTo>
                  <a:lnTo>
                    <a:pt x="6456628" y="3075205"/>
                  </a:lnTo>
                  <a:lnTo>
                    <a:pt x="6487618" y="3139428"/>
                  </a:lnTo>
                  <a:lnTo>
                    <a:pt x="6515891" y="3194126"/>
                  </a:lnTo>
                  <a:lnTo>
                    <a:pt x="6559165" y="3270463"/>
                  </a:lnTo>
                  <a:lnTo>
                    <a:pt x="6603770" y="3339647"/>
                  </a:lnTo>
                  <a:lnTo>
                    <a:pt x="6650305" y="3401991"/>
                  </a:lnTo>
                  <a:lnTo>
                    <a:pt x="6699444" y="3458050"/>
                  </a:lnTo>
                  <a:lnTo>
                    <a:pt x="6751882" y="3508469"/>
                  </a:lnTo>
                  <a:lnTo>
                    <a:pt x="6808287" y="3553893"/>
                  </a:lnTo>
                  <a:lnTo>
                    <a:pt x="6869243" y="3594905"/>
                  </a:lnTo>
                  <a:lnTo>
                    <a:pt x="6935165" y="3632001"/>
                  </a:lnTo>
                  <a:lnTo>
                    <a:pt x="7006204" y="3665568"/>
                  </a:lnTo>
                  <a:lnTo>
                    <a:pt x="7082118" y="3695878"/>
                  </a:lnTo>
                  <a:lnTo>
                    <a:pt x="7162131" y="3723088"/>
                  </a:lnTo>
                  <a:lnTo>
                    <a:pt x="7244806" y="3747252"/>
                  </a:lnTo>
                  <a:lnTo>
                    <a:pt x="7327982" y="3768340"/>
                  </a:lnTo>
                  <a:lnTo>
                    <a:pt x="7408822" y="3786283"/>
                  </a:lnTo>
                  <a:lnTo>
                    <a:pt x="7484051" y="3801028"/>
                  </a:lnTo>
                  <a:lnTo>
                    <a:pt x="7550368" y="3812594"/>
                  </a:lnTo>
                  <a:lnTo>
                    <a:pt x="7604996" y="3821127"/>
                  </a:lnTo>
                  <a:lnTo>
                    <a:pt x="7646240" y="3826929"/>
                  </a:lnTo>
                  <a:lnTo>
                    <a:pt x="7673872" y="3830446"/>
                  </a:lnTo>
                  <a:lnTo>
                    <a:pt x="7689277" y="3832226"/>
                  </a:lnTo>
                  <a:lnTo>
                    <a:pt x="7695340" y="3832864"/>
                  </a:lnTo>
                  <a:lnTo>
                    <a:pt x="7696237" y="3832952"/>
                  </a:lnTo>
                  <a:lnTo>
                    <a:pt x="8234974" y="3832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7" name="pl847"/>
            <p:cNvSpPr/>
            <p:nvPr/>
          </p:nvSpPr>
          <p:spPr>
            <a:xfrm>
              <a:off x="546595" y="2078923"/>
              <a:ext cx="8234974" cy="3832952"/>
            </a:xfrm>
            <a:custGeom>
              <a:avLst/>
              <a:pathLst>
                <a:path w="8234974" h="3832952">
                  <a:moveTo>
                    <a:pt x="8234974" y="3832952"/>
                  </a:moveTo>
                  <a:lnTo>
                    <a:pt x="7696237" y="3832952"/>
                  </a:lnTo>
                  <a:lnTo>
                    <a:pt x="7695297" y="3832860"/>
                  </a:lnTo>
                  <a:lnTo>
                    <a:pt x="7689115" y="3832208"/>
                  </a:lnTo>
                  <a:lnTo>
                    <a:pt x="7673534" y="3830405"/>
                  </a:lnTo>
                  <a:lnTo>
                    <a:pt x="7645691" y="3826856"/>
                  </a:lnTo>
                  <a:lnTo>
                    <a:pt x="7604229" y="3821014"/>
                  </a:lnTo>
                  <a:lnTo>
                    <a:pt x="7549397" y="3812434"/>
                  </a:lnTo>
                  <a:lnTo>
                    <a:pt x="7482915" y="3800819"/>
                  </a:lnTo>
                  <a:lnTo>
                    <a:pt x="7407570" y="3786023"/>
                  </a:lnTo>
                  <a:lnTo>
                    <a:pt x="7326667" y="3768028"/>
                  </a:lnTo>
                  <a:lnTo>
                    <a:pt x="7243480" y="3746891"/>
                  </a:lnTo>
                  <a:lnTo>
                    <a:pt x="7160832" y="3722679"/>
                  </a:lnTo>
                  <a:lnTo>
                    <a:pt x="7080875" y="3695420"/>
                  </a:lnTo>
                  <a:lnTo>
                    <a:pt x="7005034" y="3665059"/>
                  </a:lnTo>
                  <a:lnTo>
                    <a:pt x="6934075" y="3631439"/>
                  </a:lnTo>
                  <a:lnTo>
                    <a:pt x="6868234" y="3594284"/>
                  </a:lnTo>
                  <a:lnTo>
                    <a:pt x="6807355" y="3553206"/>
                  </a:lnTo>
                  <a:lnTo>
                    <a:pt x="6751018" y="3507707"/>
                  </a:lnTo>
                  <a:lnTo>
                    <a:pt x="6698638" y="3457203"/>
                  </a:lnTo>
                  <a:lnTo>
                    <a:pt x="6649546" y="3401049"/>
                  </a:lnTo>
                  <a:lnTo>
                    <a:pt x="6603047" y="3338600"/>
                  </a:lnTo>
                  <a:lnTo>
                    <a:pt x="6558467" y="3269304"/>
                  </a:lnTo>
                  <a:lnTo>
                    <a:pt x="6515891" y="3194126"/>
                  </a:lnTo>
                  <a:lnTo>
                    <a:pt x="6484642" y="3133453"/>
                  </a:lnTo>
                  <a:lnTo>
                    <a:pt x="6453672" y="3068849"/>
                  </a:lnTo>
                  <a:lnTo>
                    <a:pt x="6422829" y="3000236"/>
                  </a:lnTo>
                  <a:lnTo>
                    <a:pt x="6391992" y="2927580"/>
                  </a:lnTo>
                  <a:lnTo>
                    <a:pt x="6361064" y="2850906"/>
                  </a:lnTo>
                  <a:lnTo>
                    <a:pt x="6329970" y="2770291"/>
                  </a:lnTo>
                  <a:lnTo>
                    <a:pt x="6298659" y="2685880"/>
                  </a:lnTo>
                  <a:lnTo>
                    <a:pt x="6267099" y="2597878"/>
                  </a:lnTo>
                  <a:lnTo>
                    <a:pt x="6235276" y="2506557"/>
                  </a:lnTo>
                  <a:lnTo>
                    <a:pt x="6203195" y="2412252"/>
                  </a:lnTo>
                  <a:lnTo>
                    <a:pt x="6170874" y="2315361"/>
                  </a:lnTo>
                  <a:lnTo>
                    <a:pt x="6138344" y="2216332"/>
                  </a:lnTo>
                  <a:lnTo>
                    <a:pt x="6105649" y="2115665"/>
                  </a:lnTo>
                  <a:lnTo>
                    <a:pt x="6072839" y="2013893"/>
                  </a:lnTo>
                  <a:lnTo>
                    <a:pt x="6039973" y="1911575"/>
                  </a:lnTo>
                  <a:lnTo>
                    <a:pt x="6007110" y="1809286"/>
                  </a:lnTo>
                  <a:lnTo>
                    <a:pt x="5974309" y="1707595"/>
                  </a:lnTo>
                  <a:lnTo>
                    <a:pt x="5941627" y="1607062"/>
                  </a:lnTo>
                  <a:lnTo>
                    <a:pt x="5909116" y="1508217"/>
                  </a:lnTo>
                  <a:lnTo>
                    <a:pt x="5876816" y="1411555"/>
                  </a:lnTo>
                  <a:lnTo>
                    <a:pt x="5844759" y="1317520"/>
                  </a:lnTo>
                  <a:lnTo>
                    <a:pt x="5812962" y="1226503"/>
                  </a:lnTo>
                  <a:lnTo>
                    <a:pt x="5781427" y="1138833"/>
                  </a:lnTo>
                  <a:lnTo>
                    <a:pt x="5750138" y="1054777"/>
                  </a:lnTo>
                  <a:lnTo>
                    <a:pt x="5719063" y="974535"/>
                  </a:lnTo>
                  <a:lnTo>
                    <a:pt x="5688146" y="898242"/>
                  </a:lnTo>
                  <a:lnTo>
                    <a:pt x="5657313" y="825974"/>
                  </a:lnTo>
                  <a:lnTo>
                    <a:pt x="5626465" y="757746"/>
                  </a:lnTo>
                  <a:lnTo>
                    <a:pt x="5595475" y="693523"/>
                  </a:lnTo>
                  <a:lnTo>
                    <a:pt x="5567201" y="638825"/>
                  </a:lnTo>
                  <a:lnTo>
                    <a:pt x="5523928" y="562489"/>
                  </a:lnTo>
                  <a:lnTo>
                    <a:pt x="5479322" y="493304"/>
                  </a:lnTo>
                  <a:lnTo>
                    <a:pt x="5432787" y="430960"/>
                  </a:lnTo>
                  <a:lnTo>
                    <a:pt x="5383648" y="374901"/>
                  </a:lnTo>
                  <a:lnTo>
                    <a:pt x="5331211" y="324482"/>
                  </a:lnTo>
                  <a:lnTo>
                    <a:pt x="5274805" y="279058"/>
                  </a:lnTo>
                  <a:lnTo>
                    <a:pt x="5213850" y="238046"/>
                  </a:lnTo>
                  <a:lnTo>
                    <a:pt x="5147928" y="200950"/>
                  </a:lnTo>
                  <a:lnTo>
                    <a:pt x="5076888" y="167383"/>
                  </a:lnTo>
                  <a:lnTo>
                    <a:pt x="5000974" y="137073"/>
                  </a:lnTo>
                  <a:lnTo>
                    <a:pt x="4920961" y="109863"/>
                  </a:lnTo>
                  <a:lnTo>
                    <a:pt x="4838286" y="85700"/>
                  </a:lnTo>
                  <a:lnTo>
                    <a:pt x="4755111" y="64612"/>
                  </a:lnTo>
                  <a:lnTo>
                    <a:pt x="4674270" y="46668"/>
                  </a:lnTo>
                  <a:lnTo>
                    <a:pt x="4599041" y="31923"/>
                  </a:lnTo>
                  <a:lnTo>
                    <a:pt x="4532725" y="20357"/>
                  </a:lnTo>
                  <a:lnTo>
                    <a:pt x="4478096" y="11824"/>
                  </a:lnTo>
                  <a:lnTo>
                    <a:pt x="4436853" y="6022"/>
                  </a:lnTo>
                  <a:lnTo>
                    <a:pt x="4409220" y="2505"/>
                  </a:lnTo>
                  <a:lnTo>
                    <a:pt x="4393815" y="725"/>
                  </a:lnTo>
                  <a:lnTo>
                    <a:pt x="4387752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5" y="47"/>
                  </a:lnTo>
                  <a:lnTo>
                    <a:pt x="3838605" y="383"/>
                  </a:lnTo>
                  <a:lnTo>
                    <a:pt x="3818018" y="1315"/>
                  </a:lnTo>
                  <a:lnTo>
                    <a:pt x="3781742" y="3142"/>
                  </a:lnTo>
                  <a:lnTo>
                    <a:pt x="3728747" y="6130"/>
                  </a:lnTo>
                  <a:lnTo>
                    <a:pt x="3660349" y="10473"/>
                  </a:lnTo>
                  <a:lnTo>
                    <a:pt x="3579775" y="16278"/>
                  </a:lnTo>
                  <a:lnTo>
                    <a:pt x="3491335" y="23572"/>
                  </a:lnTo>
                  <a:lnTo>
                    <a:pt x="3399496" y="32334"/>
                  </a:lnTo>
                  <a:lnTo>
                    <a:pt x="3308149" y="42529"/>
                  </a:lnTo>
                  <a:lnTo>
                    <a:pt x="3220195" y="54142"/>
                  </a:lnTo>
                  <a:lnTo>
                    <a:pt x="3137460" y="67208"/>
                  </a:lnTo>
                  <a:lnTo>
                    <a:pt x="3060815" y="81820"/>
                  </a:lnTo>
                  <a:lnTo>
                    <a:pt x="2990394" y="98140"/>
                  </a:lnTo>
                  <a:lnTo>
                    <a:pt x="2925820" y="116390"/>
                  </a:lnTo>
                  <a:lnTo>
                    <a:pt x="2866395" y="136853"/>
                  </a:lnTo>
                  <a:lnTo>
                    <a:pt x="2811249" y="159851"/>
                  </a:lnTo>
                  <a:lnTo>
                    <a:pt x="2759445" y="185717"/>
                  </a:lnTo>
                  <a:lnTo>
                    <a:pt x="2710069" y="214747"/>
                  </a:lnTo>
                  <a:lnTo>
                    <a:pt x="2667772" y="243189"/>
                  </a:lnTo>
                  <a:lnTo>
                    <a:pt x="2623604" y="276341"/>
                  </a:lnTo>
                  <a:lnTo>
                    <a:pt x="2579868" y="312522"/>
                  </a:lnTo>
                  <a:lnTo>
                    <a:pt x="2536183" y="351784"/>
                  </a:lnTo>
                  <a:lnTo>
                    <a:pt x="2492278" y="394101"/>
                  </a:lnTo>
                  <a:lnTo>
                    <a:pt x="2447971" y="439356"/>
                  </a:lnTo>
                  <a:lnTo>
                    <a:pt x="2403164" y="487333"/>
                  </a:lnTo>
                  <a:lnTo>
                    <a:pt x="2357833" y="537719"/>
                  </a:lnTo>
                  <a:lnTo>
                    <a:pt x="2312018" y="590105"/>
                  </a:lnTo>
                  <a:lnTo>
                    <a:pt x="2265813" y="643998"/>
                  </a:lnTo>
                  <a:lnTo>
                    <a:pt x="2219353" y="698838"/>
                  </a:lnTo>
                  <a:lnTo>
                    <a:pt x="2172798" y="754023"/>
                  </a:lnTo>
                  <a:lnTo>
                    <a:pt x="2126319" y="808933"/>
                  </a:lnTo>
                  <a:lnTo>
                    <a:pt x="2080077" y="862963"/>
                  </a:lnTo>
                  <a:lnTo>
                    <a:pt x="2034212" y="915546"/>
                  </a:lnTo>
                  <a:lnTo>
                    <a:pt x="1988823" y="966182"/>
                  </a:lnTo>
                  <a:lnTo>
                    <a:pt x="1943956" y="1014451"/>
                  </a:lnTo>
                  <a:lnTo>
                    <a:pt x="1899595" y="1060028"/>
                  </a:lnTo>
                  <a:lnTo>
                    <a:pt x="1855652" y="1102688"/>
                  </a:lnTo>
                  <a:lnTo>
                    <a:pt x="1811954" y="1142300"/>
                  </a:lnTo>
                  <a:lnTo>
                    <a:pt x="1768241" y="1178830"/>
                  </a:lnTo>
                  <a:lnTo>
                    <a:pt x="1724145" y="1212322"/>
                  </a:lnTo>
                  <a:lnTo>
                    <a:pt x="1719082" y="1215945"/>
                  </a:lnTo>
                  <a:lnTo>
                    <a:pt x="1671171" y="1247914"/>
                  </a:lnTo>
                  <a:lnTo>
                    <a:pt x="1621558" y="1276566"/>
                  </a:lnTo>
                  <a:lnTo>
                    <a:pt x="1569416" y="1302084"/>
                  </a:lnTo>
                  <a:lnTo>
                    <a:pt x="1513823" y="1324771"/>
                  </a:lnTo>
                  <a:lnTo>
                    <a:pt x="1453844" y="1344962"/>
                  </a:lnTo>
                  <a:lnTo>
                    <a:pt x="1388625" y="1362976"/>
                  </a:lnTo>
                  <a:lnTo>
                    <a:pt x="1317495" y="1379088"/>
                  </a:lnTo>
                  <a:lnTo>
                    <a:pt x="1240127" y="1393515"/>
                  </a:lnTo>
                  <a:lnTo>
                    <a:pt x="1156727" y="1406409"/>
                  </a:lnTo>
                  <a:lnTo>
                    <a:pt x="1068268" y="1417857"/>
                  </a:lnTo>
                  <a:lnTo>
                    <a:pt x="976695" y="1427887"/>
                  </a:lnTo>
                  <a:lnTo>
                    <a:pt x="885034" y="1436481"/>
                  </a:lnTo>
                  <a:lnTo>
                    <a:pt x="797270" y="1443604"/>
                  </a:lnTo>
                  <a:lnTo>
                    <a:pt x="717896" y="1449237"/>
                  </a:lnTo>
                  <a:lnTo>
                    <a:pt x="651145" y="1453416"/>
                  </a:lnTo>
                  <a:lnTo>
                    <a:pt x="600059" y="1456259"/>
                  </a:lnTo>
                  <a:lnTo>
                    <a:pt x="565697" y="1457968"/>
                  </a:lnTo>
                  <a:lnTo>
                    <a:pt x="546749" y="1458814"/>
                  </a:lnTo>
                  <a:lnTo>
                    <a:pt x="539616" y="1459102"/>
                  </a:lnTo>
                  <a:lnTo>
                    <a:pt x="538736" y="1459135"/>
                  </a:lnTo>
                  <a:lnTo>
                    <a:pt x="0" y="14591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8" name="pg848"/>
            <p:cNvSpPr/>
            <p:nvPr/>
          </p:nvSpPr>
          <p:spPr>
            <a:xfrm>
              <a:off x="546595" y="2057145"/>
              <a:ext cx="8234974" cy="1557136"/>
            </a:xfrm>
            <a:custGeom>
              <a:avLst/>
              <a:pathLst>
                <a:path w="8234974" h="1557136">
                  <a:moveTo>
                    <a:pt x="0" y="1557136"/>
                  </a:moveTo>
                  <a:lnTo>
                    <a:pt x="538736" y="1557136"/>
                  </a:lnTo>
                  <a:lnTo>
                    <a:pt x="540025" y="1557107"/>
                  </a:lnTo>
                  <a:lnTo>
                    <a:pt x="548432" y="1556901"/>
                  </a:lnTo>
                  <a:lnTo>
                    <a:pt x="569397" y="1556330"/>
                  </a:lnTo>
                  <a:lnTo>
                    <a:pt x="606300" y="1555211"/>
                  </a:lnTo>
                  <a:lnTo>
                    <a:pt x="660137" y="1553381"/>
                  </a:lnTo>
                  <a:lnTo>
                    <a:pt x="729497" y="1550723"/>
                  </a:lnTo>
                  <a:lnTo>
                    <a:pt x="811035" y="1547174"/>
                  </a:lnTo>
                  <a:lnTo>
                    <a:pt x="900332" y="1542718"/>
                  </a:lnTo>
                  <a:lnTo>
                    <a:pt x="992844" y="1537371"/>
                  </a:lnTo>
                  <a:lnTo>
                    <a:pt x="1084653" y="1531152"/>
                  </a:lnTo>
                  <a:lnTo>
                    <a:pt x="1172870" y="1524069"/>
                  </a:lnTo>
                  <a:lnTo>
                    <a:pt x="1255706" y="1516100"/>
                  </a:lnTo>
                  <a:lnTo>
                    <a:pt x="1332337" y="1507182"/>
                  </a:lnTo>
                  <a:lnTo>
                    <a:pt x="1402677" y="1497215"/>
                  </a:lnTo>
                  <a:lnTo>
                    <a:pt x="1467147" y="1486058"/>
                  </a:lnTo>
                  <a:lnTo>
                    <a:pt x="1526482" y="1473535"/>
                  </a:lnTo>
                  <a:lnTo>
                    <a:pt x="1581580" y="1459449"/>
                  </a:lnTo>
                  <a:lnTo>
                    <a:pt x="1633398" y="1443593"/>
                  </a:lnTo>
                  <a:lnTo>
                    <a:pt x="1682861" y="1425796"/>
                  </a:lnTo>
                  <a:lnTo>
                    <a:pt x="1719082" y="1411041"/>
                  </a:lnTo>
                  <a:lnTo>
                    <a:pt x="1767825" y="1388944"/>
                  </a:lnTo>
                  <a:lnTo>
                    <a:pt x="1816093" y="1364623"/>
                  </a:lnTo>
                  <a:lnTo>
                    <a:pt x="1864375" y="1338044"/>
                  </a:lnTo>
                  <a:lnTo>
                    <a:pt x="1913005" y="1309248"/>
                  </a:lnTo>
                  <a:lnTo>
                    <a:pt x="1962184" y="1278358"/>
                  </a:lnTo>
                  <a:lnTo>
                    <a:pt x="2011998" y="1245586"/>
                  </a:lnTo>
                  <a:lnTo>
                    <a:pt x="2062427" y="1211229"/>
                  </a:lnTo>
                  <a:lnTo>
                    <a:pt x="2113368" y="1175668"/>
                  </a:lnTo>
                  <a:lnTo>
                    <a:pt x="2164648" y="1139342"/>
                  </a:lnTo>
                  <a:lnTo>
                    <a:pt x="2216057" y="1102736"/>
                  </a:lnTo>
                  <a:lnTo>
                    <a:pt x="2267364" y="1066351"/>
                  </a:lnTo>
                  <a:lnTo>
                    <a:pt x="2318356" y="1030673"/>
                  </a:lnTo>
                  <a:lnTo>
                    <a:pt x="2368853" y="996152"/>
                  </a:lnTo>
                  <a:lnTo>
                    <a:pt x="2418743" y="963172"/>
                  </a:lnTo>
                  <a:lnTo>
                    <a:pt x="2467997" y="932044"/>
                  </a:lnTo>
                  <a:lnTo>
                    <a:pt x="2516684" y="902989"/>
                  </a:lnTo>
                  <a:lnTo>
                    <a:pt x="2564993" y="876142"/>
                  </a:lnTo>
                  <a:lnTo>
                    <a:pt x="2613240" y="851551"/>
                  </a:lnTo>
                  <a:lnTo>
                    <a:pt x="2661894" y="829191"/>
                  </a:lnTo>
                  <a:lnTo>
                    <a:pt x="2667772" y="826661"/>
                  </a:lnTo>
                  <a:lnTo>
                    <a:pt x="2716005" y="807336"/>
                  </a:lnTo>
                  <a:lnTo>
                    <a:pt x="2765968" y="790029"/>
                  </a:lnTo>
                  <a:lnTo>
                    <a:pt x="2818505" y="774628"/>
                  </a:lnTo>
                  <a:lnTo>
                    <a:pt x="2874558" y="760945"/>
                  </a:lnTo>
                  <a:lnTo>
                    <a:pt x="2935079" y="748777"/>
                  </a:lnTo>
                  <a:lnTo>
                    <a:pt x="3000937" y="737928"/>
                  </a:lnTo>
                  <a:lnTo>
                    <a:pt x="3072803" y="728231"/>
                  </a:lnTo>
                  <a:lnTo>
                    <a:pt x="3150994" y="719555"/>
                  </a:lnTo>
                  <a:lnTo>
                    <a:pt x="3235266" y="711808"/>
                  </a:lnTo>
                  <a:lnTo>
                    <a:pt x="3324575" y="704939"/>
                  </a:lnTo>
                  <a:lnTo>
                    <a:pt x="3416869" y="698933"/>
                  </a:lnTo>
                  <a:lnTo>
                    <a:pt x="3508986" y="693803"/>
                  </a:lnTo>
                  <a:lnTo>
                    <a:pt x="3596803" y="689570"/>
                  </a:lnTo>
                  <a:lnTo>
                    <a:pt x="3675728" y="686244"/>
                  </a:lnTo>
                  <a:lnTo>
                    <a:pt x="3741513" y="683798"/>
                  </a:lnTo>
                  <a:lnTo>
                    <a:pt x="3791220" y="682156"/>
                  </a:lnTo>
                  <a:lnTo>
                    <a:pt x="3824010" y="681188"/>
                  </a:lnTo>
                  <a:lnTo>
                    <a:pt x="3841482" y="680724"/>
                  </a:lnTo>
                  <a:lnTo>
                    <a:pt x="3847558" y="680579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4" y="680384"/>
                  </a:lnTo>
                  <a:lnTo>
                    <a:pt x="4417648" y="679943"/>
                  </a:lnTo>
                  <a:lnTo>
                    <a:pt x="4454699" y="679076"/>
                  </a:lnTo>
                  <a:lnTo>
                    <a:pt x="4508734" y="677661"/>
                  </a:lnTo>
                  <a:lnTo>
                    <a:pt x="4578320" y="675605"/>
                  </a:lnTo>
                  <a:lnTo>
                    <a:pt x="4660084" y="672860"/>
                  </a:lnTo>
                  <a:lnTo>
                    <a:pt x="4749580" y="669415"/>
                  </a:lnTo>
                  <a:lnTo>
                    <a:pt x="4842248" y="665281"/>
                  </a:lnTo>
                  <a:lnTo>
                    <a:pt x="4934164" y="660475"/>
                  </a:lnTo>
                  <a:lnTo>
                    <a:pt x="5022441" y="655000"/>
                  </a:lnTo>
                  <a:lnTo>
                    <a:pt x="5105299" y="648840"/>
                  </a:lnTo>
                  <a:lnTo>
                    <a:pt x="5181925" y="641947"/>
                  </a:lnTo>
                  <a:lnTo>
                    <a:pt x="5252246" y="634240"/>
                  </a:lnTo>
                  <a:lnTo>
                    <a:pt x="5316692" y="625612"/>
                  </a:lnTo>
                  <a:lnTo>
                    <a:pt x="5376006" y="615926"/>
                  </a:lnTo>
                  <a:lnTo>
                    <a:pt x="5431094" y="605027"/>
                  </a:lnTo>
                  <a:lnTo>
                    <a:pt x="5482916" y="592758"/>
                  </a:lnTo>
                  <a:lnTo>
                    <a:pt x="5532401" y="578985"/>
                  </a:lnTo>
                  <a:lnTo>
                    <a:pt x="5567201" y="568046"/>
                  </a:lnTo>
                  <a:lnTo>
                    <a:pt x="5617401" y="550488"/>
                  </a:lnTo>
                  <a:lnTo>
                    <a:pt x="5667115" y="531111"/>
                  </a:lnTo>
                  <a:lnTo>
                    <a:pt x="5716869" y="509890"/>
                  </a:lnTo>
                  <a:lnTo>
                    <a:pt x="5767015" y="486863"/>
                  </a:lnTo>
                  <a:lnTo>
                    <a:pt x="5817762" y="462142"/>
                  </a:lnTo>
                  <a:lnTo>
                    <a:pt x="5869185" y="435916"/>
                  </a:lnTo>
                  <a:lnTo>
                    <a:pt x="5921246" y="408447"/>
                  </a:lnTo>
                  <a:lnTo>
                    <a:pt x="5973817" y="380065"/>
                  </a:lnTo>
                  <a:lnTo>
                    <a:pt x="6026697" y="351151"/>
                  </a:lnTo>
                  <a:lnTo>
                    <a:pt x="6079647" y="322120"/>
                  </a:lnTo>
                  <a:lnTo>
                    <a:pt x="6132418" y="293390"/>
                  </a:lnTo>
                  <a:lnTo>
                    <a:pt x="6184786" y="265364"/>
                  </a:lnTo>
                  <a:lnTo>
                    <a:pt x="6236578" y="238404"/>
                  </a:lnTo>
                  <a:lnTo>
                    <a:pt x="6287702" y="212811"/>
                  </a:lnTo>
                  <a:lnTo>
                    <a:pt x="6338169" y="188816"/>
                  </a:lnTo>
                  <a:lnTo>
                    <a:pt x="6388109" y="166573"/>
                  </a:lnTo>
                  <a:lnTo>
                    <a:pt x="6437792" y="146161"/>
                  </a:lnTo>
                  <a:lnTo>
                    <a:pt x="6487644" y="127590"/>
                  </a:lnTo>
                  <a:lnTo>
                    <a:pt x="6515891" y="117964"/>
                  </a:lnTo>
                  <a:lnTo>
                    <a:pt x="6564200" y="103059"/>
                  </a:lnTo>
                  <a:lnTo>
                    <a:pt x="6614244" y="89712"/>
                  </a:lnTo>
                  <a:lnTo>
                    <a:pt x="6666874" y="77837"/>
                  </a:lnTo>
                  <a:lnTo>
                    <a:pt x="6723036" y="67290"/>
                  </a:lnTo>
                  <a:lnTo>
                    <a:pt x="6783684" y="57911"/>
                  </a:lnTo>
                  <a:lnTo>
                    <a:pt x="6849691" y="49550"/>
                  </a:lnTo>
                  <a:lnTo>
                    <a:pt x="6921731" y="42079"/>
                  </a:lnTo>
                  <a:lnTo>
                    <a:pt x="7000116" y="35395"/>
                  </a:lnTo>
                  <a:lnTo>
                    <a:pt x="7084592" y="29428"/>
                  </a:lnTo>
                  <a:lnTo>
                    <a:pt x="7174100" y="24139"/>
                  </a:lnTo>
                  <a:lnTo>
                    <a:pt x="7266561" y="19517"/>
                  </a:lnTo>
                  <a:lnTo>
                    <a:pt x="7358781" y="15572"/>
                  </a:lnTo>
                  <a:lnTo>
                    <a:pt x="7446606" y="12320"/>
                  </a:lnTo>
                  <a:lnTo>
                    <a:pt x="7525418" y="9769"/>
                  </a:lnTo>
                  <a:lnTo>
                    <a:pt x="7590969" y="7897"/>
                  </a:lnTo>
                  <a:lnTo>
                    <a:pt x="7640349" y="6644"/>
                  </a:lnTo>
                  <a:lnTo>
                    <a:pt x="7672769" y="5909"/>
                  </a:lnTo>
                  <a:lnTo>
                    <a:pt x="7689900" y="5560"/>
                  </a:lnTo>
                  <a:lnTo>
                    <a:pt x="7695739" y="545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30" y="675151"/>
                  </a:lnTo>
                  <a:lnTo>
                    <a:pt x="3838423" y="675357"/>
                  </a:lnTo>
                  <a:lnTo>
                    <a:pt x="3817458" y="675928"/>
                  </a:lnTo>
                  <a:lnTo>
                    <a:pt x="3780555" y="677047"/>
                  </a:lnTo>
                  <a:lnTo>
                    <a:pt x="3726718" y="678877"/>
                  </a:lnTo>
                  <a:lnTo>
                    <a:pt x="3657358" y="681535"/>
                  </a:lnTo>
                  <a:lnTo>
                    <a:pt x="3575819" y="685084"/>
                  </a:lnTo>
                  <a:lnTo>
                    <a:pt x="3486523" y="689540"/>
                  </a:lnTo>
                  <a:lnTo>
                    <a:pt x="3394011" y="694887"/>
                  </a:lnTo>
                  <a:lnTo>
                    <a:pt x="3302201" y="701106"/>
                  </a:lnTo>
                  <a:lnTo>
                    <a:pt x="3213984" y="708189"/>
                  </a:lnTo>
                  <a:lnTo>
                    <a:pt x="3131149" y="716159"/>
                  </a:lnTo>
                  <a:lnTo>
                    <a:pt x="3054518" y="725076"/>
                  </a:lnTo>
                  <a:lnTo>
                    <a:pt x="2984178" y="735043"/>
                  </a:lnTo>
                  <a:lnTo>
                    <a:pt x="2919707" y="746200"/>
                  </a:lnTo>
                  <a:lnTo>
                    <a:pt x="2860373" y="758723"/>
                  </a:lnTo>
                  <a:lnTo>
                    <a:pt x="2805275" y="772809"/>
                  </a:lnTo>
                  <a:lnTo>
                    <a:pt x="2753457" y="788665"/>
                  </a:lnTo>
                  <a:lnTo>
                    <a:pt x="2703993" y="806462"/>
                  </a:lnTo>
                  <a:lnTo>
                    <a:pt x="2667772" y="821217"/>
                  </a:lnTo>
                  <a:lnTo>
                    <a:pt x="2619030" y="843314"/>
                  </a:lnTo>
                  <a:lnTo>
                    <a:pt x="2570762" y="867635"/>
                  </a:lnTo>
                  <a:lnTo>
                    <a:pt x="2522480" y="894214"/>
                  </a:lnTo>
                  <a:lnTo>
                    <a:pt x="2473850" y="923010"/>
                  </a:lnTo>
                  <a:lnTo>
                    <a:pt x="2424670" y="953900"/>
                  </a:lnTo>
                  <a:lnTo>
                    <a:pt x="2374857" y="986672"/>
                  </a:lnTo>
                  <a:lnTo>
                    <a:pt x="2324427" y="1021029"/>
                  </a:lnTo>
                  <a:lnTo>
                    <a:pt x="2273487" y="1056590"/>
                  </a:lnTo>
                  <a:lnTo>
                    <a:pt x="2222206" y="1092916"/>
                  </a:lnTo>
                  <a:lnTo>
                    <a:pt x="2170798" y="1129522"/>
                  </a:lnTo>
                  <a:lnTo>
                    <a:pt x="2119490" y="1165907"/>
                  </a:lnTo>
                  <a:lnTo>
                    <a:pt x="2068499" y="1201585"/>
                  </a:lnTo>
                  <a:lnTo>
                    <a:pt x="2018001" y="1236106"/>
                  </a:lnTo>
                  <a:lnTo>
                    <a:pt x="1968111" y="1269086"/>
                  </a:lnTo>
                  <a:lnTo>
                    <a:pt x="1918858" y="1300214"/>
                  </a:lnTo>
                  <a:lnTo>
                    <a:pt x="1870171" y="1329269"/>
                  </a:lnTo>
                  <a:lnTo>
                    <a:pt x="1821862" y="1356116"/>
                  </a:lnTo>
                  <a:lnTo>
                    <a:pt x="1773615" y="1380707"/>
                  </a:lnTo>
                  <a:lnTo>
                    <a:pt x="1724960" y="1403067"/>
                  </a:lnTo>
                  <a:lnTo>
                    <a:pt x="1719082" y="1405597"/>
                  </a:lnTo>
                  <a:lnTo>
                    <a:pt x="1670849" y="1424922"/>
                  </a:lnTo>
                  <a:lnTo>
                    <a:pt x="1620887" y="1442229"/>
                  </a:lnTo>
                  <a:lnTo>
                    <a:pt x="1568350" y="1457630"/>
                  </a:lnTo>
                  <a:lnTo>
                    <a:pt x="1512296" y="1471313"/>
                  </a:lnTo>
                  <a:lnTo>
                    <a:pt x="1451776" y="1483481"/>
                  </a:lnTo>
                  <a:lnTo>
                    <a:pt x="1385918" y="1494330"/>
                  </a:lnTo>
                  <a:lnTo>
                    <a:pt x="1314052" y="1504027"/>
                  </a:lnTo>
                  <a:lnTo>
                    <a:pt x="1235860" y="1512703"/>
                  </a:lnTo>
                  <a:lnTo>
                    <a:pt x="1151589" y="1520450"/>
                  </a:lnTo>
                  <a:lnTo>
                    <a:pt x="1062279" y="1527319"/>
                  </a:lnTo>
                  <a:lnTo>
                    <a:pt x="969986" y="1533325"/>
                  </a:lnTo>
                  <a:lnTo>
                    <a:pt x="877869" y="1538455"/>
                  </a:lnTo>
                  <a:lnTo>
                    <a:pt x="790051" y="1542688"/>
                  </a:lnTo>
                  <a:lnTo>
                    <a:pt x="711127" y="1546014"/>
                  </a:lnTo>
                  <a:lnTo>
                    <a:pt x="645342" y="1548460"/>
                  </a:lnTo>
                  <a:lnTo>
                    <a:pt x="595634" y="1550102"/>
                  </a:lnTo>
                  <a:lnTo>
                    <a:pt x="562845" y="1551070"/>
                  </a:lnTo>
                  <a:lnTo>
                    <a:pt x="545373" y="1551534"/>
                  </a:lnTo>
                  <a:lnTo>
                    <a:pt x="539296" y="1551679"/>
                  </a:lnTo>
                  <a:lnTo>
                    <a:pt x="538736" y="1551692"/>
                  </a:lnTo>
                  <a:lnTo>
                    <a:pt x="0" y="155169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49" name="pl849"/>
            <p:cNvSpPr/>
            <p:nvPr/>
          </p:nvSpPr>
          <p:spPr>
            <a:xfrm>
              <a:off x="546595" y="2062589"/>
              <a:ext cx="8234974" cy="1551692"/>
            </a:xfrm>
            <a:custGeom>
              <a:avLst/>
              <a:pathLst>
                <a:path w="8234974" h="1551692">
                  <a:moveTo>
                    <a:pt x="0" y="1551692"/>
                  </a:moveTo>
                  <a:lnTo>
                    <a:pt x="538736" y="1551692"/>
                  </a:lnTo>
                  <a:lnTo>
                    <a:pt x="540025" y="1551663"/>
                  </a:lnTo>
                  <a:lnTo>
                    <a:pt x="548432" y="1551456"/>
                  </a:lnTo>
                  <a:lnTo>
                    <a:pt x="569397" y="1550886"/>
                  </a:lnTo>
                  <a:lnTo>
                    <a:pt x="606300" y="1549766"/>
                  </a:lnTo>
                  <a:lnTo>
                    <a:pt x="660137" y="1547936"/>
                  </a:lnTo>
                  <a:lnTo>
                    <a:pt x="729497" y="1545278"/>
                  </a:lnTo>
                  <a:lnTo>
                    <a:pt x="811035" y="1541730"/>
                  </a:lnTo>
                  <a:lnTo>
                    <a:pt x="900332" y="1537274"/>
                  </a:lnTo>
                  <a:lnTo>
                    <a:pt x="992844" y="1531926"/>
                  </a:lnTo>
                  <a:lnTo>
                    <a:pt x="1084653" y="1525708"/>
                  </a:lnTo>
                  <a:lnTo>
                    <a:pt x="1172870" y="1518625"/>
                  </a:lnTo>
                  <a:lnTo>
                    <a:pt x="1255706" y="1510655"/>
                  </a:lnTo>
                  <a:lnTo>
                    <a:pt x="1332337" y="1501737"/>
                  </a:lnTo>
                  <a:lnTo>
                    <a:pt x="1402677" y="1491770"/>
                  </a:lnTo>
                  <a:lnTo>
                    <a:pt x="1467147" y="1480613"/>
                  </a:lnTo>
                  <a:lnTo>
                    <a:pt x="1526482" y="1468091"/>
                  </a:lnTo>
                  <a:lnTo>
                    <a:pt x="1581580" y="1454004"/>
                  </a:lnTo>
                  <a:lnTo>
                    <a:pt x="1633398" y="1438149"/>
                  </a:lnTo>
                  <a:lnTo>
                    <a:pt x="1682861" y="1420351"/>
                  </a:lnTo>
                  <a:lnTo>
                    <a:pt x="1719082" y="1405597"/>
                  </a:lnTo>
                  <a:lnTo>
                    <a:pt x="1767825" y="1383499"/>
                  </a:lnTo>
                  <a:lnTo>
                    <a:pt x="1816093" y="1359178"/>
                  </a:lnTo>
                  <a:lnTo>
                    <a:pt x="1864375" y="1332599"/>
                  </a:lnTo>
                  <a:lnTo>
                    <a:pt x="1913005" y="1303803"/>
                  </a:lnTo>
                  <a:lnTo>
                    <a:pt x="1962184" y="1272913"/>
                  </a:lnTo>
                  <a:lnTo>
                    <a:pt x="2011998" y="1240141"/>
                  </a:lnTo>
                  <a:lnTo>
                    <a:pt x="2062427" y="1205785"/>
                  </a:lnTo>
                  <a:lnTo>
                    <a:pt x="2113368" y="1170223"/>
                  </a:lnTo>
                  <a:lnTo>
                    <a:pt x="2164648" y="1133897"/>
                  </a:lnTo>
                  <a:lnTo>
                    <a:pt x="2216057" y="1097292"/>
                  </a:lnTo>
                  <a:lnTo>
                    <a:pt x="2267364" y="1060906"/>
                  </a:lnTo>
                  <a:lnTo>
                    <a:pt x="2318356" y="1025229"/>
                  </a:lnTo>
                  <a:lnTo>
                    <a:pt x="2368853" y="990707"/>
                  </a:lnTo>
                  <a:lnTo>
                    <a:pt x="2418743" y="957728"/>
                  </a:lnTo>
                  <a:lnTo>
                    <a:pt x="2467997" y="926600"/>
                  </a:lnTo>
                  <a:lnTo>
                    <a:pt x="2516684" y="897545"/>
                  </a:lnTo>
                  <a:lnTo>
                    <a:pt x="2564993" y="870697"/>
                  </a:lnTo>
                  <a:lnTo>
                    <a:pt x="2613240" y="846106"/>
                  </a:lnTo>
                  <a:lnTo>
                    <a:pt x="2661894" y="823747"/>
                  </a:lnTo>
                  <a:lnTo>
                    <a:pt x="2667772" y="821217"/>
                  </a:lnTo>
                  <a:lnTo>
                    <a:pt x="2716005" y="801891"/>
                  </a:lnTo>
                  <a:lnTo>
                    <a:pt x="2765968" y="784585"/>
                  </a:lnTo>
                  <a:lnTo>
                    <a:pt x="2818505" y="769183"/>
                  </a:lnTo>
                  <a:lnTo>
                    <a:pt x="2874558" y="755501"/>
                  </a:lnTo>
                  <a:lnTo>
                    <a:pt x="2935079" y="743333"/>
                  </a:lnTo>
                  <a:lnTo>
                    <a:pt x="3000937" y="732484"/>
                  </a:lnTo>
                  <a:lnTo>
                    <a:pt x="3072803" y="722787"/>
                  </a:lnTo>
                  <a:lnTo>
                    <a:pt x="3150994" y="714110"/>
                  </a:lnTo>
                  <a:lnTo>
                    <a:pt x="3235266" y="706363"/>
                  </a:lnTo>
                  <a:lnTo>
                    <a:pt x="3324575" y="699494"/>
                  </a:lnTo>
                  <a:lnTo>
                    <a:pt x="3416869" y="693489"/>
                  </a:lnTo>
                  <a:lnTo>
                    <a:pt x="3508986" y="688358"/>
                  </a:lnTo>
                  <a:lnTo>
                    <a:pt x="3596803" y="684126"/>
                  </a:lnTo>
                  <a:lnTo>
                    <a:pt x="3675728" y="680799"/>
                  </a:lnTo>
                  <a:lnTo>
                    <a:pt x="3741513" y="678353"/>
                  </a:lnTo>
                  <a:lnTo>
                    <a:pt x="3791220" y="676711"/>
                  </a:lnTo>
                  <a:lnTo>
                    <a:pt x="3824010" y="675743"/>
                  </a:lnTo>
                  <a:lnTo>
                    <a:pt x="3841482" y="675280"/>
                  </a:lnTo>
                  <a:lnTo>
                    <a:pt x="3847558" y="675134"/>
                  </a:lnTo>
                  <a:lnTo>
                    <a:pt x="3848118" y="675122"/>
                  </a:lnTo>
                  <a:lnTo>
                    <a:pt x="4386855" y="675122"/>
                  </a:lnTo>
                  <a:lnTo>
                    <a:pt x="4388149" y="675099"/>
                  </a:lnTo>
                  <a:lnTo>
                    <a:pt x="4396594" y="674940"/>
                  </a:lnTo>
                  <a:lnTo>
                    <a:pt x="4417648" y="674498"/>
                  </a:lnTo>
                  <a:lnTo>
                    <a:pt x="4454699" y="673632"/>
                  </a:lnTo>
                  <a:lnTo>
                    <a:pt x="4508734" y="672216"/>
                  </a:lnTo>
                  <a:lnTo>
                    <a:pt x="4578320" y="670160"/>
                  </a:lnTo>
                  <a:lnTo>
                    <a:pt x="4660084" y="667416"/>
                  </a:lnTo>
                  <a:lnTo>
                    <a:pt x="4749580" y="663971"/>
                  </a:lnTo>
                  <a:lnTo>
                    <a:pt x="4842248" y="659837"/>
                  </a:lnTo>
                  <a:lnTo>
                    <a:pt x="4934164" y="655030"/>
                  </a:lnTo>
                  <a:lnTo>
                    <a:pt x="5022441" y="649556"/>
                  </a:lnTo>
                  <a:lnTo>
                    <a:pt x="5105299" y="643396"/>
                  </a:lnTo>
                  <a:lnTo>
                    <a:pt x="5181925" y="636502"/>
                  </a:lnTo>
                  <a:lnTo>
                    <a:pt x="5252246" y="628796"/>
                  </a:lnTo>
                  <a:lnTo>
                    <a:pt x="5316692" y="620168"/>
                  </a:lnTo>
                  <a:lnTo>
                    <a:pt x="5376006" y="610481"/>
                  </a:lnTo>
                  <a:lnTo>
                    <a:pt x="5431094" y="599582"/>
                  </a:lnTo>
                  <a:lnTo>
                    <a:pt x="5482916" y="587313"/>
                  </a:lnTo>
                  <a:lnTo>
                    <a:pt x="5532401" y="573540"/>
                  </a:lnTo>
                  <a:lnTo>
                    <a:pt x="5567201" y="562601"/>
                  </a:lnTo>
                  <a:lnTo>
                    <a:pt x="5617401" y="545043"/>
                  </a:lnTo>
                  <a:lnTo>
                    <a:pt x="5667115" y="525667"/>
                  </a:lnTo>
                  <a:lnTo>
                    <a:pt x="5716869" y="504445"/>
                  </a:lnTo>
                  <a:lnTo>
                    <a:pt x="5767015" y="481419"/>
                  </a:lnTo>
                  <a:lnTo>
                    <a:pt x="5817762" y="456698"/>
                  </a:lnTo>
                  <a:lnTo>
                    <a:pt x="5869185" y="430471"/>
                  </a:lnTo>
                  <a:lnTo>
                    <a:pt x="5921246" y="403002"/>
                  </a:lnTo>
                  <a:lnTo>
                    <a:pt x="5973817" y="374620"/>
                  </a:lnTo>
                  <a:lnTo>
                    <a:pt x="6026697" y="345707"/>
                  </a:lnTo>
                  <a:lnTo>
                    <a:pt x="6079647" y="316675"/>
                  </a:lnTo>
                  <a:lnTo>
                    <a:pt x="6132418" y="287945"/>
                  </a:lnTo>
                  <a:lnTo>
                    <a:pt x="6184786" y="259920"/>
                  </a:lnTo>
                  <a:lnTo>
                    <a:pt x="6236578" y="232960"/>
                  </a:lnTo>
                  <a:lnTo>
                    <a:pt x="6287702" y="207367"/>
                  </a:lnTo>
                  <a:lnTo>
                    <a:pt x="6338169" y="183371"/>
                  </a:lnTo>
                  <a:lnTo>
                    <a:pt x="6388109" y="161128"/>
                  </a:lnTo>
                  <a:lnTo>
                    <a:pt x="6437792" y="140716"/>
                  </a:lnTo>
                  <a:lnTo>
                    <a:pt x="6487644" y="122145"/>
                  </a:lnTo>
                  <a:lnTo>
                    <a:pt x="6515891" y="112520"/>
                  </a:lnTo>
                  <a:lnTo>
                    <a:pt x="6564200" y="97614"/>
                  </a:lnTo>
                  <a:lnTo>
                    <a:pt x="6614244" y="84268"/>
                  </a:lnTo>
                  <a:lnTo>
                    <a:pt x="6666874" y="72393"/>
                  </a:lnTo>
                  <a:lnTo>
                    <a:pt x="6723036" y="61845"/>
                  </a:lnTo>
                  <a:lnTo>
                    <a:pt x="6783684" y="52466"/>
                  </a:lnTo>
                  <a:lnTo>
                    <a:pt x="6849691" y="44106"/>
                  </a:lnTo>
                  <a:lnTo>
                    <a:pt x="6921731" y="36634"/>
                  </a:lnTo>
                  <a:lnTo>
                    <a:pt x="7000116" y="29950"/>
                  </a:lnTo>
                  <a:lnTo>
                    <a:pt x="7084592" y="23983"/>
                  </a:lnTo>
                  <a:lnTo>
                    <a:pt x="7174100" y="18694"/>
                  </a:lnTo>
                  <a:lnTo>
                    <a:pt x="7266561" y="14073"/>
                  </a:lnTo>
                  <a:lnTo>
                    <a:pt x="7358781" y="10128"/>
                  </a:lnTo>
                  <a:lnTo>
                    <a:pt x="7446606" y="6876"/>
                  </a:lnTo>
                  <a:lnTo>
                    <a:pt x="7525418" y="4325"/>
                  </a:lnTo>
                  <a:lnTo>
                    <a:pt x="7590969" y="2453"/>
                  </a:lnTo>
                  <a:lnTo>
                    <a:pt x="7640349" y="1200"/>
                  </a:lnTo>
                  <a:lnTo>
                    <a:pt x="7672769" y="464"/>
                  </a:lnTo>
                  <a:lnTo>
                    <a:pt x="7689900" y="115"/>
                  </a:lnTo>
                  <a:lnTo>
                    <a:pt x="7695739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0" name="pl850"/>
            <p:cNvSpPr/>
            <p:nvPr/>
          </p:nvSpPr>
          <p:spPr>
            <a:xfrm>
              <a:off x="546595" y="2057145"/>
              <a:ext cx="8234974" cy="1551692"/>
            </a:xfrm>
            <a:custGeom>
              <a:avLst/>
              <a:pathLst>
                <a:path w="8234974" h="1551692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30" y="675151"/>
                  </a:lnTo>
                  <a:lnTo>
                    <a:pt x="3838423" y="675357"/>
                  </a:lnTo>
                  <a:lnTo>
                    <a:pt x="3817458" y="675928"/>
                  </a:lnTo>
                  <a:lnTo>
                    <a:pt x="3780555" y="677047"/>
                  </a:lnTo>
                  <a:lnTo>
                    <a:pt x="3726718" y="678877"/>
                  </a:lnTo>
                  <a:lnTo>
                    <a:pt x="3657358" y="681535"/>
                  </a:lnTo>
                  <a:lnTo>
                    <a:pt x="3575819" y="685084"/>
                  </a:lnTo>
                  <a:lnTo>
                    <a:pt x="3486523" y="689540"/>
                  </a:lnTo>
                  <a:lnTo>
                    <a:pt x="3394011" y="694887"/>
                  </a:lnTo>
                  <a:lnTo>
                    <a:pt x="3302201" y="701106"/>
                  </a:lnTo>
                  <a:lnTo>
                    <a:pt x="3213984" y="708189"/>
                  </a:lnTo>
                  <a:lnTo>
                    <a:pt x="3131149" y="716159"/>
                  </a:lnTo>
                  <a:lnTo>
                    <a:pt x="3054518" y="725076"/>
                  </a:lnTo>
                  <a:lnTo>
                    <a:pt x="2984178" y="735043"/>
                  </a:lnTo>
                  <a:lnTo>
                    <a:pt x="2919707" y="746200"/>
                  </a:lnTo>
                  <a:lnTo>
                    <a:pt x="2860373" y="758723"/>
                  </a:lnTo>
                  <a:lnTo>
                    <a:pt x="2805275" y="772809"/>
                  </a:lnTo>
                  <a:lnTo>
                    <a:pt x="2753457" y="788665"/>
                  </a:lnTo>
                  <a:lnTo>
                    <a:pt x="2703993" y="806462"/>
                  </a:lnTo>
                  <a:lnTo>
                    <a:pt x="2667772" y="821217"/>
                  </a:lnTo>
                  <a:lnTo>
                    <a:pt x="2619030" y="843314"/>
                  </a:lnTo>
                  <a:lnTo>
                    <a:pt x="2570762" y="867635"/>
                  </a:lnTo>
                  <a:lnTo>
                    <a:pt x="2522480" y="894214"/>
                  </a:lnTo>
                  <a:lnTo>
                    <a:pt x="2473850" y="923010"/>
                  </a:lnTo>
                  <a:lnTo>
                    <a:pt x="2424670" y="953900"/>
                  </a:lnTo>
                  <a:lnTo>
                    <a:pt x="2374857" y="986672"/>
                  </a:lnTo>
                  <a:lnTo>
                    <a:pt x="2324427" y="1021029"/>
                  </a:lnTo>
                  <a:lnTo>
                    <a:pt x="2273487" y="1056590"/>
                  </a:lnTo>
                  <a:lnTo>
                    <a:pt x="2222206" y="1092916"/>
                  </a:lnTo>
                  <a:lnTo>
                    <a:pt x="2170798" y="1129522"/>
                  </a:lnTo>
                  <a:lnTo>
                    <a:pt x="2119490" y="1165907"/>
                  </a:lnTo>
                  <a:lnTo>
                    <a:pt x="2068499" y="1201585"/>
                  </a:lnTo>
                  <a:lnTo>
                    <a:pt x="2018001" y="1236106"/>
                  </a:lnTo>
                  <a:lnTo>
                    <a:pt x="1968111" y="1269086"/>
                  </a:lnTo>
                  <a:lnTo>
                    <a:pt x="1918858" y="1300214"/>
                  </a:lnTo>
                  <a:lnTo>
                    <a:pt x="1870171" y="1329269"/>
                  </a:lnTo>
                  <a:lnTo>
                    <a:pt x="1821862" y="1356116"/>
                  </a:lnTo>
                  <a:lnTo>
                    <a:pt x="1773615" y="1380707"/>
                  </a:lnTo>
                  <a:lnTo>
                    <a:pt x="1724960" y="1403067"/>
                  </a:lnTo>
                  <a:lnTo>
                    <a:pt x="1719082" y="1405597"/>
                  </a:lnTo>
                  <a:lnTo>
                    <a:pt x="1670849" y="1424922"/>
                  </a:lnTo>
                  <a:lnTo>
                    <a:pt x="1620887" y="1442229"/>
                  </a:lnTo>
                  <a:lnTo>
                    <a:pt x="1568350" y="1457630"/>
                  </a:lnTo>
                  <a:lnTo>
                    <a:pt x="1512296" y="1471313"/>
                  </a:lnTo>
                  <a:lnTo>
                    <a:pt x="1451776" y="1483481"/>
                  </a:lnTo>
                  <a:lnTo>
                    <a:pt x="1385918" y="1494330"/>
                  </a:lnTo>
                  <a:lnTo>
                    <a:pt x="1314052" y="1504027"/>
                  </a:lnTo>
                  <a:lnTo>
                    <a:pt x="1235860" y="1512703"/>
                  </a:lnTo>
                  <a:lnTo>
                    <a:pt x="1151589" y="1520450"/>
                  </a:lnTo>
                  <a:lnTo>
                    <a:pt x="1062279" y="1527319"/>
                  </a:lnTo>
                  <a:lnTo>
                    <a:pt x="969986" y="1533325"/>
                  </a:lnTo>
                  <a:lnTo>
                    <a:pt x="877869" y="1538455"/>
                  </a:lnTo>
                  <a:lnTo>
                    <a:pt x="790051" y="1542688"/>
                  </a:lnTo>
                  <a:lnTo>
                    <a:pt x="711127" y="1546014"/>
                  </a:lnTo>
                  <a:lnTo>
                    <a:pt x="645342" y="1548460"/>
                  </a:lnTo>
                  <a:lnTo>
                    <a:pt x="595634" y="1550102"/>
                  </a:lnTo>
                  <a:lnTo>
                    <a:pt x="562845" y="1551070"/>
                  </a:lnTo>
                  <a:lnTo>
                    <a:pt x="545373" y="1551534"/>
                  </a:lnTo>
                  <a:lnTo>
                    <a:pt x="539296" y="1551679"/>
                  </a:lnTo>
                  <a:lnTo>
                    <a:pt x="538736" y="1551692"/>
                  </a:lnTo>
                  <a:lnTo>
                    <a:pt x="0" y="15516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1" name="pg851"/>
            <p:cNvSpPr/>
            <p:nvPr/>
          </p:nvSpPr>
          <p:spPr>
            <a:xfrm>
              <a:off x="546595" y="2775823"/>
              <a:ext cx="8234974" cy="1546247"/>
            </a:xfrm>
            <a:custGeom>
              <a:avLst/>
              <a:pathLst>
                <a:path w="8234974" h="1546247">
                  <a:moveTo>
                    <a:pt x="0" y="849347"/>
                  </a:moveTo>
                  <a:lnTo>
                    <a:pt x="538736" y="849347"/>
                  </a:lnTo>
                  <a:lnTo>
                    <a:pt x="540026" y="849319"/>
                  </a:lnTo>
                  <a:lnTo>
                    <a:pt x="548441" y="849122"/>
                  </a:lnTo>
                  <a:lnTo>
                    <a:pt x="569424" y="848575"/>
                  </a:lnTo>
                  <a:lnTo>
                    <a:pt x="606358" y="847503"/>
                  </a:lnTo>
                  <a:lnTo>
                    <a:pt x="660236" y="845751"/>
                  </a:lnTo>
                  <a:lnTo>
                    <a:pt x="729644" y="843207"/>
                  </a:lnTo>
                  <a:lnTo>
                    <a:pt x="811229" y="839809"/>
                  </a:lnTo>
                  <a:lnTo>
                    <a:pt x="900567" y="835544"/>
                  </a:lnTo>
                  <a:lnTo>
                    <a:pt x="993112" y="830425"/>
                  </a:lnTo>
                  <a:lnTo>
                    <a:pt x="1084944" y="824472"/>
                  </a:lnTo>
                  <a:lnTo>
                    <a:pt x="1173173" y="817692"/>
                  </a:lnTo>
                  <a:lnTo>
                    <a:pt x="1256013" y="810063"/>
                  </a:lnTo>
                  <a:lnTo>
                    <a:pt x="1332643" y="801527"/>
                  </a:lnTo>
                  <a:lnTo>
                    <a:pt x="1402979" y="791985"/>
                  </a:lnTo>
                  <a:lnTo>
                    <a:pt x="1467445" y="781304"/>
                  </a:lnTo>
                  <a:lnTo>
                    <a:pt x="1526775" y="769316"/>
                  </a:lnTo>
                  <a:lnTo>
                    <a:pt x="1581871" y="755828"/>
                  </a:lnTo>
                  <a:lnTo>
                    <a:pt x="1633690" y="740648"/>
                  </a:lnTo>
                  <a:lnTo>
                    <a:pt x="1683158" y="723607"/>
                  </a:lnTo>
                  <a:lnTo>
                    <a:pt x="1719082" y="709604"/>
                  </a:lnTo>
                  <a:lnTo>
                    <a:pt x="1768112" y="688335"/>
                  </a:lnTo>
                  <a:lnTo>
                    <a:pt x="1816665" y="664914"/>
                  </a:lnTo>
                  <a:lnTo>
                    <a:pt x="1865237" y="639308"/>
                  </a:lnTo>
                  <a:lnTo>
                    <a:pt x="1914166" y="611557"/>
                  </a:lnTo>
                  <a:lnTo>
                    <a:pt x="1963654" y="581783"/>
                  </a:lnTo>
                  <a:lnTo>
                    <a:pt x="2013784" y="550195"/>
                  </a:lnTo>
                  <a:lnTo>
                    <a:pt x="2064535" y="517086"/>
                  </a:lnTo>
                  <a:lnTo>
                    <a:pt x="2115797" y="482826"/>
                  </a:lnTo>
                  <a:lnTo>
                    <a:pt x="2167394" y="447849"/>
                  </a:lnTo>
                  <a:lnTo>
                    <a:pt x="2219108" y="412626"/>
                  </a:lnTo>
                  <a:lnTo>
                    <a:pt x="2270706" y="377646"/>
                  </a:lnTo>
                  <a:lnTo>
                    <a:pt x="2321971" y="343380"/>
                  </a:lnTo>
                  <a:lnTo>
                    <a:pt x="2372726" y="310261"/>
                  </a:lnTo>
                  <a:lnTo>
                    <a:pt x="2422861" y="278662"/>
                  </a:lnTo>
                  <a:lnTo>
                    <a:pt x="2472353" y="248875"/>
                  </a:lnTo>
                  <a:lnTo>
                    <a:pt x="2521285" y="221110"/>
                  </a:lnTo>
                  <a:lnTo>
                    <a:pt x="2569858" y="195489"/>
                  </a:lnTo>
                  <a:lnTo>
                    <a:pt x="2618410" y="172052"/>
                  </a:lnTo>
                  <a:lnTo>
                    <a:pt x="2667435" y="150770"/>
                  </a:lnTo>
                  <a:lnTo>
                    <a:pt x="2667772" y="150632"/>
                  </a:lnTo>
                  <a:lnTo>
                    <a:pt x="2716021" y="132141"/>
                  </a:lnTo>
                  <a:lnTo>
                    <a:pt x="2766001" y="115582"/>
                  </a:lnTo>
                  <a:lnTo>
                    <a:pt x="2818557" y="100847"/>
                  </a:lnTo>
                  <a:lnTo>
                    <a:pt x="2874633" y="87757"/>
                  </a:lnTo>
                  <a:lnTo>
                    <a:pt x="2935180" y="76116"/>
                  </a:lnTo>
                  <a:lnTo>
                    <a:pt x="3001069" y="65738"/>
                  </a:lnTo>
                  <a:lnTo>
                    <a:pt x="3072972" y="56461"/>
                  </a:lnTo>
                  <a:lnTo>
                    <a:pt x="3151203" y="48162"/>
                  </a:lnTo>
                  <a:lnTo>
                    <a:pt x="3235517" y="40752"/>
                  </a:lnTo>
                  <a:lnTo>
                    <a:pt x="3324868" y="34182"/>
                  </a:lnTo>
                  <a:lnTo>
                    <a:pt x="3417197" y="28438"/>
                  </a:lnTo>
                  <a:lnTo>
                    <a:pt x="3509336" y="23532"/>
                  </a:lnTo>
                  <a:lnTo>
                    <a:pt x="3597155" y="19486"/>
                  </a:lnTo>
                  <a:lnTo>
                    <a:pt x="3676056" y="16307"/>
                  </a:lnTo>
                  <a:lnTo>
                    <a:pt x="3741792" y="13970"/>
                  </a:lnTo>
                  <a:lnTo>
                    <a:pt x="3791432" y="12403"/>
                  </a:lnTo>
                  <a:lnTo>
                    <a:pt x="3824144" y="11479"/>
                  </a:lnTo>
                  <a:lnTo>
                    <a:pt x="3841545" y="11038"/>
                  </a:lnTo>
                  <a:lnTo>
                    <a:pt x="3847572" y="10900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15" y="10938"/>
                  </a:lnTo>
                  <a:lnTo>
                    <a:pt x="4396339" y="11291"/>
                  </a:lnTo>
                  <a:lnTo>
                    <a:pt x="4416864" y="12268"/>
                  </a:lnTo>
                  <a:lnTo>
                    <a:pt x="4453037" y="14184"/>
                  </a:lnTo>
                  <a:lnTo>
                    <a:pt x="4505894" y="17318"/>
                  </a:lnTo>
                  <a:lnTo>
                    <a:pt x="4574134" y="21874"/>
                  </a:lnTo>
                  <a:lnTo>
                    <a:pt x="4654549" y="27965"/>
                  </a:lnTo>
                  <a:lnTo>
                    <a:pt x="4742848" y="35619"/>
                  </a:lnTo>
                  <a:lnTo>
                    <a:pt x="4834574" y="44815"/>
                  </a:lnTo>
                  <a:lnTo>
                    <a:pt x="4925844" y="55514"/>
                  </a:lnTo>
                  <a:lnTo>
                    <a:pt x="5013753" y="67704"/>
                  </a:lnTo>
                  <a:lnTo>
                    <a:pt x="5096471" y="81418"/>
                  </a:lnTo>
                  <a:lnTo>
                    <a:pt x="5173118" y="96754"/>
                  </a:lnTo>
                  <a:lnTo>
                    <a:pt x="5243552" y="113879"/>
                  </a:lnTo>
                  <a:lnTo>
                    <a:pt x="5308143" y="133028"/>
                  </a:lnTo>
                  <a:lnTo>
                    <a:pt x="5367583" y="154495"/>
                  </a:lnTo>
                  <a:lnTo>
                    <a:pt x="5422738" y="178616"/>
                  </a:lnTo>
                  <a:lnTo>
                    <a:pt x="5474539" y="205744"/>
                  </a:lnTo>
                  <a:lnTo>
                    <a:pt x="5523902" y="236187"/>
                  </a:lnTo>
                  <a:lnTo>
                    <a:pt x="5567201" y="266782"/>
                  </a:lnTo>
                  <a:lnTo>
                    <a:pt x="5610787" y="301182"/>
                  </a:lnTo>
                  <a:lnTo>
                    <a:pt x="5653946" y="338683"/>
                  </a:lnTo>
                  <a:lnTo>
                    <a:pt x="5697047" y="379342"/>
                  </a:lnTo>
                  <a:lnTo>
                    <a:pt x="5740354" y="423132"/>
                  </a:lnTo>
                  <a:lnTo>
                    <a:pt x="5784045" y="469942"/>
                  </a:lnTo>
                  <a:lnTo>
                    <a:pt x="5828219" y="519558"/>
                  </a:lnTo>
                  <a:lnTo>
                    <a:pt x="5872904" y="571672"/>
                  </a:lnTo>
                  <a:lnTo>
                    <a:pt x="5918067" y="625878"/>
                  </a:lnTo>
                  <a:lnTo>
                    <a:pt x="5963621" y="681685"/>
                  </a:lnTo>
                  <a:lnTo>
                    <a:pt x="6009440" y="738533"/>
                  </a:lnTo>
                  <a:lnTo>
                    <a:pt x="6055374" y="795819"/>
                  </a:lnTo>
                  <a:lnTo>
                    <a:pt x="6101258" y="852915"/>
                  </a:lnTo>
                  <a:lnTo>
                    <a:pt x="6146935" y="909207"/>
                  </a:lnTo>
                  <a:lnTo>
                    <a:pt x="6192266" y="964113"/>
                  </a:lnTo>
                  <a:lnTo>
                    <a:pt x="6237148" y="1017113"/>
                  </a:lnTo>
                  <a:lnTo>
                    <a:pt x="6281526" y="1067767"/>
                  </a:lnTo>
                  <a:lnTo>
                    <a:pt x="6325402" y="1115724"/>
                  </a:lnTo>
                  <a:lnTo>
                    <a:pt x="6368845" y="1160735"/>
                  </a:lnTo>
                  <a:lnTo>
                    <a:pt x="6412001" y="1202648"/>
                  </a:lnTo>
                  <a:lnTo>
                    <a:pt x="6455099" y="1241403"/>
                  </a:lnTo>
                  <a:lnTo>
                    <a:pt x="6498464" y="1277027"/>
                  </a:lnTo>
                  <a:lnTo>
                    <a:pt x="6515891" y="1290354"/>
                  </a:lnTo>
                  <a:lnTo>
                    <a:pt x="6563750" y="1323958"/>
                  </a:lnTo>
                  <a:lnTo>
                    <a:pt x="6613305" y="1354079"/>
                  </a:lnTo>
                  <a:lnTo>
                    <a:pt x="6665382" y="1380910"/>
                  </a:lnTo>
                  <a:lnTo>
                    <a:pt x="6720900" y="1404767"/>
                  </a:lnTo>
                  <a:lnTo>
                    <a:pt x="6780789" y="1426001"/>
                  </a:lnTo>
                  <a:lnTo>
                    <a:pt x="6845904" y="1444949"/>
                  </a:lnTo>
                  <a:lnTo>
                    <a:pt x="6916913" y="1461897"/>
                  </a:lnTo>
                  <a:lnTo>
                    <a:pt x="6994146" y="1477074"/>
                  </a:lnTo>
                  <a:lnTo>
                    <a:pt x="7077403" y="1490642"/>
                  </a:lnTo>
                  <a:lnTo>
                    <a:pt x="7165722" y="1502690"/>
                  </a:lnTo>
                  <a:lnTo>
                    <a:pt x="7257175" y="1513250"/>
                  </a:lnTo>
                  <a:lnTo>
                    <a:pt x="7348758" y="1522302"/>
                  </a:lnTo>
                  <a:lnTo>
                    <a:pt x="7436509" y="1529810"/>
                  </a:lnTo>
                  <a:lnTo>
                    <a:pt x="7515953" y="1535754"/>
                  </a:lnTo>
                  <a:lnTo>
                    <a:pt x="7582858" y="1540170"/>
                  </a:lnTo>
                  <a:lnTo>
                    <a:pt x="7634168" y="1543180"/>
                  </a:lnTo>
                  <a:lnTo>
                    <a:pt x="7668788" y="1544995"/>
                  </a:lnTo>
                  <a:lnTo>
                    <a:pt x="7687981" y="1545899"/>
                  </a:lnTo>
                  <a:lnTo>
                    <a:pt x="7695295" y="1546211"/>
                  </a:lnTo>
                  <a:lnTo>
                    <a:pt x="7696237" y="1546247"/>
                  </a:lnTo>
                  <a:lnTo>
                    <a:pt x="8234974" y="1546247"/>
                  </a:lnTo>
                  <a:lnTo>
                    <a:pt x="8234974" y="1535358"/>
                  </a:ln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9" y="27"/>
                  </a:lnTo>
                  <a:lnTo>
                    <a:pt x="3838414" y="225"/>
                  </a:lnTo>
                  <a:lnTo>
                    <a:pt x="3817430" y="771"/>
                  </a:lnTo>
                  <a:lnTo>
                    <a:pt x="3780496" y="1843"/>
                  </a:lnTo>
                  <a:lnTo>
                    <a:pt x="3726618" y="3595"/>
                  </a:lnTo>
                  <a:lnTo>
                    <a:pt x="3657211" y="6140"/>
                  </a:lnTo>
                  <a:lnTo>
                    <a:pt x="3575625" y="9537"/>
                  </a:lnTo>
                  <a:lnTo>
                    <a:pt x="3486287" y="13803"/>
                  </a:lnTo>
                  <a:lnTo>
                    <a:pt x="3393743" y="18922"/>
                  </a:lnTo>
                  <a:lnTo>
                    <a:pt x="3301911" y="24874"/>
                  </a:lnTo>
                  <a:lnTo>
                    <a:pt x="3213681" y="31654"/>
                  </a:lnTo>
                  <a:lnTo>
                    <a:pt x="3130841" y="39283"/>
                  </a:lnTo>
                  <a:lnTo>
                    <a:pt x="3054211" y="47820"/>
                  </a:lnTo>
                  <a:lnTo>
                    <a:pt x="2983875" y="57361"/>
                  </a:lnTo>
                  <a:lnTo>
                    <a:pt x="2919410" y="68042"/>
                  </a:lnTo>
                  <a:lnTo>
                    <a:pt x="2860079" y="80031"/>
                  </a:lnTo>
                  <a:lnTo>
                    <a:pt x="2804984" y="93518"/>
                  </a:lnTo>
                  <a:lnTo>
                    <a:pt x="2753165" y="108699"/>
                  </a:lnTo>
                  <a:lnTo>
                    <a:pt x="2703697" y="125740"/>
                  </a:lnTo>
                  <a:lnTo>
                    <a:pt x="2667772" y="139743"/>
                  </a:lnTo>
                  <a:lnTo>
                    <a:pt x="2618742" y="161011"/>
                  </a:lnTo>
                  <a:lnTo>
                    <a:pt x="2570189" y="184432"/>
                  </a:lnTo>
                  <a:lnTo>
                    <a:pt x="2521618" y="210038"/>
                  </a:lnTo>
                  <a:lnTo>
                    <a:pt x="2472689" y="237789"/>
                  </a:lnTo>
                  <a:lnTo>
                    <a:pt x="2423201" y="267563"/>
                  </a:lnTo>
                  <a:lnTo>
                    <a:pt x="2373070" y="299151"/>
                  </a:lnTo>
                  <a:lnTo>
                    <a:pt x="2322319" y="332260"/>
                  </a:lnTo>
                  <a:lnTo>
                    <a:pt x="2271057" y="366520"/>
                  </a:lnTo>
                  <a:lnTo>
                    <a:pt x="2219461" y="401497"/>
                  </a:lnTo>
                  <a:lnTo>
                    <a:pt x="2167747" y="436720"/>
                  </a:lnTo>
                  <a:lnTo>
                    <a:pt x="2116148" y="471701"/>
                  </a:lnTo>
                  <a:lnTo>
                    <a:pt x="2064883" y="505967"/>
                  </a:lnTo>
                  <a:lnTo>
                    <a:pt x="2014128" y="539085"/>
                  </a:lnTo>
                  <a:lnTo>
                    <a:pt x="1963993" y="570685"/>
                  </a:lnTo>
                  <a:lnTo>
                    <a:pt x="1914501" y="600471"/>
                  </a:lnTo>
                  <a:lnTo>
                    <a:pt x="1865569" y="628237"/>
                  </a:lnTo>
                  <a:lnTo>
                    <a:pt x="1816996" y="653858"/>
                  </a:lnTo>
                  <a:lnTo>
                    <a:pt x="1768444" y="677294"/>
                  </a:lnTo>
                  <a:lnTo>
                    <a:pt x="1719420" y="698577"/>
                  </a:lnTo>
                  <a:lnTo>
                    <a:pt x="1719082" y="698715"/>
                  </a:lnTo>
                  <a:lnTo>
                    <a:pt x="1670833" y="717205"/>
                  </a:lnTo>
                  <a:lnTo>
                    <a:pt x="1620854" y="733764"/>
                  </a:lnTo>
                  <a:lnTo>
                    <a:pt x="1568297" y="748499"/>
                  </a:lnTo>
                  <a:lnTo>
                    <a:pt x="1512222" y="761589"/>
                  </a:lnTo>
                  <a:lnTo>
                    <a:pt x="1451674" y="773230"/>
                  </a:lnTo>
                  <a:lnTo>
                    <a:pt x="1385786" y="783609"/>
                  </a:lnTo>
                  <a:lnTo>
                    <a:pt x="1313883" y="792885"/>
                  </a:lnTo>
                  <a:lnTo>
                    <a:pt x="1235651" y="801184"/>
                  </a:lnTo>
                  <a:lnTo>
                    <a:pt x="1151337" y="808595"/>
                  </a:lnTo>
                  <a:lnTo>
                    <a:pt x="1061986" y="815165"/>
                  </a:lnTo>
                  <a:lnTo>
                    <a:pt x="969658" y="820908"/>
                  </a:lnTo>
                  <a:lnTo>
                    <a:pt x="877519" y="825814"/>
                  </a:lnTo>
                  <a:lnTo>
                    <a:pt x="789700" y="829861"/>
                  </a:lnTo>
                  <a:lnTo>
                    <a:pt x="710799" y="833040"/>
                  </a:lnTo>
                  <a:lnTo>
                    <a:pt x="645062" y="835376"/>
                  </a:lnTo>
                  <a:lnTo>
                    <a:pt x="595423" y="836944"/>
                  </a:lnTo>
                  <a:lnTo>
                    <a:pt x="562711" y="837867"/>
                  </a:lnTo>
                  <a:lnTo>
                    <a:pt x="545310" y="838308"/>
                  </a:lnTo>
                  <a:lnTo>
                    <a:pt x="539283" y="838446"/>
                  </a:lnTo>
                  <a:lnTo>
                    <a:pt x="538736" y="838458"/>
                  </a:lnTo>
                  <a:lnTo>
                    <a:pt x="0" y="83845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52" name="pl852"/>
            <p:cNvSpPr/>
            <p:nvPr/>
          </p:nvSpPr>
          <p:spPr>
            <a:xfrm>
              <a:off x="546595" y="2786712"/>
              <a:ext cx="8234974" cy="1535358"/>
            </a:xfrm>
            <a:custGeom>
              <a:avLst/>
              <a:pathLst>
                <a:path w="8234974" h="1535358">
                  <a:moveTo>
                    <a:pt x="0" y="838458"/>
                  </a:moveTo>
                  <a:lnTo>
                    <a:pt x="538736" y="838458"/>
                  </a:lnTo>
                  <a:lnTo>
                    <a:pt x="540026" y="838430"/>
                  </a:lnTo>
                  <a:lnTo>
                    <a:pt x="548441" y="838233"/>
                  </a:lnTo>
                  <a:lnTo>
                    <a:pt x="569424" y="837686"/>
                  </a:lnTo>
                  <a:lnTo>
                    <a:pt x="606358" y="836614"/>
                  </a:lnTo>
                  <a:lnTo>
                    <a:pt x="660236" y="834862"/>
                  </a:lnTo>
                  <a:lnTo>
                    <a:pt x="729644" y="832318"/>
                  </a:lnTo>
                  <a:lnTo>
                    <a:pt x="811229" y="828920"/>
                  </a:lnTo>
                  <a:lnTo>
                    <a:pt x="900567" y="824655"/>
                  </a:lnTo>
                  <a:lnTo>
                    <a:pt x="993112" y="819536"/>
                  </a:lnTo>
                  <a:lnTo>
                    <a:pt x="1084944" y="813583"/>
                  </a:lnTo>
                  <a:lnTo>
                    <a:pt x="1173173" y="806803"/>
                  </a:lnTo>
                  <a:lnTo>
                    <a:pt x="1256013" y="799174"/>
                  </a:lnTo>
                  <a:lnTo>
                    <a:pt x="1332643" y="790638"/>
                  </a:lnTo>
                  <a:lnTo>
                    <a:pt x="1402979" y="781096"/>
                  </a:lnTo>
                  <a:lnTo>
                    <a:pt x="1467445" y="770415"/>
                  </a:lnTo>
                  <a:lnTo>
                    <a:pt x="1526775" y="758426"/>
                  </a:lnTo>
                  <a:lnTo>
                    <a:pt x="1581871" y="744939"/>
                  </a:lnTo>
                  <a:lnTo>
                    <a:pt x="1633690" y="729758"/>
                  </a:lnTo>
                  <a:lnTo>
                    <a:pt x="1683158" y="712718"/>
                  </a:lnTo>
                  <a:lnTo>
                    <a:pt x="1719082" y="698715"/>
                  </a:lnTo>
                  <a:lnTo>
                    <a:pt x="1768112" y="677446"/>
                  </a:lnTo>
                  <a:lnTo>
                    <a:pt x="1816665" y="654025"/>
                  </a:lnTo>
                  <a:lnTo>
                    <a:pt x="1865237" y="628419"/>
                  </a:lnTo>
                  <a:lnTo>
                    <a:pt x="1914166" y="600668"/>
                  </a:lnTo>
                  <a:lnTo>
                    <a:pt x="1963654" y="570894"/>
                  </a:lnTo>
                  <a:lnTo>
                    <a:pt x="2013784" y="539306"/>
                  </a:lnTo>
                  <a:lnTo>
                    <a:pt x="2064535" y="506197"/>
                  </a:lnTo>
                  <a:lnTo>
                    <a:pt x="2115797" y="471937"/>
                  </a:lnTo>
                  <a:lnTo>
                    <a:pt x="2167394" y="436960"/>
                  </a:lnTo>
                  <a:lnTo>
                    <a:pt x="2219108" y="401737"/>
                  </a:lnTo>
                  <a:lnTo>
                    <a:pt x="2270706" y="366757"/>
                  </a:lnTo>
                  <a:lnTo>
                    <a:pt x="2321971" y="332491"/>
                  </a:lnTo>
                  <a:lnTo>
                    <a:pt x="2372726" y="299372"/>
                  </a:lnTo>
                  <a:lnTo>
                    <a:pt x="2422861" y="267773"/>
                  </a:lnTo>
                  <a:lnTo>
                    <a:pt x="2472353" y="237986"/>
                  </a:lnTo>
                  <a:lnTo>
                    <a:pt x="2521285" y="210221"/>
                  </a:lnTo>
                  <a:lnTo>
                    <a:pt x="2569858" y="184599"/>
                  </a:lnTo>
                  <a:lnTo>
                    <a:pt x="2618410" y="161163"/>
                  </a:lnTo>
                  <a:lnTo>
                    <a:pt x="2667435" y="139881"/>
                  </a:lnTo>
                  <a:lnTo>
                    <a:pt x="2667772" y="139743"/>
                  </a:lnTo>
                  <a:lnTo>
                    <a:pt x="2716021" y="121252"/>
                  </a:lnTo>
                  <a:lnTo>
                    <a:pt x="2766001" y="104693"/>
                  </a:lnTo>
                  <a:lnTo>
                    <a:pt x="2818557" y="89958"/>
                  </a:lnTo>
                  <a:lnTo>
                    <a:pt x="2874633" y="76868"/>
                  </a:lnTo>
                  <a:lnTo>
                    <a:pt x="2935180" y="65227"/>
                  </a:lnTo>
                  <a:lnTo>
                    <a:pt x="3001069" y="54849"/>
                  </a:lnTo>
                  <a:lnTo>
                    <a:pt x="3072972" y="45572"/>
                  </a:lnTo>
                  <a:lnTo>
                    <a:pt x="3151203" y="37273"/>
                  </a:lnTo>
                  <a:lnTo>
                    <a:pt x="3235517" y="29862"/>
                  </a:lnTo>
                  <a:lnTo>
                    <a:pt x="3324868" y="23292"/>
                  </a:lnTo>
                  <a:lnTo>
                    <a:pt x="3417197" y="17549"/>
                  </a:lnTo>
                  <a:lnTo>
                    <a:pt x="3509336" y="12643"/>
                  </a:lnTo>
                  <a:lnTo>
                    <a:pt x="3597155" y="8597"/>
                  </a:lnTo>
                  <a:lnTo>
                    <a:pt x="3676056" y="5418"/>
                  </a:lnTo>
                  <a:lnTo>
                    <a:pt x="3741792" y="3081"/>
                  </a:lnTo>
                  <a:lnTo>
                    <a:pt x="3791432" y="1514"/>
                  </a:lnTo>
                  <a:lnTo>
                    <a:pt x="3824144" y="590"/>
                  </a:lnTo>
                  <a:lnTo>
                    <a:pt x="3841545" y="149"/>
                  </a:lnTo>
                  <a:lnTo>
                    <a:pt x="3847572" y="1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5" y="49"/>
                  </a:lnTo>
                  <a:lnTo>
                    <a:pt x="4396339" y="402"/>
                  </a:lnTo>
                  <a:lnTo>
                    <a:pt x="4416864" y="1379"/>
                  </a:lnTo>
                  <a:lnTo>
                    <a:pt x="4453037" y="3295"/>
                  </a:lnTo>
                  <a:lnTo>
                    <a:pt x="4505894" y="6429"/>
                  </a:lnTo>
                  <a:lnTo>
                    <a:pt x="4574134" y="10985"/>
                  </a:lnTo>
                  <a:lnTo>
                    <a:pt x="4654549" y="17076"/>
                  </a:lnTo>
                  <a:lnTo>
                    <a:pt x="4742848" y="24730"/>
                  </a:lnTo>
                  <a:lnTo>
                    <a:pt x="4834574" y="33926"/>
                  </a:lnTo>
                  <a:lnTo>
                    <a:pt x="4925844" y="44625"/>
                  </a:lnTo>
                  <a:lnTo>
                    <a:pt x="5013753" y="56815"/>
                  </a:lnTo>
                  <a:lnTo>
                    <a:pt x="5096471" y="70529"/>
                  </a:lnTo>
                  <a:lnTo>
                    <a:pt x="5173118" y="85865"/>
                  </a:lnTo>
                  <a:lnTo>
                    <a:pt x="5243552" y="102990"/>
                  </a:lnTo>
                  <a:lnTo>
                    <a:pt x="5308143" y="122139"/>
                  </a:lnTo>
                  <a:lnTo>
                    <a:pt x="5367583" y="143606"/>
                  </a:lnTo>
                  <a:lnTo>
                    <a:pt x="5422738" y="167727"/>
                  </a:lnTo>
                  <a:lnTo>
                    <a:pt x="5474539" y="194855"/>
                  </a:lnTo>
                  <a:lnTo>
                    <a:pt x="5523902" y="225298"/>
                  </a:lnTo>
                  <a:lnTo>
                    <a:pt x="5567201" y="255893"/>
                  </a:lnTo>
                  <a:lnTo>
                    <a:pt x="5610787" y="290293"/>
                  </a:lnTo>
                  <a:lnTo>
                    <a:pt x="5653946" y="327794"/>
                  </a:lnTo>
                  <a:lnTo>
                    <a:pt x="5697047" y="368453"/>
                  </a:lnTo>
                  <a:lnTo>
                    <a:pt x="5740354" y="412243"/>
                  </a:lnTo>
                  <a:lnTo>
                    <a:pt x="5784045" y="459053"/>
                  </a:lnTo>
                  <a:lnTo>
                    <a:pt x="5828219" y="508669"/>
                  </a:lnTo>
                  <a:lnTo>
                    <a:pt x="5872904" y="560783"/>
                  </a:lnTo>
                  <a:lnTo>
                    <a:pt x="5918067" y="614989"/>
                  </a:lnTo>
                  <a:lnTo>
                    <a:pt x="5963621" y="670796"/>
                  </a:lnTo>
                  <a:lnTo>
                    <a:pt x="6009440" y="727644"/>
                  </a:lnTo>
                  <a:lnTo>
                    <a:pt x="6055374" y="784930"/>
                  </a:lnTo>
                  <a:lnTo>
                    <a:pt x="6101258" y="842026"/>
                  </a:lnTo>
                  <a:lnTo>
                    <a:pt x="6146935" y="898318"/>
                  </a:lnTo>
                  <a:lnTo>
                    <a:pt x="6192266" y="953224"/>
                  </a:lnTo>
                  <a:lnTo>
                    <a:pt x="6237148" y="1006224"/>
                  </a:lnTo>
                  <a:lnTo>
                    <a:pt x="6281526" y="1056877"/>
                  </a:lnTo>
                  <a:lnTo>
                    <a:pt x="6325402" y="1104835"/>
                  </a:lnTo>
                  <a:lnTo>
                    <a:pt x="6368845" y="1149846"/>
                  </a:lnTo>
                  <a:lnTo>
                    <a:pt x="6412001" y="1191759"/>
                  </a:lnTo>
                  <a:lnTo>
                    <a:pt x="6455099" y="1230514"/>
                  </a:lnTo>
                  <a:lnTo>
                    <a:pt x="6498464" y="1266138"/>
                  </a:lnTo>
                  <a:lnTo>
                    <a:pt x="6515891" y="1279465"/>
                  </a:lnTo>
                  <a:lnTo>
                    <a:pt x="6563750" y="1313069"/>
                  </a:lnTo>
                  <a:lnTo>
                    <a:pt x="6613305" y="1343190"/>
                  </a:lnTo>
                  <a:lnTo>
                    <a:pt x="6665382" y="1370021"/>
                  </a:lnTo>
                  <a:lnTo>
                    <a:pt x="6720900" y="1393878"/>
                  </a:lnTo>
                  <a:lnTo>
                    <a:pt x="6780789" y="1415112"/>
                  </a:lnTo>
                  <a:lnTo>
                    <a:pt x="6845904" y="1434059"/>
                  </a:lnTo>
                  <a:lnTo>
                    <a:pt x="6916913" y="1451008"/>
                  </a:lnTo>
                  <a:lnTo>
                    <a:pt x="6994146" y="1466185"/>
                  </a:lnTo>
                  <a:lnTo>
                    <a:pt x="7077403" y="1479753"/>
                  </a:lnTo>
                  <a:lnTo>
                    <a:pt x="7165722" y="1491801"/>
                  </a:lnTo>
                  <a:lnTo>
                    <a:pt x="7257175" y="1502361"/>
                  </a:lnTo>
                  <a:lnTo>
                    <a:pt x="7348758" y="1511413"/>
                  </a:lnTo>
                  <a:lnTo>
                    <a:pt x="7436509" y="1518921"/>
                  </a:lnTo>
                  <a:lnTo>
                    <a:pt x="7515953" y="1524865"/>
                  </a:lnTo>
                  <a:lnTo>
                    <a:pt x="7582858" y="1529281"/>
                  </a:lnTo>
                  <a:lnTo>
                    <a:pt x="7634168" y="1532291"/>
                  </a:lnTo>
                  <a:lnTo>
                    <a:pt x="7668788" y="1534106"/>
                  </a:lnTo>
                  <a:lnTo>
                    <a:pt x="7687981" y="1535010"/>
                  </a:lnTo>
                  <a:lnTo>
                    <a:pt x="7695295" y="1535321"/>
                  </a:lnTo>
                  <a:lnTo>
                    <a:pt x="7696237" y="1535358"/>
                  </a:lnTo>
                  <a:lnTo>
                    <a:pt x="8234974" y="15353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3" name="pl853"/>
            <p:cNvSpPr/>
            <p:nvPr/>
          </p:nvSpPr>
          <p:spPr>
            <a:xfrm>
              <a:off x="546595" y="2775823"/>
              <a:ext cx="8234974" cy="1535358"/>
            </a:xfrm>
            <a:custGeom>
              <a:avLst/>
              <a:pathLst>
                <a:path w="8234974" h="1535358">
                  <a:moveTo>
                    <a:pt x="8234974" y="1535358"/>
                  </a:move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9" y="27"/>
                  </a:lnTo>
                  <a:lnTo>
                    <a:pt x="3838414" y="225"/>
                  </a:lnTo>
                  <a:lnTo>
                    <a:pt x="3817430" y="771"/>
                  </a:lnTo>
                  <a:lnTo>
                    <a:pt x="3780496" y="1843"/>
                  </a:lnTo>
                  <a:lnTo>
                    <a:pt x="3726618" y="3595"/>
                  </a:lnTo>
                  <a:lnTo>
                    <a:pt x="3657211" y="6140"/>
                  </a:lnTo>
                  <a:lnTo>
                    <a:pt x="3575625" y="9537"/>
                  </a:lnTo>
                  <a:lnTo>
                    <a:pt x="3486287" y="13803"/>
                  </a:lnTo>
                  <a:lnTo>
                    <a:pt x="3393743" y="18922"/>
                  </a:lnTo>
                  <a:lnTo>
                    <a:pt x="3301911" y="24874"/>
                  </a:lnTo>
                  <a:lnTo>
                    <a:pt x="3213681" y="31654"/>
                  </a:lnTo>
                  <a:lnTo>
                    <a:pt x="3130841" y="39283"/>
                  </a:lnTo>
                  <a:lnTo>
                    <a:pt x="3054211" y="47820"/>
                  </a:lnTo>
                  <a:lnTo>
                    <a:pt x="2983875" y="57361"/>
                  </a:lnTo>
                  <a:lnTo>
                    <a:pt x="2919410" y="68042"/>
                  </a:lnTo>
                  <a:lnTo>
                    <a:pt x="2860079" y="80031"/>
                  </a:lnTo>
                  <a:lnTo>
                    <a:pt x="2804984" y="93518"/>
                  </a:lnTo>
                  <a:lnTo>
                    <a:pt x="2753165" y="108699"/>
                  </a:lnTo>
                  <a:lnTo>
                    <a:pt x="2703697" y="125740"/>
                  </a:lnTo>
                  <a:lnTo>
                    <a:pt x="2667772" y="139743"/>
                  </a:lnTo>
                  <a:lnTo>
                    <a:pt x="2618742" y="161011"/>
                  </a:lnTo>
                  <a:lnTo>
                    <a:pt x="2570189" y="184432"/>
                  </a:lnTo>
                  <a:lnTo>
                    <a:pt x="2521618" y="210038"/>
                  </a:lnTo>
                  <a:lnTo>
                    <a:pt x="2472689" y="237789"/>
                  </a:lnTo>
                  <a:lnTo>
                    <a:pt x="2423201" y="267563"/>
                  </a:lnTo>
                  <a:lnTo>
                    <a:pt x="2373070" y="299151"/>
                  </a:lnTo>
                  <a:lnTo>
                    <a:pt x="2322319" y="332260"/>
                  </a:lnTo>
                  <a:lnTo>
                    <a:pt x="2271057" y="366520"/>
                  </a:lnTo>
                  <a:lnTo>
                    <a:pt x="2219461" y="401497"/>
                  </a:lnTo>
                  <a:lnTo>
                    <a:pt x="2167747" y="436720"/>
                  </a:lnTo>
                  <a:lnTo>
                    <a:pt x="2116148" y="471701"/>
                  </a:lnTo>
                  <a:lnTo>
                    <a:pt x="2064883" y="505967"/>
                  </a:lnTo>
                  <a:lnTo>
                    <a:pt x="2014128" y="539085"/>
                  </a:lnTo>
                  <a:lnTo>
                    <a:pt x="1963993" y="570685"/>
                  </a:lnTo>
                  <a:lnTo>
                    <a:pt x="1914501" y="600471"/>
                  </a:lnTo>
                  <a:lnTo>
                    <a:pt x="1865569" y="628237"/>
                  </a:lnTo>
                  <a:lnTo>
                    <a:pt x="1816996" y="653858"/>
                  </a:lnTo>
                  <a:lnTo>
                    <a:pt x="1768444" y="677294"/>
                  </a:lnTo>
                  <a:lnTo>
                    <a:pt x="1719420" y="698577"/>
                  </a:lnTo>
                  <a:lnTo>
                    <a:pt x="1719082" y="698715"/>
                  </a:lnTo>
                  <a:lnTo>
                    <a:pt x="1670833" y="717205"/>
                  </a:lnTo>
                  <a:lnTo>
                    <a:pt x="1620854" y="733764"/>
                  </a:lnTo>
                  <a:lnTo>
                    <a:pt x="1568297" y="748499"/>
                  </a:lnTo>
                  <a:lnTo>
                    <a:pt x="1512222" y="761589"/>
                  </a:lnTo>
                  <a:lnTo>
                    <a:pt x="1451674" y="773230"/>
                  </a:lnTo>
                  <a:lnTo>
                    <a:pt x="1385786" y="783609"/>
                  </a:lnTo>
                  <a:lnTo>
                    <a:pt x="1313883" y="792885"/>
                  </a:lnTo>
                  <a:lnTo>
                    <a:pt x="1235651" y="801184"/>
                  </a:lnTo>
                  <a:lnTo>
                    <a:pt x="1151337" y="808595"/>
                  </a:lnTo>
                  <a:lnTo>
                    <a:pt x="1061986" y="815165"/>
                  </a:lnTo>
                  <a:lnTo>
                    <a:pt x="969658" y="820908"/>
                  </a:lnTo>
                  <a:lnTo>
                    <a:pt x="877519" y="825814"/>
                  </a:lnTo>
                  <a:lnTo>
                    <a:pt x="789700" y="829861"/>
                  </a:lnTo>
                  <a:lnTo>
                    <a:pt x="710799" y="833040"/>
                  </a:lnTo>
                  <a:lnTo>
                    <a:pt x="645062" y="835376"/>
                  </a:lnTo>
                  <a:lnTo>
                    <a:pt x="595423" y="836944"/>
                  </a:lnTo>
                  <a:lnTo>
                    <a:pt x="562711" y="837867"/>
                  </a:lnTo>
                  <a:lnTo>
                    <a:pt x="545310" y="838308"/>
                  </a:lnTo>
                  <a:lnTo>
                    <a:pt x="539283" y="838446"/>
                  </a:lnTo>
                  <a:lnTo>
                    <a:pt x="538736" y="838458"/>
                  </a:lnTo>
                  <a:lnTo>
                    <a:pt x="0" y="8384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4" name="pg854"/>
            <p:cNvSpPr/>
            <p:nvPr/>
          </p:nvSpPr>
          <p:spPr>
            <a:xfrm>
              <a:off x="546595" y="2808491"/>
              <a:ext cx="8234974" cy="3195941"/>
            </a:xfrm>
            <a:custGeom>
              <a:avLst/>
              <a:pathLst>
                <a:path w="8234974" h="3195941">
                  <a:moveTo>
                    <a:pt x="0" y="822124"/>
                  </a:moveTo>
                  <a:lnTo>
                    <a:pt x="538736" y="822124"/>
                  </a:lnTo>
                  <a:lnTo>
                    <a:pt x="540026" y="822097"/>
                  </a:lnTo>
                  <a:lnTo>
                    <a:pt x="548445" y="821905"/>
                  </a:lnTo>
                  <a:lnTo>
                    <a:pt x="569439" y="821372"/>
                  </a:lnTo>
                  <a:lnTo>
                    <a:pt x="606390" y="820327"/>
                  </a:lnTo>
                  <a:lnTo>
                    <a:pt x="660291" y="818620"/>
                  </a:lnTo>
                  <a:lnTo>
                    <a:pt x="729725" y="816140"/>
                  </a:lnTo>
                  <a:lnTo>
                    <a:pt x="811336" y="812830"/>
                  </a:lnTo>
                  <a:lnTo>
                    <a:pt x="900697" y="808673"/>
                  </a:lnTo>
                  <a:lnTo>
                    <a:pt x="993260" y="803685"/>
                  </a:lnTo>
                  <a:lnTo>
                    <a:pt x="1085104" y="797884"/>
                  </a:lnTo>
                  <a:lnTo>
                    <a:pt x="1173340" y="791278"/>
                  </a:lnTo>
                  <a:lnTo>
                    <a:pt x="1256183" y="783844"/>
                  </a:lnTo>
                  <a:lnTo>
                    <a:pt x="1332812" y="775526"/>
                  </a:lnTo>
                  <a:lnTo>
                    <a:pt x="1403146" y="766228"/>
                  </a:lnTo>
                  <a:lnTo>
                    <a:pt x="1467609" y="755820"/>
                  </a:lnTo>
                  <a:lnTo>
                    <a:pt x="1526937" y="744136"/>
                  </a:lnTo>
                  <a:lnTo>
                    <a:pt x="1582032" y="730993"/>
                  </a:lnTo>
                  <a:lnTo>
                    <a:pt x="1633851" y="716198"/>
                  </a:lnTo>
                  <a:lnTo>
                    <a:pt x="1683321" y="699591"/>
                  </a:lnTo>
                  <a:lnTo>
                    <a:pt x="1719082" y="686011"/>
                  </a:lnTo>
                  <a:lnTo>
                    <a:pt x="1768274" y="665222"/>
                  </a:lnTo>
                  <a:lnTo>
                    <a:pt x="1816988" y="642323"/>
                  </a:lnTo>
                  <a:lnTo>
                    <a:pt x="1865724" y="617281"/>
                  </a:lnTo>
                  <a:lnTo>
                    <a:pt x="1914821" y="590137"/>
                  </a:lnTo>
                  <a:lnTo>
                    <a:pt x="1964483" y="561012"/>
                  </a:lnTo>
                  <a:lnTo>
                    <a:pt x="2014793" y="530112"/>
                  </a:lnTo>
                  <a:lnTo>
                    <a:pt x="2065725" y="497727"/>
                  </a:lnTo>
                  <a:lnTo>
                    <a:pt x="2117169" y="464223"/>
                  </a:lnTo>
                  <a:lnTo>
                    <a:pt x="2168944" y="430027"/>
                  </a:lnTo>
                  <a:lnTo>
                    <a:pt x="2220830" y="395606"/>
                  </a:lnTo>
                  <a:lnTo>
                    <a:pt x="2272592" y="361437"/>
                  </a:lnTo>
                  <a:lnTo>
                    <a:pt x="2324011" y="327986"/>
                  </a:lnTo>
                  <a:lnTo>
                    <a:pt x="2374910" y="295675"/>
                  </a:lnTo>
                  <a:lnTo>
                    <a:pt x="2425183" y="264868"/>
                  </a:lnTo>
                  <a:lnTo>
                    <a:pt x="2474810" y="235850"/>
                  </a:lnTo>
                  <a:lnTo>
                    <a:pt x="2523880" y="208822"/>
                  </a:lnTo>
                  <a:lnTo>
                    <a:pt x="2572604" y="183900"/>
                  </a:lnTo>
                  <a:lnTo>
                    <a:pt x="2621330" y="161120"/>
                  </a:lnTo>
                  <a:lnTo>
                    <a:pt x="2667772" y="141557"/>
                  </a:lnTo>
                  <a:lnTo>
                    <a:pt x="2716030" y="123544"/>
                  </a:lnTo>
                  <a:lnTo>
                    <a:pt x="2766019" y="107413"/>
                  </a:lnTo>
                  <a:lnTo>
                    <a:pt x="2818586" y="93059"/>
                  </a:lnTo>
                  <a:lnTo>
                    <a:pt x="2874674" y="80307"/>
                  </a:lnTo>
                  <a:lnTo>
                    <a:pt x="2935236" y="68968"/>
                  </a:lnTo>
                  <a:lnTo>
                    <a:pt x="3001142" y="58858"/>
                  </a:lnTo>
                  <a:lnTo>
                    <a:pt x="3073065" y="49823"/>
                  </a:lnTo>
                  <a:lnTo>
                    <a:pt x="3151319" y="41738"/>
                  </a:lnTo>
                  <a:lnTo>
                    <a:pt x="3235656" y="34520"/>
                  </a:lnTo>
                  <a:lnTo>
                    <a:pt x="3325030" y="28121"/>
                  </a:lnTo>
                  <a:lnTo>
                    <a:pt x="3417378" y="22528"/>
                  </a:lnTo>
                  <a:lnTo>
                    <a:pt x="3509529" y="17750"/>
                  </a:lnTo>
                  <a:lnTo>
                    <a:pt x="3597349" y="13810"/>
                  </a:lnTo>
                  <a:lnTo>
                    <a:pt x="3676237" y="10715"/>
                  </a:lnTo>
                  <a:lnTo>
                    <a:pt x="3741946" y="8441"/>
                  </a:lnTo>
                  <a:lnTo>
                    <a:pt x="3791548" y="6915"/>
                  </a:lnTo>
                  <a:lnTo>
                    <a:pt x="3824218" y="6018"/>
                  </a:lnTo>
                  <a:lnTo>
                    <a:pt x="3841580" y="5589"/>
                  </a:lnTo>
                  <a:lnTo>
                    <a:pt x="3847579" y="545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2" y="5537"/>
                  </a:lnTo>
                  <a:lnTo>
                    <a:pt x="4395437" y="6197"/>
                  </a:lnTo>
                  <a:lnTo>
                    <a:pt x="4414083" y="8023"/>
                  </a:lnTo>
                  <a:lnTo>
                    <a:pt x="4447115" y="11611"/>
                  </a:lnTo>
                  <a:lnTo>
                    <a:pt x="4495726" y="17495"/>
                  </a:lnTo>
                  <a:lnTo>
                    <a:pt x="4559047" y="26080"/>
                  </a:lnTo>
                  <a:lnTo>
                    <a:pt x="4634457" y="37610"/>
                  </a:lnTo>
                  <a:lnTo>
                    <a:pt x="4718226" y="52172"/>
                  </a:lnTo>
                  <a:lnTo>
                    <a:pt x="4806295" y="69740"/>
                  </a:lnTo>
                  <a:lnTo>
                    <a:pt x="4894960" y="90244"/>
                  </a:lnTo>
                  <a:lnTo>
                    <a:pt x="4981295" y="113636"/>
                  </a:lnTo>
                  <a:lnTo>
                    <a:pt x="5063309" y="139945"/>
                  </a:lnTo>
                  <a:lnTo>
                    <a:pt x="5139896" y="169304"/>
                  </a:lnTo>
                  <a:lnTo>
                    <a:pt x="5210671" y="201971"/>
                  </a:lnTo>
                  <a:lnTo>
                    <a:pt x="5275781" y="238327"/>
                  </a:lnTo>
                  <a:lnTo>
                    <a:pt x="5335726" y="278872"/>
                  </a:lnTo>
                  <a:lnTo>
                    <a:pt x="5391217" y="324198"/>
                  </a:lnTo>
                  <a:lnTo>
                    <a:pt x="5443074" y="374959"/>
                  </a:lnTo>
                  <a:lnTo>
                    <a:pt x="5492137" y="431797"/>
                  </a:lnTo>
                  <a:lnTo>
                    <a:pt x="5539208" y="495226"/>
                  </a:lnTo>
                  <a:lnTo>
                    <a:pt x="5567201" y="537194"/>
                  </a:lnTo>
                  <a:lnTo>
                    <a:pt x="5600993" y="591974"/>
                  </a:lnTo>
                  <a:lnTo>
                    <a:pt x="5634474" y="650590"/>
                  </a:lnTo>
                  <a:lnTo>
                    <a:pt x="5667830" y="713120"/>
                  </a:lnTo>
                  <a:lnTo>
                    <a:pt x="5701209" y="779587"/>
                  </a:lnTo>
                  <a:lnTo>
                    <a:pt x="5734727" y="849949"/>
                  </a:lnTo>
                  <a:lnTo>
                    <a:pt x="5768466" y="924099"/>
                  </a:lnTo>
                  <a:lnTo>
                    <a:pt x="5802480" y="1001857"/>
                  </a:lnTo>
                  <a:lnTo>
                    <a:pt x="5836796" y="1082968"/>
                  </a:lnTo>
                  <a:lnTo>
                    <a:pt x="5871418" y="1167104"/>
                  </a:lnTo>
                  <a:lnTo>
                    <a:pt x="5906329" y="1253867"/>
                  </a:lnTo>
                  <a:lnTo>
                    <a:pt x="5941491" y="1342794"/>
                  </a:lnTo>
                  <a:lnTo>
                    <a:pt x="5976852" y="1433368"/>
                  </a:lnTo>
                  <a:lnTo>
                    <a:pt x="6012348" y="1525027"/>
                  </a:lnTo>
                  <a:lnTo>
                    <a:pt x="6047906" y="1617181"/>
                  </a:lnTo>
                  <a:lnTo>
                    <a:pt x="6083450" y="1709228"/>
                  </a:lnTo>
                  <a:lnTo>
                    <a:pt x="6118906" y="1800565"/>
                  </a:lnTo>
                  <a:lnTo>
                    <a:pt x="6154203" y="1890612"/>
                  </a:lnTo>
                  <a:lnTo>
                    <a:pt x="6189280" y="1978822"/>
                  </a:lnTo>
                  <a:lnTo>
                    <a:pt x="6224091" y="2064696"/>
                  </a:lnTo>
                  <a:lnTo>
                    <a:pt x="6258605" y="2147792"/>
                  </a:lnTo>
                  <a:lnTo>
                    <a:pt x="6292811" y="2227737"/>
                  </a:lnTo>
                  <a:lnTo>
                    <a:pt x="6326722" y="2304230"/>
                  </a:lnTo>
                  <a:lnTo>
                    <a:pt x="6360374" y="2377043"/>
                  </a:lnTo>
                  <a:lnTo>
                    <a:pt x="6393832" y="2446021"/>
                  </a:lnTo>
                  <a:lnTo>
                    <a:pt x="6427188" y="2511081"/>
                  </a:lnTo>
                  <a:lnTo>
                    <a:pt x="6460570" y="2572206"/>
                  </a:lnTo>
                  <a:lnTo>
                    <a:pt x="6494138" y="2629438"/>
                  </a:lnTo>
                  <a:lnTo>
                    <a:pt x="6515891" y="2664192"/>
                  </a:lnTo>
                  <a:lnTo>
                    <a:pt x="6562093" y="2731759"/>
                  </a:lnTo>
                  <a:lnTo>
                    <a:pt x="6609854" y="2792566"/>
                  </a:lnTo>
                  <a:lnTo>
                    <a:pt x="6659910" y="2846957"/>
                  </a:lnTo>
                  <a:lnTo>
                    <a:pt x="6713087" y="2895514"/>
                  </a:lnTo>
                  <a:lnTo>
                    <a:pt x="6770225" y="2938896"/>
                  </a:lnTo>
                  <a:lnTo>
                    <a:pt x="6832113" y="2977737"/>
                  </a:lnTo>
                  <a:lnTo>
                    <a:pt x="6899394" y="3012599"/>
                  </a:lnTo>
                  <a:lnTo>
                    <a:pt x="6972448" y="3043934"/>
                  </a:lnTo>
                  <a:lnTo>
                    <a:pt x="7051238" y="3072077"/>
                  </a:lnTo>
                  <a:lnTo>
                    <a:pt x="7135119" y="3097236"/>
                  </a:lnTo>
                  <a:lnTo>
                    <a:pt x="7222654" y="3119501"/>
                  </a:lnTo>
                  <a:lnTo>
                    <a:pt x="7311483" y="3138866"/>
                  </a:lnTo>
                  <a:lnTo>
                    <a:pt x="7398345" y="3155266"/>
                  </a:lnTo>
                  <a:lnTo>
                    <a:pt x="7479328" y="3168641"/>
                  </a:lnTo>
                  <a:lnTo>
                    <a:pt x="7550413" y="3179002"/>
                  </a:lnTo>
                  <a:lnTo>
                    <a:pt x="7608211" y="3186493"/>
                  </a:lnTo>
                  <a:lnTo>
                    <a:pt x="7650724" y="3191422"/>
                  </a:lnTo>
                  <a:lnTo>
                    <a:pt x="7677876" y="3194253"/>
                  </a:lnTo>
                  <a:lnTo>
                    <a:pt x="7691664" y="3195552"/>
                  </a:lnTo>
                  <a:lnTo>
                    <a:pt x="7695974" y="3195920"/>
                  </a:lnTo>
                  <a:lnTo>
                    <a:pt x="7696237" y="3195941"/>
                  </a:lnTo>
                  <a:lnTo>
                    <a:pt x="8234974" y="3195941"/>
                  </a:lnTo>
                  <a:lnTo>
                    <a:pt x="8234974" y="3190497"/>
                  </a:lnTo>
                  <a:lnTo>
                    <a:pt x="7696237" y="3190497"/>
                  </a:lnTo>
                  <a:lnTo>
                    <a:pt x="7695100" y="3190404"/>
                  </a:lnTo>
                  <a:lnTo>
                    <a:pt x="7687656" y="3189744"/>
                  </a:lnTo>
                  <a:lnTo>
                    <a:pt x="7669009" y="3187917"/>
                  </a:lnTo>
                  <a:lnTo>
                    <a:pt x="7635977" y="3184329"/>
                  </a:lnTo>
                  <a:lnTo>
                    <a:pt x="7587367" y="3178446"/>
                  </a:lnTo>
                  <a:lnTo>
                    <a:pt x="7524045" y="3169861"/>
                  </a:lnTo>
                  <a:lnTo>
                    <a:pt x="7448635" y="3158330"/>
                  </a:lnTo>
                  <a:lnTo>
                    <a:pt x="7364867" y="3143768"/>
                  </a:lnTo>
                  <a:lnTo>
                    <a:pt x="7276797" y="3126201"/>
                  </a:lnTo>
                  <a:lnTo>
                    <a:pt x="7188132" y="3105697"/>
                  </a:lnTo>
                  <a:lnTo>
                    <a:pt x="7101797" y="3082304"/>
                  </a:lnTo>
                  <a:lnTo>
                    <a:pt x="7019783" y="3055996"/>
                  </a:lnTo>
                  <a:lnTo>
                    <a:pt x="6943197" y="3026637"/>
                  </a:lnTo>
                  <a:lnTo>
                    <a:pt x="6872422" y="2993970"/>
                  </a:lnTo>
                  <a:lnTo>
                    <a:pt x="6807312" y="2957613"/>
                  </a:lnTo>
                  <a:lnTo>
                    <a:pt x="6747367" y="2917069"/>
                  </a:lnTo>
                  <a:lnTo>
                    <a:pt x="6691875" y="2871742"/>
                  </a:lnTo>
                  <a:lnTo>
                    <a:pt x="6640019" y="2820981"/>
                  </a:lnTo>
                  <a:lnTo>
                    <a:pt x="6590955" y="2764143"/>
                  </a:lnTo>
                  <a:lnTo>
                    <a:pt x="6543884" y="2700714"/>
                  </a:lnTo>
                  <a:lnTo>
                    <a:pt x="6515891" y="2658747"/>
                  </a:lnTo>
                  <a:lnTo>
                    <a:pt x="6482099" y="2603967"/>
                  </a:lnTo>
                  <a:lnTo>
                    <a:pt x="6448619" y="2545351"/>
                  </a:lnTo>
                  <a:lnTo>
                    <a:pt x="6415263" y="2482820"/>
                  </a:lnTo>
                  <a:lnTo>
                    <a:pt x="6381883" y="2416354"/>
                  </a:lnTo>
                  <a:lnTo>
                    <a:pt x="6348365" y="2345991"/>
                  </a:lnTo>
                  <a:lnTo>
                    <a:pt x="6314626" y="2271841"/>
                  </a:lnTo>
                  <a:lnTo>
                    <a:pt x="6280613" y="2194083"/>
                  </a:lnTo>
                  <a:lnTo>
                    <a:pt x="6246297" y="2112973"/>
                  </a:lnTo>
                  <a:lnTo>
                    <a:pt x="6211674" y="2028837"/>
                  </a:lnTo>
                  <a:lnTo>
                    <a:pt x="6176763" y="1942074"/>
                  </a:lnTo>
                  <a:lnTo>
                    <a:pt x="6141601" y="1853147"/>
                  </a:lnTo>
                  <a:lnTo>
                    <a:pt x="6106240" y="1762573"/>
                  </a:lnTo>
                  <a:lnTo>
                    <a:pt x="6070744" y="1670914"/>
                  </a:lnTo>
                  <a:lnTo>
                    <a:pt x="6035187" y="1578759"/>
                  </a:lnTo>
                  <a:lnTo>
                    <a:pt x="5999642" y="1486713"/>
                  </a:lnTo>
                  <a:lnTo>
                    <a:pt x="5964187" y="1395376"/>
                  </a:lnTo>
                  <a:lnTo>
                    <a:pt x="5928890" y="1305328"/>
                  </a:lnTo>
                  <a:lnTo>
                    <a:pt x="5893812" y="1217118"/>
                  </a:lnTo>
                  <a:lnTo>
                    <a:pt x="5859001" y="1131245"/>
                  </a:lnTo>
                  <a:lnTo>
                    <a:pt x="5824487" y="1048149"/>
                  </a:lnTo>
                  <a:lnTo>
                    <a:pt x="5790281" y="968203"/>
                  </a:lnTo>
                  <a:lnTo>
                    <a:pt x="5756370" y="891710"/>
                  </a:lnTo>
                  <a:lnTo>
                    <a:pt x="5722718" y="818898"/>
                  </a:lnTo>
                  <a:lnTo>
                    <a:pt x="5689261" y="749920"/>
                  </a:lnTo>
                  <a:lnTo>
                    <a:pt x="5655904" y="684860"/>
                  </a:lnTo>
                  <a:lnTo>
                    <a:pt x="5622523" y="623735"/>
                  </a:lnTo>
                  <a:lnTo>
                    <a:pt x="5588955" y="566503"/>
                  </a:lnTo>
                  <a:lnTo>
                    <a:pt x="5567201" y="531749"/>
                  </a:lnTo>
                  <a:lnTo>
                    <a:pt x="5520999" y="464182"/>
                  </a:lnTo>
                  <a:lnTo>
                    <a:pt x="5473239" y="403375"/>
                  </a:lnTo>
                  <a:lnTo>
                    <a:pt x="5423183" y="348984"/>
                  </a:lnTo>
                  <a:lnTo>
                    <a:pt x="5370006" y="300426"/>
                  </a:lnTo>
                  <a:lnTo>
                    <a:pt x="5312867" y="257045"/>
                  </a:lnTo>
                  <a:lnTo>
                    <a:pt x="5250979" y="218203"/>
                  </a:lnTo>
                  <a:lnTo>
                    <a:pt x="5183698" y="183342"/>
                  </a:lnTo>
                  <a:lnTo>
                    <a:pt x="5110644" y="152007"/>
                  </a:lnTo>
                  <a:lnTo>
                    <a:pt x="5031855" y="123864"/>
                  </a:lnTo>
                  <a:lnTo>
                    <a:pt x="4947974" y="98705"/>
                  </a:lnTo>
                  <a:lnTo>
                    <a:pt x="4860439" y="76440"/>
                  </a:lnTo>
                  <a:lnTo>
                    <a:pt x="4771609" y="57075"/>
                  </a:lnTo>
                  <a:lnTo>
                    <a:pt x="4684748" y="40675"/>
                  </a:lnTo>
                  <a:lnTo>
                    <a:pt x="4603764" y="27300"/>
                  </a:lnTo>
                  <a:lnTo>
                    <a:pt x="4532679" y="16939"/>
                  </a:lnTo>
                  <a:lnTo>
                    <a:pt x="4474882" y="9448"/>
                  </a:lnTo>
                  <a:lnTo>
                    <a:pt x="4432368" y="4518"/>
                  </a:lnTo>
                  <a:lnTo>
                    <a:pt x="4405216" y="1687"/>
                  </a:lnTo>
                  <a:lnTo>
                    <a:pt x="4391429" y="389"/>
                  </a:lnTo>
                  <a:lnTo>
                    <a:pt x="4387118" y="2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8" y="26"/>
                  </a:lnTo>
                  <a:lnTo>
                    <a:pt x="3838409" y="219"/>
                  </a:lnTo>
                  <a:lnTo>
                    <a:pt x="3817415" y="752"/>
                  </a:lnTo>
                  <a:lnTo>
                    <a:pt x="3780464" y="1796"/>
                  </a:lnTo>
                  <a:lnTo>
                    <a:pt x="3726563" y="3504"/>
                  </a:lnTo>
                  <a:lnTo>
                    <a:pt x="3657130" y="5983"/>
                  </a:lnTo>
                  <a:lnTo>
                    <a:pt x="3575518" y="9294"/>
                  </a:lnTo>
                  <a:lnTo>
                    <a:pt x="3486157" y="13451"/>
                  </a:lnTo>
                  <a:lnTo>
                    <a:pt x="3393595" y="18439"/>
                  </a:lnTo>
                  <a:lnTo>
                    <a:pt x="3301751" y="24239"/>
                  </a:lnTo>
                  <a:lnTo>
                    <a:pt x="3213514" y="30846"/>
                  </a:lnTo>
                  <a:lnTo>
                    <a:pt x="3130671" y="38280"/>
                  </a:lnTo>
                  <a:lnTo>
                    <a:pt x="3054042" y="46598"/>
                  </a:lnTo>
                  <a:lnTo>
                    <a:pt x="2983708" y="55895"/>
                  </a:lnTo>
                  <a:lnTo>
                    <a:pt x="2919246" y="66304"/>
                  </a:lnTo>
                  <a:lnTo>
                    <a:pt x="2859918" y="77987"/>
                  </a:lnTo>
                  <a:lnTo>
                    <a:pt x="2804823" y="91131"/>
                  </a:lnTo>
                  <a:lnTo>
                    <a:pt x="2753004" y="105925"/>
                  </a:lnTo>
                  <a:lnTo>
                    <a:pt x="2703533" y="122533"/>
                  </a:lnTo>
                  <a:lnTo>
                    <a:pt x="2667772" y="136113"/>
                  </a:lnTo>
                  <a:lnTo>
                    <a:pt x="2618580" y="156901"/>
                  </a:lnTo>
                  <a:lnTo>
                    <a:pt x="2569866" y="179801"/>
                  </a:lnTo>
                  <a:lnTo>
                    <a:pt x="2521131" y="204843"/>
                  </a:lnTo>
                  <a:lnTo>
                    <a:pt x="2472034" y="231987"/>
                  </a:lnTo>
                  <a:lnTo>
                    <a:pt x="2422371" y="261112"/>
                  </a:lnTo>
                  <a:lnTo>
                    <a:pt x="2372062" y="292012"/>
                  </a:lnTo>
                  <a:lnTo>
                    <a:pt x="2321129" y="324397"/>
                  </a:lnTo>
                  <a:lnTo>
                    <a:pt x="2269686" y="357901"/>
                  </a:lnTo>
                  <a:lnTo>
                    <a:pt x="2217911" y="392096"/>
                  </a:lnTo>
                  <a:lnTo>
                    <a:pt x="2166025" y="426518"/>
                  </a:lnTo>
                  <a:lnTo>
                    <a:pt x="2114263" y="460686"/>
                  </a:lnTo>
                  <a:lnTo>
                    <a:pt x="2062844" y="494138"/>
                  </a:lnTo>
                  <a:lnTo>
                    <a:pt x="2011944" y="526449"/>
                  </a:lnTo>
                  <a:lnTo>
                    <a:pt x="1961671" y="557256"/>
                  </a:lnTo>
                  <a:lnTo>
                    <a:pt x="1912044" y="586274"/>
                  </a:lnTo>
                  <a:lnTo>
                    <a:pt x="1862974" y="613302"/>
                  </a:lnTo>
                  <a:lnTo>
                    <a:pt x="1814250" y="638224"/>
                  </a:lnTo>
                  <a:lnTo>
                    <a:pt x="1765524" y="661003"/>
                  </a:lnTo>
                  <a:lnTo>
                    <a:pt x="1719082" y="680566"/>
                  </a:lnTo>
                  <a:lnTo>
                    <a:pt x="1670825" y="698580"/>
                  </a:lnTo>
                  <a:lnTo>
                    <a:pt x="1620836" y="714711"/>
                  </a:lnTo>
                  <a:lnTo>
                    <a:pt x="1568269" y="729065"/>
                  </a:lnTo>
                  <a:lnTo>
                    <a:pt x="1512180" y="741816"/>
                  </a:lnTo>
                  <a:lnTo>
                    <a:pt x="1451618" y="753156"/>
                  </a:lnTo>
                  <a:lnTo>
                    <a:pt x="1385712" y="763265"/>
                  </a:lnTo>
                  <a:lnTo>
                    <a:pt x="1313790" y="772301"/>
                  </a:lnTo>
                  <a:lnTo>
                    <a:pt x="1235536" y="780385"/>
                  </a:lnTo>
                  <a:lnTo>
                    <a:pt x="1151198" y="787603"/>
                  </a:lnTo>
                  <a:lnTo>
                    <a:pt x="1061825" y="794002"/>
                  </a:lnTo>
                  <a:lnTo>
                    <a:pt x="969477" y="799596"/>
                  </a:lnTo>
                  <a:lnTo>
                    <a:pt x="877326" y="804373"/>
                  </a:lnTo>
                  <a:lnTo>
                    <a:pt x="789506" y="808314"/>
                  </a:lnTo>
                  <a:lnTo>
                    <a:pt x="710618" y="811409"/>
                  </a:lnTo>
                  <a:lnTo>
                    <a:pt x="644908" y="813683"/>
                  </a:lnTo>
                  <a:lnTo>
                    <a:pt x="595306" y="815208"/>
                  </a:lnTo>
                  <a:lnTo>
                    <a:pt x="562637" y="816106"/>
                  </a:lnTo>
                  <a:lnTo>
                    <a:pt x="545275" y="816535"/>
                  </a:lnTo>
                  <a:lnTo>
                    <a:pt x="539276" y="816669"/>
                  </a:lnTo>
                  <a:lnTo>
                    <a:pt x="538736" y="816680"/>
                  </a:lnTo>
                  <a:lnTo>
                    <a:pt x="0" y="81668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55" name="pl855"/>
            <p:cNvSpPr/>
            <p:nvPr/>
          </p:nvSpPr>
          <p:spPr>
            <a:xfrm>
              <a:off x="546595" y="2813935"/>
              <a:ext cx="8234974" cy="3190497"/>
            </a:xfrm>
            <a:custGeom>
              <a:avLst/>
              <a:pathLst>
                <a:path w="8234974" h="3190497">
                  <a:moveTo>
                    <a:pt x="0" y="816680"/>
                  </a:moveTo>
                  <a:lnTo>
                    <a:pt x="538736" y="816680"/>
                  </a:lnTo>
                  <a:lnTo>
                    <a:pt x="540026" y="816653"/>
                  </a:lnTo>
                  <a:lnTo>
                    <a:pt x="548445" y="816460"/>
                  </a:lnTo>
                  <a:lnTo>
                    <a:pt x="569439" y="815928"/>
                  </a:lnTo>
                  <a:lnTo>
                    <a:pt x="606390" y="814883"/>
                  </a:lnTo>
                  <a:lnTo>
                    <a:pt x="660291" y="813175"/>
                  </a:lnTo>
                  <a:lnTo>
                    <a:pt x="729725" y="810696"/>
                  </a:lnTo>
                  <a:lnTo>
                    <a:pt x="811336" y="807385"/>
                  </a:lnTo>
                  <a:lnTo>
                    <a:pt x="900697" y="803229"/>
                  </a:lnTo>
                  <a:lnTo>
                    <a:pt x="993260" y="798240"/>
                  </a:lnTo>
                  <a:lnTo>
                    <a:pt x="1085104" y="792440"/>
                  </a:lnTo>
                  <a:lnTo>
                    <a:pt x="1173340" y="785833"/>
                  </a:lnTo>
                  <a:lnTo>
                    <a:pt x="1256183" y="778400"/>
                  </a:lnTo>
                  <a:lnTo>
                    <a:pt x="1332812" y="770081"/>
                  </a:lnTo>
                  <a:lnTo>
                    <a:pt x="1403146" y="760784"/>
                  </a:lnTo>
                  <a:lnTo>
                    <a:pt x="1467609" y="750375"/>
                  </a:lnTo>
                  <a:lnTo>
                    <a:pt x="1526937" y="738692"/>
                  </a:lnTo>
                  <a:lnTo>
                    <a:pt x="1582032" y="725548"/>
                  </a:lnTo>
                  <a:lnTo>
                    <a:pt x="1633851" y="710754"/>
                  </a:lnTo>
                  <a:lnTo>
                    <a:pt x="1683321" y="694146"/>
                  </a:lnTo>
                  <a:lnTo>
                    <a:pt x="1719082" y="680566"/>
                  </a:lnTo>
                  <a:lnTo>
                    <a:pt x="1768274" y="659778"/>
                  </a:lnTo>
                  <a:lnTo>
                    <a:pt x="1816988" y="636878"/>
                  </a:lnTo>
                  <a:lnTo>
                    <a:pt x="1865724" y="611836"/>
                  </a:lnTo>
                  <a:lnTo>
                    <a:pt x="1914821" y="584692"/>
                  </a:lnTo>
                  <a:lnTo>
                    <a:pt x="1964483" y="555567"/>
                  </a:lnTo>
                  <a:lnTo>
                    <a:pt x="2014793" y="524667"/>
                  </a:lnTo>
                  <a:lnTo>
                    <a:pt x="2065725" y="492282"/>
                  </a:lnTo>
                  <a:lnTo>
                    <a:pt x="2117169" y="458778"/>
                  </a:lnTo>
                  <a:lnTo>
                    <a:pt x="2168944" y="424583"/>
                  </a:lnTo>
                  <a:lnTo>
                    <a:pt x="2220830" y="390161"/>
                  </a:lnTo>
                  <a:lnTo>
                    <a:pt x="2272592" y="355993"/>
                  </a:lnTo>
                  <a:lnTo>
                    <a:pt x="2324011" y="322541"/>
                  </a:lnTo>
                  <a:lnTo>
                    <a:pt x="2374910" y="290231"/>
                  </a:lnTo>
                  <a:lnTo>
                    <a:pt x="2425183" y="259423"/>
                  </a:lnTo>
                  <a:lnTo>
                    <a:pt x="2474810" y="230405"/>
                  </a:lnTo>
                  <a:lnTo>
                    <a:pt x="2523880" y="203377"/>
                  </a:lnTo>
                  <a:lnTo>
                    <a:pt x="2572604" y="178455"/>
                  </a:lnTo>
                  <a:lnTo>
                    <a:pt x="2621330" y="155676"/>
                  </a:lnTo>
                  <a:lnTo>
                    <a:pt x="2667772" y="136113"/>
                  </a:lnTo>
                  <a:lnTo>
                    <a:pt x="2716030" y="118099"/>
                  </a:lnTo>
                  <a:lnTo>
                    <a:pt x="2766019" y="101968"/>
                  </a:lnTo>
                  <a:lnTo>
                    <a:pt x="2818586" y="87614"/>
                  </a:lnTo>
                  <a:lnTo>
                    <a:pt x="2874674" y="74863"/>
                  </a:lnTo>
                  <a:lnTo>
                    <a:pt x="2935236" y="63523"/>
                  </a:lnTo>
                  <a:lnTo>
                    <a:pt x="3001142" y="53414"/>
                  </a:lnTo>
                  <a:lnTo>
                    <a:pt x="3073065" y="44378"/>
                  </a:lnTo>
                  <a:lnTo>
                    <a:pt x="3151319" y="36294"/>
                  </a:lnTo>
                  <a:lnTo>
                    <a:pt x="3235656" y="29076"/>
                  </a:lnTo>
                  <a:lnTo>
                    <a:pt x="3325030" y="22677"/>
                  </a:lnTo>
                  <a:lnTo>
                    <a:pt x="3417378" y="17083"/>
                  </a:lnTo>
                  <a:lnTo>
                    <a:pt x="3509529" y="12306"/>
                  </a:lnTo>
                  <a:lnTo>
                    <a:pt x="3597349" y="8365"/>
                  </a:lnTo>
                  <a:lnTo>
                    <a:pt x="3676237" y="5270"/>
                  </a:lnTo>
                  <a:lnTo>
                    <a:pt x="3741946" y="2996"/>
                  </a:lnTo>
                  <a:lnTo>
                    <a:pt x="3791548" y="1471"/>
                  </a:lnTo>
                  <a:lnTo>
                    <a:pt x="3824218" y="573"/>
                  </a:lnTo>
                  <a:lnTo>
                    <a:pt x="3841580" y="144"/>
                  </a:lnTo>
                  <a:lnTo>
                    <a:pt x="3847579" y="1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2" y="92"/>
                  </a:lnTo>
                  <a:lnTo>
                    <a:pt x="4395437" y="752"/>
                  </a:lnTo>
                  <a:lnTo>
                    <a:pt x="4414083" y="2579"/>
                  </a:lnTo>
                  <a:lnTo>
                    <a:pt x="4447115" y="6167"/>
                  </a:lnTo>
                  <a:lnTo>
                    <a:pt x="4495726" y="12050"/>
                  </a:lnTo>
                  <a:lnTo>
                    <a:pt x="4559047" y="20635"/>
                  </a:lnTo>
                  <a:lnTo>
                    <a:pt x="4634457" y="32166"/>
                  </a:lnTo>
                  <a:lnTo>
                    <a:pt x="4718226" y="46728"/>
                  </a:lnTo>
                  <a:lnTo>
                    <a:pt x="4806295" y="64295"/>
                  </a:lnTo>
                  <a:lnTo>
                    <a:pt x="4894960" y="84799"/>
                  </a:lnTo>
                  <a:lnTo>
                    <a:pt x="4981295" y="108192"/>
                  </a:lnTo>
                  <a:lnTo>
                    <a:pt x="5063309" y="134500"/>
                  </a:lnTo>
                  <a:lnTo>
                    <a:pt x="5139896" y="163859"/>
                  </a:lnTo>
                  <a:lnTo>
                    <a:pt x="5210671" y="196526"/>
                  </a:lnTo>
                  <a:lnTo>
                    <a:pt x="5275781" y="232883"/>
                  </a:lnTo>
                  <a:lnTo>
                    <a:pt x="5335726" y="273427"/>
                  </a:lnTo>
                  <a:lnTo>
                    <a:pt x="5391217" y="318754"/>
                  </a:lnTo>
                  <a:lnTo>
                    <a:pt x="5443074" y="369515"/>
                  </a:lnTo>
                  <a:lnTo>
                    <a:pt x="5492137" y="426353"/>
                  </a:lnTo>
                  <a:lnTo>
                    <a:pt x="5539208" y="489782"/>
                  </a:lnTo>
                  <a:lnTo>
                    <a:pt x="5567201" y="531749"/>
                  </a:lnTo>
                  <a:lnTo>
                    <a:pt x="5600993" y="586529"/>
                  </a:lnTo>
                  <a:lnTo>
                    <a:pt x="5634474" y="645145"/>
                  </a:lnTo>
                  <a:lnTo>
                    <a:pt x="5667830" y="707676"/>
                  </a:lnTo>
                  <a:lnTo>
                    <a:pt x="5701209" y="774142"/>
                  </a:lnTo>
                  <a:lnTo>
                    <a:pt x="5734727" y="844505"/>
                  </a:lnTo>
                  <a:lnTo>
                    <a:pt x="5768466" y="918655"/>
                  </a:lnTo>
                  <a:lnTo>
                    <a:pt x="5802480" y="996413"/>
                  </a:lnTo>
                  <a:lnTo>
                    <a:pt x="5836796" y="1077523"/>
                  </a:lnTo>
                  <a:lnTo>
                    <a:pt x="5871418" y="1161659"/>
                  </a:lnTo>
                  <a:lnTo>
                    <a:pt x="5906329" y="1248422"/>
                  </a:lnTo>
                  <a:lnTo>
                    <a:pt x="5941491" y="1337349"/>
                  </a:lnTo>
                  <a:lnTo>
                    <a:pt x="5976852" y="1427923"/>
                  </a:lnTo>
                  <a:lnTo>
                    <a:pt x="6012348" y="1519582"/>
                  </a:lnTo>
                  <a:lnTo>
                    <a:pt x="6047906" y="1611737"/>
                  </a:lnTo>
                  <a:lnTo>
                    <a:pt x="6083450" y="1703783"/>
                  </a:lnTo>
                  <a:lnTo>
                    <a:pt x="6118906" y="1795120"/>
                  </a:lnTo>
                  <a:lnTo>
                    <a:pt x="6154203" y="1885168"/>
                  </a:lnTo>
                  <a:lnTo>
                    <a:pt x="6189280" y="1973378"/>
                  </a:lnTo>
                  <a:lnTo>
                    <a:pt x="6224091" y="2059251"/>
                  </a:lnTo>
                  <a:lnTo>
                    <a:pt x="6258605" y="2142347"/>
                  </a:lnTo>
                  <a:lnTo>
                    <a:pt x="6292811" y="2222293"/>
                  </a:lnTo>
                  <a:lnTo>
                    <a:pt x="6326722" y="2298786"/>
                  </a:lnTo>
                  <a:lnTo>
                    <a:pt x="6360374" y="2371598"/>
                  </a:lnTo>
                  <a:lnTo>
                    <a:pt x="6393832" y="2440576"/>
                  </a:lnTo>
                  <a:lnTo>
                    <a:pt x="6427188" y="2505636"/>
                  </a:lnTo>
                  <a:lnTo>
                    <a:pt x="6460570" y="2566761"/>
                  </a:lnTo>
                  <a:lnTo>
                    <a:pt x="6494138" y="2623993"/>
                  </a:lnTo>
                  <a:lnTo>
                    <a:pt x="6515891" y="2658747"/>
                  </a:lnTo>
                  <a:lnTo>
                    <a:pt x="6562093" y="2726314"/>
                  </a:lnTo>
                  <a:lnTo>
                    <a:pt x="6609854" y="2787121"/>
                  </a:lnTo>
                  <a:lnTo>
                    <a:pt x="6659910" y="2841512"/>
                  </a:lnTo>
                  <a:lnTo>
                    <a:pt x="6713087" y="2890070"/>
                  </a:lnTo>
                  <a:lnTo>
                    <a:pt x="6770225" y="2933451"/>
                  </a:lnTo>
                  <a:lnTo>
                    <a:pt x="6832113" y="2972293"/>
                  </a:lnTo>
                  <a:lnTo>
                    <a:pt x="6899394" y="3007154"/>
                  </a:lnTo>
                  <a:lnTo>
                    <a:pt x="6972448" y="3038489"/>
                  </a:lnTo>
                  <a:lnTo>
                    <a:pt x="7051238" y="3066632"/>
                  </a:lnTo>
                  <a:lnTo>
                    <a:pt x="7135119" y="3091791"/>
                  </a:lnTo>
                  <a:lnTo>
                    <a:pt x="7222654" y="3114057"/>
                  </a:lnTo>
                  <a:lnTo>
                    <a:pt x="7311483" y="3133421"/>
                  </a:lnTo>
                  <a:lnTo>
                    <a:pt x="7398345" y="3149821"/>
                  </a:lnTo>
                  <a:lnTo>
                    <a:pt x="7479328" y="3163196"/>
                  </a:lnTo>
                  <a:lnTo>
                    <a:pt x="7550413" y="3173557"/>
                  </a:lnTo>
                  <a:lnTo>
                    <a:pt x="7608211" y="3181048"/>
                  </a:lnTo>
                  <a:lnTo>
                    <a:pt x="7650724" y="3185978"/>
                  </a:lnTo>
                  <a:lnTo>
                    <a:pt x="7677876" y="3188809"/>
                  </a:lnTo>
                  <a:lnTo>
                    <a:pt x="7691664" y="3190107"/>
                  </a:lnTo>
                  <a:lnTo>
                    <a:pt x="7695974" y="3190476"/>
                  </a:lnTo>
                  <a:lnTo>
                    <a:pt x="7696237" y="3190497"/>
                  </a:lnTo>
                  <a:lnTo>
                    <a:pt x="8234974" y="31904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6" name="pl856"/>
            <p:cNvSpPr/>
            <p:nvPr/>
          </p:nvSpPr>
          <p:spPr>
            <a:xfrm>
              <a:off x="546595" y="2808491"/>
              <a:ext cx="8234974" cy="3190497"/>
            </a:xfrm>
            <a:custGeom>
              <a:avLst/>
              <a:pathLst>
                <a:path w="8234974" h="3190497">
                  <a:moveTo>
                    <a:pt x="8234974" y="3190497"/>
                  </a:moveTo>
                  <a:lnTo>
                    <a:pt x="7696237" y="3190497"/>
                  </a:lnTo>
                  <a:lnTo>
                    <a:pt x="7695100" y="3190404"/>
                  </a:lnTo>
                  <a:lnTo>
                    <a:pt x="7687656" y="3189744"/>
                  </a:lnTo>
                  <a:lnTo>
                    <a:pt x="7669009" y="3187917"/>
                  </a:lnTo>
                  <a:lnTo>
                    <a:pt x="7635977" y="3184329"/>
                  </a:lnTo>
                  <a:lnTo>
                    <a:pt x="7587367" y="3178446"/>
                  </a:lnTo>
                  <a:lnTo>
                    <a:pt x="7524045" y="3169861"/>
                  </a:lnTo>
                  <a:lnTo>
                    <a:pt x="7448635" y="3158330"/>
                  </a:lnTo>
                  <a:lnTo>
                    <a:pt x="7364867" y="3143768"/>
                  </a:lnTo>
                  <a:lnTo>
                    <a:pt x="7276797" y="3126201"/>
                  </a:lnTo>
                  <a:lnTo>
                    <a:pt x="7188132" y="3105697"/>
                  </a:lnTo>
                  <a:lnTo>
                    <a:pt x="7101797" y="3082304"/>
                  </a:lnTo>
                  <a:lnTo>
                    <a:pt x="7019783" y="3055996"/>
                  </a:lnTo>
                  <a:lnTo>
                    <a:pt x="6943197" y="3026637"/>
                  </a:lnTo>
                  <a:lnTo>
                    <a:pt x="6872422" y="2993970"/>
                  </a:lnTo>
                  <a:lnTo>
                    <a:pt x="6807312" y="2957613"/>
                  </a:lnTo>
                  <a:lnTo>
                    <a:pt x="6747367" y="2917069"/>
                  </a:lnTo>
                  <a:lnTo>
                    <a:pt x="6691875" y="2871742"/>
                  </a:lnTo>
                  <a:lnTo>
                    <a:pt x="6640019" y="2820981"/>
                  </a:lnTo>
                  <a:lnTo>
                    <a:pt x="6590955" y="2764143"/>
                  </a:lnTo>
                  <a:lnTo>
                    <a:pt x="6543884" y="2700714"/>
                  </a:lnTo>
                  <a:lnTo>
                    <a:pt x="6515891" y="2658747"/>
                  </a:lnTo>
                  <a:lnTo>
                    <a:pt x="6482099" y="2603967"/>
                  </a:lnTo>
                  <a:lnTo>
                    <a:pt x="6448619" y="2545351"/>
                  </a:lnTo>
                  <a:lnTo>
                    <a:pt x="6415263" y="2482820"/>
                  </a:lnTo>
                  <a:lnTo>
                    <a:pt x="6381883" y="2416354"/>
                  </a:lnTo>
                  <a:lnTo>
                    <a:pt x="6348365" y="2345991"/>
                  </a:lnTo>
                  <a:lnTo>
                    <a:pt x="6314626" y="2271841"/>
                  </a:lnTo>
                  <a:lnTo>
                    <a:pt x="6280613" y="2194083"/>
                  </a:lnTo>
                  <a:lnTo>
                    <a:pt x="6246297" y="2112973"/>
                  </a:lnTo>
                  <a:lnTo>
                    <a:pt x="6211674" y="2028837"/>
                  </a:lnTo>
                  <a:lnTo>
                    <a:pt x="6176763" y="1942074"/>
                  </a:lnTo>
                  <a:lnTo>
                    <a:pt x="6141601" y="1853147"/>
                  </a:lnTo>
                  <a:lnTo>
                    <a:pt x="6106240" y="1762573"/>
                  </a:lnTo>
                  <a:lnTo>
                    <a:pt x="6070744" y="1670914"/>
                  </a:lnTo>
                  <a:lnTo>
                    <a:pt x="6035187" y="1578759"/>
                  </a:lnTo>
                  <a:lnTo>
                    <a:pt x="5999642" y="1486713"/>
                  </a:lnTo>
                  <a:lnTo>
                    <a:pt x="5964187" y="1395376"/>
                  </a:lnTo>
                  <a:lnTo>
                    <a:pt x="5928890" y="1305328"/>
                  </a:lnTo>
                  <a:lnTo>
                    <a:pt x="5893812" y="1217118"/>
                  </a:lnTo>
                  <a:lnTo>
                    <a:pt x="5859001" y="1131245"/>
                  </a:lnTo>
                  <a:lnTo>
                    <a:pt x="5824487" y="1048149"/>
                  </a:lnTo>
                  <a:lnTo>
                    <a:pt x="5790281" y="968203"/>
                  </a:lnTo>
                  <a:lnTo>
                    <a:pt x="5756370" y="891710"/>
                  </a:lnTo>
                  <a:lnTo>
                    <a:pt x="5722718" y="818898"/>
                  </a:lnTo>
                  <a:lnTo>
                    <a:pt x="5689261" y="749920"/>
                  </a:lnTo>
                  <a:lnTo>
                    <a:pt x="5655904" y="684860"/>
                  </a:lnTo>
                  <a:lnTo>
                    <a:pt x="5622523" y="623735"/>
                  </a:lnTo>
                  <a:lnTo>
                    <a:pt x="5588955" y="566503"/>
                  </a:lnTo>
                  <a:lnTo>
                    <a:pt x="5567201" y="531749"/>
                  </a:lnTo>
                  <a:lnTo>
                    <a:pt x="5520999" y="464182"/>
                  </a:lnTo>
                  <a:lnTo>
                    <a:pt x="5473239" y="403375"/>
                  </a:lnTo>
                  <a:lnTo>
                    <a:pt x="5423183" y="348984"/>
                  </a:lnTo>
                  <a:lnTo>
                    <a:pt x="5370006" y="300426"/>
                  </a:lnTo>
                  <a:lnTo>
                    <a:pt x="5312867" y="257045"/>
                  </a:lnTo>
                  <a:lnTo>
                    <a:pt x="5250979" y="218203"/>
                  </a:lnTo>
                  <a:lnTo>
                    <a:pt x="5183698" y="183342"/>
                  </a:lnTo>
                  <a:lnTo>
                    <a:pt x="5110644" y="152007"/>
                  </a:lnTo>
                  <a:lnTo>
                    <a:pt x="5031855" y="123864"/>
                  </a:lnTo>
                  <a:lnTo>
                    <a:pt x="4947974" y="98705"/>
                  </a:lnTo>
                  <a:lnTo>
                    <a:pt x="4860439" y="76440"/>
                  </a:lnTo>
                  <a:lnTo>
                    <a:pt x="4771609" y="57075"/>
                  </a:lnTo>
                  <a:lnTo>
                    <a:pt x="4684748" y="40675"/>
                  </a:lnTo>
                  <a:lnTo>
                    <a:pt x="4603764" y="27300"/>
                  </a:lnTo>
                  <a:lnTo>
                    <a:pt x="4532679" y="16939"/>
                  </a:lnTo>
                  <a:lnTo>
                    <a:pt x="4474882" y="9448"/>
                  </a:lnTo>
                  <a:lnTo>
                    <a:pt x="4432368" y="4518"/>
                  </a:lnTo>
                  <a:lnTo>
                    <a:pt x="4405216" y="1687"/>
                  </a:lnTo>
                  <a:lnTo>
                    <a:pt x="4391429" y="389"/>
                  </a:lnTo>
                  <a:lnTo>
                    <a:pt x="4387118" y="2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8" y="26"/>
                  </a:lnTo>
                  <a:lnTo>
                    <a:pt x="3838409" y="219"/>
                  </a:lnTo>
                  <a:lnTo>
                    <a:pt x="3817415" y="752"/>
                  </a:lnTo>
                  <a:lnTo>
                    <a:pt x="3780464" y="1796"/>
                  </a:lnTo>
                  <a:lnTo>
                    <a:pt x="3726563" y="3504"/>
                  </a:lnTo>
                  <a:lnTo>
                    <a:pt x="3657130" y="5983"/>
                  </a:lnTo>
                  <a:lnTo>
                    <a:pt x="3575518" y="9294"/>
                  </a:lnTo>
                  <a:lnTo>
                    <a:pt x="3486157" y="13451"/>
                  </a:lnTo>
                  <a:lnTo>
                    <a:pt x="3393595" y="18439"/>
                  </a:lnTo>
                  <a:lnTo>
                    <a:pt x="3301751" y="24239"/>
                  </a:lnTo>
                  <a:lnTo>
                    <a:pt x="3213514" y="30846"/>
                  </a:lnTo>
                  <a:lnTo>
                    <a:pt x="3130671" y="38280"/>
                  </a:lnTo>
                  <a:lnTo>
                    <a:pt x="3054042" y="46598"/>
                  </a:lnTo>
                  <a:lnTo>
                    <a:pt x="2983708" y="55895"/>
                  </a:lnTo>
                  <a:lnTo>
                    <a:pt x="2919246" y="66304"/>
                  </a:lnTo>
                  <a:lnTo>
                    <a:pt x="2859918" y="77987"/>
                  </a:lnTo>
                  <a:lnTo>
                    <a:pt x="2804823" y="91131"/>
                  </a:lnTo>
                  <a:lnTo>
                    <a:pt x="2753004" y="105925"/>
                  </a:lnTo>
                  <a:lnTo>
                    <a:pt x="2703533" y="122533"/>
                  </a:lnTo>
                  <a:lnTo>
                    <a:pt x="2667772" y="136113"/>
                  </a:lnTo>
                  <a:lnTo>
                    <a:pt x="2618580" y="156901"/>
                  </a:lnTo>
                  <a:lnTo>
                    <a:pt x="2569866" y="179801"/>
                  </a:lnTo>
                  <a:lnTo>
                    <a:pt x="2521131" y="204843"/>
                  </a:lnTo>
                  <a:lnTo>
                    <a:pt x="2472034" y="231987"/>
                  </a:lnTo>
                  <a:lnTo>
                    <a:pt x="2422371" y="261112"/>
                  </a:lnTo>
                  <a:lnTo>
                    <a:pt x="2372062" y="292012"/>
                  </a:lnTo>
                  <a:lnTo>
                    <a:pt x="2321129" y="324397"/>
                  </a:lnTo>
                  <a:lnTo>
                    <a:pt x="2269686" y="357901"/>
                  </a:lnTo>
                  <a:lnTo>
                    <a:pt x="2217911" y="392096"/>
                  </a:lnTo>
                  <a:lnTo>
                    <a:pt x="2166025" y="426518"/>
                  </a:lnTo>
                  <a:lnTo>
                    <a:pt x="2114263" y="460686"/>
                  </a:lnTo>
                  <a:lnTo>
                    <a:pt x="2062844" y="494138"/>
                  </a:lnTo>
                  <a:lnTo>
                    <a:pt x="2011944" y="526449"/>
                  </a:lnTo>
                  <a:lnTo>
                    <a:pt x="1961671" y="557256"/>
                  </a:lnTo>
                  <a:lnTo>
                    <a:pt x="1912044" y="586274"/>
                  </a:lnTo>
                  <a:lnTo>
                    <a:pt x="1862974" y="613302"/>
                  </a:lnTo>
                  <a:lnTo>
                    <a:pt x="1814250" y="638224"/>
                  </a:lnTo>
                  <a:lnTo>
                    <a:pt x="1765524" y="661003"/>
                  </a:lnTo>
                  <a:lnTo>
                    <a:pt x="1719082" y="680566"/>
                  </a:lnTo>
                  <a:lnTo>
                    <a:pt x="1670825" y="698580"/>
                  </a:lnTo>
                  <a:lnTo>
                    <a:pt x="1620836" y="714711"/>
                  </a:lnTo>
                  <a:lnTo>
                    <a:pt x="1568269" y="729065"/>
                  </a:lnTo>
                  <a:lnTo>
                    <a:pt x="1512180" y="741816"/>
                  </a:lnTo>
                  <a:lnTo>
                    <a:pt x="1451618" y="753156"/>
                  </a:lnTo>
                  <a:lnTo>
                    <a:pt x="1385712" y="763265"/>
                  </a:lnTo>
                  <a:lnTo>
                    <a:pt x="1313790" y="772301"/>
                  </a:lnTo>
                  <a:lnTo>
                    <a:pt x="1235536" y="780385"/>
                  </a:lnTo>
                  <a:lnTo>
                    <a:pt x="1151198" y="787603"/>
                  </a:lnTo>
                  <a:lnTo>
                    <a:pt x="1061825" y="794002"/>
                  </a:lnTo>
                  <a:lnTo>
                    <a:pt x="969477" y="799596"/>
                  </a:lnTo>
                  <a:lnTo>
                    <a:pt x="877326" y="804373"/>
                  </a:lnTo>
                  <a:lnTo>
                    <a:pt x="789506" y="808314"/>
                  </a:lnTo>
                  <a:lnTo>
                    <a:pt x="710618" y="811409"/>
                  </a:lnTo>
                  <a:lnTo>
                    <a:pt x="644908" y="813683"/>
                  </a:lnTo>
                  <a:lnTo>
                    <a:pt x="595306" y="815208"/>
                  </a:lnTo>
                  <a:lnTo>
                    <a:pt x="562637" y="816106"/>
                  </a:lnTo>
                  <a:lnTo>
                    <a:pt x="545275" y="816535"/>
                  </a:lnTo>
                  <a:lnTo>
                    <a:pt x="539276" y="816669"/>
                  </a:lnTo>
                  <a:lnTo>
                    <a:pt x="538736" y="816680"/>
                  </a:lnTo>
                  <a:lnTo>
                    <a:pt x="0" y="816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7" name="pg857"/>
            <p:cNvSpPr/>
            <p:nvPr/>
          </p:nvSpPr>
          <p:spPr>
            <a:xfrm>
              <a:off x="546595" y="3527169"/>
              <a:ext cx="8234974" cy="849347"/>
            </a:xfrm>
            <a:custGeom>
              <a:avLst/>
              <a:pathLst>
                <a:path w="8234974" h="849347">
                  <a:moveTo>
                    <a:pt x="0" y="185114"/>
                  </a:moveTo>
                  <a:lnTo>
                    <a:pt x="538736" y="185114"/>
                  </a:lnTo>
                  <a:lnTo>
                    <a:pt x="540038" y="185108"/>
                  </a:lnTo>
                  <a:lnTo>
                    <a:pt x="548534" y="185065"/>
                  </a:lnTo>
                  <a:lnTo>
                    <a:pt x="569710" y="184947"/>
                  </a:lnTo>
                  <a:lnTo>
                    <a:pt x="606964" y="184715"/>
                  </a:lnTo>
                  <a:lnTo>
                    <a:pt x="661270" y="184336"/>
                  </a:lnTo>
                  <a:lnTo>
                    <a:pt x="731166" y="183785"/>
                  </a:lnTo>
                  <a:lnTo>
                    <a:pt x="813238" y="183051"/>
                  </a:lnTo>
                  <a:lnTo>
                    <a:pt x="903006" y="182129"/>
                  </a:lnTo>
                  <a:lnTo>
                    <a:pt x="995887" y="181023"/>
                  </a:lnTo>
                  <a:lnTo>
                    <a:pt x="1087947" y="179738"/>
                  </a:lnTo>
                  <a:lnTo>
                    <a:pt x="1176305" y="178274"/>
                  </a:lnTo>
                  <a:lnTo>
                    <a:pt x="1259192" y="176627"/>
                  </a:lnTo>
                  <a:lnTo>
                    <a:pt x="1335812" y="174783"/>
                  </a:lnTo>
                  <a:lnTo>
                    <a:pt x="1406105" y="172721"/>
                  </a:lnTo>
                  <a:lnTo>
                    <a:pt x="1470518" y="170412"/>
                  </a:lnTo>
                  <a:lnTo>
                    <a:pt x="1529804" y="167819"/>
                  </a:lnTo>
                  <a:lnTo>
                    <a:pt x="1584878" y="164900"/>
                  </a:lnTo>
                  <a:lnTo>
                    <a:pt x="1636707" y="161614"/>
                  </a:lnTo>
                  <a:lnTo>
                    <a:pt x="1686223" y="157925"/>
                  </a:lnTo>
                  <a:lnTo>
                    <a:pt x="1719082" y="155169"/>
                  </a:lnTo>
                  <a:lnTo>
                    <a:pt x="1771670" y="150260"/>
                  </a:lnTo>
                  <a:lnTo>
                    <a:pt x="1823755" y="144819"/>
                  </a:lnTo>
                  <a:lnTo>
                    <a:pt x="1875927" y="138840"/>
                  </a:lnTo>
                  <a:lnTo>
                    <a:pt x="1928571" y="132337"/>
                  </a:lnTo>
                  <a:lnTo>
                    <a:pt x="1981899" y="125347"/>
                  </a:lnTo>
                  <a:lnTo>
                    <a:pt x="2035970" y="117934"/>
                  </a:lnTo>
                  <a:lnTo>
                    <a:pt x="2090710" y="110184"/>
                  </a:lnTo>
                  <a:lnTo>
                    <a:pt x="2145941" y="102203"/>
                  </a:lnTo>
                  <a:lnTo>
                    <a:pt x="2201415" y="94113"/>
                  </a:lnTo>
                  <a:lnTo>
                    <a:pt x="2256848" y="86041"/>
                  </a:lnTo>
                  <a:lnTo>
                    <a:pt x="2311961" y="78114"/>
                  </a:lnTo>
                  <a:lnTo>
                    <a:pt x="2366522" y="70451"/>
                  </a:lnTo>
                  <a:lnTo>
                    <a:pt x="2420381" y="63152"/>
                  </a:lnTo>
                  <a:lnTo>
                    <a:pt x="2473500" y="56297"/>
                  </a:lnTo>
                  <a:lnTo>
                    <a:pt x="2525980" y="49942"/>
                  </a:lnTo>
                  <a:lnTo>
                    <a:pt x="2578078" y="44117"/>
                  </a:lnTo>
                  <a:lnTo>
                    <a:pt x="2630238" y="38831"/>
                  </a:lnTo>
                  <a:lnTo>
                    <a:pt x="2667772" y="35389"/>
                  </a:lnTo>
                  <a:lnTo>
                    <a:pt x="2716184" y="31414"/>
                  </a:lnTo>
                  <a:lnTo>
                    <a:pt x="2766341" y="27856"/>
                  </a:lnTo>
                  <a:lnTo>
                    <a:pt x="2819097" y="24691"/>
                  </a:lnTo>
                  <a:lnTo>
                    <a:pt x="2875407" y="21881"/>
                  </a:lnTo>
                  <a:lnTo>
                    <a:pt x="2936230" y="19382"/>
                  </a:lnTo>
                  <a:lnTo>
                    <a:pt x="3002443" y="17156"/>
                  </a:lnTo>
                  <a:lnTo>
                    <a:pt x="3074720" y="15166"/>
                  </a:lnTo>
                  <a:lnTo>
                    <a:pt x="3153370" y="13387"/>
                  </a:lnTo>
                  <a:lnTo>
                    <a:pt x="3238125" y="11799"/>
                  </a:lnTo>
                  <a:lnTo>
                    <a:pt x="3327904" y="10392"/>
                  </a:lnTo>
                  <a:lnTo>
                    <a:pt x="3420592" y="9163"/>
                  </a:lnTo>
                  <a:lnTo>
                    <a:pt x="3512952" y="8115"/>
                  </a:lnTo>
                  <a:lnTo>
                    <a:pt x="3600782" y="7253"/>
                  </a:lnTo>
                  <a:lnTo>
                    <a:pt x="3679436" y="6578"/>
                  </a:lnTo>
                  <a:lnTo>
                    <a:pt x="3744665" y="6084"/>
                  </a:lnTo>
                  <a:lnTo>
                    <a:pt x="3793595" y="5755"/>
                  </a:lnTo>
                  <a:lnTo>
                    <a:pt x="3825509" y="5563"/>
                  </a:lnTo>
                  <a:lnTo>
                    <a:pt x="3842176" y="5473"/>
                  </a:lnTo>
                  <a:lnTo>
                    <a:pt x="3847697" y="544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5" y="5472"/>
                  </a:lnTo>
                  <a:lnTo>
                    <a:pt x="4396558" y="5671"/>
                  </a:lnTo>
                  <a:lnTo>
                    <a:pt x="4417539" y="6221"/>
                  </a:lnTo>
                  <a:lnTo>
                    <a:pt x="4454469" y="7299"/>
                  </a:lnTo>
                  <a:lnTo>
                    <a:pt x="4508341" y="9063"/>
                  </a:lnTo>
                  <a:lnTo>
                    <a:pt x="4577742" y="11623"/>
                  </a:lnTo>
                  <a:lnTo>
                    <a:pt x="4659321" y="15042"/>
                  </a:lnTo>
                  <a:lnTo>
                    <a:pt x="4748653" y="19335"/>
                  </a:lnTo>
                  <a:lnTo>
                    <a:pt x="4841193" y="24487"/>
                  </a:lnTo>
                  <a:lnTo>
                    <a:pt x="4933022" y="30478"/>
                  </a:lnTo>
                  <a:lnTo>
                    <a:pt x="5021250" y="37301"/>
                  </a:lnTo>
                  <a:lnTo>
                    <a:pt x="5104089" y="44978"/>
                  </a:lnTo>
                  <a:lnTo>
                    <a:pt x="5180719" y="53569"/>
                  </a:lnTo>
                  <a:lnTo>
                    <a:pt x="5251056" y="63172"/>
                  </a:lnTo>
                  <a:lnTo>
                    <a:pt x="5315522" y="73921"/>
                  </a:lnTo>
                  <a:lnTo>
                    <a:pt x="5374853" y="85986"/>
                  </a:lnTo>
                  <a:lnTo>
                    <a:pt x="5429949" y="99559"/>
                  </a:lnTo>
                  <a:lnTo>
                    <a:pt x="5481768" y="114836"/>
                  </a:lnTo>
                  <a:lnTo>
                    <a:pt x="5531235" y="131985"/>
                  </a:lnTo>
                  <a:lnTo>
                    <a:pt x="5567201" y="146095"/>
                  </a:lnTo>
                  <a:lnTo>
                    <a:pt x="5616190" y="167482"/>
                  </a:lnTo>
                  <a:lnTo>
                    <a:pt x="5664703" y="191033"/>
                  </a:lnTo>
                  <a:lnTo>
                    <a:pt x="5713234" y="216779"/>
                  </a:lnTo>
                  <a:lnTo>
                    <a:pt x="5762120" y="244681"/>
                  </a:lnTo>
                  <a:lnTo>
                    <a:pt x="5811564" y="274615"/>
                  </a:lnTo>
                  <a:lnTo>
                    <a:pt x="5861650" y="306374"/>
                  </a:lnTo>
                  <a:lnTo>
                    <a:pt x="5912355" y="339663"/>
                  </a:lnTo>
                  <a:lnTo>
                    <a:pt x="5963571" y="374110"/>
                  </a:lnTo>
                  <a:lnTo>
                    <a:pt x="6015123" y="409282"/>
                  </a:lnTo>
                  <a:lnTo>
                    <a:pt x="6066794" y="444704"/>
                  </a:lnTo>
                  <a:lnTo>
                    <a:pt x="6118351" y="479886"/>
                  </a:lnTo>
                  <a:lnTo>
                    <a:pt x="6169577" y="514355"/>
                  </a:lnTo>
                  <a:lnTo>
                    <a:pt x="6220296" y="547675"/>
                  </a:lnTo>
                  <a:lnTo>
                    <a:pt x="6270396" y="579472"/>
                  </a:lnTo>
                  <a:lnTo>
                    <a:pt x="6319854" y="609451"/>
                  </a:lnTo>
                  <a:lnTo>
                    <a:pt x="6368751" y="637400"/>
                  </a:lnTo>
                  <a:lnTo>
                    <a:pt x="6417287" y="663196"/>
                  </a:lnTo>
                  <a:lnTo>
                    <a:pt x="6465795" y="686797"/>
                  </a:lnTo>
                  <a:lnTo>
                    <a:pt x="6514766" y="708233"/>
                  </a:lnTo>
                  <a:lnTo>
                    <a:pt x="6515891" y="708696"/>
                  </a:lnTo>
                  <a:lnTo>
                    <a:pt x="6564138" y="727306"/>
                  </a:lnTo>
                  <a:lnTo>
                    <a:pt x="6614115" y="743972"/>
                  </a:lnTo>
                  <a:lnTo>
                    <a:pt x="6666669" y="758802"/>
                  </a:lnTo>
                  <a:lnTo>
                    <a:pt x="6722742" y="771977"/>
                  </a:lnTo>
                  <a:lnTo>
                    <a:pt x="6783285" y="783693"/>
                  </a:lnTo>
                  <a:lnTo>
                    <a:pt x="6849169" y="794139"/>
                  </a:lnTo>
                  <a:lnTo>
                    <a:pt x="6921067" y="803475"/>
                  </a:lnTo>
                  <a:lnTo>
                    <a:pt x="6999293" y="811829"/>
                  </a:lnTo>
                  <a:lnTo>
                    <a:pt x="7083601" y="819287"/>
                  </a:lnTo>
                  <a:lnTo>
                    <a:pt x="7172946" y="825900"/>
                  </a:lnTo>
                  <a:lnTo>
                    <a:pt x="7265270" y="831681"/>
                  </a:lnTo>
                  <a:lnTo>
                    <a:pt x="7357405" y="836618"/>
                  </a:lnTo>
                  <a:lnTo>
                    <a:pt x="7445224" y="840692"/>
                  </a:lnTo>
                  <a:lnTo>
                    <a:pt x="7524129" y="843892"/>
                  </a:lnTo>
                  <a:lnTo>
                    <a:pt x="7589872" y="846244"/>
                  </a:lnTo>
                  <a:lnTo>
                    <a:pt x="7639521" y="847822"/>
                  </a:lnTo>
                  <a:lnTo>
                    <a:pt x="7672244" y="848752"/>
                  </a:lnTo>
                  <a:lnTo>
                    <a:pt x="7689655" y="849196"/>
                  </a:lnTo>
                  <a:lnTo>
                    <a:pt x="7695689" y="849335"/>
                  </a:lnTo>
                  <a:lnTo>
                    <a:pt x="7696237" y="849347"/>
                  </a:lnTo>
                  <a:lnTo>
                    <a:pt x="8234974" y="849347"/>
                  </a:lnTo>
                  <a:lnTo>
                    <a:pt x="8234974" y="843902"/>
                  </a:lnTo>
                  <a:lnTo>
                    <a:pt x="7696237" y="843902"/>
                  </a:lnTo>
                  <a:lnTo>
                    <a:pt x="7694948" y="843874"/>
                  </a:lnTo>
                  <a:lnTo>
                    <a:pt x="7686534" y="843676"/>
                  </a:lnTo>
                  <a:lnTo>
                    <a:pt x="7665553" y="843126"/>
                  </a:lnTo>
                  <a:lnTo>
                    <a:pt x="7628624" y="842047"/>
                  </a:lnTo>
                  <a:lnTo>
                    <a:pt x="7574751" y="840284"/>
                  </a:lnTo>
                  <a:lnTo>
                    <a:pt x="7505350" y="837723"/>
                  </a:lnTo>
                  <a:lnTo>
                    <a:pt x="7423771" y="834304"/>
                  </a:lnTo>
                  <a:lnTo>
                    <a:pt x="7334439" y="830011"/>
                  </a:lnTo>
                  <a:lnTo>
                    <a:pt x="7241899" y="824859"/>
                  </a:lnTo>
                  <a:lnTo>
                    <a:pt x="7150071" y="818869"/>
                  </a:lnTo>
                  <a:lnTo>
                    <a:pt x="7061843" y="812046"/>
                  </a:lnTo>
                  <a:lnTo>
                    <a:pt x="6979003" y="804368"/>
                  </a:lnTo>
                  <a:lnTo>
                    <a:pt x="6902373" y="795777"/>
                  </a:lnTo>
                  <a:lnTo>
                    <a:pt x="6832037" y="786175"/>
                  </a:lnTo>
                  <a:lnTo>
                    <a:pt x="6767570" y="775426"/>
                  </a:lnTo>
                  <a:lnTo>
                    <a:pt x="6708239" y="763360"/>
                  </a:lnTo>
                  <a:lnTo>
                    <a:pt x="6653143" y="749788"/>
                  </a:lnTo>
                  <a:lnTo>
                    <a:pt x="6601325" y="734510"/>
                  </a:lnTo>
                  <a:lnTo>
                    <a:pt x="6551857" y="717361"/>
                  </a:lnTo>
                  <a:lnTo>
                    <a:pt x="6515891" y="703252"/>
                  </a:lnTo>
                  <a:lnTo>
                    <a:pt x="6466902" y="681864"/>
                  </a:lnTo>
                  <a:lnTo>
                    <a:pt x="6418389" y="658313"/>
                  </a:lnTo>
                  <a:lnTo>
                    <a:pt x="6369859" y="632567"/>
                  </a:lnTo>
                  <a:lnTo>
                    <a:pt x="6320973" y="604665"/>
                  </a:lnTo>
                  <a:lnTo>
                    <a:pt x="6271528" y="574731"/>
                  </a:lnTo>
                  <a:lnTo>
                    <a:pt x="6221443" y="542972"/>
                  </a:lnTo>
                  <a:lnTo>
                    <a:pt x="6170738" y="509683"/>
                  </a:lnTo>
                  <a:lnTo>
                    <a:pt x="6119521" y="475236"/>
                  </a:lnTo>
                  <a:lnTo>
                    <a:pt x="6067969" y="440064"/>
                  </a:lnTo>
                  <a:lnTo>
                    <a:pt x="6016299" y="404643"/>
                  </a:lnTo>
                  <a:lnTo>
                    <a:pt x="5964741" y="369460"/>
                  </a:lnTo>
                  <a:lnTo>
                    <a:pt x="5913515" y="334991"/>
                  </a:lnTo>
                  <a:lnTo>
                    <a:pt x="5862797" y="301672"/>
                  </a:lnTo>
                  <a:lnTo>
                    <a:pt x="5812697" y="269874"/>
                  </a:lnTo>
                  <a:lnTo>
                    <a:pt x="5763238" y="239896"/>
                  </a:lnTo>
                  <a:lnTo>
                    <a:pt x="5714341" y="211946"/>
                  </a:lnTo>
                  <a:lnTo>
                    <a:pt x="5665806" y="186150"/>
                  </a:lnTo>
                  <a:lnTo>
                    <a:pt x="5617297" y="162549"/>
                  </a:lnTo>
                  <a:lnTo>
                    <a:pt x="5568326" y="141113"/>
                  </a:lnTo>
                  <a:lnTo>
                    <a:pt x="5567201" y="140650"/>
                  </a:lnTo>
                  <a:lnTo>
                    <a:pt x="5518955" y="122040"/>
                  </a:lnTo>
                  <a:lnTo>
                    <a:pt x="5468977" y="105374"/>
                  </a:lnTo>
                  <a:lnTo>
                    <a:pt x="5416424" y="90544"/>
                  </a:lnTo>
                  <a:lnTo>
                    <a:pt x="5360351" y="77369"/>
                  </a:lnTo>
                  <a:lnTo>
                    <a:pt x="5299807" y="65653"/>
                  </a:lnTo>
                  <a:lnTo>
                    <a:pt x="5233923" y="55207"/>
                  </a:lnTo>
                  <a:lnTo>
                    <a:pt x="5162026" y="45871"/>
                  </a:lnTo>
                  <a:lnTo>
                    <a:pt x="5083800" y="37518"/>
                  </a:lnTo>
                  <a:lnTo>
                    <a:pt x="4999491" y="30059"/>
                  </a:lnTo>
                  <a:lnTo>
                    <a:pt x="4910146" y="23446"/>
                  </a:lnTo>
                  <a:lnTo>
                    <a:pt x="4817823" y="17666"/>
                  </a:lnTo>
                  <a:lnTo>
                    <a:pt x="4725687" y="12728"/>
                  </a:lnTo>
                  <a:lnTo>
                    <a:pt x="4637868" y="8655"/>
                  </a:lnTo>
                  <a:lnTo>
                    <a:pt x="4558964" y="5455"/>
                  </a:lnTo>
                  <a:lnTo>
                    <a:pt x="4493221" y="3103"/>
                  </a:lnTo>
                  <a:lnTo>
                    <a:pt x="4443571" y="1524"/>
                  </a:lnTo>
                  <a:lnTo>
                    <a:pt x="4410848" y="595"/>
                  </a:lnTo>
                  <a:lnTo>
                    <a:pt x="4393437" y="150"/>
                  </a:lnTo>
                  <a:lnTo>
                    <a:pt x="4387404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5"/>
                  </a:lnTo>
                  <a:lnTo>
                    <a:pt x="3838321" y="48"/>
                  </a:lnTo>
                  <a:lnTo>
                    <a:pt x="3817145" y="167"/>
                  </a:lnTo>
                  <a:lnTo>
                    <a:pt x="3779891" y="399"/>
                  </a:lnTo>
                  <a:lnTo>
                    <a:pt x="3725585" y="778"/>
                  </a:lnTo>
                  <a:lnTo>
                    <a:pt x="3655689" y="1328"/>
                  </a:lnTo>
                  <a:lnTo>
                    <a:pt x="3573616" y="2062"/>
                  </a:lnTo>
                  <a:lnTo>
                    <a:pt x="3483848" y="2984"/>
                  </a:lnTo>
                  <a:lnTo>
                    <a:pt x="3390968" y="4090"/>
                  </a:lnTo>
                  <a:lnTo>
                    <a:pt x="3298907" y="5375"/>
                  </a:lnTo>
                  <a:lnTo>
                    <a:pt x="3210549" y="6839"/>
                  </a:lnTo>
                  <a:lnTo>
                    <a:pt x="3127662" y="8487"/>
                  </a:lnTo>
                  <a:lnTo>
                    <a:pt x="3051043" y="10330"/>
                  </a:lnTo>
                  <a:lnTo>
                    <a:pt x="2980749" y="12392"/>
                  </a:lnTo>
                  <a:lnTo>
                    <a:pt x="2916336" y="14701"/>
                  </a:lnTo>
                  <a:lnTo>
                    <a:pt x="2857051" y="17294"/>
                  </a:lnTo>
                  <a:lnTo>
                    <a:pt x="2801977" y="20213"/>
                  </a:lnTo>
                  <a:lnTo>
                    <a:pt x="2750148" y="23499"/>
                  </a:lnTo>
                  <a:lnTo>
                    <a:pt x="2700632" y="27188"/>
                  </a:lnTo>
                  <a:lnTo>
                    <a:pt x="2667772" y="29944"/>
                  </a:lnTo>
                  <a:lnTo>
                    <a:pt x="2615184" y="34853"/>
                  </a:lnTo>
                  <a:lnTo>
                    <a:pt x="2563099" y="40294"/>
                  </a:lnTo>
                  <a:lnTo>
                    <a:pt x="2510928" y="46273"/>
                  </a:lnTo>
                  <a:lnTo>
                    <a:pt x="2458284" y="52777"/>
                  </a:lnTo>
                  <a:lnTo>
                    <a:pt x="2404955" y="59766"/>
                  </a:lnTo>
                  <a:lnTo>
                    <a:pt x="2350885" y="67179"/>
                  </a:lnTo>
                  <a:lnTo>
                    <a:pt x="2296145" y="74929"/>
                  </a:lnTo>
                  <a:lnTo>
                    <a:pt x="2240913" y="82910"/>
                  </a:lnTo>
                  <a:lnTo>
                    <a:pt x="2185439" y="91001"/>
                  </a:lnTo>
                  <a:lnTo>
                    <a:pt x="2130007" y="99072"/>
                  </a:lnTo>
                  <a:lnTo>
                    <a:pt x="2074894" y="106999"/>
                  </a:lnTo>
                  <a:lnTo>
                    <a:pt x="2020333" y="114662"/>
                  </a:lnTo>
                  <a:lnTo>
                    <a:pt x="1966474" y="121961"/>
                  </a:lnTo>
                  <a:lnTo>
                    <a:pt x="1913354" y="128816"/>
                  </a:lnTo>
                  <a:lnTo>
                    <a:pt x="1860875" y="135171"/>
                  </a:lnTo>
                  <a:lnTo>
                    <a:pt x="1808776" y="140996"/>
                  </a:lnTo>
                  <a:lnTo>
                    <a:pt x="1756617" y="146282"/>
                  </a:lnTo>
                  <a:lnTo>
                    <a:pt x="1719082" y="149724"/>
                  </a:lnTo>
                  <a:lnTo>
                    <a:pt x="1670671" y="153699"/>
                  </a:lnTo>
                  <a:lnTo>
                    <a:pt x="1620514" y="157257"/>
                  </a:lnTo>
                  <a:lnTo>
                    <a:pt x="1567757" y="160422"/>
                  </a:lnTo>
                  <a:lnTo>
                    <a:pt x="1511448" y="163232"/>
                  </a:lnTo>
                  <a:lnTo>
                    <a:pt x="1450625" y="165731"/>
                  </a:lnTo>
                  <a:lnTo>
                    <a:pt x="1384412" y="167958"/>
                  </a:lnTo>
                  <a:lnTo>
                    <a:pt x="1312135" y="169947"/>
                  </a:lnTo>
                  <a:lnTo>
                    <a:pt x="1233485" y="171727"/>
                  </a:lnTo>
                  <a:lnTo>
                    <a:pt x="1148729" y="173315"/>
                  </a:lnTo>
                  <a:lnTo>
                    <a:pt x="1058950" y="174722"/>
                  </a:lnTo>
                  <a:lnTo>
                    <a:pt x="966262" y="175950"/>
                  </a:lnTo>
                  <a:lnTo>
                    <a:pt x="873903" y="176998"/>
                  </a:lnTo>
                  <a:lnTo>
                    <a:pt x="786072" y="177860"/>
                  </a:lnTo>
                  <a:lnTo>
                    <a:pt x="707418" y="178535"/>
                  </a:lnTo>
                  <a:lnTo>
                    <a:pt x="642189" y="179029"/>
                  </a:lnTo>
                  <a:lnTo>
                    <a:pt x="593260" y="179358"/>
                  </a:lnTo>
                  <a:lnTo>
                    <a:pt x="561346" y="179550"/>
                  </a:lnTo>
                  <a:lnTo>
                    <a:pt x="544679" y="179640"/>
                  </a:lnTo>
                  <a:lnTo>
                    <a:pt x="539157" y="179667"/>
                  </a:lnTo>
                  <a:lnTo>
                    <a:pt x="538736" y="179669"/>
                  </a:lnTo>
                  <a:lnTo>
                    <a:pt x="0" y="17966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58" name="pl858"/>
            <p:cNvSpPr/>
            <p:nvPr/>
          </p:nvSpPr>
          <p:spPr>
            <a:xfrm>
              <a:off x="546595" y="3532614"/>
              <a:ext cx="8234974" cy="843902"/>
            </a:xfrm>
            <a:custGeom>
              <a:avLst/>
              <a:pathLst>
                <a:path w="8234974" h="843902">
                  <a:moveTo>
                    <a:pt x="0" y="179669"/>
                  </a:moveTo>
                  <a:lnTo>
                    <a:pt x="538736" y="179669"/>
                  </a:lnTo>
                  <a:lnTo>
                    <a:pt x="540038" y="179663"/>
                  </a:lnTo>
                  <a:lnTo>
                    <a:pt x="548534" y="179620"/>
                  </a:lnTo>
                  <a:lnTo>
                    <a:pt x="569710" y="179502"/>
                  </a:lnTo>
                  <a:lnTo>
                    <a:pt x="606964" y="179270"/>
                  </a:lnTo>
                  <a:lnTo>
                    <a:pt x="661270" y="178891"/>
                  </a:lnTo>
                  <a:lnTo>
                    <a:pt x="731166" y="178341"/>
                  </a:lnTo>
                  <a:lnTo>
                    <a:pt x="813238" y="177606"/>
                  </a:lnTo>
                  <a:lnTo>
                    <a:pt x="903006" y="176685"/>
                  </a:lnTo>
                  <a:lnTo>
                    <a:pt x="995887" y="175579"/>
                  </a:lnTo>
                  <a:lnTo>
                    <a:pt x="1087947" y="174293"/>
                  </a:lnTo>
                  <a:lnTo>
                    <a:pt x="1176305" y="172829"/>
                  </a:lnTo>
                  <a:lnTo>
                    <a:pt x="1259192" y="171182"/>
                  </a:lnTo>
                  <a:lnTo>
                    <a:pt x="1335812" y="169338"/>
                  </a:lnTo>
                  <a:lnTo>
                    <a:pt x="1406105" y="167277"/>
                  </a:lnTo>
                  <a:lnTo>
                    <a:pt x="1470518" y="164967"/>
                  </a:lnTo>
                  <a:lnTo>
                    <a:pt x="1529804" y="162374"/>
                  </a:lnTo>
                  <a:lnTo>
                    <a:pt x="1584878" y="159456"/>
                  </a:lnTo>
                  <a:lnTo>
                    <a:pt x="1636707" y="156169"/>
                  </a:lnTo>
                  <a:lnTo>
                    <a:pt x="1686223" y="152480"/>
                  </a:lnTo>
                  <a:lnTo>
                    <a:pt x="1719082" y="149724"/>
                  </a:lnTo>
                  <a:lnTo>
                    <a:pt x="1771670" y="144816"/>
                  </a:lnTo>
                  <a:lnTo>
                    <a:pt x="1823755" y="139375"/>
                  </a:lnTo>
                  <a:lnTo>
                    <a:pt x="1875927" y="133396"/>
                  </a:lnTo>
                  <a:lnTo>
                    <a:pt x="1928571" y="126892"/>
                  </a:lnTo>
                  <a:lnTo>
                    <a:pt x="1981899" y="119902"/>
                  </a:lnTo>
                  <a:lnTo>
                    <a:pt x="2035970" y="112489"/>
                  </a:lnTo>
                  <a:lnTo>
                    <a:pt x="2090710" y="104739"/>
                  </a:lnTo>
                  <a:lnTo>
                    <a:pt x="2145941" y="96759"/>
                  </a:lnTo>
                  <a:lnTo>
                    <a:pt x="2201415" y="88668"/>
                  </a:lnTo>
                  <a:lnTo>
                    <a:pt x="2256848" y="80596"/>
                  </a:lnTo>
                  <a:lnTo>
                    <a:pt x="2311961" y="72670"/>
                  </a:lnTo>
                  <a:lnTo>
                    <a:pt x="2366522" y="65007"/>
                  </a:lnTo>
                  <a:lnTo>
                    <a:pt x="2420381" y="57708"/>
                  </a:lnTo>
                  <a:lnTo>
                    <a:pt x="2473500" y="50853"/>
                  </a:lnTo>
                  <a:lnTo>
                    <a:pt x="2525980" y="44497"/>
                  </a:lnTo>
                  <a:lnTo>
                    <a:pt x="2578078" y="38672"/>
                  </a:lnTo>
                  <a:lnTo>
                    <a:pt x="2630238" y="33386"/>
                  </a:lnTo>
                  <a:lnTo>
                    <a:pt x="2667772" y="29944"/>
                  </a:lnTo>
                  <a:lnTo>
                    <a:pt x="2716184" y="25970"/>
                  </a:lnTo>
                  <a:lnTo>
                    <a:pt x="2766341" y="22412"/>
                  </a:lnTo>
                  <a:lnTo>
                    <a:pt x="2819097" y="19247"/>
                  </a:lnTo>
                  <a:lnTo>
                    <a:pt x="2875407" y="16436"/>
                  </a:lnTo>
                  <a:lnTo>
                    <a:pt x="2936230" y="13938"/>
                  </a:lnTo>
                  <a:lnTo>
                    <a:pt x="3002443" y="11711"/>
                  </a:lnTo>
                  <a:lnTo>
                    <a:pt x="3074720" y="9721"/>
                  </a:lnTo>
                  <a:lnTo>
                    <a:pt x="3153370" y="7942"/>
                  </a:lnTo>
                  <a:lnTo>
                    <a:pt x="3238125" y="6354"/>
                  </a:lnTo>
                  <a:lnTo>
                    <a:pt x="3327904" y="4947"/>
                  </a:lnTo>
                  <a:lnTo>
                    <a:pt x="3420592" y="3718"/>
                  </a:lnTo>
                  <a:lnTo>
                    <a:pt x="3512952" y="2671"/>
                  </a:lnTo>
                  <a:lnTo>
                    <a:pt x="3600782" y="1808"/>
                  </a:lnTo>
                  <a:lnTo>
                    <a:pt x="3679436" y="1133"/>
                  </a:lnTo>
                  <a:lnTo>
                    <a:pt x="3744665" y="639"/>
                  </a:lnTo>
                  <a:lnTo>
                    <a:pt x="3793595" y="310"/>
                  </a:lnTo>
                  <a:lnTo>
                    <a:pt x="3825509" y="118"/>
                  </a:lnTo>
                  <a:lnTo>
                    <a:pt x="3842176" y="28"/>
                  </a:lnTo>
                  <a:lnTo>
                    <a:pt x="3847697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5" y="27"/>
                  </a:lnTo>
                  <a:lnTo>
                    <a:pt x="4396558" y="226"/>
                  </a:lnTo>
                  <a:lnTo>
                    <a:pt x="4417539" y="776"/>
                  </a:lnTo>
                  <a:lnTo>
                    <a:pt x="4454469" y="1855"/>
                  </a:lnTo>
                  <a:lnTo>
                    <a:pt x="4508341" y="3618"/>
                  </a:lnTo>
                  <a:lnTo>
                    <a:pt x="4577742" y="6179"/>
                  </a:lnTo>
                  <a:lnTo>
                    <a:pt x="4659321" y="9598"/>
                  </a:lnTo>
                  <a:lnTo>
                    <a:pt x="4748653" y="13890"/>
                  </a:lnTo>
                  <a:lnTo>
                    <a:pt x="4841193" y="19042"/>
                  </a:lnTo>
                  <a:lnTo>
                    <a:pt x="4933022" y="25033"/>
                  </a:lnTo>
                  <a:lnTo>
                    <a:pt x="5021250" y="31856"/>
                  </a:lnTo>
                  <a:lnTo>
                    <a:pt x="5104089" y="39534"/>
                  </a:lnTo>
                  <a:lnTo>
                    <a:pt x="5180719" y="48125"/>
                  </a:lnTo>
                  <a:lnTo>
                    <a:pt x="5251056" y="57727"/>
                  </a:lnTo>
                  <a:lnTo>
                    <a:pt x="5315522" y="68476"/>
                  </a:lnTo>
                  <a:lnTo>
                    <a:pt x="5374853" y="80541"/>
                  </a:lnTo>
                  <a:lnTo>
                    <a:pt x="5429949" y="94114"/>
                  </a:lnTo>
                  <a:lnTo>
                    <a:pt x="5481768" y="109391"/>
                  </a:lnTo>
                  <a:lnTo>
                    <a:pt x="5531235" y="126541"/>
                  </a:lnTo>
                  <a:lnTo>
                    <a:pt x="5567201" y="140650"/>
                  </a:lnTo>
                  <a:lnTo>
                    <a:pt x="5616190" y="162038"/>
                  </a:lnTo>
                  <a:lnTo>
                    <a:pt x="5664703" y="185588"/>
                  </a:lnTo>
                  <a:lnTo>
                    <a:pt x="5713234" y="211335"/>
                  </a:lnTo>
                  <a:lnTo>
                    <a:pt x="5762120" y="239236"/>
                  </a:lnTo>
                  <a:lnTo>
                    <a:pt x="5811564" y="269171"/>
                  </a:lnTo>
                  <a:lnTo>
                    <a:pt x="5861650" y="300930"/>
                  </a:lnTo>
                  <a:lnTo>
                    <a:pt x="5912355" y="334219"/>
                  </a:lnTo>
                  <a:lnTo>
                    <a:pt x="5963571" y="368666"/>
                  </a:lnTo>
                  <a:lnTo>
                    <a:pt x="6015123" y="403838"/>
                  </a:lnTo>
                  <a:lnTo>
                    <a:pt x="6066794" y="439259"/>
                  </a:lnTo>
                  <a:lnTo>
                    <a:pt x="6118351" y="474442"/>
                  </a:lnTo>
                  <a:lnTo>
                    <a:pt x="6169577" y="508911"/>
                  </a:lnTo>
                  <a:lnTo>
                    <a:pt x="6220296" y="542230"/>
                  </a:lnTo>
                  <a:lnTo>
                    <a:pt x="6270396" y="574027"/>
                  </a:lnTo>
                  <a:lnTo>
                    <a:pt x="6319854" y="604006"/>
                  </a:lnTo>
                  <a:lnTo>
                    <a:pt x="6368751" y="631956"/>
                  </a:lnTo>
                  <a:lnTo>
                    <a:pt x="6417287" y="657752"/>
                  </a:lnTo>
                  <a:lnTo>
                    <a:pt x="6465795" y="681353"/>
                  </a:lnTo>
                  <a:lnTo>
                    <a:pt x="6514766" y="702789"/>
                  </a:lnTo>
                  <a:lnTo>
                    <a:pt x="6515891" y="703252"/>
                  </a:lnTo>
                  <a:lnTo>
                    <a:pt x="6564138" y="721862"/>
                  </a:lnTo>
                  <a:lnTo>
                    <a:pt x="6614115" y="738527"/>
                  </a:lnTo>
                  <a:lnTo>
                    <a:pt x="6666669" y="753358"/>
                  </a:lnTo>
                  <a:lnTo>
                    <a:pt x="6722742" y="766532"/>
                  </a:lnTo>
                  <a:lnTo>
                    <a:pt x="6783285" y="778249"/>
                  </a:lnTo>
                  <a:lnTo>
                    <a:pt x="6849169" y="788694"/>
                  </a:lnTo>
                  <a:lnTo>
                    <a:pt x="6921067" y="798031"/>
                  </a:lnTo>
                  <a:lnTo>
                    <a:pt x="6999293" y="806384"/>
                  </a:lnTo>
                  <a:lnTo>
                    <a:pt x="7083601" y="813843"/>
                  </a:lnTo>
                  <a:lnTo>
                    <a:pt x="7172946" y="820455"/>
                  </a:lnTo>
                  <a:lnTo>
                    <a:pt x="7265270" y="826236"/>
                  </a:lnTo>
                  <a:lnTo>
                    <a:pt x="7357405" y="831174"/>
                  </a:lnTo>
                  <a:lnTo>
                    <a:pt x="7445224" y="835247"/>
                  </a:lnTo>
                  <a:lnTo>
                    <a:pt x="7524129" y="838447"/>
                  </a:lnTo>
                  <a:lnTo>
                    <a:pt x="7589872" y="840799"/>
                  </a:lnTo>
                  <a:lnTo>
                    <a:pt x="7639521" y="842377"/>
                  </a:lnTo>
                  <a:lnTo>
                    <a:pt x="7672244" y="843307"/>
                  </a:lnTo>
                  <a:lnTo>
                    <a:pt x="7689655" y="843752"/>
                  </a:lnTo>
                  <a:lnTo>
                    <a:pt x="7695689" y="843891"/>
                  </a:lnTo>
                  <a:lnTo>
                    <a:pt x="7696237" y="843902"/>
                  </a:lnTo>
                  <a:lnTo>
                    <a:pt x="8234974" y="84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9" name="pl859"/>
            <p:cNvSpPr/>
            <p:nvPr/>
          </p:nvSpPr>
          <p:spPr>
            <a:xfrm>
              <a:off x="546595" y="3527169"/>
              <a:ext cx="8234974" cy="843902"/>
            </a:xfrm>
            <a:custGeom>
              <a:avLst/>
              <a:pathLst>
                <a:path w="8234974" h="843902">
                  <a:moveTo>
                    <a:pt x="8234974" y="843902"/>
                  </a:moveTo>
                  <a:lnTo>
                    <a:pt x="7696237" y="843902"/>
                  </a:lnTo>
                  <a:lnTo>
                    <a:pt x="7694948" y="843874"/>
                  </a:lnTo>
                  <a:lnTo>
                    <a:pt x="7686534" y="843676"/>
                  </a:lnTo>
                  <a:lnTo>
                    <a:pt x="7665553" y="843126"/>
                  </a:lnTo>
                  <a:lnTo>
                    <a:pt x="7628624" y="842047"/>
                  </a:lnTo>
                  <a:lnTo>
                    <a:pt x="7574751" y="840284"/>
                  </a:lnTo>
                  <a:lnTo>
                    <a:pt x="7505350" y="837723"/>
                  </a:lnTo>
                  <a:lnTo>
                    <a:pt x="7423771" y="834304"/>
                  </a:lnTo>
                  <a:lnTo>
                    <a:pt x="7334439" y="830011"/>
                  </a:lnTo>
                  <a:lnTo>
                    <a:pt x="7241899" y="824859"/>
                  </a:lnTo>
                  <a:lnTo>
                    <a:pt x="7150071" y="818869"/>
                  </a:lnTo>
                  <a:lnTo>
                    <a:pt x="7061843" y="812046"/>
                  </a:lnTo>
                  <a:lnTo>
                    <a:pt x="6979003" y="804368"/>
                  </a:lnTo>
                  <a:lnTo>
                    <a:pt x="6902373" y="795777"/>
                  </a:lnTo>
                  <a:lnTo>
                    <a:pt x="6832037" y="786175"/>
                  </a:lnTo>
                  <a:lnTo>
                    <a:pt x="6767570" y="775426"/>
                  </a:lnTo>
                  <a:lnTo>
                    <a:pt x="6708239" y="763360"/>
                  </a:lnTo>
                  <a:lnTo>
                    <a:pt x="6653143" y="749788"/>
                  </a:lnTo>
                  <a:lnTo>
                    <a:pt x="6601325" y="734510"/>
                  </a:lnTo>
                  <a:lnTo>
                    <a:pt x="6551857" y="717361"/>
                  </a:lnTo>
                  <a:lnTo>
                    <a:pt x="6515891" y="703252"/>
                  </a:lnTo>
                  <a:lnTo>
                    <a:pt x="6466902" y="681864"/>
                  </a:lnTo>
                  <a:lnTo>
                    <a:pt x="6418389" y="658313"/>
                  </a:lnTo>
                  <a:lnTo>
                    <a:pt x="6369859" y="632567"/>
                  </a:lnTo>
                  <a:lnTo>
                    <a:pt x="6320973" y="604665"/>
                  </a:lnTo>
                  <a:lnTo>
                    <a:pt x="6271528" y="574731"/>
                  </a:lnTo>
                  <a:lnTo>
                    <a:pt x="6221443" y="542972"/>
                  </a:lnTo>
                  <a:lnTo>
                    <a:pt x="6170738" y="509683"/>
                  </a:lnTo>
                  <a:lnTo>
                    <a:pt x="6119521" y="475236"/>
                  </a:lnTo>
                  <a:lnTo>
                    <a:pt x="6067969" y="440064"/>
                  </a:lnTo>
                  <a:lnTo>
                    <a:pt x="6016299" y="404643"/>
                  </a:lnTo>
                  <a:lnTo>
                    <a:pt x="5964741" y="369460"/>
                  </a:lnTo>
                  <a:lnTo>
                    <a:pt x="5913515" y="334991"/>
                  </a:lnTo>
                  <a:lnTo>
                    <a:pt x="5862797" y="301672"/>
                  </a:lnTo>
                  <a:lnTo>
                    <a:pt x="5812697" y="269874"/>
                  </a:lnTo>
                  <a:lnTo>
                    <a:pt x="5763238" y="239896"/>
                  </a:lnTo>
                  <a:lnTo>
                    <a:pt x="5714341" y="211946"/>
                  </a:lnTo>
                  <a:lnTo>
                    <a:pt x="5665806" y="186150"/>
                  </a:lnTo>
                  <a:lnTo>
                    <a:pt x="5617297" y="162549"/>
                  </a:lnTo>
                  <a:lnTo>
                    <a:pt x="5568326" y="141113"/>
                  </a:lnTo>
                  <a:lnTo>
                    <a:pt x="5567201" y="140650"/>
                  </a:lnTo>
                  <a:lnTo>
                    <a:pt x="5518955" y="122040"/>
                  </a:lnTo>
                  <a:lnTo>
                    <a:pt x="5468977" y="105374"/>
                  </a:lnTo>
                  <a:lnTo>
                    <a:pt x="5416424" y="90544"/>
                  </a:lnTo>
                  <a:lnTo>
                    <a:pt x="5360351" y="77369"/>
                  </a:lnTo>
                  <a:lnTo>
                    <a:pt x="5299807" y="65653"/>
                  </a:lnTo>
                  <a:lnTo>
                    <a:pt x="5233923" y="55207"/>
                  </a:lnTo>
                  <a:lnTo>
                    <a:pt x="5162026" y="45871"/>
                  </a:lnTo>
                  <a:lnTo>
                    <a:pt x="5083800" y="37518"/>
                  </a:lnTo>
                  <a:lnTo>
                    <a:pt x="4999491" y="30059"/>
                  </a:lnTo>
                  <a:lnTo>
                    <a:pt x="4910146" y="23446"/>
                  </a:lnTo>
                  <a:lnTo>
                    <a:pt x="4817823" y="17666"/>
                  </a:lnTo>
                  <a:lnTo>
                    <a:pt x="4725687" y="12728"/>
                  </a:lnTo>
                  <a:lnTo>
                    <a:pt x="4637868" y="8655"/>
                  </a:lnTo>
                  <a:lnTo>
                    <a:pt x="4558964" y="5455"/>
                  </a:lnTo>
                  <a:lnTo>
                    <a:pt x="4493221" y="3103"/>
                  </a:lnTo>
                  <a:lnTo>
                    <a:pt x="4443571" y="1524"/>
                  </a:lnTo>
                  <a:lnTo>
                    <a:pt x="4410848" y="595"/>
                  </a:lnTo>
                  <a:lnTo>
                    <a:pt x="4393437" y="150"/>
                  </a:lnTo>
                  <a:lnTo>
                    <a:pt x="4387404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5"/>
                  </a:lnTo>
                  <a:lnTo>
                    <a:pt x="3838321" y="48"/>
                  </a:lnTo>
                  <a:lnTo>
                    <a:pt x="3817145" y="167"/>
                  </a:lnTo>
                  <a:lnTo>
                    <a:pt x="3779891" y="399"/>
                  </a:lnTo>
                  <a:lnTo>
                    <a:pt x="3725585" y="778"/>
                  </a:lnTo>
                  <a:lnTo>
                    <a:pt x="3655689" y="1328"/>
                  </a:lnTo>
                  <a:lnTo>
                    <a:pt x="3573616" y="2062"/>
                  </a:lnTo>
                  <a:lnTo>
                    <a:pt x="3483848" y="2984"/>
                  </a:lnTo>
                  <a:lnTo>
                    <a:pt x="3390968" y="4090"/>
                  </a:lnTo>
                  <a:lnTo>
                    <a:pt x="3298907" y="5375"/>
                  </a:lnTo>
                  <a:lnTo>
                    <a:pt x="3210549" y="6839"/>
                  </a:lnTo>
                  <a:lnTo>
                    <a:pt x="3127662" y="8487"/>
                  </a:lnTo>
                  <a:lnTo>
                    <a:pt x="3051043" y="10330"/>
                  </a:lnTo>
                  <a:lnTo>
                    <a:pt x="2980749" y="12392"/>
                  </a:lnTo>
                  <a:lnTo>
                    <a:pt x="2916336" y="14701"/>
                  </a:lnTo>
                  <a:lnTo>
                    <a:pt x="2857051" y="17294"/>
                  </a:lnTo>
                  <a:lnTo>
                    <a:pt x="2801977" y="20213"/>
                  </a:lnTo>
                  <a:lnTo>
                    <a:pt x="2750148" y="23499"/>
                  </a:lnTo>
                  <a:lnTo>
                    <a:pt x="2700632" y="27188"/>
                  </a:lnTo>
                  <a:lnTo>
                    <a:pt x="2667772" y="29944"/>
                  </a:lnTo>
                  <a:lnTo>
                    <a:pt x="2615184" y="34853"/>
                  </a:lnTo>
                  <a:lnTo>
                    <a:pt x="2563099" y="40294"/>
                  </a:lnTo>
                  <a:lnTo>
                    <a:pt x="2510928" y="46273"/>
                  </a:lnTo>
                  <a:lnTo>
                    <a:pt x="2458284" y="52777"/>
                  </a:lnTo>
                  <a:lnTo>
                    <a:pt x="2404955" y="59766"/>
                  </a:lnTo>
                  <a:lnTo>
                    <a:pt x="2350885" y="67179"/>
                  </a:lnTo>
                  <a:lnTo>
                    <a:pt x="2296145" y="74929"/>
                  </a:lnTo>
                  <a:lnTo>
                    <a:pt x="2240913" y="82910"/>
                  </a:lnTo>
                  <a:lnTo>
                    <a:pt x="2185439" y="91001"/>
                  </a:lnTo>
                  <a:lnTo>
                    <a:pt x="2130007" y="99072"/>
                  </a:lnTo>
                  <a:lnTo>
                    <a:pt x="2074894" y="106999"/>
                  </a:lnTo>
                  <a:lnTo>
                    <a:pt x="2020333" y="114662"/>
                  </a:lnTo>
                  <a:lnTo>
                    <a:pt x="1966474" y="121961"/>
                  </a:lnTo>
                  <a:lnTo>
                    <a:pt x="1913354" y="128816"/>
                  </a:lnTo>
                  <a:lnTo>
                    <a:pt x="1860875" y="135171"/>
                  </a:lnTo>
                  <a:lnTo>
                    <a:pt x="1808776" y="140996"/>
                  </a:lnTo>
                  <a:lnTo>
                    <a:pt x="1756617" y="146282"/>
                  </a:lnTo>
                  <a:lnTo>
                    <a:pt x="1719082" y="149724"/>
                  </a:lnTo>
                  <a:lnTo>
                    <a:pt x="1670671" y="153699"/>
                  </a:lnTo>
                  <a:lnTo>
                    <a:pt x="1620514" y="157257"/>
                  </a:lnTo>
                  <a:lnTo>
                    <a:pt x="1567757" y="160422"/>
                  </a:lnTo>
                  <a:lnTo>
                    <a:pt x="1511448" y="163232"/>
                  </a:lnTo>
                  <a:lnTo>
                    <a:pt x="1450625" y="165731"/>
                  </a:lnTo>
                  <a:lnTo>
                    <a:pt x="1384412" y="167958"/>
                  </a:lnTo>
                  <a:lnTo>
                    <a:pt x="1312135" y="169947"/>
                  </a:lnTo>
                  <a:lnTo>
                    <a:pt x="1233485" y="171727"/>
                  </a:lnTo>
                  <a:lnTo>
                    <a:pt x="1148729" y="173315"/>
                  </a:lnTo>
                  <a:lnTo>
                    <a:pt x="1058950" y="174722"/>
                  </a:lnTo>
                  <a:lnTo>
                    <a:pt x="966262" y="175950"/>
                  </a:lnTo>
                  <a:lnTo>
                    <a:pt x="873903" y="176998"/>
                  </a:lnTo>
                  <a:lnTo>
                    <a:pt x="786072" y="177860"/>
                  </a:lnTo>
                  <a:lnTo>
                    <a:pt x="707418" y="178535"/>
                  </a:lnTo>
                  <a:lnTo>
                    <a:pt x="642189" y="179029"/>
                  </a:lnTo>
                  <a:lnTo>
                    <a:pt x="593260" y="179358"/>
                  </a:lnTo>
                  <a:lnTo>
                    <a:pt x="561346" y="179550"/>
                  </a:lnTo>
                  <a:lnTo>
                    <a:pt x="544679" y="179640"/>
                  </a:lnTo>
                  <a:lnTo>
                    <a:pt x="539157" y="179667"/>
                  </a:lnTo>
                  <a:lnTo>
                    <a:pt x="538736" y="179669"/>
                  </a:lnTo>
                  <a:lnTo>
                    <a:pt x="0" y="1796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0" name="pg860"/>
            <p:cNvSpPr/>
            <p:nvPr/>
          </p:nvSpPr>
          <p:spPr>
            <a:xfrm>
              <a:off x="546595" y="3565281"/>
              <a:ext cx="8234974" cy="2009033"/>
            </a:xfrm>
            <a:custGeom>
              <a:avLst/>
              <a:pathLst>
                <a:path w="8234974" h="2009033">
                  <a:moveTo>
                    <a:pt x="0" y="163336"/>
                  </a:moveTo>
                  <a:lnTo>
                    <a:pt x="538736" y="163336"/>
                  </a:lnTo>
                  <a:lnTo>
                    <a:pt x="540039" y="163331"/>
                  </a:lnTo>
                  <a:lnTo>
                    <a:pt x="548535" y="163296"/>
                  </a:lnTo>
                  <a:lnTo>
                    <a:pt x="569715" y="163199"/>
                  </a:lnTo>
                  <a:lnTo>
                    <a:pt x="606974" y="163009"/>
                  </a:lnTo>
                  <a:lnTo>
                    <a:pt x="661287" y="162699"/>
                  </a:lnTo>
                  <a:lnTo>
                    <a:pt x="731190" y="162248"/>
                  </a:lnTo>
                  <a:lnTo>
                    <a:pt x="813270" y="161647"/>
                  </a:lnTo>
                  <a:lnTo>
                    <a:pt x="903046" y="160893"/>
                  </a:lnTo>
                  <a:lnTo>
                    <a:pt x="995931" y="159988"/>
                  </a:lnTo>
                  <a:lnTo>
                    <a:pt x="1087996" y="158937"/>
                  </a:lnTo>
                  <a:lnTo>
                    <a:pt x="1176355" y="157739"/>
                  </a:lnTo>
                  <a:lnTo>
                    <a:pt x="1259243" y="156391"/>
                  </a:lnTo>
                  <a:lnTo>
                    <a:pt x="1335862" y="154882"/>
                  </a:lnTo>
                  <a:lnTo>
                    <a:pt x="1406155" y="153195"/>
                  </a:lnTo>
                  <a:lnTo>
                    <a:pt x="1470567" y="151305"/>
                  </a:lnTo>
                  <a:lnTo>
                    <a:pt x="1529853" y="149183"/>
                  </a:lnTo>
                  <a:lnTo>
                    <a:pt x="1584926" y="146795"/>
                  </a:lnTo>
                  <a:lnTo>
                    <a:pt x="1636755" y="144106"/>
                  </a:lnTo>
                  <a:lnTo>
                    <a:pt x="1686272" y="141087"/>
                  </a:lnTo>
                  <a:lnTo>
                    <a:pt x="1719082" y="138835"/>
                  </a:lnTo>
                  <a:lnTo>
                    <a:pt x="1771738" y="134814"/>
                  </a:lnTo>
                  <a:lnTo>
                    <a:pt x="1823891" y="130355"/>
                  </a:lnTo>
                  <a:lnTo>
                    <a:pt x="1876131" y="125455"/>
                  </a:lnTo>
                  <a:lnTo>
                    <a:pt x="1928847" y="120125"/>
                  </a:lnTo>
                  <a:lnTo>
                    <a:pt x="1982249" y="114397"/>
                  </a:lnTo>
                  <a:lnTo>
                    <a:pt x="2036395" y="108322"/>
                  </a:lnTo>
                  <a:lnTo>
                    <a:pt x="2091211" y="101971"/>
                  </a:lnTo>
                  <a:lnTo>
                    <a:pt x="2146518" y="95431"/>
                  </a:lnTo>
                  <a:lnTo>
                    <a:pt x="2202065" y="88802"/>
                  </a:lnTo>
                  <a:lnTo>
                    <a:pt x="2257567" y="82191"/>
                  </a:lnTo>
                  <a:lnTo>
                    <a:pt x="2312746" y="75699"/>
                  </a:lnTo>
                  <a:lnTo>
                    <a:pt x="2367368" y="69425"/>
                  </a:lnTo>
                  <a:lnTo>
                    <a:pt x="2421285" y="63451"/>
                  </a:lnTo>
                  <a:lnTo>
                    <a:pt x="2474461" y="57842"/>
                  </a:lnTo>
                  <a:lnTo>
                    <a:pt x="2526999" y="52643"/>
                  </a:lnTo>
                  <a:lnTo>
                    <a:pt x="2579161" y="47880"/>
                  </a:lnTo>
                  <a:lnTo>
                    <a:pt x="2631396" y="43559"/>
                  </a:lnTo>
                  <a:lnTo>
                    <a:pt x="2667772" y="40834"/>
                  </a:lnTo>
                  <a:lnTo>
                    <a:pt x="2716187" y="37581"/>
                  </a:lnTo>
                  <a:lnTo>
                    <a:pt x="2766346" y="34670"/>
                  </a:lnTo>
                  <a:lnTo>
                    <a:pt x="2819106" y="32080"/>
                  </a:lnTo>
                  <a:lnTo>
                    <a:pt x="2875419" y="29781"/>
                  </a:lnTo>
                  <a:lnTo>
                    <a:pt x="2936246" y="27737"/>
                  </a:lnTo>
                  <a:lnTo>
                    <a:pt x="3002465" y="25915"/>
                  </a:lnTo>
                  <a:lnTo>
                    <a:pt x="3074748" y="24287"/>
                  </a:lnTo>
                  <a:lnTo>
                    <a:pt x="3153404" y="22831"/>
                  </a:lnTo>
                  <a:lnTo>
                    <a:pt x="3238167" y="21532"/>
                  </a:lnTo>
                  <a:lnTo>
                    <a:pt x="3327953" y="20381"/>
                  </a:lnTo>
                  <a:lnTo>
                    <a:pt x="3420647" y="19375"/>
                  </a:lnTo>
                  <a:lnTo>
                    <a:pt x="3513010" y="18518"/>
                  </a:lnTo>
                  <a:lnTo>
                    <a:pt x="3600840" y="17813"/>
                  </a:lnTo>
                  <a:lnTo>
                    <a:pt x="3679490" y="17260"/>
                  </a:lnTo>
                  <a:lnTo>
                    <a:pt x="3744711" y="16856"/>
                  </a:lnTo>
                  <a:lnTo>
                    <a:pt x="3793629" y="16587"/>
                  </a:lnTo>
                  <a:lnTo>
                    <a:pt x="3825530" y="16430"/>
                  </a:lnTo>
                  <a:lnTo>
                    <a:pt x="3842185" y="16357"/>
                  </a:lnTo>
                  <a:lnTo>
                    <a:pt x="3847699" y="16335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087" y="16396"/>
                  </a:lnTo>
                  <a:lnTo>
                    <a:pt x="4396134" y="16844"/>
                  </a:lnTo>
                  <a:lnTo>
                    <a:pt x="4416236" y="18082"/>
                  </a:lnTo>
                  <a:lnTo>
                    <a:pt x="4451702" y="20514"/>
                  </a:lnTo>
                  <a:lnTo>
                    <a:pt x="4503608" y="24493"/>
                  </a:lnTo>
                  <a:lnTo>
                    <a:pt x="4570755" y="30281"/>
                  </a:lnTo>
                  <a:lnTo>
                    <a:pt x="4650069" y="38028"/>
                  </a:lnTo>
                  <a:lnTo>
                    <a:pt x="4737383" y="47774"/>
                  </a:lnTo>
                  <a:lnTo>
                    <a:pt x="4828328" y="59493"/>
                  </a:lnTo>
                  <a:lnTo>
                    <a:pt x="4919052" y="73138"/>
                  </a:lnTo>
                  <a:lnTo>
                    <a:pt x="5006644" y="88686"/>
                  </a:lnTo>
                  <a:lnTo>
                    <a:pt x="5089232" y="106177"/>
                  </a:lnTo>
                  <a:lnTo>
                    <a:pt x="5165884" y="125726"/>
                  </a:lnTo>
                  <a:lnTo>
                    <a:pt x="5236405" y="147538"/>
                  </a:lnTo>
                  <a:lnTo>
                    <a:pt x="5301114" y="171902"/>
                  </a:lnTo>
                  <a:lnTo>
                    <a:pt x="5360660" y="199182"/>
                  </a:lnTo>
                  <a:lnTo>
                    <a:pt x="5415878" y="229802"/>
                  </a:lnTo>
                  <a:lnTo>
                    <a:pt x="5467674" y="264209"/>
                  </a:lnTo>
                  <a:lnTo>
                    <a:pt x="5516950" y="302808"/>
                  </a:lnTo>
                  <a:lnTo>
                    <a:pt x="5564519" y="345853"/>
                  </a:lnTo>
                  <a:lnTo>
                    <a:pt x="5567201" y="348450"/>
                  </a:lnTo>
                  <a:lnTo>
                    <a:pt x="5607521" y="389593"/>
                  </a:lnTo>
                  <a:lnTo>
                    <a:pt x="5647451" y="434170"/>
                  </a:lnTo>
                  <a:lnTo>
                    <a:pt x="5687290" y="482246"/>
                  </a:lnTo>
                  <a:lnTo>
                    <a:pt x="5727262" y="533815"/>
                  </a:lnTo>
                  <a:lnTo>
                    <a:pt x="5767525" y="588783"/>
                  </a:lnTo>
                  <a:lnTo>
                    <a:pt x="5808177" y="646968"/>
                  </a:lnTo>
                  <a:lnTo>
                    <a:pt x="5849263" y="708095"/>
                  </a:lnTo>
                  <a:lnTo>
                    <a:pt x="5890779" y="771794"/>
                  </a:lnTo>
                  <a:lnTo>
                    <a:pt x="5932679" y="837610"/>
                  </a:lnTo>
                  <a:lnTo>
                    <a:pt x="5974883" y="905011"/>
                  </a:lnTo>
                  <a:lnTo>
                    <a:pt x="6017284" y="973406"/>
                  </a:lnTo>
                  <a:lnTo>
                    <a:pt x="6059758" y="1042169"/>
                  </a:lnTo>
                  <a:lnTo>
                    <a:pt x="6102177" y="1110656"/>
                  </a:lnTo>
                  <a:lnTo>
                    <a:pt x="6144416" y="1178235"/>
                  </a:lnTo>
                  <a:lnTo>
                    <a:pt x="6186365" y="1244311"/>
                  </a:lnTo>
                  <a:lnTo>
                    <a:pt x="6227940" y="1308342"/>
                  </a:lnTo>
                  <a:lnTo>
                    <a:pt x="6269088" y="1369860"/>
                  </a:lnTo>
                  <a:lnTo>
                    <a:pt x="6309800" y="1428483"/>
                  </a:lnTo>
                  <a:lnTo>
                    <a:pt x="6350114" y="1483923"/>
                  </a:lnTo>
                  <a:lnTo>
                    <a:pt x="6390119" y="1535983"/>
                  </a:lnTo>
                  <a:lnTo>
                    <a:pt x="6429965" y="1584560"/>
                  </a:lnTo>
                  <a:lnTo>
                    <a:pt x="6469866" y="1629633"/>
                  </a:lnTo>
                  <a:lnTo>
                    <a:pt x="6510108" y="1671259"/>
                  </a:lnTo>
                  <a:lnTo>
                    <a:pt x="6515891" y="1676916"/>
                  </a:lnTo>
                  <a:lnTo>
                    <a:pt x="6563384" y="1720218"/>
                  </a:lnTo>
                  <a:lnTo>
                    <a:pt x="6612542" y="1759066"/>
                  </a:lnTo>
                  <a:lnTo>
                    <a:pt x="6664170" y="1793702"/>
                  </a:lnTo>
                  <a:lnTo>
                    <a:pt x="6719167" y="1824527"/>
                  </a:lnTo>
                  <a:lnTo>
                    <a:pt x="6778443" y="1851987"/>
                  </a:lnTo>
                  <a:lnTo>
                    <a:pt x="6842836" y="1876506"/>
                  </a:lnTo>
                  <a:lnTo>
                    <a:pt x="6913012" y="1898456"/>
                  </a:lnTo>
                  <a:lnTo>
                    <a:pt x="6989313" y="1918128"/>
                  </a:lnTo>
                  <a:lnTo>
                    <a:pt x="7071579" y="1935732"/>
                  </a:lnTo>
                  <a:lnTo>
                    <a:pt x="7158925" y="1951390"/>
                  </a:lnTo>
                  <a:lnTo>
                    <a:pt x="7249539" y="1965144"/>
                  </a:lnTo>
                  <a:lnTo>
                    <a:pt x="7340567" y="1976974"/>
                  </a:lnTo>
                  <a:lnTo>
                    <a:pt x="7428205" y="1986835"/>
                  </a:lnTo>
                  <a:lnTo>
                    <a:pt x="7508094" y="1994695"/>
                  </a:lnTo>
                  <a:lnTo>
                    <a:pt x="7576034" y="2000593"/>
                  </a:lnTo>
                  <a:lnTo>
                    <a:pt x="7628865" y="2004669"/>
                  </a:lnTo>
                  <a:lnTo>
                    <a:pt x="7665264" y="2007180"/>
                  </a:lnTo>
                  <a:lnTo>
                    <a:pt x="7686175" y="2008476"/>
                  </a:lnTo>
                  <a:lnTo>
                    <a:pt x="7694787" y="2008958"/>
                  </a:lnTo>
                  <a:lnTo>
                    <a:pt x="7696237" y="2009033"/>
                  </a:lnTo>
                  <a:lnTo>
                    <a:pt x="8234974" y="2009033"/>
                  </a:lnTo>
                  <a:lnTo>
                    <a:pt x="8234974" y="1992699"/>
                  </a:ln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4"/>
                  </a:lnTo>
                  <a:lnTo>
                    <a:pt x="3838320" y="39"/>
                  </a:lnTo>
                  <a:lnTo>
                    <a:pt x="3817140" y="136"/>
                  </a:lnTo>
                  <a:lnTo>
                    <a:pt x="3779881" y="326"/>
                  </a:lnTo>
                  <a:lnTo>
                    <a:pt x="3725568" y="636"/>
                  </a:lnTo>
                  <a:lnTo>
                    <a:pt x="3655665" y="1087"/>
                  </a:lnTo>
                  <a:lnTo>
                    <a:pt x="3573584" y="1688"/>
                  </a:lnTo>
                  <a:lnTo>
                    <a:pt x="3483809" y="2442"/>
                  </a:lnTo>
                  <a:lnTo>
                    <a:pt x="3390923" y="3347"/>
                  </a:lnTo>
                  <a:lnTo>
                    <a:pt x="3298859" y="4398"/>
                  </a:lnTo>
                  <a:lnTo>
                    <a:pt x="3210499" y="5596"/>
                  </a:lnTo>
                  <a:lnTo>
                    <a:pt x="3127612" y="6944"/>
                  </a:lnTo>
                  <a:lnTo>
                    <a:pt x="3050992" y="8453"/>
                  </a:lnTo>
                  <a:lnTo>
                    <a:pt x="2980699" y="10140"/>
                  </a:lnTo>
                  <a:lnTo>
                    <a:pt x="2916287" y="12030"/>
                  </a:lnTo>
                  <a:lnTo>
                    <a:pt x="2857002" y="14152"/>
                  </a:lnTo>
                  <a:lnTo>
                    <a:pt x="2801929" y="16540"/>
                  </a:lnTo>
                  <a:lnTo>
                    <a:pt x="2750099" y="19229"/>
                  </a:lnTo>
                  <a:lnTo>
                    <a:pt x="2700582" y="22248"/>
                  </a:lnTo>
                  <a:lnTo>
                    <a:pt x="2667772" y="24500"/>
                  </a:lnTo>
                  <a:lnTo>
                    <a:pt x="2615116" y="28522"/>
                  </a:lnTo>
                  <a:lnTo>
                    <a:pt x="2562964" y="32980"/>
                  </a:lnTo>
                  <a:lnTo>
                    <a:pt x="2510724" y="37880"/>
                  </a:lnTo>
                  <a:lnTo>
                    <a:pt x="2458008" y="43210"/>
                  </a:lnTo>
                  <a:lnTo>
                    <a:pt x="2404606" y="48938"/>
                  </a:lnTo>
                  <a:lnTo>
                    <a:pt x="2350460" y="55013"/>
                  </a:lnTo>
                  <a:lnTo>
                    <a:pt x="2295644" y="61364"/>
                  </a:lnTo>
                  <a:lnTo>
                    <a:pt x="2240337" y="67904"/>
                  </a:lnTo>
                  <a:lnTo>
                    <a:pt x="2184790" y="74533"/>
                  </a:lnTo>
                  <a:lnTo>
                    <a:pt x="2129287" y="81145"/>
                  </a:lnTo>
                  <a:lnTo>
                    <a:pt x="2074109" y="87636"/>
                  </a:lnTo>
                  <a:lnTo>
                    <a:pt x="2019486" y="93910"/>
                  </a:lnTo>
                  <a:lnTo>
                    <a:pt x="1965569" y="99884"/>
                  </a:lnTo>
                  <a:lnTo>
                    <a:pt x="1912393" y="105493"/>
                  </a:lnTo>
                  <a:lnTo>
                    <a:pt x="1859856" y="110692"/>
                  </a:lnTo>
                  <a:lnTo>
                    <a:pt x="1807693" y="115455"/>
                  </a:lnTo>
                  <a:lnTo>
                    <a:pt x="1755458" y="119776"/>
                  </a:lnTo>
                  <a:lnTo>
                    <a:pt x="1719082" y="122502"/>
                  </a:lnTo>
                  <a:lnTo>
                    <a:pt x="1670668" y="125754"/>
                  </a:lnTo>
                  <a:lnTo>
                    <a:pt x="1620509" y="128665"/>
                  </a:lnTo>
                  <a:lnTo>
                    <a:pt x="1567749" y="131255"/>
                  </a:lnTo>
                  <a:lnTo>
                    <a:pt x="1511435" y="133554"/>
                  </a:lnTo>
                  <a:lnTo>
                    <a:pt x="1450608" y="135598"/>
                  </a:lnTo>
                  <a:lnTo>
                    <a:pt x="1384390" y="137420"/>
                  </a:lnTo>
                  <a:lnTo>
                    <a:pt x="1312107" y="139048"/>
                  </a:lnTo>
                  <a:lnTo>
                    <a:pt x="1233450" y="140504"/>
                  </a:lnTo>
                  <a:lnTo>
                    <a:pt x="1148687" y="141803"/>
                  </a:lnTo>
                  <a:lnTo>
                    <a:pt x="1058902" y="142954"/>
                  </a:lnTo>
                  <a:lnTo>
                    <a:pt x="966208" y="143960"/>
                  </a:lnTo>
                  <a:lnTo>
                    <a:pt x="873845" y="144817"/>
                  </a:lnTo>
                  <a:lnTo>
                    <a:pt x="786014" y="145522"/>
                  </a:lnTo>
                  <a:lnTo>
                    <a:pt x="707364" y="146075"/>
                  </a:lnTo>
                  <a:lnTo>
                    <a:pt x="642144" y="146479"/>
                  </a:lnTo>
                  <a:lnTo>
                    <a:pt x="593226" y="146748"/>
                  </a:lnTo>
                  <a:lnTo>
                    <a:pt x="561324" y="146905"/>
                  </a:lnTo>
                  <a:lnTo>
                    <a:pt x="544669" y="146978"/>
                  </a:lnTo>
                  <a:lnTo>
                    <a:pt x="539155" y="147000"/>
                  </a:lnTo>
                  <a:lnTo>
                    <a:pt x="538736" y="147002"/>
                  </a:lnTo>
                  <a:lnTo>
                    <a:pt x="0" y="14700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61" name="pl861"/>
            <p:cNvSpPr/>
            <p:nvPr/>
          </p:nvSpPr>
          <p:spPr>
            <a:xfrm>
              <a:off x="546595" y="3581614"/>
              <a:ext cx="8234974" cy="1992699"/>
            </a:xfrm>
            <a:custGeom>
              <a:avLst/>
              <a:pathLst>
                <a:path w="8234974" h="1992699">
                  <a:moveTo>
                    <a:pt x="0" y="147002"/>
                  </a:moveTo>
                  <a:lnTo>
                    <a:pt x="538736" y="147002"/>
                  </a:lnTo>
                  <a:lnTo>
                    <a:pt x="540039" y="146997"/>
                  </a:lnTo>
                  <a:lnTo>
                    <a:pt x="548535" y="146962"/>
                  </a:lnTo>
                  <a:lnTo>
                    <a:pt x="569715" y="146865"/>
                  </a:lnTo>
                  <a:lnTo>
                    <a:pt x="606974" y="146675"/>
                  </a:lnTo>
                  <a:lnTo>
                    <a:pt x="661287" y="146365"/>
                  </a:lnTo>
                  <a:lnTo>
                    <a:pt x="731190" y="145915"/>
                  </a:lnTo>
                  <a:lnTo>
                    <a:pt x="813270" y="145314"/>
                  </a:lnTo>
                  <a:lnTo>
                    <a:pt x="903046" y="144560"/>
                  </a:lnTo>
                  <a:lnTo>
                    <a:pt x="995931" y="143655"/>
                  </a:lnTo>
                  <a:lnTo>
                    <a:pt x="1087996" y="142603"/>
                  </a:lnTo>
                  <a:lnTo>
                    <a:pt x="1176355" y="141405"/>
                  </a:lnTo>
                  <a:lnTo>
                    <a:pt x="1259243" y="140057"/>
                  </a:lnTo>
                  <a:lnTo>
                    <a:pt x="1335862" y="138548"/>
                  </a:lnTo>
                  <a:lnTo>
                    <a:pt x="1406155" y="136861"/>
                  </a:lnTo>
                  <a:lnTo>
                    <a:pt x="1470567" y="134972"/>
                  </a:lnTo>
                  <a:lnTo>
                    <a:pt x="1529853" y="132850"/>
                  </a:lnTo>
                  <a:lnTo>
                    <a:pt x="1584926" y="130461"/>
                  </a:lnTo>
                  <a:lnTo>
                    <a:pt x="1636755" y="127772"/>
                  </a:lnTo>
                  <a:lnTo>
                    <a:pt x="1686272" y="124753"/>
                  </a:lnTo>
                  <a:lnTo>
                    <a:pt x="1719082" y="122502"/>
                  </a:lnTo>
                  <a:lnTo>
                    <a:pt x="1771738" y="118480"/>
                  </a:lnTo>
                  <a:lnTo>
                    <a:pt x="1823891" y="114022"/>
                  </a:lnTo>
                  <a:lnTo>
                    <a:pt x="1876131" y="109122"/>
                  </a:lnTo>
                  <a:lnTo>
                    <a:pt x="1928847" y="103792"/>
                  </a:lnTo>
                  <a:lnTo>
                    <a:pt x="1982249" y="98063"/>
                  </a:lnTo>
                  <a:lnTo>
                    <a:pt x="2036395" y="91988"/>
                  </a:lnTo>
                  <a:lnTo>
                    <a:pt x="2091211" y="85637"/>
                  </a:lnTo>
                  <a:lnTo>
                    <a:pt x="2146518" y="79097"/>
                  </a:lnTo>
                  <a:lnTo>
                    <a:pt x="2202065" y="72469"/>
                  </a:lnTo>
                  <a:lnTo>
                    <a:pt x="2257567" y="65857"/>
                  </a:lnTo>
                  <a:lnTo>
                    <a:pt x="2312746" y="59366"/>
                  </a:lnTo>
                  <a:lnTo>
                    <a:pt x="2367368" y="53091"/>
                  </a:lnTo>
                  <a:lnTo>
                    <a:pt x="2421285" y="47117"/>
                  </a:lnTo>
                  <a:lnTo>
                    <a:pt x="2474461" y="41508"/>
                  </a:lnTo>
                  <a:lnTo>
                    <a:pt x="2526999" y="36310"/>
                  </a:lnTo>
                  <a:lnTo>
                    <a:pt x="2579161" y="31546"/>
                  </a:lnTo>
                  <a:lnTo>
                    <a:pt x="2631396" y="27225"/>
                  </a:lnTo>
                  <a:lnTo>
                    <a:pt x="2667772" y="24500"/>
                  </a:lnTo>
                  <a:lnTo>
                    <a:pt x="2716187" y="21248"/>
                  </a:lnTo>
                  <a:lnTo>
                    <a:pt x="2766346" y="18336"/>
                  </a:lnTo>
                  <a:lnTo>
                    <a:pt x="2819106" y="15747"/>
                  </a:lnTo>
                  <a:lnTo>
                    <a:pt x="2875419" y="13447"/>
                  </a:lnTo>
                  <a:lnTo>
                    <a:pt x="2936246" y="11403"/>
                  </a:lnTo>
                  <a:lnTo>
                    <a:pt x="3002465" y="9581"/>
                  </a:lnTo>
                  <a:lnTo>
                    <a:pt x="3074748" y="7953"/>
                  </a:lnTo>
                  <a:lnTo>
                    <a:pt x="3153404" y="6497"/>
                  </a:lnTo>
                  <a:lnTo>
                    <a:pt x="3238167" y="5198"/>
                  </a:lnTo>
                  <a:lnTo>
                    <a:pt x="3327953" y="4047"/>
                  </a:lnTo>
                  <a:lnTo>
                    <a:pt x="3420647" y="3042"/>
                  </a:lnTo>
                  <a:lnTo>
                    <a:pt x="3513010" y="2185"/>
                  </a:lnTo>
                  <a:lnTo>
                    <a:pt x="3600840" y="1479"/>
                  </a:lnTo>
                  <a:lnTo>
                    <a:pt x="3679490" y="927"/>
                  </a:lnTo>
                  <a:lnTo>
                    <a:pt x="3744711" y="523"/>
                  </a:lnTo>
                  <a:lnTo>
                    <a:pt x="3793629" y="254"/>
                  </a:lnTo>
                  <a:lnTo>
                    <a:pt x="3825530" y="97"/>
                  </a:lnTo>
                  <a:lnTo>
                    <a:pt x="3842185" y="23"/>
                  </a:lnTo>
                  <a:lnTo>
                    <a:pt x="3847699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7" y="62"/>
                  </a:lnTo>
                  <a:lnTo>
                    <a:pt x="4396134" y="510"/>
                  </a:lnTo>
                  <a:lnTo>
                    <a:pt x="4416236" y="1749"/>
                  </a:lnTo>
                  <a:lnTo>
                    <a:pt x="4451702" y="4180"/>
                  </a:lnTo>
                  <a:lnTo>
                    <a:pt x="4503608" y="8159"/>
                  </a:lnTo>
                  <a:lnTo>
                    <a:pt x="4570755" y="13948"/>
                  </a:lnTo>
                  <a:lnTo>
                    <a:pt x="4650069" y="21694"/>
                  </a:lnTo>
                  <a:lnTo>
                    <a:pt x="4737383" y="31440"/>
                  </a:lnTo>
                  <a:lnTo>
                    <a:pt x="4828328" y="43160"/>
                  </a:lnTo>
                  <a:lnTo>
                    <a:pt x="4919052" y="56804"/>
                  </a:lnTo>
                  <a:lnTo>
                    <a:pt x="5006644" y="72353"/>
                  </a:lnTo>
                  <a:lnTo>
                    <a:pt x="5089232" y="89843"/>
                  </a:lnTo>
                  <a:lnTo>
                    <a:pt x="5165884" y="109393"/>
                  </a:lnTo>
                  <a:lnTo>
                    <a:pt x="5236405" y="131205"/>
                  </a:lnTo>
                  <a:lnTo>
                    <a:pt x="5301114" y="155568"/>
                  </a:lnTo>
                  <a:lnTo>
                    <a:pt x="5360660" y="182848"/>
                  </a:lnTo>
                  <a:lnTo>
                    <a:pt x="5415878" y="213469"/>
                  </a:lnTo>
                  <a:lnTo>
                    <a:pt x="5467674" y="247875"/>
                  </a:lnTo>
                  <a:lnTo>
                    <a:pt x="5516950" y="286474"/>
                  </a:lnTo>
                  <a:lnTo>
                    <a:pt x="5564519" y="329520"/>
                  </a:lnTo>
                  <a:lnTo>
                    <a:pt x="5567201" y="332116"/>
                  </a:lnTo>
                  <a:lnTo>
                    <a:pt x="5607521" y="373259"/>
                  </a:lnTo>
                  <a:lnTo>
                    <a:pt x="5647451" y="417836"/>
                  </a:lnTo>
                  <a:lnTo>
                    <a:pt x="5687290" y="465913"/>
                  </a:lnTo>
                  <a:lnTo>
                    <a:pt x="5727262" y="517481"/>
                  </a:lnTo>
                  <a:lnTo>
                    <a:pt x="5767525" y="572449"/>
                  </a:lnTo>
                  <a:lnTo>
                    <a:pt x="5808177" y="630635"/>
                  </a:lnTo>
                  <a:lnTo>
                    <a:pt x="5849263" y="691761"/>
                  </a:lnTo>
                  <a:lnTo>
                    <a:pt x="5890779" y="755461"/>
                  </a:lnTo>
                  <a:lnTo>
                    <a:pt x="5932679" y="821276"/>
                  </a:lnTo>
                  <a:lnTo>
                    <a:pt x="5974883" y="888677"/>
                  </a:lnTo>
                  <a:lnTo>
                    <a:pt x="6017284" y="957073"/>
                  </a:lnTo>
                  <a:lnTo>
                    <a:pt x="6059758" y="1025835"/>
                  </a:lnTo>
                  <a:lnTo>
                    <a:pt x="6102177" y="1094322"/>
                  </a:lnTo>
                  <a:lnTo>
                    <a:pt x="6144416" y="1161902"/>
                  </a:lnTo>
                  <a:lnTo>
                    <a:pt x="6186365" y="1227977"/>
                  </a:lnTo>
                  <a:lnTo>
                    <a:pt x="6227940" y="1292008"/>
                  </a:lnTo>
                  <a:lnTo>
                    <a:pt x="6269088" y="1353526"/>
                  </a:lnTo>
                  <a:lnTo>
                    <a:pt x="6309800" y="1412150"/>
                  </a:lnTo>
                  <a:lnTo>
                    <a:pt x="6350114" y="1467589"/>
                  </a:lnTo>
                  <a:lnTo>
                    <a:pt x="6390119" y="1519650"/>
                  </a:lnTo>
                  <a:lnTo>
                    <a:pt x="6429965" y="1568226"/>
                  </a:lnTo>
                  <a:lnTo>
                    <a:pt x="6469866" y="1613300"/>
                  </a:lnTo>
                  <a:lnTo>
                    <a:pt x="6510108" y="1654925"/>
                  </a:lnTo>
                  <a:lnTo>
                    <a:pt x="6515891" y="1660582"/>
                  </a:lnTo>
                  <a:lnTo>
                    <a:pt x="6563384" y="1703884"/>
                  </a:lnTo>
                  <a:lnTo>
                    <a:pt x="6612542" y="1742733"/>
                  </a:lnTo>
                  <a:lnTo>
                    <a:pt x="6664170" y="1777369"/>
                  </a:lnTo>
                  <a:lnTo>
                    <a:pt x="6719167" y="1808194"/>
                  </a:lnTo>
                  <a:lnTo>
                    <a:pt x="6778443" y="1835653"/>
                  </a:lnTo>
                  <a:lnTo>
                    <a:pt x="6842836" y="1860173"/>
                  </a:lnTo>
                  <a:lnTo>
                    <a:pt x="6913012" y="1882122"/>
                  </a:lnTo>
                  <a:lnTo>
                    <a:pt x="6989313" y="1901794"/>
                  </a:lnTo>
                  <a:lnTo>
                    <a:pt x="7071579" y="1919399"/>
                  </a:lnTo>
                  <a:lnTo>
                    <a:pt x="7158925" y="1935057"/>
                  </a:lnTo>
                  <a:lnTo>
                    <a:pt x="7249539" y="1948810"/>
                  </a:lnTo>
                  <a:lnTo>
                    <a:pt x="7340567" y="1960641"/>
                  </a:lnTo>
                  <a:lnTo>
                    <a:pt x="7428205" y="1970501"/>
                  </a:lnTo>
                  <a:lnTo>
                    <a:pt x="7508094" y="1978361"/>
                  </a:lnTo>
                  <a:lnTo>
                    <a:pt x="7576034" y="1984259"/>
                  </a:lnTo>
                  <a:lnTo>
                    <a:pt x="7628865" y="1988335"/>
                  </a:lnTo>
                  <a:lnTo>
                    <a:pt x="7665264" y="1990847"/>
                  </a:lnTo>
                  <a:lnTo>
                    <a:pt x="7686175" y="1992143"/>
                  </a:lnTo>
                  <a:lnTo>
                    <a:pt x="7694787" y="1992625"/>
                  </a:lnTo>
                  <a:lnTo>
                    <a:pt x="7696237" y="1992699"/>
                  </a:lnTo>
                  <a:lnTo>
                    <a:pt x="7696237" y="1992699"/>
                  </a:lnTo>
                  <a:lnTo>
                    <a:pt x="8234974" y="19926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2" name="pl862"/>
            <p:cNvSpPr/>
            <p:nvPr/>
          </p:nvSpPr>
          <p:spPr>
            <a:xfrm>
              <a:off x="546595" y="3565281"/>
              <a:ext cx="8234974" cy="1992699"/>
            </a:xfrm>
            <a:custGeom>
              <a:avLst/>
              <a:pathLst>
                <a:path w="8234974" h="1992699">
                  <a:moveTo>
                    <a:pt x="8234974" y="1992699"/>
                  </a:move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4"/>
                  </a:lnTo>
                  <a:lnTo>
                    <a:pt x="3838320" y="39"/>
                  </a:lnTo>
                  <a:lnTo>
                    <a:pt x="3817140" y="136"/>
                  </a:lnTo>
                  <a:lnTo>
                    <a:pt x="3779881" y="326"/>
                  </a:lnTo>
                  <a:lnTo>
                    <a:pt x="3725568" y="636"/>
                  </a:lnTo>
                  <a:lnTo>
                    <a:pt x="3655665" y="1087"/>
                  </a:lnTo>
                  <a:lnTo>
                    <a:pt x="3573584" y="1688"/>
                  </a:lnTo>
                  <a:lnTo>
                    <a:pt x="3483809" y="2442"/>
                  </a:lnTo>
                  <a:lnTo>
                    <a:pt x="3390923" y="3347"/>
                  </a:lnTo>
                  <a:lnTo>
                    <a:pt x="3298859" y="4398"/>
                  </a:lnTo>
                  <a:lnTo>
                    <a:pt x="3210499" y="5596"/>
                  </a:lnTo>
                  <a:lnTo>
                    <a:pt x="3127612" y="6944"/>
                  </a:lnTo>
                  <a:lnTo>
                    <a:pt x="3050992" y="8453"/>
                  </a:lnTo>
                  <a:lnTo>
                    <a:pt x="2980699" y="10140"/>
                  </a:lnTo>
                  <a:lnTo>
                    <a:pt x="2916287" y="12030"/>
                  </a:lnTo>
                  <a:lnTo>
                    <a:pt x="2857002" y="14152"/>
                  </a:lnTo>
                  <a:lnTo>
                    <a:pt x="2801929" y="16540"/>
                  </a:lnTo>
                  <a:lnTo>
                    <a:pt x="2750099" y="19229"/>
                  </a:lnTo>
                  <a:lnTo>
                    <a:pt x="2700582" y="22248"/>
                  </a:lnTo>
                  <a:lnTo>
                    <a:pt x="2667772" y="24500"/>
                  </a:lnTo>
                  <a:lnTo>
                    <a:pt x="2615116" y="28522"/>
                  </a:lnTo>
                  <a:lnTo>
                    <a:pt x="2562964" y="32980"/>
                  </a:lnTo>
                  <a:lnTo>
                    <a:pt x="2510724" y="37880"/>
                  </a:lnTo>
                  <a:lnTo>
                    <a:pt x="2458008" y="43210"/>
                  </a:lnTo>
                  <a:lnTo>
                    <a:pt x="2404606" y="48938"/>
                  </a:lnTo>
                  <a:lnTo>
                    <a:pt x="2350460" y="55013"/>
                  </a:lnTo>
                  <a:lnTo>
                    <a:pt x="2295644" y="61364"/>
                  </a:lnTo>
                  <a:lnTo>
                    <a:pt x="2240337" y="67904"/>
                  </a:lnTo>
                  <a:lnTo>
                    <a:pt x="2184790" y="74533"/>
                  </a:lnTo>
                  <a:lnTo>
                    <a:pt x="2129287" y="81145"/>
                  </a:lnTo>
                  <a:lnTo>
                    <a:pt x="2074109" y="87636"/>
                  </a:lnTo>
                  <a:lnTo>
                    <a:pt x="2019486" y="93910"/>
                  </a:lnTo>
                  <a:lnTo>
                    <a:pt x="1965569" y="99884"/>
                  </a:lnTo>
                  <a:lnTo>
                    <a:pt x="1912393" y="105493"/>
                  </a:lnTo>
                  <a:lnTo>
                    <a:pt x="1859856" y="110692"/>
                  </a:lnTo>
                  <a:lnTo>
                    <a:pt x="1807693" y="115455"/>
                  </a:lnTo>
                  <a:lnTo>
                    <a:pt x="1755458" y="119776"/>
                  </a:lnTo>
                  <a:lnTo>
                    <a:pt x="1719082" y="122502"/>
                  </a:lnTo>
                  <a:lnTo>
                    <a:pt x="1670668" y="125754"/>
                  </a:lnTo>
                  <a:lnTo>
                    <a:pt x="1620509" y="128665"/>
                  </a:lnTo>
                  <a:lnTo>
                    <a:pt x="1567749" y="131255"/>
                  </a:lnTo>
                  <a:lnTo>
                    <a:pt x="1511435" y="133554"/>
                  </a:lnTo>
                  <a:lnTo>
                    <a:pt x="1450608" y="135598"/>
                  </a:lnTo>
                  <a:lnTo>
                    <a:pt x="1384390" y="137420"/>
                  </a:lnTo>
                  <a:lnTo>
                    <a:pt x="1312107" y="139048"/>
                  </a:lnTo>
                  <a:lnTo>
                    <a:pt x="1233450" y="140504"/>
                  </a:lnTo>
                  <a:lnTo>
                    <a:pt x="1148687" y="141803"/>
                  </a:lnTo>
                  <a:lnTo>
                    <a:pt x="1058902" y="142954"/>
                  </a:lnTo>
                  <a:lnTo>
                    <a:pt x="966208" y="143960"/>
                  </a:lnTo>
                  <a:lnTo>
                    <a:pt x="873845" y="144817"/>
                  </a:lnTo>
                  <a:lnTo>
                    <a:pt x="786014" y="145522"/>
                  </a:lnTo>
                  <a:lnTo>
                    <a:pt x="707364" y="146075"/>
                  </a:lnTo>
                  <a:lnTo>
                    <a:pt x="642144" y="146479"/>
                  </a:lnTo>
                  <a:lnTo>
                    <a:pt x="593226" y="146748"/>
                  </a:lnTo>
                  <a:lnTo>
                    <a:pt x="561324" y="146905"/>
                  </a:lnTo>
                  <a:lnTo>
                    <a:pt x="544669" y="146978"/>
                  </a:lnTo>
                  <a:lnTo>
                    <a:pt x="539155" y="147000"/>
                  </a:lnTo>
                  <a:lnTo>
                    <a:pt x="538736" y="147002"/>
                  </a:lnTo>
                  <a:lnTo>
                    <a:pt x="0" y="14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3" name="pg863"/>
            <p:cNvSpPr/>
            <p:nvPr/>
          </p:nvSpPr>
          <p:spPr>
            <a:xfrm>
              <a:off x="546595" y="3608837"/>
              <a:ext cx="8234974" cy="2433706"/>
            </a:xfrm>
            <a:custGeom>
              <a:avLst/>
              <a:pathLst>
                <a:path w="8234974" h="2433706">
                  <a:moveTo>
                    <a:pt x="0" y="125224"/>
                  </a:moveTo>
                  <a:lnTo>
                    <a:pt x="538736" y="125224"/>
                  </a:lnTo>
                  <a:lnTo>
                    <a:pt x="540039" y="125220"/>
                  </a:lnTo>
                  <a:lnTo>
                    <a:pt x="548536" y="125191"/>
                  </a:lnTo>
                  <a:lnTo>
                    <a:pt x="569718" y="125112"/>
                  </a:lnTo>
                  <a:lnTo>
                    <a:pt x="606980" y="124958"/>
                  </a:lnTo>
                  <a:lnTo>
                    <a:pt x="661298" y="124705"/>
                  </a:lnTo>
                  <a:lnTo>
                    <a:pt x="731207" y="124338"/>
                  </a:lnTo>
                  <a:lnTo>
                    <a:pt x="813292" y="123848"/>
                  </a:lnTo>
                  <a:lnTo>
                    <a:pt x="903072" y="123234"/>
                  </a:lnTo>
                  <a:lnTo>
                    <a:pt x="995962" y="122496"/>
                  </a:lnTo>
                  <a:lnTo>
                    <a:pt x="1088028" y="121639"/>
                  </a:lnTo>
                  <a:lnTo>
                    <a:pt x="1176389" y="120663"/>
                  </a:lnTo>
                  <a:lnTo>
                    <a:pt x="1259278" y="119564"/>
                  </a:lnTo>
                  <a:lnTo>
                    <a:pt x="1335897" y="118335"/>
                  </a:lnTo>
                  <a:lnTo>
                    <a:pt x="1406189" y="116960"/>
                  </a:lnTo>
                  <a:lnTo>
                    <a:pt x="1470601" y="115420"/>
                  </a:lnTo>
                  <a:lnTo>
                    <a:pt x="1529886" y="113691"/>
                  </a:lnTo>
                  <a:lnTo>
                    <a:pt x="1584959" y="111745"/>
                  </a:lnTo>
                  <a:lnTo>
                    <a:pt x="1636788" y="109554"/>
                  </a:lnTo>
                  <a:lnTo>
                    <a:pt x="1686306" y="107093"/>
                  </a:lnTo>
                  <a:lnTo>
                    <a:pt x="1719082" y="105260"/>
                  </a:lnTo>
                  <a:lnTo>
                    <a:pt x="1771785" y="101981"/>
                  </a:lnTo>
                  <a:lnTo>
                    <a:pt x="1823983" y="98344"/>
                  </a:lnTo>
                  <a:lnTo>
                    <a:pt x="1876271" y="94347"/>
                  </a:lnTo>
                  <a:lnTo>
                    <a:pt x="1929035" y="90000"/>
                  </a:lnTo>
                  <a:lnTo>
                    <a:pt x="1982488" y="85327"/>
                  </a:lnTo>
                  <a:lnTo>
                    <a:pt x="2036686" y="80371"/>
                  </a:lnTo>
                  <a:lnTo>
                    <a:pt x="2091554" y="75190"/>
                  </a:lnTo>
                  <a:lnTo>
                    <a:pt x="2146912" y="69856"/>
                  </a:lnTo>
                  <a:lnTo>
                    <a:pt x="2202510" y="64450"/>
                  </a:lnTo>
                  <a:lnTo>
                    <a:pt x="2258060" y="59058"/>
                  </a:lnTo>
                  <a:lnTo>
                    <a:pt x="2313283" y="53765"/>
                  </a:lnTo>
                  <a:lnTo>
                    <a:pt x="2367947" y="48651"/>
                  </a:lnTo>
                  <a:lnTo>
                    <a:pt x="2421904" y="43782"/>
                  </a:lnTo>
                  <a:lnTo>
                    <a:pt x="2475119" y="39211"/>
                  </a:lnTo>
                  <a:lnTo>
                    <a:pt x="2527696" y="34976"/>
                  </a:lnTo>
                  <a:lnTo>
                    <a:pt x="2579903" y="31096"/>
                  </a:lnTo>
                  <a:lnTo>
                    <a:pt x="2632190" y="27578"/>
                  </a:lnTo>
                  <a:lnTo>
                    <a:pt x="2667772" y="25407"/>
                  </a:lnTo>
                  <a:lnTo>
                    <a:pt x="2716188" y="22757"/>
                  </a:lnTo>
                  <a:lnTo>
                    <a:pt x="2766350" y="20385"/>
                  </a:lnTo>
                  <a:lnTo>
                    <a:pt x="2819112" y="18275"/>
                  </a:lnTo>
                  <a:lnTo>
                    <a:pt x="2875428" y="16401"/>
                  </a:lnTo>
                  <a:lnTo>
                    <a:pt x="2936258" y="14735"/>
                  </a:lnTo>
                  <a:lnTo>
                    <a:pt x="3002480" y="13251"/>
                  </a:lnTo>
                  <a:lnTo>
                    <a:pt x="3074767" y="11925"/>
                  </a:lnTo>
                  <a:lnTo>
                    <a:pt x="3153428" y="10738"/>
                  </a:lnTo>
                  <a:lnTo>
                    <a:pt x="3238196" y="9680"/>
                  </a:lnTo>
                  <a:lnTo>
                    <a:pt x="3327986" y="8742"/>
                  </a:lnTo>
                  <a:lnTo>
                    <a:pt x="3420684" y="7923"/>
                  </a:lnTo>
                  <a:lnTo>
                    <a:pt x="3513049" y="7224"/>
                  </a:lnTo>
                  <a:lnTo>
                    <a:pt x="3600880" y="6649"/>
                  </a:lnTo>
                  <a:lnTo>
                    <a:pt x="3679527" y="6199"/>
                  </a:lnTo>
                  <a:lnTo>
                    <a:pt x="3744742" y="5870"/>
                  </a:lnTo>
                  <a:lnTo>
                    <a:pt x="3793652" y="5651"/>
                  </a:lnTo>
                  <a:lnTo>
                    <a:pt x="3825545" y="5523"/>
                  </a:lnTo>
                  <a:lnTo>
                    <a:pt x="3842192" y="5463"/>
                  </a:lnTo>
                  <a:lnTo>
                    <a:pt x="3847700" y="544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6" y="5518"/>
                  </a:lnTo>
                  <a:lnTo>
                    <a:pt x="4395904" y="6050"/>
                  </a:lnTo>
                  <a:lnTo>
                    <a:pt x="4415525" y="7520"/>
                  </a:lnTo>
                  <a:lnTo>
                    <a:pt x="4450190" y="10406"/>
                  </a:lnTo>
                  <a:lnTo>
                    <a:pt x="4501017" y="15132"/>
                  </a:lnTo>
                  <a:lnTo>
                    <a:pt x="4566916" y="22015"/>
                  </a:lnTo>
                  <a:lnTo>
                    <a:pt x="4644964" y="31236"/>
                  </a:lnTo>
                  <a:lnTo>
                    <a:pt x="4731139" y="42852"/>
                  </a:lnTo>
                  <a:lnTo>
                    <a:pt x="4821169" y="56834"/>
                  </a:lnTo>
                  <a:lnTo>
                    <a:pt x="4911248" y="73126"/>
                  </a:lnTo>
                  <a:lnTo>
                    <a:pt x="4998455" y="91698"/>
                  </a:lnTo>
                  <a:lnTo>
                    <a:pt x="5080877" y="112586"/>
                  </a:lnTo>
                  <a:lnTo>
                    <a:pt x="5157523" y="135921"/>
                  </a:lnTo>
                  <a:lnTo>
                    <a:pt x="5228135" y="161932"/>
                  </a:lnTo>
                  <a:lnTo>
                    <a:pt x="5292977" y="190950"/>
                  </a:lnTo>
                  <a:lnTo>
                    <a:pt x="5352650" y="223400"/>
                  </a:lnTo>
                  <a:lnTo>
                    <a:pt x="5407947" y="259776"/>
                  </a:lnTo>
                  <a:lnTo>
                    <a:pt x="5459750" y="300608"/>
                  </a:lnTo>
                  <a:lnTo>
                    <a:pt x="5508941" y="346391"/>
                  </a:lnTo>
                  <a:lnTo>
                    <a:pt x="5556333" y="397469"/>
                  </a:lnTo>
                  <a:lnTo>
                    <a:pt x="5567201" y="410154"/>
                  </a:lnTo>
                  <a:lnTo>
                    <a:pt x="5604825" y="456789"/>
                  </a:lnTo>
                  <a:lnTo>
                    <a:pt x="5642091" y="507057"/>
                  </a:lnTo>
                  <a:lnTo>
                    <a:pt x="5679247" y="561031"/>
                  </a:lnTo>
                  <a:lnTo>
                    <a:pt x="5716485" y="618716"/>
                  </a:lnTo>
                  <a:lnTo>
                    <a:pt x="5753945" y="680043"/>
                  </a:lnTo>
                  <a:lnTo>
                    <a:pt x="5791721" y="744857"/>
                  </a:lnTo>
                  <a:lnTo>
                    <a:pt x="5829865" y="812921"/>
                  </a:lnTo>
                  <a:lnTo>
                    <a:pt x="5868389" y="883909"/>
                  </a:lnTo>
                  <a:lnTo>
                    <a:pt x="5907274" y="957413"/>
                  </a:lnTo>
                  <a:lnTo>
                    <a:pt x="5946469" y="1032948"/>
                  </a:lnTo>
                  <a:lnTo>
                    <a:pt x="5985900" y="1109965"/>
                  </a:lnTo>
                  <a:lnTo>
                    <a:pt x="6025475" y="1187867"/>
                  </a:lnTo>
                  <a:lnTo>
                    <a:pt x="6065094" y="1266027"/>
                  </a:lnTo>
                  <a:lnTo>
                    <a:pt x="6104650" y="1343809"/>
                  </a:lnTo>
                  <a:lnTo>
                    <a:pt x="6144043" y="1420591"/>
                  </a:lnTo>
                  <a:lnTo>
                    <a:pt x="6183184" y="1495783"/>
                  </a:lnTo>
                  <a:lnTo>
                    <a:pt x="6222004" y="1568847"/>
                  </a:lnTo>
                  <a:lnTo>
                    <a:pt x="6260457" y="1639312"/>
                  </a:lnTo>
                  <a:lnTo>
                    <a:pt x="6298529" y="1706785"/>
                  </a:lnTo>
                  <a:lnTo>
                    <a:pt x="6336240" y="1770956"/>
                  </a:lnTo>
                  <a:lnTo>
                    <a:pt x="6373650" y="1831604"/>
                  </a:lnTo>
                  <a:lnTo>
                    <a:pt x="6410860" y="1888592"/>
                  </a:lnTo>
                  <a:lnTo>
                    <a:pt x="6448021" y="1941864"/>
                  </a:lnTo>
                  <a:lnTo>
                    <a:pt x="6485333" y="1991439"/>
                  </a:lnTo>
                  <a:lnTo>
                    <a:pt x="6515891" y="2028996"/>
                  </a:lnTo>
                  <a:lnTo>
                    <a:pt x="6562964" y="2081327"/>
                  </a:lnTo>
                  <a:lnTo>
                    <a:pt x="6611667" y="2128324"/>
                  </a:lnTo>
                  <a:lnTo>
                    <a:pt x="6662784" y="2170269"/>
                  </a:lnTo>
                  <a:lnTo>
                    <a:pt x="6717186" y="2207637"/>
                  </a:lnTo>
                  <a:lnTo>
                    <a:pt x="6775763" y="2240956"/>
                  </a:lnTo>
                  <a:lnTo>
                    <a:pt x="6839336" y="2270734"/>
                  </a:lnTo>
                  <a:lnTo>
                    <a:pt x="6908564" y="2297413"/>
                  </a:lnTo>
                  <a:lnTo>
                    <a:pt x="6983803" y="2321347"/>
                  </a:lnTo>
                  <a:lnTo>
                    <a:pt x="7064936" y="2342791"/>
                  </a:lnTo>
                  <a:lnTo>
                    <a:pt x="7151162" y="2361897"/>
                  </a:lnTo>
                  <a:lnTo>
                    <a:pt x="7240795" y="2378721"/>
                  </a:lnTo>
                  <a:lnTo>
                    <a:pt x="7331149" y="2393247"/>
                  </a:lnTo>
                  <a:lnTo>
                    <a:pt x="7418597" y="2405419"/>
                  </a:lnTo>
                  <a:lnTo>
                    <a:pt x="7498923" y="2415198"/>
                  </a:lnTo>
                  <a:lnTo>
                    <a:pt x="7567972" y="2422615"/>
                  </a:lnTo>
                  <a:lnTo>
                    <a:pt x="7622487" y="2427820"/>
                  </a:lnTo>
                  <a:lnTo>
                    <a:pt x="7660905" y="2431101"/>
                  </a:lnTo>
                  <a:lnTo>
                    <a:pt x="7683818" y="2432859"/>
                  </a:lnTo>
                  <a:lnTo>
                    <a:pt x="7694016" y="2433566"/>
                  </a:lnTo>
                  <a:lnTo>
                    <a:pt x="7696237" y="2433706"/>
                  </a:lnTo>
                  <a:lnTo>
                    <a:pt x="8234974" y="2433706"/>
                  </a:lnTo>
                  <a:lnTo>
                    <a:pt x="8234974" y="2428262"/>
                  </a:lnTo>
                  <a:lnTo>
                    <a:pt x="7696237" y="2428262"/>
                  </a:lnTo>
                  <a:lnTo>
                    <a:pt x="7695037" y="2428187"/>
                  </a:lnTo>
                  <a:lnTo>
                    <a:pt x="7687188" y="2427656"/>
                  </a:lnTo>
                  <a:lnTo>
                    <a:pt x="7667567" y="2426186"/>
                  </a:lnTo>
                  <a:lnTo>
                    <a:pt x="7632902" y="2423300"/>
                  </a:lnTo>
                  <a:lnTo>
                    <a:pt x="7582076" y="2418573"/>
                  </a:lnTo>
                  <a:lnTo>
                    <a:pt x="7516177" y="2411691"/>
                  </a:lnTo>
                  <a:lnTo>
                    <a:pt x="7438128" y="2402470"/>
                  </a:lnTo>
                  <a:lnTo>
                    <a:pt x="7351953" y="2390854"/>
                  </a:lnTo>
                  <a:lnTo>
                    <a:pt x="7261924" y="2376871"/>
                  </a:lnTo>
                  <a:lnTo>
                    <a:pt x="7171845" y="2360580"/>
                  </a:lnTo>
                  <a:lnTo>
                    <a:pt x="7084638" y="2342008"/>
                  </a:lnTo>
                  <a:lnTo>
                    <a:pt x="7002216" y="2321119"/>
                  </a:lnTo>
                  <a:lnTo>
                    <a:pt x="6925570" y="2297785"/>
                  </a:lnTo>
                  <a:lnTo>
                    <a:pt x="6854957" y="2271774"/>
                  </a:lnTo>
                  <a:lnTo>
                    <a:pt x="6790116" y="2242755"/>
                  </a:lnTo>
                  <a:lnTo>
                    <a:pt x="6730443" y="2210306"/>
                  </a:lnTo>
                  <a:lnTo>
                    <a:pt x="6675145" y="2173930"/>
                  </a:lnTo>
                  <a:lnTo>
                    <a:pt x="6623342" y="2133098"/>
                  </a:lnTo>
                  <a:lnTo>
                    <a:pt x="6574151" y="2087315"/>
                  </a:lnTo>
                  <a:lnTo>
                    <a:pt x="6526760" y="2036236"/>
                  </a:lnTo>
                  <a:lnTo>
                    <a:pt x="6515891" y="2023551"/>
                  </a:lnTo>
                  <a:lnTo>
                    <a:pt x="6478267" y="1976917"/>
                  </a:lnTo>
                  <a:lnTo>
                    <a:pt x="6441002" y="1926649"/>
                  </a:lnTo>
                  <a:lnTo>
                    <a:pt x="6403845" y="1872675"/>
                  </a:lnTo>
                  <a:lnTo>
                    <a:pt x="6366607" y="1814989"/>
                  </a:lnTo>
                  <a:lnTo>
                    <a:pt x="6329147" y="1753663"/>
                  </a:lnTo>
                  <a:lnTo>
                    <a:pt x="6291371" y="1688849"/>
                  </a:lnTo>
                  <a:lnTo>
                    <a:pt x="6253228" y="1620785"/>
                  </a:lnTo>
                  <a:lnTo>
                    <a:pt x="6214703" y="1549796"/>
                  </a:lnTo>
                  <a:lnTo>
                    <a:pt x="6175819" y="1476292"/>
                  </a:lnTo>
                  <a:lnTo>
                    <a:pt x="6136624" y="1400758"/>
                  </a:lnTo>
                  <a:lnTo>
                    <a:pt x="6097193" y="1323741"/>
                  </a:lnTo>
                  <a:lnTo>
                    <a:pt x="6057617" y="1245839"/>
                  </a:lnTo>
                  <a:lnTo>
                    <a:pt x="6017999" y="1167679"/>
                  </a:lnTo>
                  <a:lnTo>
                    <a:pt x="5978443" y="1089897"/>
                  </a:lnTo>
                  <a:lnTo>
                    <a:pt x="5939050" y="1013115"/>
                  </a:lnTo>
                  <a:lnTo>
                    <a:pt x="5899908" y="937923"/>
                  </a:lnTo>
                  <a:lnTo>
                    <a:pt x="5861089" y="864859"/>
                  </a:lnTo>
                  <a:lnTo>
                    <a:pt x="5822635" y="794394"/>
                  </a:lnTo>
                  <a:lnTo>
                    <a:pt x="5784563" y="726921"/>
                  </a:lnTo>
                  <a:lnTo>
                    <a:pt x="5746852" y="662750"/>
                  </a:lnTo>
                  <a:lnTo>
                    <a:pt x="5709443" y="602101"/>
                  </a:lnTo>
                  <a:lnTo>
                    <a:pt x="5672232" y="545113"/>
                  </a:lnTo>
                  <a:lnTo>
                    <a:pt x="5635072" y="491841"/>
                  </a:lnTo>
                  <a:lnTo>
                    <a:pt x="5597760" y="442267"/>
                  </a:lnTo>
                  <a:lnTo>
                    <a:pt x="5567201" y="404710"/>
                  </a:lnTo>
                  <a:lnTo>
                    <a:pt x="5520128" y="352379"/>
                  </a:lnTo>
                  <a:lnTo>
                    <a:pt x="5471425" y="305382"/>
                  </a:lnTo>
                  <a:lnTo>
                    <a:pt x="5420309" y="263437"/>
                  </a:lnTo>
                  <a:lnTo>
                    <a:pt x="5365906" y="226069"/>
                  </a:lnTo>
                  <a:lnTo>
                    <a:pt x="5307330" y="192750"/>
                  </a:lnTo>
                  <a:lnTo>
                    <a:pt x="5243756" y="162972"/>
                  </a:lnTo>
                  <a:lnTo>
                    <a:pt x="5174529" y="136293"/>
                  </a:lnTo>
                  <a:lnTo>
                    <a:pt x="5099289" y="112359"/>
                  </a:lnTo>
                  <a:lnTo>
                    <a:pt x="5018156" y="90915"/>
                  </a:lnTo>
                  <a:lnTo>
                    <a:pt x="4931930" y="71809"/>
                  </a:lnTo>
                  <a:lnTo>
                    <a:pt x="4842297" y="54985"/>
                  </a:lnTo>
                  <a:lnTo>
                    <a:pt x="4751944" y="40459"/>
                  </a:lnTo>
                  <a:lnTo>
                    <a:pt x="4664495" y="28287"/>
                  </a:lnTo>
                  <a:lnTo>
                    <a:pt x="4584169" y="18508"/>
                  </a:lnTo>
                  <a:lnTo>
                    <a:pt x="4515121" y="11091"/>
                  </a:lnTo>
                  <a:lnTo>
                    <a:pt x="4460605" y="5886"/>
                  </a:lnTo>
                  <a:lnTo>
                    <a:pt x="4422188" y="2605"/>
                  </a:lnTo>
                  <a:lnTo>
                    <a:pt x="4399275" y="846"/>
                  </a:lnTo>
                  <a:lnTo>
                    <a:pt x="4389076" y="1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3"/>
                  </a:lnTo>
                  <a:lnTo>
                    <a:pt x="3838318" y="32"/>
                  </a:lnTo>
                  <a:lnTo>
                    <a:pt x="3817137" y="111"/>
                  </a:lnTo>
                  <a:lnTo>
                    <a:pt x="3779874" y="266"/>
                  </a:lnTo>
                  <a:lnTo>
                    <a:pt x="3725557" y="518"/>
                  </a:lnTo>
                  <a:lnTo>
                    <a:pt x="3655648" y="885"/>
                  </a:lnTo>
                  <a:lnTo>
                    <a:pt x="3573562" y="1375"/>
                  </a:lnTo>
                  <a:lnTo>
                    <a:pt x="3483782" y="1990"/>
                  </a:lnTo>
                  <a:lnTo>
                    <a:pt x="3390893" y="2727"/>
                  </a:lnTo>
                  <a:lnTo>
                    <a:pt x="3298826" y="3584"/>
                  </a:lnTo>
                  <a:lnTo>
                    <a:pt x="3210465" y="4560"/>
                  </a:lnTo>
                  <a:lnTo>
                    <a:pt x="3127577" y="5659"/>
                  </a:lnTo>
                  <a:lnTo>
                    <a:pt x="3050958" y="6888"/>
                  </a:lnTo>
                  <a:lnTo>
                    <a:pt x="2980665" y="8263"/>
                  </a:lnTo>
                  <a:lnTo>
                    <a:pt x="2916254" y="9803"/>
                  </a:lnTo>
                  <a:lnTo>
                    <a:pt x="2856969" y="11532"/>
                  </a:lnTo>
                  <a:lnTo>
                    <a:pt x="2801896" y="13478"/>
                  </a:lnTo>
                  <a:lnTo>
                    <a:pt x="2750066" y="15670"/>
                  </a:lnTo>
                  <a:lnTo>
                    <a:pt x="2700549" y="18130"/>
                  </a:lnTo>
                  <a:lnTo>
                    <a:pt x="2667772" y="19963"/>
                  </a:lnTo>
                  <a:lnTo>
                    <a:pt x="2615070" y="23243"/>
                  </a:lnTo>
                  <a:lnTo>
                    <a:pt x="2562871" y="26879"/>
                  </a:lnTo>
                  <a:lnTo>
                    <a:pt x="2510584" y="30876"/>
                  </a:lnTo>
                  <a:lnTo>
                    <a:pt x="2457819" y="35224"/>
                  </a:lnTo>
                  <a:lnTo>
                    <a:pt x="2404367" y="39897"/>
                  </a:lnTo>
                  <a:lnTo>
                    <a:pt x="2350169" y="44853"/>
                  </a:lnTo>
                  <a:lnTo>
                    <a:pt x="2295301" y="50033"/>
                  </a:lnTo>
                  <a:lnTo>
                    <a:pt x="2239942" y="55367"/>
                  </a:lnTo>
                  <a:lnTo>
                    <a:pt x="2184345" y="60773"/>
                  </a:lnTo>
                  <a:lnTo>
                    <a:pt x="2128795" y="66165"/>
                  </a:lnTo>
                  <a:lnTo>
                    <a:pt x="2073572" y="71458"/>
                  </a:lnTo>
                  <a:lnTo>
                    <a:pt x="2018907" y="76572"/>
                  </a:lnTo>
                  <a:lnTo>
                    <a:pt x="1964950" y="81442"/>
                  </a:lnTo>
                  <a:lnTo>
                    <a:pt x="1911736" y="86012"/>
                  </a:lnTo>
                  <a:lnTo>
                    <a:pt x="1859158" y="90247"/>
                  </a:lnTo>
                  <a:lnTo>
                    <a:pt x="1806952" y="94127"/>
                  </a:lnTo>
                  <a:lnTo>
                    <a:pt x="1754665" y="97646"/>
                  </a:lnTo>
                  <a:lnTo>
                    <a:pt x="1719082" y="99816"/>
                  </a:lnTo>
                  <a:lnTo>
                    <a:pt x="1670666" y="102466"/>
                  </a:lnTo>
                  <a:lnTo>
                    <a:pt x="1620505" y="104838"/>
                  </a:lnTo>
                  <a:lnTo>
                    <a:pt x="1567743" y="106948"/>
                  </a:lnTo>
                  <a:lnTo>
                    <a:pt x="1511427" y="108822"/>
                  </a:lnTo>
                  <a:lnTo>
                    <a:pt x="1450597" y="110488"/>
                  </a:lnTo>
                  <a:lnTo>
                    <a:pt x="1384375" y="111972"/>
                  </a:lnTo>
                  <a:lnTo>
                    <a:pt x="1312087" y="113299"/>
                  </a:lnTo>
                  <a:lnTo>
                    <a:pt x="1233426" y="114485"/>
                  </a:lnTo>
                  <a:lnTo>
                    <a:pt x="1148659" y="115544"/>
                  </a:lnTo>
                  <a:lnTo>
                    <a:pt x="1058868" y="116482"/>
                  </a:lnTo>
                  <a:lnTo>
                    <a:pt x="966171" y="117301"/>
                  </a:lnTo>
                  <a:lnTo>
                    <a:pt x="873806" y="117999"/>
                  </a:lnTo>
                  <a:lnTo>
                    <a:pt x="785975" y="118574"/>
                  </a:lnTo>
                  <a:lnTo>
                    <a:pt x="707327" y="119024"/>
                  </a:lnTo>
                  <a:lnTo>
                    <a:pt x="642112" y="119353"/>
                  </a:lnTo>
                  <a:lnTo>
                    <a:pt x="593202" y="119572"/>
                  </a:lnTo>
                  <a:lnTo>
                    <a:pt x="561310" y="119700"/>
                  </a:lnTo>
                  <a:lnTo>
                    <a:pt x="544663" y="119760"/>
                  </a:lnTo>
                  <a:lnTo>
                    <a:pt x="539154" y="119778"/>
                  </a:lnTo>
                  <a:lnTo>
                    <a:pt x="538736" y="119779"/>
                  </a:lnTo>
                  <a:lnTo>
                    <a:pt x="0" y="11977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64" name="pl864"/>
            <p:cNvSpPr/>
            <p:nvPr/>
          </p:nvSpPr>
          <p:spPr>
            <a:xfrm>
              <a:off x="546595" y="3614282"/>
              <a:ext cx="8234974" cy="2428262"/>
            </a:xfrm>
            <a:custGeom>
              <a:avLst/>
              <a:pathLst>
                <a:path w="8234974" h="2428262">
                  <a:moveTo>
                    <a:pt x="0" y="119779"/>
                  </a:moveTo>
                  <a:lnTo>
                    <a:pt x="538736" y="119779"/>
                  </a:lnTo>
                  <a:lnTo>
                    <a:pt x="540039" y="119775"/>
                  </a:lnTo>
                  <a:lnTo>
                    <a:pt x="548536" y="119747"/>
                  </a:lnTo>
                  <a:lnTo>
                    <a:pt x="569718" y="119668"/>
                  </a:lnTo>
                  <a:lnTo>
                    <a:pt x="606980" y="119513"/>
                  </a:lnTo>
                  <a:lnTo>
                    <a:pt x="661298" y="119260"/>
                  </a:lnTo>
                  <a:lnTo>
                    <a:pt x="731207" y="118893"/>
                  </a:lnTo>
                  <a:lnTo>
                    <a:pt x="813292" y="118404"/>
                  </a:lnTo>
                  <a:lnTo>
                    <a:pt x="903072" y="117789"/>
                  </a:lnTo>
                  <a:lnTo>
                    <a:pt x="995962" y="117052"/>
                  </a:lnTo>
                  <a:lnTo>
                    <a:pt x="1088028" y="116195"/>
                  </a:lnTo>
                  <a:lnTo>
                    <a:pt x="1176389" y="115218"/>
                  </a:lnTo>
                  <a:lnTo>
                    <a:pt x="1259278" y="114120"/>
                  </a:lnTo>
                  <a:lnTo>
                    <a:pt x="1335897" y="112890"/>
                  </a:lnTo>
                  <a:lnTo>
                    <a:pt x="1406189" y="111516"/>
                  </a:lnTo>
                  <a:lnTo>
                    <a:pt x="1470601" y="109976"/>
                  </a:lnTo>
                  <a:lnTo>
                    <a:pt x="1529886" y="108247"/>
                  </a:lnTo>
                  <a:lnTo>
                    <a:pt x="1584959" y="106300"/>
                  </a:lnTo>
                  <a:lnTo>
                    <a:pt x="1636788" y="104109"/>
                  </a:lnTo>
                  <a:lnTo>
                    <a:pt x="1686306" y="101649"/>
                  </a:lnTo>
                  <a:lnTo>
                    <a:pt x="1719082" y="99816"/>
                  </a:lnTo>
                  <a:lnTo>
                    <a:pt x="1771785" y="96536"/>
                  </a:lnTo>
                  <a:lnTo>
                    <a:pt x="1823983" y="92900"/>
                  </a:lnTo>
                  <a:lnTo>
                    <a:pt x="1876271" y="88903"/>
                  </a:lnTo>
                  <a:lnTo>
                    <a:pt x="1929035" y="84555"/>
                  </a:lnTo>
                  <a:lnTo>
                    <a:pt x="1982488" y="79882"/>
                  </a:lnTo>
                  <a:lnTo>
                    <a:pt x="2036686" y="74926"/>
                  </a:lnTo>
                  <a:lnTo>
                    <a:pt x="2091554" y="69745"/>
                  </a:lnTo>
                  <a:lnTo>
                    <a:pt x="2146912" y="64411"/>
                  </a:lnTo>
                  <a:lnTo>
                    <a:pt x="2202510" y="59005"/>
                  </a:lnTo>
                  <a:lnTo>
                    <a:pt x="2258060" y="53614"/>
                  </a:lnTo>
                  <a:lnTo>
                    <a:pt x="2313283" y="48321"/>
                  </a:lnTo>
                  <a:lnTo>
                    <a:pt x="2367947" y="43206"/>
                  </a:lnTo>
                  <a:lnTo>
                    <a:pt x="2421904" y="38337"/>
                  </a:lnTo>
                  <a:lnTo>
                    <a:pt x="2475119" y="33767"/>
                  </a:lnTo>
                  <a:lnTo>
                    <a:pt x="2527696" y="29531"/>
                  </a:lnTo>
                  <a:lnTo>
                    <a:pt x="2579903" y="25652"/>
                  </a:lnTo>
                  <a:lnTo>
                    <a:pt x="2632190" y="22133"/>
                  </a:lnTo>
                  <a:lnTo>
                    <a:pt x="2667772" y="19963"/>
                  </a:lnTo>
                  <a:lnTo>
                    <a:pt x="2716188" y="17313"/>
                  </a:lnTo>
                  <a:lnTo>
                    <a:pt x="2766350" y="14941"/>
                  </a:lnTo>
                  <a:lnTo>
                    <a:pt x="2819112" y="12830"/>
                  </a:lnTo>
                  <a:lnTo>
                    <a:pt x="2875428" y="10957"/>
                  </a:lnTo>
                  <a:lnTo>
                    <a:pt x="2936258" y="9291"/>
                  </a:lnTo>
                  <a:lnTo>
                    <a:pt x="3002480" y="7806"/>
                  </a:lnTo>
                  <a:lnTo>
                    <a:pt x="3074767" y="6480"/>
                  </a:lnTo>
                  <a:lnTo>
                    <a:pt x="3153428" y="5294"/>
                  </a:lnTo>
                  <a:lnTo>
                    <a:pt x="3238196" y="4235"/>
                  </a:lnTo>
                  <a:lnTo>
                    <a:pt x="3327986" y="3297"/>
                  </a:lnTo>
                  <a:lnTo>
                    <a:pt x="3420684" y="2478"/>
                  </a:lnTo>
                  <a:lnTo>
                    <a:pt x="3513049" y="1780"/>
                  </a:lnTo>
                  <a:lnTo>
                    <a:pt x="3600880" y="1205"/>
                  </a:lnTo>
                  <a:lnTo>
                    <a:pt x="3679527" y="755"/>
                  </a:lnTo>
                  <a:lnTo>
                    <a:pt x="3744742" y="426"/>
                  </a:lnTo>
                  <a:lnTo>
                    <a:pt x="3793652" y="206"/>
                  </a:lnTo>
                  <a:lnTo>
                    <a:pt x="3825545" y="79"/>
                  </a:lnTo>
                  <a:lnTo>
                    <a:pt x="3842192" y="19"/>
                  </a:lnTo>
                  <a:lnTo>
                    <a:pt x="3847700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6" y="74"/>
                  </a:lnTo>
                  <a:lnTo>
                    <a:pt x="4395904" y="606"/>
                  </a:lnTo>
                  <a:lnTo>
                    <a:pt x="4415525" y="2075"/>
                  </a:lnTo>
                  <a:lnTo>
                    <a:pt x="4450190" y="4962"/>
                  </a:lnTo>
                  <a:lnTo>
                    <a:pt x="4501017" y="9688"/>
                  </a:lnTo>
                  <a:lnTo>
                    <a:pt x="4566916" y="16570"/>
                  </a:lnTo>
                  <a:lnTo>
                    <a:pt x="4644964" y="25792"/>
                  </a:lnTo>
                  <a:lnTo>
                    <a:pt x="4731139" y="37408"/>
                  </a:lnTo>
                  <a:lnTo>
                    <a:pt x="4821169" y="51390"/>
                  </a:lnTo>
                  <a:lnTo>
                    <a:pt x="4911248" y="67682"/>
                  </a:lnTo>
                  <a:lnTo>
                    <a:pt x="4998455" y="86253"/>
                  </a:lnTo>
                  <a:lnTo>
                    <a:pt x="5080877" y="107142"/>
                  </a:lnTo>
                  <a:lnTo>
                    <a:pt x="5157523" y="130476"/>
                  </a:lnTo>
                  <a:lnTo>
                    <a:pt x="5228135" y="156487"/>
                  </a:lnTo>
                  <a:lnTo>
                    <a:pt x="5292977" y="185506"/>
                  </a:lnTo>
                  <a:lnTo>
                    <a:pt x="5352650" y="217955"/>
                  </a:lnTo>
                  <a:lnTo>
                    <a:pt x="5407947" y="254331"/>
                  </a:lnTo>
                  <a:lnTo>
                    <a:pt x="5459750" y="295163"/>
                  </a:lnTo>
                  <a:lnTo>
                    <a:pt x="5508941" y="340946"/>
                  </a:lnTo>
                  <a:lnTo>
                    <a:pt x="5556333" y="392025"/>
                  </a:lnTo>
                  <a:lnTo>
                    <a:pt x="5567201" y="404710"/>
                  </a:lnTo>
                  <a:lnTo>
                    <a:pt x="5604825" y="451344"/>
                  </a:lnTo>
                  <a:lnTo>
                    <a:pt x="5642091" y="501612"/>
                  </a:lnTo>
                  <a:lnTo>
                    <a:pt x="5679247" y="555586"/>
                  </a:lnTo>
                  <a:lnTo>
                    <a:pt x="5716485" y="613272"/>
                  </a:lnTo>
                  <a:lnTo>
                    <a:pt x="5753945" y="674598"/>
                  </a:lnTo>
                  <a:lnTo>
                    <a:pt x="5791721" y="739412"/>
                  </a:lnTo>
                  <a:lnTo>
                    <a:pt x="5829865" y="807476"/>
                  </a:lnTo>
                  <a:lnTo>
                    <a:pt x="5868389" y="878465"/>
                  </a:lnTo>
                  <a:lnTo>
                    <a:pt x="5907274" y="951969"/>
                  </a:lnTo>
                  <a:lnTo>
                    <a:pt x="5946469" y="1027504"/>
                  </a:lnTo>
                  <a:lnTo>
                    <a:pt x="5985900" y="1104521"/>
                  </a:lnTo>
                  <a:lnTo>
                    <a:pt x="6025475" y="1182422"/>
                  </a:lnTo>
                  <a:lnTo>
                    <a:pt x="6065094" y="1260582"/>
                  </a:lnTo>
                  <a:lnTo>
                    <a:pt x="6104650" y="1338364"/>
                  </a:lnTo>
                  <a:lnTo>
                    <a:pt x="6144043" y="1415146"/>
                  </a:lnTo>
                  <a:lnTo>
                    <a:pt x="6183184" y="1490338"/>
                  </a:lnTo>
                  <a:lnTo>
                    <a:pt x="6222004" y="1563402"/>
                  </a:lnTo>
                  <a:lnTo>
                    <a:pt x="6260457" y="1633867"/>
                  </a:lnTo>
                  <a:lnTo>
                    <a:pt x="6298529" y="1701340"/>
                  </a:lnTo>
                  <a:lnTo>
                    <a:pt x="6336240" y="1765512"/>
                  </a:lnTo>
                  <a:lnTo>
                    <a:pt x="6373650" y="1826160"/>
                  </a:lnTo>
                  <a:lnTo>
                    <a:pt x="6410860" y="1883148"/>
                  </a:lnTo>
                  <a:lnTo>
                    <a:pt x="6448021" y="1936420"/>
                  </a:lnTo>
                  <a:lnTo>
                    <a:pt x="6485333" y="1985995"/>
                  </a:lnTo>
                  <a:lnTo>
                    <a:pt x="6515891" y="2023551"/>
                  </a:lnTo>
                  <a:lnTo>
                    <a:pt x="6562964" y="2075883"/>
                  </a:lnTo>
                  <a:lnTo>
                    <a:pt x="6611667" y="2122879"/>
                  </a:lnTo>
                  <a:lnTo>
                    <a:pt x="6662784" y="2164825"/>
                  </a:lnTo>
                  <a:lnTo>
                    <a:pt x="6717186" y="2202192"/>
                  </a:lnTo>
                  <a:lnTo>
                    <a:pt x="6775763" y="2235511"/>
                  </a:lnTo>
                  <a:lnTo>
                    <a:pt x="6839336" y="2265289"/>
                  </a:lnTo>
                  <a:lnTo>
                    <a:pt x="6908564" y="2291968"/>
                  </a:lnTo>
                  <a:lnTo>
                    <a:pt x="6983803" y="2315902"/>
                  </a:lnTo>
                  <a:lnTo>
                    <a:pt x="7064936" y="2337346"/>
                  </a:lnTo>
                  <a:lnTo>
                    <a:pt x="7151162" y="2356452"/>
                  </a:lnTo>
                  <a:lnTo>
                    <a:pt x="7240795" y="2373276"/>
                  </a:lnTo>
                  <a:lnTo>
                    <a:pt x="7331149" y="2387802"/>
                  </a:lnTo>
                  <a:lnTo>
                    <a:pt x="7418597" y="2399975"/>
                  </a:lnTo>
                  <a:lnTo>
                    <a:pt x="7498923" y="2409753"/>
                  </a:lnTo>
                  <a:lnTo>
                    <a:pt x="7567972" y="2417170"/>
                  </a:lnTo>
                  <a:lnTo>
                    <a:pt x="7622487" y="2422376"/>
                  </a:lnTo>
                  <a:lnTo>
                    <a:pt x="7660905" y="2425656"/>
                  </a:lnTo>
                  <a:lnTo>
                    <a:pt x="7683818" y="2427415"/>
                  </a:lnTo>
                  <a:lnTo>
                    <a:pt x="7694016" y="2428122"/>
                  </a:lnTo>
                  <a:lnTo>
                    <a:pt x="7696221" y="2428261"/>
                  </a:lnTo>
                  <a:lnTo>
                    <a:pt x="7696237" y="2428262"/>
                  </a:lnTo>
                  <a:lnTo>
                    <a:pt x="8234974" y="2428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5" name="pl865"/>
            <p:cNvSpPr/>
            <p:nvPr/>
          </p:nvSpPr>
          <p:spPr>
            <a:xfrm>
              <a:off x="546595" y="3608837"/>
              <a:ext cx="8234974" cy="2428262"/>
            </a:xfrm>
            <a:custGeom>
              <a:avLst/>
              <a:pathLst>
                <a:path w="8234974" h="2428262">
                  <a:moveTo>
                    <a:pt x="8234974" y="2428262"/>
                  </a:moveTo>
                  <a:lnTo>
                    <a:pt x="7696237" y="2428262"/>
                  </a:lnTo>
                  <a:lnTo>
                    <a:pt x="7695037" y="2428187"/>
                  </a:lnTo>
                  <a:lnTo>
                    <a:pt x="7687188" y="2427656"/>
                  </a:lnTo>
                  <a:lnTo>
                    <a:pt x="7667567" y="2426186"/>
                  </a:lnTo>
                  <a:lnTo>
                    <a:pt x="7632902" y="2423300"/>
                  </a:lnTo>
                  <a:lnTo>
                    <a:pt x="7582076" y="2418573"/>
                  </a:lnTo>
                  <a:lnTo>
                    <a:pt x="7516177" y="2411691"/>
                  </a:lnTo>
                  <a:lnTo>
                    <a:pt x="7438128" y="2402470"/>
                  </a:lnTo>
                  <a:lnTo>
                    <a:pt x="7351953" y="2390854"/>
                  </a:lnTo>
                  <a:lnTo>
                    <a:pt x="7261924" y="2376871"/>
                  </a:lnTo>
                  <a:lnTo>
                    <a:pt x="7171845" y="2360580"/>
                  </a:lnTo>
                  <a:lnTo>
                    <a:pt x="7084638" y="2342008"/>
                  </a:lnTo>
                  <a:lnTo>
                    <a:pt x="7002216" y="2321119"/>
                  </a:lnTo>
                  <a:lnTo>
                    <a:pt x="6925570" y="2297785"/>
                  </a:lnTo>
                  <a:lnTo>
                    <a:pt x="6854957" y="2271774"/>
                  </a:lnTo>
                  <a:lnTo>
                    <a:pt x="6790116" y="2242755"/>
                  </a:lnTo>
                  <a:lnTo>
                    <a:pt x="6730443" y="2210306"/>
                  </a:lnTo>
                  <a:lnTo>
                    <a:pt x="6675145" y="2173930"/>
                  </a:lnTo>
                  <a:lnTo>
                    <a:pt x="6623342" y="2133098"/>
                  </a:lnTo>
                  <a:lnTo>
                    <a:pt x="6574151" y="2087315"/>
                  </a:lnTo>
                  <a:lnTo>
                    <a:pt x="6526760" y="2036236"/>
                  </a:lnTo>
                  <a:lnTo>
                    <a:pt x="6515891" y="2023551"/>
                  </a:lnTo>
                  <a:lnTo>
                    <a:pt x="6478267" y="1976917"/>
                  </a:lnTo>
                  <a:lnTo>
                    <a:pt x="6441002" y="1926649"/>
                  </a:lnTo>
                  <a:lnTo>
                    <a:pt x="6403845" y="1872675"/>
                  </a:lnTo>
                  <a:lnTo>
                    <a:pt x="6366607" y="1814989"/>
                  </a:lnTo>
                  <a:lnTo>
                    <a:pt x="6329147" y="1753663"/>
                  </a:lnTo>
                  <a:lnTo>
                    <a:pt x="6291371" y="1688849"/>
                  </a:lnTo>
                  <a:lnTo>
                    <a:pt x="6253228" y="1620785"/>
                  </a:lnTo>
                  <a:lnTo>
                    <a:pt x="6214703" y="1549796"/>
                  </a:lnTo>
                  <a:lnTo>
                    <a:pt x="6175819" y="1476292"/>
                  </a:lnTo>
                  <a:lnTo>
                    <a:pt x="6136624" y="1400758"/>
                  </a:lnTo>
                  <a:lnTo>
                    <a:pt x="6097193" y="1323741"/>
                  </a:lnTo>
                  <a:lnTo>
                    <a:pt x="6057617" y="1245839"/>
                  </a:lnTo>
                  <a:lnTo>
                    <a:pt x="6017999" y="1167679"/>
                  </a:lnTo>
                  <a:lnTo>
                    <a:pt x="5978443" y="1089897"/>
                  </a:lnTo>
                  <a:lnTo>
                    <a:pt x="5939050" y="1013115"/>
                  </a:lnTo>
                  <a:lnTo>
                    <a:pt x="5899908" y="937923"/>
                  </a:lnTo>
                  <a:lnTo>
                    <a:pt x="5861089" y="864859"/>
                  </a:lnTo>
                  <a:lnTo>
                    <a:pt x="5822635" y="794394"/>
                  </a:lnTo>
                  <a:lnTo>
                    <a:pt x="5784563" y="726921"/>
                  </a:lnTo>
                  <a:lnTo>
                    <a:pt x="5746852" y="662750"/>
                  </a:lnTo>
                  <a:lnTo>
                    <a:pt x="5709443" y="602101"/>
                  </a:lnTo>
                  <a:lnTo>
                    <a:pt x="5672232" y="545113"/>
                  </a:lnTo>
                  <a:lnTo>
                    <a:pt x="5635072" y="491841"/>
                  </a:lnTo>
                  <a:lnTo>
                    <a:pt x="5597760" y="442267"/>
                  </a:lnTo>
                  <a:lnTo>
                    <a:pt x="5567201" y="404710"/>
                  </a:lnTo>
                  <a:lnTo>
                    <a:pt x="5520128" y="352379"/>
                  </a:lnTo>
                  <a:lnTo>
                    <a:pt x="5471425" y="305382"/>
                  </a:lnTo>
                  <a:lnTo>
                    <a:pt x="5420309" y="263437"/>
                  </a:lnTo>
                  <a:lnTo>
                    <a:pt x="5365906" y="226069"/>
                  </a:lnTo>
                  <a:lnTo>
                    <a:pt x="5307330" y="192750"/>
                  </a:lnTo>
                  <a:lnTo>
                    <a:pt x="5243756" y="162972"/>
                  </a:lnTo>
                  <a:lnTo>
                    <a:pt x="5174529" y="136293"/>
                  </a:lnTo>
                  <a:lnTo>
                    <a:pt x="5099289" y="112359"/>
                  </a:lnTo>
                  <a:lnTo>
                    <a:pt x="5018156" y="90915"/>
                  </a:lnTo>
                  <a:lnTo>
                    <a:pt x="4931930" y="71809"/>
                  </a:lnTo>
                  <a:lnTo>
                    <a:pt x="4842297" y="54985"/>
                  </a:lnTo>
                  <a:lnTo>
                    <a:pt x="4751944" y="40459"/>
                  </a:lnTo>
                  <a:lnTo>
                    <a:pt x="4664495" y="28287"/>
                  </a:lnTo>
                  <a:lnTo>
                    <a:pt x="4584169" y="18508"/>
                  </a:lnTo>
                  <a:lnTo>
                    <a:pt x="4515121" y="11091"/>
                  </a:lnTo>
                  <a:lnTo>
                    <a:pt x="4460605" y="5886"/>
                  </a:lnTo>
                  <a:lnTo>
                    <a:pt x="4422188" y="2605"/>
                  </a:lnTo>
                  <a:lnTo>
                    <a:pt x="4399275" y="846"/>
                  </a:lnTo>
                  <a:lnTo>
                    <a:pt x="4389076" y="140"/>
                  </a:lnTo>
                  <a:lnTo>
                    <a:pt x="43868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3"/>
                  </a:lnTo>
                  <a:lnTo>
                    <a:pt x="3838318" y="32"/>
                  </a:lnTo>
                  <a:lnTo>
                    <a:pt x="3817137" y="111"/>
                  </a:lnTo>
                  <a:lnTo>
                    <a:pt x="3779874" y="266"/>
                  </a:lnTo>
                  <a:lnTo>
                    <a:pt x="3725557" y="518"/>
                  </a:lnTo>
                  <a:lnTo>
                    <a:pt x="3655648" y="885"/>
                  </a:lnTo>
                  <a:lnTo>
                    <a:pt x="3573562" y="1375"/>
                  </a:lnTo>
                  <a:lnTo>
                    <a:pt x="3483782" y="1990"/>
                  </a:lnTo>
                  <a:lnTo>
                    <a:pt x="3390893" y="2727"/>
                  </a:lnTo>
                  <a:lnTo>
                    <a:pt x="3298826" y="3584"/>
                  </a:lnTo>
                  <a:lnTo>
                    <a:pt x="3210465" y="4560"/>
                  </a:lnTo>
                  <a:lnTo>
                    <a:pt x="3127577" y="5659"/>
                  </a:lnTo>
                  <a:lnTo>
                    <a:pt x="3050958" y="6888"/>
                  </a:lnTo>
                  <a:lnTo>
                    <a:pt x="2980665" y="8263"/>
                  </a:lnTo>
                  <a:lnTo>
                    <a:pt x="2916254" y="9803"/>
                  </a:lnTo>
                  <a:lnTo>
                    <a:pt x="2856969" y="11532"/>
                  </a:lnTo>
                  <a:lnTo>
                    <a:pt x="2801896" y="13478"/>
                  </a:lnTo>
                  <a:lnTo>
                    <a:pt x="2750066" y="15670"/>
                  </a:lnTo>
                  <a:lnTo>
                    <a:pt x="2700549" y="18130"/>
                  </a:lnTo>
                  <a:lnTo>
                    <a:pt x="2667772" y="19963"/>
                  </a:lnTo>
                  <a:lnTo>
                    <a:pt x="2615070" y="23243"/>
                  </a:lnTo>
                  <a:lnTo>
                    <a:pt x="2562871" y="26879"/>
                  </a:lnTo>
                  <a:lnTo>
                    <a:pt x="2510584" y="30876"/>
                  </a:lnTo>
                  <a:lnTo>
                    <a:pt x="2457819" y="35224"/>
                  </a:lnTo>
                  <a:lnTo>
                    <a:pt x="2404367" y="39897"/>
                  </a:lnTo>
                  <a:lnTo>
                    <a:pt x="2350169" y="44853"/>
                  </a:lnTo>
                  <a:lnTo>
                    <a:pt x="2295301" y="50033"/>
                  </a:lnTo>
                  <a:lnTo>
                    <a:pt x="2239942" y="55367"/>
                  </a:lnTo>
                  <a:lnTo>
                    <a:pt x="2184345" y="60773"/>
                  </a:lnTo>
                  <a:lnTo>
                    <a:pt x="2128795" y="66165"/>
                  </a:lnTo>
                  <a:lnTo>
                    <a:pt x="2073572" y="71458"/>
                  </a:lnTo>
                  <a:lnTo>
                    <a:pt x="2018907" y="76572"/>
                  </a:lnTo>
                  <a:lnTo>
                    <a:pt x="1964950" y="81442"/>
                  </a:lnTo>
                  <a:lnTo>
                    <a:pt x="1911736" y="86012"/>
                  </a:lnTo>
                  <a:lnTo>
                    <a:pt x="1859158" y="90247"/>
                  </a:lnTo>
                  <a:lnTo>
                    <a:pt x="1806952" y="94127"/>
                  </a:lnTo>
                  <a:lnTo>
                    <a:pt x="1754665" y="97646"/>
                  </a:lnTo>
                  <a:lnTo>
                    <a:pt x="1719082" y="99816"/>
                  </a:lnTo>
                  <a:lnTo>
                    <a:pt x="1670666" y="102466"/>
                  </a:lnTo>
                  <a:lnTo>
                    <a:pt x="1620505" y="104838"/>
                  </a:lnTo>
                  <a:lnTo>
                    <a:pt x="1567743" y="106948"/>
                  </a:lnTo>
                  <a:lnTo>
                    <a:pt x="1511427" y="108822"/>
                  </a:lnTo>
                  <a:lnTo>
                    <a:pt x="1450597" y="110488"/>
                  </a:lnTo>
                  <a:lnTo>
                    <a:pt x="1384375" y="111972"/>
                  </a:lnTo>
                  <a:lnTo>
                    <a:pt x="1312087" y="113299"/>
                  </a:lnTo>
                  <a:lnTo>
                    <a:pt x="1233426" y="114485"/>
                  </a:lnTo>
                  <a:lnTo>
                    <a:pt x="1148659" y="115544"/>
                  </a:lnTo>
                  <a:lnTo>
                    <a:pt x="1058868" y="116482"/>
                  </a:lnTo>
                  <a:lnTo>
                    <a:pt x="966171" y="117301"/>
                  </a:lnTo>
                  <a:lnTo>
                    <a:pt x="873806" y="117999"/>
                  </a:lnTo>
                  <a:lnTo>
                    <a:pt x="785975" y="118574"/>
                  </a:lnTo>
                  <a:lnTo>
                    <a:pt x="707327" y="119024"/>
                  </a:lnTo>
                  <a:lnTo>
                    <a:pt x="642112" y="119353"/>
                  </a:lnTo>
                  <a:lnTo>
                    <a:pt x="593202" y="119572"/>
                  </a:lnTo>
                  <a:lnTo>
                    <a:pt x="561310" y="119700"/>
                  </a:lnTo>
                  <a:lnTo>
                    <a:pt x="544663" y="119760"/>
                  </a:lnTo>
                  <a:lnTo>
                    <a:pt x="539154" y="119778"/>
                  </a:lnTo>
                  <a:lnTo>
                    <a:pt x="538736" y="119779"/>
                  </a:lnTo>
                  <a:lnTo>
                    <a:pt x="0" y="1197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6" name="pg866"/>
            <p:cNvSpPr/>
            <p:nvPr/>
          </p:nvSpPr>
          <p:spPr>
            <a:xfrm>
              <a:off x="546595" y="848458"/>
              <a:ext cx="8234974" cy="3593392"/>
            </a:xfrm>
            <a:custGeom>
              <a:avLst/>
              <a:pathLst>
                <a:path w="8234974" h="3593392">
                  <a:moveTo>
                    <a:pt x="0" y="3070717"/>
                  </a:moveTo>
                  <a:lnTo>
                    <a:pt x="538736" y="3070717"/>
                  </a:lnTo>
                  <a:lnTo>
                    <a:pt x="540034" y="3070734"/>
                  </a:lnTo>
                  <a:lnTo>
                    <a:pt x="548500" y="3070858"/>
                  </a:lnTo>
                  <a:lnTo>
                    <a:pt x="569607" y="3071201"/>
                  </a:lnTo>
                  <a:lnTo>
                    <a:pt x="606745" y="3071873"/>
                  </a:lnTo>
                  <a:lnTo>
                    <a:pt x="660896" y="3072972"/>
                  </a:lnTo>
                  <a:lnTo>
                    <a:pt x="730615" y="3074568"/>
                  </a:lnTo>
                  <a:lnTo>
                    <a:pt x="812512" y="3076698"/>
                  </a:lnTo>
                  <a:lnTo>
                    <a:pt x="902125" y="3079371"/>
                  </a:lnTo>
                  <a:lnTo>
                    <a:pt x="994885" y="3082579"/>
                  </a:lnTo>
                  <a:lnTo>
                    <a:pt x="1086863" y="3086308"/>
                  </a:lnTo>
                  <a:lnTo>
                    <a:pt x="1175175" y="3090555"/>
                  </a:lnTo>
                  <a:lnTo>
                    <a:pt x="1258046" y="3095334"/>
                  </a:lnTo>
                  <a:lnTo>
                    <a:pt x="1334669" y="3100682"/>
                  </a:lnTo>
                  <a:lnTo>
                    <a:pt x="1404978" y="3106662"/>
                  </a:lnTo>
                  <a:lnTo>
                    <a:pt x="1469410" y="3113358"/>
                  </a:lnTo>
                  <a:lnTo>
                    <a:pt x="1528712" y="3120876"/>
                  </a:lnTo>
                  <a:lnTo>
                    <a:pt x="1583793" y="3129337"/>
                  </a:lnTo>
                  <a:lnTo>
                    <a:pt x="1635618" y="3138862"/>
                  </a:lnTo>
                  <a:lnTo>
                    <a:pt x="1685117" y="3149554"/>
                  </a:lnTo>
                  <a:lnTo>
                    <a:pt x="1719082" y="3157829"/>
                  </a:lnTo>
                  <a:lnTo>
                    <a:pt x="1770244" y="3171699"/>
                  </a:lnTo>
                  <a:lnTo>
                    <a:pt x="1820913" y="3187032"/>
                  </a:lnTo>
                  <a:lnTo>
                    <a:pt x="1871639" y="3203848"/>
                  </a:lnTo>
                  <a:lnTo>
                    <a:pt x="1922790" y="3222113"/>
                  </a:lnTo>
                  <a:lnTo>
                    <a:pt x="1974575" y="3241730"/>
                  </a:lnTo>
                  <a:lnTo>
                    <a:pt x="2027063" y="3262541"/>
                  </a:lnTo>
                  <a:lnTo>
                    <a:pt x="2080203" y="3284323"/>
                  </a:lnTo>
                  <a:lnTo>
                    <a:pt x="2133847" y="3306800"/>
                  </a:lnTo>
                  <a:lnTo>
                    <a:pt x="2187776" y="3329654"/>
                  </a:lnTo>
                  <a:lnTo>
                    <a:pt x="2241733" y="3352544"/>
                  </a:lnTo>
                  <a:lnTo>
                    <a:pt x="2295456" y="3375127"/>
                  </a:lnTo>
                  <a:lnTo>
                    <a:pt x="2348717" y="3397079"/>
                  </a:lnTo>
                  <a:lnTo>
                    <a:pt x="2401349" y="3418114"/>
                  </a:lnTo>
                  <a:lnTo>
                    <a:pt x="2453279" y="3437997"/>
                  </a:lnTo>
                  <a:lnTo>
                    <a:pt x="2504551" y="3456555"/>
                  </a:lnTo>
                  <a:lnTo>
                    <a:pt x="2555341" y="3473679"/>
                  </a:lnTo>
                  <a:lnTo>
                    <a:pt x="2605983" y="3489323"/>
                  </a:lnTo>
                  <a:lnTo>
                    <a:pt x="2656986" y="3503494"/>
                  </a:lnTo>
                  <a:lnTo>
                    <a:pt x="2667772" y="3506280"/>
                  </a:lnTo>
                  <a:lnTo>
                    <a:pt x="2716125" y="3517829"/>
                  </a:lnTo>
                  <a:lnTo>
                    <a:pt x="2766218" y="3528170"/>
                  </a:lnTo>
                  <a:lnTo>
                    <a:pt x="2818902" y="3537369"/>
                  </a:lnTo>
                  <a:lnTo>
                    <a:pt x="2875127" y="3545539"/>
                  </a:lnTo>
                  <a:lnTo>
                    <a:pt x="2935851" y="3552803"/>
                  </a:lnTo>
                  <a:lnTo>
                    <a:pt x="3001946" y="3559278"/>
                  </a:lnTo>
                  <a:lnTo>
                    <a:pt x="3074088" y="3565064"/>
                  </a:lnTo>
                  <a:lnTo>
                    <a:pt x="3152587" y="3570240"/>
                  </a:lnTo>
                  <a:lnTo>
                    <a:pt x="3237183" y="3574859"/>
                  </a:lnTo>
                  <a:lnTo>
                    <a:pt x="3326808" y="3578953"/>
                  </a:lnTo>
                  <a:lnTo>
                    <a:pt x="3419366" y="3582530"/>
                  </a:lnTo>
                  <a:lnTo>
                    <a:pt x="3511647" y="3585581"/>
                  </a:lnTo>
                  <a:lnTo>
                    <a:pt x="3599474" y="3588095"/>
                  </a:lnTo>
                  <a:lnTo>
                    <a:pt x="3678219" y="3590065"/>
                  </a:lnTo>
                  <a:lnTo>
                    <a:pt x="3743632" y="3591509"/>
                  </a:lnTo>
                  <a:lnTo>
                    <a:pt x="3792819" y="3592474"/>
                  </a:lnTo>
                  <a:lnTo>
                    <a:pt x="3825022" y="3593038"/>
                  </a:lnTo>
                  <a:lnTo>
                    <a:pt x="3841953" y="3593305"/>
                  </a:lnTo>
                  <a:lnTo>
                    <a:pt x="3847654" y="3593386"/>
                  </a:lnTo>
                  <a:lnTo>
                    <a:pt x="3848118" y="3593392"/>
                  </a:lnTo>
                  <a:lnTo>
                    <a:pt x="4386855" y="3593392"/>
                  </a:lnTo>
                  <a:lnTo>
                    <a:pt x="4387817" y="3593305"/>
                  </a:lnTo>
                  <a:lnTo>
                    <a:pt x="4394134" y="3592685"/>
                  </a:lnTo>
                  <a:lnTo>
                    <a:pt x="4410046" y="3590972"/>
                  </a:lnTo>
                  <a:lnTo>
                    <a:pt x="4438451" y="3587599"/>
                  </a:lnTo>
                  <a:lnTo>
                    <a:pt x="4480697" y="3582050"/>
                  </a:lnTo>
                  <a:lnTo>
                    <a:pt x="4536473" y="3573906"/>
                  </a:lnTo>
                  <a:lnTo>
                    <a:pt x="4603966" y="3562889"/>
                  </a:lnTo>
                  <a:lnTo>
                    <a:pt x="4680286" y="3548870"/>
                  </a:lnTo>
                  <a:lnTo>
                    <a:pt x="4762041" y="3531837"/>
                  </a:lnTo>
                  <a:lnTo>
                    <a:pt x="4845904" y="3511844"/>
                  </a:lnTo>
                  <a:lnTo>
                    <a:pt x="4929029" y="3488956"/>
                  </a:lnTo>
                  <a:lnTo>
                    <a:pt x="5009275" y="3463193"/>
                  </a:lnTo>
                  <a:lnTo>
                    <a:pt x="5085248" y="3434495"/>
                  </a:lnTo>
                  <a:lnTo>
                    <a:pt x="5156220" y="3402703"/>
                  </a:lnTo>
                  <a:lnTo>
                    <a:pt x="5221997" y="3367544"/>
                  </a:lnTo>
                  <a:lnTo>
                    <a:pt x="5282775" y="3328636"/>
                  </a:lnTo>
                  <a:lnTo>
                    <a:pt x="5339007" y="3285497"/>
                  </a:lnTo>
                  <a:lnTo>
                    <a:pt x="5391305" y="3237562"/>
                  </a:lnTo>
                  <a:lnTo>
                    <a:pt x="5440361" y="3184214"/>
                  </a:lnTo>
                  <a:lnTo>
                    <a:pt x="5486886" y="3124847"/>
                  </a:lnTo>
                  <a:lnTo>
                    <a:pt x="5531559" y="3058960"/>
                  </a:lnTo>
                  <a:lnTo>
                    <a:pt x="5567201" y="2999938"/>
                  </a:lnTo>
                  <a:lnTo>
                    <a:pt x="5599464" y="2941675"/>
                  </a:lnTo>
                  <a:lnTo>
                    <a:pt x="5631434" y="2879517"/>
                  </a:lnTo>
                  <a:lnTo>
                    <a:pt x="5663277" y="2813384"/>
                  </a:lnTo>
                  <a:lnTo>
                    <a:pt x="5695125" y="2743247"/>
                  </a:lnTo>
                  <a:lnTo>
                    <a:pt x="5727083" y="2669136"/>
                  </a:lnTo>
                  <a:lnTo>
                    <a:pt x="5759228" y="2591142"/>
                  </a:lnTo>
                  <a:lnTo>
                    <a:pt x="5791612" y="2509422"/>
                  </a:lnTo>
                  <a:lnTo>
                    <a:pt x="5824266" y="2424202"/>
                  </a:lnTo>
                  <a:lnTo>
                    <a:pt x="5857201" y="2335775"/>
                  </a:lnTo>
                  <a:lnTo>
                    <a:pt x="5890407" y="2244502"/>
                  </a:lnTo>
                  <a:lnTo>
                    <a:pt x="5923860" y="2150807"/>
                  </a:lnTo>
                  <a:lnTo>
                    <a:pt x="5957519" y="2055167"/>
                  </a:lnTo>
                  <a:lnTo>
                    <a:pt x="5991335" y="1958108"/>
                  </a:lnTo>
                  <a:lnTo>
                    <a:pt x="6025247" y="1860186"/>
                  </a:lnTo>
                  <a:lnTo>
                    <a:pt x="6059190" y="1761983"/>
                  </a:lnTo>
                  <a:lnTo>
                    <a:pt x="6093100" y="1664085"/>
                  </a:lnTo>
                  <a:lnTo>
                    <a:pt x="6126910" y="1567071"/>
                  </a:lnTo>
                  <a:lnTo>
                    <a:pt x="6160562" y="1471499"/>
                  </a:lnTo>
                  <a:lnTo>
                    <a:pt x="6194006" y="1377891"/>
                  </a:lnTo>
                  <a:lnTo>
                    <a:pt x="6227202" y="1286724"/>
                  </a:lnTo>
                  <a:lnTo>
                    <a:pt x="6260126" y="1198417"/>
                  </a:lnTo>
                  <a:lnTo>
                    <a:pt x="6292769" y="1113330"/>
                  </a:lnTo>
                  <a:lnTo>
                    <a:pt x="6325143" y="1031754"/>
                  </a:lnTo>
                  <a:lnTo>
                    <a:pt x="6357279" y="953911"/>
                  </a:lnTo>
                  <a:lnTo>
                    <a:pt x="6389230" y="879957"/>
                  </a:lnTo>
                  <a:lnTo>
                    <a:pt x="6421077" y="809978"/>
                  </a:lnTo>
                  <a:lnTo>
                    <a:pt x="6452922" y="744003"/>
                  </a:lnTo>
                  <a:lnTo>
                    <a:pt x="6484900" y="682001"/>
                  </a:lnTo>
                  <a:lnTo>
                    <a:pt x="6515891" y="626121"/>
                  </a:lnTo>
                  <a:lnTo>
                    <a:pt x="6559496" y="554696"/>
                  </a:lnTo>
                  <a:lnTo>
                    <a:pt x="6604457" y="490015"/>
                  </a:lnTo>
                  <a:lnTo>
                    <a:pt x="6651387" y="431777"/>
                  </a:lnTo>
                  <a:lnTo>
                    <a:pt x="6700976" y="379454"/>
                  </a:lnTo>
                  <a:lnTo>
                    <a:pt x="6753935" y="332430"/>
                  </a:lnTo>
                  <a:lnTo>
                    <a:pt x="6810947" y="290095"/>
                  </a:lnTo>
                  <a:lnTo>
                    <a:pt x="6872600" y="251898"/>
                  </a:lnTo>
                  <a:lnTo>
                    <a:pt x="6939311" y="217372"/>
                  </a:lnTo>
                  <a:lnTo>
                    <a:pt x="7011214" y="186155"/>
                  </a:lnTo>
                  <a:lnTo>
                    <a:pt x="7088031" y="157997"/>
                  </a:lnTo>
                  <a:lnTo>
                    <a:pt x="7168922" y="132755"/>
                  </a:lnTo>
                  <a:lnTo>
                    <a:pt x="7252361" y="110386"/>
                  </a:lnTo>
                  <a:lnTo>
                    <a:pt x="7336071" y="90923"/>
                  </a:lnTo>
                  <a:lnTo>
                    <a:pt x="7417099" y="74431"/>
                  </a:lnTo>
                  <a:lnTo>
                    <a:pt x="7492069" y="60959"/>
                  </a:lnTo>
                  <a:lnTo>
                    <a:pt x="7557634" y="50475"/>
                  </a:lnTo>
                  <a:lnTo>
                    <a:pt x="7611060" y="42825"/>
                  </a:lnTo>
                  <a:lnTo>
                    <a:pt x="7650781" y="37703"/>
                  </a:lnTo>
                  <a:lnTo>
                    <a:pt x="7676781" y="34671"/>
                  </a:lnTo>
                  <a:lnTo>
                    <a:pt x="7690703" y="33197"/>
                  </a:lnTo>
                  <a:lnTo>
                    <a:pt x="7695703" y="32714"/>
                  </a:lnTo>
                  <a:lnTo>
                    <a:pt x="7696237" y="32667"/>
                  </a:lnTo>
                  <a:lnTo>
                    <a:pt x="8234974" y="32667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21" y="3560708"/>
                  </a:lnTo>
                  <a:lnTo>
                    <a:pt x="3838355" y="3560584"/>
                  </a:lnTo>
                  <a:lnTo>
                    <a:pt x="3817248" y="3560241"/>
                  </a:lnTo>
                  <a:lnTo>
                    <a:pt x="3780110" y="3559568"/>
                  </a:lnTo>
                  <a:lnTo>
                    <a:pt x="3725958" y="3558469"/>
                  </a:lnTo>
                  <a:lnTo>
                    <a:pt x="3656239" y="3556874"/>
                  </a:lnTo>
                  <a:lnTo>
                    <a:pt x="3574342" y="3554744"/>
                  </a:lnTo>
                  <a:lnTo>
                    <a:pt x="3484729" y="3552071"/>
                  </a:lnTo>
                  <a:lnTo>
                    <a:pt x="3391970" y="3548863"/>
                  </a:lnTo>
                  <a:lnTo>
                    <a:pt x="3299991" y="3545134"/>
                  </a:lnTo>
                  <a:lnTo>
                    <a:pt x="3211680" y="3540887"/>
                  </a:lnTo>
                  <a:lnTo>
                    <a:pt x="3128809" y="3536108"/>
                  </a:lnTo>
                  <a:lnTo>
                    <a:pt x="3052186" y="3530759"/>
                  </a:lnTo>
                  <a:lnTo>
                    <a:pt x="2981877" y="3524780"/>
                  </a:lnTo>
                  <a:lnTo>
                    <a:pt x="2917445" y="3518084"/>
                  </a:lnTo>
                  <a:lnTo>
                    <a:pt x="2858143" y="3510565"/>
                  </a:lnTo>
                  <a:lnTo>
                    <a:pt x="2803061" y="3502105"/>
                  </a:lnTo>
                  <a:lnTo>
                    <a:pt x="2751236" y="3492580"/>
                  </a:lnTo>
                  <a:lnTo>
                    <a:pt x="2701738" y="3481887"/>
                  </a:lnTo>
                  <a:lnTo>
                    <a:pt x="2667772" y="3473612"/>
                  </a:lnTo>
                  <a:lnTo>
                    <a:pt x="2616610" y="3459743"/>
                  </a:lnTo>
                  <a:lnTo>
                    <a:pt x="2565941" y="3444410"/>
                  </a:lnTo>
                  <a:lnTo>
                    <a:pt x="2515215" y="3427594"/>
                  </a:lnTo>
                  <a:lnTo>
                    <a:pt x="2464064" y="3409329"/>
                  </a:lnTo>
                  <a:lnTo>
                    <a:pt x="2412280" y="3389711"/>
                  </a:lnTo>
                  <a:lnTo>
                    <a:pt x="2359792" y="3368901"/>
                  </a:lnTo>
                  <a:lnTo>
                    <a:pt x="2306652" y="3347119"/>
                  </a:lnTo>
                  <a:lnTo>
                    <a:pt x="2253008" y="3324642"/>
                  </a:lnTo>
                  <a:lnTo>
                    <a:pt x="2199079" y="3301788"/>
                  </a:lnTo>
                  <a:lnTo>
                    <a:pt x="2145122" y="3278897"/>
                  </a:lnTo>
                  <a:lnTo>
                    <a:pt x="2091398" y="3256314"/>
                  </a:lnTo>
                  <a:lnTo>
                    <a:pt x="2038138" y="3234362"/>
                  </a:lnTo>
                  <a:lnTo>
                    <a:pt x="1985506" y="3213328"/>
                  </a:lnTo>
                  <a:lnTo>
                    <a:pt x="1933575" y="3193445"/>
                  </a:lnTo>
                  <a:lnTo>
                    <a:pt x="1882304" y="3174887"/>
                  </a:lnTo>
                  <a:lnTo>
                    <a:pt x="1831513" y="3157762"/>
                  </a:lnTo>
                  <a:lnTo>
                    <a:pt x="1780872" y="3142119"/>
                  </a:lnTo>
                  <a:lnTo>
                    <a:pt x="1729869" y="3127947"/>
                  </a:lnTo>
                  <a:lnTo>
                    <a:pt x="1719082" y="3125162"/>
                  </a:lnTo>
                  <a:lnTo>
                    <a:pt x="1670729" y="3113612"/>
                  </a:lnTo>
                  <a:lnTo>
                    <a:pt x="1620637" y="3103272"/>
                  </a:lnTo>
                  <a:lnTo>
                    <a:pt x="1567952" y="3094072"/>
                  </a:lnTo>
                  <a:lnTo>
                    <a:pt x="1511727" y="3085902"/>
                  </a:lnTo>
                  <a:lnTo>
                    <a:pt x="1451004" y="3078638"/>
                  </a:lnTo>
                  <a:lnTo>
                    <a:pt x="1384908" y="3072163"/>
                  </a:lnTo>
                  <a:lnTo>
                    <a:pt x="1312766" y="3066377"/>
                  </a:lnTo>
                  <a:lnTo>
                    <a:pt x="1234268" y="3061202"/>
                  </a:lnTo>
                  <a:lnTo>
                    <a:pt x="1149672" y="3056582"/>
                  </a:lnTo>
                  <a:lnTo>
                    <a:pt x="1060047" y="3052488"/>
                  </a:lnTo>
                  <a:lnTo>
                    <a:pt x="967488" y="3048912"/>
                  </a:lnTo>
                  <a:lnTo>
                    <a:pt x="875208" y="3045860"/>
                  </a:lnTo>
                  <a:lnTo>
                    <a:pt x="787380" y="3043347"/>
                  </a:lnTo>
                  <a:lnTo>
                    <a:pt x="708636" y="3041376"/>
                  </a:lnTo>
                  <a:lnTo>
                    <a:pt x="643222" y="3039933"/>
                  </a:lnTo>
                  <a:lnTo>
                    <a:pt x="594035" y="3038968"/>
                  </a:lnTo>
                  <a:lnTo>
                    <a:pt x="561833" y="3038403"/>
                  </a:lnTo>
                  <a:lnTo>
                    <a:pt x="544902" y="3038137"/>
                  </a:lnTo>
                  <a:lnTo>
                    <a:pt x="539200" y="3038056"/>
                  </a:lnTo>
                  <a:lnTo>
                    <a:pt x="538736" y="3038050"/>
                  </a:lnTo>
                  <a:lnTo>
                    <a:pt x="0" y="303805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67" name="pl867"/>
            <p:cNvSpPr/>
            <p:nvPr/>
          </p:nvSpPr>
          <p:spPr>
            <a:xfrm>
              <a:off x="546595" y="881125"/>
              <a:ext cx="8234974" cy="3560725"/>
            </a:xfrm>
            <a:custGeom>
              <a:avLst/>
              <a:pathLst>
                <a:path w="8234974" h="3560725">
                  <a:moveTo>
                    <a:pt x="0" y="3038050"/>
                  </a:moveTo>
                  <a:lnTo>
                    <a:pt x="538736" y="3038050"/>
                  </a:lnTo>
                  <a:lnTo>
                    <a:pt x="540034" y="3038067"/>
                  </a:lnTo>
                  <a:lnTo>
                    <a:pt x="548500" y="3038191"/>
                  </a:lnTo>
                  <a:lnTo>
                    <a:pt x="569607" y="3038534"/>
                  </a:lnTo>
                  <a:lnTo>
                    <a:pt x="606745" y="3039206"/>
                  </a:lnTo>
                  <a:lnTo>
                    <a:pt x="660896" y="3040305"/>
                  </a:lnTo>
                  <a:lnTo>
                    <a:pt x="730615" y="3041901"/>
                  </a:lnTo>
                  <a:lnTo>
                    <a:pt x="812512" y="3044031"/>
                  </a:lnTo>
                  <a:lnTo>
                    <a:pt x="902125" y="3046704"/>
                  </a:lnTo>
                  <a:lnTo>
                    <a:pt x="994885" y="3049911"/>
                  </a:lnTo>
                  <a:lnTo>
                    <a:pt x="1086863" y="3053640"/>
                  </a:lnTo>
                  <a:lnTo>
                    <a:pt x="1175175" y="3057887"/>
                  </a:lnTo>
                  <a:lnTo>
                    <a:pt x="1258046" y="3062666"/>
                  </a:lnTo>
                  <a:lnTo>
                    <a:pt x="1334669" y="3068015"/>
                  </a:lnTo>
                  <a:lnTo>
                    <a:pt x="1404978" y="3073995"/>
                  </a:lnTo>
                  <a:lnTo>
                    <a:pt x="1469410" y="3080691"/>
                  </a:lnTo>
                  <a:lnTo>
                    <a:pt x="1528712" y="3088209"/>
                  </a:lnTo>
                  <a:lnTo>
                    <a:pt x="1583793" y="3096669"/>
                  </a:lnTo>
                  <a:lnTo>
                    <a:pt x="1635618" y="3106194"/>
                  </a:lnTo>
                  <a:lnTo>
                    <a:pt x="1685117" y="3116887"/>
                  </a:lnTo>
                  <a:lnTo>
                    <a:pt x="1719082" y="3125162"/>
                  </a:lnTo>
                  <a:lnTo>
                    <a:pt x="1770244" y="3139031"/>
                  </a:lnTo>
                  <a:lnTo>
                    <a:pt x="1820913" y="3154364"/>
                  </a:lnTo>
                  <a:lnTo>
                    <a:pt x="1871639" y="3171181"/>
                  </a:lnTo>
                  <a:lnTo>
                    <a:pt x="1922790" y="3189445"/>
                  </a:lnTo>
                  <a:lnTo>
                    <a:pt x="1974575" y="3209063"/>
                  </a:lnTo>
                  <a:lnTo>
                    <a:pt x="2027063" y="3229874"/>
                  </a:lnTo>
                  <a:lnTo>
                    <a:pt x="2080203" y="3251656"/>
                  </a:lnTo>
                  <a:lnTo>
                    <a:pt x="2133847" y="3274133"/>
                  </a:lnTo>
                  <a:lnTo>
                    <a:pt x="2187776" y="3296987"/>
                  </a:lnTo>
                  <a:lnTo>
                    <a:pt x="2241733" y="3319877"/>
                  </a:lnTo>
                  <a:lnTo>
                    <a:pt x="2295456" y="3342460"/>
                  </a:lnTo>
                  <a:lnTo>
                    <a:pt x="2348717" y="3364412"/>
                  </a:lnTo>
                  <a:lnTo>
                    <a:pt x="2401349" y="3385447"/>
                  </a:lnTo>
                  <a:lnTo>
                    <a:pt x="2453279" y="3405330"/>
                  </a:lnTo>
                  <a:lnTo>
                    <a:pt x="2504551" y="3423888"/>
                  </a:lnTo>
                  <a:lnTo>
                    <a:pt x="2555341" y="3441012"/>
                  </a:lnTo>
                  <a:lnTo>
                    <a:pt x="2605983" y="3456656"/>
                  </a:lnTo>
                  <a:lnTo>
                    <a:pt x="2656986" y="3470827"/>
                  </a:lnTo>
                  <a:lnTo>
                    <a:pt x="2667772" y="3473612"/>
                  </a:lnTo>
                  <a:lnTo>
                    <a:pt x="2716125" y="3485162"/>
                  </a:lnTo>
                  <a:lnTo>
                    <a:pt x="2766218" y="3495503"/>
                  </a:lnTo>
                  <a:lnTo>
                    <a:pt x="2818902" y="3504702"/>
                  </a:lnTo>
                  <a:lnTo>
                    <a:pt x="2875127" y="3512872"/>
                  </a:lnTo>
                  <a:lnTo>
                    <a:pt x="2935851" y="3520136"/>
                  </a:lnTo>
                  <a:lnTo>
                    <a:pt x="3001946" y="3526611"/>
                  </a:lnTo>
                  <a:lnTo>
                    <a:pt x="3074088" y="3532397"/>
                  </a:lnTo>
                  <a:lnTo>
                    <a:pt x="3152587" y="3537573"/>
                  </a:lnTo>
                  <a:lnTo>
                    <a:pt x="3237183" y="3542192"/>
                  </a:lnTo>
                  <a:lnTo>
                    <a:pt x="3326808" y="3546286"/>
                  </a:lnTo>
                  <a:lnTo>
                    <a:pt x="3419366" y="3549862"/>
                  </a:lnTo>
                  <a:lnTo>
                    <a:pt x="3511647" y="3552914"/>
                  </a:lnTo>
                  <a:lnTo>
                    <a:pt x="3599474" y="3555428"/>
                  </a:lnTo>
                  <a:lnTo>
                    <a:pt x="3678219" y="3557398"/>
                  </a:lnTo>
                  <a:lnTo>
                    <a:pt x="3743632" y="3558842"/>
                  </a:lnTo>
                  <a:lnTo>
                    <a:pt x="3792819" y="3559807"/>
                  </a:lnTo>
                  <a:lnTo>
                    <a:pt x="3825022" y="3560371"/>
                  </a:lnTo>
                  <a:lnTo>
                    <a:pt x="3841953" y="3560638"/>
                  </a:lnTo>
                  <a:lnTo>
                    <a:pt x="3847654" y="3560719"/>
                  </a:lnTo>
                  <a:lnTo>
                    <a:pt x="3848118" y="3560725"/>
                  </a:lnTo>
                  <a:lnTo>
                    <a:pt x="4386855" y="3560725"/>
                  </a:lnTo>
                  <a:lnTo>
                    <a:pt x="4387817" y="3560638"/>
                  </a:lnTo>
                  <a:lnTo>
                    <a:pt x="4394134" y="3560018"/>
                  </a:lnTo>
                  <a:lnTo>
                    <a:pt x="4410046" y="3558304"/>
                  </a:lnTo>
                  <a:lnTo>
                    <a:pt x="4438451" y="3554932"/>
                  </a:lnTo>
                  <a:lnTo>
                    <a:pt x="4480697" y="3549383"/>
                  </a:lnTo>
                  <a:lnTo>
                    <a:pt x="4536473" y="3541238"/>
                  </a:lnTo>
                  <a:lnTo>
                    <a:pt x="4603966" y="3530222"/>
                  </a:lnTo>
                  <a:lnTo>
                    <a:pt x="4680286" y="3516203"/>
                  </a:lnTo>
                  <a:lnTo>
                    <a:pt x="4762041" y="3499170"/>
                  </a:lnTo>
                  <a:lnTo>
                    <a:pt x="4845904" y="3479177"/>
                  </a:lnTo>
                  <a:lnTo>
                    <a:pt x="4929029" y="3456289"/>
                  </a:lnTo>
                  <a:lnTo>
                    <a:pt x="5009275" y="3430525"/>
                  </a:lnTo>
                  <a:lnTo>
                    <a:pt x="5085248" y="3401828"/>
                  </a:lnTo>
                  <a:lnTo>
                    <a:pt x="5156220" y="3370036"/>
                  </a:lnTo>
                  <a:lnTo>
                    <a:pt x="5221997" y="3334877"/>
                  </a:lnTo>
                  <a:lnTo>
                    <a:pt x="5282775" y="3295969"/>
                  </a:lnTo>
                  <a:lnTo>
                    <a:pt x="5339007" y="3252830"/>
                  </a:lnTo>
                  <a:lnTo>
                    <a:pt x="5391305" y="3204895"/>
                  </a:lnTo>
                  <a:lnTo>
                    <a:pt x="5440361" y="3151547"/>
                  </a:lnTo>
                  <a:lnTo>
                    <a:pt x="5486886" y="3092180"/>
                  </a:lnTo>
                  <a:lnTo>
                    <a:pt x="5531559" y="3026293"/>
                  </a:lnTo>
                  <a:lnTo>
                    <a:pt x="5567201" y="2967271"/>
                  </a:lnTo>
                  <a:lnTo>
                    <a:pt x="5599464" y="2909008"/>
                  </a:lnTo>
                  <a:lnTo>
                    <a:pt x="5631434" y="2846850"/>
                  </a:lnTo>
                  <a:lnTo>
                    <a:pt x="5663277" y="2780717"/>
                  </a:lnTo>
                  <a:lnTo>
                    <a:pt x="5695125" y="2710580"/>
                  </a:lnTo>
                  <a:lnTo>
                    <a:pt x="5727083" y="2636469"/>
                  </a:lnTo>
                  <a:lnTo>
                    <a:pt x="5759228" y="2558475"/>
                  </a:lnTo>
                  <a:lnTo>
                    <a:pt x="5791612" y="2476755"/>
                  </a:lnTo>
                  <a:lnTo>
                    <a:pt x="5824266" y="2391534"/>
                  </a:lnTo>
                  <a:lnTo>
                    <a:pt x="5857201" y="2303107"/>
                  </a:lnTo>
                  <a:lnTo>
                    <a:pt x="5890407" y="2211835"/>
                  </a:lnTo>
                  <a:lnTo>
                    <a:pt x="5923860" y="2118140"/>
                  </a:lnTo>
                  <a:lnTo>
                    <a:pt x="5957519" y="2022500"/>
                  </a:lnTo>
                  <a:lnTo>
                    <a:pt x="5991335" y="1925440"/>
                  </a:lnTo>
                  <a:lnTo>
                    <a:pt x="6025247" y="1827519"/>
                  </a:lnTo>
                  <a:lnTo>
                    <a:pt x="6059190" y="1729316"/>
                  </a:lnTo>
                  <a:lnTo>
                    <a:pt x="6093100" y="1631418"/>
                  </a:lnTo>
                  <a:lnTo>
                    <a:pt x="6126910" y="1534404"/>
                  </a:lnTo>
                  <a:lnTo>
                    <a:pt x="6160562" y="1438832"/>
                  </a:lnTo>
                  <a:lnTo>
                    <a:pt x="6194006" y="1345224"/>
                  </a:lnTo>
                  <a:lnTo>
                    <a:pt x="6227202" y="1254057"/>
                  </a:lnTo>
                  <a:lnTo>
                    <a:pt x="6260126" y="1165750"/>
                  </a:lnTo>
                  <a:lnTo>
                    <a:pt x="6292769" y="1080663"/>
                  </a:lnTo>
                  <a:lnTo>
                    <a:pt x="6325143" y="999087"/>
                  </a:lnTo>
                  <a:lnTo>
                    <a:pt x="6357279" y="921244"/>
                  </a:lnTo>
                  <a:lnTo>
                    <a:pt x="6389230" y="847289"/>
                  </a:lnTo>
                  <a:lnTo>
                    <a:pt x="6421077" y="777311"/>
                  </a:lnTo>
                  <a:lnTo>
                    <a:pt x="6452922" y="711336"/>
                  </a:lnTo>
                  <a:lnTo>
                    <a:pt x="6484900" y="649334"/>
                  </a:lnTo>
                  <a:lnTo>
                    <a:pt x="6515891" y="593454"/>
                  </a:lnTo>
                  <a:lnTo>
                    <a:pt x="6559496" y="522029"/>
                  </a:lnTo>
                  <a:lnTo>
                    <a:pt x="6604457" y="457347"/>
                  </a:lnTo>
                  <a:lnTo>
                    <a:pt x="6651387" y="399110"/>
                  </a:lnTo>
                  <a:lnTo>
                    <a:pt x="6700976" y="346787"/>
                  </a:lnTo>
                  <a:lnTo>
                    <a:pt x="6753935" y="299762"/>
                  </a:lnTo>
                  <a:lnTo>
                    <a:pt x="6810947" y="257428"/>
                  </a:lnTo>
                  <a:lnTo>
                    <a:pt x="6872600" y="219230"/>
                  </a:lnTo>
                  <a:lnTo>
                    <a:pt x="6939311" y="184705"/>
                  </a:lnTo>
                  <a:lnTo>
                    <a:pt x="7011214" y="153488"/>
                  </a:lnTo>
                  <a:lnTo>
                    <a:pt x="7088031" y="125330"/>
                  </a:lnTo>
                  <a:lnTo>
                    <a:pt x="7168922" y="100088"/>
                  </a:lnTo>
                  <a:lnTo>
                    <a:pt x="7252361" y="77719"/>
                  </a:lnTo>
                  <a:lnTo>
                    <a:pt x="7336071" y="58256"/>
                  </a:lnTo>
                  <a:lnTo>
                    <a:pt x="7417099" y="41764"/>
                  </a:lnTo>
                  <a:lnTo>
                    <a:pt x="7492069" y="28292"/>
                  </a:lnTo>
                  <a:lnTo>
                    <a:pt x="7557634" y="17808"/>
                  </a:lnTo>
                  <a:lnTo>
                    <a:pt x="7611060" y="10157"/>
                  </a:lnTo>
                  <a:lnTo>
                    <a:pt x="7650781" y="5036"/>
                  </a:lnTo>
                  <a:lnTo>
                    <a:pt x="7676781" y="2004"/>
                  </a:lnTo>
                  <a:lnTo>
                    <a:pt x="7690703" y="530"/>
                  </a:lnTo>
                  <a:lnTo>
                    <a:pt x="7695703" y="4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8" name="pl868"/>
            <p:cNvSpPr/>
            <p:nvPr/>
          </p:nvSpPr>
          <p:spPr>
            <a:xfrm>
              <a:off x="546595" y="848458"/>
              <a:ext cx="8234974" cy="3560725"/>
            </a:xfrm>
            <a:custGeom>
              <a:avLst/>
              <a:pathLst>
                <a:path w="8234974" h="3560725">
                  <a:moveTo>
                    <a:pt x="8234974" y="0"/>
                  </a:move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21" y="3560708"/>
                  </a:lnTo>
                  <a:lnTo>
                    <a:pt x="3838355" y="3560584"/>
                  </a:lnTo>
                  <a:lnTo>
                    <a:pt x="3817248" y="3560241"/>
                  </a:lnTo>
                  <a:lnTo>
                    <a:pt x="3780110" y="3559568"/>
                  </a:lnTo>
                  <a:lnTo>
                    <a:pt x="3725958" y="3558469"/>
                  </a:lnTo>
                  <a:lnTo>
                    <a:pt x="3656239" y="3556874"/>
                  </a:lnTo>
                  <a:lnTo>
                    <a:pt x="3574342" y="3554744"/>
                  </a:lnTo>
                  <a:lnTo>
                    <a:pt x="3484729" y="3552071"/>
                  </a:lnTo>
                  <a:lnTo>
                    <a:pt x="3391970" y="3548863"/>
                  </a:lnTo>
                  <a:lnTo>
                    <a:pt x="3299991" y="3545134"/>
                  </a:lnTo>
                  <a:lnTo>
                    <a:pt x="3211680" y="3540887"/>
                  </a:lnTo>
                  <a:lnTo>
                    <a:pt x="3128809" y="3536108"/>
                  </a:lnTo>
                  <a:lnTo>
                    <a:pt x="3052186" y="3530759"/>
                  </a:lnTo>
                  <a:lnTo>
                    <a:pt x="2981877" y="3524780"/>
                  </a:lnTo>
                  <a:lnTo>
                    <a:pt x="2917445" y="3518084"/>
                  </a:lnTo>
                  <a:lnTo>
                    <a:pt x="2858143" y="3510565"/>
                  </a:lnTo>
                  <a:lnTo>
                    <a:pt x="2803061" y="3502105"/>
                  </a:lnTo>
                  <a:lnTo>
                    <a:pt x="2751236" y="3492580"/>
                  </a:lnTo>
                  <a:lnTo>
                    <a:pt x="2701738" y="3481887"/>
                  </a:lnTo>
                  <a:lnTo>
                    <a:pt x="2667772" y="3473612"/>
                  </a:lnTo>
                  <a:lnTo>
                    <a:pt x="2616610" y="3459743"/>
                  </a:lnTo>
                  <a:lnTo>
                    <a:pt x="2565941" y="3444410"/>
                  </a:lnTo>
                  <a:lnTo>
                    <a:pt x="2515215" y="3427594"/>
                  </a:lnTo>
                  <a:lnTo>
                    <a:pt x="2464064" y="3409329"/>
                  </a:lnTo>
                  <a:lnTo>
                    <a:pt x="2412280" y="3389711"/>
                  </a:lnTo>
                  <a:lnTo>
                    <a:pt x="2359792" y="3368901"/>
                  </a:lnTo>
                  <a:lnTo>
                    <a:pt x="2306652" y="3347119"/>
                  </a:lnTo>
                  <a:lnTo>
                    <a:pt x="2253008" y="3324642"/>
                  </a:lnTo>
                  <a:lnTo>
                    <a:pt x="2199079" y="3301788"/>
                  </a:lnTo>
                  <a:lnTo>
                    <a:pt x="2145122" y="3278897"/>
                  </a:lnTo>
                  <a:lnTo>
                    <a:pt x="2091398" y="3256314"/>
                  </a:lnTo>
                  <a:lnTo>
                    <a:pt x="2038138" y="3234362"/>
                  </a:lnTo>
                  <a:lnTo>
                    <a:pt x="1985506" y="3213328"/>
                  </a:lnTo>
                  <a:lnTo>
                    <a:pt x="1933575" y="3193445"/>
                  </a:lnTo>
                  <a:lnTo>
                    <a:pt x="1882304" y="3174887"/>
                  </a:lnTo>
                  <a:lnTo>
                    <a:pt x="1831513" y="3157762"/>
                  </a:lnTo>
                  <a:lnTo>
                    <a:pt x="1780872" y="3142119"/>
                  </a:lnTo>
                  <a:lnTo>
                    <a:pt x="1729869" y="3127947"/>
                  </a:lnTo>
                  <a:lnTo>
                    <a:pt x="1719082" y="3125162"/>
                  </a:lnTo>
                  <a:lnTo>
                    <a:pt x="1670729" y="3113612"/>
                  </a:lnTo>
                  <a:lnTo>
                    <a:pt x="1620637" y="3103272"/>
                  </a:lnTo>
                  <a:lnTo>
                    <a:pt x="1567952" y="3094072"/>
                  </a:lnTo>
                  <a:lnTo>
                    <a:pt x="1511727" y="3085902"/>
                  </a:lnTo>
                  <a:lnTo>
                    <a:pt x="1451004" y="3078638"/>
                  </a:lnTo>
                  <a:lnTo>
                    <a:pt x="1384908" y="3072163"/>
                  </a:lnTo>
                  <a:lnTo>
                    <a:pt x="1312766" y="3066377"/>
                  </a:lnTo>
                  <a:lnTo>
                    <a:pt x="1234268" y="3061202"/>
                  </a:lnTo>
                  <a:lnTo>
                    <a:pt x="1149672" y="3056582"/>
                  </a:lnTo>
                  <a:lnTo>
                    <a:pt x="1060047" y="3052488"/>
                  </a:lnTo>
                  <a:lnTo>
                    <a:pt x="967488" y="3048912"/>
                  </a:lnTo>
                  <a:lnTo>
                    <a:pt x="875208" y="3045860"/>
                  </a:lnTo>
                  <a:lnTo>
                    <a:pt x="787380" y="3043347"/>
                  </a:lnTo>
                  <a:lnTo>
                    <a:pt x="708636" y="3041376"/>
                  </a:lnTo>
                  <a:lnTo>
                    <a:pt x="643222" y="3039933"/>
                  </a:lnTo>
                  <a:lnTo>
                    <a:pt x="594035" y="3038968"/>
                  </a:lnTo>
                  <a:lnTo>
                    <a:pt x="561833" y="3038403"/>
                  </a:lnTo>
                  <a:lnTo>
                    <a:pt x="544902" y="3038137"/>
                  </a:lnTo>
                  <a:lnTo>
                    <a:pt x="539200" y="3038056"/>
                  </a:lnTo>
                  <a:lnTo>
                    <a:pt x="538736" y="3038050"/>
                  </a:lnTo>
                  <a:lnTo>
                    <a:pt x="0" y="30380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9" name="pg869"/>
            <p:cNvSpPr/>
            <p:nvPr/>
          </p:nvSpPr>
          <p:spPr>
            <a:xfrm>
              <a:off x="546595" y="2394706"/>
              <a:ext cx="8234974" cy="2079812"/>
            </a:xfrm>
            <a:custGeom>
              <a:avLst/>
              <a:pathLst>
                <a:path w="8234974" h="2079812">
                  <a:moveTo>
                    <a:pt x="0" y="1529914"/>
                  </a:moveTo>
                  <a:lnTo>
                    <a:pt x="538736" y="1529914"/>
                  </a:lnTo>
                  <a:lnTo>
                    <a:pt x="540033" y="1529932"/>
                  </a:lnTo>
                  <a:lnTo>
                    <a:pt x="548496" y="1530062"/>
                  </a:lnTo>
                  <a:lnTo>
                    <a:pt x="569594" y="1530423"/>
                  </a:lnTo>
                  <a:lnTo>
                    <a:pt x="606718" y="1531130"/>
                  </a:lnTo>
                  <a:lnTo>
                    <a:pt x="660851" y="1532286"/>
                  </a:lnTo>
                  <a:lnTo>
                    <a:pt x="730549" y="1533964"/>
                  </a:lnTo>
                  <a:lnTo>
                    <a:pt x="812425" y="1536204"/>
                  </a:lnTo>
                  <a:lnTo>
                    <a:pt x="902019" y="1539015"/>
                  </a:lnTo>
                  <a:lnTo>
                    <a:pt x="994764" y="1542388"/>
                  </a:lnTo>
                  <a:lnTo>
                    <a:pt x="1086732" y="1546310"/>
                  </a:lnTo>
                  <a:lnTo>
                    <a:pt x="1175038" y="1550777"/>
                  </a:lnTo>
                  <a:lnTo>
                    <a:pt x="1257907" y="1555803"/>
                  </a:lnTo>
                  <a:lnTo>
                    <a:pt x="1334531" y="1561429"/>
                  </a:lnTo>
                  <a:lnTo>
                    <a:pt x="1404842" y="1567717"/>
                  </a:lnTo>
                  <a:lnTo>
                    <a:pt x="1469276" y="1574759"/>
                  </a:lnTo>
                  <a:lnTo>
                    <a:pt x="1528580" y="1582666"/>
                  </a:lnTo>
                  <a:lnTo>
                    <a:pt x="1583662" y="1591563"/>
                  </a:lnTo>
                  <a:lnTo>
                    <a:pt x="1635487" y="1601580"/>
                  </a:lnTo>
                  <a:lnTo>
                    <a:pt x="1684983" y="1612825"/>
                  </a:lnTo>
                  <a:lnTo>
                    <a:pt x="1719082" y="1621563"/>
                  </a:lnTo>
                  <a:lnTo>
                    <a:pt x="1770084" y="1636106"/>
                  </a:lnTo>
                  <a:lnTo>
                    <a:pt x="1820594" y="1652180"/>
                  </a:lnTo>
                  <a:lnTo>
                    <a:pt x="1871158" y="1669804"/>
                  </a:lnTo>
                  <a:lnTo>
                    <a:pt x="1922142" y="1688943"/>
                  </a:lnTo>
                  <a:lnTo>
                    <a:pt x="1973754" y="1709499"/>
                  </a:lnTo>
                  <a:lnTo>
                    <a:pt x="2026064" y="1731304"/>
                  </a:lnTo>
                  <a:lnTo>
                    <a:pt x="2079024" y="1754131"/>
                  </a:lnTo>
                  <a:lnTo>
                    <a:pt x="2132490" y="1777690"/>
                  </a:lnTo>
                  <a:lnTo>
                    <a:pt x="2186245" y="1801653"/>
                  </a:lnTo>
                  <a:lnTo>
                    <a:pt x="2240035" y="1825664"/>
                  </a:lnTo>
                  <a:lnTo>
                    <a:pt x="2293601" y="1849365"/>
                  </a:lnTo>
                  <a:lnTo>
                    <a:pt x="2346714" y="1872417"/>
                  </a:lnTo>
                  <a:lnTo>
                    <a:pt x="2399207" y="1894520"/>
                  </a:lnTo>
                  <a:lnTo>
                    <a:pt x="2451003" y="1915428"/>
                  </a:lnTo>
                  <a:lnTo>
                    <a:pt x="2502140" y="1934958"/>
                  </a:lnTo>
                  <a:lnTo>
                    <a:pt x="2552787" y="1952992"/>
                  </a:lnTo>
                  <a:lnTo>
                    <a:pt x="2603266" y="1969480"/>
                  </a:lnTo>
                  <a:lnTo>
                    <a:pt x="2654072" y="1984427"/>
                  </a:lnTo>
                  <a:lnTo>
                    <a:pt x="2667772" y="1988162"/>
                  </a:lnTo>
                  <a:lnTo>
                    <a:pt x="2716118" y="2000312"/>
                  </a:lnTo>
                  <a:lnTo>
                    <a:pt x="2766203" y="2011189"/>
                  </a:lnTo>
                  <a:lnTo>
                    <a:pt x="2818879" y="2020867"/>
                  </a:lnTo>
                  <a:lnTo>
                    <a:pt x="2875094" y="2029462"/>
                  </a:lnTo>
                  <a:lnTo>
                    <a:pt x="2935805" y="2037104"/>
                  </a:lnTo>
                  <a:lnTo>
                    <a:pt x="3001887" y="2043915"/>
                  </a:lnTo>
                  <a:lnTo>
                    <a:pt x="3074012" y="2050002"/>
                  </a:lnTo>
                  <a:lnTo>
                    <a:pt x="3152492" y="2055447"/>
                  </a:lnTo>
                  <a:lnTo>
                    <a:pt x="3237069" y="2060308"/>
                  </a:lnTo>
                  <a:lnTo>
                    <a:pt x="3326675" y="2064615"/>
                  </a:lnTo>
                  <a:lnTo>
                    <a:pt x="3419218" y="2068378"/>
                  </a:lnTo>
                  <a:lnTo>
                    <a:pt x="3511489" y="2071589"/>
                  </a:lnTo>
                  <a:lnTo>
                    <a:pt x="3599316" y="2074234"/>
                  </a:lnTo>
                  <a:lnTo>
                    <a:pt x="3678072" y="2076308"/>
                  </a:lnTo>
                  <a:lnTo>
                    <a:pt x="3743507" y="2077828"/>
                  </a:lnTo>
                  <a:lnTo>
                    <a:pt x="3792725" y="2078844"/>
                  </a:lnTo>
                  <a:lnTo>
                    <a:pt x="3824962" y="2079438"/>
                  </a:lnTo>
                  <a:lnTo>
                    <a:pt x="3841925" y="2079719"/>
                  </a:lnTo>
                  <a:lnTo>
                    <a:pt x="3847649" y="2079805"/>
                  </a:lnTo>
                  <a:lnTo>
                    <a:pt x="3848118" y="2079812"/>
                  </a:lnTo>
                  <a:lnTo>
                    <a:pt x="4386855" y="2079812"/>
                  </a:lnTo>
                  <a:lnTo>
                    <a:pt x="4388081" y="2079747"/>
                  </a:lnTo>
                  <a:lnTo>
                    <a:pt x="4396094" y="2079282"/>
                  </a:lnTo>
                  <a:lnTo>
                    <a:pt x="4416110" y="2077999"/>
                  </a:lnTo>
                  <a:lnTo>
                    <a:pt x="4451435" y="2075479"/>
                  </a:lnTo>
                  <a:lnTo>
                    <a:pt x="4503151" y="2071356"/>
                  </a:lnTo>
                  <a:lnTo>
                    <a:pt x="4570078" y="2065356"/>
                  </a:lnTo>
                  <a:lnTo>
                    <a:pt x="4649170" y="2057325"/>
                  </a:lnTo>
                  <a:lnTo>
                    <a:pt x="4736285" y="2047219"/>
                  </a:lnTo>
                  <a:lnTo>
                    <a:pt x="4827070" y="2035064"/>
                  </a:lnTo>
                  <a:lnTo>
                    <a:pt x="4917683" y="2020911"/>
                  </a:lnTo>
                  <a:lnTo>
                    <a:pt x="5005209" y="2004781"/>
                  </a:lnTo>
                  <a:lnTo>
                    <a:pt x="5087769" y="1986638"/>
                  </a:lnTo>
                  <a:lnTo>
                    <a:pt x="5164422" y="1966361"/>
                  </a:lnTo>
                  <a:lnTo>
                    <a:pt x="5234959" y="1943741"/>
                  </a:lnTo>
                  <a:lnTo>
                    <a:pt x="5299691" y="1918481"/>
                  </a:lnTo>
                  <a:lnTo>
                    <a:pt x="5359259" y="1890203"/>
                  </a:lnTo>
                  <a:lnTo>
                    <a:pt x="5414490" y="1858470"/>
                  </a:lnTo>
                  <a:lnTo>
                    <a:pt x="5466287" y="1822819"/>
                  </a:lnTo>
                  <a:lnTo>
                    <a:pt x="5515547" y="1782828"/>
                  </a:lnTo>
                  <a:lnTo>
                    <a:pt x="5563084" y="1738225"/>
                  </a:lnTo>
                  <a:lnTo>
                    <a:pt x="5567201" y="1734084"/>
                  </a:lnTo>
                  <a:lnTo>
                    <a:pt x="5606985" y="1691851"/>
                  </a:lnTo>
                  <a:lnTo>
                    <a:pt x="5646384" y="1646140"/>
                  </a:lnTo>
                  <a:lnTo>
                    <a:pt x="5685688" y="1596884"/>
                  </a:lnTo>
                  <a:lnTo>
                    <a:pt x="5725115" y="1544088"/>
                  </a:lnTo>
                  <a:lnTo>
                    <a:pt x="5764818" y="1487839"/>
                  </a:lnTo>
                  <a:lnTo>
                    <a:pt x="5804896" y="1428314"/>
                  </a:lnTo>
                  <a:lnTo>
                    <a:pt x="5845394" y="1365783"/>
                  </a:lnTo>
                  <a:lnTo>
                    <a:pt x="5886313" y="1300606"/>
                  </a:lnTo>
                  <a:lnTo>
                    <a:pt x="5927612" y="1233230"/>
                  </a:lnTo>
                  <a:lnTo>
                    <a:pt x="5969218" y="1164181"/>
                  </a:lnTo>
                  <a:lnTo>
                    <a:pt x="6011031" y="1094040"/>
                  </a:lnTo>
                  <a:lnTo>
                    <a:pt x="6052934" y="1023432"/>
                  </a:lnTo>
                  <a:lnTo>
                    <a:pt x="6094804" y="952999"/>
                  </a:lnTo>
                  <a:lnTo>
                    <a:pt x="6136518" y="883375"/>
                  </a:lnTo>
                  <a:lnTo>
                    <a:pt x="6177968" y="815167"/>
                  </a:lnTo>
                  <a:lnTo>
                    <a:pt x="6219068" y="748926"/>
                  </a:lnTo>
                  <a:lnTo>
                    <a:pt x="6259761" y="685136"/>
                  </a:lnTo>
                  <a:lnTo>
                    <a:pt x="6300028" y="624200"/>
                  </a:lnTo>
                  <a:lnTo>
                    <a:pt x="6339893" y="566428"/>
                  </a:lnTo>
                  <a:lnTo>
                    <a:pt x="6379430" y="512039"/>
                  </a:lnTo>
                  <a:lnTo>
                    <a:pt x="6418767" y="461161"/>
                  </a:lnTo>
                  <a:lnTo>
                    <a:pt x="6458092" y="413836"/>
                  </a:lnTo>
                  <a:lnTo>
                    <a:pt x="6497659" y="370028"/>
                  </a:lnTo>
                  <a:lnTo>
                    <a:pt x="6515891" y="351172"/>
                  </a:lnTo>
                  <a:lnTo>
                    <a:pt x="6563310" y="306161"/>
                  </a:lnTo>
                  <a:lnTo>
                    <a:pt x="6612388" y="265772"/>
                  </a:lnTo>
                  <a:lnTo>
                    <a:pt x="6663926" y="229755"/>
                  </a:lnTo>
                  <a:lnTo>
                    <a:pt x="6718819" y="197696"/>
                  </a:lnTo>
                  <a:lnTo>
                    <a:pt x="6777971" y="169133"/>
                  </a:lnTo>
                  <a:lnTo>
                    <a:pt x="6842220" y="143623"/>
                  </a:lnTo>
                  <a:lnTo>
                    <a:pt x="6912229" y="120784"/>
                  </a:lnTo>
                  <a:lnTo>
                    <a:pt x="6988343" y="100311"/>
                  </a:lnTo>
                  <a:lnTo>
                    <a:pt x="7070410" y="81987"/>
                  </a:lnTo>
                  <a:lnTo>
                    <a:pt x="7157560" y="65683"/>
                  </a:lnTo>
                  <a:lnTo>
                    <a:pt x="7248003" y="51356"/>
                  </a:lnTo>
                  <a:lnTo>
                    <a:pt x="7338915" y="39024"/>
                  </a:lnTo>
                  <a:lnTo>
                    <a:pt x="7426524" y="28736"/>
                  </a:lnTo>
                  <a:lnTo>
                    <a:pt x="7506496" y="20523"/>
                  </a:lnTo>
                  <a:lnTo>
                    <a:pt x="7574637" y="14349"/>
                  </a:lnTo>
                  <a:lnTo>
                    <a:pt x="7627768" y="10070"/>
                  </a:lnTo>
                  <a:lnTo>
                    <a:pt x="7664524" y="7423"/>
                  </a:lnTo>
                  <a:lnTo>
                    <a:pt x="7685783" y="6047"/>
                  </a:lnTo>
                  <a:lnTo>
                    <a:pt x="7694667" y="552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1" y="64"/>
                  </a:lnTo>
                  <a:lnTo>
                    <a:pt x="7686999" y="529"/>
                  </a:lnTo>
                  <a:lnTo>
                    <a:pt x="7666982" y="1812"/>
                  </a:lnTo>
                  <a:lnTo>
                    <a:pt x="7631658" y="4332"/>
                  </a:lnTo>
                  <a:lnTo>
                    <a:pt x="7579941" y="8455"/>
                  </a:lnTo>
                  <a:lnTo>
                    <a:pt x="7513014" y="14455"/>
                  </a:lnTo>
                  <a:lnTo>
                    <a:pt x="7433922" y="22486"/>
                  </a:lnTo>
                  <a:lnTo>
                    <a:pt x="7346807" y="32592"/>
                  </a:lnTo>
                  <a:lnTo>
                    <a:pt x="7256022" y="44747"/>
                  </a:lnTo>
                  <a:lnTo>
                    <a:pt x="7165409" y="58900"/>
                  </a:lnTo>
                  <a:lnTo>
                    <a:pt x="7077884" y="75030"/>
                  </a:lnTo>
                  <a:lnTo>
                    <a:pt x="6995323" y="93173"/>
                  </a:lnTo>
                  <a:lnTo>
                    <a:pt x="6918671" y="113450"/>
                  </a:lnTo>
                  <a:lnTo>
                    <a:pt x="6848134" y="136070"/>
                  </a:lnTo>
                  <a:lnTo>
                    <a:pt x="6783402" y="161330"/>
                  </a:lnTo>
                  <a:lnTo>
                    <a:pt x="6723833" y="189608"/>
                  </a:lnTo>
                  <a:lnTo>
                    <a:pt x="6668602" y="221341"/>
                  </a:lnTo>
                  <a:lnTo>
                    <a:pt x="6616806" y="256992"/>
                  </a:lnTo>
                  <a:lnTo>
                    <a:pt x="6567545" y="296984"/>
                  </a:lnTo>
                  <a:lnTo>
                    <a:pt x="6520009" y="341586"/>
                  </a:lnTo>
                  <a:lnTo>
                    <a:pt x="6515891" y="345727"/>
                  </a:lnTo>
                  <a:lnTo>
                    <a:pt x="6476108" y="387960"/>
                  </a:lnTo>
                  <a:lnTo>
                    <a:pt x="6436708" y="433671"/>
                  </a:lnTo>
                  <a:lnTo>
                    <a:pt x="6397404" y="482927"/>
                  </a:lnTo>
                  <a:lnTo>
                    <a:pt x="6357977" y="535723"/>
                  </a:lnTo>
                  <a:lnTo>
                    <a:pt x="6318274" y="591972"/>
                  </a:lnTo>
                  <a:lnTo>
                    <a:pt x="6278197" y="651497"/>
                  </a:lnTo>
                  <a:lnTo>
                    <a:pt x="6237699" y="714028"/>
                  </a:lnTo>
                  <a:lnTo>
                    <a:pt x="6196780" y="779205"/>
                  </a:lnTo>
                  <a:lnTo>
                    <a:pt x="6155480" y="846581"/>
                  </a:lnTo>
                  <a:lnTo>
                    <a:pt x="6113874" y="915630"/>
                  </a:lnTo>
                  <a:lnTo>
                    <a:pt x="6072061" y="985771"/>
                  </a:lnTo>
                  <a:lnTo>
                    <a:pt x="6030158" y="1056379"/>
                  </a:lnTo>
                  <a:lnTo>
                    <a:pt x="5988289" y="1126812"/>
                  </a:lnTo>
                  <a:lnTo>
                    <a:pt x="5946575" y="1196436"/>
                  </a:lnTo>
                  <a:lnTo>
                    <a:pt x="5905124" y="1264644"/>
                  </a:lnTo>
                  <a:lnTo>
                    <a:pt x="5864024" y="1330885"/>
                  </a:lnTo>
                  <a:lnTo>
                    <a:pt x="5823331" y="1394675"/>
                  </a:lnTo>
                  <a:lnTo>
                    <a:pt x="5783065" y="1455611"/>
                  </a:lnTo>
                  <a:lnTo>
                    <a:pt x="5743200" y="1513383"/>
                  </a:lnTo>
                  <a:lnTo>
                    <a:pt x="5703662" y="1567772"/>
                  </a:lnTo>
                  <a:lnTo>
                    <a:pt x="5664325" y="1618650"/>
                  </a:lnTo>
                  <a:lnTo>
                    <a:pt x="5625001" y="1665975"/>
                  </a:lnTo>
                  <a:lnTo>
                    <a:pt x="5585433" y="1709783"/>
                  </a:lnTo>
                  <a:lnTo>
                    <a:pt x="5567201" y="1728639"/>
                  </a:lnTo>
                  <a:lnTo>
                    <a:pt x="5519783" y="1773650"/>
                  </a:lnTo>
                  <a:lnTo>
                    <a:pt x="5470704" y="1814039"/>
                  </a:lnTo>
                  <a:lnTo>
                    <a:pt x="5419166" y="1850056"/>
                  </a:lnTo>
                  <a:lnTo>
                    <a:pt x="5364274" y="1882115"/>
                  </a:lnTo>
                  <a:lnTo>
                    <a:pt x="5305121" y="1910679"/>
                  </a:lnTo>
                  <a:lnTo>
                    <a:pt x="5240872" y="1936188"/>
                  </a:lnTo>
                  <a:lnTo>
                    <a:pt x="5170863" y="1959027"/>
                  </a:lnTo>
                  <a:lnTo>
                    <a:pt x="5094749" y="1979500"/>
                  </a:lnTo>
                  <a:lnTo>
                    <a:pt x="5012682" y="1997824"/>
                  </a:lnTo>
                  <a:lnTo>
                    <a:pt x="4925533" y="2014128"/>
                  </a:lnTo>
                  <a:lnTo>
                    <a:pt x="4835089" y="2028455"/>
                  </a:lnTo>
                  <a:lnTo>
                    <a:pt x="4744177" y="2040787"/>
                  </a:lnTo>
                  <a:lnTo>
                    <a:pt x="4656568" y="2051076"/>
                  </a:lnTo>
                  <a:lnTo>
                    <a:pt x="4576596" y="2059288"/>
                  </a:lnTo>
                  <a:lnTo>
                    <a:pt x="4508456" y="2065462"/>
                  </a:lnTo>
                  <a:lnTo>
                    <a:pt x="4455324" y="2069742"/>
                  </a:lnTo>
                  <a:lnTo>
                    <a:pt x="4418569" y="2072388"/>
                  </a:lnTo>
                  <a:lnTo>
                    <a:pt x="4397309" y="2073764"/>
                  </a:lnTo>
                  <a:lnTo>
                    <a:pt x="4388426" y="2074283"/>
                  </a:lnTo>
                  <a:lnTo>
                    <a:pt x="4386855" y="2074367"/>
                  </a:lnTo>
                  <a:lnTo>
                    <a:pt x="3848118" y="2074367"/>
                  </a:lnTo>
                  <a:lnTo>
                    <a:pt x="3846821" y="2074349"/>
                  </a:lnTo>
                  <a:lnTo>
                    <a:pt x="3838359" y="2074218"/>
                  </a:lnTo>
                  <a:lnTo>
                    <a:pt x="3817260" y="2073858"/>
                  </a:lnTo>
                  <a:lnTo>
                    <a:pt x="3780136" y="2073151"/>
                  </a:lnTo>
                  <a:lnTo>
                    <a:pt x="3726003" y="2071995"/>
                  </a:lnTo>
                  <a:lnTo>
                    <a:pt x="3656305" y="2070317"/>
                  </a:lnTo>
                  <a:lnTo>
                    <a:pt x="3574430" y="2068077"/>
                  </a:lnTo>
                  <a:lnTo>
                    <a:pt x="3484836" y="2065266"/>
                  </a:lnTo>
                  <a:lnTo>
                    <a:pt x="3392091" y="2061892"/>
                  </a:lnTo>
                  <a:lnTo>
                    <a:pt x="3300122" y="2057970"/>
                  </a:lnTo>
                  <a:lnTo>
                    <a:pt x="3211816" y="2053504"/>
                  </a:lnTo>
                  <a:lnTo>
                    <a:pt x="3128948" y="2048477"/>
                  </a:lnTo>
                  <a:lnTo>
                    <a:pt x="3052324" y="2042852"/>
                  </a:lnTo>
                  <a:lnTo>
                    <a:pt x="2982013" y="2036563"/>
                  </a:lnTo>
                  <a:lnTo>
                    <a:pt x="2917579" y="2029521"/>
                  </a:lnTo>
                  <a:lnTo>
                    <a:pt x="2858275" y="2021615"/>
                  </a:lnTo>
                  <a:lnTo>
                    <a:pt x="2803192" y="2012717"/>
                  </a:lnTo>
                  <a:lnTo>
                    <a:pt x="2751368" y="2002701"/>
                  </a:lnTo>
                  <a:lnTo>
                    <a:pt x="2701871" y="1991456"/>
                  </a:lnTo>
                  <a:lnTo>
                    <a:pt x="2667772" y="1982717"/>
                  </a:lnTo>
                  <a:lnTo>
                    <a:pt x="2616770" y="1968174"/>
                  </a:lnTo>
                  <a:lnTo>
                    <a:pt x="2566261" y="1952101"/>
                  </a:lnTo>
                  <a:lnTo>
                    <a:pt x="2515696" y="1934477"/>
                  </a:lnTo>
                  <a:lnTo>
                    <a:pt x="2464713" y="1915337"/>
                  </a:lnTo>
                  <a:lnTo>
                    <a:pt x="2413101" y="1894782"/>
                  </a:lnTo>
                  <a:lnTo>
                    <a:pt x="2360791" y="1872976"/>
                  </a:lnTo>
                  <a:lnTo>
                    <a:pt x="2307830" y="1850150"/>
                  </a:lnTo>
                  <a:lnTo>
                    <a:pt x="2254365" y="1826590"/>
                  </a:lnTo>
                  <a:lnTo>
                    <a:pt x="2200610" y="1802628"/>
                  </a:lnTo>
                  <a:lnTo>
                    <a:pt x="2146820" y="1778617"/>
                  </a:lnTo>
                  <a:lnTo>
                    <a:pt x="2093254" y="1754916"/>
                  </a:lnTo>
                  <a:lnTo>
                    <a:pt x="2040141" y="1731864"/>
                  </a:lnTo>
                  <a:lnTo>
                    <a:pt x="1987648" y="1709760"/>
                  </a:lnTo>
                  <a:lnTo>
                    <a:pt x="1935852" y="1688852"/>
                  </a:lnTo>
                  <a:lnTo>
                    <a:pt x="1884715" y="1669323"/>
                  </a:lnTo>
                  <a:lnTo>
                    <a:pt x="1834067" y="1651288"/>
                  </a:lnTo>
                  <a:lnTo>
                    <a:pt x="1783588" y="1634801"/>
                  </a:lnTo>
                  <a:lnTo>
                    <a:pt x="1732783" y="1619854"/>
                  </a:lnTo>
                  <a:lnTo>
                    <a:pt x="1719082" y="1616119"/>
                  </a:lnTo>
                  <a:lnTo>
                    <a:pt x="1670736" y="1603969"/>
                  </a:lnTo>
                  <a:lnTo>
                    <a:pt x="1620652" y="1593091"/>
                  </a:lnTo>
                  <a:lnTo>
                    <a:pt x="1567976" y="1583414"/>
                  </a:lnTo>
                  <a:lnTo>
                    <a:pt x="1511761" y="1574819"/>
                  </a:lnTo>
                  <a:lnTo>
                    <a:pt x="1451050" y="1567177"/>
                  </a:lnTo>
                  <a:lnTo>
                    <a:pt x="1384968" y="1560365"/>
                  </a:lnTo>
                  <a:lnTo>
                    <a:pt x="1312843" y="1554278"/>
                  </a:lnTo>
                  <a:lnTo>
                    <a:pt x="1234362" y="1548833"/>
                  </a:lnTo>
                  <a:lnTo>
                    <a:pt x="1149785" y="1543973"/>
                  </a:lnTo>
                  <a:lnTo>
                    <a:pt x="1060179" y="1539666"/>
                  </a:lnTo>
                  <a:lnTo>
                    <a:pt x="967636" y="1535903"/>
                  </a:lnTo>
                  <a:lnTo>
                    <a:pt x="875366" y="1532692"/>
                  </a:lnTo>
                  <a:lnTo>
                    <a:pt x="787538" y="1530047"/>
                  </a:lnTo>
                  <a:lnTo>
                    <a:pt x="708783" y="1527973"/>
                  </a:lnTo>
                  <a:lnTo>
                    <a:pt x="643347" y="1526453"/>
                  </a:lnTo>
                  <a:lnTo>
                    <a:pt x="594129" y="1525437"/>
                  </a:lnTo>
                  <a:lnTo>
                    <a:pt x="561892" y="1524842"/>
                  </a:lnTo>
                  <a:lnTo>
                    <a:pt x="544929" y="1524561"/>
                  </a:lnTo>
                  <a:lnTo>
                    <a:pt x="539205" y="1524476"/>
                  </a:lnTo>
                  <a:lnTo>
                    <a:pt x="538736" y="1524469"/>
                  </a:lnTo>
                  <a:lnTo>
                    <a:pt x="0" y="152446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70" name="pl870"/>
            <p:cNvSpPr/>
            <p:nvPr/>
          </p:nvSpPr>
          <p:spPr>
            <a:xfrm>
              <a:off x="546595" y="2400151"/>
              <a:ext cx="8234974" cy="2074367"/>
            </a:xfrm>
            <a:custGeom>
              <a:avLst/>
              <a:pathLst>
                <a:path w="8234974" h="2074367">
                  <a:moveTo>
                    <a:pt x="0" y="1524469"/>
                  </a:moveTo>
                  <a:lnTo>
                    <a:pt x="538736" y="1524469"/>
                  </a:lnTo>
                  <a:lnTo>
                    <a:pt x="540033" y="1524487"/>
                  </a:lnTo>
                  <a:lnTo>
                    <a:pt x="548496" y="1524618"/>
                  </a:lnTo>
                  <a:lnTo>
                    <a:pt x="569594" y="1524978"/>
                  </a:lnTo>
                  <a:lnTo>
                    <a:pt x="606718" y="1525685"/>
                  </a:lnTo>
                  <a:lnTo>
                    <a:pt x="660851" y="1526841"/>
                  </a:lnTo>
                  <a:lnTo>
                    <a:pt x="730549" y="1528519"/>
                  </a:lnTo>
                  <a:lnTo>
                    <a:pt x="812425" y="1530759"/>
                  </a:lnTo>
                  <a:lnTo>
                    <a:pt x="902019" y="1533571"/>
                  </a:lnTo>
                  <a:lnTo>
                    <a:pt x="994764" y="1536944"/>
                  </a:lnTo>
                  <a:lnTo>
                    <a:pt x="1086732" y="1540866"/>
                  </a:lnTo>
                  <a:lnTo>
                    <a:pt x="1175038" y="1545333"/>
                  </a:lnTo>
                  <a:lnTo>
                    <a:pt x="1257907" y="1550359"/>
                  </a:lnTo>
                  <a:lnTo>
                    <a:pt x="1334531" y="1555984"/>
                  </a:lnTo>
                  <a:lnTo>
                    <a:pt x="1404842" y="1562273"/>
                  </a:lnTo>
                  <a:lnTo>
                    <a:pt x="1469276" y="1569315"/>
                  </a:lnTo>
                  <a:lnTo>
                    <a:pt x="1528580" y="1577221"/>
                  </a:lnTo>
                  <a:lnTo>
                    <a:pt x="1583662" y="1586119"/>
                  </a:lnTo>
                  <a:lnTo>
                    <a:pt x="1635487" y="1596135"/>
                  </a:lnTo>
                  <a:lnTo>
                    <a:pt x="1684983" y="1607380"/>
                  </a:lnTo>
                  <a:lnTo>
                    <a:pt x="1719082" y="1616119"/>
                  </a:lnTo>
                  <a:lnTo>
                    <a:pt x="1770084" y="1630662"/>
                  </a:lnTo>
                  <a:lnTo>
                    <a:pt x="1820594" y="1646735"/>
                  </a:lnTo>
                  <a:lnTo>
                    <a:pt x="1871158" y="1664359"/>
                  </a:lnTo>
                  <a:lnTo>
                    <a:pt x="1922142" y="1683499"/>
                  </a:lnTo>
                  <a:lnTo>
                    <a:pt x="1973754" y="1704054"/>
                  </a:lnTo>
                  <a:lnTo>
                    <a:pt x="2026064" y="1725860"/>
                  </a:lnTo>
                  <a:lnTo>
                    <a:pt x="2079024" y="1748686"/>
                  </a:lnTo>
                  <a:lnTo>
                    <a:pt x="2132490" y="1772246"/>
                  </a:lnTo>
                  <a:lnTo>
                    <a:pt x="2186245" y="1796208"/>
                  </a:lnTo>
                  <a:lnTo>
                    <a:pt x="2240035" y="1820219"/>
                  </a:lnTo>
                  <a:lnTo>
                    <a:pt x="2293601" y="1843920"/>
                  </a:lnTo>
                  <a:lnTo>
                    <a:pt x="2346714" y="1866972"/>
                  </a:lnTo>
                  <a:lnTo>
                    <a:pt x="2399207" y="1889076"/>
                  </a:lnTo>
                  <a:lnTo>
                    <a:pt x="2451003" y="1909984"/>
                  </a:lnTo>
                  <a:lnTo>
                    <a:pt x="2502140" y="1929513"/>
                  </a:lnTo>
                  <a:lnTo>
                    <a:pt x="2552787" y="1947548"/>
                  </a:lnTo>
                  <a:lnTo>
                    <a:pt x="2603266" y="1964035"/>
                  </a:lnTo>
                  <a:lnTo>
                    <a:pt x="2654072" y="1978982"/>
                  </a:lnTo>
                  <a:lnTo>
                    <a:pt x="2667772" y="1982717"/>
                  </a:lnTo>
                  <a:lnTo>
                    <a:pt x="2716118" y="1994867"/>
                  </a:lnTo>
                  <a:lnTo>
                    <a:pt x="2766203" y="2005745"/>
                  </a:lnTo>
                  <a:lnTo>
                    <a:pt x="2818879" y="2015422"/>
                  </a:lnTo>
                  <a:lnTo>
                    <a:pt x="2875094" y="2024017"/>
                  </a:lnTo>
                  <a:lnTo>
                    <a:pt x="2935805" y="2031659"/>
                  </a:lnTo>
                  <a:lnTo>
                    <a:pt x="3001887" y="2038471"/>
                  </a:lnTo>
                  <a:lnTo>
                    <a:pt x="3074012" y="2044558"/>
                  </a:lnTo>
                  <a:lnTo>
                    <a:pt x="3152492" y="2050003"/>
                  </a:lnTo>
                  <a:lnTo>
                    <a:pt x="3237069" y="2054863"/>
                  </a:lnTo>
                  <a:lnTo>
                    <a:pt x="3326675" y="2059170"/>
                  </a:lnTo>
                  <a:lnTo>
                    <a:pt x="3419218" y="2062933"/>
                  </a:lnTo>
                  <a:lnTo>
                    <a:pt x="3511489" y="2066144"/>
                  </a:lnTo>
                  <a:lnTo>
                    <a:pt x="3599316" y="2068789"/>
                  </a:lnTo>
                  <a:lnTo>
                    <a:pt x="3678072" y="2070863"/>
                  </a:lnTo>
                  <a:lnTo>
                    <a:pt x="3743507" y="2072383"/>
                  </a:lnTo>
                  <a:lnTo>
                    <a:pt x="3792725" y="2073399"/>
                  </a:lnTo>
                  <a:lnTo>
                    <a:pt x="3824962" y="2073994"/>
                  </a:lnTo>
                  <a:lnTo>
                    <a:pt x="3841925" y="2074275"/>
                  </a:lnTo>
                  <a:lnTo>
                    <a:pt x="3847649" y="2074361"/>
                  </a:lnTo>
                  <a:lnTo>
                    <a:pt x="3848118" y="2074367"/>
                  </a:lnTo>
                  <a:lnTo>
                    <a:pt x="4386855" y="2074367"/>
                  </a:lnTo>
                  <a:lnTo>
                    <a:pt x="4388081" y="2074302"/>
                  </a:lnTo>
                  <a:lnTo>
                    <a:pt x="4396094" y="2073838"/>
                  </a:lnTo>
                  <a:lnTo>
                    <a:pt x="4416110" y="2072554"/>
                  </a:lnTo>
                  <a:lnTo>
                    <a:pt x="4451435" y="2070035"/>
                  </a:lnTo>
                  <a:lnTo>
                    <a:pt x="4503151" y="2065911"/>
                  </a:lnTo>
                  <a:lnTo>
                    <a:pt x="4570078" y="2059911"/>
                  </a:lnTo>
                  <a:lnTo>
                    <a:pt x="4649170" y="2051880"/>
                  </a:lnTo>
                  <a:lnTo>
                    <a:pt x="4736285" y="2041774"/>
                  </a:lnTo>
                  <a:lnTo>
                    <a:pt x="4827070" y="2029620"/>
                  </a:lnTo>
                  <a:lnTo>
                    <a:pt x="4917683" y="2015466"/>
                  </a:lnTo>
                  <a:lnTo>
                    <a:pt x="5005209" y="1999337"/>
                  </a:lnTo>
                  <a:lnTo>
                    <a:pt x="5087769" y="1981194"/>
                  </a:lnTo>
                  <a:lnTo>
                    <a:pt x="5164422" y="1960917"/>
                  </a:lnTo>
                  <a:lnTo>
                    <a:pt x="5234959" y="1938297"/>
                  </a:lnTo>
                  <a:lnTo>
                    <a:pt x="5299691" y="1913037"/>
                  </a:lnTo>
                  <a:lnTo>
                    <a:pt x="5359259" y="1884758"/>
                  </a:lnTo>
                  <a:lnTo>
                    <a:pt x="5414490" y="1853025"/>
                  </a:lnTo>
                  <a:lnTo>
                    <a:pt x="5466287" y="1817374"/>
                  </a:lnTo>
                  <a:lnTo>
                    <a:pt x="5515547" y="1777383"/>
                  </a:lnTo>
                  <a:lnTo>
                    <a:pt x="5563084" y="1732780"/>
                  </a:lnTo>
                  <a:lnTo>
                    <a:pt x="5567201" y="1728639"/>
                  </a:lnTo>
                  <a:lnTo>
                    <a:pt x="5606985" y="1686407"/>
                  </a:lnTo>
                  <a:lnTo>
                    <a:pt x="5646384" y="1640696"/>
                  </a:lnTo>
                  <a:lnTo>
                    <a:pt x="5685688" y="1591440"/>
                  </a:lnTo>
                  <a:lnTo>
                    <a:pt x="5725115" y="1538643"/>
                  </a:lnTo>
                  <a:lnTo>
                    <a:pt x="5764818" y="1482394"/>
                  </a:lnTo>
                  <a:lnTo>
                    <a:pt x="5804896" y="1422869"/>
                  </a:lnTo>
                  <a:lnTo>
                    <a:pt x="5845394" y="1360338"/>
                  </a:lnTo>
                  <a:lnTo>
                    <a:pt x="5886313" y="1295161"/>
                  </a:lnTo>
                  <a:lnTo>
                    <a:pt x="5927612" y="1227786"/>
                  </a:lnTo>
                  <a:lnTo>
                    <a:pt x="5969218" y="1158736"/>
                  </a:lnTo>
                  <a:lnTo>
                    <a:pt x="6011031" y="1088595"/>
                  </a:lnTo>
                  <a:lnTo>
                    <a:pt x="6052934" y="1017987"/>
                  </a:lnTo>
                  <a:lnTo>
                    <a:pt x="6094804" y="947554"/>
                  </a:lnTo>
                  <a:lnTo>
                    <a:pt x="6136518" y="877931"/>
                  </a:lnTo>
                  <a:lnTo>
                    <a:pt x="6177968" y="809722"/>
                  </a:lnTo>
                  <a:lnTo>
                    <a:pt x="6219068" y="743481"/>
                  </a:lnTo>
                  <a:lnTo>
                    <a:pt x="6259761" y="679692"/>
                  </a:lnTo>
                  <a:lnTo>
                    <a:pt x="6300028" y="618756"/>
                  </a:lnTo>
                  <a:lnTo>
                    <a:pt x="6339893" y="560984"/>
                  </a:lnTo>
                  <a:lnTo>
                    <a:pt x="6379430" y="506595"/>
                  </a:lnTo>
                  <a:lnTo>
                    <a:pt x="6418767" y="455717"/>
                  </a:lnTo>
                  <a:lnTo>
                    <a:pt x="6458092" y="408392"/>
                  </a:lnTo>
                  <a:lnTo>
                    <a:pt x="6497659" y="364584"/>
                  </a:lnTo>
                  <a:lnTo>
                    <a:pt x="6515891" y="345727"/>
                  </a:lnTo>
                  <a:lnTo>
                    <a:pt x="6563310" y="300716"/>
                  </a:lnTo>
                  <a:lnTo>
                    <a:pt x="6612388" y="260327"/>
                  </a:lnTo>
                  <a:lnTo>
                    <a:pt x="6663926" y="224311"/>
                  </a:lnTo>
                  <a:lnTo>
                    <a:pt x="6718819" y="192251"/>
                  </a:lnTo>
                  <a:lnTo>
                    <a:pt x="6777971" y="163688"/>
                  </a:lnTo>
                  <a:lnTo>
                    <a:pt x="6842220" y="138179"/>
                  </a:lnTo>
                  <a:lnTo>
                    <a:pt x="6912229" y="115340"/>
                  </a:lnTo>
                  <a:lnTo>
                    <a:pt x="6988343" y="94867"/>
                  </a:lnTo>
                  <a:lnTo>
                    <a:pt x="7070410" y="76542"/>
                  </a:lnTo>
                  <a:lnTo>
                    <a:pt x="7157560" y="60238"/>
                  </a:lnTo>
                  <a:lnTo>
                    <a:pt x="7248003" y="45911"/>
                  </a:lnTo>
                  <a:lnTo>
                    <a:pt x="7338915" y="33579"/>
                  </a:lnTo>
                  <a:lnTo>
                    <a:pt x="7426524" y="23291"/>
                  </a:lnTo>
                  <a:lnTo>
                    <a:pt x="7506496" y="15078"/>
                  </a:lnTo>
                  <a:lnTo>
                    <a:pt x="7574637" y="8904"/>
                  </a:lnTo>
                  <a:lnTo>
                    <a:pt x="7627768" y="4625"/>
                  </a:lnTo>
                  <a:lnTo>
                    <a:pt x="7664524" y="1978"/>
                  </a:lnTo>
                  <a:lnTo>
                    <a:pt x="7685783" y="602"/>
                  </a:lnTo>
                  <a:lnTo>
                    <a:pt x="7694667" y="83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1" name="pl871"/>
            <p:cNvSpPr/>
            <p:nvPr/>
          </p:nvSpPr>
          <p:spPr>
            <a:xfrm>
              <a:off x="546595" y="2394706"/>
              <a:ext cx="8234974" cy="2074367"/>
            </a:xfrm>
            <a:custGeom>
              <a:avLst/>
              <a:pathLst>
                <a:path w="8234974" h="2074367">
                  <a:moveTo>
                    <a:pt x="8234974" y="0"/>
                  </a:moveTo>
                  <a:lnTo>
                    <a:pt x="7696237" y="0"/>
                  </a:lnTo>
                  <a:lnTo>
                    <a:pt x="7695011" y="64"/>
                  </a:lnTo>
                  <a:lnTo>
                    <a:pt x="7686999" y="529"/>
                  </a:lnTo>
                  <a:lnTo>
                    <a:pt x="7666982" y="1812"/>
                  </a:lnTo>
                  <a:lnTo>
                    <a:pt x="7631658" y="4332"/>
                  </a:lnTo>
                  <a:lnTo>
                    <a:pt x="7579941" y="8455"/>
                  </a:lnTo>
                  <a:lnTo>
                    <a:pt x="7513014" y="14455"/>
                  </a:lnTo>
                  <a:lnTo>
                    <a:pt x="7433922" y="22486"/>
                  </a:lnTo>
                  <a:lnTo>
                    <a:pt x="7346807" y="32592"/>
                  </a:lnTo>
                  <a:lnTo>
                    <a:pt x="7256022" y="44747"/>
                  </a:lnTo>
                  <a:lnTo>
                    <a:pt x="7165409" y="58900"/>
                  </a:lnTo>
                  <a:lnTo>
                    <a:pt x="7077884" y="75030"/>
                  </a:lnTo>
                  <a:lnTo>
                    <a:pt x="6995323" y="93173"/>
                  </a:lnTo>
                  <a:lnTo>
                    <a:pt x="6918671" y="113450"/>
                  </a:lnTo>
                  <a:lnTo>
                    <a:pt x="6848134" y="136070"/>
                  </a:lnTo>
                  <a:lnTo>
                    <a:pt x="6783402" y="161330"/>
                  </a:lnTo>
                  <a:lnTo>
                    <a:pt x="6723833" y="189608"/>
                  </a:lnTo>
                  <a:lnTo>
                    <a:pt x="6668602" y="221341"/>
                  </a:lnTo>
                  <a:lnTo>
                    <a:pt x="6616806" y="256992"/>
                  </a:lnTo>
                  <a:lnTo>
                    <a:pt x="6567545" y="296984"/>
                  </a:lnTo>
                  <a:lnTo>
                    <a:pt x="6520009" y="341586"/>
                  </a:lnTo>
                  <a:lnTo>
                    <a:pt x="6515891" y="345727"/>
                  </a:lnTo>
                  <a:lnTo>
                    <a:pt x="6476108" y="387960"/>
                  </a:lnTo>
                  <a:lnTo>
                    <a:pt x="6436708" y="433671"/>
                  </a:lnTo>
                  <a:lnTo>
                    <a:pt x="6397404" y="482927"/>
                  </a:lnTo>
                  <a:lnTo>
                    <a:pt x="6357977" y="535723"/>
                  </a:lnTo>
                  <a:lnTo>
                    <a:pt x="6318274" y="591972"/>
                  </a:lnTo>
                  <a:lnTo>
                    <a:pt x="6278197" y="651497"/>
                  </a:lnTo>
                  <a:lnTo>
                    <a:pt x="6237699" y="714028"/>
                  </a:lnTo>
                  <a:lnTo>
                    <a:pt x="6196780" y="779205"/>
                  </a:lnTo>
                  <a:lnTo>
                    <a:pt x="6155480" y="846581"/>
                  </a:lnTo>
                  <a:lnTo>
                    <a:pt x="6113874" y="915630"/>
                  </a:lnTo>
                  <a:lnTo>
                    <a:pt x="6072061" y="985771"/>
                  </a:lnTo>
                  <a:lnTo>
                    <a:pt x="6030158" y="1056379"/>
                  </a:lnTo>
                  <a:lnTo>
                    <a:pt x="5988289" y="1126812"/>
                  </a:lnTo>
                  <a:lnTo>
                    <a:pt x="5946575" y="1196436"/>
                  </a:lnTo>
                  <a:lnTo>
                    <a:pt x="5905124" y="1264644"/>
                  </a:lnTo>
                  <a:lnTo>
                    <a:pt x="5864024" y="1330885"/>
                  </a:lnTo>
                  <a:lnTo>
                    <a:pt x="5823331" y="1394675"/>
                  </a:lnTo>
                  <a:lnTo>
                    <a:pt x="5783065" y="1455611"/>
                  </a:lnTo>
                  <a:lnTo>
                    <a:pt x="5743200" y="1513383"/>
                  </a:lnTo>
                  <a:lnTo>
                    <a:pt x="5703662" y="1567772"/>
                  </a:lnTo>
                  <a:lnTo>
                    <a:pt x="5664325" y="1618650"/>
                  </a:lnTo>
                  <a:lnTo>
                    <a:pt x="5625001" y="1665975"/>
                  </a:lnTo>
                  <a:lnTo>
                    <a:pt x="5585433" y="1709783"/>
                  </a:lnTo>
                  <a:lnTo>
                    <a:pt x="5567201" y="1728639"/>
                  </a:lnTo>
                  <a:lnTo>
                    <a:pt x="5519783" y="1773650"/>
                  </a:lnTo>
                  <a:lnTo>
                    <a:pt x="5470704" y="1814039"/>
                  </a:lnTo>
                  <a:lnTo>
                    <a:pt x="5419166" y="1850056"/>
                  </a:lnTo>
                  <a:lnTo>
                    <a:pt x="5364274" y="1882115"/>
                  </a:lnTo>
                  <a:lnTo>
                    <a:pt x="5305121" y="1910679"/>
                  </a:lnTo>
                  <a:lnTo>
                    <a:pt x="5240872" y="1936188"/>
                  </a:lnTo>
                  <a:lnTo>
                    <a:pt x="5170863" y="1959027"/>
                  </a:lnTo>
                  <a:lnTo>
                    <a:pt x="5094749" y="1979500"/>
                  </a:lnTo>
                  <a:lnTo>
                    <a:pt x="5012682" y="1997824"/>
                  </a:lnTo>
                  <a:lnTo>
                    <a:pt x="4925533" y="2014128"/>
                  </a:lnTo>
                  <a:lnTo>
                    <a:pt x="4835089" y="2028455"/>
                  </a:lnTo>
                  <a:lnTo>
                    <a:pt x="4744177" y="2040787"/>
                  </a:lnTo>
                  <a:lnTo>
                    <a:pt x="4656568" y="2051076"/>
                  </a:lnTo>
                  <a:lnTo>
                    <a:pt x="4576596" y="2059288"/>
                  </a:lnTo>
                  <a:lnTo>
                    <a:pt x="4508456" y="2065462"/>
                  </a:lnTo>
                  <a:lnTo>
                    <a:pt x="4455324" y="2069742"/>
                  </a:lnTo>
                  <a:lnTo>
                    <a:pt x="4418569" y="2072388"/>
                  </a:lnTo>
                  <a:lnTo>
                    <a:pt x="4397309" y="2073764"/>
                  </a:lnTo>
                  <a:lnTo>
                    <a:pt x="4388426" y="2074283"/>
                  </a:lnTo>
                  <a:lnTo>
                    <a:pt x="4386856" y="2074367"/>
                  </a:lnTo>
                  <a:lnTo>
                    <a:pt x="4386855" y="2074367"/>
                  </a:lnTo>
                  <a:lnTo>
                    <a:pt x="3848118" y="2074367"/>
                  </a:lnTo>
                  <a:lnTo>
                    <a:pt x="3846821" y="2074349"/>
                  </a:lnTo>
                  <a:lnTo>
                    <a:pt x="3838359" y="2074218"/>
                  </a:lnTo>
                  <a:lnTo>
                    <a:pt x="3817260" y="2073858"/>
                  </a:lnTo>
                  <a:lnTo>
                    <a:pt x="3780136" y="2073151"/>
                  </a:lnTo>
                  <a:lnTo>
                    <a:pt x="3726003" y="2071995"/>
                  </a:lnTo>
                  <a:lnTo>
                    <a:pt x="3656305" y="2070317"/>
                  </a:lnTo>
                  <a:lnTo>
                    <a:pt x="3574430" y="2068077"/>
                  </a:lnTo>
                  <a:lnTo>
                    <a:pt x="3484836" y="2065266"/>
                  </a:lnTo>
                  <a:lnTo>
                    <a:pt x="3392091" y="2061892"/>
                  </a:lnTo>
                  <a:lnTo>
                    <a:pt x="3300122" y="2057970"/>
                  </a:lnTo>
                  <a:lnTo>
                    <a:pt x="3211816" y="2053504"/>
                  </a:lnTo>
                  <a:lnTo>
                    <a:pt x="3128948" y="2048477"/>
                  </a:lnTo>
                  <a:lnTo>
                    <a:pt x="3052324" y="2042852"/>
                  </a:lnTo>
                  <a:lnTo>
                    <a:pt x="2982013" y="2036563"/>
                  </a:lnTo>
                  <a:lnTo>
                    <a:pt x="2917579" y="2029521"/>
                  </a:lnTo>
                  <a:lnTo>
                    <a:pt x="2858275" y="2021615"/>
                  </a:lnTo>
                  <a:lnTo>
                    <a:pt x="2803192" y="2012717"/>
                  </a:lnTo>
                  <a:lnTo>
                    <a:pt x="2751368" y="2002701"/>
                  </a:lnTo>
                  <a:lnTo>
                    <a:pt x="2701871" y="1991456"/>
                  </a:lnTo>
                  <a:lnTo>
                    <a:pt x="2667772" y="1982717"/>
                  </a:lnTo>
                  <a:lnTo>
                    <a:pt x="2616770" y="1968174"/>
                  </a:lnTo>
                  <a:lnTo>
                    <a:pt x="2566261" y="1952101"/>
                  </a:lnTo>
                  <a:lnTo>
                    <a:pt x="2515696" y="1934477"/>
                  </a:lnTo>
                  <a:lnTo>
                    <a:pt x="2464713" y="1915337"/>
                  </a:lnTo>
                  <a:lnTo>
                    <a:pt x="2413101" y="1894782"/>
                  </a:lnTo>
                  <a:lnTo>
                    <a:pt x="2360791" y="1872976"/>
                  </a:lnTo>
                  <a:lnTo>
                    <a:pt x="2307830" y="1850150"/>
                  </a:lnTo>
                  <a:lnTo>
                    <a:pt x="2254365" y="1826590"/>
                  </a:lnTo>
                  <a:lnTo>
                    <a:pt x="2200610" y="1802628"/>
                  </a:lnTo>
                  <a:lnTo>
                    <a:pt x="2146820" y="1778617"/>
                  </a:lnTo>
                  <a:lnTo>
                    <a:pt x="2093254" y="1754916"/>
                  </a:lnTo>
                  <a:lnTo>
                    <a:pt x="2040141" y="1731864"/>
                  </a:lnTo>
                  <a:lnTo>
                    <a:pt x="1987648" y="1709760"/>
                  </a:lnTo>
                  <a:lnTo>
                    <a:pt x="1935852" y="1688852"/>
                  </a:lnTo>
                  <a:lnTo>
                    <a:pt x="1884715" y="1669323"/>
                  </a:lnTo>
                  <a:lnTo>
                    <a:pt x="1834067" y="1651288"/>
                  </a:lnTo>
                  <a:lnTo>
                    <a:pt x="1783588" y="1634801"/>
                  </a:lnTo>
                  <a:lnTo>
                    <a:pt x="1732783" y="1619854"/>
                  </a:lnTo>
                  <a:lnTo>
                    <a:pt x="1719082" y="1616119"/>
                  </a:lnTo>
                  <a:lnTo>
                    <a:pt x="1670736" y="1603969"/>
                  </a:lnTo>
                  <a:lnTo>
                    <a:pt x="1620652" y="1593091"/>
                  </a:lnTo>
                  <a:lnTo>
                    <a:pt x="1567976" y="1583414"/>
                  </a:lnTo>
                  <a:lnTo>
                    <a:pt x="1511761" y="1574819"/>
                  </a:lnTo>
                  <a:lnTo>
                    <a:pt x="1451050" y="1567177"/>
                  </a:lnTo>
                  <a:lnTo>
                    <a:pt x="1384968" y="1560365"/>
                  </a:lnTo>
                  <a:lnTo>
                    <a:pt x="1312843" y="1554278"/>
                  </a:lnTo>
                  <a:lnTo>
                    <a:pt x="1234362" y="1548833"/>
                  </a:lnTo>
                  <a:lnTo>
                    <a:pt x="1149785" y="1543973"/>
                  </a:lnTo>
                  <a:lnTo>
                    <a:pt x="1060179" y="1539666"/>
                  </a:lnTo>
                  <a:lnTo>
                    <a:pt x="967636" y="1535903"/>
                  </a:lnTo>
                  <a:lnTo>
                    <a:pt x="875366" y="1532692"/>
                  </a:lnTo>
                  <a:lnTo>
                    <a:pt x="787538" y="1530047"/>
                  </a:lnTo>
                  <a:lnTo>
                    <a:pt x="708783" y="1527973"/>
                  </a:lnTo>
                  <a:lnTo>
                    <a:pt x="643347" y="1526453"/>
                  </a:lnTo>
                  <a:lnTo>
                    <a:pt x="594129" y="1525437"/>
                  </a:lnTo>
                  <a:lnTo>
                    <a:pt x="561892" y="1524842"/>
                  </a:lnTo>
                  <a:lnTo>
                    <a:pt x="544929" y="1524561"/>
                  </a:lnTo>
                  <a:lnTo>
                    <a:pt x="539205" y="1524476"/>
                  </a:lnTo>
                  <a:lnTo>
                    <a:pt x="538736" y="1524469"/>
                  </a:lnTo>
                  <a:lnTo>
                    <a:pt x="0" y="15244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2" name="pg872"/>
            <p:cNvSpPr/>
            <p:nvPr/>
          </p:nvSpPr>
          <p:spPr>
            <a:xfrm>
              <a:off x="546595" y="3815729"/>
              <a:ext cx="8234974" cy="680566"/>
            </a:xfrm>
            <a:custGeom>
              <a:avLst/>
              <a:pathLst>
                <a:path w="8234974" h="680566">
                  <a:moveTo>
                    <a:pt x="0" y="114335"/>
                  </a:moveTo>
                  <a:lnTo>
                    <a:pt x="538736" y="114335"/>
                  </a:lnTo>
                  <a:lnTo>
                    <a:pt x="540033" y="114354"/>
                  </a:lnTo>
                  <a:lnTo>
                    <a:pt x="548493" y="114488"/>
                  </a:lnTo>
                  <a:lnTo>
                    <a:pt x="569586" y="114859"/>
                  </a:lnTo>
                  <a:lnTo>
                    <a:pt x="606702" y="115587"/>
                  </a:lnTo>
                  <a:lnTo>
                    <a:pt x="660823" y="116777"/>
                  </a:lnTo>
                  <a:lnTo>
                    <a:pt x="730508" y="118504"/>
                  </a:lnTo>
                  <a:lnTo>
                    <a:pt x="812370" y="120810"/>
                  </a:lnTo>
                  <a:lnTo>
                    <a:pt x="901953" y="123704"/>
                  </a:lnTo>
                  <a:lnTo>
                    <a:pt x="994688" y="127177"/>
                  </a:lnTo>
                  <a:lnTo>
                    <a:pt x="1086650" y="131215"/>
                  </a:lnTo>
                  <a:lnTo>
                    <a:pt x="1174953" y="135813"/>
                  </a:lnTo>
                  <a:lnTo>
                    <a:pt x="1257820" y="140988"/>
                  </a:lnTo>
                  <a:lnTo>
                    <a:pt x="1334445" y="146779"/>
                  </a:lnTo>
                  <a:lnTo>
                    <a:pt x="1404757" y="153253"/>
                  </a:lnTo>
                  <a:lnTo>
                    <a:pt x="1469192" y="160502"/>
                  </a:lnTo>
                  <a:lnTo>
                    <a:pt x="1528497" y="168642"/>
                  </a:lnTo>
                  <a:lnTo>
                    <a:pt x="1583580" y="177801"/>
                  </a:lnTo>
                  <a:lnTo>
                    <a:pt x="1635405" y="188112"/>
                  </a:lnTo>
                  <a:lnTo>
                    <a:pt x="1684900" y="199687"/>
                  </a:lnTo>
                  <a:lnTo>
                    <a:pt x="1719082" y="208707"/>
                  </a:lnTo>
                  <a:lnTo>
                    <a:pt x="1769986" y="223651"/>
                  </a:lnTo>
                  <a:lnTo>
                    <a:pt x="1820397" y="240165"/>
                  </a:lnTo>
                  <a:lnTo>
                    <a:pt x="1870862" y="258270"/>
                  </a:lnTo>
                  <a:lnTo>
                    <a:pt x="1921742" y="277929"/>
                  </a:lnTo>
                  <a:lnTo>
                    <a:pt x="1973247" y="299041"/>
                  </a:lnTo>
                  <a:lnTo>
                    <a:pt x="2025448" y="321438"/>
                  </a:lnTo>
                  <a:lnTo>
                    <a:pt x="2078298" y="344885"/>
                  </a:lnTo>
                  <a:lnTo>
                    <a:pt x="2131654" y="369089"/>
                  </a:lnTo>
                  <a:lnTo>
                    <a:pt x="2185301" y="393711"/>
                  </a:lnTo>
                  <a:lnTo>
                    <a:pt x="2238988" y="418390"/>
                  </a:lnTo>
                  <a:lnTo>
                    <a:pt x="2292456" y="442757"/>
                  </a:lnTo>
                  <a:lnTo>
                    <a:pt x="2345478" y="466466"/>
                  </a:lnTo>
                  <a:lnTo>
                    <a:pt x="2397885" y="489209"/>
                  </a:lnTo>
                  <a:lnTo>
                    <a:pt x="2449599" y="510731"/>
                  </a:lnTo>
                  <a:lnTo>
                    <a:pt x="2500653" y="530844"/>
                  </a:lnTo>
                  <a:lnTo>
                    <a:pt x="2551213" y="549425"/>
                  </a:lnTo>
                  <a:lnTo>
                    <a:pt x="2601592" y="566421"/>
                  </a:lnTo>
                  <a:lnTo>
                    <a:pt x="2652277" y="581835"/>
                  </a:lnTo>
                  <a:lnTo>
                    <a:pt x="2667772" y="586194"/>
                  </a:lnTo>
                  <a:lnTo>
                    <a:pt x="2716114" y="598704"/>
                  </a:lnTo>
                  <a:lnTo>
                    <a:pt x="2766194" y="609904"/>
                  </a:lnTo>
                  <a:lnTo>
                    <a:pt x="2818864" y="619868"/>
                  </a:lnTo>
                  <a:lnTo>
                    <a:pt x="2875073" y="628718"/>
                  </a:lnTo>
                  <a:lnTo>
                    <a:pt x="2935776" y="636587"/>
                  </a:lnTo>
                  <a:lnTo>
                    <a:pt x="3001849" y="643600"/>
                  </a:lnTo>
                  <a:lnTo>
                    <a:pt x="3073964" y="649868"/>
                  </a:lnTo>
                  <a:lnTo>
                    <a:pt x="3152433" y="655475"/>
                  </a:lnTo>
                  <a:lnTo>
                    <a:pt x="3236998" y="660479"/>
                  </a:lnTo>
                  <a:lnTo>
                    <a:pt x="3326592" y="664914"/>
                  </a:lnTo>
                  <a:lnTo>
                    <a:pt x="3419126" y="668789"/>
                  </a:lnTo>
                  <a:lnTo>
                    <a:pt x="3511391" y="672096"/>
                  </a:lnTo>
                  <a:lnTo>
                    <a:pt x="3599217" y="674820"/>
                  </a:lnTo>
                  <a:lnTo>
                    <a:pt x="3677980" y="676956"/>
                  </a:lnTo>
                  <a:lnTo>
                    <a:pt x="3743429" y="678522"/>
                  </a:lnTo>
                  <a:lnTo>
                    <a:pt x="3792666" y="679568"/>
                  </a:lnTo>
                  <a:lnTo>
                    <a:pt x="3824925" y="680181"/>
                  </a:lnTo>
                  <a:lnTo>
                    <a:pt x="3841908" y="680471"/>
                  </a:lnTo>
                  <a:lnTo>
                    <a:pt x="3847646" y="680560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4" y="680384"/>
                  </a:lnTo>
                  <a:lnTo>
                    <a:pt x="4417648" y="679943"/>
                  </a:lnTo>
                  <a:lnTo>
                    <a:pt x="4454699" y="679076"/>
                  </a:lnTo>
                  <a:lnTo>
                    <a:pt x="4508734" y="677661"/>
                  </a:lnTo>
                  <a:lnTo>
                    <a:pt x="4578320" y="675605"/>
                  </a:lnTo>
                  <a:lnTo>
                    <a:pt x="4660084" y="672860"/>
                  </a:lnTo>
                  <a:lnTo>
                    <a:pt x="4749580" y="669415"/>
                  </a:lnTo>
                  <a:lnTo>
                    <a:pt x="4842248" y="665281"/>
                  </a:lnTo>
                  <a:lnTo>
                    <a:pt x="4934164" y="660475"/>
                  </a:lnTo>
                  <a:lnTo>
                    <a:pt x="5022441" y="655000"/>
                  </a:lnTo>
                  <a:lnTo>
                    <a:pt x="5105299" y="648840"/>
                  </a:lnTo>
                  <a:lnTo>
                    <a:pt x="5181925" y="641947"/>
                  </a:lnTo>
                  <a:lnTo>
                    <a:pt x="5252246" y="634240"/>
                  </a:lnTo>
                  <a:lnTo>
                    <a:pt x="5316692" y="625612"/>
                  </a:lnTo>
                  <a:lnTo>
                    <a:pt x="5376006" y="615926"/>
                  </a:lnTo>
                  <a:lnTo>
                    <a:pt x="5431094" y="605027"/>
                  </a:lnTo>
                  <a:lnTo>
                    <a:pt x="5482916" y="592758"/>
                  </a:lnTo>
                  <a:lnTo>
                    <a:pt x="5532401" y="578985"/>
                  </a:lnTo>
                  <a:lnTo>
                    <a:pt x="5567201" y="568046"/>
                  </a:lnTo>
                  <a:lnTo>
                    <a:pt x="5617401" y="550488"/>
                  </a:lnTo>
                  <a:lnTo>
                    <a:pt x="5667115" y="531111"/>
                  </a:lnTo>
                  <a:lnTo>
                    <a:pt x="5716869" y="509890"/>
                  </a:lnTo>
                  <a:lnTo>
                    <a:pt x="5767015" y="486863"/>
                  </a:lnTo>
                  <a:lnTo>
                    <a:pt x="5817762" y="462142"/>
                  </a:lnTo>
                  <a:lnTo>
                    <a:pt x="5869185" y="435916"/>
                  </a:lnTo>
                  <a:lnTo>
                    <a:pt x="5921246" y="408447"/>
                  </a:lnTo>
                  <a:lnTo>
                    <a:pt x="5973817" y="380065"/>
                  </a:lnTo>
                  <a:lnTo>
                    <a:pt x="6026697" y="351151"/>
                  </a:lnTo>
                  <a:lnTo>
                    <a:pt x="6079647" y="322120"/>
                  </a:lnTo>
                  <a:lnTo>
                    <a:pt x="6132418" y="293390"/>
                  </a:lnTo>
                  <a:lnTo>
                    <a:pt x="6184786" y="265364"/>
                  </a:lnTo>
                  <a:lnTo>
                    <a:pt x="6236578" y="238404"/>
                  </a:lnTo>
                  <a:lnTo>
                    <a:pt x="6287702" y="212811"/>
                  </a:lnTo>
                  <a:lnTo>
                    <a:pt x="6338169" y="188816"/>
                  </a:lnTo>
                  <a:lnTo>
                    <a:pt x="6388109" y="166573"/>
                  </a:lnTo>
                  <a:lnTo>
                    <a:pt x="6437792" y="146161"/>
                  </a:lnTo>
                  <a:lnTo>
                    <a:pt x="6487644" y="127590"/>
                  </a:lnTo>
                  <a:lnTo>
                    <a:pt x="6515891" y="117964"/>
                  </a:lnTo>
                  <a:lnTo>
                    <a:pt x="6564200" y="103059"/>
                  </a:lnTo>
                  <a:lnTo>
                    <a:pt x="6614244" y="89712"/>
                  </a:lnTo>
                  <a:lnTo>
                    <a:pt x="6666874" y="77837"/>
                  </a:lnTo>
                  <a:lnTo>
                    <a:pt x="6723036" y="67290"/>
                  </a:lnTo>
                  <a:lnTo>
                    <a:pt x="6783684" y="57911"/>
                  </a:lnTo>
                  <a:lnTo>
                    <a:pt x="6849691" y="49550"/>
                  </a:lnTo>
                  <a:lnTo>
                    <a:pt x="6921731" y="42079"/>
                  </a:lnTo>
                  <a:lnTo>
                    <a:pt x="7000116" y="35395"/>
                  </a:lnTo>
                  <a:lnTo>
                    <a:pt x="7084592" y="29428"/>
                  </a:lnTo>
                  <a:lnTo>
                    <a:pt x="7174100" y="24139"/>
                  </a:lnTo>
                  <a:lnTo>
                    <a:pt x="7266561" y="19517"/>
                  </a:lnTo>
                  <a:lnTo>
                    <a:pt x="7358781" y="15572"/>
                  </a:lnTo>
                  <a:lnTo>
                    <a:pt x="7446606" y="12320"/>
                  </a:lnTo>
                  <a:lnTo>
                    <a:pt x="7525418" y="9769"/>
                  </a:lnTo>
                  <a:lnTo>
                    <a:pt x="7590969" y="7897"/>
                  </a:lnTo>
                  <a:lnTo>
                    <a:pt x="7640349" y="6644"/>
                  </a:lnTo>
                  <a:lnTo>
                    <a:pt x="7672769" y="5909"/>
                  </a:lnTo>
                  <a:lnTo>
                    <a:pt x="7689900" y="5560"/>
                  </a:lnTo>
                  <a:lnTo>
                    <a:pt x="7695739" y="545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22" y="675103"/>
                  </a:lnTo>
                  <a:lnTo>
                    <a:pt x="3838361" y="674969"/>
                  </a:lnTo>
                  <a:lnTo>
                    <a:pt x="3817268" y="674598"/>
                  </a:lnTo>
                  <a:lnTo>
                    <a:pt x="3780153" y="673870"/>
                  </a:lnTo>
                  <a:lnTo>
                    <a:pt x="3726032" y="672680"/>
                  </a:lnTo>
                  <a:lnTo>
                    <a:pt x="3656347" y="670952"/>
                  </a:lnTo>
                  <a:lnTo>
                    <a:pt x="3574485" y="668646"/>
                  </a:lnTo>
                  <a:lnTo>
                    <a:pt x="3484902" y="665752"/>
                  </a:lnTo>
                  <a:lnTo>
                    <a:pt x="3392166" y="662279"/>
                  </a:lnTo>
                  <a:lnTo>
                    <a:pt x="3300204" y="658242"/>
                  </a:lnTo>
                  <a:lnTo>
                    <a:pt x="3211901" y="653643"/>
                  </a:lnTo>
                  <a:lnTo>
                    <a:pt x="3129034" y="648469"/>
                  </a:lnTo>
                  <a:lnTo>
                    <a:pt x="3052410" y="642678"/>
                  </a:lnTo>
                  <a:lnTo>
                    <a:pt x="2982098" y="636204"/>
                  </a:lnTo>
                  <a:lnTo>
                    <a:pt x="2917662" y="628954"/>
                  </a:lnTo>
                  <a:lnTo>
                    <a:pt x="2858357" y="620815"/>
                  </a:lnTo>
                  <a:lnTo>
                    <a:pt x="2803274" y="611656"/>
                  </a:lnTo>
                  <a:lnTo>
                    <a:pt x="2751450" y="601344"/>
                  </a:lnTo>
                  <a:lnTo>
                    <a:pt x="2701955" y="589769"/>
                  </a:lnTo>
                  <a:lnTo>
                    <a:pt x="2667772" y="580750"/>
                  </a:lnTo>
                  <a:lnTo>
                    <a:pt x="2616869" y="565805"/>
                  </a:lnTo>
                  <a:lnTo>
                    <a:pt x="2566457" y="549291"/>
                  </a:lnTo>
                  <a:lnTo>
                    <a:pt x="2515993" y="531187"/>
                  </a:lnTo>
                  <a:lnTo>
                    <a:pt x="2465112" y="511528"/>
                  </a:lnTo>
                  <a:lnTo>
                    <a:pt x="2413607" y="490415"/>
                  </a:lnTo>
                  <a:lnTo>
                    <a:pt x="2361406" y="468018"/>
                  </a:lnTo>
                  <a:lnTo>
                    <a:pt x="2308556" y="444571"/>
                  </a:lnTo>
                  <a:lnTo>
                    <a:pt x="2255201" y="420368"/>
                  </a:lnTo>
                  <a:lnTo>
                    <a:pt x="2201554" y="395745"/>
                  </a:lnTo>
                  <a:lnTo>
                    <a:pt x="2147867" y="371067"/>
                  </a:lnTo>
                  <a:lnTo>
                    <a:pt x="2094398" y="346699"/>
                  </a:lnTo>
                  <a:lnTo>
                    <a:pt x="2041376" y="322990"/>
                  </a:lnTo>
                  <a:lnTo>
                    <a:pt x="1988969" y="300248"/>
                  </a:lnTo>
                  <a:lnTo>
                    <a:pt x="1937255" y="278725"/>
                  </a:lnTo>
                  <a:lnTo>
                    <a:pt x="1886201" y="258613"/>
                  </a:lnTo>
                  <a:lnTo>
                    <a:pt x="1835642" y="240031"/>
                  </a:lnTo>
                  <a:lnTo>
                    <a:pt x="1785263" y="223036"/>
                  </a:lnTo>
                  <a:lnTo>
                    <a:pt x="1734578" y="207622"/>
                  </a:lnTo>
                  <a:lnTo>
                    <a:pt x="1719082" y="203262"/>
                  </a:lnTo>
                  <a:lnTo>
                    <a:pt x="1670741" y="190752"/>
                  </a:lnTo>
                  <a:lnTo>
                    <a:pt x="1620661" y="179553"/>
                  </a:lnTo>
                  <a:lnTo>
                    <a:pt x="1567991" y="169588"/>
                  </a:lnTo>
                  <a:lnTo>
                    <a:pt x="1511782" y="160739"/>
                  </a:lnTo>
                  <a:lnTo>
                    <a:pt x="1451078" y="152870"/>
                  </a:lnTo>
                  <a:lnTo>
                    <a:pt x="1385005" y="145856"/>
                  </a:lnTo>
                  <a:lnTo>
                    <a:pt x="1312890" y="139588"/>
                  </a:lnTo>
                  <a:lnTo>
                    <a:pt x="1234421" y="133982"/>
                  </a:lnTo>
                  <a:lnTo>
                    <a:pt x="1149856" y="128977"/>
                  </a:lnTo>
                  <a:lnTo>
                    <a:pt x="1060262" y="124542"/>
                  </a:lnTo>
                  <a:lnTo>
                    <a:pt x="967729" y="120667"/>
                  </a:lnTo>
                  <a:lnTo>
                    <a:pt x="875464" y="117361"/>
                  </a:lnTo>
                  <a:lnTo>
                    <a:pt x="787637" y="114636"/>
                  </a:lnTo>
                  <a:lnTo>
                    <a:pt x="708875" y="112500"/>
                  </a:lnTo>
                  <a:lnTo>
                    <a:pt x="643425" y="110935"/>
                  </a:lnTo>
                  <a:lnTo>
                    <a:pt x="594188" y="109888"/>
                  </a:lnTo>
                  <a:lnTo>
                    <a:pt x="561929" y="109275"/>
                  </a:lnTo>
                  <a:lnTo>
                    <a:pt x="544946" y="108985"/>
                  </a:lnTo>
                  <a:lnTo>
                    <a:pt x="539209" y="108897"/>
                  </a:lnTo>
                  <a:lnTo>
                    <a:pt x="538736" y="108890"/>
                  </a:lnTo>
                  <a:lnTo>
                    <a:pt x="0" y="10889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73" name="pl873"/>
            <p:cNvSpPr/>
            <p:nvPr/>
          </p:nvSpPr>
          <p:spPr>
            <a:xfrm>
              <a:off x="546595" y="3821174"/>
              <a:ext cx="8234974" cy="675122"/>
            </a:xfrm>
            <a:custGeom>
              <a:avLst/>
              <a:pathLst>
                <a:path w="8234974" h="675122">
                  <a:moveTo>
                    <a:pt x="0" y="108890"/>
                  </a:moveTo>
                  <a:lnTo>
                    <a:pt x="538736" y="108890"/>
                  </a:lnTo>
                  <a:lnTo>
                    <a:pt x="540033" y="108909"/>
                  </a:lnTo>
                  <a:lnTo>
                    <a:pt x="548493" y="109043"/>
                  </a:lnTo>
                  <a:lnTo>
                    <a:pt x="569586" y="109414"/>
                  </a:lnTo>
                  <a:lnTo>
                    <a:pt x="606702" y="110142"/>
                  </a:lnTo>
                  <a:lnTo>
                    <a:pt x="660823" y="111332"/>
                  </a:lnTo>
                  <a:lnTo>
                    <a:pt x="730508" y="113059"/>
                  </a:lnTo>
                  <a:lnTo>
                    <a:pt x="812370" y="115365"/>
                  </a:lnTo>
                  <a:lnTo>
                    <a:pt x="901953" y="118260"/>
                  </a:lnTo>
                  <a:lnTo>
                    <a:pt x="994688" y="121733"/>
                  </a:lnTo>
                  <a:lnTo>
                    <a:pt x="1086650" y="125770"/>
                  </a:lnTo>
                  <a:lnTo>
                    <a:pt x="1174953" y="130368"/>
                  </a:lnTo>
                  <a:lnTo>
                    <a:pt x="1257820" y="135543"/>
                  </a:lnTo>
                  <a:lnTo>
                    <a:pt x="1334445" y="141334"/>
                  </a:lnTo>
                  <a:lnTo>
                    <a:pt x="1404757" y="147808"/>
                  </a:lnTo>
                  <a:lnTo>
                    <a:pt x="1469192" y="155058"/>
                  </a:lnTo>
                  <a:lnTo>
                    <a:pt x="1528497" y="163197"/>
                  </a:lnTo>
                  <a:lnTo>
                    <a:pt x="1583580" y="172356"/>
                  </a:lnTo>
                  <a:lnTo>
                    <a:pt x="1635405" y="182668"/>
                  </a:lnTo>
                  <a:lnTo>
                    <a:pt x="1684900" y="194243"/>
                  </a:lnTo>
                  <a:lnTo>
                    <a:pt x="1719082" y="203262"/>
                  </a:lnTo>
                  <a:lnTo>
                    <a:pt x="1769986" y="218207"/>
                  </a:lnTo>
                  <a:lnTo>
                    <a:pt x="1820397" y="234720"/>
                  </a:lnTo>
                  <a:lnTo>
                    <a:pt x="1870862" y="252825"/>
                  </a:lnTo>
                  <a:lnTo>
                    <a:pt x="1921742" y="272484"/>
                  </a:lnTo>
                  <a:lnTo>
                    <a:pt x="1973247" y="293597"/>
                  </a:lnTo>
                  <a:lnTo>
                    <a:pt x="2025448" y="315994"/>
                  </a:lnTo>
                  <a:lnTo>
                    <a:pt x="2078298" y="339441"/>
                  </a:lnTo>
                  <a:lnTo>
                    <a:pt x="2131654" y="363644"/>
                  </a:lnTo>
                  <a:lnTo>
                    <a:pt x="2185301" y="388267"/>
                  </a:lnTo>
                  <a:lnTo>
                    <a:pt x="2238988" y="412945"/>
                  </a:lnTo>
                  <a:lnTo>
                    <a:pt x="2292456" y="437313"/>
                  </a:lnTo>
                  <a:lnTo>
                    <a:pt x="2345478" y="461022"/>
                  </a:lnTo>
                  <a:lnTo>
                    <a:pt x="2397885" y="483764"/>
                  </a:lnTo>
                  <a:lnTo>
                    <a:pt x="2449599" y="505286"/>
                  </a:lnTo>
                  <a:lnTo>
                    <a:pt x="2500653" y="525399"/>
                  </a:lnTo>
                  <a:lnTo>
                    <a:pt x="2551213" y="543981"/>
                  </a:lnTo>
                  <a:lnTo>
                    <a:pt x="2601592" y="560976"/>
                  </a:lnTo>
                  <a:lnTo>
                    <a:pt x="2652277" y="576390"/>
                  </a:lnTo>
                  <a:lnTo>
                    <a:pt x="2667772" y="580750"/>
                  </a:lnTo>
                  <a:lnTo>
                    <a:pt x="2716114" y="593259"/>
                  </a:lnTo>
                  <a:lnTo>
                    <a:pt x="2766194" y="604459"/>
                  </a:lnTo>
                  <a:lnTo>
                    <a:pt x="2818864" y="614424"/>
                  </a:lnTo>
                  <a:lnTo>
                    <a:pt x="2875073" y="623273"/>
                  </a:lnTo>
                  <a:lnTo>
                    <a:pt x="2935776" y="631142"/>
                  </a:lnTo>
                  <a:lnTo>
                    <a:pt x="3001849" y="638156"/>
                  </a:lnTo>
                  <a:lnTo>
                    <a:pt x="3073964" y="644423"/>
                  </a:lnTo>
                  <a:lnTo>
                    <a:pt x="3152433" y="650030"/>
                  </a:lnTo>
                  <a:lnTo>
                    <a:pt x="3236998" y="655035"/>
                  </a:lnTo>
                  <a:lnTo>
                    <a:pt x="3326592" y="659470"/>
                  </a:lnTo>
                  <a:lnTo>
                    <a:pt x="3419126" y="663345"/>
                  </a:lnTo>
                  <a:lnTo>
                    <a:pt x="3511391" y="666651"/>
                  </a:lnTo>
                  <a:lnTo>
                    <a:pt x="3599217" y="669376"/>
                  </a:lnTo>
                  <a:lnTo>
                    <a:pt x="3677980" y="671512"/>
                  </a:lnTo>
                  <a:lnTo>
                    <a:pt x="3743429" y="673077"/>
                  </a:lnTo>
                  <a:lnTo>
                    <a:pt x="3792666" y="674124"/>
                  </a:lnTo>
                  <a:lnTo>
                    <a:pt x="3824925" y="674737"/>
                  </a:lnTo>
                  <a:lnTo>
                    <a:pt x="3841908" y="675027"/>
                  </a:lnTo>
                  <a:lnTo>
                    <a:pt x="3847646" y="675115"/>
                  </a:lnTo>
                  <a:lnTo>
                    <a:pt x="3848118" y="675122"/>
                  </a:lnTo>
                  <a:lnTo>
                    <a:pt x="4386855" y="675122"/>
                  </a:lnTo>
                  <a:lnTo>
                    <a:pt x="4388149" y="675099"/>
                  </a:lnTo>
                  <a:lnTo>
                    <a:pt x="4396594" y="674940"/>
                  </a:lnTo>
                  <a:lnTo>
                    <a:pt x="4417648" y="674498"/>
                  </a:lnTo>
                  <a:lnTo>
                    <a:pt x="4454699" y="673632"/>
                  </a:lnTo>
                  <a:lnTo>
                    <a:pt x="4508734" y="672216"/>
                  </a:lnTo>
                  <a:lnTo>
                    <a:pt x="4578320" y="670160"/>
                  </a:lnTo>
                  <a:lnTo>
                    <a:pt x="4660084" y="667416"/>
                  </a:lnTo>
                  <a:lnTo>
                    <a:pt x="4749580" y="663971"/>
                  </a:lnTo>
                  <a:lnTo>
                    <a:pt x="4842248" y="659837"/>
                  </a:lnTo>
                  <a:lnTo>
                    <a:pt x="4934164" y="655030"/>
                  </a:lnTo>
                  <a:lnTo>
                    <a:pt x="5022441" y="649556"/>
                  </a:lnTo>
                  <a:lnTo>
                    <a:pt x="5105299" y="643396"/>
                  </a:lnTo>
                  <a:lnTo>
                    <a:pt x="5181925" y="636502"/>
                  </a:lnTo>
                  <a:lnTo>
                    <a:pt x="5252246" y="628796"/>
                  </a:lnTo>
                  <a:lnTo>
                    <a:pt x="5316692" y="620168"/>
                  </a:lnTo>
                  <a:lnTo>
                    <a:pt x="5376006" y="610481"/>
                  </a:lnTo>
                  <a:lnTo>
                    <a:pt x="5431094" y="599582"/>
                  </a:lnTo>
                  <a:lnTo>
                    <a:pt x="5482916" y="587313"/>
                  </a:lnTo>
                  <a:lnTo>
                    <a:pt x="5532401" y="573540"/>
                  </a:lnTo>
                  <a:lnTo>
                    <a:pt x="5567201" y="562601"/>
                  </a:lnTo>
                  <a:lnTo>
                    <a:pt x="5617401" y="545043"/>
                  </a:lnTo>
                  <a:lnTo>
                    <a:pt x="5667115" y="525667"/>
                  </a:lnTo>
                  <a:lnTo>
                    <a:pt x="5716869" y="504445"/>
                  </a:lnTo>
                  <a:lnTo>
                    <a:pt x="5767015" y="481419"/>
                  </a:lnTo>
                  <a:lnTo>
                    <a:pt x="5817762" y="456698"/>
                  </a:lnTo>
                  <a:lnTo>
                    <a:pt x="5869185" y="430471"/>
                  </a:lnTo>
                  <a:lnTo>
                    <a:pt x="5921246" y="403002"/>
                  </a:lnTo>
                  <a:lnTo>
                    <a:pt x="5973817" y="374620"/>
                  </a:lnTo>
                  <a:lnTo>
                    <a:pt x="6026697" y="345707"/>
                  </a:lnTo>
                  <a:lnTo>
                    <a:pt x="6079647" y="316675"/>
                  </a:lnTo>
                  <a:lnTo>
                    <a:pt x="6132418" y="287945"/>
                  </a:lnTo>
                  <a:lnTo>
                    <a:pt x="6184786" y="259920"/>
                  </a:lnTo>
                  <a:lnTo>
                    <a:pt x="6236578" y="232960"/>
                  </a:lnTo>
                  <a:lnTo>
                    <a:pt x="6287702" y="207367"/>
                  </a:lnTo>
                  <a:lnTo>
                    <a:pt x="6338169" y="183371"/>
                  </a:lnTo>
                  <a:lnTo>
                    <a:pt x="6388109" y="161128"/>
                  </a:lnTo>
                  <a:lnTo>
                    <a:pt x="6437792" y="140716"/>
                  </a:lnTo>
                  <a:lnTo>
                    <a:pt x="6487644" y="122145"/>
                  </a:lnTo>
                  <a:lnTo>
                    <a:pt x="6515891" y="112520"/>
                  </a:lnTo>
                  <a:lnTo>
                    <a:pt x="6564200" y="97614"/>
                  </a:lnTo>
                  <a:lnTo>
                    <a:pt x="6614244" y="84268"/>
                  </a:lnTo>
                  <a:lnTo>
                    <a:pt x="6666874" y="72393"/>
                  </a:lnTo>
                  <a:lnTo>
                    <a:pt x="6723036" y="61845"/>
                  </a:lnTo>
                  <a:lnTo>
                    <a:pt x="6783684" y="52466"/>
                  </a:lnTo>
                  <a:lnTo>
                    <a:pt x="6849691" y="44106"/>
                  </a:lnTo>
                  <a:lnTo>
                    <a:pt x="6921731" y="36634"/>
                  </a:lnTo>
                  <a:lnTo>
                    <a:pt x="7000116" y="29950"/>
                  </a:lnTo>
                  <a:lnTo>
                    <a:pt x="7084592" y="23983"/>
                  </a:lnTo>
                  <a:lnTo>
                    <a:pt x="7174100" y="18694"/>
                  </a:lnTo>
                  <a:lnTo>
                    <a:pt x="7266561" y="14073"/>
                  </a:lnTo>
                  <a:lnTo>
                    <a:pt x="7358781" y="10128"/>
                  </a:lnTo>
                  <a:lnTo>
                    <a:pt x="7446606" y="6876"/>
                  </a:lnTo>
                  <a:lnTo>
                    <a:pt x="7525418" y="4325"/>
                  </a:lnTo>
                  <a:lnTo>
                    <a:pt x="7590969" y="2453"/>
                  </a:lnTo>
                  <a:lnTo>
                    <a:pt x="7640349" y="1200"/>
                  </a:lnTo>
                  <a:lnTo>
                    <a:pt x="7672769" y="464"/>
                  </a:lnTo>
                  <a:lnTo>
                    <a:pt x="7689900" y="115"/>
                  </a:lnTo>
                  <a:lnTo>
                    <a:pt x="7695739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4" name="pl874"/>
            <p:cNvSpPr/>
            <p:nvPr/>
          </p:nvSpPr>
          <p:spPr>
            <a:xfrm>
              <a:off x="546595" y="3815729"/>
              <a:ext cx="8234974" cy="675122"/>
            </a:xfrm>
            <a:custGeom>
              <a:avLst/>
              <a:pathLst>
                <a:path w="8234974" h="675122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22" y="675103"/>
                  </a:lnTo>
                  <a:lnTo>
                    <a:pt x="3838361" y="674969"/>
                  </a:lnTo>
                  <a:lnTo>
                    <a:pt x="3817268" y="674598"/>
                  </a:lnTo>
                  <a:lnTo>
                    <a:pt x="3780153" y="673870"/>
                  </a:lnTo>
                  <a:lnTo>
                    <a:pt x="3726032" y="672680"/>
                  </a:lnTo>
                  <a:lnTo>
                    <a:pt x="3656347" y="670952"/>
                  </a:lnTo>
                  <a:lnTo>
                    <a:pt x="3574485" y="668646"/>
                  </a:lnTo>
                  <a:lnTo>
                    <a:pt x="3484902" y="665752"/>
                  </a:lnTo>
                  <a:lnTo>
                    <a:pt x="3392166" y="662279"/>
                  </a:lnTo>
                  <a:lnTo>
                    <a:pt x="3300204" y="658242"/>
                  </a:lnTo>
                  <a:lnTo>
                    <a:pt x="3211901" y="653643"/>
                  </a:lnTo>
                  <a:lnTo>
                    <a:pt x="3129034" y="648469"/>
                  </a:lnTo>
                  <a:lnTo>
                    <a:pt x="3052410" y="642678"/>
                  </a:lnTo>
                  <a:lnTo>
                    <a:pt x="2982098" y="636204"/>
                  </a:lnTo>
                  <a:lnTo>
                    <a:pt x="2917662" y="628954"/>
                  </a:lnTo>
                  <a:lnTo>
                    <a:pt x="2858357" y="620815"/>
                  </a:lnTo>
                  <a:lnTo>
                    <a:pt x="2803274" y="611656"/>
                  </a:lnTo>
                  <a:lnTo>
                    <a:pt x="2751450" y="601344"/>
                  </a:lnTo>
                  <a:lnTo>
                    <a:pt x="2701955" y="589769"/>
                  </a:lnTo>
                  <a:lnTo>
                    <a:pt x="2667772" y="580750"/>
                  </a:lnTo>
                  <a:lnTo>
                    <a:pt x="2616869" y="565805"/>
                  </a:lnTo>
                  <a:lnTo>
                    <a:pt x="2566457" y="549291"/>
                  </a:lnTo>
                  <a:lnTo>
                    <a:pt x="2515993" y="531187"/>
                  </a:lnTo>
                  <a:lnTo>
                    <a:pt x="2465112" y="511528"/>
                  </a:lnTo>
                  <a:lnTo>
                    <a:pt x="2413607" y="490415"/>
                  </a:lnTo>
                  <a:lnTo>
                    <a:pt x="2361406" y="468018"/>
                  </a:lnTo>
                  <a:lnTo>
                    <a:pt x="2308556" y="444571"/>
                  </a:lnTo>
                  <a:lnTo>
                    <a:pt x="2255201" y="420368"/>
                  </a:lnTo>
                  <a:lnTo>
                    <a:pt x="2201554" y="395745"/>
                  </a:lnTo>
                  <a:lnTo>
                    <a:pt x="2147867" y="371067"/>
                  </a:lnTo>
                  <a:lnTo>
                    <a:pt x="2094398" y="346699"/>
                  </a:lnTo>
                  <a:lnTo>
                    <a:pt x="2041376" y="322990"/>
                  </a:lnTo>
                  <a:lnTo>
                    <a:pt x="1988969" y="300248"/>
                  </a:lnTo>
                  <a:lnTo>
                    <a:pt x="1937255" y="278725"/>
                  </a:lnTo>
                  <a:lnTo>
                    <a:pt x="1886201" y="258613"/>
                  </a:lnTo>
                  <a:lnTo>
                    <a:pt x="1835642" y="240031"/>
                  </a:lnTo>
                  <a:lnTo>
                    <a:pt x="1785263" y="223036"/>
                  </a:lnTo>
                  <a:lnTo>
                    <a:pt x="1734578" y="207622"/>
                  </a:lnTo>
                  <a:lnTo>
                    <a:pt x="1719082" y="203262"/>
                  </a:lnTo>
                  <a:lnTo>
                    <a:pt x="1670741" y="190752"/>
                  </a:lnTo>
                  <a:lnTo>
                    <a:pt x="1620661" y="179553"/>
                  </a:lnTo>
                  <a:lnTo>
                    <a:pt x="1567991" y="169588"/>
                  </a:lnTo>
                  <a:lnTo>
                    <a:pt x="1511782" y="160739"/>
                  </a:lnTo>
                  <a:lnTo>
                    <a:pt x="1451078" y="152870"/>
                  </a:lnTo>
                  <a:lnTo>
                    <a:pt x="1385005" y="145856"/>
                  </a:lnTo>
                  <a:lnTo>
                    <a:pt x="1312890" y="139588"/>
                  </a:lnTo>
                  <a:lnTo>
                    <a:pt x="1234421" y="133982"/>
                  </a:lnTo>
                  <a:lnTo>
                    <a:pt x="1149856" y="128977"/>
                  </a:lnTo>
                  <a:lnTo>
                    <a:pt x="1060262" y="124542"/>
                  </a:lnTo>
                  <a:lnTo>
                    <a:pt x="967729" y="120667"/>
                  </a:lnTo>
                  <a:lnTo>
                    <a:pt x="875464" y="117361"/>
                  </a:lnTo>
                  <a:lnTo>
                    <a:pt x="787637" y="114636"/>
                  </a:lnTo>
                  <a:lnTo>
                    <a:pt x="708875" y="112500"/>
                  </a:lnTo>
                  <a:lnTo>
                    <a:pt x="643425" y="110935"/>
                  </a:lnTo>
                  <a:lnTo>
                    <a:pt x="594188" y="109888"/>
                  </a:lnTo>
                  <a:lnTo>
                    <a:pt x="561929" y="109275"/>
                  </a:lnTo>
                  <a:lnTo>
                    <a:pt x="544946" y="108985"/>
                  </a:lnTo>
                  <a:lnTo>
                    <a:pt x="539209" y="108897"/>
                  </a:lnTo>
                  <a:lnTo>
                    <a:pt x="538736" y="108890"/>
                  </a:lnTo>
                  <a:lnTo>
                    <a:pt x="0" y="1088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5" name="pg875"/>
            <p:cNvSpPr/>
            <p:nvPr/>
          </p:nvSpPr>
          <p:spPr>
            <a:xfrm>
              <a:off x="546595" y="3930065"/>
              <a:ext cx="8234974" cy="1225020"/>
            </a:xfrm>
            <a:custGeom>
              <a:avLst/>
              <a:pathLst>
                <a:path w="8234974" h="1225020">
                  <a:moveTo>
                    <a:pt x="0" y="5444"/>
                  </a:moveTo>
                  <a:lnTo>
                    <a:pt x="538736" y="5444"/>
                  </a:lnTo>
                  <a:lnTo>
                    <a:pt x="540032" y="5464"/>
                  </a:lnTo>
                  <a:lnTo>
                    <a:pt x="548487" y="5607"/>
                  </a:lnTo>
                  <a:lnTo>
                    <a:pt x="569567" y="6003"/>
                  </a:lnTo>
                  <a:lnTo>
                    <a:pt x="606662" y="6780"/>
                  </a:lnTo>
                  <a:lnTo>
                    <a:pt x="660754" y="8049"/>
                  </a:lnTo>
                  <a:lnTo>
                    <a:pt x="730406" y="9891"/>
                  </a:lnTo>
                  <a:lnTo>
                    <a:pt x="812236" y="12351"/>
                  </a:lnTo>
                  <a:lnTo>
                    <a:pt x="901790" y="15438"/>
                  </a:lnTo>
                  <a:lnTo>
                    <a:pt x="994504" y="19143"/>
                  </a:lnTo>
                  <a:lnTo>
                    <a:pt x="1086451" y="23450"/>
                  </a:lnTo>
                  <a:lnTo>
                    <a:pt x="1174745" y="28355"/>
                  </a:lnTo>
                  <a:lnTo>
                    <a:pt x="1257609" y="33875"/>
                  </a:lnTo>
                  <a:lnTo>
                    <a:pt x="1334234" y="40053"/>
                  </a:lnTo>
                  <a:lnTo>
                    <a:pt x="1404549" y="46959"/>
                  </a:lnTo>
                  <a:lnTo>
                    <a:pt x="1468988" y="54692"/>
                  </a:lnTo>
                  <a:lnTo>
                    <a:pt x="1528296" y="63374"/>
                  </a:lnTo>
                  <a:lnTo>
                    <a:pt x="1583380" y="73143"/>
                  </a:lnTo>
                  <a:lnTo>
                    <a:pt x="1635204" y="84141"/>
                  </a:lnTo>
                  <a:lnTo>
                    <a:pt x="1684696" y="96487"/>
                  </a:lnTo>
                  <a:lnTo>
                    <a:pt x="1719082" y="106168"/>
                  </a:lnTo>
                  <a:lnTo>
                    <a:pt x="1769748" y="122039"/>
                  </a:lnTo>
                  <a:lnTo>
                    <a:pt x="1819924" y="139570"/>
                  </a:lnTo>
                  <a:lnTo>
                    <a:pt x="1870148" y="158783"/>
                  </a:lnTo>
                  <a:lnTo>
                    <a:pt x="1920781" y="179640"/>
                  </a:lnTo>
                  <a:lnTo>
                    <a:pt x="1972029" y="202037"/>
                  </a:lnTo>
                  <a:lnTo>
                    <a:pt x="2023967" y="225797"/>
                  </a:lnTo>
                  <a:lnTo>
                    <a:pt x="2076551" y="250675"/>
                  </a:lnTo>
                  <a:lnTo>
                    <a:pt x="2129641" y="276364"/>
                  </a:lnTo>
                  <a:lnTo>
                    <a:pt x="2183029" y="302509"/>
                  </a:lnTo>
                  <a:lnTo>
                    <a:pt x="2236468" y="328731"/>
                  </a:lnTo>
                  <a:lnTo>
                    <a:pt x="2289702" y="354642"/>
                  </a:lnTo>
                  <a:lnTo>
                    <a:pt x="2342503" y="379874"/>
                  </a:lnTo>
                  <a:lnTo>
                    <a:pt x="2394703" y="404102"/>
                  </a:lnTo>
                  <a:lnTo>
                    <a:pt x="2446218" y="427054"/>
                  </a:lnTo>
                  <a:lnTo>
                    <a:pt x="2497074" y="448526"/>
                  </a:lnTo>
                  <a:lnTo>
                    <a:pt x="2547423" y="468387"/>
                  </a:lnTo>
                  <a:lnTo>
                    <a:pt x="2597564" y="486572"/>
                  </a:lnTo>
                  <a:lnTo>
                    <a:pt x="2647963" y="503083"/>
                  </a:lnTo>
                  <a:lnTo>
                    <a:pt x="2667772" y="509063"/>
                  </a:lnTo>
                  <a:lnTo>
                    <a:pt x="2716103" y="522412"/>
                  </a:lnTo>
                  <a:lnTo>
                    <a:pt x="2766171" y="534364"/>
                  </a:lnTo>
                  <a:lnTo>
                    <a:pt x="2818828" y="544997"/>
                  </a:lnTo>
                  <a:lnTo>
                    <a:pt x="2875021" y="554441"/>
                  </a:lnTo>
                  <a:lnTo>
                    <a:pt x="2935706" y="562839"/>
                  </a:lnTo>
                  <a:lnTo>
                    <a:pt x="3001758" y="570324"/>
                  </a:lnTo>
                  <a:lnTo>
                    <a:pt x="3073848" y="577013"/>
                  </a:lnTo>
                  <a:lnTo>
                    <a:pt x="3152289" y="582997"/>
                  </a:lnTo>
                  <a:lnTo>
                    <a:pt x="3236825" y="588338"/>
                  </a:lnTo>
                  <a:lnTo>
                    <a:pt x="3326390" y="593072"/>
                  </a:lnTo>
                  <a:lnTo>
                    <a:pt x="3418900" y="597208"/>
                  </a:lnTo>
                  <a:lnTo>
                    <a:pt x="3511150" y="600738"/>
                  </a:lnTo>
                  <a:lnTo>
                    <a:pt x="3598976" y="603647"/>
                  </a:lnTo>
                  <a:lnTo>
                    <a:pt x="3677755" y="605928"/>
                  </a:lnTo>
                  <a:lnTo>
                    <a:pt x="3743238" y="607601"/>
                  </a:lnTo>
                  <a:lnTo>
                    <a:pt x="3792523" y="608719"/>
                  </a:lnTo>
                  <a:lnTo>
                    <a:pt x="3824835" y="609375"/>
                  </a:lnTo>
                  <a:lnTo>
                    <a:pt x="3841866" y="609685"/>
                  </a:lnTo>
                  <a:lnTo>
                    <a:pt x="3847637" y="609780"/>
                  </a:lnTo>
                  <a:lnTo>
                    <a:pt x="3848118" y="609787"/>
                  </a:lnTo>
                  <a:lnTo>
                    <a:pt x="4386855" y="609787"/>
                  </a:lnTo>
                  <a:lnTo>
                    <a:pt x="4388151" y="609808"/>
                  </a:lnTo>
                  <a:lnTo>
                    <a:pt x="4396604" y="609953"/>
                  </a:lnTo>
                  <a:lnTo>
                    <a:pt x="4417681" y="610356"/>
                  </a:lnTo>
                  <a:lnTo>
                    <a:pt x="4454769" y="611147"/>
                  </a:lnTo>
                  <a:lnTo>
                    <a:pt x="4508853" y="612438"/>
                  </a:lnTo>
                  <a:lnTo>
                    <a:pt x="4578495" y="614314"/>
                  </a:lnTo>
                  <a:lnTo>
                    <a:pt x="4660315" y="616817"/>
                  </a:lnTo>
                  <a:lnTo>
                    <a:pt x="4749861" y="619960"/>
                  </a:lnTo>
                  <a:lnTo>
                    <a:pt x="4842568" y="623730"/>
                  </a:lnTo>
                  <a:lnTo>
                    <a:pt x="4934510" y="628115"/>
                  </a:lnTo>
                  <a:lnTo>
                    <a:pt x="5022802" y="633108"/>
                  </a:lnTo>
                  <a:lnTo>
                    <a:pt x="5105665" y="638726"/>
                  </a:lnTo>
                  <a:lnTo>
                    <a:pt x="5182290" y="645014"/>
                  </a:lnTo>
                  <a:lnTo>
                    <a:pt x="5252606" y="652043"/>
                  </a:lnTo>
                  <a:lnTo>
                    <a:pt x="5317046" y="659914"/>
                  </a:lnTo>
                  <a:lnTo>
                    <a:pt x="5376355" y="668751"/>
                  </a:lnTo>
                  <a:lnTo>
                    <a:pt x="5431440" y="678694"/>
                  </a:lnTo>
                  <a:lnTo>
                    <a:pt x="5483263" y="689888"/>
                  </a:lnTo>
                  <a:lnTo>
                    <a:pt x="5532754" y="702454"/>
                  </a:lnTo>
                  <a:lnTo>
                    <a:pt x="5567201" y="712326"/>
                  </a:lnTo>
                  <a:lnTo>
                    <a:pt x="5617797" y="728460"/>
                  </a:lnTo>
                  <a:lnTo>
                    <a:pt x="5667904" y="746278"/>
                  </a:lnTo>
                  <a:lnTo>
                    <a:pt x="5718058" y="765804"/>
                  </a:lnTo>
                  <a:lnTo>
                    <a:pt x="5768618" y="787000"/>
                  </a:lnTo>
                  <a:lnTo>
                    <a:pt x="5819791" y="809759"/>
                  </a:lnTo>
                  <a:lnTo>
                    <a:pt x="5871652" y="833904"/>
                  </a:lnTo>
                  <a:lnTo>
                    <a:pt x="5924157" y="859187"/>
                  </a:lnTo>
                  <a:lnTo>
                    <a:pt x="5977170" y="885295"/>
                  </a:lnTo>
                  <a:lnTo>
                    <a:pt x="6030482" y="911872"/>
                  </a:lnTo>
                  <a:lnTo>
                    <a:pt x="6083848" y="938531"/>
                  </a:lnTo>
                  <a:lnTo>
                    <a:pt x="6137013" y="964879"/>
                  </a:lnTo>
                  <a:lnTo>
                    <a:pt x="6189750" y="990545"/>
                  </a:lnTo>
                  <a:lnTo>
                    <a:pt x="6241889" y="1015195"/>
                  </a:lnTo>
                  <a:lnTo>
                    <a:pt x="6293345" y="1038555"/>
                  </a:lnTo>
                  <a:lnTo>
                    <a:pt x="6344143" y="1060416"/>
                  </a:lnTo>
                  <a:lnTo>
                    <a:pt x="6394430" y="1080642"/>
                  </a:lnTo>
                  <a:lnTo>
                    <a:pt x="6444502" y="1099169"/>
                  </a:lnTo>
                  <a:lnTo>
                    <a:pt x="6494818" y="1115994"/>
                  </a:lnTo>
                  <a:lnTo>
                    <a:pt x="6515891" y="1122481"/>
                  </a:lnTo>
                  <a:lnTo>
                    <a:pt x="6564219" y="1136069"/>
                  </a:lnTo>
                  <a:lnTo>
                    <a:pt x="6614283" y="1148236"/>
                  </a:lnTo>
                  <a:lnTo>
                    <a:pt x="6666936" y="1159060"/>
                  </a:lnTo>
                  <a:lnTo>
                    <a:pt x="6723125" y="1168674"/>
                  </a:lnTo>
                  <a:lnTo>
                    <a:pt x="6783805" y="1177222"/>
                  </a:lnTo>
                  <a:lnTo>
                    <a:pt x="6849849" y="1184842"/>
                  </a:lnTo>
                  <a:lnTo>
                    <a:pt x="6921932" y="1191652"/>
                  </a:lnTo>
                  <a:lnTo>
                    <a:pt x="7000365" y="1197743"/>
                  </a:lnTo>
                  <a:lnTo>
                    <a:pt x="7084892" y="1203181"/>
                  </a:lnTo>
                  <a:lnTo>
                    <a:pt x="7174449" y="1208000"/>
                  </a:lnTo>
                  <a:lnTo>
                    <a:pt x="7266952" y="1212211"/>
                  </a:lnTo>
                  <a:lnTo>
                    <a:pt x="7359197" y="1215805"/>
                  </a:lnTo>
                  <a:lnTo>
                    <a:pt x="7447023" y="1218766"/>
                  </a:lnTo>
                  <a:lnTo>
                    <a:pt x="7525807" y="1221089"/>
                  </a:lnTo>
                  <a:lnTo>
                    <a:pt x="7591300" y="1222792"/>
                  </a:lnTo>
                  <a:lnTo>
                    <a:pt x="7640599" y="1223931"/>
                  </a:lnTo>
                  <a:lnTo>
                    <a:pt x="7672926" y="1224599"/>
                  </a:lnTo>
                  <a:lnTo>
                    <a:pt x="7689973" y="1224915"/>
                  </a:lnTo>
                  <a:lnTo>
                    <a:pt x="7695754" y="1225012"/>
                  </a:lnTo>
                  <a:lnTo>
                    <a:pt x="7696237" y="1225020"/>
                  </a:lnTo>
                  <a:lnTo>
                    <a:pt x="8234974" y="1225020"/>
                  </a:lnTo>
                  <a:lnTo>
                    <a:pt x="8234974" y="1219575"/>
                  </a:lnTo>
                  <a:lnTo>
                    <a:pt x="7696237" y="1219575"/>
                  </a:lnTo>
                  <a:lnTo>
                    <a:pt x="7694942" y="1219555"/>
                  </a:lnTo>
                  <a:lnTo>
                    <a:pt x="7686488" y="1219409"/>
                  </a:lnTo>
                  <a:lnTo>
                    <a:pt x="7665412" y="1219006"/>
                  </a:lnTo>
                  <a:lnTo>
                    <a:pt x="7628324" y="1218216"/>
                  </a:lnTo>
                  <a:lnTo>
                    <a:pt x="7574240" y="1216924"/>
                  </a:lnTo>
                  <a:lnTo>
                    <a:pt x="7504597" y="1215049"/>
                  </a:lnTo>
                  <a:lnTo>
                    <a:pt x="7422777" y="1212545"/>
                  </a:lnTo>
                  <a:lnTo>
                    <a:pt x="7333231" y="1209403"/>
                  </a:lnTo>
                  <a:lnTo>
                    <a:pt x="7240525" y="1205632"/>
                  </a:lnTo>
                  <a:lnTo>
                    <a:pt x="7148582" y="1201248"/>
                  </a:lnTo>
                  <a:lnTo>
                    <a:pt x="7060291" y="1196255"/>
                  </a:lnTo>
                  <a:lnTo>
                    <a:pt x="6977428" y="1190636"/>
                  </a:lnTo>
                  <a:lnTo>
                    <a:pt x="6900803" y="1184348"/>
                  </a:lnTo>
                  <a:lnTo>
                    <a:pt x="6830487" y="1177319"/>
                  </a:lnTo>
                  <a:lnTo>
                    <a:pt x="6766047" y="1169448"/>
                  </a:lnTo>
                  <a:lnTo>
                    <a:pt x="6706738" y="1160612"/>
                  </a:lnTo>
                  <a:lnTo>
                    <a:pt x="6651653" y="1150668"/>
                  </a:lnTo>
                  <a:lnTo>
                    <a:pt x="6599829" y="1139474"/>
                  </a:lnTo>
                  <a:lnTo>
                    <a:pt x="6550338" y="1126909"/>
                  </a:lnTo>
                  <a:lnTo>
                    <a:pt x="6515891" y="1117036"/>
                  </a:lnTo>
                  <a:lnTo>
                    <a:pt x="6465295" y="1100902"/>
                  </a:lnTo>
                  <a:lnTo>
                    <a:pt x="6415188" y="1083084"/>
                  </a:lnTo>
                  <a:lnTo>
                    <a:pt x="6365035" y="1063558"/>
                  </a:lnTo>
                  <a:lnTo>
                    <a:pt x="6314475" y="1042363"/>
                  </a:lnTo>
                  <a:lnTo>
                    <a:pt x="6263301" y="1019603"/>
                  </a:lnTo>
                  <a:lnTo>
                    <a:pt x="6211440" y="995458"/>
                  </a:lnTo>
                  <a:lnTo>
                    <a:pt x="6158935" y="970176"/>
                  </a:lnTo>
                  <a:lnTo>
                    <a:pt x="6105923" y="944067"/>
                  </a:lnTo>
                  <a:lnTo>
                    <a:pt x="6052610" y="917490"/>
                  </a:lnTo>
                  <a:lnTo>
                    <a:pt x="5999244" y="890832"/>
                  </a:lnTo>
                  <a:lnTo>
                    <a:pt x="5946079" y="864483"/>
                  </a:lnTo>
                  <a:lnTo>
                    <a:pt x="5893343" y="838817"/>
                  </a:lnTo>
                  <a:lnTo>
                    <a:pt x="5841204" y="814167"/>
                  </a:lnTo>
                  <a:lnTo>
                    <a:pt x="5789747" y="790808"/>
                  </a:lnTo>
                  <a:lnTo>
                    <a:pt x="5738950" y="768947"/>
                  </a:lnTo>
                  <a:lnTo>
                    <a:pt x="5688662" y="748720"/>
                  </a:lnTo>
                  <a:lnTo>
                    <a:pt x="5638590" y="730194"/>
                  </a:lnTo>
                  <a:lnTo>
                    <a:pt x="5588275" y="713368"/>
                  </a:lnTo>
                  <a:lnTo>
                    <a:pt x="5567201" y="706882"/>
                  </a:lnTo>
                  <a:lnTo>
                    <a:pt x="5518874" y="693293"/>
                  </a:lnTo>
                  <a:lnTo>
                    <a:pt x="5468809" y="681127"/>
                  </a:lnTo>
                  <a:lnTo>
                    <a:pt x="5416156" y="670302"/>
                  </a:lnTo>
                  <a:lnTo>
                    <a:pt x="5359968" y="660688"/>
                  </a:lnTo>
                  <a:lnTo>
                    <a:pt x="5299288" y="652140"/>
                  </a:lnTo>
                  <a:lnTo>
                    <a:pt x="5233243" y="644520"/>
                  </a:lnTo>
                  <a:lnTo>
                    <a:pt x="5161160" y="637711"/>
                  </a:lnTo>
                  <a:lnTo>
                    <a:pt x="5082727" y="631619"/>
                  </a:lnTo>
                  <a:lnTo>
                    <a:pt x="4998200" y="626181"/>
                  </a:lnTo>
                  <a:lnTo>
                    <a:pt x="4908643" y="621362"/>
                  </a:lnTo>
                  <a:lnTo>
                    <a:pt x="4816141" y="617151"/>
                  </a:lnTo>
                  <a:lnTo>
                    <a:pt x="4723895" y="613557"/>
                  </a:lnTo>
                  <a:lnTo>
                    <a:pt x="4636069" y="610596"/>
                  </a:lnTo>
                  <a:lnTo>
                    <a:pt x="4557286" y="608273"/>
                  </a:lnTo>
                  <a:lnTo>
                    <a:pt x="4491792" y="606570"/>
                  </a:lnTo>
                  <a:lnTo>
                    <a:pt x="4442494" y="605431"/>
                  </a:lnTo>
                  <a:lnTo>
                    <a:pt x="4410166" y="604763"/>
                  </a:lnTo>
                  <a:lnTo>
                    <a:pt x="4393120" y="604447"/>
                  </a:lnTo>
                  <a:lnTo>
                    <a:pt x="4387339" y="604350"/>
                  </a:lnTo>
                  <a:lnTo>
                    <a:pt x="4386855" y="604343"/>
                  </a:lnTo>
                  <a:lnTo>
                    <a:pt x="3848118" y="604343"/>
                  </a:lnTo>
                  <a:lnTo>
                    <a:pt x="3846822" y="604323"/>
                  </a:lnTo>
                  <a:lnTo>
                    <a:pt x="3838367" y="604180"/>
                  </a:lnTo>
                  <a:lnTo>
                    <a:pt x="3817287" y="603784"/>
                  </a:lnTo>
                  <a:lnTo>
                    <a:pt x="3780193" y="603007"/>
                  </a:lnTo>
                  <a:lnTo>
                    <a:pt x="3726100" y="601738"/>
                  </a:lnTo>
                  <a:lnTo>
                    <a:pt x="3656448" y="599896"/>
                  </a:lnTo>
                  <a:lnTo>
                    <a:pt x="3574618" y="597436"/>
                  </a:lnTo>
                  <a:lnTo>
                    <a:pt x="3485064" y="594349"/>
                  </a:lnTo>
                  <a:lnTo>
                    <a:pt x="3392351" y="590644"/>
                  </a:lnTo>
                  <a:lnTo>
                    <a:pt x="3300404" y="586337"/>
                  </a:lnTo>
                  <a:lnTo>
                    <a:pt x="3212110" y="581432"/>
                  </a:lnTo>
                  <a:lnTo>
                    <a:pt x="3129246" y="575911"/>
                  </a:lnTo>
                  <a:lnTo>
                    <a:pt x="3052621" y="569734"/>
                  </a:lnTo>
                  <a:lnTo>
                    <a:pt x="2982306" y="562828"/>
                  </a:lnTo>
                  <a:lnTo>
                    <a:pt x="2917867" y="555095"/>
                  </a:lnTo>
                  <a:lnTo>
                    <a:pt x="2858559" y="546413"/>
                  </a:lnTo>
                  <a:lnTo>
                    <a:pt x="2803474" y="536644"/>
                  </a:lnTo>
                  <a:lnTo>
                    <a:pt x="2751651" y="525646"/>
                  </a:lnTo>
                  <a:lnTo>
                    <a:pt x="2702159" y="513300"/>
                  </a:lnTo>
                  <a:lnTo>
                    <a:pt x="2667772" y="503619"/>
                  </a:lnTo>
                  <a:lnTo>
                    <a:pt x="2617107" y="487747"/>
                  </a:lnTo>
                  <a:lnTo>
                    <a:pt x="2566931" y="470217"/>
                  </a:lnTo>
                  <a:lnTo>
                    <a:pt x="2516706" y="451004"/>
                  </a:lnTo>
                  <a:lnTo>
                    <a:pt x="2466074" y="430147"/>
                  </a:lnTo>
                  <a:lnTo>
                    <a:pt x="2414825" y="407750"/>
                  </a:lnTo>
                  <a:lnTo>
                    <a:pt x="2362887" y="383990"/>
                  </a:lnTo>
                  <a:lnTo>
                    <a:pt x="2310304" y="359112"/>
                  </a:lnTo>
                  <a:lnTo>
                    <a:pt x="2257214" y="333423"/>
                  </a:lnTo>
                  <a:lnTo>
                    <a:pt x="2203825" y="307277"/>
                  </a:lnTo>
                  <a:lnTo>
                    <a:pt x="2150387" y="281056"/>
                  </a:lnTo>
                  <a:lnTo>
                    <a:pt x="2097153" y="255145"/>
                  </a:lnTo>
                  <a:lnTo>
                    <a:pt x="2044351" y="229912"/>
                  </a:lnTo>
                  <a:lnTo>
                    <a:pt x="1992151" y="205685"/>
                  </a:lnTo>
                  <a:lnTo>
                    <a:pt x="1940636" y="182733"/>
                  </a:lnTo>
                  <a:lnTo>
                    <a:pt x="1889781" y="161260"/>
                  </a:lnTo>
                  <a:lnTo>
                    <a:pt x="1839432" y="141400"/>
                  </a:lnTo>
                  <a:lnTo>
                    <a:pt x="1789291" y="123215"/>
                  </a:lnTo>
                  <a:lnTo>
                    <a:pt x="1738892" y="106704"/>
                  </a:lnTo>
                  <a:lnTo>
                    <a:pt x="1719082" y="100723"/>
                  </a:lnTo>
                  <a:lnTo>
                    <a:pt x="1670752" y="87375"/>
                  </a:lnTo>
                  <a:lnTo>
                    <a:pt x="1620683" y="75423"/>
                  </a:lnTo>
                  <a:lnTo>
                    <a:pt x="1568027" y="64790"/>
                  </a:lnTo>
                  <a:lnTo>
                    <a:pt x="1511834" y="55345"/>
                  </a:lnTo>
                  <a:lnTo>
                    <a:pt x="1451148" y="46948"/>
                  </a:lnTo>
                  <a:lnTo>
                    <a:pt x="1385097" y="39463"/>
                  </a:lnTo>
                  <a:lnTo>
                    <a:pt x="1313007" y="32774"/>
                  </a:lnTo>
                  <a:lnTo>
                    <a:pt x="1234565" y="26790"/>
                  </a:lnTo>
                  <a:lnTo>
                    <a:pt x="1150030" y="21449"/>
                  </a:lnTo>
                  <a:lnTo>
                    <a:pt x="1060464" y="16715"/>
                  </a:lnTo>
                  <a:lnTo>
                    <a:pt x="967955" y="12578"/>
                  </a:lnTo>
                  <a:lnTo>
                    <a:pt x="875705" y="9048"/>
                  </a:lnTo>
                  <a:lnTo>
                    <a:pt x="787879" y="6140"/>
                  </a:lnTo>
                  <a:lnTo>
                    <a:pt x="709100" y="3859"/>
                  </a:lnTo>
                  <a:lnTo>
                    <a:pt x="643616" y="2186"/>
                  </a:lnTo>
                  <a:lnTo>
                    <a:pt x="594332" y="1068"/>
                  </a:lnTo>
                  <a:lnTo>
                    <a:pt x="562020" y="412"/>
                  </a:lnTo>
                  <a:lnTo>
                    <a:pt x="544988" y="102"/>
                  </a:lnTo>
                  <a:lnTo>
                    <a:pt x="539217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76" name="pl876"/>
            <p:cNvSpPr/>
            <p:nvPr/>
          </p:nvSpPr>
          <p:spPr>
            <a:xfrm>
              <a:off x="546595" y="3935509"/>
              <a:ext cx="8234974" cy="1219575"/>
            </a:xfrm>
            <a:custGeom>
              <a:avLst/>
              <a:pathLst>
                <a:path w="8234974" h="1219575">
                  <a:moveTo>
                    <a:pt x="0" y="0"/>
                  </a:moveTo>
                  <a:lnTo>
                    <a:pt x="538736" y="0"/>
                  </a:lnTo>
                  <a:lnTo>
                    <a:pt x="540032" y="20"/>
                  </a:lnTo>
                  <a:lnTo>
                    <a:pt x="548487" y="163"/>
                  </a:lnTo>
                  <a:lnTo>
                    <a:pt x="569567" y="559"/>
                  </a:lnTo>
                  <a:lnTo>
                    <a:pt x="606662" y="1335"/>
                  </a:lnTo>
                  <a:lnTo>
                    <a:pt x="660754" y="2604"/>
                  </a:lnTo>
                  <a:lnTo>
                    <a:pt x="730406" y="4447"/>
                  </a:lnTo>
                  <a:lnTo>
                    <a:pt x="812236" y="6906"/>
                  </a:lnTo>
                  <a:lnTo>
                    <a:pt x="901790" y="9994"/>
                  </a:lnTo>
                  <a:lnTo>
                    <a:pt x="994504" y="13698"/>
                  </a:lnTo>
                  <a:lnTo>
                    <a:pt x="1086451" y="18005"/>
                  </a:lnTo>
                  <a:lnTo>
                    <a:pt x="1174745" y="22911"/>
                  </a:lnTo>
                  <a:lnTo>
                    <a:pt x="1257609" y="28431"/>
                  </a:lnTo>
                  <a:lnTo>
                    <a:pt x="1334234" y="34608"/>
                  </a:lnTo>
                  <a:lnTo>
                    <a:pt x="1404549" y="41514"/>
                  </a:lnTo>
                  <a:lnTo>
                    <a:pt x="1468988" y="49247"/>
                  </a:lnTo>
                  <a:lnTo>
                    <a:pt x="1528296" y="57929"/>
                  </a:lnTo>
                  <a:lnTo>
                    <a:pt x="1583380" y="67698"/>
                  </a:lnTo>
                  <a:lnTo>
                    <a:pt x="1635204" y="78696"/>
                  </a:lnTo>
                  <a:lnTo>
                    <a:pt x="1684696" y="91042"/>
                  </a:lnTo>
                  <a:lnTo>
                    <a:pt x="1719082" y="100723"/>
                  </a:lnTo>
                  <a:lnTo>
                    <a:pt x="1769748" y="116595"/>
                  </a:lnTo>
                  <a:lnTo>
                    <a:pt x="1819924" y="134126"/>
                  </a:lnTo>
                  <a:lnTo>
                    <a:pt x="1870148" y="153338"/>
                  </a:lnTo>
                  <a:lnTo>
                    <a:pt x="1920781" y="174195"/>
                  </a:lnTo>
                  <a:lnTo>
                    <a:pt x="1972029" y="196592"/>
                  </a:lnTo>
                  <a:lnTo>
                    <a:pt x="2023967" y="220352"/>
                  </a:lnTo>
                  <a:lnTo>
                    <a:pt x="2076551" y="245230"/>
                  </a:lnTo>
                  <a:lnTo>
                    <a:pt x="2129641" y="270919"/>
                  </a:lnTo>
                  <a:lnTo>
                    <a:pt x="2183029" y="297065"/>
                  </a:lnTo>
                  <a:lnTo>
                    <a:pt x="2236468" y="323286"/>
                  </a:lnTo>
                  <a:lnTo>
                    <a:pt x="2289702" y="349197"/>
                  </a:lnTo>
                  <a:lnTo>
                    <a:pt x="2342503" y="374430"/>
                  </a:lnTo>
                  <a:lnTo>
                    <a:pt x="2394703" y="398658"/>
                  </a:lnTo>
                  <a:lnTo>
                    <a:pt x="2446218" y="421610"/>
                  </a:lnTo>
                  <a:lnTo>
                    <a:pt x="2497074" y="443082"/>
                  </a:lnTo>
                  <a:lnTo>
                    <a:pt x="2547423" y="462942"/>
                  </a:lnTo>
                  <a:lnTo>
                    <a:pt x="2597564" y="481128"/>
                  </a:lnTo>
                  <a:lnTo>
                    <a:pt x="2647963" y="497638"/>
                  </a:lnTo>
                  <a:lnTo>
                    <a:pt x="2667772" y="503619"/>
                  </a:lnTo>
                  <a:lnTo>
                    <a:pt x="2716103" y="516968"/>
                  </a:lnTo>
                  <a:lnTo>
                    <a:pt x="2766171" y="528919"/>
                  </a:lnTo>
                  <a:lnTo>
                    <a:pt x="2818828" y="539553"/>
                  </a:lnTo>
                  <a:lnTo>
                    <a:pt x="2875021" y="548997"/>
                  </a:lnTo>
                  <a:lnTo>
                    <a:pt x="2935706" y="557394"/>
                  </a:lnTo>
                  <a:lnTo>
                    <a:pt x="3001758" y="564879"/>
                  </a:lnTo>
                  <a:lnTo>
                    <a:pt x="3073848" y="571569"/>
                  </a:lnTo>
                  <a:lnTo>
                    <a:pt x="3152289" y="577552"/>
                  </a:lnTo>
                  <a:lnTo>
                    <a:pt x="3236825" y="582894"/>
                  </a:lnTo>
                  <a:lnTo>
                    <a:pt x="3326390" y="587628"/>
                  </a:lnTo>
                  <a:lnTo>
                    <a:pt x="3418900" y="591764"/>
                  </a:lnTo>
                  <a:lnTo>
                    <a:pt x="3511150" y="595294"/>
                  </a:lnTo>
                  <a:lnTo>
                    <a:pt x="3598976" y="598202"/>
                  </a:lnTo>
                  <a:lnTo>
                    <a:pt x="3677755" y="600484"/>
                  </a:lnTo>
                  <a:lnTo>
                    <a:pt x="3743238" y="602156"/>
                  </a:lnTo>
                  <a:lnTo>
                    <a:pt x="3792523" y="603275"/>
                  </a:lnTo>
                  <a:lnTo>
                    <a:pt x="3824835" y="603930"/>
                  </a:lnTo>
                  <a:lnTo>
                    <a:pt x="3841866" y="604241"/>
                  </a:lnTo>
                  <a:lnTo>
                    <a:pt x="3847637" y="604336"/>
                  </a:lnTo>
                  <a:lnTo>
                    <a:pt x="3848118" y="604343"/>
                  </a:lnTo>
                  <a:lnTo>
                    <a:pt x="4386855" y="604343"/>
                  </a:lnTo>
                  <a:lnTo>
                    <a:pt x="4388151" y="604363"/>
                  </a:lnTo>
                  <a:lnTo>
                    <a:pt x="4396604" y="604509"/>
                  </a:lnTo>
                  <a:lnTo>
                    <a:pt x="4417681" y="604912"/>
                  </a:lnTo>
                  <a:lnTo>
                    <a:pt x="4454769" y="605702"/>
                  </a:lnTo>
                  <a:lnTo>
                    <a:pt x="4508853" y="606994"/>
                  </a:lnTo>
                  <a:lnTo>
                    <a:pt x="4578495" y="608869"/>
                  </a:lnTo>
                  <a:lnTo>
                    <a:pt x="4660315" y="611373"/>
                  </a:lnTo>
                  <a:lnTo>
                    <a:pt x="4749861" y="614515"/>
                  </a:lnTo>
                  <a:lnTo>
                    <a:pt x="4842568" y="618286"/>
                  </a:lnTo>
                  <a:lnTo>
                    <a:pt x="4934510" y="622670"/>
                  </a:lnTo>
                  <a:lnTo>
                    <a:pt x="5022802" y="627663"/>
                  </a:lnTo>
                  <a:lnTo>
                    <a:pt x="5105665" y="633282"/>
                  </a:lnTo>
                  <a:lnTo>
                    <a:pt x="5182290" y="639570"/>
                  </a:lnTo>
                  <a:lnTo>
                    <a:pt x="5252606" y="646599"/>
                  </a:lnTo>
                  <a:lnTo>
                    <a:pt x="5317046" y="654470"/>
                  </a:lnTo>
                  <a:lnTo>
                    <a:pt x="5376355" y="663306"/>
                  </a:lnTo>
                  <a:lnTo>
                    <a:pt x="5431440" y="673250"/>
                  </a:lnTo>
                  <a:lnTo>
                    <a:pt x="5483263" y="684444"/>
                  </a:lnTo>
                  <a:lnTo>
                    <a:pt x="5532754" y="697009"/>
                  </a:lnTo>
                  <a:lnTo>
                    <a:pt x="5567201" y="706882"/>
                  </a:lnTo>
                  <a:lnTo>
                    <a:pt x="5617797" y="723016"/>
                  </a:lnTo>
                  <a:lnTo>
                    <a:pt x="5667904" y="740834"/>
                  </a:lnTo>
                  <a:lnTo>
                    <a:pt x="5718058" y="760360"/>
                  </a:lnTo>
                  <a:lnTo>
                    <a:pt x="5768618" y="781555"/>
                  </a:lnTo>
                  <a:lnTo>
                    <a:pt x="5819791" y="804315"/>
                  </a:lnTo>
                  <a:lnTo>
                    <a:pt x="5871652" y="828460"/>
                  </a:lnTo>
                  <a:lnTo>
                    <a:pt x="5924157" y="853742"/>
                  </a:lnTo>
                  <a:lnTo>
                    <a:pt x="5977170" y="879851"/>
                  </a:lnTo>
                  <a:lnTo>
                    <a:pt x="6030482" y="906428"/>
                  </a:lnTo>
                  <a:lnTo>
                    <a:pt x="6083848" y="933086"/>
                  </a:lnTo>
                  <a:lnTo>
                    <a:pt x="6137013" y="959435"/>
                  </a:lnTo>
                  <a:lnTo>
                    <a:pt x="6189750" y="985101"/>
                  </a:lnTo>
                  <a:lnTo>
                    <a:pt x="6241889" y="1009751"/>
                  </a:lnTo>
                  <a:lnTo>
                    <a:pt x="6293345" y="1033110"/>
                  </a:lnTo>
                  <a:lnTo>
                    <a:pt x="6344143" y="1054971"/>
                  </a:lnTo>
                  <a:lnTo>
                    <a:pt x="6394430" y="1075197"/>
                  </a:lnTo>
                  <a:lnTo>
                    <a:pt x="6444502" y="1093724"/>
                  </a:lnTo>
                  <a:lnTo>
                    <a:pt x="6494818" y="1110550"/>
                  </a:lnTo>
                  <a:lnTo>
                    <a:pt x="6515891" y="1117036"/>
                  </a:lnTo>
                  <a:lnTo>
                    <a:pt x="6564219" y="1130625"/>
                  </a:lnTo>
                  <a:lnTo>
                    <a:pt x="6614283" y="1142791"/>
                  </a:lnTo>
                  <a:lnTo>
                    <a:pt x="6666936" y="1153616"/>
                  </a:lnTo>
                  <a:lnTo>
                    <a:pt x="6723125" y="1163230"/>
                  </a:lnTo>
                  <a:lnTo>
                    <a:pt x="6783805" y="1171778"/>
                  </a:lnTo>
                  <a:lnTo>
                    <a:pt x="6849849" y="1179398"/>
                  </a:lnTo>
                  <a:lnTo>
                    <a:pt x="6921932" y="1186207"/>
                  </a:lnTo>
                  <a:lnTo>
                    <a:pt x="7000365" y="1192299"/>
                  </a:lnTo>
                  <a:lnTo>
                    <a:pt x="7084892" y="1197737"/>
                  </a:lnTo>
                  <a:lnTo>
                    <a:pt x="7174449" y="1202556"/>
                  </a:lnTo>
                  <a:lnTo>
                    <a:pt x="7266952" y="1206767"/>
                  </a:lnTo>
                  <a:lnTo>
                    <a:pt x="7359197" y="1210361"/>
                  </a:lnTo>
                  <a:lnTo>
                    <a:pt x="7447023" y="1213322"/>
                  </a:lnTo>
                  <a:lnTo>
                    <a:pt x="7525807" y="1215645"/>
                  </a:lnTo>
                  <a:lnTo>
                    <a:pt x="7591300" y="1217348"/>
                  </a:lnTo>
                  <a:lnTo>
                    <a:pt x="7640599" y="1218487"/>
                  </a:lnTo>
                  <a:lnTo>
                    <a:pt x="7672926" y="1219155"/>
                  </a:lnTo>
                  <a:lnTo>
                    <a:pt x="7689973" y="1219471"/>
                  </a:lnTo>
                  <a:lnTo>
                    <a:pt x="7695754" y="1219568"/>
                  </a:lnTo>
                  <a:lnTo>
                    <a:pt x="7696237" y="1219575"/>
                  </a:lnTo>
                  <a:lnTo>
                    <a:pt x="8234974" y="1219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7" name="pl877"/>
            <p:cNvSpPr/>
            <p:nvPr/>
          </p:nvSpPr>
          <p:spPr>
            <a:xfrm>
              <a:off x="546595" y="3930065"/>
              <a:ext cx="8234974" cy="1219575"/>
            </a:xfrm>
            <a:custGeom>
              <a:avLst/>
              <a:pathLst>
                <a:path w="8234974" h="1219575">
                  <a:moveTo>
                    <a:pt x="8234974" y="1219575"/>
                  </a:moveTo>
                  <a:lnTo>
                    <a:pt x="7696237" y="1219575"/>
                  </a:lnTo>
                  <a:lnTo>
                    <a:pt x="7694942" y="1219555"/>
                  </a:lnTo>
                  <a:lnTo>
                    <a:pt x="7686488" y="1219409"/>
                  </a:lnTo>
                  <a:lnTo>
                    <a:pt x="7665412" y="1219006"/>
                  </a:lnTo>
                  <a:lnTo>
                    <a:pt x="7628324" y="1218216"/>
                  </a:lnTo>
                  <a:lnTo>
                    <a:pt x="7574240" y="1216924"/>
                  </a:lnTo>
                  <a:lnTo>
                    <a:pt x="7504597" y="1215049"/>
                  </a:lnTo>
                  <a:lnTo>
                    <a:pt x="7422777" y="1212545"/>
                  </a:lnTo>
                  <a:lnTo>
                    <a:pt x="7333231" y="1209403"/>
                  </a:lnTo>
                  <a:lnTo>
                    <a:pt x="7240525" y="1205632"/>
                  </a:lnTo>
                  <a:lnTo>
                    <a:pt x="7148582" y="1201248"/>
                  </a:lnTo>
                  <a:lnTo>
                    <a:pt x="7060291" y="1196255"/>
                  </a:lnTo>
                  <a:lnTo>
                    <a:pt x="6977428" y="1190636"/>
                  </a:lnTo>
                  <a:lnTo>
                    <a:pt x="6900803" y="1184348"/>
                  </a:lnTo>
                  <a:lnTo>
                    <a:pt x="6830487" y="1177319"/>
                  </a:lnTo>
                  <a:lnTo>
                    <a:pt x="6766047" y="1169448"/>
                  </a:lnTo>
                  <a:lnTo>
                    <a:pt x="6706738" y="1160612"/>
                  </a:lnTo>
                  <a:lnTo>
                    <a:pt x="6651653" y="1150668"/>
                  </a:lnTo>
                  <a:lnTo>
                    <a:pt x="6599829" y="1139474"/>
                  </a:lnTo>
                  <a:lnTo>
                    <a:pt x="6550338" y="1126909"/>
                  </a:lnTo>
                  <a:lnTo>
                    <a:pt x="6515891" y="1117036"/>
                  </a:lnTo>
                  <a:lnTo>
                    <a:pt x="6465295" y="1100902"/>
                  </a:lnTo>
                  <a:lnTo>
                    <a:pt x="6415188" y="1083084"/>
                  </a:lnTo>
                  <a:lnTo>
                    <a:pt x="6365035" y="1063558"/>
                  </a:lnTo>
                  <a:lnTo>
                    <a:pt x="6314475" y="1042363"/>
                  </a:lnTo>
                  <a:lnTo>
                    <a:pt x="6263301" y="1019603"/>
                  </a:lnTo>
                  <a:lnTo>
                    <a:pt x="6211440" y="995458"/>
                  </a:lnTo>
                  <a:lnTo>
                    <a:pt x="6158935" y="970176"/>
                  </a:lnTo>
                  <a:lnTo>
                    <a:pt x="6105923" y="944067"/>
                  </a:lnTo>
                  <a:lnTo>
                    <a:pt x="6052610" y="917490"/>
                  </a:lnTo>
                  <a:lnTo>
                    <a:pt x="5999244" y="890832"/>
                  </a:lnTo>
                  <a:lnTo>
                    <a:pt x="5946079" y="864483"/>
                  </a:lnTo>
                  <a:lnTo>
                    <a:pt x="5893343" y="838817"/>
                  </a:lnTo>
                  <a:lnTo>
                    <a:pt x="5841204" y="814167"/>
                  </a:lnTo>
                  <a:lnTo>
                    <a:pt x="5789747" y="790808"/>
                  </a:lnTo>
                  <a:lnTo>
                    <a:pt x="5738950" y="768947"/>
                  </a:lnTo>
                  <a:lnTo>
                    <a:pt x="5688662" y="748720"/>
                  </a:lnTo>
                  <a:lnTo>
                    <a:pt x="5638590" y="730194"/>
                  </a:lnTo>
                  <a:lnTo>
                    <a:pt x="5588275" y="713368"/>
                  </a:lnTo>
                  <a:lnTo>
                    <a:pt x="5567201" y="706882"/>
                  </a:lnTo>
                  <a:lnTo>
                    <a:pt x="5518874" y="693293"/>
                  </a:lnTo>
                  <a:lnTo>
                    <a:pt x="5468809" y="681127"/>
                  </a:lnTo>
                  <a:lnTo>
                    <a:pt x="5416156" y="670302"/>
                  </a:lnTo>
                  <a:lnTo>
                    <a:pt x="5359968" y="660688"/>
                  </a:lnTo>
                  <a:lnTo>
                    <a:pt x="5299288" y="652140"/>
                  </a:lnTo>
                  <a:lnTo>
                    <a:pt x="5233243" y="644520"/>
                  </a:lnTo>
                  <a:lnTo>
                    <a:pt x="5161160" y="637711"/>
                  </a:lnTo>
                  <a:lnTo>
                    <a:pt x="5082727" y="631619"/>
                  </a:lnTo>
                  <a:lnTo>
                    <a:pt x="4998200" y="626181"/>
                  </a:lnTo>
                  <a:lnTo>
                    <a:pt x="4908643" y="621362"/>
                  </a:lnTo>
                  <a:lnTo>
                    <a:pt x="4816141" y="617151"/>
                  </a:lnTo>
                  <a:lnTo>
                    <a:pt x="4723895" y="613557"/>
                  </a:lnTo>
                  <a:lnTo>
                    <a:pt x="4636069" y="610596"/>
                  </a:lnTo>
                  <a:lnTo>
                    <a:pt x="4557286" y="608273"/>
                  </a:lnTo>
                  <a:lnTo>
                    <a:pt x="4491792" y="606570"/>
                  </a:lnTo>
                  <a:lnTo>
                    <a:pt x="4442494" y="605431"/>
                  </a:lnTo>
                  <a:lnTo>
                    <a:pt x="4410166" y="604763"/>
                  </a:lnTo>
                  <a:lnTo>
                    <a:pt x="4393120" y="604447"/>
                  </a:lnTo>
                  <a:lnTo>
                    <a:pt x="4387339" y="604350"/>
                  </a:lnTo>
                  <a:lnTo>
                    <a:pt x="4386855" y="604343"/>
                  </a:lnTo>
                  <a:lnTo>
                    <a:pt x="3848118" y="604343"/>
                  </a:lnTo>
                  <a:lnTo>
                    <a:pt x="3846822" y="604323"/>
                  </a:lnTo>
                  <a:lnTo>
                    <a:pt x="3838367" y="604180"/>
                  </a:lnTo>
                  <a:lnTo>
                    <a:pt x="3817287" y="603784"/>
                  </a:lnTo>
                  <a:lnTo>
                    <a:pt x="3780193" y="603007"/>
                  </a:lnTo>
                  <a:lnTo>
                    <a:pt x="3726100" y="601738"/>
                  </a:lnTo>
                  <a:lnTo>
                    <a:pt x="3656448" y="599896"/>
                  </a:lnTo>
                  <a:lnTo>
                    <a:pt x="3574618" y="597436"/>
                  </a:lnTo>
                  <a:lnTo>
                    <a:pt x="3485064" y="594349"/>
                  </a:lnTo>
                  <a:lnTo>
                    <a:pt x="3392351" y="590644"/>
                  </a:lnTo>
                  <a:lnTo>
                    <a:pt x="3300404" y="586337"/>
                  </a:lnTo>
                  <a:lnTo>
                    <a:pt x="3212110" y="581432"/>
                  </a:lnTo>
                  <a:lnTo>
                    <a:pt x="3129246" y="575911"/>
                  </a:lnTo>
                  <a:lnTo>
                    <a:pt x="3052621" y="569734"/>
                  </a:lnTo>
                  <a:lnTo>
                    <a:pt x="2982306" y="562828"/>
                  </a:lnTo>
                  <a:lnTo>
                    <a:pt x="2917867" y="555095"/>
                  </a:lnTo>
                  <a:lnTo>
                    <a:pt x="2858559" y="546413"/>
                  </a:lnTo>
                  <a:lnTo>
                    <a:pt x="2803474" y="536644"/>
                  </a:lnTo>
                  <a:lnTo>
                    <a:pt x="2751651" y="525646"/>
                  </a:lnTo>
                  <a:lnTo>
                    <a:pt x="2702159" y="513300"/>
                  </a:lnTo>
                  <a:lnTo>
                    <a:pt x="2667772" y="503619"/>
                  </a:lnTo>
                  <a:lnTo>
                    <a:pt x="2617107" y="487747"/>
                  </a:lnTo>
                  <a:lnTo>
                    <a:pt x="2566931" y="470217"/>
                  </a:lnTo>
                  <a:lnTo>
                    <a:pt x="2516706" y="451004"/>
                  </a:lnTo>
                  <a:lnTo>
                    <a:pt x="2466074" y="430147"/>
                  </a:lnTo>
                  <a:lnTo>
                    <a:pt x="2414825" y="407750"/>
                  </a:lnTo>
                  <a:lnTo>
                    <a:pt x="2362887" y="383990"/>
                  </a:lnTo>
                  <a:lnTo>
                    <a:pt x="2310304" y="359112"/>
                  </a:lnTo>
                  <a:lnTo>
                    <a:pt x="2257214" y="333423"/>
                  </a:lnTo>
                  <a:lnTo>
                    <a:pt x="2203825" y="307277"/>
                  </a:lnTo>
                  <a:lnTo>
                    <a:pt x="2150387" y="281056"/>
                  </a:lnTo>
                  <a:lnTo>
                    <a:pt x="2097153" y="255145"/>
                  </a:lnTo>
                  <a:lnTo>
                    <a:pt x="2044351" y="229912"/>
                  </a:lnTo>
                  <a:lnTo>
                    <a:pt x="1992151" y="205685"/>
                  </a:lnTo>
                  <a:lnTo>
                    <a:pt x="1940636" y="182733"/>
                  </a:lnTo>
                  <a:lnTo>
                    <a:pt x="1889781" y="161260"/>
                  </a:lnTo>
                  <a:lnTo>
                    <a:pt x="1839432" y="141400"/>
                  </a:lnTo>
                  <a:lnTo>
                    <a:pt x="1789291" y="123215"/>
                  </a:lnTo>
                  <a:lnTo>
                    <a:pt x="1738892" y="106704"/>
                  </a:lnTo>
                  <a:lnTo>
                    <a:pt x="1719082" y="100723"/>
                  </a:lnTo>
                  <a:lnTo>
                    <a:pt x="1670752" y="87375"/>
                  </a:lnTo>
                  <a:lnTo>
                    <a:pt x="1620683" y="75423"/>
                  </a:lnTo>
                  <a:lnTo>
                    <a:pt x="1568027" y="64790"/>
                  </a:lnTo>
                  <a:lnTo>
                    <a:pt x="1511834" y="55345"/>
                  </a:lnTo>
                  <a:lnTo>
                    <a:pt x="1451148" y="46948"/>
                  </a:lnTo>
                  <a:lnTo>
                    <a:pt x="1385097" y="39463"/>
                  </a:lnTo>
                  <a:lnTo>
                    <a:pt x="1313007" y="32774"/>
                  </a:lnTo>
                  <a:lnTo>
                    <a:pt x="1234565" y="26790"/>
                  </a:lnTo>
                  <a:lnTo>
                    <a:pt x="1150030" y="21449"/>
                  </a:lnTo>
                  <a:lnTo>
                    <a:pt x="1060464" y="16715"/>
                  </a:lnTo>
                  <a:lnTo>
                    <a:pt x="967955" y="12578"/>
                  </a:lnTo>
                  <a:lnTo>
                    <a:pt x="875705" y="9048"/>
                  </a:lnTo>
                  <a:lnTo>
                    <a:pt x="787879" y="6140"/>
                  </a:lnTo>
                  <a:lnTo>
                    <a:pt x="709100" y="3859"/>
                  </a:lnTo>
                  <a:lnTo>
                    <a:pt x="643616" y="2186"/>
                  </a:lnTo>
                  <a:lnTo>
                    <a:pt x="594332" y="1068"/>
                  </a:lnTo>
                  <a:lnTo>
                    <a:pt x="562020" y="412"/>
                  </a:lnTo>
                  <a:lnTo>
                    <a:pt x="544988" y="102"/>
                  </a:lnTo>
                  <a:lnTo>
                    <a:pt x="539217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8" name="pg878"/>
            <p:cNvSpPr/>
            <p:nvPr/>
          </p:nvSpPr>
          <p:spPr>
            <a:xfrm>
              <a:off x="546595" y="3935509"/>
              <a:ext cx="8234974" cy="1715028"/>
            </a:xfrm>
            <a:custGeom>
              <a:avLst/>
              <a:pathLst>
                <a:path w="8234974" h="1715028">
                  <a:moveTo>
                    <a:pt x="0" y="5444"/>
                  </a:moveTo>
                  <a:lnTo>
                    <a:pt x="538736" y="5444"/>
                  </a:lnTo>
                  <a:lnTo>
                    <a:pt x="540032" y="5464"/>
                  </a:lnTo>
                  <a:lnTo>
                    <a:pt x="548487" y="5607"/>
                  </a:lnTo>
                  <a:lnTo>
                    <a:pt x="569567" y="6003"/>
                  </a:lnTo>
                  <a:lnTo>
                    <a:pt x="606662" y="6780"/>
                  </a:lnTo>
                  <a:lnTo>
                    <a:pt x="660754" y="8049"/>
                  </a:lnTo>
                  <a:lnTo>
                    <a:pt x="730406" y="9891"/>
                  </a:lnTo>
                  <a:lnTo>
                    <a:pt x="812236" y="12351"/>
                  </a:lnTo>
                  <a:lnTo>
                    <a:pt x="901790" y="15438"/>
                  </a:lnTo>
                  <a:lnTo>
                    <a:pt x="994504" y="19143"/>
                  </a:lnTo>
                  <a:lnTo>
                    <a:pt x="1086451" y="23450"/>
                  </a:lnTo>
                  <a:lnTo>
                    <a:pt x="1174745" y="28355"/>
                  </a:lnTo>
                  <a:lnTo>
                    <a:pt x="1257609" y="33875"/>
                  </a:lnTo>
                  <a:lnTo>
                    <a:pt x="1334234" y="40053"/>
                  </a:lnTo>
                  <a:lnTo>
                    <a:pt x="1404549" y="46959"/>
                  </a:lnTo>
                  <a:lnTo>
                    <a:pt x="1468988" y="54692"/>
                  </a:lnTo>
                  <a:lnTo>
                    <a:pt x="1528296" y="63374"/>
                  </a:lnTo>
                  <a:lnTo>
                    <a:pt x="1583380" y="73143"/>
                  </a:lnTo>
                  <a:lnTo>
                    <a:pt x="1635204" y="84141"/>
                  </a:lnTo>
                  <a:lnTo>
                    <a:pt x="1684696" y="96487"/>
                  </a:lnTo>
                  <a:lnTo>
                    <a:pt x="1719082" y="106168"/>
                  </a:lnTo>
                  <a:lnTo>
                    <a:pt x="1769748" y="122039"/>
                  </a:lnTo>
                  <a:lnTo>
                    <a:pt x="1819924" y="139570"/>
                  </a:lnTo>
                  <a:lnTo>
                    <a:pt x="1870148" y="158783"/>
                  </a:lnTo>
                  <a:lnTo>
                    <a:pt x="1920781" y="179640"/>
                  </a:lnTo>
                  <a:lnTo>
                    <a:pt x="1972029" y="202037"/>
                  </a:lnTo>
                  <a:lnTo>
                    <a:pt x="2023967" y="225797"/>
                  </a:lnTo>
                  <a:lnTo>
                    <a:pt x="2076551" y="250675"/>
                  </a:lnTo>
                  <a:lnTo>
                    <a:pt x="2129641" y="276364"/>
                  </a:lnTo>
                  <a:lnTo>
                    <a:pt x="2183029" y="302509"/>
                  </a:lnTo>
                  <a:lnTo>
                    <a:pt x="2236468" y="328731"/>
                  </a:lnTo>
                  <a:lnTo>
                    <a:pt x="2289702" y="354642"/>
                  </a:lnTo>
                  <a:lnTo>
                    <a:pt x="2342503" y="379874"/>
                  </a:lnTo>
                  <a:lnTo>
                    <a:pt x="2394703" y="404102"/>
                  </a:lnTo>
                  <a:lnTo>
                    <a:pt x="2446218" y="427054"/>
                  </a:lnTo>
                  <a:lnTo>
                    <a:pt x="2497074" y="448526"/>
                  </a:lnTo>
                  <a:lnTo>
                    <a:pt x="2547423" y="468387"/>
                  </a:lnTo>
                  <a:lnTo>
                    <a:pt x="2597564" y="486572"/>
                  </a:lnTo>
                  <a:lnTo>
                    <a:pt x="2647963" y="503083"/>
                  </a:lnTo>
                  <a:lnTo>
                    <a:pt x="2667772" y="509063"/>
                  </a:lnTo>
                  <a:lnTo>
                    <a:pt x="2716103" y="522412"/>
                  </a:lnTo>
                  <a:lnTo>
                    <a:pt x="2766171" y="534364"/>
                  </a:lnTo>
                  <a:lnTo>
                    <a:pt x="2818828" y="544997"/>
                  </a:lnTo>
                  <a:lnTo>
                    <a:pt x="2875021" y="554441"/>
                  </a:lnTo>
                  <a:lnTo>
                    <a:pt x="2935706" y="562839"/>
                  </a:lnTo>
                  <a:lnTo>
                    <a:pt x="3001758" y="570324"/>
                  </a:lnTo>
                  <a:lnTo>
                    <a:pt x="3073848" y="577013"/>
                  </a:lnTo>
                  <a:lnTo>
                    <a:pt x="3152289" y="582997"/>
                  </a:lnTo>
                  <a:lnTo>
                    <a:pt x="3236825" y="588338"/>
                  </a:lnTo>
                  <a:lnTo>
                    <a:pt x="3326390" y="593072"/>
                  </a:lnTo>
                  <a:lnTo>
                    <a:pt x="3418900" y="597208"/>
                  </a:lnTo>
                  <a:lnTo>
                    <a:pt x="3511150" y="600738"/>
                  </a:lnTo>
                  <a:lnTo>
                    <a:pt x="3598976" y="603647"/>
                  </a:lnTo>
                  <a:lnTo>
                    <a:pt x="3677755" y="605928"/>
                  </a:lnTo>
                  <a:lnTo>
                    <a:pt x="3743238" y="607601"/>
                  </a:lnTo>
                  <a:lnTo>
                    <a:pt x="3792523" y="608719"/>
                  </a:lnTo>
                  <a:lnTo>
                    <a:pt x="3824835" y="609375"/>
                  </a:lnTo>
                  <a:lnTo>
                    <a:pt x="3841866" y="609685"/>
                  </a:lnTo>
                  <a:lnTo>
                    <a:pt x="3847637" y="609780"/>
                  </a:lnTo>
                  <a:lnTo>
                    <a:pt x="3848118" y="609787"/>
                  </a:lnTo>
                  <a:lnTo>
                    <a:pt x="4386855" y="609787"/>
                  </a:lnTo>
                  <a:lnTo>
                    <a:pt x="4388135" y="609824"/>
                  </a:lnTo>
                  <a:lnTo>
                    <a:pt x="4396489" y="610082"/>
                  </a:lnTo>
                  <a:lnTo>
                    <a:pt x="4417326" y="610797"/>
                  </a:lnTo>
                  <a:lnTo>
                    <a:pt x="4454017" y="612199"/>
                  </a:lnTo>
                  <a:lnTo>
                    <a:pt x="4507570" y="614492"/>
                  </a:lnTo>
                  <a:lnTo>
                    <a:pt x="4576606" y="617822"/>
                  </a:lnTo>
                  <a:lnTo>
                    <a:pt x="4657820" y="622270"/>
                  </a:lnTo>
                  <a:lnTo>
                    <a:pt x="4746830" y="627857"/>
                  </a:lnTo>
                  <a:lnTo>
                    <a:pt x="4839116" y="634564"/>
                  </a:lnTo>
                  <a:lnTo>
                    <a:pt x="4930771" y="642365"/>
                  </a:lnTo>
                  <a:lnTo>
                    <a:pt x="5018901" y="651250"/>
                  </a:lnTo>
                  <a:lnTo>
                    <a:pt x="5101704" y="661248"/>
                  </a:lnTo>
                  <a:lnTo>
                    <a:pt x="5178340" y="672432"/>
                  </a:lnTo>
                  <a:lnTo>
                    <a:pt x="5248708" y="684930"/>
                  </a:lnTo>
                  <a:lnTo>
                    <a:pt x="5313214" y="698915"/>
                  </a:lnTo>
                  <a:lnTo>
                    <a:pt x="5372578" y="714606"/>
                  </a:lnTo>
                  <a:lnTo>
                    <a:pt x="5427692" y="732252"/>
                  </a:lnTo>
                  <a:lnTo>
                    <a:pt x="5479504" y="752108"/>
                  </a:lnTo>
                  <a:lnTo>
                    <a:pt x="5528937" y="774396"/>
                  </a:lnTo>
                  <a:lnTo>
                    <a:pt x="5567201" y="793994"/>
                  </a:lnTo>
                  <a:lnTo>
                    <a:pt x="5614158" y="820779"/>
                  </a:lnTo>
                  <a:lnTo>
                    <a:pt x="5660655" y="850162"/>
                  </a:lnTo>
                  <a:lnTo>
                    <a:pt x="5707138" y="882186"/>
                  </a:lnTo>
                  <a:lnTo>
                    <a:pt x="5753917" y="916814"/>
                  </a:lnTo>
                  <a:lnTo>
                    <a:pt x="5801186" y="953919"/>
                  </a:lnTo>
                  <a:lnTo>
                    <a:pt x="5849037" y="993280"/>
                  </a:lnTo>
                  <a:lnTo>
                    <a:pt x="5897470" y="1034579"/>
                  </a:lnTo>
                  <a:lnTo>
                    <a:pt x="5946410" y="1077411"/>
                  </a:lnTo>
                  <a:lnTo>
                    <a:pt x="5995717" y="1121296"/>
                  </a:lnTo>
                  <a:lnTo>
                    <a:pt x="6045212" y="1165700"/>
                  </a:lnTo>
                  <a:lnTo>
                    <a:pt x="6094691" y="1210062"/>
                  </a:lnTo>
                  <a:lnTo>
                    <a:pt x="6143955" y="1253823"/>
                  </a:lnTo>
                  <a:lnTo>
                    <a:pt x="6192827" y="1296457"/>
                  </a:lnTo>
                  <a:lnTo>
                    <a:pt x="6241177" y="1337493"/>
                  </a:lnTo>
                  <a:lnTo>
                    <a:pt x="6288940" y="1376538"/>
                  </a:lnTo>
                  <a:lnTo>
                    <a:pt x="6336128" y="1413287"/>
                  </a:lnTo>
                  <a:lnTo>
                    <a:pt x="6382848" y="1447535"/>
                  </a:lnTo>
                  <a:lnTo>
                    <a:pt x="6429310" y="1479169"/>
                  </a:lnTo>
                  <a:lnTo>
                    <a:pt x="6475844" y="1508163"/>
                  </a:lnTo>
                  <a:lnTo>
                    <a:pt x="6515891" y="1530821"/>
                  </a:lnTo>
                  <a:lnTo>
                    <a:pt x="6564016" y="1555137"/>
                  </a:lnTo>
                  <a:lnTo>
                    <a:pt x="6613861" y="1576918"/>
                  </a:lnTo>
                  <a:lnTo>
                    <a:pt x="6666265" y="1596307"/>
                  </a:lnTo>
                  <a:lnTo>
                    <a:pt x="6722163" y="1613536"/>
                  </a:lnTo>
                  <a:lnTo>
                    <a:pt x="6782501" y="1628863"/>
                  </a:lnTo>
                  <a:lnTo>
                    <a:pt x="6848143" y="1642530"/>
                  </a:lnTo>
                  <a:lnTo>
                    <a:pt x="6919761" y="1654749"/>
                  </a:lnTo>
                  <a:lnTo>
                    <a:pt x="6997675" y="1665685"/>
                  </a:lnTo>
                  <a:lnTo>
                    <a:pt x="7081652" y="1675453"/>
                  </a:lnTo>
                  <a:lnTo>
                    <a:pt x="7170676" y="1684118"/>
                  </a:lnTo>
                  <a:lnTo>
                    <a:pt x="7262729" y="1691698"/>
                  </a:lnTo>
                  <a:lnTo>
                    <a:pt x="7354695" y="1698181"/>
                  </a:lnTo>
                  <a:lnTo>
                    <a:pt x="7442499" y="1703538"/>
                  </a:lnTo>
                  <a:lnTo>
                    <a:pt x="7521580" y="1707756"/>
                  </a:lnTo>
                  <a:lnTo>
                    <a:pt x="7587695" y="1710868"/>
                  </a:lnTo>
                  <a:lnTo>
                    <a:pt x="7637871" y="1712966"/>
                  </a:lnTo>
                  <a:lnTo>
                    <a:pt x="7671190" y="1714211"/>
                  </a:lnTo>
                  <a:lnTo>
                    <a:pt x="7689156" y="1714815"/>
                  </a:lnTo>
                  <a:lnTo>
                    <a:pt x="7695580" y="1715009"/>
                  </a:lnTo>
                  <a:lnTo>
                    <a:pt x="7696237" y="1715028"/>
                  </a:lnTo>
                  <a:lnTo>
                    <a:pt x="8234974" y="1715028"/>
                  </a:lnTo>
                  <a:lnTo>
                    <a:pt x="8234974" y="1709583"/>
                  </a:lnTo>
                  <a:lnTo>
                    <a:pt x="7696237" y="1709583"/>
                  </a:lnTo>
                  <a:lnTo>
                    <a:pt x="7694957" y="1709547"/>
                  </a:lnTo>
                  <a:lnTo>
                    <a:pt x="7686603" y="1709289"/>
                  </a:lnTo>
                  <a:lnTo>
                    <a:pt x="7665766" y="1708574"/>
                  </a:lnTo>
                  <a:lnTo>
                    <a:pt x="7629075" y="1707171"/>
                  </a:lnTo>
                  <a:lnTo>
                    <a:pt x="7575522" y="1704879"/>
                  </a:lnTo>
                  <a:lnTo>
                    <a:pt x="7506486" y="1701549"/>
                  </a:lnTo>
                  <a:lnTo>
                    <a:pt x="7425272" y="1697100"/>
                  </a:lnTo>
                  <a:lnTo>
                    <a:pt x="7336263" y="1691514"/>
                  </a:lnTo>
                  <a:lnTo>
                    <a:pt x="7243977" y="1684806"/>
                  </a:lnTo>
                  <a:lnTo>
                    <a:pt x="7152321" y="1677006"/>
                  </a:lnTo>
                  <a:lnTo>
                    <a:pt x="7064191" y="1668121"/>
                  </a:lnTo>
                  <a:lnTo>
                    <a:pt x="6981388" y="1658123"/>
                  </a:lnTo>
                  <a:lnTo>
                    <a:pt x="6904752" y="1646938"/>
                  </a:lnTo>
                  <a:lnTo>
                    <a:pt x="6834384" y="1634441"/>
                  </a:lnTo>
                  <a:lnTo>
                    <a:pt x="6769879" y="1620456"/>
                  </a:lnTo>
                  <a:lnTo>
                    <a:pt x="6710514" y="1604764"/>
                  </a:lnTo>
                  <a:lnTo>
                    <a:pt x="6655401" y="1587119"/>
                  </a:lnTo>
                  <a:lnTo>
                    <a:pt x="6603589" y="1567262"/>
                  </a:lnTo>
                  <a:lnTo>
                    <a:pt x="6554155" y="1544974"/>
                  </a:lnTo>
                  <a:lnTo>
                    <a:pt x="6515891" y="1525376"/>
                  </a:lnTo>
                  <a:lnTo>
                    <a:pt x="6468935" y="1498592"/>
                  </a:lnTo>
                  <a:lnTo>
                    <a:pt x="6422437" y="1469208"/>
                  </a:lnTo>
                  <a:lnTo>
                    <a:pt x="6375954" y="1437184"/>
                  </a:lnTo>
                  <a:lnTo>
                    <a:pt x="6329176" y="1402556"/>
                  </a:lnTo>
                  <a:lnTo>
                    <a:pt x="6281907" y="1365452"/>
                  </a:lnTo>
                  <a:lnTo>
                    <a:pt x="6234056" y="1326091"/>
                  </a:lnTo>
                  <a:lnTo>
                    <a:pt x="6185622" y="1284792"/>
                  </a:lnTo>
                  <a:lnTo>
                    <a:pt x="6136683" y="1241960"/>
                  </a:lnTo>
                  <a:lnTo>
                    <a:pt x="6087375" y="1198075"/>
                  </a:lnTo>
                  <a:lnTo>
                    <a:pt x="6037881" y="1153671"/>
                  </a:lnTo>
                  <a:lnTo>
                    <a:pt x="5988402" y="1109309"/>
                  </a:lnTo>
                  <a:lnTo>
                    <a:pt x="5939138" y="1065547"/>
                  </a:lnTo>
                  <a:lnTo>
                    <a:pt x="5890266" y="1022913"/>
                  </a:lnTo>
                  <a:lnTo>
                    <a:pt x="5841915" y="981877"/>
                  </a:lnTo>
                  <a:lnTo>
                    <a:pt x="5794153" y="942833"/>
                  </a:lnTo>
                  <a:lnTo>
                    <a:pt x="5746965" y="906083"/>
                  </a:lnTo>
                  <a:lnTo>
                    <a:pt x="5700245" y="871835"/>
                  </a:lnTo>
                  <a:lnTo>
                    <a:pt x="5653782" y="840202"/>
                  </a:lnTo>
                  <a:lnTo>
                    <a:pt x="5607248" y="811207"/>
                  </a:lnTo>
                  <a:lnTo>
                    <a:pt x="5567201" y="788550"/>
                  </a:lnTo>
                  <a:lnTo>
                    <a:pt x="5519076" y="764234"/>
                  </a:lnTo>
                  <a:lnTo>
                    <a:pt x="5469232" y="742452"/>
                  </a:lnTo>
                  <a:lnTo>
                    <a:pt x="5416828" y="723063"/>
                  </a:lnTo>
                  <a:lnTo>
                    <a:pt x="5360929" y="705834"/>
                  </a:lnTo>
                  <a:lnTo>
                    <a:pt x="5300592" y="690508"/>
                  </a:lnTo>
                  <a:lnTo>
                    <a:pt x="5234949" y="676840"/>
                  </a:lnTo>
                  <a:lnTo>
                    <a:pt x="5163332" y="664621"/>
                  </a:lnTo>
                  <a:lnTo>
                    <a:pt x="5085418" y="653686"/>
                  </a:lnTo>
                  <a:lnTo>
                    <a:pt x="5001440" y="643918"/>
                  </a:lnTo>
                  <a:lnTo>
                    <a:pt x="4912416" y="635253"/>
                  </a:lnTo>
                  <a:lnTo>
                    <a:pt x="4820364" y="627672"/>
                  </a:lnTo>
                  <a:lnTo>
                    <a:pt x="4728398" y="621190"/>
                  </a:lnTo>
                  <a:lnTo>
                    <a:pt x="4640594" y="615833"/>
                  </a:lnTo>
                  <a:lnTo>
                    <a:pt x="4561513" y="611614"/>
                  </a:lnTo>
                  <a:lnTo>
                    <a:pt x="4495397" y="608503"/>
                  </a:lnTo>
                  <a:lnTo>
                    <a:pt x="4445222" y="606405"/>
                  </a:lnTo>
                  <a:lnTo>
                    <a:pt x="4411902" y="605159"/>
                  </a:lnTo>
                  <a:lnTo>
                    <a:pt x="4393937" y="604556"/>
                  </a:lnTo>
                  <a:lnTo>
                    <a:pt x="4387512" y="604361"/>
                  </a:lnTo>
                  <a:lnTo>
                    <a:pt x="4386855" y="604343"/>
                  </a:lnTo>
                  <a:lnTo>
                    <a:pt x="3848118" y="604343"/>
                  </a:lnTo>
                  <a:lnTo>
                    <a:pt x="3846822" y="604323"/>
                  </a:lnTo>
                  <a:lnTo>
                    <a:pt x="3838367" y="604180"/>
                  </a:lnTo>
                  <a:lnTo>
                    <a:pt x="3817287" y="603784"/>
                  </a:lnTo>
                  <a:lnTo>
                    <a:pt x="3780193" y="603007"/>
                  </a:lnTo>
                  <a:lnTo>
                    <a:pt x="3726100" y="601738"/>
                  </a:lnTo>
                  <a:lnTo>
                    <a:pt x="3656448" y="599896"/>
                  </a:lnTo>
                  <a:lnTo>
                    <a:pt x="3574618" y="597436"/>
                  </a:lnTo>
                  <a:lnTo>
                    <a:pt x="3485064" y="594349"/>
                  </a:lnTo>
                  <a:lnTo>
                    <a:pt x="3392351" y="590644"/>
                  </a:lnTo>
                  <a:lnTo>
                    <a:pt x="3300404" y="586337"/>
                  </a:lnTo>
                  <a:lnTo>
                    <a:pt x="3212110" y="581432"/>
                  </a:lnTo>
                  <a:lnTo>
                    <a:pt x="3129246" y="575911"/>
                  </a:lnTo>
                  <a:lnTo>
                    <a:pt x="3052621" y="569734"/>
                  </a:lnTo>
                  <a:lnTo>
                    <a:pt x="2982306" y="562828"/>
                  </a:lnTo>
                  <a:lnTo>
                    <a:pt x="2917867" y="555095"/>
                  </a:lnTo>
                  <a:lnTo>
                    <a:pt x="2858559" y="546413"/>
                  </a:lnTo>
                  <a:lnTo>
                    <a:pt x="2803474" y="536644"/>
                  </a:lnTo>
                  <a:lnTo>
                    <a:pt x="2751651" y="525646"/>
                  </a:lnTo>
                  <a:lnTo>
                    <a:pt x="2702159" y="513300"/>
                  </a:lnTo>
                  <a:lnTo>
                    <a:pt x="2667772" y="503619"/>
                  </a:lnTo>
                  <a:lnTo>
                    <a:pt x="2617107" y="487747"/>
                  </a:lnTo>
                  <a:lnTo>
                    <a:pt x="2566931" y="470217"/>
                  </a:lnTo>
                  <a:lnTo>
                    <a:pt x="2516706" y="451004"/>
                  </a:lnTo>
                  <a:lnTo>
                    <a:pt x="2466074" y="430147"/>
                  </a:lnTo>
                  <a:lnTo>
                    <a:pt x="2414825" y="407750"/>
                  </a:lnTo>
                  <a:lnTo>
                    <a:pt x="2362887" y="383990"/>
                  </a:lnTo>
                  <a:lnTo>
                    <a:pt x="2310304" y="359112"/>
                  </a:lnTo>
                  <a:lnTo>
                    <a:pt x="2257214" y="333423"/>
                  </a:lnTo>
                  <a:lnTo>
                    <a:pt x="2203825" y="307277"/>
                  </a:lnTo>
                  <a:lnTo>
                    <a:pt x="2150387" y="281056"/>
                  </a:lnTo>
                  <a:lnTo>
                    <a:pt x="2097153" y="255145"/>
                  </a:lnTo>
                  <a:lnTo>
                    <a:pt x="2044351" y="229912"/>
                  </a:lnTo>
                  <a:lnTo>
                    <a:pt x="1992151" y="205685"/>
                  </a:lnTo>
                  <a:lnTo>
                    <a:pt x="1940636" y="182733"/>
                  </a:lnTo>
                  <a:lnTo>
                    <a:pt x="1889781" y="161260"/>
                  </a:lnTo>
                  <a:lnTo>
                    <a:pt x="1839432" y="141400"/>
                  </a:lnTo>
                  <a:lnTo>
                    <a:pt x="1789291" y="123215"/>
                  </a:lnTo>
                  <a:lnTo>
                    <a:pt x="1738892" y="106704"/>
                  </a:lnTo>
                  <a:lnTo>
                    <a:pt x="1719082" y="100723"/>
                  </a:lnTo>
                  <a:lnTo>
                    <a:pt x="1670752" y="87375"/>
                  </a:lnTo>
                  <a:lnTo>
                    <a:pt x="1620683" y="75423"/>
                  </a:lnTo>
                  <a:lnTo>
                    <a:pt x="1568027" y="64790"/>
                  </a:lnTo>
                  <a:lnTo>
                    <a:pt x="1511834" y="55345"/>
                  </a:lnTo>
                  <a:lnTo>
                    <a:pt x="1451148" y="46948"/>
                  </a:lnTo>
                  <a:lnTo>
                    <a:pt x="1385097" y="39463"/>
                  </a:lnTo>
                  <a:lnTo>
                    <a:pt x="1313007" y="32774"/>
                  </a:lnTo>
                  <a:lnTo>
                    <a:pt x="1234565" y="26790"/>
                  </a:lnTo>
                  <a:lnTo>
                    <a:pt x="1150030" y="21449"/>
                  </a:lnTo>
                  <a:lnTo>
                    <a:pt x="1060464" y="16715"/>
                  </a:lnTo>
                  <a:lnTo>
                    <a:pt x="967955" y="12578"/>
                  </a:lnTo>
                  <a:lnTo>
                    <a:pt x="875705" y="9048"/>
                  </a:lnTo>
                  <a:lnTo>
                    <a:pt x="787879" y="6140"/>
                  </a:lnTo>
                  <a:lnTo>
                    <a:pt x="709100" y="3859"/>
                  </a:lnTo>
                  <a:lnTo>
                    <a:pt x="643616" y="2186"/>
                  </a:lnTo>
                  <a:lnTo>
                    <a:pt x="594332" y="1068"/>
                  </a:lnTo>
                  <a:lnTo>
                    <a:pt x="562020" y="412"/>
                  </a:lnTo>
                  <a:lnTo>
                    <a:pt x="544988" y="102"/>
                  </a:lnTo>
                  <a:lnTo>
                    <a:pt x="539217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79" name="pl879"/>
            <p:cNvSpPr/>
            <p:nvPr/>
          </p:nvSpPr>
          <p:spPr>
            <a:xfrm>
              <a:off x="546595" y="3940954"/>
              <a:ext cx="8234974" cy="1709583"/>
            </a:xfrm>
            <a:custGeom>
              <a:avLst/>
              <a:pathLst>
                <a:path w="8234974" h="1709583">
                  <a:moveTo>
                    <a:pt x="0" y="0"/>
                  </a:moveTo>
                  <a:lnTo>
                    <a:pt x="538736" y="0"/>
                  </a:lnTo>
                  <a:lnTo>
                    <a:pt x="540032" y="20"/>
                  </a:lnTo>
                  <a:lnTo>
                    <a:pt x="548487" y="163"/>
                  </a:lnTo>
                  <a:lnTo>
                    <a:pt x="569567" y="559"/>
                  </a:lnTo>
                  <a:lnTo>
                    <a:pt x="606662" y="1335"/>
                  </a:lnTo>
                  <a:lnTo>
                    <a:pt x="660754" y="2604"/>
                  </a:lnTo>
                  <a:lnTo>
                    <a:pt x="730406" y="4447"/>
                  </a:lnTo>
                  <a:lnTo>
                    <a:pt x="812236" y="6906"/>
                  </a:lnTo>
                  <a:lnTo>
                    <a:pt x="901790" y="9994"/>
                  </a:lnTo>
                  <a:lnTo>
                    <a:pt x="994504" y="13698"/>
                  </a:lnTo>
                  <a:lnTo>
                    <a:pt x="1086451" y="18005"/>
                  </a:lnTo>
                  <a:lnTo>
                    <a:pt x="1174745" y="22911"/>
                  </a:lnTo>
                  <a:lnTo>
                    <a:pt x="1257609" y="28431"/>
                  </a:lnTo>
                  <a:lnTo>
                    <a:pt x="1334234" y="34608"/>
                  </a:lnTo>
                  <a:lnTo>
                    <a:pt x="1404549" y="41514"/>
                  </a:lnTo>
                  <a:lnTo>
                    <a:pt x="1468988" y="49247"/>
                  </a:lnTo>
                  <a:lnTo>
                    <a:pt x="1528296" y="57929"/>
                  </a:lnTo>
                  <a:lnTo>
                    <a:pt x="1583380" y="67698"/>
                  </a:lnTo>
                  <a:lnTo>
                    <a:pt x="1635204" y="78696"/>
                  </a:lnTo>
                  <a:lnTo>
                    <a:pt x="1684696" y="91042"/>
                  </a:lnTo>
                  <a:lnTo>
                    <a:pt x="1719082" y="100723"/>
                  </a:lnTo>
                  <a:lnTo>
                    <a:pt x="1769748" y="116595"/>
                  </a:lnTo>
                  <a:lnTo>
                    <a:pt x="1819924" y="134126"/>
                  </a:lnTo>
                  <a:lnTo>
                    <a:pt x="1870148" y="153338"/>
                  </a:lnTo>
                  <a:lnTo>
                    <a:pt x="1920781" y="174195"/>
                  </a:lnTo>
                  <a:lnTo>
                    <a:pt x="1972029" y="196592"/>
                  </a:lnTo>
                  <a:lnTo>
                    <a:pt x="2023967" y="220352"/>
                  </a:lnTo>
                  <a:lnTo>
                    <a:pt x="2076551" y="245230"/>
                  </a:lnTo>
                  <a:lnTo>
                    <a:pt x="2129641" y="270919"/>
                  </a:lnTo>
                  <a:lnTo>
                    <a:pt x="2183029" y="297065"/>
                  </a:lnTo>
                  <a:lnTo>
                    <a:pt x="2236468" y="323286"/>
                  </a:lnTo>
                  <a:lnTo>
                    <a:pt x="2289702" y="349197"/>
                  </a:lnTo>
                  <a:lnTo>
                    <a:pt x="2342503" y="374430"/>
                  </a:lnTo>
                  <a:lnTo>
                    <a:pt x="2394703" y="398658"/>
                  </a:lnTo>
                  <a:lnTo>
                    <a:pt x="2446218" y="421610"/>
                  </a:lnTo>
                  <a:lnTo>
                    <a:pt x="2497074" y="443082"/>
                  </a:lnTo>
                  <a:lnTo>
                    <a:pt x="2547423" y="462942"/>
                  </a:lnTo>
                  <a:lnTo>
                    <a:pt x="2597564" y="481128"/>
                  </a:lnTo>
                  <a:lnTo>
                    <a:pt x="2647963" y="497638"/>
                  </a:lnTo>
                  <a:lnTo>
                    <a:pt x="2667772" y="503619"/>
                  </a:lnTo>
                  <a:lnTo>
                    <a:pt x="2716103" y="516968"/>
                  </a:lnTo>
                  <a:lnTo>
                    <a:pt x="2766171" y="528919"/>
                  </a:lnTo>
                  <a:lnTo>
                    <a:pt x="2818828" y="539553"/>
                  </a:lnTo>
                  <a:lnTo>
                    <a:pt x="2875021" y="548997"/>
                  </a:lnTo>
                  <a:lnTo>
                    <a:pt x="2935706" y="557394"/>
                  </a:lnTo>
                  <a:lnTo>
                    <a:pt x="3001758" y="564879"/>
                  </a:lnTo>
                  <a:lnTo>
                    <a:pt x="3073848" y="571569"/>
                  </a:lnTo>
                  <a:lnTo>
                    <a:pt x="3152289" y="577552"/>
                  </a:lnTo>
                  <a:lnTo>
                    <a:pt x="3236825" y="582894"/>
                  </a:lnTo>
                  <a:lnTo>
                    <a:pt x="3326390" y="587628"/>
                  </a:lnTo>
                  <a:lnTo>
                    <a:pt x="3418900" y="591764"/>
                  </a:lnTo>
                  <a:lnTo>
                    <a:pt x="3511150" y="595294"/>
                  </a:lnTo>
                  <a:lnTo>
                    <a:pt x="3598976" y="598202"/>
                  </a:lnTo>
                  <a:lnTo>
                    <a:pt x="3677755" y="600484"/>
                  </a:lnTo>
                  <a:lnTo>
                    <a:pt x="3743238" y="602156"/>
                  </a:lnTo>
                  <a:lnTo>
                    <a:pt x="3792523" y="603275"/>
                  </a:lnTo>
                  <a:lnTo>
                    <a:pt x="3824835" y="603930"/>
                  </a:lnTo>
                  <a:lnTo>
                    <a:pt x="3841866" y="604241"/>
                  </a:lnTo>
                  <a:lnTo>
                    <a:pt x="3847637" y="604336"/>
                  </a:lnTo>
                  <a:lnTo>
                    <a:pt x="3848118" y="604343"/>
                  </a:lnTo>
                  <a:lnTo>
                    <a:pt x="4386855" y="604343"/>
                  </a:lnTo>
                  <a:lnTo>
                    <a:pt x="4388135" y="604379"/>
                  </a:lnTo>
                  <a:lnTo>
                    <a:pt x="4396489" y="604637"/>
                  </a:lnTo>
                  <a:lnTo>
                    <a:pt x="4417326" y="605352"/>
                  </a:lnTo>
                  <a:lnTo>
                    <a:pt x="4454017" y="606755"/>
                  </a:lnTo>
                  <a:lnTo>
                    <a:pt x="4507570" y="609047"/>
                  </a:lnTo>
                  <a:lnTo>
                    <a:pt x="4576606" y="612377"/>
                  </a:lnTo>
                  <a:lnTo>
                    <a:pt x="4657820" y="616826"/>
                  </a:lnTo>
                  <a:lnTo>
                    <a:pt x="4746830" y="622413"/>
                  </a:lnTo>
                  <a:lnTo>
                    <a:pt x="4839116" y="629120"/>
                  </a:lnTo>
                  <a:lnTo>
                    <a:pt x="4930771" y="636920"/>
                  </a:lnTo>
                  <a:lnTo>
                    <a:pt x="5018901" y="645806"/>
                  </a:lnTo>
                  <a:lnTo>
                    <a:pt x="5101704" y="655803"/>
                  </a:lnTo>
                  <a:lnTo>
                    <a:pt x="5178340" y="666988"/>
                  </a:lnTo>
                  <a:lnTo>
                    <a:pt x="5248708" y="679485"/>
                  </a:lnTo>
                  <a:lnTo>
                    <a:pt x="5313214" y="693470"/>
                  </a:lnTo>
                  <a:lnTo>
                    <a:pt x="5372578" y="709162"/>
                  </a:lnTo>
                  <a:lnTo>
                    <a:pt x="5427692" y="726807"/>
                  </a:lnTo>
                  <a:lnTo>
                    <a:pt x="5479504" y="746664"/>
                  </a:lnTo>
                  <a:lnTo>
                    <a:pt x="5528937" y="768952"/>
                  </a:lnTo>
                  <a:lnTo>
                    <a:pt x="5567201" y="788550"/>
                  </a:lnTo>
                  <a:lnTo>
                    <a:pt x="5614158" y="815334"/>
                  </a:lnTo>
                  <a:lnTo>
                    <a:pt x="5660655" y="844718"/>
                  </a:lnTo>
                  <a:lnTo>
                    <a:pt x="5707138" y="876742"/>
                  </a:lnTo>
                  <a:lnTo>
                    <a:pt x="5753917" y="911370"/>
                  </a:lnTo>
                  <a:lnTo>
                    <a:pt x="5801186" y="948474"/>
                  </a:lnTo>
                  <a:lnTo>
                    <a:pt x="5849037" y="987835"/>
                  </a:lnTo>
                  <a:lnTo>
                    <a:pt x="5897470" y="1029134"/>
                  </a:lnTo>
                  <a:lnTo>
                    <a:pt x="5946410" y="1071966"/>
                  </a:lnTo>
                  <a:lnTo>
                    <a:pt x="5995717" y="1115851"/>
                  </a:lnTo>
                  <a:lnTo>
                    <a:pt x="6045212" y="1160255"/>
                  </a:lnTo>
                  <a:lnTo>
                    <a:pt x="6094691" y="1204617"/>
                  </a:lnTo>
                  <a:lnTo>
                    <a:pt x="6143955" y="1248379"/>
                  </a:lnTo>
                  <a:lnTo>
                    <a:pt x="6192827" y="1291013"/>
                  </a:lnTo>
                  <a:lnTo>
                    <a:pt x="6241177" y="1332049"/>
                  </a:lnTo>
                  <a:lnTo>
                    <a:pt x="6288940" y="1371093"/>
                  </a:lnTo>
                  <a:lnTo>
                    <a:pt x="6336128" y="1407843"/>
                  </a:lnTo>
                  <a:lnTo>
                    <a:pt x="6382848" y="1442091"/>
                  </a:lnTo>
                  <a:lnTo>
                    <a:pt x="6429310" y="1473724"/>
                  </a:lnTo>
                  <a:lnTo>
                    <a:pt x="6475844" y="1502719"/>
                  </a:lnTo>
                  <a:lnTo>
                    <a:pt x="6515891" y="1525376"/>
                  </a:lnTo>
                  <a:lnTo>
                    <a:pt x="6564016" y="1549692"/>
                  </a:lnTo>
                  <a:lnTo>
                    <a:pt x="6613861" y="1571474"/>
                  </a:lnTo>
                  <a:lnTo>
                    <a:pt x="6666265" y="1590863"/>
                  </a:lnTo>
                  <a:lnTo>
                    <a:pt x="6722163" y="1608092"/>
                  </a:lnTo>
                  <a:lnTo>
                    <a:pt x="6782501" y="1623418"/>
                  </a:lnTo>
                  <a:lnTo>
                    <a:pt x="6848143" y="1637086"/>
                  </a:lnTo>
                  <a:lnTo>
                    <a:pt x="6919761" y="1649305"/>
                  </a:lnTo>
                  <a:lnTo>
                    <a:pt x="6997675" y="1660240"/>
                  </a:lnTo>
                  <a:lnTo>
                    <a:pt x="7081652" y="1670008"/>
                  </a:lnTo>
                  <a:lnTo>
                    <a:pt x="7170676" y="1678673"/>
                  </a:lnTo>
                  <a:lnTo>
                    <a:pt x="7262729" y="1686254"/>
                  </a:lnTo>
                  <a:lnTo>
                    <a:pt x="7354695" y="1692736"/>
                  </a:lnTo>
                  <a:lnTo>
                    <a:pt x="7442499" y="1698093"/>
                  </a:lnTo>
                  <a:lnTo>
                    <a:pt x="7521580" y="1702312"/>
                  </a:lnTo>
                  <a:lnTo>
                    <a:pt x="7587695" y="1705423"/>
                  </a:lnTo>
                  <a:lnTo>
                    <a:pt x="7637871" y="1707521"/>
                  </a:lnTo>
                  <a:lnTo>
                    <a:pt x="7671190" y="1708767"/>
                  </a:lnTo>
                  <a:lnTo>
                    <a:pt x="7689156" y="1709370"/>
                  </a:lnTo>
                  <a:lnTo>
                    <a:pt x="7695580" y="1709565"/>
                  </a:lnTo>
                  <a:lnTo>
                    <a:pt x="7696237" y="1709583"/>
                  </a:lnTo>
                  <a:lnTo>
                    <a:pt x="8234974" y="17095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0" name="pl880"/>
            <p:cNvSpPr/>
            <p:nvPr/>
          </p:nvSpPr>
          <p:spPr>
            <a:xfrm>
              <a:off x="546595" y="3935509"/>
              <a:ext cx="8234974" cy="1709583"/>
            </a:xfrm>
            <a:custGeom>
              <a:avLst/>
              <a:pathLst>
                <a:path w="8234974" h="1709583">
                  <a:moveTo>
                    <a:pt x="8234974" y="1709583"/>
                  </a:moveTo>
                  <a:lnTo>
                    <a:pt x="7696237" y="1709583"/>
                  </a:lnTo>
                  <a:lnTo>
                    <a:pt x="7694957" y="1709547"/>
                  </a:lnTo>
                  <a:lnTo>
                    <a:pt x="7686603" y="1709289"/>
                  </a:lnTo>
                  <a:lnTo>
                    <a:pt x="7665766" y="1708574"/>
                  </a:lnTo>
                  <a:lnTo>
                    <a:pt x="7629075" y="1707171"/>
                  </a:lnTo>
                  <a:lnTo>
                    <a:pt x="7575522" y="1704879"/>
                  </a:lnTo>
                  <a:lnTo>
                    <a:pt x="7506486" y="1701549"/>
                  </a:lnTo>
                  <a:lnTo>
                    <a:pt x="7425272" y="1697100"/>
                  </a:lnTo>
                  <a:lnTo>
                    <a:pt x="7336263" y="1691514"/>
                  </a:lnTo>
                  <a:lnTo>
                    <a:pt x="7243977" y="1684806"/>
                  </a:lnTo>
                  <a:lnTo>
                    <a:pt x="7152321" y="1677006"/>
                  </a:lnTo>
                  <a:lnTo>
                    <a:pt x="7064191" y="1668121"/>
                  </a:lnTo>
                  <a:lnTo>
                    <a:pt x="6981388" y="1658123"/>
                  </a:lnTo>
                  <a:lnTo>
                    <a:pt x="6904752" y="1646938"/>
                  </a:lnTo>
                  <a:lnTo>
                    <a:pt x="6834384" y="1634441"/>
                  </a:lnTo>
                  <a:lnTo>
                    <a:pt x="6769879" y="1620456"/>
                  </a:lnTo>
                  <a:lnTo>
                    <a:pt x="6710514" y="1604764"/>
                  </a:lnTo>
                  <a:lnTo>
                    <a:pt x="6655401" y="1587119"/>
                  </a:lnTo>
                  <a:lnTo>
                    <a:pt x="6603589" y="1567262"/>
                  </a:lnTo>
                  <a:lnTo>
                    <a:pt x="6554155" y="1544974"/>
                  </a:lnTo>
                  <a:lnTo>
                    <a:pt x="6515891" y="1525376"/>
                  </a:lnTo>
                  <a:lnTo>
                    <a:pt x="6468935" y="1498592"/>
                  </a:lnTo>
                  <a:lnTo>
                    <a:pt x="6422437" y="1469208"/>
                  </a:lnTo>
                  <a:lnTo>
                    <a:pt x="6375954" y="1437184"/>
                  </a:lnTo>
                  <a:lnTo>
                    <a:pt x="6329176" y="1402556"/>
                  </a:lnTo>
                  <a:lnTo>
                    <a:pt x="6281907" y="1365452"/>
                  </a:lnTo>
                  <a:lnTo>
                    <a:pt x="6234056" y="1326091"/>
                  </a:lnTo>
                  <a:lnTo>
                    <a:pt x="6185622" y="1284792"/>
                  </a:lnTo>
                  <a:lnTo>
                    <a:pt x="6136683" y="1241960"/>
                  </a:lnTo>
                  <a:lnTo>
                    <a:pt x="6087375" y="1198075"/>
                  </a:lnTo>
                  <a:lnTo>
                    <a:pt x="6037881" y="1153671"/>
                  </a:lnTo>
                  <a:lnTo>
                    <a:pt x="5988402" y="1109309"/>
                  </a:lnTo>
                  <a:lnTo>
                    <a:pt x="5939138" y="1065547"/>
                  </a:lnTo>
                  <a:lnTo>
                    <a:pt x="5890266" y="1022913"/>
                  </a:lnTo>
                  <a:lnTo>
                    <a:pt x="5841915" y="981877"/>
                  </a:lnTo>
                  <a:lnTo>
                    <a:pt x="5794153" y="942833"/>
                  </a:lnTo>
                  <a:lnTo>
                    <a:pt x="5746965" y="906083"/>
                  </a:lnTo>
                  <a:lnTo>
                    <a:pt x="5700245" y="871835"/>
                  </a:lnTo>
                  <a:lnTo>
                    <a:pt x="5653782" y="840202"/>
                  </a:lnTo>
                  <a:lnTo>
                    <a:pt x="5607248" y="811207"/>
                  </a:lnTo>
                  <a:lnTo>
                    <a:pt x="5567201" y="788550"/>
                  </a:lnTo>
                  <a:lnTo>
                    <a:pt x="5519076" y="764234"/>
                  </a:lnTo>
                  <a:lnTo>
                    <a:pt x="5469232" y="742452"/>
                  </a:lnTo>
                  <a:lnTo>
                    <a:pt x="5416828" y="723063"/>
                  </a:lnTo>
                  <a:lnTo>
                    <a:pt x="5360929" y="705834"/>
                  </a:lnTo>
                  <a:lnTo>
                    <a:pt x="5300592" y="690508"/>
                  </a:lnTo>
                  <a:lnTo>
                    <a:pt x="5234949" y="676840"/>
                  </a:lnTo>
                  <a:lnTo>
                    <a:pt x="5163332" y="664621"/>
                  </a:lnTo>
                  <a:lnTo>
                    <a:pt x="5085418" y="653686"/>
                  </a:lnTo>
                  <a:lnTo>
                    <a:pt x="5001440" y="643918"/>
                  </a:lnTo>
                  <a:lnTo>
                    <a:pt x="4912416" y="635253"/>
                  </a:lnTo>
                  <a:lnTo>
                    <a:pt x="4820364" y="627672"/>
                  </a:lnTo>
                  <a:lnTo>
                    <a:pt x="4728398" y="621190"/>
                  </a:lnTo>
                  <a:lnTo>
                    <a:pt x="4640594" y="615833"/>
                  </a:lnTo>
                  <a:lnTo>
                    <a:pt x="4561513" y="611614"/>
                  </a:lnTo>
                  <a:lnTo>
                    <a:pt x="4495397" y="608503"/>
                  </a:lnTo>
                  <a:lnTo>
                    <a:pt x="4445222" y="606405"/>
                  </a:lnTo>
                  <a:lnTo>
                    <a:pt x="4411902" y="605159"/>
                  </a:lnTo>
                  <a:lnTo>
                    <a:pt x="4393937" y="604556"/>
                  </a:lnTo>
                  <a:lnTo>
                    <a:pt x="4387512" y="604361"/>
                  </a:lnTo>
                  <a:lnTo>
                    <a:pt x="4386855" y="604343"/>
                  </a:lnTo>
                  <a:lnTo>
                    <a:pt x="3848118" y="604343"/>
                  </a:lnTo>
                  <a:lnTo>
                    <a:pt x="3846822" y="604323"/>
                  </a:lnTo>
                  <a:lnTo>
                    <a:pt x="3838367" y="604180"/>
                  </a:lnTo>
                  <a:lnTo>
                    <a:pt x="3817287" y="603784"/>
                  </a:lnTo>
                  <a:lnTo>
                    <a:pt x="3780193" y="603007"/>
                  </a:lnTo>
                  <a:lnTo>
                    <a:pt x="3726100" y="601738"/>
                  </a:lnTo>
                  <a:lnTo>
                    <a:pt x="3656448" y="599896"/>
                  </a:lnTo>
                  <a:lnTo>
                    <a:pt x="3574618" y="597436"/>
                  </a:lnTo>
                  <a:lnTo>
                    <a:pt x="3485064" y="594349"/>
                  </a:lnTo>
                  <a:lnTo>
                    <a:pt x="3392351" y="590644"/>
                  </a:lnTo>
                  <a:lnTo>
                    <a:pt x="3300404" y="586337"/>
                  </a:lnTo>
                  <a:lnTo>
                    <a:pt x="3212110" y="581432"/>
                  </a:lnTo>
                  <a:lnTo>
                    <a:pt x="3129246" y="575911"/>
                  </a:lnTo>
                  <a:lnTo>
                    <a:pt x="3052621" y="569734"/>
                  </a:lnTo>
                  <a:lnTo>
                    <a:pt x="2982306" y="562828"/>
                  </a:lnTo>
                  <a:lnTo>
                    <a:pt x="2917867" y="555095"/>
                  </a:lnTo>
                  <a:lnTo>
                    <a:pt x="2858559" y="546413"/>
                  </a:lnTo>
                  <a:lnTo>
                    <a:pt x="2803474" y="536644"/>
                  </a:lnTo>
                  <a:lnTo>
                    <a:pt x="2751651" y="525646"/>
                  </a:lnTo>
                  <a:lnTo>
                    <a:pt x="2702159" y="513300"/>
                  </a:lnTo>
                  <a:lnTo>
                    <a:pt x="2667772" y="503619"/>
                  </a:lnTo>
                  <a:lnTo>
                    <a:pt x="2617107" y="487747"/>
                  </a:lnTo>
                  <a:lnTo>
                    <a:pt x="2566931" y="470217"/>
                  </a:lnTo>
                  <a:lnTo>
                    <a:pt x="2516706" y="451004"/>
                  </a:lnTo>
                  <a:lnTo>
                    <a:pt x="2466074" y="430147"/>
                  </a:lnTo>
                  <a:lnTo>
                    <a:pt x="2414825" y="407750"/>
                  </a:lnTo>
                  <a:lnTo>
                    <a:pt x="2362887" y="383990"/>
                  </a:lnTo>
                  <a:lnTo>
                    <a:pt x="2310304" y="359112"/>
                  </a:lnTo>
                  <a:lnTo>
                    <a:pt x="2257214" y="333423"/>
                  </a:lnTo>
                  <a:lnTo>
                    <a:pt x="2203825" y="307277"/>
                  </a:lnTo>
                  <a:lnTo>
                    <a:pt x="2150387" y="281056"/>
                  </a:lnTo>
                  <a:lnTo>
                    <a:pt x="2097153" y="255145"/>
                  </a:lnTo>
                  <a:lnTo>
                    <a:pt x="2044351" y="229912"/>
                  </a:lnTo>
                  <a:lnTo>
                    <a:pt x="1992151" y="205685"/>
                  </a:lnTo>
                  <a:lnTo>
                    <a:pt x="1940636" y="182733"/>
                  </a:lnTo>
                  <a:lnTo>
                    <a:pt x="1889781" y="161260"/>
                  </a:lnTo>
                  <a:lnTo>
                    <a:pt x="1839432" y="141400"/>
                  </a:lnTo>
                  <a:lnTo>
                    <a:pt x="1789291" y="123215"/>
                  </a:lnTo>
                  <a:lnTo>
                    <a:pt x="1738892" y="106704"/>
                  </a:lnTo>
                  <a:lnTo>
                    <a:pt x="1719082" y="100723"/>
                  </a:lnTo>
                  <a:lnTo>
                    <a:pt x="1670752" y="87375"/>
                  </a:lnTo>
                  <a:lnTo>
                    <a:pt x="1620683" y="75423"/>
                  </a:lnTo>
                  <a:lnTo>
                    <a:pt x="1568027" y="64790"/>
                  </a:lnTo>
                  <a:lnTo>
                    <a:pt x="1511834" y="55345"/>
                  </a:lnTo>
                  <a:lnTo>
                    <a:pt x="1451148" y="46948"/>
                  </a:lnTo>
                  <a:lnTo>
                    <a:pt x="1385097" y="39463"/>
                  </a:lnTo>
                  <a:lnTo>
                    <a:pt x="1313007" y="32774"/>
                  </a:lnTo>
                  <a:lnTo>
                    <a:pt x="1234565" y="26790"/>
                  </a:lnTo>
                  <a:lnTo>
                    <a:pt x="1150030" y="21449"/>
                  </a:lnTo>
                  <a:lnTo>
                    <a:pt x="1060464" y="16715"/>
                  </a:lnTo>
                  <a:lnTo>
                    <a:pt x="967955" y="12578"/>
                  </a:lnTo>
                  <a:lnTo>
                    <a:pt x="875705" y="9048"/>
                  </a:lnTo>
                  <a:lnTo>
                    <a:pt x="787879" y="6140"/>
                  </a:lnTo>
                  <a:lnTo>
                    <a:pt x="709100" y="3859"/>
                  </a:lnTo>
                  <a:lnTo>
                    <a:pt x="643616" y="2186"/>
                  </a:lnTo>
                  <a:lnTo>
                    <a:pt x="594332" y="1068"/>
                  </a:lnTo>
                  <a:lnTo>
                    <a:pt x="562020" y="412"/>
                  </a:lnTo>
                  <a:lnTo>
                    <a:pt x="544988" y="102"/>
                  </a:lnTo>
                  <a:lnTo>
                    <a:pt x="539217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1" name="pg881"/>
            <p:cNvSpPr/>
            <p:nvPr/>
          </p:nvSpPr>
          <p:spPr>
            <a:xfrm>
              <a:off x="546595" y="3538058"/>
              <a:ext cx="8234974" cy="2493596"/>
            </a:xfrm>
            <a:custGeom>
              <a:avLst/>
              <a:pathLst>
                <a:path w="8234974" h="2493596">
                  <a:moveTo>
                    <a:pt x="0" y="582565"/>
                  </a:moveTo>
                  <a:lnTo>
                    <a:pt x="538736" y="582565"/>
                  </a:lnTo>
                  <a:lnTo>
                    <a:pt x="539973" y="582625"/>
                  </a:lnTo>
                  <a:lnTo>
                    <a:pt x="548055" y="583057"/>
                  </a:lnTo>
                  <a:lnTo>
                    <a:pt x="568238" y="584250"/>
                  </a:lnTo>
                  <a:lnTo>
                    <a:pt x="603841" y="586592"/>
                  </a:lnTo>
                  <a:lnTo>
                    <a:pt x="655933" y="590424"/>
                  </a:lnTo>
                  <a:lnTo>
                    <a:pt x="723292" y="595999"/>
                  </a:lnTo>
                  <a:lnTo>
                    <a:pt x="802820" y="603457"/>
                  </a:lnTo>
                  <a:lnTo>
                    <a:pt x="890327" y="612839"/>
                  </a:lnTo>
                  <a:lnTo>
                    <a:pt x="981424" y="624118"/>
                  </a:lnTo>
                  <a:lnTo>
                    <a:pt x="1072257" y="637248"/>
                  </a:lnTo>
                  <a:lnTo>
                    <a:pt x="1159911" y="652210"/>
                  </a:lnTo>
                  <a:lnTo>
                    <a:pt x="1242526" y="669041"/>
                  </a:lnTo>
                  <a:lnTo>
                    <a:pt x="1319178" y="687855"/>
                  </a:lnTo>
                  <a:lnTo>
                    <a:pt x="1389682" y="708850"/>
                  </a:lnTo>
                  <a:lnTo>
                    <a:pt x="1454368" y="732306"/>
                  </a:lnTo>
                  <a:lnTo>
                    <a:pt x="1513894" y="758575"/>
                  </a:lnTo>
                  <a:lnTo>
                    <a:pt x="1569098" y="788068"/>
                  </a:lnTo>
                  <a:lnTo>
                    <a:pt x="1620895" y="821213"/>
                  </a:lnTo>
                  <a:lnTo>
                    <a:pt x="1670187" y="858399"/>
                  </a:lnTo>
                  <a:lnTo>
                    <a:pt x="1717787" y="899866"/>
                  </a:lnTo>
                  <a:lnTo>
                    <a:pt x="1719082" y="901070"/>
                  </a:lnTo>
                  <a:lnTo>
                    <a:pt x="1759953" y="941092"/>
                  </a:lnTo>
                  <a:lnTo>
                    <a:pt x="1800428" y="984500"/>
                  </a:lnTo>
                  <a:lnTo>
                    <a:pt x="1840816" y="1031358"/>
                  </a:lnTo>
                  <a:lnTo>
                    <a:pt x="1881349" y="1081654"/>
                  </a:lnTo>
                  <a:lnTo>
                    <a:pt x="1922188" y="1135294"/>
                  </a:lnTo>
                  <a:lnTo>
                    <a:pt x="1963432" y="1192089"/>
                  </a:lnTo>
                  <a:lnTo>
                    <a:pt x="2005123" y="1251756"/>
                  </a:lnTo>
                  <a:lnTo>
                    <a:pt x="2047252" y="1313918"/>
                  </a:lnTo>
                  <a:lnTo>
                    <a:pt x="2089769" y="1378112"/>
                  </a:lnTo>
                  <a:lnTo>
                    <a:pt x="2132586" y="1443799"/>
                  </a:lnTo>
                  <a:lnTo>
                    <a:pt x="2175589" y="1510382"/>
                  </a:lnTo>
                  <a:lnTo>
                    <a:pt x="2218647" y="1577232"/>
                  </a:lnTo>
                  <a:lnTo>
                    <a:pt x="2261627" y="1643706"/>
                  </a:lnTo>
                  <a:lnTo>
                    <a:pt x="2304400" y="1709178"/>
                  </a:lnTo>
                  <a:lnTo>
                    <a:pt x="2346856" y="1773060"/>
                  </a:lnTo>
                  <a:lnTo>
                    <a:pt x="2388913" y="1834825"/>
                  </a:lnTo>
                  <a:lnTo>
                    <a:pt x="2430526" y="1894024"/>
                  </a:lnTo>
                  <a:lnTo>
                    <a:pt x="2471696" y="1950295"/>
                  </a:lnTo>
                  <a:lnTo>
                    <a:pt x="2512474" y="2003372"/>
                  </a:lnTo>
                  <a:lnTo>
                    <a:pt x="2552969" y="2053084"/>
                  </a:lnTo>
                  <a:lnTo>
                    <a:pt x="2593353" y="2099348"/>
                  </a:lnTo>
                  <a:lnTo>
                    <a:pt x="2633871" y="2142169"/>
                  </a:lnTo>
                  <a:lnTo>
                    <a:pt x="2667772" y="2175091"/>
                  </a:lnTo>
                  <a:lnTo>
                    <a:pt x="2715336" y="2216676"/>
                  </a:lnTo>
                  <a:lnTo>
                    <a:pt x="2764571" y="2253978"/>
                  </a:lnTo>
                  <a:lnTo>
                    <a:pt x="2816287" y="2287230"/>
                  </a:lnTo>
                  <a:lnTo>
                    <a:pt x="2871385" y="2316817"/>
                  </a:lnTo>
                  <a:lnTo>
                    <a:pt x="2930780" y="2343170"/>
                  </a:lnTo>
                  <a:lnTo>
                    <a:pt x="2995314" y="2366698"/>
                  </a:lnTo>
                  <a:lnTo>
                    <a:pt x="3065651" y="2387757"/>
                  </a:lnTo>
                  <a:lnTo>
                    <a:pt x="3142133" y="2406628"/>
                  </a:lnTo>
                  <a:lnTo>
                    <a:pt x="3224592" y="2423512"/>
                  </a:lnTo>
                  <a:lnTo>
                    <a:pt x="3312128" y="2438524"/>
                  </a:lnTo>
                  <a:lnTo>
                    <a:pt x="3402906" y="2451705"/>
                  </a:lnTo>
                  <a:lnTo>
                    <a:pt x="3494044" y="2463036"/>
                  </a:lnTo>
                  <a:lnTo>
                    <a:pt x="3581708" y="2472471"/>
                  </a:lnTo>
                  <a:lnTo>
                    <a:pt x="3661515" y="2479982"/>
                  </a:lnTo>
                  <a:lnTo>
                    <a:pt x="3729259" y="2485607"/>
                  </a:lnTo>
                  <a:lnTo>
                    <a:pt x="3781797" y="2489484"/>
                  </a:lnTo>
                  <a:lnTo>
                    <a:pt x="3817851" y="2491864"/>
                  </a:lnTo>
                  <a:lnTo>
                    <a:pt x="3838425" y="2493083"/>
                  </a:lnTo>
                  <a:lnTo>
                    <a:pt x="3846778" y="2493531"/>
                  </a:lnTo>
                  <a:lnTo>
                    <a:pt x="3848118" y="2493596"/>
                  </a:lnTo>
                  <a:lnTo>
                    <a:pt x="4386855" y="2493596"/>
                  </a:lnTo>
                  <a:lnTo>
                    <a:pt x="4388051" y="2493520"/>
                  </a:lnTo>
                  <a:lnTo>
                    <a:pt x="4395870" y="2492978"/>
                  </a:lnTo>
                  <a:lnTo>
                    <a:pt x="4415420" y="2491478"/>
                  </a:lnTo>
                  <a:lnTo>
                    <a:pt x="4449967" y="2488532"/>
                  </a:lnTo>
                  <a:lnTo>
                    <a:pt x="4500633" y="2483708"/>
                  </a:lnTo>
                  <a:lnTo>
                    <a:pt x="4566346" y="2476681"/>
                  </a:lnTo>
                  <a:lnTo>
                    <a:pt x="4644206" y="2467266"/>
                  </a:lnTo>
                  <a:lnTo>
                    <a:pt x="4730209" y="2455403"/>
                  </a:lnTo>
                  <a:lnTo>
                    <a:pt x="4820101" y="2441121"/>
                  </a:lnTo>
                  <a:lnTo>
                    <a:pt x="4910082" y="2424478"/>
                  </a:lnTo>
                  <a:lnTo>
                    <a:pt x="4997229" y="2405506"/>
                  </a:lnTo>
                  <a:lnTo>
                    <a:pt x="5079625" y="2384166"/>
                  </a:lnTo>
                  <a:lnTo>
                    <a:pt x="5156269" y="2360330"/>
                  </a:lnTo>
                  <a:lnTo>
                    <a:pt x="5226894" y="2333764"/>
                  </a:lnTo>
                  <a:lnTo>
                    <a:pt x="5291756" y="2304131"/>
                  </a:lnTo>
                  <a:lnTo>
                    <a:pt x="5351448" y="2271000"/>
                  </a:lnTo>
                  <a:lnTo>
                    <a:pt x="5406758" y="2233869"/>
                  </a:lnTo>
                  <a:lnTo>
                    <a:pt x="5458563" y="2192195"/>
                  </a:lnTo>
                  <a:lnTo>
                    <a:pt x="5507743" y="2145472"/>
                  </a:lnTo>
                  <a:lnTo>
                    <a:pt x="5555109" y="2093342"/>
                  </a:lnTo>
                  <a:lnTo>
                    <a:pt x="5567201" y="2078904"/>
                  </a:lnTo>
                  <a:lnTo>
                    <a:pt x="5604486" y="2031570"/>
                  </a:lnTo>
                  <a:lnTo>
                    <a:pt x="5641416" y="1980581"/>
                  </a:lnTo>
                  <a:lnTo>
                    <a:pt x="5678234" y="1925864"/>
                  </a:lnTo>
                  <a:lnTo>
                    <a:pt x="5715129" y="1867412"/>
                  </a:lnTo>
                  <a:lnTo>
                    <a:pt x="5752238" y="1805292"/>
                  </a:lnTo>
                  <a:lnTo>
                    <a:pt x="5789653" y="1739654"/>
                  </a:lnTo>
                  <a:lnTo>
                    <a:pt x="5827428" y="1670731"/>
                  </a:lnTo>
                  <a:lnTo>
                    <a:pt x="5865577" y="1598842"/>
                  </a:lnTo>
                  <a:lnTo>
                    <a:pt x="5904083" y="1524390"/>
                  </a:lnTo>
                  <a:lnTo>
                    <a:pt x="5942898" y="1447851"/>
                  </a:lnTo>
                  <a:lnTo>
                    <a:pt x="5981952" y="1369769"/>
                  </a:lnTo>
                  <a:lnTo>
                    <a:pt x="6021158" y="1290735"/>
                  </a:lnTo>
                  <a:lnTo>
                    <a:pt x="6060417" y="1211371"/>
                  </a:lnTo>
                  <a:lnTo>
                    <a:pt x="6099627" y="1132313"/>
                  </a:lnTo>
                  <a:lnTo>
                    <a:pt x="6138689" y="1054182"/>
                  </a:lnTo>
                  <a:lnTo>
                    <a:pt x="6177515" y="977574"/>
                  </a:lnTo>
                  <a:lnTo>
                    <a:pt x="6216033" y="903031"/>
                  </a:lnTo>
                  <a:lnTo>
                    <a:pt x="6254197" y="831035"/>
                  </a:lnTo>
                  <a:lnTo>
                    <a:pt x="6291986" y="761991"/>
                  </a:lnTo>
                  <a:lnTo>
                    <a:pt x="6329415" y="696221"/>
                  </a:lnTo>
                  <a:lnTo>
                    <a:pt x="6366534" y="633963"/>
                  </a:lnTo>
                  <a:lnTo>
                    <a:pt x="6403434" y="575367"/>
                  </a:lnTo>
                  <a:lnTo>
                    <a:pt x="6440253" y="520505"/>
                  </a:lnTo>
                  <a:lnTo>
                    <a:pt x="6477174" y="469372"/>
                  </a:lnTo>
                  <a:lnTo>
                    <a:pt x="6514440" y="421899"/>
                  </a:lnTo>
                  <a:lnTo>
                    <a:pt x="6515891" y="420136"/>
                  </a:lnTo>
                  <a:lnTo>
                    <a:pt x="6562902" y="366581"/>
                  </a:lnTo>
                  <a:lnTo>
                    <a:pt x="6611537" y="318478"/>
                  </a:lnTo>
                  <a:lnTo>
                    <a:pt x="6662577" y="275538"/>
                  </a:lnTo>
                  <a:lnTo>
                    <a:pt x="6716891" y="237279"/>
                  </a:lnTo>
                  <a:lnTo>
                    <a:pt x="6775364" y="203160"/>
                  </a:lnTo>
                  <a:lnTo>
                    <a:pt x="6838816" y="172663"/>
                  </a:lnTo>
                  <a:lnTo>
                    <a:pt x="6907902" y="145336"/>
                  </a:lnTo>
                  <a:lnTo>
                    <a:pt x="6982984" y="120818"/>
                  </a:lnTo>
                  <a:lnTo>
                    <a:pt x="7063949" y="98846"/>
                  </a:lnTo>
                  <a:lnTo>
                    <a:pt x="7150007" y="79266"/>
                  </a:lnTo>
                  <a:lnTo>
                    <a:pt x="7239492" y="62017"/>
                  </a:lnTo>
                  <a:lnTo>
                    <a:pt x="7329742" y="47117"/>
                  </a:lnTo>
                  <a:lnTo>
                    <a:pt x="7417156" y="34621"/>
                  </a:lnTo>
                  <a:lnTo>
                    <a:pt x="7497541" y="24571"/>
                  </a:lnTo>
                  <a:lnTo>
                    <a:pt x="7566747" y="16936"/>
                  </a:lnTo>
                  <a:lnTo>
                    <a:pt x="7621509" y="11566"/>
                  </a:lnTo>
                  <a:lnTo>
                    <a:pt x="7660225" y="8170"/>
                  </a:lnTo>
                  <a:lnTo>
                    <a:pt x="7683439" y="6340"/>
                  </a:lnTo>
                  <a:lnTo>
                    <a:pt x="7693883" y="559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1" y="75"/>
                  </a:lnTo>
                  <a:lnTo>
                    <a:pt x="7687222" y="618"/>
                  </a:lnTo>
                  <a:lnTo>
                    <a:pt x="7667672" y="2118"/>
                  </a:lnTo>
                  <a:lnTo>
                    <a:pt x="7633126" y="5064"/>
                  </a:lnTo>
                  <a:lnTo>
                    <a:pt x="7582460" y="9888"/>
                  </a:lnTo>
                  <a:lnTo>
                    <a:pt x="7516746" y="16914"/>
                  </a:lnTo>
                  <a:lnTo>
                    <a:pt x="7438887" y="26330"/>
                  </a:lnTo>
                  <a:lnTo>
                    <a:pt x="7352883" y="38193"/>
                  </a:lnTo>
                  <a:lnTo>
                    <a:pt x="7262991" y="52475"/>
                  </a:lnTo>
                  <a:lnTo>
                    <a:pt x="7173011" y="69117"/>
                  </a:lnTo>
                  <a:lnTo>
                    <a:pt x="7085863" y="88090"/>
                  </a:lnTo>
                  <a:lnTo>
                    <a:pt x="7003467" y="109429"/>
                  </a:lnTo>
                  <a:lnTo>
                    <a:pt x="6926823" y="133266"/>
                  </a:lnTo>
                  <a:lnTo>
                    <a:pt x="6856198" y="159832"/>
                  </a:lnTo>
                  <a:lnTo>
                    <a:pt x="6791337" y="189465"/>
                  </a:lnTo>
                  <a:lnTo>
                    <a:pt x="6731645" y="222595"/>
                  </a:lnTo>
                  <a:lnTo>
                    <a:pt x="6676334" y="259727"/>
                  </a:lnTo>
                  <a:lnTo>
                    <a:pt x="6624529" y="301401"/>
                  </a:lnTo>
                  <a:lnTo>
                    <a:pt x="6575349" y="348124"/>
                  </a:lnTo>
                  <a:lnTo>
                    <a:pt x="6527983" y="400253"/>
                  </a:lnTo>
                  <a:lnTo>
                    <a:pt x="6515891" y="414692"/>
                  </a:lnTo>
                  <a:lnTo>
                    <a:pt x="6478607" y="462025"/>
                  </a:lnTo>
                  <a:lnTo>
                    <a:pt x="6441677" y="513014"/>
                  </a:lnTo>
                  <a:lnTo>
                    <a:pt x="6404858" y="567732"/>
                  </a:lnTo>
                  <a:lnTo>
                    <a:pt x="6367963" y="626184"/>
                  </a:lnTo>
                  <a:lnTo>
                    <a:pt x="6330855" y="688304"/>
                  </a:lnTo>
                  <a:lnTo>
                    <a:pt x="6293439" y="753942"/>
                  </a:lnTo>
                  <a:lnTo>
                    <a:pt x="6255664" y="822865"/>
                  </a:lnTo>
                  <a:lnTo>
                    <a:pt x="6217515" y="894753"/>
                  </a:lnTo>
                  <a:lnTo>
                    <a:pt x="6179010" y="969206"/>
                  </a:lnTo>
                  <a:lnTo>
                    <a:pt x="6140195" y="1045744"/>
                  </a:lnTo>
                  <a:lnTo>
                    <a:pt x="6101140" y="1123827"/>
                  </a:lnTo>
                  <a:lnTo>
                    <a:pt x="6061934" y="1202861"/>
                  </a:lnTo>
                  <a:lnTo>
                    <a:pt x="6022675" y="1282224"/>
                  </a:lnTo>
                  <a:lnTo>
                    <a:pt x="5983465" y="1361283"/>
                  </a:lnTo>
                  <a:lnTo>
                    <a:pt x="5944404" y="1439413"/>
                  </a:lnTo>
                  <a:lnTo>
                    <a:pt x="5905578" y="1516022"/>
                  </a:lnTo>
                  <a:lnTo>
                    <a:pt x="5867059" y="1590564"/>
                  </a:lnTo>
                  <a:lnTo>
                    <a:pt x="5828896" y="1662560"/>
                  </a:lnTo>
                  <a:lnTo>
                    <a:pt x="5791107" y="1731604"/>
                  </a:lnTo>
                  <a:lnTo>
                    <a:pt x="5753678" y="1797374"/>
                  </a:lnTo>
                  <a:lnTo>
                    <a:pt x="5716559" y="1859633"/>
                  </a:lnTo>
                  <a:lnTo>
                    <a:pt x="5679658" y="1918229"/>
                  </a:lnTo>
                  <a:lnTo>
                    <a:pt x="5642840" y="1973091"/>
                  </a:lnTo>
                  <a:lnTo>
                    <a:pt x="5605918" y="2024223"/>
                  </a:lnTo>
                  <a:lnTo>
                    <a:pt x="5568653" y="2071696"/>
                  </a:lnTo>
                  <a:lnTo>
                    <a:pt x="5567201" y="2073460"/>
                  </a:lnTo>
                  <a:lnTo>
                    <a:pt x="5520191" y="2127015"/>
                  </a:lnTo>
                  <a:lnTo>
                    <a:pt x="5471555" y="2175118"/>
                  </a:lnTo>
                  <a:lnTo>
                    <a:pt x="5420516" y="2218058"/>
                  </a:lnTo>
                  <a:lnTo>
                    <a:pt x="5366201" y="2256317"/>
                  </a:lnTo>
                  <a:lnTo>
                    <a:pt x="5307728" y="2290436"/>
                  </a:lnTo>
                  <a:lnTo>
                    <a:pt x="5244277" y="2320933"/>
                  </a:lnTo>
                  <a:lnTo>
                    <a:pt x="5175190" y="2348259"/>
                  </a:lnTo>
                  <a:lnTo>
                    <a:pt x="5100108" y="2372778"/>
                  </a:lnTo>
                  <a:lnTo>
                    <a:pt x="5019144" y="2394749"/>
                  </a:lnTo>
                  <a:lnTo>
                    <a:pt x="4933086" y="2414330"/>
                  </a:lnTo>
                  <a:lnTo>
                    <a:pt x="4843600" y="2431578"/>
                  </a:lnTo>
                  <a:lnTo>
                    <a:pt x="4753351" y="2446479"/>
                  </a:lnTo>
                  <a:lnTo>
                    <a:pt x="4665936" y="2458975"/>
                  </a:lnTo>
                  <a:lnTo>
                    <a:pt x="4585551" y="2469025"/>
                  </a:lnTo>
                  <a:lnTo>
                    <a:pt x="4516345" y="2476660"/>
                  </a:lnTo>
                  <a:lnTo>
                    <a:pt x="4461584" y="2482030"/>
                  </a:lnTo>
                  <a:lnTo>
                    <a:pt x="4422867" y="2485426"/>
                  </a:lnTo>
                  <a:lnTo>
                    <a:pt x="4399653" y="2487256"/>
                  </a:lnTo>
                  <a:lnTo>
                    <a:pt x="4389210" y="2487999"/>
                  </a:lnTo>
                  <a:lnTo>
                    <a:pt x="4386855" y="2488152"/>
                  </a:lnTo>
                  <a:lnTo>
                    <a:pt x="3848118" y="2488152"/>
                  </a:lnTo>
                  <a:lnTo>
                    <a:pt x="3846881" y="2488091"/>
                  </a:lnTo>
                  <a:lnTo>
                    <a:pt x="3838800" y="2487660"/>
                  </a:lnTo>
                  <a:lnTo>
                    <a:pt x="3818616" y="2486466"/>
                  </a:lnTo>
                  <a:lnTo>
                    <a:pt x="3783013" y="2484124"/>
                  </a:lnTo>
                  <a:lnTo>
                    <a:pt x="3730922" y="2480292"/>
                  </a:lnTo>
                  <a:lnTo>
                    <a:pt x="3663563" y="2474717"/>
                  </a:lnTo>
                  <a:lnTo>
                    <a:pt x="3584034" y="2467259"/>
                  </a:lnTo>
                  <a:lnTo>
                    <a:pt x="3496528" y="2457877"/>
                  </a:lnTo>
                  <a:lnTo>
                    <a:pt x="3405430" y="2446598"/>
                  </a:lnTo>
                  <a:lnTo>
                    <a:pt x="3314598" y="2433468"/>
                  </a:lnTo>
                  <a:lnTo>
                    <a:pt x="3226943" y="2418506"/>
                  </a:lnTo>
                  <a:lnTo>
                    <a:pt x="3144329" y="2401675"/>
                  </a:lnTo>
                  <a:lnTo>
                    <a:pt x="3067677" y="2382861"/>
                  </a:lnTo>
                  <a:lnTo>
                    <a:pt x="2997173" y="2361866"/>
                  </a:lnTo>
                  <a:lnTo>
                    <a:pt x="2932487" y="2338411"/>
                  </a:lnTo>
                  <a:lnTo>
                    <a:pt x="2872961" y="2312141"/>
                  </a:lnTo>
                  <a:lnTo>
                    <a:pt x="2817757" y="2282648"/>
                  </a:lnTo>
                  <a:lnTo>
                    <a:pt x="2765960" y="2249503"/>
                  </a:lnTo>
                  <a:lnTo>
                    <a:pt x="2716668" y="2212317"/>
                  </a:lnTo>
                  <a:lnTo>
                    <a:pt x="2669067" y="2170851"/>
                  </a:lnTo>
                  <a:lnTo>
                    <a:pt x="2667772" y="2169646"/>
                  </a:lnTo>
                  <a:lnTo>
                    <a:pt x="2626901" y="2129624"/>
                  </a:lnTo>
                  <a:lnTo>
                    <a:pt x="2586427" y="2086216"/>
                  </a:lnTo>
                  <a:lnTo>
                    <a:pt x="2546038" y="2039359"/>
                  </a:lnTo>
                  <a:lnTo>
                    <a:pt x="2505505" y="1989062"/>
                  </a:lnTo>
                  <a:lnTo>
                    <a:pt x="2464667" y="1935422"/>
                  </a:lnTo>
                  <a:lnTo>
                    <a:pt x="2423423" y="1878627"/>
                  </a:lnTo>
                  <a:lnTo>
                    <a:pt x="2381732" y="1818960"/>
                  </a:lnTo>
                  <a:lnTo>
                    <a:pt x="2339602" y="1756798"/>
                  </a:lnTo>
                  <a:lnTo>
                    <a:pt x="2297085" y="1692604"/>
                  </a:lnTo>
                  <a:lnTo>
                    <a:pt x="2254268" y="1626918"/>
                  </a:lnTo>
                  <a:lnTo>
                    <a:pt x="2211266" y="1560334"/>
                  </a:lnTo>
                  <a:lnTo>
                    <a:pt x="2168207" y="1493484"/>
                  </a:lnTo>
                  <a:lnTo>
                    <a:pt x="2125228" y="1427010"/>
                  </a:lnTo>
                  <a:lnTo>
                    <a:pt x="2082455" y="1361538"/>
                  </a:lnTo>
                  <a:lnTo>
                    <a:pt x="2039999" y="1297656"/>
                  </a:lnTo>
                  <a:lnTo>
                    <a:pt x="1997942" y="1235891"/>
                  </a:lnTo>
                  <a:lnTo>
                    <a:pt x="1956328" y="1176693"/>
                  </a:lnTo>
                  <a:lnTo>
                    <a:pt x="1915159" y="1120421"/>
                  </a:lnTo>
                  <a:lnTo>
                    <a:pt x="1874381" y="1067344"/>
                  </a:lnTo>
                  <a:lnTo>
                    <a:pt x="1833886" y="1017633"/>
                  </a:lnTo>
                  <a:lnTo>
                    <a:pt x="1793501" y="971368"/>
                  </a:lnTo>
                  <a:lnTo>
                    <a:pt x="1752983" y="928547"/>
                  </a:lnTo>
                  <a:lnTo>
                    <a:pt x="1719082" y="895625"/>
                  </a:lnTo>
                  <a:lnTo>
                    <a:pt x="1671519" y="854040"/>
                  </a:lnTo>
                  <a:lnTo>
                    <a:pt x="1622283" y="816738"/>
                  </a:lnTo>
                  <a:lnTo>
                    <a:pt x="1570568" y="783486"/>
                  </a:lnTo>
                  <a:lnTo>
                    <a:pt x="1515470" y="753899"/>
                  </a:lnTo>
                  <a:lnTo>
                    <a:pt x="1456075" y="727546"/>
                  </a:lnTo>
                  <a:lnTo>
                    <a:pt x="1391541" y="704018"/>
                  </a:lnTo>
                  <a:lnTo>
                    <a:pt x="1321204" y="682959"/>
                  </a:lnTo>
                  <a:lnTo>
                    <a:pt x="1244722" y="664088"/>
                  </a:lnTo>
                  <a:lnTo>
                    <a:pt x="1162263" y="647205"/>
                  </a:lnTo>
                  <a:lnTo>
                    <a:pt x="1074727" y="632192"/>
                  </a:lnTo>
                  <a:lnTo>
                    <a:pt x="983948" y="619011"/>
                  </a:lnTo>
                  <a:lnTo>
                    <a:pt x="892810" y="607680"/>
                  </a:lnTo>
                  <a:lnTo>
                    <a:pt x="805147" y="598245"/>
                  </a:lnTo>
                  <a:lnTo>
                    <a:pt x="725339" y="590734"/>
                  </a:lnTo>
                  <a:lnTo>
                    <a:pt x="657596" y="585109"/>
                  </a:lnTo>
                  <a:lnTo>
                    <a:pt x="605057" y="581232"/>
                  </a:lnTo>
                  <a:lnTo>
                    <a:pt x="569003" y="578853"/>
                  </a:lnTo>
                  <a:lnTo>
                    <a:pt x="548429" y="577633"/>
                  </a:lnTo>
                  <a:lnTo>
                    <a:pt x="540076" y="577186"/>
                  </a:lnTo>
                  <a:lnTo>
                    <a:pt x="538736" y="577120"/>
                  </a:lnTo>
                  <a:lnTo>
                    <a:pt x="0" y="57712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82" name="pl882"/>
            <p:cNvSpPr/>
            <p:nvPr/>
          </p:nvSpPr>
          <p:spPr>
            <a:xfrm>
              <a:off x="546595" y="3543503"/>
              <a:ext cx="8234974" cy="2488152"/>
            </a:xfrm>
            <a:custGeom>
              <a:avLst/>
              <a:pathLst>
                <a:path w="8234974" h="2488152">
                  <a:moveTo>
                    <a:pt x="0" y="577120"/>
                  </a:moveTo>
                  <a:lnTo>
                    <a:pt x="538736" y="577120"/>
                  </a:lnTo>
                  <a:lnTo>
                    <a:pt x="539973" y="577181"/>
                  </a:lnTo>
                  <a:lnTo>
                    <a:pt x="548055" y="577612"/>
                  </a:lnTo>
                  <a:lnTo>
                    <a:pt x="568238" y="578805"/>
                  </a:lnTo>
                  <a:lnTo>
                    <a:pt x="603841" y="581148"/>
                  </a:lnTo>
                  <a:lnTo>
                    <a:pt x="655933" y="584980"/>
                  </a:lnTo>
                  <a:lnTo>
                    <a:pt x="723292" y="590554"/>
                  </a:lnTo>
                  <a:lnTo>
                    <a:pt x="802820" y="598013"/>
                  </a:lnTo>
                  <a:lnTo>
                    <a:pt x="890327" y="607394"/>
                  </a:lnTo>
                  <a:lnTo>
                    <a:pt x="981424" y="618673"/>
                  </a:lnTo>
                  <a:lnTo>
                    <a:pt x="1072257" y="631804"/>
                  </a:lnTo>
                  <a:lnTo>
                    <a:pt x="1159911" y="646766"/>
                  </a:lnTo>
                  <a:lnTo>
                    <a:pt x="1242526" y="663597"/>
                  </a:lnTo>
                  <a:lnTo>
                    <a:pt x="1319178" y="682411"/>
                  </a:lnTo>
                  <a:lnTo>
                    <a:pt x="1389682" y="703406"/>
                  </a:lnTo>
                  <a:lnTo>
                    <a:pt x="1454368" y="726861"/>
                  </a:lnTo>
                  <a:lnTo>
                    <a:pt x="1513894" y="753131"/>
                  </a:lnTo>
                  <a:lnTo>
                    <a:pt x="1569098" y="782623"/>
                  </a:lnTo>
                  <a:lnTo>
                    <a:pt x="1620895" y="815768"/>
                  </a:lnTo>
                  <a:lnTo>
                    <a:pt x="1670187" y="852954"/>
                  </a:lnTo>
                  <a:lnTo>
                    <a:pt x="1717787" y="894421"/>
                  </a:lnTo>
                  <a:lnTo>
                    <a:pt x="1719082" y="895625"/>
                  </a:lnTo>
                  <a:lnTo>
                    <a:pt x="1759953" y="935648"/>
                  </a:lnTo>
                  <a:lnTo>
                    <a:pt x="1800428" y="979055"/>
                  </a:lnTo>
                  <a:lnTo>
                    <a:pt x="1840816" y="1025913"/>
                  </a:lnTo>
                  <a:lnTo>
                    <a:pt x="1881349" y="1076210"/>
                  </a:lnTo>
                  <a:lnTo>
                    <a:pt x="1922188" y="1129850"/>
                  </a:lnTo>
                  <a:lnTo>
                    <a:pt x="1963432" y="1186644"/>
                  </a:lnTo>
                  <a:lnTo>
                    <a:pt x="2005123" y="1246311"/>
                  </a:lnTo>
                  <a:lnTo>
                    <a:pt x="2047252" y="1308474"/>
                  </a:lnTo>
                  <a:lnTo>
                    <a:pt x="2089769" y="1372668"/>
                  </a:lnTo>
                  <a:lnTo>
                    <a:pt x="2132586" y="1438354"/>
                  </a:lnTo>
                  <a:lnTo>
                    <a:pt x="2175589" y="1504938"/>
                  </a:lnTo>
                  <a:lnTo>
                    <a:pt x="2218647" y="1571788"/>
                  </a:lnTo>
                  <a:lnTo>
                    <a:pt x="2261627" y="1638262"/>
                  </a:lnTo>
                  <a:lnTo>
                    <a:pt x="2304400" y="1703733"/>
                  </a:lnTo>
                  <a:lnTo>
                    <a:pt x="2346856" y="1767615"/>
                  </a:lnTo>
                  <a:lnTo>
                    <a:pt x="2388913" y="1829380"/>
                  </a:lnTo>
                  <a:lnTo>
                    <a:pt x="2430526" y="1888579"/>
                  </a:lnTo>
                  <a:lnTo>
                    <a:pt x="2471696" y="1944850"/>
                  </a:lnTo>
                  <a:lnTo>
                    <a:pt x="2512474" y="1997928"/>
                  </a:lnTo>
                  <a:lnTo>
                    <a:pt x="2552969" y="2047639"/>
                  </a:lnTo>
                  <a:lnTo>
                    <a:pt x="2593353" y="2093904"/>
                  </a:lnTo>
                  <a:lnTo>
                    <a:pt x="2633871" y="2136724"/>
                  </a:lnTo>
                  <a:lnTo>
                    <a:pt x="2667772" y="2169646"/>
                  </a:lnTo>
                  <a:lnTo>
                    <a:pt x="2715336" y="2211232"/>
                  </a:lnTo>
                  <a:lnTo>
                    <a:pt x="2764571" y="2248534"/>
                  </a:lnTo>
                  <a:lnTo>
                    <a:pt x="2816287" y="2281785"/>
                  </a:lnTo>
                  <a:lnTo>
                    <a:pt x="2871385" y="2311373"/>
                  </a:lnTo>
                  <a:lnTo>
                    <a:pt x="2930780" y="2337726"/>
                  </a:lnTo>
                  <a:lnTo>
                    <a:pt x="2995314" y="2361254"/>
                  </a:lnTo>
                  <a:lnTo>
                    <a:pt x="3065651" y="2382312"/>
                  </a:lnTo>
                  <a:lnTo>
                    <a:pt x="3142133" y="2401183"/>
                  </a:lnTo>
                  <a:lnTo>
                    <a:pt x="3224592" y="2418067"/>
                  </a:lnTo>
                  <a:lnTo>
                    <a:pt x="3312128" y="2433080"/>
                  </a:lnTo>
                  <a:lnTo>
                    <a:pt x="3402906" y="2446261"/>
                  </a:lnTo>
                  <a:lnTo>
                    <a:pt x="3494044" y="2457592"/>
                  </a:lnTo>
                  <a:lnTo>
                    <a:pt x="3581708" y="2467026"/>
                  </a:lnTo>
                  <a:lnTo>
                    <a:pt x="3661515" y="2474537"/>
                  </a:lnTo>
                  <a:lnTo>
                    <a:pt x="3729259" y="2480162"/>
                  </a:lnTo>
                  <a:lnTo>
                    <a:pt x="3781797" y="2484040"/>
                  </a:lnTo>
                  <a:lnTo>
                    <a:pt x="3817851" y="2486419"/>
                  </a:lnTo>
                  <a:lnTo>
                    <a:pt x="3838425" y="2487639"/>
                  </a:lnTo>
                  <a:lnTo>
                    <a:pt x="3846778" y="2488086"/>
                  </a:lnTo>
                  <a:lnTo>
                    <a:pt x="3848118" y="2488152"/>
                  </a:lnTo>
                  <a:lnTo>
                    <a:pt x="3848118" y="2488152"/>
                  </a:lnTo>
                  <a:lnTo>
                    <a:pt x="4386855" y="2488152"/>
                  </a:lnTo>
                  <a:lnTo>
                    <a:pt x="4388051" y="2488076"/>
                  </a:lnTo>
                  <a:lnTo>
                    <a:pt x="4395870" y="2487533"/>
                  </a:lnTo>
                  <a:lnTo>
                    <a:pt x="4415420" y="2486033"/>
                  </a:lnTo>
                  <a:lnTo>
                    <a:pt x="4449967" y="2483087"/>
                  </a:lnTo>
                  <a:lnTo>
                    <a:pt x="4500633" y="2478263"/>
                  </a:lnTo>
                  <a:lnTo>
                    <a:pt x="4566346" y="2471237"/>
                  </a:lnTo>
                  <a:lnTo>
                    <a:pt x="4644206" y="2461821"/>
                  </a:lnTo>
                  <a:lnTo>
                    <a:pt x="4730209" y="2449958"/>
                  </a:lnTo>
                  <a:lnTo>
                    <a:pt x="4820101" y="2435677"/>
                  </a:lnTo>
                  <a:lnTo>
                    <a:pt x="4910082" y="2419034"/>
                  </a:lnTo>
                  <a:lnTo>
                    <a:pt x="4997229" y="2400061"/>
                  </a:lnTo>
                  <a:lnTo>
                    <a:pt x="5079625" y="2378722"/>
                  </a:lnTo>
                  <a:lnTo>
                    <a:pt x="5156269" y="2354886"/>
                  </a:lnTo>
                  <a:lnTo>
                    <a:pt x="5226894" y="2328319"/>
                  </a:lnTo>
                  <a:lnTo>
                    <a:pt x="5291756" y="2298686"/>
                  </a:lnTo>
                  <a:lnTo>
                    <a:pt x="5351448" y="2265556"/>
                  </a:lnTo>
                  <a:lnTo>
                    <a:pt x="5406758" y="2228424"/>
                  </a:lnTo>
                  <a:lnTo>
                    <a:pt x="5458563" y="2186751"/>
                  </a:lnTo>
                  <a:lnTo>
                    <a:pt x="5507743" y="2140027"/>
                  </a:lnTo>
                  <a:lnTo>
                    <a:pt x="5555109" y="2087898"/>
                  </a:lnTo>
                  <a:lnTo>
                    <a:pt x="5567201" y="2073460"/>
                  </a:lnTo>
                  <a:lnTo>
                    <a:pt x="5604486" y="2026126"/>
                  </a:lnTo>
                  <a:lnTo>
                    <a:pt x="5641416" y="1975137"/>
                  </a:lnTo>
                  <a:lnTo>
                    <a:pt x="5678234" y="1920419"/>
                  </a:lnTo>
                  <a:lnTo>
                    <a:pt x="5715129" y="1861967"/>
                  </a:lnTo>
                  <a:lnTo>
                    <a:pt x="5752238" y="1799848"/>
                  </a:lnTo>
                  <a:lnTo>
                    <a:pt x="5789653" y="1734210"/>
                  </a:lnTo>
                  <a:lnTo>
                    <a:pt x="5827428" y="1665287"/>
                  </a:lnTo>
                  <a:lnTo>
                    <a:pt x="5865577" y="1593398"/>
                  </a:lnTo>
                  <a:lnTo>
                    <a:pt x="5904083" y="1518945"/>
                  </a:lnTo>
                  <a:lnTo>
                    <a:pt x="5942898" y="1442407"/>
                  </a:lnTo>
                  <a:lnTo>
                    <a:pt x="5981952" y="1364324"/>
                  </a:lnTo>
                  <a:lnTo>
                    <a:pt x="6021158" y="1285290"/>
                  </a:lnTo>
                  <a:lnTo>
                    <a:pt x="6060417" y="1205927"/>
                  </a:lnTo>
                  <a:lnTo>
                    <a:pt x="6099627" y="1126868"/>
                  </a:lnTo>
                  <a:lnTo>
                    <a:pt x="6138689" y="1048738"/>
                  </a:lnTo>
                  <a:lnTo>
                    <a:pt x="6177515" y="972129"/>
                  </a:lnTo>
                  <a:lnTo>
                    <a:pt x="6216033" y="897587"/>
                  </a:lnTo>
                  <a:lnTo>
                    <a:pt x="6254197" y="825591"/>
                  </a:lnTo>
                  <a:lnTo>
                    <a:pt x="6291986" y="756547"/>
                  </a:lnTo>
                  <a:lnTo>
                    <a:pt x="6329415" y="690777"/>
                  </a:lnTo>
                  <a:lnTo>
                    <a:pt x="6366534" y="628518"/>
                  </a:lnTo>
                  <a:lnTo>
                    <a:pt x="6403434" y="569922"/>
                  </a:lnTo>
                  <a:lnTo>
                    <a:pt x="6440253" y="515060"/>
                  </a:lnTo>
                  <a:lnTo>
                    <a:pt x="6477174" y="463928"/>
                  </a:lnTo>
                  <a:lnTo>
                    <a:pt x="6514440" y="416455"/>
                  </a:lnTo>
                  <a:lnTo>
                    <a:pt x="6515891" y="414692"/>
                  </a:lnTo>
                  <a:lnTo>
                    <a:pt x="6562902" y="361136"/>
                  </a:lnTo>
                  <a:lnTo>
                    <a:pt x="6611537" y="313033"/>
                  </a:lnTo>
                  <a:lnTo>
                    <a:pt x="6662577" y="270093"/>
                  </a:lnTo>
                  <a:lnTo>
                    <a:pt x="6716891" y="231834"/>
                  </a:lnTo>
                  <a:lnTo>
                    <a:pt x="6775364" y="197715"/>
                  </a:lnTo>
                  <a:lnTo>
                    <a:pt x="6838816" y="167218"/>
                  </a:lnTo>
                  <a:lnTo>
                    <a:pt x="6907902" y="139892"/>
                  </a:lnTo>
                  <a:lnTo>
                    <a:pt x="6982984" y="115373"/>
                  </a:lnTo>
                  <a:lnTo>
                    <a:pt x="7063949" y="93402"/>
                  </a:lnTo>
                  <a:lnTo>
                    <a:pt x="7150007" y="73821"/>
                  </a:lnTo>
                  <a:lnTo>
                    <a:pt x="7239492" y="56573"/>
                  </a:lnTo>
                  <a:lnTo>
                    <a:pt x="7329742" y="41672"/>
                  </a:lnTo>
                  <a:lnTo>
                    <a:pt x="7417156" y="29176"/>
                  </a:lnTo>
                  <a:lnTo>
                    <a:pt x="7497541" y="19126"/>
                  </a:lnTo>
                  <a:lnTo>
                    <a:pt x="7566747" y="11491"/>
                  </a:lnTo>
                  <a:lnTo>
                    <a:pt x="7621509" y="6121"/>
                  </a:lnTo>
                  <a:lnTo>
                    <a:pt x="7660225" y="2725"/>
                  </a:lnTo>
                  <a:lnTo>
                    <a:pt x="7683439" y="895"/>
                  </a:lnTo>
                  <a:lnTo>
                    <a:pt x="7693883" y="152"/>
                  </a:lnTo>
                  <a:lnTo>
                    <a:pt x="7696215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3" name="pl883"/>
            <p:cNvSpPr/>
            <p:nvPr/>
          </p:nvSpPr>
          <p:spPr>
            <a:xfrm>
              <a:off x="546595" y="3538058"/>
              <a:ext cx="8234974" cy="2488152"/>
            </a:xfrm>
            <a:custGeom>
              <a:avLst/>
              <a:pathLst>
                <a:path w="8234974" h="2488152">
                  <a:moveTo>
                    <a:pt x="8234974" y="0"/>
                  </a:moveTo>
                  <a:lnTo>
                    <a:pt x="7696237" y="0"/>
                  </a:lnTo>
                  <a:lnTo>
                    <a:pt x="7695041" y="75"/>
                  </a:lnTo>
                  <a:lnTo>
                    <a:pt x="7687222" y="618"/>
                  </a:lnTo>
                  <a:lnTo>
                    <a:pt x="7667672" y="2118"/>
                  </a:lnTo>
                  <a:lnTo>
                    <a:pt x="7633126" y="5064"/>
                  </a:lnTo>
                  <a:lnTo>
                    <a:pt x="7582460" y="9888"/>
                  </a:lnTo>
                  <a:lnTo>
                    <a:pt x="7516746" y="16914"/>
                  </a:lnTo>
                  <a:lnTo>
                    <a:pt x="7438887" y="26330"/>
                  </a:lnTo>
                  <a:lnTo>
                    <a:pt x="7352883" y="38193"/>
                  </a:lnTo>
                  <a:lnTo>
                    <a:pt x="7262991" y="52475"/>
                  </a:lnTo>
                  <a:lnTo>
                    <a:pt x="7173011" y="69117"/>
                  </a:lnTo>
                  <a:lnTo>
                    <a:pt x="7085863" y="88090"/>
                  </a:lnTo>
                  <a:lnTo>
                    <a:pt x="7003467" y="109429"/>
                  </a:lnTo>
                  <a:lnTo>
                    <a:pt x="6926823" y="133266"/>
                  </a:lnTo>
                  <a:lnTo>
                    <a:pt x="6856198" y="159832"/>
                  </a:lnTo>
                  <a:lnTo>
                    <a:pt x="6791337" y="189465"/>
                  </a:lnTo>
                  <a:lnTo>
                    <a:pt x="6731645" y="222595"/>
                  </a:lnTo>
                  <a:lnTo>
                    <a:pt x="6676334" y="259727"/>
                  </a:lnTo>
                  <a:lnTo>
                    <a:pt x="6624529" y="301401"/>
                  </a:lnTo>
                  <a:lnTo>
                    <a:pt x="6575349" y="348124"/>
                  </a:lnTo>
                  <a:lnTo>
                    <a:pt x="6527983" y="400253"/>
                  </a:lnTo>
                  <a:lnTo>
                    <a:pt x="6515891" y="414692"/>
                  </a:lnTo>
                  <a:lnTo>
                    <a:pt x="6478607" y="462025"/>
                  </a:lnTo>
                  <a:lnTo>
                    <a:pt x="6441677" y="513014"/>
                  </a:lnTo>
                  <a:lnTo>
                    <a:pt x="6404858" y="567732"/>
                  </a:lnTo>
                  <a:lnTo>
                    <a:pt x="6367963" y="626184"/>
                  </a:lnTo>
                  <a:lnTo>
                    <a:pt x="6330855" y="688304"/>
                  </a:lnTo>
                  <a:lnTo>
                    <a:pt x="6293439" y="753942"/>
                  </a:lnTo>
                  <a:lnTo>
                    <a:pt x="6255664" y="822865"/>
                  </a:lnTo>
                  <a:lnTo>
                    <a:pt x="6217515" y="894753"/>
                  </a:lnTo>
                  <a:lnTo>
                    <a:pt x="6179010" y="969206"/>
                  </a:lnTo>
                  <a:lnTo>
                    <a:pt x="6140195" y="1045744"/>
                  </a:lnTo>
                  <a:lnTo>
                    <a:pt x="6101140" y="1123827"/>
                  </a:lnTo>
                  <a:lnTo>
                    <a:pt x="6061934" y="1202861"/>
                  </a:lnTo>
                  <a:lnTo>
                    <a:pt x="6022675" y="1282224"/>
                  </a:lnTo>
                  <a:lnTo>
                    <a:pt x="5983465" y="1361283"/>
                  </a:lnTo>
                  <a:lnTo>
                    <a:pt x="5944404" y="1439413"/>
                  </a:lnTo>
                  <a:lnTo>
                    <a:pt x="5905578" y="1516022"/>
                  </a:lnTo>
                  <a:lnTo>
                    <a:pt x="5867059" y="1590564"/>
                  </a:lnTo>
                  <a:lnTo>
                    <a:pt x="5828896" y="1662560"/>
                  </a:lnTo>
                  <a:lnTo>
                    <a:pt x="5791107" y="1731604"/>
                  </a:lnTo>
                  <a:lnTo>
                    <a:pt x="5753678" y="1797374"/>
                  </a:lnTo>
                  <a:lnTo>
                    <a:pt x="5716559" y="1859633"/>
                  </a:lnTo>
                  <a:lnTo>
                    <a:pt x="5679658" y="1918229"/>
                  </a:lnTo>
                  <a:lnTo>
                    <a:pt x="5642840" y="1973091"/>
                  </a:lnTo>
                  <a:lnTo>
                    <a:pt x="5605918" y="2024223"/>
                  </a:lnTo>
                  <a:lnTo>
                    <a:pt x="5568653" y="2071696"/>
                  </a:lnTo>
                  <a:lnTo>
                    <a:pt x="5567201" y="2073460"/>
                  </a:lnTo>
                  <a:lnTo>
                    <a:pt x="5520191" y="2127015"/>
                  </a:lnTo>
                  <a:lnTo>
                    <a:pt x="5471555" y="2175118"/>
                  </a:lnTo>
                  <a:lnTo>
                    <a:pt x="5420516" y="2218058"/>
                  </a:lnTo>
                  <a:lnTo>
                    <a:pt x="5366201" y="2256317"/>
                  </a:lnTo>
                  <a:lnTo>
                    <a:pt x="5307728" y="2290436"/>
                  </a:lnTo>
                  <a:lnTo>
                    <a:pt x="5244277" y="2320933"/>
                  </a:lnTo>
                  <a:lnTo>
                    <a:pt x="5175190" y="2348259"/>
                  </a:lnTo>
                  <a:lnTo>
                    <a:pt x="5100108" y="2372778"/>
                  </a:lnTo>
                  <a:lnTo>
                    <a:pt x="5019144" y="2394749"/>
                  </a:lnTo>
                  <a:lnTo>
                    <a:pt x="4933086" y="2414330"/>
                  </a:lnTo>
                  <a:lnTo>
                    <a:pt x="4843600" y="2431578"/>
                  </a:lnTo>
                  <a:lnTo>
                    <a:pt x="4753351" y="2446479"/>
                  </a:lnTo>
                  <a:lnTo>
                    <a:pt x="4665936" y="2458975"/>
                  </a:lnTo>
                  <a:lnTo>
                    <a:pt x="4585551" y="2469025"/>
                  </a:lnTo>
                  <a:lnTo>
                    <a:pt x="4516345" y="2476660"/>
                  </a:lnTo>
                  <a:lnTo>
                    <a:pt x="4461584" y="2482030"/>
                  </a:lnTo>
                  <a:lnTo>
                    <a:pt x="4422867" y="2485426"/>
                  </a:lnTo>
                  <a:lnTo>
                    <a:pt x="4399653" y="2487256"/>
                  </a:lnTo>
                  <a:lnTo>
                    <a:pt x="4389210" y="2487999"/>
                  </a:lnTo>
                  <a:lnTo>
                    <a:pt x="4386877" y="2488150"/>
                  </a:lnTo>
                  <a:lnTo>
                    <a:pt x="4386855" y="2488152"/>
                  </a:lnTo>
                  <a:lnTo>
                    <a:pt x="3848118" y="2488152"/>
                  </a:lnTo>
                  <a:lnTo>
                    <a:pt x="3846881" y="2488091"/>
                  </a:lnTo>
                  <a:lnTo>
                    <a:pt x="3838800" y="2487660"/>
                  </a:lnTo>
                  <a:lnTo>
                    <a:pt x="3818616" y="2486466"/>
                  </a:lnTo>
                  <a:lnTo>
                    <a:pt x="3783013" y="2484124"/>
                  </a:lnTo>
                  <a:lnTo>
                    <a:pt x="3730922" y="2480292"/>
                  </a:lnTo>
                  <a:lnTo>
                    <a:pt x="3663563" y="2474717"/>
                  </a:lnTo>
                  <a:lnTo>
                    <a:pt x="3584034" y="2467259"/>
                  </a:lnTo>
                  <a:lnTo>
                    <a:pt x="3496528" y="2457877"/>
                  </a:lnTo>
                  <a:lnTo>
                    <a:pt x="3405430" y="2446598"/>
                  </a:lnTo>
                  <a:lnTo>
                    <a:pt x="3314598" y="2433468"/>
                  </a:lnTo>
                  <a:lnTo>
                    <a:pt x="3226943" y="2418506"/>
                  </a:lnTo>
                  <a:lnTo>
                    <a:pt x="3144329" y="2401675"/>
                  </a:lnTo>
                  <a:lnTo>
                    <a:pt x="3067677" y="2382861"/>
                  </a:lnTo>
                  <a:lnTo>
                    <a:pt x="2997173" y="2361866"/>
                  </a:lnTo>
                  <a:lnTo>
                    <a:pt x="2932487" y="2338411"/>
                  </a:lnTo>
                  <a:lnTo>
                    <a:pt x="2872961" y="2312141"/>
                  </a:lnTo>
                  <a:lnTo>
                    <a:pt x="2817757" y="2282648"/>
                  </a:lnTo>
                  <a:lnTo>
                    <a:pt x="2765960" y="2249503"/>
                  </a:lnTo>
                  <a:lnTo>
                    <a:pt x="2716668" y="2212317"/>
                  </a:lnTo>
                  <a:lnTo>
                    <a:pt x="2669067" y="2170851"/>
                  </a:lnTo>
                  <a:lnTo>
                    <a:pt x="2667772" y="2169646"/>
                  </a:lnTo>
                  <a:lnTo>
                    <a:pt x="2626901" y="2129624"/>
                  </a:lnTo>
                  <a:lnTo>
                    <a:pt x="2586427" y="2086216"/>
                  </a:lnTo>
                  <a:lnTo>
                    <a:pt x="2546038" y="2039359"/>
                  </a:lnTo>
                  <a:lnTo>
                    <a:pt x="2505505" y="1989062"/>
                  </a:lnTo>
                  <a:lnTo>
                    <a:pt x="2464667" y="1935422"/>
                  </a:lnTo>
                  <a:lnTo>
                    <a:pt x="2423423" y="1878627"/>
                  </a:lnTo>
                  <a:lnTo>
                    <a:pt x="2381732" y="1818960"/>
                  </a:lnTo>
                  <a:lnTo>
                    <a:pt x="2339602" y="1756798"/>
                  </a:lnTo>
                  <a:lnTo>
                    <a:pt x="2297085" y="1692604"/>
                  </a:lnTo>
                  <a:lnTo>
                    <a:pt x="2254268" y="1626918"/>
                  </a:lnTo>
                  <a:lnTo>
                    <a:pt x="2211266" y="1560334"/>
                  </a:lnTo>
                  <a:lnTo>
                    <a:pt x="2168207" y="1493484"/>
                  </a:lnTo>
                  <a:lnTo>
                    <a:pt x="2125228" y="1427010"/>
                  </a:lnTo>
                  <a:lnTo>
                    <a:pt x="2082455" y="1361538"/>
                  </a:lnTo>
                  <a:lnTo>
                    <a:pt x="2039999" y="1297656"/>
                  </a:lnTo>
                  <a:lnTo>
                    <a:pt x="1997942" y="1235891"/>
                  </a:lnTo>
                  <a:lnTo>
                    <a:pt x="1956328" y="1176693"/>
                  </a:lnTo>
                  <a:lnTo>
                    <a:pt x="1915159" y="1120421"/>
                  </a:lnTo>
                  <a:lnTo>
                    <a:pt x="1874381" y="1067344"/>
                  </a:lnTo>
                  <a:lnTo>
                    <a:pt x="1833886" y="1017633"/>
                  </a:lnTo>
                  <a:lnTo>
                    <a:pt x="1793501" y="971368"/>
                  </a:lnTo>
                  <a:lnTo>
                    <a:pt x="1752983" y="928547"/>
                  </a:lnTo>
                  <a:lnTo>
                    <a:pt x="1719082" y="895625"/>
                  </a:lnTo>
                  <a:lnTo>
                    <a:pt x="1671519" y="854040"/>
                  </a:lnTo>
                  <a:lnTo>
                    <a:pt x="1622283" y="816738"/>
                  </a:lnTo>
                  <a:lnTo>
                    <a:pt x="1570568" y="783486"/>
                  </a:lnTo>
                  <a:lnTo>
                    <a:pt x="1515470" y="753899"/>
                  </a:lnTo>
                  <a:lnTo>
                    <a:pt x="1456075" y="727546"/>
                  </a:lnTo>
                  <a:lnTo>
                    <a:pt x="1391541" y="704018"/>
                  </a:lnTo>
                  <a:lnTo>
                    <a:pt x="1321204" y="682959"/>
                  </a:lnTo>
                  <a:lnTo>
                    <a:pt x="1244722" y="664088"/>
                  </a:lnTo>
                  <a:lnTo>
                    <a:pt x="1162263" y="647205"/>
                  </a:lnTo>
                  <a:lnTo>
                    <a:pt x="1074727" y="632192"/>
                  </a:lnTo>
                  <a:lnTo>
                    <a:pt x="983948" y="619011"/>
                  </a:lnTo>
                  <a:lnTo>
                    <a:pt x="892810" y="607680"/>
                  </a:lnTo>
                  <a:lnTo>
                    <a:pt x="805147" y="598245"/>
                  </a:lnTo>
                  <a:lnTo>
                    <a:pt x="725339" y="590734"/>
                  </a:lnTo>
                  <a:lnTo>
                    <a:pt x="657596" y="585109"/>
                  </a:lnTo>
                  <a:lnTo>
                    <a:pt x="605057" y="581232"/>
                  </a:lnTo>
                  <a:lnTo>
                    <a:pt x="569003" y="578853"/>
                  </a:lnTo>
                  <a:lnTo>
                    <a:pt x="548429" y="577633"/>
                  </a:lnTo>
                  <a:lnTo>
                    <a:pt x="540076" y="577186"/>
                  </a:lnTo>
                  <a:lnTo>
                    <a:pt x="538736" y="577120"/>
                  </a:lnTo>
                  <a:lnTo>
                    <a:pt x="538736" y="577120"/>
                  </a:lnTo>
                  <a:lnTo>
                    <a:pt x="0" y="5771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4" name="pg884"/>
            <p:cNvSpPr/>
            <p:nvPr/>
          </p:nvSpPr>
          <p:spPr>
            <a:xfrm>
              <a:off x="546595" y="2427373"/>
              <a:ext cx="8234974" cy="3272165"/>
            </a:xfrm>
            <a:custGeom>
              <a:avLst/>
              <a:pathLst>
                <a:path w="8234974" h="3272165">
                  <a:moveTo>
                    <a:pt x="0" y="1655138"/>
                  </a:moveTo>
                  <a:lnTo>
                    <a:pt x="538736" y="1655138"/>
                  </a:lnTo>
                  <a:lnTo>
                    <a:pt x="539991" y="1655190"/>
                  </a:lnTo>
                  <a:lnTo>
                    <a:pt x="548186" y="1655560"/>
                  </a:lnTo>
                  <a:lnTo>
                    <a:pt x="568643" y="1656585"/>
                  </a:lnTo>
                  <a:lnTo>
                    <a:pt x="604700" y="1658596"/>
                  </a:lnTo>
                  <a:lnTo>
                    <a:pt x="657403" y="1661885"/>
                  </a:lnTo>
                  <a:lnTo>
                    <a:pt x="725465" y="1666667"/>
                  </a:lnTo>
                  <a:lnTo>
                    <a:pt x="805702" y="1673060"/>
                  </a:lnTo>
                  <a:lnTo>
                    <a:pt x="893842" y="1681097"/>
                  </a:lnTo>
                  <a:lnTo>
                    <a:pt x="985443" y="1690753"/>
                  </a:lnTo>
                  <a:lnTo>
                    <a:pt x="1076625" y="1701990"/>
                  </a:lnTo>
                  <a:lnTo>
                    <a:pt x="1164484" y="1714792"/>
                  </a:lnTo>
                  <a:lnTo>
                    <a:pt x="1247182" y="1729195"/>
                  </a:lnTo>
                  <a:lnTo>
                    <a:pt x="1323830" y="1745300"/>
                  </a:lnTo>
                  <a:lnTo>
                    <a:pt x="1394279" y="1763281"/>
                  </a:lnTo>
                  <a:lnTo>
                    <a:pt x="1458889" y="1783384"/>
                  </a:lnTo>
                  <a:lnTo>
                    <a:pt x="1518346" y="1805915"/>
                  </a:lnTo>
                  <a:lnTo>
                    <a:pt x="1573510" y="1831229"/>
                  </a:lnTo>
                  <a:lnTo>
                    <a:pt x="1625311" y="1859693"/>
                  </a:lnTo>
                  <a:lnTo>
                    <a:pt x="1674659" y="1891634"/>
                  </a:lnTo>
                  <a:lnTo>
                    <a:pt x="1719082" y="1924642"/>
                  </a:lnTo>
                  <a:lnTo>
                    <a:pt x="1762054" y="1960337"/>
                  </a:lnTo>
                  <a:lnTo>
                    <a:pt x="1804606" y="1999204"/>
                  </a:lnTo>
                  <a:lnTo>
                    <a:pt x="1847093" y="2041302"/>
                  </a:lnTo>
                  <a:lnTo>
                    <a:pt x="1889771" y="2086609"/>
                  </a:lnTo>
                  <a:lnTo>
                    <a:pt x="1932815" y="2135015"/>
                  </a:lnTo>
                  <a:lnTo>
                    <a:pt x="1976324" y="2186314"/>
                  </a:lnTo>
                  <a:lnTo>
                    <a:pt x="2020331" y="2240200"/>
                  </a:lnTo>
                  <a:lnTo>
                    <a:pt x="2064806" y="2296273"/>
                  </a:lnTo>
                  <a:lnTo>
                    <a:pt x="2109674" y="2354045"/>
                  </a:lnTo>
                  <a:lnTo>
                    <a:pt x="2154818" y="2412960"/>
                  </a:lnTo>
                  <a:lnTo>
                    <a:pt x="2200094" y="2472412"/>
                  </a:lnTo>
                  <a:lnTo>
                    <a:pt x="2245347" y="2531771"/>
                  </a:lnTo>
                  <a:lnTo>
                    <a:pt x="2290424" y="2590410"/>
                  </a:lnTo>
                  <a:lnTo>
                    <a:pt x="2335187" y="2647738"/>
                  </a:lnTo>
                  <a:lnTo>
                    <a:pt x="2379531" y="2703213"/>
                  </a:lnTo>
                  <a:lnTo>
                    <a:pt x="2423391" y="2756375"/>
                  </a:lnTo>
                  <a:lnTo>
                    <a:pt x="2466757" y="2806850"/>
                  </a:lnTo>
                  <a:lnTo>
                    <a:pt x="2509680" y="2854361"/>
                  </a:lnTo>
                  <a:lnTo>
                    <a:pt x="2552280" y="2898731"/>
                  </a:lnTo>
                  <a:lnTo>
                    <a:pt x="2594755" y="2939876"/>
                  </a:lnTo>
                  <a:lnTo>
                    <a:pt x="2637389" y="2977799"/>
                  </a:lnTo>
                  <a:lnTo>
                    <a:pt x="2667772" y="3002660"/>
                  </a:lnTo>
                  <a:lnTo>
                    <a:pt x="2715571" y="3038011"/>
                  </a:lnTo>
                  <a:lnTo>
                    <a:pt x="2765062" y="3069702"/>
                  </a:lnTo>
                  <a:lnTo>
                    <a:pt x="2817067" y="3097935"/>
                  </a:lnTo>
                  <a:lnTo>
                    <a:pt x="2872500" y="3123043"/>
                  </a:lnTo>
                  <a:lnTo>
                    <a:pt x="2932289" y="3145394"/>
                  </a:lnTo>
                  <a:lnTo>
                    <a:pt x="2997287" y="3165339"/>
                  </a:lnTo>
                  <a:lnTo>
                    <a:pt x="3068160" y="3183183"/>
                  </a:lnTo>
                  <a:lnTo>
                    <a:pt x="3145242" y="3199164"/>
                  </a:lnTo>
                  <a:lnTo>
                    <a:pt x="3228338" y="3213453"/>
                  </a:lnTo>
                  <a:lnTo>
                    <a:pt x="3316500" y="3226145"/>
                  </a:lnTo>
                  <a:lnTo>
                    <a:pt x="3407818" y="3237273"/>
                  </a:lnTo>
                  <a:lnTo>
                    <a:pt x="3499313" y="3246818"/>
                  </a:lnTo>
                  <a:lnTo>
                    <a:pt x="3587049" y="3254741"/>
                  </a:lnTo>
                  <a:lnTo>
                    <a:pt x="3666569" y="3261020"/>
                  </a:lnTo>
                  <a:lnTo>
                    <a:pt x="3733647" y="3265693"/>
                  </a:lnTo>
                  <a:lnTo>
                    <a:pt x="3785206" y="3268885"/>
                  </a:lnTo>
                  <a:lnTo>
                    <a:pt x="3820116" y="3270817"/>
                  </a:lnTo>
                  <a:lnTo>
                    <a:pt x="3839585" y="3271785"/>
                  </a:lnTo>
                  <a:lnTo>
                    <a:pt x="3847103" y="3272123"/>
                  </a:lnTo>
                  <a:lnTo>
                    <a:pt x="3848118" y="3272165"/>
                  </a:lnTo>
                  <a:lnTo>
                    <a:pt x="4386855" y="3272165"/>
                  </a:lnTo>
                  <a:lnTo>
                    <a:pt x="4387986" y="3272070"/>
                  </a:lnTo>
                  <a:lnTo>
                    <a:pt x="4395387" y="3271398"/>
                  </a:lnTo>
                  <a:lnTo>
                    <a:pt x="4413929" y="3269540"/>
                  </a:lnTo>
                  <a:lnTo>
                    <a:pt x="4446785" y="3265888"/>
                  </a:lnTo>
                  <a:lnTo>
                    <a:pt x="4495156" y="3259900"/>
                  </a:lnTo>
                  <a:lnTo>
                    <a:pt x="4558197" y="3251160"/>
                  </a:lnTo>
                  <a:lnTo>
                    <a:pt x="4633318" y="3239419"/>
                  </a:lnTo>
                  <a:lnTo>
                    <a:pt x="4716821" y="3224587"/>
                  </a:lnTo>
                  <a:lnTo>
                    <a:pt x="4804671" y="3206688"/>
                  </a:lnTo>
                  <a:lnTo>
                    <a:pt x="4893176" y="3185794"/>
                  </a:lnTo>
                  <a:lnTo>
                    <a:pt x="4979410" y="3161954"/>
                  </a:lnTo>
                  <a:lnTo>
                    <a:pt x="5061374" y="3135143"/>
                  </a:lnTo>
                  <a:lnTo>
                    <a:pt x="5137950" y="3105225"/>
                  </a:lnTo>
                  <a:lnTo>
                    <a:pt x="5208740" y="3071943"/>
                  </a:lnTo>
                  <a:lnTo>
                    <a:pt x="5273879" y="3034911"/>
                  </a:lnTo>
                  <a:lnTo>
                    <a:pt x="5333854" y="2993625"/>
                  </a:lnTo>
                  <a:lnTo>
                    <a:pt x="5389369" y="2947485"/>
                  </a:lnTo>
                  <a:lnTo>
                    <a:pt x="5441234" y="2895825"/>
                  </a:lnTo>
                  <a:lnTo>
                    <a:pt x="5490288" y="2837992"/>
                  </a:lnTo>
                  <a:lnTo>
                    <a:pt x="5537328" y="2773452"/>
                  </a:lnTo>
                  <a:lnTo>
                    <a:pt x="5567201" y="2727711"/>
                  </a:lnTo>
                  <a:lnTo>
                    <a:pt x="5600663" y="2672193"/>
                  </a:lnTo>
                  <a:lnTo>
                    <a:pt x="5633817" y="2612825"/>
                  </a:lnTo>
                  <a:lnTo>
                    <a:pt x="5666846" y="2549528"/>
                  </a:lnTo>
                  <a:lnTo>
                    <a:pt x="5699894" y="2482280"/>
                  </a:lnTo>
                  <a:lnTo>
                    <a:pt x="5733074" y="2411118"/>
                  </a:lnTo>
                  <a:lnTo>
                    <a:pt x="5766468" y="2336147"/>
                  </a:lnTo>
                  <a:lnTo>
                    <a:pt x="5800128" y="2257541"/>
                  </a:lnTo>
                  <a:lnTo>
                    <a:pt x="5834084" y="2175550"/>
                  </a:lnTo>
                  <a:lnTo>
                    <a:pt x="5868341" y="2090492"/>
                  </a:lnTo>
                  <a:lnTo>
                    <a:pt x="5902884" y="2002760"/>
                  </a:lnTo>
                  <a:lnTo>
                    <a:pt x="5937676" y="1912807"/>
                  </a:lnTo>
                  <a:lnTo>
                    <a:pt x="5972670" y="1821142"/>
                  </a:lnTo>
                  <a:lnTo>
                    <a:pt x="6007804" y="1728319"/>
                  </a:lnTo>
                  <a:lnTo>
                    <a:pt x="6043009" y="1634922"/>
                  </a:lnTo>
                  <a:lnTo>
                    <a:pt x="6078210" y="1541550"/>
                  </a:lnTo>
                  <a:lnTo>
                    <a:pt x="6113335" y="1448801"/>
                  </a:lnTo>
                  <a:lnTo>
                    <a:pt x="6148314" y="1357258"/>
                  </a:lnTo>
                  <a:lnTo>
                    <a:pt x="6183088" y="1267470"/>
                  </a:lnTo>
                  <a:lnTo>
                    <a:pt x="6217608" y="1179944"/>
                  </a:lnTo>
                  <a:lnTo>
                    <a:pt x="6251840" y="1095127"/>
                  </a:lnTo>
                  <a:lnTo>
                    <a:pt x="6285771" y="1013405"/>
                  </a:lnTo>
                  <a:lnTo>
                    <a:pt x="6319408" y="935093"/>
                  </a:lnTo>
                  <a:lnTo>
                    <a:pt x="6352781" y="860433"/>
                  </a:lnTo>
                  <a:lnTo>
                    <a:pt x="6385947" y="789593"/>
                  </a:lnTo>
                  <a:lnTo>
                    <a:pt x="6418989" y="722672"/>
                  </a:lnTo>
                  <a:lnTo>
                    <a:pt x="6452022" y="659704"/>
                  </a:lnTo>
                  <a:lnTo>
                    <a:pt x="6485194" y="600659"/>
                  </a:lnTo>
                  <a:lnTo>
                    <a:pt x="6515891" y="549897"/>
                  </a:lnTo>
                  <a:lnTo>
                    <a:pt x="6561998" y="480849"/>
                  </a:lnTo>
                  <a:lnTo>
                    <a:pt x="6609656" y="418695"/>
                  </a:lnTo>
                  <a:lnTo>
                    <a:pt x="6659596" y="363086"/>
                  </a:lnTo>
                  <a:lnTo>
                    <a:pt x="6712640" y="313430"/>
                  </a:lnTo>
                  <a:lnTo>
                    <a:pt x="6769623" y="269056"/>
                  </a:lnTo>
                  <a:lnTo>
                    <a:pt x="6831329" y="229319"/>
                  </a:lnTo>
                  <a:lnTo>
                    <a:pt x="6898399" y="193647"/>
                  </a:lnTo>
                  <a:lnTo>
                    <a:pt x="6971216" y="161577"/>
                  </a:lnTo>
                  <a:lnTo>
                    <a:pt x="7049750" y="132766"/>
                  </a:lnTo>
                  <a:lnTo>
                    <a:pt x="7133374" y="107001"/>
                  </a:lnTo>
                  <a:lnTo>
                    <a:pt x="7220675" y="84187"/>
                  </a:lnTo>
                  <a:lnTo>
                    <a:pt x="7309329" y="64330"/>
                  </a:lnTo>
                  <a:lnTo>
                    <a:pt x="7396111" y="47494"/>
                  </a:lnTo>
                  <a:lnTo>
                    <a:pt x="7477146" y="33742"/>
                  </a:lnTo>
                  <a:lnTo>
                    <a:pt x="7548431" y="23066"/>
                  </a:lnTo>
                  <a:lnTo>
                    <a:pt x="7606568" y="15324"/>
                  </a:lnTo>
                  <a:lnTo>
                    <a:pt x="7649519" y="10206"/>
                  </a:lnTo>
                  <a:lnTo>
                    <a:pt x="7677138" y="7247"/>
                  </a:lnTo>
                  <a:lnTo>
                    <a:pt x="7691338" y="5873"/>
                  </a:lnTo>
                  <a:lnTo>
                    <a:pt x="7695919" y="547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7" y="94"/>
                  </a:lnTo>
                  <a:lnTo>
                    <a:pt x="7687706" y="766"/>
                  </a:lnTo>
                  <a:lnTo>
                    <a:pt x="7669164" y="2624"/>
                  </a:lnTo>
                  <a:lnTo>
                    <a:pt x="7636308" y="6276"/>
                  </a:lnTo>
                  <a:lnTo>
                    <a:pt x="7587937" y="12264"/>
                  </a:lnTo>
                  <a:lnTo>
                    <a:pt x="7524896" y="21004"/>
                  </a:lnTo>
                  <a:lnTo>
                    <a:pt x="7449775" y="32745"/>
                  </a:lnTo>
                  <a:lnTo>
                    <a:pt x="7366272" y="47577"/>
                  </a:lnTo>
                  <a:lnTo>
                    <a:pt x="7278421" y="65476"/>
                  </a:lnTo>
                  <a:lnTo>
                    <a:pt x="7189917" y="86370"/>
                  </a:lnTo>
                  <a:lnTo>
                    <a:pt x="7103683" y="110210"/>
                  </a:lnTo>
                  <a:lnTo>
                    <a:pt x="7021719" y="137022"/>
                  </a:lnTo>
                  <a:lnTo>
                    <a:pt x="6945143" y="166939"/>
                  </a:lnTo>
                  <a:lnTo>
                    <a:pt x="6874352" y="200221"/>
                  </a:lnTo>
                  <a:lnTo>
                    <a:pt x="6809214" y="237253"/>
                  </a:lnTo>
                  <a:lnTo>
                    <a:pt x="6749239" y="278539"/>
                  </a:lnTo>
                  <a:lnTo>
                    <a:pt x="6693724" y="324679"/>
                  </a:lnTo>
                  <a:lnTo>
                    <a:pt x="6641859" y="376339"/>
                  </a:lnTo>
                  <a:lnTo>
                    <a:pt x="6592805" y="434172"/>
                  </a:lnTo>
                  <a:lnTo>
                    <a:pt x="6545765" y="498712"/>
                  </a:lnTo>
                  <a:lnTo>
                    <a:pt x="6515891" y="544453"/>
                  </a:lnTo>
                  <a:lnTo>
                    <a:pt x="6482430" y="599971"/>
                  </a:lnTo>
                  <a:lnTo>
                    <a:pt x="6449276" y="659339"/>
                  </a:lnTo>
                  <a:lnTo>
                    <a:pt x="6416247" y="722636"/>
                  </a:lnTo>
                  <a:lnTo>
                    <a:pt x="6383198" y="789884"/>
                  </a:lnTo>
                  <a:lnTo>
                    <a:pt x="6350018" y="861046"/>
                  </a:lnTo>
                  <a:lnTo>
                    <a:pt x="6316625" y="936017"/>
                  </a:lnTo>
                  <a:lnTo>
                    <a:pt x="6282964" y="1014623"/>
                  </a:lnTo>
                  <a:lnTo>
                    <a:pt x="6249008" y="1096614"/>
                  </a:lnTo>
                  <a:lnTo>
                    <a:pt x="6214751" y="1181672"/>
                  </a:lnTo>
                  <a:lnTo>
                    <a:pt x="6180209" y="1269404"/>
                  </a:lnTo>
                  <a:lnTo>
                    <a:pt x="6145416" y="1359358"/>
                  </a:lnTo>
                  <a:lnTo>
                    <a:pt x="6110422" y="1451022"/>
                  </a:lnTo>
                  <a:lnTo>
                    <a:pt x="6075288" y="1543845"/>
                  </a:lnTo>
                  <a:lnTo>
                    <a:pt x="6040084" y="1637242"/>
                  </a:lnTo>
                  <a:lnTo>
                    <a:pt x="6004882" y="1730614"/>
                  </a:lnTo>
                  <a:lnTo>
                    <a:pt x="5969758" y="1823363"/>
                  </a:lnTo>
                  <a:lnTo>
                    <a:pt x="5934778" y="1914906"/>
                  </a:lnTo>
                  <a:lnTo>
                    <a:pt x="5900004" y="2004694"/>
                  </a:lnTo>
                  <a:lnTo>
                    <a:pt x="5865485" y="2092220"/>
                  </a:lnTo>
                  <a:lnTo>
                    <a:pt x="5831252" y="2177037"/>
                  </a:lnTo>
                  <a:lnTo>
                    <a:pt x="5797321" y="2258759"/>
                  </a:lnTo>
                  <a:lnTo>
                    <a:pt x="5763684" y="2337071"/>
                  </a:lnTo>
                  <a:lnTo>
                    <a:pt x="5730311" y="2411731"/>
                  </a:lnTo>
                  <a:lnTo>
                    <a:pt x="5697145" y="2482571"/>
                  </a:lnTo>
                  <a:lnTo>
                    <a:pt x="5664103" y="2549492"/>
                  </a:lnTo>
                  <a:lnTo>
                    <a:pt x="5631070" y="2612460"/>
                  </a:lnTo>
                  <a:lnTo>
                    <a:pt x="5597898" y="2671505"/>
                  </a:lnTo>
                  <a:lnTo>
                    <a:pt x="5567201" y="2722267"/>
                  </a:lnTo>
                  <a:lnTo>
                    <a:pt x="5521094" y="2791315"/>
                  </a:lnTo>
                  <a:lnTo>
                    <a:pt x="5473437" y="2853469"/>
                  </a:lnTo>
                  <a:lnTo>
                    <a:pt x="5423496" y="2909078"/>
                  </a:lnTo>
                  <a:lnTo>
                    <a:pt x="5370452" y="2958735"/>
                  </a:lnTo>
                  <a:lnTo>
                    <a:pt x="5313469" y="3003108"/>
                  </a:lnTo>
                  <a:lnTo>
                    <a:pt x="5251764" y="3042845"/>
                  </a:lnTo>
                  <a:lnTo>
                    <a:pt x="5184694" y="3078517"/>
                  </a:lnTo>
                  <a:lnTo>
                    <a:pt x="5111876" y="3110587"/>
                  </a:lnTo>
                  <a:lnTo>
                    <a:pt x="5033342" y="3139398"/>
                  </a:lnTo>
                  <a:lnTo>
                    <a:pt x="4949718" y="3165163"/>
                  </a:lnTo>
                  <a:lnTo>
                    <a:pt x="4862417" y="3187977"/>
                  </a:lnTo>
                  <a:lnTo>
                    <a:pt x="4773763" y="3207834"/>
                  </a:lnTo>
                  <a:lnTo>
                    <a:pt x="4686981" y="3224670"/>
                  </a:lnTo>
                  <a:lnTo>
                    <a:pt x="4605946" y="3238422"/>
                  </a:lnTo>
                  <a:lnTo>
                    <a:pt x="4534661" y="3249098"/>
                  </a:lnTo>
                  <a:lnTo>
                    <a:pt x="4476524" y="3256840"/>
                  </a:lnTo>
                  <a:lnTo>
                    <a:pt x="4433574" y="3261958"/>
                  </a:lnTo>
                  <a:lnTo>
                    <a:pt x="4405955" y="3264917"/>
                  </a:lnTo>
                  <a:lnTo>
                    <a:pt x="4391754" y="3266292"/>
                  </a:lnTo>
                  <a:lnTo>
                    <a:pt x="4387174" y="3266694"/>
                  </a:lnTo>
                  <a:lnTo>
                    <a:pt x="4386855" y="3266720"/>
                  </a:lnTo>
                  <a:lnTo>
                    <a:pt x="3848118" y="3266720"/>
                  </a:lnTo>
                  <a:lnTo>
                    <a:pt x="3846863" y="3266668"/>
                  </a:lnTo>
                  <a:lnTo>
                    <a:pt x="3838668" y="3266298"/>
                  </a:lnTo>
                  <a:lnTo>
                    <a:pt x="3818212" y="3265273"/>
                  </a:lnTo>
                  <a:lnTo>
                    <a:pt x="3782154" y="3263262"/>
                  </a:lnTo>
                  <a:lnTo>
                    <a:pt x="3729451" y="3259973"/>
                  </a:lnTo>
                  <a:lnTo>
                    <a:pt x="3661389" y="3255191"/>
                  </a:lnTo>
                  <a:lnTo>
                    <a:pt x="3581152" y="3248798"/>
                  </a:lnTo>
                  <a:lnTo>
                    <a:pt x="3493012" y="3240761"/>
                  </a:lnTo>
                  <a:lnTo>
                    <a:pt x="3401412" y="3231104"/>
                  </a:lnTo>
                  <a:lnTo>
                    <a:pt x="3310229" y="3219868"/>
                  </a:lnTo>
                  <a:lnTo>
                    <a:pt x="3222370" y="3207066"/>
                  </a:lnTo>
                  <a:lnTo>
                    <a:pt x="3139673" y="3192663"/>
                  </a:lnTo>
                  <a:lnTo>
                    <a:pt x="3063024" y="3176558"/>
                  </a:lnTo>
                  <a:lnTo>
                    <a:pt x="2992576" y="3158577"/>
                  </a:lnTo>
                  <a:lnTo>
                    <a:pt x="2927965" y="3138474"/>
                  </a:lnTo>
                  <a:lnTo>
                    <a:pt x="2868508" y="3115943"/>
                  </a:lnTo>
                  <a:lnTo>
                    <a:pt x="2813344" y="3090629"/>
                  </a:lnTo>
                  <a:lnTo>
                    <a:pt x="2761544" y="3062165"/>
                  </a:lnTo>
                  <a:lnTo>
                    <a:pt x="2712196" y="3030223"/>
                  </a:lnTo>
                  <a:lnTo>
                    <a:pt x="2667772" y="2997216"/>
                  </a:lnTo>
                  <a:lnTo>
                    <a:pt x="2624801" y="2961521"/>
                  </a:lnTo>
                  <a:lnTo>
                    <a:pt x="2582248" y="2922654"/>
                  </a:lnTo>
                  <a:lnTo>
                    <a:pt x="2539762" y="2880556"/>
                  </a:lnTo>
                  <a:lnTo>
                    <a:pt x="2497083" y="2835249"/>
                  </a:lnTo>
                  <a:lnTo>
                    <a:pt x="2454039" y="2786843"/>
                  </a:lnTo>
                  <a:lnTo>
                    <a:pt x="2410530" y="2735544"/>
                  </a:lnTo>
                  <a:lnTo>
                    <a:pt x="2366524" y="2681658"/>
                  </a:lnTo>
                  <a:lnTo>
                    <a:pt x="2322048" y="2625585"/>
                  </a:lnTo>
                  <a:lnTo>
                    <a:pt x="2277180" y="2567813"/>
                  </a:lnTo>
                  <a:lnTo>
                    <a:pt x="2232036" y="2508898"/>
                  </a:lnTo>
                  <a:lnTo>
                    <a:pt x="2186760" y="2449446"/>
                  </a:lnTo>
                  <a:lnTo>
                    <a:pt x="2141507" y="2390087"/>
                  </a:lnTo>
                  <a:lnTo>
                    <a:pt x="2096431" y="2331447"/>
                  </a:lnTo>
                  <a:lnTo>
                    <a:pt x="2051668" y="2274120"/>
                  </a:lnTo>
                  <a:lnTo>
                    <a:pt x="2007324" y="2218645"/>
                  </a:lnTo>
                  <a:lnTo>
                    <a:pt x="1963464" y="2165483"/>
                  </a:lnTo>
                  <a:lnTo>
                    <a:pt x="1920098" y="2115008"/>
                  </a:lnTo>
                  <a:lnTo>
                    <a:pt x="1877175" y="2067497"/>
                  </a:lnTo>
                  <a:lnTo>
                    <a:pt x="1834575" y="2023127"/>
                  </a:lnTo>
                  <a:lnTo>
                    <a:pt x="1792100" y="1981982"/>
                  </a:lnTo>
                  <a:lnTo>
                    <a:pt x="1749465" y="1944059"/>
                  </a:lnTo>
                  <a:lnTo>
                    <a:pt x="1719082" y="1919198"/>
                  </a:lnTo>
                  <a:lnTo>
                    <a:pt x="1671283" y="1883847"/>
                  </a:lnTo>
                  <a:lnTo>
                    <a:pt x="1621792" y="1852156"/>
                  </a:lnTo>
                  <a:lnTo>
                    <a:pt x="1569788" y="1823923"/>
                  </a:lnTo>
                  <a:lnTo>
                    <a:pt x="1514355" y="1798815"/>
                  </a:lnTo>
                  <a:lnTo>
                    <a:pt x="1454565" y="1776464"/>
                  </a:lnTo>
                  <a:lnTo>
                    <a:pt x="1389567" y="1756519"/>
                  </a:lnTo>
                  <a:lnTo>
                    <a:pt x="1318694" y="1738675"/>
                  </a:lnTo>
                  <a:lnTo>
                    <a:pt x="1241612" y="1722694"/>
                  </a:lnTo>
                  <a:lnTo>
                    <a:pt x="1158517" y="1708405"/>
                  </a:lnTo>
                  <a:lnTo>
                    <a:pt x="1070355" y="1695713"/>
                  </a:lnTo>
                  <a:lnTo>
                    <a:pt x="979037" y="1684585"/>
                  </a:lnTo>
                  <a:lnTo>
                    <a:pt x="887542" y="1675040"/>
                  </a:lnTo>
                  <a:lnTo>
                    <a:pt x="799805" y="1667117"/>
                  </a:lnTo>
                  <a:lnTo>
                    <a:pt x="720285" y="1660838"/>
                  </a:lnTo>
                  <a:lnTo>
                    <a:pt x="653208" y="1656165"/>
                  </a:lnTo>
                  <a:lnTo>
                    <a:pt x="601648" y="1652973"/>
                  </a:lnTo>
                  <a:lnTo>
                    <a:pt x="566739" y="1651041"/>
                  </a:lnTo>
                  <a:lnTo>
                    <a:pt x="547270" y="1650073"/>
                  </a:lnTo>
                  <a:lnTo>
                    <a:pt x="539751" y="1649735"/>
                  </a:lnTo>
                  <a:lnTo>
                    <a:pt x="538736" y="1649693"/>
                  </a:lnTo>
                  <a:lnTo>
                    <a:pt x="0" y="164969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85" name="pl885"/>
            <p:cNvSpPr/>
            <p:nvPr/>
          </p:nvSpPr>
          <p:spPr>
            <a:xfrm>
              <a:off x="546595" y="2432818"/>
              <a:ext cx="8234974" cy="3266720"/>
            </a:xfrm>
            <a:custGeom>
              <a:avLst/>
              <a:pathLst>
                <a:path w="8234974" h="3266720">
                  <a:moveTo>
                    <a:pt x="0" y="1649693"/>
                  </a:moveTo>
                  <a:lnTo>
                    <a:pt x="538736" y="1649693"/>
                  </a:lnTo>
                  <a:lnTo>
                    <a:pt x="539991" y="1649745"/>
                  </a:lnTo>
                  <a:lnTo>
                    <a:pt x="548186" y="1650116"/>
                  </a:lnTo>
                  <a:lnTo>
                    <a:pt x="568643" y="1651140"/>
                  </a:lnTo>
                  <a:lnTo>
                    <a:pt x="604700" y="1653152"/>
                  </a:lnTo>
                  <a:lnTo>
                    <a:pt x="657403" y="1656441"/>
                  </a:lnTo>
                  <a:lnTo>
                    <a:pt x="725465" y="1661222"/>
                  </a:lnTo>
                  <a:lnTo>
                    <a:pt x="805702" y="1667616"/>
                  </a:lnTo>
                  <a:lnTo>
                    <a:pt x="893842" y="1675653"/>
                  </a:lnTo>
                  <a:lnTo>
                    <a:pt x="985443" y="1685309"/>
                  </a:lnTo>
                  <a:lnTo>
                    <a:pt x="1076625" y="1696546"/>
                  </a:lnTo>
                  <a:lnTo>
                    <a:pt x="1164484" y="1709348"/>
                  </a:lnTo>
                  <a:lnTo>
                    <a:pt x="1247182" y="1723750"/>
                  </a:lnTo>
                  <a:lnTo>
                    <a:pt x="1323830" y="1739855"/>
                  </a:lnTo>
                  <a:lnTo>
                    <a:pt x="1394279" y="1757836"/>
                  </a:lnTo>
                  <a:lnTo>
                    <a:pt x="1458889" y="1777939"/>
                  </a:lnTo>
                  <a:lnTo>
                    <a:pt x="1518346" y="1800471"/>
                  </a:lnTo>
                  <a:lnTo>
                    <a:pt x="1573510" y="1825784"/>
                  </a:lnTo>
                  <a:lnTo>
                    <a:pt x="1625311" y="1854248"/>
                  </a:lnTo>
                  <a:lnTo>
                    <a:pt x="1674659" y="1886190"/>
                  </a:lnTo>
                  <a:lnTo>
                    <a:pt x="1719082" y="1919198"/>
                  </a:lnTo>
                  <a:lnTo>
                    <a:pt x="1762054" y="1954892"/>
                  </a:lnTo>
                  <a:lnTo>
                    <a:pt x="1804606" y="1993759"/>
                  </a:lnTo>
                  <a:lnTo>
                    <a:pt x="1847093" y="2035857"/>
                  </a:lnTo>
                  <a:lnTo>
                    <a:pt x="1889771" y="2081164"/>
                  </a:lnTo>
                  <a:lnTo>
                    <a:pt x="1932815" y="2129571"/>
                  </a:lnTo>
                  <a:lnTo>
                    <a:pt x="1976324" y="2180870"/>
                  </a:lnTo>
                  <a:lnTo>
                    <a:pt x="2020331" y="2234756"/>
                  </a:lnTo>
                  <a:lnTo>
                    <a:pt x="2064806" y="2290828"/>
                  </a:lnTo>
                  <a:lnTo>
                    <a:pt x="2109674" y="2348601"/>
                  </a:lnTo>
                  <a:lnTo>
                    <a:pt x="2154818" y="2407516"/>
                  </a:lnTo>
                  <a:lnTo>
                    <a:pt x="2200094" y="2466967"/>
                  </a:lnTo>
                  <a:lnTo>
                    <a:pt x="2245347" y="2526326"/>
                  </a:lnTo>
                  <a:lnTo>
                    <a:pt x="2290424" y="2584966"/>
                  </a:lnTo>
                  <a:lnTo>
                    <a:pt x="2335187" y="2642293"/>
                  </a:lnTo>
                  <a:lnTo>
                    <a:pt x="2379531" y="2697769"/>
                  </a:lnTo>
                  <a:lnTo>
                    <a:pt x="2423391" y="2750931"/>
                  </a:lnTo>
                  <a:lnTo>
                    <a:pt x="2466757" y="2801405"/>
                  </a:lnTo>
                  <a:lnTo>
                    <a:pt x="2509680" y="2848916"/>
                  </a:lnTo>
                  <a:lnTo>
                    <a:pt x="2552280" y="2893286"/>
                  </a:lnTo>
                  <a:lnTo>
                    <a:pt x="2594755" y="2934431"/>
                  </a:lnTo>
                  <a:lnTo>
                    <a:pt x="2637389" y="2972355"/>
                  </a:lnTo>
                  <a:lnTo>
                    <a:pt x="2667772" y="2997216"/>
                  </a:lnTo>
                  <a:lnTo>
                    <a:pt x="2715571" y="3032566"/>
                  </a:lnTo>
                  <a:lnTo>
                    <a:pt x="2765062" y="3064257"/>
                  </a:lnTo>
                  <a:lnTo>
                    <a:pt x="2817067" y="3092490"/>
                  </a:lnTo>
                  <a:lnTo>
                    <a:pt x="2872500" y="3117598"/>
                  </a:lnTo>
                  <a:lnTo>
                    <a:pt x="2932289" y="3139949"/>
                  </a:lnTo>
                  <a:lnTo>
                    <a:pt x="2997287" y="3159895"/>
                  </a:lnTo>
                  <a:lnTo>
                    <a:pt x="3068160" y="3177738"/>
                  </a:lnTo>
                  <a:lnTo>
                    <a:pt x="3145242" y="3193720"/>
                  </a:lnTo>
                  <a:lnTo>
                    <a:pt x="3228338" y="3208008"/>
                  </a:lnTo>
                  <a:lnTo>
                    <a:pt x="3316500" y="3220701"/>
                  </a:lnTo>
                  <a:lnTo>
                    <a:pt x="3407818" y="3231829"/>
                  </a:lnTo>
                  <a:lnTo>
                    <a:pt x="3499313" y="3241373"/>
                  </a:lnTo>
                  <a:lnTo>
                    <a:pt x="3587049" y="3249296"/>
                  </a:lnTo>
                  <a:lnTo>
                    <a:pt x="3666569" y="3255575"/>
                  </a:lnTo>
                  <a:lnTo>
                    <a:pt x="3733647" y="3260248"/>
                  </a:lnTo>
                  <a:lnTo>
                    <a:pt x="3785206" y="3263440"/>
                  </a:lnTo>
                  <a:lnTo>
                    <a:pt x="3820116" y="3265373"/>
                  </a:lnTo>
                  <a:lnTo>
                    <a:pt x="3839585" y="3266341"/>
                  </a:lnTo>
                  <a:lnTo>
                    <a:pt x="3847103" y="3266678"/>
                  </a:lnTo>
                  <a:lnTo>
                    <a:pt x="3848118" y="3266720"/>
                  </a:lnTo>
                  <a:lnTo>
                    <a:pt x="4386855" y="3266720"/>
                  </a:lnTo>
                  <a:lnTo>
                    <a:pt x="4387986" y="3266626"/>
                  </a:lnTo>
                  <a:lnTo>
                    <a:pt x="4395387" y="3265954"/>
                  </a:lnTo>
                  <a:lnTo>
                    <a:pt x="4413929" y="3264095"/>
                  </a:lnTo>
                  <a:lnTo>
                    <a:pt x="4446785" y="3260444"/>
                  </a:lnTo>
                  <a:lnTo>
                    <a:pt x="4495156" y="3254456"/>
                  </a:lnTo>
                  <a:lnTo>
                    <a:pt x="4558197" y="3245716"/>
                  </a:lnTo>
                  <a:lnTo>
                    <a:pt x="4633318" y="3233975"/>
                  </a:lnTo>
                  <a:lnTo>
                    <a:pt x="4716821" y="3219142"/>
                  </a:lnTo>
                  <a:lnTo>
                    <a:pt x="4804671" y="3201244"/>
                  </a:lnTo>
                  <a:lnTo>
                    <a:pt x="4893176" y="3180350"/>
                  </a:lnTo>
                  <a:lnTo>
                    <a:pt x="4979410" y="3156510"/>
                  </a:lnTo>
                  <a:lnTo>
                    <a:pt x="5061374" y="3129698"/>
                  </a:lnTo>
                  <a:lnTo>
                    <a:pt x="5137950" y="3099780"/>
                  </a:lnTo>
                  <a:lnTo>
                    <a:pt x="5208740" y="3066498"/>
                  </a:lnTo>
                  <a:lnTo>
                    <a:pt x="5273879" y="3029466"/>
                  </a:lnTo>
                  <a:lnTo>
                    <a:pt x="5333854" y="2988181"/>
                  </a:lnTo>
                  <a:lnTo>
                    <a:pt x="5389369" y="2942040"/>
                  </a:lnTo>
                  <a:lnTo>
                    <a:pt x="5441234" y="2890381"/>
                  </a:lnTo>
                  <a:lnTo>
                    <a:pt x="5490288" y="2832547"/>
                  </a:lnTo>
                  <a:lnTo>
                    <a:pt x="5537328" y="2768008"/>
                  </a:lnTo>
                  <a:lnTo>
                    <a:pt x="5567201" y="2722267"/>
                  </a:lnTo>
                  <a:lnTo>
                    <a:pt x="5600663" y="2666748"/>
                  </a:lnTo>
                  <a:lnTo>
                    <a:pt x="5633817" y="2607380"/>
                  </a:lnTo>
                  <a:lnTo>
                    <a:pt x="5666846" y="2544084"/>
                  </a:lnTo>
                  <a:lnTo>
                    <a:pt x="5699894" y="2476836"/>
                  </a:lnTo>
                  <a:lnTo>
                    <a:pt x="5733074" y="2405674"/>
                  </a:lnTo>
                  <a:lnTo>
                    <a:pt x="5766468" y="2330702"/>
                  </a:lnTo>
                  <a:lnTo>
                    <a:pt x="5800128" y="2252097"/>
                  </a:lnTo>
                  <a:lnTo>
                    <a:pt x="5834084" y="2170105"/>
                  </a:lnTo>
                  <a:lnTo>
                    <a:pt x="5868341" y="2085048"/>
                  </a:lnTo>
                  <a:lnTo>
                    <a:pt x="5902884" y="1997315"/>
                  </a:lnTo>
                  <a:lnTo>
                    <a:pt x="5937676" y="1907362"/>
                  </a:lnTo>
                  <a:lnTo>
                    <a:pt x="5972670" y="1815697"/>
                  </a:lnTo>
                  <a:lnTo>
                    <a:pt x="6007804" y="1722874"/>
                  </a:lnTo>
                  <a:lnTo>
                    <a:pt x="6043009" y="1629477"/>
                  </a:lnTo>
                  <a:lnTo>
                    <a:pt x="6078210" y="1536105"/>
                  </a:lnTo>
                  <a:lnTo>
                    <a:pt x="6113335" y="1443357"/>
                  </a:lnTo>
                  <a:lnTo>
                    <a:pt x="6148314" y="1351813"/>
                  </a:lnTo>
                  <a:lnTo>
                    <a:pt x="6183088" y="1262026"/>
                  </a:lnTo>
                  <a:lnTo>
                    <a:pt x="6217608" y="1174499"/>
                  </a:lnTo>
                  <a:lnTo>
                    <a:pt x="6251840" y="1089683"/>
                  </a:lnTo>
                  <a:lnTo>
                    <a:pt x="6285771" y="1007961"/>
                  </a:lnTo>
                  <a:lnTo>
                    <a:pt x="6319408" y="929649"/>
                  </a:lnTo>
                  <a:lnTo>
                    <a:pt x="6352781" y="854988"/>
                  </a:lnTo>
                  <a:lnTo>
                    <a:pt x="6385947" y="784148"/>
                  </a:lnTo>
                  <a:lnTo>
                    <a:pt x="6418989" y="717228"/>
                  </a:lnTo>
                  <a:lnTo>
                    <a:pt x="6452022" y="654259"/>
                  </a:lnTo>
                  <a:lnTo>
                    <a:pt x="6485194" y="595215"/>
                  </a:lnTo>
                  <a:lnTo>
                    <a:pt x="6515891" y="544453"/>
                  </a:lnTo>
                  <a:lnTo>
                    <a:pt x="6561998" y="475405"/>
                  </a:lnTo>
                  <a:lnTo>
                    <a:pt x="6609656" y="413251"/>
                  </a:lnTo>
                  <a:lnTo>
                    <a:pt x="6659596" y="357642"/>
                  </a:lnTo>
                  <a:lnTo>
                    <a:pt x="6712640" y="307985"/>
                  </a:lnTo>
                  <a:lnTo>
                    <a:pt x="6769623" y="263612"/>
                  </a:lnTo>
                  <a:lnTo>
                    <a:pt x="6831329" y="223875"/>
                  </a:lnTo>
                  <a:lnTo>
                    <a:pt x="6898399" y="188203"/>
                  </a:lnTo>
                  <a:lnTo>
                    <a:pt x="6971216" y="156132"/>
                  </a:lnTo>
                  <a:lnTo>
                    <a:pt x="7049750" y="127321"/>
                  </a:lnTo>
                  <a:lnTo>
                    <a:pt x="7133374" y="101556"/>
                  </a:lnTo>
                  <a:lnTo>
                    <a:pt x="7220675" y="78742"/>
                  </a:lnTo>
                  <a:lnTo>
                    <a:pt x="7309329" y="58886"/>
                  </a:lnTo>
                  <a:lnTo>
                    <a:pt x="7396111" y="42050"/>
                  </a:lnTo>
                  <a:lnTo>
                    <a:pt x="7477146" y="28298"/>
                  </a:lnTo>
                  <a:lnTo>
                    <a:pt x="7548431" y="17622"/>
                  </a:lnTo>
                  <a:lnTo>
                    <a:pt x="7606568" y="9879"/>
                  </a:lnTo>
                  <a:lnTo>
                    <a:pt x="7649519" y="4762"/>
                  </a:lnTo>
                  <a:lnTo>
                    <a:pt x="7677138" y="1802"/>
                  </a:lnTo>
                  <a:lnTo>
                    <a:pt x="7691338" y="428"/>
                  </a:lnTo>
                  <a:lnTo>
                    <a:pt x="7695919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6" name="pl886"/>
            <p:cNvSpPr/>
            <p:nvPr/>
          </p:nvSpPr>
          <p:spPr>
            <a:xfrm>
              <a:off x="546595" y="2427373"/>
              <a:ext cx="8234974" cy="3266720"/>
            </a:xfrm>
            <a:custGeom>
              <a:avLst/>
              <a:pathLst>
                <a:path w="8234974" h="3266720">
                  <a:moveTo>
                    <a:pt x="8234974" y="0"/>
                  </a:moveTo>
                  <a:lnTo>
                    <a:pt x="7696237" y="0"/>
                  </a:lnTo>
                  <a:lnTo>
                    <a:pt x="7695107" y="94"/>
                  </a:lnTo>
                  <a:lnTo>
                    <a:pt x="7687706" y="766"/>
                  </a:lnTo>
                  <a:lnTo>
                    <a:pt x="7669164" y="2624"/>
                  </a:lnTo>
                  <a:lnTo>
                    <a:pt x="7636308" y="6276"/>
                  </a:lnTo>
                  <a:lnTo>
                    <a:pt x="7587937" y="12264"/>
                  </a:lnTo>
                  <a:lnTo>
                    <a:pt x="7524896" y="21004"/>
                  </a:lnTo>
                  <a:lnTo>
                    <a:pt x="7449775" y="32745"/>
                  </a:lnTo>
                  <a:lnTo>
                    <a:pt x="7366272" y="47577"/>
                  </a:lnTo>
                  <a:lnTo>
                    <a:pt x="7278421" y="65476"/>
                  </a:lnTo>
                  <a:lnTo>
                    <a:pt x="7189917" y="86370"/>
                  </a:lnTo>
                  <a:lnTo>
                    <a:pt x="7103683" y="110210"/>
                  </a:lnTo>
                  <a:lnTo>
                    <a:pt x="7021719" y="137022"/>
                  </a:lnTo>
                  <a:lnTo>
                    <a:pt x="6945143" y="166939"/>
                  </a:lnTo>
                  <a:lnTo>
                    <a:pt x="6874352" y="200221"/>
                  </a:lnTo>
                  <a:lnTo>
                    <a:pt x="6809214" y="237253"/>
                  </a:lnTo>
                  <a:lnTo>
                    <a:pt x="6749239" y="278539"/>
                  </a:lnTo>
                  <a:lnTo>
                    <a:pt x="6693724" y="324679"/>
                  </a:lnTo>
                  <a:lnTo>
                    <a:pt x="6641859" y="376339"/>
                  </a:lnTo>
                  <a:lnTo>
                    <a:pt x="6592805" y="434172"/>
                  </a:lnTo>
                  <a:lnTo>
                    <a:pt x="6545765" y="498712"/>
                  </a:lnTo>
                  <a:lnTo>
                    <a:pt x="6515891" y="544453"/>
                  </a:lnTo>
                  <a:lnTo>
                    <a:pt x="6482430" y="599971"/>
                  </a:lnTo>
                  <a:lnTo>
                    <a:pt x="6449276" y="659339"/>
                  </a:lnTo>
                  <a:lnTo>
                    <a:pt x="6416247" y="722636"/>
                  </a:lnTo>
                  <a:lnTo>
                    <a:pt x="6383198" y="789884"/>
                  </a:lnTo>
                  <a:lnTo>
                    <a:pt x="6350018" y="861046"/>
                  </a:lnTo>
                  <a:lnTo>
                    <a:pt x="6316625" y="936017"/>
                  </a:lnTo>
                  <a:lnTo>
                    <a:pt x="6282964" y="1014623"/>
                  </a:lnTo>
                  <a:lnTo>
                    <a:pt x="6249008" y="1096614"/>
                  </a:lnTo>
                  <a:lnTo>
                    <a:pt x="6214751" y="1181672"/>
                  </a:lnTo>
                  <a:lnTo>
                    <a:pt x="6180209" y="1269404"/>
                  </a:lnTo>
                  <a:lnTo>
                    <a:pt x="6145416" y="1359358"/>
                  </a:lnTo>
                  <a:lnTo>
                    <a:pt x="6110422" y="1451022"/>
                  </a:lnTo>
                  <a:lnTo>
                    <a:pt x="6075288" y="1543845"/>
                  </a:lnTo>
                  <a:lnTo>
                    <a:pt x="6040084" y="1637242"/>
                  </a:lnTo>
                  <a:lnTo>
                    <a:pt x="6004882" y="1730614"/>
                  </a:lnTo>
                  <a:lnTo>
                    <a:pt x="5969758" y="1823363"/>
                  </a:lnTo>
                  <a:lnTo>
                    <a:pt x="5934778" y="1914906"/>
                  </a:lnTo>
                  <a:lnTo>
                    <a:pt x="5900004" y="2004694"/>
                  </a:lnTo>
                  <a:lnTo>
                    <a:pt x="5865485" y="2092220"/>
                  </a:lnTo>
                  <a:lnTo>
                    <a:pt x="5831252" y="2177037"/>
                  </a:lnTo>
                  <a:lnTo>
                    <a:pt x="5797321" y="2258759"/>
                  </a:lnTo>
                  <a:lnTo>
                    <a:pt x="5763684" y="2337071"/>
                  </a:lnTo>
                  <a:lnTo>
                    <a:pt x="5730311" y="2411731"/>
                  </a:lnTo>
                  <a:lnTo>
                    <a:pt x="5697145" y="2482571"/>
                  </a:lnTo>
                  <a:lnTo>
                    <a:pt x="5664103" y="2549492"/>
                  </a:lnTo>
                  <a:lnTo>
                    <a:pt x="5631070" y="2612460"/>
                  </a:lnTo>
                  <a:lnTo>
                    <a:pt x="5597898" y="2671505"/>
                  </a:lnTo>
                  <a:lnTo>
                    <a:pt x="5567201" y="2722267"/>
                  </a:lnTo>
                  <a:lnTo>
                    <a:pt x="5521094" y="2791315"/>
                  </a:lnTo>
                  <a:lnTo>
                    <a:pt x="5473437" y="2853469"/>
                  </a:lnTo>
                  <a:lnTo>
                    <a:pt x="5423496" y="2909078"/>
                  </a:lnTo>
                  <a:lnTo>
                    <a:pt x="5370452" y="2958735"/>
                  </a:lnTo>
                  <a:lnTo>
                    <a:pt x="5313469" y="3003108"/>
                  </a:lnTo>
                  <a:lnTo>
                    <a:pt x="5251764" y="3042845"/>
                  </a:lnTo>
                  <a:lnTo>
                    <a:pt x="5184694" y="3078517"/>
                  </a:lnTo>
                  <a:lnTo>
                    <a:pt x="5111876" y="3110587"/>
                  </a:lnTo>
                  <a:lnTo>
                    <a:pt x="5033342" y="3139398"/>
                  </a:lnTo>
                  <a:lnTo>
                    <a:pt x="4949718" y="3165163"/>
                  </a:lnTo>
                  <a:lnTo>
                    <a:pt x="4862417" y="3187977"/>
                  </a:lnTo>
                  <a:lnTo>
                    <a:pt x="4773763" y="3207834"/>
                  </a:lnTo>
                  <a:lnTo>
                    <a:pt x="4686981" y="3224670"/>
                  </a:lnTo>
                  <a:lnTo>
                    <a:pt x="4605946" y="3238422"/>
                  </a:lnTo>
                  <a:lnTo>
                    <a:pt x="4534661" y="3249098"/>
                  </a:lnTo>
                  <a:lnTo>
                    <a:pt x="4476524" y="3256840"/>
                  </a:lnTo>
                  <a:lnTo>
                    <a:pt x="4433574" y="3261958"/>
                  </a:lnTo>
                  <a:lnTo>
                    <a:pt x="4405955" y="3264917"/>
                  </a:lnTo>
                  <a:lnTo>
                    <a:pt x="4391754" y="3266292"/>
                  </a:lnTo>
                  <a:lnTo>
                    <a:pt x="4387174" y="3266694"/>
                  </a:lnTo>
                  <a:lnTo>
                    <a:pt x="4386855" y="3266720"/>
                  </a:lnTo>
                  <a:lnTo>
                    <a:pt x="3848118" y="3266720"/>
                  </a:lnTo>
                  <a:lnTo>
                    <a:pt x="3846863" y="3266668"/>
                  </a:lnTo>
                  <a:lnTo>
                    <a:pt x="3838668" y="3266298"/>
                  </a:lnTo>
                  <a:lnTo>
                    <a:pt x="3818212" y="3265273"/>
                  </a:lnTo>
                  <a:lnTo>
                    <a:pt x="3782154" y="3263262"/>
                  </a:lnTo>
                  <a:lnTo>
                    <a:pt x="3729451" y="3259973"/>
                  </a:lnTo>
                  <a:lnTo>
                    <a:pt x="3661389" y="3255191"/>
                  </a:lnTo>
                  <a:lnTo>
                    <a:pt x="3581152" y="3248798"/>
                  </a:lnTo>
                  <a:lnTo>
                    <a:pt x="3493012" y="3240761"/>
                  </a:lnTo>
                  <a:lnTo>
                    <a:pt x="3401412" y="3231104"/>
                  </a:lnTo>
                  <a:lnTo>
                    <a:pt x="3310229" y="3219868"/>
                  </a:lnTo>
                  <a:lnTo>
                    <a:pt x="3222370" y="3207066"/>
                  </a:lnTo>
                  <a:lnTo>
                    <a:pt x="3139673" y="3192663"/>
                  </a:lnTo>
                  <a:lnTo>
                    <a:pt x="3063024" y="3176558"/>
                  </a:lnTo>
                  <a:lnTo>
                    <a:pt x="2992576" y="3158577"/>
                  </a:lnTo>
                  <a:lnTo>
                    <a:pt x="2927965" y="3138474"/>
                  </a:lnTo>
                  <a:lnTo>
                    <a:pt x="2868508" y="3115943"/>
                  </a:lnTo>
                  <a:lnTo>
                    <a:pt x="2813344" y="3090629"/>
                  </a:lnTo>
                  <a:lnTo>
                    <a:pt x="2761544" y="3062165"/>
                  </a:lnTo>
                  <a:lnTo>
                    <a:pt x="2712196" y="3030223"/>
                  </a:lnTo>
                  <a:lnTo>
                    <a:pt x="2667772" y="2997216"/>
                  </a:lnTo>
                  <a:lnTo>
                    <a:pt x="2624801" y="2961521"/>
                  </a:lnTo>
                  <a:lnTo>
                    <a:pt x="2582248" y="2922654"/>
                  </a:lnTo>
                  <a:lnTo>
                    <a:pt x="2539762" y="2880556"/>
                  </a:lnTo>
                  <a:lnTo>
                    <a:pt x="2497083" y="2835249"/>
                  </a:lnTo>
                  <a:lnTo>
                    <a:pt x="2454039" y="2786843"/>
                  </a:lnTo>
                  <a:lnTo>
                    <a:pt x="2410530" y="2735544"/>
                  </a:lnTo>
                  <a:lnTo>
                    <a:pt x="2366524" y="2681658"/>
                  </a:lnTo>
                  <a:lnTo>
                    <a:pt x="2322048" y="2625585"/>
                  </a:lnTo>
                  <a:lnTo>
                    <a:pt x="2277180" y="2567813"/>
                  </a:lnTo>
                  <a:lnTo>
                    <a:pt x="2232036" y="2508898"/>
                  </a:lnTo>
                  <a:lnTo>
                    <a:pt x="2186760" y="2449446"/>
                  </a:lnTo>
                  <a:lnTo>
                    <a:pt x="2141507" y="2390087"/>
                  </a:lnTo>
                  <a:lnTo>
                    <a:pt x="2096431" y="2331447"/>
                  </a:lnTo>
                  <a:lnTo>
                    <a:pt x="2051668" y="2274120"/>
                  </a:lnTo>
                  <a:lnTo>
                    <a:pt x="2007324" y="2218645"/>
                  </a:lnTo>
                  <a:lnTo>
                    <a:pt x="1963464" y="2165483"/>
                  </a:lnTo>
                  <a:lnTo>
                    <a:pt x="1920098" y="2115008"/>
                  </a:lnTo>
                  <a:lnTo>
                    <a:pt x="1877175" y="2067497"/>
                  </a:lnTo>
                  <a:lnTo>
                    <a:pt x="1834575" y="2023127"/>
                  </a:lnTo>
                  <a:lnTo>
                    <a:pt x="1792100" y="1981982"/>
                  </a:lnTo>
                  <a:lnTo>
                    <a:pt x="1749465" y="1944059"/>
                  </a:lnTo>
                  <a:lnTo>
                    <a:pt x="1719082" y="1919198"/>
                  </a:lnTo>
                  <a:lnTo>
                    <a:pt x="1671283" y="1883847"/>
                  </a:lnTo>
                  <a:lnTo>
                    <a:pt x="1621792" y="1852156"/>
                  </a:lnTo>
                  <a:lnTo>
                    <a:pt x="1569788" y="1823923"/>
                  </a:lnTo>
                  <a:lnTo>
                    <a:pt x="1514355" y="1798815"/>
                  </a:lnTo>
                  <a:lnTo>
                    <a:pt x="1454565" y="1776464"/>
                  </a:lnTo>
                  <a:lnTo>
                    <a:pt x="1389567" y="1756519"/>
                  </a:lnTo>
                  <a:lnTo>
                    <a:pt x="1318694" y="1738675"/>
                  </a:lnTo>
                  <a:lnTo>
                    <a:pt x="1241612" y="1722694"/>
                  </a:lnTo>
                  <a:lnTo>
                    <a:pt x="1158517" y="1708405"/>
                  </a:lnTo>
                  <a:lnTo>
                    <a:pt x="1070355" y="1695713"/>
                  </a:lnTo>
                  <a:lnTo>
                    <a:pt x="979037" y="1684585"/>
                  </a:lnTo>
                  <a:lnTo>
                    <a:pt x="887542" y="1675040"/>
                  </a:lnTo>
                  <a:lnTo>
                    <a:pt x="799805" y="1667117"/>
                  </a:lnTo>
                  <a:lnTo>
                    <a:pt x="720285" y="1660838"/>
                  </a:lnTo>
                  <a:lnTo>
                    <a:pt x="653208" y="1656165"/>
                  </a:lnTo>
                  <a:lnTo>
                    <a:pt x="601648" y="1652973"/>
                  </a:lnTo>
                  <a:lnTo>
                    <a:pt x="566739" y="1651041"/>
                  </a:lnTo>
                  <a:lnTo>
                    <a:pt x="547270" y="1650073"/>
                  </a:lnTo>
                  <a:lnTo>
                    <a:pt x="539751" y="1649735"/>
                  </a:lnTo>
                  <a:lnTo>
                    <a:pt x="538736" y="1649693"/>
                  </a:lnTo>
                  <a:lnTo>
                    <a:pt x="0" y="1649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7" name="pg887"/>
            <p:cNvSpPr/>
            <p:nvPr/>
          </p:nvSpPr>
          <p:spPr>
            <a:xfrm>
              <a:off x="546595" y="2323927"/>
              <a:ext cx="8234974" cy="1312132"/>
            </a:xfrm>
            <a:custGeom>
              <a:avLst/>
              <a:pathLst>
                <a:path w="8234974" h="1312132">
                  <a:moveTo>
                    <a:pt x="0" y="1312132"/>
                  </a:moveTo>
                  <a:lnTo>
                    <a:pt x="538736" y="1312132"/>
                  </a:lnTo>
                  <a:lnTo>
                    <a:pt x="540028" y="1312107"/>
                  </a:lnTo>
                  <a:lnTo>
                    <a:pt x="548456" y="1311926"/>
                  </a:lnTo>
                  <a:lnTo>
                    <a:pt x="569472" y="1311425"/>
                  </a:lnTo>
                  <a:lnTo>
                    <a:pt x="606460" y="1310441"/>
                  </a:lnTo>
                  <a:lnTo>
                    <a:pt x="660410" y="1308835"/>
                  </a:lnTo>
                  <a:lnTo>
                    <a:pt x="729900" y="1306501"/>
                  </a:lnTo>
                  <a:lnTo>
                    <a:pt x="811567" y="1303386"/>
                  </a:lnTo>
                  <a:lnTo>
                    <a:pt x="900978" y="1299475"/>
                  </a:lnTo>
                  <a:lnTo>
                    <a:pt x="993579" y="1294782"/>
                  </a:lnTo>
                  <a:lnTo>
                    <a:pt x="1085449" y="1289325"/>
                  </a:lnTo>
                  <a:lnTo>
                    <a:pt x="1173701" y="1283109"/>
                  </a:lnTo>
                  <a:lnTo>
                    <a:pt x="1256549" y="1276115"/>
                  </a:lnTo>
                  <a:lnTo>
                    <a:pt x="1333177" y="1268289"/>
                  </a:lnTo>
                  <a:lnTo>
                    <a:pt x="1403506" y="1259541"/>
                  </a:lnTo>
                  <a:lnTo>
                    <a:pt x="1467963" y="1249747"/>
                  </a:lnTo>
                  <a:lnTo>
                    <a:pt x="1527286" y="1238753"/>
                  </a:lnTo>
                  <a:lnTo>
                    <a:pt x="1582378" y="1226384"/>
                  </a:lnTo>
                  <a:lnTo>
                    <a:pt x="1634198" y="1212460"/>
                  </a:lnTo>
                  <a:lnTo>
                    <a:pt x="1683674" y="1196831"/>
                  </a:lnTo>
                  <a:lnTo>
                    <a:pt x="1719082" y="1184186"/>
                  </a:lnTo>
                  <a:lnTo>
                    <a:pt x="1768633" y="1164494"/>
                  </a:lnTo>
                  <a:lnTo>
                    <a:pt x="1817703" y="1142788"/>
                  </a:lnTo>
                  <a:lnTo>
                    <a:pt x="1866800" y="1119039"/>
                  </a:lnTo>
                  <a:lnTo>
                    <a:pt x="1916271" y="1093286"/>
                  </a:lnTo>
                  <a:lnTo>
                    <a:pt x="1966319" y="1065648"/>
                  </a:lnTo>
                  <a:lnTo>
                    <a:pt x="2017024" y="1036326"/>
                  </a:lnTo>
                  <a:lnTo>
                    <a:pt x="2068358" y="1005602"/>
                  </a:lnTo>
                  <a:lnTo>
                    <a:pt x="2120203" y="973831"/>
                  </a:lnTo>
                  <a:lnTo>
                    <a:pt x="2172372" y="941425"/>
                  </a:lnTo>
                  <a:lnTo>
                    <a:pt x="2224637" y="908833"/>
                  </a:lnTo>
                  <a:lnTo>
                    <a:pt x="2276760" y="876516"/>
                  </a:lnTo>
                  <a:lnTo>
                    <a:pt x="2328518" y="844917"/>
                  </a:lnTo>
                  <a:lnTo>
                    <a:pt x="2379737" y="814440"/>
                  </a:lnTo>
                  <a:lnTo>
                    <a:pt x="2430314" y="785426"/>
                  </a:lnTo>
                  <a:lnTo>
                    <a:pt x="2480239" y="758142"/>
                  </a:lnTo>
                  <a:lnTo>
                    <a:pt x="2529617" y="732772"/>
                  </a:lnTo>
                  <a:lnTo>
                    <a:pt x="2578677" y="709419"/>
                  </a:lnTo>
                  <a:lnTo>
                    <a:pt x="2627795" y="688108"/>
                  </a:lnTo>
                  <a:lnTo>
                    <a:pt x="2667772" y="672399"/>
                  </a:lnTo>
                  <a:lnTo>
                    <a:pt x="2716049" y="655461"/>
                  </a:lnTo>
                  <a:lnTo>
                    <a:pt x="2766058" y="640293"/>
                  </a:lnTo>
                  <a:lnTo>
                    <a:pt x="2818648" y="626796"/>
                  </a:lnTo>
                  <a:lnTo>
                    <a:pt x="2874763" y="614807"/>
                  </a:lnTo>
                  <a:lnTo>
                    <a:pt x="2935357" y="604146"/>
                  </a:lnTo>
                  <a:lnTo>
                    <a:pt x="3001300" y="594642"/>
                  </a:lnTo>
                  <a:lnTo>
                    <a:pt x="3073266" y="586147"/>
                  </a:lnTo>
                  <a:lnTo>
                    <a:pt x="3151568" y="578548"/>
                  </a:lnTo>
                  <a:lnTo>
                    <a:pt x="3235956" y="571763"/>
                  </a:lnTo>
                  <a:lnTo>
                    <a:pt x="3325379" y="565748"/>
                  </a:lnTo>
                  <a:lnTo>
                    <a:pt x="3417768" y="560491"/>
                  </a:lnTo>
                  <a:lnTo>
                    <a:pt x="3509945" y="556002"/>
                  </a:lnTo>
                  <a:lnTo>
                    <a:pt x="3597766" y="552300"/>
                  </a:lnTo>
                  <a:lnTo>
                    <a:pt x="3676627" y="549394"/>
                  </a:lnTo>
                  <a:lnTo>
                    <a:pt x="3742279" y="547260"/>
                  </a:lnTo>
                  <a:lnTo>
                    <a:pt x="3791799" y="545829"/>
                  </a:lnTo>
                  <a:lnTo>
                    <a:pt x="3824377" y="544988"/>
                  </a:lnTo>
                  <a:lnTo>
                    <a:pt x="3841654" y="544587"/>
                  </a:lnTo>
                  <a:lnTo>
                    <a:pt x="3847594" y="544463"/>
                  </a:lnTo>
                  <a:lnTo>
                    <a:pt x="3848118" y="544453"/>
                  </a:lnTo>
                  <a:lnTo>
                    <a:pt x="4386855" y="544453"/>
                  </a:lnTo>
                  <a:lnTo>
                    <a:pt x="4388152" y="544435"/>
                  </a:lnTo>
                  <a:lnTo>
                    <a:pt x="4396616" y="544307"/>
                  </a:lnTo>
                  <a:lnTo>
                    <a:pt x="4417718" y="543954"/>
                  </a:lnTo>
                  <a:lnTo>
                    <a:pt x="4454848" y="543260"/>
                  </a:lnTo>
                  <a:lnTo>
                    <a:pt x="4508988" y="542127"/>
                  </a:lnTo>
                  <a:lnTo>
                    <a:pt x="4578695" y="540482"/>
                  </a:lnTo>
                  <a:lnTo>
                    <a:pt x="4660579" y="538286"/>
                  </a:lnTo>
                  <a:lnTo>
                    <a:pt x="4750181" y="535530"/>
                  </a:lnTo>
                  <a:lnTo>
                    <a:pt x="4842932" y="532223"/>
                  </a:lnTo>
                  <a:lnTo>
                    <a:pt x="4934904" y="528378"/>
                  </a:lnTo>
                  <a:lnTo>
                    <a:pt x="5023213" y="524000"/>
                  </a:lnTo>
                  <a:lnTo>
                    <a:pt x="5106082" y="519072"/>
                  </a:lnTo>
                  <a:lnTo>
                    <a:pt x="5182706" y="513558"/>
                  </a:lnTo>
                  <a:lnTo>
                    <a:pt x="5253016" y="507392"/>
                  </a:lnTo>
                  <a:lnTo>
                    <a:pt x="5317449" y="500489"/>
                  </a:lnTo>
                  <a:lnTo>
                    <a:pt x="5376752" y="492737"/>
                  </a:lnTo>
                  <a:lnTo>
                    <a:pt x="5431834" y="484015"/>
                  </a:lnTo>
                  <a:lnTo>
                    <a:pt x="5483659" y="474195"/>
                  </a:lnTo>
                  <a:lnTo>
                    <a:pt x="5533156" y="463171"/>
                  </a:lnTo>
                  <a:lnTo>
                    <a:pt x="5567201" y="454618"/>
                  </a:lnTo>
                  <a:lnTo>
                    <a:pt x="5618268" y="440344"/>
                  </a:lnTo>
                  <a:lnTo>
                    <a:pt x="5668842" y="424566"/>
                  </a:lnTo>
                  <a:lnTo>
                    <a:pt x="5719472" y="407263"/>
                  </a:lnTo>
                  <a:lnTo>
                    <a:pt x="5770523" y="388473"/>
                  </a:lnTo>
                  <a:lnTo>
                    <a:pt x="5822205" y="368291"/>
                  </a:lnTo>
                  <a:lnTo>
                    <a:pt x="5874587" y="346882"/>
                  </a:lnTo>
                  <a:lnTo>
                    <a:pt x="5927620" y="324472"/>
                  </a:lnTo>
                  <a:lnTo>
                    <a:pt x="5981157" y="301344"/>
                  </a:lnTo>
                  <a:lnTo>
                    <a:pt x="6034983" y="277823"/>
                  </a:lnTo>
                  <a:lnTo>
                    <a:pt x="6088840" y="254260"/>
                  </a:lnTo>
                  <a:lnTo>
                    <a:pt x="6142470" y="231005"/>
                  </a:lnTo>
                  <a:lnTo>
                    <a:pt x="6195642" y="208392"/>
                  </a:lnTo>
                  <a:lnTo>
                    <a:pt x="6248192" y="186716"/>
                  </a:lnTo>
                  <a:lnTo>
                    <a:pt x="6300042" y="166218"/>
                  </a:lnTo>
                  <a:lnTo>
                    <a:pt x="6351233" y="147077"/>
                  </a:lnTo>
                  <a:lnTo>
                    <a:pt x="6401939" y="129406"/>
                  </a:lnTo>
                  <a:lnTo>
                    <a:pt x="6452483" y="113257"/>
                  </a:lnTo>
                  <a:lnTo>
                    <a:pt x="6503368" y="98621"/>
                  </a:lnTo>
                  <a:lnTo>
                    <a:pt x="6515891" y="95279"/>
                  </a:lnTo>
                  <a:lnTo>
                    <a:pt x="6564240" y="83369"/>
                  </a:lnTo>
                  <a:lnTo>
                    <a:pt x="6614328" y="72706"/>
                  </a:lnTo>
                  <a:lnTo>
                    <a:pt x="6667007" y="63220"/>
                  </a:lnTo>
                  <a:lnTo>
                    <a:pt x="6723226" y="54795"/>
                  </a:lnTo>
                  <a:lnTo>
                    <a:pt x="6783942" y="47304"/>
                  </a:lnTo>
                  <a:lnTo>
                    <a:pt x="6850030" y="40627"/>
                  </a:lnTo>
                  <a:lnTo>
                    <a:pt x="6922162" y="34661"/>
                  </a:lnTo>
                  <a:lnTo>
                    <a:pt x="7000650" y="29323"/>
                  </a:lnTo>
                  <a:lnTo>
                    <a:pt x="7085234" y="24559"/>
                  </a:lnTo>
                  <a:lnTo>
                    <a:pt x="7174848" y="20338"/>
                  </a:lnTo>
                  <a:lnTo>
                    <a:pt x="7267397" y="16649"/>
                  </a:lnTo>
                  <a:lnTo>
                    <a:pt x="7359672" y="13502"/>
                  </a:lnTo>
                  <a:lnTo>
                    <a:pt x="7447499" y="10909"/>
                  </a:lnTo>
                  <a:lnTo>
                    <a:pt x="7526250" y="8877"/>
                  </a:lnTo>
                  <a:lnTo>
                    <a:pt x="7591677" y="7387"/>
                  </a:lnTo>
                  <a:lnTo>
                    <a:pt x="7640882" y="6392"/>
                  </a:lnTo>
                  <a:lnTo>
                    <a:pt x="7673105" y="5809"/>
                  </a:lnTo>
                  <a:lnTo>
                    <a:pt x="7690055" y="5534"/>
                  </a:lnTo>
                  <a:lnTo>
                    <a:pt x="7695770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0" y="17"/>
                  </a:lnTo>
                  <a:lnTo>
                    <a:pt x="7686476" y="145"/>
                  </a:lnTo>
                  <a:lnTo>
                    <a:pt x="7665374" y="499"/>
                  </a:lnTo>
                  <a:lnTo>
                    <a:pt x="7628244" y="1192"/>
                  </a:lnTo>
                  <a:lnTo>
                    <a:pt x="7574104" y="2325"/>
                  </a:lnTo>
                  <a:lnTo>
                    <a:pt x="7504397" y="3970"/>
                  </a:lnTo>
                  <a:lnTo>
                    <a:pt x="7422513" y="6166"/>
                  </a:lnTo>
                  <a:lnTo>
                    <a:pt x="7332911" y="8922"/>
                  </a:lnTo>
                  <a:lnTo>
                    <a:pt x="7240161" y="12229"/>
                  </a:lnTo>
                  <a:lnTo>
                    <a:pt x="7148188" y="16074"/>
                  </a:lnTo>
                  <a:lnTo>
                    <a:pt x="7059880" y="20453"/>
                  </a:lnTo>
                  <a:lnTo>
                    <a:pt x="6977010" y="25380"/>
                  </a:lnTo>
                  <a:lnTo>
                    <a:pt x="6900387" y="30895"/>
                  </a:lnTo>
                  <a:lnTo>
                    <a:pt x="6830077" y="37060"/>
                  </a:lnTo>
                  <a:lnTo>
                    <a:pt x="6765643" y="43964"/>
                  </a:lnTo>
                  <a:lnTo>
                    <a:pt x="6706340" y="51715"/>
                  </a:lnTo>
                  <a:lnTo>
                    <a:pt x="6651258" y="60438"/>
                  </a:lnTo>
                  <a:lnTo>
                    <a:pt x="6599433" y="70258"/>
                  </a:lnTo>
                  <a:lnTo>
                    <a:pt x="6549936" y="81282"/>
                  </a:lnTo>
                  <a:lnTo>
                    <a:pt x="6515891" y="89834"/>
                  </a:lnTo>
                  <a:lnTo>
                    <a:pt x="6464825" y="104109"/>
                  </a:lnTo>
                  <a:lnTo>
                    <a:pt x="6414250" y="119887"/>
                  </a:lnTo>
                  <a:lnTo>
                    <a:pt x="6363621" y="137189"/>
                  </a:lnTo>
                  <a:lnTo>
                    <a:pt x="6312569" y="155980"/>
                  </a:lnTo>
                  <a:lnTo>
                    <a:pt x="6260888" y="176161"/>
                  </a:lnTo>
                  <a:lnTo>
                    <a:pt x="6208506" y="197570"/>
                  </a:lnTo>
                  <a:lnTo>
                    <a:pt x="6155473" y="219980"/>
                  </a:lnTo>
                  <a:lnTo>
                    <a:pt x="6101935" y="243108"/>
                  </a:lnTo>
                  <a:lnTo>
                    <a:pt x="6048110" y="266629"/>
                  </a:lnTo>
                  <a:lnTo>
                    <a:pt x="5994252" y="290193"/>
                  </a:lnTo>
                  <a:lnTo>
                    <a:pt x="5940623" y="313448"/>
                  </a:lnTo>
                  <a:lnTo>
                    <a:pt x="5887450" y="336060"/>
                  </a:lnTo>
                  <a:lnTo>
                    <a:pt x="5834901" y="357737"/>
                  </a:lnTo>
                  <a:lnTo>
                    <a:pt x="5783050" y="378235"/>
                  </a:lnTo>
                  <a:lnTo>
                    <a:pt x="5731859" y="397376"/>
                  </a:lnTo>
                  <a:lnTo>
                    <a:pt x="5681154" y="415046"/>
                  </a:lnTo>
                  <a:lnTo>
                    <a:pt x="5630609" y="431196"/>
                  </a:lnTo>
                  <a:lnTo>
                    <a:pt x="5579724" y="445832"/>
                  </a:lnTo>
                  <a:lnTo>
                    <a:pt x="5567201" y="449174"/>
                  </a:lnTo>
                  <a:lnTo>
                    <a:pt x="5518852" y="461083"/>
                  </a:lnTo>
                  <a:lnTo>
                    <a:pt x="5468765" y="471746"/>
                  </a:lnTo>
                  <a:lnTo>
                    <a:pt x="5416085" y="481233"/>
                  </a:lnTo>
                  <a:lnTo>
                    <a:pt x="5359866" y="489658"/>
                  </a:lnTo>
                  <a:lnTo>
                    <a:pt x="5299150" y="497148"/>
                  </a:lnTo>
                  <a:lnTo>
                    <a:pt x="5233063" y="503825"/>
                  </a:lnTo>
                  <a:lnTo>
                    <a:pt x="5160931" y="509792"/>
                  </a:lnTo>
                  <a:lnTo>
                    <a:pt x="5082443" y="515129"/>
                  </a:lnTo>
                  <a:lnTo>
                    <a:pt x="4997858" y="519893"/>
                  </a:lnTo>
                  <a:lnTo>
                    <a:pt x="4908245" y="524115"/>
                  </a:lnTo>
                  <a:lnTo>
                    <a:pt x="4815695" y="527803"/>
                  </a:lnTo>
                  <a:lnTo>
                    <a:pt x="4723420" y="530950"/>
                  </a:lnTo>
                  <a:lnTo>
                    <a:pt x="4635593" y="533543"/>
                  </a:lnTo>
                  <a:lnTo>
                    <a:pt x="4556842" y="535575"/>
                  </a:lnTo>
                  <a:lnTo>
                    <a:pt x="4491415" y="537065"/>
                  </a:lnTo>
                  <a:lnTo>
                    <a:pt x="4442210" y="538060"/>
                  </a:lnTo>
                  <a:lnTo>
                    <a:pt x="4409987" y="538643"/>
                  </a:lnTo>
                  <a:lnTo>
                    <a:pt x="4393037" y="538918"/>
                  </a:lnTo>
                  <a:lnTo>
                    <a:pt x="4387322" y="539002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27" y="539034"/>
                  </a:lnTo>
                  <a:lnTo>
                    <a:pt x="3838398" y="539215"/>
                  </a:lnTo>
                  <a:lnTo>
                    <a:pt x="3817382" y="539716"/>
                  </a:lnTo>
                  <a:lnTo>
                    <a:pt x="3780395" y="540699"/>
                  </a:lnTo>
                  <a:lnTo>
                    <a:pt x="3726445" y="542306"/>
                  </a:lnTo>
                  <a:lnTo>
                    <a:pt x="3656955" y="544639"/>
                  </a:lnTo>
                  <a:lnTo>
                    <a:pt x="3575288" y="547755"/>
                  </a:lnTo>
                  <a:lnTo>
                    <a:pt x="3485877" y="551665"/>
                  </a:lnTo>
                  <a:lnTo>
                    <a:pt x="3393276" y="556359"/>
                  </a:lnTo>
                  <a:lnTo>
                    <a:pt x="3301405" y="561816"/>
                  </a:lnTo>
                  <a:lnTo>
                    <a:pt x="3213154" y="568031"/>
                  </a:lnTo>
                  <a:lnTo>
                    <a:pt x="3130305" y="575026"/>
                  </a:lnTo>
                  <a:lnTo>
                    <a:pt x="3053677" y="582852"/>
                  </a:lnTo>
                  <a:lnTo>
                    <a:pt x="2983348" y="591600"/>
                  </a:lnTo>
                  <a:lnTo>
                    <a:pt x="2918892" y="601394"/>
                  </a:lnTo>
                  <a:lnTo>
                    <a:pt x="2859569" y="612388"/>
                  </a:lnTo>
                  <a:lnTo>
                    <a:pt x="2804477" y="624757"/>
                  </a:lnTo>
                  <a:lnTo>
                    <a:pt x="2752657" y="638680"/>
                  </a:lnTo>
                  <a:lnTo>
                    <a:pt x="2703180" y="654309"/>
                  </a:lnTo>
                  <a:lnTo>
                    <a:pt x="2667772" y="666955"/>
                  </a:lnTo>
                  <a:lnTo>
                    <a:pt x="2618221" y="686647"/>
                  </a:lnTo>
                  <a:lnTo>
                    <a:pt x="2569152" y="708353"/>
                  </a:lnTo>
                  <a:lnTo>
                    <a:pt x="2520054" y="732102"/>
                  </a:lnTo>
                  <a:lnTo>
                    <a:pt x="2470584" y="757855"/>
                  </a:lnTo>
                  <a:lnTo>
                    <a:pt x="2420536" y="785492"/>
                  </a:lnTo>
                  <a:lnTo>
                    <a:pt x="2369831" y="814814"/>
                  </a:lnTo>
                  <a:lnTo>
                    <a:pt x="2318497" y="845538"/>
                  </a:lnTo>
                  <a:lnTo>
                    <a:pt x="2266652" y="877310"/>
                  </a:lnTo>
                  <a:lnTo>
                    <a:pt x="2214483" y="909716"/>
                  </a:lnTo>
                  <a:lnTo>
                    <a:pt x="2162217" y="942307"/>
                  </a:lnTo>
                  <a:lnTo>
                    <a:pt x="2110094" y="974625"/>
                  </a:lnTo>
                  <a:lnTo>
                    <a:pt x="2058336" y="1006223"/>
                  </a:lnTo>
                  <a:lnTo>
                    <a:pt x="2007117" y="1036701"/>
                  </a:lnTo>
                  <a:lnTo>
                    <a:pt x="1956541" y="1065715"/>
                  </a:lnTo>
                  <a:lnTo>
                    <a:pt x="1906615" y="1092999"/>
                  </a:lnTo>
                  <a:lnTo>
                    <a:pt x="1857237" y="1118369"/>
                  </a:lnTo>
                  <a:lnTo>
                    <a:pt x="1808177" y="1141722"/>
                  </a:lnTo>
                  <a:lnTo>
                    <a:pt x="1759059" y="1163032"/>
                  </a:lnTo>
                  <a:lnTo>
                    <a:pt x="1719082" y="1178741"/>
                  </a:lnTo>
                  <a:lnTo>
                    <a:pt x="1670806" y="1195680"/>
                  </a:lnTo>
                  <a:lnTo>
                    <a:pt x="1620797" y="1210848"/>
                  </a:lnTo>
                  <a:lnTo>
                    <a:pt x="1568207" y="1224345"/>
                  </a:lnTo>
                  <a:lnTo>
                    <a:pt x="1512091" y="1236333"/>
                  </a:lnTo>
                  <a:lnTo>
                    <a:pt x="1451498" y="1246995"/>
                  </a:lnTo>
                  <a:lnTo>
                    <a:pt x="1385554" y="1256499"/>
                  </a:lnTo>
                  <a:lnTo>
                    <a:pt x="1313589" y="1264993"/>
                  </a:lnTo>
                  <a:lnTo>
                    <a:pt x="1235287" y="1272593"/>
                  </a:lnTo>
                  <a:lnTo>
                    <a:pt x="1150899" y="1279378"/>
                  </a:lnTo>
                  <a:lnTo>
                    <a:pt x="1061476" y="1285393"/>
                  </a:lnTo>
                  <a:lnTo>
                    <a:pt x="969086" y="1290650"/>
                  </a:lnTo>
                  <a:lnTo>
                    <a:pt x="876910" y="1295139"/>
                  </a:lnTo>
                  <a:lnTo>
                    <a:pt x="789088" y="1298840"/>
                  </a:lnTo>
                  <a:lnTo>
                    <a:pt x="710228" y="1301747"/>
                  </a:lnTo>
                  <a:lnTo>
                    <a:pt x="644576" y="1303881"/>
                  </a:lnTo>
                  <a:lnTo>
                    <a:pt x="595055" y="1305311"/>
                  </a:lnTo>
                  <a:lnTo>
                    <a:pt x="562477" y="1306152"/>
                  </a:lnTo>
                  <a:lnTo>
                    <a:pt x="545201" y="1306553"/>
                  </a:lnTo>
                  <a:lnTo>
                    <a:pt x="539260" y="1306678"/>
                  </a:lnTo>
                  <a:lnTo>
                    <a:pt x="538736" y="1306688"/>
                  </a:lnTo>
                  <a:lnTo>
                    <a:pt x="0" y="130668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88" name="pl888"/>
            <p:cNvSpPr/>
            <p:nvPr/>
          </p:nvSpPr>
          <p:spPr>
            <a:xfrm>
              <a:off x="546595" y="2329372"/>
              <a:ext cx="8234974" cy="1306688"/>
            </a:xfrm>
            <a:custGeom>
              <a:avLst/>
              <a:pathLst>
                <a:path w="8234974" h="1306688">
                  <a:moveTo>
                    <a:pt x="0" y="1306688"/>
                  </a:moveTo>
                  <a:lnTo>
                    <a:pt x="538736" y="1306688"/>
                  </a:lnTo>
                  <a:lnTo>
                    <a:pt x="540028" y="1306662"/>
                  </a:lnTo>
                  <a:lnTo>
                    <a:pt x="548456" y="1306481"/>
                  </a:lnTo>
                  <a:lnTo>
                    <a:pt x="569472" y="1305980"/>
                  </a:lnTo>
                  <a:lnTo>
                    <a:pt x="606460" y="1304997"/>
                  </a:lnTo>
                  <a:lnTo>
                    <a:pt x="660410" y="1303390"/>
                  </a:lnTo>
                  <a:lnTo>
                    <a:pt x="729900" y="1301057"/>
                  </a:lnTo>
                  <a:lnTo>
                    <a:pt x="811567" y="1297941"/>
                  </a:lnTo>
                  <a:lnTo>
                    <a:pt x="900978" y="1294031"/>
                  </a:lnTo>
                  <a:lnTo>
                    <a:pt x="993579" y="1289337"/>
                  </a:lnTo>
                  <a:lnTo>
                    <a:pt x="1085449" y="1283880"/>
                  </a:lnTo>
                  <a:lnTo>
                    <a:pt x="1173701" y="1277665"/>
                  </a:lnTo>
                  <a:lnTo>
                    <a:pt x="1256549" y="1270671"/>
                  </a:lnTo>
                  <a:lnTo>
                    <a:pt x="1333177" y="1262844"/>
                  </a:lnTo>
                  <a:lnTo>
                    <a:pt x="1403506" y="1254096"/>
                  </a:lnTo>
                  <a:lnTo>
                    <a:pt x="1467963" y="1244302"/>
                  </a:lnTo>
                  <a:lnTo>
                    <a:pt x="1527286" y="1233308"/>
                  </a:lnTo>
                  <a:lnTo>
                    <a:pt x="1582378" y="1220939"/>
                  </a:lnTo>
                  <a:lnTo>
                    <a:pt x="1634198" y="1207016"/>
                  </a:lnTo>
                  <a:lnTo>
                    <a:pt x="1683674" y="1191387"/>
                  </a:lnTo>
                  <a:lnTo>
                    <a:pt x="1719082" y="1178741"/>
                  </a:lnTo>
                  <a:lnTo>
                    <a:pt x="1768633" y="1159049"/>
                  </a:lnTo>
                  <a:lnTo>
                    <a:pt x="1817703" y="1137343"/>
                  </a:lnTo>
                  <a:lnTo>
                    <a:pt x="1866800" y="1113594"/>
                  </a:lnTo>
                  <a:lnTo>
                    <a:pt x="1916271" y="1087841"/>
                  </a:lnTo>
                  <a:lnTo>
                    <a:pt x="1966319" y="1060204"/>
                  </a:lnTo>
                  <a:lnTo>
                    <a:pt x="2017024" y="1030882"/>
                  </a:lnTo>
                  <a:lnTo>
                    <a:pt x="2068358" y="1000158"/>
                  </a:lnTo>
                  <a:lnTo>
                    <a:pt x="2120203" y="968386"/>
                  </a:lnTo>
                  <a:lnTo>
                    <a:pt x="2172372" y="935980"/>
                  </a:lnTo>
                  <a:lnTo>
                    <a:pt x="2224637" y="903389"/>
                  </a:lnTo>
                  <a:lnTo>
                    <a:pt x="2276760" y="871072"/>
                  </a:lnTo>
                  <a:lnTo>
                    <a:pt x="2328518" y="839473"/>
                  </a:lnTo>
                  <a:lnTo>
                    <a:pt x="2379737" y="808996"/>
                  </a:lnTo>
                  <a:lnTo>
                    <a:pt x="2430314" y="779981"/>
                  </a:lnTo>
                  <a:lnTo>
                    <a:pt x="2480239" y="752697"/>
                  </a:lnTo>
                  <a:lnTo>
                    <a:pt x="2529617" y="727327"/>
                  </a:lnTo>
                  <a:lnTo>
                    <a:pt x="2578677" y="703974"/>
                  </a:lnTo>
                  <a:lnTo>
                    <a:pt x="2627795" y="682664"/>
                  </a:lnTo>
                  <a:lnTo>
                    <a:pt x="2667772" y="666955"/>
                  </a:lnTo>
                  <a:lnTo>
                    <a:pt x="2716049" y="650016"/>
                  </a:lnTo>
                  <a:lnTo>
                    <a:pt x="2766058" y="634848"/>
                  </a:lnTo>
                  <a:lnTo>
                    <a:pt x="2818648" y="621352"/>
                  </a:lnTo>
                  <a:lnTo>
                    <a:pt x="2874763" y="609363"/>
                  </a:lnTo>
                  <a:lnTo>
                    <a:pt x="2935357" y="598702"/>
                  </a:lnTo>
                  <a:lnTo>
                    <a:pt x="3001300" y="589197"/>
                  </a:lnTo>
                  <a:lnTo>
                    <a:pt x="3073266" y="580703"/>
                  </a:lnTo>
                  <a:lnTo>
                    <a:pt x="3151568" y="573103"/>
                  </a:lnTo>
                  <a:lnTo>
                    <a:pt x="3235956" y="566318"/>
                  </a:lnTo>
                  <a:lnTo>
                    <a:pt x="3325379" y="560304"/>
                  </a:lnTo>
                  <a:lnTo>
                    <a:pt x="3417768" y="555046"/>
                  </a:lnTo>
                  <a:lnTo>
                    <a:pt x="3509945" y="550557"/>
                  </a:lnTo>
                  <a:lnTo>
                    <a:pt x="3597766" y="546856"/>
                  </a:lnTo>
                  <a:lnTo>
                    <a:pt x="3676627" y="543950"/>
                  </a:lnTo>
                  <a:lnTo>
                    <a:pt x="3742279" y="541815"/>
                  </a:lnTo>
                  <a:lnTo>
                    <a:pt x="3791799" y="540385"/>
                  </a:lnTo>
                  <a:lnTo>
                    <a:pt x="3824377" y="539544"/>
                  </a:lnTo>
                  <a:lnTo>
                    <a:pt x="3841654" y="539143"/>
                  </a:lnTo>
                  <a:lnTo>
                    <a:pt x="3847594" y="539018"/>
                  </a:lnTo>
                  <a:lnTo>
                    <a:pt x="3848118" y="539008"/>
                  </a:lnTo>
                  <a:lnTo>
                    <a:pt x="4386855" y="539008"/>
                  </a:lnTo>
                  <a:lnTo>
                    <a:pt x="4388152" y="538990"/>
                  </a:lnTo>
                  <a:lnTo>
                    <a:pt x="4396616" y="538863"/>
                  </a:lnTo>
                  <a:lnTo>
                    <a:pt x="4417718" y="538509"/>
                  </a:lnTo>
                  <a:lnTo>
                    <a:pt x="4454848" y="537816"/>
                  </a:lnTo>
                  <a:lnTo>
                    <a:pt x="4508988" y="536683"/>
                  </a:lnTo>
                  <a:lnTo>
                    <a:pt x="4578695" y="535038"/>
                  </a:lnTo>
                  <a:lnTo>
                    <a:pt x="4660579" y="532842"/>
                  </a:lnTo>
                  <a:lnTo>
                    <a:pt x="4750181" y="530086"/>
                  </a:lnTo>
                  <a:lnTo>
                    <a:pt x="4842932" y="526779"/>
                  </a:lnTo>
                  <a:lnTo>
                    <a:pt x="4934904" y="522934"/>
                  </a:lnTo>
                  <a:lnTo>
                    <a:pt x="5023213" y="518555"/>
                  </a:lnTo>
                  <a:lnTo>
                    <a:pt x="5106082" y="513628"/>
                  </a:lnTo>
                  <a:lnTo>
                    <a:pt x="5182706" y="508113"/>
                  </a:lnTo>
                  <a:lnTo>
                    <a:pt x="5253016" y="501948"/>
                  </a:lnTo>
                  <a:lnTo>
                    <a:pt x="5317449" y="495044"/>
                  </a:lnTo>
                  <a:lnTo>
                    <a:pt x="5376752" y="487293"/>
                  </a:lnTo>
                  <a:lnTo>
                    <a:pt x="5431834" y="478570"/>
                  </a:lnTo>
                  <a:lnTo>
                    <a:pt x="5483659" y="468750"/>
                  </a:lnTo>
                  <a:lnTo>
                    <a:pt x="5533156" y="457726"/>
                  </a:lnTo>
                  <a:lnTo>
                    <a:pt x="5567201" y="449174"/>
                  </a:lnTo>
                  <a:lnTo>
                    <a:pt x="5618268" y="434899"/>
                  </a:lnTo>
                  <a:lnTo>
                    <a:pt x="5668842" y="419121"/>
                  </a:lnTo>
                  <a:lnTo>
                    <a:pt x="5719472" y="401819"/>
                  </a:lnTo>
                  <a:lnTo>
                    <a:pt x="5770523" y="383028"/>
                  </a:lnTo>
                  <a:lnTo>
                    <a:pt x="5822205" y="362847"/>
                  </a:lnTo>
                  <a:lnTo>
                    <a:pt x="5874587" y="341437"/>
                  </a:lnTo>
                  <a:lnTo>
                    <a:pt x="5927620" y="319027"/>
                  </a:lnTo>
                  <a:lnTo>
                    <a:pt x="5981157" y="295899"/>
                  </a:lnTo>
                  <a:lnTo>
                    <a:pt x="6034983" y="272379"/>
                  </a:lnTo>
                  <a:lnTo>
                    <a:pt x="6088840" y="248815"/>
                  </a:lnTo>
                  <a:lnTo>
                    <a:pt x="6142470" y="225560"/>
                  </a:lnTo>
                  <a:lnTo>
                    <a:pt x="6195642" y="202947"/>
                  </a:lnTo>
                  <a:lnTo>
                    <a:pt x="6248192" y="181271"/>
                  </a:lnTo>
                  <a:lnTo>
                    <a:pt x="6300042" y="160773"/>
                  </a:lnTo>
                  <a:lnTo>
                    <a:pt x="6351233" y="141632"/>
                  </a:lnTo>
                  <a:lnTo>
                    <a:pt x="6401939" y="123962"/>
                  </a:lnTo>
                  <a:lnTo>
                    <a:pt x="6452483" y="107812"/>
                  </a:lnTo>
                  <a:lnTo>
                    <a:pt x="6503368" y="93176"/>
                  </a:lnTo>
                  <a:lnTo>
                    <a:pt x="6515891" y="89834"/>
                  </a:lnTo>
                  <a:lnTo>
                    <a:pt x="6564240" y="77924"/>
                  </a:lnTo>
                  <a:lnTo>
                    <a:pt x="6614328" y="67262"/>
                  </a:lnTo>
                  <a:lnTo>
                    <a:pt x="6667007" y="57775"/>
                  </a:lnTo>
                  <a:lnTo>
                    <a:pt x="6723226" y="49350"/>
                  </a:lnTo>
                  <a:lnTo>
                    <a:pt x="6783942" y="41860"/>
                  </a:lnTo>
                  <a:lnTo>
                    <a:pt x="6850030" y="35183"/>
                  </a:lnTo>
                  <a:lnTo>
                    <a:pt x="6922162" y="29216"/>
                  </a:lnTo>
                  <a:lnTo>
                    <a:pt x="7000650" y="23879"/>
                  </a:lnTo>
                  <a:lnTo>
                    <a:pt x="7085234" y="19115"/>
                  </a:lnTo>
                  <a:lnTo>
                    <a:pt x="7174848" y="14893"/>
                  </a:lnTo>
                  <a:lnTo>
                    <a:pt x="7267397" y="11205"/>
                  </a:lnTo>
                  <a:lnTo>
                    <a:pt x="7359672" y="8057"/>
                  </a:lnTo>
                  <a:lnTo>
                    <a:pt x="7447499" y="5465"/>
                  </a:lnTo>
                  <a:lnTo>
                    <a:pt x="7526250" y="3432"/>
                  </a:lnTo>
                  <a:lnTo>
                    <a:pt x="7591677" y="1943"/>
                  </a:lnTo>
                  <a:lnTo>
                    <a:pt x="7640882" y="947"/>
                  </a:lnTo>
                  <a:lnTo>
                    <a:pt x="7673105" y="365"/>
                  </a:lnTo>
                  <a:lnTo>
                    <a:pt x="7690055" y="90"/>
                  </a:lnTo>
                  <a:lnTo>
                    <a:pt x="769577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9" name="pl889"/>
            <p:cNvSpPr/>
            <p:nvPr/>
          </p:nvSpPr>
          <p:spPr>
            <a:xfrm>
              <a:off x="546595" y="2323927"/>
              <a:ext cx="8234974" cy="1306688"/>
            </a:xfrm>
            <a:custGeom>
              <a:avLst/>
              <a:pathLst>
                <a:path w="8234974" h="1306688">
                  <a:moveTo>
                    <a:pt x="8234974" y="0"/>
                  </a:moveTo>
                  <a:lnTo>
                    <a:pt x="7696237" y="0"/>
                  </a:lnTo>
                  <a:lnTo>
                    <a:pt x="7694940" y="17"/>
                  </a:lnTo>
                  <a:lnTo>
                    <a:pt x="7686476" y="145"/>
                  </a:lnTo>
                  <a:lnTo>
                    <a:pt x="7665374" y="499"/>
                  </a:lnTo>
                  <a:lnTo>
                    <a:pt x="7628244" y="1192"/>
                  </a:lnTo>
                  <a:lnTo>
                    <a:pt x="7574104" y="2325"/>
                  </a:lnTo>
                  <a:lnTo>
                    <a:pt x="7504397" y="3970"/>
                  </a:lnTo>
                  <a:lnTo>
                    <a:pt x="7422513" y="6166"/>
                  </a:lnTo>
                  <a:lnTo>
                    <a:pt x="7332911" y="8922"/>
                  </a:lnTo>
                  <a:lnTo>
                    <a:pt x="7240161" y="12229"/>
                  </a:lnTo>
                  <a:lnTo>
                    <a:pt x="7148188" y="16074"/>
                  </a:lnTo>
                  <a:lnTo>
                    <a:pt x="7059880" y="20453"/>
                  </a:lnTo>
                  <a:lnTo>
                    <a:pt x="6977010" y="25380"/>
                  </a:lnTo>
                  <a:lnTo>
                    <a:pt x="6900387" y="30895"/>
                  </a:lnTo>
                  <a:lnTo>
                    <a:pt x="6830077" y="37060"/>
                  </a:lnTo>
                  <a:lnTo>
                    <a:pt x="6765643" y="43964"/>
                  </a:lnTo>
                  <a:lnTo>
                    <a:pt x="6706340" y="51715"/>
                  </a:lnTo>
                  <a:lnTo>
                    <a:pt x="6651258" y="60438"/>
                  </a:lnTo>
                  <a:lnTo>
                    <a:pt x="6599433" y="70258"/>
                  </a:lnTo>
                  <a:lnTo>
                    <a:pt x="6549936" y="81282"/>
                  </a:lnTo>
                  <a:lnTo>
                    <a:pt x="6515891" y="89834"/>
                  </a:lnTo>
                  <a:lnTo>
                    <a:pt x="6464825" y="104109"/>
                  </a:lnTo>
                  <a:lnTo>
                    <a:pt x="6414250" y="119887"/>
                  </a:lnTo>
                  <a:lnTo>
                    <a:pt x="6363621" y="137189"/>
                  </a:lnTo>
                  <a:lnTo>
                    <a:pt x="6312569" y="155980"/>
                  </a:lnTo>
                  <a:lnTo>
                    <a:pt x="6260888" y="176161"/>
                  </a:lnTo>
                  <a:lnTo>
                    <a:pt x="6208506" y="197570"/>
                  </a:lnTo>
                  <a:lnTo>
                    <a:pt x="6155473" y="219980"/>
                  </a:lnTo>
                  <a:lnTo>
                    <a:pt x="6101935" y="243108"/>
                  </a:lnTo>
                  <a:lnTo>
                    <a:pt x="6048110" y="266629"/>
                  </a:lnTo>
                  <a:lnTo>
                    <a:pt x="5994252" y="290193"/>
                  </a:lnTo>
                  <a:lnTo>
                    <a:pt x="5940623" y="313448"/>
                  </a:lnTo>
                  <a:lnTo>
                    <a:pt x="5887450" y="336060"/>
                  </a:lnTo>
                  <a:lnTo>
                    <a:pt x="5834901" y="357737"/>
                  </a:lnTo>
                  <a:lnTo>
                    <a:pt x="5783050" y="378235"/>
                  </a:lnTo>
                  <a:lnTo>
                    <a:pt x="5731859" y="397376"/>
                  </a:lnTo>
                  <a:lnTo>
                    <a:pt x="5681154" y="415046"/>
                  </a:lnTo>
                  <a:lnTo>
                    <a:pt x="5630609" y="431196"/>
                  </a:lnTo>
                  <a:lnTo>
                    <a:pt x="5579724" y="445832"/>
                  </a:lnTo>
                  <a:lnTo>
                    <a:pt x="5567201" y="449174"/>
                  </a:lnTo>
                  <a:lnTo>
                    <a:pt x="5518852" y="461083"/>
                  </a:lnTo>
                  <a:lnTo>
                    <a:pt x="5468765" y="471746"/>
                  </a:lnTo>
                  <a:lnTo>
                    <a:pt x="5416085" y="481233"/>
                  </a:lnTo>
                  <a:lnTo>
                    <a:pt x="5359866" y="489658"/>
                  </a:lnTo>
                  <a:lnTo>
                    <a:pt x="5299150" y="497148"/>
                  </a:lnTo>
                  <a:lnTo>
                    <a:pt x="5233063" y="503825"/>
                  </a:lnTo>
                  <a:lnTo>
                    <a:pt x="5160931" y="509792"/>
                  </a:lnTo>
                  <a:lnTo>
                    <a:pt x="5082443" y="515129"/>
                  </a:lnTo>
                  <a:lnTo>
                    <a:pt x="4997858" y="519893"/>
                  </a:lnTo>
                  <a:lnTo>
                    <a:pt x="4908245" y="524115"/>
                  </a:lnTo>
                  <a:lnTo>
                    <a:pt x="4815695" y="527803"/>
                  </a:lnTo>
                  <a:lnTo>
                    <a:pt x="4723420" y="530950"/>
                  </a:lnTo>
                  <a:lnTo>
                    <a:pt x="4635593" y="533543"/>
                  </a:lnTo>
                  <a:lnTo>
                    <a:pt x="4556842" y="535575"/>
                  </a:lnTo>
                  <a:lnTo>
                    <a:pt x="4491415" y="537065"/>
                  </a:lnTo>
                  <a:lnTo>
                    <a:pt x="4442210" y="538060"/>
                  </a:lnTo>
                  <a:lnTo>
                    <a:pt x="4409987" y="538643"/>
                  </a:lnTo>
                  <a:lnTo>
                    <a:pt x="4393037" y="538918"/>
                  </a:lnTo>
                  <a:lnTo>
                    <a:pt x="4387322" y="539002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27" y="539034"/>
                  </a:lnTo>
                  <a:lnTo>
                    <a:pt x="3838398" y="539215"/>
                  </a:lnTo>
                  <a:lnTo>
                    <a:pt x="3817382" y="539716"/>
                  </a:lnTo>
                  <a:lnTo>
                    <a:pt x="3780395" y="540699"/>
                  </a:lnTo>
                  <a:lnTo>
                    <a:pt x="3726445" y="542306"/>
                  </a:lnTo>
                  <a:lnTo>
                    <a:pt x="3656955" y="544639"/>
                  </a:lnTo>
                  <a:lnTo>
                    <a:pt x="3575288" y="547755"/>
                  </a:lnTo>
                  <a:lnTo>
                    <a:pt x="3485877" y="551665"/>
                  </a:lnTo>
                  <a:lnTo>
                    <a:pt x="3393276" y="556359"/>
                  </a:lnTo>
                  <a:lnTo>
                    <a:pt x="3301405" y="561816"/>
                  </a:lnTo>
                  <a:lnTo>
                    <a:pt x="3213154" y="568031"/>
                  </a:lnTo>
                  <a:lnTo>
                    <a:pt x="3130305" y="575026"/>
                  </a:lnTo>
                  <a:lnTo>
                    <a:pt x="3053677" y="582852"/>
                  </a:lnTo>
                  <a:lnTo>
                    <a:pt x="2983348" y="591600"/>
                  </a:lnTo>
                  <a:lnTo>
                    <a:pt x="2918892" y="601394"/>
                  </a:lnTo>
                  <a:lnTo>
                    <a:pt x="2859569" y="612388"/>
                  </a:lnTo>
                  <a:lnTo>
                    <a:pt x="2804477" y="624757"/>
                  </a:lnTo>
                  <a:lnTo>
                    <a:pt x="2752657" y="638680"/>
                  </a:lnTo>
                  <a:lnTo>
                    <a:pt x="2703180" y="654309"/>
                  </a:lnTo>
                  <a:lnTo>
                    <a:pt x="2667772" y="666955"/>
                  </a:lnTo>
                  <a:lnTo>
                    <a:pt x="2618221" y="686647"/>
                  </a:lnTo>
                  <a:lnTo>
                    <a:pt x="2569152" y="708353"/>
                  </a:lnTo>
                  <a:lnTo>
                    <a:pt x="2520054" y="732102"/>
                  </a:lnTo>
                  <a:lnTo>
                    <a:pt x="2470584" y="757855"/>
                  </a:lnTo>
                  <a:lnTo>
                    <a:pt x="2420536" y="785492"/>
                  </a:lnTo>
                  <a:lnTo>
                    <a:pt x="2369831" y="814814"/>
                  </a:lnTo>
                  <a:lnTo>
                    <a:pt x="2318497" y="845538"/>
                  </a:lnTo>
                  <a:lnTo>
                    <a:pt x="2266652" y="877310"/>
                  </a:lnTo>
                  <a:lnTo>
                    <a:pt x="2214483" y="909716"/>
                  </a:lnTo>
                  <a:lnTo>
                    <a:pt x="2162217" y="942307"/>
                  </a:lnTo>
                  <a:lnTo>
                    <a:pt x="2110094" y="974625"/>
                  </a:lnTo>
                  <a:lnTo>
                    <a:pt x="2058336" y="1006223"/>
                  </a:lnTo>
                  <a:lnTo>
                    <a:pt x="2007117" y="1036701"/>
                  </a:lnTo>
                  <a:lnTo>
                    <a:pt x="1956541" y="1065715"/>
                  </a:lnTo>
                  <a:lnTo>
                    <a:pt x="1906615" y="1092999"/>
                  </a:lnTo>
                  <a:lnTo>
                    <a:pt x="1857237" y="1118369"/>
                  </a:lnTo>
                  <a:lnTo>
                    <a:pt x="1808177" y="1141722"/>
                  </a:lnTo>
                  <a:lnTo>
                    <a:pt x="1759059" y="1163032"/>
                  </a:lnTo>
                  <a:lnTo>
                    <a:pt x="1719082" y="1178741"/>
                  </a:lnTo>
                  <a:lnTo>
                    <a:pt x="1670806" y="1195680"/>
                  </a:lnTo>
                  <a:lnTo>
                    <a:pt x="1620797" y="1210848"/>
                  </a:lnTo>
                  <a:lnTo>
                    <a:pt x="1568207" y="1224345"/>
                  </a:lnTo>
                  <a:lnTo>
                    <a:pt x="1512091" y="1236333"/>
                  </a:lnTo>
                  <a:lnTo>
                    <a:pt x="1451498" y="1246995"/>
                  </a:lnTo>
                  <a:lnTo>
                    <a:pt x="1385554" y="1256499"/>
                  </a:lnTo>
                  <a:lnTo>
                    <a:pt x="1313589" y="1264993"/>
                  </a:lnTo>
                  <a:lnTo>
                    <a:pt x="1235287" y="1272593"/>
                  </a:lnTo>
                  <a:lnTo>
                    <a:pt x="1150899" y="1279378"/>
                  </a:lnTo>
                  <a:lnTo>
                    <a:pt x="1061476" y="1285393"/>
                  </a:lnTo>
                  <a:lnTo>
                    <a:pt x="969086" y="1290650"/>
                  </a:lnTo>
                  <a:lnTo>
                    <a:pt x="876910" y="1295139"/>
                  </a:lnTo>
                  <a:lnTo>
                    <a:pt x="789088" y="1298840"/>
                  </a:lnTo>
                  <a:lnTo>
                    <a:pt x="710228" y="1301747"/>
                  </a:lnTo>
                  <a:lnTo>
                    <a:pt x="644576" y="1303881"/>
                  </a:lnTo>
                  <a:lnTo>
                    <a:pt x="595055" y="1305311"/>
                  </a:lnTo>
                  <a:lnTo>
                    <a:pt x="562477" y="1306152"/>
                  </a:lnTo>
                  <a:lnTo>
                    <a:pt x="545201" y="1306553"/>
                  </a:lnTo>
                  <a:lnTo>
                    <a:pt x="539260" y="1306678"/>
                  </a:lnTo>
                  <a:lnTo>
                    <a:pt x="538736" y="1306688"/>
                  </a:lnTo>
                  <a:lnTo>
                    <a:pt x="0" y="1306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0" name="pg890"/>
            <p:cNvSpPr/>
            <p:nvPr/>
          </p:nvSpPr>
          <p:spPr>
            <a:xfrm>
              <a:off x="546595" y="2536264"/>
              <a:ext cx="8234974" cy="1105240"/>
            </a:xfrm>
            <a:custGeom>
              <a:avLst/>
              <a:pathLst>
                <a:path w="8234974" h="1105240">
                  <a:moveTo>
                    <a:pt x="0" y="1105240"/>
                  </a:moveTo>
                  <a:lnTo>
                    <a:pt x="538736" y="1105240"/>
                  </a:lnTo>
                  <a:lnTo>
                    <a:pt x="540028" y="1105215"/>
                  </a:lnTo>
                  <a:lnTo>
                    <a:pt x="548457" y="1105035"/>
                  </a:lnTo>
                  <a:lnTo>
                    <a:pt x="569476" y="1104537"/>
                  </a:lnTo>
                  <a:lnTo>
                    <a:pt x="606467" y="1103561"/>
                  </a:lnTo>
                  <a:lnTo>
                    <a:pt x="660423" y="1101965"/>
                  </a:lnTo>
                  <a:lnTo>
                    <a:pt x="729918" y="1099648"/>
                  </a:lnTo>
                  <a:lnTo>
                    <a:pt x="811592" y="1096555"/>
                  </a:lnTo>
                  <a:lnTo>
                    <a:pt x="901008" y="1092671"/>
                  </a:lnTo>
                  <a:lnTo>
                    <a:pt x="993613" y="1088011"/>
                  </a:lnTo>
                  <a:lnTo>
                    <a:pt x="1085487" y="1082592"/>
                  </a:lnTo>
                  <a:lnTo>
                    <a:pt x="1173740" y="1076420"/>
                  </a:lnTo>
                  <a:lnTo>
                    <a:pt x="1256589" y="1069475"/>
                  </a:lnTo>
                  <a:lnTo>
                    <a:pt x="1333217" y="1061703"/>
                  </a:lnTo>
                  <a:lnTo>
                    <a:pt x="1403545" y="1053016"/>
                  </a:lnTo>
                  <a:lnTo>
                    <a:pt x="1468001" y="1043290"/>
                  </a:lnTo>
                  <a:lnTo>
                    <a:pt x="1527323" y="1032373"/>
                  </a:lnTo>
                  <a:lnTo>
                    <a:pt x="1582415" y="1020090"/>
                  </a:lnTo>
                  <a:lnTo>
                    <a:pt x="1634235" y="1006264"/>
                  </a:lnTo>
                  <a:lnTo>
                    <a:pt x="1683712" y="990744"/>
                  </a:lnTo>
                  <a:lnTo>
                    <a:pt x="1719082" y="978201"/>
                  </a:lnTo>
                  <a:lnTo>
                    <a:pt x="1768672" y="958632"/>
                  </a:lnTo>
                  <a:lnTo>
                    <a:pt x="1817781" y="937061"/>
                  </a:lnTo>
                  <a:lnTo>
                    <a:pt x="1866918" y="913457"/>
                  </a:lnTo>
                  <a:lnTo>
                    <a:pt x="1916430" y="887861"/>
                  </a:lnTo>
                  <a:lnTo>
                    <a:pt x="1966520" y="860391"/>
                  </a:lnTo>
                  <a:lnTo>
                    <a:pt x="2017268" y="831247"/>
                  </a:lnTo>
                  <a:lnTo>
                    <a:pt x="2068646" y="800710"/>
                  </a:lnTo>
                  <a:lnTo>
                    <a:pt x="2120535" y="769134"/>
                  </a:lnTo>
                  <a:lnTo>
                    <a:pt x="2172747" y="736929"/>
                  </a:lnTo>
                  <a:lnTo>
                    <a:pt x="2225054" y="704543"/>
                  </a:lnTo>
                  <a:lnTo>
                    <a:pt x="2277217" y="672434"/>
                  </a:lnTo>
                  <a:lnTo>
                    <a:pt x="2329012" y="641043"/>
                  </a:lnTo>
                  <a:lnTo>
                    <a:pt x="2380265" y="610771"/>
                  </a:lnTo>
                  <a:lnTo>
                    <a:pt x="2430875" y="581957"/>
                  </a:lnTo>
                  <a:lnTo>
                    <a:pt x="2480834" y="554865"/>
                  </a:lnTo>
                  <a:lnTo>
                    <a:pt x="2530245" y="529679"/>
                  </a:lnTo>
                  <a:lnTo>
                    <a:pt x="2579342" y="506500"/>
                  </a:lnTo>
                  <a:lnTo>
                    <a:pt x="2628504" y="485352"/>
                  </a:lnTo>
                  <a:lnTo>
                    <a:pt x="2667772" y="470044"/>
                  </a:lnTo>
                  <a:lnTo>
                    <a:pt x="2716051" y="453225"/>
                  </a:lnTo>
                  <a:lnTo>
                    <a:pt x="2766062" y="438164"/>
                  </a:lnTo>
                  <a:lnTo>
                    <a:pt x="2818655" y="424763"/>
                  </a:lnTo>
                  <a:lnTo>
                    <a:pt x="2874773" y="412859"/>
                  </a:lnTo>
                  <a:lnTo>
                    <a:pt x="2935370" y="402273"/>
                  </a:lnTo>
                  <a:lnTo>
                    <a:pt x="3001317" y="392836"/>
                  </a:lnTo>
                  <a:lnTo>
                    <a:pt x="3073287" y="384402"/>
                  </a:lnTo>
                  <a:lnTo>
                    <a:pt x="3151594" y="376856"/>
                  </a:lnTo>
                  <a:lnTo>
                    <a:pt x="3235988" y="370119"/>
                  </a:lnTo>
                  <a:lnTo>
                    <a:pt x="3325416" y="364147"/>
                  </a:lnTo>
                  <a:lnTo>
                    <a:pt x="3417810" y="358927"/>
                  </a:lnTo>
                  <a:lnTo>
                    <a:pt x="3509989" y="354470"/>
                  </a:lnTo>
                  <a:lnTo>
                    <a:pt x="3597811" y="350795"/>
                  </a:lnTo>
                  <a:lnTo>
                    <a:pt x="3676669" y="347910"/>
                  </a:lnTo>
                  <a:lnTo>
                    <a:pt x="3742314" y="345791"/>
                  </a:lnTo>
                  <a:lnTo>
                    <a:pt x="3791826" y="344371"/>
                  </a:lnTo>
                  <a:lnTo>
                    <a:pt x="3824394" y="343536"/>
                  </a:lnTo>
                  <a:lnTo>
                    <a:pt x="3841662" y="343139"/>
                  </a:lnTo>
                  <a:lnTo>
                    <a:pt x="3847596" y="343015"/>
                  </a:lnTo>
                  <a:lnTo>
                    <a:pt x="3848118" y="343005"/>
                  </a:lnTo>
                  <a:lnTo>
                    <a:pt x="4386855" y="343005"/>
                  </a:lnTo>
                  <a:lnTo>
                    <a:pt x="4388156" y="342994"/>
                  </a:lnTo>
                  <a:lnTo>
                    <a:pt x="4396641" y="342914"/>
                  </a:lnTo>
                  <a:lnTo>
                    <a:pt x="4417794" y="342692"/>
                  </a:lnTo>
                  <a:lnTo>
                    <a:pt x="4455008" y="342256"/>
                  </a:lnTo>
                  <a:lnTo>
                    <a:pt x="4509262" y="341545"/>
                  </a:lnTo>
                  <a:lnTo>
                    <a:pt x="4579098" y="340512"/>
                  </a:lnTo>
                  <a:lnTo>
                    <a:pt x="4661111" y="339134"/>
                  </a:lnTo>
                  <a:lnTo>
                    <a:pt x="4750826" y="337404"/>
                  </a:lnTo>
                  <a:lnTo>
                    <a:pt x="4843665" y="335328"/>
                  </a:lnTo>
                  <a:lnTo>
                    <a:pt x="4935698" y="332916"/>
                  </a:lnTo>
                  <a:lnTo>
                    <a:pt x="5024040" y="330168"/>
                  </a:lnTo>
                  <a:lnTo>
                    <a:pt x="5106922" y="327076"/>
                  </a:lnTo>
                  <a:lnTo>
                    <a:pt x="5183543" y="323615"/>
                  </a:lnTo>
                  <a:lnTo>
                    <a:pt x="5253841" y="319745"/>
                  </a:lnTo>
                  <a:lnTo>
                    <a:pt x="5318261" y="315412"/>
                  </a:lnTo>
                  <a:lnTo>
                    <a:pt x="5377552" y="310545"/>
                  </a:lnTo>
                  <a:lnTo>
                    <a:pt x="5432629" y="305069"/>
                  </a:lnTo>
                  <a:lnTo>
                    <a:pt x="5484456" y="298902"/>
                  </a:lnTo>
                  <a:lnTo>
                    <a:pt x="5533966" y="291980"/>
                  </a:lnTo>
                  <a:lnTo>
                    <a:pt x="5567201" y="286745"/>
                  </a:lnTo>
                  <a:lnTo>
                    <a:pt x="5619283" y="277617"/>
                  </a:lnTo>
                  <a:lnTo>
                    <a:pt x="5670866" y="267508"/>
                  </a:lnTo>
                  <a:lnTo>
                    <a:pt x="5722525" y="256407"/>
                  </a:lnTo>
                  <a:lnTo>
                    <a:pt x="5774639" y="244339"/>
                  </a:lnTo>
                  <a:lnTo>
                    <a:pt x="5827419" y="231372"/>
                  </a:lnTo>
                  <a:lnTo>
                    <a:pt x="5880927" y="217617"/>
                  </a:lnTo>
                  <a:lnTo>
                    <a:pt x="5935100" y="203231"/>
                  </a:lnTo>
                  <a:lnTo>
                    <a:pt x="5989769" y="188406"/>
                  </a:lnTo>
                  <a:lnTo>
                    <a:pt x="6044696" y="173360"/>
                  </a:lnTo>
                  <a:lnTo>
                    <a:pt x="6099608" y="158329"/>
                  </a:lnTo>
                  <a:lnTo>
                    <a:pt x="6154231" y="143543"/>
                  </a:lnTo>
                  <a:lnTo>
                    <a:pt x="6208334" y="129220"/>
                  </a:lnTo>
                  <a:lnTo>
                    <a:pt x="6261760" y="115549"/>
                  </a:lnTo>
                  <a:lnTo>
                    <a:pt x="6314458" y="102680"/>
                  </a:lnTo>
                  <a:lnTo>
                    <a:pt x="6366506" y="90720"/>
                  </a:lnTo>
                  <a:lnTo>
                    <a:pt x="6418133" y="79732"/>
                  </a:lnTo>
                  <a:lnTo>
                    <a:pt x="6469740" y="69737"/>
                  </a:lnTo>
                  <a:lnTo>
                    <a:pt x="6515891" y="61704"/>
                  </a:lnTo>
                  <a:lnTo>
                    <a:pt x="6564283" y="54239"/>
                  </a:lnTo>
                  <a:lnTo>
                    <a:pt x="6614418" y="47557"/>
                  </a:lnTo>
                  <a:lnTo>
                    <a:pt x="6667150" y="41612"/>
                  </a:lnTo>
                  <a:lnTo>
                    <a:pt x="6723431" y="36333"/>
                  </a:lnTo>
                  <a:lnTo>
                    <a:pt x="6784220" y="31640"/>
                  </a:lnTo>
                  <a:lnTo>
                    <a:pt x="6850393" y="27457"/>
                  </a:lnTo>
                  <a:lnTo>
                    <a:pt x="6922624" y="23720"/>
                  </a:lnTo>
                  <a:lnTo>
                    <a:pt x="7001223" y="20377"/>
                  </a:lnTo>
                  <a:lnTo>
                    <a:pt x="7085924" y="17393"/>
                  </a:lnTo>
                  <a:lnTo>
                    <a:pt x="7175651" y="14750"/>
                  </a:lnTo>
                  <a:lnTo>
                    <a:pt x="7268295" y="12441"/>
                  </a:lnTo>
                  <a:lnTo>
                    <a:pt x="7360627" y="10472"/>
                  </a:lnTo>
                  <a:lnTo>
                    <a:pt x="7448457" y="8850"/>
                  </a:lnTo>
                  <a:lnTo>
                    <a:pt x="7527142" y="7580"/>
                  </a:lnTo>
                  <a:lnTo>
                    <a:pt x="7592434" y="6651"/>
                  </a:lnTo>
                  <a:lnTo>
                    <a:pt x="7641451" y="6031"/>
                  </a:lnTo>
                  <a:lnTo>
                    <a:pt x="7673463" y="5669"/>
                  </a:lnTo>
                  <a:lnTo>
                    <a:pt x="7690219" y="5499"/>
                  </a:lnTo>
                  <a:lnTo>
                    <a:pt x="7695802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7" y="11"/>
                  </a:lnTo>
                  <a:lnTo>
                    <a:pt x="7686451" y="91"/>
                  </a:lnTo>
                  <a:lnTo>
                    <a:pt x="7665299" y="313"/>
                  </a:lnTo>
                  <a:lnTo>
                    <a:pt x="7628084" y="748"/>
                  </a:lnTo>
                  <a:lnTo>
                    <a:pt x="7573830" y="1460"/>
                  </a:lnTo>
                  <a:lnTo>
                    <a:pt x="7503995" y="2492"/>
                  </a:lnTo>
                  <a:lnTo>
                    <a:pt x="7421982" y="3871"/>
                  </a:lnTo>
                  <a:lnTo>
                    <a:pt x="7332266" y="5601"/>
                  </a:lnTo>
                  <a:lnTo>
                    <a:pt x="7239427" y="7676"/>
                  </a:lnTo>
                  <a:lnTo>
                    <a:pt x="7147394" y="10089"/>
                  </a:lnTo>
                  <a:lnTo>
                    <a:pt x="7059052" y="12837"/>
                  </a:lnTo>
                  <a:lnTo>
                    <a:pt x="6976171" y="15929"/>
                  </a:lnTo>
                  <a:lnTo>
                    <a:pt x="6899550" y="19390"/>
                  </a:lnTo>
                  <a:lnTo>
                    <a:pt x="6829251" y="23259"/>
                  </a:lnTo>
                  <a:lnTo>
                    <a:pt x="6764832" y="27593"/>
                  </a:lnTo>
                  <a:lnTo>
                    <a:pt x="6705540" y="32459"/>
                  </a:lnTo>
                  <a:lnTo>
                    <a:pt x="6650464" y="37936"/>
                  </a:lnTo>
                  <a:lnTo>
                    <a:pt x="6598636" y="44103"/>
                  </a:lnTo>
                  <a:lnTo>
                    <a:pt x="6549126" y="51025"/>
                  </a:lnTo>
                  <a:lnTo>
                    <a:pt x="6515891" y="56260"/>
                  </a:lnTo>
                  <a:lnTo>
                    <a:pt x="6463809" y="65388"/>
                  </a:lnTo>
                  <a:lnTo>
                    <a:pt x="6412226" y="75496"/>
                  </a:lnTo>
                  <a:lnTo>
                    <a:pt x="6360568" y="86597"/>
                  </a:lnTo>
                  <a:lnTo>
                    <a:pt x="6308454" y="98666"/>
                  </a:lnTo>
                  <a:lnTo>
                    <a:pt x="6255674" y="111633"/>
                  </a:lnTo>
                  <a:lnTo>
                    <a:pt x="6202165" y="125387"/>
                  </a:lnTo>
                  <a:lnTo>
                    <a:pt x="6147993" y="139773"/>
                  </a:lnTo>
                  <a:lnTo>
                    <a:pt x="6093324" y="154599"/>
                  </a:lnTo>
                  <a:lnTo>
                    <a:pt x="6038396" y="169644"/>
                  </a:lnTo>
                  <a:lnTo>
                    <a:pt x="5983485" y="184676"/>
                  </a:lnTo>
                  <a:lnTo>
                    <a:pt x="5928862" y="199462"/>
                  </a:lnTo>
                  <a:lnTo>
                    <a:pt x="5874759" y="213784"/>
                  </a:lnTo>
                  <a:lnTo>
                    <a:pt x="5821332" y="227456"/>
                  </a:lnTo>
                  <a:lnTo>
                    <a:pt x="5768634" y="240325"/>
                  </a:lnTo>
                  <a:lnTo>
                    <a:pt x="5716586" y="252285"/>
                  </a:lnTo>
                  <a:lnTo>
                    <a:pt x="5664959" y="263273"/>
                  </a:lnTo>
                  <a:lnTo>
                    <a:pt x="5613352" y="273268"/>
                  </a:lnTo>
                  <a:lnTo>
                    <a:pt x="5567201" y="281300"/>
                  </a:lnTo>
                  <a:lnTo>
                    <a:pt x="5518809" y="288765"/>
                  </a:lnTo>
                  <a:lnTo>
                    <a:pt x="5468675" y="295448"/>
                  </a:lnTo>
                  <a:lnTo>
                    <a:pt x="5415942" y="301392"/>
                  </a:lnTo>
                  <a:lnTo>
                    <a:pt x="5359662" y="306671"/>
                  </a:lnTo>
                  <a:lnTo>
                    <a:pt x="5298873" y="311365"/>
                  </a:lnTo>
                  <a:lnTo>
                    <a:pt x="5232699" y="315548"/>
                  </a:lnTo>
                  <a:lnTo>
                    <a:pt x="5160468" y="319285"/>
                  </a:lnTo>
                  <a:lnTo>
                    <a:pt x="5081870" y="322628"/>
                  </a:lnTo>
                  <a:lnTo>
                    <a:pt x="4997168" y="325612"/>
                  </a:lnTo>
                  <a:lnTo>
                    <a:pt x="4907442" y="328255"/>
                  </a:lnTo>
                  <a:lnTo>
                    <a:pt x="4814798" y="330564"/>
                  </a:lnTo>
                  <a:lnTo>
                    <a:pt x="4722465" y="332533"/>
                  </a:lnTo>
                  <a:lnTo>
                    <a:pt x="4634635" y="334154"/>
                  </a:lnTo>
                  <a:lnTo>
                    <a:pt x="4555950" y="335424"/>
                  </a:lnTo>
                  <a:lnTo>
                    <a:pt x="4490658" y="336354"/>
                  </a:lnTo>
                  <a:lnTo>
                    <a:pt x="4441642" y="336974"/>
                  </a:lnTo>
                  <a:lnTo>
                    <a:pt x="4409630" y="337336"/>
                  </a:lnTo>
                  <a:lnTo>
                    <a:pt x="4392873" y="337506"/>
                  </a:lnTo>
                  <a:lnTo>
                    <a:pt x="4387290" y="337557"/>
                  </a:lnTo>
                  <a:lnTo>
                    <a:pt x="4386855" y="337561"/>
                  </a:lnTo>
                  <a:lnTo>
                    <a:pt x="3848118" y="337561"/>
                  </a:lnTo>
                  <a:lnTo>
                    <a:pt x="3846827" y="337586"/>
                  </a:lnTo>
                  <a:lnTo>
                    <a:pt x="3838397" y="337766"/>
                  </a:lnTo>
                  <a:lnTo>
                    <a:pt x="3817379" y="338263"/>
                  </a:lnTo>
                  <a:lnTo>
                    <a:pt x="3780387" y="339240"/>
                  </a:lnTo>
                  <a:lnTo>
                    <a:pt x="3726432" y="340835"/>
                  </a:lnTo>
                  <a:lnTo>
                    <a:pt x="3656936" y="343152"/>
                  </a:lnTo>
                  <a:lnTo>
                    <a:pt x="3575263" y="346246"/>
                  </a:lnTo>
                  <a:lnTo>
                    <a:pt x="3485847" y="350129"/>
                  </a:lnTo>
                  <a:lnTo>
                    <a:pt x="3393242" y="354790"/>
                  </a:lnTo>
                  <a:lnTo>
                    <a:pt x="3301368" y="360209"/>
                  </a:lnTo>
                  <a:lnTo>
                    <a:pt x="3213115" y="366381"/>
                  </a:lnTo>
                  <a:lnTo>
                    <a:pt x="3130266" y="373326"/>
                  </a:lnTo>
                  <a:lnTo>
                    <a:pt x="3053638" y="381098"/>
                  </a:lnTo>
                  <a:lnTo>
                    <a:pt x="2983310" y="389785"/>
                  </a:lnTo>
                  <a:lnTo>
                    <a:pt x="2918854" y="399510"/>
                  </a:lnTo>
                  <a:lnTo>
                    <a:pt x="2859531" y="410427"/>
                  </a:lnTo>
                  <a:lnTo>
                    <a:pt x="2804440" y="422710"/>
                  </a:lnTo>
                  <a:lnTo>
                    <a:pt x="2752619" y="436536"/>
                  </a:lnTo>
                  <a:lnTo>
                    <a:pt x="2703143" y="452057"/>
                  </a:lnTo>
                  <a:lnTo>
                    <a:pt x="2667772" y="464600"/>
                  </a:lnTo>
                  <a:lnTo>
                    <a:pt x="2618182" y="484168"/>
                  </a:lnTo>
                  <a:lnTo>
                    <a:pt x="2569073" y="505740"/>
                  </a:lnTo>
                  <a:lnTo>
                    <a:pt x="2519936" y="529344"/>
                  </a:lnTo>
                  <a:lnTo>
                    <a:pt x="2470425" y="554940"/>
                  </a:lnTo>
                  <a:lnTo>
                    <a:pt x="2420335" y="582409"/>
                  </a:lnTo>
                  <a:lnTo>
                    <a:pt x="2369586" y="611553"/>
                  </a:lnTo>
                  <a:lnTo>
                    <a:pt x="2318208" y="642090"/>
                  </a:lnTo>
                  <a:lnTo>
                    <a:pt x="2266320" y="673667"/>
                  </a:lnTo>
                  <a:lnTo>
                    <a:pt x="2214108" y="705871"/>
                  </a:lnTo>
                  <a:lnTo>
                    <a:pt x="2161800" y="738257"/>
                  </a:lnTo>
                  <a:lnTo>
                    <a:pt x="2109638" y="770366"/>
                  </a:lnTo>
                  <a:lnTo>
                    <a:pt x="2057843" y="801758"/>
                  </a:lnTo>
                  <a:lnTo>
                    <a:pt x="2006589" y="832030"/>
                  </a:lnTo>
                  <a:lnTo>
                    <a:pt x="1955979" y="860844"/>
                  </a:lnTo>
                  <a:lnTo>
                    <a:pt x="1906021" y="887935"/>
                  </a:lnTo>
                  <a:lnTo>
                    <a:pt x="1856610" y="913121"/>
                  </a:lnTo>
                  <a:lnTo>
                    <a:pt x="1807512" y="936300"/>
                  </a:lnTo>
                  <a:lnTo>
                    <a:pt x="1758351" y="957448"/>
                  </a:lnTo>
                  <a:lnTo>
                    <a:pt x="1719082" y="972756"/>
                  </a:lnTo>
                  <a:lnTo>
                    <a:pt x="1670804" y="989576"/>
                  </a:lnTo>
                  <a:lnTo>
                    <a:pt x="1620793" y="1004636"/>
                  </a:lnTo>
                  <a:lnTo>
                    <a:pt x="1568200" y="1018038"/>
                  </a:lnTo>
                  <a:lnTo>
                    <a:pt x="1512082" y="1029942"/>
                  </a:lnTo>
                  <a:lnTo>
                    <a:pt x="1451485" y="1040528"/>
                  </a:lnTo>
                  <a:lnTo>
                    <a:pt x="1385538" y="1049965"/>
                  </a:lnTo>
                  <a:lnTo>
                    <a:pt x="1313567" y="1058399"/>
                  </a:lnTo>
                  <a:lnTo>
                    <a:pt x="1235260" y="1065945"/>
                  </a:lnTo>
                  <a:lnTo>
                    <a:pt x="1150866" y="1072682"/>
                  </a:lnTo>
                  <a:lnTo>
                    <a:pt x="1061438" y="1078654"/>
                  </a:lnTo>
                  <a:lnTo>
                    <a:pt x="969044" y="1083873"/>
                  </a:lnTo>
                  <a:lnTo>
                    <a:pt x="876865" y="1088330"/>
                  </a:lnTo>
                  <a:lnTo>
                    <a:pt x="789043" y="1092005"/>
                  </a:lnTo>
                  <a:lnTo>
                    <a:pt x="710186" y="1094891"/>
                  </a:lnTo>
                  <a:lnTo>
                    <a:pt x="644540" y="1097010"/>
                  </a:lnTo>
                  <a:lnTo>
                    <a:pt x="595028" y="1098430"/>
                  </a:lnTo>
                  <a:lnTo>
                    <a:pt x="562460" y="1099264"/>
                  </a:lnTo>
                  <a:lnTo>
                    <a:pt x="545193" y="1099662"/>
                  </a:lnTo>
                  <a:lnTo>
                    <a:pt x="539259" y="1099785"/>
                  </a:lnTo>
                  <a:lnTo>
                    <a:pt x="538736" y="1099795"/>
                  </a:lnTo>
                  <a:lnTo>
                    <a:pt x="0" y="109979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91" name="pl891"/>
            <p:cNvSpPr/>
            <p:nvPr/>
          </p:nvSpPr>
          <p:spPr>
            <a:xfrm>
              <a:off x="546595" y="2541708"/>
              <a:ext cx="8234974" cy="1099795"/>
            </a:xfrm>
            <a:custGeom>
              <a:avLst/>
              <a:pathLst>
                <a:path w="8234974" h="1099795">
                  <a:moveTo>
                    <a:pt x="0" y="1099795"/>
                  </a:moveTo>
                  <a:lnTo>
                    <a:pt x="538736" y="1099795"/>
                  </a:lnTo>
                  <a:lnTo>
                    <a:pt x="540028" y="1099770"/>
                  </a:lnTo>
                  <a:lnTo>
                    <a:pt x="548457" y="1099590"/>
                  </a:lnTo>
                  <a:lnTo>
                    <a:pt x="569476" y="1099093"/>
                  </a:lnTo>
                  <a:lnTo>
                    <a:pt x="606467" y="1098116"/>
                  </a:lnTo>
                  <a:lnTo>
                    <a:pt x="660423" y="1096521"/>
                  </a:lnTo>
                  <a:lnTo>
                    <a:pt x="729918" y="1094204"/>
                  </a:lnTo>
                  <a:lnTo>
                    <a:pt x="811592" y="1091110"/>
                  </a:lnTo>
                  <a:lnTo>
                    <a:pt x="901008" y="1087227"/>
                  </a:lnTo>
                  <a:lnTo>
                    <a:pt x="993613" y="1082566"/>
                  </a:lnTo>
                  <a:lnTo>
                    <a:pt x="1085487" y="1077147"/>
                  </a:lnTo>
                  <a:lnTo>
                    <a:pt x="1173740" y="1070975"/>
                  </a:lnTo>
                  <a:lnTo>
                    <a:pt x="1256589" y="1064030"/>
                  </a:lnTo>
                  <a:lnTo>
                    <a:pt x="1333217" y="1056258"/>
                  </a:lnTo>
                  <a:lnTo>
                    <a:pt x="1403545" y="1047571"/>
                  </a:lnTo>
                  <a:lnTo>
                    <a:pt x="1468001" y="1037846"/>
                  </a:lnTo>
                  <a:lnTo>
                    <a:pt x="1527323" y="1026929"/>
                  </a:lnTo>
                  <a:lnTo>
                    <a:pt x="1582415" y="1014646"/>
                  </a:lnTo>
                  <a:lnTo>
                    <a:pt x="1634235" y="1000820"/>
                  </a:lnTo>
                  <a:lnTo>
                    <a:pt x="1683712" y="985299"/>
                  </a:lnTo>
                  <a:lnTo>
                    <a:pt x="1719082" y="972756"/>
                  </a:lnTo>
                  <a:lnTo>
                    <a:pt x="1768672" y="953188"/>
                  </a:lnTo>
                  <a:lnTo>
                    <a:pt x="1817781" y="931616"/>
                  </a:lnTo>
                  <a:lnTo>
                    <a:pt x="1866918" y="908012"/>
                  </a:lnTo>
                  <a:lnTo>
                    <a:pt x="1916430" y="882416"/>
                  </a:lnTo>
                  <a:lnTo>
                    <a:pt x="1966520" y="854947"/>
                  </a:lnTo>
                  <a:lnTo>
                    <a:pt x="2017268" y="825803"/>
                  </a:lnTo>
                  <a:lnTo>
                    <a:pt x="2068646" y="795266"/>
                  </a:lnTo>
                  <a:lnTo>
                    <a:pt x="2120535" y="763689"/>
                  </a:lnTo>
                  <a:lnTo>
                    <a:pt x="2172747" y="731485"/>
                  </a:lnTo>
                  <a:lnTo>
                    <a:pt x="2225054" y="699099"/>
                  </a:lnTo>
                  <a:lnTo>
                    <a:pt x="2277217" y="666990"/>
                  </a:lnTo>
                  <a:lnTo>
                    <a:pt x="2329012" y="635598"/>
                  </a:lnTo>
                  <a:lnTo>
                    <a:pt x="2380265" y="605326"/>
                  </a:lnTo>
                  <a:lnTo>
                    <a:pt x="2430875" y="576512"/>
                  </a:lnTo>
                  <a:lnTo>
                    <a:pt x="2480834" y="549421"/>
                  </a:lnTo>
                  <a:lnTo>
                    <a:pt x="2530245" y="524235"/>
                  </a:lnTo>
                  <a:lnTo>
                    <a:pt x="2579342" y="501056"/>
                  </a:lnTo>
                  <a:lnTo>
                    <a:pt x="2628504" y="479908"/>
                  </a:lnTo>
                  <a:lnTo>
                    <a:pt x="2667772" y="464600"/>
                  </a:lnTo>
                  <a:lnTo>
                    <a:pt x="2716051" y="447780"/>
                  </a:lnTo>
                  <a:lnTo>
                    <a:pt x="2766062" y="432720"/>
                  </a:lnTo>
                  <a:lnTo>
                    <a:pt x="2818655" y="419318"/>
                  </a:lnTo>
                  <a:lnTo>
                    <a:pt x="2874773" y="407414"/>
                  </a:lnTo>
                  <a:lnTo>
                    <a:pt x="2935370" y="396828"/>
                  </a:lnTo>
                  <a:lnTo>
                    <a:pt x="3001317" y="387391"/>
                  </a:lnTo>
                  <a:lnTo>
                    <a:pt x="3073287" y="378957"/>
                  </a:lnTo>
                  <a:lnTo>
                    <a:pt x="3151594" y="371411"/>
                  </a:lnTo>
                  <a:lnTo>
                    <a:pt x="3235988" y="364674"/>
                  </a:lnTo>
                  <a:lnTo>
                    <a:pt x="3325416" y="358702"/>
                  </a:lnTo>
                  <a:lnTo>
                    <a:pt x="3417810" y="353483"/>
                  </a:lnTo>
                  <a:lnTo>
                    <a:pt x="3509989" y="349026"/>
                  </a:lnTo>
                  <a:lnTo>
                    <a:pt x="3597811" y="345351"/>
                  </a:lnTo>
                  <a:lnTo>
                    <a:pt x="3676669" y="342465"/>
                  </a:lnTo>
                  <a:lnTo>
                    <a:pt x="3742314" y="340346"/>
                  </a:lnTo>
                  <a:lnTo>
                    <a:pt x="3791826" y="338926"/>
                  </a:lnTo>
                  <a:lnTo>
                    <a:pt x="3824394" y="338092"/>
                  </a:lnTo>
                  <a:lnTo>
                    <a:pt x="3841662" y="337694"/>
                  </a:lnTo>
                  <a:lnTo>
                    <a:pt x="3847596" y="337571"/>
                  </a:lnTo>
                  <a:lnTo>
                    <a:pt x="3848118" y="337561"/>
                  </a:lnTo>
                  <a:lnTo>
                    <a:pt x="4386855" y="337561"/>
                  </a:lnTo>
                  <a:lnTo>
                    <a:pt x="4388156" y="337549"/>
                  </a:lnTo>
                  <a:lnTo>
                    <a:pt x="4396641" y="337469"/>
                  </a:lnTo>
                  <a:lnTo>
                    <a:pt x="4417794" y="337247"/>
                  </a:lnTo>
                  <a:lnTo>
                    <a:pt x="4455008" y="336812"/>
                  </a:lnTo>
                  <a:lnTo>
                    <a:pt x="4509262" y="336100"/>
                  </a:lnTo>
                  <a:lnTo>
                    <a:pt x="4579098" y="335068"/>
                  </a:lnTo>
                  <a:lnTo>
                    <a:pt x="4661111" y="333689"/>
                  </a:lnTo>
                  <a:lnTo>
                    <a:pt x="4750826" y="331959"/>
                  </a:lnTo>
                  <a:lnTo>
                    <a:pt x="4843665" y="329884"/>
                  </a:lnTo>
                  <a:lnTo>
                    <a:pt x="4935698" y="327471"/>
                  </a:lnTo>
                  <a:lnTo>
                    <a:pt x="5024040" y="324723"/>
                  </a:lnTo>
                  <a:lnTo>
                    <a:pt x="5106922" y="321631"/>
                  </a:lnTo>
                  <a:lnTo>
                    <a:pt x="5183543" y="318170"/>
                  </a:lnTo>
                  <a:lnTo>
                    <a:pt x="5253841" y="314301"/>
                  </a:lnTo>
                  <a:lnTo>
                    <a:pt x="5318261" y="309967"/>
                  </a:lnTo>
                  <a:lnTo>
                    <a:pt x="5377552" y="305101"/>
                  </a:lnTo>
                  <a:lnTo>
                    <a:pt x="5432629" y="299624"/>
                  </a:lnTo>
                  <a:lnTo>
                    <a:pt x="5484456" y="293457"/>
                  </a:lnTo>
                  <a:lnTo>
                    <a:pt x="5533966" y="286535"/>
                  </a:lnTo>
                  <a:lnTo>
                    <a:pt x="5567201" y="281300"/>
                  </a:lnTo>
                  <a:lnTo>
                    <a:pt x="5619283" y="272172"/>
                  </a:lnTo>
                  <a:lnTo>
                    <a:pt x="5670866" y="262064"/>
                  </a:lnTo>
                  <a:lnTo>
                    <a:pt x="5722525" y="250963"/>
                  </a:lnTo>
                  <a:lnTo>
                    <a:pt x="5774639" y="238895"/>
                  </a:lnTo>
                  <a:lnTo>
                    <a:pt x="5827419" y="225927"/>
                  </a:lnTo>
                  <a:lnTo>
                    <a:pt x="5880927" y="212173"/>
                  </a:lnTo>
                  <a:lnTo>
                    <a:pt x="5935100" y="197787"/>
                  </a:lnTo>
                  <a:lnTo>
                    <a:pt x="5989769" y="182961"/>
                  </a:lnTo>
                  <a:lnTo>
                    <a:pt x="6044696" y="167916"/>
                  </a:lnTo>
                  <a:lnTo>
                    <a:pt x="6099608" y="152884"/>
                  </a:lnTo>
                  <a:lnTo>
                    <a:pt x="6154231" y="138098"/>
                  </a:lnTo>
                  <a:lnTo>
                    <a:pt x="6208334" y="123776"/>
                  </a:lnTo>
                  <a:lnTo>
                    <a:pt x="6261760" y="110104"/>
                  </a:lnTo>
                  <a:lnTo>
                    <a:pt x="6314458" y="97235"/>
                  </a:lnTo>
                  <a:lnTo>
                    <a:pt x="6366506" y="85275"/>
                  </a:lnTo>
                  <a:lnTo>
                    <a:pt x="6418133" y="74287"/>
                  </a:lnTo>
                  <a:lnTo>
                    <a:pt x="6469740" y="64292"/>
                  </a:lnTo>
                  <a:lnTo>
                    <a:pt x="6515891" y="56260"/>
                  </a:lnTo>
                  <a:lnTo>
                    <a:pt x="6564283" y="48795"/>
                  </a:lnTo>
                  <a:lnTo>
                    <a:pt x="6614418" y="42112"/>
                  </a:lnTo>
                  <a:lnTo>
                    <a:pt x="6667150" y="36168"/>
                  </a:lnTo>
                  <a:lnTo>
                    <a:pt x="6723431" y="30889"/>
                  </a:lnTo>
                  <a:lnTo>
                    <a:pt x="6784220" y="26196"/>
                  </a:lnTo>
                  <a:lnTo>
                    <a:pt x="6850393" y="22013"/>
                  </a:lnTo>
                  <a:lnTo>
                    <a:pt x="6922624" y="18275"/>
                  </a:lnTo>
                  <a:lnTo>
                    <a:pt x="7001223" y="14932"/>
                  </a:lnTo>
                  <a:lnTo>
                    <a:pt x="7085924" y="11949"/>
                  </a:lnTo>
                  <a:lnTo>
                    <a:pt x="7175651" y="9305"/>
                  </a:lnTo>
                  <a:lnTo>
                    <a:pt x="7268295" y="6996"/>
                  </a:lnTo>
                  <a:lnTo>
                    <a:pt x="7360627" y="5027"/>
                  </a:lnTo>
                  <a:lnTo>
                    <a:pt x="7448457" y="3406"/>
                  </a:lnTo>
                  <a:lnTo>
                    <a:pt x="7527142" y="2136"/>
                  </a:lnTo>
                  <a:lnTo>
                    <a:pt x="7592434" y="1206"/>
                  </a:lnTo>
                  <a:lnTo>
                    <a:pt x="7641451" y="586"/>
                  </a:lnTo>
                  <a:lnTo>
                    <a:pt x="7673463" y="225"/>
                  </a:lnTo>
                  <a:lnTo>
                    <a:pt x="7690219" y="54"/>
                  </a:lnTo>
                  <a:lnTo>
                    <a:pt x="7695802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2" name="pl892"/>
            <p:cNvSpPr/>
            <p:nvPr/>
          </p:nvSpPr>
          <p:spPr>
            <a:xfrm>
              <a:off x="546595" y="2536264"/>
              <a:ext cx="8234974" cy="1099795"/>
            </a:xfrm>
            <a:custGeom>
              <a:avLst/>
              <a:pathLst>
                <a:path w="8234974" h="1099795">
                  <a:moveTo>
                    <a:pt x="8234974" y="0"/>
                  </a:moveTo>
                  <a:lnTo>
                    <a:pt x="7696237" y="0"/>
                  </a:lnTo>
                  <a:lnTo>
                    <a:pt x="7694937" y="11"/>
                  </a:lnTo>
                  <a:lnTo>
                    <a:pt x="7686451" y="91"/>
                  </a:lnTo>
                  <a:lnTo>
                    <a:pt x="7665299" y="313"/>
                  </a:lnTo>
                  <a:lnTo>
                    <a:pt x="7628084" y="748"/>
                  </a:lnTo>
                  <a:lnTo>
                    <a:pt x="7573830" y="1460"/>
                  </a:lnTo>
                  <a:lnTo>
                    <a:pt x="7503995" y="2492"/>
                  </a:lnTo>
                  <a:lnTo>
                    <a:pt x="7421982" y="3871"/>
                  </a:lnTo>
                  <a:lnTo>
                    <a:pt x="7332266" y="5601"/>
                  </a:lnTo>
                  <a:lnTo>
                    <a:pt x="7239427" y="7676"/>
                  </a:lnTo>
                  <a:lnTo>
                    <a:pt x="7147394" y="10089"/>
                  </a:lnTo>
                  <a:lnTo>
                    <a:pt x="7059052" y="12837"/>
                  </a:lnTo>
                  <a:lnTo>
                    <a:pt x="6976171" y="15929"/>
                  </a:lnTo>
                  <a:lnTo>
                    <a:pt x="6899550" y="19390"/>
                  </a:lnTo>
                  <a:lnTo>
                    <a:pt x="6829251" y="23259"/>
                  </a:lnTo>
                  <a:lnTo>
                    <a:pt x="6764832" y="27593"/>
                  </a:lnTo>
                  <a:lnTo>
                    <a:pt x="6705540" y="32459"/>
                  </a:lnTo>
                  <a:lnTo>
                    <a:pt x="6650464" y="37936"/>
                  </a:lnTo>
                  <a:lnTo>
                    <a:pt x="6598636" y="44103"/>
                  </a:lnTo>
                  <a:lnTo>
                    <a:pt x="6549126" y="51025"/>
                  </a:lnTo>
                  <a:lnTo>
                    <a:pt x="6515891" y="56260"/>
                  </a:lnTo>
                  <a:lnTo>
                    <a:pt x="6463809" y="65388"/>
                  </a:lnTo>
                  <a:lnTo>
                    <a:pt x="6412226" y="75496"/>
                  </a:lnTo>
                  <a:lnTo>
                    <a:pt x="6360568" y="86597"/>
                  </a:lnTo>
                  <a:lnTo>
                    <a:pt x="6308454" y="98666"/>
                  </a:lnTo>
                  <a:lnTo>
                    <a:pt x="6255674" y="111633"/>
                  </a:lnTo>
                  <a:lnTo>
                    <a:pt x="6202165" y="125387"/>
                  </a:lnTo>
                  <a:lnTo>
                    <a:pt x="6147993" y="139773"/>
                  </a:lnTo>
                  <a:lnTo>
                    <a:pt x="6093324" y="154599"/>
                  </a:lnTo>
                  <a:lnTo>
                    <a:pt x="6038396" y="169644"/>
                  </a:lnTo>
                  <a:lnTo>
                    <a:pt x="5983485" y="184676"/>
                  </a:lnTo>
                  <a:lnTo>
                    <a:pt x="5928862" y="199462"/>
                  </a:lnTo>
                  <a:lnTo>
                    <a:pt x="5874759" y="213784"/>
                  </a:lnTo>
                  <a:lnTo>
                    <a:pt x="5821332" y="227456"/>
                  </a:lnTo>
                  <a:lnTo>
                    <a:pt x="5768634" y="240325"/>
                  </a:lnTo>
                  <a:lnTo>
                    <a:pt x="5716586" y="252285"/>
                  </a:lnTo>
                  <a:lnTo>
                    <a:pt x="5664959" y="263273"/>
                  </a:lnTo>
                  <a:lnTo>
                    <a:pt x="5613352" y="273268"/>
                  </a:lnTo>
                  <a:lnTo>
                    <a:pt x="5567201" y="281300"/>
                  </a:lnTo>
                  <a:lnTo>
                    <a:pt x="5518809" y="288765"/>
                  </a:lnTo>
                  <a:lnTo>
                    <a:pt x="5468675" y="295448"/>
                  </a:lnTo>
                  <a:lnTo>
                    <a:pt x="5415942" y="301392"/>
                  </a:lnTo>
                  <a:lnTo>
                    <a:pt x="5359662" y="306671"/>
                  </a:lnTo>
                  <a:lnTo>
                    <a:pt x="5298873" y="311365"/>
                  </a:lnTo>
                  <a:lnTo>
                    <a:pt x="5232699" y="315548"/>
                  </a:lnTo>
                  <a:lnTo>
                    <a:pt x="5160468" y="319285"/>
                  </a:lnTo>
                  <a:lnTo>
                    <a:pt x="5081870" y="322628"/>
                  </a:lnTo>
                  <a:lnTo>
                    <a:pt x="4997168" y="325612"/>
                  </a:lnTo>
                  <a:lnTo>
                    <a:pt x="4907442" y="328255"/>
                  </a:lnTo>
                  <a:lnTo>
                    <a:pt x="4814798" y="330564"/>
                  </a:lnTo>
                  <a:lnTo>
                    <a:pt x="4722465" y="332533"/>
                  </a:lnTo>
                  <a:lnTo>
                    <a:pt x="4634635" y="334154"/>
                  </a:lnTo>
                  <a:lnTo>
                    <a:pt x="4555950" y="335424"/>
                  </a:lnTo>
                  <a:lnTo>
                    <a:pt x="4490658" y="336354"/>
                  </a:lnTo>
                  <a:lnTo>
                    <a:pt x="4441642" y="336974"/>
                  </a:lnTo>
                  <a:lnTo>
                    <a:pt x="4409630" y="337336"/>
                  </a:lnTo>
                  <a:lnTo>
                    <a:pt x="4392873" y="337506"/>
                  </a:lnTo>
                  <a:lnTo>
                    <a:pt x="4387290" y="337557"/>
                  </a:lnTo>
                  <a:lnTo>
                    <a:pt x="4386855" y="337561"/>
                  </a:lnTo>
                  <a:lnTo>
                    <a:pt x="3848118" y="337561"/>
                  </a:lnTo>
                  <a:lnTo>
                    <a:pt x="3846827" y="337586"/>
                  </a:lnTo>
                  <a:lnTo>
                    <a:pt x="3838397" y="337766"/>
                  </a:lnTo>
                  <a:lnTo>
                    <a:pt x="3817379" y="338263"/>
                  </a:lnTo>
                  <a:lnTo>
                    <a:pt x="3780387" y="339240"/>
                  </a:lnTo>
                  <a:lnTo>
                    <a:pt x="3726432" y="340835"/>
                  </a:lnTo>
                  <a:lnTo>
                    <a:pt x="3656936" y="343152"/>
                  </a:lnTo>
                  <a:lnTo>
                    <a:pt x="3575263" y="346246"/>
                  </a:lnTo>
                  <a:lnTo>
                    <a:pt x="3485847" y="350129"/>
                  </a:lnTo>
                  <a:lnTo>
                    <a:pt x="3393242" y="354790"/>
                  </a:lnTo>
                  <a:lnTo>
                    <a:pt x="3301368" y="360209"/>
                  </a:lnTo>
                  <a:lnTo>
                    <a:pt x="3213115" y="366381"/>
                  </a:lnTo>
                  <a:lnTo>
                    <a:pt x="3130266" y="373326"/>
                  </a:lnTo>
                  <a:lnTo>
                    <a:pt x="3053638" y="381098"/>
                  </a:lnTo>
                  <a:lnTo>
                    <a:pt x="2983310" y="389785"/>
                  </a:lnTo>
                  <a:lnTo>
                    <a:pt x="2918854" y="399510"/>
                  </a:lnTo>
                  <a:lnTo>
                    <a:pt x="2859531" y="410427"/>
                  </a:lnTo>
                  <a:lnTo>
                    <a:pt x="2804440" y="422710"/>
                  </a:lnTo>
                  <a:lnTo>
                    <a:pt x="2752619" y="436536"/>
                  </a:lnTo>
                  <a:lnTo>
                    <a:pt x="2703143" y="452057"/>
                  </a:lnTo>
                  <a:lnTo>
                    <a:pt x="2667772" y="464600"/>
                  </a:lnTo>
                  <a:lnTo>
                    <a:pt x="2618182" y="484168"/>
                  </a:lnTo>
                  <a:lnTo>
                    <a:pt x="2569073" y="505740"/>
                  </a:lnTo>
                  <a:lnTo>
                    <a:pt x="2519936" y="529344"/>
                  </a:lnTo>
                  <a:lnTo>
                    <a:pt x="2470425" y="554940"/>
                  </a:lnTo>
                  <a:lnTo>
                    <a:pt x="2420335" y="582409"/>
                  </a:lnTo>
                  <a:lnTo>
                    <a:pt x="2369586" y="611553"/>
                  </a:lnTo>
                  <a:lnTo>
                    <a:pt x="2318208" y="642090"/>
                  </a:lnTo>
                  <a:lnTo>
                    <a:pt x="2266320" y="673667"/>
                  </a:lnTo>
                  <a:lnTo>
                    <a:pt x="2214108" y="705871"/>
                  </a:lnTo>
                  <a:lnTo>
                    <a:pt x="2161800" y="738257"/>
                  </a:lnTo>
                  <a:lnTo>
                    <a:pt x="2109638" y="770366"/>
                  </a:lnTo>
                  <a:lnTo>
                    <a:pt x="2057843" y="801758"/>
                  </a:lnTo>
                  <a:lnTo>
                    <a:pt x="2006589" y="832030"/>
                  </a:lnTo>
                  <a:lnTo>
                    <a:pt x="1955979" y="860844"/>
                  </a:lnTo>
                  <a:lnTo>
                    <a:pt x="1906021" y="887935"/>
                  </a:lnTo>
                  <a:lnTo>
                    <a:pt x="1856610" y="913121"/>
                  </a:lnTo>
                  <a:lnTo>
                    <a:pt x="1807512" y="936300"/>
                  </a:lnTo>
                  <a:lnTo>
                    <a:pt x="1758351" y="957448"/>
                  </a:lnTo>
                  <a:lnTo>
                    <a:pt x="1719082" y="972756"/>
                  </a:lnTo>
                  <a:lnTo>
                    <a:pt x="1670804" y="989576"/>
                  </a:lnTo>
                  <a:lnTo>
                    <a:pt x="1620793" y="1004636"/>
                  </a:lnTo>
                  <a:lnTo>
                    <a:pt x="1568200" y="1018038"/>
                  </a:lnTo>
                  <a:lnTo>
                    <a:pt x="1512082" y="1029942"/>
                  </a:lnTo>
                  <a:lnTo>
                    <a:pt x="1451485" y="1040528"/>
                  </a:lnTo>
                  <a:lnTo>
                    <a:pt x="1385538" y="1049965"/>
                  </a:lnTo>
                  <a:lnTo>
                    <a:pt x="1313567" y="1058399"/>
                  </a:lnTo>
                  <a:lnTo>
                    <a:pt x="1235260" y="1065945"/>
                  </a:lnTo>
                  <a:lnTo>
                    <a:pt x="1150866" y="1072682"/>
                  </a:lnTo>
                  <a:lnTo>
                    <a:pt x="1061438" y="1078654"/>
                  </a:lnTo>
                  <a:lnTo>
                    <a:pt x="969044" y="1083873"/>
                  </a:lnTo>
                  <a:lnTo>
                    <a:pt x="876865" y="1088330"/>
                  </a:lnTo>
                  <a:lnTo>
                    <a:pt x="789043" y="1092005"/>
                  </a:lnTo>
                  <a:lnTo>
                    <a:pt x="710186" y="1094891"/>
                  </a:lnTo>
                  <a:lnTo>
                    <a:pt x="644540" y="1097010"/>
                  </a:lnTo>
                  <a:lnTo>
                    <a:pt x="595028" y="1098430"/>
                  </a:lnTo>
                  <a:lnTo>
                    <a:pt x="562460" y="1099264"/>
                  </a:lnTo>
                  <a:lnTo>
                    <a:pt x="545193" y="1099662"/>
                  </a:lnTo>
                  <a:lnTo>
                    <a:pt x="539259" y="1099785"/>
                  </a:lnTo>
                  <a:lnTo>
                    <a:pt x="538736" y="1099795"/>
                  </a:lnTo>
                  <a:lnTo>
                    <a:pt x="0" y="1099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3" name="pg893"/>
            <p:cNvSpPr/>
            <p:nvPr/>
          </p:nvSpPr>
          <p:spPr>
            <a:xfrm>
              <a:off x="546595" y="2928270"/>
              <a:ext cx="8234974" cy="789457"/>
            </a:xfrm>
            <a:custGeom>
              <a:avLst/>
              <a:pathLst>
                <a:path w="8234974" h="789457">
                  <a:moveTo>
                    <a:pt x="0" y="718678"/>
                  </a:moveTo>
                  <a:lnTo>
                    <a:pt x="538736" y="718678"/>
                  </a:lnTo>
                  <a:lnTo>
                    <a:pt x="540029" y="718654"/>
                  </a:lnTo>
                  <a:lnTo>
                    <a:pt x="548467" y="718486"/>
                  </a:lnTo>
                  <a:lnTo>
                    <a:pt x="569506" y="718020"/>
                  </a:lnTo>
                  <a:lnTo>
                    <a:pt x="606532" y="717105"/>
                  </a:lnTo>
                  <a:lnTo>
                    <a:pt x="660534" y="715611"/>
                  </a:lnTo>
                  <a:lnTo>
                    <a:pt x="730081" y="713440"/>
                  </a:lnTo>
                  <a:lnTo>
                    <a:pt x="811807" y="710543"/>
                  </a:lnTo>
                  <a:lnTo>
                    <a:pt x="901270" y="706906"/>
                  </a:lnTo>
                  <a:lnTo>
                    <a:pt x="993911" y="702541"/>
                  </a:lnTo>
                  <a:lnTo>
                    <a:pt x="1085809" y="697466"/>
                  </a:lnTo>
                  <a:lnTo>
                    <a:pt x="1174076" y="691686"/>
                  </a:lnTo>
                  <a:lnTo>
                    <a:pt x="1256930" y="685182"/>
                  </a:lnTo>
                  <a:lnTo>
                    <a:pt x="1333557" y="677904"/>
                  </a:lnTo>
                  <a:lnTo>
                    <a:pt x="1403881" y="669768"/>
                  </a:lnTo>
                  <a:lnTo>
                    <a:pt x="1468331" y="660659"/>
                  </a:lnTo>
                  <a:lnTo>
                    <a:pt x="1527649" y="650434"/>
                  </a:lnTo>
                  <a:lnTo>
                    <a:pt x="1582738" y="638928"/>
                  </a:lnTo>
                  <a:lnTo>
                    <a:pt x="1634559" y="625977"/>
                  </a:lnTo>
                  <a:lnTo>
                    <a:pt x="1684041" y="611438"/>
                  </a:lnTo>
                  <a:lnTo>
                    <a:pt x="1719082" y="599806"/>
                  </a:lnTo>
                  <a:lnTo>
                    <a:pt x="1769020" y="581359"/>
                  </a:lnTo>
                  <a:lnTo>
                    <a:pt x="1818474" y="561012"/>
                  </a:lnTo>
                  <a:lnTo>
                    <a:pt x="1867962" y="538736"/>
                  </a:lnTo>
                  <a:lnTo>
                    <a:pt x="1917835" y="514571"/>
                  </a:lnTo>
                  <a:lnTo>
                    <a:pt x="1968299" y="488632"/>
                  </a:lnTo>
                  <a:lnTo>
                    <a:pt x="2019432" y="461113"/>
                  </a:lnTo>
                  <a:lnTo>
                    <a:pt x="2071200" y="432285"/>
                  </a:lnTo>
                  <a:lnTo>
                    <a:pt x="2123477" y="402489"/>
                  </a:lnTo>
                  <a:lnTo>
                    <a:pt x="2176070" y="372120"/>
                  </a:lnTo>
                  <a:lnTo>
                    <a:pt x="2228744" y="341606"/>
                  </a:lnTo>
                  <a:lnTo>
                    <a:pt x="2281254" y="311386"/>
                  </a:lnTo>
                  <a:lnTo>
                    <a:pt x="2333376" y="281877"/>
                  </a:lnTo>
                  <a:lnTo>
                    <a:pt x="2384937" y="253461"/>
                  </a:lnTo>
                  <a:lnTo>
                    <a:pt x="2435840" y="226454"/>
                  </a:lnTo>
                  <a:lnTo>
                    <a:pt x="2486088" y="201103"/>
                  </a:lnTo>
                  <a:lnTo>
                    <a:pt x="2535800" y="177573"/>
                  </a:lnTo>
                  <a:lnTo>
                    <a:pt x="2585229" y="155954"/>
                  </a:lnTo>
                  <a:lnTo>
                    <a:pt x="2634780" y="136261"/>
                  </a:lnTo>
                  <a:lnTo>
                    <a:pt x="2667772" y="124316"/>
                  </a:lnTo>
                  <a:lnTo>
                    <a:pt x="2716068" y="108573"/>
                  </a:lnTo>
                  <a:lnTo>
                    <a:pt x="2766099" y="94476"/>
                  </a:lnTo>
                  <a:lnTo>
                    <a:pt x="2818713" y="81933"/>
                  </a:lnTo>
                  <a:lnTo>
                    <a:pt x="2874856" y="70792"/>
                  </a:lnTo>
                  <a:lnTo>
                    <a:pt x="2935482" y="60885"/>
                  </a:lnTo>
                  <a:lnTo>
                    <a:pt x="3001464" y="52053"/>
                  </a:lnTo>
                  <a:lnTo>
                    <a:pt x="3073475" y="44161"/>
                  </a:lnTo>
                  <a:lnTo>
                    <a:pt x="3151827" y="37100"/>
                  </a:lnTo>
                  <a:lnTo>
                    <a:pt x="3236268" y="30796"/>
                  </a:lnTo>
                  <a:lnTo>
                    <a:pt x="3325742" y="25208"/>
                  </a:lnTo>
                  <a:lnTo>
                    <a:pt x="3418175" y="20325"/>
                  </a:lnTo>
                  <a:lnTo>
                    <a:pt x="3510378" y="16156"/>
                  </a:lnTo>
                  <a:lnTo>
                    <a:pt x="3598201" y="12719"/>
                  </a:lnTo>
                  <a:lnTo>
                    <a:pt x="3677032" y="10022"/>
                  </a:lnTo>
                  <a:lnTo>
                    <a:pt x="3742624" y="8042"/>
                  </a:lnTo>
                  <a:lnTo>
                    <a:pt x="3792060" y="6716"/>
                  </a:lnTo>
                  <a:lnTo>
                    <a:pt x="3824542" y="5938"/>
                  </a:lnTo>
                  <a:lnTo>
                    <a:pt x="3841731" y="5567"/>
                  </a:lnTo>
                  <a:lnTo>
                    <a:pt x="3847610" y="545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6" y="5470"/>
                  </a:lnTo>
                  <a:lnTo>
                    <a:pt x="4396572" y="5655"/>
                  </a:lnTo>
                  <a:lnTo>
                    <a:pt x="4417580" y="6167"/>
                  </a:lnTo>
                  <a:lnTo>
                    <a:pt x="4454556" y="7170"/>
                  </a:lnTo>
                  <a:lnTo>
                    <a:pt x="4508490" y="8811"/>
                  </a:lnTo>
                  <a:lnTo>
                    <a:pt x="4577961" y="11193"/>
                  </a:lnTo>
                  <a:lnTo>
                    <a:pt x="4659611" y="14373"/>
                  </a:lnTo>
                  <a:lnTo>
                    <a:pt x="4749005" y="18366"/>
                  </a:lnTo>
                  <a:lnTo>
                    <a:pt x="4841593" y="23158"/>
                  </a:lnTo>
                  <a:lnTo>
                    <a:pt x="4933455" y="28730"/>
                  </a:lnTo>
                  <a:lnTo>
                    <a:pt x="5021702" y="35075"/>
                  </a:lnTo>
                  <a:lnTo>
                    <a:pt x="5104549" y="42216"/>
                  </a:lnTo>
                  <a:lnTo>
                    <a:pt x="5181177" y="50207"/>
                  </a:lnTo>
                  <a:lnTo>
                    <a:pt x="5251508" y="59138"/>
                  </a:lnTo>
                  <a:lnTo>
                    <a:pt x="5315966" y="69137"/>
                  </a:lnTo>
                  <a:lnTo>
                    <a:pt x="5375291" y="80361"/>
                  </a:lnTo>
                  <a:lnTo>
                    <a:pt x="5430384" y="92989"/>
                  </a:lnTo>
                  <a:lnTo>
                    <a:pt x="5482204" y="107203"/>
                  </a:lnTo>
                  <a:lnTo>
                    <a:pt x="5531678" y="123158"/>
                  </a:lnTo>
                  <a:lnTo>
                    <a:pt x="5567201" y="136113"/>
                  </a:lnTo>
                  <a:lnTo>
                    <a:pt x="5616633" y="156173"/>
                  </a:lnTo>
                  <a:lnTo>
                    <a:pt x="5665586" y="178280"/>
                  </a:lnTo>
                  <a:lnTo>
                    <a:pt x="5714563" y="202463"/>
                  </a:lnTo>
                  <a:lnTo>
                    <a:pt x="5763910" y="228684"/>
                  </a:lnTo>
                  <a:lnTo>
                    <a:pt x="5813831" y="256822"/>
                  </a:lnTo>
                  <a:lnTo>
                    <a:pt x="5864405" y="286674"/>
                  </a:lnTo>
                  <a:lnTo>
                    <a:pt x="5915607" y="317957"/>
                  </a:lnTo>
                  <a:lnTo>
                    <a:pt x="5967319" y="350310"/>
                  </a:lnTo>
                  <a:lnTo>
                    <a:pt x="6019358" y="383318"/>
                  </a:lnTo>
                  <a:lnTo>
                    <a:pt x="6071498" y="416523"/>
                  </a:lnTo>
                  <a:lnTo>
                    <a:pt x="6123502" y="449462"/>
                  </a:lnTo>
                  <a:lnTo>
                    <a:pt x="6175148" y="481681"/>
                  </a:lnTo>
                  <a:lnTo>
                    <a:pt x="6226262" y="512772"/>
                  </a:lnTo>
                  <a:lnTo>
                    <a:pt x="6276738" y="542385"/>
                  </a:lnTo>
                  <a:lnTo>
                    <a:pt x="6326565" y="570248"/>
                  </a:lnTo>
                  <a:lnTo>
                    <a:pt x="6375841" y="596171"/>
                  </a:lnTo>
                  <a:lnTo>
                    <a:pt x="6424789" y="620046"/>
                  </a:lnTo>
                  <a:lnTo>
                    <a:pt x="6473777" y="641844"/>
                  </a:lnTo>
                  <a:lnTo>
                    <a:pt x="6515891" y="658788"/>
                  </a:lnTo>
                  <a:lnTo>
                    <a:pt x="6564161" y="676085"/>
                  </a:lnTo>
                  <a:lnTo>
                    <a:pt x="6614164" y="691574"/>
                  </a:lnTo>
                  <a:lnTo>
                    <a:pt x="6666747" y="705357"/>
                  </a:lnTo>
                  <a:lnTo>
                    <a:pt x="6722853" y="717600"/>
                  </a:lnTo>
                  <a:lnTo>
                    <a:pt x="6783436" y="728487"/>
                  </a:lnTo>
                  <a:lnTo>
                    <a:pt x="6849367" y="738193"/>
                  </a:lnTo>
                  <a:lnTo>
                    <a:pt x="6921319" y="746868"/>
                  </a:lnTo>
                  <a:lnTo>
                    <a:pt x="6999605" y="754629"/>
                  </a:lnTo>
                  <a:lnTo>
                    <a:pt x="7083977" y="761559"/>
                  </a:lnTo>
                  <a:lnTo>
                    <a:pt x="7173384" y="767702"/>
                  </a:lnTo>
                  <a:lnTo>
                    <a:pt x="7265760" y="773071"/>
                  </a:lnTo>
                  <a:lnTo>
                    <a:pt x="7357928" y="777656"/>
                  </a:lnTo>
                  <a:lnTo>
                    <a:pt x="7445749" y="781437"/>
                  </a:lnTo>
                  <a:lnTo>
                    <a:pt x="7524618" y="784406"/>
                  </a:lnTo>
                  <a:lnTo>
                    <a:pt x="7590289" y="786587"/>
                  </a:lnTo>
                  <a:lnTo>
                    <a:pt x="7639836" y="788049"/>
                  </a:lnTo>
                  <a:lnTo>
                    <a:pt x="7672444" y="788909"/>
                  </a:lnTo>
                  <a:lnTo>
                    <a:pt x="7689749" y="789319"/>
                  </a:lnTo>
                  <a:lnTo>
                    <a:pt x="7695708" y="789447"/>
                  </a:lnTo>
                  <a:lnTo>
                    <a:pt x="7696237" y="789457"/>
                  </a:lnTo>
                  <a:lnTo>
                    <a:pt x="8234974" y="789457"/>
                  </a:lnTo>
                  <a:lnTo>
                    <a:pt x="8234974" y="784012"/>
                  </a:ln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7" y="192"/>
                  </a:lnTo>
                  <a:lnTo>
                    <a:pt x="3817348" y="658"/>
                  </a:lnTo>
                  <a:lnTo>
                    <a:pt x="3780322" y="1572"/>
                  </a:lnTo>
                  <a:lnTo>
                    <a:pt x="3726321" y="3067"/>
                  </a:lnTo>
                  <a:lnTo>
                    <a:pt x="3656773" y="5237"/>
                  </a:lnTo>
                  <a:lnTo>
                    <a:pt x="3575047" y="8135"/>
                  </a:lnTo>
                  <a:lnTo>
                    <a:pt x="3485585" y="11772"/>
                  </a:lnTo>
                  <a:lnTo>
                    <a:pt x="3392944" y="16136"/>
                  </a:lnTo>
                  <a:lnTo>
                    <a:pt x="3301046" y="21211"/>
                  </a:lnTo>
                  <a:lnTo>
                    <a:pt x="3212779" y="26991"/>
                  </a:lnTo>
                  <a:lnTo>
                    <a:pt x="3129925" y="33495"/>
                  </a:lnTo>
                  <a:lnTo>
                    <a:pt x="3053298" y="40773"/>
                  </a:lnTo>
                  <a:lnTo>
                    <a:pt x="2982974" y="48909"/>
                  </a:lnTo>
                  <a:lnTo>
                    <a:pt x="2918523" y="58018"/>
                  </a:lnTo>
                  <a:lnTo>
                    <a:pt x="2859206" y="68244"/>
                  </a:lnTo>
                  <a:lnTo>
                    <a:pt x="2804117" y="79749"/>
                  </a:lnTo>
                  <a:lnTo>
                    <a:pt x="2752295" y="92701"/>
                  </a:lnTo>
                  <a:lnTo>
                    <a:pt x="2702813" y="107239"/>
                  </a:lnTo>
                  <a:lnTo>
                    <a:pt x="2667772" y="118872"/>
                  </a:lnTo>
                  <a:lnTo>
                    <a:pt x="2617835" y="137318"/>
                  </a:lnTo>
                  <a:lnTo>
                    <a:pt x="2568381" y="157666"/>
                  </a:lnTo>
                  <a:lnTo>
                    <a:pt x="2518893" y="179942"/>
                  </a:lnTo>
                  <a:lnTo>
                    <a:pt x="2469019" y="204106"/>
                  </a:lnTo>
                  <a:lnTo>
                    <a:pt x="2418555" y="230045"/>
                  </a:lnTo>
                  <a:lnTo>
                    <a:pt x="2367423" y="257564"/>
                  </a:lnTo>
                  <a:lnTo>
                    <a:pt x="2315655" y="286392"/>
                  </a:lnTo>
                  <a:lnTo>
                    <a:pt x="2263378" y="316189"/>
                  </a:lnTo>
                  <a:lnTo>
                    <a:pt x="2210785" y="346558"/>
                  </a:lnTo>
                  <a:lnTo>
                    <a:pt x="2158111" y="377071"/>
                  </a:lnTo>
                  <a:lnTo>
                    <a:pt x="2105601" y="407292"/>
                  </a:lnTo>
                  <a:lnTo>
                    <a:pt x="2053478" y="436800"/>
                  </a:lnTo>
                  <a:lnTo>
                    <a:pt x="2001917" y="465217"/>
                  </a:lnTo>
                  <a:lnTo>
                    <a:pt x="1951014" y="492223"/>
                  </a:lnTo>
                  <a:lnTo>
                    <a:pt x="1900767" y="517575"/>
                  </a:lnTo>
                  <a:lnTo>
                    <a:pt x="1851055" y="541104"/>
                  </a:lnTo>
                  <a:lnTo>
                    <a:pt x="1801625" y="562723"/>
                  </a:lnTo>
                  <a:lnTo>
                    <a:pt x="1752074" y="582417"/>
                  </a:lnTo>
                  <a:lnTo>
                    <a:pt x="1719082" y="594361"/>
                  </a:lnTo>
                  <a:lnTo>
                    <a:pt x="1670786" y="610105"/>
                  </a:lnTo>
                  <a:lnTo>
                    <a:pt x="1620756" y="624201"/>
                  </a:lnTo>
                  <a:lnTo>
                    <a:pt x="1568142" y="636744"/>
                  </a:lnTo>
                  <a:lnTo>
                    <a:pt x="1511999" y="647885"/>
                  </a:lnTo>
                  <a:lnTo>
                    <a:pt x="1451372" y="657792"/>
                  </a:lnTo>
                  <a:lnTo>
                    <a:pt x="1385390" y="666624"/>
                  </a:lnTo>
                  <a:lnTo>
                    <a:pt x="1313380" y="674517"/>
                  </a:lnTo>
                  <a:lnTo>
                    <a:pt x="1235028" y="681578"/>
                  </a:lnTo>
                  <a:lnTo>
                    <a:pt x="1150587" y="687882"/>
                  </a:lnTo>
                  <a:lnTo>
                    <a:pt x="1061112" y="693469"/>
                  </a:lnTo>
                  <a:lnTo>
                    <a:pt x="968680" y="698353"/>
                  </a:lnTo>
                  <a:lnTo>
                    <a:pt x="876477" y="702522"/>
                  </a:lnTo>
                  <a:lnTo>
                    <a:pt x="788653" y="705958"/>
                  </a:lnTo>
                  <a:lnTo>
                    <a:pt x="709822" y="708656"/>
                  </a:lnTo>
                  <a:lnTo>
                    <a:pt x="644231" y="710635"/>
                  </a:lnTo>
                  <a:lnTo>
                    <a:pt x="594795" y="711961"/>
                  </a:lnTo>
                  <a:lnTo>
                    <a:pt x="562313" y="712740"/>
                  </a:lnTo>
                  <a:lnTo>
                    <a:pt x="545124" y="713110"/>
                  </a:lnTo>
                  <a:lnTo>
                    <a:pt x="539244" y="713224"/>
                  </a:lnTo>
                  <a:lnTo>
                    <a:pt x="538736" y="713233"/>
                  </a:lnTo>
                  <a:lnTo>
                    <a:pt x="0" y="71323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94" name="pl894"/>
            <p:cNvSpPr/>
            <p:nvPr/>
          </p:nvSpPr>
          <p:spPr>
            <a:xfrm>
              <a:off x="546595" y="2933715"/>
              <a:ext cx="8234974" cy="784012"/>
            </a:xfrm>
            <a:custGeom>
              <a:avLst/>
              <a:pathLst>
                <a:path w="8234974" h="784012">
                  <a:moveTo>
                    <a:pt x="0" y="713233"/>
                  </a:moveTo>
                  <a:lnTo>
                    <a:pt x="538736" y="713233"/>
                  </a:lnTo>
                  <a:lnTo>
                    <a:pt x="540029" y="713210"/>
                  </a:lnTo>
                  <a:lnTo>
                    <a:pt x="548467" y="713041"/>
                  </a:lnTo>
                  <a:lnTo>
                    <a:pt x="569506" y="712575"/>
                  </a:lnTo>
                  <a:lnTo>
                    <a:pt x="606532" y="711661"/>
                  </a:lnTo>
                  <a:lnTo>
                    <a:pt x="660534" y="710166"/>
                  </a:lnTo>
                  <a:lnTo>
                    <a:pt x="730081" y="707996"/>
                  </a:lnTo>
                  <a:lnTo>
                    <a:pt x="811807" y="705098"/>
                  </a:lnTo>
                  <a:lnTo>
                    <a:pt x="901270" y="701461"/>
                  </a:lnTo>
                  <a:lnTo>
                    <a:pt x="993911" y="697097"/>
                  </a:lnTo>
                  <a:lnTo>
                    <a:pt x="1085809" y="692022"/>
                  </a:lnTo>
                  <a:lnTo>
                    <a:pt x="1174076" y="686242"/>
                  </a:lnTo>
                  <a:lnTo>
                    <a:pt x="1256930" y="679738"/>
                  </a:lnTo>
                  <a:lnTo>
                    <a:pt x="1333557" y="672460"/>
                  </a:lnTo>
                  <a:lnTo>
                    <a:pt x="1403881" y="664324"/>
                  </a:lnTo>
                  <a:lnTo>
                    <a:pt x="1468331" y="655215"/>
                  </a:lnTo>
                  <a:lnTo>
                    <a:pt x="1527649" y="644989"/>
                  </a:lnTo>
                  <a:lnTo>
                    <a:pt x="1582738" y="633484"/>
                  </a:lnTo>
                  <a:lnTo>
                    <a:pt x="1634559" y="620532"/>
                  </a:lnTo>
                  <a:lnTo>
                    <a:pt x="1684041" y="605994"/>
                  </a:lnTo>
                  <a:lnTo>
                    <a:pt x="1719082" y="594361"/>
                  </a:lnTo>
                  <a:lnTo>
                    <a:pt x="1769020" y="575915"/>
                  </a:lnTo>
                  <a:lnTo>
                    <a:pt x="1818474" y="555567"/>
                  </a:lnTo>
                  <a:lnTo>
                    <a:pt x="1867962" y="533291"/>
                  </a:lnTo>
                  <a:lnTo>
                    <a:pt x="1917835" y="509127"/>
                  </a:lnTo>
                  <a:lnTo>
                    <a:pt x="1968299" y="483188"/>
                  </a:lnTo>
                  <a:lnTo>
                    <a:pt x="2019432" y="455669"/>
                  </a:lnTo>
                  <a:lnTo>
                    <a:pt x="2071200" y="426841"/>
                  </a:lnTo>
                  <a:lnTo>
                    <a:pt x="2123477" y="397044"/>
                  </a:lnTo>
                  <a:lnTo>
                    <a:pt x="2176070" y="366675"/>
                  </a:lnTo>
                  <a:lnTo>
                    <a:pt x="2228744" y="336162"/>
                  </a:lnTo>
                  <a:lnTo>
                    <a:pt x="2281254" y="305941"/>
                  </a:lnTo>
                  <a:lnTo>
                    <a:pt x="2333376" y="276433"/>
                  </a:lnTo>
                  <a:lnTo>
                    <a:pt x="2384937" y="248016"/>
                  </a:lnTo>
                  <a:lnTo>
                    <a:pt x="2435840" y="221010"/>
                  </a:lnTo>
                  <a:lnTo>
                    <a:pt x="2486088" y="195658"/>
                  </a:lnTo>
                  <a:lnTo>
                    <a:pt x="2535800" y="172129"/>
                  </a:lnTo>
                  <a:lnTo>
                    <a:pt x="2585229" y="150510"/>
                  </a:lnTo>
                  <a:lnTo>
                    <a:pt x="2634780" y="130816"/>
                  </a:lnTo>
                  <a:lnTo>
                    <a:pt x="2667772" y="118872"/>
                  </a:lnTo>
                  <a:lnTo>
                    <a:pt x="2716068" y="103128"/>
                  </a:lnTo>
                  <a:lnTo>
                    <a:pt x="2766099" y="89032"/>
                  </a:lnTo>
                  <a:lnTo>
                    <a:pt x="2818713" y="76489"/>
                  </a:lnTo>
                  <a:lnTo>
                    <a:pt x="2874856" y="65347"/>
                  </a:lnTo>
                  <a:lnTo>
                    <a:pt x="2935482" y="55441"/>
                  </a:lnTo>
                  <a:lnTo>
                    <a:pt x="3001464" y="46609"/>
                  </a:lnTo>
                  <a:lnTo>
                    <a:pt x="3073475" y="38716"/>
                  </a:lnTo>
                  <a:lnTo>
                    <a:pt x="3151827" y="31655"/>
                  </a:lnTo>
                  <a:lnTo>
                    <a:pt x="3236268" y="25351"/>
                  </a:lnTo>
                  <a:lnTo>
                    <a:pt x="3325742" y="19764"/>
                  </a:lnTo>
                  <a:lnTo>
                    <a:pt x="3418175" y="14880"/>
                  </a:lnTo>
                  <a:lnTo>
                    <a:pt x="3510378" y="10711"/>
                  </a:lnTo>
                  <a:lnTo>
                    <a:pt x="3598201" y="7275"/>
                  </a:lnTo>
                  <a:lnTo>
                    <a:pt x="3677032" y="4577"/>
                  </a:lnTo>
                  <a:lnTo>
                    <a:pt x="3742624" y="2597"/>
                  </a:lnTo>
                  <a:lnTo>
                    <a:pt x="3792060" y="1272"/>
                  </a:lnTo>
                  <a:lnTo>
                    <a:pt x="3824542" y="493"/>
                  </a:lnTo>
                  <a:lnTo>
                    <a:pt x="3841731" y="123"/>
                  </a:lnTo>
                  <a:lnTo>
                    <a:pt x="3847610" y="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6" y="25"/>
                  </a:lnTo>
                  <a:lnTo>
                    <a:pt x="4396572" y="210"/>
                  </a:lnTo>
                  <a:lnTo>
                    <a:pt x="4417580" y="722"/>
                  </a:lnTo>
                  <a:lnTo>
                    <a:pt x="4454556" y="1726"/>
                  </a:lnTo>
                  <a:lnTo>
                    <a:pt x="4508490" y="3366"/>
                  </a:lnTo>
                  <a:lnTo>
                    <a:pt x="4577961" y="5748"/>
                  </a:lnTo>
                  <a:lnTo>
                    <a:pt x="4659611" y="8929"/>
                  </a:lnTo>
                  <a:lnTo>
                    <a:pt x="4749005" y="12922"/>
                  </a:lnTo>
                  <a:lnTo>
                    <a:pt x="4841593" y="17713"/>
                  </a:lnTo>
                  <a:lnTo>
                    <a:pt x="4933455" y="23285"/>
                  </a:lnTo>
                  <a:lnTo>
                    <a:pt x="5021702" y="29631"/>
                  </a:lnTo>
                  <a:lnTo>
                    <a:pt x="5104549" y="36772"/>
                  </a:lnTo>
                  <a:lnTo>
                    <a:pt x="5181177" y="44762"/>
                  </a:lnTo>
                  <a:lnTo>
                    <a:pt x="5251508" y="53694"/>
                  </a:lnTo>
                  <a:lnTo>
                    <a:pt x="5315966" y="63693"/>
                  </a:lnTo>
                  <a:lnTo>
                    <a:pt x="5375291" y="74917"/>
                  </a:lnTo>
                  <a:lnTo>
                    <a:pt x="5430384" y="87544"/>
                  </a:lnTo>
                  <a:lnTo>
                    <a:pt x="5482204" y="101758"/>
                  </a:lnTo>
                  <a:lnTo>
                    <a:pt x="5531678" y="117714"/>
                  </a:lnTo>
                  <a:lnTo>
                    <a:pt x="5567201" y="130668"/>
                  </a:lnTo>
                  <a:lnTo>
                    <a:pt x="5616633" y="150728"/>
                  </a:lnTo>
                  <a:lnTo>
                    <a:pt x="5665586" y="172835"/>
                  </a:lnTo>
                  <a:lnTo>
                    <a:pt x="5714563" y="197019"/>
                  </a:lnTo>
                  <a:lnTo>
                    <a:pt x="5763910" y="223239"/>
                  </a:lnTo>
                  <a:lnTo>
                    <a:pt x="5813831" y="251377"/>
                  </a:lnTo>
                  <a:lnTo>
                    <a:pt x="5864405" y="281230"/>
                  </a:lnTo>
                  <a:lnTo>
                    <a:pt x="5915607" y="312512"/>
                  </a:lnTo>
                  <a:lnTo>
                    <a:pt x="5967319" y="344866"/>
                  </a:lnTo>
                  <a:lnTo>
                    <a:pt x="6019358" y="377873"/>
                  </a:lnTo>
                  <a:lnTo>
                    <a:pt x="6071498" y="411079"/>
                  </a:lnTo>
                  <a:lnTo>
                    <a:pt x="6123502" y="444017"/>
                  </a:lnTo>
                  <a:lnTo>
                    <a:pt x="6175148" y="476236"/>
                  </a:lnTo>
                  <a:lnTo>
                    <a:pt x="6226262" y="507327"/>
                  </a:lnTo>
                  <a:lnTo>
                    <a:pt x="6276738" y="536940"/>
                  </a:lnTo>
                  <a:lnTo>
                    <a:pt x="6326565" y="564803"/>
                  </a:lnTo>
                  <a:lnTo>
                    <a:pt x="6375841" y="590726"/>
                  </a:lnTo>
                  <a:lnTo>
                    <a:pt x="6424789" y="614601"/>
                  </a:lnTo>
                  <a:lnTo>
                    <a:pt x="6473777" y="636400"/>
                  </a:lnTo>
                  <a:lnTo>
                    <a:pt x="6515891" y="653344"/>
                  </a:lnTo>
                  <a:lnTo>
                    <a:pt x="6564161" y="670641"/>
                  </a:lnTo>
                  <a:lnTo>
                    <a:pt x="6614164" y="686130"/>
                  </a:lnTo>
                  <a:lnTo>
                    <a:pt x="6666747" y="699912"/>
                  </a:lnTo>
                  <a:lnTo>
                    <a:pt x="6722853" y="712155"/>
                  </a:lnTo>
                  <a:lnTo>
                    <a:pt x="6783436" y="723043"/>
                  </a:lnTo>
                  <a:lnTo>
                    <a:pt x="6849367" y="732749"/>
                  </a:lnTo>
                  <a:lnTo>
                    <a:pt x="6921319" y="741424"/>
                  </a:lnTo>
                  <a:lnTo>
                    <a:pt x="6999605" y="749185"/>
                  </a:lnTo>
                  <a:lnTo>
                    <a:pt x="7083977" y="756114"/>
                  </a:lnTo>
                  <a:lnTo>
                    <a:pt x="7173384" y="762257"/>
                  </a:lnTo>
                  <a:lnTo>
                    <a:pt x="7265760" y="767626"/>
                  </a:lnTo>
                  <a:lnTo>
                    <a:pt x="7357928" y="772211"/>
                  </a:lnTo>
                  <a:lnTo>
                    <a:pt x="7445749" y="775993"/>
                  </a:lnTo>
                  <a:lnTo>
                    <a:pt x="7524618" y="778962"/>
                  </a:lnTo>
                  <a:lnTo>
                    <a:pt x="7590289" y="781142"/>
                  </a:lnTo>
                  <a:lnTo>
                    <a:pt x="7639836" y="782605"/>
                  </a:lnTo>
                  <a:lnTo>
                    <a:pt x="7672444" y="783465"/>
                  </a:lnTo>
                  <a:lnTo>
                    <a:pt x="7689749" y="783874"/>
                  </a:lnTo>
                  <a:lnTo>
                    <a:pt x="7695708" y="784002"/>
                  </a:lnTo>
                  <a:lnTo>
                    <a:pt x="7696237" y="784012"/>
                  </a:lnTo>
                  <a:lnTo>
                    <a:pt x="8234974" y="784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5" name="pl895"/>
            <p:cNvSpPr/>
            <p:nvPr/>
          </p:nvSpPr>
          <p:spPr>
            <a:xfrm>
              <a:off x="546595" y="2928270"/>
              <a:ext cx="8234974" cy="784012"/>
            </a:xfrm>
            <a:custGeom>
              <a:avLst/>
              <a:pathLst>
                <a:path w="8234974" h="784012">
                  <a:moveTo>
                    <a:pt x="8234974" y="784012"/>
                  </a:move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7" y="192"/>
                  </a:lnTo>
                  <a:lnTo>
                    <a:pt x="3817348" y="658"/>
                  </a:lnTo>
                  <a:lnTo>
                    <a:pt x="3780322" y="1572"/>
                  </a:lnTo>
                  <a:lnTo>
                    <a:pt x="3726321" y="3067"/>
                  </a:lnTo>
                  <a:lnTo>
                    <a:pt x="3656773" y="5237"/>
                  </a:lnTo>
                  <a:lnTo>
                    <a:pt x="3575047" y="8135"/>
                  </a:lnTo>
                  <a:lnTo>
                    <a:pt x="3485585" y="11772"/>
                  </a:lnTo>
                  <a:lnTo>
                    <a:pt x="3392944" y="16136"/>
                  </a:lnTo>
                  <a:lnTo>
                    <a:pt x="3301046" y="21211"/>
                  </a:lnTo>
                  <a:lnTo>
                    <a:pt x="3212779" y="26991"/>
                  </a:lnTo>
                  <a:lnTo>
                    <a:pt x="3129925" y="33495"/>
                  </a:lnTo>
                  <a:lnTo>
                    <a:pt x="3053298" y="40773"/>
                  </a:lnTo>
                  <a:lnTo>
                    <a:pt x="2982974" y="48909"/>
                  </a:lnTo>
                  <a:lnTo>
                    <a:pt x="2918523" y="58018"/>
                  </a:lnTo>
                  <a:lnTo>
                    <a:pt x="2859206" y="68244"/>
                  </a:lnTo>
                  <a:lnTo>
                    <a:pt x="2804117" y="79749"/>
                  </a:lnTo>
                  <a:lnTo>
                    <a:pt x="2752295" y="92701"/>
                  </a:lnTo>
                  <a:lnTo>
                    <a:pt x="2702813" y="107239"/>
                  </a:lnTo>
                  <a:lnTo>
                    <a:pt x="2667772" y="118872"/>
                  </a:lnTo>
                  <a:lnTo>
                    <a:pt x="2617835" y="137318"/>
                  </a:lnTo>
                  <a:lnTo>
                    <a:pt x="2568381" y="157666"/>
                  </a:lnTo>
                  <a:lnTo>
                    <a:pt x="2518893" y="179942"/>
                  </a:lnTo>
                  <a:lnTo>
                    <a:pt x="2469019" y="204106"/>
                  </a:lnTo>
                  <a:lnTo>
                    <a:pt x="2418555" y="230045"/>
                  </a:lnTo>
                  <a:lnTo>
                    <a:pt x="2367423" y="257564"/>
                  </a:lnTo>
                  <a:lnTo>
                    <a:pt x="2315655" y="286392"/>
                  </a:lnTo>
                  <a:lnTo>
                    <a:pt x="2263378" y="316189"/>
                  </a:lnTo>
                  <a:lnTo>
                    <a:pt x="2210785" y="346558"/>
                  </a:lnTo>
                  <a:lnTo>
                    <a:pt x="2158111" y="377071"/>
                  </a:lnTo>
                  <a:lnTo>
                    <a:pt x="2105601" y="407292"/>
                  </a:lnTo>
                  <a:lnTo>
                    <a:pt x="2053478" y="436800"/>
                  </a:lnTo>
                  <a:lnTo>
                    <a:pt x="2001917" y="465217"/>
                  </a:lnTo>
                  <a:lnTo>
                    <a:pt x="1951014" y="492223"/>
                  </a:lnTo>
                  <a:lnTo>
                    <a:pt x="1900767" y="517575"/>
                  </a:lnTo>
                  <a:lnTo>
                    <a:pt x="1851055" y="541104"/>
                  </a:lnTo>
                  <a:lnTo>
                    <a:pt x="1801625" y="562723"/>
                  </a:lnTo>
                  <a:lnTo>
                    <a:pt x="1752074" y="582417"/>
                  </a:lnTo>
                  <a:lnTo>
                    <a:pt x="1719082" y="594361"/>
                  </a:lnTo>
                  <a:lnTo>
                    <a:pt x="1670786" y="610105"/>
                  </a:lnTo>
                  <a:lnTo>
                    <a:pt x="1620756" y="624201"/>
                  </a:lnTo>
                  <a:lnTo>
                    <a:pt x="1568142" y="636744"/>
                  </a:lnTo>
                  <a:lnTo>
                    <a:pt x="1511999" y="647885"/>
                  </a:lnTo>
                  <a:lnTo>
                    <a:pt x="1451372" y="657792"/>
                  </a:lnTo>
                  <a:lnTo>
                    <a:pt x="1385390" y="666624"/>
                  </a:lnTo>
                  <a:lnTo>
                    <a:pt x="1313380" y="674517"/>
                  </a:lnTo>
                  <a:lnTo>
                    <a:pt x="1235028" y="681578"/>
                  </a:lnTo>
                  <a:lnTo>
                    <a:pt x="1150587" y="687882"/>
                  </a:lnTo>
                  <a:lnTo>
                    <a:pt x="1061112" y="693469"/>
                  </a:lnTo>
                  <a:lnTo>
                    <a:pt x="968680" y="698353"/>
                  </a:lnTo>
                  <a:lnTo>
                    <a:pt x="876477" y="702522"/>
                  </a:lnTo>
                  <a:lnTo>
                    <a:pt x="788653" y="705958"/>
                  </a:lnTo>
                  <a:lnTo>
                    <a:pt x="709822" y="708656"/>
                  </a:lnTo>
                  <a:lnTo>
                    <a:pt x="644231" y="710635"/>
                  </a:lnTo>
                  <a:lnTo>
                    <a:pt x="594795" y="711961"/>
                  </a:lnTo>
                  <a:lnTo>
                    <a:pt x="562313" y="712740"/>
                  </a:lnTo>
                  <a:lnTo>
                    <a:pt x="545124" y="713110"/>
                  </a:lnTo>
                  <a:lnTo>
                    <a:pt x="539244" y="713224"/>
                  </a:lnTo>
                  <a:lnTo>
                    <a:pt x="538736" y="713233"/>
                  </a:lnTo>
                  <a:lnTo>
                    <a:pt x="0" y="713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6" name="pg896"/>
            <p:cNvSpPr/>
            <p:nvPr/>
          </p:nvSpPr>
          <p:spPr>
            <a:xfrm>
              <a:off x="546595" y="478230"/>
              <a:ext cx="8234974" cy="3261275"/>
            </a:xfrm>
            <a:custGeom>
              <a:avLst/>
              <a:pathLst>
                <a:path w="8234974" h="3261275">
                  <a:moveTo>
                    <a:pt x="0" y="3261275"/>
                  </a:moveTo>
                  <a:lnTo>
                    <a:pt x="538736" y="3261275"/>
                  </a:lnTo>
                  <a:lnTo>
                    <a:pt x="540039" y="3261272"/>
                  </a:lnTo>
                  <a:lnTo>
                    <a:pt x="548536" y="3261246"/>
                  </a:lnTo>
                  <a:lnTo>
                    <a:pt x="569719" y="3261174"/>
                  </a:lnTo>
                  <a:lnTo>
                    <a:pt x="606983" y="3261034"/>
                  </a:lnTo>
                  <a:lnTo>
                    <a:pt x="661302" y="3260804"/>
                  </a:lnTo>
                  <a:lnTo>
                    <a:pt x="731212" y="3260470"/>
                  </a:lnTo>
                  <a:lnTo>
                    <a:pt x="813300" y="3260025"/>
                  </a:lnTo>
                  <a:lnTo>
                    <a:pt x="903081" y="3259466"/>
                  </a:lnTo>
                  <a:lnTo>
                    <a:pt x="995972" y="3258796"/>
                  </a:lnTo>
                  <a:lnTo>
                    <a:pt x="1088040" y="3258017"/>
                  </a:lnTo>
                  <a:lnTo>
                    <a:pt x="1176401" y="3257129"/>
                  </a:lnTo>
                  <a:lnTo>
                    <a:pt x="1259290" y="3256131"/>
                  </a:lnTo>
                  <a:lnTo>
                    <a:pt x="1335909" y="3255013"/>
                  </a:lnTo>
                  <a:lnTo>
                    <a:pt x="1406201" y="3253763"/>
                  </a:lnTo>
                  <a:lnTo>
                    <a:pt x="1470612" y="3252363"/>
                  </a:lnTo>
                  <a:lnTo>
                    <a:pt x="1529897" y="3250791"/>
                  </a:lnTo>
                  <a:lnTo>
                    <a:pt x="1584970" y="3249022"/>
                  </a:lnTo>
                  <a:lnTo>
                    <a:pt x="1636800" y="3247029"/>
                  </a:lnTo>
                  <a:lnTo>
                    <a:pt x="1686317" y="3244793"/>
                  </a:lnTo>
                  <a:lnTo>
                    <a:pt x="1719082" y="3243127"/>
                  </a:lnTo>
                  <a:lnTo>
                    <a:pt x="1771801" y="3240144"/>
                  </a:lnTo>
                  <a:lnTo>
                    <a:pt x="1824015" y="3236837"/>
                  </a:lnTo>
                  <a:lnTo>
                    <a:pt x="1876319" y="3233202"/>
                  </a:lnTo>
                  <a:lnTo>
                    <a:pt x="1929100" y="3229248"/>
                  </a:lnTo>
                  <a:lnTo>
                    <a:pt x="1982570" y="3224999"/>
                  </a:lnTo>
                  <a:lnTo>
                    <a:pt x="2036786" y="3220492"/>
                  </a:lnTo>
                  <a:lnTo>
                    <a:pt x="2091672" y="3215780"/>
                  </a:lnTo>
                  <a:lnTo>
                    <a:pt x="2147048" y="3210929"/>
                  </a:lnTo>
                  <a:lnTo>
                    <a:pt x="2202663" y="3206013"/>
                  </a:lnTo>
                  <a:lnTo>
                    <a:pt x="2258229" y="3201110"/>
                  </a:lnTo>
                  <a:lnTo>
                    <a:pt x="2313468" y="3196297"/>
                  </a:lnTo>
                  <a:lnTo>
                    <a:pt x="2368147" y="3191647"/>
                  </a:lnTo>
                  <a:lnTo>
                    <a:pt x="2422117" y="3187220"/>
                  </a:lnTo>
                  <a:lnTo>
                    <a:pt x="2475345" y="3183065"/>
                  </a:lnTo>
                  <a:lnTo>
                    <a:pt x="2527936" y="3179215"/>
                  </a:lnTo>
                  <a:lnTo>
                    <a:pt x="2580158" y="3175689"/>
                  </a:lnTo>
                  <a:lnTo>
                    <a:pt x="2632462" y="3172490"/>
                  </a:lnTo>
                  <a:lnTo>
                    <a:pt x="2667772" y="3170533"/>
                  </a:lnTo>
                  <a:lnTo>
                    <a:pt x="2716189" y="3168124"/>
                  </a:lnTo>
                  <a:lnTo>
                    <a:pt x="2766351" y="3165967"/>
                  </a:lnTo>
                  <a:lnTo>
                    <a:pt x="2819114" y="3164049"/>
                  </a:lnTo>
                  <a:lnTo>
                    <a:pt x="2875431" y="3162346"/>
                  </a:lnTo>
                  <a:lnTo>
                    <a:pt x="2936262" y="3160831"/>
                  </a:lnTo>
                  <a:lnTo>
                    <a:pt x="3002485" y="3159482"/>
                  </a:lnTo>
                  <a:lnTo>
                    <a:pt x="3074774" y="3158276"/>
                  </a:lnTo>
                  <a:lnTo>
                    <a:pt x="3153436" y="3157198"/>
                  </a:lnTo>
                  <a:lnTo>
                    <a:pt x="3238205" y="3156235"/>
                  </a:lnTo>
                  <a:lnTo>
                    <a:pt x="3327998" y="3155383"/>
                  </a:lnTo>
                  <a:lnTo>
                    <a:pt x="3420697" y="3154638"/>
                  </a:lnTo>
                  <a:lnTo>
                    <a:pt x="3513063" y="3154003"/>
                  </a:lnTo>
                  <a:lnTo>
                    <a:pt x="3600893" y="3153481"/>
                  </a:lnTo>
                  <a:lnTo>
                    <a:pt x="3679540" y="3153071"/>
                  </a:lnTo>
                  <a:lnTo>
                    <a:pt x="3744753" y="3152772"/>
                  </a:lnTo>
                  <a:lnTo>
                    <a:pt x="3793660" y="3152573"/>
                  </a:lnTo>
                  <a:lnTo>
                    <a:pt x="3825550" y="3152457"/>
                  </a:lnTo>
                  <a:lnTo>
                    <a:pt x="3842194" y="3152402"/>
                  </a:lnTo>
                  <a:lnTo>
                    <a:pt x="3847701" y="3152386"/>
                  </a:lnTo>
                  <a:lnTo>
                    <a:pt x="3848118" y="3152385"/>
                  </a:lnTo>
                  <a:lnTo>
                    <a:pt x="4386855" y="3152385"/>
                  </a:lnTo>
                  <a:lnTo>
                    <a:pt x="4387996" y="3152293"/>
                  </a:lnTo>
                  <a:lnTo>
                    <a:pt x="4395465" y="3151639"/>
                  </a:lnTo>
                  <a:lnTo>
                    <a:pt x="4414171" y="3149832"/>
                  </a:lnTo>
                  <a:lnTo>
                    <a:pt x="4447303" y="3146280"/>
                  </a:lnTo>
                  <a:lnTo>
                    <a:pt x="4496049" y="3140458"/>
                  </a:lnTo>
                  <a:lnTo>
                    <a:pt x="4559529" y="3131962"/>
                  </a:lnTo>
                  <a:lnTo>
                    <a:pt x="4635102" y="3120554"/>
                  </a:lnTo>
                  <a:lnTo>
                    <a:pt x="4719020" y="3106149"/>
                  </a:lnTo>
                  <a:lnTo>
                    <a:pt x="4807213" y="3088772"/>
                  </a:lnTo>
                  <a:lnTo>
                    <a:pt x="4895968" y="3068494"/>
                  </a:lnTo>
                  <a:lnTo>
                    <a:pt x="4982360" y="3045360"/>
                  </a:lnTo>
                  <a:lnTo>
                    <a:pt x="5064402" y="3019342"/>
                  </a:lnTo>
                  <a:lnTo>
                    <a:pt x="5140994" y="2990306"/>
                  </a:lnTo>
                  <a:lnTo>
                    <a:pt x="5211760" y="2957995"/>
                  </a:lnTo>
                  <a:lnTo>
                    <a:pt x="5276854" y="2922029"/>
                  </a:lnTo>
                  <a:lnTo>
                    <a:pt x="5336782" y="2881914"/>
                  </a:lnTo>
                  <a:lnTo>
                    <a:pt x="5392261" y="2837059"/>
                  </a:lnTo>
                  <a:lnTo>
                    <a:pt x="5444112" y="2786819"/>
                  </a:lnTo>
                  <a:lnTo>
                    <a:pt x="5493182" y="2730559"/>
                  </a:lnTo>
                  <a:lnTo>
                    <a:pt x="5540270" y="2667775"/>
                  </a:lnTo>
                  <a:lnTo>
                    <a:pt x="5567201" y="2627895"/>
                  </a:lnTo>
                  <a:lnTo>
                    <a:pt x="5601186" y="2573542"/>
                  </a:lnTo>
                  <a:lnTo>
                    <a:pt x="5634857" y="2515361"/>
                  </a:lnTo>
                  <a:lnTo>
                    <a:pt x="5668403" y="2453275"/>
                  </a:lnTo>
                  <a:lnTo>
                    <a:pt x="5701977" y="2387261"/>
                  </a:lnTo>
                  <a:lnTo>
                    <a:pt x="5735691" y="2317363"/>
                  </a:lnTo>
                  <a:lnTo>
                    <a:pt x="5769632" y="2243689"/>
                  </a:lnTo>
                  <a:lnTo>
                    <a:pt x="5803851" y="2166424"/>
                  </a:lnTo>
                  <a:lnTo>
                    <a:pt x="5838378" y="2085826"/>
                  </a:lnTo>
                  <a:lnTo>
                    <a:pt x="5873214" y="2002226"/>
                  </a:lnTo>
                  <a:lnTo>
                    <a:pt x="5908340" y="1916027"/>
                  </a:lnTo>
                  <a:lnTo>
                    <a:pt x="5943717" y="1827698"/>
                  </a:lnTo>
                  <a:lnTo>
                    <a:pt x="5979292" y="1737760"/>
                  </a:lnTo>
                  <a:lnTo>
                    <a:pt x="6014998" y="1646779"/>
                  </a:lnTo>
                  <a:lnTo>
                    <a:pt x="6050762" y="1555348"/>
                  </a:lnTo>
                  <a:lnTo>
                    <a:pt x="6086505" y="1464074"/>
                  </a:lnTo>
                  <a:lnTo>
                    <a:pt x="6122153" y="1373558"/>
                  </a:lnTo>
                  <a:lnTo>
                    <a:pt x="6157633" y="1284381"/>
                  </a:lnTo>
                  <a:lnTo>
                    <a:pt x="6192887" y="1197087"/>
                  </a:lnTo>
                  <a:lnTo>
                    <a:pt x="6227867" y="1112173"/>
                  </a:lnTo>
                  <a:lnTo>
                    <a:pt x="6262545" y="1030074"/>
                  </a:lnTo>
                  <a:lnTo>
                    <a:pt x="6296911" y="951157"/>
                  </a:lnTo>
                  <a:lnTo>
                    <a:pt x="6330982" y="875715"/>
                  </a:lnTo>
                  <a:lnTo>
                    <a:pt x="6364797" y="803968"/>
                  </a:lnTo>
                  <a:lnTo>
                    <a:pt x="6398427" y="736062"/>
                  </a:lnTo>
                  <a:lnTo>
                    <a:pt x="6431970" y="672071"/>
                  </a:lnTo>
                  <a:lnTo>
                    <a:pt x="6465559" y="612004"/>
                  </a:lnTo>
                  <a:lnTo>
                    <a:pt x="6499365" y="555809"/>
                  </a:lnTo>
                  <a:lnTo>
                    <a:pt x="6515891" y="529934"/>
                  </a:lnTo>
                  <a:lnTo>
                    <a:pt x="6562147" y="463217"/>
                  </a:lnTo>
                  <a:lnTo>
                    <a:pt x="6609965" y="403182"/>
                  </a:lnTo>
                  <a:lnTo>
                    <a:pt x="6660087" y="349490"/>
                  </a:lnTo>
                  <a:lnTo>
                    <a:pt x="6713339" y="301562"/>
                  </a:lnTo>
                  <a:lnTo>
                    <a:pt x="6770566" y="258748"/>
                  </a:lnTo>
                  <a:lnTo>
                    <a:pt x="6832557" y="220419"/>
                  </a:lnTo>
                  <a:lnTo>
                    <a:pt x="6899957" y="186022"/>
                  </a:lnTo>
                  <a:lnTo>
                    <a:pt x="6973146" y="155107"/>
                  </a:lnTo>
                  <a:lnTo>
                    <a:pt x="7052080" y="127346"/>
                  </a:lnTo>
                  <a:lnTo>
                    <a:pt x="7136106" y="102534"/>
                  </a:lnTo>
                  <a:lnTo>
                    <a:pt x="7223773" y="80582"/>
                  </a:lnTo>
                  <a:lnTo>
                    <a:pt x="7312701" y="61498"/>
                  </a:lnTo>
                  <a:lnTo>
                    <a:pt x="7399606" y="45345"/>
                  </a:lnTo>
                  <a:lnTo>
                    <a:pt x="7480558" y="32184"/>
                  </a:lnTo>
                  <a:lnTo>
                    <a:pt x="7551528" y="22002"/>
                  </a:lnTo>
                  <a:lnTo>
                    <a:pt x="7609132" y="14653"/>
                  </a:lnTo>
                  <a:lnTo>
                    <a:pt x="7651397" y="9829"/>
                  </a:lnTo>
                  <a:lnTo>
                    <a:pt x="7678285" y="7069"/>
                  </a:lnTo>
                  <a:lnTo>
                    <a:pt x="7691842" y="5813"/>
                  </a:lnTo>
                  <a:lnTo>
                    <a:pt x="7696003" y="546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6" y="91"/>
                  </a:lnTo>
                  <a:lnTo>
                    <a:pt x="7687627" y="745"/>
                  </a:lnTo>
                  <a:lnTo>
                    <a:pt x="7668921" y="2552"/>
                  </a:lnTo>
                  <a:lnTo>
                    <a:pt x="7635790" y="6104"/>
                  </a:lnTo>
                  <a:lnTo>
                    <a:pt x="7587044" y="11926"/>
                  </a:lnTo>
                  <a:lnTo>
                    <a:pt x="7523564" y="20422"/>
                  </a:lnTo>
                  <a:lnTo>
                    <a:pt x="7447991" y="31830"/>
                  </a:lnTo>
                  <a:lnTo>
                    <a:pt x="7364072" y="46235"/>
                  </a:lnTo>
                  <a:lnTo>
                    <a:pt x="7275879" y="63612"/>
                  </a:lnTo>
                  <a:lnTo>
                    <a:pt x="7187124" y="83890"/>
                  </a:lnTo>
                  <a:lnTo>
                    <a:pt x="7100732" y="107024"/>
                  </a:lnTo>
                  <a:lnTo>
                    <a:pt x="7018691" y="133042"/>
                  </a:lnTo>
                  <a:lnTo>
                    <a:pt x="6942098" y="162078"/>
                  </a:lnTo>
                  <a:lnTo>
                    <a:pt x="6871332" y="194389"/>
                  </a:lnTo>
                  <a:lnTo>
                    <a:pt x="6806238" y="230355"/>
                  </a:lnTo>
                  <a:lnTo>
                    <a:pt x="6746311" y="270471"/>
                  </a:lnTo>
                  <a:lnTo>
                    <a:pt x="6690832" y="315325"/>
                  </a:lnTo>
                  <a:lnTo>
                    <a:pt x="6638980" y="365565"/>
                  </a:lnTo>
                  <a:lnTo>
                    <a:pt x="6589911" y="421825"/>
                  </a:lnTo>
                  <a:lnTo>
                    <a:pt x="6542822" y="484609"/>
                  </a:lnTo>
                  <a:lnTo>
                    <a:pt x="6515891" y="524490"/>
                  </a:lnTo>
                  <a:lnTo>
                    <a:pt x="6481906" y="578843"/>
                  </a:lnTo>
                  <a:lnTo>
                    <a:pt x="6448236" y="637023"/>
                  </a:lnTo>
                  <a:lnTo>
                    <a:pt x="6414689" y="699110"/>
                  </a:lnTo>
                  <a:lnTo>
                    <a:pt x="6381116" y="765123"/>
                  </a:lnTo>
                  <a:lnTo>
                    <a:pt x="6347401" y="835022"/>
                  </a:lnTo>
                  <a:lnTo>
                    <a:pt x="6313461" y="908695"/>
                  </a:lnTo>
                  <a:lnTo>
                    <a:pt x="6279241" y="985960"/>
                  </a:lnTo>
                  <a:lnTo>
                    <a:pt x="6244715" y="1066559"/>
                  </a:lnTo>
                  <a:lnTo>
                    <a:pt x="6209879" y="1150159"/>
                  </a:lnTo>
                  <a:lnTo>
                    <a:pt x="6174753" y="1236357"/>
                  </a:lnTo>
                  <a:lnTo>
                    <a:pt x="6139375" y="1324686"/>
                  </a:lnTo>
                  <a:lnTo>
                    <a:pt x="6103800" y="1414624"/>
                  </a:lnTo>
                  <a:lnTo>
                    <a:pt x="6068094" y="1505605"/>
                  </a:lnTo>
                  <a:lnTo>
                    <a:pt x="6032331" y="1597036"/>
                  </a:lnTo>
                  <a:lnTo>
                    <a:pt x="5996587" y="1688310"/>
                  </a:lnTo>
                  <a:lnTo>
                    <a:pt x="5960940" y="1778826"/>
                  </a:lnTo>
                  <a:lnTo>
                    <a:pt x="5925459" y="1868003"/>
                  </a:lnTo>
                  <a:lnTo>
                    <a:pt x="5890205" y="1955297"/>
                  </a:lnTo>
                  <a:lnTo>
                    <a:pt x="5855225" y="2040211"/>
                  </a:lnTo>
                  <a:lnTo>
                    <a:pt x="5820548" y="2122310"/>
                  </a:lnTo>
                  <a:lnTo>
                    <a:pt x="5786181" y="2201228"/>
                  </a:lnTo>
                  <a:lnTo>
                    <a:pt x="5752111" y="2276669"/>
                  </a:lnTo>
                  <a:lnTo>
                    <a:pt x="5718295" y="2348416"/>
                  </a:lnTo>
                  <a:lnTo>
                    <a:pt x="5684665" y="2416322"/>
                  </a:lnTo>
                  <a:lnTo>
                    <a:pt x="5651122" y="2480313"/>
                  </a:lnTo>
                  <a:lnTo>
                    <a:pt x="5617533" y="2540380"/>
                  </a:lnTo>
                  <a:lnTo>
                    <a:pt x="5583727" y="2596576"/>
                  </a:lnTo>
                  <a:lnTo>
                    <a:pt x="5567201" y="2622450"/>
                  </a:lnTo>
                  <a:lnTo>
                    <a:pt x="5520945" y="2689168"/>
                  </a:lnTo>
                  <a:lnTo>
                    <a:pt x="5473127" y="2749202"/>
                  </a:lnTo>
                  <a:lnTo>
                    <a:pt x="5423006" y="2802895"/>
                  </a:lnTo>
                  <a:lnTo>
                    <a:pt x="5369753" y="2850822"/>
                  </a:lnTo>
                  <a:lnTo>
                    <a:pt x="5312526" y="2893636"/>
                  </a:lnTo>
                  <a:lnTo>
                    <a:pt x="5250535" y="2931965"/>
                  </a:lnTo>
                  <a:lnTo>
                    <a:pt x="5183135" y="2966362"/>
                  </a:lnTo>
                  <a:lnTo>
                    <a:pt x="5109947" y="2997277"/>
                  </a:lnTo>
                  <a:lnTo>
                    <a:pt x="5031013" y="3025038"/>
                  </a:lnTo>
                  <a:lnTo>
                    <a:pt x="4946987" y="3049851"/>
                  </a:lnTo>
                  <a:lnTo>
                    <a:pt x="4859320" y="3071803"/>
                  </a:lnTo>
                  <a:lnTo>
                    <a:pt x="4770392" y="3090887"/>
                  </a:lnTo>
                  <a:lnTo>
                    <a:pt x="4683487" y="3107039"/>
                  </a:lnTo>
                  <a:lnTo>
                    <a:pt x="4602534" y="3120200"/>
                  </a:lnTo>
                  <a:lnTo>
                    <a:pt x="4531565" y="3130383"/>
                  </a:lnTo>
                  <a:lnTo>
                    <a:pt x="4473960" y="3137732"/>
                  </a:lnTo>
                  <a:lnTo>
                    <a:pt x="4431695" y="3142556"/>
                  </a:lnTo>
                  <a:lnTo>
                    <a:pt x="4404807" y="3145315"/>
                  </a:lnTo>
                  <a:lnTo>
                    <a:pt x="4391251" y="3146572"/>
                  </a:lnTo>
                  <a:lnTo>
                    <a:pt x="4387090" y="3146922"/>
                  </a:lnTo>
                  <a:lnTo>
                    <a:pt x="4386855" y="3146940"/>
                  </a:lnTo>
                  <a:lnTo>
                    <a:pt x="3848118" y="3146940"/>
                  </a:lnTo>
                  <a:lnTo>
                    <a:pt x="3846816" y="3146944"/>
                  </a:lnTo>
                  <a:lnTo>
                    <a:pt x="3838318" y="3146970"/>
                  </a:lnTo>
                  <a:lnTo>
                    <a:pt x="3817136" y="3147042"/>
                  </a:lnTo>
                  <a:lnTo>
                    <a:pt x="3779872" y="3147182"/>
                  </a:lnTo>
                  <a:lnTo>
                    <a:pt x="3725553" y="3147412"/>
                  </a:lnTo>
                  <a:lnTo>
                    <a:pt x="3655642" y="3147746"/>
                  </a:lnTo>
                  <a:lnTo>
                    <a:pt x="3573555" y="3148191"/>
                  </a:lnTo>
                  <a:lnTo>
                    <a:pt x="3483773" y="3148750"/>
                  </a:lnTo>
                  <a:lnTo>
                    <a:pt x="3390883" y="3149420"/>
                  </a:lnTo>
                  <a:lnTo>
                    <a:pt x="3298815" y="3150199"/>
                  </a:lnTo>
                  <a:lnTo>
                    <a:pt x="3210453" y="3151087"/>
                  </a:lnTo>
                  <a:lnTo>
                    <a:pt x="3127565" y="3152085"/>
                  </a:lnTo>
                  <a:lnTo>
                    <a:pt x="3050946" y="3153203"/>
                  </a:lnTo>
                  <a:lnTo>
                    <a:pt x="2980654" y="3154453"/>
                  </a:lnTo>
                  <a:lnTo>
                    <a:pt x="2916242" y="3155853"/>
                  </a:lnTo>
                  <a:lnTo>
                    <a:pt x="2856958" y="3157425"/>
                  </a:lnTo>
                  <a:lnTo>
                    <a:pt x="2801885" y="3159194"/>
                  </a:lnTo>
                  <a:lnTo>
                    <a:pt x="2750055" y="3161186"/>
                  </a:lnTo>
                  <a:lnTo>
                    <a:pt x="2700537" y="3163423"/>
                  </a:lnTo>
                  <a:lnTo>
                    <a:pt x="2667772" y="3165089"/>
                  </a:lnTo>
                  <a:lnTo>
                    <a:pt x="2615054" y="3168071"/>
                  </a:lnTo>
                  <a:lnTo>
                    <a:pt x="2562839" y="3171378"/>
                  </a:lnTo>
                  <a:lnTo>
                    <a:pt x="2510536" y="3175013"/>
                  </a:lnTo>
                  <a:lnTo>
                    <a:pt x="2457755" y="3178967"/>
                  </a:lnTo>
                  <a:lnTo>
                    <a:pt x="2404285" y="3183217"/>
                  </a:lnTo>
                  <a:lnTo>
                    <a:pt x="2350069" y="3187724"/>
                  </a:lnTo>
                  <a:lnTo>
                    <a:pt x="2295183" y="3192436"/>
                  </a:lnTo>
                  <a:lnTo>
                    <a:pt x="2239806" y="3197287"/>
                  </a:lnTo>
                  <a:lnTo>
                    <a:pt x="2184192" y="3202203"/>
                  </a:lnTo>
                  <a:lnTo>
                    <a:pt x="2128626" y="3207106"/>
                  </a:lnTo>
                  <a:lnTo>
                    <a:pt x="2073387" y="3211918"/>
                  </a:lnTo>
                  <a:lnTo>
                    <a:pt x="2018708" y="3216569"/>
                  </a:lnTo>
                  <a:lnTo>
                    <a:pt x="1964738" y="3220996"/>
                  </a:lnTo>
                  <a:lnTo>
                    <a:pt x="1911510" y="3225151"/>
                  </a:lnTo>
                  <a:lnTo>
                    <a:pt x="1858919" y="3229001"/>
                  </a:lnTo>
                  <a:lnTo>
                    <a:pt x="1806697" y="3232527"/>
                  </a:lnTo>
                  <a:lnTo>
                    <a:pt x="1754392" y="3235725"/>
                  </a:lnTo>
                  <a:lnTo>
                    <a:pt x="1719082" y="3237682"/>
                  </a:lnTo>
                  <a:lnTo>
                    <a:pt x="1670666" y="3240092"/>
                  </a:lnTo>
                  <a:lnTo>
                    <a:pt x="1620504" y="3242248"/>
                  </a:lnTo>
                  <a:lnTo>
                    <a:pt x="1567741" y="3244167"/>
                  </a:lnTo>
                  <a:lnTo>
                    <a:pt x="1511424" y="3245870"/>
                  </a:lnTo>
                  <a:lnTo>
                    <a:pt x="1450593" y="3247384"/>
                  </a:lnTo>
                  <a:lnTo>
                    <a:pt x="1384370" y="3248734"/>
                  </a:lnTo>
                  <a:lnTo>
                    <a:pt x="1312081" y="3249940"/>
                  </a:lnTo>
                  <a:lnTo>
                    <a:pt x="1233418" y="3251018"/>
                  </a:lnTo>
                  <a:lnTo>
                    <a:pt x="1148649" y="3251981"/>
                  </a:lnTo>
                  <a:lnTo>
                    <a:pt x="1058857" y="3252833"/>
                  </a:lnTo>
                  <a:lnTo>
                    <a:pt x="966158" y="3253578"/>
                  </a:lnTo>
                  <a:lnTo>
                    <a:pt x="873792" y="3254213"/>
                  </a:lnTo>
                  <a:lnTo>
                    <a:pt x="785961" y="3254735"/>
                  </a:lnTo>
                  <a:lnTo>
                    <a:pt x="707315" y="3255144"/>
                  </a:lnTo>
                  <a:lnTo>
                    <a:pt x="642102" y="3255443"/>
                  </a:lnTo>
                  <a:lnTo>
                    <a:pt x="593194" y="3255643"/>
                  </a:lnTo>
                  <a:lnTo>
                    <a:pt x="561305" y="3255759"/>
                  </a:lnTo>
                  <a:lnTo>
                    <a:pt x="544660" y="3255814"/>
                  </a:lnTo>
                  <a:lnTo>
                    <a:pt x="539154" y="3255830"/>
                  </a:lnTo>
                  <a:lnTo>
                    <a:pt x="538736" y="3255831"/>
                  </a:lnTo>
                  <a:lnTo>
                    <a:pt x="0" y="325583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897" name="pl897"/>
            <p:cNvSpPr/>
            <p:nvPr/>
          </p:nvSpPr>
          <p:spPr>
            <a:xfrm>
              <a:off x="546595" y="483674"/>
              <a:ext cx="8234974" cy="3255831"/>
            </a:xfrm>
            <a:custGeom>
              <a:avLst/>
              <a:pathLst>
                <a:path w="8234974" h="3255831">
                  <a:moveTo>
                    <a:pt x="0" y="3255831"/>
                  </a:moveTo>
                  <a:lnTo>
                    <a:pt x="538736" y="3255831"/>
                  </a:lnTo>
                  <a:lnTo>
                    <a:pt x="540039" y="3255827"/>
                  </a:lnTo>
                  <a:lnTo>
                    <a:pt x="548536" y="3255801"/>
                  </a:lnTo>
                  <a:lnTo>
                    <a:pt x="569719" y="3255730"/>
                  </a:lnTo>
                  <a:lnTo>
                    <a:pt x="606983" y="3255589"/>
                  </a:lnTo>
                  <a:lnTo>
                    <a:pt x="661302" y="3255359"/>
                  </a:lnTo>
                  <a:lnTo>
                    <a:pt x="731212" y="3255026"/>
                  </a:lnTo>
                  <a:lnTo>
                    <a:pt x="813300" y="3254580"/>
                  </a:lnTo>
                  <a:lnTo>
                    <a:pt x="903081" y="3254022"/>
                  </a:lnTo>
                  <a:lnTo>
                    <a:pt x="995972" y="3253351"/>
                  </a:lnTo>
                  <a:lnTo>
                    <a:pt x="1088040" y="3252572"/>
                  </a:lnTo>
                  <a:lnTo>
                    <a:pt x="1176401" y="3251685"/>
                  </a:lnTo>
                  <a:lnTo>
                    <a:pt x="1259290" y="3250686"/>
                  </a:lnTo>
                  <a:lnTo>
                    <a:pt x="1335909" y="3249568"/>
                  </a:lnTo>
                  <a:lnTo>
                    <a:pt x="1406201" y="3248318"/>
                  </a:lnTo>
                  <a:lnTo>
                    <a:pt x="1470612" y="3246919"/>
                  </a:lnTo>
                  <a:lnTo>
                    <a:pt x="1529897" y="3245347"/>
                  </a:lnTo>
                  <a:lnTo>
                    <a:pt x="1584970" y="3243577"/>
                  </a:lnTo>
                  <a:lnTo>
                    <a:pt x="1636800" y="3241585"/>
                  </a:lnTo>
                  <a:lnTo>
                    <a:pt x="1686317" y="3239348"/>
                  </a:lnTo>
                  <a:lnTo>
                    <a:pt x="1719082" y="3237682"/>
                  </a:lnTo>
                  <a:lnTo>
                    <a:pt x="1771801" y="3234700"/>
                  </a:lnTo>
                  <a:lnTo>
                    <a:pt x="1824015" y="3231393"/>
                  </a:lnTo>
                  <a:lnTo>
                    <a:pt x="1876319" y="3227758"/>
                  </a:lnTo>
                  <a:lnTo>
                    <a:pt x="1929100" y="3223804"/>
                  </a:lnTo>
                  <a:lnTo>
                    <a:pt x="1982570" y="3219554"/>
                  </a:lnTo>
                  <a:lnTo>
                    <a:pt x="2036786" y="3215047"/>
                  </a:lnTo>
                  <a:lnTo>
                    <a:pt x="2091672" y="3210335"/>
                  </a:lnTo>
                  <a:lnTo>
                    <a:pt x="2147048" y="3205485"/>
                  </a:lnTo>
                  <a:lnTo>
                    <a:pt x="2202663" y="3200568"/>
                  </a:lnTo>
                  <a:lnTo>
                    <a:pt x="2258229" y="3195665"/>
                  </a:lnTo>
                  <a:lnTo>
                    <a:pt x="2313468" y="3190853"/>
                  </a:lnTo>
                  <a:lnTo>
                    <a:pt x="2368147" y="3186203"/>
                  </a:lnTo>
                  <a:lnTo>
                    <a:pt x="2422117" y="3181776"/>
                  </a:lnTo>
                  <a:lnTo>
                    <a:pt x="2475345" y="3177620"/>
                  </a:lnTo>
                  <a:lnTo>
                    <a:pt x="2527936" y="3173770"/>
                  </a:lnTo>
                  <a:lnTo>
                    <a:pt x="2580158" y="3170244"/>
                  </a:lnTo>
                  <a:lnTo>
                    <a:pt x="2632462" y="3167046"/>
                  </a:lnTo>
                  <a:lnTo>
                    <a:pt x="2667772" y="3165089"/>
                  </a:lnTo>
                  <a:lnTo>
                    <a:pt x="2716189" y="3162680"/>
                  </a:lnTo>
                  <a:lnTo>
                    <a:pt x="2766351" y="3160523"/>
                  </a:lnTo>
                  <a:lnTo>
                    <a:pt x="2819114" y="3158605"/>
                  </a:lnTo>
                  <a:lnTo>
                    <a:pt x="2875431" y="3156901"/>
                  </a:lnTo>
                  <a:lnTo>
                    <a:pt x="2936262" y="3155387"/>
                  </a:lnTo>
                  <a:lnTo>
                    <a:pt x="3002485" y="3154037"/>
                  </a:lnTo>
                  <a:lnTo>
                    <a:pt x="3074774" y="3152832"/>
                  </a:lnTo>
                  <a:lnTo>
                    <a:pt x="3153436" y="3151753"/>
                  </a:lnTo>
                  <a:lnTo>
                    <a:pt x="3238205" y="3150791"/>
                  </a:lnTo>
                  <a:lnTo>
                    <a:pt x="3327998" y="3149938"/>
                  </a:lnTo>
                  <a:lnTo>
                    <a:pt x="3420697" y="3149193"/>
                  </a:lnTo>
                  <a:lnTo>
                    <a:pt x="3513063" y="3148558"/>
                  </a:lnTo>
                  <a:lnTo>
                    <a:pt x="3600893" y="3148036"/>
                  </a:lnTo>
                  <a:lnTo>
                    <a:pt x="3679540" y="3147627"/>
                  </a:lnTo>
                  <a:lnTo>
                    <a:pt x="3744753" y="3147328"/>
                  </a:lnTo>
                  <a:lnTo>
                    <a:pt x="3793660" y="3147128"/>
                  </a:lnTo>
                  <a:lnTo>
                    <a:pt x="3825550" y="3147012"/>
                  </a:lnTo>
                  <a:lnTo>
                    <a:pt x="3842194" y="3146958"/>
                  </a:lnTo>
                  <a:lnTo>
                    <a:pt x="3847701" y="3146941"/>
                  </a:lnTo>
                  <a:lnTo>
                    <a:pt x="3848118" y="3146940"/>
                  </a:lnTo>
                  <a:lnTo>
                    <a:pt x="4386855" y="3146940"/>
                  </a:lnTo>
                  <a:lnTo>
                    <a:pt x="4387996" y="3146849"/>
                  </a:lnTo>
                  <a:lnTo>
                    <a:pt x="4395465" y="3146195"/>
                  </a:lnTo>
                  <a:lnTo>
                    <a:pt x="4414171" y="3144387"/>
                  </a:lnTo>
                  <a:lnTo>
                    <a:pt x="4447303" y="3140836"/>
                  </a:lnTo>
                  <a:lnTo>
                    <a:pt x="4496049" y="3135013"/>
                  </a:lnTo>
                  <a:lnTo>
                    <a:pt x="4559529" y="3126518"/>
                  </a:lnTo>
                  <a:lnTo>
                    <a:pt x="4635102" y="3115110"/>
                  </a:lnTo>
                  <a:lnTo>
                    <a:pt x="4719020" y="3100704"/>
                  </a:lnTo>
                  <a:lnTo>
                    <a:pt x="4807213" y="3083328"/>
                  </a:lnTo>
                  <a:lnTo>
                    <a:pt x="4895968" y="3063049"/>
                  </a:lnTo>
                  <a:lnTo>
                    <a:pt x="4982360" y="3039915"/>
                  </a:lnTo>
                  <a:lnTo>
                    <a:pt x="5064402" y="3013898"/>
                  </a:lnTo>
                  <a:lnTo>
                    <a:pt x="5140994" y="2984862"/>
                  </a:lnTo>
                  <a:lnTo>
                    <a:pt x="5211760" y="2952551"/>
                  </a:lnTo>
                  <a:lnTo>
                    <a:pt x="5276854" y="2916585"/>
                  </a:lnTo>
                  <a:lnTo>
                    <a:pt x="5336782" y="2876469"/>
                  </a:lnTo>
                  <a:lnTo>
                    <a:pt x="5392261" y="2831615"/>
                  </a:lnTo>
                  <a:lnTo>
                    <a:pt x="5444112" y="2781375"/>
                  </a:lnTo>
                  <a:lnTo>
                    <a:pt x="5493182" y="2725115"/>
                  </a:lnTo>
                  <a:lnTo>
                    <a:pt x="5540270" y="2662331"/>
                  </a:lnTo>
                  <a:lnTo>
                    <a:pt x="5567201" y="2622450"/>
                  </a:lnTo>
                  <a:lnTo>
                    <a:pt x="5601186" y="2568097"/>
                  </a:lnTo>
                  <a:lnTo>
                    <a:pt x="5634857" y="2509916"/>
                  </a:lnTo>
                  <a:lnTo>
                    <a:pt x="5668403" y="2447830"/>
                  </a:lnTo>
                  <a:lnTo>
                    <a:pt x="5701977" y="2381817"/>
                  </a:lnTo>
                  <a:lnTo>
                    <a:pt x="5735691" y="2311918"/>
                  </a:lnTo>
                  <a:lnTo>
                    <a:pt x="5769632" y="2238245"/>
                  </a:lnTo>
                  <a:lnTo>
                    <a:pt x="5803851" y="2160980"/>
                  </a:lnTo>
                  <a:lnTo>
                    <a:pt x="5838378" y="2080381"/>
                  </a:lnTo>
                  <a:lnTo>
                    <a:pt x="5873214" y="1996781"/>
                  </a:lnTo>
                  <a:lnTo>
                    <a:pt x="5908340" y="1910583"/>
                  </a:lnTo>
                  <a:lnTo>
                    <a:pt x="5943717" y="1822253"/>
                  </a:lnTo>
                  <a:lnTo>
                    <a:pt x="5979292" y="1732316"/>
                  </a:lnTo>
                  <a:lnTo>
                    <a:pt x="6014998" y="1641335"/>
                  </a:lnTo>
                  <a:lnTo>
                    <a:pt x="6050762" y="1549904"/>
                  </a:lnTo>
                  <a:lnTo>
                    <a:pt x="6086505" y="1458630"/>
                  </a:lnTo>
                  <a:lnTo>
                    <a:pt x="6122153" y="1368113"/>
                  </a:lnTo>
                  <a:lnTo>
                    <a:pt x="6157633" y="1278936"/>
                  </a:lnTo>
                  <a:lnTo>
                    <a:pt x="6192887" y="1191643"/>
                  </a:lnTo>
                  <a:lnTo>
                    <a:pt x="6227867" y="1106729"/>
                  </a:lnTo>
                  <a:lnTo>
                    <a:pt x="6262545" y="1024630"/>
                  </a:lnTo>
                  <a:lnTo>
                    <a:pt x="6296911" y="945712"/>
                  </a:lnTo>
                  <a:lnTo>
                    <a:pt x="6330982" y="870270"/>
                  </a:lnTo>
                  <a:lnTo>
                    <a:pt x="6364797" y="798524"/>
                  </a:lnTo>
                  <a:lnTo>
                    <a:pt x="6398427" y="730618"/>
                  </a:lnTo>
                  <a:lnTo>
                    <a:pt x="6431970" y="666627"/>
                  </a:lnTo>
                  <a:lnTo>
                    <a:pt x="6465559" y="606559"/>
                  </a:lnTo>
                  <a:lnTo>
                    <a:pt x="6499365" y="550364"/>
                  </a:lnTo>
                  <a:lnTo>
                    <a:pt x="6515891" y="524490"/>
                  </a:lnTo>
                  <a:lnTo>
                    <a:pt x="6562147" y="457772"/>
                  </a:lnTo>
                  <a:lnTo>
                    <a:pt x="6609965" y="397738"/>
                  </a:lnTo>
                  <a:lnTo>
                    <a:pt x="6660087" y="344045"/>
                  </a:lnTo>
                  <a:lnTo>
                    <a:pt x="6713339" y="296117"/>
                  </a:lnTo>
                  <a:lnTo>
                    <a:pt x="6770566" y="253304"/>
                  </a:lnTo>
                  <a:lnTo>
                    <a:pt x="6832557" y="214975"/>
                  </a:lnTo>
                  <a:lnTo>
                    <a:pt x="6899957" y="180577"/>
                  </a:lnTo>
                  <a:lnTo>
                    <a:pt x="6973146" y="149663"/>
                  </a:lnTo>
                  <a:lnTo>
                    <a:pt x="7052080" y="121902"/>
                  </a:lnTo>
                  <a:lnTo>
                    <a:pt x="7136106" y="97089"/>
                  </a:lnTo>
                  <a:lnTo>
                    <a:pt x="7223773" y="75137"/>
                  </a:lnTo>
                  <a:lnTo>
                    <a:pt x="7312701" y="56053"/>
                  </a:lnTo>
                  <a:lnTo>
                    <a:pt x="7399606" y="39901"/>
                  </a:lnTo>
                  <a:lnTo>
                    <a:pt x="7480558" y="26739"/>
                  </a:lnTo>
                  <a:lnTo>
                    <a:pt x="7551528" y="16557"/>
                  </a:lnTo>
                  <a:lnTo>
                    <a:pt x="7609132" y="9208"/>
                  </a:lnTo>
                  <a:lnTo>
                    <a:pt x="7651397" y="4384"/>
                  </a:lnTo>
                  <a:lnTo>
                    <a:pt x="7678285" y="1625"/>
                  </a:lnTo>
                  <a:lnTo>
                    <a:pt x="7691842" y="368"/>
                  </a:lnTo>
                  <a:lnTo>
                    <a:pt x="7696003" y="1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8" name="pl898"/>
            <p:cNvSpPr/>
            <p:nvPr/>
          </p:nvSpPr>
          <p:spPr>
            <a:xfrm>
              <a:off x="546595" y="478230"/>
              <a:ext cx="8234974" cy="3255831"/>
            </a:xfrm>
            <a:custGeom>
              <a:avLst/>
              <a:pathLst>
                <a:path w="8234974" h="3255831">
                  <a:moveTo>
                    <a:pt x="8234974" y="0"/>
                  </a:moveTo>
                  <a:lnTo>
                    <a:pt x="7696237" y="0"/>
                  </a:lnTo>
                  <a:lnTo>
                    <a:pt x="7695096" y="91"/>
                  </a:lnTo>
                  <a:lnTo>
                    <a:pt x="7687627" y="745"/>
                  </a:lnTo>
                  <a:lnTo>
                    <a:pt x="7668921" y="2552"/>
                  </a:lnTo>
                  <a:lnTo>
                    <a:pt x="7635790" y="6104"/>
                  </a:lnTo>
                  <a:lnTo>
                    <a:pt x="7587044" y="11926"/>
                  </a:lnTo>
                  <a:lnTo>
                    <a:pt x="7523564" y="20422"/>
                  </a:lnTo>
                  <a:lnTo>
                    <a:pt x="7447991" y="31830"/>
                  </a:lnTo>
                  <a:lnTo>
                    <a:pt x="7364072" y="46235"/>
                  </a:lnTo>
                  <a:lnTo>
                    <a:pt x="7275879" y="63612"/>
                  </a:lnTo>
                  <a:lnTo>
                    <a:pt x="7187124" y="83890"/>
                  </a:lnTo>
                  <a:lnTo>
                    <a:pt x="7100732" y="107024"/>
                  </a:lnTo>
                  <a:lnTo>
                    <a:pt x="7018691" y="133042"/>
                  </a:lnTo>
                  <a:lnTo>
                    <a:pt x="6942098" y="162078"/>
                  </a:lnTo>
                  <a:lnTo>
                    <a:pt x="6871332" y="194389"/>
                  </a:lnTo>
                  <a:lnTo>
                    <a:pt x="6806238" y="230355"/>
                  </a:lnTo>
                  <a:lnTo>
                    <a:pt x="6746311" y="270471"/>
                  </a:lnTo>
                  <a:lnTo>
                    <a:pt x="6690832" y="315325"/>
                  </a:lnTo>
                  <a:lnTo>
                    <a:pt x="6638980" y="365565"/>
                  </a:lnTo>
                  <a:lnTo>
                    <a:pt x="6589911" y="421825"/>
                  </a:lnTo>
                  <a:lnTo>
                    <a:pt x="6542822" y="484609"/>
                  </a:lnTo>
                  <a:lnTo>
                    <a:pt x="6515891" y="524490"/>
                  </a:lnTo>
                  <a:lnTo>
                    <a:pt x="6481906" y="578843"/>
                  </a:lnTo>
                  <a:lnTo>
                    <a:pt x="6448236" y="637023"/>
                  </a:lnTo>
                  <a:lnTo>
                    <a:pt x="6414689" y="699110"/>
                  </a:lnTo>
                  <a:lnTo>
                    <a:pt x="6381116" y="765123"/>
                  </a:lnTo>
                  <a:lnTo>
                    <a:pt x="6347401" y="835022"/>
                  </a:lnTo>
                  <a:lnTo>
                    <a:pt x="6313461" y="908695"/>
                  </a:lnTo>
                  <a:lnTo>
                    <a:pt x="6279241" y="985960"/>
                  </a:lnTo>
                  <a:lnTo>
                    <a:pt x="6244715" y="1066559"/>
                  </a:lnTo>
                  <a:lnTo>
                    <a:pt x="6209879" y="1150159"/>
                  </a:lnTo>
                  <a:lnTo>
                    <a:pt x="6174753" y="1236357"/>
                  </a:lnTo>
                  <a:lnTo>
                    <a:pt x="6139375" y="1324686"/>
                  </a:lnTo>
                  <a:lnTo>
                    <a:pt x="6103800" y="1414624"/>
                  </a:lnTo>
                  <a:lnTo>
                    <a:pt x="6068094" y="1505605"/>
                  </a:lnTo>
                  <a:lnTo>
                    <a:pt x="6032331" y="1597036"/>
                  </a:lnTo>
                  <a:lnTo>
                    <a:pt x="5996587" y="1688310"/>
                  </a:lnTo>
                  <a:lnTo>
                    <a:pt x="5960940" y="1778826"/>
                  </a:lnTo>
                  <a:lnTo>
                    <a:pt x="5925459" y="1868003"/>
                  </a:lnTo>
                  <a:lnTo>
                    <a:pt x="5890205" y="1955297"/>
                  </a:lnTo>
                  <a:lnTo>
                    <a:pt x="5855225" y="2040211"/>
                  </a:lnTo>
                  <a:lnTo>
                    <a:pt x="5820548" y="2122310"/>
                  </a:lnTo>
                  <a:lnTo>
                    <a:pt x="5786181" y="2201228"/>
                  </a:lnTo>
                  <a:lnTo>
                    <a:pt x="5752111" y="2276669"/>
                  </a:lnTo>
                  <a:lnTo>
                    <a:pt x="5718295" y="2348416"/>
                  </a:lnTo>
                  <a:lnTo>
                    <a:pt x="5684665" y="2416322"/>
                  </a:lnTo>
                  <a:lnTo>
                    <a:pt x="5651122" y="2480313"/>
                  </a:lnTo>
                  <a:lnTo>
                    <a:pt x="5617533" y="2540380"/>
                  </a:lnTo>
                  <a:lnTo>
                    <a:pt x="5583727" y="2596576"/>
                  </a:lnTo>
                  <a:lnTo>
                    <a:pt x="5567201" y="2622450"/>
                  </a:lnTo>
                  <a:lnTo>
                    <a:pt x="5520945" y="2689168"/>
                  </a:lnTo>
                  <a:lnTo>
                    <a:pt x="5473127" y="2749202"/>
                  </a:lnTo>
                  <a:lnTo>
                    <a:pt x="5423006" y="2802895"/>
                  </a:lnTo>
                  <a:lnTo>
                    <a:pt x="5369753" y="2850822"/>
                  </a:lnTo>
                  <a:lnTo>
                    <a:pt x="5312526" y="2893636"/>
                  </a:lnTo>
                  <a:lnTo>
                    <a:pt x="5250535" y="2931965"/>
                  </a:lnTo>
                  <a:lnTo>
                    <a:pt x="5183135" y="2966362"/>
                  </a:lnTo>
                  <a:lnTo>
                    <a:pt x="5109947" y="2997277"/>
                  </a:lnTo>
                  <a:lnTo>
                    <a:pt x="5031013" y="3025038"/>
                  </a:lnTo>
                  <a:lnTo>
                    <a:pt x="4946987" y="3049851"/>
                  </a:lnTo>
                  <a:lnTo>
                    <a:pt x="4859320" y="3071803"/>
                  </a:lnTo>
                  <a:lnTo>
                    <a:pt x="4770392" y="3090887"/>
                  </a:lnTo>
                  <a:lnTo>
                    <a:pt x="4683487" y="3107039"/>
                  </a:lnTo>
                  <a:lnTo>
                    <a:pt x="4602534" y="3120200"/>
                  </a:lnTo>
                  <a:lnTo>
                    <a:pt x="4531565" y="3130383"/>
                  </a:lnTo>
                  <a:lnTo>
                    <a:pt x="4473960" y="3137732"/>
                  </a:lnTo>
                  <a:lnTo>
                    <a:pt x="4431695" y="3142556"/>
                  </a:lnTo>
                  <a:lnTo>
                    <a:pt x="4404807" y="3145315"/>
                  </a:lnTo>
                  <a:lnTo>
                    <a:pt x="4391251" y="3146572"/>
                  </a:lnTo>
                  <a:lnTo>
                    <a:pt x="4387090" y="3146922"/>
                  </a:lnTo>
                  <a:lnTo>
                    <a:pt x="4386855" y="3146940"/>
                  </a:lnTo>
                  <a:lnTo>
                    <a:pt x="3848118" y="3146940"/>
                  </a:lnTo>
                  <a:lnTo>
                    <a:pt x="3846816" y="3146944"/>
                  </a:lnTo>
                  <a:lnTo>
                    <a:pt x="3838318" y="3146970"/>
                  </a:lnTo>
                  <a:lnTo>
                    <a:pt x="3817136" y="3147042"/>
                  </a:lnTo>
                  <a:lnTo>
                    <a:pt x="3779872" y="3147182"/>
                  </a:lnTo>
                  <a:lnTo>
                    <a:pt x="3725553" y="3147412"/>
                  </a:lnTo>
                  <a:lnTo>
                    <a:pt x="3655642" y="3147746"/>
                  </a:lnTo>
                  <a:lnTo>
                    <a:pt x="3573555" y="3148191"/>
                  </a:lnTo>
                  <a:lnTo>
                    <a:pt x="3483773" y="3148750"/>
                  </a:lnTo>
                  <a:lnTo>
                    <a:pt x="3390883" y="3149420"/>
                  </a:lnTo>
                  <a:lnTo>
                    <a:pt x="3298815" y="3150199"/>
                  </a:lnTo>
                  <a:lnTo>
                    <a:pt x="3210453" y="3151087"/>
                  </a:lnTo>
                  <a:lnTo>
                    <a:pt x="3127565" y="3152085"/>
                  </a:lnTo>
                  <a:lnTo>
                    <a:pt x="3050946" y="3153203"/>
                  </a:lnTo>
                  <a:lnTo>
                    <a:pt x="2980654" y="3154453"/>
                  </a:lnTo>
                  <a:lnTo>
                    <a:pt x="2916242" y="3155853"/>
                  </a:lnTo>
                  <a:lnTo>
                    <a:pt x="2856958" y="3157425"/>
                  </a:lnTo>
                  <a:lnTo>
                    <a:pt x="2801885" y="3159194"/>
                  </a:lnTo>
                  <a:lnTo>
                    <a:pt x="2750055" y="3161186"/>
                  </a:lnTo>
                  <a:lnTo>
                    <a:pt x="2700537" y="3163423"/>
                  </a:lnTo>
                  <a:lnTo>
                    <a:pt x="2667772" y="3165089"/>
                  </a:lnTo>
                  <a:lnTo>
                    <a:pt x="2615054" y="3168071"/>
                  </a:lnTo>
                  <a:lnTo>
                    <a:pt x="2562839" y="3171378"/>
                  </a:lnTo>
                  <a:lnTo>
                    <a:pt x="2510536" y="3175013"/>
                  </a:lnTo>
                  <a:lnTo>
                    <a:pt x="2457755" y="3178967"/>
                  </a:lnTo>
                  <a:lnTo>
                    <a:pt x="2404285" y="3183217"/>
                  </a:lnTo>
                  <a:lnTo>
                    <a:pt x="2350069" y="3187724"/>
                  </a:lnTo>
                  <a:lnTo>
                    <a:pt x="2295183" y="3192436"/>
                  </a:lnTo>
                  <a:lnTo>
                    <a:pt x="2239806" y="3197287"/>
                  </a:lnTo>
                  <a:lnTo>
                    <a:pt x="2184192" y="3202203"/>
                  </a:lnTo>
                  <a:lnTo>
                    <a:pt x="2128626" y="3207106"/>
                  </a:lnTo>
                  <a:lnTo>
                    <a:pt x="2073387" y="3211918"/>
                  </a:lnTo>
                  <a:lnTo>
                    <a:pt x="2018708" y="3216569"/>
                  </a:lnTo>
                  <a:lnTo>
                    <a:pt x="1964738" y="3220996"/>
                  </a:lnTo>
                  <a:lnTo>
                    <a:pt x="1911510" y="3225151"/>
                  </a:lnTo>
                  <a:lnTo>
                    <a:pt x="1858919" y="3229001"/>
                  </a:lnTo>
                  <a:lnTo>
                    <a:pt x="1806697" y="3232527"/>
                  </a:lnTo>
                  <a:lnTo>
                    <a:pt x="1754392" y="3235725"/>
                  </a:lnTo>
                  <a:lnTo>
                    <a:pt x="1719082" y="3237682"/>
                  </a:lnTo>
                  <a:lnTo>
                    <a:pt x="1670666" y="3240092"/>
                  </a:lnTo>
                  <a:lnTo>
                    <a:pt x="1620504" y="3242248"/>
                  </a:lnTo>
                  <a:lnTo>
                    <a:pt x="1567741" y="3244167"/>
                  </a:lnTo>
                  <a:lnTo>
                    <a:pt x="1511424" y="3245870"/>
                  </a:lnTo>
                  <a:lnTo>
                    <a:pt x="1450593" y="3247384"/>
                  </a:lnTo>
                  <a:lnTo>
                    <a:pt x="1384370" y="3248734"/>
                  </a:lnTo>
                  <a:lnTo>
                    <a:pt x="1312081" y="3249940"/>
                  </a:lnTo>
                  <a:lnTo>
                    <a:pt x="1233418" y="3251018"/>
                  </a:lnTo>
                  <a:lnTo>
                    <a:pt x="1148649" y="3251981"/>
                  </a:lnTo>
                  <a:lnTo>
                    <a:pt x="1058857" y="3252833"/>
                  </a:lnTo>
                  <a:lnTo>
                    <a:pt x="966158" y="3253578"/>
                  </a:lnTo>
                  <a:lnTo>
                    <a:pt x="873792" y="3254213"/>
                  </a:lnTo>
                  <a:lnTo>
                    <a:pt x="785961" y="3254735"/>
                  </a:lnTo>
                  <a:lnTo>
                    <a:pt x="707315" y="3255144"/>
                  </a:lnTo>
                  <a:lnTo>
                    <a:pt x="642102" y="3255443"/>
                  </a:lnTo>
                  <a:lnTo>
                    <a:pt x="593194" y="3255643"/>
                  </a:lnTo>
                  <a:lnTo>
                    <a:pt x="561305" y="3255759"/>
                  </a:lnTo>
                  <a:lnTo>
                    <a:pt x="544660" y="3255814"/>
                  </a:lnTo>
                  <a:lnTo>
                    <a:pt x="539154" y="3255830"/>
                  </a:lnTo>
                  <a:lnTo>
                    <a:pt x="538736" y="3255831"/>
                  </a:lnTo>
                  <a:lnTo>
                    <a:pt x="0" y="32558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9" name="pg899"/>
            <p:cNvSpPr/>
            <p:nvPr/>
          </p:nvSpPr>
          <p:spPr>
            <a:xfrm>
              <a:off x="546595" y="2367483"/>
              <a:ext cx="8234974" cy="1377467"/>
            </a:xfrm>
            <a:custGeom>
              <a:avLst/>
              <a:pathLst>
                <a:path w="8234974" h="1377467">
                  <a:moveTo>
                    <a:pt x="0" y="1377467"/>
                  </a:moveTo>
                  <a:lnTo>
                    <a:pt x="538736" y="1377467"/>
                  </a:lnTo>
                  <a:lnTo>
                    <a:pt x="540039" y="1377464"/>
                  </a:lnTo>
                  <a:lnTo>
                    <a:pt x="548537" y="1377446"/>
                  </a:lnTo>
                  <a:lnTo>
                    <a:pt x="569721" y="1377396"/>
                  </a:lnTo>
                  <a:lnTo>
                    <a:pt x="606988" y="1377297"/>
                  </a:lnTo>
                  <a:lnTo>
                    <a:pt x="661311" y="1377136"/>
                  </a:lnTo>
                  <a:lnTo>
                    <a:pt x="731226" y="1376903"/>
                  </a:lnTo>
                  <a:lnTo>
                    <a:pt x="813318" y="1376591"/>
                  </a:lnTo>
                  <a:lnTo>
                    <a:pt x="903104" y="1376200"/>
                  </a:lnTo>
                  <a:lnTo>
                    <a:pt x="995997" y="1375731"/>
                  </a:lnTo>
                  <a:lnTo>
                    <a:pt x="1088067" y="1375185"/>
                  </a:lnTo>
                  <a:lnTo>
                    <a:pt x="1176430" y="1374564"/>
                  </a:lnTo>
                  <a:lnTo>
                    <a:pt x="1259318" y="1373865"/>
                  </a:lnTo>
                  <a:lnTo>
                    <a:pt x="1335937" y="1373082"/>
                  </a:lnTo>
                  <a:lnTo>
                    <a:pt x="1406229" y="1372207"/>
                  </a:lnTo>
                  <a:lnTo>
                    <a:pt x="1470640" y="1371228"/>
                  </a:lnTo>
                  <a:lnTo>
                    <a:pt x="1529924" y="1370127"/>
                  </a:lnTo>
                  <a:lnTo>
                    <a:pt x="1584997" y="1368888"/>
                  </a:lnTo>
                  <a:lnTo>
                    <a:pt x="1636827" y="1367494"/>
                  </a:lnTo>
                  <a:lnTo>
                    <a:pt x="1686345" y="1365928"/>
                  </a:lnTo>
                  <a:lnTo>
                    <a:pt x="1719082" y="1364763"/>
                  </a:lnTo>
                  <a:lnTo>
                    <a:pt x="1771840" y="1362673"/>
                  </a:lnTo>
                  <a:lnTo>
                    <a:pt x="1824093" y="1360356"/>
                  </a:lnTo>
                  <a:lnTo>
                    <a:pt x="1876436" y="1357810"/>
                  </a:lnTo>
                  <a:lnTo>
                    <a:pt x="1929258" y="1355039"/>
                  </a:lnTo>
                  <a:lnTo>
                    <a:pt x="1982770" y="1352061"/>
                  </a:lnTo>
                  <a:lnTo>
                    <a:pt x="2037029" y="1348903"/>
                  </a:lnTo>
                  <a:lnTo>
                    <a:pt x="2091959" y="1345602"/>
                  </a:lnTo>
                  <a:lnTo>
                    <a:pt x="2147379" y="1342204"/>
                  </a:lnTo>
                  <a:lnTo>
                    <a:pt x="2203035" y="1338760"/>
                  </a:lnTo>
                  <a:lnTo>
                    <a:pt x="2258641" y="1335325"/>
                  </a:lnTo>
                  <a:lnTo>
                    <a:pt x="2313917" y="1331955"/>
                  </a:lnTo>
                  <a:lnTo>
                    <a:pt x="2368631" y="1328698"/>
                  </a:lnTo>
                  <a:lnTo>
                    <a:pt x="2422635" y="1325599"/>
                  </a:lnTo>
                  <a:lnTo>
                    <a:pt x="2475895" y="1322690"/>
                  </a:lnTo>
                  <a:lnTo>
                    <a:pt x="2528520" y="1319996"/>
                  </a:lnTo>
                  <a:lnTo>
                    <a:pt x="2580778" y="1317528"/>
                  </a:lnTo>
                  <a:lnTo>
                    <a:pt x="2633127" y="1315290"/>
                  </a:lnTo>
                  <a:lnTo>
                    <a:pt x="2667772" y="1313947"/>
                  </a:lnTo>
                  <a:lnTo>
                    <a:pt x="2716191" y="1312261"/>
                  </a:lnTo>
                  <a:lnTo>
                    <a:pt x="2766354" y="1310751"/>
                  </a:lnTo>
                  <a:lnTo>
                    <a:pt x="2819119" y="1309408"/>
                  </a:lnTo>
                  <a:lnTo>
                    <a:pt x="2875438" y="1308216"/>
                  </a:lnTo>
                  <a:lnTo>
                    <a:pt x="2936271" y="1307156"/>
                  </a:lnTo>
                  <a:lnTo>
                    <a:pt x="3002497" y="1306211"/>
                  </a:lnTo>
                  <a:lnTo>
                    <a:pt x="3074790" y="1305367"/>
                  </a:lnTo>
                  <a:lnTo>
                    <a:pt x="3153456" y="1304612"/>
                  </a:lnTo>
                  <a:lnTo>
                    <a:pt x="3238229" y="1303938"/>
                  </a:lnTo>
                  <a:lnTo>
                    <a:pt x="3328025" y="1303341"/>
                  </a:lnTo>
                  <a:lnTo>
                    <a:pt x="3420727" y="1302820"/>
                  </a:lnTo>
                  <a:lnTo>
                    <a:pt x="3513095" y="1302376"/>
                  </a:lnTo>
                  <a:lnTo>
                    <a:pt x="3600926" y="1302010"/>
                  </a:lnTo>
                  <a:lnTo>
                    <a:pt x="3679570" y="1301724"/>
                  </a:lnTo>
                  <a:lnTo>
                    <a:pt x="3744779" y="1301514"/>
                  </a:lnTo>
                  <a:lnTo>
                    <a:pt x="3793680" y="1301375"/>
                  </a:lnTo>
                  <a:lnTo>
                    <a:pt x="3825562" y="1301293"/>
                  </a:lnTo>
                  <a:lnTo>
                    <a:pt x="3842200" y="1301255"/>
                  </a:lnTo>
                  <a:lnTo>
                    <a:pt x="3847702" y="1301244"/>
                  </a:lnTo>
                  <a:lnTo>
                    <a:pt x="3848118" y="1301243"/>
                  </a:lnTo>
                  <a:lnTo>
                    <a:pt x="4386855" y="1301243"/>
                  </a:lnTo>
                  <a:lnTo>
                    <a:pt x="4388127" y="1301201"/>
                  </a:lnTo>
                  <a:lnTo>
                    <a:pt x="4396428" y="1300900"/>
                  </a:lnTo>
                  <a:lnTo>
                    <a:pt x="4417138" y="1300068"/>
                  </a:lnTo>
                  <a:lnTo>
                    <a:pt x="4453618" y="1298434"/>
                  </a:lnTo>
                  <a:lnTo>
                    <a:pt x="4506888" y="1295764"/>
                  </a:lnTo>
                  <a:lnTo>
                    <a:pt x="4575601" y="1291884"/>
                  </a:lnTo>
                  <a:lnTo>
                    <a:pt x="4656490" y="1286699"/>
                  </a:lnTo>
                  <a:lnTo>
                    <a:pt x="4745212" y="1280186"/>
                  </a:lnTo>
                  <a:lnTo>
                    <a:pt x="4837272" y="1272364"/>
                  </a:lnTo>
                  <a:lnTo>
                    <a:pt x="4928771" y="1263265"/>
                  </a:lnTo>
                  <a:lnTo>
                    <a:pt x="5016813" y="1252901"/>
                  </a:lnTo>
                  <a:lnTo>
                    <a:pt x="5099582" y="1241239"/>
                  </a:lnTo>
                  <a:lnTo>
                    <a:pt x="5176223" y="1228196"/>
                  </a:lnTo>
                  <a:lnTo>
                    <a:pt x="5246618" y="1213624"/>
                  </a:lnTo>
                  <a:lnTo>
                    <a:pt x="5311159" y="1197324"/>
                  </a:lnTo>
                  <a:lnTo>
                    <a:pt x="5370554" y="1179041"/>
                  </a:lnTo>
                  <a:lnTo>
                    <a:pt x="5425683" y="1158488"/>
                  </a:lnTo>
                  <a:lnTo>
                    <a:pt x="5477490" y="1135365"/>
                  </a:lnTo>
                  <a:lnTo>
                    <a:pt x="5526894" y="1109412"/>
                  </a:lnTo>
                  <a:lnTo>
                    <a:pt x="5567201" y="1085277"/>
                  </a:lnTo>
                  <a:lnTo>
                    <a:pt x="5612645" y="1054939"/>
                  </a:lnTo>
                  <a:lnTo>
                    <a:pt x="5657645" y="1021752"/>
                  </a:lnTo>
                  <a:lnTo>
                    <a:pt x="5702608" y="985666"/>
                  </a:lnTo>
                  <a:lnTo>
                    <a:pt x="5747825" y="946714"/>
                  </a:lnTo>
                  <a:lnTo>
                    <a:pt x="5793484" y="905019"/>
                  </a:lnTo>
                  <a:lnTo>
                    <a:pt x="5839681" y="860800"/>
                  </a:lnTo>
                  <a:lnTo>
                    <a:pt x="5886429" y="814378"/>
                  </a:lnTo>
                  <a:lnTo>
                    <a:pt x="5933674" y="766163"/>
                  </a:lnTo>
                  <a:lnTo>
                    <a:pt x="5981301" y="716649"/>
                  </a:lnTo>
                  <a:lnTo>
                    <a:pt x="6029156" y="666390"/>
                  </a:lnTo>
                  <a:lnTo>
                    <a:pt x="6077058" y="615976"/>
                  </a:lnTo>
                  <a:lnTo>
                    <a:pt x="6124825" y="566005"/>
                  </a:lnTo>
                  <a:lnTo>
                    <a:pt x="6172284" y="517052"/>
                  </a:lnTo>
                  <a:lnTo>
                    <a:pt x="6219300" y="469646"/>
                  </a:lnTo>
                  <a:lnTo>
                    <a:pt x="6265785" y="424241"/>
                  </a:lnTo>
                  <a:lnTo>
                    <a:pt x="6311715" y="381207"/>
                  </a:lnTo>
                  <a:lnTo>
                    <a:pt x="6357144" y="340815"/>
                  </a:lnTo>
                  <a:lnTo>
                    <a:pt x="6402209" y="303237"/>
                  </a:lnTo>
                  <a:lnTo>
                    <a:pt x="6447147" y="268552"/>
                  </a:lnTo>
                  <a:lnTo>
                    <a:pt x="6492302" y="236751"/>
                  </a:lnTo>
                  <a:lnTo>
                    <a:pt x="6515891" y="221411"/>
                  </a:lnTo>
                  <a:lnTo>
                    <a:pt x="6563908" y="192962"/>
                  </a:lnTo>
                  <a:lnTo>
                    <a:pt x="6613635" y="167472"/>
                  </a:lnTo>
                  <a:lnTo>
                    <a:pt x="6665906" y="144776"/>
                  </a:lnTo>
                  <a:lnTo>
                    <a:pt x="6721650" y="124603"/>
                  </a:lnTo>
                  <a:lnTo>
                    <a:pt x="6781805" y="106653"/>
                  </a:lnTo>
                  <a:lnTo>
                    <a:pt x="6847233" y="90642"/>
                  </a:lnTo>
                  <a:lnTo>
                    <a:pt x="6918603" y="76326"/>
                  </a:lnTo>
                  <a:lnTo>
                    <a:pt x="6996240" y="63509"/>
                  </a:lnTo>
                  <a:lnTo>
                    <a:pt x="7079925" y="52058"/>
                  </a:lnTo>
                  <a:lnTo>
                    <a:pt x="7168663" y="41895"/>
                  </a:lnTo>
                  <a:lnTo>
                    <a:pt x="7260473" y="32997"/>
                  </a:lnTo>
                  <a:lnTo>
                    <a:pt x="7352286" y="25381"/>
                  </a:lnTo>
                  <a:lnTo>
                    <a:pt x="7440071" y="19077"/>
                  </a:lnTo>
                  <a:lnTo>
                    <a:pt x="7519303" y="14103"/>
                  </a:lnTo>
                  <a:lnTo>
                    <a:pt x="7585744" y="10423"/>
                  </a:lnTo>
                  <a:lnTo>
                    <a:pt x="7636383" y="7930"/>
                  </a:lnTo>
                  <a:lnTo>
                    <a:pt x="7670231" y="6441"/>
                  </a:lnTo>
                  <a:lnTo>
                    <a:pt x="7688693" y="5711"/>
                  </a:lnTo>
                  <a:lnTo>
                    <a:pt x="7695472" y="54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6" y="42"/>
                  </a:lnTo>
                  <a:lnTo>
                    <a:pt x="7686665" y="343"/>
                  </a:lnTo>
                  <a:lnTo>
                    <a:pt x="7665954" y="1175"/>
                  </a:lnTo>
                  <a:lnTo>
                    <a:pt x="7629474" y="2808"/>
                  </a:lnTo>
                  <a:lnTo>
                    <a:pt x="7576204" y="5479"/>
                  </a:lnTo>
                  <a:lnTo>
                    <a:pt x="7507492" y="9359"/>
                  </a:lnTo>
                  <a:lnTo>
                    <a:pt x="7426602" y="14544"/>
                  </a:lnTo>
                  <a:lnTo>
                    <a:pt x="7337881" y="21057"/>
                  </a:lnTo>
                  <a:lnTo>
                    <a:pt x="7245821" y="28879"/>
                  </a:lnTo>
                  <a:lnTo>
                    <a:pt x="7154321" y="37978"/>
                  </a:lnTo>
                  <a:lnTo>
                    <a:pt x="7066280" y="48342"/>
                  </a:lnTo>
                  <a:lnTo>
                    <a:pt x="6983511" y="60003"/>
                  </a:lnTo>
                  <a:lnTo>
                    <a:pt x="6906869" y="73047"/>
                  </a:lnTo>
                  <a:lnTo>
                    <a:pt x="6836474" y="87618"/>
                  </a:lnTo>
                  <a:lnTo>
                    <a:pt x="6771934" y="103919"/>
                  </a:lnTo>
                  <a:lnTo>
                    <a:pt x="6712539" y="122201"/>
                  </a:lnTo>
                  <a:lnTo>
                    <a:pt x="6657409" y="142755"/>
                  </a:lnTo>
                  <a:lnTo>
                    <a:pt x="6605602" y="165878"/>
                  </a:lnTo>
                  <a:lnTo>
                    <a:pt x="6556198" y="191830"/>
                  </a:lnTo>
                  <a:lnTo>
                    <a:pt x="6515891" y="215966"/>
                  </a:lnTo>
                  <a:lnTo>
                    <a:pt x="6470447" y="246303"/>
                  </a:lnTo>
                  <a:lnTo>
                    <a:pt x="6425448" y="279491"/>
                  </a:lnTo>
                  <a:lnTo>
                    <a:pt x="6380484" y="315576"/>
                  </a:lnTo>
                  <a:lnTo>
                    <a:pt x="6335267" y="354528"/>
                  </a:lnTo>
                  <a:lnTo>
                    <a:pt x="6289608" y="396224"/>
                  </a:lnTo>
                  <a:lnTo>
                    <a:pt x="6243412" y="440442"/>
                  </a:lnTo>
                  <a:lnTo>
                    <a:pt x="6196663" y="486865"/>
                  </a:lnTo>
                  <a:lnTo>
                    <a:pt x="6149419" y="535080"/>
                  </a:lnTo>
                  <a:lnTo>
                    <a:pt x="6101792" y="584593"/>
                  </a:lnTo>
                  <a:lnTo>
                    <a:pt x="6053937" y="634853"/>
                  </a:lnTo>
                  <a:lnTo>
                    <a:pt x="6006034" y="685267"/>
                  </a:lnTo>
                  <a:lnTo>
                    <a:pt x="5958268" y="735238"/>
                  </a:lnTo>
                  <a:lnTo>
                    <a:pt x="5910808" y="784191"/>
                  </a:lnTo>
                  <a:lnTo>
                    <a:pt x="5863792" y="831597"/>
                  </a:lnTo>
                  <a:lnTo>
                    <a:pt x="5817308" y="877001"/>
                  </a:lnTo>
                  <a:lnTo>
                    <a:pt x="5771377" y="920035"/>
                  </a:lnTo>
                  <a:lnTo>
                    <a:pt x="5725949" y="960428"/>
                  </a:lnTo>
                  <a:lnTo>
                    <a:pt x="5680884" y="998006"/>
                  </a:lnTo>
                  <a:lnTo>
                    <a:pt x="5635946" y="1032691"/>
                  </a:lnTo>
                  <a:lnTo>
                    <a:pt x="5590791" y="1064491"/>
                  </a:lnTo>
                  <a:lnTo>
                    <a:pt x="5567201" y="1079832"/>
                  </a:lnTo>
                  <a:lnTo>
                    <a:pt x="5519185" y="1108280"/>
                  </a:lnTo>
                  <a:lnTo>
                    <a:pt x="5469457" y="1133770"/>
                  </a:lnTo>
                  <a:lnTo>
                    <a:pt x="5417186" y="1156467"/>
                  </a:lnTo>
                  <a:lnTo>
                    <a:pt x="5361443" y="1176640"/>
                  </a:lnTo>
                  <a:lnTo>
                    <a:pt x="5301287" y="1194590"/>
                  </a:lnTo>
                  <a:lnTo>
                    <a:pt x="5235859" y="1210600"/>
                  </a:lnTo>
                  <a:lnTo>
                    <a:pt x="5164489" y="1224917"/>
                  </a:lnTo>
                  <a:lnTo>
                    <a:pt x="5086852" y="1237734"/>
                  </a:lnTo>
                  <a:lnTo>
                    <a:pt x="5003168" y="1249185"/>
                  </a:lnTo>
                  <a:lnTo>
                    <a:pt x="4914430" y="1259348"/>
                  </a:lnTo>
                  <a:lnTo>
                    <a:pt x="4822619" y="1268246"/>
                  </a:lnTo>
                  <a:lnTo>
                    <a:pt x="4730807" y="1275862"/>
                  </a:lnTo>
                  <a:lnTo>
                    <a:pt x="4643021" y="1282165"/>
                  </a:lnTo>
                  <a:lnTo>
                    <a:pt x="4563789" y="1287140"/>
                  </a:lnTo>
                  <a:lnTo>
                    <a:pt x="4497349" y="1290820"/>
                  </a:lnTo>
                  <a:lnTo>
                    <a:pt x="4446710" y="1293313"/>
                  </a:lnTo>
                  <a:lnTo>
                    <a:pt x="4412862" y="1294802"/>
                  </a:lnTo>
                  <a:lnTo>
                    <a:pt x="4394400" y="1295532"/>
                  </a:lnTo>
                  <a:lnTo>
                    <a:pt x="4387620" y="1295774"/>
                  </a:lnTo>
                  <a:lnTo>
                    <a:pt x="4386855" y="1295799"/>
                  </a:lnTo>
                  <a:lnTo>
                    <a:pt x="3848118" y="1295799"/>
                  </a:lnTo>
                  <a:lnTo>
                    <a:pt x="3846816" y="1295801"/>
                  </a:lnTo>
                  <a:lnTo>
                    <a:pt x="3838317" y="1295819"/>
                  </a:lnTo>
                  <a:lnTo>
                    <a:pt x="3817133" y="1295870"/>
                  </a:lnTo>
                  <a:lnTo>
                    <a:pt x="3779866" y="1295968"/>
                  </a:lnTo>
                  <a:lnTo>
                    <a:pt x="3725543" y="1296129"/>
                  </a:lnTo>
                  <a:lnTo>
                    <a:pt x="3655628" y="1296362"/>
                  </a:lnTo>
                  <a:lnTo>
                    <a:pt x="3573536" y="1296674"/>
                  </a:lnTo>
                  <a:lnTo>
                    <a:pt x="3483751" y="1297065"/>
                  </a:lnTo>
                  <a:lnTo>
                    <a:pt x="3390857" y="1297535"/>
                  </a:lnTo>
                  <a:lnTo>
                    <a:pt x="3298788" y="1298080"/>
                  </a:lnTo>
                  <a:lnTo>
                    <a:pt x="3210425" y="1298701"/>
                  </a:lnTo>
                  <a:lnTo>
                    <a:pt x="3127536" y="1299400"/>
                  </a:lnTo>
                  <a:lnTo>
                    <a:pt x="3050917" y="1300183"/>
                  </a:lnTo>
                  <a:lnTo>
                    <a:pt x="2980625" y="1301058"/>
                  </a:lnTo>
                  <a:lnTo>
                    <a:pt x="2916214" y="1302038"/>
                  </a:lnTo>
                  <a:lnTo>
                    <a:pt x="2856930" y="1303138"/>
                  </a:lnTo>
                  <a:lnTo>
                    <a:pt x="2801857" y="1304377"/>
                  </a:lnTo>
                  <a:lnTo>
                    <a:pt x="2750028" y="1305772"/>
                  </a:lnTo>
                  <a:lnTo>
                    <a:pt x="2700510" y="1307337"/>
                  </a:lnTo>
                  <a:lnTo>
                    <a:pt x="2667772" y="1308503"/>
                  </a:lnTo>
                  <a:lnTo>
                    <a:pt x="2615015" y="1310592"/>
                  </a:lnTo>
                  <a:lnTo>
                    <a:pt x="2562762" y="1312909"/>
                  </a:lnTo>
                  <a:lnTo>
                    <a:pt x="2510419" y="1315456"/>
                  </a:lnTo>
                  <a:lnTo>
                    <a:pt x="2457597" y="1318226"/>
                  </a:lnTo>
                  <a:lnTo>
                    <a:pt x="2404084" y="1321204"/>
                  </a:lnTo>
                  <a:lnTo>
                    <a:pt x="2349825" y="1324362"/>
                  </a:lnTo>
                  <a:lnTo>
                    <a:pt x="2294896" y="1327663"/>
                  </a:lnTo>
                  <a:lnTo>
                    <a:pt x="2239476" y="1331062"/>
                  </a:lnTo>
                  <a:lnTo>
                    <a:pt x="2183820" y="1334505"/>
                  </a:lnTo>
                  <a:lnTo>
                    <a:pt x="2128213" y="1337940"/>
                  </a:lnTo>
                  <a:lnTo>
                    <a:pt x="2072937" y="1341310"/>
                  </a:lnTo>
                  <a:lnTo>
                    <a:pt x="2018223" y="1344567"/>
                  </a:lnTo>
                  <a:lnTo>
                    <a:pt x="1964219" y="1347666"/>
                  </a:lnTo>
                  <a:lnTo>
                    <a:pt x="1910959" y="1350575"/>
                  </a:lnTo>
                  <a:lnTo>
                    <a:pt x="1858335" y="1353270"/>
                  </a:lnTo>
                  <a:lnTo>
                    <a:pt x="1806076" y="1355737"/>
                  </a:lnTo>
                  <a:lnTo>
                    <a:pt x="1753728" y="1357975"/>
                  </a:lnTo>
                  <a:lnTo>
                    <a:pt x="1719082" y="1359318"/>
                  </a:lnTo>
                  <a:lnTo>
                    <a:pt x="1670664" y="1361005"/>
                  </a:lnTo>
                  <a:lnTo>
                    <a:pt x="1620500" y="1362514"/>
                  </a:lnTo>
                  <a:lnTo>
                    <a:pt x="1567736" y="1363857"/>
                  </a:lnTo>
                  <a:lnTo>
                    <a:pt x="1511417" y="1365050"/>
                  </a:lnTo>
                  <a:lnTo>
                    <a:pt x="1450583" y="1366110"/>
                  </a:lnTo>
                  <a:lnTo>
                    <a:pt x="1384357" y="1367054"/>
                  </a:lnTo>
                  <a:lnTo>
                    <a:pt x="1312065" y="1367898"/>
                  </a:lnTo>
                  <a:lnTo>
                    <a:pt x="1233399" y="1368653"/>
                  </a:lnTo>
                  <a:lnTo>
                    <a:pt x="1148625" y="1369327"/>
                  </a:lnTo>
                  <a:lnTo>
                    <a:pt x="1058829" y="1369924"/>
                  </a:lnTo>
                  <a:lnTo>
                    <a:pt x="966127" y="1370445"/>
                  </a:lnTo>
                  <a:lnTo>
                    <a:pt x="873759" y="1370889"/>
                  </a:lnTo>
                  <a:lnTo>
                    <a:pt x="785928" y="1371255"/>
                  </a:lnTo>
                  <a:lnTo>
                    <a:pt x="707284" y="1371542"/>
                  </a:lnTo>
                  <a:lnTo>
                    <a:pt x="642076" y="1371751"/>
                  </a:lnTo>
                  <a:lnTo>
                    <a:pt x="593175" y="1371891"/>
                  </a:lnTo>
                  <a:lnTo>
                    <a:pt x="561293" y="1371972"/>
                  </a:lnTo>
                  <a:lnTo>
                    <a:pt x="544655" y="1372010"/>
                  </a:lnTo>
                  <a:lnTo>
                    <a:pt x="539153" y="1372021"/>
                  </a:lnTo>
                  <a:lnTo>
                    <a:pt x="538736" y="1372022"/>
                  </a:lnTo>
                  <a:lnTo>
                    <a:pt x="0" y="137202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00" name="pl900"/>
            <p:cNvSpPr/>
            <p:nvPr/>
          </p:nvSpPr>
          <p:spPr>
            <a:xfrm>
              <a:off x="546595" y="2372928"/>
              <a:ext cx="8234974" cy="1372022"/>
            </a:xfrm>
            <a:custGeom>
              <a:avLst/>
              <a:pathLst>
                <a:path w="8234974" h="1372022">
                  <a:moveTo>
                    <a:pt x="0" y="1372022"/>
                  </a:moveTo>
                  <a:lnTo>
                    <a:pt x="538736" y="1372022"/>
                  </a:lnTo>
                  <a:lnTo>
                    <a:pt x="540039" y="1372020"/>
                  </a:lnTo>
                  <a:lnTo>
                    <a:pt x="548537" y="1372001"/>
                  </a:lnTo>
                  <a:lnTo>
                    <a:pt x="569721" y="1371951"/>
                  </a:lnTo>
                  <a:lnTo>
                    <a:pt x="606988" y="1371853"/>
                  </a:lnTo>
                  <a:lnTo>
                    <a:pt x="661311" y="1371692"/>
                  </a:lnTo>
                  <a:lnTo>
                    <a:pt x="731226" y="1371458"/>
                  </a:lnTo>
                  <a:lnTo>
                    <a:pt x="813318" y="1371147"/>
                  </a:lnTo>
                  <a:lnTo>
                    <a:pt x="903104" y="1370755"/>
                  </a:lnTo>
                  <a:lnTo>
                    <a:pt x="995997" y="1370286"/>
                  </a:lnTo>
                  <a:lnTo>
                    <a:pt x="1088067" y="1369741"/>
                  </a:lnTo>
                  <a:lnTo>
                    <a:pt x="1176430" y="1369119"/>
                  </a:lnTo>
                  <a:lnTo>
                    <a:pt x="1259318" y="1368420"/>
                  </a:lnTo>
                  <a:lnTo>
                    <a:pt x="1335937" y="1367638"/>
                  </a:lnTo>
                  <a:lnTo>
                    <a:pt x="1406229" y="1366763"/>
                  </a:lnTo>
                  <a:lnTo>
                    <a:pt x="1470640" y="1365783"/>
                  </a:lnTo>
                  <a:lnTo>
                    <a:pt x="1529924" y="1364682"/>
                  </a:lnTo>
                  <a:lnTo>
                    <a:pt x="1584997" y="1363444"/>
                  </a:lnTo>
                  <a:lnTo>
                    <a:pt x="1636827" y="1362049"/>
                  </a:lnTo>
                  <a:lnTo>
                    <a:pt x="1686345" y="1360483"/>
                  </a:lnTo>
                  <a:lnTo>
                    <a:pt x="1719082" y="1359318"/>
                  </a:lnTo>
                  <a:lnTo>
                    <a:pt x="1771840" y="1357229"/>
                  </a:lnTo>
                  <a:lnTo>
                    <a:pt x="1824093" y="1354912"/>
                  </a:lnTo>
                  <a:lnTo>
                    <a:pt x="1876436" y="1352365"/>
                  </a:lnTo>
                  <a:lnTo>
                    <a:pt x="1929258" y="1349595"/>
                  </a:lnTo>
                  <a:lnTo>
                    <a:pt x="1982770" y="1346617"/>
                  </a:lnTo>
                  <a:lnTo>
                    <a:pt x="2037029" y="1343459"/>
                  </a:lnTo>
                  <a:lnTo>
                    <a:pt x="2091959" y="1340158"/>
                  </a:lnTo>
                  <a:lnTo>
                    <a:pt x="2147379" y="1336759"/>
                  </a:lnTo>
                  <a:lnTo>
                    <a:pt x="2203035" y="1333315"/>
                  </a:lnTo>
                  <a:lnTo>
                    <a:pt x="2258641" y="1329881"/>
                  </a:lnTo>
                  <a:lnTo>
                    <a:pt x="2313917" y="1326510"/>
                  </a:lnTo>
                  <a:lnTo>
                    <a:pt x="2368631" y="1323254"/>
                  </a:lnTo>
                  <a:lnTo>
                    <a:pt x="2422635" y="1320154"/>
                  </a:lnTo>
                  <a:lnTo>
                    <a:pt x="2475895" y="1317246"/>
                  </a:lnTo>
                  <a:lnTo>
                    <a:pt x="2528520" y="1314551"/>
                  </a:lnTo>
                  <a:lnTo>
                    <a:pt x="2580778" y="1312083"/>
                  </a:lnTo>
                  <a:lnTo>
                    <a:pt x="2633127" y="1309846"/>
                  </a:lnTo>
                  <a:lnTo>
                    <a:pt x="2667772" y="1308503"/>
                  </a:lnTo>
                  <a:lnTo>
                    <a:pt x="2716191" y="1306816"/>
                  </a:lnTo>
                  <a:lnTo>
                    <a:pt x="2766354" y="1305306"/>
                  </a:lnTo>
                  <a:lnTo>
                    <a:pt x="2819119" y="1303964"/>
                  </a:lnTo>
                  <a:lnTo>
                    <a:pt x="2875438" y="1302771"/>
                  </a:lnTo>
                  <a:lnTo>
                    <a:pt x="2936271" y="1301711"/>
                  </a:lnTo>
                  <a:lnTo>
                    <a:pt x="3002497" y="1300766"/>
                  </a:lnTo>
                  <a:lnTo>
                    <a:pt x="3074790" y="1299922"/>
                  </a:lnTo>
                  <a:lnTo>
                    <a:pt x="3153456" y="1299167"/>
                  </a:lnTo>
                  <a:lnTo>
                    <a:pt x="3238229" y="1298494"/>
                  </a:lnTo>
                  <a:lnTo>
                    <a:pt x="3328025" y="1297897"/>
                  </a:lnTo>
                  <a:lnTo>
                    <a:pt x="3420727" y="1297376"/>
                  </a:lnTo>
                  <a:lnTo>
                    <a:pt x="3513095" y="1296931"/>
                  </a:lnTo>
                  <a:lnTo>
                    <a:pt x="3600926" y="1296566"/>
                  </a:lnTo>
                  <a:lnTo>
                    <a:pt x="3679570" y="1296279"/>
                  </a:lnTo>
                  <a:lnTo>
                    <a:pt x="3744779" y="1296070"/>
                  </a:lnTo>
                  <a:lnTo>
                    <a:pt x="3793680" y="1295930"/>
                  </a:lnTo>
                  <a:lnTo>
                    <a:pt x="3825562" y="1295849"/>
                  </a:lnTo>
                  <a:lnTo>
                    <a:pt x="3842200" y="1295811"/>
                  </a:lnTo>
                  <a:lnTo>
                    <a:pt x="3847702" y="1295799"/>
                  </a:lnTo>
                  <a:lnTo>
                    <a:pt x="3848118" y="1295799"/>
                  </a:lnTo>
                  <a:lnTo>
                    <a:pt x="4386855" y="1295799"/>
                  </a:lnTo>
                  <a:lnTo>
                    <a:pt x="4388127" y="1295757"/>
                  </a:lnTo>
                  <a:lnTo>
                    <a:pt x="4396428" y="1295455"/>
                  </a:lnTo>
                  <a:lnTo>
                    <a:pt x="4417138" y="1294623"/>
                  </a:lnTo>
                  <a:lnTo>
                    <a:pt x="4453618" y="1292990"/>
                  </a:lnTo>
                  <a:lnTo>
                    <a:pt x="4506888" y="1290319"/>
                  </a:lnTo>
                  <a:lnTo>
                    <a:pt x="4575601" y="1286439"/>
                  </a:lnTo>
                  <a:lnTo>
                    <a:pt x="4656490" y="1281254"/>
                  </a:lnTo>
                  <a:lnTo>
                    <a:pt x="4745212" y="1274741"/>
                  </a:lnTo>
                  <a:lnTo>
                    <a:pt x="4837272" y="1266919"/>
                  </a:lnTo>
                  <a:lnTo>
                    <a:pt x="4928771" y="1257821"/>
                  </a:lnTo>
                  <a:lnTo>
                    <a:pt x="5016813" y="1247456"/>
                  </a:lnTo>
                  <a:lnTo>
                    <a:pt x="5099582" y="1235795"/>
                  </a:lnTo>
                  <a:lnTo>
                    <a:pt x="5176223" y="1222751"/>
                  </a:lnTo>
                  <a:lnTo>
                    <a:pt x="5246618" y="1208180"/>
                  </a:lnTo>
                  <a:lnTo>
                    <a:pt x="5311159" y="1191879"/>
                  </a:lnTo>
                  <a:lnTo>
                    <a:pt x="5370554" y="1173597"/>
                  </a:lnTo>
                  <a:lnTo>
                    <a:pt x="5425683" y="1153043"/>
                  </a:lnTo>
                  <a:lnTo>
                    <a:pt x="5477490" y="1129920"/>
                  </a:lnTo>
                  <a:lnTo>
                    <a:pt x="5526894" y="1103968"/>
                  </a:lnTo>
                  <a:lnTo>
                    <a:pt x="5567201" y="1079832"/>
                  </a:lnTo>
                  <a:lnTo>
                    <a:pt x="5612645" y="1049495"/>
                  </a:lnTo>
                  <a:lnTo>
                    <a:pt x="5657645" y="1016308"/>
                  </a:lnTo>
                  <a:lnTo>
                    <a:pt x="5702608" y="980222"/>
                  </a:lnTo>
                  <a:lnTo>
                    <a:pt x="5747825" y="941270"/>
                  </a:lnTo>
                  <a:lnTo>
                    <a:pt x="5793484" y="899574"/>
                  </a:lnTo>
                  <a:lnTo>
                    <a:pt x="5839681" y="855356"/>
                  </a:lnTo>
                  <a:lnTo>
                    <a:pt x="5886429" y="808933"/>
                  </a:lnTo>
                  <a:lnTo>
                    <a:pt x="5933674" y="760718"/>
                  </a:lnTo>
                  <a:lnTo>
                    <a:pt x="5981301" y="711205"/>
                  </a:lnTo>
                  <a:lnTo>
                    <a:pt x="6029156" y="660946"/>
                  </a:lnTo>
                  <a:lnTo>
                    <a:pt x="6077058" y="610531"/>
                  </a:lnTo>
                  <a:lnTo>
                    <a:pt x="6124825" y="560560"/>
                  </a:lnTo>
                  <a:lnTo>
                    <a:pt x="6172284" y="511608"/>
                  </a:lnTo>
                  <a:lnTo>
                    <a:pt x="6219300" y="464201"/>
                  </a:lnTo>
                  <a:lnTo>
                    <a:pt x="6265785" y="418797"/>
                  </a:lnTo>
                  <a:lnTo>
                    <a:pt x="6311715" y="375763"/>
                  </a:lnTo>
                  <a:lnTo>
                    <a:pt x="6357144" y="335370"/>
                  </a:lnTo>
                  <a:lnTo>
                    <a:pt x="6402209" y="297792"/>
                  </a:lnTo>
                  <a:lnTo>
                    <a:pt x="6447147" y="263107"/>
                  </a:lnTo>
                  <a:lnTo>
                    <a:pt x="6492302" y="231307"/>
                  </a:lnTo>
                  <a:lnTo>
                    <a:pt x="6515891" y="215966"/>
                  </a:lnTo>
                  <a:lnTo>
                    <a:pt x="6563908" y="187518"/>
                  </a:lnTo>
                  <a:lnTo>
                    <a:pt x="6613635" y="162028"/>
                  </a:lnTo>
                  <a:lnTo>
                    <a:pt x="6665906" y="139331"/>
                  </a:lnTo>
                  <a:lnTo>
                    <a:pt x="6721650" y="119158"/>
                  </a:lnTo>
                  <a:lnTo>
                    <a:pt x="6781805" y="101209"/>
                  </a:lnTo>
                  <a:lnTo>
                    <a:pt x="6847233" y="85198"/>
                  </a:lnTo>
                  <a:lnTo>
                    <a:pt x="6918603" y="70881"/>
                  </a:lnTo>
                  <a:lnTo>
                    <a:pt x="6996240" y="58065"/>
                  </a:lnTo>
                  <a:lnTo>
                    <a:pt x="7079925" y="46613"/>
                  </a:lnTo>
                  <a:lnTo>
                    <a:pt x="7168663" y="36450"/>
                  </a:lnTo>
                  <a:lnTo>
                    <a:pt x="7260473" y="27553"/>
                  </a:lnTo>
                  <a:lnTo>
                    <a:pt x="7352286" y="19936"/>
                  </a:lnTo>
                  <a:lnTo>
                    <a:pt x="7440071" y="13633"/>
                  </a:lnTo>
                  <a:lnTo>
                    <a:pt x="7519303" y="8658"/>
                  </a:lnTo>
                  <a:lnTo>
                    <a:pt x="7585744" y="4978"/>
                  </a:lnTo>
                  <a:lnTo>
                    <a:pt x="7636383" y="2486"/>
                  </a:lnTo>
                  <a:lnTo>
                    <a:pt x="7670231" y="996"/>
                  </a:lnTo>
                  <a:lnTo>
                    <a:pt x="7688693" y="267"/>
                  </a:lnTo>
                  <a:lnTo>
                    <a:pt x="7695472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1" name="pl901"/>
            <p:cNvSpPr/>
            <p:nvPr/>
          </p:nvSpPr>
          <p:spPr>
            <a:xfrm>
              <a:off x="546595" y="2367483"/>
              <a:ext cx="8234974" cy="1372022"/>
            </a:xfrm>
            <a:custGeom>
              <a:avLst/>
              <a:pathLst>
                <a:path w="8234974" h="1372022">
                  <a:moveTo>
                    <a:pt x="8234974" y="0"/>
                  </a:moveTo>
                  <a:lnTo>
                    <a:pt x="7696237" y="0"/>
                  </a:lnTo>
                  <a:lnTo>
                    <a:pt x="7694966" y="42"/>
                  </a:lnTo>
                  <a:lnTo>
                    <a:pt x="7686665" y="343"/>
                  </a:lnTo>
                  <a:lnTo>
                    <a:pt x="7665954" y="1175"/>
                  </a:lnTo>
                  <a:lnTo>
                    <a:pt x="7629474" y="2808"/>
                  </a:lnTo>
                  <a:lnTo>
                    <a:pt x="7576204" y="5479"/>
                  </a:lnTo>
                  <a:lnTo>
                    <a:pt x="7507492" y="9359"/>
                  </a:lnTo>
                  <a:lnTo>
                    <a:pt x="7426602" y="14544"/>
                  </a:lnTo>
                  <a:lnTo>
                    <a:pt x="7337881" y="21057"/>
                  </a:lnTo>
                  <a:lnTo>
                    <a:pt x="7245821" y="28879"/>
                  </a:lnTo>
                  <a:lnTo>
                    <a:pt x="7154321" y="37978"/>
                  </a:lnTo>
                  <a:lnTo>
                    <a:pt x="7066280" y="48342"/>
                  </a:lnTo>
                  <a:lnTo>
                    <a:pt x="6983511" y="60003"/>
                  </a:lnTo>
                  <a:lnTo>
                    <a:pt x="6906869" y="73047"/>
                  </a:lnTo>
                  <a:lnTo>
                    <a:pt x="6836474" y="87618"/>
                  </a:lnTo>
                  <a:lnTo>
                    <a:pt x="6771934" y="103919"/>
                  </a:lnTo>
                  <a:lnTo>
                    <a:pt x="6712539" y="122201"/>
                  </a:lnTo>
                  <a:lnTo>
                    <a:pt x="6657409" y="142755"/>
                  </a:lnTo>
                  <a:lnTo>
                    <a:pt x="6605602" y="165878"/>
                  </a:lnTo>
                  <a:lnTo>
                    <a:pt x="6556198" y="191830"/>
                  </a:lnTo>
                  <a:lnTo>
                    <a:pt x="6515891" y="215966"/>
                  </a:lnTo>
                  <a:lnTo>
                    <a:pt x="6470447" y="246303"/>
                  </a:lnTo>
                  <a:lnTo>
                    <a:pt x="6425448" y="279491"/>
                  </a:lnTo>
                  <a:lnTo>
                    <a:pt x="6380484" y="315576"/>
                  </a:lnTo>
                  <a:lnTo>
                    <a:pt x="6335267" y="354528"/>
                  </a:lnTo>
                  <a:lnTo>
                    <a:pt x="6289608" y="396224"/>
                  </a:lnTo>
                  <a:lnTo>
                    <a:pt x="6243412" y="440442"/>
                  </a:lnTo>
                  <a:lnTo>
                    <a:pt x="6196663" y="486865"/>
                  </a:lnTo>
                  <a:lnTo>
                    <a:pt x="6149419" y="535080"/>
                  </a:lnTo>
                  <a:lnTo>
                    <a:pt x="6101792" y="584593"/>
                  </a:lnTo>
                  <a:lnTo>
                    <a:pt x="6053937" y="634853"/>
                  </a:lnTo>
                  <a:lnTo>
                    <a:pt x="6006034" y="685267"/>
                  </a:lnTo>
                  <a:lnTo>
                    <a:pt x="5958268" y="735238"/>
                  </a:lnTo>
                  <a:lnTo>
                    <a:pt x="5910808" y="784191"/>
                  </a:lnTo>
                  <a:lnTo>
                    <a:pt x="5863792" y="831597"/>
                  </a:lnTo>
                  <a:lnTo>
                    <a:pt x="5817308" y="877001"/>
                  </a:lnTo>
                  <a:lnTo>
                    <a:pt x="5771377" y="920035"/>
                  </a:lnTo>
                  <a:lnTo>
                    <a:pt x="5725949" y="960428"/>
                  </a:lnTo>
                  <a:lnTo>
                    <a:pt x="5680884" y="998006"/>
                  </a:lnTo>
                  <a:lnTo>
                    <a:pt x="5635946" y="1032691"/>
                  </a:lnTo>
                  <a:lnTo>
                    <a:pt x="5590791" y="1064491"/>
                  </a:lnTo>
                  <a:lnTo>
                    <a:pt x="5567201" y="1079832"/>
                  </a:lnTo>
                  <a:lnTo>
                    <a:pt x="5519185" y="1108280"/>
                  </a:lnTo>
                  <a:lnTo>
                    <a:pt x="5469457" y="1133770"/>
                  </a:lnTo>
                  <a:lnTo>
                    <a:pt x="5417186" y="1156467"/>
                  </a:lnTo>
                  <a:lnTo>
                    <a:pt x="5361443" y="1176640"/>
                  </a:lnTo>
                  <a:lnTo>
                    <a:pt x="5301287" y="1194590"/>
                  </a:lnTo>
                  <a:lnTo>
                    <a:pt x="5235859" y="1210600"/>
                  </a:lnTo>
                  <a:lnTo>
                    <a:pt x="5164489" y="1224917"/>
                  </a:lnTo>
                  <a:lnTo>
                    <a:pt x="5086852" y="1237734"/>
                  </a:lnTo>
                  <a:lnTo>
                    <a:pt x="5003168" y="1249185"/>
                  </a:lnTo>
                  <a:lnTo>
                    <a:pt x="4914430" y="1259348"/>
                  </a:lnTo>
                  <a:lnTo>
                    <a:pt x="4822619" y="1268246"/>
                  </a:lnTo>
                  <a:lnTo>
                    <a:pt x="4730807" y="1275862"/>
                  </a:lnTo>
                  <a:lnTo>
                    <a:pt x="4643021" y="1282165"/>
                  </a:lnTo>
                  <a:lnTo>
                    <a:pt x="4563789" y="1287140"/>
                  </a:lnTo>
                  <a:lnTo>
                    <a:pt x="4497349" y="1290820"/>
                  </a:lnTo>
                  <a:lnTo>
                    <a:pt x="4446710" y="1293313"/>
                  </a:lnTo>
                  <a:lnTo>
                    <a:pt x="4412862" y="1294802"/>
                  </a:lnTo>
                  <a:lnTo>
                    <a:pt x="4394400" y="1295532"/>
                  </a:lnTo>
                  <a:lnTo>
                    <a:pt x="4387620" y="1295774"/>
                  </a:lnTo>
                  <a:lnTo>
                    <a:pt x="4386855" y="1295799"/>
                  </a:lnTo>
                  <a:lnTo>
                    <a:pt x="3848118" y="1295799"/>
                  </a:lnTo>
                  <a:lnTo>
                    <a:pt x="3846816" y="1295801"/>
                  </a:lnTo>
                  <a:lnTo>
                    <a:pt x="3838317" y="1295819"/>
                  </a:lnTo>
                  <a:lnTo>
                    <a:pt x="3817133" y="1295870"/>
                  </a:lnTo>
                  <a:lnTo>
                    <a:pt x="3779866" y="1295968"/>
                  </a:lnTo>
                  <a:lnTo>
                    <a:pt x="3725543" y="1296129"/>
                  </a:lnTo>
                  <a:lnTo>
                    <a:pt x="3655628" y="1296362"/>
                  </a:lnTo>
                  <a:lnTo>
                    <a:pt x="3573536" y="1296674"/>
                  </a:lnTo>
                  <a:lnTo>
                    <a:pt x="3483751" y="1297065"/>
                  </a:lnTo>
                  <a:lnTo>
                    <a:pt x="3390857" y="1297535"/>
                  </a:lnTo>
                  <a:lnTo>
                    <a:pt x="3298788" y="1298080"/>
                  </a:lnTo>
                  <a:lnTo>
                    <a:pt x="3210425" y="1298701"/>
                  </a:lnTo>
                  <a:lnTo>
                    <a:pt x="3127536" y="1299400"/>
                  </a:lnTo>
                  <a:lnTo>
                    <a:pt x="3050917" y="1300183"/>
                  </a:lnTo>
                  <a:lnTo>
                    <a:pt x="2980625" y="1301058"/>
                  </a:lnTo>
                  <a:lnTo>
                    <a:pt x="2916214" y="1302038"/>
                  </a:lnTo>
                  <a:lnTo>
                    <a:pt x="2856930" y="1303138"/>
                  </a:lnTo>
                  <a:lnTo>
                    <a:pt x="2801857" y="1304377"/>
                  </a:lnTo>
                  <a:lnTo>
                    <a:pt x="2750028" y="1305772"/>
                  </a:lnTo>
                  <a:lnTo>
                    <a:pt x="2700510" y="1307337"/>
                  </a:lnTo>
                  <a:lnTo>
                    <a:pt x="2667772" y="1308503"/>
                  </a:lnTo>
                  <a:lnTo>
                    <a:pt x="2615015" y="1310592"/>
                  </a:lnTo>
                  <a:lnTo>
                    <a:pt x="2562762" y="1312909"/>
                  </a:lnTo>
                  <a:lnTo>
                    <a:pt x="2510419" y="1315456"/>
                  </a:lnTo>
                  <a:lnTo>
                    <a:pt x="2457597" y="1318226"/>
                  </a:lnTo>
                  <a:lnTo>
                    <a:pt x="2404084" y="1321204"/>
                  </a:lnTo>
                  <a:lnTo>
                    <a:pt x="2349825" y="1324362"/>
                  </a:lnTo>
                  <a:lnTo>
                    <a:pt x="2294896" y="1327663"/>
                  </a:lnTo>
                  <a:lnTo>
                    <a:pt x="2239476" y="1331062"/>
                  </a:lnTo>
                  <a:lnTo>
                    <a:pt x="2183820" y="1334505"/>
                  </a:lnTo>
                  <a:lnTo>
                    <a:pt x="2128213" y="1337940"/>
                  </a:lnTo>
                  <a:lnTo>
                    <a:pt x="2072937" y="1341310"/>
                  </a:lnTo>
                  <a:lnTo>
                    <a:pt x="2018223" y="1344567"/>
                  </a:lnTo>
                  <a:lnTo>
                    <a:pt x="1964219" y="1347666"/>
                  </a:lnTo>
                  <a:lnTo>
                    <a:pt x="1910959" y="1350575"/>
                  </a:lnTo>
                  <a:lnTo>
                    <a:pt x="1858335" y="1353270"/>
                  </a:lnTo>
                  <a:lnTo>
                    <a:pt x="1806076" y="1355737"/>
                  </a:lnTo>
                  <a:lnTo>
                    <a:pt x="1753728" y="1357975"/>
                  </a:lnTo>
                  <a:lnTo>
                    <a:pt x="1719082" y="1359318"/>
                  </a:lnTo>
                  <a:lnTo>
                    <a:pt x="1670664" y="1361005"/>
                  </a:lnTo>
                  <a:lnTo>
                    <a:pt x="1620500" y="1362514"/>
                  </a:lnTo>
                  <a:lnTo>
                    <a:pt x="1567736" y="1363857"/>
                  </a:lnTo>
                  <a:lnTo>
                    <a:pt x="1511417" y="1365050"/>
                  </a:lnTo>
                  <a:lnTo>
                    <a:pt x="1450583" y="1366110"/>
                  </a:lnTo>
                  <a:lnTo>
                    <a:pt x="1384357" y="1367054"/>
                  </a:lnTo>
                  <a:lnTo>
                    <a:pt x="1312065" y="1367898"/>
                  </a:lnTo>
                  <a:lnTo>
                    <a:pt x="1233399" y="1368653"/>
                  </a:lnTo>
                  <a:lnTo>
                    <a:pt x="1148625" y="1369327"/>
                  </a:lnTo>
                  <a:lnTo>
                    <a:pt x="1058829" y="1369924"/>
                  </a:lnTo>
                  <a:lnTo>
                    <a:pt x="966127" y="1370445"/>
                  </a:lnTo>
                  <a:lnTo>
                    <a:pt x="873759" y="1370889"/>
                  </a:lnTo>
                  <a:lnTo>
                    <a:pt x="785928" y="1371255"/>
                  </a:lnTo>
                  <a:lnTo>
                    <a:pt x="707284" y="1371542"/>
                  </a:lnTo>
                  <a:lnTo>
                    <a:pt x="642076" y="1371751"/>
                  </a:lnTo>
                  <a:lnTo>
                    <a:pt x="593175" y="1371891"/>
                  </a:lnTo>
                  <a:lnTo>
                    <a:pt x="561293" y="1371972"/>
                  </a:lnTo>
                  <a:lnTo>
                    <a:pt x="544655" y="1372010"/>
                  </a:lnTo>
                  <a:lnTo>
                    <a:pt x="539153" y="1372021"/>
                  </a:lnTo>
                  <a:lnTo>
                    <a:pt x="538736" y="1372022"/>
                  </a:lnTo>
                  <a:lnTo>
                    <a:pt x="0" y="13720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2" name="pg902"/>
            <p:cNvSpPr/>
            <p:nvPr/>
          </p:nvSpPr>
          <p:spPr>
            <a:xfrm>
              <a:off x="546595" y="3739506"/>
              <a:ext cx="8234974" cy="669677"/>
            </a:xfrm>
            <a:custGeom>
              <a:avLst/>
              <a:pathLst>
                <a:path w="8234974" h="669677">
                  <a:moveTo>
                    <a:pt x="0" y="21778"/>
                  </a:moveTo>
                  <a:lnTo>
                    <a:pt x="538736" y="21778"/>
                  </a:lnTo>
                  <a:lnTo>
                    <a:pt x="540039" y="21777"/>
                  </a:lnTo>
                  <a:lnTo>
                    <a:pt x="548538" y="21776"/>
                  </a:lnTo>
                  <a:lnTo>
                    <a:pt x="569724" y="21773"/>
                  </a:lnTo>
                  <a:lnTo>
                    <a:pt x="606993" y="21766"/>
                  </a:lnTo>
                  <a:lnTo>
                    <a:pt x="661320" y="21754"/>
                  </a:lnTo>
                  <a:lnTo>
                    <a:pt x="731240" y="21737"/>
                  </a:lnTo>
                  <a:lnTo>
                    <a:pt x="813336" y="21715"/>
                  </a:lnTo>
                  <a:lnTo>
                    <a:pt x="903125" y="21687"/>
                  </a:lnTo>
                  <a:lnTo>
                    <a:pt x="996021" y="21654"/>
                  </a:lnTo>
                  <a:lnTo>
                    <a:pt x="1088093" y="21615"/>
                  </a:lnTo>
                  <a:lnTo>
                    <a:pt x="1176457" y="21570"/>
                  </a:lnTo>
                  <a:lnTo>
                    <a:pt x="1259346" y="21520"/>
                  </a:lnTo>
                  <a:lnTo>
                    <a:pt x="1335965" y="21464"/>
                  </a:lnTo>
                  <a:lnTo>
                    <a:pt x="1406256" y="21402"/>
                  </a:lnTo>
                  <a:lnTo>
                    <a:pt x="1470667" y="21332"/>
                  </a:lnTo>
                  <a:lnTo>
                    <a:pt x="1529951" y="21253"/>
                  </a:lnTo>
                  <a:lnTo>
                    <a:pt x="1585023" y="21165"/>
                  </a:lnTo>
                  <a:lnTo>
                    <a:pt x="1636853" y="21065"/>
                  </a:lnTo>
                  <a:lnTo>
                    <a:pt x="1686372" y="20953"/>
                  </a:lnTo>
                  <a:lnTo>
                    <a:pt x="1719082" y="20870"/>
                  </a:lnTo>
                  <a:lnTo>
                    <a:pt x="1771877" y="20721"/>
                  </a:lnTo>
                  <a:lnTo>
                    <a:pt x="1824167" y="20555"/>
                  </a:lnTo>
                  <a:lnTo>
                    <a:pt x="1876548" y="20373"/>
                  </a:lnTo>
                  <a:lnTo>
                    <a:pt x="1929410" y="20175"/>
                  </a:lnTo>
                  <a:lnTo>
                    <a:pt x="1982962" y="19962"/>
                  </a:lnTo>
                  <a:lnTo>
                    <a:pt x="2037263" y="19736"/>
                  </a:lnTo>
                  <a:lnTo>
                    <a:pt x="2092234" y="19500"/>
                  </a:lnTo>
                  <a:lnTo>
                    <a:pt x="2147695" y="19257"/>
                  </a:lnTo>
                  <a:lnTo>
                    <a:pt x="2203392" y="19011"/>
                  </a:lnTo>
                  <a:lnTo>
                    <a:pt x="2259037" y="18766"/>
                  </a:lnTo>
                  <a:lnTo>
                    <a:pt x="2314349" y="18525"/>
                  </a:lnTo>
                  <a:lnTo>
                    <a:pt x="2369097" y="18292"/>
                  </a:lnTo>
                  <a:lnTo>
                    <a:pt x="2423132" y="18071"/>
                  </a:lnTo>
                  <a:lnTo>
                    <a:pt x="2476423" y="17863"/>
                  </a:lnTo>
                  <a:lnTo>
                    <a:pt x="2529080" y="17671"/>
                  </a:lnTo>
                  <a:lnTo>
                    <a:pt x="2581374" y="17494"/>
                  </a:lnTo>
                  <a:lnTo>
                    <a:pt x="2633764" y="17335"/>
                  </a:lnTo>
                  <a:lnTo>
                    <a:pt x="2667772" y="17241"/>
                  </a:lnTo>
                  <a:lnTo>
                    <a:pt x="2716192" y="17120"/>
                  </a:lnTo>
                  <a:lnTo>
                    <a:pt x="2766357" y="17012"/>
                  </a:lnTo>
                  <a:lnTo>
                    <a:pt x="2819124" y="16916"/>
                  </a:lnTo>
                  <a:lnTo>
                    <a:pt x="2875444" y="16831"/>
                  </a:lnTo>
                  <a:lnTo>
                    <a:pt x="2936281" y="16755"/>
                  </a:lnTo>
                  <a:lnTo>
                    <a:pt x="3002509" y="16688"/>
                  </a:lnTo>
                  <a:lnTo>
                    <a:pt x="3074805" y="16628"/>
                  </a:lnTo>
                  <a:lnTo>
                    <a:pt x="3153475" y="16574"/>
                  </a:lnTo>
                  <a:lnTo>
                    <a:pt x="3238252" y="16526"/>
                  </a:lnTo>
                  <a:lnTo>
                    <a:pt x="3328052" y="16483"/>
                  </a:lnTo>
                  <a:lnTo>
                    <a:pt x="3420757" y="16446"/>
                  </a:lnTo>
                  <a:lnTo>
                    <a:pt x="3513127" y="16414"/>
                  </a:lnTo>
                  <a:lnTo>
                    <a:pt x="3600958" y="16388"/>
                  </a:lnTo>
                  <a:lnTo>
                    <a:pt x="3679600" y="16367"/>
                  </a:lnTo>
                  <a:lnTo>
                    <a:pt x="3744804" y="16352"/>
                  </a:lnTo>
                  <a:lnTo>
                    <a:pt x="3793698" y="16342"/>
                  </a:lnTo>
                  <a:lnTo>
                    <a:pt x="3825574" y="16337"/>
                  </a:lnTo>
                  <a:lnTo>
                    <a:pt x="3842205" y="16334"/>
                  </a:lnTo>
                  <a:lnTo>
                    <a:pt x="3847703" y="16333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50" y="16355"/>
                  </a:lnTo>
                  <a:lnTo>
                    <a:pt x="4396598" y="16509"/>
                  </a:lnTo>
                  <a:lnTo>
                    <a:pt x="4417660" y="16937"/>
                  </a:lnTo>
                  <a:lnTo>
                    <a:pt x="4454725" y="17776"/>
                  </a:lnTo>
                  <a:lnTo>
                    <a:pt x="4508778" y="19146"/>
                  </a:lnTo>
                  <a:lnTo>
                    <a:pt x="4578386" y="21137"/>
                  </a:lnTo>
                  <a:lnTo>
                    <a:pt x="4660171" y="23794"/>
                  </a:lnTo>
                  <a:lnTo>
                    <a:pt x="4749685" y="27129"/>
                  </a:lnTo>
                  <a:lnTo>
                    <a:pt x="4842368" y="31131"/>
                  </a:lnTo>
                  <a:lnTo>
                    <a:pt x="4934294" y="35784"/>
                  </a:lnTo>
                  <a:lnTo>
                    <a:pt x="5022576" y="41083"/>
                  </a:lnTo>
                  <a:lnTo>
                    <a:pt x="5105436" y="47047"/>
                  </a:lnTo>
                  <a:lnTo>
                    <a:pt x="5182062" y="53720"/>
                  </a:lnTo>
                  <a:lnTo>
                    <a:pt x="5252380" y="61180"/>
                  </a:lnTo>
                  <a:lnTo>
                    <a:pt x="5316824" y="69533"/>
                  </a:lnTo>
                  <a:lnTo>
                    <a:pt x="5376137" y="78911"/>
                  </a:lnTo>
                  <a:lnTo>
                    <a:pt x="5431223" y="89463"/>
                  </a:lnTo>
                  <a:lnTo>
                    <a:pt x="5483046" y="101342"/>
                  </a:lnTo>
                  <a:lnTo>
                    <a:pt x="5532533" y="114676"/>
                  </a:lnTo>
                  <a:lnTo>
                    <a:pt x="5567201" y="125224"/>
                  </a:lnTo>
                  <a:lnTo>
                    <a:pt x="5617548" y="142268"/>
                  </a:lnTo>
                  <a:lnTo>
                    <a:pt x="5667407" y="161082"/>
                  </a:lnTo>
                  <a:lnTo>
                    <a:pt x="5717308" y="181693"/>
                  </a:lnTo>
                  <a:lnTo>
                    <a:pt x="5767608" y="204060"/>
                  </a:lnTo>
                  <a:lnTo>
                    <a:pt x="5818512" y="228074"/>
                  </a:lnTo>
                  <a:lnTo>
                    <a:pt x="5870097" y="253550"/>
                  </a:lnTo>
                  <a:lnTo>
                    <a:pt x="5922323" y="280232"/>
                  </a:lnTo>
                  <a:lnTo>
                    <a:pt x="5975056" y="307794"/>
                  </a:lnTo>
                  <a:lnTo>
                    <a:pt x="6028096" y="335865"/>
                  </a:lnTo>
                  <a:lnTo>
                    <a:pt x="6081200" y="364040"/>
                  </a:lnTo>
                  <a:lnTo>
                    <a:pt x="6134118" y="391909"/>
                  </a:lnTo>
                  <a:lnTo>
                    <a:pt x="6186622" y="419080"/>
                  </a:lnTo>
                  <a:lnTo>
                    <a:pt x="6238543" y="445203"/>
                  </a:lnTo>
                  <a:lnTo>
                    <a:pt x="6289790" y="469986"/>
                  </a:lnTo>
                  <a:lnTo>
                    <a:pt x="6340379" y="493206"/>
                  </a:lnTo>
                  <a:lnTo>
                    <a:pt x="6390447" y="514714"/>
                  </a:lnTo>
                  <a:lnTo>
                    <a:pt x="6440273" y="534439"/>
                  </a:lnTo>
                  <a:lnTo>
                    <a:pt x="6490294" y="552373"/>
                  </a:lnTo>
                  <a:lnTo>
                    <a:pt x="6515891" y="560787"/>
                  </a:lnTo>
                  <a:lnTo>
                    <a:pt x="6564207" y="575214"/>
                  </a:lnTo>
                  <a:lnTo>
                    <a:pt x="6614259" y="588131"/>
                  </a:lnTo>
                  <a:lnTo>
                    <a:pt x="6666897" y="599624"/>
                  </a:lnTo>
                  <a:lnTo>
                    <a:pt x="6723069" y="609832"/>
                  </a:lnTo>
                  <a:lnTo>
                    <a:pt x="6783729" y="618909"/>
                  </a:lnTo>
                  <a:lnTo>
                    <a:pt x="6849751" y="627000"/>
                  </a:lnTo>
                  <a:lnTo>
                    <a:pt x="6921806" y="634231"/>
                  </a:lnTo>
                  <a:lnTo>
                    <a:pt x="7000209" y="640700"/>
                  </a:lnTo>
                  <a:lnTo>
                    <a:pt x="7084704" y="646474"/>
                  </a:lnTo>
                  <a:lnTo>
                    <a:pt x="7174231" y="651592"/>
                  </a:lnTo>
                  <a:lnTo>
                    <a:pt x="7266707" y="656064"/>
                  </a:lnTo>
                  <a:lnTo>
                    <a:pt x="7358937" y="659882"/>
                  </a:lnTo>
                  <a:lnTo>
                    <a:pt x="7446762" y="663028"/>
                  </a:lnTo>
                  <a:lnTo>
                    <a:pt x="7525563" y="665496"/>
                  </a:lnTo>
                  <a:lnTo>
                    <a:pt x="7591093" y="667306"/>
                  </a:lnTo>
                  <a:lnTo>
                    <a:pt x="7640443" y="668518"/>
                  </a:lnTo>
                  <a:lnTo>
                    <a:pt x="7672828" y="669229"/>
                  </a:lnTo>
                  <a:lnTo>
                    <a:pt x="7689927" y="669566"/>
                  </a:lnTo>
                  <a:lnTo>
                    <a:pt x="7695745" y="669669"/>
                  </a:lnTo>
                  <a:lnTo>
                    <a:pt x="7696237" y="669677"/>
                  </a:lnTo>
                  <a:lnTo>
                    <a:pt x="8234974" y="669677"/>
                  </a:lnTo>
                  <a:lnTo>
                    <a:pt x="8234974" y="653344"/>
                  </a:lnTo>
                  <a:lnTo>
                    <a:pt x="7696237" y="653344"/>
                  </a:lnTo>
                  <a:lnTo>
                    <a:pt x="7694943" y="653322"/>
                  </a:lnTo>
                  <a:lnTo>
                    <a:pt x="7686495" y="653167"/>
                  </a:lnTo>
                  <a:lnTo>
                    <a:pt x="7665432" y="652740"/>
                  </a:lnTo>
                  <a:lnTo>
                    <a:pt x="7628368" y="651901"/>
                  </a:lnTo>
                  <a:lnTo>
                    <a:pt x="7574314" y="650530"/>
                  </a:lnTo>
                  <a:lnTo>
                    <a:pt x="7504707" y="648540"/>
                  </a:lnTo>
                  <a:lnTo>
                    <a:pt x="7422922" y="645883"/>
                  </a:lnTo>
                  <a:lnTo>
                    <a:pt x="7333407" y="642548"/>
                  </a:lnTo>
                  <a:lnTo>
                    <a:pt x="7240725" y="638546"/>
                  </a:lnTo>
                  <a:lnTo>
                    <a:pt x="7148799" y="633893"/>
                  </a:lnTo>
                  <a:lnTo>
                    <a:pt x="7060516" y="628594"/>
                  </a:lnTo>
                  <a:lnTo>
                    <a:pt x="6977657" y="622630"/>
                  </a:lnTo>
                  <a:lnTo>
                    <a:pt x="6901031" y="615957"/>
                  </a:lnTo>
                  <a:lnTo>
                    <a:pt x="6830712" y="608496"/>
                  </a:lnTo>
                  <a:lnTo>
                    <a:pt x="6766268" y="600143"/>
                  </a:lnTo>
                  <a:lnTo>
                    <a:pt x="6706956" y="590765"/>
                  </a:lnTo>
                  <a:lnTo>
                    <a:pt x="6651869" y="580214"/>
                  </a:lnTo>
                  <a:lnTo>
                    <a:pt x="6600047" y="568335"/>
                  </a:lnTo>
                  <a:lnTo>
                    <a:pt x="6550559" y="555001"/>
                  </a:lnTo>
                  <a:lnTo>
                    <a:pt x="6515891" y="544453"/>
                  </a:lnTo>
                  <a:lnTo>
                    <a:pt x="6465545" y="527409"/>
                  </a:lnTo>
                  <a:lnTo>
                    <a:pt x="6415685" y="508594"/>
                  </a:lnTo>
                  <a:lnTo>
                    <a:pt x="6365784" y="487984"/>
                  </a:lnTo>
                  <a:lnTo>
                    <a:pt x="6315485" y="465617"/>
                  </a:lnTo>
                  <a:lnTo>
                    <a:pt x="6264580" y="441603"/>
                  </a:lnTo>
                  <a:lnTo>
                    <a:pt x="6212996" y="416126"/>
                  </a:lnTo>
                  <a:lnTo>
                    <a:pt x="6160770" y="389445"/>
                  </a:lnTo>
                  <a:lnTo>
                    <a:pt x="6108036" y="361882"/>
                  </a:lnTo>
                  <a:lnTo>
                    <a:pt x="6054996" y="333812"/>
                  </a:lnTo>
                  <a:lnTo>
                    <a:pt x="6001892" y="305637"/>
                  </a:lnTo>
                  <a:lnTo>
                    <a:pt x="5948975" y="277768"/>
                  </a:lnTo>
                  <a:lnTo>
                    <a:pt x="5896470" y="250596"/>
                  </a:lnTo>
                  <a:lnTo>
                    <a:pt x="5844550" y="224473"/>
                  </a:lnTo>
                  <a:lnTo>
                    <a:pt x="5793303" y="199691"/>
                  </a:lnTo>
                  <a:lnTo>
                    <a:pt x="5742714" y="176471"/>
                  </a:lnTo>
                  <a:lnTo>
                    <a:pt x="5692646" y="154962"/>
                  </a:lnTo>
                  <a:lnTo>
                    <a:pt x="5642820" y="135238"/>
                  </a:lnTo>
                  <a:lnTo>
                    <a:pt x="5592798" y="117304"/>
                  </a:lnTo>
                  <a:lnTo>
                    <a:pt x="5567201" y="108890"/>
                  </a:lnTo>
                  <a:lnTo>
                    <a:pt x="5518886" y="94463"/>
                  </a:lnTo>
                  <a:lnTo>
                    <a:pt x="5468834" y="81546"/>
                  </a:lnTo>
                  <a:lnTo>
                    <a:pt x="5416195" y="70053"/>
                  </a:lnTo>
                  <a:lnTo>
                    <a:pt x="5360024" y="59845"/>
                  </a:lnTo>
                  <a:lnTo>
                    <a:pt x="5299364" y="50768"/>
                  </a:lnTo>
                  <a:lnTo>
                    <a:pt x="5233342" y="42677"/>
                  </a:lnTo>
                  <a:lnTo>
                    <a:pt x="5161286" y="35446"/>
                  </a:lnTo>
                  <a:lnTo>
                    <a:pt x="5082883" y="28977"/>
                  </a:lnTo>
                  <a:lnTo>
                    <a:pt x="4998388" y="23203"/>
                  </a:lnTo>
                  <a:lnTo>
                    <a:pt x="4908862" y="18085"/>
                  </a:lnTo>
                  <a:lnTo>
                    <a:pt x="4816385" y="13612"/>
                  </a:lnTo>
                  <a:lnTo>
                    <a:pt x="4724156" y="9795"/>
                  </a:lnTo>
                  <a:lnTo>
                    <a:pt x="4636331" y="6649"/>
                  </a:lnTo>
                  <a:lnTo>
                    <a:pt x="4557529" y="4181"/>
                  </a:lnTo>
                  <a:lnTo>
                    <a:pt x="4491999" y="2370"/>
                  </a:lnTo>
                  <a:lnTo>
                    <a:pt x="4442650" y="1159"/>
                  </a:lnTo>
                  <a:lnTo>
                    <a:pt x="4410264" y="448"/>
                  </a:lnTo>
                  <a:lnTo>
                    <a:pt x="4393165" y="111"/>
                  </a:lnTo>
                  <a:lnTo>
                    <a:pt x="4387348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1"/>
                  </a:lnTo>
                  <a:lnTo>
                    <a:pt x="3817131" y="5"/>
                  </a:lnTo>
                  <a:lnTo>
                    <a:pt x="3779861" y="12"/>
                  </a:lnTo>
                  <a:lnTo>
                    <a:pt x="3725534" y="23"/>
                  </a:lnTo>
                  <a:lnTo>
                    <a:pt x="3655615" y="40"/>
                  </a:lnTo>
                  <a:lnTo>
                    <a:pt x="3573519" y="62"/>
                  </a:lnTo>
                  <a:lnTo>
                    <a:pt x="3483730" y="90"/>
                  </a:lnTo>
                  <a:lnTo>
                    <a:pt x="3390833" y="124"/>
                  </a:lnTo>
                  <a:lnTo>
                    <a:pt x="3298762" y="162"/>
                  </a:lnTo>
                  <a:lnTo>
                    <a:pt x="3210398" y="207"/>
                  </a:lnTo>
                  <a:lnTo>
                    <a:pt x="3127509" y="257"/>
                  </a:lnTo>
                  <a:lnTo>
                    <a:pt x="3050890" y="313"/>
                  </a:lnTo>
                  <a:lnTo>
                    <a:pt x="2980598" y="375"/>
                  </a:lnTo>
                  <a:lnTo>
                    <a:pt x="2916188" y="445"/>
                  </a:lnTo>
                  <a:lnTo>
                    <a:pt x="2856904" y="524"/>
                  </a:lnTo>
                  <a:lnTo>
                    <a:pt x="2801831" y="612"/>
                  </a:lnTo>
                  <a:lnTo>
                    <a:pt x="2750001" y="712"/>
                  </a:lnTo>
                  <a:lnTo>
                    <a:pt x="2700483" y="824"/>
                  </a:lnTo>
                  <a:lnTo>
                    <a:pt x="2667772" y="907"/>
                  </a:lnTo>
                  <a:lnTo>
                    <a:pt x="2614978" y="1056"/>
                  </a:lnTo>
                  <a:lnTo>
                    <a:pt x="2562687" y="1222"/>
                  </a:lnTo>
                  <a:lnTo>
                    <a:pt x="2510306" y="1404"/>
                  </a:lnTo>
                  <a:lnTo>
                    <a:pt x="2457445" y="1602"/>
                  </a:lnTo>
                  <a:lnTo>
                    <a:pt x="2403892" y="1815"/>
                  </a:lnTo>
                  <a:lnTo>
                    <a:pt x="2349592" y="2041"/>
                  </a:lnTo>
                  <a:lnTo>
                    <a:pt x="2294620" y="2277"/>
                  </a:lnTo>
                  <a:lnTo>
                    <a:pt x="2239159" y="2520"/>
                  </a:lnTo>
                  <a:lnTo>
                    <a:pt x="2183462" y="2766"/>
                  </a:lnTo>
                  <a:lnTo>
                    <a:pt x="2127818" y="3011"/>
                  </a:lnTo>
                  <a:lnTo>
                    <a:pt x="2072506" y="3252"/>
                  </a:lnTo>
                  <a:lnTo>
                    <a:pt x="2017758" y="3485"/>
                  </a:lnTo>
                  <a:lnTo>
                    <a:pt x="1963723" y="3706"/>
                  </a:lnTo>
                  <a:lnTo>
                    <a:pt x="1910431" y="3914"/>
                  </a:lnTo>
                  <a:lnTo>
                    <a:pt x="1857775" y="4107"/>
                  </a:lnTo>
                  <a:lnTo>
                    <a:pt x="1805481" y="4283"/>
                  </a:lnTo>
                  <a:lnTo>
                    <a:pt x="1753090" y="4443"/>
                  </a:lnTo>
                  <a:lnTo>
                    <a:pt x="1719082" y="4537"/>
                  </a:lnTo>
                  <a:lnTo>
                    <a:pt x="1670663" y="4657"/>
                  </a:lnTo>
                  <a:lnTo>
                    <a:pt x="1620498" y="4765"/>
                  </a:lnTo>
                  <a:lnTo>
                    <a:pt x="1567731" y="4861"/>
                  </a:lnTo>
                  <a:lnTo>
                    <a:pt x="1511410" y="4946"/>
                  </a:lnTo>
                  <a:lnTo>
                    <a:pt x="1450574" y="5022"/>
                  </a:lnTo>
                  <a:lnTo>
                    <a:pt x="1384345" y="5089"/>
                  </a:lnTo>
                  <a:lnTo>
                    <a:pt x="1312050" y="5149"/>
                  </a:lnTo>
                  <a:lnTo>
                    <a:pt x="1233380" y="5203"/>
                  </a:lnTo>
                  <a:lnTo>
                    <a:pt x="1148603" y="5252"/>
                  </a:lnTo>
                  <a:lnTo>
                    <a:pt x="1058803" y="5294"/>
                  </a:lnTo>
                  <a:lnTo>
                    <a:pt x="966098" y="5331"/>
                  </a:lnTo>
                  <a:lnTo>
                    <a:pt x="873728" y="5363"/>
                  </a:lnTo>
                  <a:lnTo>
                    <a:pt x="785897" y="5389"/>
                  </a:lnTo>
                  <a:lnTo>
                    <a:pt x="707255" y="5410"/>
                  </a:lnTo>
                  <a:lnTo>
                    <a:pt x="642051" y="5425"/>
                  </a:lnTo>
                  <a:lnTo>
                    <a:pt x="593156" y="5435"/>
                  </a:lnTo>
                  <a:lnTo>
                    <a:pt x="561281" y="5440"/>
                  </a:lnTo>
                  <a:lnTo>
                    <a:pt x="544649" y="5443"/>
                  </a:lnTo>
                  <a:lnTo>
                    <a:pt x="539152" y="5444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03" name="pl903"/>
            <p:cNvSpPr/>
            <p:nvPr/>
          </p:nvSpPr>
          <p:spPr>
            <a:xfrm>
              <a:off x="546595" y="3755840"/>
              <a:ext cx="8234974" cy="653344"/>
            </a:xfrm>
            <a:custGeom>
              <a:avLst/>
              <a:pathLst>
                <a:path w="8234974" h="653344">
                  <a:moveTo>
                    <a:pt x="0" y="5444"/>
                  </a:moveTo>
                  <a:lnTo>
                    <a:pt x="538736" y="5444"/>
                  </a:lnTo>
                  <a:lnTo>
                    <a:pt x="540039" y="5444"/>
                  </a:lnTo>
                  <a:lnTo>
                    <a:pt x="548538" y="5443"/>
                  </a:lnTo>
                  <a:lnTo>
                    <a:pt x="569724" y="5439"/>
                  </a:lnTo>
                  <a:lnTo>
                    <a:pt x="606993" y="5432"/>
                  </a:lnTo>
                  <a:lnTo>
                    <a:pt x="661320" y="5420"/>
                  </a:lnTo>
                  <a:lnTo>
                    <a:pt x="731240" y="5404"/>
                  </a:lnTo>
                  <a:lnTo>
                    <a:pt x="813336" y="5381"/>
                  </a:lnTo>
                  <a:lnTo>
                    <a:pt x="903125" y="5354"/>
                  </a:lnTo>
                  <a:lnTo>
                    <a:pt x="996021" y="5320"/>
                  </a:lnTo>
                  <a:lnTo>
                    <a:pt x="1088093" y="5281"/>
                  </a:lnTo>
                  <a:lnTo>
                    <a:pt x="1176457" y="5237"/>
                  </a:lnTo>
                  <a:lnTo>
                    <a:pt x="1259346" y="5187"/>
                  </a:lnTo>
                  <a:lnTo>
                    <a:pt x="1335965" y="5131"/>
                  </a:lnTo>
                  <a:lnTo>
                    <a:pt x="1406256" y="5068"/>
                  </a:lnTo>
                  <a:lnTo>
                    <a:pt x="1470667" y="4998"/>
                  </a:lnTo>
                  <a:lnTo>
                    <a:pt x="1529951" y="4920"/>
                  </a:lnTo>
                  <a:lnTo>
                    <a:pt x="1585023" y="4831"/>
                  </a:lnTo>
                  <a:lnTo>
                    <a:pt x="1636853" y="4732"/>
                  </a:lnTo>
                  <a:lnTo>
                    <a:pt x="1686372" y="4620"/>
                  </a:lnTo>
                  <a:lnTo>
                    <a:pt x="1719082" y="4537"/>
                  </a:lnTo>
                  <a:lnTo>
                    <a:pt x="1771877" y="4387"/>
                  </a:lnTo>
                  <a:lnTo>
                    <a:pt x="1824167" y="4222"/>
                  </a:lnTo>
                  <a:lnTo>
                    <a:pt x="1876548" y="4040"/>
                  </a:lnTo>
                  <a:lnTo>
                    <a:pt x="1929410" y="3841"/>
                  </a:lnTo>
                  <a:lnTo>
                    <a:pt x="1982962" y="3629"/>
                  </a:lnTo>
                  <a:lnTo>
                    <a:pt x="2037263" y="3403"/>
                  </a:lnTo>
                  <a:lnTo>
                    <a:pt x="2092234" y="3167"/>
                  </a:lnTo>
                  <a:lnTo>
                    <a:pt x="2147695" y="2924"/>
                  </a:lnTo>
                  <a:lnTo>
                    <a:pt x="2203392" y="2678"/>
                  </a:lnTo>
                  <a:lnTo>
                    <a:pt x="2259037" y="2432"/>
                  </a:lnTo>
                  <a:lnTo>
                    <a:pt x="2314349" y="2191"/>
                  </a:lnTo>
                  <a:lnTo>
                    <a:pt x="2369097" y="1959"/>
                  </a:lnTo>
                  <a:lnTo>
                    <a:pt x="2423132" y="1737"/>
                  </a:lnTo>
                  <a:lnTo>
                    <a:pt x="2476423" y="1529"/>
                  </a:lnTo>
                  <a:lnTo>
                    <a:pt x="2529080" y="1337"/>
                  </a:lnTo>
                  <a:lnTo>
                    <a:pt x="2581374" y="1161"/>
                  </a:lnTo>
                  <a:lnTo>
                    <a:pt x="2633764" y="1001"/>
                  </a:lnTo>
                  <a:lnTo>
                    <a:pt x="2667772" y="907"/>
                  </a:lnTo>
                  <a:lnTo>
                    <a:pt x="2716192" y="786"/>
                  </a:lnTo>
                  <a:lnTo>
                    <a:pt x="2766357" y="679"/>
                  </a:lnTo>
                  <a:lnTo>
                    <a:pt x="2819124" y="583"/>
                  </a:lnTo>
                  <a:lnTo>
                    <a:pt x="2875444" y="498"/>
                  </a:lnTo>
                  <a:lnTo>
                    <a:pt x="2936281" y="422"/>
                  </a:lnTo>
                  <a:lnTo>
                    <a:pt x="3002509" y="354"/>
                  </a:lnTo>
                  <a:lnTo>
                    <a:pt x="3074805" y="294"/>
                  </a:lnTo>
                  <a:lnTo>
                    <a:pt x="3153475" y="240"/>
                  </a:lnTo>
                  <a:lnTo>
                    <a:pt x="3238252" y="192"/>
                  </a:lnTo>
                  <a:lnTo>
                    <a:pt x="3328052" y="149"/>
                  </a:lnTo>
                  <a:lnTo>
                    <a:pt x="3420757" y="112"/>
                  </a:lnTo>
                  <a:lnTo>
                    <a:pt x="3513127" y="80"/>
                  </a:lnTo>
                  <a:lnTo>
                    <a:pt x="3600958" y="54"/>
                  </a:lnTo>
                  <a:lnTo>
                    <a:pt x="3679600" y="34"/>
                  </a:lnTo>
                  <a:lnTo>
                    <a:pt x="3744804" y="19"/>
                  </a:lnTo>
                  <a:lnTo>
                    <a:pt x="3793698" y="9"/>
                  </a:lnTo>
                  <a:lnTo>
                    <a:pt x="3825574" y="3"/>
                  </a:lnTo>
                  <a:lnTo>
                    <a:pt x="3842205" y="0"/>
                  </a:lnTo>
                  <a:lnTo>
                    <a:pt x="38477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0" y="21"/>
                  </a:lnTo>
                  <a:lnTo>
                    <a:pt x="4396598" y="176"/>
                  </a:lnTo>
                  <a:lnTo>
                    <a:pt x="4417660" y="603"/>
                  </a:lnTo>
                  <a:lnTo>
                    <a:pt x="4454725" y="1442"/>
                  </a:lnTo>
                  <a:lnTo>
                    <a:pt x="4508778" y="2813"/>
                  </a:lnTo>
                  <a:lnTo>
                    <a:pt x="4578386" y="4803"/>
                  </a:lnTo>
                  <a:lnTo>
                    <a:pt x="4660171" y="7460"/>
                  </a:lnTo>
                  <a:lnTo>
                    <a:pt x="4749685" y="10795"/>
                  </a:lnTo>
                  <a:lnTo>
                    <a:pt x="4842368" y="14797"/>
                  </a:lnTo>
                  <a:lnTo>
                    <a:pt x="4934294" y="19450"/>
                  </a:lnTo>
                  <a:lnTo>
                    <a:pt x="5022576" y="24750"/>
                  </a:lnTo>
                  <a:lnTo>
                    <a:pt x="5105436" y="30713"/>
                  </a:lnTo>
                  <a:lnTo>
                    <a:pt x="5182062" y="37387"/>
                  </a:lnTo>
                  <a:lnTo>
                    <a:pt x="5252380" y="44847"/>
                  </a:lnTo>
                  <a:lnTo>
                    <a:pt x="5316824" y="53200"/>
                  </a:lnTo>
                  <a:lnTo>
                    <a:pt x="5376137" y="62578"/>
                  </a:lnTo>
                  <a:lnTo>
                    <a:pt x="5431223" y="73129"/>
                  </a:lnTo>
                  <a:lnTo>
                    <a:pt x="5483046" y="85008"/>
                  </a:lnTo>
                  <a:lnTo>
                    <a:pt x="5532533" y="98342"/>
                  </a:lnTo>
                  <a:lnTo>
                    <a:pt x="5567201" y="108890"/>
                  </a:lnTo>
                  <a:lnTo>
                    <a:pt x="5617548" y="125934"/>
                  </a:lnTo>
                  <a:lnTo>
                    <a:pt x="5667407" y="144749"/>
                  </a:lnTo>
                  <a:lnTo>
                    <a:pt x="5717308" y="165359"/>
                  </a:lnTo>
                  <a:lnTo>
                    <a:pt x="5767608" y="187726"/>
                  </a:lnTo>
                  <a:lnTo>
                    <a:pt x="5818512" y="211740"/>
                  </a:lnTo>
                  <a:lnTo>
                    <a:pt x="5870097" y="237217"/>
                  </a:lnTo>
                  <a:lnTo>
                    <a:pt x="5922323" y="263898"/>
                  </a:lnTo>
                  <a:lnTo>
                    <a:pt x="5975056" y="291461"/>
                  </a:lnTo>
                  <a:lnTo>
                    <a:pt x="6028096" y="319531"/>
                  </a:lnTo>
                  <a:lnTo>
                    <a:pt x="6081200" y="347706"/>
                  </a:lnTo>
                  <a:lnTo>
                    <a:pt x="6134118" y="375575"/>
                  </a:lnTo>
                  <a:lnTo>
                    <a:pt x="6186622" y="402747"/>
                  </a:lnTo>
                  <a:lnTo>
                    <a:pt x="6238543" y="428870"/>
                  </a:lnTo>
                  <a:lnTo>
                    <a:pt x="6289790" y="453652"/>
                  </a:lnTo>
                  <a:lnTo>
                    <a:pt x="6340379" y="476872"/>
                  </a:lnTo>
                  <a:lnTo>
                    <a:pt x="6390447" y="498381"/>
                  </a:lnTo>
                  <a:lnTo>
                    <a:pt x="6440273" y="518105"/>
                  </a:lnTo>
                  <a:lnTo>
                    <a:pt x="6490294" y="536039"/>
                  </a:lnTo>
                  <a:lnTo>
                    <a:pt x="6515891" y="544453"/>
                  </a:lnTo>
                  <a:lnTo>
                    <a:pt x="6564207" y="558880"/>
                  </a:lnTo>
                  <a:lnTo>
                    <a:pt x="6614259" y="571797"/>
                  </a:lnTo>
                  <a:lnTo>
                    <a:pt x="6666897" y="583290"/>
                  </a:lnTo>
                  <a:lnTo>
                    <a:pt x="6723069" y="593498"/>
                  </a:lnTo>
                  <a:lnTo>
                    <a:pt x="6783729" y="602575"/>
                  </a:lnTo>
                  <a:lnTo>
                    <a:pt x="6849751" y="610666"/>
                  </a:lnTo>
                  <a:lnTo>
                    <a:pt x="6921806" y="617897"/>
                  </a:lnTo>
                  <a:lnTo>
                    <a:pt x="7000209" y="624366"/>
                  </a:lnTo>
                  <a:lnTo>
                    <a:pt x="7084704" y="630140"/>
                  </a:lnTo>
                  <a:lnTo>
                    <a:pt x="7174231" y="635259"/>
                  </a:lnTo>
                  <a:lnTo>
                    <a:pt x="7266707" y="639731"/>
                  </a:lnTo>
                  <a:lnTo>
                    <a:pt x="7358937" y="643548"/>
                  </a:lnTo>
                  <a:lnTo>
                    <a:pt x="7446762" y="646694"/>
                  </a:lnTo>
                  <a:lnTo>
                    <a:pt x="7525563" y="649162"/>
                  </a:lnTo>
                  <a:lnTo>
                    <a:pt x="7591093" y="650973"/>
                  </a:lnTo>
                  <a:lnTo>
                    <a:pt x="7640443" y="652184"/>
                  </a:lnTo>
                  <a:lnTo>
                    <a:pt x="7672828" y="652895"/>
                  </a:lnTo>
                  <a:lnTo>
                    <a:pt x="7689927" y="653232"/>
                  </a:lnTo>
                  <a:lnTo>
                    <a:pt x="7695745" y="653336"/>
                  </a:lnTo>
                  <a:lnTo>
                    <a:pt x="7696237" y="653344"/>
                  </a:lnTo>
                  <a:lnTo>
                    <a:pt x="8234974" y="6533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4" name="pl904"/>
            <p:cNvSpPr/>
            <p:nvPr/>
          </p:nvSpPr>
          <p:spPr>
            <a:xfrm>
              <a:off x="546595" y="3739506"/>
              <a:ext cx="8234974" cy="653344"/>
            </a:xfrm>
            <a:custGeom>
              <a:avLst/>
              <a:pathLst>
                <a:path w="8234974" h="653344">
                  <a:moveTo>
                    <a:pt x="8234974" y="653344"/>
                  </a:moveTo>
                  <a:lnTo>
                    <a:pt x="7696237" y="653344"/>
                  </a:lnTo>
                  <a:lnTo>
                    <a:pt x="7694943" y="653322"/>
                  </a:lnTo>
                  <a:lnTo>
                    <a:pt x="7686495" y="653167"/>
                  </a:lnTo>
                  <a:lnTo>
                    <a:pt x="7665432" y="652740"/>
                  </a:lnTo>
                  <a:lnTo>
                    <a:pt x="7628368" y="651901"/>
                  </a:lnTo>
                  <a:lnTo>
                    <a:pt x="7574314" y="650530"/>
                  </a:lnTo>
                  <a:lnTo>
                    <a:pt x="7504707" y="648540"/>
                  </a:lnTo>
                  <a:lnTo>
                    <a:pt x="7422922" y="645883"/>
                  </a:lnTo>
                  <a:lnTo>
                    <a:pt x="7333407" y="642548"/>
                  </a:lnTo>
                  <a:lnTo>
                    <a:pt x="7240725" y="638546"/>
                  </a:lnTo>
                  <a:lnTo>
                    <a:pt x="7148799" y="633893"/>
                  </a:lnTo>
                  <a:lnTo>
                    <a:pt x="7060516" y="628594"/>
                  </a:lnTo>
                  <a:lnTo>
                    <a:pt x="6977657" y="622630"/>
                  </a:lnTo>
                  <a:lnTo>
                    <a:pt x="6901031" y="615957"/>
                  </a:lnTo>
                  <a:lnTo>
                    <a:pt x="6830712" y="608496"/>
                  </a:lnTo>
                  <a:lnTo>
                    <a:pt x="6766268" y="600143"/>
                  </a:lnTo>
                  <a:lnTo>
                    <a:pt x="6706956" y="590765"/>
                  </a:lnTo>
                  <a:lnTo>
                    <a:pt x="6651869" y="580214"/>
                  </a:lnTo>
                  <a:lnTo>
                    <a:pt x="6600047" y="568335"/>
                  </a:lnTo>
                  <a:lnTo>
                    <a:pt x="6550559" y="555001"/>
                  </a:lnTo>
                  <a:lnTo>
                    <a:pt x="6515891" y="544453"/>
                  </a:lnTo>
                  <a:lnTo>
                    <a:pt x="6465545" y="527409"/>
                  </a:lnTo>
                  <a:lnTo>
                    <a:pt x="6415685" y="508594"/>
                  </a:lnTo>
                  <a:lnTo>
                    <a:pt x="6365784" y="487984"/>
                  </a:lnTo>
                  <a:lnTo>
                    <a:pt x="6315485" y="465617"/>
                  </a:lnTo>
                  <a:lnTo>
                    <a:pt x="6264580" y="441603"/>
                  </a:lnTo>
                  <a:lnTo>
                    <a:pt x="6212996" y="416126"/>
                  </a:lnTo>
                  <a:lnTo>
                    <a:pt x="6160770" y="389445"/>
                  </a:lnTo>
                  <a:lnTo>
                    <a:pt x="6108036" y="361882"/>
                  </a:lnTo>
                  <a:lnTo>
                    <a:pt x="6054996" y="333812"/>
                  </a:lnTo>
                  <a:lnTo>
                    <a:pt x="6001892" y="305637"/>
                  </a:lnTo>
                  <a:lnTo>
                    <a:pt x="5948975" y="277768"/>
                  </a:lnTo>
                  <a:lnTo>
                    <a:pt x="5896470" y="250596"/>
                  </a:lnTo>
                  <a:lnTo>
                    <a:pt x="5844550" y="224473"/>
                  </a:lnTo>
                  <a:lnTo>
                    <a:pt x="5793303" y="199691"/>
                  </a:lnTo>
                  <a:lnTo>
                    <a:pt x="5742714" y="176471"/>
                  </a:lnTo>
                  <a:lnTo>
                    <a:pt x="5692646" y="154962"/>
                  </a:lnTo>
                  <a:lnTo>
                    <a:pt x="5642820" y="135238"/>
                  </a:lnTo>
                  <a:lnTo>
                    <a:pt x="5592798" y="117304"/>
                  </a:lnTo>
                  <a:lnTo>
                    <a:pt x="5567201" y="108890"/>
                  </a:lnTo>
                  <a:lnTo>
                    <a:pt x="5518886" y="94463"/>
                  </a:lnTo>
                  <a:lnTo>
                    <a:pt x="5468834" y="81546"/>
                  </a:lnTo>
                  <a:lnTo>
                    <a:pt x="5416195" y="70053"/>
                  </a:lnTo>
                  <a:lnTo>
                    <a:pt x="5360024" y="59845"/>
                  </a:lnTo>
                  <a:lnTo>
                    <a:pt x="5299364" y="50768"/>
                  </a:lnTo>
                  <a:lnTo>
                    <a:pt x="5233342" y="42677"/>
                  </a:lnTo>
                  <a:lnTo>
                    <a:pt x="5161286" y="35446"/>
                  </a:lnTo>
                  <a:lnTo>
                    <a:pt x="5082883" y="28977"/>
                  </a:lnTo>
                  <a:lnTo>
                    <a:pt x="4998388" y="23203"/>
                  </a:lnTo>
                  <a:lnTo>
                    <a:pt x="4908862" y="18085"/>
                  </a:lnTo>
                  <a:lnTo>
                    <a:pt x="4816385" y="13612"/>
                  </a:lnTo>
                  <a:lnTo>
                    <a:pt x="4724156" y="9795"/>
                  </a:lnTo>
                  <a:lnTo>
                    <a:pt x="4636331" y="6649"/>
                  </a:lnTo>
                  <a:lnTo>
                    <a:pt x="4557529" y="4181"/>
                  </a:lnTo>
                  <a:lnTo>
                    <a:pt x="4491999" y="2370"/>
                  </a:lnTo>
                  <a:lnTo>
                    <a:pt x="4442650" y="1159"/>
                  </a:lnTo>
                  <a:lnTo>
                    <a:pt x="4410264" y="448"/>
                  </a:lnTo>
                  <a:lnTo>
                    <a:pt x="4393165" y="111"/>
                  </a:lnTo>
                  <a:lnTo>
                    <a:pt x="4387348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1"/>
                  </a:lnTo>
                  <a:lnTo>
                    <a:pt x="3817131" y="5"/>
                  </a:lnTo>
                  <a:lnTo>
                    <a:pt x="3779861" y="12"/>
                  </a:lnTo>
                  <a:lnTo>
                    <a:pt x="3725534" y="23"/>
                  </a:lnTo>
                  <a:lnTo>
                    <a:pt x="3655615" y="40"/>
                  </a:lnTo>
                  <a:lnTo>
                    <a:pt x="3573519" y="62"/>
                  </a:lnTo>
                  <a:lnTo>
                    <a:pt x="3483730" y="90"/>
                  </a:lnTo>
                  <a:lnTo>
                    <a:pt x="3390833" y="124"/>
                  </a:lnTo>
                  <a:lnTo>
                    <a:pt x="3298762" y="162"/>
                  </a:lnTo>
                  <a:lnTo>
                    <a:pt x="3210398" y="207"/>
                  </a:lnTo>
                  <a:lnTo>
                    <a:pt x="3127509" y="257"/>
                  </a:lnTo>
                  <a:lnTo>
                    <a:pt x="3050890" y="313"/>
                  </a:lnTo>
                  <a:lnTo>
                    <a:pt x="2980598" y="375"/>
                  </a:lnTo>
                  <a:lnTo>
                    <a:pt x="2916188" y="445"/>
                  </a:lnTo>
                  <a:lnTo>
                    <a:pt x="2856904" y="524"/>
                  </a:lnTo>
                  <a:lnTo>
                    <a:pt x="2801831" y="612"/>
                  </a:lnTo>
                  <a:lnTo>
                    <a:pt x="2750001" y="712"/>
                  </a:lnTo>
                  <a:lnTo>
                    <a:pt x="2700483" y="824"/>
                  </a:lnTo>
                  <a:lnTo>
                    <a:pt x="2667772" y="907"/>
                  </a:lnTo>
                  <a:lnTo>
                    <a:pt x="2614978" y="1056"/>
                  </a:lnTo>
                  <a:lnTo>
                    <a:pt x="2562687" y="1222"/>
                  </a:lnTo>
                  <a:lnTo>
                    <a:pt x="2510306" y="1404"/>
                  </a:lnTo>
                  <a:lnTo>
                    <a:pt x="2457445" y="1602"/>
                  </a:lnTo>
                  <a:lnTo>
                    <a:pt x="2403892" y="1815"/>
                  </a:lnTo>
                  <a:lnTo>
                    <a:pt x="2349592" y="2041"/>
                  </a:lnTo>
                  <a:lnTo>
                    <a:pt x="2294620" y="2277"/>
                  </a:lnTo>
                  <a:lnTo>
                    <a:pt x="2239159" y="2520"/>
                  </a:lnTo>
                  <a:lnTo>
                    <a:pt x="2183462" y="2766"/>
                  </a:lnTo>
                  <a:lnTo>
                    <a:pt x="2127818" y="3011"/>
                  </a:lnTo>
                  <a:lnTo>
                    <a:pt x="2072506" y="3252"/>
                  </a:lnTo>
                  <a:lnTo>
                    <a:pt x="2017758" y="3485"/>
                  </a:lnTo>
                  <a:lnTo>
                    <a:pt x="1963723" y="3706"/>
                  </a:lnTo>
                  <a:lnTo>
                    <a:pt x="1910431" y="3914"/>
                  </a:lnTo>
                  <a:lnTo>
                    <a:pt x="1857775" y="4107"/>
                  </a:lnTo>
                  <a:lnTo>
                    <a:pt x="1805481" y="4283"/>
                  </a:lnTo>
                  <a:lnTo>
                    <a:pt x="1753090" y="4443"/>
                  </a:lnTo>
                  <a:lnTo>
                    <a:pt x="1719082" y="4537"/>
                  </a:lnTo>
                  <a:lnTo>
                    <a:pt x="1670663" y="4657"/>
                  </a:lnTo>
                  <a:lnTo>
                    <a:pt x="1620498" y="4765"/>
                  </a:lnTo>
                  <a:lnTo>
                    <a:pt x="1567731" y="4861"/>
                  </a:lnTo>
                  <a:lnTo>
                    <a:pt x="1511410" y="4946"/>
                  </a:lnTo>
                  <a:lnTo>
                    <a:pt x="1450574" y="5022"/>
                  </a:lnTo>
                  <a:lnTo>
                    <a:pt x="1384345" y="5089"/>
                  </a:lnTo>
                  <a:lnTo>
                    <a:pt x="1312050" y="5149"/>
                  </a:lnTo>
                  <a:lnTo>
                    <a:pt x="1233380" y="5203"/>
                  </a:lnTo>
                  <a:lnTo>
                    <a:pt x="1148603" y="5252"/>
                  </a:lnTo>
                  <a:lnTo>
                    <a:pt x="1058803" y="5294"/>
                  </a:lnTo>
                  <a:lnTo>
                    <a:pt x="966098" y="5331"/>
                  </a:lnTo>
                  <a:lnTo>
                    <a:pt x="873728" y="5363"/>
                  </a:lnTo>
                  <a:lnTo>
                    <a:pt x="785897" y="5389"/>
                  </a:lnTo>
                  <a:lnTo>
                    <a:pt x="707255" y="5410"/>
                  </a:lnTo>
                  <a:lnTo>
                    <a:pt x="642051" y="5425"/>
                  </a:lnTo>
                  <a:lnTo>
                    <a:pt x="593156" y="5435"/>
                  </a:lnTo>
                  <a:lnTo>
                    <a:pt x="561281" y="5440"/>
                  </a:lnTo>
                  <a:lnTo>
                    <a:pt x="544649" y="5443"/>
                  </a:lnTo>
                  <a:lnTo>
                    <a:pt x="539152" y="5444"/>
                  </a:lnTo>
                  <a:lnTo>
                    <a:pt x="538736" y="5444"/>
                  </a:lnTo>
                  <a:lnTo>
                    <a:pt x="0" y="54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5" name="pg905"/>
            <p:cNvSpPr/>
            <p:nvPr/>
          </p:nvSpPr>
          <p:spPr>
            <a:xfrm>
              <a:off x="546595" y="3761284"/>
              <a:ext cx="8234974" cy="936459"/>
            </a:xfrm>
            <a:custGeom>
              <a:avLst/>
              <a:pathLst>
                <a:path w="8234974" h="936459">
                  <a:moveTo>
                    <a:pt x="0" y="10889"/>
                  </a:moveTo>
                  <a:lnTo>
                    <a:pt x="538736" y="10889"/>
                  </a:lnTo>
                  <a:lnTo>
                    <a:pt x="540039" y="10889"/>
                  </a:lnTo>
                  <a:lnTo>
                    <a:pt x="548538" y="10890"/>
                  </a:lnTo>
                  <a:lnTo>
                    <a:pt x="569724" y="10894"/>
                  </a:lnTo>
                  <a:lnTo>
                    <a:pt x="606993" y="10901"/>
                  </a:lnTo>
                  <a:lnTo>
                    <a:pt x="661320" y="10912"/>
                  </a:lnTo>
                  <a:lnTo>
                    <a:pt x="731240" y="10929"/>
                  </a:lnTo>
                  <a:lnTo>
                    <a:pt x="813336" y="10951"/>
                  </a:lnTo>
                  <a:lnTo>
                    <a:pt x="903125" y="10979"/>
                  </a:lnTo>
                  <a:lnTo>
                    <a:pt x="996021" y="11013"/>
                  </a:lnTo>
                  <a:lnTo>
                    <a:pt x="1088093" y="11052"/>
                  </a:lnTo>
                  <a:lnTo>
                    <a:pt x="1176457" y="11096"/>
                  </a:lnTo>
                  <a:lnTo>
                    <a:pt x="1259346" y="11146"/>
                  </a:lnTo>
                  <a:lnTo>
                    <a:pt x="1335965" y="11202"/>
                  </a:lnTo>
                  <a:lnTo>
                    <a:pt x="1406256" y="11264"/>
                  </a:lnTo>
                  <a:lnTo>
                    <a:pt x="1470667" y="11334"/>
                  </a:lnTo>
                  <a:lnTo>
                    <a:pt x="1529951" y="11413"/>
                  </a:lnTo>
                  <a:lnTo>
                    <a:pt x="1585023" y="11501"/>
                  </a:lnTo>
                  <a:lnTo>
                    <a:pt x="1636853" y="11601"/>
                  </a:lnTo>
                  <a:lnTo>
                    <a:pt x="1686372" y="11713"/>
                  </a:lnTo>
                  <a:lnTo>
                    <a:pt x="1719082" y="11796"/>
                  </a:lnTo>
                  <a:lnTo>
                    <a:pt x="1771877" y="11945"/>
                  </a:lnTo>
                  <a:lnTo>
                    <a:pt x="1824167" y="12111"/>
                  </a:lnTo>
                  <a:lnTo>
                    <a:pt x="1876548" y="12293"/>
                  </a:lnTo>
                  <a:lnTo>
                    <a:pt x="1929410" y="12491"/>
                  </a:lnTo>
                  <a:lnTo>
                    <a:pt x="1982962" y="12704"/>
                  </a:lnTo>
                  <a:lnTo>
                    <a:pt x="2037263" y="12930"/>
                  </a:lnTo>
                  <a:lnTo>
                    <a:pt x="2092234" y="13166"/>
                  </a:lnTo>
                  <a:lnTo>
                    <a:pt x="2147695" y="13409"/>
                  </a:lnTo>
                  <a:lnTo>
                    <a:pt x="2203392" y="13655"/>
                  </a:lnTo>
                  <a:lnTo>
                    <a:pt x="2259037" y="13900"/>
                  </a:lnTo>
                  <a:lnTo>
                    <a:pt x="2314349" y="14141"/>
                  </a:lnTo>
                  <a:lnTo>
                    <a:pt x="2369097" y="14374"/>
                  </a:lnTo>
                  <a:lnTo>
                    <a:pt x="2423132" y="14595"/>
                  </a:lnTo>
                  <a:lnTo>
                    <a:pt x="2476423" y="14803"/>
                  </a:lnTo>
                  <a:lnTo>
                    <a:pt x="2529080" y="14996"/>
                  </a:lnTo>
                  <a:lnTo>
                    <a:pt x="2581374" y="15172"/>
                  </a:lnTo>
                  <a:lnTo>
                    <a:pt x="2633764" y="15332"/>
                  </a:lnTo>
                  <a:lnTo>
                    <a:pt x="2667772" y="15426"/>
                  </a:lnTo>
                  <a:lnTo>
                    <a:pt x="2716192" y="15546"/>
                  </a:lnTo>
                  <a:lnTo>
                    <a:pt x="2766357" y="15654"/>
                  </a:lnTo>
                  <a:lnTo>
                    <a:pt x="2819124" y="15750"/>
                  </a:lnTo>
                  <a:lnTo>
                    <a:pt x="2875444" y="15835"/>
                  </a:lnTo>
                  <a:lnTo>
                    <a:pt x="2936281" y="15911"/>
                  </a:lnTo>
                  <a:lnTo>
                    <a:pt x="3002509" y="15978"/>
                  </a:lnTo>
                  <a:lnTo>
                    <a:pt x="3074805" y="16039"/>
                  </a:lnTo>
                  <a:lnTo>
                    <a:pt x="3153475" y="16092"/>
                  </a:lnTo>
                  <a:lnTo>
                    <a:pt x="3238252" y="16141"/>
                  </a:lnTo>
                  <a:lnTo>
                    <a:pt x="3328052" y="16183"/>
                  </a:lnTo>
                  <a:lnTo>
                    <a:pt x="3420757" y="16220"/>
                  </a:lnTo>
                  <a:lnTo>
                    <a:pt x="3513127" y="16252"/>
                  </a:lnTo>
                  <a:lnTo>
                    <a:pt x="3600958" y="16278"/>
                  </a:lnTo>
                  <a:lnTo>
                    <a:pt x="3679600" y="16299"/>
                  </a:lnTo>
                  <a:lnTo>
                    <a:pt x="3744804" y="16314"/>
                  </a:lnTo>
                  <a:lnTo>
                    <a:pt x="3793698" y="16324"/>
                  </a:lnTo>
                  <a:lnTo>
                    <a:pt x="3825574" y="16330"/>
                  </a:lnTo>
                  <a:lnTo>
                    <a:pt x="3842205" y="16332"/>
                  </a:lnTo>
                  <a:lnTo>
                    <a:pt x="3847703" y="16333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42" y="16363"/>
                  </a:lnTo>
                  <a:lnTo>
                    <a:pt x="4396540" y="16580"/>
                  </a:lnTo>
                  <a:lnTo>
                    <a:pt x="4417483" y="17178"/>
                  </a:lnTo>
                  <a:lnTo>
                    <a:pt x="4454349" y="18352"/>
                  </a:lnTo>
                  <a:lnTo>
                    <a:pt x="4508137" y="20271"/>
                  </a:lnTo>
                  <a:lnTo>
                    <a:pt x="4577441" y="23058"/>
                  </a:lnTo>
                  <a:lnTo>
                    <a:pt x="4658923" y="26779"/>
                  </a:lnTo>
                  <a:lnTo>
                    <a:pt x="4748170" y="31452"/>
                  </a:lnTo>
                  <a:lnTo>
                    <a:pt x="4840642" y="37060"/>
                  </a:lnTo>
                  <a:lnTo>
                    <a:pt x="4932425" y="43582"/>
                  </a:lnTo>
                  <a:lnTo>
                    <a:pt x="5020627" y="51010"/>
                  </a:lnTo>
                  <a:lnTo>
                    <a:pt x="5103457" y="59368"/>
                  </a:lnTo>
                  <a:lnTo>
                    <a:pt x="5180089" y="68720"/>
                  </a:lnTo>
                  <a:lnTo>
                    <a:pt x="5250434" y="79173"/>
                  </a:lnTo>
                  <a:lnTo>
                    <a:pt x="5314911" y="90872"/>
                  </a:lnTo>
                  <a:lnTo>
                    <a:pt x="5374251" y="104003"/>
                  </a:lnTo>
                  <a:lnTo>
                    <a:pt x="5429351" y="118773"/>
                  </a:lnTo>
                  <a:lnTo>
                    <a:pt x="5481168" y="135396"/>
                  </a:lnTo>
                  <a:lnTo>
                    <a:pt x="5530626" y="154056"/>
                  </a:lnTo>
                  <a:lnTo>
                    <a:pt x="5567201" y="169687"/>
                  </a:lnTo>
                  <a:lnTo>
                    <a:pt x="5615611" y="192715"/>
                  </a:lnTo>
                  <a:lnTo>
                    <a:pt x="5663548" y="218045"/>
                  </a:lnTo>
                  <a:lnTo>
                    <a:pt x="5711494" y="245712"/>
                  </a:lnTo>
                  <a:lnTo>
                    <a:pt x="5759778" y="275677"/>
                  </a:lnTo>
                  <a:lnTo>
                    <a:pt x="5808600" y="307814"/>
                  </a:lnTo>
                  <a:lnTo>
                    <a:pt x="5858047" y="341908"/>
                  </a:lnTo>
                  <a:lnTo>
                    <a:pt x="5908103" y="377658"/>
                  </a:lnTo>
                  <a:lnTo>
                    <a:pt x="5958671" y="414676"/>
                  </a:lnTo>
                  <a:lnTo>
                    <a:pt x="6009584" y="452511"/>
                  </a:lnTo>
                  <a:lnTo>
                    <a:pt x="6060638" y="490668"/>
                  </a:lnTo>
                  <a:lnTo>
                    <a:pt x="6111607" y="528633"/>
                  </a:lnTo>
                  <a:lnTo>
                    <a:pt x="6162279" y="565902"/>
                  </a:lnTo>
                  <a:lnTo>
                    <a:pt x="6212477" y="602011"/>
                  </a:lnTo>
                  <a:lnTo>
                    <a:pt x="6262082" y="636555"/>
                  </a:lnTo>
                  <a:lnTo>
                    <a:pt x="6311058" y="669209"/>
                  </a:lnTo>
                  <a:lnTo>
                    <a:pt x="6359464" y="699737"/>
                  </a:lnTo>
                  <a:lnTo>
                    <a:pt x="6407469" y="727990"/>
                  </a:lnTo>
                  <a:lnTo>
                    <a:pt x="6455370" y="753909"/>
                  </a:lnTo>
                  <a:lnTo>
                    <a:pt x="6503606" y="777510"/>
                  </a:lnTo>
                  <a:lnTo>
                    <a:pt x="6515891" y="783105"/>
                  </a:lnTo>
                  <a:lnTo>
                    <a:pt x="6564106" y="803383"/>
                  </a:lnTo>
                  <a:lnTo>
                    <a:pt x="6614048" y="821544"/>
                  </a:lnTo>
                  <a:lnTo>
                    <a:pt x="6666562" y="837707"/>
                  </a:lnTo>
                  <a:lnTo>
                    <a:pt x="6722588" y="852066"/>
                  </a:lnTo>
                  <a:lnTo>
                    <a:pt x="6783077" y="864836"/>
                  </a:lnTo>
                  <a:lnTo>
                    <a:pt x="6848897" y="876222"/>
                  </a:lnTo>
                  <a:lnTo>
                    <a:pt x="6920720" y="886400"/>
                  </a:lnTo>
                  <a:lnTo>
                    <a:pt x="6998864" y="895507"/>
                  </a:lnTo>
                  <a:lnTo>
                    <a:pt x="7083084" y="903639"/>
                  </a:lnTo>
                  <a:lnTo>
                    <a:pt x="7172344" y="910850"/>
                  </a:lnTo>
                  <a:lnTo>
                    <a:pt x="7264596" y="917155"/>
                  </a:lnTo>
                  <a:lnTo>
                    <a:pt x="7356687" y="922542"/>
                  </a:lnTo>
                  <a:lnTo>
                    <a:pt x="7444502" y="926988"/>
                  </a:lnTo>
                  <a:lnTo>
                    <a:pt x="7523454" y="930484"/>
                  </a:lnTo>
                  <a:lnTo>
                    <a:pt x="7589297" y="933055"/>
                  </a:lnTo>
                  <a:lnTo>
                    <a:pt x="7639086" y="934783"/>
                  </a:lnTo>
                  <a:lnTo>
                    <a:pt x="7671967" y="935802"/>
                  </a:lnTo>
                  <a:lnTo>
                    <a:pt x="7689525" y="936292"/>
                  </a:lnTo>
                  <a:lnTo>
                    <a:pt x="7695661" y="936446"/>
                  </a:lnTo>
                  <a:lnTo>
                    <a:pt x="7696237" y="936459"/>
                  </a:lnTo>
                  <a:lnTo>
                    <a:pt x="8234974" y="936459"/>
                  </a:lnTo>
                  <a:lnTo>
                    <a:pt x="8234974" y="925570"/>
                  </a:lnTo>
                  <a:lnTo>
                    <a:pt x="7696237" y="925570"/>
                  </a:lnTo>
                  <a:lnTo>
                    <a:pt x="7694950" y="925540"/>
                  </a:lnTo>
                  <a:lnTo>
                    <a:pt x="7686553" y="925324"/>
                  </a:lnTo>
                  <a:lnTo>
                    <a:pt x="7665610" y="924725"/>
                  </a:lnTo>
                  <a:lnTo>
                    <a:pt x="7628743" y="923551"/>
                  </a:lnTo>
                  <a:lnTo>
                    <a:pt x="7574956" y="921633"/>
                  </a:lnTo>
                  <a:lnTo>
                    <a:pt x="7505652" y="918846"/>
                  </a:lnTo>
                  <a:lnTo>
                    <a:pt x="7424170" y="915124"/>
                  </a:lnTo>
                  <a:lnTo>
                    <a:pt x="7334923" y="910452"/>
                  </a:lnTo>
                  <a:lnTo>
                    <a:pt x="7242450" y="904844"/>
                  </a:lnTo>
                  <a:lnTo>
                    <a:pt x="7150667" y="898322"/>
                  </a:lnTo>
                  <a:lnTo>
                    <a:pt x="7062465" y="890894"/>
                  </a:lnTo>
                  <a:lnTo>
                    <a:pt x="6979635" y="882535"/>
                  </a:lnTo>
                  <a:lnTo>
                    <a:pt x="6903003" y="873183"/>
                  </a:lnTo>
                  <a:lnTo>
                    <a:pt x="6832659" y="862731"/>
                  </a:lnTo>
                  <a:lnTo>
                    <a:pt x="6768182" y="851031"/>
                  </a:lnTo>
                  <a:lnTo>
                    <a:pt x="6708842" y="837901"/>
                  </a:lnTo>
                  <a:lnTo>
                    <a:pt x="6653741" y="823131"/>
                  </a:lnTo>
                  <a:lnTo>
                    <a:pt x="6601925" y="806507"/>
                  </a:lnTo>
                  <a:lnTo>
                    <a:pt x="6552466" y="787847"/>
                  </a:lnTo>
                  <a:lnTo>
                    <a:pt x="6515891" y="772216"/>
                  </a:lnTo>
                  <a:lnTo>
                    <a:pt x="6467482" y="749188"/>
                  </a:lnTo>
                  <a:lnTo>
                    <a:pt x="6419544" y="723858"/>
                  </a:lnTo>
                  <a:lnTo>
                    <a:pt x="6371598" y="696191"/>
                  </a:lnTo>
                  <a:lnTo>
                    <a:pt x="6323315" y="666227"/>
                  </a:lnTo>
                  <a:lnTo>
                    <a:pt x="6274492" y="634090"/>
                  </a:lnTo>
                  <a:lnTo>
                    <a:pt x="6225046" y="599995"/>
                  </a:lnTo>
                  <a:lnTo>
                    <a:pt x="6174989" y="564246"/>
                  </a:lnTo>
                  <a:lnTo>
                    <a:pt x="6124422" y="527228"/>
                  </a:lnTo>
                  <a:lnTo>
                    <a:pt x="6073508" y="489392"/>
                  </a:lnTo>
                  <a:lnTo>
                    <a:pt x="6022455" y="451235"/>
                  </a:lnTo>
                  <a:lnTo>
                    <a:pt x="5971486" y="413270"/>
                  </a:lnTo>
                  <a:lnTo>
                    <a:pt x="5920813" y="376001"/>
                  </a:lnTo>
                  <a:lnTo>
                    <a:pt x="5870616" y="339893"/>
                  </a:lnTo>
                  <a:lnTo>
                    <a:pt x="5821010" y="305349"/>
                  </a:lnTo>
                  <a:lnTo>
                    <a:pt x="5772034" y="272694"/>
                  </a:lnTo>
                  <a:lnTo>
                    <a:pt x="5723629" y="242167"/>
                  </a:lnTo>
                  <a:lnTo>
                    <a:pt x="5675624" y="213913"/>
                  </a:lnTo>
                  <a:lnTo>
                    <a:pt x="5627723" y="187994"/>
                  </a:lnTo>
                  <a:lnTo>
                    <a:pt x="5579487" y="164393"/>
                  </a:lnTo>
                  <a:lnTo>
                    <a:pt x="5567201" y="158798"/>
                  </a:lnTo>
                  <a:lnTo>
                    <a:pt x="5518987" y="138520"/>
                  </a:lnTo>
                  <a:lnTo>
                    <a:pt x="5469045" y="120359"/>
                  </a:lnTo>
                  <a:lnTo>
                    <a:pt x="5416531" y="104197"/>
                  </a:lnTo>
                  <a:lnTo>
                    <a:pt x="5360504" y="89838"/>
                  </a:lnTo>
                  <a:lnTo>
                    <a:pt x="5300016" y="77067"/>
                  </a:lnTo>
                  <a:lnTo>
                    <a:pt x="5234195" y="65681"/>
                  </a:lnTo>
                  <a:lnTo>
                    <a:pt x="5162372" y="55503"/>
                  </a:lnTo>
                  <a:lnTo>
                    <a:pt x="5084229" y="46396"/>
                  </a:lnTo>
                  <a:lnTo>
                    <a:pt x="5000008" y="38264"/>
                  </a:lnTo>
                  <a:lnTo>
                    <a:pt x="4910749" y="31053"/>
                  </a:lnTo>
                  <a:lnTo>
                    <a:pt x="4818496" y="24748"/>
                  </a:lnTo>
                  <a:lnTo>
                    <a:pt x="4726405" y="19361"/>
                  </a:lnTo>
                  <a:lnTo>
                    <a:pt x="4638590" y="14915"/>
                  </a:lnTo>
                  <a:lnTo>
                    <a:pt x="4559638" y="11420"/>
                  </a:lnTo>
                  <a:lnTo>
                    <a:pt x="4493796" y="8849"/>
                  </a:lnTo>
                  <a:lnTo>
                    <a:pt x="4444006" y="7121"/>
                  </a:lnTo>
                  <a:lnTo>
                    <a:pt x="4411125" y="6101"/>
                  </a:lnTo>
                  <a:lnTo>
                    <a:pt x="4393568" y="5612"/>
                  </a:lnTo>
                  <a:lnTo>
                    <a:pt x="4387431" y="5457"/>
                  </a:lnTo>
                  <a:lnTo>
                    <a:pt x="4386855" y="5444"/>
                  </a:lnTo>
                  <a:lnTo>
                    <a:pt x="3848118" y="5444"/>
                  </a:lnTo>
                  <a:lnTo>
                    <a:pt x="3846816" y="5444"/>
                  </a:lnTo>
                  <a:lnTo>
                    <a:pt x="3838316" y="5443"/>
                  </a:lnTo>
                  <a:lnTo>
                    <a:pt x="3817131" y="5439"/>
                  </a:lnTo>
                  <a:lnTo>
                    <a:pt x="3779861" y="5432"/>
                  </a:lnTo>
                  <a:lnTo>
                    <a:pt x="3725534" y="5420"/>
                  </a:lnTo>
                  <a:lnTo>
                    <a:pt x="3655615" y="5404"/>
                  </a:lnTo>
                  <a:lnTo>
                    <a:pt x="3573519" y="5381"/>
                  </a:lnTo>
                  <a:lnTo>
                    <a:pt x="3483730" y="5354"/>
                  </a:lnTo>
                  <a:lnTo>
                    <a:pt x="3390833" y="5320"/>
                  </a:lnTo>
                  <a:lnTo>
                    <a:pt x="3298762" y="5281"/>
                  </a:lnTo>
                  <a:lnTo>
                    <a:pt x="3210398" y="5237"/>
                  </a:lnTo>
                  <a:lnTo>
                    <a:pt x="3127509" y="5187"/>
                  </a:lnTo>
                  <a:lnTo>
                    <a:pt x="3050890" y="5131"/>
                  </a:lnTo>
                  <a:lnTo>
                    <a:pt x="2980598" y="5068"/>
                  </a:lnTo>
                  <a:lnTo>
                    <a:pt x="2916188" y="4998"/>
                  </a:lnTo>
                  <a:lnTo>
                    <a:pt x="2856904" y="4920"/>
                  </a:lnTo>
                  <a:lnTo>
                    <a:pt x="2801831" y="4831"/>
                  </a:lnTo>
                  <a:lnTo>
                    <a:pt x="2750001" y="4732"/>
                  </a:lnTo>
                  <a:lnTo>
                    <a:pt x="2700483" y="4620"/>
                  </a:lnTo>
                  <a:lnTo>
                    <a:pt x="2667772" y="4537"/>
                  </a:lnTo>
                  <a:lnTo>
                    <a:pt x="2614978" y="4387"/>
                  </a:lnTo>
                  <a:lnTo>
                    <a:pt x="2562687" y="4222"/>
                  </a:lnTo>
                  <a:lnTo>
                    <a:pt x="2510306" y="4040"/>
                  </a:lnTo>
                  <a:lnTo>
                    <a:pt x="2457445" y="3841"/>
                  </a:lnTo>
                  <a:lnTo>
                    <a:pt x="2403892" y="3629"/>
                  </a:lnTo>
                  <a:lnTo>
                    <a:pt x="2349592" y="3403"/>
                  </a:lnTo>
                  <a:lnTo>
                    <a:pt x="2294620" y="3167"/>
                  </a:lnTo>
                  <a:lnTo>
                    <a:pt x="2239159" y="2924"/>
                  </a:lnTo>
                  <a:lnTo>
                    <a:pt x="2183462" y="2678"/>
                  </a:lnTo>
                  <a:lnTo>
                    <a:pt x="2127818" y="2432"/>
                  </a:lnTo>
                  <a:lnTo>
                    <a:pt x="2072506" y="2191"/>
                  </a:lnTo>
                  <a:lnTo>
                    <a:pt x="2017758" y="1959"/>
                  </a:lnTo>
                  <a:lnTo>
                    <a:pt x="1963723" y="1737"/>
                  </a:lnTo>
                  <a:lnTo>
                    <a:pt x="1910431" y="1529"/>
                  </a:lnTo>
                  <a:lnTo>
                    <a:pt x="1857775" y="1337"/>
                  </a:lnTo>
                  <a:lnTo>
                    <a:pt x="1805481" y="1161"/>
                  </a:lnTo>
                  <a:lnTo>
                    <a:pt x="1753090" y="1001"/>
                  </a:lnTo>
                  <a:lnTo>
                    <a:pt x="1719082" y="907"/>
                  </a:lnTo>
                  <a:lnTo>
                    <a:pt x="1670663" y="786"/>
                  </a:lnTo>
                  <a:lnTo>
                    <a:pt x="1620498" y="679"/>
                  </a:lnTo>
                  <a:lnTo>
                    <a:pt x="1567731" y="583"/>
                  </a:lnTo>
                  <a:lnTo>
                    <a:pt x="1511410" y="498"/>
                  </a:lnTo>
                  <a:lnTo>
                    <a:pt x="1450574" y="422"/>
                  </a:lnTo>
                  <a:lnTo>
                    <a:pt x="1384345" y="354"/>
                  </a:lnTo>
                  <a:lnTo>
                    <a:pt x="1312050" y="294"/>
                  </a:lnTo>
                  <a:lnTo>
                    <a:pt x="1233380" y="240"/>
                  </a:lnTo>
                  <a:lnTo>
                    <a:pt x="1148603" y="192"/>
                  </a:lnTo>
                  <a:lnTo>
                    <a:pt x="1058803" y="149"/>
                  </a:lnTo>
                  <a:lnTo>
                    <a:pt x="966098" y="112"/>
                  </a:lnTo>
                  <a:lnTo>
                    <a:pt x="873728" y="80"/>
                  </a:lnTo>
                  <a:lnTo>
                    <a:pt x="785897" y="54"/>
                  </a:lnTo>
                  <a:lnTo>
                    <a:pt x="707255" y="34"/>
                  </a:lnTo>
                  <a:lnTo>
                    <a:pt x="642051" y="19"/>
                  </a:lnTo>
                  <a:lnTo>
                    <a:pt x="593156" y="9"/>
                  </a:lnTo>
                  <a:lnTo>
                    <a:pt x="561281" y="3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06" name="pl906"/>
            <p:cNvSpPr/>
            <p:nvPr/>
          </p:nvSpPr>
          <p:spPr>
            <a:xfrm>
              <a:off x="546595" y="3772173"/>
              <a:ext cx="8234974" cy="925570"/>
            </a:xfrm>
            <a:custGeom>
              <a:avLst/>
              <a:pathLst>
                <a:path w="8234974" h="925570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1"/>
                  </a:lnTo>
                  <a:lnTo>
                    <a:pt x="569724" y="5"/>
                  </a:lnTo>
                  <a:lnTo>
                    <a:pt x="606993" y="12"/>
                  </a:lnTo>
                  <a:lnTo>
                    <a:pt x="661320" y="23"/>
                  </a:lnTo>
                  <a:lnTo>
                    <a:pt x="731240" y="40"/>
                  </a:lnTo>
                  <a:lnTo>
                    <a:pt x="813336" y="62"/>
                  </a:lnTo>
                  <a:lnTo>
                    <a:pt x="903125" y="90"/>
                  </a:lnTo>
                  <a:lnTo>
                    <a:pt x="996021" y="124"/>
                  </a:lnTo>
                  <a:lnTo>
                    <a:pt x="1088093" y="162"/>
                  </a:lnTo>
                  <a:lnTo>
                    <a:pt x="1176457" y="207"/>
                  </a:lnTo>
                  <a:lnTo>
                    <a:pt x="1259346" y="257"/>
                  </a:lnTo>
                  <a:lnTo>
                    <a:pt x="1335965" y="313"/>
                  </a:lnTo>
                  <a:lnTo>
                    <a:pt x="1406256" y="375"/>
                  </a:lnTo>
                  <a:lnTo>
                    <a:pt x="1470667" y="445"/>
                  </a:lnTo>
                  <a:lnTo>
                    <a:pt x="1529951" y="524"/>
                  </a:lnTo>
                  <a:lnTo>
                    <a:pt x="1585023" y="612"/>
                  </a:lnTo>
                  <a:lnTo>
                    <a:pt x="1636853" y="712"/>
                  </a:lnTo>
                  <a:lnTo>
                    <a:pt x="1686372" y="824"/>
                  </a:lnTo>
                  <a:lnTo>
                    <a:pt x="1719082" y="907"/>
                  </a:lnTo>
                  <a:lnTo>
                    <a:pt x="1771877" y="1056"/>
                  </a:lnTo>
                  <a:lnTo>
                    <a:pt x="1824167" y="1222"/>
                  </a:lnTo>
                  <a:lnTo>
                    <a:pt x="1876548" y="1404"/>
                  </a:lnTo>
                  <a:lnTo>
                    <a:pt x="1929410" y="1602"/>
                  </a:lnTo>
                  <a:lnTo>
                    <a:pt x="1982962" y="1815"/>
                  </a:lnTo>
                  <a:lnTo>
                    <a:pt x="2037263" y="2041"/>
                  </a:lnTo>
                  <a:lnTo>
                    <a:pt x="2092234" y="2277"/>
                  </a:lnTo>
                  <a:lnTo>
                    <a:pt x="2147695" y="2520"/>
                  </a:lnTo>
                  <a:lnTo>
                    <a:pt x="2203392" y="2766"/>
                  </a:lnTo>
                  <a:lnTo>
                    <a:pt x="2259037" y="3011"/>
                  </a:lnTo>
                  <a:lnTo>
                    <a:pt x="2314349" y="3252"/>
                  </a:lnTo>
                  <a:lnTo>
                    <a:pt x="2369097" y="3485"/>
                  </a:lnTo>
                  <a:lnTo>
                    <a:pt x="2423132" y="3706"/>
                  </a:lnTo>
                  <a:lnTo>
                    <a:pt x="2476423" y="3914"/>
                  </a:lnTo>
                  <a:lnTo>
                    <a:pt x="2529080" y="4107"/>
                  </a:lnTo>
                  <a:lnTo>
                    <a:pt x="2581374" y="4283"/>
                  </a:lnTo>
                  <a:lnTo>
                    <a:pt x="2633764" y="4443"/>
                  </a:lnTo>
                  <a:lnTo>
                    <a:pt x="2667772" y="4537"/>
                  </a:lnTo>
                  <a:lnTo>
                    <a:pt x="2716192" y="4657"/>
                  </a:lnTo>
                  <a:lnTo>
                    <a:pt x="2766357" y="4765"/>
                  </a:lnTo>
                  <a:lnTo>
                    <a:pt x="2819124" y="4861"/>
                  </a:lnTo>
                  <a:lnTo>
                    <a:pt x="2875444" y="4946"/>
                  </a:lnTo>
                  <a:lnTo>
                    <a:pt x="2936281" y="5022"/>
                  </a:lnTo>
                  <a:lnTo>
                    <a:pt x="3002509" y="5089"/>
                  </a:lnTo>
                  <a:lnTo>
                    <a:pt x="3074805" y="5149"/>
                  </a:lnTo>
                  <a:lnTo>
                    <a:pt x="3153475" y="5203"/>
                  </a:lnTo>
                  <a:lnTo>
                    <a:pt x="3238252" y="5252"/>
                  </a:lnTo>
                  <a:lnTo>
                    <a:pt x="3328052" y="5294"/>
                  </a:lnTo>
                  <a:lnTo>
                    <a:pt x="3420757" y="5331"/>
                  </a:lnTo>
                  <a:lnTo>
                    <a:pt x="3513127" y="5363"/>
                  </a:lnTo>
                  <a:lnTo>
                    <a:pt x="3600958" y="5389"/>
                  </a:lnTo>
                  <a:lnTo>
                    <a:pt x="3679600" y="5410"/>
                  </a:lnTo>
                  <a:lnTo>
                    <a:pt x="3744804" y="5425"/>
                  </a:lnTo>
                  <a:lnTo>
                    <a:pt x="3793698" y="5435"/>
                  </a:lnTo>
                  <a:lnTo>
                    <a:pt x="3825574" y="5440"/>
                  </a:lnTo>
                  <a:lnTo>
                    <a:pt x="3842205" y="5443"/>
                  </a:lnTo>
                  <a:lnTo>
                    <a:pt x="3847703" y="544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2" y="5474"/>
                  </a:lnTo>
                  <a:lnTo>
                    <a:pt x="4396540" y="5691"/>
                  </a:lnTo>
                  <a:lnTo>
                    <a:pt x="4417483" y="6289"/>
                  </a:lnTo>
                  <a:lnTo>
                    <a:pt x="4454349" y="7463"/>
                  </a:lnTo>
                  <a:lnTo>
                    <a:pt x="4508137" y="9382"/>
                  </a:lnTo>
                  <a:lnTo>
                    <a:pt x="4577441" y="12168"/>
                  </a:lnTo>
                  <a:lnTo>
                    <a:pt x="4658923" y="15890"/>
                  </a:lnTo>
                  <a:lnTo>
                    <a:pt x="4748170" y="20562"/>
                  </a:lnTo>
                  <a:lnTo>
                    <a:pt x="4840642" y="26171"/>
                  </a:lnTo>
                  <a:lnTo>
                    <a:pt x="4932425" y="32693"/>
                  </a:lnTo>
                  <a:lnTo>
                    <a:pt x="5020627" y="40121"/>
                  </a:lnTo>
                  <a:lnTo>
                    <a:pt x="5103457" y="48479"/>
                  </a:lnTo>
                  <a:lnTo>
                    <a:pt x="5180089" y="57831"/>
                  </a:lnTo>
                  <a:lnTo>
                    <a:pt x="5250434" y="68284"/>
                  </a:lnTo>
                  <a:lnTo>
                    <a:pt x="5314911" y="79983"/>
                  </a:lnTo>
                  <a:lnTo>
                    <a:pt x="5374251" y="93114"/>
                  </a:lnTo>
                  <a:lnTo>
                    <a:pt x="5429351" y="107884"/>
                  </a:lnTo>
                  <a:lnTo>
                    <a:pt x="5481168" y="124507"/>
                  </a:lnTo>
                  <a:lnTo>
                    <a:pt x="5530626" y="143167"/>
                  </a:lnTo>
                  <a:lnTo>
                    <a:pt x="5567201" y="158798"/>
                  </a:lnTo>
                  <a:lnTo>
                    <a:pt x="5615611" y="181826"/>
                  </a:lnTo>
                  <a:lnTo>
                    <a:pt x="5663548" y="207156"/>
                  </a:lnTo>
                  <a:lnTo>
                    <a:pt x="5711494" y="234823"/>
                  </a:lnTo>
                  <a:lnTo>
                    <a:pt x="5759778" y="264787"/>
                  </a:lnTo>
                  <a:lnTo>
                    <a:pt x="5808600" y="296924"/>
                  </a:lnTo>
                  <a:lnTo>
                    <a:pt x="5858047" y="331019"/>
                  </a:lnTo>
                  <a:lnTo>
                    <a:pt x="5908103" y="366769"/>
                  </a:lnTo>
                  <a:lnTo>
                    <a:pt x="5958671" y="403787"/>
                  </a:lnTo>
                  <a:lnTo>
                    <a:pt x="6009584" y="441622"/>
                  </a:lnTo>
                  <a:lnTo>
                    <a:pt x="6060638" y="479779"/>
                  </a:lnTo>
                  <a:lnTo>
                    <a:pt x="6111607" y="517744"/>
                  </a:lnTo>
                  <a:lnTo>
                    <a:pt x="6162279" y="555013"/>
                  </a:lnTo>
                  <a:lnTo>
                    <a:pt x="6212477" y="591122"/>
                  </a:lnTo>
                  <a:lnTo>
                    <a:pt x="6262082" y="625666"/>
                  </a:lnTo>
                  <a:lnTo>
                    <a:pt x="6311058" y="658320"/>
                  </a:lnTo>
                  <a:lnTo>
                    <a:pt x="6359464" y="688848"/>
                  </a:lnTo>
                  <a:lnTo>
                    <a:pt x="6407469" y="717101"/>
                  </a:lnTo>
                  <a:lnTo>
                    <a:pt x="6455370" y="743020"/>
                  </a:lnTo>
                  <a:lnTo>
                    <a:pt x="6503606" y="766621"/>
                  </a:lnTo>
                  <a:lnTo>
                    <a:pt x="6515891" y="772216"/>
                  </a:lnTo>
                  <a:lnTo>
                    <a:pt x="6564106" y="792494"/>
                  </a:lnTo>
                  <a:lnTo>
                    <a:pt x="6614048" y="810655"/>
                  </a:lnTo>
                  <a:lnTo>
                    <a:pt x="6666562" y="826818"/>
                  </a:lnTo>
                  <a:lnTo>
                    <a:pt x="6722588" y="841176"/>
                  </a:lnTo>
                  <a:lnTo>
                    <a:pt x="6783077" y="853947"/>
                  </a:lnTo>
                  <a:lnTo>
                    <a:pt x="6848897" y="865333"/>
                  </a:lnTo>
                  <a:lnTo>
                    <a:pt x="6920720" y="875511"/>
                  </a:lnTo>
                  <a:lnTo>
                    <a:pt x="6998864" y="884618"/>
                  </a:lnTo>
                  <a:lnTo>
                    <a:pt x="7083084" y="892750"/>
                  </a:lnTo>
                  <a:lnTo>
                    <a:pt x="7172344" y="899961"/>
                  </a:lnTo>
                  <a:lnTo>
                    <a:pt x="7264596" y="906266"/>
                  </a:lnTo>
                  <a:lnTo>
                    <a:pt x="7356687" y="911653"/>
                  </a:lnTo>
                  <a:lnTo>
                    <a:pt x="7444502" y="916099"/>
                  </a:lnTo>
                  <a:lnTo>
                    <a:pt x="7523454" y="919595"/>
                  </a:lnTo>
                  <a:lnTo>
                    <a:pt x="7589297" y="922166"/>
                  </a:lnTo>
                  <a:lnTo>
                    <a:pt x="7639086" y="923894"/>
                  </a:lnTo>
                  <a:lnTo>
                    <a:pt x="7671967" y="924913"/>
                  </a:lnTo>
                  <a:lnTo>
                    <a:pt x="7689525" y="925403"/>
                  </a:lnTo>
                  <a:lnTo>
                    <a:pt x="7695661" y="925557"/>
                  </a:lnTo>
                  <a:lnTo>
                    <a:pt x="7696237" y="925570"/>
                  </a:lnTo>
                  <a:lnTo>
                    <a:pt x="8234974" y="925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7" name="pl907"/>
            <p:cNvSpPr/>
            <p:nvPr/>
          </p:nvSpPr>
          <p:spPr>
            <a:xfrm>
              <a:off x="546595" y="3761284"/>
              <a:ext cx="8234974" cy="925570"/>
            </a:xfrm>
            <a:custGeom>
              <a:avLst/>
              <a:pathLst>
                <a:path w="8234974" h="925570">
                  <a:moveTo>
                    <a:pt x="8234974" y="925570"/>
                  </a:moveTo>
                  <a:lnTo>
                    <a:pt x="7696237" y="925570"/>
                  </a:lnTo>
                  <a:lnTo>
                    <a:pt x="7694950" y="925540"/>
                  </a:lnTo>
                  <a:lnTo>
                    <a:pt x="7686553" y="925324"/>
                  </a:lnTo>
                  <a:lnTo>
                    <a:pt x="7665610" y="924725"/>
                  </a:lnTo>
                  <a:lnTo>
                    <a:pt x="7628743" y="923551"/>
                  </a:lnTo>
                  <a:lnTo>
                    <a:pt x="7574956" y="921633"/>
                  </a:lnTo>
                  <a:lnTo>
                    <a:pt x="7505652" y="918846"/>
                  </a:lnTo>
                  <a:lnTo>
                    <a:pt x="7424170" y="915124"/>
                  </a:lnTo>
                  <a:lnTo>
                    <a:pt x="7334923" y="910452"/>
                  </a:lnTo>
                  <a:lnTo>
                    <a:pt x="7242450" y="904844"/>
                  </a:lnTo>
                  <a:lnTo>
                    <a:pt x="7150667" y="898322"/>
                  </a:lnTo>
                  <a:lnTo>
                    <a:pt x="7062465" y="890894"/>
                  </a:lnTo>
                  <a:lnTo>
                    <a:pt x="6979635" y="882535"/>
                  </a:lnTo>
                  <a:lnTo>
                    <a:pt x="6903003" y="873183"/>
                  </a:lnTo>
                  <a:lnTo>
                    <a:pt x="6832659" y="862731"/>
                  </a:lnTo>
                  <a:lnTo>
                    <a:pt x="6768182" y="851031"/>
                  </a:lnTo>
                  <a:lnTo>
                    <a:pt x="6708842" y="837901"/>
                  </a:lnTo>
                  <a:lnTo>
                    <a:pt x="6653741" y="823131"/>
                  </a:lnTo>
                  <a:lnTo>
                    <a:pt x="6601925" y="806507"/>
                  </a:lnTo>
                  <a:lnTo>
                    <a:pt x="6552466" y="787847"/>
                  </a:lnTo>
                  <a:lnTo>
                    <a:pt x="6515891" y="772216"/>
                  </a:lnTo>
                  <a:lnTo>
                    <a:pt x="6467482" y="749188"/>
                  </a:lnTo>
                  <a:lnTo>
                    <a:pt x="6419544" y="723858"/>
                  </a:lnTo>
                  <a:lnTo>
                    <a:pt x="6371598" y="696191"/>
                  </a:lnTo>
                  <a:lnTo>
                    <a:pt x="6323315" y="666227"/>
                  </a:lnTo>
                  <a:lnTo>
                    <a:pt x="6274492" y="634090"/>
                  </a:lnTo>
                  <a:lnTo>
                    <a:pt x="6225046" y="599995"/>
                  </a:lnTo>
                  <a:lnTo>
                    <a:pt x="6174989" y="564246"/>
                  </a:lnTo>
                  <a:lnTo>
                    <a:pt x="6124422" y="527228"/>
                  </a:lnTo>
                  <a:lnTo>
                    <a:pt x="6073508" y="489392"/>
                  </a:lnTo>
                  <a:lnTo>
                    <a:pt x="6022455" y="451235"/>
                  </a:lnTo>
                  <a:lnTo>
                    <a:pt x="5971486" y="413270"/>
                  </a:lnTo>
                  <a:lnTo>
                    <a:pt x="5920813" y="376001"/>
                  </a:lnTo>
                  <a:lnTo>
                    <a:pt x="5870616" y="339893"/>
                  </a:lnTo>
                  <a:lnTo>
                    <a:pt x="5821010" y="305349"/>
                  </a:lnTo>
                  <a:lnTo>
                    <a:pt x="5772034" y="272694"/>
                  </a:lnTo>
                  <a:lnTo>
                    <a:pt x="5723629" y="242167"/>
                  </a:lnTo>
                  <a:lnTo>
                    <a:pt x="5675624" y="213913"/>
                  </a:lnTo>
                  <a:lnTo>
                    <a:pt x="5627723" y="187994"/>
                  </a:lnTo>
                  <a:lnTo>
                    <a:pt x="5579487" y="164393"/>
                  </a:lnTo>
                  <a:lnTo>
                    <a:pt x="5567201" y="158798"/>
                  </a:lnTo>
                  <a:lnTo>
                    <a:pt x="5518987" y="138520"/>
                  </a:lnTo>
                  <a:lnTo>
                    <a:pt x="5469045" y="120359"/>
                  </a:lnTo>
                  <a:lnTo>
                    <a:pt x="5416531" y="104197"/>
                  </a:lnTo>
                  <a:lnTo>
                    <a:pt x="5360504" y="89838"/>
                  </a:lnTo>
                  <a:lnTo>
                    <a:pt x="5300016" y="77067"/>
                  </a:lnTo>
                  <a:lnTo>
                    <a:pt x="5234195" y="65681"/>
                  </a:lnTo>
                  <a:lnTo>
                    <a:pt x="5162372" y="55503"/>
                  </a:lnTo>
                  <a:lnTo>
                    <a:pt x="5084229" y="46396"/>
                  </a:lnTo>
                  <a:lnTo>
                    <a:pt x="5000008" y="38264"/>
                  </a:lnTo>
                  <a:lnTo>
                    <a:pt x="4910749" y="31053"/>
                  </a:lnTo>
                  <a:lnTo>
                    <a:pt x="4818496" y="24748"/>
                  </a:lnTo>
                  <a:lnTo>
                    <a:pt x="4726405" y="19361"/>
                  </a:lnTo>
                  <a:lnTo>
                    <a:pt x="4638590" y="14915"/>
                  </a:lnTo>
                  <a:lnTo>
                    <a:pt x="4559638" y="11420"/>
                  </a:lnTo>
                  <a:lnTo>
                    <a:pt x="4493796" y="8849"/>
                  </a:lnTo>
                  <a:lnTo>
                    <a:pt x="4444006" y="7121"/>
                  </a:lnTo>
                  <a:lnTo>
                    <a:pt x="4411125" y="6101"/>
                  </a:lnTo>
                  <a:lnTo>
                    <a:pt x="4393568" y="5612"/>
                  </a:lnTo>
                  <a:lnTo>
                    <a:pt x="4387431" y="5457"/>
                  </a:lnTo>
                  <a:lnTo>
                    <a:pt x="4386855" y="5444"/>
                  </a:lnTo>
                  <a:lnTo>
                    <a:pt x="3848118" y="5444"/>
                  </a:lnTo>
                  <a:lnTo>
                    <a:pt x="3846816" y="5444"/>
                  </a:lnTo>
                  <a:lnTo>
                    <a:pt x="3838316" y="5443"/>
                  </a:lnTo>
                  <a:lnTo>
                    <a:pt x="3817131" y="5439"/>
                  </a:lnTo>
                  <a:lnTo>
                    <a:pt x="3779861" y="5432"/>
                  </a:lnTo>
                  <a:lnTo>
                    <a:pt x="3725534" y="5420"/>
                  </a:lnTo>
                  <a:lnTo>
                    <a:pt x="3655615" y="5404"/>
                  </a:lnTo>
                  <a:lnTo>
                    <a:pt x="3573519" y="5381"/>
                  </a:lnTo>
                  <a:lnTo>
                    <a:pt x="3483730" y="5354"/>
                  </a:lnTo>
                  <a:lnTo>
                    <a:pt x="3390833" y="5320"/>
                  </a:lnTo>
                  <a:lnTo>
                    <a:pt x="3298762" y="5281"/>
                  </a:lnTo>
                  <a:lnTo>
                    <a:pt x="3210398" y="5237"/>
                  </a:lnTo>
                  <a:lnTo>
                    <a:pt x="3127509" y="5187"/>
                  </a:lnTo>
                  <a:lnTo>
                    <a:pt x="3050890" y="5131"/>
                  </a:lnTo>
                  <a:lnTo>
                    <a:pt x="2980598" y="5068"/>
                  </a:lnTo>
                  <a:lnTo>
                    <a:pt x="2916188" y="4998"/>
                  </a:lnTo>
                  <a:lnTo>
                    <a:pt x="2856904" y="4920"/>
                  </a:lnTo>
                  <a:lnTo>
                    <a:pt x="2801831" y="4831"/>
                  </a:lnTo>
                  <a:lnTo>
                    <a:pt x="2750001" y="4732"/>
                  </a:lnTo>
                  <a:lnTo>
                    <a:pt x="2700483" y="4620"/>
                  </a:lnTo>
                  <a:lnTo>
                    <a:pt x="2667772" y="4537"/>
                  </a:lnTo>
                  <a:lnTo>
                    <a:pt x="2614978" y="4387"/>
                  </a:lnTo>
                  <a:lnTo>
                    <a:pt x="2562687" y="4222"/>
                  </a:lnTo>
                  <a:lnTo>
                    <a:pt x="2510306" y="4040"/>
                  </a:lnTo>
                  <a:lnTo>
                    <a:pt x="2457445" y="3841"/>
                  </a:lnTo>
                  <a:lnTo>
                    <a:pt x="2403892" y="3629"/>
                  </a:lnTo>
                  <a:lnTo>
                    <a:pt x="2349592" y="3403"/>
                  </a:lnTo>
                  <a:lnTo>
                    <a:pt x="2294620" y="3167"/>
                  </a:lnTo>
                  <a:lnTo>
                    <a:pt x="2239159" y="2924"/>
                  </a:lnTo>
                  <a:lnTo>
                    <a:pt x="2183462" y="2678"/>
                  </a:lnTo>
                  <a:lnTo>
                    <a:pt x="2127818" y="2432"/>
                  </a:lnTo>
                  <a:lnTo>
                    <a:pt x="2072506" y="2191"/>
                  </a:lnTo>
                  <a:lnTo>
                    <a:pt x="2017758" y="1959"/>
                  </a:lnTo>
                  <a:lnTo>
                    <a:pt x="1963723" y="1737"/>
                  </a:lnTo>
                  <a:lnTo>
                    <a:pt x="1910431" y="1529"/>
                  </a:lnTo>
                  <a:lnTo>
                    <a:pt x="1857775" y="1337"/>
                  </a:lnTo>
                  <a:lnTo>
                    <a:pt x="1805481" y="1161"/>
                  </a:lnTo>
                  <a:lnTo>
                    <a:pt x="1753090" y="1001"/>
                  </a:lnTo>
                  <a:lnTo>
                    <a:pt x="1719082" y="907"/>
                  </a:lnTo>
                  <a:lnTo>
                    <a:pt x="1670663" y="786"/>
                  </a:lnTo>
                  <a:lnTo>
                    <a:pt x="1620498" y="679"/>
                  </a:lnTo>
                  <a:lnTo>
                    <a:pt x="1567731" y="583"/>
                  </a:lnTo>
                  <a:lnTo>
                    <a:pt x="1511410" y="498"/>
                  </a:lnTo>
                  <a:lnTo>
                    <a:pt x="1450574" y="422"/>
                  </a:lnTo>
                  <a:lnTo>
                    <a:pt x="1384345" y="354"/>
                  </a:lnTo>
                  <a:lnTo>
                    <a:pt x="1312050" y="294"/>
                  </a:lnTo>
                  <a:lnTo>
                    <a:pt x="1233380" y="240"/>
                  </a:lnTo>
                  <a:lnTo>
                    <a:pt x="1148603" y="192"/>
                  </a:lnTo>
                  <a:lnTo>
                    <a:pt x="1058803" y="149"/>
                  </a:lnTo>
                  <a:lnTo>
                    <a:pt x="966098" y="112"/>
                  </a:lnTo>
                  <a:lnTo>
                    <a:pt x="873728" y="80"/>
                  </a:lnTo>
                  <a:lnTo>
                    <a:pt x="785897" y="54"/>
                  </a:lnTo>
                  <a:lnTo>
                    <a:pt x="707255" y="34"/>
                  </a:lnTo>
                  <a:lnTo>
                    <a:pt x="642051" y="19"/>
                  </a:lnTo>
                  <a:lnTo>
                    <a:pt x="593156" y="9"/>
                  </a:lnTo>
                  <a:lnTo>
                    <a:pt x="561281" y="3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8" name="pg908"/>
            <p:cNvSpPr/>
            <p:nvPr/>
          </p:nvSpPr>
          <p:spPr>
            <a:xfrm>
              <a:off x="546595" y="1311244"/>
              <a:ext cx="8234974" cy="2330260"/>
            </a:xfrm>
            <a:custGeom>
              <a:avLst/>
              <a:pathLst>
                <a:path w="8234974" h="2330260">
                  <a:moveTo>
                    <a:pt x="0" y="2128812"/>
                  </a:moveTo>
                  <a:lnTo>
                    <a:pt x="538736" y="2128812"/>
                  </a:lnTo>
                  <a:lnTo>
                    <a:pt x="539959" y="2128746"/>
                  </a:lnTo>
                  <a:lnTo>
                    <a:pt x="547950" y="2128272"/>
                  </a:lnTo>
                  <a:lnTo>
                    <a:pt x="567914" y="2126962"/>
                  </a:lnTo>
                  <a:lnTo>
                    <a:pt x="603152" y="2124390"/>
                  </a:lnTo>
                  <a:lnTo>
                    <a:pt x="654751" y="2120181"/>
                  </a:lnTo>
                  <a:lnTo>
                    <a:pt x="721544" y="2114056"/>
                  </a:lnTo>
                  <a:lnTo>
                    <a:pt x="800499" y="2105856"/>
                  </a:lnTo>
                  <a:lnTo>
                    <a:pt x="887491" y="2095535"/>
                  </a:lnTo>
                  <a:lnTo>
                    <a:pt x="978178" y="2083122"/>
                  </a:lnTo>
                  <a:lnTo>
                    <a:pt x="1068721" y="2068666"/>
                  </a:lnTo>
                  <a:lnTo>
                    <a:pt x="1156206" y="2052191"/>
                  </a:lnTo>
                  <a:lnTo>
                    <a:pt x="1238749" y="2033660"/>
                  </a:lnTo>
                  <a:lnTo>
                    <a:pt x="1315401" y="2012950"/>
                  </a:lnTo>
                  <a:lnTo>
                    <a:pt x="1385948" y="1989850"/>
                  </a:lnTo>
                  <a:lnTo>
                    <a:pt x="1450695" y="1964057"/>
                  </a:lnTo>
                  <a:lnTo>
                    <a:pt x="1510277" y="1935186"/>
                  </a:lnTo>
                  <a:lnTo>
                    <a:pt x="1565516" y="1902792"/>
                  </a:lnTo>
                  <a:lnTo>
                    <a:pt x="1617313" y="1866404"/>
                  </a:lnTo>
                  <a:lnTo>
                    <a:pt x="1666564" y="1825587"/>
                  </a:lnTo>
                  <a:lnTo>
                    <a:pt x="1714081" y="1780061"/>
                  </a:lnTo>
                  <a:lnTo>
                    <a:pt x="1719082" y="1774918"/>
                  </a:lnTo>
                  <a:lnTo>
                    <a:pt x="1758551" y="1732046"/>
                  </a:lnTo>
                  <a:lnTo>
                    <a:pt x="1797639" y="1685671"/>
                  </a:lnTo>
                  <a:lnTo>
                    <a:pt x="1836630" y="1635724"/>
                  </a:lnTo>
                  <a:lnTo>
                    <a:pt x="1875736" y="1582211"/>
                  </a:lnTo>
                  <a:lnTo>
                    <a:pt x="1915111" y="1525215"/>
                  </a:lnTo>
                  <a:lnTo>
                    <a:pt x="1954852" y="1464910"/>
                  </a:lnTo>
                  <a:lnTo>
                    <a:pt x="1995005" y="1401561"/>
                  </a:lnTo>
                  <a:lnTo>
                    <a:pt x="2035574" y="1335524"/>
                  </a:lnTo>
                  <a:lnTo>
                    <a:pt x="2076521" y="1267241"/>
                  </a:lnTo>
                  <a:lnTo>
                    <a:pt x="2117776" y="1197231"/>
                  </a:lnTo>
                  <a:lnTo>
                    <a:pt x="2159243" y="1126074"/>
                  </a:lnTo>
                  <a:lnTo>
                    <a:pt x="2200810" y="1054390"/>
                  </a:lnTo>
                  <a:lnTo>
                    <a:pt x="2242355" y="982820"/>
                  </a:lnTo>
                  <a:lnTo>
                    <a:pt x="2283759" y="912000"/>
                  </a:lnTo>
                  <a:lnTo>
                    <a:pt x="2324914" y="842540"/>
                  </a:lnTo>
                  <a:lnTo>
                    <a:pt x="2365733" y="775000"/>
                  </a:lnTo>
                  <a:lnTo>
                    <a:pt x="2406157" y="709871"/>
                  </a:lnTo>
                  <a:lnTo>
                    <a:pt x="2446161" y="647567"/>
                  </a:lnTo>
                  <a:lnTo>
                    <a:pt x="2485764" y="588411"/>
                  </a:lnTo>
                  <a:lnTo>
                    <a:pt x="2525030" y="532637"/>
                  </a:lnTo>
                  <a:lnTo>
                    <a:pt x="2564075" y="480384"/>
                  </a:lnTo>
                  <a:lnTo>
                    <a:pt x="2603073" y="431710"/>
                  </a:lnTo>
                  <a:lnTo>
                    <a:pt x="2642259" y="386590"/>
                  </a:lnTo>
                  <a:lnTo>
                    <a:pt x="2667772" y="359339"/>
                  </a:lnTo>
                  <a:lnTo>
                    <a:pt x="2715146" y="313305"/>
                  </a:lnTo>
                  <a:lnTo>
                    <a:pt x="2764175" y="271995"/>
                  </a:lnTo>
                  <a:lnTo>
                    <a:pt x="2815657" y="235152"/>
                  </a:lnTo>
                  <a:lnTo>
                    <a:pt x="2870485" y="202354"/>
                  </a:lnTo>
                  <a:lnTo>
                    <a:pt x="2929562" y="173129"/>
                  </a:lnTo>
                  <a:lnTo>
                    <a:pt x="2993723" y="147027"/>
                  </a:lnTo>
                  <a:lnTo>
                    <a:pt x="3063629" y="123655"/>
                  </a:lnTo>
                  <a:lnTo>
                    <a:pt x="3139628" y="102702"/>
                  </a:lnTo>
                  <a:lnTo>
                    <a:pt x="3221572" y="83945"/>
                  </a:lnTo>
                  <a:lnTo>
                    <a:pt x="3308601" y="67254"/>
                  </a:lnTo>
                  <a:lnTo>
                    <a:pt x="3398939" y="52582"/>
                  </a:lnTo>
                  <a:lnTo>
                    <a:pt x="3489779" y="39948"/>
                  </a:lnTo>
                  <a:lnTo>
                    <a:pt x="3577370" y="29402"/>
                  </a:lnTo>
                  <a:lnTo>
                    <a:pt x="3657391" y="20976"/>
                  </a:lnTo>
                  <a:lnTo>
                    <a:pt x="3725654" y="14634"/>
                  </a:lnTo>
                  <a:lnTo>
                    <a:pt x="3778969" y="10232"/>
                  </a:lnTo>
                  <a:lnTo>
                    <a:pt x="3815944" y="7501"/>
                  </a:lnTo>
                  <a:lnTo>
                    <a:pt x="3837419" y="6076"/>
                  </a:lnTo>
                  <a:lnTo>
                    <a:pt x="3846471" y="553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4" y="5516"/>
                  </a:lnTo>
                  <a:lnTo>
                    <a:pt x="4395962" y="6028"/>
                  </a:lnTo>
                  <a:lnTo>
                    <a:pt x="4415703" y="7445"/>
                  </a:lnTo>
                  <a:lnTo>
                    <a:pt x="4450568" y="10226"/>
                  </a:lnTo>
                  <a:lnTo>
                    <a:pt x="4501665" y="14781"/>
                  </a:lnTo>
                  <a:lnTo>
                    <a:pt x="4567877" y="21411"/>
                  </a:lnTo>
                  <a:lnTo>
                    <a:pt x="4646244" y="30292"/>
                  </a:lnTo>
                  <a:lnTo>
                    <a:pt x="4732706" y="41475"/>
                  </a:lnTo>
                  <a:lnTo>
                    <a:pt x="4822967" y="54933"/>
                  </a:lnTo>
                  <a:lnTo>
                    <a:pt x="4913210" y="70611"/>
                  </a:lnTo>
                  <a:lnTo>
                    <a:pt x="5000516" y="88482"/>
                  </a:lnTo>
                  <a:lnTo>
                    <a:pt x="5082982" y="108582"/>
                  </a:lnTo>
                  <a:lnTo>
                    <a:pt x="5159631" y="131039"/>
                  </a:lnTo>
                  <a:lnTo>
                    <a:pt x="5230221" y="156078"/>
                  </a:lnTo>
                  <a:lnTo>
                    <a:pt x="5295029" y="184020"/>
                  </a:lnTo>
                  <a:lnTo>
                    <a:pt x="5354670" y="215277"/>
                  </a:lnTo>
                  <a:lnTo>
                    <a:pt x="5409947" y="250326"/>
                  </a:lnTo>
                  <a:lnTo>
                    <a:pt x="5461747" y="289680"/>
                  </a:lnTo>
                  <a:lnTo>
                    <a:pt x="5510958" y="333812"/>
                  </a:lnTo>
                  <a:lnTo>
                    <a:pt x="5558392" y="383044"/>
                  </a:lnTo>
                  <a:lnTo>
                    <a:pt x="5567201" y="392913"/>
                  </a:lnTo>
                  <a:lnTo>
                    <a:pt x="5605429" y="438310"/>
                  </a:lnTo>
                  <a:lnTo>
                    <a:pt x="5643291" y="487301"/>
                  </a:lnTo>
                  <a:lnTo>
                    <a:pt x="5681048" y="539956"/>
                  </a:lnTo>
                  <a:lnTo>
                    <a:pt x="5718897" y="596279"/>
                  </a:lnTo>
                  <a:lnTo>
                    <a:pt x="5756983" y="656193"/>
                  </a:lnTo>
                  <a:lnTo>
                    <a:pt x="5795400" y="719540"/>
                  </a:lnTo>
                  <a:lnTo>
                    <a:pt x="5834201" y="786071"/>
                  </a:lnTo>
                  <a:lnTo>
                    <a:pt x="5873393" y="855451"/>
                  </a:lnTo>
                  <a:lnTo>
                    <a:pt x="5912953" y="927260"/>
                  </a:lnTo>
                  <a:lnTo>
                    <a:pt x="5952823" y="1001002"/>
                  </a:lnTo>
                  <a:lnTo>
                    <a:pt x="5992922" y="1076116"/>
                  </a:lnTo>
                  <a:lnTo>
                    <a:pt x="6033153" y="1151996"/>
                  </a:lnTo>
                  <a:lnTo>
                    <a:pt x="6073407" y="1228009"/>
                  </a:lnTo>
                  <a:lnTo>
                    <a:pt x="6113574" y="1303518"/>
                  </a:lnTo>
                  <a:lnTo>
                    <a:pt x="6153550" y="1377903"/>
                  </a:lnTo>
                  <a:lnTo>
                    <a:pt x="6193248" y="1450582"/>
                  </a:lnTo>
                  <a:lnTo>
                    <a:pt x="6232598" y="1521030"/>
                  </a:lnTo>
                  <a:lnTo>
                    <a:pt x="6271563" y="1588795"/>
                  </a:lnTo>
                  <a:lnTo>
                    <a:pt x="6310136" y="1653505"/>
                  </a:lnTo>
                  <a:lnTo>
                    <a:pt x="6348352" y="1714874"/>
                  </a:lnTo>
                  <a:lnTo>
                    <a:pt x="6386285" y="1772708"/>
                  </a:lnTo>
                  <a:lnTo>
                    <a:pt x="6424059" y="1826897"/>
                  </a:lnTo>
                  <a:lnTo>
                    <a:pt x="6461849" y="1877410"/>
                  </a:lnTo>
                  <a:lnTo>
                    <a:pt x="6499889" y="1924293"/>
                  </a:lnTo>
                  <a:lnTo>
                    <a:pt x="6515891" y="1942791"/>
                  </a:lnTo>
                  <a:lnTo>
                    <a:pt x="6563070" y="1992998"/>
                  </a:lnTo>
                  <a:lnTo>
                    <a:pt x="6611887" y="2038075"/>
                  </a:lnTo>
                  <a:lnTo>
                    <a:pt x="6663132" y="2078296"/>
                  </a:lnTo>
                  <a:lnTo>
                    <a:pt x="6717683" y="2114119"/>
                  </a:lnTo>
                  <a:lnTo>
                    <a:pt x="6776435" y="2146053"/>
                  </a:lnTo>
                  <a:lnTo>
                    <a:pt x="6840214" y="2174587"/>
                  </a:lnTo>
                  <a:lnTo>
                    <a:pt x="6909679" y="2200146"/>
                  </a:lnTo>
                  <a:lnTo>
                    <a:pt x="6985185" y="2223070"/>
                  </a:lnTo>
                  <a:lnTo>
                    <a:pt x="7066602" y="2243602"/>
                  </a:lnTo>
                  <a:lnTo>
                    <a:pt x="7153110" y="2261888"/>
                  </a:lnTo>
                  <a:lnTo>
                    <a:pt x="7242991" y="2277981"/>
                  </a:lnTo>
                  <a:lnTo>
                    <a:pt x="7333518" y="2291862"/>
                  </a:lnTo>
                  <a:lnTo>
                    <a:pt x="7421020" y="2303478"/>
                  </a:lnTo>
                  <a:lnTo>
                    <a:pt x="7501244" y="2312793"/>
                  </a:lnTo>
                  <a:lnTo>
                    <a:pt x="7570021" y="2319838"/>
                  </a:lnTo>
                  <a:lnTo>
                    <a:pt x="7624120" y="2324765"/>
                  </a:lnTo>
                  <a:lnTo>
                    <a:pt x="7662033" y="2327852"/>
                  </a:lnTo>
                  <a:lnTo>
                    <a:pt x="7684439" y="2329492"/>
                  </a:lnTo>
                  <a:lnTo>
                    <a:pt x="7694230" y="2330139"/>
                  </a:lnTo>
                  <a:lnTo>
                    <a:pt x="7696237" y="2330260"/>
                  </a:lnTo>
                  <a:lnTo>
                    <a:pt x="8234974" y="2330260"/>
                  </a:lnTo>
                  <a:lnTo>
                    <a:pt x="8234974" y="2324816"/>
                  </a:lnTo>
                  <a:lnTo>
                    <a:pt x="7696237" y="2324816"/>
                  </a:lnTo>
                  <a:lnTo>
                    <a:pt x="7695029" y="2324744"/>
                  </a:lnTo>
                  <a:lnTo>
                    <a:pt x="7687131" y="2324232"/>
                  </a:lnTo>
                  <a:lnTo>
                    <a:pt x="7667390" y="2322815"/>
                  </a:lnTo>
                  <a:lnTo>
                    <a:pt x="7632524" y="2320033"/>
                  </a:lnTo>
                  <a:lnTo>
                    <a:pt x="7581427" y="2315479"/>
                  </a:lnTo>
                  <a:lnTo>
                    <a:pt x="7515215" y="2308849"/>
                  </a:lnTo>
                  <a:lnTo>
                    <a:pt x="7436849" y="2299968"/>
                  </a:lnTo>
                  <a:lnTo>
                    <a:pt x="7350386" y="2288785"/>
                  </a:lnTo>
                  <a:lnTo>
                    <a:pt x="7260125" y="2275326"/>
                  </a:lnTo>
                  <a:lnTo>
                    <a:pt x="7169882" y="2259648"/>
                  </a:lnTo>
                  <a:lnTo>
                    <a:pt x="7082576" y="2241778"/>
                  </a:lnTo>
                  <a:lnTo>
                    <a:pt x="7000111" y="2221677"/>
                  </a:lnTo>
                  <a:lnTo>
                    <a:pt x="6923462" y="2199220"/>
                  </a:lnTo>
                  <a:lnTo>
                    <a:pt x="6852872" y="2174182"/>
                  </a:lnTo>
                  <a:lnTo>
                    <a:pt x="6788063" y="2146239"/>
                  </a:lnTo>
                  <a:lnTo>
                    <a:pt x="6728422" y="2114983"/>
                  </a:lnTo>
                  <a:lnTo>
                    <a:pt x="6673146" y="2079933"/>
                  </a:lnTo>
                  <a:lnTo>
                    <a:pt x="6621346" y="2040580"/>
                  </a:lnTo>
                  <a:lnTo>
                    <a:pt x="6572135" y="1996448"/>
                  </a:lnTo>
                  <a:lnTo>
                    <a:pt x="6524700" y="1947216"/>
                  </a:lnTo>
                  <a:lnTo>
                    <a:pt x="6515891" y="1937346"/>
                  </a:lnTo>
                  <a:lnTo>
                    <a:pt x="6477663" y="1891949"/>
                  </a:lnTo>
                  <a:lnTo>
                    <a:pt x="6439801" y="1842959"/>
                  </a:lnTo>
                  <a:lnTo>
                    <a:pt x="6402045" y="1790303"/>
                  </a:lnTo>
                  <a:lnTo>
                    <a:pt x="6364196" y="1733981"/>
                  </a:lnTo>
                  <a:lnTo>
                    <a:pt x="6326110" y="1674066"/>
                  </a:lnTo>
                  <a:lnTo>
                    <a:pt x="6287692" y="1610720"/>
                  </a:lnTo>
                  <a:lnTo>
                    <a:pt x="6248892" y="1544189"/>
                  </a:lnTo>
                  <a:lnTo>
                    <a:pt x="6209699" y="1474808"/>
                  </a:lnTo>
                  <a:lnTo>
                    <a:pt x="6170140" y="1402999"/>
                  </a:lnTo>
                  <a:lnTo>
                    <a:pt x="6130270" y="1329258"/>
                  </a:lnTo>
                  <a:lnTo>
                    <a:pt x="6090170" y="1254144"/>
                  </a:lnTo>
                  <a:lnTo>
                    <a:pt x="6049940" y="1178264"/>
                  </a:lnTo>
                  <a:lnTo>
                    <a:pt x="6009686" y="1102251"/>
                  </a:lnTo>
                  <a:lnTo>
                    <a:pt x="5969519" y="1026742"/>
                  </a:lnTo>
                  <a:lnTo>
                    <a:pt x="5929542" y="952357"/>
                  </a:lnTo>
                  <a:lnTo>
                    <a:pt x="5889845" y="879678"/>
                  </a:lnTo>
                  <a:lnTo>
                    <a:pt x="5850494" y="809229"/>
                  </a:lnTo>
                  <a:lnTo>
                    <a:pt x="5811530" y="741464"/>
                  </a:lnTo>
                  <a:lnTo>
                    <a:pt x="5772956" y="676755"/>
                  </a:lnTo>
                  <a:lnTo>
                    <a:pt x="5734741" y="615385"/>
                  </a:lnTo>
                  <a:lnTo>
                    <a:pt x="5696808" y="557551"/>
                  </a:lnTo>
                  <a:lnTo>
                    <a:pt x="5659034" y="503363"/>
                  </a:lnTo>
                  <a:lnTo>
                    <a:pt x="5621243" y="452849"/>
                  </a:lnTo>
                  <a:lnTo>
                    <a:pt x="5583204" y="405967"/>
                  </a:lnTo>
                  <a:lnTo>
                    <a:pt x="5567201" y="387469"/>
                  </a:lnTo>
                  <a:lnTo>
                    <a:pt x="5520023" y="337262"/>
                  </a:lnTo>
                  <a:lnTo>
                    <a:pt x="5471205" y="292185"/>
                  </a:lnTo>
                  <a:lnTo>
                    <a:pt x="5419961" y="251964"/>
                  </a:lnTo>
                  <a:lnTo>
                    <a:pt x="5365409" y="216141"/>
                  </a:lnTo>
                  <a:lnTo>
                    <a:pt x="5306657" y="184207"/>
                  </a:lnTo>
                  <a:lnTo>
                    <a:pt x="5242878" y="155673"/>
                  </a:lnTo>
                  <a:lnTo>
                    <a:pt x="5173413" y="130114"/>
                  </a:lnTo>
                  <a:lnTo>
                    <a:pt x="5097908" y="107190"/>
                  </a:lnTo>
                  <a:lnTo>
                    <a:pt x="5016490" y="86657"/>
                  </a:lnTo>
                  <a:lnTo>
                    <a:pt x="4929983" y="68371"/>
                  </a:lnTo>
                  <a:lnTo>
                    <a:pt x="4840101" y="52279"/>
                  </a:lnTo>
                  <a:lnTo>
                    <a:pt x="4749574" y="38398"/>
                  </a:lnTo>
                  <a:lnTo>
                    <a:pt x="4662073" y="26781"/>
                  </a:lnTo>
                  <a:lnTo>
                    <a:pt x="4581849" y="17467"/>
                  </a:lnTo>
                  <a:lnTo>
                    <a:pt x="4513071" y="10421"/>
                  </a:lnTo>
                  <a:lnTo>
                    <a:pt x="4458973" y="5495"/>
                  </a:lnTo>
                  <a:lnTo>
                    <a:pt x="4421060" y="2407"/>
                  </a:lnTo>
                  <a:lnTo>
                    <a:pt x="4398653" y="767"/>
                  </a:lnTo>
                  <a:lnTo>
                    <a:pt x="4388862" y="12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5" y="66"/>
                  </a:lnTo>
                  <a:lnTo>
                    <a:pt x="3838905" y="540"/>
                  </a:lnTo>
                  <a:lnTo>
                    <a:pt x="3818940" y="1850"/>
                  </a:lnTo>
                  <a:lnTo>
                    <a:pt x="3783703" y="4421"/>
                  </a:lnTo>
                  <a:lnTo>
                    <a:pt x="3732103" y="8631"/>
                  </a:lnTo>
                  <a:lnTo>
                    <a:pt x="3665311" y="14756"/>
                  </a:lnTo>
                  <a:lnTo>
                    <a:pt x="3586356" y="22956"/>
                  </a:lnTo>
                  <a:lnTo>
                    <a:pt x="3499364" y="33277"/>
                  </a:lnTo>
                  <a:lnTo>
                    <a:pt x="3408677" y="45690"/>
                  </a:lnTo>
                  <a:lnTo>
                    <a:pt x="3318133" y="60146"/>
                  </a:lnTo>
                  <a:lnTo>
                    <a:pt x="3230649" y="76620"/>
                  </a:lnTo>
                  <a:lnTo>
                    <a:pt x="3148106" y="95152"/>
                  </a:lnTo>
                  <a:lnTo>
                    <a:pt x="3071453" y="115862"/>
                  </a:lnTo>
                  <a:lnTo>
                    <a:pt x="3000906" y="138962"/>
                  </a:lnTo>
                  <a:lnTo>
                    <a:pt x="2936160" y="164755"/>
                  </a:lnTo>
                  <a:lnTo>
                    <a:pt x="2876577" y="193626"/>
                  </a:lnTo>
                  <a:lnTo>
                    <a:pt x="2821338" y="226019"/>
                  </a:lnTo>
                  <a:lnTo>
                    <a:pt x="2769541" y="262408"/>
                  </a:lnTo>
                  <a:lnTo>
                    <a:pt x="2720291" y="303225"/>
                  </a:lnTo>
                  <a:lnTo>
                    <a:pt x="2672774" y="348751"/>
                  </a:lnTo>
                  <a:lnTo>
                    <a:pt x="2667772" y="353894"/>
                  </a:lnTo>
                  <a:lnTo>
                    <a:pt x="2628304" y="396766"/>
                  </a:lnTo>
                  <a:lnTo>
                    <a:pt x="2589216" y="443141"/>
                  </a:lnTo>
                  <a:lnTo>
                    <a:pt x="2550225" y="493087"/>
                  </a:lnTo>
                  <a:lnTo>
                    <a:pt x="2511118" y="546601"/>
                  </a:lnTo>
                  <a:lnTo>
                    <a:pt x="2471743" y="603597"/>
                  </a:lnTo>
                  <a:lnTo>
                    <a:pt x="2432003" y="663902"/>
                  </a:lnTo>
                  <a:lnTo>
                    <a:pt x="2391849" y="727251"/>
                  </a:lnTo>
                  <a:lnTo>
                    <a:pt x="2351280" y="793288"/>
                  </a:lnTo>
                  <a:lnTo>
                    <a:pt x="2310333" y="861571"/>
                  </a:lnTo>
                  <a:lnTo>
                    <a:pt x="2269078" y="931581"/>
                  </a:lnTo>
                  <a:lnTo>
                    <a:pt x="2227611" y="1002738"/>
                  </a:lnTo>
                  <a:lnTo>
                    <a:pt x="2186045" y="1074422"/>
                  </a:lnTo>
                  <a:lnTo>
                    <a:pt x="2144500" y="1145992"/>
                  </a:lnTo>
                  <a:lnTo>
                    <a:pt x="2103096" y="1216811"/>
                  </a:lnTo>
                  <a:lnTo>
                    <a:pt x="2061941" y="1286271"/>
                  </a:lnTo>
                  <a:lnTo>
                    <a:pt x="2021121" y="1353812"/>
                  </a:lnTo>
                  <a:lnTo>
                    <a:pt x="1980698" y="1418941"/>
                  </a:lnTo>
                  <a:lnTo>
                    <a:pt x="1940693" y="1481245"/>
                  </a:lnTo>
                  <a:lnTo>
                    <a:pt x="1901090" y="1540401"/>
                  </a:lnTo>
                  <a:lnTo>
                    <a:pt x="1861824" y="1596175"/>
                  </a:lnTo>
                  <a:lnTo>
                    <a:pt x="1822779" y="1648427"/>
                  </a:lnTo>
                  <a:lnTo>
                    <a:pt x="1783782" y="1697102"/>
                  </a:lnTo>
                  <a:lnTo>
                    <a:pt x="1744595" y="1742222"/>
                  </a:lnTo>
                  <a:lnTo>
                    <a:pt x="1719082" y="1769473"/>
                  </a:lnTo>
                  <a:lnTo>
                    <a:pt x="1671709" y="1815507"/>
                  </a:lnTo>
                  <a:lnTo>
                    <a:pt x="1622680" y="1856817"/>
                  </a:lnTo>
                  <a:lnTo>
                    <a:pt x="1571197" y="1893660"/>
                  </a:lnTo>
                  <a:lnTo>
                    <a:pt x="1516369" y="1926458"/>
                  </a:lnTo>
                  <a:lnTo>
                    <a:pt x="1457292" y="1955683"/>
                  </a:lnTo>
                  <a:lnTo>
                    <a:pt x="1393132" y="1981785"/>
                  </a:lnTo>
                  <a:lnTo>
                    <a:pt x="1323226" y="2005157"/>
                  </a:lnTo>
                  <a:lnTo>
                    <a:pt x="1247227" y="2026110"/>
                  </a:lnTo>
                  <a:lnTo>
                    <a:pt x="1165282" y="2044867"/>
                  </a:lnTo>
                  <a:lnTo>
                    <a:pt x="1078254" y="2061558"/>
                  </a:lnTo>
                  <a:lnTo>
                    <a:pt x="987916" y="2076230"/>
                  </a:lnTo>
                  <a:lnTo>
                    <a:pt x="897075" y="2088864"/>
                  </a:lnTo>
                  <a:lnTo>
                    <a:pt x="809485" y="2099410"/>
                  </a:lnTo>
                  <a:lnTo>
                    <a:pt x="729464" y="2107836"/>
                  </a:lnTo>
                  <a:lnTo>
                    <a:pt x="661201" y="2114178"/>
                  </a:lnTo>
                  <a:lnTo>
                    <a:pt x="607885" y="2118580"/>
                  </a:lnTo>
                  <a:lnTo>
                    <a:pt x="570911" y="2121310"/>
                  </a:lnTo>
                  <a:lnTo>
                    <a:pt x="549436" y="2122735"/>
                  </a:lnTo>
                  <a:lnTo>
                    <a:pt x="540384" y="2123278"/>
                  </a:lnTo>
                  <a:lnTo>
                    <a:pt x="538736" y="2123368"/>
                  </a:lnTo>
                  <a:lnTo>
                    <a:pt x="0" y="212336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09" name="pl909"/>
            <p:cNvSpPr/>
            <p:nvPr/>
          </p:nvSpPr>
          <p:spPr>
            <a:xfrm>
              <a:off x="546595" y="1316688"/>
              <a:ext cx="8234974" cy="2324816"/>
            </a:xfrm>
            <a:custGeom>
              <a:avLst/>
              <a:pathLst>
                <a:path w="8234974" h="2324816">
                  <a:moveTo>
                    <a:pt x="0" y="2123368"/>
                  </a:moveTo>
                  <a:lnTo>
                    <a:pt x="538736" y="2123368"/>
                  </a:lnTo>
                  <a:lnTo>
                    <a:pt x="539959" y="2123302"/>
                  </a:lnTo>
                  <a:lnTo>
                    <a:pt x="547950" y="2122828"/>
                  </a:lnTo>
                  <a:lnTo>
                    <a:pt x="567914" y="2121518"/>
                  </a:lnTo>
                  <a:lnTo>
                    <a:pt x="603152" y="2118946"/>
                  </a:lnTo>
                  <a:lnTo>
                    <a:pt x="654751" y="2114737"/>
                  </a:lnTo>
                  <a:lnTo>
                    <a:pt x="721544" y="2108611"/>
                  </a:lnTo>
                  <a:lnTo>
                    <a:pt x="800499" y="2100411"/>
                  </a:lnTo>
                  <a:lnTo>
                    <a:pt x="887491" y="2090091"/>
                  </a:lnTo>
                  <a:lnTo>
                    <a:pt x="978178" y="2077678"/>
                  </a:lnTo>
                  <a:lnTo>
                    <a:pt x="1068721" y="2063222"/>
                  </a:lnTo>
                  <a:lnTo>
                    <a:pt x="1156206" y="2046747"/>
                  </a:lnTo>
                  <a:lnTo>
                    <a:pt x="1238749" y="2028215"/>
                  </a:lnTo>
                  <a:lnTo>
                    <a:pt x="1315401" y="2007506"/>
                  </a:lnTo>
                  <a:lnTo>
                    <a:pt x="1385948" y="1984406"/>
                  </a:lnTo>
                  <a:lnTo>
                    <a:pt x="1450695" y="1958612"/>
                  </a:lnTo>
                  <a:lnTo>
                    <a:pt x="1510277" y="1929742"/>
                  </a:lnTo>
                  <a:lnTo>
                    <a:pt x="1565516" y="1897348"/>
                  </a:lnTo>
                  <a:lnTo>
                    <a:pt x="1617313" y="1860959"/>
                  </a:lnTo>
                  <a:lnTo>
                    <a:pt x="1666564" y="1820142"/>
                  </a:lnTo>
                  <a:lnTo>
                    <a:pt x="1714081" y="1774616"/>
                  </a:lnTo>
                  <a:lnTo>
                    <a:pt x="1719082" y="1769473"/>
                  </a:lnTo>
                  <a:lnTo>
                    <a:pt x="1758551" y="1726601"/>
                  </a:lnTo>
                  <a:lnTo>
                    <a:pt x="1797639" y="1680226"/>
                  </a:lnTo>
                  <a:lnTo>
                    <a:pt x="1836630" y="1630280"/>
                  </a:lnTo>
                  <a:lnTo>
                    <a:pt x="1875736" y="1576766"/>
                  </a:lnTo>
                  <a:lnTo>
                    <a:pt x="1915111" y="1519770"/>
                  </a:lnTo>
                  <a:lnTo>
                    <a:pt x="1954852" y="1459465"/>
                  </a:lnTo>
                  <a:lnTo>
                    <a:pt x="1995005" y="1396116"/>
                  </a:lnTo>
                  <a:lnTo>
                    <a:pt x="2035574" y="1330079"/>
                  </a:lnTo>
                  <a:lnTo>
                    <a:pt x="2076521" y="1261796"/>
                  </a:lnTo>
                  <a:lnTo>
                    <a:pt x="2117776" y="1191787"/>
                  </a:lnTo>
                  <a:lnTo>
                    <a:pt x="2159243" y="1120629"/>
                  </a:lnTo>
                  <a:lnTo>
                    <a:pt x="2200810" y="1048945"/>
                  </a:lnTo>
                  <a:lnTo>
                    <a:pt x="2242355" y="977375"/>
                  </a:lnTo>
                  <a:lnTo>
                    <a:pt x="2283759" y="906556"/>
                  </a:lnTo>
                  <a:lnTo>
                    <a:pt x="2324914" y="837096"/>
                  </a:lnTo>
                  <a:lnTo>
                    <a:pt x="2365733" y="769555"/>
                  </a:lnTo>
                  <a:lnTo>
                    <a:pt x="2406157" y="704426"/>
                  </a:lnTo>
                  <a:lnTo>
                    <a:pt x="2446161" y="642122"/>
                  </a:lnTo>
                  <a:lnTo>
                    <a:pt x="2485764" y="582967"/>
                  </a:lnTo>
                  <a:lnTo>
                    <a:pt x="2525030" y="527192"/>
                  </a:lnTo>
                  <a:lnTo>
                    <a:pt x="2564075" y="474940"/>
                  </a:lnTo>
                  <a:lnTo>
                    <a:pt x="2603073" y="426265"/>
                  </a:lnTo>
                  <a:lnTo>
                    <a:pt x="2642259" y="381146"/>
                  </a:lnTo>
                  <a:lnTo>
                    <a:pt x="2667772" y="353894"/>
                  </a:lnTo>
                  <a:lnTo>
                    <a:pt x="2715146" y="307861"/>
                  </a:lnTo>
                  <a:lnTo>
                    <a:pt x="2764175" y="266550"/>
                  </a:lnTo>
                  <a:lnTo>
                    <a:pt x="2815657" y="229707"/>
                  </a:lnTo>
                  <a:lnTo>
                    <a:pt x="2870485" y="196909"/>
                  </a:lnTo>
                  <a:lnTo>
                    <a:pt x="2929562" y="167685"/>
                  </a:lnTo>
                  <a:lnTo>
                    <a:pt x="2993723" y="141582"/>
                  </a:lnTo>
                  <a:lnTo>
                    <a:pt x="3063629" y="118210"/>
                  </a:lnTo>
                  <a:lnTo>
                    <a:pt x="3139628" y="97257"/>
                  </a:lnTo>
                  <a:lnTo>
                    <a:pt x="3221572" y="78500"/>
                  </a:lnTo>
                  <a:lnTo>
                    <a:pt x="3308601" y="61809"/>
                  </a:lnTo>
                  <a:lnTo>
                    <a:pt x="3398939" y="47137"/>
                  </a:lnTo>
                  <a:lnTo>
                    <a:pt x="3489779" y="34503"/>
                  </a:lnTo>
                  <a:lnTo>
                    <a:pt x="3577370" y="23957"/>
                  </a:lnTo>
                  <a:lnTo>
                    <a:pt x="3657391" y="15531"/>
                  </a:lnTo>
                  <a:lnTo>
                    <a:pt x="3725654" y="9190"/>
                  </a:lnTo>
                  <a:lnTo>
                    <a:pt x="3778969" y="4787"/>
                  </a:lnTo>
                  <a:lnTo>
                    <a:pt x="3815944" y="2057"/>
                  </a:lnTo>
                  <a:lnTo>
                    <a:pt x="3837419" y="632"/>
                  </a:lnTo>
                  <a:lnTo>
                    <a:pt x="3846471" y="90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4" y="71"/>
                  </a:lnTo>
                  <a:lnTo>
                    <a:pt x="4395962" y="584"/>
                  </a:lnTo>
                  <a:lnTo>
                    <a:pt x="4415703" y="2000"/>
                  </a:lnTo>
                  <a:lnTo>
                    <a:pt x="4450568" y="4782"/>
                  </a:lnTo>
                  <a:lnTo>
                    <a:pt x="4501665" y="9336"/>
                  </a:lnTo>
                  <a:lnTo>
                    <a:pt x="4567877" y="15966"/>
                  </a:lnTo>
                  <a:lnTo>
                    <a:pt x="4646244" y="24847"/>
                  </a:lnTo>
                  <a:lnTo>
                    <a:pt x="4732706" y="36031"/>
                  </a:lnTo>
                  <a:lnTo>
                    <a:pt x="4822967" y="49489"/>
                  </a:lnTo>
                  <a:lnTo>
                    <a:pt x="4913210" y="65167"/>
                  </a:lnTo>
                  <a:lnTo>
                    <a:pt x="5000516" y="83037"/>
                  </a:lnTo>
                  <a:lnTo>
                    <a:pt x="5082982" y="103138"/>
                  </a:lnTo>
                  <a:lnTo>
                    <a:pt x="5159631" y="125595"/>
                  </a:lnTo>
                  <a:lnTo>
                    <a:pt x="5230221" y="150633"/>
                  </a:lnTo>
                  <a:lnTo>
                    <a:pt x="5295029" y="178576"/>
                  </a:lnTo>
                  <a:lnTo>
                    <a:pt x="5354670" y="209832"/>
                  </a:lnTo>
                  <a:lnTo>
                    <a:pt x="5409947" y="244882"/>
                  </a:lnTo>
                  <a:lnTo>
                    <a:pt x="5461747" y="284235"/>
                  </a:lnTo>
                  <a:lnTo>
                    <a:pt x="5510958" y="328367"/>
                  </a:lnTo>
                  <a:lnTo>
                    <a:pt x="5558392" y="377599"/>
                  </a:lnTo>
                  <a:lnTo>
                    <a:pt x="5567201" y="387469"/>
                  </a:lnTo>
                  <a:lnTo>
                    <a:pt x="5605429" y="432866"/>
                  </a:lnTo>
                  <a:lnTo>
                    <a:pt x="5643291" y="481856"/>
                  </a:lnTo>
                  <a:lnTo>
                    <a:pt x="5681048" y="534512"/>
                  </a:lnTo>
                  <a:lnTo>
                    <a:pt x="5718897" y="590834"/>
                  </a:lnTo>
                  <a:lnTo>
                    <a:pt x="5756983" y="650749"/>
                  </a:lnTo>
                  <a:lnTo>
                    <a:pt x="5795400" y="714095"/>
                  </a:lnTo>
                  <a:lnTo>
                    <a:pt x="5834201" y="780626"/>
                  </a:lnTo>
                  <a:lnTo>
                    <a:pt x="5873393" y="850007"/>
                  </a:lnTo>
                  <a:lnTo>
                    <a:pt x="5912953" y="921816"/>
                  </a:lnTo>
                  <a:lnTo>
                    <a:pt x="5952823" y="995557"/>
                  </a:lnTo>
                  <a:lnTo>
                    <a:pt x="5992922" y="1070671"/>
                  </a:lnTo>
                  <a:lnTo>
                    <a:pt x="6033153" y="1146551"/>
                  </a:lnTo>
                  <a:lnTo>
                    <a:pt x="6073407" y="1222564"/>
                  </a:lnTo>
                  <a:lnTo>
                    <a:pt x="6113574" y="1298073"/>
                  </a:lnTo>
                  <a:lnTo>
                    <a:pt x="6153550" y="1372458"/>
                  </a:lnTo>
                  <a:lnTo>
                    <a:pt x="6193248" y="1445137"/>
                  </a:lnTo>
                  <a:lnTo>
                    <a:pt x="6232598" y="1515586"/>
                  </a:lnTo>
                  <a:lnTo>
                    <a:pt x="6271563" y="1583351"/>
                  </a:lnTo>
                  <a:lnTo>
                    <a:pt x="6310136" y="1648060"/>
                  </a:lnTo>
                  <a:lnTo>
                    <a:pt x="6348352" y="1709430"/>
                  </a:lnTo>
                  <a:lnTo>
                    <a:pt x="6386285" y="1767264"/>
                  </a:lnTo>
                  <a:lnTo>
                    <a:pt x="6424059" y="1821452"/>
                  </a:lnTo>
                  <a:lnTo>
                    <a:pt x="6461849" y="1871966"/>
                  </a:lnTo>
                  <a:lnTo>
                    <a:pt x="6499889" y="1918848"/>
                  </a:lnTo>
                  <a:lnTo>
                    <a:pt x="6515891" y="1937346"/>
                  </a:lnTo>
                  <a:lnTo>
                    <a:pt x="6563070" y="1987553"/>
                  </a:lnTo>
                  <a:lnTo>
                    <a:pt x="6611887" y="2032630"/>
                  </a:lnTo>
                  <a:lnTo>
                    <a:pt x="6663132" y="2072852"/>
                  </a:lnTo>
                  <a:lnTo>
                    <a:pt x="6717683" y="2108674"/>
                  </a:lnTo>
                  <a:lnTo>
                    <a:pt x="6776435" y="2140608"/>
                  </a:lnTo>
                  <a:lnTo>
                    <a:pt x="6840214" y="2169142"/>
                  </a:lnTo>
                  <a:lnTo>
                    <a:pt x="6909679" y="2194701"/>
                  </a:lnTo>
                  <a:lnTo>
                    <a:pt x="6985185" y="2217625"/>
                  </a:lnTo>
                  <a:lnTo>
                    <a:pt x="7066602" y="2238158"/>
                  </a:lnTo>
                  <a:lnTo>
                    <a:pt x="7153110" y="2256444"/>
                  </a:lnTo>
                  <a:lnTo>
                    <a:pt x="7242991" y="2272536"/>
                  </a:lnTo>
                  <a:lnTo>
                    <a:pt x="7333518" y="2286417"/>
                  </a:lnTo>
                  <a:lnTo>
                    <a:pt x="7421020" y="2298034"/>
                  </a:lnTo>
                  <a:lnTo>
                    <a:pt x="7501244" y="2307348"/>
                  </a:lnTo>
                  <a:lnTo>
                    <a:pt x="7570021" y="2314394"/>
                  </a:lnTo>
                  <a:lnTo>
                    <a:pt x="7624120" y="2319320"/>
                  </a:lnTo>
                  <a:lnTo>
                    <a:pt x="7662033" y="2322408"/>
                  </a:lnTo>
                  <a:lnTo>
                    <a:pt x="7684439" y="2324048"/>
                  </a:lnTo>
                  <a:lnTo>
                    <a:pt x="7694230" y="2324695"/>
                  </a:lnTo>
                  <a:lnTo>
                    <a:pt x="7696229" y="2324815"/>
                  </a:lnTo>
                  <a:lnTo>
                    <a:pt x="7696237" y="2324816"/>
                  </a:lnTo>
                  <a:lnTo>
                    <a:pt x="8234974" y="23248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0" name="pl910"/>
            <p:cNvSpPr/>
            <p:nvPr/>
          </p:nvSpPr>
          <p:spPr>
            <a:xfrm>
              <a:off x="546595" y="1311244"/>
              <a:ext cx="8234974" cy="2324816"/>
            </a:xfrm>
            <a:custGeom>
              <a:avLst/>
              <a:pathLst>
                <a:path w="8234974" h="2324816">
                  <a:moveTo>
                    <a:pt x="8234974" y="2324816"/>
                  </a:moveTo>
                  <a:lnTo>
                    <a:pt x="7696237" y="2324816"/>
                  </a:lnTo>
                  <a:lnTo>
                    <a:pt x="7695029" y="2324744"/>
                  </a:lnTo>
                  <a:lnTo>
                    <a:pt x="7687131" y="2324232"/>
                  </a:lnTo>
                  <a:lnTo>
                    <a:pt x="7667390" y="2322815"/>
                  </a:lnTo>
                  <a:lnTo>
                    <a:pt x="7632524" y="2320033"/>
                  </a:lnTo>
                  <a:lnTo>
                    <a:pt x="7581427" y="2315479"/>
                  </a:lnTo>
                  <a:lnTo>
                    <a:pt x="7515215" y="2308849"/>
                  </a:lnTo>
                  <a:lnTo>
                    <a:pt x="7436849" y="2299968"/>
                  </a:lnTo>
                  <a:lnTo>
                    <a:pt x="7350386" y="2288785"/>
                  </a:lnTo>
                  <a:lnTo>
                    <a:pt x="7260125" y="2275326"/>
                  </a:lnTo>
                  <a:lnTo>
                    <a:pt x="7169882" y="2259648"/>
                  </a:lnTo>
                  <a:lnTo>
                    <a:pt x="7082576" y="2241778"/>
                  </a:lnTo>
                  <a:lnTo>
                    <a:pt x="7000111" y="2221677"/>
                  </a:lnTo>
                  <a:lnTo>
                    <a:pt x="6923462" y="2199220"/>
                  </a:lnTo>
                  <a:lnTo>
                    <a:pt x="6852872" y="2174182"/>
                  </a:lnTo>
                  <a:lnTo>
                    <a:pt x="6788063" y="2146239"/>
                  </a:lnTo>
                  <a:lnTo>
                    <a:pt x="6728422" y="2114983"/>
                  </a:lnTo>
                  <a:lnTo>
                    <a:pt x="6673146" y="2079933"/>
                  </a:lnTo>
                  <a:lnTo>
                    <a:pt x="6621346" y="2040580"/>
                  </a:lnTo>
                  <a:lnTo>
                    <a:pt x="6572135" y="1996448"/>
                  </a:lnTo>
                  <a:lnTo>
                    <a:pt x="6524700" y="1947216"/>
                  </a:lnTo>
                  <a:lnTo>
                    <a:pt x="6515891" y="1937346"/>
                  </a:lnTo>
                  <a:lnTo>
                    <a:pt x="6477663" y="1891949"/>
                  </a:lnTo>
                  <a:lnTo>
                    <a:pt x="6439801" y="1842959"/>
                  </a:lnTo>
                  <a:lnTo>
                    <a:pt x="6402045" y="1790303"/>
                  </a:lnTo>
                  <a:lnTo>
                    <a:pt x="6364196" y="1733981"/>
                  </a:lnTo>
                  <a:lnTo>
                    <a:pt x="6326110" y="1674066"/>
                  </a:lnTo>
                  <a:lnTo>
                    <a:pt x="6287692" y="1610720"/>
                  </a:lnTo>
                  <a:lnTo>
                    <a:pt x="6248892" y="1544189"/>
                  </a:lnTo>
                  <a:lnTo>
                    <a:pt x="6209699" y="1474808"/>
                  </a:lnTo>
                  <a:lnTo>
                    <a:pt x="6170140" y="1402999"/>
                  </a:lnTo>
                  <a:lnTo>
                    <a:pt x="6130270" y="1329258"/>
                  </a:lnTo>
                  <a:lnTo>
                    <a:pt x="6090170" y="1254144"/>
                  </a:lnTo>
                  <a:lnTo>
                    <a:pt x="6049940" y="1178264"/>
                  </a:lnTo>
                  <a:lnTo>
                    <a:pt x="6009686" y="1102251"/>
                  </a:lnTo>
                  <a:lnTo>
                    <a:pt x="5969519" y="1026742"/>
                  </a:lnTo>
                  <a:lnTo>
                    <a:pt x="5929542" y="952357"/>
                  </a:lnTo>
                  <a:lnTo>
                    <a:pt x="5889845" y="879678"/>
                  </a:lnTo>
                  <a:lnTo>
                    <a:pt x="5850494" y="809229"/>
                  </a:lnTo>
                  <a:lnTo>
                    <a:pt x="5811530" y="741464"/>
                  </a:lnTo>
                  <a:lnTo>
                    <a:pt x="5772956" y="676755"/>
                  </a:lnTo>
                  <a:lnTo>
                    <a:pt x="5734741" y="615385"/>
                  </a:lnTo>
                  <a:lnTo>
                    <a:pt x="5696808" y="557551"/>
                  </a:lnTo>
                  <a:lnTo>
                    <a:pt x="5659034" y="503363"/>
                  </a:lnTo>
                  <a:lnTo>
                    <a:pt x="5621243" y="452849"/>
                  </a:lnTo>
                  <a:lnTo>
                    <a:pt x="5583204" y="405967"/>
                  </a:lnTo>
                  <a:lnTo>
                    <a:pt x="5567201" y="387469"/>
                  </a:lnTo>
                  <a:lnTo>
                    <a:pt x="5520023" y="337262"/>
                  </a:lnTo>
                  <a:lnTo>
                    <a:pt x="5471205" y="292185"/>
                  </a:lnTo>
                  <a:lnTo>
                    <a:pt x="5419961" y="251964"/>
                  </a:lnTo>
                  <a:lnTo>
                    <a:pt x="5365409" y="216141"/>
                  </a:lnTo>
                  <a:lnTo>
                    <a:pt x="5306657" y="184207"/>
                  </a:lnTo>
                  <a:lnTo>
                    <a:pt x="5242878" y="155673"/>
                  </a:lnTo>
                  <a:lnTo>
                    <a:pt x="5173413" y="130114"/>
                  </a:lnTo>
                  <a:lnTo>
                    <a:pt x="5097908" y="107190"/>
                  </a:lnTo>
                  <a:lnTo>
                    <a:pt x="5016490" y="86657"/>
                  </a:lnTo>
                  <a:lnTo>
                    <a:pt x="4929983" y="68371"/>
                  </a:lnTo>
                  <a:lnTo>
                    <a:pt x="4840101" y="52279"/>
                  </a:lnTo>
                  <a:lnTo>
                    <a:pt x="4749574" y="38398"/>
                  </a:lnTo>
                  <a:lnTo>
                    <a:pt x="4662073" y="26781"/>
                  </a:lnTo>
                  <a:lnTo>
                    <a:pt x="4581849" y="17467"/>
                  </a:lnTo>
                  <a:lnTo>
                    <a:pt x="4513071" y="10421"/>
                  </a:lnTo>
                  <a:lnTo>
                    <a:pt x="4458973" y="5495"/>
                  </a:lnTo>
                  <a:lnTo>
                    <a:pt x="4421060" y="2407"/>
                  </a:lnTo>
                  <a:lnTo>
                    <a:pt x="4398653" y="767"/>
                  </a:lnTo>
                  <a:lnTo>
                    <a:pt x="4388862" y="120"/>
                  </a:lnTo>
                  <a:lnTo>
                    <a:pt x="4386864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5" y="66"/>
                  </a:lnTo>
                  <a:lnTo>
                    <a:pt x="3838905" y="540"/>
                  </a:lnTo>
                  <a:lnTo>
                    <a:pt x="3818940" y="1850"/>
                  </a:lnTo>
                  <a:lnTo>
                    <a:pt x="3783703" y="4421"/>
                  </a:lnTo>
                  <a:lnTo>
                    <a:pt x="3732103" y="8631"/>
                  </a:lnTo>
                  <a:lnTo>
                    <a:pt x="3665311" y="14756"/>
                  </a:lnTo>
                  <a:lnTo>
                    <a:pt x="3586356" y="22956"/>
                  </a:lnTo>
                  <a:lnTo>
                    <a:pt x="3499364" y="33277"/>
                  </a:lnTo>
                  <a:lnTo>
                    <a:pt x="3408677" y="45690"/>
                  </a:lnTo>
                  <a:lnTo>
                    <a:pt x="3318133" y="60146"/>
                  </a:lnTo>
                  <a:lnTo>
                    <a:pt x="3230649" y="76620"/>
                  </a:lnTo>
                  <a:lnTo>
                    <a:pt x="3148106" y="95152"/>
                  </a:lnTo>
                  <a:lnTo>
                    <a:pt x="3071453" y="115862"/>
                  </a:lnTo>
                  <a:lnTo>
                    <a:pt x="3000906" y="138962"/>
                  </a:lnTo>
                  <a:lnTo>
                    <a:pt x="2936160" y="164755"/>
                  </a:lnTo>
                  <a:lnTo>
                    <a:pt x="2876577" y="193626"/>
                  </a:lnTo>
                  <a:lnTo>
                    <a:pt x="2821338" y="226019"/>
                  </a:lnTo>
                  <a:lnTo>
                    <a:pt x="2769541" y="262408"/>
                  </a:lnTo>
                  <a:lnTo>
                    <a:pt x="2720291" y="303225"/>
                  </a:lnTo>
                  <a:lnTo>
                    <a:pt x="2672774" y="348751"/>
                  </a:lnTo>
                  <a:lnTo>
                    <a:pt x="2667772" y="353894"/>
                  </a:lnTo>
                  <a:lnTo>
                    <a:pt x="2628304" y="396766"/>
                  </a:lnTo>
                  <a:lnTo>
                    <a:pt x="2589216" y="443141"/>
                  </a:lnTo>
                  <a:lnTo>
                    <a:pt x="2550225" y="493087"/>
                  </a:lnTo>
                  <a:lnTo>
                    <a:pt x="2511118" y="546601"/>
                  </a:lnTo>
                  <a:lnTo>
                    <a:pt x="2471743" y="603597"/>
                  </a:lnTo>
                  <a:lnTo>
                    <a:pt x="2432003" y="663902"/>
                  </a:lnTo>
                  <a:lnTo>
                    <a:pt x="2391849" y="727251"/>
                  </a:lnTo>
                  <a:lnTo>
                    <a:pt x="2351280" y="793288"/>
                  </a:lnTo>
                  <a:lnTo>
                    <a:pt x="2310333" y="861571"/>
                  </a:lnTo>
                  <a:lnTo>
                    <a:pt x="2269078" y="931581"/>
                  </a:lnTo>
                  <a:lnTo>
                    <a:pt x="2227611" y="1002738"/>
                  </a:lnTo>
                  <a:lnTo>
                    <a:pt x="2186045" y="1074422"/>
                  </a:lnTo>
                  <a:lnTo>
                    <a:pt x="2144500" y="1145992"/>
                  </a:lnTo>
                  <a:lnTo>
                    <a:pt x="2103096" y="1216811"/>
                  </a:lnTo>
                  <a:lnTo>
                    <a:pt x="2061941" y="1286271"/>
                  </a:lnTo>
                  <a:lnTo>
                    <a:pt x="2021121" y="1353812"/>
                  </a:lnTo>
                  <a:lnTo>
                    <a:pt x="1980698" y="1418941"/>
                  </a:lnTo>
                  <a:lnTo>
                    <a:pt x="1940693" y="1481245"/>
                  </a:lnTo>
                  <a:lnTo>
                    <a:pt x="1901090" y="1540401"/>
                  </a:lnTo>
                  <a:lnTo>
                    <a:pt x="1861824" y="1596175"/>
                  </a:lnTo>
                  <a:lnTo>
                    <a:pt x="1822779" y="1648427"/>
                  </a:lnTo>
                  <a:lnTo>
                    <a:pt x="1783782" y="1697102"/>
                  </a:lnTo>
                  <a:lnTo>
                    <a:pt x="1744595" y="1742222"/>
                  </a:lnTo>
                  <a:lnTo>
                    <a:pt x="1719082" y="1769473"/>
                  </a:lnTo>
                  <a:lnTo>
                    <a:pt x="1671709" y="1815507"/>
                  </a:lnTo>
                  <a:lnTo>
                    <a:pt x="1622680" y="1856817"/>
                  </a:lnTo>
                  <a:lnTo>
                    <a:pt x="1571197" y="1893660"/>
                  </a:lnTo>
                  <a:lnTo>
                    <a:pt x="1516369" y="1926458"/>
                  </a:lnTo>
                  <a:lnTo>
                    <a:pt x="1457292" y="1955683"/>
                  </a:lnTo>
                  <a:lnTo>
                    <a:pt x="1393132" y="1981785"/>
                  </a:lnTo>
                  <a:lnTo>
                    <a:pt x="1323226" y="2005157"/>
                  </a:lnTo>
                  <a:lnTo>
                    <a:pt x="1247227" y="2026110"/>
                  </a:lnTo>
                  <a:lnTo>
                    <a:pt x="1165282" y="2044867"/>
                  </a:lnTo>
                  <a:lnTo>
                    <a:pt x="1078254" y="2061558"/>
                  </a:lnTo>
                  <a:lnTo>
                    <a:pt x="987916" y="2076230"/>
                  </a:lnTo>
                  <a:lnTo>
                    <a:pt x="897075" y="2088864"/>
                  </a:lnTo>
                  <a:lnTo>
                    <a:pt x="809485" y="2099410"/>
                  </a:lnTo>
                  <a:lnTo>
                    <a:pt x="729464" y="2107836"/>
                  </a:lnTo>
                  <a:lnTo>
                    <a:pt x="661201" y="2114178"/>
                  </a:lnTo>
                  <a:lnTo>
                    <a:pt x="607885" y="2118580"/>
                  </a:lnTo>
                  <a:lnTo>
                    <a:pt x="570911" y="2121310"/>
                  </a:lnTo>
                  <a:lnTo>
                    <a:pt x="549436" y="2122735"/>
                  </a:lnTo>
                  <a:lnTo>
                    <a:pt x="540384" y="2123278"/>
                  </a:lnTo>
                  <a:lnTo>
                    <a:pt x="538738" y="2123368"/>
                  </a:lnTo>
                  <a:lnTo>
                    <a:pt x="538736" y="2123368"/>
                  </a:lnTo>
                  <a:lnTo>
                    <a:pt x="0" y="2123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1" name="pg911"/>
            <p:cNvSpPr/>
            <p:nvPr/>
          </p:nvSpPr>
          <p:spPr>
            <a:xfrm>
              <a:off x="546595" y="1316688"/>
              <a:ext cx="8234974" cy="2667821"/>
            </a:xfrm>
            <a:custGeom>
              <a:avLst/>
              <a:pathLst>
                <a:path w="8234974" h="2667821">
                  <a:moveTo>
                    <a:pt x="0" y="2128812"/>
                  </a:moveTo>
                  <a:lnTo>
                    <a:pt x="538736" y="2128812"/>
                  </a:lnTo>
                  <a:lnTo>
                    <a:pt x="539959" y="2128746"/>
                  </a:lnTo>
                  <a:lnTo>
                    <a:pt x="547950" y="2128272"/>
                  </a:lnTo>
                  <a:lnTo>
                    <a:pt x="567914" y="2126962"/>
                  </a:lnTo>
                  <a:lnTo>
                    <a:pt x="603152" y="2124390"/>
                  </a:lnTo>
                  <a:lnTo>
                    <a:pt x="654751" y="2120181"/>
                  </a:lnTo>
                  <a:lnTo>
                    <a:pt x="721544" y="2114056"/>
                  </a:lnTo>
                  <a:lnTo>
                    <a:pt x="800499" y="2105856"/>
                  </a:lnTo>
                  <a:lnTo>
                    <a:pt x="887491" y="2095535"/>
                  </a:lnTo>
                  <a:lnTo>
                    <a:pt x="978178" y="2083122"/>
                  </a:lnTo>
                  <a:lnTo>
                    <a:pt x="1068721" y="2068666"/>
                  </a:lnTo>
                  <a:lnTo>
                    <a:pt x="1156206" y="2052191"/>
                  </a:lnTo>
                  <a:lnTo>
                    <a:pt x="1238749" y="2033660"/>
                  </a:lnTo>
                  <a:lnTo>
                    <a:pt x="1315401" y="2012950"/>
                  </a:lnTo>
                  <a:lnTo>
                    <a:pt x="1385948" y="1989850"/>
                  </a:lnTo>
                  <a:lnTo>
                    <a:pt x="1450695" y="1964057"/>
                  </a:lnTo>
                  <a:lnTo>
                    <a:pt x="1510277" y="1935186"/>
                  </a:lnTo>
                  <a:lnTo>
                    <a:pt x="1565516" y="1902792"/>
                  </a:lnTo>
                  <a:lnTo>
                    <a:pt x="1617313" y="1866404"/>
                  </a:lnTo>
                  <a:lnTo>
                    <a:pt x="1666564" y="1825587"/>
                  </a:lnTo>
                  <a:lnTo>
                    <a:pt x="1714081" y="1780061"/>
                  </a:lnTo>
                  <a:lnTo>
                    <a:pt x="1719082" y="1774918"/>
                  </a:lnTo>
                  <a:lnTo>
                    <a:pt x="1758551" y="1732046"/>
                  </a:lnTo>
                  <a:lnTo>
                    <a:pt x="1797639" y="1685671"/>
                  </a:lnTo>
                  <a:lnTo>
                    <a:pt x="1836630" y="1635724"/>
                  </a:lnTo>
                  <a:lnTo>
                    <a:pt x="1875736" y="1582211"/>
                  </a:lnTo>
                  <a:lnTo>
                    <a:pt x="1915111" y="1525215"/>
                  </a:lnTo>
                  <a:lnTo>
                    <a:pt x="1954852" y="1464910"/>
                  </a:lnTo>
                  <a:lnTo>
                    <a:pt x="1995005" y="1401561"/>
                  </a:lnTo>
                  <a:lnTo>
                    <a:pt x="2035574" y="1335524"/>
                  </a:lnTo>
                  <a:lnTo>
                    <a:pt x="2076521" y="1267241"/>
                  </a:lnTo>
                  <a:lnTo>
                    <a:pt x="2117776" y="1197231"/>
                  </a:lnTo>
                  <a:lnTo>
                    <a:pt x="2159243" y="1126074"/>
                  </a:lnTo>
                  <a:lnTo>
                    <a:pt x="2200810" y="1054390"/>
                  </a:lnTo>
                  <a:lnTo>
                    <a:pt x="2242355" y="982820"/>
                  </a:lnTo>
                  <a:lnTo>
                    <a:pt x="2283759" y="912000"/>
                  </a:lnTo>
                  <a:lnTo>
                    <a:pt x="2324914" y="842540"/>
                  </a:lnTo>
                  <a:lnTo>
                    <a:pt x="2365733" y="775000"/>
                  </a:lnTo>
                  <a:lnTo>
                    <a:pt x="2406157" y="709871"/>
                  </a:lnTo>
                  <a:lnTo>
                    <a:pt x="2446161" y="647567"/>
                  </a:lnTo>
                  <a:lnTo>
                    <a:pt x="2485764" y="588411"/>
                  </a:lnTo>
                  <a:lnTo>
                    <a:pt x="2525030" y="532637"/>
                  </a:lnTo>
                  <a:lnTo>
                    <a:pt x="2564075" y="480384"/>
                  </a:lnTo>
                  <a:lnTo>
                    <a:pt x="2603073" y="431710"/>
                  </a:lnTo>
                  <a:lnTo>
                    <a:pt x="2642259" y="386590"/>
                  </a:lnTo>
                  <a:lnTo>
                    <a:pt x="2667772" y="359339"/>
                  </a:lnTo>
                  <a:lnTo>
                    <a:pt x="2715146" y="313305"/>
                  </a:lnTo>
                  <a:lnTo>
                    <a:pt x="2764175" y="271995"/>
                  </a:lnTo>
                  <a:lnTo>
                    <a:pt x="2815657" y="235152"/>
                  </a:lnTo>
                  <a:lnTo>
                    <a:pt x="2870485" y="202354"/>
                  </a:lnTo>
                  <a:lnTo>
                    <a:pt x="2929562" y="173129"/>
                  </a:lnTo>
                  <a:lnTo>
                    <a:pt x="2993723" y="147027"/>
                  </a:lnTo>
                  <a:lnTo>
                    <a:pt x="3063629" y="123655"/>
                  </a:lnTo>
                  <a:lnTo>
                    <a:pt x="3139628" y="102702"/>
                  </a:lnTo>
                  <a:lnTo>
                    <a:pt x="3221572" y="83945"/>
                  </a:lnTo>
                  <a:lnTo>
                    <a:pt x="3308601" y="67254"/>
                  </a:lnTo>
                  <a:lnTo>
                    <a:pt x="3398939" y="52582"/>
                  </a:lnTo>
                  <a:lnTo>
                    <a:pt x="3489779" y="39948"/>
                  </a:lnTo>
                  <a:lnTo>
                    <a:pt x="3577370" y="29402"/>
                  </a:lnTo>
                  <a:lnTo>
                    <a:pt x="3657391" y="20976"/>
                  </a:lnTo>
                  <a:lnTo>
                    <a:pt x="3725654" y="14634"/>
                  </a:lnTo>
                  <a:lnTo>
                    <a:pt x="3778969" y="10232"/>
                  </a:lnTo>
                  <a:lnTo>
                    <a:pt x="3815944" y="7501"/>
                  </a:lnTo>
                  <a:lnTo>
                    <a:pt x="3837419" y="6076"/>
                  </a:lnTo>
                  <a:lnTo>
                    <a:pt x="3846471" y="553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37" y="5524"/>
                  </a:lnTo>
                  <a:lnTo>
                    <a:pt x="4395768" y="6098"/>
                  </a:lnTo>
                  <a:lnTo>
                    <a:pt x="4415106" y="7684"/>
                  </a:lnTo>
                  <a:lnTo>
                    <a:pt x="4449297" y="10799"/>
                  </a:lnTo>
                  <a:lnTo>
                    <a:pt x="4499482" y="15901"/>
                  </a:lnTo>
                  <a:lnTo>
                    <a:pt x="4564637" y="23337"/>
                  </a:lnTo>
                  <a:lnTo>
                    <a:pt x="4641928" y="33305"/>
                  </a:lnTo>
                  <a:lnTo>
                    <a:pt x="4727416" y="45872"/>
                  </a:lnTo>
                  <a:lnTo>
                    <a:pt x="4816890" y="61008"/>
                  </a:lnTo>
                  <a:lnTo>
                    <a:pt x="4906572" y="78652"/>
                  </a:lnTo>
                  <a:lnTo>
                    <a:pt x="4993539" y="98771"/>
                  </a:lnTo>
                  <a:lnTo>
                    <a:pt x="5075852" y="121398"/>
                  </a:lnTo>
                  <a:lnTo>
                    <a:pt x="5152488" y="146666"/>
                  </a:lnTo>
                  <a:lnTo>
                    <a:pt x="5223151" y="174818"/>
                  </a:lnTo>
                  <a:lnTo>
                    <a:pt x="5288071" y="206202"/>
                  </a:lnTo>
                  <a:lnTo>
                    <a:pt x="5347821" y="241270"/>
                  </a:lnTo>
                  <a:lnTo>
                    <a:pt x="5403171" y="280550"/>
                  </a:lnTo>
                  <a:lnTo>
                    <a:pt x="5454984" y="324613"/>
                  </a:lnTo>
                  <a:lnTo>
                    <a:pt x="5504132" y="374002"/>
                  </a:lnTo>
                  <a:lnTo>
                    <a:pt x="5551424" y="429113"/>
                  </a:lnTo>
                  <a:lnTo>
                    <a:pt x="5567201" y="449174"/>
                  </a:lnTo>
                  <a:lnTo>
                    <a:pt x="5603538" y="498478"/>
                  </a:lnTo>
                  <a:lnTo>
                    <a:pt x="5639531" y="551493"/>
                  </a:lnTo>
                  <a:lnTo>
                    <a:pt x="5675408" y="608295"/>
                  </a:lnTo>
                  <a:lnTo>
                    <a:pt x="5711346" y="668893"/>
                  </a:lnTo>
                  <a:lnTo>
                    <a:pt x="5747476" y="733228"/>
                  </a:lnTo>
                  <a:lnTo>
                    <a:pt x="5783888" y="801163"/>
                  </a:lnTo>
                  <a:lnTo>
                    <a:pt x="5820636" y="872477"/>
                  </a:lnTo>
                  <a:lnTo>
                    <a:pt x="5857740" y="946869"/>
                  </a:lnTo>
                  <a:lnTo>
                    <a:pt x="5895188" y="1023957"/>
                  </a:lnTo>
                  <a:lnTo>
                    <a:pt x="5932942" y="1103282"/>
                  </a:lnTo>
                  <a:lnTo>
                    <a:pt x="5970943" y="1184322"/>
                  </a:lnTo>
                  <a:lnTo>
                    <a:pt x="6009112" y="1266503"/>
                  </a:lnTo>
                  <a:lnTo>
                    <a:pt x="6047361" y="1349214"/>
                  </a:lnTo>
                  <a:lnTo>
                    <a:pt x="6085596" y="1431830"/>
                  </a:lnTo>
                  <a:lnTo>
                    <a:pt x="6123723" y="1513727"/>
                  </a:lnTo>
                  <a:lnTo>
                    <a:pt x="6161657" y="1594305"/>
                  </a:lnTo>
                  <a:lnTo>
                    <a:pt x="6199323" y="1673002"/>
                  </a:lnTo>
                  <a:lnTo>
                    <a:pt x="6236669" y="1749315"/>
                  </a:lnTo>
                  <a:lnTo>
                    <a:pt x="6273665" y="1822809"/>
                  </a:lnTo>
                  <a:lnTo>
                    <a:pt x="6310308" y="1893124"/>
                  </a:lnTo>
                  <a:lnTo>
                    <a:pt x="6346627" y="1959983"/>
                  </a:lnTo>
                  <a:lnTo>
                    <a:pt x="6382687" y="2023194"/>
                  </a:lnTo>
                  <a:lnTo>
                    <a:pt x="6418590" y="2082641"/>
                  </a:lnTo>
                  <a:lnTo>
                    <a:pt x="6454482" y="2138287"/>
                  </a:lnTo>
                  <a:lnTo>
                    <a:pt x="6490553" y="2190163"/>
                  </a:lnTo>
                  <a:lnTo>
                    <a:pt x="6515891" y="2224092"/>
                  </a:lnTo>
                  <a:lnTo>
                    <a:pt x="6562714" y="2281183"/>
                  </a:lnTo>
                  <a:lnTo>
                    <a:pt x="6611145" y="2332485"/>
                  </a:lnTo>
                  <a:lnTo>
                    <a:pt x="6661956" y="2378302"/>
                  </a:lnTo>
                  <a:lnTo>
                    <a:pt x="6716005" y="2419144"/>
                  </a:lnTo>
                  <a:lnTo>
                    <a:pt x="6774166" y="2455581"/>
                  </a:lnTo>
                  <a:lnTo>
                    <a:pt x="6837252" y="2488162"/>
                  </a:lnTo>
                  <a:lnTo>
                    <a:pt x="6905916" y="2517368"/>
                  </a:lnTo>
                  <a:lnTo>
                    <a:pt x="6980524" y="2543584"/>
                  </a:lnTo>
                  <a:lnTo>
                    <a:pt x="7060982" y="2567089"/>
                  </a:lnTo>
                  <a:lnTo>
                    <a:pt x="7146535" y="2588052"/>
                  </a:lnTo>
                  <a:lnTo>
                    <a:pt x="7235573" y="2606538"/>
                  </a:lnTo>
                  <a:lnTo>
                    <a:pt x="7325505" y="2622534"/>
                  </a:lnTo>
                  <a:lnTo>
                    <a:pt x="7412810" y="2635980"/>
                  </a:lnTo>
                  <a:lnTo>
                    <a:pt x="7493360" y="2646830"/>
                  </a:lnTo>
                  <a:lnTo>
                    <a:pt x="7563031" y="2655111"/>
                  </a:lnTo>
                  <a:lnTo>
                    <a:pt x="7618522" y="2660975"/>
                  </a:lnTo>
                  <a:lnTo>
                    <a:pt x="7658133" y="2664719"/>
                  </a:lnTo>
                  <a:lnTo>
                    <a:pt x="7682257" y="2666768"/>
                  </a:lnTo>
                  <a:lnTo>
                    <a:pt x="7693450" y="2667627"/>
                  </a:lnTo>
                  <a:lnTo>
                    <a:pt x="7696237" y="2667821"/>
                  </a:lnTo>
                  <a:lnTo>
                    <a:pt x="8234974" y="2667821"/>
                  </a:lnTo>
                  <a:lnTo>
                    <a:pt x="8234974" y="2662377"/>
                  </a:lnTo>
                  <a:lnTo>
                    <a:pt x="7696237" y="2662377"/>
                  </a:lnTo>
                  <a:lnTo>
                    <a:pt x="7695055" y="2662296"/>
                  </a:lnTo>
                  <a:lnTo>
                    <a:pt x="7687324" y="2661723"/>
                  </a:lnTo>
                  <a:lnTo>
                    <a:pt x="7667986" y="2660137"/>
                  </a:lnTo>
                  <a:lnTo>
                    <a:pt x="7633795" y="2657022"/>
                  </a:lnTo>
                  <a:lnTo>
                    <a:pt x="7583611" y="2651919"/>
                  </a:lnTo>
                  <a:lnTo>
                    <a:pt x="7518455" y="2644484"/>
                  </a:lnTo>
                  <a:lnTo>
                    <a:pt x="7441164" y="2634516"/>
                  </a:lnTo>
                  <a:lnTo>
                    <a:pt x="7355677" y="2621949"/>
                  </a:lnTo>
                  <a:lnTo>
                    <a:pt x="7266202" y="2606813"/>
                  </a:lnTo>
                  <a:lnTo>
                    <a:pt x="7176520" y="2589168"/>
                  </a:lnTo>
                  <a:lnTo>
                    <a:pt x="7089554" y="2569050"/>
                  </a:lnTo>
                  <a:lnTo>
                    <a:pt x="7007240" y="2546423"/>
                  </a:lnTo>
                  <a:lnTo>
                    <a:pt x="6930605" y="2521155"/>
                  </a:lnTo>
                  <a:lnTo>
                    <a:pt x="6859942" y="2493003"/>
                  </a:lnTo>
                  <a:lnTo>
                    <a:pt x="6795021" y="2461619"/>
                  </a:lnTo>
                  <a:lnTo>
                    <a:pt x="6735271" y="2426551"/>
                  </a:lnTo>
                  <a:lnTo>
                    <a:pt x="6679921" y="2387271"/>
                  </a:lnTo>
                  <a:lnTo>
                    <a:pt x="6628109" y="2343207"/>
                  </a:lnTo>
                  <a:lnTo>
                    <a:pt x="6578961" y="2293818"/>
                  </a:lnTo>
                  <a:lnTo>
                    <a:pt x="6531669" y="2238708"/>
                  </a:lnTo>
                  <a:lnTo>
                    <a:pt x="6515891" y="2218647"/>
                  </a:lnTo>
                  <a:lnTo>
                    <a:pt x="6479555" y="2169343"/>
                  </a:lnTo>
                  <a:lnTo>
                    <a:pt x="6443562" y="2116327"/>
                  </a:lnTo>
                  <a:lnTo>
                    <a:pt x="6407685" y="2059526"/>
                  </a:lnTo>
                  <a:lnTo>
                    <a:pt x="6371747" y="1998928"/>
                  </a:lnTo>
                  <a:lnTo>
                    <a:pt x="6335617" y="1934592"/>
                  </a:lnTo>
                  <a:lnTo>
                    <a:pt x="6299205" y="1866658"/>
                  </a:lnTo>
                  <a:lnTo>
                    <a:pt x="6262456" y="1795344"/>
                  </a:lnTo>
                  <a:lnTo>
                    <a:pt x="6225353" y="1720952"/>
                  </a:lnTo>
                  <a:lnTo>
                    <a:pt x="6187905" y="1643864"/>
                  </a:lnTo>
                  <a:lnTo>
                    <a:pt x="6150150" y="1564539"/>
                  </a:lnTo>
                  <a:lnTo>
                    <a:pt x="6112150" y="1483499"/>
                  </a:lnTo>
                  <a:lnTo>
                    <a:pt x="6073980" y="1401318"/>
                  </a:lnTo>
                  <a:lnTo>
                    <a:pt x="6035731" y="1318607"/>
                  </a:lnTo>
                  <a:lnTo>
                    <a:pt x="5997496" y="1235991"/>
                  </a:lnTo>
                  <a:lnTo>
                    <a:pt x="5959369" y="1154093"/>
                  </a:lnTo>
                  <a:lnTo>
                    <a:pt x="5921436" y="1073516"/>
                  </a:lnTo>
                  <a:lnTo>
                    <a:pt x="5883769" y="994819"/>
                  </a:lnTo>
                  <a:lnTo>
                    <a:pt x="5846423" y="918505"/>
                  </a:lnTo>
                  <a:lnTo>
                    <a:pt x="5809427" y="845012"/>
                  </a:lnTo>
                  <a:lnTo>
                    <a:pt x="5772785" y="774697"/>
                  </a:lnTo>
                  <a:lnTo>
                    <a:pt x="5736466" y="707837"/>
                  </a:lnTo>
                  <a:lnTo>
                    <a:pt x="5700406" y="644627"/>
                  </a:lnTo>
                  <a:lnTo>
                    <a:pt x="5664502" y="585180"/>
                  </a:lnTo>
                  <a:lnTo>
                    <a:pt x="5628611" y="529534"/>
                  </a:lnTo>
                  <a:lnTo>
                    <a:pt x="5592540" y="477657"/>
                  </a:lnTo>
                  <a:lnTo>
                    <a:pt x="5567201" y="443729"/>
                  </a:lnTo>
                  <a:lnTo>
                    <a:pt x="5520379" y="386638"/>
                  </a:lnTo>
                  <a:lnTo>
                    <a:pt x="5471947" y="335336"/>
                  </a:lnTo>
                  <a:lnTo>
                    <a:pt x="5421137" y="289519"/>
                  </a:lnTo>
                  <a:lnTo>
                    <a:pt x="5367088" y="248677"/>
                  </a:lnTo>
                  <a:lnTo>
                    <a:pt x="5308927" y="212240"/>
                  </a:lnTo>
                  <a:lnTo>
                    <a:pt x="5245841" y="179658"/>
                  </a:lnTo>
                  <a:lnTo>
                    <a:pt x="5177176" y="150452"/>
                  </a:lnTo>
                  <a:lnTo>
                    <a:pt x="5102568" y="124236"/>
                  </a:lnTo>
                  <a:lnTo>
                    <a:pt x="5022111" y="100732"/>
                  </a:lnTo>
                  <a:lnTo>
                    <a:pt x="4936557" y="79769"/>
                  </a:lnTo>
                  <a:lnTo>
                    <a:pt x="4847519" y="61283"/>
                  </a:lnTo>
                  <a:lnTo>
                    <a:pt x="4757588" y="45287"/>
                  </a:lnTo>
                  <a:lnTo>
                    <a:pt x="4670282" y="31841"/>
                  </a:lnTo>
                  <a:lnTo>
                    <a:pt x="4589732" y="20991"/>
                  </a:lnTo>
                  <a:lnTo>
                    <a:pt x="4520061" y="12710"/>
                  </a:lnTo>
                  <a:lnTo>
                    <a:pt x="4464570" y="6846"/>
                  </a:lnTo>
                  <a:lnTo>
                    <a:pt x="4424959" y="3102"/>
                  </a:lnTo>
                  <a:lnTo>
                    <a:pt x="4400836" y="1053"/>
                  </a:lnTo>
                  <a:lnTo>
                    <a:pt x="4389643" y="19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5" y="66"/>
                  </a:lnTo>
                  <a:lnTo>
                    <a:pt x="3838905" y="540"/>
                  </a:lnTo>
                  <a:lnTo>
                    <a:pt x="3818940" y="1850"/>
                  </a:lnTo>
                  <a:lnTo>
                    <a:pt x="3783703" y="4421"/>
                  </a:lnTo>
                  <a:lnTo>
                    <a:pt x="3732103" y="8631"/>
                  </a:lnTo>
                  <a:lnTo>
                    <a:pt x="3665311" y="14756"/>
                  </a:lnTo>
                  <a:lnTo>
                    <a:pt x="3586356" y="22956"/>
                  </a:lnTo>
                  <a:lnTo>
                    <a:pt x="3499364" y="33277"/>
                  </a:lnTo>
                  <a:lnTo>
                    <a:pt x="3408677" y="45690"/>
                  </a:lnTo>
                  <a:lnTo>
                    <a:pt x="3318133" y="60146"/>
                  </a:lnTo>
                  <a:lnTo>
                    <a:pt x="3230649" y="76620"/>
                  </a:lnTo>
                  <a:lnTo>
                    <a:pt x="3148106" y="95152"/>
                  </a:lnTo>
                  <a:lnTo>
                    <a:pt x="3071453" y="115862"/>
                  </a:lnTo>
                  <a:lnTo>
                    <a:pt x="3000906" y="138962"/>
                  </a:lnTo>
                  <a:lnTo>
                    <a:pt x="2936160" y="164755"/>
                  </a:lnTo>
                  <a:lnTo>
                    <a:pt x="2876577" y="193626"/>
                  </a:lnTo>
                  <a:lnTo>
                    <a:pt x="2821338" y="226019"/>
                  </a:lnTo>
                  <a:lnTo>
                    <a:pt x="2769541" y="262408"/>
                  </a:lnTo>
                  <a:lnTo>
                    <a:pt x="2720291" y="303225"/>
                  </a:lnTo>
                  <a:lnTo>
                    <a:pt x="2672774" y="348751"/>
                  </a:lnTo>
                  <a:lnTo>
                    <a:pt x="2667772" y="353894"/>
                  </a:lnTo>
                  <a:lnTo>
                    <a:pt x="2628304" y="396766"/>
                  </a:lnTo>
                  <a:lnTo>
                    <a:pt x="2589216" y="443141"/>
                  </a:lnTo>
                  <a:lnTo>
                    <a:pt x="2550225" y="493087"/>
                  </a:lnTo>
                  <a:lnTo>
                    <a:pt x="2511118" y="546601"/>
                  </a:lnTo>
                  <a:lnTo>
                    <a:pt x="2471743" y="603597"/>
                  </a:lnTo>
                  <a:lnTo>
                    <a:pt x="2432003" y="663902"/>
                  </a:lnTo>
                  <a:lnTo>
                    <a:pt x="2391849" y="727251"/>
                  </a:lnTo>
                  <a:lnTo>
                    <a:pt x="2351280" y="793288"/>
                  </a:lnTo>
                  <a:lnTo>
                    <a:pt x="2310333" y="861571"/>
                  </a:lnTo>
                  <a:lnTo>
                    <a:pt x="2269078" y="931581"/>
                  </a:lnTo>
                  <a:lnTo>
                    <a:pt x="2227611" y="1002738"/>
                  </a:lnTo>
                  <a:lnTo>
                    <a:pt x="2186045" y="1074422"/>
                  </a:lnTo>
                  <a:lnTo>
                    <a:pt x="2144500" y="1145992"/>
                  </a:lnTo>
                  <a:lnTo>
                    <a:pt x="2103096" y="1216811"/>
                  </a:lnTo>
                  <a:lnTo>
                    <a:pt x="2061941" y="1286271"/>
                  </a:lnTo>
                  <a:lnTo>
                    <a:pt x="2021121" y="1353812"/>
                  </a:lnTo>
                  <a:lnTo>
                    <a:pt x="1980698" y="1418941"/>
                  </a:lnTo>
                  <a:lnTo>
                    <a:pt x="1940693" y="1481245"/>
                  </a:lnTo>
                  <a:lnTo>
                    <a:pt x="1901090" y="1540401"/>
                  </a:lnTo>
                  <a:lnTo>
                    <a:pt x="1861824" y="1596175"/>
                  </a:lnTo>
                  <a:lnTo>
                    <a:pt x="1822779" y="1648427"/>
                  </a:lnTo>
                  <a:lnTo>
                    <a:pt x="1783782" y="1697102"/>
                  </a:lnTo>
                  <a:lnTo>
                    <a:pt x="1744595" y="1742222"/>
                  </a:lnTo>
                  <a:lnTo>
                    <a:pt x="1719082" y="1769473"/>
                  </a:lnTo>
                  <a:lnTo>
                    <a:pt x="1671709" y="1815507"/>
                  </a:lnTo>
                  <a:lnTo>
                    <a:pt x="1622680" y="1856817"/>
                  </a:lnTo>
                  <a:lnTo>
                    <a:pt x="1571197" y="1893660"/>
                  </a:lnTo>
                  <a:lnTo>
                    <a:pt x="1516369" y="1926458"/>
                  </a:lnTo>
                  <a:lnTo>
                    <a:pt x="1457292" y="1955683"/>
                  </a:lnTo>
                  <a:lnTo>
                    <a:pt x="1393132" y="1981785"/>
                  </a:lnTo>
                  <a:lnTo>
                    <a:pt x="1323226" y="2005157"/>
                  </a:lnTo>
                  <a:lnTo>
                    <a:pt x="1247227" y="2026110"/>
                  </a:lnTo>
                  <a:lnTo>
                    <a:pt x="1165282" y="2044867"/>
                  </a:lnTo>
                  <a:lnTo>
                    <a:pt x="1078254" y="2061558"/>
                  </a:lnTo>
                  <a:lnTo>
                    <a:pt x="987916" y="2076230"/>
                  </a:lnTo>
                  <a:lnTo>
                    <a:pt x="897075" y="2088864"/>
                  </a:lnTo>
                  <a:lnTo>
                    <a:pt x="809485" y="2099410"/>
                  </a:lnTo>
                  <a:lnTo>
                    <a:pt x="729464" y="2107836"/>
                  </a:lnTo>
                  <a:lnTo>
                    <a:pt x="661201" y="2114178"/>
                  </a:lnTo>
                  <a:lnTo>
                    <a:pt x="607885" y="2118580"/>
                  </a:lnTo>
                  <a:lnTo>
                    <a:pt x="570911" y="2121310"/>
                  </a:lnTo>
                  <a:lnTo>
                    <a:pt x="549436" y="2122735"/>
                  </a:lnTo>
                  <a:lnTo>
                    <a:pt x="540384" y="2123278"/>
                  </a:lnTo>
                  <a:lnTo>
                    <a:pt x="538736" y="2123368"/>
                  </a:lnTo>
                  <a:lnTo>
                    <a:pt x="0" y="212336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12" name="pl912"/>
            <p:cNvSpPr/>
            <p:nvPr/>
          </p:nvSpPr>
          <p:spPr>
            <a:xfrm>
              <a:off x="546595" y="1322133"/>
              <a:ext cx="8234974" cy="2662377"/>
            </a:xfrm>
            <a:custGeom>
              <a:avLst/>
              <a:pathLst>
                <a:path w="8234974" h="2662377">
                  <a:moveTo>
                    <a:pt x="0" y="2123368"/>
                  </a:moveTo>
                  <a:lnTo>
                    <a:pt x="538736" y="2123368"/>
                  </a:lnTo>
                  <a:lnTo>
                    <a:pt x="539959" y="2123302"/>
                  </a:lnTo>
                  <a:lnTo>
                    <a:pt x="547950" y="2122828"/>
                  </a:lnTo>
                  <a:lnTo>
                    <a:pt x="567914" y="2121518"/>
                  </a:lnTo>
                  <a:lnTo>
                    <a:pt x="603152" y="2118946"/>
                  </a:lnTo>
                  <a:lnTo>
                    <a:pt x="654751" y="2114737"/>
                  </a:lnTo>
                  <a:lnTo>
                    <a:pt x="721544" y="2108611"/>
                  </a:lnTo>
                  <a:lnTo>
                    <a:pt x="800499" y="2100411"/>
                  </a:lnTo>
                  <a:lnTo>
                    <a:pt x="887491" y="2090091"/>
                  </a:lnTo>
                  <a:lnTo>
                    <a:pt x="978178" y="2077678"/>
                  </a:lnTo>
                  <a:lnTo>
                    <a:pt x="1068721" y="2063222"/>
                  </a:lnTo>
                  <a:lnTo>
                    <a:pt x="1156206" y="2046747"/>
                  </a:lnTo>
                  <a:lnTo>
                    <a:pt x="1238749" y="2028215"/>
                  </a:lnTo>
                  <a:lnTo>
                    <a:pt x="1315401" y="2007506"/>
                  </a:lnTo>
                  <a:lnTo>
                    <a:pt x="1385948" y="1984406"/>
                  </a:lnTo>
                  <a:lnTo>
                    <a:pt x="1450695" y="1958612"/>
                  </a:lnTo>
                  <a:lnTo>
                    <a:pt x="1510277" y="1929742"/>
                  </a:lnTo>
                  <a:lnTo>
                    <a:pt x="1565516" y="1897348"/>
                  </a:lnTo>
                  <a:lnTo>
                    <a:pt x="1617313" y="1860959"/>
                  </a:lnTo>
                  <a:lnTo>
                    <a:pt x="1666564" y="1820142"/>
                  </a:lnTo>
                  <a:lnTo>
                    <a:pt x="1714081" y="1774616"/>
                  </a:lnTo>
                  <a:lnTo>
                    <a:pt x="1719082" y="1769473"/>
                  </a:lnTo>
                  <a:lnTo>
                    <a:pt x="1758551" y="1726601"/>
                  </a:lnTo>
                  <a:lnTo>
                    <a:pt x="1797639" y="1680226"/>
                  </a:lnTo>
                  <a:lnTo>
                    <a:pt x="1836630" y="1630280"/>
                  </a:lnTo>
                  <a:lnTo>
                    <a:pt x="1875736" y="1576766"/>
                  </a:lnTo>
                  <a:lnTo>
                    <a:pt x="1915111" y="1519770"/>
                  </a:lnTo>
                  <a:lnTo>
                    <a:pt x="1954852" y="1459465"/>
                  </a:lnTo>
                  <a:lnTo>
                    <a:pt x="1995005" y="1396116"/>
                  </a:lnTo>
                  <a:lnTo>
                    <a:pt x="2035574" y="1330079"/>
                  </a:lnTo>
                  <a:lnTo>
                    <a:pt x="2076521" y="1261796"/>
                  </a:lnTo>
                  <a:lnTo>
                    <a:pt x="2117776" y="1191787"/>
                  </a:lnTo>
                  <a:lnTo>
                    <a:pt x="2159243" y="1120629"/>
                  </a:lnTo>
                  <a:lnTo>
                    <a:pt x="2200810" y="1048945"/>
                  </a:lnTo>
                  <a:lnTo>
                    <a:pt x="2242355" y="977375"/>
                  </a:lnTo>
                  <a:lnTo>
                    <a:pt x="2283759" y="906556"/>
                  </a:lnTo>
                  <a:lnTo>
                    <a:pt x="2324914" y="837096"/>
                  </a:lnTo>
                  <a:lnTo>
                    <a:pt x="2365733" y="769555"/>
                  </a:lnTo>
                  <a:lnTo>
                    <a:pt x="2406157" y="704426"/>
                  </a:lnTo>
                  <a:lnTo>
                    <a:pt x="2446161" y="642122"/>
                  </a:lnTo>
                  <a:lnTo>
                    <a:pt x="2485764" y="582967"/>
                  </a:lnTo>
                  <a:lnTo>
                    <a:pt x="2525030" y="527192"/>
                  </a:lnTo>
                  <a:lnTo>
                    <a:pt x="2564075" y="474940"/>
                  </a:lnTo>
                  <a:lnTo>
                    <a:pt x="2603073" y="426265"/>
                  </a:lnTo>
                  <a:lnTo>
                    <a:pt x="2642259" y="381146"/>
                  </a:lnTo>
                  <a:lnTo>
                    <a:pt x="2667772" y="353894"/>
                  </a:lnTo>
                  <a:lnTo>
                    <a:pt x="2715146" y="307861"/>
                  </a:lnTo>
                  <a:lnTo>
                    <a:pt x="2764175" y="266550"/>
                  </a:lnTo>
                  <a:lnTo>
                    <a:pt x="2815657" y="229707"/>
                  </a:lnTo>
                  <a:lnTo>
                    <a:pt x="2870485" y="196909"/>
                  </a:lnTo>
                  <a:lnTo>
                    <a:pt x="2929562" y="167685"/>
                  </a:lnTo>
                  <a:lnTo>
                    <a:pt x="2993723" y="141582"/>
                  </a:lnTo>
                  <a:lnTo>
                    <a:pt x="3063629" y="118210"/>
                  </a:lnTo>
                  <a:lnTo>
                    <a:pt x="3139628" y="97257"/>
                  </a:lnTo>
                  <a:lnTo>
                    <a:pt x="3221572" y="78500"/>
                  </a:lnTo>
                  <a:lnTo>
                    <a:pt x="3308601" y="61809"/>
                  </a:lnTo>
                  <a:lnTo>
                    <a:pt x="3398939" y="47137"/>
                  </a:lnTo>
                  <a:lnTo>
                    <a:pt x="3489779" y="34503"/>
                  </a:lnTo>
                  <a:lnTo>
                    <a:pt x="3577370" y="23957"/>
                  </a:lnTo>
                  <a:lnTo>
                    <a:pt x="3657391" y="15531"/>
                  </a:lnTo>
                  <a:lnTo>
                    <a:pt x="3725654" y="9190"/>
                  </a:lnTo>
                  <a:lnTo>
                    <a:pt x="3778969" y="4787"/>
                  </a:lnTo>
                  <a:lnTo>
                    <a:pt x="3815944" y="2057"/>
                  </a:lnTo>
                  <a:lnTo>
                    <a:pt x="3837419" y="632"/>
                  </a:lnTo>
                  <a:lnTo>
                    <a:pt x="3846471" y="90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37" y="80"/>
                  </a:lnTo>
                  <a:lnTo>
                    <a:pt x="4395768" y="653"/>
                  </a:lnTo>
                  <a:lnTo>
                    <a:pt x="4415106" y="2239"/>
                  </a:lnTo>
                  <a:lnTo>
                    <a:pt x="4449297" y="5354"/>
                  </a:lnTo>
                  <a:lnTo>
                    <a:pt x="4499482" y="10457"/>
                  </a:lnTo>
                  <a:lnTo>
                    <a:pt x="4564637" y="17892"/>
                  </a:lnTo>
                  <a:lnTo>
                    <a:pt x="4641928" y="27861"/>
                  </a:lnTo>
                  <a:lnTo>
                    <a:pt x="4727416" y="40427"/>
                  </a:lnTo>
                  <a:lnTo>
                    <a:pt x="4816890" y="55563"/>
                  </a:lnTo>
                  <a:lnTo>
                    <a:pt x="4906572" y="73208"/>
                  </a:lnTo>
                  <a:lnTo>
                    <a:pt x="4993539" y="93326"/>
                  </a:lnTo>
                  <a:lnTo>
                    <a:pt x="5075852" y="115953"/>
                  </a:lnTo>
                  <a:lnTo>
                    <a:pt x="5152488" y="141222"/>
                  </a:lnTo>
                  <a:lnTo>
                    <a:pt x="5223151" y="169373"/>
                  </a:lnTo>
                  <a:lnTo>
                    <a:pt x="5288071" y="200758"/>
                  </a:lnTo>
                  <a:lnTo>
                    <a:pt x="5347821" y="235825"/>
                  </a:lnTo>
                  <a:lnTo>
                    <a:pt x="5403171" y="275105"/>
                  </a:lnTo>
                  <a:lnTo>
                    <a:pt x="5454984" y="319169"/>
                  </a:lnTo>
                  <a:lnTo>
                    <a:pt x="5504132" y="368558"/>
                  </a:lnTo>
                  <a:lnTo>
                    <a:pt x="5551424" y="423668"/>
                  </a:lnTo>
                  <a:lnTo>
                    <a:pt x="5567201" y="443729"/>
                  </a:lnTo>
                  <a:lnTo>
                    <a:pt x="5603538" y="493033"/>
                  </a:lnTo>
                  <a:lnTo>
                    <a:pt x="5639531" y="546049"/>
                  </a:lnTo>
                  <a:lnTo>
                    <a:pt x="5675408" y="602850"/>
                  </a:lnTo>
                  <a:lnTo>
                    <a:pt x="5711346" y="663449"/>
                  </a:lnTo>
                  <a:lnTo>
                    <a:pt x="5747476" y="727784"/>
                  </a:lnTo>
                  <a:lnTo>
                    <a:pt x="5783888" y="795718"/>
                  </a:lnTo>
                  <a:lnTo>
                    <a:pt x="5820636" y="867032"/>
                  </a:lnTo>
                  <a:lnTo>
                    <a:pt x="5857740" y="941425"/>
                  </a:lnTo>
                  <a:lnTo>
                    <a:pt x="5895188" y="1018512"/>
                  </a:lnTo>
                  <a:lnTo>
                    <a:pt x="5932942" y="1097837"/>
                  </a:lnTo>
                  <a:lnTo>
                    <a:pt x="5970943" y="1178877"/>
                  </a:lnTo>
                  <a:lnTo>
                    <a:pt x="6009112" y="1261058"/>
                  </a:lnTo>
                  <a:lnTo>
                    <a:pt x="6047361" y="1343770"/>
                  </a:lnTo>
                  <a:lnTo>
                    <a:pt x="6085596" y="1426386"/>
                  </a:lnTo>
                  <a:lnTo>
                    <a:pt x="6123723" y="1508283"/>
                  </a:lnTo>
                  <a:lnTo>
                    <a:pt x="6161657" y="1588860"/>
                  </a:lnTo>
                  <a:lnTo>
                    <a:pt x="6199323" y="1667558"/>
                  </a:lnTo>
                  <a:lnTo>
                    <a:pt x="6236669" y="1743871"/>
                  </a:lnTo>
                  <a:lnTo>
                    <a:pt x="6273665" y="1817364"/>
                  </a:lnTo>
                  <a:lnTo>
                    <a:pt x="6310308" y="1887679"/>
                  </a:lnTo>
                  <a:lnTo>
                    <a:pt x="6346627" y="1954539"/>
                  </a:lnTo>
                  <a:lnTo>
                    <a:pt x="6382687" y="2017749"/>
                  </a:lnTo>
                  <a:lnTo>
                    <a:pt x="6418590" y="2077196"/>
                  </a:lnTo>
                  <a:lnTo>
                    <a:pt x="6454482" y="2132842"/>
                  </a:lnTo>
                  <a:lnTo>
                    <a:pt x="6490553" y="2184719"/>
                  </a:lnTo>
                  <a:lnTo>
                    <a:pt x="6515891" y="2218647"/>
                  </a:lnTo>
                  <a:lnTo>
                    <a:pt x="6562714" y="2275738"/>
                  </a:lnTo>
                  <a:lnTo>
                    <a:pt x="6611145" y="2327040"/>
                  </a:lnTo>
                  <a:lnTo>
                    <a:pt x="6661956" y="2372857"/>
                  </a:lnTo>
                  <a:lnTo>
                    <a:pt x="6716005" y="2413699"/>
                  </a:lnTo>
                  <a:lnTo>
                    <a:pt x="6774166" y="2450136"/>
                  </a:lnTo>
                  <a:lnTo>
                    <a:pt x="6837252" y="2482718"/>
                  </a:lnTo>
                  <a:lnTo>
                    <a:pt x="6905916" y="2511924"/>
                  </a:lnTo>
                  <a:lnTo>
                    <a:pt x="6980524" y="2538140"/>
                  </a:lnTo>
                  <a:lnTo>
                    <a:pt x="7060982" y="2561644"/>
                  </a:lnTo>
                  <a:lnTo>
                    <a:pt x="7146535" y="2582607"/>
                  </a:lnTo>
                  <a:lnTo>
                    <a:pt x="7235573" y="2601094"/>
                  </a:lnTo>
                  <a:lnTo>
                    <a:pt x="7325505" y="2617089"/>
                  </a:lnTo>
                  <a:lnTo>
                    <a:pt x="7412810" y="2630535"/>
                  </a:lnTo>
                  <a:lnTo>
                    <a:pt x="7493360" y="2641386"/>
                  </a:lnTo>
                  <a:lnTo>
                    <a:pt x="7563031" y="2649667"/>
                  </a:lnTo>
                  <a:lnTo>
                    <a:pt x="7618522" y="2655530"/>
                  </a:lnTo>
                  <a:lnTo>
                    <a:pt x="7658133" y="2659274"/>
                  </a:lnTo>
                  <a:lnTo>
                    <a:pt x="7682257" y="2661324"/>
                  </a:lnTo>
                  <a:lnTo>
                    <a:pt x="7693450" y="2662182"/>
                  </a:lnTo>
                  <a:lnTo>
                    <a:pt x="7696189" y="2662374"/>
                  </a:lnTo>
                  <a:lnTo>
                    <a:pt x="7696237" y="2662377"/>
                  </a:lnTo>
                  <a:lnTo>
                    <a:pt x="8234974" y="26623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3" name="pl913"/>
            <p:cNvSpPr/>
            <p:nvPr/>
          </p:nvSpPr>
          <p:spPr>
            <a:xfrm>
              <a:off x="546595" y="1316688"/>
              <a:ext cx="8234974" cy="2662377"/>
            </a:xfrm>
            <a:custGeom>
              <a:avLst/>
              <a:pathLst>
                <a:path w="8234974" h="2662377">
                  <a:moveTo>
                    <a:pt x="8234974" y="2662377"/>
                  </a:moveTo>
                  <a:lnTo>
                    <a:pt x="7696237" y="2662377"/>
                  </a:lnTo>
                  <a:lnTo>
                    <a:pt x="7695055" y="2662296"/>
                  </a:lnTo>
                  <a:lnTo>
                    <a:pt x="7687324" y="2661723"/>
                  </a:lnTo>
                  <a:lnTo>
                    <a:pt x="7667986" y="2660137"/>
                  </a:lnTo>
                  <a:lnTo>
                    <a:pt x="7633795" y="2657022"/>
                  </a:lnTo>
                  <a:lnTo>
                    <a:pt x="7583611" y="2651919"/>
                  </a:lnTo>
                  <a:lnTo>
                    <a:pt x="7518455" y="2644484"/>
                  </a:lnTo>
                  <a:lnTo>
                    <a:pt x="7441164" y="2634516"/>
                  </a:lnTo>
                  <a:lnTo>
                    <a:pt x="7355677" y="2621949"/>
                  </a:lnTo>
                  <a:lnTo>
                    <a:pt x="7266202" y="2606813"/>
                  </a:lnTo>
                  <a:lnTo>
                    <a:pt x="7176520" y="2589168"/>
                  </a:lnTo>
                  <a:lnTo>
                    <a:pt x="7089554" y="2569050"/>
                  </a:lnTo>
                  <a:lnTo>
                    <a:pt x="7007240" y="2546423"/>
                  </a:lnTo>
                  <a:lnTo>
                    <a:pt x="6930605" y="2521155"/>
                  </a:lnTo>
                  <a:lnTo>
                    <a:pt x="6859942" y="2493003"/>
                  </a:lnTo>
                  <a:lnTo>
                    <a:pt x="6795021" y="2461619"/>
                  </a:lnTo>
                  <a:lnTo>
                    <a:pt x="6735271" y="2426551"/>
                  </a:lnTo>
                  <a:lnTo>
                    <a:pt x="6679921" y="2387271"/>
                  </a:lnTo>
                  <a:lnTo>
                    <a:pt x="6628109" y="2343207"/>
                  </a:lnTo>
                  <a:lnTo>
                    <a:pt x="6578961" y="2293818"/>
                  </a:lnTo>
                  <a:lnTo>
                    <a:pt x="6531669" y="2238708"/>
                  </a:lnTo>
                  <a:lnTo>
                    <a:pt x="6515891" y="2218647"/>
                  </a:lnTo>
                  <a:lnTo>
                    <a:pt x="6479555" y="2169343"/>
                  </a:lnTo>
                  <a:lnTo>
                    <a:pt x="6443562" y="2116327"/>
                  </a:lnTo>
                  <a:lnTo>
                    <a:pt x="6407685" y="2059526"/>
                  </a:lnTo>
                  <a:lnTo>
                    <a:pt x="6371747" y="1998928"/>
                  </a:lnTo>
                  <a:lnTo>
                    <a:pt x="6335617" y="1934592"/>
                  </a:lnTo>
                  <a:lnTo>
                    <a:pt x="6299205" y="1866658"/>
                  </a:lnTo>
                  <a:lnTo>
                    <a:pt x="6262456" y="1795344"/>
                  </a:lnTo>
                  <a:lnTo>
                    <a:pt x="6225353" y="1720952"/>
                  </a:lnTo>
                  <a:lnTo>
                    <a:pt x="6187905" y="1643864"/>
                  </a:lnTo>
                  <a:lnTo>
                    <a:pt x="6150150" y="1564539"/>
                  </a:lnTo>
                  <a:lnTo>
                    <a:pt x="6112150" y="1483499"/>
                  </a:lnTo>
                  <a:lnTo>
                    <a:pt x="6073980" y="1401318"/>
                  </a:lnTo>
                  <a:lnTo>
                    <a:pt x="6035731" y="1318607"/>
                  </a:lnTo>
                  <a:lnTo>
                    <a:pt x="5997496" y="1235991"/>
                  </a:lnTo>
                  <a:lnTo>
                    <a:pt x="5959369" y="1154093"/>
                  </a:lnTo>
                  <a:lnTo>
                    <a:pt x="5921436" y="1073516"/>
                  </a:lnTo>
                  <a:lnTo>
                    <a:pt x="5883769" y="994819"/>
                  </a:lnTo>
                  <a:lnTo>
                    <a:pt x="5846423" y="918505"/>
                  </a:lnTo>
                  <a:lnTo>
                    <a:pt x="5809427" y="845012"/>
                  </a:lnTo>
                  <a:lnTo>
                    <a:pt x="5772785" y="774697"/>
                  </a:lnTo>
                  <a:lnTo>
                    <a:pt x="5736466" y="707837"/>
                  </a:lnTo>
                  <a:lnTo>
                    <a:pt x="5700406" y="644627"/>
                  </a:lnTo>
                  <a:lnTo>
                    <a:pt x="5664502" y="585180"/>
                  </a:lnTo>
                  <a:lnTo>
                    <a:pt x="5628611" y="529534"/>
                  </a:lnTo>
                  <a:lnTo>
                    <a:pt x="5592540" y="477657"/>
                  </a:lnTo>
                  <a:lnTo>
                    <a:pt x="5567201" y="443729"/>
                  </a:lnTo>
                  <a:lnTo>
                    <a:pt x="5520379" y="386638"/>
                  </a:lnTo>
                  <a:lnTo>
                    <a:pt x="5471947" y="335336"/>
                  </a:lnTo>
                  <a:lnTo>
                    <a:pt x="5421137" y="289519"/>
                  </a:lnTo>
                  <a:lnTo>
                    <a:pt x="5367088" y="248677"/>
                  </a:lnTo>
                  <a:lnTo>
                    <a:pt x="5308927" y="212240"/>
                  </a:lnTo>
                  <a:lnTo>
                    <a:pt x="5245841" y="179658"/>
                  </a:lnTo>
                  <a:lnTo>
                    <a:pt x="5177176" y="150452"/>
                  </a:lnTo>
                  <a:lnTo>
                    <a:pt x="5102568" y="124236"/>
                  </a:lnTo>
                  <a:lnTo>
                    <a:pt x="5022111" y="100732"/>
                  </a:lnTo>
                  <a:lnTo>
                    <a:pt x="4936557" y="79769"/>
                  </a:lnTo>
                  <a:lnTo>
                    <a:pt x="4847519" y="61283"/>
                  </a:lnTo>
                  <a:lnTo>
                    <a:pt x="4757588" y="45287"/>
                  </a:lnTo>
                  <a:lnTo>
                    <a:pt x="4670282" y="31841"/>
                  </a:lnTo>
                  <a:lnTo>
                    <a:pt x="4589732" y="20991"/>
                  </a:lnTo>
                  <a:lnTo>
                    <a:pt x="4520061" y="12710"/>
                  </a:lnTo>
                  <a:lnTo>
                    <a:pt x="4464570" y="6846"/>
                  </a:lnTo>
                  <a:lnTo>
                    <a:pt x="4424959" y="3102"/>
                  </a:lnTo>
                  <a:lnTo>
                    <a:pt x="4400836" y="1053"/>
                  </a:lnTo>
                  <a:lnTo>
                    <a:pt x="4389643" y="194"/>
                  </a:lnTo>
                  <a:lnTo>
                    <a:pt x="4386903" y="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5" y="66"/>
                  </a:lnTo>
                  <a:lnTo>
                    <a:pt x="3838905" y="540"/>
                  </a:lnTo>
                  <a:lnTo>
                    <a:pt x="3818940" y="1850"/>
                  </a:lnTo>
                  <a:lnTo>
                    <a:pt x="3783703" y="4421"/>
                  </a:lnTo>
                  <a:lnTo>
                    <a:pt x="3732103" y="8631"/>
                  </a:lnTo>
                  <a:lnTo>
                    <a:pt x="3665311" y="14756"/>
                  </a:lnTo>
                  <a:lnTo>
                    <a:pt x="3586356" y="22956"/>
                  </a:lnTo>
                  <a:lnTo>
                    <a:pt x="3499364" y="33277"/>
                  </a:lnTo>
                  <a:lnTo>
                    <a:pt x="3408677" y="45690"/>
                  </a:lnTo>
                  <a:lnTo>
                    <a:pt x="3318133" y="60146"/>
                  </a:lnTo>
                  <a:lnTo>
                    <a:pt x="3230649" y="76620"/>
                  </a:lnTo>
                  <a:lnTo>
                    <a:pt x="3148106" y="95152"/>
                  </a:lnTo>
                  <a:lnTo>
                    <a:pt x="3071453" y="115862"/>
                  </a:lnTo>
                  <a:lnTo>
                    <a:pt x="3000906" y="138962"/>
                  </a:lnTo>
                  <a:lnTo>
                    <a:pt x="2936160" y="164755"/>
                  </a:lnTo>
                  <a:lnTo>
                    <a:pt x="2876577" y="193626"/>
                  </a:lnTo>
                  <a:lnTo>
                    <a:pt x="2821338" y="226019"/>
                  </a:lnTo>
                  <a:lnTo>
                    <a:pt x="2769541" y="262408"/>
                  </a:lnTo>
                  <a:lnTo>
                    <a:pt x="2720291" y="303225"/>
                  </a:lnTo>
                  <a:lnTo>
                    <a:pt x="2672774" y="348751"/>
                  </a:lnTo>
                  <a:lnTo>
                    <a:pt x="2667772" y="353894"/>
                  </a:lnTo>
                  <a:lnTo>
                    <a:pt x="2628304" y="396766"/>
                  </a:lnTo>
                  <a:lnTo>
                    <a:pt x="2589216" y="443141"/>
                  </a:lnTo>
                  <a:lnTo>
                    <a:pt x="2550225" y="493087"/>
                  </a:lnTo>
                  <a:lnTo>
                    <a:pt x="2511118" y="546601"/>
                  </a:lnTo>
                  <a:lnTo>
                    <a:pt x="2471743" y="603597"/>
                  </a:lnTo>
                  <a:lnTo>
                    <a:pt x="2432003" y="663902"/>
                  </a:lnTo>
                  <a:lnTo>
                    <a:pt x="2391849" y="727251"/>
                  </a:lnTo>
                  <a:lnTo>
                    <a:pt x="2351280" y="793288"/>
                  </a:lnTo>
                  <a:lnTo>
                    <a:pt x="2310333" y="861571"/>
                  </a:lnTo>
                  <a:lnTo>
                    <a:pt x="2269078" y="931581"/>
                  </a:lnTo>
                  <a:lnTo>
                    <a:pt x="2227611" y="1002738"/>
                  </a:lnTo>
                  <a:lnTo>
                    <a:pt x="2186045" y="1074422"/>
                  </a:lnTo>
                  <a:lnTo>
                    <a:pt x="2144500" y="1145992"/>
                  </a:lnTo>
                  <a:lnTo>
                    <a:pt x="2103096" y="1216811"/>
                  </a:lnTo>
                  <a:lnTo>
                    <a:pt x="2061941" y="1286271"/>
                  </a:lnTo>
                  <a:lnTo>
                    <a:pt x="2021121" y="1353812"/>
                  </a:lnTo>
                  <a:lnTo>
                    <a:pt x="1980698" y="1418941"/>
                  </a:lnTo>
                  <a:lnTo>
                    <a:pt x="1940693" y="1481245"/>
                  </a:lnTo>
                  <a:lnTo>
                    <a:pt x="1901090" y="1540401"/>
                  </a:lnTo>
                  <a:lnTo>
                    <a:pt x="1861824" y="1596175"/>
                  </a:lnTo>
                  <a:lnTo>
                    <a:pt x="1822779" y="1648427"/>
                  </a:lnTo>
                  <a:lnTo>
                    <a:pt x="1783782" y="1697102"/>
                  </a:lnTo>
                  <a:lnTo>
                    <a:pt x="1744595" y="1742222"/>
                  </a:lnTo>
                  <a:lnTo>
                    <a:pt x="1719082" y="1769473"/>
                  </a:lnTo>
                  <a:lnTo>
                    <a:pt x="1671709" y="1815507"/>
                  </a:lnTo>
                  <a:lnTo>
                    <a:pt x="1622680" y="1856817"/>
                  </a:lnTo>
                  <a:lnTo>
                    <a:pt x="1571197" y="1893660"/>
                  </a:lnTo>
                  <a:lnTo>
                    <a:pt x="1516369" y="1926458"/>
                  </a:lnTo>
                  <a:lnTo>
                    <a:pt x="1457292" y="1955683"/>
                  </a:lnTo>
                  <a:lnTo>
                    <a:pt x="1393132" y="1981785"/>
                  </a:lnTo>
                  <a:lnTo>
                    <a:pt x="1323226" y="2005157"/>
                  </a:lnTo>
                  <a:lnTo>
                    <a:pt x="1247227" y="2026110"/>
                  </a:lnTo>
                  <a:lnTo>
                    <a:pt x="1165282" y="2044867"/>
                  </a:lnTo>
                  <a:lnTo>
                    <a:pt x="1078254" y="2061558"/>
                  </a:lnTo>
                  <a:lnTo>
                    <a:pt x="987916" y="2076230"/>
                  </a:lnTo>
                  <a:lnTo>
                    <a:pt x="897075" y="2088864"/>
                  </a:lnTo>
                  <a:lnTo>
                    <a:pt x="809485" y="2099410"/>
                  </a:lnTo>
                  <a:lnTo>
                    <a:pt x="729464" y="2107836"/>
                  </a:lnTo>
                  <a:lnTo>
                    <a:pt x="661201" y="2114178"/>
                  </a:lnTo>
                  <a:lnTo>
                    <a:pt x="607885" y="2118580"/>
                  </a:lnTo>
                  <a:lnTo>
                    <a:pt x="570911" y="2121310"/>
                  </a:lnTo>
                  <a:lnTo>
                    <a:pt x="549436" y="2122735"/>
                  </a:lnTo>
                  <a:lnTo>
                    <a:pt x="540384" y="2123278"/>
                  </a:lnTo>
                  <a:lnTo>
                    <a:pt x="538738" y="2123368"/>
                  </a:lnTo>
                  <a:lnTo>
                    <a:pt x="538736" y="2123368"/>
                  </a:lnTo>
                  <a:lnTo>
                    <a:pt x="0" y="2123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4" name="pg914"/>
            <p:cNvSpPr/>
            <p:nvPr/>
          </p:nvSpPr>
          <p:spPr>
            <a:xfrm>
              <a:off x="546595" y="1360244"/>
              <a:ext cx="8234974" cy="3201386"/>
            </a:xfrm>
            <a:custGeom>
              <a:avLst/>
              <a:pathLst>
                <a:path w="8234974" h="3201386">
                  <a:moveTo>
                    <a:pt x="0" y="2090701"/>
                  </a:moveTo>
                  <a:lnTo>
                    <a:pt x="538736" y="2090701"/>
                  </a:lnTo>
                  <a:lnTo>
                    <a:pt x="539962" y="2090635"/>
                  </a:lnTo>
                  <a:lnTo>
                    <a:pt x="547969" y="2090169"/>
                  </a:lnTo>
                  <a:lnTo>
                    <a:pt x="567974" y="2088880"/>
                  </a:lnTo>
                  <a:lnTo>
                    <a:pt x="603280" y="2086348"/>
                  </a:lnTo>
                  <a:lnTo>
                    <a:pt x="654970" y="2082206"/>
                  </a:lnTo>
                  <a:lnTo>
                    <a:pt x="721868" y="2076178"/>
                  </a:lnTo>
                  <a:lnTo>
                    <a:pt x="800929" y="2068109"/>
                  </a:lnTo>
                  <a:lnTo>
                    <a:pt x="888017" y="2057955"/>
                  </a:lnTo>
                  <a:lnTo>
                    <a:pt x="978781" y="2045743"/>
                  </a:lnTo>
                  <a:lnTo>
                    <a:pt x="1069378" y="2031522"/>
                  </a:lnTo>
                  <a:lnTo>
                    <a:pt x="1156895" y="2015316"/>
                  </a:lnTo>
                  <a:lnTo>
                    <a:pt x="1239451" y="1997086"/>
                  </a:lnTo>
                  <a:lnTo>
                    <a:pt x="1316104" y="1976713"/>
                  </a:lnTo>
                  <a:lnTo>
                    <a:pt x="1386643" y="1953986"/>
                  </a:lnTo>
                  <a:lnTo>
                    <a:pt x="1451379" y="1928607"/>
                  </a:lnTo>
                  <a:lnTo>
                    <a:pt x="1510950" y="1900197"/>
                  </a:lnTo>
                  <a:lnTo>
                    <a:pt x="1566183" y="1868316"/>
                  </a:lnTo>
                  <a:lnTo>
                    <a:pt x="1617979" y="1832501"/>
                  </a:lnTo>
                  <a:lnTo>
                    <a:pt x="1667237" y="1792325"/>
                  </a:lnTo>
                  <a:lnTo>
                    <a:pt x="1714770" y="1747517"/>
                  </a:lnTo>
                  <a:lnTo>
                    <a:pt x="1719082" y="1743158"/>
                  </a:lnTo>
                  <a:lnTo>
                    <a:pt x="1758795" y="1700782"/>
                  </a:lnTo>
                  <a:lnTo>
                    <a:pt x="1798125" y="1654923"/>
                  </a:lnTo>
                  <a:lnTo>
                    <a:pt x="1837359" y="1605512"/>
                  </a:lnTo>
                  <a:lnTo>
                    <a:pt x="1876714" y="1552555"/>
                  </a:lnTo>
                  <a:lnTo>
                    <a:pt x="1916344" y="1496139"/>
                  </a:lnTo>
                  <a:lnTo>
                    <a:pt x="1956346" y="1436439"/>
                  </a:lnTo>
                  <a:lnTo>
                    <a:pt x="1996767" y="1373725"/>
                  </a:lnTo>
                  <a:lnTo>
                    <a:pt x="2037608" y="1308355"/>
                  </a:lnTo>
                  <a:lnTo>
                    <a:pt x="2078828" y="1240776"/>
                  </a:lnTo>
                  <a:lnTo>
                    <a:pt x="2120356" y="1171511"/>
                  </a:lnTo>
                  <a:lnTo>
                    <a:pt x="2162092" y="1101142"/>
                  </a:lnTo>
                  <a:lnTo>
                    <a:pt x="2203920" y="1030293"/>
                  </a:lnTo>
                  <a:lnTo>
                    <a:pt x="2245716" y="959606"/>
                  </a:lnTo>
                  <a:lnTo>
                    <a:pt x="2287361" y="889715"/>
                  </a:lnTo>
                  <a:lnTo>
                    <a:pt x="2328746" y="821226"/>
                  </a:lnTo>
                  <a:lnTo>
                    <a:pt x="2369783" y="754695"/>
                  </a:lnTo>
                  <a:lnTo>
                    <a:pt x="2410416" y="690606"/>
                  </a:lnTo>
                  <a:lnTo>
                    <a:pt x="2450624" y="629364"/>
                  </a:lnTo>
                  <a:lnTo>
                    <a:pt x="2490430" y="571284"/>
                  </a:lnTo>
                  <a:lnTo>
                    <a:pt x="2529907" y="516587"/>
                  </a:lnTo>
                  <a:lnTo>
                    <a:pt x="2569178" y="465403"/>
                  </a:lnTo>
                  <a:lnTo>
                    <a:pt x="2608429" y="417777"/>
                  </a:lnTo>
                  <a:lnTo>
                    <a:pt x="2647910" y="373678"/>
                  </a:lnTo>
                  <a:lnTo>
                    <a:pt x="2667772" y="352987"/>
                  </a:lnTo>
                  <a:lnTo>
                    <a:pt x="2715181" y="307748"/>
                  </a:lnTo>
                  <a:lnTo>
                    <a:pt x="2764248" y="267154"/>
                  </a:lnTo>
                  <a:lnTo>
                    <a:pt x="2815774" y="230954"/>
                  </a:lnTo>
                  <a:lnTo>
                    <a:pt x="2870652" y="198730"/>
                  </a:lnTo>
                  <a:lnTo>
                    <a:pt x="2929788" y="170020"/>
                  </a:lnTo>
                  <a:lnTo>
                    <a:pt x="2994018" y="144379"/>
                  </a:lnTo>
                  <a:lnTo>
                    <a:pt x="3064004" y="121421"/>
                  </a:lnTo>
                  <a:lnTo>
                    <a:pt x="3140093" y="100842"/>
                  </a:lnTo>
                  <a:lnTo>
                    <a:pt x="3222132" y="82421"/>
                  </a:lnTo>
                  <a:lnTo>
                    <a:pt x="3309256" y="66031"/>
                  </a:lnTo>
                  <a:lnTo>
                    <a:pt x="3399676" y="51627"/>
                  </a:lnTo>
                  <a:lnTo>
                    <a:pt x="3490572" y="39228"/>
                  </a:lnTo>
                  <a:lnTo>
                    <a:pt x="3578177" y="28883"/>
                  </a:lnTo>
                  <a:lnTo>
                    <a:pt x="3658160" y="20623"/>
                  </a:lnTo>
                  <a:lnTo>
                    <a:pt x="3726327" y="14412"/>
                  </a:lnTo>
                  <a:lnTo>
                    <a:pt x="3779500" y="10105"/>
                  </a:lnTo>
                  <a:lnTo>
                    <a:pt x="3816303" y="7440"/>
                  </a:lnTo>
                  <a:lnTo>
                    <a:pt x="3837610" y="6053"/>
                  </a:lnTo>
                  <a:lnTo>
                    <a:pt x="3846531" y="552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2" y="5537"/>
                  </a:lnTo>
                  <a:lnTo>
                    <a:pt x="4395433" y="6198"/>
                  </a:lnTo>
                  <a:lnTo>
                    <a:pt x="4414072" y="8026"/>
                  </a:lnTo>
                  <a:lnTo>
                    <a:pt x="4447092" y="11619"/>
                  </a:lnTo>
                  <a:lnTo>
                    <a:pt x="4495685" y="17510"/>
                  </a:lnTo>
                  <a:lnTo>
                    <a:pt x="4558987" y="26106"/>
                  </a:lnTo>
                  <a:lnTo>
                    <a:pt x="4634376" y="37652"/>
                  </a:lnTo>
                  <a:lnTo>
                    <a:pt x="4718126" y="52233"/>
                  </a:lnTo>
                  <a:lnTo>
                    <a:pt x="4806180" y="69825"/>
                  </a:lnTo>
                  <a:lnTo>
                    <a:pt x="4894833" y="90357"/>
                  </a:lnTo>
                  <a:lnTo>
                    <a:pt x="4981161" y="113782"/>
                  </a:lnTo>
                  <a:lnTo>
                    <a:pt x="5063172" y="140126"/>
                  </a:lnTo>
                  <a:lnTo>
                    <a:pt x="5139758" y="169525"/>
                  </a:lnTo>
                  <a:lnTo>
                    <a:pt x="5210534" y="202237"/>
                  </a:lnTo>
                  <a:lnTo>
                    <a:pt x="5275646" y="238642"/>
                  </a:lnTo>
                  <a:lnTo>
                    <a:pt x="5335593" y="279240"/>
                  </a:lnTo>
                  <a:lnTo>
                    <a:pt x="5391086" y="324625"/>
                  </a:lnTo>
                  <a:lnTo>
                    <a:pt x="5442943" y="375450"/>
                  </a:lnTo>
                  <a:lnTo>
                    <a:pt x="5492006" y="432360"/>
                  </a:lnTo>
                  <a:lnTo>
                    <a:pt x="5539075" y="495869"/>
                  </a:lnTo>
                  <a:lnTo>
                    <a:pt x="5567201" y="538101"/>
                  </a:lnTo>
                  <a:lnTo>
                    <a:pt x="5600969" y="592934"/>
                  </a:lnTo>
                  <a:lnTo>
                    <a:pt x="5634426" y="651604"/>
                  </a:lnTo>
                  <a:lnTo>
                    <a:pt x="5667758" y="714190"/>
                  </a:lnTo>
                  <a:lnTo>
                    <a:pt x="5701114" y="780713"/>
                  </a:lnTo>
                  <a:lnTo>
                    <a:pt x="5734608" y="851133"/>
                  </a:lnTo>
                  <a:lnTo>
                    <a:pt x="5768321" y="925342"/>
                  </a:lnTo>
                  <a:lnTo>
                    <a:pt x="5802310" y="1003161"/>
                  </a:lnTo>
                  <a:lnTo>
                    <a:pt x="5836600" y="1084336"/>
                  </a:lnTo>
                  <a:lnTo>
                    <a:pt x="5871196" y="1168538"/>
                  </a:lnTo>
                  <a:lnTo>
                    <a:pt x="5906080" y="1255371"/>
                  </a:lnTo>
                  <a:lnTo>
                    <a:pt x="5941215" y="1344372"/>
                  </a:lnTo>
                  <a:lnTo>
                    <a:pt x="5976550" y="1435025"/>
                  </a:lnTo>
                  <a:lnTo>
                    <a:pt x="6012020" y="1526768"/>
                  </a:lnTo>
                  <a:lnTo>
                    <a:pt x="6047552" y="1619012"/>
                  </a:lnTo>
                  <a:lnTo>
                    <a:pt x="6083071" y="1711154"/>
                  </a:lnTo>
                  <a:lnTo>
                    <a:pt x="6118503" y="1802594"/>
                  </a:lnTo>
                  <a:lnTo>
                    <a:pt x="6153777" y="1892749"/>
                  </a:lnTo>
                  <a:lnTo>
                    <a:pt x="6188833" y="1981073"/>
                  </a:lnTo>
                  <a:lnTo>
                    <a:pt x="6223623" y="2067065"/>
                  </a:lnTo>
                  <a:lnTo>
                    <a:pt x="6258116" y="2150285"/>
                  </a:lnTo>
                  <a:lnTo>
                    <a:pt x="6292303" y="2230359"/>
                  </a:lnTo>
                  <a:lnTo>
                    <a:pt x="6326194" y="2306982"/>
                  </a:lnTo>
                  <a:lnTo>
                    <a:pt x="6359826" y="2379928"/>
                  </a:lnTo>
                  <a:lnTo>
                    <a:pt x="6393262" y="2449039"/>
                  </a:lnTo>
                  <a:lnTo>
                    <a:pt x="6426595" y="2514233"/>
                  </a:lnTo>
                  <a:lnTo>
                    <a:pt x="6459951" y="2575489"/>
                  </a:lnTo>
                  <a:lnTo>
                    <a:pt x="6493490" y="2632851"/>
                  </a:lnTo>
                  <a:lnTo>
                    <a:pt x="6515891" y="2668729"/>
                  </a:lnTo>
                  <a:lnTo>
                    <a:pt x="6562087" y="2736402"/>
                  </a:lnTo>
                  <a:lnTo>
                    <a:pt x="6609840" y="2797306"/>
                  </a:lnTo>
                  <a:lnTo>
                    <a:pt x="6659888" y="2851784"/>
                  </a:lnTo>
                  <a:lnTo>
                    <a:pt x="6713055" y="2900420"/>
                  </a:lnTo>
                  <a:lnTo>
                    <a:pt x="6770183" y="2943872"/>
                  </a:lnTo>
                  <a:lnTo>
                    <a:pt x="6832058" y="2982778"/>
                  </a:lnTo>
                  <a:lnTo>
                    <a:pt x="6899323" y="3017697"/>
                  </a:lnTo>
                  <a:lnTo>
                    <a:pt x="6972361" y="3049085"/>
                  </a:lnTo>
                  <a:lnTo>
                    <a:pt x="7051132" y="3077275"/>
                  </a:lnTo>
                  <a:lnTo>
                    <a:pt x="7134995" y="3102478"/>
                  </a:lnTo>
                  <a:lnTo>
                    <a:pt x="7222513" y="3124782"/>
                  </a:lnTo>
                  <a:lnTo>
                    <a:pt x="7311331" y="3144182"/>
                  </a:lnTo>
                  <a:lnTo>
                    <a:pt x="7398186" y="3160613"/>
                  </a:lnTo>
                  <a:lnTo>
                    <a:pt x="7479174" y="3174015"/>
                  </a:lnTo>
                  <a:lnTo>
                    <a:pt x="7550273" y="3184398"/>
                  </a:lnTo>
                  <a:lnTo>
                    <a:pt x="7608095" y="3191907"/>
                  </a:lnTo>
                  <a:lnTo>
                    <a:pt x="7650639" y="3196850"/>
                  </a:lnTo>
                  <a:lnTo>
                    <a:pt x="7677824" y="3199690"/>
                  </a:lnTo>
                  <a:lnTo>
                    <a:pt x="7691641" y="3200993"/>
                  </a:lnTo>
                  <a:lnTo>
                    <a:pt x="7695971" y="3201364"/>
                  </a:lnTo>
                  <a:lnTo>
                    <a:pt x="7696237" y="3201386"/>
                  </a:lnTo>
                  <a:lnTo>
                    <a:pt x="8234974" y="3201386"/>
                  </a:lnTo>
                  <a:lnTo>
                    <a:pt x="8234974" y="3195941"/>
                  </a:lnTo>
                  <a:lnTo>
                    <a:pt x="7696237" y="3195941"/>
                  </a:lnTo>
                  <a:lnTo>
                    <a:pt x="7695100" y="3195848"/>
                  </a:lnTo>
                  <a:lnTo>
                    <a:pt x="7687659" y="3195187"/>
                  </a:lnTo>
                  <a:lnTo>
                    <a:pt x="7669020" y="3193359"/>
                  </a:lnTo>
                  <a:lnTo>
                    <a:pt x="7636001" y="3189766"/>
                  </a:lnTo>
                  <a:lnTo>
                    <a:pt x="7587407" y="3183875"/>
                  </a:lnTo>
                  <a:lnTo>
                    <a:pt x="7524106" y="3175279"/>
                  </a:lnTo>
                  <a:lnTo>
                    <a:pt x="7448716" y="3163733"/>
                  </a:lnTo>
                  <a:lnTo>
                    <a:pt x="7364967" y="3149152"/>
                  </a:lnTo>
                  <a:lnTo>
                    <a:pt x="7276913" y="3131560"/>
                  </a:lnTo>
                  <a:lnTo>
                    <a:pt x="7188259" y="3111028"/>
                  </a:lnTo>
                  <a:lnTo>
                    <a:pt x="7101931" y="3087603"/>
                  </a:lnTo>
                  <a:lnTo>
                    <a:pt x="7019920" y="3061259"/>
                  </a:lnTo>
                  <a:lnTo>
                    <a:pt x="6943335" y="3031860"/>
                  </a:lnTo>
                  <a:lnTo>
                    <a:pt x="6872558" y="2999148"/>
                  </a:lnTo>
                  <a:lnTo>
                    <a:pt x="6807446" y="2962743"/>
                  </a:lnTo>
                  <a:lnTo>
                    <a:pt x="6747499" y="2922145"/>
                  </a:lnTo>
                  <a:lnTo>
                    <a:pt x="6692006" y="2876760"/>
                  </a:lnTo>
                  <a:lnTo>
                    <a:pt x="6640149" y="2825935"/>
                  </a:lnTo>
                  <a:lnTo>
                    <a:pt x="6591086" y="2769025"/>
                  </a:lnTo>
                  <a:lnTo>
                    <a:pt x="6544018" y="2705516"/>
                  </a:lnTo>
                  <a:lnTo>
                    <a:pt x="6515891" y="2663284"/>
                  </a:lnTo>
                  <a:lnTo>
                    <a:pt x="6482123" y="2608451"/>
                  </a:lnTo>
                  <a:lnTo>
                    <a:pt x="6448666" y="2549781"/>
                  </a:lnTo>
                  <a:lnTo>
                    <a:pt x="6415334" y="2487195"/>
                  </a:lnTo>
                  <a:lnTo>
                    <a:pt x="6381978" y="2420672"/>
                  </a:lnTo>
                  <a:lnTo>
                    <a:pt x="6348485" y="2350252"/>
                  </a:lnTo>
                  <a:lnTo>
                    <a:pt x="6314771" y="2276043"/>
                  </a:lnTo>
                  <a:lnTo>
                    <a:pt x="6280783" y="2198224"/>
                  </a:lnTo>
                  <a:lnTo>
                    <a:pt x="6246493" y="2117049"/>
                  </a:lnTo>
                  <a:lnTo>
                    <a:pt x="6211897" y="2032847"/>
                  </a:lnTo>
                  <a:lnTo>
                    <a:pt x="6177013" y="1946014"/>
                  </a:lnTo>
                  <a:lnTo>
                    <a:pt x="6141877" y="1857013"/>
                  </a:lnTo>
                  <a:lnTo>
                    <a:pt x="6106542" y="1766360"/>
                  </a:lnTo>
                  <a:lnTo>
                    <a:pt x="6071073" y="1674617"/>
                  </a:lnTo>
                  <a:lnTo>
                    <a:pt x="6035541" y="1582373"/>
                  </a:lnTo>
                  <a:lnTo>
                    <a:pt x="6000021" y="1490231"/>
                  </a:lnTo>
                  <a:lnTo>
                    <a:pt x="5964589" y="1398791"/>
                  </a:lnTo>
                  <a:lnTo>
                    <a:pt x="5929315" y="1308636"/>
                  </a:lnTo>
                  <a:lnTo>
                    <a:pt x="5894260" y="1220312"/>
                  </a:lnTo>
                  <a:lnTo>
                    <a:pt x="5859470" y="1134320"/>
                  </a:lnTo>
                  <a:lnTo>
                    <a:pt x="5824976" y="1051100"/>
                  </a:lnTo>
                  <a:lnTo>
                    <a:pt x="5790790" y="971026"/>
                  </a:lnTo>
                  <a:lnTo>
                    <a:pt x="5756899" y="894403"/>
                  </a:lnTo>
                  <a:lnTo>
                    <a:pt x="5723267" y="821458"/>
                  </a:lnTo>
                  <a:lnTo>
                    <a:pt x="5689831" y="752346"/>
                  </a:lnTo>
                  <a:lnTo>
                    <a:pt x="5656497" y="687153"/>
                  </a:lnTo>
                  <a:lnTo>
                    <a:pt x="5623141" y="625896"/>
                  </a:lnTo>
                  <a:lnTo>
                    <a:pt x="5589602" y="568534"/>
                  </a:lnTo>
                  <a:lnTo>
                    <a:pt x="5567201" y="532656"/>
                  </a:lnTo>
                  <a:lnTo>
                    <a:pt x="5521006" y="464983"/>
                  </a:lnTo>
                  <a:lnTo>
                    <a:pt x="5473253" y="404080"/>
                  </a:lnTo>
                  <a:lnTo>
                    <a:pt x="5423205" y="349602"/>
                  </a:lnTo>
                  <a:lnTo>
                    <a:pt x="5370038" y="300965"/>
                  </a:lnTo>
                  <a:lnTo>
                    <a:pt x="5312910" y="257513"/>
                  </a:lnTo>
                  <a:lnTo>
                    <a:pt x="5251035" y="218607"/>
                  </a:lnTo>
                  <a:lnTo>
                    <a:pt x="5183769" y="183688"/>
                  </a:lnTo>
                  <a:lnTo>
                    <a:pt x="5110732" y="152300"/>
                  </a:lnTo>
                  <a:lnTo>
                    <a:pt x="5031960" y="124110"/>
                  </a:lnTo>
                  <a:lnTo>
                    <a:pt x="4948098" y="98907"/>
                  </a:lnTo>
                  <a:lnTo>
                    <a:pt x="4860579" y="76603"/>
                  </a:lnTo>
                  <a:lnTo>
                    <a:pt x="4771762" y="57203"/>
                  </a:lnTo>
                  <a:lnTo>
                    <a:pt x="4684906" y="40772"/>
                  </a:lnTo>
                  <a:lnTo>
                    <a:pt x="4603919" y="27370"/>
                  </a:lnTo>
                  <a:lnTo>
                    <a:pt x="4532820" y="16987"/>
                  </a:lnTo>
                  <a:lnTo>
                    <a:pt x="4474998" y="9478"/>
                  </a:lnTo>
                  <a:lnTo>
                    <a:pt x="4432453" y="4535"/>
                  </a:lnTo>
                  <a:lnTo>
                    <a:pt x="4405268" y="1695"/>
                  </a:lnTo>
                  <a:lnTo>
                    <a:pt x="4391451" y="392"/>
                  </a:lnTo>
                  <a:lnTo>
                    <a:pt x="4387122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3" y="65"/>
                  </a:lnTo>
                  <a:lnTo>
                    <a:pt x="3838885" y="531"/>
                  </a:lnTo>
                  <a:lnTo>
                    <a:pt x="3818880" y="1820"/>
                  </a:lnTo>
                  <a:lnTo>
                    <a:pt x="3783575" y="4352"/>
                  </a:lnTo>
                  <a:lnTo>
                    <a:pt x="3731884" y="8494"/>
                  </a:lnTo>
                  <a:lnTo>
                    <a:pt x="3664987" y="14522"/>
                  </a:lnTo>
                  <a:lnTo>
                    <a:pt x="3585925" y="22591"/>
                  </a:lnTo>
                  <a:lnTo>
                    <a:pt x="3498837" y="32745"/>
                  </a:lnTo>
                  <a:lnTo>
                    <a:pt x="3408074" y="44957"/>
                  </a:lnTo>
                  <a:lnTo>
                    <a:pt x="3317476" y="59178"/>
                  </a:lnTo>
                  <a:lnTo>
                    <a:pt x="3229960" y="75384"/>
                  </a:lnTo>
                  <a:lnTo>
                    <a:pt x="3147403" y="93614"/>
                  </a:lnTo>
                  <a:lnTo>
                    <a:pt x="3070751" y="113987"/>
                  </a:lnTo>
                  <a:lnTo>
                    <a:pt x="3000211" y="136714"/>
                  </a:lnTo>
                  <a:lnTo>
                    <a:pt x="2935476" y="162093"/>
                  </a:lnTo>
                  <a:lnTo>
                    <a:pt x="2875904" y="190503"/>
                  </a:lnTo>
                  <a:lnTo>
                    <a:pt x="2820672" y="222384"/>
                  </a:lnTo>
                  <a:lnTo>
                    <a:pt x="2768875" y="258199"/>
                  </a:lnTo>
                  <a:lnTo>
                    <a:pt x="2719617" y="298375"/>
                  </a:lnTo>
                  <a:lnTo>
                    <a:pt x="2672085" y="343183"/>
                  </a:lnTo>
                  <a:lnTo>
                    <a:pt x="2667772" y="347542"/>
                  </a:lnTo>
                  <a:lnTo>
                    <a:pt x="2628059" y="389918"/>
                  </a:lnTo>
                  <a:lnTo>
                    <a:pt x="2588729" y="435777"/>
                  </a:lnTo>
                  <a:lnTo>
                    <a:pt x="2549495" y="485188"/>
                  </a:lnTo>
                  <a:lnTo>
                    <a:pt x="2510140" y="538145"/>
                  </a:lnTo>
                  <a:lnTo>
                    <a:pt x="2470511" y="594561"/>
                  </a:lnTo>
                  <a:lnTo>
                    <a:pt x="2430509" y="654261"/>
                  </a:lnTo>
                  <a:lnTo>
                    <a:pt x="2390087" y="716975"/>
                  </a:lnTo>
                  <a:lnTo>
                    <a:pt x="2349247" y="782345"/>
                  </a:lnTo>
                  <a:lnTo>
                    <a:pt x="2308026" y="849924"/>
                  </a:lnTo>
                  <a:lnTo>
                    <a:pt x="2266499" y="919189"/>
                  </a:lnTo>
                  <a:lnTo>
                    <a:pt x="2224763" y="989558"/>
                  </a:lnTo>
                  <a:lnTo>
                    <a:pt x="2182935" y="1060407"/>
                  </a:lnTo>
                  <a:lnTo>
                    <a:pt x="2141138" y="1131094"/>
                  </a:lnTo>
                  <a:lnTo>
                    <a:pt x="2099493" y="1200985"/>
                  </a:lnTo>
                  <a:lnTo>
                    <a:pt x="2058109" y="1269474"/>
                  </a:lnTo>
                  <a:lnTo>
                    <a:pt x="2017071" y="1336006"/>
                  </a:lnTo>
                  <a:lnTo>
                    <a:pt x="1976439" y="1400094"/>
                  </a:lnTo>
                  <a:lnTo>
                    <a:pt x="1936231" y="1461336"/>
                  </a:lnTo>
                  <a:lnTo>
                    <a:pt x="1896424" y="1519416"/>
                  </a:lnTo>
                  <a:lnTo>
                    <a:pt x="1856948" y="1574114"/>
                  </a:lnTo>
                  <a:lnTo>
                    <a:pt x="1817676" y="1625297"/>
                  </a:lnTo>
                  <a:lnTo>
                    <a:pt x="1778426" y="1672923"/>
                  </a:lnTo>
                  <a:lnTo>
                    <a:pt x="1738945" y="1717022"/>
                  </a:lnTo>
                  <a:lnTo>
                    <a:pt x="1719082" y="1737713"/>
                  </a:lnTo>
                  <a:lnTo>
                    <a:pt x="1671674" y="1782952"/>
                  </a:lnTo>
                  <a:lnTo>
                    <a:pt x="1622606" y="1823546"/>
                  </a:lnTo>
                  <a:lnTo>
                    <a:pt x="1571080" y="1859746"/>
                  </a:lnTo>
                  <a:lnTo>
                    <a:pt x="1516202" y="1891970"/>
                  </a:lnTo>
                  <a:lnTo>
                    <a:pt x="1457066" y="1920680"/>
                  </a:lnTo>
                  <a:lnTo>
                    <a:pt x="1392837" y="1946321"/>
                  </a:lnTo>
                  <a:lnTo>
                    <a:pt x="1322851" y="1969279"/>
                  </a:lnTo>
                  <a:lnTo>
                    <a:pt x="1246762" y="1989858"/>
                  </a:lnTo>
                  <a:lnTo>
                    <a:pt x="1164722" y="2008279"/>
                  </a:lnTo>
                  <a:lnTo>
                    <a:pt x="1077599" y="2024669"/>
                  </a:lnTo>
                  <a:lnTo>
                    <a:pt x="987179" y="2039073"/>
                  </a:lnTo>
                  <a:lnTo>
                    <a:pt x="896282" y="2051472"/>
                  </a:lnTo>
                  <a:lnTo>
                    <a:pt x="808678" y="2061817"/>
                  </a:lnTo>
                  <a:lnTo>
                    <a:pt x="728695" y="2070077"/>
                  </a:lnTo>
                  <a:lnTo>
                    <a:pt x="660527" y="2076288"/>
                  </a:lnTo>
                  <a:lnTo>
                    <a:pt x="607355" y="2080595"/>
                  </a:lnTo>
                  <a:lnTo>
                    <a:pt x="570551" y="2083260"/>
                  </a:lnTo>
                  <a:lnTo>
                    <a:pt x="549244" y="2084647"/>
                  </a:lnTo>
                  <a:lnTo>
                    <a:pt x="540324" y="2085171"/>
                  </a:lnTo>
                  <a:lnTo>
                    <a:pt x="538736" y="2085256"/>
                  </a:lnTo>
                  <a:lnTo>
                    <a:pt x="0" y="2085256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15" name="pl915"/>
            <p:cNvSpPr/>
            <p:nvPr/>
          </p:nvSpPr>
          <p:spPr>
            <a:xfrm>
              <a:off x="546595" y="1365689"/>
              <a:ext cx="8234974" cy="3195941"/>
            </a:xfrm>
            <a:custGeom>
              <a:avLst/>
              <a:pathLst>
                <a:path w="8234974" h="3195941">
                  <a:moveTo>
                    <a:pt x="0" y="2085256"/>
                  </a:moveTo>
                  <a:lnTo>
                    <a:pt x="538736" y="2085256"/>
                  </a:lnTo>
                  <a:lnTo>
                    <a:pt x="539962" y="2085191"/>
                  </a:lnTo>
                  <a:lnTo>
                    <a:pt x="547969" y="2084725"/>
                  </a:lnTo>
                  <a:lnTo>
                    <a:pt x="567974" y="2083435"/>
                  </a:lnTo>
                  <a:lnTo>
                    <a:pt x="603280" y="2080904"/>
                  </a:lnTo>
                  <a:lnTo>
                    <a:pt x="654970" y="2076761"/>
                  </a:lnTo>
                  <a:lnTo>
                    <a:pt x="721868" y="2070733"/>
                  </a:lnTo>
                  <a:lnTo>
                    <a:pt x="800929" y="2062665"/>
                  </a:lnTo>
                  <a:lnTo>
                    <a:pt x="888017" y="2052511"/>
                  </a:lnTo>
                  <a:lnTo>
                    <a:pt x="978781" y="2040299"/>
                  </a:lnTo>
                  <a:lnTo>
                    <a:pt x="1069378" y="2026078"/>
                  </a:lnTo>
                  <a:lnTo>
                    <a:pt x="1156895" y="2009871"/>
                  </a:lnTo>
                  <a:lnTo>
                    <a:pt x="1239451" y="1991642"/>
                  </a:lnTo>
                  <a:lnTo>
                    <a:pt x="1316104" y="1971268"/>
                  </a:lnTo>
                  <a:lnTo>
                    <a:pt x="1386643" y="1948542"/>
                  </a:lnTo>
                  <a:lnTo>
                    <a:pt x="1451379" y="1923162"/>
                  </a:lnTo>
                  <a:lnTo>
                    <a:pt x="1510950" y="1894752"/>
                  </a:lnTo>
                  <a:lnTo>
                    <a:pt x="1566183" y="1862872"/>
                  </a:lnTo>
                  <a:lnTo>
                    <a:pt x="1617979" y="1827056"/>
                  </a:lnTo>
                  <a:lnTo>
                    <a:pt x="1667237" y="1786881"/>
                  </a:lnTo>
                  <a:lnTo>
                    <a:pt x="1714770" y="1742072"/>
                  </a:lnTo>
                  <a:lnTo>
                    <a:pt x="1719082" y="1737713"/>
                  </a:lnTo>
                  <a:lnTo>
                    <a:pt x="1758795" y="1695338"/>
                  </a:lnTo>
                  <a:lnTo>
                    <a:pt x="1798125" y="1649479"/>
                  </a:lnTo>
                  <a:lnTo>
                    <a:pt x="1837359" y="1600068"/>
                  </a:lnTo>
                  <a:lnTo>
                    <a:pt x="1876714" y="1547111"/>
                  </a:lnTo>
                  <a:lnTo>
                    <a:pt x="1916344" y="1490694"/>
                  </a:lnTo>
                  <a:lnTo>
                    <a:pt x="1956346" y="1430995"/>
                  </a:lnTo>
                  <a:lnTo>
                    <a:pt x="1996767" y="1368280"/>
                  </a:lnTo>
                  <a:lnTo>
                    <a:pt x="2037608" y="1302910"/>
                  </a:lnTo>
                  <a:lnTo>
                    <a:pt x="2078828" y="1235332"/>
                  </a:lnTo>
                  <a:lnTo>
                    <a:pt x="2120356" y="1166067"/>
                  </a:lnTo>
                  <a:lnTo>
                    <a:pt x="2162092" y="1095698"/>
                  </a:lnTo>
                  <a:lnTo>
                    <a:pt x="2203920" y="1024849"/>
                  </a:lnTo>
                  <a:lnTo>
                    <a:pt x="2245716" y="954161"/>
                  </a:lnTo>
                  <a:lnTo>
                    <a:pt x="2287361" y="884270"/>
                  </a:lnTo>
                  <a:lnTo>
                    <a:pt x="2328746" y="815782"/>
                  </a:lnTo>
                  <a:lnTo>
                    <a:pt x="2369783" y="749250"/>
                  </a:lnTo>
                  <a:lnTo>
                    <a:pt x="2410416" y="685161"/>
                  </a:lnTo>
                  <a:lnTo>
                    <a:pt x="2450624" y="623920"/>
                  </a:lnTo>
                  <a:lnTo>
                    <a:pt x="2490430" y="565840"/>
                  </a:lnTo>
                  <a:lnTo>
                    <a:pt x="2529907" y="511142"/>
                  </a:lnTo>
                  <a:lnTo>
                    <a:pt x="2569178" y="459958"/>
                  </a:lnTo>
                  <a:lnTo>
                    <a:pt x="2608429" y="412333"/>
                  </a:lnTo>
                  <a:lnTo>
                    <a:pt x="2647910" y="368234"/>
                  </a:lnTo>
                  <a:lnTo>
                    <a:pt x="2667772" y="347542"/>
                  </a:lnTo>
                  <a:lnTo>
                    <a:pt x="2715181" y="302304"/>
                  </a:lnTo>
                  <a:lnTo>
                    <a:pt x="2764248" y="261710"/>
                  </a:lnTo>
                  <a:lnTo>
                    <a:pt x="2815774" y="225509"/>
                  </a:lnTo>
                  <a:lnTo>
                    <a:pt x="2870652" y="193286"/>
                  </a:lnTo>
                  <a:lnTo>
                    <a:pt x="2929788" y="164575"/>
                  </a:lnTo>
                  <a:lnTo>
                    <a:pt x="2994018" y="138934"/>
                  </a:lnTo>
                  <a:lnTo>
                    <a:pt x="3064004" y="115977"/>
                  </a:lnTo>
                  <a:lnTo>
                    <a:pt x="3140093" y="95397"/>
                  </a:lnTo>
                  <a:lnTo>
                    <a:pt x="3222132" y="76976"/>
                  </a:lnTo>
                  <a:lnTo>
                    <a:pt x="3309256" y="60587"/>
                  </a:lnTo>
                  <a:lnTo>
                    <a:pt x="3399676" y="46183"/>
                  </a:lnTo>
                  <a:lnTo>
                    <a:pt x="3490572" y="33784"/>
                  </a:lnTo>
                  <a:lnTo>
                    <a:pt x="3578177" y="23438"/>
                  </a:lnTo>
                  <a:lnTo>
                    <a:pt x="3658160" y="15178"/>
                  </a:lnTo>
                  <a:lnTo>
                    <a:pt x="3726327" y="8967"/>
                  </a:lnTo>
                  <a:lnTo>
                    <a:pt x="3779500" y="4661"/>
                  </a:lnTo>
                  <a:lnTo>
                    <a:pt x="3816303" y="1995"/>
                  </a:lnTo>
                  <a:lnTo>
                    <a:pt x="3837610" y="609"/>
                  </a:lnTo>
                  <a:lnTo>
                    <a:pt x="3846531" y="85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2" y="92"/>
                  </a:lnTo>
                  <a:lnTo>
                    <a:pt x="4395433" y="753"/>
                  </a:lnTo>
                  <a:lnTo>
                    <a:pt x="4414072" y="2582"/>
                  </a:lnTo>
                  <a:lnTo>
                    <a:pt x="4447092" y="6175"/>
                  </a:lnTo>
                  <a:lnTo>
                    <a:pt x="4495685" y="12066"/>
                  </a:lnTo>
                  <a:lnTo>
                    <a:pt x="4558987" y="20662"/>
                  </a:lnTo>
                  <a:lnTo>
                    <a:pt x="4634376" y="32208"/>
                  </a:lnTo>
                  <a:lnTo>
                    <a:pt x="4718126" y="46789"/>
                  </a:lnTo>
                  <a:lnTo>
                    <a:pt x="4806180" y="64380"/>
                  </a:lnTo>
                  <a:lnTo>
                    <a:pt x="4894833" y="84912"/>
                  </a:lnTo>
                  <a:lnTo>
                    <a:pt x="4981161" y="108337"/>
                  </a:lnTo>
                  <a:lnTo>
                    <a:pt x="5063172" y="134682"/>
                  </a:lnTo>
                  <a:lnTo>
                    <a:pt x="5139758" y="164081"/>
                  </a:lnTo>
                  <a:lnTo>
                    <a:pt x="5210534" y="196792"/>
                  </a:lnTo>
                  <a:lnTo>
                    <a:pt x="5275646" y="233197"/>
                  </a:lnTo>
                  <a:lnTo>
                    <a:pt x="5335593" y="273795"/>
                  </a:lnTo>
                  <a:lnTo>
                    <a:pt x="5391086" y="319180"/>
                  </a:lnTo>
                  <a:lnTo>
                    <a:pt x="5442943" y="370006"/>
                  </a:lnTo>
                  <a:lnTo>
                    <a:pt x="5492006" y="426916"/>
                  </a:lnTo>
                  <a:lnTo>
                    <a:pt x="5539075" y="490425"/>
                  </a:lnTo>
                  <a:lnTo>
                    <a:pt x="5567201" y="532656"/>
                  </a:lnTo>
                  <a:lnTo>
                    <a:pt x="5600969" y="587490"/>
                  </a:lnTo>
                  <a:lnTo>
                    <a:pt x="5634426" y="646160"/>
                  </a:lnTo>
                  <a:lnTo>
                    <a:pt x="5667758" y="708745"/>
                  </a:lnTo>
                  <a:lnTo>
                    <a:pt x="5701114" y="775268"/>
                  </a:lnTo>
                  <a:lnTo>
                    <a:pt x="5734608" y="845688"/>
                  </a:lnTo>
                  <a:lnTo>
                    <a:pt x="5768321" y="919898"/>
                  </a:lnTo>
                  <a:lnTo>
                    <a:pt x="5802310" y="997717"/>
                  </a:lnTo>
                  <a:lnTo>
                    <a:pt x="5836600" y="1078891"/>
                  </a:lnTo>
                  <a:lnTo>
                    <a:pt x="5871196" y="1163094"/>
                  </a:lnTo>
                  <a:lnTo>
                    <a:pt x="5906080" y="1249927"/>
                  </a:lnTo>
                  <a:lnTo>
                    <a:pt x="5941215" y="1338928"/>
                  </a:lnTo>
                  <a:lnTo>
                    <a:pt x="5976550" y="1429580"/>
                  </a:lnTo>
                  <a:lnTo>
                    <a:pt x="6012020" y="1521323"/>
                  </a:lnTo>
                  <a:lnTo>
                    <a:pt x="6047552" y="1613568"/>
                  </a:lnTo>
                  <a:lnTo>
                    <a:pt x="6083071" y="1705710"/>
                  </a:lnTo>
                  <a:lnTo>
                    <a:pt x="6118503" y="1797149"/>
                  </a:lnTo>
                  <a:lnTo>
                    <a:pt x="6153777" y="1887304"/>
                  </a:lnTo>
                  <a:lnTo>
                    <a:pt x="6188833" y="1975628"/>
                  </a:lnTo>
                  <a:lnTo>
                    <a:pt x="6223623" y="2061621"/>
                  </a:lnTo>
                  <a:lnTo>
                    <a:pt x="6258116" y="2144841"/>
                  </a:lnTo>
                  <a:lnTo>
                    <a:pt x="6292303" y="2224914"/>
                  </a:lnTo>
                  <a:lnTo>
                    <a:pt x="6326194" y="2301538"/>
                  </a:lnTo>
                  <a:lnTo>
                    <a:pt x="6359826" y="2374483"/>
                  </a:lnTo>
                  <a:lnTo>
                    <a:pt x="6393262" y="2443595"/>
                  </a:lnTo>
                  <a:lnTo>
                    <a:pt x="6426595" y="2508788"/>
                  </a:lnTo>
                  <a:lnTo>
                    <a:pt x="6459951" y="2570045"/>
                  </a:lnTo>
                  <a:lnTo>
                    <a:pt x="6493490" y="2627407"/>
                  </a:lnTo>
                  <a:lnTo>
                    <a:pt x="6515891" y="2663284"/>
                  </a:lnTo>
                  <a:lnTo>
                    <a:pt x="6562087" y="2730958"/>
                  </a:lnTo>
                  <a:lnTo>
                    <a:pt x="6609840" y="2791861"/>
                  </a:lnTo>
                  <a:lnTo>
                    <a:pt x="6659888" y="2846339"/>
                  </a:lnTo>
                  <a:lnTo>
                    <a:pt x="6713055" y="2894975"/>
                  </a:lnTo>
                  <a:lnTo>
                    <a:pt x="6770183" y="2938428"/>
                  </a:lnTo>
                  <a:lnTo>
                    <a:pt x="6832058" y="2977333"/>
                  </a:lnTo>
                  <a:lnTo>
                    <a:pt x="6899323" y="3012252"/>
                  </a:lnTo>
                  <a:lnTo>
                    <a:pt x="6972361" y="3043640"/>
                  </a:lnTo>
                  <a:lnTo>
                    <a:pt x="7051132" y="3071831"/>
                  </a:lnTo>
                  <a:lnTo>
                    <a:pt x="7134995" y="3097033"/>
                  </a:lnTo>
                  <a:lnTo>
                    <a:pt x="7222513" y="3119338"/>
                  </a:lnTo>
                  <a:lnTo>
                    <a:pt x="7311331" y="3138737"/>
                  </a:lnTo>
                  <a:lnTo>
                    <a:pt x="7398186" y="3155169"/>
                  </a:lnTo>
                  <a:lnTo>
                    <a:pt x="7479174" y="3168570"/>
                  </a:lnTo>
                  <a:lnTo>
                    <a:pt x="7550273" y="3178954"/>
                  </a:lnTo>
                  <a:lnTo>
                    <a:pt x="7608095" y="3186462"/>
                  </a:lnTo>
                  <a:lnTo>
                    <a:pt x="7650639" y="3191405"/>
                  </a:lnTo>
                  <a:lnTo>
                    <a:pt x="7677824" y="3194245"/>
                  </a:lnTo>
                  <a:lnTo>
                    <a:pt x="7691641" y="3195549"/>
                  </a:lnTo>
                  <a:lnTo>
                    <a:pt x="7695971" y="3195920"/>
                  </a:lnTo>
                  <a:lnTo>
                    <a:pt x="7696237" y="3195941"/>
                  </a:lnTo>
                  <a:lnTo>
                    <a:pt x="8234974" y="3195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6" name="pl916"/>
            <p:cNvSpPr/>
            <p:nvPr/>
          </p:nvSpPr>
          <p:spPr>
            <a:xfrm>
              <a:off x="546595" y="1360244"/>
              <a:ext cx="8234974" cy="3195941"/>
            </a:xfrm>
            <a:custGeom>
              <a:avLst/>
              <a:pathLst>
                <a:path w="8234974" h="3195941">
                  <a:moveTo>
                    <a:pt x="8234974" y="3195941"/>
                  </a:moveTo>
                  <a:lnTo>
                    <a:pt x="7696237" y="3195941"/>
                  </a:lnTo>
                  <a:lnTo>
                    <a:pt x="7695100" y="3195848"/>
                  </a:lnTo>
                  <a:lnTo>
                    <a:pt x="7687659" y="3195187"/>
                  </a:lnTo>
                  <a:lnTo>
                    <a:pt x="7669020" y="3193359"/>
                  </a:lnTo>
                  <a:lnTo>
                    <a:pt x="7636001" y="3189766"/>
                  </a:lnTo>
                  <a:lnTo>
                    <a:pt x="7587407" y="3183875"/>
                  </a:lnTo>
                  <a:lnTo>
                    <a:pt x="7524106" y="3175279"/>
                  </a:lnTo>
                  <a:lnTo>
                    <a:pt x="7448716" y="3163733"/>
                  </a:lnTo>
                  <a:lnTo>
                    <a:pt x="7364967" y="3149152"/>
                  </a:lnTo>
                  <a:lnTo>
                    <a:pt x="7276913" y="3131560"/>
                  </a:lnTo>
                  <a:lnTo>
                    <a:pt x="7188259" y="3111028"/>
                  </a:lnTo>
                  <a:lnTo>
                    <a:pt x="7101931" y="3087603"/>
                  </a:lnTo>
                  <a:lnTo>
                    <a:pt x="7019920" y="3061259"/>
                  </a:lnTo>
                  <a:lnTo>
                    <a:pt x="6943335" y="3031860"/>
                  </a:lnTo>
                  <a:lnTo>
                    <a:pt x="6872558" y="2999148"/>
                  </a:lnTo>
                  <a:lnTo>
                    <a:pt x="6807446" y="2962743"/>
                  </a:lnTo>
                  <a:lnTo>
                    <a:pt x="6747499" y="2922145"/>
                  </a:lnTo>
                  <a:lnTo>
                    <a:pt x="6692006" y="2876760"/>
                  </a:lnTo>
                  <a:lnTo>
                    <a:pt x="6640149" y="2825935"/>
                  </a:lnTo>
                  <a:lnTo>
                    <a:pt x="6591086" y="2769025"/>
                  </a:lnTo>
                  <a:lnTo>
                    <a:pt x="6544018" y="2705516"/>
                  </a:lnTo>
                  <a:lnTo>
                    <a:pt x="6515891" y="2663284"/>
                  </a:lnTo>
                  <a:lnTo>
                    <a:pt x="6482123" y="2608451"/>
                  </a:lnTo>
                  <a:lnTo>
                    <a:pt x="6448666" y="2549781"/>
                  </a:lnTo>
                  <a:lnTo>
                    <a:pt x="6415334" y="2487195"/>
                  </a:lnTo>
                  <a:lnTo>
                    <a:pt x="6381978" y="2420672"/>
                  </a:lnTo>
                  <a:lnTo>
                    <a:pt x="6348485" y="2350252"/>
                  </a:lnTo>
                  <a:lnTo>
                    <a:pt x="6314771" y="2276043"/>
                  </a:lnTo>
                  <a:lnTo>
                    <a:pt x="6280783" y="2198224"/>
                  </a:lnTo>
                  <a:lnTo>
                    <a:pt x="6246493" y="2117049"/>
                  </a:lnTo>
                  <a:lnTo>
                    <a:pt x="6211897" y="2032847"/>
                  </a:lnTo>
                  <a:lnTo>
                    <a:pt x="6177013" y="1946014"/>
                  </a:lnTo>
                  <a:lnTo>
                    <a:pt x="6141877" y="1857013"/>
                  </a:lnTo>
                  <a:lnTo>
                    <a:pt x="6106542" y="1766360"/>
                  </a:lnTo>
                  <a:lnTo>
                    <a:pt x="6071073" y="1674617"/>
                  </a:lnTo>
                  <a:lnTo>
                    <a:pt x="6035541" y="1582373"/>
                  </a:lnTo>
                  <a:lnTo>
                    <a:pt x="6000021" y="1490231"/>
                  </a:lnTo>
                  <a:lnTo>
                    <a:pt x="5964589" y="1398791"/>
                  </a:lnTo>
                  <a:lnTo>
                    <a:pt x="5929315" y="1308636"/>
                  </a:lnTo>
                  <a:lnTo>
                    <a:pt x="5894260" y="1220312"/>
                  </a:lnTo>
                  <a:lnTo>
                    <a:pt x="5859470" y="1134320"/>
                  </a:lnTo>
                  <a:lnTo>
                    <a:pt x="5824976" y="1051100"/>
                  </a:lnTo>
                  <a:lnTo>
                    <a:pt x="5790790" y="971026"/>
                  </a:lnTo>
                  <a:lnTo>
                    <a:pt x="5756899" y="894403"/>
                  </a:lnTo>
                  <a:lnTo>
                    <a:pt x="5723267" y="821458"/>
                  </a:lnTo>
                  <a:lnTo>
                    <a:pt x="5689831" y="752346"/>
                  </a:lnTo>
                  <a:lnTo>
                    <a:pt x="5656497" y="687153"/>
                  </a:lnTo>
                  <a:lnTo>
                    <a:pt x="5623141" y="625896"/>
                  </a:lnTo>
                  <a:lnTo>
                    <a:pt x="5589602" y="568534"/>
                  </a:lnTo>
                  <a:lnTo>
                    <a:pt x="5567201" y="532656"/>
                  </a:lnTo>
                  <a:lnTo>
                    <a:pt x="5521006" y="464983"/>
                  </a:lnTo>
                  <a:lnTo>
                    <a:pt x="5473253" y="404080"/>
                  </a:lnTo>
                  <a:lnTo>
                    <a:pt x="5423205" y="349602"/>
                  </a:lnTo>
                  <a:lnTo>
                    <a:pt x="5370038" y="300965"/>
                  </a:lnTo>
                  <a:lnTo>
                    <a:pt x="5312910" y="257513"/>
                  </a:lnTo>
                  <a:lnTo>
                    <a:pt x="5251035" y="218607"/>
                  </a:lnTo>
                  <a:lnTo>
                    <a:pt x="5183769" y="183688"/>
                  </a:lnTo>
                  <a:lnTo>
                    <a:pt x="5110732" y="152300"/>
                  </a:lnTo>
                  <a:lnTo>
                    <a:pt x="5031960" y="124110"/>
                  </a:lnTo>
                  <a:lnTo>
                    <a:pt x="4948098" y="98907"/>
                  </a:lnTo>
                  <a:lnTo>
                    <a:pt x="4860579" y="76603"/>
                  </a:lnTo>
                  <a:lnTo>
                    <a:pt x="4771762" y="57203"/>
                  </a:lnTo>
                  <a:lnTo>
                    <a:pt x="4684906" y="40772"/>
                  </a:lnTo>
                  <a:lnTo>
                    <a:pt x="4603919" y="27370"/>
                  </a:lnTo>
                  <a:lnTo>
                    <a:pt x="4532820" y="16987"/>
                  </a:lnTo>
                  <a:lnTo>
                    <a:pt x="4474998" y="9478"/>
                  </a:lnTo>
                  <a:lnTo>
                    <a:pt x="4432453" y="4535"/>
                  </a:lnTo>
                  <a:lnTo>
                    <a:pt x="4405268" y="1695"/>
                  </a:lnTo>
                  <a:lnTo>
                    <a:pt x="4391451" y="392"/>
                  </a:lnTo>
                  <a:lnTo>
                    <a:pt x="4387122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3" y="65"/>
                  </a:lnTo>
                  <a:lnTo>
                    <a:pt x="3838885" y="531"/>
                  </a:lnTo>
                  <a:lnTo>
                    <a:pt x="3818880" y="1820"/>
                  </a:lnTo>
                  <a:lnTo>
                    <a:pt x="3783575" y="4352"/>
                  </a:lnTo>
                  <a:lnTo>
                    <a:pt x="3731884" y="8494"/>
                  </a:lnTo>
                  <a:lnTo>
                    <a:pt x="3664987" y="14522"/>
                  </a:lnTo>
                  <a:lnTo>
                    <a:pt x="3585925" y="22591"/>
                  </a:lnTo>
                  <a:lnTo>
                    <a:pt x="3498837" y="32745"/>
                  </a:lnTo>
                  <a:lnTo>
                    <a:pt x="3408074" y="44957"/>
                  </a:lnTo>
                  <a:lnTo>
                    <a:pt x="3317476" y="59178"/>
                  </a:lnTo>
                  <a:lnTo>
                    <a:pt x="3229960" y="75384"/>
                  </a:lnTo>
                  <a:lnTo>
                    <a:pt x="3147403" y="93614"/>
                  </a:lnTo>
                  <a:lnTo>
                    <a:pt x="3070751" y="113987"/>
                  </a:lnTo>
                  <a:lnTo>
                    <a:pt x="3000211" y="136714"/>
                  </a:lnTo>
                  <a:lnTo>
                    <a:pt x="2935476" y="162093"/>
                  </a:lnTo>
                  <a:lnTo>
                    <a:pt x="2875904" y="190503"/>
                  </a:lnTo>
                  <a:lnTo>
                    <a:pt x="2820672" y="222384"/>
                  </a:lnTo>
                  <a:lnTo>
                    <a:pt x="2768875" y="258199"/>
                  </a:lnTo>
                  <a:lnTo>
                    <a:pt x="2719617" y="298375"/>
                  </a:lnTo>
                  <a:lnTo>
                    <a:pt x="2672085" y="343183"/>
                  </a:lnTo>
                  <a:lnTo>
                    <a:pt x="2667772" y="347542"/>
                  </a:lnTo>
                  <a:lnTo>
                    <a:pt x="2628059" y="389918"/>
                  </a:lnTo>
                  <a:lnTo>
                    <a:pt x="2588729" y="435777"/>
                  </a:lnTo>
                  <a:lnTo>
                    <a:pt x="2549495" y="485188"/>
                  </a:lnTo>
                  <a:lnTo>
                    <a:pt x="2510140" y="538145"/>
                  </a:lnTo>
                  <a:lnTo>
                    <a:pt x="2470511" y="594561"/>
                  </a:lnTo>
                  <a:lnTo>
                    <a:pt x="2430509" y="654261"/>
                  </a:lnTo>
                  <a:lnTo>
                    <a:pt x="2390087" y="716975"/>
                  </a:lnTo>
                  <a:lnTo>
                    <a:pt x="2349247" y="782345"/>
                  </a:lnTo>
                  <a:lnTo>
                    <a:pt x="2308026" y="849924"/>
                  </a:lnTo>
                  <a:lnTo>
                    <a:pt x="2266499" y="919189"/>
                  </a:lnTo>
                  <a:lnTo>
                    <a:pt x="2224763" y="989558"/>
                  </a:lnTo>
                  <a:lnTo>
                    <a:pt x="2182935" y="1060407"/>
                  </a:lnTo>
                  <a:lnTo>
                    <a:pt x="2141138" y="1131094"/>
                  </a:lnTo>
                  <a:lnTo>
                    <a:pt x="2099493" y="1200985"/>
                  </a:lnTo>
                  <a:lnTo>
                    <a:pt x="2058109" y="1269474"/>
                  </a:lnTo>
                  <a:lnTo>
                    <a:pt x="2017071" y="1336006"/>
                  </a:lnTo>
                  <a:lnTo>
                    <a:pt x="1976439" y="1400094"/>
                  </a:lnTo>
                  <a:lnTo>
                    <a:pt x="1936231" y="1461336"/>
                  </a:lnTo>
                  <a:lnTo>
                    <a:pt x="1896424" y="1519416"/>
                  </a:lnTo>
                  <a:lnTo>
                    <a:pt x="1856948" y="1574114"/>
                  </a:lnTo>
                  <a:lnTo>
                    <a:pt x="1817676" y="1625297"/>
                  </a:lnTo>
                  <a:lnTo>
                    <a:pt x="1778426" y="1672923"/>
                  </a:lnTo>
                  <a:lnTo>
                    <a:pt x="1738945" y="1717022"/>
                  </a:lnTo>
                  <a:lnTo>
                    <a:pt x="1719082" y="1737713"/>
                  </a:lnTo>
                  <a:lnTo>
                    <a:pt x="1671674" y="1782952"/>
                  </a:lnTo>
                  <a:lnTo>
                    <a:pt x="1622606" y="1823546"/>
                  </a:lnTo>
                  <a:lnTo>
                    <a:pt x="1571080" y="1859746"/>
                  </a:lnTo>
                  <a:lnTo>
                    <a:pt x="1516202" y="1891970"/>
                  </a:lnTo>
                  <a:lnTo>
                    <a:pt x="1457066" y="1920680"/>
                  </a:lnTo>
                  <a:lnTo>
                    <a:pt x="1392837" y="1946321"/>
                  </a:lnTo>
                  <a:lnTo>
                    <a:pt x="1322851" y="1969279"/>
                  </a:lnTo>
                  <a:lnTo>
                    <a:pt x="1246762" y="1989858"/>
                  </a:lnTo>
                  <a:lnTo>
                    <a:pt x="1164722" y="2008279"/>
                  </a:lnTo>
                  <a:lnTo>
                    <a:pt x="1077599" y="2024669"/>
                  </a:lnTo>
                  <a:lnTo>
                    <a:pt x="987179" y="2039073"/>
                  </a:lnTo>
                  <a:lnTo>
                    <a:pt x="896282" y="2051472"/>
                  </a:lnTo>
                  <a:lnTo>
                    <a:pt x="808678" y="2061817"/>
                  </a:lnTo>
                  <a:lnTo>
                    <a:pt x="728695" y="2070077"/>
                  </a:lnTo>
                  <a:lnTo>
                    <a:pt x="660527" y="2076288"/>
                  </a:lnTo>
                  <a:lnTo>
                    <a:pt x="607355" y="2080595"/>
                  </a:lnTo>
                  <a:lnTo>
                    <a:pt x="570551" y="2083260"/>
                  </a:lnTo>
                  <a:lnTo>
                    <a:pt x="549244" y="2084647"/>
                  </a:lnTo>
                  <a:lnTo>
                    <a:pt x="540324" y="2085171"/>
                  </a:lnTo>
                  <a:lnTo>
                    <a:pt x="538737" y="2085256"/>
                  </a:lnTo>
                  <a:lnTo>
                    <a:pt x="538736" y="2085256"/>
                  </a:lnTo>
                  <a:lnTo>
                    <a:pt x="0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7" name="pg917"/>
            <p:cNvSpPr/>
            <p:nvPr/>
          </p:nvSpPr>
          <p:spPr>
            <a:xfrm>
              <a:off x="546595" y="1458246"/>
              <a:ext cx="8234974" cy="4410072"/>
            </a:xfrm>
            <a:custGeom>
              <a:avLst/>
              <a:pathLst>
                <a:path w="8234974" h="4410072">
                  <a:moveTo>
                    <a:pt x="0" y="2003588"/>
                  </a:moveTo>
                  <a:lnTo>
                    <a:pt x="538736" y="2003588"/>
                  </a:lnTo>
                  <a:lnTo>
                    <a:pt x="539968" y="2003525"/>
                  </a:lnTo>
                  <a:lnTo>
                    <a:pt x="548016" y="2003077"/>
                  </a:lnTo>
                  <a:lnTo>
                    <a:pt x="568117" y="2001839"/>
                  </a:lnTo>
                  <a:lnTo>
                    <a:pt x="603583" y="1999407"/>
                  </a:lnTo>
                  <a:lnTo>
                    <a:pt x="655490" y="1995428"/>
                  </a:lnTo>
                  <a:lnTo>
                    <a:pt x="722636" y="1989640"/>
                  </a:lnTo>
                  <a:lnTo>
                    <a:pt x="801950" y="1981893"/>
                  </a:lnTo>
                  <a:lnTo>
                    <a:pt x="889265" y="1972147"/>
                  </a:lnTo>
                  <a:lnTo>
                    <a:pt x="980209" y="1960428"/>
                  </a:lnTo>
                  <a:lnTo>
                    <a:pt x="1070933" y="1946783"/>
                  </a:lnTo>
                  <a:lnTo>
                    <a:pt x="1158525" y="1931235"/>
                  </a:lnTo>
                  <a:lnTo>
                    <a:pt x="1241113" y="1913744"/>
                  </a:lnTo>
                  <a:lnTo>
                    <a:pt x="1317765" y="1894195"/>
                  </a:lnTo>
                  <a:lnTo>
                    <a:pt x="1388286" y="1872383"/>
                  </a:lnTo>
                  <a:lnTo>
                    <a:pt x="1452995" y="1848020"/>
                  </a:lnTo>
                  <a:lnTo>
                    <a:pt x="1512541" y="1820739"/>
                  </a:lnTo>
                  <a:lnTo>
                    <a:pt x="1567759" y="1790119"/>
                  </a:lnTo>
                  <a:lnTo>
                    <a:pt x="1619555" y="1755712"/>
                  </a:lnTo>
                  <a:lnTo>
                    <a:pt x="1668831" y="1717113"/>
                  </a:lnTo>
                  <a:lnTo>
                    <a:pt x="1716400" y="1674068"/>
                  </a:lnTo>
                  <a:lnTo>
                    <a:pt x="1719082" y="1671471"/>
                  </a:lnTo>
                  <a:lnTo>
                    <a:pt x="1759402" y="1630328"/>
                  </a:lnTo>
                  <a:lnTo>
                    <a:pt x="1799332" y="1585752"/>
                  </a:lnTo>
                  <a:lnTo>
                    <a:pt x="1839171" y="1537675"/>
                  </a:lnTo>
                  <a:lnTo>
                    <a:pt x="1879143" y="1486107"/>
                  </a:lnTo>
                  <a:lnTo>
                    <a:pt x="1919406" y="1431138"/>
                  </a:lnTo>
                  <a:lnTo>
                    <a:pt x="1960058" y="1372953"/>
                  </a:lnTo>
                  <a:lnTo>
                    <a:pt x="2001144" y="1311826"/>
                  </a:lnTo>
                  <a:lnTo>
                    <a:pt x="2042660" y="1248127"/>
                  </a:lnTo>
                  <a:lnTo>
                    <a:pt x="2084560" y="1182311"/>
                  </a:lnTo>
                  <a:lnTo>
                    <a:pt x="2126764" y="1114910"/>
                  </a:lnTo>
                  <a:lnTo>
                    <a:pt x="2169165" y="1046515"/>
                  </a:lnTo>
                  <a:lnTo>
                    <a:pt x="2211639" y="977752"/>
                  </a:lnTo>
                  <a:lnTo>
                    <a:pt x="2254058" y="909265"/>
                  </a:lnTo>
                  <a:lnTo>
                    <a:pt x="2296297" y="841686"/>
                  </a:lnTo>
                  <a:lnTo>
                    <a:pt x="2338246" y="775610"/>
                  </a:lnTo>
                  <a:lnTo>
                    <a:pt x="2379821" y="711580"/>
                  </a:lnTo>
                  <a:lnTo>
                    <a:pt x="2420969" y="650062"/>
                  </a:lnTo>
                  <a:lnTo>
                    <a:pt x="2461682" y="591438"/>
                  </a:lnTo>
                  <a:lnTo>
                    <a:pt x="2501995" y="535998"/>
                  </a:lnTo>
                  <a:lnTo>
                    <a:pt x="2542000" y="483938"/>
                  </a:lnTo>
                  <a:lnTo>
                    <a:pt x="2581846" y="435361"/>
                  </a:lnTo>
                  <a:lnTo>
                    <a:pt x="2621747" y="390288"/>
                  </a:lnTo>
                  <a:lnTo>
                    <a:pt x="2661989" y="348662"/>
                  </a:lnTo>
                  <a:lnTo>
                    <a:pt x="2667772" y="343005"/>
                  </a:lnTo>
                  <a:lnTo>
                    <a:pt x="2715265" y="299703"/>
                  </a:lnTo>
                  <a:lnTo>
                    <a:pt x="2764423" y="260855"/>
                  </a:lnTo>
                  <a:lnTo>
                    <a:pt x="2816051" y="226219"/>
                  </a:lnTo>
                  <a:lnTo>
                    <a:pt x="2871048" y="195394"/>
                  </a:lnTo>
                  <a:lnTo>
                    <a:pt x="2930324" y="167934"/>
                  </a:lnTo>
                  <a:lnTo>
                    <a:pt x="2994717" y="143415"/>
                  </a:lnTo>
                  <a:lnTo>
                    <a:pt x="3064893" y="121466"/>
                  </a:lnTo>
                  <a:lnTo>
                    <a:pt x="3141194" y="101793"/>
                  </a:lnTo>
                  <a:lnTo>
                    <a:pt x="3223460" y="84189"/>
                  </a:lnTo>
                  <a:lnTo>
                    <a:pt x="3310806" y="68531"/>
                  </a:lnTo>
                  <a:lnTo>
                    <a:pt x="3401420" y="54777"/>
                  </a:lnTo>
                  <a:lnTo>
                    <a:pt x="3492448" y="42947"/>
                  </a:lnTo>
                  <a:lnTo>
                    <a:pt x="3580086" y="33087"/>
                  </a:lnTo>
                  <a:lnTo>
                    <a:pt x="3659975" y="25226"/>
                  </a:lnTo>
                  <a:lnTo>
                    <a:pt x="3727915" y="19329"/>
                  </a:lnTo>
                  <a:lnTo>
                    <a:pt x="3780746" y="15252"/>
                  </a:lnTo>
                  <a:lnTo>
                    <a:pt x="3817145" y="12741"/>
                  </a:lnTo>
                  <a:lnTo>
                    <a:pt x="3838056" y="11445"/>
                  </a:lnTo>
                  <a:lnTo>
                    <a:pt x="3846668" y="10963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51" y="10988"/>
                  </a:lnTo>
                  <a:lnTo>
                    <a:pt x="4393645" y="11700"/>
                  </a:lnTo>
                  <a:lnTo>
                    <a:pt x="4408521" y="13668"/>
                  </a:lnTo>
                  <a:lnTo>
                    <a:pt x="4435159" y="17542"/>
                  </a:lnTo>
                  <a:lnTo>
                    <a:pt x="4474939" y="23926"/>
                  </a:lnTo>
                  <a:lnTo>
                    <a:pt x="4527733" y="33315"/>
                  </a:lnTo>
                  <a:lnTo>
                    <a:pt x="4592018" y="46051"/>
                  </a:lnTo>
                  <a:lnTo>
                    <a:pt x="4665226" y="62307"/>
                  </a:lnTo>
                  <a:lnTo>
                    <a:pt x="4744239" y="82119"/>
                  </a:lnTo>
                  <a:lnTo>
                    <a:pt x="4825911" y="105432"/>
                  </a:lnTo>
                  <a:lnTo>
                    <a:pt x="4907466" y="132169"/>
                  </a:lnTo>
                  <a:lnTo>
                    <a:pt x="4986740" y="162289"/>
                  </a:lnTo>
                  <a:lnTo>
                    <a:pt x="5062249" y="195832"/>
                  </a:lnTo>
                  <a:lnTo>
                    <a:pt x="5133143" y="232946"/>
                  </a:lnTo>
                  <a:lnTo>
                    <a:pt x="5199100" y="273903"/>
                  </a:lnTo>
                  <a:lnTo>
                    <a:pt x="5260190" y="319097"/>
                  </a:lnTo>
                  <a:lnTo>
                    <a:pt x="5316761" y="369043"/>
                  </a:lnTo>
                  <a:lnTo>
                    <a:pt x="5369333" y="424357"/>
                  </a:lnTo>
                  <a:lnTo>
                    <a:pt x="5418528" y="485728"/>
                  </a:lnTo>
                  <a:lnTo>
                    <a:pt x="5465006" y="553871"/>
                  </a:lnTo>
                  <a:lnTo>
                    <a:pt x="5509418" y="629435"/>
                  </a:lnTo>
                  <a:lnTo>
                    <a:pt x="5552362" y="712872"/>
                  </a:lnTo>
                  <a:lnTo>
                    <a:pt x="5567201" y="744086"/>
                  </a:lnTo>
                  <a:lnTo>
                    <a:pt x="5596597" y="809444"/>
                  </a:lnTo>
                  <a:lnTo>
                    <a:pt x="5625736" y="878786"/>
                  </a:lnTo>
                  <a:lnTo>
                    <a:pt x="5654749" y="952190"/>
                  </a:lnTo>
                  <a:lnTo>
                    <a:pt x="5683739" y="1029695"/>
                  </a:lnTo>
                  <a:lnTo>
                    <a:pt x="5712792" y="1111290"/>
                  </a:lnTo>
                  <a:lnTo>
                    <a:pt x="5741974" y="1196915"/>
                  </a:lnTo>
                  <a:lnTo>
                    <a:pt x="5771334" y="1286454"/>
                  </a:lnTo>
                  <a:lnTo>
                    <a:pt x="5800904" y="1379733"/>
                  </a:lnTo>
                  <a:lnTo>
                    <a:pt x="5830703" y="1476521"/>
                  </a:lnTo>
                  <a:lnTo>
                    <a:pt x="5860735" y="1576528"/>
                  </a:lnTo>
                  <a:lnTo>
                    <a:pt x="5890990" y="1679408"/>
                  </a:lnTo>
                  <a:lnTo>
                    <a:pt x="5921450" y="1784763"/>
                  </a:lnTo>
                  <a:lnTo>
                    <a:pt x="5952083" y="1892148"/>
                  </a:lnTo>
                  <a:lnTo>
                    <a:pt x="5982854" y="2001078"/>
                  </a:lnTo>
                  <a:lnTo>
                    <a:pt x="6013717" y="2111037"/>
                  </a:lnTo>
                  <a:lnTo>
                    <a:pt x="6044626" y="2221489"/>
                  </a:lnTo>
                  <a:lnTo>
                    <a:pt x="6075529" y="2331885"/>
                  </a:lnTo>
                  <a:lnTo>
                    <a:pt x="6106377" y="2441682"/>
                  </a:lnTo>
                  <a:lnTo>
                    <a:pt x="6137124" y="2550344"/>
                  </a:lnTo>
                  <a:lnTo>
                    <a:pt x="6167726" y="2657362"/>
                  </a:lnTo>
                  <a:lnTo>
                    <a:pt x="6198147" y="2762259"/>
                  </a:lnTo>
                  <a:lnTo>
                    <a:pt x="6228359" y="2864597"/>
                  </a:lnTo>
                  <a:lnTo>
                    <a:pt x="6258344" y="2963988"/>
                  </a:lnTo>
                  <a:lnTo>
                    <a:pt x="6288097" y="3060098"/>
                  </a:lnTo>
                  <a:lnTo>
                    <a:pt x="6317623" y="3152649"/>
                  </a:lnTo>
                  <a:lnTo>
                    <a:pt x="6346945" y="3241420"/>
                  </a:lnTo>
                  <a:lnTo>
                    <a:pt x="6376097" y="3326250"/>
                  </a:lnTo>
                  <a:lnTo>
                    <a:pt x="6405131" y="3407033"/>
                  </a:lnTo>
                  <a:lnTo>
                    <a:pt x="6434119" y="3483721"/>
                  </a:lnTo>
                  <a:lnTo>
                    <a:pt x="6463147" y="3556311"/>
                  </a:lnTo>
                  <a:lnTo>
                    <a:pt x="6492327" y="3624851"/>
                  </a:lnTo>
                  <a:lnTo>
                    <a:pt x="6515891" y="3676875"/>
                  </a:lnTo>
                  <a:lnTo>
                    <a:pt x="6558444" y="3763115"/>
                  </a:lnTo>
                  <a:lnTo>
                    <a:pt x="6602277" y="3841411"/>
                  </a:lnTo>
                  <a:lnTo>
                    <a:pt x="6647956" y="3912094"/>
                  </a:lnTo>
                  <a:lnTo>
                    <a:pt x="6696120" y="3975764"/>
                  </a:lnTo>
                  <a:lnTo>
                    <a:pt x="6747432" y="4033126"/>
                  </a:lnTo>
                  <a:lnTo>
                    <a:pt x="6802532" y="4084883"/>
                  </a:lnTo>
                  <a:lnTo>
                    <a:pt x="6861983" y="4131683"/>
                  </a:lnTo>
                  <a:lnTo>
                    <a:pt x="6926205" y="4174077"/>
                  </a:lnTo>
                  <a:lnTo>
                    <a:pt x="6995378" y="4212504"/>
                  </a:lnTo>
                  <a:lnTo>
                    <a:pt x="7069333" y="4247279"/>
                  </a:lnTo>
                  <a:lnTo>
                    <a:pt x="7147418" y="4278593"/>
                  </a:lnTo>
                  <a:lnTo>
                    <a:pt x="7228384" y="4306520"/>
                  </a:lnTo>
                  <a:lnTo>
                    <a:pt x="7310302" y="4331044"/>
                  </a:lnTo>
                  <a:lnTo>
                    <a:pt x="7390596" y="4352095"/>
                  </a:lnTo>
                  <a:lnTo>
                    <a:pt x="7466211" y="4369603"/>
                  </a:lnTo>
                  <a:lnTo>
                    <a:pt x="7533964" y="4383564"/>
                  </a:lnTo>
                  <a:lnTo>
                    <a:pt x="7591033" y="4394099"/>
                  </a:lnTo>
                  <a:lnTo>
                    <a:pt x="7635477" y="4401490"/>
                  </a:lnTo>
                  <a:lnTo>
                    <a:pt x="7666653" y="4406181"/>
                  </a:lnTo>
                  <a:lnTo>
                    <a:pt x="7685414" y="4408746"/>
                  </a:lnTo>
                  <a:lnTo>
                    <a:pt x="7694068" y="4409824"/>
                  </a:lnTo>
                  <a:lnTo>
                    <a:pt x="7696237" y="4410072"/>
                  </a:lnTo>
                  <a:lnTo>
                    <a:pt x="8234974" y="4410072"/>
                  </a:lnTo>
                  <a:lnTo>
                    <a:pt x="8234974" y="4399183"/>
                  </a:ln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7" y="62"/>
                  </a:lnTo>
                  <a:lnTo>
                    <a:pt x="3838839" y="510"/>
                  </a:lnTo>
                  <a:lnTo>
                    <a:pt x="3818738" y="1749"/>
                  </a:lnTo>
                  <a:lnTo>
                    <a:pt x="3783272" y="4180"/>
                  </a:lnTo>
                  <a:lnTo>
                    <a:pt x="3731365" y="8159"/>
                  </a:lnTo>
                  <a:lnTo>
                    <a:pt x="3664218" y="13948"/>
                  </a:lnTo>
                  <a:lnTo>
                    <a:pt x="3584904" y="21694"/>
                  </a:lnTo>
                  <a:lnTo>
                    <a:pt x="3497590" y="31440"/>
                  </a:lnTo>
                  <a:lnTo>
                    <a:pt x="3406646" y="43160"/>
                  </a:lnTo>
                  <a:lnTo>
                    <a:pt x="3315921" y="56804"/>
                  </a:lnTo>
                  <a:lnTo>
                    <a:pt x="3228330" y="72353"/>
                  </a:lnTo>
                  <a:lnTo>
                    <a:pt x="3145742" y="89843"/>
                  </a:lnTo>
                  <a:lnTo>
                    <a:pt x="3069089" y="109393"/>
                  </a:lnTo>
                  <a:lnTo>
                    <a:pt x="2998569" y="131205"/>
                  </a:lnTo>
                  <a:lnTo>
                    <a:pt x="2933860" y="155568"/>
                  </a:lnTo>
                  <a:lnTo>
                    <a:pt x="2874313" y="182848"/>
                  </a:lnTo>
                  <a:lnTo>
                    <a:pt x="2819096" y="213469"/>
                  </a:lnTo>
                  <a:lnTo>
                    <a:pt x="2767300" y="247875"/>
                  </a:lnTo>
                  <a:lnTo>
                    <a:pt x="2718023" y="286474"/>
                  </a:lnTo>
                  <a:lnTo>
                    <a:pt x="2670454" y="329520"/>
                  </a:lnTo>
                  <a:lnTo>
                    <a:pt x="2667772" y="332116"/>
                  </a:lnTo>
                  <a:lnTo>
                    <a:pt x="2627452" y="373259"/>
                  </a:lnTo>
                  <a:lnTo>
                    <a:pt x="2587522" y="417836"/>
                  </a:lnTo>
                  <a:lnTo>
                    <a:pt x="2547684" y="465913"/>
                  </a:lnTo>
                  <a:lnTo>
                    <a:pt x="2507712" y="517481"/>
                  </a:lnTo>
                  <a:lnTo>
                    <a:pt x="2467449" y="572449"/>
                  </a:lnTo>
                  <a:lnTo>
                    <a:pt x="2426797" y="630635"/>
                  </a:lnTo>
                  <a:lnTo>
                    <a:pt x="2385711" y="691761"/>
                  </a:lnTo>
                  <a:lnTo>
                    <a:pt x="2344195" y="755461"/>
                  </a:lnTo>
                  <a:lnTo>
                    <a:pt x="2302295" y="821276"/>
                  </a:lnTo>
                  <a:lnTo>
                    <a:pt x="2260091" y="888677"/>
                  </a:lnTo>
                  <a:lnTo>
                    <a:pt x="2217690" y="957073"/>
                  </a:lnTo>
                  <a:lnTo>
                    <a:pt x="2175215" y="1025835"/>
                  </a:lnTo>
                  <a:lnTo>
                    <a:pt x="2132796" y="1094322"/>
                  </a:lnTo>
                  <a:lnTo>
                    <a:pt x="2090557" y="1161902"/>
                  </a:lnTo>
                  <a:lnTo>
                    <a:pt x="2048608" y="1227977"/>
                  </a:lnTo>
                  <a:lnTo>
                    <a:pt x="2007034" y="1292008"/>
                  </a:lnTo>
                  <a:lnTo>
                    <a:pt x="1965886" y="1353526"/>
                  </a:lnTo>
                  <a:lnTo>
                    <a:pt x="1925173" y="1412150"/>
                  </a:lnTo>
                  <a:lnTo>
                    <a:pt x="1884859" y="1467589"/>
                  </a:lnTo>
                  <a:lnTo>
                    <a:pt x="1844854" y="1519650"/>
                  </a:lnTo>
                  <a:lnTo>
                    <a:pt x="1805008" y="1568226"/>
                  </a:lnTo>
                  <a:lnTo>
                    <a:pt x="1765108" y="1613300"/>
                  </a:lnTo>
                  <a:lnTo>
                    <a:pt x="1724865" y="1654925"/>
                  </a:lnTo>
                  <a:lnTo>
                    <a:pt x="1719082" y="1660582"/>
                  </a:lnTo>
                  <a:lnTo>
                    <a:pt x="1671590" y="1703884"/>
                  </a:lnTo>
                  <a:lnTo>
                    <a:pt x="1622432" y="1742733"/>
                  </a:lnTo>
                  <a:lnTo>
                    <a:pt x="1570803" y="1777369"/>
                  </a:lnTo>
                  <a:lnTo>
                    <a:pt x="1515807" y="1808194"/>
                  </a:lnTo>
                  <a:lnTo>
                    <a:pt x="1456531" y="1835653"/>
                  </a:lnTo>
                  <a:lnTo>
                    <a:pt x="1392137" y="1860173"/>
                  </a:lnTo>
                  <a:lnTo>
                    <a:pt x="1321962" y="1882122"/>
                  </a:lnTo>
                  <a:lnTo>
                    <a:pt x="1245660" y="1901794"/>
                  </a:lnTo>
                  <a:lnTo>
                    <a:pt x="1163395" y="1919399"/>
                  </a:lnTo>
                  <a:lnTo>
                    <a:pt x="1076048" y="1935057"/>
                  </a:lnTo>
                  <a:lnTo>
                    <a:pt x="985434" y="1948810"/>
                  </a:lnTo>
                  <a:lnTo>
                    <a:pt x="894406" y="1960641"/>
                  </a:lnTo>
                  <a:lnTo>
                    <a:pt x="806769" y="1970501"/>
                  </a:lnTo>
                  <a:lnTo>
                    <a:pt x="726879" y="1978361"/>
                  </a:lnTo>
                  <a:lnTo>
                    <a:pt x="658940" y="1984259"/>
                  </a:lnTo>
                  <a:lnTo>
                    <a:pt x="606108" y="1988335"/>
                  </a:lnTo>
                  <a:lnTo>
                    <a:pt x="569709" y="1990847"/>
                  </a:lnTo>
                  <a:lnTo>
                    <a:pt x="548799" y="1992143"/>
                  </a:lnTo>
                  <a:lnTo>
                    <a:pt x="540187" y="1992625"/>
                  </a:lnTo>
                  <a:lnTo>
                    <a:pt x="538736" y="1992699"/>
                  </a:lnTo>
                  <a:lnTo>
                    <a:pt x="0" y="199269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18" name="pl918"/>
            <p:cNvSpPr/>
            <p:nvPr/>
          </p:nvSpPr>
          <p:spPr>
            <a:xfrm>
              <a:off x="546595" y="1469135"/>
              <a:ext cx="8234974" cy="4399183"/>
            </a:xfrm>
            <a:custGeom>
              <a:avLst/>
              <a:pathLst>
                <a:path w="8234974" h="4399183">
                  <a:moveTo>
                    <a:pt x="0" y="1992699"/>
                  </a:moveTo>
                  <a:lnTo>
                    <a:pt x="538736" y="1992699"/>
                  </a:lnTo>
                  <a:lnTo>
                    <a:pt x="539968" y="1992636"/>
                  </a:lnTo>
                  <a:lnTo>
                    <a:pt x="548016" y="1992188"/>
                  </a:lnTo>
                  <a:lnTo>
                    <a:pt x="568117" y="1990950"/>
                  </a:lnTo>
                  <a:lnTo>
                    <a:pt x="603583" y="1988518"/>
                  </a:lnTo>
                  <a:lnTo>
                    <a:pt x="655490" y="1984539"/>
                  </a:lnTo>
                  <a:lnTo>
                    <a:pt x="722636" y="1978751"/>
                  </a:lnTo>
                  <a:lnTo>
                    <a:pt x="801950" y="1971004"/>
                  </a:lnTo>
                  <a:lnTo>
                    <a:pt x="889265" y="1961258"/>
                  </a:lnTo>
                  <a:lnTo>
                    <a:pt x="980209" y="1949539"/>
                  </a:lnTo>
                  <a:lnTo>
                    <a:pt x="1070933" y="1935894"/>
                  </a:lnTo>
                  <a:lnTo>
                    <a:pt x="1158525" y="1920346"/>
                  </a:lnTo>
                  <a:lnTo>
                    <a:pt x="1241113" y="1902855"/>
                  </a:lnTo>
                  <a:lnTo>
                    <a:pt x="1317765" y="1883306"/>
                  </a:lnTo>
                  <a:lnTo>
                    <a:pt x="1388286" y="1861494"/>
                  </a:lnTo>
                  <a:lnTo>
                    <a:pt x="1452995" y="1837130"/>
                  </a:lnTo>
                  <a:lnTo>
                    <a:pt x="1512541" y="1809850"/>
                  </a:lnTo>
                  <a:lnTo>
                    <a:pt x="1567759" y="1779230"/>
                  </a:lnTo>
                  <a:lnTo>
                    <a:pt x="1619555" y="1744823"/>
                  </a:lnTo>
                  <a:lnTo>
                    <a:pt x="1668831" y="1706224"/>
                  </a:lnTo>
                  <a:lnTo>
                    <a:pt x="1716400" y="1663179"/>
                  </a:lnTo>
                  <a:lnTo>
                    <a:pt x="1719082" y="1660582"/>
                  </a:lnTo>
                  <a:lnTo>
                    <a:pt x="1759402" y="1619439"/>
                  </a:lnTo>
                  <a:lnTo>
                    <a:pt x="1799332" y="1574862"/>
                  </a:lnTo>
                  <a:lnTo>
                    <a:pt x="1839171" y="1526786"/>
                  </a:lnTo>
                  <a:lnTo>
                    <a:pt x="1879143" y="1475217"/>
                  </a:lnTo>
                  <a:lnTo>
                    <a:pt x="1919406" y="1420249"/>
                  </a:lnTo>
                  <a:lnTo>
                    <a:pt x="1960058" y="1362064"/>
                  </a:lnTo>
                  <a:lnTo>
                    <a:pt x="2001144" y="1300937"/>
                  </a:lnTo>
                  <a:lnTo>
                    <a:pt x="2042660" y="1237238"/>
                  </a:lnTo>
                  <a:lnTo>
                    <a:pt x="2084560" y="1171422"/>
                  </a:lnTo>
                  <a:lnTo>
                    <a:pt x="2126764" y="1104021"/>
                  </a:lnTo>
                  <a:lnTo>
                    <a:pt x="2169165" y="1035626"/>
                  </a:lnTo>
                  <a:lnTo>
                    <a:pt x="2211639" y="966863"/>
                  </a:lnTo>
                  <a:lnTo>
                    <a:pt x="2254058" y="898376"/>
                  </a:lnTo>
                  <a:lnTo>
                    <a:pt x="2296297" y="830797"/>
                  </a:lnTo>
                  <a:lnTo>
                    <a:pt x="2338246" y="764721"/>
                  </a:lnTo>
                  <a:lnTo>
                    <a:pt x="2379821" y="700691"/>
                  </a:lnTo>
                  <a:lnTo>
                    <a:pt x="2420969" y="639172"/>
                  </a:lnTo>
                  <a:lnTo>
                    <a:pt x="2461682" y="580549"/>
                  </a:lnTo>
                  <a:lnTo>
                    <a:pt x="2501995" y="525109"/>
                  </a:lnTo>
                  <a:lnTo>
                    <a:pt x="2542000" y="473049"/>
                  </a:lnTo>
                  <a:lnTo>
                    <a:pt x="2581846" y="424472"/>
                  </a:lnTo>
                  <a:lnTo>
                    <a:pt x="2621747" y="379399"/>
                  </a:lnTo>
                  <a:lnTo>
                    <a:pt x="2661989" y="337773"/>
                  </a:lnTo>
                  <a:lnTo>
                    <a:pt x="2667772" y="332116"/>
                  </a:lnTo>
                  <a:lnTo>
                    <a:pt x="2715265" y="288814"/>
                  </a:lnTo>
                  <a:lnTo>
                    <a:pt x="2764423" y="249966"/>
                  </a:lnTo>
                  <a:lnTo>
                    <a:pt x="2816051" y="215330"/>
                  </a:lnTo>
                  <a:lnTo>
                    <a:pt x="2871048" y="184505"/>
                  </a:lnTo>
                  <a:lnTo>
                    <a:pt x="2930324" y="157045"/>
                  </a:lnTo>
                  <a:lnTo>
                    <a:pt x="2994717" y="132526"/>
                  </a:lnTo>
                  <a:lnTo>
                    <a:pt x="3064893" y="110577"/>
                  </a:lnTo>
                  <a:lnTo>
                    <a:pt x="3141194" y="90904"/>
                  </a:lnTo>
                  <a:lnTo>
                    <a:pt x="3223460" y="73300"/>
                  </a:lnTo>
                  <a:lnTo>
                    <a:pt x="3310806" y="57642"/>
                  </a:lnTo>
                  <a:lnTo>
                    <a:pt x="3401420" y="43888"/>
                  </a:lnTo>
                  <a:lnTo>
                    <a:pt x="3492448" y="32058"/>
                  </a:lnTo>
                  <a:lnTo>
                    <a:pt x="3580086" y="22198"/>
                  </a:lnTo>
                  <a:lnTo>
                    <a:pt x="3659975" y="14337"/>
                  </a:lnTo>
                  <a:lnTo>
                    <a:pt x="3727915" y="8439"/>
                  </a:lnTo>
                  <a:lnTo>
                    <a:pt x="3780746" y="4363"/>
                  </a:lnTo>
                  <a:lnTo>
                    <a:pt x="3817145" y="1852"/>
                  </a:lnTo>
                  <a:lnTo>
                    <a:pt x="3838056" y="556"/>
                  </a:lnTo>
                  <a:lnTo>
                    <a:pt x="3846668" y="74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51" y="99"/>
                  </a:lnTo>
                  <a:lnTo>
                    <a:pt x="4393645" y="811"/>
                  </a:lnTo>
                  <a:lnTo>
                    <a:pt x="4408521" y="2779"/>
                  </a:lnTo>
                  <a:lnTo>
                    <a:pt x="4435159" y="6653"/>
                  </a:lnTo>
                  <a:lnTo>
                    <a:pt x="4474939" y="13037"/>
                  </a:lnTo>
                  <a:lnTo>
                    <a:pt x="4527733" y="22426"/>
                  </a:lnTo>
                  <a:lnTo>
                    <a:pt x="4592018" y="35162"/>
                  </a:lnTo>
                  <a:lnTo>
                    <a:pt x="4665226" y="51418"/>
                  </a:lnTo>
                  <a:lnTo>
                    <a:pt x="4744239" y="71230"/>
                  </a:lnTo>
                  <a:lnTo>
                    <a:pt x="4825911" y="94543"/>
                  </a:lnTo>
                  <a:lnTo>
                    <a:pt x="4907466" y="121280"/>
                  </a:lnTo>
                  <a:lnTo>
                    <a:pt x="4986740" y="151400"/>
                  </a:lnTo>
                  <a:lnTo>
                    <a:pt x="5062249" y="184943"/>
                  </a:lnTo>
                  <a:lnTo>
                    <a:pt x="5133143" y="222057"/>
                  </a:lnTo>
                  <a:lnTo>
                    <a:pt x="5199100" y="263014"/>
                  </a:lnTo>
                  <a:lnTo>
                    <a:pt x="5260190" y="308208"/>
                  </a:lnTo>
                  <a:lnTo>
                    <a:pt x="5316761" y="358154"/>
                  </a:lnTo>
                  <a:lnTo>
                    <a:pt x="5369333" y="413468"/>
                  </a:lnTo>
                  <a:lnTo>
                    <a:pt x="5418528" y="474839"/>
                  </a:lnTo>
                  <a:lnTo>
                    <a:pt x="5465006" y="542981"/>
                  </a:lnTo>
                  <a:lnTo>
                    <a:pt x="5509418" y="618546"/>
                  </a:lnTo>
                  <a:lnTo>
                    <a:pt x="5552362" y="701983"/>
                  </a:lnTo>
                  <a:lnTo>
                    <a:pt x="5567201" y="733197"/>
                  </a:lnTo>
                  <a:lnTo>
                    <a:pt x="5596597" y="798555"/>
                  </a:lnTo>
                  <a:lnTo>
                    <a:pt x="5625736" y="867897"/>
                  </a:lnTo>
                  <a:lnTo>
                    <a:pt x="5654749" y="941301"/>
                  </a:lnTo>
                  <a:lnTo>
                    <a:pt x="5683739" y="1018806"/>
                  </a:lnTo>
                  <a:lnTo>
                    <a:pt x="5712792" y="1100401"/>
                  </a:lnTo>
                  <a:lnTo>
                    <a:pt x="5741974" y="1186026"/>
                  </a:lnTo>
                  <a:lnTo>
                    <a:pt x="5771334" y="1275565"/>
                  </a:lnTo>
                  <a:lnTo>
                    <a:pt x="5800904" y="1368844"/>
                  </a:lnTo>
                  <a:lnTo>
                    <a:pt x="5830703" y="1465632"/>
                  </a:lnTo>
                  <a:lnTo>
                    <a:pt x="5860735" y="1565639"/>
                  </a:lnTo>
                  <a:lnTo>
                    <a:pt x="5890990" y="1668519"/>
                  </a:lnTo>
                  <a:lnTo>
                    <a:pt x="5921450" y="1773874"/>
                  </a:lnTo>
                  <a:lnTo>
                    <a:pt x="5952083" y="1881259"/>
                  </a:lnTo>
                  <a:lnTo>
                    <a:pt x="5982854" y="1990189"/>
                  </a:lnTo>
                  <a:lnTo>
                    <a:pt x="6013717" y="2100148"/>
                  </a:lnTo>
                  <a:lnTo>
                    <a:pt x="6044626" y="2210600"/>
                  </a:lnTo>
                  <a:lnTo>
                    <a:pt x="6075529" y="2320996"/>
                  </a:lnTo>
                  <a:lnTo>
                    <a:pt x="6106377" y="2430793"/>
                  </a:lnTo>
                  <a:lnTo>
                    <a:pt x="6137124" y="2539455"/>
                  </a:lnTo>
                  <a:lnTo>
                    <a:pt x="6167726" y="2646473"/>
                  </a:lnTo>
                  <a:lnTo>
                    <a:pt x="6198147" y="2751370"/>
                  </a:lnTo>
                  <a:lnTo>
                    <a:pt x="6228359" y="2853708"/>
                  </a:lnTo>
                  <a:lnTo>
                    <a:pt x="6258344" y="2953099"/>
                  </a:lnTo>
                  <a:lnTo>
                    <a:pt x="6288097" y="3049209"/>
                  </a:lnTo>
                  <a:lnTo>
                    <a:pt x="6317623" y="3141760"/>
                  </a:lnTo>
                  <a:lnTo>
                    <a:pt x="6346945" y="3230531"/>
                  </a:lnTo>
                  <a:lnTo>
                    <a:pt x="6376097" y="3315361"/>
                  </a:lnTo>
                  <a:lnTo>
                    <a:pt x="6405131" y="3396144"/>
                  </a:lnTo>
                  <a:lnTo>
                    <a:pt x="6434119" y="3472831"/>
                  </a:lnTo>
                  <a:lnTo>
                    <a:pt x="6463147" y="3545422"/>
                  </a:lnTo>
                  <a:lnTo>
                    <a:pt x="6492327" y="3613962"/>
                  </a:lnTo>
                  <a:lnTo>
                    <a:pt x="6515891" y="3665986"/>
                  </a:lnTo>
                  <a:lnTo>
                    <a:pt x="6558444" y="3752226"/>
                  </a:lnTo>
                  <a:lnTo>
                    <a:pt x="6602277" y="3830522"/>
                  </a:lnTo>
                  <a:lnTo>
                    <a:pt x="6647956" y="3901205"/>
                  </a:lnTo>
                  <a:lnTo>
                    <a:pt x="6696120" y="3964875"/>
                  </a:lnTo>
                  <a:lnTo>
                    <a:pt x="6747432" y="4022237"/>
                  </a:lnTo>
                  <a:lnTo>
                    <a:pt x="6802532" y="4073994"/>
                  </a:lnTo>
                  <a:lnTo>
                    <a:pt x="6861983" y="4120794"/>
                  </a:lnTo>
                  <a:lnTo>
                    <a:pt x="6926205" y="4163188"/>
                  </a:lnTo>
                  <a:lnTo>
                    <a:pt x="6995378" y="4201615"/>
                  </a:lnTo>
                  <a:lnTo>
                    <a:pt x="7069333" y="4236390"/>
                  </a:lnTo>
                  <a:lnTo>
                    <a:pt x="7147418" y="4267704"/>
                  </a:lnTo>
                  <a:lnTo>
                    <a:pt x="7228384" y="4295631"/>
                  </a:lnTo>
                  <a:lnTo>
                    <a:pt x="7310302" y="4320155"/>
                  </a:lnTo>
                  <a:lnTo>
                    <a:pt x="7390596" y="4341206"/>
                  </a:lnTo>
                  <a:lnTo>
                    <a:pt x="7466211" y="4358714"/>
                  </a:lnTo>
                  <a:lnTo>
                    <a:pt x="7533964" y="4372675"/>
                  </a:lnTo>
                  <a:lnTo>
                    <a:pt x="7591033" y="4383210"/>
                  </a:lnTo>
                  <a:lnTo>
                    <a:pt x="7635477" y="4390601"/>
                  </a:lnTo>
                  <a:lnTo>
                    <a:pt x="7666653" y="4395292"/>
                  </a:lnTo>
                  <a:lnTo>
                    <a:pt x="7685414" y="4397857"/>
                  </a:lnTo>
                  <a:lnTo>
                    <a:pt x="7694068" y="4398935"/>
                  </a:lnTo>
                  <a:lnTo>
                    <a:pt x="7696197" y="4399179"/>
                  </a:lnTo>
                  <a:lnTo>
                    <a:pt x="7696237" y="4399183"/>
                  </a:lnTo>
                  <a:lnTo>
                    <a:pt x="8234974" y="4399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9" name="pl919"/>
            <p:cNvSpPr/>
            <p:nvPr/>
          </p:nvSpPr>
          <p:spPr>
            <a:xfrm>
              <a:off x="546595" y="1458246"/>
              <a:ext cx="8234974" cy="4399183"/>
            </a:xfrm>
            <a:custGeom>
              <a:avLst/>
              <a:pathLst>
                <a:path w="8234974" h="4399183">
                  <a:moveTo>
                    <a:pt x="8234974" y="4399183"/>
                  </a:move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7" y="62"/>
                  </a:lnTo>
                  <a:lnTo>
                    <a:pt x="3838839" y="510"/>
                  </a:lnTo>
                  <a:lnTo>
                    <a:pt x="3818738" y="1749"/>
                  </a:lnTo>
                  <a:lnTo>
                    <a:pt x="3783272" y="4180"/>
                  </a:lnTo>
                  <a:lnTo>
                    <a:pt x="3731365" y="8159"/>
                  </a:lnTo>
                  <a:lnTo>
                    <a:pt x="3664218" y="13948"/>
                  </a:lnTo>
                  <a:lnTo>
                    <a:pt x="3584904" y="21694"/>
                  </a:lnTo>
                  <a:lnTo>
                    <a:pt x="3497590" y="31440"/>
                  </a:lnTo>
                  <a:lnTo>
                    <a:pt x="3406646" y="43160"/>
                  </a:lnTo>
                  <a:lnTo>
                    <a:pt x="3315921" y="56804"/>
                  </a:lnTo>
                  <a:lnTo>
                    <a:pt x="3228330" y="72353"/>
                  </a:lnTo>
                  <a:lnTo>
                    <a:pt x="3145742" y="89843"/>
                  </a:lnTo>
                  <a:lnTo>
                    <a:pt x="3069089" y="109393"/>
                  </a:lnTo>
                  <a:lnTo>
                    <a:pt x="2998569" y="131205"/>
                  </a:lnTo>
                  <a:lnTo>
                    <a:pt x="2933860" y="155568"/>
                  </a:lnTo>
                  <a:lnTo>
                    <a:pt x="2874313" y="182848"/>
                  </a:lnTo>
                  <a:lnTo>
                    <a:pt x="2819096" y="213469"/>
                  </a:lnTo>
                  <a:lnTo>
                    <a:pt x="2767300" y="247875"/>
                  </a:lnTo>
                  <a:lnTo>
                    <a:pt x="2718023" y="286474"/>
                  </a:lnTo>
                  <a:lnTo>
                    <a:pt x="2670454" y="329520"/>
                  </a:lnTo>
                  <a:lnTo>
                    <a:pt x="2667772" y="332116"/>
                  </a:lnTo>
                  <a:lnTo>
                    <a:pt x="2627452" y="373259"/>
                  </a:lnTo>
                  <a:lnTo>
                    <a:pt x="2587522" y="417836"/>
                  </a:lnTo>
                  <a:lnTo>
                    <a:pt x="2547684" y="465913"/>
                  </a:lnTo>
                  <a:lnTo>
                    <a:pt x="2507712" y="517481"/>
                  </a:lnTo>
                  <a:lnTo>
                    <a:pt x="2467449" y="572449"/>
                  </a:lnTo>
                  <a:lnTo>
                    <a:pt x="2426797" y="630635"/>
                  </a:lnTo>
                  <a:lnTo>
                    <a:pt x="2385711" y="691761"/>
                  </a:lnTo>
                  <a:lnTo>
                    <a:pt x="2344195" y="755461"/>
                  </a:lnTo>
                  <a:lnTo>
                    <a:pt x="2302295" y="821276"/>
                  </a:lnTo>
                  <a:lnTo>
                    <a:pt x="2260091" y="888677"/>
                  </a:lnTo>
                  <a:lnTo>
                    <a:pt x="2217690" y="957073"/>
                  </a:lnTo>
                  <a:lnTo>
                    <a:pt x="2175215" y="1025835"/>
                  </a:lnTo>
                  <a:lnTo>
                    <a:pt x="2132796" y="1094322"/>
                  </a:lnTo>
                  <a:lnTo>
                    <a:pt x="2090557" y="1161902"/>
                  </a:lnTo>
                  <a:lnTo>
                    <a:pt x="2048608" y="1227977"/>
                  </a:lnTo>
                  <a:lnTo>
                    <a:pt x="2007034" y="1292008"/>
                  </a:lnTo>
                  <a:lnTo>
                    <a:pt x="1965886" y="1353526"/>
                  </a:lnTo>
                  <a:lnTo>
                    <a:pt x="1925173" y="1412150"/>
                  </a:lnTo>
                  <a:lnTo>
                    <a:pt x="1884859" y="1467589"/>
                  </a:lnTo>
                  <a:lnTo>
                    <a:pt x="1844854" y="1519650"/>
                  </a:lnTo>
                  <a:lnTo>
                    <a:pt x="1805008" y="1568226"/>
                  </a:lnTo>
                  <a:lnTo>
                    <a:pt x="1765108" y="1613300"/>
                  </a:lnTo>
                  <a:lnTo>
                    <a:pt x="1724865" y="1654925"/>
                  </a:lnTo>
                  <a:lnTo>
                    <a:pt x="1719082" y="1660582"/>
                  </a:lnTo>
                  <a:lnTo>
                    <a:pt x="1671590" y="1703884"/>
                  </a:lnTo>
                  <a:lnTo>
                    <a:pt x="1622432" y="1742733"/>
                  </a:lnTo>
                  <a:lnTo>
                    <a:pt x="1570803" y="1777369"/>
                  </a:lnTo>
                  <a:lnTo>
                    <a:pt x="1515807" y="1808194"/>
                  </a:lnTo>
                  <a:lnTo>
                    <a:pt x="1456531" y="1835653"/>
                  </a:lnTo>
                  <a:lnTo>
                    <a:pt x="1392137" y="1860173"/>
                  </a:lnTo>
                  <a:lnTo>
                    <a:pt x="1321962" y="1882122"/>
                  </a:lnTo>
                  <a:lnTo>
                    <a:pt x="1245660" y="1901794"/>
                  </a:lnTo>
                  <a:lnTo>
                    <a:pt x="1163395" y="1919399"/>
                  </a:lnTo>
                  <a:lnTo>
                    <a:pt x="1076048" y="1935057"/>
                  </a:lnTo>
                  <a:lnTo>
                    <a:pt x="985434" y="1948810"/>
                  </a:lnTo>
                  <a:lnTo>
                    <a:pt x="894406" y="1960641"/>
                  </a:lnTo>
                  <a:lnTo>
                    <a:pt x="806769" y="1970501"/>
                  </a:lnTo>
                  <a:lnTo>
                    <a:pt x="726879" y="1978361"/>
                  </a:lnTo>
                  <a:lnTo>
                    <a:pt x="658940" y="1984259"/>
                  </a:lnTo>
                  <a:lnTo>
                    <a:pt x="606108" y="1988335"/>
                  </a:lnTo>
                  <a:lnTo>
                    <a:pt x="569709" y="1990847"/>
                  </a:lnTo>
                  <a:lnTo>
                    <a:pt x="548799" y="1992143"/>
                  </a:lnTo>
                  <a:lnTo>
                    <a:pt x="540187" y="1992625"/>
                  </a:lnTo>
                  <a:lnTo>
                    <a:pt x="538736" y="1992699"/>
                  </a:lnTo>
                  <a:lnTo>
                    <a:pt x="538736" y="1992699"/>
                  </a:lnTo>
                  <a:lnTo>
                    <a:pt x="0" y="19926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0" name="pg920"/>
            <p:cNvSpPr/>
            <p:nvPr/>
          </p:nvSpPr>
          <p:spPr>
            <a:xfrm>
              <a:off x="546595" y="1060795"/>
              <a:ext cx="8234974" cy="2629710"/>
            </a:xfrm>
            <a:custGeom>
              <a:avLst/>
              <a:pathLst>
                <a:path w="8234974" h="2629710">
                  <a:moveTo>
                    <a:pt x="0" y="2629710"/>
                  </a:moveTo>
                  <a:lnTo>
                    <a:pt x="538736" y="2629710"/>
                  </a:lnTo>
                  <a:lnTo>
                    <a:pt x="540035" y="2629695"/>
                  </a:lnTo>
                  <a:lnTo>
                    <a:pt x="548510" y="2629589"/>
                  </a:lnTo>
                  <a:lnTo>
                    <a:pt x="569638" y="2629296"/>
                  </a:lnTo>
                  <a:lnTo>
                    <a:pt x="606812" y="2628720"/>
                  </a:lnTo>
                  <a:lnTo>
                    <a:pt x="661011" y="2627781"/>
                  </a:lnTo>
                  <a:lnTo>
                    <a:pt x="730784" y="2626416"/>
                  </a:lnTo>
                  <a:lnTo>
                    <a:pt x="812734" y="2624595"/>
                  </a:lnTo>
                  <a:lnTo>
                    <a:pt x="902395" y="2622310"/>
                  </a:lnTo>
                  <a:lnTo>
                    <a:pt x="995191" y="2619568"/>
                  </a:lnTo>
                  <a:lnTo>
                    <a:pt x="1087195" y="2616380"/>
                  </a:lnTo>
                  <a:lnTo>
                    <a:pt x="1175521" y="2612749"/>
                  </a:lnTo>
                  <a:lnTo>
                    <a:pt x="1258397" y="2608664"/>
                  </a:lnTo>
                  <a:lnTo>
                    <a:pt x="1335019" y="2604091"/>
                  </a:lnTo>
                  <a:lnTo>
                    <a:pt x="1405323" y="2598979"/>
                  </a:lnTo>
                  <a:lnTo>
                    <a:pt x="1469749" y="2593254"/>
                  </a:lnTo>
                  <a:lnTo>
                    <a:pt x="1529046" y="2586825"/>
                  </a:lnTo>
                  <a:lnTo>
                    <a:pt x="1584125" y="2579591"/>
                  </a:lnTo>
                  <a:lnTo>
                    <a:pt x="1635952" y="2571446"/>
                  </a:lnTo>
                  <a:lnTo>
                    <a:pt x="1685455" y="2562302"/>
                  </a:lnTo>
                  <a:lnTo>
                    <a:pt x="1719082" y="2555301"/>
                  </a:lnTo>
                  <a:lnTo>
                    <a:pt x="1770661" y="2543352"/>
                  </a:lnTo>
                  <a:lnTo>
                    <a:pt x="1821743" y="2530132"/>
                  </a:lnTo>
                  <a:lnTo>
                    <a:pt x="1872892" y="2515624"/>
                  </a:lnTo>
                  <a:lnTo>
                    <a:pt x="1924478" y="2499860"/>
                  </a:lnTo>
                  <a:lnTo>
                    <a:pt x="1976713" y="2482926"/>
                  </a:lnTo>
                  <a:lnTo>
                    <a:pt x="2029663" y="2464962"/>
                  </a:lnTo>
                  <a:lnTo>
                    <a:pt x="2083270" y="2446166"/>
                  </a:lnTo>
                  <a:lnTo>
                    <a:pt x="2137379" y="2426781"/>
                  </a:lnTo>
                  <a:lnTo>
                    <a:pt x="2191761" y="2407088"/>
                  </a:lnTo>
                  <a:lnTo>
                    <a:pt x="2246151" y="2387386"/>
                  </a:lnTo>
                  <a:lnTo>
                    <a:pt x="2300283" y="2367974"/>
                  </a:lnTo>
                  <a:lnTo>
                    <a:pt x="2353926" y="2349135"/>
                  </a:lnTo>
                  <a:lnTo>
                    <a:pt x="2406919" y="2331114"/>
                  </a:lnTo>
                  <a:lnTo>
                    <a:pt x="2459197" y="2314111"/>
                  </a:lnTo>
                  <a:lnTo>
                    <a:pt x="2510819" y="2298273"/>
                  </a:lnTo>
                  <a:lnTo>
                    <a:pt x="2561986" y="2283687"/>
                  </a:lnTo>
                  <a:lnTo>
                    <a:pt x="2613058" y="2270388"/>
                  </a:lnTo>
                  <a:lnTo>
                    <a:pt x="2664586" y="2258362"/>
                  </a:lnTo>
                  <a:lnTo>
                    <a:pt x="2667772" y="2257666"/>
                  </a:lnTo>
                  <a:lnTo>
                    <a:pt x="2716143" y="2247797"/>
                  </a:lnTo>
                  <a:lnTo>
                    <a:pt x="2766255" y="2238962"/>
                  </a:lnTo>
                  <a:lnTo>
                    <a:pt x="2818962" y="2231102"/>
                  </a:lnTo>
                  <a:lnTo>
                    <a:pt x="2875213" y="2224122"/>
                  </a:lnTo>
                  <a:lnTo>
                    <a:pt x="2935967" y="2217916"/>
                  </a:lnTo>
                  <a:lnTo>
                    <a:pt x="3002098" y="2212385"/>
                  </a:lnTo>
                  <a:lnTo>
                    <a:pt x="3074281" y="2207442"/>
                  </a:lnTo>
                  <a:lnTo>
                    <a:pt x="3152826" y="2203021"/>
                  </a:lnTo>
                  <a:lnTo>
                    <a:pt x="3237471" y="2199075"/>
                  </a:lnTo>
                  <a:lnTo>
                    <a:pt x="3327143" y="2195579"/>
                  </a:lnTo>
                  <a:lnTo>
                    <a:pt x="3419741" y="2192525"/>
                  </a:lnTo>
                  <a:lnTo>
                    <a:pt x="3512046" y="2189919"/>
                  </a:lnTo>
                  <a:lnTo>
                    <a:pt x="3599875" y="2187773"/>
                  </a:lnTo>
                  <a:lnTo>
                    <a:pt x="3678592" y="2186092"/>
                  </a:lnTo>
                  <a:lnTo>
                    <a:pt x="3743949" y="2184860"/>
                  </a:lnTo>
                  <a:lnTo>
                    <a:pt x="3793057" y="2184038"/>
                  </a:lnTo>
                  <a:lnTo>
                    <a:pt x="3825171" y="2183558"/>
                  </a:lnTo>
                  <a:lnTo>
                    <a:pt x="3842021" y="2183331"/>
                  </a:lnTo>
                  <a:lnTo>
                    <a:pt x="3847668" y="2183263"/>
                  </a:lnTo>
                  <a:lnTo>
                    <a:pt x="3848118" y="2183258"/>
                  </a:lnTo>
                  <a:lnTo>
                    <a:pt x="4386855" y="2183258"/>
                  </a:lnTo>
                  <a:lnTo>
                    <a:pt x="4388074" y="2183190"/>
                  </a:lnTo>
                  <a:lnTo>
                    <a:pt x="4396040" y="2182706"/>
                  </a:lnTo>
                  <a:lnTo>
                    <a:pt x="4415946" y="2181366"/>
                  </a:lnTo>
                  <a:lnTo>
                    <a:pt x="4451085" y="2178737"/>
                  </a:lnTo>
                  <a:lnTo>
                    <a:pt x="4502552" y="2174433"/>
                  </a:lnTo>
                  <a:lnTo>
                    <a:pt x="4569192" y="2168170"/>
                  </a:lnTo>
                  <a:lnTo>
                    <a:pt x="4647992" y="2159783"/>
                  </a:lnTo>
                  <a:lnTo>
                    <a:pt x="4734845" y="2149227"/>
                  </a:lnTo>
                  <a:lnTo>
                    <a:pt x="4825420" y="2136528"/>
                  </a:lnTo>
                  <a:lnTo>
                    <a:pt x="4915885" y="2121739"/>
                  </a:lnTo>
                  <a:lnTo>
                    <a:pt x="5003323" y="2104883"/>
                  </a:lnTo>
                  <a:lnTo>
                    <a:pt x="5085846" y="2085923"/>
                  </a:lnTo>
                  <a:lnTo>
                    <a:pt x="5162498" y="2064736"/>
                  </a:lnTo>
                  <a:lnTo>
                    <a:pt x="5233056" y="2041106"/>
                  </a:lnTo>
                  <a:lnTo>
                    <a:pt x="5297819" y="2014725"/>
                  </a:lnTo>
                  <a:lnTo>
                    <a:pt x="5357417" y="1985202"/>
                  </a:lnTo>
                  <a:lnTo>
                    <a:pt x="5412666" y="1952081"/>
                  </a:lnTo>
                  <a:lnTo>
                    <a:pt x="5464463" y="1914880"/>
                  </a:lnTo>
                  <a:lnTo>
                    <a:pt x="5513703" y="1873154"/>
                  </a:lnTo>
                  <a:lnTo>
                    <a:pt x="5561198" y="1826612"/>
                  </a:lnTo>
                  <a:lnTo>
                    <a:pt x="5567201" y="1820289"/>
                  </a:lnTo>
                  <a:lnTo>
                    <a:pt x="5606326" y="1776718"/>
                  </a:lnTo>
                  <a:lnTo>
                    <a:pt x="5645074" y="1729619"/>
                  </a:lnTo>
                  <a:lnTo>
                    <a:pt x="5683723" y="1678920"/>
                  </a:lnTo>
                  <a:lnTo>
                    <a:pt x="5722480" y="1624626"/>
                  </a:lnTo>
                  <a:lnTo>
                    <a:pt x="5761498" y="1566818"/>
                  </a:lnTo>
                  <a:lnTo>
                    <a:pt x="5800871" y="1505665"/>
                  </a:lnTo>
                  <a:lnTo>
                    <a:pt x="5840649" y="1441428"/>
                  </a:lnTo>
                  <a:lnTo>
                    <a:pt x="5880836" y="1374458"/>
                  </a:lnTo>
                  <a:lnTo>
                    <a:pt x="5921398" y="1305191"/>
                  </a:lnTo>
                  <a:lnTo>
                    <a:pt x="5962269" y="1234140"/>
                  </a:lnTo>
                  <a:lnTo>
                    <a:pt x="6003358" y="1161878"/>
                  </a:lnTo>
                  <a:lnTo>
                    <a:pt x="6044556" y="1089025"/>
                  </a:lnTo>
                  <a:lnTo>
                    <a:pt x="6085745" y="1016218"/>
                  </a:lnTo>
                  <a:lnTo>
                    <a:pt x="6126808" y="944096"/>
                  </a:lnTo>
                  <a:lnTo>
                    <a:pt x="6167640" y="873270"/>
                  </a:lnTo>
                  <a:lnTo>
                    <a:pt x="6208151" y="804308"/>
                  </a:lnTo>
                  <a:lnTo>
                    <a:pt x="6248279" y="737712"/>
                  </a:lnTo>
                  <a:lnTo>
                    <a:pt x="6287997" y="673906"/>
                  </a:lnTo>
                  <a:lnTo>
                    <a:pt x="6327314" y="613228"/>
                  </a:lnTo>
                  <a:lnTo>
                    <a:pt x="6366286" y="555924"/>
                  </a:lnTo>
                  <a:lnTo>
                    <a:pt x="6405017" y="502152"/>
                  </a:lnTo>
                  <a:lnTo>
                    <a:pt x="6443665" y="451981"/>
                  </a:lnTo>
                  <a:lnTo>
                    <a:pt x="6482449" y="405402"/>
                  </a:lnTo>
                  <a:lnTo>
                    <a:pt x="6515891" y="368413"/>
                  </a:lnTo>
                  <a:lnTo>
                    <a:pt x="6563213" y="321247"/>
                  </a:lnTo>
                  <a:lnTo>
                    <a:pt x="6612186" y="278915"/>
                  </a:lnTo>
                  <a:lnTo>
                    <a:pt x="6663607" y="241156"/>
                  </a:lnTo>
                  <a:lnTo>
                    <a:pt x="6718362" y="207539"/>
                  </a:lnTo>
                  <a:lnTo>
                    <a:pt x="6777353" y="177580"/>
                  </a:lnTo>
                  <a:lnTo>
                    <a:pt x="6841413" y="150819"/>
                  </a:lnTo>
                  <a:lnTo>
                    <a:pt x="6911202" y="126856"/>
                  </a:lnTo>
                  <a:lnTo>
                    <a:pt x="6987072" y="105369"/>
                  </a:lnTo>
                  <a:lnTo>
                    <a:pt x="7068877" y="86132"/>
                  </a:lnTo>
                  <a:lnTo>
                    <a:pt x="7155769" y="69010"/>
                  </a:lnTo>
                  <a:lnTo>
                    <a:pt x="7245987" y="53955"/>
                  </a:lnTo>
                  <a:lnTo>
                    <a:pt x="7336746" y="40985"/>
                  </a:lnTo>
                  <a:lnTo>
                    <a:pt x="7424314" y="30151"/>
                  </a:lnTo>
                  <a:lnTo>
                    <a:pt x="7504390" y="21487"/>
                  </a:lnTo>
                  <a:lnTo>
                    <a:pt x="7572790" y="14958"/>
                  </a:lnTo>
                  <a:lnTo>
                    <a:pt x="7626313" y="10416"/>
                  </a:lnTo>
                  <a:lnTo>
                    <a:pt x="7663535" y="7592"/>
                  </a:lnTo>
                  <a:lnTo>
                    <a:pt x="7685255" y="6111"/>
                  </a:lnTo>
                  <a:lnTo>
                    <a:pt x="7694499" y="554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8" y="67"/>
                  </a:lnTo>
                  <a:lnTo>
                    <a:pt x="7687052" y="552"/>
                  </a:lnTo>
                  <a:lnTo>
                    <a:pt x="7667147" y="1891"/>
                  </a:lnTo>
                  <a:lnTo>
                    <a:pt x="7632007" y="4520"/>
                  </a:lnTo>
                  <a:lnTo>
                    <a:pt x="7580540" y="8824"/>
                  </a:lnTo>
                  <a:lnTo>
                    <a:pt x="7513901" y="15088"/>
                  </a:lnTo>
                  <a:lnTo>
                    <a:pt x="7435100" y="23474"/>
                  </a:lnTo>
                  <a:lnTo>
                    <a:pt x="7348248" y="34030"/>
                  </a:lnTo>
                  <a:lnTo>
                    <a:pt x="7257673" y="46729"/>
                  </a:lnTo>
                  <a:lnTo>
                    <a:pt x="7167207" y="61519"/>
                  </a:lnTo>
                  <a:lnTo>
                    <a:pt x="7079769" y="78374"/>
                  </a:lnTo>
                  <a:lnTo>
                    <a:pt x="6997246" y="97334"/>
                  </a:lnTo>
                  <a:lnTo>
                    <a:pt x="6920595" y="118521"/>
                  </a:lnTo>
                  <a:lnTo>
                    <a:pt x="6850036" y="142151"/>
                  </a:lnTo>
                  <a:lnTo>
                    <a:pt x="6785273" y="168532"/>
                  </a:lnTo>
                  <a:lnTo>
                    <a:pt x="6725676" y="198055"/>
                  </a:lnTo>
                  <a:lnTo>
                    <a:pt x="6670427" y="231176"/>
                  </a:lnTo>
                  <a:lnTo>
                    <a:pt x="6618629" y="268378"/>
                  </a:lnTo>
                  <a:lnTo>
                    <a:pt x="6569390" y="310103"/>
                  </a:lnTo>
                  <a:lnTo>
                    <a:pt x="6521895" y="356645"/>
                  </a:lnTo>
                  <a:lnTo>
                    <a:pt x="6515891" y="362968"/>
                  </a:lnTo>
                  <a:lnTo>
                    <a:pt x="6476766" y="406539"/>
                  </a:lnTo>
                  <a:lnTo>
                    <a:pt x="6438018" y="453638"/>
                  </a:lnTo>
                  <a:lnTo>
                    <a:pt x="6399370" y="504337"/>
                  </a:lnTo>
                  <a:lnTo>
                    <a:pt x="6360612" y="558631"/>
                  </a:lnTo>
                  <a:lnTo>
                    <a:pt x="6321595" y="616440"/>
                  </a:lnTo>
                  <a:lnTo>
                    <a:pt x="6282222" y="677592"/>
                  </a:lnTo>
                  <a:lnTo>
                    <a:pt x="6242444" y="741829"/>
                  </a:lnTo>
                  <a:lnTo>
                    <a:pt x="6202257" y="808799"/>
                  </a:lnTo>
                  <a:lnTo>
                    <a:pt x="6161695" y="878066"/>
                  </a:lnTo>
                  <a:lnTo>
                    <a:pt x="6120823" y="949118"/>
                  </a:lnTo>
                  <a:lnTo>
                    <a:pt x="6079734" y="1021379"/>
                  </a:lnTo>
                  <a:lnTo>
                    <a:pt x="6038537" y="1094233"/>
                  </a:lnTo>
                  <a:lnTo>
                    <a:pt x="5997348" y="1167039"/>
                  </a:lnTo>
                  <a:lnTo>
                    <a:pt x="5956284" y="1239162"/>
                  </a:lnTo>
                  <a:lnTo>
                    <a:pt x="5915453" y="1309987"/>
                  </a:lnTo>
                  <a:lnTo>
                    <a:pt x="5874942" y="1378949"/>
                  </a:lnTo>
                  <a:lnTo>
                    <a:pt x="5834813" y="1445545"/>
                  </a:lnTo>
                  <a:lnTo>
                    <a:pt x="5795096" y="1509351"/>
                  </a:lnTo>
                  <a:lnTo>
                    <a:pt x="5755779" y="1570029"/>
                  </a:lnTo>
                  <a:lnTo>
                    <a:pt x="5716807" y="1627333"/>
                  </a:lnTo>
                  <a:lnTo>
                    <a:pt x="5678076" y="1681105"/>
                  </a:lnTo>
                  <a:lnTo>
                    <a:pt x="5639427" y="1731276"/>
                  </a:lnTo>
                  <a:lnTo>
                    <a:pt x="5600643" y="1777855"/>
                  </a:lnTo>
                  <a:lnTo>
                    <a:pt x="5567201" y="1814844"/>
                  </a:lnTo>
                  <a:lnTo>
                    <a:pt x="5519879" y="1862010"/>
                  </a:lnTo>
                  <a:lnTo>
                    <a:pt x="5470906" y="1904342"/>
                  </a:lnTo>
                  <a:lnTo>
                    <a:pt x="5419486" y="1942101"/>
                  </a:lnTo>
                  <a:lnTo>
                    <a:pt x="5364731" y="1975719"/>
                  </a:lnTo>
                  <a:lnTo>
                    <a:pt x="5305740" y="2005677"/>
                  </a:lnTo>
                  <a:lnTo>
                    <a:pt x="5241680" y="2032438"/>
                  </a:lnTo>
                  <a:lnTo>
                    <a:pt x="5171890" y="2056402"/>
                  </a:lnTo>
                  <a:lnTo>
                    <a:pt x="5096021" y="2077888"/>
                  </a:lnTo>
                  <a:lnTo>
                    <a:pt x="5014215" y="2097125"/>
                  </a:lnTo>
                  <a:lnTo>
                    <a:pt x="4927324" y="2114247"/>
                  </a:lnTo>
                  <a:lnTo>
                    <a:pt x="4837105" y="2129302"/>
                  </a:lnTo>
                  <a:lnTo>
                    <a:pt x="4746347" y="2142272"/>
                  </a:lnTo>
                  <a:lnTo>
                    <a:pt x="4658779" y="2153106"/>
                  </a:lnTo>
                  <a:lnTo>
                    <a:pt x="4578702" y="2161770"/>
                  </a:lnTo>
                  <a:lnTo>
                    <a:pt x="4510302" y="2168299"/>
                  </a:lnTo>
                  <a:lnTo>
                    <a:pt x="4456779" y="2172841"/>
                  </a:lnTo>
                  <a:lnTo>
                    <a:pt x="4419557" y="2175665"/>
                  </a:lnTo>
                  <a:lnTo>
                    <a:pt x="4397837" y="2177146"/>
                  </a:lnTo>
                  <a:lnTo>
                    <a:pt x="4388593" y="2177716"/>
                  </a:lnTo>
                  <a:lnTo>
                    <a:pt x="4386855" y="2177813"/>
                  </a:lnTo>
                  <a:lnTo>
                    <a:pt x="3848118" y="2177813"/>
                  </a:lnTo>
                  <a:lnTo>
                    <a:pt x="3846819" y="2177828"/>
                  </a:lnTo>
                  <a:lnTo>
                    <a:pt x="3838344" y="2177934"/>
                  </a:lnTo>
                  <a:lnTo>
                    <a:pt x="3817216" y="2178227"/>
                  </a:lnTo>
                  <a:lnTo>
                    <a:pt x="3780043" y="2178802"/>
                  </a:lnTo>
                  <a:lnTo>
                    <a:pt x="3725844" y="2179742"/>
                  </a:lnTo>
                  <a:lnTo>
                    <a:pt x="3656071" y="2181106"/>
                  </a:lnTo>
                  <a:lnTo>
                    <a:pt x="3574120" y="2182927"/>
                  </a:lnTo>
                  <a:lnTo>
                    <a:pt x="3484460" y="2185213"/>
                  </a:lnTo>
                  <a:lnTo>
                    <a:pt x="3391663" y="2187955"/>
                  </a:lnTo>
                  <a:lnTo>
                    <a:pt x="3299660" y="2191143"/>
                  </a:lnTo>
                  <a:lnTo>
                    <a:pt x="3211334" y="2194773"/>
                  </a:lnTo>
                  <a:lnTo>
                    <a:pt x="3128458" y="2198859"/>
                  </a:lnTo>
                  <a:lnTo>
                    <a:pt x="3051836" y="2203432"/>
                  </a:lnTo>
                  <a:lnTo>
                    <a:pt x="2981532" y="2208544"/>
                  </a:lnTo>
                  <a:lnTo>
                    <a:pt x="2917105" y="2214269"/>
                  </a:lnTo>
                  <a:lnTo>
                    <a:pt x="2857808" y="2220698"/>
                  </a:lnTo>
                  <a:lnTo>
                    <a:pt x="2802729" y="2227932"/>
                  </a:lnTo>
                  <a:lnTo>
                    <a:pt x="2750903" y="2236077"/>
                  </a:lnTo>
                  <a:lnTo>
                    <a:pt x="2701399" y="2245221"/>
                  </a:lnTo>
                  <a:lnTo>
                    <a:pt x="2667772" y="2252222"/>
                  </a:lnTo>
                  <a:lnTo>
                    <a:pt x="2616194" y="2264171"/>
                  </a:lnTo>
                  <a:lnTo>
                    <a:pt x="2565111" y="2277391"/>
                  </a:lnTo>
                  <a:lnTo>
                    <a:pt x="2513963" y="2291898"/>
                  </a:lnTo>
                  <a:lnTo>
                    <a:pt x="2462376" y="2307662"/>
                  </a:lnTo>
                  <a:lnTo>
                    <a:pt x="2410141" y="2324597"/>
                  </a:lnTo>
                  <a:lnTo>
                    <a:pt x="2357191" y="2342561"/>
                  </a:lnTo>
                  <a:lnTo>
                    <a:pt x="2303584" y="2361357"/>
                  </a:lnTo>
                  <a:lnTo>
                    <a:pt x="2249476" y="2380742"/>
                  </a:lnTo>
                  <a:lnTo>
                    <a:pt x="2195094" y="2400434"/>
                  </a:lnTo>
                  <a:lnTo>
                    <a:pt x="2140704" y="2420137"/>
                  </a:lnTo>
                  <a:lnTo>
                    <a:pt x="2086572" y="2439548"/>
                  </a:lnTo>
                  <a:lnTo>
                    <a:pt x="2032928" y="2458388"/>
                  </a:lnTo>
                  <a:lnTo>
                    <a:pt x="1979935" y="2476409"/>
                  </a:lnTo>
                  <a:lnTo>
                    <a:pt x="1927657" y="2493411"/>
                  </a:lnTo>
                  <a:lnTo>
                    <a:pt x="1876035" y="2509250"/>
                  </a:lnTo>
                  <a:lnTo>
                    <a:pt x="1824869" y="2523836"/>
                  </a:lnTo>
                  <a:lnTo>
                    <a:pt x="1773797" y="2537135"/>
                  </a:lnTo>
                  <a:lnTo>
                    <a:pt x="1722269" y="2549160"/>
                  </a:lnTo>
                  <a:lnTo>
                    <a:pt x="1719082" y="2549856"/>
                  </a:lnTo>
                  <a:lnTo>
                    <a:pt x="1670711" y="2559725"/>
                  </a:lnTo>
                  <a:lnTo>
                    <a:pt x="1620599" y="2568560"/>
                  </a:lnTo>
                  <a:lnTo>
                    <a:pt x="1567893" y="2576420"/>
                  </a:lnTo>
                  <a:lnTo>
                    <a:pt x="1511642" y="2583400"/>
                  </a:lnTo>
                  <a:lnTo>
                    <a:pt x="1450888" y="2589606"/>
                  </a:lnTo>
                  <a:lnTo>
                    <a:pt x="1384756" y="2595138"/>
                  </a:lnTo>
                  <a:lnTo>
                    <a:pt x="1312573" y="2600080"/>
                  </a:lnTo>
                  <a:lnTo>
                    <a:pt x="1234028" y="2604501"/>
                  </a:lnTo>
                  <a:lnTo>
                    <a:pt x="1149383" y="2608447"/>
                  </a:lnTo>
                  <a:lnTo>
                    <a:pt x="1059712" y="2611944"/>
                  </a:lnTo>
                  <a:lnTo>
                    <a:pt x="967113" y="2614998"/>
                  </a:lnTo>
                  <a:lnTo>
                    <a:pt x="874808" y="2617604"/>
                  </a:lnTo>
                  <a:lnTo>
                    <a:pt x="786980" y="2619749"/>
                  </a:lnTo>
                  <a:lnTo>
                    <a:pt x="708263" y="2621431"/>
                  </a:lnTo>
                  <a:lnTo>
                    <a:pt x="642906" y="2622662"/>
                  </a:lnTo>
                  <a:lnTo>
                    <a:pt x="593797" y="2623484"/>
                  </a:lnTo>
                  <a:lnTo>
                    <a:pt x="561683" y="2623965"/>
                  </a:lnTo>
                  <a:lnTo>
                    <a:pt x="544833" y="2624191"/>
                  </a:lnTo>
                  <a:lnTo>
                    <a:pt x="539187" y="2624260"/>
                  </a:lnTo>
                  <a:lnTo>
                    <a:pt x="538736" y="2624265"/>
                  </a:lnTo>
                  <a:lnTo>
                    <a:pt x="0" y="262426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21" name="pl921"/>
            <p:cNvSpPr/>
            <p:nvPr/>
          </p:nvSpPr>
          <p:spPr>
            <a:xfrm>
              <a:off x="546595" y="1066240"/>
              <a:ext cx="8234974" cy="2624265"/>
            </a:xfrm>
            <a:custGeom>
              <a:avLst/>
              <a:pathLst>
                <a:path w="8234974" h="2624265">
                  <a:moveTo>
                    <a:pt x="0" y="2624265"/>
                  </a:moveTo>
                  <a:lnTo>
                    <a:pt x="538736" y="2624265"/>
                  </a:lnTo>
                  <a:lnTo>
                    <a:pt x="540035" y="2624250"/>
                  </a:lnTo>
                  <a:lnTo>
                    <a:pt x="548510" y="2624144"/>
                  </a:lnTo>
                  <a:lnTo>
                    <a:pt x="569638" y="2623851"/>
                  </a:lnTo>
                  <a:lnTo>
                    <a:pt x="606812" y="2623276"/>
                  </a:lnTo>
                  <a:lnTo>
                    <a:pt x="661011" y="2622336"/>
                  </a:lnTo>
                  <a:lnTo>
                    <a:pt x="730784" y="2620972"/>
                  </a:lnTo>
                  <a:lnTo>
                    <a:pt x="812734" y="2619151"/>
                  </a:lnTo>
                  <a:lnTo>
                    <a:pt x="902395" y="2616865"/>
                  </a:lnTo>
                  <a:lnTo>
                    <a:pt x="995191" y="2614123"/>
                  </a:lnTo>
                  <a:lnTo>
                    <a:pt x="1087195" y="2610935"/>
                  </a:lnTo>
                  <a:lnTo>
                    <a:pt x="1175521" y="2607305"/>
                  </a:lnTo>
                  <a:lnTo>
                    <a:pt x="1258397" y="2603219"/>
                  </a:lnTo>
                  <a:lnTo>
                    <a:pt x="1335019" y="2598646"/>
                  </a:lnTo>
                  <a:lnTo>
                    <a:pt x="1405323" y="2593534"/>
                  </a:lnTo>
                  <a:lnTo>
                    <a:pt x="1469749" y="2587809"/>
                  </a:lnTo>
                  <a:lnTo>
                    <a:pt x="1529046" y="2581381"/>
                  </a:lnTo>
                  <a:lnTo>
                    <a:pt x="1584125" y="2574146"/>
                  </a:lnTo>
                  <a:lnTo>
                    <a:pt x="1635952" y="2566001"/>
                  </a:lnTo>
                  <a:lnTo>
                    <a:pt x="1685455" y="2556857"/>
                  </a:lnTo>
                  <a:lnTo>
                    <a:pt x="1719082" y="2549856"/>
                  </a:lnTo>
                  <a:lnTo>
                    <a:pt x="1770661" y="2537907"/>
                  </a:lnTo>
                  <a:lnTo>
                    <a:pt x="1821743" y="2524687"/>
                  </a:lnTo>
                  <a:lnTo>
                    <a:pt x="1872892" y="2510180"/>
                  </a:lnTo>
                  <a:lnTo>
                    <a:pt x="1924478" y="2494416"/>
                  </a:lnTo>
                  <a:lnTo>
                    <a:pt x="1976713" y="2477481"/>
                  </a:lnTo>
                  <a:lnTo>
                    <a:pt x="2029663" y="2459517"/>
                  </a:lnTo>
                  <a:lnTo>
                    <a:pt x="2083270" y="2440721"/>
                  </a:lnTo>
                  <a:lnTo>
                    <a:pt x="2137379" y="2421337"/>
                  </a:lnTo>
                  <a:lnTo>
                    <a:pt x="2191761" y="2401644"/>
                  </a:lnTo>
                  <a:lnTo>
                    <a:pt x="2246151" y="2381942"/>
                  </a:lnTo>
                  <a:lnTo>
                    <a:pt x="2300283" y="2362530"/>
                  </a:lnTo>
                  <a:lnTo>
                    <a:pt x="2353926" y="2343690"/>
                  </a:lnTo>
                  <a:lnTo>
                    <a:pt x="2406919" y="2325669"/>
                  </a:lnTo>
                  <a:lnTo>
                    <a:pt x="2459197" y="2308667"/>
                  </a:lnTo>
                  <a:lnTo>
                    <a:pt x="2510819" y="2292828"/>
                  </a:lnTo>
                  <a:lnTo>
                    <a:pt x="2561986" y="2278242"/>
                  </a:lnTo>
                  <a:lnTo>
                    <a:pt x="2613058" y="2264943"/>
                  </a:lnTo>
                  <a:lnTo>
                    <a:pt x="2664586" y="2252918"/>
                  </a:lnTo>
                  <a:lnTo>
                    <a:pt x="2667772" y="2252222"/>
                  </a:lnTo>
                  <a:lnTo>
                    <a:pt x="2716143" y="2242353"/>
                  </a:lnTo>
                  <a:lnTo>
                    <a:pt x="2766255" y="2233518"/>
                  </a:lnTo>
                  <a:lnTo>
                    <a:pt x="2818962" y="2225658"/>
                  </a:lnTo>
                  <a:lnTo>
                    <a:pt x="2875213" y="2218678"/>
                  </a:lnTo>
                  <a:lnTo>
                    <a:pt x="2935967" y="2212472"/>
                  </a:lnTo>
                  <a:lnTo>
                    <a:pt x="3002098" y="2206941"/>
                  </a:lnTo>
                  <a:lnTo>
                    <a:pt x="3074281" y="2201998"/>
                  </a:lnTo>
                  <a:lnTo>
                    <a:pt x="3152826" y="2197577"/>
                  </a:lnTo>
                  <a:lnTo>
                    <a:pt x="3237471" y="2193631"/>
                  </a:lnTo>
                  <a:lnTo>
                    <a:pt x="3327143" y="2190134"/>
                  </a:lnTo>
                  <a:lnTo>
                    <a:pt x="3419741" y="2187080"/>
                  </a:lnTo>
                  <a:lnTo>
                    <a:pt x="3512046" y="2184475"/>
                  </a:lnTo>
                  <a:lnTo>
                    <a:pt x="3599875" y="2182329"/>
                  </a:lnTo>
                  <a:lnTo>
                    <a:pt x="3678592" y="2180647"/>
                  </a:lnTo>
                  <a:lnTo>
                    <a:pt x="3743949" y="2179416"/>
                  </a:lnTo>
                  <a:lnTo>
                    <a:pt x="3793057" y="2178594"/>
                  </a:lnTo>
                  <a:lnTo>
                    <a:pt x="3825171" y="2178113"/>
                  </a:lnTo>
                  <a:lnTo>
                    <a:pt x="3842021" y="2177887"/>
                  </a:lnTo>
                  <a:lnTo>
                    <a:pt x="3847668" y="2177818"/>
                  </a:lnTo>
                  <a:lnTo>
                    <a:pt x="3848118" y="2177813"/>
                  </a:lnTo>
                  <a:lnTo>
                    <a:pt x="4386855" y="2177813"/>
                  </a:lnTo>
                  <a:lnTo>
                    <a:pt x="4388074" y="2177745"/>
                  </a:lnTo>
                  <a:lnTo>
                    <a:pt x="4396040" y="2177261"/>
                  </a:lnTo>
                  <a:lnTo>
                    <a:pt x="4415946" y="2175922"/>
                  </a:lnTo>
                  <a:lnTo>
                    <a:pt x="4451085" y="2173292"/>
                  </a:lnTo>
                  <a:lnTo>
                    <a:pt x="4502552" y="2168989"/>
                  </a:lnTo>
                  <a:lnTo>
                    <a:pt x="4569192" y="2162725"/>
                  </a:lnTo>
                  <a:lnTo>
                    <a:pt x="4647992" y="2154339"/>
                  </a:lnTo>
                  <a:lnTo>
                    <a:pt x="4734845" y="2143783"/>
                  </a:lnTo>
                  <a:lnTo>
                    <a:pt x="4825420" y="2131084"/>
                  </a:lnTo>
                  <a:lnTo>
                    <a:pt x="4915885" y="2116294"/>
                  </a:lnTo>
                  <a:lnTo>
                    <a:pt x="5003323" y="2099438"/>
                  </a:lnTo>
                  <a:lnTo>
                    <a:pt x="5085846" y="2080478"/>
                  </a:lnTo>
                  <a:lnTo>
                    <a:pt x="5162498" y="2059291"/>
                  </a:lnTo>
                  <a:lnTo>
                    <a:pt x="5233056" y="2035662"/>
                  </a:lnTo>
                  <a:lnTo>
                    <a:pt x="5297819" y="2009281"/>
                  </a:lnTo>
                  <a:lnTo>
                    <a:pt x="5357417" y="1979757"/>
                  </a:lnTo>
                  <a:lnTo>
                    <a:pt x="5412666" y="1946636"/>
                  </a:lnTo>
                  <a:lnTo>
                    <a:pt x="5464463" y="1909435"/>
                  </a:lnTo>
                  <a:lnTo>
                    <a:pt x="5513703" y="1867710"/>
                  </a:lnTo>
                  <a:lnTo>
                    <a:pt x="5561198" y="1821168"/>
                  </a:lnTo>
                  <a:lnTo>
                    <a:pt x="5567201" y="1814844"/>
                  </a:lnTo>
                  <a:lnTo>
                    <a:pt x="5606326" y="1771274"/>
                  </a:lnTo>
                  <a:lnTo>
                    <a:pt x="5645074" y="1724174"/>
                  </a:lnTo>
                  <a:lnTo>
                    <a:pt x="5683723" y="1673476"/>
                  </a:lnTo>
                  <a:lnTo>
                    <a:pt x="5722480" y="1619181"/>
                  </a:lnTo>
                  <a:lnTo>
                    <a:pt x="5761498" y="1561373"/>
                  </a:lnTo>
                  <a:lnTo>
                    <a:pt x="5800871" y="1500221"/>
                  </a:lnTo>
                  <a:lnTo>
                    <a:pt x="5840649" y="1435984"/>
                  </a:lnTo>
                  <a:lnTo>
                    <a:pt x="5880836" y="1369014"/>
                  </a:lnTo>
                  <a:lnTo>
                    <a:pt x="5921398" y="1299747"/>
                  </a:lnTo>
                  <a:lnTo>
                    <a:pt x="5962269" y="1228695"/>
                  </a:lnTo>
                  <a:lnTo>
                    <a:pt x="6003358" y="1156434"/>
                  </a:lnTo>
                  <a:lnTo>
                    <a:pt x="6044556" y="1083580"/>
                  </a:lnTo>
                  <a:lnTo>
                    <a:pt x="6085745" y="1010773"/>
                  </a:lnTo>
                  <a:lnTo>
                    <a:pt x="6126808" y="938651"/>
                  </a:lnTo>
                  <a:lnTo>
                    <a:pt x="6167640" y="867826"/>
                  </a:lnTo>
                  <a:lnTo>
                    <a:pt x="6208151" y="798864"/>
                  </a:lnTo>
                  <a:lnTo>
                    <a:pt x="6248279" y="732267"/>
                  </a:lnTo>
                  <a:lnTo>
                    <a:pt x="6287997" y="668461"/>
                  </a:lnTo>
                  <a:lnTo>
                    <a:pt x="6327314" y="607783"/>
                  </a:lnTo>
                  <a:lnTo>
                    <a:pt x="6366286" y="550480"/>
                  </a:lnTo>
                  <a:lnTo>
                    <a:pt x="6405017" y="496707"/>
                  </a:lnTo>
                  <a:lnTo>
                    <a:pt x="6443665" y="446536"/>
                  </a:lnTo>
                  <a:lnTo>
                    <a:pt x="6482449" y="399958"/>
                  </a:lnTo>
                  <a:lnTo>
                    <a:pt x="6515891" y="362968"/>
                  </a:lnTo>
                  <a:lnTo>
                    <a:pt x="6563213" y="315802"/>
                  </a:lnTo>
                  <a:lnTo>
                    <a:pt x="6612186" y="273470"/>
                  </a:lnTo>
                  <a:lnTo>
                    <a:pt x="6663607" y="235712"/>
                  </a:lnTo>
                  <a:lnTo>
                    <a:pt x="6718362" y="202094"/>
                  </a:lnTo>
                  <a:lnTo>
                    <a:pt x="6777353" y="172135"/>
                  </a:lnTo>
                  <a:lnTo>
                    <a:pt x="6841413" y="145375"/>
                  </a:lnTo>
                  <a:lnTo>
                    <a:pt x="6911202" y="121411"/>
                  </a:lnTo>
                  <a:lnTo>
                    <a:pt x="6987072" y="99925"/>
                  </a:lnTo>
                  <a:lnTo>
                    <a:pt x="7068877" y="80688"/>
                  </a:lnTo>
                  <a:lnTo>
                    <a:pt x="7155769" y="63566"/>
                  </a:lnTo>
                  <a:lnTo>
                    <a:pt x="7245987" y="48511"/>
                  </a:lnTo>
                  <a:lnTo>
                    <a:pt x="7336746" y="35541"/>
                  </a:lnTo>
                  <a:lnTo>
                    <a:pt x="7424314" y="24707"/>
                  </a:lnTo>
                  <a:lnTo>
                    <a:pt x="7504390" y="16043"/>
                  </a:lnTo>
                  <a:lnTo>
                    <a:pt x="7572790" y="9513"/>
                  </a:lnTo>
                  <a:lnTo>
                    <a:pt x="7626313" y="4972"/>
                  </a:lnTo>
                  <a:lnTo>
                    <a:pt x="7663535" y="2147"/>
                  </a:lnTo>
                  <a:lnTo>
                    <a:pt x="7685255" y="666"/>
                  </a:lnTo>
                  <a:lnTo>
                    <a:pt x="7694499" y="97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2" name="pl922"/>
            <p:cNvSpPr/>
            <p:nvPr/>
          </p:nvSpPr>
          <p:spPr>
            <a:xfrm>
              <a:off x="546595" y="1060795"/>
              <a:ext cx="8234974" cy="2624265"/>
            </a:xfrm>
            <a:custGeom>
              <a:avLst/>
              <a:pathLst>
                <a:path w="8234974" h="2624265">
                  <a:moveTo>
                    <a:pt x="8234974" y="0"/>
                  </a:moveTo>
                  <a:lnTo>
                    <a:pt x="7696237" y="0"/>
                  </a:lnTo>
                  <a:lnTo>
                    <a:pt x="7695018" y="67"/>
                  </a:lnTo>
                  <a:lnTo>
                    <a:pt x="7687052" y="552"/>
                  </a:lnTo>
                  <a:lnTo>
                    <a:pt x="7667147" y="1891"/>
                  </a:lnTo>
                  <a:lnTo>
                    <a:pt x="7632007" y="4520"/>
                  </a:lnTo>
                  <a:lnTo>
                    <a:pt x="7580540" y="8824"/>
                  </a:lnTo>
                  <a:lnTo>
                    <a:pt x="7513901" y="15088"/>
                  </a:lnTo>
                  <a:lnTo>
                    <a:pt x="7435100" y="23474"/>
                  </a:lnTo>
                  <a:lnTo>
                    <a:pt x="7348248" y="34030"/>
                  </a:lnTo>
                  <a:lnTo>
                    <a:pt x="7257673" y="46729"/>
                  </a:lnTo>
                  <a:lnTo>
                    <a:pt x="7167207" y="61519"/>
                  </a:lnTo>
                  <a:lnTo>
                    <a:pt x="7079769" y="78374"/>
                  </a:lnTo>
                  <a:lnTo>
                    <a:pt x="6997246" y="97334"/>
                  </a:lnTo>
                  <a:lnTo>
                    <a:pt x="6920595" y="118521"/>
                  </a:lnTo>
                  <a:lnTo>
                    <a:pt x="6850036" y="142151"/>
                  </a:lnTo>
                  <a:lnTo>
                    <a:pt x="6785273" y="168532"/>
                  </a:lnTo>
                  <a:lnTo>
                    <a:pt x="6725676" y="198055"/>
                  </a:lnTo>
                  <a:lnTo>
                    <a:pt x="6670427" y="231176"/>
                  </a:lnTo>
                  <a:lnTo>
                    <a:pt x="6618629" y="268378"/>
                  </a:lnTo>
                  <a:lnTo>
                    <a:pt x="6569390" y="310103"/>
                  </a:lnTo>
                  <a:lnTo>
                    <a:pt x="6521895" y="356645"/>
                  </a:lnTo>
                  <a:lnTo>
                    <a:pt x="6515891" y="362968"/>
                  </a:lnTo>
                  <a:lnTo>
                    <a:pt x="6476766" y="406539"/>
                  </a:lnTo>
                  <a:lnTo>
                    <a:pt x="6438018" y="453638"/>
                  </a:lnTo>
                  <a:lnTo>
                    <a:pt x="6399370" y="504337"/>
                  </a:lnTo>
                  <a:lnTo>
                    <a:pt x="6360612" y="558631"/>
                  </a:lnTo>
                  <a:lnTo>
                    <a:pt x="6321595" y="616440"/>
                  </a:lnTo>
                  <a:lnTo>
                    <a:pt x="6282222" y="677592"/>
                  </a:lnTo>
                  <a:lnTo>
                    <a:pt x="6242444" y="741829"/>
                  </a:lnTo>
                  <a:lnTo>
                    <a:pt x="6202257" y="808799"/>
                  </a:lnTo>
                  <a:lnTo>
                    <a:pt x="6161695" y="878066"/>
                  </a:lnTo>
                  <a:lnTo>
                    <a:pt x="6120823" y="949118"/>
                  </a:lnTo>
                  <a:lnTo>
                    <a:pt x="6079734" y="1021379"/>
                  </a:lnTo>
                  <a:lnTo>
                    <a:pt x="6038537" y="1094233"/>
                  </a:lnTo>
                  <a:lnTo>
                    <a:pt x="5997348" y="1167039"/>
                  </a:lnTo>
                  <a:lnTo>
                    <a:pt x="5956284" y="1239162"/>
                  </a:lnTo>
                  <a:lnTo>
                    <a:pt x="5915453" y="1309987"/>
                  </a:lnTo>
                  <a:lnTo>
                    <a:pt x="5874942" y="1378949"/>
                  </a:lnTo>
                  <a:lnTo>
                    <a:pt x="5834813" y="1445545"/>
                  </a:lnTo>
                  <a:lnTo>
                    <a:pt x="5795096" y="1509351"/>
                  </a:lnTo>
                  <a:lnTo>
                    <a:pt x="5755779" y="1570029"/>
                  </a:lnTo>
                  <a:lnTo>
                    <a:pt x="5716807" y="1627333"/>
                  </a:lnTo>
                  <a:lnTo>
                    <a:pt x="5678076" y="1681105"/>
                  </a:lnTo>
                  <a:lnTo>
                    <a:pt x="5639427" y="1731276"/>
                  </a:lnTo>
                  <a:lnTo>
                    <a:pt x="5600643" y="1777855"/>
                  </a:lnTo>
                  <a:lnTo>
                    <a:pt x="5567201" y="1814844"/>
                  </a:lnTo>
                  <a:lnTo>
                    <a:pt x="5519879" y="1862010"/>
                  </a:lnTo>
                  <a:lnTo>
                    <a:pt x="5470906" y="1904342"/>
                  </a:lnTo>
                  <a:lnTo>
                    <a:pt x="5419486" y="1942101"/>
                  </a:lnTo>
                  <a:lnTo>
                    <a:pt x="5364731" y="1975719"/>
                  </a:lnTo>
                  <a:lnTo>
                    <a:pt x="5305740" y="2005677"/>
                  </a:lnTo>
                  <a:lnTo>
                    <a:pt x="5241680" y="2032438"/>
                  </a:lnTo>
                  <a:lnTo>
                    <a:pt x="5171890" y="2056402"/>
                  </a:lnTo>
                  <a:lnTo>
                    <a:pt x="5096021" y="2077888"/>
                  </a:lnTo>
                  <a:lnTo>
                    <a:pt x="5014215" y="2097125"/>
                  </a:lnTo>
                  <a:lnTo>
                    <a:pt x="4927324" y="2114247"/>
                  </a:lnTo>
                  <a:lnTo>
                    <a:pt x="4837105" y="2129302"/>
                  </a:lnTo>
                  <a:lnTo>
                    <a:pt x="4746347" y="2142272"/>
                  </a:lnTo>
                  <a:lnTo>
                    <a:pt x="4658779" y="2153106"/>
                  </a:lnTo>
                  <a:lnTo>
                    <a:pt x="4578702" y="2161770"/>
                  </a:lnTo>
                  <a:lnTo>
                    <a:pt x="4510302" y="2168299"/>
                  </a:lnTo>
                  <a:lnTo>
                    <a:pt x="4456779" y="2172841"/>
                  </a:lnTo>
                  <a:lnTo>
                    <a:pt x="4419557" y="2175665"/>
                  </a:lnTo>
                  <a:lnTo>
                    <a:pt x="4397837" y="2177146"/>
                  </a:lnTo>
                  <a:lnTo>
                    <a:pt x="4388593" y="2177716"/>
                  </a:lnTo>
                  <a:lnTo>
                    <a:pt x="4386858" y="2177813"/>
                  </a:lnTo>
                  <a:lnTo>
                    <a:pt x="4386855" y="2177813"/>
                  </a:lnTo>
                  <a:lnTo>
                    <a:pt x="3848118" y="2177813"/>
                  </a:lnTo>
                  <a:lnTo>
                    <a:pt x="3846819" y="2177828"/>
                  </a:lnTo>
                  <a:lnTo>
                    <a:pt x="3838344" y="2177934"/>
                  </a:lnTo>
                  <a:lnTo>
                    <a:pt x="3817216" y="2178227"/>
                  </a:lnTo>
                  <a:lnTo>
                    <a:pt x="3780043" y="2178802"/>
                  </a:lnTo>
                  <a:lnTo>
                    <a:pt x="3725844" y="2179742"/>
                  </a:lnTo>
                  <a:lnTo>
                    <a:pt x="3656071" y="2181106"/>
                  </a:lnTo>
                  <a:lnTo>
                    <a:pt x="3574120" y="2182927"/>
                  </a:lnTo>
                  <a:lnTo>
                    <a:pt x="3484460" y="2185213"/>
                  </a:lnTo>
                  <a:lnTo>
                    <a:pt x="3391663" y="2187955"/>
                  </a:lnTo>
                  <a:lnTo>
                    <a:pt x="3299660" y="2191143"/>
                  </a:lnTo>
                  <a:lnTo>
                    <a:pt x="3211334" y="2194773"/>
                  </a:lnTo>
                  <a:lnTo>
                    <a:pt x="3128458" y="2198859"/>
                  </a:lnTo>
                  <a:lnTo>
                    <a:pt x="3051836" y="2203432"/>
                  </a:lnTo>
                  <a:lnTo>
                    <a:pt x="2981532" y="2208544"/>
                  </a:lnTo>
                  <a:lnTo>
                    <a:pt x="2917105" y="2214269"/>
                  </a:lnTo>
                  <a:lnTo>
                    <a:pt x="2857808" y="2220698"/>
                  </a:lnTo>
                  <a:lnTo>
                    <a:pt x="2802729" y="2227932"/>
                  </a:lnTo>
                  <a:lnTo>
                    <a:pt x="2750903" y="2236077"/>
                  </a:lnTo>
                  <a:lnTo>
                    <a:pt x="2701399" y="2245221"/>
                  </a:lnTo>
                  <a:lnTo>
                    <a:pt x="2667772" y="2252222"/>
                  </a:lnTo>
                  <a:lnTo>
                    <a:pt x="2616194" y="2264171"/>
                  </a:lnTo>
                  <a:lnTo>
                    <a:pt x="2565111" y="2277391"/>
                  </a:lnTo>
                  <a:lnTo>
                    <a:pt x="2513963" y="2291898"/>
                  </a:lnTo>
                  <a:lnTo>
                    <a:pt x="2462376" y="2307662"/>
                  </a:lnTo>
                  <a:lnTo>
                    <a:pt x="2410141" y="2324597"/>
                  </a:lnTo>
                  <a:lnTo>
                    <a:pt x="2357191" y="2342561"/>
                  </a:lnTo>
                  <a:lnTo>
                    <a:pt x="2303584" y="2361357"/>
                  </a:lnTo>
                  <a:lnTo>
                    <a:pt x="2249476" y="2380742"/>
                  </a:lnTo>
                  <a:lnTo>
                    <a:pt x="2195094" y="2400434"/>
                  </a:lnTo>
                  <a:lnTo>
                    <a:pt x="2140704" y="2420137"/>
                  </a:lnTo>
                  <a:lnTo>
                    <a:pt x="2086572" y="2439548"/>
                  </a:lnTo>
                  <a:lnTo>
                    <a:pt x="2032928" y="2458388"/>
                  </a:lnTo>
                  <a:lnTo>
                    <a:pt x="1979935" y="2476409"/>
                  </a:lnTo>
                  <a:lnTo>
                    <a:pt x="1927657" y="2493411"/>
                  </a:lnTo>
                  <a:lnTo>
                    <a:pt x="1876035" y="2509250"/>
                  </a:lnTo>
                  <a:lnTo>
                    <a:pt x="1824869" y="2523836"/>
                  </a:lnTo>
                  <a:lnTo>
                    <a:pt x="1773797" y="2537135"/>
                  </a:lnTo>
                  <a:lnTo>
                    <a:pt x="1722269" y="2549160"/>
                  </a:lnTo>
                  <a:lnTo>
                    <a:pt x="1719082" y="2549856"/>
                  </a:lnTo>
                  <a:lnTo>
                    <a:pt x="1670711" y="2559725"/>
                  </a:lnTo>
                  <a:lnTo>
                    <a:pt x="1620599" y="2568560"/>
                  </a:lnTo>
                  <a:lnTo>
                    <a:pt x="1567893" y="2576420"/>
                  </a:lnTo>
                  <a:lnTo>
                    <a:pt x="1511642" y="2583400"/>
                  </a:lnTo>
                  <a:lnTo>
                    <a:pt x="1450888" y="2589606"/>
                  </a:lnTo>
                  <a:lnTo>
                    <a:pt x="1384756" y="2595138"/>
                  </a:lnTo>
                  <a:lnTo>
                    <a:pt x="1312573" y="2600080"/>
                  </a:lnTo>
                  <a:lnTo>
                    <a:pt x="1234028" y="2604501"/>
                  </a:lnTo>
                  <a:lnTo>
                    <a:pt x="1149383" y="2608447"/>
                  </a:lnTo>
                  <a:lnTo>
                    <a:pt x="1059712" y="2611944"/>
                  </a:lnTo>
                  <a:lnTo>
                    <a:pt x="967113" y="2614998"/>
                  </a:lnTo>
                  <a:lnTo>
                    <a:pt x="874808" y="2617604"/>
                  </a:lnTo>
                  <a:lnTo>
                    <a:pt x="786980" y="2619749"/>
                  </a:lnTo>
                  <a:lnTo>
                    <a:pt x="708263" y="2621431"/>
                  </a:lnTo>
                  <a:lnTo>
                    <a:pt x="642906" y="2622662"/>
                  </a:lnTo>
                  <a:lnTo>
                    <a:pt x="593797" y="2623484"/>
                  </a:lnTo>
                  <a:lnTo>
                    <a:pt x="561683" y="2623965"/>
                  </a:lnTo>
                  <a:lnTo>
                    <a:pt x="544833" y="2624191"/>
                  </a:lnTo>
                  <a:lnTo>
                    <a:pt x="539187" y="2624260"/>
                  </a:lnTo>
                  <a:lnTo>
                    <a:pt x="538736" y="2624265"/>
                  </a:lnTo>
                  <a:lnTo>
                    <a:pt x="0" y="2624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3" name="pg923"/>
            <p:cNvSpPr/>
            <p:nvPr/>
          </p:nvSpPr>
          <p:spPr>
            <a:xfrm>
              <a:off x="546595" y="3298499"/>
              <a:ext cx="8234974" cy="397450"/>
            </a:xfrm>
            <a:custGeom>
              <a:avLst/>
              <a:pathLst>
                <a:path w="8234974" h="397450">
                  <a:moveTo>
                    <a:pt x="0" y="397450"/>
                  </a:moveTo>
                  <a:lnTo>
                    <a:pt x="538736" y="397450"/>
                  </a:lnTo>
                  <a:lnTo>
                    <a:pt x="540036" y="397437"/>
                  </a:lnTo>
                  <a:lnTo>
                    <a:pt x="548517" y="397344"/>
                  </a:lnTo>
                  <a:lnTo>
                    <a:pt x="569658" y="397087"/>
                  </a:lnTo>
                  <a:lnTo>
                    <a:pt x="606853" y="396581"/>
                  </a:lnTo>
                  <a:lnTo>
                    <a:pt x="661081" y="395756"/>
                  </a:lnTo>
                  <a:lnTo>
                    <a:pt x="730888" y="394557"/>
                  </a:lnTo>
                  <a:lnTo>
                    <a:pt x="812872" y="392957"/>
                  </a:lnTo>
                  <a:lnTo>
                    <a:pt x="902562" y="390949"/>
                  </a:lnTo>
                  <a:lnTo>
                    <a:pt x="995381" y="388540"/>
                  </a:lnTo>
                  <a:lnTo>
                    <a:pt x="1087400" y="385740"/>
                  </a:lnTo>
                  <a:lnTo>
                    <a:pt x="1175735" y="382550"/>
                  </a:lnTo>
                  <a:lnTo>
                    <a:pt x="1258614" y="378961"/>
                  </a:lnTo>
                  <a:lnTo>
                    <a:pt x="1335235" y="374944"/>
                  </a:lnTo>
                  <a:lnTo>
                    <a:pt x="1405537" y="370452"/>
                  </a:lnTo>
                  <a:lnTo>
                    <a:pt x="1469959" y="365422"/>
                  </a:lnTo>
                  <a:lnTo>
                    <a:pt x="1529253" y="359774"/>
                  </a:lnTo>
                  <a:lnTo>
                    <a:pt x="1584331" y="353418"/>
                  </a:lnTo>
                  <a:lnTo>
                    <a:pt x="1636158" y="346261"/>
                  </a:lnTo>
                  <a:lnTo>
                    <a:pt x="1685665" y="338227"/>
                  </a:lnTo>
                  <a:lnTo>
                    <a:pt x="1719082" y="332116"/>
                  </a:lnTo>
                  <a:lnTo>
                    <a:pt x="1770927" y="321567"/>
                  </a:lnTo>
                  <a:lnTo>
                    <a:pt x="1822274" y="309890"/>
                  </a:lnTo>
                  <a:lnTo>
                    <a:pt x="1873692" y="297071"/>
                  </a:lnTo>
                  <a:lnTo>
                    <a:pt x="1925557" y="283138"/>
                  </a:lnTo>
                  <a:lnTo>
                    <a:pt x="1978081" y="268168"/>
                  </a:lnTo>
                  <a:lnTo>
                    <a:pt x="2031326" y="252289"/>
                  </a:lnTo>
                  <a:lnTo>
                    <a:pt x="2085232" y="235678"/>
                  </a:lnTo>
                  <a:lnTo>
                    <a:pt x="2139636" y="218554"/>
                  </a:lnTo>
                  <a:lnTo>
                    <a:pt x="2194307" y="201167"/>
                  </a:lnTo>
                  <a:lnTo>
                    <a:pt x="2248973" y="183784"/>
                  </a:lnTo>
                  <a:lnTo>
                    <a:pt x="2303365" y="166673"/>
                  </a:lnTo>
                  <a:lnTo>
                    <a:pt x="2357252" y="150082"/>
                  </a:lnTo>
                  <a:lnTo>
                    <a:pt x="2410474" y="134230"/>
                  </a:lnTo>
                  <a:lnTo>
                    <a:pt x="2462974" y="119292"/>
                  </a:lnTo>
                  <a:lnTo>
                    <a:pt x="2514821" y="105394"/>
                  </a:lnTo>
                  <a:lnTo>
                    <a:pt x="2566230" y="92611"/>
                  </a:lnTo>
                  <a:lnTo>
                    <a:pt x="2617583" y="80971"/>
                  </a:lnTo>
                  <a:lnTo>
                    <a:pt x="2667772" y="70778"/>
                  </a:lnTo>
                  <a:lnTo>
                    <a:pt x="2716154" y="62111"/>
                  </a:lnTo>
                  <a:lnTo>
                    <a:pt x="2766279" y="54352"/>
                  </a:lnTo>
                  <a:lnTo>
                    <a:pt x="2818999" y="47450"/>
                  </a:lnTo>
                  <a:lnTo>
                    <a:pt x="2875266" y="41320"/>
                  </a:lnTo>
                  <a:lnTo>
                    <a:pt x="2936038" y="35870"/>
                  </a:lnTo>
                  <a:lnTo>
                    <a:pt x="3002192" y="31013"/>
                  </a:lnTo>
                  <a:lnTo>
                    <a:pt x="3074401" y="26673"/>
                  </a:lnTo>
                  <a:lnTo>
                    <a:pt x="3152975" y="22791"/>
                  </a:lnTo>
                  <a:lnTo>
                    <a:pt x="3237650" y="19326"/>
                  </a:lnTo>
                  <a:lnTo>
                    <a:pt x="3327351" y="16256"/>
                  </a:lnTo>
                  <a:lnTo>
                    <a:pt x="3419974" y="13575"/>
                  </a:lnTo>
                  <a:lnTo>
                    <a:pt x="3512293" y="11287"/>
                  </a:lnTo>
                  <a:lnTo>
                    <a:pt x="3600122" y="9404"/>
                  </a:lnTo>
                  <a:lnTo>
                    <a:pt x="3678823" y="7929"/>
                  </a:lnTo>
                  <a:lnTo>
                    <a:pt x="3744145" y="6848"/>
                  </a:lnTo>
                  <a:lnTo>
                    <a:pt x="3793204" y="6127"/>
                  </a:lnTo>
                  <a:lnTo>
                    <a:pt x="3825264" y="5706"/>
                  </a:lnTo>
                  <a:lnTo>
                    <a:pt x="3842064" y="5508"/>
                  </a:lnTo>
                  <a:lnTo>
                    <a:pt x="3847676" y="544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8" y="5446"/>
                  </a:lnTo>
                  <a:lnTo>
                    <a:pt x="4396657" y="5457"/>
                  </a:lnTo>
                  <a:lnTo>
                    <a:pt x="4417842" y="5490"/>
                  </a:lnTo>
                  <a:lnTo>
                    <a:pt x="4455110" y="5553"/>
                  </a:lnTo>
                  <a:lnTo>
                    <a:pt x="4509436" y="5656"/>
                  </a:lnTo>
                  <a:lnTo>
                    <a:pt x="4579353" y="5806"/>
                  </a:lnTo>
                  <a:lnTo>
                    <a:pt x="4661448" y="6007"/>
                  </a:lnTo>
                  <a:lnTo>
                    <a:pt x="4751235" y="6258"/>
                  </a:lnTo>
                  <a:lnTo>
                    <a:pt x="4844130" y="6560"/>
                  </a:lnTo>
                  <a:lnTo>
                    <a:pt x="4936201" y="6911"/>
                  </a:lnTo>
                  <a:lnTo>
                    <a:pt x="5024565" y="7310"/>
                  </a:lnTo>
                  <a:lnTo>
                    <a:pt x="5107454" y="7760"/>
                  </a:lnTo>
                  <a:lnTo>
                    <a:pt x="5184073" y="8263"/>
                  </a:lnTo>
                  <a:lnTo>
                    <a:pt x="5254364" y="8825"/>
                  </a:lnTo>
                  <a:lnTo>
                    <a:pt x="5318775" y="9455"/>
                  </a:lnTo>
                  <a:lnTo>
                    <a:pt x="5378059" y="10163"/>
                  </a:lnTo>
                  <a:lnTo>
                    <a:pt x="5433132" y="10959"/>
                  </a:lnTo>
                  <a:lnTo>
                    <a:pt x="5484961" y="11856"/>
                  </a:lnTo>
                  <a:lnTo>
                    <a:pt x="5534480" y="12862"/>
                  </a:lnTo>
                  <a:lnTo>
                    <a:pt x="5567201" y="13611"/>
                  </a:lnTo>
                  <a:lnTo>
                    <a:pt x="5619981" y="14955"/>
                  </a:lnTo>
                  <a:lnTo>
                    <a:pt x="5672256" y="16445"/>
                  </a:lnTo>
                  <a:lnTo>
                    <a:pt x="5724621" y="18083"/>
                  </a:lnTo>
                  <a:lnTo>
                    <a:pt x="5777466" y="19865"/>
                  </a:lnTo>
                  <a:lnTo>
                    <a:pt x="5831002" y="21780"/>
                  </a:lnTo>
                  <a:lnTo>
                    <a:pt x="5885286" y="23811"/>
                  </a:lnTo>
                  <a:lnTo>
                    <a:pt x="5940240" y="25935"/>
                  </a:lnTo>
                  <a:lnTo>
                    <a:pt x="5995684" y="28120"/>
                  </a:lnTo>
                  <a:lnTo>
                    <a:pt x="6051364" y="30335"/>
                  </a:lnTo>
                  <a:lnTo>
                    <a:pt x="6106993" y="32544"/>
                  </a:lnTo>
                  <a:lnTo>
                    <a:pt x="6162291" y="34711"/>
                  </a:lnTo>
                  <a:lnTo>
                    <a:pt x="6217025" y="36805"/>
                  </a:lnTo>
                  <a:lnTo>
                    <a:pt x="6271047" y="38798"/>
                  </a:lnTo>
                  <a:lnTo>
                    <a:pt x="6324325" y="40668"/>
                  </a:lnTo>
                  <a:lnTo>
                    <a:pt x="6376969" y="42400"/>
                  </a:lnTo>
                  <a:lnTo>
                    <a:pt x="6429248" y="43986"/>
                  </a:lnTo>
                  <a:lnTo>
                    <a:pt x="6481621" y="45424"/>
                  </a:lnTo>
                  <a:lnTo>
                    <a:pt x="6515891" y="46278"/>
                  </a:lnTo>
                  <a:lnTo>
                    <a:pt x="6564310" y="47362"/>
                  </a:lnTo>
                  <a:lnTo>
                    <a:pt x="6614475" y="48333"/>
                  </a:lnTo>
                  <a:lnTo>
                    <a:pt x="6667241" y="49196"/>
                  </a:lnTo>
                  <a:lnTo>
                    <a:pt x="6723561" y="49963"/>
                  </a:lnTo>
                  <a:lnTo>
                    <a:pt x="6784396" y="50644"/>
                  </a:lnTo>
                  <a:lnTo>
                    <a:pt x="6850623" y="51251"/>
                  </a:lnTo>
                  <a:lnTo>
                    <a:pt x="6922917" y="51794"/>
                  </a:lnTo>
                  <a:lnTo>
                    <a:pt x="7001586" y="52279"/>
                  </a:lnTo>
                  <a:lnTo>
                    <a:pt x="7086361" y="52712"/>
                  </a:lnTo>
                  <a:lnTo>
                    <a:pt x="7176160" y="53096"/>
                  </a:lnTo>
                  <a:lnTo>
                    <a:pt x="7268864" y="53431"/>
                  </a:lnTo>
                  <a:lnTo>
                    <a:pt x="7361233" y="53717"/>
                  </a:lnTo>
                  <a:lnTo>
                    <a:pt x="7449064" y="53952"/>
                  </a:lnTo>
                  <a:lnTo>
                    <a:pt x="7527707" y="54136"/>
                  </a:lnTo>
                  <a:lnTo>
                    <a:pt x="7592912" y="54271"/>
                  </a:lnTo>
                  <a:lnTo>
                    <a:pt x="7641810" y="54360"/>
                  </a:lnTo>
                  <a:lnTo>
                    <a:pt x="7673688" y="54413"/>
                  </a:lnTo>
                  <a:lnTo>
                    <a:pt x="7690322" y="54437"/>
                  </a:lnTo>
                  <a:lnTo>
                    <a:pt x="7695821" y="54444"/>
                  </a:lnTo>
                  <a:lnTo>
                    <a:pt x="7696237" y="54445"/>
                  </a:lnTo>
                  <a:lnTo>
                    <a:pt x="8234974" y="54445"/>
                  </a:lnTo>
                  <a:lnTo>
                    <a:pt x="8234974" y="49000"/>
                  </a:lnTo>
                  <a:lnTo>
                    <a:pt x="7696237" y="49000"/>
                  </a:lnTo>
                  <a:lnTo>
                    <a:pt x="7694935" y="48999"/>
                  </a:lnTo>
                  <a:lnTo>
                    <a:pt x="7686436" y="48987"/>
                  </a:lnTo>
                  <a:lnTo>
                    <a:pt x="7665251" y="48955"/>
                  </a:lnTo>
                  <a:lnTo>
                    <a:pt x="7627982" y="48891"/>
                  </a:lnTo>
                  <a:lnTo>
                    <a:pt x="7573657" y="48788"/>
                  </a:lnTo>
                  <a:lnTo>
                    <a:pt x="7503739" y="48638"/>
                  </a:lnTo>
                  <a:lnTo>
                    <a:pt x="7421645" y="48437"/>
                  </a:lnTo>
                  <a:lnTo>
                    <a:pt x="7331857" y="48186"/>
                  </a:lnTo>
                  <a:lnTo>
                    <a:pt x="7238962" y="47884"/>
                  </a:lnTo>
                  <a:lnTo>
                    <a:pt x="7146891" y="47534"/>
                  </a:lnTo>
                  <a:lnTo>
                    <a:pt x="7058528" y="47134"/>
                  </a:lnTo>
                  <a:lnTo>
                    <a:pt x="6975639" y="46685"/>
                  </a:lnTo>
                  <a:lnTo>
                    <a:pt x="6899020" y="46182"/>
                  </a:lnTo>
                  <a:lnTo>
                    <a:pt x="6828728" y="45619"/>
                  </a:lnTo>
                  <a:lnTo>
                    <a:pt x="6764318" y="44989"/>
                  </a:lnTo>
                  <a:lnTo>
                    <a:pt x="6705034" y="44282"/>
                  </a:lnTo>
                  <a:lnTo>
                    <a:pt x="6649961" y="43485"/>
                  </a:lnTo>
                  <a:lnTo>
                    <a:pt x="6598131" y="42589"/>
                  </a:lnTo>
                  <a:lnTo>
                    <a:pt x="6548613" y="41582"/>
                  </a:lnTo>
                  <a:lnTo>
                    <a:pt x="6515891" y="40834"/>
                  </a:lnTo>
                  <a:lnTo>
                    <a:pt x="6463112" y="39490"/>
                  </a:lnTo>
                  <a:lnTo>
                    <a:pt x="6410837" y="38000"/>
                  </a:lnTo>
                  <a:lnTo>
                    <a:pt x="6358471" y="36361"/>
                  </a:lnTo>
                  <a:lnTo>
                    <a:pt x="6305626" y="34580"/>
                  </a:lnTo>
                  <a:lnTo>
                    <a:pt x="6252090" y="32664"/>
                  </a:lnTo>
                  <a:lnTo>
                    <a:pt x="6197807" y="30633"/>
                  </a:lnTo>
                  <a:lnTo>
                    <a:pt x="6142852" y="28510"/>
                  </a:lnTo>
                  <a:lnTo>
                    <a:pt x="6087408" y="26324"/>
                  </a:lnTo>
                  <a:lnTo>
                    <a:pt x="6031728" y="24109"/>
                  </a:lnTo>
                  <a:lnTo>
                    <a:pt x="5976099" y="21900"/>
                  </a:lnTo>
                  <a:lnTo>
                    <a:pt x="5920802" y="19733"/>
                  </a:lnTo>
                  <a:lnTo>
                    <a:pt x="5866068" y="17639"/>
                  </a:lnTo>
                  <a:lnTo>
                    <a:pt x="5812046" y="15646"/>
                  </a:lnTo>
                  <a:lnTo>
                    <a:pt x="5758767" y="13776"/>
                  </a:lnTo>
                  <a:lnTo>
                    <a:pt x="5706124" y="12044"/>
                  </a:lnTo>
                  <a:lnTo>
                    <a:pt x="5653844" y="10458"/>
                  </a:lnTo>
                  <a:lnTo>
                    <a:pt x="5601471" y="9020"/>
                  </a:lnTo>
                  <a:lnTo>
                    <a:pt x="5567201" y="8166"/>
                  </a:lnTo>
                  <a:lnTo>
                    <a:pt x="5518782" y="7082"/>
                  </a:lnTo>
                  <a:lnTo>
                    <a:pt x="5468618" y="6112"/>
                  </a:lnTo>
                  <a:lnTo>
                    <a:pt x="5415852" y="5248"/>
                  </a:lnTo>
                  <a:lnTo>
                    <a:pt x="5359532" y="4482"/>
                  </a:lnTo>
                  <a:lnTo>
                    <a:pt x="5298697" y="3800"/>
                  </a:lnTo>
                  <a:lnTo>
                    <a:pt x="5232469" y="3193"/>
                  </a:lnTo>
                  <a:lnTo>
                    <a:pt x="5160175" y="2650"/>
                  </a:lnTo>
                  <a:lnTo>
                    <a:pt x="5081506" y="2165"/>
                  </a:lnTo>
                  <a:lnTo>
                    <a:pt x="4996731" y="1732"/>
                  </a:lnTo>
                  <a:lnTo>
                    <a:pt x="4906933" y="1348"/>
                  </a:lnTo>
                  <a:lnTo>
                    <a:pt x="4814229" y="1013"/>
                  </a:lnTo>
                  <a:lnTo>
                    <a:pt x="4721860" y="728"/>
                  </a:lnTo>
                  <a:lnTo>
                    <a:pt x="4634029" y="492"/>
                  </a:lnTo>
                  <a:lnTo>
                    <a:pt x="4555386" y="308"/>
                  </a:lnTo>
                  <a:lnTo>
                    <a:pt x="4490180" y="174"/>
                  </a:lnTo>
                  <a:lnTo>
                    <a:pt x="4441283" y="84"/>
                  </a:lnTo>
                  <a:lnTo>
                    <a:pt x="4409405" y="32"/>
                  </a:lnTo>
                  <a:lnTo>
                    <a:pt x="4392771" y="7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3"/>
                  </a:lnTo>
                  <a:lnTo>
                    <a:pt x="3838338" y="106"/>
                  </a:lnTo>
                  <a:lnTo>
                    <a:pt x="3817197" y="363"/>
                  </a:lnTo>
                  <a:lnTo>
                    <a:pt x="3780001" y="869"/>
                  </a:lnTo>
                  <a:lnTo>
                    <a:pt x="3725773" y="1694"/>
                  </a:lnTo>
                  <a:lnTo>
                    <a:pt x="3655967" y="2893"/>
                  </a:lnTo>
                  <a:lnTo>
                    <a:pt x="3573983" y="4493"/>
                  </a:lnTo>
                  <a:lnTo>
                    <a:pt x="3484293" y="6501"/>
                  </a:lnTo>
                  <a:lnTo>
                    <a:pt x="3391473" y="8910"/>
                  </a:lnTo>
                  <a:lnTo>
                    <a:pt x="3299454" y="11710"/>
                  </a:lnTo>
                  <a:lnTo>
                    <a:pt x="3211120" y="14900"/>
                  </a:lnTo>
                  <a:lnTo>
                    <a:pt x="3128241" y="18489"/>
                  </a:lnTo>
                  <a:lnTo>
                    <a:pt x="3051619" y="22506"/>
                  </a:lnTo>
                  <a:lnTo>
                    <a:pt x="2981318" y="26998"/>
                  </a:lnTo>
                  <a:lnTo>
                    <a:pt x="2916896" y="32028"/>
                  </a:lnTo>
                  <a:lnTo>
                    <a:pt x="2857602" y="37676"/>
                  </a:lnTo>
                  <a:lnTo>
                    <a:pt x="2802524" y="44032"/>
                  </a:lnTo>
                  <a:lnTo>
                    <a:pt x="2750697" y="51189"/>
                  </a:lnTo>
                  <a:lnTo>
                    <a:pt x="2701190" y="59223"/>
                  </a:lnTo>
                  <a:lnTo>
                    <a:pt x="2667772" y="65334"/>
                  </a:lnTo>
                  <a:lnTo>
                    <a:pt x="2615927" y="75883"/>
                  </a:lnTo>
                  <a:lnTo>
                    <a:pt x="2564581" y="87560"/>
                  </a:lnTo>
                  <a:lnTo>
                    <a:pt x="2513163" y="100379"/>
                  </a:lnTo>
                  <a:lnTo>
                    <a:pt x="2461297" y="114312"/>
                  </a:lnTo>
                  <a:lnTo>
                    <a:pt x="2408774" y="129282"/>
                  </a:lnTo>
                  <a:lnTo>
                    <a:pt x="2355529" y="145161"/>
                  </a:lnTo>
                  <a:lnTo>
                    <a:pt x="2301623" y="161772"/>
                  </a:lnTo>
                  <a:lnTo>
                    <a:pt x="2247218" y="178896"/>
                  </a:lnTo>
                  <a:lnTo>
                    <a:pt x="2192548" y="196283"/>
                  </a:lnTo>
                  <a:lnTo>
                    <a:pt x="2137882" y="213666"/>
                  </a:lnTo>
                  <a:lnTo>
                    <a:pt x="2083489" y="230777"/>
                  </a:lnTo>
                  <a:lnTo>
                    <a:pt x="2029603" y="247368"/>
                  </a:lnTo>
                  <a:lnTo>
                    <a:pt x="1976380" y="263220"/>
                  </a:lnTo>
                  <a:lnTo>
                    <a:pt x="1923880" y="278158"/>
                  </a:lnTo>
                  <a:lnTo>
                    <a:pt x="1872033" y="292056"/>
                  </a:lnTo>
                  <a:lnTo>
                    <a:pt x="1820624" y="304839"/>
                  </a:lnTo>
                  <a:lnTo>
                    <a:pt x="1769272" y="316479"/>
                  </a:lnTo>
                  <a:lnTo>
                    <a:pt x="1719082" y="326672"/>
                  </a:lnTo>
                  <a:lnTo>
                    <a:pt x="1670700" y="335339"/>
                  </a:lnTo>
                  <a:lnTo>
                    <a:pt x="1620576" y="343098"/>
                  </a:lnTo>
                  <a:lnTo>
                    <a:pt x="1567856" y="350000"/>
                  </a:lnTo>
                  <a:lnTo>
                    <a:pt x="1511589" y="356130"/>
                  </a:lnTo>
                  <a:lnTo>
                    <a:pt x="1450816" y="361580"/>
                  </a:lnTo>
                  <a:lnTo>
                    <a:pt x="1384662" y="366437"/>
                  </a:lnTo>
                  <a:lnTo>
                    <a:pt x="1312454" y="370777"/>
                  </a:lnTo>
                  <a:lnTo>
                    <a:pt x="1233880" y="374659"/>
                  </a:lnTo>
                  <a:lnTo>
                    <a:pt x="1149205" y="378124"/>
                  </a:lnTo>
                  <a:lnTo>
                    <a:pt x="1059504" y="381194"/>
                  </a:lnTo>
                  <a:lnTo>
                    <a:pt x="966881" y="383875"/>
                  </a:lnTo>
                  <a:lnTo>
                    <a:pt x="874561" y="386163"/>
                  </a:lnTo>
                  <a:lnTo>
                    <a:pt x="786732" y="388046"/>
                  </a:lnTo>
                  <a:lnTo>
                    <a:pt x="708032" y="389521"/>
                  </a:lnTo>
                  <a:lnTo>
                    <a:pt x="642710" y="390602"/>
                  </a:lnTo>
                  <a:lnTo>
                    <a:pt x="593650" y="391323"/>
                  </a:lnTo>
                  <a:lnTo>
                    <a:pt x="561591" y="391744"/>
                  </a:lnTo>
                  <a:lnTo>
                    <a:pt x="544791" y="391942"/>
                  </a:lnTo>
                  <a:lnTo>
                    <a:pt x="539179" y="392002"/>
                  </a:lnTo>
                  <a:lnTo>
                    <a:pt x="538736" y="392006"/>
                  </a:lnTo>
                  <a:lnTo>
                    <a:pt x="0" y="392006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24" name="pl924"/>
            <p:cNvSpPr/>
            <p:nvPr/>
          </p:nvSpPr>
          <p:spPr>
            <a:xfrm>
              <a:off x="546595" y="3303943"/>
              <a:ext cx="8234974" cy="392006"/>
            </a:xfrm>
            <a:custGeom>
              <a:avLst/>
              <a:pathLst>
                <a:path w="8234974" h="392006">
                  <a:moveTo>
                    <a:pt x="0" y="392006"/>
                  </a:moveTo>
                  <a:lnTo>
                    <a:pt x="538736" y="392006"/>
                  </a:lnTo>
                  <a:lnTo>
                    <a:pt x="540036" y="391993"/>
                  </a:lnTo>
                  <a:lnTo>
                    <a:pt x="548517" y="391900"/>
                  </a:lnTo>
                  <a:lnTo>
                    <a:pt x="569658" y="391642"/>
                  </a:lnTo>
                  <a:lnTo>
                    <a:pt x="606853" y="391137"/>
                  </a:lnTo>
                  <a:lnTo>
                    <a:pt x="661081" y="390311"/>
                  </a:lnTo>
                  <a:lnTo>
                    <a:pt x="730888" y="389113"/>
                  </a:lnTo>
                  <a:lnTo>
                    <a:pt x="812872" y="387513"/>
                  </a:lnTo>
                  <a:lnTo>
                    <a:pt x="902562" y="385505"/>
                  </a:lnTo>
                  <a:lnTo>
                    <a:pt x="995381" y="383096"/>
                  </a:lnTo>
                  <a:lnTo>
                    <a:pt x="1087400" y="380295"/>
                  </a:lnTo>
                  <a:lnTo>
                    <a:pt x="1175735" y="377106"/>
                  </a:lnTo>
                  <a:lnTo>
                    <a:pt x="1258614" y="373516"/>
                  </a:lnTo>
                  <a:lnTo>
                    <a:pt x="1335235" y="369499"/>
                  </a:lnTo>
                  <a:lnTo>
                    <a:pt x="1405537" y="365008"/>
                  </a:lnTo>
                  <a:lnTo>
                    <a:pt x="1469959" y="359978"/>
                  </a:lnTo>
                  <a:lnTo>
                    <a:pt x="1529253" y="354330"/>
                  </a:lnTo>
                  <a:lnTo>
                    <a:pt x="1584331" y="347973"/>
                  </a:lnTo>
                  <a:lnTo>
                    <a:pt x="1636158" y="340816"/>
                  </a:lnTo>
                  <a:lnTo>
                    <a:pt x="1685665" y="332782"/>
                  </a:lnTo>
                  <a:lnTo>
                    <a:pt x="1719082" y="326672"/>
                  </a:lnTo>
                  <a:lnTo>
                    <a:pt x="1770927" y="316122"/>
                  </a:lnTo>
                  <a:lnTo>
                    <a:pt x="1822274" y="304445"/>
                  </a:lnTo>
                  <a:lnTo>
                    <a:pt x="1873692" y="291626"/>
                  </a:lnTo>
                  <a:lnTo>
                    <a:pt x="1925557" y="277693"/>
                  </a:lnTo>
                  <a:lnTo>
                    <a:pt x="1978081" y="262723"/>
                  </a:lnTo>
                  <a:lnTo>
                    <a:pt x="2031326" y="246845"/>
                  </a:lnTo>
                  <a:lnTo>
                    <a:pt x="2085232" y="230234"/>
                  </a:lnTo>
                  <a:lnTo>
                    <a:pt x="2139636" y="213110"/>
                  </a:lnTo>
                  <a:lnTo>
                    <a:pt x="2194307" y="195723"/>
                  </a:lnTo>
                  <a:lnTo>
                    <a:pt x="2248973" y="178340"/>
                  </a:lnTo>
                  <a:lnTo>
                    <a:pt x="2303365" y="161228"/>
                  </a:lnTo>
                  <a:lnTo>
                    <a:pt x="2357252" y="144638"/>
                  </a:lnTo>
                  <a:lnTo>
                    <a:pt x="2410474" y="128786"/>
                  </a:lnTo>
                  <a:lnTo>
                    <a:pt x="2462974" y="113848"/>
                  </a:lnTo>
                  <a:lnTo>
                    <a:pt x="2514821" y="99950"/>
                  </a:lnTo>
                  <a:lnTo>
                    <a:pt x="2566230" y="87167"/>
                  </a:lnTo>
                  <a:lnTo>
                    <a:pt x="2617583" y="75526"/>
                  </a:lnTo>
                  <a:lnTo>
                    <a:pt x="2667772" y="65334"/>
                  </a:lnTo>
                  <a:lnTo>
                    <a:pt x="2716154" y="56667"/>
                  </a:lnTo>
                  <a:lnTo>
                    <a:pt x="2766279" y="48907"/>
                  </a:lnTo>
                  <a:lnTo>
                    <a:pt x="2818999" y="42005"/>
                  </a:lnTo>
                  <a:lnTo>
                    <a:pt x="2875266" y="35875"/>
                  </a:lnTo>
                  <a:lnTo>
                    <a:pt x="2936038" y="30426"/>
                  </a:lnTo>
                  <a:lnTo>
                    <a:pt x="3002192" y="25569"/>
                  </a:lnTo>
                  <a:lnTo>
                    <a:pt x="3074401" y="21228"/>
                  </a:lnTo>
                  <a:lnTo>
                    <a:pt x="3152975" y="17346"/>
                  </a:lnTo>
                  <a:lnTo>
                    <a:pt x="3237650" y="13882"/>
                  </a:lnTo>
                  <a:lnTo>
                    <a:pt x="3327351" y="10812"/>
                  </a:lnTo>
                  <a:lnTo>
                    <a:pt x="3419974" y="8130"/>
                  </a:lnTo>
                  <a:lnTo>
                    <a:pt x="3512293" y="5843"/>
                  </a:lnTo>
                  <a:lnTo>
                    <a:pt x="3600122" y="3960"/>
                  </a:lnTo>
                  <a:lnTo>
                    <a:pt x="3678823" y="2484"/>
                  </a:lnTo>
                  <a:lnTo>
                    <a:pt x="3744145" y="1404"/>
                  </a:lnTo>
                  <a:lnTo>
                    <a:pt x="3793204" y="683"/>
                  </a:lnTo>
                  <a:lnTo>
                    <a:pt x="3825264" y="262"/>
                  </a:lnTo>
                  <a:lnTo>
                    <a:pt x="3842064" y="64"/>
                  </a:lnTo>
                  <a:lnTo>
                    <a:pt x="3847676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8" y="1"/>
                  </a:lnTo>
                  <a:lnTo>
                    <a:pt x="4396657" y="13"/>
                  </a:lnTo>
                  <a:lnTo>
                    <a:pt x="4417842" y="45"/>
                  </a:lnTo>
                  <a:lnTo>
                    <a:pt x="4455110" y="108"/>
                  </a:lnTo>
                  <a:lnTo>
                    <a:pt x="4509436" y="212"/>
                  </a:lnTo>
                  <a:lnTo>
                    <a:pt x="4579353" y="362"/>
                  </a:lnTo>
                  <a:lnTo>
                    <a:pt x="4661448" y="562"/>
                  </a:lnTo>
                  <a:lnTo>
                    <a:pt x="4751235" y="814"/>
                  </a:lnTo>
                  <a:lnTo>
                    <a:pt x="4844130" y="1115"/>
                  </a:lnTo>
                  <a:lnTo>
                    <a:pt x="4936201" y="1466"/>
                  </a:lnTo>
                  <a:lnTo>
                    <a:pt x="5024565" y="1866"/>
                  </a:lnTo>
                  <a:lnTo>
                    <a:pt x="5107454" y="2315"/>
                  </a:lnTo>
                  <a:lnTo>
                    <a:pt x="5184073" y="2818"/>
                  </a:lnTo>
                  <a:lnTo>
                    <a:pt x="5254364" y="3381"/>
                  </a:lnTo>
                  <a:lnTo>
                    <a:pt x="5318775" y="4011"/>
                  </a:lnTo>
                  <a:lnTo>
                    <a:pt x="5378059" y="4718"/>
                  </a:lnTo>
                  <a:lnTo>
                    <a:pt x="5433132" y="5514"/>
                  </a:lnTo>
                  <a:lnTo>
                    <a:pt x="5484961" y="6411"/>
                  </a:lnTo>
                  <a:lnTo>
                    <a:pt x="5534480" y="7418"/>
                  </a:lnTo>
                  <a:lnTo>
                    <a:pt x="5567201" y="8166"/>
                  </a:lnTo>
                  <a:lnTo>
                    <a:pt x="5619981" y="9510"/>
                  </a:lnTo>
                  <a:lnTo>
                    <a:pt x="5672256" y="11000"/>
                  </a:lnTo>
                  <a:lnTo>
                    <a:pt x="5724621" y="12638"/>
                  </a:lnTo>
                  <a:lnTo>
                    <a:pt x="5777466" y="14420"/>
                  </a:lnTo>
                  <a:lnTo>
                    <a:pt x="5831002" y="16336"/>
                  </a:lnTo>
                  <a:lnTo>
                    <a:pt x="5885286" y="18367"/>
                  </a:lnTo>
                  <a:lnTo>
                    <a:pt x="5940240" y="20490"/>
                  </a:lnTo>
                  <a:lnTo>
                    <a:pt x="5995684" y="22676"/>
                  </a:lnTo>
                  <a:lnTo>
                    <a:pt x="6051364" y="24891"/>
                  </a:lnTo>
                  <a:lnTo>
                    <a:pt x="6106993" y="27100"/>
                  </a:lnTo>
                  <a:lnTo>
                    <a:pt x="6162291" y="29267"/>
                  </a:lnTo>
                  <a:lnTo>
                    <a:pt x="6217025" y="31361"/>
                  </a:lnTo>
                  <a:lnTo>
                    <a:pt x="6271047" y="33354"/>
                  </a:lnTo>
                  <a:lnTo>
                    <a:pt x="6324325" y="35224"/>
                  </a:lnTo>
                  <a:lnTo>
                    <a:pt x="6376969" y="36956"/>
                  </a:lnTo>
                  <a:lnTo>
                    <a:pt x="6429248" y="38542"/>
                  </a:lnTo>
                  <a:lnTo>
                    <a:pt x="6481621" y="39980"/>
                  </a:lnTo>
                  <a:lnTo>
                    <a:pt x="6515891" y="40834"/>
                  </a:lnTo>
                  <a:lnTo>
                    <a:pt x="6564310" y="41918"/>
                  </a:lnTo>
                  <a:lnTo>
                    <a:pt x="6614475" y="42888"/>
                  </a:lnTo>
                  <a:lnTo>
                    <a:pt x="6667241" y="43751"/>
                  </a:lnTo>
                  <a:lnTo>
                    <a:pt x="6723561" y="44518"/>
                  </a:lnTo>
                  <a:lnTo>
                    <a:pt x="6784396" y="45199"/>
                  </a:lnTo>
                  <a:lnTo>
                    <a:pt x="6850623" y="45807"/>
                  </a:lnTo>
                  <a:lnTo>
                    <a:pt x="6922917" y="46349"/>
                  </a:lnTo>
                  <a:lnTo>
                    <a:pt x="7001586" y="46835"/>
                  </a:lnTo>
                  <a:lnTo>
                    <a:pt x="7086361" y="47268"/>
                  </a:lnTo>
                  <a:lnTo>
                    <a:pt x="7176160" y="47652"/>
                  </a:lnTo>
                  <a:lnTo>
                    <a:pt x="7268864" y="47987"/>
                  </a:lnTo>
                  <a:lnTo>
                    <a:pt x="7361233" y="48272"/>
                  </a:lnTo>
                  <a:lnTo>
                    <a:pt x="7449064" y="48507"/>
                  </a:lnTo>
                  <a:lnTo>
                    <a:pt x="7527707" y="48691"/>
                  </a:lnTo>
                  <a:lnTo>
                    <a:pt x="7592912" y="48826"/>
                  </a:lnTo>
                  <a:lnTo>
                    <a:pt x="7641810" y="48916"/>
                  </a:lnTo>
                  <a:lnTo>
                    <a:pt x="7673688" y="48968"/>
                  </a:lnTo>
                  <a:lnTo>
                    <a:pt x="7690322" y="48992"/>
                  </a:lnTo>
                  <a:lnTo>
                    <a:pt x="7695821" y="49000"/>
                  </a:lnTo>
                  <a:lnTo>
                    <a:pt x="7696237" y="49000"/>
                  </a:lnTo>
                  <a:lnTo>
                    <a:pt x="8234974" y="490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5" name="pl925"/>
            <p:cNvSpPr/>
            <p:nvPr/>
          </p:nvSpPr>
          <p:spPr>
            <a:xfrm>
              <a:off x="546595" y="3298499"/>
              <a:ext cx="8234974" cy="392006"/>
            </a:xfrm>
            <a:custGeom>
              <a:avLst/>
              <a:pathLst>
                <a:path w="8234974" h="392006">
                  <a:moveTo>
                    <a:pt x="8234974" y="49000"/>
                  </a:moveTo>
                  <a:lnTo>
                    <a:pt x="7696237" y="49000"/>
                  </a:lnTo>
                  <a:lnTo>
                    <a:pt x="7694935" y="48999"/>
                  </a:lnTo>
                  <a:lnTo>
                    <a:pt x="7686436" y="48987"/>
                  </a:lnTo>
                  <a:lnTo>
                    <a:pt x="7665251" y="48955"/>
                  </a:lnTo>
                  <a:lnTo>
                    <a:pt x="7627982" y="48891"/>
                  </a:lnTo>
                  <a:lnTo>
                    <a:pt x="7573657" y="48788"/>
                  </a:lnTo>
                  <a:lnTo>
                    <a:pt x="7503739" y="48638"/>
                  </a:lnTo>
                  <a:lnTo>
                    <a:pt x="7421645" y="48437"/>
                  </a:lnTo>
                  <a:lnTo>
                    <a:pt x="7331857" y="48186"/>
                  </a:lnTo>
                  <a:lnTo>
                    <a:pt x="7238962" y="47884"/>
                  </a:lnTo>
                  <a:lnTo>
                    <a:pt x="7146891" y="47534"/>
                  </a:lnTo>
                  <a:lnTo>
                    <a:pt x="7058528" y="47134"/>
                  </a:lnTo>
                  <a:lnTo>
                    <a:pt x="6975639" y="46685"/>
                  </a:lnTo>
                  <a:lnTo>
                    <a:pt x="6899020" y="46182"/>
                  </a:lnTo>
                  <a:lnTo>
                    <a:pt x="6828728" y="45619"/>
                  </a:lnTo>
                  <a:lnTo>
                    <a:pt x="6764318" y="44989"/>
                  </a:lnTo>
                  <a:lnTo>
                    <a:pt x="6705034" y="44282"/>
                  </a:lnTo>
                  <a:lnTo>
                    <a:pt x="6649961" y="43485"/>
                  </a:lnTo>
                  <a:lnTo>
                    <a:pt x="6598131" y="42589"/>
                  </a:lnTo>
                  <a:lnTo>
                    <a:pt x="6548613" y="41582"/>
                  </a:lnTo>
                  <a:lnTo>
                    <a:pt x="6515891" y="40834"/>
                  </a:lnTo>
                  <a:lnTo>
                    <a:pt x="6463112" y="39490"/>
                  </a:lnTo>
                  <a:lnTo>
                    <a:pt x="6410837" y="38000"/>
                  </a:lnTo>
                  <a:lnTo>
                    <a:pt x="6358471" y="36361"/>
                  </a:lnTo>
                  <a:lnTo>
                    <a:pt x="6305626" y="34580"/>
                  </a:lnTo>
                  <a:lnTo>
                    <a:pt x="6252090" y="32664"/>
                  </a:lnTo>
                  <a:lnTo>
                    <a:pt x="6197807" y="30633"/>
                  </a:lnTo>
                  <a:lnTo>
                    <a:pt x="6142852" y="28510"/>
                  </a:lnTo>
                  <a:lnTo>
                    <a:pt x="6087408" y="26324"/>
                  </a:lnTo>
                  <a:lnTo>
                    <a:pt x="6031728" y="24109"/>
                  </a:lnTo>
                  <a:lnTo>
                    <a:pt x="5976099" y="21900"/>
                  </a:lnTo>
                  <a:lnTo>
                    <a:pt x="5920802" y="19733"/>
                  </a:lnTo>
                  <a:lnTo>
                    <a:pt x="5866068" y="17639"/>
                  </a:lnTo>
                  <a:lnTo>
                    <a:pt x="5812046" y="15646"/>
                  </a:lnTo>
                  <a:lnTo>
                    <a:pt x="5758767" y="13776"/>
                  </a:lnTo>
                  <a:lnTo>
                    <a:pt x="5706124" y="12044"/>
                  </a:lnTo>
                  <a:lnTo>
                    <a:pt x="5653844" y="10458"/>
                  </a:lnTo>
                  <a:lnTo>
                    <a:pt x="5601471" y="9020"/>
                  </a:lnTo>
                  <a:lnTo>
                    <a:pt x="5567201" y="8166"/>
                  </a:lnTo>
                  <a:lnTo>
                    <a:pt x="5518782" y="7082"/>
                  </a:lnTo>
                  <a:lnTo>
                    <a:pt x="5468618" y="6112"/>
                  </a:lnTo>
                  <a:lnTo>
                    <a:pt x="5415852" y="5248"/>
                  </a:lnTo>
                  <a:lnTo>
                    <a:pt x="5359532" y="4482"/>
                  </a:lnTo>
                  <a:lnTo>
                    <a:pt x="5298697" y="3800"/>
                  </a:lnTo>
                  <a:lnTo>
                    <a:pt x="5232469" y="3193"/>
                  </a:lnTo>
                  <a:lnTo>
                    <a:pt x="5160175" y="2650"/>
                  </a:lnTo>
                  <a:lnTo>
                    <a:pt x="5081506" y="2165"/>
                  </a:lnTo>
                  <a:lnTo>
                    <a:pt x="4996731" y="1732"/>
                  </a:lnTo>
                  <a:lnTo>
                    <a:pt x="4906933" y="1348"/>
                  </a:lnTo>
                  <a:lnTo>
                    <a:pt x="4814229" y="1013"/>
                  </a:lnTo>
                  <a:lnTo>
                    <a:pt x="4721860" y="728"/>
                  </a:lnTo>
                  <a:lnTo>
                    <a:pt x="4634029" y="492"/>
                  </a:lnTo>
                  <a:lnTo>
                    <a:pt x="4555386" y="308"/>
                  </a:lnTo>
                  <a:lnTo>
                    <a:pt x="4490180" y="174"/>
                  </a:lnTo>
                  <a:lnTo>
                    <a:pt x="4441283" y="84"/>
                  </a:lnTo>
                  <a:lnTo>
                    <a:pt x="4409405" y="32"/>
                  </a:lnTo>
                  <a:lnTo>
                    <a:pt x="4392771" y="7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3"/>
                  </a:lnTo>
                  <a:lnTo>
                    <a:pt x="3838338" y="106"/>
                  </a:lnTo>
                  <a:lnTo>
                    <a:pt x="3817197" y="363"/>
                  </a:lnTo>
                  <a:lnTo>
                    <a:pt x="3780001" y="869"/>
                  </a:lnTo>
                  <a:lnTo>
                    <a:pt x="3725773" y="1694"/>
                  </a:lnTo>
                  <a:lnTo>
                    <a:pt x="3655967" y="2893"/>
                  </a:lnTo>
                  <a:lnTo>
                    <a:pt x="3573983" y="4493"/>
                  </a:lnTo>
                  <a:lnTo>
                    <a:pt x="3484293" y="6501"/>
                  </a:lnTo>
                  <a:lnTo>
                    <a:pt x="3391473" y="8910"/>
                  </a:lnTo>
                  <a:lnTo>
                    <a:pt x="3299454" y="11710"/>
                  </a:lnTo>
                  <a:lnTo>
                    <a:pt x="3211120" y="14900"/>
                  </a:lnTo>
                  <a:lnTo>
                    <a:pt x="3128241" y="18489"/>
                  </a:lnTo>
                  <a:lnTo>
                    <a:pt x="3051619" y="22506"/>
                  </a:lnTo>
                  <a:lnTo>
                    <a:pt x="2981318" y="26998"/>
                  </a:lnTo>
                  <a:lnTo>
                    <a:pt x="2916896" y="32028"/>
                  </a:lnTo>
                  <a:lnTo>
                    <a:pt x="2857602" y="37676"/>
                  </a:lnTo>
                  <a:lnTo>
                    <a:pt x="2802524" y="44032"/>
                  </a:lnTo>
                  <a:lnTo>
                    <a:pt x="2750697" y="51189"/>
                  </a:lnTo>
                  <a:lnTo>
                    <a:pt x="2701190" y="59223"/>
                  </a:lnTo>
                  <a:lnTo>
                    <a:pt x="2667772" y="65334"/>
                  </a:lnTo>
                  <a:lnTo>
                    <a:pt x="2615927" y="75883"/>
                  </a:lnTo>
                  <a:lnTo>
                    <a:pt x="2564581" y="87560"/>
                  </a:lnTo>
                  <a:lnTo>
                    <a:pt x="2513163" y="100379"/>
                  </a:lnTo>
                  <a:lnTo>
                    <a:pt x="2461297" y="114312"/>
                  </a:lnTo>
                  <a:lnTo>
                    <a:pt x="2408774" y="129282"/>
                  </a:lnTo>
                  <a:lnTo>
                    <a:pt x="2355529" y="145161"/>
                  </a:lnTo>
                  <a:lnTo>
                    <a:pt x="2301623" y="161772"/>
                  </a:lnTo>
                  <a:lnTo>
                    <a:pt x="2247218" y="178896"/>
                  </a:lnTo>
                  <a:lnTo>
                    <a:pt x="2192548" y="196283"/>
                  </a:lnTo>
                  <a:lnTo>
                    <a:pt x="2137882" y="213666"/>
                  </a:lnTo>
                  <a:lnTo>
                    <a:pt x="2083489" y="230777"/>
                  </a:lnTo>
                  <a:lnTo>
                    <a:pt x="2029603" y="247368"/>
                  </a:lnTo>
                  <a:lnTo>
                    <a:pt x="1976380" y="263220"/>
                  </a:lnTo>
                  <a:lnTo>
                    <a:pt x="1923880" y="278158"/>
                  </a:lnTo>
                  <a:lnTo>
                    <a:pt x="1872033" y="292056"/>
                  </a:lnTo>
                  <a:lnTo>
                    <a:pt x="1820624" y="304839"/>
                  </a:lnTo>
                  <a:lnTo>
                    <a:pt x="1769272" y="316479"/>
                  </a:lnTo>
                  <a:lnTo>
                    <a:pt x="1719082" y="326672"/>
                  </a:lnTo>
                  <a:lnTo>
                    <a:pt x="1670700" y="335339"/>
                  </a:lnTo>
                  <a:lnTo>
                    <a:pt x="1620576" y="343098"/>
                  </a:lnTo>
                  <a:lnTo>
                    <a:pt x="1567856" y="350000"/>
                  </a:lnTo>
                  <a:lnTo>
                    <a:pt x="1511589" y="356130"/>
                  </a:lnTo>
                  <a:lnTo>
                    <a:pt x="1450816" y="361580"/>
                  </a:lnTo>
                  <a:lnTo>
                    <a:pt x="1384662" y="366437"/>
                  </a:lnTo>
                  <a:lnTo>
                    <a:pt x="1312454" y="370777"/>
                  </a:lnTo>
                  <a:lnTo>
                    <a:pt x="1233880" y="374659"/>
                  </a:lnTo>
                  <a:lnTo>
                    <a:pt x="1149205" y="378124"/>
                  </a:lnTo>
                  <a:lnTo>
                    <a:pt x="1059504" y="381194"/>
                  </a:lnTo>
                  <a:lnTo>
                    <a:pt x="966881" y="383875"/>
                  </a:lnTo>
                  <a:lnTo>
                    <a:pt x="874561" y="386163"/>
                  </a:lnTo>
                  <a:lnTo>
                    <a:pt x="786732" y="388046"/>
                  </a:lnTo>
                  <a:lnTo>
                    <a:pt x="708032" y="389521"/>
                  </a:lnTo>
                  <a:lnTo>
                    <a:pt x="642710" y="390602"/>
                  </a:lnTo>
                  <a:lnTo>
                    <a:pt x="593650" y="391323"/>
                  </a:lnTo>
                  <a:lnTo>
                    <a:pt x="561591" y="391744"/>
                  </a:lnTo>
                  <a:lnTo>
                    <a:pt x="544791" y="391942"/>
                  </a:lnTo>
                  <a:lnTo>
                    <a:pt x="539179" y="392002"/>
                  </a:lnTo>
                  <a:lnTo>
                    <a:pt x="538736" y="392006"/>
                  </a:lnTo>
                  <a:lnTo>
                    <a:pt x="0" y="3920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6" name="pg926"/>
            <p:cNvSpPr/>
            <p:nvPr/>
          </p:nvSpPr>
          <p:spPr>
            <a:xfrm>
              <a:off x="546595" y="3309388"/>
              <a:ext cx="8234974" cy="441007"/>
            </a:xfrm>
            <a:custGeom>
              <a:avLst/>
              <a:pathLst>
                <a:path w="8234974" h="441007">
                  <a:moveTo>
                    <a:pt x="0" y="392006"/>
                  </a:moveTo>
                  <a:lnTo>
                    <a:pt x="538736" y="392006"/>
                  </a:lnTo>
                  <a:lnTo>
                    <a:pt x="540036" y="391993"/>
                  </a:lnTo>
                  <a:lnTo>
                    <a:pt x="548517" y="391901"/>
                  </a:lnTo>
                  <a:lnTo>
                    <a:pt x="569660" y="391647"/>
                  </a:lnTo>
                  <a:lnTo>
                    <a:pt x="606857" y="391149"/>
                  </a:lnTo>
                  <a:lnTo>
                    <a:pt x="661088" y="390335"/>
                  </a:lnTo>
                  <a:lnTo>
                    <a:pt x="730898" y="389153"/>
                  </a:lnTo>
                  <a:lnTo>
                    <a:pt x="812885" y="387575"/>
                  </a:lnTo>
                  <a:lnTo>
                    <a:pt x="902577" y="385595"/>
                  </a:lnTo>
                  <a:lnTo>
                    <a:pt x="995399" y="383219"/>
                  </a:lnTo>
                  <a:lnTo>
                    <a:pt x="1087419" y="380457"/>
                  </a:lnTo>
                  <a:lnTo>
                    <a:pt x="1175755" y="377312"/>
                  </a:lnTo>
                  <a:lnTo>
                    <a:pt x="1258634" y="373772"/>
                  </a:lnTo>
                  <a:lnTo>
                    <a:pt x="1335255" y="369811"/>
                  </a:lnTo>
                  <a:lnTo>
                    <a:pt x="1405556" y="365381"/>
                  </a:lnTo>
                  <a:lnTo>
                    <a:pt x="1469979" y="360421"/>
                  </a:lnTo>
                  <a:lnTo>
                    <a:pt x="1529272" y="354851"/>
                  </a:lnTo>
                  <a:lnTo>
                    <a:pt x="1584350" y="348582"/>
                  </a:lnTo>
                  <a:lnTo>
                    <a:pt x="1636177" y="341525"/>
                  </a:lnTo>
                  <a:lnTo>
                    <a:pt x="1685684" y="333601"/>
                  </a:lnTo>
                  <a:lnTo>
                    <a:pt x="1719082" y="327579"/>
                  </a:lnTo>
                  <a:lnTo>
                    <a:pt x="1770952" y="317171"/>
                  </a:lnTo>
                  <a:lnTo>
                    <a:pt x="1822324" y="305650"/>
                  </a:lnTo>
                  <a:lnTo>
                    <a:pt x="1873767" y="293001"/>
                  </a:lnTo>
                  <a:lnTo>
                    <a:pt x="1925659" y="279253"/>
                  </a:lnTo>
                  <a:lnTo>
                    <a:pt x="1978209" y="264482"/>
                  </a:lnTo>
                  <a:lnTo>
                    <a:pt x="2031482" y="248814"/>
                  </a:lnTo>
                  <a:lnTo>
                    <a:pt x="2085416" y="232424"/>
                  </a:lnTo>
                  <a:lnTo>
                    <a:pt x="2139849" y="215528"/>
                  </a:lnTo>
                  <a:lnTo>
                    <a:pt x="2194547" y="198373"/>
                  </a:lnTo>
                  <a:lnTo>
                    <a:pt x="2249239" y="181224"/>
                  </a:lnTo>
                  <a:lnTo>
                    <a:pt x="2303655" y="164344"/>
                  </a:lnTo>
                  <a:lnTo>
                    <a:pt x="2357565" y="147980"/>
                  </a:lnTo>
                  <a:lnTo>
                    <a:pt x="2410809" y="132345"/>
                  </a:lnTo>
                  <a:lnTo>
                    <a:pt x="2463330" y="117614"/>
                  </a:lnTo>
                  <a:lnTo>
                    <a:pt x="2515198" y="103910"/>
                  </a:lnTo>
                  <a:lnTo>
                    <a:pt x="2566630" y="91307"/>
                  </a:lnTo>
                  <a:lnTo>
                    <a:pt x="2618009" y="79832"/>
                  </a:lnTo>
                  <a:lnTo>
                    <a:pt x="2667772" y="69871"/>
                  </a:lnTo>
                  <a:lnTo>
                    <a:pt x="2716155" y="61324"/>
                  </a:lnTo>
                  <a:lnTo>
                    <a:pt x="2766281" y="53672"/>
                  </a:lnTo>
                  <a:lnTo>
                    <a:pt x="2819002" y="46866"/>
                  </a:lnTo>
                  <a:lnTo>
                    <a:pt x="2875271" y="40821"/>
                  </a:lnTo>
                  <a:lnTo>
                    <a:pt x="2936045" y="35447"/>
                  </a:lnTo>
                  <a:lnTo>
                    <a:pt x="3002201" y="30657"/>
                  </a:lnTo>
                  <a:lnTo>
                    <a:pt x="3074412" y="26377"/>
                  </a:lnTo>
                  <a:lnTo>
                    <a:pt x="3152988" y="22549"/>
                  </a:lnTo>
                  <a:lnTo>
                    <a:pt x="3237666" y="19133"/>
                  </a:lnTo>
                  <a:lnTo>
                    <a:pt x="3327370" y="16105"/>
                  </a:lnTo>
                  <a:lnTo>
                    <a:pt x="3419995" y="13461"/>
                  </a:lnTo>
                  <a:lnTo>
                    <a:pt x="3512316" y="11206"/>
                  </a:lnTo>
                  <a:lnTo>
                    <a:pt x="3600145" y="9349"/>
                  </a:lnTo>
                  <a:lnTo>
                    <a:pt x="3678844" y="7894"/>
                  </a:lnTo>
                  <a:lnTo>
                    <a:pt x="3744163" y="6829"/>
                  </a:lnTo>
                  <a:lnTo>
                    <a:pt x="3793218" y="6118"/>
                  </a:lnTo>
                  <a:lnTo>
                    <a:pt x="3825272" y="5703"/>
                  </a:lnTo>
                  <a:lnTo>
                    <a:pt x="3842068" y="5507"/>
                  </a:lnTo>
                  <a:lnTo>
                    <a:pt x="3847677" y="544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4" y="5459"/>
                  </a:lnTo>
                  <a:lnTo>
                    <a:pt x="4396630" y="5562"/>
                  </a:lnTo>
                  <a:lnTo>
                    <a:pt x="4417761" y="5848"/>
                  </a:lnTo>
                  <a:lnTo>
                    <a:pt x="4454940" y="6409"/>
                  </a:lnTo>
                  <a:lnTo>
                    <a:pt x="4509144" y="7326"/>
                  </a:lnTo>
                  <a:lnTo>
                    <a:pt x="4578925" y="8657"/>
                  </a:lnTo>
                  <a:lnTo>
                    <a:pt x="4660882" y="10434"/>
                  </a:lnTo>
                  <a:lnTo>
                    <a:pt x="4750549" y="12664"/>
                  </a:lnTo>
                  <a:lnTo>
                    <a:pt x="4843350" y="15340"/>
                  </a:lnTo>
                  <a:lnTo>
                    <a:pt x="4935357" y="18450"/>
                  </a:lnTo>
                  <a:lnTo>
                    <a:pt x="5023685" y="21993"/>
                  </a:lnTo>
                  <a:lnTo>
                    <a:pt x="5106561" y="25979"/>
                  </a:lnTo>
                  <a:lnTo>
                    <a:pt x="5183183" y="30441"/>
                  </a:lnTo>
                  <a:lnTo>
                    <a:pt x="5253487" y="35429"/>
                  </a:lnTo>
                  <a:lnTo>
                    <a:pt x="5317912" y="41015"/>
                  </a:lnTo>
                  <a:lnTo>
                    <a:pt x="5377209" y="47288"/>
                  </a:lnTo>
                  <a:lnTo>
                    <a:pt x="5432287" y="54347"/>
                  </a:lnTo>
                  <a:lnTo>
                    <a:pt x="5484114" y="62294"/>
                  </a:lnTo>
                  <a:lnTo>
                    <a:pt x="5533618" y="71216"/>
                  </a:lnTo>
                  <a:lnTo>
                    <a:pt x="5567201" y="78038"/>
                  </a:lnTo>
                  <a:lnTo>
                    <a:pt x="5618835" y="89709"/>
                  </a:lnTo>
                  <a:lnTo>
                    <a:pt x="5669973" y="102622"/>
                  </a:lnTo>
                  <a:lnTo>
                    <a:pt x="5721177" y="116795"/>
                  </a:lnTo>
                  <a:lnTo>
                    <a:pt x="5772822" y="132195"/>
                  </a:lnTo>
                  <a:lnTo>
                    <a:pt x="5825117" y="148740"/>
                  </a:lnTo>
                  <a:lnTo>
                    <a:pt x="5878128" y="166290"/>
                  </a:lnTo>
                  <a:lnTo>
                    <a:pt x="5931798" y="184653"/>
                  </a:lnTo>
                  <a:lnTo>
                    <a:pt x="5985968" y="203588"/>
                  </a:lnTo>
                  <a:lnTo>
                    <a:pt x="6040410" y="222823"/>
                  </a:lnTo>
                  <a:lnTo>
                    <a:pt x="6094858" y="242064"/>
                  </a:lnTo>
                  <a:lnTo>
                    <a:pt x="6149044" y="261018"/>
                  </a:lnTo>
                  <a:lnTo>
                    <a:pt x="6202738" y="279409"/>
                  </a:lnTo>
                  <a:lnTo>
                    <a:pt x="6255779" y="296998"/>
                  </a:lnTo>
                  <a:lnTo>
                    <a:pt x="6308103" y="313587"/>
                  </a:lnTo>
                  <a:lnTo>
                    <a:pt x="6359772" y="329038"/>
                  </a:lnTo>
                  <a:lnTo>
                    <a:pt x="6410988" y="343263"/>
                  </a:lnTo>
                  <a:lnTo>
                    <a:pt x="6462119" y="356229"/>
                  </a:lnTo>
                  <a:lnTo>
                    <a:pt x="6513718" y="367950"/>
                  </a:lnTo>
                  <a:lnTo>
                    <a:pt x="6515891" y="368413"/>
                  </a:lnTo>
                  <a:lnTo>
                    <a:pt x="6564265" y="378042"/>
                  </a:lnTo>
                  <a:lnTo>
                    <a:pt x="6614379" y="386662"/>
                  </a:lnTo>
                  <a:lnTo>
                    <a:pt x="6667089" y="394330"/>
                  </a:lnTo>
                  <a:lnTo>
                    <a:pt x="6723343" y="401140"/>
                  </a:lnTo>
                  <a:lnTo>
                    <a:pt x="6784101" y="407195"/>
                  </a:lnTo>
                  <a:lnTo>
                    <a:pt x="6850237" y="412591"/>
                  </a:lnTo>
                  <a:lnTo>
                    <a:pt x="6922426" y="417413"/>
                  </a:lnTo>
                  <a:lnTo>
                    <a:pt x="7000976" y="421727"/>
                  </a:lnTo>
                  <a:lnTo>
                    <a:pt x="7085628" y="425576"/>
                  </a:lnTo>
                  <a:lnTo>
                    <a:pt x="7175306" y="428988"/>
                  </a:lnTo>
                  <a:lnTo>
                    <a:pt x="7267909" y="431967"/>
                  </a:lnTo>
                  <a:lnTo>
                    <a:pt x="7360217" y="434509"/>
                  </a:lnTo>
                  <a:lnTo>
                    <a:pt x="7448046" y="436602"/>
                  </a:lnTo>
                  <a:lnTo>
                    <a:pt x="7526759" y="438243"/>
                  </a:lnTo>
                  <a:lnTo>
                    <a:pt x="7592109" y="439444"/>
                  </a:lnTo>
                  <a:lnTo>
                    <a:pt x="7641207" y="440246"/>
                  </a:lnTo>
                  <a:lnTo>
                    <a:pt x="7673310" y="440714"/>
                  </a:lnTo>
                  <a:lnTo>
                    <a:pt x="7690149" y="440935"/>
                  </a:lnTo>
                  <a:lnTo>
                    <a:pt x="7695789" y="441002"/>
                  </a:lnTo>
                  <a:lnTo>
                    <a:pt x="7696237" y="441007"/>
                  </a:lnTo>
                  <a:lnTo>
                    <a:pt x="8234974" y="441007"/>
                  </a:lnTo>
                  <a:lnTo>
                    <a:pt x="8234974" y="435562"/>
                  </a:lnTo>
                  <a:lnTo>
                    <a:pt x="7696237" y="435562"/>
                  </a:lnTo>
                  <a:lnTo>
                    <a:pt x="7694938" y="435548"/>
                  </a:lnTo>
                  <a:lnTo>
                    <a:pt x="7686462" y="435444"/>
                  </a:lnTo>
                  <a:lnTo>
                    <a:pt x="7665331" y="435158"/>
                  </a:lnTo>
                  <a:lnTo>
                    <a:pt x="7628153" y="434597"/>
                  </a:lnTo>
                  <a:lnTo>
                    <a:pt x="7573948" y="433680"/>
                  </a:lnTo>
                  <a:lnTo>
                    <a:pt x="7504168" y="432349"/>
                  </a:lnTo>
                  <a:lnTo>
                    <a:pt x="7422210" y="430572"/>
                  </a:lnTo>
                  <a:lnTo>
                    <a:pt x="7332543" y="428342"/>
                  </a:lnTo>
                  <a:lnTo>
                    <a:pt x="7239742" y="425667"/>
                  </a:lnTo>
                  <a:lnTo>
                    <a:pt x="7147735" y="422556"/>
                  </a:lnTo>
                  <a:lnTo>
                    <a:pt x="7059408" y="419014"/>
                  </a:lnTo>
                  <a:lnTo>
                    <a:pt x="6976531" y="415027"/>
                  </a:lnTo>
                  <a:lnTo>
                    <a:pt x="6899909" y="410566"/>
                  </a:lnTo>
                  <a:lnTo>
                    <a:pt x="6829606" y="405577"/>
                  </a:lnTo>
                  <a:lnTo>
                    <a:pt x="6765180" y="399991"/>
                  </a:lnTo>
                  <a:lnTo>
                    <a:pt x="6705884" y="393719"/>
                  </a:lnTo>
                  <a:lnTo>
                    <a:pt x="6650805" y="386660"/>
                  </a:lnTo>
                  <a:lnTo>
                    <a:pt x="6598978" y="378712"/>
                  </a:lnTo>
                  <a:lnTo>
                    <a:pt x="6549474" y="369790"/>
                  </a:lnTo>
                  <a:lnTo>
                    <a:pt x="6515891" y="362968"/>
                  </a:lnTo>
                  <a:lnTo>
                    <a:pt x="6464257" y="351298"/>
                  </a:lnTo>
                  <a:lnTo>
                    <a:pt x="6413120" y="338384"/>
                  </a:lnTo>
                  <a:lnTo>
                    <a:pt x="6361915" y="324212"/>
                  </a:lnTo>
                  <a:lnTo>
                    <a:pt x="6310270" y="308811"/>
                  </a:lnTo>
                  <a:lnTo>
                    <a:pt x="6257975" y="292266"/>
                  </a:lnTo>
                  <a:lnTo>
                    <a:pt x="6204964" y="274716"/>
                  </a:lnTo>
                  <a:lnTo>
                    <a:pt x="6151295" y="256354"/>
                  </a:lnTo>
                  <a:lnTo>
                    <a:pt x="6097125" y="237418"/>
                  </a:lnTo>
                  <a:lnTo>
                    <a:pt x="6042683" y="218183"/>
                  </a:lnTo>
                  <a:lnTo>
                    <a:pt x="5988235" y="198942"/>
                  </a:lnTo>
                  <a:lnTo>
                    <a:pt x="5934048" y="179988"/>
                  </a:lnTo>
                  <a:lnTo>
                    <a:pt x="5880354" y="161597"/>
                  </a:lnTo>
                  <a:lnTo>
                    <a:pt x="5827314" y="144009"/>
                  </a:lnTo>
                  <a:lnTo>
                    <a:pt x="5774989" y="127419"/>
                  </a:lnTo>
                  <a:lnTo>
                    <a:pt x="5723320" y="111968"/>
                  </a:lnTo>
                  <a:lnTo>
                    <a:pt x="5672104" y="97744"/>
                  </a:lnTo>
                  <a:lnTo>
                    <a:pt x="5620974" y="84778"/>
                  </a:lnTo>
                  <a:lnTo>
                    <a:pt x="5569374" y="73056"/>
                  </a:lnTo>
                  <a:lnTo>
                    <a:pt x="5567201" y="72593"/>
                  </a:lnTo>
                  <a:lnTo>
                    <a:pt x="5518828" y="62965"/>
                  </a:lnTo>
                  <a:lnTo>
                    <a:pt x="5468713" y="54345"/>
                  </a:lnTo>
                  <a:lnTo>
                    <a:pt x="5416004" y="46676"/>
                  </a:lnTo>
                  <a:lnTo>
                    <a:pt x="5359750" y="39866"/>
                  </a:lnTo>
                  <a:lnTo>
                    <a:pt x="5298992" y="33812"/>
                  </a:lnTo>
                  <a:lnTo>
                    <a:pt x="5232855" y="28415"/>
                  </a:lnTo>
                  <a:lnTo>
                    <a:pt x="5160667" y="23593"/>
                  </a:lnTo>
                  <a:lnTo>
                    <a:pt x="5082116" y="19280"/>
                  </a:lnTo>
                  <a:lnTo>
                    <a:pt x="4997465" y="15430"/>
                  </a:lnTo>
                  <a:lnTo>
                    <a:pt x="4907787" y="12019"/>
                  </a:lnTo>
                  <a:lnTo>
                    <a:pt x="4815183" y="9039"/>
                  </a:lnTo>
                  <a:lnTo>
                    <a:pt x="4722875" y="6497"/>
                  </a:lnTo>
                  <a:lnTo>
                    <a:pt x="4635047" y="4404"/>
                  </a:lnTo>
                  <a:lnTo>
                    <a:pt x="4556333" y="2764"/>
                  </a:lnTo>
                  <a:lnTo>
                    <a:pt x="4490983" y="1562"/>
                  </a:lnTo>
                  <a:lnTo>
                    <a:pt x="4441885" y="761"/>
                  </a:lnTo>
                  <a:lnTo>
                    <a:pt x="4409783" y="292"/>
                  </a:lnTo>
                  <a:lnTo>
                    <a:pt x="4392943" y="71"/>
                  </a:lnTo>
                  <a:lnTo>
                    <a:pt x="4387304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2"/>
                  </a:lnTo>
                  <a:lnTo>
                    <a:pt x="3838337" y="104"/>
                  </a:lnTo>
                  <a:lnTo>
                    <a:pt x="3817195" y="358"/>
                  </a:lnTo>
                  <a:lnTo>
                    <a:pt x="3779997" y="857"/>
                  </a:lnTo>
                  <a:lnTo>
                    <a:pt x="3725767" y="1671"/>
                  </a:lnTo>
                  <a:lnTo>
                    <a:pt x="3655957" y="2853"/>
                  </a:lnTo>
                  <a:lnTo>
                    <a:pt x="3573970" y="4431"/>
                  </a:lnTo>
                  <a:lnTo>
                    <a:pt x="3484277" y="6411"/>
                  </a:lnTo>
                  <a:lnTo>
                    <a:pt x="3391456" y="8786"/>
                  </a:lnTo>
                  <a:lnTo>
                    <a:pt x="3299435" y="11548"/>
                  </a:lnTo>
                  <a:lnTo>
                    <a:pt x="3211100" y="14694"/>
                  </a:lnTo>
                  <a:lnTo>
                    <a:pt x="3128221" y="18233"/>
                  </a:lnTo>
                  <a:lnTo>
                    <a:pt x="3051599" y="22195"/>
                  </a:lnTo>
                  <a:lnTo>
                    <a:pt x="2981298" y="26624"/>
                  </a:lnTo>
                  <a:lnTo>
                    <a:pt x="2916876" y="31584"/>
                  </a:lnTo>
                  <a:lnTo>
                    <a:pt x="2857582" y="37155"/>
                  </a:lnTo>
                  <a:lnTo>
                    <a:pt x="2802505" y="43423"/>
                  </a:lnTo>
                  <a:lnTo>
                    <a:pt x="2750678" y="50481"/>
                  </a:lnTo>
                  <a:lnTo>
                    <a:pt x="2701170" y="58404"/>
                  </a:lnTo>
                  <a:lnTo>
                    <a:pt x="2667772" y="64426"/>
                  </a:lnTo>
                  <a:lnTo>
                    <a:pt x="2615902" y="74834"/>
                  </a:lnTo>
                  <a:lnTo>
                    <a:pt x="2564531" y="86356"/>
                  </a:lnTo>
                  <a:lnTo>
                    <a:pt x="2513087" y="99005"/>
                  </a:lnTo>
                  <a:lnTo>
                    <a:pt x="2461196" y="112753"/>
                  </a:lnTo>
                  <a:lnTo>
                    <a:pt x="2408645" y="127524"/>
                  </a:lnTo>
                  <a:lnTo>
                    <a:pt x="2355372" y="143191"/>
                  </a:lnTo>
                  <a:lnTo>
                    <a:pt x="2301438" y="159582"/>
                  </a:lnTo>
                  <a:lnTo>
                    <a:pt x="2247006" y="176478"/>
                  </a:lnTo>
                  <a:lnTo>
                    <a:pt x="2192308" y="193632"/>
                  </a:lnTo>
                  <a:lnTo>
                    <a:pt x="2137616" y="210781"/>
                  </a:lnTo>
                  <a:lnTo>
                    <a:pt x="2083199" y="227661"/>
                  </a:lnTo>
                  <a:lnTo>
                    <a:pt x="2029290" y="244026"/>
                  </a:lnTo>
                  <a:lnTo>
                    <a:pt x="1976046" y="259660"/>
                  </a:lnTo>
                  <a:lnTo>
                    <a:pt x="1923525" y="274391"/>
                  </a:lnTo>
                  <a:lnTo>
                    <a:pt x="1871656" y="288096"/>
                  </a:lnTo>
                  <a:lnTo>
                    <a:pt x="1820225" y="300699"/>
                  </a:lnTo>
                  <a:lnTo>
                    <a:pt x="1768845" y="312174"/>
                  </a:lnTo>
                  <a:lnTo>
                    <a:pt x="1719082" y="322134"/>
                  </a:lnTo>
                  <a:lnTo>
                    <a:pt x="1670699" y="330682"/>
                  </a:lnTo>
                  <a:lnTo>
                    <a:pt x="1620574" y="338333"/>
                  </a:lnTo>
                  <a:lnTo>
                    <a:pt x="1567852" y="345140"/>
                  </a:lnTo>
                  <a:lnTo>
                    <a:pt x="1511584" y="351184"/>
                  </a:lnTo>
                  <a:lnTo>
                    <a:pt x="1450810" y="356558"/>
                  </a:lnTo>
                  <a:lnTo>
                    <a:pt x="1384654" y="361348"/>
                  </a:lnTo>
                  <a:lnTo>
                    <a:pt x="1312442" y="365628"/>
                  </a:lnTo>
                  <a:lnTo>
                    <a:pt x="1233866" y="369456"/>
                  </a:lnTo>
                  <a:lnTo>
                    <a:pt x="1149188" y="372873"/>
                  </a:lnTo>
                  <a:lnTo>
                    <a:pt x="1059485" y="375900"/>
                  </a:lnTo>
                  <a:lnTo>
                    <a:pt x="966859" y="378544"/>
                  </a:lnTo>
                  <a:lnTo>
                    <a:pt x="874538" y="380800"/>
                  </a:lnTo>
                  <a:lnTo>
                    <a:pt x="786709" y="382657"/>
                  </a:lnTo>
                  <a:lnTo>
                    <a:pt x="708011" y="384112"/>
                  </a:lnTo>
                  <a:lnTo>
                    <a:pt x="642692" y="385177"/>
                  </a:lnTo>
                  <a:lnTo>
                    <a:pt x="593637" y="385888"/>
                  </a:lnTo>
                  <a:lnTo>
                    <a:pt x="561582" y="386303"/>
                  </a:lnTo>
                  <a:lnTo>
                    <a:pt x="544787" y="386498"/>
                  </a:lnTo>
                  <a:lnTo>
                    <a:pt x="539178" y="386557"/>
                  </a:lnTo>
                  <a:lnTo>
                    <a:pt x="538736" y="386561"/>
                  </a:lnTo>
                  <a:lnTo>
                    <a:pt x="0" y="38656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27" name="pl927"/>
            <p:cNvSpPr/>
            <p:nvPr/>
          </p:nvSpPr>
          <p:spPr>
            <a:xfrm>
              <a:off x="546595" y="3314832"/>
              <a:ext cx="8234974" cy="435562"/>
            </a:xfrm>
            <a:custGeom>
              <a:avLst/>
              <a:pathLst>
                <a:path w="8234974" h="435562">
                  <a:moveTo>
                    <a:pt x="0" y="386561"/>
                  </a:moveTo>
                  <a:lnTo>
                    <a:pt x="538736" y="386561"/>
                  </a:lnTo>
                  <a:lnTo>
                    <a:pt x="540036" y="386549"/>
                  </a:lnTo>
                  <a:lnTo>
                    <a:pt x="548517" y="386457"/>
                  </a:lnTo>
                  <a:lnTo>
                    <a:pt x="569660" y="386203"/>
                  </a:lnTo>
                  <a:lnTo>
                    <a:pt x="606857" y="385704"/>
                  </a:lnTo>
                  <a:lnTo>
                    <a:pt x="661088" y="384890"/>
                  </a:lnTo>
                  <a:lnTo>
                    <a:pt x="730898" y="383708"/>
                  </a:lnTo>
                  <a:lnTo>
                    <a:pt x="812885" y="382130"/>
                  </a:lnTo>
                  <a:lnTo>
                    <a:pt x="902577" y="380150"/>
                  </a:lnTo>
                  <a:lnTo>
                    <a:pt x="995399" y="377774"/>
                  </a:lnTo>
                  <a:lnTo>
                    <a:pt x="1087419" y="375013"/>
                  </a:lnTo>
                  <a:lnTo>
                    <a:pt x="1175755" y="371867"/>
                  </a:lnTo>
                  <a:lnTo>
                    <a:pt x="1258634" y="368328"/>
                  </a:lnTo>
                  <a:lnTo>
                    <a:pt x="1335255" y="364366"/>
                  </a:lnTo>
                  <a:lnTo>
                    <a:pt x="1405556" y="359937"/>
                  </a:lnTo>
                  <a:lnTo>
                    <a:pt x="1469979" y="354976"/>
                  </a:lnTo>
                  <a:lnTo>
                    <a:pt x="1529272" y="349406"/>
                  </a:lnTo>
                  <a:lnTo>
                    <a:pt x="1584350" y="343138"/>
                  </a:lnTo>
                  <a:lnTo>
                    <a:pt x="1636177" y="336080"/>
                  </a:lnTo>
                  <a:lnTo>
                    <a:pt x="1685684" y="328157"/>
                  </a:lnTo>
                  <a:lnTo>
                    <a:pt x="1719082" y="322134"/>
                  </a:lnTo>
                  <a:lnTo>
                    <a:pt x="1770952" y="311726"/>
                  </a:lnTo>
                  <a:lnTo>
                    <a:pt x="1822324" y="300205"/>
                  </a:lnTo>
                  <a:lnTo>
                    <a:pt x="1873767" y="287556"/>
                  </a:lnTo>
                  <a:lnTo>
                    <a:pt x="1925659" y="273808"/>
                  </a:lnTo>
                  <a:lnTo>
                    <a:pt x="1978209" y="259037"/>
                  </a:lnTo>
                  <a:lnTo>
                    <a:pt x="2031482" y="243369"/>
                  </a:lnTo>
                  <a:lnTo>
                    <a:pt x="2085416" y="226979"/>
                  </a:lnTo>
                  <a:lnTo>
                    <a:pt x="2139849" y="210083"/>
                  </a:lnTo>
                  <a:lnTo>
                    <a:pt x="2194547" y="192929"/>
                  </a:lnTo>
                  <a:lnTo>
                    <a:pt x="2249239" y="175780"/>
                  </a:lnTo>
                  <a:lnTo>
                    <a:pt x="2303655" y="158900"/>
                  </a:lnTo>
                  <a:lnTo>
                    <a:pt x="2357565" y="142535"/>
                  </a:lnTo>
                  <a:lnTo>
                    <a:pt x="2410809" y="126901"/>
                  </a:lnTo>
                  <a:lnTo>
                    <a:pt x="2463330" y="112170"/>
                  </a:lnTo>
                  <a:lnTo>
                    <a:pt x="2515198" y="98465"/>
                  </a:lnTo>
                  <a:lnTo>
                    <a:pt x="2566630" y="85862"/>
                  </a:lnTo>
                  <a:lnTo>
                    <a:pt x="2618009" y="74387"/>
                  </a:lnTo>
                  <a:lnTo>
                    <a:pt x="2667772" y="64426"/>
                  </a:lnTo>
                  <a:lnTo>
                    <a:pt x="2716155" y="55879"/>
                  </a:lnTo>
                  <a:lnTo>
                    <a:pt x="2766281" y="48228"/>
                  </a:lnTo>
                  <a:lnTo>
                    <a:pt x="2819002" y="41421"/>
                  </a:lnTo>
                  <a:lnTo>
                    <a:pt x="2875271" y="35377"/>
                  </a:lnTo>
                  <a:lnTo>
                    <a:pt x="2936045" y="30003"/>
                  </a:lnTo>
                  <a:lnTo>
                    <a:pt x="3002201" y="25213"/>
                  </a:lnTo>
                  <a:lnTo>
                    <a:pt x="3074412" y="20933"/>
                  </a:lnTo>
                  <a:lnTo>
                    <a:pt x="3152988" y="17105"/>
                  </a:lnTo>
                  <a:lnTo>
                    <a:pt x="3237666" y="13688"/>
                  </a:lnTo>
                  <a:lnTo>
                    <a:pt x="3327370" y="10661"/>
                  </a:lnTo>
                  <a:lnTo>
                    <a:pt x="3419995" y="8017"/>
                  </a:lnTo>
                  <a:lnTo>
                    <a:pt x="3512316" y="5761"/>
                  </a:lnTo>
                  <a:lnTo>
                    <a:pt x="3600145" y="3904"/>
                  </a:lnTo>
                  <a:lnTo>
                    <a:pt x="3678844" y="2449"/>
                  </a:lnTo>
                  <a:lnTo>
                    <a:pt x="3744163" y="1384"/>
                  </a:lnTo>
                  <a:lnTo>
                    <a:pt x="3793218" y="673"/>
                  </a:lnTo>
                  <a:lnTo>
                    <a:pt x="3825272" y="258"/>
                  </a:lnTo>
                  <a:lnTo>
                    <a:pt x="3842068" y="63"/>
                  </a:lnTo>
                  <a:lnTo>
                    <a:pt x="3847677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4" y="14"/>
                  </a:lnTo>
                  <a:lnTo>
                    <a:pt x="4396630" y="117"/>
                  </a:lnTo>
                  <a:lnTo>
                    <a:pt x="4417761" y="403"/>
                  </a:lnTo>
                  <a:lnTo>
                    <a:pt x="4454940" y="965"/>
                  </a:lnTo>
                  <a:lnTo>
                    <a:pt x="4509144" y="1882"/>
                  </a:lnTo>
                  <a:lnTo>
                    <a:pt x="4578925" y="3213"/>
                  </a:lnTo>
                  <a:lnTo>
                    <a:pt x="4660882" y="4990"/>
                  </a:lnTo>
                  <a:lnTo>
                    <a:pt x="4750549" y="7220"/>
                  </a:lnTo>
                  <a:lnTo>
                    <a:pt x="4843350" y="9895"/>
                  </a:lnTo>
                  <a:lnTo>
                    <a:pt x="4935357" y="13006"/>
                  </a:lnTo>
                  <a:lnTo>
                    <a:pt x="5023685" y="16548"/>
                  </a:lnTo>
                  <a:lnTo>
                    <a:pt x="5106561" y="20535"/>
                  </a:lnTo>
                  <a:lnTo>
                    <a:pt x="5183183" y="24996"/>
                  </a:lnTo>
                  <a:lnTo>
                    <a:pt x="5253487" y="29984"/>
                  </a:lnTo>
                  <a:lnTo>
                    <a:pt x="5317912" y="35570"/>
                  </a:lnTo>
                  <a:lnTo>
                    <a:pt x="5377209" y="41843"/>
                  </a:lnTo>
                  <a:lnTo>
                    <a:pt x="5432287" y="48902"/>
                  </a:lnTo>
                  <a:lnTo>
                    <a:pt x="5484114" y="56850"/>
                  </a:lnTo>
                  <a:lnTo>
                    <a:pt x="5533618" y="65772"/>
                  </a:lnTo>
                  <a:lnTo>
                    <a:pt x="5567201" y="72593"/>
                  </a:lnTo>
                  <a:lnTo>
                    <a:pt x="5618835" y="84264"/>
                  </a:lnTo>
                  <a:lnTo>
                    <a:pt x="5669973" y="97178"/>
                  </a:lnTo>
                  <a:lnTo>
                    <a:pt x="5721177" y="111350"/>
                  </a:lnTo>
                  <a:lnTo>
                    <a:pt x="5772822" y="126751"/>
                  </a:lnTo>
                  <a:lnTo>
                    <a:pt x="5825117" y="143296"/>
                  </a:lnTo>
                  <a:lnTo>
                    <a:pt x="5878128" y="160846"/>
                  </a:lnTo>
                  <a:lnTo>
                    <a:pt x="5931798" y="179208"/>
                  </a:lnTo>
                  <a:lnTo>
                    <a:pt x="5985968" y="198144"/>
                  </a:lnTo>
                  <a:lnTo>
                    <a:pt x="6040410" y="217379"/>
                  </a:lnTo>
                  <a:lnTo>
                    <a:pt x="6094858" y="236620"/>
                  </a:lnTo>
                  <a:lnTo>
                    <a:pt x="6149044" y="255573"/>
                  </a:lnTo>
                  <a:lnTo>
                    <a:pt x="6202738" y="273965"/>
                  </a:lnTo>
                  <a:lnTo>
                    <a:pt x="6255779" y="291553"/>
                  </a:lnTo>
                  <a:lnTo>
                    <a:pt x="6308103" y="308143"/>
                  </a:lnTo>
                  <a:lnTo>
                    <a:pt x="6359772" y="323593"/>
                  </a:lnTo>
                  <a:lnTo>
                    <a:pt x="6410988" y="337818"/>
                  </a:lnTo>
                  <a:lnTo>
                    <a:pt x="6462119" y="350784"/>
                  </a:lnTo>
                  <a:lnTo>
                    <a:pt x="6513718" y="362506"/>
                  </a:lnTo>
                  <a:lnTo>
                    <a:pt x="6515891" y="362968"/>
                  </a:lnTo>
                  <a:lnTo>
                    <a:pt x="6564265" y="372597"/>
                  </a:lnTo>
                  <a:lnTo>
                    <a:pt x="6614379" y="381217"/>
                  </a:lnTo>
                  <a:lnTo>
                    <a:pt x="6667089" y="388886"/>
                  </a:lnTo>
                  <a:lnTo>
                    <a:pt x="6723343" y="395696"/>
                  </a:lnTo>
                  <a:lnTo>
                    <a:pt x="6784101" y="401750"/>
                  </a:lnTo>
                  <a:lnTo>
                    <a:pt x="6850237" y="407147"/>
                  </a:lnTo>
                  <a:lnTo>
                    <a:pt x="6922426" y="411969"/>
                  </a:lnTo>
                  <a:lnTo>
                    <a:pt x="7000976" y="416282"/>
                  </a:lnTo>
                  <a:lnTo>
                    <a:pt x="7085628" y="420132"/>
                  </a:lnTo>
                  <a:lnTo>
                    <a:pt x="7175306" y="423543"/>
                  </a:lnTo>
                  <a:lnTo>
                    <a:pt x="7267909" y="426523"/>
                  </a:lnTo>
                  <a:lnTo>
                    <a:pt x="7360217" y="429065"/>
                  </a:lnTo>
                  <a:lnTo>
                    <a:pt x="7448046" y="431158"/>
                  </a:lnTo>
                  <a:lnTo>
                    <a:pt x="7526759" y="432798"/>
                  </a:lnTo>
                  <a:lnTo>
                    <a:pt x="7592109" y="433999"/>
                  </a:lnTo>
                  <a:lnTo>
                    <a:pt x="7641207" y="434801"/>
                  </a:lnTo>
                  <a:lnTo>
                    <a:pt x="7673310" y="435270"/>
                  </a:lnTo>
                  <a:lnTo>
                    <a:pt x="7690149" y="435491"/>
                  </a:lnTo>
                  <a:lnTo>
                    <a:pt x="7695789" y="435557"/>
                  </a:lnTo>
                  <a:lnTo>
                    <a:pt x="7696237" y="435562"/>
                  </a:lnTo>
                  <a:lnTo>
                    <a:pt x="8234974" y="4355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8" name="pl928"/>
            <p:cNvSpPr/>
            <p:nvPr/>
          </p:nvSpPr>
          <p:spPr>
            <a:xfrm>
              <a:off x="546595" y="3309388"/>
              <a:ext cx="8234974" cy="435562"/>
            </a:xfrm>
            <a:custGeom>
              <a:avLst/>
              <a:pathLst>
                <a:path w="8234974" h="435562">
                  <a:moveTo>
                    <a:pt x="8234974" y="435562"/>
                  </a:moveTo>
                  <a:lnTo>
                    <a:pt x="7696237" y="435562"/>
                  </a:lnTo>
                  <a:lnTo>
                    <a:pt x="7694938" y="435548"/>
                  </a:lnTo>
                  <a:lnTo>
                    <a:pt x="7686462" y="435444"/>
                  </a:lnTo>
                  <a:lnTo>
                    <a:pt x="7665331" y="435158"/>
                  </a:lnTo>
                  <a:lnTo>
                    <a:pt x="7628153" y="434597"/>
                  </a:lnTo>
                  <a:lnTo>
                    <a:pt x="7573948" y="433680"/>
                  </a:lnTo>
                  <a:lnTo>
                    <a:pt x="7504168" y="432349"/>
                  </a:lnTo>
                  <a:lnTo>
                    <a:pt x="7422210" y="430572"/>
                  </a:lnTo>
                  <a:lnTo>
                    <a:pt x="7332543" y="428342"/>
                  </a:lnTo>
                  <a:lnTo>
                    <a:pt x="7239742" y="425667"/>
                  </a:lnTo>
                  <a:lnTo>
                    <a:pt x="7147735" y="422556"/>
                  </a:lnTo>
                  <a:lnTo>
                    <a:pt x="7059408" y="419014"/>
                  </a:lnTo>
                  <a:lnTo>
                    <a:pt x="6976531" y="415027"/>
                  </a:lnTo>
                  <a:lnTo>
                    <a:pt x="6899909" y="410566"/>
                  </a:lnTo>
                  <a:lnTo>
                    <a:pt x="6829606" y="405577"/>
                  </a:lnTo>
                  <a:lnTo>
                    <a:pt x="6765180" y="399991"/>
                  </a:lnTo>
                  <a:lnTo>
                    <a:pt x="6705884" y="393719"/>
                  </a:lnTo>
                  <a:lnTo>
                    <a:pt x="6650805" y="386660"/>
                  </a:lnTo>
                  <a:lnTo>
                    <a:pt x="6598978" y="378712"/>
                  </a:lnTo>
                  <a:lnTo>
                    <a:pt x="6549474" y="369790"/>
                  </a:lnTo>
                  <a:lnTo>
                    <a:pt x="6515891" y="362968"/>
                  </a:lnTo>
                  <a:lnTo>
                    <a:pt x="6464257" y="351298"/>
                  </a:lnTo>
                  <a:lnTo>
                    <a:pt x="6413120" y="338384"/>
                  </a:lnTo>
                  <a:lnTo>
                    <a:pt x="6361915" y="324212"/>
                  </a:lnTo>
                  <a:lnTo>
                    <a:pt x="6310270" y="308811"/>
                  </a:lnTo>
                  <a:lnTo>
                    <a:pt x="6257975" y="292266"/>
                  </a:lnTo>
                  <a:lnTo>
                    <a:pt x="6204964" y="274716"/>
                  </a:lnTo>
                  <a:lnTo>
                    <a:pt x="6151295" y="256354"/>
                  </a:lnTo>
                  <a:lnTo>
                    <a:pt x="6097125" y="237418"/>
                  </a:lnTo>
                  <a:lnTo>
                    <a:pt x="6042683" y="218183"/>
                  </a:lnTo>
                  <a:lnTo>
                    <a:pt x="5988235" y="198942"/>
                  </a:lnTo>
                  <a:lnTo>
                    <a:pt x="5934048" y="179988"/>
                  </a:lnTo>
                  <a:lnTo>
                    <a:pt x="5880354" y="161597"/>
                  </a:lnTo>
                  <a:lnTo>
                    <a:pt x="5827314" y="144009"/>
                  </a:lnTo>
                  <a:lnTo>
                    <a:pt x="5774989" y="127419"/>
                  </a:lnTo>
                  <a:lnTo>
                    <a:pt x="5723320" y="111968"/>
                  </a:lnTo>
                  <a:lnTo>
                    <a:pt x="5672104" y="97744"/>
                  </a:lnTo>
                  <a:lnTo>
                    <a:pt x="5620974" y="84778"/>
                  </a:lnTo>
                  <a:lnTo>
                    <a:pt x="5569374" y="73056"/>
                  </a:lnTo>
                  <a:lnTo>
                    <a:pt x="5567201" y="72593"/>
                  </a:lnTo>
                  <a:lnTo>
                    <a:pt x="5518828" y="62965"/>
                  </a:lnTo>
                  <a:lnTo>
                    <a:pt x="5468713" y="54345"/>
                  </a:lnTo>
                  <a:lnTo>
                    <a:pt x="5416004" y="46676"/>
                  </a:lnTo>
                  <a:lnTo>
                    <a:pt x="5359750" y="39866"/>
                  </a:lnTo>
                  <a:lnTo>
                    <a:pt x="5298992" y="33812"/>
                  </a:lnTo>
                  <a:lnTo>
                    <a:pt x="5232855" y="28415"/>
                  </a:lnTo>
                  <a:lnTo>
                    <a:pt x="5160667" y="23593"/>
                  </a:lnTo>
                  <a:lnTo>
                    <a:pt x="5082116" y="19280"/>
                  </a:lnTo>
                  <a:lnTo>
                    <a:pt x="4997465" y="15430"/>
                  </a:lnTo>
                  <a:lnTo>
                    <a:pt x="4907787" y="12019"/>
                  </a:lnTo>
                  <a:lnTo>
                    <a:pt x="4815183" y="9039"/>
                  </a:lnTo>
                  <a:lnTo>
                    <a:pt x="4722875" y="6497"/>
                  </a:lnTo>
                  <a:lnTo>
                    <a:pt x="4635047" y="4404"/>
                  </a:lnTo>
                  <a:lnTo>
                    <a:pt x="4556333" y="2764"/>
                  </a:lnTo>
                  <a:lnTo>
                    <a:pt x="4490983" y="1562"/>
                  </a:lnTo>
                  <a:lnTo>
                    <a:pt x="4441885" y="761"/>
                  </a:lnTo>
                  <a:lnTo>
                    <a:pt x="4409783" y="292"/>
                  </a:lnTo>
                  <a:lnTo>
                    <a:pt x="4392943" y="71"/>
                  </a:lnTo>
                  <a:lnTo>
                    <a:pt x="4387304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2"/>
                  </a:lnTo>
                  <a:lnTo>
                    <a:pt x="3838337" y="104"/>
                  </a:lnTo>
                  <a:lnTo>
                    <a:pt x="3817195" y="358"/>
                  </a:lnTo>
                  <a:lnTo>
                    <a:pt x="3779997" y="857"/>
                  </a:lnTo>
                  <a:lnTo>
                    <a:pt x="3725767" y="1671"/>
                  </a:lnTo>
                  <a:lnTo>
                    <a:pt x="3655957" y="2853"/>
                  </a:lnTo>
                  <a:lnTo>
                    <a:pt x="3573970" y="4431"/>
                  </a:lnTo>
                  <a:lnTo>
                    <a:pt x="3484277" y="6411"/>
                  </a:lnTo>
                  <a:lnTo>
                    <a:pt x="3391456" y="8786"/>
                  </a:lnTo>
                  <a:lnTo>
                    <a:pt x="3299435" y="11548"/>
                  </a:lnTo>
                  <a:lnTo>
                    <a:pt x="3211100" y="14694"/>
                  </a:lnTo>
                  <a:lnTo>
                    <a:pt x="3128221" y="18233"/>
                  </a:lnTo>
                  <a:lnTo>
                    <a:pt x="3051599" y="22195"/>
                  </a:lnTo>
                  <a:lnTo>
                    <a:pt x="2981298" y="26624"/>
                  </a:lnTo>
                  <a:lnTo>
                    <a:pt x="2916876" y="31584"/>
                  </a:lnTo>
                  <a:lnTo>
                    <a:pt x="2857582" y="37155"/>
                  </a:lnTo>
                  <a:lnTo>
                    <a:pt x="2802505" y="43423"/>
                  </a:lnTo>
                  <a:lnTo>
                    <a:pt x="2750678" y="50481"/>
                  </a:lnTo>
                  <a:lnTo>
                    <a:pt x="2701170" y="58404"/>
                  </a:lnTo>
                  <a:lnTo>
                    <a:pt x="2667772" y="64426"/>
                  </a:lnTo>
                  <a:lnTo>
                    <a:pt x="2615902" y="74834"/>
                  </a:lnTo>
                  <a:lnTo>
                    <a:pt x="2564531" y="86356"/>
                  </a:lnTo>
                  <a:lnTo>
                    <a:pt x="2513087" y="99005"/>
                  </a:lnTo>
                  <a:lnTo>
                    <a:pt x="2461196" y="112753"/>
                  </a:lnTo>
                  <a:lnTo>
                    <a:pt x="2408645" y="127524"/>
                  </a:lnTo>
                  <a:lnTo>
                    <a:pt x="2355372" y="143191"/>
                  </a:lnTo>
                  <a:lnTo>
                    <a:pt x="2301438" y="159582"/>
                  </a:lnTo>
                  <a:lnTo>
                    <a:pt x="2247006" y="176478"/>
                  </a:lnTo>
                  <a:lnTo>
                    <a:pt x="2192308" y="193632"/>
                  </a:lnTo>
                  <a:lnTo>
                    <a:pt x="2137616" y="210781"/>
                  </a:lnTo>
                  <a:lnTo>
                    <a:pt x="2083199" y="227661"/>
                  </a:lnTo>
                  <a:lnTo>
                    <a:pt x="2029290" y="244026"/>
                  </a:lnTo>
                  <a:lnTo>
                    <a:pt x="1976046" y="259660"/>
                  </a:lnTo>
                  <a:lnTo>
                    <a:pt x="1923525" y="274391"/>
                  </a:lnTo>
                  <a:lnTo>
                    <a:pt x="1871656" y="288096"/>
                  </a:lnTo>
                  <a:lnTo>
                    <a:pt x="1820225" y="300699"/>
                  </a:lnTo>
                  <a:lnTo>
                    <a:pt x="1768845" y="312174"/>
                  </a:lnTo>
                  <a:lnTo>
                    <a:pt x="1719082" y="322134"/>
                  </a:lnTo>
                  <a:lnTo>
                    <a:pt x="1670699" y="330682"/>
                  </a:lnTo>
                  <a:lnTo>
                    <a:pt x="1620574" y="338333"/>
                  </a:lnTo>
                  <a:lnTo>
                    <a:pt x="1567852" y="345140"/>
                  </a:lnTo>
                  <a:lnTo>
                    <a:pt x="1511584" y="351184"/>
                  </a:lnTo>
                  <a:lnTo>
                    <a:pt x="1450810" y="356558"/>
                  </a:lnTo>
                  <a:lnTo>
                    <a:pt x="1384654" y="361348"/>
                  </a:lnTo>
                  <a:lnTo>
                    <a:pt x="1312442" y="365628"/>
                  </a:lnTo>
                  <a:lnTo>
                    <a:pt x="1233866" y="369456"/>
                  </a:lnTo>
                  <a:lnTo>
                    <a:pt x="1149188" y="372873"/>
                  </a:lnTo>
                  <a:lnTo>
                    <a:pt x="1059485" y="375900"/>
                  </a:lnTo>
                  <a:lnTo>
                    <a:pt x="966859" y="378544"/>
                  </a:lnTo>
                  <a:lnTo>
                    <a:pt x="874538" y="380800"/>
                  </a:lnTo>
                  <a:lnTo>
                    <a:pt x="786709" y="382657"/>
                  </a:lnTo>
                  <a:lnTo>
                    <a:pt x="708011" y="384112"/>
                  </a:lnTo>
                  <a:lnTo>
                    <a:pt x="642692" y="385177"/>
                  </a:lnTo>
                  <a:lnTo>
                    <a:pt x="593637" y="385888"/>
                  </a:lnTo>
                  <a:lnTo>
                    <a:pt x="561582" y="386303"/>
                  </a:lnTo>
                  <a:lnTo>
                    <a:pt x="544787" y="386498"/>
                  </a:lnTo>
                  <a:lnTo>
                    <a:pt x="539178" y="386557"/>
                  </a:lnTo>
                  <a:lnTo>
                    <a:pt x="538736" y="386561"/>
                  </a:lnTo>
                  <a:lnTo>
                    <a:pt x="0" y="3865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9" name="pg929"/>
            <p:cNvSpPr/>
            <p:nvPr/>
          </p:nvSpPr>
          <p:spPr>
            <a:xfrm>
              <a:off x="546595" y="3391056"/>
              <a:ext cx="8234974" cy="1698694"/>
            </a:xfrm>
            <a:custGeom>
              <a:avLst/>
              <a:pathLst>
                <a:path w="8234974" h="1698694">
                  <a:moveTo>
                    <a:pt x="0" y="315782"/>
                  </a:moveTo>
                  <a:lnTo>
                    <a:pt x="538736" y="315782"/>
                  </a:lnTo>
                  <a:lnTo>
                    <a:pt x="540037" y="315772"/>
                  </a:lnTo>
                  <a:lnTo>
                    <a:pt x="548525" y="315698"/>
                  </a:lnTo>
                  <a:lnTo>
                    <a:pt x="569682" y="315494"/>
                  </a:lnTo>
                  <a:lnTo>
                    <a:pt x="606906" y="315094"/>
                  </a:lnTo>
                  <a:lnTo>
                    <a:pt x="661170" y="314440"/>
                  </a:lnTo>
                  <a:lnTo>
                    <a:pt x="731019" y="313490"/>
                  </a:lnTo>
                  <a:lnTo>
                    <a:pt x="813045" y="312222"/>
                  </a:lnTo>
                  <a:lnTo>
                    <a:pt x="902772" y="310632"/>
                  </a:lnTo>
                  <a:lnTo>
                    <a:pt x="995620" y="308723"/>
                  </a:lnTo>
                  <a:lnTo>
                    <a:pt x="1087659" y="306505"/>
                  </a:lnTo>
                  <a:lnTo>
                    <a:pt x="1176004" y="303978"/>
                  </a:lnTo>
                  <a:lnTo>
                    <a:pt x="1258887" y="301135"/>
                  </a:lnTo>
                  <a:lnTo>
                    <a:pt x="1335507" y="297952"/>
                  </a:lnTo>
                  <a:lnTo>
                    <a:pt x="1405805" y="294394"/>
                  </a:lnTo>
                  <a:lnTo>
                    <a:pt x="1470223" y="290409"/>
                  </a:lnTo>
                  <a:lnTo>
                    <a:pt x="1529513" y="285934"/>
                  </a:lnTo>
                  <a:lnTo>
                    <a:pt x="1584589" y="280897"/>
                  </a:lnTo>
                  <a:lnTo>
                    <a:pt x="1636417" y="275227"/>
                  </a:lnTo>
                  <a:lnTo>
                    <a:pt x="1685928" y="268861"/>
                  </a:lnTo>
                  <a:lnTo>
                    <a:pt x="1719082" y="264059"/>
                  </a:lnTo>
                  <a:lnTo>
                    <a:pt x="1771272" y="255649"/>
                  </a:lnTo>
                  <a:lnTo>
                    <a:pt x="1822961" y="246334"/>
                  </a:lnTo>
                  <a:lnTo>
                    <a:pt x="1874728" y="236102"/>
                  </a:lnTo>
                  <a:lnTo>
                    <a:pt x="1926954" y="224978"/>
                  </a:lnTo>
                  <a:lnTo>
                    <a:pt x="1979851" y="213024"/>
                  </a:lnTo>
                  <a:lnTo>
                    <a:pt x="2033478" y="200345"/>
                  </a:lnTo>
                  <a:lnTo>
                    <a:pt x="2087771" y="187085"/>
                  </a:lnTo>
                  <a:lnTo>
                    <a:pt x="2142559" y="173423"/>
                  </a:lnTo>
                  <a:lnTo>
                    <a:pt x="2197602" y="159560"/>
                  </a:lnTo>
                  <a:lnTo>
                    <a:pt x="2252624" y="145715"/>
                  </a:lnTo>
                  <a:lnTo>
                    <a:pt x="2307352" y="132100"/>
                  </a:lnTo>
                  <a:lnTo>
                    <a:pt x="2361552" y="118918"/>
                  </a:lnTo>
                  <a:lnTo>
                    <a:pt x="2415070" y="106341"/>
                  </a:lnTo>
                  <a:lnTo>
                    <a:pt x="2467858" y="94507"/>
                  </a:lnTo>
                  <a:lnTo>
                    <a:pt x="2519997" y="83515"/>
                  </a:lnTo>
                  <a:lnTo>
                    <a:pt x="2571723" y="73421"/>
                  </a:lnTo>
                  <a:lnTo>
                    <a:pt x="2623445" y="64245"/>
                  </a:lnTo>
                  <a:lnTo>
                    <a:pt x="2667772" y="57167"/>
                  </a:lnTo>
                  <a:lnTo>
                    <a:pt x="2716168" y="50304"/>
                  </a:lnTo>
                  <a:lnTo>
                    <a:pt x="2766308" y="44160"/>
                  </a:lnTo>
                  <a:lnTo>
                    <a:pt x="2819045" y="38694"/>
                  </a:lnTo>
                  <a:lnTo>
                    <a:pt x="2875332" y="33841"/>
                  </a:lnTo>
                  <a:lnTo>
                    <a:pt x="2936129" y="29526"/>
                  </a:lnTo>
                  <a:lnTo>
                    <a:pt x="3002311" y="25680"/>
                  </a:lnTo>
                  <a:lnTo>
                    <a:pt x="3074552" y="22244"/>
                  </a:lnTo>
                  <a:lnTo>
                    <a:pt x="3153161" y="19170"/>
                  </a:lnTo>
                  <a:lnTo>
                    <a:pt x="3237874" y="16427"/>
                  </a:lnTo>
                  <a:lnTo>
                    <a:pt x="3327612" y="13997"/>
                  </a:lnTo>
                  <a:lnTo>
                    <a:pt x="3420266" y="11875"/>
                  </a:lnTo>
                  <a:lnTo>
                    <a:pt x="3512604" y="10064"/>
                  </a:lnTo>
                  <a:lnTo>
                    <a:pt x="3600434" y="8574"/>
                  </a:lnTo>
                  <a:lnTo>
                    <a:pt x="3679113" y="7407"/>
                  </a:lnTo>
                  <a:lnTo>
                    <a:pt x="3744391" y="6553"/>
                  </a:lnTo>
                  <a:lnTo>
                    <a:pt x="3793389" y="5983"/>
                  </a:lnTo>
                  <a:lnTo>
                    <a:pt x="3825379" y="5651"/>
                  </a:lnTo>
                  <a:lnTo>
                    <a:pt x="3842117" y="5494"/>
                  </a:lnTo>
                  <a:lnTo>
                    <a:pt x="3847686" y="544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6" y="5498"/>
                  </a:lnTo>
                  <a:lnTo>
                    <a:pt x="4396273" y="5885"/>
                  </a:lnTo>
                  <a:lnTo>
                    <a:pt x="4416662" y="6954"/>
                  </a:lnTo>
                  <a:lnTo>
                    <a:pt x="4452608" y="9052"/>
                  </a:lnTo>
                  <a:lnTo>
                    <a:pt x="4505160" y="12484"/>
                  </a:lnTo>
                  <a:lnTo>
                    <a:pt x="4573050" y="17475"/>
                  </a:lnTo>
                  <a:lnTo>
                    <a:pt x="4653113" y="24148"/>
                  </a:lnTo>
                  <a:lnTo>
                    <a:pt x="4741098" y="32539"/>
                  </a:lnTo>
                  <a:lnTo>
                    <a:pt x="4832575" y="42621"/>
                  </a:lnTo>
                  <a:lnTo>
                    <a:pt x="4923673" y="54355"/>
                  </a:lnTo>
                  <a:lnTo>
                    <a:pt x="5011482" y="67724"/>
                  </a:lnTo>
                  <a:lnTo>
                    <a:pt x="5094160" y="82764"/>
                  </a:lnTo>
                  <a:lnTo>
                    <a:pt x="5170809" y="99580"/>
                  </a:lnTo>
                  <a:lnTo>
                    <a:pt x="5241272" y="118353"/>
                  </a:lnTo>
                  <a:lnTo>
                    <a:pt x="5305901" y="139337"/>
                  </a:lnTo>
                  <a:lnTo>
                    <a:pt x="5365374" y="162853"/>
                  </a:lnTo>
                  <a:lnTo>
                    <a:pt x="5420548" y="189267"/>
                  </a:lnTo>
                  <a:lnTo>
                    <a:pt x="5472347" y="218965"/>
                  </a:lnTo>
                  <a:lnTo>
                    <a:pt x="5521681" y="252289"/>
                  </a:lnTo>
                  <a:lnTo>
                    <a:pt x="5567201" y="287652"/>
                  </a:lnTo>
                  <a:lnTo>
                    <a:pt x="5609611" y="324516"/>
                  </a:lnTo>
                  <a:lnTo>
                    <a:pt x="5651608" y="364615"/>
                  </a:lnTo>
                  <a:lnTo>
                    <a:pt x="5693533" y="408007"/>
                  </a:lnTo>
                  <a:lnTo>
                    <a:pt x="5735637" y="454676"/>
                  </a:lnTo>
                  <a:lnTo>
                    <a:pt x="5778090" y="504513"/>
                  </a:lnTo>
                  <a:lnTo>
                    <a:pt x="5820992" y="557317"/>
                  </a:lnTo>
                  <a:lnTo>
                    <a:pt x="5864378" y="612788"/>
                  </a:lnTo>
                  <a:lnTo>
                    <a:pt x="5908226" y="670530"/>
                  </a:lnTo>
                  <a:lnTo>
                    <a:pt x="5952466" y="730062"/>
                  </a:lnTo>
                  <a:lnTo>
                    <a:pt x="5996989" y="790829"/>
                  </a:lnTo>
                  <a:lnTo>
                    <a:pt x="6041661" y="852227"/>
                  </a:lnTo>
                  <a:lnTo>
                    <a:pt x="6086333" y="913623"/>
                  </a:lnTo>
                  <a:lnTo>
                    <a:pt x="6130855" y="974386"/>
                  </a:lnTo>
                  <a:lnTo>
                    <a:pt x="6175093" y="1033910"/>
                  </a:lnTo>
                  <a:lnTo>
                    <a:pt x="6218939" y="1091642"/>
                  </a:lnTo>
                  <a:lnTo>
                    <a:pt x="6262322" y="1147100"/>
                  </a:lnTo>
                  <a:lnTo>
                    <a:pt x="6305222" y="1199889"/>
                  </a:lnTo>
                  <a:lnTo>
                    <a:pt x="6347673" y="1249711"/>
                  </a:lnTo>
                  <a:lnTo>
                    <a:pt x="6389775" y="1296362"/>
                  </a:lnTo>
                  <a:lnTo>
                    <a:pt x="6431700" y="1339738"/>
                  </a:lnTo>
                  <a:lnTo>
                    <a:pt x="6473698" y="1379819"/>
                  </a:lnTo>
                  <a:lnTo>
                    <a:pt x="6515891" y="1416486"/>
                  </a:lnTo>
                  <a:lnTo>
                    <a:pt x="6563633" y="1453461"/>
                  </a:lnTo>
                  <a:lnTo>
                    <a:pt x="6613061" y="1486613"/>
                  </a:lnTo>
                  <a:lnTo>
                    <a:pt x="6664994" y="1516152"/>
                  </a:lnTo>
                  <a:lnTo>
                    <a:pt x="6720345" y="1542425"/>
                  </a:lnTo>
                  <a:lnTo>
                    <a:pt x="6780037" y="1565816"/>
                  </a:lnTo>
                  <a:lnTo>
                    <a:pt x="6844921" y="1586692"/>
                  </a:lnTo>
                  <a:lnTo>
                    <a:pt x="6915663" y="1605371"/>
                  </a:lnTo>
                  <a:lnTo>
                    <a:pt x="6992597" y="1622102"/>
                  </a:lnTo>
                  <a:lnTo>
                    <a:pt x="7075536" y="1637063"/>
                  </a:lnTo>
                  <a:lnTo>
                    <a:pt x="7163545" y="1650357"/>
                  </a:lnTo>
                  <a:lnTo>
                    <a:pt x="7254731" y="1662016"/>
                  </a:lnTo>
                  <a:lnTo>
                    <a:pt x="7346140" y="1672022"/>
                  </a:lnTo>
                  <a:lnTo>
                    <a:pt x="7433860" y="1680334"/>
                  </a:lnTo>
                  <a:lnTo>
                    <a:pt x="7513453" y="1686928"/>
                  </a:lnTo>
                  <a:lnTo>
                    <a:pt x="7580696" y="1691844"/>
                  </a:lnTo>
                  <a:lnTo>
                    <a:pt x="7632498" y="1695209"/>
                  </a:lnTo>
                  <a:lnTo>
                    <a:pt x="7667689" y="1697253"/>
                  </a:lnTo>
                  <a:lnTo>
                    <a:pt x="7687428" y="1698283"/>
                  </a:lnTo>
                  <a:lnTo>
                    <a:pt x="7695148" y="1698647"/>
                  </a:lnTo>
                  <a:lnTo>
                    <a:pt x="7696237" y="1698694"/>
                  </a:lnTo>
                  <a:lnTo>
                    <a:pt x="8234974" y="1698694"/>
                  </a:lnTo>
                  <a:lnTo>
                    <a:pt x="8234974" y="1693250"/>
                  </a:ln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7" y="10"/>
                  </a:lnTo>
                  <a:lnTo>
                    <a:pt x="3838330" y="84"/>
                  </a:lnTo>
                  <a:lnTo>
                    <a:pt x="3817172" y="288"/>
                  </a:lnTo>
                  <a:lnTo>
                    <a:pt x="3779949" y="688"/>
                  </a:lnTo>
                  <a:lnTo>
                    <a:pt x="3725684" y="1342"/>
                  </a:lnTo>
                  <a:lnTo>
                    <a:pt x="3655836" y="2292"/>
                  </a:lnTo>
                  <a:lnTo>
                    <a:pt x="3573810" y="3560"/>
                  </a:lnTo>
                  <a:lnTo>
                    <a:pt x="3484083" y="5150"/>
                  </a:lnTo>
                  <a:lnTo>
                    <a:pt x="3391235" y="7059"/>
                  </a:lnTo>
                  <a:lnTo>
                    <a:pt x="3299196" y="9277"/>
                  </a:lnTo>
                  <a:lnTo>
                    <a:pt x="3210850" y="11804"/>
                  </a:lnTo>
                  <a:lnTo>
                    <a:pt x="3127968" y="14647"/>
                  </a:lnTo>
                  <a:lnTo>
                    <a:pt x="3051347" y="17830"/>
                  </a:lnTo>
                  <a:lnTo>
                    <a:pt x="2981050" y="21388"/>
                  </a:lnTo>
                  <a:lnTo>
                    <a:pt x="2916632" y="25373"/>
                  </a:lnTo>
                  <a:lnTo>
                    <a:pt x="2857341" y="29848"/>
                  </a:lnTo>
                  <a:lnTo>
                    <a:pt x="2802265" y="34885"/>
                  </a:lnTo>
                  <a:lnTo>
                    <a:pt x="2750437" y="40555"/>
                  </a:lnTo>
                  <a:lnTo>
                    <a:pt x="2700926" y="46921"/>
                  </a:lnTo>
                  <a:lnTo>
                    <a:pt x="2667772" y="51723"/>
                  </a:lnTo>
                  <a:lnTo>
                    <a:pt x="2615583" y="60133"/>
                  </a:lnTo>
                  <a:lnTo>
                    <a:pt x="2563894" y="69448"/>
                  </a:lnTo>
                  <a:lnTo>
                    <a:pt x="2512127" y="79680"/>
                  </a:lnTo>
                  <a:lnTo>
                    <a:pt x="2459900" y="90804"/>
                  </a:lnTo>
                  <a:lnTo>
                    <a:pt x="2407004" y="102758"/>
                  </a:lnTo>
                  <a:lnTo>
                    <a:pt x="2353376" y="115437"/>
                  </a:lnTo>
                  <a:lnTo>
                    <a:pt x="2299084" y="128697"/>
                  </a:lnTo>
                  <a:lnTo>
                    <a:pt x="2244296" y="142359"/>
                  </a:lnTo>
                  <a:lnTo>
                    <a:pt x="2189252" y="156222"/>
                  </a:lnTo>
                  <a:lnTo>
                    <a:pt x="2134230" y="170067"/>
                  </a:lnTo>
                  <a:lnTo>
                    <a:pt x="2079503" y="183682"/>
                  </a:lnTo>
                  <a:lnTo>
                    <a:pt x="2025303" y="196864"/>
                  </a:lnTo>
                  <a:lnTo>
                    <a:pt x="1971784" y="209441"/>
                  </a:lnTo>
                  <a:lnTo>
                    <a:pt x="1918997" y="221275"/>
                  </a:lnTo>
                  <a:lnTo>
                    <a:pt x="1866858" y="232267"/>
                  </a:lnTo>
                  <a:lnTo>
                    <a:pt x="1815131" y="242361"/>
                  </a:lnTo>
                  <a:lnTo>
                    <a:pt x="1763409" y="251537"/>
                  </a:lnTo>
                  <a:lnTo>
                    <a:pt x="1719082" y="258615"/>
                  </a:lnTo>
                  <a:lnTo>
                    <a:pt x="1670686" y="265478"/>
                  </a:lnTo>
                  <a:lnTo>
                    <a:pt x="1620547" y="271622"/>
                  </a:lnTo>
                  <a:lnTo>
                    <a:pt x="1567809" y="277088"/>
                  </a:lnTo>
                  <a:lnTo>
                    <a:pt x="1511522" y="281941"/>
                  </a:lnTo>
                  <a:lnTo>
                    <a:pt x="1450726" y="286256"/>
                  </a:lnTo>
                  <a:lnTo>
                    <a:pt x="1384544" y="290102"/>
                  </a:lnTo>
                  <a:lnTo>
                    <a:pt x="1312303" y="293538"/>
                  </a:lnTo>
                  <a:lnTo>
                    <a:pt x="1233693" y="296612"/>
                  </a:lnTo>
                  <a:lnTo>
                    <a:pt x="1148980" y="299355"/>
                  </a:lnTo>
                  <a:lnTo>
                    <a:pt x="1059243" y="301785"/>
                  </a:lnTo>
                  <a:lnTo>
                    <a:pt x="966589" y="303907"/>
                  </a:lnTo>
                  <a:lnTo>
                    <a:pt x="874250" y="305718"/>
                  </a:lnTo>
                  <a:lnTo>
                    <a:pt x="786421" y="307208"/>
                  </a:lnTo>
                  <a:lnTo>
                    <a:pt x="707742" y="308375"/>
                  </a:lnTo>
                  <a:lnTo>
                    <a:pt x="642464" y="309229"/>
                  </a:lnTo>
                  <a:lnTo>
                    <a:pt x="593466" y="309799"/>
                  </a:lnTo>
                  <a:lnTo>
                    <a:pt x="561475" y="310131"/>
                  </a:lnTo>
                  <a:lnTo>
                    <a:pt x="544738" y="310288"/>
                  </a:lnTo>
                  <a:lnTo>
                    <a:pt x="539168" y="310335"/>
                  </a:lnTo>
                  <a:lnTo>
                    <a:pt x="538736" y="310338"/>
                  </a:lnTo>
                  <a:lnTo>
                    <a:pt x="0" y="31033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30" name="pl930"/>
            <p:cNvSpPr/>
            <p:nvPr/>
          </p:nvSpPr>
          <p:spPr>
            <a:xfrm>
              <a:off x="546595" y="3396500"/>
              <a:ext cx="8234974" cy="1693250"/>
            </a:xfrm>
            <a:custGeom>
              <a:avLst/>
              <a:pathLst>
                <a:path w="8234974" h="1693250">
                  <a:moveTo>
                    <a:pt x="0" y="310338"/>
                  </a:moveTo>
                  <a:lnTo>
                    <a:pt x="538736" y="310338"/>
                  </a:lnTo>
                  <a:lnTo>
                    <a:pt x="540037" y="310328"/>
                  </a:lnTo>
                  <a:lnTo>
                    <a:pt x="548525" y="310254"/>
                  </a:lnTo>
                  <a:lnTo>
                    <a:pt x="569682" y="310050"/>
                  </a:lnTo>
                  <a:lnTo>
                    <a:pt x="606906" y="309649"/>
                  </a:lnTo>
                  <a:lnTo>
                    <a:pt x="661170" y="308995"/>
                  </a:lnTo>
                  <a:lnTo>
                    <a:pt x="731019" y="308045"/>
                  </a:lnTo>
                  <a:lnTo>
                    <a:pt x="813045" y="306778"/>
                  </a:lnTo>
                  <a:lnTo>
                    <a:pt x="902772" y="305187"/>
                  </a:lnTo>
                  <a:lnTo>
                    <a:pt x="995620" y="303279"/>
                  </a:lnTo>
                  <a:lnTo>
                    <a:pt x="1087659" y="301060"/>
                  </a:lnTo>
                  <a:lnTo>
                    <a:pt x="1176004" y="298533"/>
                  </a:lnTo>
                  <a:lnTo>
                    <a:pt x="1258887" y="295690"/>
                  </a:lnTo>
                  <a:lnTo>
                    <a:pt x="1335507" y="292508"/>
                  </a:lnTo>
                  <a:lnTo>
                    <a:pt x="1405805" y="288949"/>
                  </a:lnTo>
                  <a:lnTo>
                    <a:pt x="1470223" y="284964"/>
                  </a:lnTo>
                  <a:lnTo>
                    <a:pt x="1529513" y="280489"/>
                  </a:lnTo>
                  <a:lnTo>
                    <a:pt x="1584589" y="275453"/>
                  </a:lnTo>
                  <a:lnTo>
                    <a:pt x="1636417" y="269782"/>
                  </a:lnTo>
                  <a:lnTo>
                    <a:pt x="1685928" y="263416"/>
                  </a:lnTo>
                  <a:lnTo>
                    <a:pt x="1719082" y="258615"/>
                  </a:lnTo>
                  <a:lnTo>
                    <a:pt x="1771272" y="250205"/>
                  </a:lnTo>
                  <a:lnTo>
                    <a:pt x="1822961" y="240889"/>
                  </a:lnTo>
                  <a:lnTo>
                    <a:pt x="1874728" y="230658"/>
                  </a:lnTo>
                  <a:lnTo>
                    <a:pt x="1926954" y="219533"/>
                  </a:lnTo>
                  <a:lnTo>
                    <a:pt x="1979851" y="207580"/>
                  </a:lnTo>
                  <a:lnTo>
                    <a:pt x="2033478" y="194901"/>
                  </a:lnTo>
                  <a:lnTo>
                    <a:pt x="2087771" y="181641"/>
                  </a:lnTo>
                  <a:lnTo>
                    <a:pt x="2142559" y="167978"/>
                  </a:lnTo>
                  <a:lnTo>
                    <a:pt x="2197602" y="154116"/>
                  </a:lnTo>
                  <a:lnTo>
                    <a:pt x="2252624" y="140270"/>
                  </a:lnTo>
                  <a:lnTo>
                    <a:pt x="2307352" y="126656"/>
                  </a:lnTo>
                  <a:lnTo>
                    <a:pt x="2361552" y="113473"/>
                  </a:lnTo>
                  <a:lnTo>
                    <a:pt x="2415070" y="100896"/>
                  </a:lnTo>
                  <a:lnTo>
                    <a:pt x="2467858" y="89062"/>
                  </a:lnTo>
                  <a:lnTo>
                    <a:pt x="2519997" y="78070"/>
                  </a:lnTo>
                  <a:lnTo>
                    <a:pt x="2571723" y="67977"/>
                  </a:lnTo>
                  <a:lnTo>
                    <a:pt x="2623445" y="58800"/>
                  </a:lnTo>
                  <a:lnTo>
                    <a:pt x="2667772" y="51723"/>
                  </a:lnTo>
                  <a:lnTo>
                    <a:pt x="2716168" y="44859"/>
                  </a:lnTo>
                  <a:lnTo>
                    <a:pt x="2766308" y="38715"/>
                  </a:lnTo>
                  <a:lnTo>
                    <a:pt x="2819045" y="33249"/>
                  </a:lnTo>
                  <a:lnTo>
                    <a:pt x="2875332" y="28396"/>
                  </a:lnTo>
                  <a:lnTo>
                    <a:pt x="2936129" y="24081"/>
                  </a:lnTo>
                  <a:lnTo>
                    <a:pt x="3002311" y="20235"/>
                  </a:lnTo>
                  <a:lnTo>
                    <a:pt x="3074552" y="16799"/>
                  </a:lnTo>
                  <a:lnTo>
                    <a:pt x="3153161" y="13726"/>
                  </a:lnTo>
                  <a:lnTo>
                    <a:pt x="3237874" y="10983"/>
                  </a:lnTo>
                  <a:lnTo>
                    <a:pt x="3327612" y="8553"/>
                  </a:lnTo>
                  <a:lnTo>
                    <a:pt x="3420266" y="6430"/>
                  </a:lnTo>
                  <a:lnTo>
                    <a:pt x="3512604" y="4620"/>
                  </a:lnTo>
                  <a:lnTo>
                    <a:pt x="3600434" y="3130"/>
                  </a:lnTo>
                  <a:lnTo>
                    <a:pt x="3679113" y="1962"/>
                  </a:lnTo>
                  <a:lnTo>
                    <a:pt x="3744391" y="1108"/>
                  </a:lnTo>
                  <a:lnTo>
                    <a:pt x="3793389" y="538"/>
                  </a:lnTo>
                  <a:lnTo>
                    <a:pt x="3825379" y="206"/>
                  </a:lnTo>
                  <a:lnTo>
                    <a:pt x="3842117" y="50"/>
                  </a:lnTo>
                  <a:lnTo>
                    <a:pt x="3847686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6" y="54"/>
                  </a:lnTo>
                  <a:lnTo>
                    <a:pt x="4396273" y="440"/>
                  </a:lnTo>
                  <a:lnTo>
                    <a:pt x="4416662" y="1509"/>
                  </a:lnTo>
                  <a:lnTo>
                    <a:pt x="4452608" y="3608"/>
                  </a:lnTo>
                  <a:lnTo>
                    <a:pt x="4505160" y="7040"/>
                  </a:lnTo>
                  <a:lnTo>
                    <a:pt x="4573050" y="12030"/>
                  </a:lnTo>
                  <a:lnTo>
                    <a:pt x="4653113" y="18704"/>
                  </a:lnTo>
                  <a:lnTo>
                    <a:pt x="4741098" y="27094"/>
                  </a:lnTo>
                  <a:lnTo>
                    <a:pt x="4832575" y="37177"/>
                  </a:lnTo>
                  <a:lnTo>
                    <a:pt x="4923673" y="48911"/>
                  </a:lnTo>
                  <a:lnTo>
                    <a:pt x="5011482" y="62280"/>
                  </a:lnTo>
                  <a:lnTo>
                    <a:pt x="5094160" y="77319"/>
                  </a:lnTo>
                  <a:lnTo>
                    <a:pt x="5170809" y="94136"/>
                  </a:lnTo>
                  <a:lnTo>
                    <a:pt x="5241272" y="112909"/>
                  </a:lnTo>
                  <a:lnTo>
                    <a:pt x="5305901" y="133893"/>
                  </a:lnTo>
                  <a:lnTo>
                    <a:pt x="5365374" y="157408"/>
                  </a:lnTo>
                  <a:lnTo>
                    <a:pt x="5420548" y="183822"/>
                  </a:lnTo>
                  <a:lnTo>
                    <a:pt x="5472347" y="213520"/>
                  </a:lnTo>
                  <a:lnTo>
                    <a:pt x="5521681" y="246845"/>
                  </a:lnTo>
                  <a:lnTo>
                    <a:pt x="5567201" y="282208"/>
                  </a:lnTo>
                  <a:lnTo>
                    <a:pt x="5609611" y="319072"/>
                  </a:lnTo>
                  <a:lnTo>
                    <a:pt x="5651608" y="359170"/>
                  </a:lnTo>
                  <a:lnTo>
                    <a:pt x="5693533" y="402563"/>
                  </a:lnTo>
                  <a:lnTo>
                    <a:pt x="5735637" y="449231"/>
                  </a:lnTo>
                  <a:lnTo>
                    <a:pt x="5778090" y="499068"/>
                  </a:lnTo>
                  <a:lnTo>
                    <a:pt x="5820992" y="551872"/>
                  </a:lnTo>
                  <a:lnTo>
                    <a:pt x="5864378" y="607343"/>
                  </a:lnTo>
                  <a:lnTo>
                    <a:pt x="5908226" y="665085"/>
                  </a:lnTo>
                  <a:lnTo>
                    <a:pt x="5952466" y="724617"/>
                  </a:lnTo>
                  <a:lnTo>
                    <a:pt x="5996989" y="785385"/>
                  </a:lnTo>
                  <a:lnTo>
                    <a:pt x="6041661" y="846783"/>
                  </a:lnTo>
                  <a:lnTo>
                    <a:pt x="6086333" y="908179"/>
                  </a:lnTo>
                  <a:lnTo>
                    <a:pt x="6130855" y="968942"/>
                  </a:lnTo>
                  <a:lnTo>
                    <a:pt x="6175093" y="1028466"/>
                  </a:lnTo>
                  <a:lnTo>
                    <a:pt x="6218939" y="1086197"/>
                  </a:lnTo>
                  <a:lnTo>
                    <a:pt x="6262322" y="1141655"/>
                  </a:lnTo>
                  <a:lnTo>
                    <a:pt x="6305222" y="1194445"/>
                  </a:lnTo>
                  <a:lnTo>
                    <a:pt x="6347673" y="1244266"/>
                  </a:lnTo>
                  <a:lnTo>
                    <a:pt x="6389775" y="1290918"/>
                  </a:lnTo>
                  <a:lnTo>
                    <a:pt x="6431700" y="1334293"/>
                  </a:lnTo>
                  <a:lnTo>
                    <a:pt x="6473698" y="1374375"/>
                  </a:lnTo>
                  <a:lnTo>
                    <a:pt x="6515891" y="1411041"/>
                  </a:lnTo>
                  <a:lnTo>
                    <a:pt x="6563633" y="1448016"/>
                  </a:lnTo>
                  <a:lnTo>
                    <a:pt x="6613061" y="1481168"/>
                  </a:lnTo>
                  <a:lnTo>
                    <a:pt x="6664994" y="1510707"/>
                  </a:lnTo>
                  <a:lnTo>
                    <a:pt x="6720345" y="1536980"/>
                  </a:lnTo>
                  <a:lnTo>
                    <a:pt x="6780037" y="1560371"/>
                  </a:lnTo>
                  <a:lnTo>
                    <a:pt x="6844921" y="1581248"/>
                  </a:lnTo>
                  <a:lnTo>
                    <a:pt x="6915663" y="1599926"/>
                  </a:lnTo>
                  <a:lnTo>
                    <a:pt x="6992597" y="1616657"/>
                  </a:lnTo>
                  <a:lnTo>
                    <a:pt x="7075536" y="1631619"/>
                  </a:lnTo>
                  <a:lnTo>
                    <a:pt x="7163545" y="1644912"/>
                  </a:lnTo>
                  <a:lnTo>
                    <a:pt x="7254731" y="1656571"/>
                  </a:lnTo>
                  <a:lnTo>
                    <a:pt x="7346140" y="1666577"/>
                  </a:lnTo>
                  <a:lnTo>
                    <a:pt x="7433860" y="1674889"/>
                  </a:lnTo>
                  <a:lnTo>
                    <a:pt x="7513453" y="1681484"/>
                  </a:lnTo>
                  <a:lnTo>
                    <a:pt x="7580696" y="1686399"/>
                  </a:lnTo>
                  <a:lnTo>
                    <a:pt x="7632498" y="1689765"/>
                  </a:lnTo>
                  <a:lnTo>
                    <a:pt x="7667689" y="1691809"/>
                  </a:lnTo>
                  <a:lnTo>
                    <a:pt x="7687428" y="1692839"/>
                  </a:lnTo>
                  <a:lnTo>
                    <a:pt x="7695148" y="1693203"/>
                  </a:lnTo>
                  <a:lnTo>
                    <a:pt x="7696237" y="1693250"/>
                  </a:lnTo>
                  <a:lnTo>
                    <a:pt x="8234974" y="1693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1" name="pl931"/>
            <p:cNvSpPr/>
            <p:nvPr/>
          </p:nvSpPr>
          <p:spPr>
            <a:xfrm>
              <a:off x="546595" y="3391056"/>
              <a:ext cx="8234974" cy="1693250"/>
            </a:xfrm>
            <a:custGeom>
              <a:avLst/>
              <a:pathLst>
                <a:path w="8234974" h="1693250">
                  <a:moveTo>
                    <a:pt x="8234974" y="1693250"/>
                  </a:move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7" y="10"/>
                  </a:lnTo>
                  <a:lnTo>
                    <a:pt x="3838330" y="84"/>
                  </a:lnTo>
                  <a:lnTo>
                    <a:pt x="3817172" y="288"/>
                  </a:lnTo>
                  <a:lnTo>
                    <a:pt x="3779949" y="688"/>
                  </a:lnTo>
                  <a:lnTo>
                    <a:pt x="3725684" y="1342"/>
                  </a:lnTo>
                  <a:lnTo>
                    <a:pt x="3655836" y="2292"/>
                  </a:lnTo>
                  <a:lnTo>
                    <a:pt x="3573810" y="3560"/>
                  </a:lnTo>
                  <a:lnTo>
                    <a:pt x="3484083" y="5150"/>
                  </a:lnTo>
                  <a:lnTo>
                    <a:pt x="3391235" y="7059"/>
                  </a:lnTo>
                  <a:lnTo>
                    <a:pt x="3299196" y="9277"/>
                  </a:lnTo>
                  <a:lnTo>
                    <a:pt x="3210850" y="11804"/>
                  </a:lnTo>
                  <a:lnTo>
                    <a:pt x="3127968" y="14647"/>
                  </a:lnTo>
                  <a:lnTo>
                    <a:pt x="3051347" y="17830"/>
                  </a:lnTo>
                  <a:lnTo>
                    <a:pt x="2981050" y="21388"/>
                  </a:lnTo>
                  <a:lnTo>
                    <a:pt x="2916632" y="25373"/>
                  </a:lnTo>
                  <a:lnTo>
                    <a:pt x="2857341" y="29848"/>
                  </a:lnTo>
                  <a:lnTo>
                    <a:pt x="2802265" y="34885"/>
                  </a:lnTo>
                  <a:lnTo>
                    <a:pt x="2750437" y="40555"/>
                  </a:lnTo>
                  <a:lnTo>
                    <a:pt x="2700926" y="46921"/>
                  </a:lnTo>
                  <a:lnTo>
                    <a:pt x="2667772" y="51723"/>
                  </a:lnTo>
                  <a:lnTo>
                    <a:pt x="2615583" y="60133"/>
                  </a:lnTo>
                  <a:lnTo>
                    <a:pt x="2563894" y="69448"/>
                  </a:lnTo>
                  <a:lnTo>
                    <a:pt x="2512127" y="79680"/>
                  </a:lnTo>
                  <a:lnTo>
                    <a:pt x="2459900" y="90804"/>
                  </a:lnTo>
                  <a:lnTo>
                    <a:pt x="2407004" y="102758"/>
                  </a:lnTo>
                  <a:lnTo>
                    <a:pt x="2353376" y="115437"/>
                  </a:lnTo>
                  <a:lnTo>
                    <a:pt x="2299084" y="128697"/>
                  </a:lnTo>
                  <a:lnTo>
                    <a:pt x="2244296" y="142359"/>
                  </a:lnTo>
                  <a:lnTo>
                    <a:pt x="2189252" y="156222"/>
                  </a:lnTo>
                  <a:lnTo>
                    <a:pt x="2134230" y="170067"/>
                  </a:lnTo>
                  <a:lnTo>
                    <a:pt x="2079503" y="183682"/>
                  </a:lnTo>
                  <a:lnTo>
                    <a:pt x="2025303" y="196864"/>
                  </a:lnTo>
                  <a:lnTo>
                    <a:pt x="1971784" y="209441"/>
                  </a:lnTo>
                  <a:lnTo>
                    <a:pt x="1918997" y="221275"/>
                  </a:lnTo>
                  <a:lnTo>
                    <a:pt x="1866858" y="232267"/>
                  </a:lnTo>
                  <a:lnTo>
                    <a:pt x="1815131" y="242361"/>
                  </a:lnTo>
                  <a:lnTo>
                    <a:pt x="1763409" y="251537"/>
                  </a:lnTo>
                  <a:lnTo>
                    <a:pt x="1719082" y="258615"/>
                  </a:lnTo>
                  <a:lnTo>
                    <a:pt x="1670686" y="265478"/>
                  </a:lnTo>
                  <a:lnTo>
                    <a:pt x="1620547" y="271622"/>
                  </a:lnTo>
                  <a:lnTo>
                    <a:pt x="1567809" y="277088"/>
                  </a:lnTo>
                  <a:lnTo>
                    <a:pt x="1511522" y="281941"/>
                  </a:lnTo>
                  <a:lnTo>
                    <a:pt x="1450726" y="286256"/>
                  </a:lnTo>
                  <a:lnTo>
                    <a:pt x="1384544" y="290102"/>
                  </a:lnTo>
                  <a:lnTo>
                    <a:pt x="1312303" y="293538"/>
                  </a:lnTo>
                  <a:lnTo>
                    <a:pt x="1233693" y="296612"/>
                  </a:lnTo>
                  <a:lnTo>
                    <a:pt x="1148980" y="299355"/>
                  </a:lnTo>
                  <a:lnTo>
                    <a:pt x="1059243" y="301785"/>
                  </a:lnTo>
                  <a:lnTo>
                    <a:pt x="966589" y="303907"/>
                  </a:lnTo>
                  <a:lnTo>
                    <a:pt x="874250" y="305718"/>
                  </a:lnTo>
                  <a:lnTo>
                    <a:pt x="786421" y="307208"/>
                  </a:lnTo>
                  <a:lnTo>
                    <a:pt x="707742" y="308375"/>
                  </a:lnTo>
                  <a:lnTo>
                    <a:pt x="642464" y="309229"/>
                  </a:lnTo>
                  <a:lnTo>
                    <a:pt x="593466" y="309799"/>
                  </a:lnTo>
                  <a:lnTo>
                    <a:pt x="561475" y="310131"/>
                  </a:lnTo>
                  <a:lnTo>
                    <a:pt x="544738" y="310288"/>
                  </a:lnTo>
                  <a:lnTo>
                    <a:pt x="539168" y="310335"/>
                  </a:lnTo>
                  <a:lnTo>
                    <a:pt x="538736" y="310338"/>
                  </a:lnTo>
                  <a:lnTo>
                    <a:pt x="0" y="3103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2" name="pg932"/>
            <p:cNvSpPr/>
            <p:nvPr/>
          </p:nvSpPr>
          <p:spPr>
            <a:xfrm>
              <a:off x="546595" y="2144257"/>
              <a:ext cx="8234974" cy="1410134"/>
            </a:xfrm>
            <a:custGeom>
              <a:avLst/>
              <a:pathLst>
                <a:path w="8234974" h="1410134">
                  <a:moveTo>
                    <a:pt x="0" y="1410134"/>
                  </a:moveTo>
                  <a:lnTo>
                    <a:pt x="538736" y="1410134"/>
                  </a:lnTo>
                  <a:lnTo>
                    <a:pt x="540003" y="1410088"/>
                  </a:lnTo>
                  <a:lnTo>
                    <a:pt x="548270" y="1409763"/>
                  </a:lnTo>
                  <a:lnTo>
                    <a:pt x="568900" y="1408865"/>
                  </a:lnTo>
                  <a:lnTo>
                    <a:pt x="605246" y="1407102"/>
                  </a:lnTo>
                  <a:lnTo>
                    <a:pt x="658336" y="1404219"/>
                  </a:lnTo>
                  <a:lnTo>
                    <a:pt x="726842" y="1400029"/>
                  </a:lnTo>
                  <a:lnTo>
                    <a:pt x="807525" y="1394430"/>
                  </a:lnTo>
                  <a:lnTo>
                    <a:pt x="896063" y="1387394"/>
                  </a:lnTo>
                  <a:lnTo>
                    <a:pt x="987978" y="1378944"/>
                  </a:lnTo>
                  <a:lnTo>
                    <a:pt x="1079378" y="1369113"/>
                  </a:lnTo>
                  <a:lnTo>
                    <a:pt x="1167362" y="1357914"/>
                  </a:lnTo>
                  <a:lnTo>
                    <a:pt x="1250109" y="1345314"/>
                  </a:lnTo>
                  <a:lnTo>
                    <a:pt x="1326753" y="1331222"/>
                  </a:lnTo>
                  <a:lnTo>
                    <a:pt x="1397165" y="1315482"/>
                  </a:lnTo>
                  <a:lnTo>
                    <a:pt x="1461728" y="1297878"/>
                  </a:lnTo>
                  <a:lnTo>
                    <a:pt x="1521142" y="1278137"/>
                  </a:lnTo>
                  <a:lnTo>
                    <a:pt x="1576283" y="1255949"/>
                  </a:lnTo>
                  <a:lnTo>
                    <a:pt x="1628087" y="1230991"/>
                  </a:lnTo>
                  <a:lnTo>
                    <a:pt x="1677473" y="1202980"/>
                  </a:lnTo>
                  <a:lnTo>
                    <a:pt x="1719082" y="1176019"/>
                  </a:lnTo>
                  <a:lnTo>
                    <a:pt x="1763672" y="1143783"/>
                  </a:lnTo>
                  <a:lnTo>
                    <a:pt x="1807826" y="1108574"/>
                  </a:lnTo>
                  <a:lnTo>
                    <a:pt x="1851933" y="1070342"/>
                  </a:lnTo>
                  <a:lnTo>
                    <a:pt x="1896271" y="1029114"/>
                  </a:lnTo>
                  <a:lnTo>
                    <a:pt x="1941025" y="985010"/>
                  </a:lnTo>
                  <a:lnTo>
                    <a:pt x="1986290" y="938247"/>
                  </a:lnTo>
                  <a:lnTo>
                    <a:pt x="2032089" y="889141"/>
                  </a:lnTo>
                  <a:lnTo>
                    <a:pt x="2078377" y="838103"/>
                  </a:lnTo>
                  <a:lnTo>
                    <a:pt x="2125052" y="785627"/>
                  </a:lnTo>
                  <a:lnTo>
                    <a:pt x="2171975" y="732271"/>
                  </a:lnTo>
                  <a:lnTo>
                    <a:pt x="2218977" y="678635"/>
                  </a:lnTo>
                  <a:lnTo>
                    <a:pt x="2265884" y="625332"/>
                  </a:lnTo>
                  <a:lnTo>
                    <a:pt x="2312530" y="572960"/>
                  </a:lnTo>
                  <a:lnTo>
                    <a:pt x="2358779" y="522072"/>
                  </a:lnTo>
                  <a:lnTo>
                    <a:pt x="2404532" y="473155"/>
                  </a:lnTo>
                  <a:lnTo>
                    <a:pt x="2449751" y="426613"/>
                  </a:lnTo>
                  <a:lnTo>
                    <a:pt x="2494463" y="382753"/>
                  </a:lnTo>
                  <a:lnTo>
                    <a:pt x="2538773" y="341782"/>
                  </a:lnTo>
                  <a:lnTo>
                    <a:pt x="2582871" y="303814"/>
                  </a:lnTo>
                  <a:lnTo>
                    <a:pt x="2627046" y="268868"/>
                  </a:lnTo>
                  <a:lnTo>
                    <a:pt x="2667772" y="239559"/>
                  </a:lnTo>
                  <a:lnTo>
                    <a:pt x="2715720" y="208761"/>
                  </a:lnTo>
                  <a:lnTo>
                    <a:pt x="2765372" y="181162"/>
                  </a:lnTo>
                  <a:lnTo>
                    <a:pt x="2817559" y="156583"/>
                  </a:lnTo>
                  <a:lnTo>
                    <a:pt x="2873204" y="134733"/>
                  </a:lnTo>
                  <a:lnTo>
                    <a:pt x="2933244" y="115288"/>
                  </a:lnTo>
                  <a:lnTo>
                    <a:pt x="2998535" y="97941"/>
                  </a:lnTo>
                  <a:lnTo>
                    <a:pt x="3069748" y="82427"/>
                  </a:lnTo>
                  <a:lnTo>
                    <a:pt x="3147209" y="68537"/>
                  </a:lnTo>
                  <a:lnTo>
                    <a:pt x="3230707" y="56124"/>
                  </a:lnTo>
                  <a:lnTo>
                    <a:pt x="3319263" y="45104"/>
                  </a:lnTo>
                  <a:lnTo>
                    <a:pt x="3410918" y="35452"/>
                  </a:lnTo>
                  <a:lnTo>
                    <a:pt x="3502631" y="27184"/>
                  </a:lnTo>
                  <a:lnTo>
                    <a:pt x="3590403" y="20335"/>
                  </a:lnTo>
                  <a:lnTo>
                    <a:pt x="3669728" y="14923"/>
                  </a:lnTo>
                  <a:lnTo>
                    <a:pt x="3736373" y="10912"/>
                  </a:lnTo>
                  <a:lnTo>
                    <a:pt x="3787305" y="8187"/>
                  </a:lnTo>
                  <a:lnTo>
                    <a:pt x="3821489" y="6553"/>
                  </a:lnTo>
                  <a:lnTo>
                    <a:pt x="3840269" y="5746"/>
                  </a:lnTo>
                  <a:lnTo>
                    <a:pt x="3847279" y="547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4"/>
                  </a:lnTo>
                  <a:lnTo>
                    <a:pt x="4396605" y="5609"/>
                  </a:lnTo>
                  <a:lnTo>
                    <a:pt x="4417683" y="6008"/>
                  </a:lnTo>
                  <a:lnTo>
                    <a:pt x="4454775" y="6792"/>
                  </a:lnTo>
                  <a:lnTo>
                    <a:pt x="4508863" y="8072"/>
                  </a:lnTo>
                  <a:lnTo>
                    <a:pt x="4578510" y="9931"/>
                  </a:lnTo>
                  <a:lnTo>
                    <a:pt x="4660335" y="12412"/>
                  </a:lnTo>
                  <a:lnTo>
                    <a:pt x="4749885" y="15527"/>
                  </a:lnTo>
                  <a:lnTo>
                    <a:pt x="4842595" y="19265"/>
                  </a:lnTo>
                  <a:lnTo>
                    <a:pt x="4934540" y="23611"/>
                  </a:lnTo>
                  <a:lnTo>
                    <a:pt x="5022833" y="28560"/>
                  </a:lnTo>
                  <a:lnTo>
                    <a:pt x="5105697" y="34129"/>
                  </a:lnTo>
                  <a:lnTo>
                    <a:pt x="5182321" y="40362"/>
                  </a:lnTo>
                  <a:lnTo>
                    <a:pt x="5252637" y="47330"/>
                  </a:lnTo>
                  <a:lnTo>
                    <a:pt x="5317076" y="55131"/>
                  </a:lnTo>
                  <a:lnTo>
                    <a:pt x="5376385" y="63891"/>
                  </a:lnTo>
                  <a:lnTo>
                    <a:pt x="5431470" y="73747"/>
                  </a:lnTo>
                  <a:lnTo>
                    <a:pt x="5483293" y="84843"/>
                  </a:lnTo>
                  <a:lnTo>
                    <a:pt x="5532785" y="97299"/>
                  </a:lnTo>
                  <a:lnTo>
                    <a:pt x="5567201" y="107075"/>
                  </a:lnTo>
                  <a:lnTo>
                    <a:pt x="5617832" y="123078"/>
                  </a:lnTo>
                  <a:lnTo>
                    <a:pt x="5667974" y="140753"/>
                  </a:lnTo>
                  <a:lnTo>
                    <a:pt x="5718163" y="160122"/>
                  </a:lnTo>
                  <a:lnTo>
                    <a:pt x="5768759" y="181149"/>
                  </a:lnTo>
                  <a:lnTo>
                    <a:pt x="5819970" y="203727"/>
                  </a:lnTo>
                  <a:lnTo>
                    <a:pt x="5871870" y="227680"/>
                  </a:lnTo>
                  <a:lnTo>
                    <a:pt x="5924414" y="252760"/>
                  </a:lnTo>
                  <a:lnTo>
                    <a:pt x="5977466" y="278659"/>
                  </a:lnTo>
                  <a:lnTo>
                    <a:pt x="6030816" y="305021"/>
                  </a:lnTo>
                  <a:lnTo>
                    <a:pt x="6084218" y="331461"/>
                  </a:lnTo>
                  <a:lnTo>
                    <a:pt x="6137418" y="357591"/>
                  </a:lnTo>
                  <a:lnTo>
                    <a:pt x="6190187" y="383041"/>
                  </a:lnTo>
                  <a:lnTo>
                    <a:pt x="6242357" y="407480"/>
                  </a:lnTo>
                  <a:lnTo>
                    <a:pt x="6293843" y="430635"/>
                  </a:lnTo>
                  <a:lnTo>
                    <a:pt x="6344669" y="452302"/>
                  </a:lnTo>
                  <a:lnTo>
                    <a:pt x="6394987" y="472345"/>
                  </a:lnTo>
                  <a:lnTo>
                    <a:pt x="6445094" y="490701"/>
                  </a:lnTo>
                  <a:lnTo>
                    <a:pt x="6495451" y="507369"/>
                  </a:lnTo>
                  <a:lnTo>
                    <a:pt x="6515891" y="513601"/>
                  </a:lnTo>
                  <a:lnTo>
                    <a:pt x="6564220" y="527069"/>
                  </a:lnTo>
                  <a:lnTo>
                    <a:pt x="6614287" y="539128"/>
                  </a:lnTo>
                  <a:lnTo>
                    <a:pt x="6666942" y="549857"/>
                  </a:lnTo>
                  <a:lnTo>
                    <a:pt x="6723132" y="559386"/>
                  </a:lnTo>
                  <a:lnTo>
                    <a:pt x="6783815" y="567859"/>
                  </a:lnTo>
                  <a:lnTo>
                    <a:pt x="6849863" y="575412"/>
                  </a:lnTo>
                  <a:lnTo>
                    <a:pt x="6921950" y="582161"/>
                  </a:lnTo>
                  <a:lnTo>
                    <a:pt x="7000387" y="588199"/>
                  </a:lnTo>
                  <a:lnTo>
                    <a:pt x="7084918" y="593588"/>
                  </a:lnTo>
                  <a:lnTo>
                    <a:pt x="7174479" y="598365"/>
                  </a:lnTo>
                  <a:lnTo>
                    <a:pt x="7266985" y="602538"/>
                  </a:lnTo>
                  <a:lnTo>
                    <a:pt x="7359233" y="606100"/>
                  </a:lnTo>
                  <a:lnTo>
                    <a:pt x="7447059" y="609035"/>
                  </a:lnTo>
                  <a:lnTo>
                    <a:pt x="7525840" y="611337"/>
                  </a:lnTo>
                  <a:lnTo>
                    <a:pt x="7591329" y="613025"/>
                  </a:lnTo>
                  <a:lnTo>
                    <a:pt x="7640620" y="614154"/>
                  </a:lnTo>
                  <a:lnTo>
                    <a:pt x="7672940" y="614815"/>
                  </a:lnTo>
                  <a:lnTo>
                    <a:pt x="7689979" y="615129"/>
                  </a:lnTo>
                  <a:lnTo>
                    <a:pt x="7695755" y="615225"/>
                  </a:lnTo>
                  <a:lnTo>
                    <a:pt x="7696237" y="615232"/>
                  </a:lnTo>
                  <a:lnTo>
                    <a:pt x="8234974" y="615232"/>
                  </a:lnTo>
                  <a:lnTo>
                    <a:pt x="8234974" y="609787"/>
                  </a:lnTo>
                  <a:lnTo>
                    <a:pt x="7696237" y="609787"/>
                  </a:lnTo>
                  <a:lnTo>
                    <a:pt x="7694942" y="609767"/>
                  </a:lnTo>
                  <a:lnTo>
                    <a:pt x="7686487" y="609623"/>
                  </a:lnTo>
                  <a:lnTo>
                    <a:pt x="7665409" y="609223"/>
                  </a:lnTo>
                  <a:lnTo>
                    <a:pt x="7628318" y="608440"/>
                  </a:lnTo>
                  <a:lnTo>
                    <a:pt x="7574230" y="607160"/>
                  </a:lnTo>
                  <a:lnTo>
                    <a:pt x="7504582" y="605301"/>
                  </a:lnTo>
                  <a:lnTo>
                    <a:pt x="7422757" y="602819"/>
                  </a:lnTo>
                  <a:lnTo>
                    <a:pt x="7333207" y="599704"/>
                  </a:lnTo>
                  <a:lnTo>
                    <a:pt x="7240497" y="595966"/>
                  </a:lnTo>
                  <a:lnTo>
                    <a:pt x="7148553" y="591621"/>
                  </a:lnTo>
                  <a:lnTo>
                    <a:pt x="7060260" y="586672"/>
                  </a:lnTo>
                  <a:lnTo>
                    <a:pt x="6977396" y="581102"/>
                  </a:lnTo>
                  <a:lnTo>
                    <a:pt x="6900771" y="574869"/>
                  </a:lnTo>
                  <a:lnTo>
                    <a:pt x="6830456" y="567902"/>
                  </a:lnTo>
                  <a:lnTo>
                    <a:pt x="6766016" y="560100"/>
                  </a:lnTo>
                  <a:lnTo>
                    <a:pt x="6706708" y="551341"/>
                  </a:lnTo>
                  <a:lnTo>
                    <a:pt x="6651623" y="541484"/>
                  </a:lnTo>
                  <a:lnTo>
                    <a:pt x="6599799" y="530388"/>
                  </a:lnTo>
                  <a:lnTo>
                    <a:pt x="6550308" y="517933"/>
                  </a:lnTo>
                  <a:lnTo>
                    <a:pt x="6515891" y="508156"/>
                  </a:lnTo>
                  <a:lnTo>
                    <a:pt x="6465260" y="492153"/>
                  </a:lnTo>
                  <a:lnTo>
                    <a:pt x="6415119" y="474478"/>
                  </a:lnTo>
                  <a:lnTo>
                    <a:pt x="6364930" y="455109"/>
                  </a:lnTo>
                  <a:lnTo>
                    <a:pt x="6314333" y="434082"/>
                  </a:lnTo>
                  <a:lnTo>
                    <a:pt x="6263122" y="411504"/>
                  </a:lnTo>
                  <a:lnTo>
                    <a:pt x="6211223" y="387551"/>
                  </a:lnTo>
                  <a:lnTo>
                    <a:pt x="6158678" y="362471"/>
                  </a:lnTo>
                  <a:lnTo>
                    <a:pt x="6105627" y="336572"/>
                  </a:lnTo>
                  <a:lnTo>
                    <a:pt x="6052276" y="310210"/>
                  </a:lnTo>
                  <a:lnTo>
                    <a:pt x="5998874" y="283770"/>
                  </a:lnTo>
                  <a:lnTo>
                    <a:pt x="5945674" y="257640"/>
                  </a:lnTo>
                  <a:lnTo>
                    <a:pt x="5892905" y="232191"/>
                  </a:lnTo>
                  <a:lnTo>
                    <a:pt x="5840736" y="207752"/>
                  </a:lnTo>
                  <a:lnTo>
                    <a:pt x="5789250" y="184596"/>
                  </a:lnTo>
                  <a:lnTo>
                    <a:pt x="5738423" y="162929"/>
                  </a:lnTo>
                  <a:lnTo>
                    <a:pt x="5688105" y="142886"/>
                  </a:lnTo>
                  <a:lnTo>
                    <a:pt x="5637998" y="124530"/>
                  </a:lnTo>
                  <a:lnTo>
                    <a:pt x="5587641" y="107862"/>
                  </a:lnTo>
                  <a:lnTo>
                    <a:pt x="5567201" y="101631"/>
                  </a:lnTo>
                  <a:lnTo>
                    <a:pt x="5518872" y="88162"/>
                  </a:lnTo>
                  <a:lnTo>
                    <a:pt x="5468806" y="76103"/>
                  </a:lnTo>
                  <a:lnTo>
                    <a:pt x="5416151" y="65374"/>
                  </a:lnTo>
                  <a:lnTo>
                    <a:pt x="5359960" y="55845"/>
                  </a:lnTo>
                  <a:lnTo>
                    <a:pt x="5299278" y="47372"/>
                  </a:lnTo>
                  <a:lnTo>
                    <a:pt x="5233229" y="39820"/>
                  </a:lnTo>
                  <a:lnTo>
                    <a:pt x="5161143" y="33071"/>
                  </a:lnTo>
                  <a:lnTo>
                    <a:pt x="5082706" y="27033"/>
                  </a:lnTo>
                  <a:lnTo>
                    <a:pt x="4998175" y="21643"/>
                  </a:lnTo>
                  <a:lnTo>
                    <a:pt x="4908613" y="16867"/>
                  </a:lnTo>
                  <a:lnTo>
                    <a:pt x="4816107" y="12693"/>
                  </a:lnTo>
                  <a:lnTo>
                    <a:pt x="4723859" y="9131"/>
                  </a:lnTo>
                  <a:lnTo>
                    <a:pt x="4636033" y="6196"/>
                  </a:lnTo>
                  <a:lnTo>
                    <a:pt x="4557252" y="3894"/>
                  </a:lnTo>
                  <a:lnTo>
                    <a:pt x="4491764" y="2206"/>
                  </a:lnTo>
                  <a:lnTo>
                    <a:pt x="4442472" y="1078"/>
                  </a:lnTo>
                  <a:lnTo>
                    <a:pt x="4410152" y="416"/>
                  </a:lnTo>
                  <a:lnTo>
                    <a:pt x="4393113" y="103"/>
                  </a:lnTo>
                  <a:lnTo>
                    <a:pt x="4387337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2" y="45"/>
                  </a:lnTo>
                  <a:lnTo>
                    <a:pt x="3838585" y="370"/>
                  </a:lnTo>
                  <a:lnTo>
                    <a:pt x="3817955" y="1268"/>
                  </a:lnTo>
                  <a:lnTo>
                    <a:pt x="3781609" y="3031"/>
                  </a:lnTo>
                  <a:lnTo>
                    <a:pt x="3728519" y="5914"/>
                  </a:lnTo>
                  <a:lnTo>
                    <a:pt x="3660012" y="10104"/>
                  </a:lnTo>
                  <a:lnTo>
                    <a:pt x="3579329" y="15703"/>
                  </a:lnTo>
                  <a:lnTo>
                    <a:pt x="3490792" y="22739"/>
                  </a:lnTo>
                  <a:lnTo>
                    <a:pt x="3398877" y="31189"/>
                  </a:lnTo>
                  <a:lnTo>
                    <a:pt x="3307477" y="41020"/>
                  </a:lnTo>
                  <a:lnTo>
                    <a:pt x="3219492" y="52219"/>
                  </a:lnTo>
                  <a:lnTo>
                    <a:pt x="3136745" y="64819"/>
                  </a:lnTo>
                  <a:lnTo>
                    <a:pt x="3060102" y="78911"/>
                  </a:lnTo>
                  <a:lnTo>
                    <a:pt x="2989690" y="94651"/>
                  </a:lnTo>
                  <a:lnTo>
                    <a:pt x="2925127" y="112256"/>
                  </a:lnTo>
                  <a:lnTo>
                    <a:pt x="2865712" y="131996"/>
                  </a:lnTo>
                  <a:lnTo>
                    <a:pt x="2810572" y="154184"/>
                  </a:lnTo>
                  <a:lnTo>
                    <a:pt x="2758767" y="179143"/>
                  </a:lnTo>
                  <a:lnTo>
                    <a:pt x="2709382" y="207153"/>
                  </a:lnTo>
                  <a:lnTo>
                    <a:pt x="2667772" y="234114"/>
                  </a:lnTo>
                  <a:lnTo>
                    <a:pt x="2623182" y="266351"/>
                  </a:lnTo>
                  <a:lnTo>
                    <a:pt x="2579028" y="301559"/>
                  </a:lnTo>
                  <a:lnTo>
                    <a:pt x="2534922" y="339791"/>
                  </a:lnTo>
                  <a:lnTo>
                    <a:pt x="2490583" y="381019"/>
                  </a:lnTo>
                  <a:lnTo>
                    <a:pt x="2445830" y="425123"/>
                  </a:lnTo>
                  <a:lnTo>
                    <a:pt x="2400564" y="471886"/>
                  </a:lnTo>
                  <a:lnTo>
                    <a:pt x="2354765" y="520992"/>
                  </a:lnTo>
                  <a:lnTo>
                    <a:pt x="2308478" y="572030"/>
                  </a:lnTo>
                  <a:lnTo>
                    <a:pt x="2261802" y="624506"/>
                  </a:lnTo>
                  <a:lnTo>
                    <a:pt x="2214880" y="677862"/>
                  </a:lnTo>
                  <a:lnTo>
                    <a:pt x="2167878" y="731498"/>
                  </a:lnTo>
                  <a:lnTo>
                    <a:pt x="2120971" y="784801"/>
                  </a:lnTo>
                  <a:lnTo>
                    <a:pt x="2074324" y="837173"/>
                  </a:lnTo>
                  <a:lnTo>
                    <a:pt x="2028076" y="888062"/>
                  </a:lnTo>
                  <a:lnTo>
                    <a:pt x="1982322" y="936978"/>
                  </a:lnTo>
                  <a:lnTo>
                    <a:pt x="1937103" y="983520"/>
                  </a:lnTo>
                  <a:lnTo>
                    <a:pt x="1892391" y="1027381"/>
                  </a:lnTo>
                  <a:lnTo>
                    <a:pt x="1848081" y="1068351"/>
                  </a:lnTo>
                  <a:lnTo>
                    <a:pt x="1803983" y="1106320"/>
                  </a:lnTo>
                  <a:lnTo>
                    <a:pt x="1759808" y="1141266"/>
                  </a:lnTo>
                  <a:lnTo>
                    <a:pt x="1719082" y="1170574"/>
                  </a:lnTo>
                  <a:lnTo>
                    <a:pt x="1671135" y="1201372"/>
                  </a:lnTo>
                  <a:lnTo>
                    <a:pt x="1621482" y="1228971"/>
                  </a:lnTo>
                  <a:lnTo>
                    <a:pt x="1569296" y="1253551"/>
                  </a:lnTo>
                  <a:lnTo>
                    <a:pt x="1513650" y="1275401"/>
                  </a:lnTo>
                  <a:lnTo>
                    <a:pt x="1453611" y="1294846"/>
                  </a:lnTo>
                  <a:lnTo>
                    <a:pt x="1388320" y="1312192"/>
                  </a:lnTo>
                  <a:lnTo>
                    <a:pt x="1317107" y="1327706"/>
                  </a:lnTo>
                  <a:lnTo>
                    <a:pt x="1239646" y="1341596"/>
                  </a:lnTo>
                  <a:lnTo>
                    <a:pt x="1156148" y="1354010"/>
                  </a:lnTo>
                  <a:lnTo>
                    <a:pt x="1067592" y="1365029"/>
                  </a:lnTo>
                  <a:lnTo>
                    <a:pt x="975937" y="1374682"/>
                  </a:lnTo>
                  <a:lnTo>
                    <a:pt x="884224" y="1382949"/>
                  </a:lnTo>
                  <a:lnTo>
                    <a:pt x="796452" y="1389798"/>
                  </a:lnTo>
                  <a:lnTo>
                    <a:pt x="717126" y="1395210"/>
                  </a:lnTo>
                  <a:lnTo>
                    <a:pt x="650482" y="1399222"/>
                  </a:lnTo>
                  <a:lnTo>
                    <a:pt x="599550" y="1401946"/>
                  </a:lnTo>
                  <a:lnTo>
                    <a:pt x="565365" y="1403581"/>
                  </a:lnTo>
                  <a:lnTo>
                    <a:pt x="546586" y="1404387"/>
                  </a:lnTo>
                  <a:lnTo>
                    <a:pt x="539575" y="1404659"/>
                  </a:lnTo>
                  <a:lnTo>
                    <a:pt x="538736" y="1404689"/>
                  </a:lnTo>
                  <a:lnTo>
                    <a:pt x="0" y="140468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33" name="pl933"/>
            <p:cNvSpPr/>
            <p:nvPr/>
          </p:nvSpPr>
          <p:spPr>
            <a:xfrm>
              <a:off x="546595" y="2149702"/>
              <a:ext cx="8234974" cy="1404689"/>
            </a:xfrm>
            <a:custGeom>
              <a:avLst/>
              <a:pathLst>
                <a:path w="8234974" h="1404689">
                  <a:moveTo>
                    <a:pt x="0" y="1404689"/>
                  </a:moveTo>
                  <a:lnTo>
                    <a:pt x="538736" y="1404689"/>
                  </a:lnTo>
                  <a:lnTo>
                    <a:pt x="540003" y="1404644"/>
                  </a:lnTo>
                  <a:lnTo>
                    <a:pt x="548270" y="1404319"/>
                  </a:lnTo>
                  <a:lnTo>
                    <a:pt x="568900" y="1403421"/>
                  </a:lnTo>
                  <a:lnTo>
                    <a:pt x="605246" y="1401657"/>
                  </a:lnTo>
                  <a:lnTo>
                    <a:pt x="658336" y="1398775"/>
                  </a:lnTo>
                  <a:lnTo>
                    <a:pt x="726842" y="1394585"/>
                  </a:lnTo>
                  <a:lnTo>
                    <a:pt x="807525" y="1388986"/>
                  </a:lnTo>
                  <a:lnTo>
                    <a:pt x="896063" y="1381950"/>
                  </a:lnTo>
                  <a:lnTo>
                    <a:pt x="987978" y="1373500"/>
                  </a:lnTo>
                  <a:lnTo>
                    <a:pt x="1079378" y="1363669"/>
                  </a:lnTo>
                  <a:lnTo>
                    <a:pt x="1167362" y="1352470"/>
                  </a:lnTo>
                  <a:lnTo>
                    <a:pt x="1250109" y="1339870"/>
                  </a:lnTo>
                  <a:lnTo>
                    <a:pt x="1326753" y="1325777"/>
                  </a:lnTo>
                  <a:lnTo>
                    <a:pt x="1397165" y="1310038"/>
                  </a:lnTo>
                  <a:lnTo>
                    <a:pt x="1461728" y="1292433"/>
                  </a:lnTo>
                  <a:lnTo>
                    <a:pt x="1521142" y="1272692"/>
                  </a:lnTo>
                  <a:lnTo>
                    <a:pt x="1576283" y="1250504"/>
                  </a:lnTo>
                  <a:lnTo>
                    <a:pt x="1628087" y="1225546"/>
                  </a:lnTo>
                  <a:lnTo>
                    <a:pt x="1677473" y="1197536"/>
                  </a:lnTo>
                  <a:lnTo>
                    <a:pt x="1719082" y="1170574"/>
                  </a:lnTo>
                  <a:lnTo>
                    <a:pt x="1763672" y="1138338"/>
                  </a:lnTo>
                  <a:lnTo>
                    <a:pt x="1807826" y="1103130"/>
                  </a:lnTo>
                  <a:lnTo>
                    <a:pt x="1851933" y="1064897"/>
                  </a:lnTo>
                  <a:lnTo>
                    <a:pt x="1896271" y="1023669"/>
                  </a:lnTo>
                  <a:lnTo>
                    <a:pt x="1941025" y="979566"/>
                  </a:lnTo>
                  <a:lnTo>
                    <a:pt x="1986290" y="932803"/>
                  </a:lnTo>
                  <a:lnTo>
                    <a:pt x="2032089" y="883697"/>
                  </a:lnTo>
                  <a:lnTo>
                    <a:pt x="2078377" y="832659"/>
                  </a:lnTo>
                  <a:lnTo>
                    <a:pt x="2125052" y="780182"/>
                  </a:lnTo>
                  <a:lnTo>
                    <a:pt x="2171975" y="726826"/>
                  </a:lnTo>
                  <a:lnTo>
                    <a:pt x="2218977" y="673191"/>
                  </a:lnTo>
                  <a:lnTo>
                    <a:pt x="2265884" y="619888"/>
                  </a:lnTo>
                  <a:lnTo>
                    <a:pt x="2312530" y="567515"/>
                  </a:lnTo>
                  <a:lnTo>
                    <a:pt x="2358779" y="516627"/>
                  </a:lnTo>
                  <a:lnTo>
                    <a:pt x="2404532" y="467711"/>
                  </a:lnTo>
                  <a:lnTo>
                    <a:pt x="2449751" y="421168"/>
                  </a:lnTo>
                  <a:lnTo>
                    <a:pt x="2494463" y="377308"/>
                  </a:lnTo>
                  <a:lnTo>
                    <a:pt x="2538773" y="336338"/>
                  </a:lnTo>
                  <a:lnTo>
                    <a:pt x="2582871" y="298369"/>
                  </a:lnTo>
                  <a:lnTo>
                    <a:pt x="2627046" y="263423"/>
                  </a:lnTo>
                  <a:lnTo>
                    <a:pt x="2667772" y="234114"/>
                  </a:lnTo>
                  <a:lnTo>
                    <a:pt x="2715720" y="203317"/>
                  </a:lnTo>
                  <a:lnTo>
                    <a:pt x="2765372" y="175717"/>
                  </a:lnTo>
                  <a:lnTo>
                    <a:pt x="2817559" y="151138"/>
                  </a:lnTo>
                  <a:lnTo>
                    <a:pt x="2873204" y="129288"/>
                  </a:lnTo>
                  <a:lnTo>
                    <a:pt x="2933244" y="109843"/>
                  </a:lnTo>
                  <a:lnTo>
                    <a:pt x="2998535" y="92497"/>
                  </a:lnTo>
                  <a:lnTo>
                    <a:pt x="3069748" y="76983"/>
                  </a:lnTo>
                  <a:lnTo>
                    <a:pt x="3147209" y="63093"/>
                  </a:lnTo>
                  <a:lnTo>
                    <a:pt x="3230707" y="50679"/>
                  </a:lnTo>
                  <a:lnTo>
                    <a:pt x="3319263" y="39659"/>
                  </a:lnTo>
                  <a:lnTo>
                    <a:pt x="3410918" y="30007"/>
                  </a:lnTo>
                  <a:lnTo>
                    <a:pt x="3502631" y="21740"/>
                  </a:lnTo>
                  <a:lnTo>
                    <a:pt x="3590403" y="14891"/>
                  </a:lnTo>
                  <a:lnTo>
                    <a:pt x="3669728" y="9479"/>
                  </a:lnTo>
                  <a:lnTo>
                    <a:pt x="3736373" y="5467"/>
                  </a:lnTo>
                  <a:lnTo>
                    <a:pt x="3787305" y="2743"/>
                  </a:lnTo>
                  <a:lnTo>
                    <a:pt x="3821489" y="1108"/>
                  </a:lnTo>
                  <a:lnTo>
                    <a:pt x="3840269" y="301"/>
                  </a:lnTo>
                  <a:lnTo>
                    <a:pt x="3847279" y="2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20"/>
                  </a:lnTo>
                  <a:lnTo>
                    <a:pt x="4396605" y="164"/>
                  </a:lnTo>
                  <a:lnTo>
                    <a:pt x="4417683" y="564"/>
                  </a:lnTo>
                  <a:lnTo>
                    <a:pt x="4454775" y="1347"/>
                  </a:lnTo>
                  <a:lnTo>
                    <a:pt x="4508863" y="2627"/>
                  </a:lnTo>
                  <a:lnTo>
                    <a:pt x="4578510" y="4486"/>
                  </a:lnTo>
                  <a:lnTo>
                    <a:pt x="4660335" y="6968"/>
                  </a:lnTo>
                  <a:lnTo>
                    <a:pt x="4749885" y="10083"/>
                  </a:lnTo>
                  <a:lnTo>
                    <a:pt x="4842595" y="13820"/>
                  </a:lnTo>
                  <a:lnTo>
                    <a:pt x="4934540" y="18166"/>
                  </a:lnTo>
                  <a:lnTo>
                    <a:pt x="5022833" y="23115"/>
                  </a:lnTo>
                  <a:lnTo>
                    <a:pt x="5105697" y="28685"/>
                  </a:lnTo>
                  <a:lnTo>
                    <a:pt x="5182321" y="34917"/>
                  </a:lnTo>
                  <a:lnTo>
                    <a:pt x="5252637" y="41885"/>
                  </a:lnTo>
                  <a:lnTo>
                    <a:pt x="5317076" y="49687"/>
                  </a:lnTo>
                  <a:lnTo>
                    <a:pt x="5376385" y="58446"/>
                  </a:lnTo>
                  <a:lnTo>
                    <a:pt x="5431470" y="68302"/>
                  </a:lnTo>
                  <a:lnTo>
                    <a:pt x="5483293" y="79398"/>
                  </a:lnTo>
                  <a:lnTo>
                    <a:pt x="5532785" y="91854"/>
                  </a:lnTo>
                  <a:lnTo>
                    <a:pt x="5567201" y="101631"/>
                  </a:lnTo>
                  <a:lnTo>
                    <a:pt x="5617832" y="117634"/>
                  </a:lnTo>
                  <a:lnTo>
                    <a:pt x="5667974" y="135308"/>
                  </a:lnTo>
                  <a:lnTo>
                    <a:pt x="5718163" y="154678"/>
                  </a:lnTo>
                  <a:lnTo>
                    <a:pt x="5768759" y="175704"/>
                  </a:lnTo>
                  <a:lnTo>
                    <a:pt x="5819970" y="198283"/>
                  </a:lnTo>
                  <a:lnTo>
                    <a:pt x="5871870" y="222235"/>
                  </a:lnTo>
                  <a:lnTo>
                    <a:pt x="5924414" y="247316"/>
                  </a:lnTo>
                  <a:lnTo>
                    <a:pt x="5977466" y="273215"/>
                  </a:lnTo>
                  <a:lnTo>
                    <a:pt x="6030816" y="299577"/>
                  </a:lnTo>
                  <a:lnTo>
                    <a:pt x="6084218" y="326017"/>
                  </a:lnTo>
                  <a:lnTo>
                    <a:pt x="6137418" y="352147"/>
                  </a:lnTo>
                  <a:lnTo>
                    <a:pt x="6190187" y="377596"/>
                  </a:lnTo>
                  <a:lnTo>
                    <a:pt x="6242357" y="402035"/>
                  </a:lnTo>
                  <a:lnTo>
                    <a:pt x="6293843" y="425191"/>
                  </a:lnTo>
                  <a:lnTo>
                    <a:pt x="6344669" y="446857"/>
                  </a:lnTo>
                  <a:lnTo>
                    <a:pt x="6394987" y="466901"/>
                  </a:lnTo>
                  <a:lnTo>
                    <a:pt x="6445094" y="485257"/>
                  </a:lnTo>
                  <a:lnTo>
                    <a:pt x="6495451" y="501925"/>
                  </a:lnTo>
                  <a:lnTo>
                    <a:pt x="6515891" y="508156"/>
                  </a:lnTo>
                  <a:lnTo>
                    <a:pt x="6564220" y="521625"/>
                  </a:lnTo>
                  <a:lnTo>
                    <a:pt x="6614287" y="533684"/>
                  </a:lnTo>
                  <a:lnTo>
                    <a:pt x="6666942" y="544413"/>
                  </a:lnTo>
                  <a:lnTo>
                    <a:pt x="6723132" y="553942"/>
                  </a:lnTo>
                  <a:lnTo>
                    <a:pt x="6783815" y="562414"/>
                  </a:lnTo>
                  <a:lnTo>
                    <a:pt x="6849863" y="569967"/>
                  </a:lnTo>
                  <a:lnTo>
                    <a:pt x="6921950" y="576716"/>
                  </a:lnTo>
                  <a:lnTo>
                    <a:pt x="7000387" y="582754"/>
                  </a:lnTo>
                  <a:lnTo>
                    <a:pt x="7084918" y="588143"/>
                  </a:lnTo>
                  <a:lnTo>
                    <a:pt x="7174479" y="592920"/>
                  </a:lnTo>
                  <a:lnTo>
                    <a:pt x="7266985" y="597094"/>
                  </a:lnTo>
                  <a:lnTo>
                    <a:pt x="7359233" y="600656"/>
                  </a:lnTo>
                  <a:lnTo>
                    <a:pt x="7447059" y="603590"/>
                  </a:lnTo>
                  <a:lnTo>
                    <a:pt x="7525840" y="605892"/>
                  </a:lnTo>
                  <a:lnTo>
                    <a:pt x="7591329" y="607580"/>
                  </a:lnTo>
                  <a:lnTo>
                    <a:pt x="7640620" y="608709"/>
                  </a:lnTo>
                  <a:lnTo>
                    <a:pt x="7672940" y="609371"/>
                  </a:lnTo>
                  <a:lnTo>
                    <a:pt x="7689979" y="609684"/>
                  </a:lnTo>
                  <a:lnTo>
                    <a:pt x="7695755" y="609780"/>
                  </a:lnTo>
                  <a:lnTo>
                    <a:pt x="7696237" y="609787"/>
                  </a:lnTo>
                  <a:lnTo>
                    <a:pt x="8234974" y="6097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4" name="pl934"/>
            <p:cNvSpPr/>
            <p:nvPr/>
          </p:nvSpPr>
          <p:spPr>
            <a:xfrm>
              <a:off x="546595" y="2144257"/>
              <a:ext cx="8234974" cy="1404689"/>
            </a:xfrm>
            <a:custGeom>
              <a:avLst/>
              <a:pathLst>
                <a:path w="8234974" h="1404689">
                  <a:moveTo>
                    <a:pt x="8234974" y="609787"/>
                  </a:moveTo>
                  <a:lnTo>
                    <a:pt x="7696237" y="609787"/>
                  </a:lnTo>
                  <a:lnTo>
                    <a:pt x="7694942" y="609767"/>
                  </a:lnTo>
                  <a:lnTo>
                    <a:pt x="7686487" y="609623"/>
                  </a:lnTo>
                  <a:lnTo>
                    <a:pt x="7665409" y="609223"/>
                  </a:lnTo>
                  <a:lnTo>
                    <a:pt x="7628318" y="608440"/>
                  </a:lnTo>
                  <a:lnTo>
                    <a:pt x="7574230" y="607160"/>
                  </a:lnTo>
                  <a:lnTo>
                    <a:pt x="7504582" y="605301"/>
                  </a:lnTo>
                  <a:lnTo>
                    <a:pt x="7422757" y="602819"/>
                  </a:lnTo>
                  <a:lnTo>
                    <a:pt x="7333207" y="599704"/>
                  </a:lnTo>
                  <a:lnTo>
                    <a:pt x="7240497" y="595966"/>
                  </a:lnTo>
                  <a:lnTo>
                    <a:pt x="7148553" y="591621"/>
                  </a:lnTo>
                  <a:lnTo>
                    <a:pt x="7060260" y="586672"/>
                  </a:lnTo>
                  <a:lnTo>
                    <a:pt x="6977396" y="581102"/>
                  </a:lnTo>
                  <a:lnTo>
                    <a:pt x="6900771" y="574869"/>
                  </a:lnTo>
                  <a:lnTo>
                    <a:pt x="6830456" y="567902"/>
                  </a:lnTo>
                  <a:lnTo>
                    <a:pt x="6766016" y="560100"/>
                  </a:lnTo>
                  <a:lnTo>
                    <a:pt x="6706708" y="551341"/>
                  </a:lnTo>
                  <a:lnTo>
                    <a:pt x="6651623" y="541484"/>
                  </a:lnTo>
                  <a:lnTo>
                    <a:pt x="6599799" y="530388"/>
                  </a:lnTo>
                  <a:lnTo>
                    <a:pt x="6550308" y="517933"/>
                  </a:lnTo>
                  <a:lnTo>
                    <a:pt x="6515891" y="508156"/>
                  </a:lnTo>
                  <a:lnTo>
                    <a:pt x="6465260" y="492153"/>
                  </a:lnTo>
                  <a:lnTo>
                    <a:pt x="6415119" y="474478"/>
                  </a:lnTo>
                  <a:lnTo>
                    <a:pt x="6364930" y="455109"/>
                  </a:lnTo>
                  <a:lnTo>
                    <a:pt x="6314333" y="434082"/>
                  </a:lnTo>
                  <a:lnTo>
                    <a:pt x="6263122" y="411504"/>
                  </a:lnTo>
                  <a:lnTo>
                    <a:pt x="6211223" y="387551"/>
                  </a:lnTo>
                  <a:lnTo>
                    <a:pt x="6158678" y="362471"/>
                  </a:lnTo>
                  <a:lnTo>
                    <a:pt x="6105627" y="336572"/>
                  </a:lnTo>
                  <a:lnTo>
                    <a:pt x="6052276" y="310210"/>
                  </a:lnTo>
                  <a:lnTo>
                    <a:pt x="5998874" y="283770"/>
                  </a:lnTo>
                  <a:lnTo>
                    <a:pt x="5945674" y="257640"/>
                  </a:lnTo>
                  <a:lnTo>
                    <a:pt x="5892905" y="232191"/>
                  </a:lnTo>
                  <a:lnTo>
                    <a:pt x="5840736" y="207752"/>
                  </a:lnTo>
                  <a:lnTo>
                    <a:pt x="5789250" y="184596"/>
                  </a:lnTo>
                  <a:lnTo>
                    <a:pt x="5738423" y="162929"/>
                  </a:lnTo>
                  <a:lnTo>
                    <a:pt x="5688105" y="142886"/>
                  </a:lnTo>
                  <a:lnTo>
                    <a:pt x="5637998" y="124530"/>
                  </a:lnTo>
                  <a:lnTo>
                    <a:pt x="5587641" y="107862"/>
                  </a:lnTo>
                  <a:lnTo>
                    <a:pt x="5567201" y="101631"/>
                  </a:lnTo>
                  <a:lnTo>
                    <a:pt x="5518872" y="88162"/>
                  </a:lnTo>
                  <a:lnTo>
                    <a:pt x="5468806" y="76103"/>
                  </a:lnTo>
                  <a:lnTo>
                    <a:pt x="5416151" y="65374"/>
                  </a:lnTo>
                  <a:lnTo>
                    <a:pt x="5359960" y="55845"/>
                  </a:lnTo>
                  <a:lnTo>
                    <a:pt x="5299278" y="47372"/>
                  </a:lnTo>
                  <a:lnTo>
                    <a:pt x="5233229" y="39820"/>
                  </a:lnTo>
                  <a:lnTo>
                    <a:pt x="5161143" y="33071"/>
                  </a:lnTo>
                  <a:lnTo>
                    <a:pt x="5082706" y="27033"/>
                  </a:lnTo>
                  <a:lnTo>
                    <a:pt x="4998175" y="21643"/>
                  </a:lnTo>
                  <a:lnTo>
                    <a:pt x="4908613" y="16867"/>
                  </a:lnTo>
                  <a:lnTo>
                    <a:pt x="4816107" y="12693"/>
                  </a:lnTo>
                  <a:lnTo>
                    <a:pt x="4723859" y="9131"/>
                  </a:lnTo>
                  <a:lnTo>
                    <a:pt x="4636033" y="6196"/>
                  </a:lnTo>
                  <a:lnTo>
                    <a:pt x="4557252" y="3894"/>
                  </a:lnTo>
                  <a:lnTo>
                    <a:pt x="4491764" y="2206"/>
                  </a:lnTo>
                  <a:lnTo>
                    <a:pt x="4442472" y="1078"/>
                  </a:lnTo>
                  <a:lnTo>
                    <a:pt x="4410152" y="416"/>
                  </a:lnTo>
                  <a:lnTo>
                    <a:pt x="4393113" y="103"/>
                  </a:lnTo>
                  <a:lnTo>
                    <a:pt x="4387337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2" y="45"/>
                  </a:lnTo>
                  <a:lnTo>
                    <a:pt x="3838585" y="370"/>
                  </a:lnTo>
                  <a:lnTo>
                    <a:pt x="3817955" y="1268"/>
                  </a:lnTo>
                  <a:lnTo>
                    <a:pt x="3781609" y="3031"/>
                  </a:lnTo>
                  <a:lnTo>
                    <a:pt x="3728519" y="5914"/>
                  </a:lnTo>
                  <a:lnTo>
                    <a:pt x="3660012" y="10104"/>
                  </a:lnTo>
                  <a:lnTo>
                    <a:pt x="3579329" y="15703"/>
                  </a:lnTo>
                  <a:lnTo>
                    <a:pt x="3490792" y="22739"/>
                  </a:lnTo>
                  <a:lnTo>
                    <a:pt x="3398877" y="31189"/>
                  </a:lnTo>
                  <a:lnTo>
                    <a:pt x="3307477" y="41020"/>
                  </a:lnTo>
                  <a:lnTo>
                    <a:pt x="3219492" y="52219"/>
                  </a:lnTo>
                  <a:lnTo>
                    <a:pt x="3136745" y="64819"/>
                  </a:lnTo>
                  <a:lnTo>
                    <a:pt x="3060102" y="78911"/>
                  </a:lnTo>
                  <a:lnTo>
                    <a:pt x="2989690" y="94651"/>
                  </a:lnTo>
                  <a:lnTo>
                    <a:pt x="2925127" y="112256"/>
                  </a:lnTo>
                  <a:lnTo>
                    <a:pt x="2865712" y="131996"/>
                  </a:lnTo>
                  <a:lnTo>
                    <a:pt x="2810572" y="154184"/>
                  </a:lnTo>
                  <a:lnTo>
                    <a:pt x="2758767" y="179143"/>
                  </a:lnTo>
                  <a:lnTo>
                    <a:pt x="2709382" y="207153"/>
                  </a:lnTo>
                  <a:lnTo>
                    <a:pt x="2667772" y="234114"/>
                  </a:lnTo>
                  <a:lnTo>
                    <a:pt x="2623182" y="266351"/>
                  </a:lnTo>
                  <a:lnTo>
                    <a:pt x="2579028" y="301559"/>
                  </a:lnTo>
                  <a:lnTo>
                    <a:pt x="2534922" y="339791"/>
                  </a:lnTo>
                  <a:lnTo>
                    <a:pt x="2490583" y="381019"/>
                  </a:lnTo>
                  <a:lnTo>
                    <a:pt x="2445830" y="425123"/>
                  </a:lnTo>
                  <a:lnTo>
                    <a:pt x="2400564" y="471886"/>
                  </a:lnTo>
                  <a:lnTo>
                    <a:pt x="2354765" y="520992"/>
                  </a:lnTo>
                  <a:lnTo>
                    <a:pt x="2308478" y="572030"/>
                  </a:lnTo>
                  <a:lnTo>
                    <a:pt x="2261802" y="624506"/>
                  </a:lnTo>
                  <a:lnTo>
                    <a:pt x="2214880" y="677862"/>
                  </a:lnTo>
                  <a:lnTo>
                    <a:pt x="2167878" y="731498"/>
                  </a:lnTo>
                  <a:lnTo>
                    <a:pt x="2120971" y="784801"/>
                  </a:lnTo>
                  <a:lnTo>
                    <a:pt x="2074324" y="837173"/>
                  </a:lnTo>
                  <a:lnTo>
                    <a:pt x="2028076" y="888062"/>
                  </a:lnTo>
                  <a:lnTo>
                    <a:pt x="1982322" y="936978"/>
                  </a:lnTo>
                  <a:lnTo>
                    <a:pt x="1937103" y="983520"/>
                  </a:lnTo>
                  <a:lnTo>
                    <a:pt x="1892391" y="1027381"/>
                  </a:lnTo>
                  <a:lnTo>
                    <a:pt x="1848081" y="1068351"/>
                  </a:lnTo>
                  <a:lnTo>
                    <a:pt x="1803983" y="1106320"/>
                  </a:lnTo>
                  <a:lnTo>
                    <a:pt x="1759808" y="1141266"/>
                  </a:lnTo>
                  <a:lnTo>
                    <a:pt x="1719082" y="1170574"/>
                  </a:lnTo>
                  <a:lnTo>
                    <a:pt x="1671135" y="1201372"/>
                  </a:lnTo>
                  <a:lnTo>
                    <a:pt x="1621482" y="1228971"/>
                  </a:lnTo>
                  <a:lnTo>
                    <a:pt x="1569296" y="1253551"/>
                  </a:lnTo>
                  <a:lnTo>
                    <a:pt x="1513650" y="1275401"/>
                  </a:lnTo>
                  <a:lnTo>
                    <a:pt x="1453611" y="1294846"/>
                  </a:lnTo>
                  <a:lnTo>
                    <a:pt x="1388320" y="1312192"/>
                  </a:lnTo>
                  <a:lnTo>
                    <a:pt x="1317107" y="1327706"/>
                  </a:lnTo>
                  <a:lnTo>
                    <a:pt x="1239646" y="1341596"/>
                  </a:lnTo>
                  <a:lnTo>
                    <a:pt x="1156148" y="1354010"/>
                  </a:lnTo>
                  <a:lnTo>
                    <a:pt x="1067592" y="1365029"/>
                  </a:lnTo>
                  <a:lnTo>
                    <a:pt x="975937" y="1374682"/>
                  </a:lnTo>
                  <a:lnTo>
                    <a:pt x="884224" y="1382949"/>
                  </a:lnTo>
                  <a:lnTo>
                    <a:pt x="796452" y="1389798"/>
                  </a:lnTo>
                  <a:lnTo>
                    <a:pt x="717126" y="1395210"/>
                  </a:lnTo>
                  <a:lnTo>
                    <a:pt x="650482" y="1399222"/>
                  </a:lnTo>
                  <a:lnTo>
                    <a:pt x="599550" y="1401946"/>
                  </a:lnTo>
                  <a:lnTo>
                    <a:pt x="565365" y="1403581"/>
                  </a:lnTo>
                  <a:lnTo>
                    <a:pt x="546586" y="1404387"/>
                  </a:lnTo>
                  <a:lnTo>
                    <a:pt x="539575" y="1404659"/>
                  </a:lnTo>
                  <a:lnTo>
                    <a:pt x="538736" y="1404689"/>
                  </a:lnTo>
                  <a:lnTo>
                    <a:pt x="0" y="1404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5" name="pg935"/>
            <p:cNvSpPr/>
            <p:nvPr/>
          </p:nvSpPr>
          <p:spPr>
            <a:xfrm>
              <a:off x="546595" y="2160591"/>
              <a:ext cx="8234974" cy="1399245"/>
            </a:xfrm>
            <a:custGeom>
              <a:avLst/>
              <a:pathLst>
                <a:path w="8234974" h="1399245">
                  <a:moveTo>
                    <a:pt x="0" y="1399245"/>
                  </a:moveTo>
                  <a:lnTo>
                    <a:pt x="538736" y="1399245"/>
                  </a:lnTo>
                  <a:lnTo>
                    <a:pt x="540003" y="1399200"/>
                  </a:lnTo>
                  <a:lnTo>
                    <a:pt x="548274" y="1398877"/>
                  </a:lnTo>
                  <a:lnTo>
                    <a:pt x="568912" y="1397985"/>
                  </a:lnTo>
                  <a:lnTo>
                    <a:pt x="605272" y="1396235"/>
                  </a:lnTo>
                  <a:lnTo>
                    <a:pt x="658381" y="1393373"/>
                  </a:lnTo>
                  <a:lnTo>
                    <a:pt x="726908" y="1389214"/>
                  </a:lnTo>
                  <a:lnTo>
                    <a:pt x="807613" y="1383656"/>
                  </a:lnTo>
                  <a:lnTo>
                    <a:pt x="896169" y="1376673"/>
                  </a:lnTo>
                  <a:lnTo>
                    <a:pt x="988099" y="1368285"/>
                  </a:lnTo>
                  <a:lnTo>
                    <a:pt x="1079510" y="1358527"/>
                  </a:lnTo>
                  <a:lnTo>
                    <a:pt x="1167500" y="1347411"/>
                  </a:lnTo>
                  <a:lnTo>
                    <a:pt x="1250249" y="1334904"/>
                  </a:lnTo>
                  <a:lnTo>
                    <a:pt x="1326893" y="1320916"/>
                  </a:lnTo>
                  <a:lnTo>
                    <a:pt x="1397303" y="1305293"/>
                  </a:lnTo>
                  <a:lnTo>
                    <a:pt x="1461863" y="1287818"/>
                  </a:lnTo>
                  <a:lnTo>
                    <a:pt x="1521276" y="1268223"/>
                  </a:lnTo>
                  <a:lnTo>
                    <a:pt x="1576415" y="1246197"/>
                  </a:lnTo>
                  <a:lnTo>
                    <a:pt x="1628220" y="1221421"/>
                  </a:lnTo>
                  <a:lnTo>
                    <a:pt x="1677608" y="1193615"/>
                  </a:lnTo>
                  <a:lnTo>
                    <a:pt x="1719082" y="1166945"/>
                  </a:lnTo>
                  <a:lnTo>
                    <a:pt x="1763757" y="1134894"/>
                  </a:lnTo>
                  <a:lnTo>
                    <a:pt x="1807995" y="1099883"/>
                  </a:lnTo>
                  <a:lnTo>
                    <a:pt x="1852187" y="1061860"/>
                  </a:lnTo>
                  <a:lnTo>
                    <a:pt x="1896612" y="1020854"/>
                  </a:lnTo>
                  <a:lnTo>
                    <a:pt x="1941455" y="976984"/>
                  </a:lnTo>
                  <a:lnTo>
                    <a:pt x="1986813" y="930469"/>
                  </a:lnTo>
                  <a:lnTo>
                    <a:pt x="2032707" y="881624"/>
                  </a:lnTo>
                  <a:lnTo>
                    <a:pt x="2079089" y="830860"/>
                  </a:lnTo>
                  <a:lnTo>
                    <a:pt x="2125859" y="778672"/>
                  </a:lnTo>
                  <a:lnTo>
                    <a:pt x="2172874" y="725618"/>
                  </a:lnTo>
                  <a:lnTo>
                    <a:pt x="2219966" y="672297"/>
                  </a:lnTo>
                  <a:lnTo>
                    <a:pt x="2266959" y="619321"/>
                  </a:lnTo>
                  <a:lnTo>
                    <a:pt x="2313687" y="567284"/>
                  </a:lnTo>
                  <a:lnTo>
                    <a:pt x="2360012" y="516738"/>
                  </a:lnTo>
                  <a:lnTo>
                    <a:pt x="2405838" y="468169"/>
                  </a:lnTo>
                  <a:lnTo>
                    <a:pt x="2451128" y="421974"/>
                  </a:lnTo>
                  <a:lnTo>
                    <a:pt x="2495911" y="378459"/>
                  </a:lnTo>
                  <a:lnTo>
                    <a:pt x="2540295" y="337827"/>
                  </a:lnTo>
                  <a:lnTo>
                    <a:pt x="2584475" y="300187"/>
                  </a:lnTo>
                  <a:lnTo>
                    <a:pt x="2628744" y="265557"/>
                  </a:lnTo>
                  <a:lnTo>
                    <a:pt x="2667772" y="237744"/>
                  </a:lnTo>
                  <a:lnTo>
                    <a:pt x="2715727" y="207181"/>
                  </a:lnTo>
                  <a:lnTo>
                    <a:pt x="2765387" y="179792"/>
                  </a:lnTo>
                  <a:lnTo>
                    <a:pt x="2817582" y="155401"/>
                  </a:lnTo>
                  <a:lnTo>
                    <a:pt x="2873238" y="133718"/>
                  </a:lnTo>
                  <a:lnTo>
                    <a:pt x="2933289" y="114423"/>
                  </a:lnTo>
                  <a:lnTo>
                    <a:pt x="2998595" y="97210"/>
                  </a:lnTo>
                  <a:lnTo>
                    <a:pt x="3069824" y="81816"/>
                  </a:lnTo>
                  <a:lnTo>
                    <a:pt x="3147303" y="68033"/>
                  </a:lnTo>
                  <a:lnTo>
                    <a:pt x="3230820" y="55716"/>
                  </a:lnTo>
                  <a:lnTo>
                    <a:pt x="3319395" y="44782"/>
                  </a:lnTo>
                  <a:lnTo>
                    <a:pt x="3411066" y="35205"/>
                  </a:lnTo>
                  <a:lnTo>
                    <a:pt x="3502790" y="27003"/>
                  </a:lnTo>
                  <a:lnTo>
                    <a:pt x="3590563" y="20208"/>
                  </a:lnTo>
                  <a:lnTo>
                    <a:pt x="3669879" y="14840"/>
                  </a:lnTo>
                  <a:lnTo>
                    <a:pt x="3736502" y="10862"/>
                  </a:lnTo>
                  <a:lnTo>
                    <a:pt x="3787404" y="8161"/>
                  </a:lnTo>
                  <a:lnTo>
                    <a:pt x="3821554" y="6541"/>
                  </a:lnTo>
                  <a:lnTo>
                    <a:pt x="3840301" y="5742"/>
                  </a:lnTo>
                  <a:lnTo>
                    <a:pt x="3847287" y="54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3" y="5482"/>
                  </a:lnTo>
                  <a:lnTo>
                    <a:pt x="4396476" y="5750"/>
                  </a:lnTo>
                  <a:lnTo>
                    <a:pt x="4417286" y="6492"/>
                  </a:lnTo>
                  <a:lnTo>
                    <a:pt x="4453931" y="7947"/>
                  </a:lnTo>
                  <a:lnTo>
                    <a:pt x="4507423" y="10327"/>
                  </a:lnTo>
                  <a:lnTo>
                    <a:pt x="4576389" y="13784"/>
                  </a:lnTo>
                  <a:lnTo>
                    <a:pt x="4657534" y="18402"/>
                  </a:lnTo>
                  <a:lnTo>
                    <a:pt x="4746481" y="24201"/>
                  </a:lnTo>
                  <a:lnTo>
                    <a:pt x="4838718" y="31165"/>
                  </a:lnTo>
                  <a:lnTo>
                    <a:pt x="4930340" y="39264"/>
                  </a:lnTo>
                  <a:lnTo>
                    <a:pt x="5018451" y="48489"/>
                  </a:lnTo>
                  <a:lnTo>
                    <a:pt x="5101247" y="58869"/>
                  </a:lnTo>
                  <a:lnTo>
                    <a:pt x="5177885" y="70482"/>
                  </a:lnTo>
                  <a:lnTo>
                    <a:pt x="5248258" y="83456"/>
                  </a:lnTo>
                  <a:lnTo>
                    <a:pt x="5312771" y="97974"/>
                  </a:lnTo>
                  <a:lnTo>
                    <a:pt x="5372143" y="114262"/>
                  </a:lnTo>
                  <a:lnTo>
                    <a:pt x="5427259" y="132577"/>
                  </a:lnTo>
                  <a:lnTo>
                    <a:pt x="5479070" y="153186"/>
                  </a:lnTo>
                  <a:lnTo>
                    <a:pt x="5528497" y="176318"/>
                  </a:lnTo>
                  <a:lnTo>
                    <a:pt x="5567201" y="196910"/>
                  </a:lnTo>
                  <a:lnTo>
                    <a:pt x="5613812" y="224534"/>
                  </a:lnTo>
                  <a:lnTo>
                    <a:pt x="5659966" y="254819"/>
                  </a:lnTo>
                  <a:lnTo>
                    <a:pt x="5706101" y="287807"/>
                  </a:lnTo>
                  <a:lnTo>
                    <a:pt x="5752522" y="323464"/>
                  </a:lnTo>
                  <a:lnTo>
                    <a:pt x="5799422" y="361663"/>
                  </a:lnTo>
                  <a:lnTo>
                    <a:pt x="5846893" y="402182"/>
                  </a:lnTo>
                  <a:lnTo>
                    <a:pt x="5894941" y="444703"/>
                  </a:lnTo>
                  <a:lnTo>
                    <a:pt x="5943493" y="488818"/>
                  </a:lnTo>
                  <a:lnTo>
                    <a:pt x="5992416" y="534041"/>
                  </a:lnTo>
                  <a:lnTo>
                    <a:pt x="6041537" y="579834"/>
                  </a:lnTo>
                  <a:lnTo>
                    <a:pt x="6090658" y="625627"/>
                  </a:lnTo>
                  <a:lnTo>
                    <a:pt x="6139581" y="670850"/>
                  </a:lnTo>
                  <a:lnTo>
                    <a:pt x="6188133" y="714965"/>
                  </a:lnTo>
                  <a:lnTo>
                    <a:pt x="6236181" y="757487"/>
                  </a:lnTo>
                  <a:lnTo>
                    <a:pt x="6283653" y="798007"/>
                  </a:lnTo>
                  <a:lnTo>
                    <a:pt x="6330553" y="836207"/>
                  </a:lnTo>
                  <a:lnTo>
                    <a:pt x="6376974" y="871865"/>
                  </a:lnTo>
                  <a:lnTo>
                    <a:pt x="6423109" y="904854"/>
                  </a:lnTo>
                  <a:lnTo>
                    <a:pt x="6469263" y="935140"/>
                  </a:lnTo>
                  <a:lnTo>
                    <a:pt x="6515891" y="962775"/>
                  </a:lnTo>
                  <a:lnTo>
                    <a:pt x="6563993" y="988037"/>
                  </a:lnTo>
                  <a:lnTo>
                    <a:pt x="6613812" y="1010668"/>
                  </a:lnTo>
                  <a:lnTo>
                    <a:pt x="6666187" y="1030814"/>
                  </a:lnTo>
                  <a:lnTo>
                    <a:pt x="6722052" y="1048717"/>
                  </a:lnTo>
                  <a:lnTo>
                    <a:pt x="6782351" y="1064644"/>
                  </a:lnTo>
                  <a:lnTo>
                    <a:pt x="6847947" y="1078848"/>
                  </a:lnTo>
                  <a:lnTo>
                    <a:pt x="6919511" y="1091547"/>
                  </a:lnTo>
                  <a:lnTo>
                    <a:pt x="6997365" y="1102912"/>
                  </a:lnTo>
                  <a:lnTo>
                    <a:pt x="7081280" y="1113065"/>
                  </a:lnTo>
                  <a:lnTo>
                    <a:pt x="7170242" y="1122072"/>
                  </a:lnTo>
                  <a:lnTo>
                    <a:pt x="7262243" y="1129954"/>
                  </a:lnTo>
                  <a:lnTo>
                    <a:pt x="7354176" y="1136695"/>
                  </a:lnTo>
                  <a:lnTo>
                    <a:pt x="7441976" y="1142267"/>
                  </a:lnTo>
                  <a:lnTo>
                    <a:pt x="7521090" y="1146657"/>
                  </a:lnTo>
                  <a:lnTo>
                    <a:pt x="7587276" y="1149897"/>
                  </a:lnTo>
                  <a:lnTo>
                    <a:pt x="7637552" y="1152085"/>
                  </a:lnTo>
                  <a:lnTo>
                    <a:pt x="7670985" y="1153385"/>
                  </a:lnTo>
                  <a:lnTo>
                    <a:pt x="7689057" y="1154016"/>
                  </a:lnTo>
                  <a:lnTo>
                    <a:pt x="7695558" y="1154221"/>
                  </a:lnTo>
                  <a:lnTo>
                    <a:pt x="7696237" y="1154241"/>
                  </a:lnTo>
                  <a:lnTo>
                    <a:pt x="8234974" y="1154241"/>
                  </a:lnTo>
                  <a:lnTo>
                    <a:pt x="8234974" y="1148796"/>
                  </a:lnTo>
                  <a:lnTo>
                    <a:pt x="7696237" y="1148796"/>
                  </a:lnTo>
                  <a:lnTo>
                    <a:pt x="7694959" y="1148759"/>
                  </a:lnTo>
                  <a:lnTo>
                    <a:pt x="7686617" y="1148490"/>
                  </a:lnTo>
                  <a:lnTo>
                    <a:pt x="7665807" y="1147749"/>
                  </a:lnTo>
                  <a:lnTo>
                    <a:pt x="7629161" y="1146293"/>
                  </a:lnTo>
                  <a:lnTo>
                    <a:pt x="7575669" y="1143913"/>
                  </a:lnTo>
                  <a:lnTo>
                    <a:pt x="7506703" y="1140457"/>
                  </a:lnTo>
                  <a:lnTo>
                    <a:pt x="7425559" y="1135839"/>
                  </a:lnTo>
                  <a:lnTo>
                    <a:pt x="7336612" y="1130039"/>
                  </a:lnTo>
                  <a:lnTo>
                    <a:pt x="7244374" y="1123075"/>
                  </a:lnTo>
                  <a:lnTo>
                    <a:pt x="7152752" y="1114976"/>
                  </a:lnTo>
                  <a:lnTo>
                    <a:pt x="7064641" y="1105751"/>
                  </a:lnTo>
                  <a:lnTo>
                    <a:pt x="6981845" y="1095371"/>
                  </a:lnTo>
                  <a:lnTo>
                    <a:pt x="6905208" y="1083759"/>
                  </a:lnTo>
                  <a:lnTo>
                    <a:pt x="6834834" y="1070784"/>
                  </a:lnTo>
                  <a:lnTo>
                    <a:pt x="6770321" y="1056266"/>
                  </a:lnTo>
                  <a:lnTo>
                    <a:pt x="6710950" y="1039979"/>
                  </a:lnTo>
                  <a:lnTo>
                    <a:pt x="6655833" y="1021663"/>
                  </a:lnTo>
                  <a:lnTo>
                    <a:pt x="6604022" y="1001054"/>
                  </a:lnTo>
                  <a:lnTo>
                    <a:pt x="6554595" y="977922"/>
                  </a:lnTo>
                  <a:lnTo>
                    <a:pt x="6515891" y="957330"/>
                  </a:lnTo>
                  <a:lnTo>
                    <a:pt x="6469281" y="929706"/>
                  </a:lnTo>
                  <a:lnTo>
                    <a:pt x="6423126" y="899422"/>
                  </a:lnTo>
                  <a:lnTo>
                    <a:pt x="6376991" y="866433"/>
                  </a:lnTo>
                  <a:lnTo>
                    <a:pt x="6330570" y="830776"/>
                  </a:lnTo>
                  <a:lnTo>
                    <a:pt x="6283671" y="792577"/>
                  </a:lnTo>
                  <a:lnTo>
                    <a:pt x="6236199" y="752058"/>
                  </a:lnTo>
                  <a:lnTo>
                    <a:pt x="6188152" y="709537"/>
                  </a:lnTo>
                  <a:lnTo>
                    <a:pt x="6139600" y="665423"/>
                  </a:lnTo>
                  <a:lnTo>
                    <a:pt x="6090676" y="620199"/>
                  </a:lnTo>
                  <a:lnTo>
                    <a:pt x="6041555" y="574406"/>
                  </a:lnTo>
                  <a:lnTo>
                    <a:pt x="5992435" y="528614"/>
                  </a:lnTo>
                  <a:lnTo>
                    <a:pt x="5943511" y="483390"/>
                  </a:lnTo>
                  <a:lnTo>
                    <a:pt x="5894959" y="439275"/>
                  </a:lnTo>
                  <a:lnTo>
                    <a:pt x="5846911" y="396753"/>
                  </a:lnTo>
                  <a:lnTo>
                    <a:pt x="5799440" y="356233"/>
                  </a:lnTo>
                  <a:lnTo>
                    <a:pt x="5752540" y="318033"/>
                  </a:lnTo>
                  <a:lnTo>
                    <a:pt x="5706119" y="282376"/>
                  </a:lnTo>
                  <a:lnTo>
                    <a:pt x="5659984" y="249386"/>
                  </a:lnTo>
                  <a:lnTo>
                    <a:pt x="5613829" y="219100"/>
                  </a:lnTo>
                  <a:lnTo>
                    <a:pt x="5567201" y="191466"/>
                  </a:lnTo>
                  <a:lnTo>
                    <a:pt x="5519100" y="166203"/>
                  </a:lnTo>
                  <a:lnTo>
                    <a:pt x="5469280" y="143572"/>
                  </a:lnTo>
                  <a:lnTo>
                    <a:pt x="5416905" y="123426"/>
                  </a:lnTo>
                  <a:lnTo>
                    <a:pt x="5361040" y="105523"/>
                  </a:lnTo>
                  <a:lnTo>
                    <a:pt x="5300742" y="89596"/>
                  </a:lnTo>
                  <a:lnTo>
                    <a:pt x="5235146" y="75393"/>
                  </a:lnTo>
                  <a:lnTo>
                    <a:pt x="5163581" y="62694"/>
                  </a:lnTo>
                  <a:lnTo>
                    <a:pt x="5085727" y="51328"/>
                  </a:lnTo>
                  <a:lnTo>
                    <a:pt x="5001812" y="41175"/>
                  </a:lnTo>
                  <a:lnTo>
                    <a:pt x="4912850" y="32168"/>
                  </a:lnTo>
                  <a:lnTo>
                    <a:pt x="4820850" y="24287"/>
                  </a:lnTo>
                  <a:lnTo>
                    <a:pt x="4728916" y="17546"/>
                  </a:lnTo>
                  <a:lnTo>
                    <a:pt x="4641116" y="11973"/>
                  </a:lnTo>
                  <a:lnTo>
                    <a:pt x="4562002" y="7583"/>
                  </a:lnTo>
                  <a:lnTo>
                    <a:pt x="4495817" y="4343"/>
                  </a:lnTo>
                  <a:lnTo>
                    <a:pt x="4445541" y="2156"/>
                  </a:lnTo>
                  <a:lnTo>
                    <a:pt x="4412107" y="856"/>
                  </a:lnTo>
                  <a:lnTo>
                    <a:pt x="4394035" y="224"/>
                  </a:lnTo>
                  <a:lnTo>
                    <a:pt x="4387535" y="1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1" y="45"/>
                  </a:lnTo>
                  <a:lnTo>
                    <a:pt x="3838581" y="367"/>
                  </a:lnTo>
                  <a:lnTo>
                    <a:pt x="3817943" y="1259"/>
                  </a:lnTo>
                  <a:lnTo>
                    <a:pt x="3781583" y="3009"/>
                  </a:lnTo>
                  <a:lnTo>
                    <a:pt x="3728474" y="5871"/>
                  </a:lnTo>
                  <a:lnTo>
                    <a:pt x="3659946" y="10030"/>
                  </a:lnTo>
                  <a:lnTo>
                    <a:pt x="3579242" y="15588"/>
                  </a:lnTo>
                  <a:lnTo>
                    <a:pt x="3490685" y="22572"/>
                  </a:lnTo>
                  <a:lnTo>
                    <a:pt x="3398755" y="30959"/>
                  </a:lnTo>
                  <a:lnTo>
                    <a:pt x="3307345" y="40717"/>
                  </a:lnTo>
                  <a:lnTo>
                    <a:pt x="3219355" y="51833"/>
                  </a:lnTo>
                  <a:lnTo>
                    <a:pt x="3136606" y="64340"/>
                  </a:lnTo>
                  <a:lnTo>
                    <a:pt x="3059962" y="78328"/>
                  </a:lnTo>
                  <a:lnTo>
                    <a:pt x="2989552" y="93951"/>
                  </a:lnTo>
                  <a:lnTo>
                    <a:pt x="2924991" y="111426"/>
                  </a:lnTo>
                  <a:lnTo>
                    <a:pt x="2865579" y="131022"/>
                  </a:lnTo>
                  <a:lnTo>
                    <a:pt x="2810439" y="153047"/>
                  </a:lnTo>
                  <a:lnTo>
                    <a:pt x="2758635" y="177823"/>
                  </a:lnTo>
                  <a:lnTo>
                    <a:pt x="2709247" y="205629"/>
                  </a:lnTo>
                  <a:lnTo>
                    <a:pt x="2667772" y="232300"/>
                  </a:lnTo>
                  <a:lnTo>
                    <a:pt x="2623098" y="264350"/>
                  </a:lnTo>
                  <a:lnTo>
                    <a:pt x="2578860" y="299361"/>
                  </a:lnTo>
                  <a:lnTo>
                    <a:pt x="2534668" y="337384"/>
                  </a:lnTo>
                  <a:lnTo>
                    <a:pt x="2490242" y="378390"/>
                  </a:lnTo>
                  <a:lnTo>
                    <a:pt x="2445399" y="422260"/>
                  </a:lnTo>
                  <a:lnTo>
                    <a:pt x="2400041" y="468775"/>
                  </a:lnTo>
                  <a:lnTo>
                    <a:pt x="2354148" y="517620"/>
                  </a:lnTo>
                  <a:lnTo>
                    <a:pt x="2307765" y="568384"/>
                  </a:lnTo>
                  <a:lnTo>
                    <a:pt x="2260995" y="620572"/>
                  </a:lnTo>
                  <a:lnTo>
                    <a:pt x="2213980" y="673626"/>
                  </a:lnTo>
                  <a:lnTo>
                    <a:pt x="2166889" y="726947"/>
                  </a:lnTo>
                  <a:lnTo>
                    <a:pt x="2119896" y="779924"/>
                  </a:lnTo>
                  <a:lnTo>
                    <a:pt x="2073168" y="831960"/>
                  </a:lnTo>
                  <a:lnTo>
                    <a:pt x="2026843" y="882506"/>
                  </a:lnTo>
                  <a:lnTo>
                    <a:pt x="1981016" y="931076"/>
                  </a:lnTo>
                  <a:lnTo>
                    <a:pt x="1935726" y="977270"/>
                  </a:lnTo>
                  <a:lnTo>
                    <a:pt x="1890943" y="1020786"/>
                  </a:lnTo>
                  <a:lnTo>
                    <a:pt x="1846560" y="1061417"/>
                  </a:lnTo>
                  <a:lnTo>
                    <a:pt x="1802380" y="1099057"/>
                  </a:lnTo>
                  <a:lnTo>
                    <a:pt x="1758110" y="1133687"/>
                  </a:lnTo>
                  <a:lnTo>
                    <a:pt x="1719082" y="1161500"/>
                  </a:lnTo>
                  <a:lnTo>
                    <a:pt x="1671127" y="1192063"/>
                  </a:lnTo>
                  <a:lnTo>
                    <a:pt x="1621467" y="1219452"/>
                  </a:lnTo>
                  <a:lnTo>
                    <a:pt x="1569272" y="1243843"/>
                  </a:lnTo>
                  <a:lnTo>
                    <a:pt x="1513617" y="1265526"/>
                  </a:lnTo>
                  <a:lnTo>
                    <a:pt x="1453565" y="1284821"/>
                  </a:lnTo>
                  <a:lnTo>
                    <a:pt x="1388260" y="1302035"/>
                  </a:lnTo>
                  <a:lnTo>
                    <a:pt x="1317031" y="1317429"/>
                  </a:lnTo>
                  <a:lnTo>
                    <a:pt x="1239552" y="1331212"/>
                  </a:lnTo>
                  <a:lnTo>
                    <a:pt x="1156034" y="1343529"/>
                  </a:lnTo>
                  <a:lnTo>
                    <a:pt x="1067460" y="1354463"/>
                  </a:lnTo>
                  <a:lnTo>
                    <a:pt x="975789" y="1364039"/>
                  </a:lnTo>
                  <a:lnTo>
                    <a:pt x="884065" y="1372242"/>
                  </a:lnTo>
                  <a:lnTo>
                    <a:pt x="796292" y="1379036"/>
                  </a:lnTo>
                  <a:lnTo>
                    <a:pt x="716976" y="1384404"/>
                  </a:lnTo>
                  <a:lnTo>
                    <a:pt x="650352" y="1388382"/>
                  </a:lnTo>
                  <a:lnTo>
                    <a:pt x="599450" y="1391083"/>
                  </a:lnTo>
                  <a:lnTo>
                    <a:pt x="565300" y="1392703"/>
                  </a:lnTo>
                  <a:lnTo>
                    <a:pt x="546554" y="1393502"/>
                  </a:lnTo>
                  <a:lnTo>
                    <a:pt x="539567" y="1393771"/>
                  </a:lnTo>
                  <a:lnTo>
                    <a:pt x="538736" y="1393800"/>
                  </a:lnTo>
                  <a:lnTo>
                    <a:pt x="0" y="139380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36" name="pl936"/>
            <p:cNvSpPr/>
            <p:nvPr/>
          </p:nvSpPr>
          <p:spPr>
            <a:xfrm>
              <a:off x="546595" y="2166036"/>
              <a:ext cx="8234974" cy="1393800"/>
            </a:xfrm>
            <a:custGeom>
              <a:avLst/>
              <a:pathLst>
                <a:path w="8234974" h="1393800">
                  <a:moveTo>
                    <a:pt x="0" y="1393800"/>
                  </a:moveTo>
                  <a:lnTo>
                    <a:pt x="538736" y="1393800"/>
                  </a:lnTo>
                  <a:lnTo>
                    <a:pt x="540003" y="1393755"/>
                  </a:lnTo>
                  <a:lnTo>
                    <a:pt x="548274" y="1393433"/>
                  </a:lnTo>
                  <a:lnTo>
                    <a:pt x="568912" y="1392541"/>
                  </a:lnTo>
                  <a:lnTo>
                    <a:pt x="605272" y="1390791"/>
                  </a:lnTo>
                  <a:lnTo>
                    <a:pt x="658381" y="1387929"/>
                  </a:lnTo>
                  <a:lnTo>
                    <a:pt x="726908" y="1383770"/>
                  </a:lnTo>
                  <a:lnTo>
                    <a:pt x="807613" y="1378212"/>
                  </a:lnTo>
                  <a:lnTo>
                    <a:pt x="896169" y="1371228"/>
                  </a:lnTo>
                  <a:lnTo>
                    <a:pt x="988099" y="1362840"/>
                  </a:lnTo>
                  <a:lnTo>
                    <a:pt x="1079510" y="1353082"/>
                  </a:lnTo>
                  <a:lnTo>
                    <a:pt x="1167500" y="1341966"/>
                  </a:lnTo>
                  <a:lnTo>
                    <a:pt x="1250249" y="1329460"/>
                  </a:lnTo>
                  <a:lnTo>
                    <a:pt x="1326893" y="1315472"/>
                  </a:lnTo>
                  <a:lnTo>
                    <a:pt x="1397303" y="1299848"/>
                  </a:lnTo>
                  <a:lnTo>
                    <a:pt x="1461863" y="1282374"/>
                  </a:lnTo>
                  <a:lnTo>
                    <a:pt x="1521276" y="1262778"/>
                  </a:lnTo>
                  <a:lnTo>
                    <a:pt x="1576415" y="1240752"/>
                  </a:lnTo>
                  <a:lnTo>
                    <a:pt x="1628220" y="1215977"/>
                  </a:lnTo>
                  <a:lnTo>
                    <a:pt x="1677608" y="1188171"/>
                  </a:lnTo>
                  <a:lnTo>
                    <a:pt x="1719082" y="1161500"/>
                  </a:lnTo>
                  <a:lnTo>
                    <a:pt x="1763757" y="1129450"/>
                  </a:lnTo>
                  <a:lnTo>
                    <a:pt x="1807995" y="1094439"/>
                  </a:lnTo>
                  <a:lnTo>
                    <a:pt x="1852187" y="1056416"/>
                  </a:lnTo>
                  <a:lnTo>
                    <a:pt x="1896612" y="1015410"/>
                  </a:lnTo>
                  <a:lnTo>
                    <a:pt x="1941455" y="971540"/>
                  </a:lnTo>
                  <a:lnTo>
                    <a:pt x="1986813" y="925024"/>
                  </a:lnTo>
                  <a:lnTo>
                    <a:pt x="2032707" y="876179"/>
                  </a:lnTo>
                  <a:lnTo>
                    <a:pt x="2079089" y="825416"/>
                  </a:lnTo>
                  <a:lnTo>
                    <a:pt x="2125859" y="773228"/>
                  </a:lnTo>
                  <a:lnTo>
                    <a:pt x="2172874" y="720174"/>
                  </a:lnTo>
                  <a:lnTo>
                    <a:pt x="2219966" y="666853"/>
                  </a:lnTo>
                  <a:lnTo>
                    <a:pt x="2266959" y="613876"/>
                  </a:lnTo>
                  <a:lnTo>
                    <a:pt x="2313687" y="561839"/>
                  </a:lnTo>
                  <a:lnTo>
                    <a:pt x="2360012" y="511294"/>
                  </a:lnTo>
                  <a:lnTo>
                    <a:pt x="2405838" y="462724"/>
                  </a:lnTo>
                  <a:lnTo>
                    <a:pt x="2451128" y="416530"/>
                  </a:lnTo>
                  <a:lnTo>
                    <a:pt x="2495911" y="373014"/>
                  </a:lnTo>
                  <a:lnTo>
                    <a:pt x="2540295" y="332382"/>
                  </a:lnTo>
                  <a:lnTo>
                    <a:pt x="2584475" y="294743"/>
                  </a:lnTo>
                  <a:lnTo>
                    <a:pt x="2628744" y="260113"/>
                  </a:lnTo>
                  <a:lnTo>
                    <a:pt x="2667772" y="232300"/>
                  </a:lnTo>
                  <a:lnTo>
                    <a:pt x="2715727" y="201737"/>
                  </a:lnTo>
                  <a:lnTo>
                    <a:pt x="2765387" y="174348"/>
                  </a:lnTo>
                  <a:lnTo>
                    <a:pt x="2817582" y="149957"/>
                  </a:lnTo>
                  <a:lnTo>
                    <a:pt x="2873238" y="128274"/>
                  </a:lnTo>
                  <a:lnTo>
                    <a:pt x="2933289" y="108978"/>
                  </a:lnTo>
                  <a:lnTo>
                    <a:pt x="2998595" y="91765"/>
                  </a:lnTo>
                  <a:lnTo>
                    <a:pt x="3069824" y="76371"/>
                  </a:lnTo>
                  <a:lnTo>
                    <a:pt x="3147303" y="62588"/>
                  </a:lnTo>
                  <a:lnTo>
                    <a:pt x="3230820" y="50271"/>
                  </a:lnTo>
                  <a:lnTo>
                    <a:pt x="3319395" y="39337"/>
                  </a:lnTo>
                  <a:lnTo>
                    <a:pt x="3411066" y="29760"/>
                  </a:lnTo>
                  <a:lnTo>
                    <a:pt x="3502790" y="21558"/>
                  </a:lnTo>
                  <a:lnTo>
                    <a:pt x="3590563" y="14764"/>
                  </a:lnTo>
                  <a:lnTo>
                    <a:pt x="3669879" y="9396"/>
                  </a:lnTo>
                  <a:lnTo>
                    <a:pt x="3736502" y="5417"/>
                  </a:lnTo>
                  <a:lnTo>
                    <a:pt x="3787404" y="2716"/>
                  </a:lnTo>
                  <a:lnTo>
                    <a:pt x="3821554" y="1097"/>
                  </a:lnTo>
                  <a:lnTo>
                    <a:pt x="3840301" y="298"/>
                  </a:lnTo>
                  <a:lnTo>
                    <a:pt x="3847287" y="2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3" y="37"/>
                  </a:lnTo>
                  <a:lnTo>
                    <a:pt x="4396476" y="305"/>
                  </a:lnTo>
                  <a:lnTo>
                    <a:pt x="4417286" y="1047"/>
                  </a:lnTo>
                  <a:lnTo>
                    <a:pt x="4453931" y="2503"/>
                  </a:lnTo>
                  <a:lnTo>
                    <a:pt x="4507423" y="4882"/>
                  </a:lnTo>
                  <a:lnTo>
                    <a:pt x="4576389" y="8339"/>
                  </a:lnTo>
                  <a:lnTo>
                    <a:pt x="4657534" y="12957"/>
                  </a:lnTo>
                  <a:lnTo>
                    <a:pt x="4746481" y="18757"/>
                  </a:lnTo>
                  <a:lnTo>
                    <a:pt x="4838718" y="25720"/>
                  </a:lnTo>
                  <a:lnTo>
                    <a:pt x="4930340" y="33819"/>
                  </a:lnTo>
                  <a:lnTo>
                    <a:pt x="5018451" y="43045"/>
                  </a:lnTo>
                  <a:lnTo>
                    <a:pt x="5101247" y="53425"/>
                  </a:lnTo>
                  <a:lnTo>
                    <a:pt x="5177885" y="65037"/>
                  </a:lnTo>
                  <a:lnTo>
                    <a:pt x="5248258" y="78011"/>
                  </a:lnTo>
                  <a:lnTo>
                    <a:pt x="5312771" y="92529"/>
                  </a:lnTo>
                  <a:lnTo>
                    <a:pt x="5372143" y="108817"/>
                  </a:lnTo>
                  <a:lnTo>
                    <a:pt x="5427259" y="127133"/>
                  </a:lnTo>
                  <a:lnTo>
                    <a:pt x="5479070" y="147742"/>
                  </a:lnTo>
                  <a:lnTo>
                    <a:pt x="5528497" y="170874"/>
                  </a:lnTo>
                  <a:lnTo>
                    <a:pt x="5567201" y="191466"/>
                  </a:lnTo>
                  <a:lnTo>
                    <a:pt x="5613812" y="219090"/>
                  </a:lnTo>
                  <a:lnTo>
                    <a:pt x="5659966" y="249374"/>
                  </a:lnTo>
                  <a:lnTo>
                    <a:pt x="5706101" y="282363"/>
                  </a:lnTo>
                  <a:lnTo>
                    <a:pt x="5752522" y="318020"/>
                  </a:lnTo>
                  <a:lnTo>
                    <a:pt x="5799422" y="356219"/>
                  </a:lnTo>
                  <a:lnTo>
                    <a:pt x="5846893" y="396738"/>
                  </a:lnTo>
                  <a:lnTo>
                    <a:pt x="5894941" y="439259"/>
                  </a:lnTo>
                  <a:lnTo>
                    <a:pt x="5943493" y="483373"/>
                  </a:lnTo>
                  <a:lnTo>
                    <a:pt x="5992416" y="528597"/>
                  </a:lnTo>
                  <a:lnTo>
                    <a:pt x="6041537" y="574389"/>
                  </a:lnTo>
                  <a:lnTo>
                    <a:pt x="6090658" y="620182"/>
                  </a:lnTo>
                  <a:lnTo>
                    <a:pt x="6139581" y="665406"/>
                  </a:lnTo>
                  <a:lnTo>
                    <a:pt x="6188133" y="709521"/>
                  </a:lnTo>
                  <a:lnTo>
                    <a:pt x="6236181" y="752042"/>
                  </a:lnTo>
                  <a:lnTo>
                    <a:pt x="6283653" y="792562"/>
                  </a:lnTo>
                  <a:lnTo>
                    <a:pt x="6330553" y="830762"/>
                  </a:lnTo>
                  <a:lnTo>
                    <a:pt x="6376974" y="866420"/>
                  </a:lnTo>
                  <a:lnTo>
                    <a:pt x="6423109" y="899410"/>
                  </a:lnTo>
                  <a:lnTo>
                    <a:pt x="6469263" y="929695"/>
                  </a:lnTo>
                  <a:lnTo>
                    <a:pt x="6515873" y="957320"/>
                  </a:lnTo>
                  <a:lnTo>
                    <a:pt x="6515891" y="957330"/>
                  </a:lnTo>
                  <a:lnTo>
                    <a:pt x="6563993" y="982593"/>
                  </a:lnTo>
                  <a:lnTo>
                    <a:pt x="6613812" y="1005224"/>
                  </a:lnTo>
                  <a:lnTo>
                    <a:pt x="6666187" y="1025370"/>
                  </a:lnTo>
                  <a:lnTo>
                    <a:pt x="6722052" y="1043273"/>
                  </a:lnTo>
                  <a:lnTo>
                    <a:pt x="6782351" y="1059200"/>
                  </a:lnTo>
                  <a:lnTo>
                    <a:pt x="6847947" y="1073403"/>
                  </a:lnTo>
                  <a:lnTo>
                    <a:pt x="6919511" y="1086102"/>
                  </a:lnTo>
                  <a:lnTo>
                    <a:pt x="6997365" y="1097468"/>
                  </a:lnTo>
                  <a:lnTo>
                    <a:pt x="7081280" y="1107620"/>
                  </a:lnTo>
                  <a:lnTo>
                    <a:pt x="7170242" y="1116628"/>
                  </a:lnTo>
                  <a:lnTo>
                    <a:pt x="7262243" y="1124509"/>
                  </a:lnTo>
                  <a:lnTo>
                    <a:pt x="7354176" y="1131250"/>
                  </a:lnTo>
                  <a:lnTo>
                    <a:pt x="7441976" y="1136822"/>
                  </a:lnTo>
                  <a:lnTo>
                    <a:pt x="7521090" y="1141213"/>
                  </a:lnTo>
                  <a:lnTo>
                    <a:pt x="7587276" y="1144453"/>
                  </a:lnTo>
                  <a:lnTo>
                    <a:pt x="7637552" y="1146640"/>
                  </a:lnTo>
                  <a:lnTo>
                    <a:pt x="7670985" y="1147940"/>
                  </a:lnTo>
                  <a:lnTo>
                    <a:pt x="7689057" y="1148571"/>
                  </a:lnTo>
                  <a:lnTo>
                    <a:pt x="7695558" y="1148777"/>
                  </a:lnTo>
                  <a:lnTo>
                    <a:pt x="7696237" y="1148796"/>
                  </a:lnTo>
                  <a:lnTo>
                    <a:pt x="8234974" y="11487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7" name="pl937"/>
            <p:cNvSpPr/>
            <p:nvPr/>
          </p:nvSpPr>
          <p:spPr>
            <a:xfrm>
              <a:off x="546595" y="2160591"/>
              <a:ext cx="8234974" cy="1393800"/>
            </a:xfrm>
            <a:custGeom>
              <a:avLst/>
              <a:pathLst>
                <a:path w="8234974" h="1393800">
                  <a:moveTo>
                    <a:pt x="8234974" y="1148796"/>
                  </a:moveTo>
                  <a:lnTo>
                    <a:pt x="7696237" y="1148796"/>
                  </a:lnTo>
                  <a:lnTo>
                    <a:pt x="7694959" y="1148759"/>
                  </a:lnTo>
                  <a:lnTo>
                    <a:pt x="7686617" y="1148490"/>
                  </a:lnTo>
                  <a:lnTo>
                    <a:pt x="7665807" y="1147749"/>
                  </a:lnTo>
                  <a:lnTo>
                    <a:pt x="7629161" y="1146293"/>
                  </a:lnTo>
                  <a:lnTo>
                    <a:pt x="7575669" y="1143913"/>
                  </a:lnTo>
                  <a:lnTo>
                    <a:pt x="7506703" y="1140457"/>
                  </a:lnTo>
                  <a:lnTo>
                    <a:pt x="7425559" y="1135839"/>
                  </a:lnTo>
                  <a:lnTo>
                    <a:pt x="7336612" y="1130039"/>
                  </a:lnTo>
                  <a:lnTo>
                    <a:pt x="7244374" y="1123075"/>
                  </a:lnTo>
                  <a:lnTo>
                    <a:pt x="7152752" y="1114976"/>
                  </a:lnTo>
                  <a:lnTo>
                    <a:pt x="7064641" y="1105751"/>
                  </a:lnTo>
                  <a:lnTo>
                    <a:pt x="6981845" y="1095371"/>
                  </a:lnTo>
                  <a:lnTo>
                    <a:pt x="6905208" y="1083759"/>
                  </a:lnTo>
                  <a:lnTo>
                    <a:pt x="6834834" y="1070784"/>
                  </a:lnTo>
                  <a:lnTo>
                    <a:pt x="6770321" y="1056266"/>
                  </a:lnTo>
                  <a:lnTo>
                    <a:pt x="6710950" y="1039979"/>
                  </a:lnTo>
                  <a:lnTo>
                    <a:pt x="6655833" y="1021663"/>
                  </a:lnTo>
                  <a:lnTo>
                    <a:pt x="6604022" y="1001054"/>
                  </a:lnTo>
                  <a:lnTo>
                    <a:pt x="6554595" y="977922"/>
                  </a:lnTo>
                  <a:lnTo>
                    <a:pt x="6515891" y="957330"/>
                  </a:lnTo>
                  <a:lnTo>
                    <a:pt x="6469281" y="929706"/>
                  </a:lnTo>
                  <a:lnTo>
                    <a:pt x="6423126" y="899422"/>
                  </a:lnTo>
                  <a:lnTo>
                    <a:pt x="6376991" y="866433"/>
                  </a:lnTo>
                  <a:lnTo>
                    <a:pt x="6330570" y="830776"/>
                  </a:lnTo>
                  <a:lnTo>
                    <a:pt x="6283671" y="792577"/>
                  </a:lnTo>
                  <a:lnTo>
                    <a:pt x="6236199" y="752058"/>
                  </a:lnTo>
                  <a:lnTo>
                    <a:pt x="6188152" y="709537"/>
                  </a:lnTo>
                  <a:lnTo>
                    <a:pt x="6139600" y="665423"/>
                  </a:lnTo>
                  <a:lnTo>
                    <a:pt x="6090676" y="620199"/>
                  </a:lnTo>
                  <a:lnTo>
                    <a:pt x="6041555" y="574406"/>
                  </a:lnTo>
                  <a:lnTo>
                    <a:pt x="5992435" y="528614"/>
                  </a:lnTo>
                  <a:lnTo>
                    <a:pt x="5943511" y="483390"/>
                  </a:lnTo>
                  <a:lnTo>
                    <a:pt x="5894959" y="439275"/>
                  </a:lnTo>
                  <a:lnTo>
                    <a:pt x="5846911" y="396753"/>
                  </a:lnTo>
                  <a:lnTo>
                    <a:pt x="5799440" y="356233"/>
                  </a:lnTo>
                  <a:lnTo>
                    <a:pt x="5752540" y="318033"/>
                  </a:lnTo>
                  <a:lnTo>
                    <a:pt x="5706119" y="282376"/>
                  </a:lnTo>
                  <a:lnTo>
                    <a:pt x="5659984" y="249386"/>
                  </a:lnTo>
                  <a:lnTo>
                    <a:pt x="5613829" y="219100"/>
                  </a:lnTo>
                  <a:lnTo>
                    <a:pt x="5567219" y="191476"/>
                  </a:lnTo>
                  <a:lnTo>
                    <a:pt x="5567201" y="191466"/>
                  </a:lnTo>
                  <a:lnTo>
                    <a:pt x="5519100" y="166203"/>
                  </a:lnTo>
                  <a:lnTo>
                    <a:pt x="5469280" y="143572"/>
                  </a:lnTo>
                  <a:lnTo>
                    <a:pt x="5416905" y="123426"/>
                  </a:lnTo>
                  <a:lnTo>
                    <a:pt x="5361040" y="105523"/>
                  </a:lnTo>
                  <a:lnTo>
                    <a:pt x="5300742" y="89596"/>
                  </a:lnTo>
                  <a:lnTo>
                    <a:pt x="5235146" y="75393"/>
                  </a:lnTo>
                  <a:lnTo>
                    <a:pt x="5163581" y="62694"/>
                  </a:lnTo>
                  <a:lnTo>
                    <a:pt x="5085727" y="51328"/>
                  </a:lnTo>
                  <a:lnTo>
                    <a:pt x="5001812" y="41175"/>
                  </a:lnTo>
                  <a:lnTo>
                    <a:pt x="4912850" y="32168"/>
                  </a:lnTo>
                  <a:lnTo>
                    <a:pt x="4820850" y="24287"/>
                  </a:lnTo>
                  <a:lnTo>
                    <a:pt x="4728916" y="17546"/>
                  </a:lnTo>
                  <a:lnTo>
                    <a:pt x="4641116" y="11973"/>
                  </a:lnTo>
                  <a:lnTo>
                    <a:pt x="4562002" y="7583"/>
                  </a:lnTo>
                  <a:lnTo>
                    <a:pt x="4495817" y="4343"/>
                  </a:lnTo>
                  <a:lnTo>
                    <a:pt x="4445541" y="2156"/>
                  </a:lnTo>
                  <a:lnTo>
                    <a:pt x="4412107" y="856"/>
                  </a:lnTo>
                  <a:lnTo>
                    <a:pt x="4394035" y="224"/>
                  </a:lnTo>
                  <a:lnTo>
                    <a:pt x="4387535" y="1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1" y="45"/>
                  </a:lnTo>
                  <a:lnTo>
                    <a:pt x="3838581" y="367"/>
                  </a:lnTo>
                  <a:lnTo>
                    <a:pt x="3817943" y="1259"/>
                  </a:lnTo>
                  <a:lnTo>
                    <a:pt x="3781583" y="3009"/>
                  </a:lnTo>
                  <a:lnTo>
                    <a:pt x="3728474" y="5871"/>
                  </a:lnTo>
                  <a:lnTo>
                    <a:pt x="3659946" y="10030"/>
                  </a:lnTo>
                  <a:lnTo>
                    <a:pt x="3579242" y="15588"/>
                  </a:lnTo>
                  <a:lnTo>
                    <a:pt x="3490685" y="22572"/>
                  </a:lnTo>
                  <a:lnTo>
                    <a:pt x="3398755" y="30959"/>
                  </a:lnTo>
                  <a:lnTo>
                    <a:pt x="3307345" y="40717"/>
                  </a:lnTo>
                  <a:lnTo>
                    <a:pt x="3219355" y="51833"/>
                  </a:lnTo>
                  <a:lnTo>
                    <a:pt x="3136606" y="64340"/>
                  </a:lnTo>
                  <a:lnTo>
                    <a:pt x="3059962" y="78328"/>
                  </a:lnTo>
                  <a:lnTo>
                    <a:pt x="2989552" y="93951"/>
                  </a:lnTo>
                  <a:lnTo>
                    <a:pt x="2924991" y="111426"/>
                  </a:lnTo>
                  <a:lnTo>
                    <a:pt x="2865579" y="131022"/>
                  </a:lnTo>
                  <a:lnTo>
                    <a:pt x="2810439" y="153047"/>
                  </a:lnTo>
                  <a:lnTo>
                    <a:pt x="2758635" y="177823"/>
                  </a:lnTo>
                  <a:lnTo>
                    <a:pt x="2709247" y="205629"/>
                  </a:lnTo>
                  <a:lnTo>
                    <a:pt x="2667772" y="232300"/>
                  </a:lnTo>
                  <a:lnTo>
                    <a:pt x="2623098" y="264350"/>
                  </a:lnTo>
                  <a:lnTo>
                    <a:pt x="2578860" y="299361"/>
                  </a:lnTo>
                  <a:lnTo>
                    <a:pt x="2534668" y="337384"/>
                  </a:lnTo>
                  <a:lnTo>
                    <a:pt x="2490242" y="378390"/>
                  </a:lnTo>
                  <a:lnTo>
                    <a:pt x="2445399" y="422260"/>
                  </a:lnTo>
                  <a:lnTo>
                    <a:pt x="2400041" y="468775"/>
                  </a:lnTo>
                  <a:lnTo>
                    <a:pt x="2354148" y="517620"/>
                  </a:lnTo>
                  <a:lnTo>
                    <a:pt x="2307765" y="568384"/>
                  </a:lnTo>
                  <a:lnTo>
                    <a:pt x="2260995" y="620572"/>
                  </a:lnTo>
                  <a:lnTo>
                    <a:pt x="2213980" y="673626"/>
                  </a:lnTo>
                  <a:lnTo>
                    <a:pt x="2166889" y="726947"/>
                  </a:lnTo>
                  <a:lnTo>
                    <a:pt x="2119896" y="779924"/>
                  </a:lnTo>
                  <a:lnTo>
                    <a:pt x="2073168" y="831960"/>
                  </a:lnTo>
                  <a:lnTo>
                    <a:pt x="2026843" y="882506"/>
                  </a:lnTo>
                  <a:lnTo>
                    <a:pt x="1981016" y="931076"/>
                  </a:lnTo>
                  <a:lnTo>
                    <a:pt x="1935726" y="977270"/>
                  </a:lnTo>
                  <a:lnTo>
                    <a:pt x="1890943" y="1020786"/>
                  </a:lnTo>
                  <a:lnTo>
                    <a:pt x="1846560" y="1061417"/>
                  </a:lnTo>
                  <a:lnTo>
                    <a:pt x="1802380" y="1099057"/>
                  </a:lnTo>
                  <a:lnTo>
                    <a:pt x="1758110" y="1133687"/>
                  </a:lnTo>
                  <a:lnTo>
                    <a:pt x="1719082" y="1161500"/>
                  </a:lnTo>
                  <a:lnTo>
                    <a:pt x="1671127" y="1192063"/>
                  </a:lnTo>
                  <a:lnTo>
                    <a:pt x="1621467" y="1219452"/>
                  </a:lnTo>
                  <a:lnTo>
                    <a:pt x="1569272" y="1243843"/>
                  </a:lnTo>
                  <a:lnTo>
                    <a:pt x="1513617" y="1265526"/>
                  </a:lnTo>
                  <a:lnTo>
                    <a:pt x="1453565" y="1284821"/>
                  </a:lnTo>
                  <a:lnTo>
                    <a:pt x="1388260" y="1302035"/>
                  </a:lnTo>
                  <a:lnTo>
                    <a:pt x="1317031" y="1317429"/>
                  </a:lnTo>
                  <a:lnTo>
                    <a:pt x="1239552" y="1331212"/>
                  </a:lnTo>
                  <a:lnTo>
                    <a:pt x="1156034" y="1343529"/>
                  </a:lnTo>
                  <a:lnTo>
                    <a:pt x="1067460" y="1354463"/>
                  </a:lnTo>
                  <a:lnTo>
                    <a:pt x="975789" y="1364039"/>
                  </a:lnTo>
                  <a:lnTo>
                    <a:pt x="884065" y="1372242"/>
                  </a:lnTo>
                  <a:lnTo>
                    <a:pt x="796292" y="1379036"/>
                  </a:lnTo>
                  <a:lnTo>
                    <a:pt x="716976" y="1384404"/>
                  </a:lnTo>
                  <a:lnTo>
                    <a:pt x="650352" y="1388382"/>
                  </a:lnTo>
                  <a:lnTo>
                    <a:pt x="599450" y="1391083"/>
                  </a:lnTo>
                  <a:lnTo>
                    <a:pt x="565300" y="1392703"/>
                  </a:lnTo>
                  <a:lnTo>
                    <a:pt x="546554" y="1393502"/>
                  </a:lnTo>
                  <a:lnTo>
                    <a:pt x="539567" y="1393771"/>
                  </a:lnTo>
                  <a:lnTo>
                    <a:pt x="538736" y="1393800"/>
                  </a:lnTo>
                  <a:lnTo>
                    <a:pt x="0" y="13938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8" name="pg938"/>
            <p:cNvSpPr/>
            <p:nvPr/>
          </p:nvSpPr>
          <p:spPr>
            <a:xfrm>
              <a:off x="546595" y="2182369"/>
              <a:ext cx="8234974" cy="1519025"/>
            </a:xfrm>
            <a:custGeom>
              <a:avLst/>
              <a:pathLst>
                <a:path w="8234974" h="1519025">
                  <a:moveTo>
                    <a:pt x="0" y="1382911"/>
                  </a:moveTo>
                  <a:lnTo>
                    <a:pt x="538736" y="1382911"/>
                  </a:lnTo>
                  <a:lnTo>
                    <a:pt x="540004" y="1382867"/>
                  </a:lnTo>
                  <a:lnTo>
                    <a:pt x="548280" y="1382548"/>
                  </a:lnTo>
                  <a:lnTo>
                    <a:pt x="568930" y="1381666"/>
                  </a:lnTo>
                  <a:lnTo>
                    <a:pt x="605311" y="1379935"/>
                  </a:lnTo>
                  <a:lnTo>
                    <a:pt x="658447" y="1377105"/>
                  </a:lnTo>
                  <a:lnTo>
                    <a:pt x="727006" y="1372992"/>
                  </a:lnTo>
                  <a:lnTo>
                    <a:pt x="807742" y="1367496"/>
                  </a:lnTo>
                  <a:lnTo>
                    <a:pt x="896327" y="1360590"/>
                  </a:lnTo>
                  <a:lnTo>
                    <a:pt x="988280" y="1352297"/>
                  </a:lnTo>
                  <a:lnTo>
                    <a:pt x="1079705" y="1342648"/>
                  </a:lnTo>
                  <a:lnTo>
                    <a:pt x="1167704" y="1331657"/>
                  </a:lnTo>
                  <a:lnTo>
                    <a:pt x="1250457" y="1319291"/>
                  </a:lnTo>
                  <a:lnTo>
                    <a:pt x="1327100" y="1305460"/>
                  </a:lnTo>
                  <a:lnTo>
                    <a:pt x="1397508" y="1290011"/>
                  </a:lnTo>
                  <a:lnTo>
                    <a:pt x="1462065" y="1272731"/>
                  </a:lnTo>
                  <a:lnTo>
                    <a:pt x="1521475" y="1253353"/>
                  </a:lnTo>
                  <a:lnTo>
                    <a:pt x="1576612" y="1231572"/>
                  </a:lnTo>
                  <a:lnTo>
                    <a:pt x="1628417" y="1207070"/>
                  </a:lnTo>
                  <a:lnTo>
                    <a:pt x="1677808" y="1179571"/>
                  </a:lnTo>
                  <a:lnTo>
                    <a:pt x="1719082" y="1153333"/>
                  </a:lnTo>
                  <a:lnTo>
                    <a:pt x="1763884" y="1121563"/>
                  </a:lnTo>
                  <a:lnTo>
                    <a:pt x="1808249" y="1086851"/>
                  </a:lnTo>
                  <a:lnTo>
                    <a:pt x="1852568" y="1049144"/>
                  </a:lnTo>
                  <a:lnTo>
                    <a:pt x="1897125" y="1008472"/>
                  </a:lnTo>
                  <a:lnTo>
                    <a:pt x="1942103" y="964957"/>
                  </a:lnTo>
                  <a:lnTo>
                    <a:pt x="1987600" y="918815"/>
                  </a:lnTo>
                  <a:lnTo>
                    <a:pt x="2033635" y="870365"/>
                  </a:lnTo>
                  <a:lnTo>
                    <a:pt x="2080160" y="820016"/>
                  </a:lnTo>
                  <a:lnTo>
                    <a:pt x="2127072" y="768264"/>
                  </a:lnTo>
                  <a:lnTo>
                    <a:pt x="2174227" y="715666"/>
                  </a:lnTo>
                  <a:lnTo>
                    <a:pt x="2221453" y="662820"/>
                  </a:lnTo>
                  <a:lnTo>
                    <a:pt x="2268575" y="610335"/>
                  </a:lnTo>
                  <a:lnTo>
                    <a:pt x="2315425" y="558805"/>
                  </a:lnTo>
                  <a:lnTo>
                    <a:pt x="2361865" y="508776"/>
                  </a:lnTo>
                  <a:lnTo>
                    <a:pt x="2407801" y="460728"/>
                  </a:lnTo>
                  <a:lnTo>
                    <a:pt x="2453197" y="415056"/>
                  </a:lnTo>
                  <a:lnTo>
                    <a:pt x="2498087" y="372059"/>
                  </a:lnTo>
                  <a:lnTo>
                    <a:pt x="2542582" y="331935"/>
                  </a:lnTo>
                  <a:lnTo>
                    <a:pt x="2586886" y="294789"/>
                  </a:lnTo>
                  <a:lnTo>
                    <a:pt x="2631298" y="260632"/>
                  </a:lnTo>
                  <a:lnTo>
                    <a:pt x="2667772" y="235022"/>
                  </a:lnTo>
                  <a:lnTo>
                    <a:pt x="2715738" y="204811"/>
                  </a:lnTo>
                  <a:lnTo>
                    <a:pt x="2765409" y="177738"/>
                  </a:lnTo>
                  <a:lnTo>
                    <a:pt x="2817618" y="153629"/>
                  </a:lnTo>
                  <a:lnTo>
                    <a:pt x="2873288" y="132198"/>
                  </a:lnTo>
                  <a:lnTo>
                    <a:pt x="2933357" y="113126"/>
                  </a:lnTo>
                  <a:lnTo>
                    <a:pt x="2998684" y="96113"/>
                  </a:lnTo>
                  <a:lnTo>
                    <a:pt x="3069937" y="80899"/>
                  </a:lnTo>
                  <a:lnTo>
                    <a:pt x="3147443" y="67277"/>
                  </a:lnTo>
                  <a:lnTo>
                    <a:pt x="3230989" y="55104"/>
                  </a:lnTo>
                  <a:lnTo>
                    <a:pt x="3319592" y="44299"/>
                  </a:lnTo>
                  <a:lnTo>
                    <a:pt x="3411287" y="34835"/>
                  </a:lnTo>
                  <a:lnTo>
                    <a:pt x="3503025" y="26731"/>
                  </a:lnTo>
                  <a:lnTo>
                    <a:pt x="3590801" y="20018"/>
                  </a:lnTo>
                  <a:lnTo>
                    <a:pt x="3670103" y="14716"/>
                  </a:lnTo>
                  <a:lnTo>
                    <a:pt x="3736695" y="10788"/>
                  </a:lnTo>
                  <a:lnTo>
                    <a:pt x="3787552" y="8122"/>
                  </a:lnTo>
                  <a:lnTo>
                    <a:pt x="3821650" y="6524"/>
                  </a:lnTo>
                  <a:lnTo>
                    <a:pt x="3840348" y="5737"/>
                  </a:lnTo>
                  <a:lnTo>
                    <a:pt x="3847299" y="54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6" y="5493"/>
                  </a:lnTo>
                  <a:lnTo>
                    <a:pt x="4396347" y="5841"/>
                  </a:lnTo>
                  <a:lnTo>
                    <a:pt x="4416891" y="6805"/>
                  </a:lnTo>
                  <a:lnTo>
                    <a:pt x="4453093" y="8696"/>
                  </a:lnTo>
                  <a:lnTo>
                    <a:pt x="4505991" y="11789"/>
                  </a:lnTo>
                  <a:lnTo>
                    <a:pt x="4574276" y="16284"/>
                  </a:lnTo>
                  <a:lnTo>
                    <a:pt x="4654737" y="22293"/>
                  </a:lnTo>
                  <a:lnTo>
                    <a:pt x="4743078" y="29845"/>
                  </a:lnTo>
                  <a:lnTo>
                    <a:pt x="4834837" y="38917"/>
                  </a:lnTo>
                  <a:lnTo>
                    <a:pt x="4926129" y="49473"/>
                  </a:lnTo>
                  <a:lnTo>
                    <a:pt x="5014051" y="61498"/>
                  </a:lnTo>
                  <a:lnTo>
                    <a:pt x="5096774" y="75027"/>
                  </a:lnTo>
                  <a:lnTo>
                    <a:pt x="5173420" y="90157"/>
                  </a:lnTo>
                  <a:lnTo>
                    <a:pt x="5243850" y="107053"/>
                  </a:lnTo>
                  <a:lnTo>
                    <a:pt x="5308437" y="125946"/>
                  </a:lnTo>
                  <a:lnTo>
                    <a:pt x="5367872" y="147127"/>
                  </a:lnTo>
                  <a:lnTo>
                    <a:pt x="5423024" y="170928"/>
                  </a:lnTo>
                  <a:lnTo>
                    <a:pt x="5474827" y="197697"/>
                  </a:lnTo>
                  <a:lnTo>
                    <a:pt x="5524193" y="227737"/>
                  </a:lnTo>
                  <a:lnTo>
                    <a:pt x="5567201" y="257707"/>
                  </a:lnTo>
                  <a:lnTo>
                    <a:pt x="5610952" y="291755"/>
                  </a:lnTo>
                  <a:lnTo>
                    <a:pt x="5654276" y="328884"/>
                  </a:lnTo>
                  <a:lnTo>
                    <a:pt x="5697542" y="369149"/>
                  </a:lnTo>
                  <a:lnTo>
                    <a:pt x="5741019" y="412524"/>
                  </a:lnTo>
                  <a:lnTo>
                    <a:pt x="5784885" y="458896"/>
                  </a:lnTo>
                  <a:lnTo>
                    <a:pt x="5829239" y="508051"/>
                  </a:lnTo>
                  <a:lnTo>
                    <a:pt x="5874107" y="559679"/>
                  </a:lnTo>
                  <a:lnTo>
                    <a:pt x="5919455" y="613373"/>
                  </a:lnTo>
                  <a:lnTo>
                    <a:pt x="5965194" y="668641"/>
                  </a:lnTo>
                  <a:lnTo>
                    <a:pt x="6011196" y="724923"/>
                  </a:lnTo>
                  <a:lnTo>
                    <a:pt x="6057306" y="781616"/>
                  </a:lnTo>
                  <a:lnTo>
                    <a:pt x="6103360" y="838096"/>
                  </a:lnTo>
                  <a:lnTo>
                    <a:pt x="6149197" y="893748"/>
                  </a:lnTo>
                  <a:lnTo>
                    <a:pt x="6194681" y="947997"/>
                  </a:lnTo>
                  <a:lnTo>
                    <a:pt x="6239708" y="1000327"/>
                  </a:lnTo>
                  <a:lnTo>
                    <a:pt x="6284225" y="1050303"/>
                  </a:lnTo>
                  <a:lnTo>
                    <a:pt x="6328238" y="1097583"/>
                  </a:lnTo>
                  <a:lnTo>
                    <a:pt x="6371823" y="1141924"/>
                  </a:lnTo>
                  <a:lnTo>
                    <a:pt x="6415131" y="1183180"/>
                  </a:lnTo>
                  <a:lnTo>
                    <a:pt x="6458402" y="1221299"/>
                  </a:lnTo>
                  <a:lnTo>
                    <a:pt x="6501970" y="1256312"/>
                  </a:lnTo>
                  <a:lnTo>
                    <a:pt x="6515891" y="1266761"/>
                  </a:lnTo>
                  <a:lnTo>
                    <a:pt x="6563765" y="1299898"/>
                  </a:lnTo>
                  <a:lnTo>
                    <a:pt x="6613337" y="1329600"/>
                  </a:lnTo>
                  <a:lnTo>
                    <a:pt x="6665433" y="1356056"/>
                  </a:lnTo>
                  <a:lnTo>
                    <a:pt x="6720973" y="1379579"/>
                  </a:lnTo>
                  <a:lnTo>
                    <a:pt x="6780888" y="1400516"/>
                  </a:lnTo>
                  <a:lnTo>
                    <a:pt x="6846033" y="1419196"/>
                  </a:lnTo>
                  <a:lnTo>
                    <a:pt x="6917077" y="1435906"/>
                  </a:lnTo>
                  <a:lnTo>
                    <a:pt x="6994349" y="1450869"/>
                  </a:lnTo>
                  <a:lnTo>
                    <a:pt x="7077647" y="1464244"/>
                  </a:lnTo>
                  <a:lnTo>
                    <a:pt x="7166008" y="1476121"/>
                  </a:lnTo>
                  <a:lnTo>
                    <a:pt x="7257496" y="1486529"/>
                  </a:lnTo>
                  <a:lnTo>
                    <a:pt x="7349101" y="1495450"/>
                  </a:lnTo>
                  <a:lnTo>
                    <a:pt x="7436856" y="1502848"/>
                  </a:lnTo>
                  <a:lnTo>
                    <a:pt x="7516280" y="1508703"/>
                  </a:lnTo>
                  <a:lnTo>
                    <a:pt x="7583140" y="1513051"/>
                  </a:lnTo>
                  <a:lnTo>
                    <a:pt x="7634386" y="1516012"/>
                  </a:lnTo>
                  <a:lnTo>
                    <a:pt x="7668931" y="1517797"/>
                  </a:lnTo>
                  <a:lnTo>
                    <a:pt x="7688052" y="1518685"/>
                  </a:lnTo>
                  <a:lnTo>
                    <a:pt x="7695314" y="1518989"/>
                  </a:lnTo>
                  <a:lnTo>
                    <a:pt x="7696237" y="1519025"/>
                  </a:lnTo>
                  <a:lnTo>
                    <a:pt x="8234974" y="1519025"/>
                  </a:lnTo>
                  <a:lnTo>
                    <a:pt x="8234974" y="1513580"/>
                  </a:lnTo>
                  <a:lnTo>
                    <a:pt x="7696237" y="1513580"/>
                  </a:lnTo>
                  <a:lnTo>
                    <a:pt x="7694977" y="1513531"/>
                  </a:lnTo>
                  <a:lnTo>
                    <a:pt x="7686745" y="1513183"/>
                  </a:lnTo>
                  <a:lnTo>
                    <a:pt x="7666202" y="1512219"/>
                  </a:lnTo>
                  <a:lnTo>
                    <a:pt x="7629999" y="1510328"/>
                  </a:lnTo>
                  <a:lnTo>
                    <a:pt x="7577102" y="1507235"/>
                  </a:lnTo>
                  <a:lnTo>
                    <a:pt x="7508816" y="1502740"/>
                  </a:lnTo>
                  <a:lnTo>
                    <a:pt x="7428355" y="1496731"/>
                  </a:lnTo>
                  <a:lnTo>
                    <a:pt x="7340015" y="1489179"/>
                  </a:lnTo>
                  <a:lnTo>
                    <a:pt x="7248256" y="1480107"/>
                  </a:lnTo>
                  <a:lnTo>
                    <a:pt x="7156964" y="1469551"/>
                  </a:lnTo>
                  <a:lnTo>
                    <a:pt x="7069041" y="1457526"/>
                  </a:lnTo>
                  <a:lnTo>
                    <a:pt x="6986319" y="1443997"/>
                  </a:lnTo>
                  <a:lnTo>
                    <a:pt x="6909672" y="1428867"/>
                  </a:lnTo>
                  <a:lnTo>
                    <a:pt x="6839242" y="1411971"/>
                  </a:lnTo>
                  <a:lnTo>
                    <a:pt x="6774656" y="1393078"/>
                  </a:lnTo>
                  <a:lnTo>
                    <a:pt x="6715220" y="1371897"/>
                  </a:lnTo>
                  <a:lnTo>
                    <a:pt x="6660068" y="1348096"/>
                  </a:lnTo>
                  <a:lnTo>
                    <a:pt x="6608266" y="1321327"/>
                  </a:lnTo>
                  <a:lnTo>
                    <a:pt x="6558899" y="1291287"/>
                  </a:lnTo>
                  <a:lnTo>
                    <a:pt x="6515891" y="1261317"/>
                  </a:lnTo>
                  <a:lnTo>
                    <a:pt x="6472140" y="1227269"/>
                  </a:lnTo>
                  <a:lnTo>
                    <a:pt x="6428817" y="1190140"/>
                  </a:lnTo>
                  <a:lnTo>
                    <a:pt x="6385551" y="1149875"/>
                  </a:lnTo>
                  <a:lnTo>
                    <a:pt x="6342074" y="1106500"/>
                  </a:lnTo>
                  <a:lnTo>
                    <a:pt x="6298208" y="1060128"/>
                  </a:lnTo>
                  <a:lnTo>
                    <a:pt x="6253854" y="1010973"/>
                  </a:lnTo>
                  <a:lnTo>
                    <a:pt x="6208985" y="959345"/>
                  </a:lnTo>
                  <a:lnTo>
                    <a:pt x="6163637" y="905652"/>
                  </a:lnTo>
                  <a:lnTo>
                    <a:pt x="6117898" y="850384"/>
                  </a:lnTo>
                  <a:lnTo>
                    <a:pt x="6071897" y="794101"/>
                  </a:lnTo>
                  <a:lnTo>
                    <a:pt x="6025786" y="737408"/>
                  </a:lnTo>
                  <a:lnTo>
                    <a:pt x="5979733" y="680928"/>
                  </a:lnTo>
                  <a:lnTo>
                    <a:pt x="5933895" y="625276"/>
                  </a:lnTo>
                  <a:lnTo>
                    <a:pt x="5888412" y="571027"/>
                  </a:lnTo>
                  <a:lnTo>
                    <a:pt x="5843385" y="518697"/>
                  </a:lnTo>
                  <a:lnTo>
                    <a:pt x="5798868" y="468721"/>
                  </a:lnTo>
                  <a:lnTo>
                    <a:pt x="5754854" y="421441"/>
                  </a:lnTo>
                  <a:lnTo>
                    <a:pt x="5711270" y="377100"/>
                  </a:lnTo>
                  <a:lnTo>
                    <a:pt x="5667961" y="335844"/>
                  </a:lnTo>
                  <a:lnTo>
                    <a:pt x="5624691" y="297725"/>
                  </a:lnTo>
                  <a:lnTo>
                    <a:pt x="5581122" y="262712"/>
                  </a:lnTo>
                  <a:lnTo>
                    <a:pt x="5567201" y="252263"/>
                  </a:lnTo>
                  <a:lnTo>
                    <a:pt x="5519327" y="219126"/>
                  </a:lnTo>
                  <a:lnTo>
                    <a:pt x="5469755" y="189424"/>
                  </a:lnTo>
                  <a:lnTo>
                    <a:pt x="5417659" y="162968"/>
                  </a:lnTo>
                  <a:lnTo>
                    <a:pt x="5362120" y="139445"/>
                  </a:lnTo>
                  <a:lnTo>
                    <a:pt x="5302204" y="118508"/>
                  </a:lnTo>
                  <a:lnTo>
                    <a:pt x="5237059" y="99828"/>
                  </a:lnTo>
                  <a:lnTo>
                    <a:pt x="5166015" y="83119"/>
                  </a:lnTo>
                  <a:lnTo>
                    <a:pt x="5088743" y="68155"/>
                  </a:lnTo>
                  <a:lnTo>
                    <a:pt x="5005445" y="54780"/>
                  </a:lnTo>
                  <a:lnTo>
                    <a:pt x="4917085" y="42903"/>
                  </a:lnTo>
                  <a:lnTo>
                    <a:pt x="4825597" y="32495"/>
                  </a:lnTo>
                  <a:lnTo>
                    <a:pt x="4733992" y="23574"/>
                  </a:lnTo>
                  <a:lnTo>
                    <a:pt x="4646236" y="16176"/>
                  </a:lnTo>
                  <a:lnTo>
                    <a:pt x="4566813" y="10321"/>
                  </a:lnTo>
                  <a:lnTo>
                    <a:pt x="4499952" y="5973"/>
                  </a:lnTo>
                  <a:lnTo>
                    <a:pt x="4448707" y="3012"/>
                  </a:lnTo>
                  <a:lnTo>
                    <a:pt x="4414162" y="1227"/>
                  </a:lnTo>
                  <a:lnTo>
                    <a:pt x="4395040" y="339"/>
                  </a:lnTo>
                  <a:lnTo>
                    <a:pt x="4387779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1" y="44"/>
                  </a:lnTo>
                  <a:lnTo>
                    <a:pt x="3838575" y="363"/>
                  </a:lnTo>
                  <a:lnTo>
                    <a:pt x="3817924" y="1245"/>
                  </a:lnTo>
                  <a:lnTo>
                    <a:pt x="3781544" y="2976"/>
                  </a:lnTo>
                  <a:lnTo>
                    <a:pt x="3728407" y="5806"/>
                  </a:lnTo>
                  <a:lnTo>
                    <a:pt x="3659848" y="9919"/>
                  </a:lnTo>
                  <a:lnTo>
                    <a:pt x="3579112" y="15415"/>
                  </a:lnTo>
                  <a:lnTo>
                    <a:pt x="3490527" y="22320"/>
                  </a:lnTo>
                  <a:lnTo>
                    <a:pt x="3398575" y="30614"/>
                  </a:lnTo>
                  <a:lnTo>
                    <a:pt x="3307149" y="40263"/>
                  </a:lnTo>
                  <a:lnTo>
                    <a:pt x="3219150" y="51254"/>
                  </a:lnTo>
                  <a:lnTo>
                    <a:pt x="3136397" y="63620"/>
                  </a:lnTo>
                  <a:lnTo>
                    <a:pt x="3059754" y="77451"/>
                  </a:lnTo>
                  <a:lnTo>
                    <a:pt x="2989347" y="92900"/>
                  </a:lnTo>
                  <a:lnTo>
                    <a:pt x="2924790" y="110180"/>
                  </a:lnTo>
                  <a:lnTo>
                    <a:pt x="2865380" y="129558"/>
                  </a:lnTo>
                  <a:lnTo>
                    <a:pt x="2810243" y="151339"/>
                  </a:lnTo>
                  <a:lnTo>
                    <a:pt x="2758437" y="175841"/>
                  </a:lnTo>
                  <a:lnTo>
                    <a:pt x="2709047" y="203339"/>
                  </a:lnTo>
                  <a:lnTo>
                    <a:pt x="2667772" y="229577"/>
                  </a:lnTo>
                  <a:lnTo>
                    <a:pt x="2622970" y="261347"/>
                  </a:lnTo>
                  <a:lnTo>
                    <a:pt x="2578606" y="296060"/>
                  </a:lnTo>
                  <a:lnTo>
                    <a:pt x="2534286" y="333767"/>
                  </a:lnTo>
                  <a:lnTo>
                    <a:pt x="2489730" y="374438"/>
                  </a:lnTo>
                  <a:lnTo>
                    <a:pt x="2444751" y="417954"/>
                  </a:lnTo>
                  <a:lnTo>
                    <a:pt x="2399255" y="464095"/>
                  </a:lnTo>
                  <a:lnTo>
                    <a:pt x="2353220" y="512546"/>
                  </a:lnTo>
                  <a:lnTo>
                    <a:pt x="2306694" y="562895"/>
                  </a:lnTo>
                  <a:lnTo>
                    <a:pt x="2259782" y="614647"/>
                  </a:lnTo>
                  <a:lnTo>
                    <a:pt x="2212628" y="667245"/>
                  </a:lnTo>
                  <a:lnTo>
                    <a:pt x="2165401" y="720091"/>
                  </a:lnTo>
                  <a:lnTo>
                    <a:pt x="2118280" y="772575"/>
                  </a:lnTo>
                  <a:lnTo>
                    <a:pt x="2071430" y="824106"/>
                  </a:lnTo>
                  <a:lnTo>
                    <a:pt x="2024990" y="874135"/>
                  </a:lnTo>
                  <a:lnTo>
                    <a:pt x="1979054" y="922183"/>
                  </a:lnTo>
                  <a:lnTo>
                    <a:pt x="1933658" y="967854"/>
                  </a:lnTo>
                  <a:lnTo>
                    <a:pt x="1888768" y="1010852"/>
                  </a:lnTo>
                  <a:lnTo>
                    <a:pt x="1844272" y="1050975"/>
                  </a:lnTo>
                  <a:lnTo>
                    <a:pt x="1799969" y="1088122"/>
                  </a:lnTo>
                  <a:lnTo>
                    <a:pt x="1755557" y="1122279"/>
                  </a:lnTo>
                  <a:lnTo>
                    <a:pt x="1719082" y="1147889"/>
                  </a:lnTo>
                  <a:lnTo>
                    <a:pt x="1671117" y="1178100"/>
                  </a:lnTo>
                  <a:lnTo>
                    <a:pt x="1621445" y="1205173"/>
                  </a:lnTo>
                  <a:lnTo>
                    <a:pt x="1569237" y="1229282"/>
                  </a:lnTo>
                  <a:lnTo>
                    <a:pt x="1513566" y="1250713"/>
                  </a:lnTo>
                  <a:lnTo>
                    <a:pt x="1453497" y="1269784"/>
                  </a:lnTo>
                  <a:lnTo>
                    <a:pt x="1388171" y="1286797"/>
                  </a:lnTo>
                  <a:lnTo>
                    <a:pt x="1316918" y="1302012"/>
                  </a:lnTo>
                  <a:lnTo>
                    <a:pt x="1239412" y="1315634"/>
                  </a:lnTo>
                  <a:lnTo>
                    <a:pt x="1155866" y="1327807"/>
                  </a:lnTo>
                  <a:lnTo>
                    <a:pt x="1067263" y="1338612"/>
                  </a:lnTo>
                  <a:lnTo>
                    <a:pt x="975568" y="1348076"/>
                  </a:lnTo>
                  <a:lnTo>
                    <a:pt x="883829" y="1356180"/>
                  </a:lnTo>
                  <a:lnTo>
                    <a:pt x="796053" y="1362892"/>
                  </a:lnTo>
                  <a:lnTo>
                    <a:pt x="716752" y="1368195"/>
                  </a:lnTo>
                  <a:lnTo>
                    <a:pt x="650160" y="1372123"/>
                  </a:lnTo>
                  <a:lnTo>
                    <a:pt x="599303" y="1374789"/>
                  </a:lnTo>
                  <a:lnTo>
                    <a:pt x="565204" y="1376387"/>
                  </a:lnTo>
                  <a:lnTo>
                    <a:pt x="546507" y="1377174"/>
                  </a:lnTo>
                  <a:lnTo>
                    <a:pt x="539556" y="1377438"/>
                  </a:lnTo>
                  <a:lnTo>
                    <a:pt x="538736" y="1377467"/>
                  </a:lnTo>
                  <a:lnTo>
                    <a:pt x="0" y="137746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39" name="pl939"/>
            <p:cNvSpPr/>
            <p:nvPr/>
          </p:nvSpPr>
          <p:spPr>
            <a:xfrm>
              <a:off x="546595" y="2187814"/>
              <a:ext cx="8234974" cy="1513580"/>
            </a:xfrm>
            <a:custGeom>
              <a:avLst/>
              <a:pathLst>
                <a:path w="8234974" h="1513580">
                  <a:moveTo>
                    <a:pt x="0" y="1377467"/>
                  </a:moveTo>
                  <a:lnTo>
                    <a:pt x="538736" y="1377467"/>
                  </a:lnTo>
                  <a:lnTo>
                    <a:pt x="540004" y="1377422"/>
                  </a:lnTo>
                  <a:lnTo>
                    <a:pt x="548280" y="1377103"/>
                  </a:lnTo>
                  <a:lnTo>
                    <a:pt x="568930" y="1376221"/>
                  </a:lnTo>
                  <a:lnTo>
                    <a:pt x="605311" y="1374490"/>
                  </a:lnTo>
                  <a:lnTo>
                    <a:pt x="658447" y="1371660"/>
                  </a:lnTo>
                  <a:lnTo>
                    <a:pt x="727006" y="1367548"/>
                  </a:lnTo>
                  <a:lnTo>
                    <a:pt x="807742" y="1362051"/>
                  </a:lnTo>
                  <a:lnTo>
                    <a:pt x="896327" y="1355146"/>
                  </a:lnTo>
                  <a:lnTo>
                    <a:pt x="988280" y="1346852"/>
                  </a:lnTo>
                  <a:lnTo>
                    <a:pt x="1079705" y="1337204"/>
                  </a:lnTo>
                  <a:lnTo>
                    <a:pt x="1167704" y="1326212"/>
                  </a:lnTo>
                  <a:lnTo>
                    <a:pt x="1250457" y="1313846"/>
                  </a:lnTo>
                  <a:lnTo>
                    <a:pt x="1327100" y="1300015"/>
                  </a:lnTo>
                  <a:lnTo>
                    <a:pt x="1397508" y="1284566"/>
                  </a:lnTo>
                  <a:lnTo>
                    <a:pt x="1462065" y="1267286"/>
                  </a:lnTo>
                  <a:lnTo>
                    <a:pt x="1521475" y="1247909"/>
                  </a:lnTo>
                  <a:lnTo>
                    <a:pt x="1576612" y="1226127"/>
                  </a:lnTo>
                  <a:lnTo>
                    <a:pt x="1628417" y="1201626"/>
                  </a:lnTo>
                  <a:lnTo>
                    <a:pt x="1677808" y="1174127"/>
                  </a:lnTo>
                  <a:lnTo>
                    <a:pt x="1719082" y="1147889"/>
                  </a:lnTo>
                  <a:lnTo>
                    <a:pt x="1763884" y="1116119"/>
                  </a:lnTo>
                  <a:lnTo>
                    <a:pt x="1808249" y="1081406"/>
                  </a:lnTo>
                  <a:lnTo>
                    <a:pt x="1852568" y="1043699"/>
                  </a:lnTo>
                  <a:lnTo>
                    <a:pt x="1897125" y="1003028"/>
                  </a:lnTo>
                  <a:lnTo>
                    <a:pt x="1942103" y="959512"/>
                  </a:lnTo>
                  <a:lnTo>
                    <a:pt x="1987600" y="913371"/>
                  </a:lnTo>
                  <a:lnTo>
                    <a:pt x="2033635" y="864920"/>
                  </a:lnTo>
                  <a:lnTo>
                    <a:pt x="2080160" y="814572"/>
                  </a:lnTo>
                  <a:lnTo>
                    <a:pt x="2127072" y="762819"/>
                  </a:lnTo>
                  <a:lnTo>
                    <a:pt x="2174227" y="710221"/>
                  </a:lnTo>
                  <a:lnTo>
                    <a:pt x="2221453" y="657375"/>
                  </a:lnTo>
                  <a:lnTo>
                    <a:pt x="2268575" y="604891"/>
                  </a:lnTo>
                  <a:lnTo>
                    <a:pt x="2315425" y="553360"/>
                  </a:lnTo>
                  <a:lnTo>
                    <a:pt x="2361865" y="503331"/>
                  </a:lnTo>
                  <a:lnTo>
                    <a:pt x="2407801" y="455284"/>
                  </a:lnTo>
                  <a:lnTo>
                    <a:pt x="2453197" y="409612"/>
                  </a:lnTo>
                  <a:lnTo>
                    <a:pt x="2498087" y="366614"/>
                  </a:lnTo>
                  <a:lnTo>
                    <a:pt x="2542582" y="326491"/>
                  </a:lnTo>
                  <a:lnTo>
                    <a:pt x="2586886" y="289344"/>
                  </a:lnTo>
                  <a:lnTo>
                    <a:pt x="2631298" y="255188"/>
                  </a:lnTo>
                  <a:lnTo>
                    <a:pt x="2667772" y="229577"/>
                  </a:lnTo>
                  <a:lnTo>
                    <a:pt x="2715738" y="199366"/>
                  </a:lnTo>
                  <a:lnTo>
                    <a:pt x="2765409" y="172293"/>
                  </a:lnTo>
                  <a:lnTo>
                    <a:pt x="2817618" y="148184"/>
                  </a:lnTo>
                  <a:lnTo>
                    <a:pt x="2873288" y="126753"/>
                  </a:lnTo>
                  <a:lnTo>
                    <a:pt x="2933357" y="107682"/>
                  </a:lnTo>
                  <a:lnTo>
                    <a:pt x="2998684" y="90669"/>
                  </a:lnTo>
                  <a:lnTo>
                    <a:pt x="3069937" y="75454"/>
                  </a:lnTo>
                  <a:lnTo>
                    <a:pt x="3147443" y="61832"/>
                  </a:lnTo>
                  <a:lnTo>
                    <a:pt x="3230989" y="49660"/>
                  </a:lnTo>
                  <a:lnTo>
                    <a:pt x="3319592" y="38854"/>
                  </a:lnTo>
                  <a:lnTo>
                    <a:pt x="3411287" y="29391"/>
                  </a:lnTo>
                  <a:lnTo>
                    <a:pt x="3503025" y="21286"/>
                  </a:lnTo>
                  <a:lnTo>
                    <a:pt x="3590801" y="14574"/>
                  </a:lnTo>
                  <a:lnTo>
                    <a:pt x="3670103" y="9271"/>
                  </a:lnTo>
                  <a:lnTo>
                    <a:pt x="3736695" y="5343"/>
                  </a:lnTo>
                  <a:lnTo>
                    <a:pt x="3787552" y="2677"/>
                  </a:lnTo>
                  <a:lnTo>
                    <a:pt x="3821650" y="1079"/>
                  </a:lnTo>
                  <a:lnTo>
                    <a:pt x="3840348" y="292"/>
                  </a:lnTo>
                  <a:lnTo>
                    <a:pt x="3847299" y="2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6" y="48"/>
                  </a:lnTo>
                  <a:lnTo>
                    <a:pt x="4396347" y="397"/>
                  </a:lnTo>
                  <a:lnTo>
                    <a:pt x="4416891" y="1360"/>
                  </a:lnTo>
                  <a:lnTo>
                    <a:pt x="4453093" y="3252"/>
                  </a:lnTo>
                  <a:lnTo>
                    <a:pt x="4505991" y="6344"/>
                  </a:lnTo>
                  <a:lnTo>
                    <a:pt x="4574276" y="10839"/>
                  </a:lnTo>
                  <a:lnTo>
                    <a:pt x="4654737" y="16848"/>
                  </a:lnTo>
                  <a:lnTo>
                    <a:pt x="4743078" y="24400"/>
                  </a:lnTo>
                  <a:lnTo>
                    <a:pt x="4834837" y="33472"/>
                  </a:lnTo>
                  <a:lnTo>
                    <a:pt x="4926129" y="44028"/>
                  </a:lnTo>
                  <a:lnTo>
                    <a:pt x="5014051" y="56053"/>
                  </a:lnTo>
                  <a:lnTo>
                    <a:pt x="5096774" y="69583"/>
                  </a:lnTo>
                  <a:lnTo>
                    <a:pt x="5173420" y="84712"/>
                  </a:lnTo>
                  <a:lnTo>
                    <a:pt x="5243850" y="101608"/>
                  </a:lnTo>
                  <a:lnTo>
                    <a:pt x="5308437" y="120501"/>
                  </a:lnTo>
                  <a:lnTo>
                    <a:pt x="5367872" y="141682"/>
                  </a:lnTo>
                  <a:lnTo>
                    <a:pt x="5423024" y="165484"/>
                  </a:lnTo>
                  <a:lnTo>
                    <a:pt x="5474827" y="192252"/>
                  </a:lnTo>
                  <a:lnTo>
                    <a:pt x="5524193" y="222293"/>
                  </a:lnTo>
                  <a:lnTo>
                    <a:pt x="5567201" y="252263"/>
                  </a:lnTo>
                  <a:lnTo>
                    <a:pt x="5610952" y="286311"/>
                  </a:lnTo>
                  <a:lnTo>
                    <a:pt x="5654276" y="323440"/>
                  </a:lnTo>
                  <a:lnTo>
                    <a:pt x="5697542" y="363704"/>
                  </a:lnTo>
                  <a:lnTo>
                    <a:pt x="5741019" y="407080"/>
                  </a:lnTo>
                  <a:lnTo>
                    <a:pt x="5784885" y="453451"/>
                  </a:lnTo>
                  <a:lnTo>
                    <a:pt x="5829239" y="502607"/>
                  </a:lnTo>
                  <a:lnTo>
                    <a:pt x="5874107" y="554234"/>
                  </a:lnTo>
                  <a:lnTo>
                    <a:pt x="5919455" y="607928"/>
                  </a:lnTo>
                  <a:lnTo>
                    <a:pt x="5965194" y="663196"/>
                  </a:lnTo>
                  <a:lnTo>
                    <a:pt x="6011196" y="719479"/>
                  </a:lnTo>
                  <a:lnTo>
                    <a:pt x="6057306" y="776172"/>
                  </a:lnTo>
                  <a:lnTo>
                    <a:pt x="6103360" y="832651"/>
                  </a:lnTo>
                  <a:lnTo>
                    <a:pt x="6149197" y="888304"/>
                  </a:lnTo>
                  <a:lnTo>
                    <a:pt x="6194681" y="942552"/>
                  </a:lnTo>
                  <a:lnTo>
                    <a:pt x="6239708" y="994882"/>
                  </a:lnTo>
                  <a:lnTo>
                    <a:pt x="6284225" y="1044858"/>
                  </a:lnTo>
                  <a:lnTo>
                    <a:pt x="6328238" y="1092139"/>
                  </a:lnTo>
                  <a:lnTo>
                    <a:pt x="6371823" y="1136480"/>
                  </a:lnTo>
                  <a:lnTo>
                    <a:pt x="6415131" y="1177736"/>
                  </a:lnTo>
                  <a:lnTo>
                    <a:pt x="6458402" y="1215854"/>
                  </a:lnTo>
                  <a:lnTo>
                    <a:pt x="6501970" y="1250867"/>
                  </a:lnTo>
                  <a:lnTo>
                    <a:pt x="6515891" y="1261317"/>
                  </a:lnTo>
                  <a:lnTo>
                    <a:pt x="6563765" y="1294454"/>
                  </a:lnTo>
                  <a:lnTo>
                    <a:pt x="6613337" y="1324155"/>
                  </a:lnTo>
                  <a:lnTo>
                    <a:pt x="6665433" y="1350611"/>
                  </a:lnTo>
                  <a:lnTo>
                    <a:pt x="6720973" y="1374134"/>
                  </a:lnTo>
                  <a:lnTo>
                    <a:pt x="6780888" y="1395071"/>
                  </a:lnTo>
                  <a:lnTo>
                    <a:pt x="6846033" y="1413752"/>
                  </a:lnTo>
                  <a:lnTo>
                    <a:pt x="6917077" y="1430461"/>
                  </a:lnTo>
                  <a:lnTo>
                    <a:pt x="6994349" y="1445424"/>
                  </a:lnTo>
                  <a:lnTo>
                    <a:pt x="7077647" y="1458799"/>
                  </a:lnTo>
                  <a:lnTo>
                    <a:pt x="7166008" y="1470676"/>
                  </a:lnTo>
                  <a:lnTo>
                    <a:pt x="7257496" y="1481084"/>
                  </a:lnTo>
                  <a:lnTo>
                    <a:pt x="7349101" y="1490006"/>
                  </a:lnTo>
                  <a:lnTo>
                    <a:pt x="7436856" y="1497404"/>
                  </a:lnTo>
                  <a:lnTo>
                    <a:pt x="7516280" y="1503258"/>
                  </a:lnTo>
                  <a:lnTo>
                    <a:pt x="7583140" y="1507606"/>
                  </a:lnTo>
                  <a:lnTo>
                    <a:pt x="7634386" y="1510568"/>
                  </a:lnTo>
                  <a:lnTo>
                    <a:pt x="7668931" y="1512353"/>
                  </a:lnTo>
                  <a:lnTo>
                    <a:pt x="7688052" y="1513240"/>
                  </a:lnTo>
                  <a:lnTo>
                    <a:pt x="7695314" y="1513545"/>
                  </a:lnTo>
                  <a:lnTo>
                    <a:pt x="7696237" y="1513580"/>
                  </a:lnTo>
                  <a:lnTo>
                    <a:pt x="8234974" y="15135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0" name="pl940"/>
            <p:cNvSpPr/>
            <p:nvPr/>
          </p:nvSpPr>
          <p:spPr>
            <a:xfrm>
              <a:off x="546595" y="2182369"/>
              <a:ext cx="8234974" cy="1513580"/>
            </a:xfrm>
            <a:custGeom>
              <a:avLst/>
              <a:pathLst>
                <a:path w="8234974" h="1513580">
                  <a:moveTo>
                    <a:pt x="8234974" y="1513580"/>
                  </a:moveTo>
                  <a:lnTo>
                    <a:pt x="7696237" y="1513580"/>
                  </a:lnTo>
                  <a:lnTo>
                    <a:pt x="7694977" y="1513531"/>
                  </a:lnTo>
                  <a:lnTo>
                    <a:pt x="7686745" y="1513183"/>
                  </a:lnTo>
                  <a:lnTo>
                    <a:pt x="7666202" y="1512219"/>
                  </a:lnTo>
                  <a:lnTo>
                    <a:pt x="7629999" y="1510328"/>
                  </a:lnTo>
                  <a:lnTo>
                    <a:pt x="7577102" y="1507235"/>
                  </a:lnTo>
                  <a:lnTo>
                    <a:pt x="7508816" y="1502740"/>
                  </a:lnTo>
                  <a:lnTo>
                    <a:pt x="7428355" y="1496731"/>
                  </a:lnTo>
                  <a:lnTo>
                    <a:pt x="7340015" y="1489179"/>
                  </a:lnTo>
                  <a:lnTo>
                    <a:pt x="7248256" y="1480107"/>
                  </a:lnTo>
                  <a:lnTo>
                    <a:pt x="7156964" y="1469551"/>
                  </a:lnTo>
                  <a:lnTo>
                    <a:pt x="7069041" y="1457526"/>
                  </a:lnTo>
                  <a:lnTo>
                    <a:pt x="6986319" y="1443997"/>
                  </a:lnTo>
                  <a:lnTo>
                    <a:pt x="6909672" y="1428867"/>
                  </a:lnTo>
                  <a:lnTo>
                    <a:pt x="6839242" y="1411971"/>
                  </a:lnTo>
                  <a:lnTo>
                    <a:pt x="6774656" y="1393078"/>
                  </a:lnTo>
                  <a:lnTo>
                    <a:pt x="6715220" y="1371897"/>
                  </a:lnTo>
                  <a:lnTo>
                    <a:pt x="6660068" y="1348096"/>
                  </a:lnTo>
                  <a:lnTo>
                    <a:pt x="6608266" y="1321327"/>
                  </a:lnTo>
                  <a:lnTo>
                    <a:pt x="6558899" y="1291287"/>
                  </a:lnTo>
                  <a:lnTo>
                    <a:pt x="6515891" y="1261317"/>
                  </a:lnTo>
                  <a:lnTo>
                    <a:pt x="6472140" y="1227269"/>
                  </a:lnTo>
                  <a:lnTo>
                    <a:pt x="6428817" y="1190140"/>
                  </a:lnTo>
                  <a:lnTo>
                    <a:pt x="6385551" y="1149875"/>
                  </a:lnTo>
                  <a:lnTo>
                    <a:pt x="6342074" y="1106500"/>
                  </a:lnTo>
                  <a:lnTo>
                    <a:pt x="6298208" y="1060128"/>
                  </a:lnTo>
                  <a:lnTo>
                    <a:pt x="6253854" y="1010973"/>
                  </a:lnTo>
                  <a:lnTo>
                    <a:pt x="6208985" y="959345"/>
                  </a:lnTo>
                  <a:lnTo>
                    <a:pt x="6163637" y="905652"/>
                  </a:lnTo>
                  <a:lnTo>
                    <a:pt x="6117898" y="850384"/>
                  </a:lnTo>
                  <a:lnTo>
                    <a:pt x="6071897" y="794101"/>
                  </a:lnTo>
                  <a:lnTo>
                    <a:pt x="6025786" y="737408"/>
                  </a:lnTo>
                  <a:lnTo>
                    <a:pt x="5979733" y="680928"/>
                  </a:lnTo>
                  <a:lnTo>
                    <a:pt x="5933895" y="625276"/>
                  </a:lnTo>
                  <a:lnTo>
                    <a:pt x="5888412" y="571027"/>
                  </a:lnTo>
                  <a:lnTo>
                    <a:pt x="5843385" y="518697"/>
                  </a:lnTo>
                  <a:lnTo>
                    <a:pt x="5798868" y="468721"/>
                  </a:lnTo>
                  <a:lnTo>
                    <a:pt x="5754854" y="421441"/>
                  </a:lnTo>
                  <a:lnTo>
                    <a:pt x="5711270" y="377100"/>
                  </a:lnTo>
                  <a:lnTo>
                    <a:pt x="5667961" y="335844"/>
                  </a:lnTo>
                  <a:lnTo>
                    <a:pt x="5624691" y="297725"/>
                  </a:lnTo>
                  <a:lnTo>
                    <a:pt x="5581122" y="262712"/>
                  </a:lnTo>
                  <a:lnTo>
                    <a:pt x="5567201" y="252263"/>
                  </a:lnTo>
                  <a:lnTo>
                    <a:pt x="5519327" y="219126"/>
                  </a:lnTo>
                  <a:lnTo>
                    <a:pt x="5469755" y="189424"/>
                  </a:lnTo>
                  <a:lnTo>
                    <a:pt x="5417659" y="162968"/>
                  </a:lnTo>
                  <a:lnTo>
                    <a:pt x="5362120" y="139445"/>
                  </a:lnTo>
                  <a:lnTo>
                    <a:pt x="5302204" y="118508"/>
                  </a:lnTo>
                  <a:lnTo>
                    <a:pt x="5237059" y="99828"/>
                  </a:lnTo>
                  <a:lnTo>
                    <a:pt x="5166015" y="83119"/>
                  </a:lnTo>
                  <a:lnTo>
                    <a:pt x="5088743" y="68155"/>
                  </a:lnTo>
                  <a:lnTo>
                    <a:pt x="5005445" y="54780"/>
                  </a:lnTo>
                  <a:lnTo>
                    <a:pt x="4917085" y="42903"/>
                  </a:lnTo>
                  <a:lnTo>
                    <a:pt x="4825597" y="32495"/>
                  </a:lnTo>
                  <a:lnTo>
                    <a:pt x="4733992" y="23574"/>
                  </a:lnTo>
                  <a:lnTo>
                    <a:pt x="4646236" y="16176"/>
                  </a:lnTo>
                  <a:lnTo>
                    <a:pt x="4566813" y="10321"/>
                  </a:lnTo>
                  <a:lnTo>
                    <a:pt x="4499952" y="5973"/>
                  </a:lnTo>
                  <a:lnTo>
                    <a:pt x="4448707" y="3012"/>
                  </a:lnTo>
                  <a:lnTo>
                    <a:pt x="4414162" y="1227"/>
                  </a:lnTo>
                  <a:lnTo>
                    <a:pt x="4395040" y="339"/>
                  </a:lnTo>
                  <a:lnTo>
                    <a:pt x="4387779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1" y="44"/>
                  </a:lnTo>
                  <a:lnTo>
                    <a:pt x="3838575" y="363"/>
                  </a:lnTo>
                  <a:lnTo>
                    <a:pt x="3817924" y="1245"/>
                  </a:lnTo>
                  <a:lnTo>
                    <a:pt x="3781544" y="2976"/>
                  </a:lnTo>
                  <a:lnTo>
                    <a:pt x="3728407" y="5806"/>
                  </a:lnTo>
                  <a:lnTo>
                    <a:pt x="3659848" y="9919"/>
                  </a:lnTo>
                  <a:lnTo>
                    <a:pt x="3579112" y="15415"/>
                  </a:lnTo>
                  <a:lnTo>
                    <a:pt x="3490527" y="22320"/>
                  </a:lnTo>
                  <a:lnTo>
                    <a:pt x="3398575" y="30614"/>
                  </a:lnTo>
                  <a:lnTo>
                    <a:pt x="3307149" y="40263"/>
                  </a:lnTo>
                  <a:lnTo>
                    <a:pt x="3219150" y="51254"/>
                  </a:lnTo>
                  <a:lnTo>
                    <a:pt x="3136397" y="63620"/>
                  </a:lnTo>
                  <a:lnTo>
                    <a:pt x="3059754" y="77451"/>
                  </a:lnTo>
                  <a:lnTo>
                    <a:pt x="2989347" y="92900"/>
                  </a:lnTo>
                  <a:lnTo>
                    <a:pt x="2924790" y="110180"/>
                  </a:lnTo>
                  <a:lnTo>
                    <a:pt x="2865380" y="129558"/>
                  </a:lnTo>
                  <a:lnTo>
                    <a:pt x="2810243" y="151339"/>
                  </a:lnTo>
                  <a:lnTo>
                    <a:pt x="2758437" y="175841"/>
                  </a:lnTo>
                  <a:lnTo>
                    <a:pt x="2709047" y="203339"/>
                  </a:lnTo>
                  <a:lnTo>
                    <a:pt x="2667772" y="229577"/>
                  </a:lnTo>
                  <a:lnTo>
                    <a:pt x="2622970" y="261347"/>
                  </a:lnTo>
                  <a:lnTo>
                    <a:pt x="2578606" y="296060"/>
                  </a:lnTo>
                  <a:lnTo>
                    <a:pt x="2534286" y="333767"/>
                  </a:lnTo>
                  <a:lnTo>
                    <a:pt x="2489730" y="374438"/>
                  </a:lnTo>
                  <a:lnTo>
                    <a:pt x="2444751" y="417954"/>
                  </a:lnTo>
                  <a:lnTo>
                    <a:pt x="2399255" y="464095"/>
                  </a:lnTo>
                  <a:lnTo>
                    <a:pt x="2353220" y="512546"/>
                  </a:lnTo>
                  <a:lnTo>
                    <a:pt x="2306694" y="562895"/>
                  </a:lnTo>
                  <a:lnTo>
                    <a:pt x="2259782" y="614647"/>
                  </a:lnTo>
                  <a:lnTo>
                    <a:pt x="2212628" y="667245"/>
                  </a:lnTo>
                  <a:lnTo>
                    <a:pt x="2165401" y="720091"/>
                  </a:lnTo>
                  <a:lnTo>
                    <a:pt x="2118280" y="772575"/>
                  </a:lnTo>
                  <a:lnTo>
                    <a:pt x="2071430" y="824106"/>
                  </a:lnTo>
                  <a:lnTo>
                    <a:pt x="2024990" y="874135"/>
                  </a:lnTo>
                  <a:lnTo>
                    <a:pt x="1979054" y="922183"/>
                  </a:lnTo>
                  <a:lnTo>
                    <a:pt x="1933658" y="967854"/>
                  </a:lnTo>
                  <a:lnTo>
                    <a:pt x="1888768" y="1010852"/>
                  </a:lnTo>
                  <a:lnTo>
                    <a:pt x="1844272" y="1050975"/>
                  </a:lnTo>
                  <a:lnTo>
                    <a:pt x="1799969" y="1088122"/>
                  </a:lnTo>
                  <a:lnTo>
                    <a:pt x="1755557" y="1122279"/>
                  </a:lnTo>
                  <a:lnTo>
                    <a:pt x="1719082" y="1147889"/>
                  </a:lnTo>
                  <a:lnTo>
                    <a:pt x="1671117" y="1178100"/>
                  </a:lnTo>
                  <a:lnTo>
                    <a:pt x="1621445" y="1205173"/>
                  </a:lnTo>
                  <a:lnTo>
                    <a:pt x="1569237" y="1229282"/>
                  </a:lnTo>
                  <a:lnTo>
                    <a:pt x="1513566" y="1250713"/>
                  </a:lnTo>
                  <a:lnTo>
                    <a:pt x="1453497" y="1269784"/>
                  </a:lnTo>
                  <a:lnTo>
                    <a:pt x="1388171" y="1286797"/>
                  </a:lnTo>
                  <a:lnTo>
                    <a:pt x="1316918" y="1302012"/>
                  </a:lnTo>
                  <a:lnTo>
                    <a:pt x="1239412" y="1315634"/>
                  </a:lnTo>
                  <a:lnTo>
                    <a:pt x="1155866" y="1327807"/>
                  </a:lnTo>
                  <a:lnTo>
                    <a:pt x="1067263" y="1338612"/>
                  </a:lnTo>
                  <a:lnTo>
                    <a:pt x="975568" y="1348076"/>
                  </a:lnTo>
                  <a:lnTo>
                    <a:pt x="883829" y="1356180"/>
                  </a:lnTo>
                  <a:lnTo>
                    <a:pt x="796053" y="1362892"/>
                  </a:lnTo>
                  <a:lnTo>
                    <a:pt x="716752" y="1368195"/>
                  </a:lnTo>
                  <a:lnTo>
                    <a:pt x="650160" y="1372123"/>
                  </a:lnTo>
                  <a:lnTo>
                    <a:pt x="599303" y="1374789"/>
                  </a:lnTo>
                  <a:lnTo>
                    <a:pt x="565204" y="1376387"/>
                  </a:lnTo>
                  <a:lnTo>
                    <a:pt x="546507" y="1377174"/>
                  </a:lnTo>
                  <a:lnTo>
                    <a:pt x="539556" y="1377438"/>
                  </a:lnTo>
                  <a:lnTo>
                    <a:pt x="538736" y="1377467"/>
                  </a:lnTo>
                  <a:lnTo>
                    <a:pt x="0" y="13774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1" name="pg941"/>
            <p:cNvSpPr/>
            <p:nvPr/>
          </p:nvSpPr>
          <p:spPr>
            <a:xfrm>
              <a:off x="546595" y="2204147"/>
              <a:ext cx="8234974" cy="1856586"/>
            </a:xfrm>
            <a:custGeom>
              <a:avLst/>
              <a:pathLst>
                <a:path w="8234974" h="1856586">
                  <a:moveTo>
                    <a:pt x="0" y="1366578"/>
                  </a:moveTo>
                  <a:lnTo>
                    <a:pt x="538736" y="1366578"/>
                  </a:lnTo>
                  <a:lnTo>
                    <a:pt x="540005" y="1366533"/>
                  </a:lnTo>
                  <a:lnTo>
                    <a:pt x="548286" y="1366218"/>
                  </a:lnTo>
                  <a:lnTo>
                    <a:pt x="568949" y="1365346"/>
                  </a:lnTo>
                  <a:lnTo>
                    <a:pt x="605349" y="1363635"/>
                  </a:lnTo>
                  <a:lnTo>
                    <a:pt x="658513" y="1360836"/>
                  </a:lnTo>
                  <a:lnTo>
                    <a:pt x="727103" y="1356770"/>
                  </a:lnTo>
                  <a:lnTo>
                    <a:pt x="807871" y="1351336"/>
                  </a:lnTo>
                  <a:lnTo>
                    <a:pt x="896484" y="1344509"/>
                  </a:lnTo>
                  <a:lnTo>
                    <a:pt x="988458" y="1336309"/>
                  </a:lnTo>
                  <a:lnTo>
                    <a:pt x="1079899" y="1326770"/>
                  </a:lnTo>
                  <a:lnTo>
                    <a:pt x="1167907" y="1315904"/>
                  </a:lnTo>
                  <a:lnTo>
                    <a:pt x="1250663" y="1303678"/>
                  </a:lnTo>
                  <a:lnTo>
                    <a:pt x="1327306" y="1290004"/>
                  </a:lnTo>
                  <a:lnTo>
                    <a:pt x="1397711" y="1274730"/>
                  </a:lnTo>
                  <a:lnTo>
                    <a:pt x="1462264" y="1257645"/>
                  </a:lnTo>
                  <a:lnTo>
                    <a:pt x="1521671" y="1238486"/>
                  </a:lnTo>
                  <a:lnTo>
                    <a:pt x="1576807" y="1216949"/>
                  </a:lnTo>
                  <a:lnTo>
                    <a:pt x="1628612" y="1192722"/>
                  </a:lnTo>
                  <a:lnTo>
                    <a:pt x="1678006" y="1165532"/>
                  </a:lnTo>
                  <a:lnTo>
                    <a:pt x="1719082" y="1139722"/>
                  </a:lnTo>
                  <a:lnTo>
                    <a:pt x="1764012" y="1108234"/>
                  </a:lnTo>
                  <a:lnTo>
                    <a:pt x="1808503" y="1073822"/>
                  </a:lnTo>
                  <a:lnTo>
                    <a:pt x="1852951" y="1036434"/>
                  </a:lnTo>
                  <a:lnTo>
                    <a:pt x="1897639" y="996100"/>
                  </a:lnTo>
                  <a:lnTo>
                    <a:pt x="1942753" y="952942"/>
                  </a:lnTo>
                  <a:lnTo>
                    <a:pt x="1988389" y="907178"/>
                  </a:lnTo>
                  <a:lnTo>
                    <a:pt x="2034565" y="859126"/>
                  </a:lnTo>
                  <a:lnTo>
                    <a:pt x="2081234" y="809196"/>
                  </a:lnTo>
                  <a:lnTo>
                    <a:pt x="2128289" y="757883"/>
                  </a:lnTo>
                  <a:lnTo>
                    <a:pt x="2175583" y="705745"/>
                  </a:lnTo>
                  <a:lnTo>
                    <a:pt x="2222944" y="653378"/>
                  </a:lnTo>
                  <a:lnTo>
                    <a:pt x="2270195" y="601389"/>
                  </a:lnTo>
                  <a:lnTo>
                    <a:pt x="2317166" y="550368"/>
                  </a:lnTo>
                  <a:lnTo>
                    <a:pt x="2363722" y="500858"/>
                  </a:lnTo>
                  <a:lnTo>
                    <a:pt x="2409767" y="453335"/>
                  </a:lnTo>
                  <a:lnTo>
                    <a:pt x="2455270" y="408187"/>
                  </a:lnTo>
                  <a:lnTo>
                    <a:pt x="2500267" y="365709"/>
                  </a:lnTo>
                  <a:lnTo>
                    <a:pt x="2544875" y="326094"/>
                  </a:lnTo>
                  <a:lnTo>
                    <a:pt x="2589303" y="289440"/>
                  </a:lnTo>
                  <a:lnTo>
                    <a:pt x="2633860" y="255757"/>
                  </a:lnTo>
                  <a:lnTo>
                    <a:pt x="2667772" y="232300"/>
                  </a:lnTo>
                  <a:lnTo>
                    <a:pt x="2715748" y="202441"/>
                  </a:lnTo>
                  <a:lnTo>
                    <a:pt x="2765431" y="175684"/>
                  </a:lnTo>
                  <a:lnTo>
                    <a:pt x="2817652" y="151857"/>
                  </a:lnTo>
                  <a:lnTo>
                    <a:pt x="2873338" y="130677"/>
                  </a:lnTo>
                  <a:lnTo>
                    <a:pt x="2933425" y="111830"/>
                  </a:lnTo>
                  <a:lnTo>
                    <a:pt x="2998772" y="95018"/>
                  </a:lnTo>
                  <a:lnTo>
                    <a:pt x="3070049" y="79983"/>
                  </a:lnTo>
                  <a:lnTo>
                    <a:pt x="3147582" y="66522"/>
                  </a:lnTo>
                  <a:lnTo>
                    <a:pt x="3231156" y="54493"/>
                  </a:lnTo>
                  <a:lnTo>
                    <a:pt x="3319786" y="43816"/>
                  </a:lnTo>
                  <a:lnTo>
                    <a:pt x="3411505" y="34466"/>
                  </a:lnTo>
                  <a:lnTo>
                    <a:pt x="3503259" y="26459"/>
                  </a:lnTo>
                  <a:lnTo>
                    <a:pt x="3591037" y="19829"/>
                  </a:lnTo>
                  <a:lnTo>
                    <a:pt x="3670324" y="14592"/>
                  </a:lnTo>
                  <a:lnTo>
                    <a:pt x="3736885" y="10714"/>
                  </a:lnTo>
                  <a:lnTo>
                    <a:pt x="3787698" y="8083"/>
                  </a:lnTo>
                  <a:lnTo>
                    <a:pt x="3821745" y="6507"/>
                  </a:lnTo>
                  <a:lnTo>
                    <a:pt x="3840394" y="5732"/>
                  </a:lnTo>
                  <a:lnTo>
                    <a:pt x="3847310" y="547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6" y="5503"/>
                  </a:lnTo>
                  <a:lnTo>
                    <a:pt x="4396202" y="5922"/>
                  </a:lnTo>
                  <a:lnTo>
                    <a:pt x="4416444" y="7082"/>
                  </a:lnTo>
                  <a:lnTo>
                    <a:pt x="4452144" y="9358"/>
                  </a:lnTo>
                  <a:lnTo>
                    <a:pt x="4504367" y="13081"/>
                  </a:lnTo>
                  <a:lnTo>
                    <a:pt x="4571878" y="18497"/>
                  </a:lnTo>
                  <a:lnTo>
                    <a:pt x="4651558" y="25742"/>
                  </a:lnTo>
                  <a:lnTo>
                    <a:pt x="4739202" y="34854"/>
                  </a:lnTo>
                  <a:lnTo>
                    <a:pt x="4830408" y="45807"/>
                  </a:lnTo>
                  <a:lnTo>
                    <a:pt x="4921316" y="58557"/>
                  </a:lnTo>
                  <a:lnTo>
                    <a:pt x="5009015" y="73085"/>
                  </a:lnTo>
                  <a:lnTo>
                    <a:pt x="5091648" y="89428"/>
                  </a:lnTo>
                  <a:lnTo>
                    <a:pt x="5168300" y="107698"/>
                  </a:lnTo>
                  <a:lnTo>
                    <a:pt x="5238792" y="128088"/>
                  </a:lnTo>
                  <a:lnTo>
                    <a:pt x="5303462" y="150871"/>
                  </a:lnTo>
                  <a:lnTo>
                    <a:pt x="5362973" y="176392"/>
                  </a:lnTo>
                  <a:lnTo>
                    <a:pt x="5418168" y="205048"/>
                  </a:lnTo>
                  <a:lnTo>
                    <a:pt x="5469965" y="237257"/>
                  </a:lnTo>
                  <a:lnTo>
                    <a:pt x="5519269" y="273394"/>
                  </a:lnTo>
                  <a:lnTo>
                    <a:pt x="5566892" y="313689"/>
                  </a:lnTo>
                  <a:lnTo>
                    <a:pt x="5567201" y="313968"/>
                  </a:lnTo>
                  <a:lnTo>
                    <a:pt x="5608486" y="353147"/>
                  </a:lnTo>
                  <a:lnTo>
                    <a:pt x="5649369" y="395673"/>
                  </a:lnTo>
                  <a:lnTo>
                    <a:pt x="5690169" y="441611"/>
                  </a:lnTo>
                  <a:lnTo>
                    <a:pt x="5731124" y="490945"/>
                  </a:lnTo>
                  <a:lnTo>
                    <a:pt x="5772395" y="543579"/>
                  </a:lnTo>
                  <a:lnTo>
                    <a:pt x="5814083" y="599319"/>
                  </a:lnTo>
                  <a:lnTo>
                    <a:pt x="5856228" y="657877"/>
                  </a:lnTo>
                  <a:lnTo>
                    <a:pt x="5898819" y="718873"/>
                  </a:lnTo>
                  <a:lnTo>
                    <a:pt x="5941799" y="781835"/>
                  </a:lnTo>
                  <a:lnTo>
                    <a:pt x="5985075" y="846221"/>
                  </a:lnTo>
                  <a:lnTo>
                    <a:pt x="6028527" y="911432"/>
                  </a:lnTo>
                  <a:lnTo>
                    <a:pt x="6072021" y="976834"/>
                  </a:lnTo>
                  <a:lnTo>
                    <a:pt x="6115419" y="1041789"/>
                  </a:lnTo>
                  <a:lnTo>
                    <a:pt x="6158589" y="1105673"/>
                  </a:lnTo>
                  <a:lnTo>
                    <a:pt x="6201422" y="1167907"/>
                  </a:lnTo>
                  <a:lnTo>
                    <a:pt x="6243838" y="1227976"/>
                  </a:lnTo>
                  <a:lnTo>
                    <a:pt x="6285798" y="1285444"/>
                  </a:lnTo>
                  <a:lnTo>
                    <a:pt x="6327311" y="1339966"/>
                  </a:lnTo>
                  <a:lnTo>
                    <a:pt x="6368440" y="1391293"/>
                  </a:lnTo>
                  <a:lnTo>
                    <a:pt x="6409309" y="1439271"/>
                  </a:lnTo>
                  <a:lnTo>
                    <a:pt x="6450110" y="1483836"/>
                  </a:lnTo>
                  <a:lnTo>
                    <a:pt x="6491111" y="1525007"/>
                  </a:lnTo>
                  <a:lnTo>
                    <a:pt x="6515891" y="1548062"/>
                  </a:lnTo>
                  <a:lnTo>
                    <a:pt x="6563506" y="1588384"/>
                  </a:lnTo>
                  <a:lnTo>
                    <a:pt x="6612796" y="1624549"/>
                  </a:lnTo>
                  <a:lnTo>
                    <a:pt x="6664573" y="1656782"/>
                  </a:lnTo>
                  <a:lnTo>
                    <a:pt x="6719744" y="1685460"/>
                  </a:lnTo>
                  <a:lnTo>
                    <a:pt x="6779223" y="1711000"/>
                  </a:lnTo>
                  <a:lnTo>
                    <a:pt x="6843857" y="1733800"/>
                  </a:lnTo>
                  <a:lnTo>
                    <a:pt x="6914309" y="1754205"/>
                  </a:lnTo>
                  <a:lnTo>
                    <a:pt x="6990920" y="1772488"/>
                  </a:lnTo>
                  <a:lnTo>
                    <a:pt x="7073516" y="1788843"/>
                  </a:lnTo>
                  <a:lnTo>
                    <a:pt x="7161187" y="1803383"/>
                  </a:lnTo>
                  <a:lnTo>
                    <a:pt x="7252082" y="1816145"/>
                  </a:lnTo>
                  <a:lnTo>
                    <a:pt x="7343298" y="1827110"/>
                  </a:lnTo>
                  <a:lnTo>
                    <a:pt x="7430979" y="1836234"/>
                  </a:lnTo>
                  <a:lnTo>
                    <a:pt x="7510727" y="1843491"/>
                  </a:lnTo>
                  <a:lnTo>
                    <a:pt x="7578329" y="1848919"/>
                  </a:lnTo>
                  <a:lnTo>
                    <a:pt x="7630658" y="1852653"/>
                  </a:lnTo>
                  <a:lnTo>
                    <a:pt x="7666467" y="1854937"/>
                  </a:lnTo>
                  <a:lnTo>
                    <a:pt x="7686802" y="1856103"/>
                  </a:lnTo>
                  <a:lnTo>
                    <a:pt x="7694972" y="1856526"/>
                  </a:lnTo>
                  <a:lnTo>
                    <a:pt x="7696237" y="1856586"/>
                  </a:lnTo>
                  <a:lnTo>
                    <a:pt x="8234974" y="1856586"/>
                  </a:lnTo>
                  <a:lnTo>
                    <a:pt x="8234974" y="1851141"/>
                  </a:lnTo>
                  <a:lnTo>
                    <a:pt x="7696237" y="1851141"/>
                  </a:lnTo>
                  <a:lnTo>
                    <a:pt x="7694996" y="1851082"/>
                  </a:lnTo>
                  <a:lnTo>
                    <a:pt x="7686890" y="1850663"/>
                  </a:lnTo>
                  <a:lnTo>
                    <a:pt x="7666648" y="1849504"/>
                  </a:lnTo>
                  <a:lnTo>
                    <a:pt x="7630948" y="1847228"/>
                  </a:lnTo>
                  <a:lnTo>
                    <a:pt x="7578725" y="1843504"/>
                  </a:lnTo>
                  <a:lnTo>
                    <a:pt x="7511215" y="1838088"/>
                  </a:lnTo>
                  <a:lnTo>
                    <a:pt x="7431534" y="1830843"/>
                  </a:lnTo>
                  <a:lnTo>
                    <a:pt x="7343891" y="1821731"/>
                  </a:lnTo>
                  <a:lnTo>
                    <a:pt x="7252684" y="1810778"/>
                  </a:lnTo>
                  <a:lnTo>
                    <a:pt x="7161776" y="1798028"/>
                  </a:lnTo>
                  <a:lnTo>
                    <a:pt x="7074077" y="1783500"/>
                  </a:lnTo>
                  <a:lnTo>
                    <a:pt x="6991444" y="1767157"/>
                  </a:lnTo>
                  <a:lnTo>
                    <a:pt x="6914793" y="1748887"/>
                  </a:lnTo>
                  <a:lnTo>
                    <a:pt x="6844300" y="1728497"/>
                  </a:lnTo>
                  <a:lnTo>
                    <a:pt x="6779631" y="1705714"/>
                  </a:lnTo>
                  <a:lnTo>
                    <a:pt x="6720120" y="1680194"/>
                  </a:lnTo>
                  <a:lnTo>
                    <a:pt x="6664924" y="1651537"/>
                  </a:lnTo>
                  <a:lnTo>
                    <a:pt x="6613127" y="1619329"/>
                  </a:lnTo>
                  <a:lnTo>
                    <a:pt x="6563823" y="1583191"/>
                  </a:lnTo>
                  <a:lnTo>
                    <a:pt x="6516200" y="1542896"/>
                  </a:lnTo>
                  <a:lnTo>
                    <a:pt x="6515891" y="1542618"/>
                  </a:lnTo>
                  <a:lnTo>
                    <a:pt x="6474607" y="1503438"/>
                  </a:lnTo>
                  <a:lnTo>
                    <a:pt x="6433724" y="1460912"/>
                  </a:lnTo>
                  <a:lnTo>
                    <a:pt x="6392923" y="1414975"/>
                  </a:lnTo>
                  <a:lnTo>
                    <a:pt x="6351969" y="1365640"/>
                  </a:lnTo>
                  <a:lnTo>
                    <a:pt x="6310697" y="1313006"/>
                  </a:lnTo>
                  <a:lnTo>
                    <a:pt x="6269009" y="1257266"/>
                  </a:lnTo>
                  <a:lnTo>
                    <a:pt x="6226864" y="1198708"/>
                  </a:lnTo>
                  <a:lnTo>
                    <a:pt x="6184274" y="1137712"/>
                  </a:lnTo>
                  <a:lnTo>
                    <a:pt x="6141294" y="1074750"/>
                  </a:lnTo>
                  <a:lnTo>
                    <a:pt x="6098018" y="1010364"/>
                  </a:lnTo>
                  <a:lnTo>
                    <a:pt x="6054565" y="945153"/>
                  </a:lnTo>
                  <a:lnTo>
                    <a:pt x="6011071" y="879751"/>
                  </a:lnTo>
                  <a:lnTo>
                    <a:pt x="5967674" y="814797"/>
                  </a:lnTo>
                  <a:lnTo>
                    <a:pt x="5924504" y="750913"/>
                  </a:lnTo>
                  <a:lnTo>
                    <a:pt x="5881671" y="688678"/>
                  </a:lnTo>
                  <a:lnTo>
                    <a:pt x="5839255" y="628609"/>
                  </a:lnTo>
                  <a:lnTo>
                    <a:pt x="5797294" y="571141"/>
                  </a:lnTo>
                  <a:lnTo>
                    <a:pt x="5755782" y="516619"/>
                  </a:lnTo>
                  <a:lnTo>
                    <a:pt x="5714653" y="465292"/>
                  </a:lnTo>
                  <a:lnTo>
                    <a:pt x="5673784" y="417315"/>
                  </a:lnTo>
                  <a:lnTo>
                    <a:pt x="5632983" y="372750"/>
                  </a:lnTo>
                  <a:lnTo>
                    <a:pt x="5591982" y="331578"/>
                  </a:lnTo>
                  <a:lnTo>
                    <a:pt x="5567201" y="308523"/>
                  </a:lnTo>
                  <a:lnTo>
                    <a:pt x="5519587" y="268201"/>
                  </a:lnTo>
                  <a:lnTo>
                    <a:pt x="5470297" y="232036"/>
                  </a:lnTo>
                  <a:lnTo>
                    <a:pt x="5418519" y="199803"/>
                  </a:lnTo>
                  <a:lnTo>
                    <a:pt x="5363349" y="171125"/>
                  </a:lnTo>
                  <a:lnTo>
                    <a:pt x="5303869" y="145585"/>
                  </a:lnTo>
                  <a:lnTo>
                    <a:pt x="5239236" y="122785"/>
                  </a:lnTo>
                  <a:lnTo>
                    <a:pt x="5168783" y="102380"/>
                  </a:lnTo>
                  <a:lnTo>
                    <a:pt x="5092172" y="84097"/>
                  </a:lnTo>
                  <a:lnTo>
                    <a:pt x="5009577" y="67742"/>
                  </a:lnTo>
                  <a:lnTo>
                    <a:pt x="4921906" y="53202"/>
                  </a:lnTo>
                  <a:lnTo>
                    <a:pt x="4831011" y="40440"/>
                  </a:lnTo>
                  <a:lnTo>
                    <a:pt x="4739794" y="29475"/>
                  </a:lnTo>
                  <a:lnTo>
                    <a:pt x="4652114" y="20351"/>
                  </a:lnTo>
                  <a:lnTo>
                    <a:pt x="4572366" y="13094"/>
                  </a:lnTo>
                  <a:lnTo>
                    <a:pt x="4504764" y="7667"/>
                  </a:lnTo>
                  <a:lnTo>
                    <a:pt x="4452434" y="3932"/>
                  </a:lnTo>
                  <a:lnTo>
                    <a:pt x="4416626" y="1648"/>
                  </a:lnTo>
                  <a:lnTo>
                    <a:pt x="4396291" y="482"/>
                  </a:lnTo>
                  <a:lnTo>
                    <a:pt x="4388120" y="5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0" y="44"/>
                  </a:lnTo>
                  <a:lnTo>
                    <a:pt x="3838569" y="359"/>
                  </a:lnTo>
                  <a:lnTo>
                    <a:pt x="3817906" y="1231"/>
                  </a:lnTo>
                  <a:lnTo>
                    <a:pt x="3781505" y="2943"/>
                  </a:lnTo>
                  <a:lnTo>
                    <a:pt x="3728342" y="5741"/>
                  </a:lnTo>
                  <a:lnTo>
                    <a:pt x="3659751" y="9807"/>
                  </a:lnTo>
                  <a:lnTo>
                    <a:pt x="3578984" y="15241"/>
                  </a:lnTo>
                  <a:lnTo>
                    <a:pt x="3490371" y="22069"/>
                  </a:lnTo>
                  <a:lnTo>
                    <a:pt x="3398396" y="30268"/>
                  </a:lnTo>
                  <a:lnTo>
                    <a:pt x="3306956" y="39807"/>
                  </a:lnTo>
                  <a:lnTo>
                    <a:pt x="3218948" y="50673"/>
                  </a:lnTo>
                  <a:lnTo>
                    <a:pt x="3136192" y="62899"/>
                  </a:lnTo>
                  <a:lnTo>
                    <a:pt x="3059549" y="76573"/>
                  </a:lnTo>
                  <a:lnTo>
                    <a:pt x="2989144" y="91847"/>
                  </a:lnTo>
                  <a:lnTo>
                    <a:pt x="2924590" y="108932"/>
                  </a:lnTo>
                  <a:lnTo>
                    <a:pt x="2865184" y="128091"/>
                  </a:lnTo>
                  <a:lnTo>
                    <a:pt x="2810048" y="149628"/>
                  </a:lnTo>
                  <a:lnTo>
                    <a:pt x="2758242" y="173855"/>
                  </a:lnTo>
                  <a:lnTo>
                    <a:pt x="2708849" y="201045"/>
                  </a:lnTo>
                  <a:lnTo>
                    <a:pt x="2667772" y="226855"/>
                  </a:lnTo>
                  <a:lnTo>
                    <a:pt x="2622842" y="258343"/>
                  </a:lnTo>
                  <a:lnTo>
                    <a:pt x="2578352" y="292755"/>
                  </a:lnTo>
                  <a:lnTo>
                    <a:pt x="2533904" y="330143"/>
                  </a:lnTo>
                  <a:lnTo>
                    <a:pt x="2489216" y="370477"/>
                  </a:lnTo>
                  <a:lnTo>
                    <a:pt x="2444102" y="413635"/>
                  </a:lnTo>
                  <a:lnTo>
                    <a:pt x="2398466" y="459399"/>
                  </a:lnTo>
                  <a:lnTo>
                    <a:pt x="2352289" y="507452"/>
                  </a:lnTo>
                  <a:lnTo>
                    <a:pt x="2305621" y="557381"/>
                  </a:lnTo>
                  <a:lnTo>
                    <a:pt x="2258566" y="608694"/>
                  </a:lnTo>
                  <a:lnTo>
                    <a:pt x="2211272" y="660832"/>
                  </a:lnTo>
                  <a:lnTo>
                    <a:pt x="2163910" y="713199"/>
                  </a:lnTo>
                  <a:lnTo>
                    <a:pt x="2116660" y="765188"/>
                  </a:lnTo>
                  <a:lnTo>
                    <a:pt x="2069688" y="816209"/>
                  </a:lnTo>
                  <a:lnTo>
                    <a:pt x="2023133" y="865719"/>
                  </a:lnTo>
                  <a:lnTo>
                    <a:pt x="1977087" y="913242"/>
                  </a:lnTo>
                  <a:lnTo>
                    <a:pt x="1931585" y="958390"/>
                  </a:lnTo>
                  <a:lnTo>
                    <a:pt x="1886588" y="1000868"/>
                  </a:lnTo>
                  <a:lnTo>
                    <a:pt x="1841980" y="1040483"/>
                  </a:lnTo>
                  <a:lnTo>
                    <a:pt x="1797552" y="1077137"/>
                  </a:lnTo>
                  <a:lnTo>
                    <a:pt x="1752995" y="1110821"/>
                  </a:lnTo>
                  <a:lnTo>
                    <a:pt x="1719082" y="1134277"/>
                  </a:lnTo>
                  <a:lnTo>
                    <a:pt x="1671106" y="1164136"/>
                  </a:lnTo>
                  <a:lnTo>
                    <a:pt x="1621424" y="1190893"/>
                  </a:lnTo>
                  <a:lnTo>
                    <a:pt x="1569202" y="1214720"/>
                  </a:lnTo>
                  <a:lnTo>
                    <a:pt x="1513517" y="1235900"/>
                  </a:lnTo>
                  <a:lnTo>
                    <a:pt x="1453430" y="1254747"/>
                  </a:lnTo>
                  <a:lnTo>
                    <a:pt x="1388083" y="1271559"/>
                  </a:lnTo>
                  <a:lnTo>
                    <a:pt x="1316806" y="1286594"/>
                  </a:lnTo>
                  <a:lnTo>
                    <a:pt x="1239273" y="1300055"/>
                  </a:lnTo>
                  <a:lnTo>
                    <a:pt x="1155699" y="1312084"/>
                  </a:lnTo>
                  <a:lnTo>
                    <a:pt x="1067068" y="1322761"/>
                  </a:lnTo>
                  <a:lnTo>
                    <a:pt x="975350" y="1332111"/>
                  </a:lnTo>
                  <a:lnTo>
                    <a:pt x="883596" y="1340118"/>
                  </a:lnTo>
                  <a:lnTo>
                    <a:pt x="795818" y="1346748"/>
                  </a:lnTo>
                  <a:lnTo>
                    <a:pt x="716530" y="1351985"/>
                  </a:lnTo>
                  <a:lnTo>
                    <a:pt x="649969" y="1355863"/>
                  </a:lnTo>
                  <a:lnTo>
                    <a:pt x="599157" y="1358494"/>
                  </a:lnTo>
                  <a:lnTo>
                    <a:pt x="565110" y="1360070"/>
                  </a:lnTo>
                  <a:lnTo>
                    <a:pt x="546460" y="1360845"/>
                  </a:lnTo>
                  <a:lnTo>
                    <a:pt x="539544" y="1361105"/>
                  </a:lnTo>
                  <a:lnTo>
                    <a:pt x="538736" y="1361133"/>
                  </a:lnTo>
                  <a:lnTo>
                    <a:pt x="0" y="136113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42" name="pl942"/>
            <p:cNvSpPr/>
            <p:nvPr/>
          </p:nvSpPr>
          <p:spPr>
            <a:xfrm>
              <a:off x="546595" y="2209592"/>
              <a:ext cx="8234974" cy="1851141"/>
            </a:xfrm>
            <a:custGeom>
              <a:avLst/>
              <a:pathLst>
                <a:path w="8234974" h="1851141">
                  <a:moveTo>
                    <a:pt x="0" y="1361133"/>
                  </a:moveTo>
                  <a:lnTo>
                    <a:pt x="538736" y="1361133"/>
                  </a:lnTo>
                  <a:lnTo>
                    <a:pt x="540005" y="1361089"/>
                  </a:lnTo>
                  <a:lnTo>
                    <a:pt x="548286" y="1360774"/>
                  </a:lnTo>
                  <a:lnTo>
                    <a:pt x="568949" y="1359901"/>
                  </a:lnTo>
                  <a:lnTo>
                    <a:pt x="605349" y="1358190"/>
                  </a:lnTo>
                  <a:lnTo>
                    <a:pt x="658513" y="1355392"/>
                  </a:lnTo>
                  <a:lnTo>
                    <a:pt x="727103" y="1351325"/>
                  </a:lnTo>
                  <a:lnTo>
                    <a:pt x="807871" y="1345891"/>
                  </a:lnTo>
                  <a:lnTo>
                    <a:pt x="896484" y="1339064"/>
                  </a:lnTo>
                  <a:lnTo>
                    <a:pt x="988458" y="1330864"/>
                  </a:lnTo>
                  <a:lnTo>
                    <a:pt x="1079899" y="1321325"/>
                  </a:lnTo>
                  <a:lnTo>
                    <a:pt x="1167907" y="1310459"/>
                  </a:lnTo>
                  <a:lnTo>
                    <a:pt x="1250663" y="1298234"/>
                  </a:lnTo>
                  <a:lnTo>
                    <a:pt x="1327306" y="1284559"/>
                  </a:lnTo>
                  <a:lnTo>
                    <a:pt x="1397711" y="1269286"/>
                  </a:lnTo>
                  <a:lnTo>
                    <a:pt x="1462264" y="1252201"/>
                  </a:lnTo>
                  <a:lnTo>
                    <a:pt x="1521671" y="1233041"/>
                  </a:lnTo>
                  <a:lnTo>
                    <a:pt x="1576807" y="1211505"/>
                  </a:lnTo>
                  <a:lnTo>
                    <a:pt x="1628612" y="1187278"/>
                  </a:lnTo>
                  <a:lnTo>
                    <a:pt x="1678006" y="1160087"/>
                  </a:lnTo>
                  <a:lnTo>
                    <a:pt x="1719082" y="1134277"/>
                  </a:lnTo>
                  <a:lnTo>
                    <a:pt x="1764012" y="1102790"/>
                  </a:lnTo>
                  <a:lnTo>
                    <a:pt x="1808503" y="1068378"/>
                  </a:lnTo>
                  <a:lnTo>
                    <a:pt x="1852951" y="1030990"/>
                  </a:lnTo>
                  <a:lnTo>
                    <a:pt x="1897639" y="990656"/>
                  </a:lnTo>
                  <a:lnTo>
                    <a:pt x="1942753" y="947498"/>
                  </a:lnTo>
                  <a:lnTo>
                    <a:pt x="1988389" y="901734"/>
                  </a:lnTo>
                  <a:lnTo>
                    <a:pt x="2034565" y="853681"/>
                  </a:lnTo>
                  <a:lnTo>
                    <a:pt x="2081234" y="803751"/>
                  </a:lnTo>
                  <a:lnTo>
                    <a:pt x="2128289" y="752439"/>
                  </a:lnTo>
                  <a:lnTo>
                    <a:pt x="2175583" y="700301"/>
                  </a:lnTo>
                  <a:lnTo>
                    <a:pt x="2222944" y="647934"/>
                  </a:lnTo>
                  <a:lnTo>
                    <a:pt x="2270195" y="595945"/>
                  </a:lnTo>
                  <a:lnTo>
                    <a:pt x="2317166" y="544923"/>
                  </a:lnTo>
                  <a:lnTo>
                    <a:pt x="2363722" y="495414"/>
                  </a:lnTo>
                  <a:lnTo>
                    <a:pt x="2409767" y="447890"/>
                  </a:lnTo>
                  <a:lnTo>
                    <a:pt x="2455270" y="402743"/>
                  </a:lnTo>
                  <a:lnTo>
                    <a:pt x="2500267" y="360265"/>
                  </a:lnTo>
                  <a:lnTo>
                    <a:pt x="2544875" y="320650"/>
                  </a:lnTo>
                  <a:lnTo>
                    <a:pt x="2589303" y="283996"/>
                  </a:lnTo>
                  <a:lnTo>
                    <a:pt x="2633860" y="250312"/>
                  </a:lnTo>
                  <a:lnTo>
                    <a:pt x="2667772" y="226855"/>
                  </a:lnTo>
                  <a:lnTo>
                    <a:pt x="2715748" y="196996"/>
                  </a:lnTo>
                  <a:lnTo>
                    <a:pt x="2765431" y="170240"/>
                  </a:lnTo>
                  <a:lnTo>
                    <a:pt x="2817652" y="146413"/>
                  </a:lnTo>
                  <a:lnTo>
                    <a:pt x="2873338" y="125233"/>
                  </a:lnTo>
                  <a:lnTo>
                    <a:pt x="2933425" y="106386"/>
                  </a:lnTo>
                  <a:lnTo>
                    <a:pt x="2998772" y="89573"/>
                  </a:lnTo>
                  <a:lnTo>
                    <a:pt x="3070049" y="74538"/>
                  </a:lnTo>
                  <a:lnTo>
                    <a:pt x="3147582" y="61077"/>
                  </a:lnTo>
                  <a:lnTo>
                    <a:pt x="3231156" y="49049"/>
                  </a:lnTo>
                  <a:lnTo>
                    <a:pt x="3319786" y="38372"/>
                  </a:lnTo>
                  <a:lnTo>
                    <a:pt x="3411505" y="29022"/>
                  </a:lnTo>
                  <a:lnTo>
                    <a:pt x="3503259" y="21015"/>
                  </a:lnTo>
                  <a:lnTo>
                    <a:pt x="3591037" y="14385"/>
                  </a:lnTo>
                  <a:lnTo>
                    <a:pt x="3670324" y="9148"/>
                  </a:lnTo>
                  <a:lnTo>
                    <a:pt x="3736885" y="5270"/>
                  </a:lnTo>
                  <a:lnTo>
                    <a:pt x="3787698" y="2638"/>
                  </a:lnTo>
                  <a:lnTo>
                    <a:pt x="3821745" y="1063"/>
                  </a:lnTo>
                  <a:lnTo>
                    <a:pt x="3840394" y="287"/>
                  </a:lnTo>
                  <a:lnTo>
                    <a:pt x="3847310" y="2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6" y="58"/>
                  </a:lnTo>
                  <a:lnTo>
                    <a:pt x="4396202" y="478"/>
                  </a:lnTo>
                  <a:lnTo>
                    <a:pt x="4416444" y="1637"/>
                  </a:lnTo>
                  <a:lnTo>
                    <a:pt x="4452144" y="3913"/>
                  </a:lnTo>
                  <a:lnTo>
                    <a:pt x="4504367" y="7637"/>
                  </a:lnTo>
                  <a:lnTo>
                    <a:pt x="4571878" y="13052"/>
                  </a:lnTo>
                  <a:lnTo>
                    <a:pt x="4651558" y="20297"/>
                  </a:lnTo>
                  <a:lnTo>
                    <a:pt x="4739202" y="29409"/>
                  </a:lnTo>
                  <a:lnTo>
                    <a:pt x="4830408" y="40362"/>
                  </a:lnTo>
                  <a:lnTo>
                    <a:pt x="4921316" y="53112"/>
                  </a:lnTo>
                  <a:lnTo>
                    <a:pt x="5009015" y="67640"/>
                  </a:lnTo>
                  <a:lnTo>
                    <a:pt x="5091648" y="83983"/>
                  </a:lnTo>
                  <a:lnTo>
                    <a:pt x="5168300" y="102253"/>
                  </a:lnTo>
                  <a:lnTo>
                    <a:pt x="5238792" y="122643"/>
                  </a:lnTo>
                  <a:lnTo>
                    <a:pt x="5303462" y="145426"/>
                  </a:lnTo>
                  <a:lnTo>
                    <a:pt x="5362973" y="170947"/>
                  </a:lnTo>
                  <a:lnTo>
                    <a:pt x="5418168" y="199603"/>
                  </a:lnTo>
                  <a:lnTo>
                    <a:pt x="5469965" y="231812"/>
                  </a:lnTo>
                  <a:lnTo>
                    <a:pt x="5519269" y="267950"/>
                  </a:lnTo>
                  <a:lnTo>
                    <a:pt x="5566892" y="308244"/>
                  </a:lnTo>
                  <a:lnTo>
                    <a:pt x="5567201" y="308523"/>
                  </a:lnTo>
                  <a:lnTo>
                    <a:pt x="5608486" y="347702"/>
                  </a:lnTo>
                  <a:lnTo>
                    <a:pt x="5649369" y="390229"/>
                  </a:lnTo>
                  <a:lnTo>
                    <a:pt x="5690169" y="436166"/>
                  </a:lnTo>
                  <a:lnTo>
                    <a:pt x="5731124" y="485501"/>
                  </a:lnTo>
                  <a:lnTo>
                    <a:pt x="5772395" y="538134"/>
                  </a:lnTo>
                  <a:lnTo>
                    <a:pt x="5814083" y="593874"/>
                  </a:lnTo>
                  <a:lnTo>
                    <a:pt x="5856228" y="652433"/>
                  </a:lnTo>
                  <a:lnTo>
                    <a:pt x="5898819" y="713428"/>
                  </a:lnTo>
                  <a:lnTo>
                    <a:pt x="5941799" y="776391"/>
                  </a:lnTo>
                  <a:lnTo>
                    <a:pt x="5985075" y="840777"/>
                  </a:lnTo>
                  <a:lnTo>
                    <a:pt x="6028527" y="905987"/>
                  </a:lnTo>
                  <a:lnTo>
                    <a:pt x="6072021" y="971390"/>
                  </a:lnTo>
                  <a:lnTo>
                    <a:pt x="6115419" y="1036344"/>
                  </a:lnTo>
                  <a:lnTo>
                    <a:pt x="6158589" y="1100228"/>
                  </a:lnTo>
                  <a:lnTo>
                    <a:pt x="6201422" y="1162462"/>
                  </a:lnTo>
                  <a:lnTo>
                    <a:pt x="6243838" y="1222531"/>
                  </a:lnTo>
                  <a:lnTo>
                    <a:pt x="6285798" y="1279999"/>
                  </a:lnTo>
                  <a:lnTo>
                    <a:pt x="6327311" y="1334521"/>
                  </a:lnTo>
                  <a:lnTo>
                    <a:pt x="6368440" y="1385848"/>
                  </a:lnTo>
                  <a:lnTo>
                    <a:pt x="6409309" y="1433826"/>
                  </a:lnTo>
                  <a:lnTo>
                    <a:pt x="6450110" y="1478391"/>
                  </a:lnTo>
                  <a:lnTo>
                    <a:pt x="6491111" y="1519562"/>
                  </a:lnTo>
                  <a:lnTo>
                    <a:pt x="6515891" y="1542618"/>
                  </a:lnTo>
                  <a:lnTo>
                    <a:pt x="6563506" y="1582940"/>
                  </a:lnTo>
                  <a:lnTo>
                    <a:pt x="6612796" y="1619104"/>
                  </a:lnTo>
                  <a:lnTo>
                    <a:pt x="6664573" y="1651338"/>
                  </a:lnTo>
                  <a:lnTo>
                    <a:pt x="6719744" y="1680016"/>
                  </a:lnTo>
                  <a:lnTo>
                    <a:pt x="6779223" y="1705556"/>
                  </a:lnTo>
                  <a:lnTo>
                    <a:pt x="6843857" y="1728356"/>
                  </a:lnTo>
                  <a:lnTo>
                    <a:pt x="6914309" y="1748760"/>
                  </a:lnTo>
                  <a:lnTo>
                    <a:pt x="6990920" y="1767044"/>
                  </a:lnTo>
                  <a:lnTo>
                    <a:pt x="7073516" y="1783399"/>
                  </a:lnTo>
                  <a:lnTo>
                    <a:pt x="7161187" y="1797938"/>
                  </a:lnTo>
                  <a:lnTo>
                    <a:pt x="7252082" y="1810700"/>
                  </a:lnTo>
                  <a:lnTo>
                    <a:pt x="7343298" y="1821665"/>
                  </a:lnTo>
                  <a:lnTo>
                    <a:pt x="7430979" y="1830790"/>
                  </a:lnTo>
                  <a:lnTo>
                    <a:pt x="7510727" y="1838047"/>
                  </a:lnTo>
                  <a:lnTo>
                    <a:pt x="7578329" y="1843474"/>
                  </a:lnTo>
                  <a:lnTo>
                    <a:pt x="7630658" y="1847208"/>
                  </a:lnTo>
                  <a:lnTo>
                    <a:pt x="7666467" y="1849493"/>
                  </a:lnTo>
                  <a:lnTo>
                    <a:pt x="7686802" y="1850658"/>
                  </a:lnTo>
                  <a:lnTo>
                    <a:pt x="7694972" y="1851081"/>
                  </a:lnTo>
                  <a:lnTo>
                    <a:pt x="7696237" y="1851141"/>
                  </a:lnTo>
                  <a:lnTo>
                    <a:pt x="7696237" y="1851141"/>
                  </a:lnTo>
                  <a:lnTo>
                    <a:pt x="8234974" y="18511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3" name="pl943"/>
            <p:cNvSpPr/>
            <p:nvPr/>
          </p:nvSpPr>
          <p:spPr>
            <a:xfrm>
              <a:off x="546595" y="2204147"/>
              <a:ext cx="8234974" cy="1851141"/>
            </a:xfrm>
            <a:custGeom>
              <a:avLst/>
              <a:pathLst>
                <a:path w="8234974" h="1851141">
                  <a:moveTo>
                    <a:pt x="8234974" y="1851141"/>
                  </a:moveTo>
                  <a:lnTo>
                    <a:pt x="7696237" y="1851141"/>
                  </a:lnTo>
                  <a:lnTo>
                    <a:pt x="7694996" y="1851082"/>
                  </a:lnTo>
                  <a:lnTo>
                    <a:pt x="7686890" y="1850663"/>
                  </a:lnTo>
                  <a:lnTo>
                    <a:pt x="7666648" y="1849504"/>
                  </a:lnTo>
                  <a:lnTo>
                    <a:pt x="7630948" y="1847228"/>
                  </a:lnTo>
                  <a:lnTo>
                    <a:pt x="7578725" y="1843504"/>
                  </a:lnTo>
                  <a:lnTo>
                    <a:pt x="7511215" y="1838088"/>
                  </a:lnTo>
                  <a:lnTo>
                    <a:pt x="7431534" y="1830843"/>
                  </a:lnTo>
                  <a:lnTo>
                    <a:pt x="7343891" y="1821731"/>
                  </a:lnTo>
                  <a:lnTo>
                    <a:pt x="7252684" y="1810778"/>
                  </a:lnTo>
                  <a:lnTo>
                    <a:pt x="7161776" y="1798028"/>
                  </a:lnTo>
                  <a:lnTo>
                    <a:pt x="7074077" y="1783500"/>
                  </a:lnTo>
                  <a:lnTo>
                    <a:pt x="6991444" y="1767157"/>
                  </a:lnTo>
                  <a:lnTo>
                    <a:pt x="6914793" y="1748887"/>
                  </a:lnTo>
                  <a:lnTo>
                    <a:pt x="6844300" y="1728497"/>
                  </a:lnTo>
                  <a:lnTo>
                    <a:pt x="6779631" y="1705714"/>
                  </a:lnTo>
                  <a:lnTo>
                    <a:pt x="6720120" y="1680194"/>
                  </a:lnTo>
                  <a:lnTo>
                    <a:pt x="6664924" y="1651537"/>
                  </a:lnTo>
                  <a:lnTo>
                    <a:pt x="6613127" y="1619329"/>
                  </a:lnTo>
                  <a:lnTo>
                    <a:pt x="6563823" y="1583191"/>
                  </a:lnTo>
                  <a:lnTo>
                    <a:pt x="6516200" y="1542896"/>
                  </a:lnTo>
                  <a:lnTo>
                    <a:pt x="6515891" y="1542618"/>
                  </a:lnTo>
                  <a:lnTo>
                    <a:pt x="6474607" y="1503438"/>
                  </a:lnTo>
                  <a:lnTo>
                    <a:pt x="6433724" y="1460912"/>
                  </a:lnTo>
                  <a:lnTo>
                    <a:pt x="6392923" y="1414975"/>
                  </a:lnTo>
                  <a:lnTo>
                    <a:pt x="6351969" y="1365640"/>
                  </a:lnTo>
                  <a:lnTo>
                    <a:pt x="6310697" y="1313006"/>
                  </a:lnTo>
                  <a:lnTo>
                    <a:pt x="6269009" y="1257266"/>
                  </a:lnTo>
                  <a:lnTo>
                    <a:pt x="6226864" y="1198708"/>
                  </a:lnTo>
                  <a:lnTo>
                    <a:pt x="6184274" y="1137712"/>
                  </a:lnTo>
                  <a:lnTo>
                    <a:pt x="6141294" y="1074750"/>
                  </a:lnTo>
                  <a:lnTo>
                    <a:pt x="6098018" y="1010364"/>
                  </a:lnTo>
                  <a:lnTo>
                    <a:pt x="6054565" y="945153"/>
                  </a:lnTo>
                  <a:lnTo>
                    <a:pt x="6011071" y="879751"/>
                  </a:lnTo>
                  <a:lnTo>
                    <a:pt x="5967674" y="814797"/>
                  </a:lnTo>
                  <a:lnTo>
                    <a:pt x="5924504" y="750913"/>
                  </a:lnTo>
                  <a:lnTo>
                    <a:pt x="5881671" y="688678"/>
                  </a:lnTo>
                  <a:lnTo>
                    <a:pt x="5839255" y="628609"/>
                  </a:lnTo>
                  <a:lnTo>
                    <a:pt x="5797294" y="571141"/>
                  </a:lnTo>
                  <a:lnTo>
                    <a:pt x="5755782" y="516619"/>
                  </a:lnTo>
                  <a:lnTo>
                    <a:pt x="5714653" y="465292"/>
                  </a:lnTo>
                  <a:lnTo>
                    <a:pt x="5673784" y="417315"/>
                  </a:lnTo>
                  <a:lnTo>
                    <a:pt x="5632983" y="372750"/>
                  </a:lnTo>
                  <a:lnTo>
                    <a:pt x="5591982" y="331578"/>
                  </a:lnTo>
                  <a:lnTo>
                    <a:pt x="5567201" y="308523"/>
                  </a:lnTo>
                  <a:lnTo>
                    <a:pt x="5519587" y="268201"/>
                  </a:lnTo>
                  <a:lnTo>
                    <a:pt x="5470297" y="232036"/>
                  </a:lnTo>
                  <a:lnTo>
                    <a:pt x="5418519" y="199803"/>
                  </a:lnTo>
                  <a:lnTo>
                    <a:pt x="5363349" y="171125"/>
                  </a:lnTo>
                  <a:lnTo>
                    <a:pt x="5303869" y="145585"/>
                  </a:lnTo>
                  <a:lnTo>
                    <a:pt x="5239236" y="122785"/>
                  </a:lnTo>
                  <a:lnTo>
                    <a:pt x="5168783" y="102380"/>
                  </a:lnTo>
                  <a:lnTo>
                    <a:pt x="5092172" y="84097"/>
                  </a:lnTo>
                  <a:lnTo>
                    <a:pt x="5009577" y="67742"/>
                  </a:lnTo>
                  <a:lnTo>
                    <a:pt x="4921906" y="53202"/>
                  </a:lnTo>
                  <a:lnTo>
                    <a:pt x="4831011" y="40440"/>
                  </a:lnTo>
                  <a:lnTo>
                    <a:pt x="4739794" y="29475"/>
                  </a:lnTo>
                  <a:lnTo>
                    <a:pt x="4652114" y="20351"/>
                  </a:lnTo>
                  <a:lnTo>
                    <a:pt x="4572366" y="13094"/>
                  </a:lnTo>
                  <a:lnTo>
                    <a:pt x="4504764" y="7667"/>
                  </a:lnTo>
                  <a:lnTo>
                    <a:pt x="4452434" y="3932"/>
                  </a:lnTo>
                  <a:lnTo>
                    <a:pt x="4416626" y="1648"/>
                  </a:lnTo>
                  <a:lnTo>
                    <a:pt x="4396291" y="482"/>
                  </a:lnTo>
                  <a:lnTo>
                    <a:pt x="4388120" y="59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0" y="44"/>
                  </a:lnTo>
                  <a:lnTo>
                    <a:pt x="3838569" y="359"/>
                  </a:lnTo>
                  <a:lnTo>
                    <a:pt x="3817906" y="1231"/>
                  </a:lnTo>
                  <a:lnTo>
                    <a:pt x="3781505" y="2943"/>
                  </a:lnTo>
                  <a:lnTo>
                    <a:pt x="3728342" y="5741"/>
                  </a:lnTo>
                  <a:lnTo>
                    <a:pt x="3659751" y="9807"/>
                  </a:lnTo>
                  <a:lnTo>
                    <a:pt x="3578984" y="15241"/>
                  </a:lnTo>
                  <a:lnTo>
                    <a:pt x="3490371" y="22069"/>
                  </a:lnTo>
                  <a:lnTo>
                    <a:pt x="3398396" y="30268"/>
                  </a:lnTo>
                  <a:lnTo>
                    <a:pt x="3306956" y="39807"/>
                  </a:lnTo>
                  <a:lnTo>
                    <a:pt x="3218948" y="50673"/>
                  </a:lnTo>
                  <a:lnTo>
                    <a:pt x="3136192" y="62899"/>
                  </a:lnTo>
                  <a:lnTo>
                    <a:pt x="3059549" y="76573"/>
                  </a:lnTo>
                  <a:lnTo>
                    <a:pt x="2989144" y="91847"/>
                  </a:lnTo>
                  <a:lnTo>
                    <a:pt x="2924590" y="108932"/>
                  </a:lnTo>
                  <a:lnTo>
                    <a:pt x="2865184" y="128091"/>
                  </a:lnTo>
                  <a:lnTo>
                    <a:pt x="2810048" y="149628"/>
                  </a:lnTo>
                  <a:lnTo>
                    <a:pt x="2758242" y="173855"/>
                  </a:lnTo>
                  <a:lnTo>
                    <a:pt x="2708849" y="201045"/>
                  </a:lnTo>
                  <a:lnTo>
                    <a:pt x="2667772" y="226855"/>
                  </a:lnTo>
                  <a:lnTo>
                    <a:pt x="2622842" y="258343"/>
                  </a:lnTo>
                  <a:lnTo>
                    <a:pt x="2578352" y="292755"/>
                  </a:lnTo>
                  <a:lnTo>
                    <a:pt x="2533904" y="330143"/>
                  </a:lnTo>
                  <a:lnTo>
                    <a:pt x="2489216" y="370477"/>
                  </a:lnTo>
                  <a:lnTo>
                    <a:pt x="2444102" y="413635"/>
                  </a:lnTo>
                  <a:lnTo>
                    <a:pt x="2398466" y="459399"/>
                  </a:lnTo>
                  <a:lnTo>
                    <a:pt x="2352289" y="507452"/>
                  </a:lnTo>
                  <a:lnTo>
                    <a:pt x="2305621" y="557381"/>
                  </a:lnTo>
                  <a:lnTo>
                    <a:pt x="2258566" y="608694"/>
                  </a:lnTo>
                  <a:lnTo>
                    <a:pt x="2211272" y="660832"/>
                  </a:lnTo>
                  <a:lnTo>
                    <a:pt x="2163910" y="713199"/>
                  </a:lnTo>
                  <a:lnTo>
                    <a:pt x="2116660" y="765188"/>
                  </a:lnTo>
                  <a:lnTo>
                    <a:pt x="2069688" y="816209"/>
                  </a:lnTo>
                  <a:lnTo>
                    <a:pt x="2023133" y="865719"/>
                  </a:lnTo>
                  <a:lnTo>
                    <a:pt x="1977087" y="913242"/>
                  </a:lnTo>
                  <a:lnTo>
                    <a:pt x="1931585" y="958390"/>
                  </a:lnTo>
                  <a:lnTo>
                    <a:pt x="1886588" y="1000868"/>
                  </a:lnTo>
                  <a:lnTo>
                    <a:pt x="1841980" y="1040483"/>
                  </a:lnTo>
                  <a:lnTo>
                    <a:pt x="1797552" y="1077137"/>
                  </a:lnTo>
                  <a:lnTo>
                    <a:pt x="1752995" y="1110821"/>
                  </a:lnTo>
                  <a:lnTo>
                    <a:pt x="1719082" y="1134277"/>
                  </a:lnTo>
                  <a:lnTo>
                    <a:pt x="1671106" y="1164136"/>
                  </a:lnTo>
                  <a:lnTo>
                    <a:pt x="1621424" y="1190893"/>
                  </a:lnTo>
                  <a:lnTo>
                    <a:pt x="1569202" y="1214720"/>
                  </a:lnTo>
                  <a:lnTo>
                    <a:pt x="1513517" y="1235900"/>
                  </a:lnTo>
                  <a:lnTo>
                    <a:pt x="1453430" y="1254747"/>
                  </a:lnTo>
                  <a:lnTo>
                    <a:pt x="1388083" y="1271559"/>
                  </a:lnTo>
                  <a:lnTo>
                    <a:pt x="1316806" y="1286594"/>
                  </a:lnTo>
                  <a:lnTo>
                    <a:pt x="1239273" y="1300055"/>
                  </a:lnTo>
                  <a:lnTo>
                    <a:pt x="1155699" y="1312084"/>
                  </a:lnTo>
                  <a:lnTo>
                    <a:pt x="1067068" y="1322761"/>
                  </a:lnTo>
                  <a:lnTo>
                    <a:pt x="975350" y="1332111"/>
                  </a:lnTo>
                  <a:lnTo>
                    <a:pt x="883596" y="1340118"/>
                  </a:lnTo>
                  <a:lnTo>
                    <a:pt x="795818" y="1346748"/>
                  </a:lnTo>
                  <a:lnTo>
                    <a:pt x="716530" y="1351985"/>
                  </a:lnTo>
                  <a:lnTo>
                    <a:pt x="649969" y="1355863"/>
                  </a:lnTo>
                  <a:lnTo>
                    <a:pt x="599157" y="1358494"/>
                  </a:lnTo>
                  <a:lnTo>
                    <a:pt x="565110" y="1360070"/>
                  </a:lnTo>
                  <a:lnTo>
                    <a:pt x="546460" y="1360845"/>
                  </a:lnTo>
                  <a:lnTo>
                    <a:pt x="539544" y="1361105"/>
                  </a:lnTo>
                  <a:lnTo>
                    <a:pt x="538736" y="1361133"/>
                  </a:lnTo>
                  <a:lnTo>
                    <a:pt x="0" y="13611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4" name="pg944"/>
            <p:cNvSpPr/>
            <p:nvPr/>
          </p:nvSpPr>
          <p:spPr>
            <a:xfrm>
              <a:off x="546595" y="2351150"/>
              <a:ext cx="8234974" cy="3615170"/>
            </a:xfrm>
            <a:custGeom>
              <a:avLst/>
              <a:pathLst>
                <a:path w="8234974" h="3615170">
                  <a:moveTo>
                    <a:pt x="0" y="1230464"/>
                  </a:moveTo>
                  <a:lnTo>
                    <a:pt x="538736" y="1230464"/>
                  </a:lnTo>
                  <a:lnTo>
                    <a:pt x="540011" y="1230424"/>
                  </a:lnTo>
                  <a:lnTo>
                    <a:pt x="548334" y="1230140"/>
                  </a:lnTo>
                  <a:lnTo>
                    <a:pt x="569098" y="1229355"/>
                  </a:lnTo>
                  <a:lnTo>
                    <a:pt x="605666" y="1227813"/>
                  </a:lnTo>
                  <a:lnTo>
                    <a:pt x="659054" y="1225293"/>
                  </a:lnTo>
                  <a:lnTo>
                    <a:pt x="727901" y="1221632"/>
                  </a:lnTo>
                  <a:lnTo>
                    <a:pt x="808927" y="1216740"/>
                  </a:lnTo>
                  <a:lnTo>
                    <a:pt x="897768" y="1210595"/>
                  </a:lnTo>
                  <a:lnTo>
                    <a:pt x="989923" y="1203217"/>
                  </a:lnTo>
                  <a:lnTo>
                    <a:pt x="1081488" y="1194635"/>
                  </a:lnTo>
                  <a:lnTo>
                    <a:pt x="1169566" y="1184860"/>
                  </a:lnTo>
                  <a:lnTo>
                    <a:pt x="1252350" y="1173861"/>
                  </a:lnTo>
                  <a:lnTo>
                    <a:pt x="1328989" y="1161557"/>
                  </a:lnTo>
                  <a:lnTo>
                    <a:pt x="1399373" y="1147811"/>
                  </a:lnTo>
                  <a:lnTo>
                    <a:pt x="1463899" y="1132432"/>
                  </a:lnTo>
                  <a:lnTo>
                    <a:pt x="1523281" y="1115180"/>
                  </a:lnTo>
                  <a:lnTo>
                    <a:pt x="1578404" y="1095783"/>
                  </a:lnTo>
                  <a:lnTo>
                    <a:pt x="1630213" y="1073958"/>
                  </a:lnTo>
                  <a:lnTo>
                    <a:pt x="1679629" y="1049463"/>
                  </a:lnTo>
                  <a:lnTo>
                    <a:pt x="1719082" y="1027202"/>
                  </a:lnTo>
                  <a:lnTo>
                    <a:pt x="1765130" y="998249"/>
                  </a:lnTo>
                  <a:lnTo>
                    <a:pt x="1810728" y="966541"/>
                  </a:lnTo>
                  <a:lnTo>
                    <a:pt x="1856297" y="932031"/>
                  </a:lnTo>
                  <a:lnTo>
                    <a:pt x="1902137" y="894754"/>
                  </a:lnTo>
                  <a:lnTo>
                    <a:pt x="1948438" y="854835"/>
                  </a:lnTo>
                  <a:lnTo>
                    <a:pt x="1995294" y="812495"/>
                  </a:lnTo>
                  <a:lnTo>
                    <a:pt x="2042714" y="768054"/>
                  </a:lnTo>
                  <a:lnTo>
                    <a:pt x="2090635" y="721922"/>
                  </a:lnTo>
                  <a:lnTo>
                    <a:pt x="2138934" y="674590"/>
                  </a:lnTo>
                  <a:lnTo>
                    <a:pt x="2187445" y="626605"/>
                  </a:lnTo>
                  <a:lnTo>
                    <a:pt x="2235980" y="578547"/>
                  </a:lnTo>
                  <a:lnTo>
                    <a:pt x="2284348" y="531002"/>
                  </a:lnTo>
                  <a:lnTo>
                    <a:pt x="2332376" y="484526"/>
                  </a:lnTo>
                  <a:lnTo>
                    <a:pt x="2379928" y="439627"/>
                  </a:lnTo>
                  <a:lnTo>
                    <a:pt x="2426925" y="396736"/>
                  </a:lnTo>
                  <a:lnTo>
                    <a:pt x="2473357" y="356196"/>
                  </a:lnTo>
                  <a:lnTo>
                    <a:pt x="2519297" y="318253"/>
                  </a:lnTo>
                  <a:lnTo>
                    <a:pt x="2564910" y="283055"/>
                  </a:lnTo>
                  <a:lnTo>
                    <a:pt x="2610467" y="250658"/>
                  </a:lnTo>
                  <a:lnTo>
                    <a:pt x="2656356" y="221034"/>
                  </a:lnTo>
                  <a:lnTo>
                    <a:pt x="2667772" y="214151"/>
                  </a:lnTo>
                  <a:lnTo>
                    <a:pt x="2715834" y="187353"/>
                  </a:lnTo>
                  <a:lnTo>
                    <a:pt x="2765610" y="163344"/>
                  </a:lnTo>
                  <a:lnTo>
                    <a:pt x="2817937" y="141969"/>
                  </a:lnTo>
                  <a:lnTo>
                    <a:pt x="2873745" y="122972"/>
                  </a:lnTo>
                  <a:lnTo>
                    <a:pt x="2933977" y="106070"/>
                  </a:lnTo>
                  <a:lnTo>
                    <a:pt x="2999494" y="90996"/>
                  </a:lnTo>
                  <a:lnTo>
                    <a:pt x="3070968" y="77518"/>
                  </a:lnTo>
                  <a:lnTo>
                    <a:pt x="3148720" y="65454"/>
                  </a:lnTo>
                  <a:lnTo>
                    <a:pt x="3232527" y="54676"/>
                  </a:lnTo>
                  <a:lnTo>
                    <a:pt x="3321385" y="45112"/>
                  </a:lnTo>
                  <a:lnTo>
                    <a:pt x="3413296" y="36742"/>
                  </a:lnTo>
                  <a:lnTo>
                    <a:pt x="3505173" y="29580"/>
                  </a:lnTo>
                  <a:lnTo>
                    <a:pt x="3592967" y="23656"/>
                  </a:lnTo>
                  <a:lnTo>
                    <a:pt x="3672137" y="18985"/>
                  </a:lnTo>
                  <a:lnTo>
                    <a:pt x="3738442" y="15534"/>
                  </a:lnTo>
                  <a:lnTo>
                    <a:pt x="3788888" y="13201"/>
                  </a:lnTo>
                  <a:lnTo>
                    <a:pt x="3822515" y="11811"/>
                  </a:lnTo>
                  <a:lnTo>
                    <a:pt x="3840769" y="11133"/>
                  </a:lnTo>
                  <a:lnTo>
                    <a:pt x="3847400" y="10911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813" y="10976"/>
                  </a:lnTo>
                  <a:lnTo>
                    <a:pt x="4394110" y="11601"/>
                  </a:lnTo>
                  <a:lnTo>
                    <a:pt x="4409968" y="13330"/>
                  </a:lnTo>
                  <a:lnTo>
                    <a:pt x="4438285" y="16731"/>
                  </a:lnTo>
                  <a:lnTo>
                    <a:pt x="4480407" y="22329"/>
                  </a:lnTo>
                  <a:lnTo>
                    <a:pt x="4536034" y="30545"/>
                  </a:lnTo>
                  <a:lnTo>
                    <a:pt x="4603367" y="41660"/>
                  </a:lnTo>
                  <a:lnTo>
                    <a:pt x="4679534" y="55806"/>
                  </a:lnTo>
                  <a:lnTo>
                    <a:pt x="4761155" y="72997"/>
                  </a:lnTo>
                  <a:lnTo>
                    <a:pt x="4844912" y="93178"/>
                  </a:lnTo>
                  <a:lnTo>
                    <a:pt x="4927963" y="116283"/>
                  </a:lnTo>
                  <a:lnTo>
                    <a:pt x="5008165" y="142290"/>
                  </a:lnTo>
                  <a:lnTo>
                    <a:pt x="5084118" y="171260"/>
                  </a:lnTo>
                  <a:lnTo>
                    <a:pt x="5155088" y="203351"/>
                  </a:lnTo>
                  <a:lnTo>
                    <a:pt x="5220876" y="238837"/>
                  </a:lnTo>
                  <a:lnTo>
                    <a:pt x="5281670" y="278101"/>
                  </a:lnTo>
                  <a:lnTo>
                    <a:pt x="5337918" y="321627"/>
                  </a:lnTo>
                  <a:lnTo>
                    <a:pt x="5390229" y="369985"/>
                  </a:lnTo>
                  <a:lnTo>
                    <a:pt x="5439290" y="423795"/>
                  </a:lnTo>
                  <a:lnTo>
                    <a:pt x="5485810" y="483670"/>
                  </a:lnTo>
                  <a:lnTo>
                    <a:pt x="5530468" y="550121"/>
                  </a:lnTo>
                  <a:lnTo>
                    <a:pt x="5567201" y="611602"/>
                  </a:lnTo>
                  <a:lnTo>
                    <a:pt x="5599296" y="670258"/>
                  </a:lnTo>
                  <a:lnTo>
                    <a:pt x="5631100" y="732816"/>
                  </a:lnTo>
                  <a:lnTo>
                    <a:pt x="5662777" y="799355"/>
                  </a:lnTo>
                  <a:lnTo>
                    <a:pt x="5694457" y="869904"/>
                  </a:lnTo>
                  <a:lnTo>
                    <a:pt x="5726244" y="944435"/>
                  </a:lnTo>
                  <a:lnTo>
                    <a:pt x="5758214" y="1022859"/>
                  </a:lnTo>
                  <a:lnTo>
                    <a:pt x="5790420" y="1105022"/>
                  </a:lnTo>
                  <a:lnTo>
                    <a:pt x="5822892" y="1190700"/>
                  </a:lnTo>
                  <a:lnTo>
                    <a:pt x="5855642" y="1279603"/>
                  </a:lnTo>
                  <a:lnTo>
                    <a:pt x="5888662" y="1371376"/>
                  </a:lnTo>
                  <a:lnTo>
                    <a:pt x="5921927" y="1465598"/>
                  </a:lnTo>
                  <a:lnTo>
                    <a:pt x="5955399" y="1561798"/>
                  </a:lnTo>
                  <a:lnTo>
                    <a:pt x="5989029" y="1659454"/>
                  </a:lnTo>
                  <a:lnTo>
                    <a:pt x="6022759" y="1758012"/>
                  </a:lnTo>
                  <a:lnTo>
                    <a:pt x="6056524" y="1856895"/>
                  </a:lnTo>
                  <a:lnTo>
                    <a:pt x="6090261" y="1955519"/>
                  </a:lnTo>
                  <a:lnTo>
                    <a:pt x="6123906" y="2053305"/>
                  </a:lnTo>
                  <a:lnTo>
                    <a:pt x="6157398" y="2149695"/>
                  </a:lnTo>
                  <a:lnTo>
                    <a:pt x="6190689" y="2244166"/>
                  </a:lnTo>
                  <a:lnTo>
                    <a:pt x="6223738" y="2336237"/>
                  </a:lnTo>
                  <a:lnTo>
                    <a:pt x="6256519" y="2425483"/>
                  </a:lnTo>
                  <a:lnTo>
                    <a:pt x="6289022" y="2511541"/>
                  </a:lnTo>
                  <a:lnTo>
                    <a:pt x="6321257" y="2594112"/>
                  </a:lnTo>
                  <a:lnTo>
                    <a:pt x="6353251" y="2672967"/>
                  </a:lnTo>
                  <a:lnTo>
                    <a:pt x="6385055" y="2747943"/>
                  </a:lnTo>
                  <a:lnTo>
                    <a:pt x="6416743" y="2818944"/>
                  </a:lnTo>
                  <a:lnTo>
                    <a:pt x="6448415" y="2885935"/>
                  </a:lnTo>
                  <a:lnTo>
                    <a:pt x="6480197" y="2948939"/>
                  </a:lnTo>
                  <a:lnTo>
                    <a:pt x="6512249" y="3008030"/>
                  </a:lnTo>
                  <a:lnTo>
                    <a:pt x="6515891" y="3014457"/>
                  </a:lnTo>
                  <a:lnTo>
                    <a:pt x="6559444" y="3086674"/>
                  </a:lnTo>
                  <a:lnTo>
                    <a:pt x="6604349" y="3152081"/>
                  </a:lnTo>
                  <a:lnTo>
                    <a:pt x="6651217" y="3210980"/>
                  </a:lnTo>
                  <a:lnTo>
                    <a:pt x="6700734" y="3263904"/>
                  </a:lnTo>
                  <a:lnTo>
                    <a:pt x="6753611" y="3311474"/>
                  </a:lnTo>
                  <a:lnTo>
                    <a:pt x="6810527" y="3354305"/>
                  </a:lnTo>
                  <a:lnTo>
                    <a:pt x="6872070" y="3392954"/>
                  </a:lnTo>
                  <a:lnTo>
                    <a:pt x="6938656" y="3427892"/>
                  </a:lnTo>
                  <a:lnTo>
                    <a:pt x="7010423" y="3459485"/>
                  </a:lnTo>
                  <a:lnTo>
                    <a:pt x="7087097" y="3487987"/>
                  </a:lnTo>
                  <a:lnTo>
                    <a:pt x="7167850" y="3513544"/>
                  </a:lnTo>
                  <a:lnTo>
                    <a:pt x="7251170" y="3536199"/>
                  </a:lnTo>
                  <a:lnTo>
                    <a:pt x="7334798" y="3555921"/>
                  </a:lnTo>
                  <a:lnTo>
                    <a:pt x="7415799" y="3572643"/>
                  </a:lnTo>
                  <a:lnTo>
                    <a:pt x="7490813" y="3586317"/>
                  </a:lnTo>
                  <a:lnTo>
                    <a:pt x="7556501" y="3596971"/>
                  </a:lnTo>
                  <a:lnTo>
                    <a:pt x="7610119" y="3604759"/>
                  </a:lnTo>
                  <a:lnTo>
                    <a:pt x="7650082" y="3609986"/>
                  </a:lnTo>
                  <a:lnTo>
                    <a:pt x="7676339" y="3613092"/>
                  </a:lnTo>
                  <a:lnTo>
                    <a:pt x="7690492" y="3614612"/>
                  </a:lnTo>
                  <a:lnTo>
                    <a:pt x="7695654" y="3615117"/>
                  </a:lnTo>
                  <a:lnTo>
                    <a:pt x="7696237" y="3615170"/>
                  </a:lnTo>
                  <a:lnTo>
                    <a:pt x="8234974" y="3615170"/>
                  </a:lnTo>
                  <a:lnTo>
                    <a:pt x="8234974" y="3604281"/>
                  </a:ln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3" y="39"/>
                  </a:lnTo>
                  <a:lnTo>
                    <a:pt x="3838520" y="323"/>
                  </a:lnTo>
                  <a:lnTo>
                    <a:pt x="3817757" y="1109"/>
                  </a:lnTo>
                  <a:lnTo>
                    <a:pt x="3781189" y="2651"/>
                  </a:lnTo>
                  <a:lnTo>
                    <a:pt x="3727801" y="5171"/>
                  </a:lnTo>
                  <a:lnTo>
                    <a:pt x="3658953" y="8832"/>
                  </a:lnTo>
                  <a:lnTo>
                    <a:pt x="3577928" y="13724"/>
                  </a:lnTo>
                  <a:lnTo>
                    <a:pt x="3489086" y="19869"/>
                  </a:lnTo>
                  <a:lnTo>
                    <a:pt x="3396932" y="27247"/>
                  </a:lnTo>
                  <a:lnTo>
                    <a:pt x="3305367" y="35828"/>
                  </a:lnTo>
                  <a:lnTo>
                    <a:pt x="3217288" y="45604"/>
                  </a:lnTo>
                  <a:lnTo>
                    <a:pt x="3134505" y="56603"/>
                  </a:lnTo>
                  <a:lnTo>
                    <a:pt x="3057865" y="68907"/>
                  </a:lnTo>
                  <a:lnTo>
                    <a:pt x="2987482" y="82652"/>
                  </a:lnTo>
                  <a:lnTo>
                    <a:pt x="2922956" y="98032"/>
                  </a:lnTo>
                  <a:lnTo>
                    <a:pt x="2863573" y="115284"/>
                  </a:lnTo>
                  <a:lnTo>
                    <a:pt x="2808451" y="134681"/>
                  </a:lnTo>
                  <a:lnTo>
                    <a:pt x="2756642" y="156505"/>
                  </a:lnTo>
                  <a:lnTo>
                    <a:pt x="2707226" y="181001"/>
                  </a:lnTo>
                  <a:lnTo>
                    <a:pt x="2667772" y="203262"/>
                  </a:lnTo>
                  <a:lnTo>
                    <a:pt x="2621725" y="232215"/>
                  </a:lnTo>
                  <a:lnTo>
                    <a:pt x="2576127" y="263923"/>
                  </a:lnTo>
                  <a:lnTo>
                    <a:pt x="2530557" y="298433"/>
                  </a:lnTo>
                  <a:lnTo>
                    <a:pt x="2484718" y="335709"/>
                  </a:lnTo>
                  <a:lnTo>
                    <a:pt x="2438417" y="375629"/>
                  </a:lnTo>
                  <a:lnTo>
                    <a:pt x="2391561" y="417969"/>
                  </a:lnTo>
                  <a:lnTo>
                    <a:pt x="2344140" y="462410"/>
                  </a:lnTo>
                  <a:lnTo>
                    <a:pt x="2296219" y="508541"/>
                  </a:lnTo>
                  <a:lnTo>
                    <a:pt x="2247920" y="555874"/>
                  </a:lnTo>
                  <a:lnTo>
                    <a:pt x="2199409" y="603859"/>
                  </a:lnTo>
                  <a:lnTo>
                    <a:pt x="2150874" y="651916"/>
                  </a:lnTo>
                  <a:lnTo>
                    <a:pt x="2102506" y="699462"/>
                  </a:lnTo>
                  <a:lnTo>
                    <a:pt x="2054479" y="745938"/>
                  </a:lnTo>
                  <a:lnTo>
                    <a:pt x="2006926" y="790837"/>
                  </a:lnTo>
                  <a:lnTo>
                    <a:pt x="1959929" y="833728"/>
                  </a:lnTo>
                  <a:lnTo>
                    <a:pt x="1913497" y="874268"/>
                  </a:lnTo>
                  <a:lnTo>
                    <a:pt x="1867558" y="912211"/>
                  </a:lnTo>
                  <a:lnTo>
                    <a:pt x="1821945" y="947409"/>
                  </a:lnTo>
                  <a:lnTo>
                    <a:pt x="1776388" y="979806"/>
                  </a:lnTo>
                  <a:lnTo>
                    <a:pt x="1730498" y="1009429"/>
                  </a:lnTo>
                  <a:lnTo>
                    <a:pt x="1719082" y="1016313"/>
                  </a:lnTo>
                  <a:lnTo>
                    <a:pt x="1671020" y="1043111"/>
                  </a:lnTo>
                  <a:lnTo>
                    <a:pt x="1621244" y="1067120"/>
                  </a:lnTo>
                  <a:lnTo>
                    <a:pt x="1568918" y="1088495"/>
                  </a:lnTo>
                  <a:lnTo>
                    <a:pt x="1513109" y="1107492"/>
                  </a:lnTo>
                  <a:lnTo>
                    <a:pt x="1452878" y="1124393"/>
                  </a:lnTo>
                  <a:lnTo>
                    <a:pt x="1387361" y="1139468"/>
                  </a:lnTo>
                  <a:lnTo>
                    <a:pt x="1315887" y="1152946"/>
                  </a:lnTo>
                  <a:lnTo>
                    <a:pt x="1238134" y="1165010"/>
                  </a:lnTo>
                  <a:lnTo>
                    <a:pt x="1154327" y="1175788"/>
                  </a:lnTo>
                  <a:lnTo>
                    <a:pt x="1065470" y="1185352"/>
                  </a:lnTo>
                  <a:lnTo>
                    <a:pt x="973558" y="1193722"/>
                  </a:lnTo>
                  <a:lnTo>
                    <a:pt x="881681" y="1200884"/>
                  </a:lnTo>
                  <a:lnTo>
                    <a:pt x="793887" y="1206808"/>
                  </a:lnTo>
                  <a:lnTo>
                    <a:pt x="714718" y="1211479"/>
                  </a:lnTo>
                  <a:lnTo>
                    <a:pt x="648413" y="1214929"/>
                  </a:lnTo>
                  <a:lnTo>
                    <a:pt x="597967" y="1217263"/>
                  </a:lnTo>
                  <a:lnTo>
                    <a:pt x="564339" y="1218653"/>
                  </a:lnTo>
                  <a:lnTo>
                    <a:pt x="546085" y="1219331"/>
                  </a:lnTo>
                  <a:lnTo>
                    <a:pt x="539455" y="1219553"/>
                  </a:lnTo>
                  <a:lnTo>
                    <a:pt x="538736" y="1219575"/>
                  </a:lnTo>
                  <a:lnTo>
                    <a:pt x="0" y="121957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45" name="pl945"/>
            <p:cNvSpPr/>
            <p:nvPr/>
          </p:nvSpPr>
          <p:spPr>
            <a:xfrm>
              <a:off x="546595" y="2362039"/>
              <a:ext cx="8234974" cy="3604281"/>
            </a:xfrm>
            <a:custGeom>
              <a:avLst/>
              <a:pathLst>
                <a:path w="8234974" h="3604281">
                  <a:moveTo>
                    <a:pt x="0" y="1219575"/>
                  </a:moveTo>
                  <a:lnTo>
                    <a:pt x="538736" y="1219575"/>
                  </a:lnTo>
                  <a:lnTo>
                    <a:pt x="540011" y="1219535"/>
                  </a:lnTo>
                  <a:lnTo>
                    <a:pt x="548334" y="1219251"/>
                  </a:lnTo>
                  <a:lnTo>
                    <a:pt x="569098" y="1218466"/>
                  </a:lnTo>
                  <a:lnTo>
                    <a:pt x="605666" y="1216924"/>
                  </a:lnTo>
                  <a:lnTo>
                    <a:pt x="659054" y="1214404"/>
                  </a:lnTo>
                  <a:lnTo>
                    <a:pt x="727901" y="1210743"/>
                  </a:lnTo>
                  <a:lnTo>
                    <a:pt x="808927" y="1205851"/>
                  </a:lnTo>
                  <a:lnTo>
                    <a:pt x="897768" y="1199706"/>
                  </a:lnTo>
                  <a:lnTo>
                    <a:pt x="989923" y="1192328"/>
                  </a:lnTo>
                  <a:lnTo>
                    <a:pt x="1081488" y="1183746"/>
                  </a:lnTo>
                  <a:lnTo>
                    <a:pt x="1169566" y="1173971"/>
                  </a:lnTo>
                  <a:lnTo>
                    <a:pt x="1252350" y="1162972"/>
                  </a:lnTo>
                  <a:lnTo>
                    <a:pt x="1328989" y="1150668"/>
                  </a:lnTo>
                  <a:lnTo>
                    <a:pt x="1399373" y="1136922"/>
                  </a:lnTo>
                  <a:lnTo>
                    <a:pt x="1463899" y="1121543"/>
                  </a:lnTo>
                  <a:lnTo>
                    <a:pt x="1523281" y="1104291"/>
                  </a:lnTo>
                  <a:lnTo>
                    <a:pt x="1578404" y="1084894"/>
                  </a:lnTo>
                  <a:lnTo>
                    <a:pt x="1630213" y="1063069"/>
                  </a:lnTo>
                  <a:lnTo>
                    <a:pt x="1679629" y="1038574"/>
                  </a:lnTo>
                  <a:lnTo>
                    <a:pt x="1719082" y="1016313"/>
                  </a:lnTo>
                  <a:lnTo>
                    <a:pt x="1765130" y="987360"/>
                  </a:lnTo>
                  <a:lnTo>
                    <a:pt x="1810728" y="955652"/>
                  </a:lnTo>
                  <a:lnTo>
                    <a:pt x="1856297" y="921142"/>
                  </a:lnTo>
                  <a:lnTo>
                    <a:pt x="1902137" y="883865"/>
                  </a:lnTo>
                  <a:lnTo>
                    <a:pt x="1948438" y="843946"/>
                  </a:lnTo>
                  <a:lnTo>
                    <a:pt x="1995294" y="801606"/>
                  </a:lnTo>
                  <a:lnTo>
                    <a:pt x="2042714" y="757165"/>
                  </a:lnTo>
                  <a:lnTo>
                    <a:pt x="2090635" y="711033"/>
                  </a:lnTo>
                  <a:lnTo>
                    <a:pt x="2138934" y="663701"/>
                  </a:lnTo>
                  <a:lnTo>
                    <a:pt x="2187445" y="615716"/>
                  </a:lnTo>
                  <a:lnTo>
                    <a:pt x="2235980" y="567658"/>
                  </a:lnTo>
                  <a:lnTo>
                    <a:pt x="2284348" y="520112"/>
                  </a:lnTo>
                  <a:lnTo>
                    <a:pt x="2332376" y="473637"/>
                  </a:lnTo>
                  <a:lnTo>
                    <a:pt x="2379928" y="428738"/>
                  </a:lnTo>
                  <a:lnTo>
                    <a:pt x="2426925" y="385847"/>
                  </a:lnTo>
                  <a:lnTo>
                    <a:pt x="2473357" y="345307"/>
                  </a:lnTo>
                  <a:lnTo>
                    <a:pt x="2519297" y="307364"/>
                  </a:lnTo>
                  <a:lnTo>
                    <a:pt x="2564910" y="272166"/>
                  </a:lnTo>
                  <a:lnTo>
                    <a:pt x="2610467" y="239769"/>
                  </a:lnTo>
                  <a:lnTo>
                    <a:pt x="2656356" y="210145"/>
                  </a:lnTo>
                  <a:lnTo>
                    <a:pt x="2667772" y="203262"/>
                  </a:lnTo>
                  <a:lnTo>
                    <a:pt x="2715834" y="176464"/>
                  </a:lnTo>
                  <a:lnTo>
                    <a:pt x="2765610" y="152455"/>
                  </a:lnTo>
                  <a:lnTo>
                    <a:pt x="2817937" y="131079"/>
                  </a:lnTo>
                  <a:lnTo>
                    <a:pt x="2873745" y="112083"/>
                  </a:lnTo>
                  <a:lnTo>
                    <a:pt x="2933977" y="95181"/>
                  </a:lnTo>
                  <a:lnTo>
                    <a:pt x="2999494" y="80107"/>
                  </a:lnTo>
                  <a:lnTo>
                    <a:pt x="3070968" y="66629"/>
                  </a:lnTo>
                  <a:lnTo>
                    <a:pt x="3148720" y="54564"/>
                  </a:lnTo>
                  <a:lnTo>
                    <a:pt x="3232527" y="43786"/>
                  </a:lnTo>
                  <a:lnTo>
                    <a:pt x="3321385" y="34223"/>
                  </a:lnTo>
                  <a:lnTo>
                    <a:pt x="3413296" y="25853"/>
                  </a:lnTo>
                  <a:lnTo>
                    <a:pt x="3505173" y="18690"/>
                  </a:lnTo>
                  <a:lnTo>
                    <a:pt x="3592967" y="12767"/>
                  </a:lnTo>
                  <a:lnTo>
                    <a:pt x="3672137" y="8096"/>
                  </a:lnTo>
                  <a:lnTo>
                    <a:pt x="3738442" y="4645"/>
                  </a:lnTo>
                  <a:lnTo>
                    <a:pt x="3788888" y="2312"/>
                  </a:lnTo>
                  <a:lnTo>
                    <a:pt x="3822515" y="922"/>
                  </a:lnTo>
                  <a:lnTo>
                    <a:pt x="3840769" y="244"/>
                  </a:lnTo>
                  <a:lnTo>
                    <a:pt x="3847400" y="2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13" y="87"/>
                  </a:lnTo>
                  <a:lnTo>
                    <a:pt x="4394110" y="712"/>
                  </a:lnTo>
                  <a:lnTo>
                    <a:pt x="4409968" y="2441"/>
                  </a:lnTo>
                  <a:lnTo>
                    <a:pt x="4438285" y="5842"/>
                  </a:lnTo>
                  <a:lnTo>
                    <a:pt x="4480407" y="11440"/>
                  </a:lnTo>
                  <a:lnTo>
                    <a:pt x="4536034" y="19656"/>
                  </a:lnTo>
                  <a:lnTo>
                    <a:pt x="4603367" y="30771"/>
                  </a:lnTo>
                  <a:lnTo>
                    <a:pt x="4679534" y="44917"/>
                  </a:lnTo>
                  <a:lnTo>
                    <a:pt x="4761155" y="62108"/>
                  </a:lnTo>
                  <a:lnTo>
                    <a:pt x="4844912" y="82289"/>
                  </a:lnTo>
                  <a:lnTo>
                    <a:pt x="4927963" y="105394"/>
                  </a:lnTo>
                  <a:lnTo>
                    <a:pt x="5008165" y="131401"/>
                  </a:lnTo>
                  <a:lnTo>
                    <a:pt x="5084118" y="160371"/>
                  </a:lnTo>
                  <a:lnTo>
                    <a:pt x="5155088" y="192462"/>
                  </a:lnTo>
                  <a:lnTo>
                    <a:pt x="5220876" y="227948"/>
                  </a:lnTo>
                  <a:lnTo>
                    <a:pt x="5281670" y="267212"/>
                  </a:lnTo>
                  <a:lnTo>
                    <a:pt x="5337918" y="310738"/>
                  </a:lnTo>
                  <a:lnTo>
                    <a:pt x="5390229" y="359096"/>
                  </a:lnTo>
                  <a:lnTo>
                    <a:pt x="5439290" y="412906"/>
                  </a:lnTo>
                  <a:lnTo>
                    <a:pt x="5485810" y="472781"/>
                  </a:lnTo>
                  <a:lnTo>
                    <a:pt x="5530468" y="539232"/>
                  </a:lnTo>
                  <a:lnTo>
                    <a:pt x="5567201" y="600713"/>
                  </a:lnTo>
                  <a:lnTo>
                    <a:pt x="5599296" y="659369"/>
                  </a:lnTo>
                  <a:lnTo>
                    <a:pt x="5631100" y="721927"/>
                  </a:lnTo>
                  <a:lnTo>
                    <a:pt x="5662777" y="788466"/>
                  </a:lnTo>
                  <a:lnTo>
                    <a:pt x="5694457" y="859015"/>
                  </a:lnTo>
                  <a:lnTo>
                    <a:pt x="5726244" y="933546"/>
                  </a:lnTo>
                  <a:lnTo>
                    <a:pt x="5758214" y="1011970"/>
                  </a:lnTo>
                  <a:lnTo>
                    <a:pt x="5790420" y="1094133"/>
                  </a:lnTo>
                  <a:lnTo>
                    <a:pt x="5822892" y="1179811"/>
                  </a:lnTo>
                  <a:lnTo>
                    <a:pt x="5855642" y="1268714"/>
                  </a:lnTo>
                  <a:lnTo>
                    <a:pt x="5888662" y="1360487"/>
                  </a:lnTo>
                  <a:lnTo>
                    <a:pt x="5921927" y="1454709"/>
                  </a:lnTo>
                  <a:lnTo>
                    <a:pt x="5955399" y="1550909"/>
                  </a:lnTo>
                  <a:lnTo>
                    <a:pt x="5989029" y="1648565"/>
                  </a:lnTo>
                  <a:lnTo>
                    <a:pt x="6022759" y="1747123"/>
                  </a:lnTo>
                  <a:lnTo>
                    <a:pt x="6056524" y="1846006"/>
                  </a:lnTo>
                  <a:lnTo>
                    <a:pt x="6090261" y="1944629"/>
                  </a:lnTo>
                  <a:lnTo>
                    <a:pt x="6123906" y="2042416"/>
                  </a:lnTo>
                  <a:lnTo>
                    <a:pt x="6157398" y="2138806"/>
                  </a:lnTo>
                  <a:lnTo>
                    <a:pt x="6190689" y="2233276"/>
                  </a:lnTo>
                  <a:lnTo>
                    <a:pt x="6223738" y="2325347"/>
                  </a:lnTo>
                  <a:lnTo>
                    <a:pt x="6256519" y="2414594"/>
                  </a:lnTo>
                  <a:lnTo>
                    <a:pt x="6289022" y="2500652"/>
                  </a:lnTo>
                  <a:lnTo>
                    <a:pt x="6321257" y="2583223"/>
                  </a:lnTo>
                  <a:lnTo>
                    <a:pt x="6353251" y="2662078"/>
                  </a:lnTo>
                  <a:lnTo>
                    <a:pt x="6385055" y="2737054"/>
                  </a:lnTo>
                  <a:lnTo>
                    <a:pt x="6416743" y="2808055"/>
                  </a:lnTo>
                  <a:lnTo>
                    <a:pt x="6448415" y="2875046"/>
                  </a:lnTo>
                  <a:lnTo>
                    <a:pt x="6480197" y="2938050"/>
                  </a:lnTo>
                  <a:lnTo>
                    <a:pt x="6512249" y="2997141"/>
                  </a:lnTo>
                  <a:lnTo>
                    <a:pt x="6515891" y="3003568"/>
                  </a:lnTo>
                  <a:lnTo>
                    <a:pt x="6559444" y="3075785"/>
                  </a:lnTo>
                  <a:lnTo>
                    <a:pt x="6604349" y="3141192"/>
                  </a:lnTo>
                  <a:lnTo>
                    <a:pt x="6651217" y="3200091"/>
                  </a:lnTo>
                  <a:lnTo>
                    <a:pt x="6700734" y="3253015"/>
                  </a:lnTo>
                  <a:lnTo>
                    <a:pt x="6753611" y="3300585"/>
                  </a:lnTo>
                  <a:lnTo>
                    <a:pt x="6810527" y="3343415"/>
                  </a:lnTo>
                  <a:lnTo>
                    <a:pt x="6872070" y="3382065"/>
                  </a:lnTo>
                  <a:lnTo>
                    <a:pt x="6938656" y="3417003"/>
                  </a:lnTo>
                  <a:lnTo>
                    <a:pt x="7010423" y="3448596"/>
                  </a:lnTo>
                  <a:lnTo>
                    <a:pt x="7087097" y="3477098"/>
                  </a:lnTo>
                  <a:lnTo>
                    <a:pt x="7167850" y="3502655"/>
                  </a:lnTo>
                  <a:lnTo>
                    <a:pt x="7251170" y="3525310"/>
                  </a:lnTo>
                  <a:lnTo>
                    <a:pt x="7334798" y="3545032"/>
                  </a:lnTo>
                  <a:lnTo>
                    <a:pt x="7415799" y="3561754"/>
                  </a:lnTo>
                  <a:lnTo>
                    <a:pt x="7490813" y="3575428"/>
                  </a:lnTo>
                  <a:lnTo>
                    <a:pt x="7556501" y="3586081"/>
                  </a:lnTo>
                  <a:lnTo>
                    <a:pt x="7610119" y="3593870"/>
                  </a:lnTo>
                  <a:lnTo>
                    <a:pt x="7650082" y="3599097"/>
                  </a:lnTo>
                  <a:lnTo>
                    <a:pt x="7676339" y="3602203"/>
                  </a:lnTo>
                  <a:lnTo>
                    <a:pt x="7690492" y="3603723"/>
                  </a:lnTo>
                  <a:lnTo>
                    <a:pt x="7695654" y="3604228"/>
                  </a:lnTo>
                  <a:lnTo>
                    <a:pt x="7696237" y="3604281"/>
                  </a:lnTo>
                  <a:lnTo>
                    <a:pt x="8234974" y="3604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6" name="pl946"/>
            <p:cNvSpPr/>
            <p:nvPr/>
          </p:nvSpPr>
          <p:spPr>
            <a:xfrm>
              <a:off x="546595" y="2351150"/>
              <a:ext cx="8234974" cy="3604281"/>
            </a:xfrm>
            <a:custGeom>
              <a:avLst/>
              <a:pathLst>
                <a:path w="8234974" h="3604281">
                  <a:moveTo>
                    <a:pt x="8234974" y="3604281"/>
                  </a:move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3" y="39"/>
                  </a:lnTo>
                  <a:lnTo>
                    <a:pt x="3838520" y="323"/>
                  </a:lnTo>
                  <a:lnTo>
                    <a:pt x="3817757" y="1109"/>
                  </a:lnTo>
                  <a:lnTo>
                    <a:pt x="3781189" y="2651"/>
                  </a:lnTo>
                  <a:lnTo>
                    <a:pt x="3727801" y="5171"/>
                  </a:lnTo>
                  <a:lnTo>
                    <a:pt x="3658953" y="8832"/>
                  </a:lnTo>
                  <a:lnTo>
                    <a:pt x="3577928" y="13724"/>
                  </a:lnTo>
                  <a:lnTo>
                    <a:pt x="3489086" y="19869"/>
                  </a:lnTo>
                  <a:lnTo>
                    <a:pt x="3396932" y="27247"/>
                  </a:lnTo>
                  <a:lnTo>
                    <a:pt x="3305367" y="35828"/>
                  </a:lnTo>
                  <a:lnTo>
                    <a:pt x="3217288" y="45604"/>
                  </a:lnTo>
                  <a:lnTo>
                    <a:pt x="3134505" y="56603"/>
                  </a:lnTo>
                  <a:lnTo>
                    <a:pt x="3057865" y="68907"/>
                  </a:lnTo>
                  <a:lnTo>
                    <a:pt x="2987482" y="82652"/>
                  </a:lnTo>
                  <a:lnTo>
                    <a:pt x="2922956" y="98032"/>
                  </a:lnTo>
                  <a:lnTo>
                    <a:pt x="2863573" y="115284"/>
                  </a:lnTo>
                  <a:lnTo>
                    <a:pt x="2808451" y="134681"/>
                  </a:lnTo>
                  <a:lnTo>
                    <a:pt x="2756642" y="156505"/>
                  </a:lnTo>
                  <a:lnTo>
                    <a:pt x="2707226" y="181001"/>
                  </a:lnTo>
                  <a:lnTo>
                    <a:pt x="2667772" y="203262"/>
                  </a:lnTo>
                  <a:lnTo>
                    <a:pt x="2621725" y="232215"/>
                  </a:lnTo>
                  <a:lnTo>
                    <a:pt x="2576127" y="263923"/>
                  </a:lnTo>
                  <a:lnTo>
                    <a:pt x="2530557" y="298433"/>
                  </a:lnTo>
                  <a:lnTo>
                    <a:pt x="2484718" y="335709"/>
                  </a:lnTo>
                  <a:lnTo>
                    <a:pt x="2438417" y="375629"/>
                  </a:lnTo>
                  <a:lnTo>
                    <a:pt x="2391561" y="417969"/>
                  </a:lnTo>
                  <a:lnTo>
                    <a:pt x="2344140" y="462410"/>
                  </a:lnTo>
                  <a:lnTo>
                    <a:pt x="2296219" y="508541"/>
                  </a:lnTo>
                  <a:lnTo>
                    <a:pt x="2247920" y="555874"/>
                  </a:lnTo>
                  <a:lnTo>
                    <a:pt x="2199409" y="603859"/>
                  </a:lnTo>
                  <a:lnTo>
                    <a:pt x="2150874" y="651916"/>
                  </a:lnTo>
                  <a:lnTo>
                    <a:pt x="2102506" y="699462"/>
                  </a:lnTo>
                  <a:lnTo>
                    <a:pt x="2054479" y="745938"/>
                  </a:lnTo>
                  <a:lnTo>
                    <a:pt x="2006926" y="790837"/>
                  </a:lnTo>
                  <a:lnTo>
                    <a:pt x="1959929" y="833728"/>
                  </a:lnTo>
                  <a:lnTo>
                    <a:pt x="1913497" y="874268"/>
                  </a:lnTo>
                  <a:lnTo>
                    <a:pt x="1867558" y="912211"/>
                  </a:lnTo>
                  <a:lnTo>
                    <a:pt x="1821945" y="947409"/>
                  </a:lnTo>
                  <a:lnTo>
                    <a:pt x="1776388" y="979806"/>
                  </a:lnTo>
                  <a:lnTo>
                    <a:pt x="1730498" y="1009429"/>
                  </a:lnTo>
                  <a:lnTo>
                    <a:pt x="1719082" y="1016313"/>
                  </a:lnTo>
                  <a:lnTo>
                    <a:pt x="1671020" y="1043111"/>
                  </a:lnTo>
                  <a:lnTo>
                    <a:pt x="1621244" y="1067120"/>
                  </a:lnTo>
                  <a:lnTo>
                    <a:pt x="1568918" y="1088495"/>
                  </a:lnTo>
                  <a:lnTo>
                    <a:pt x="1513109" y="1107492"/>
                  </a:lnTo>
                  <a:lnTo>
                    <a:pt x="1452878" y="1124393"/>
                  </a:lnTo>
                  <a:lnTo>
                    <a:pt x="1387361" y="1139468"/>
                  </a:lnTo>
                  <a:lnTo>
                    <a:pt x="1315887" y="1152946"/>
                  </a:lnTo>
                  <a:lnTo>
                    <a:pt x="1238134" y="1165010"/>
                  </a:lnTo>
                  <a:lnTo>
                    <a:pt x="1154327" y="1175788"/>
                  </a:lnTo>
                  <a:lnTo>
                    <a:pt x="1065470" y="1185352"/>
                  </a:lnTo>
                  <a:lnTo>
                    <a:pt x="973558" y="1193722"/>
                  </a:lnTo>
                  <a:lnTo>
                    <a:pt x="881681" y="1200884"/>
                  </a:lnTo>
                  <a:lnTo>
                    <a:pt x="793887" y="1206808"/>
                  </a:lnTo>
                  <a:lnTo>
                    <a:pt x="714718" y="1211479"/>
                  </a:lnTo>
                  <a:lnTo>
                    <a:pt x="648413" y="1214929"/>
                  </a:lnTo>
                  <a:lnTo>
                    <a:pt x="597967" y="1217263"/>
                  </a:lnTo>
                  <a:lnTo>
                    <a:pt x="564339" y="1218653"/>
                  </a:lnTo>
                  <a:lnTo>
                    <a:pt x="546085" y="1219331"/>
                  </a:lnTo>
                  <a:lnTo>
                    <a:pt x="539455" y="1219553"/>
                  </a:lnTo>
                  <a:lnTo>
                    <a:pt x="538736" y="1219575"/>
                  </a:lnTo>
                  <a:lnTo>
                    <a:pt x="0" y="1219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7" name="pg947"/>
            <p:cNvSpPr/>
            <p:nvPr/>
          </p:nvSpPr>
          <p:spPr>
            <a:xfrm>
              <a:off x="546595" y="1300355"/>
              <a:ext cx="8234974" cy="3261275"/>
            </a:xfrm>
            <a:custGeom>
              <a:avLst/>
              <a:pathLst>
                <a:path w="8234974" h="3261275">
                  <a:moveTo>
                    <a:pt x="0" y="2646043"/>
                  </a:moveTo>
                  <a:lnTo>
                    <a:pt x="538736" y="2646043"/>
                  </a:lnTo>
                  <a:lnTo>
                    <a:pt x="540032" y="2646064"/>
                  </a:lnTo>
                  <a:lnTo>
                    <a:pt x="548485" y="2646209"/>
                  </a:lnTo>
                  <a:lnTo>
                    <a:pt x="569562" y="2646612"/>
                  </a:lnTo>
                  <a:lnTo>
                    <a:pt x="606650" y="2647403"/>
                  </a:lnTo>
                  <a:lnTo>
                    <a:pt x="660734" y="2648694"/>
                  </a:lnTo>
                  <a:lnTo>
                    <a:pt x="730376" y="2650569"/>
                  </a:lnTo>
                  <a:lnTo>
                    <a:pt x="812196" y="2653073"/>
                  </a:lnTo>
                  <a:lnTo>
                    <a:pt x="901742" y="2656216"/>
                  </a:lnTo>
                  <a:lnTo>
                    <a:pt x="994449" y="2659986"/>
                  </a:lnTo>
                  <a:lnTo>
                    <a:pt x="1086391" y="2664370"/>
                  </a:lnTo>
                  <a:lnTo>
                    <a:pt x="1174683" y="2669363"/>
                  </a:lnTo>
                  <a:lnTo>
                    <a:pt x="1257546" y="2674982"/>
                  </a:lnTo>
                  <a:lnTo>
                    <a:pt x="1334171" y="2681270"/>
                  </a:lnTo>
                  <a:lnTo>
                    <a:pt x="1404487" y="2688299"/>
                  </a:lnTo>
                  <a:lnTo>
                    <a:pt x="1468927" y="2696170"/>
                  </a:lnTo>
                  <a:lnTo>
                    <a:pt x="1528236" y="2705007"/>
                  </a:lnTo>
                  <a:lnTo>
                    <a:pt x="1583321" y="2714950"/>
                  </a:lnTo>
                  <a:lnTo>
                    <a:pt x="1635144" y="2726144"/>
                  </a:lnTo>
                  <a:lnTo>
                    <a:pt x="1684635" y="2738710"/>
                  </a:lnTo>
                  <a:lnTo>
                    <a:pt x="1719082" y="2748582"/>
                  </a:lnTo>
                  <a:lnTo>
                    <a:pt x="1769678" y="2764716"/>
                  </a:lnTo>
                  <a:lnTo>
                    <a:pt x="1819785" y="2782534"/>
                  </a:lnTo>
                  <a:lnTo>
                    <a:pt x="1869939" y="2802060"/>
                  </a:lnTo>
                  <a:lnTo>
                    <a:pt x="1920499" y="2823256"/>
                  </a:lnTo>
                  <a:lnTo>
                    <a:pt x="1971672" y="2846015"/>
                  </a:lnTo>
                  <a:lnTo>
                    <a:pt x="2023533" y="2870160"/>
                  </a:lnTo>
                  <a:lnTo>
                    <a:pt x="2076039" y="2895442"/>
                  </a:lnTo>
                  <a:lnTo>
                    <a:pt x="2129051" y="2921551"/>
                  </a:lnTo>
                  <a:lnTo>
                    <a:pt x="2182363" y="2948128"/>
                  </a:lnTo>
                  <a:lnTo>
                    <a:pt x="2235729" y="2974787"/>
                  </a:lnTo>
                  <a:lnTo>
                    <a:pt x="2288894" y="3001135"/>
                  </a:lnTo>
                  <a:lnTo>
                    <a:pt x="2341631" y="3026801"/>
                  </a:lnTo>
                  <a:lnTo>
                    <a:pt x="2393770" y="3051451"/>
                  </a:lnTo>
                  <a:lnTo>
                    <a:pt x="2445227" y="3074811"/>
                  </a:lnTo>
                  <a:lnTo>
                    <a:pt x="2496024" y="3096671"/>
                  </a:lnTo>
                  <a:lnTo>
                    <a:pt x="2546311" y="3116898"/>
                  </a:lnTo>
                  <a:lnTo>
                    <a:pt x="2596383" y="3135424"/>
                  </a:lnTo>
                  <a:lnTo>
                    <a:pt x="2646699" y="3152250"/>
                  </a:lnTo>
                  <a:lnTo>
                    <a:pt x="2667772" y="3158737"/>
                  </a:lnTo>
                  <a:lnTo>
                    <a:pt x="2716100" y="3172325"/>
                  </a:lnTo>
                  <a:lnTo>
                    <a:pt x="2766164" y="3184492"/>
                  </a:lnTo>
                  <a:lnTo>
                    <a:pt x="2818817" y="3195316"/>
                  </a:lnTo>
                  <a:lnTo>
                    <a:pt x="2875006" y="3204930"/>
                  </a:lnTo>
                  <a:lnTo>
                    <a:pt x="2935686" y="3213478"/>
                  </a:lnTo>
                  <a:lnTo>
                    <a:pt x="3001731" y="3221098"/>
                  </a:lnTo>
                  <a:lnTo>
                    <a:pt x="3073813" y="3227908"/>
                  </a:lnTo>
                  <a:lnTo>
                    <a:pt x="3152246" y="3233999"/>
                  </a:lnTo>
                  <a:lnTo>
                    <a:pt x="3236773" y="3239437"/>
                  </a:lnTo>
                  <a:lnTo>
                    <a:pt x="3326330" y="3244256"/>
                  </a:lnTo>
                  <a:lnTo>
                    <a:pt x="3418833" y="3248467"/>
                  </a:lnTo>
                  <a:lnTo>
                    <a:pt x="3511078" y="3252061"/>
                  </a:lnTo>
                  <a:lnTo>
                    <a:pt x="3598904" y="3255022"/>
                  </a:lnTo>
                  <a:lnTo>
                    <a:pt x="3677688" y="3257345"/>
                  </a:lnTo>
                  <a:lnTo>
                    <a:pt x="3743181" y="3259048"/>
                  </a:lnTo>
                  <a:lnTo>
                    <a:pt x="3792480" y="3260187"/>
                  </a:lnTo>
                  <a:lnTo>
                    <a:pt x="3824807" y="3260855"/>
                  </a:lnTo>
                  <a:lnTo>
                    <a:pt x="3841854" y="3261171"/>
                  </a:lnTo>
                  <a:lnTo>
                    <a:pt x="3847635" y="3261268"/>
                  </a:lnTo>
                  <a:lnTo>
                    <a:pt x="3848118" y="3261275"/>
                  </a:lnTo>
                  <a:lnTo>
                    <a:pt x="4386855" y="3261275"/>
                  </a:lnTo>
                  <a:lnTo>
                    <a:pt x="4387987" y="3261182"/>
                  </a:lnTo>
                  <a:lnTo>
                    <a:pt x="4395394" y="3260511"/>
                  </a:lnTo>
                  <a:lnTo>
                    <a:pt x="4413951" y="3258657"/>
                  </a:lnTo>
                  <a:lnTo>
                    <a:pt x="4446832" y="3255015"/>
                  </a:lnTo>
                  <a:lnTo>
                    <a:pt x="4495237" y="3249041"/>
                  </a:lnTo>
                  <a:lnTo>
                    <a:pt x="4558319" y="3240324"/>
                  </a:lnTo>
                  <a:lnTo>
                    <a:pt x="4633482" y="3228612"/>
                  </a:lnTo>
                  <a:lnTo>
                    <a:pt x="4717022" y="3213818"/>
                  </a:lnTo>
                  <a:lnTo>
                    <a:pt x="4804904" y="3195966"/>
                  </a:lnTo>
                  <a:lnTo>
                    <a:pt x="4893432" y="3175128"/>
                  </a:lnTo>
                  <a:lnTo>
                    <a:pt x="4979681" y="3151351"/>
                  </a:lnTo>
                  <a:lnTo>
                    <a:pt x="5061652" y="3124611"/>
                  </a:lnTo>
                  <a:lnTo>
                    <a:pt x="5138230" y="3094773"/>
                  </a:lnTo>
                  <a:lnTo>
                    <a:pt x="5209018" y="3061578"/>
                  </a:lnTo>
                  <a:lnTo>
                    <a:pt x="5274152" y="3024642"/>
                  </a:lnTo>
                  <a:lnTo>
                    <a:pt x="5334123" y="2983462"/>
                  </a:lnTo>
                  <a:lnTo>
                    <a:pt x="5389635" y="2937436"/>
                  </a:lnTo>
                  <a:lnTo>
                    <a:pt x="5441498" y="2885904"/>
                  </a:lnTo>
                  <a:lnTo>
                    <a:pt x="5490554" y="2828212"/>
                  </a:lnTo>
                  <a:lnTo>
                    <a:pt x="5537598" y="2763829"/>
                  </a:lnTo>
                  <a:lnTo>
                    <a:pt x="5567201" y="2718637"/>
                  </a:lnTo>
                  <a:lnTo>
                    <a:pt x="5600710" y="2663223"/>
                  </a:lnTo>
                  <a:lnTo>
                    <a:pt x="5633910" y="2603962"/>
                  </a:lnTo>
                  <a:lnTo>
                    <a:pt x="5666985" y="2540774"/>
                  </a:lnTo>
                  <a:lnTo>
                    <a:pt x="5700080" y="2473637"/>
                  </a:lnTo>
                  <a:lnTo>
                    <a:pt x="5733308" y="2402588"/>
                  </a:lnTo>
                  <a:lnTo>
                    <a:pt x="5766750" y="2327733"/>
                  </a:lnTo>
                  <a:lnTo>
                    <a:pt x="5800460" y="2249247"/>
                  </a:lnTo>
                  <a:lnTo>
                    <a:pt x="5834467" y="2167380"/>
                  </a:lnTo>
                  <a:lnTo>
                    <a:pt x="5868776" y="2082453"/>
                  </a:lnTo>
                  <a:lnTo>
                    <a:pt x="5903370" y="1994858"/>
                  </a:lnTo>
                  <a:lnTo>
                    <a:pt x="5938215" y="1905050"/>
                  </a:lnTo>
                  <a:lnTo>
                    <a:pt x="5973261" y="1813539"/>
                  </a:lnTo>
                  <a:lnTo>
                    <a:pt x="6008446" y="1720881"/>
                  </a:lnTo>
                  <a:lnTo>
                    <a:pt x="6043701" y="1627660"/>
                  </a:lnTo>
                  <a:lnTo>
                    <a:pt x="6078950" y="1534475"/>
                  </a:lnTo>
                  <a:lnTo>
                    <a:pt x="6114122" y="1441926"/>
                  </a:lnTo>
                  <a:lnTo>
                    <a:pt x="6149147" y="1350594"/>
                  </a:lnTo>
                  <a:lnTo>
                    <a:pt x="6183963" y="1261030"/>
                  </a:lnTo>
                  <a:lnTo>
                    <a:pt x="6218524" y="1173738"/>
                  </a:lnTo>
                  <a:lnTo>
                    <a:pt x="6252796" y="1089165"/>
                  </a:lnTo>
                  <a:lnTo>
                    <a:pt x="6286767" y="1007695"/>
                  </a:lnTo>
                  <a:lnTo>
                    <a:pt x="6320442" y="929641"/>
                  </a:lnTo>
                  <a:lnTo>
                    <a:pt x="6353855" y="855243"/>
                  </a:lnTo>
                  <a:lnTo>
                    <a:pt x="6387061" y="784668"/>
                  </a:lnTo>
                  <a:lnTo>
                    <a:pt x="6420148" y="718013"/>
                  </a:lnTo>
                  <a:lnTo>
                    <a:pt x="6453229" y="655307"/>
                  </a:lnTo>
                  <a:lnTo>
                    <a:pt x="6486457" y="596521"/>
                  </a:lnTo>
                  <a:lnTo>
                    <a:pt x="6515891" y="548083"/>
                  </a:lnTo>
                  <a:lnTo>
                    <a:pt x="6562012" y="479245"/>
                  </a:lnTo>
                  <a:lnTo>
                    <a:pt x="6609684" y="417283"/>
                  </a:lnTo>
                  <a:lnTo>
                    <a:pt x="6659641" y="361848"/>
                  </a:lnTo>
                  <a:lnTo>
                    <a:pt x="6712704" y="312348"/>
                  </a:lnTo>
                  <a:lnTo>
                    <a:pt x="6769710" y="268117"/>
                  </a:lnTo>
                  <a:lnTo>
                    <a:pt x="6831441" y="228507"/>
                  </a:lnTo>
                  <a:lnTo>
                    <a:pt x="6898542" y="192951"/>
                  </a:lnTo>
                  <a:lnTo>
                    <a:pt x="6971393" y="160985"/>
                  </a:lnTo>
                  <a:lnTo>
                    <a:pt x="7049964" y="132270"/>
                  </a:lnTo>
                  <a:lnTo>
                    <a:pt x="7133625" y="106591"/>
                  </a:lnTo>
                  <a:lnTo>
                    <a:pt x="7220960" y="83856"/>
                  </a:lnTo>
                  <a:lnTo>
                    <a:pt x="7309639" y="64070"/>
                  </a:lnTo>
                  <a:lnTo>
                    <a:pt x="7396432" y="47296"/>
                  </a:lnTo>
                  <a:lnTo>
                    <a:pt x="7477460" y="33598"/>
                  </a:lnTo>
                  <a:lnTo>
                    <a:pt x="7548717" y="22968"/>
                  </a:lnTo>
                  <a:lnTo>
                    <a:pt x="7606805" y="15261"/>
                  </a:lnTo>
                  <a:lnTo>
                    <a:pt x="7649693" y="10171"/>
                  </a:lnTo>
                  <a:lnTo>
                    <a:pt x="7677245" y="7230"/>
                  </a:lnTo>
                  <a:lnTo>
                    <a:pt x="7691386" y="5867"/>
                  </a:lnTo>
                  <a:lnTo>
                    <a:pt x="7695927" y="54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23" y="3255811"/>
                  </a:lnTo>
                  <a:lnTo>
                    <a:pt x="3838369" y="3255665"/>
                  </a:lnTo>
                  <a:lnTo>
                    <a:pt x="3817293" y="3255262"/>
                  </a:lnTo>
                  <a:lnTo>
                    <a:pt x="3780205" y="3254472"/>
                  </a:lnTo>
                  <a:lnTo>
                    <a:pt x="3726121" y="3253180"/>
                  </a:lnTo>
                  <a:lnTo>
                    <a:pt x="3656478" y="3251305"/>
                  </a:lnTo>
                  <a:lnTo>
                    <a:pt x="3574658" y="3248801"/>
                  </a:lnTo>
                  <a:lnTo>
                    <a:pt x="3485113" y="3245659"/>
                  </a:lnTo>
                  <a:lnTo>
                    <a:pt x="3392406" y="3241888"/>
                  </a:lnTo>
                  <a:lnTo>
                    <a:pt x="3300463" y="3237504"/>
                  </a:lnTo>
                  <a:lnTo>
                    <a:pt x="3212172" y="3232511"/>
                  </a:lnTo>
                  <a:lnTo>
                    <a:pt x="3129309" y="3226892"/>
                  </a:lnTo>
                  <a:lnTo>
                    <a:pt x="3052684" y="3220604"/>
                  </a:lnTo>
                  <a:lnTo>
                    <a:pt x="2982368" y="3213575"/>
                  </a:lnTo>
                  <a:lnTo>
                    <a:pt x="2917928" y="3205704"/>
                  </a:lnTo>
                  <a:lnTo>
                    <a:pt x="2858619" y="3196867"/>
                  </a:lnTo>
                  <a:lnTo>
                    <a:pt x="2803534" y="3186924"/>
                  </a:lnTo>
                  <a:lnTo>
                    <a:pt x="2751710" y="3175730"/>
                  </a:lnTo>
                  <a:lnTo>
                    <a:pt x="2702219" y="3163164"/>
                  </a:lnTo>
                  <a:lnTo>
                    <a:pt x="2667772" y="3153292"/>
                  </a:lnTo>
                  <a:lnTo>
                    <a:pt x="2617176" y="3137158"/>
                  </a:lnTo>
                  <a:lnTo>
                    <a:pt x="2567069" y="3119340"/>
                  </a:lnTo>
                  <a:lnTo>
                    <a:pt x="2516916" y="3099814"/>
                  </a:lnTo>
                  <a:lnTo>
                    <a:pt x="2466356" y="3078618"/>
                  </a:lnTo>
                  <a:lnTo>
                    <a:pt x="2415182" y="3055859"/>
                  </a:lnTo>
                  <a:lnTo>
                    <a:pt x="2363321" y="3031714"/>
                  </a:lnTo>
                  <a:lnTo>
                    <a:pt x="2310816" y="3006432"/>
                  </a:lnTo>
                  <a:lnTo>
                    <a:pt x="2257804" y="2980323"/>
                  </a:lnTo>
                  <a:lnTo>
                    <a:pt x="2204491" y="2953746"/>
                  </a:lnTo>
                  <a:lnTo>
                    <a:pt x="2151126" y="2927087"/>
                  </a:lnTo>
                  <a:lnTo>
                    <a:pt x="2097961" y="2900739"/>
                  </a:lnTo>
                  <a:lnTo>
                    <a:pt x="2045224" y="2875073"/>
                  </a:lnTo>
                  <a:lnTo>
                    <a:pt x="1993085" y="2850423"/>
                  </a:lnTo>
                  <a:lnTo>
                    <a:pt x="1941628" y="2827063"/>
                  </a:lnTo>
                  <a:lnTo>
                    <a:pt x="1890831" y="2805203"/>
                  </a:lnTo>
                  <a:lnTo>
                    <a:pt x="1840543" y="2784976"/>
                  </a:lnTo>
                  <a:lnTo>
                    <a:pt x="1790471" y="2766450"/>
                  </a:lnTo>
                  <a:lnTo>
                    <a:pt x="1740156" y="2749624"/>
                  </a:lnTo>
                  <a:lnTo>
                    <a:pt x="1719082" y="2743137"/>
                  </a:lnTo>
                  <a:lnTo>
                    <a:pt x="1670755" y="2729549"/>
                  </a:lnTo>
                  <a:lnTo>
                    <a:pt x="1620690" y="2717383"/>
                  </a:lnTo>
                  <a:lnTo>
                    <a:pt x="1568037" y="2706558"/>
                  </a:lnTo>
                  <a:lnTo>
                    <a:pt x="1511849" y="2696944"/>
                  </a:lnTo>
                  <a:lnTo>
                    <a:pt x="1451169" y="2688396"/>
                  </a:lnTo>
                  <a:lnTo>
                    <a:pt x="1385124" y="2680776"/>
                  </a:lnTo>
                  <a:lnTo>
                    <a:pt x="1313041" y="2673966"/>
                  </a:lnTo>
                  <a:lnTo>
                    <a:pt x="1234608" y="2667875"/>
                  </a:lnTo>
                  <a:lnTo>
                    <a:pt x="1150082" y="2662437"/>
                  </a:lnTo>
                  <a:lnTo>
                    <a:pt x="1060524" y="2657618"/>
                  </a:lnTo>
                  <a:lnTo>
                    <a:pt x="968022" y="2653407"/>
                  </a:lnTo>
                  <a:lnTo>
                    <a:pt x="875776" y="2649813"/>
                  </a:lnTo>
                  <a:lnTo>
                    <a:pt x="787950" y="2646852"/>
                  </a:lnTo>
                  <a:lnTo>
                    <a:pt x="709167" y="2644529"/>
                  </a:lnTo>
                  <a:lnTo>
                    <a:pt x="643673" y="2642826"/>
                  </a:lnTo>
                  <a:lnTo>
                    <a:pt x="594375" y="2641687"/>
                  </a:lnTo>
                  <a:lnTo>
                    <a:pt x="562047" y="2641019"/>
                  </a:lnTo>
                  <a:lnTo>
                    <a:pt x="545001" y="2640703"/>
                  </a:lnTo>
                  <a:lnTo>
                    <a:pt x="539220" y="2640606"/>
                  </a:lnTo>
                  <a:lnTo>
                    <a:pt x="538736" y="2640599"/>
                  </a:lnTo>
                  <a:lnTo>
                    <a:pt x="0" y="264059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48" name="pl948"/>
            <p:cNvSpPr/>
            <p:nvPr/>
          </p:nvSpPr>
          <p:spPr>
            <a:xfrm>
              <a:off x="546595" y="1305799"/>
              <a:ext cx="8234974" cy="3255831"/>
            </a:xfrm>
            <a:custGeom>
              <a:avLst/>
              <a:pathLst>
                <a:path w="8234974" h="3255831">
                  <a:moveTo>
                    <a:pt x="0" y="2640599"/>
                  </a:moveTo>
                  <a:lnTo>
                    <a:pt x="538736" y="2640599"/>
                  </a:lnTo>
                  <a:lnTo>
                    <a:pt x="540032" y="2640619"/>
                  </a:lnTo>
                  <a:lnTo>
                    <a:pt x="548485" y="2640765"/>
                  </a:lnTo>
                  <a:lnTo>
                    <a:pt x="569562" y="2641168"/>
                  </a:lnTo>
                  <a:lnTo>
                    <a:pt x="606650" y="2641958"/>
                  </a:lnTo>
                  <a:lnTo>
                    <a:pt x="660734" y="2643250"/>
                  </a:lnTo>
                  <a:lnTo>
                    <a:pt x="730376" y="2645125"/>
                  </a:lnTo>
                  <a:lnTo>
                    <a:pt x="812196" y="2647629"/>
                  </a:lnTo>
                  <a:lnTo>
                    <a:pt x="901742" y="2650771"/>
                  </a:lnTo>
                  <a:lnTo>
                    <a:pt x="994449" y="2654542"/>
                  </a:lnTo>
                  <a:lnTo>
                    <a:pt x="1086391" y="2658926"/>
                  </a:lnTo>
                  <a:lnTo>
                    <a:pt x="1174683" y="2663919"/>
                  </a:lnTo>
                  <a:lnTo>
                    <a:pt x="1257546" y="2669538"/>
                  </a:lnTo>
                  <a:lnTo>
                    <a:pt x="1334171" y="2675825"/>
                  </a:lnTo>
                  <a:lnTo>
                    <a:pt x="1404487" y="2682855"/>
                  </a:lnTo>
                  <a:lnTo>
                    <a:pt x="1468927" y="2690725"/>
                  </a:lnTo>
                  <a:lnTo>
                    <a:pt x="1528236" y="2699562"/>
                  </a:lnTo>
                  <a:lnTo>
                    <a:pt x="1583321" y="2709505"/>
                  </a:lnTo>
                  <a:lnTo>
                    <a:pt x="1635144" y="2720699"/>
                  </a:lnTo>
                  <a:lnTo>
                    <a:pt x="1684635" y="2733265"/>
                  </a:lnTo>
                  <a:lnTo>
                    <a:pt x="1719082" y="2743137"/>
                  </a:lnTo>
                  <a:lnTo>
                    <a:pt x="1769678" y="2759271"/>
                  </a:lnTo>
                  <a:lnTo>
                    <a:pt x="1819785" y="2777090"/>
                  </a:lnTo>
                  <a:lnTo>
                    <a:pt x="1869939" y="2796615"/>
                  </a:lnTo>
                  <a:lnTo>
                    <a:pt x="1920499" y="2817811"/>
                  </a:lnTo>
                  <a:lnTo>
                    <a:pt x="1971672" y="2840571"/>
                  </a:lnTo>
                  <a:lnTo>
                    <a:pt x="2023533" y="2864716"/>
                  </a:lnTo>
                  <a:lnTo>
                    <a:pt x="2076039" y="2889998"/>
                  </a:lnTo>
                  <a:lnTo>
                    <a:pt x="2129051" y="2916107"/>
                  </a:lnTo>
                  <a:lnTo>
                    <a:pt x="2182363" y="2942684"/>
                  </a:lnTo>
                  <a:lnTo>
                    <a:pt x="2235729" y="2969342"/>
                  </a:lnTo>
                  <a:lnTo>
                    <a:pt x="2288894" y="2995691"/>
                  </a:lnTo>
                  <a:lnTo>
                    <a:pt x="2341631" y="3021356"/>
                  </a:lnTo>
                  <a:lnTo>
                    <a:pt x="2393770" y="3046007"/>
                  </a:lnTo>
                  <a:lnTo>
                    <a:pt x="2445227" y="3069366"/>
                  </a:lnTo>
                  <a:lnTo>
                    <a:pt x="2496024" y="3091227"/>
                  </a:lnTo>
                  <a:lnTo>
                    <a:pt x="2546311" y="3111453"/>
                  </a:lnTo>
                  <a:lnTo>
                    <a:pt x="2596383" y="3129980"/>
                  </a:lnTo>
                  <a:lnTo>
                    <a:pt x="2646699" y="3146806"/>
                  </a:lnTo>
                  <a:lnTo>
                    <a:pt x="2667772" y="3153292"/>
                  </a:lnTo>
                  <a:lnTo>
                    <a:pt x="2716100" y="3166881"/>
                  </a:lnTo>
                  <a:lnTo>
                    <a:pt x="2766164" y="3179047"/>
                  </a:lnTo>
                  <a:lnTo>
                    <a:pt x="2818817" y="3189871"/>
                  </a:lnTo>
                  <a:lnTo>
                    <a:pt x="2875006" y="3199485"/>
                  </a:lnTo>
                  <a:lnTo>
                    <a:pt x="2935686" y="3208034"/>
                  </a:lnTo>
                  <a:lnTo>
                    <a:pt x="3001731" y="3215654"/>
                  </a:lnTo>
                  <a:lnTo>
                    <a:pt x="3073813" y="3222463"/>
                  </a:lnTo>
                  <a:lnTo>
                    <a:pt x="3152246" y="3228555"/>
                  </a:lnTo>
                  <a:lnTo>
                    <a:pt x="3236773" y="3233992"/>
                  </a:lnTo>
                  <a:lnTo>
                    <a:pt x="3326330" y="3238812"/>
                  </a:lnTo>
                  <a:lnTo>
                    <a:pt x="3418833" y="3243023"/>
                  </a:lnTo>
                  <a:lnTo>
                    <a:pt x="3511078" y="3246616"/>
                  </a:lnTo>
                  <a:lnTo>
                    <a:pt x="3598904" y="3249578"/>
                  </a:lnTo>
                  <a:lnTo>
                    <a:pt x="3677688" y="3251900"/>
                  </a:lnTo>
                  <a:lnTo>
                    <a:pt x="3743181" y="3253604"/>
                  </a:lnTo>
                  <a:lnTo>
                    <a:pt x="3792480" y="3254743"/>
                  </a:lnTo>
                  <a:lnTo>
                    <a:pt x="3824807" y="3255410"/>
                  </a:lnTo>
                  <a:lnTo>
                    <a:pt x="3841854" y="3255727"/>
                  </a:lnTo>
                  <a:lnTo>
                    <a:pt x="3847635" y="3255823"/>
                  </a:lnTo>
                  <a:lnTo>
                    <a:pt x="3848118" y="3255831"/>
                  </a:lnTo>
                  <a:lnTo>
                    <a:pt x="4386855" y="3255831"/>
                  </a:lnTo>
                  <a:lnTo>
                    <a:pt x="4387987" y="3255737"/>
                  </a:lnTo>
                  <a:lnTo>
                    <a:pt x="4395394" y="3255067"/>
                  </a:lnTo>
                  <a:lnTo>
                    <a:pt x="4413951" y="3253213"/>
                  </a:lnTo>
                  <a:lnTo>
                    <a:pt x="4446832" y="3249570"/>
                  </a:lnTo>
                  <a:lnTo>
                    <a:pt x="4495237" y="3243597"/>
                  </a:lnTo>
                  <a:lnTo>
                    <a:pt x="4558319" y="3234879"/>
                  </a:lnTo>
                  <a:lnTo>
                    <a:pt x="4633482" y="3223168"/>
                  </a:lnTo>
                  <a:lnTo>
                    <a:pt x="4717022" y="3208374"/>
                  </a:lnTo>
                  <a:lnTo>
                    <a:pt x="4804904" y="3190522"/>
                  </a:lnTo>
                  <a:lnTo>
                    <a:pt x="4893432" y="3169683"/>
                  </a:lnTo>
                  <a:lnTo>
                    <a:pt x="4979681" y="3145907"/>
                  </a:lnTo>
                  <a:lnTo>
                    <a:pt x="5061652" y="3119167"/>
                  </a:lnTo>
                  <a:lnTo>
                    <a:pt x="5138230" y="3089328"/>
                  </a:lnTo>
                  <a:lnTo>
                    <a:pt x="5209018" y="3056134"/>
                  </a:lnTo>
                  <a:lnTo>
                    <a:pt x="5274152" y="3019197"/>
                  </a:lnTo>
                  <a:lnTo>
                    <a:pt x="5334123" y="2978017"/>
                  </a:lnTo>
                  <a:lnTo>
                    <a:pt x="5389635" y="2931992"/>
                  </a:lnTo>
                  <a:lnTo>
                    <a:pt x="5441498" y="2880460"/>
                  </a:lnTo>
                  <a:lnTo>
                    <a:pt x="5490554" y="2822767"/>
                  </a:lnTo>
                  <a:lnTo>
                    <a:pt x="5537598" y="2758385"/>
                  </a:lnTo>
                  <a:lnTo>
                    <a:pt x="5567201" y="2713192"/>
                  </a:lnTo>
                  <a:lnTo>
                    <a:pt x="5600710" y="2657779"/>
                  </a:lnTo>
                  <a:lnTo>
                    <a:pt x="5633910" y="2598517"/>
                  </a:lnTo>
                  <a:lnTo>
                    <a:pt x="5666985" y="2535330"/>
                  </a:lnTo>
                  <a:lnTo>
                    <a:pt x="5700080" y="2468192"/>
                  </a:lnTo>
                  <a:lnTo>
                    <a:pt x="5733308" y="2397144"/>
                  </a:lnTo>
                  <a:lnTo>
                    <a:pt x="5766750" y="2322288"/>
                  </a:lnTo>
                  <a:lnTo>
                    <a:pt x="5800460" y="2243803"/>
                  </a:lnTo>
                  <a:lnTo>
                    <a:pt x="5834467" y="2161936"/>
                  </a:lnTo>
                  <a:lnTo>
                    <a:pt x="5868776" y="2077009"/>
                  </a:lnTo>
                  <a:lnTo>
                    <a:pt x="5903370" y="1989414"/>
                  </a:lnTo>
                  <a:lnTo>
                    <a:pt x="5938215" y="1899605"/>
                  </a:lnTo>
                  <a:lnTo>
                    <a:pt x="5973261" y="1808095"/>
                  </a:lnTo>
                  <a:lnTo>
                    <a:pt x="6008446" y="1715436"/>
                  </a:lnTo>
                  <a:lnTo>
                    <a:pt x="6043701" y="1622215"/>
                  </a:lnTo>
                  <a:lnTo>
                    <a:pt x="6078950" y="1529030"/>
                  </a:lnTo>
                  <a:lnTo>
                    <a:pt x="6114122" y="1436481"/>
                  </a:lnTo>
                  <a:lnTo>
                    <a:pt x="6149147" y="1345150"/>
                  </a:lnTo>
                  <a:lnTo>
                    <a:pt x="6183963" y="1255586"/>
                  </a:lnTo>
                  <a:lnTo>
                    <a:pt x="6218524" y="1168293"/>
                  </a:lnTo>
                  <a:lnTo>
                    <a:pt x="6252796" y="1083720"/>
                  </a:lnTo>
                  <a:lnTo>
                    <a:pt x="6286767" y="1002251"/>
                  </a:lnTo>
                  <a:lnTo>
                    <a:pt x="6320442" y="924197"/>
                  </a:lnTo>
                  <a:lnTo>
                    <a:pt x="6353855" y="849799"/>
                  </a:lnTo>
                  <a:lnTo>
                    <a:pt x="6387061" y="779224"/>
                  </a:lnTo>
                  <a:lnTo>
                    <a:pt x="6420148" y="712568"/>
                  </a:lnTo>
                  <a:lnTo>
                    <a:pt x="6453229" y="649863"/>
                  </a:lnTo>
                  <a:lnTo>
                    <a:pt x="6486457" y="591077"/>
                  </a:lnTo>
                  <a:lnTo>
                    <a:pt x="6515891" y="542638"/>
                  </a:lnTo>
                  <a:lnTo>
                    <a:pt x="6562012" y="473801"/>
                  </a:lnTo>
                  <a:lnTo>
                    <a:pt x="6609684" y="411839"/>
                  </a:lnTo>
                  <a:lnTo>
                    <a:pt x="6659641" y="356404"/>
                  </a:lnTo>
                  <a:lnTo>
                    <a:pt x="6712704" y="306904"/>
                  </a:lnTo>
                  <a:lnTo>
                    <a:pt x="6769710" y="262672"/>
                  </a:lnTo>
                  <a:lnTo>
                    <a:pt x="6831441" y="223063"/>
                  </a:lnTo>
                  <a:lnTo>
                    <a:pt x="6898542" y="187507"/>
                  </a:lnTo>
                  <a:lnTo>
                    <a:pt x="6971393" y="155541"/>
                  </a:lnTo>
                  <a:lnTo>
                    <a:pt x="7049964" y="126826"/>
                  </a:lnTo>
                  <a:lnTo>
                    <a:pt x="7133625" y="101147"/>
                  </a:lnTo>
                  <a:lnTo>
                    <a:pt x="7220960" y="78411"/>
                  </a:lnTo>
                  <a:lnTo>
                    <a:pt x="7309639" y="58625"/>
                  </a:lnTo>
                  <a:lnTo>
                    <a:pt x="7396432" y="41852"/>
                  </a:lnTo>
                  <a:lnTo>
                    <a:pt x="7477460" y="28154"/>
                  </a:lnTo>
                  <a:lnTo>
                    <a:pt x="7548717" y="17523"/>
                  </a:lnTo>
                  <a:lnTo>
                    <a:pt x="7606805" y="9817"/>
                  </a:lnTo>
                  <a:lnTo>
                    <a:pt x="7649693" y="4726"/>
                  </a:lnTo>
                  <a:lnTo>
                    <a:pt x="7677245" y="1785"/>
                  </a:lnTo>
                  <a:lnTo>
                    <a:pt x="7691386" y="422"/>
                  </a:lnTo>
                  <a:lnTo>
                    <a:pt x="7695927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9" name="pl949"/>
            <p:cNvSpPr/>
            <p:nvPr/>
          </p:nvSpPr>
          <p:spPr>
            <a:xfrm>
              <a:off x="546595" y="1300355"/>
              <a:ext cx="8234974" cy="3255831"/>
            </a:xfrm>
            <a:custGeom>
              <a:avLst/>
              <a:pathLst>
                <a:path w="8234974" h="3255831">
                  <a:moveTo>
                    <a:pt x="8234974" y="0"/>
                  </a:move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23" y="3255811"/>
                  </a:lnTo>
                  <a:lnTo>
                    <a:pt x="3838369" y="3255665"/>
                  </a:lnTo>
                  <a:lnTo>
                    <a:pt x="3817293" y="3255262"/>
                  </a:lnTo>
                  <a:lnTo>
                    <a:pt x="3780205" y="3254472"/>
                  </a:lnTo>
                  <a:lnTo>
                    <a:pt x="3726121" y="3253180"/>
                  </a:lnTo>
                  <a:lnTo>
                    <a:pt x="3656478" y="3251305"/>
                  </a:lnTo>
                  <a:lnTo>
                    <a:pt x="3574658" y="3248801"/>
                  </a:lnTo>
                  <a:lnTo>
                    <a:pt x="3485113" y="3245659"/>
                  </a:lnTo>
                  <a:lnTo>
                    <a:pt x="3392406" y="3241888"/>
                  </a:lnTo>
                  <a:lnTo>
                    <a:pt x="3300463" y="3237504"/>
                  </a:lnTo>
                  <a:lnTo>
                    <a:pt x="3212172" y="3232511"/>
                  </a:lnTo>
                  <a:lnTo>
                    <a:pt x="3129309" y="3226892"/>
                  </a:lnTo>
                  <a:lnTo>
                    <a:pt x="3052684" y="3220604"/>
                  </a:lnTo>
                  <a:lnTo>
                    <a:pt x="2982368" y="3213575"/>
                  </a:lnTo>
                  <a:lnTo>
                    <a:pt x="2917928" y="3205704"/>
                  </a:lnTo>
                  <a:lnTo>
                    <a:pt x="2858619" y="3196867"/>
                  </a:lnTo>
                  <a:lnTo>
                    <a:pt x="2803534" y="3186924"/>
                  </a:lnTo>
                  <a:lnTo>
                    <a:pt x="2751710" y="3175730"/>
                  </a:lnTo>
                  <a:lnTo>
                    <a:pt x="2702219" y="3163164"/>
                  </a:lnTo>
                  <a:lnTo>
                    <a:pt x="2667772" y="3153292"/>
                  </a:lnTo>
                  <a:lnTo>
                    <a:pt x="2617176" y="3137158"/>
                  </a:lnTo>
                  <a:lnTo>
                    <a:pt x="2567069" y="3119340"/>
                  </a:lnTo>
                  <a:lnTo>
                    <a:pt x="2516916" y="3099814"/>
                  </a:lnTo>
                  <a:lnTo>
                    <a:pt x="2466356" y="3078618"/>
                  </a:lnTo>
                  <a:lnTo>
                    <a:pt x="2415182" y="3055859"/>
                  </a:lnTo>
                  <a:lnTo>
                    <a:pt x="2363321" y="3031714"/>
                  </a:lnTo>
                  <a:lnTo>
                    <a:pt x="2310816" y="3006432"/>
                  </a:lnTo>
                  <a:lnTo>
                    <a:pt x="2257804" y="2980323"/>
                  </a:lnTo>
                  <a:lnTo>
                    <a:pt x="2204491" y="2953746"/>
                  </a:lnTo>
                  <a:lnTo>
                    <a:pt x="2151126" y="2927087"/>
                  </a:lnTo>
                  <a:lnTo>
                    <a:pt x="2097961" y="2900739"/>
                  </a:lnTo>
                  <a:lnTo>
                    <a:pt x="2045224" y="2875073"/>
                  </a:lnTo>
                  <a:lnTo>
                    <a:pt x="1993085" y="2850423"/>
                  </a:lnTo>
                  <a:lnTo>
                    <a:pt x="1941628" y="2827063"/>
                  </a:lnTo>
                  <a:lnTo>
                    <a:pt x="1890831" y="2805203"/>
                  </a:lnTo>
                  <a:lnTo>
                    <a:pt x="1840543" y="2784976"/>
                  </a:lnTo>
                  <a:lnTo>
                    <a:pt x="1790471" y="2766450"/>
                  </a:lnTo>
                  <a:lnTo>
                    <a:pt x="1740156" y="2749624"/>
                  </a:lnTo>
                  <a:lnTo>
                    <a:pt x="1719082" y="2743137"/>
                  </a:lnTo>
                  <a:lnTo>
                    <a:pt x="1670755" y="2729549"/>
                  </a:lnTo>
                  <a:lnTo>
                    <a:pt x="1620690" y="2717383"/>
                  </a:lnTo>
                  <a:lnTo>
                    <a:pt x="1568037" y="2706558"/>
                  </a:lnTo>
                  <a:lnTo>
                    <a:pt x="1511849" y="2696944"/>
                  </a:lnTo>
                  <a:lnTo>
                    <a:pt x="1451169" y="2688396"/>
                  </a:lnTo>
                  <a:lnTo>
                    <a:pt x="1385124" y="2680776"/>
                  </a:lnTo>
                  <a:lnTo>
                    <a:pt x="1313041" y="2673966"/>
                  </a:lnTo>
                  <a:lnTo>
                    <a:pt x="1234608" y="2667875"/>
                  </a:lnTo>
                  <a:lnTo>
                    <a:pt x="1150082" y="2662437"/>
                  </a:lnTo>
                  <a:lnTo>
                    <a:pt x="1060524" y="2657618"/>
                  </a:lnTo>
                  <a:lnTo>
                    <a:pt x="968022" y="2653407"/>
                  </a:lnTo>
                  <a:lnTo>
                    <a:pt x="875776" y="2649813"/>
                  </a:lnTo>
                  <a:lnTo>
                    <a:pt x="787950" y="2646852"/>
                  </a:lnTo>
                  <a:lnTo>
                    <a:pt x="709167" y="2644529"/>
                  </a:lnTo>
                  <a:lnTo>
                    <a:pt x="643673" y="2642826"/>
                  </a:lnTo>
                  <a:lnTo>
                    <a:pt x="594375" y="2641687"/>
                  </a:lnTo>
                  <a:lnTo>
                    <a:pt x="562047" y="2641019"/>
                  </a:lnTo>
                  <a:lnTo>
                    <a:pt x="545001" y="2640703"/>
                  </a:lnTo>
                  <a:lnTo>
                    <a:pt x="539220" y="2640606"/>
                  </a:lnTo>
                  <a:lnTo>
                    <a:pt x="538736" y="2640599"/>
                  </a:lnTo>
                  <a:lnTo>
                    <a:pt x="0" y="2640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0" name="pg950"/>
            <p:cNvSpPr/>
            <p:nvPr/>
          </p:nvSpPr>
          <p:spPr>
            <a:xfrm>
              <a:off x="546595" y="3946398"/>
              <a:ext cx="8234974" cy="843902"/>
            </a:xfrm>
            <a:custGeom>
              <a:avLst/>
              <a:pathLst>
                <a:path w="8234974" h="843902">
                  <a:moveTo>
                    <a:pt x="0" y="5444"/>
                  </a:moveTo>
                  <a:lnTo>
                    <a:pt x="538736" y="5444"/>
                  </a:lnTo>
                  <a:lnTo>
                    <a:pt x="540029" y="5469"/>
                  </a:lnTo>
                  <a:lnTo>
                    <a:pt x="548461" y="5645"/>
                  </a:lnTo>
                  <a:lnTo>
                    <a:pt x="569486" y="6132"/>
                  </a:lnTo>
                  <a:lnTo>
                    <a:pt x="606489" y="7088"/>
                  </a:lnTo>
                  <a:lnTo>
                    <a:pt x="660460" y="8650"/>
                  </a:lnTo>
                  <a:lnTo>
                    <a:pt x="729974" y="10918"/>
                  </a:lnTo>
                  <a:lnTo>
                    <a:pt x="811665" y="13946"/>
                  </a:lnTo>
                  <a:lnTo>
                    <a:pt x="901097" y="17748"/>
                  </a:lnTo>
                  <a:lnTo>
                    <a:pt x="993714" y="22310"/>
                  </a:lnTo>
                  <a:lnTo>
                    <a:pt x="1085596" y="27614"/>
                  </a:lnTo>
                  <a:lnTo>
                    <a:pt x="1173854" y="33655"/>
                  </a:lnTo>
                  <a:lnTo>
                    <a:pt x="1256705" y="40453"/>
                  </a:lnTo>
                  <a:lnTo>
                    <a:pt x="1333332" y="48061"/>
                  </a:lnTo>
                  <a:lnTo>
                    <a:pt x="1403659" y="56564"/>
                  </a:lnTo>
                  <a:lnTo>
                    <a:pt x="1468113" y="66084"/>
                  </a:lnTo>
                  <a:lnTo>
                    <a:pt x="1527434" y="76771"/>
                  </a:lnTo>
                  <a:lnTo>
                    <a:pt x="1582525" y="88795"/>
                  </a:lnTo>
                  <a:lnTo>
                    <a:pt x="1634346" y="102330"/>
                  </a:lnTo>
                  <a:lnTo>
                    <a:pt x="1683824" y="117524"/>
                  </a:lnTo>
                  <a:lnTo>
                    <a:pt x="1719082" y="129761"/>
                  </a:lnTo>
                  <a:lnTo>
                    <a:pt x="1768789" y="148958"/>
                  </a:lnTo>
                  <a:lnTo>
                    <a:pt x="1818014" y="170125"/>
                  </a:lnTo>
                  <a:lnTo>
                    <a:pt x="1867270" y="193289"/>
                  </a:lnTo>
                  <a:lnTo>
                    <a:pt x="1916903" y="218412"/>
                  </a:lnTo>
                  <a:lnTo>
                    <a:pt x="1967119" y="245376"/>
                  </a:lnTo>
                  <a:lnTo>
                    <a:pt x="2017997" y="273983"/>
                  </a:lnTo>
                  <a:lnTo>
                    <a:pt x="2069506" y="303955"/>
                  </a:lnTo>
                  <a:lnTo>
                    <a:pt x="2121526" y="334943"/>
                  </a:lnTo>
                  <a:lnTo>
                    <a:pt x="2173866" y="366540"/>
                  </a:lnTo>
                  <a:lnTo>
                    <a:pt x="2226297" y="398306"/>
                  </a:lnTo>
                  <a:lnTo>
                    <a:pt x="2278576" y="429789"/>
                  </a:lnTo>
                  <a:lnTo>
                    <a:pt x="2330482" y="460556"/>
                  </a:lnTo>
                  <a:lnTo>
                    <a:pt x="2381839" y="490212"/>
                  </a:lnTo>
                  <a:lnTo>
                    <a:pt x="2432548" y="518425"/>
                  </a:lnTo>
                  <a:lnTo>
                    <a:pt x="2482604" y="544937"/>
                  </a:lnTo>
                  <a:lnTo>
                    <a:pt x="2532116" y="569570"/>
                  </a:lnTo>
                  <a:lnTo>
                    <a:pt x="2581325" y="592228"/>
                  </a:lnTo>
                  <a:lnTo>
                    <a:pt x="2630617" y="612890"/>
                  </a:lnTo>
                  <a:lnTo>
                    <a:pt x="2667772" y="627028"/>
                  </a:lnTo>
                  <a:lnTo>
                    <a:pt x="2716057" y="643489"/>
                  </a:lnTo>
                  <a:lnTo>
                    <a:pt x="2766074" y="658229"/>
                  </a:lnTo>
                  <a:lnTo>
                    <a:pt x="2818674" y="671344"/>
                  </a:lnTo>
                  <a:lnTo>
                    <a:pt x="2874801" y="682994"/>
                  </a:lnTo>
                  <a:lnTo>
                    <a:pt x="2935408" y="693353"/>
                  </a:lnTo>
                  <a:lnTo>
                    <a:pt x="3001367" y="702589"/>
                  </a:lnTo>
                  <a:lnTo>
                    <a:pt x="3073351" y="710843"/>
                  </a:lnTo>
                  <a:lnTo>
                    <a:pt x="3151674" y="718227"/>
                  </a:lnTo>
                  <a:lnTo>
                    <a:pt x="3236083" y="724819"/>
                  </a:lnTo>
                  <a:lnTo>
                    <a:pt x="3325527" y="730663"/>
                  </a:lnTo>
                  <a:lnTo>
                    <a:pt x="3417934" y="735771"/>
                  </a:lnTo>
                  <a:lnTo>
                    <a:pt x="3510122" y="740132"/>
                  </a:lnTo>
                  <a:lnTo>
                    <a:pt x="3597944" y="743727"/>
                  </a:lnTo>
                  <a:lnTo>
                    <a:pt x="3676792" y="746550"/>
                  </a:lnTo>
                  <a:lnTo>
                    <a:pt x="3742420" y="748622"/>
                  </a:lnTo>
                  <a:lnTo>
                    <a:pt x="3791906" y="750011"/>
                  </a:lnTo>
                  <a:lnTo>
                    <a:pt x="3824445" y="750827"/>
                  </a:lnTo>
                  <a:lnTo>
                    <a:pt x="3841685" y="751215"/>
                  </a:lnTo>
                  <a:lnTo>
                    <a:pt x="3847601" y="751336"/>
                  </a:lnTo>
                  <a:lnTo>
                    <a:pt x="3848118" y="751345"/>
                  </a:lnTo>
                  <a:lnTo>
                    <a:pt x="4386855" y="751345"/>
                  </a:lnTo>
                  <a:lnTo>
                    <a:pt x="4388158" y="751348"/>
                  </a:lnTo>
                  <a:lnTo>
                    <a:pt x="4396656" y="751370"/>
                  </a:lnTo>
                  <a:lnTo>
                    <a:pt x="4417839" y="751431"/>
                  </a:lnTo>
                  <a:lnTo>
                    <a:pt x="4455105" y="751551"/>
                  </a:lnTo>
                  <a:lnTo>
                    <a:pt x="4509426" y="751746"/>
                  </a:lnTo>
                  <a:lnTo>
                    <a:pt x="4579339" y="752030"/>
                  </a:lnTo>
                  <a:lnTo>
                    <a:pt x="4661429" y="752408"/>
                  </a:lnTo>
                  <a:lnTo>
                    <a:pt x="4751212" y="752883"/>
                  </a:lnTo>
                  <a:lnTo>
                    <a:pt x="4844105" y="753453"/>
                  </a:lnTo>
                  <a:lnTo>
                    <a:pt x="4936173" y="754115"/>
                  </a:lnTo>
                  <a:lnTo>
                    <a:pt x="5024536" y="754870"/>
                  </a:lnTo>
                  <a:lnTo>
                    <a:pt x="5107424" y="755719"/>
                  </a:lnTo>
                  <a:lnTo>
                    <a:pt x="5184043" y="756669"/>
                  </a:lnTo>
                  <a:lnTo>
                    <a:pt x="5254335" y="757731"/>
                  </a:lnTo>
                  <a:lnTo>
                    <a:pt x="5318746" y="758921"/>
                  </a:lnTo>
                  <a:lnTo>
                    <a:pt x="5378031" y="760257"/>
                  </a:lnTo>
                  <a:lnTo>
                    <a:pt x="5433104" y="761761"/>
                  </a:lnTo>
                  <a:lnTo>
                    <a:pt x="5484933" y="763455"/>
                  </a:lnTo>
                  <a:lnTo>
                    <a:pt x="5534451" y="765356"/>
                  </a:lnTo>
                  <a:lnTo>
                    <a:pt x="5567201" y="766771"/>
                  </a:lnTo>
                  <a:lnTo>
                    <a:pt x="5619941" y="769308"/>
                  </a:lnTo>
                  <a:lnTo>
                    <a:pt x="5672176" y="772120"/>
                  </a:lnTo>
                  <a:lnTo>
                    <a:pt x="5724502" y="775211"/>
                  </a:lnTo>
                  <a:lnTo>
                    <a:pt x="5777305" y="778574"/>
                  </a:lnTo>
                  <a:lnTo>
                    <a:pt x="5830798" y="782188"/>
                  </a:lnTo>
                  <a:lnTo>
                    <a:pt x="5885037" y="786021"/>
                  </a:lnTo>
                  <a:lnTo>
                    <a:pt x="5939947" y="790028"/>
                  </a:lnTo>
                  <a:lnTo>
                    <a:pt x="5995347" y="794153"/>
                  </a:lnTo>
                  <a:lnTo>
                    <a:pt x="6050984" y="798334"/>
                  </a:lnTo>
                  <a:lnTo>
                    <a:pt x="6106572" y="802503"/>
                  </a:lnTo>
                  <a:lnTo>
                    <a:pt x="6161831" y="806594"/>
                  </a:lnTo>
                  <a:lnTo>
                    <a:pt x="6216529" y="810548"/>
                  </a:lnTo>
                  <a:lnTo>
                    <a:pt x="6270518" y="814311"/>
                  </a:lnTo>
                  <a:lnTo>
                    <a:pt x="6323763" y="817843"/>
                  </a:lnTo>
                  <a:lnTo>
                    <a:pt x="6376372" y="821116"/>
                  </a:lnTo>
                  <a:lnTo>
                    <a:pt x="6428614" y="824112"/>
                  </a:lnTo>
                  <a:lnTo>
                    <a:pt x="6480942" y="826830"/>
                  </a:lnTo>
                  <a:lnTo>
                    <a:pt x="6515891" y="828476"/>
                  </a:lnTo>
                  <a:lnTo>
                    <a:pt x="6564309" y="830524"/>
                  </a:lnTo>
                  <a:lnTo>
                    <a:pt x="6614472" y="832357"/>
                  </a:lnTo>
                  <a:lnTo>
                    <a:pt x="6667236" y="833988"/>
                  </a:lnTo>
                  <a:lnTo>
                    <a:pt x="6723553" y="835436"/>
                  </a:lnTo>
                  <a:lnTo>
                    <a:pt x="6784386" y="836723"/>
                  </a:lnTo>
                  <a:lnTo>
                    <a:pt x="6850611" y="837870"/>
                  </a:lnTo>
                  <a:lnTo>
                    <a:pt x="6922901" y="838895"/>
                  </a:lnTo>
                  <a:lnTo>
                    <a:pt x="7001566" y="839812"/>
                  </a:lnTo>
                  <a:lnTo>
                    <a:pt x="7086337" y="840630"/>
                  </a:lnTo>
                  <a:lnTo>
                    <a:pt x="7176131" y="841354"/>
                  </a:lnTo>
                  <a:lnTo>
                    <a:pt x="7268832" y="841987"/>
                  </a:lnTo>
                  <a:lnTo>
                    <a:pt x="7361199" y="842527"/>
                  </a:lnTo>
                  <a:lnTo>
                    <a:pt x="7449030" y="842971"/>
                  </a:lnTo>
                  <a:lnTo>
                    <a:pt x="7527675" y="843319"/>
                  </a:lnTo>
                  <a:lnTo>
                    <a:pt x="7592886" y="843573"/>
                  </a:lnTo>
                  <a:lnTo>
                    <a:pt x="7641790" y="843742"/>
                  </a:lnTo>
                  <a:lnTo>
                    <a:pt x="7673675" y="843841"/>
                  </a:lnTo>
                  <a:lnTo>
                    <a:pt x="7690316" y="843887"/>
                  </a:lnTo>
                  <a:lnTo>
                    <a:pt x="7695820" y="843901"/>
                  </a:lnTo>
                  <a:lnTo>
                    <a:pt x="7696237" y="843902"/>
                  </a:lnTo>
                  <a:lnTo>
                    <a:pt x="8234974" y="843902"/>
                  </a:lnTo>
                  <a:lnTo>
                    <a:pt x="8234974" y="838458"/>
                  </a:lnTo>
                  <a:lnTo>
                    <a:pt x="7696237" y="838458"/>
                  </a:lnTo>
                  <a:lnTo>
                    <a:pt x="7694935" y="838455"/>
                  </a:lnTo>
                  <a:lnTo>
                    <a:pt x="7686437" y="838433"/>
                  </a:lnTo>
                  <a:lnTo>
                    <a:pt x="7665253" y="838372"/>
                  </a:lnTo>
                  <a:lnTo>
                    <a:pt x="7627988" y="838252"/>
                  </a:lnTo>
                  <a:lnTo>
                    <a:pt x="7573667" y="838057"/>
                  </a:lnTo>
                  <a:lnTo>
                    <a:pt x="7503754" y="837773"/>
                  </a:lnTo>
                  <a:lnTo>
                    <a:pt x="7421664" y="837395"/>
                  </a:lnTo>
                  <a:lnTo>
                    <a:pt x="7331880" y="836920"/>
                  </a:lnTo>
                  <a:lnTo>
                    <a:pt x="7238988" y="836350"/>
                  </a:lnTo>
                  <a:lnTo>
                    <a:pt x="7146919" y="835688"/>
                  </a:lnTo>
                  <a:lnTo>
                    <a:pt x="7058557" y="834933"/>
                  </a:lnTo>
                  <a:lnTo>
                    <a:pt x="6975668" y="834084"/>
                  </a:lnTo>
                  <a:lnTo>
                    <a:pt x="6899049" y="833134"/>
                  </a:lnTo>
                  <a:lnTo>
                    <a:pt x="6828757" y="832072"/>
                  </a:lnTo>
                  <a:lnTo>
                    <a:pt x="6764346" y="830882"/>
                  </a:lnTo>
                  <a:lnTo>
                    <a:pt x="6705062" y="829546"/>
                  </a:lnTo>
                  <a:lnTo>
                    <a:pt x="6649989" y="828042"/>
                  </a:lnTo>
                  <a:lnTo>
                    <a:pt x="6598159" y="826348"/>
                  </a:lnTo>
                  <a:lnTo>
                    <a:pt x="6548641" y="824447"/>
                  </a:lnTo>
                  <a:lnTo>
                    <a:pt x="6515891" y="823032"/>
                  </a:lnTo>
                  <a:lnTo>
                    <a:pt x="6463152" y="820495"/>
                  </a:lnTo>
                  <a:lnTo>
                    <a:pt x="6410916" y="817683"/>
                  </a:lnTo>
                  <a:lnTo>
                    <a:pt x="6358591" y="814592"/>
                  </a:lnTo>
                  <a:lnTo>
                    <a:pt x="6305788" y="811229"/>
                  </a:lnTo>
                  <a:lnTo>
                    <a:pt x="6252295" y="807615"/>
                  </a:lnTo>
                  <a:lnTo>
                    <a:pt x="6198056" y="803782"/>
                  </a:lnTo>
                  <a:lnTo>
                    <a:pt x="6143146" y="799775"/>
                  </a:lnTo>
                  <a:lnTo>
                    <a:pt x="6087746" y="795650"/>
                  </a:lnTo>
                  <a:lnTo>
                    <a:pt x="6032109" y="791469"/>
                  </a:lnTo>
                  <a:lnTo>
                    <a:pt x="5976520" y="787300"/>
                  </a:lnTo>
                  <a:lnTo>
                    <a:pt x="5921261" y="783208"/>
                  </a:lnTo>
                  <a:lnTo>
                    <a:pt x="5866563" y="779255"/>
                  </a:lnTo>
                  <a:lnTo>
                    <a:pt x="5812575" y="775492"/>
                  </a:lnTo>
                  <a:lnTo>
                    <a:pt x="5759329" y="771960"/>
                  </a:lnTo>
                  <a:lnTo>
                    <a:pt x="5706720" y="768687"/>
                  </a:lnTo>
                  <a:lnTo>
                    <a:pt x="5654479" y="765690"/>
                  </a:lnTo>
                  <a:lnTo>
                    <a:pt x="5602150" y="762973"/>
                  </a:lnTo>
                  <a:lnTo>
                    <a:pt x="5567201" y="761327"/>
                  </a:lnTo>
                  <a:lnTo>
                    <a:pt x="5518784" y="759279"/>
                  </a:lnTo>
                  <a:lnTo>
                    <a:pt x="5468621" y="757446"/>
                  </a:lnTo>
                  <a:lnTo>
                    <a:pt x="5415857" y="755815"/>
                  </a:lnTo>
                  <a:lnTo>
                    <a:pt x="5359539" y="754367"/>
                  </a:lnTo>
                  <a:lnTo>
                    <a:pt x="5298706" y="753080"/>
                  </a:lnTo>
                  <a:lnTo>
                    <a:pt x="5232482" y="751933"/>
                  </a:lnTo>
                  <a:lnTo>
                    <a:pt x="5160191" y="750908"/>
                  </a:lnTo>
                  <a:lnTo>
                    <a:pt x="5081527" y="749991"/>
                  </a:lnTo>
                  <a:lnTo>
                    <a:pt x="4996755" y="749173"/>
                  </a:lnTo>
                  <a:lnTo>
                    <a:pt x="4906961" y="748449"/>
                  </a:lnTo>
                  <a:lnTo>
                    <a:pt x="4814260" y="747816"/>
                  </a:lnTo>
                  <a:lnTo>
                    <a:pt x="4721893" y="747276"/>
                  </a:lnTo>
                  <a:lnTo>
                    <a:pt x="4634062" y="746832"/>
                  </a:lnTo>
                  <a:lnTo>
                    <a:pt x="4555417" y="746484"/>
                  </a:lnTo>
                  <a:lnTo>
                    <a:pt x="4490207" y="746230"/>
                  </a:lnTo>
                  <a:lnTo>
                    <a:pt x="4441303" y="746061"/>
                  </a:lnTo>
                  <a:lnTo>
                    <a:pt x="4409417" y="745962"/>
                  </a:lnTo>
                  <a:lnTo>
                    <a:pt x="4392776" y="745915"/>
                  </a:lnTo>
                  <a:lnTo>
                    <a:pt x="4387272" y="745902"/>
                  </a:lnTo>
                  <a:lnTo>
                    <a:pt x="4386855" y="745901"/>
                  </a:lnTo>
                  <a:lnTo>
                    <a:pt x="3848118" y="745901"/>
                  </a:lnTo>
                  <a:lnTo>
                    <a:pt x="3846826" y="745876"/>
                  </a:lnTo>
                  <a:lnTo>
                    <a:pt x="3838394" y="745700"/>
                  </a:lnTo>
                  <a:lnTo>
                    <a:pt x="3817368" y="745213"/>
                  </a:lnTo>
                  <a:lnTo>
                    <a:pt x="3780365" y="744257"/>
                  </a:lnTo>
                  <a:lnTo>
                    <a:pt x="3726394" y="742695"/>
                  </a:lnTo>
                  <a:lnTo>
                    <a:pt x="3656881" y="740427"/>
                  </a:lnTo>
                  <a:lnTo>
                    <a:pt x="3575189" y="737399"/>
                  </a:lnTo>
                  <a:lnTo>
                    <a:pt x="3485758" y="733597"/>
                  </a:lnTo>
                  <a:lnTo>
                    <a:pt x="3393140" y="729035"/>
                  </a:lnTo>
                  <a:lnTo>
                    <a:pt x="3301258" y="723731"/>
                  </a:lnTo>
                  <a:lnTo>
                    <a:pt x="3213000" y="717689"/>
                  </a:lnTo>
                  <a:lnTo>
                    <a:pt x="3130150" y="710891"/>
                  </a:lnTo>
                  <a:lnTo>
                    <a:pt x="3053522" y="703284"/>
                  </a:lnTo>
                  <a:lnTo>
                    <a:pt x="2983195" y="694781"/>
                  </a:lnTo>
                  <a:lnTo>
                    <a:pt x="2918741" y="685260"/>
                  </a:lnTo>
                  <a:lnTo>
                    <a:pt x="2859420" y="674573"/>
                  </a:lnTo>
                  <a:lnTo>
                    <a:pt x="2804330" y="662549"/>
                  </a:lnTo>
                  <a:lnTo>
                    <a:pt x="2752509" y="649015"/>
                  </a:lnTo>
                  <a:lnTo>
                    <a:pt x="2703031" y="633821"/>
                  </a:lnTo>
                  <a:lnTo>
                    <a:pt x="2667772" y="621584"/>
                  </a:lnTo>
                  <a:lnTo>
                    <a:pt x="2618065" y="602387"/>
                  </a:lnTo>
                  <a:lnTo>
                    <a:pt x="2568840" y="581220"/>
                  </a:lnTo>
                  <a:lnTo>
                    <a:pt x="2519585" y="558055"/>
                  </a:lnTo>
                  <a:lnTo>
                    <a:pt x="2469952" y="532933"/>
                  </a:lnTo>
                  <a:lnTo>
                    <a:pt x="2419736" y="505969"/>
                  </a:lnTo>
                  <a:lnTo>
                    <a:pt x="2368858" y="477362"/>
                  </a:lnTo>
                  <a:lnTo>
                    <a:pt x="2317348" y="447390"/>
                  </a:lnTo>
                  <a:lnTo>
                    <a:pt x="2265329" y="416402"/>
                  </a:lnTo>
                  <a:lnTo>
                    <a:pt x="2212989" y="384805"/>
                  </a:lnTo>
                  <a:lnTo>
                    <a:pt x="2160558" y="353039"/>
                  </a:lnTo>
                  <a:lnTo>
                    <a:pt x="2108278" y="321555"/>
                  </a:lnTo>
                  <a:lnTo>
                    <a:pt x="2056373" y="290789"/>
                  </a:lnTo>
                  <a:lnTo>
                    <a:pt x="2005015" y="261133"/>
                  </a:lnTo>
                  <a:lnTo>
                    <a:pt x="1954307" y="232920"/>
                  </a:lnTo>
                  <a:lnTo>
                    <a:pt x="1904251" y="206408"/>
                  </a:lnTo>
                  <a:lnTo>
                    <a:pt x="1854738" y="181775"/>
                  </a:lnTo>
                  <a:lnTo>
                    <a:pt x="1805530" y="159116"/>
                  </a:lnTo>
                  <a:lnTo>
                    <a:pt x="1756238" y="138455"/>
                  </a:lnTo>
                  <a:lnTo>
                    <a:pt x="1719082" y="124316"/>
                  </a:lnTo>
                  <a:lnTo>
                    <a:pt x="1670798" y="107856"/>
                  </a:lnTo>
                  <a:lnTo>
                    <a:pt x="1620780" y="93116"/>
                  </a:lnTo>
                  <a:lnTo>
                    <a:pt x="1568180" y="80001"/>
                  </a:lnTo>
                  <a:lnTo>
                    <a:pt x="1512054" y="68351"/>
                  </a:lnTo>
                  <a:lnTo>
                    <a:pt x="1451447" y="57991"/>
                  </a:lnTo>
                  <a:lnTo>
                    <a:pt x="1385487" y="48756"/>
                  </a:lnTo>
                  <a:lnTo>
                    <a:pt x="1313504" y="40502"/>
                  </a:lnTo>
                  <a:lnTo>
                    <a:pt x="1235181" y="33118"/>
                  </a:lnTo>
                  <a:lnTo>
                    <a:pt x="1150771" y="26526"/>
                  </a:lnTo>
                  <a:lnTo>
                    <a:pt x="1061327" y="20682"/>
                  </a:lnTo>
                  <a:lnTo>
                    <a:pt x="968920" y="15574"/>
                  </a:lnTo>
                  <a:lnTo>
                    <a:pt x="876733" y="11213"/>
                  </a:lnTo>
                  <a:lnTo>
                    <a:pt x="788911" y="7618"/>
                  </a:lnTo>
                  <a:lnTo>
                    <a:pt x="710062" y="4795"/>
                  </a:lnTo>
                  <a:lnTo>
                    <a:pt x="644435" y="2723"/>
                  </a:lnTo>
                  <a:lnTo>
                    <a:pt x="594949" y="1334"/>
                  </a:lnTo>
                  <a:lnTo>
                    <a:pt x="562410" y="518"/>
                  </a:lnTo>
                  <a:lnTo>
                    <a:pt x="545169" y="130"/>
                  </a:lnTo>
                  <a:lnTo>
                    <a:pt x="539254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51" name="pl951"/>
            <p:cNvSpPr/>
            <p:nvPr/>
          </p:nvSpPr>
          <p:spPr>
            <a:xfrm>
              <a:off x="546595" y="3951843"/>
              <a:ext cx="8234974" cy="838458"/>
            </a:xfrm>
            <a:custGeom>
              <a:avLst/>
              <a:pathLst>
                <a:path w="8234974" h="838458">
                  <a:moveTo>
                    <a:pt x="0" y="0"/>
                  </a:moveTo>
                  <a:lnTo>
                    <a:pt x="538736" y="0"/>
                  </a:lnTo>
                  <a:lnTo>
                    <a:pt x="540029" y="24"/>
                  </a:lnTo>
                  <a:lnTo>
                    <a:pt x="548461" y="200"/>
                  </a:lnTo>
                  <a:lnTo>
                    <a:pt x="569486" y="687"/>
                  </a:lnTo>
                  <a:lnTo>
                    <a:pt x="606489" y="1643"/>
                  </a:lnTo>
                  <a:lnTo>
                    <a:pt x="660460" y="3205"/>
                  </a:lnTo>
                  <a:lnTo>
                    <a:pt x="729974" y="5473"/>
                  </a:lnTo>
                  <a:lnTo>
                    <a:pt x="811665" y="8502"/>
                  </a:lnTo>
                  <a:lnTo>
                    <a:pt x="901097" y="12303"/>
                  </a:lnTo>
                  <a:lnTo>
                    <a:pt x="993714" y="16865"/>
                  </a:lnTo>
                  <a:lnTo>
                    <a:pt x="1085596" y="22169"/>
                  </a:lnTo>
                  <a:lnTo>
                    <a:pt x="1173854" y="28211"/>
                  </a:lnTo>
                  <a:lnTo>
                    <a:pt x="1256705" y="35009"/>
                  </a:lnTo>
                  <a:lnTo>
                    <a:pt x="1333332" y="42616"/>
                  </a:lnTo>
                  <a:lnTo>
                    <a:pt x="1403659" y="51120"/>
                  </a:lnTo>
                  <a:lnTo>
                    <a:pt x="1468113" y="60640"/>
                  </a:lnTo>
                  <a:lnTo>
                    <a:pt x="1527434" y="71327"/>
                  </a:lnTo>
                  <a:lnTo>
                    <a:pt x="1582525" y="83351"/>
                  </a:lnTo>
                  <a:lnTo>
                    <a:pt x="1634346" y="96886"/>
                  </a:lnTo>
                  <a:lnTo>
                    <a:pt x="1683824" y="112079"/>
                  </a:lnTo>
                  <a:lnTo>
                    <a:pt x="1719082" y="124316"/>
                  </a:lnTo>
                  <a:lnTo>
                    <a:pt x="1768789" y="143513"/>
                  </a:lnTo>
                  <a:lnTo>
                    <a:pt x="1818014" y="164680"/>
                  </a:lnTo>
                  <a:lnTo>
                    <a:pt x="1867270" y="187845"/>
                  </a:lnTo>
                  <a:lnTo>
                    <a:pt x="1916903" y="212968"/>
                  </a:lnTo>
                  <a:lnTo>
                    <a:pt x="1967119" y="239931"/>
                  </a:lnTo>
                  <a:lnTo>
                    <a:pt x="2017997" y="268538"/>
                  </a:lnTo>
                  <a:lnTo>
                    <a:pt x="2069506" y="298510"/>
                  </a:lnTo>
                  <a:lnTo>
                    <a:pt x="2121526" y="329498"/>
                  </a:lnTo>
                  <a:lnTo>
                    <a:pt x="2173866" y="361096"/>
                  </a:lnTo>
                  <a:lnTo>
                    <a:pt x="2226297" y="392862"/>
                  </a:lnTo>
                  <a:lnTo>
                    <a:pt x="2278576" y="424345"/>
                  </a:lnTo>
                  <a:lnTo>
                    <a:pt x="2330482" y="455111"/>
                  </a:lnTo>
                  <a:lnTo>
                    <a:pt x="2381839" y="484767"/>
                  </a:lnTo>
                  <a:lnTo>
                    <a:pt x="2432548" y="512980"/>
                  </a:lnTo>
                  <a:lnTo>
                    <a:pt x="2482604" y="539492"/>
                  </a:lnTo>
                  <a:lnTo>
                    <a:pt x="2532116" y="564126"/>
                  </a:lnTo>
                  <a:lnTo>
                    <a:pt x="2581325" y="586784"/>
                  </a:lnTo>
                  <a:lnTo>
                    <a:pt x="2630617" y="607445"/>
                  </a:lnTo>
                  <a:lnTo>
                    <a:pt x="2667772" y="621584"/>
                  </a:lnTo>
                  <a:lnTo>
                    <a:pt x="2716057" y="638045"/>
                  </a:lnTo>
                  <a:lnTo>
                    <a:pt x="2766074" y="652784"/>
                  </a:lnTo>
                  <a:lnTo>
                    <a:pt x="2818674" y="665900"/>
                  </a:lnTo>
                  <a:lnTo>
                    <a:pt x="2874801" y="677549"/>
                  </a:lnTo>
                  <a:lnTo>
                    <a:pt x="2935408" y="687909"/>
                  </a:lnTo>
                  <a:lnTo>
                    <a:pt x="3001367" y="697144"/>
                  </a:lnTo>
                  <a:lnTo>
                    <a:pt x="3073351" y="705398"/>
                  </a:lnTo>
                  <a:lnTo>
                    <a:pt x="3151674" y="712782"/>
                  </a:lnTo>
                  <a:lnTo>
                    <a:pt x="3236083" y="719375"/>
                  </a:lnTo>
                  <a:lnTo>
                    <a:pt x="3325527" y="725219"/>
                  </a:lnTo>
                  <a:lnTo>
                    <a:pt x="3417934" y="730326"/>
                  </a:lnTo>
                  <a:lnTo>
                    <a:pt x="3510122" y="734687"/>
                  </a:lnTo>
                  <a:lnTo>
                    <a:pt x="3597944" y="738283"/>
                  </a:lnTo>
                  <a:lnTo>
                    <a:pt x="3676792" y="741105"/>
                  </a:lnTo>
                  <a:lnTo>
                    <a:pt x="3742420" y="743178"/>
                  </a:lnTo>
                  <a:lnTo>
                    <a:pt x="3791906" y="744566"/>
                  </a:lnTo>
                  <a:lnTo>
                    <a:pt x="3824445" y="745382"/>
                  </a:lnTo>
                  <a:lnTo>
                    <a:pt x="3841685" y="745771"/>
                  </a:lnTo>
                  <a:lnTo>
                    <a:pt x="3847601" y="745891"/>
                  </a:lnTo>
                  <a:lnTo>
                    <a:pt x="3848118" y="745901"/>
                  </a:lnTo>
                  <a:lnTo>
                    <a:pt x="4386855" y="745901"/>
                  </a:lnTo>
                  <a:lnTo>
                    <a:pt x="4388158" y="745904"/>
                  </a:lnTo>
                  <a:lnTo>
                    <a:pt x="4396656" y="745926"/>
                  </a:lnTo>
                  <a:lnTo>
                    <a:pt x="4417839" y="745987"/>
                  </a:lnTo>
                  <a:lnTo>
                    <a:pt x="4455105" y="746106"/>
                  </a:lnTo>
                  <a:lnTo>
                    <a:pt x="4509426" y="746302"/>
                  </a:lnTo>
                  <a:lnTo>
                    <a:pt x="4579339" y="746585"/>
                  </a:lnTo>
                  <a:lnTo>
                    <a:pt x="4661429" y="746964"/>
                  </a:lnTo>
                  <a:lnTo>
                    <a:pt x="4751212" y="747439"/>
                  </a:lnTo>
                  <a:lnTo>
                    <a:pt x="4844105" y="748008"/>
                  </a:lnTo>
                  <a:lnTo>
                    <a:pt x="4936173" y="748671"/>
                  </a:lnTo>
                  <a:lnTo>
                    <a:pt x="5024536" y="749425"/>
                  </a:lnTo>
                  <a:lnTo>
                    <a:pt x="5107424" y="750274"/>
                  </a:lnTo>
                  <a:lnTo>
                    <a:pt x="5184043" y="751224"/>
                  </a:lnTo>
                  <a:lnTo>
                    <a:pt x="5254335" y="752287"/>
                  </a:lnTo>
                  <a:lnTo>
                    <a:pt x="5318746" y="753477"/>
                  </a:lnTo>
                  <a:lnTo>
                    <a:pt x="5378031" y="754813"/>
                  </a:lnTo>
                  <a:lnTo>
                    <a:pt x="5433104" y="756317"/>
                  </a:lnTo>
                  <a:lnTo>
                    <a:pt x="5484933" y="758010"/>
                  </a:lnTo>
                  <a:lnTo>
                    <a:pt x="5534451" y="759912"/>
                  </a:lnTo>
                  <a:lnTo>
                    <a:pt x="5567201" y="761327"/>
                  </a:lnTo>
                  <a:lnTo>
                    <a:pt x="5619941" y="763863"/>
                  </a:lnTo>
                  <a:lnTo>
                    <a:pt x="5672176" y="766675"/>
                  </a:lnTo>
                  <a:lnTo>
                    <a:pt x="5724502" y="769767"/>
                  </a:lnTo>
                  <a:lnTo>
                    <a:pt x="5777305" y="773129"/>
                  </a:lnTo>
                  <a:lnTo>
                    <a:pt x="5830798" y="776744"/>
                  </a:lnTo>
                  <a:lnTo>
                    <a:pt x="5885037" y="780577"/>
                  </a:lnTo>
                  <a:lnTo>
                    <a:pt x="5939947" y="784583"/>
                  </a:lnTo>
                  <a:lnTo>
                    <a:pt x="5995347" y="788709"/>
                  </a:lnTo>
                  <a:lnTo>
                    <a:pt x="6050984" y="792889"/>
                  </a:lnTo>
                  <a:lnTo>
                    <a:pt x="6106572" y="797058"/>
                  </a:lnTo>
                  <a:lnTo>
                    <a:pt x="6161831" y="801150"/>
                  </a:lnTo>
                  <a:lnTo>
                    <a:pt x="6216529" y="805104"/>
                  </a:lnTo>
                  <a:lnTo>
                    <a:pt x="6270518" y="808867"/>
                  </a:lnTo>
                  <a:lnTo>
                    <a:pt x="6323763" y="812399"/>
                  </a:lnTo>
                  <a:lnTo>
                    <a:pt x="6376372" y="815671"/>
                  </a:lnTo>
                  <a:lnTo>
                    <a:pt x="6428614" y="818668"/>
                  </a:lnTo>
                  <a:lnTo>
                    <a:pt x="6480942" y="821386"/>
                  </a:lnTo>
                  <a:lnTo>
                    <a:pt x="6515891" y="823032"/>
                  </a:lnTo>
                  <a:lnTo>
                    <a:pt x="6564309" y="825079"/>
                  </a:lnTo>
                  <a:lnTo>
                    <a:pt x="6614472" y="826913"/>
                  </a:lnTo>
                  <a:lnTo>
                    <a:pt x="6667236" y="828543"/>
                  </a:lnTo>
                  <a:lnTo>
                    <a:pt x="6723553" y="829991"/>
                  </a:lnTo>
                  <a:lnTo>
                    <a:pt x="6784386" y="831278"/>
                  </a:lnTo>
                  <a:lnTo>
                    <a:pt x="6850611" y="832425"/>
                  </a:lnTo>
                  <a:lnTo>
                    <a:pt x="6922901" y="833450"/>
                  </a:lnTo>
                  <a:lnTo>
                    <a:pt x="7001566" y="834367"/>
                  </a:lnTo>
                  <a:lnTo>
                    <a:pt x="7086337" y="835185"/>
                  </a:lnTo>
                  <a:lnTo>
                    <a:pt x="7176131" y="835910"/>
                  </a:lnTo>
                  <a:lnTo>
                    <a:pt x="7268832" y="836543"/>
                  </a:lnTo>
                  <a:lnTo>
                    <a:pt x="7361199" y="837082"/>
                  </a:lnTo>
                  <a:lnTo>
                    <a:pt x="7449030" y="837526"/>
                  </a:lnTo>
                  <a:lnTo>
                    <a:pt x="7527675" y="837874"/>
                  </a:lnTo>
                  <a:lnTo>
                    <a:pt x="7592886" y="838128"/>
                  </a:lnTo>
                  <a:lnTo>
                    <a:pt x="7641790" y="838298"/>
                  </a:lnTo>
                  <a:lnTo>
                    <a:pt x="7673675" y="838397"/>
                  </a:lnTo>
                  <a:lnTo>
                    <a:pt x="7690316" y="838443"/>
                  </a:lnTo>
                  <a:lnTo>
                    <a:pt x="7695820" y="838457"/>
                  </a:lnTo>
                  <a:lnTo>
                    <a:pt x="7696237" y="838458"/>
                  </a:lnTo>
                  <a:lnTo>
                    <a:pt x="8234974" y="8384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2" name="pl952"/>
            <p:cNvSpPr/>
            <p:nvPr/>
          </p:nvSpPr>
          <p:spPr>
            <a:xfrm>
              <a:off x="546595" y="3946398"/>
              <a:ext cx="8234974" cy="838458"/>
            </a:xfrm>
            <a:custGeom>
              <a:avLst/>
              <a:pathLst>
                <a:path w="8234974" h="838458">
                  <a:moveTo>
                    <a:pt x="8234974" y="838458"/>
                  </a:moveTo>
                  <a:lnTo>
                    <a:pt x="7696237" y="838458"/>
                  </a:lnTo>
                  <a:lnTo>
                    <a:pt x="7694935" y="838455"/>
                  </a:lnTo>
                  <a:lnTo>
                    <a:pt x="7686437" y="838433"/>
                  </a:lnTo>
                  <a:lnTo>
                    <a:pt x="7665253" y="838372"/>
                  </a:lnTo>
                  <a:lnTo>
                    <a:pt x="7627988" y="838252"/>
                  </a:lnTo>
                  <a:lnTo>
                    <a:pt x="7573667" y="838057"/>
                  </a:lnTo>
                  <a:lnTo>
                    <a:pt x="7503754" y="837773"/>
                  </a:lnTo>
                  <a:lnTo>
                    <a:pt x="7421664" y="837395"/>
                  </a:lnTo>
                  <a:lnTo>
                    <a:pt x="7331880" y="836920"/>
                  </a:lnTo>
                  <a:lnTo>
                    <a:pt x="7238988" y="836350"/>
                  </a:lnTo>
                  <a:lnTo>
                    <a:pt x="7146919" y="835688"/>
                  </a:lnTo>
                  <a:lnTo>
                    <a:pt x="7058557" y="834933"/>
                  </a:lnTo>
                  <a:lnTo>
                    <a:pt x="6975668" y="834084"/>
                  </a:lnTo>
                  <a:lnTo>
                    <a:pt x="6899049" y="833134"/>
                  </a:lnTo>
                  <a:lnTo>
                    <a:pt x="6828757" y="832072"/>
                  </a:lnTo>
                  <a:lnTo>
                    <a:pt x="6764346" y="830882"/>
                  </a:lnTo>
                  <a:lnTo>
                    <a:pt x="6705062" y="829546"/>
                  </a:lnTo>
                  <a:lnTo>
                    <a:pt x="6649989" y="828042"/>
                  </a:lnTo>
                  <a:lnTo>
                    <a:pt x="6598159" y="826348"/>
                  </a:lnTo>
                  <a:lnTo>
                    <a:pt x="6548641" y="824447"/>
                  </a:lnTo>
                  <a:lnTo>
                    <a:pt x="6515891" y="823032"/>
                  </a:lnTo>
                  <a:lnTo>
                    <a:pt x="6463152" y="820495"/>
                  </a:lnTo>
                  <a:lnTo>
                    <a:pt x="6410916" y="817683"/>
                  </a:lnTo>
                  <a:lnTo>
                    <a:pt x="6358591" y="814592"/>
                  </a:lnTo>
                  <a:lnTo>
                    <a:pt x="6305788" y="811229"/>
                  </a:lnTo>
                  <a:lnTo>
                    <a:pt x="6252295" y="807615"/>
                  </a:lnTo>
                  <a:lnTo>
                    <a:pt x="6198056" y="803782"/>
                  </a:lnTo>
                  <a:lnTo>
                    <a:pt x="6143146" y="799775"/>
                  </a:lnTo>
                  <a:lnTo>
                    <a:pt x="6087746" y="795650"/>
                  </a:lnTo>
                  <a:lnTo>
                    <a:pt x="6032109" y="791469"/>
                  </a:lnTo>
                  <a:lnTo>
                    <a:pt x="5976520" y="787300"/>
                  </a:lnTo>
                  <a:lnTo>
                    <a:pt x="5921261" y="783208"/>
                  </a:lnTo>
                  <a:lnTo>
                    <a:pt x="5866563" y="779255"/>
                  </a:lnTo>
                  <a:lnTo>
                    <a:pt x="5812575" y="775492"/>
                  </a:lnTo>
                  <a:lnTo>
                    <a:pt x="5759329" y="771960"/>
                  </a:lnTo>
                  <a:lnTo>
                    <a:pt x="5706720" y="768687"/>
                  </a:lnTo>
                  <a:lnTo>
                    <a:pt x="5654479" y="765690"/>
                  </a:lnTo>
                  <a:lnTo>
                    <a:pt x="5602150" y="762973"/>
                  </a:lnTo>
                  <a:lnTo>
                    <a:pt x="5567201" y="761327"/>
                  </a:lnTo>
                  <a:lnTo>
                    <a:pt x="5518784" y="759279"/>
                  </a:lnTo>
                  <a:lnTo>
                    <a:pt x="5468621" y="757446"/>
                  </a:lnTo>
                  <a:lnTo>
                    <a:pt x="5415857" y="755815"/>
                  </a:lnTo>
                  <a:lnTo>
                    <a:pt x="5359539" y="754367"/>
                  </a:lnTo>
                  <a:lnTo>
                    <a:pt x="5298706" y="753080"/>
                  </a:lnTo>
                  <a:lnTo>
                    <a:pt x="5232482" y="751933"/>
                  </a:lnTo>
                  <a:lnTo>
                    <a:pt x="5160191" y="750908"/>
                  </a:lnTo>
                  <a:lnTo>
                    <a:pt x="5081527" y="749991"/>
                  </a:lnTo>
                  <a:lnTo>
                    <a:pt x="4996755" y="749173"/>
                  </a:lnTo>
                  <a:lnTo>
                    <a:pt x="4906961" y="748449"/>
                  </a:lnTo>
                  <a:lnTo>
                    <a:pt x="4814260" y="747816"/>
                  </a:lnTo>
                  <a:lnTo>
                    <a:pt x="4721893" y="747276"/>
                  </a:lnTo>
                  <a:lnTo>
                    <a:pt x="4634062" y="746832"/>
                  </a:lnTo>
                  <a:lnTo>
                    <a:pt x="4555417" y="746484"/>
                  </a:lnTo>
                  <a:lnTo>
                    <a:pt x="4490207" y="746230"/>
                  </a:lnTo>
                  <a:lnTo>
                    <a:pt x="4441303" y="746061"/>
                  </a:lnTo>
                  <a:lnTo>
                    <a:pt x="4409417" y="745962"/>
                  </a:lnTo>
                  <a:lnTo>
                    <a:pt x="4392776" y="745915"/>
                  </a:lnTo>
                  <a:lnTo>
                    <a:pt x="4387272" y="745902"/>
                  </a:lnTo>
                  <a:lnTo>
                    <a:pt x="4386855" y="745901"/>
                  </a:lnTo>
                  <a:lnTo>
                    <a:pt x="3848118" y="745901"/>
                  </a:lnTo>
                  <a:lnTo>
                    <a:pt x="3846826" y="745876"/>
                  </a:lnTo>
                  <a:lnTo>
                    <a:pt x="3838394" y="745700"/>
                  </a:lnTo>
                  <a:lnTo>
                    <a:pt x="3817368" y="745213"/>
                  </a:lnTo>
                  <a:lnTo>
                    <a:pt x="3780365" y="744257"/>
                  </a:lnTo>
                  <a:lnTo>
                    <a:pt x="3726394" y="742695"/>
                  </a:lnTo>
                  <a:lnTo>
                    <a:pt x="3656881" y="740427"/>
                  </a:lnTo>
                  <a:lnTo>
                    <a:pt x="3575189" y="737399"/>
                  </a:lnTo>
                  <a:lnTo>
                    <a:pt x="3485758" y="733597"/>
                  </a:lnTo>
                  <a:lnTo>
                    <a:pt x="3393140" y="729035"/>
                  </a:lnTo>
                  <a:lnTo>
                    <a:pt x="3301258" y="723731"/>
                  </a:lnTo>
                  <a:lnTo>
                    <a:pt x="3213000" y="717689"/>
                  </a:lnTo>
                  <a:lnTo>
                    <a:pt x="3130150" y="710891"/>
                  </a:lnTo>
                  <a:lnTo>
                    <a:pt x="3053522" y="703284"/>
                  </a:lnTo>
                  <a:lnTo>
                    <a:pt x="2983195" y="694781"/>
                  </a:lnTo>
                  <a:lnTo>
                    <a:pt x="2918741" y="685260"/>
                  </a:lnTo>
                  <a:lnTo>
                    <a:pt x="2859420" y="674573"/>
                  </a:lnTo>
                  <a:lnTo>
                    <a:pt x="2804330" y="662549"/>
                  </a:lnTo>
                  <a:lnTo>
                    <a:pt x="2752509" y="649015"/>
                  </a:lnTo>
                  <a:lnTo>
                    <a:pt x="2703031" y="633821"/>
                  </a:lnTo>
                  <a:lnTo>
                    <a:pt x="2667772" y="621584"/>
                  </a:lnTo>
                  <a:lnTo>
                    <a:pt x="2618065" y="602387"/>
                  </a:lnTo>
                  <a:lnTo>
                    <a:pt x="2568840" y="581220"/>
                  </a:lnTo>
                  <a:lnTo>
                    <a:pt x="2519585" y="558055"/>
                  </a:lnTo>
                  <a:lnTo>
                    <a:pt x="2469952" y="532933"/>
                  </a:lnTo>
                  <a:lnTo>
                    <a:pt x="2419736" y="505969"/>
                  </a:lnTo>
                  <a:lnTo>
                    <a:pt x="2368858" y="477362"/>
                  </a:lnTo>
                  <a:lnTo>
                    <a:pt x="2317348" y="447390"/>
                  </a:lnTo>
                  <a:lnTo>
                    <a:pt x="2265329" y="416402"/>
                  </a:lnTo>
                  <a:lnTo>
                    <a:pt x="2212989" y="384805"/>
                  </a:lnTo>
                  <a:lnTo>
                    <a:pt x="2160558" y="353039"/>
                  </a:lnTo>
                  <a:lnTo>
                    <a:pt x="2108278" y="321555"/>
                  </a:lnTo>
                  <a:lnTo>
                    <a:pt x="2056373" y="290789"/>
                  </a:lnTo>
                  <a:lnTo>
                    <a:pt x="2005015" y="261133"/>
                  </a:lnTo>
                  <a:lnTo>
                    <a:pt x="1954307" y="232920"/>
                  </a:lnTo>
                  <a:lnTo>
                    <a:pt x="1904251" y="206408"/>
                  </a:lnTo>
                  <a:lnTo>
                    <a:pt x="1854738" y="181775"/>
                  </a:lnTo>
                  <a:lnTo>
                    <a:pt x="1805530" y="159116"/>
                  </a:lnTo>
                  <a:lnTo>
                    <a:pt x="1756238" y="138455"/>
                  </a:lnTo>
                  <a:lnTo>
                    <a:pt x="1719082" y="124316"/>
                  </a:lnTo>
                  <a:lnTo>
                    <a:pt x="1670798" y="107856"/>
                  </a:lnTo>
                  <a:lnTo>
                    <a:pt x="1620780" y="93116"/>
                  </a:lnTo>
                  <a:lnTo>
                    <a:pt x="1568180" y="80001"/>
                  </a:lnTo>
                  <a:lnTo>
                    <a:pt x="1512054" y="68351"/>
                  </a:lnTo>
                  <a:lnTo>
                    <a:pt x="1451447" y="57991"/>
                  </a:lnTo>
                  <a:lnTo>
                    <a:pt x="1385487" y="48756"/>
                  </a:lnTo>
                  <a:lnTo>
                    <a:pt x="1313504" y="40502"/>
                  </a:lnTo>
                  <a:lnTo>
                    <a:pt x="1235181" y="33118"/>
                  </a:lnTo>
                  <a:lnTo>
                    <a:pt x="1150771" y="26526"/>
                  </a:lnTo>
                  <a:lnTo>
                    <a:pt x="1061327" y="20682"/>
                  </a:lnTo>
                  <a:lnTo>
                    <a:pt x="968920" y="15574"/>
                  </a:lnTo>
                  <a:lnTo>
                    <a:pt x="876733" y="11213"/>
                  </a:lnTo>
                  <a:lnTo>
                    <a:pt x="788911" y="7618"/>
                  </a:lnTo>
                  <a:lnTo>
                    <a:pt x="710062" y="4795"/>
                  </a:lnTo>
                  <a:lnTo>
                    <a:pt x="644435" y="2723"/>
                  </a:lnTo>
                  <a:lnTo>
                    <a:pt x="594949" y="1334"/>
                  </a:lnTo>
                  <a:lnTo>
                    <a:pt x="562410" y="518"/>
                  </a:lnTo>
                  <a:lnTo>
                    <a:pt x="545169" y="130"/>
                  </a:lnTo>
                  <a:lnTo>
                    <a:pt x="539254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3" name="pg953"/>
            <p:cNvSpPr/>
            <p:nvPr/>
          </p:nvSpPr>
          <p:spPr>
            <a:xfrm>
              <a:off x="546595" y="3951843"/>
              <a:ext cx="8234974" cy="1704139"/>
            </a:xfrm>
            <a:custGeom>
              <a:avLst/>
              <a:pathLst>
                <a:path w="8234974" h="1704139">
                  <a:moveTo>
                    <a:pt x="0" y="5444"/>
                  </a:moveTo>
                  <a:lnTo>
                    <a:pt x="538736" y="5444"/>
                  </a:lnTo>
                  <a:lnTo>
                    <a:pt x="540028" y="5469"/>
                  </a:lnTo>
                  <a:lnTo>
                    <a:pt x="548460" y="5646"/>
                  </a:lnTo>
                  <a:lnTo>
                    <a:pt x="569483" y="6137"/>
                  </a:lnTo>
                  <a:lnTo>
                    <a:pt x="606482" y="7100"/>
                  </a:lnTo>
                  <a:lnTo>
                    <a:pt x="660448" y="8673"/>
                  </a:lnTo>
                  <a:lnTo>
                    <a:pt x="729955" y="10957"/>
                  </a:lnTo>
                  <a:lnTo>
                    <a:pt x="811641" y="14007"/>
                  </a:lnTo>
                  <a:lnTo>
                    <a:pt x="901067" y="17836"/>
                  </a:lnTo>
                  <a:lnTo>
                    <a:pt x="993681" y="22431"/>
                  </a:lnTo>
                  <a:lnTo>
                    <a:pt x="1085560" y="27773"/>
                  </a:lnTo>
                  <a:lnTo>
                    <a:pt x="1173816" y="33858"/>
                  </a:lnTo>
                  <a:lnTo>
                    <a:pt x="1256666" y="40705"/>
                  </a:lnTo>
                  <a:lnTo>
                    <a:pt x="1333294" y="48368"/>
                  </a:lnTo>
                  <a:lnTo>
                    <a:pt x="1403622" y="56932"/>
                  </a:lnTo>
                  <a:lnTo>
                    <a:pt x="1468076" y="66521"/>
                  </a:lnTo>
                  <a:lnTo>
                    <a:pt x="1527397" y="77285"/>
                  </a:lnTo>
                  <a:lnTo>
                    <a:pt x="1582489" y="89395"/>
                  </a:lnTo>
                  <a:lnTo>
                    <a:pt x="1634309" y="103027"/>
                  </a:lnTo>
                  <a:lnTo>
                    <a:pt x="1683787" y="118329"/>
                  </a:lnTo>
                  <a:lnTo>
                    <a:pt x="1719082" y="130668"/>
                  </a:lnTo>
                  <a:lnTo>
                    <a:pt x="1768751" y="149990"/>
                  </a:lnTo>
                  <a:lnTo>
                    <a:pt x="1817937" y="171292"/>
                  </a:lnTo>
                  <a:lnTo>
                    <a:pt x="1867153" y="194603"/>
                  </a:lnTo>
                  <a:lnTo>
                    <a:pt x="1916746" y="219884"/>
                  </a:lnTo>
                  <a:lnTo>
                    <a:pt x="1966920" y="247017"/>
                  </a:lnTo>
                  <a:lnTo>
                    <a:pt x="2017755" y="275803"/>
                  </a:lnTo>
                  <a:lnTo>
                    <a:pt x="2069220" y="305964"/>
                  </a:lnTo>
                  <a:lnTo>
                    <a:pt x="2121196" y="337149"/>
                  </a:lnTo>
                  <a:lnTo>
                    <a:pt x="2173494" y="368949"/>
                  </a:lnTo>
                  <a:lnTo>
                    <a:pt x="2225884" y="400922"/>
                  </a:lnTo>
                  <a:lnTo>
                    <a:pt x="2278125" y="432615"/>
                  </a:lnTo>
                  <a:lnTo>
                    <a:pt x="2329994" y="463590"/>
                  </a:lnTo>
                  <a:lnTo>
                    <a:pt x="2381316" y="493451"/>
                  </a:lnTo>
                  <a:lnTo>
                    <a:pt x="2431992" y="521865"/>
                  </a:lnTo>
                  <a:lnTo>
                    <a:pt x="2482016" y="548570"/>
                  </a:lnTo>
                  <a:lnTo>
                    <a:pt x="2531495" y="573387"/>
                  </a:lnTo>
                  <a:lnTo>
                    <a:pt x="2580666" y="596219"/>
                  </a:lnTo>
                  <a:lnTo>
                    <a:pt x="2629915" y="617042"/>
                  </a:lnTo>
                  <a:lnTo>
                    <a:pt x="2667772" y="631565"/>
                  </a:lnTo>
                  <a:lnTo>
                    <a:pt x="2716055" y="648146"/>
                  </a:lnTo>
                  <a:lnTo>
                    <a:pt x="2766070" y="662992"/>
                  </a:lnTo>
                  <a:lnTo>
                    <a:pt x="2818668" y="676203"/>
                  </a:lnTo>
                  <a:lnTo>
                    <a:pt x="2874792" y="687938"/>
                  </a:lnTo>
                  <a:lnTo>
                    <a:pt x="2935395" y="698373"/>
                  </a:lnTo>
                  <a:lnTo>
                    <a:pt x="3001351" y="707675"/>
                  </a:lnTo>
                  <a:lnTo>
                    <a:pt x="3073330" y="715989"/>
                  </a:lnTo>
                  <a:lnTo>
                    <a:pt x="3151647" y="723427"/>
                  </a:lnTo>
                  <a:lnTo>
                    <a:pt x="3236052" y="730068"/>
                  </a:lnTo>
                  <a:lnTo>
                    <a:pt x="3325491" y="735954"/>
                  </a:lnTo>
                  <a:lnTo>
                    <a:pt x="3417893" y="741099"/>
                  </a:lnTo>
                  <a:lnTo>
                    <a:pt x="3510078" y="745492"/>
                  </a:lnTo>
                  <a:lnTo>
                    <a:pt x="3597900" y="749114"/>
                  </a:lnTo>
                  <a:lnTo>
                    <a:pt x="3676751" y="751958"/>
                  </a:lnTo>
                  <a:lnTo>
                    <a:pt x="3742385" y="754046"/>
                  </a:lnTo>
                  <a:lnTo>
                    <a:pt x="3791879" y="755445"/>
                  </a:lnTo>
                  <a:lnTo>
                    <a:pt x="3824428" y="756267"/>
                  </a:lnTo>
                  <a:lnTo>
                    <a:pt x="3841678" y="756659"/>
                  </a:lnTo>
                  <a:lnTo>
                    <a:pt x="3847599" y="756780"/>
                  </a:lnTo>
                  <a:lnTo>
                    <a:pt x="3848118" y="756790"/>
                  </a:lnTo>
                  <a:lnTo>
                    <a:pt x="4386855" y="756790"/>
                  </a:lnTo>
                  <a:lnTo>
                    <a:pt x="4388141" y="756821"/>
                  </a:lnTo>
                  <a:lnTo>
                    <a:pt x="4396533" y="757044"/>
                  </a:lnTo>
                  <a:lnTo>
                    <a:pt x="4417461" y="757659"/>
                  </a:lnTo>
                  <a:lnTo>
                    <a:pt x="4454304" y="758867"/>
                  </a:lnTo>
                  <a:lnTo>
                    <a:pt x="4508059" y="760841"/>
                  </a:lnTo>
                  <a:lnTo>
                    <a:pt x="4577327" y="763708"/>
                  </a:lnTo>
                  <a:lnTo>
                    <a:pt x="4658773" y="767537"/>
                  </a:lnTo>
                  <a:lnTo>
                    <a:pt x="4747987" y="772345"/>
                  </a:lnTo>
                  <a:lnTo>
                    <a:pt x="4840434" y="778116"/>
                  </a:lnTo>
                  <a:lnTo>
                    <a:pt x="4932200" y="784827"/>
                  </a:lnTo>
                  <a:lnTo>
                    <a:pt x="5020392" y="792470"/>
                  </a:lnTo>
                  <a:lnTo>
                    <a:pt x="5103219" y="801071"/>
                  </a:lnTo>
                  <a:lnTo>
                    <a:pt x="5179851" y="810694"/>
                  </a:lnTo>
                  <a:lnTo>
                    <a:pt x="5250199" y="821449"/>
                  </a:lnTo>
                  <a:lnTo>
                    <a:pt x="5314680" y="833487"/>
                  </a:lnTo>
                  <a:lnTo>
                    <a:pt x="5374023" y="846996"/>
                  </a:lnTo>
                  <a:lnTo>
                    <a:pt x="5429125" y="862192"/>
                  </a:lnTo>
                  <a:lnTo>
                    <a:pt x="5480941" y="879294"/>
                  </a:lnTo>
                  <a:lnTo>
                    <a:pt x="5530396" y="898491"/>
                  </a:lnTo>
                  <a:lnTo>
                    <a:pt x="5567201" y="914681"/>
                  </a:lnTo>
                  <a:lnTo>
                    <a:pt x="5615400" y="938281"/>
                  </a:lnTo>
                  <a:lnTo>
                    <a:pt x="5663129" y="964231"/>
                  </a:lnTo>
                  <a:lnTo>
                    <a:pt x="5710863" y="992566"/>
                  </a:lnTo>
                  <a:lnTo>
                    <a:pt x="5758928" y="1023246"/>
                  </a:lnTo>
                  <a:lnTo>
                    <a:pt x="5807525" y="1056147"/>
                  </a:lnTo>
                  <a:lnTo>
                    <a:pt x="5856740" y="1091052"/>
                  </a:lnTo>
                  <a:lnTo>
                    <a:pt x="5906561" y="1127655"/>
                  </a:lnTo>
                  <a:lnTo>
                    <a:pt x="5956893" y="1165566"/>
                  </a:lnTo>
                  <a:lnTo>
                    <a:pt x="6007574" y="1204328"/>
                  </a:lnTo>
                  <a:lnTo>
                    <a:pt x="6058403" y="1243439"/>
                  </a:lnTo>
                  <a:lnTo>
                    <a:pt x="6109158" y="1282377"/>
                  </a:lnTo>
                  <a:lnTo>
                    <a:pt x="6159628" y="1320628"/>
                  </a:lnTo>
                  <a:lnTo>
                    <a:pt x="6209635" y="1357719"/>
                  </a:lnTo>
                  <a:lnTo>
                    <a:pt x="6259060" y="1393234"/>
                  </a:lnTo>
                  <a:lnTo>
                    <a:pt x="6307861" y="1426839"/>
                  </a:lnTo>
                  <a:lnTo>
                    <a:pt x="6356089" y="1458286"/>
                  </a:lnTo>
                  <a:lnTo>
                    <a:pt x="6403905" y="1487420"/>
                  </a:lnTo>
                  <a:lnTo>
                    <a:pt x="6451590" y="1514172"/>
                  </a:lnTo>
                  <a:lnTo>
                    <a:pt x="6499567" y="1538555"/>
                  </a:lnTo>
                  <a:lnTo>
                    <a:pt x="6515891" y="1546247"/>
                  </a:lnTo>
                  <a:lnTo>
                    <a:pt x="6564093" y="1567121"/>
                  </a:lnTo>
                  <a:lnTo>
                    <a:pt x="6614022" y="1585815"/>
                  </a:lnTo>
                  <a:lnTo>
                    <a:pt x="6666521" y="1602453"/>
                  </a:lnTo>
                  <a:lnTo>
                    <a:pt x="6722530" y="1617234"/>
                  </a:lnTo>
                  <a:lnTo>
                    <a:pt x="6782998" y="1630381"/>
                  </a:lnTo>
                  <a:lnTo>
                    <a:pt x="6848794" y="1642103"/>
                  </a:lnTo>
                  <a:lnTo>
                    <a:pt x="6920590" y="1652581"/>
                  </a:lnTo>
                  <a:lnTo>
                    <a:pt x="6998702" y="1661957"/>
                  </a:lnTo>
                  <a:lnTo>
                    <a:pt x="7082889" y="1670330"/>
                  </a:lnTo>
                  <a:lnTo>
                    <a:pt x="7172117" y="1677754"/>
                  </a:lnTo>
                  <a:lnTo>
                    <a:pt x="7264342" y="1684247"/>
                  </a:lnTo>
                  <a:lnTo>
                    <a:pt x="7356416" y="1689795"/>
                  </a:lnTo>
                  <a:lnTo>
                    <a:pt x="7444230" y="1694374"/>
                  </a:lnTo>
                  <a:lnTo>
                    <a:pt x="7523200" y="1697975"/>
                  </a:lnTo>
                  <a:lnTo>
                    <a:pt x="7589079" y="1700625"/>
                  </a:lnTo>
                  <a:lnTo>
                    <a:pt x="7638922" y="1702407"/>
                  </a:lnTo>
                  <a:lnTo>
                    <a:pt x="7671862" y="1703459"/>
                  </a:lnTo>
                  <a:lnTo>
                    <a:pt x="7689475" y="1703965"/>
                  </a:lnTo>
                  <a:lnTo>
                    <a:pt x="7695651" y="1704125"/>
                  </a:lnTo>
                  <a:lnTo>
                    <a:pt x="7696237" y="1704139"/>
                  </a:lnTo>
                  <a:lnTo>
                    <a:pt x="8234974" y="1704139"/>
                  </a:lnTo>
                  <a:lnTo>
                    <a:pt x="8234974" y="1698694"/>
                  </a:lnTo>
                  <a:lnTo>
                    <a:pt x="7696237" y="1698694"/>
                  </a:lnTo>
                  <a:lnTo>
                    <a:pt x="7694951" y="1698663"/>
                  </a:lnTo>
                  <a:lnTo>
                    <a:pt x="7686560" y="1698440"/>
                  </a:lnTo>
                  <a:lnTo>
                    <a:pt x="7665631" y="1697825"/>
                  </a:lnTo>
                  <a:lnTo>
                    <a:pt x="7628789" y="1696617"/>
                  </a:lnTo>
                  <a:lnTo>
                    <a:pt x="7575033" y="1694643"/>
                  </a:lnTo>
                  <a:lnTo>
                    <a:pt x="7505766" y="1691776"/>
                  </a:lnTo>
                  <a:lnTo>
                    <a:pt x="7424320" y="1687947"/>
                  </a:lnTo>
                  <a:lnTo>
                    <a:pt x="7335105" y="1683139"/>
                  </a:lnTo>
                  <a:lnTo>
                    <a:pt x="7242658" y="1677368"/>
                  </a:lnTo>
                  <a:lnTo>
                    <a:pt x="7150892" y="1670657"/>
                  </a:lnTo>
                  <a:lnTo>
                    <a:pt x="7062700" y="1663014"/>
                  </a:lnTo>
                  <a:lnTo>
                    <a:pt x="6979874" y="1654413"/>
                  </a:lnTo>
                  <a:lnTo>
                    <a:pt x="6903241" y="1644790"/>
                  </a:lnTo>
                  <a:lnTo>
                    <a:pt x="6832893" y="1634035"/>
                  </a:lnTo>
                  <a:lnTo>
                    <a:pt x="6768413" y="1621997"/>
                  </a:lnTo>
                  <a:lnTo>
                    <a:pt x="6709069" y="1608488"/>
                  </a:lnTo>
                  <a:lnTo>
                    <a:pt x="6653967" y="1593292"/>
                  </a:lnTo>
                  <a:lnTo>
                    <a:pt x="6602151" y="1576190"/>
                  </a:lnTo>
                  <a:lnTo>
                    <a:pt x="6552696" y="1556992"/>
                  </a:lnTo>
                  <a:lnTo>
                    <a:pt x="6515891" y="1540803"/>
                  </a:lnTo>
                  <a:lnTo>
                    <a:pt x="6467692" y="1517202"/>
                  </a:lnTo>
                  <a:lnTo>
                    <a:pt x="6419963" y="1491253"/>
                  </a:lnTo>
                  <a:lnTo>
                    <a:pt x="6372230" y="1462918"/>
                  </a:lnTo>
                  <a:lnTo>
                    <a:pt x="6324164" y="1432238"/>
                  </a:lnTo>
                  <a:lnTo>
                    <a:pt x="6275568" y="1399337"/>
                  </a:lnTo>
                  <a:lnTo>
                    <a:pt x="6226352" y="1364432"/>
                  </a:lnTo>
                  <a:lnTo>
                    <a:pt x="6176531" y="1327829"/>
                  </a:lnTo>
                  <a:lnTo>
                    <a:pt x="6126200" y="1289918"/>
                  </a:lnTo>
                  <a:lnTo>
                    <a:pt x="6075518" y="1251156"/>
                  </a:lnTo>
                  <a:lnTo>
                    <a:pt x="6024690" y="1212045"/>
                  </a:lnTo>
                  <a:lnTo>
                    <a:pt x="5973935" y="1173107"/>
                  </a:lnTo>
                  <a:lnTo>
                    <a:pt x="5923465" y="1134856"/>
                  </a:lnTo>
                  <a:lnTo>
                    <a:pt x="5873457" y="1097765"/>
                  </a:lnTo>
                  <a:lnTo>
                    <a:pt x="5824032" y="1062249"/>
                  </a:lnTo>
                  <a:lnTo>
                    <a:pt x="5775231" y="1028645"/>
                  </a:lnTo>
                  <a:lnTo>
                    <a:pt x="5727003" y="997198"/>
                  </a:lnTo>
                  <a:lnTo>
                    <a:pt x="5679188" y="968064"/>
                  </a:lnTo>
                  <a:lnTo>
                    <a:pt x="5631502" y="941312"/>
                  </a:lnTo>
                  <a:lnTo>
                    <a:pt x="5583525" y="916929"/>
                  </a:lnTo>
                  <a:lnTo>
                    <a:pt x="5567201" y="909237"/>
                  </a:lnTo>
                  <a:lnTo>
                    <a:pt x="5518999" y="888363"/>
                  </a:lnTo>
                  <a:lnTo>
                    <a:pt x="5469070" y="869669"/>
                  </a:lnTo>
                  <a:lnTo>
                    <a:pt x="5416571" y="853031"/>
                  </a:lnTo>
                  <a:lnTo>
                    <a:pt x="5360562" y="838250"/>
                  </a:lnTo>
                  <a:lnTo>
                    <a:pt x="5300094" y="825103"/>
                  </a:lnTo>
                  <a:lnTo>
                    <a:pt x="5234298" y="813381"/>
                  </a:lnTo>
                  <a:lnTo>
                    <a:pt x="5162503" y="802903"/>
                  </a:lnTo>
                  <a:lnTo>
                    <a:pt x="5084391" y="793527"/>
                  </a:lnTo>
                  <a:lnTo>
                    <a:pt x="5000203" y="785154"/>
                  </a:lnTo>
                  <a:lnTo>
                    <a:pt x="4910976" y="777730"/>
                  </a:lnTo>
                  <a:lnTo>
                    <a:pt x="4818751" y="771237"/>
                  </a:lnTo>
                  <a:lnTo>
                    <a:pt x="4726676" y="765689"/>
                  </a:lnTo>
                  <a:lnTo>
                    <a:pt x="4638862" y="761110"/>
                  </a:lnTo>
                  <a:lnTo>
                    <a:pt x="4559893" y="757509"/>
                  </a:lnTo>
                  <a:lnTo>
                    <a:pt x="4494013" y="754859"/>
                  </a:lnTo>
                  <a:lnTo>
                    <a:pt x="4444171" y="753077"/>
                  </a:lnTo>
                  <a:lnTo>
                    <a:pt x="4411230" y="752025"/>
                  </a:lnTo>
                  <a:lnTo>
                    <a:pt x="4393617" y="751519"/>
                  </a:lnTo>
                  <a:lnTo>
                    <a:pt x="4387442" y="751359"/>
                  </a:lnTo>
                  <a:lnTo>
                    <a:pt x="4386855" y="751345"/>
                  </a:lnTo>
                  <a:lnTo>
                    <a:pt x="3848118" y="751345"/>
                  </a:lnTo>
                  <a:lnTo>
                    <a:pt x="3846826" y="751320"/>
                  </a:lnTo>
                  <a:lnTo>
                    <a:pt x="3838395" y="751143"/>
                  </a:lnTo>
                  <a:lnTo>
                    <a:pt x="3817372" y="750652"/>
                  </a:lnTo>
                  <a:lnTo>
                    <a:pt x="3780372" y="749690"/>
                  </a:lnTo>
                  <a:lnTo>
                    <a:pt x="3726407" y="748117"/>
                  </a:lnTo>
                  <a:lnTo>
                    <a:pt x="3656899" y="745832"/>
                  </a:lnTo>
                  <a:lnTo>
                    <a:pt x="3575214" y="742782"/>
                  </a:lnTo>
                  <a:lnTo>
                    <a:pt x="3485787" y="738953"/>
                  </a:lnTo>
                  <a:lnTo>
                    <a:pt x="3393174" y="734358"/>
                  </a:lnTo>
                  <a:lnTo>
                    <a:pt x="3301295" y="729016"/>
                  </a:lnTo>
                  <a:lnTo>
                    <a:pt x="3213038" y="722931"/>
                  </a:lnTo>
                  <a:lnTo>
                    <a:pt x="3130188" y="716084"/>
                  </a:lnTo>
                  <a:lnTo>
                    <a:pt x="3053560" y="708422"/>
                  </a:lnTo>
                  <a:lnTo>
                    <a:pt x="2983233" y="699857"/>
                  </a:lnTo>
                  <a:lnTo>
                    <a:pt x="2918778" y="690268"/>
                  </a:lnTo>
                  <a:lnTo>
                    <a:pt x="2859457" y="679505"/>
                  </a:lnTo>
                  <a:lnTo>
                    <a:pt x="2804366" y="667394"/>
                  </a:lnTo>
                  <a:lnTo>
                    <a:pt x="2752545" y="653762"/>
                  </a:lnTo>
                  <a:lnTo>
                    <a:pt x="2703068" y="638460"/>
                  </a:lnTo>
                  <a:lnTo>
                    <a:pt x="2667772" y="626121"/>
                  </a:lnTo>
                  <a:lnTo>
                    <a:pt x="2618104" y="606800"/>
                  </a:lnTo>
                  <a:lnTo>
                    <a:pt x="2568918" y="585498"/>
                  </a:lnTo>
                  <a:lnTo>
                    <a:pt x="2519702" y="562186"/>
                  </a:lnTo>
                  <a:lnTo>
                    <a:pt x="2470109" y="536905"/>
                  </a:lnTo>
                  <a:lnTo>
                    <a:pt x="2419935" y="509772"/>
                  </a:lnTo>
                  <a:lnTo>
                    <a:pt x="2369100" y="480986"/>
                  </a:lnTo>
                  <a:lnTo>
                    <a:pt x="2317634" y="450825"/>
                  </a:lnTo>
                  <a:lnTo>
                    <a:pt x="2265658" y="419641"/>
                  </a:lnTo>
                  <a:lnTo>
                    <a:pt x="2213360" y="387840"/>
                  </a:lnTo>
                  <a:lnTo>
                    <a:pt x="2160971" y="355867"/>
                  </a:lnTo>
                  <a:lnTo>
                    <a:pt x="2108730" y="324175"/>
                  </a:lnTo>
                  <a:lnTo>
                    <a:pt x="2056861" y="293200"/>
                  </a:lnTo>
                  <a:lnTo>
                    <a:pt x="2005538" y="263338"/>
                  </a:lnTo>
                  <a:lnTo>
                    <a:pt x="1954862" y="234925"/>
                  </a:lnTo>
                  <a:lnTo>
                    <a:pt x="1904839" y="208220"/>
                  </a:lnTo>
                  <a:lnTo>
                    <a:pt x="1855360" y="183402"/>
                  </a:lnTo>
                  <a:lnTo>
                    <a:pt x="1806188" y="160570"/>
                  </a:lnTo>
                  <a:lnTo>
                    <a:pt x="1756940" y="139747"/>
                  </a:lnTo>
                  <a:lnTo>
                    <a:pt x="1719082" y="125224"/>
                  </a:lnTo>
                  <a:lnTo>
                    <a:pt x="1670800" y="108643"/>
                  </a:lnTo>
                  <a:lnTo>
                    <a:pt x="1620784" y="93797"/>
                  </a:lnTo>
                  <a:lnTo>
                    <a:pt x="1568187" y="80586"/>
                  </a:lnTo>
                  <a:lnTo>
                    <a:pt x="1512063" y="68852"/>
                  </a:lnTo>
                  <a:lnTo>
                    <a:pt x="1451459" y="58417"/>
                  </a:lnTo>
                  <a:lnTo>
                    <a:pt x="1385504" y="49114"/>
                  </a:lnTo>
                  <a:lnTo>
                    <a:pt x="1313525" y="40800"/>
                  </a:lnTo>
                  <a:lnTo>
                    <a:pt x="1235207" y="33362"/>
                  </a:lnTo>
                  <a:lnTo>
                    <a:pt x="1150803" y="26721"/>
                  </a:lnTo>
                  <a:lnTo>
                    <a:pt x="1061364" y="20835"/>
                  </a:lnTo>
                  <a:lnTo>
                    <a:pt x="968961" y="15690"/>
                  </a:lnTo>
                  <a:lnTo>
                    <a:pt x="876777" y="11297"/>
                  </a:lnTo>
                  <a:lnTo>
                    <a:pt x="788954" y="7675"/>
                  </a:lnTo>
                  <a:lnTo>
                    <a:pt x="710103" y="4831"/>
                  </a:lnTo>
                  <a:lnTo>
                    <a:pt x="644470" y="2743"/>
                  </a:lnTo>
                  <a:lnTo>
                    <a:pt x="594975" y="1344"/>
                  </a:lnTo>
                  <a:lnTo>
                    <a:pt x="562427" y="522"/>
                  </a:lnTo>
                  <a:lnTo>
                    <a:pt x="545177" y="131"/>
                  </a:lnTo>
                  <a:lnTo>
                    <a:pt x="539255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54" name="pl954"/>
            <p:cNvSpPr/>
            <p:nvPr/>
          </p:nvSpPr>
          <p:spPr>
            <a:xfrm>
              <a:off x="546595" y="3957287"/>
              <a:ext cx="8234974" cy="1698694"/>
            </a:xfrm>
            <a:custGeom>
              <a:avLst/>
              <a:pathLst>
                <a:path w="8234974" h="1698694">
                  <a:moveTo>
                    <a:pt x="0" y="0"/>
                  </a:moveTo>
                  <a:lnTo>
                    <a:pt x="538736" y="0"/>
                  </a:lnTo>
                  <a:lnTo>
                    <a:pt x="540028" y="24"/>
                  </a:lnTo>
                  <a:lnTo>
                    <a:pt x="548460" y="202"/>
                  </a:lnTo>
                  <a:lnTo>
                    <a:pt x="569483" y="692"/>
                  </a:lnTo>
                  <a:lnTo>
                    <a:pt x="606482" y="1655"/>
                  </a:lnTo>
                  <a:lnTo>
                    <a:pt x="660448" y="3228"/>
                  </a:lnTo>
                  <a:lnTo>
                    <a:pt x="729955" y="5513"/>
                  </a:lnTo>
                  <a:lnTo>
                    <a:pt x="811641" y="8563"/>
                  </a:lnTo>
                  <a:lnTo>
                    <a:pt x="901067" y="12391"/>
                  </a:lnTo>
                  <a:lnTo>
                    <a:pt x="993681" y="16986"/>
                  </a:lnTo>
                  <a:lnTo>
                    <a:pt x="1085560" y="22329"/>
                  </a:lnTo>
                  <a:lnTo>
                    <a:pt x="1173816" y="28414"/>
                  </a:lnTo>
                  <a:lnTo>
                    <a:pt x="1256666" y="35261"/>
                  </a:lnTo>
                  <a:lnTo>
                    <a:pt x="1333294" y="42923"/>
                  </a:lnTo>
                  <a:lnTo>
                    <a:pt x="1403622" y="51488"/>
                  </a:lnTo>
                  <a:lnTo>
                    <a:pt x="1468076" y="61076"/>
                  </a:lnTo>
                  <a:lnTo>
                    <a:pt x="1527397" y="71840"/>
                  </a:lnTo>
                  <a:lnTo>
                    <a:pt x="1582489" y="83950"/>
                  </a:lnTo>
                  <a:lnTo>
                    <a:pt x="1634309" y="97582"/>
                  </a:lnTo>
                  <a:lnTo>
                    <a:pt x="1683787" y="112885"/>
                  </a:lnTo>
                  <a:lnTo>
                    <a:pt x="1719082" y="125224"/>
                  </a:lnTo>
                  <a:lnTo>
                    <a:pt x="1768751" y="144545"/>
                  </a:lnTo>
                  <a:lnTo>
                    <a:pt x="1817937" y="165847"/>
                  </a:lnTo>
                  <a:lnTo>
                    <a:pt x="1867153" y="189158"/>
                  </a:lnTo>
                  <a:lnTo>
                    <a:pt x="1916746" y="214439"/>
                  </a:lnTo>
                  <a:lnTo>
                    <a:pt x="1966920" y="241572"/>
                  </a:lnTo>
                  <a:lnTo>
                    <a:pt x="2017755" y="270359"/>
                  </a:lnTo>
                  <a:lnTo>
                    <a:pt x="2069220" y="300520"/>
                  </a:lnTo>
                  <a:lnTo>
                    <a:pt x="2121196" y="331704"/>
                  </a:lnTo>
                  <a:lnTo>
                    <a:pt x="2173494" y="363504"/>
                  </a:lnTo>
                  <a:lnTo>
                    <a:pt x="2225884" y="395478"/>
                  </a:lnTo>
                  <a:lnTo>
                    <a:pt x="2278125" y="427170"/>
                  </a:lnTo>
                  <a:lnTo>
                    <a:pt x="2329994" y="458145"/>
                  </a:lnTo>
                  <a:lnTo>
                    <a:pt x="2381316" y="488007"/>
                  </a:lnTo>
                  <a:lnTo>
                    <a:pt x="2431992" y="516420"/>
                  </a:lnTo>
                  <a:lnTo>
                    <a:pt x="2482016" y="543125"/>
                  </a:lnTo>
                  <a:lnTo>
                    <a:pt x="2531495" y="567943"/>
                  </a:lnTo>
                  <a:lnTo>
                    <a:pt x="2580666" y="590775"/>
                  </a:lnTo>
                  <a:lnTo>
                    <a:pt x="2629915" y="611598"/>
                  </a:lnTo>
                  <a:lnTo>
                    <a:pt x="2667772" y="626121"/>
                  </a:lnTo>
                  <a:lnTo>
                    <a:pt x="2716055" y="642701"/>
                  </a:lnTo>
                  <a:lnTo>
                    <a:pt x="2766070" y="657548"/>
                  </a:lnTo>
                  <a:lnTo>
                    <a:pt x="2818668" y="670759"/>
                  </a:lnTo>
                  <a:lnTo>
                    <a:pt x="2874792" y="682493"/>
                  </a:lnTo>
                  <a:lnTo>
                    <a:pt x="2935395" y="692928"/>
                  </a:lnTo>
                  <a:lnTo>
                    <a:pt x="3001351" y="702231"/>
                  </a:lnTo>
                  <a:lnTo>
                    <a:pt x="3073330" y="710545"/>
                  </a:lnTo>
                  <a:lnTo>
                    <a:pt x="3151647" y="717983"/>
                  </a:lnTo>
                  <a:lnTo>
                    <a:pt x="3236052" y="724623"/>
                  </a:lnTo>
                  <a:lnTo>
                    <a:pt x="3325491" y="730510"/>
                  </a:lnTo>
                  <a:lnTo>
                    <a:pt x="3417893" y="735655"/>
                  </a:lnTo>
                  <a:lnTo>
                    <a:pt x="3510078" y="740048"/>
                  </a:lnTo>
                  <a:lnTo>
                    <a:pt x="3597900" y="743670"/>
                  </a:lnTo>
                  <a:lnTo>
                    <a:pt x="3676751" y="746513"/>
                  </a:lnTo>
                  <a:lnTo>
                    <a:pt x="3742385" y="748601"/>
                  </a:lnTo>
                  <a:lnTo>
                    <a:pt x="3791879" y="750000"/>
                  </a:lnTo>
                  <a:lnTo>
                    <a:pt x="3824428" y="750823"/>
                  </a:lnTo>
                  <a:lnTo>
                    <a:pt x="3841678" y="751214"/>
                  </a:lnTo>
                  <a:lnTo>
                    <a:pt x="3847599" y="751335"/>
                  </a:lnTo>
                  <a:lnTo>
                    <a:pt x="3848118" y="751345"/>
                  </a:lnTo>
                  <a:lnTo>
                    <a:pt x="4386855" y="751345"/>
                  </a:lnTo>
                  <a:lnTo>
                    <a:pt x="4388141" y="751376"/>
                  </a:lnTo>
                  <a:lnTo>
                    <a:pt x="4396533" y="751599"/>
                  </a:lnTo>
                  <a:lnTo>
                    <a:pt x="4417461" y="752215"/>
                  </a:lnTo>
                  <a:lnTo>
                    <a:pt x="4454304" y="753422"/>
                  </a:lnTo>
                  <a:lnTo>
                    <a:pt x="4508059" y="755396"/>
                  </a:lnTo>
                  <a:lnTo>
                    <a:pt x="4577327" y="758264"/>
                  </a:lnTo>
                  <a:lnTo>
                    <a:pt x="4658773" y="762093"/>
                  </a:lnTo>
                  <a:lnTo>
                    <a:pt x="4747987" y="766900"/>
                  </a:lnTo>
                  <a:lnTo>
                    <a:pt x="4840434" y="772671"/>
                  </a:lnTo>
                  <a:lnTo>
                    <a:pt x="4932200" y="779382"/>
                  </a:lnTo>
                  <a:lnTo>
                    <a:pt x="5020392" y="787026"/>
                  </a:lnTo>
                  <a:lnTo>
                    <a:pt x="5103219" y="795626"/>
                  </a:lnTo>
                  <a:lnTo>
                    <a:pt x="5179851" y="805250"/>
                  </a:lnTo>
                  <a:lnTo>
                    <a:pt x="5250199" y="816004"/>
                  </a:lnTo>
                  <a:lnTo>
                    <a:pt x="5314680" y="828042"/>
                  </a:lnTo>
                  <a:lnTo>
                    <a:pt x="5374023" y="841551"/>
                  </a:lnTo>
                  <a:lnTo>
                    <a:pt x="5429125" y="856747"/>
                  </a:lnTo>
                  <a:lnTo>
                    <a:pt x="5480941" y="873850"/>
                  </a:lnTo>
                  <a:lnTo>
                    <a:pt x="5530396" y="893047"/>
                  </a:lnTo>
                  <a:lnTo>
                    <a:pt x="5567201" y="909237"/>
                  </a:lnTo>
                  <a:lnTo>
                    <a:pt x="5615400" y="932837"/>
                  </a:lnTo>
                  <a:lnTo>
                    <a:pt x="5663129" y="958786"/>
                  </a:lnTo>
                  <a:lnTo>
                    <a:pt x="5710863" y="987121"/>
                  </a:lnTo>
                  <a:lnTo>
                    <a:pt x="5758928" y="1017802"/>
                  </a:lnTo>
                  <a:lnTo>
                    <a:pt x="5807525" y="1050703"/>
                  </a:lnTo>
                  <a:lnTo>
                    <a:pt x="5856740" y="1085608"/>
                  </a:lnTo>
                  <a:lnTo>
                    <a:pt x="5906561" y="1122210"/>
                  </a:lnTo>
                  <a:lnTo>
                    <a:pt x="5956893" y="1160121"/>
                  </a:lnTo>
                  <a:lnTo>
                    <a:pt x="6007574" y="1198884"/>
                  </a:lnTo>
                  <a:lnTo>
                    <a:pt x="6058403" y="1237995"/>
                  </a:lnTo>
                  <a:lnTo>
                    <a:pt x="6109158" y="1276932"/>
                  </a:lnTo>
                  <a:lnTo>
                    <a:pt x="6159628" y="1315184"/>
                  </a:lnTo>
                  <a:lnTo>
                    <a:pt x="6209635" y="1352274"/>
                  </a:lnTo>
                  <a:lnTo>
                    <a:pt x="6259060" y="1387790"/>
                  </a:lnTo>
                  <a:lnTo>
                    <a:pt x="6307861" y="1421395"/>
                  </a:lnTo>
                  <a:lnTo>
                    <a:pt x="6356089" y="1452842"/>
                  </a:lnTo>
                  <a:lnTo>
                    <a:pt x="6403905" y="1481975"/>
                  </a:lnTo>
                  <a:lnTo>
                    <a:pt x="6451590" y="1508727"/>
                  </a:lnTo>
                  <a:lnTo>
                    <a:pt x="6499567" y="1533111"/>
                  </a:lnTo>
                  <a:lnTo>
                    <a:pt x="6515891" y="1540803"/>
                  </a:lnTo>
                  <a:lnTo>
                    <a:pt x="6564093" y="1561676"/>
                  </a:lnTo>
                  <a:lnTo>
                    <a:pt x="6614022" y="1580370"/>
                  </a:lnTo>
                  <a:lnTo>
                    <a:pt x="6666521" y="1597008"/>
                  </a:lnTo>
                  <a:lnTo>
                    <a:pt x="6722530" y="1611790"/>
                  </a:lnTo>
                  <a:lnTo>
                    <a:pt x="6782998" y="1624936"/>
                  </a:lnTo>
                  <a:lnTo>
                    <a:pt x="6848794" y="1636658"/>
                  </a:lnTo>
                  <a:lnTo>
                    <a:pt x="6920590" y="1647137"/>
                  </a:lnTo>
                  <a:lnTo>
                    <a:pt x="6998702" y="1656512"/>
                  </a:lnTo>
                  <a:lnTo>
                    <a:pt x="7082889" y="1664885"/>
                  </a:lnTo>
                  <a:lnTo>
                    <a:pt x="7172117" y="1672310"/>
                  </a:lnTo>
                  <a:lnTo>
                    <a:pt x="7264342" y="1678802"/>
                  </a:lnTo>
                  <a:lnTo>
                    <a:pt x="7356416" y="1684350"/>
                  </a:lnTo>
                  <a:lnTo>
                    <a:pt x="7444230" y="1688930"/>
                  </a:lnTo>
                  <a:lnTo>
                    <a:pt x="7523200" y="1692531"/>
                  </a:lnTo>
                  <a:lnTo>
                    <a:pt x="7589079" y="1695181"/>
                  </a:lnTo>
                  <a:lnTo>
                    <a:pt x="7638922" y="1696962"/>
                  </a:lnTo>
                  <a:lnTo>
                    <a:pt x="7671862" y="1698015"/>
                  </a:lnTo>
                  <a:lnTo>
                    <a:pt x="7689475" y="1698520"/>
                  </a:lnTo>
                  <a:lnTo>
                    <a:pt x="7695651" y="1698680"/>
                  </a:lnTo>
                  <a:lnTo>
                    <a:pt x="7696237" y="1698694"/>
                  </a:lnTo>
                  <a:lnTo>
                    <a:pt x="8234974" y="1698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5" name="pl955"/>
            <p:cNvSpPr/>
            <p:nvPr/>
          </p:nvSpPr>
          <p:spPr>
            <a:xfrm>
              <a:off x="546595" y="3951843"/>
              <a:ext cx="8234974" cy="1698694"/>
            </a:xfrm>
            <a:custGeom>
              <a:avLst/>
              <a:pathLst>
                <a:path w="8234974" h="1698694">
                  <a:moveTo>
                    <a:pt x="8234974" y="1698694"/>
                  </a:moveTo>
                  <a:lnTo>
                    <a:pt x="7696237" y="1698694"/>
                  </a:lnTo>
                  <a:lnTo>
                    <a:pt x="7694951" y="1698663"/>
                  </a:lnTo>
                  <a:lnTo>
                    <a:pt x="7686560" y="1698440"/>
                  </a:lnTo>
                  <a:lnTo>
                    <a:pt x="7665631" y="1697825"/>
                  </a:lnTo>
                  <a:lnTo>
                    <a:pt x="7628789" y="1696617"/>
                  </a:lnTo>
                  <a:lnTo>
                    <a:pt x="7575033" y="1694643"/>
                  </a:lnTo>
                  <a:lnTo>
                    <a:pt x="7505766" y="1691776"/>
                  </a:lnTo>
                  <a:lnTo>
                    <a:pt x="7424320" y="1687947"/>
                  </a:lnTo>
                  <a:lnTo>
                    <a:pt x="7335105" y="1683139"/>
                  </a:lnTo>
                  <a:lnTo>
                    <a:pt x="7242658" y="1677368"/>
                  </a:lnTo>
                  <a:lnTo>
                    <a:pt x="7150892" y="1670657"/>
                  </a:lnTo>
                  <a:lnTo>
                    <a:pt x="7062700" y="1663014"/>
                  </a:lnTo>
                  <a:lnTo>
                    <a:pt x="6979874" y="1654413"/>
                  </a:lnTo>
                  <a:lnTo>
                    <a:pt x="6903241" y="1644790"/>
                  </a:lnTo>
                  <a:lnTo>
                    <a:pt x="6832893" y="1634035"/>
                  </a:lnTo>
                  <a:lnTo>
                    <a:pt x="6768413" y="1621997"/>
                  </a:lnTo>
                  <a:lnTo>
                    <a:pt x="6709069" y="1608488"/>
                  </a:lnTo>
                  <a:lnTo>
                    <a:pt x="6653967" y="1593292"/>
                  </a:lnTo>
                  <a:lnTo>
                    <a:pt x="6602151" y="1576190"/>
                  </a:lnTo>
                  <a:lnTo>
                    <a:pt x="6552696" y="1556992"/>
                  </a:lnTo>
                  <a:lnTo>
                    <a:pt x="6515891" y="1540803"/>
                  </a:lnTo>
                  <a:lnTo>
                    <a:pt x="6467692" y="1517202"/>
                  </a:lnTo>
                  <a:lnTo>
                    <a:pt x="6419963" y="1491253"/>
                  </a:lnTo>
                  <a:lnTo>
                    <a:pt x="6372230" y="1462918"/>
                  </a:lnTo>
                  <a:lnTo>
                    <a:pt x="6324164" y="1432238"/>
                  </a:lnTo>
                  <a:lnTo>
                    <a:pt x="6275568" y="1399337"/>
                  </a:lnTo>
                  <a:lnTo>
                    <a:pt x="6226352" y="1364432"/>
                  </a:lnTo>
                  <a:lnTo>
                    <a:pt x="6176531" y="1327829"/>
                  </a:lnTo>
                  <a:lnTo>
                    <a:pt x="6126200" y="1289918"/>
                  </a:lnTo>
                  <a:lnTo>
                    <a:pt x="6075518" y="1251156"/>
                  </a:lnTo>
                  <a:lnTo>
                    <a:pt x="6024690" y="1212045"/>
                  </a:lnTo>
                  <a:lnTo>
                    <a:pt x="5973935" y="1173107"/>
                  </a:lnTo>
                  <a:lnTo>
                    <a:pt x="5923465" y="1134856"/>
                  </a:lnTo>
                  <a:lnTo>
                    <a:pt x="5873457" y="1097765"/>
                  </a:lnTo>
                  <a:lnTo>
                    <a:pt x="5824032" y="1062249"/>
                  </a:lnTo>
                  <a:lnTo>
                    <a:pt x="5775231" y="1028645"/>
                  </a:lnTo>
                  <a:lnTo>
                    <a:pt x="5727003" y="997198"/>
                  </a:lnTo>
                  <a:lnTo>
                    <a:pt x="5679188" y="968064"/>
                  </a:lnTo>
                  <a:lnTo>
                    <a:pt x="5631502" y="941312"/>
                  </a:lnTo>
                  <a:lnTo>
                    <a:pt x="5583525" y="916929"/>
                  </a:lnTo>
                  <a:lnTo>
                    <a:pt x="5567201" y="909237"/>
                  </a:lnTo>
                  <a:lnTo>
                    <a:pt x="5518999" y="888363"/>
                  </a:lnTo>
                  <a:lnTo>
                    <a:pt x="5469070" y="869669"/>
                  </a:lnTo>
                  <a:lnTo>
                    <a:pt x="5416571" y="853031"/>
                  </a:lnTo>
                  <a:lnTo>
                    <a:pt x="5360562" y="838250"/>
                  </a:lnTo>
                  <a:lnTo>
                    <a:pt x="5300094" y="825103"/>
                  </a:lnTo>
                  <a:lnTo>
                    <a:pt x="5234298" y="813381"/>
                  </a:lnTo>
                  <a:lnTo>
                    <a:pt x="5162503" y="802903"/>
                  </a:lnTo>
                  <a:lnTo>
                    <a:pt x="5084391" y="793527"/>
                  </a:lnTo>
                  <a:lnTo>
                    <a:pt x="5000203" y="785154"/>
                  </a:lnTo>
                  <a:lnTo>
                    <a:pt x="4910976" y="777730"/>
                  </a:lnTo>
                  <a:lnTo>
                    <a:pt x="4818751" y="771237"/>
                  </a:lnTo>
                  <a:lnTo>
                    <a:pt x="4726676" y="765689"/>
                  </a:lnTo>
                  <a:lnTo>
                    <a:pt x="4638862" y="761110"/>
                  </a:lnTo>
                  <a:lnTo>
                    <a:pt x="4559893" y="757509"/>
                  </a:lnTo>
                  <a:lnTo>
                    <a:pt x="4494013" y="754859"/>
                  </a:lnTo>
                  <a:lnTo>
                    <a:pt x="4444171" y="753077"/>
                  </a:lnTo>
                  <a:lnTo>
                    <a:pt x="4411230" y="752025"/>
                  </a:lnTo>
                  <a:lnTo>
                    <a:pt x="4393617" y="751519"/>
                  </a:lnTo>
                  <a:lnTo>
                    <a:pt x="4387442" y="751359"/>
                  </a:lnTo>
                  <a:lnTo>
                    <a:pt x="4386855" y="751345"/>
                  </a:lnTo>
                  <a:lnTo>
                    <a:pt x="3848118" y="751345"/>
                  </a:lnTo>
                  <a:lnTo>
                    <a:pt x="3846826" y="751320"/>
                  </a:lnTo>
                  <a:lnTo>
                    <a:pt x="3838395" y="751143"/>
                  </a:lnTo>
                  <a:lnTo>
                    <a:pt x="3817372" y="750652"/>
                  </a:lnTo>
                  <a:lnTo>
                    <a:pt x="3780372" y="749690"/>
                  </a:lnTo>
                  <a:lnTo>
                    <a:pt x="3726407" y="748117"/>
                  </a:lnTo>
                  <a:lnTo>
                    <a:pt x="3656899" y="745832"/>
                  </a:lnTo>
                  <a:lnTo>
                    <a:pt x="3575214" y="742782"/>
                  </a:lnTo>
                  <a:lnTo>
                    <a:pt x="3485787" y="738953"/>
                  </a:lnTo>
                  <a:lnTo>
                    <a:pt x="3393174" y="734358"/>
                  </a:lnTo>
                  <a:lnTo>
                    <a:pt x="3301295" y="729016"/>
                  </a:lnTo>
                  <a:lnTo>
                    <a:pt x="3213038" y="722931"/>
                  </a:lnTo>
                  <a:lnTo>
                    <a:pt x="3130188" y="716084"/>
                  </a:lnTo>
                  <a:lnTo>
                    <a:pt x="3053560" y="708422"/>
                  </a:lnTo>
                  <a:lnTo>
                    <a:pt x="2983233" y="699857"/>
                  </a:lnTo>
                  <a:lnTo>
                    <a:pt x="2918778" y="690268"/>
                  </a:lnTo>
                  <a:lnTo>
                    <a:pt x="2859457" y="679505"/>
                  </a:lnTo>
                  <a:lnTo>
                    <a:pt x="2804366" y="667394"/>
                  </a:lnTo>
                  <a:lnTo>
                    <a:pt x="2752545" y="653762"/>
                  </a:lnTo>
                  <a:lnTo>
                    <a:pt x="2703068" y="638460"/>
                  </a:lnTo>
                  <a:lnTo>
                    <a:pt x="2667772" y="626121"/>
                  </a:lnTo>
                  <a:lnTo>
                    <a:pt x="2618104" y="606800"/>
                  </a:lnTo>
                  <a:lnTo>
                    <a:pt x="2568918" y="585498"/>
                  </a:lnTo>
                  <a:lnTo>
                    <a:pt x="2519702" y="562186"/>
                  </a:lnTo>
                  <a:lnTo>
                    <a:pt x="2470109" y="536905"/>
                  </a:lnTo>
                  <a:lnTo>
                    <a:pt x="2419935" y="509772"/>
                  </a:lnTo>
                  <a:lnTo>
                    <a:pt x="2369100" y="480986"/>
                  </a:lnTo>
                  <a:lnTo>
                    <a:pt x="2317634" y="450825"/>
                  </a:lnTo>
                  <a:lnTo>
                    <a:pt x="2265658" y="419641"/>
                  </a:lnTo>
                  <a:lnTo>
                    <a:pt x="2213360" y="387840"/>
                  </a:lnTo>
                  <a:lnTo>
                    <a:pt x="2160971" y="355867"/>
                  </a:lnTo>
                  <a:lnTo>
                    <a:pt x="2108730" y="324175"/>
                  </a:lnTo>
                  <a:lnTo>
                    <a:pt x="2056861" y="293200"/>
                  </a:lnTo>
                  <a:lnTo>
                    <a:pt x="2005538" y="263338"/>
                  </a:lnTo>
                  <a:lnTo>
                    <a:pt x="1954862" y="234925"/>
                  </a:lnTo>
                  <a:lnTo>
                    <a:pt x="1904839" y="208220"/>
                  </a:lnTo>
                  <a:lnTo>
                    <a:pt x="1855360" y="183402"/>
                  </a:lnTo>
                  <a:lnTo>
                    <a:pt x="1806188" y="160570"/>
                  </a:lnTo>
                  <a:lnTo>
                    <a:pt x="1756940" y="139747"/>
                  </a:lnTo>
                  <a:lnTo>
                    <a:pt x="1719082" y="125224"/>
                  </a:lnTo>
                  <a:lnTo>
                    <a:pt x="1670800" y="108643"/>
                  </a:lnTo>
                  <a:lnTo>
                    <a:pt x="1620784" y="93797"/>
                  </a:lnTo>
                  <a:lnTo>
                    <a:pt x="1568187" y="80586"/>
                  </a:lnTo>
                  <a:lnTo>
                    <a:pt x="1512063" y="68852"/>
                  </a:lnTo>
                  <a:lnTo>
                    <a:pt x="1451459" y="58417"/>
                  </a:lnTo>
                  <a:lnTo>
                    <a:pt x="1385504" y="49114"/>
                  </a:lnTo>
                  <a:lnTo>
                    <a:pt x="1313525" y="40800"/>
                  </a:lnTo>
                  <a:lnTo>
                    <a:pt x="1235207" y="33362"/>
                  </a:lnTo>
                  <a:lnTo>
                    <a:pt x="1150803" y="26721"/>
                  </a:lnTo>
                  <a:lnTo>
                    <a:pt x="1061364" y="20835"/>
                  </a:lnTo>
                  <a:lnTo>
                    <a:pt x="968961" y="15690"/>
                  </a:lnTo>
                  <a:lnTo>
                    <a:pt x="876777" y="11297"/>
                  </a:lnTo>
                  <a:lnTo>
                    <a:pt x="788954" y="7675"/>
                  </a:lnTo>
                  <a:lnTo>
                    <a:pt x="710103" y="4831"/>
                  </a:lnTo>
                  <a:lnTo>
                    <a:pt x="644470" y="2743"/>
                  </a:lnTo>
                  <a:lnTo>
                    <a:pt x="594975" y="1344"/>
                  </a:lnTo>
                  <a:lnTo>
                    <a:pt x="562427" y="522"/>
                  </a:lnTo>
                  <a:lnTo>
                    <a:pt x="545177" y="131"/>
                  </a:lnTo>
                  <a:lnTo>
                    <a:pt x="539255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6" name="pg956"/>
            <p:cNvSpPr/>
            <p:nvPr/>
          </p:nvSpPr>
          <p:spPr>
            <a:xfrm>
              <a:off x="546595" y="1572581"/>
              <a:ext cx="8234974" cy="3517169"/>
            </a:xfrm>
            <a:custGeom>
              <a:avLst/>
              <a:pathLst>
                <a:path w="8234974" h="3517169">
                  <a:moveTo>
                    <a:pt x="0" y="2422817"/>
                  </a:moveTo>
                  <a:lnTo>
                    <a:pt x="538736" y="2422817"/>
                  </a:lnTo>
                  <a:lnTo>
                    <a:pt x="540017" y="2422853"/>
                  </a:lnTo>
                  <a:lnTo>
                    <a:pt x="548373" y="2423109"/>
                  </a:lnTo>
                  <a:lnTo>
                    <a:pt x="569217" y="2423817"/>
                  </a:lnTo>
                  <a:lnTo>
                    <a:pt x="605920" y="2425206"/>
                  </a:lnTo>
                  <a:lnTo>
                    <a:pt x="659487" y="2427477"/>
                  </a:lnTo>
                  <a:lnTo>
                    <a:pt x="728540" y="2430775"/>
                  </a:lnTo>
                  <a:lnTo>
                    <a:pt x="809772" y="2435181"/>
                  </a:lnTo>
                  <a:lnTo>
                    <a:pt x="898796" y="2440715"/>
                  </a:lnTo>
                  <a:lnTo>
                    <a:pt x="991094" y="2447357"/>
                  </a:lnTo>
                  <a:lnTo>
                    <a:pt x="1082757" y="2455083"/>
                  </a:lnTo>
                  <a:lnTo>
                    <a:pt x="1170892" y="2463883"/>
                  </a:lnTo>
                  <a:lnTo>
                    <a:pt x="1253697" y="2473785"/>
                  </a:lnTo>
                  <a:lnTo>
                    <a:pt x="1330333" y="2484863"/>
                  </a:lnTo>
                  <a:lnTo>
                    <a:pt x="1400699" y="2497241"/>
                  </a:lnTo>
                  <a:lnTo>
                    <a:pt x="1465203" y="2511092"/>
                  </a:lnTo>
                  <a:lnTo>
                    <a:pt x="1524566" y="2526634"/>
                  </a:lnTo>
                  <a:lnTo>
                    <a:pt x="1579679" y="2544112"/>
                  </a:lnTo>
                  <a:lnTo>
                    <a:pt x="1631491" y="2563780"/>
                  </a:lnTo>
                  <a:lnTo>
                    <a:pt x="1680926" y="2585856"/>
                  </a:lnTo>
                  <a:lnTo>
                    <a:pt x="1719082" y="2605209"/>
                  </a:lnTo>
                  <a:lnTo>
                    <a:pt x="1766125" y="2631782"/>
                  </a:lnTo>
                  <a:lnTo>
                    <a:pt x="1812709" y="2660937"/>
                  </a:lnTo>
                  <a:lnTo>
                    <a:pt x="1859278" y="2692716"/>
                  </a:lnTo>
                  <a:lnTo>
                    <a:pt x="1906146" y="2727083"/>
                  </a:lnTo>
                  <a:lnTo>
                    <a:pt x="1953507" y="2763910"/>
                  </a:lnTo>
                  <a:lnTo>
                    <a:pt x="2001453" y="2802976"/>
                  </a:lnTo>
                  <a:lnTo>
                    <a:pt x="2049983" y="2843965"/>
                  </a:lnTo>
                  <a:lnTo>
                    <a:pt x="2099019" y="2886471"/>
                  </a:lnTo>
                  <a:lnTo>
                    <a:pt x="2148423" y="2930017"/>
                  </a:lnTo>
                  <a:lnTo>
                    <a:pt x="2198010" y="2974069"/>
                  </a:lnTo>
                  <a:lnTo>
                    <a:pt x="2247579" y="3018069"/>
                  </a:lnTo>
                  <a:lnTo>
                    <a:pt x="2296927" y="3061461"/>
                  </a:lnTo>
                  <a:lnTo>
                    <a:pt x="2345879" y="3103721"/>
                  </a:lnTo>
                  <a:lnTo>
                    <a:pt x="2394305" y="3144383"/>
                  </a:lnTo>
                  <a:lnTo>
                    <a:pt x="2442140" y="3183056"/>
                  </a:lnTo>
                  <a:lnTo>
                    <a:pt x="2489400" y="3219443"/>
                  </a:lnTo>
                  <a:lnTo>
                    <a:pt x="2536195" y="3253338"/>
                  </a:lnTo>
                  <a:lnTo>
                    <a:pt x="2582740" y="3284633"/>
                  </a:lnTo>
                  <a:lnTo>
                    <a:pt x="2629370" y="3313306"/>
                  </a:lnTo>
                  <a:lnTo>
                    <a:pt x="2667772" y="3334777"/>
                  </a:lnTo>
                  <a:lnTo>
                    <a:pt x="2715903" y="3358855"/>
                  </a:lnTo>
                  <a:lnTo>
                    <a:pt x="2765754" y="3380424"/>
                  </a:lnTo>
                  <a:lnTo>
                    <a:pt x="2818165" y="3399624"/>
                  </a:lnTo>
                  <a:lnTo>
                    <a:pt x="2874071" y="3416685"/>
                  </a:lnTo>
                  <a:lnTo>
                    <a:pt x="2934418" y="3431861"/>
                  </a:lnTo>
                  <a:lnTo>
                    <a:pt x="3000072" y="3445394"/>
                  </a:lnTo>
                  <a:lnTo>
                    <a:pt x="3071703" y="3457493"/>
                  </a:lnTo>
                  <a:lnTo>
                    <a:pt x="3149631" y="3468321"/>
                  </a:lnTo>
                  <a:lnTo>
                    <a:pt x="3233625" y="3477993"/>
                  </a:lnTo>
                  <a:lnTo>
                    <a:pt x="3322663" y="3486572"/>
                  </a:lnTo>
                  <a:lnTo>
                    <a:pt x="3414729" y="3494078"/>
                  </a:lnTo>
                  <a:lnTo>
                    <a:pt x="3506703" y="3500496"/>
                  </a:lnTo>
                  <a:lnTo>
                    <a:pt x="3594507" y="3505799"/>
                  </a:lnTo>
                  <a:lnTo>
                    <a:pt x="3673580" y="3509975"/>
                  </a:lnTo>
                  <a:lnTo>
                    <a:pt x="3739678" y="3513054"/>
                  </a:lnTo>
                  <a:lnTo>
                    <a:pt x="3789829" y="3515130"/>
                  </a:lnTo>
                  <a:lnTo>
                    <a:pt x="3823121" y="3516362"/>
                  </a:lnTo>
                  <a:lnTo>
                    <a:pt x="3841061" y="3516958"/>
                  </a:lnTo>
                  <a:lnTo>
                    <a:pt x="3847467" y="3517151"/>
                  </a:lnTo>
                  <a:lnTo>
                    <a:pt x="3848118" y="3517169"/>
                  </a:lnTo>
                  <a:lnTo>
                    <a:pt x="4386855" y="3517169"/>
                  </a:lnTo>
                  <a:lnTo>
                    <a:pt x="4387821" y="3517083"/>
                  </a:lnTo>
                  <a:lnTo>
                    <a:pt x="4394165" y="3516469"/>
                  </a:lnTo>
                  <a:lnTo>
                    <a:pt x="4410142" y="3514775"/>
                  </a:lnTo>
                  <a:lnTo>
                    <a:pt x="4438658" y="3511439"/>
                  </a:lnTo>
                  <a:lnTo>
                    <a:pt x="4481058" y="3505951"/>
                  </a:lnTo>
                  <a:lnTo>
                    <a:pt x="4537019" y="3497897"/>
                  </a:lnTo>
                  <a:lnTo>
                    <a:pt x="4604710" y="3487006"/>
                  </a:lnTo>
                  <a:lnTo>
                    <a:pt x="4681220" y="3473148"/>
                  </a:lnTo>
                  <a:lnTo>
                    <a:pt x="4763141" y="3456314"/>
                  </a:lnTo>
                  <a:lnTo>
                    <a:pt x="4847134" y="3436558"/>
                  </a:lnTo>
                  <a:lnTo>
                    <a:pt x="4930351" y="3413943"/>
                  </a:lnTo>
                  <a:lnTo>
                    <a:pt x="5010652" y="3388488"/>
                  </a:lnTo>
                  <a:lnTo>
                    <a:pt x="5086649" y="3360134"/>
                  </a:lnTo>
                  <a:lnTo>
                    <a:pt x="5157622" y="3328719"/>
                  </a:lnTo>
                  <a:lnTo>
                    <a:pt x="5223386" y="3293972"/>
                  </a:lnTo>
                  <a:lnTo>
                    <a:pt x="5284144" y="3255514"/>
                  </a:lnTo>
                  <a:lnTo>
                    <a:pt x="5340355" y="3212865"/>
                  </a:lnTo>
                  <a:lnTo>
                    <a:pt x="5392638" y="3165464"/>
                  </a:lnTo>
                  <a:lnTo>
                    <a:pt x="5441688" y="3112702"/>
                  </a:lnTo>
                  <a:lnTo>
                    <a:pt x="5488219" y="3053979"/>
                  </a:lnTo>
                  <a:lnTo>
                    <a:pt x="5532912" y="2988805"/>
                  </a:lnTo>
                  <a:lnTo>
                    <a:pt x="5567201" y="2932789"/>
                  </a:lnTo>
                  <a:lnTo>
                    <a:pt x="5599677" y="2875023"/>
                  </a:lnTo>
                  <a:lnTo>
                    <a:pt x="5631858" y="2813369"/>
                  </a:lnTo>
                  <a:lnTo>
                    <a:pt x="5663912" y="2747748"/>
                  </a:lnTo>
                  <a:lnTo>
                    <a:pt x="5695974" y="2678132"/>
                  </a:lnTo>
                  <a:lnTo>
                    <a:pt x="5728149" y="2604552"/>
                  </a:lnTo>
                  <a:lnTo>
                    <a:pt x="5760515" y="2527101"/>
                  </a:lnTo>
                  <a:lnTo>
                    <a:pt x="5793126" y="2445941"/>
                  </a:lnTo>
                  <a:lnTo>
                    <a:pt x="5826011" y="2361299"/>
                  </a:lnTo>
                  <a:lnTo>
                    <a:pt x="5859181" y="2273476"/>
                  </a:lnTo>
                  <a:lnTo>
                    <a:pt x="5892625" y="2182836"/>
                  </a:lnTo>
                  <a:lnTo>
                    <a:pt x="5926316" y="2089810"/>
                  </a:lnTo>
                  <a:lnTo>
                    <a:pt x="5960213" y="1994880"/>
                  </a:lnTo>
                  <a:lnTo>
                    <a:pt x="5994264" y="1898577"/>
                  </a:lnTo>
                  <a:lnTo>
                    <a:pt x="6028407" y="1801463"/>
                  </a:lnTo>
                  <a:lnTo>
                    <a:pt x="6062576" y="1704122"/>
                  </a:lnTo>
                  <a:lnTo>
                    <a:pt x="6096703" y="1607145"/>
                  </a:lnTo>
                  <a:lnTo>
                    <a:pt x="6130724" y="1511109"/>
                  </a:lnTo>
                  <a:lnTo>
                    <a:pt x="6164578" y="1416574"/>
                  </a:lnTo>
                  <a:lnTo>
                    <a:pt x="6198215" y="1324057"/>
                  </a:lnTo>
                  <a:lnTo>
                    <a:pt x="6231598" y="1234033"/>
                  </a:lnTo>
                  <a:lnTo>
                    <a:pt x="6264702" y="1146914"/>
                  </a:lnTo>
                  <a:lnTo>
                    <a:pt x="6297522" y="1063052"/>
                  </a:lnTo>
                  <a:lnTo>
                    <a:pt x="6330073" y="982731"/>
                  </a:lnTo>
                  <a:lnTo>
                    <a:pt x="6362390" y="906163"/>
                  </a:lnTo>
                  <a:lnTo>
                    <a:pt x="6394531" y="833492"/>
                  </a:lnTo>
                  <a:lnTo>
                    <a:pt x="6426580" y="764799"/>
                  </a:lnTo>
                  <a:lnTo>
                    <a:pt x="6458650" y="700098"/>
                  </a:lnTo>
                  <a:lnTo>
                    <a:pt x="6490883" y="639351"/>
                  </a:lnTo>
                  <a:lnTo>
                    <a:pt x="6515891" y="595269"/>
                  </a:lnTo>
                  <a:lnTo>
                    <a:pt x="6559561" y="524838"/>
                  </a:lnTo>
                  <a:lnTo>
                    <a:pt x="6604591" y="461066"/>
                  </a:lnTo>
                  <a:lnTo>
                    <a:pt x="6651599" y="403657"/>
                  </a:lnTo>
                  <a:lnTo>
                    <a:pt x="6701276" y="352087"/>
                  </a:lnTo>
                  <a:lnTo>
                    <a:pt x="6754338" y="305746"/>
                  </a:lnTo>
                  <a:lnTo>
                    <a:pt x="6811468" y="264033"/>
                  </a:lnTo>
                  <a:lnTo>
                    <a:pt x="6873258" y="226401"/>
                  </a:lnTo>
                  <a:lnTo>
                    <a:pt x="6940124" y="192391"/>
                  </a:lnTo>
                  <a:lnTo>
                    <a:pt x="7012197" y="161645"/>
                  </a:lnTo>
                  <a:lnTo>
                    <a:pt x="7089190" y="133918"/>
                  </a:lnTo>
                  <a:lnTo>
                    <a:pt x="7170252" y="109069"/>
                  </a:lnTo>
                  <a:lnTo>
                    <a:pt x="7253839" y="87058"/>
                  </a:lnTo>
                  <a:lnTo>
                    <a:pt x="7337651" y="67917"/>
                  </a:lnTo>
                  <a:lnTo>
                    <a:pt x="7418711" y="51712"/>
                  </a:lnTo>
                  <a:lnTo>
                    <a:pt x="7493624" y="38490"/>
                  </a:lnTo>
                  <a:lnTo>
                    <a:pt x="7559035" y="28217"/>
                  </a:lnTo>
                  <a:lnTo>
                    <a:pt x="7612220" y="20737"/>
                  </a:lnTo>
                  <a:lnTo>
                    <a:pt x="7651639" y="15745"/>
                  </a:lnTo>
                  <a:lnTo>
                    <a:pt x="7677321" y="12804"/>
                  </a:lnTo>
                  <a:lnTo>
                    <a:pt x="7690957" y="11386"/>
                  </a:lnTo>
                  <a:lnTo>
                    <a:pt x="7695760" y="1093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2" y="85"/>
                  </a:lnTo>
                  <a:lnTo>
                    <a:pt x="7688927" y="699"/>
                  </a:lnTo>
                  <a:lnTo>
                    <a:pt x="7672951" y="2394"/>
                  </a:lnTo>
                  <a:lnTo>
                    <a:pt x="7644434" y="5729"/>
                  </a:lnTo>
                  <a:lnTo>
                    <a:pt x="7602034" y="11217"/>
                  </a:lnTo>
                  <a:lnTo>
                    <a:pt x="7546073" y="19271"/>
                  </a:lnTo>
                  <a:lnTo>
                    <a:pt x="7478383" y="30162"/>
                  </a:lnTo>
                  <a:lnTo>
                    <a:pt x="7401873" y="44020"/>
                  </a:lnTo>
                  <a:lnTo>
                    <a:pt x="7319952" y="60854"/>
                  </a:lnTo>
                  <a:lnTo>
                    <a:pt x="7235959" y="80610"/>
                  </a:lnTo>
                  <a:lnTo>
                    <a:pt x="7152742" y="103225"/>
                  </a:lnTo>
                  <a:lnTo>
                    <a:pt x="7072441" y="128680"/>
                  </a:lnTo>
                  <a:lnTo>
                    <a:pt x="6996444" y="157034"/>
                  </a:lnTo>
                  <a:lnTo>
                    <a:pt x="6925470" y="188449"/>
                  </a:lnTo>
                  <a:lnTo>
                    <a:pt x="6859706" y="223196"/>
                  </a:lnTo>
                  <a:lnTo>
                    <a:pt x="6798949" y="261654"/>
                  </a:lnTo>
                  <a:lnTo>
                    <a:pt x="6742737" y="304303"/>
                  </a:lnTo>
                  <a:lnTo>
                    <a:pt x="6690454" y="351704"/>
                  </a:lnTo>
                  <a:lnTo>
                    <a:pt x="6641405" y="404466"/>
                  </a:lnTo>
                  <a:lnTo>
                    <a:pt x="6594874" y="463189"/>
                  </a:lnTo>
                  <a:lnTo>
                    <a:pt x="6550180" y="528363"/>
                  </a:lnTo>
                  <a:lnTo>
                    <a:pt x="6515891" y="584380"/>
                  </a:lnTo>
                  <a:lnTo>
                    <a:pt x="6483415" y="642145"/>
                  </a:lnTo>
                  <a:lnTo>
                    <a:pt x="6451235" y="703799"/>
                  </a:lnTo>
                  <a:lnTo>
                    <a:pt x="6419181" y="769420"/>
                  </a:lnTo>
                  <a:lnTo>
                    <a:pt x="6387119" y="839036"/>
                  </a:lnTo>
                  <a:lnTo>
                    <a:pt x="6354944" y="912616"/>
                  </a:lnTo>
                  <a:lnTo>
                    <a:pt x="6322577" y="990067"/>
                  </a:lnTo>
                  <a:lnTo>
                    <a:pt x="6289967" y="1071227"/>
                  </a:lnTo>
                  <a:lnTo>
                    <a:pt x="6257081" y="1155869"/>
                  </a:lnTo>
                  <a:lnTo>
                    <a:pt x="6223912" y="1243692"/>
                  </a:lnTo>
                  <a:lnTo>
                    <a:pt x="6190468" y="1334332"/>
                  </a:lnTo>
                  <a:lnTo>
                    <a:pt x="6156777" y="1427358"/>
                  </a:lnTo>
                  <a:lnTo>
                    <a:pt x="6122879" y="1522288"/>
                  </a:lnTo>
                  <a:lnTo>
                    <a:pt x="6088828" y="1618591"/>
                  </a:lnTo>
                  <a:lnTo>
                    <a:pt x="6054685" y="1715705"/>
                  </a:lnTo>
                  <a:lnTo>
                    <a:pt x="6020516" y="1813046"/>
                  </a:lnTo>
                  <a:lnTo>
                    <a:pt x="5986389" y="1910023"/>
                  </a:lnTo>
                  <a:lnTo>
                    <a:pt x="5952368" y="2006059"/>
                  </a:lnTo>
                  <a:lnTo>
                    <a:pt x="5918514" y="2100594"/>
                  </a:lnTo>
                  <a:lnTo>
                    <a:pt x="5884877" y="2193111"/>
                  </a:lnTo>
                  <a:lnTo>
                    <a:pt x="5851495" y="2283135"/>
                  </a:lnTo>
                  <a:lnTo>
                    <a:pt x="5818391" y="2370254"/>
                  </a:lnTo>
                  <a:lnTo>
                    <a:pt x="5785570" y="2454116"/>
                  </a:lnTo>
                  <a:lnTo>
                    <a:pt x="5753019" y="2534437"/>
                  </a:lnTo>
                  <a:lnTo>
                    <a:pt x="5720703" y="2611005"/>
                  </a:lnTo>
                  <a:lnTo>
                    <a:pt x="5688562" y="2683676"/>
                  </a:lnTo>
                  <a:lnTo>
                    <a:pt x="5656512" y="2752370"/>
                  </a:lnTo>
                  <a:lnTo>
                    <a:pt x="5624442" y="2817070"/>
                  </a:lnTo>
                  <a:lnTo>
                    <a:pt x="5592209" y="2877817"/>
                  </a:lnTo>
                  <a:lnTo>
                    <a:pt x="5567201" y="2921900"/>
                  </a:lnTo>
                  <a:lnTo>
                    <a:pt x="5523532" y="2992330"/>
                  </a:lnTo>
                  <a:lnTo>
                    <a:pt x="5478501" y="3056102"/>
                  </a:lnTo>
                  <a:lnTo>
                    <a:pt x="5431494" y="3113511"/>
                  </a:lnTo>
                  <a:lnTo>
                    <a:pt x="5381816" y="3165081"/>
                  </a:lnTo>
                  <a:lnTo>
                    <a:pt x="5328755" y="3211422"/>
                  </a:lnTo>
                  <a:lnTo>
                    <a:pt x="5271624" y="3253135"/>
                  </a:lnTo>
                  <a:lnTo>
                    <a:pt x="5209834" y="3290767"/>
                  </a:lnTo>
                  <a:lnTo>
                    <a:pt x="5142968" y="3324778"/>
                  </a:lnTo>
                  <a:lnTo>
                    <a:pt x="5070895" y="3355523"/>
                  </a:lnTo>
                  <a:lnTo>
                    <a:pt x="4993902" y="3383250"/>
                  </a:lnTo>
                  <a:lnTo>
                    <a:pt x="4912840" y="3408099"/>
                  </a:lnTo>
                  <a:lnTo>
                    <a:pt x="4829254" y="3430110"/>
                  </a:lnTo>
                  <a:lnTo>
                    <a:pt x="4745441" y="3449251"/>
                  </a:lnTo>
                  <a:lnTo>
                    <a:pt x="4664381" y="3465456"/>
                  </a:lnTo>
                  <a:lnTo>
                    <a:pt x="4589469" y="3478678"/>
                  </a:lnTo>
                  <a:lnTo>
                    <a:pt x="4524057" y="3488951"/>
                  </a:lnTo>
                  <a:lnTo>
                    <a:pt x="4470872" y="3496431"/>
                  </a:lnTo>
                  <a:lnTo>
                    <a:pt x="4431453" y="3501423"/>
                  </a:lnTo>
                  <a:lnTo>
                    <a:pt x="4405771" y="3504365"/>
                  </a:lnTo>
                  <a:lnTo>
                    <a:pt x="4392135" y="3505782"/>
                  </a:lnTo>
                  <a:lnTo>
                    <a:pt x="4387332" y="3506238"/>
                  </a:lnTo>
                  <a:lnTo>
                    <a:pt x="4386855" y="3506280"/>
                  </a:lnTo>
                  <a:lnTo>
                    <a:pt x="3848118" y="3506280"/>
                  </a:lnTo>
                  <a:lnTo>
                    <a:pt x="3846838" y="3506244"/>
                  </a:lnTo>
                  <a:lnTo>
                    <a:pt x="3838481" y="3505988"/>
                  </a:lnTo>
                  <a:lnTo>
                    <a:pt x="3817637" y="3505280"/>
                  </a:lnTo>
                  <a:lnTo>
                    <a:pt x="3780935" y="3503891"/>
                  </a:lnTo>
                  <a:lnTo>
                    <a:pt x="3727367" y="3501620"/>
                  </a:lnTo>
                  <a:lnTo>
                    <a:pt x="3658314" y="3498321"/>
                  </a:lnTo>
                  <a:lnTo>
                    <a:pt x="3577083" y="3493915"/>
                  </a:lnTo>
                  <a:lnTo>
                    <a:pt x="3488059" y="3488382"/>
                  </a:lnTo>
                  <a:lnTo>
                    <a:pt x="3395761" y="3481739"/>
                  </a:lnTo>
                  <a:lnTo>
                    <a:pt x="3304097" y="3474013"/>
                  </a:lnTo>
                  <a:lnTo>
                    <a:pt x="3215963" y="3465213"/>
                  </a:lnTo>
                  <a:lnTo>
                    <a:pt x="3133158" y="3455312"/>
                  </a:lnTo>
                  <a:lnTo>
                    <a:pt x="3056522" y="3444234"/>
                  </a:lnTo>
                  <a:lnTo>
                    <a:pt x="2986155" y="3431856"/>
                  </a:lnTo>
                  <a:lnTo>
                    <a:pt x="2921652" y="3418004"/>
                  </a:lnTo>
                  <a:lnTo>
                    <a:pt x="2862289" y="3402463"/>
                  </a:lnTo>
                  <a:lnTo>
                    <a:pt x="2807176" y="3384985"/>
                  </a:lnTo>
                  <a:lnTo>
                    <a:pt x="2755364" y="3365317"/>
                  </a:lnTo>
                  <a:lnTo>
                    <a:pt x="2705929" y="3343241"/>
                  </a:lnTo>
                  <a:lnTo>
                    <a:pt x="2667772" y="3323888"/>
                  </a:lnTo>
                  <a:lnTo>
                    <a:pt x="2620729" y="3297315"/>
                  </a:lnTo>
                  <a:lnTo>
                    <a:pt x="2574146" y="3268160"/>
                  </a:lnTo>
                  <a:lnTo>
                    <a:pt x="2527576" y="3236381"/>
                  </a:lnTo>
                  <a:lnTo>
                    <a:pt x="2480708" y="3202014"/>
                  </a:lnTo>
                  <a:lnTo>
                    <a:pt x="2433347" y="3165187"/>
                  </a:lnTo>
                  <a:lnTo>
                    <a:pt x="2385402" y="3126121"/>
                  </a:lnTo>
                  <a:lnTo>
                    <a:pt x="2336872" y="3085132"/>
                  </a:lnTo>
                  <a:lnTo>
                    <a:pt x="2287835" y="3042625"/>
                  </a:lnTo>
                  <a:lnTo>
                    <a:pt x="2238432" y="2999080"/>
                  </a:lnTo>
                  <a:lnTo>
                    <a:pt x="2188844" y="2955028"/>
                  </a:lnTo>
                  <a:lnTo>
                    <a:pt x="2139276" y="2911028"/>
                  </a:lnTo>
                  <a:lnTo>
                    <a:pt x="2089928" y="2867636"/>
                  </a:lnTo>
                  <a:lnTo>
                    <a:pt x="2040976" y="2825376"/>
                  </a:lnTo>
                  <a:lnTo>
                    <a:pt x="1992550" y="2784714"/>
                  </a:lnTo>
                  <a:lnTo>
                    <a:pt x="1944715" y="2746040"/>
                  </a:lnTo>
                  <a:lnTo>
                    <a:pt x="1897455" y="2709654"/>
                  </a:lnTo>
                  <a:lnTo>
                    <a:pt x="1850660" y="2675759"/>
                  </a:lnTo>
                  <a:lnTo>
                    <a:pt x="1804115" y="2644464"/>
                  </a:lnTo>
                  <a:lnTo>
                    <a:pt x="1757484" y="2615791"/>
                  </a:lnTo>
                  <a:lnTo>
                    <a:pt x="1719082" y="2594320"/>
                  </a:lnTo>
                  <a:lnTo>
                    <a:pt x="1670952" y="2570241"/>
                  </a:lnTo>
                  <a:lnTo>
                    <a:pt x="1621101" y="2548672"/>
                  </a:lnTo>
                  <a:lnTo>
                    <a:pt x="1568690" y="2529473"/>
                  </a:lnTo>
                  <a:lnTo>
                    <a:pt x="1512783" y="2512412"/>
                  </a:lnTo>
                  <a:lnTo>
                    <a:pt x="1452436" y="2497236"/>
                  </a:lnTo>
                  <a:lnTo>
                    <a:pt x="1386783" y="2483703"/>
                  </a:lnTo>
                  <a:lnTo>
                    <a:pt x="1315152" y="2471603"/>
                  </a:lnTo>
                  <a:lnTo>
                    <a:pt x="1237223" y="2460775"/>
                  </a:lnTo>
                  <a:lnTo>
                    <a:pt x="1153230" y="2451104"/>
                  </a:lnTo>
                  <a:lnTo>
                    <a:pt x="1064191" y="2442524"/>
                  </a:lnTo>
                  <a:lnTo>
                    <a:pt x="972126" y="2435019"/>
                  </a:lnTo>
                  <a:lnTo>
                    <a:pt x="880152" y="2428601"/>
                  </a:lnTo>
                  <a:lnTo>
                    <a:pt x="792347" y="2423298"/>
                  </a:lnTo>
                  <a:lnTo>
                    <a:pt x="713274" y="2419122"/>
                  </a:lnTo>
                  <a:lnTo>
                    <a:pt x="647176" y="2416043"/>
                  </a:lnTo>
                  <a:lnTo>
                    <a:pt x="597025" y="2413967"/>
                  </a:lnTo>
                  <a:lnTo>
                    <a:pt x="563734" y="2412735"/>
                  </a:lnTo>
                  <a:lnTo>
                    <a:pt x="545794" y="2412138"/>
                  </a:lnTo>
                  <a:lnTo>
                    <a:pt x="539388" y="2411946"/>
                  </a:lnTo>
                  <a:lnTo>
                    <a:pt x="538736" y="2411928"/>
                  </a:lnTo>
                  <a:lnTo>
                    <a:pt x="0" y="241192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57" name="pl957"/>
            <p:cNvSpPr/>
            <p:nvPr/>
          </p:nvSpPr>
          <p:spPr>
            <a:xfrm>
              <a:off x="546595" y="1583470"/>
              <a:ext cx="8234974" cy="3506280"/>
            </a:xfrm>
            <a:custGeom>
              <a:avLst/>
              <a:pathLst>
                <a:path w="8234974" h="3506280">
                  <a:moveTo>
                    <a:pt x="0" y="2411928"/>
                  </a:moveTo>
                  <a:lnTo>
                    <a:pt x="538736" y="2411928"/>
                  </a:lnTo>
                  <a:lnTo>
                    <a:pt x="540017" y="2411964"/>
                  </a:lnTo>
                  <a:lnTo>
                    <a:pt x="548373" y="2412220"/>
                  </a:lnTo>
                  <a:lnTo>
                    <a:pt x="569217" y="2412928"/>
                  </a:lnTo>
                  <a:lnTo>
                    <a:pt x="605920" y="2414317"/>
                  </a:lnTo>
                  <a:lnTo>
                    <a:pt x="659487" y="2416588"/>
                  </a:lnTo>
                  <a:lnTo>
                    <a:pt x="728540" y="2419886"/>
                  </a:lnTo>
                  <a:lnTo>
                    <a:pt x="809772" y="2424292"/>
                  </a:lnTo>
                  <a:lnTo>
                    <a:pt x="898796" y="2429826"/>
                  </a:lnTo>
                  <a:lnTo>
                    <a:pt x="991094" y="2436468"/>
                  </a:lnTo>
                  <a:lnTo>
                    <a:pt x="1082757" y="2444194"/>
                  </a:lnTo>
                  <a:lnTo>
                    <a:pt x="1170892" y="2452994"/>
                  </a:lnTo>
                  <a:lnTo>
                    <a:pt x="1253697" y="2462896"/>
                  </a:lnTo>
                  <a:lnTo>
                    <a:pt x="1330333" y="2473974"/>
                  </a:lnTo>
                  <a:lnTo>
                    <a:pt x="1400699" y="2486352"/>
                  </a:lnTo>
                  <a:lnTo>
                    <a:pt x="1465203" y="2500203"/>
                  </a:lnTo>
                  <a:lnTo>
                    <a:pt x="1524566" y="2515745"/>
                  </a:lnTo>
                  <a:lnTo>
                    <a:pt x="1579679" y="2533223"/>
                  </a:lnTo>
                  <a:lnTo>
                    <a:pt x="1631491" y="2552891"/>
                  </a:lnTo>
                  <a:lnTo>
                    <a:pt x="1680926" y="2574967"/>
                  </a:lnTo>
                  <a:lnTo>
                    <a:pt x="1719082" y="2594320"/>
                  </a:lnTo>
                  <a:lnTo>
                    <a:pt x="1766125" y="2620892"/>
                  </a:lnTo>
                  <a:lnTo>
                    <a:pt x="1812709" y="2650047"/>
                  </a:lnTo>
                  <a:lnTo>
                    <a:pt x="1859278" y="2681827"/>
                  </a:lnTo>
                  <a:lnTo>
                    <a:pt x="1906146" y="2716193"/>
                  </a:lnTo>
                  <a:lnTo>
                    <a:pt x="1953507" y="2753021"/>
                  </a:lnTo>
                  <a:lnTo>
                    <a:pt x="2001453" y="2792087"/>
                  </a:lnTo>
                  <a:lnTo>
                    <a:pt x="2049983" y="2833076"/>
                  </a:lnTo>
                  <a:lnTo>
                    <a:pt x="2099019" y="2875582"/>
                  </a:lnTo>
                  <a:lnTo>
                    <a:pt x="2148423" y="2919128"/>
                  </a:lnTo>
                  <a:lnTo>
                    <a:pt x="2198010" y="2963180"/>
                  </a:lnTo>
                  <a:lnTo>
                    <a:pt x="2247579" y="3007179"/>
                  </a:lnTo>
                  <a:lnTo>
                    <a:pt x="2296927" y="3050572"/>
                  </a:lnTo>
                  <a:lnTo>
                    <a:pt x="2345879" y="3092832"/>
                  </a:lnTo>
                  <a:lnTo>
                    <a:pt x="2394305" y="3133494"/>
                  </a:lnTo>
                  <a:lnTo>
                    <a:pt x="2442140" y="3172167"/>
                  </a:lnTo>
                  <a:lnTo>
                    <a:pt x="2489400" y="3208554"/>
                  </a:lnTo>
                  <a:lnTo>
                    <a:pt x="2536195" y="3242449"/>
                  </a:lnTo>
                  <a:lnTo>
                    <a:pt x="2582740" y="3273744"/>
                  </a:lnTo>
                  <a:lnTo>
                    <a:pt x="2629370" y="3302416"/>
                  </a:lnTo>
                  <a:lnTo>
                    <a:pt x="2667772" y="3323888"/>
                  </a:lnTo>
                  <a:lnTo>
                    <a:pt x="2715903" y="3347966"/>
                  </a:lnTo>
                  <a:lnTo>
                    <a:pt x="2765754" y="3369535"/>
                  </a:lnTo>
                  <a:lnTo>
                    <a:pt x="2818165" y="3388735"/>
                  </a:lnTo>
                  <a:lnTo>
                    <a:pt x="2874071" y="3405795"/>
                  </a:lnTo>
                  <a:lnTo>
                    <a:pt x="2934418" y="3420972"/>
                  </a:lnTo>
                  <a:lnTo>
                    <a:pt x="3000072" y="3434505"/>
                  </a:lnTo>
                  <a:lnTo>
                    <a:pt x="3071703" y="3446604"/>
                  </a:lnTo>
                  <a:lnTo>
                    <a:pt x="3149631" y="3457432"/>
                  </a:lnTo>
                  <a:lnTo>
                    <a:pt x="3233625" y="3467104"/>
                  </a:lnTo>
                  <a:lnTo>
                    <a:pt x="3322663" y="3475683"/>
                  </a:lnTo>
                  <a:lnTo>
                    <a:pt x="3414729" y="3483189"/>
                  </a:lnTo>
                  <a:lnTo>
                    <a:pt x="3506703" y="3489607"/>
                  </a:lnTo>
                  <a:lnTo>
                    <a:pt x="3594507" y="3494910"/>
                  </a:lnTo>
                  <a:lnTo>
                    <a:pt x="3673580" y="3499086"/>
                  </a:lnTo>
                  <a:lnTo>
                    <a:pt x="3739678" y="3502165"/>
                  </a:lnTo>
                  <a:lnTo>
                    <a:pt x="3789829" y="3504241"/>
                  </a:lnTo>
                  <a:lnTo>
                    <a:pt x="3823121" y="3505473"/>
                  </a:lnTo>
                  <a:lnTo>
                    <a:pt x="3841061" y="3506069"/>
                  </a:lnTo>
                  <a:lnTo>
                    <a:pt x="3847467" y="3506262"/>
                  </a:lnTo>
                  <a:lnTo>
                    <a:pt x="3848118" y="3506280"/>
                  </a:lnTo>
                  <a:lnTo>
                    <a:pt x="4386855" y="3506280"/>
                  </a:lnTo>
                  <a:lnTo>
                    <a:pt x="4387821" y="3506194"/>
                  </a:lnTo>
                  <a:lnTo>
                    <a:pt x="4394165" y="3505580"/>
                  </a:lnTo>
                  <a:lnTo>
                    <a:pt x="4410142" y="3503885"/>
                  </a:lnTo>
                  <a:lnTo>
                    <a:pt x="4438658" y="3500550"/>
                  </a:lnTo>
                  <a:lnTo>
                    <a:pt x="4481058" y="3495062"/>
                  </a:lnTo>
                  <a:lnTo>
                    <a:pt x="4537019" y="3487008"/>
                  </a:lnTo>
                  <a:lnTo>
                    <a:pt x="4604710" y="3476117"/>
                  </a:lnTo>
                  <a:lnTo>
                    <a:pt x="4681220" y="3462259"/>
                  </a:lnTo>
                  <a:lnTo>
                    <a:pt x="4763141" y="3445425"/>
                  </a:lnTo>
                  <a:lnTo>
                    <a:pt x="4847134" y="3425669"/>
                  </a:lnTo>
                  <a:lnTo>
                    <a:pt x="4930351" y="3403054"/>
                  </a:lnTo>
                  <a:lnTo>
                    <a:pt x="5010652" y="3377599"/>
                  </a:lnTo>
                  <a:lnTo>
                    <a:pt x="5086649" y="3349245"/>
                  </a:lnTo>
                  <a:lnTo>
                    <a:pt x="5157622" y="3317830"/>
                  </a:lnTo>
                  <a:lnTo>
                    <a:pt x="5223386" y="3283083"/>
                  </a:lnTo>
                  <a:lnTo>
                    <a:pt x="5284144" y="3244625"/>
                  </a:lnTo>
                  <a:lnTo>
                    <a:pt x="5340355" y="3201976"/>
                  </a:lnTo>
                  <a:lnTo>
                    <a:pt x="5392638" y="3154575"/>
                  </a:lnTo>
                  <a:lnTo>
                    <a:pt x="5441688" y="3101813"/>
                  </a:lnTo>
                  <a:lnTo>
                    <a:pt x="5488219" y="3043090"/>
                  </a:lnTo>
                  <a:lnTo>
                    <a:pt x="5532912" y="2977916"/>
                  </a:lnTo>
                  <a:lnTo>
                    <a:pt x="5567201" y="2921900"/>
                  </a:lnTo>
                  <a:lnTo>
                    <a:pt x="5599677" y="2864134"/>
                  </a:lnTo>
                  <a:lnTo>
                    <a:pt x="5631858" y="2802480"/>
                  </a:lnTo>
                  <a:lnTo>
                    <a:pt x="5663912" y="2736859"/>
                  </a:lnTo>
                  <a:lnTo>
                    <a:pt x="5695974" y="2667243"/>
                  </a:lnTo>
                  <a:lnTo>
                    <a:pt x="5728149" y="2593663"/>
                  </a:lnTo>
                  <a:lnTo>
                    <a:pt x="5760515" y="2516212"/>
                  </a:lnTo>
                  <a:lnTo>
                    <a:pt x="5793126" y="2435052"/>
                  </a:lnTo>
                  <a:lnTo>
                    <a:pt x="5826011" y="2350410"/>
                  </a:lnTo>
                  <a:lnTo>
                    <a:pt x="5859181" y="2262587"/>
                  </a:lnTo>
                  <a:lnTo>
                    <a:pt x="5892625" y="2171947"/>
                  </a:lnTo>
                  <a:lnTo>
                    <a:pt x="5926316" y="2078921"/>
                  </a:lnTo>
                  <a:lnTo>
                    <a:pt x="5960213" y="1983991"/>
                  </a:lnTo>
                  <a:lnTo>
                    <a:pt x="5994264" y="1887688"/>
                  </a:lnTo>
                  <a:lnTo>
                    <a:pt x="6028407" y="1790574"/>
                  </a:lnTo>
                  <a:lnTo>
                    <a:pt x="6062576" y="1693233"/>
                  </a:lnTo>
                  <a:lnTo>
                    <a:pt x="6096703" y="1596256"/>
                  </a:lnTo>
                  <a:lnTo>
                    <a:pt x="6130724" y="1500220"/>
                  </a:lnTo>
                  <a:lnTo>
                    <a:pt x="6164578" y="1405685"/>
                  </a:lnTo>
                  <a:lnTo>
                    <a:pt x="6198215" y="1313168"/>
                  </a:lnTo>
                  <a:lnTo>
                    <a:pt x="6231598" y="1223144"/>
                  </a:lnTo>
                  <a:lnTo>
                    <a:pt x="6264702" y="1136025"/>
                  </a:lnTo>
                  <a:lnTo>
                    <a:pt x="6297522" y="1052163"/>
                  </a:lnTo>
                  <a:lnTo>
                    <a:pt x="6330073" y="971842"/>
                  </a:lnTo>
                  <a:lnTo>
                    <a:pt x="6362390" y="895274"/>
                  </a:lnTo>
                  <a:lnTo>
                    <a:pt x="6394531" y="822603"/>
                  </a:lnTo>
                  <a:lnTo>
                    <a:pt x="6426580" y="753909"/>
                  </a:lnTo>
                  <a:lnTo>
                    <a:pt x="6458650" y="689209"/>
                  </a:lnTo>
                  <a:lnTo>
                    <a:pt x="6490883" y="628462"/>
                  </a:lnTo>
                  <a:lnTo>
                    <a:pt x="6515891" y="584380"/>
                  </a:lnTo>
                  <a:lnTo>
                    <a:pt x="6559561" y="513949"/>
                  </a:lnTo>
                  <a:lnTo>
                    <a:pt x="6604591" y="450177"/>
                  </a:lnTo>
                  <a:lnTo>
                    <a:pt x="6651599" y="392768"/>
                  </a:lnTo>
                  <a:lnTo>
                    <a:pt x="6701276" y="341198"/>
                  </a:lnTo>
                  <a:lnTo>
                    <a:pt x="6754338" y="294857"/>
                  </a:lnTo>
                  <a:lnTo>
                    <a:pt x="6811468" y="253144"/>
                  </a:lnTo>
                  <a:lnTo>
                    <a:pt x="6873258" y="215512"/>
                  </a:lnTo>
                  <a:lnTo>
                    <a:pt x="6940124" y="181501"/>
                  </a:lnTo>
                  <a:lnTo>
                    <a:pt x="7012197" y="150756"/>
                  </a:lnTo>
                  <a:lnTo>
                    <a:pt x="7089190" y="123029"/>
                  </a:lnTo>
                  <a:lnTo>
                    <a:pt x="7170252" y="98180"/>
                  </a:lnTo>
                  <a:lnTo>
                    <a:pt x="7253839" y="76169"/>
                  </a:lnTo>
                  <a:lnTo>
                    <a:pt x="7337651" y="57028"/>
                  </a:lnTo>
                  <a:lnTo>
                    <a:pt x="7418711" y="40823"/>
                  </a:lnTo>
                  <a:lnTo>
                    <a:pt x="7493624" y="27601"/>
                  </a:lnTo>
                  <a:lnTo>
                    <a:pt x="7559035" y="17328"/>
                  </a:lnTo>
                  <a:lnTo>
                    <a:pt x="7612220" y="9848"/>
                  </a:lnTo>
                  <a:lnTo>
                    <a:pt x="7651639" y="4856"/>
                  </a:lnTo>
                  <a:lnTo>
                    <a:pt x="7677321" y="1914"/>
                  </a:lnTo>
                  <a:lnTo>
                    <a:pt x="7690957" y="497"/>
                  </a:lnTo>
                  <a:lnTo>
                    <a:pt x="7695760" y="4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8" name="pl958"/>
            <p:cNvSpPr/>
            <p:nvPr/>
          </p:nvSpPr>
          <p:spPr>
            <a:xfrm>
              <a:off x="546595" y="1572581"/>
              <a:ext cx="8234974" cy="3506280"/>
            </a:xfrm>
            <a:custGeom>
              <a:avLst/>
              <a:pathLst>
                <a:path w="8234974" h="3506280">
                  <a:moveTo>
                    <a:pt x="8234974" y="0"/>
                  </a:moveTo>
                  <a:lnTo>
                    <a:pt x="7696237" y="0"/>
                  </a:lnTo>
                  <a:lnTo>
                    <a:pt x="7695272" y="85"/>
                  </a:lnTo>
                  <a:lnTo>
                    <a:pt x="7688927" y="699"/>
                  </a:lnTo>
                  <a:lnTo>
                    <a:pt x="7672951" y="2394"/>
                  </a:lnTo>
                  <a:lnTo>
                    <a:pt x="7644434" y="5729"/>
                  </a:lnTo>
                  <a:lnTo>
                    <a:pt x="7602034" y="11217"/>
                  </a:lnTo>
                  <a:lnTo>
                    <a:pt x="7546073" y="19271"/>
                  </a:lnTo>
                  <a:lnTo>
                    <a:pt x="7478383" y="30162"/>
                  </a:lnTo>
                  <a:lnTo>
                    <a:pt x="7401873" y="44020"/>
                  </a:lnTo>
                  <a:lnTo>
                    <a:pt x="7319952" y="60854"/>
                  </a:lnTo>
                  <a:lnTo>
                    <a:pt x="7235959" y="80610"/>
                  </a:lnTo>
                  <a:lnTo>
                    <a:pt x="7152742" y="103225"/>
                  </a:lnTo>
                  <a:lnTo>
                    <a:pt x="7072441" y="128680"/>
                  </a:lnTo>
                  <a:lnTo>
                    <a:pt x="6996444" y="157034"/>
                  </a:lnTo>
                  <a:lnTo>
                    <a:pt x="6925470" y="188449"/>
                  </a:lnTo>
                  <a:lnTo>
                    <a:pt x="6859706" y="223196"/>
                  </a:lnTo>
                  <a:lnTo>
                    <a:pt x="6798949" y="261654"/>
                  </a:lnTo>
                  <a:lnTo>
                    <a:pt x="6742737" y="304303"/>
                  </a:lnTo>
                  <a:lnTo>
                    <a:pt x="6690454" y="351704"/>
                  </a:lnTo>
                  <a:lnTo>
                    <a:pt x="6641405" y="404466"/>
                  </a:lnTo>
                  <a:lnTo>
                    <a:pt x="6594874" y="463189"/>
                  </a:lnTo>
                  <a:lnTo>
                    <a:pt x="6550180" y="528363"/>
                  </a:lnTo>
                  <a:lnTo>
                    <a:pt x="6515891" y="584380"/>
                  </a:lnTo>
                  <a:lnTo>
                    <a:pt x="6483415" y="642145"/>
                  </a:lnTo>
                  <a:lnTo>
                    <a:pt x="6451235" y="703799"/>
                  </a:lnTo>
                  <a:lnTo>
                    <a:pt x="6419181" y="769420"/>
                  </a:lnTo>
                  <a:lnTo>
                    <a:pt x="6387119" y="839036"/>
                  </a:lnTo>
                  <a:lnTo>
                    <a:pt x="6354944" y="912616"/>
                  </a:lnTo>
                  <a:lnTo>
                    <a:pt x="6322577" y="990067"/>
                  </a:lnTo>
                  <a:lnTo>
                    <a:pt x="6289967" y="1071227"/>
                  </a:lnTo>
                  <a:lnTo>
                    <a:pt x="6257081" y="1155869"/>
                  </a:lnTo>
                  <a:lnTo>
                    <a:pt x="6223912" y="1243692"/>
                  </a:lnTo>
                  <a:lnTo>
                    <a:pt x="6190468" y="1334332"/>
                  </a:lnTo>
                  <a:lnTo>
                    <a:pt x="6156777" y="1427358"/>
                  </a:lnTo>
                  <a:lnTo>
                    <a:pt x="6122879" y="1522288"/>
                  </a:lnTo>
                  <a:lnTo>
                    <a:pt x="6088828" y="1618591"/>
                  </a:lnTo>
                  <a:lnTo>
                    <a:pt x="6054685" y="1715705"/>
                  </a:lnTo>
                  <a:lnTo>
                    <a:pt x="6020516" y="1813046"/>
                  </a:lnTo>
                  <a:lnTo>
                    <a:pt x="5986389" y="1910023"/>
                  </a:lnTo>
                  <a:lnTo>
                    <a:pt x="5952368" y="2006059"/>
                  </a:lnTo>
                  <a:lnTo>
                    <a:pt x="5918514" y="2100594"/>
                  </a:lnTo>
                  <a:lnTo>
                    <a:pt x="5884877" y="2193111"/>
                  </a:lnTo>
                  <a:lnTo>
                    <a:pt x="5851495" y="2283135"/>
                  </a:lnTo>
                  <a:lnTo>
                    <a:pt x="5818391" y="2370254"/>
                  </a:lnTo>
                  <a:lnTo>
                    <a:pt x="5785570" y="2454116"/>
                  </a:lnTo>
                  <a:lnTo>
                    <a:pt x="5753019" y="2534437"/>
                  </a:lnTo>
                  <a:lnTo>
                    <a:pt x="5720703" y="2611005"/>
                  </a:lnTo>
                  <a:lnTo>
                    <a:pt x="5688562" y="2683676"/>
                  </a:lnTo>
                  <a:lnTo>
                    <a:pt x="5656512" y="2752370"/>
                  </a:lnTo>
                  <a:lnTo>
                    <a:pt x="5624442" y="2817070"/>
                  </a:lnTo>
                  <a:lnTo>
                    <a:pt x="5592209" y="2877817"/>
                  </a:lnTo>
                  <a:lnTo>
                    <a:pt x="5567201" y="2921900"/>
                  </a:lnTo>
                  <a:lnTo>
                    <a:pt x="5523532" y="2992330"/>
                  </a:lnTo>
                  <a:lnTo>
                    <a:pt x="5478501" y="3056102"/>
                  </a:lnTo>
                  <a:lnTo>
                    <a:pt x="5431494" y="3113511"/>
                  </a:lnTo>
                  <a:lnTo>
                    <a:pt x="5381816" y="3165081"/>
                  </a:lnTo>
                  <a:lnTo>
                    <a:pt x="5328755" y="3211422"/>
                  </a:lnTo>
                  <a:lnTo>
                    <a:pt x="5271624" y="3253135"/>
                  </a:lnTo>
                  <a:lnTo>
                    <a:pt x="5209834" y="3290767"/>
                  </a:lnTo>
                  <a:lnTo>
                    <a:pt x="5142968" y="3324778"/>
                  </a:lnTo>
                  <a:lnTo>
                    <a:pt x="5070895" y="3355523"/>
                  </a:lnTo>
                  <a:lnTo>
                    <a:pt x="4993902" y="3383250"/>
                  </a:lnTo>
                  <a:lnTo>
                    <a:pt x="4912840" y="3408099"/>
                  </a:lnTo>
                  <a:lnTo>
                    <a:pt x="4829254" y="3430110"/>
                  </a:lnTo>
                  <a:lnTo>
                    <a:pt x="4745441" y="3449251"/>
                  </a:lnTo>
                  <a:lnTo>
                    <a:pt x="4664381" y="3465456"/>
                  </a:lnTo>
                  <a:lnTo>
                    <a:pt x="4589469" y="3478678"/>
                  </a:lnTo>
                  <a:lnTo>
                    <a:pt x="4524057" y="3488951"/>
                  </a:lnTo>
                  <a:lnTo>
                    <a:pt x="4470872" y="3496431"/>
                  </a:lnTo>
                  <a:lnTo>
                    <a:pt x="4431453" y="3501423"/>
                  </a:lnTo>
                  <a:lnTo>
                    <a:pt x="4405771" y="3504365"/>
                  </a:lnTo>
                  <a:lnTo>
                    <a:pt x="4392135" y="3505782"/>
                  </a:lnTo>
                  <a:lnTo>
                    <a:pt x="4387332" y="3506238"/>
                  </a:lnTo>
                  <a:lnTo>
                    <a:pt x="4386855" y="3506280"/>
                  </a:lnTo>
                  <a:lnTo>
                    <a:pt x="3848118" y="3506280"/>
                  </a:lnTo>
                  <a:lnTo>
                    <a:pt x="3846838" y="3506244"/>
                  </a:lnTo>
                  <a:lnTo>
                    <a:pt x="3838481" y="3505988"/>
                  </a:lnTo>
                  <a:lnTo>
                    <a:pt x="3817637" y="3505280"/>
                  </a:lnTo>
                  <a:lnTo>
                    <a:pt x="3780935" y="3503891"/>
                  </a:lnTo>
                  <a:lnTo>
                    <a:pt x="3727367" y="3501620"/>
                  </a:lnTo>
                  <a:lnTo>
                    <a:pt x="3658314" y="3498321"/>
                  </a:lnTo>
                  <a:lnTo>
                    <a:pt x="3577083" y="3493915"/>
                  </a:lnTo>
                  <a:lnTo>
                    <a:pt x="3488059" y="3488382"/>
                  </a:lnTo>
                  <a:lnTo>
                    <a:pt x="3395761" y="3481739"/>
                  </a:lnTo>
                  <a:lnTo>
                    <a:pt x="3304097" y="3474013"/>
                  </a:lnTo>
                  <a:lnTo>
                    <a:pt x="3215963" y="3465213"/>
                  </a:lnTo>
                  <a:lnTo>
                    <a:pt x="3133158" y="3455312"/>
                  </a:lnTo>
                  <a:lnTo>
                    <a:pt x="3056522" y="3444234"/>
                  </a:lnTo>
                  <a:lnTo>
                    <a:pt x="2986155" y="3431856"/>
                  </a:lnTo>
                  <a:lnTo>
                    <a:pt x="2921652" y="3418004"/>
                  </a:lnTo>
                  <a:lnTo>
                    <a:pt x="2862289" y="3402463"/>
                  </a:lnTo>
                  <a:lnTo>
                    <a:pt x="2807176" y="3384985"/>
                  </a:lnTo>
                  <a:lnTo>
                    <a:pt x="2755364" y="3365317"/>
                  </a:lnTo>
                  <a:lnTo>
                    <a:pt x="2705929" y="3343241"/>
                  </a:lnTo>
                  <a:lnTo>
                    <a:pt x="2667772" y="3323888"/>
                  </a:lnTo>
                  <a:lnTo>
                    <a:pt x="2620729" y="3297315"/>
                  </a:lnTo>
                  <a:lnTo>
                    <a:pt x="2574146" y="3268160"/>
                  </a:lnTo>
                  <a:lnTo>
                    <a:pt x="2527576" y="3236381"/>
                  </a:lnTo>
                  <a:lnTo>
                    <a:pt x="2480708" y="3202014"/>
                  </a:lnTo>
                  <a:lnTo>
                    <a:pt x="2433347" y="3165187"/>
                  </a:lnTo>
                  <a:lnTo>
                    <a:pt x="2385402" y="3126121"/>
                  </a:lnTo>
                  <a:lnTo>
                    <a:pt x="2336872" y="3085132"/>
                  </a:lnTo>
                  <a:lnTo>
                    <a:pt x="2287835" y="3042625"/>
                  </a:lnTo>
                  <a:lnTo>
                    <a:pt x="2238432" y="2999080"/>
                  </a:lnTo>
                  <a:lnTo>
                    <a:pt x="2188844" y="2955028"/>
                  </a:lnTo>
                  <a:lnTo>
                    <a:pt x="2139276" y="2911028"/>
                  </a:lnTo>
                  <a:lnTo>
                    <a:pt x="2089928" y="2867636"/>
                  </a:lnTo>
                  <a:lnTo>
                    <a:pt x="2040976" y="2825376"/>
                  </a:lnTo>
                  <a:lnTo>
                    <a:pt x="1992550" y="2784714"/>
                  </a:lnTo>
                  <a:lnTo>
                    <a:pt x="1944715" y="2746040"/>
                  </a:lnTo>
                  <a:lnTo>
                    <a:pt x="1897455" y="2709654"/>
                  </a:lnTo>
                  <a:lnTo>
                    <a:pt x="1850660" y="2675759"/>
                  </a:lnTo>
                  <a:lnTo>
                    <a:pt x="1804115" y="2644464"/>
                  </a:lnTo>
                  <a:lnTo>
                    <a:pt x="1757484" y="2615791"/>
                  </a:lnTo>
                  <a:lnTo>
                    <a:pt x="1719082" y="2594320"/>
                  </a:lnTo>
                  <a:lnTo>
                    <a:pt x="1670952" y="2570241"/>
                  </a:lnTo>
                  <a:lnTo>
                    <a:pt x="1621101" y="2548672"/>
                  </a:lnTo>
                  <a:lnTo>
                    <a:pt x="1568690" y="2529473"/>
                  </a:lnTo>
                  <a:lnTo>
                    <a:pt x="1512783" y="2512412"/>
                  </a:lnTo>
                  <a:lnTo>
                    <a:pt x="1452436" y="2497236"/>
                  </a:lnTo>
                  <a:lnTo>
                    <a:pt x="1386783" y="2483703"/>
                  </a:lnTo>
                  <a:lnTo>
                    <a:pt x="1315152" y="2471603"/>
                  </a:lnTo>
                  <a:lnTo>
                    <a:pt x="1237223" y="2460775"/>
                  </a:lnTo>
                  <a:lnTo>
                    <a:pt x="1153230" y="2451104"/>
                  </a:lnTo>
                  <a:lnTo>
                    <a:pt x="1064191" y="2442524"/>
                  </a:lnTo>
                  <a:lnTo>
                    <a:pt x="972126" y="2435019"/>
                  </a:lnTo>
                  <a:lnTo>
                    <a:pt x="880152" y="2428601"/>
                  </a:lnTo>
                  <a:lnTo>
                    <a:pt x="792347" y="2423298"/>
                  </a:lnTo>
                  <a:lnTo>
                    <a:pt x="713274" y="2419122"/>
                  </a:lnTo>
                  <a:lnTo>
                    <a:pt x="647176" y="2416043"/>
                  </a:lnTo>
                  <a:lnTo>
                    <a:pt x="597025" y="2413967"/>
                  </a:lnTo>
                  <a:lnTo>
                    <a:pt x="563734" y="2412735"/>
                  </a:lnTo>
                  <a:lnTo>
                    <a:pt x="545794" y="2412138"/>
                  </a:lnTo>
                  <a:lnTo>
                    <a:pt x="539388" y="2411946"/>
                  </a:lnTo>
                  <a:lnTo>
                    <a:pt x="538736" y="2411928"/>
                  </a:lnTo>
                  <a:lnTo>
                    <a:pt x="0" y="2411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9" name="pg959"/>
            <p:cNvSpPr/>
            <p:nvPr/>
          </p:nvSpPr>
          <p:spPr>
            <a:xfrm>
              <a:off x="546595" y="1763140"/>
              <a:ext cx="8234974" cy="3342943"/>
            </a:xfrm>
            <a:custGeom>
              <a:avLst/>
              <a:pathLst>
                <a:path w="8234974" h="3342943">
                  <a:moveTo>
                    <a:pt x="0" y="2243148"/>
                  </a:moveTo>
                  <a:lnTo>
                    <a:pt x="538736" y="2243148"/>
                  </a:lnTo>
                  <a:lnTo>
                    <a:pt x="540016" y="2243184"/>
                  </a:lnTo>
                  <a:lnTo>
                    <a:pt x="548372" y="2243441"/>
                  </a:lnTo>
                  <a:lnTo>
                    <a:pt x="569212" y="2244152"/>
                  </a:lnTo>
                  <a:lnTo>
                    <a:pt x="605909" y="2245548"/>
                  </a:lnTo>
                  <a:lnTo>
                    <a:pt x="659470" y="2247830"/>
                  </a:lnTo>
                  <a:lnTo>
                    <a:pt x="728514" y="2251144"/>
                  </a:lnTo>
                  <a:lnTo>
                    <a:pt x="809737" y="2255571"/>
                  </a:lnTo>
                  <a:lnTo>
                    <a:pt x="898753" y="2261131"/>
                  </a:lnTo>
                  <a:lnTo>
                    <a:pt x="991046" y="2267806"/>
                  </a:lnTo>
                  <a:lnTo>
                    <a:pt x="1082705" y="2275569"/>
                  </a:lnTo>
                  <a:lnTo>
                    <a:pt x="1170837" y="2284412"/>
                  </a:lnTo>
                  <a:lnTo>
                    <a:pt x="1253641" y="2294362"/>
                  </a:lnTo>
                  <a:lnTo>
                    <a:pt x="1330277" y="2305493"/>
                  </a:lnTo>
                  <a:lnTo>
                    <a:pt x="1400644" y="2317931"/>
                  </a:lnTo>
                  <a:lnTo>
                    <a:pt x="1465149" y="2331849"/>
                  </a:lnTo>
                  <a:lnTo>
                    <a:pt x="1524513" y="2347465"/>
                  </a:lnTo>
                  <a:lnTo>
                    <a:pt x="1579626" y="2365027"/>
                  </a:lnTo>
                  <a:lnTo>
                    <a:pt x="1631438" y="2384790"/>
                  </a:lnTo>
                  <a:lnTo>
                    <a:pt x="1680872" y="2406972"/>
                  </a:lnTo>
                  <a:lnTo>
                    <a:pt x="1719082" y="2426447"/>
                  </a:lnTo>
                  <a:lnTo>
                    <a:pt x="1766082" y="2453126"/>
                  </a:lnTo>
                  <a:lnTo>
                    <a:pt x="1812623" y="2482395"/>
                  </a:lnTo>
                  <a:lnTo>
                    <a:pt x="1859149" y="2514297"/>
                  </a:lnTo>
                  <a:lnTo>
                    <a:pt x="1905972" y="2548794"/>
                  </a:lnTo>
                  <a:lnTo>
                    <a:pt x="1953287" y="2585761"/>
                  </a:lnTo>
                  <a:lnTo>
                    <a:pt x="2001185" y="2624974"/>
                  </a:lnTo>
                  <a:lnTo>
                    <a:pt x="2049667" y="2666118"/>
                  </a:lnTo>
                  <a:lnTo>
                    <a:pt x="2098655" y="2708788"/>
                  </a:lnTo>
                  <a:lnTo>
                    <a:pt x="2148011" y="2752503"/>
                  </a:lnTo>
                  <a:lnTo>
                    <a:pt x="2197552" y="2796732"/>
                  </a:lnTo>
                  <a:lnTo>
                    <a:pt x="2247075" y="2840913"/>
                  </a:lnTo>
                  <a:lnTo>
                    <a:pt x="2296381" y="2884490"/>
                  </a:lnTo>
                  <a:lnTo>
                    <a:pt x="2345294" y="2926937"/>
                  </a:lnTo>
                  <a:lnTo>
                    <a:pt x="2393682" y="2967786"/>
                  </a:lnTo>
                  <a:lnTo>
                    <a:pt x="2441480" y="3006645"/>
                  </a:lnTo>
                  <a:lnTo>
                    <a:pt x="2488704" y="3043213"/>
                  </a:lnTo>
                  <a:lnTo>
                    <a:pt x="2535462" y="3077285"/>
                  </a:lnTo>
                  <a:lnTo>
                    <a:pt x="2581966" y="3108749"/>
                  </a:lnTo>
                  <a:lnTo>
                    <a:pt x="2628548" y="3137583"/>
                  </a:lnTo>
                  <a:lnTo>
                    <a:pt x="2667772" y="3159644"/>
                  </a:lnTo>
                  <a:lnTo>
                    <a:pt x="2715900" y="3183841"/>
                  </a:lnTo>
                  <a:lnTo>
                    <a:pt x="2765748" y="3205517"/>
                  </a:lnTo>
                  <a:lnTo>
                    <a:pt x="2818155" y="3224811"/>
                  </a:lnTo>
                  <a:lnTo>
                    <a:pt x="2874058" y="3241956"/>
                  </a:lnTo>
                  <a:lnTo>
                    <a:pt x="2934400" y="3257207"/>
                  </a:lnTo>
                  <a:lnTo>
                    <a:pt x="3000048" y="3270808"/>
                  </a:lnTo>
                  <a:lnTo>
                    <a:pt x="3071672" y="3282967"/>
                  </a:lnTo>
                  <a:lnTo>
                    <a:pt x="3149594" y="3293849"/>
                  </a:lnTo>
                  <a:lnTo>
                    <a:pt x="3233579" y="3303568"/>
                  </a:lnTo>
                  <a:lnTo>
                    <a:pt x="3322610" y="3312190"/>
                  </a:lnTo>
                  <a:lnTo>
                    <a:pt x="3414669" y="3319733"/>
                  </a:lnTo>
                  <a:lnTo>
                    <a:pt x="3506640" y="3326184"/>
                  </a:lnTo>
                  <a:lnTo>
                    <a:pt x="3594444" y="3331514"/>
                  </a:lnTo>
                  <a:lnTo>
                    <a:pt x="3673521" y="3335711"/>
                  </a:lnTo>
                  <a:lnTo>
                    <a:pt x="3739627" y="3338806"/>
                  </a:lnTo>
                  <a:lnTo>
                    <a:pt x="3789791" y="3340893"/>
                  </a:lnTo>
                  <a:lnTo>
                    <a:pt x="3823096" y="3342132"/>
                  </a:lnTo>
                  <a:lnTo>
                    <a:pt x="3841049" y="3342732"/>
                  </a:lnTo>
                  <a:lnTo>
                    <a:pt x="3847464" y="3342925"/>
                  </a:lnTo>
                  <a:lnTo>
                    <a:pt x="3848118" y="3342943"/>
                  </a:lnTo>
                  <a:lnTo>
                    <a:pt x="4386855" y="3342943"/>
                  </a:lnTo>
                  <a:lnTo>
                    <a:pt x="4387980" y="3342848"/>
                  </a:lnTo>
                  <a:lnTo>
                    <a:pt x="4395343" y="3342166"/>
                  </a:lnTo>
                  <a:lnTo>
                    <a:pt x="4413795" y="3340281"/>
                  </a:lnTo>
                  <a:lnTo>
                    <a:pt x="4446499" y="3336576"/>
                  </a:lnTo>
                  <a:lnTo>
                    <a:pt x="4494662" y="3330500"/>
                  </a:lnTo>
                  <a:lnTo>
                    <a:pt x="4557460" y="3321629"/>
                  </a:lnTo>
                  <a:lnTo>
                    <a:pt x="4632331" y="3309710"/>
                  </a:lnTo>
                  <a:lnTo>
                    <a:pt x="4715603" y="3294650"/>
                  </a:lnTo>
                  <a:lnTo>
                    <a:pt x="4803262" y="3276471"/>
                  </a:lnTo>
                  <a:lnTo>
                    <a:pt x="4891627" y="3255248"/>
                  </a:lnTo>
                  <a:lnTo>
                    <a:pt x="4977772" y="3231029"/>
                  </a:lnTo>
                  <a:lnTo>
                    <a:pt x="5059692" y="3203792"/>
                  </a:lnTo>
                  <a:lnTo>
                    <a:pt x="5136258" y="3173402"/>
                  </a:lnTo>
                  <a:lnTo>
                    <a:pt x="5207061" y="3139600"/>
                  </a:lnTo>
                  <a:lnTo>
                    <a:pt x="5272224" y="3101997"/>
                  </a:lnTo>
                  <a:lnTo>
                    <a:pt x="5332226" y="3060087"/>
                  </a:lnTo>
                  <a:lnTo>
                    <a:pt x="5387761" y="3013260"/>
                  </a:lnTo>
                  <a:lnTo>
                    <a:pt x="5439635" y="2960844"/>
                  </a:lnTo>
                  <a:lnTo>
                    <a:pt x="5488680" y="2902173"/>
                  </a:lnTo>
                  <a:lnTo>
                    <a:pt x="5535694" y="2836700"/>
                  </a:lnTo>
                  <a:lnTo>
                    <a:pt x="5567201" y="2787601"/>
                  </a:lnTo>
                  <a:lnTo>
                    <a:pt x="5600386" y="2731459"/>
                  </a:lnTo>
                  <a:lnTo>
                    <a:pt x="5633267" y="2671456"/>
                  </a:lnTo>
                  <a:lnTo>
                    <a:pt x="5666022" y="2607514"/>
                  </a:lnTo>
                  <a:lnTo>
                    <a:pt x="5698794" y="2539607"/>
                  </a:lnTo>
                  <a:lnTo>
                    <a:pt x="5731691" y="2467772"/>
                  </a:lnTo>
                  <a:lnTo>
                    <a:pt x="5764796" y="2392109"/>
                  </a:lnTo>
                  <a:lnTo>
                    <a:pt x="5798161" y="2312791"/>
                  </a:lnTo>
                  <a:lnTo>
                    <a:pt x="5831817" y="2230059"/>
                  </a:lnTo>
                  <a:lnTo>
                    <a:pt x="5865768" y="2144229"/>
                  </a:lnTo>
                  <a:lnTo>
                    <a:pt x="5900002" y="2055683"/>
                  </a:lnTo>
                  <a:lnTo>
                    <a:pt x="5934485" y="1964870"/>
                  </a:lnTo>
                  <a:lnTo>
                    <a:pt x="5969172" y="1872290"/>
                  </a:lnTo>
                  <a:lnTo>
                    <a:pt x="6004003" y="1778492"/>
                  </a:lnTo>
                  <a:lnTo>
                    <a:pt x="6038910" y="1684054"/>
                  </a:lnTo>
                  <a:lnTo>
                    <a:pt x="6073823" y="1589571"/>
                  </a:lnTo>
                  <a:lnTo>
                    <a:pt x="6108670" y="1495638"/>
                  </a:lnTo>
                  <a:lnTo>
                    <a:pt x="6143382" y="1402839"/>
                  </a:lnTo>
                  <a:lnTo>
                    <a:pt x="6177900" y="1311725"/>
                  </a:lnTo>
                  <a:lnTo>
                    <a:pt x="6212174" y="1222807"/>
                  </a:lnTo>
                  <a:lnTo>
                    <a:pt x="6246169" y="1136541"/>
                  </a:lnTo>
                  <a:lnTo>
                    <a:pt x="6279869" y="1053319"/>
                  </a:lnTo>
                  <a:lnTo>
                    <a:pt x="6313277" y="973468"/>
                  </a:lnTo>
                  <a:lnTo>
                    <a:pt x="6346418" y="897241"/>
                  </a:lnTo>
                  <a:lnTo>
                    <a:pt x="6379343" y="824820"/>
                  </a:lnTo>
                  <a:lnTo>
                    <a:pt x="6412127" y="756316"/>
                  </a:lnTo>
                  <a:lnTo>
                    <a:pt x="6444876" y="691775"/>
                  </a:lnTo>
                  <a:lnTo>
                    <a:pt x="6477728" y="631182"/>
                  </a:lnTo>
                  <a:lnTo>
                    <a:pt x="6510853" y="574464"/>
                  </a:lnTo>
                  <a:lnTo>
                    <a:pt x="6515891" y="566231"/>
                  </a:lnTo>
                  <a:lnTo>
                    <a:pt x="6561916" y="495920"/>
                  </a:lnTo>
                  <a:lnTo>
                    <a:pt x="6609484" y="432616"/>
                  </a:lnTo>
                  <a:lnTo>
                    <a:pt x="6659325" y="375967"/>
                  </a:lnTo>
                  <a:lnTo>
                    <a:pt x="6712253" y="325371"/>
                  </a:lnTo>
                  <a:lnTo>
                    <a:pt x="6769101" y="280151"/>
                  </a:lnTo>
                  <a:lnTo>
                    <a:pt x="6830648" y="239648"/>
                  </a:lnTo>
                  <a:lnTo>
                    <a:pt x="6897536" y="203282"/>
                  </a:lnTo>
                  <a:lnTo>
                    <a:pt x="6970148" y="170582"/>
                  </a:lnTo>
                  <a:lnTo>
                    <a:pt x="7048461" y="141199"/>
                  </a:lnTo>
                  <a:lnTo>
                    <a:pt x="7131862" y="114914"/>
                  </a:lnTo>
                  <a:lnTo>
                    <a:pt x="7218959" y="91629"/>
                  </a:lnTo>
                  <a:lnTo>
                    <a:pt x="7307459" y="71349"/>
                  </a:lnTo>
                  <a:lnTo>
                    <a:pt x="7394170" y="54139"/>
                  </a:lnTo>
                  <a:lnTo>
                    <a:pt x="7475246" y="40061"/>
                  </a:lnTo>
                  <a:lnTo>
                    <a:pt x="7546702" y="29112"/>
                  </a:lnTo>
                  <a:lnTo>
                    <a:pt x="7605130" y="21150"/>
                  </a:lnTo>
                  <a:lnTo>
                    <a:pt x="7648458" y="15868"/>
                  </a:lnTo>
                  <a:lnTo>
                    <a:pt x="7676482" y="12795"/>
                  </a:lnTo>
                  <a:lnTo>
                    <a:pt x="7691044" y="11353"/>
                  </a:lnTo>
                  <a:lnTo>
                    <a:pt x="7695865" y="10919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3" y="95"/>
                  </a:lnTo>
                  <a:lnTo>
                    <a:pt x="7687749" y="777"/>
                  </a:lnTo>
                  <a:lnTo>
                    <a:pt x="7669298" y="2662"/>
                  </a:lnTo>
                  <a:lnTo>
                    <a:pt x="7636594" y="6367"/>
                  </a:lnTo>
                  <a:lnTo>
                    <a:pt x="7588430" y="12443"/>
                  </a:lnTo>
                  <a:lnTo>
                    <a:pt x="7525632" y="21314"/>
                  </a:lnTo>
                  <a:lnTo>
                    <a:pt x="7450762" y="33233"/>
                  </a:lnTo>
                  <a:lnTo>
                    <a:pt x="7367490" y="48293"/>
                  </a:lnTo>
                  <a:lnTo>
                    <a:pt x="7279830" y="66472"/>
                  </a:lnTo>
                  <a:lnTo>
                    <a:pt x="7191466" y="87695"/>
                  </a:lnTo>
                  <a:lnTo>
                    <a:pt x="7105321" y="111914"/>
                  </a:lnTo>
                  <a:lnTo>
                    <a:pt x="7023400" y="139151"/>
                  </a:lnTo>
                  <a:lnTo>
                    <a:pt x="6946834" y="169541"/>
                  </a:lnTo>
                  <a:lnTo>
                    <a:pt x="6876031" y="203343"/>
                  </a:lnTo>
                  <a:lnTo>
                    <a:pt x="6810868" y="240945"/>
                  </a:lnTo>
                  <a:lnTo>
                    <a:pt x="6750867" y="282856"/>
                  </a:lnTo>
                  <a:lnTo>
                    <a:pt x="6695331" y="329683"/>
                  </a:lnTo>
                  <a:lnTo>
                    <a:pt x="6643458" y="382099"/>
                  </a:lnTo>
                  <a:lnTo>
                    <a:pt x="6594412" y="440770"/>
                  </a:lnTo>
                  <a:lnTo>
                    <a:pt x="6547398" y="506243"/>
                  </a:lnTo>
                  <a:lnTo>
                    <a:pt x="6515891" y="555342"/>
                  </a:lnTo>
                  <a:lnTo>
                    <a:pt x="6482706" y="611484"/>
                  </a:lnTo>
                  <a:lnTo>
                    <a:pt x="6449825" y="671487"/>
                  </a:lnTo>
                  <a:lnTo>
                    <a:pt x="6417070" y="735429"/>
                  </a:lnTo>
                  <a:lnTo>
                    <a:pt x="6384299" y="803336"/>
                  </a:lnTo>
                  <a:lnTo>
                    <a:pt x="6351401" y="875171"/>
                  </a:lnTo>
                  <a:lnTo>
                    <a:pt x="6318296" y="950834"/>
                  </a:lnTo>
                  <a:lnTo>
                    <a:pt x="6284931" y="1030152"/>
                  </a:lnTo>
                  <a:lnTo>
                    <a:pt x="6251276" y="1112884"/>
                  </a:lnTo>
                  <a:lnTo>
                    <a:pt x="6217324" y="1198714"/>
                  </a:lnTo>
                  <a:lnTo>
                    <a:pt x="6183091" y="1287260"/>
                  </a:lnTo>
                  <a:lnTo>
                    <a:pt x="6148607" y="1378073"/>
                  </a:lnTo>
                  <a:lnTo>
                    <a:pt x="6113920" y="1470653"/>
                  </a:lnTo>
                  <a:lnTo>
                    <a:pt x="6079090" y="1564451"/>
                  </a:lnTo>
                  <a:lnTo>
                    <a:pt x="6044182" y="1658889"/>
                  </a:lnTo>
                  <a:lnTo>
                    <a:pt x="6009269" y="1753372"/>
                  </a:lnTo>
                  <a:lnTo>
                    <a:pt x="5974423" y="1847305"/>
                  </a:lnTo>
                  <a:lnTo>
                    <a:pt x="5939710" y="1940104"/>
                  </a:lnTo>
                  <a:lnTo>
                    <a:pt x="5905193" y="2031218"/>
                  </a:lnTo>
                  <a:lnTo>
                    <a:pt x="5870919" y="2120136"/>
                  </a:lnTo>
                  <a:lnTo>
                    <a:pt x="5836923" y="2206402"/>
                  </a:lnTo>
                  <a:lnTo>
                    <a:pt x="5803223" y="2289624"/>
                  </a:lnTo>
                  <a:lnTo>
                    <a:pt x="5769815" y="2369475"/>
                  </a:lnTo>
                  <a:lnTo>
                    <a:pt x="5736674" y="2445702"/>
                  </a:lnTo>
                  <a:lnTo>
                    <a:pt x="5703750" y="2518123"/>
                  </a:lnTo>
                  <a:lnTo>
                    <a:pt x="5670966" y="2586627"/>
                  </a:lnTo>
                  <a:lnTo>
                    <a:pt x="5638216" y="2651168"/>
                  </a:lnTo>
                  <a:lnTo>
                    <a:pt x="5605365" y="2711761"/>
                  </a:lnTo>
                  <a:lnTo>
                    <a:pt x="5572239" y="2768479"/>
                  </a:lnTo>
                  <a:lnTo>
                    <a:pt x="5567201" y="2776712"/>
                  </a:lnTo>
                  <a:lnTo>
                    <a:pt x="5521177" y="2847023"/>
                  </a:lnTo>
                  <a:lnTo>
                    <a:pt x="5473608" y="2910327"/>
                  </a:lnTo>
                  <a:lnTo>
                    <a:pt x="5423768" y="2966976"/>
                  </a:lnTo>
                  <a:lnTo>
                    <a:pt x="5370840" y="3017572"/>
                  </a:lnTo>
                  <a:lnTo>
                    <a:pt x="5313992" y="3062792"/>
                  </a:lnTo>
                  <a:lnTo>
                    <a:pt x="5252444" y="3103295"/>
                  </a:lnTo>
                  <a:lnTo>
                    <a:pt x="5185557" y="3139661"/>
                  </a:lnTo>
                  <a:lnTo>
                    <a:pt x="5112945" y="3172361"/>
                  </a:lnTo>
                  <a:lnTo>
                    <a:pt x="5034631" y="3201744"/>
                  </a:lnTo>
                  <a:lnTo>
                    <a:pt x="4951231" y="3228029"/>
                  </a:lnTo>
                  <a:lnTo>
                    <a:pt x="4864133" y="3251314"/>
                  </a:lnTo>
                  <a:lnTo>
                    <a:pt x="4775633" y="3271593"/>
                  </a:lnTo>
                  <a:lnTo>
                    <a:pt x="4688923" y="3288804"/>
                  </a:lnTo>
                  <a:lnTo>
                    <a:pt x="4607846" y="3302882"/>
                  </a:lnTo>
                  <a:lnTo>
                    <a:pt x="4536391" y="3313831"/>
                  </a:lnTo>
                  <a:lnTo>
                    <a:pt x="4477962" y="3321793"/>
                  </a:lnTo>
                  <a:lnTo>
                    <a:pt x="4434634" y="3327075"/>
                  </a:lnTo>
                  <a:lnTo>
                    <a:pt x="4406610" y="3330148"/>
                  </a:lnTo>
                  <a:lnTo>
                    <a:pt x="4392048" y="3331590"/>
                  </a:lnTo>
                  <a:lnTo>
                    <a:pt x="4387227" y="3332024"/>
                  </a:lnTo>
                  <a:lnTo>
                    <a:pt x="4386855" y="3332054"/>
                  </a:lnTo>
                  <a:lnTo>
                    <a:pt x="3848118" y="3332054"/>
                  </a:lnTo>
                  <a:lnTo>
                    <a:pt x="3846838" y="3332018"/>
                  </a:lnTo>
                  <a:lnTo>
                    <a:pt x="3838483" y="3331761"/>
                  </a:lnTo>
                  <a:lnTo>
                    <a:pt x="3817642" y="3331050"/>
                  </a:lnTo>
                  <a:lnTo>
                    <a:pt x="3780945" y="3329654"/>
                  </a:lnTo>
                  <a:lnTo>
                    <a:pt x="3727385" y="3327372"/>
                  </a:lnTo>
                  <a:lnTo>
                    <a:pt x="3658341" y="3324058"/>
                  </a:lnTo>
                  <a:lnTo>
                    <a:pt x="3577118" y="3319631"/>
                  </a:lnTo>
                  <a:lnTo>
                    <a:pt x="3488101" y="3314071"/>
                  </a:lnTo>
                  <a:lnTo>
                    <a:pt x="3395809" y="3307396"/>
                  </a:lnTo>
                  <a:lnTo>
                    <a:pt x="3304150" y="3299633"/>
                  </a:lnTo>
                  <a:lnTo>
                    <a:pt x="3216017" y="3290790"/>
                  </a:lnTo>
                  <a:lnTo>
                    <a:pt x="3133214" y="3280840"/>
                  </a:lnTo>
                  <a:lnTo>
                    <a:pt x="3056577" y="3269709"/>
                  </a:lnTo>
                  <a:lnTo>
                    <a:pt x="2986210" y="3257271"/>
                  </a:lnTo>
                  <a:lnTo>
                    <a:pt x="2921706" y="3243353"/>
                  </a:lnTo>
                  <a:lnTo>
                    <a:pt x="2862342" y="3227737"/>
                  </a:lnTo>
                  <a:lnTo>
                    <a:pt x="2807229" y="3210175"/>
                  </a:lnTo>
                  <a:lnTo>
                    <a:pt x="2755417" y="3190412"/>
                  </a:lnTo>
                  <a:lnTo>
                    <a:pt x="2705982" y="3168230"/>
                  </a:lnTo>
                  <a:lnTo>
                    <a:pt x="2667772" y="3148755"/>
                  </a:lnTo>
                  <a:lnTo>
                    <a:pt x="2620773" y="3122076"/>
                  </a:lnTo>
                  <a:lnTo>
                    <a:pt x="2574232" y="3092807"/>
                  </a:lnTo>
                  <a:lnTo>
                    <a:pt x="2527706" y="3060905"/>
                  </a:lnTo>
                  <a:lnTo>
                    <a:pt x="2480882" y="3026408"/>
                  </a:lnTo>
                  <a:lnTo>
                    <a:pt x="2433567" y="2989441"/>
                  </a:lnTo>
                  <a:lnTo>
                    <a:pt x="2385669" y="2950228"/>
                  </a:lnTo>
                  <a:lnTo>
                    <a:pt x="2337188" y="2909083"/>
                  </a:lnTo>
                  <a:lnTo>
                    <a:pt x="2288199" y="2866414"/>
                  </a:lnTo>
                  <a:lnTo>
                    <a:pt x="2238844" y="2822699"/>
                  </a:lnTo>
                  <a:lnTo>
                    <a:pt x="2189303" y="2778470"/>
                  </a:lnTo>
                  <a:lnTo>
                    <a:pt x="2139779" y="2734289"/>
                  </a:lnTo>
                  <a:lnTo>
                    <a:pt x="2090473" y="2690712"/>
                  </a:lnTo>
                  <a:lnTo>
                    <a:pt x="2041561" y="2648265"/>
                  </a:lnTo>
                  <a:lnTo>
                    <a:pt x="1993173" y="2607416"/>
                  </a:lnTo>
                  <a:lnTo>
                    <a:pt x="1945374" y="2568557"/>
                  </a:lnTo>
                  <a:lnTo>
                    <a:pt x="1898150" y="2531989"/>
                  </a:lnTo>
                  <a:lnTo>
                    <a:pt x="1851393" y="2497917"/>
                  </a:lnTo>
                  <a:lnTo>
                    <a:pt x="1804889" y="2466453"/>
                  </a:lnTo>
                  <a:lnTo>
                    <a:pt x="1758307" y="2437619"/>
                  </a:lnTo>
                  <a:lnTo>
                    <a:pt x="1719082" y="2415558"/>
                  </a:lnTo>
                  <a:lnTo>
                    <a:pt x="1670955" y="2391361"/>
                  </a:lnTo>
                  <a:lnTo>
                    <a:pt x="1621107" y="2369685"/>
                  </a:lnTo>
                  <a:lnTo>
                    <a:pt x="1568699" y="2350391"/>
                  </a:lnTo>
                  <a:lnTo>
                    <a:pt x="1512797" y="2333246"/>
                  </a:lnTo>
                  <a:lnTo>
                    <a:pt x="1452454" y="2317995"/>
                  </a:lnTo>
                  <a:lnTo>
                    <a:pt x="1386806" y="2304394"/>
                  </a:lnTo>
                  <a:lnTo>
                    <a:pt x="1315182" y="2292235"/>
                  </a:lnTo>
                  <a:lnTo>
                    <a:pt x="1237261" y="2281353"/>
                  </a:lnTo>
                  <a:lnTo>
                    <a:pt x="1153275" y="2271634"/>
                  </a:lnTo>
                  <a:lnTo>
                    <a:pt x="1064244" y="2263012"/>
                  </a:lnTo>
                  <a:lnTo>
                    <a:pt x="972185" y="2255469"/>
                  </a:lnTo>
                  <a:lnTo>
                    <a:pt x="880215" y="2249018"/>
                  </a:lnTo>
                  <a:lnTo>
                    <a:pt x="792411" y="2243688"/>
                  </a:lnTo>
                  <a:lnTo>
                    <a:pt x="713334" y="2239491"/>
                  </a:lnTo>
                  <a:lnTo>
                    <a:pt x="647227" y="2236396"/>
                  </a:lnTo>
                  <a:lnTo>
                    <a:pt x="597064" y="2234309"/>
                  </a:lnTo>
                  <a:lnTo>
                    <a:pt x="563759" y="2233070"/>
                  </a:lnTo>
                  <a:lnTo>
                    <a:pt x="545806" y="2232470"/>
                  </a:lnTo>
                  <a:lnTo>
                    <a:pt x="539391" y="2232277"/>
                  </a:lnTo>
                  <a:lnTo>
                    <a:pt x="538736" y="2232259"/>
                  </a:lnTo>
                  <a:lnTo>
                    <a:pt x="0" y="223225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60" name="pl960"/>
            <p:cNvSpPr/>
            <p:nvPr/>
          </p:nvSpPr>
          <p:spPr>
            <a:xfrm>
              <a:off x="546595" y="1774029"/>
              <a:ext cx="8234974" cy="3332054"/>
            </a:xfrm>
            <a:custGeom>
              <a:avLst/>
              <a:pathLst>
                <a:path w="8234974" h="3332054">
                  <a:moveTo>
                    <a:pt x="0" y="2232259"/>
                  </a:moveTo>
                  <a:lnTo>
                    <a:pt x="538736" y="2232259"/>
                  </a:lnTo>
                  <a:lnTo>
                    <a:pt x="540016" y="2232295"/>
                  </a:lnTo>
                  <a:lnTo>
                    <a:pt x="548372" y="2232552"/>
                  </a:lnTo>
                  <a:lnTo>
                    <a:pt x="569212" y="2233263"/>
                  </a:lnTo>
                  <a:lnTo>
                    <a:pt x="605909" y="2234659"/>
                  </a:lnTo>
                  <a:lnTo>
                    <a:pt x="659470" y="2236940"/>
                  </a:lnTo>
                  <a:lnTo>
                    <a:pt x="728514" y="2240255"/>
                  </a:lnTo>
                  <a:lnTo>
                    <a:pt x="809737" y="2244682"/>
                  </a:lnTo>
                  <a:lnTo>
                    <a:pt x="898753" y="2250242"/>
                  </a:lnTo>
                  <a:lnTo>
                    <a:pt x="991046" y="2256917"/>
                  </a:lnTo>
                  <a:lnTo>
                    <a:pt x="1082705" y="2264680"/>
                  </a:lnTo>
                  <a:lnTo>
                    <a:pt x="1170837" y="2273523"/>
                  </a:lnTo>
                  <a:lnTo>
                    <a:pt x="1253641" y="2283473"/>
                  </a:lnTo>
                  <a:lnTo>
                    <a:pt x="1330277" y="2294604"/>
                  </a:lnTo>
                  <a:lnTo>
                    <a:pt x="1400644" y="2307041"/>
                  </a:lnTo>
                  <a:lnTo>
                    <a:pt x="1465149" y="2320960"/>
                  </a:lnTo>
                  <a:lnTo>
                    <a:pt x="1524513" y="2336576"/>
                  </a:lnTo>
                  <a:lnTo>
                    <a:pt x="1579626" y="2354138"/>
                  </a:lnTo>
                  <a:lnTo>
                    <a:pt x="1631438" y="2373901"/>
                  </a:lnTo>
                  <a:lnTo>
                    <a:pt x="1680872" y="2396083"/>
                  </a:lnTo>
                  <a:lnTo>
                    <a:pt x="1719082" y="2415558"/>
                  </a:lnTo>
                  <a:lnTo>
                    <a:pt x="1766082" y="2442237"/>
                  </a:lnTo>
                  <a:lnTo>
                    <a:pt x="1812623" y="2471506"/>
                  </a:lnTo>
                  <a:lnTo>
                    <a:pt x="1859149" y="2503408"/>
                  </a:lnTo>
                  <a:lnTo>
                    <a:pt x="1905972" y="2537905"/>
                  </a:lnTo>
                  <a:lnTo>
                    <a:pt x="1953287" y="2574871"/>
                  </a:lnTo>
                  <a:lnTo>
                    <a:pt x="2001185" y="2614085"/>
                  </a:lnTo>
                  <a:lnTo>
                    <a:pt x="2049667" y="2655229"/>
                  </a:lnTo>
                  <a:lnTo>
                    <a:pt x="2098655" y="2697899"/>
                  </a:lnTo>
                  <a:lnTo>
                    <a:pt x="2148011" y="2741614"/>
                  </a:lnTo>
                  <a:lnTo>
                    <a:pt x="2197552" y="2785842"/>
                  </a:lnTo>
                  <a:lnTo>
                    <a:pt x="2247075" y="2830024"/>
                  </a:lnTo>
                  <a:lnTo>
                    <a:pt x="2296381" y="2873601"/>
                  </a:lnTo>
                  <a:lnTo>
                    <a:pt x="2345294" y="2916048"/>
                  </a:lnTo>
                  <a:lnTo>
                    <a:pt x="2393682" y="2956897"/>
                  </a:lnTo>
                  <a:lnTo>
                    <a:pt x="2441480" y="2995756"/>
                  </a:lnTo>
                  <a:lnTo>
                    <a:pt x="2488704" y="3032324"/>
                  </a:lnTo>
                  <a:lnTo>
                    <a:pt x="2535462" y="3066396"/>
                  </a:lnTo>
                  <a:lnTo>
                    <a:pt x="2581966" y="3097860"/>
                  </a:lnTo>
                  <a:lnTo>
                    <a:pt x="2628548" y="3126693"/>
                  </a:lnTo>
                  <a:lnTo>
                    <a:pt x="2667772" y="3148755"/>
                  </a:lnTo>
                  <a:lnTo>
                    <a:pt x="2715900" y="3172952"/>
                  </a:lnTo>
                  <a:lnTo>
                    <a:pt x="2765748" y="3194628"/>
                  </a:lnTo>
                  <a:lnTo>
                    <a:pt x="2818155" y="3213922"/>
                  </a:lnTo>
                  <a:lnTo>
                    <a:pt x="2874058" y="3231067"/>
                  </a:lnTo>
                  <a:lnTo>
                    <a:pt x="2934400" y="3246318"/>
                  </a:lnTo>
                  <a:lnTo>
                    <a:pt x="3000048" y="3259918"/>
                  </a:lnTo>
                  <a:lnTo>
                    <a:pt x="3071672" y="3272078"/>
                  </a:lnTo>
                  <a:lnTo>
                    <a:pt x="3149594" y="3282959"/>
                  </a:lnTo>
                  <a:lnTo>
                    <a:pt x="3233579" y="3292679"/>
                  </a:lnTo>
                  <a:lnTo>
                    <a:pt x="3322610" y="3301301"/>
                  </a:lnTo>
                  <a:lnTo>
                    <a:pt x="3414669" y="3308844"/>
                  </a:lnTo>
                  <a:lnTo>
                    <a:pt x="3506640" y="3315295"/>
                  </a:lnTo>
                  <a:lnTo>
                    <a:pt x="3594444" y="3320625"/>
                  </a:lnTo>
                  <a:lnTo>
                    <a:pt x="3673521" y="3324822"/>
                  </a:lnTo>
                  <a:lnTo>
                    <a:pt x="3739627" y="3327917"/>
                  </a:lnTo>
                  <a:lnTo>
                    <a:pt x="3789791" y="3330004"/>
                  </a:lnTo>
                  <a:lnTo>
                    <a:pt x="3823096" y="3331243"/>
                  </a:lnTo>
                  <a:lnTo>
                    <a:pt x="3841049" y="3331843"/>
                  </a:lnTo>
                  <a:lnTo>
                    <a:pt x="3847464" y="3332036"/>
                  </a:lnTo>
                  <a:lnTo>
                    <a:pt x="3848118" y="3332054"/>
                  </a:lnTo>
                  <a:lnTo>
                    <a:pt x="4386855" y="3332054"/>
                  </a:lnTo>
                  <a:lnTo>
                    <a:pt x="4387980" y="3331959"/>
                  </a:lnTo>
                  <a:lnTo>
                    <a:pt x="4395343" y="3331277"/>
                  </a:lnTo>
                  <a:lnTo>
                    <a:pt x="4413795" y="3329392"/>
                  </a:lnTo>
                  <a:lnTo>
                    <a:pt x="4446499" y="3325687"/>
                  </a:lnTo>
                  <a:lnTo>
                    <a:pt x="4494662" y="3319611"/>
                  </a:lnTo>
                  <a:lnTo>
                    <a:pt x="4557460" y="3310740"/>
                  </a:lnTo>
                  <a:lnTo>
                    <a:pt x="4632331" y="3298821"/>
                  </a:lnTo>
                  <a:lnTo>
                    <a:pt x="4715603" y="3283761"/>
                  </a:lnTo>
                  <a:lnTo>
                    <a:pt x="4803262" y="3265582"/>
                  </a:lnTo>
                  <a:lnTo>
                    <a:pt x="4891627" y="3244359"/>
                  </a:lnTo>
                  <a:lnTo>
                    <a:pt x="4977772" y="3220140"/>
                  </a:lnTo>
                  <a:lnTo>
                    <a:pt x="5059692" y="3192903"/>
                  </a:lnTo>
                  <a:lnTo>
                    <a:pt x="5136258" y="3162513"/>
                  </a:lnTo>
                  <a:lnTo>
                    <a:pt x="5207061" y="3128711"/>
                  </a:lnTo>
                  <a:lnTo>
                    <a:pt x="5272224" y="3091108"/>
                  </a:lnTo>
                  <a:lnTo>
                    <a:pt x="5332226" y="3049198"/>
                  </a:lnTo>
                  <a:lnTo>
                    <a:pt x="5387761" y="3002371"/>
                  </a:lnTo>
                  <a:lnTo>
                    <a:pt x="5439635" y="2949955"/>
                  </a:lnTo>
                  <a:lnTo>
                    <a:pt x="5488680" y="2891284"/>
                  </a:lnTo>
                  <a:lnTo>
                    <a:pt x="5535694" y="2825811"/>
                  </a:lnTo>
                  <a:lnTo>
                    <a:pt x="5567201" y="2776712"/>
                  </a:lnTo>
                  <a:lnTo>
                    <a:pt x="5600386" y="2720570"/>
                  </a:lnTo>
                  <a:lnTo>
                    <a:pt x="5633267" y="2660567"/>
                  </a:lnTo>
                  <a:lnTo>
                    <a:pt x="5666022" y="2596625"/>
                  </a:lnTo>
                  <a:lnTo>
                    <a:pt x="5698794" y="2528718"/>
                  </a:lnTo>
                  <a:lnTo>
                    <a:pt x="5731691" y="2456883"/>
                  </a:lnTo>
                  <a:lnTo>
                    <a:pt x="5764796" y="2381220"/>
                  </a:lnTo>
                  <a:lnTo>
                    <a:pt x="5798161" y="2301902"/>
                  </a:lnTo>
                  <a:lnTo>
                    <a:pt x="5831817" y="2219170"/>
                  </a:lnTo>
                  <a:lnTo>
                    <a:pt x="5865768" y="2133340"/>
                  </a:lnTo>
                  <a:lnTo>
                    <a:pt x="5900002" y="2044794"/>
                  </a:lnTo>
                  <a:lnTo>
                    <a:pt x="5934485" y="1953981"/>
                  </a:lnTo>
                  <a:lnTo>
                    <a:pt x="5969172" y="1861401"/>
                  </a:lnTo>
                  <a:lnTo>
                    <a:pt x="6004003" y="1767603"/>
                  </a:lnTo>
                  <a:lnTo>
                    <a:pt x="6038910" y="1673165"/>
                  </a:lnTo>
                  <a:lnTo>
                    <a:pt x="6073823" y="1578682"/>
                  </a:lnTo>
                  <a:lnTo>
                    <a:pt x="6108670" y="1484749"/>
                  </a:lnTo>
                  <a:lnTo>
                    <a:pt x="6143382" y="1391950"/>
                  </a:lnTo>
                  <a:lnTo>
                    <a:pt x="6177900" y="1300836"/>
                  </a:lnTo>
                  <a:lnTo>
                    <a:pt x="6212174" y="1211918"/>
                  </a:lnTo>
                  <a:lnTo>
                    <a:pt x="6246169" y="1125651"/>
                  </a:lnTo>
                  <a:lnTo>
                    <a:pt x="6279869" y="1042430"/>
                  </a:lnTo>
                  <a:lnTo>
                    <a:pt x="6313277" y="962579"/>
                  </a:lnTo>
                  <a:lnTo>
                    <a:pt x="6346418" y="886352"/>
                  </a:lnTo>
                  <a:lnTo>
                    <a:pt x="6379343" y="813931"/>
                  </a:lnTo>
                  <a:lnTo>
                    <a:pt x="6412127" y="745427"/>
                  </a:lnTo>
                  <a:lnTo>
                    <a:pt x="6444876" y="680886"/>
                  </a:lnTo>
                  <a:lnTo>
                    <a:pt x="6477728" y="620293"/>
                  </a:lnTo>
                  <a:lnTo>
                    <a:pt x="6510853" y="563575"/>
                  </a:lnTo>
                  <a:lnTo>
                    <a:pt x="6515891" y="555342"/>
                  </a:lnTo>
                  <a:lnTo>
                    <a:pt x="6561916" y="485031"/>
                  </a:lnTo>
                  <a:lnTo>
                    <a:pt x="6609484" y="421727"/>
                  </a:lnTo>
                  <a:lnTo>
                    <a:pt x="6659325" y="365078"/>
                  </a:lnTo>
                  <a:lnTo>
                    <a:pt x="6712253" y="314482"/>
                  </a:lnTo>
                  <a:lnTo>
                    <a:pt x="6769101" y="269262"/>
                  </a:lnTo>
                  <a:lnTo>
                    <a:pt x="6830648" y="228759"/>
                  </a:lnTo>
                  <a:lnTo>
                    <a:pt x="6897536" y="192393"/>
                  </a:lnTo>
                  <a:lnTo>
                    <a:pt x="6970148" y="159693"/>
                  </a:lnTo>
                  <a:lnTo>
                    <a:pt x="7048461" y="130310"/>
                  </a:lnTo>
                  <a:lnTo>
                    <a:pt x="7131862" y="104025"/>
                  </a:lnTo>
                  <a:lnTo>
                    <a:pt x="7218959" y="80740"/>
                  </a:lnTo>
                  <a:lnTo>
                    <a:pt x="7307459" y="60460"/>
                  </a:lnTo>
                  <a:lnTo>
                    <a:pt x="7394170" y="43250"/>
                  </a:lnTo>
                  <a:lnTo>
                    <a:pt x="7475246" y="29172"/>
                  </a:lnTo>
                  <a:lnTo>
                    <a:pt x="7546702" y="18223"/>
                  </a:lnTo>
                  <a:lnTo>
                    <a:pt x="7605130" y="10261"/>
                  </a:lnTo>
                  <a:lnTo>
                    <a:pt x="7648458" y="4979"/>
                  </a:lnTo>
                  <a:lnTo>
                    <a:pt x="7676482" y="1906"/>
                  </a:lnTo>
                  <a:lnTo>
                    <a:pt x="7691044" y="464"/>
                  </a:lnTo>
                  <a:lnTo>
                    <a:pt x="7695865" y="3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1" name="pl961"/>
            <p:cNvSpPr/>
            <p:nvPr/>
          </p:nvSpPr>
          <p:spPr>
            <a:xfrm>
              <a:off x="546595" y="1763140"/>
              <a:ext cx="8234974" cy="3332054"/>
            </a:xfrm>
            <a:custGeom>
              <a:avLst/>
              <a:pathLst>
                <a:path w="8234974" h="3332054">
                  <a:moveTo>
                    <a:pt x="8234974" y="0"/>
                  </a:moveTo>
                  <a:lnTo>
                    <a:pt x="7696237" y="0"/>
                  </a:lnTo>
                  <a:lnTo>
                    <a:pt x="7695113" y="95"/>
                  </a:lnTo>
                  <a:lnTo>
                    <a:pt x="7687749" y="777"/>
                  </a:lnTo>
                  <a:lnTo>
                    <a:pt x="7669298" y="2662"/>
                  </a:lnTo>
                  <a:lnTo>
                    <a:pt x="7636594" y="6367"/>
                  </a:lnTo>
                  <a:lnTo>
                    <a:pt x="7588430" y="12443"/>
                  </a:lnTo>
                  <a:lnTo>
                    <a:pt x="7525632" y="21314"/>
                  </a:lnTo>
                  <a:lnTo>
                    <a:pt x="7450762" y="33233"/>
                  </a:lnTo>
                  <a:lnTo>
                    <a:pt x="7367490" y="48293"/>
                  </a:lnTo>
                  <a:lnTo>
                    <a:pt x="7279830" y="66472"/>
                  </a:lnTo>
                  <a:lnTo>
                    <a:pt x="7191466" y="87695"/>
                  </a:lnTo>
                  <a:lnTo>
                    <a:pt x="7105321" y="111914"/>
                  </a:lnTo>
                  <a:lnTo>
                    <a:pt x="7023400" y="139151"/>
                  </a:lnTo>
                  <a:lnTo>
                    <a:pt x="6946834" y="169541"/>
                  </a:lnTo>
                  <a:lnTo>
                    <a:pt x="6876031" y="203343"/>
                  </a:lnTo>
                  <a:lnTo>
                    <a:pt x="6810868" y="240945"/>
                  </a:lnTo>
                  <a:lnTo>
                    <a:pt x="6750867" y="282856"/>
                  </a:lnTo>
                  <a:lnTo>
                    <a:pt x="6695331" y="329683"/>
                  </a:lnTo>
                  <a:lnTo>
                    <a:pt x="6643458" y="382099"/>
                  </a:lnTo>
                  <a:lnTo>
                    <a:pt x="6594412" y="440770"/>
                  </a:lnTo>
                  <a:lnTo>
                    <a:pt x="6547398" y="506243"/>
                  </a:lnTo>
                  <a:lnTo>
                    <a:pt x="6515891" y="555342"/>
                  </a:lnTo>
                  <a:lnTo>
                    <a:pt x="6482706" y="611484"/>
                  </a:lnTo>
                  <a:lnTo>
                    <a:pt x="6449825" y="671487"/>
                  </a:lnTo>
                  <a:lnTo>
                    <a:pt x="6417070" y="735429"/>
                  </a:lnTo>
                  <a:lnTo>
                    <a:pt x="6384299" y="803336"/>
                  </a:lnTo>
                  <a:lnTo>
                    <a:pt x="6351401" y="875171"/>
                  </a:lnTo>
                  <a:lnTo>
                    <a:pt x="6318296" y="950834"/>
                  </a:lnTo>
                  <a:lnTo>
                    <a:pt x="6284931" y="1030152"/>
                  </a:lnTo>
                  <a:lnTo>
                    <a:pt x="6251276" y="1112884"/>
                  </a:lnTo>
                  <a:lnTo>
                    <a:pt x="6217324" y="1198714"/>
                  </a:lnTo>
                  <a:lnTo>
                    <a:pt x="6183091" y="1287260"/>
                  </a:lnTo>
                  <a:lnTo>
                    <a:pt x="6148607" y="1378073"/>
                  </a:lnTo>
                  <a:lnTo>
                    <a:pt x="6113920" y="1470653"/>
                  </a:lnTo>
                  <a:lnTo>
                    <a:pt x="6079090" y="1564451"/>
                  </a:lnTo>
                  <a:lnTo>
                    <a:pt x="6044182" y="1658889"/>
                  </a:lnTo>
                  <a:lnTo>
                    <a:pt x="6009269" y="1753372"/>
                  </a:lnTo>
                  <a:lnTo>
                    <a:pt x="5974423" y="1847305"/>
                  </a:lnTo>
                  <a:lnTo>
                    <a:pt x="5939710" y="1940104"/>
                  </a:lnTo>
                  <a:lnTo>
                    <a:pt x="5905193" y="2031218"/>
                  </a:lnTo>
                  <a:lnTo>
                    <a:pt x="5870919" y="2120136"/>
                  </a:lnTo>
                  <a:lnTo>
                    <a:pt x="5836923" y="2206402"/>
                  </a:lnTo>
                  <a:lnTo>
                    <a:pt x="5803223" y="2289624"/>
                  </a:lnTo>
                  <a:lnTo>
                    <a:pt x="5769815" y="2369475"/>
                  </a:lnTo>
                  <a:lnTo>
                    <a:pt x="5736674" y="2445702"/>
                  </a:lnTo>
                  <a:lnTo>
                    <a:pt x="5703750" y="2518123"/>
                  </a:lnTo>
                  <a:lnTo>
                    <a:pt x="5670966" y="2586627"/>
                  </a:lnTo>
                  <a:lnTo>
                    <a:pt x="5638216" y="2651168"/>
                  </a:lnTo>
                  <a:lnTo>
                    <a:pt x="5605365" y="2711761"/>
                  </a:lnTo>
                  <a:lnTo>
                    <a:pt x="5572239" y="2768479"/>
                  </a:lnTo>
                  <a:lnTo>
                    <a:pt x="5567201" y="2776712"/>
                  </a:lnTo>
                  <a:lnTo>
                    <a:pt x="5521177" y="2847023"/>
                  </a:lnTo>
                  <a:lnTo>
                    <a:pt x="5473608" y="2910327"/>
                  </a:lnTo>
                  <a:lnTo>
                    <a:pt x="5423768" y="2966976"/>
                  </a:lnTo>
                  <a:lnTo>
                    <a:pt x="5370840" y="3017572"/>
                  </a:lnTo>
                  <a:lnTo>
                    <a:pt x="5313992" y="3062792"/>
                  </a:lnTo>
                  <a:lnTo>
                    <a:pt x="5252444" y="3103295"/>
                  </a:lnTo>
                  <a:lnTo>
                    <a:pt x="5185557" y="3139661"/>
                  </a:lnTo>
                  <a:lnTo>
                    <a:pt x="5112945" y="3172361"/>
                  </a:lnTo>
                  <a:lnTo>
                    <a:pt x="5034631" y="3201744"/>
                  </a:lnTo>
                  <a:lnTo>
                    <a:pt x="4951231" y="3228029"/>
                  </a:lnTo>
                  <a:lnTo>
                    <a:pt x="4864133" y="3251314"/>
                  </a:lnTo>
                  <a:lnTo>
                    <a:pt x="4775633" y="3271593"/>
                  </a:lnTo>
                  <a:lnTo>
                    <a:pt x="4688923" y="3288804"/>
                  </a:lnTo>
                  <a:lnTo>
                    <a:pt x="4607846" y="3302882"/>
                  </a:lnTo>
                  <a:lnTo>
                    <a:pt x="4536391" y="3313831"/>
                  </a:lnTo>
                  <a:lnTo>
                    <a:pt x="4477962" y="3321793"/>
                  </a:lnTo>
                  <a:lnTo>
                    <a:pt x="4434634" y="3327075"/>
                  </a:lnTo>
                  <a:lnTo>
                    <a:pt x="4406610" y="3330148"/>
                  </a:lnTo>
                  <a:lnTo>
                    <a:pt x="4392048" y="3331590"/>
                  </a:lnTo>
                  <a:lnTo>
                    <a:pt x="4387227" y="3332024"/>
                  </a:lnTo>
                  <a:lnTo>
                    <a:pt x="4386855" y="3332054"/>
                  </a:lnTo>
                  <a:lnTo>
                    <a:pt x="3848118" y="3332054"/>
                  </a:lnTo>
                  <a:lnTo>
                    <a:pt x="3846838" y="3332018"/>
                  </a:lnTo>
                  <a:lnTo>
                    <a:pt x="3838483" y="3331761"/>
                  </a:lnTo>
                  <a:lnTo>
                    <a:pt x="3817642" y="3331050"/>
                  </a:lnTo>
                  <a:lnTo>
                    <a:pt x="3780945" y="3329654"/>
                  </a:lnTo>
                  <a:lnTo>
                    <a:pt x="3727385" y="3327372"/>
                  </a:lnTo>
                  <a:lnTo>
                    <a:pt x="3658341" y="3324058"/>
                  </a:lnTo>
                  <a:lnTo>
                    <a:pt x="3577118" y="3319631"/>
                  </a:lnTo>
                  <a:lnTo>
                    <a:pt x="3488101" y="3314071"/>
                  </a:lnTo>
                  <a:lnTo>
                    <a:pt x="3395809" y="3307396"/>
                  </a:lnTo>
                  <a:lnTo>
                    <a:pt x="3304150" y="3299633"/>
                  </a:lnTo>
                  <a:lnTo>
                    <a:pt x="3216017" y="3290790"/>
                  </a:lnTo>
                  <a:lnTo>
                    <a:pt x="3133214" y="3280840"/>
                  </a:lnTo>
                  <a:lnTo>
                    <a:pt x="3056577" y="3269709"/>
                  </a:lnTo>
                  <a:lnTo>
                    <a:pt x="2986210" y="3257271"/>
                  </a:lnTo>
                  <a:lnTo>
                    <a:pt x="2921706" y="3243353"/>
                  </a:lnTo>
                  <a:lnTo>
                    <a:pt x="2862342" y="3227737"/>
                  </a:lnTo>
                  <a:lnTo>
                    <a:pt x="2807229" y="3210175"/>
                  </a:lnTo>
                  <a:lnTo>
                    <a:pt x="2755417" y="3190412"/>
                  </a:lnTo>
                  <a:lnTo>
                    <a:pt x="2705982" y="3168230"/>
                  </a:lnTo>
                  <a:lnTo>
                    <a:pt x="2667772" y="3148755"/>
                  </a:lnTo>
                  <a:lnTo>
                    <a:pt x="2620773" y="3122076"/>
                  </a:lnTo>
                  <a:lnTo>
                    <a:pt x="2574232" y="3092807"/>
                  </a:lnTo>
                  <a:lnTo>
                    <a:pt x="2527706" y="3060905"/>
                  </a:lnTo>
                  <a:lnTo>
                    <a:pt x="2480882" y="3026408"/>
                  </a:lnTo>
                  <a:lnTo>
                    <a:pt x="2433567" y="2989441"/>
                  </a:lnTo>
                  <a:lnTo>
                    <a:pt x="2385669" y="2950228"/>
                  </a:lnTo>
                  <a:lnTo>
                    <a:pt x="2337188" y="2909083"/>
                  </a:lnTo>
                  <a:lnTo>
                    <a:pt x="2288199" y="2866414"/>
                  </a:lnTo>
                  <a:lnTo>
                    <a:pt x="2238844" y="2822699"/>
                  </a:lnTo>
                  <a:lnTo>
                    <a:pt x="2189303" y="2778470"/>
                  </a:lnTo>
                  <a:lnTo>
                    <a:pt x="2139779" y="2734289"/>
                  </a:lnTo>
                  <a:lnTo>
                    <a:pt x="2090473" y="2690712"/>
                  </a:lnTo>
                  <a:lnTo>
                    <a:pt x="2041561" y="2648265"/>
                  </a:lnTo>
                  <a:lnTo>
                    <a:pt x="1993173" y="2607416"/>
                  </a:lnTo>
                  <a:lnTo>
                    <a:pt x="1945374" y="2568557"/>
                  </a:lnTo>
                  <a:lnTo>
                    <a:pt x="1898150" y="2531989"/>
                  </a:lnTo>
                  <a:lnTo>
                    <a:pt x="1851393" y="2497917"/>
                  </a:lnTo>
                  <a:lnTo>
                    <a:pt x="1804889" y="2466453"/>
                  </a:lnTo>
                  <a:lnTo>
                    <a:pt x="1758307" y="2437619"/>
                  </a:lnTo>
                  <a:lnTo>
                    <a:pt x="1719082" y="2415558"/>
                  </a:lnTo>
                  <a:lnTo>
                    <a:pt x="1670955" y="2391361"/>
                  </a:lnTo>
                  <a:lnTo>
                    <a:pt x="1621107" y="2369685"/>
                  </a:lnTo>
                  <a:lnTo>
                    <a:pt x="1568699" y="2350391"/>
                  </a:lnTo>
                  <a:lnTo>
                    <a:pt x="1512797" y="2333246"/>
                  </a:lnTo>
                  <a:lnTo>
                    <a:pt x="1452454" y="2317995"/>
                  </a:lnTo>
                  <a:lnTo>
                    <a:pt x="1386806" y="2304394"/>
                  </a:lnTo>
                  <a:lnTo>
                    <a:pt x="1315182" y="2292235"/>
                  </a:lnTo>
                  <a:lnTo>
                    <a:pt x="1237261" y="2281353"/>
                  </a:lnTo>
                  <a:lnTo>
                    <a:pt x="1153275" y="2271634"/>
                  </a:lnTo>
                  <a:lnTo>
                    <a:pt x="1064244" y="2263012"/>
                  </a:lnTo>
                  <a:lnTo>
                    <a:pt x="972185" y="2255469"/>
                  </a:lnTo>
                  <a:lnTo>
                    <a:pt x="880215" y="2249018"/>
                  </a:lnTo>
                  <a:lnTo>
                    <a:pt x="792411" y="2243688"/>
                  </a:lnTo>
                  <a:lnTo>
                    <a:pt x="713334" y="2239491"/>
                  </a:lnTo>
                  <a:lnTo>
                    <a:pt x="647227" y="2236396"/>
                  </a:lnTo>
                  <a:lnTo>
                    <a:pt x="597064" y="2234309"/>
                  </a:lnTo>
                  <a:lnTo>
                    <a:pt x="563759" y="2233070"/>
                  </a:lnTo>
                  <a:lnTo>
                    <a:pt x="545806" y="2232470"/>
                  </a:lnTo>
                  <a:lnTo>
                    <a:pt x="539391" y="2232277"/>
                  </a:lnTo>
                  <a:lnTo>
                    <a:pt x="538736" y="2232259"/>
                  </a:lnTo>
                  <a:lnTo>
                    <a:pt x="0" y="2232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2" name="pg962"/>
            <p:cNvSpPr/>
            <p:nvPr/>
          </p:nvSpPr>
          <p:spPr>
            <a:xfrm>
              <a:off x="546595" y="1948254"/>
              <a:ext cx="8234974" cy="3174163"/>
            </a:xfrm>
            <a:custGeom>
              <a:avLst/>
              <a:pathLst>
                <a:path w="8234974" h="3174163">
                  <a:moveTo>
                    <a:pt x="0" y="2063478"/>
                  </a:moveTo>
                  <a:lnTo>
                    <a:pt x="538736" y="2063478"/>
                  </a:lnTo>
                  <a:lnTo>
                    <a:pt x="540016" y="2063514"/>
                  </a:lnTo>
                  <a:lnTo>
                    <a:pt x="548368" y="2063774"/>
                  </a:lnTo>
                  <a:lnTo>
                    <a:pt x="569202" y="2064492"/>
                  </a:lnTo>
                  <a:lnTo>
                    <a:pt x="605888" y="2065901"/>
                  </a:lnTo>
                  <a:lnTo>
                    <a:pt x="659433" y="2068205"/>
                  </a:lnTo>
                  <a:lnTo>
                    <a:pt x="728461" y="2071551"/>
                  </a:lnTo>
                  <a:lnTo>
                    <a:pt x="809666" y="2076020"/>
                  </a:lnTo>
                  <a:lnTo>
                    <a:pt x="898668" y="2081634"/>
                  </a:lnTo>
                  <a:lnTo>
                    <a:pt x="990948" y="2088373"/>
                  </a:lnTo>
                  <a:lnTo>
                    <a:pt x="1082599" y="2096211"/>
                  </a:lnTo>
                  <a:lnTo>
                    <a:pt x="1170727" y="2105139"/>
                  </a:lnTo>
                  <a:lnTo>
                    <a:pt x="1253529" y="2115184"/>
                  </a:lnTo>
                  <a:lnTo>
                    <a:pt x="1330165" y="2126422"/>
                  </a:lnTo>
                  <a:lnTo>
                    <a:pt x="1400534" y="2138980"/>
                  </a:lnTo>
                  <a:lnTo>
                    <a:pt x="1465040" y="2153032"/>
                  </a:lnTo>
                  <a:lnTo>
                    <a:pt x="1524406" y="2168797"/>
                  </a:lnTo>
                  <a:lnTo>
                    <a:pt x="1579520" y="2186527"/>
                  </a:lnTo>
                  <a:lnTo>
                    <a:pt x="1631332" y="2206478"/>
                  </a:lnTo>
                  <a:lnTo>
                    <a:pt x="1680764" y="2228871"/>
                  </a:lnTo>
                  <a:lnTo>
                    <a:pt x="1719082" y="2248592"/>
                  </a:lnTo>
                  <a:lnTo>
                    <a:pt x="1765996" y="2275483"/>
                  </a:lnTo>
                  <a:lnTo>
                    <a:pt x="1812450" y="2304980"/>
                  </a:lnTo>
                  <a:lnTo>
                    <a:pt x="1858890" y="2337126"/>
                  </a:lnTo>
                  <a:lnTo>
                    <a:pt x="1905624" y="2371883"/>
                  </a:lnTo>
                  <a:lnTo>
                    <a:pt x="1952846" y="2409127"/>
                  </a:lnTo>
                  <a:lnTo>
                    <a:pt x="2000650" y="2448634"/>
                  </a:lnTo>
                  <a:lnTo>
                    <a:pt x="2049035" y="2490087"/>
                  </a:lnTo>
                  <a:lnTo>
                    <a:pt x="2097926" y="2533081"/>
                  </a:lnTo>
                  <a:lnTo>
                    <a:pt x="2147186" y="2577135"/>
                  </a:lnTo>
                  <a:lnTo>
                    <a:pt x="2196634" y="2621715"/>
                  </a:lnTo>
                  <a:lnTo>
                    <a:pt x="2246068" y="2666257"/>
                  </a:lnTo>
                  <a:lnTo>
                    <a:pt x="2295289" y="2710203"/>
                  </a:lnTo>
                  <a:lnTo>
                    <a:pt x="2344122" y="2753023"/>
                  </a:lnTo>
                  <a:lnTo>
                    <a:pt x="2392435" y="2794245"/>
                  </a:lnTo>
                  <a:lnTo>
                    <a:pt x="2440161" y="2833475"/>
                  </a:lnTo>
                  <a:lnTo>
                    <a:pt x="2487313" y="2870406"/>
                  </a:lnTo>
                  <a:lnTo>
                    <a:pt x="2533995" y="2904831"/>
                  </a:lnTo>
                  <a:lnTo>
                    <a:pt x="2580417" y="2936634"/>
                  </a:lnTo>
                  <a:lnTo>
                    <a:pt x="2626903" y="2965789"/>
                  </a:lnTo>
                  <a:lnTo>
                    <a:pt x="2667772" y="2989049"/>
                  </a:lnTo>
                  <a:lnTo>
                    <a:pt x="2715894" y="3013483"/>
                  </a:lnTo>
                  <a:lnTo>
                    <a:pt x="2765736" y="3035371"/>
                  </a:lnTo>
                  <a:lnTo>
                    <a:pt x="2818136" y="3054854"/>
                  </a:lnTo>
                  <a:lnTo>
                    <a:pt x="2874030" y="3072168"/>
                  </a:lnTo>
                  <a:lnTo>
                    <a:pt x="2934363" y="3087569"/>
                  </a:lnTo>
                  <a:lnTo>
                    <a:pt x="3000000" y="3101304"/>
                  </a:lnTo>
                  <a:lnTo>
                    <a:pt x="3071611" y="3113583"/>
                  </a:lnTo>
                  <a:lnTo>
                    <a:pt x="3149518" y="3124572"/>
                  </a:lnTo>
                  <a:lnTo>
                    <a:pt x="3233488" y="3134388"/>
                  </a:lnTo>
                  <a:lnTo>
                    <a:pt x="3322504" y="3143096"/>
                  </a:lnTo>
                  <a:lnTo>
                    <a:pt x="3414550" y="3150714"/>
                  </a:lnTo>
                  <a:lnTo>
                    <a:pt x="3506512" y="3157229"/>
                  </a:lnTo>
                  <a:lnTo>
                    <a:pt x="3594316" y="3162613"/>
                  </a:lnTo>
                  <a:lnTo>
                    <a:pt x="3673400" y="3166853"/>
                  </a:lnTo>
                  <a:lnTo>
                    <a:pt x="3739525" y="3169980"/>
                  </a:lnTo>
                  <a:lnTo>
                    <a:pt x="3789713" y="3172089"/>
                  </a:lnTo>
                  <a:lnTo>
                    <a:pt x="3823046" y="3173342"/>
                  </a:lnTo>
                  <a:lnTo>
                    <a:pt x="3841025" y="3173948"/>
                  </a:lnTo>
                  <a:lnTo>
                    <a:pt x="3847458" y="3174144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39" y="3168682"/>
                  </a:lnTo>
                  <a:lnTo>
                    <a:pt x="3838486" y="3168422"/>
                  </a:lnTo>
                  <a:lnTo>
                    <a:pt x="3817652" y="3167704"/>
                  </a:lnTo>
                  <a:lnTo>
                    <a:pt x="3780967" y="3166295"/>
                  </a:lnTo>
                  <a:lnTo>
                    <a:pt x="3727421" y="3163992"/>
                  </a:lnTo>
                  <a:lnTo>
                    <a:pt x="3658394" y="3160646"/>
                  </a:lnTo>
                  <a:lnTo>
                    <a:pt x="3577188" y="3156176"/>
                  </a:lnTo>
                  <a:lnTo>
                    <a:pt x="3488187" y="3150563"/>
                  </a:lnTo>
                  <a:lnTo>
                    <a:pt x="3395907" y="3143823"/>
                  </a:lnTo>
                  <a:lnTo>
                    <a:pt x="3304255" y="3135985"/>
                  </a:lnTo>
                  <a:lnTo>
                    <a:pt x="3216128" y="3127058"/>
                  </a:lnTo>
                  <a:lnTo>
                    <a:pt x="3133326" y="3117012"/>
                  </a:lnTo>
                  <a:lnTo>
                    <a:pt x="3056689" y="3105774"/>
                  </a:lnTo>
                  <a:lnTo>
                    <a:pt x="2986321" y="3093217"/>
                  </a:lnTo>
                  <a:lnTo>
                    <a:pt x="2921814" y="3079165"/>
                  </a:lnTo>
                  <a:lnTo>
                    <a:pt x="2862449" y="3063399"/>
                  </a:lnTo>
                  <a:lnTo>
                    <a:pt x="2807335" y="3045669"/>
                  </a:lnTo>
                  <a:lnTo>
                    <a:pt x="2755523" y="3025719"/>
                  </a:lnTo>
                  <a:lnTo>
                    <a:pt x="2706090" y="3003325"/>
                  </a:lnTo>
                  <a:lnTo>
                    <a:pt x="2667772" y="2983604"/>
                  </a:lnTo>
                  <a:lnTo>
                    <a:pt x="2620859" y="2956714"/>
                  </a:lnTo>
                  <a:lnTo>
                    <a:pt x="2574404" y="2927217"/>
                  </a:lnTo>
                  <a:lnTo>
                    <a:pt x="2527965" y="2895071"/>
                  </a:lnTo>
                  <a:lnTo>
                    <a:pt x="2481231" y="2860313"/>
                  </a:lnTo>
                  <a:lnTo>
                    <a:pt x="2434008" y="2823070"/>
                  </a:lnTo>
                  <a:lnTo>
                    <a:pt x="2386205" y="2783563"/>
                  </a:lnTo>
                  <a:lnTo>
                    <a:pt x="2337819" y="2742109"/>
                  </a:lnTo>
                  <a:lnTo>
                    <a:pt x="2288928" y="2699115"/>
                  </a:lnTo>
                  <a:lnTo>
                    <a:pt x="2239669" y="2655061"/>
                  </a:lnTo>
                  <a:lnTo>
                    <a:pt x="2190221" y="2610482"/>
                  </a:lnTo>
                  <a:lnTo>
                    <a:pt x="2140786" y="2565939"/>
                  </a:lnTo>
                  <a:lnTo>
                    <a:pt x="2091565" y="2521994"/>
                  </a:lnTo>
                  <a:lnTo>
                    <a:pt x="2042733" y="2479173"/>
                  </a:lnTo>
                  <a:lnTo>
                    <a:pt x="1994420" y="2437951"/>
                  </a:lnTo>
                  <a:lnTo>
                    <a:pt x="1946694" y="2398721"/>
                  </a:lnTo>
                  <a:lnTo>
                    <a:pt x="1899542" y="2361790"/>
                  </a:lnTo>
                  <a:lnTo>
                    <a:pt x="1852859" y="2327366"/>
                  </a:lnTo>
                  <a:lnTo>
                    <a:pt x="1806438" y="2295563"/>
                  </a:lnTo>
                  <a:lnTo>
                    <a:pt x="1759952" y="2266407"/>
                  </a:lnTo>
                  <a:lnTo>
                    <a:pt x="1719082" y="2243148"/>
                  </a:lnTo>
                  <a:lnTo>
                    <a:pt x="1670960" y="2218713"/>
                  </a:lnTo>
                  <a:lnTo>
                    <a:pt x="1621119" y="2196826"/>
                  </a:lnTo>
                  <a:lnTo>
                    <a:pt x="1568718" y="2177342"/>
                  </a:lnTo>
                  <a:lnTo>
                    <a:pt x="1512824" y="2160029"/>
                  </a:lnTo>
                  <a:lnTo>
                    <a:pt x="1452491" y="2144627"/>
                  </a:lnTo>
                  <a:lnTo>
                    <a:pt x="1386855" y="2130893"/>
                  </a:lnTo>
                  <a:lnTo>
                    <a:pt x="1315243" y="2118614"/>
                  </a:lnTo>
                  <a:lnTo>
                    <a:pt x="1237337" y="2107624"/>
                  </a:lnTo>
                  <a:lnTo>
                    <a:pt x="1153367" y="2097808"/>
                  </a:lnTo>
                  <a:lnTo>
                    <a:pt x="1064351" y="2089101"/>
                  </a:lnTo>
                  <a:lnTo>
                    <a:pt x="972304" y="2081482"/>
                  </a:lnTo>
                  <a:lnTo>
                    <a:pt x="880342" y="2074968"/>
                  </a:lnTo>
                  <a:lnTo>
                    <a:pt x="792539" y="2069584"/>
                  </a:lnTo>
                  <a:lnTo>
                    <a:pt x="713454" y="2065344"/>
                  </a:lnTo>
                  <a:lnTo>
                    <a:pt x="647330" y="2062216"/>
                  </a:lnTo>
                  <a:lnTo>
                    <a:pt x="597142" y="2060107"/>
                  </a:lnTo>
                  <a:lnTo>
                    <a:pt x="563809" y="2058855"/>
                  </a:lnTo>
                  <a:lnTo>
                    <a:pt x="545830" y="2058248"/>
                  </a:lnTo>
                  <a:lnTo>
                    <a:pt x="539396" y="2058052"/>
                  </a:lnTo>
                  <a:lnTo>
                    <a:pt x="538736" y="2058033"/>
                  </a:lnTo>
                  <a:lnTo>
                    <a:pt x="0" y="205803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63" name="pl963"/>
            <p:cNvSpPr/>
            <p:nvPr/>
          </p:nvSpPr>
          <p:spPr>
            <a:xfrm>
              <a:off x="546595" y="1953699"/>
              <a:ext cx="8234974" cy="3168718"/>
            </a:xfrm>
            <a:custGeom>
              <a:avLst/>
              <a:pathLst>
                <a:path w="8234974" h="3168718">
                  <a:moveTo>
                    <a:pt x="0" y="2058033"/>
                  </a:moveTo>
                  <a:lnTo>
                    <a:pt x="538736" y="2058033"/>
                  </a:lnTo>
                  <a:lnTo>
                    <a:pt x="540016" y="2058070"/>
                  </a:lnTo>
                  <a:lnTo>
                    <a:pt x="548368" y="2058329"/>
                  </a:lnTo>
                  <a:lnTo>
                    <a:pt x="569202" y="2059048"/>
                  </a:lnTo>
                  <a:lnTo>
                    <a:pt x="605888" y="2060457"/>
                  </a:lnTo>
                  <a:lnTo>
                    <a:pt x="659433" y="2062760"/>
                  </a:lnTo>
                  <a:lnTo>
                    <a:pt x="728461" y="2066106"/>
                  </a:lnTo>
                  <a:lnTo>
                    <a:pt x="809666" y="2070576"/>
                  </a:lnTo>
                  <a:lnTo>
                    <a:pt x="898668" y="2076189"/>
                  </a:lnTo>
                  <a:lnTo>
                    <a:pt x="990948" y="2082928"/>
                  </a:lnTo>
                  <a:lnTo>
                    <a:pt x="1082599" y="2090766"/>
                  </a:lnTo>
                  <a:lnTo>
                    <a:pt x="1170727" y="2099694"/>
                  </a:lnTo>
                  <a:lnTo>
                    <a:pt x="1253529" y="2109740"/>
                  </a:lnTo>
                  <a:lnTo>
                    <a:pt x="1330165" y="2120978"/>
                  </a:lnTo>
                  <a:lnTo>
                    <a:pt x="1400534" y="2133535"/>
                  </a:lnTo>
                  <a:lnTo>
                    <a:pt x="1465040" y="2147587"/>
                  </a:lnTo>
                  <a:lnTo>
                    <a:pt x="1524406" y="2163353"/>
                  </a:lnTo>
                  <a:lnTo>
                    <a:pt x="1579520" y="2181083"/>
                  </a:lnTo>
                  <a:lnTo>
                    <a:pt x="1631332" y="2201033"/>
                  </a:lnTo>
                  <a:lnTo>
                    <a:pt x="1680764" y="2223427"/>
                  </a:lnTo>
                  <a:lnTo>
                    <a:pt x="1719082" y="2243148"/>
                  </a:lnTo>
                  <a:lnTo>
                    <a:pt x="1765996" y="2270038"/>
                  </a:lnTo>
                  <a:lnTo>
                    <a:pt x="1812450" y="2299535"/>
                  </a:lnTo>
                  <a:lnTo>
                    <a:pt x="1858890" y="2331681"/>
                  </a:lnTo>
                  <a:lnTo>
                    <a:pt x="1905624" y="2366439"/>
                  </a:lnTo>
                  <a:lnTo>
                    <a:pt x="1952846" y="2403682"/>
                  </a:lnTo>
                  <a:lnTo>
                    <a:pt x="2000650" y="2443189"/>
                  </a:lnTo>
                  <a:lnTo>
                    <a:pt x="2049035" y="2484643"/>
                  </a:lnTo>
                  <a:lnTo>
                    <a:pt x="2097926" y="2527637"/>
                  </a:lnTo>
                  <a:lnTo>
                    <a:pt x="2147186" y="2571691"/>
                  </a:lnTo>
                  <a:lnTo>
                    <a:pt x="2196634" y="2616270"/>
                  </a:lnTo>
                  <a:lnTo>
                    <a:pt x="2246068" y="2660812"/>
                  </a:lnTo>
                  <a:lnTo>
                    <a:pt x="2295289" y="2704758"/>
                  </a:lnTo>
                  <a:lnTo>
                    <a:pt x="2344122" y="2747578"/>
                  </a:lnTo>
                  <a:lnTo>
                    <a:pt x="2392435" y="2788801"/>
                  </a:lnTo>
                  <a:lnTo>
                    <a:pt x="2440161" y="2828030"/>
                  </a:lnTo>
                  <a:lnTo>
                    <a:pt x="2487313" y="2864962"/>
                  </a:lnTo>
                  <a:lnTo>
                    <a:pt x="2533995" y="2899386"/>
                  </a:lnTo>
                  <a:lnTo>
                    <a:pt x="2580417" y="2931189"/>
                  </a:lnTo>
                  <a:lnTo>
                    <a:pt x="2626903" y="2960344"/>
                  </a:lnTo>
                  <a:lnTo>
                    <a:pt x="2667772" y="2983604"/>
                  </a:lnTo>
                  <a:lnTo>
                    <a:pt x="2715894" y="3008038"/>
                  </a:lnTo>
                  <a:lnTo>
                    <a:pt x="2765736" y="3029926"/>
                  </a:lnTo>
                  <a:lnTo>
                    <a:pt x="2818136" y="3049410"/>
                  </a:lnTo>
                  <a:lnTo>
                    <a:pt x="2874030" y="3066723"/>
                  </a:lnTo>
                  <a:lnTo>
                    <a:pt x="2934363" y="3082125"/>
                  </a:lnTo>
                  <a:lnTo>
                    <a:pt x="3000000" y="3095859"/>
                  </a:lnTo>
                  <a:lnTo>
                    <a:pt x="3071611" y="3108138"/>
                  </a:lnTo>
                  <a:lnTo>
                    <a:pt x="3149518" y="3119128"/>
                  </a:lnTo>
                  <a:lnTo>
                    <a:pt x="3233488" y="3128944"/>
                  </a:lnTo>
                  <a:lnTo>
                    <a:pt x="3322504" y="3137651"/>
                  </a:lnTo>
                  <a:lnTo>
                    <a:pt x="3414550" y="3145269"/>
                  </a:lnTo>
                  <a:lnTo>
                    <a:pt x="3506512" y="3151784"/>
                  </a:lnTo>
                  <a:lnTo>
                    <a:pt x="3594316" y="3157168"/>
                  </a:lnTo>
                  <a:lnTo>
                    <a:pt x="3673400" y="3161408"/>
                  </a:lnTo>
                  <a:lnTo>
                    <a:pt x="3739525" y="3164536"/>
                  </a:lnTo>
                  <a:lnTo>
                    <a:pt x="3789713" y="3166645"/>
                  </a:lnTo>
                  <a:lnTo>
                    <a:pt x="3823046" y="3167897"/>
                  </a:lnTo>
                  <a:lnTo>
                    <a:pt x="3841025" y="3168504"/>
                  </a:lnTo>
                  <a:lnTo>
                    <a:pt x="3847458" y="3168700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4" name="pl964"/>
            <p:cNvSpPr/>
            <p:nvPr/>
          </p:nvSpPr>
          <p:spPr>
            <a:xfrm>
              <a:off x="546595" y="1948254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39" y="3168682"/>
                  </a:lnTo>
                  <a:lnTo>
                    <a:pt x="3838486" y="3168422"/>
                  </a:lnTo>
                  <a:lnTo>
                    <a:pt x="3817652" y="3167704"/>
                  </a:lnTo>
                  <a:lnTo>
                    <a:pt x="3780967" y="3166295"/>
                  </a:lnTo>
                  <a:lnTo>
                    <a:pt x="3727421" y="3163992"/>
                  </a:lnTo>
                  <a:lnTo>
                    <a:pt x="3658394" y="3160646"/>
                  </a:lnTo>
                  <a:lnTo>
                    <a:pt x="3577188" y="3156176"/>
                  </a:lnTo>
                  <a:lnTo>
                    <a:pt x="3488187" y="3150563"/>
                  </a:lnTo>
                  <a:lnTo>
                    <a:pt x="3395907" y="3143823"/>
                  </a:lnTo>
                  <a:lnTo>
                    <a:pt x="3304255" y="3135985"/>
                  </a:lnTo>
                  <a:lnTo>
                    <a:pt x="3216128" y="3127058"/>
                  </a:lnTo>
                  <a:lnTo>
                    <a:pt x="3133326" y="3117012"/>
                  </a:lnTo>
                  <a:lnTo>
                    <a:pt x="3056689" y="3105774"/>
                  </a:lnTo>
                  <a:lnTo>
                    <a:pt x="2986321" y="3093217"/>
                  </a:lnTo>
                  <a:lnTo>
                    <a:pt x="2921814" y="3079165"/>
                  </a:lnTo>
                  <a:lnTo>
                    <a:pt x="2862449" y="3063399"/>
                  </a:lnTo>
                  <a:lnTo>
                    <a:pt x="2807335" y="3045669"/>
                  </a:lnTo>
                  <a:lnTo>
                    <a:pt x="2755523" y="3025719"/>
                  </a:lnTo>
                  <a:lnTo>
                    <a:pt x="2706090" y="3003325"/>
                  </a:lnTo>
                  <a:lnTo>
                    <a:pt x="2667772" y="2983604"/>
                  </a:lnTo>
                  <a:lnTo>
                    <a:pt x="2620859" y="2956714"/>
                  </a:lnTo>
                  <a:lnTo>
                    <a:pt x="2574404" y="2927217"/>
                  </a:lnTo>
                  <a:lnTo>
                    <a:pt x="2527965" y="2895071"/>
                  </a:lnTo>
                  <a:lnTo>
                    <a:pt x="2481231" y="2860313"/>
                  </a:lnTo>
                  <a:lnTo>
                    <a:pt x="2434008" y="2823070"/>
                  </a:lnTo>
                  <a:lnTo>
                    <a:pt x="2386205" y="2783563"/>
                  </a:lnTo>
                  <a:lnTo>
                    <a:pt x="2337819" y="2742109"/>
                  </a:lnTo>
                  <a:lnTo>
                    <a:pt x="2288928" y="2699115"/>
                  </a:lnTo>
                  <a:lnTo>
                    <a:pt x="2239669" y="2655061"/>
                  </a:lnTo>
                  <a:lnTo>
                    <a:pt x="2190221" y="2610482"/>
                  </a:lnTo>
                  <a:lnTo>
                    <a:pt x="2140786" y="2565939"/>
                  </a:lnTo>
                  <a:lnTo>
                    <a:pt x="2091565" y="2521994"/>
                  </a:lnTo>
                  <a:lnTo>
                    <a:pt x="2042733" y="2479173"/>
                  </a:lnTo>
                  <a:lnTo>
                    <a:pt x="1994420" y="2437951"/>
                  </a:lnTo>
                  <a:lnTo>
                    <a:pt x="1946694" y="2398721"/>
                  </a:lnTo>
                  <a:lnTo>
                    <a:pt x="1899542" y="2361790"/>
                  </a:lnTo>
                  <a:lnTo>
                    <a:pt x="1852859" y="2327366"/>
                  </a:lnTo>
                  <a:lnTo>
                    <a:pt x="1806438" y="2295563"/>
                  </a:lnTo>
                  <a:lnTo>
                    <a:pt x="1759952" y="2266407"/>
                  </a:lnTo>
                  <a:lnTo>
                    <a:pt x="1719082" y="2243148"/>
                  </a:lnTo>
                  <a:lnTo>
                    <a:pt x="1670960" y="2218713"/>
                  </a:lnTo>
                  <a:lnTo>
                    <a:pt x="1621119" y="2196826"/>
                  </a:lnTo>
                  <a:lnTo>
                    <a:pt x="1568718" y="2177342"/>
                  </a:lnTo>
                  <a:lnTo>
                    <a:pt x="1512824" y="2160029"/>
                  </a:lnTo>
                  <a:lnTo>
                    <a:pt x="1452491" y="2144627"/>
                  </a:lnTo>
                  <a:lnTo>
                    <a:pt x="1386855" y="2130893"/>
                  </a:lnTo>
                  <a:lnTo>
                    <a:pt x="1315243" y="2118614"/>
                  </a:lnTo>
                  <a:lnTo>
                    <a:pt x="1237337" y="2107624"/>
                  </a:lnTo>
                  <a:lnTo>
                    <a:pt x="1153367" y="2097808"/>
                  </a:lnTo>
                  <a:lnTo>
                    <a:pt x="1064351" y="2089101"/>
                  </a:lnTo>
                  <a:lnTo>
                    <a:pt x="972304" y="2081482"/>
                  </a:lnTo>
                  <a:lnTo>
                    <a:pt x="880342" y="2074968"/>
                  </a:lnTo>
                  <a:lnTo>
                    <a:pt x="792539" y="2069584"/>
                  </a:lnTo>
                  <a:lnTo>
                    <a:pt x="713454" y="2065344"/>
                  </a:lnTo>
                  <a:lnTo>
                    <a:pt x="647330" y="2062216"/>
                  </a:lnTo>
                  <a:lnTo>
                    <a:pt x="597142" y="2060107"/>
                  </a:lnTo>
                  <a:lnTo>
                    <a:pt x="563809" y="2058855"/>
                  </a:lnTo>
                  <a:lnTo>
                    <a:pt x="545830" y="2058248"/>
                  </a:lnTo>
                  <a:lnTo>
                    <a:pt x="539396" y="2058052"/>
                  </a:lnTo>
                  <a:lnTo>
                    <a:pt x="538736" y="2058033"/>
                  </a:lnTo>
                  <a:lnTo>
                    <a:pt x="0" y="2058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5" name="pg965"/>
            <p:cNvSpPr/>
            <p:nvPr/>
          </p:nvSpPr>
          <p:spPr>
            <a:xfrm>
              <a:off x="546595" y="4011733"/>
              <a:ext cx="8234974" cy="1148796"/>
            </a:xfrm>
            <a:custGeom>
              <a:avLst/>
              <a:pathLst>
                <a:path w="8234974" h="1148796">
                  <a:moveTo>
                    <a:pt x="0" y="5444"/>
                  </a:moveTo>
                  <a:lnTo>
                    <a:pt x="538736" y="5444"/>
                  </a:lnTo>
                  <a:lnTo>
                    <a:pt x="540015" y="5481"/>
                  </a:lnTo>
                  <a:lnTo>
                    <a:pt x="548358" y="5748"/>
                  </a:lnTo>
                  <a:lnTo>
                    <a:pt x="569172" y="6487"/>
                  </a:lnTo>
                  <a:lnTo>
                    <a:pt x="605823" y="7936"/>
                  </a:lnTo>
                  <a:lnTo>
                    <a:pt x="659323" y="10305"/>
                  </a:lnTo>
                  <a:lnTo>
                    <a:pt x="728298" y="13746"/>
                  </a:lnTo>
                  <a:lnTo>
                    <a:pt x="809451" y="18342"/>
                  </a:lnTo>
                  <a:lnTo>
                    <a:pt x="898406" y="24116"/>
                  </a:lnTo>
                  <a:lnTo>
                    <a:pt x="990650" y="31047"/>
                  </a:lnTo>
                  <a:lnTo>
                    <a:pt x="1082276" y="39109"/>
                  </a:lnTo>
                  <a:lnTo>
                    <a:pt x="1170389" y="48292"/>
                  </a:lnTo>
                  <a:lnTo>
                    <a:pt x="1253186" y="58624"/>
                  </a:lnTo>
                  <a:lnTo>
                    <a:pt x="1329823" y="70183"/>
                  </a:lnTo>
                  <a:lnTo>
                    <a:pt x="1400196" y="83098"/>
                  </a:lnTo>
                  <a:lnTo>
                    <a:pt x="1464709" y="97549"/>
                  </a:lnTo>
                  <a:lnTo>
                    <a:pt x="1524079" y="113763"/>
                  </a:lnTo>
                  <a:lnTo>
                    <a:pt x="1579195" y="131995"/>
                  </a:lnTo>
                  <a:lnTo>
                    <a:pt x="1631006" y="152510"/>
                  </a:lnTo>
                  <a:lnTo>
                    <a:pt x="1680434" y="175536"/>
                  </a:lnTo>
                  <a:lnTo>
                    <a:pt x="1719082" y="196003"/>
                  </a:lnTo>
                  <a:lnTo>
                    <a:pt x="1765736" y="223523"/>
                  </a:lnTo>
                  <a:lnTo>
                    <a:pt x="1811934" y="253696"/>
                  </a:lnTo>
                  <a:lnTo>
                    <a:pt x="1858112" y="286565"/>
                  </a:lnTo>
                  <a:lnTo>
                    <a:pt x="1904578" y="322094"/>
                  </a:lnTo>
                  <a:lnTo>
                    <a:pt x="1951523" y="360158"/>
                  </a:lnTo>
                  <a:lnTo>
                    <a:pt x="1999042" y="400534"/>
                  </a:lnTo>
                  <a:lnTo>
                    <a:pt x="2047138" y="442904"/>
                  </a:lnTo>
                  <a:lnTo>
                    <a:pt x="2095739" y="486860"/>
                  </a:lnTo>
                  <a:lnTo>
                    <a:pt x="2144710" y="531918"/>
                  </a:lnTo>
                  <a:lnTo>
                    <a:pt x="2193878" y="577539"/>
                  </a:lnTo>
                  <a:lnTo>
                    <a:pt x="2243043" y="623154"/>
                  </a:lnTo>
                  <a:lnTo>
                    <a:pt x="2292010" y="668196"/>
                  </a:lnTo>
                  <a:lnTo>
                    <a:pt x="2340602" y="712128"/>
                  </a:lnTo>
                  <a:lnTo>
                    <a:pt x="2388687" y="754464"/>
                  </a:lnTo>
                  <a:lnTo>
                    <a:pt x="2436196" y="794800"/>
                  </a:lnTo>
                  <a:lnTo>
                    <a:pt x="2483131" y="832820"/>
                  </a:lnTo>
                  <a:lnTo>
                    <a:pt x="2529590" y="868301"/>
                  </a:lnTo>
                  <a:lnTo>
                    <a:pt x="2575765" y="901121"/>
                  </a:lnTo>
                  <a:lnTo>
                    <a:pt x="2621967" y="931245"/>
                  </a:lnTo>
                  <a:lnTo>
                    <a:pt x="2667772" y="958238"/>
                  </a:lnTo>
                  <a:lnTo>
                    <a:pt x="2715877" y="983382"/>
                  </a:lnTo>
                  <a:lnTo>
                    <a:pt x="2765699" y="1005907"/>
                  </a:lnTo>
                  <a:lnTo>
                    <a:pt x="2818078" y="1025958"/>
                  </a:lnTo>
                  <a:lnTo>
                    <a:pt x="2873947" y="1043777"/>
                  </a:lnTo>
                  <a:lnTo>
                    <a:pt x="2934251" y="1059629"/>
                  </a:lnTo>
                  <a:lnTo>
                    <a:pt x="2999853" y="1073765"/>
                  </a:lnTo>
                  <a:lnTo>
                    <a:pt x="3071424" y="1086404"/>
                  </a:lnTo>
                  <a:lnTo>
                    <a:pt x="3149286" y="1097716"/>
                  </a:lnTo>
                  <a:lnTo>
                    <a:pt x="3233208" y="1107821"/>
                  </a:lnTo>
                  <a:lnTo>
                    <a:pt x="3322178" y="1116785"/>
                  </a:lnTo>
                  <a:lnTo>
                    <a:pt x="3414186" y="1124629"/>
                  </a:lnTo>
                  <a:lnTo>
                    <a:pt x="3506123" y="1131338"/>
                  </a:lnTo>
                  <a:lnTo>
                    <a:pt x="3593924" y="1136883"/>
                  </a:lnTo>
                  <a:lnTo>
                    <a:pt x="3673033" y="1141252"/>
                  </a:lnTo>
                  <a:lnTo>
                    <a:pt x="3739210" y="1144476"/>
                  </a:lnTo>
                  <a:lnTo>
                    <a:pt x="3789473" y="1146652"/>
                  </a:lnTo>
                  <a:lnTo>
                    <a:pt x="3822892" y="1147945"/>
                  </a:lnTo>
                  <a:lnTo>
                    <a:pt x="3840951" y="1148573"/>
                  </a:lnTo>
                  <a:lnTo>
                    <a:pt x="3847442" y="1148777"/>
                  </a:lnTo>
                  <a:lnTo>
                    <a:pt x="3848118" y="1148796"/>
                  </a:lnTo>
                  <a:lnTo>
                    <a:pt x="4386855" y="1148796"/>
                  </a:lnTo>
                  <a:lnTo>
                    <a:pt x="4388139" y="1148763"/>
                  </a:lnTo>
                  <a:lnTo>
                    <a:pt x="4396514" y="1148524"/>
                  </a:lnTo>
                  <a:lnTo>
                    <a:pt x="4417403" y="1147864"/>
                  </a:lnTo>
                  <a:lnTo>
                    <a:pt x="4454181" y="1146568"/>
                  </a:lnTo>
                  <a:lnTo>
                    <a:pt x="4507849" y="1144451"/>
                  </a:lnTo>
                  <a:lnTo>
                    <a:pt x="4577017" y="1141376"/>
                  </a:lnTo>
                  <a:lnTo>
                    <a:pt x="4658363" y="1137268"/>
                  </a:lnTo>
                  <a:lnTo>
                    <a:pt x="4747489" y="1132110"/>
                  </a:lnTo>
                  <a:lnTo>
                    <a:pt x="4839867" y="1125918"/>
                  </a:lnTo>
                  <a:lnTo>
                    <a:pt x="4931585" y="1118717"/>
                  </a:lnTo>
                  <a:lnTo>
                    <a:pt x="5019751" y="1110515"/>
                  </a:lnTo>
                  <a:lnTo>
                    <a:pt x="5102567" y="1101286"/>
                  </a:lnTo>
                  <a:lnTo>
                    <a:pt x="5179202" y="1090961"/>
                  </a:lnTo>
                  <a:lnTo>
                    <a:pt x="5249558" y="1079423"/>
                  </a:lnTo>
                  <a:lnTo>
                    <a:pt x="5314049" y="1066509"/>
                  </a:lnTo>
                  <a:lnTo>
                    <a:pt x="5373402" y="1052018"/>
                  </a:lnTo>
                  <a:lnTo>
                    <a:pt x="5428509" y="1035719"/>
                  </a:lnTo>
                  <a:lnTo>
                    <a:pt x="5480323" y="1017377"/>
                  </a:lnTo>
                  <a:lnTo>
                    <a:pt x="5529769" y="996789"/>
                  </a:lnTo>
                  <a:lnTo>
                    <a:pt x="5567201" y="979108"/>
                  </a:lnTo>
                  <a:lnTo>
                    <a:pt x="5614847" y="954052"/>
                  </a:lnTo>
                  <a:lnTo>
                    <a:pt x="5662027" y="926530"/>
                  </a:lnTo>
                  <a:lnTo>
                    <a:pt x="5709204" y="896504"/>
                  </a:lnTo>
                  <a:lnTo>
                    <a:pt x="5756695" y="864011"/>
                  </a:lnTo>
                  <a:lnTo>
                    <a:pt x="5804700" y="829178"/>
                  </a:lnTo>
                  <a:lnTo>
                    <a:pt x="5853307" y="792225"/>
                  </a:lnTo>
                  <a:lnTo>
                    <a:pt x="5902510" y="753464"/>
                  </a:lnTo>
                  <a:lnTo>
                    <a:pt x="5952221" y="713293"/>
                  </a:lnTo>
                  <a:lnTo>
                    <a:pt x="6002292" y="672181"/>
                  </a:lnTo>
                  <a:lnTo>
                    <a:pt x="6052527" y="630647"/>
                  </a:lnTo>
                  <a:lnTo>
                    <a:pt x="6102716" y="589232"/>
                  </a:lnTo>
                  <a:lnTo>
                    <a:pt x="6152652" y="548470"/>
                  </a:lnTo>
                  <a:lnTo>
                    <a:pt x="6202156" y="508862"/>
                  </a:lnTo>
                  <a:lnTo>
                    <a:pt x="6251105" y="470847"/>
                  </a:lnTo>
                  <a:lnTo>
                    <a:pt x="6299444" y="434787"/>
                  </a:lnTo>
                  <a:lnTo>
                    <a:pt x="6347207" y="400956"/>
                  </a:lnTo>
                  <a:lnTo>
                    <a:pt x="6394530" y="369530"/>
                  </a:lnTo>
                  <a:lnTo>
                    <a:pt x="6441661" y="340598"/>
                  </a:lnTo>
                  <a:lnTo>
                    <a:pt x="6488979" y="314163"/>
                  </a:lnTo>
                  <a:lnTo>
                    <a:pt x="6515891" y="300356"/>
                  </a:lnTo>
                  <a:lnTo>
                    <a:pt x="6564060" y="277938"/>
                  </a:lnTo>
                  <a:lnTo>
                    <a:pt x="6613953" y="257858"/>
                  </a:lnTo>
                  <a:lnTo>
                    <a:pt x="6666411" y="239986"/>
                  </a:lnTo>
                  <a:lnTo>
                    <a:pt x="6722372" y="224107"/>
                  </a:lnTo>
                  <a:lnTo>
                    <a:pt x="6782784" y="209982"/>
                  </a:lnTo>
                  <a:lnTo>
                    <a:pt x="6848514" y="197387"/>
                  </a:lnTo>
                  <a:lnTo>
                    <a:pt x="6920233" y="186129"/>
                  </a:lnTo>
                  <a:lnTo>
                    <a:pt x="6998260" y="176053"/>
                  </a:lnTo>
                  <a:lnTo>
                    <a:pt x="7082357" y="167055"/>
                  </a:lnTo>
                  <a:lnTo>
                    <a:pt x="7171497" y="159075"/>
                  </a:lnTo>
                  <a:lnTo>
                    <a:pt x="7263648" y="152095"/>
                  </a:lnTo>
                  <a:lnTo>
                    <a:pt x="7355676" y="146128"/>
                  </a:lnTo>
                  <a:lnTo>
                    <a:pt x="7443486" y="141201"/>
                  </a:lnTo>
                  <a:lnTo>
                    <a:pt x="7522503" y="137324"/>
                  </a:lnTo>
                  <a:lnTo>
                    <a:pt x="7588485" y="134468"/>
                  </a:lnTo>
                  <a:lnTo>
                    <a:pt x="7638471" y="132546"/>
                  </a:lnTo>
                  <a:lnTo>
                    <a:pt x="7671574" y="131408"/>
                  </a:lnTo>
                  <a:lnTo>
                    <a:pt x="7689339" y="130859"/>
                  </a:lnTo>
                  <a:lnTo>
                    <a:pt x="7695621" y="130684"/>
                  </a:lnTo>
                  <a:lnTo>
                    <a:pt x="7696237" y="130668"/>
                  </a:lnTo>
                  <a:lnTo>
                    <a:pt x="8234974" y="130668"/>
                  </a:lnTo>
                  <a:lnTo>
                    <a:pt x="8234974" y="125224"/>
                  </a:lnTo>
                  <a:lnTo>
                    <a:pt x="7696237" y="125224"/>
                  </a:lnTo>
                  <a:lnTo>
                    <a:pt x="7694954" y="125257"/>
                  </a:lnTo>
                  <a:lnTo>
                    <a:pt x="7686578" y="125496"/>
                  </a:lnTo>
                  <a:lnTo>
                    <a:pt x="7665689" y="126156"/>
                  </a:lnTo>
                  <a:lnTo>
                    <a:pt x="7628912" y="127452"/>
                  </a:lnTo>
                  <a:lnTo>
                    <a:pt x="7575244" y="129569"/>
                  </a:lnTo>
                  <a:lnTo>
                    <a:pt x="7506076" y="132644"/>
                  </a:lnTo>
                  <a:lnTo>
                    <a:pt x="7424730" y="136752"/>
                  </a:lnTo>
                  <a:lnTo>
                    <a:pt x="7335603" y="141910"/>
                  </a:lnTo>
                  <a:lnTo>
                    <a:pt x="7243225" y="148102"/>
                  </a:lnTo>
                  <a:lnTo>
                    <a:pt x="7151507" y="155303"/>
                  </a:lnTo>
                  <a:lnTo>
                    <a:pt x="7063342" y="163505"/>
                  </a:lnTo>
                  <a:lnTo>
                    <a:pt x="6980525" y="172734"/>
                  </a:lnTo>
                  <a:lnTo>
                    <a:pt x="6903891" y="183059"/>
                  </a:lnTo>
                  <a:lnTo>
                    <a:pt x="6833534" y="194597"/>
                  </a:lnTo>
                  <a:lnTo>
                    <a:pt x="6769043" y="207511"/>
                  </a:lnTo>
                  <a:lnTo>
                    <a:pt x="6709691" y="222002"/>
                  </a:lnTo>
                  <a:lnTo>
                    <a:pt x="6654583" y="238301"/>
                  </a:lnTo>
                  <a:lnTo>
                    <a:pt x="6602769" y="256643"/>
                  </a:lnTo>
                  <a:lnTo>
                    <a:pt x="6553324" y="277231"/>
                  </a:lnTo>
                  <a:lnTo>
                    <a:pt x="6515891" y="294912"/>
                  </a:lnTo>
                  <a:lnTo>
                    <a:pt x="6468246" y="319968"/>
                  </a:lnTo>
                  <a:lnTo>
                    <a:pt x="6421065" y="347490"/>
                  </a:lnTo>
                  <a:lnTo>
                    <a:pt x="6373889" y="377516"/>
                  </a:lnTo>
                  <a:lnTo>
                    <a:pt x="6326397" y="410009"/>
                  </a:lnTo>
                  <a:lnTo>
                    <a:pt x="6278393" y="444842"/>
                  </a:lnTo>
                  <a:lnTo>
                    <a:pt x="6229786" y="481795"/>
                  </a:lnTo>
                  <a:lnTo>
                    <a:pt x="6180583" y="520556"/>
                  </a:lnTo>
                  <a:lnTo>
                    <a:pt x="6130871" y="560727"/>
                  </a:lnTo>
                  <a:lnTo>
                    <a:pt x="6080801" y="601839"/>
                  </a:lnTo>
                  <a:lnTo>
                    <a:pt x="6030565" y="643373"/>
                  </a:lnTo>
                  <a:lnTo>
                    <a:pt x="5980376" y="684788"/>
                  </a:lnTo>
                  <a:lnTo>
                    <a:pt x="5930441" y="725550"/>
                  </a:lnTo>
                  <a:lnTo>
                    <a:pt x="5880936" y="765158"/>
                  </a:lnTo>
                  <a:lnTo>
                    <a:pt x="5831988" y="803173"/>
                  </a:lnTo>
                  <a:lnTo>
                    <a:pt x="5783648" y="839233"/>
                  </a:lnTo>
                  <a:lnTo>
                    <a:pt x="5735885" y="873064"/>
                  </a:lnTo>
                  <a:lnTo>
                    <a:pt x="5688562" y="904490"/>
                  </a:lnTo>
                  <a:lnTo>
                    <a:pt x="5641431" y="933422"/>
                  </a:lnTo>
                  <a:lnTo>
                    <a:pt x="5594113" y="959857"/>
                  </a:lnTo>
                  <a:lnTo>
                    <a:pt x="5567201" y="973664"/>
                  </a:lnTo>
                  <a:lnTo>
                    <a:pt x="5519032" y="996082"/>
                  </a:lnTo>
                  <a:lnTo>
                    <a:pt x="5469140" y="1016162"/>
                  </a:lnTo>
                  <a:lnTo>
                    <a:pt x="5416682" y="1034034"/>
                  </a:lnTo>
                  <a:lnTo>
                    <a:pt x="5360720" y="1049913"/>
                  </a:lnTo>
                  <a:lnTo>
                    <a:pt x="5300308" y="1064038"/>
                  </a:lnTo>
                  <a:lnTo>
                    <a:pt x="5234578" y="1076633"/>
                  </a:lnTo>
                  <a:lnTo>
                    <a:pt x="5162859" y="1087891"/>
                  </a:lnTo>
                  <a:lnTo>
                    <a:pt x="5084833" y="1097967"/>
                  </a:lnTo>
                  <a:lnTo>
                    <a:pt x="5000736" y="1106965"/>
                  </a:lnTo>
                  <a:lnTo>
                    <a:pt x="4911596" y="1114945"/>
                  </a:lnTo>
                  <a:lnTo>
                    <a:pt x="4819445" y="1121925"/>
                  </a:lnTo>
                  <a:lnTo>
                    <a:pt x="4727417" y="1127892"/>
                  </a:lnTo>
                  <a:lnTo>
                    <a:pt x="4639607" y="1132819"/>
                  </a:lnTo>
                  <a:lnTo>
                    <a:pt x="4560589" y="1136696"/>
                  </a:lnTo>
                  <a:lnTo>
                    <a:pt x="4494608" y="1139552"/>
                  </a:lnTo>
                  <a:lnTo>
                    <a:pt x="4444622" y="1141474"/>
                  </a:lnTo>
                  <a:lnTo>
                    <a:pt x="4411518" y="1142612"/>
                  </a:lnTo>
                  <a:lnTo>
                    <a:pt x="4393754" y="1143161"/>
                  </a:lnTo>
                  <a:lnTo>
                    <a:pt x="4387472" y="1143336"/>
                  </a:lnTo>
                  <a:lnTo>
                    <a:pt x="4386855" y="1143352"/>
                  </a:lnTo>
                  <a:lnTo>
                    <a:pt x="3848118" y="1143352"/>
                  </a:lnTo>
                  <a:lnTo>
                    <a:pt x="3846840" y="1143314"/>
                  </a:lnTo>
                  <a:lnTo>
                    <a:pt x="3838496" y="1143047"/>
                  </a:lnTo>
                  <a:lnTo>
                    <a:pt x="3817683" y="1142309"/>
                  </a:lnTo>
                  <a:lnTo>
                    <a:pt x="3781031" y="1140860"/>
                  </a:lnTo>
                  <a:lnTo>
                    <a:pt x="3727532" y="1138491"/>
                  </a:lnTo>
                  <a:lnTo>
                    <a:pt x="3658557" y="1135050"/>
                  </a:lnTo>
                  <a:lnTo>
                    <a:pt x="3577404" y="1130453"/>
                  </a:lnTo>
                  <a:lnTo>
                    <a:pt x="3488448" y="1124680"/>
                  </a:lnTo>
                  <a:lnTo>
                    <a:pt x="3396205" y="1117749"/>
                  </a:lnTo>
                  <a:lnTo>
                    <a:pt x="3304578" y="1109687"/>
                  </a:lnTo>
                  <a:lnTo>
                    <a:pt x="3216465" y="1100504"/>
                  </a:lnTo>
                  <a:lnTo>
                    <a:pt x="3133668" y="1090172"/>
                  </a:lnTo>
                  <a:lnTo>
                    <a:pt x="3057031" y="1078613"/>
                  </a:lnTo>
                  <a:lnTo>
                    <a:pt x="2986658" y="1065698"/>
                  </a:lnTo>
                  <a:lnTo>
                    <a:pt x="2922146" y="1051246"/>
                  </a:lnTo>
                  <a:lnTo>
                    <a:pt x="2862776" y="1035033"/>
                  </a:lnTo>
                  <a:lnTo>
                    <a:pt x="2807659" y="1016801"/>
                  </a:lnTo>
                  <a:lnTo>
                    <a:pt x="2755848" y="996286"/>
                  </a:lnTo>
                  <a:lnTo>
                    <a:pt x="2706421" y="973259"/>
                  </a:lnTo>
                  <a:lnTo>
                    <a:pt x="2667772" y="952793"/>
                  </a:lnTo>
                  <a:lnTo>
                    <a:pt x="2621119" y="925273"/>
                  </a:lnTo>
                  <a:lnTo>
                    <a:pt x="2574921" y="895100"/>
                  </a:lnTo>
                  <a:lnTo>
                    <a:pt x="2528742" y="862231"/>
                  </a:lnTo>
                  <a:lnTo>
                    <a:pt x="2482277" y="826701"/>
                  </a:lnTo>
                  <a:lnTo>
                    <a:pt x="2435331" y="788638"/>
                  </a:lnTo>
                  <a:lnTo>
                    <a:pt x="2387812" y="748262"/>
                  </a:lnTo>
                  <a:lnTo>
                    <a:pt x="2339716" y="705892"/>
                  </a:lnTo>
                  <a:lnTo>
                    <a:pt x="2291116" y="661936"/>
                  </a:lnTo>
                  <a:lnTo>
                    <a:pt x="2242144" y="616878"/>
                  </a:lnTo>
                  <a:lnTo>
                    <a:pt x="2192977" y="571257"/>
                  </a:lnTo>
                  <a:lnTo>
                    <a:pt x="2143811" y="525642"/>
                  </a:lnTo>
                  <a:lnTo>
                    <a:pt x="2094845" y="480599"/>
                  </a:lnTo>
                  <a:lnTo>
                    <a:pt x="2046253" y="436668"/>
                  </a:lnTo>
                  <a:lnTo>
                    <a:pt x="1998167" y="394331"/>
                  </a:lnTo>
                  <a:lnTo>
                    <a:pt x="1950659" y="353995"/>
                  </a:lnTo>
                  <a:lnTo>
                    <a:pt x="1903723" y="315976"/>
                  </a:lnTo>
                  <a:lnTo>
                    <a:pt x="1857265" y="280494"/>
                  </a:lnTo>
                  <a:lnTo>
                    <a:pt x="1811089" y="247674"/>
                  </a:lnTo>
                  <a:lnTo>
                    <a:pt x="1764888" y="217551"/>
                  </a:lnTo>
                  <a:lnTo>
                    <a:pt x="1719082" y="190558"/>
                  </a:lnTo>
                  <a:lnTo>
                    <a:pt x="1670978" y="165414"/>
                  </a:lnTo>
                  <a:lnTo>
                    <a:pt x="1621155" y="142889"/>
                  </a:lnTo>
                  <a:lnTo>
                    <a:pt x="1568776" y="122837"/>
                  </a:lnTo>
                  <a:lnTo>
                    <a:pt x="1512907" y="105019"/>
                  </a:lnTo>
                  <a:lnTo>
                    <a:pt x="1452604" y="89167"/>
                  </a:lnTo>
                  <a:lnTo>
                    <a:pt x="1387002" y="75030"/>
                  </a:lnTo>
                  <a:lnTo>
                    <a:pt x="1315431" y="62391"/>
                  </a:lnTo>
                  <a:lnTo>
                    <a:pt x="1237569" y="51079"/>
                  </a:lnTo>
                  <a:lnTo>
                    <a:pt x="1153646" y="40975"/>
                  </a:lnTo>
                  <a:lnTo>
                    <a:pt x="1064676" y="32011"/>
                  </a:lnTo>
                  <a:lnTo>
                    <a:pt x="972669" y="24167"/>
                  </a:lnTo>
                  <a:lnTo>
                    <a:pt x="880732" y="17458"/>
                  </a:lnTo>
                  <a:lnTo>
                    <a:pt x="792931" y="11913"/>
                  </a:lnTo>
                  <a:lnTo>
                    <a:pt x="713821" y="7544"/>
                  </a:lnTo>
                  <a:lnTo>
                    <a:pt x="647644" y="4320"/>
                  </a:lnTo>
                  <a:lnTo>
                    <a:pt x="597381" y="2144"/>
                  </a:lnTo>
                  <a:lnTo>
                    <a:pt x="563962" y="851"/>
                  </a:lnTo>
                  <a:lnTo>
                    <a:pt x="545904" y="223"/>
                  </a:lnTo>
                  <a:lnTo>
                    <a:pt x="539413" y="1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66" name="pl966"/>
            <p:cNvSpPr/>
            <p:nvPr/>
          </p:nvSpPr>
          <p:spPr>
            <a:xfrm>
              <a:off x="546595" y="4017177"/>
              <a:ext cx="8234974" cy="1143352"/>
            </a:xfrm>
            <a:custGeom>
              <a:avLst/>
              <a:pathLst>
                <a:path w="8234974" h="1143352">
                  <a:moveTo>
                    <a:pt x="0" y="0"/>
                  </a:moveTo>
                  <a:lnTo>
                    <a:pt x="538736" y="0"/>
                  </a:lnTo>
                  <a:lnTo>
                    <a:pt x="540015" y="37"/>
                  </a:lnTo>
                  <a:lnTo>
                    <a:pt x="548358" y="304"/>
                  </a:lnTo>
                  <a:lnTo>
                    <a:pt x="569172" y="1042"/>
                  </a:lnTo>
                  <a:lnTo>
                    <a:pt x="605823" y="2491"/>
                  </a:lnTo>
                  <a:lnTo>
                    <a:pt x="659323" y="4860"/>
                  </a:lnTo>
                  <a:lnTo>
                    <a:pt x="728298" y="8301"/>
                  </a:lnTo>
                  <a:lnTo>
                    <a:pt x="809451" y="12898"/>
                  </a:lnTo>
                  <a:lnTo>
                    <a:pt x="898406" y="18671"/>
                  </a:lnTo>
                  <a:lnTo>
                    <a:pt x="990650" y="25603"/>
                  </a:lnTo>
                  <a:lnTo>
                    <a:pt x="1082276" y="33664"/>
                  </a:lnTo>
                  <a:lnTo>
                    <a:pt x="1170389" y="42847"/>
                  </a:lnTo>
                  <a:lnTo>
                    <a:pt x="1253186" y="53180"/>
                  </a:lnTo>
                  <a:lnTo>
                    <a:pt x="1329823" y="64738"/>
                  </a:lnTo>
                  <a:lnTo>
                    <a:pt x="1400196" y="77653"/>
                  </a:lnTo>
                  <a:lnTo>
                    <a:pt x="1464709" y="92105"/>
                  </a:lnTo>
                  <a:lnTo>
                    <a:pt x="1524079" y="108318"/>
                  </a:lnTo>
                  <a:lnTo>
                    <a:pt x="1579195" y="126550"/>
                  </a:lnTo>
                  <a:lnTo>
                    <a:pt x="1631006" y="147065"/>
                  </a:lnTo>
                  <a:lnTo>
                    <a:pt x="1680434" y="170092"/>
                  </a:lnTo>
                  <a:lnTo>
                    <a:pt x="1719082" y="190558"/>
                  </a:lnTo>
                  <a:lnTo>
                    <a:pt x="1765736" y="218078"/>
                  </a:lnTo>
                  <a:lnTo>
                    <a:pt x="1811934" y="248251"/>
                  </a:lnTo>
                  <a:lnTo>
                    <a:pt x="1858112" y="281120"/>
                  </a:lnTo>
                  <a:lnTo>
                    <a:pt x="1904578" y="316650"/>
                  </a:lnTo>
                  <a:lnTo>
                    <a:pt x="1951523" y="354714"/>
                  </a:lnTo>
                  <a:lnTo>
                    <a:pt x="1999042" y="395090"/>
                  </a:lnTo>
                  <a:lnTo>
                    <a:pt x="2047138" y="437459"/>
                  </a:lnTo>
                  <a:lnTo>
                    <a:pt x="2095739" y="481415"/>
                  </a:lnTo>
                  <a:lnTo>
                    <a:pt x="2144710" y="526473"/>
                  </a:lnTo>
                  <a:lnTo>
                    <a:pt x="2193878" y="572094"/>
                  </a:lnTo>
                  <a:lnTo>
                    <a:pt x="2243043" y="617710"/>
                  </a:lnTo>
                  <a:lnTo>
                    <a:pt x="2292010" y="662752"/>
                  </a:lnTo>
                  <a:lnTo>
                    <a:pt x="2340602" y="706683"/>
                  </a:lnTo>
                  <a:lnTo>
                    <a:pt x="2388687" y="749020"/>
                  </a:lnTo>
                  <a:lnTo>
                    <a:pt x="2436196" y="789356"/>
                  </a:lnTo>
                  <a:lnTo>
                    <a:pt x="2483131" y="827375"/>
                  </a:lnTo>
                  <a:lnTo>
                    <a:pt x="2529590" y="862857"/>
                  </a:lnTo>
                  <a:lnTo>
                    <a:pt x="2575765" y="895677"/>
                  </a:lnTo>
                  <a:lnTo>
                    <a:pt x="2621967" y="925800"/>
                  </a:lnTo>
                  <a:lnTo>
                    <a:pt x="2667772" y="952793"/>
                  </a:lnTo>
                  <a:lnTo>
                    <a:pt x="2715877" y="977937"/>
                  </a:lnTo>
                  <a:lnTo>
                    <a:pt x="2765699" y="1000462"/>
                  </a:lnTo>
                  <a:lnTo>
                    <a:pt x="2818078" y="1020514"/>
                  </a:lnTo>
                  <a:lnTo>
                    <a:pt x="2873947" y="1038332"/>
                  </a:lnTo>
                  <a:lnTo>
                    <a:pt x="2934251" y="1054184"/>
                  </a:lnTo>
                  <a:lnTo>
                    <a:pt x="2999853" y="1068321"/>
                  </a:lnTo>
                  <a:lnTo>
                    <a:pt x="3071424" y="1080960"/>
                  </a:lnTo>
                  <a:lnTo>
                    <a:pt x="3149286" y="1092272"/>
                  </a:lnTo>
                  <a:lnTo>
                    <a:pt x="3233208" y="1102376"/>
                  </a:lnTo>
                  <a:lnTo>
                    <a:pt x="3322178" y="1111341"/>
                  </a:lnTo>
                  <a:lnTo>
                    <a:pt x="3414186" y="1119184"/>
                  </a:lnTo>
                  <a:lnTo>
                    <a:pt x="3506123" y="1125893"/>
                  </a:lnTo>
                  <a:lnTo>
                    <a:pt x="3593924" y="1131439"/>
                  </a:lnTo>
                  <a:lnTo>
                    <a:pt x="3673033" y="1135807"/>
                  </a:lnTo>
                  <a:lnTo>
                    <a:pt x="3739210" y="1139031"/>
                  </a:lnTo>
                  <a:lnTo>
                    <a:pt x="3789473" y="1141207"/>
                  </a:lnTo>
                  <a:lnTo>
                    <a:pt x="3822892" y="1142501"/>
                  </a:lnTo>
                  <a:lnTo>
                    <a:pt x="3840951" y="1143128"/>
                  </a:lnTo>
                  <a:lnTo>
                    <a:pt x="3847442" y="1143332"/>
                  </a:lnTo>
                  <a:lnTo>
                    <a:pt x="3848118" y="1143352"/>
                  </a:lnTo>
                  <a:lnTo>
                    <a:pt x="4386855" y="1143352"/>
                  </a:lnTo>
                  <a:lnTo>
                    <a:pt x="4388139" y="1143318"/>
                  </a:lnTo>
                  <a:lnTo>
                    <a:pt x="4396514" y="1143079"/>
                  </a:lnTo>
                  <a:lnTo>
                    <a:pt x="4417403" y="1142419"/>
                  </a:lnTo>
                  <a:lnTo>
                    <a:pt x="4454181" y="1141124"/>
                  </a:lnTo>
                  <a:lnTo>
                    <a:pt x="4507849" y="1139007"/>
                  </a:lnTo>
                  <a:lnTo>
                    <a:pt x="4577017" y="1135931"/>
                  </a:lnTo>
                  <a:lnTo>
                    <a:pt x="4658363" y="1131823"/>
                  </a:lnTo>
                  <a:lnTo>
                    <a:pt x="4747489" y="1126665"/>
                  </a:lnTo>
                  <a:lnTo>
                    <a:pt x="4839867" y="1120473"/>
                  </a:lnTo>
                  <a:lnTo>
                    <a:pt x="4931585" y="1113273"/>
                  </a:lnTo>
                  <a:lnTo>
                    <a:pt x="5019751" y="1105071"/>
                  </a:lnTo>
                  <a:lnTo>
                    <a:pt x="5102567" y="1095842"/>
                  </a:lnTo>
                  <a:lnTo>
                    <a:pt x="5179202" y="1085517"/>
                  </a:lnTo>
                  <a:lnTo>
                    <a:pt x="5249558" y="1073978"/>
                  </a:lnTo>
                  <a:lnTo>
                    <a:pt x="5314049" y="1061064"/>
                  </a:lnTo>
                  <a:lnTo>
                    <a:pt x="5373402" y="1046573"/>
                  </a:lnTo>
                  <a:lnTo>
                    <a:pt x="5428509" y="1030275"/>
                  </a:lnTo>
                  <a:lnTo>
                    <a:pt x="5480323" y="1011933"/>
                  </a:lnTo>
                  <a:lnTo>
                    <a:pt x="5529769" y="991345"/>
                  </a:lnTo>
                  <a:lnTo>
                    <a:pt x="5567201" y="973664"/>
                  </a:lnTo>
                  <a:lnTo>
                    <a:pt x="5614847" y="948608"/>
                  </a:lnTo>
                  <a:lnTo>
                    <a:pt x="5662027" y="921086"/>
                  </a:lnTo>
                  <a:lnTo>
                    <a:pt x="5709204" y="891059"/>
                  </a:lnTo>
                  <a:lnTo>
                    <a:pt x="5756695" y="858566"/>
                  </a:lnTo>
                  <a:lnTo>
                    <a:pt x="5804700" y="823733"/>
                  </a:lnTo>
                  <a:lnTo>
                    <a:pt x="5853307" y="786780"/>
                  </a:lnTo>
                  <a:lnTo>
                    <a:pt x="5902510" y="748019"/>
                  </a:lnTo>
                  <a:lnTo>
                    <a:pt x="5952221" y="707849"/>
                  </a:lnTo>
                  <a:lnTo>
                    <a:pt x="6002292" y="666737"/>
                  </a:lnTo>
                  <a:lnTo>
                    <a:pt x="6052527" y="625203"/>
                  </a:lnTo>
                  <a:lnTo>
                    <a:pt x="6102716" y="583787"/>
                  </a:lnTo>
                  <a:lnTo>
                    <a:pt x="6152652" y="543026"/>
                  </a:lnTo>
                  <a:lnTo>
                    <a:pt x="6202156" y="503417"/>
                  </a:lnTo>
                  <a:lnTo>
                    <a:pt x="6251105" y="465402"/>
                  </a:lnTo>
                  <a:lnTo>
                    <a:pt x="6299444" y="429343"/>
                  </a:lnTo>
                  <a:lnTo>
                    <a:pt x="6347207" y="395511"/>
                  </a:lnTo>
                  <a:lnTo>
                    <a:pt x="6394530" y="364086"/>
                  </a:lnTo>
                  <a:lnTo>
                    <a:pt x="6441661" y="335154"/>
                  </a:lnTo>
                  <a:lnTo>
                    <a:pt x="6488979" y="308719"/>
                  </a:lnTo>
                  <a:lnTo>
                    <a:pt x="6515891" y="294912"/>
                  </a:lnTo>
                  <a:lnTo>
                    <a:pt x="6564060" y="272493"/>
                  </a:lnTo>
                  <a:lnTo>
                    <a:pt x="6613953" y="252414"/>
                  </a:lnTo>
                  <a:lnTo>
                    <a:pt x="6666411" y="234542"/>
                  </a:lnTo>
                  <a:lnTo>
                    <a:pt x="6722372" y="218662"/>
                  </a:lnTo>
                  <a:lnTo>
                    <a:pt x="6782784" y="204538"/>
                  </a:lnTo>
                  <a:lnTo>
                    <a:pt x="6848514" y="191943"/>
                  </a:lnTo>
                  <a:lnTo>
                    <a:pt x="6920233" y="180684"/>
                  </a:lnTo>
                  <a:lnTo>
                    <a:pt x="6998260" y="170609"/>
                  </a:lnTo>
                  <a:lnTo>
                    <a:pt x="7082357" y="161611"/>
                  </a:lnTo>
                  <a:lnTo>
                    <a:pt x="7171497" y="153630"/>
                  </a:lnTo>
                  <a:lnTo>
                    <a:pt x="7263648" y="146650"/>
                  </a:lnTo>
                  <a:lnTo>
                    <a:pt x="7355676" y="140684"/>
                  </a:lnTo>
                  <a:lnTo>
                    <a:pt x="7443486" y="135757"/>
                  </a:lnTo>
                  <a:lnTo>
                    <a:pt x="7522503" y="131880"/>
                  </a:lnTo>
                  <a:lnTo>
                    <a:pt x="7588485" y="129024"/>
                  </a:lnTo>
                  <a:lnTo>
                    <a:pt x="7638471" y="127101"/>
                  </a:lnTo>
                  <a:lnTo>
                    <a:pt x="7671574" y="125963"/>
                  </a:lnTo>
                  <a:lnTo>
                    <a:pt x="7689339" y="125415"/>
                  </a:lnTo>
                  <a:lnTo>
                    <a:pt x="7695621" y="125240"/>
                  </a:lnTo>
                  <a:lnTo>
                    <a:pt x="7696237" y="125224"/>
                  </a:lnTo>
                  <a:lnTo>
                    <a:pt x="8234974" y="125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7" name="pl967"/>
            <p:cNvSpPr/>
            <p:nvPr/>
          </p:nvSpPr>
          <p:spPr>
            <a:xfrm>
              <a:off x="546595" y="4011733"/>
              <a:ext cx="8234974" cy="1143352"/>
            </a:xfrm>
            <a:custGeom>
              <a:avLst/>
              <a:pathLst>
                <a:path w="8234974" h="1143352">
                  <a:moveTo>
                    <a:pt x="8234974" y="125224"/>
                  </a:moveTo>
                  <a:lnTo>
                    <a:pt x="7696237" y="125224"/>
                  </a:lnTo>
                  <a:lnTo>
                    <a:pt x="7694954" y="125257"/>
                  </a:lnTo>
                  <a:lnTo>
                    <a:pt x="7686578" y="125496"/>
                  </a:lnTo>
                  <a:lnTo>
                    <a:pt x="7665689" y="126156"/>
                  </a:lnTo>
                  <a:lnTo>
                    <a:pt x="7628912" y="127452"/>
                  </a:lnTo>
                  <a:lnTo>
                    <a:pt x="7575244" y="129569"/>
                  </a:lnTo>
                  <a:lnTo>
                    <a:pt x="7506076" y="132644"/>
                  </a:lnTo>
                  <a:lnTo>
                    <a:pt x="7424730" y="136752"/>
                  </a:lnTo>
                  <a:lnTo>
                    <a:pt x="7335603" y="141910"/>
                  </a:lnTo>
                  <a:lnTo>
                    <a:pt x="7243225" y="148102"/>
                  </a:lnTo>
                  <a:lnTo>
                    <a:pt x="7151507" y="155303"/>
                  </a:lnTo>
                  <a:lnTo>
                    <a:pt x="7063342" y="163505"/>
                  </a:lnTo>
                  <a:lnTo>
                    <a:pt x="6980525" y="172734"/>
                  </a:lnTo>
                  <a:lnTo>
                    <a:pt x="6903891" y="183059"/>
                  </a:lnTo>
                  <a:lnTo>
                    <a:pt x="6833534" y="194597"/>
                  </a:lnTo>
                  <a:lnTo>
                    <a:pt x="6769043" y="207511"/>
                  </a:lnTo>
                  <a:lnTo>
                    <a:pt x="6709691" y="222002"/>
                  </a:lnTo>
                  <a:lnTo>
                    <a:pt x="6654583" y="238301"/>
                  </a:lnTo>
                  <a:lnTo>
                    <a:pt x="6602769" y="256643"/>
                  </a:lnTo>
                  <a:lnTo>
                    <a:pt x="6553324" y="277231"/>
                  </a:lnTo>
                  <a:lnTo>
                    <a:pt x="6515891" y="294912"/>
                  </a:lnTo>
                  <a:lnTo>
                    <a:pt x="6468246" y="319968"/>
                  </a:lnTo>
                  <a:lnTo>
                    <a:pt x="6421065" y="347490"/>
                  </a:lnTo>
                  <a:lnTo>
                    <a:pt x="6373889" y="377516"/>
                  </a:lnTo>
                  <a:lnTo>
                    <a:pt x="6326397" y="410009"/>
                  </a:lnTo>
                  <a:lnTo>
                    <a:pt x="6278393" y="444842"/>
                  </a:lnTo>
                  <a:lnTo>
                    <a:pt x="6229786" y="481795"/>
                  </a:lnTo>
                  <a:lnTo>
                    <a:pt x="6180583" y="520556"/>
                  </a:lnTo>
                  <a:lnTo>
                    <a:pt x="6130871" y="560727"/>
                  </a:lnTo>
                  <a:lnTo>
                    <a:pt x="6080801" y="601839"/>
                  </a:lnTo>
                  <a:lnTo>
                    <a:pt x="6030565" y="643373"/>
                  </a:lnTo>
                  <a:lnTo>
                    <a:pt x="5980376" y="684788"/>
                  </a:lnTo>
                  <a:lnTo>
                    <a:pt x="5930441" y="725550"/>
                  </a:lnTo>
                  <a:lnTo>
                    <a:pt x="5880936" y="765158"/>
                  </a:lnTo>
                  <a:lnTo>
                    <a:pt x="5831988" y="803173"/>
                  </a:lnTo>
                  <a:lnTo>
                    <a:pt x="5783648" y="839233"/>
                  </a:lnTo>
                  <a:lnTo>
                    <a:pt x="5735885" y="873064"/>
                  </a:lnTo>
                  <a:lnTo>
                    <a:pt x="5688562" y="904490"/>
                  </a:lnTo>
                  <a:lnTo>
                    <a:pt x="5641431" y="933422"/>
                  </a:lnTo>
                  <a:lnTo>
                    <a:pt x="5594113" y="959857"/>
                  </a:lnTo>
                  <a:lnTo>
                    <a:pt x="5567201" y="973664"/>
                  </a:lnTo>
                  <a:lnTo>
                    <a:pt x="5519032" y="996082"/>
                  </a:lnTo>
                  <a:lnTo>
                    <a:pt x="5469140" y="1016162"/>
                  </a:lnTo>
                  <a:lnTo>
                    <a:pt x="5416682" y="1034034"/>
                  </a:lnTo>
                  <a:lnTo>
                    <a:pt x="5360720" y="1049913"/>
                  </a:lnTo>
                  <a:lnTo>
                    <a:pt x="5300308" y="1064038"/>
                  </a:lnTo>
                  <a:lnTo>
                    <a:pt x="5234578" y="1076633"/>
                  </a:lnTo>
                  <a:lnTo>
                    <a:pt x="5162859" y="1087891"/>
                  </a:lnTo>
                  <a:lnTo>
                    <a:pt x="5084833" y="1097967"/>
                  </a:lnTo>
                  <a:lnTo>
                    <a:pt x="5000736" y="1106965"/>
                  </a:lnTo>
                  <a:lnTo>
                    <a:pt x="4911596" y="1114945"/>
                  </a:lnTo>
                  <a:lnTo>
                    <a:pt x="4819445" y="1121925"/>
                  </a:lnTo>
                  <a:lnTo>
                    <a:pt x="4727417" y="1127892"/>
                  </a:lnTo>
                  <a:lnTo>
                    <a:pt x="4639607" y="1132819"/>
                  </a:lnTo>
                  <a:lnTo>
                    <a:pt x="4560589" y="1136696"/>
                  </a:lnTo>
                  <a:lnTo>
                    <a:pt x="4494608" y="1139552"/>
                  </a:lnTo>
                  <a:lnTo>
                    <a:pt x="4444622" y="1141474"/>
                  </a:lnTo>
                  <a:lnTo>
                    <a:pt x="4411518" y="1142612"/>
                  </a:lnTo>
                  <a:lnTo>
                    <a:pt x="4393754" y="1143161"/>
                  </a:lnTo>
                  <a:lnTo>
                    <a:pt x="4387472" y="1143336"/>
                  </a:lnTo>
                  <a:lnTo>
                    <a:pt x="4386855" y="1143352"/>
                  </a:lnTo>
                  <a:lnTo>
                    <a:pt x="3848118" y="1143352"/>
                  </a:lnTo>
                  <a:lnTo>
                    <a:pt x="3846840" y="1143314"/>
                  </a:lnTo>
                  <a:lnTo>
                    <a:pt x="3838496" y="1143047"/>
                  </a:lnTo>
                  <a:lnTo>
                    <a:pt x="3817683" y="1142309"/>
                  </a:lnTo>
                  <a:lnTo>
                    <a:pt x="3781031" y="1140860"/>
                  </a:lnTo>
                  <a:lnTo>
                    <a:pt x="3727532" y="1138491"/>
                  </a:lnTo>
                  <a:lnTo>
                    <a:pt x="3658557" y="1135050"/>
                  </a:lnTo>
                  <a:lnTo>
                    <a:pt x="3577404" y="1130453"/>
                  </a:lnTo>
                  <a:lnTo>
                    <a:pt x="3488448" y="1124680"/>
                  </a:lnTo>
                  <a:lnTo>
                    <a:pt x="3396205" y="1117749"/>
                  </a:lnTo>
                  <a:lnTo>
                    <a:pt x="3304578" y="1109687"/>
                  </a:lnTo>
                  <a:lnTo>
                    <a:pt x="3216465" y="1100504"/>
                  </a:lnTo>
                  <a:lnTo>
                    <a:pt x="3133668" y="1090172"/>
                  </a:lnTo>
                  <a:lnTo>
                    <a:pt x="3057031" y="1078613"/>
                  </a:lnTo>
                  <a:lnTo>
                    <a:pt x="2986658" y="1065698"/>
                  </a:lnTo>
                  <a:lnTo>
                    <a:pt x="2922146" y="1051246"/>
                  </a:lnTo>
                  <a:lnTo>
                    <a:pt x="2862776" y="1035033"/>
                  </a:lnTo>
                  <a:lnTo>
                    <a:pt x="2807659" y="1016801"/>
                  </a:lnTo>
                  <a:lnTo>
                    <a:pt x="2755848" y="996286"/>
                  </a:lnTo>
                  <a:lnTo>
                    <a:pt x="2706421" y="973259"/>
                  </a:lnTo>
                  <a:lnTo>
                    <a:pt x="2667772" y="952793"/>
                  </a:lnTo>
                  <a:lnTo>
                    <a:pt x="2621119" y="925273"/>
                  </a:lnTo>
                  <a:lnTo>
                    <a:pt x="2574921" y="895100"/>
                  </a:lnTo>
                  <a:lnTo>
                    <a:pt x="2528742" y="862231"/>
                  </a:lnTo>
                  <a:lnTo>
                    <a:pt x="2482277" y="826701"/>
                  </a:lnTo>
                  <a:lnTo>
                    <a:pt x="2435331" y="788638"/>
                  </a:lnTo>
                  <a:lnTo>
                    <a:pt x="2387812" y="748262"/>
                  </a:lnTo>
                  <a:lnTo>
                    <a:pt x="2339716" y="705892"/>
                  </a:lnTo>
                  <a:lnTo>
                    <a:pt x="2291116" y="661936"/>
                  </a:lnTo>
                  <a:lnTo>
                    <a:pt x="2242144" y="616878"/>
                  </a:lnTo>
                  <a:lnTo>
                    <a:pt x="2192977" y="571257"/>
                  </a:lnTo>
                  <a:lnTo>
                    <a:pt x="2143811" y="525642"/>
                  </a:lnTo>
                  <a:lnTo>
                    <a:pt x="2094845" y="480599"/>
                  </a:lnTo>
                  <a:lnTo>
                    <a:pt x="2046253" y="436668"/>
                  </a:lnTo>
                  <a:lnTo>
                    <a:pt x="1998167" y="394331"/>
                  </a:lnTo>
                  <a:lnTo>
                    <a:pt x="1950659" y="353995"/>
                  </a:lnTo>
                  <a:lnTo>
                    <a:pt x="1903723" y="315976"/>
                  </a:lnTo>
                  <a:lnTo>
                    <a:pt x="1857265" y="280494"/>
                  </a:lnTo>
                  <a:lnTo>
                    <a:pt x="1811089" y="247674"/>
                  </a:lnTo>
                  <a:lnTo>
                    <a:pt x="1764888" y="217551"/>
                  </a:lnTo>
                  <a:lnTo>
                    <a:pt x="1719082" y="190558"/>
                  </a:lnTo>
                  <a:lnTo>
                    <a:pt x="1670978" y="165414"/>
                  </a:lnTo>
                  <a:lnTo>
                    <a:pt x="1621155" y="142889"/>
                  </a:lnTo>
                  <a:lnTo>
                    <a:pt x="1568776" y="122837"/>
                  </a:lnTo>
                  <a:lnTo>
                    <a:pt x="1512907" y="105019"/>
                  </a:lnTo>
                  <a:lnTo>
                    <a:pt x="1452604" y="89167"/>
                  </a:lnTo>
                  <a:lnTo>
                    <a:pt x="1387002" y="75030"/>
                  </a:lnTo>
                  <a:lnTo>
                    <a:pt x="1315431" y="62391"/>
                  </a:lnTo>
                  <a:lnTo>
                    <a:pt x="1237569" y="51079"/>
                  </a:lnTo>
                  <a:lnTo>
                    <a:pt x="1153646" y="40975"/>
                  </a:lnTo>
                  <a:lnTo>
                    <a:pt x="1064676" y="32011"/>
                  </a:lnTo>
                  <a:lnTo>
                    <a:pt x="972669" y="24167"/>
                  </a:lnTo>
                  <a:lnTo>
                    <a:pt x="880732" y="17458"/>
                  </a:lnTo>
                  <a:lnTo>
                    <a:pt x="792931" y="11913"/>
                  </a:lnTo>
                  <a:lnTo>
                    <a:pt x="713821" y="7544"/>
                  </a:lnTo>
                  <a:lnTo>
                    <a:pt x="647644" y="4320"/>
                  </a:lnTo>
                  <a:lnTo>
                    <a:pt x="597381" y="2144"/>
                  </a:lnTo>
                  <a:lnTo>
                    <a:pt x="563962" y="851"/>
                  </a:lnTo>
                  <a:lnTo>
                    <a:pt x="545904" y="223"/>
                  </a:lnTo>
                  <a:lnTo>
                    <a:pt x="539413" y="1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8" name="pg968"/>
            <p:cNvSpPr/>
            <p:nvPr/>
          </p:nvSpPr>
          <p:spPr>
            <a:xfrm>
              <a:off x="546595" y="4017177"/>
              <a:ext cx="8234974" cy="1192352"/>
            </a:xfrm>
            <a:custGeom>
              <a:avLst/>
              <a:pathLst>
                <a:path w="8234974" h="1192352">
                  <a:moveTo>
                    <a:pt x="0" y="5444"/>
                  </a:moveTo>
                  <a:lnTo>
                    <a:pt x="538736" y="5444"/>
                  </a:lnTo>
                  <a:lnTo>
                    <a:pt x="540013" y="5482"/>
                  </a:lnTo>
                  <a:lnTo>
                    <a:pt x="548350" y="5755"/>
                  </a:lnTo>
                  <a:lnTo>
                    <a:pt x="569146" y="6511"/>
                  </a:lnTo>
                  <a:lnTo>
                    <a:pt x="605768" y="7993"/>
                  </a:lnTo>
                  <a:lnTo>
                    <a:pt x="659229" y="10416"/>
                  </a:lnTo>
                  <a:lnTo>
                    <a:pt x="728159" y="13936"/>
                  </a:lnTo>
                  <a:lnTo>
                    <a:pt x="809267" y="18638"/>
                  </a:lnTo>
                  <a:lnTo>
                    <a:pt x="898183" y="24544"/>
                  </a:lnTo>
                  <a:lnTo>
                    <a:pt x="990395" y="31636"/>
                  </a:lnTo>
                  <a:lnTo>
                    <a:pt x="1082000" y="39884"/>
                  </a:lnTo>
                  <a:lnTo>
                    <a:pt x="1170101" y="49278"/>
                  </a:lnTo>
                  <a:lnTo>
                    <a:pt x="1252893" y="59849"/>
                  </a:lnTo>
                  <a:lnTo>
                    <a:pt x="1329531" y="71675"/>
                  </a:lnTo>
                  <a:lnTo>
                    <a:pt x="1399908" y="84887"/>
                  </a:lnTo>
                  <a:lnTo>
                    <a:pt x="1464425" y="99671"/>
                  </a:lnTo>
                  <a:lnTo>
                    <a:pt x="1523800" y="116256"/>
                  </a:lnTo>
                  <a:lnTo>
                    <a:pt x="1578918" y="134905"/>
                  </a:lnTo>
                  <a:lnTo>
                    <a:pt x="1630729" y="155889"/>
                  </a:lnTo>
                  <a:lnTo>
                    <a:pt x="1680152" y="179441"/>
                  </a:lnTo>
                  <a:lnTo>
                    <a:pt x="1719082" y="200540"/>
                  </a:lnTo>
                  <a:lnTo>
                    <a:pt x="1765519" y="228577"/>
                  </a:lnTo>
                  <a:lnTo>
                    <a:pt x="1811503" y="259305"/>
                  </a:lnTo>
                  <a:lnTo>
                    <a:pt x="1857464" y="292768"/>
                  </a:lnTo>
                  <a:lnTo>
                    <a:pt x="1903706" y="328930"/>
                  </a:lnTo>
                  <a:lnTo>
                    <a:pt x="1950421" y="367666"/>
                  </a:lnTo>
                  <a:lnTo>
                    <a:pt x="1997703" y="408753"/>
                  </a:lnTo>
                  <a:lnTo>
                    <a:pt x="2045557" y="451873"/>
                  </a:lnTo>
                  <a:lnTo>
                    <a:pt x="2093915" y="496617"/>
                  </a:lnTo>
                  <a:lnTo>
                    <a:pt x="2142646" y="542498"/>
                  </a:lnTo>
                  <a:lnTo>
                    <a:pt x="2191580" y="588974"/>
                  </a:lnTo>
                  <a:lnTo>
                    <a:pt x="2240520" y="635471"/>
                  </a:lnTo>
                  <a:lnTo>
                    <a:pt x="2289273" y="681417"/>
                  </a:lnTo>
                  <a:lnTo>
                    <a:pt x="2337665" y="726264"/>
                  </a:lnTo>
                  <a:lnTo>
                    <a:pt x="2385560" y="769522"/>
                  </a:lnTo>
                  <a:lnTo>
                    <a:pt x="2432886" y="810775"/>
                  </a:lnTo>
                  <a:lnTo>
                    <a:pt x="2479642" y="849698"/>
                  </a:lnTo>
                  <a:lnTo>
                    <a:pt x="2525914" y="886060"/>
                  </a:lnTo>
                  <a:lnTo>
                    <a:pt x="2571887" y="919728"/>
                  </a:lnTo>
                  <a:lnTo>
                    <a:pt x="2617856" y="950662"/>
                  </a:lnTo>
                  <a:lnTo>
                    <a:pt x="2664240" y="978899"/>
                  </a:lnTo>
                  <a:lnTo>
                    <a:pt x="2667772" y="980923"/>
                  </a:lnTo>
                  <a:lnTo>
                    <a:pt x="2715862" y="1006659"/>
                  </a:lnTo>
                  <a:lnTo>
                    <a:pt x="2765668" y="1029714"/>
                  </a:lnTo>
                  <a:lnTo>
                    <a:pt x="2818029" y="1050238"/>
                  </a:lnTo>
                  <a:lnTo>
                    <a:pt x="2873877" y="1068478"/>
                  </a:lnTo>
                  <a:lnTo>
                    <a:pt x="2934155" y="1084705"/>
                  </a:lnTo>
                  <a:lnTo>
                    <a:pt x="2999727" y="1099176"/>
                  </a:lnTo>
                  <a:lnTo>
                    <a:pt x="3071264" y="1112115"/>
                  </a:lnTo>
                  <a:lnTo>
                    <a:pt x="3149088" y="1123696"/>
                  </a:lnTo>
                  <a:lnTo>
                    <a:pt x="3232970" y="1134041"/>
                  </a:lnTo>
                  <a:lnTo>
                    <a:pt x="3321900" y="1143219"/>
                  </a:lnTo>
                  <a:lnTo>
                    <a:pt x="3413874" y="1151251"/>
                  </a:lnTo>
                  <a:lnTo>
                    <a:pt x="3505790" y="1158122"/>
                  </a:lnTo>
                  <a:lnTo>
                    <a:pt x="3593589" y="1163802"/>
                  </a:lnTo>
                  <a:lnTo>
                    <a:pt x="3672720" y="1168278"/>
                  </a:lnTo>
                  <a:lnTo>
                    <a:pt x="3738941" y="1171583"/>
                  </a:lnTo>
                  <a:lnTo>
                    <a:pt x="3789269" y="1173815"/>
                  </a:lnTo>
                  <a:lnTo>
                    <a:pt x="3822761" y="1175143"/>
                  </a:lnTo>
                  <a:lnTo>
                    <a:pt x="3840888" y="1175788"/>
                  </a:lnTo>
                  <a:lnTo>
                    <a:pt x="3847427" y="1175998"/>
                  </a:lnTo>
                  <a:lnTo>
                    <a:pt x="3848118" y="1176019"/>
                  </a:lnTo>
                  <a:lnTo>
                    <a:pt x="4386855" y="1176019"/>
                  </a:lnTo>
                  <a:lnTo>
                    <a:pt x="4388158" y="1176019"/>
                  </a:lnTo>
                  <a:lnTo>
                    <a:pt x="4396657" y="1176023"/>
                  </a:lnTo>
                  <a:lnTo>
                    <a:pt x="4417843" y="1176034"/>
                  </a:lnTo>
                  <a:lnTo>
                    <a:pt x="4455112" y="1176055"/>
                  </a:lnTo>
                  <a:lnTo>
                    <a:pt x="4509439" y="1176090"/>
                  </a:lnTo>
                  <a:lnTo>
                    <a:pt x="4579358" y="1176140"/>
                  </a:lnTo>
                  <a:lnTo>
                    <a:pt x="4661454" y="1176207"/>
                  </a:lnTo>
                  <a:lnTo>
                    <a:pt x="4751243" y="1176290"/>
                  </a:lnTo>
                  <a:lnTo>
                    <a:pt x="4844139" y="1176391"/>
                  </a:lnTo>
                  <a:lnTo>
                    <a:pt x="4936211" y="1176508"/>
                  </a:lnTo>
                  <a:lnTo>
                    <a:pt x="5024575" y="1176641"/>
                  </a:lnTo>
                  <a:lnTo>
                    <a:pt x="5107464" y="1176791"/>
                  </a:lnTo>
                  <a:lnTo>
                    <a:pt x="5184083" y="1176958"/>
                  </a:lnTo>
                  <a:lnTo>
                    <a:pt x="5254374" y="1177146"/>
                  </a:lnTo>
                  <a:lnTo>
                    <a:pt x="5318785" y="1177356"/>
                  </a:lnTo>
                  <a:lnTo>
                    <a:pt x="5378069" y="1177592"/>
                  </a:lnTo>
                  <a:lnTo>
                    <a:pt x="5433141" y="1177857"/>
                  </a:lnTo>
                  <a:lnTo>
                    <a:pt x="5484971" y="1178156"/>
                  </a:lnTo>
                  <a:lnTo>
                    <a:pt x="5534489" y="1178492"/>
                  </a:lnTo>
                  <a:lnTo>
                    <a:pt x="5567201" y="1178741"/>
                  </a:lnTo>
                  <a:lnTo>
                    <a:pt x="5619994" y="1179189"/>
                  </a:lnTo>
                  <a:lnTo>
                    <a:pt x="5672283" y="1179686"/>
                  </a:lnTo>
                  <a:lnTo>
                    <a:pt x="5724663" y="1180232"/>
                  </a:lnTo>
                  <a:lnTo>
                    <a:pt x="5777522" y="1180826"/>
                  </a:lnTo>
                  <a:lnTo>
                    <a:pt x="5831073" y="1181465"/>
                  </a:lnTo>
                  <a:lnTo>
                    <a:pt x="5885372" y="1182142"/>
                  </a:lnTo>
                  <a:lnTo>
                    <a:pt x="5940342" y="1182850"/>
                  </a:lnTo>
                  <a:lnTo>
                    <a:pt x="5995801" y="1183579"/>
                  </a:lnTo>
                  <a:lnTo>
                    <a:pt x="6051496" y="1184318"/>
                  </a:lnTo>
                  <a:lnTo>
                    <a:pt x="6107139" y="1185054"/>
                  </a:lnTo>
                  <a:lnTo>
                    <a:pt x="6162450" y="1185777"/>
                  </a:lnTo>
                  <a:lnTo>
                    <a:pt x="6217196" y="1186475"/>
                  </a:lnTo>
                  <a:lnTo>
                    <a:pt x="6271231" y="1187139"/>
                  </a:lnTo>
                  <a:lnTo>
                    <a:pt x="6324521" y="1187762"/>
                  </a:lnTo>
                  <a:lnTo>
                    <a:pt x="6377176" y="1188340"/>
                  </a:lnTo>
                  <a:lnTo>
                    <a:pt x="6429468" y="1188868"/>
                  </a:lnTo>
                  <a:lnTo>
                    <a:pt x="6481857" y="1189348"/>
                  </a:lnTo>
                  <a:lnTo>
                    <a:pt x="6515891" y="1189630"/>
                  </a:lnTo>
                  <a:lnTo>
                    <a:pt x="6564311" y="1189992"/>
                  </a:lnTo>
                  <a:lnTo>
                    <a:pt x="6614476" y="1190315"/>
                  </a:lnTo>
                  <a:lnTo>
                    <a:pt x="6667242" y="1190603"/>
                  </a:lnTo>
                  <a:lnTo>
                    <a:pt x="6723563" y="1190858"/>
                  </a:lnTo>
                  <a:lnTo>
                    <a:pt x="6784399" y="1191086"/>
                  </a:lnTo>
                  <a:lnTo>
                    <a:pt x="6850628" y="1191288"/>
                  </a:lnTo>
                  <a:lnTo>
                    <a:pt x="6922923" y="1191469"/>
                  </a:lnTo>
                  <a:lnTo>
                    <a:pt x="7001593" y="1191631"/>
                  </a:lnTo>
                  <a:lnTo>
                    <a:pt x="7086370" y="1191775"/>
                  </a:lnTo>
                  <a:lnTo>
                    <a:pt x="7176169" y="1191903"/>
                  </a:lnTo>
                  <a:lnTo>
                    <a:pt x="7268875" y="1192015"/>
                  </a:lnTo>
                  <a:lnTo>
                    <a:pt x="7361244" y="1192110"/>
                  </a:lnTo>
                  <a:lnTo>
                    <a:pt x="7449075" y="1192188"/>
                  </a:lnTo>
                  <a:lnTo>
                    <a:pt x="7527717" y="1192250"/>
                  </a:lnTo>
                  <a:lnTo>
                    <a:pt x="7592921" y="1192294"/>
                  </a:lnTo>
                  <a:lnTo>
                    <a:pt x="7641816" y="1192324"/>
                  </a:lnTo>
                  <a:lnTo>
                    <a:pt x="7673692" y="1192342"/>
                  </a:lnTo>
                  <a:lnTo>
                    <a:pt x="7690324" y="1192350"/>
                  </a:lnTo>
                  <a:lnTo>
                    <a:pt x="7695822" y="1192352"/>
                  </a:lnTo>
                  <a:lnTo>
                    <a:pt x="7696237" y="1192352"/>
                  </a:lnTo>
                  <a:lnTo>
                    <a:pt x="8234974" y="1192352"/>
                  </a:lnTo>
                  <a:lnTo>
                    <a:pt x="8234974" y="1186908"/>
                  </a:lnTo>
                  <a:lnTo>
                    <a:pt x="7696237" y="1186908"/>
                  </a:lnTo>
                  <a:lnTo>
                    <a:pt x="7694935" y="1186907"/>
                  </a:lnTo>
                  <a:lnTo>
                    <a:pt x="7686435" y="1186904"/>
                  </a:lnTo>
                  <a:lnTo>
                    <a:pt x="7665250" y="1186893"/>
                  </a:lnTo>
                  <a:lnTo>
                    <a:pt x="7627980" y="1186872"/>
                  </a:lnTo>
                  <a:lnTo>
                    <a:pt x="7573654" y="1186837"/>
                  </a:lnTo>
                  <a:lnTo>
                    <a:pt x="7503735" y="1186787"/>
                  </a:lnTo>
                  <a:lnTo>
                    <a:pt x="7421638" y="1186720"/>
                  </a:lnTo>
                  <a:lnTo>
                    <a:pt x="7331850" y="1186637"/>
                  </a:lnTo>
                  <a:lnTo>
                    <a:pt x="7238953" y="1186536"/>
                  </a:lnTo>
                  <a:lnTo>
                    <a:pt x="7146882" y="1186419"/>
                  </a:lnTo>
                  <a:lnTo>
                    <a:pt x="7058518" y="1186286"/>
                  </a:lnTo>
                  <a:lnTo>
                    <a:pt x="6975629" y="1186136"/>
                  </a:lnTo>
                  <a:lnTo>
                    <a:pt x="6899010" y="1185968"/>
                  </a:lnTo>
                  <a:lnTo>
                    <a:pt x="6828718" y="1185781"/>
                  </a:lnTo>
                  <a:lnTo>
                    <a:pt x="6764308" y="1185571"/>
                  </a:lnTo>
                  <a:lnTo>
                    <a:pt x="6705024" y="1185335"/>
                  </a:lnTo>
                  <a:lnTo>
                    <a:pt x="6649951" y="1185070"/>
                  </a:lnTo>
                  <a:lnTo>
                    <a:pt x="6598121" y="1184771"/>
                  </a:lnTo>
                  <a:lnTo>
                    <a:pt x="6548603" y="1184435"/>
                  </a:lnTo>
                  <a:lnTo>
                    <a:pt x="6515891" y="1184186"/>
                  </a:lnTo>
                  <a:lnTo>
                    <a:pt x="6463098" y="1183738"/>
                  </a:lnTo>
                  <a:lnTo>
                    <a:pt x="6410809" y="1183241"/>
                  </a:lnTo>
                  <a:lnTo>
                    <a:pt x="6358430" y="1182695"/>
                  </a:lnTo>
                  <a:lnTo>
                    <a:pt x="6305570" y="1182100"/>
                  </a:lnTo>
                  <a:lnTo>
                    <a:pt x="6252019" y="1181462"/>
                  </a:lnTo>
                  <a:lnTo>
                    <a:pt x="6197720" y="1180784"/>
                  </a:lnTo>
                  <a:lnTo>
                    <a:pt x="6142750" y="1180076"/>
                  </a:lnTo>
                  <a:lnTo>
                    <a:pt x="6087291" y="1179348"/>
                  </a:lnTo>
                  <a:lnTo>
                    <a:pt x="6031596" y="1178609"/>
                  </a:lnTo>
                  <a:lnTo>
                    <a:pt x="5975953" y="1177873"/>
                  </a:lnTo>
                  <a:lnTo>
                    <a:pt x="5920642" y="1177150"/>
                  </a:lnTo>
                  <a:lnTo>
                    <a:pt x="5865896" y="1176452"/>
                  </a:lnTo>
                  <a:lnTo>
                    <a:pt x="5811862" y="1175788"/>
                  </a:lnTo>
                  <a:lnTo>
                    <a:pt x="5758572" y="1175164"/>
                  </a:lnTo>
                  <a:lnTo>
                    <a:pt x="5705917" y="1174587"/>
                  </a:lnTo>
                  <a:lnTo>
                    <a:pt x="5653624" y="1174058"/>
                  </a:lnTo>
                  <a:lnTo>
                    <a:pt x="5601236" y="1173579"/>
                  </a:lnTo>
                  <a:lnTo>
                    <a:pt x="5567201" y="1173297"/>
                  </a:lnTo>
                  <a:lnTo>
                    <a:pt x="5518782" y="1172935"/>
                  </a:lnTo>
                  <a:lnTo>
                    <a:pt x="5468617" y="1172612"/>
                  </a:lnTo>
                  <a:lnTo>
                    <a:pt x="5415850" y="1172324"/>
                  </a:lnTo>
                  <a:lnTo>
                    <a:pt x="5359529" y="1172068"/>
                  </a:lnTo>
                  <a:lnTo>
                    <a:pt x="5298693" y="1171841"/>
                  </a:lnTo>
                  <a:lnTo>
                    <a:pt x="5232465" y="1171639"/>
                  </a:lnTo>
                  <a:lnTo>
                    <a:pt x="5160169" y="1171458"/>
                  </a:lnTo>
                  <a:lnTo>
                    <a:pt x="5081499" y="1171296"/>
                  </a:lnTo>
                  <a:lnTo>
                    <a:pt x="4996723" y="1171152"/>
                  </a:lnTo>
                  <a:lnTo>
                    <a:pt x="4906923" y="1171024"/>
                  </a:lnTo>
                  <a:lnTo>
                    <a:pt x="4814218" y="1170912"/>
                  </a:lnTo>
                  <a:lnTo>
                    <a:pt x="4721848" y="1170817"/>
                  </a:lnTo>
                  <a:lnTo>
                    <a:pt x="4634017" y="1170739"/>
                  </a:lnTo>
                  <a:lnTo>
                    <a:pt x="4555375" y="1170677"/>
                  </a:lnTo>
                  <a:lnTo>
                    <a:pt x="4490171" y="1170632"/>
                  </a:lnTo>
                  <a:lnTo>
                    <a:pt x="4441276" y="1170603"/>
                  </a:lnTo>
                  <a:lnTo>
                    <a:pt x="4409400" y="1170585"/>
                  </a:lnTo>
                  <a:lnTo>
                    <a:pt x="4392769" y="1170577"/>
                  </a:lnTo>
                  <a:lnTo>
                    <a:pt x="4387271" y="1170575"/>
                  </a:lnTo>
                  <a:lnTo>
                    <a:pt x="4386855" y="1170574"/>
                  </a:lnTo>
                  <a:lnTo>
                    <a:pt x="3848118" y="1170574"/>
                  </a:lnTo>
                  <a:lnTo>
                    <a:pt x="3846841" y="1170536"/>
                  </a:lnTo>
                  <a:lnTo>
                    <a:pt x="3838505" y="1170263"/>
                  </a:lnTo>
                  <a:lnTo>
                    <a:pt x="3817709" y="1169508"/>
                  </a:lnTo>
                  <a:lnTo>
                    <a:pt x="3781086" y="1168026"/>
                  </a:lnTo>
                  <a:lnTo>
                    <a:pt x="3727626" y="1165603"/>
                  </a:lnTo>
                  <a:lnTo>
                    <a:pt x="3658695" y="1162083"/>
                  </a:lnTo>
                  <a:lnTo>
                    <a:pt x="3577587" y="1157380"/>
                  </a:lnTo>
                  <a:lnTo>
                    <a:pt x="3488672" y="1151474"/>
                  </a:lnTo>
                  <a:lnTo>
                    <a:pt x="3396459" y="1144383"/>
                  </a:lnTo>
                  <a:lnTo>
                    <a:pt x="3304854" y="1136135"/>
                  </a:lnTo>
                  <a:lnTo>
                    <a:pt x="3216753" y="1126740"/>
                  </a:lnTo>
                  <a:lnTo>
                    <a:pt x="3133961" y="1116169"/>
                  </a:lnTo>
                  <a:lnTo>
                    <a:pt x="3057323" y="1104344"/>
                  </a:lnTo>
                  <a:lnTo>
                    <a:pt x="2986947" y="1091131"/>
                  </a:lnTo>
                  <a:lnTo>
                    <a:pt x="2922430" y="1076348"/>
                  </a:lnTo>
                  <a:lnTo>
                    <a:pt x="2863055" y="1059763"/>
                  </a:lnTo>
                  <a:lnTo>
                    <a:pt x="2807936" y="1041114"/>
                  </a:lnTo>
                  <a:lnTo>
                    <a:pt x="2756126" y="1020130"/>
                  </a:lnTo>
                  <a:lnTo>
                    <a:pt x="2706702" y="996577"/>
                  </a:lnTo>
                  <a:lnTo>
                    <a:pt x="2667772" y="975479"/>
                  </a:lnTo>
                  <a:lnTo>
                    <a:pt x="2621335" y="947441"/>
                  </a:lnTo>
                  <a:lnTo>
                    <a:pt x="2575352" y="916713"/>
                  </a:lnTo>
                  <a:lnTo>
                    <a:pt x="2529391" y="883251"/>
                  </a:lnTo>
                  <a:lnTo>
                    <a:pt x="2483149" y="847089"/>
                  </a:lnTo>
                  <a:lnTo>
                    <a:pt x="2436434" y="808353"/>
                  </a:lnTo>
                  <a:lnTo>
                    <a:pt x="2389152" y="767265"/>
                  </a:lnTo>
                  <a:lnTo>
                    <a:pt x="2341297" y="724145"/>
                  </a:lnTo>
                  <a:lnTo>
                    <a:pt x="2292940" y="679401"/>
                  </a:lnTo>
                  <a:lnTo>
                    <a:pt x="2244208" y="633520"/>
                  </a:lnTo>
                  <a:lnTo>
                    <a:pt x="2195275" y="587045"/>
                  </a:lnTo>
                  <a:lnTo>
                    <a:pt x="2146334" y="540547"/>
                  </a:lnTo>
                  <a:lnTo>
                    <a:pt x="2097581" y="494602"/>
                  </a:lnTo>
                  <a:lnTo>
                    <a:pt x="2049190" y="449754"/>
                  </a:lnTo>
                  <a:lnTo>
                    <a:pt x="2001294" y="406496"/>
                  </a:lnTo>
                  <a:lnTo>
                    <a:pt x="1953968" y="365243"/>
                  </a:lnTo>
                  <a:lnTo>
                    <a:pt x="1907213" y="326321"/>
                  </a:lnTo>
                  <a:lnTo>
                    <a:pt x="1860940" y="289959"/>
                  </a:lnTo>
                  <a:lnTo>
                    <a:pt x="1814967" y="256290"/>
                  </a:lnTo>
                  <a:lnTo>
                    <a:pt x="1768999" y="225357"/>
                  </a:lnTo>
                  <a:lnTo>
                    <a:pt x="1722615" y="197119"/>
                  </a:lnTo>
                  <a:lnTo>
                    <a:pt x="1719082" y="195095"/>
                  </a:lnTo>
                  <a:lnTo>
                    <a:pt x="1670993" y="169360"/>
                  </a:lnTo>
                  <a:lnTo>
                    <a:pt x="1621186" y="146305"/>
                  </a:lnTo>
                  <a:lnTo>
                    <a:pt x="1568826" y="125780"/>
                  </a:lnTo>
                  <a:lnTo>
                    <a:pt x="1512978" y="107540"/>
                  </a:lnTo>
                  <a:lnTo>
                    <a:pt x="1452700" y="91313"/>
                  </a:lnTo>
                  <a:lnTo>
                    <a:pt x="1387127" y="76842"/>
                  </a:lnTo>
                  <a:lnTo>
                    <a:pt x="1315591" y="63903"/>
                  </a:lnTo>
                  <a:lnTo>
                    <a:pt x="1237767" y="52322"/>
                  </a:lnTo>
                  <a:lnTo>
                    <a:pt x="1153885" y="41977"/>
                  </a:lnTo>
                  <a:lnTo>
                    <a:pt x="1064954" y="32799"/>
                  </a:lnTo>
                  <a:lnTo>
                    <a:pt x="972980" y="24767"/>
                  </a:lnTo>
                  <a:lnTo>
                    <a:pt x="881064" y="17897"/>
                  </a:lnTo>
                  <a:lnTo>
                    <a:pt x="793266" y="12216"/>
                  </a:lnTo>
                  <a:lnTo>
                    <a:pt x="714135" y="7740"/>
                  </a:lnTo>
                  <a:lnTo>
                    <a:pt x="647913" y="4435"/>
                  </a:lnTo>
                  <a:lnTo>
                    <a:pt x="597586" y="2203"/>
                  </a:lnTo>
                  <a:lnTo>
                    <a:pt x="564094" y="876"/>
                  </a:lnTo>
                  <a:lnTo>
                    <a:pt x="545967" y="230"/>
                  </a:lnTo>
                  <a:lnTo>
                    <a:pt x="539427" y="2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69" name="pl969"/>
            <p:cNvSpPr/>
            <p:nvPr/>
          </p:nvSpPr>
          <p:spPr>
            <a:xfrm>
              <a:off x="546595" y="4022622"/>
              <a:ext cx="8234974" cy="1186908"/>
            </a:xfrm>
            <a:custGeom>
              <a:avLst/>
              <a:pathLst>
                <a:path w="8234974" h="1186908">
                  <a:moveTo>
                    <a:pt x="0" y="0"/>
                  </a:moveTo>
                  <a:lnTo>
                    <a:pt x="538736" y="0"/>
                  </a:lnTo>
                  <a:lnTo>
                    <a:pt x="540013" y="38"/>
                  </a:lnTo>
                  <a:lnTo>
                    <a:pt x="548350" y="311"/>
                  </a:lnTo>
                  <a:lnTo>
                    <a:pt x="569146" y="1066"/>
                  </a:lnTo>
                  <a:lnTo>
                    <a:pt x="605768" y="2548"/>
                  </a:lnTo>
                  <a:lnTo>
                    <a:pt x="659229" y="4971"/>
                  </a:lnTo>
                  <a:lnTo>
                    <a:pt x="728159" y="8491"/>
                  </a:lnTo>
                  <a:lnTo>
                    <a:pt x="809267" y="13194"/>
                  </a:lnTo>
                  <a:lnTo>
                    <a:pt x="898183" y="19100"/>
                  </a:lnTo>
                  <a:lnTo>
                    <a:pt x="990395" y="26191"/>
                  </a:lnTo>
                  <a:lnTo>
                    <a:pt x="1082000" y="34439"/>
                  </a:lnTo>
                  <a:lnTo>
                    <a:pt x="1170101" y="43834"/>
                  </a:lnTo>
                  <a:lnTo>
                    <a:pt x="1252893" y="54405"/>
                  </a:lnTo>
                  <a:lnTo>
                    <a:pt x="1329531" y="66230"/>
                  </a:lnTo>
                  <a:lnTo>
                    <a:pt x="1399908" y="79442"/>
                  </a:lnTo>
                  <a:lnTo>
                    <a:pt x="1464425" y="94226"/>
                  </a:lnTo>
                  <a:lnTo>
                    <a:pt x="1523800" y="110811"/>
                  </a:lnTo>
                  <a:lnTo>
                    <a:pt x="1578918" y="129460"/>
                  </a:lnTo>
                  <a:lnTo>
                    <a:pt x="1630729" y="150444"/>
                  </a:lnTo>
                  <a:lnTo>
                    <a:pt x="1680152" y="173997"/>
                  </a:lnTo>
                  <a:lnTo>
                    <a:pt x="1719082" y="195095"/>
                  </a:lnTo>
                  <a:lnTo>
                    <a:pt x="1765519" y="223133"/>
                  </a:lnTo>
                  <a:lnTo>
                    <a:pt x="1811503" y="253860"/>
                  </a:lnTo>
                  <a:lnTo>
                    <a:pt x="1857464" y="287323"/>
                  </a:lnTo>
                  <a:lnTo>
                    <a:pt x="1903706" y="323485"/>
                  </a:lnTo>
                  <a:lnTo>
                    <a:pt x="1950421" y="362221"/>
                  </a:lnTo>
                  <a:lnTo>
                    <a:pt x="1997703" y="403308"/>
                  </a:lnTo>
                  <a:lnTo>
                    <a:pt x="2045557" y="446429"/>
                  </a:lnTo>
                  <a:lnTo>
                    <a:pt x="2093915" y="491173"/>
                  </a:lnTo>
                  <a:lnTo>
                    <a:pt x="2142646" y="537054"/>
                  </a:lnTo>
                  <a:lnTo>
                    <a:pt x="2191580" y="583529"/>
                  </a:lnTo>
                  <a:lnTo>
                    <a:pt x="2240520" y="630027"/>
                  </a:lnTo>
                  <a:lnTo>
                    <a:pt x="2289273" y="675972"/>
                  </a:lnTo>
                  <a:lnTo>
                    <a:pt x="2337665" y="720820"/>
                  </a:lnTo>
                  <a:lnTo>
                    <a:pt x="2385560" y="764078"/>
                  </a:lnTo>
                  <a:lnTo>
                    <a:pt x="2432886" y="805331"/>
                  </a:lnTo>
                  <a:lnTo>
                    <a:pt x="2479642" y="844253"/>
                  </a:lnTo>
                  <a:lnTo>
                    <a:pt x="2525914" y="880615"/>
                  </a:lnTo>
                  <a:lnTo>
                    <a:pt x="2571887" y="914284"/>
                  </a:lnTo>
                  <a:lnTo>
                    <a:pt x="2617856" y="945217"/>
                  </a:lnTo>
                  <a:lnTo>
                    <a:pt x="2664240" y="973454"/>
                  </a:lnTo>
                  <a:lnTo>
                    <a:pt x="2667772" y="975479"/>
                  </a:lnTo>
                  <a:lnTo>
                    <a:pt x="2715862" y="1001214"/>
                  </a:lnTo>
                  <a:lnTo>
                    <a:pt x="2765668" y="1024269"/>
                  </a:lnTo>
                  <a:lnTo>
                    <a:pt x="2818029" y="1044794"/>
                  </a:lnTo>
                  <a:lnTo>
                    <a:pt x="2873877" y="1063034"/>
                  </a:lnTo>
                  <a:lnTo>
                    <a:pt x="2934155" y="1079260"/>
                  </a:lnTo>
                  <a:lnTo>
                    <a:pt x="2999727" y="1093732"/>
                  </a:lnTo>
                  <a:lnTo>
                    <a:pt x="3071264" y="1106671"/>
                  </a:lnTo>
                  <a:lnTo>
                    <a:pt x="3149088" y="1118251"/>
                  </a:lnTo>
                  <a:lnTo>
                    <a:pt x="3232970" y="1128597"/>
                  </a:lnTo>
                  <a:lnTo>
                    <a:pt x="3321900" y="1137775"/>
                  </a:lnTo>
                  <a:lnTo>
                    <a:pt x="3413874" y="1145807"/>
                  </a:lnTo>
                  <a:lnTo>
                    <a:pt x="3505790" y="1152677"/>
                  </a:lnTo>
                  <a:lnTo>
                    <a:pt x="3593589" y="1158357"/>
                  </a:lnTo>
                  <a:lnTo>
                    <a:pt x="3672720" y="1162834"/>
                  </a:lnTo>
                  <a:lnTo>
                    <a:pt x="3738941" y="1166139"/>
                  </a:lnTo>
                  <a:lnTo>
                    <a:pt x="3789269" y="1168371"/>
                  </a:lnTo>
                  <a:lnTo>
                    <a:pt x="3822761" y="1169698"/>
                  </a:lnTo>
                  <a:lnTo>
                    <a:pt x="3840888" y="1170344"/>
                  </a:lnTo>
                  <a:lnTo>
                    <a:pt x="3847427" y="1170554"/>
                  </a:lnTo>
                  <a:lnTo>
                    <a:pt x="3848118" y="1170574"/>
                  </a:lnTo>
                  <a:lnTo>
                    <a:pt x="4386855" y="1170574"/>
                  </a:lnTo>
                  <a:lnTo>
                    <a:pt x="4388158" y="1170575"/>
                  </a:lnTo>
                  <a:lnTo>
                    <a:pt x="4396657" y="1170579"/>
                  </a:lnTo>
                  <a:lnTo>
                    <a:pt x="4417843" y="1170590"/>
                  </a:lnTo>
                  <a:lnTo>
                    <a:pt x="4455112" y="1170611"/>
                  </a:lnTo>
                  <a:lnTo>
                    <a:pt x="4509439" y="1170645"/>
                  </a:lnTo>
                  <a:lnTo>
                    <a:pt x="4579358" y="1170695"/>
                  </a:lnTo>
                  <a:lnTo>
                    <a:pt x="4661454" y="1170762"/>
                  </a:lnTo>
                  <a:lnTo>
                    <a:pt x="4751243" y="1170846"/>
                  </a:lnTo>
                  <a:lnTo>
                    <a:pt x="4844139" y="1170946"/>
                  </a:lnTo>
                  <a:lnTo>
                    <a:pt x="4936211" y="1171063"/>
                  </a:lnTo>
                  <a:lnTo>
                    <a:pt x="5024575" y="1171196"/>
                  </a:lnTo>
                  <a:lnTo>
                    <a:pt x="5107464" y="1171346"/>
                  </a:lnTo>
                  <a:lnTo>
                    <a:pt x="5184083" y="1171514"/>
                  </a:lnTo>
                  <a:lnTo>
                    <a:pt x="5254374" y="1171701"/>
                  </a:lnTo>
                  <a:lnTo>
                    <a:pt x="5318785" y="1171911"/>
                  </a:lnTo>
                  <a:lnTo>
                    <a:pt x="5378069" y="1172147"/>
                  </a:lnTo>
                  <a:lnTo>
                    <a:pt x="5433141" y="1172413"/>
                  </a:lnTo>
                  <a:lnTo>
                    <a:pt x="5484971" y="1172712"/>
                  </a:lnTo>
                  <a:lnTo>
                    <a:pt x="5534489" y="1173047"/>
                  </a:lnTo>
                  <a:lnTo>
                    <a:pt x="5567201" y="1173297"/>
                  </a:lnTo>
                  <a:lnTo>
                    <a:pt x="5619994" y="1173745"/>
                  </a:lnTo>
                  <a:lnTo>
                    <a:pt x="5672283" y="1174242"/>
                  </a:lnTo>
                  <a:lnTo>
                    <a:pt x="5724663" y="1174788"/>
                  </a:lnTo>
                  <a:lnTo>
                    <a:pt x="5777522" y="1175382"/>
                  </a:lnTo>
                  <a:lnTo>
                    <a:pt x="5831073" y="1176021"/>
                  </a:lnTo>
                  <a:lnTo>
                    <a:pt x="5885372" y="1176698"/>
                  </a:lnTo>
                  <a:lnTo>
                    <a:pt x="5940342" y="1177406"/>
                  </a:lnTo>
                  <a:lnTo>
                    <a:pt x="5995801" y="1178135"/>
                  </a:lnTo>
                  <a:lnTo>
                    <a:pt x="6051496" y="1178873"/>
                  </a:lnTo>
                  <a:lnTo>
                    <a:pt x="6107139" y="1179610"/>
                  </a:lnTo>
                  <a:lnTo>
                    <a:pt x="6162450" y="1180332"/>
                  </a:lnTo>
                  <a:lnTo>
                    <a:pt x="6217196" y="1181030"/>
                  </a:lnTo>
                  <a:lnTo>
                    <a:pt x="6271231" y="1181695"/>
                  </a:lnTo>
                  <a:lnTo>
                    <a:pt x="6324521" y="1182318"/>
                  </a:lnTo>
                  <a:lnTo>
                    <a:pt x="6377176" y="1182895"/>
                  </a:lnTo>
                  <a:lnTo>
                    <a:pt x="6429468" y="1183424"/>
                  </a:lnTo>
                  <a:lnTo>
                    <a:pt x="6481857" y="1183903"/>
                  </a:lnTo>
                  <a:lnTo>
                    <a:pt x="6515891" y="1184186"/>
                  </a:lnTo>
                  <a:lnTo>
                    <a:pt x="6564311" y="1184547"/>
                  </a:lnTo>
                  <a:lnTo>
                    <a:pt x="6614476" y="1184871"/>
                  </a:lnTo>
                  <a:lnTo>
                    <a:pt x="6667242" y="1185158"/>
                  </a:lnTo>
                  <a:lnTo>
                    <a:pt x="6723563" y="1185414"/>
                  </a:lnTo>
                  <a:lnTo>
                    <a:pt x="6784399" y="1185641"/>
                  </a:lnTo>
                  <a:lnTo>
                    <a:pt x="6850628" y="1185843"/>
                  </a:lnTo>
                  <a:lnTo>
                    <a:pt x="6922923" y="1186024"/>
                  </a:lnTo>
                  <a:lnTo>
                    <a:pt x="7001593" y="1186186"/>
                  </a:lnTo>
                  <a:lnTo>
                    <a:pt x="7086370" y="1186330"/>
                  </a:lnTo>
                  <a:lnTo>
                    <a:pt x="7176169" y="1186458"/>
                  </a:lnTo>
                  <a:lnTo>
                    <a:pt x="7268875" y="1186570"/>
                  </a:lnTo>
                  <a:lnTo>
                    <a:pt x="7361244" y="1186665"/>
                  </a:lnTo>
                  <a:lnTo>
                    <a:pt x="7449075" y="1186744"/>
                  </a:lnTo>
                  <a:lnTo>
                    <a:pt x="7527717" y="1186805"/>
                  </a:lnTo>
                  <a:lnTo>
                    <a:pt x="7592921" y="1186850"/>
                  </a:lnTo>
                  <a:lnTo>
                    <a:pt x="7641816" y="1186880"/>
                  </a:lnTo>
                  <a:lnTo>
                    <a:pt x="7673692" y="1186897"/>
                  </a:lnTo>
                  <a:lnTo>
                    <a:pt x="7690324" y="1186905"/>
                  </a:lnTo>
                  <a:lnTo>
                    <a:pt x="7695822" y="1186908"/>
                  </a:lnTo>
                  <a:lnTo>
                    <a:pt x="7696237" y="1186908"/>
                  </a:lnTo>
                  <a:lnTo>
                    <a:pt x="8234974" y="11869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0" name="pl970"/>
            <p:cNvSpPr/>
            <p:nvPr/>
          </p:nvSpPr>
          <p:spPr>
            <a:xfrm>
              <a:off x="546595" y="4017177"/>
              <a:ext cx="8234974" cy="1186908"/>
            </a:xfrm>
            <a:custGeom>
              <a:avLst/>
              <a:pathLst>
                <a:path w="8234974" h="1186908">
                  <a:moveTo>
                    <a:pt x="8234974" y="1186908"/>
                  </a:moveTo>
                  <a:lnTo>
                    <a:pt x="7696237" y="1186908"/>
                  </a:lnTo>
                  <a:lnTo>
                    <a:pt x="7694935" y="1186907"/>
                  </a:lnTo>
                  <a:lnTo>
                    <a:pt x="7686435" y="1186904"/>
                  </a:lnTo>
                  <a:lnTo>
                    <a:pt x="7665250" y="1186893"/>
                  </a:lnTo>
                  <a:lnTo>
                    <a:pt x="7627980" y="1186872"/>
                  </a:lnTo>
                  <a:lnTo>
                    <a:pt x="7573654" y="1186837"/>
                  </a:lnTo>
                  <a:lnTo>
                    <a:pt x="7503735" y="1186787"/>
                  </a:lnTo>
                  <a:lnTo>
                    <a:pt x="7421638" y="1186720"/>
                  </a:lnTo>
                  <a:lnTo>
                    <a:pt x="7331850" y="1186637"/>
                  </a:lnTo>
                  <a:lnTo>
                    <a:pt x="7238953" y="1186536"/>
                  </a:lnTo>
                  <a:lnTo>
                    <a:pt x="7146882" y="1186419"/>
                  </a:lnTo>
                  <a:lnTo>
                    <a:pt x="7058518" y="1186286"/>
                  </a:lnTo>
                  <a:lnTo>
                    <a:pt x="6975629" y="1186136"/>
                  </a:lnTo>
                  <a:lnTo>
                    <a:pt x="6899010" y="1185968"/>
                  </a:lnTo>
                  <a:lnTo>
                    <a:pt x="6828718" y="1185781"/>
                  </a:lnTo>
                  <a:lnTo>
                    <a:pt x="6764308" y="1185571"/>
                  </a:lnTo>
                  <a:lnTo>
                    <a:pt x="6705024" y="1185335"/>
                  </a:lnTo>
                  <a:lnTo>
                    <a:pt x="6649951" y="1185070"/>
                  </a:lnTo>
                  <a:lnTo>
                    <a:pt x="6598121" y="1184771"/>
                  </a:lnTo>
                  <a:lnTo>
                    <a:pt x="6548603" y="1184435"/>
                  </a:lnTo>
                  <a:lnTo>
                    <a:pt x="6515891" y="1184186"/>
                  </a:lnTo>
                  <a:lnTo>
                    <a:pt x="6463098" y="1183738"/>
                  </a:lnTo>
                  <a:lnTo>
                    <a:pt x="6410809" y="1183241"/>
                  </a:lnTo>
                  <a:lnTo>
                    <a:pt x="6358430" y="1182695"/>
                  </a:lnTo>
                  <a:lnTo>
                    <a:pt x="6305570" y="1182100"/>
                  </a:lnTo>
                  <a:lnTo>
                    <a:pt x="6252019" y="1181462"/>
                  </a:lnTo>
                  <a:lnTo>
                    <a:pt x="6197720" y="1180784"/>
                  </a:lnTo>
                  <a:lnTo>
                    <a:pt x="6142750" y="1180076"/>
                  </a:lnTo>
                  <a:lnTo>
                    <a:pt x="6087291" y="1179348"/>
                  </a:lnTo>
                  <a:lnTo>
                    <a:pt x="6031596" y="1178609"/>
                  </a:lnTo>
                  <a:lnTo>
                    <a:pt x="5975953" y="1177873"/>
                  </a:lnTo>
                  <a:lnTo>
                    <a:pt x="5920642" y="1177150"/>
                  </a:lnTo>
                  <a:lnTo>
                    <a:pt x="5865896" y="1176452"/>
                  </a:lnTo>
                  <a:lnTo>
                    <a:pt x="5811862" y="1175788"/>
                  </a:lnTo>
                  <a:lnTo>
                    <a:pt x="5758572" y="1175164"/>
                  </a:lnTo>
                  <a:lnTo>
                    <a:pt x="5705917" y="1174587"/>
                  </a:lnTo>
                  <a:lnTo>
                    <a:pt x="5653624" y="1174058"/>
                  </a:lnTo>
                  <a:lnTo>
                    <a:pt x="5601236" y="1173579"/>
                  </a:lnTo>
                  <a:lnTo>
                    <a:pt x="5567201" y="1173297"/>
                  </a:lnTo>
                  <a:lnTo>
                    <a:pt x="5518782" y="1172935"/>
                  </a:lnTo>
                  <a:lnTo>
                    <a:pt x="5468617" y="1172612"/>
                  </a:lnTo>
                  <a:lnTo>
                    <a:pt x="5415850" y="1172324"/>
                  </a:lnTo>
                  <a:lnTo>
                    <a:pt x="5359529" y="1172068"/>
                  </a:lnTo>
                  <a:lnTo>
                    <a:pt x="5298693" y="1171841"/>
                  </a:lnTo>
                  <a:lnTo>
                    <a:pt x="5232465" y="1171639"/>
                  </a:lnTo>
                  <a:lnTo>
                    <a:pt x="5160169" y="1171458"/>
                  </a:lnTo>
                  <a:lnTo>
                    <a:pt x="5081499" y="1171296"/>
                  </a:lnTo>
                  <a:lnTo>
                    <a:pt x="4996723" y="1171152"/>
                  </a:lnTo>
                  <a:lnTo>
                    <a:pt x="4906923" y="1171024"/>
                  </a:lnTo>
                  <a:lnTo>
                    <a:pt x="4814218" y="1170912"/>
                  </a:lnTo>
                  <a:lnTo>
                    <a:pt x="4721848" y="1170817"/>
                  </a:lnTo>
                  <a:lnTo>
                    <a:pt x="4634017" y="1170739"/>
                  </a:lnTo>
                  <a:lnTo>
                    <a:pt x="4555375" y="1170677"/>
                  </a:lnTo>
                  <a:lnTo>
                    <a:pt x="4490171" y="1170632"/>
                  </a:lnTo>
                  <a:lnTo>
                    <a:pt x="4441276" y="1170603"/>
                  </a:lnTo>
                  <a:lnTo>
                    <a:pt x="4409400" y="1170585"/>
                  </a:lnTo>
                  <a:lnTo>
                    <a:pt x="4392769" y="1170577"/>
                  </a:lnTo>
                  <a:lnTo>
                    <a:pt x="4387271" y="1170575"/>
                  </a:lnTo>
                  <a:lnTo>
                    <a:pt x="4386855" y="1170574"/>
                  </a:lnTo>
                  <a:lnTo>
                    <a:pt x="3848118" y="1170574"/>
                  </a:lnTo>
                  <a:lnTo>
                    <a:pt x="3846841" y="1170536"/>
                  </a:lnTo>
                  <a:lnTo>
                    <a:pt x="3838505" y="1170263"/>
                  </a:lnTo>
                  <a:lnTo>
                    <a:pt x="3817709" y="1169508"/>
                  </a:lnTo>
                  <a:lnTo>
                    <a:pt x="3781086" y="1168026"/>
                  </a:lnTo>
                  <a:lnTo>
                    <a:pt x="3727626" y="1165603"/>
                  </a:lnTo>
                  <a:lnTo>
                    <a:pt x="3658695" y="1162083"/>
                  </a:lnTo>
                  <a:lnTo>
                    <a:pt x="3577587" y="1157380"/>
                  </a:lnTo>
                  <a:lnTo>
                    <a:pt x="3488672" y="1151474"/>
                  </a:lnTo>
                  <a:lnTo>
                    <a:pt x="3396459" y="1144383"/>
                  </a:lnTo>
                  <a:lnTo>
                    <a:pt x="3304854" y="1136135"/>
                  </a:lnTo>
                  <a:lnTo>
                    <a:pt x="3216753" y="1126740"/>
                  </a:lnTo>
                  <a:lnTo>
                    <a:pt x="3133961" y="1116169"/>
                  </a:lnTo>
                  <a:lnTo>
                    <a:pt x="3057323" y="1104344"/>
                  </a:lnTo>
                  <a:lnTo>
                    <a:pt x="2986947" y="1091131"/>
                  </a:lnTo>
                  <a:lnTo>
                    <a:pt x="2922430" y="1076348"/>
                  </a:lnTo>
                  <a:lnTo>
                    <a:pt x="2863055" y="1059763"/>
                  </a:lnTo>
                  <a:lnTo>
                    <a:pt x="2807936" y="1041114"/>
                  </a:lnTo>
                  <a:lnTo>
                    <a:pt x="2756126" y="1020130"/>
                  </a:lnTo>
                  <a:lnTo>
                    <a:pt x="2706702" y="996577"/>
                  </a:lnTo>
                  <a:lnTo>
                    <a:pt x="2667772" y="975479"/>
                  </a:lnTo>
                  <a:lnTo>
                    <a:pt x="2621335" y="947441"/>
                  </a:lnTo>
                  <a:lnTo>
                    <a:pt x="2575352" y="916713"/>
                  </a:lnTo>
                  <a:lnTo>
                    <a:pt x="2529391" y="883251"/>
                  </a:lnTo>
                  <a:lnTo>
                    <a:pt x="2483149" y="847089"/>
                  </a:lnTo>
                  <a:lnTo>
                    <a:pt x="2436434" y="808353"/>
                  </a:lnTo>
                  <a:lnTo>
                    <a:pt x="2389152" y="767265"/>
                  </a:lnTo>
                  <a:lnTo>
                    <a:pt x="2341297" y="724145"/>
                  </a:lnTo>
                  <a:lnTo>
                    <a:pt x="2292940" y="679401"/>
                  </a:lnTo>
                  <a:lnTo>
                    <a:pt x="2244208" y="633520"/>
                  </a:lnTo>
                  <a:lnTo>
                    <a:pt x="2195275" y="587045"/>
                  </a:lnTo>
                  <a:lnTo>
                    <a:pt x="2146334" y="540547"/>
                  </a:lnTo>
                  <a:lnTo>
                    <a:pt x="2097581" y="494602"/>
                  </a:lnTo>
                  <a:lnTo>
                    <a:pt x="2049190" y="449754"/>
                  </a:lnTo>
                  <a:lnTo>
                    <a:pt x="2001294" y="406496"/>
                  </a:lnTo>
                  <a:lnTo>
                    <a:pt x="1953968" y="365243"/>
                  </a:lnTo>
                  <a:lnTo>
                    <a:pt x="1907213" y="326321"/>
                  </a:lnTo>
                  <a:lnTo>
                    <a:pt x="1860940" y="289959"/>
                  </a:lnTo>
                  <a:lnTo>
                    <a:pt x="1814967" y="256290"/>
                  </a:lnTo>
                  <a:lnTo>
                    <a:pt x="1768999" y="225357"/>
                  </a:lnTo>
                  <a:lnTo>
                    <a:pt x="1722615" y="197119"/>
                  </a:lnTo>
                  <a:lnTo>
                    <a:pt x="1719082" y="195095"/>
                  </a:lnTo>
                  <a:lnTo>
                    <a:pt x="1670993" y="169360"/>
                  </a:lnTo>
                  <a:lnTo>
                    <a:pt x="1621186" y="146305"/>
                  </a:lnTo>
                  <a:lnTo>
                    <a:pt x="1568826" y="125780"/>
                  </a:lnTo>
                  <a:lnTo>
                    <a:pt x="1512978" y="107540"/>
                  </a:lnTo>
                  <a:lnTo>
                    <a:pt x="1452700" y="91313"/>
                  </a:lnTo>
                  <a:lnTo>
                    <a:pt x="1387127" y="76842"/>
                  </a:lnTo>
                  <a:lnTo>
                    <a:pt x="1315591" y="63903"/>
                  </a:lnTo>
                  <a:lnTo>
                    <a:pt x="1237767" y="52322"/>
                  </a:lnTo>
                  <a:lnTo>
                    <a:pt x="1153885" y="41977"/>
                  </a:lnTo>
                  <a:lnTo>
                    <a:pt x="1064954" y="32799"/>
                  </a:lnTo>
                  <a:lnTo>
                    <a:pt x="972980" y="24767"/>
                  </a:lnTo>
                  <a:lnTo>
                    <a:pt x="881064" y="17897"/>
                  </a:lnTo>
                  <a:lnTo>
                    <a:pt x="793266" y="12216"/>
                  </a:lnTo>
                  <a:lnTo>
                    <a:pt x="714135" y="7740"/>
                  </a:lnTo>
                  <a:lnTo>
                    <a:pt x="647913" y="4435"/>
                  </a:lnTo>
                  <a:lnTo>
                    <a:pt x="597586" y="2203"/>
                  </a:lnTo>
                  <a:lnTo>
                    <a:pt x="564094" y="876"/>
                  </a:lnTo>
                  <a:lnTo>
                    <a:pt x="545967" y="230"/>
                  </a:lnTo>
                  <a:lnTo>
                    <a:pt x="539427" y="2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1" name="pg971"/>
            <p:cNvSpPr/>
            <p:nvPr/>
          </p:nvSpPr>
          <p:spPr>
            <a:xfrm>
              <a:off x="546595" y="804902"/>
              <a:ext cx="8234974" cy="3038050"/>
            </a:xfrm>
            <a:custGeom>
              <a:avLst/>
              <a:pathLst>
                <a:path w="8234974" h="3038050">
                  <a:moveTo>
                    <a:pt x="0" y="2972715"/>
                  </a:moveTo>
                  <a:lnTo>
                    <a:pt x="538736" y="2972715"/>
                  </a:lnTo>
                  <a:lnTo>
                    <a:pt x="540039" y="2972717"/>
                  </a:lnTo>
                  <a:lnTo>
                    <a:pt x="548538" y="2972733"/>
                  </a:lnTo>
                  <a:lnTo>
                    <a:pt x="569722" y="2972776"/>
                  </a:lnTo>
                  <a:lnTo>
                    <a:pt x="606990" y="2972860"/>
                  </a:lnTo>
                  <a:lnTo>
                    <a:pt x="661314" y="2972998"/>
                  </a:lnTo>
                  <a:lnTo>
                    <a:pt x="731230" y="2973198"/>
                  </a:lnTo>
                  <a:lnTo>
                    <a:pt x="813323" y="2973466"/>
                  </a:lnTo>
                  <a:lnTo>
                    <a:pt x="903109" y="2973801"/>
                  </a:lnTo>
                  <a:lnTo>
                    <a:pt x="996004" y="2974203"/>
                  </a:lnTo>
                  <a:lnTo>
                    <a:pt x="1088074" y="2974671"/>
                  </a:lnTo>
                  <a:lnTo>
                    <a:pt x="1176437" y="2975203"/>
                  </a:lnTo>
                  <a:lnTo>
                    <a:pt x="1259326" y="2975802"/>
                  </a:lnTo>
                  <a:lnTo>
                    <a:pt x="1335945" y="2976473"/>
                  </a:lnTo>
                  <a:lnTo>
                    <a:pt x="1406237" y="2977223"/>
                  </a:lnTo>
                  <a:lnTo>
                    <a:pt x="1470647" y="2978063"/>
                  </a:lnTo>
                  <a:lnTo>
                    <a:pt x="1529931" y="2979006"/>
                  </a:lnTo>
                  <a:lnTo>
                    <a:pt x="1585004" y="2980068"/>
                  </a:lnTo>
                  <a:lnTo>
                    <a:pt x="1636834" y="2981264"/>
                  </a:lnTo>
                  <a:lnTo>
                    <a:pt x="1686352" y="2982606"/>
                  </a:lnTo>
                  <a:lnTo>
                    <a:pt x="1719082" y="2983604"/>
                  </a:lnTo>
                  <a:lnTo>
                    <a:pt x="1771850" y="2985396"/>
                  </a:lnTo>
                  <a:lnTo>
                    <a:pt x="1824113" y="2987382"/>
                  </a:lnTo>
                  <a:lnTo>
                    <a:pt x="1876466" y="2989565"/>
                  </a:lnTo>
                  <a:lnTo>
                    <a:pt x="1929298" y="2991941"/>
                  </a:lnTo>
                  <a:lnTo>
                    <a:pt x="1982821" y="2994494"/>
                  </a:lnTo>
                  <a:lnTo>
                    <a:pt x="2037091" y="2997201"/>
                  </a:lnTo>
                  <a:lnTo>
                    <a:pt x="2092032" y="3000031"/>
                  </a:lnTo>
                  <a:lnTo>
                    <a:pt x="2147463" y="3002945"/>
                  </a:lnTo>
                  <a:lnTo>
                    <a:pt x="2203130" y="3005897"/>
                  </a:lnTo>
                  <a:lnTo>
                    <a:pt x="2258747" y="3008842"/>
                  </a:lnTo>
                  <a:lnTo>
                    <a:pt x="2314032" y="3011731"/>
                  </a:lnTo>
                  <a:lnTo>
                    <a:pt x="2368755" y="3014523"/>
                  </a:lnTo>
                  <a:lnTo>
                    <a:pt x="2422767" y="3017180"/>
                  </a:lnTo>
                  <a:lnTo>
                    <a:pt x="2476036" y="3019673"/>
                  </a:lnTo>
                  <a:lnTo>
                    <a:pt x="2528669" y="3021982"/>
                  </a:lnTo>
                  <a:lnTo>
                    <a:pt x="2580937" y="3024097"/>
                  </a:lnTo>
                  <a:lnTo>
                    <a:pt x="2633296" y="3026015"/>
                  </a:lnTo>
                  <a:lnTo>
                    <a:pt x="2667772" y="3027161"/>
                  </a:lnTo>
                  <a:lnTo>
                    <a:pt x="2716191" y="3028606"/>
                  </a:lnTo>
                  <a:lnTo>
                    <a:pt x="2766355" y="3029900"/>
                  </a:lnTo>
                  <a:lnTo>
                    <a:pt x="2819120" y="3031051"/>
                  </a:lnTo>
                  <a:lnTo>
                    <a:pt x="2875439" y="3032073"/>
                  </a:lnTo>
                  <a:lnTo>
                    <a:pt x="2936274" y="3032982"/>
                  </a:lnTo>
                  <a:lnTo>
                    <a:pt x="3002501" y="3033791"/>
                  </a:lnTo>
                  <a:lnTo>
                    <a:pt x="3074794" y="3034515"/>
                  </a:lnTo>
                  <a:lnTo>
                    <a:pt x="3153461" y="3035162"/>
                  </a:lnTo>
                  <a:lnTo>
                    <a:pt x="3238235" y="3035740"/>
                  </a:lnTo>
                  <a:lnTo>
                    <a:pt x="3328032" y="3036251"/>
                  </a:lnTo>
                  <a:lnTo>
                    <a:pt x="3420735" y="3036698"/>
                  </a:lnTo>
                  <a:lnTo>
                    <a:pt x="3513104" y="3037079"/>
                  </a:lnTo>
                  <a:lnTo>
                    <a:pt x="3600935" y="3037392"/>
                  </a:lnTo>
                  <a:lnTo>
                    <a:pt x="3679578" y="3037638"/>
                  </a:lnTo>
                  <a:lnTo>
                    <a:pt x="3744785" y="3037817"/>
                  </a:lnTo>
                  <a:lnTo>
                    <a:pt x="3793685" y="3037937"/>
                  </a:lnTo>
                  <a:lnTo>
                    <a:pt x="3825565" y="3038006"/>
                  </a:lnTo>
                  <a:lnTo>
                    <a:pt x="3842201" y="3038039"/>
                  </a:lnTo>
                  <a:lnTo>
                    <a:pt x="3847702" y="3038049"/>
                  </a:lnTo>
                  <a:lnTo>
                    <a:pt x="3848118" y="3038050"/>
                  </a:lnTo>
                  <a:lnTo>
                    <a:pt x="4386855" y="3038050"/>
                  </a:lnTo>
                  <a:lnTo>
                    <a:pt x="4388006" y="3037961"/>
                  </a:lnTo>
                  <a:lnTo>
                    <a:pt x="4395539" y="3037325"/>
                  </a:lnTo>
                  <a:lnTo>
                    <a:pt x="4414399" y="3035567"/>
                  </a:lnTo>
                  <a:lnTo>
                    <a:pt x="4447789" y="3032114"/>
                  </a:lnTo>
                  <a:lnTo>
                    <a:pt x="4496886" y="3026454"/>
                  </a:lnTo>
                  <a:lnTo>
                    <a:pt x="4560776" y="3018199"/>
                  </a:lnTo>
                  <a:lnTo>
                    <a:pt x="4636772" y="3007117"/>
                  </a:lnTo>
                  <a:lnTo>
                    <a:pt x="4721077" y="2993130"/>
                  </a:lnTo>
                  <a:lnTo>
                    <a:pt x="4809587" y="2976263"/>
                  </a:lnTo>
                  <a:lnTo>
                    <a:pt x="4898574" y="2956586"/>
                  </a:lnTo>
                  <a:lnTo>
                    <a:pt x="4985111" y="2934140"/>
                  </a:lnTo>
                  <a:lnTo>
                    <a:pt x="5067223" y="2908897"/>
                  </a:lnTo>
                  <a:lnTo>
                    <a:pt x="5143828" y="2880721"/>
                  </a:lnTo>
                  <a:lnTo>
                    <a:pt x="5214571" y="2849358"/>
                  </a:lnTo>
                  <a:lnTo>
                    <a:pt x="5279622" y="2814434"/>
                  </a:lnTo>
                  <a:lnTo>
                    <a:pt x="5339506" y="2775464"/>
                  </a:lnTo>
                  <a:lnTo>
                    <a:pt x="5394952" y="2731871"/>
                  </a:lnTo>
                  <a:lnTo>
                    <a:pt x="5446792" y="2683026"/>
                  </a:lnTo>
                  <a:lnTo>
                    <a:pt x="5495878" y="2628315"/>
                  </a:lnTo>
                  <a:lnTo>
                    <a:pt x="5543014" y="2567258"/>
                  </a:lnTo>
                  <a:lnTo>
                    <a:pt x="5567201" y="2532615"/>
                  </a:lnTo>
                  <a:lnTo>
                    <a:pt x="5601706" y="2479403"/>
                  </a:lnTo>
                  <a:lnTo>
                    <a:pt x="5635890" y="2422386"/>
                  </a:lnTo>
                  <a:lnTo>
                    <a:pt x="5669951" y="2361487"/>
                  </a:lnTo>
                  <a:lnTo>
                    <a:pt x="5704046" y="2296687"/>
                  </a:lnTo>
                  <a:lnTo>
                    <a:pt x="5738293" y="2228032"/>
                  </a:lnTo>
                  <a:lnTo>
                    <a:pt x="5772778" y="2155639"/>
                  </a:lnTo>
                  <a:lnTo>
                    <a:pt x="5807554" y="2079697"/>
                  </a:lnTo>
                  <a:lnTo>
                    <a:pt x="5842648" y="2000476"/>
                  </a:lnTo>
                  <a:lnTo>
                    <a:pt x="5878060" y="1918319"/>
                  </a:lnTo>
                  <a:lnTo>
                    <a:pt x="5913766" y="1833640"/>
                  </a:lnTo>
                  <a:lnTo>
                    <a:pt x="5949724" y="1746921"/>
                  </a:lnTo>
                  <a:lnTo>
                    <a:pt x="5985875" y="1658697"/>
                  </a:lnTo>
                  <a:lnTo>
                    <a:pt x="6022147" y="1569543"/>
                  </a:lnTo>
                  <a:lnTo>
                    <a:pt x="6058463" y="1480063"/>
                  </a:lnTo>
                  <a:lnTo>
                    <a:pt x="6094741" y="1390867"/>
                  </a:lnTo>
                  <a:lnTo>
                    <a:pt x="6130903" y="1302561"/>
                  </a:lnTo>
                  <a:lnTo>
                    <a:pt x="6166876" y="1215721"/>
                  </a:lnTo>
                  <a:lnTo>
                    <a:pt x="6202601" y="1130888"/>
                  </a:lnTo>
                  <a:lnTo>
                    <a:pt x="6238034" y="1048544"/>
                  </a:lnTo>
                  <a:lnTo>
                    <a:pt x="6273150" y="969110"/>
                  </a:lnTo>
                  <a:lnTo>
                    <a:pt x="6307948" y="892935"/>
                  </a:lnTo>
                  <a:lnTo>
                    <a:pt x="6342451" y="820292"/>
                  </a:lnTo>
                  <a:lnTo>
                    <a:pt x="6376712" y="751377"/>
                  </a:lnTo>
                  <a:lnTo>
                    <a:pt x="6410814" y="686311"/>
                  </a:lnTo>
                  <a:lnTo>
                    <a:pt x="6444873" y="625146"/>
                  </a:lnTo>
                  <a:lnTo>
                    <a:pt x="6479042" y="567866"/>
                  </a:lnTo>
                  <a:lnTo>
                    <a:pt x="6513518" y="514397"/>
                  </a:lnTo>
                  <a:lnTo>
                    <a:pt x="6515891" y="510878"/>
                  </a:lnTo>
                  <a:lnTo>
                    <a:pt x="6562286" y="446404"/>
                  </a:lnTo>
                  <a:lnTo>
                    <a:pt x="6610255" y="388407"/>
                  </a:lnTo>
                  <a:lnTo>
                    <a:pt x="6660545" y="336556"/>
                  </a:lnTo>
                  <a:lnTo>
                    <a:pt x="6713992" y="290287"/>
                  </a:lnTo>
                  <a:lnTo>
                    <a:pt x="6771448" y="248968"/>
                  </a:lnTo>
                  <a:lnTo>
                    <a:pt x="6833707" y="211988"/>
                  </a:lnTo>
                  <a:lnTo>
                    <a:pt x="6901416" y="178811"/>
                  </a:lnTo>
                  <a:lnTo>
                    <a:pt x="6974952" y="149002"/>
                  </a:lnTo>
                  <a:lnTo>
                    <a:pt x="7054259" y="122244"/>
                  </a:lnTo>
                  <a:lnTo>
                    <a:pt x="7138660" y="98340"/>
                  </a:lnTo>
                  <a:lnTo>
                    <a:pt x="7226666" y="77208"/>
                  </a:lnTo>
                  <a:lnTo>
                    <a:pt x="7315847" y="58859"/>
                  </a:lnTo>
                  <a:lnTo>
                    <a:pt x="7402860" y="43353"/>
                  </a:lnTo>
                  <a:lnTo>
                    <a:pt x="7483727" y="30749"/>
                  </a:lnTo>
                  <a:lnTo>
                    <a:pt x="7554393" y="21029"/>
                  </a:lnTo>
                  <a:lnTo>
                    <a:pt x="7611490" y="14046"/>
                  </a:lnTo>
                  <a:lnTo>
                    <a:pt x="7653110" y="9492"/>
                  </a:lnTo>
                  <a:lnTo>
                    <a:pt x="7679318" y="6914"/>
                  </a:lnTo>
                  <a:lnTo>
                    <a:pt x="7692280" y="5762"/>
                  </a:lnTo>
                  <a:lnTo>
                    <a:pt x="7696066" y="545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16" y="3032603"/>
                  </a:lnTo>
                  <a:lnTo>
                    <a:pt x="3838317" y="3032587"/>
                  </a:lnTo>
                  <a:lnTo>
                    <a:pt x="3817132" y="3032544"/>
                  </a:lnTo>
                  <a:lnTo>
                    <a:pt x="3779865" y="3032460"/>
                  </a:lnTo>
                  <a:lnTo>
                    <a:pt x="3725541" y="3032322"/>
                  </a:lnTo>
                  <a:lnTo>
                    <a:pt x="3655625" y="3032122"/>
                  </a:lnTo>
                  <a:lnTo>
                    <a:pt x="3573532" y="3031855"/>
                  </a:lnTo>
                  <a:lnTo>
                    <a:pt x="3483745" y="3031519"/>
                  </a:lnTo>
                  <a:lnTo>
                    <a:pt x="3390851" y="3031117"/>
                  </a:lnTo>
                  <a:lnTo>
                    <a:pt x="3298781" y="3030650"/>
                  </a:lnTo>
                  <a:lnTo>
                    <a:pt x="3210418" y="3030117"/>
                  </a:lnTo>
                  <a:lnTo>
                    <a:pt x="3127529" y="3029518"/>
                  </a:lnTo>
                  <a:lnTo>
                    <a:pt x="3050910" y="3028847"/>
                  </a:lnTo>
                  <a:lnTo>
                    <a:pt x="2980618" y="3028097"/>
                  </a:lnTo>
                  <a:lnTo>
                    <a:pt x="2916207" y="3027257"/>
                  </a:lnTo>
                  <a:lnTo>
                    <a:pt x="2856923" y="3026314"/>
                  </a:lnTo>
                  <a:lnTo>
                    <a:pt x="2801850" y="3025252"/>
                  </a:lnTo>
                  <a:lnTo>
                    <a:pt x="2750021" y="3024057"/>
                  </a:lnTo>
                  <a:lnTo>
                    <a:pt x="2700503" y="3022714"/>
                  </a:lnTo>
                  <a:lnTo>
                    <a:pt x="2667772" y="3021716"/>
                  </a:lnTo>
                  <a:lnTo>
                    <a:pt x="2615005" y="3019925"/>
                  </a:lnTo>
                  <a:lnTo>
                    <a:pt x="2562742" y="3017938"/>
                  </a:lnTo>
                  <a:lnTo>
                    <a:pt x="2510389" y="3015755"/>
                  </a:lnTo>
                  <a:lnTo>
                    <a:pt x="2457556" y="3013380"/>
                  </a:lnTo>
                  <a:lnTo>
                    <a:pt x="2404033" y="3010827"/>
                  </a:lnTo>
                  <a:lnTo>
                    <a:pt x="2349763" y="3008119"/>
                  </a:lnTo>
                  <a:lnTo>
                    <a:pt x="2294822" y="3005289"/>
                  </a:lnTo>
                  <a:lnTo>
                    <a:pt x="2239392" y="3002375"/>
                  </a:lnTo>
                  <a:lnTo>
                    <a:pt x="2183725" y="2999423"/>
                  </a:lnTo>
                  <a:lnTo>
                    <a:pt x="2128108" y="2996478"/>
                  </a:lnTo>
                  <a:lnTo>
                    <a:pt x="2072822" y="2993589"/>
                  </a:lnTo>
                  <a:lnTo>
                    <a:pt x="2018099" y="2990797"/>
                  </a:lnTo>
                  <a:lnTo>
                    <a:pt x="1964087" y="2988141"/>
                  </a:lnTo>
                  <a:lnTo>
                    <a:pt x="1910819" y="2985647"/>
                  </a:lnTo>
                  <a:lnTo>
                    <a:pt x="1858186" y="2983338"/>
                  </a:lnTo>
                  <a:lnTo>
                    <a:pt x="1805918" y="2981223"/>
                  </a:lnTo>
                  <a:lnTo>
                    <a:pt x="1753558" y="2979305"/>
                  </a:lnTo>
                  <a:lnTo>
                    <a:pt x="1719082" y="2978160"/>
                  </a:lnTo>
                  <a:lnTo>
                    <a:pt x="1670664" y="2976714"/>
                  </a:lnTo>
                  <a:lnTo>
                    <a:pt x="1620500" y="2975420"/>
                  </a:lnTo>
                  <a:lnTo>
                    <a:pt x="1567734" y="2974269"/>
                  </a:lnTo>
                  <a:lnTo>
                    <a:pt x="1511415" y="2973247"/>
                  </a:lnTo>
                  <a:lnTo>
                    <a:pt x="1450581" y="2972338"/>
                  </a:lnTo>
                  <a:lnTo>
                    <a:pt x="1384354" y="2971529"/>
                  </a:lnTo>
                  <a:lnTo>
                    <a:pt x="1312061" y="2970805"/>
                  </a:lnTo>
                  <a:lnTo>
                    <a:pt x="1233394" y="2970158"/>
                  </a:lnTo>
                  <a:lnTo>
                    <a:pt x="1148619" y="2969581"/>
                  </a:lnTo>
                  <a:lnTo>
                    <a:pt x="1058822" y="2969069"/>
                  </a:lnTo>
                  <a:lnTo>
                    <a:pt x="966119" y="2968622"/>
                  </a:lnTo>
                  <a:lnTo>
                    <a:pt x="873751" y="2968241"/>
                  </a:lnTo>
                  <a:lnTo>
                    <a:pt x="785920" y="2967928"/>
                  </a:lnTo>
                  <a:lnTo>
                    <a:pt x="707276" y="2967683"/>
                  </a:lnTo>
                  <a:lnTo>
                    <a:pt x="642069" y="2967503"/>
                  </a:lnTo>
                  <a:lnTo>
                    <a:pt x="593170" y="2967383"/>
                  </a:lnTo>
                  <a:lnTo>
                    <a:pt x="561290" y="2967314"/>
                  </a:lnTo>
                  <a:lnTo>
                    <a:pt x="544653" y="2967281"/>
                  </a:lnTo>
                  <a:lnTo>
                    <a:pt x="539152" y="2967271"/>
                  </a:lnTo>
                  <a:lnTo>
                    <a:pt x="538736" y="2967271"/>
                  </a:lnTo>
                  <a:lnTo>
                    <a:pt x="0" y="296727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72" name="pl972"/>
            <p:cNvSpPr/>
            <p:nvPr/>
          </p:nvSpPr>
          <p:spPr>
            <a:xfrm>
              <a:off x="546595" y="810347"/>
              <a:ext cx="8234974" cy="3032605"/>
            </a:xfrm>
            <a:custGeom>
              <a:avLst/>
              <a:pathLst>
                <a:path w="8234974" h="3032605">
                  <a:moveTo>
                    <a:pt x="0" y="2967271"/>
                  </a:moveTo>
                  <a:lnTo>
                    <a:pt x="538736" y="2967271"/>
                  </a:lnTo>
                  <a:lnTo>
                    <a:pt x="540039" y="2967273"/>
                  </a:lnTo>
                  <a:lnTo>
                    <a:pt x="548538" y="2967288"/>
                  </a:lnTo>
                  <a:lnTo>
                    <a:pt x="569722" y="2967331"/>
                  </a:lnTo>
                  <a:lnTo>
                    <a:pt x="606990" y="2967416"/>
                  </a:lnTo>
                  <a:lnTo>
                    <a:pt x="661314" y="2967554"/>
                  </a:lnTo>
                  <a:lnTo>
                    <a:pt x="731230" y="2967754"/>
                  </a:lnTo>
                  <a:lnTo>
                    <a:pt x="813323" y="2968021"/>
                  </a:lnTo>
                  <a:lnTo>
                    <a:pt x="903109" y="2968356"/>
                  </a:lnTo>
                  <a:lnTo>
                    <a:pt x="996004" y="2968759"/>
                  </a:lnTo>
                  <a:lnTo>
                    <a:pt x="1088074" y="2969226"/>
                  </a:lnTo>
                  <a:lnTo>
                    <a:pt x="1176437" y="2969759"/>
                  </a:lnTo>
                  <a:lnTo>
                    <a:pt x="1259326" y="2970358"/>
                  </a:lnTo>
                  <a:lnTo>
                    <a:pt x="1335945" y="2971029"/>
                  </a:lnTo>
                  <a:lnTo>
                    <a:pt x="1406237" y="2971779"/>
                  </a:lnTo>
                  <a:lnTo>
                    <a:pt x="1470647" y="2972619"/>
                  </a:lnTo>
                  <a:lnTo>
                    <a:pt x="1529931" y="2973562"/>
                  </a:lnTo>
                  <a:lnTo>
                    <a:pt x="1585004" y="2974624"/>
                  </a:lnTo>
                  <a:lnTo>
                    <a:pt x="1636834" y="2975819"/>
                  </a:lnTo>
                  <a:lnTo>
                    <a:pt x="1686352" y="2977161"/>
                  </a:lnTo>
                  <a:lnTo>
                    <a:pt x="1719082" y="2978160"/>
                  </a:lnTo>
                  <a:lnTo>
                    <a:pt x="1771850" y="2979951"/>
                  </a:lnTo>
                  <a:lnTo>
                    <a:pt x="1824113" y="2981937"/>
                  </a:lnTo>
                  <a:lnTo>
                    <a:pt x="1876466" y="2984121"/>
                  </a:lnTo>
                  <a:lnTo>
                    <a:pt x="1929298" y="2986496"/>
                  </a:lnTo>
                  <a:lnTo>
                    <a:pt x="1982821" y="2989049"/>
                  </a:lnTo>
                  <a:lnTo>
                    <a:pt x="2037091" y="2991757"/>
                  </a:lnTo>
                  <a:lnTo>
                    <a:pt x="2092032" y="2994587"/>
                  </a:lnTo>
                  <a:lnTo>
                    <a:pt x="2147463" y="2997500"/>
                  </a:lnTo>
                  <a:lnTo>
                    <a:pt x="2203130" y="3000453"/>
                  </a:lnTo>
                  <a:lnTo>
                    <a:pt x="2258747" y="3003397"/>
                  </a:lnTo>
                  <a:lnTo>
                    <a:pt x="2314032" y="3006287"/>
                  </a:lnTo>
                  <a:lnTo>
                    <a:pt x="2368755" y="3009078"/>
                  </a:lnTo>
                  <a:lnTo>
                    <a:pt x="2422767" y="3011735"/>
                  </a:lnTo>
                  <a:lnTo>
                    <a:pt x="2476036" y="3014228"/>
                  </a:lnTo>
                  <a:lnTo>
                    <a:pt x="2528669" y="3016538"/>
                  </a:lnTo>
                  <a:lnTo>
                    <a:pt x="2580937" y="3018653"/>
                  </a:lnTo>
                  <a:lnTo>
                    <a:pt x="2633296" y="3020571"/>
                  </a:lnTo>
                  <a:lnTo>
                    <a:pt x="2667772" y="3021716"/>
                  </a:lnTo>
                  <a:lnTo>
                    <a:pt x="2716191" y="3023162"/>
                  </a:lnTo>
                  <a:lnTo>
                    <a:pt x="2766355" y="3024456"/>
                  </a:lnTo>
                  <a:lnTo>
                    <a:pt x="2819120" y="3025607"/>
                  </a:lnTo>
                  <a:lnTo>
                    <a:pt x="2875439" y="3026629"/>
                  </a:lnTo>
                  <a:lnTo>
                    <a:pt x="2936274" y="3027537"/>
                  </a:lnTo>
                  <a:lnTo>
                    <a:pt x="3002501" y="3028347"/>
                  </a:lnTo>
                  <a:lnTo>
                    <a:pt x="3074794" y="3029070"/>
                  </a:lnTo>
                  <a:lnTo>
                    <a:pt x="3153461" y="3029718"/>
                  </a:lnTo>
                  <a:lnTo>
                    <a:pt x="3238235" y="3030295"/>
                  </a:lnTo>
                  <a:lnTo>
                    <a:pt x="3328032" y="3030807"/>
                  </a:lnTo>
                  <a:lnTo>
                    <a:pt x="3420735" y="3031253"/>
                  </a:lnTo>
                  <a:lnTo>
                    <a:pt x="3513104" y="3031634"/>
                  </a:lnTo>
                  <a:lnTo>
                    <a:pt x="3600935" y="3031948"/>
                  </a:lnTo>
                  <a:lnTo>
                    <a:pt x="3679578" y="3032193"/>
                  </a:lnTo>
                  <a:lnTo>
                    <a:pt x="3744785" y="3032373"/>
                  </a:lnTo>
                  <a:lnTo>
                    <a:pt x="3793685" y="3032492"/>
                  </a:lnTo>
                  <a:lnTo>
                    <a:pt x="3825565" y="3032562"/>
                  </a:lnTo>
                  <a:lnTo>
                    <a:pt x="3842201" y="3032595"/>
                  </a:lnTo>
                  <a:lnTo>
                    <a:pt x="3847702" y="3032604"/>
                  </a:lnTo>
                  <a:lnTo>
                    <a:pt x="3848118" y="3032605"/>
                  </a:lnTo>
                  <a:lnTo>
                    <a:pt x="4386855" y="3032605"/>
                  </a:lnTo>
                  <a:lnTo>
                    <a:pt x="4388006" y="3032516"/>
                  </a:lnTo>
                  <a:lnTo>
                    <a:pt x="4395539" y="3031880"/>
                  </a:lnTo>
                  <a:lnTo>
                    <a:pt x="4414399" y="3030123"/>
                  </a:lnTo>
                  <a:lnTo>
                    <a:pt x="4447789" y="3026670"/>
                  </a:lnTo>
                  <a:lnTo>
                    <a:pt x="4496886" y="3021010"/>
                  </a:lnTo>
                  <a:lnTo>
                    <a:pt x="4560776" y="3012754"/>
                  </a:lnTo>
                  <a:lnTo>
                    <a:pt x="4636772" y="3001672"/>
                  </a:lnTo>
                  <a:lnTo>
                    <a:pt x="4721077" y="2987685"/>
                  </a:lnTo>
                  <a:lnTo>
                    <a:pt x="4809587" y="2970819"/>
                  </a:lnTo>
                  <a:lnTo>
                    <a:pt x="4898574" y="2951141"/>
                  </a:lnTo>
                  <a:lnTo>
                    <a:pt x="4985111" y="2928696"/>
                  </a:lnTo>
                  <a:lnTo>
                    <a:pt x="5067223" y="2903452"/>
                  </a:lnTo>
                  <a:lnTo>
                    <a:pt x="5143828" y="2875276"/>
                  </a:lnTo>
                  <a:lnTo>
                    <a:pt x="5214571" y="2843913"/>
                  </a:lnTo>
                  <a:lnTo>
                    <a:pt x="5279622" y="2808989"/>
                  </a:lnTo>
                  <a:lnTo>
                    <a:pt x="5339506" y="2770019"/>
                  </a:lnTo>
                  <a:lnTo>
                    <a:pt x="5394952" y="2726427"/>
                  </a:lnTo>
                  <a:lnTo>
                    <a:pt x="5446792" y="2677582"/>
                  </a:lnTo>
                  <a:lnTo>
                    <a:pt x="5495878" y="2622870"/>
                  </a:lnTo>
                  <a:lnTo>
                    <a:pt x="5543014" y="2561814"/>
                  </a:lnTo>
                  <a:lnTo>
                    <a:pt x="5567201" y="2527171"/>
                  </a:lnTo>
                  <a:lnTo>
                    <a:pt x="5601706" y="2473958"/>
                  </a:lnTo>
                  <a:lnTo>
                    <a:pt x="5635890" y="2416941"/>
                  </a:lnTo>
                  <a:lnTo>
                    <a:pt x="5669951" y="2356043"/>
                  </a:lnTo>
                  <a:lnTo>
                    <a:pt x="5704046" y="2291243"/>
                  </a:lnTo>
                  <a:lnTo>
                    <a:pt x="5738293" y="2222588"/>
                  </a:lnTo>
                  <a:lnTo>
                    <a:pt x="5772778" y="2150194"/>
                  </a:lnTo>
                  <a:lnTo>
                    <a:pt x="5807554" y="2074253"/>
                  </a:lnTo>
                  <a:lnTo>
                    <a:pt x="5842648" y="1995032"/>
                  </a:lnTo>
                  <a:lnTo>
                    <a:pt x="5878060" y="1912874"/>
                  </a:lnTo>
                  <a:lnTo>
                    <a:pt x="5913766" y="1828196"/>
                  </a:lnTo>
                  <a:lnTo>
                    <a:pt x="5949724" y="1741477"/>
                  </a:lnTo>
                  <a:lnTo>
                    <a:pt x="5985875" y="1653252"/>
                  </a:lnTo>
                  <a:lnTo>
                    <a:pt x="6022147" y="1564099"/>
                  </a:lnTo>
                  <a:lnTo>
                    <a:pt x="6058463" y="1474618"/>
                  </a:lnTo>
                  <a:lnTo>
                    <a:pt x="6094741" y="1385423"/>
                  </a:lnTo>
                  <a:lnTo>
                    <a:pt x="6130903" y="1297116"/>
                  </a:lnTo>
                  <a:lnTo>
                    <a:pt x="6166876" y="1210277"/>
                  </a:lnTo>
                  <a:lnTo>
                    <a:pt x="6202601" y="1125443"/>
                  </a:lnTo>
                  <a:lnTo>
                    <a:pt x="6238034" y="1043099"/>
                  </a:lnTo>
                  <a:lnTo>
                    <a:pt x="6273150" y="963666"/>
                  </a:lnTo>
                  <a:lnTo>
                    <a:pt x="6307948" y="887491"/>
                  </a:lnTo>
                  <a:lnTo>
                    <a:pt x="6342451" y="814847"/>
                  </a:lnTo>
                  <a:lnTo>
                    <a:pt x="6376712" y="745932"/>
                  </a:lnTo>
                  <a:lnTo>
                    <a:pt x="6410814" y="680867"/>
                  </a:lnTo>
                  <a:lnTo>
                    <a:pt x="6444873" y="619701"/>
                  </a:lnTo>
                  <a:lnTo>
                    <a:pt x="6479042" y="562421"/>
                  </a:lnTo>
                  <a:lnTo>
                    <a:pt x="6513518" y="508952"/>
                  </a:lnTo>
                  <a:lnTo>
                    <a:pt x="6515891" y="505434"/>
                  </a:lnTo>
                  <a:lnTo>
                    <a:pt x="6562286" y="440959"/>
                  </a:lnTo>
                  <a:lnTo>
                    <a:pt x="6610255" y="382963"/>
                  </a:lnTo>
                  <a:lnTo>
                    <a:pt x="6660545" y="331111"/>
                  </a:lnTo>
                  <a:lnTo>
                    <a:pt x="6713992" y="284842"/>
                  </a:lnTo>
                  <a:lnTo>
                    <a:pt x="6771448" y="243523"/>
                  </a:lnTo>
                  <a:lnTo>
                    <a:pt x="6833707" y="206543"/>
                  </a:lnTo>
                  <a:lnTo>
                    <a:pt x="6901416" y="173366"/>
                  </a:lnTo>
                  <a:lnTo>
                    <a:pt x="6974952" y="143557"/>
                  </a:lnTo>
                  <a:lnTo>
                    <a:pt x="7054259" y="116799"/>
                  </a:lnTo>
                  <a:lnTo>
                    <a:pt x="7138660" y="92895"/>
                  </a:lnTo>
                  <a:lnTo>
                    <a:pt x="7226666" y="71764"/>
                  </a:lnTo>
                  <a:lnTo>
                    <a:pt x="7315847" y="53414"/>
                  </a:lnTo>
                  <a:lnTo>
                    <a:pt x="7402860" y="37909"/>
                  </a:lnTo>
                  <a:lnTo>
                    <a:pt x="7483727" y="25304"/>
                  </a:lnTo>
                  <a:lnTo>
                    <a:pt x="7554393" y="15584"/>
                  </a:lnTo>
                  <a:lnTo>
                    <a:pt x="7611490" y="8601"/>
                  </a:lnTo>
                  <a:lnTo>
                    <a:pt x="7653110" y="4047"/>
                  </a:lnTo>
                  <a:lnTo>
                    <a:pt x="7679318" y="1469"/>
                  </a:lnTo>
                  <a:lnTo>
                    <a:pt x="7692280" y="318"/>
                  </a:lnTo>
                  <a:lnTo>
                    <a:pt x="7696066" y="1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3" name="pl973"/>
            <p:cNvSpPr/>
            <p:nvPr/>
          </p:nvSpPr>
          <p:spPr>
            <a:xfrm>
              <a:off x="546595" y="804902"/>
              <a:ext cx="8234974" cy="3032605"/>
            </a:xfrm>
            <a:custGeom>
              <a:avLst/>
              <a:pathLst>
                <a:path w="8234974" h="3032605">
                  <a:moveTo>
                    <a:pt x="8234974" y="0"/>
                  </a:move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16" y="3032603"/>
                  </a:lnTo>
                  <a:lnTo>
                    <a:pt x="3838317" y="3032587"/>
                  </a:lnTo>
                  <a:lnTo>
                    <a:pt x="3817132" y="3032544"/>
                  </a:lnTo>
                  <a:lnTo>
                    <a:pt x="3779865" y="3032460"/>
                  </a:lnTo>
                  <a:lnTo>
                    <a:pt x="3725541" y="3032322"/>
                  </a:lnTo>
                  <a:lnTo>
                    <a:pt x="3655625" y="3032122"/>
                  </a:lnTo>
                  <a:lnTo>
                    <a:pt x="3573532" y="3031855"/>
                  </a:lnTo>
                  <a:lnTo>
                    <a:pt x="3483745" y="3031519"/>
                  </a:lnTo>
                  <a:lnTo>
                    <a:pt x="3390851" y="3031117"/>
                  </a:lnTo>
                  <a:lnTo>
                    <a:pt x="3298781" y="3030650"/>
                  </a:lnTo>
                  <a:lnTo>
                    <a:pt x="3210418" y="3030117"/>
                  </a:lnTo>
                  <a:lnTo>
                    <a:pt x="3127529" y="3029518"/>
                  </a:lnTo>
                  <a:lnTo>
                    <a:pt x="3050910" y="3028847"/>
                  </a:lnTo>
                  <a:lnTo>
                    <a:pt x="2980618" y="3028097"/>
                  </a:lnTo>
                  <a:lnTo>
                    <a:pt x="2916207" y="3027257"/>
                  </a:lnTo>
                  <a:lnTo>
                    <a:pt x="2856923" y="3026314"/>
                  </a:lnTo>
                  <a:lnTo>
                    <a:pt x="2801850" y="3025252"/>
                  </a:lnTo>
                  <a:lnTo>
                    <a:pt x="2750021" y="3024057"/>
                  </a:lnTo>
                  <a:lnTo>
                    <a:pt x="2700503" y="3022714"/>
                  </a:lnTo>
                  <a:lnTo>
                    <a:pt x="2667772" y="3021716"/>
                  </a:lnTo>
                  <a:lnTo>
                    <a:pt x="2615005" y="3019925"/>
                  </a:lnTo>
                  <a:lnTo>
                    <a:pt x="2562742" y="3017938"/>
                  </a:lnTo>
                  <a:lnTo>
                    <a:pt x="2510389" y="3015755"/>
                  </a:lnTo>
                  <a:lnTo>
                    <a:pt x="2457556" y="3013380"/>
                  </a:lnTo>
                  <a:lnTo>
                    <a:pt x="2404033" y="3010827"/>
                  </a:lnTo>
                  <a:lnTo>
                    <a:pt x="2349763" y="3008119"/>
                  </a:lnTo>
                  <a:lnTo>
                    <a:pt x="2294822" y="3005289"/>
                  </a:lnTo>
                  <a:lnTo>
                    <a:pt x="2239392" y="3002375"/>
                  </a:lnTo>
                  <a:lnTo>
                    <a:pt x="2183725" y="2999423"/>
                  </a:lnTo>
                  <a:lnTo>
                    <a:pt x="2128108" y="2996478"/>
                  </a:lnTo>
                  <a:lnTo>
                    <a:pt x="2072822" y="2993589"/>
                  </a:lnTo>
                  <a:lnTo>
                    <a:pt x="2018099" y="2990797"/>
                  </a:lnTo>
                  <a:lnTo>
                    <a:pt x="1964087" y="2988141"/>
                  </a:lnTo>
                  <a:lnTo>
                    <a:pt x="1910819" y="2985647"/>
                  </a:lnTo>
                  <a:lnTo>
                    <a:pt x="1858186" y="2983338"/>
                  </a:lnTo>
                  <a:lnTo>
                    <a:pt x="1805918" y="2981223"/>
                  </a:lnTo>
                  <a:lnTo>
                    <a:pt x="1753558" y="2979305"/>
                  </a:lnTo>
                  <a:lnTo>
                    <a:pt x="1719082" y="2978160"/>
                  </a:lnTo>
                  <a:lnTo>
                    <a:pt x="1670664" y="2976714"/>
                  </a:lnTo>
                  <a:lnTo>
                    <a:pt x="1620500" y="2975420"/>
                  </a:lnTo>
                  <a:lnTo>
                    <a:pt x="1567734" y="2974269"/>
                  </a:lnTo>
                  <a:lnTo>
                    <a:pt x="1511415" y="2973247"/>
                  </a:lnTo>
                  <a:lnTo>
                    <a:pt x="1450581" y="2972338"/>
                  </a:lnTo>
                  <a:lnTo>
                    <a:pt x="1384354" y="2971529"/>
                  </a:lnTo>
                  <a:lnTo>
                    <a:pt x="1312061" y="2970805"/>
                  </a:lnTo>
                  <a:lnTo>
                    <a:pt x="1233394" y="2970158"/>
                  </a:lnTo>
                  <a:lnTo>
                    <a:pt x="1148619" y="2969581"/>
                  </a:lnTo>
                  <a:lnTo>
                    <a:pt x="1058822" y="2969069"/>
                  </a:lnTo>
                  <a:lnTo>
                    <a:pt x="966119" y="2968622"/>
                  </a:lnTo>
                  <a:lnTo>
                    <a:pt x="873751" y="2968241"/>
                  </a:lnTo>
                  <a:lnTo>
                    <a:pt x="785920" y="2967928"/>
                  </a:lnTo>
                  <a:lnTo>
                    <a:pt x="707276" y="2967683"/>
                  </a:lnTo>
                  <a:lnTo>
                    <a:pt x="642069" y="2967503"/>
                  </a:lnTo>
                  <a:lnTo>
                    <a:pt x="593170" y="2967383"/>
                  </a:lnTo>
                  <a:lnTo>
                    <a:pt x="561290" y="2967314"/>
                  </a:lnTo>
                  <a:lnTo>
                    <a:pt x="544653" y="2967281"/>
                  </a:lnTo>
                  <a:lnTo>
                    <a:pt x="539152" y="2967271"/>
                  </a:lnTo>
                  <a:lnTo>
                    <a:pt x="538736" y="2967271"/>
                  </a:lnTo>
                  <a:lnTo>
                    <a:pt x="0" y="29672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4" name="pg974"/>
            <p:cNvSpPr/>
            <p:nvPr/>
          </p:nvSpPr>
          <p:spPr>
            <a:xfrm>
              <a:off x="546595" y="2383817"/>
              <a:ext cx="8234974" cy="1486357"/>
            </a:xfrm>
            <a:custGeom>
              <a:avLst/>
              <a:pathLst>
                <a:path w="8234974" h="1486357">
                  <a:moveTo>
                    <a:pt x="0" y="1399245"/>
                  </a:moveTo>
                  <a:lnTo>
                    <a:pt x="538736" y="1399245"/>
                  </a:lnTo>
                  <a:lnTo>
                    <a:pt x="540039" y="1399248"/>
                  </a:lnTo>
                  <a:lnTo>
                    <a:pt x="548537" y="1399268"/>
                  </a:lnTo>
                  <a:lnTo>
                    <a:pt x="569721" y="1399326"/>
                  </a:lnTo>
                  <a:lnTo>
                    <a:pt x="606987" y="1399438"/>
                  </a:lnTo>
                  <a:lnTo>
                    <a:pt x="661309" y="1399622"/>
                  </a:lnTo>
                  <a:lnTo>
                    <a:pt x="731222" y="1399889"/>
                  </a:lnTo>
                  <a:lnTo>
                    <a:pt x="813313" y="1400245"/>
                  </a:lnTo>
                  <a:lnTo>
                    <a:pt x="903097" y="1400692"/>
                  </a:lnTo>
                  <a:lnTo>
                    <a:pt x="995990" y="1401229"/>
                  </a:lnTo>
                  <a:lnTo>
                    <a:pt x="1088059" y="1401852"/>
                  </a:lnTo>
                  <a:lnTo>
                    <a:pt x="1176421" y="1402562"/>
                  </a:lnTo>
                  <a:lnTo>
                    <a:pt x="1259310" y="1403361"/>
                  </a:lnTo>
                  <a:lnTo>
                    <a:pt x="1335929" y="1404255"/>
                  </a:lnTo>
                  <a:lnTo>
                    <a:pt x="1406221" y="1405255"/>
                  </a:lnTo>
                  <a:lnTo>
                    <a:pt x="1470632" y="1406375"/>
                  </a:lnTo>
                  <a:lnTo>
                    <a:pt x="1529916" y="1407633"/>
                  </a:lnTo>
                  <a:lnTo>
                    <a:pt x="1584989" y="1409048"/>
                  </a:lnTo>
                  <a:lnTo>
                    <a:pt x="1636819" y="1410642"/>
                  </a:lnTo>
                  <a:lnTo>
                    <a:pt x="1686337" y="1412432"/>
                  </a:lnTo>
                  <a:lnTo>
                    <a:pt x="1719082" y="1413764"/>
                  </a:lnTo>
                  <a:lnTo>
                    <a:pt x="1771828" y="1416151"/>
                  </a:lnTo>
                  <a:lnTo>
                    <a:pt x="1824070" y="1418798"/>
                  </a:lnTo>
                  <a:lnTo>
                    <a:pt x="1876402" y="1421708"/>
                  </a:lnTo>
                  <a:lnTo>
                    <a:pt x="1929212" y="1424873"/>
                  </a:lnTo>
                  <a:lnTo>
                    <a:pt x="1982711" y="1428275"/>
                  </a:lnTo>
                  <a:lnTo>
                    <a:pt x="2036957" y="1431884"/>
                  </a:lnTo>
                  <a:lnTo>
                    <a:pt x="2091874" y="1435655"/>
                  </a:lnTo>
                  <a:lnTo>
                    <a:pt x="2147281" y="1439538"/>
                  </a:lnTo>
                  <a:lnTo>
                    <a:pt x="2202925" y="1443473"/>
                  </a:lnTo>
                  <a:lnTo>
                    <a:pt x="2258520" y="1447398"/>
                  </a:lnTo>
                  <a:lnTo>
                    <a:pt x="2313785" y="1451249"/>
                  </a:lnTo>
                  <a:lnTo>
                    <a:pt x="2368489" y="1454970"/>
                  </a:lnTo>
                  <a:lnTo>
                    <a:pt x="2422483" y="1458512"/>
                  </a:lnTo>
                  <a:lnTo>
                    <a:pt x="2475733" y="1461837"/>
                  </a:lnTo>
                  <a:lnTo>
                    <a:pt x="2528348" y="1464916"/>
                  </a:lnTo>
                  <a:lnTo>
                    <a:pt x="2580595" y="1467737"/>
                  </a:lnTo>
                  <a:lnTo>
                    <a:pt x="2632931" y="1470294"/>
                  </a:lnTo>
                  <a:lnTo>
                    <a:pt x="2667772" y="1471839"/>
                  </a:lnTo>
                  <a:lnTo>
                    <a:pt x="2716190" y="1473766"/>
                  </a:lnTo>
                  <a:lnTo>
                    <a:pt x="2766353" y="1475491"/>
                  </a:lnTo>
                  <a:lnTo>
                    <a:pt x="2819117" y="1477026"/>
                  </a:lnTo>
                  <a:lnTo>
                    <a:pt x="2875436" y="1478389"/>
                  </a:lnTo>
                  <a:lnTo>
                    <a:pt x="2936269" y="1479600"/>
                  </a:lnTo>
                  <a:lnTo>
                    <a:pt x="3002494" y="1480680"/>
                  </a:lnTo>
                  <a:lnTo>
                    <a:pt x="3074785" y="1481644"/>
                  </a:lnTo>
                  <a:lnTo>
                    <a:pt x="3153450" y="1482507"/>
                  </a:lnTo>
                  <a:lnTo>
                    <a:pt x="3238222" y="1483277"/>
                  </a:lnTo>
                  <a:lnTo>
                    <a:pt x="3328017" y="1483959"/>
                  </a:lnTo>
                  <a:lnTo>
                    <a:pt x="3420718" y="1484555"/>
                  </a:lnTo>
                  <a:lnTo>
                    <a:pt x="3513086" y="1485063"/>
                  </a:lnTo>
                  <a:lnTo>
                    <a:pt x="3600917" y="1485481"/>
                  </a:lnTo>
                  <a:lnTo>
                    <a:pt x="3679561" y="1485808"/>
                  </a:lnTo>
                  <a:lnTo>
                    <a:pt x="3744771" y="1486047"/>
                  </a:lnTo>
                  <a:lnTo>
                    <a:pt x="3793674" y="1486207"/>
                  </a:lnTo>
                  <a:lnTo>
                    <a:pt x="3825558" y="1486300"/>
                  </a:lnTo>
                  <a:lnTo>
                    <a:pt x="3842198" y="1486343"/>
                  </a:lnTo>
                  <a:lnTo>
                    <a:pt x="3847702" y="1486356"/>
                  </a:lnTo>
                  <a:lnTo>
                    <a:pt x="3848118" y="1486357"/>
                  </a:lnTo>
                  <a:lnTo>
                    <a:pt x="4386855" y="1486357"/>
                  </a:lnTo>
                  <a:lnTo>
                    <a:pt x="4388118" y="1486310"/>
                  </a:lnTo>
                  <a:lnTo>
                    <a:pt x="4396360" y="1485968"/>
                  </a:lnTo>
                  <a:lnTo>
                    <a:pt x="4416930" y="1485024"/>
                  </a:lnTo>
                  <a:lnTo>
                    <a:pt x="4453176" y="1483171"/>
                  </a:lnTo>
                  <a:lnTo>
                    <a:pt x="4506133" y="1480141"/>
                  </a:lnTo>
                  <a:lnTo>
                    <a:pt x="4574486" y="1475737"/>
                  </a:lnTo>
                  <a:lnTo>
                    <a:pt x="4655016" y="1469850"/>
                  </a:lnTo>
                  <a:lnTo>
                    <a:pt x="4743417" y="1462453"/>
                  </a:lnTo>
                  <a:lnTo>
                    <a:pt x="4835224" y="1453566"/>
                  </a:lnTo>
                  <a:lnTo>
                    <a:pt x="4926549" y="1443227"/>
                  </a:lnTo>
                  <a:lnTo>
                    <a:pt x="5014490" y="1431449"/>
                  </a:lnTo>
                  <a:lnTo>
                    <a:pt x="5097221" y="1418198"/>
                  </a:lnTo>
                  <a:lnTo>
                    <a:pt x="5173866" y="1403378"/>
                  </a:lnTo>
                  <a:lnTo>
                    <a:pt x="5244291" y="1386827"/>
                  </a:lnTo>
                  <a:lnTo>
                    <a:pt x="5308870" y="1368319"/>
                  </a:lnTo>
                  <a:lnTo>
                    <a:pt x="5368299" y="1347569"/>
                  </a:lnTo>
                  <a:lnTo>
                    <a:pt x="5423447" y="1324249"/>
                  </a:lnTo>
                  <a:lnTo>
                    <a:pt x="5475250" y="1298021"/>
                  </a:lnTo>
                  <a:lnTo>
                    <a:pt x="5524623" y="1268586"/>
                  </a:lnTo>
                  <a:lnTo>
                    <a:pt x="5567201" y="1239538"/>
                  </a:lnTo>
                  <a:lnTo>
                    <a:pt x="5611202" y="1206025"/>
                  </a:lnTo>
                  <a:lnTo>
                    <a:pt x="5654773" y="1169463"/>
                  </a:lnTo>
                  <a:lnTo>
                    <a:pt x="5698289" y="1129796"/>
                  </a:lnTo>
                  <a:lnTo>
                    <a:pt x="5742022" y="1087052"/>
                  </a:lnTo>
                  <a:lnTo>
                    <a:pt x="5786152" y="1041347"/>
                  </a:lnTo>
                  <a:lnTo>
                    <a:pt x="5830778" y="992894"/>
                  </a:lnTo>
                  <a:lnTo>
                    <a:pt x="5875923" y="942007"/>
                  </a:lnTo>
                  <a:lnTo>
                    <a:pt x="5921551" y="889093"/>
                  </a:lnTo>
                  <a:lnTo>
                    <a:pt x="5967569" y="834645"/>
                  </a:lnTo>
                  <a:lnTo>
                    <a:pt x="6013845" y="779223"/>
                  </a:lnTo>
                  <a:lnTo>
                    <a:pt x="6060221" y="723430"/>
                  </a:lnTo>
                  <a:lnTo>
                    <a:pt x="6106530" y="667888"/>
                  </a:lnTo>
                  <a:lnTo>
                    <a:pt x="6152610" y="613205"/>
                  </a:lnTo>
                  <a:lnTo>
                    <a:pt x="6198322" y="559951"/>
                  </a:lnTo>
                  <a:lnTo>
                    <a:pt x="6243566" y="508635"/>
                  </a:lnTo>
                  <a:lnTo>
                    <a:pt x="6288293" y="459681"/>
                  </a:lnTo>
                  <a:lnTo>
                    <a:pt x="6332514" y="413420"/>
                  </a:lnTo>
                  <a:lnTo>
                    <a:pt x="6376313" y="370088"/>
                  </a:lnTo>
                  <a:lnTo>
                    <a:pt x="6419853" y="329817"/>
                  </a:lnTo>
                  <a:lnTo>
                    <a:pt x="6463388" y="292652"/>
                  </a:lnTo>
                  <a:lnTo>
                    <a:pt x="6507270" y="258553"/>
                  </a:lnTo>
                  <a:lnTo>
                    <a:pt x="6515891" y="252263"/>
                  </a:lnTo>
                  <a:lnTo>
                    <a:pt x="6563788" y="219827"/>
                  </a:lnTo>
                  <a:lnTo>
                    <a:pt x="6613384" y="190755"/>
                  </a:lnTo>
                  <a:lnTo>
                    <a:pt x="6665508" y="164861"/>
                  </a:lnTo>
                  <a:lnTo>
                    <a:pt x="6721080" y="141840"/>
                  </a:lnTo>
                  <a:lnTo>
                    <a:pt x="6781034" y="121350"/>
                  </a:lnTo>
                  <a:lnTo>
                    <a:pt x="6846224" y="103069"/>
                  </a:lnTo>
                  <a:lnTo>
                    <a:pt x="6917319" y="86719"/>
                  </a:lnTo>
                  <a:lnTo>
                    <a:pt x="6994650" y="72077"/>
                  </a:lnTo>
                  <a:lnTo>
                    <a:pt x="7078009" y="58991"/>
                  </a:lnTo>
                  <a:lnTo>
                    <a:pt x="7166429" y="47371"/>
                  </a:lnTo>
                  <a:lnTo>
                    <a:pt x="7257969" y="37190"/>
                  </a:lnTo>
                  <a:lnTo>
                    <a:pt x="7349607" y="28465"/>
                  </a:lnTo>
                  <a:lnTo>
                    <a:pt x="7437368" y="21232"/>
                  </a:lnTo>
                  <a:lnTo>
                    <a:pt x="7516761" y="15511"/>
                  </a:lnTo>
                  <a:lnTo>
                    <a:pt x="7583556" y="11264"/>
                  </a:lnTo>
                  <a:lnTo>
                    <a:pt x="7634705" y="8374"/>
                  </a:lnTo>
                  <a:lnTo>
                    <a:pt x="7669140" y="6635"/>
                  </a:lnTo>
                  <a:lnTo>
                    <a:pt x="7688156" y="5772"/>
                  </a:lnTo>
                  <a:lnTo>
                    <a:pt x="7695340" y="547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5" y="47"/>
                  </a:lnTo>
                  <a:lnTo>
                    <a:pt x="7686732" y="389"/>
                  </a:lnTo>
                  <a:lnTo>
                    <a:pt x="7666162" y="1333"/>
                  </a:lnTo>
                  <a:lnTo>
                    <a:pt x="7629916" y="3186"/>
                  </a:lnTo>
                  <a:lnTo>
                    <a:pt x="7576959" y="6216"/>
                  </a:lnTo>
                  <a:lnTo>
                    <a:pt x="7508606" y="10620"/>
                  </a:lnTo>
                  <a:lnTo>
                    <a:pt x="7428077" y="16506"/>
                  </a:lnTo>
                  <a:lnTo>
                    <a:pt x="7339676" y="23904"/>
                  </a:lnTo>
                  <a:lnTo>
                    <a:pt x="7247869" y="32790"/>
                  </a:lnTo>
                  <a:lnTo>
                    <a:pt x="7156544" y="43129"/>
                  </a:lnTo>
                  <a:lnTo>
                    <a:pt x="7068602" y="54908"/>
                  </a:lnTo>
                  <a:lnTo>
                    <a:pt x="6985872" y="68159"/>
                  </a:lnTo>
                  <a:lnTo>
                    <a:pt x="6909226" y="82979"/>
                  </a:lnTo>
                  <a:lnTo>
                    <a:pt x="6838802" y="99529"/>
                  </a:lnTo>
                  <a:lnTo>
                    <a:pt x="6774223" y="118038"/>
                  </a:lnTo>
                  <a:lnTo>
                    <a:pt x="6714793" y="138788"/>
                  </a:lnTo>
                  <a:lnTo>
                    <a:pt x="6659645" y="162108"/>
                  </a:lnTo>
                  <a:lnTo>
                    <a:pt x="6607842" y="188336"/>
                  </a:lnTo>
                  <a:lnTo>
                    <a:pt x="6558470" y="217771"/>
                  </a:lnTo>
                  <a:lnTo>
                    <a:pt x="6515891" y="246818"/>
                  </a:lnTo>
                  <a:lnTo>
                    <a:pt x="6471890" y="280332"/>
                  </a:lnTo>
                  <a:lnTo>
                    <a:pt x="6428320" y="316894"/>
                  </a:lnTo>
                  <a:lnTo>
                    <a:pt x="6384803" y="356561"/>
                  </a:lnTo>
                  <a:lnTo>
                    <a:pt x="6341070" y="399305"/>
                  </a:lnTo>
                  <a:lnTo>
                    <a:pt x="6296940" y="445010"/>
                  </a:lnTo>
                  <a:lnTo>
                    <a:pt x="6252315" y="493463"/>
                  </a:lnTo>
                  <a:lnTo>
                    <a:pt x="6207169" y="544350"/>
                  </a:lnTo>
                  <a:lnTo>
                    <a:pt x="6161542" y="597264"/>
                  </a:lnTo>
                  <a:lnTo>
                    <a:pt x="6115524" y="651712"/>
                  </a:lnTo>
                  <a:lnTo>
                    <a:pt x="6069247" y="707134"/>
                  </a:lnTo>
                  <a:lnTo>
                    <a:pt x="6022871" y="762926"/>
                  </a:lnTo>
                  <a:lnTo>
                    <a:pt x="5976562" y="818469"/>
                  </a:lnTo>
                  <a:lnTo>
                    <a:pt x="5930483" y="873152"/>
                  </a:lnTo>
                  <a:lnTo>
                    <a:pt x="5884770" y="926405"/>
                  </a:lnTo>
                  <a:lnTo>
                    <a:pt x="5839526" y="977722"/>
                  </a:lnTo>
                  <a:lnTo>
                    <a:pt x="5794800" y="1026676"/>
                  </a:lnTo>
                  <a:lnTo>
                    <a:pt x="5750578" y="1072936"/>
                  </a:lnTo>
                  <a:lnTo>
                    <a:pt x="5706779" y="1116269"/>
                  </a:lnTo>
                  <a:lnTo>
                    <a:pt x="5663239" y="1156539"/>
                  </a:lnTo>
                  <a:lnTo>
                    <a:pt x="5619705" y="1193704"/>
                  </a:lnTo>
                  <a:lnTo>
                    <a:pt x="5575823" y="1227804"/>
                  </a:lnTo>
                  <a:lnTo>
                    <a:pt x="5567201" y="1234094"/>
                  </a:lnTo>
                  <a:lnTo>
                    <a:pt x="5519305" y="1266530"/>
                  </a:lnTo>
                  <a:lnTo>
                    <a:pt x="5469708" y="1295602"/>
                  </a:lnTo>
                  <a:lnTo>
                    <a:pt x="5417584" y="1321496"/>
                  </a:lnTo>
                  <a:lnTo>
                    <a:pt x="5362012" y="1344517"/>
                  </a:lnTo>
                  <a:lnTo>
                    <a:pt x="5302059" y="1365007"/>
                  </a:lnTo>
                  <a:lnTo>
                    <a:pt x="5236869" y="1383287"/>
                  </a:lnTo>
                  <a:lnTo>
                    <a:pt x="5165773" y="1399638"/>
                  </a:lnTo>
                  <a:lnTo>
                    <a:pt x="5088443" y="1414279"/>
                  </a:lnTo>
                  <a:lnTo>
                    <a:pt x="5005083" y="1427366"/>
                  </a:lnTo>
                  <a:lnTo>
                    <a:pt x="4916663" y="1438986"/>
                  </a:lnTo>
                  <a:lnTo>
                    <a:pt x="4825124" y="1449167"/>
                  </a:lnTo>
                  <a:lnTo>
                    <a:pt x="4733485" y="1457892"/>
                  </a:lnTo>
                  <a:lnTo>
                    <a:pt x="4645725" y="1465125"/>
                  </a:lnTo>
                  <a:lnTo>
                    <a:pt x="4566331" y="1470846"/>
                  </a:lnTo>
                  <a:lnTo>
                    <a:pt x="4499536" y="1475093"/>
                  </a:lnTo>
                  <a:lnTo>
                    <a:pt x="4448387" y="1477983"/>
                  </a:lnTo>
                  <a:lnTo>
                    <a:pt x="4413953" y="1479722"/>
                  </a:lnTo>
                  <a:lnTo>
                    <a:pt x="4394936" y="1480585"/>
                  </a:lnTo>
                  <a:lnTo>
                    <a:pt x="4387752" y="1480879"/>
                  </a:lnTo>
                  <a:lnTo>
                    <a:pt x="4386855" y="1480913"/>
                  </a:lnTo>
                  <a:lnTo>
                    <a:pt x="3848118" y="1480913"/>
                  </a:lnTo>
                  <a:lnTo>
                    <a:pt x="3846816" y="1480910"/>
                  </a:lnTo>
                  <a:lnTo>
                    <a:pt x="3838318" y="1480889"/>
                  </a:lnTo>
                  <a:lnTo>
                    <a:pt x="3817134" y="1480832"/>
                  </a:lnTo>
                  <a:lnTo>
                    <a:pt x="3779868" y="1480719"/>
                  </a:lnTo>
                  <a:lnTo>
                    <a:pt x="3725546" y="1480535"/>
                  </a:lnTo>
                  <a:lnTo>
                    <a:pt x="3655632" y="1480268"/>
                  </a:lnTo>
                  <a:lnTo>
                    <a:pt x="3573542" y="1479912"/>
                  </a:lnTo>
                  <a:lnTo>
                    <a:pt x="3483758" y="1479465"/>
                  </a:lnTo>
                  <a:lnTo>
                    <a:pt x="3390865" y="1478929"/>
                  </a:lnTo>
                  <a:lnTo>
                    <a:pt x="3298796" y="1478306"/>
                  </a:lnTo>
                  <a:lnTo>
                    <a:pt x="3210433" y="1477596"/>
                  </a:lnTo>
                  <a:lnTo>
                    <a:pt x="3127545" y="1476797"/>
                  </a:lnTo>
                  <a:lnTo>
                    <a:pt x="3050926" y="1475902"/>
                  </a:lnTo>
                  <a:lnTo>
                    <a:pt x="2980634" y="1474902"/>
                  </a:lnTo>
                  <a:lnTo>
                    <a:pt x="2916223" y="1473783"/>
                  </a:lnTo>
                  <a:lnTo>
                    <a:pt x="2856938" y="1472525"/>
                  </a:lnTo>
                  <a:lnTo>
                    <a:pt x="2801865" y="1471109"/>
                  </a:lnTo>
                  <a:lnTo>
                    <a:pt x="2750036" y="1469515"/>
                  </a:lnTo>
                  <a:lnTo>
                    <a:pt x="2700518" y="1467726"/>
                  </a:lnTo>
                  <a:lnTo>
                    <a:pt x="2667772" y="1466394"/>
                  </a:lnTo>
                  <a:lnTo>
                    <a:pt x="2615026" y="1464007"/>
                  </a:lnTo>
                  <a:lnTo>
                    <a:pt x="2562785" y="1461359"/>
                  </a:lnTo>
                  <a:lnTo>
                    <a:pt x="2510453" y="1458450"/>
                  </a:lnTo>
                  <a:lnTo>
                    <a:pt x="2457643" y="1455284"/>
                  </a:lnTo>
                  <a:lnTo>
                    <a:pt x="2404143" y="1451882"/>
                  </a:lnTo>
                  <a:lnTo>
                    <a:pt x="2349897" y="1448274"/>
                  </a:lnTo>
                  <a:lnTo>
                    <a:pt x="2294980" y="1444502"/>
                  </a:lnTo>
                  <a:lnTo>
                    <a:pt x="2239573" y="1440619"/>
                  </a:lnTo>
                  <a:lnTo>
                    <a:pt x="2183929" y="1436684"/>
                  </a:lnTo>
                  <a:lnTo>
                    <a:pt x="2128335" y="1432760"/>
                  </a:lnTo>
                  <a:lnTo>
                    <a:pt x="2073070" y="1428908"/>
                  </a:lnTo>
                  <a:lnTo>
                    <a:pt x="2018366" y="1425187"/>
                  </a:lnTo>
                  <a:lnTo>
                    <a:pt x="1964372" y="1421645"/>
                  </a:lnTo>
                  <a:lnTo>
                    <a:pt x="1911121" y="1418321"/>
                  </a:lnTo>
                  <a:lnTo>
                    <a:pt x="1858507" y="1415241"/>
                  </a:lnTo>
                  <a:lnTo>
                    <a:pt x="1806259" y="1412421"/>
                  </a:lnTo>
                  <a:lnTo>
                    <a:pt x="1753924" y="1409863"/>
                  </a:lnTo>
                  <a:lnTo>
                    <a:pt x="1719082" y="1408319"/>
                  </a:lnTo>
                  <a:lnTo>
                    <a:pt x="1670664" y="1406392"/>
                  </a:lnTo>
                  <a:lnTo>
                    <a:pt x="1620501" y="1404666"/>
                  </a:lnTo>
                  <a:lnTo>
                    <a:pt x="1567737" y="1403132"/>
                  </a:lnTo>
                  <a:lnTo>
                    <a:pt x="1511419" y="1401769"/>
                  </a:lnTo>
                  <a:lnTo>
                    <a:pt x="1450586" y="1400557"/>
                  </a:lnTo>
                  <a:lnTo>
                    <a:pt x="1384361" y="1399478"/>
                  </a:lnTo>
                  <a:lnTo>
                    <a:pt x="1312070" y="1398513"/>
                  </a:lnTo>
                  <a:lnTo>
                    <a:pt x="1233404" y="1397650"/>
                  </a:lnTo>
                  <a:lnTo>
                    <a:pt x="1148632" y="1396880"/>
                  </a:lnTo>
                  <a:lnTo>
                    <a:pt x="1058838" y="1396198"/>
                  </a:lnTo>
                  <a:lnTo>
                    <a:pt x="966136" y="1395603"/>
                  </a:lnTo>
                  <a:lnTo>
                    <a:pt x="873769" y="1395095"/>
                  </a:lnTo>
                  <a:lnTo>
                    <a:pt x="785938" y="1394677"/>
                  </a:lnTo>
                  <a:lnTo>
                    <a:pt x="707293" y="1394349"/>
                  </a:lnTo>
                  <a:lnTo>
                    <a:pt x="642083" y="1394110"/>
                  </a:lnTo>
                  <a:lnTo>
                    <a:pt x="593181" y="1393951"/>
                  </a:lnTo>
                  <a:lnTo>
                    <a:pt x="561296" y="1393858"/>
                  </a:lnTo>
                  <a:lnTo>
                    <a:pt x="544656" y="1393814"/>
                  </a:lnTo>
                  <a:lnTo>
                    <a:pt x="539153" y="1393801"/>
                  </a:lnTo>
                  <a:lnTo>
                    <a:pt x="538736" y="1393800"/>
                  </a:lnTo>
                  <a:lnTo>
                    <a:pt x="0" y="139380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75" name="pl975"/>
            <p:cNvSpPr/>
            <p:nvPr/>
          </p:nvSpPr>
          <p:spPr>
            <a:xfrm>
              <a:off x="546595" y="2389261"/>
              <a:ext cx="8234974" cy="1480913"/>
            </a:xfrm>
            <a:custGeom>
              <a:avLst/>
              <a:pathLst>
                <a:path w="8234974" h="1480913">
                  <a:moveTo>
                    <a:pt x="0" y="1393800"/>
                  </a:moveTo>
                  <a:lnTo>
                    <a:pt x="538736" y="1393800"/>
                  </a:lnTo>
                  <a:lnTo>
                    <a:pt x="540039" y="1393803"/>
                  </a:lnTo>
                  <a:lnTo>
                    <a:pt x="548537" y="1393824"/>
                  </a:lnTo>
                  <a:lnTo>
                    <a:pt x="569721" y="1393881"/>
                  </a:lnTo>
                  <a:lnTo>
                    <a:pt x="606987" y="1393994"/>
                  </a:lnTo>
                  <a:lnTo>
                    <a:pt x="661309" y="1394178"/>
                  </a:lnTo>
                  <a:lnTo>
                    <a:pt x="731222" y="1394445"/>
                  </a:lnTo>
                  <a:lnTo>
                    <a:pt x="813313" y="1394801"/>
                  </a:lnTo>
                  <a:lnTo>
                    <a:pt x="903097" y="1395248"/>
                  </a:lnTo>
                  <a:lnTo>
                    <a:pt x="995990" y="1395784"/>
                  </a:lnTo>
                  <a:lnTo>
                    <a:pt x="1088059" y="1396408"/>
                  </a:lnTo>
                  <a:lnTo>
                    <a:pt x="1176421" y="1397117"/>
                  </a:lnTo>
                  <a:lnTo>
                    <a:pt x="1259310" y="1397916"/>
                  </a:lnTo>
                  <a:lnTo>
                    <a:pt x="1335929" y="1398811"/>
                  </a:lnTo>
                  <a:lnTo>
                    <a:pt x="1406221" y="1399811"/>
                  </a:lnTo>
                  <a:lnTo>
                    <a:pt x="1470632" y="1400931"/>
                  </a:lnTo>
                  <a:lnTo>
                    <a:pt x="1529916" y="1402188"/>
                  </a:lnTo>
                  <a:lnTo>
                    <a:pt x="1584989" y="1403604"/>
                  </a:lnTo>
                  <a:lnTo>
                    <a:pt x="1636819" y="1405198"/>
                  </a:lnTo>
                  <a:lnTo>
                    <a:pt x="1686337" y="1406987"/>
                  </a:lnTo>
                  <a:lnTo>
                    <a:pt x="1719082" y="1408319"/>
                  </a:lnTo>
                  <a:lnTo>
                    <a:pt x="1771828" y="1410706"/>
                  </a:lnTo>
                  <a:lnTo>
                    <a:pt x="1824070" y="1413354"/>
                  </a:lnTo>
                  <a:lnTo>
                    <a:pt x="1876402" y="1416263"/>
                  </a:lnTo>
                  <a:lnTo>
                    <a:pt x="1929212" y="1419429"/>
                  </a:lnTo>
                  <a:lnTo>
                    <a:pt x="1982711" y="1422831"/>
                  </a:lnTo>
                  <a:lnTo>
                    <a:pt x="2036957" y="1426439"/>
                  </a:lnTo>
                  <a:lnTo>
                    <a:pt x="2091874" y="1430211"/>
                  </a:lnTo>
                  <a:lnTo>
                    <a:pt x="2147281" y="1434094"/>
                  </a:lnTo>
                  <a:lnTo>
                    <a:pt x="2202925" y="1438029"/>
                  </a:lnTo>
                  <a:lnTo>
                    <a:pt x="2258520" y="1441953"/>
                  </a:lnTo>
                  <a:lnTo>
                    <a:pt x="2313785" y="1445805"/>
                  </a:lnTo>
                  <a:lnTo>
                    <a:pt x="2368489" y="1449526"/>
                  </a:lnTo>
                  <a:lnTo>
                    <a:pt x="2422483" y="1453068"/>
                  </a:lnTo>
                  <a:lnTo>
                    <a:pt x="2475733" y="1456392"/>
                  </a:lnTo>
                  <a:lnTo>
                    <a:pt x="2528348" y="1459472"/>
                  </a:lnTo>
                  <a:lnTo>
                    <a:pt x="2580595" y="1462292"/>
                  </a:lnTo>
                  <a:lnTo>
                    <a:pt x="2632931" y="1464850"/>
                  </a:lnTo>
                  <a:lnTo>
                    <a:pt x="2667772" y="1466394"/>
                  </a:lnTo>
                  <a:lnTo>
                    <a:pt x="2716190" y="1468321"/>
                  </a:lnTo>
                  <a:lnTo>
                    <a:pt x="2766353" y="1470047"/>
                  </a:lnTo>
                  <a:lnTo>
                    <a:pt x="2819117" y="1471581"/>
                  </a:lnTo>
                  <a:lnTo>
                    <a:pt x="2875436" y="1472944"/>
                  </a:lnTo>
                  <a:lnTo>
                    <a:pt x="2936269" y="1474156"/>
                  </a:lnTo>
                  <a:lnTo>
                    <a:pt x="3002494" y="1475235"/>
                  </a:lnTo>
                  <a:lnTo>
                    <a:pt x="3074785" y="1476200"/>
                  </a:lnTo>
                  <a:lnTo>
                    <a:pt x="3153450" y="1477063"/>
                  </a:lnTo>
                  <a:lnTo>
                    <a:pt x="3238222" y="1477833"/>
                  </a:lnTo>
                  <a:lnTo>
                    <a:pt x="3328017" y="1478515"/>
                  </a:lnTo>
                  <a:lnTo>
                    <a:pt x="3420718" y="1479110"/>
                  </a:lnTo>
                  <a:lnTo>
                    <a:pt x="3513086" y="1479618"/>
                  </a:lnTo>
                  <a:lnTo>
                    <a:pt x="3600917" y="1480036"/>
                  </a:lnTo>
                  <a:lnTo>
                    <a:pt x="3679561" y="1480364"/>
                  </a:lnTo>
                  <a:lnTo>
                    <a:pt x="3744771" y="1480603"/>
                  </a:lnTo>
                  <a:lnTo>
                    <a:pt x="3793674" y="1480762"/>
                  </a:lnTo>
                  <a:lnTo>
                    <a:pt x="3825558" y="1480855"/>
                  </a:lnTo>
                  <a:lnTo>
                    <a:pt x="3842198" y="1480899"/>
                  </a:lnTo>
                  <a:lnTo>
                    <a:pt x="3847702" y="1480912"/>
                  </a:lnTo>
                  <a:lnTo>
                    <a:pt x="3848118" y="1480913"/>
                  </a:lnTo>
                  <a:lnTo>
                    <a:pt x="4386855" y="1480913"/>
                  </a:lnTo>
                  <a:lnTo>
                    <a:pt x="4388118" y="1480865"/>
                  </a:lnTo>
                  <a:lnTo>
                    <a:pt x="4396360" y="1480524"/>
                  </a:lnTo>
                  <a:lnTo>
                    <a:pt x="4416930" y="1479579"/>
                  </a:lnTo>
                  <a:lnTo>
                    <a:pt x="4453176" y="1477726"/>
                  </a:lnTo>
                  <a:lnTo>
                    <a:pt x="4506133" y="1474696"/>
                  </a:lnTo>
                  <a:lnTo>
                    <a:pt x="4574486" y="1470293"/>
                  </a:lnTo>
                  <a:lnTo>
                    <a:pt x="4655016" y="1464406"/>
                  </a:lnTo>
                  <a:lnTo>
                    <a:pt x="4743417" y="1457008"/>
                  </a:lnTo>
                  <a:lnTo>
                    <a:pt x="4835224" y="1448122"/>
                  </a:lnTo>
                  <a:lnTo>
                    <a:pt x="4926549" y="1437783"/>
                  </a:lnTo>
                  <a:lnTo>
                    <a:pt x="5014490" y="1426005"/>
                  </a:lnTo>
                  <a:lnTo>
                    <a:pt x="5097221" y="1412753"/>
                  </a:lnTo>
                  <a:lnTo>
                    <a:pt x="5173866" y="1397933"/>
                  </a:lnTo>
                  <a:lnTo>
                    <a:pt x="5244291" y="1381383"/>
                  </a:lnTo>
                  <a:lnTo>
                    <a:pt x="5308870" y="1362875"/>
                  </a:lnTo>
                  <a:lnTo>
                    <a:pt x="5368299" y="1342124"/>
                  </a:lnTo>
                  <a:lnTo>
                    <a:pt x="5423447" y="1318804"/>
                  </a:lnTo>
                  <a:lnTo>
                    <a:pt x="5475250" y="1292576"/>
                  </a:lnTo>
                  <a:lnTo>
                    <a:pt x="5524623" y="1263141"/>
                  </a:lnTo>
                  <a:lnTo>
                    <a:pt x="5567201" y="1234094"/>
                  </a:lnTo>
                  <a:lnTo>
                    <a:pt x="5611202" y="1200581"/>
                  </a:lnTo>
                  <a:lnTo>
                    <a:pt x="5654773" y="1164018"/>
                  </a:lnTo>
                  <a:lnTo>
                    <a:pt x="5698289" y="1124352"/>
                  </a:lnTo>
                  <a:lnTo>
                    <a:pt x="5742022" y="1081608"/>
                  </a:lnTo>
                  <a:lnTo>
                    <a:pt x="5786152" y="1035902"/>
                  </a:lnTo>
                  <a:lnTo>
                    <a:pt x="5830778" y="987449"/>
                  </a:lnTo>
                  <a:lnTo>
                    <a:pt x="5875923" y="936562"/>
                  </a:lnTo>
                  <a:lnTo>
                    <a:pt x="5921551" y="883648"/>
                  </a:lnTo>
                  <a:lnTo>
                    <a:pt x="5967569" y="829201"/>
                  </a:lnTo>
                  <a:lnTo>
                    <a:pt x="6013845" y="773779"/>
                  </a:lnTo>
                  <a:lnTo>
                    <a:pt x="6060221" y="717986"/>
                  </a:lnTo>
                  <a:lnTo>
                    <a:pt x="6106530" y="662443"/>
                  </a:lnTo>
                  <a:lnTo>
                    <a:pt x="6152610" y="607760"/>
                  </a:lnTo>
                  <a:lnTo>
                    <a:pt x="6198322" y="554507"/>
                  </a:lnTo>
                  <a:lnTo>
                    <a:pt x="6243566" y="503190"/>
                  </a:lnTo>
                  <a:lnTo>
                    <a:pt x="6288293" y="454236"/>
                  </a:lnTo>
                  <a:lnTo>
                    <a:pt x="6332514" y="407976"/>
                  </a:lnTo>
                  <a:lnTo>
                    <a:pt x="6376313" y="364643"/>
                  </a:lnTo>
                  <a:lnTo>
                    <a:pt x="6419853" y="324373"/>
                  </a:lnTo>
                  <a:lnTo>
                    <a:pt x="6463388" y="287208"/>
                  </a:lnTo>
                  <a:lnTo>
                    <a:pt x="6507270" y="253109"/>
                  </a:lnTo>
                  <a:lnTo>
                    <a:pt x="6515891" y="246818"/>
                  </a:lnTo>
                  <a:lnTo>
                    <a:pt x="6563788" y="214382"/>
                  </a:lnTo>
                  <a:lnTo>
                    <a:pt x="6613384" y="185310"/>
                  </a:lnTo>
                  <a:lnTo>
                    <a:pt x="6665508" y="159417"/>
                  </a:lnTo>
                  <a:lnTo>
                    <a:pt x="6721080" y="136395"/>
                  </a:lnTo>
                  <a:lnTo>
                    <a:pt x="6781034" y="115906"/>
                  </a:lnTo>
                  <a:lnTo>
                    <a:pt x="6846224" y="97625"/>
                  </a:lnTo>
                  <a:lnTo>
                    <a:pt x="6917319" y="81274"/>
                  </a:lnTo>
                  <a:lnTo>
                    <a:pt x="6994650" y="66633"/>
                  </a:lnTo>
                  <a:lnTo>
                    <a:pt x="7078009" y="53546"/>
                  </a:lnTo>
                  <a:lnTo>
                    <a:pt x="7166429" y="41926"/>
                  </a:lnTo>
                  <a:lnTo>
                    <a:pt x="7257969" y="31745"/>
                  </a:lnTo>
                  <a:lnTo>
                    <a:pt x="7349607" y="23020"/>
                  </a:lnTo>
                  <a:lnTo>
                    <a:pt x="7437368" y="15788"/>
                  </a:lnTo>
                  <a:lnTo>
                    <a:pt x="7516761" y="10066"/>
                  </a:lnTo>
                  <a:lnTo>
                    <a:pt x="7583556" y="5820"/>
                  </a:lnTo>
                  <a:lnTo>
                    <a:pt x="7634705" y="2930"/>
                  </a:lnTo>
                  <a:lnTo>
                    <a:pt x="7669140" y="1190"/>
                  </a:lnTo>
                  <a:lnTo>
                    <a:pt x="7688156" y="328"/>
                  </a:lnTo>
                  <a:lnTo>
                    <a:pt x="7695340" y="3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6" name="pl976"/>
            <p:cNvSpPr/>
            <p:nvPr/>
          </p:nvSpPr>
          <p:spPr>
            <a:xfrm>
              <a:off x="546595" y="2383817"/>
              <a:ext cx="8234974" cy="1480913"/>
            </a:xfrm>
            <a:custGeom>
              <a:avLst/>
              <a:pathLst>
                <a:path w="8234974" h="1480913">
                  <a:moveTo>
                    <a:pt x="8234974" y="0"/>
                  </a:moveTo>
                  <a:lnTo>
                    <a:pt x="7696237" y="0"/>
                  </a:lnTo>
                  <a:lnTo>
                    <a:pt x="7694975" y="47"/>
                  </a:lnTo>
                  <a:lnTo>
                    <a:pt x="7686732" y="389"/>
                  </a:lnTo>
                  <a:lnTo>
                    <a:pt x="7666162" y="1333"/>
                  </a:lnTo>
                  <a:lnTo>
                    <a:pt x="7629916" y="3186"/>
                  </a:lnTo>
                  <a:lnTo>
                    <a:pt x="7576959" y="6216"/>
                  </a:lnTo>
                  <a:lnTo>
                    <a:pt x="7508606" y="10620"/>
                  </a:lnTo>
                  <a:lnTo>
                    <a:pt x="7428077" y="16506"/>
                  </a:lnTo>
                  <a:lnTo>
                    <a:pt x="7339676" y="23904"/>
                  </a:lnTo>
                  <a:lnTo>
                    <a:pt x="7247869" y="32790"/>
                  </a:lnTo>
                  <a:lnTo>
                    <a:pt x="7156544" y="43129"/>
                  </a:lnTo>
                  <a:lnTo>
                    <a:pt x="7068602" y="54908"/>
                  </a:lnTo>
                  <a:lnTo>
                    <a:pt x="6985872" y="68159"/>
                  </a:lnTo>
                  <a:lnTo>
                    <a:pt x="6909226" y="82979"/>
                  </a:lnTo>
                  <a:lnTo>
                    <a:pt x="6838802" y="99529"/>
                  </a:lnTo>
                  <a:lnTo>
                    <a:pt x="6774223" y="118038"/>
                  </a:lnTo>
                  <a:lnTo>
                    <a:pt x="6714793" y="138788"/>
                  </a:lnTo>
                  <a:lnTo>
                    <a:pt x="6659645" y="162108"/>
                  </a:lnTo>
                  <a:lnTo>
                    <a:pt x="6607842" y="188336"/>
                  </a:lnTo>
                  <a:lnTo>
                    <a:pt x="6558470" y="217771"/>
                  </a:lnTo>
                  <a:lnTo>
                    <a:pt x="6515891" y="246818"/>
                  </a:lnTo>
                  <a:lnTo>
                    <a:pt x="6471890" y="280332"/>
                  </a:lnTo>
                  <a:lnTo>
                    <a:pt x="6428320" y="316894"/>
                  </a:lnTo>
                  <a:lnTo>
                    <a:pt x="6384803" y="356561"/>
                  </a:lnTo>
                  <a:lnTo>
                    <a:pt x="6341070" y="399305"/>
                  </a:lnTo>
                  <a:lnTo>
                    <a:pt x="6296940" y="445010"/>
                  </a:lnTo>
                  <a:lnTo>
                    <a:pt x="6252315" y="493463"/>
                  </a:lnTo>
                  <a:lnTo>
                    <a:pt x="6207169" y="544350"/>
                  </a:lnTo>
                  <a:lnTo>
                    <a:pt x="6161542" y="597264"/>
                  </a:lnTo>
                  <a:lnTo>
                    <a:pt x="6115524" y="651712"/>
                  </a:lnTo>
                  <a:lnTo>
                    <a:pt x="6069247" y="707134"/>
                  </a:lnTo>
                  <a:lnTo>
                    <a:pt x="6022871" y="762926"/>
                  </a:lnTo>
                  <a:lnTo>
                    <a:pt x="5976562" y="818469"/>
                  </a:lnTo>
                  <a:lnTo>
                    <a:pt x="5930483" y="873152"/>
                  </a:lnTo>
                  <a:lnTo>
                    <a:pt x="5884770" y="926405"/>
                  </a:lnTo>
                  <a:lnTo>
                    <a:pt x="5839526" y="977722"/>
                  </a:lnTo>
                  <a:lnTo>
                    <a:pt x="5794800" y="1026676"/>
                  </a:lnTo>
                  <a:lnTo>
                    <a:pt x="5750578" y="1072936"/>
                  </a:lnTo>
                  <a:lnTo>
                    <a:pt x="5706779" y="1116269"/>
                  </a:lnTo>
                  <a:lnTo>
                    <a:pt x="5663239" y="1156539"/>
                  </a:lnTo>
                  <a:lnTo>
                    <a:pt x="5619705" y="1193704"/>
                  </a:lnTo>
                  <a:lnTo>
                    <a:pt x="5575823" y="1227804"/>
                  </a:lnTo>
                  <a:lnTo>
                    <a:pt x="5567201" y="1234094"/>
                  </a:lnTo>
                  <a:lnTo>
                    <a:pt x="5519305" y="1266530"/>
                  </a:lnTo>
                  <a:lnTo>
                    <a:pt x="5469708" y="1295602"/>
                  </a:lnTo>
                  <a:lnTo>
                    <a:pt x="5417584" y="1321496"/>
                  </a:lnTo>
                  <a:lnTo>
                    <a:pt x="5362012" y="1344517"/>
                  </a:lnTo>
                  <a:lnTo>
                    <a:pt x="5302059" y="1365007"/>
                  </a:lnTo>
                  <a:lnTo>
                    <a:pt x="5236869" y="1383287"/>
                  </a:lnTo>
                  <a:lnTo>
                    <a:pt x="5165773" y="1399638"/>
                  </a:lnTo>
                  <a:lnTo>
                    <a:pt x="5088443" y="1414279"/>
                  </a:lnTo>
                  <a:lnTo>
                    <a:pt x="5005083" y="1427366"/>
                  </a:lnTo>
                  <a:lnTo>
                    <a:pt x="4916663" y="1438986"/>
                  </a:lnTo>
                  <a:lnTo>
                    <a:pt x="4825124" y="1449167"/>
                  </a:lnTo>
                  <a:lnTo>
                    <a:pt x="4733485" y="1457892"/>
                  </a:lnTo>
                  <a:lnTo>
                    <a:pt x="4645725" y="1465125"/>
                  </a:lnTo>
                  <a:lnTo>
                    <a:pt x="4566331" y="1470846"/>
                  </a:lnTo>
                  <a:lnTo>
                    <a:pt x="4499536" y="1475093"/>
                  </a:lnTo>
                  <a:lnTo>
                    <a:pt x="4448387" y="1477983"/>
                  </a:lnTo>
                  <a:lnTo>
                    <a:pt x="4413953" y="1479722"/>
                  </a:lnTo>
                  <a:lnTo>
                    <a:pt x="4394936" y="1480585"/>
                  </a:lnTo>
                  <a:lnTo>
                    <a:pt x="4387752" y="1480879"/>
                  </a:lnTo>
                  <a:lnTo>
                    <a:pt x="4386855" y="1480913"/>
                  </a:lnTo>
                  <a:lnTo>
                    <a:pt x="3848118" y="1480913"/>
                  </a:lnTo>
                  <a:lnTo>
                    <a:pt x="3846816" y="1480910"/>
                  </a:lnTo>
                  <a:lnTo>
                    <a:pt x="3838318" y="1480889"/>
                  </a:lnTo>
                  <a:lnTo>
                    <a:pt x="3817134" y="1480832"/>
                  </a:lnTo>
                  <a:lnTo>
                    <a:pt x="3779868" y="1480719"/>
                  </a:lnTo>
                  <a:lnTo>
                    <a:pt x="3725546" y="1480535"/>
                  </a:lnTo>
                  <a:lnTo>
                    <a:pt x="3655632" y="1480268"/>
                  </a:lnTo>
                  <a:lnTo>
                    <a:pt x="3573542" y="1479912"/>
                  </a:lnTo>
                  <a:lnTo>
                    <a:pt x="3483758" y="1479465"/>
                  </a:lnTo>
                  <a:lnTo>
                    <a:pt x="3390865" y="1478929"/>
                  </a:lnTo>
                  <a:lnTo>
                    <a:pt x="3298796" y="1478306"/>
                  </a:lnTo>
                  <a:lnTo>
                    <a:pt x="3210433" y="1477596"/>
                  </a:lnTo>
                  <a:lnTo>
                    <a:pt x="3127545" y="1476797"/>
                  </a:lnTo>
                  <a:lnTo>
                    <a:pt x="3050926" y="1475902"/>
                  </a:lnTo>
                  <a:lnTo>
                    <a:pt x="2980634" y="1474902"/>
                  </a:lnTo>
                  <a:lnTo>
                    <a:pt x="2916223" y="1473783"/>
                  </a:lnTo>
                  <a:lnTo>
                    <a:pt x="2856938" y="1472525"/>
                  </a:lnTo>
                  <a:lnTo>
                    <a:pt x="2801865" y="1471109"/>
                  </a:lnTo>
                  <a:lnTo>
                    <a:pt x="2750036" y="1469515"/>
                  </a:lnTo>
                  <a:lnTo>
                    <a:pt x="2700518" y="1467726"/>
                  </a:lnTo>
                  <a:lnTo>
                    <a:pt x="2667772" y="1466394"/>
                  </a:lnTo>
                  <a:lnTo>
                    <a:pt x="2615026" y="1464007"/>
                  </a:lnTo>
                  <a:lnTo>
                    <a:pt x="2562785" y="1461359"/>
                  </a:lnTo>
                  <a:lnTo>
                    <a:pt x="2510453" y="1458450"/>
                  </a:lnTo>
                  <a:lnTo>
                    <a:pt x="2457643" y="1455284"/>
                  </a:lnTo>
                  <a:lnTo>
                    <a:pt x="2404143" y="1451882"/>
                  </a:lnTo>
                  <a:lnTo>
                    <a:pt x="2349897" y="1448274"/>
                  </a:lnTo>
                  <a:lnTo>
                    <a:pt x="2294980" y="1444502"/>
                  </a:lnTo>
                  <a:lnTo>
                    <a:pt x="2239573" y="1440619"/>
                  </a:lnTo>
                  <a:lnTo>
                    <a:pt x="2183929" y="1436684"/>
                  </a:lnTo>
                  <a:lnTo>
                    <a:pt x="2128335" y="1432760"/>
                  </a:lnTo>
                  <a:lnTo>
                    <a:pt x="2073070" y="1428908"/>
                  </a:lnTo>
                  <a:lnTo>
                    <a:pt x="2018366" y="1425187"/>
                  </a:lnTo>
                  <a:lnTo>
                    <a:pt x="1964372" y="1421645"/>
                  </a:lnTo>
                  <a:lnTo>
                    <a:pt x="1911121" y="1418321"/>
                  </a:lnTo>
                  <a:lnTo>
                    <a:pt x="1858507" y="1415241"/>
                  </a:lnTo>
                  <a:lnTo>
                    <a:pt x="1806259" y="1412421"/>
                  </a:lnTo>
                  <a:lnTo>
                    <a:pt x="1753924" y="1409863"/>
                  </a:lnTo>
                  <a:lnTo>
                    <a:pt x="1719082" y="1408319"/>
                  </a:lnTo>
                  <a:lnTo>
                    <a:pt x="1670664" y="1406392"/>
                  </a:lnTo>
                  <a:lnTo>
                    <a:pt x="1620501" y="1404666"/>
                  </a:lnTo>
                  <a:lnTo>
                    <a:pt x="1567737" y="1403132"/>
                  </a:lnTo>
                  <a:lnTo>
                    <a:pt x="1511419" y="1401769"/>
                  </a:lnTo>
                  <a:lnTo>
                    <a:pt x="1450586" y="1400557"/>
                  </a:lnTo>
                  <a:lnTo>
                    <a:pt x="1384361" y="1399478"/>
                  </a:lnTo>
                  <a:lnTo>
                    <a:pt x="1312070" y="1398513"/>
                  </a:lnTo>
                  <a:lnTo>
                    <a:pt x="1233404" y="1397650"/>
                  </a:lnTo>
                  <a:lnTo>
                    <a:pt x="1148632" y="1396880"/>
                  </a:lnTo>
                  <a:lnTo>
                    <a:pt x="1058838" y="1396198"/>
                  </a:lnTo>
                  <a:lnTo>
                    <a:pt x="966136" y="1395603"/>
                  </a:lnTo>
                  <a:lnTo>
                    <a:pt x="873769" y="1395095"/>
                  </a:lnTo>
                  <a:lnTo>
                    <a:pt x="785938" y="1394677"/>
                  </a:lnTo>
                  <a:lnTo>
                    <a:pt x="707293" y="1394349"/>
                  </a:lnTo>
                  <a:lnTo>
                    <a:pt x="642083" y="1394110"/>
                  </a:lnTo>
                  <a:lnTo>
                    <a:pt x="593181" y="1393951"/>
                  </a:lnTo>
                  <a:lnTo>
                    <a:pt x="561296" y="1393858"/>
                  </a:lnTo>
                  <a:lnTo>
                    <a:pt x="544656" y="1393814"/>
                  </a:lnTo>
                  <a:lnTo>
                    <a:pt x="539153" y="1393801"/>
                  </a:lnTo>
                  <a:lnTo>
                    <a:pt x="538736" y="1393800"/>
                  </a:lnTo>
                  <a:lnTo>
                    <a:pt x="0" y="13938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7" name="pg977"/>
            <p:cNvSpPr/>
            <p:nvPr/>
          </p:nvSpPr>
          <p:spPr>
            <a:xfrm>
              <a:off x="546595" y="3772173"/>
              <a:ext cx="8234974" cy="130668"/>
            </a:xfrm>
            <a:custGeom>
              <a:avLst/>
              <a:pathLst>
                <a:path w="8234974" h="130668">
                  <a:moveTo>
                    <a:pt x="0" y="32667"/>
                  </a:moveTo>
                  <a:lnTo>
                    <a:pt x="538736" y="32667"/>
                  </a:lnTo>
                  <a:lnTo>
                    <a:pt x="540039" y="32670"/>
                  </a:lnTo>
                  <a:lnTo>
                    <a:pt x="548537" y="32693"/>
                  </a:lnTo>
                  <a:lnTo>
                    <a:pt x="569720" y="32758"/>
                  </a:lnTo>
                  <a:lnTo>
                    <a:pt x="606985" y="32884"/>
                  </a:lnTo>
                  <a:lnTo>
                    <a:pt x="661305" y="33091"/>
                  </a:lnTo>
                  <a:lnTo>
                    <a:pt x="731218" y="33392"/>
                  </a:lnTo>
                  <a:lnTo>
                    <a:pt x="813307" y="33792"/>
                  </a:lnTo>
                  <a:lnTo>
                    <a:pt x="903090" y="34295"/>
                  </a:lnTo>
                  <a:lnTo>
                    <a:pt x="995981" y="34898"/>
                  </a:lnTo>
                  <a:lnTo>
                    <a:pt x="1088050" y="35600"/>
                  </a:lnTo>
                  <a:lnTo>
                    <a:pt x="1176412" y="36398"/>
                  </a:lnTo>
                  <a:lnTo>
                    <a:pt x="1259300" y="37297"/>
                  </a:lnTo>
                  <a:lnTo>
                    <a:pt x="1335919" y="38303"/>
                  </a:lnTo>
                  <a:lnTo>
                    <a:pt x="1406212" y="39428"/>
                  </a:lnTo>
                  <a:lnTo>
                    <a:pt x="1470623" y="40688"/>
                  </a:lnTo>
                  <a:lnTo>
                    <a:pt x="1529907" y="42103"/>
                  </a:lnTo>
                  <a:lnTo>
                    <a:pt x="1584980" y="43695"/>
                  </a:lnTo>
                  <a:lnTo>
                    <a:pt x="1636810" y="45489"/>
                  </a:lnTo>
                  <a:lnTo>
                    <a:pt x="1686327" y="47502"/>
                  </a:lnTo>
                  <a:lnTo>
                    <a:pt x="1719082" y="49000"/>
                  </a:lnTo>
                  <a:lnTo>
                    <a:pt x="1771815" y="51686"/>
                  </a:lnTo>
                  <a:lnTo>
                    <a:pt x="1824044" y="54663"/>
                  </a:lnTo>
                  <a:lnTo>
                    <a:pt x="1876363" y="57935"/>
                  </a:lnTo>
                  <a:lnTo>
                    <a:pt x="1929159" y="61495"/>
                  </a:lnTo>
                  <a:lnTo>
                    <a:pt x="1982645" y="65321"/>
                  </a:lnTo>
                  <a:lnTo>
                    <a:pt x="2036876" y="69379"/>
                  </a:lnTo>
                  <a:lnTo>
                    <a:pt x="2091779" y="73621"/>
                  </a:lnTo>
                  <a:lnTo>
                    <a:pt x="2147171" y="77988"/>
                  </a:lnTo>
                  <a:lnTo>
                    <a:pt x="2202801" y="82414"/>
                  </a:lnTo>
                  <a:lnTo>
                    <a:pt x="2258382" y="86828"/>
                  </a:lnTo>
                  <a:lnTo>
                    <a:pt x="2313635" y="91160"/>
                  </a:lnTo>
                  <a:lnTo>
                    <a:pt x="2368327" y="95346"/>
                  </a:lnTo>
                  <a:lnTo>
                    <a:pt x="2422310" y="99330"/>
                  </a:lnTo>
                  <a:lnTo>
                    <a:pt x="2475550" y="103070"/>
                  </a:lnTo>
                  <a:lnTo>
                    <a:pt x="2528153" y="106535"/>
                  </a:lnTo>
                  <a:lnTo>
                    <a:pt x="2580389" y="109708"/>
                  </a:lnTo>
                  <a:lnTo>
                    <a:pt x="2632710" y="112586"/>
                  </a:lnTo>
                  <a:lnTo>
                    <a:pt x="2667772" y="114335"/>
                  </a:lnTo>
                  <a:lnTo>
                    <a:pt x="2716190" y="116503"/>
                  </a:lnTo>
                  <a:lnTo>
                    <a:pt x="2766352" y="118444"/>
                  </a:lnTo>
                  <a:lnTo>
                    <a:pt x="2819116" y="120170"/>
                  </a:lnTo>
                  <a:lnTo>
                    <a:pt x="2875433" y="121703"/>
                  </a:lnTo>
                  <a:lnTo>
                    <a:pt x="2936265" y="123066"/>
                  </a:lnTo>
                  <a:lnTo>
                    <a:pt x="3002490" y="124281"/>
                  </a:lnTo>
                  <a:lnTo>
                    <a:pt x="3074780" y="125366"/>
                  </a:lnTo>
                  <a:lnTo>
                    <a:pt x="3153444" y="126337"/>
                  </a:lnTo>
                  <a:lnTo>
                    <a:pt x="3238214" y="127203"/>
                  </a:lnTo>
                  <a:lnTo>
                    <a:pt x="3328008" y="127970"/>
                  </a:lnTo>
                  <a:lnTo>
                    <a:pt x="3420708" y="128641"/>
                  </a:lnTo>
                  <a:lnTo>
                    <a:pt x="3513075" y="129212"/>
                  </a:lnTo>
                  <a:lnTo>
                    <a:pt x="3600906" y="129682"/>
                  </a:lnTo>
                  <a:lnTo>
                    <a:pt x="3679551" y="130050"/>
                  </a:lnTo>
                  <a:lnTo>
                    <a:pt x="3744763" y="130320"/>
                  </a:lnTo>
                  <a:lnTo>
                    <a:pt x="3793667" y="130499"/>
                  </a:lnTo>
                  <a:lnTo>
                    <a:pt x="3825554" y="130604"/>
                  </a:lnTo>
                  <a:lnTo>
                    <a:pt x="3842196" y="130653"/>
                  </a:lnTo>
                  <a:lnTo>
                    <a:pt x="3847701" y="130667"/>
                  </a:lnTo>
                  <a:lnTo>
                    <a:pt x="3848118" y="130668"/>
                  </a:lnTo>
                  <a:lnTo>
                    <a:pt x="4386855" y="130668"/>
                  </a:lnTo>
                  <a:lnTo>
                    <a:pt x="4388158" y="130665"/>
                  </a:lnTo>
                  <a:lnTo>
                    <a:pt x="4396655" y="130639"/>
                  </a:lnTo>
                  <a:lnTo>
                    <a:pt x="4417838" y="130567"/>
                  </a:lnTo>
                  <a:lnTo>
                    <a:pt x="4455102" y="130426"/>
                  </a:lnTo>
                  <a:lnTo>
                    <a:pt x="4509421" y="130197"/>
                  </a:lnTo>
                  <a:lnTo>
                    <a:pt x="4579331" y="129863"/>
                  </a:lnTo>
                  <a:lnTo>
                    <a:pt x="4661419" y="129418"/>
                  </a:lnTo>
                  <a:lnTo>
                    <a:pt x="4751200" y="128859"/>
                  </a:lnTo>
                  <a:lnTo>
                    <a:pt x="4844091" y="128189"/>
                  </a:lnTo>
                  <a:lnTo>
                    <a:pt x="4936159" y="127409"/>
                  </a:lnTo>
                  <a:lnTo>
                    <a:pt x="5024520" y="126522"/>
                  </a:lnTo>
                  <a:lnTo>
                    <a:pt x="5107409" y="125523"/>
                  </a:lnTo>
                  <a:lnTo>
                    <a:pt x="5184028" y="124406"/>
                  </a:lnTo>
                  <a:lnTo>
                    <a:pt x="5254320" y="123156"/>
                  </a:lnTo>
                  <a:lnTo>
                    <a:pt x="5318731" y="121756"/>
                  </a:lnTo>
                  <a:lnTo>
                    <a:pt x="5378016" y="120184"/>
                  </a:lnTo>
                  <a:lnTo>
                    <a:pt x="5433089" y="118414"/>
                  </a:lnTo>
                  <a:lnTo>
                    <a:pt x="5484919" y="116422"/>
                  </a:lnTo>
                  <a:lnTo>
                    <a:pt x="5534436" y="114186"/>
                  </a:lnTo>
                  <a:lnTo>
                    <a:pt x="5567201" y="112520"/>
                  </a:lnTo>
                  <a:lnTo>
                    <a:pt x="5619920" y="109537"/>
                  </a:lnTo>
                  <a:lnTo>
                    <a:pt x="5672134" y="106230"/>
                  </a:lnTo>
                  <a:lnTo>
                    <a:pt x="5724438" y="102595"/>
                  </a:lnTo>
                  <a:lnTo>
                    <a:pt x="5777219" y="98641"/>
                  </a:lnTo>
                  <a:lnTo>
                    <a:pt x="5830689" y="94391"/>
                  </a:lnTo>
                  <a:lnTo>
                    <a:pt x="5884905" y="89884"/>
                  </a:lnTo>
                  <a:lnTo>
                    <a:pt x="5939791" y="85173"/>
                  </a:lnTo>
                  <a:lnTo>
                    <a:pt x="5995167" y="80322"/>
                  </a:lnTo>
                  <a:lnTo>
                    <a:pt x="6050782" y="75406"/>
                  </a:lnTo>
                  <a:lnTo>
                    <a:pt x="6106348" y="70503"/>
                  </a:lnTo>
                  <a:lnTo>
                    <a:pt x="6161587" y="65690"/>
                  </a:lnTo>
                  <a:lnTo>
                    <a:pt x="6216266" y="61040"/>
                  </a:lnTo>
                  <a:lnTo>
                    <a:pt x="6270236" y="56613"/>
                  </a:lnTo>
                  <a:lnTo>
                    <a:pt x="6323464" y="52458"/>
                  </a:lnTo>
                  <a:lnTo>
                    <a:pt x="6376055" y="48608"/>
                  </a:lnTo>
                  <a:lnTo>
                    <a:pt x="6428276" y="45082"/>
                  </a:lnTo>
                  <a:lnTo>
                    <a:pt x="6480581" y="41883"/>
                  </a:lnTo>
                  <a:lnTo>
                    <a:pt x="6515891" y="39926"/>
                  </a:lnTo>
                  <a:lnTo>
                    <a:pt x="6564308" y="37517"/>
                  </a:lnTo>
                  <a:lnTo>
                    <a:pt x="6614470" y="35360"/>
                  </a:lnTo>
                  <a:lnTo>
                    <a:pt x="6667233" y="33442"/>
                  </a:lnTo>
                  <a:lnTo>
                    <a:pt x="6723550" y="31739"/>
                  </a:lnTo>
                  <a:lnTo>
                    <a:pt x="6784381" y="30224"/>
                  </a:lnTo>
                  <a:lnTo>
                    <a:pt x="6850604" y="28875"/>
                  </a:lnTo>
                  <a:lnTo>
                    <a:pt x="6922893" y="27669"/>
                  </a:lnTo>
                  <a:lnTo>
                    <a:pt x="7001555" y="26590"/>
                  </a:lnTo>
                  <a:lnTo>
                    <a:pt x="7086324" y="25628"/>
                  </a:lnTo>
                  <a:lnTo>
                    <a:pt x="7176116" y="24775"/>
                  </a:lnTo>
                  <a:lnTo>
                    <a:pt x="7268816" y="24031"/>
                  </a:lnTo>
                  <a:lnTo>
                    <a:pt x="7361181" y="23396"/>
                  </a:lnTo>
                  <a:lnTo>
                    <a:pt x="7449012" y="22873"/>
                  </a:lnTo>
                  <a:lnTo>
                    <a:pt x="7527659" y="22464"/>
                  </a:lnTo>
                  <a:lnTo>
                    <a:pt x="7592872" y="22165"/>
                  </a:lnTo>
                  <a:lnTo>
                    <a:pt x="7641779" y="21966"/>
                  </a:lnTo>
                  <a:lnTo>
                    <a:pt x="7673669" y="21850"/>
                  </a:lnTo>
                  <a:lnTo>
                    <a:pt x="7690313" y="21795"/>
                  </a:lnTo>
                  <a:lnTo>
                    <a:pt x="7695820" y="21779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3"/>
                  </a:lnTo>
                  <a:lnTo>
                    <a:pt x="7686437" y="29"/>
                  </a:lnTo>
                  <a:lnTo>
                    <a:pt x="7665255" y="101"/>
                  </a:lnTo>
                  <a:lnTo>
                    <a:pt x="7627991" y="241"/>
                  </a:lnTo>
                  <a:lnTo>
                    <a:pt x="7573672" y="471"/>
                  </a:lnTo>
                  <a:lnTo>
                    <a:pt x="7503761" y="805"/>
                  </a:lnTo>
                  <a:lnTo>
                    <a:pt x="7421674" y="1250"/>
                  </a:lnTo>
                  <a:lnTo>
                    <a:pt x="7331892" y="1809"/>
                  </a:lnTo>
                  <a:lnTo>
                    <a:pt x="7239002" y="2479"/>
                  </a:lnTo>
                  <a:lnTo>
                    <a:pt x="7146934" y="3258"/>
                  </a:lnTo>
                  <a:lnTo>
                    <a:pt x="7058572" y="4146"/>
                  </a:lnTo>
                  <a:lnTo>
                    <a:pt x="6975684" y="5144"/>
                  </a:lnTo>
                  <a:lnTo>
                    <a:pt x="6899065" y="6262"/>
                  </a:lnTo>
                  <a:lnTo>
                    <a:pt x="6828773" y="7512"/>
                  </a:lnTo>
                  <a:lnTo>
                    <a:pt x="6764361" y="8912"/>
                  </a:lnTo>
                  <a:lnTo>
                    <a:pt x="6705077" y="10484"/>
                  </a:lnTo>
                  <a:lnTo>
                    <a:pt x="6650003" y="12253"/>
                  </a:lnTo>
                  <a:lnTo>
                    <a:pt x="6598174" y="14246"/>
                  </a:lnTo>
                  <a:lnTo>
                    <a:pt x="6548656" y="16482"/>
                  </a:lnTo>
                  <a:lnTo>
                    <a:pt x="6515891" y="18148"/>
                  </a:lnTo>
                  <a:lnTo>
                    <a:pt x="6463173" y="21131"/>
                  </a:lnTo>
                  <a:lnTo>
                    <a:pt x="6410958" y="24438"/>
                  </a:lnTo>
                  <a:lnTo>
                    <a:pt x="6358655" y="28072"/>
                  </a:lnTo>
                  <a:lnTo>
                    <a:pt x="6305873" y="32027"/>
                  </a:lnTo>
                  <a:lnTo>
                    <a:pt x="6252403" y="36276"/>
                  </a:lnTo>
                  <a:lnTo>
                    <a:pt x="6198188" y="40783"/>
                  </a:lnTo>
                  <a:lnTo>
                    <a:pt x="6143302" y="45495"/>
                  </a:lnTo>
                  <a:lnTo>
                    <a:pt x="6087925" y="50346"/>
                  </a:lnTo>
                  <a:lnTo>
                    <a:pt x="6032311" y="55262"/>
                  </a:lnTo>
                  <a:lnTo>
                    <a:pt x="5976745" y="60165"/>
                  </a:lnTo>
                  <a:lnTo>
                    <a:pt x="5921506" y="64978"/>
                  </a:lnTo>
                  <a:lnTo>
                    <a:pt x="5866827" y="69628"/>
                  </a:lnTo>
                  <a:lnTo>
                    <a:pt x="5812856" y="74055"/>
                  </a:lnTo>
                  <a:lnTo>
                    <a:pt x="5759629" y="78210"/>
                  </a:lnTo>
                  <a:lnTo>
                    <a:pt x="5707038" y="82060"/>
                  </a:lnTo>
                  <a:lnTo>
                    <a:pt x="5654816" y="85586"/>
                  </a:lnTo>
                  <a:lnTo>
                    <a:pt x="5602511" y="88785"/>
                  </a:lnTo>
                  <a:lnTo>
                    <a:pt x="5567201" y="90742"/>
                  </a:lnTo>
                  <a:lnTo>
                    <a:pt x="5518784" y="93151"/>
                  </a:lnTo>
                  <a:lnTo>
                    <a:pt x="5468623" y="95308"/>
                  </a:lnTo>
                  <a:lnTo>
                    <a:pt x="5415860" y="97226"/>
                  </a:lnTo>
                  <a:lnTo>
                    <a:pt x="5359543" y="98929"/>
                  </a:lnTo>
                  <a:lnTo>
                    <a:pt x="5298712" y="100443"/>
                  </a:lnTo>
                  <a:lnTo>
                    <a:pt x="5232489" y="101793"/>
                  </a:lnTo>
                  <a:lnTo>
                    <a:pt x="5160200" y="102999"/>
                  </a:lnTo>
                  <a:lnTo>
                    <a:pt x="5081537" y="104077"/>
                  </a:lnTo>
                  <a:lnTo>
                    <a:pt x="4996768" y="105040"/>
                  </a:lnTo>
                  <a:lnTo>
                    <a:pt x="4906976" y="105892"/>
                  </a:lnTo>
                  <a:lnTo>
                    <a:pt x="4814277" y="106637"/>
                  </a:lnTo>
                  <a:lnTo>
                    <a:pt x="4721911" y="107272"/>
                  </a:lnTo>
                  <a:lnTo>
                    <a:pt x="4634080" y="107794"/>
                  </a:lnTo>
                  <a:lnTo>
                    <a:pt x="4555434" y="108204"/>
                  </a:lnTo>
                  <a:lnTo>
                    <a:pt x="4490221" y="108503"/>
                  </a:lnTo>
                  <a:lnTo>
                    <a:pt x="4441313" y="108702"/>
                  </a:lnTo>
                  <a:lnTo>
                    <a:pt x="4409424" y="108818"/>
                  </a:lnTo>
                  <a:lnTo>
                    <a:pt x="4392779" y="108873"/>
                  </a:lnTo>
                  <a:lnTo>
                    <a:pt x="4387273" y="108889"/>
                  </a:lnTo>
                  <a:lnTo>
                    <a:pt x="4386855" y="108890"/>
                  </a:lnTo>
                  <a:lnTo>
                    <a:pt x="3848118" y="108890"/>
                  </a:lnTo>
                  <a:lnTo>
                    <a:pt x="3846816" y="108887"/>
                  </a:lnTo>
                  <a:lnTo>
                    <a:pt x="3838318" y="108864"/>
                  </a:lnTo>
                  <a:lnTo>
                    <a:pt x="3817135" y="108799"/>
                  </a:lnTo>
                  <a:lnTo>
                    <a:pt x="3779870" y="108672"/>
                  </a:lnTo>
                  <a:lnTo>
                    <a:pt x="3725549" y="108466"/>
                  </a:lnTo>
                  <a:lnTo>
                    <a:pt x="3655637" y="108165"/>
                  </a:lnTo>
                  <a:lnTo>
                    <a:pt x="3573548" y="107765"/>
                  </a:lnTo>
                  <a:lnTo>
                    <a:pt x="3483765" y="107262"/>
                  </a:lnTo>
                  <a:lnTo>
                    <a:pt x="3390873" y="106658"/>
                  </a:lnTo>
                  <a:lnTo>
                    <a:pt x="3298805" y="105957"/>
                  </a:lnTo>
                  <a:lnTo>
                    <a:pt x="3210443" y="105158"/>
                  </a:lnTo>
                  <a:lnTo>
                    <a:pt x="3127554" y="104260"/>
                  </a:lnTo>
                  <a:lnTo>
                    <a:pt x="3050935" y="103254"/>
                  </a:lnTo>
                  <a:lnTo>
                    <a:pt x="2980643" y="102129"/>
                  </a:lnTo>
                  <a:lnTo>
                    <a:pt x="2916232" y="100869"/>
                  </a:lnTo>
                  <a:lnTo>
                    <a:pt x="2856947" y="99454"/>
                  </a:lnTo>
                  <a:lnTo>
                    <a:pt x="2801874" y="97861"/>
                  </a:lnTo>
                  <a:lnTo>
                    <a:pt x="2750045" y="96068"/>
                  </a:lnTo>
                  <a:lnTo>
                    <a:pt x="2700527" y="94055"/>
                  </a:lnTo>
                  <a:lnTo>
                    <a:pt x="2667772" y="92557"/>
                  </a:lnTo>
                  <a:lnTo>
                    <a:pt x="2615039" y="89871"/>
                  </a:lnTo>
                  <a:lnTo>
                    <a:pt x="2562811" y="86894"/>
                  </a:lnTo>
                  <a:lnTo>
                    <a:pt x="2510492" y="83622"/>
                  </a:lnTo>
                  <a:lnTo>
                    <a:pt x="2457696" y="80062"/>
                  </a:lnTo>
                  <a:lnTo>
                    <a:pt x="2404210" y="76236"/>
                  </a:lnTo>
                  <a:lnTo>
                    <a:pt x="2349978" y="72178"/>
                  </a:lnTo>
                  <a:lnTo>
                    <a:pt x="2295076" y="67936"/>
                  </a:lnTo>
                  <a:lnTo>
                    <a:pt x="2239684" y="63569"/>
                  </a:lnTo>
                  <a:lnTo>
                    <a:pt x="2184053" y="59143"/>
                  </a:lnTo>
                  <a:lnTo>
                    <a:pt x="2128472" y="54729"/>
                  </a:lnTo>
                  <a:lnTo>
                    <a:pt x="2073220" y="50397"/>
                  </a:lnTo>
                  <a:lnTo>
                    <a:pt x="2018528" y="46211"/>
                  </a:lnTo>
                  <a:lnTo>
                    <a:pt x="1964545" y="42226"/>
                  </a:lnTo>
                  <a:lnTo>
                    <a:pt x="1911305" y="38487"/>
                  </a:lnTo>
                  <a:lnTo>
                    <a:pt x="1858701" y="35022"/>
                  </a:lnTo>
                  <a:lnTo>
                    <a:pt x="1806466" y="31849"/>
                  </a:lnTo>
                  <a:lnTo>
                    <a:pt x="1754145" y="28971"/>
                  </a:lnTo>
                  <a:lnTo>
                    <a:pt x="1719082" y="27222"/>
                  </a:lnTo>
                  <a:lnTo>
                    <a:pt x="1670665" y="25054"/>
                  </a:lnTo>
                  <a:lnTo>
                    <a:pt x="1620502" y="23113"/>
                  </a:lnTo>
                  <a:lnTo>
                    <a:pt x="1567739" y="21386"/>
                  </a:lnTo>
                  <a:lnTo>
                    <a:pt x="1511421" y="19853"/>
                  </a:lnTo>
                  <a:lnTo>
                    <a:pt x="1450589" y="18491"/>
                  </a:lnTo>
                  <a:lnTo>
                    <a:pt x="1384365" y="17276"/>
                  </a:lnTo>
                  <a:lnTo>
                    <a:pt x="1312075" y="16191"/>
                  </a:lnTo>
                  <a:lnTo>
                    <a:pt x="1233411" y="15220"/>
                  </a:lnTo>
                  <a:lnTo>
                    <a:pt x="1148640" y="14354"/>
                  </a:lnTo>
                  <a:lnTo>
                    <a:pt x="1058847" y="13586"/>
                  </a:lnTo>
                  <a:lnTo>
                    <a:pt x="966146" y="12916"/>
                  </a:lnTo>
                  <a:lnTo>
                    <a:pt x="873780" y="12345"/>
                  </a:lnTo>
                  <a:lnTo>
                    <a:pt x="785949" y="11875"/>
                  </a:lnTo>
                  <a:lnTo>
                    <a:pt x="707303" y="11507"/>
                  </a:lnTo>
                  <a:lnTo>
                    <a:pt x="642092" y="11237"/>
                  </a:lnTo>
                  <a:lnTo>
                    <a:pt x="593187" y="11058"/>
                  </a:lnTo>
                  <a:lnTo>
                    <a:pt x="561300" y="10953"/>
                  </a:lnTo>
                  <a:lnTo>
                    <a:pt x="544658" y="10904"/>
                  </a:lnTo>
                  <a:lnTo>
                    <a:pt x="539153" y="10890"/>
                  </a:lnTo>
                  <a:lnTo>
                    <a:pt x="538736" y="10889"/>
                  </a:lnTo>
                  <a:lnTo>
                    <a:pt x="0" y="1088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78" name="pl978"/>
            <p:cNvSpPr/>
            <p:nvPr/>
          </p:nvSpPr>
          <p:spPr>
            <a:xfrm>
              <a:off x="546595" y="3793951"/>
              <a:ext cx="8234974" cy="108890"/>
            </a:xfrm>
            <a:custGeom>
              <a:avLst/>
              <a:pathLst>
                <a:path w="8234974" h="108890">
                  <a:moveTo>
                    <a:pt x="0" y="10889"/>
                  </a:moveTo>
                  <a:lnTo>
                    <a:pt x="538736" y="10889"/>
                  </a:lnTo>
                  <a:lnTo>
                    <a:pt x="540039" y="10892"/>
                  </a:lnTo>
                  <a:lnTo>
                    <a:pt x="548537" y="10915"/>
                  </a:lnTo>
                  <a:lnTo>
                    <a:pt x="569720" y="10980"/>
                  </a:lnTo>
                  <a:lnTo>
                    <a:pt x="606985" y="11106"/>
                  </a:lnTo>
                  <a:lnTo>
                    <a:pt x="661305" y="11313"/>
                  </a:lnTo>
                  <a:lnTo>
                    <a:pt x="731218" y="11613"/>
                  </a:lnTo>
                  <a:lnTo>
                    <a:pt x="813307" y="12014"/>
                  </a:lnTo>
                  <a:lnTo>
                    <a:pt x="903090" y="12517"/>
                  </a:lnTo>
                  <a:lnTo>
                    <a:pt x="995981" y="13120"/>
                  </a:lnTo>
                  <a:lnTo>
                    <a:pt x="1088050" y="13822"/>
                  </a:lnTo>
                  <a:lnTo>
                    <a:pt x="1176412" y="14620"/>
                  </a:lnTo>
                  <a:lnTo>
                    <a:pt x="1259300" y="15519"/>
                  </a:lnTo>
                  <a:lnTo>
                    <a:pt x="1335919" y="16525"/>
                  </a:lnTo>
                  <a:lnTo>
                    <a:pt x="1406212" y="17650"/>
                  </a:lnTo>
                  <a:lnTo>
                    <a:pt x="1470623" y="18910"/>
                  </a:lnTo>
                  <a:lnTo>
                    <a:pt x="1529907" y="20325"/>
                  </a:lnTo>
                  <a:lnTo>
                    <a:pt x="1584980" y="21917"/>
                  </a:lnTo>
                  <a:lnTo>
                    <a:pt x="1636810" y="23710"/>
                  </a:lnTo>
                  <a:lnTo>
                    <a:pt x="1686327" y="25723"/>
                  </a:lnTo>
                  <a:lnTo>
                    <a:pt x="1719082" y="27222"/>
                  </a:lnTo>
                  <a:lnTo>
                    <a:pt x="1771815" y="29907"/>
                  </a:lnTo>
                  <a:lnTo>
                    <a:pt x="1824044" y="32885"/>
                  </a:lnTo>
                  <a:lnTo>
                    <a:pt x="1876363" y="36157"/>
                  </a:lnTo>
                  <a:lnTo>
                    <a:pt x="1929159" y="39717"/>
                  </a:lnTo>
                  <a:lnTo>
                    <a:pt x="1982645" y="43543"/>
                  </a:lnTo>
                  <a:lnTo>
                    <a:pt x="2036876" y="47601"/>
                  </a:lnTo>
                  <a:lnTo>
                    <a:pt x="2091779" y="51843"/>
                  </a:lnTo>
                  <a:lnTo>
                    <a:pt x="2147171" y="56210"/>
                  </a:lnTo>
                  <a:lnTo>
                    <a:pt x="2202801" y="60636"/>
                  </a:lnTo>
                  <a:lnTo>
                    <a:pt x="2258382" y="65050"/>
                  </a:lnTo>
                  <a:lnTo>
                    <a:pt x="2313635" y="69382"/>
                  </a:lnTo>
                  <a:lnTo>
                    <a:pt x="2368327" y="73568"/>
                  </a:lnTo>
                  <a:lnTo>
                    <a:pt x="2422310" y="77552"/>
                  </a:lnTo>
                  <a:lnTo>
                    <a:pt x="2475550" y="81292"/>
                  </a:lnTo>
                  <a:lnTo>
                    <a:pt x="2528153" y="84757"/>
                  </a:lnTo>
                  <a:lnTo>
                    <a:pt x="2580389" y="87930"/>
                  </a:lnTo>
                  <a:lnTo>
                    <a:pt x="2632710" y="90808"/>
                  </a:lnTo>
                  <a:lnTo>
                    <a:pt x="2667772" y="92557"/>
                  </a:lnTo>
                  <a:lnTo>
                    <a:pt x="2716190" y="94725"/>
                  </a:lnTo>
                  <a:lnTo>
                    <a:pt x="2766352" y="96666"/>
                  </a:lnTo>
                  <a:lnTo>
                    <a:pt x="2819116" y="98392"/>
                  </a:lnTo>
                  <a:lnTo>
                    <a:pt x="2875433" y="99925"/>
                  </a:lnTo>
                  <a:lnTo>
                    <a:pt x="2936265" y="101288"/>
                  </a:lnTo>
                  <a:lnTo>
                    <a:pt x="3002490" y="102503"/>
                  </a:lnTo>
                  <a:lnTo>
                    <a:pt x="3074780" y="103588"/>
                  </a:lnTo>
                  <a:lnTo>
                    <a:pt x="3153444" y="104559"/>
                  </a:lnTo>
                  <a:lnTo>
                    <a:pt x="3238214" y="105425"/>
                  </a:lnTo>
                  <a:lnTo>
                    <a:pt x="3328008" y="106192"/>
                  </a:lnTo>
                  <a:lnTo>
                    <a:pt x="3420708" y="106862"/>
                  </a:lnTo>
                  <a:lnTo>
                    <a:pt x="3513075" y="107434"/>
                  </a:lnTo>
                  <a:lnTo>
                    <a:pt x="3600906" y="107904"/>
                  </a:lnTo>
                  <a:lnTo>
                    <a:pt x="3679551" y="108272"/>
                  </a:lnTo>
                  <a:lnTo>
                    <a:pt x="3744763" y="108542"/>
                  </a:lnTo>
                  <a:lnTo>
                    <a:pt x="3793667" y="108721"/>
                  </a:lnTo>
                  <a:lnTo>
                    <a:pt x="3825554" y="108826"/>
                  </a:lnTo>
                  <a:lnTo>
                    <a:pt x="3842196" y="108875"/>
                  </a:lnTo>
                  <a:lnTo>
                    <a:pt x="3847701" y="108889"/>
                  </a:lnTo>
                  <a:lnTo>
                    <a:pt x="3848118" y="108890"/>
                  </a:lnTo>
                  <a:lnTo>
                    <a:pt x="4386855" y="108890"/>
                  </a:lnTo>
                  <a:lnTo>
                    <a:pt x="4388158" y="108887"/>
                  </a:lnTo>
                  <a:lnTo>
                    <a:pt x="4396655" y="108861"/>
                  </a:lnTo>
                  <a:lnTo>
                    <a:pt x="4417838" y="108789"/>
                  </a:lnTo>
                  <a:lnTo>
                    <a:pt x="4455102" y="108648"/>
                  </a:lnTo>
                  <a:lnTo>
                    <a:pt x="4509421" y="108418"/>
                  </a:lnTo>
                  <a:lnTo>
                    <a:pt x="4579331" y="108085"/>
                  </a:lnTo>
                  <a:lnTo>
                    <a:pt x="4661419" y="107640"/>
                  </a:lnTo>
                  <a:lnTo>
                    <a:pt x="4751200" y="107081"/>
                  </a:lnTo>
                  <a:lnTo>
                    <a:pt x="4844091" y="106411"/>
                  </a:lnTo>
                  <a:lnTo>
                    <a:pt x="4936159" y="105631"/>
                  </a:lnTo>
                  <a:lnTo>
                    <a:pt x="5024520" y="104744"/>
                  </a:lnTo>
                  <a:lnTo>
                    <a:pt x="5107409" y="103745"/>
                  </a:lnTo>
                  <a:lnTo>
                    <a:pt x="5184028" y="102627"/>
                  </a:lnTo>
                  <a:lnTo>
                    <a:pt x="5254320" y="101378"/>
                  </a:lnTo>
                  <a:lnTo>
                    <a:pt x="5318731" y="99978"/>
                  </a:lnTo>
                  <a:lnTo>
                    <a:pt x="5378016" y="98406"/>
                  </a:lnTo>
                  <a:lnTo>
                    <a:pt x="5433089" y="96636"/>
                  </a:lnTo>
                  <a:lnTo>
                    <a:pt x="5484919" y="94644"/>
                  </a:lnTo>
                  <a:lnTo>
                    <a:pt x="5534436" y="92407"/>
                  </a:lnTo>
                  <a:lnTo>
                    <a:pt x="5567201" y="90742"/>
                  </a:lnTo>
                  <a:lnTo>
                    <a:pt x="5619920" y="87759"/>
                  </a:lnTo>
                  <a:lnTo>
                    <a:pt x="5672134" y="84452"/>
                  </a:lnTo>
                  <a:lnTo>
                    <a:pt x="5724438" y="80817"/>
                  </a:lnTo>
                  <a:lnTo>
                    <a:pt x="5777219" y="76863"/>
                  </a:lnTo>
                  <a:lnTo>
                    <a:pt x="5830689" y="72613"/>
                  </a:lnTo>
                  <a:lnTo>
                    <a:pt x="5884905" y="68106"/>
                  </a:lnTo>
                  <a:lnTo>
                    <a:pt x="5939791" y="63395"/>
                  </a:lnTo>
                  <a:lnTo>
                    <a:pt x="5995167" y="58544"/>
                  </a:lnTo>
                  <a:lnTo>
                    <a:pt x="6050782" y="53628"/>
                  </a:lnTo>
                  <a:lnTo>
                    <a:pt x="6106348" y="48725"/>
                  </a:lnTo>
                  <a:lnTo>
                    <a:pt x="6161587" y="43912"/>
                  </a:lnTo>
                  <a:lnTo>
                    <a:pt x="6216266" y="39262"/>
                  </a:lnTo>
                  <a:lnTo>
                    <a:pt x="6270236" y="34835"/>
                  </a:lnTo>
                  <a:lnTo>
                    <a:pt x="6323464" y="30680"/>
                  </a:lnTo>
                  <a:lnTo>
                    <a:pt x="6376055" y="26830"/>
                  </a:lnTo>
                  <a:lnTo>
                    <a:pt x="6428276" y="23303"/>
                  </a:lnTo>
                  <a:lnTo>
                    <a:pt x="6480581" y="20105"/>
                  </a:lnTo>
                  <a:lnTo>
                    <a:pt x="6515891" y="18148"/>
                  </a:lnTo>
                  <a:lnTo>
                    <a:pt x="6564308" y="15739"/>
                  </a:lnTo>
                  <a:lnTo>
                    <a:pt x="6614470" y="13582"/>
                  </a:lnTo>
                  <a:lnTo>
                    <a:pt x="6667233" y="11664"/>
                  </a:lnTo>
                  <a:lnTo>
                    <a:pt x="6723550" y="9960"/>
                  </a:lnTo>
                  <a:lnTo>
                    <a:pt x="6784381" y="8446"/>
                  </a:lnTo>
                  <a:lnTo>
                    <a:pt x="6850604" y="7097"/>
                  </a:lnTo>
                  <a:lnTo>
                    <a:pt x="6922893" y="5891"/>
                  </a:lnTo>
                  <a:lnTo>
                    <a:pt x="7001555" y="4812"/>
                  </a:lnTo>
                  <a:lnTo>
                    <a:pt x="7086324" y="3850"/>
                  </a:lnTo>
                  <a:lnTo>
                    <a:pt x="7176116" y="2997"/>
                  </a:lnTo>
                  <a:lnTo>
                    <a:pt x="7268816" y="2253"/>
                  </a:lnTo>
                  <a:lnTo>
                    <a:pt x="7361181" y="1618"/>
                  </a:lnTo>
                  <a:lnTo>
                    <a:pt x="7449012" y="1095"/>
                  </a:lnTo>
                  <a:lnTo>
                    <a:pt x="7527659" y="686"/>
                  </a:lnTo>
                  <a:lnTo>
                    <a:pt x="7592872" y="387"/>
                  </a:lnTo>
                  <a:lnTo>
                    <a:pt x="7641779" y="188"/>
                  </a:lnTo>
                  <a:lnTo>
                    <a:pt x="7673669" y="71"/>
                  </a:lnTo>
                  <a:lnTo>
                    <a:pt x="7690313" y="17"/>
                  </a:lnTo>
                  <a:lnTo>
                    <a:pt x="7695820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9" name="pl979"/>
            <p:cNvSpPr/>
            <p:nvPr/>
          </p:nvSpPr>
          <p:spPr>
            <a:xfrm>
              <a:off x="546595" y="3772173"/>
              <a:ext cx="8234974" cy="108890"/>
            </a:xfrm>
            <a:custGeom>
              <a:avLst/>
              <a:pathLst>
                <a:path w="8234974" h="108890">
                  <a:moveTo>
                    <a:pt x="8234974" y="0"/>
                  </a:moveTo>
                  <a:lnTo>
                    <a:pt x="7696237" y="0"/>
                  </a:lnTo>
                  <a:lnTo>
                    <a:pt x="7694935" y="3"/>
                  </a:lnTo>
                  <a:lnTo>
                    <a:pt x="7686437" y="29"/>
                  </a:lnTo>
                  <a:lnTo>
                    <a:pt x="7665255" y="101"/>
                  </a:lnTo>
                  <a:lnTo>
                    <a:pt x="7627991" y="241"/>
                  </a:lnTo>
                  <a:lnTo>
                    <a:pt x="7573672" y="471"/>
                  </a:lnTo>
                  <a:lnTo>
                    <a:pt x="7503761" y="805"/>
                  </a:lnTo>
                  <a:lnTo>
                    <a:pt x="7421674" y="1250"/>
                  </a:lnTo>
                  <a:lnTo>
                    <a:pt x="7331892" y="1809"/>
                  </a:lnTo>
                  <a:lnTo>
                    <a:pt x="7239002" y="2479"/>
                  </a:lnTo>
                  <a:lnTo>
                    <a:pt x="7146934" y="3258"/>
                  </a:lnTo>
                  <a:lnTo>
                    <a:pt x="7058572" y="4146"/>
                  </a:lnTo>
                  <a:lnTo>
                    <a:pt x="6975684" y="5144"/>
                  </a:lnTo>
                  <a:lnTo>
                    <a:pt x="6899065" y="6262"/>
                  </a:lnTo>
                  <a:lnTo>
                    <a:pt x="6828773" y="7512"/>
                  </a:lnTo>
                  <a:lnTo>
                    <a:pt x="6764361" y="8912"/>
                  </a:lnTo>
                  <a:lnTo>
                    <a:pt x="6705077" y="10484"/>
                  </a:lnTo>
                  <a:lnTo>
                    <a:pt x="6650003" y="12253"/>
                  </a:lnTo>
                  <a:lnTo>
                    <a:pt x="6598174" y="14246"/>
                  </a:lnTo>
                  <a:lnTo>
                    <a:pt x="6548656" y="16482"/>
                  </a:lnTo>
                  <a:lnTo>
                    <a:pt x="6515891" y="18148"/>
                  </a:lnTo>
                  <a:lnTo>
                    <a:pt x="6463173" y="21131"/>
                  </a:lnTo>
                  <a:lnTo>
                    <a:pt x="6410958" y="24438"/>
                  </a:lnTo>
                  <a:lnTo>
                    <a:pt x="6358655" y="28072"/>
                  </a:lnTo>
                  <a:lnTo>
                    <a:pt x="6305873" y="32027"/>
                  </a:lnTo>
                  <a:lnTo>
                    <a:pt x="6252403" y="36276"/>
                  </a:lnTo>
                  <a:lnTo>
                    <a:pt x="6198188" y="40783"/>
                  </a:lnTo>
                  <a:lnTo>
                    <a:pt x="6143302" y="45495"/>
                  </a:lnTo>
                  <a:lnTo>
                    <a:pt x="6087925" y="50346"/>
                  </a:lnTo>
                  <a:lnTo>
                    <a:pt x="6032311" y="55262"/>
                  </a:lnTo>
                  <a:lnTo>
                    <a:pt x="5976745" y="60165"/>
                  </a:lnTo>
                  <a:lnTo>
                    <a:pt x="5921506" y="64978"/>
                  </a:lnTo>
                  <a:lnTo>
                    <a:pt x="5866827" y="69628"/>
                  </a:lnTo>
                  <a:lnTo>
                    <a:pt x="5812856" y="74055"/>
                  </a:lnTo>
                  <a:lnTo>
                    <a:pt x="5759629" y="78210"/>
                  </a:lnTo>
                  <a:lnTo>
                    <a:pt x="5707038" y="82060"/>
                  </a:lnTo>
                  <a:lnTo>
                    <a:pt x="5654816" y="85586"/>
                  </a:lnTo>
                  <a:lnTo>
                    <a:pt x="5602511" y="88785"/>
                  </a:lnTo>
                  <a:lnTo>
                    <a:pt x="5567201" y="90742"/>
                  </a:lnTo>
                  <a:lnTo>
                    <a:pt x="5518784" y="93151"/>
                  </a:lnTo>
                  <a:lnTo>
                    <a:pt x="5468623" y="95308"/>
                  </a:lnTo>
                  <a:lnTo>
                    <a:pt x="5415860" y="97226"/>
                  </a:lnTo>
                  <a:lnTo>
                    <a:pt x="5359543" y="98929"/>
                  </a:lnTo>
                  <a:lnTo>
                    <a:pt x="5298712" y="100443"/>
                  </a:lnTo>
                  <a:lnTo>
                    <a:pt x="5232489" y="101793"/>
                  </a:lnTo>
                  <a:lnTo>
                    <a:pt x="5160200" y="102999"/>
                  </a:lnTo>
                  <a:lnTo>
                    <a:pt x="5081537" y="104077"/>
                  </a:lnTo>
                  <a:lnTo>
                    <a:pt x="4996768" y="105040"/>
                  </a:lnTo>
                  <a:lnTo>
                    <a:pt x="4906976" y="105892"/>
                  </a:lnTo>
                  <a:lnTo>
                    <a:pt x="4814277" y="106637"/>
                  </a:lnTo>
                  <a:lnTo>
                    <a:pt x="4721911" y="107272"/>
                  </a:lnTo>
                  <a:lnTo>
                    <a:pt x="4634080" y="107794"/>
                  </a:lnTo>
                  <a:lnTo>
                    <a:pt x="4555434" y="108204"/>
                  </a:lnTo>
                  <a:lnTo>
                    <a:pt x="4490221" y="108503"/>
                  </a:lnTo>
                  <a:lnTo>
                    <a:pt x="4441313" y="108702"/>
                  </a:lnTo>
                  <a:lnTo>
                    <a:pt x="4409424" y="108818"/>
                  </a:lnTo>
                  <a:lnTo>
                    <a:pt x="4392779" y="108873"/>
                  </a:lnTo>
                  <a:lnTo>
                    <a:pt x="4387273" y="108889"/>
                  </a:lnTo>
                  <a:lnTo>
                    <a:pt x="4386855" y="108890"/>
                  </a:lnTo>
                  <a:lnTo>
                    <a:pt x="3848118" y="108890"/>
                  </a:lnTo>
                  <a:lnTo>
                    <a:pt x="3846816" y="108887"/>
                  </a:lnTo>
                  <a:lnTo>
                    <a:pt x="3838318" y="108864"/>
                  </a:lnTo>
                  <a:lnTo>
                    <a:pt x="3817135" y="108799"/>
                  </a:lnTo>
                  <a:lnTo>
                    <a:pt x="3779870" y="108672"/>
                  </a:lnTo>
                  <a:lnTo>
                    <a:pt x="3725549" y="108466"/>
                  </a:lnTo>
                  <a:lnTo>
                    <a:pt x="3655637" y="108165"/>
                  </a:lnTo>
                  <a:lnTo>
                    <a:pt x="3573548" y="107765"/>
                  </a:lnTo>
                  <a:lnTo>
                    <a:pt x="3483765" y="107262"/>
                  </a:lnTo>
                  <a:lnTo>
                    <a:pt x="3390873" y="106658"/>
                  </a:lnTo>
                  <a:lnTo>
                    <a:pt x="3298805" y="105957"/>
                  </a:lnTo>
                  <a:lnTo>
                    <a:pt x="3210443" y="105158"/>
                  </a:lnTo>
                  <a:lnTo>
                    <a:pt x="3127554" y="104260"/>
                  </a:lnTo>
                  <a:lnTo>
                    <a:pt x="3050935" y="103254"/>
                  </a:lnTo>
                  <a:lnTo>
                    <a:pt x="2980643" y="102129"/>
                  </a:lnTo>
                  <a:lnTo>
                    <a:pt x="2916232" y="100869"/>
                  </a:lnTo>
                  <a:lnTo>
                    <a:pt x="2856947" y="99454"/>
                  </a:lnTo>
                  <a:lnTo>
                    <a:pt x="2801874" y="97861"/>
                  </a:lnTo>
                  <a:lnTo>
                    <a:pt x="2750045" y="96068"/>
                  </a:lnTo>
                  <a:lnTo>
                    <a:pt x="2700527" y="94055"/>
                  </a:lnTo>
                  <a:lnTo>
                    <a:pt x="2667772" y="92557"/>
                  </a:lnTo>
                  <a:lnTo>
                    <a:pt x="2615039" y="89871"/>
                  </a:lnTo>
                  <a:lnTo>
                    <a:pt x="2562811" y="86894"/>
                  </a:lnTo>
                  <a:lnTo>
                    <a:pt x="2510492" y="83622"/>
                  </a:lnTo>
                  <a:lnTo>
                    <a:pt x="2457696" y="80062"/>
                  </a:lnTo>
                  <a:lnTo>
                    <a:pt x="2404210" y="76236"/>
                  </a:lnTo>
                  <a:lnTo>
                    <a:pt x="2349978" y="72178"/>
                  </a:lnTo>
                  <a:lnTo>
                    <a:pt x="2295076" y="67936"/>
                  </a:lnTo>
                  <a:lnTo>
                    <a:pt x="2239684" y="63569"/>
                  </a:lnTo>
                  <a:lnTo>
                    <a:pt x="2184053" y="59143"/>
                  </a:lnTo>
                  <a:lnTo>
                    <a:pt x="2128472" y="54729"/>
                  </a:lnTo>
                  <a:lnTo>
                    <a:pt x="2073220" y="50397"/>
                  </a:lnTo>
                  <a:lnTo>
                    <a:pt x="2018528" y="46211"/>
                  </a:lnTo>
                  <a:lnTo>
                    <a:pt x="1964545" y="42226"/>
                  </a:lnTo>
                  <a:lnTo>
                    <a:pt x="1911305" y="38487"/>
                  </a:lnTo>
                  <a:lnTo>
                    <a:pt x="1858701" y="35022"/>
                  </a:lnTo>
                  <a:lnTo>
                    <a:pt x="1806466" y="31849"/>
                  </a:lnTo>
                  <a:lnTo>
                    <a:pt x="1754145" y="28971"/>
                  </a:lnTo>
                  <a:lnTo>
                    <a:pt x="1719082" y="27222"/>
                  </a:lnTo>
                  <a:lnTo>
                    <a:pt x="1670665" y="25054"/>
                  </a:lnTo>
                  <a:lnTo>
                    <a:pt x="1620502" y="23113"/>
                  </a:lnTo>
                  <a:lnTo>
                    <a:pt x="1567739" y="21386"/>
                  </a:lnTo>
                  <a:lnTo>
                    <a:pt x="1511421" y="19853"/>
                  </a:lnTo>
                  <a:lnTo>
                    <a:pt x="1450589" y="18491"/>
                  </a:lnTo>
                  <a:lnTo>
                    <a:pt x="1384365" y="17276"/>
                  </a:lnTo>
                  <a:lnTo>
                    <a:pt x="1312075" y="16191"/>
                  </a:lnTo>
                  <a:lnTo>
                    <a:pt x="1233411" y="15220"/>
                  </a:lnTo>
                  <a:lnTo>
                    <a:pt x="1148640" y="14354"/>
                  </a:lnTo>
                  <a:lnTo>
                    <a:pt x="1058847" y="13586"/>
                  </a:lnTo>
                  <a:lnTo>
                    <a:pt x="966146" y="12916"/>
                  </a:lnTo>
                  <a:lnTo>
                    <a:pt x="873780" y="12345"/>
                  </a:lnTo>
                  <a:lnTo>
                    <a:pt x="785949" y="11875"/>
                  </a:lnTo>
                  <a:lnTo>
                    <a:pt x="707303" y="11507"/>
                  </a:lnTo>
                  <a:lnTo>
                    <a:pt x="642092" y="11237"/>
                  </a:lnTo>
                  <a:lnTo>
                    <a:pt x="593187" y="11058"/>
                  </a:lnTo>
                  <a:lnTo>
                    <a:pt x="561300" y="10953"/>
                  </a:lnTo>
                  <a:lnTo>
                    <a:pt x="544658" y="10904"/>
                  </a:lnTo>
                  <a:lnTo>
                    <a:pt x="539153" y="10890"/>
                  </a:lnTo>
                  <a:lnTo>
                    <a:pt x="538736" y="10889"/>
                  </a:lnTo>
                  <a:lnTo>
                    <a:pt x="0" y="10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0" name="pg980"/>
            <p:cNvSpPr/>
            <p:nvPr/>
          </p:nvSpPr>
          <p:spPr>
            <a:xfrm>
              <a:off x="546595" y="3804840"/>
              <a:ext cx="8234974" cy="1818474"/>
            </a:xfrm>
            <a:custGeom>
              <a:avLst/>
              <a:pathLst>
                <a:path w="8234974" h="1818474">
                  <a:moveTo>
                    <a:pt x="0" y="5444"/>
                  </a:moveTo>
                  <a:lnTo>
                    <a:pt x="538736" y="5444"/>
                  </a:lnTo>
                  <a:lnTo>
                    <a:pt x="540038" y="5450"/>
                  </a:lnTo>
                  <a:lnTo>
                    <a:pt x="548534" y="5491"/>
                  </a:lnTo>
                  <a:lnTo>
                    <a:pt x="569711" y="5606"/>
                  </a:lnTo>
                  <a:lnTo>
                    <a:pt x="606966" y="5831"/>
                  </a:lnTo>
                  <a:lnTo>
                    <a:pt x="661273" y="6199"/>
                  </a:lnTo>
                  <a:lnTo>
                    <a:pt x="731170" y="6732"/>
                  </a:lnTo>
                  <a:lnTo>
                    <a:pt x="813244" y="7445"/>
                  </a:lnTo>
                  <a:lnTo>
                    <a:pt x="903013" y="8338"/>
                  </a:lnTo>
                  <a:lnTo>
                    <a:pt x="995895" y="9411"/>
                  </a:lnTo>
                  <a:lnTo>
                    <a:pt x="1087956" y="10657"/>
                  </a:lnTo>
                  <a:lnTo>
                    <a:pt x="1176314" y="12077"/>
                  </a:lnTo>
                  <a:lnTo>
                    <a:pt x="1259201" y="13674"/>
                  </a:lnTo>
                  <a:lnTo>
                    <a:pt x="1335821" y="15462"/>
                  </a:lnTo>
                  <a:lnTo>
                    <a:pt x="1406114" y="17461"/>
                  </a:lnTo>
                  <a:lnTo>
                    <a:pt x="1470527" y="19701"/>
                  </a:lnTo>
                  <a:lnTo>
                    <a:pt x="1529813" y="22215"/>
                  </a:lnTo>
                  <a:lnTo>
                    <a:pt x="1584887" y="25045"/>
                  </a:lnTo>
                  <a:lnTo>
                    <a:pt x="1636716" y="28232"/>
                  </a:lnTo>
                  <a:lnTo>
                    <a:pt x="1686232" y="31810"/>
                  </a:lnTo>
                  <a:lnTo>
                    <a:pt x="1719082" y="34482"/>
                  </a:lnTo>
                  <a:lnTo>
                    <a:pt x="1771683" y="39243"/>
                  </a:lnTo>
                  <a:lnTo>
                    <a:pt x="1823780" y="44520"/>
                  </a:lnTo>
                  <a:lnTo>
                    <a:pt x="1875963" y="50320"/>
                  </a:lnTo>
                  <a:lnTo>
                    <a:pt x="1928621" y="56628"/>
                  </a:lnTo>
                  <a:lnTo>
                    <a:pt x="1981962" y="63408"/>
                  </a:lnTo>
                  <a:lnTo>
                    <a:pt x="2036047" y="70598"/>
                  </a:lnTo>
                  <a:lnTo>
                    <a:pt x="2090800" y="78116"/>
                  </a:lnTo>
                  <a:lnTo>
                    <a:pt x="2146045" y="85857"/>
                  </a:lnTo>
                  <a:lnTo>
                    <a:pt x="2201532" y="93704"/>
                  </a:lnTo>
                  <a:lnTo>
                    <a:pt x="2256977" y="101533"/>
                  </a:lnTo>
                  <a:lnTo>
                    <a:pt x="2312102" y="109220"/>
                  </a:lnTo>
                  <a:lnTo>
                    <a:pt x="2366674" y="116652"/>
                  </a:lnTo>
                  <a:lnTo>
                    <a:pt x="2420544" y="123731"/>
                  </a:lnTo>
                  <a:lnTo>
                    <a:pt x="2473673" y="130378"/>
                  </a:lnTo>
                  <a:lnTo>
                    <a:pt x="2526163" y="136541"/>
                  </a:lnTo>
                  <a:lnTo>
                    <a:pt x="2578273" y="142188"/>
                  </a:lnTo>
                  <a:lnTo>
                    <a:pt x="2630446" y="147313"/>
                  </a:lnTo>
                  <a:lnTo>
                    <a:pt x="2667772" y="150632"/>
                  </a:lnTo>
                  <a:lnTo>
                    <a:pt x="2716185" y="154486"/>
                  </a:lnTo>
                  <a:lnTo>
                    <a:pt x="2766342" y="157936"/>
                  </a:lnTo>
                  <a:lnTo>
                    <a:pt x="2819099" y="161005"/>
                  </a:lnTo>
                  <a:lnTo>
                    <a:pt x="2875409" y="163731"/>
                  </a:lnTo>
                  <a:lnTo>
                    <a:pt x="2936233" y="166153"/>
                  </a:lnTo>
                  <a:lnTo>
                    <a:pt x="3002447" y="168313"/>
                  </a:lnTo>
                  <a:lnTo>
                    <a:pt x="3074725" y="170242"/>
                  </a:lnTo>
                  <a:lnTo>
                    <a:pt x="3153376" y="171967"/>
                  </a:lnTo>
                  <a:lnTo>
                    <a:pt x="3238133" y="173507"/>
                  </a:lnTo>
                  <a:lnTo>
                    <a:pt x="3327913" y="174872"/>
                  </a:lnTo>
                  <a:lnTo>
                    <a:pt x="3420602" y="176063"/>
                  </a:lnTo>
                  <a:lnTo>
                    <a:pt x="3512962" y="177079"/>
                  </a:lnTo>
                  <a:lnTo>
                    <a:pt x="3600793" y="177915"/>
                  </a:lnTo>
                  <a:lnTo>
                    <a:pt x="3679446" y="178570"/>
                  </a:lnTo>
                  <a:lnTo>
                    <a:pt x="3744674" y="179049"/>
                  </a:lnTo>
                  <a:lnTo>
                    <a:pt x="3793601" y="179368"/>
                  </a:lnTo>
                  <a:lnTo>
                    <a:pt x="3825512" y="179554"/>
                  </a:lnTo>
                  <a:lnTo>
                    <a:pt x="3842177" y="179641"/>
                  </a:lnTo>
                  <a:lnTo>
                    <a:pt x="3847698" y="179667"/>
                  </a:lnTo>
                  <a:lnTo>
                    <a:pt x="3848118" y="179669"/>
                  </a:lnTo>
                  <a:lnTo>
                    <a:pt x="4386855" y="179669"/>
                  </a:lnTo>
                  <a:lnTo>
                    <a:pt x="4388109" y="179722"/>
                  </a:lnTo>
                  <a:lnTo>
                    <a:pt x="4396296" y="180097"/>
                  </a:lnTo>
                  <a:lnTo>
                    <a:pt x="4416734" y="181134"/>
                  </a:lnTo>
                  <a:lnTo>
                    <a:pt x="4452760" y="183170"/>
                  </a:lnTo>
                  <a:lnTo>
                    <a:pt x="4505420" y="186501"/>
                  </a:lnTo>
                  <a:lnTo>
                    <a:pt x="4573434" y="191342"/>
                  </a:lnTo>
                  <a:lnTo>
                    <a:pt x="4653621" y="197816"/>
                  </a:lnTo>
                  <a:lnTo>
                    <a:pt x="4741718" y="205954"/>
                  </a:lnTo>
                  <a:lnTo>
                    <a:pt x="4833284" y="215732"/>
                  </a:lnTo>
                  <a:lnTo>
                    <a:pt x="4924443" y="227112"/>
                  </a:lnTo>
                  <a:lnTo>
                    <a:pt x="5012288" y="240076"/>
                  </a:lnTo>
                  <a:lnTo>
                    <a:pt x="5094980" y="254661"/>
                  </a:lnTo>
                  <a:lnTo>
                    <a:pt x="5171628" y="270970"/>
                  </a:lnTo>
                  <a:lnTo>
                    <a:pt x="5242081" y="289178"/>
                  </a:lnTo>
                  <a:lnTo>
                    <a:pt x="5306696" y="309534"/>
                  </a:lnTo>
                  <a:lnTo>
                    <a:pt x="5366158" y="332347"/>
                  </a:lnTo>
                  <a:lnTo>
                    <a:pt x="5421325" y="357976"/>
                  </a:lnTo>
                  <a:lnTo>
                    <a:pt x="5473125" y="386794"/>
                  </a:lnTo>
                  <a:lnTo>
                    <a:pt x="5522469" y="419133"/>
                  </a:lnTo>
                  <a:lnTo>
                    <a:pt x="5567201" y="452803"/>
                  </a:lnTo>
                  <a:lnTo>
                    <a:pt x="5610011" y="488835"/>
                  </a:lnTo>
                  <a:lnTo>
                    <a:pt x="5652404" y="528058"/>
                  </a:lnTo>
                  <a:lnTo>
                    <a:pt x="5694729" y="570531"/>
                  </a:lnTo>
                  <a:lnTo>
                    <a:pt x="5737242" y="616232"/>
                  </a:lnTo>
                  <a:lnTo>
                    <a:pt x="5780116" y="665053"/>
                  </a:lnTo>
                  <a:lnTo>
                    <a:pt x="5823450" y="716788"/>
                  </a:lnTo>
                  <a:lnTo>
                    <a:pt x="5867278" y="771134"/>
                  </a:lnTo>
                  <a:lnTo>
                    <a:pt x="5911573" y="827690"/>
                  </a:lnTo>
                  <a:lnTo>
                    <a:pt x="5956260" y="885973"/>
                  </a:lnTo>
                  <a:lnTo>
                    <a:pt x="6001225" y="945424"/>
                  </a:lnTo>
                  <a:lnTo>
                    <a:pt x="6046328" y="1005439"/>
                  </a:lnTo>
                  <a:lnTo>
                    <a:pt x="6091414" y="1065387"/>
                  </a:lnTo>
                  <a:lnTo>
                    <a:pt x="6136331" y="1124641"/>
                  </a:lnTo>
                  <a:lnTo>
                    <a:pt x="6180944" y="1182601"/>
                  </a:lnTo>
                  <a:lnTo>
                    <a:pt x="6225145" y="1238727"/>
                  </a:lnTo>
                  <a:lnTo>
                    <a:pt x="6268868" y="1292550"/>
                  </a:lnTo>
                  <a:lnTo>
                    <a:pt x="6312100" y="1343689"/>
                  </a:lnTo>
                  <a:lnTo>
                    <a:pt x="6354887" y="1391863"/>
                  </a:lnTo>
                  <a:lnTo>
                    <a:pt x="6397343" y="1436886"/>
                  </a:lnTo>
                  <a:lnTo>
                    <a:pt x="6439658" y="1478668"/>
                  </a:lnTo>
                  <a:lnTo>
                    <a:pt x="6482106" y="1517208"/>
                  </a:lnTo>
                  <a:lnTo>
                    <a:pt x="6515891" y="1545340"/>
                  </a:lnTo>
                  <a:lnTo>
                    <a:pt x="6563674" y="1581155"/>
                  </a:lnTo>
                  <a:lnTo>
                    <a:pt x="6613147" y="1613264"/>
                  </a:lnTo>
                  <a:lnTo>
                    <a:pt x="6665132" y="1641870"/>
                  </a:lnTo>
                  <a:lnTo>
                    <a:pt x="6720542" y="1667311"/>
                  </a:lnTo>
                  <a:lnTo>
                    <a:pt x="6780304" y="1689960"/>
                  </a:lnTo>
                  <a:lnTo>
                    <a:pt x="6845270" y="1710172"/>
                  </a:lnTo>
                  <a:lnTo>
                    <a:pt x="6916106" y="1728254"/>
                  </a:lnTo>
                  <a:lnTo>
                    <a:pt x="6993146" y="1744449"/>
                  </a:lnTo>
                  <a:lnTo>
                    <a:pt x="7076198" y="1758930"/>
                  </a:lnTo>
                  <a:lnTo>
                    <a:pt x="7164316" y="1771794"/>
                  </a:lnTo>
                  <a:lnTo>
                    <a:pt x="7255597" y="1783074"/>
                  </a:lnTo>
                  <a:lnTo>
                    <a:pt x="7347068" y="1792750"/>
                  </a:lnTo>
                  <a:lnTo>
                    <a:pt x="7434800" y="1800784"/>
                  </a:lnTo>
                  <a:lnTo>
                    <a:pt x="7514341" y="1807153"/>
                  </a:lnTo>
                  <a:lnTo>
                    <a:pt x="7581465" y="1811895"/>
                  </a:lnTo>
                  <a:lnTo>
                    <a:pt x="7633093" y="1815136"/>
                  </a:lnTo>
                  <a:lnTo>
                    <a:pt x="7668082" y="1817100"/>
                  </a:lnTo>
                  <a:lnTo>
                    <a:pt x="7687627" y="1818086"/>
                  </a:lnTo>
                  <a:lnTo>
                    <a:pt x="7695202" y="1818431"/>
                  </a:lnTo>
                  <a:lnTo>
                    <a:pt x="7696237" y="1818474"/>
                  </a:lnTo>
                  <a:lnTo>
                    <a:pt x="8234974" y="1818474"/>
                  </a:lnTo>
                  <a:lnTo>
                    <a:pt x="8234974" y="1813029"/>
                  </a:lnTo>
                  <a:lnTo>
                    <a:pt x="7696237" y="1813029"/>
                  </a:lnTo>
                  <a:lnTo>
                    <a:pt x="7694983" y="1812977"/>
                  </a:lnTo>
                  <a:lnTo>
                    <a:pt x="7686796" y="1812602"/>
                  </a:lnTo>
                  <a:lnTo>
                    <a:pt x="7666359" y="1811564"/>
                  </a:lnTo>
                  <a:lnTo>
                    <a:pt x="7630333" y="1809528"/>
                  </a:lnTo>
                  <a:lnTo>
                    <a:pt x="7577672" y="1806198"/>
                  </a:lnTo>
                  <a:lnTo>
                    <a:pt x="7509659" y="1801356"/>
                  </a:lnTo>
                  <a:lnTo>
                    <a:pt x="7429471" y="1794883"/>
                  </a:lnTo>
                  <a:lnTo>
                    <a:pt x="7341374" y="1786745"/>
                  </a:lnTo>
                  <a:lnTo>
                    <a:pt x="7249808" y="1776966"/>
                  </a:lnTo>
                  <a:lnTo>
                    <a:pt x="7158650" y="1765587"/>
                  </a:lnTo>
                  <a:lnTo>
                    <a:pt x="7070805" y="1752622"/>
                  </a:lnTo>
                  <a:lnTo>
                    <a:pt x="6988113" y="1738037"/>
                  </a:lnTo>
                  <a:lnTo>
                    <a:pt x="6911464" y="1721728"/>
                  </a:lnTo>
                  <a:lnTo>
                    <a:pt x="6841012" y="1703520"/>
                  </a:lnTo>
                  <a:lnTo>
                    <a:pt x="6776396" y="1683165"/>
                  </a:lnTo>
                  <a:lnTo>
                    <a:pt x="6716934" y="1660351"/>
                  </a:lnTo>
                  <a:lnTo>
                    <a:pt x="6661767" y="1634722"/>
                  </a:lnTo>
                  <a:lnTo>
                    <a:pt x="6609968" y="1605904"/>
                  </a:lnTo>
                  <a:lnTo>
                    <a:pt x="6560624" y="1573566"/>
                  </a:lnTo>
                  <a:lnTo>
                    <a:pt x="6515891" y="1539895"/>
                  </a:lnTo>
                  <a:lnTo>
                    <a:pt x="6473081" y="1503863"/>
                  </a:lnTo>
                  <a:lnTo>
                    <a:pt x="6430689" y="1464640"/>
                  </a:lnTo>
                  <a:lnTo>
                    <a:pt x="6388364" y="1422168"/>
                  </a:lnTo>
                  <a:lnTo>
                    <a:pt x="6345851" y="1376466"/>
                  </a:lnTo>
                  <a:lnTo>
                    <a:pt x="6302977" y="1327645"/>
                  </a:lnTo>
                  <a:lnTo>
                    <a:pt x="6259643" y="1275910"/>
                  </a:lnTo>
                  <a:lnTo>
                    <a:pt x="6215815" y="1221565"/>
                  </a:lnTo>
                  <a:lnTo>
                    <a:pt x="6171520" y="1165008"/>
                  </a:lnTo>
                  <a:lnTo>
                    <a:pt x="6126833" y="1106726"/>
                  </a:lnTo>
                  <a:lnTo>
                    <a:pt x="6081867" y="1047274"/>
                  </a:lnTo>
                  <a:lnTo>
                    <a:pt x="6036765" y="987259"/>
                  </a:lnTo>
                  <a:lnTo>
                    <a:pt x="5991679" y="927311"/>
                  </a:lnTo>
                  <a:lnTo>
                    <a:pt x="5946761" y="868058"/>
                  </a:lnTo>
                  <a:lnTo>
                    <a:pt x="5902148" y="810097"/>
                  </a:lnTo>
                  <a:lnTo>
                    <a:pt x="5857948" y="753971"/>
                  </a:lnTo>
                  <a:lnTo>
                    <a:pt x="5814224" y="700149"/>
                  </a:lnTo>
                  <a:lnTo>
                    <a:pt x="5770992" y="649010"/>
                  </a:lnTo>
                  <a:lnTo>
                    <a:pt x="5728206" y="600836"/>
                  </a:lnTo>
                  <a:lnTo>
                    <a:pt x="5685750" y="555813"/>
                  </a:lnTo>
                  <a:lnTo>
                    <a:pt x="5643435" y="514030"/>
                  </a:lnTo>
                  <a:lnTo>
                    <a:pt x="5600987" y="475491"/>
                  </a:lnTo>
                  <a:lnTo>
                    <a:pt x="5567201" y="447359"/>
                  </a:lnTo>
                  <a:lnTo>
                    <a:pt x="5519418" y="411544"/>
                  </a:lnTo>
                  <a:lnTo>
                    <a:pt x="5469945" y="379435"/>
                  </a:lnTo>
                  <a:lnTo>
                    <a:pt x="5417961" y="350828"/>
                  </a:lnTo>
                  <a:lnTo>
                    <a:pt x="5362551" y="325387"/>
                  </a:lnTo>
                  <a:lnTo>
                    <a:pt x="5302789" y="302739"/>
                  </a:lnTo>
                  <a:lnTo>
                    <a:pt x="5237823" y="282527"/>
                  </a:lnTo>
                  <a:lnTo>
                    <a:pt x="5166987" y="264445"/>
                  </a:lnTo>
                  <a:lnTo>
                    <a:pt x="5089947" y="248249"/>
                  </a:lnTo>
                  <a:lnTo>
                    <a:pt x="5006895" y="233768"/>
                  </a:lnTo>
                  <a:lnTo>
                    <a:pt x="4918776" y="220904"/>
                  </a:lnTo>
                  <a:lnTo>
                    <a:pt x="4827495" y="209625"/>
                  </a:lnTo>
                  <a:lnTo>
                    <a:pt x="4736024" y="199948"/>
                  </a:lnTo>
                  <a:lnTo>
                    <a:pt x="4648292" y="191915"/>
                  </a:lnTo>
                  <a:lnTo>
                    <a:pt x="4568752" y="185545"/>
                  </a:lnTo>
                  <a:lnTo>
                    <a:pt x="4501628" y="180804"/>
                  </a:lnTo>
                  <a:lnTo>
                    <a:pt x="4450000" y="177562"/>
                  </a:lnTo>
                  <a:lnTo>
                    <a:pt x="4415011" y="175598"/>
                  </a:lnTo>
                  <a:lnTo>
                    <a:pt x="4395466" y="174613"/>
                  </a:lnTo>
                  <a:lnTo>
                    <a:pt x="4387891" y="174268"/>
                  </a:lnTo>
                  <a:lnTo>
                    <a:pt x="4386855" y="174225"/>
                  </a:lnTo>
                  <a:lnTo>
                    <a:pt x="3848118" y="174225"/>
                  </a:lnTo>
                  <a:lnTo>
                    <a:pt x="3846816" y="174219"/>
                  </a:lnTo>
                  <a:lnTo>
                    <a:pt x="3838321" y="174177"/>
                  </a:lnTo>
                  <a:lnTo>
                    <a:pt x="3817144" y="174063"/>
                  </a:lnTo>
                  <a:lnTo>
                    <a:pt x="3779889" y="173838"/>
                  </a:lnTo>
                  <a:lnTo>
                    <a:pt x="3725582" y="173470"/>
                  </a:lnTo>
                  <a:lnTo>
                    <a:pt x="3655685" y="172936"/>
                  </a:lnTo>
                  <a:lnTo>
                    <a:pt x="3573611" y="172224"/>
                  </a:lnTo>
                  <a:lnTo>
                    <a:pt x="3483841" y="171330"/>
                  </a:lnTo>
                  <a:lnTo>
                    <a:pt x="3390960" y="170258"/>
                  </a:lnTo>
                  <a:lnTo>
                    <a:pt x="3298898" y="169012"/>
                  </a:lnTo>
                  <a:lnTo>
                    <a:pt x="3210540" y="167592"/>
                  </a:lnTo>
                  <a:lnTo>
                    <a:pt x="3127653" y="165995"/>
                  </a:lnTo>
                  <a:lnTo>
                    <a:pt x="3051034" y="164207"/>
                  </a:lnTo>
                  <a:lnTo>
                    <a:pt x="2980740" y="162207"/>
                  </a:lnTo>
                  <a:lnTo>
                    <a:pt x="2916328" y="159968"/>
                  </a:lnTo>
                  <a:lnTo>
                    <a:pt x="2857042" y="157453"/>
                  </a:lnTo>
                  <a:lnTo>
                    <a:pt x="2801968" y="154623"/>
                  </a:lnTo>
                  <a:lnTo>
                    <a:pt x="2750139" y="151436"/>
                  </a:lnTo>
                  <a:lnTo>
                    <a:pt x="2700623" y="147859"/>
                  </a:lnTo>
                  <a:lnTo>
                    <a:pt x="2667772" y="145187"/>
                  </a:lnTo>
                  <a:lnTo>
                    <a:pt x="2615172" y="140426"/>
                  </a:lnTo>
                  <a:lnTo>
                    <a:pt x="2563075" y="135149"/>
                  </a:lnTo>
                  <a:lnTo>
                    <a:pt x="2510891" y="129349"/>
                  </a:lnTo>
                  <a:lnTo>
                    <a:pt x="2458234" y="123041"/>
                  </a:lnTo>
                  <a:lnTo>
                    <a:pt x="2404892" y="116261"/>
                  </a:lnTo>
                  <a:lnTo>
                    <a:pt x="2350808" y="109070"/>
                  </a:lnTo>
                  <a:lnTo>
                    <a:pt x="2296055" y="101553"/>
                  </a:lnTo>
                  <a:lnTo>
                    <a:pt x="2240810" y="93812"/>
                  </a:lnTo>
                  <a:lnTo>
                    <a:pt x="2185322" y="85965"/>
                  </a:lnTo>
                  <a:lnTo>
                    <a:pt x="2129877" y="78136"/>
                  </a:lnTo>
                  <a:lnTo>
                    <a:pt x="2074753" y="70448"/>
                  </a:lnTo>
                  <a:lnTo>
                    <a:pt x="2020180" y="63016"/>
                  </a:lnTo>
                  <a:lnTo>
                    <a:pt x="1966311" y="55938"/>
                  </a:lnTo>
                  <a:lnTo>
                    <a:pt x="1913181" y="49291"/>
                  </a:lnTo>
                  <a:lnTo>
                    <a:pt x="1860692" y="43128"/>
                  </a:lnTo>
                  <a:lnTo>
                    <a:pt x="1808581" y="37480"/>
                  </a:lnTo>
                  <a:lnTo>
                    <a:pt x="1756408" y="32355"/>
                  </a:lnTo>
                  <a:lnTo>
                    <a:pt x="1719082" y="29037"/>
                  </a:lnTo>
                  <a:lnTo>
                    <a:pt x="1670670" y="25183"/>
                  </a:lnTo>
                  <a:lnTo>
                    <a:pt x="1620513" y="21732"/>
                  </a:lnTo>
                  <a:lnTo>
                    <a:pt x="1567756" y="18663"/>
                  </a:lnTo>
                  <a:lnTo>
                    <a:pt x="1511446" y="15938"/>
                  </a:lnTo>
                  <a:lnTo>
                    <a:pt x="1450622" y="13515"/>
                  </a:lnTo>
                  <a:lnTo>
                    <a:pt x="1384408" y="11356"/>
                  </a:lnTo>
                  <a:lnTo>
                    <a:pt x="1312130" y="9427"/>
                  </a:lnTo>
                  <a:lnTo>
                    <a:pt x="1233479" y="7701"/>
                  </a:lnTo>
                  <a:lnTo>
                    <a:pt x="1148722" y="6161"/>
                  </a:lnTo>
                  <a:lnTo>
                    <a:pt x="1058942" y="4797"/>
                  </a:lnTo>
                  <a:lnTo>
                    <a:pt x="966252" y="3606"/>
                  </a:lnTo>
                  <a:lnTo>
                    <a:pt x="873893" y="2590"/>
                  </a:lnTo>
                  <a:lnTo>
                    <a:pt x="786062" y="1754"/>
                  </a:lnTo>
                  <a:lnTo>
                    <a:pt x="707408" y="1099"/>
                  </a:lnTo>
                  <a:lnTo>
                    <a:pt x="642181" y="620"/>
                  </a:lnTo>
                  <a:lnTo>
                    <a:pt x="593254" y="301"/>
                  </a:lnTo>
                  <a:lnTo>
                    <a:pt x="561342" y="115"/>
                  </a:lnTo>
                  <a:lnTo>
                    <a:pt x="544677" y="27"/>
                  </a:lnTo>
                  <a:lnTo>
                    <a:pt x="539157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81" name="pl981"/>
            <p:cNvSpPr/>
            <p:nvPr/>
          </p:nvSpPr>
          <p:spPr>
            <a:xfrm>
              <a:off x="546595" y="3810285"/>
              <a:ext cx="8234974" cy="1813029"/>
            </a:xfrm>
            <a:custGeom>
              <a:avLst/>
              <a:pathLst>
                <a:path w="8234974" h="1813029">
                  <a:moveTo>
                    <a:pt x="0" y="0"/>
                  </a:moveTo>
                  <a:lnTo>
                    <a:pt x="538736" y="0"/>
                  </a:lnTo>
                  <a:lnTo>
                    <a:pt x="540038" y="5"/>
                  </a:lnTo>
                  <a:lnTo>
                    <a:pt x="548534" y="47"/>
                  </a:lnTo>
                  <a:lnTo>
                    <a:pt x="569711" y="161"/>
                  </a:lnTo>
                  <a:lnTo>
                    <a:pt x="606966" y="386"/>
                  </a:lnTo>
                  <a:lnTo>
                    <a:pt x="661273" y="754"/>
                  </a:lnTo>
                  <a:lnTo>
                    <a:pt x="731170" y="1288"/>
                  </a:lnTo>
                  <a:lnTo>
                    <a:pt x="813244" y="2000"/>
                  </a:lnTo>
                  <a:lnTo>
                    <a:pt x="903013" y="2894"/>
                  </a:lnTo>
                  <a:lnTo>
                    <a:pt x="995895" y="3966"/>
                  </a:lnTo>
                  <a:lnTo>
                    <a:pt x="1087956" y="5213"/>
                  </a:lnTo>
                  <a:lnTo>
                    <a:pt x="1176314" y="6632"/>
                  </a:lnTo>
                  <a:lnTo>
                    <a:pt x="1259201" y="8230"/>
                  </a:lnTo>
                  <a:lnTo>
                    <a:pt x="1335821" y="10018"/>
                  </a:lnTo>
                  <a:lnTo>
                    <a:pt x="1406114" y="12017"/>
                  </a:lnTo>
                  <a:lnTo>
                    <a:pt x="1470527" y="14256"/>
                  </a:lnTo>
                  <a:lnTo>
                    <a:pt x="1529813" y="16771"/>
                  </a:lnTo>
                  <a:lnTo>
                    <a:pt x="1584887" y="19601"/>
                  </a:lnTo>
                  <a:lnTo>
                    <a:pt x="1636716" y="22788"/>
                  </a:lnTo>
                  <a:lnTo>
                    <a:pt x="1686232" y="26365"/>
                  </a:lnTo>
                  <a:lnTo>
                    <a:pt x="1719082" y="29037"/>
                  </a:lnTo>
                  <a:lnTo>
                    <a:pt x="1771683" y="33798"/>
                  </a:lnTo>
                  <a:lnTo>
                    <a:pt x="1823780" y="39075"/>
                  </a:lnTo>
                  <a:lnTo>
                    <a:pt x="1875963" y="44875"/>
                  </a:lnTo>
                  <a:lnTo>
                    <a:pt x="1928621" y="51183"/>
                  </a:lnTo>
                  <a:lnTo>
                    <a:pt x="1981962" y="57963"/>
                  </a:lnTo>
                  <a:lnTo>
                    <a:pt x="2036047" y="65154"/>
                  </a:lnTo>
                  <a:lnTo>
                    <a:pt x="2090800" y="72671"/>
                  </a:lnTo>
                  <a:lnTo>
                    <a:pt x="2146045" y="80412"/>
                  </a:lnTo>
                  <a:lnTo>
                    <a:pt x="2201532" y="88260"/>
                  </a:lnTo>
                  <a:lnTo>
                    <a:pt x="2256977" y="96088"/>
                  </a:lnTo>
                  <a:lnTo>
                    <a:pt x="2312102" y="103776"/>
                  </a:lnTo>
                  <a:lnTo>
                    <a:pt x="2366674" y="111208"/>
                  </a:lnTo>
                  <a:lnTo>
                    <a:pt x="2420544" y="118286"/>
                  </a:lnTo>
                  <a:lnTo>
                    <a:pt x="2473673" y="124933"/>
                  </a:lnTo>
                  <a:lnTo>
                    <a:pt x="2526163" y="131096"/>
                  </a:lnTo>
                  <a:lnTo>
                    <a:pt x="2578273" y="136744"/>
                  </a:lnTo>
                  <a:lnTo>
                    <a:pt x="2630446" y="141869"/>
                  </a:lnTo>
                  <a:lnTo>
                    <a:pt x="2667772" y="145187"/>
                  </a:lnTo>
                  <a:lnTo>
                    <a:pt x="2716185" y="149041"/>
                  </a:lnTo>
                  <a:lnTo>
                    <a:pt x="2766342" y="152492"/>
                  </a:lnTo>
                  <a:lnTo>
                    <a:pt x="2819099" y="155561"/>
                  </a:lnTo>
                  <a:lnTo>
                    <a:pt x="2875409" y="158286"/>
                  </a:lnTo>
                  <a:lnTo>
                    <a:pt x="2936233" y="160709"/>
                  </a:lnTo>
                  <a:lnTo>
                    <a:pt x="3002447" y="162868"/>
                  </a:lnTo>
                  <a:lnTo>
                    <a:pt x="3074725" y="164797"/>
                  </a:lnTo>
                  <a:lnTo>
                    <a:pt x="3153376" y="166523"/>
                  </a:lnTo>
                  <a:lnTo>
                    <a:pt x="3238133" y="168063"/>
                  </a:lnTo>
                  <a:lnTo>
                    <a:pt x="3327913" y="169427"/>
                  </a:lnTo>
                  <a:lnTo>
                    <a:pt x="3420602" y="170618"/>
                  </a:lnTo>
                  <a:lnTo>
                    <a:pt x="3512962" y="171634"/>
                  </a:lnTo>
                  <a:lnTo>
                    <a:pt x="3600793" y="172471"/>
                  </a:lnTo>
                  <a:lnTo>
                    <a:pt x="3679446" y="173125"/>
                  </a:lnTo>
                  <a:lnTo>
                    <a:pt x="3744674" y="173604"/>
                  </a:lnTo>
                  <a:lnTo>
                    <a:pt x="3793601" y="173923"/>
                  </a:lnTo>
                  <a:lnTo>
                    <a:pt x="3825512" y="174109"/>
                  </a:lnTo>
                  <a:lnTo>
                    <a:pt x="3842177" y="174197"/>
                  </a:lnTo>
                  <a:lnTo>
                    <a:pt x="3847698" y="174223"/>
                  </a:lnTo>
                  <a:lnTo>
                    <a:pt x="3848118" y="174225"/>
                  </a:lnTo>
                  <a:lnTo>
                    <a:pt x="4386855" y="174225"/>
                  </a:lnTo>
                  <a:lnTo>
                    <a:pt x="4388109" y="174277"/>
                  </a:lnTo>
                  <a:lnTo>
                    <a:pt x="4396296" y="174652"/>
                  </a:lnTo>
                  <a:lnTo>
                    <a:pt x="4416734" y="175690"/>
                  </a:lnTo>
                  <a:lnTo>
                    <a:pt x="4452760" y="177726"/>
                  </a:lnTo>
                  <a:lnTo>
                    <a:pt x="4505420" y="181056"/>
                  </a:lnTo>
                  <a:lnTo>
                    <a:pt x="4573434" y="185898"/>
                  </a:lnTo>
                  <a:lnTo>
                    <a:pt x="4653621" y="192371"/>
                  </a:lnTo>
                  <a:lnTo>
                    <a:pt x="4741718" y="200509"/>
                  </a:lnTo>
                  <a:lnTo>
                    <a:pt x="4833284" y="210288"/>
                  </a:lnTo>
                  <a:lnTo>
                    <a:pt x="4924443" y="221667"/>
                  </a:lnTo>
                  <a:lnTo>
                    <a:pt x="5012288" y="234632"/>
                  </a:lnTo>
                  <a:lnTo>
                    <a:pt x="5094980" y="249217"/>
                  </a:lnTo>
                  <a:lnTo>
                    <a:pt x="5171628" y="265525"/>
                  </a:lnTo>
                  <a:lnTo>
                    <a:pt x="5242081" y="283734"/>
                  </a:lnTo>
                  <a:lnTo>
                    <a:pt x="5306696" y="304089"/>
                  </a:lnTo>
                  <a:lnTo>
                    <a:pt x="5366158" y="326903"/>
                  </a:lnTo>
                  <a:lnTo>
                    <a:pt x="5421325" y="352532"/>
                  </a:lnTo>
                  <a:lnTo>
                    <a:pt x="5473125" y="381350"/>
                  </a:lnTo>
                  <a:lnTo>
                    <a:pt x="5522469" y="413688"/>
                  </a:lnTo>
                  <a:lnTo>
                    <a:pt x="5567201" y="447359"/>
                  </a:lnTo>
                  <a:lnTo>
                    <a:pt x="5610011" y="483391"/>
                  </a:lnTo>
                  <a:lnTo>
                    <a:pt x="5652404" y="522614"/>
                  </a:lnTo>
                  <a:lnTo>
                    <a:pt x="5694729" y="565086"/>
                  </a:lnTo>
                  <a:lnTo>
                    <a:pt x="5737242" y="610788"/>
                  </a:lnTo>
                  <a:lnTo>
                    <a:pt x="5780116" y="659609"/>
                  </a:lnTo>
                  <a:lnTo>
                    <a:pt x="5823450" y="711344"/>
                  </a:lnTo>
                  <a:lnTo>
                    <a:pt x="5867278" y="765689"/>
                  </a:lnTo>
                  <a:lnTo>
                    <a:pt x="5911573" y="822246"/>
                  </a:lnTo>
                  <a:lnTo>
                    <a:pt x="5956260" y="880528"/>
                  </a:lnTo>
                  <a:lnTo>
                    <a:pt x="6001225" y="939980"/>
                  </a:lnTo>
                  <a:lnTo>
                    <a:pt x="6046328" y="999995"/>
                  </a:lnTo>
                  <a:lnTo>
                    <a:pt x="6091414" y="1059943"/>
                  </a:lnTo>
                  <a:lnTo>
                    <a:pt x="6136331" y="1119196"/>
                  </a:lnTo>
                  <a:lnTo>
                    <a:pt x="6180944" y="1177157"/>
                  </a:lnTo>
                  <a:lnTo>
                    <a:pt x="6225145" y="1233283"/>
                  </a:lnTo>
                  <a:lnTo>
                    <a:pt x="6268868" y="1287105"/>
                  </a:lnTo>
                  <a:lnTo>
                    <a:pt x="6312100" y="1338244"/>
                  </a:lnTo>
                  <a:lnTo>
                    <a:pt x="6354887" y="1386418"/>
                  </a:lnTo>
                  <a:lnTo>
                    <a:pt x="6397343" y="1431441"/>
                  </a:lnTo>
                  <a:lnTo>
                    <a:pt x="6439658" y="1473224"/>
                  </a:lnTo>
                  <a:lnTo>
                    <a:pt x="6482106" y="1511763"/>
                  </a:lnTo>
                  <a:lnTo>
                    <a:pt x="6515891" y="1539895"/>
                  </a:lnTo>
                  <a:lnTo>
                    <a:pt x="6563674" y="1575710"/>
                  </a:lnTo>
                  <a:lnTo>
                    <a:pt x="6613147" y="1607819"/>
                  </a:lnTo>
                  <a:lnTo>
                    <a:pt x="6665132" y="1636426"/>
                  </a:lnTo>
                  <a:lnTo>
                    <a:pt x="6720542" y="1661867"/>
                  </a:lnTo>
                  <a:lnTo>
                    <a:pt x="6780304" y="1684515"/>
                  </a:lnTo>
                  <a:lnTo>
                    <a:pt x="6845270" y="1704727"/>
                  </a:lnTo>
                  <a:lnTo>
                    <a:pt x="6916106" y="1722809"/>
                  </a:lnTo>
                  <a:lnTo>
                    <a:pt x="6993146" y="1739005"/>
                  </a:lnTo>
                  <a:lnTo>
                    <a:pt x="7076198" y="1753486"/>
                  </a:lnTo>
                  <a:lnTo>
                    <a:pt x="7164316" y="1766350"/>
                  </a:lnTo>
                  <a:lnTo>
                    <a:pt x="7255597" y="1777629"/>
                  </a:lnTo>
                  <a:lnTo>
                    <a:pt x="7347068" y="1787306"/>
                  </a:lnTo>
                  <a:lnTo>
                    <a:pt x="7434800" y="1795339"/>
                  </a:lnTo>
                  <a:lnTo>
                    <a:pt x="7514341" y="1801709"/>
                  </a:lnTo>
                  <a:lnTo>
                    <a:pt x="7581465" y="1806450"/>
                  </a:lnTo>
                  <a:lnTo>
                    <a:pt x="7633093" y="1809692"/>
                  </a:lnTo>
                  <a:lnTo>
                    <a:pt x="7668082" y="1811656"/>
                  </a:lnTo>
                  <a:lnTo>
                    <a:pt x="7687627" y="1812641"/>
                  </a:lnTo>
                  <a:lnTo>
                    <a:pt x="7695202" y="1812986"/>
                  </a:lnTo>
                  <a:lnTo>
                    <a:pt x="7696237" y="1813029"/>
                  </a:lnTo>
                  <a:lnTo>
                    <a:pt x="8234974" y="18130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2" name="pl982"/>
            <p:cNvSpPr/>
            <p:nvPr/>
          </p:nvSpPr>
          <p:spPr>
            <a:xfrm>
              <a:off x="546595" y="3804840"/>
              <a:ext cx="8234974" cy="1813029"/>
            </a:xfrm>
            <a:custGeom>
              <a:avLst/>
              <a:pathLst>
                <a:path w="8234974" h="1813029">
                  <a:moveTo>
                    <a:pt x="8234974" y="1813029"/>
                  </a:moveTo>
                  <a:lnTo>
                    <a:pt x="7696237" y="1813029"/>
                  </a:lnTo>
                  <a:lnTo>
                    <a:pt x="7694983" y="1812977"/>
                  </a:lnTo>
                  <a:lnTo>
                    <a:pt x="7686796" y="1812602"/>
                  </a:lnTo>
                  <a:lnTo>
                    <a:pt x="7666359" y="1811564"/>
                  </a:lnTo>
                  <a:lnTo>
                    <a:pt x="7630333" y="1809528"/>
                  </a:lnTo>
                  <a:lnTo>
                    <a:pt x="7577672" y="1806198"/>
                  </a:lnTo>
                  <a:lnTo>
                    <a:pt x="7509659" y="1801356"/>
                  </a:lnTo>
                  <a:lnTo>
                    <a:pt x="7429471" y="1794883"/>
                  </a:lnTo>
                  <a:lnTo>
                    <a:pt x="7341374" y="1786745"/>
                  </a:lnTo>
                  <a:lnTo>
                    <a:pt x="7249808" y="1776966"/>
                  </a:lnTo>
                  <a:lnTo>
                    <a:pt x="7158650" y="1765587"/>
                  </a:lnTo>
                  <a:lnTo>
                    <a:pt x="7070805" y="1752622"/>
                  </a:lnTo>
                  <a:lnTo>
                    <a:pt x="6988113" y="1738037"/>
                  </a:lnTo>
                  <a:lnTo>
                    <a:pt x="6911464" y="1721728"/>
                  </a:lnTo>
                  <a:lnTo>
                    <a:pt x="6841012" y="1703520"/>
                  </a:lnTo>
                  <a:lnTo>
                    <a:pt x="6776396" y="1683165"/>
                  </a:lnTo>
                  <a:lnTo>
                    <a:pt x="6716934" y="1660351"/>
                  </a:lnTo>
                  <a:lnTo>
                    <a:pt x="6661767" y="1634722"/>
                  </a:lnTo>
                  <a:lnTo>
                    <a:pt x="6609968" y="1605904"/>
                  </a:lnTo>
                  <a:lnTo>
                    <a:pt x="6560624" y="1573566"/>
                  </a:lnTo>
                  <a:lnTo>
                    <a:pt x="6515891" y="1539895"/>
                  </a:lnTo>
                  <a:lnTo>
                    <a:pt x="6473081" y="1503863"/>
                  </a:lnTo>
                  <a:lnTo>
                    <a:pt x="6430689" y="1464640"/>
                  </a:lnTo>
                  <a:lnTo>
                    <a:pt x="6388364" y="1422168"/>
                  </a:lnTo>
                  <a:lnTo>
                    <a:pt x="6345851" y="1376466"/>
                  </a:lnTo>
                  <a:lnTo>
                    <a:pt x="6302977" y="1327645"/>
                  </a:lnTo>
                  <a:lnTo>
                    <a:pt x="6259643" y="1275910"/>
                  </a:lnTo>
                  <a:lnTo>
                    <a:pt x="6215815" y="1221565"/>
                  </a:lnTo>
                  <a:lnTo>
                    <a:pt x="6171520" y="1165008"/>
                  </a:lnTo>
                  <a:lnTo>
                    <a:pt x="6126833" y="1106726"/>
                  </a:lnTo>
                  <a:lnTo>
                    <a:pt x="6081867" y="1047274"/>
                  </a:lnTo>
                  <a:lnTo>
                    <a:pt x="6036765" y="987259"/>
                  </a:lnTo>
                  <a:lnTo>
                    <a:pt x="5991679" y="927311"/>
                  </a:lnTo>
                  <a:lnTo>
                    <a:pt x="5946761" y="868058"/>
                  </a:lnTo>
                  <a:lnTo>
                    <a:pt x="5902148" y="810097"/>
                  </a:lnTo>
                  <a:lnTo>
                    <a:pt x="5857948" y="753971"/>
                  </a:lnTo>
                  <a:lnTo>
                    <a:pt x="5814224" y="700149"/>
                  </a:lnTo>
                  <a:lnTo>
                    <a:pt x="5770992" y="649010"/>
                  </a:lnTo>
                  <a:lnTo>
                    <a:pt x="5728206" y="600836"/>
                  </a:lnTo>
                  <a:lnTo>
                    <a:pt x="5685750" y="555813"/>
                  </a:lnTo>
                  <a:lnTo>
                    <a:pt x="5643435" y="514030"/>
                  </a:lnTo>
                  <a:lnTo>
                    <a:pt x="5600987" y="475491"/>
                  </a:lnTo>
                  <a:lnTo>
                    <a:pt x="5567201" y="447359"/>
                  </a:lnTo>
                  <a:lnTo>
                    <a:pt x="5519418" y="411544"/>
                  </a:lnTo>
                  <a:lnTo>
                    <a:pt x="5469945" y="379435"/>
                  </a:lnTo>
                  <a:lnTo>
                    <a:pt x="5417961" y="350828"/>
                  </a:lnTo>
                  <a:lnTo>
                    <a:pt x="5362551" y="325387"/>
                  </a:lnTo>
                  <a:lnTo>
                    <a:pt x="5302789" y="302739"/>
                  </a:lnTo>
                  <a:lnTo>
                    <a:pt x="5237823" y="282527"/>
                  </a:lnTo>
                  <a:lnTo>
                    <a:pt x="5166987" y="264445"/>
                  </a:lnTo>
                  <a:lnTo>
                    <a:pt x="5089947" y="248249"/>
                  </a:lnTo>
                  <a:lnTo>
                    <a:pt x="5006895" y="233768"/>
                  </a:lnTo>
                  <a:lnTo>
                    <a:pt x="4918776" y="220904"/>
                  </a:lnTo>
                  <a:lnTo>
                    <a:pt x="4827495" y="209625"/>
                  </a:lnTo>
                  <a:lnTo>
                    <a:pt x="4736024" y="199948"/>
                  </a:lnTo>
                  <a:lnTo>
                    <a:pt x="4648292" y="191915"/>
                  </a:lnTo>
                  <a:lnTo>
                    <a:pt x="4568752" y="185545"/>
                  </a:lnTo>
                  <a:lnTo>
                    <a:pt x="4501628" y="180804"/>
                  </a:lnTo>
                  <a:lnTo>
                    <a:pt x="4450000" y="177562"/>
                  </a:lnTo>
                  <a:lnTo>
                    <a:pt x="4415011" y="175598"/>
                  </a:lnTo>
                  <a:lnTo>
                    <a:pt x="4395466" y="174613"/>
                  </a:lnTo>
                  <a:lnTo>
                    <a:pt x="4387891" y="174268"/>
                  </a:lnTo>
                  <a:lnTo>
                    <a:pt x="4386855" y="174225"/>
                  </a:lnTo>
                  <a:lnTo>
                    <a:pt x="3848118" y="174225"/>
                  </a:lnTo>
                  <a:lnTo>
                    <a:pt x="3846816" y="174219"/>
                  </a:lnTo>
                  <a:lnTo>
                    <a:pt x="3838321" y="174177"/>
                  </a:lnTo>
                  <a:lnTo>
                    <a:pt x="3817144" y="174063"/>
                  </a:lnTo>
                  <a:lnTo>
                    <a:pt x="3779889" y="173838"/>
                  </a:lnTo>
                  <a:lnTo>
                    <a:pt x="3725582" y="173470"/>
                  </a:lnTo>
                  <a:lnTo>
                    <a:pt x="3655685" y="172936"/>
                  </a:lnTo>
                  <a:lnTo>
                    <a:pt x="3573611" y="172224"/>
                  </a:lnTo>
                  <a:lnTo>
                    <a:pt x="3483841" y="171330"/>
                  </a:lnTo>
                  <a:lnTo>
                    <a:pt x="3390960" y="170258"/>
                  </a:lnTo>
                  <a:lnTo>
                    <a:pt x="3298898" y="169012"/>
                  </a:lnTo>
                  <a:lnTo>
                    <a:pt x="3210540" y="167592"/>
                  </a:lnTo>
                  <a:lnTo>
                    <a:pt x="3127653" y="165995"/>
                  </a:lnTo>
                  <a:lnTo>
                    <a:pt x="3051034" y="164207"/>
                  </a:lnTo>
                  <a:lnTo>
                    <a:pt x="2980740" y="162207"/>
                  </a:lnTo>
                  <a:lnTo>
                    <a:pt x="2916328" y="159968"/>
                  </a:lnTo>
                  <a:lnTo>
                    <a:pt x="2857042" y="157453"/>
                  </a:lnTo>
                  <a:lnTo>
                    <a:pt x="2801968" y="154623"/>
                  </a:lnTo>
                  <a:lnTo>
                    <a:pt x="2750139" y="151436"/>
                  </a:lnTo>
                  <a:lnTo>
                    <a:pt x="2700623" y="147859"/>
                  </a:lnTo>
                  <a:lnTo>
                    <a:pt x="2667772" y="145187"/>
                  </a:lnTo>
                  <a:lnTo>
                    <a:pt x="2615172" y="140426"/>
                  </a:lnTo>
                  <a:lnTo>
                    <a:pt x="2563075" y="135149"/>
                  </a:lnTo>
                  <a:lnTo>
                    <a:pt x="2510891" y="129349"/>
                  </a:lnTo>
                  <a:lnTo>
                    <a:pt x="2458234" y="123041"/>
                  </a:lnTo>
                  <a:lnTo>
                    <a:pt x="2404892" y="116261"/>
                  </a:lnTo>
                  <a:lnTo>
                    <a:pt x="2350808" y="109070"/>
                  </a:lnTo>
                  <a:lnTo>
                    <a:pt x="2296055" y="101553"/>
                  </a:lnTo>
                  <a:lnTo>
                    <a:pt x="2240810" y="93812"/>
                  </a:lnTo>
                  <a:lnTo>
                    <a:pt x="2185322" y="85965"/>
                  </a:lnTo>
                  <a:lnTo>
                    <a:pt x="2129877" y="78136"/>
                  </a:lnTo>
                  <a:lnTo>
                    <a:pt x="2074753" y="70448"/>
                  </a:lnTo>
                  <a:lnTo>
                    <a:pt x="2020180" y="63016"/>
                  </a:lnTo>
                  <a:lnTo>
                    <a:pt x="1966311" y="55938"/>
                  </a:lnTo>
                  <a:lnTo>
                    <a:pt x="1913181" y="49291"/>
                  </a:lnTo>
                  <a:lnTo>
                    <a:pt x="1860692" y="43128"/>
                  </a:lnTo>
                  <a:lnTo>
                    <a:pt x="1808581" y="37480"/>
                  </a:lnTo>
                  <a:lnTo>
                    <a:pt x="1756408" y="32355"/>
                  </a:lnTo>
                  <a:lnTo>
                    <a:pt x="1719082" y="29037"/>
                  </a:lnTo>
                  <a:lnTo>
                    <a:pt x="1670670" y="25183"/>
                  </a:lnTo>
                  <a:lnTo>
                    <a:pt x="1620513" y="21732"/>
                  </a:lnTo>
                  <a:lnTo>
                    <a:pt x="1567756" y="18663"/>
                  </a:lnTo>
                  <a:lnTo>
                    <a:pt x="1511446" y="15938"/>
                  </a:lnTo>
                  <a:lnTo>
                    <a:pt x="1450622" y="13515"/>
                  </a:lnTo>
                  <a:lnTo>
                    <a:pt x="1384408" y="11356"/>
                  </a:lnTo>
                  <a:lnTo>
                    <a:pt x="1312130" y="9427"/>
                  </a:lnTo>
                  <a:lnTo>
                    <a:pt x="1233479" y="7701"/>
                  </a:lnTo>
                  <a:lnTo>
                    <a:pt x="1148722" y="6161"/>
                  </a:lnTo>
                  <a:lnTo>
                    <a:pt x="1058942" y="4797"/>
                  </a:lnTo>
                  <a:lnTo>
                    <a:pt x="966252" y="3606"/>
                  </a:lnTo>
                  <a:lnTo>
                    <a:pt x="873893" y="2590"/>
                  </a:lnTo>
                  <a:lnTo>
                    <a:pt x="786062" y="1754"/>
                  </a:lnTo>
                  <a:lnTo>
                    <a:pt x="707408" y="1099"/>
                  </a:lnTo>
                  <a:lnTo>
                    <a:pt x="642181" y="620"/>
                  </a:lnTo>
                  <a:lnTo>
                    <a:pt x="593254" y="301"/>
                  </a:lnTo>
                  <a:lnTo>
                    <a:pt x="561342" y="115"/>
                  </a:lnTo>
                  <a:lnTo>
                    <a:pt x="544677" y="27"/>
                  </a:lnTo>
                  <a:lnTo>
                    <a:pt x="539157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3" name="pg983"/>
            <p:cNvSpPr/>
            <p:nvPr/>
          </p:nvSpPr>
          <p:spPr>
            <a:xfrm>
              <a:off x="546595" y="1790363"/>
              <a:ext cx="8234974" cy="3718616"/>
            </a:xfrm>
            <a:custGeom>
              <a:avLst/>
              <a:pathLst>
                <a:path w="8234974" h="3718616">
                  <a:moveTo>
                    <a:pt x="0" y="2275815"/>
                  </a:moveTo>
                  <a:lnTo>
                    <a:pt x="538736" y="2275815"/>
                  </a:lnTo>
                  <a:lnTo>
                    <a:pt x="540001" y="2275861"/>
                  </a:lnTo>
                  <a:lnTo>
                    <a:pt x="548256" y="2276195"/>
                  </a:lnTo>
                  <a:lnTo>
                    <a:pt x="568856" y="2277116"/>
                  </a:lnTo>
                  <a:lnTo>
                    <a:pt x="605153" y="2278924"/>
                  </a:lnTo>
                  <a:lnTo>
                    <a:pt x="658177" y="2281881"/>
                  </a:lnTo>
                  <a:lnTo>
                    <a:pt x="726607" y="2286178"/>
                  </a:lnTo>
                  <a:lnTo>
                    <a:pt x="807215" y="2291921"/>
                  </a:lnTo>
                  <a:lnTo>
                    <a:pt x="895685" y="2299138"/>
                  </a:lnTo>
                  <a:lnTo>
                    <a:pt x="987546" y="2307807"/>
                  </a:lnTo>
                  <a:lnTo>
                    <a:pt x="1078910" y="2317892"/>
                  </a:lnTo>
                  <a:lnTo>
                    <a:pt x="1166873" y="2329381"/>
                  </a:lnTo>
                  <a:lnTo>
                    <a:pt x="1249611" y="2342308"/>
                  </a:lnTo>
                  <a:lnTo>
                    <a:pt x="1326256" y="2356764"/>
                  </a:lnTo>
                  <a:lnTo>
                    <a:pt x="1396674" y="2372910"/>
                  </a:lnTo>
                  <a:lnTo>
                    <a:pt x="1461245" y="2390968"/>
                  </a:lnTo>
                  <a:lnTo>
                    <a:pt x="1520667" y="2411214"/>
                  </a:lnTo>
                  <a:lnTo>
                    <a:pt x="1575811" y="2433970"/>
                  </a:lnTo>
                  <a:lnTo>
                    <a:pt x="1627615" y="2459564"/>
                  </a:lnTo>
                  <a:lnTo>
                    <a:pt x="1676994" y="2488289"/>
                  </a:lnTo>
                  <a:lnTo>
                    <a:pt x="1719082" y="2516282"/>
                  </a:lnTo>
                  <a:lnTo>
                    <a:pt x="1763377" y="2549162"/>
                  </a:lnTo>
                  <a:lnTo>
                    <a:pt x="1807238" y="2585053"/>
                  </a:lnTo>
                  <a:lnTo>
                    <a:pt x="1851048" y="2624009"/>
                  </a:lnTo>
                  <a:lnTo>
                    <a:pt x="1895083" y="2666003"/>
                  </a:lnTo>
                  <a:lnTo>
                    <a:pt x="1939524" y="2710916"/>
                  </a:lnTo>
                  <a:lnTo>
                    <a:pt x="1984468" y="2758533"/>
                  </a:lnTo>
                  <a:lnTo>
                    <a:pt x="2029939" y="2808539"/>
                  </a:lnTo>
                  <a:lnTo>
                    <a:pt x="2075895" y="2860525"/>
                  </a:lnTo>
                  <a:lnTo>
                    <a:pt x="2122241" y="2913997"/>
                  </a:lnTo>
                  <a:lnTo>
                    <a:pt x="2168839" y="2968396"/>
                  </a:lnTo>
                  <a:lnTo>
                    <a:pt x="2215528" y="3023121"/>
                  </a:lnTo>
                  <a:lnTo>
                    <a:pt x="2262135" y="3077553"/>
                  </a:lnTo>
                  <a:lnTo>
                    <a:pt x="2308498" y="3131089"/>
                  </a:lnTo>
                  <a:lnTo>
                    <a:pt x="2354478" y="3183167"/>
                  </a:lnTo>
                  <a:lnTo>
                    <a:pt x="2399976" y="3233290"/>
                  </a:lnTo>
                  <a:lnTo>
                    <a:pt x="2444949" y="3281043"/>
                  </a:lnTo>
                  <a:lnTo>
                    <a:pt x="2489414" y="3326106"/>
                  </a:lnTo>
                  <a:lnTo>
                    <a:pt x="2533467" y="3368259"/>
                  </a:lnTo>
                  <a:lnTo>
                    <a:pt x="2577283" y="3407379"/>
                  </a:lnTo>
                  <a:lnTo>
                    <a:pt x="2621133" y="3443433"/>
                  </a:lnTo>
                  <a:lnTo>
                    <a:pt x="2665392" y="3476471"/>
                  </a:lnTo>
                  <a:lnTo>
                    <a:pt x="2667772" y="3478149"/>
                  </a:lnTo>
                  <a:lnTo>
                    <a:pt x="2715695" y="3509767"/>
                  </a:lnTo>
                  <a:lnTo>
                    <a:pt x="2765320" y="3538103"/>
                  </a:lnTo>
                  <a:lnTo>
                    <a:pt x="2817475" y="3563340"/>
                  </a:lnTo>
                  <a:lnTo>
                    <a:pt x="2873084" y="3585776"/>
                  </a:lnTo>
                  <a:lnTo>
                    <a:pt x="2933081" y="3605743"/>
                  </a:lnTo>
                  <a:lnTo>
                    <a:pt x="2998323" y="3623557"/>
                  </a:lnTo>
                  <a:lnTo>
                    <a:pt x="3069477" y="3639490"/>
                  </a:lnTo>
                  <a:lnTo>
                    <a:pt x="3146874" y="3653755"/>
                  </a:lnTo>
                  <a:lnTo>
                    <a:pt x="3230303" y="3666505"/>
                  </a:lnTo>
                  <a:lnTo>
                    <a:pt x="3318792" y="3677825"/>
                  </a:lnTo>
                  <a:lnTo>
                    <a:pt x="3410390" y="3687742"/>
                  </a:lnTo>
                  <a:lnTo>
                    <a:pt x="3502066" y="3696238"/>
                  </a:lnTo>
                  <a:lnTo>
                    <a:pt x="3589833" y="3703278"/>
                  </a:lnTo>
                  <a:lnTo>
                    <a:pt x="3669192" y="3708845"/>
                  </a:lnTo>
                  <a:lnTo>
                    <a:pt x="3735911" y="3712974"/>
                  </a:lnTo>
                  <a:lnTo>
                    <a:pt x="3786951" y="3715780"/>
                  </a:lnTo>
                  <a:lnTo>
                    <a:pt x="3821259" y="3717467"/>
                  </a:lnTo>
                  <a:lnTo>
                    <a:pt x="3840155" y="3718302"/>
                  </a:lnTo>
                  <a:lnTo>
                    <a:pt x="3847251" y="3718585"/>
                  </a:lnTo>
                  <a:lnTo>
                    <a:pt x="3848118" y="3718616"/>
                  </a:lnTo>
                  <a:lnTo>
                    <a:pt x="4386855" y="3718616"/>
                  </a:lnTo>
                  <a:lnTo>
                    <a:pt x="4387805" y="3718527"/>
                  </a:lnTo>
                  <a:lnTo>
                    <a:pt x="4394050" y="3717889"/>
                  </a:lnTo>
                  <a:lnTo>
                    <a:pt x="4409784" y="3716127"/>
                  </a:lnTo>
                  <a:lnTo>
                    <a:pt x="4437887" y="3712658"/>
                  </a:lnTo>
                  <a:lnTo>
                    <a:pt x="4479713" y="3706947"/>
                  </a:lnTo>
                  <a:lnTo>
                    <a:pt x="4534982" y="3698564"/>
                  </a:lnTo>
                  <a:lnTo>
                    <a:pt x="4601933" y="3687219"/>
                  </a:lnTo>
                  <a:lnTo>
                    <a:pt x="4677732" y="3672774"/>
                  </a:lnTo>
                  <a:lnTo>
                    <a:pt x="4759031" y="3655215"/>
                  </a:lnTo>
                  <a:lnTo>
                    <a:pt x="4842534" y="3634596"/>
                  </a:lnTo>
                  <a:lnTo>
                    <a:pt x="4925406" y="3610984"/>
                  </a:lnTo>
                  <a:lnTo>
                    <a:pt x="5005499" y="3584403"/>
                  </a:lnTo>
                  <a:lnTo>
                    <a:pt x="5081403" y="3554797"/>
                  </a:lnTo>
                  <a:lnTo>
                    <a:pt x="5152369" y="3522005"/>
                  </a:lnTo>
                  <a:lnTo>
                    <a:pt x="5218181" y="3485755"/>
                  </a:lnTo>
                  <a:lnTo>
                    <a:pt x="5279013" y="3445659"/>
                  </a:lnTo>
                  <a:lnTo>
                    <a:pt x="5335302" y="3401228"/>
                  </a:lnTo>
                  <a:lnTo>
                    <a:pt x="5387643" y="3351884"/>
                  </a:lnTo>
                  <a:lnTo>
                    <a:pt x="5436717" y="3296996"/>
                  </a:lnTo>
                  <a:lnTo>
                    <a:pt x="5483227" y="3235937"/>
                  </a:lnTo>
                  <a:lnTo>
                    <a:pt x="5527849" y="3168175"/>
                  </a:lnTo>
                  <a:lnTo>
                    <a:pt x="5567201" y="3100662"/>
                  </a:lnTo>
                  <a:lnTo>
                    <a:pt x="5598906" y="3041083"/>
                  </a:lnTo>
                  <a:lnTo>
                    <a:pt x="5630325" y="2977589"/>
                  </a:lnTo>
                  <a:lnTo>
                    <a:pt x="5661617" y="2910100"/>
                  </a:lnTo>
                  <a:lnTo>
                    <a:pt x="5692908" y="2838587"/>
                  </a:lnTo>
                  <a:lnTo>
                    <a:pt x="5724299" y="2763073"/>
                  </a:lnTo>
                  <a:lnTo>
                    <a:pt x="5755864" y="2683645"/>
                  </a:lnTo>
                  <a:lnTo>
                    <a:pt x="5787657" y="2600450"/>
                  </a:lnTo>
                  <a:lnTo>
                    <a:pt x="5819708" y="2513705"/>
                  </a:lnTo>
                  <a:lnTo>
                    <a:pt x="5852029" y="2423691"/>
                  </a:lnTo>
                  <a:lnTo>
                    <a:pt x="5884616" y="2330755"/>
                  </a:lnTo>
                  <a:lnTo>
                    <a:pt x="5917445" y="2235304"/>
                  </a:lnTo>
                  <a:lnTo>
                    <a:pt x="5950483" y="2137803"/>
                  </a:lnTo>
                  <a:lnTo>
                    <a:pt x="5983682" y="2038760"/>
                  </a:lnTo>
                  <a:lnTo>
                    <a:pt x="6016988" y="1938722"/>
                  </a:lnTo>
                  <a:lnTo>
                    <a:pt x="6050340" y="1838258"/>
                  </a:lnTo>
                  <a:lnTo>
                    <a:pt x="6083675" y="1737947"/>
                  </a:lnTo>
                  <a:lnTo>
                    <a:pt x="6116932" y="1638364"/>
                  </a:lnTo>
                  <a:lnTo>
                    <a:pt x="6150052" y="1540068"/>
                  </a:lnTo>
                  <a:lnTo>
                    <a:pt x="6182985" y="1443587"/>
                  </a:lnTo>
                  <a:lnTo>
                    <a:pt x="6215690" y="1349408"/>
                  </a:lnTo>
                  <a:lnTo>
                    <a:pt x="6248139" y="1257965"/>
                  </a:lnTo>
                  <a:lnTo>
                    <a:pt x="6280317" y="1169635"/>
                  </a:lnTo>
                  <a:lnTo>
                    <a:pt x="6312229" y="1084731"/>
                  </a:lnTo>
                  <a:lnTo>
                    <a:pt x="6343897" y="1003500"/>
                  </a:lnTo>
                  <a:lnTo>
                    <a:pt x="6375362" y="926121"/>
                  </a:lnTo>
                  <a:lnTo>
                    <a:pt x="6406690" y="852710"/>
                  </a:lnTo>
                  <a:lnTo>
                    <a:pt x="6437967" y="783319"/>
                  </a:lnTo>
                  <a:lnTo>
                    <a:pt x="6469308" y="717944"/>
                  </a:lnTo>
                  <a:lnTo>
                    <a:pt x="6500856" y="656527"/>
                  </a:lnTo>
                  <a:lnTo>
                    <a:pt x="6515891" y="628843"/>
                  </a:lnTo>
                  <a:lnTo>
                    <a:pt x="6559319" y="554754"/>
                  </a:lnTo>
                  <a:lnTo>
                    <a:pt x="6604089" y="487631"/>
                  </a:lnTo>
                  <a:lnTo>
                    <a:pt x="6650807" y="427169"/>
                  </a:lnTo>
                  <a:lnTo>
                    <a:pt x="6700155" y="372822"/>
                  </a:lnTo>
                  <a:lnTo>
                    <a:pt x="6752835" y="323960"/>
                  </a:lnTo>
                  <a:lnTo>
                    <a:pt x="6809521" y="279954"/>
                  </a:lnTo>
                  <a:lnTo>
                    <a:pt x="6870800" y="240234"/>
                  </a:lnTo>
                  <a:lnTo>
                    <a:pt x="6937088" y="204318"/>
                  </a:lnTo>
                  <a:lnTo>
                    <a:pt x="7008528" y="171832"/>
                  </a:lnTo>
                  <a:lnTo>
                    <a:pt x="7084861" y="142511"/>
                  </a:lnTo>
                  <a:lnTo>
                    <a:pt x="7165282" y="116207"/>
                  </a:lnTo>
                  <a:lnTo>
                    <a:pt x="7248314" y="92870"/>
                  </a:lnTo>
                  <a:lnTo>
                    <a:pt x="7331741" y="72532"/>
                  </a:lnTo>
                  <a:lnTo>
                    <a:pt x="7412674" y="55259"/>
                  </a:lnTo>
                  <a:lnTo>
                    <a:pt x="7487789" y="41105"/>
                  </a:lnTo>
                  <a:lnTo>
                    <a:pt x="7553763" y="30042"/>
                  </a:lnTo>
                  <a:lnTo>
                    <a:pt x="7607840" y="21921"/>
                  </a:lnTo>
                  <a:lnTo>
                    <a:pt x="7648380" y="16439"/>
                  </a:lnTo>
                  <a:lnTo>
                    <a:pt x="7675254" y="13152"/>
                  </a:lnTo>
                  <a:lnTo>
                    <a:pt x="7689965" y="11518"/>
                  </a:lnTo>
                  <a:lnTo>
                    <a:pt x="7695524" y="10955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7" y="89"/>
                  </a:lnTo>
                  <a:lnTo>
                    <a:pt x="7689042" y="727"/>
                  </a:lnTo>
                  <a:lnTo>
                    <a:pt x="7673309" y="2489"/>
                  </a:lnTo>
                  <a:lnTo>
                    <a:pt x="7645205" y="5958"/>
                  </a:lnTo>
                  <a:lnTo>
                    <a:pt x="7603380" y="11669"/>
                  </a:lnTo>
                  <a:lnTo>
                    <a:pt x="7548111" y="20052"/>
                  </a:lnTo>
                  <a:lnTo>
                    <a:pt x="7481159" y="31397"/>
                  </a:lnTo>
                  <a:lnTo>
                    <a:pt x="7405361" y="45841"/>
                  </a:lnTo>
                  <a:lnTo>
                    <a:pt x="7324061" y="63401"/>
                  </a:lnTo>
                  <a:lnTo>
                    <a:pt x="7240558" y="84020"/>
                  </a:lnTo>
                  <a:lnTo>
                    <a:pt x="7157687" y="107632"/>
                  </a:lnTo>
                  <a:lnTo>
                    <a:pt x="7077594" y="134213"/>
                  </a:lnTo>
                  <a:lnTo>
                    <a:pt x="7001690" y="163819"/>
                  </a:lnTo>
                  <a:lnTo>
                    <a:pt x="6930724" y="196611"/>
                  </a:lnTo>
                  <a:lnTo>
                    <a:pt x="6864911" y="232861"/>
                  </a:lnTo>
                  <a:lnTo>
                    <a:pt x="6804079" y="272957"/>
                  </a:lnTo>
                  <a:lnTo>
                    <a:pt x="6747791" y="317388"/>
                  </a:lnTo>
                  <a:lnTo>
                    <a:pt x="6695450" y="366732"/>
                  </a:lnTo>
                  <a:lnTo>
                    <a:pt x="6646375" y="421620"/>
                  </a:lnTo>
                  <a:lnTo>
                    <a:pt x="6599865" y="482679"/>
                  </a:lnTo>
                  <a:lnTo>
                    <a:pt x="6555243" y="550441"/>
                  </a:lnTo>
                  <a:lnTo>
                    <a:pt x="6515891" y="617954"/>
                  </a:lnTo>
                  <a:lnTo>
                    <a:pt x="6484187" y="677533"/>
                  </a:lnTo>
                  <a:lnTo>
                    <a:pt x="6452767" y="741027"/>
                  </a:lnTo>
                  <a:lnTo>
                    <a:pt x="6421475" y="808515"/>
                  </a:lnTo>
                  <a:lnTo>
                    <a:pt x="6390184" y="880029"/>
                  </a:lnTo>
                  <a:lnTo>
                    <a:pt x="6358793" y="955543"/>
                  </a:lnTo>
                  <a:lnTo>
                    <a:pt x="6327228" y="1034971"/>
                  </a:lnTo>
                  <a:lnTo>
                    <a:pt x="6295436" y="1118165"/>
                  </a:lnTo>
                  <a:lnTo>
                    <a:pt x="6263385" y="1204911"/>
                  </a:lnTo>
                  <a:lnTo>
                    <a:pt x="6231063" y="1294925"/>
                  </a:lnTo>
                  <a:lnTo>
                    <a:pt x="6198477" y="1387861"/>
                  </a:lnTo>
                  <a:lnTo>
                    <a:pt x="6165647" y="1483312"/>
                  </a:lnTo>
                  <a:lnTo>
                    <a:pt x="6132609" y="1580813"/>
                  </a:lnTo>
                  <a:lnTo>
                    <a:pt x="6099410" y="1679856"/>
                  </a:lnTo>
                  <a:lnTo>
                    <a:pt x="6066105" y="1779894"/>
                  </a:lnTo>
                  <a:lnTo>
                    <a:pt x="6032753" y="1880358"/>
                  </a:lnTo>
                  <a:lnTo>
                    <a:pt x="5999417" y="1980669"/>
                  </a:lnTo>
                  <a:lnTo>
                    <a:pt x="5966161" y="2080252"/>
                  </a:lnTo>
                  <a:lnTo>
                    <a:pt x="5933040" y="2178548"/>
                  </a:lnTo>
                  <a:lnTo>
                    <a:pt x="5900107" y="2275029"/>
                  </a:lnTo>
                  <a:lnTo>
                    <a:pt x="5867402" y="2369208"/>
                  </a:lnTo>
                  <a:lnTo>
                    <a:pt x="5834954" y="2460651"/>
                  </a:lnTo>
                  <a:lnTo>
                    <a:pt x="5802775" y="2548981"/>
                  </a:lnTo>
                  <a:lnTo>
                    <a:pt x="5770863" y="2633884"/>
                  </a:lnTo>
                  <a:lnTo>
                    <a:pt x="5739196" y="2715116"/>
                  </a:lnTo>
                  <a:lnTo>
                    <a:pt x="5707730" y="2792494"/>
                  </a:lnTo>
                  <a:lnTo>
                    <a:pt x="5676403" y="2865906"/>
                  </a:lnTo>
                  <a:lnTo>
                    <a:pt x="5645126" y="2935297"/>
                  </a:lnTo>
                  <a:lnTo>
                    <a:pt x="5613784" y="3000672"/>
                  </a:lnTo>
                  <a:lnTo>
                    <a:pt x="5582236" y="3062089"/>
                  </a:lnTo>
                  <a:lnTo>
                    <a:pt x="5567201" y="3089773"/>
                  </a:lnTo>
                  <a:lnTo>
                    <a:pt x="5523774" y="3163862"/>
                  </a:lnTo>
                  <a:lnTo>
                    <a:pt x="5479004" y="3230985"/>
                  </a:lnTo>
                  <a:lnTo>
                    <a:pt x="5432285" y="3291447"/>
                  </a:lnTo>
                  <a:lnTo>
                    <a:pt x="5382937" y="3345794"/>
                  </a:lnTo>
                  <a:lnTo>
                    <a:pt x="5330258" y="3394656"/>
                  </a:lnTo>
                  <a:lnTo>
                    <a:pt x="5273571" y="3438662"/>
                  </a:lnTo>
                  <a:lnTo>
                    <a:pt x="5212293" y="3478382"/>
                  </a:lnTo>
                  <a:lnTo>
                    <a:pt x="5146005" y="3514297"/>
                  </a:lnTo>
                  <a:lnTo>
                    <a:pt x="5074565" y="3546784"/>
                  </a:lnTo>
                  <a:lnTo>
                    <a:pt x="4998232" y="3576105"/>
                  </a:lnTo>
                  <a:lnTo>
                    <a:pt x="4917810" y="3602409"/>
                  </a:lnTo>
                  <a:lnTo>
                    <a:pt x="4834779" y="3625746"/>
                  </a:lnTo>
                  <a:lnTo>
                    <a:pt x="4751352" y="3646084"/>
                  </a:lnTo>
                  <a:lnTo>
                    <a:pt x="4670419" y="3663356"/>
                  </a:lnTo>
                  <a:lnTo>
                    <a:pt x="4595304" y="3677511"/>
                  </a:lnTo>
                  <a:lnTo>
                    <a:pt x="4529329" y="3688573"/>
                  </a:lnTo>
                  <a:lnTo>
                    <a:pt x="4475253" y="3696694"/>
                  </a:lnTo>
                  <a:lnTo>
                    <a:pt x="4434713" y="3702177"/>
                  </a:lnTo>
                  <a:lnTo>
                    <a:pt x="4407838" y="3705464"/>
                  </a:lnTo>
                  <a:lnTo>
                    <a:pt x="4393127" y="3707098"/>
                  </a:lnTo>
                  <a:lnTo>
                    <a:pt x="4387568" y="3707661"/>
                  </a:lnTo>
                  <a:lnTo>
                    <a:pt x="4386855" y="3707727"/>
                  </a:lnTo>
                  <a:lnTo>
                    <a:pt x="3848118" y="3707727"/>
                  </a:lnTo>
                  <a:lnTo>
                    <a:pt x="3846854" y="3707681"/>
                  </a:lnTo>
                  <a:lnTo>
                    <a:pt x="3838599" y="3707347"/>
                  </a:lnTo>
                  <a:lnTo>
                    <a:pt x="3817999" y="3706426"/>
                  </a:lnTo>
                  <a:lnTo>
                    <a:pt x="3781702" y="3704618"/>
                  </a:lnTo>
                  <a:lnTo>
                    <a:pt x="3728678" y="3701661"/>
                  </a:lnTo>
                  <a:lnTo>
                    <a:pt x="3660247" y="3697364"/>
                  </a:lnTo>
                  <a:lnTo>
                    <a:pt x="3579640" y="3691621"/>
                  </a:lnTo>
                  <a:lnTo>
                    <a:pt x="3491170" y="3684404"/>
                  </a:lnTo>
                  <a:lnTo>
                    <a:pt x="3399308" y="3675735"/>
                  </a:lnTo>
                  <a:lnTo>
                    <a:pt x="3307945" y="3665650"/>
                  </a:lnTo>
                  <a:lnTo>
                    <a:pt x="3219982" y="3654161"/>
                  </a:lnTo>
                  <a:lnTo>
                    <a:pt x="3137243" y="3641234"/>
                  </a:lnTo>
                  <a:lnTo>
                    <a:pt x="3060598" y="3626778"/>
                  </a:lnTo>
                  <a:lnTo>
                    <a:pt x="2990180" y="3610632"/>
                  </a:lnTo>
                  <a:lnTo>
                    <a:pt x="2925609" y="3592574"/>
                  </a:lnTo>
                  <a:lnTo>
                    <a:pt x="2866187" y="3572328"/>
                  </a:lnTo>
                  <a:lnTo>
                    <a:pt x="2811043" y="3549572"/>
                  </a:lnTo>
                  <a:lnTo>
                    <a:pt x="2759240" y="3523978"/>
                  </a:lnTo>
                  <a:lnTo>
                    <a:pt x="2709860" y="3495253"/>
                  </a:lnTo>
                  <a:lnTo>
                    <a:pt x="2667772" y="3467260"/>
                  </a:lnTo>
                  <a:lnTo>
                    <a:pt x="2623478" y="3434380"/>
                  </a:lnTo>
                  <a:lnTo>
                    <a:pt x="2579617" y="3398489"/>
                  </a:lnTo>
                  <a:lnTo>
                    <a:pt x="2535806" y="3359533"/>
                  </a:lnTo>
                  <a:lnTo>
                    <a:pt x="2491771" y="3317539"/>
                  </a:lnTo>
                  <a:lnTo>
                    <a:pt x="2447331" y="3272626"/>
                  </a:lnTo>
                  <a:lnTo>
                    <a:pt x="2402387" y="3225009"/>
                  </a:lnTo>
                  <a:lnTo>
                    <a:pt x="2356916" y="3175003"/>
                  </a:lnTo>
                  <a:lnTo>
                    <a:pt x="2310960" y="3123017"/>
                  </a:lnTo>
                  <a:lnTo>
                    <a:pt x="2264614" y="3069545"/>
                  </a:lnTo>
                  <a:lnTo>
                    <a:pt x="2218015" y="3015146"/>
                  </a:lnTo>
                  <a:lnTo>
                    <a:pt x="2171327" y="2960421"/>
                  </a:lnTo>
                  <a:lnTo>
                    <a:pt x="2124720" y="2905990"/>
                  </a:lnTo>
                  <a:lnTo>
                    <a:pt x="2078357" y="2852453"/>
                  </a:lnTo>
                  <a:lnTo>
                    <a:pt x="2032377" y="2800375"/>
                  </a:lnTo>
                  <a:lnTo>
                    <a:pt x="1986878" y="2750252"/>
                  </a:lnTo>
                  <a:lnTo>
                    <a:pt x="1941906" y="2702499"/>
                  </a:lnTo>
                  <a:lnTo>
                    <a:pt x="1897440" y="2657436"/>
                  </a:lnTo>
                  <a:lnTo>
                    <a:pt x="1853388" y="2615283"/>
                  </a:lnTo>
                  <a:lnTo>
                    <a:pt x="1809571" y="2576163"/>
                  </a:lnTo>
                  <a:lnTo>
                    <a:pt x="1765722" y="2540109"/>
                  </a:lnTo>
                  <a:lnTo>
                    <a:pt x="1721462" y="2507071"/>
                  </a:lnTo>
                  <a:lnTo>
                    <a:pt x="1719082" y="2505393"/>
                  </a:lnTo>
                  <a:lnTo>
                    <a:pt x="1671160" y="2473775"/>
                  </a:lnTo>
                  <a:lnTo>
                    <a:pt x="1621535" y="2445439"/>
                  </a:lnTo>
                  <a:lnTo>
                    <a:pt x="1569380" y="2420202"/>
                  </a:lnTo>
                  <a:lnTo>
                    <a:pt x="1513770" y="2397766"/>
                  </a:lnTo>
                  <a:lnTo>
                    <a:pt x="1453773" y="2377799"/>
                  </a:lnTo>
                  <a:lnTo>
                    <a:pt x="1388532" y="2359985"/>
                  </a:lnTo>
                  <a:lnTo>
                    <a:pt x="1317377" y="2344052"/>
                  </a:lnTo>
                  <a:lnTo>
                    <a:pt x="1239981" y="2329787"/>
                  </a:lnTo>
                  <a:lnTo>
                    <a:pt x="1156551" y="2317037"/>
                  </a:lnTo>
                  <a:lnTo>
                    <a:pt x="1068062" y="2305717"/>
                  </a:lnTo>
                  <a:lnTo>
                    <a:pt x="976465" y="2295800"/>
                  </a:lnTo>
                  <a:lnTo>
                    <a:pt x="884788" y="2287304"/>
                  </a:lnTo>
                  <a:lnTo>
                    <a:pt x="797022" y="2280264"/>
                  </a:lnTo>
                  <a:lnTo>
                    <a:pt x="717662" y="2274697"/>
                  </a:lnTo>
                  <a:lnTo>
                    <a:pt x="650944" y="2270568"/>
                  </a:lnTo>
                  <a:lnTo>
                    <a:pt x="599904" y="2267762"/>
                  </a:lnTo>
                  <a:lnTo>
                    <a:pt x="565596" y="2266075"/>
                  </a:lnTo>
                  <a:lnTo>
                    <a:pt x="546700" y="2265240"/>
                  </a:lnTo>
                  <a:lnTo>
                    <a:pt x="539604" y="2264957"/>
                  </a:lnTo>
                  <a:lnTo>
                    <a:pt x="538736" y="2264926"/>
                  </a:lnTo>
                  <a:lnTo>
                    <a:pt x="0" y="2264926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84" name="pl984"/>
            <p:cNvSpPr/>
            <p:nvPr/>
          </p:nvSpPr>
          <p:spPr>
            <a:xfrm>
              <a:off x="546595" y="1801252"/>
              <a:ext cx="8234974" cy="3707727"/>
            </a:xfrm>
            <a:custGeom>
              <a:avLst/>
              <a:pathLst>
                <a:path w="8234974" h="3707727">
                  <a:moveTo>
                    <a:pt x="0" y="2264926"/>
                  </a:moveTo>
                  <a:lnTo>
                    <a:pt x="538736" y="2264926"/>
                  </a:lnTo>
                  <a:lnTo>
                    <a:pt x="540001" y="2264972"/>
                  </a:lnTo>
                  <a:lnTo>
                    <a:pt x="548256" y="2265306"/>
                  </a:lnTo>
                  <a:lnTo>
                    <a:pt x="568856" y="2266227"/>
                  </a:lnTo>
                  <a:lnTo>
                    <a:pt x="605153" y="2268035"/>
                  </a:lnTo>
                  <a:lnTo>
                    <a:pt x="658177" y="2270992"/>
                  </a:lnTo>
                  <a:lnTo>
                    <a:pt x="726607" y="2275289"/>
                  </a:lnTo>
                  <a:lnTo>
                    <a:pt x="807215" y="2281032"/>
                  </a:lnTo>
                  <a:lnTo>
                    <a:pt x="895685" y="2288249"/>
                  </a:lnTo>
                  <a:lnTo>
                    <a:pt x="987546" y="2296918"/>
                  </a:lnTo>
                  <a:lnTo>
                    <a:pt x="1078910" y="2307003"/>
                  </a:lnTo>
                  <a:lnTo>
                    <a:pt x="1166873" y="2318492"/>
                  </a:lnTo>
                  <a:lnTo>
                    <a:pt x="1249611" y="2331419"/>
                  </a:lnTo>
                  <a:lnTo>
                    <a:pt x="1326256" y="2345875"/>
                  </a:lnTo>
                  <a:lnTo>
                    <a:pt x="1396674" y="2362021"/>
                  </a:lnTo>
                  <a:lnTo>
                    <a:pt x="1461245" y="2380079"/>
                  </a:lnTo>
                  <a:lnTo>
                    <a:pt x="1520667" y="2400325"/>
                  </a:lnTo>
                  <a:lnTo>
                    <a:pt x="1575811" y="2423081"/>
                  </a:lnTo>
                  <a:lnTo>
                    <a:pt x="1627615" y="2448675"/>
                  </a:lnTo>
                  <a:lnTo>
                    <a:pt x="1676994" y="2477400"/>
                  </a:lnTo>
                  <a:lnTo>
                    <a:pt x="1719082" y="2505393"/>
                  </a:lnTo>
                  <a:lnTo>
                    <a:pt x="1763377" y="2538273"/>
                  </a:lnTo>
                  <a:lnTo>
                    <a:pt x="1807238" y="2574164"/>
                  </a:lnTo>
                  <a:lnTo>
                    <a:pt x="1851048" y="2613120"/>
                  </a:lnTo>
                  <a:lnTo>
                    <a:pt x="1895083" y="2655114"/>
                  </a:lnTo>
                  <a:lnTo>
                    <a:pt x="1939524" y="2700027"/>
                  </a:lnTo>
                  <a:lnTo>
                    <a:pt x="1984468" y="2747644"/>
                  </a:lnTo>
                  <a:lnTo>
                    <a:pt x="2029939" y="2797650"/>
                  </a:lnTo>
                  <a:lnTo>
                    <a:pt x="2075895" y="2849636"/>
                  </a:lnTo>
                  <a:lnTo>
                    <a:pt x="2122241" y="2903108"/>
                  </a:lnTo>
                  <a:lnTo>
                    <a:pt x="2168839" y="2957507"/>
                  </a:lnTo>
                  <a:lnTo>
                    <a:pt x="2215528" y="3012231"/>
                  </a:lnTo>
                  <a:lnTo>
                    <a:pt x="2262135" y="3066663"/>
                  </a:lnTo>
                  <a:lnTo>
                    <a:pt x="2308498" y="3120200"/>
                  </a:lnTo>
                  <a:lnTo>
                    <a:pt x="2354478" y="3172278"/>
                  </a:lnTo>
                  <a:lnTo>
                    <a:pt x="2399976" y="3222401"/>
                  </a:lnTo>
                  <a:lnTo>
                    <a:pt x="2444949" y="3270154"/>
                  </a:lnTo>
                  <a:lnTo>
                    <a:pt x="2489414" y="3315217"/>
                  </a:lnTo>
                  <a:lnTo>
                    <a:pt x="2533467" y="3357370"/>
                  </a:lnTo>
                  <a:lnTo>
                    <a:pt x="2577283" y="3396490"/>
                  </a:lnTo>
                  <a:lnTo>
                    <a:pt x="2621133" y="3432544"/>
                  </a:lnTo>
                  <a:lnTo>
                    <a:pt x="2665392" y="3465582"/>
                  </a:lnTo>
                  <a:lnTo>
                    <a:pt x="2667772" y="3467260"/>
                  </a:lnTo>
                  <a:lnTo>
                    <a:pt x="2715695" y="3498878"/>
                  </a:lnTo>
                  <a:lnTo>
                    <a:pt x="2765320" y="3527214"/>
                  </a:lnTo>
                  <a:lnTo>
                    <a:pt x="2817475" y="3552451"/>
                  </a:lnTo>
                  <a:lnTo>
                    <a:pt x="2873084" y="3574887"/>
                  </a:lnTo>
                  <a:lnTo>
                    <a:pt x="2933081" y="3594854"/>
                  </a:lnTo>
                  <a:lnTo>
                    <a:pt x="2998323" y="3612668"/>
                  </a:lnTo>
                  <a:lnTo>
                    <a:pt x="3069477" y="3628601"/>
                  </a:lnTo>
                  <a:lnTo>
                    <a:pt x="3146874" y="3642866"/>
                  </a:lnTo>
                  <a:lnTo>
                    <a:pt x="3230303" y="3655616"/>
                  </a:lnTo>
                  <a:lnTo>
                    <a:pt x="3318792" y="3666936"/>
                  </a:lnTo>
                  <a:lnTo>
                    <a:pt x="3410390" y="3676853"/>
                  </a:lnTo>
                  <a:lnTo>
                    <a:pt x="3502066" y="3685349"/>
                  </a:lnTo>
                  <a:lnTo>
                    <a:pt x="3589833" y="3692389"/>
                  </a:lnTo>
                  <a:lnTo>
                    <a:pt x="3669192" y="3697956"/>
                  </a:lnTo>
                  <a:lnTo>
                    <a:pt x="3735911" y="3702085"/>
                  </a:lnTo>
                  <a:lnTo>
                    <a:pt x="3786951" y="3704891"/>
                  </a:lnTo>
                  <a:lnTo>
                    <a:pt x="3821259" y="3706578"/>
                  </a:lnTo>
                  <a:lnTo>
                    <a:pt x="3840155" y="3707413"/>
                  </a:lnTo>
                  <a:lnTo>
                    <a:pt x="3847251" y="3707696"/>
                  </a:lnTo>
                  <a:lnTo>
                    <a:pt x="3848118" y="3707727"/>
                  </a:lnTo>
                  <a:lnTo>
                    <a:pt x="4386855" y="3707727"/>
                  </a:lnTo>
                  <a:lnTo>
                    <a:pt x="4387805" y="3707638"/>
                  </a:lnTo>
                  <a:lnTo>
                    <a:pt x="4394050" y="3707000"/>
                  </a:lnTo>
                  <a:lnTo>
                    <a:pt x="4409784" y="3705238"/>
                  </a:lnTo>
                  <a:lnTo>
                    <a:pt x="4437887" y="3701768"/>
                  </a:lnTo>
                  <a:lnTo>
                    <a:pt x="4479713" y="3696058"/>
                  </a:lnTo>
                  <a:lnTo>
                    <a:pt x="4534982" y="3687675"/>
                  </a:lnTo>
                  <a:lnTo>
                    <a:pt x="4601933" y="3676330"/>
                  </a:lnTo>
                  <a:lnTo>
                    <a:pt x="4677732" y="3661885"/>
                  </a:lnTo>
                  <a:lnTo>
                    <a:pt x="4759031" y="3644326"/>
                  </a:lnTo>
                  <a:lnTo>
                    <a:pt x="4842534" y="3623707"/>
                  </a:lnTo>
                  <a:lnTo>
                    <a:pt x="4925406" y="3600095"/>
                  </a:lnTo>
                  <a:lnTo>
                    <a:pt x="5005499" y="3573514"/>
                  </a:lnTo>
                  <a:lnTo>
                    <a:pt x="5081403" y="3543908"/>
                  </a:lnTo>
                  <a:lnTo>
                    <a:pt x="5152369" y="3511116"/>
                  </a:lnTo>
                  <a:lnTo>
                    <a:pt x="5218181" y="3474866"/>
                  </a:lnTo>
                  <a:lnTo>
                    <a:pt x="5279013" y="3434770"/>
                  </a:lnTo>
                  <a:lnTo>
                    <a:pt x="5335302" y="3390339"/>
                  </a:lnTo>
                  <a:lnTo>
                    <a:pt x="5387643" y="3340995"/>
                  </a:lnTo>
                  <a:lnTo>
                    <a:pt x="5436717" y="3286107"/>
                  </a:lnTo>
                  <a:lnTo>
                    <a:pt x="5483227" y="3225047"/>
                  </a:lnTo>
                  <a:lnTo>
                    <a:pt x="5527849" y="3157286"/>
                  </a:lnTo>
                  <a:lnTo>
                    <a:pt x="5567201" y="3089773"/>
                  </a:lnTo>
                  <a:lnTo>
                    <a:pt x="5598906" y="3030194"/>
                  </a:lnTo>
                  <a:lnTo>
                    <a:pt x="5630325" y="2966700"/>
                  </a:lnTo>
                  <a:lnTo>
                    <a:pt x="5661617" y="2899211"/>
                  </a:lnTo>
                  <a:lnTo>
                    <a:pt x="5692908" y="2827698"/>
                  </a:lnTo>
                  <a:lnTo>
                    <a:pt x="5724299" y="2752184"/>
                  </a:lnTo>
                  <a:lnTo>
                    <a:pt x="5755864" y="2672756"/>
                  </a:lnTo>
                  <a:lnTo>
                    <a:pt x="5787657" y="2589561"/>
                  </a:lnTo>
                  <a:lnTo>
                    <a:pt x="5819708" y="2502816"/>
                  </a:lnTo>
                  <a:lnTo>
                    <a:pt x="5852029" y="2412802"/>
                  </a:lnTo>
                  <a:lnTo>
                    <a:pt x="5884616" y="2319865"/>
                  </a:lnTo>
                  <a:lnTo>
                    <a:pt x="5917445" y="2224415"/>
                  </a:lnTo>
                  <a:lnTo>
                    <a:pt x="5950483" y="2126914"/>
                  </a:lnTo>
                  <a:lnTo>
                    <a:pt x="5983682" y="2027871"/>
                  </a:lnTo>
                  <a:lnTo>
                    <a:pt x="6016988" y="1927833"/>
                  </a:lnTo>
                  <a:lnTo>
                    <a:pt x="6050340" y="1827369"/>
                  </a:lnTo>
                  <a:lnTo>
                    <a:pt x="6083675" y="1727057"/>
                  </a:lnTo>
                  <a:lnTo>
                    <a:pt x="6116932" y="1627475"/>
                  </a:lnTo>
                  <a:lnTo>
                    <a:pt x="6150052" y="1529179"/>
                  </a:lnTo>
                  <a:lnTo>
                    <a:pt x="6182985" y="1432698"/>
                  </a:lnTo>
                  <a:lnTo>
                    <a:pt x="6215690" y="1338519"/>
                  </a:lnTo>
                  <a:lnTo>
                    <a:pt x="6248139" y="1247076"/>
                  </a:lnTo>
                  <a:lnTo>
                    <a:pt x="6280317" y="1158746"/>
                  </a:lnTo>
                  <a:lnTo>
                    <a:pt x="6312229" y="1073842"/>
                  </a:lnTo>
                  <a:lnTo>
                    <a:pt x="6343897" y="992611"/>
                  </a:lnTo>
                  <a:lnTo>
                    <a:pt x="6375362" y="915232"/>
                  </a:lnTo>
                  <a:lnTo>
                    <a:pt x="6406690" y="841821"/>
                  </a:lnTo>
                  <a:lnTo>
                    <a:pt x="6437967" y="772430"/>
                  </a:lnTo>
                  <a:lnTo>
                    <a:pt x="6469308" y="707055"/>
                  </a:lnTo>
                  <a:lnTo>
                    <a:pt x="6500856" y="645638"/>
                  </a:lnTo>
                  <a:lnTo>
                    <a:pt x="6515891" y="617954"/>
                  </a:lnTo>
                  <a:lnTo>
                    <a:pt x="6559319" y="543865"/>
                  </a:lnTo>
                  <a:lnTo>
                    <a:pt x="6604089" y="476742"/>
                  </a:lnTo>
                  <a:lnTo>
                    <a:pt x="6650807" y="416279"/>
                  </a:lnTo>
                  <a:lnTo>
                    <a:pt x="6700155" y="361933"/>
                  </a:lnTo>
                  <a:lnTo>
                    <a:pt x="6752835" y="313071"/>
                  </a:lnTo>
                  <a:lnTo>
                    <a:pt x="6809521" y="269065"/>
                  </a:lnTo>
                  <a:lnTo>
                    <a:pt x="6870800" y="229345"/>
                  </a:lnTo>
                  <a:lnTo>
                    <a:pt x="6937088" y="193429"/>
                  </a:lnTo>
                  <a:lnTo>
                    <a:pt x="7008528" y="160943"/>
                  </a:lnTo>
                  <a:lnTo>
                    <a:pt x="7084861" y="131622"/>
                  </a:lnTo>
                  <a:lnTo>
                    <a:pt x="7165282" y="105317"/>
                  </a:lnTo>
                  <a:lnTo>
                    <a:pt x="7248314" y="81981"/>
                  </a:lnTo>
                  <a:lnTo>
                    <a:pt x="7331741" y="61643"/>
                  </a:lnTo>
                  <a:lnTo>
                    <a:pt x="7412674" y="44370"/>
                  </a:lnTo>
                  <a:lnTo>
                    <a:pt x="7487789" y="30216"/>
                  </a:lnTo>
                  <a:lnTo>
                    <a:pt x="7553763" y="19153"/>
                  </a:lnTo>
                  <a:lnTo>
                    <a:pt x="7607840" y="11032"/>
                  </a:lnTo>
                  <a:lnTo>
                    <a:pt x="7648380" y="5550"/>
                  </a:lnTo>
                  <a:lnTo>
                    <a:pt x="7675254" y="2263"/>
                  </a:lnTo>
                  <a:lnTo>
                    <a:pt x="7689965" y="629"/>
                  </a:lnTo>
                  <a:lnTo>
                    <a:pt x="7695524" y="6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5" name="pl985"/>
            <p:cNvSpPr/>
            <p:nvPr/>
          </p:nvSpPr>
          <p:spPr>
            <a:xfrm>
              <a:off x="546595" y="1790363"/>
              <a:ext cx="8234974" cy="3707727"/>
            </a:xfrm>
            <a:custGeom>
              <a:avLst/>
              <a:pathLst>
                <a:path w="8234974" h="3707727">
                  <a:moveTo>
                    <a:pt x="8234974" y="0"/>
                  </a:moveTo>
                  <a:lnTo>
                    <a:pt x="7696237" y="0"/>
                  </a:lnTo>
                  <a:lnTo>
                    <a:pt x="7695287" y="89"/>
                  </a:lnTo>
                  <a:lnTo>
                    <a:pt x="7689042" y="727"/>
                  </a:lnTo>
                  <a:lnTo>
                    <a:pt x="7673309" y="2489"/>
                  </a:lnTo>
                  <a:lnTo>
                    <a:pt x="7645205" y="5958"/>
                  </a:lnTo>
                  <a:lnTo>
                    <a:pt x="7603380" y="11669"/>
                  </a:lnTo>
                  <a:lnTo>
                    <a:pt x="7548111" y="20052"/>
                  </a:lnTo>
                  <a:lnTo>
                    <a:pt x="7481159" y="31397"/>
                  </a:lnTo>
                  <a:lnTo>
                    <a:pt x="7405361" y="45841"/>
                  </a:lnTo>
                  <a:lnTo>
                    <a:pt x="7324061" y="63401"/>
                  </a:lnTo>
                  <a:lnTo>
                    <a:pt x="7240558" y="84020"/>
                  </a:lnTo>
                  <a:lnTo>
                    <a:pt x="7157687" y="107632"/>
                  </a:lnTo>
                  <a:lnTo>
                    <a:pt x="7077594" y="134213"/>
                  </a:lnTo>
                  <a:lnTo>
                    <a:pt x="7001690" y="163819"/>
                  </a:lnTo>
                  <a:lnTo>
                    <a:pt x="6930724" y="196611"/>
                  </a:lnTo>
                  <a:lnTo>
                    <a:pt x="6864911" y="232861"/>
                  </a:lnTo>
                  <a:lnTo>
                    <a:pt x="6804079" y="272957"/>
                  </a:lnTo>
                  <a:lnTo>
                    <a:pt x="6747791" y="317388"/>
                  </a:lnTo>
                  <a:lnTo>
                    <a:pt x="6695450" y="366732"/>
                  </a:lnTo>
                  <a:lnTo>
                    <a:pt x="6646375" y="421620"/>
                  </a:lnTo>
                  <a:lnTo>
                    <a:pt x="6599865" y="482679"/>
                  </a:lnTo>
                  <a:lnTo>
                    <a:pt x="6555243" y="550441"/>
                  </a:lnTo>
                  <a:lnTo>
                    <a:pt x="6515891" y="617954"/>
                  </a:lnTo>
                  <a:lnTo>
                    <a:pt x="6484187" y="677533"/>
                  </a:lnTo>
                  <a:lnTo>
                    <a:pt x="6452767" y="741027"/>
                  </a:lnTo>
                  <a:lnTo>
                    <a:pt x="6421475" y="808515"/>
                  </a:lnTo>
                  <a:lnTo>
                    <a:pt x="6390184" y="880029"/>
                  </a:lnTo>
                  <a:lnTo>
                    <a:pt x="6358793" y="955543"/>
                  </a:lnTo>
                  <a:lnTo>
                    <a:pt x="6327228" y="1034971"/>
                  </a:lnTo>
                  <a:lnTo>
                    <a:pt x="6295436" y="1118165"/>
                  </a:lnTo>
                  <a:lnTo>
                    <a:pt x="6263385" y="1204911"/>
                  </a:lnTo>
                  <a:lnTo>
                    <a:pt x="6231063" y="1294925"/>
                  </a:lnTo>
                  <a:lnTo>
                    <a:pt x="6198477" y="1387861"/>
                  </a:lnTo>
                  <a:lnTo>
                    <a:pt x="6165647" y="1483312"/>
                  </a:lnTo>
                  <a:lnTo>
                    <a:pt x="6132609" y="1580813"/>
                  </a:lnTo>
                  <a:lnTo>
                    <a:pt x="6099410" y="1679856"/>
                  </a:lnTo>
                  <a:lnTo>
                    <a:pt x="6066105" y="1779894"/>
                  </a:lnTo>
                  <a:lnTo>
                    <a:pt x="6032753" y="1880358"/>
                  </a:lnTo>
                  <a:lnTo>
                    <a:pt x="5999417" y="1980669"/>
                  </a:lnTo>
                  <a:lnTo>
                    <a:pt x="5966161" y="2080252"/>
                  </a:lnTo>
                  <a:lnTo>
                    <a:pt x="5933040" y="2178548"/>
                  </a:lnTo>
                  <a:lnTo>
                    <a:pt x="5900107" y="2275029"/>
                  </a:lnTo>
                  <a:lnTo>
                    <a:pt x="5867402" y="2369208"/>
                  </a:lnTo>
                  <a:lnTo>
                    <a:pt x="5834954" y="2460651"/>
                  </a:lnTo>
                  <a:lnTo>
                    <a:pt x="5802775" y="2548981"/>
                  </a:lnTo>
                  <a:lnTo>
                    <a:pt x="5770863" y="2633884"/>
                  </a:lnTo>
                  <a:lnTo>
                    <a:pt x="5739196" y="2715116"/>
                  </a:lnTo>
                  <a:lnTo>
                    <a:pt x="5707730" y="2792494"/>
                  </a:lnTo>
                  <a:lnTo>
                    <a:pt x="5676403" y="2865906"/>
                  </a:lnTo>
                  <a:lnTo>
                    <a:pt x="5645126" y="2935297"/>
                  </a:lnTo>
                  <a:lnTo>
                    <a:pt x="5613784" y="3000672"/>
                  </a:lnTo>
                  <a:lnTo>
                    <a:pt x="5582236" y="3062089"/>
                  </a:lnTo>
                  <a:lnTo>
                    <a:pt x="5567201" y="3089773"/>
                  </a:lnTo>
                  <a:lnTo>
                    <a:pt x="5523774" y="3163862"/>
                  </a:lnTo>
                  <a:lnTo>
                    <a:pt x="5479004" y="3230985"/>
                  </a:lnTo>
                  <a:lnTo>
                    <a:pt x="5432285" y="3291447"/>
                  </a:lnTo>
                  <a:lnTo>
                    <a:pt x="5382937" y="3345794"/>
                  </a:lnTo>
                  <a:lnTo>
                    <a:pt x="5330258" y="3394656"/>
                  </a:lnTo>
                  <a:lnTo>
                    <a:pt x="5273571" y="3438662"/>
                  </a:lnTo>
                  <a:lnTo>
                    <a:pt x="5212293" y="3478382"/>
                  </a:lnTo>
                  <a:lnTo>
                    <a:pt x="5146005" y="3514297"/>
                  </a:lnTo>
                  <a:lnTo>
                    <a:pt x="5074565" y="3546784"/>
                  </a:lnTo>
                  <a:lnTo>
                    <a:pt x="4998232" y="3576105"/>
                  </a:lnTo>
                  <a:lnTo>
                    <a:pt x="4917810" y="3602409"/>
                  </a:lnTo>
                  <a:lnTo>
                    <a:pt x="4834779" y="3625746"/>
                  </a:lnTo>
                  <a:lnTo>
                    <a:pt x="4751352" y="3646084"/>
                  </a:lnTo>
                  <a:lnTo>
                    <a:pt x="4670419" y="3663356"/>
                  </a:lnTo>
                  <a:lnTo>
                    <a:pt x="4595304" y="3677511"/>
                  </a:lnTo>
                  <a:lnTo>
                    <a:pt x="4529329" y="3688573"/>
                  </a:lnTo>
                  <a:lnTo>
                    <a:pt x="4475253" y="3696694"/>
                  </a:lnTo>
                  <a:lnTo>
                    <a:pt x="4434713" y="3702177"/>
                  </a:lnTo>
                  <a:lnTo>
                    <a:pt x="4407838" y="3705464"/>
                  </a:lnTo>
                  <a:lnTo>
                    <a:pt x="4393127" y="3707098"/>
                  </a:lnTo>
                  <a:lnTo>
                    <a:pt x="4387568" y="3707661"/>
                  </a:lnTo>
                  <a:lnTo>
                    <a:pt x="4386855" y="3707727"/>
                  </a:lnTo>
                  <a:lnTo>
                    <a:pt x="3848118" y="3707727"/>
                  </a:lnTo>
                  <a:lnTo>
                    <a:pt x="3846854" y="3707681"/>
                  </a:lnTo>
                  <a:lnTo>
                    <a:pt x="3838599" y="3707347"/>
                  </a:lnTo>
                  <a:lnTo>
                    <a:pt x="3817999" y="3706426"/>
                  </a:lnTo>
                  <a:lnTo>
                    <a:pt x="3781702" y="3704618"/>
                  </a:lnTo>
                  <a:lnTo>
                    <a:pt x="3728678" y="3701661"/>
                  </a:lnTo>
                  <a:lnTo>
                    <a:pt x="3660247" y="3697364"/>
                  </a:lnTo>
                  <a:lnTo>
                    <a:pt x="3579640" y="3691621"/>
                  </a:lnTo>
                  <a:lnTo>
                    <a:pt x="3491170" y="3684404"/>
                  </a:lnTo>
                  <a:lnTo>
                    <a:pt x="3399308" y="3675735"/>
                  </a:lnTo>
                  <a:lnTo>
                    <a:pt x="3307945" y="3665650"/>
                  </a:lnTo>
                  <a:lnTo>
                    <a:pt x="3219982" y="3654161"/>
                  </a:lnTo>
                  <a:lnTo>
                    <a:pt x="3137243" y="3641234"/>
                  </a:lnTo>
                  <a:lnTo>
                    <a:pt x="3060598" y="3626778"/>
                  </a:lnTo>
                  <a:lnTo>
                    <a:pt x="2990180" y="3610632"/>
                  </a:lnTo>
                  <a:lnTo>
                    <a:pt x="2925609" y="3592574"/>
                  </a:lnTo>
                  <a:lnTo>
                    <a:pt x="2866187" y="3572328"/>
                  </a:lnTo>
                  <a:lnTo>
                    <a:pt x="2811043" y="3549572"/>
                  </a:lnTo>
                  <a:lnTo>
                    <a:pt x="2759240" y="3523978"/>
                  </a:lnTo>
                  <a:lnTo>
                    <a:pt x="2709860" y="3495253"/>
                  </a:lnTo>
                  <a:lnTo>
                    <a:pt x="2667772" y="3467260"/>
                  </a:lnTo>
                  <a:lnTo>
                    <a:pt x="2623478" y="3434380"/>
                  </a:lnTo>
                  <a:lnTo>
                    <a:pt x="2579617" y="3398489"/>
                  </a:lnTo>
                  <a:lnTo>
                    <a:pt x="2535806" y="3359533"/>
                  </a:lnTo>
                  <a:lnTo>
                    <a:pt x="2491771" y="3317539"/>
                  </a:lnTo>
                  <a:lnTo>
                    <a:pt x="2447331" y="3272626"/>
                  </a:lnTo>
                  <a:lnTo>
                    <a:pt x="2402387" y="3225009"/>
                  </a:lnTo>
                  <a:lnTo>
                    <a:pt x="2356916" y="3175003"/>
                  </a:lnTo>
                  <a:lnTo>
                    <a:pt x="2310960" y="3123017"/>
                  </a:lnTo>
                  <a:lnTo>
                    <a:pt x="2264614" y="3069545"/>
                  </a:lnTo>
                  <a:lnTo>
                    <a:pt x="2218015" y="3015146"/>
                  </a:lnTo>
                  <a:lnTo>
                    <a:pt x="2171327" y="2960421"/>
                  </a:lnTo>
                  <a:lnTo>
                    <a:pt x="2124720" y="2905990"/>
                  </a:lnTo>
                  <a:lnTo>
                    <a:pt x="2078357" y="2852453"/>
                  </a:lnTo>
                  <a:lnTo>
                    <a:pt x="2032377" y="2800375"/>
                  </a:lnTo>
                  <a:lnTo>
                    <a:pt x="1986878" y="2750252"/>
                  </a:lnTo>
                  <a:lnTo>
                    <a:pt x="1941906" y="2702499"/>
                  </a:lnTo>
                  <a:lnTo>
                    <a:pt x="1897440" y="2657436"/>
                  </a:lnTo>
                  <a:lnTo>
                    <a:pt x="1853388" y="2615283"/>
                  </a:lnTo>
                  <a:lnTo>
                    <a:pt x="1809571" y="2576163"/>
                  </a:lnTo>
                  <a:lnTo>
                    <a:pt x="1765722" y="2540109"/>
                  </a:lnTo>
                  <a:lnTo>
                    <a:pt x="1721462" y="2507071"/>
                  </a:lnTo>
                  <a:lnTo>
                    <a:pt x="1719082" y="2505393"/>
                  </a:lnTo>
                  <a:lnTo>
                    <a:pt x="1671160" y="2473775"/>
                  </a:lnTo>
                  <a:lnTo>
                    <a:pt x="1621535" y="2445439"/>
                  </a:lnTo>
                  <a:lnTo>
                    <a:pt x="1569380" y="2420202"/>
                  </a:lnTo>
                  <a:lnTo>
                    <a:pt x="1513770" y="2397766"/>
                  </a:lnTo>
                  <a:lnTo>
                    <a:pt x="1453773" y="2377799"/>
                  </a:lnTo>
                  <a:lnTo>
                    <a:pt x="1388532" y="2359985"/>
                  </a:lnTo>
                  <a:lnTo>
                    <a:pt x="1317377" y="2344052"/>
                  </a:lnTo>
                  <a:lnTo>
                    <a:pt x="1239981" y="2329787"/>
                  </a:lnTo>
                  <a:lnTo>
                    <a:pt x="1156551" y="2317037"/>
                  </a:lnTo>
                  <a:lnTo>
                    <a:pt x="1068062" y="2305717"/>
                  </a:lnTo>
                  <a:lnTo>
                    <a:pt x="976465" y="2295800"/>
                  </a:lnTo>
                  <a:lnTo>
                    <a:pt x="884788" y="2287304"/>
                  </a:lnTo>
                  <a:lnTo>
                    <a:pt x="797022" y="2280264"/>
                  </a:lnTo>
                  <a:lnTo>
                    <a:pt x="717662" y="2274697"/>
                  </a:lnTo>
                  <a:lnTo>
                    <a:pt x="650944" y="2270568"/>
                  </a:lnTo>
                  <a:lnTo>
                    <a:pt x="599904" y="2267762"/>
                  </a:lnTo>
                  <a:lnTo>
                    <a:pt x="565596" y="2266075"/>
                  </a:lnTo>
                  <a:lnTo>
                    <a:pt x="546700" y="2265240"/>
                  </a:lnTo>
                  <a:lnTo>
                    <a:pt x="539604" y="2264957"/>
                  </a:lnTo>
                  <a:lnTo>
                    <a:pt x="538736" y="2264926"/>
                  </a:lnTo>
                  <a:lnTo>
                    <a:pt x="0" y="2264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6" name="pg986"/>
            <p:cNvSpPr/>
            <p:nvPr/>
          </p:nvSpPr>
          <p:spPr>
            <a:xfrm>
              <a:off x="546595" y="3930065"/>
              <a:ext cx="8234974" cy="1617026"/>
            </a:xfrm>
            <a:custGeom>
              <a:avLst/>
              <a:pathLst>
                <a:path w="8234974" h="1617026">
                  <a:moveTo>
                    <a:pt x="0" y="141557"/>
                  </a:moveTo>
                  <a:lnTo>
                    <a:pt x="538736" y="141557"/>
                  </a:lnTo>
                  <a:lnTo>
                    <a:pt x="539999" y="141605"/>
                  </a:lnTo>
                  <a:lnTo>
                    <a:pt x="548243" y="141945"/>
                  </a:lnTo>
                  <a:lnTo>
                    <a:pt x="568817" y="142886"/>
                  </a:lnTo>
                  <a:lnTo>
                    <a:pt x="605071" y="144733"/>
                  </a:lnTo>
                  <a:lnTo>
                    <a:pt x="658038" y="147752"/>
                  </a:lnTo>
                  <a:lnTo>
                    <a:pt x="726402" y="152141"/>
                  </a:lnTo>
                  <a:lnTo>
                    <a:pt x="806943" y="158007"/>
                  </a:lnTo>
                  <a:lnTo>
                    <a:pt x="895353" y="165379"/>
                  </a:lnTo>
                  <a:lnTo>
                    <a:pt x="987168" y="174234"/>
                  </a:lnTo>
                  <a:lnTo>
                    <a:pt x="1078499" y="184537"/>
                  </a:lnTo>
                  <a:lnTo>
                    <a:pt x="1166444" y="196274"/>
                  </a:lnTo>
                  <a:lnTo>
                    <a:pt x="1249175" y="209479"/>
                  </a:lnTo>
                  <a:lnTo>
                    <a:pt x="1325821" y="224247"/>
                  </a:lnTo>
                  <a:lnTo>
                    <a:pt x="1396244" y="240740"/>
                  </a:lnTo>
                  <a:lnTo>
                    <a:pt x="1460822" y="259184"/>
                  </a:lnTo>
                  <a:lnTo>
                    <a:pt x="1520250" y="279863"/>
                  </a:lnTo>
                  <a:lnTo>
                    <a:pt x="1575398" y="303102"/>
                  </a:lnTo>
                  <a:lnTo>
                    <a:pt x="1627201" y="329240"/>
                  </a:lnTo>
                  <a:lnTo>
                    <a:pt x="1676575" y="358573"/>
                  </a:lnTo>
                  <a:lnTo>
                    <a:pt x="1719082" y="387469"/>
                  </a:lnTo>
                  <a:lnTo>
                    <a:pt x="1763125" y="420892"/>
                  </a:lnTo>
                  <a:lnTo>
                    <a:pt x="1806737" y="457360"/>
                  </a:lnTo>
                  <a:lnTo>
                    <a:pt x="1850295" y="496925"/>
                  </a:lnTo>
                  <a:lnTo>
                    <a:pt x="1894071" y="539563"/>
                  </a:lnTo>
                  <a:lnTo>
                    <a:pt x="1938246" y="585156"/>
                  </a:lnTo>
                  <a:lnTo>
                    <a:pt x="1982916" y="633491"/>
                  </a:lnTo>
                  <a:lnTo>
                    <a:pt x="2028108" y="684253"/>
                  </a:lnTo>
                  <a:lnTo>
                    <a:pt x="2073782" y="737036"/>
                  </a:lnTo>
                  <a:lnTo>
                    <a:pt x="2119847" y="791346"/>
                  </a:lnTo>
                  <a:lnTo>
                    <a:pt x="2166169" y="846623"/>
                  </a:lnTo>
                  <a:lnTo>
                    <a:pt x="2212590" y="902264"/>
                  </a:lnTo>
                  <a:lnTo>
                    <a:pt x="2258942" y="957649"/>
                  </a:lnTo>
                  <a:lnTo>
                    <a:pt x="2305062" y="1012169"/>
                  </a:lnTo>
                  <a:lnTo>
                    <a:pt x="2350812" y="1065256"/>
                  </a:lnTo>
                  <a:lnTo>
                    <a:pt x="2396093" y="1116402"/>
                  </a:lnTo>
                  <a:lnTo>
                    <a:pt x="2440854" y="1165186"/>
                  </a:lnTo>
                  <a:lnTo>
                    <a:pt x="2485110" y="1211275"/>
                  </a:lnTo>
                  <a:lnTo>
                    <a:pt x="2528945" y="1254440"/>
                  </a:lnTo>
                  <a:lnTo>
                    <a:pt x="2572525" y="1294546"/>
                  </a:lnTo>
                  <a:lnTo>
                    <a:pt x="2616103" y="1331552"/>
                  </a:lnTo>
                  <a:lnTo>
                    <a:pt x="2660038" y="1365499"/>
                  </a:lnTo>
                  <a:lnTo>
                    <a:pt x="2667772" y="1371115"/>
                  </a:lnTo>
                  <a:lnTo>
                    <a:pt x="2715673" y="1403434"/>
                  </a:lnTo>
                  <a:lnTo>
                    <a:pt x="2765273" y="1432401"/>
                  </a:lnTo>
                  <a:lnTo>
                    <a:pt x="2817402" y="1458201"/>
                  </a:lnTo>
                  <a:lnTo>
                    <a:pt x="2872979" y="1481139"/>
                  </a:lnTo>
                  <a:lnTo>
                    <a:pt x="2932939" y="1501554"/>
                  </a:lnTo>
                  <a:lnTo>
                    <a:pt x="2998136" y="1519768"/>
                  </a:lnTo>
                  <a:lnTo>
                    <a:pt x="3069240" y="1536059"/>
                  </a:lnTo>
                  <a:lnTo>
                    <a:pt x="3146580" y="1550646"/>
                  </a:lnTo>
                  <a:lnTo>
                    <a:pt x="3229950" y="1563685"/>
                  </a:lnTo>
                  <a:lnTo>
                    <a:pt x="3318380" y="1575262"/>
                  </a:lnTo>
                  <a:lnTo>
                    <a:pt x="3409928" y="1585405"/>
                  </a:lnTo>
                  <a:lnTo>
                    <a:pt x="3501572" y="1594097"/>
                  </a:lnTo>
                  <a:lnTo>
                    <a:pt x="3589333" y="1601303"/>
                  </a:lnTo>
                  <a:lnTo>
                    <a:pt x="3668722" y="1607002"/>
                  </a:lnTo>
                  <a:lnTo>
                    <a:pt x="3735506" y="1611232"/>
                  </a:lnTo>
                  <a:lnTo>
                    <a:pt x="3786639" y="1614110"/>
                  </a:lnTo>
                  <a:lnTo>
                    <a:pt x="3821055" y="1615841"/>
                  </a:lnTo>
                  <a:lnTo>
                    <a:pt x="3840054" y="1616700"/>
                  </a:lnTo>
                  <a:lnTo>
                    <a:pt x="3847226" y="1616993"/>
                  </a:lnTo>
                  <a:lnTo>
                    <a:pt x="3848118" y="1617026"/>
                  </a:lnTo>
                  <a:lnTo>
                    <a:pt x="4386855" y="1617026"/>
                  </a:lnTo>
                  <a:lnTo>
                    <a:pt x="4388111" y="1616974"/>
                  </a:lnTo>
                  <a:lnTo>
                    <a:pt x="4396308" y="1616605"/>
                  </a:lnTo>
                  <a:lnTo>
                    <a:pt x="4416769" y="1615584"/>
                  </a:lnTo>
                  <a:lnTo>
                    <a:pt x="4452834" y="1613579"/>
                  </a:lnTo>
                  <a:lnTo>
                    <a:pt x="4505548" y="1610300"/>
                  </a:lnTo>
                  <a:lnTo>
                    <a:pt x="4573622" y="1605533"/>
                  </a:lnTo>
                  <a:lnTo>
                    <a:pt x="4653871" y="1599160"/>
                  </a:lnTo>
                  <a:lnTo>
                    <a:pt x="4742022" y="1591148"/>
                  </a:lnTo>
                  <a:lnTo>
                    <a:pt x="4833631" y="1581523"/>
                  </a:lnTo>
                  <a:lnTo>
                    <a:pt x="4924819" y="1570321"/>
                  </a:lnTo>
                  <a:lnTo>
                    <a:pt x="5012682" y="1557560"/>
                  </a:lnTo>
                  <a:lnTo>
                    <a:pt x="5095381" y="1543203"/>
                  </a:lnTo>
                  <a:lnTo>
                    <a:pt x="5172029" y="1527150"/>
                  </a:lnTo>
                  <a:lnTo>
                    <a:pt x="5242476" y="1509225"/>
                  </a:lnTo>
                  <a:lnTo>
                    <a:pt x="5307085" y="1489186"/>
                  </a:lnTo>
                  <a:lnTo>
                    <a:pt x="5366541" y="1466725"/>
                  </a:lnTo>
                  <a:lnTo>
                    <a:pt x="5421705" y="1441490"/>
                  </a:lnTo>
                  <a:lnTo>
                    <a:pt x="5473505" y="1413115"/>
                  </a:lnTo>
                  <a:lnTo>
                    <a:pt x="5522854" y="1381273"/>
                  </a:lnTo>
                  <a:lnTo>
                    <a:pt x="5567201" y="1348429"/>
                  </a:lnTo>
                  <a:lnTo>
                    <a:pt x="5610213" y="1312820"/>
                  </a:lnTo>
                  <a:lnTo>
                    <a:pt x="5652806" y="1274042"/>
                  </a:lnTo>
                  <a:lnTo>
                    <a:pt x="5695333" y="1232039"/>
                  </a:lnTo>
                  <a:lnTo>
                    <a:pt x="5738053" y="1186830"/>
                  </a:lnTo>
                  <a:lnTo>
                    <a:pt x="5781140" y="1138528"/>
                  </a:lnTo>
                  <a:lnTo>
                    <a:pt x="5824693" y="1087339"/>
                  </a:lnTo>
                  <a:lnTo>
                    <a:pt x="5868744" y="1033569"/>
                  </a:lnTo>
                  <a:lnTo>
                    <a:pt x="5913265" y="977618"/>
                  </a:lnTo>
                  <a:lnTo>
                    <a:pt x="5958178" y="919974"/>
                  </a:lnTo>
                  <a:lnTo>
                    <a:pt x="6003367" y="861194"/>
                  </a:lnTo>
                  <a:lnTo>
                    <a:pt x="6048686" y="801884"/>
                  </a:lnTo>
                  <a:lnTo>
                    <a:pt x="6093981" y="742674"/>
                  </a:lnTo>
                  <a:lnTo>
                    <a:pt x="6139097" y="684188"/>
                  </a:lnTo>
                  <a:lnTo>
                    <a:pt x="6183898" y="627021"/>
                  </a:lnTo>
                  <a:lnTo>
                    <a:pt x="6228278" y="571708"/>
                  </a:lnTo>
                  <a:lnTo>
                    <a:pt x="6272172" y="518712"/>
                  </a:lnTo>
                  <a:lnTo>
                    <a:pt x="6315572" y="468404"/>
                  </a:lnTo>
                  <a:lnTo>
                    <a:pt x="6358529" y="421059"/>
                  </a:lnTo>
                  <a:lnTo>
                    <a:pt x="6401165" y="376852"/>
                  </a:lnTo>
                  <a:lnTo>
                    <a:pt x="6443681" y="335867"/>
                  </a:lnTo>
                  <a:lnTo>
                    <a:pt x="6486362" y="298097"/>
                  </a:lnTo>
                  <a:lnTo>
                    <a:pt x="6515891" y="274041"/>
                  </a:lnTo>
                  <a:lnTo>
                    <a:pt x="6563694" y="238807"/>
                  </a:lnTo>
                  <a:lnTo>
                    <a:pt x="6613190" y="207220"/>
                  </a:lnTo>
                  <a:lnTo>
                    <a:pt x="6665199" y="179081"/>
                  </a:lnTo>
                  <a:lnTo>
                    <a:pt x="6720638" y="154056"/>
                  </a:lnTo>
                  <a:lnTo>
                    <a:pt x="6780434" y="131779"/>
                  </a:lnTo>
                  <a:lnTo>
                    <a:pt x="6845440" y="111900"/>
                  </a:lnTo>
                  <a:lnTo>
                    <a:pt x="6916322" y="94116"/>
                  </a:lnTo>
                  <a:lnTo>
                    <a:pt x="6993415" y="78188"/>
                  </a:lnTo>
                  <a:lnTo>
                    <a:pt x="7076521" y="63948"/>
                  </a:lnTo>
                  <a:lnTo>
                    <a:pt x="7164694" y="51298"/>
                  </a:lnTo>
                  <a:lnTo>
                    <a:pt x="7256021" y="40209"/>
                  </a:lnTo>
                  <a:lnTo>
                    <a:pt x="7347522" y="30697"/>
                  </a:lnTo>
                  <a:lnTo>
                    <a:pt x="7435260" y="22802"/>
                  </a:lnTo>
                  <a:lnTo>
                    <a:pt x="7514774" y="16545"/>
                  </a:lnTo>
                  <a:lnTo>
                    <a:pt x="7581840" y="11889"/>
                  </a:lnTo>
                  <a:lnTo>
                    <a:pt x="7633383" y="8709"/>
                  </a:lnTo>
                  <a:lnTo>
                    <a:pt x="7668273" y="6785"/>
                  </a:lnTo>
                  <a:lnTo>
                    <a:pt x="7687723" y="5821"/>
                  </a:lnTo>
                  <a:lnTo>
                    <a:pt x="7695227" y="548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2" y="51"/>
                  </a:lnTo>
                  <a:lnTo>
                    <a:pt x="7686785" y="421"/>
                  </a:lnTo>
                  <a:lnTo>
                    <a:pt x="7666324" y="1442"/>
                  </a:lnTo>
                  <a:lnTo>
                    <a:pt x="7630258" y="3447"/>
                  </a:lnTo>
                  <a:lnTo>
                    <a:pt x="7577545" y="6726"/>
                  </a:lnTo>
                  <a:lnTo>
                    <a:pt x="7509471" y="11493"/>
                  </a:lnTo>
                  <a:lnTo>
                    <a:pt x="7429222" y="17866"/>
                  </a:lnTo>
                  <a:lnTo>
                    <a:pt x="7341071" y="25877"/>
                  </a:lnTo>
                  <a:lnTo>
                    <a:pt x="7249462" y="35503"/>
                  </a:lnTo>
                  <a:lnTo>
                    <a:pt x="7158273" y="46704"/>
                  </a:lnTo>
                  <a:lnTo>
                    <a:pt x="7070411" y="59466"/>
                  </a:lnTo>
                  <a:lnTo>
                    <a:pt x="6987712" y="73822"/>
                  </a:lnTo>
                  <a:lnTo>
                    <a:pt x="6911064" y="89876"/>
                  </a:lnTo>
                  <a:lnTo>
                    <a:pt x="6840616" y="107801"/>
                  </a:lnTo>
                  <a:lnTo>
                    <a:pt x="6776007" y="127840"/>
                  </a:lnTo>
                  <a:lnTo>
                    <a:pt x="6716551" y="150301"/>
                  </a:lnTo>
                  <a:lnTo>
                    <a:pt x="6661388" y="175535"/>
                  </a:lnTo>
                  <a:lnTo>
                    <a:pt x="6609587" y="203911"/>
                  </a:lnTo>
                  <a:lnTo>
                    <a:pt x="6560238" y="235753"/>
                  </a:lnTo>
                  <a:lnTo>
                    <a:pt x="6515891" y="268597"/>
                  </a:lnTo>
                  <a:lnTo>
                    <a:pt x="6472879" y="304206"/>
                  </a:lnTo>
                  <a:lnTo>
                    <a:pt x="6430287" y="342983"/>
                  </a:lnTo>
                  <a:lnTo>
                    <a:pt x="6387760" y="384987"/>
                  </a:lnTo>
                  <a:lnTo>
                    <a:pt x="6345040" y="430195"/>
                  </a:lnTo>
                  <a:lnTo>
                    <a:pt x="6301953" y="478497"/>
                  </a:lnTo>
                  <a:lnTo>
                    <a:pt x="6258400" y="529686"/>
                  </a:lnTo>
                  <a:lnTo>
                    <a:pt x="6214349" y="583456"/>
                  </a:lnTo>
                  <a:lnTo>
                    <a:pt x="6169828" y="639407"/>
                  </a:lnTo>
                  <a:lnTo>
                    <a:pt x="6124914" y="697051"/>
                  </a:lnTo>
                  <a:lnTo>
                    <a:pt x="6079726" y="755831"/>
                  </a:lnTo>
                  <a:lnTo>
                    <a:pt x="6034406" y="815141"/>
                  </a:lnTo>
                  <a:lnTo>
                    <a:pt x="5989111" y="874352"/>
                  </a:lnTo>
                  <a:lnTo>
                    <a:pt x="5943995" y="932837"/>
                  </a:lnTo>
                  <a:lnTo>
                    <a:pt x="5899194" y="990005"/>
                  </a:lnTo>
                  <a:lnTo>
                    <a:pt x="5854815" y="1045318"/>
                  </a:lnTo>
                  <a:lnTo>
                    <a:pt x="5810920" y="1098314"/>
                  </a:lnTo>
                  <a:lnTo>
                    <a:pt x="5767521" y="1148622"/>
                  </a:lnTo>
                  <a:lnTo>
                    <a:pt x="5724563" y="1195967"/>
                  </a:lnTo>
                  <a:lnTo>
                    <a:pt x="5681927" y="1240173"/>
                  </a:lnTo>
                  <a:lnTo>
                    <a:pt x="5639411" y="1281159"/>
                  </a:lnTo>
                  <a:lnTo>
                    <a:pt x="5596730" y="1318929"/>
                  </a:lnTo>
                  <a:lnTo>
                    <a:pt x="5567201" y="1342985"/>
                  </a:lnTo>
                  <a:lnTo>
                    <a:pt x="5519398" y="1378219"/>
                  </a:lnTo>
                  <a:lnTo>
                    <a:pt x="5469903" y="1409805"/>
                  </a:lnTo>
                  <a:lnTo>
                    <a:pt x="5417894" y="1437945"/>
                  </a:lnTo>
                  <a:lnTo>
                    <a:pt x="5362454" y="1462970"/>
                  </a:lnTo>
                  <a:lnTo>
                    <a:pt x="5302658" y="1485246"/>
                  </a:lnTo>
                  <a:lnTo>
                    <a:pt x="5237652" y="1505125"/>
                  </a:lnTo>
                  <a:lnTo>
                    <a:pt x="5166770" y="1522909"/>
                  </a:lnTo>
                  <a:lnTo>
                    <a:pt x="5089678" y="1538837"/>
                  </a:lnTo>
                  <a:lnTo>
                    <a:pt x="5006571" y="1553078"/>
                  </a:lnTo>
                  <a:lnTo>
                    <a:pt x="4918399" y="1565727"/>
                  </a:lnTo>
                  <a:lnTo>
                    <a:pt x="4827071" y="1576817"/>
                  </a:lnTo>
                  <a:lnTo>
                    <a:pt x="4735570" y="1586329"/>
                  </a:lnTo>
                  <a:lnTo>
                    <a:pt x="4647833" y="1594224"/>
                  </a:lnTo>
                  <a:lnTo>
                    <a:pt x="4568318" y="1600481"/>
                  </a:lnTo>
                  <a:lnTo>
                    <a:pt x="4501252" y="1605136"/>
                  </a:lnTo>
                  <a:lnTo>
                    <a:pt x="4449710" y="1608316"/>
                  </a:lnTo>
                  <a:lnTo>
                    <a:pt x="4414820" y="1610241"/>
                  </a:lnTo>
                  <a:lnTo>
                    <a:pt x="4395370" y="1611204"/>
                  </a:lnTo>
                  <a:lnTo>
                    <a:pt x="4387865" y="1611540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56" y="1611534"/>
                  </a:lnTo>
                  <a:lnTo>
                    <a:pt x="3838611" y="1611194"/>
                  </a:lnTo>
                  <a:lnTo>
                    <a:pt x="3818037" y="1610253"/>
                  </a:lnTo>
                  <a:lnTo>
                    <a:pt x="3781783" y="1608406"/>
                  </a:lnTo>
                  <a:lnTo>
                    <a:pt x="3728817" y="1605387"/>
                  </a:lnTo>
                  <a:lnTo>
                    <a:pt x="3660453" y="1600998"/>
                  </a:lnTo>
                  <a:lnTo>
                    <a:pt x="3579912" y="1595132"/>
                  </a:lnTo>
                  <a:lnTo>
                    <a:pt x="3491501" y="1587760"/>
                  </a:lnTo>
                  <a:lnTo>
                    <a:pt x="3399686" y="1578905"/>
                  </a:lnTo>
                  <a:lnTo>
                    <a:pt x="3308355" y="1568602"/>
                  </a:lnTo>
                  <a:lnTo>
                    <a:pt x="3220411" y="1556865"/>
                  </a:lnTo>
                  <a:lnTo>
                    <a:pt x="3137679" y="1543660"/>
                  </a:lnTo>
                  <a:lnTo>
                    <a:pt x="3061034" y="1528892"/>
                  </a:lnTo>
                  <a:lnTo>
                    <a:pt x="2990610" y="1512399"/>
                  </a:lnTo>
                  <a:lnTo>
                    <a:pt x="2926032" y="1493955"/>
                  </a:lnTo>
                  <a:lnTo>
                    <a:pt x="2866604" y="1473276"/>
                  </a:lnTo>
                  <a:lnTo>
                    <a:pt x="2811456" y="1450037"/>
                  </a:lnTo>
                  <a:lnTo>
                    <a:pt x="2759653" y="1423899"/>
                  </a:lnTo>
                  <a:lnTo>
                    <a:pt x="2710280" y="1394566"/>
                  </a:lnTo>
                  <a:lnTo>
                    <a:pt x="2667772" y="1365670"/>
                  </a:lnTo>
                  <a:lnTo>
                    <a:pt x="2623730" y="1332247"/>
                  </a:lnTo>
                  <a:lnTo>
                    <a:pt x="2580118" y="1295779"/>
                  </a:lnTo>
                  <a:lnTo>
                    <a:pt x="2536559" y="1256214"/>
                  </a:lnTo>
                  <a:lnTo>
                    <a:pt x="2492783" y="1213576"/>
                  </a:lnTo>
                  <a:lnTo>
                    <a:pt x="2448609" y="1167983"/>
                  </a:lnTo>
                  <a:lnTo>
                    <a:pt x="2403938" y="1119648"/>
                  </a:lnTo>
                  <a:lnTo>
                    <a:pt x="2358747" y="1068886"/>
                  </a:lnTo>
                  <a:lnTo>
                    <a:pt x="2313072" y="1016103"/>
                  </a:lnTo>
                  <a:lnTo>
                    <a:pt x="2267007" y="961793"/>
                  </a:lnTo>
                  <a:lnTo>
                    <a:pt x="2220685" y="906516"/>
                  </a:lnTo>
                  <a:lnTo>
                    <a:pt x="2174264" y="850875"/>
                  </a:lnTo>
                  <a:lnTo>
                    <a:pt x="2127913" y="795490"/>
                  </a:lnTo>
                  <a:lnTo>
                    <a:pt x="2081793" y="740970"/>
                  </a:lnTo>
                  <a:lnTo>
                    <a:pt x="2036042" y="687883"/>
                  </a:lnTo>
                  <a:lnTo>
                    <a:pt x="1990762" y="636737"/>
                  </a:lnTo>
                  <a:lnTo>
                    <a:pt x="1946000" y="587953"/>
                  </a:lnTo>
                  <a:lnTo>
                    <a:pt x="1901744" y="541864"/>
                  </a:lnTo>
                  <a:lnTo>
                    <a:pt x="1857909" y="498699"/>
                  </a:lnTo>
                  <a:lnTo>
                    <a:pt x="1814330" y="458593"/>
                  </a:lnTo>
                  <a:lnTo>
                    <a:pt x="1770751" y="421587"/>
                  </a:lnTo>
                  <a:lnTo>
                    <a:pt x="1726816" y="387640"/>
                  </a:lnTo>
                  <a:lnTo>
                    <a:pt x="1719082" y="382024"/>
                  </a:lnTo>
                  <a:lnTo>
                    <a:pt x="1671182" y="349705"/>
                  </a:lnTo>
                  <a:lnTo>
                    <a:pt x="1621581" y="320738"/>
                  </a:lnTo>
                  <a:lnTo>
                    <a:pt x="1569453" y="294938"/>
                  </a:lnTo>
                  <a:lnTo>
                    <a:pt x="1513875" y="272000"/>
                  </a:lnTo>
                  <a:lnTo>
                    <a:pt x="1453916" y="251585"/>
                  </a:lnTo>
                  <a:lnTo>
                    <a:pt x="1388718" y="233371"/>
                  </a:lnTo>
                  <a:lnTo>
                    <a:pt x="1317614" y="217080"/>
                  </a:lnTo>
                  <a:lnTo>
                    <a:pt x="1240274" y="202493"/>
                  </a:lnTo>
                  <a:lnTo>
                    <a:pt x="1156905" y="189454"/>
                  </a:lnTo>
                  <a:lnTo>
                    <a:pt x="1068475" y="177877"/>
                  </a:lnTo>
                  <a:lnTo>
                    <a:pt x="976927" y="167734"/>
                  </a:lnTo>
                  <a:lnTo>
                    <a:pt x="885283" y="159042"/>
                  </a:lnTo>
                  <a:lnTo>
                    <a:pt x="797521" y="151836"/>
                  </a:lnTo>
                  <a:lnTo>
                    <a:pt x="718133" y="146137"/>
                  </a:lnTo>
                  <a:lnTo>
                    <a:pt x="651349" y="141907"/>
                  </a:lnTo>
                  <a:lnTo>
                    <a:pt x="600216" y="139029"/>
                  </a:lnTo>
                  <a:lnTo>
                    <a:pt x="565799" y="137298"/>
                  </a:lnTo>
                  <a:lnTo>
                    <a:pt x="546800" y="136439"/>
                  </a:lnTo>
                  <a:lnTo>
                    <a:pt x="539629" y="136146"/>
                  </a:lnTo>
                  <a:lnTo>
                    <a:pt x="538736" y="136113"/>
                  </a:lnTo>
                  <a:lnTo>
                    <a:pt x="0" y="13611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87" name="pl987"/>
            <p:cNvSpPr/>
            <p:nvPr/>
          </p:nvSpPr>
          <p:spPr>
            <a:xfrm>
              <a:off x="546595" y="3935509"/>
              <a:ext cx="8234974" cy="1611582"/>
            </a:xfrm>
            <a:custGeom>
              <a:avLst/>
              <a:pathLst>
                <a:path w="8234974" h="1611582">
                  <a:moveTo>
                    <a:pt x="0" y="136113"/>
                  </a:moveTo>
                  <a:lnTo>
                    <a:pt x="538736" y="136113"/>
                  </a:lnTo>
                  <a:lnTo>
                    <a:pt x="539999" y="136160"/>
                  </a:lnTo>
                  <a:lnTo>
                    <a:pt x="548243" y="136501"/>
                  </a:lnTo>
                  <a:lnTo>
                    <a:pt x="568817" y="137442"/>
                  </a:lnTo>
                  <a:lnTo>
                    <a:pt x="605071" y="139288"/>
                  </a:lnTo>
                  <a:lnTo>
                    <a:pt x="658038" y="142308"/>
                  </a:lnTo>
                  <a:lnTo>
                    <a:pt x="726402" y="146696"/>
                  </a:lnTo>
                  <a:lnTo>
                    <a:pt x="806943" y="152563"/>
                  </a:lnTo>
                  <a:lnTo>
                    <a:pt x="895353" y="159935"/>
                  </a:lnTo>
                  <a:lnTo>
                    <a:pt x="987168" y="168790"/>
                  </a:lnTo>
                  <a:lnTo>
                    <a:pt x="1078499" y="179093"/>
                  </a:lnTo>
                  <a:lnTo>
                    <a:pt x="1166444" y="190830"/>
                  </a:lnTo>
                  <a:lnTo>
                    <a:pt x="1249175" y="204035"/>
                  </a:lnTo>
                  <a:lnTo>
                    <a:pt x="1325821" y="218803"/>
                  </a:lnTo>
                  <a:lnTo>
                    <a:pt x="1396244" y="235296"/>
                  </a:lnTo>
                  <a:lnTo>
                    <a:pt x="1460822" y="253739"/>
                  </a:lnTo>
                  <a:lnTo>
                    <a:pt x="1520250" y="274418"/>
                  </a:lnTo>
                  <a:lnTo>
                    <a:pt x="1575398" y="297658"/>
                  </a:lnTo>
                  <a:lnTo>
                    <a:pt x="1627201" y="323795"/>
                  </a:lnTo>
                  <a:lnTo>
                    <a:pt x="1676575" y="353129"/>
                  </a:lnTo>
                  <a:lnTo>
                    <a:pt x="1719082" y="382024"/>
                  </a:lnTo>
                  <a:lnTo>
                    <a:pt x="1763125" y="415448"/>
                  </a:lnTo>
                  <a:lnTo>
                    <a:pt x="1806737" y="451915"/>
                  </a:lnTo>
                  <a:lnTo>
                    <a:pt x="1850295" y="491481"/>
                  </a:lnTo>
                  <a:lnTo>
                    <a:pt x="1894071" y="534119"/>
                  </a:lnTo>
                  <a:lnTo>
                    <a:pt x="1938246" y="579712"/>
                  </a:lnTo>
                  <a:lnTo>
                    <a:pt x="1982916" y="628046"/>
                  </a:lnTo>
                  <a:lnTo>
                    <a:pt x="2028108" y="678809"/>
                  </a:lnTo>
                  <a:lnTo>
                    <a:pt x="2073782" y="731591"/>
                  </a:lnTo>
                  <a:lnTo>
                    <a:pt x="2119847" y="785901"/>
                  </a:lnTo>
                  <a:lnTo>
                    <a:pt x="2166169" y="841178"/>
                  </a:lnTo>
                  <a:lnTo>
                    <a:pt x="2212590" y="896819"/>
                  </a:lnTo>
                  <a:lnTo>
                    <a:pt x="2258942" y="952204"/>
                  </a:lnTo>
                  <a:lnTo>
                    <a:pt x="2305062" y="1006725"/>
                  </a:lnTo>
                  <a:lnTo>
                    <a:pt x="2350812" y="1059811"/>
                  </a:lnTo>
                  <a:lnTo>
                    <a:pt x="2396093" y="1110958"/>
                  </a:lnTo>
                  <a:lnTo>
                    <a:pt x="2440854" y="1159741"/>
                  </a:lnTo>
                  <a:lnTo>
                    <a:pt x="2485110" y="1205831"/>
                  </a:lnTo>
                  <a:lnTo>
                    <a:pt x="2528945" y="1248995"/>
                  </a:lnTo>
                  <a:lnTo>
                    <a:pt x="2572525" y="1289101"/>
                  </a:lnTo>
                  <a:lnTo>
                    <a:pt x="2616103" y="1326107"/>
                  </a:lnTo>
                  <a:lnTo>
                    <a:pt x="2660038" y="1360055"/>
                  </a:lnTo>
                  <a:lnTo>
                    <a:pt x="2667772" y="1365670"/>
                  </a:lnTo>
                  <a:lnTo>
                    <a:pt x="2715673" y="1397990"/>
                  </a:lnTo>
                  <a:lnTo>
                    <a:pt x="2765273" y="1426956"/>
                  </a:lnTo>
                  <a:lnTo>
                    <a:pt x="2817402" y="1452756"/>
                  </a:lnTo>
                  <a:lnTo>
                    <a:pt x="2872979" y="1475694"/>
                  </a:lnTo>
                  <a:lnTo>
                    <a:pt x="2932939" y="1496109"/>
                  </a:lnTo>
                  <a:lnTo>
                    <a:pt x="2998136" y="1514323"/>
                  </a:lnTo>
                  <a:lnTo>
                    <a:pt x="3069240" y="1530614"/>
                  </a:lnTo>
                  <a:lnTo>
                    <a:pt x="3146580" y="1545202"/>
                  </a:lnTo>
                  <a:lnTo>
                    <a:pt x="3229950" y="1558240"/>
                  </a:lnTo>
                  <a:lnTo>
                    <a:pt x="3318380" y="1569817"/>
                  </a:lnTo>
                  <a:lnTo>
                    <a:pt x="3409928" y="1579961"/>
                  </a:lnTo>
                  <a:lnTo>
                    <a:pt x="3501572" y="1588653"/>
                  </a:lnTo>
                  <a:lnTo>
                    <a:pt x="3589333" y="1595858"/>
                  </a:lnTo>
                  <a:lnTo>
                    <a:pt x="3668722" y="1601557"/>
                  </a:lnTo>
                  <a:lnTo>
                    <a:pt x="3735506" y="1605787"/>
                  </a:lnTo>
                  <a:lnTo>
                    <a:pt x="3786639" y="1608665"/>
                  </a:lnTo>
                  <a:lnTo>
                    <a:pt x="3821055" y="1610397"/>
                  </a:lnTo>
                  <a:lnTo>
                    <a:pt x="3840054" y="1611255"/>
                  </a:lnTo>
                  <a:lnTo>
                    <a:pt x="3847226" y="1611548"/>
                  </a:lnTo>
                  <a:lnTo>
                    <a:pt x="3848118" y="1611582"/>
                  </a:lnTo>
                  <a:lnTo>
                    <a:pt x="4386855" y="1611582"/>
                  </a:lnTo>
                  <a:lnTo>
                    <a:pt x="4388111" y="1611530"/>
                  </a:lnTo>
                  <a:lnTo>
                    <a:pt x="4396308" y="1611160"/>
                  </a:lnTo>
                  <a:lnTo>
                    <a:pt x="4416769" y="1610139"/>
                  </a:lnTo>
                  <a:lnTo>
                    <a:pt x="4452834" y="1608134"/>
                  </a:lnTo>
                  <a:lnTo>
                    <a:pt x="4505548" y="1604855"/>
                  </a:lnTo>
                  <a:lnTo>
                    <a:pt x="4573622" y="1600089"/>
                  </a:lnTo>
                  <a:lnTo>
                    <a:pt x="4653871" y="1593715"/>
                  </a:lnTo>
                  <a:lnTo>
                    <a:pt x="4742022" y="1585704"/>
                  </a:lnTo>
                  <a:lnTo>
                    <a:pt x="4833631" y="1576078"/>
                  </a:lnTo>
                  <a:lnTo>
                    <a:pt x="4924819" y="1564877"/>
                  </a:lnTo>
                  <a:lnTo>
                    <a:pt x="5012682" y="1552116"/>
                  </a:lnTo>
                  <a:lnTo>
                    <a:pt x="5095381" y="1537759"/>
                  </a:lnTo>
                  <a:lnTo>
                    <a:pt x="5172029" y="1521705"/>
                  </a:lnTo>
                  <a:lnTo>
                    <a:pt x="5242476" y="1503781"/>
                  </a:lnTo>
                  <a:lnTo>
                    <a:pt x="5307085" y="1483741"/>
                  </a:lnTo>
                  <a:lnTo>
                    <a:pt x="5366541" y="1461280"/>
                  </a:lnTo>
                  <a:lnTo>
                    <a:pt x="5421705" y="1436046"/>
                  </a:lnTo>
                  <a:lnTo>
                    <a:pt x="5473505" y="1407670"/>
                  </a:lnTo>
                  <a:lnTo>
                    <a:pt x="5522854" y="1375828"/>
                  </a:lnTo>
                  <a:lnTo>
                    <a:pt x="5567201" y="1342985"/>
                  </a:lnTo>
                  <a:lnTo>
                    <a:pt x="5610213" y="1307375"/>
                  </a:lnTo>
                  <a:lnTo>
                    <a:pt x="5652806" y="1268598"/>
                  </a:lnTo>
                  <a:lnTo>
                    <a:pt x="5695333" y="1226594"/>
                  </a:lnTo>
                  <a:lnTo>
                    <a:pt x="5738053" y="1181386"/>
                  </a:lnTo>
                  <a:lnTo>
                    <a:pt x="5781140" y="1133084"/>
                  </a:lnTo>
                  <a:lnTo>
                    <a:pt x="5824693" y="1081895"/>
                  </a:lnTo>
                  <a:lnTo>
                    <a:pt x="5868744" y="1028125"/>
                  </a:lnTo>
                  <a:lnTo>
                    <a:pt x="5913265" y="972174"/>
                  </a:lnTo>
                  <a:lnTo>
                    <a:pt x="5958178" y="914530"/>
                  </a:lnTo>
                  <a:lnTo>
                    <a:pt x="6003367" y="855750"/>
                  </a:lnTo>
                  <a:lnTo>
                    <a:pt x="6048686" y="796440"/>
                  </a:lnTo>
                  <a:lnTo>
                    <a:pt x="6093981" y="737230"/>
                  </a:lnTo>
                  <a:lnTo>
                    <a:pt x="6139097" y="678744"/>
                  </a:lnTo>
                  <a:lnTo>
                    <a:pt x="6183898" y="621576"/>
                  </a:lnTo>
                  <a:lnTo>
                    <a:pt x="6228278" y="566263"/>
                  </a:lnTo>
                  <a:lnTo>
                    <a:pt x="6272172" y="513267"/>
                  </a:lnTo>
                  <a:lnTo>
                    <a:pt x="6315572" y="462959"/>
                  </a:lnTo>
                  <a:lnTo>
                    <a:pt x="6358529" y="415614"/>
                  </a:lnTo>
                  <a:lnTo>
                    <a:pt x="6401165" y="371408"/>
                  </a:lnTo>
                  <a:lnTo>
                    <a:pt x="6443681" y="330422"/>
                  </a:lnTo>
                  <a:lnTo>
                    <a:pt x="6486362" y="292652"/>
                  </a:lnTo>
                  <a:lnTo>
                    <a:pt x="6515891" y="268597"/>
                  </a:lnTo>
                  <a:lnTo>
                    <a:pt x="6563694" y="233362"/>
                  </a:lnTo>
                  <a:lnTo>
                    <a:pt x="6613190" y="201776"/>
                  </a:lnTo>
                  <a:lnTo>
                    <a:pt x="6665199" y="173636"/>
                  </a:lnTo>
                  <a:lnTo>
                    <a:pt x="6720638" y="148611"/>
                  </a:lnTo>
                  <a:lnTo>
                    <a:pt x="6780434" y="126335"/>
                  </a:lnTo>
                  <a:lnTo>
                    <a:pt x="6845440" y="106456"/>
                  </a:lnTo>
                  <a:lnTo>
                    <a:pt x="6916322" y="88672"/>
                  </a:lnTo>
                  <a:lnTo>
                    <a:pt x="6993415" y="72744"/>
                  </a:lnTo>
                  <a:lnTo>
                    <a:pt x="7076521" y="58503"/>
                  </a:lnTo>
                  <a:lnTo>
                    <a:pt x="7164694" y="45854"/>
                  </a:lnTo>
                  <a:lnTo>
                    <a:pt x="7256021" y="34764"/>
                  </a:lnTo>
                  <a:lnTo>
                    <a:pt x="7347522" y="25252"/>
                  </a:lnTo>
                  <a:lnTo>
                    <a:pt x="7435260" y="17357"/>
                  </a:lnTo>
                  <a:lnTo>
                    <a:pt x="7514774" y="11100"/>
                  </a:lnTo>
                  <a:lnTo>
                    <a:pt x="7581840" y="6445"/>
                  </a:lnTo>
                  <a:lnTo>
                    <a:pt x="7633383" y="3265"/>
                  </a:lnTo>
                  <a:lnTo>
                    <a:pt x="7668273" y="1340"/>
                  </a:lnTo>
                  <a:lnTo>
                    <a:pt x="7687723" y="377"/>
                  </a:lnTo>
                  <a:lnTo>
                    <a:pt x="7695227" y="4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8" name="pl988"/>
            <p:cNvSpPr/>
            <p:nvPr/>
          </p:nvSpPr>
          <p:spPr>
            <a:xfrm>
              <a:off x="546595" y="3930065"/>
              <a:ext cx="8234974" cy="1611582"/>
            </a:xfrm>
            <a:custGeom>
              <a:avLst/>
              <a:pathLst>
                <a:path w="8234974" h="1611582">
                  <a:moveTo>
                    <a:pt x="8234974" y="0"/>
                  </a:moveTo>
                  <a:lnTo>
                    <a:pt x="7696237" y="0"/>
                  </a:lnTo>
                  <a:lnTo>
                    <a:pt x="7694982" y="51"/>
                  </a:lnTo>
                  <a:lnTo>
                    <a:pt x="7686785" y="421"/>
                  </a:lnTo>
                  <a:lnTo>
                    <a:pt x="7666324" y="1442"/>
                  </a:lnTo>
                  <a:lnTo>
                    <a:pt x="7630258" y="3447"/>
                  </a:lnTo>
                  <a:lnTo>
                    <a:pt x="7577545" y="6726"/>
                  </a:lnTo>
                  <a:lnTo>
                    <a:pt x="7509471" y="11493"/>
                  </a:lnTo>
                  <a:lnTo>
                    <a:pt x="7429222" y="17866"/>
                  </a:lnTo>
                  <a:lnTo>
                    <a:pt x="7341071" y="25877"/>
                  </a:lnTo>
                  <a:lnTo>
                    <a:pt x="7249462" y="35503"/>
                  </a:lnTo>
                  <a:lnTo>
                    <a:pt x="7158273" y="46704"/>
                  </a:lnTo>
                  <a:lnTo>
                    <a:pt x="7070411" y="59466"/>
                  </a:lnTo>
                  <a:lnTo>
                    <a:pt x="6987712" y="73822"/>
                  </a:lnTo>
                  <a:lnTo>
                    <a:pt x="6911064" y="89876"/>
                  </a:lnTo>
                  <a:lnTo>
                    <a:pt x="6840616" y="107801"/>
                  </a:lnTo>
                  <a:lnTo>
                    <a:pt x="6776007" y="127840"/>
                  </a:lnTo>
                  <a:lnTo>
                    <a:pt x="6716551" y="150301"/>
                  </a:lnTo>
                  <a:lnTo>
                    <a:pt x="6661388" y="175535"/>
                  </a:lnTo>
                  <a:lnTo>
                    <a:pt x="6609587" y="203911"/>
                  </a:lnTo>
                  <a:lnTo>
                    <a:pt x="6560238" y="235753"/>
                  </a:lnTo>
                  <a:lnTo>
                    <a:pt x="6515891" y="268597"/>
                  </a:lnTo>
                  <a:lnTo>
                    <a:pt x="6472879" y="304206"/>
                  </a:lnTo>
                  <a:lnTo>
                    <a:pt x="6430287" y="342983"/>
                  </a:lnTo>
                  <a:lnTo>
                    <a:pt x="6387760" y="384987"/>
                  </a:lnTo>
                  <a:lnTo>
                    <a:pt x="6345040" y="430195"/>
                  </a:lnTo>
                  <a:lnTo>
                    <a:pt x="6301953" y="478497"/>
                  </a:lnTo>
                  <a:lnTo>
                    <a:pt x="6258400" y="529686"/>
                  </a:lnTo>
                  <a:lnTo>
                    <a:pt x="6214349" y="583456"/>
                  </a:lnTo>
                  <a:lnTo>
                    <a:pt x="6169828" y="639407"/>
                  </a:lnTo>
                  <a:lnTo>
                    <a:pt x="6124914" y="697051"/>
                  </a:lnTo>
                  <a:lnTo>
                    <a:pt x="6079726" y="755831"/>
                  </a:lnTo>
                  <a:lnTo>
                    <a:pt x="6034406" y="815141"/>
                  </a:lnTo>
                  <a:lnTo>
                    <a:pt x="5989111" y="874352"/>
                  </a:lnTo>
                  <a:lnTo>
                    <a:pt x="5943995" y="932837"/>
                  </a:lnTo>
                  <a:lnTo>
                    <a:pt x="5899194" y="990005"/>
                  </a:lnTo>
                  <a:lnTo>
                    <a:pt x="5854815" y="1045318"/>
                  </a:lnTo>
                  <a:lnTo>
                    <a:pt x="5810920" y="1098314"/>
                  </a:lnTo>
                  <a:lnTo>
                    <a:pt x="5767521" y="1148622"/>
                  </a:lnTo>
                  <a:lnTo>
                    <a:pt x="5724563" y="1195967"/>
                  </a:lnTo>
                  <a:lnTo>
                    <a:pt x="5681927" y="1240173"/>
                  </a:lnTo>
                  <a:lnTo>
                    <a:pt x="5639411" y="1281159"/>
                  </a:lnTo>
                  <a:lnTo>
                    <a:pt x="5596730" y="1318929"/>
                  </a:lnTo>
                  <a:lnTo>
                    <a:pt x="5567201" y="1342985"/>
                  </a:lnTo>
                  <a:lnTo>
                    <a:pt x="5519398" y="1378219"/>
                  </a:lnTo>
                  <a:lnTo>
                    <a:pt x="5469903" y="1409805"/>
                  </a:lnTo>
                  <a:lnTo>
                    <a:pt x="5417894" y="1437945"/>
                  </a:lnTo>
                  <a:lnTo>
                    <a:pt x="5362454" y="1462970"/>
                  </a:lnTo>
                  <a:lnTo>
                    <a:pt x="5302658" y="1485246"/>
                  </a:lnTo>
                  <a:lnTo>
                    <a:pt x="5237652" y="1505125"/>
                  </a:lnTo>
                  <a:lnTo>
                    <a:pt x="5166770" y="1522909"/>
                  </a:lnTo>
                  <a:lnTo>
                    <a:pt x="5089678" y="1538837"/>
                  </a:lnTo>
                  <a:lnTo>
                    <a:pt x="5006571" y="1553078"/>
                  </a:lnTo>
                  <a:lnTo>
                    <a:pt x="4918399" y="1565727"/>
                  </a:lnTo>
                  <a:lnTo>
                    <a:pt x="4827071" y="1576817"/>
                  </a:lnTo>
                  <a:lnTo>
                    <a:pt x="4735570" y="1586329"/>
                  </a:lnTo>
                  <a:lnTo>
                    <a:pt x="4647833" y="1594224"/>
                  </a:lnTo>
                  <a:lnTo>
                    <a:pt x="4568318" y="1600481"/>
                  </a:lnTo>
                  <a:lnTo>
                    <a:pt x="4501252" y="1605136"/>
                  </a:lnTo>
                  <a:lnTo>
                    <a:pt x="4449710" y="1608316"/>
                  </a:lnTo>
                  <a:lnTo>
                    <a:pt x="4414820" y="1610241"/>
                  </a:lnTo>
                  <a:lnTo>
                    <a:pt x="4395370" y="1611204"/>
                  </a:lnTo>
                  <a:lnTo>
                    <a:pt x="4387865" y="1611540"/>
                  </a:lnTo>
                  <a:lnTo>
                    <a:pt x="4386855" y="1611582"/>
                  </a:lnTo>
                  <a:lnTo>
                    <a:pt x="3848118" y="1611582"/>
                  </a:lnTo>
                  <a:lnTo>
                    <a:pt x="3846856" y="1611534"/>
                  </a:lnTo>
                  <a:lnTo>
                    <a:pt x="3838611" y="1611194"/>
                  </a:lnTo>
                  <a:lnTo>
                    <a:pt x="3818037" y="1610253"/>
                  </a:lnTo>
                  <a:lnTo>
                    <a:pt x="3781783" y="1608406"/>
                  </a:lnTo>
                  <a:lnTo>
                    <a:pt x="3728817" y="1605387"/>
                  </a:lnTo>
                  <a:lnTo>
                    <a:pt x="3660453" y="1600998"/>
                  </a:lnTo>
                  <a:lnTo>
                    <a:pt x="3579912" y="1595132"/>
                  </a:lnTo>
                  <a:lnTo>
                    <a:pt x="3491501" y="1587760"/>
                  </a:lnTo>
                  <a:lnTo>
                    <a:pt x="3399686" y="1578905"/>
                  </a:lnTo>
                  <a:lnTo>
                    <a:pt x="3308355" y="1568602"/>
                  </a:lnTo>
                  <a:lnTo>
                    <a:pt x="3220411" y="1556865"/>
                  </a:lnTo>
                  <a:lnTo>
                    <a:pt x="3137679" y="1543660"/>
                  </a:lnTo>
                  <a:lnTo>
                    <a:pt x="3061034" y="1528892"/>
                  </a:lnTo>
                  <a:lnTo>
                    <a:pt x="2990610" y="1512399"/>
                  </a:lnTo>
                  <a:lnTo>
                    <a:pt x="2926032" y="1493955"/>
                  </a:lnTo>
                  <a:lnTo>
                    <a:pt x="2866604" y="1473276"/>
                  </a:lnTo>
                  <a:lnTo>
                    <a:pt x="2811456" y="1450037"/>
                  </a:lnTo>
                  <a:lnTo>
                    <a:pt x="2759653" y="1423899"/>
                  </a:lnTo>
                  <a:lnTo>
                    <a:pt x="2710280" y="1394566"/>
                  </a:lnTo>
                  <a:lnTo>
                    <a:pt x="2667772" y="1365670"/>
                  </a:lnTo>
                  <a:lnTo>
                    <a:pt x="2623730" y="1332247"/>
                  </a:lnTo>
                  <a:lnTo>
                    <a:pt x="2580118" y="1295779"/>
                  </a:lnTo>
                  <a:lnTo>
                    <a:pt x="2536559" y="1256214"/>
                  </a:lnTo>
                  <a:lnTo>
                    <a:pt x="2492783" y="1213576"/>
                  </a:lnTo>
                  <a:lnTo>
                    <a:pt x="2448609" y="1167983"/>
                  </a:lnTo>
                  <a:lnTo>
                    <a:pt x="2403938" y="1119648"/>
                  </a:lnTo>
                  <a:lnTo>
                    <a:pt x="2358747" y="1068886"/>
                  </a:lnTo>
                  <a:lnTo>
                    <a:pt x="2313072" y="1016103"/>
                  </a:lnTo>
                  <a:lnTo>
                    <a:pt x="2267007" y="961793"/>
                  </a:lnTo>
                  <a:lnTo>
                    <a:pt x="2220685" y="906516"/>
                  </a:lnTo>
                  <a:lnTo>
                    <a:pt x="2174264" y="850875"/>
                  </a:lnTo>
                  <a:lnTo>
                    <a:pt x="2127913" y="795490"/>
                  </a:lnTo>
                  <a:lnTo>
                    <a:pt x="2081793" y="740970"/>
                  </a:lnTo>
                  <a:lnTo>
                    <a:pt x="2036042" y="687883"/>
                  </a:lnTo>
                  <a:lnTo>
                    <a:pt x="1990762" y="636737"/>
                  </a:lnTo>
                  <a:lnTo>
                    <a:pt x="1946000" y="587953"/>
                  </a:lnTo>
                  <a:lnTo>
                    <a:pt x="1901744" y="541864"/>
                  </a:lnTo>
                  <a:lnTo>
                    <a:pt x="1857909" y="498699"/>
                  </a:lnTo>
                  <a:lnTo>
                    <a:pt x="1814330" y="458593"/>
                  </a:lnTo>
                  <a:lnTo>
                    <a:pt x="1770751" y="421587"/>
                  </a:lnTo>
                  <a:lnTo>
                    <a:pt x="1726816" y="387640"/>
                  </a:lnTo>
                  <a:lnTo>
                    <a:pt x="1719082" y="382024"/>
                  </a:lnTo>
                  <a:lnTo>
                    <a:pt x="1671182" y="349705"/>
                  </a:lnTo>
                  <a:lnTo>
                    <a:pt x="1621581" y="320738"/>
                  </a:lnTo>
                  <a:lnTo>
                    <a:pt x="1569453" y="294938"/>
                  </a:lnTo>
                  <a:lnTo>
                    <a:pt x="1513875" y="272000"/>
                  </a:lnTo>
                  <a:lnTo>
                    <a:pt x="1453916" y="251585"/>
                  </a:lnTo>
                  <a:lnTo>
                    <a:pt x="1388718" y="233371"/>
                  </a:lnTo>
                  <a:lnTo>
                    <a:pt x="1317614" y="217080"/>
                  </a:lnTo>
                  <a:lnTo>
                    <a:pt x="1240274" y="202493"/>
                  </a:lnTo>
                  <a:lnTo>
                    <a:pt x="1156905" y="189454"/>
                  </a:lnTo>
                  <a:lnTo>
                    <a:pt x="1068475" y="177877"/>
                  </a:lnTo>
                  <a:lnTo>
                    <a:pt x="976927" y="167734"/>
                  </a:lnTo>
                  <a:lnTo>
                    <a:pt x="885283" y="159042"/>
                  </a:lnTo>
                  <a:lnTo>
                    <a:pt x="797521" y="151836"/>
                  </a:lnTo>
                  <a:lnTo>
                    <a:pt x="718133" y="146137"/>
                  </a:lnTo>
                  <a:lnTo>
                    <a:pt x="651349" y="141907"/>
                  </a:lnTo>
                  <a:lnTo>
                    <a:pt x="600216" y="139029"/>
                  </a:lnTo>
                  <a:lnTo>
                    <a:pt x="565799" y="137298"/>
                  </a:lnTo>
                  <a:lnTo>
                    <a:pt x="546800" y="136439"/>
                  </a:lnTo>
                  <a:lnTo>
                    <a:pt x="539629" y="136146"/>
                  </a:lnTo>
                  <a:lnTo>
                    <a:pt x="538736" y="136113"/>
                  </a:lnTo>
                  <a:lnTo>
                    <a:pt x="0" y="1361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9" name="pg989"/>
            <p:cNvSpPr/>
            <p:nvPr/>
          </p:nvSpPr>
          <p:spPr>
            <a:xfrm>
              <a:off x="546595" y="4071623"/>
              <a:ext cx="8234974" cy="1638804"/>
            </a:xfrm>
            <a:custGeom>
              <a:avLst/>
              <a:pathLst>
                <a:path w="8234974" h="1638804">
                  <a:moveTo>
                    <a:pt x="0" y="5444"/>
                  </a:moveTo>
                  <a:lnTo>
                    <a:pt x="538736" y="5444"/>
                  </a:lnTo>
                  <a:lnTo>
                    <a:pt x="539996" y="5493"/>
                  </a:lnTo>
                  <a:lnTo>
                    <a:pt x="548222" y="5845"/>
                  </a:lnTo>
                  <a:lnTo>
                    <a:pt x="568752" y="6819"/>
                  </a:lnTo>
                  <a:lnTo>
                    <a:pt x="604932" y="8729"/>
                  </a:lnTo>
                  <a:lnTo>
                    <a:pt x="657800" y="11853"/>
                  </a:lnTo>
                  <a:lnTo>
                    <a:pt x="726051" y="16393"/>
                  </a:lnTo>
                  <a:lnTo>
                    <a:pt x="806477" y="22463"/>
                  </a:lnTo>
                  <a:lnTo>
                    <a:pt x="894787" y="30092"/>
                  </a:lnTo>
                  <a:lnTo>
                    <a:pt x="986521" y="39257"/>
                  </a:lnTo>
                  <a:lnTo>
                    <a:pt x="1077797" y="49921"/>
                  </a:lnTo>
                  <a:lnTo>
                    <a:pt x="1165709" y="62069"/>
                  </a:lnTo>
                  <a:lnTo>
                    <a:pt x="1248428" y="75737"/>
                  </a:lnTo>
                  <a:lnTo>
                    <a:pt x="1325075" y="91021"/>
                  </a:lnTo>
                  <a:lnTo>
                    <a:pt x="1395508" y="108089"/>
                  </a:lnTo>
                  <a:lnTo>
                    <a:pt x="1460098" y="127175"/>
                  </a:lnTo>
                  <a:lnTo>
                    <a:pt x="1519537" y="148570"/>
                  </a:lnTo>
                  <a:lnTo>
                    <a:pt x="1574691" y="172611"/>
                  </a:lnTo>
                  <a:lnTo>
                    <a:pt x="1626493" y="199649"/>
                  </a:lnTo>
                  <a:lnTo>
                    <a:pt x="1675856" y="229992"/>
                  </a:lnTo>
                  <a:lnTo>
                    <a:pt x="1719082" y="260430"/>
                  </a:lnTo>
                  <a:lnTo>
                    <a:pt x="1762709" y="294742"/>
                  </a:lnTo>
                  <a:lnTo>
                    <a:pt x="1805909" y="332151"/>
                  </a:lnTo>
                  <a:lnTo>
                    <a:pt x="1849051" y="372711"/>
                  </a:lnTo>
                  <a:lnTo>
                    <a:pt x="1892401" y="416399"/>
                  </a:lnTo>
                  <a:lnTo>
                    <a:pt x="1936136" y="463099"/>
                  </a:lnTo>
                  <a:lnTo>
                    <a:pt x="1980355" y="512601"/>
                  </a:lnTo>
                  <a:lnTo>
                    <a:pt x="2025086" y="564593"/>
                  </a:lnTo>
                  <a:lnTo>
                    <a:pt x="2070294" y="618672"/>
                  </a:lnTo>
                  <a:lnTo>
                    <a:pt x="2115894" y="674344"/>
                  </a:lnTo>
                  <a:lnTo>
                    <a:pt x="2161760" y="731052"/>
                  </a:lnTo>
                  <a:lnTo>
                    <a:pt x="2207737" y="788190"/>
                  </a:lnTo>
                  <a:lnTo>
                    <a:pt x="2253664" y="845133"/>
                  </a:lnTo>
                  <a:lnTo>
                    <a:pt x="2299380" y="901265"/>
                  </a:lnTo>
                  <a:lnTo>
                    <a:pt x="2344750" y="956008"/>
                  </a:lnTo>
                  <a:lnTo>
                    <a:pt x="2389668" y="1008841"/>
                  </a:lnTo>
                  <a:lnTo>
                    <a:pt x="2434081" y="1059325"/>
                  </a:lnTo>
                  <a:lnTo>
                    <a:pt x="2477991" y="1107113"/>
                  </a:lnTo>
                  <a:lnTo>
                    <a:pt x="2521469" y="1151957"/>
                  </a:lnTo>
                  <a:lnTo>
                    <a:pt x="2564663" y="1193706"/>
                  </a:lnTo>
                  <a:lnTo>
                    <a:pt x="2607804" y="1232302"/>
                  </a:lnTo>
                  <a:lnTo>
                    <a:pt x="2651219" y="1267772"/>
                  </a:lnTo>
                  <a:lnTo>
                    <a:pt x="2667772" y="1280372"/>
                  </a:lnTo>
                  <a:lnTo>
                    <a:pt x="2715635" y="1313860"/>
                  </a:lnTo>
                  <a:lnTo>
                    <a:pt x="2765194" y="1343876"/>
                  </a:lnTo>
                  <a:lnTo>
                    <a:pt x="2817276" y="1370613"/>
                  </a:lnTo>
                  <a:lnTo>
                    <a:pt x="2872799" y="1394386"/>
                  </a:lnTo>
                  <a:lnTo>
                    <a:pt x="2932695" y="1415547"/>
                  </a:lnTo>
                  <a:lnTo>
                    <a:pt x="2997818" y="1434427"/>
                  </a:lnTo>
                  <a:lnTo>
                    <a:pt x="3068835" y="1451316"/>
                  </a:lnTo>
                  <a:lnTo>
                    <a:pt x="3146078" y="1466440"/>
                  </a:lnTo>
                  <a:lnTo>
                    <a:pt x="3229345" y="1479959"/>
                  </a:lnTo>
                  <a:lnTo>
                    <a:pt x="3317675" y="1491965"/>
                  </a:lnTo>
                  <a:lnTo>
                    <a:pt x="3409137" y="1502486"/>
                  </a:lnTo>
                  <a:lnTo>
                    <a:pt x="3500725" y="1511506"/>
                  </a:lnTo>
                  <a:lnTo>
                    <a:pt x="3588478" y="1518986"/>
                  </a:lnTo>
                  <a:lnTo>
                    <a:pt x="3667916" y="1524908"/>
                  </a:lnTo>
                  <a:lnTo>
                    <a:pt x="3734810" y="1529307"/>
                  </a:lnTo>
                  <a:lnTo>
                    <a:pt x="3786104" y="1532305"/>
                  </a:lnTo>
                  <a:lnTo>
                    <a:pt x="3820705" y="1534112"/>
                  </a:lnTo>
                  <a:lnTo>
                    <a:pt x="3839880" y="1535012"/>
                  </a:lnTo>
                  <a:lnTo>
                    <a:pt x="3847181" y="1535322"/>
                  </a:lnTo>
                  <a:lnTo>
                    <a:pt x="3848118" y="1535358"/>
                  </a:lnTo>
                  <a:lnTo>
                    <a:pt x="4386855" y="1535358"/>
                  </a:lnTo>
                  <a:lnTo>
                    <a:pt x="4388158" y="1535362"/>
                  </a:lnTo>
                  <a:lnTo>
                    <a:pt x="4396656" y="1535386"/>
                  </a:lnTo>
                  <a:lnTo>
                    <a:pt x="4417838" y="1535454"/>
                  </a:lnTo>
                  <a:lnTo>
                    <a:pt x="4455103" y="1535588"/>
                  </a:lnTo>
                  <a:lnTo>
                    <a:pt x="4509423" y="1535806"/>
                  </a:lnTo>
                  <a:lnTo>
                    <a:pt x="4579334" y="1536123"/>
                  </a:lnTo>
                  <a:lnTo>
                    <a:pt x="4661422" y="1536546"/>
                  </a:lnTo>
                  <a:lnTo>
                    <a:pt x="4751205" y="1537077"/>
                  </a:lnTo>
                  <a:lnTo>
                    <a:pt x="4844096" y="1537714"/>
                  </a:lnTo>
                  <a:lnTo>
                    <a:pt x="4936164" y="1538454"/>
                  </a:lnTo>
                  <a:lnTo>
                    <a:pt x="5024526" y="1539297"/>
                  </a:lnTo>
                  <a:lnTo>
                    <a:pt x="5107414" y="1540246"/>
                  </a:lnTo>
                  <a:lnTo>
                    <a:pt x="5184033" y="1541308"/>
                  </a:lnTo>
                  <a:lnTo>
                    <a:pt x="5254325" y="1542495"/>
                  </a:lnTo>
                  <a:lnTo>
                    <a:pt x="5318737" y="1543825"/>
                  </a:lnTo>
                  <a:lnTo>
                    <a:pt x="5378021" y="1545318"/>
                  </a:lnTo>
                  <a:lnTo>
                    <a:pt x="5433094" y="1546999"/>
                  </a:lnTo>
                  <a:lnTo>
                    <a:pt x="5484924" y="1548892"/>
                  </a:lnTo>
                  <a:lnTo>
                    <a:pt x="5534441" y="1551017"/>
                  </a:lnTo>
                  <a:lnTo>
                    <a:pt x="5567201" y="1552599"/>
                  </a:lnTo>
                  <a:lnTo>
                    <a:pt x="5619927" y="1555433"/>
                  </a:lnTo>
                  <a:lnTo>
                    <a:pt x="5672149" y="1558575"/>
                  </a:lnTo>
                  <a:lnTo>
                    <a:pt x="5724460" y="1562029"/>
                  </a:lnTo>
                  <a:lnTo>
                    <a:pt x="5777249" y="1565786"/>
                  </a:lnTo>
                  <a:lnTo>
                    <a:pt x="5830727" y="1569824"/>
                  </a:lnTo>
                  <a:lnTo>
                    <a:pt x="5884951" y="1574107"/>
                  </a:lnTo>
                  <a:lnTo>
                    <a:pt x="5939845" y="1578583"/>
                  </a:lnTo>
                  <a:lnTo>
                    <a:pt x="5995230" y="1583193"/>
                  </a:lnTo>
                  <a:lnTo>
                    <a:pt x="6050853" y="1587864"/>
                  </a:lnTo>
                  <a:lnTo>
                    <a:pt x="6106427" y="1592522"/>
                  </a:lnTo>
                  <a:lnTo>
                    <a:pt x="6161673" y="1597094"/>
                  </a:lnTo>
                  <a:lnTo>
                    <a:pt x="6216358" y="1601513"/>
                  </a:lnTo>
                  <a:lnTo>
                    <a:pt x="6270335" y="1605718"/>
                  </a:lnTo>
                  <a:lnTo>
                    <a:pt x="6323569" y="1609666"/>
                  </a:lnTo>
                  <a:lnTo>
                    <a:pt x="6376166" y="1613323"/>
                  </a:lnTo>
                  <a:lnTo>
                    <a:pt x="6428395" y="1616673"/>
                  </a:lnTo>
                  <a:lnTo>
                    <a:pt x="6480708" y="1619711"/>
                  </a:lnTo>
                  <a:lnTo>
                    <a:pt x="6515891" y="1621563"/>
                  </a:lnTo>
                  <a:lnTo>
                    <a:pt x="6564308" y="1623852"/>
                  </a:lnTo>
                  <a:lnTo>
                    <a:pt x="6614471" y="1625901"/>
                  </a:lnTo>
                  <a:lnTo>
                    <a:pt x="6667234" y="1627723"/>
                  </a:lnTo>
                  <a:lnTo>
                    <a:pt x="6723551" y="1629341"/>
                  </a:lnTo>
                  <a:lnTo>
                    <a:pt x="6784383" y="1630780"/>
                  </a:lnTo>
                  <a:lnTo>
                    <a:pt x="6850606" y="1632062"/>
                  </a:lnTo>
                  <a:lnTo>
                    <a:pt x="6922896" y="1633208"/>
                  </a:lnTo>
                  <a:lnTo>
                    <a:pt x="7001559" y="1634232"/>
                  </a:lnTo>
                  <a:lnTo>
                    <a:pt x="7086329" y="1635146"/>
                  </a:lnTo>
                  <a:lnTo>
                    <a:pt x="7176122" y="1635956"/>
                  </a:lnTo>
                  <a:lnTo>
                    <a:pt x="7268821" y="1636664"/>
                  </a:lnTo>
                  <a:lnTo>
                    <a:pt x="7361188" y="1637267"/>
                  </a:lnTo>
                  <a:lnTo>
                    <a:pt x="7449019" y="1637763"/>
                  </a:lnTo>
                  <a:lnTo>
                    <a:pt x="7527665" y="1638152"/>
                  </a:lnTo>
                  <a:lnTo>
                    <a:pt x="7592877" y="1638436"/>
                  </a:lnTo>
                  <a:lnTo>
                    <a:pt x="7641783" y="1638626"/>
                  </a:lnTo>
                  <a:lnTo>
                    <a:pt x="7673671" y="1638736"/>
                  </a:lnTo>
                  <a:lnTo>
                    <a:pt x="7690314" y="1638788"/>
                  </a:lnTo>
                  <a:lnTo>
                    <a:pt x="7695820" y="1638803"/>
                  </a:lnTo>
                  <a:lnTo>
                    <a:pt x="7696237" y="1638804"/>
                  </a:lnTo>
                  <a:lnTo>
                    <a:pt x="8234974" y="1638804"/>
                  </a:lnTo>
                  <a:lnTo>
                    <a:pt x="8234974" y="1633360"/>
                  </a:lnTo>
                  <a:lnTo>
                    <a:pt x="7696237" y="1633360"/>
                  </a:lnTo>
                  <a:lnTo>
                    <a:pt x="7694935" y="1633356"/>
                  </a:lnTo>
                  <a:lnTo>
                    <a:pt x="7686437" y="1633332"/>
                  </a:lnTo>
                  <a:lnTo>
                    <a:pt x="7665254" y="1633264"/>
                  </a:lnTo>
                  <a:lnTo>
                    <a:pt x="7627990" y="1633130"/>
                  </a:lnTo>
                  <a:lnTo>
                    <a:pt x="7573670" y="1632912"/>
                  </a:lnTo>
                  <a:lnTo>
                    <a:pt x="7503758" y="1632595"/>
                  </a:lnTo>
                  <a:lnTo>
                    <a:pt x="7421670" y="1632172"/>
                  </a:lnTo>
                  <a:lnTo>
                    <a:pt x="7331888" y="1631641"/>
                  </a:lnTo>
                  <a:lnTo>
                    <a:pt x="7238997" y="1631004"/>
                  </a:lnTo>
                  <a:lnTo>
                    <a:pt x="7146929" y="1630264"/>
                  </a:lnTo>
                  <a:lnTo>
                    <a:pt x="7058567" y="1629421"/>
                  </a:lnTo>
                  <a:lnTo>
                    <a:pt x="6975678" y="1628472"/>
                  </a:lnTo>
                  <a:lnTo>
                    <a:pt x="6899059" y="1627410"/>
                  </a:lnTo>
                  <a:lnTo>
                    <a:pt x="6828767" y="1626223"/>
                  </a:lnTo>
                  <a:lnTo>
                    <a:pt x="6764356" y="1624893"/>
                  </a:lnTo>
                  <a:lnTo>
                    <a:pt x="6705071" y="1623399"/>
                  </a:lnTo>
                  <a:lnTo>
                    <a:pt x="6649998" y="1621718"/>
                  </a:lnTo>
                  <a:lnTo>
                    <a:pt x="6598169" y="1619826"/>
                  </a:lnTo>
                  <a:lnTo>
                    <a:pt x="6548651" y="1617701"/>
                  </a:lnTo>
                  <a:lnTo>
                    <a:pt x="6515891" y="1616119"/>
                  </a:lnTo>
                  <a:lnTo>
                    <a:pt x="6463165" y="1613285"/>
                  </a:lnTo>
                  <a:lnTo>
                    <a:pt x="6410944" y="1610143"/>
                  </a:lnTo>
                  <a:lnTo>
                    <a:pt x="6358632" y="1606689"/>
                  </a:lnTo>
                  <a:lnTo>
                    <a:pt x="6305843" y="1602932"/>
                  </a:lnTo>
                  <a:lnTo>
                    <a:pt x="6252365" y="1598894"/>
                  </a:lnTo>
                  <a:lnTo>
                    <a:pt x="6198141" y="1594611"/>
                  </a:lnTo>
                  <a:lnTo>
                    <a:pt x="6143247" y="1590134"/>
                  </a:lnTo>
                  <a:lnTo>
                    <a:pt x="6087862" y="1585525"/>
                  </a:lnTo>
                  <a:lnTo>
                    <a:pt x="6032240" y="1580854"/>
                  </a:lnTo>
                  <a:lnTo>
                    <a:pt x="5976666" y="1576196"/>
                  </a:lnTo>
                  <a:lnTo>
                    <a:pt x="5921420" y="1571624"/>
                  </a:lnTo>
                  <a:lnTo>
                    <a:pt x="5866734" y="1567205"/>
                  </a:lnTo>
                  <a:lnTo>
                    <a:pt x="5812758" y="1563000"/>
                  </a:lnTo>
                  <a:lnTo>
                    <a:pt x="5759524" y="1559052"/>
                  </a:lnTo>
                  <a:lnTo>
                    <a:pt x="5706926" y="1555395"/>
                  </a:lnTo>
                  <a:lnTo>
                    <a:pt x="5654697" y="1552045"/>
                  </a:lnTo>
                  <a:lnTo>
                    <a:pt x="5602384" y="1549007"/>
                  </a:lnTo>
                  <a:lnTo>
                    <a:pt x="5567201" y="1547155"/>
                  </a:lnTo>
                  <a:lnTo>
                    <a:pt x="5518784" y="1544866"/>
                  </a:lnTo>
                  <a:lnTo>
                    <a:pt x="5468622" y="1542817"/>
                  </a:lnTo>
                  <a:lnTo>
                    <a:pt x="5415859" y="1540995"/>
                  </a:lnTo>
                  <a:lnTo>
                    <a:pt x="5359542" y="1539377"/>
                  </a:lnTo>
                  <a:lnTo>
                    <a:pt x="5298710" y="1537938"/>
                  </a:lnTo>
                  <a:lnTo>
                    <a:pt x="5232486" y="1536656"/>
                  </a:lnTo>
                  <a:lnTo>
                    <a:pt x="5160197" y="1535510"/>
                  </a:lnTo>
                  <a:lnTo>
                    <a:pt x="5081534" y="1534486"/>
                  </a:lnTo>
                  <a:lnTo>
                    <a:pt x="4996764" y="1533571"/>
                  </a:lnTo>
                  <a:lnTo>
                    <a:pt x="4906971" y="1532761"/>
                  </a:lnTo>
                  <a:lnTo>
                    <a:pt x="4814271" y="1532054"/>
                  </a:lnTo>
                  <a:lnTo>
                    <a:pt x="4721905" y="1531451"/>
                  </a:lnTo>
                  <a:lnTo>
                    <a:pt x="4634074" y="1530955"/>
                  </a:lnTo>
                  <a:lnTo>
                    <a:pt x="4555428" y="1530566"/>
                  </a:lnTo>
                  <a:lnTo>
                    <a:pt x="4490216" y="1530282"/>
                  </a:lnTo>
                  <a:lnTo>
                    <a:pt x="4441310" y="1530092"/>
                  </a:lnTo>
                  <a:lnTo>
                    <a:pt x="4409421" y="1529982"/>
                  </a:lnTo>
                  <a:lnTo>
                    <a:pt x="4392778" y="1529930"/>
                  </a:lnTo>
                  <a:lnTo>
                    <a:pt x="4387272" y="1529915"/>
                  </a:lnTo>
                  <a:lnTo>
                    <a:pt x="4386855" y="1529914"/>
                  </a:lnTo>
                  <a:lnTo>
                    <a:pt x="3848118" y="1529914"/>
                  </a:lnTo>
                  <a:lnTo>
                    <a:pt x="3846859" y="1529864"/>
                  </a:lnTo>
                  <a:lnTo>
                    <a:pt x="3838633" y="1529512"/>
                  </a:lnTo>
                  <a:lnTo>
                    <a:pt x="3818103" y="1528539"/>
                  </a:lnTo>
                  <a:lnTo>
                    <a:pt x="3781923" y="1526629"/>
                  </a:lnTo>
                  <a:lnTo>
                    <a:pt x="3729055" y="1523505"/>
                  </a:lnTo>
                  <a:lnTo>
                    <a:pt x="3660804" y="1518964"/>
                  </a:lnTo>
                  <a:lnTo>
                    <a:pt x="3580377" y="1512894"/>
                  </a:lnTo>
                  <a:lnTo>
                    <a:pt x="3492068" y="1505265"/>
                  </a:lnTo>
                  <a:lnTo>
                    <a:pt x="3400333" y="1496101"/>
                  </a:lnTo>
                  <a:lnTo>
                    <a:pt x="3309058" y="1485437"/>
                  </a:lnTo>
                  <a:lnTo>
                    <a:pt x="3221145" y="1473288"/>
                  </a:lnTo>
                  <a:lnTo>
                    <a:pt x="3138426" y="1459621"/>
                  </a:lnTo>
                  <a:lnTo>
                    <a:pt x="3061780" y="1444336"/>
                  </a:lnTo>
                  <a:lnTo>
                    <a:pt x="2991347" y="1427268"/>
                  </a:lnTo>
                  <a:lnTo>
                    <a:pt x="2926757" y="1408183"/>
                  </a:lnTo>
                  <a:lnTo>
                    <a:pt x="2867318" y="1386788"/>
                  </a:lnTo>
                  <a:lnTo>
                    <a:pt x="2812164" y="1362746"/>
                  </a:lnTo>
                  <a:lnTo>
                    <a:pt x="2760362" y="1335708"/>
                  </a:lnTo>
                  <a:lnTo>
                    <a:pt x="2710998" y="1305366"/>
                  </a:lnTo>
                  <a:lnTo>
                    <a:pt x="2667772" y="1274928"/>
                  </a:lnTo>
                  <a:lnTo>
                    <a:pt x="2624146" y="1240615"/>
                  </a:lnTo>
                  <a:lnTo>
                    <a:pt x="2580945" y="1203207"/>
                  </a:lnTo>
                  <a:lnTo>
                    <a:pt x="2537803" y="1162647"/>
                  </a:lnTo>
                  <a:lnTo>
                    <a:pt x="2494454" y="1118959"/>
                  </a:lnTo>
                  <a:lnTo>
                    <a:pt x="2450719" y="1072259"/>
                  </a:lnTo>
                  <a:lnTo>
                    <a:pt x="2406500" y="1022757"/>
                  </a:lnTo>
                  <a:lnTo>
                    <a:pt x="2361769" y="970764"/>
                  </a:lnTo>
                  <a:lnTo>
                    <a:pt x="2316560" y="916686"/>
                  </a:lnTo>
                  <a:lnTo>
                    <a:pt x="2270960" y="861013"/>
                  </a:lnTo>
                  <a:lnTo>
                    <a:pt x="2225095" y="804305"/>
                  </a:lnTo>
                  <a:lnTo>
                    <a:pt x="2179117" y="747168"/>
                  </a:lnTo>
                  <a:lnTo>
                    <a:pt x="2133191" y="690225"/>
                  </a:lnTo>
                  <a:lnTo>
                    <a:pt x="2087474" y="634092"/>
                  </a:lnTo>
                  <a:lnTo>
                    <a:pt x="2042105" y="579350"/>
                  </a:lnTo>
                  <a:lnTo>
                    <a:pt x="1997186" y="526517"/>
                  </a:lnTo>
                  <a:lnTo>
                    <a:pt x="1952774" y="476033"/>
                  </a:lnTo>
                  <a:lnTo>
                    <a:pt x="1908864" y="428244"/>
                  </a:lnTo>
                  <a:lnTo>
                    <a:pt x="1865385" y="383401"/>
                  </a:lnTo>
                  <a:lnTo>
                    <a:pt x="1822191" y="341652"/>
                  </a:lnTo>
                  <a:lnTo>
                    <a:pt x="1779050" y="303056"/>
                  </a:lnTo>
                  <a:lnTo>
                    <a:pt x="1735635" y="267585"/>
                  </a:lnTo>
                  <a:lnTo>
                    <a:pt x="1719082" y="254985"/>
                  </a:lnTo>
                  <a:lnTo>
                    <a:pt x="1671220" y="221498"/>
                  </a:lnTo>
                  <a:lnTo>
                    <a:pt x="1621660" y="191482"/>
                  </a:lnTo>
                  <a:lnTo>
                    <a:pt x="1569579" y="164745"/>
                  </a:lnTo>
                  <a:lnTo>
                    <a:pt x="1514055" y="140971"/>
                  </a:lnTo>
                  <a:lnTo>
                    <a:pt x="1454159" y="119811"/>
                  </a:lnTo>
                  <a:lnTo>
                    <a:pt x="1389037" y="100930"/>
                  </a:lnTo>
                  <a:lnTo>
                    <a:pt x="1318019" y="84042"/>
                  </a:lnTo>
                  <a:lnTo>
                    <a:pt x="1240776" y="68918"/>
                  </a:lnTo>
                  <a:lnTo>
                    <a:pt x="1157509" y="55399"/>
                  </a:lnTo>
                  <a:lnTo>
                    <a:pt x="1069180" y="43393"/>
                  </a:lnTo>
                  <a:lnTo>
                    <a:pt x="977718" y="32871"/>
                  </a:lnTo>
                  <a:lnTo>
                    <a:pt x="886130" y="23852"/>
                  </a:lnTo>
                  <a:lnTo>
                    <a:pt x="798377" y="16371"/>
                  </a:lnTo>
                  <a:lnTo>
                    <a:pt x="718939" y="10450"/>
                  </a:lnTo>
                  <a:lnTo>
                    <a:pt x="652044" y="6051"/>
                  </a:lnTo>
                  <a:lnTo>
                    <a:pt x="600751" y="3053"/>
                  </a:lnTo>
                  <a:lnTo>
                    <a:pt x="566149" y="1245"/>
                  </a:lnTo>
                  <a:lnTo>
                    <a:pt x="546974" y="345"/>
                  </a:lnTo>
                  <a:lnTo>
                    <a:pt x="539674" y="36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90" name="pl990"/>
            <p:cNvSpPr/>
            <p:nvPr/>
          </p:nvSpPr>
          <p:spPr>
            <a:xfrm>
              <a:off x="546595" y="4077067"/>
              <a:ext cx="8234974" cy="1633360"/>
            </a:xfrm>
            <a:custGeom>
              <a:avLst/>
              <a:pathLst>
                <a:path w="8234974" h="1633360">
                  <a:moveTo>
                    <a:pt x="0" y="0"/>
                  </a:moveTo>
                  <a:lnTo>
                    <a:pt x="538736" y="0"/>
                  </a:lnTo>
                  <a:lnTo>
                    <a:pt x="539996" y="49"/>
                  </a:lnTo>
                  <a:lnTo>
                    <a:pt x="548222" y="401"/>
                  </a:lnTo>
                  <a:lnTo>
                    <a:pt x="568752" y="1374"/>
                  </a:lnTo>
                  <a:lnTo>
                    <a:pt x="604932" y="3284"/>
                  </a:lnTo>
                  <a:lnTo>
                    <a:pt x="657800" y="6408"/>
                  </a:lnTo>
                  <a:lnTo>
                    <a:pt x="726051" y="10949"/>
                  </a:lnTo>
                  <a:lnTo>
                    <a:pt x="806477" y="17019"/>
                  </a:lnTo>
                  <a:lnTo>
                    <a:pt x="894787" y="24648"/>
                  </a:lnTo>
                  <a:lnTo>
                    <a:pt x="986521" y="33812"/>
                  </a:lnTo>
                  <a:lnTo>
                    <a:pt x="1077797" y="44476"/>
                  </a:lnTo>
                  <a:lnTo>
                    <a:pt x="1165709" y="56625"/>
                  </a:lnTo>
                  <a:lnTo>
                    <a:pt x="1248428" y="70292"/>
                  </a:lnTo>
                  <a:lnTo>
                    <a:pt x="1325075" y="85577"/>
                  </a:lnTo>
                  <a:lnTo>
                    <a:pt x="1395508" y="102645"/>
                  </a:lnTo>
                  <a:lnTo>
                    <a:pt x="1460098" y="121730"/>
                  </a:lnTo>
                  <a:lnTo>
                    <a:pt x="1519537" y="143125"/>
                  </a:lnTo>
                  <a:lnTo>
                    <a:pt x="1574691" y="167167"/>
                  </a:lnTo>
                  <a:lnTo>
                    <a:pt x="1626493" y="194205"/>
                  </a:lnTo>
                  <a:lnTo>
                    <a:pt x="1675856" y="224547"/>
                  </a:lnTo>
                  <a:lnTo>
                    <a:pt x="1719082" y="254985"/>
                  </a:lnTo>
                  <a:lnTo>
                    <a:pt x="1762709" y="289298"/>
                  </a:lnTo>
                  <a:lnTo>
                    <a:pt x="1805909" y="326706"/>
                  </a:lnTo>
                  <a:lnTo>
                    <a:pt x="1849051" y="367266"/>
                  </a:lnTo>
                  <a:lnTo>
                    <a:pt x="1892401" y="410954"/>
                  </a:lnTo>
                  <a:lnTo>
                    <a:pt x="1936136" y="457654"/>
                  </a:lnTo>
                  <a:lnTo>
                    <a:pt x="1980355" y="507156"/>
                  </a:lnTo>
                  <a:lnTo>
                    <a:pt x="2025086" y="559149"/>
                  </a:lnTo>
                  <a:lnTo>
                    <a:pt x="2070294" y="613227"/>
                  </a:lnTo>
                  <a:lnTo>
                    <a:pt x="2115894" y="668900"/>
                  </a:lnTo>
                  <a:lnTo>
                    <a:pt x="2161760" y="725608"/>
                  </a:lnTo>
                  <a:lnTo>
                    <a:pt x="2207737" y="782746"/>
                  </a:lnTo>
                  <a:lnTo>
                    <a:pt x="2253664" y="839689"/>
                  </a:lnTo>
                  <a:lnTo>
                    <a:pt x="2299380" y="895821"/>
                  </a:lnTo>
                  <a:lnTo>
                    <a:pt x="2344750" y="950563"/>
                  </a:lnTo>
                  <a:lnTo>
                    <a:pt x="2389668" y="1003396"/>
                  </a:lnTo>
                  <a:lnTo>
                    <a:pt x="2434081" y="1053880"/>
                  </a:lnTo>
                  <a:lnTo>
                    <a:pt x="2477991" y="1101669"/>
                  </a:lnTo>
                  <a:lnTo>
                    <a:pt x="2521469" y="1146512"/>
                  </a:lnTo>
                  <a:lnTo>
                    <a:pt x="2564663" y="1188261"/>
                  </a:lnTo>
                  <a:lnTo>
                    <a:pt x="2607804" y="1226857"/>
                  </a:lnTo>
                  <a:lnTo>
                    <a:pt x="2651219" y="1262328"/>
                  </a:lnTo>
                  <a:lnTo>
                    <a:pt x="2667772" y="1274928"/>
                  </a:lnTo>
                  <a:lnTo>
                    <a:pt x="2715635" y="1308415"/>
                  </a:lnTo>
                  <a:lnTo>
                    <a:pt x="2765194" y="1338431"/>
                  </a:lnTo>
                  <a:lnTo>
                    <a:pt x="2817276" y="1365168"/>
                  </a:lnTo>
                  <a:lnTo>
                    <a:pt x="2872799" y="1388942"/>
                  </a:lnTo>
                  <a:lnTo>
                    <a:pt x="2932695" y="1410102"/>
                  </a:lnTo>
                  <a:lnTo>
                    <a:pt x="2997818" y="1428983"/>
                  </a:lnTo>
                  <a:lnTo>
                    <a:pt x="3068835" y="1445871"/>
                  </a:lnTo>
                  <a:lnTo>
                    <a:pt x="3146078" y="1460995"/>
                  </a:lnTo>
                  <a:lnTo>
                    <a:pt x="3229345" y="1474514"/>
                  </a:lnTo>
                  <a:lnTo>
                    <a:pt x="3317675" y="1486520"/>
                  </a:lnTo>
                  <a:lnTo>
                    <a:pt x="3409137" y="1497042"/>
                  </a:lnTo>
                  <a:lnTo>
                    <a:pt x="3500725" y="1506062"/>
                  </a:lnTo>
                  <a:lnTo>
                    <a:pt x="3588478" y="1513542"/>
                  </a:lnTo>
                  <a:lnTo>
                    <a:pt x="3667916" y="1519463"/>
                  </a:lnTo>
                  <a:lnTo>
                    <a:pt x="3734810" y="1523862"/>
                  </a:lnTo>
                  <a:lnTo>
                    <a:pt x="3786104" y="1526860"/>
                  </a:lnTo>
                  <a:lnTo>
                    <a:pt x="3820705" y="1528668"/>
                  </a:lnTo>
                  <a:lnTo>
                    <a:pt x="3839880" y="1529568"/>
                  </a:lnTo>
                  <a:lnTo>
                    <a:pt x="3847181" y="1529877"/>
                  </a:lnTo>
                  <a:lnTo>
                    <a:pt x="3848118" y="1529914"/>
                  </a:lnTo>
                  <a:lnTo>
                    <a:pt x="4386855" y="1529914"/>
                  </a:lnTo>
                  <a:lnTo>
                    <a:pt x="4388158" y="1529917"/>
                  </a:lnTo>
                  <a:lnTo>
                    <a:pt x="4396656" y="1529942"/>
                  </a:lnTo>
                  <a:lnTo>
                    <a:pt x="4417838" y="1530010"/>
                  </a:lnTo>
                  <a:lnTo>
                    <a:pt x="4455103" y="1530143"/>
                  </a:lnTo>
                  <a:lnTo>
                    <a:pt x="4509423" y="1530362"/>
                  </a:lnTo>
                  <a:lnTo>
                    <a:pt x="4579334" y="1530679"/>
                  </a:lnTo>
                  <a:lnTo>
                    <a:pt x="4661422" y="1531102"/>
                  </a:lnTo>
                  <a:lnTo>
                    <a:pt x="4751205" y="1531633"/>
                  </a:lnTo>
                  <a:lnTo>
                    <a:pt x="4844096" y="1532269"/>
                  </a:lnTo>
                  <a:lnTo>
                    <a:pt x="4936164" y="1533010"/>
                  </a:lnTo>
                  <a:lnTo>
                    <a:pt x="5024526" y="1533853"/>
                  </a:lnTo>
                  <a:lnTo>
                    <a:pt x="5107414" y="1534801"/>
                  </a:lnTo>
                  <a:lnTo>
                    <a:pt x="5184033" y="1535863"/>
                  </a:lnTo>
                  <a:lnTo>
                    <a:pt x="5254325" y="1537051"/>
                  </a:lnTo>
                  <a:lnTo>
                    <a:pt x="5318737" y="1538380"/>
                  </a:lnTo>
                  <a:lnTo>
                    <a:pt x="5378021" y="1539874"/>
                  </a:lnTo>
                  <a:lnTo>
                    <a:pt x="5433094" y="1541555"/>
                  </a:lnTo>
                  <a:lnTo>
                    <a:pt x="5484924" y="1543448"/>
                  </a:lnTo>
                  <a:lnTo>
                    <a:pt x="5534441" y="1545572"/>
                  </a:lnTo>
                  <a:lnTo>
                    <a:pt x="5567201" y="1547155"/>
                  </a:lnTo>
                  <a:lnTo>
                    <a:pt x="5619927" y="1549989"/>
                  </a:lnTo>
                  <a:lnTo>
                    <a:pt x="5672149" y="1553131"/>
                  </a:lnTo>
                  <a:lnTo>
                    <a:pt x="5724460" y="1556584"/>
                  </a:lnTo>
                  <a:lnTo>
                    <a:pt x="5777249" y="1560342"/>
                  </a:lnTo>
                  <a:lnTo>
                    <a:pt x="5830727" y="1564380"/>
                  </a:lnTo>
                  <a:lnTo>
                    <a:pt x="5884951" y="1568662"/>
                  </a:lnTo>
                  <a:lnTo>
                    <a:pt x="5939845" y="1573139"/>
                  </a:lnTo>
                  <a:lnTo>
                    <a:pt x="5995230" y="1577748"/>
                  </a:lnTo>
                  <a:lnTo>
                    <a:pt x="6050853" y="1582419"/>
                  </a:lnTo>
                  <a:lnTo>
                    <a:pt x="6106427" y="1587077"/>
                  </a:lnTo>
                  <a:lnTo>
                    <a:pt x="6161673" y="1591650"/>
                  </a:lnTo>
                  <a:lnTo>
                    <a:pt x="6216358" y="1596068"/>
                  </a:lnTo>
                  <a:lnTo>
                    <a:pt x="6270335" y="1600274"/>
                  </a:lnTo>
                  <a:lnTo>
                    <a:pt x="6323569" y="1604221"/>
                  </a:lnTo>
                  <a:lnTo>
                    <a:pt x="6376166" y="1607878"/>
                  </a:lnTo>
                  <a:lnTo>
                    <a:pt x="6428395" y="1611228"/>
                  </a:lnTo>
                  <a:lnTo>
                    <a:pt x="6480708" y="1614266"/>
                  </a:lnTo>
                  <a:lnTo>
                    <a:pt x="6515891" y="1616119"/>
                  </a:lnTo>
                  <a:lnTo>
                    <a:pt x="6564308" y="1618407"/>
                  </a:lnTo>
                  <a:lnTo>
                    <a:pt x="6614471" y="1620456"/>
                  </a:lnTo>
                  <a:lnTo>
                    <a:pt x="6667234" y="1622279"/>
                  </a:lnTo>
                  <a:lnTo>
                    <a:pt x="6723551" y="1623897"/>
                  </a:lnTo>
                  <a:lnTo>
                    <a:pt x="6784383" y="1625335"/>
                  </a:lnTo>
                  <a:lnTo>
                    <a:pt x="6850606" y="1626618"/>
                  </a:lnTo>
                  <a:lnTo>
                    <a:pt x="6922896" y="1627763"/>
                  </a:lnTo>
                  <a:lnTo>
                    <a:pt x="7001559" y="1628788"/>
                  </a:lnTo>
                  <a:lnTo>
                    <a:pt x="7086329" y="1629702"/>
                  </a:lnTo>
                  <a:lnTo>
                    <a:pt x="7176122" y="1630512"/>
                  </a:lnTo>
                  <a:lnTo>
                    <a:pt x="7268821" y="1631219"/>
                  </a:lnTo>
                  <a:lnTo>
                    <a:pt x="7361188" y="1631822"/>
                  </a:lnTo>
                  <a:lnTo>
                    <a:pt x="7449019" y="1632319"/>
                  </a:lnTo>
                  <a:lnTo>
                    <a:pt x="7527665" y="1632707"/>
                  </a:lnTo>
                  <a:lnTo>
                    <a:pt x="7592877" y="1632992"/>
                  </a:lnTo>
                  <a:lnTo>
                    <a:pt x="7641783" y="1633181"/>
                  </a:lnTo>
                  <a:lnTo>
                    <a:pt x="7673671" y="1633291"/>
                  </a:lnTo>
                  <a:lnTo>
                    <a:pt x="7690314" y="1633343"/>
                  </a:lnTo>
                  <a:lnTo>
                    <a:pt x="7695820" y="1633359"/>
                  </a:lnTo>
                  <a:lnTo>
                    <a:pt x="7696237" y="1633360"/>
                  </a:lnTo>
                  <a:lnTo>
                    <a:pt x="8234974" y="1633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1" name="pl991"/>
            <p:cNvSpPr/>
            <p:nvPr/>
          </p:nvSpPr>
          <p:spPr>
            <a:xfrm>
              <a:off x="546595" y="4071623"/>
              <a:ext cx="8234974" cy="1633360"/>
            </a:xfrm>
            <a:custGeom>
              <a:avLst/>
              <a:pathLst>
                <a:path w="8234974" h="1633360">
                  <a:moveTo>
                    <a:pt x="8234974" y="1633360"/>
                  </a:moveTo>
                  <a:lnTo>
                    <a:pt x="7696237" y="1633360"/>
                  </a:lnTo>
                  <a:lnTo>
                    <a:pt x="7694935" y="1633356"/>
                  </a:lnTo>
                  <a:lnTo>
                    <a:pt x="7686437" y="1633332"/>
                  </a:lnTo>
                  <a:lnTo>
                    <a:pt x="7665254" y="1633264"/>
                  </a:lnTo>
                  <a:lnTo>
                    <a:pt x="7627990" y="1633130"/>
                  </a:lnTo>
                  <a:lnTo>
                    <a:pt x="7573670" y="1632912"/>
                  </a:lnTo>
                  <a:lnTo>
                    <a:pt x="7503758" y="1632595"/>
                  </a:lnTo>
                  <a:lnTo>
                    <a:pt x="7421670" y="1632172"/>
                  </a:lnTo>
                  <a:lnTo>
                    <a:pt x="7331888" y="1631641"/>
                  </a:lnTo>
                  <a:lnTo>
                    <a:pt x="7238997" y="1631004"/>
                  </a:lnTo>
                  <a:lnTo>
                    <a:pt x="7146929" y="1630264"/>
                  </a:lnTo>
                  <a:lnTo>
                    <a:pt x="7058567" y="1629421"/>
                  </a:lnTo>
                  <a:lnTo>
                    <a:pt x="6975678" y="1628472"/>
                  </a:lnTo>
                  <a:lnTo>
                    <a:pt x="6899059" y="1627410"/>
                  </a:lnTo>
                  <a:lnTo>
                    <a:pt x="6828767" y="1626223"/>
                  </a:lnTo>
                  <a:lnTo>
                    <a:pt x="6764356" y="1624893"/>
                  </a:lnTo>
                  <a:lnTo>
                    <a:pt x="6705071" y="1623399"/>
                  </a:lnTo>
                  <a:lnTo>
                    <a:pt x="6649998" y="1621718"/>
                  </a:lnTo>
                  <a:lnTo>
                    <a:pt x="6598169" y="1619826"/>
                  </a:lnTo>
                  <a:lnTo>
                    <a:pt x="6548651" y="1617701"/>
                  </a:lnTo>
                  <a:lnTo>
                    <a:pt x="6515891" y="1616119"/>
                  </a:lnTo>
                  <a:lnTo>
                    <a:pt x="6463165" y="1613285"/>
                  </a:lnTo>
                  <a:lnTo>
                    <a:pt x="6410944" y="1610143"/>
                  </a:lnTo>
                  <a:lnTo>
                    <a:pt x="6358632" y="1606689"/>
                  </a:lnTo>
                  <a:lnTo>
                    <a:pt x="6305843" y="1602932"/>
                  </a:lnTo>
                  <a:lnTo>
                    <a:pt x="6252365" y="1598894"/>
                  </a:lnTo>
                  <a:lnTo>
                    <a:pt x="6198141" y="1594611"/>
                  </a:lnTo>
                  <a:lnTo>
                    <a:pt x="6143247" y="1590134"/>
                  </a:lnTo>
                  <a:lnTo>
                    <a:pt x="6087862" y="1585525"/>
                  </a:lnTo>
                  <a:lnTo>
                    <a:pt x="6032240" y="1580854"/>
                  </a:lnTo>
                  <a:lnTo>
                    <a:pt x="5976666" y="1576196"/>
                  </a:lnTo>
                  <a:lnTo>
                    <a:pt x="5921420" y="1571624"/>
                  </a:lnTo>
                  <a:lnTo>
                    <a:pt x="5866734" y="1567205"/>
                  </a:lnTo>
                  <a:lnTo>
                    <a:pt x="5812758" y="1563000"/>
                  </a:lnTo>
                  <a:lnTo>
                    <a:pt x="5759524" y="1559052"/>
                  </a:lnTo>
                  <a:lnTo>
                    <a:pt x="5706926" y="1555395"/>
                  </a:lnTo>
                  <a:lnTo>
                    <a:pt x="5654697" y="1552045"/>
                  </a:lnTo>
                  <a:lnTo>
                    <a:pt x="5602384" y="1549007"/>
                  </a:lnTo>
                  <a:lnTo>
                    <a:pt x="5567201" y="1547155"/>
                  </a:lnTo>
                  <a:lnTo>
                    <a:pt x="5518784" y="1544866"/>
                  </a:lnTo>
                  <a:lnTo>
                    <a:pt x="5468622" y="1542817"/>
                  </a:lnTo>
                  <a:lnTo>
                    <a:pt x="5415859" y="1540995"/>
                  </a:lnTo>
                  <a:lnTo>
                    <a:pt x="5359542" y="1539377"/>
                  </a:lnTo>
                  <a:lnTo>
                    <a:pt x="5298710" y="1537938"/>
                  </a:lnTo>
                  <a:lnTo>
                    <a:pt x="5232486" y="1536656"/>
                  </a:lnTo>
                  <a:lnTo>
                    <a:pt x="5160197" y="1535510"/>
                  </a:lnTo>
                  <a:lnTo>
                    <a:pt x="5081534" y="1534486"/>
                  </a:lnTo>
                  <a:lnTo>
                    <a:pt x="4996764" y="1533571"/>
                  </a:lnTo>
                  <a:lnTo>
                    <a:pt x="4906971" y="1532761"/>
                  </a:lnTo>
                  <a:lnTo>
                    <a:pt x="4814271" y="1532054"/>
                  </a:lnTo>
                  <a:lnTo>
                    <a:pt x="4721905" y="1531451"/>
                  </a:lnTo>
                  <a:lnTo>
                    <a:pt x="4634074" y="1530955"/>
                  </a:lnTo>
                  <a:lnTo>
                    <a:pt x="4555428" y="1530566"/>
                  </a:lnTo>
                  <a:lnTo>
                    <a:pt x="4490216" y="1530282"/>
                  </a:lnTo>
                  <a:lnTo>
                    <a:pt x="4441310" y="1530092"/>
                  </a:lnTo>
                  <a:lnTo>
                    <a:pt x="4409421" y="1529982"/>
                  </a:lnTo>
                  <a:lnTo>
                    <a:pt x="4392778" y="1529930"/>
                  </a:lnTo>
                  <a:lnTo>
                    <a:pt x="4387272" y="1529915"/>
                  </a:lnTo>
                  <a:lnTo>
                    <a:pt x="4386855" y="1529914"/>
                  </a:lnTo>
                  <a:lnTo>
                    <a:pt x="3848118" y="1529914"/>
                  </a:lnTo>
                  <a:lnTo>
                    <a:pt x="3846859" y="1529864"/>
                  </a:lnTo>
                  <a:lnTo>
                    <a:pt x="3838633" y="1529512"/>
                  </a:lnTo>
                  <a:lnTo>
                    <a:pt x="3818103" y="1528539"/>
                  </a:lnTo>
                  <a:lnTo>
                    <a:pt x="3781923" y="1526629"/>
                  </a:lnTo>
                  <a:lnTo>
                    <a:pt x="3729055" y="1523505"/>
                  </a:lnTo>
                  <a:lnTo>
                    <a:pt x="3660804" y="1518964"/>
                  </a:lnTo>
                  <a:lnTo>
                    <a:pt x="3580377" y="1512894"/>
                  </a:lnTo>
                  <a:lnTo>
                    <a:pt x="3492068" y="1505265"/>
                  </a:lnTo>
                  <a:lnTo>
                    <a:pt x="3400333" y="1496101"/>
                  </a:lnTo>
                  <a:lnTo>
                    <a:pt x="3309058" y="1485437"/>
                  </a:lnTo>
                  <a:lnTo>
                    <a:pt x="3221145" y="1473288"/>
                  </a:lnTo>
                  <a:lnTo>
                    <a:pt x="3138426" y="1459621"/>
                  </a:lnTo>
                  <a:lnTo>
                    <a:pt x="3061780" y="1444336"/>
                  </a:lnTo>
                  <a:lnTo>
                    <a:pt x="2991347" y="1427268"/>
                  </a:lnTo>
                  <a:lnTo>
                    <a:pt x="2926757" y="1408183"/>
                  </a:lnTo>
                  <a:lnTo>
                    <a:pt x="2867318" y="1386788"/>
                  </a:lnTo>
                  <a:lnTo>
                    <a:pt x="2812164" y="1362746"/>
                  </a:lnTo>
                  <a:lnTo>
                    <a:pt x="2760362" y="1335708"/>
                  </a:lnTo>
                  <a:lnTo>
                    <a:pt x="2710998" y="1305366"/>
                  </a:lnTo>
                  <a:lnTo>
                    <a:pt x="2667772" y="1274928"/>
                  </a:lnTo>
                  <a:lnTo>
                    <a:pt x="2624146" y="1240615"/>
                  </a:lnTo>
                  <a:lnTo>
                    <a:pt x="2580945" y="1203207"/>
                  </a:lnTo>
                  <a:lnTo>
                    <a:pt x="2537803" y="1162647"/>
                  </a:lnTo>
                  <a:lnTo>
                    <a:pt x="2494454" y="1118959"/>
                  </a:lnTo>
                  <a:lnTo>
                    <a:pt x="2450719" y="1072259"/>
                  </a:lnTo>
                  <a:lnTo>
                    <a:pt x="2406500" y="1022757"/>
                  </a:lnTo>
                  <a:lnTo>
                    <a:pt x="2361769" y="970764"/>
                  </a:lnTo>
                  <a:lnTo>
                    <a:pt x="2316560" y="916686"/>
                  </a:lnTo>
                  <a:lnTo>
                    <a:pt x="2270960" y="861013"/>
                  </a:lnTo>
                  <a:lnTo>
                    <a:pt x="2225095" y="804305"/>
                  </a:lnTo>
                  <a:lnTo>
                    <a:pt x="2179117" y="747168"/>
                  </a:lnTo>
                  <a:lnTo>
                    <a:pt x="2133191" y="690225"/>
                  </a:lnTo>
                  <a:lnTo>
                    <a:pt x="2087474" y="634092"/>
                  </a:lnTo>
                  <a:lnTo>
                    <a:pt x="2042105" y="579350"/>
                  </a:lnTo>
                  <a:lnTo>
                    <a:pt x="1997186" y="526517"/>
                  </a:lnTo>
                  <a:lnTo>
                    <a:pt x="1952774" y="476033"/>
                  </a:lnTo>
                  <a:lnTo>
                    <a:pt x="1908864" y="428244"/>
                  </a:lnTo>
                  <a:lnTo>
                    <a:pt x="1865385" y="383401"/>
                  </a:lnTo>
                  <a:lnTo>
                    <a:pt x="1822191" y="341652"/>
                  </a:lnTo>
                  <a:lnTo>
                    <a:pt x="1779050" y="303056"/>
                  </a:lnTo>
                  <a:lnTo>
                    <a:pt x="1735635" y="267585"/>
                  </a:lnTo>
                  <a:lnTo>
                    <a:pt x="1719082" y="254985"/>
                  </a:lnTo>
                  <a:lnTo>
                    <a:pt x="1671220" y="221498"/>
                  </a:lnTo>
                  <a:lnTo>
                    <a:pt x="1621660" y="191482"/>
                  </a:lnTo>
                  <a:lnTo>
                    <a:pt x="1569579" y="164745"/>
                  </a:lnTo>
                  <a:lnTo>
                    <a:pt x="1514055" y="140971"/>
                  </a:lnTo>
                  <a:lnTo>
                    <a:pt x="1454159" y="119811"/>
                  </a:lnTo>
                  <a:lnTo>
                    <a:pt x="1389037" y="100930"/>
                  </a:lnTo>
                  <a:lnTo>
                    <a:pt x="1318019" y="84042"/>
                  </a:lnTo>
                  <a:lnTo>
                    <a:pt x="1240776" y="68918"/>
                  </a:lnTo>
                  <a:lnTo>
                    <a:pt x="1157509" y="55399"/>
                  </a:lnTo>
                  <a:lnTo>
                    <a:pt x="1069180" y="43393"/>
                  </a:lnTo>
                  <a:lnTo>
                    <a:pt x="977718" y="32871"/>
                  </a:lnTo>
                  <a:lnTo>
                    <a:pt x="886130" y="23852"/>
                  </a:lnTo>
                  <a:lnTo>
                    <a:pt x="798377" y="16371"/>
                  </a:lnTo>
                  <a:lnTo>
                    <a:pt x="718939" y="10450"/>
                  </a:lnTo>
                  <a:lnTo>
                    <a:pt x="652044" y="6051"/>
                  </a:lnTo>
                  <a:lnTo>
                    <a:pt x="600751" y="3053"/>
                  </a:lnTo>
                  <a:lnTo>
                    <a:pt x="566149" y="1245"/>
                  </a:lnTo>
                  <a:lnTo>
                    <a:pt x="546974" y="345"/>
                  </a:lnTo>
                  <a:lnTo>
                    <a:pt x="539674" y="36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2" name="pg992"/>
            <p:cNvSpPr/>
            <p:nvPr/>
          </p:nvSpPr>
          <p:spPr>
            <a:xfrm>
              <a:off x="546595" y="3859286"/>
              <a:ext cx="8234974" cy="980016"/>
            </a:xfrm>
            <a:custGeom>
              <a:avLst/>
              <a:pathLst>
                <a:path w="8234974" h="980016">
                  <a:moveTo>
                    <a:pt x="0" y="103446"/>
                  </a:moveTo>
                  <a:lnTo>
                    <a:pt x="538736" y="103446"/>
                  </a:lnTo>
                  <a:lnTo>
                    <a:pt x="540025" y="103475"/>
                  </a:lnTo>
                  <a:lnTo>
                    <a:pt x="548432" y="103681"/>
                  </a:lnTo>
                  <a:lnTo>
                    <a:pt x="569397" y="104252"/>
                  </a:lnTo>
                  <a:lnTo>
                    <a:pt x="606300" y="105371"/>
                  </a:lnTo>
                  <a:lnTo>
                    <a:pt x="660137" y="107201"/>
                  </a:lnTo>
                  <a:lnTo>
                    <a:pt x="729497" y="109859"/>
                  </a:lnTo>
                  <a:lnTo>
                    <a:pt x="811035" y="113408"/>
                  </a:lnTo>
                  <a:lnTo>
                    <a:pt x="900332" y="117864"/>
                  </a:lnTo>
                  <a:lnTo>
                    <a:pt x="992844" y="123211"/>
                  </a:lnTo>
                  <a:lnTo>
                    <a:pt x="1084653" y="129430"/>
                  </a:lnTo>
                  <a:lnTo>
                    <a:pt x="1172870" y="136513"/>
                  </a:lnTo>
                  <a:lnTo>
                    <a:pt x="1255706" y="144482"/>
                  </a:lnTo>
                  <a:lnTo>
                    <a:pt x="1332337" y="153400"/>
                  </a:lnTo>
                  <a:lnTo>
                    <a:pt x="1402677" y="163367"/>
                  </a:lnTo>
                  <a:lnTo>
                    <a:pt x="1467147" y="174524"/>
                  </a:lnTo>
                  <a:lnTo>
                    <a:pt x="1526482" y="187047"/>
                  </a:lnTo>
                  <a:lnTo>
                    <a:pt x="1581580" y="201133"/>
                  </a:lnTo>
                  <a:lnTo>
                    <a:pt x="1633398" y="216989"/>
                  </a:lnTo>
                  <a:lnTo>
                    <a:pt x="1682861" y="234786"/>
                  </a:lnTo>
                  <a:lnTo>
                    <a:pt x="1719082" y="249541"/>
                  </a:lnTo>
                  <a:lnTo>
                    <a:pt x="1767825" y="271638"/>
                  </a:lnTo>
                  <a:lnTo>
                    <a:pt x="1816093" y="295959"/>
                  </a:lnTo>
                  <a:lnTo>
                    <a:pt x="1864375" y="322538"/>
                  </a:lnTo>
                  <a:lnTo>
                    <a:pt x="1913005" y="351334"/>
                  </a:lnTo>
                  <a:lnTo>
                    <a:pt x="1962184" y="382224"/>
                  </a:lnTo>
                  <a:lnTo>
                    <a:pt x="2011998" y="414996"/>
                  </a:lnTo>
                  <a:lnTo>
                    <a:pt x="2062427" y="449352"/>
                  </a:lnTo>
                  <a:lnTo>
                    <a:pt x="2113368" y="484914"/>
                  </a:lnTo>
                  <a:lnTo>
                    <a:pt x="2164648" y="521240"/>
                  </a:lnTo>
                  <a:lnTo>
                    <a:pt x="2216057" y="557846"/>
                  </a:lnTo>
                  <a:lnTo>
                    <a:pt x="2267364" y="594231"/>
                  </a:lnTo>
                  <a:lnTo>
                    <a:pt x="2318356" y="629909"/>
                  </a:lnTo>
                  <a:lnTo>
                    <a:pt x="2368853" y="664430"/>
                  </a:lnTo>
                  <a:lnTo>
                    <a:pt x="2418743" y="697410"/>
                  </a:lnTo>
                  <a:lnTo>
                    <a:pt x="2467997" y="728538"/>
                  </a:lnTo>
                  <a:lnTo>
                    <a:pt x="2516684" y="757593"/>
                  </a:lnTo>
                  <a:lnTo>
                    <a:pt x="2564993" y="784440"/>
                  </a:lnTo>
                  <a:lnTo>
                    <a:pt x="2613240" y="809031"/>
                  </a:lnTo>
                  <a:lnTo>
                    <a:pt x="2661894" y="831391"/>
                  </a:lnTo>
                  <a:lnTo>
                    <a:pt x="2667772" y="833921"/>
                  </a:lnTo>
                  <a:lnTo>
                    <a:pt x="2716005" y="853246"/>
                  </a:lnTo>
                  <a:lnTo>
                    <a:pt x="2765968" y="870553"/>
                  </a:lnTo>
                  <a:lnTo>
                    <a:pt x="2818505" y="885954"/>
                  </a:lnTo>
                  <a:lnTo>
                    <a:pt x="2874558" y="899637"/>
                  </a:lnTo>
                  <a:lnTo>
                    <a:pt x="2935079" y="911805"/>
                  </a:lnTo>
                  <a:lnTo>
                    <a:pt x="3000937" y="922654"/>
                  </a:lnTo>
                  <a:lnTo>
                    <a:pt x="3072803" y="932351"/>
                  </a:lnTo>
                  <a:lnTo>
                    <a:pt x="3150994" y="941027"/>
                  </a:lnTo>
                  <a:lnTo>
                    <a:pt x="3235266" y="948774"/>
                  </a:lnTo>
                  <a:lnTo>
                    <a:pt x="3324575" y="955643"/>
                  </a:lnTo>
                  <a:lnTo>
                    <a:pt x="3416869" y="961649"/>
                  </a:lnTo>
                  <a:lnTo>
                    <a:pt x="3508986" y="966779"/>
                  </a:lnTo>
                  <a:lnTo>
                    <a:pt x="3596803" y="971012"/>
                  </a:lnTo>
                  <a:lnTo>
                    <a:pt x="3675728" y="974338"/>
                  </a:lnTo>
                  <a:lnTo>
                    <a:pt x="3741513" y="976784"/>
                  </a:lnTo>
                  <a:lnTo>
                    <a:pt x="3791220" y="978426"/>
                  </a:lnTo>
                  <a:lnTo>
                    <a:pt x="3824010" y="979394"/>
                  </a:lnTo>
                  <a:lnTo>
                    <a:pt x="3841482" y="979858"/>
                  </a:lnTo>
                  <a:lnTo>
                    <a:pt x="3847558" y="980003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6" y="979755"/>
                  </a:lnTo>
                  <a:lnTo>
                    <a:pt x="4417439" y="979122"/>
                  </a:lnTo>
                  <a:lnTo>
                    <a:pt x="4454257" y="977880"/>
                  </a:lnTo>
                  <a:lnTo>
                    <a:pt x="4507980" y="975851"/>
                  </a:lnTo>
                  <a:lnTo>
                    <a:pt x="4577210" y="972904"/>
                  </a:lnTo>
                  <a:lnTo>
                    <a:pt x="4658618" y="968967"/>
                  </a:lnTo>
                  <a:lnTo>
                    <a:pt x="4747800" y="964025"/>
                  </a:lnTo>
                  <a:lnTo>
                    <a:pt x="4840221" y="958092"/>
                  </a:lnTo>
                  <a:lnTo>
                    <a:pt x="4931969" y="951192"/>
                  </a:lnTo>
                  <a:lnTo>
                    <a:pt x="5020151" y="943333"/>
                  </a:lnTo>
                  <a:lnTo>
                    <a:pt x="5102974" y="934491"/>
                  </a:lnTo>
                  <a:lnTo>
                    <a:pt x="5179607" y="924597"/>
                  </a:lnTo>
                  <a:lnTo>
                    <a:pt x="5249958" y="913541"/>
                  </a:lnTo>
                  <a:lnTo>
                    <a:pt x="5314443" y="901165"/>
                  </a:lnTo>
                  <a:lnTo>
                    <a:pt x="5373789" y="887278"/>
                  </a:lnTo>
                  <a:lnTo>
                    <a:pt x="5428893" y="871657"/>
                  </a:lnTo>
                  <a:lnTo>
                    <a:pt x="5480709" y="854077"/>
                  </a:lnTo>
                  <a:lnTo>
                    <a:pt x="5530160" y="834344"/>
                  </a:lnTo>
                  <a:lnTo>
                    <a:pt x="5567201" y="817587"/>
                  </a:lnTo>
                  <a:lnTo>
                    <a:pt x="5615188" y="793421"/>
                  </a:lnTo>
                  <a:lnTo>
                    <a:pt x="5662707" y="766861"/>
                  </a:lnTo>
                  <a:lnTo>
                    <a:pt x="5710227" y="737868"/>
                  </a:lnTo>
                  <a:lnTo>
                    <a:pt x="5758073" y="706482"/>
                  </a:lnTo>
                  <a:lnTo>
                    <a:pt x="5806443" y="672828"/>
                  </a:lnTo>
                  <a:lnTo>
                    <a:pt x="5855425" y="637126"/>
                  </a:lnTo>
                  <a:lnTo>
                    <a:pt x="5905009" y="599683"/>
                  </a:lnTo>
                  <a:lnTo>
                    <a:pt x="5955104" y="560892"/>
                  </a:lnTo>
                  <a:lnTo>
                    <a:pt x="6005551" y="521216"/>
                  </a:lnTo>
                  <a:lnTo>
                    <a:pt x="6056153" y="481163"/>
                  </a:lnTo>
                  <a:lnTo>
                    <a:pt x="6106692" y="441264"/>
                  </a:lnTo>
                  <a:lnTo>
                    <a:pt x="6156957" y="402039"/>
                  </a:lnTo>
                  <a:lnTo>
                    <a:pt x="6206773" y="363974"/>
                  </a:lnTo>
                  <a:lnTo>
                    <a:pt x="6256016" y="327492"/>
                  </a:lnTo>
                  <a:lnTo>
                    <a:pt x="6304640" y="292941"/>
                  </a:lnTo>
                  <a:lnTo>
                    <a:pt x="6352690" y="260575"/>
                  </a:lnTo>
                  <a:lnTo>
                    <a:pt x="6400315" y="230561"/>
                  </a:lnTo>
                  <a:lnTo>
                    <a:pt x="6447787" y="202972"/>
                  </a:lnTo>
                  <a:lnTo>
                    <a:pt x="6495508" y="177803"/>
                  </a:lnTo>
                  <a:lnTo>
                    <a:pt x="6515891" y="167873"/>
                  </a:lnTo>
                  <a:lnTo>
                    <a:pt x="6564081" y="146405"/>
                  </a:lnTo>
                  <a:lnTo>
                    <a:pt x="6613996" y="127177"/>
                  </a:lnTo>
                  <a:lnTo>
                    <a:pt x="6666480" y="110065"/>
                  </a:lnTo>
                  <a:lnTo>
                    <a:pt x="6722471" y="94861"/>
                  </a:lnTo>
                  <a:lnTo>
                    <a:pt x="6782918" y="81338"/>
                  </a:lnTo>
                  <a:lnTo>
                    <a:pt x="6848689" y="69280"/>
                  </a:lnTo>
                  <a:lnTo>
                    <a:pt x="6920455" y="58501"/>
                  </a:lnTo>
                  <a:lnTo>
                    <a:pt x="6998535" y="48857"/>
                  </a:lnTo>
                  <a:lnTo>
                    <a:pt x="7082689" y="40243"/>
                  </a:lnTo>
                  <a:lnTo>
                    <a:pt x="7171883" y="32605"/>
                  </a:lnTo>
                  <a:lnTo>
                    <a:pt x="7264081" y="25925"/>
                  </a:lnTo>
                  <a:lnTo>
                    <a:pt x="7356137" y="20216"/>
                  </a:lnTo>
                  <a:lnTo>
                    <a:pt x="7443950" y="15503"/>
                  </a:lnTo>
                  <a:lnTo>
                    <a:pt x="7522938" y="11796"/>
                  </a:lnTo>
                  <a:lnTo>
                    <a:pt x="7588856" y="9067"/>
                  </a:lnTo>
                  <a:lnTo>
                    <a:pt x="7638752" y="7232"/>
                  </a:lnTo>
                  <a:lnTo>
                    <a:pt x="7671754" y="6146"/>
                  </a:lnTo>
                  <a:lnTo>
                    <a:pt x="7689424" y="5625"/>
                  </a:lnTo>
                  <a:lnTo>
                    <a:pt x="7695640" y="545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30" y="974542"/>
                  </a:lnTo>
                  <a:lnTo>
                    <a:pt x="3838423" y="974336"/>
                  </a:lnTo>
                  <a:lnTo>
                    <a:pt x="3817458" y="973765"/>
                  </a:lnTo>
                  <a:lnTo>
                    <a:pt x="3780555" y="972645"/>
                  </a:lnTo>
                  <a:lnTo>
                    <a:pt x="3726718" y="970815"/>
                  </a:lnTo>
                  <a:lnTo>
                    <a:pt x="3657358" y="968158"/>
                  </a:lnTo>
                  <a:lnTo>
                    <a:pt x="3575819" y="964609"/>
                  </a:lnTo>
                  <a:lnTo>
                    <a:pt x="3486523" y="960153"/>
                  </a:lnTo>
                  <a:lnTo>
                    <a:pt x="3394011" y="954805"/>
                  </a:lnTo>
                  <a:lnTo>
                    <a:pt x="3302201" y="948587"/>
                  </a:lnTo>
                  <a:lnTo>
                    <a:pt x="3213984" y="941504"/>
                  </a:lnTo>
                  <a:lnTo>
                    <a:pt x="3131149" y="933534"/>
                  </a:lnTo>
                  <a:lnTo>
                    <a:pt x="3054518" y="924617"/>
                  </a:lnTo>
                  <a:lnTo>
                    <a:pt x="2984178" y="914650"/>
                  </a:lnTo>
                  <a:lnTo>
                    <a:pt x="2919707" y="903493"/>
                  </a:lnTo>
                  <a:lnTo>
                    <a:pt x="2860373" y="890970"/>
                  </a:lnTo>
                  <a:lnTo>
                    <a:pt x="2805275" y="876883"/>
                  </a:lnTo>
                  <a:lnTo>
                    <a:pt x="2753457" y="861028"/>
                  </a:lnTo>
                  <a:lnTo>
                    <a:pt x="2703993" y="843230"/>
                  </a:lnTo>
                  <a:lnTo>
                    <a:pt x="2667772" y="828476"/>
                  </a:lnTo>
                  <a:lnTo>
                    <a:pt x="2619030" y="806379"/>
                  </a:lnTo>
                  <a:lnTo>
                    <a:pt x="2570762" y="782058"/>
                  </a:lnTo>
                  <a:lnTo>
                    <a:pt x="2522480" y="755479"/>
                  </a:lnTo>
                  <a:lnTo>
                    <a:pt x="2473850" y="726683"/>
                  </a:lnTo>
                  <a:lnTo>
                    <a:pt x="2424670" y="695793"/>
                  </a:lnTo>
                  <a:lnTo>
                    <a:pt x="2374857" y="663020"/>
                  </a:lnTo>
                  <a:lnTo>
                    <a:pt x="2324427" y="628664"/>
                  </a:lnTo>
                  <a:lnTo>
                    <a:pt x="2273487" y="593102"/>
                  </a:lnTo>
                  <a:lnTo>
                    <a:pt x="2222206" y="556777"/>
                  </a:lnTo>
                  <a:lnTo>
                    <a:pt x="2170798" y="520171"/>
                  </a:lnTo>
                  <a:lnTo>
                    <a:pt x="2119490" y="483786"/>
                  </a:lnTo>
                  <a:lnTo>
                    <a:pt x="2068499" y="448108"/>
                  </a:lnTo>
                  <a:lnTo>
                    <a:pt x="2018001" y="413586"/>
                  </a:lnTo>
                  <a:lnTo>
                    <a:pt x="1968111" y="380607"/>
                  </a:lnTo>
                  <a:lnTo>
                    <a:pt x="1918858" y="349479"/>
                  </a:lnTo>
                  <a:lnTo>
                    <a:pt x="1870171" y="320424"/>
                  </a:lnTo>
                  <a:lnTo>
                    <a:pt x="1821862" y="293576"/>
                  </a:lnTo>
                  <a:lnTo>
                    <a:pt x="1773615" y="268985"/>
                  </a:lnTo>
                  <a:lnTo>
                    <a:pt x="1724960" y="246626"/>
                  </a:lnTo>
                  <a:lnTo>
                    <a:pt x="1719082" y="244096"/>
                  </a:lnTo>
                  <a:lnTo>
                    <a:pt x="1670849" y="224771"/>
                  </a:lnTo>
                  <a:lnTo>
                    <a:pt x="1620887" y="207464"/>
                  </a:lnTo>
                  <a:lnTo>
                    <a:pt x="1568350" y="192062"/>
                  </a:lnTo>
                  <a:lnTo>
                    <a:pt x="1512296" y="178380"/>
                  </a:lnTo>
                  <a:lnTo>
                    <a:pt x="1451776" y="166212"/>
                  </a:lnTo>
                  <a:lnTo>
                    <a:pt x="1385918" y="155363"/>
                  </a:lnTo>
                  <a:lnTo>
                    <a:pt x="1314052" y="145666"/>
                  </a:lnTo>
                  <a:lnTo>
                    <a:pt x="1235860" y="136990"/>
                  </a:lnTo>
                  <a:lnTo>
                    <a:pt x="1151589" y="129243"/>
                  </a:lnTo>
                  <a:lnTo>
                    <a:pt x="1062279" y="122374"/>
                  </a:lnTo>
                  <a:lnTo>
                    <a:pt x="969986" y="116368"/>
                  </a:lnTo>
                  <a:lnTo>
                    <a:pt x="877869" y="111238"/>
                  </a:lnTo>
                  <a:lnTo>
                    <a:pt x="790051" y="107005"/>
                  </a:lnTo>
                  <a:lnTo>
                    <a:pt x="711127" y="103679"/>
                  </a:lnTo>
                  <a:lnTo>
                    <a:pt x="645342" y="101233"/>
                  </a:lnTo>
                  <a:lnTo>
                    <a:pt x="595634" y="99591"/>
                  </a:lnTo>
                  <a:lnTo>
                    <a:pt x="562845" y="98622"/>
                  </a:lnTo>
                  <a:lnTo>
                    <a:pt x="545373" y="98159"/>
                  </a:lnTo>
                  <a:lnTo>
                    <a:pt x="539296" y="98013"/>
                  </a:lnTo>
                  <a:lnTo>
                    <a:pt x="538736" y="98001"/>
                  </a:lnTo>
                  <a:lnTo>
                    <a:pt x="0" y="9800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93" name="pl993"/>
            <p:cNvSpPr/>
            <p:nvPr/>
          </p:nvSpPr>
          <p:spPr>
            <a:xfrm>
              <a:off x="546595" y="3864730"/>
              <a:ext cx="8234974" cy="974571"/>
            </a:xfrm>
            <a:custGeom>
              <a:avLst/>
              <a:pathLst>
                <a:path w="8234974" h="974571">
                  <a:moveTo>
                    <a:pt x="0" y="98001"/>
                  </a:moveTo>
                  <a:lnTo>
                    <a:pt x="538736" y="98001"/>
                  </a:lnTo>
                  <a:lnTo>
                    <a:pt x="540025" y="98030"/>
                  </a:lnTo>
                  <a:lnTo>
                    <a:pt x="548432" y="98236"/>
                  </a:lnTo>
                  <a:lnTo>
                    <a:pt x="569397" y="98807"/>
                  </a:lnTo>
                  <a:lnTo>
                    <a:pt x="606300" y="99927"/>
                  </a:lnTo>
                  <a:lnTo>
                    <a:pt x="660137" y="101757"/>
                  </a:lnTo>
                  <a:lnTo>
                    <a:pt x="729497" y="104414"/>
                  </a:lnTo>
                  <a:lnTo>
                    <a:pt x="811035" y="107963"/>
                  </a:lnTo>
                  <a:lnTo>
                    <a:pt x="900332" y="112419"/>
                  </a:lnTo>
                  <a:lnTo>
                    <a:pt x="992844" y="117767"/>
                  </a:lnTo>
                  <a:lnTo>
                    <a:pt x="1084653" y="123985"/>
                  </a:lnTo>
                  <a:lnTo>
                    <a:pt x="1172870" y="131068"/>
                  </a:lnTo>
                  <a:lnTo>
                    <a:pt x="1255706" y="139038"/>
                  </a:lnTo>
                  <a:lnTo>
                    <a:pt x="1332337" y="147956"/>
                  </a:lnTo>
                  <a:lnTo>
                    <a:pt x="1402677" y="157923"/>
                  </a:lnTo>
                  <a:lnTo>
                    <a:pt x="1467147" y="169080"/>
                  </a:lnTo>
                  <a:lnTo>
                    <a:pt x="1526482" y="181602"/>
                  </a:lnTo>
                  <a:lnTo>
                    <a:pt x="1581580" y="195689"/>
                  </a:lnTo>
                  <a:lnTo>
                    <a:pt x="1633398" y="211544"/>
                  </a:lnTo>
                  <a:lnTo>
                    <a:pt x="1682861" y="229342"/>
                  </a:lnTo>
                  <a:lnTo>
                    <a:pt x="1719082" y="244096"/>
                  </a:lnTo>
                  <a:lnTo>
                    <a:pt x="1767825" y="266193"/>
                  </a:lnTo>
                  <a:lnTo>
                    <a:pt x="1816093" y="290515"/>
                  </a:lnTo>
                  <a:lnTo>
                    <a:pt x="1864375" y="317094"/>
                  </a:lnTo>
                  <a:lnTo>
                    <a:pt x="1913005" y="345890"/>
                  </a:lnTo>
                  <a:lnTo>
                    <a:pt x="1962184" y="376780"/>
                  </a:lnTo>
                  <a:lnTo>
                    <a:pt x="2011998" y="409552"/>
                  </a:lnTo>
                  <a:lnTo>
                    <a:pt x="2062427" y="443908"/>
                  </a:lnTo>
                  <a:lnTo>
                    <a:pt x="2113368" y="479470"/>
                  </a:lnTo>
                  <a:lnTo>
                    <a:pt x="2164648" y="515796"/>
                  </a:lnTo>
                  <a:lnTo>
                    <a:pt x="2216057" y="552401"/>
                  </a:lnTo>
                  <a:lnTo>
                    <a:pt x="2267364" y="588787"/>
                  </a:lnTo>
                  <a:lnTo>
                    <a:pt x="2318356" y="624464"/>
                  </a:lnTo>
                  <a:lnTo>
                    <a:pt x="2368853" y="658986"/>
                  </a:lnTo>
                  <a:lnTo>
                    <a:pt x="2418743" y="691965"/>
                  </a:lnTo>
                  <a:lnTo>
                    <a:pt x="2467997" y="723093"/>
                  </a:lnTo>
                  <a:lnTo>
                    <a:pt x="2516684" y="752148"/>
                  </a:lnTo>
                  <a:lnTo>
                    <a:pt x="2564993" y="778996"/>
                  </a:lnTo>
                  <a:lnTo>
                    <a:pt x="2613240" y="803587"/>
                  </a:lnTo>
                  <a:lnTo>
                    <a:pt x="2661894" y="825946"/>
                  </a:lnTo>
                  <a:lnTo>
                    <a:pt x="2667772" y="828476"/>
                  </a:lnTo>
                  <a:lnTo>
                    <a:pt x="2716005" y="847802"/>
                  </a:lnTo>
                  <a:lnTo>
                    <a:pt x="2765968" y="865108"/>
                  </a:lnTo>
                  <a:lnTo>
                    <a:pt x="2818505" y="880510"/>
                  </a:lnTo>
                  <a:lnTo>
                    <a:pt x="2874558" y="894192"/>
                  </a:lnTo>
                  <a:lnTo>
                    <a:pt x="2935079" y="906360"/>
                  </a:lnTo>
                  <a:lnTo>
                    <a:pt x="3000937" y="917209"/>
                  </a:lnTo>
                  <a:lnTo>
                    <a:pt x="3072803" y="926906"/>
                  </a:lnTo>
                  <a:lnTo>
                    <a:pt x="3150994" y="935582"/>
                  </a:lnTo>
                  <a:lnTo>
                    <a:pt x="3235266" y="943330"/>
                  </a:lnTo>
                  <a:lnTo>
                    <a:pt x="3324575" y="950199"/>
                  </a:lnTo>
                  <a:lnTo>
                    <a:pt x="3416869" y="956204"/>
                  </a:lnTo>
                  <a:lnTo>
                    <a:pt x="3508986" y="961334"/>
                  </a:lnTo>
                  <a:lnTo>
                    <a:pt x="3596803" y="965567"/>
                  </a:lnTo>
                  <a:lnTo>
                    <a:pt x="3675728" y="968894"/>
                  </a:lnTo>
                  <a:lnTo>
                    <a:pt x="3741513" y="971339"/>
                  </a:lnTo>
                  <a:lnTo>
                    <a:pt x="3791220" y="972982"/>
                  </a:lnTo>
                  <a:lnTo>
                    <a:pt x="3824010" y="973950"/>
                  </a:lnTo>
                  <a:lnTo>
                    <a:pt x="3841482" y="974413"/>
                  </a:lnTo>
                  <a:lnTo>
                    <a:pt x="3847558" y="974559"/>
                  </a:lnTo>
                  <a:lnTo>
                    <a:pt x="3848118" y="974571"/>
                  </a:lnTo>
                  <a:lnTo>
                    <a:pt x="4386855" y="974571"/>
                  </a:lnTo>
                  <a:lnTo>
                    <a:pt x="4388140" y="974539"/>
                  </a:lnTo>
                  <a:lnTo>
                    <a:pt x="4396526" y="974310"/>
                  </a:lnTo>
                  <a:lnTo>
                    <a:pt x="4417439" y="973677"/>
                  </a:lnTo>
                  <a:lnTo>
                    <a:pt x="4454257" y="972436"/>
                  </a:lnTo>
                  <a:lnTo>
                    <a:pt x="4507980" y="970407"/>
                  </a:lnTo>
                  <a:lnTo>
                    <a:pt x="4577210" y="967459"/>
                  </a:lnTo>
                  <a:lnTo>
                    <a:pt x="4658618" y="963523"/>
                  </a:lnTo>
                  <a:lnTo>
                    <a:pt x="4747800" y="958580"/>
                  </a:lnTo>
                  <a:lnTo>
                    <a:pt x="4840221" y="952647"/>
                  </a:lnTo>
                  <a:lnTo>
                    <a:pt x="4931969" y="945747"/>
                  </a:lnTo>
                  <a:lnTo>
                    <a:pt x="5020151" y="937889"/>
                  </a:lnTo>
                  <a:lnTo>
                    <a:pt x="5102974" y="929046"/>
                  </a:lnTo>
                  <a:lnTo>
                    <a:pt x="5179607" y="919153"/>
                  </a:lnTo>
                  <a:lnTo>
                    <a:pt x="5249958" y="908096"/>
                  </a:lnTo>
                  <a:lnTo>
                    <a:pt x="5314443" y="895721"/>
                  </a:lnTo>
                  <a:lnTo>
                    <a:pt x="5373789" y="881833"/>
                  </a:lnTo>
                  <a:lnTo>
                    <a:pt x="5428893" y="866212"/>
                  </a:lnTo>
                  <a:lnTo>
                    <a:pt x="5480709" y="848632"/>
                  </a:lnTo>
                  <a:lnTo>
                    <a:pt x="5530160" y="828899"/>
                  </a:lnTo>
                  <a:lnTo>
                    <a:pt x="5567201" y="812143"/>
                  </a:lnTo>
                  <a:lnTo>
                    <a:pt x="5615188" y="787977"/>
                  </a:lnTo>
                  <a:lnTo>
                    <a:pt x="5662707" y="761416"/>
                  </a:lnTo>
                  <a:lnTo>
                    <a:pt x="5710227" y="732423"/>
                  </a:lnTo>
                  <a:lnTo>
                    <a:pt x="5758073" y="701037"/>
                  </a:lnTo>
                  <a:lnTo>
                    <a:pt x="5806443" y="667384"/>
                  </a:lnTo>
                  <a:lnTo>
                    <a:pt x="5855425" y="631681"/>
                  </a:lnTo>
                  <a:lnTo>
                    <a:pt x="5905009" y="594238"/>
                  </a:lnTo>
                  <a:lnTo>
                    <a:pt x="5955104" y="555447"/>
                  </a:lnTo>
                  <a:lnTo>
                    <a:pt x="6005551" y="515771"/>
                  </a:lnTo>
                  <a:lnTo>
                    <a:pt x="6056153" y="475718"/>
                  </a:lnTo>
                  <a:lnTo>
                    <a:pt x="6106692" y="435819"/>
                  </a:lnTo>
                  <a:lnTo>
                    <a:pt x="6156957" y="396594"/>
                  </a:lnTo>
                  <a:lnTo>
                    <a:pt x="6206773" y="358529"/>
                  </a:lnTo>
                  <a:lnTo>
                    <a:pt x="6256016" y="322048"/>
                  </a:lnTo>
                  <a:lnTo>
                    <a:pt x="6304640" y="287496"/>
                  </a:lnTo>
                  <a:lnTo>
                    <a:pt x="6352690" y="255131"/>
                  </a:lnTo>
                  <a:lnTo>
                    <a:pt x="6400315" y="225116"/>
                  </a:lnTo>
                  <a:lnTo>
                    <a:pt x="6447787" y="197528"/>
                  </a:lnTo>
                  <a:lnTo>
                    <a:pt x="6495508" y="172358"/>
                  </a:lnTo>
                  <a:lnTo>
                    <a:pt x="6515891" y="162428"/>
                  </a:lnTo>
                  <a:lnTo>
                    <a:pt x="6564081" y="140960"/>
                  </a:lnTo>
                  <a:lnTo>
                    <a:pt x="6613996" y="121733"/>
                  </a:lnTo>
                  <a:lnTo>
                    <a:pt x="6666480" y="104620"/>
                  </a:lnTo>
                  <a:lnTo>
                    <a:pt x="6722471" y="89416"/>
                  </a:lnTo>
                  <a:lnTo>
                    <a:pt x="6782918" y="75893"/>
                  </a:lnTo>
                  <a:lnTo>
                    <a:pt x="6848689" y="63835"/>
                  </a:lnTo>
                  <a:lnTo>
                    <a:pt x="6920455" y="53057"/>
                  </a:lnTo>
                  <a:lnTo>
                    <a:pt x="6998535" y="43412"/>
                  </a:lnTo>
                  <a:lnTo>
                    <a:pt x="7082689" y="34799"/>
                  </a:lnTo>
                  <a:lnTo>
                    <a:pt x="7171883" y="27160"/>
                  </a:lnTo>
                  <a:lnTo>
                    <a:pt x="7264081" y="20480"/>
                  </a:lnTo>
                  <a:lnTo>
                    <a:pt x="7356137" y="14772"/>
                  </a:lnTo>
                  <a:lnTo>
                    <a:pt x="7443950" y="10058"/>
                  </a:lnTo>
                  <a:lnTo>
                    <a:pt x="7522938" y="6352"/>
                  </a:lnTo>
                  <a:lnTo>
                    <a:pt x="7588856" y="3623"/>
                  </a:lnTo>
                  <a:lnTo>
                    <a:pt x="7638752" y="1787"/>
                  </a:lnTo>
                  <a:lnTo>
                    <a:pt x="7671754" y="702"/>
                  </a:lnTo>
                  <a:lnTo>
                    <a:pt x="7689424" y="180"/>
                  </a:lnTo>
                  <a:lnTo>
                    <a:pt x="7695640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4" name="pl994"/>
            <p:cNvSpPr/>
            <p:nvPr/>
          </p:nvSpPr>
          <p:spPr>
            <a:xfrm>
              <a:off x="546595" y="3859286"/>
              <a:ext cx="8234974" cy="974571"/>
            </a:xfrm>
            <a:custGeom>
              <a:avLst/>
              <a:pathLst>
                <a:path w="8234974" h="974571">
                  <a:moveTo>
                    <a:pt x="8234974" y="0"/>
                  </a:move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30" y="974542"/>
                  </a:lnTo>
                  <a:lnTo>
                    <a:pt x="3838423" y="974336"/>
                  </a:lnTo>
                  <a:lnTo>
                    <a:pt x="3817458" y="973765"/>
                  </a:lnTo>
                  <a:lnTo>
                    <a:pt x="3780555" y="972645"/>
                  </a:lnTo>
                  <a:lnTo>
                    <a:pt x="3726718" y="970815"/>
                  </a:lnTo>
                  <a:lnTo>
                    <a:pt x="3657358" y="968158"/>
                  </a:lnTo>
                  <a:lnTo>
                    <a:pt x="3575819" y="964609"/>
                  </a:lnTo>
                  <a:lnTo>
                    <a:pt x="3486523" y="960153"/>
                  </a:lnTo>
                  <a:lnTo>
                    <a:pt x="3394011" y="954805"/>
                  </a:lnTo>
                  <a:lnTo>
                    <a:pt x="3302201" y="948587"/>
                  </a:lnTo>
                  <a:lnTo>
                    <a:pt x="3213984" y="941504"/>
                  </a:lnTo>
                  <a:lnTo>
                    <a:pt x="3131149" y="933534"/>
                  </a:lnTo>
                  <a:lnTo>
                    <a:pt x="3054518" y="924617"/>
                  </a:lnTo>
                  <a:lnTo>
                    <a:pt x="2984178" y="914650"/>
                  </a:lnTo>
                  <a:lnTo>
                    <a:pt x="2919707" y="903493"/>
                  </a:lnTo>
                  <a:lnTo>
                    <a:pt x="2860373" y="890970"/>
                  </a:lnTo>
                  <a:lnTo>
                    <a:pt x="2805275" y="876883"/>
                  </a:lnTo>
                  <a:lnTo>
                    <a:pt x="2753457" y="861028"/>
                  </a:lnTo>
                  <a:lnTo>
                    <a:pt x="2703993" y="843230"/>
                  </a:lnTo>
                  <a:lnTo>
                    <a:pt x="2667772" y="828476"/>
                  </a:lnTo>
                  <a:lnTo>
                    <a:pt x="2619030" y="806379"/>
                  </a:lnTo>
                  <a:lnTo>
                    <a:pt x="2570762" y="782058"/>
                  </a:lnTo>
                  <a:lnTo>
                    <a:pt x="2522480" y="755479"/>
                  </a:lnTo>
                  <a:lnTo>
                    <a:pt x="2473850" y="726683"/>
                  </a:lnTo>
                  <a:lnTo>
                    <a:pt x="2424670" y="695793"/>
                  </a:lnTo>
                  <a:lnTo>
                    <a:pt x="2374857" y="663020"/>
                  </a:lnTo>
                  <a:lnTo>
                    <a:pt x="2324427" y="628664"/>
                  </a:lnTo>
                  <a:lnTo>
                    <a:pt x="2273487" y="593102"/>
                  </a:lnTo>
                  <a:lnTo>
                    <a:pt x="2222206" y="556777"/>
                  </a:lnTo>
                  <a:lnTo>
                    <a:pt x="2170798" y="520171"/>
                  </a:lnTo>
                  <a:lnTo>
                    <a:pt x="2119490" y="483786"/>
                  </a:lnTo>
                  <a:lnTo>
                    <a:pt x="2068499" y="448108"/>
                  </a:lnTo>
                  <a:lnTo>
                    <a:pt x="2018001" y="413586"/>
                  </a:lnTo>
                  <a:lnTo>
                    <a:pt x="1968111" y="380607"/>
                  </a:lnTo>
                  <a:lnTo>
                    <a:pt x="1918858" y="349479"/>
                  </a:lnTo>
                  <a:lnTo>
                    <a:pt x="1870171" y="320424"/>
                  </a:lnTo>
                  <a:lnTo>
                    <a:pt x="1821862" y="293576"/>
                  </a:lnTo>
                  <a:lnTo>
                    <a:pt x="1773615" y="268985"/>
                  </a:lnTo>
                  <a:lnTo>
                    <a:pt x="1724960" y="246626"/>
                  </a:lnTo>
                  <a:lnTo>
                    <a:pt x="1719082" y="244096"/>
                  </a:lnTo>
                  <a:lnTo>
                    <a:pt x="1670849" y="224771"/>
                  </a:lnTo>
                  <a:lnTo>
                    <a:pt x="1620887" y="207464"/>
                  </a:lnTo>
                  <a:lnTo>
                    <a:pt x="1568350" y="192062"/>
                  </a:lnTo>
                  <a:lnTo>
                    <a:pt x="1512296" y="178380"/>
                  </a:lnTo>
                  <a:lnTo>
                    <a:pt x="1451776" y="166212"/>
                  </a:lnTo>
                  <a:lnTo>
                    <a:pt x="1385918" y="155363"/>
                  </a:lnTo>
                  <a:lnTo>
                    <a:pt x="1314052" y="145666"/>
                  </a:lnTo>
                  <a:lnTo>
                    <a:pt x="1235860" y="136990"/>
                  </a:lnTo>
                  <a:lnTo>
                    <a:pt x="1151589" y="129243"/>
                  </a:lnTo>
                  <a:lnTo>
                    <a:pt x="1062279" y="122374"/>
                  </a:lnTo>
                  <a:lnTo>
                    <a:pt x="969986" y="116368"/>
                  </a:lnTo>
                  <a:lnTo>
                    <a:pt x="877869" y="111238"/>
                  </a:lnTo>
                  <a:lnTo>
                    <a:pt x="790051" y="107005"/>
                  </a:lnTo>
                  <a:lnTo>
                    <a:pt x="711127" y="103679"/>
                  </a:lnTo>
                  <a:lnTo>
                    <a:pt x="645342" y="101233"/>
                  </a:lnTo>
                  <a:lnTo>
                    <a:pt x="595634" y="99591"/>
                  </a:lnTo>
                  <a:lnTo>
                    <a:pt x="562845" y="98622"/>
                  </a:lnTo>
                  <a:lnTo>
                    <a:pt x="545373" y="98159"/>
                  </a:lnTo>
                  <a:lnTo>
                    <a:pt x="539296" y="98013"/>
                  </a:lnTo>
                  <a:lnTo>
                    <a:pt x="538736" y="98001"/>
                  </a:lnTo>
                  <a:lnTo>
                    <a:pt x="0" y="98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5" name="pg995"/>
            <p:cNvSpPr/>
            <p:nvPr/>
          </p:nvSpPr>
          <p:spPr>
            <a:xfrm>
              <a:off x="546595" y="1033572"/>
              <a:ext cx="8234974" cy="2433706"/>
            </a:xfrm>
            <a:custGeom>
              <a:avLst/>
              <a:pathLst>
                <a:path w="8234974" h="2433706">
                  <a:moveTo>
                    <a:pt x="0" y="2433706"/>
                  </a:moveTo>
                  <a:lnTo>
                    <a:pt x="538736" y="2433706"/>
                  </a:lnTo>
                  <a:lnTo>
                    <a:pt x="539973" y="2433646"/>
                  </a:lnTo>
                  <a:lnTo>
                    <a:pt x="548050" y="2433212"/>
                  </a:lnTo>
                  <a:lnTo>
                    <a:pt x="568222" y="2432013"/>
                  </a:lnTo>
                  <a:lnTo>
                    <a:pt x="603807" y="2429658"/>
                  </a:lnTo>
                  <a:lnTo>
                    <a:pt x="655874" y="2425806"/>
                  </a:lnTo>
                  <a:lnTo>
                    <a:pt x="723206" y="2420203"/>
                  </a:lnTo>
                  <a:lnTo>
                    <a:pt x="802706" y="2412706"/>
                  </a:lnTo>
                  <a:lnTo>
                    <a:pt x="890187" y="2403276"/>
                  </a:lnTo>
                  <a:lnTo>
                    <a:pt x="981265" y="2391938"/>
                  </a:lnTo>
                  <a:lnTo>
                    <a:pt x="1072083" y="2378738"/>
                  </a:lnTo>
                  <a:lnTo>
                    <a:pt x="1159729" y="2363698"/>
                  </a:lnTo>
                  <a:lnTo>
                    <a:pt x="1242340" y="2346779"/>
                  </a:lnTo>
                  <a:lnTo>
                    <a:pt x="1318993" y="2327866"/>
                  </a:lnTo>
                  <a:lnTo>
                    <a:pt x="1389499" y="2306762"/>
                  </a:lnTo>
                  <a:lnTo>
                    <a:pt x="1454188" y="2283184"/>
                  </a:lnTo>
                  <a:lnTo>
                    <a:pt x="1513716" y="2256779"/>
                  </a:lnTo>
                  <a:lnTo>
                    <a:pt x="1568922" y="2227136"/>
                  </a:lnTo>
                  <a:lnTo>
                    <a:pt x="1620719" y="2193821"/>
                  </a:lnTo>
                  <a:lnTo>
                    <a:pt x="1670009" y="2156446"/>
                  </a:lnTo>
                  <a:lnTo>
                    <a:pt x="1717605" y="2114767"/>
                  </a:lnTo>
                  <a:lnTo>
                    <a:pt x="1719082" y="2113386"/>
                  </a:lnTo>
                  <a:lnTo>
                    <a:pt x="1759879" y="2073213"/>
                  </a:lnTo>
                  <a:lnTo>
                    <a:pt x="1800280" y="2029647"/>
                  </a:lnTo>
                  <a:lnTo>
                    <a:pt x="1840594" y="1982624"/>
                  </a:lnTo>
                  <a:lnTo>
                    <a:pt x="1881052" y="1932155"/>
                  </a:lnTo>
                  <a:lnTo>
                    <a:pt x="1921813" y="1878336"/>
                  </a:lnTo>
                  <a:lnTo>
                    <a:pt x="1962977" y="1821352"/>
                  </a:lnTo>
                  <a:lnTo>
                    <a:pt x="2004586" y="1761487"/>
                  </a:lnTo>
                  <a:lnTo>
                    <a:pt x="2046633" y="1699116"/>
                  </a:lnTo>
                  <a:lnTo>
                    <a:pt x="2089067" y="1634703"/>
                  </a:lnTo>
                  <a:lnTo>
                    <a:pt x="2131801" y="1568784"/>
                  </a:lnTo>
                  <a:lnTo>
                    <a:pt x="2174722" y="1501954"/>
                  </a:lnTo>
                  <a:lnTo>
                    <a:pt x="2217702" y="1434845"/>
                  </a:lnTo>
                  <a:lnTo>
                    <a:pt x="2260607" y="1368099"/>
                  </a:lnTo>
                  <a:lnTo>
                    <a:pt x="2303308" y="1302343"/>
                  </a:lnTo>
                  <a:lnTo>
                    <a:pt x="2345696" y="1238165"/>
                  </a:lnTo>
                  <a:lnTo>
                    <a:pt x="2387688" y="1176094"/>
                  </a:lnTo>
                  <a:lnTo>
                    <a:pt x="2429239" y="1116584"/>
                  </a:lnTo>
                  <a:lnTo>
                    <a:pt x="2470347" y="1059996"/>
                  </a:lnTo>
                  <a:lnTo>
                    <a:pt x="2511062" y="1006603"/>
                  </a:lnTo>
                  <a:lnTo>
                    <a:pt x="2551490" y="956577"/>
                  </a:lnTo>
                  <a:lnTo>
                    <a:pt x="2591801" y="910003"/>
                  </a:lnTo>
                  <a:lnTo>
                    <a:pt x="2632234" y="866883"/>
                  </a:lnTo>
                  <a:lnTo>
                    <a:pt x="2667772" y="832106"/>
                  </a:lnTo>
                  <a:lnTo>
                    <a:pt x="2715327" y="790291"/>
                  </a:lnTo>
                  <a:lnTo>
                    <a:pt x="2764552" y="752783"/>
                  </a:lnTo>
                  <a:lnTo>
                    <a:pt x="2816256" y="719346"/>
                  </a:lnTo>
                  <a:lnTo>
                    <a:pt x="2871341" y="689594"/>
                  </a:lnTo>
                  <a:lnTo>
                    <a:pt x="2930720" y="663093"/>
                  </a:lnTo>
                  <a:lnTo>
                    <a:pt x="2995235" y="639433"/>
                  </a:lnTo>
                  <a:lnTo>
                    <a:pt x="3065551" y="618255"/>
                  </a:lnTo>
                  <a:lnTo>
                    <a:pt x="3142010" y="599277"/>
                  </a:lnTo>
                  <a:lnTo>
                    <a:pt x="3224443" y="582297"/>
                  </a:lnTo>
                  <a:lnTo>
                    <a:pt x="3311954" y="567199"/>
                  </a:lnTo>
                  <a:lnTo>
                    <a:pt x="3402711" y="553941"/>
                  </a:lnTo>
                  <a:lnTo>
                    <a:pt x="3493835" y="542544"/>
                  </a:lnTo>
                  <a:lnTo>
                    <a:pt x="3581495" y="533053"/>
                  </a:lnTo>
                  <a:lnTo>
                    <a:pt x="3661313" y="525495"/>
                  </a:lnTo>
                  <a:lnTo>
                    <a:pt x="3729083" y="519834"/>
                  </a:lnTo>
                  <a:lnTo>
                    <a:pt x="3781660" y="515930"/>
                  </a:lnTo>
                  <a:lnTo>
                    <a:pt x="3817759" y="513534"/>
                  </a:lnTo>
                  <a:lnTo>
                    <a:pt x="3838377" y="512304"/>
                  </a:lnTo>
                  <a:lnTo>
                    <a:pt x="3846764" y="511852"/>
                  </a:lnTo>
                  <a:lnTo>
                    <a:pt x="3848118" y="511786"/>
                  </a:lnTo>
                  <a:lnTo>
                    <a:pt x="4386855" y="511786"/>
                  </a:lnTo>
                  <a:lnTo>
                    <a:pt x="4388153" y="511769"/>
                  </a:lnTo>
                  <a:lnTo>
                    <a:pt x="4396621" y="511649"/>
                  </a:lnTo>
                  <a:lnTo>
                    <a:pt x="4417733" y="511317"/>
                  </a:lnTo>
                  <a:lnTo>
                    <a:pt x="4454879" y="510665"/>
                  </a:lnTo>
                  <a:lnTo>
                    <a:pt x="4509041" y="509600"/>
                  </a:lnTo>
                  <a:lnTo>
                    <a:pt x="4578773" y="508054"/>
                  </a:lnTo>
                  <a:lnTo>
                    <a:pt x="4660682" y="505990"/>
                  </a:lnTo>
                  <a:lnTo>
                    <a:pt x="4750306" y="503400"/>
                  </a:lnTo>
                  <a:lnTo>
                    <a:pt x="4843073" y="500292"/>
                  </a:lnTo>
                  <a:lnTo>
                    <a:pt x="4935058" y="496679"/>
                  </a:lnTo>
                  <a:lnTo>
                    <a:pt x="5023373" y="492564"/>
                  </a:lnTo>
                  <a:lnTo>
                    <a:pt x="5106244" y="487933"/>
                  </a:lnTo>
                  <a:lnTo>
                    <a:pt x="5182867" y="482751"/>
                  </a:lnTo>
                  <a:lnTo>
                    <a:pt x="5253175" y="476957"/>
                  </a:lnTo>
                  <a:lnTo>
                    <a:pt x="5317606" y="470469"/>
                  </a:lnTo>
                  <a:lnTo>
                    <a:pt x="5376907" y="463184"/>
                  </a:lnTo>
                  <a:lnTo>
                    <a:pt x="5431988" y="454985"/>
                  </a:lnTo>
                  <a:lnTo>
                    <a:pt x="5483813" y="445756"/>
                  </a:lnTo>
                  <a:lnTo>
                    <a:pt x="5533313" y="435395"/>
                  </a:lnTo>
                  <a:lnTo>
                    <a:pt x="5567201" y="427395"/>
                  </a:lnTo>
                  <a:lnTo>
                    <a:pt x="5618457" y="413934"/>
                  </a:lnTo>
                  <a:lnTo>
                    <a:pt x="5669218" y="399049"/>
                  </a:lnTo>
                  <a:lnTo>
                    <a:pt x="5720039" y="382721"/>
                  </a:lnTo>
                  <a:lnTo>
                    <a:pt x="5771287" y="364986"/>
                  </a:lnTo>
                  <a:lnTo>
                    <a:pt x="5823173" y="345936"/>
                  </a:lnTo>
                  <a:lnTo>
                    <a:pt x="5875764" y="325728"/>
                  </a:lnTo>
                  <a:lnTo>
                    <a:pt x="5929009" y="304578"/>
                  </a:lnTo>
                  <a:lnTo>
                    <a:pt x="5982757" y="282757"/>
                  </a:lnTo>
                  <a:lnTo>
                    <a:pt x="6036787" y="260573"/>
                  </a:lnTo>
                  <a:lnTo>
                    <a:pt x="6090841" y="238360"/>
                  </a:lnTo>
                  <a:lnTo>
                    <a:pt x="6144657" y="216451"/>
                  </a:lnTo>
                  <a:lnTo>
                    <a:pt x="6198003" y="195162"/>
                  </a:lnTo>
                  <a:lnTo>
                    <a:pt x="6250716" y="174771"/>
                  </a:lnTo>
                  <a:lnTo>
                    <a:pt x="6302724" y="155504"/>
                  </a:lnTo>
                  <a:lnTo>
                    <a:pt x="6354074" y="137529"/>
                  </a:lnTo>
                  <a:lnTo>
                    <a:pt x="6404948" y="120950"/>
                  </a:lnTo>
                  <a:lnTo>
                    <a:pt x="6455686" y="105811"/>
                  </a:lnTo>
                  <a:lnTo>
                    <a:pt x="6506805" y="92102"/>
                  </a:lnTo>
                  <a:lnTo>
                    <a:pt x="6515891" y="89834"/>
                  </a:lnTo>
                  <a:lnTo>
                    <a:pt x="6564248" y="78644"/>
                  </a:lnTo>
                  <a:lnTo>
                    <a:pt x="6614345" y="68626"/>
                  </a:lnTo>
                  <a:lnTo>
                    <a:pt x="6667035" y="59714"/>
                  </a:lnTo>
                  <a:lnTo>
                    <a:pt x="6723266" y="51799"/>
                  </a:lnTo>
                  <a:lnTo>
                    <a:pt x="6783996" y="44762"/>
                  </a:lnTo>
                  <a:lnTo>
                    <a:pt x="6850100" y="38489"/>
                  </a:lnTo>
                  <a:lnTo>
                    <a:pt x="6922251" y="32884"/>
                  </a:lnTo>
                  <a:lnTo>
                    <a:pt x="7000760" y="27870"/>
                  </a:lnTo>
                  <a:lnTo>
                    <a:pt x="7085368" y="23394"/>
                  </a:lnTo>
                  <a:lnTo>
                    <a:pt x="7175003" y="19429"/>
                  </a:lnTo>
                  <a:lnTo>
                    <a:pt x="7267571" y="15964"/>
                  </a:lnTo>
                  <a:lnTo>
                    <a:pt x="7359856" y="13008"/>
                  </a:lnTo>
                  <a:lnTo>
                    <a:pt x="7447684" y="10573"/>
                  </a:lnTo>
                  <a:lnTo>
                    <a:pt x="7526423" y="8665"/>
                  </a:lnTo>
                  <a:lnTo>
                    <a:pt x="7591823" y="7267"/>
                  </a:lnTo>
                  <a:lnTo>
                    <a:pt x="7640992" y="6333"/>
                  </a:lnTo>
                  <a:lnTo>
                    <a:pt x="7673175" y="5786"/>
                  </a:lnTo>
                  <a:lnTo>
                    <a:pt x="7690087" y="5528"/>
                  </a:lnTo>
                  <a:lnTo>
                    <a:pt x="7695776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82" y="506402"/>
                  </a:lnTo>
                  <a:lnTo>
                    <a:pt x="3838805" y="506836"/>
                  </a:lnTo>
                  <a:lnTo>
                    <a:pt x="3818632" y="508035"/>
                  </a:lnTo>
                  <a:lnTo>
                    <a:pt x="3783047" y="510389"/>
                  </a:lnTo>
                  <a:lnTo>
                    <a:pt x="3730980" y="514241"/>
                  </a:lnTo>
                  <a:lnTo>
                    <a:pt x="3663649" y="519844"/>
                  </a:lnTo>
                  <a:lnTo>
                    <a:pt x="3584149" y="527341"/>
                  </a:lnTo>
                  <a:lnTo>
                    <a:pt x="3496667" y="536772"/>
                  </a:lnTo>
                  <a:lnTo>
                    <a:pt x="3405590" y="548110"/>
                  </a:lnTo>
                  <a:lnTo>
                    <a:pt x="3314772" y="561309"/>
                  </a:lnTo>
                  <a:lnTo>
                    <a:pt x="3227125" y="576350"/>
                  </a:lnTo>
                  <a:lnTo>
                    <a:pt x="3144514" y="593269"/>
                  </a:lnTo>
                  <a:lnTo>
                    <a:pt x="3067862" y="612182"/>
                  </a:lnTo>
                  <a:lnTo>
                    <a:pt x="2997356" y="633286"/>
                  </a:lnTo>
                  <a:lnTo>
                    <a:pt x="2932667" y="656863"/>
                  </a:lnTo>
                  <a:lnTo>
                    <a:pt x="2873138" y="683268"/>
                  </a:lnTo>
                  <a:lnTo>
                    <a:pt x="2817932" y="712912"/>
                  </a:lnTo>
                  <a:lnTo>
                    <a:pt x="2766136" y="746226"/>
                  </a:lnTo>
                  <a:lnTo>
                    <a:pt x="2716846" y="783602"/>
                  </a:lnTo>
                  <a:lnTo>
                    <a:pt x="2669249" y="825280"/>
                  </a:lnTo>
                  <a:lnTo>
                    <a:pt x="2667772" y="826661"/>
                  </a:lnTo>
                  <a:lnTo>
                    <a:pt x="2626976" y="866835"/>
                  </a:lnTo>
                  <a:lnTo>
                    <a:pt x="2586574" y="910401"/>
                  </a:lnTo>
                  <a:lnTo>
                    <a:pt x="2546260" y="957423"/>
                  </a:lnTo>
                  <a:lnTo>
                    <a:pt x="2505803" y="1007892"/>
                  </a:lnTo>
                  <a:lnTo>
                    <a:pt x="2465042" y="1061712"/>
                  </a:lnTo>
                  <a:lnTo>
                    <a:pt x="2423878" y="1118695"/>
                  </a:lnTo>
                  <a:lnTo>
                    <a:pt x="2382269" y="1178560"/>
                  </a:lnTo>
                  <a:lnTo>
                    <a:pt x="2340222" y="1240931"/>
                  </a:lnTo>
                  <a:lnTo>
                    <a:pt x="2297788" y="1305345"/>
                  </a:lnTo>
                  <a:lnTo>
                    <a:pt x="2255054" y="1371264"/>
                  </a:lnTo>
                  <a:lnTo>
                    <a:pt x="2212132" y="1438093"/>
                  </a:lnTo>
                  <a:lnTo>
                    <a:pt x="2169152" y="1505202"/>
                  </a:lnTo>
                  <a:lnTo>
                    <a:pt x="2126248" y="1571948"/>
                  </a:lnTo>
                  <a:lnTo>
                    <a:pt x="2083547" y="1637705"/>
                  </a:lnTo>
                  <a:lnTo>
                    <a:pt x="2041159" y="1701883"/>
                  </a:lnTo>
                  <a:lnTo>
                    <a:pt x="1999167" y="1763953"/>
                  </a:lnTo>
                  <a:lnTo>
                    <a:pt x="1957616" y="1823464"/>
                  </a:lnTo>
                  <a:lnTo>
                    <a:pt x="1916508" y="1880051"/>
                  </a:lnTo>
                  <a:lnTo>
                    <a:pt x="1875793" y="1933445"/>
                  </a:lnTo>
                  <a:lnTo>
                    <a:pt x="1835365" y="1983471"/>
                  </a:lnTo>
                  <a:lnTo>
                    <a:pt x="1795054" y="2030044"/>
                  </a:lnTo>
                  <a:lnTo>
                    <a:pt x="1754621" y="2073165"/>
                  </a:lnTo>
                  <a:lnTo>
                    <a:pt x="1719082" y="2107942"/>
                  </a:lnTo>
                  <a:lnTo>
                    <a:pt x="1671528" y="2149756"/>
                  </a:lnTo>
                  <a:lnTo>
                    <a:pt x="1622303" y="2187265"/>
                  </a:lnTo>
                  <a:lnTo>
                    <a:pt x="1570599" y="2220701"/>
                  </a:lnTo>
                  <a:lnTo>
                    <a:pt x="1515514" y="2250454"/>
                  </a:lnTo>
                  <a:lnTo>
                    <a:pt x="1456135" y="2276954"/>
                  </a:lnTo>
                  <a:lnTo>
                    <a:pt x="1391619" y="2300615"/>
                  </a:lnTo>
                  <a:lnTo>
                    <a:pt x="1321303" y="2321792"/>
                  </a:lnTo>
                  <a:lnTo>
                    <a:pt x="1244845" y="2340770"/>
                  </a:lnTo>
                  <a:lnTo>
                    <a:pt x="1162412" y="2357750"/>
                  </a:lnTo>
                  <a:lnTo>
                    <a:pt x="1074901" y="2372849"/>
                  </a:lnTo>
                  <a:lnTo>
                    <a:pt x="984144" y="2386106"/>
                  </a:lnTo>
                  <a:lnTo>
                    <a:pt x="893020" y="2397503"/>
                  </a:lnTo>
                  <a:lnTo>
                    <a:pt x="805359" y="2406995"/>
                  </a:lnTo>
                  <a:lnTo>
                    <a:pt x="725541" y="2414552"/>
                  </a:lnTo>
                  <a:lnTo>
                    <a:pt x="657772" y="2420213"/>
                  </a:lnTo>
                  <a:lnTo>
                    <a:pt x="605195" y="2424117"/>
                  </a:lnTo>
                  <a:lnTo>
                    <a:pt x="569095" y="2426514"/>
                  </a:lnTo>
                  <a:lnTo>
                    <a:pt x="548477" y="2427743"/>
                  </a:lnTo>
                  <a:lnTo>
                    <a:pt x="540091" y="2428195"/>
                  </a:lnTo>
                  <a:lnTo>
                    <a:pt x="538736" y="2428262"/>
                  </a:lnTo>
                  <a:lnTo>
                    <a:pt x="0" y="242826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96" name="pl996"/>
            <p:cNvSpPr/>
            <p:nvPr/>
          </p:nvSpPr>
          <p:spPr>
            <a:xfrm>
              <a:off x="546595" y="1039017"/>
              <a:ext cx="8234974" cy="2428262"/>
            </a:xfrm>
            <a:custGeom>
              <a:avLst/>
              <a:pathLst>
                <a:path w="8234974" h="2428262">
                  <a:moveTo>
                    <a:pt x="0" y="2428262"/>
                  </a:moveTo>
                  <a:lnTo>
                    <a:pt x="538736" y="2428262"/>
                  </a:lnTo>
                  <a:lnTo>
                    <a:pt x="539973" y="2428201"/>
                  </a:lnTo>
                  <a:lnTo>
                    <a:pt x="548050" y="2427767"/>
                  </a:lnTo>
                  <a:lnTo>
                    <a:pt x="568222" y="2426568"/>
                  </a:lnTo>
                  <a:lnTo>
                    <a:pt x="603807" y="2424214"/>
                  </a:lnTo>
                  <a:lnTo>
                    <a:pt x="655874" y="2420362"/>
                  </a:lnTo>
                  <a:lnTo>
                    <a:pt x="723206" y="2414759"/>
                  </a:lnTo>
                  <a:lnTo>
                    <a:pt x="802706" y="2407262"/>
                  </a:lnTo>
                  <a:lnTo>
                    <a:pt x="890187" y="2397831"/>
                  </a:lnTo>
                  <a:lnTo>
                    <a:pt x="981265" y="2386493"/>
                  </a:lnTo>
                  <a:lnTo>
                    <a:pt x="1072083" y="2373294"/>
                  </a:lnTo>
                  <a:lnTo>
                    <a:pt x="1159729" y="2358253"/>
                  </a:lnTo>
                  <a:lnTo>
                    <a:pt x="1242340" y="2341334"/>
                  </a:lnTo>
                  <a:lnTo>
                    <a:pt x="1318993" y="2322421"/>
                  </a:lnTo>
                  <a:lnTo>
                    <a:pt x="1389499" y="2301317"/>
                  </a:lnTo>
                  <a:lnTo>
                    <a:pt x="1454188" y="2277740"/>
                  </a:lnTo>
                  <a:lnTo>
                    <a:pt x="1513716" y="2251335"/>
                  </a:lnTo>
                  <a:lnTo>
                    <a:pt x="1568922" y="2221691"/>
                  </a:lnTo>
                  <a:lnTo>
                    <a:pt x="1620719" y="2188377"/>
                  </a:lnTo>
                  <a:lnTo>
                    <a:pt x="1670009" y="2151001"/>
                  </a:lnTo>
                  <a:lnTo>
                    <a:pt x="1717605" y="2109323"/>
                  </a:lnTo>
                  <a:lnTo>
                    <a:pt x="1719082" y="2107942"/>
                  </a:lnTo>
                  <a:lnTo>
                    <a:pt x="1759879" y="2067768"/>
                  </a:lnTo>
                  <a:lnTo>
                    <a:pt x="1800280" y="2024202"/>
                  </a:lnTo>
                  <a:lnTo>
                    <a:pt x="1840594" y="1977180"/>
                  </a:lnTo>
                  <a:lnTo>
                    <a:pt x="1881052" y="1926711"/>
                  </a:lnTo>
                  <a:lnTo>
                    <a:pt x="1921813" y="1872891"/>
                  </a:lnTo>
                  <a:lnTo>
                    <a:pt x="1962977" y="1815908"/>
                  </a:lnTo>
                  <a:lnTo>
                    <a:pt x="2004586" y="1756043"/>
                  </a:lnTo>
                  <a:lnTo>
                    <a:pt x="2046633" y="1693672"/>
                  </a:lnTo>
                  <a:lnTo>
                    <a:pt x="2089067" y="1629258"/>
                  </a:lnTo>
                  <a:lnTo>
                    <a:pt x="2131801" y="1563339"/>
                  </a:lnTo>
                  <a:lnTo>
                    <a:pt x="2174722" y="1496510"/>
                  </a:lnTo>
                  <a:lnTo>
                    <a:pt x="2217702" y="1429401"/>
                  </a:lnTo>
                  <a:lnTo>
                    <a:pt x="2260607" y="1362655"/>
                  </a:lnTo>
                  <a:lnTo>
                    <a:pt x="2303308" y="1296898"/>
                  </a:lnTo>
                  <a:lnTo>
                    <a:pt x="2345696" y="1232720"/>
                  </a:lnTo>
                  <a:lnTo>
                    <a:pt x="2387688" y="1170650"/>
                  </a:lnTo>
                  <a:lnTo>
                    <a:pt x="2429239" y="1111139"/>
                  </a:lnTo>
                  <a:lnTo>
                    <a:pt x="2470347" y="1054552"/>
                  </a:lnTo>
                  <a:lnTo>
                    <a:pt x="2511062" y="1001158"/>
                  </a:lnTo>
                  <a:lnTo>
                    <a:pt x="2551490" y="951132"/>
                  </a:lnTo>
                  <a:lnTo>
                    <a:pt x="2591801" y="904559"/>
                  </a:lnTo>
                  <a:lnTo>
                    <a:pt x="2632234" y="861438"/>
                  </a:lnTo>
                  <a:lnTo>
                    <a:pt x="2667772" y="826661"/>
                  </a:lnTo>
                  <a:lnTo>
                    <a:pt x="2715327" y="784847"/>
                  </a:lnTo>
                  <a:lnTo>
                    <a:pt x="2764552" y="747338"/>
                  </a:lnTo>
                  <a:lnTo>
                    <a:pt x="2816256" y="713902"/>
                  </a:lnTo>
                  <a:lnTo>
                    <a:pt x="2871341" y="684149"/>
                  </a:lnTo>
                  <a:lnTo>
                    <a:pt x="2930720" y="657648"/>
                  </a:lnTo>
                  <a:lnTo>
                    <a:pt x="2995235" y="633988"/>
                  </a:lnTo>
                  <a:lnTo>
                    <a:pt x="3065551" y="612811"/>
                  </a:lnTo>
                  <a:lnTo>
                    <a:pt x="3142010" y="593833"/>
                  </a:lnTo>
                  <a:lnTo>
                    <a:pt x="3224443" y="576853"/>
                  </a:lnTo>
                  <a:lnTo>
                    <a:pt x="3311954" y="561754"/>
                  </a:lnTo>
                  <a:lnTo>
                    <a:pt x="3402711" y="548497"/>
                  </a:lnTo>
                  <a:lnTo>
                    <a:pt x="3493835" y="537100"/>
                  </a:lnTo>
                  <a:lnTo>
                    <a:pt x="3581495" y="527608"/>
                  </a:lnTo>
                  <a:lnTo>
                    <a:pt x="3661313" y="520051"/>
                  </a:lnTo>
                  <a:lnTo>
                    <a:pt x="3729083" y="514390"/>
                  </a:lnTo>
                  <a:lnTo>
                    <a:pt x="3781660" y="510486"/>
                  </a:lnTo>
                  <a:lnTo>
                    <a:pt x="3817759" y="508089"/>
                  </a:lnTo>
                  <a:lnTo>
                    <a:pt x="3838377" y="506860"/>
                  </a:lnTo>
                  <a:lnTo>
                    <a:pt x="3846764" y="506408"/>
                  </a:lnTo>
                  <a:lnTo>
                    <a:pt x="3848118" y="506341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4"/>
                  </a:lnTo>
                  <a:lnTo>
                    <a:pt x="4396621" y="506204"/>
                  </a:lnTo>
                  <a:lnTo>
                    <a:pt x="4417733" y="505872"/>
                  </a:lnTo>
                  <a:lnTo>
                    <a:pt x="4454879" y="505220"/>
                  </a:lnTo>
                  <a:lnTo>
                    <a:pt x="4509041" y="504155"/>
                  </a:lnTo>
                  <a:lnTo>
                    <a:pt x="4578773" y="502609"/>
                  </a:lnTo>
                  <a:lnTo>
                    <a:pt x="4660682" y="500546"/>
                  </a:lnTo>
                  <a:lnTo>
                    <a:pt x="4750306" y="497955"/>
                  </a:lnTo>
                  <a:lnTo>
                    <a:pt x="4843073" y="494848"/>
                  </a:lnTo>
                  <a:lnTo>
                    <a:pt x="4935058" y="491234"/>
                  </a:lnTo>
                  <a:lnTo>
                    <a:pt x="5023373" y="487119"/>
                  </a:lnTo>
                  <a:lnTo>
                    <a:pt x="5106244" y="482489"/>
                  </a:lnTo>
                  <a:lnTo>
                    <a:pt x="5182867" y="477306"/>
                  </a:lnTo>
                  <a:lnTo>
                    <a:pt x="5253175" y="471512"/>
                  </a:lnTo>
                  <a:lnTo>
                    <a:pt x="5317606" y="465024"/>
                  </a:lnTo>
                  <a:lnTo>
                    <a:pt x="5376907" y="457739"/>
                  </a:lnTo>
                  <a:lnTo>
                    <a:pt x="5431988" y="449541"/>
                  </a:lnTo>
                  <a:lnTo>
                    <a:pt x="5483813" y="440311"/>
                  </a:lnTo>
                  <a:lnTo>
                    <a:pt x="5533313" y="429950"/>
                  </a:lnTo>
                  <a:lnTo>
                    <a:pt x="5567201" y="421951"/>
                  </a:lnTo>
                  <a:lnTo>
                    <a:pt x="5618457" y="408489"/>
                  </a:lnTo>
                  <a:lnTo>
                    <a:pt x="5669218" y="393604"/>
                  </a:lnTo>
                  <a:lnTo>
                    <a:pt x="5720039" y="377277"/>
                  </a:lnTo>
                  <a:lnTo>
                    <a:pt x="5771287" y="359541"/>
                  </a:lnTo>
                  <a:lnTo>
                    <a:pt x="5823173" y="340492"/>
                  </a:lnTo>
                  <a:lnTo>
                    <a:pt x="5875764" y="320284"/>
                  </a:lnTo>
                  <a:lnTo>
                    <a:pt x="5929009" y="299134"/>
                  </a:lnTo>
                  <a:lnTo>
                    <a:pt x="5982757" y="277312"/>
                  </a:lnTo>
                  <a:lnTo>
                    <a:pt x="6036787" y="255129"/>
                  </a:lnTo>
                  <a:lnTo>
                    <a:pt x="6090841" y="232915"/>
                  </a:lnTo>
                  <a:lnTo>
                    <a:pt x="6144657" y="211007"/>
                  </a:lnTo>
                  <a:lnTo>
                    <a:pt x="6198003" y="189718"/>
                  </a:lnTo>
                  <a:lnTo>
                    <a:pt x="6250716" y="169326"/>
                  </a:lnTo>
                  <a:lnTo>
                    <a:pt x="6302724" y="150060"/>
                  </a:lnTo>
                  <a:lnTo>
                    <a:pt x="6354074" y="132085"/>
                  </a:lnTo>
                  <a:lnTo>
                    <a:pt x="6404948" y="115505"/>
                  </a:lnTo>
                  <a:lnTo>
                    <a:pt x="6455686" y="100367"/>
                  </a:lnTo>
                  <a:lnTo>
                    <a:pt x="6506805" y="86658"/>
                  </a:lnTo>
                  <a:lnTo>
                    <a:pt x="6515891" y="84390"/>
                  </a:lnTo>
                  <a:lnTo>
                    <a:pt x="6564248" y="73200"/>
                  </a:lnTo>
                  <a:lnTo>
                    <a:pt x="6614345" y="63182"/>
                  </a:lnTo>
                  <a:lnTo>
                    <a:pt x="6667035" y="54270"/>
                  </a:lnTo>
                  <a:lnTo>
                    <a:pt x="6723266" y="46354"/>
                  </a:lnTo>
                  <a:lnTo>
                    <a:pt x="6783996" y="39317"/>
                  </a:lnTo>
                  <a:lnTo>
                    <a:pt x="6850100" y="33044"/>
                  </a:lnTo>
                  <a:lnTo>
                    <a:pt x="6922251" y="27439"/>
                  </a:lnTo>
                  <a:lnTo>
                    <a:pt x="7000760" y="22425"/>
                  </a:lnTo>
                  <a:lnTo>
                    <a:pt x="7085368" y="17950"/>
                  </a:lnTo>
                  <a:lnTo>
                    <a:pt x="7175003" y="13984"/>
                  </a:lnTo>
                  <a:lnTo>
                    <a:pt x="7267571" y="10520"/>
                  </a:lnTo>
                  <a:lnTo>
                    <a:pt x="7359856" y="7564"/>
                  </a:lnTo>
                  <a:lnTo>
                    <a:pt x="7447684" y="5129"/>
                  </a:lnTo>
                  <a:lnTo>
                    <a:pt x="7526423" y="3220"/>
                  </a:lnTo>
                  <a:lnTo>
                    <a:pt x="7591823" y="1822"/>
                  </a:lnTo>
                  <a:lnTo>
                    <a:pt x="7640992" y="888"/>
                  </a:lnTo>
                  <a:lnTo>
                    <a:pt x="7673175" y="342"/>
                  </a:lnTo>
                  <a:lnTo>
                    <a:pt x="7690087" y="84"/>
                  </a:lnTo>
                  <a:lnTo>
                    <a:pt x="7695776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7" name="pl997"/>
            <p:cNvSpPr/>
            <p:nvPr/>
          </p:nvSpPr>
          <p:spPr>
            <a:xfrm>
              <a:off x="546595" y="1033572"/>
              <a:ext cx="8234974" cy="2428262"/>
            </a:xfrm>
            <a:custGeom>
              <a:avLst/>
              <a:pathLst>
                <a:path w="8234974" h="2428262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882" y="506402"/>
                  </a:lnTo>
                  <a:lnTo>
                    <a:pt x="3838805" y="506836"/>
                  </a:lnTo>
                  <a:lnTo>
                    <a:pt x="3818632" y="508035"/>
                  </a:lnTo>
                  <a:lnTo>
                    <a:pt x="3783047" y="510389"/>
                  </a:lnTo>
                  <a:lnTo>
                    <a:pt x="3730980" y="514241"/>
                  </a:lnTo>
                  <a:lnTo>
                    <a:pt x="3663649" y="519844"/>
                  </a:lnTo>
                  <a:lnTo>
                    <a:pt x="3584149" y="527341"/>
                  </a:lnTo>
                  <a:lnTo>
                    <a:pt x="3496667" y="536772"/>
                  </a:lnTo>
                  <a:lnTo>
                    <a:pt x="3405590" y="548110"/>
                  </a:lnTo>
                  <a:lnTo>
                    <a:pt x="3314772" y="561309"/>
                  </a:lnTo>
                  <a:lnTo>
                    <a:pt x="3227125" y="576350"/>
                  </a:lnTo>
                  <a:lnTo>
                    <a:pt x="3144514" y="593269"/>
                  </a:lnTo>
                  <a:lnTo>
                    <a:pt x="3067862" y="612182"/>
                  </a:lnTo>
                  <a:lnTo>
                    <a:pt x="2997356" y="633286"/>
                  </a:lnTo>
                  <a:lnTo>
                    <a:pt x="2932667" y="656863"/>
                  </a:lnTo>
                  <a:lnTo>
                    <a:pt x="2873138" y="683268"/>
                  </a:lnTo>
                  <a:lnTo>
                    <a:pt x="2817932" y="712912"/>
                  </a:lnTo>
                  <a:lnTo>
                    <a:pt x="2766136" y="746226"/>
                  </a:lnTo>
                  <a:lnTo>
                    <a:pt x="2716846" y="783602"/>
                  </a:lnTo>
                  <a:lnTo>
                    <a:pt x="2669249" y="825280"/>
                  </a:lnTo>
                  <a:lnTo>
                    <a:pt x="2667772" y="826661"/>
                  </a:lnTo>
                  <a:lnTo>
                    <a:pt x="2626976" y="866835"/>
                  </a:lnTo>
                  <a:lnTo>
                    <a:pt x="2586574" y="910401"/>
                  </a:lnTo>
                  <a:lnTo>
                    <a:pt x="2546260" y="957423"/>
                  </a:lnTo>
                  <a:lnTo>
                    <a:pt x="2505803" y="1007892"/>
                  </a:lnTo>
                  <a:lnTo>
                    <a:pt x="2465042" y="1061712"/>
                  </a:lnTo>
                  <a:lnTo>
                    <a:pt x="2423878" y="1118695"/>
                  </a:lnTo>
                  <a:lnTo>
                    <a:pt x="2382269" y="1178560"/>
                  </a:lnTo>
                  <a:lnTo>
                    <a:pt x="2340222" y="1240931"/>
                  </a:lnTo>
                  <a:lnTo>
                    <a:pt x="2297788" y="1305345"/>
                  </a:lnTo>
                  <a:lnTo>
                    <a:pt x="2255054" y="1371264"/>
                  </a:lnTo>
                  <a:lnTo>
                    <a:pt x="2212132" y="1438093"/>
                  </a:lnTo>
                  <a:lnTo>
                    <a:pt x="2169152" y="1505202"/>
                  </a:lnTo>
                  <a:lnTo>
                    <a:pt x="2126248" y="1571948"/>
                  </a:lnTo>
                  <a:lnTo>
                    <a:pt x="2083547" y="1637705"/>
                  </a:lnTo>
                  <a:lnTo>
                    <a:pt x="2041159" y="1701883"/>
                  </a:lnTo>
                  <a:lnTo>
                    <a:pt x="1999167" y="1763953"/>
                  </a:lnTo>
                  <a:lnTo>
                    <a:pt x="1957616" y="1823464"/>
                  </a:lnTo>
                  <a:lnTo>
                    <a:pt x="1916508" y="1880051"/>
                  </a:lnTo>
                  <a:lnTo>
                    <a:pt x="1875793" y="1933445"/>
                  </a:lnTo>
                  <a:lnTo>
                    <a:pt x="1835365" y="1983471"/>
                  </a:lnTo>
                  <a:lnTo>
                    <a:pt x="1795054" y="2030044"/>
                  </a:lnTo>
                  <a:lnTo>
                    <a:pt x="1754621" y="2073165"/>
                  </a:lnTo>
                  <a:lnTo>
                    <a:pt x="1719082" y="2107942"/>
                  </a:lnTo>
                  <a:lnTo>
                    <a:pt x="1671528" y="2149756"/>
                  </a:lnTo>
                  <a:lnTo>
                    <a:pt x="1622303" y="2187265"/>
                  </a:lnTo>
                  <a:lnTo>
                    <a:pt x="1570599" y="2220701"/>
                  </a:lnTo>
                  <a:lnTo>
                    <a:pt x="1515514" y="2250454"/>
                  </a:lnTo>
                  <a:lnTo>
                    <a:pt x="1456135" y="2276954"/>
                  </a:lnTo>
                  <a:lnTo>
                    <a:pt x="1391619" y="2300615"/>
                  </a:lnTo>
                  <a:lnTo>
                    <a:pt x="1321303" y="2321792"/>
                  </a:lnTo>
                  <a:lnTo>
                    <a:pt x="1244845" y="2340770"/>
                  </a:lnTo>
                  <a:lnTo>
                    <a:pt x="1162412" y="2357750"/>
                  </a:lnTo>
                  <a:lnTo>
                    <a:pt x="1074901" y="2372849"/>
                  </a:lnTo>
                  <a:lnTo>
                    <a:pt x="984144" y="2386106"/>
                  </a:lnTo>
                  <a:lnTo>
                    <a:pt x="893020" y="2397503"/>
                  </a:lnTo>
                  <a:lnTo>
                    <a:pt x="805359" y="2406995"/>
                  </a:lnTo>
                  <a:lnTo>
                    <a:pt x="725541" y="2414552"/>
                  </a:lnTo>
                  <a:lnTo>
                    <a:pt x="657772" y="2420213"/>
                  </a:lnTo>
                  <a:lnTo>
                    <a:pt x="605195" y="2424117"/>
                  </a:lnTo>
                  <a:lnTo>
                    <a:pt x="569095" y="2426514"/>
                  </a:lnTo>
                  <a:lnTo>
                    <a:pt x="548477" y="2427743"/>
                  </a:lnTo>
                  <a:lnTo>
                    <a:pt x="540091" y="2428195"/>
                  </a:lnTo>
                  <a:lnTo>
                    <a:pt x="538736" y="2428262"/>
                  </a:lnTo>
                  <a:lnTo>
                    <a:pt x="538736" y="2428262"/>
                  </a:lnTo>
                  <a:lnTo>
                    <a:pt x="0" y="2428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8" name="pg998"/>
            <p:cNvSpPr/>
            <p:nvPr/>
          </p:nvSpPr>
          <p:spPr>
            <a:xfrm>
              <a:off x="546595" y="1588915"/>
              <a:ext cx="8234974" cy="1883808"/>
            </a:xfrm>
            <a:custGeom>
              <a:avLst/>
              <a:pathLst>
                <a:path w="8234974" h="1883808">
                  <a:moveTo>
                    <a:pt x="0" y="1883808"/>
                  </a:moveTo>
                  <a:lnTo>
                    <a:pt x="538736" y="1883808"/>
                  </a:lnTo>
                  <a:lnTo>
                    <a:pt x="539976" y="1883749"/>
                  </a:lnTo>
                  <a:lnTo>
                    <a:pt x="548071" y="1883324"/>
                  </a:lnTo>
                  <a:lnTo>
                    <a:pt x="568286" y="1882149"/>
                  </a:lnTo>
                  <a:lnTo>
                    <a:pt x="603942" y="1879843"/>
                  </a:lnTo>
                  <a:lnTo>
                    <a:pt x="656106" y="1876070"/>
                  </a:lnTo>
                  <a:lnTo>
                    <a:pt x="723548" y="1870582"/>
                  </a:lnTo>
                  <a:lnTo>
                    <a:pt x="803160" y="1863240"/>
                  </a:lnTo>
                  <a:lnTo>
                    <a:pt x="890742" y="1854005"/>
                  </a:lnTo>
                  <a:lnTo>
                    <a:pt x="981899" y="1842903"/>
                  </a:lnTo>
                  <a:lnTo>
                    <a:pt x="1072773" y="1829980"/>
                  </a:lnTo>
                  <a:lnTo>
                    <a:pt x="1160452" y="1815254"/>
                  </a:lnTo>
                  <a:lnTo>
                    <a:pt x="1243077" y="1798689"/>
                  </a:lnTo>
                  <a:lnTo>
                    <a:pt x="1319728" y="1780171"/>
                  </a:lnTo>
                  <a:lnTo>
                    <a:pt x="1390226" y="1759506"/>
                  </a:lnTo>
                  <a:lnTo>
                    <a:pt x="1454903" y="1736416"/>
                  </a:lnTo>
                  <a:lnTo>
                    <a:pt x="1514421" y="1710554"/>
                  </a:lnTo>
                  <a:lnTo>
                    <a:pt x="1569620" y="1681517"/>
                  </a:lnTo>
                  <a:lnTo>
                    <a:pt x="1621417" y="1648882"/>
                  </a:lnTo>
                  <a:lnTo>
                    <a:pt x="1670716" y="1612266"/>
                  </a:lnTo>
                  <a:lnTo>
                    <a:pt x="1718329" y="1571437"/>
                  </a:lnTo>
                  <a:lnTo>
                    <a:pt x="1719082" y="1570748"/>
                  </a:lnTo>
                  <a:lnTo>
                    <a:pt x="1760178" y="1531183"/>
                  </a:lnTo>
                  <a:lnTo>
                    <a:pt x="1800874" y="1488253"/>
                  </a:lnTo>
                  <a:lnTo>
                    <a:pt x="1841487" y="1441895"/>
                  </a:lnTo>
                  <a:lnTo>
                    <a:pt x="1882248" y="1392119"/>
                  </a:lnTo>
                  <a:lnTo>
                    <a:pt x="1923322" y="1339025"/>
                  </a:lnTo>
                  <a:lnTo>
                    <a:pt x="1964807" y="1282802"/>
                  </a:lnTo>
                  <a:lnTo>
                    <a:pt x="2006744" y="1223735"/>
                  </a:lnTo>
                  <a:lnTo>
                    <a:pt x="2049125" y="1162205"/>
                  </a:lnTo>
                  <a:lnTo>
                    <a:pt x="2091893" y="1098679"/>
                  </a:lnTo>
                  <a:lnTo>
                    <a:pt x="2134959" y="1033697"/>
                  </a:lnTo>
                  <a:lnTo>
                    <a:pt x="2178206" y="967857"/>
                  </a:lnTo>
                  <a:lnTo>
                    <a:pt x="2221502" y="901792"/>
                  </a:lnTo>
                  <a:lnTo>
                    <a:pt x="2264708" y="836142"/>
                  </a:lnTo>
                  <a:lnTo>
                    <a:pt x="2307697" y="771532"/>
                  </a:lnTo>
                  <a:lnTo>
                    <a:pt x="2350358" y="708545"/>
                  </a:lnTo>
                  <a:lnTo>
                    <a:pt x="2392611" y="647701"/>
                  </a:lnTo>
                  <a:lnTo>
                    <a:pt x="2434413" y="589444"/>
                  </a:lnTo>
                  <a:lnTo>
                    <a:pt x="2475769" y="534124"/>
                  </a:lnTo>
                  <a:lnTo>
                    <a:pt x="2516737" y="482000"/>
                  </a:lnTo>
                  <a:lnTo>
                    <a:pt x="2557434" y="433233"/>
                  </a:lnTo>
                  <a:lnTo>
                    <a:pt x="2598044" y="387895"/>
                  </a:lnTo>
                  <a:lnTo>
                    <a:pt x="2638822" y="345974"/>
                  </a:lnTo>
                  <a:lnTo>
                    <a:pt x="2667772" y="318505"/>
                  </a:lnTo>
                  <a:lnTo>
                    <a:pt x="2715364" y="277608"/>
                  </a:lnTo>
                  <a:lnTo>
                    <a:pt x="2764629" y="240926"/>
                  </a:lnTo>
                  <a:lnTo>
                    <a:pt x="2816379" y="208229"/>
                  </a:lnTo>
                  <a:lnTo>
                    <a:pt x="2871517" y="179138"/>
                  </a:lnTo>
                  <a:lnTo>
                    <a:pt x="2930958" y="153228"/>
                  </a:lnTo>
                  <a:lnTo>
                    <a:pt x="2995546" y="130097"/>
                  </a:lnTo>
                  <a:lnTo>
                    <a:pt x="3065947" y="109395"/>
                  </a:lnTo>
                  <a:lnTo>
                    <a:pt x="3142500" y="90845"/>
                  </a:lnTo>
                  <a:lnTo>
                    <a:pt x="3225033" y="74249"/>
                  </a:lnTo>
                  <a:lnTo>
                    <a:pt x="3312643" y="59495"/>
                  </a:lnTo>
                  <a:lnTo>
                    <a:pt x="3403486" y="46542"/>
                  </a:lnTo>
                  <a:lnTo>
                    <a:pt x="3494667" y="35411"/>
                  </a:lnTo>
                  <a:lnTo>
                    <a:pt x="3582340" y="26146"/>
                  </a:lnTo>
                  <a:lnTo>
                    <a:pt x="3662115" y="18774"/>
                  </a:lnTo>
                  <a:lnTo>
                    <a:pt x="3729781" y="13257"/>
                  </a:lnTo>
                  <a:lnTo>
                    <a:pt x="3782205" y="9458"/>
                  </a:lnTo>
                  <a:lnTo>
                    <a:pt x="3818124" y="7130"/>
                  </a:lnTo>
                  <a:lnTo>
                    <a:pt x="3838567" y="5940"/>
                  </a:lnTo>
                  <a:lnTo>
                    <a:pt x="3846820" y="550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8" y="5447"/>
                  </a:lnTo>
                  <a:lnTo>
                    <a:pt x="4396656" y="5465"/>
                  </a:lnTo>
                  <a:lnTo>
                    <a:pt x="4417840" y="5515"/>
                  </a:lnTo>
                  <a:lnTo>
                    <a:pt x="4455107" y="5613"/>
                  </a:lnTo>
                  <a:lnTo>
                    <a:pt x="4509430" y="5774"/>
                  </a:lnTo>
                  <a:lnTo>
                    <a:pt x="4579345" y="6008"/>
                  </a:lnTo>
                  <a:lnTo>
                    <a:pt x="4661437" y="6320"/>
                  </a:lnTo>
                  <a:lnTo>
                    <a:pt x="4751222" y="6711"/>
                  </a:lnTo>
                  <a:lnTo>
                    <a:pt x="4844116" y="7180"/>
                  </a:lnTo>
                  <a:lnTo>
                    <a:pt x="4936186" y="7725"/>
                  </a:lnTo>
                  <a:lnTo>
                    <a:pt x="5024549" y="8347"/>
                  </a:lnTo>
                  <a:lnTo>
                    <a:pt x="5107437" y="9046"/>
                  </a:lnTo>
                  <a:lnTo>
                    <a:pt x="5184056" y="9828"/>
                  </a:lnTo>
                  <a:lnTo>
                    <a:pt x="5254348" y="10703"/>
                  </a:lnTo>
                  <a:lnTo>
                    <a:pt x="5318759" y="11683"/>
                  </a:lnTo>
                  <a:lnTo>
                    <a:pt x="5378043" y="12784"/>
                  </a:lnTo>
                  <a:lnTo>
                    <a:pt x="5433116" y="14022"/>
                  </a:lnTo>
                  <a:lnTo>
                    <a:pt x="5484946" y="15417"/>
                  </a:lnTo>
                  <a:lnTo>
                    <a:pt x="5534464" y="16983"/>
                  </a:lnTo>
                  <a:lnTo>
                    <a:pt x="5567201" y="18148"/>
                  </a:lnTo>
                  <a:lnTo>
                    <a:pt x="5619959" y="20237"/>
                  </a:lnTo>
                  <a:lnTo>
                    <a:pt x="5672212" y="22554"/>
                  </a:lnTo>
                  <a:lnTo>
                    <a:pt x="5724555" y="25101"/>
                  </a:lnTo>
                  <a:lnTo>
                    <a:pt x="5777377" y="27872"/>
                  </a:lnTo>
                  <a:lnTo>
                    <a:pt x="5830889" y="30849"/>
                  </a:lnTo>
                  <a:lnTo>
                    <a:pt x="5885148" y="34007"/>
                  </a:lnTo>
                  <a:lnTo>
                    <a:pt x="5940078" y="37308"/>
                  </a:lnTo>
                  <a:lnTo>
                    <a:pt x="5995497" y="40707"/>
                  </a:lnTo>
                  <a:lnTo>
                    <a:pt x="6051154" y="44151"/>
                  </a:lnTo>
                  <a:lnTo>
                    <a:pt x="6106760" y="47585"/>
                  </a:lnTo>
                  <a:lnTo>
                    <a:pt x="6162036" y="50956"/>
                  </a:lnTo>
                  <a:lnTo>
                    <a:pt x="6216750" y="54212"/>
                  </a:lnTo>
                  <a:lnTo>
                    <a:pt x="6270754" y="57312"/>
                  </a:lnTo>
                  <a:lnTo>
                    <a:pt x="6324014" y="60221"/>
                  </a:lnTo>
                  <a:lnTo>
                    <a:pt x="6376639" y="62915"/>
                  </a:lnTo>
                  <a:lnTo>
                    <a:pt x="6428897" y="65383"/>
                  </a:lnTo>
                  <a:lnTo>
                    <a:pt x="6481246" y="67620"/>
                  </a:lnTo>
                  <a:lnTo>
                    <a:pt x="6515891" y="68964"/>
                  </a:lnTo>
                  <a:lnTo>
                    <a:pt x="6564309" y="70650"/>
                  </a:lnTo>
                  <a:lnTo>
                    <a:pt x="6614473" y="72160"/>
                  </a:lnTo>
                  <a:lnTo>
                    <a:pt x="6667238" y="73503"/>
                  </a:lnTo>
                  <a:lnTo>
                    <a:pt x="6723557" y="74695"/>
                  </a:lnTo>
                  <a:lnTo>
                    <a:pt x="6784390" y="75755"/>
                  </a:lnTo>
                  <a:lnTo>
                    <a:pt x="6850616" y="76700"/>
                  </a:lnTo>
                  <a:lnTo>
                    <a:pt x="6922909" y="77544"/>
                  </a:lnTo>
                  <a:lnTo>
                    <a:pt x="7001575" y="78299"/>
                  </a:lnTo>
                  <a:lnTo>
                    <a:pt x="7086348" y="78972"/>
                  </a:lnTo>
                  <a:lnTo>
                    <a:pt x="7176144" y="79569"/>
                  </a:lnTo>
                  <a:lnTo>
                    <a:pt x="7268846" y="80090"/>
                  </a:lnTo>
                  <a:lnTo>
                    <a:pt x="7361214" y="80535"/>
                  </a:lnTo>
                  <a:lnTo>
                    <a:pt x="7449045" y="80901"/>
                  </a:lnTo>
                  <a:lnTo>
                    <a:pt x="7527689" y="81187"/>
                  </a:lnTo>
                  <a:lnTo>
                    <a:pt x="7592898" y="81396"/>
                  </a:lnTo>
                  <a:lnTo>
                    <a:pt x="7641799" y="81536"/>
                  </a:lnTo>
                  <a:lnTo>
                    <a:pt x="7673681" y="81617"/>
                  </a:lnTo>
                  <a:lnTo>
                    <a:pt x="7690319" y="81655"/>
                  </a:lnTo>
                  <a:lnTo>
                    <a:pt x="7695821" y="81667"/>
                  </a:lnTo>
                  <a:lnTo>
                    <a:pt x="7696237" y="81668"/>
                  </a:lnTo>
                  <a:lnTo>
                    <a:pt x="8234974" y="81668"/>
                  </a:lnTo>
                  <a:lnTo>
                    <a:pt x="8234974" y="76223"/>
                  </a:lnTo>
                  <a:lnTo>
                    <a:pt x="7696237" y="76223"/>
                  </a:lnTo>
                  <a:lnTo>
                    <a:pt x="7694935" y="76220"/>
                  </a:lnTo>
                  <a:lnTo>
                    <a:pt x="7686436" y="76202"/>
                  </a:lnTo>
                  <a:lnTo>
                    <a:pt x="7665252" y="76152"/>
                  </a:lnTo>
                  <a:lnTo>
                    <a:pt x="7627985" y="76054"/>
                  </a:lnTo>
                  <a:lnTo>
                    <a:pt x="7573662" y="75893"/>
                  </a:lnTo>
                  <a:lnTo>
                    <a:pt x="7503747" y="75659"/>
                  </a:lnTo>
                  <a:lnTo>
                    <a:pt x="7421655" y="75347"/>
                  </a:lnTo>
                  <a:lnTo>
                    <a:pt x="7331870" y="74956"/>
                  </a:lnTo>
                  <a:lnTo>
                    <a:pt x="7238976" y="74487"/>
                  </a:lnTo>
                  <a:lnTo>
                    <a:pt x="7146907" y="73942"/>
                  </a:lnTo>
                  <a:lnTo>
                    <a:pt x="7058544" y="73320"/>
                  </a:lnTo>
                  <a:lnTo>
                    <a:pt x="6975655" y="72621"/>
                  </a:lnTo>
                  <a:lnTo>
                    <a:pt x="6899036" y="71839"/>
                  </a:lnTo>
                  <a:lnTo>
                    <a:pt x="6828744" y="70964"/>
                  </a:lnTo>
                  <a:lnTo>
                    <a:pt x="6764333" y="69984"/>
                  </a:lnTo>
                  <a:lnTo>
                    <a:pt x="6705049" y="68883"/>
                  </a:lnTo>
                  <a:lnTo>
                    <a:pt x="6649976" y="67645"/>
                  </a:lnTo>
                  <a:lnTo>
                    <a:pt x="6598147" y="66250"/>
                  </a:lnTo>
                  <a:lnTo>
                    <a:pt x="6548629" y="64684"/>
                  </a:lnTo>
                  <a:lnTo>
                    <a:pt x="6515891" y="63519"/>
                  </a:lnTo>
                  <a:lnTo>
                    <a:pt x="6463134" y="61430"/>
                  </a:lnTo>
                  <a:lnTo>
                    <a:pt x="6410881" y="59113"/>
                  </a:lnTo>
                  <a:lnTo>
                    <a:pt x="6358537" y="56566"/>
                  </a:lnTo>
                  <a:lnTo>
                    <a:pt x="6305715" y="53795"/>
                  </a:lnTo>
                  <a:lnTo>
                    <a:pt x="6252203" y="50818"/>
                  </a:lnTo>
                  <a:lnTo>
                    <a:pt x="6197944" y="47660"/>
                  </a:lnTo>
                  <a:lnTo>
                    <a:pt x="6143015" y="44359"/>
                  </a:lnTo>
                  <a:lnTo>
                    <a:pt x="6087595" y="40960"/>
                  </a:lnTo>
                  <a:lnTo>
                    <a:pt x="6031939" y="37516"/>
                  </a:lnTo>
                  <a:lnTo>
                    <a:pt x="5976332" y="34082"/>
                  </a:lnTo>
                  <a:lnTo>
                    <a:pt x="5921056" y="30711"/>
                  </a:lnTo>
                  <a:lnTo>
                    <a:pt x="5866342" y="27455"/>
                  </a:lnTo>
                  <a:lnTo>
                    <a:pt x="5812338" y="24355"/>
                  </a:lnTo>
                  <a:lnTo>
                    <a:pt x="5759078" y="21446"/>
                  </a:lnTo>
                  <a:lnTo>
                    <a:pt x="5706454" y="18752"/>
                  </a:lnTo>
                  <a:lnTo>
                    <a:pt x="5654195" y="16284"/>
                  </a:lnTo>
                  <a:lnTo>
                    <a:pt x="5601847" y="14047"/>
                  </a:lnTo>
                  <a:lnTo>
                    <a:pt x="5567201" y="12703"/>
                  </a:lnTo>
                  <a:lnTo>
                    <a:pt x="5518783" y="11017"/>
                  </a:lnTo>
                  <a:lnTo>
                    <a:pt x="5468619" y="9507"/>
                  </a:lnTo>
                  <a:lnTo>
                    <a:pt x="5415855" y="8164"/>
                  </a:lnTo>
                  <a:lnTo>
                    <a:pt x="5359536" y="6972"/>
                  </a:lnTo>
                  <a:lnTo>
                    <a:pt x="5298702" y="5912"/>
                  </a:lnTo>
                  <a:lnTo>
                    <a:pt x="5232476" y="4967"/>
                  </a:lnTo>
                  <a:lnTo>
                    <a:pt x="5160184" y="4123"/>
                  </a:lnTo>
                  <a:lnTo>
                    <a:pt x="5081518" y="3368"/>
                  </a:lnTo>
                  <a:lnTo>
                    <a:pt x="4996744" y="2695"/>
                  </a:lnTo>
                  <a:lnTo>
                    <a:pt x="4906948" y="2098"/>
                  </a:lnTo>
                  <a:lnTo>
                    <a:pt x="4814246" y="1577"/>
                  </a:lnTo>
                  <a:lnTo>
                    <a:pt x="4721878" y="1132"/>
                  </a:lnTo>
                  <a:lnTo>
                    <a:pt x="4634047" y="766"/>
                  </a:lnTo>
                  <a:lnTo>
                    <a:pt x="4555403" y="480"/>
                  </a:lnTo>
                  <a:lnTo>
                    <a:pt x="4490195" y="271"/>
                  </a:lnTo>
                  <a:lnTo>
                    <a:pt x="4441294" y="131"/>
                  </a:lnTo>
                  <a:lnTo>
                    <a:pt x="4409412" y="50"/>
                  </a:lnTo>
                  <a:lnTo>
                    <a:pt x="4392774" y="12"/>
                  </a:lnTo>
                  <a:lnTo>
                    <a:pt x="4387272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9" y="59"/>
                  </a:lnTo>
                  <a:lnTo>
                    <a:pt x="3838784" y="484"/>
                  </a:lnTo>
                  <a:lnTo>
                    <a:pt x="3818569" y="1659"/>
                  </a:lnTo>
                  <a:lnTo>
                    <a:pt x="3782912" y="3965"/>
                  </a:lnTo>
                  <a:lnTo>
                    <a:pt x="3730749" y="7738"/>
                  </a:lnTo>
                  <a:lnTo>
                    <a:pt x="3663307" y="13226"/>
                  </a:lnTo>
                  <a:lnTo>
                    <a:pt x="3583695" y="20568"/>
                  </a:lnTo>
                  <a:lnTo>
                    <a:pt x="3496113" y="29803"/>
                  </a:lnTo>
                  <a:lnTo>
                    <a:pt x="3404956" y="40905"/>
                  </a:lnTo>
                  <a:lnTo>
                    <a:pt x="3314082" y="53828"/>
                  </a:lnTo>
                  <a:lnTo>
                    <a:pt x="3226403" y="68554"/>
                  </a:lnTo>
                  <a:lnTo>
                    <a:pt x="3143778" y="85119"/>
                  </a:lnTo>
                  <a:lnTo>
                    <a:pt x="3067126" y="103637"/>
                  </a:lnTo>
                  <a:lnTo>
                    <a:pt x="2996629" y="124302"/>
                  </a:lnTo>
                  <a:lnTo>
                    <a:pt x="2931951" y="147392"/>
                  </a:lnTo>
                  <a:lnTo>
                    <a:pt x="2872434" y="173254"/>
                  </a:lnTo>
                  <a:lnTo>
                    <a:pt x="2817234" y="202291"/>
                  </a:lnTo>
                  <a:lnTo>
                    <a:pt x="2765438" y="234926"/>
                  </a:lnTo>
                  <a:lnTo>
                    <a:pt x="2716139" y="271542"/>
                  </a:lnTo>
                  <a:lnTo>
                    <a:pt x="2668526" y="312371"/>
                  </a:lnTo>
                  <a:lnTo>
                    <a:pt x="2667772" y="313060"/>
                  </a:lnTo>
                  <a:lnTo>
                    <a:pt x="2626677" y="352625"/>
                  </a:lnTo>
                  <a:lnTo>
                    <a:pt x="2585980" y="395555"/>
                  </a:lnTo>
                  <a:lnTo>
                    <a:pt x="2545368" y="441913"/>
                  </a:lnTo>
                  <a:lnTo>
                    <a:pt x="2504606" y="491688"/>
                  </a:lnTo>
                  <a:lnTo>
                    <a:pt x="2463533" y="544783"/>
                  </a:lnTo>
                  <a:lnTo>
                    <a:pt x="2422048" y="601006"/>
                  </a:lnTo>
                  <a:lnTo>
                    <a:pt x="2380110" y="660072"/>
                  </a:lnTo>
                  <a:lnTo>
                    <a:pt x="2337730" y="721603"/>
                  </a:lnTo>
                  <a:lnTo>
                    <a:pt x="2294962" y="785129"/>
                  </a:lnTo>
                  <a:lnTo>
                    <a:pt x="2251895" y="850111"/>
                  </a:lnTo>
                  <a:lnTo>
                    <a:pt x="2208648" y="915951"/>
                  </a:lnTo>
                  <a:lnTo>
                    <a:pt x="2165353" y="982016"/>
                  </a:lnTo>
                  <a:lnTo>
                    <a:pt x="2122146" y="1047666"/>
                  </a:lnTo>
                  <a:lnTo>
                    <a:pt x="2079157" y="1112276"/>
                  </a:lnTo>
                  <a:lnTo>
                    <a:pt x="2036496" y="1175263"/>
                  </a:lnTo>
                  <a:lnTo>
                    <a:pt x="1994244" y="1236107"/>
                  </a:lnTo>
                  <a:lnTo>
                    <a:pt x="1952442" y="1294364"/>
                  </a:lnTo>
                  <a:lnTo>
                    <a:pt x="1911086" y="1349684"/>
                  </a:lnTo>
                  <a:lnTo>
                    <a:pt x="1870118" y="1401808"/>
                  </a:lnTo>
                  <a:lnTo>
                    <a:pt x="1829420" y="1450575"/>
                  </a:lnTo>
                  <a:lnTo>
                    <a:pt x="1788811" y="1495913"/>
                  </a:lnTo>
                  <a:lnTo>
                    <a:pt x="1748033" y="1537833"/>
                  </a:lnTo>
                  <a:lnTo>
                    <a:pt x="1719082" y="1565303"/>
                  </a:lnTo>
                  <a:lnTo>
                    <a:pt x="1671491" y="1606200"/>
                  </a:lnTo>
                  <a:lnTo>
                    <a:pt x="1622225" y="1642882"/>
                  </a:lnTo>
                  <a:lnTo>
                    <a:pt x="1570476" y="1675578"/>
                  </a:lnTo>
                  <a:lnTo>
                    <a:pt x="1515338" y="1704670"/>
                  </a:lnTo>
                  <a:lnTo>
                    <a:pt x="1455897" y="1730580"/>
                  </a:lnTo>
                  <a:lnTo>
                    <a:pt x="1391308" y="1753711"/>
                  </a:lnTo>
                  <a:lnTo>
                    <a:pt x="1320908" y="1774413"/>
                  </a:lnTo>
                  <a:lnTo>
                    <a:pt x="1244355" y="1792963"/>
                  </a:lnTo>
                  <a:lnTo>
                    <a:pt x="1161821" y="1809559"/>
                  </a:lnTo>
                  <a:lnTo>
                    <a:pt x="1074211" y="1824313"/>
                  </a:lnTo>
                  <a:lnTo>
                    <a:pt x="983368" y="1837266"/>
                  </a:lnTo>
                  <a:lnTo>
                    <a:pt x="892187" y="1848397"/>
                  </a:lnTo>
                  <a:lnTo>
                    <a:pt x="804514" y="1857662"/>
                  </a:lnTo>
                  <a:lnTo>
                    <a:pt x="724739" y="1865034"/>
                  </a:lnTo>
                  <a:lnTo>
                    <a:pt x="657073" y="1870551"/>
                  </a:lnTo>
                  <a:lnTo>
                    <a:pt x="604649" y="1874350"/>
                  </a:lnTo>
                  <a:lnTo>
                    <a:pt x="568730" y="1876677"/>
                  </a:lnTo>
                  <a:lnTo>
                    <a:pt x="548288" y="1877868"/>
                  </a:lnTo>
                  <a:lnTo>
                    <a:pt x="540035" y="1878301"/>
                  </a:lnTo>
                  <a:lnTo>
                    <a:pt x="538736" y="1878364"/>
                  </a:lnTo>
                  <a:lnTo>
                    <a:pt x="0" y="187836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999" name="pl999"/>
            <p:cNvSpPr/>
            <p:nvPr/>
          </p:nvSpPr>
          <p:spPr>
            <a:xfrm>
              <a:off x="546595" y="1594359"/>
              <a:ext cx="8234974" cy="1878364"/>
            </a:xfrm>
            <a:custGeom>
              <a:avLst/>
              <a:pathLst>
                <a:path w="8234974" h="1878364">
                  <a:moveTo>
                    <a:pt x="0" y="1878364"/>
                  </a:moveTo>
                  <a:lnTo>
                    <a:pt x="538736" y="1878364"/>
                  </a:lnTo>
                  <a:lnTo>
                    <a:pt x="539976" y="1878304"/>
                  </a:lnTo>
                  <a:lnTo>
                    <a:pt x="548071" y="1877879"/>
                  </a:lnTo>
                  <a:lnTo>
                    <a:pt x="568286" y="1876705"/>
                  </a:lnTo>
                  <a:lnTo>
                    <a:pt x="603942" y="1874398"/>
                  </a:lnTo>
                  <a:lnTo>
                    <a:pt x="656106" y="1870625"/>
                  </a:lnTo>
                  <a:lnTo>
                    <a:pt x="723548" y="1865137"/>
                  </a:lnTo>
                  <a:lnTo>
                    <a:pt x="803160" y="1857795"/>
                  </a:lnTo>
                  <a:lnTo>
                    <a:pt x="890742" y="1848560"/>
                  </a:lnTo>
                  <a:lnTo>
                    <a:pt x="981899" y="1837459"/>
                  </a:lnTo>
                  <a:lnTo>
                    <a:pt x="1072773" y="1824535"/>
                  </a:lnTo>
                  <a:lnTo>
                    <a:pt x="1160452" y="1809810"/>
                  </a:lnTo>
                  <a:lnTo>
                    <a:pt x="1243077" y="1793244"/>
                  </a:lnTo>
                  <a:lnTo>
                    <a:pt x="1319728" y="1774727"/>
                  </a:lnTo>
                  <a:lnTo>
                    <a:pt x="1390226" y="1754061"/>
                  </a:lnTo>
                  <a:lnTo>
                    <a:pt x="1454903" y="1730972"/>
                  </a:lnTo>
                  <a:lnTo>
                    <a:pt x="1514421" y="1705110"/>
                  </a:lnTo>
                  <a:lnTo>
                    <a:pt x="1569620" y="1676073"/>
                  </a:lnTo>
                  <a:lnTo>
                    <a:pt x="1621417" y="1643437"/>
                  </a:lnTo>
                  <a:lnTo>
                    <a:pt x="1670716" y="1606822"/>
                  </a:lnTo>
                  <a:lnTo>
                    <a:pt x="1718329" y="1565993"/>
                  </a:lnTo>
                  <a:lnTo>
                    <a:pt x="1719082" y="1565303"/>
                  </a:lnTo>
                  <a:lnTo>
                    <a:pt x="1760178" y="1525738"/>
                  </a:lnTo>
                  <a:lnTo>
                    <a:pt x="1800874" y="1482809"/>
                  </a:lnTo>
                  <a:lnTo>
                    <a:pt x="1841487" y="1436450"/>
                  </a:lnTo>
                  <a:lnTo>
                    <a:pt x="1882248" y="1386675"/>
                  </a:lnTo>
                  <a:lnTo>
                    <a:pt x="1923322" y="1333581"/>
                  </a:lnTo>
                  <a:lnTo>
                    <a:pt x="1964807" y="1277357"/>
                  </a:lnTo>
                  <a:lnTo>
                    <a:pt x="2006744" y="1218291"/>
                  </a:lnTo>
                  <a:lnTo>
                    <a:pt x="2049125" y="1156761"/>
                  </a:lnTo>
                  <a:lnTo>
                    <a:pt x="2091893" y="1093234"/>
                  </a:lnTo>
                  <a:lnTo>
                    <a:pt x="2134959" y="1028252"/>
                  </a:lnTo>
                  <a:lnTo>
                    <a:pt x="2178206" y="962413"/>
                  </a:lnTo>
                  <a:lnTo>
                    <a:pt x="2221502" y="896347"/>
                  </a:lnTo>
                  <a:lnTo>
                    <a:pt x="2264708" y="830698"/>
                  </a:lnTo>
                  <a:lnTo>
                    <a:pt x="2307697" y="766088"/>
                  </a:lnTo>
                  <a:lnTo>
                    <a:pt x="2350358" y="703100"/>
                  </a:lnTo>
                  <a:lnTo>
                    <a:pt x="2392611" y="642257"/>
                  </a:lnTo>
                  <a:lnTo>
                    <a:pt x="2434413" y="583999"/>
                  </a:lnTo>
                  <a:lnTo>
                    <a:pt x="2475769" y="528679"/>
                  </a:lnTo>
                  <a:lnTo>
                    <a:pt x="2516737" y="476555"/>
                  </a:lnTo>
                  <a:lnTo>
                    <a:pt x="2557434" y="427788"/>
                  </a:lnTo>
                  <a:lnTo>
                    <a:pt x="2598044" y="382450"/>
                  </a:lnTo>
                  <a:lnTo>
                    <a:pt x="2638822" y="340530"/>
                  </a:lnTo>
                  <a:lnTo>
                    <a:pt x="2667772" y="313060"/>
                  </a:lnTo>
                  <a:lnTo>
                    <a:pt x="2715364" y="272163"/>
                  </a:lnTo>
                  <a:lnTo>
                    <a:pt x="2764629" y="235481"/>
                  </a:lnTo>
                  <a:lnTo>
                    <a:pt x="2816379" y="202785"/>
                  </a:lnTo>
                  <a:lnTo>
                    <a:pt x="2871517" y="173693"/>
                  </a:lnTo>
                  <a:lnTo>
                    <a:pt x="2930958" y="147784"/>
                  </a:lnTo>
                  <a:lnTo>
                    <a:pt x="2995546" y="124653"/>
                  </a:lnTo>
                  <a:lnTo>
                    <a:pt x="3065947" y="103951"/>
                  </a:lnTo>
                  <a:lnTo>
                    <a:pt x="3142500" y="85400"/>
                  </a:lnTo>
                  <a:lnTo>
                    <a:pt x="3225033" y="68805"/>
                  </a:lnTo>
                  <a:lnTo>
                    <a:pt x="3312643" y="54050"/>
                  </a:lnTo>
                  <a:lnTo>
                    <a:pt x="3403486" y="41098"/>
                  </a:lnTo>
                  <a:lnTo>
                    <a:pt x="3494667" y="29967"/>
                  </a:lnTo>
                  <a:lnTo>
                    <a:pt x="3582340" y="20701"/>
                  </a:lnTo>
                  <a:lnTo>
                    <a:pt x="3662115" y="13329"/>
                  </a:lnTo>
                  <a:lnTo>
                    <a:pt x="3729781" y="7812"/>
                  </a:lnTo>
                  <a:lnTo>
                    <a:pt x="3782205" y="4013"/>
                  </a:lnTo>
                  <a:lnTo>
                    <a:pt x="3818124" y="1686"/>
                  </a:lnTo>
                  <a:lnTo>
                    <a:pt x="3838567" y="496"/>
                  </a:lnTo>
                  <a:lnTo>
                    <a:pt x="3846820" y="62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8" y="2"/>
                  </a:lnTo>
                  <a:lnTo>
                    <a:pt x="4396656" y="20"/>
                  </a:lnTo>
                  <a:lnTo>
                    <a:pt x="4417840" y="70"/>
                  </a:lnTo>
                  <a:lnTo>
                    <a:pt x="4455107" y="169"/>
                  </a:lnTo>
                  <a:lnTo>
                    <a:pt x="4509430" y="330"/>
                  </a:lnTo>
                  <a:lnTo>
                    <a:pt x="4579345" y="563"/>
                  </a:lnTo>
                  <a:lnTo>
                    <a:pt x="4661437" y="875"/>
                  </a:lnTo>
                  <a:lnTo>
                    <a:pt x="4751222" y="1266"/>
                  </a:lnTo>
                  <a:lnTo>
                    <a:pt x="4844116" y="1735"/>
                  </a:lnTo>
                  <a:lnTo>
                    <a:pt x="4936186" y="2281"/>
                  </a:lnTo>
                  <a:lnTo>
                    <a:pt x="5024549" y="2902"/>
                  </a:lnTo>
                  <a:lnTo>
                    <a:pt x="5107437" y="3601"/>
                  </a:lnTo>
                  <a:lnTo>
                    <a:pt x="5184056" y="4384"/>
                  </a:lnTo>
                  <a:lnTo>
                    <a:pt x="5254348" y="5259"/>
                  </a:lnTo>
                  <a:lnTo>
                    <a:pt x="5318759" y="6239"/>
                  </a:lnTo>
                  <a:lnTo>
                    <a:pt x="5378043" y="7339"/>
                  </a:lnTo>
                  <a:lnTo>
                    <a:pt x="5433116" y="8578"/>
                  </a:lnTo>
                  <a:lnTo>
                    <a:pt x="5484946" y="9973"/>
                  </a:lnTo>
                  <a:lnTo>
                    <a:pt x="5534464" y="11538"/>
                  </a:lnTo>
                  <a:lnTo>
                    <a:pt x="5567201" y="12703"/>
                  </a:lnTo>
                  <a:lnTo>
                    <a:pt x="5619959" y="14793"/>
                  </a:lnTo>
                  <a:lnTo>
                    <a:pt x="5672212" y="17110"/>
                  </a:lnTo>
                  <a:lnTo>
                    <a:pt x="5724555" y="19657"/>
                  </a:lnTo>
                  <a:lnTo>
                    <a:pt x="5777377" y="22427"/>
                  </a:lnTo>
                  <a:lnTo>
                    <a:pt x="5830889" y="25405"/>
                  </a:lnTo>
                  <a:lnTo>
                    <a:pt x="5885148" y="28563"/>
                  </a:lnTo>
                  <a:lnTo>
                    <a:pt x="5940078" y="31864"/>
                  </a:lnTo>
                  <a:lnTo>
                    <a:pt x="5995497" y="35262"/>
                  </a:lnTo>
                  <a:lnTo>
                    <a:pt x="6051154" y="38706"/>
                  </a:lnTo>
                  <a:lnTo>
                    <a:pt x="6106760" y="42141"/>
                  </a:lnTo>
                  <a:lnTo>
                    <a:pt x="6162036" y="45511"/>
                  </a:lnTo>
                  <a:lnTo>
                    <a:pt x="6216750" y="48768"/>
                  </a:lnTo>
                  <a:lnTo>
                    <a:pt x="6270754" y="51867"/>
                  </a:lnTo>
                  <a:lnTo>
                    <a:pt x="6324014" y="54776"/>
                  </a:lnTo>
                  <a:lnTo>
                    <a:pt x="6376639" y="57471"/>
                  </a:lnTo>
                  <a:lnTo>
                    <a:pt x="6428897" y="59938"/>
                  </a:lnTo>
                  <a:lnTo>
                    <a:pt x="6481246" y="62176"/>
                  </a:lnTo>
                  <a:lnTo>
                    <a:pt x="6515891" y="63519"/>
                  </a:lnTo>
                  <a:lnTo>
                    <a:pt x="6564309" y="65206"/>
                  </a:lnTo>
                  <a:lnTo>
                    <a:pt x="6614473" y="66715"/>
                  </a:lnTo>
                  <a:lnTo>
                    <a:pt x="6667238" y="68058"/>
                  </a:lnTo>
                  <a:lnTo>
                    <a:pt x="6723557" y="69250"/>
                  </a:lnTo>
                  <a:lnTo>
                    <a:pt x="6784390" y="70310"/>
                  </a:lnTo>
                  <a:lnTo>
                    <a:pt x="6850616" y="71255"/>
                  </a:lnTo>
                  <a:lnTo>
                    <a:pt x="6922909" y="72099"/>
                  </a:lnTo>
                  <a:lnTo>
                    <a:pt x="7001575" y="72854"/>
                  </a:lnTo>
                  <a:lnTo>
                    <a:pt x="7086348" y="73528"/>
                  </a:lnTo>
                  <a:lnTo>
                    <a:pt x="7176144" y="74125"/>
                  </a:lnTo>
                  <a:lnTo>
                    <a:pt x="7268846" y="74646"/>
                  </a:lnTo>
                  <a:lnTo>
                    <a:pt x="7361214" y="75090"/>
                  </a:lnTo>
                  <a:lnTo>
                    <a:pt x="7449045" y="75456"/>
                  </a:lnTo>
                  <a:lnTo>
                    <a:pt x="7527689" y="75742"/>
                  </a:lnTo>
                  <a:lnTo>
                    <a:pt x="7592898" y="75952"/>
                  </a:lnTo>
                  <a:lnTo>
                    <a:pt x="7641799" y="76091"/>
                  </a:lnTo>
                  <a:lnTo>
                    <a:pt x="7673681" y="76173"/>
                  </a:lnTo>
                  <a:lnTo>
                    <a:pt x="7690319" y="76211"/>
                  </a:lnTo>
                  <a:lnTo>
                    <a:pt x="7695821" y="76222"/>
                  </a:lnTo>
                  <a:lnTo>
                    <a:pt x="7696237" y="76223"/>
                  </a:lnTo>
                  <a:lnTo>
                    <a:pt x="8234974" y="76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0" name="pl1000"/>
            <p:cNvSpPr/>
            <p:nvPr/>
          </p:nvSpPr>
          <p:spPr>
            <a:xfrm>
              <a:off x="546595" y="1588915"/>
              <a:ext cx="8234974" cy="1878364"/>
            </a:xfrm>
            <a:custGeom>
              <a:avLst/>
              <a:pathLst>
                <a:path w="8234974" h="1878364">
                  <a:moveTo>
                    <a:pt x="8234974" y="76223"/>
                  </a:moveTo>
                  <a:lnTo>
                    <a:pt x="7696237" y="76223"/>
                  </a:lnTo>
                  <a:lnTo>
                    <a:pt x="7694935" y="76220"/>
                  </a:lnTo>
                  <a:lnTo>
                    <a:pt x="7686436" y="76202"/>
                  </a:lnTo>
                  <a:lnTo>
                    <a:pt x="7665252" y="76152"/>
                  </a:lnTo>
                  <a:lnTo>
                    <a:pt x="7627985" y="76054"/>
                  </a:lnTo>
                  <a:lnTo>
                    <a:pt x="7573662" y="75893"/>
                  </a:lnTo>
                  <a:lnTo>
                    <a:pt x="7503747" y="75659"/>
                  </a:lnTo>
                  <a:lnTo>
                    <a:pt x="7421655" y="75347"/>
                  </a:lnTo>
                  <a:lnTo>
                    <a:pt x="7331870" y="74956"/>
                  </a:lnTo>
                  <a:lnTo>
                    <a:pt x="7238976" y="74487"/>
                  </a:lnTo>
                  <a:lnTo>
                    <a:pt x="7146907" y="73942"/>
                  </a:lnTo>
                  <a:lnTo>
                    <a:pt x="7058544" y="73320"/>
                  </a:lnTo>
                  <a:lnTo>
                    <a:pt x="6975655" y="72621"/>
                  </a:lnTo>
                  <a:lnTo>
                    <a:pt x="6899036" y="71839"/>
                  </a:lnTo>
                  <a:lnTo>
                    <a:pt x="6828744" y="70964"/>
                  </a:lnTo>
                  <a:lnTo>
                    <a:pt x="6764333" y="69984"/>
                  </a:lnTo>
                  <a:lnTo>
                    <a:pt x="6705049" y="68883"/>
                  </a:lnTo>
                  <a:lnTo>
                    <a:pt x="6649976" y="67645"/>
                  </a:lnTo>
                  <a:lnTo>
                    <a:pt x="6598147" y="66250"/>
                  </a:lnTo>
                  <a:lnTo>
                    <a:pt x="6548629" y="64684"/>
                  </a:lnTo>
                  <a:lnTo>
                    <a:pt x="6515891" y="63519"/>
                  </a:lnTo>
                  <a:lnTo>
                    <a:pt x="6463134" y="61430"/>
                  </a:lnTo>
                  <a:lnTo>
                    <a:pt x="6410881" y="59113"/>
                  </a:lnTo>
                  <a:lnTo>
                    <a:pt x="6358537" y="56566"/>
                  </a:lnTo>
                  <a:lnTo>
                    <a:pt x="6305715" y="53795"/>
                  </a:lnTo>
                  <a:lnTo>
                    <a:pt x="6252203" y="50818"/>
                  </a:lnTo>
                  <a:lnTo>
                    <a:pt x="6197944" y="47660"/>
                  </a:lnTo>
                  <a:lnTo>
                    <a:pt x="6143015" y="44359"/>
                  </a:lnTo>
                  <a:lnTo>
                    <a:pt x="6087595" y="40960"/>
                  </a:lnTo>
                  <a:lnTo>
                    <a:pt x="6031939" y="37516"/>
                  </a:lnTo>
                  <a:lnTo>
                    <a:pt x="5976332" y="34082"/>
                  </a:lnTo>
                  <a:lnTo>
                    <a:pt x="5921056" y="30711"/>
                  </a:lnTo>
                  <a:lnTo>
                    <a:pt x="5866342" y="27455"/>
                  </a:lnTo>
                  <a:lnTo>
                    <a:pt x="5812338" y="24355"/>
                  </a:lnTo>
                  <a:lnTo>
                    <a:pt x="5759078" y="21446"/>
                  </a:lnTo>
                  <a:lnTo>
                    <a:pt x="5706454" y="18752"/>
                  </a:lnTo>
                  <a:lnTo>
                    <a:pt x="5654195" y="16284"/>
                  </a:lnTo>
                  <a:lnTo>
                    <a:pt x="5601847" y="14047"/>
                  </a:lnTo>
                  <a:lnTo>
                    <a:pt x="5567201" y="12703"/>
                  </a:lnTo>
                  <a:lnTo>
                    <a:pt x="5518783" y="11017"/>
                  </a:lnTo>
                  <a:lnTo>
                    <a:pt x="5468619" y="9507"/>
                  </a:lnTo>
                  <a:lnTo>
                    <a:pt x="5415855" y="8164"/>
                  </a:lnTo>
                  <a:lnTo>
                    <a:pt x="5359536" y="6972"/>
                  </a:lnTo>
                  <a:lnTo>
                    <a:pt x="5298702" y="5912"/>
                  </a:lnTo>
                  <a:lnTo>
                    <a:pt x="5232476" y="4967"/>
                  </a:lnTo>
                  <a:lnTo>
                    <a:pt x="5160184" y="4123"/>
                  </a:lnTo>
                  <a:lnTo>
                    <a:pt x="5081518" y="3368"/>
                  </a:lnTo>
                  <a:lnTo>
                    <a:pt x="4996744" y="2695"/>
                  </a:lnTo>
                  <a:lnTo>
                    <a:pt x="4906948" y="2098"/>
                  </a:lnTo>
                  <a:lnTo>
                    <a:pt x="4814246" y="1577"/>
                  </a:lnTo>
                  <a:lnTo>
                    <a:pt x="4721878" y="1132"/>
                  </a:lnTo>
                  <a:lnTo>
                    <a:pt x="4634047" y="766"/>
                  </a:lnTo>
                  <a:lnTo>
                    <a:pt x="4555403" y="480"/>
                  </a:lnTo>
                  <a:lnTo>
                    <a:pt x="4490195" y="271"/>
                  </a:lnTo>
                  <a:lnTo>
                    <a:pt x="4441294" y="131"/>
                  </a:lnTo>
                  <a:lnTo>
                    <a:pt x="4409412" y="50"/>
                  </a:lnTo>
                  <a:lnTo>
                    <a:pt x="4392774" y="12"/>
                  </a:lnTo>
                  <a:lnTo>
                    <a:pt x="4387272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9" y="59"/>
                  </a:lnTo>
                  <a:lnTo>
                    <a:pt x="3838784" y="484"/>
                  </a:lnTo>
                  <a:lnTo>
                    <a:pt x="3818569" y="1659"/>
                  </a:lnTo>
                  <a:lnTo>
                    <a:pt x="3782912" y="3965"/>
                  </a:lnTo>
                  <a:lnTo>
                    <a:pt x="3730749" y="7738"/>
                  </a:lnTo>
                  <a:lnTo>
                    <a:pt x="3663307" y="13226"/>
                  </a:lnTo>
                  <a:lnTo>
                    <a:pt x="3583695" y="20568"/>
                  </a:lnTo>
                  <a:lnTo>
                    <a:pt x="3496113" y="29803"/>
                  </a:lnTo>
                  <a:lnTo>
                    <a:pt x="3404956" y="40905"/>
                  </a:lnTo>
                  <a:lnTo>
                    <a:pt x="3314082" y="53828"/>
                  </a:lnTo>
                  <a:lnTo>
                    <a:pt x="3226403" y="68554"/>
                  </a:lnTo>
                  <a:lnTo>
                    <a:pt x="3143778" y="85119"/>
                  </a:lnTo>
                  <a:lnTo>
                    <a:pt x="3067126" y="103637"/>
                  </a:lnTo>
                  <a:lnTo>
                    <a:pt x="2996629" y="124302"/>
                  </a:lnTo>
                  <a:lnTo>
                    <a:pt x="2931951" y="147392"/>
                  </a:lnTo>
                  <a:lnTo>
                    <a:pt x="2872434" y="173254"/>
                  </a:lnTo>
                  <a:lnTo>
                    <a:pt x="2817234" y="202291"/>
                  </a:lnTo>
                  <a:lnTo>
                    <a:pt x="2765438" y="234926"/>
                  </a:lnTo>
                  <a:lnTo>
                    <a:pt x="2716139" y="271542"/>
                  </a:lnTo>
                  <a:lnTo>
                    <a:pt x="2668526" y="312371"/>
                  </a:lnTo>
                  <a:lnTo>
                    <a:pt x="2667772" y="313060"/>
                  </a:lnTo>
                  <a:lnTo>
                    <a:pt x="2626677" y="352625"/>
                  </a:lnTo>
                  <a:lnTo>
                    <a:pt x="2585980" y="395555"/>
                  </a:lnTo>
                  <a:lnTo>
                    <a:pt x="2545368" y="441913"/>
                  </a:lnTo>
                  <a:lnTo>
                    <a:pt x="2504606" y="491688"/>
                  </a:lnTo>
                  <a:lnTo>
                    <a:pt x="2463533" y="544783"/>
                  </a:lnTo>
                  <a:lnTo>
                    <a:pt x="2422048" y="601006"/>
                  </a:lnTo>
                  <a:lnTo>
                    <a:pt x="2380110" y="660072"/>
                  </a:lnTo>
                  <a:lnTo>
                    <a:pt x="2337730" y="721603"/>
                  </a:lnTo>
                  <a:lnTo>
                    <a:pt x="2294962" y="785129"/>
                  </a:lnTo>
                  <a:lnTo>
                    <a:pt x="2251895" y="850111"/>
                  </a:lnTo>
                  <a:lnTo>
                    <a:pt x="2208648" y="915951"/>
                  </a:lnTo>
                  <a:lnTo>
                    <a:pt x="2165353" y="982016"/>
                  </a:lnTo>
                  <a:lnTo>
                    <a:pt x="2122146" y="1047666"/>
                  </a:lnTo>
                  <a:lnTo>
                    <a:pt x="2079157" y="1112276"/>
                  </a:lnTo>
                  <a:lnTo>
                    <a:pt x="2036496" y="1175263"/>
                  </a:lnTo>
                  <a:lnTo>
                    <a:pt x="1994244" y="1236107"/>
                  </a:lnTo>
                  <a:lnTo>
                    <a:pt x="1952442" y="1294364"/>
                  </a:lnTo>
                  <a:lnTo>
                    <a:pt x="1911086" y="1349684"/>
                  </a:lnTo>
                  <a:lnTo>
                    <a:pt x="1870118" y="1401808"/>
                  </a:lnTo>
                  <a:lnTo>
                    <a:pt x="1829420" y="1450575"/>
                  </a:lnTo>
                  <a:lnTo>
                    <a:pt x="1788811" y="1495913"/>
                  </a:lnTo>
                  <a:lnTo>
                    <a:pt x="1748033" y="1537833"/>
                  </a:lnTo>
                  <a:lnTo>
                    <a:pt x="1719082" y="1565303"/>
                  </a:lnTo>
                  <a:lnTo>
                    <a:pt x="1671491" y="1606200"/>
                  </a:lnTo>
                  <a:lnTo>
                    <a:pt x="1622225" y="1642882"/>
                  </a:lnTo>
                  <a:lnTo>
                    <a:pt x="1570476" y="1675578"/>
                  </a:lnTo>
                  <a:lnTo>
                    <a:pt x="1515338" y="1704670"/>
                  </a:lnTo>
                  <a:lnTo>
                    <a:pt x="1455897" y="1730580"/>
                  </a:lnTo>
                  <a:lnTo>
                    <a:pt x="1391308" y="1753711"/>
                  </a:lnTo>
                  <a:lnTo>
                    <a:pt x="1320908" y="1774413"/>
                  </a:lnTo>
                  <a:lnTo>
                    <a:pt x="1244355" y="1792963"/>
                  </a:lnTo>
                  <a:lnTo>
                    <a:pt x="1161821" y="1809559"/>
                  </a:lnTo>
                  <a:lnTo>
                    <a:pt x="1074211" y="1824313"/>
                  </a:lnTo>
                  <a:lnTo>
                    <a:pt x="983368" y="1837266"/>
                  </a:lnTo>
                  <a:lnTo>
                    <a:pt x="892187" y="1848397"/>
                  </a:lnTo>
                  <a:lnTo>
                    <a:pt x="804514" y="1857662"/>
                  </a:lnTo>
                  <a:lnTo>
                    <a:pt x="724739" y="1865034"/>
                  </a:lnTo>
                  <a:lnTo>
                    <a:pt x="657073" y="1870551"/>
                  </a:lnTo>
                  <a:lnTo>
                    <a:pt x="604649" y="1874350"/>
                  </a:lnTo>
                  <a:lnTo>
                    <a:pt x="568730" y="1876677"/>
                  </a:lnTo>
                  <a:lnTo>
                    <a:pt x="548288" y="1877868"/>
                  </a:lnTo>
                  <a:lnTo>
                    <a:pt x="540035" y="1878301"/>
                  </a:lnTo>
                  <a:lnTo>
                    <a:pt x="538736" y="1878364"/>
                  </a:lnTo>
                  <a:lnTo>
                    <a:pt x="538736" y="1878364"/>
                  </a:lnTo>
                  <a:lnTo>
                    <a:pt x="0" y="1878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1" name="pg1001"/>
            <p:cNvSpPr/>
            <p:nvPr/>
          </p:nvSpPr>
          <p:spPr>
            <a:xfrm>
              <a:off x="546595" y="1627027"/>
              <a:ext cx="8234974" cy="1856586"/>
            </a:xfrm>
            <a:custGeom>
              <a:avLst/>
              <a:pathLst>
                <a:path w="8234974" h="1856586">
                  <a:moveTo>
                    <a:pt x="0" y="1856586"/>
                  </a:moveTo>
                  <a:lnTo>
                    <a:pt x="538736" y="1856586"/>
                  </a:lnTo>
                  <a:lnTo>
                    <a:pt x="539978" y="1856527"/>
                  </a:lnTo>
                  <a:lnTo>
                    <a:pt x="548086" y="1856109"/>
                  </a:lnTo>
                  <a:lnTo>
                    <a:pt x="568333" y="1854952"/>
                  </a:lnTo>
                  <a:lnTo>
                    <a:pt x="604042" y="1852683"/>
                  </a:lnTo>
                  <a:lnTo>
                    <a:pt x="656277" y="1848969"/>
                  </a:lnTo>
                  <a:lnTo>
                    <a:pt x="723800" y="1843568"/>
                  </a:lnTo>
                  <a:lnTo>
                    <a:pt x="803495" y="1836342"/>
                  </a:lnTo>
                  <a:lnTo>
                    <a:pt x="891151" y="1827255"/>
                  </a:lnTo>
                  <a:lnTo>
                    <a:pt x="982367" y="1816332"/>
                  </a:lnTo>
                  <a:lnTo>
                    <a:pt x="1073281" y="1803616"/>
                  </a:lnTo>
                  <a:lnTo>
                    <a:pt x="1160985" y="1789128"/>
                  </a:lnTo>
                  <a:lnTo>
                    <a:pt x="1243619" y="1772829"/>
                  </a:lnTo>
                  <a:lnTo>
                    <a:pt x="1320271" y="1754609"/>
                  </a:lnTo>
                  <a:lnTo>
                    <a:pt x="1390762" y="1734274"/>
                  </a:lnTo>
                  <a:lnTo>
                    <a:pt x="1455430" y="1711553"/>
                  </a:lnTo>
                  <a:lnTo>
                    <a:pt x="1514940" y="1686100"/>
                  </a:lnTo>
                  <a:lnTo>
                    <a:pt x="1570135" y="1657521"/>
                  </a:lnTo>
                  <a:lnTo>
                    <a:pt x="1621932" y="1625397"/>
                  </a:lnTo>
                  <a:lnTo>
                    <a:pt x="1671236" y="1589356"/>
                  </a:lnTo>
                  <a:lnTo>
                    <a:pt x="1718862" y="1549168"/>
                  </a:lnTo>
                  <a:lnTo>
                    <a:pt x="1719082" y="1548969"/>
                  </a:lnTo>
                  <a:lnTo>
                    <a:pt x="1760405" y="1509868"/>
                  </a:lnTo>
                  <a:lnTo>
                    <a:pt x="1801325" y="1467422"/>
                  </a:lnTo>
                  <a:lnTo>
                    <a:pt x="1842164" y="1421570"/>
                  </a:lnTo>
                  <a:lnTo>
                    <a:pt x="1883157" y="1372324"/>
                  </a:lnTo>
                  <a:lnTo>
                    <a:pt x="1924468" y="1319784"/>
                  </a:lnTo>
                  <a:lnTo>
                    <a:pt x="1966197" y="1264141"/>
                  </a:lnTo>
                  <a:lnTo>
                    <a:pt x="2008384" y="1205685"/>
                  </a:lnTo>
                  <a:lnTo>
                    <a:pt x="2051017" y="1144797"/>
                  </a:lnTo>
                  <a:lnTo>
                    <a:pt x="2094039" y="1081948"/>
                  </a:lnTo>
                  <a:lnTo>
                    <a:pt x="2137357" y="1017682"/>
                  </a:lnTo>
                  <a:lnTo>
                    <a:pt x="2180851" y="952599"/>
                  </a:lnTo>
                  <a:lnTo>
                    <a:pt x="2224385" y="887330"/>
                  </a:lnTo>
                  <a:lnTo>
                    <a:pt x="2267820" y="822516"/>
                  </a:lnTo>
                  <a:lnTo>
                    <a:pt x="2311027" y="758778"/>
                  </a:lnTo>
                  <a:lnTo>
                    <a:pt x="2353894" y="696695"/>
                  </a:lnTo>
                  <a:lnTo>
                    <a:pt x="2396343" y="636782"/>
                  </a:lnTo>
                  <a:lnTo>
                    <a:pt x="2438335" y="579472"/>
                  </a:lnTo>
                  <a:lnTo>
                    <a:pt x="2479880" y="525110"/>
                  </a:lnTo>
                  <a:lnTo>
                    <a:pt x="2521041" y="473943"/>
                  </a:lnTo>
                  <a:lnTo>
                    <a:pt x="2561945" y="426123"/>
                  </a:lnTo>
                  <a:lnTo>
                    <a:pt x="2602784" y="381713"/>
                  </a:lnTo>
                  <a:lnTo>
                    <a:pt x="2643831" y="340691"/>
                  </a:lnTo>
                  <a:lnTo>
                    <a:pt x="2667772" y="318505"/>
                  </a:lnTo>
                  <a:lnTo>
                    <a:pt x="2715391" y="278297"/>
                  </a:lnTo>
                  <a:lnTo>
                    <a:pt x="2764686" y="242237"/>
                  </a:lnTo>
                  <a:lnTo>
                    <a:pt x="2816470" y="210096"/>
                  </a:lnTo>
                  <a:lnTo>
                    <a:pt x="2871646" y="181500"/>
                  </a:lnTo>
                  <a:lnTo>
                    <a:pt x="2931133" y="156034"/>
                  </a:lnTo>
                  <a:lnTo>
                    <a:pt x="2995776" y="133301"/>
                  </a:lnTo>
                  <a:lnTo>
                    <a:pt x="3066238" y="112955"/>
                  </a:lnTo>
                  <a:lnTo>
                    <a:pt x="3142861" y="94726"/>
                  </a:lnTo>
                  <a:lnTo>
                    <a:pt x="3225469" y="78419"/>
                  </a:lnTo>
                  <a:lnTo>
                    <a:pt x="3313152" y="63922"/>
                  </a:lnTo>
                  <a:lnTo>
                    <a:pt x="3404058" y="51198"/>
                  </a:lnTo>
                  <a:lnTo>
                    <a:pt x="3495281" y="40266"/>
                  </a:lnTo>
                  <a:lnTo>
                    <a:pt x="3582963" y="31170"/>
                  </a:lnTo>
                  <a:lnTo>
                    <a:pt x="3662705" y="23936"/>
                  </a:lnTo>
                  <a:lnTo>
                    <a:pt x="3730295" y="18527"/>
                  </a:lnTo>
                  <a:lnTo>
                    <a:pt x="3782606" y="14806"/>
                  </a:lnTo>
                  <a:lnTo>
                    <a:pt x="3818392" y="12530"/>
                  </a:lnTo>
                  <a:lnTo>
                    <a:pt x="3838706" y="11369"/>
                  </a:lnTo>
                  <a:lnTo>
                    <a:pt x="3846860" y="10948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36" y="10924"/>
                  </a:lnTo>
                  <a:lnTo>
                    <a:pt x="4396499" y="11175"/>
                  </a:lnTo>
                  <a:lnTo>
                    <a:pt x="4417356" y="11869"/>
                  </a:lnTo>
                  <a:lnTo>
                    <a:pt x="4454080" y="13232"/>
                  </a:lnTo>
                  <a:lnTo>
                    <a:pt x="4507677" y="15459"/>
                  </a:lnTo>
                  <a:lnTo>
                    <a:pt x="4576764" y="18693"/>
                  </a:lnTo>
                  <a:lnTo>
                    <a:pt x="4658029" y="23014"/>
                  </a:lnTo>
                  <a:lnTo>
                    <a:pt x="4747083" y="28441"/>
                  </a:lnTo>
                  <a:lnTo>
                    <a:pt x="4839404" y="34955"/>
                  </a:lnTo>
                  <a:lnTo>
                    <a:pt x="4931084" y="42531"/>
                  </a:lnTo>
                  <a:lnTo>
                    <a:pt x="5019228" y="51161"/>
                  </a:lnTo>
                  <a:lnTo>
                    <a:pt x="5102036" y="60870"/>
                  </a:lnTo>
                  <a:lnTo>
                    <a:pt x="5178671" y="71734"/>
                  </a:lnTo>
                  <a:lnTo>
                    <a:pt x="5249035" y="83872"/>
                  </a:lnTo>
                  <a:lnTo>
                    <a:pt x="5313535" y="97457"/>
                  </a:lnTo>
                  <a:lnTo>
                    <a:pt x="5372895" y="112699"/>
                  </a:lnTo>
                  <a:lnTo>
                    <a:pt x="5428006" y="129841"/>
                  </a:lnTo>
                  <a:lnTo>
                    <a:pt x="5479819" y="149131"/>
                  </a:lnTo>
                  <a:lnTo>
                    <a:pt x="5529257" y="170783"/>
                  </a:lnTo>
                  <a:lnTo>
                    <a:pt x="5567201" y="189651"/>
                  </a:lnTo>
                  <a:lnTo>
                    <a:pt x="5614417" y="215795"/>
                  </a:lnTo>
                  <a:lnTo>
                    <a:pt x="5661171" y="244490"/>
                  </a:lnTo>
                  <a:lnTo>
                    <a:pt x="5707915" y="275776"/>
                  </a:lnTo>
                  <a:lnTo>
                    <a:pt x="5754961" y="309615"/>
                  </a:lnTo>
                  <a:lnTo>
                    <a:pt x="5802507" y="345881"/>
                  </a:lnTo>
                  <a:lnTo>
                    <a:pt x="5850642" y="384353"/>
                  </a:lnTo>
                  <a:lnTo>
                    <a:pt x="5899364" y="424716"/>
                  </a:lnTo>
                  <a:lnTo>
                    <a:pt x="5948594" y="466565"/>
                  </a:lnTo>
                  <a:lnTo>
                    <a:pt x="5998189" y="509425"/>
                  </a:lnTo>
                  <a:lnTo>
                    <a:pt x="6047962" y="552767"/>
                  </a:lnTo>
                  <a:lnTo>
                    <a:pt x="6097709" y="596038"/>
                  </a:lnTo>
                  <a:lnTo>
                    <a:pt x="6147226" y="638686"/>
                  </a:lnTo>
                  <a:lnTo>
                    <a:pt x="6196337" y="680196"/>
                  </a:lnTo>
                  <a:lnTo>
                    <a:pt x="6244913" y="720106"/>
                  </a:lnTo>
                  <a:lnTo>
                    <a:pt x="6292892" y="758036"/>
                  </a:lnTo>
                  <a:lnTo>
                    <a:pt x="6340297" y="793694"/>
                  </a:lnTo>
                  <a:lnTo>
                    <a:pt x="6387242" y="826884"/>
                  </a:lnTo>
                  <a:lnTo>
                    <a:pt x="6433953" y="857502"/>
                  </a:lnTo>
                  <a:lnTo>
                    <a:pt x="6480777" y="885533"/>
                  </a:lnTo>
                  <a:lnTo>
                    <a:pt x="6515891" y="904700"/>
                  </a:lnTo>
                  <a:lnTo>
                    <a:pt x="6564033" y="928304"/>
                  </a:lnTo>
                  <a:lnTo>
                    <a:pt x="6613896" y="949448"/>
                  </a:lnTo>
                  <a:lnTo>
                    <a:pt x="6666321" y="968269"/>
                  </a:lnTo>
                  <a:lnTo>
                    <a:pt x="6722243" y="984992"/>
                  </a:lnTo>
                  <a:lnTo>
                    <a:pt x="6782610" y="999868"/>
                  </a:lnTo>
                  <a:lnTo>
                    <a:pt x="6848286" y="1013133"/>
                  </a:lnTo>
                  <a:lnTo>
                    <a:pt x="6919942" y="1024992"/>
                  </a:lnTo>
                  <a:lnTo>
                    <a:pt x="6997899" y="1035605"/>
                  </a:lnTo>
                  <a:lnTo>
                    <a:pt x="7081923" y="1045084"/>
                  </a:lnTo>
                  <a:lnTo>
                    <a:pt x="7170991" y="1053492"/>
                  </a:lnTo>
                  <a:lnTo>
                    <a:pt x="7263082" y="1060848"/>
                  </a:lnTo>
                  <a:lnTo>
                    <a:pt x="7355072" y="1067137"/>
                  </a:lnTo>
                  <a:lnTo>
                    <a:pt x="7442878" y="1072332"/>
                  </a:lnTo>
                  <a:lnTo>
                    <a:pt x="7521935" y="1076422"/>
                  </a:lnTo>
                  <a:lnTo>
                    <a:pt x="7587999" y="1079438"/>
                  </a:lnTo>
                  <a:lnTo>
                    <a:pt x="7638102" y="1081470"/>
                  </a:lnTo>
                  <a:lnTo>
                    <a:pt x="7671338" y="1082675"/>
                  </a:lnTo>
                  <a:lnTo>
                    <a:pt x="7689226" y="1083257"/>
                  </a:lnTo>
                  <a:lnTo>
                    <a:pt x="7695596" y="1083444"/>
                  </a:lnTo>
                  <a:lnTo>
                    <a:pt x="7696237" y="1083462"/>
                  </a:lnTo>
                  <a:lnTo>
                    <a:pt x="8234974" y="1083462"/>
                  </a:lnTo>
                  <a:lnTo>
                    <a:pt x="8234974" y="1072573"/>
                  </a:ln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7" y="58"/>
                  </a:lnTo>
                  <a:lnTo>
                    <a:pt x="3838769" y="476"/>
                  </a:lnTo>
                  <a:lnTo>
                    <a:pt x="3818522" y="1633"/>
                  </a:lnTo>
                  <a:lnTo>
                    <a:pt x="3782813" y="3903"/>
                  </a:lnTo>
                  <a:lnTo>
                    <a:pt x="3730578" y="7616"/>
                  </a:lnTo>
                  <a:lnTo>
                    <a:pt x="3663054" y="13018"/>
                  </a:lnTo>
                  <a:lnTo>
                    <a:pt x="3583360" y="20243"/>
                  </a:lnTo>
                  <a:lnTo>
                    <a:pt x="3495704" y="29330"/>
                  </a:lnTo>
                  <a:lnTo>
                    <a:pt x="3404488" y="40254"/>
                  </a:lnTo>
                  <a:lnTo>
                    <a:pt x="3313573" y="52969"/>
                  </a:lnTo>
                  <a:lnTo>
                    <a:pt x="3225870" y="67457"/>
                  </a:lnTo>
                  <a:lnTo>
                    <a:pt x="3143235" y="83756"/>
                  </a:lnTo>
                  <a:lnTo>
                    <a:pt x="3066584" y="101976"/>
                  </a:lnTo>
                  <a:lnTo>
                    <a:pt x="2996093" y="122311"/>
                  </a:lnTo>
                  <a:lnTo>
                    <a:pt x="2931424" y="145032"/>
                  </a:lnTo>
                  <a:lnTo>
                    <a:pt x="2871915" y="170485"/>
                  </a:lnTo>
                  <a:lnTo>
                    <a:pt x="2816720" y="199064"/>
                  </a:lnTo>
                  <a:lnTo>
                    <a:pt x="2764923" y="231188"/>
                  </a:lnTo>
                  <a:lnTo>
                    <a:pt x="2715618" y="267229"/>
                  </a:lnTo>
                  <a:lnTo>
                    <a:pt x="2667993" y="307417"/>
                  </a:lnTo>
                  <a:lnTo>
                    <a:pt x="2667772" y="307616"/>
                  </a:lnTo>
                  <a:lnTo>
                    <a:pt x="2626450" y="346717"/>
                  </a:lnTo>
                  <a:lnTo>
                    <a:pt x="2585529" y="389163"/>
                  </a:lnTo>
                  <a:lnTo>
                    <a:pt x="2544691" y="435015"/>
                  </a:lnTo>
                  <a:lnTo>
                    <a:pt x="2503698" y="484261"/>
                  </a:lnTo>
                  <a:lnTo>
                    <a:pt x="2462387" y="536802"/>
                  </a:lnTo>
                  <a:lnTo>
                    <a:pt x="2420658" y="592444"/>
                  </a:lnTo>
                  <a:lnTo>
                    <a:pt x="2378471" y="650900"/>
                  </a:lnTo>
                  <a:lnTo>
                    <a:pt x="2335838" y="711788"/>
                  </a:lnTo>
                  <a:lnTo>
                    <a:pt x="2292816" y="774637"/>
                  </a:lnTo>
                  <a:lnTo>
                    <a:pt x="2249498" y="838903"/>
                  </a:lnTo>
                  <a:lnTo>
                    <a:pt x="2206004" y="903986"/>
                  </a:lnTo>
                  <a:lnTo>
                    <a:pt x="2162470" y="969255"/>
                  </a:lnTo>
                  <a:lnTo>
                    <a:pt x="2119034" y="1034070"/>
                  </a:lnTo>
                  <a:lnTo>
                    <a:pt x="2075828" y="1097807"/>
                  </a:lnTo>
                  <a:lnTo>
                    <a:pt x="2032960" y="1159890"/>
                  </a:lnTo>
                  <a:lnTo>
                    <a:pt x="1990511" y="1219804"/>
                  </a:lnTo>
                  <a:lnTo>
                    <a:pt x="1948519" y="1277113"/>
                  </a:lnTo>
                  <a:lnTo>
                    <a:pt x="1906975" y="1331475"/>
                  </a:lnTo>
                  <a:lnTo>
                    <a:pt x="1865814" y="1382642"/>
                  </a:lnTo>
                  <a:lnTo>
                    <a:pt x="1824910" y="1430462"/>
                  </a:lnTo>
                  <a:lnTo>
                    <a:pt x="1784070" y="1474872"/>
                  </a:lnTo>
                  <a:lnTo>
                    <a:pt x="1743024" y="1515894"/>
                  </a:lnTo>
                  <a:lnTo>
                    <a:pt x="1719082" y="1538080"/>
                  </a:lnTo>
                  <a:lnTo>
                    <a:pt x="1671463" y="1578288"/>
                  </a:lnTo>
                  <a:lnTo>
                    <a:pt x="1622168" y="1614349"/>
                  </a:lnTo>
                  <a:lnTo>
                    <a:pt x="1570385" y="1646489"/>
                  </a:lnTo>
                  <a:lnTo>
                    <a:pt x="1515208" y="1675085"/>
                  </a:lnTo>
                  <a:lnTo>
                    <a:pt x="1455721" y="1700551"/>
                  </a:lnTo>
                  <a:lnTo>
                    <a:pt x="1391079" y="1723284"/>
                  </a:lnTo>
                  <a:lnTo>
                    <a:pt x="1320616" y="1743630"/>
                  </a:lnTo>
                  <a:lnTo>
                    <a:pt x="1243993" y="1761859"/>
                  </a:lnTo>
                  <a:lnTo>
                    <a:pt x="1161386" y="1778167"/>
                  </a:lnTo>
                  <a:lnTo>
                    <a:pt x="1073703" y="1792663"/>
                  </a:lnTo>
                  <a:lnTo>
                    <a:pt x="982797" y="1805387"/>
                  </a:lnTo>
                  <a:lnTo>
                    <a:pt x="891574" y="1816319"/>
                  </a:lnTo>
                  <a:lnTo>
                    <a:pt x="803891" y="1825415"/>
                  </a:lnTo>
                  <a:lnTo>
                    <a:pt x="724149" y="1832649"/>
                  </a:lnTo>
                  <a:lnTo>
                    <a:pt x="656560" y="1838058"/>
                  </a:lnTo>
                  <a:lnTo>
                    <a:pt x="604249" y="1841780"/>
                  </a:lnTo>
                  <a:lnTo>
                    <a:pt x="568463" y="1844056"/>
                  </a:lnTo>
                  <a:lnTo>
                    <a:pt x="548149" y="1845216"/>
                  </a:lnTo>
                  <a:lnTo>
                    <a:pt x="539995" y="1845637"/>
                  </a:lnTo>
                  <a:lnTo>
                    <a:pt x="538736" y="1845697"/>
                  </a:lnTo>
                  <a:lnTo>
                    <a:pt x="0" y="184569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02" name="pl1002"/>
            <p:cNvSpPr/>
            <p:nvPr/>
          </p:nvSpPr>
          <p:spPr>
            <a:xfrm>
              <a:off x="546595" y="1637916"/>
              <a:ext cx="8234974" cy="1845697"/>
            </a:xfrm>
            <a:custGeom>
              <a:avLst/>
              <a:pathLst>
                <a:path w="8234974" h="1845697">
                  <a:moveTo>
                    <a:pt x="0" y="1845697"/>
                  </a:moveTo>
                  <a:lnTo>
                    <a:pt x="538736" y="1845697"/>
                  </a:lnTo>
                  <a:lnTo>
                    <a:pt x="539978" y="1845638"/>
                  </a:lnTo>
                  <a:lnTo>
                    <a:pt x="548086" y="1845220"/>
                  </a:lnTo>
                  <a:lnTo>
                    <a:pt x="568333" y="1844063"/>
                  </a:lnTo>
                  <a:lnTo>
                    <a:pt x="604042" y="1841793"/>
                  </a:lnTo>
                  <a:lnTo>
                    <a:pt x="656277" y="1838080"/>
                  </a:lnTo>
                  <a:lnTo>
                    <a:pt x="723800" y="1832679"/>
                  </a:lnTo>
                  <a:lnTo>
                    <a:pt x="803495" y="1825453"/>
                  </a:lnTo>
                  <a:lnTo>
                    <a:pt x="891151" y="1816366"/>
                  </a:lnTo>
                  <a:lnTo>
                    <a:pt x="982367" y="1805442"/>
                  </a:lnTo>
                  <a:lnTo>
                    <a:pt x="1073281" y="1792727"/>
                  </a:lnTo>
                  <a:lnTo>
                    <a:pt x="1160985" y="1778239"/>
                  </a:lnTo>
                  <a:lnTo>
                    <a:pt x="1243619" y="1761940"/>
                  </a:lnTo>
                  <a:lnTo>
                    <a:pt x="1320271" y="1743720"/>
                  </a:lnTo>
                  <a:lnTo>
                    <a:pt x="1390762" y="1723385"/>
                  </a:lnTo>
                  <a:lnTo>
                    <a:pt x="1455430" y="1700664"/>
                  </a:lnTo>
                  <a:lnTo>
                    <a:pt x="1514940" y="1675211"/>
                  </a:lnTo>
                  <a:lnTo>
                    <a:pt x="1570135" y="1646632"/>
                  </a:lnTo>
                  <a:lnTo>
                    <a:pt x="1621932" y="1614508"/>
                  </a:lnTo>
                  <a:lnTo>
                    <a:pt x="1671236" y="1578467"/>
                  </a:lnTo>
                  <a:lnTo>
                    <a:pt x="1718862" y="1538279"/>
                  </a:lnTo>
                  <a:lnTo>
                    <a:pt x="1719082" y="1538080"/>
                  </a:lnTo>
                  <a:lnTo>
                    <a:pt x="1760405" y="1498979"/>
                  </a:lnTo>
                  <a:lnTo>
                    <a:pt x="1801325" y="1456533"/>
                  </a:lnTo>
                  <a:lnTo>
                    <a:pt x="1842164" y="1410681"/>
                  </a:lnTo>
                  <a:lnTo>
                    <a:pt x="1883157" y="1361435"/>
                  </a:lnTo>
                  <a:lnTo>
                    <a:pt x="1924468" y="1308895"/>
                  </a:lnTo>
                  <a:lnTo>
                    <a:pt x="1966197" y="1253252"/>
                  </a:lnTo>
                  <a:lnTo>
                    <a:pt x="2008384" y="1194796"/>
                  </a:lnTo>
                  <a:lnTo>
                    <a:pt x="2051017" y="1133908"/>
                  </a:lnTo>
                  <a:lnTo>
                    <a:pt x="2094039" y="1071059"/>
                  </a:lnTo>
                  <a:lnTo>
                    <a:pt x="2137357" y="1006793"/>
                  </a:lnTo>
                  <a:lnTo>
                    <a:pt x="2180851" y="941710"/>
                  </a:lnTo>
                  <a:lnTo>
                    <a:pt x="2224385" y="876441"/>
                  </a:lnTo>
                  <a:lnTo>
                    <a:pt x="2267820" y="811626"/>
                  </a:lnTo>
                  <a:lnTo>
                    <a:pt x="2311027" y="747889"/>
                  </a:lnTo>
                  <a:lnTo>
                    <a:pt x="2353894" y="685806"/>
                  </a:lnTo>
                  <a:lnTo>
                    <a:pt x="2396343" y="625892"/>
                  </a:lnTo>
                  <a:lnTo>
                    <a:pt x="2438335" y="568583"/>
                  </a:lnTo>
                  <a:lnTo>
                    <a:pt x="2479880" y="514221"/>
                  </a:lnTo>
                  <a:lnTo>
                    <a:pt x="2521041" y="463054"/>
                  </a:lnTo>
                  <a:lnTo>
                    <a:pt x="2561945" y="415234"/>
                  </a:lnTo>
                  <a:lnTo>
                    <a:pt x="2602784" y="370824"/>
                  </a:lnTo>
                  <a:lnTo>
                    <a:pt x="2643831" y="329802"/>
                  </a:lnTo>
                  <a:lnTo>
                    <a:pt x="2667772" y="307616"/>
                  </a:lnTo>
                  <a:lnTo>
                    <a:pt x="2715391" y="267408"/>
                  </a:lnTo>
                  <a:lnTo>
                    <a:pt x="2764686" y="231348"/>
                  </a:lnTo>
                  <a:lnTo>
                    <a:pt x="2816470" y="199207"/>
                  </a:lnTo>
                  <a:lnTo>
                    <a:pt x="2871646" y="170611"/>
                  </a:lnTo>
                  <a:lnTo>
                    <a:pt x="2931133" y="145145"/>
                  </a:lnTo>
                  <a:lnTo>
                    <a:pt x="2995776" y="122412"/>
                  </a:lnTo>
                  <a:lnTo>
                    <a:pt x="3066238" y="102066"/>
                  </a:lnTo>
                  <a:lnTo>
                    <a:pt x="3142861" y="83837"/>
                  </a:lnTo>
                  <a:lnTo>
                    <a:pt x="3225469" y="67530"/>
                  </a:lnTo>
                  <a:lnTo>
                    <a:pt x="3313152" y="53033"/>
                  </a:lnTo>
                  <a:lnTo>
                    <a:pt x="3404058" y="40309"/>
                  </a:lnTo>
                  <a:lnTo>
                    <a:pt x="3495281" y="29377"/>
                  </a:lnTo>
                  <a:lnTo>
                    <a:pt x="3582963" y="20281"/>
                  </a:lnTo>
                  <a:lnTo>
                    <a:pt x="3662705" y="13047"/>
                  </a:lnTo>
                  <a:lnTo>
                    <a:pt x="3730295" y="7638"/>
                  </a:lnTo>
                  <a:lnTo>
                    <a:pt x="3782606" y="3916"/>
                  </a:lnTo>
                  <a:lnTo>
                    <a:pt x="3818392" y="1640"/>
                  </a:lnTo>
                  <a:lnTo>
                    <a:pt x="3838706" y="480"/>
                  </a:lnTo>
                  <a:lnTo>
                    <a:pt x="3846860" y="59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6" y="35"/>
                  </a:lnTo>
                  <a:lnTo>
                    <a:pt x="4396499" y="286"/>
                  </a:lnTo>
                  <a:lnTo>
                    <a:pt x="4417356" y="980"/>
                  </a:lnTo>
                  <a:lnTo>
                    <a:pt x="4454080" y="2342"/>
                  </a:lnTo>
                  <a:lnTo>
                    <a:pt x="4507677" y="4569"/>
                  </a:lnTo>
                  <a:lnTo>
                    <a:pt x="4576764" y="7804"/>
                  </a:lnTo>
                  <a:lnTo>
                    <a:pt x="4658029" y="12125"/>
                  </a:lnTo>
                  <a:lnTo>
                    <a:pt x="4747083" y="17552"/>
                  </a:lnTo>
                  <a:lnTo>
                    <a:pt x="4839404" y="24066"/>
                  </a:lnTo>
                  <a:lnTo>
                    <a:pt x="4931084" y="31642"/>
                  </a:lnTo>
                  <a:lnTo>
                    <a:pt x="5019228" y="40272"/>
                  </a:lnTo>
                  <a:lnTo>
                    <a:pt x="5102036" y="49981"/>
                  </a:lnTo>
                  <a:lnTo>
                    <a:pt x="5178671" y="60844"/>
                  </a:lnTo>
                  <a:lnTo>
                    <a:pt x="5249035" y="72983"/>
                  </a:lnTo>
                  <a:lnTo>
                    <a:pt x="5313535" y="86567"/>
                  </a:lnTo>
                  <a:lnTo>
                    <a:pt x="5372895" y="101810"/>
                  </a:lnTo>
                  <a:lnTo>
                    <a:pt x="5428006" y="118951"/>
                  </a:lnTo>
                  <a:lnTo>
                    <a:pt x="5479819" y="138241"/>
                  </a:lnTo>
                  <a:lnTo>
                    <a:pt x="5529257" y="159894"/>
                  </a:lnTo>
                  <a:lnTo>
                    <a:pt x="5567201" y="178762"/>
                  </a:lnTo>
                  <a:lnTo>
                    <a:pt x="5614417" y="204906"/>
                  </a:lnTo>
                  <a:lnTo>
                    <a:pt x="5661171" y="233601"/>
                  </a:lnTo>
                  <a:lnTo>
                    <a:pt x="5707915" y="264887"/>
                  </a:lnTo>
                  <a:lnTo>
                    <a:pt x="5754961" y="298726"/>
                  </a:lnTo>
                  <a:lnTo>
                    <a:pt x="5802507" y="334992"/>
                  </a:lnTo>
                  <a:lnTo>
                    <a:pt x="5850642" y="373464"/>
                  </a:lnTo>
                  <a:lnTo>
                    <a:pt x="5899364" y="413827"/>
                  </a:lnTo>
                  <a:lnTo>
                    <a:pt x="5948594" y="455676"/>
                  </a:lnTo>
                  <a:lnTo>
                    <a:pt x="5998189" y="498536"/>
                  </a:lnTo>
                  <a:lnTo>
                    <a:pt x="6047962" y="541878"/>
                  </a:lnTo>
                  <a:lnTo>
                    <a:pt x="6097709" y="585149"/>
                  </a:lnTo>
                  <a:lnTo>
                    <a:pt x="6147226" y="627797"/>
                  </a:lnTo>
                  <a:lnTo>
                    <a:pt x="6196337" y="669306"/>
                  </a:lnTo>
                  <a:lnTo>
                    <a:pt x="6244913" y="709217"/>
                  </a:lnTo>
                  <a:lnTo>
                    <a:pt x="6292892" y="747147"/>
                  </a:lnTo>
                  <a:lnTo>
                    <a:pt x="6340297" y="782805"/>
                  </a:lnTo>
                  <a:lnTo>
                    <a:pt x="6387242" y="815995"/>
                  </a:lnTo>
                  <a:lnTo>
                    <a:pt x="6433953" y="846613"/>
                  </a:lnTo>
                  <a:lnTo>
                    <a:pt x="6480777" y="874644"/>
                  </a:lnTo>
                  <a:lnTo>
                    <a:pt x="6515891" y="893811"/>
                  </a:lnTo>
                  <a:lnTo>
                    <a:pt x="6564033" y="917415"/>
                  </a:lnTo>
                  <a:lnTo>
                    <a:pt x="6613896" y="938559"/>
                  </a:lnTo>
                  <a:lnTo>
                    <a:pt x="6666321" y="957380"/>
                  </a:lnTo>
                  <a:lnTo>
                    <a:pt x="6722243" y="974103"/>
                  </a:lnTo>
                  <a:lnTo>
                    <a:pt x="6782610" y="988979"/>
                  </a:lnTo>
                  <a:lnTo>
                    <a:pt x="6848286" y="1002244"/>
                  </a:lnTo>
                  <a:lnTo>
                    <a:pt x="6919942" y="1014103"/>
                  </a:lnTo>
                  <a:lnTo>
                    <a:pt x="6997899" y="1024716"/>
                  </a:lnTo>
                  <a:lnTo>
                    <a:pt x="7081923" y="1034195"/>
                  </a:lnTo>
                  <a:lnTo>
                    <a:pt x="7170991" y="1042603"/>
                  </a:lnTo>
                  <a:lnTo>
                    <a:pt x="7263082" y="1049959"/>
                  </a:lnTo>
                  <a:lnTo>
                    <a:pt x="7355072" y="1056248"/>
                  </a:lnTo>
                  <a:lnTo>
                    <a:pt x="7442878" y="1061443"/>
                  </a:lnTo>
                  <a:lnTo>
                    <a:pt x="7521935" y="1065533"/>
                  </a:lnTo>
                  <a:lnTo>
                    <a:pt x="7587999" y="1068549"/>
                  </a:lnTo>
                  <a:lnTo>
                    <a:pt x="7638102" y="1070581"/>
                  </a:lnTo>
                  <a:lnTo>
                    <a:pt x="7671338" y="1071786"/>
                  </a:lnTo>
                  <a:lnTo>
                    <a:pt x="7689226" y="1072368"/>
                  </a:lnTo>
                  <a:lnTo>
                    <a:pt x="7695596" y="1072555"/>
                  </a:lnTo>
                  <a:lnTo>
                    <a:pt x="7696237" y="1072573"/>
                  </a:lnTo>
                  <a:lnTo>
                    <a:pt x="8234974" y="1072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3" name="pl1003"/>
            <p:cNvSpPr/>
            <p:nvPr/>
          </p:nvSpPr>
          <p:spPr>
            <a:xfrm>
              <a:off x="546595" y="1627027"/>
              <a:ext cx="8234974" cy="1845697"/>
            </a:xfrm>
            <a:custGeom>
              <a:avLst/>
              <a:pathLst>
                <a:path w="8234974" h="1845697">
                  <a:moveTo>
                    <a:pt x="8234974" y="1072573"/>
                  </a:move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7" y="58"/>
                  </a:lnTo>
                  <a:lnTo>
                    <a:pt x="3838769" y="476"/>
                  </a:lnTo>
                  <a:lnTo>
                    <a:pt x="3818522" y="1633"/>
                  </a:lnTo>
                  <a:lnTo>
                    <a:pt x="3782813" y="3903"/>
                  </a:lnTo>
                  <a:lnTo>
                    <a:pt x="3730578" y="7616"/>
                  </a:lnTo>
                  <a:lnTo>
                    <a:pt x="3663054" y="13018"/>
                  </a:lnTo>
                  <a:lnTo>
                    <a:pt x="3583360" y="20243"/>
                  </a:lnTo>
                  <a:lnTo>
                    <a:pt x="3495704" y="29330"/>
                  </a:lnTo>
                  <a:lnTo>
                    <a:pt x="3404488" y="40254"/>
                  </a:lnTo>
                  <a:lnTo>
                    <a:pt x="3313573" y="52969"/>
                  </a:lnTo>
                  <a:lnTo>
                    <a:pt x="3225870" y="67457"/>
                  </a:lnTo>
                  <a:lnTo>
                    <a:pt x="3143235" y="83756"/>
                  </a:lnTo>
                  <a:lnTo>
                    <a:pt x="3066584" y="101976"/>
                  </a:lnTo>
                  <a:lnTo>
                    <a:pt x="2996093" y="122311"/>
                  </a:lnTo>
                  <a:lnTo>
                    <a:pt x="2931424" y="145032"/>
                  </a:lnTo>
                  <a:lnTo>
                    <a:pt x="2871915" y="170485"/>
                  </a:lnTo>
                  <a:lnTo>
                    <a:pt x="2816720" y="199064"/>
                  </a:lnTo>
                  <a:lnTo>
                    <a:pt x="2764923" y="231188"/>
                  </a:lnTo>
                  <a:lnTo>
                    <a:pt x="2715618" y="267229"/>
                  </a:lnTo>
                  <a:lnTo>
                    <a:pt x="2667993" y="307417"/>
                  </a:lnTo>
                  <a:lnTo>
                    <a:pt x="2667772" y="307616"/>
                  </a:lnTo>
                  <a:lnTo>
                    <a:pt x="2626450" y="346717"/>
                  </a:lnTo>
                  <a:lnTo>
                    <a:pt x="2585529" y="389163"/>
                  </a:lnTo>
                  <a:lnTo>
                    <a:pt x="2544691" y="435015"/>
                  </a:lnTo>
                  <a:lnTo>
                    <a:pt x="2503698" y="484261"/>
                  </a:lnTo>
                  <a:lnTo>
                    <a:pt x="2462387" y="536802"/>
                  </a:lnTo>
                  <a:lnTo>
                    <a:pt x="2420658" y="592444"/>
                  </a:lnTo>
                  <a:lnTo>
                    <a:pt x="2378471" y="650900"/>
                  </a:lnTo>
                  <a:lnTo>
                    <a:pt x="2335838" y="711788"/>
                  </a:lnTo>
                  <a:lnTo>
                    <a:pt x="2292816" y="774637"/>
                  </a:lnTo>
                  <a:lnTo>
                    <a:pt x="2249498" y="838903"/>
                  </a:lnTo>
                  <a:lnTo>
                    <a:pt x="2206004" y="903986"/>
                  </a:lnTo>
                  <a:lnTo>
                    <a:pt x="2162470" y="969255"/>
                  </a:lnTo>
                  <a:lnTo>
                    <a:pt x="2119034" y="1034070"/>
                  </a:lnTo>
                  <a:lnTo>
                    <a:pt x="2075828" y="1097807"/>
                  </a:lnTo>
                  <a:lnTo>
                    <a:pt x="2032960" y="1159890"/>
                  </a:lnTo>
                  <a:lnTo>
                    <a:pt x="1990511" y="1219804"/>
                  </a:lnTo>
                  <a:lnTo>
                    <a:pt x="1948519" y="1277113"/>
                  </a:lnTo>
                  <a:lnTo>
                    <a:pt x="1906975" y="1331475"/>
                  </a:lnTo>
                  <a:lnTo>
                    <a:pt x="1865814" y="1382642"/>
                  </a:lnTo>
                  <a:lnTo>
                    <a:pt x="1824910" y="1430462"/>
                  </a:lnTo>
                  <a:lnTo>
                    <a:pt x="1784070" y="1474872"/>
                  </a:lnTo>
                  <a:lnTo>
                    <a:pt x="1743024" y="1515894"/>
                  </a:lnTo>
                  <a:lnTo>
                    <a:pt x="1719082" y="1538080"/>
                  </a:lnTo>
                  <a:lnTo>
                    <a:pt x="1671463" y="1578288"/>
                  </a:lnTo>
                  <a:lnTo>
                    <a:pt x="1622168" y="1614349"/>
                  </a:lnTo>
                  <a:lnTo>
                    <a:pt x="1570385" y="1646489"/>
                  </a:lnTo>
                  <a:lnTo>
                    <a:pt x="1515208" y="1675085"/>
                  </a:lnTo>
                  <a:lnTo>
                    <a:pt x="1455721" y="1700551"/>
                  </a:lnTo>
                  <a:lnTo>
                    <a:pt x="1391079" y="1723284"/>
                  </a:lnTo>
                  <a:lnTo>
                    <a:pt x="1320616" y="1743630"/>
                  </a:lnTo>
                  <a:lnTo>
                    <a:pt x="1243993" y="1761859"/>
                  </a:lnTo>
                  <a:lnTo>
                    <a:pt x="1161386" y="1778167"/>
                  </a:lnTo>
                  <a:lnTo>
                    <a:pt x="1073703" y="1792663"/>
                  </a:lnTo>
                  <a:lnTo>
                    <a:pt x="982797" y="1805387"/>
                  </a:lnTo>
                  <a:lnTo>
                    <a:pt x="891574" y="1816319"/>
                  </a:lnTo>
                  <a:lnTo>
                    <a:pt x="803891" y="1825415"/>
                  </a:lnTo>
                  <a:lnTo>
                    <a:pt x="724149" y="1832649"/>
                  </a:lnTo>
                  <a:lnTo>
                    <a:pt x="656560" y="1838058"/>
                  </a:lnTo>
                  <a:lnTo>
                    <a:pt x="604249" y="1841780"/>
                  </a:lnTo>
                  <a:lnTo>
                    <a:pt x="568463" y="1844056"/>
                  </a:lnTo>
                  <a:lnTo>
                    <a:pt x="548149" y="1845216"/>
                  </a:lnTo>
                  <a:lnTo>
                    <a:pt x="539995" y="1845637"/>
                  </a:lnTo>
                  <a:lnTo>
                    <a:pt x="538736" y="1845697"/>
                  </a:lnTo>
                  <a:lnTo>
                    <a:pt x="538736" y="1845697"/>
                  </a:lnTo>
                  <a:lnTo>
                    <a:pt x="0" y="18456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4" name="pg1004"/>
            <p:cNvSpPr/>
            <p:nvPr/>
          </p:nvSpPr>
          <p:spPr>
            <a:xfrm>
              <a:off x="546595" y="1659694"/>
              <a:ext cx="8234974" cy="1829363"/>
            </a:xfrm>
            <a:custGeom>
              <a:avLst/>
              <a:pathLst>
                <a:path w="8234974" h="1829363">
                  <a:moveTo>
                    <a:pt x="0" y="1829363"/>
                  </a:moveTo>
                  <a:lnTo>
                    <a:pt x="538736" y="1829363"/>
                  </a:lnTo>
                  <a:lnTo>
                    <a:pt x="539979" y="1829305"/>
                  </a:lnTo>
                  <a:lnTo>
                    <a:pt x="548096" y="1828891"/>
                  </a:lnTo>
                  <a:lnTo>
                    <a:pt x="568364" y="1827747"/>
                  </a:lnTo>
                  <a:lnTo>
                    <a:pt x="604108" y="1825502"/>
                  </a:lnTo>
                  <a:lnTo>
                    <a:pt x="656389" y="1821828"/>
                  </a:lnTo>
                  <a:lnTo>
                    <a:pt x="723967" y="1816485"/>
                  </a:lnTo>
                  <a:lnTo>
                    <a:pt x="803716" y="1809337"/>
                  </a:lnTo>
                  <a:lnTo>
                    <a:pt x="891420" y="1800349"/>
                  </a:lnTo>
                  <a:lnTo>
                    <a:pt x="982675" y="1789545"/>
                  </a:lnTo>
                  <a:lnTo>
                    <a:pt x="1073616" y="1776968"/>
                  </a:lnTo>
                  <a:lnTo>
                    <a:pt x="1161335" y="1762639"/>
                  </a:lnTo>
                  <a:lnTo>
                    <a:pt x="1243976" y="1746519"/>
                  </a:lnTo>
                  <a:lnTo>
                    <a:pt x="1320628" y="1728497"/>
                  </a:lnTo>
                  <a:lnTo>
                    <a:pt x="1391115" y="1708384"/>
                  </a:lnTo>
                  <a:lnTo>
                    <a:pt x="1455777" y="1685908"/>
                  </a:lnTo>
                  <a:lnTo>
                    <a:pt x="1515281" y="1660730"/>
                  </a:lnTo>
                  <a:lnTo>
                    <a:pt x="1570473" y="1632457"/>
                  </a:lnTo>
                  <a:lnTo>
                    <a:pt x="1622270" y="1600677"/>
                  </a:lnTo>
                  <a:lnTo>
                    <a:pt x="1671579" y="1565019"/>
                  </a:lnTo>
                  <a:lnTo>
                    <a:pt x="1719082" y="1525376"/>
                  </a:lnTo>
                  <a:lnTo>
                    <a:pt x="1760557" y="1486587"/>
                  </a:lnTo>
                  <a:lnTo>
                    <a:pt x="1801629" y="1444468"/>
                  </a:lnTo>
                  <a:lnTo>
                    <a:pt x="1842619" y="1398957"/>
                  </a:lnTo>
                  <a:lnTo>
                    <a:pt x="1883768" y="1350068"/>
                  </a:lnTo>
                  <a:lnTo>
                    <a:pt x="1925239" y="1297901"/>
                  </a:lnTo>
                  <a:lnTo>
                    <a:pt x="1967132" y="1242651"/>
                  </a:lnTo>
                  <a:lnTo>
                    <a:pt x="2009486" y="1184607"/>
                  </a:lnTo>
                  <a:lnTo>
                    <a:pt x="2052289" y="1124154"/>
                  </a:lnTo>
                  <a:lnTo>
                    <a:pt x="2095482" y="1061764"/>
                  </a:lnTo>
                  <a:lnTo>
                    <a:pt x="2138969" y="997981"/>
                  </a:lnTo>
                  <a:lnTo>
                    <a:pt x="2182629" y="933408"/>
                  </a:lnTo>
                  <a:lnTo>
                    <a:pt x="2226323" y="868676"/>
                  </a:lnTo>
                  <a:lnTo>
                    <a:pt x="2269912" y="804425"/>
                  </a:lnTo>
                  <a:lnTo>
                    <a:pt x="2313264" y="741275"/>
                  </a:lnTo>
                  <a:lnTo>
                    <a:pt x="2356270" y="679800"/>
                  </a:lnTo>
                  <a:lnTo>
                    <a:pt x="2398851" y="620512"/>
                  </a:lnTo>
                  <a:lnTo>
                    <a:pt x="2440970" y="563839"/>
                  </a:lnTo>
                  <a:lnTo>
                    <a:pt x="2482641" y="510119"/>
                  </a:lnTo>
                  <a:lnTo>
                    <a:pt x="2523933" y="459592"/>
                  </a:lnTo>
                  <a:lnTo>
                    <a:pt x="2564976" y="412405"/>
                  </a:lnTo>
                  <a:lnTo>
                    <a:pt x="2605973" y="368613"/>
                  </a:lnTo>
                  <a:lnTo>
                    <a:pt x="2647202" y="328190"/>
                  </a:lnTo>
                  <a:lnTo>
                    <a:pt x="2667772" y="309431"/>
                  </a:lnTo>
                  <a:lnTo>
                    <a:pt x="2715409" y="269684"/>
                  </a:lnTo>
                  <a:lnTo>
                    <a:pt x="2764724" y="234037"/>
                  </a:lnTo>
                  <a:lnTo>
                    <a:pt x="2816529" y="202267"/>
                  </a:lnTo>
                  <a:lnTo>
                    <a:pt x="2871732" y="174003"/>
                  </a:lnTo>
                  <a:lnTo>
                    <a:pt x="2931249" y="148833"/>
                  </a:lnTo>
                  <a:lnTo>
                    <a:pt x="2995927" y="126364"/>
                  </a:lnTo>
                  <a:lnTo>
                    <a:pt x="3066431" y="106257"/>
                  </a:lnTo>
                  <a:lnTo>
                    <a:pt x="3143099" y="88241"/>
                  </a:lnTo>
                  <a:lnTo>
                    <a:pt x="3225756" y="72126"/>
                  </a:lnTo>
                  <a:lnTo>
                    <a:pt x="3313487" y="57801"/>
                  </a:lnTo>
                  <a:lnTo>
                    <a:pt x="3404434" y="45230"/>
                  </a:lnTo>
                  <a:lnTo>
                    <a:pt x="3495685" y="34431"/>
                  </a:lnTo>
                  <a:lnTo>
                    <a:pt x="3583373" y="25447"/>
                  </a:lnTo>
                  <a:lnTo>
                    <a:pt x="3663094" y="18305"/>
                  </a:lnTo>
                  <a:lnTo>
                    <a:pt x="3730633" y="12967"/>
                  </a:lnTo>
                  <a:lnTo>
                    <a:pt x="3782869" y="9297"/>
                  </a:lnTo>
                  <a:lnTo>
                    <a:pt x="3818567" y="7055"/>
                  </a:lnTo>
                  <a:lnTo>
                    <a:pt x="3838796" y="5914"/>
                  </a:lnTo>
                  <a:lnTo>
                    <a:pt x="3846886" y="550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7" y="5486"/>
                  </a:lnTo>
                  <a:lnTo>
                    <a:pt x="4396431" y="5784"/>
                  </a:lnTo>
                  <a:lnTo>
                    <a:pt x="4417150" y="6610"/>
                  </a:lnTo>
                  <a:lnTo>
                    <a:pt x="4453643" y="8230"/>
                  </a:lnTo>
                  <a:lnTo>
                    <a:pt x="4506930" y="10879"/>
                  </a:lnTo>
                  <a:lnTo>
                    <a:pt x="4575662" y="14729"/>
                  </a:lnTo>
                  <a:lnTo>
                    <a:pt x="4656571" y="19872"/>
                  </a:lnTo>
                  <a:lnTo>
                    <a:pt x="4745311" y="26332"/>
                  </a:lnTo>
                  <a:lnTo>
                    <a:pt x="4837384" y="34091"/>
                  </a:lnTo>
                  <a:lnTo>
                    <a:pt x="4928894" y="43116"/>
                  </a:lnTo>
                  <a:lnTo>
                    <a:pt x="5016940" y="53397"/>
                  </a:lnTo>
                  <a:lnTo>
                    <a:pt x="5099712" y="64963"/>
                  </a:lnTo>
                  <a:lnTo>
                    <a:pt x="5176353" y="77902"/>
                  </a:lnTo>
                  <a:lnTo>
                    <a:pt x="5246746" y="92356"/>
                  </a:lnTo>
                  <a:lnTo>
                    <a:pt x="5311284" y="108525"/>
                  </a:lnTo>
                  <a:lnTo>
                    <a:pt x="5370678" y="126661"/>
                  </a:lnTo>
                  <a:lnTo>
                    <a:pt x="5425806" y="147050"/>
                  </a:lnTo>
                  <a:lnTo>
                    <a:pt x="5477614" y="169988"/>
                  </a:lnTo>
                  <a:lnTo>
                    <a:pt x="5527019" y="195733"/>
                  </a:lnTo>
                  <a:lnTo>
                    <a:pt x="5567201" y="219596"/>
                  </a:lnTo>
                  <a:lnTo>
                    <a:pt x="5612731" y="249738"/>
                  </a:lnTo>
                  <a:lnTo>
                    <a:pt x="5657816" y="282717"/>
                  </a:lnTo>
                  <a:lnTo>
                    <a:pt x="5702866" y="318582"/>
                  </a:lnTo>
                  <a:lnTo>
                    <a:pt x="5748172" y="357299"/>
                  </a:lnTo>
                  <a:lnTo>
                    <a:pt x="5793922" y="398745"/>
                  </a:lnTo>
                  <a:lnTo>
                    <a:pt x="5840212" y="442700"/>
                  </a:lnTo>
                  <a:lnTo>
                    <a:pt x="5887056" y="488845"/>
                  </a:lnTo>
                  <a:lnTo>
                    <a:pt x="5934397" y="536768"/>
                  </a:lnTo>
                  <a:lnTo>
                    <a:pt x="5982120" y="585976"/>
                  </a:lnTo>
                  <a:lnTo>
                    <a:pt x="6030069" y="635915"/>
                  </a:lnTo>
                  <a:lnTo>
                    <a:pt x="6078062" y="685998"/>
                  </a:lnTo>
                  <a:lnTo>
                    <a:pt x="6125914" y="735628"/>
                  </a:lnTo>
                  <a:lnTo>
                    <a:pt x="6173455" y="784230"/>
                  </a:lnTo>
                  <a:lnTo>
                    <a:pt x="6220547" y="831282"/>
                  </a:lnTo>
                  <a:lnTo>
                    <a:pt x="6267105" y="876330"/>
                  </a:lnTo>
                  <a:lnTo>
                    <a:pt x="6313107" y="919010"/>
                  </a:lnTo>
                  <a:lnTo>
                    <a:pt x="6358608" y="959053"/>
                  </a:lnTo>
                  <a:lnTo>
                    <a:pt x="6403751" y="996291"/>
                  </a:lnTo>
                  <a:lnTo>
                    <a:pt x="6448775" y="1030649"/>
                  </a:lnTo>
                  <a:lnTo>
                    <a:pt x="6494033" y="1062137"/>
                  </a:lnTo>
                  <a:lnTo>
                    <a:pt x="6515891" y="1076202"/>
                  </a:lnTo>
                  <a:lnTo>
                    <a:pt x="6563915" y="1104415"/>
                  </a:lnTo>
                  <a:lnTo>
                    <a:pt x="6613649" y="1129694"/>
                  </a:lnTo>
                  <a:lnTo>
                    <a:pt x="6665928" y="1152202"/>
                  </a:lnTo>
                  <a:lnTo>
                    <a:pt x="6721681" y="1172207"/>
                  </a:lnTo>
                  <a:lnTo>
                    <a:pt x="6781848" y="1190007"/>
                  </a:lnTo>
                  <a:lnTo>
                    <a:pt x="6847289" y="1205884"/>
                  </a:lnTo>
                  <a:lnTo>
                    <a:pt x="6918674" y="1220081"/>
                  </a:lnTo>
                  <a:lnTo>
                    <a:pt x="6996328" y="1232790"/>
                  </a:lnTo>
                  <a:lnTo>
                    <a:pt x="7080030" y="1244145"/>
                  </a:lnTo>
                  <a:lnTo>
                    <a:pt x="7168786" y="1254222"/>
                  </a:lnTo>
                  <a:lnTo>
                    <a:pt x="7260611" y="1263045"/>
                  </a:lnTo>
                  <a:lnTo>
                    <a:pt x="7352433" y="1270596"/>
                  </a:lnTo>
                  <a:lnTo>
                    <a:pt x="7440220" y="1276845"/>
                  </a:lnTo>
                  <a:lnTo>
                    <a:pt x="7519443" y="1281776"/>
                  </a:lnTo>
                  <a:lnTo>
                    <a:pt x="7585863" y="1285424"/>
                  </a:lnTo>
                  <a:lnTo>
                    <a:pt x="7636474" y="1287893"/>
                  </a:lnTo>
                  <a:lnTo>
                    <a:pt x="7670290" y="1289368"/>
                  </a:lnTo>
                  <a:lnTo>
                    <a:pt x="7688721" y="1290090"/>
                  </a:lnTo>
                  <a:lnTo>
                    <a:pt x="7695479" y="1290330"/>
                  </a:lnTo>
                  <a:lnTo>
                    <a:pt x="7696237" y="1290354"/>
                  </a:lnTo>
                  <a:lnTo>
                    <a:pt x="8234974" y="1290354"/>
                  </a:lnTo>
                  <a:lnTo>
                    <a:pt x="8234974" y="1284910"/>
                  </a:ln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6" y="57"/>
                  </a:lnTo>
                  <a:lnTo>
                    <a:pt x="3838759" y="471"/>
                  </a:lnTo>
                  <a:lnTo>
                    <a:pt x="3818491" y="1615"/>
                  </a:lnTo>
                  <a:lnTo>
                    <a:pt x="3782747" y="3861"/>
                  </a:lnTo>
                  <a:lnTo>
                    <a:pt x="3730465" y="7535"/>
                  </a:lnTo>
                  <a:lnTo>
                    <a:pt x="3662888" y="12878"/>
                  </a:lnTo>
                  <a:lnTo>
                    <a:pt x="3583139" y="20025"/>
                  </a:lnTo>
                  <a:lnTo>
                    <a:pt x="3495435" y="29014"/>
                  </a:lnTo>
                  <a:lnTo>
                    <a:pt x="3404180" y="39818"/>
                  </a:lnTo>
                  <a:lnTo>
                    <a:pt x="3313238" y="52394"/>
                  </a:lnTo>
                  <a:lnTo>
                    <a:pt x="3225519" y="66724"/>
                  </a:lnTo>
                  <a:lnTo>
                    <a:pt x="3142878" y="82844"/>
                  </a:lnTo>
                  <a:lnTo>
                    <a:pt x="3066227" y="100865"/>
                  </a:lnTo>
                  <a:lnTo>
                    <a:pt x="2995740" y="120979"/>
                  </a:lnTo>
                  <a:lnTo>
                    <a:pt x="2931077" y="143454"/>
                  </a:lnTo>
                  <a:lnTo>
                    <a:pt x="2871573" y="168632"/>
                  </a:lnTo>
                  <a:lnTo>
                    <a:pt x="2816382" y="196906"/>
                  </a:lnTo>
                  <a:lnTo>
                    <a:pt x="2764584" y="228686"/>
                  </a:lnTo>
                  <a:lnTo>
                    <a:pt x="2715275" y="264343"/>
                  </a:lnTo>
                  <a:lnTo>
                    <a:pt x="2667772" y="303986"/>
                  </a:lnTo>
                  <a:lnTo>
                    <a:pt x="2626298" y="342776"/>
                  </a:lnTo>
                  <a:lnTo>
                    <a:pt x="2585226" y="384895"/>
                  </a:lnTo>
                  <a:lnTo>
                    <a:pt x="2544235" y="430406"/>
                  </a:lnTo>
                  <a:lnTo>
                    <a:pt x="2503087" y="479295"/>
                  </a:lnTo>
                  <a:lnTo>
                    <a:pt x="2461616" y="531461"/>
                  </a:lnTo>
                  <a:lnTo>
                    <a:pt x="2419723" y="586711"/>
                  </a:lnTo>
                  <a:lnTo>
                    <a:pt x="2377368" y="644755"/>
                  </a:lnTo>
                  <a:lnTo>
                    <a:pt x="2334565" y="705208"/>
                  </a:lnTo>
                  <a:lnTo>
                    <a:pt x="2291372" y="767599"/>
                  </a:lnTo>
                  <a:lnTo>
                    <a:pt x="2247885" y="831381"/>
                  </a:lnTo>
                  <a:lnTo>
                    <a:pt x="2204226" y="895955"/>
                  </a:lnTo>
                  <a:lnTo>
                    <a:pt x="2160531" y="960686"/>
                  </a:lnTo>
                  <a:lnTo>
                    <a:pt x="2116943" y="1024937"/>
                  </a:lnTo>
                  <a:lnTo>
                    <a:pt x="2073590" y="1088088"/>
                  </a:lnTo>
                  <a:lnTo>
                    <a:pt x="2030585" y="1149562"/>
                  </a:lnTo>
                  <a:lnTo>
                    <a:pt x="1988004" y="1208850"/>
                  </a:lnTo>
                  <a:lnTo>
                    <a:pt x="1945884" y="1265523"/>
                  </a:lnTo>
                  <a:lnTo>
                    <a:pt x="1904213" y="1319244"/>
                  </a:lnTo>
                  <a:lnTo>
                    <a:pt x="1862922" y="1369771"/>
                  </a:lnTo>
                  <a:lnTo>
                    <a:pt x="1821878" y="1416958"/>
                  </a:lnTo>
                  <a:lnTo>
                    <a:pt x="1780882" y="1460750"/>
                  </a:lnTo>
                  <a:lnTo>
                    <a:pt x="1739652" y="1501173"/>
                  </a:lnTo>
                  <a:lnTo>
                    <a:pt x="1719082" y="1519932"/>
                  </a:lnTo>
                  <a:lnTo>
                    <a:pt x="1671445" y="1559679"/>
                  </a:lnTo>
                  <a:lnTo>
                    <a:pt x="1622131" y="1595325"/>
                  </a:lnTo>
                  <a:lnTo>
                    <a:pt x="1570325" y="1627095"/>
                  </a:lnTo>
                  <a:lnTo>
                    <a:pt x="1515123" y="1655360"/>
                  </a:lnTo>
                  <a:lnTo>
                    <a:pt x="1455606" y="1680530"/>
                  </a:lnTo>
                  <a:lnTo>
                    <a:pt x="1390928" y="1702998"/>
                  </a:lnTo>
                  <a:lnTo>
                    <a:pt x="1320424" y="1723106"/>
                  </a:lnTo>
                  <a:lnTo>
                    <a:pt x="1243755" y="1741121"/>
                  </a:lnTo>
                  <a:lnTo>
                    <a:pt x="1161099" y="1757236"/>
                  </a:lnTo>
                  <a:lnTo>
                    <a:pt x="1073368" y="1771561"/>
                  </a:lnTo>
                  <a:lnTo>
                    <a:pt x="982421" y="1784132"/>
                  </a:lnTo>
                  <a:lnTo>
                    <a:pt x="891170" y="1794932"/>
                  </a:lnTo>
                  <a:lnTo>
                    <a:pt x="803482" y="1803915"/>
                  </a:lnTo>
                  <a:lnTo>
                    <a:pt x="723761" y="1811057"/>
                  </a:lnTo>
                  <a:lnTo>
                    <a:pt x="656222" y="1816396"/>
                  </a:lnTo>
                  <a:lnTo>
                    <a:pt x="603986" y="1820065"/>
                  </a:lnTo>
                  <a:lnTo>
                    <a:pt x="568287" y="1822307"/>
                  </a:lnTo>
                  <a:lnTo>
                    <a:pt x="548059" y="1823449"/>
                  </a:lnTo>
                  <a:lnTo>
                    <a:pt x="539969" y="1823861"/>
                  </a:lnTo>
                  <a:lnTo>
                    <a:pt x="538736" y="1823918"/>
                  </a:lnTo>
                  <a:lnTo>
                    <a:pt x="0" y="182391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05" name="pl1005"/>
            <p:cNvSpPr/>
            <p:nvPr/>
          </p:nvSpPr>
          <p:spPr>
            <a:xfrm>
              <a:off x="546595" y="1665138"/>
              <a:ext cx="8234974" cy="1823918"/>
            </a:xfrm>
            <a:custGeom>
              <a:avLst/>
              <a:pathLst>
                <a:path w="8234974" h="1823918">
                  <a:moveTo>
                    <a:pt x="0" y="1823918"/>
                  </a:moveTo>
                  <a:lnTo>
                    <a:pt x="538736" y="1823918"/>
                  </a:lnTo>
                  <a:lnTo>
                    <a:pt x="539979" y="1823861"/>
                  </a:lnTo>
                  <a:lnTo>
                    <a:pt x="548096" y="1823447"/>
                  </a:lnTo>
                  <a:lnTo>
                    <a:pt x="568364" y="1822303"/>
                  </a:lnTo>
                  <a:lnTo>
                    <a:pt x="604108" y="1820057"/>
                  </a:lnTo>
                  <a:lnTo>
                    <a:pt x="656389" y="1816383"/>
                  </a:lnTo>
                  <a:lnTo>
                    <a:pt x="723967" y="1811040"/>
                  </a:lnTo>
                  <a:lnTo>
                    <a:pt x="803716" y="1803893"/>
                  </a:lnTo>
                  <a:lnTo>
                    <a:pt x="891420" y="1794904"/>
                  </a:lnTo>
                  <a:lnTo>
                    <a:pt x="982675" y="1784100"/>
                  </a:lnTo>
                  <a:lnTo>
                    <a:pt x="1073616" y="1771524"/>
                  </a:lnTo>
                  <a:lnTo>
                    <a:pt x="1161335" y="1757194"/>
                  </a:lnTo>
                  <a:lnTo>
                    <a:pt x="1243976" y="1741074"/>
                  </a:lnTo>
                  <a:lnTo>
                    <a:pt x="1320628" y="1723053"/>
                  </a:lnTo>
                  <a:lnTo>
                    <a:pt x="1391115" y="1702939"/>
                  </a:lnTo>
                  <a:lnTo>
                    <a:pt x="1455777" y="1680464"/>
                  </a:lnTo>
                  <a:lnTo>
                    <a:pt x="1515281" y="1655286"/>
                  </a:lnTo>
                  <a:lnTo>
                    <a:pt x="1570473" y="1627012"/>
                  </a:lnTo>
                  <a:lnTo>
                    <a:pt x="1622270" y="1595232"/>
                  </a:lnTo>
                  <a:lnTo>
                    <a:pt x="1671579" y="1559575"/>
                  </a:lnTo>
                  <a:lnTo>
                    <a:pt x="1719082" y="1519932"/>
                  </a:lnTo>
                  <a:lnTo>
                    <a:pt x="1760557" y="1481142"/>
                  </a:lnTo>
                  <a:lnTo>
                    <a:pt x="1801629" y="1439023"/>
                  </a:lnTo>
                  <a:lnTo>
                    <a:pt x="1842619" y="1393512"/>
                  </a:lnTo>
                  <a:lnTo>
                    <a:pt x="1883768" y="1344623"/>
                  </a:lnTo>
                  <a:lnTo>
                    <a:pt x="1925239" y="1292457"/>
                  </a:lnTo>
                  <a:lnTo>
                    <a:pt x="1967132" y="1237207"/>
                  </a:lnTo>
                  <a:lnTo>
                    <a:pt x="2009486" y="1179163"/>
                  </a:lnTo>
                  <a:lnTo>
                    <a:pt x="2052289" y="1118710"/>
                  </a:lnTo>
                  <a:lnTo>
                    <a:pt x="2095482" y="1056319"/>
                  </a:lnTo>
                  <a:lnTo>
                    <a:pt x="2138969" y="992537"/>
                  </a:lnTo>
                  <a:lnTo>
                    <a:pt x="2182629" y="927963"/>
                  </a:lnTo>
                  <a:lnTo>
                    <a:pt x="2226323" y="863232"/>
                  </a:lnTo>
                  <a:lnTo>
                    <a:pt x="2269912" y="798981"/>
                  </a:lnTo>
                  <a:lnTo>
                    <a:pt x="2313264" y="735830"/>
                  </a:lnTo>
                  <a:lnTo>
                    <a:pt x="2356270" y="674356"/>
                  </a:lnTo>
                  <a:lnTo>
                    <a:pt x="2398851" y="615068"/>
                  </a:lnTo>
                  <a:lnTo>
                    <a:pt x="2440970" y="558395"/>
                  </a:lnTo>
                  <a:lnTo>
                    <a:pt x="2482641" y="504674"/>
                  </a:lnTo>
                  <a:lnTo>
                    <a:pt x="2523933" y="454147"/>
                  </a:lnTo>
                  <a:lnTo>
                    <a:pt x="2564976" y="406960"/>
                  </a:lnTo>
                  <a:lnTo>
                    <a:pt x="2605973" y="363168"/>
                  </a:lnTo>
                  <a:lnTo>
                    <a:pt x="2647202" y="322745"/>
                  </a:lnTo>
                  <a:lnTo>
                    <a:pt x="2667772" y="303986"/>
                  </a:lnTo>
                  <a:lnTo>
                    <a:pt x="2715409" y="264239"/>
                  </a:lnTo>
                  <a:lnTo>
                    <a:pt x="2764724" y="228593"/>
                  </a:lnTo>
                  <a:lnTo>
                    <a:pt x="2816529" y="196823"/>
                  </a:lnTo>
                  <a:lnTo>
                    <a:pt x="2871732" y="168558"/>
                  </a:lnTo>
                  <a:lnTo>
                    <a:pt x="2931249" y="143388"/>
                  </a:lnTo>
                  <a:lnTo>
                    <a:pt x="2995927" y="120920"/>
                  </a:lnTo>
                  <a:lnTo>
                    <a:pt x="3066431" y="100812"/>
                  </a:lnTo>
                  <a:lnTo>
                    <a:pt x="3143099" y="82797"/>
                  </a:lnTo>
                  <a:lnTo>
                    <a:pt x="3225756" y="66682"/>
                  </a:lnTo>
                  <a:lnTo>
                    <a:pt x="3313487" y="52357"/>
                  </a:lnTo>
                  <a:lnTo>
                    <a:pt x="3404434" y="39786"/>
                  </a:lnTo>
                  <a:lnTo>
                    <a:pt x="3495685" y="28986"/>
                  </a:lnTo>
                  <a:lnTo>
                    <a:pt x="3583373" y="20003"/>
                  </a:lnTo>
                  <a:lnTo>
                    <a:pt x="3663094" y="12861"/>
                  </a:lnTo>
                  <a:lnTo>
                    <a:pt x="3730633" y="7522"/>
                  </a:lnTo>
                  <a:lnTo>
                    <a:pt x="3782869" y="3853"/>
                  </a:lnTo>
                  <a:lnTo>
                    <a:pt x="3818567" y="1611"/>
                  </a:lnTo>
                  <a:lnTo>
                    <a:pt x="3838796" y="469"/>
                  </a:lnTo>
                  <a:lnTo>
                    <a:pt x="3846886" y="5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7" y="41"/>
                  </a:lnTo>
                  <a:lnTo>
                    <a:pt x="4396431" y="340"/>
                  </a:lnTo>
                  <a:lnTo>
                    <a:pt x="4417150" y="1166"/>
                  </a:lnTo>
                  <a:lnTo>
                    <a:pt x="4453643" y="2786"/>
                  </a:lnTo>
                  <a:lnTo>
                    <a:pt x="4506930" y="5435"/>
                  </a:lnTo>
                  <a:lnTo>
                    <a:pt x="4575662" y="9284"/>
                  </a:lnTo>
                  <a:lnTo>
                    <a:pt x="4656571" y="14427"/>
                  </a:lnTo>
                  <a:lnTo>
                    <a:pt x="4745311" y="20888"/>
                  </a:lnTo>
                  <a:lnTo>
                    <a:pt x="4837384" y="28646"/>
                  </a:lnTo>
                  <a:lnTo>
                    <a:pt x="4928894" y="37672"/>
                  </a:lnTo>
                  <a:lnTo>
                    <a:pt x="5016940" y="47952"/>
                  </a:lnTo>
                  <a:lnTo>
                    <a:pt x="5099712" y="59519"/>
                  </a:lnTo>
                  <a:lnTo>
                    <a:pt x="5176353" y="72457"/>
                  </a:lnTo>
                  <a:lnTo>
                    <a:pt x="5246746" y="86911"/>
                  </a:lnTo>
                  <a:lnTo>
                    <a:pt x="5311284" y="103080"/>
                  </a:lnTo>
                  <a:lnTo>
                    <a:pt x="5370678" y="121216"/>
                  </a:lnTo>
                  <a:lnTo>
                    <a:pt x="5425806" y="141605"/>
                  </a:lnTo>
                  <a:lnTo>
                    <a:pt x="5477614" y="164543"/>
                  </a:lnTo>
                  <a:lnTo>
                    <a:pt x="5527019" y="190288"/>
                  </a:lnTo>
                  <a:lnTo>
                    <a:pt x="5567201" y="214151"/>
                  </a:lnTo>
                  <a:lnTo>
                    <a:pt x="5612731" y="244294"/>
                  </a:lnTo>
                  <a:lnTo>
                    <a:pt x="5657816" y="277273"/>
                  </a:lnTo>
                  <a:lnTo>
                    <a:pt x="5702866" y="313137"/>
                  </a:lnTo>
                  <a:lnTo>
                    <a:pt x="5748172" y="351854"/>
                  </a:lnTo>
                  <a:lnTo>
                    <a:pt x="5793922" y="393301"/>
                  </a:lnTo>
                  <a:lnTo>
                    <a:pt x="5840212" y="437256"/>
                  </a:lnTo>
                  <a:lnTo>
                    <a:pt x="5887056" y="483401"/>
                  </a:lnTo>
                  <a:lnTo>
                    <a:pt x="5934397" y="531323"/>
                  </a:lnTo>
                  <a:lnTo>
                    <a:pt x="5982120" y="580531"/>
                  </a:lnTo>
                  <a:lnTo>
                    <a:pt x="6030069" y="630471"/>
                  </a:lnTo>
                  <a:lnTo>
                    <a:pt x="6078062" y="680553"/>
                  </a:lnTo>
                  <a:lnTo>
                    <a:pt x="6125914" y="730183"/>
                  </a:lnTo>
                  <a:lnTo>
                    <a:pt x="6173455" y="778786"/>
                  </a:lnTo>
                  <a:lnTo>
                    <a:pt x="6220547" y="825837"/>
                  </a:lnTo>
                  <a:lnTo>
                    <a:pt x="6267105" y="870885"/>
                  </a:lnTo>
                  <a:lnTo>
                    <a:pt x="6313107" y="913565"/>
                  </a:lnTo>
                  <a:lnTo>
                    <a:pt x="6358608" y="953609"/>
                  </a:lnTo>
                  <a:lnTo>
                    <a:pt x="6403751" y="990847"/>
                  </a:lnTo>
                  <a:lnTo>
                    <a:pt x="6448775" y="1025204"/>
                  </a:lnTo>
                  <a:lnTo>
                    <a:pt x="6494033" y="1056692"/>
                  </a:lnTo>
                  <a:lnTo>
                    <a:pt x="6515891" y="1070758"/>
                  </a:lnTo>
                  <a:lnTo>
                    <a:pt x="6563915" y="1098971"/>
                  </a:lnTo>
                  <a:lnTo>
                    <a:pt x="6613649" y="1124249"/>
                  </a:lnTo>
                  <a:lnTo>
                    <a:pt x="6665928" y="1146757"/>
                  </a:lnTo>
                  <a:lnTo>
                    <a:pt x="6721681" y="1166762"/>
                  </a:lnTo>
                  <a:lnTo>
                    <a:pt x="6781848" y="1184562"/>
                  </a:lnTo>
                  <a:lnTo>
                    <a:pt x="6847289" y="1200439"/>
                  </a:lnTo>
                  <a:lnTo>
                    <a:pt x="6918674" y="1214636"/>
                  </a:lnTo>
                  <a:lnTo>
                    <a:pt x="6996328" y="1227345"/>
                  </a:lnTo>
                  <a:lnTo>
                    <a:pt x="7080030" y="1238701"/>
                  </a:lnTo>
                  <a:lnTo>
                    <a:pt x="7168786" y="1248778"/>
                  </a:lnTo>
                  <a:lnTo>
                    <a:pt x="7260611" y="1257600"/>
                  </a:lnTo>
                  <a:lnTo>
                    <a:pt x="7352433" y="1265152"/>
                  </a:lnTo>
                  <a:lnTo>
                    <a:pt x="7440220" y="1271401"/>
                  </a:lnTo>
                  <a:lnTo>
                    <a:pt x="7519443" y="1276332"/>
                  </a:lnTo>
                  <a:lnTo>
                    <a:pt x="7585863" y="1279979"/>
                  </a:lnTo>
                  <a:lnTo>
                    <a:pt x="7636474" y="1282449"/>
                  </a:lnTo>
                  <a:lnTo>
                    <a:pt x="7670290" y="1283924"/>
                  </a:lnTo>
                  <a:lnTo>
                    <a:pt x="7688721" y="1284646"/>
                  </a:lnTo>
                  <a:lnTo>
                    <a:pt x="7695479" y="1284885"/>
                  </a:lnTo>
                  <a:lnTo>
                    <a:pt x="7696237" y="1284910"/>
                  </a:lnTo>
                  <a:lnTo>
                    <a:pt x="8234974" y="1284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6" name="pl1006"/>
            <p:cNvSpPr/>
            <p:nvPr/>
          </p:nvSpPr>
          <p:spPr>
            <a:xfrm>
              <a:off x="546595" y="1659694"/>
              <a:ext cx="8234974" cy="1823918"/>
            </a:xfrm>
            <a:custGeom>
              <a:avLst/>
              <a:pathLst>
                <a:path w="8234974" h="1823918">
                  <a:moveTo>
                    <a:pt x="8234974" y="1284910"/>
                  </a:move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6" y="57"/>
                  </a:lnTo>
                  <a:lnTo>
                    <a:pt x="3838759" y="471"/>
                  </a:lnTo>
                  <a:lnTo>
                    <a:pt x="3818491" y="1615"/>
                  </a:lnTo>
                  <a:lnTo>
                    <a:pt x="3782747" y="3861"/>
                  </a:lnTo>
                  <a:lnTo>
                    <a:pt x="3730465" y="7535"/>
                  </a:lnTo>
                  <a:lnTo>
                    <a:pt x="3662888" y="12878"/>
                  </a:lnTo>
                  <a:lnTo>
                    <a:pt x="3583139" y="20025"/>
                  </a:lnTo>
                  <a:lnTo>
                    <a:pt x="3495435" y="29014"/>
                  </a:lnTo>
                  <a:lnTo>
                    <a:pt x="3404180" y="39818"/>
                  </a:lnTo>
                  <a:lnTo>
                    <a:pt x="3313238" y="52394"/>
                  </a:lnTo>
                  <a:lnTo>
                    <a:pt x="3225519" y="66724"/>
                  </a:lnTo>
                  <a:lnTo>
                    <a:pt x="3142878" y="82844"/>
                  </a:lnTo>
                  <a:lnTo>
                    <a:pt x="3066227" y="100865"/>
                  </a:lnTo>
                  <a:lnTo>
                    <a:pt x="2995740" y="120979"/>
                  </a:lnTo>
                  <a:lnTo>
                    <a:pt x="2931077" y="143454"/>
                  </a:lnTo>
                  <a:lnTo>
                    <a:pt x="2871573" y="168632"/>
                  </a:lnTo>
                  <a:lnTo>
                    <a:pt x="2816382" y="196906"/>
                  </a:lnTo>
                  <a:lnTo>
                    <a:pt x="2764584" y="228686"/>
                  </a:lnTo>
                  <a:lnTo>
                    <a:pt x="2715275" y="264343"/>
                  </a:lnTo>
                  <a:lnTo>
                    <a:pt x="2667772" y="303986"/>
                  </a:lnTo>
                  <a:lnTo>
                    <a:pt x="2626298" y="342776"/>
                  </a:lnTo>
                  <a:lnTo>
                    <a:pt x="2585226" y="384895"/>
                  </a:lnTo>
                  <a:lnTo>
                    <a:pt x="2544235" y="430406"/>
                  </a:lnTo>
                  <a:lnTo>
                    <a:pt x="2503087" y="479295"/>
                  </a:lnTo>
                  <a:lnTo>
                    <a:pt x="2461616" y="531461"/>
                  </a:lnTo>
                  <a:lnTo>
                    <a:pt x="2419723" y="586711"/>
                  </a:lnTo>
                  <a:lnTo>
                    <a:pt x="2377368" y="644755"/>
                  </a:lnTo>
                  <a:lnTo>
                    <a:pt x="2334565" y="705208"/>
                  </a:lnTo>
                  <a:lnTo>
                    <a:pt x="2291372" y="767599"/>
                  </a:lnTo>
                  <a:lnTo>
                    <a:pt x="2247885" y="831381"/>
                  </a:lnTo>
                  <a:lnTo>
                    <a:pt x="2204226" y="895955"/>
                  </a:lnTo>
                  <a:lnTo>
                    <a:pt x="2160531" y="960686"/>
                  </a:lnTo>
                  <a:lnTo>
                    <a:pt x="2116943" y="1024937"/>
                  </a:lnTo>
                  <a:lnTo>
                    <a:pt x="2073590" y="1088088"/>
                  </a:lnTo>
                  <a:lnTo>
                    <a:pt x="2030585" y="1149562"/>
                  </a:lnTo>
                  <a:lnTo>
                    <a:pt x="1988004" y="1208850"/>
                  </a:lnTo>
                  <a:lnTo>
                    <a:pt x="1945884" y="1265523"/>
                  </a:lnTo>
                  <a:lnTo>
                    <a:pt x="1904213" y="1319244"/>
                  </a:lnTo>
                  <a:lnTo>
                    <a:pt x="1862922" y="1369771"/>
                  </a:lnTo>
                  <a:lnTo>
                    <a:pt x="1821878" y="1416958"/>
                  </a:lnTo>
                  <a:lnTo>
                    <a:pt x="1780882" y="1460750"/>
                  </a:lnTo>
                  <a:lnTo>
                    <a:pt x="1739652" y="1501173"/>
                  </a:lnTo>
                  <a:lnTo>
                    <a:pt x="1719082" y="1519932"/>
                  </a:lnTo>
                  <a:lnTo>
                    <a:pt x="1671445" y="1559679"/>
                  </a:lnTo>
                  <a:lnTo>
                    <a:pt x="1622131" y="1595325"/>
                  </a:lnTo>
                  <a:lnTo>
                    <a:pt x="1570325" y="1627095"/>
                  </a:lnTo>
                  <a:lnTo>
                    <a:pt x="1515123" y="1655360"/>
                  </a:lnTo>
                  <a:lnTo>
                    <a:pt x="1455606" y="1680530"/>
                  </a:lnTo>
                  <a:lnTo>
                    <a:pt x="1390928" y="1702998"/>
                  </a:lnTo>
                  <a:lnTo>
                    <a:pt x="1320424" y="1723106"/>
                  </a:lnTo>
                  <a:lnTo>
                    <a:pt x="1243755" y="1741121"/>
                  </a:lnTo>
                  <a:lnTo>
                    <a:pt x="1161099" y="1757236"/>
                  </a:lnTo>
                  <a:lnTo>
                    <a:pt x="1073368" y="1771561"/>
                  </a:lnTo>
                  <a:lnTo>
                    <a:pt x="982421" y="1784132"/>
                  </a:lnTo>
                  <a:lnTo>
                    <a:pt x="891170" y="1794932"/>
                  </a:lnTo>
                  <a:lnTo>
                    <a:pt x="803482" y="1803915"/>
                  </a:lnTo>
                  <a:lnTo>
                    <a:pt x="723761" y="1811057"/>
                  </a:lnTo>
                  <a:lnTo>
                    <a:pt x="656222" y="1816396"/>
                  </a:lnTo>
                  <a:lnTo>
                    <a:pt x="603986" y="1820065"/>
                  </a:lnTo>
                  <a:lnTo>
                    <a:pt x="568287" y="1822307"/>
                  </a:lnTo>
                  <a:lnTo>
                    <a:pt x="548059" y="1823449"/>
                  </a:lnTo>
                  <a:lnTo>
                    <a:pt x="539969" y="1823861"/>
                  </a:lnTo>
                  <a:lnTo>
                    <a:pt x="538736" y="1823918"/>
                  </a:lnTo>
                  <a:lnTo>
                    <a:pt x="0" y="18239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7" name="pg1007"/>
            <p:cNvSpPr/>
            <p:nvPr/>
          </p:nvSpPr>
          <p:spPr>
            <a:xfrm>
              <a:off x="546595" y="1697806"/>
              <a:ext cx="8234974" cy="1796696"/>
            </a:xfrm>
            <a:custGeom>
              <a:avLst/>
              <a:pathLst>
                <a:path w="8234974" h="1796696">
                  <a:moveTo>
                    <a:pt x="0" y="1796696"/>
                  </a:moveTo>
                  <a:lnTo>
                    <a:pt x="538736" y="1796696"/>
                  </a:lnTo>
                  <a:lnTo>
                    <a:pt x="539981" y="1796639"/>
                  </a:lnTo>
                  <a:lnTo>
                    <a:pt x="548111" y="1796232"/>
                  </a:lnTo>
                  <a:lnTo>
                    <a:pt x="568410" y="1795106"/>
                  </a:lnTo>
                  <a:lnTo>
                    <a:pt x="604205" y="1792897"/>
                  </a:lnTo>
                  <a:lnTo>
                    <a:pt x="656556" y="1789283"/>
                  </a:lnTo>
                  <a:lnTo>
                    <a:pt x="724213" y="1784028"/>
                  </a:lnTo>
                  <a:lnTo>
                    <a:pt x="804043" y="1776998"/>
                  </a:lnTo>
                  <a:lnTo>
                    <a:pt x="891819" y="1768158"/>
                  </a:lnTo>
                  <a:lnTo>
                    <a:pt x="983131" y="1757533"/>
                  </a:lnTo>
                  <a:lnTo>
                    <a:pt x="1074112" y="1745166"/>
                  </a:lnTo>
                  <a:lnTo>
                    <a:pt x="1161855" y="1731076"/>
                  </a:lnTo>
                  <a:lnTo>
                    <a:pt x="1244505" y="1715224"/>
                  </a:lnTo>
                  <a:lnTo>
                    <a:pt x="1321156" y="1697502"/>
                  </a:lnTo>
                  <a:lnTo>
                    <a:pt x="1391637" y="1677722"/>
                  </a:lnTo>
                  <a:lnTo>
                    <a:pt x="1456291" y="1655617"/>
                  </a:lnTo>
                  <a:lnTo>
                    <a:pt x="1515787" y="1630852"/>
                  </a:lnTo>
                  <a:lnTo>
                    <a:pt x="1570974" y="1603040"/>
                  </a:lnTo>
                  <a:lnTo>
                    <a:pt x="1622772" y="1571776"/>
                  </a:lnTo>
                  <a:lnTo>
                    <a:pt x="1672087" y="1536697"/>
                  </a:lnTo>
                  <a:lnTo>
                    <a:pt x="1719082" y="1498154"/>
                  </a:lnTo>
                  <a:lnTo>
                    <a:pt x="1760788" y="1459836"/>
                  </a:lnTo>
                  <a:lnTo>
                    <a:pt x="1802087" y="1418212"/>
                  </a:lnTo>
                  <a:lnTo>
                    <a:pt x="1843308" y="1373220"/>
                  </a:lnTo>
                  <a:lnTo>
                    <a:pt x="1884692" y="1324873"/>
                  </a:lnTo>
                  <a:lnTo>
                    <a:pt x="1926404" y="1273275"/>
                  </a:lnTo>
                  <a:lnTo>
                    <a:pt x="1968546" y="1218621"/>
                  </a:lnTo>
                  <a:lnTo>
                    <a:pt x="2011154" y="1161205"/>
                  </a:lnTo>
                  <a:lnTo>
                    <a:pt x="2054215" y="1101412"/>
                  </a:lnTo>
                  <a:lnTo>
                    <a:pt x="2097666" y="1039719"/>
                  </a:lnTo>
                  <a:lnTo>
                    <a:pt x="2141409" y="976672"/>
                  </a:lnTo>
                  <a:lnTo>
                    <a:pt x="2185318" y="912874"/>
                  </a:lnTo>
                  <a:lnTo>
                    <a:pt x="2229254" y="848958"/>
                  </a:lnTo>
                  <a:lnTo>
                    <a:pt x="2273074" y="785561"/>
                  </a:lnTo>
                  <a:lnTo>
                    <a:pt x="2316646" y="723301"/>
                  </a:lnTo>
                  <a:lnTo>
                    <a:pt x="2359860" y="662747"/>
                  </a:lnTo>
                  <a:lnTo>
                    <a:pt x="2402640" y="604404"/>
                  </a:lnTo>
                  <a:lnTo>
                    <a:pt x="2444952" y="548691"/>
                  </a:lnTo>
                  <a:lnTo>
                    <a:pt x="2486815" y="495938"/>
                  </a:lnTo>
                  <a:lnTo>
                    <a:pt x="2528304" y="446375"/>
                  </a:lnTo>
                  <a:lnTo>
                    <a:pt x="2569561" y="400138"/>
                  </a:lnTo>
                  <a:lnTo>
                    <a:pt x="2610798" y="357274"/>
                  </a:lnTo>
                  <a:lnTo>
                    <a:pt x="2652310" y="317748"/>
                  </a:lnTo>
                  <a:lnTo>
                    <a:pt x="2667772" y="303986"/>
                  </a:lnTo>
                  <a:lnTo>
                    <a:pt x="2715436" y="264930"/>
                  </a:lnTo>
                  <a:lnTo>
                    <a:pt x="2764780" y="229906"/>
                  </a:lnTo>
                  <a:lnTo>
                    <a:pt x="2816618" y="198693"/>
                  </a:lnTo>
                  <a:lnTo>
                    <a:pt x="2871858" y="170926"/>
                  </a:lnTo>
                  <a:lnTo>
                    <a:pt x="2931420" y="146200"/>
                  </a:lnTo>
                  <a:lnTo>
                    <a:pt x="2996151" y="124129"/>
                  </a:lnTo>
                  <a:lnTo>
                    <a:pt x="3066715" y="104379"/>
                  </a:lnTo>
                  <a:lnTo>
                    <a:pt x="3143452" y="86684"/>
                  </a:lnTo>
                  <a:lnTo>
                    <a:pt x="3226181" y="70858"/>
                  </a:lnTo>
                  <a:lnTo>
                    <a:pt x="3313983" y="56791"/>
                  </a:lnTo>
                  <a:lnTo>
                    <a:pt x="3404991" y="44448"/>
                  </a:lnTo>
                  <a:lnTo>
                    <a:pt x="3496283" y="33847"/>
                  </a:lnTo>
                  <a:lnTo>
                    <a:pt x="3583980" y="25032"/>
                  </a:lnTo>
                  <a:lnTo>
                    <a:pt x="3663668" y="18028"/>
                  </a:lnTo>
                  <a:lnTo>
                    <a:pt x="3731132" y="12796"/>
                  </a:lnTo>
                  <a:lnTo>
                    <a:pt x="3783257" y="9203"/>
                  </a:lnTo>
                  <a:lnTo>
                    <a:pt x="3818826" y="7011"/>
                  </a:lnTo>
                  <a:lnTo>
                    <a:pt x="3838929" y="5898"/>
                  </a:lnTo>
                  <a:lnTo>
                    <a:pt x="3846924" y="549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1" y="5495"/>
                  </a:lnTo>
                  <a:lnTo>
                    <a:pt x="4396314" y="5861"/>
                  </a:lnTo>
                  <a:lnTo>
                    <a:pt x="4416789" y="6873"/>
                  </a:lnTo>
                  <a:lnTo>
                    <a:pt x="4452878" y="8859"/>
                  </a:lnTo>
                  <a:lnTo>
                    <a:pt x="4505623" y="12107"/>
                  </a:lnTo>
                  <a:lnTo>
                    <a:pt x="4573733" y="16829"/>
                  </a:lnTo>
                  <a:lnTo>
                    <a:pt x="4654018" y="23142"/>
                  </a:lnTo>
                  <a:lnTo>
                    <a:pt x="4742202" y="31077"/>
                  </a:lnTo>
                  <a:lnTo>
                    <a:pt x="4833836" y="40611"/>
                  </a:lnTo>
                  <a:lnTo>
                    <a:pt x="4925043" y="51705"/>
                  </a:lnTo>
                  <a:lnTo>
                    <a:pt x="5012915" y="64344"/>
                  </a:lnTo>
                  <a:lnTo>
                    <a:pt x="5095618" y="78563"/>
                  </a:lnTo>
                  <a:lnTo>
                    <a:pt x="5172266" y="94464"/>
                  </a:lnTo>
                  <a:lnTo>
                    <a:pt x="5242711" y="112218"/>
                  </a:lnTo>
                  <a:lnTo>
                    <a:pt x="5307316" y="132067"/>
                  </a:lnTo>
                  <a:lnTo>
                    <a:pt x="5366768" y="154315"/>
                  </a:lnTo>
                  <a:lnTo>
                    <a:pt x="5421930" y="179312"/>
                  </a:lnTo>
                  <a:lnTo>
                    <a:pt x="5473731" y="207422"/>
                  </a:lnTo>
                  <a:lnTo>
                    <a:pt x="5523083" y="238965"/>
                  </a:lnTo>
                  <a:lnTo>
                    <a:pt x="5567201" y="271319"/>
                  </a:lnTo>
                  <a:lnTo>
                    <a:pt x="5610335" y="306672"/>
                  </a:lnTo>
                  <a:lnTo>
                    <a:pt x="5653048" y="345180"/>
                  </a:lnTo>
                  <a:lnTo>
                    <a:pt x="5695697" y="386899"/>
                  </a:lnTo>
                  <a:lnTo>
                    <a:pt x="5738542" y="431808"/>
                  </a:lnTo>
                  <a:lnTo>
                    <a:pt x="5781757" y="479796"/>
                  </a:lnTo>
                  <a:lnTo>
                    <a:pt x="5825443" y="530653"/>
                  </a:lnTo>
                  <a:lnTo>
                    <a:pt x="5869628" y="584074"/>
                  </a:lnTo>
                  <a:lnTo>
                    <a:pt x="5914286" y="639657"/>
                  </a:lnTo>
                  <a:lnTo>
                    <a:pt x="5959336" y="696914"/>
                  </a:lnTo>
                  <a:lnTo>
                    <a:pt x="6004659" y="755286"/>
                  </a:lnTo>
                  <a:lnTo>
                    <a:pt x="6050109" y="814168"/>
                  </a:lnTo>
                  <a:lnTo>
                    <a:pt x="6095530" y="872932"/>
                  </a:lnTo>
                  <a:lnTo>
                    <a:pt x="6140766" y="930953"/>
                  </a:lnTo>
                  <a:lnTo>
                    <a:pt x="6185680" y="987641"/>
                  </a:lnTo>
                  <a:lnTo>
                    <a:pt x="6230166" y="1042463"/>
                  </a:lnTo>
                  <a:lnTo>
                    <a:pt x="6274164" y="1094961"/>
                  </a:lnTo>
                  <a:lnTo>
                    <a:pt x="6317665" y="1144767"/>
                  </a:lnTo>
                  <a:lnTo>
                    <a:pt x="6360725" y="1191614"/>
                  </a:lnTo>
                  <a:lnTo>
                    <a:pt x="6403471" y="1235330"/>
                  </a:lnTo>
                  <a:lnTo>
                    <a:pt x="6446109" y="1275838"/>
                  </a:lnTo>
                  <a:lnTo>
                    <a:pt x="6488933" y="1313146"/>
                  </a:lnTo>
                  <a:lnTo>
                    <a:pt x="6515891" y="1334818"/>
                  </a:lnTo>
                  <a:lnTo>
                    <a:pt x="6563706" y="1369703"/>
                  </a:lnTo>
                  <a:lnTo>
                    <a:pt x="6613215" y="1400976"/>
                  </a:lnTo>
                  <a:lnTo>
                    <a:pt x="6665239" y="1428835"/>
                  </a:lnTo>
                  <a:lnTo>
                    <a:pt x="6720695" y="1453610"/>
                  </a:lnTo>
                  <a:lnTo>
                    <a:pt x="6780512" y="1475664"/>
                  </a:lnTo>
                  <a:lnTo>
                    <a:pt x="6845541" y="1495343"/>
                  </a:lnTo>
                  <a:lnTo>
                    <a:pt x="6916451" y="1512948"/>
                  </a:lnTo>
                  <a:lnTo>
                    <a:pt x="6993574" y="1528715"/>
                  </a:lnTo>
                  <a:lnTo>
                    <a:pt x="7076713" y="1542811"/>
                  </a:lnTo>
                  <a:lnTo>
                    <a:pt x="7164918" y="1555332"/>
                  </a:lnTo>
                  <a:lnTo>
                    <a:pt x="7256273" y="1566308"/>
                  </a:lnTo>
                  <a:lnTo>
                    <a:pt x="7347791" y="1575722"/>
                  </a:lnTo>
                  <a:lnTo>
                    <a:pt x="7435532" y="1583534"/>
                  </a:lnTo>
                  <a:lnTo>
                    <a:pt x="7515031" y="1589723"/>
                  </a:lnTo>
                  <a:lnTo>
                    <a:pt x="7582062" y="1594327"/>
                  </a:lnTo>
                  <a:lnTo>
                    <a:pt x="7633554" y="1597470"/>
                  </a:lnTo>
                  <a:lnTo>
                    <a:pt x="7668385" y="1599371"/>
                  </a:lnTo>
                  <a:lnTo>
                    <a:pt x="7687780" y="1600322"/>
                  </a:lnTo>
                  <a:lnTo>
                    <a:pt x="7695243" y="1600652"/>
                  </a:lnTo>
                  <a:lnTo>
                    <a:pt x="7696237" y="1600693"/>
                  </a:lnTo>
                  <a:lnTo>
                    <a:pt x="8234974" y="1600693"/>
                  </a:lnTo>
                  <a:lnTo>
                    <a:pt x="8234974" y="1595248"/>
                  </a:lnTo>
                  <a:lnTo>
                    <a:pt x="7696237" y="1595248"/>
                  </a:lnTo>
                  <a:lnTo>
                    <a:pt x="7694981" y="1595197"/>
                  </a:lnTo>
                  <a:lnTo>
                    <a:pt x="7686778" y="1594831"/>
                  </a:lnTo>
                  <a:lnTo>
                    <a:pt x="7666303" y="1593819"/>
                  </a:lnTo>
                  <a:lnTo>
                    <a:pt x="7630214" y="1591833"/>
                  </a:lnTo>
                  <a:lnTo>
                    <a:pt x="7577469" y="1588585"/>
                  </a:lnTo>
                  <a:lnTo>
                    <a:pt x="7509359" y="1583863"/>
                  </a:lnTo>
                  <a:lnTo>
                    <a:pt x="7429074" y="1577550"/>
                  </a:lnTo>
                  <a:lnTo>
                    <a:pt x="7340891" y="1569615"/>
                  </a:lnTo>
                  <a:lnTo>
                    <a:pt x="7249256" y="1560081"/>
                  </a:lnTo>
                  <a:lnTo>
                    <a:pt x="7158050" y="1548987"/>
                  </a:lnTo>
                  <a:lnTo>
                    <a:pt x="7070177" y="1536348"/>
                  </a:lnTo>
                  <a:lnTo>
                    <a:pt x="6987474" y="1522129"/>
                  </a:lnTo>
                  <a:lnTo>
                    <a:pt x="6910826" y="1506228"/>
                  </a:lnTo>
                  <a:lnTo>
                    <a:pt x="6840382" y="1488474"/>
                  </a:lnTo>
                  <a:lnTo>
                    <a:pt x="6775776" y="1468625"/>
                  </a:lnTo>
                  <a:lnTo>
                    <a:pt x="6716324" y="1446377"/>
                  </a:lnTo>
                  <a:lnTo>
                    <a:pt x="6661162" y="1421380"/>
                  </a:lnTo>
                  <a:lnTo>
                    <a:pt x="6609362" y="1393270"/>
                  </a:lnTo>
                  <a:lnTo>
                    <a:pt x="6560010" y="1361727"/>
                  </a:lnTo>
                  <a:lnTo>
                    <a:pt x="6515891" y="1329373"/>
                  </a:lnTo>
                  <a:lnTo>
                    <a:pt x="6472757" y="1294020"/>
                  </a:lnTo>
                  <a:lnTo>
                    <a:pt x="6430044" y="1255512"/>
                  </a:lnTo>
                  <a:lnTo>
                    <a:pt x="6387395" y="1213793"/>
                  </a:lnTo>
                  <a:lnTo>
                    <a:pt x="6344550" y="1168884"/>
                  </a:lnTo>
                  <a:lnTo>
                    <a:pt x="6301335" y="1120896"/>
                  </a:lnTo>
                  <a:lnTo>
                    <a:pt x="6257650" y="1070039"/>
                  </a:lnTo>
                  <a:lnTo>
                    <a:pt x="6213464" y="1016618"/>
                  </a:lnTo>
                  <a:lnTo>
                    <a:pt x="6168806" y="961035"/>
                  </a:lnTo>
                  <a:lnTo>
                    <a:pt x="6123757" y="903778"/>
                  </a:lnTo>
                  <a:lnTo>
                    <a:pt x="6078434" y="845406"/>
                  </a:lnTo>
                  <a:lnTo>
                    <a:pt x="6032983" y="786524"/>
                  </a:lnTo>
                  <a:lnTo>
                    <a:pt x="5987563" y="727760"/>
                  </a:lnTo>
                  <a:lnTo>
                    <a:pt x="5942327" y="669739"/>
                  </a:lnTo>
                  <a:lnTo>
                    <a:pt x="5897413" y="613051"/>
                  </a:lnTo>
                  <a:lnTo>
                    <a:pt x="5852926" y="558229"/>
                  </a:lnTo>
                  <a:lnTo>
                    <a:pt x="5808928" y="505732"/>
                  </a:lnTo>
                  <a:lnTo>
                    <a:pt x="5765427" y="455925"/>
                  </a:lnTo>
                  <a:lnTo>
                    <a:pt x="5722367" y="409078"/>
                  </a:lnTo>
                  <a:lnTo>
                    <a:pt x="5679621" y="365362"/>
                  </a:lnTo>
                  <a:lnTo>
                    <a:pt x="5636984" y="324854"/>
                  </a:lnTo>
                  <a:lnTo>
                    <a:pt x="5594159" y="287546"/>
                  </a:lnTo>
                  <a:lnTo>
                    <a:pt x="5567201" y="265874"/>
                  </a:lnTo>
                  <a:lnTo>
                    <a:pt x="5519386" y="230989"/>
                  </a:lnTo>
                  <a:lnTo>
                    <a:pt x="5469878" y="199716"/>
                  </a:lnTo>
                  <a:lnTo>
                    <a:pt x="5417854" y="171857"/>
                  </a:lnTo>
                  <a:lnTo>
                    <a:pt x="5362397" y="147082"/>
                  </a:lnTo>
                  <a:lnTo>
                    <a:pt x="5302581" y="125028"/>
                  </a:lnTo>
                  <a:lnTo>
                    <a:pt x="5237551" y="105349"/>
                  </a:lnTo>
                  <a:lnTo>
                    <a:pt x="5166641" y="87744"/>
                  </a:lnTo>
                  <a:lnTo>
                    <a:pt x="5089519" y="71977"/>
                  </a:lnTo>
                  <a:lnTo>
                    <a:pt x="5006379" y="57881"/>
                  </a:lnTo>
                  <a:lnTo>
                    <a:pt x="4918175" y="45360"/>
                  </a:lnTo>
                  <a:lnTo>
                    <a:pt x="4826820" y="34384"/>
                  </a:lnTo>
                  <a:lnTo>
                    <a:pt x="4735301" y="24970"/>
                  </a:lnTo>
                  <a:lnTo>
                    <a:pt x="4647560" y="17159"/>
                  </a:lnTo>
                  <a:lnTo>
                    <a:pt x="4568061" y="10969"/>
                  </a:lnTo>
                  <a:lnTo>
                    <a:pt x="4501030" y="6365"/>
                  </a:lnTo>
                  <a:lnTo>
                    <a:pt x="4449538" y="3222"/>
                  </a:lnTo>
                  <a:lnTo>
                    <a:pt x="4414707" y="1321"/>
                  </a:lnTo>
                  <a:lnTo>
                    <a:pt x="4395313" y="370"/>
                  </a:lnTo>
                  <a:lnTo>
                    <a:pt x="4387850" y="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4" y="56"/>
                  </a:lnTo>
                  <a:lnTo>
                    <a:pt x="3838744" y="464"/>
                  </a:lnTo>
                  <a:lnTo>
                    <a:pt x="3818445" y="1589"/>
                  </a:lnTo>
                  <a:lnTo>
                    <a:pt x="3782649" y="3798"/>
                  </a:lnTo>
                  <a:lnTo>
                    <a:pt x="3730299" y="7412"/>
                  </a:lnTo>
                  <a:lnTo>
                    <a:pt x="3662641" y="12668"/>
                  </a:lnTo>
                  <a:lnTo>
                    <a:pt x="3582812" y="19697"/>
                  </a:lnTo>
                  <a:lnTo>
                    <a:pt x="3495036" y="28537"/>
                  </a:lnTo>
                  <a:lnTo>
                    <a:pt x="3403724" y="39162"/>
                  </a:lnTo>
                  <a:lnTo>
                    <a:pt x="3312742" y="51529"/>
                  </a:lnTo>
                  <a:lnTo>
                    <a:pt x="3225000" y="65620"/>
                  </a:lnTo>
                  <a:lnTo>
                    <a:pt x="3142350" y="81471"/>
                  </a:lnTo>
                  <a:lnTo>
                    <a:pt x="3065698" y="99193"/>
                  </a:lnTo>
                  <a:lnTo>
                    <a:pt x="2995218" y="118973"/>
                  </a:lnTo>
                  <a:lnTo>
                    <a:pt x="2930564" y="141078"/>
                  </a:lnTo>
                  <a:lnTo>
                    <a:pt x="2871067" y="165844"/>
                  </a:lnTo>
                  <a:lnTo>
                    <a:pt x="2815880" y="193656"/>
                  </a:lnTo>
                  <a:lnTo>
                    <a:pt x="2764083" y="224919"/>
                  </a:lnTo>
                  <a:lnTo>
                    <a:pt x="2714768" y="259998"/>
                  </a:lnTo>
                  <a:lnTo>
                    <a:pt x="2667772" y="298541"/>
                  </a:lnTo>
                  <a:lnTo>
                    <a:pt x="2626067" y="336859"/>
                  </a:lnTo>
                  <a:lnTo>
                    <a:pt x="2584768" y="378483"/>
                  </a:lnTo>
                  <a:lnTo>
                    <a:pt x="2543547" y="423476"/>
                  </a:lnTo>
                  <a:lnTo>
                    <a:pt x="2502163" y="471822"/>
                  </a:lnTo>
                  <a:lnTo>
                    <a:pt x="2460450" y="523420"/>
                  </a:lnTo>
                  <a:lnTo>
                    <a:pt x="2418309" y="578074"/>
                  </a:lnTo>
                  <a:lnTo>
                    <a:pt x="2375700" y="635491"/>
                  </a:lnTo>
                  <a:lnTo>
                    <a:pt x="2332640" y="695283"/>
                  </a:lnTo>
                  <a:lnTo>
                    <a:pt x="2289189" y="756977"/>
                  </a:lnTo>
                  <a:lnTo>
                    <a:pt x="2245446" y="820024"/>
                  </a:lnTo>
                  <a:lnTo>
                    <a:pt x="2201537" y="883822"/>
                  </a:lnTo>
                  <a:lnTo>
                    <a:pt x="2157600" y="947738"/>
                  </a:lnTo>
                  <a:lnTo>
                    <a:pt x="2113780" y="1011134"/>
                  </a:lnTo>
                  <a:lnTo>
                    <a:pt x="2070209" y="1073394"/>
                  </a:lnTo>
                  <a:lnTo>
                    <a:pt x="2026995" y="1133948"/>
                  </a:lnTo>
                  <a:lnTo>
                    <a:pt x="1984215" y="1192291"/>
                  </a:lnTo>
                  <a:lnTo>
                    <a:pt x="1941903" y="1248004"/>
                  </a:lnTo>
                  <a:lnTo>
                    <a:pt x="1900040" y="1300758"/>
                  </a:lnTo>
                  <a:lnTo>
                    <a:pt x="1858551" y="1350321"/>
                  </a:lnTo>
                  <a:lnTo>
                    <a:pt x="1817294" y="1396557"/>
                  </a:lnTo>
                  <a:lnTo>
                    <a:pt x="1776056" y="1439421"/>
                  </a:lnTo>
                  <a:lnTo>
                    <a:pt x="1734545" y="1478947"/>
                  </a:lnTo>
                  <a:lnTo>
                    <a:pt x="1719082" y="1492709"/>
                  </a:lnTo>
                  <a:lnTo>
                    <a:pt x="1671419" y="1531765"/>
                  </a:lnTo>
                  <a:lnTo>
                    <a:pt x="1622075" y="1566789"/>
                  </a:lnTo>
                  <a:lnTo>
                    <a:pt x="1570237" y="1598002"/>
                  </a:lnTo>
                  <a:lnTo>
                    <a:pt x="1514996" y="1625769"/>
                  </a:lnTo>
                  <a:lnTo>
                    <a:pt x="1455434" y="1650495"/>
                  </a:lnTo>
                  <a:lnTo>
                    <a:pt x="1390704" y="1672566"/>
                  </a:lnTo>
                  <a:lnTo>
                    <a:pt x="1320139" y="1692316"/>
                  </a:lnTo>
                  <a:lnTo>
                    <a:pt x="1243403" y="1710011"/>
                  </a:lnTo>
                  <a:lnTo>
                    <a:pt x="1160674" y="1725838"/>
                  </a:lnTo>
                  <a:lnTo>
                    <a:pt x="1072872" y="1739905"/>
                  </a:lnTo>
                  <a:lnTo>
                    <a:pt x="981863" y="1752248"/>
                  </a:lnTo>
                  <a:lnTo>
                    <a:pt x="890572" y="1762848"/>
                  </a:lnTo>
                  <a:lnTo>
                    <a:pt x="802875" y="1771663"/>
                  </a:lnTo>
                  <a:lnTo>
                    <a:pt x="723187" y="1778668"/>
                  </a:lnTo>
                  <a:lnTo>
                    <a:pt x="655723" y="1783899"/>
                  </a:lnTo>
                  <a:lnTo>
                    <a:pt x="603597" y="1787492"/>
                  </a:lnTo>
                  <a:lnTo>
                    <a:pt x="568029" y="1789684"/>
                  </a:lnTo>
                  <a:lnTo>
                    <a:pt x="547926" y="1790797"/>
                  </a:lnTo>
                  <a:lnTo>
                    <a:pt x="539931" y="1791197"/>
                  </a:lnTo>
                  <a:lnTo>
                    <a:pt x="538736" y="1791251"/>
                  </a:lnTo>
                  <a:lnTo>
                    <a:pt x="0" y="179125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08" name="pl1008"/>
            <p:cNvSpPr/>
            <p:nvPr/>
          </p:nvSpPr>
          <p:spPr>
            <a:xfrm>
              <a:off x="546595" y="1703250"/>
              <a:ext cx="8234974" cy="1791251"/>
            </a:xfrm>
            <a:custGeom>
              <a:avLst/>
              <a:pathLst>
                <a:path w="8234974" h="1791251">
                  <a:moveTo>
                    <a:pt x="0" y="1791251"/>
                  </a:moveTo>
                  <a:lnTo>
                    <a:pt x="538736" y="1791251"/>
                  </a:lnTo>
                  <a:lnTo>
                    <a:pt x="539981" y="1791194"/>
                  </a:lnTo>
                  <a:lnTo>
                    <a:pt x="548111" y="1790787"/>
                  </a:lnTo>
                  <a:lnTo>
                    <a:pt x="568410" y="1789662"/>
                  </a:lnTo>
                  <a:lnTo>
                    <a:pt x="604205" y="1787453"/>
                  </a:lnTo>
                  <a:lnTo>
                    <a:pt x="656556" y="1783839"/>
                  </a:lnTo>
                  <a:lnTo>
                    <a:pt x="724213" y="1778583"/>
                  </a:lnTo>
                  <a:lnTo>
                    <a:pt x="804043" y="1771554"/>
                  </a:lnTo>
                  <a:lnTo>
                    <a:pt x="891819" y="1762714"/>
                  </a:lnTo>
                  <a:lnTo>
                    <a:pt x="983131" y="1752089"/>
                  </a:lnTo>
                  <a:lnTo>
                    <a:pt x="1074112" y="1739722"/>
                  </a:lnTo>
                  <a:lnTo>
                    <a:pt x="1161855" y="1725631"/>
                  </a:lnTo>
                  <a:lnTo>
                    <a:pt x="1244505" y="1709780"/>
                  </a:lnTo>
                  <a:lnTo>
                    <a:pt x="1321156" y="1692058"/>
                  </a:lnTo>
                  <a:lnTo>
                    <a:pt x="1391637" y="1672277"/>
                  </a:lnTo>
                  <a:lnTo>
                    <a:pt x="1456291" y="1650172"/>
                  </a:lnTo>
                  <a:lnTo>
                    <a:pt x="1515787" y="1625407"/>
                  </a:lnTo>
                  <a:lnTo>
                    <a:pt x="1570974" y="1597595"/>
                  </a:lnTo>
                  <a:lnTo>
                    <a:pt x="1622772" y="1566332"/>
                  </a:lnTo>
                  <a:lnTo>
                    <a:pt x="1672087" y="1531253"/>
                  </a:lnTo>
                  <a:lnTo>
                    <a:pt x="1719082" y="1492709"/>
                  </a:lnTo>
                  <a:lnTo>
                    <a:pt x="1760788" y="1454392"/>
                  </a:lnTo>
                  <a:lnTo>
                    <a:pt x="1802087" y="1412768"/>
                  </a:lnTo>
                  <a:lnTo>
                    <a:pt x="1843308" y="1367775"/>
                  </a:lnTo>
                  <a:lnTo>
                    <a:pt x="1884692" y="1319429"/>
                  </a:lnTo>
                  <a:lnTo>
                    <a:pt x="1926404" y="1267831"/>
                  </a:lnTo>
                  <a:lnTo>
                    <a:pt x="1968546" y="1213177"/>
                  </a:lnTo>
                  <a:lnTo>
                    <a:pt x="2011154" y="1155760"/>
                  </a:lnTo>
                  <a:lnTo>
                    <a:pt x="2054215" y="1095968"/>
                  </a:lnTo>
                  <a:lnTo>
                    <a:pt x="2097666" y="1034274"/>
                  </a:lnTo>
                  <a:lnTo>
                    <a:pt x="2141409" y="971227"/>
                  </a:lnTo>
                  <a:lnTo>
                    <a:pt x="2185318" y="907429"/>
                  </a:lnTo>
                  <a:lnTo>
                    <a:pt x="2229254" y="843513"/>
                  </a:lnTo>
                  <a:lnTo>
                    <a:pt x="2273074" y="780117"/>
                  </a:lnTo>
                  <a:lnTo>
                    <a:pt x="2316646" y="717856"/>
                  </a:lnTo>
                  <a:lnTo>
                    <a:pt x="2359860" y="657303"/>
                  </a:lnTo>
                  <a:lnTo>
                    <a:pt x="2402640" y="598959"/>
                  </a:lnTo>
                  <a:lnTo>
                    <a:pt x="2444952" y="543247"/>
                  </a:lnTo>
                  <a:lnTo>
                    <a:pt x="2486815" y="490493"/>
                  </a:lnTo>
                  <a:lnTo>
                    <a:pt x="2528304" y="440930"/>
                  </a:lnTo>
                  <a:lnTo>
                    <a:pt x="2569561" y="394693"/>
                  </a:lnTo>
                  <a:lnTo>
                    <a:pt x="2610798" y="351830"/>
                  </a:lnTo>
                  <a:lnTo>
                    <a:pt x="2652310" y="312304"/>
                  </a:lnTo>
                  <a:lnTo>
                    <a:pt x="2667772" y="298541"/>
                  </a:lnTo>
                  <a:lnTo>
                    <a:pt x="2715436" y="259486"/>
                  </a:lnTo>
                  <a:lnTo>
                    <a:pt x="2764780" y="224462"/>
                  </a:lnTo>
                  <a:lnTo>
                    <a:pt x="2816618" y="193249"/>
                  </a:lnTo>
                  <a:lnTo>
                    <a:pt x="2871858" y="165482"/>
                  </a:lnTo>
                  <a:lnTo>
                    <a:pt x="2931420" y="140756"/>
                  </a:lnTo>
                  <a:lnTo>
                    <a:pt x="2996151" y="118685"/>
                  </a:lnTo>
                  <a:lnTo>
                    <a:pt x="3066715" y="98934"/>
                  </a:lnTo>
                  <a:lnTo>
                    <a:pt x="3143452" y="81240"/>
                  </a:lnTo>
                  <a:lnTo>
                    <a:pt x="3226181" y="65413"/>
                  </a:lnTo>
                  <a:lnTo>
                    <a:pt x="3313983" y="51346"/>
                  </a:lnTo>
                  <a:lnTo>
                    <a:pt x="3404991" y="39003"/>
                  </a:lnTo>
                  <a:lnTo>
                    <a:pt x="3496283" y="28403"/>
                  </a:lnTo>
                  <a:lnTo>
                    <a:pt x="3583980" y="19588"/>
                  </a:lnTo>
                  <a:lnTo>
                    <a:pt x="3663668" y="12583"/>
                  </a:lnTo>
                  <a:lnTo>
                    <a:pt x="3731132" y="7351"/>
                  </a:lnTo>
                  <a:lnTo>
                    <a:pt x="3783257" y="3759"/>
                  </a:lnTo>
                  <a:lnTo>
                    <a:pt x="3818826" y="1567"/>
                  </a:lnTo>
                  <a:lnTo>
                    <a:pt x="3838929" y="454"/>
                  </a:lnTo>
                  <a:lnTo>
                    <a:pt x="3846924" y="5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1" y="51"/>
                  </a:lnTo>
                  <a:lnTo>
                    <a:pt x="4396314" y="417"/>
                  </a:lnTo>
                  <a:lnTo>
                    <a:pt x="4416789" y="1429"/>
                  </a:lnTo>
                  <a:lnTo>
                    <a:pt x="4452878" y="3415"/>
                  </a:lnTo>
                  <a:lnTo>
                    <a:pt x="4505623" y="6663"/>
                  </a:lnTo>
                  <a:lnTo>
                    <a:pt x="4573733" y="11384"/>
                  </a:lnTo>
                  <a:lnTo>
                    <a:pt x="4654018" y="17697"/>
                  </a:lnTo>
                  <a:lnTo>
                    <a:pt x="4742202" y="25632"/>
                  </a:lnTo>
                  <a:lnTo>
                    <a:pt x="4833836" y="35166"/>
                  </a:lnTo>
                  <a:lnTo>
                    <a:pt x="4925043" y="46260"/>
                  </a:lnTo>
                  <a:lnTo>
                    <a:pt x="5012915" y="58899"/>
                  </a:lnTo>
                  <a:lnTo>
                    <a:pt x="5095618" y="73119"/>
                  </a:lnTo>
                  <a:lnTo>
                    <a:pt x="5172266" y="89019"/>
                  </a:lnTo>
                  <a:lnTo>
                    <a:pt x="5242711" y="106773"/>
                  </a:lnTo>
                  <a:lnTo>
                    <a:pt x="5307316" y="126622"/>
                  </a:lnTo>
                  <a:lnTo>
                    <a:pt x="5366768" y="148871"/>
                  </a:lnTo>
                  <a:lnTo>
                    <a:pt x="5421930" y="173868"/>
                  </a:lnTo>
                  <a:lnTo>
                    <a:pt x="5473731" y="201977"/>
                  </a:lnTo>
                  <a:lnTo>
                    <a:pt x="5523083" y="233521"/>
                  </a:lnTo>
                  <a:lnTo>
                    <a:pt x="5567201" y="265874"/>
                  </a:lnTo>
                  <a:lnTo>
                    <a:pt x="5610335" y="301228"/>
                  </a:lnTo>
                  <a:lnTo>
                    <a:pt x="5653048" y="339735"/>
                  </a:lnTo>
                  <a:lnTo>
                    <a:pt x="5695697" y="381455"/>
                  </a:lnTo>
                  <a:lnTo>
                    <a:pt x="5738542" y="426364"/>
                  </a:lnTo>
                  <a:lnTo>
                    <a:pt x="5781757" y="474351"/>
                  </a:lnTo>
                  <a:lnTo>
                    <a:pt x="5825443" y="525208"/>
                  </a:lnTo>
                  <a:lnTo>
                    <a:pt x="5869628" y="578630"/>
                  </a:lnTo>
                  <a:lnTo>
                    <a:pt x="5914286" y="634212"/>
                  </a:lnTo>
                  <a:lnTo>
                    <a:pt x="5959336" y="691469"/>
                  </a:lnTo>
                  <a:lnTo>
                    <a:pt x="6004659" y="749842"/>
                  </a:lnTo>
                  <a:lnTo>
                    <a:pt x="6050109" y="808724"/>
                  </a:lnTo>
                  <a:lnTo>
                    <a:pt x="6095530" y="867487"/>
                  </a:lnTo>
                  <a:lnTo>
                    <a:pt x="6140766" y="925509"/>
                  </a:lnTo>
                  <a:lnTo>
                    <a:pt x="6185680" y="982197"/>
                  </a:lnTo>
                  <a:lnTo>
                    <a:pt x="6230166" y="1037018"/>
                  </a:lnTo>
                  <a:lnTo>
                    <a:pt x="6274164" y="1089516"/>
                  </a:lnTo>
                  <a:lnTo>
                    <a:pt x="6317665" y="1139323"/>
                  </a:lnTo>
                  <a:lnTo>
                    <a:pt x="6360725" y="1186170"/>
                  </a:lnTo>
                  <a:lnTo>
                    <a:pt x="6403471" y="1229885"/>
                  </a:lnTo>
                  <a:lnTo>
                    <a:pt x="6446109" y="1270393"/>
                  </a:lnTo>
                  <a:lnTo>
                    <a:pt x="6488933" y="1307702"/>
                  </a:lnTo>
                  <a:lnTo>
                    <a:pt x="6515891" y="1329373"/>
                  </a:lnTo>
                  <a:lnTo>
                    <a:pt x="6563706" y="1364259"/>
                  </a:lnTo>
                  <a:lnTo>
                    <a:pt x="6613215" y="1395531"/>
                  </a:lnTo>
                  <a:lnTo>
                    <a:pt x="6665239" y="1423391"/>
                  </a:lnTo>
                  <a:lnTo>
                    <a:pt x="6720695" y="1448165"/>
                  </a:lnTo>
                  <a:lnTo>
                    <a:pt x="6780512" y="1470219"/>
                  </a:lnTo>
                  <a:lnTo>
                    <a:pt x="6845541" y="1489899"/>
                  </a:lnTo>
                  <a:lnTo>
                    <a:pt x="6916451" y="1507503"/>
                  </a:lnTo>
                  <a:lnTo>
                    <a:pt x="6993574" y="1523271"/>
                  </a:lnTo>
                  <a:lnTo>
                    <a:pt x="7076713" y="1537367"/>
                  </a:lnTo>
                  <a:lnTo>
                    <a:pt x="7164918" y="1549888"/>
                  </a:lnTo>
                  <a:lnTo>
                    <a:pt x="7256273" y="1560864"/>
                  </a:lnTo>
                  <a:lnTo>
                    <a:pt x="7347791" y="1570277"/>
                  </a:lnTo>
                  <a:lnTo>
                    <a:pt x="7435532" y="1578089"/>
                  </a:lnTo>
                  <a:lnTo>
                    <a:pt x="7515031" y="1584278"/>
                  </a:lnTo>
                  <a:lnTo>
                    <a:pt x="7582062" y="1588882"/>
                  </a:lnTo>
                  <a:lnTo>
                    <a:pt x="7633554" y="1592026"/>
                  </a:lnTo>
                  <a:lnTo>
                    <a:pt x="7668385" y="1593926"/>
                  </a:lnTo>
                  <a:lnTo>
                    <a:pt x="7687780" y="1594877"/>
                  </a:lnTo>
                  <a:lnTo>
                    <a:pt x="7695243" y="1595208"/>
                  </a:lnTo>
                  <a:lnTo>
                    <a:pt x="7696237" y="1595248"/>
                  </a:lnTo>
                  <a:lnTo>
                    <a:pt x="8234974" y="15952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9" name="pl1009"/>
            <p:cNvSpPr/>
            <p:nvPr/>
          </p:nvSpPr>
          <p:spPr>
            <a:xfrm>
              <a:off x="546595" y="1697806"/>
              <a:ext cx="8234974" cy="1791251"/>
            </a:xfrm>
            <a:custGeom>
              <a:avLst/>
              <a:pathLst>
                <a:path w="8234974" h="1791251">
                  <a:moveTo>
                    <a:pt x="8234974" y="1595248"/>
                  </a:moveTo>
                  <a:lnTo>
                    <a:pt x="7696237" y="1595248"/>
                  </a:lnTo>
                  <a:lnTo>
                    <a:pt x="7694981" y="1595197"/>
                  </a:lnTo>
                  <a:lnTo>
                    <a:pt x="7686778" y="1594831"/>
                  </a:lnTo>
                  <a:lnTo>
                    <a:pt x="7666303" y="1593819"/>
                  </a:lnTo>
                  <a:lnTo>
                    <a:pt x="7630214" y="1591833"/>
                  </a:lnTo>
                  <a:lnTo>
                    <a:pt x="7577469" y="1588585"/>
                  </a:lnTo>
                  <a:lnTo>
                    <a:pt x="7509359" y="1583863"/>
                  </a:lnTo>
                  <a:lnTo>
                    <a:pt x="7429074" y="1577550"/>
                  </a:lnTo>
                  <a:lnTo>
                    <a:pt x="7340891" y="1569615"/>
                  </a:lnTo>
                  <a:lnTo>
                    <a:pt x="7249256" y="1560081"/>
                  </a:lnTo>
                  <a:lnTo>
                    <a:pt x="7158050" y="1548987"/>
                  </a:lnTo>
                  <a:lnTo>
                    <a:pt x="7070177" y="1536348"/>
                  </a:lnTo>
                  <a:lnTo>
                    <a:pt x="6987474" y="1522129"/>
                  </a:lnTo>
                  <a:lnTo>
                    <a:pt x="6910826" y="1506228"/>
                  </a:lnTo>
                  <a:lnTo>
                    <a:pt x="6840382" y="1488474"/>
                  </a:lnTo>
                  <a:lnTo>
                    <a:pt x="6775776" y="1468625"/>
                  </a:lnTo>
                  <a:lnTo>
                    <a:pt x="6716324" y="1446377"/>
                  </a:lnTo>
                  <a:lnTo>
                    <a:pt x="6661162" y="1421380"/>
                  </a:lnTo>
                  <a:lnTo>
                    <a:pt x="6609362" y="1393270"/>
                  </a:lnTo>
                  <a:lnTo>
                    <a:pt x="6560010" y="1361727"/>
                  </a:lnTo>
                  <a:lnTo>
                    <a:pt x="6515891" y="1329373"/>
                  </a:lnTo>
                  <a:lnTo>
                    <a:pt x="6472757" y="1294020"/>
                  </a:lnTo>
                  <a:lnTo>
                    <a:pt x="6430044" y="1255512"/>
                  </a:lnTo>
                  <a:lnTo>
                    <a:pt x="6387395" y="1213793"/>
                  </a:lnTo>
                  <a:lnTo>
                    <a:pt x="6344550" y="1168884"/>
                  </a:lnTo>
                  <a:lnTo>
                    <a:pt x="6301335" y="1120896"/>
                  </a:lnTo>
                  <a:lnTo>
                    <a:pt x="6257650" y="1070039"/>
                  </a:lnTo>
                  <a:lnTo>
                    <a:pt x="6213464" y="1016618"/>
                  </a:lnTo>
                  <a:lnTo>
                    <a:pt x="6168806" y="961035"/>
                  </a:lnTo>
                  <a:lnTo>
                    <a:pt x="6123757" y="903778"/>
                  </a:lnTo>
                  <a:lnTo>
                    <a:pt x="6078434" y="845406"/>
                  </a:lnTo>
                  <a:lnTo>
                    <a:pt x="6032983" y="786524"/>
                  </a:lnTo>
                  <a:lnTo>
                    <a:pt x="5987563" y="727760"/>
                  </a:lnTo>
                  <a:lnTo>
                    <a:pt x="5942327" y="669739"/>
                  </a:lnTo>
                  <a:lnTo>
                    <a:pt x="5897413" y="613051"/>
                  </a:lnTo>
                  <a:lnTo>
                    <a:pt x="5852926" y="558229"/>
                  </a:lnTo>
                  <a:lnTo>
                    <a:pt x="5808928" y="505732"/>
                  </a:lnTo>
                  <a:lnTo>
                    <a:pt x="5765427" y="455925"/>
                  </a:lnTo>
                  <a:lnTo>
                    <a:pt x="5722367" y="409078"/>
                  </a:lnTo>
                  <a:lnTo>
                    <a:pt x="5679621" y="365362"/>
                  </a:lnTo>
                  <a:lnTo>
                    <a:pt x="5636984" y="324854"/>
                  </a:lnTo>
                  <a:lnTo>
                    <a:pt x="5594159" y="287546"/>
                  </a:lnTo>
                  <a:lnTo>
                    <a:pt x="5567201" y="265874"/>
                  </a:lnTo>
                  <a:lnTo>
                    <a:pt x="5519386" y="230989"/>
                  </a:lnTo>
                  <a:lnTo>
                    <a:pt x="5469878" y="199716"/>
                  </a:lnTo>
                  <a:lnTo>
                    <a:pt x="5417854" y="171857"/>
                  </a:lnTo>
                  <a:lnTo>
                    <a:pt x="5362397" y="147082"/>
                  </a:lnTo>
                  <a:lnTo>
                    <a:pt x="5302581" y="125028"/>
                  </a:lnTo>
                  <a:lnTo>
                    <a:pt x="5237551" y="105349"/>
                  </a:lnTo>
                  <a:lnTo>
                    <a:pt x="5166641" y="87744"/>
                  </a:lnTo>
                  <a:lnTo>
                    <a:pt x="5089519" y="71977"/>
                  </a:lnTo>
                  <a:lnTo>
                    <a:pt x="5006379" y="57881"/>
                  </a:lnTo>
                  <a:lnTo>
                    <a:pt x="4918175" y="45360"/>
                  </a:lnTo>
                  <a:lnTo>
                    <a:pt x="4826820" y="34384"/>
                  </a:lnTo>
                  <a:lnTo>
                    <a:pt x="4735301" y="24970"/>
                  </a:lnTo>
                  <a:lnTo>
                    <a:pt x="4647560" y="17159"/>
                  </a:lnTo>
                  <a:lnTo>
                    <a:pt x="4568061" y="10969"/>
                  </a:lnTo>
                  <a:lnTo>
                    <a:pt x="4501030" y="6365"/>
                  </a:lnTo>
                  <a:lnTo>
                    <a:pt x="4449538" y="3222"/>
                  </a:lnTo>
                  <a:lnTo>
                    <a:pt x="4414707" y="1321"/>
                  </a:lnTo>
                  <a:lnTo>
                    <a:pt x="4395313" y="370"/>
                  </a:lnTo>
                  <a:lnTo>
                    <a:pt x="4387850" y="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4" y="56"/>
                  </a:lnTo>
                  <a:lnTo>
                    <a:pt x="3838744" y="464"/>
                  </a:lnTo>
                  <a:lnTo>
                    <a:pt x="3818445" y="1589"/>
                  </a:lnTo>
                  <a:lnTo>
                    <a:pt x="3782649" y="3798"/>
                  </a:lnTo>
                  <a:lnTo>
                    <a:pt x="3730299" y="7412"/>
                  </a:lnTo>
                  <a:lnTo>
                    <a:pt x="3662641" y="12668"/>
                  </a:lnTo>
                  <a:lnTo>
                    <a:pt x="3582812" y="19697"/>
                  </a:lnTo>
                  <a:lnTo>
                    <a:pt x="3495036" y="28537"/>
                  </a:lnTo>
                  <a:lnTo>
                    <a:pt x="3403724" y="39162"/>
                  </a:lnTo>
                  <a:lnTo>
                    <a:pt x="3312742" y="51529"/>
                  </a:lnTo>
                  <a:lnTo>
                    <a:pt x="3225000" y="65620"/>
                  </a:lnTo>
                  <a:lnTo>
                    <a:pt x="3142350" y="81471"/>
                  </a:lnTo>
                  <a:lnTo>
                    <a:pt x="3065698" y="99193"/>
                  </a:lnTo>
                  <a:lnTo>
                    <a:pt x="2995218" y="118973"/>
                  </a:lnTo>
                  <a:lnTo>
                    <a:pt x="2930564" y="141078"/>
                  </a:lnTo>
                  <a:lnTo>
                    <a:pt x="2871067" y="165844"/>
                  </a:lnTo>
                  <a:lnTo>
                    <a:pt x="2815880" y="193656"/>
                  </a:lnTo>
                  <a:lnTo>
                    <a:pt x="2764083" y="224919"/>
                  </a:lnTo>
                  <a:lnTo>
                    <a:pt x="2714768" y="259998"/>
                  </a:lnTo>
                  <a:lnTo>
                    <a:pt x="2667772" y="298541"/>
                  </a:lnTo>
                  <a:lnTo>
                    <a:pt x="2626067" y="336859"/>
                  </a:lnTo>
                  <a:lnTo>
                    <a:pt x="2584768" y="378483"/>
                  </a:lnTo>
                  <a:lnTo>
                    <a:pt x="2543547" y="423476"/>
                  </a:lnTo>
                  <a:lnTo>
                    <a:pt x="2502163" y="471822"/>
                  </a:lnTo>
                  <a:lnTo>
                    <a:pt x="2460450" y="523420"/>
                  </a:lnTo>
                  <a:lnTo>
                    <a:pt x="2418309" y="578074"/>
                  </a:lnTo>
                  <a:lnTo>
                    <a:pt x="2375700" y="635491"/>
                  </a:lnTo>
                  <a:lnTo>
                    <a:pt x="2332640" y="695283"/>
                  </a:lnTo>
                  <a:lnTo>
                    <a:pt x="2289189" y="756977"/>
                  </a:lnTo>
                  <a:lnTo>
                    <a:pt x="2245446" y="820024"/>
                  </a:lnTo>
                  <a:lnTo>
                    <a:pt x="2201537" y="883822"/>
                  </a:lnTo>
                  <a:lnTo>
                    <a:pt x="2157600" y="947738"/>
                  </a:lnTo>
                  <a:lnTo>
                    <a:pt x="2113780" y="1011134"/>
                  </a:lnTo>
                  <a:lnTo>
                    <a:pt x="2070209" y="1073394"/>
                  </a:lnTo>
                  <a:lnTo>
                    <a:pt x="2026995" y="1133948"/>
                  </a:lnTo>
                  <a:lnTo>
                    <a:pt x="1984215" y="1192291"/>
                  </a:lnTo>
                  <a:lnTo>
                    <a:pt x="1941903" y="1248004"/>
                  </a:lnTo>
                  <a:lnTo>
                    <a:pt x="1900040" y="1300758"/>
                  </a:lnTo>
                  <a:lnTo>
                    <a:pt x="1858551" y="1350321"/>
                  </a:lnTo>
                  <a:lnTo>
                    <a:pt x="1817294" y="1396557"/>
                  </a:lnTo>
                  <a:lnTo>
                    <a:pt x="1776056" y="1439421"/>
                  </a:lnTo>
                  <a:lnTo>
                    <a:pt x="1734545" y="1478947"/>
                  </a:lnTo>
                  <a:lnTo>
                    <a:pt x="1719082" y="1492709"/>
                  </a:lnTo>
                  <a:lnTo>
                    <a:pt x="1671419" y="1531765"/>
                  </a:lnTo>
                  <a:lnTo>
                    <a:pt x="1622075" y="1566789"/>
                  </a:lnTo>
                  <a:lnTo>
                    <a:pt x="1570237" y="1598002"/>
                  </a:lnTo>
                  <a:lnTo>
                    <a:pt x="1514996" y="1625769"/>
                  </a:lnTo>
                  <a:lnTo>
                    <a:pt x="1455434" y="1650495"/>
                  </a:lnTo>
                  <a:lnTo>
                    <a:pt x="1390704" y="1672566"/>
                  </a:lnTo>
                  <a:lnTo>
                    <a:pt x="1320139" y="1692316"/>
                  </a:lnTo>
                  <a:lnTo>
                    <a:pt x="1243403" y="1710011"/>
                  </a:lnTo>
                  <a:lnTo>
                    <a:pt x="1160674" y="1725838"/>
                  </a:lnTo>
                  <a:lnTo>
                    <a:pt x="1072872" y="1739905"/>
                  </a:lnTo>
                  <a:lnTo>
                    <a:pt x="981863" y="1752248"/>
                  </a:lnTo>
                  <a:lnTo>
                    <a:pt x="890572" y="1762848"/>
                  </a:lnTo>
                  <a:lnTo>
                    <a:pt x="802875" y="1771663"/>
                  </a:lnTo>
                  <a:lnTo>
                    <a:pt x="723187" y="1778668"/>
                  </a:lnTo>
                  <a:lnTo>
                    <a:pt x="655723" y="1783899"/>
                  </a:lnTo>
                  <a:lnTo>
                    <a:pt x="603597" y="1787492"/>
                  </a:lnTo>
                  <a:lnTo>
                    <a:pt x="568029" y="1789684"/>
                  </a:lnTo>
                  <a:lnTo>
                    <a:pt x="547926" y="1790797"/>
                  </a:lnTo>
                  <a:lnTo>
                    <a:pt x="539931" y="1791197"/>
                  </a:lnTo>
                  <a:lnTo>
                    <a:pt x="538736" y="1791251"/>
                  </a:lnTo>
                  <a:lnTo>
                    <a:pt x="0" y="17912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0" name="pg1010"/>
            <p:cNvSpPr/>
            <p:nvPr/>
          </p:nvSpPr>
          <p:spPr>
            <a:xfrm>
              <a:off x="546595" y="1714139"/>
              <a:ext cx="8234974" cy="1938254"/>
            </a:xfrm>
            <a:custGeom>
              <a:avLst/>
              <a:pathLst>
                <a:path w="8234974" h="1938254">
                  <a:moveTo>
                    <a:pt x="0" y="1785807"/>
                  </a:moveTo>
                  <a:lnTo>
                    <a:pt x="538736" y="1785807"/>
                  </a:lnTo>
                  <a:lnTo>
                    <a:pt x="539982" y="1785750"/>
                  </a:lnTo>
                  <a:lnTo>
                    <a:pt x="548116" y="1785345"/>
                  </a:lnTo>
                  <a:lnTo>
                    <a:pt x="568425" y="1784226"/>
                  </a:lnTo>
                  <a:lnTo>
                    <a:pt x="604237" y="1782029"/>
                  </a:lnTo>
                  <a:lnTo>
                    <a:pt x="656611" y="1778435"/>
                  </a:lnTo>
                  <a:lnTo>
                    <a:pt x="724295" y="1773209"/>
                  </a:lnTo>
                  <a:lnTo>
                    <a:pt x="804150" y="1766219"/>
                  </a:lnTo>
                  <a:lnTo>
                    <a:pt x="891950" y="1757429"/>
                  </a:lnTo>
                  <a:lnTo>
                    <a:pt x="983281" y="1746864"/>
                  </a:lnTo>
                  <a:lnTo>
                    <a:pt x="1074276" y="1734567"/>
                  </a:lnTo>
                  <a:lnTo>
                    <a:pt x="1162026" y="1720556"/>
                  </a:lnTo>
                  <a:lnTo>
                    <a:pt x="1244679" y="1704794"/>
                  </a:lnTo>
                  <a:lnTo>
                    <a:pt x="1321330" y="1687172"/>
                  </a:lnTo>
                  <a:lnTo>
                    <a:pt x="1391809" y="1667503"/>
                  </a:lnTo>
                  <a:lnTo>
                    <a:pt x="1456460" y="1645522"/>
                  </a:lnTo>
                  <a:lnTo>
                    <a:pt x="1515954" y="1620895"/>
                  </a:lnTo>
                  <a:lnTo>
                    <a:pt x="1571139" y="1593237"/>
                  </a:lnTo>
                  <a:lnTo>
                    <a:pt x="1622937" y="1562146"/>
                  </a:lnTo>
                  <a:lnTo>
                    <a:pt x="1672255" y="1527261"/>
                  </a:lnTo>
                  <a:lnTo>
                    <a:pt x="1719082" y="1489080"/>
                  </a:lnTo>
                  <a:lnTo>
                    <a:pt x="1760865" y="1450921"/>
                  </a:lnTo>
                  <a:lnTo>
                    <a:pt x="1802241" y="1409464"/>
                  </a:lnTo>
                  <a:lnTo>
                    <a:pt x="1843539" y="1364645"/>
                  </a:lnTo>
                  <a:lnTo>
                    <a:pt x="1885002" y="1316481"/>
                  </a:lnTo>
                  <a:lnTo>
                    <a:pt x="1926796" y="1265075"/>
                  </a:lnTo>
                  <a:lnTo>
                    <a:pt x="1969020" y="1210622"/>
                  </a:lnTo>
                  <a:lnTo>
                    <a:pt x="2011714" y="1153417"/>
                  </a:lnTo>
                  <a:lnTo>
                    <a:pt x="2054861" y="1093847"/>
                  </a:lnTo>
                  <a:lnTo>
                    <a:pt x="2098398" y="1032388"/>
                  </a:lnTo>
                  <a:lnTo>
                    <a:pt x="2142227" y="969589"/>
                  </a:lnTo>
                  <a:lnTo>
                    <a:pt x="2186220" y="906052"/>
                  </a:lnTo>
                  <a:lnTo>
                    <a:pt x="2230237" y="842411"/>
                  </a:lnTo>
                  <a:lnTo>
                    <a:pt x="2274135" y="779302"/>
                  </a:lnTo>
                  <a:lnTo>
                    <a:pt x="2317780" y="717341"/>
                  </a:lnTo>
                  <a:lnTo>
                    <a:pt x="2361064" y="657096"/>
                  </a:lnTo>
                  <a:lnTo>
                    <a:pt x="2403910" y="599069"/>
                  </a:lnTo>
                  <a:lnTo>
                    <a:pt x="2446287" y="543679"/>
                  </a:lnTo>
                  <a:lnTo>
                    <a:pt x="2488214" y="491249"/>
                  </a:lnTo>
                  <a:lnTo>
                    <a:pt x="2529770" y="442007"/>
                  </a:lnTo>
                  <a:lnTo>
                    <a:pt x="2571099" y="396088"/>
                  </a:lnTo>
                  <a:lnTo>
                    <a:pt x="2612418" y="353534"/>
                  </a:lnTo>
                  <a:lnTo>
                    <a:pt x="2654025" y="314306"/>
                  </a:lnTo>
                  <a:lnTo>
                    <a:pt x="2667772" y="302171"/>
                  </a:lnTo>
                  <a:lnTo>
                    <a:pt x="2715445" y="263346"/>
                  </a:lnTo>
                  <a:lnTo>
                    <a:pt x="2764798" y="228530"/>
                  </a:lnTo>
                  <a:lnTo>
                    <a:pt x="2816647" y="197502"/>
                  </a:lnTo>
                  <a:lnTo>
                    <a:pt x="2871900" y="169901"/>
                  </a:lnTo>
                  <a:lnTo>
                    <a:pt x="2931477" y="145323"/>
                  </a:lnTo>
                  <a:lnTo>
                    <a:pt x="2996225" y="123385"/>
                  </a:lnTo>
                  <a:lnTo>
                    <a:pt x="3066809" y="103754"/>
                  </a:lnTo>
                  <a:lnTo>
                    <a:pt x="3143568" y="86166"/>
                  </a:lnTo>
                  <a:lnTo>
                    <a:pt x="3226321" y="70436"/>
                  </a:lnTo>
                  <a:lnTo>
                    <a:pt x="3314147" y="56455"/>
                  </a:lnTo>
                  <a:lnTo>
                    <a:pt x="3405175" y="44188"/>
                  </a:lnTo>
                  <a:lnTo>
                    <a:pt x="3496480" y="33653"/>
                  </a:lnTo>
                  <a:lnTo>
                    <a:pt x="3584180" y="24894"/>
                  </a:lnTo>
                  <a:lnTo>
                    <a:pt x="3663857" y="17936"/>
                  </a:lnTo>
                  <a:lnTo>
                    <a:pt x="3731296" y="12739"/>
                  </a:lnTo>
                  <a:lnTo>
                    <a:pt x="3783385" y="9172"/>
                  </a:lnTo>
                  <a:lnTo>
                    <a:pt x="3818911" y="6997"/>
                  </a:lnTo>
                  <a:lnTo>
                    <a:pt x="3838973" y="5893"/>
                  </a:lnTo>
                  <a:lnTo>
                    <a:pt x="3846936" y="549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1" y="5505"/>
                  </a:lnTo>
                  <a:lnTo>
                    <a:pt x="4396164" y="5941"/>
                  </a:lnTo>
                  <a:lnTo>
                    <a:pt x="4416325" y="7146"/>
                  </a:lnTo>
                  <a:lnTo>
                    <a:pt x="4451892" y="9513"/>
                  </a:lnTo>
                  <a:lnTo>
                    <a:pt x="4503935" y="13384"/>
                  </a:lnTo>
                  <a:lnTo>
                    <a:pt x="4571238" y="19016"/>
                  </a:lnTo>
                  <a:lnTo>
                    <a:pt x="4650710" y="26551"/>
                  </a:lnTo>
                  <a:lnTo>
                    <a:pt x="4738166" y="36031"/>
                  </a:lnTo>
                  <a:lnTo>
                    <a:pt x="4829223" y="47428"/>
                  </a:lnTo>
                  <a:lnTo>
                    <a:pt x="4920027" y="60696"/>
                  </a:lnTo>
                  <a:lnTo>
                    <a:pt x="5007665" y="75815"/>
                  </a:lnTo>
                  <a:lnTo>
                    <a:pt x="5090273" y="92822"/>
                  </a:lnTo>
                  <a:lnTo>
                    <a:pt x="5166925" y="111833"/>
                  </a:lnTo>
                  <a:lnTo>
                    <a:pt x="5237433" y="133047"/>
                  </a:lnTo>
                  <a:lnTo>
                    <a:pt x="5302126" y="156745"/>
                  </a:lnTo>
                  <a:lnTo>
                    <a:pt x="5361657" y="183286"/>
                  </a:lnTo>
                  <a:lnTo>
                    <a:pt x="5416865" y="213081"/>
                  </a:lnTo>
                  <a:lnTo>
                    <a:pt x="5468661" y="246564"/>
                  </a:lnTo>
                  <a:lnTo>
                    <a:pt x="5517949" y="284128"/>
                  </a:lnTo>
                  <a:lnTo>
                    <a:pt x="5565541" y="326018"/>
                  </a:lnTo>
                  <a:lnTo>
                    <a:pt x="5567201" y="327579"/>
                  </a:lnTo>
                  <a:lnTo>
                    <a:pt x="5607924" y="367903"/>
                  </a:lnTo>
                  <a:lnTo>
                    <a:pt x="5648252" y="411626"/>
                  </a:lnTo>
                  <a:lnTo>
                    <a:pt x="5688492" y="458813"/>
                  </a:lnTo>
                  <a:lnTo>
                    <a:pt x="5728874" y="509453"/>
                  </a:lnTo>
                  <a:lnTo>
                    <a:pt x="5769558" y="563452"/>
                  </a:lnTo>
                  <a:lnTo>
                    <a:pt x="5810642" y="620623"/>
                  </a:lnTo>
                  <a:lnTo>
                    <a:pt x="5852170" y="680685"/>
                  </a:lnTo>
                  <a:lnTo>
                    <a:pt x="5894134" y="743263"/>
                  </a:lnTo>
                  <a:lnTo>
                    <a:pt x="5936485" y="807896"/>
                  </a:lnTo>
                  <a:lnTo>
                    <a:pt x="5979137" y="874046"/>
                  </a:lnTo>
                  <a:lnTo>
                    <a:pt x="6021978" y="941120"/>
                  </a:lnTo>
                  <a:lnTo>
                    <a:pt x="6064879" y="1008486"/>
                  </a:lnTo>
                  <a:lnTo>
                    <a:pt x="6107709" y="1075504"/>
                  </a:lnTo>
                  <a:lnTo>
                    <a:pt x="6150338" y="1141544"/>
                  </a:lnTo>
                  <a:lnTo>
                    <a:pt x="6192658" y="1206017"/>
                  </a:lnTo>
                  <a:lnTo>
                    <a:pt x="6234586" y="1268392"/>
                  </a:lnTo>
                  <a:lnTo>
                    <a:pt x="6276074" y="1328213"/>
                  </a:lnTo>
                  <a:lnTo>
                    <a:pt x="6317121" y="1385116"/>
                  </a:lnTo>
                  <a:lnTo>
                    <a:pt x="6357773" y="1438826"/>
                  </a:lnTo>
                  <a:lnTo>
                    <a:pt x="6398135" y="1489165"/>
                  </a:lnTo>
                  <a:lnTo>
                    <a:pt x="6438373" y="1536047"/>
                  </a:lnTo>
                  <a:lnTo>
                    <a:pt x="6478722" y="1579468"/>
                  </a:lnTo>
                  <a:lnTo>
                    <a:pt x="6515891" y="1616119"/>
                  </a:lnTo>
                  <a:lnTo>
                    <a:pt x="6563436" y="1658163"/>
                  </a:lnTo>
                  <a:lnTo>
                    <a:pt x="6612651" y="1695877"/>
                  </a:lnTo>
                  <a:lnTo>
                    <a:pt x="6664344" y="1729499"/>
                  </a:lnTo>
                  <a:lnTo>
                    <a:pt x="6719415" y="1759416"/>
                  </a:lnTo>
                  <a:lnTo>
                    <a:pt x="6778779" y="1786065"/>
                  </a:lnTo>
                  <a:lnTo>
                    <a:pt x="6843275" y="1809857"/>
                  </a:lnTo>
                  <a:lnTo>
                    <a:pt x="6913570" y="1831153"/>
                  </a:lnTo>
                  <a:lnTo>
                    <a:pt x="6990005" y="1850238"/>
                  </a:lnTo>
                  <a:lnTo>
                    <a:pt x="7072412" y="1867314"/>
                  </a:lnTo>
                  <a:lnTo>
                    <a:pt x="7159899" y="1882499"/>
                  </a:lnTo>
                  <a:lnTo>
                    <a:pt x="7250634" y="1895833"/>
                  </a:lnTo>
                  <a:lnTo>
                    <a:pt x="7341743" y="1907296"/>
                  </a:lnTo>
                  <a:lnTo>
                    <a:pt x="7429400" y="1916844"/>
                  </a:lnTo>
                  <a:lnTo>
                    <a:pt x="7509229" y="1924448"/>
                  </a:lnTo>
                  <a:lnTo>
                    <a:pt x="7577025" y="1930146"/>
                  </a:lnTo>
                  <a:lnTo>
                    <a:pt x="7629641" y="1934076"/>
                  </a:lnTo>
                  <a:lnTo>
                    <a:pt x="7665785" y="1936490"/>
                  </a:lnTo>
                  <a:lnTo>
                    <a:pt x="7686448" y="1937730"/>
                  </a:lnTo>
                  <a:lnTo>
                    <a:pt x="7694869" y="1938186"/>
                  </a:lnTo>
                  <a:lnTo>
                    <a:pt x="7696237" y="1938254"/>
                  </a:lnTo>
                  <a:lnTo>
                    <a:pt x="8234974" y="1938254"/>
                  </a:lnTo>
                  <a:lnTo>
                    <a:pt x="8234974" y="1932809"/>
                  </a:lnTo>
                  <a:lnTo>
                    <a:pt x="7696237" y="1932809"/>
                  </a:lnTo>
                  <a:lnTo>
                    <a:pt x="7695001" y="1932748"/>
                  </a:lnTo>
                  <a:lnTo>
                    <a:pt x="7686929" y="1932312"/>
                  </a:lnTo>
                  <a:lnTo>
                    <a:pt x="7666767" y="1931107"/>
                  </a:lnTo>
                  <a:lnTo>
                    <a:pt x="7631200" y="1928741"/>
                  </a:lnTo>
                  <a:lnTo>
                    <a:pt x="7579158" y="1924869"/>
                  </a:lnTo>
                  <a:lnTo>
                    <a:pt x="7511854" y="1919237"/>
                  </a:lnTo>
                  <a:lnTo>
                    <a:pt x="7432383" y="1911702"/>
                  </a:lnTo>
                  <a:lnTo>
                    <a:pt x="7344926" y="1902222"/>
                  </a:lnTo>
                  <a:lnTo>
                    <a:pt x="7253869" y="1890826"/>
                  </a:lnTo>
                  <a:lnTo>
                    <a:pt x="7163065" y="1877557"/>
                  </a:lnTo>
                  <a:lnTo>
                    <a:pt x="7075427" y="1862438"/>
                  </a:lnTo>
                  <a:lnTo>
                    <a:pt x="6992820" y="1845431"/>
                  </a:lnTo>
                  <a:lnTo>
                    <a:pt x="6916167" y="1826420"/>
                  </a:lnTo>
                  <a:lnTo>
                    <a:pt x="6845659" y="1805206"/>
                  </a:lnTo>
                  <a:lnTo>
                    <a:pt x="6780967" y="1781508"/>
                  </a:lnTo>
                  <a:lnTo>
                    <a:pt x="6721436" y="1754967"/>
                  </a:lnTo>
                  <a:lnTo>
                    <a:pt x="6666228" y="1725173"/>
                  </a:lnTo>
                  <a:lnTo>
                    <a:pt x="6614431" y="1691689"/>
                  </a:lnTo>
                  <a:lnTo>
                    <a:pt x="6565143" y="1654125"/>
                  </a:lnTo>
                  <a:lnTo>
                    <a:pt x="6517551" y="1612235"/>
                  </a:lnTo>
                  <a:lnTo>
                    <a:pt x="6515891" y="1610674"/>
                  </a:lnTo>
                  <a:lnTo>
                    <a:pt x="6475169" y="1570350"/>
                  </a:lnTo>
                  <a:lnTo>
                    <a:pt x="6434841" y="1526627"/>
                  </a:lnTo>
                  <a:lnTo>
                    <a:pt x="6394600" y="1479440"/>
                  </a:lnTo>
                  <a:lnTo>
                    <a:pt x="6354218" y="1428800"/>
                  </a:lnTo>
                  <a:lnTo>
                    <a:pt x="6313535" y="1374801"/>
                  </a:lnTo>
                  <a:lnTo>
                    <a:pt x="6272450" y="1317630"/>
                  </a:lnTo>
                  <a:lnTo>
                    <a:pt x="6230923" y="1257568"/>
                  </a:lnTo>
                  <a:lnTo>
                    <a:pt x="6188958" y="1194990"/>
                  </a:lnTo>
                  <a:lnTo>
                    <a:pt x="6146607" y="1130357"/>
                  </a:lnTo>
                  <a:lnTo>
                    <a:pt x="6103955" y="1064207"/>
                  </a:lnTo>
                  <a:lnTo>
                    <a:pt x="6061115" y="997133"/>
                  </a:lnTo>
                  <a:lnTo>
                    <a:pt x="6018213" y="929767"/>
                  </a:lnTo>
                  <a:lnTo>
                    <a:pt x="5975384" y="862749"/>
                  </a:lnTo>
                  <a:lnTo>
                    <a:pt x="5932754" y="796709"/>
                  </a:lnTo>
                  <a:lnTo>
                    <a:pt x="5890434" y="732236"/>
                  </a:lnTo>
                  <a:lnTo>
                    <a:pt x="5848507" y="669862"/>
                  </a:lnTo>
                  <a:lnTo>
                    <a:pt x="5807018" y="610040"/>
                  </a:lnTo>
                  <a:lnTo>
                    <a:pt x="5765972" y="553137"/>
                  </a:lnTo>
                  <a:lnTo>
                    <a:pt x="5725319" y="499427"/>
                  </a:lnTo>
                  <a:lnTo>
                    <a:pt x="5684957" y="449088"/>
                  </a:lnTo>
                  <a:lnTo>
                    <a:pt x="5644719" y="402206"/>
                  </a:lnTo>
                  <a:lnTo>
                    <a:pt x="5604370" y="358785"/>
                  </a:lnTo>
                  <a:lnTo>
                    <a:pt x="5567201" y="322134"/>
                  </a:lnTo>
                  <a:lnTo>
                    <a:pt x="5519656" y="280091"/>
                  </a:lnTo>
                  <a:lnTo>
                    <a:pt x="5470441" y="242376"/>
                  </a:lnTo>
                  <a:lnTo>
                    <a:pt x="5418749" y="208754"/>
                  </a:lnTo>
                  <a:lnTo>
                    <a:pt x="5363677" y="178837"/>
                  </a:lnTo>
                  <a:lnTo>
                    <a:pt x="5304314" y="152189"/>
                  </a:lnTo>
                  <a:lnTo>
                    <a:pt x="5239817" y="128396"/>
                  </a:lnTo>
                  <a:lnTo>
                    <a:pt x="5169522" y="107100"/>
                  </a:lnTo>
                  <a:lnTo>
                    <a:pt x="5093088" y="88015"/>
                  </a:lnTo>
                  <a:lnTo>
                    <a:pt x="5010680" y="70939"/>
                  </a:lnTo>
                  <a:lnTo>
                    <a:pt x="4923194" y="55754"/>
                  </a:lnTo>
                  <a:lnTo>
                    <a:pt x="4832459" y="42421"/>
                  </a:lnTo>
                  <a:lnTo>
                    <a:pt x="4741349" y="30957"/>
                  </a:lnTo>
                  <a:lnTo>
                    <a:pt x="4653692" y="21409"/>
                  </a:lnTo>
                  <a:lnTo>
                    <a:pt x="4573863" y="13805"/>
                  </a:lnTo>
                  <a:lnTo>
                    <a:pt x="4506068" y="8108"/>
                  </a:lnTo>
                  <a:lnTo>
                    <a:pt x="4453452" y="4177"/>
                  </a:lnTo>
                  <a:lnTo>
                    <a:pt x="4417307" y="1763"/>
                  </a:lnTo>
                  <a:lnTo>
                    <a:pt x="4396645" y="524"/>
                  </a:lnTo>
                  <a:lnTo>
                    <a:pt x="4388224" y="6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3" y="56"/>
                  </a:lnTo>
                  <a:lnTo>
                    <a:pt x="3838739" y="461"/>
                  </a:lnTo>
                  <a:lnTo>
                    <a:pt x="3818430" y="1580"/>
                  </a:lnTo>
                  <a:lnTo>
                    <a:pt x="3782617" y="3777"/>
                  </a:lnTo>
                  <a:lnTo>
                    <a:pt x="3730244" y="7371"/>
                  </a:lnTo>
                  <a:lnTo>
                    <a:pt x="3662560" y="12597"/>
                  </a:lnTo>
                  <a:lnTo>
                    <a:pt x="3582704" y="19587"/>
                  </a:lnTo>
                  <a:lnTo>
                    <a:pt x="3494904" y="28378"/>
                  </a:lnTo>
                  <a:lnTo>
                    <a:pt x="3403573" y="38943"/>
                  </a:lnTo>
                  <a:lnTo>
                    <a:pt x="3312579" y="51240"/>
                  </a:lnTo>
                  <a:lnTo>
                    <a:pt x="3224829" y="65250"/>
                  </a:lnTo>
                  <a:lnTo>
                    <a:pt x="3142175" y="81012"/>
                  </a:lnTo>
                  <a:lnTo>
                    <a:pt x="3065524" y="98634"/>
                  </a:lnTo>
                  <a:lnTo>
                    <a:pt x="2995046" y="118303"/>
                  </a:lnTo>
                  <a:lnTo>
                    <a:pt x="2930394" y="140284"/>
                  </a:lnTo>
                  <a:lnTo>
                    <a:pt x="2870901" y="164912"/>
                  </a:lnTo>
                  <a:lnTo>
                    <a:pt x="2815715" y="192569"/>
                  </a:lnTo>
                  <a:lnTo>
                    <a:pt x="2763917" y="223660"/>
                  </a:lnTo>
                  <a:lnTo>
                    <a:pt x="2714600" y="258545"/>
                  </a:lnTo>
                  <a:lnTo>
                    <a:pt x="2667772" y="296727"/>
                  </a:lnTo>
                  <a:lnTo>
                    <a:pt x="2625990" y="334885"/>
                  </a:lnTo>
                  <a:lnTo>
                    <a:pt x="2584614" y="376343"/>
                  </a:lnTo>
                  <a:lnTo>
                    <a:pt x="2543316" y="421161"/>
                  </a:lnTo>
                  <a:lnTo>
                    <a:pt x="2501853" y="469325"/>
                  </a:lnTo>
                  <a:lnTo>
                    <a:pt x="2460059" y="520731"/>
                  </a:lnTo>
                  <a:lnTo>
                    <a:pt x="2417834" y="575184"/>
                  </a:lnTo>
                  <a:lnTo>
                    <a:pt x="2375141" y="632390"/>
                  </a:lnTo>
                  <a:lnTo>
                    <a:pt x="2331994" y="691959"/>
                  </a:lnTo>
                  <a:lnTo>
                    <a:pt x="2288456" y="753418"/>
                  </a:lnTo>
                  <a:lnTo>
                    <a:pt x="2244628" y="816217"/>
                  </a:lnTo>
                  <a:lnTo>
                    <a:pt x="2200634" y="879754"/>
                  </a:lnTo>
                  <a:lnTo>
                    <a:pt x="2156617" y="943396"/>
                  </a:lnTo>
                  <a:lnTo>
                    <a:pt x="2112720" y="1006505"/>
                  </a:lnTo>
                  <a:lnTo>
                    <a:pt x="2069074" y="1068466"/>
                  </a:lnTo>
                  <a:lnTo>
                    <a:pt x="2025791" y="1128710"/>
                  </a:lnTo>
                  <a:lnTo>
                    <a:pt x="1982945" y="1186737"/>
                  </a:lnTo>
                  <a:lnTo>
                    <a:pt x="1940568" y="1242128"/>
                  </a:lnTo>
                  <a:lnTo>
                    <a:pt x="1898641" y="1294558"/>
                  </a:lnTo>
                  <a:lnTo>
                    <a:pt x="1857085" y="1343799"/>
                  </a:lnTo>
                  <a:lnTo>
                    <a:pt x="1815755" y="1389718"/>
                  </a:lnTo>
                  <a:lnTo>
                    <a:pt x="1774437" y="1432273"/>
                  </a:lnTo>
                  <a:lnTo>
                    <a:pt x="1732829" y="1471500"/>
                  </a:lnTo>
                  <a:lnTo>
                    <a:pt x="1719082" y="1483635"/>
                  </a:lnTo>
                  <a:lnTo>
                    <a:pt x="1671410" y="1522460"/>
                  </a:lnTo>
                  <a:lnTo>
                    <a:pt x="1622057" y="1557276"/>
                  </a:lnTo>
                  <a:lnTo>
                    <a:pt x="1570208" y="1588304"/>
                  </a:lnTo>
                  <a:lnTo>
                    <a:pt x="1514955" y="1615905"/>
                  </a:lnTo>
                  <a:lnTo>
                    <a:pt x="1455378" y="1640483"/>
                  </a:lnTo>
                  <a:lnTo>
                    <a:pt x="1390630" y="1662421"/>
                  </a:lnTo>
                  <a:lnTo>
                    <a:pt x="1320045" y="1682052"/>
                  </a:lnTo>
                  <a:lnTo>
                    <a:pt x="1243286" y="1699640"/>
                  </a:lnTo>
                  <a:lnTo>
                    <a:pt x="1160533" y="1715371"/>
                  </a:lnTo>
                  <a:lnTo>
                    <a:pt x="1072708" y="1729352"/>
                  </a:lnTo>
                  <a:lnTo>
                    <a:pt x="981679" y="1741619"/>
                  </a:lnTo>
                  <a:lnTo>
                    <a:pt x="890375" y="1752153"/>
                  </a:lnTo>
                  <a:lnTo>
                    <a:pt x="802675" y="1760912"/>
                  </a:lnTo>
                  <a:lnTo>
                    <a:pt x="722997" y="1767871"/>
                  </a:lnTo>
                  <a:lnTo>
                    <a:pt x="655558" y="1773067"/>
                  </a:lnTo>
                  <a:lnTo>
                    <a:pt x="603470" y="1776634"/>
                  </a:lnTo>
                  <a:lnTo>
                    <a:pt x="567944" y="1778809"/>
                  </a:lnTo>
                  <a:lnTo>
                    <a:pt x="547882" y="1779913"/>
                  </a:lnTo>
                  <a:lnTo>
                    <a:pt x="539919" y="1780308"/>
                  </a:lnTo>
                  <a:lnTo>
                    <a:pt x="538736" y="1780362"/>
                  </a:lnTo>
                  <a:lnTo>
                    <a:pt x="0" y="178036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11" name="pl1011"/>
            <p:cNvSpPr/>
            <p:nvPr/>
          </p:nvSpPr>
          <p:spPr>
            <a:xfrm>
              <a:off x="546595" y="1719584"/>
              <a:ext cx="8234974" cy="1932809"/>
            </a:xfrm>
            <a:custGeom>
              <a:avLst/>
              <a:pathLst>
                <a:path w="8234974" h="1932809">
                  <a:moveTo>
                    <a:pt x="0" y="1780362"/>
                  </a:moveTo>
                  <a:lnTo>
                    <a:pt x="538736" y="1780362"/>
                  </a:lnTo>
                  <a:lnTo>
                    <a:pt x="539982" y="1780306"/>
                  </a:lnTo>
                  <a:lnTo>
                    <a:pt x="548116" y="1779901"/>
                  </a:lnTo>
                  <a:lnTo>
                    <a:pt x="568425" y="1778781"/>
                  </a:lnTo>
                  <a:lnTo>
                    <a:pt x="604237" y="1776585"/>
                  </a:lnTo>
                  <a:lnTo>
                    <a:pt x="656611" y="1772991"/>
                  </a:lnTo>
                  <a:lnTo>
                    <a:pt x="724295" y="1767764"/>
                  </a:lnTo>
                  <a:lnTo>
                    <a:pt x="804150" y="1760774"/>
                  </a:lnTo>
                  <a:lnTo>
                    <a:pt x="891950" y="1751984"/>
                  </a:lnTo>
                  <a:lnTo>
                    <a:pt x="983281" y="1741419"/>
                  </a:lnTo>
                  <a:lnTo>
                    <a:pt x="1074276" y="1729122"/>
                  </a:lnTo>
                  <a:lnTo>
                    <a:pt x="1162026" y="1715111"/>
                  </a:lnTo>
                  <a:lnTo>
                    <a:pt x="1244679" y="1699349"/>
                  </a:lnTo>
                  <a:lnTo>
                    <a:pt x="1321330" y="1681728"/>
                  </a:lnTo>
                  <a:lnTo>
                    <a:pt x="1391809" y="1662059"/>
                  </a:lnTo>
                  <a:lnTo>
                    <a:pt x="1456460" y="1640077"/>
                  </a:lnTo>
                  <a:lnTo>
                    <a:pt x="1515954" y="1615450"/>
                  </a:lnTo>
                  <a:lnTo>
                    <a:pt x="1571139" y="1587793"/>
                  </a:lnTo>
                  <a:lnTo>
                    <a:pt x="1622937" y="1556702"/>
                  </a:lnTo>
                  <a:lnTo>
                    <a:pt x="1672255" y="1521817"/>
                  </a:lnTo>
                  <a:lnTo>
                    <a:pt x="1719082" y="1483635"/>
                  </a:lnTo>
                  <a:lnTo>
                    <a:pt x="1760865" y="1445477"/>
                  </a:lnTo>
                  <a:lnTo>
                    <a:pt x="1802241" y="1404019"/>
                  </a:lnTo>
                  <a:lnTo>
                    <a:pt x="1843539" y="1359201"/>
                  </a:lnTo>
                  <a:lnTo>
                    <a:pt x="1885002" y="1311037"/>
                  </a:lnTo>
                  <a:lnTo>
                    <a:pt x="1926796" y="1259630"/>
                  </a:lnTo>
                  <a:lnTo>
                    <a:pt x="1969020" y="1205177"/>
                  </a:lnTo>
                  <a:lnTo>
                    <a:pt x="2011714" y="1147972"/>
                  </a:lnTo>
                  <a:lnTo>
                    <a:pt x="2054861" y="1088402"/>
                  </a:lnTo>
                  <a:lnTo>
                    <a:pt x="2098398" y="1026944"/>
                  </a:lnTo>
                  <a:lnTo>
                    <a:pt x="2142227" y="964144"/>
                  </a:lnTo>
                  <a:lnTo>
                    <a:pt x="2186220" y="900608"/>
                  </a:lnTo>
                  <a:lnTo>
                    <a:pt x="2230237" y="836966"/>
                  </a:lnTo>
                  <a:lnTo>
                    <a:pt x="2274135" y="773857"/>
                  </a:lnTo>
                  <a:lnTo>
                    <a:pt x="2317780" y="711896"/>
                  </a:lnTo>
                  <a:lnTo>
                    <a:pt x="2361064" y="651652"/>
                  </a:lnTo>
                  <a:lnTo>
                    <a:pt x="2403910" y="593625"/>
                  </a:lnTo>
                  <a:lnTo>
                    <a:pt x="2446287" y="538234"/>
                  </a:lnTo>
                  <a:lnTo>
                    <a:pt x="2488214" y="485804"/>
                  </a:lnTo>
                  <a:lnTo>
                    <a:pt x="2529770" y="436563"/>
                  </a:lnTo>
                  <a:lnTo>
                    <a:pt x="2571099" y="390644"/>
                  </a:lnTo>
                  <a:lnTo>
                    <a:pt x="2612418" y="348089"/>
                  </a:lnTo>
                  <a:lnTo>
                    <a:pt x="2654025" y="308862"/>
                  </a:lnTo>
                  <a:lnTo>
                    <a:pt x="2667772" y="296727"/>
                  </a:lnTo>
                  <a:lnTo>
                    <a:pt x="2715445" y="257902"/>
                  </a:lnTo>
                  <a:lnTo>
                    <a:pt x="2764798" y="223085"/>
                  </a:lnTo>
                  <a:lnTo>
                    <a:pt x="2816647" y="192058"/>
                  </a:lnTo>
                  <a:lnTo>
                    <a:pt x="2871900" y="164457"/>
                  </a:lnTo>
                  <a:lnTo>
                    <a:pt x="2931477" y="139879"/>
                  </a:lnTo>
                  <a:lnTo>
                    <a:pt x="2996225" y="117941"/>
                  </a:lnTo>
                  <a:lnTo>
                    <a:pt x="3066809" y="98309"/>
                  </a:lnTo>
                  <a:lnTo>
                    <a:pt x="3143568" y="80722"/>
                  </a:lnTo>
                  <a:lnTo>
                    <a:pt x="3226321" y="64991"/>
                  </a:lnTo>
                  <a:lnTo>
                    <a:pt x="3314147" y="51010"/>
                  </a:lnTo>
                  <a:lnTo>
                    <a:pt x="3405175" y="38743"/>
                  </a:lnTo>
                  <a:lnTo>
                    <a:pt x="3496480" y="28209"/>
                  </a:lnTo>
                  <a:lnTo>
                    <a:pt x="3584180" y="19450"/>
                  </a:lnTo>
                  <a:lnTo>
                    <a:pt x="3663857" y="12491"/>
                  </a:lnTo>
                  <a:lnTo>
                    <a:pt x="3731296" y="7295"/>
                  </a:lnTo>
                  <a:lnTo>
                    <a:pt x="3783385" y="3728"/>
                  </a:lnTo>
                  <a:lnTo>
                    <a:pt x="3818911" y="1552"/>
                  </a:lnTo>
                  <a:lnTo>
                    <a:pt x="3838973" y="449"/>
                  </a:lnTo>
                  <a:lnTo>
                    <a:pt x="3846936" y="5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1" y="61"/>
                  </a:lnTo>
                  <a:lnTo>
                    <a:pt x="4396164" y="496"/>
                  </a:lnTo>
                  <a:lnTo>
                    <a:pt x="4416325" y="1702"/>
                  </a:lnTo>
                  <a:lnTo>
                    <a:pt x="4451892" y="4068"/>
                  </a:lnTo>
                  <a:lnTo>
                    <a:pt x="4503935" y="7940"/>
                  </a:lnTo>
                  <a:lnTo>
                    <a:pt x="4571238" y="13571"/>
                  </a:lnTo>
                  <a:lnTo>
                    <a:pt x="4650710" y="21107"/>
                  </a:lnTo>
                  <a:lnTo>
                    <a:pt x="4738166" y="30586"/>
                  </a:lnTo>
                  <a:lnTo>
                    <a:pt x="4829223" y="41983"/>
                  </a:lnTo>
                  <a:lnTo>
                    <a:pt x="4920027" y="55251"/>
                  </a:lnTo>
                  <a:lnTo>
                    <a:pt x="5007665" y="70370"/>
                  </a:lnTo>
                  <a:lnTo>
                    <a:pt x="5090273" y="87378"/>
                  </a:lnTo>
                  <a:lnTo>
                    <a:pt x="5166925" y="106389"/>
                  </a:lnTo>
                  <a:lnTo>
                    <a:pt x="5237433" y="127602"/>
                  </a:lnTo>
                  <a:lnTo>
                    <a:pt x="5302126" y="151301"/>
                  </a:lnTo>
                  <a:lnTo>
                    <a:pt x="5361657" y="177841"/>
                  </a:lnTo>
                  <a:lnTo>
                    <a:pt x="5416865" y="207636"/>
                  </a:lnTo>
                  <a:lnTo>
                    <a:pt x="5468661" y="241119"/>
                  </a:lnTo>
                  <a:lnTo>
                    <a:pt x="5517949" y="278684"/>
                  </a:lnTo>
                  <a:lnTo>
                    <a:pt x="5565541" y="320574"/>
                  </a:lnTo>
                  <a:lnTo>
                    <a:pt x="5567201" y="322134"/>
                  </a:lnTo>
                  <a:lnTo>
                    <a:pt x="5607924" y="362459"/>
                  </a:lnTo>
                  <a:lnTo>
                    <a:pt x="5648252" y="406182"/>
                  </a:lnTo>
                  <a:lnTo>
                    <a:pt x="5688492" y="453369"/>
                  </a:lnTo>
                  <a:lnTo>
                    <a:pt x="5728874" y="504009"/>
                  </a:lnTo>
                  <a:lnTo>
                    <a:pt x="5769558" y="558008"/>
                  </a:lnTo>
                  <a:lnTo>
                    <a:pt x="5810642" y="615179"/>
                  </a:lnTo>
                  <a:lnTo>
                    <a:pt x="5852170" y="675241"/>
                  </a:lnTo>
                  <a:lnTo>
                    <a:pt x="5894134" y="737819"/>
                  </a:lnTo>
                  <a:lnTo>
                    <a:pt x="5936485" y="802451"/>
                  </a:lnTo>
                  <a:lnTo>
                    <a:pt x="5979137" y="868602"/>
                  </a:lnTo>
                  <a:lnTo>
                    <a:pt x="6021978" y="935675"/>
                  </a:lnTo>
                  <a:lnTo>
                    <a:pt x="6064879" y="1003042"/>
                  </a:lnTo>
                  <a:lnTo>
                    <a:pt x="6107709" y="1070059"/>
                  </a:lnTo>
                  <a:lnTo>
                    <a:pt x="6150338" y="1136100"/>
                  </a:lnTo>
                  <a:lnTo>
                    <a:pt x="6192658" y="1200572"/>
                  </a:lnTo>
                  <a:lnTo>
                    <a:pt x="6234586" y="1262947"/>
                  </a:lnTo>
                  <a:lnTo>
                    <a:pt x="6276074" y="1322769"/>
                  </a:lnTo>
                  <a:lnTo>
                    <a:pt x="6317121" y="1379671"/>
                  </a:lnTo>
                  <a:lnTo>
                    <a:pt x="6357773" y="1433381"/>
                  </a:lnTo>
                  <a:lnTo>
                    <a:pt x="6398135" y="1483721"/>
                  </a:lnTo>
                  <a:lnTo>
                    <a:pt x="6438373" y="1530603"/>
                  </a:lnTo>
                  <a:lnTo>
                    <a:pt x="6478722" y="1574024"/>
                  </a:lnTo>
                  <a:lnTo>
                    <a:pt x="6515891" y="1610674"/>
                  </a:lnTo>
                  <a:lnTo>
                    <a:pt x="6563436" y="1652718"/>
                  </a:lnTo>
                  <a:lnTo>
                    <a:pt x="6612651" y="1690433"/>
                  </a:lnTo>
                  <a:lnTo>
                    <a:pt x="6664344" y="1724054"/>
                  </a:lnTo>
                  <a:lnTo>
                    <a:pt x="6719415" y="1753972"/>
                  </a:lnTo>
                  <a:lnTo>
                    <a:pt x="6778779" y="1780620"/>
                  </a:lnTo>
                  <a:lnTo>
                    <a:pt x="6843275" y="1804413"/>
                  </a:lnTo>
                  <a:lnTo>
                    <a:pt x="6913570" y="1825709"/>
                  </a:lnTo>
                  <a:lnTo>
                    <a:pt x="6990005" y="1844794"/>
                  </a:lnTo>
                  <a:lnTo>
                    <a:pt x="7072412" y="1861870"/>
                  </a:lnTo>
                  <a:lnTo>
                    <a:pt x="7159899" y="1877054"/>
                  </a:lnTo>
                  <a:lnTo>
                    <a:pt x="7250634" y="1890388"/>
                  </a:lnTo>
                  <a:lnTo>
                    <a:pt x="7341743" y="1901852"/>
                  </a:lnTo>
                  <a:lnTo>
                    <a:pt x="7429400" y="1911400"/>
                  </a:lnTo>
                  <a:lnTo>
                    <a:pt x="7509229" y="1919004"/>
                  </a:lnTo>
                  <a:lnTo>
                    <a:pt x="7577025" y="1924701"/>
                  </a:lnTo>
                  <a:lnTo>
                    <a:pt x="7629641" y="1928631"/>
                  </a:lnTo>
                  <a:lnTo>
                    <a:pt x="7665785" y="1931045"/>
                  </a:lnTo>
                  <a:lnTo>
                    <a:pt x="7686448" y="1932285"/>
                  </a:lnTo>
                  <a:lnTo>
                    <a:pt x="7694869" y="1932741"/>
                  </a:lnTo>
                  <a:lnTo>
                    <a:pt x="7696237" y="1932809"/>
                  </a:lnTo>
                  <a:lnTo>
                    <a:pt x="7696237" y="1932809"/>
                  </a:lnTo>
                  <a:lnTo>
                    <a:pt x="8234974" y="1932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2" name="pl1012"/>
            <p:cNvSpPr/>
            <p:nvPr/>
          </p:nvSpPr>
          <p:spPr>
            <a:xfrm>
              <a:off x="546595" y="1714139"/>
              <a:ext cx="8234974" cy="1932809"/>
            </a:xfrm>
            <a:custGeom>
              <a:avLst/>
              <a:pathLst>
                <a:path w="8234974" h="1932809">
                  <a:moveTo>
                    <a:pt x="8234974" y="1932809"/>
                  </a:moveTo>
                  <a:lnTo>
                    <a:pt x="7696237" y="1932809"/>
                  </a:lnTo>
                  <a:lnTo>
                    <a:pt x="7695001" y="1932748"/>
                  </a:lnTo>
                  <a:lnTo>
                    <a:pt x="7686929" y="1932312"/>
                  </a:lnTo>
                  <a:lnTo>
                    <a:pt x="7666767" y="1931107"/>
                  </a:lnTo>
                  <a:lnTo>
                    <a:pt x="7631200" y="1928741"/>
                  </a:lnTo>
                  <a:lnTo>
                    <a:pt x="7579158" y="1924869"/>
                  </a:lnTo>
                  <a:lnTo>
                    <a:pt x="7511854" y="1919237"/>
                  </a:lnTo>
                  <a:lnTo>
                    <a:pt x="7432383" y="1911702"/>
                  </a:lnTo>
                  <a:lnTo>
                    <a:pt x="7344926" y="1902222"/>
                  </a:lnTo>
                  <a:lnTo>
                    <a:pt x="7253869" y="1890826"/>
                  </a:lnTo>
                  <a:lnTo>
                    <a:pt x="7163065" y="1877557"/>
                  </a:lnTo>
                  <a:lnTo>
                    <a:pt x="7075427" y="1862438"/>
                  </a:lnTo>
                  <a:lnTo>
                    <a:pt x="6992820" y="1845431"/>
                  </a:lnTo>
                  <a:lnTo>
                    <a:pt x="6916167" y="1826420"/>
                  </a:lnTo>
                  <a:lnTo>
                    <a:pt x="6845659" y="1805206"/>
                  </a:lnTo>
                  <a:lnTo>
                    <a:pt x="6780967" y="1781508"/>
                  </a:lnTo>
                  <a:lnTo>
                    <a:pt x="6721436" y="1754967"/>
                  </a:lnTo>
                  <a:lnTo>
                    <a:pt x="6666228" y="1725173"/>
                  </a:lnTo>
                  <a:lnTo>
                    <a:pt x="6614431" y="1691689"/>
                  </a:lnTo>
                  <a:lnTo>
                    <a:pt x="6565143" y="1654125"/>
                  </a:lnTo>
                  <a:lnTo>
                    <a:pt x="6517551" y="1612235"/>
                  </a:lnTo>
                  <a:lnTo>
                    <a:pt x="6515891" y="1610674"/>
                  </a:lnTo>
                  <a:lnTo>
                    <a:pt x="6475169" y="1570350"/>
                  </a:lnTo>
                  <a:lnTo>
                    <a:pt x="6434841" y="1526627"/>
                  </a:lnTo>
                  <a:lnTo>
                    <a:pt x="6394600" y="1479440"/>
                  </a:lnTo>
                  <a:lnTo>
                    <a:pt x="6354218" y="1428800"/>
                  </a:lnTo>
                  <a:lnTo>
                    <a:pt x="6313535" y="1374801"/>
                  </a:lnTo>
                  <a:lnTo>
                    <a:pt x="6272450" y="1317630"/>
                  </a:lnTo>
                  <a:lnTo>
                    <a:pt x="6230923" y="1257568"/>
                  </a:lnTo>
                  <a:lnTo>
                    <a:pt x="6188958" y="1194990"/>
                  </a:lnTo>
                  <a:lnTo>
                    <a:pt x="6146607" y="1130357"/>
                  </a:lnTo>
                  <a:lnTo>
                    <a:pt x="6103955" y="1064207"/>
                  </a:lnTo>
                  <a:lnTo>
                    <a:pt x="6061115" y="997133"/>
                  </a:lnTo>
                  <a:lnTo>
                    <a:pt x="6018213" y="929767"/>
                  </a:lnTo>
                  <a:lnTo>
                    <a:pt x="5975384" y="862749"/>
                  </a:lnTo>
                  <a:lnTo>
                    <a:pt x="5932754" y="796709"/>
                  </a:lnTo>
                  <a:lnTo>
                    <a:pt x="5890434" y="732236"/>
                  </a:lnTo>
                  <a:lnTo>
                    <a:pt x="5848507" y="669862"/>
                  </a:lnTo>
                  <a:lnTo>
                    <a:pt x="5807018" y="610040"/>
                  </a:lnTo>
                  <a:lnTo>
                    <a:pt x="5765972" y="553137"/>
                  </a:lnTo>
                  <a:lnTo>
                    <a:pt x="5725319" y="499427"/>
                  </a:lnTo>
                  <a:lnTo>
                    <a:pt x="5684957" y="449088"/>
                  </a:lnTo>
                  <a:lnTo>
                    <a:pt x="5644719" y="402206"/>
                  </a:lnTo>
                  <a:lnTo>
                    <a:pt x="5604370" y="358785"/>
                  </a:lnTo>
                  <a:lnTo>
                    <a:pt x="5567201" y="322134"/>
                  </a:lnTo>
                  <a:lnTo>
                    <a:pt x="5519656" y="280091"/>
                  </a:lnTo>
                  <a:lnTo>
                    <a:pt x="5470441" y="242376"/>
                  </a:lnTo>
                  <a:lnTo>
                    <a:pt x="5418749" y="208754"/>
                  </a:lnTo>
                  <a:lnTo>
                    <a:pt x="5363677" y="178837"/>
                  </a:lnTo>
                  <a:lnTo>
                    <a:pt x="5304314" y="152189"/>
                  </a:lnTo>
                  <a:lnTo>
                    <a:pt x="5239817" y="128396"/>
                  </a:lnTo>
                  <a:lnTo>
                    <a:pt x="5169522" y="107100"/>
                  </a:lnTo>
                  <a:lnTo>
                    <a:pt x="5093088" y="88015"/>
                  </a:lnTo>
                  <a:lnTo>
                    <a:pt x="5010680" y="70939"/>
                  </a:lnTo>
                  <a:lnTo>
                    <a:pt x="4923194" y="55754"/>
                  </a:lnTo>
                  <a:lnTo>
                    <a:pt x="4832459" y="42421"/>
                  </a:lnTo>
                  <a:lnTo>
                    <a:pt x="4741349" y="30957"/>
                  </a:lnTo>
                  <a:lnTo>
                    <a:pt x="4653692" y="21409"/>
                  </a:lnTo>
                  <a:lnTo>
                    <a:pt x="4573863" y="13805"/>
                  </a:lnTo>
                  <a:lnTo>
                    <a:pt x="4506068" y="8108"/>
                  </a:lnTo>
                  <a:lnTo>
                    <a:pt x="4453452" y="4177"/>
                  </a:lnTo>
                  <a:lnTo>
                    <a:pt x="4417307" y="1763"/>
                  </a:lnTo>
                  <a:lnTo>
                    <a:pt x="4396645" y="524"/>
                  </a:lnTo>
                  <a:lnTo>
                    <a:pt x="4388224" y="67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3" y="56"/>
                  </a:lnTo>
                  <a:lnTo>
                    <a:pt x="3838739" y="461"/>
                  </a:lnTo>
                  <a:lnTo>
                    <a:pt x="3818430" y="1580"/>
                  </a:lnTo>
                  <a:lnTo>
                    <a:pt x="3782617" y="3777"/>
                  </a:lnTo>
                  <a:lnTo>
                    <a:pt x="3730244" y="7371"/>
                  </a:lnTo>
                  <a:lnTo>
                    <a:pt x="3662560" y="12597"/>
                  </a:lnTo>
                  <a:lnTo>
                    <a:pt x="3582704" y="19587"/>
                  </a:lnTo>
                  <a:lnTo>
                    <a:pt x="3494904" y="28378"/>
                  </a:lnTo>
                  <a:lnTo>
                    <a:pt x="3403573" y="38943"/>
                  </a:lnTo>
                  <a:lnTo>
                    <a:pt x="3312579" y="51240"/>
                  </a:lnTo>
                  <a:lnTo>
                    <a:pt x="3224829" y="65250"/>
                  </a:lnTo>
                  <a:lnTo>
                    <a:pt x="3142175" y="81012"/>
                  </a:lnTo>
                  <a:lnTo>
                    <a:pt x="3065524" y="98634"/>
                  </a:lnTo>
                  <a:lnTo>
                    <a:pt x="2995046" y="118303"/>
                  </a:lnTo>
                  <a:lnTo>
                    <a:pt x="2930394" y="140284"/>
                  </a:lnTo>
                  <a:lnTo>
                    <a:pt x="2870901" y="164912"/>
                  </a:lnTo>
                  <a:lnTo>
                    <a:pt x="2815715" y="192569"/>
                  </a:lnTo>
                  <a:lnTo>
                    <a:pt x="2763917" y="223660"/>
                  </a:lnTo>
                  <a:lnTo>
                    <a:pt x="2714600" y="258545"/>
                  </a:lnTo>
                  <a:lnTo>
                    <a:pt x="2667772" y="296727"/>
                  </a:lnTo>
                  <a:lnTo>
                    <a:pt x="2625990" y="334885"/>
                  </a:lnTo>
                  <a:lnTo>
                    <a:pt x="2584614" y="376343"/>
                  </a:lnTo>
                  <a:lnTo>
                    <a:pt x="2543316" y="421161"/>
                  </a:lnTo>
                  <a:lnTo>
                    <a:pt x="2501853" y="469325"/>
                  </a:lnTo>
                  <a:lnTo>
                    <a:pt x="2460059" y="520731"/>
                  </a:lnTo>
                  <a:lnTo>
                    <a:pt x="2417834" y="575184"/>
                  </a:lnTo>
                  <a:lnTo>
                    <a:pt x="2375141" y="632390"/>
                  </a:lnTo>
                  <a:lnTo>
                    <a:pt x="2331994" y="691959"/>
                  </a:lnTo>
                  <a:lnTo>
                    <a:pt x="2288456" y="753418"/>
                  </a:lnTo>
                  <a:lnTo>
                    <a:pt x="2244628" y="816217"/>
                  </a:lnTo>
                  <a:lnTo>
                    <a:pt x="2200634" y="879754"/>
                  </a:lnTo>
                  <a:lnTo>
                    <a:pt x="2156617" y="943396"/>
                  </a:lnTo>
                  <a:lnTo>
                    <a:pt x="2112720" y="1006505"/>
                  </a:lnTo>
                  <a:lnTo>
                    <a:pt x="2069074" y="1068466"/>
                  </a:lnTo>
                  <a:lnTo>
                    <a:pt x="2025791" y="1128710"/>
                  </a:lnTo>
                  <a:lnTo>
                    <a:pt x="1982945" y="1186737"/>
                  </a:lnTo>
                  <a:lnTo>
                    <a:pt x="1940568" y="1242128"/>
                  </a:lnTo>
                  <a:lnTo>
                    <a:pt x="1898641" y="1294558"/>
                  </a:lnTo>
                  <a:lnTo>
                    <a:pt x="1857085" y="1343799"/>
                  </a:lnTo>
                  <a:lnTo>
                    <a:pt x="1815755" y="1389718"/>
                  </a:lnTo>
                  <a:lnTo>
                    <a:pt x="1774437" y="1432273"/>
                  </a:lnTo>
                  <a:lnTo>
                    <a:pt x="1732829" y="1471500"/>
                  </a:lnTo>
                  <a:lnTo>
                    <a:pt x="1719082" y="1483635"/>
                  </a:lnTo>
                  <a:lnTo>
                    <a:pt x="1671410" y="1522460"/>
                  </a:lnTo>
                  <a:lnTo>
                    <a:pt x="1622057" y="1557276"/>
                  </a:lnTo>
                  <a:lnTo>
                    <a:pt x="1570208" y="1588304"/>
                  </a:lnTo>
                  <a:lnTo>
                    <a:pt x="1514955" y="1615905"/>
                  </a:lnTo>
                  <a:lnTo>
                    <a:pt x="1455378" y="1640483"/>
                  </a:lnTo>
                  <a:lnTo>
                    <a:pt x="1390630" y="1662421"/>
                  </a:lnTo>
                  <a:lnTo>
                    <a:pt x="1320045" y="1682052"/>
                  </a:lnTo>
                  <a:lnTo>
                    <a:pt x="1243286" y="1699640"/>
                  </a:lnTo>
                  <a:lnTo>
                    <a:pt x="1160533" y="1715371"/>
                  </a:lnTo>
                  <a:lnTo>
                    <a:pt x="1072708" y="1729352"/>
                  </a:lnTo>
                  <a:lnTo>
                    <a:pt x="981679" y="1741619"/>
                  </a:lnTo>
                  <a:lnTo>
                    <a:pt x="890375" y="1752153"/>
                  </a:lnTo>
                  <a:lnTo>
                    <a:pt x="802675" y="1760912"/>
                  </a:lnTo>
                  <a:lnTo>
                    <a:pt x="722997" y="1767871"/>
                  </a:lnTo>
                  <a:lnTo>
                    <a:pt x="655558" y="1773067"/>
                  </a:lnTo>
                  <a:lnTo>
                    <a:pt x="603470" y="1776634"/>
                  </a:lnTo>
                  <a:lnTo>
                    <a:pt x="567944" y="1778809"/>
                  </a:lnTo>
                  <a:lnTo>
                    <a:pt x="547882" y="1779913"/>
                  </a:lnTo>
                  <a:lnTo>
                    <a:pt x="539919" y="1780308"/>
                  </a:lnTo>
                  <a:lnTo>
                    <a:pt x="538736" y="1780362"/>
                  </a:lnTo>
                  <a:lnTo>
                    <a:pt x="0" y="17803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3" name="pg1013"/>
            <p:cNvSpPr/>
            <p:nvPr/>
          </p:nvSpPr>
          <p:spPr>
            <a:xfrm>
              <a:off x="546595" y="1735917"/>
              <a:ext cx="8234974" cy="2270370"/>
            </a:xfrm>
            <a:custGeom>
              <a:avLst/>
              <a:pathLst>
                <a:path w="8234974" h="2270370">
                  <a:moveTo>
                    <a:pt x="0" y="1774918"/>
                  </a:moveTo>
                  <a:lnTo>
                    <a:pt x="538736" y="1774918"/>
                  </a:lnTo>
                  <a:lnTo>
                    <a:pt x="539983" y="1774861"/>
                  </a:lnTo>
                  <a:lnTo>
                    <a:pt x="548123" y="1774460"/>
                  </a:lnTo>
                  <a:lnTo>
                    <a:pt x="568447" y="1773350"/>
                  </a:lnTo>
                  <a:lnTo>
                    <a:pt x="604285" y="1771172"/>
                  </a:lnTo>
                  <a:lnTo>
                    <a:pt x="656693" y="1767608"/>
                  </a:lnTo>
                  <a:lnTo>
                    <a:pt x="724416" y="1762426"/>
                  </a:lnTo>
                  <a:lnTo>
                    <a:pt x="804311" y="1755495"/>
                  </a:lnTo>
                  <a:lnTo>
                    <a:pt x="892146" y="1746779"/>
                  </a:lnTo>
                  <a:lnTo>
                    <a:pt x="983505" y="1736304"/>
                  </a:lnTo>
                  <a:lnTo>
                    <a:pt x="1074520" y="1724112"/>
                  </a:lnTo>
                  <a:lnTo>
                    <a:pt x="1162281" y="1710221"/>
                  </a:lnTo>
                  <a:lnTo>
                    <a:pt x="1244939" y="1694594"/>
                  </a:lnTo>
                  <a:lnTo>
                    <a:pt x="1321590" y="1677123"/>
                  </a:lnTo>
                  <a:lnTo>
                    <a:pt x="1392065" y="1657621"/>
                  </a:lnTo>
                  <a:lnTo>
                    <a:pt x="1456712" y="1635826"/>
                  </a:lnTo>
                  <a:lnTo>
                    <a:pt x="1516202" y="1611406"/>
                  </a:lnTo>
                  <a:lnTo>
                    <a:pt x="1571386" y="1583981"/>
                  </a:lnTo>
                  <a:lnTo>
                    <a:pt x="1623184" y="1553150"/>
                  </a:lnTo>
                  <a:lnTo>
                    <a:pt x="1672504" y="1518556"/>
                  </a:lnTo>
                  <a:lnTo>
                    <a:pt x="1719082" y="1480913"/>
                  </a:lnTo>
                  <a:lnTo>
                    <a:pt x="1760981" y="1442994"/>
                  </a:lnTo>
                  <a:lnTo>
                    <a:pt x="1802473" y="1401787"/>
                  </a:lnTo>
                  <a:lnTo>
                    <a:pt x="1843887" y="1357232"/>
                  </a:lnTo>
                  <a:lnTo>
                    <a:pt x="1885469" y="1309344"/>
                  </a:lnTo>
                  <a:lnTo>
                    <a:pt x="1927385" y="1258226"/>
                  </a:lnTo>
                  <a:lnTo>
                    <a:pt x="1969735" y="1204077"/>
                  </a:lnTo>
                  <a:lnTo>
                    <a:pt x="2012557" y="1147191"/>
                  </a:lnTo>
                  <a:lnTo>
                    <a:pt x="2055834" y="1087958"/>
                  </a:lnTo>
                  <a:lnTo>
                    <a:pt x="2099502" y="1026854"/>
                  </a:lnTo>
                  <a:lnTo>
                    <a:pt x="2143460" y="964429"/>
                  </a:lnTo>
                  <a:lnTo>
                    <a:pt x="2187579" y="901286"/>
                  </a:lnTo>
                  <a:lnTo>
                    <a:pt x="2231718" y="838059"/>
                  </a:lnTo>
                  <a:lnTo>
                    <a:pt x="2275732" y="775384"/>
                  </a:lnTo>
                  <a:lnTo>
                    <a:pt x="2319488" y="713874"/>
                  </a:lnTo>
                  <a:lnTo>
                    <a:pt x="2362876" y="654095"/>
                  </a:lnTo>
                  <a:lnTo>
                    <a:pt x="2405823" y="596545"/>
                  </a:lnTo>
                  <a:lnTo>
                    <a:pt x="2448296" y="541639"/>
                  </a:lnTo>
                  <a:lnTo>
                    <a:pt x="2490321" y="489695"/>
                  </a:lnTo>
                  <a:lnTo>
                    <a:pt x="2531977" y="440938"/>
                  </a:lnTo>
                  <a:lnTo>
                    <a:pt x="2573416" y="395494"/>
                  </a:lnTo>
                  <a:lnTo>
                    <a:pt x="2614858" y="353404"/>
                  </a:lnTo>
                  <a:lnTo>
                    <a:pt x="2656611" y="314624"/>
                  </a:lnTo>
                  <a:lnTo>
                    <a:pt x="2667772" y="304893"/>
                  </a:lnTo>
                  <a:lnTo>
                    <a:pt x="2715458" y="266415"/>
                  </a:lnTo>
                  <a:lnTo>
                    <a:pt x="2764825" y="231910"/>
                  </a:lnTo>
                  <a:lnTo>
                    <a:pt x="2816690" y="201161"/>
                  </a:lnTo>
                  <a:lnTo>
                    <a:pt x="2871962" y="173809"/>
                  </a:lnTo>
                  <a:lnTo>
                    <a:pt x="2931561" y="149453"/>
                  </a:lnTo>
                  <a:lnTo>
                    <a:pt x="2996335" y="127714"/>
                  </a:lnTo>
                  <a:lnTo>
                    <a:pt x="3066949" y="108261"/>
                  </a:lnTo>
                  <a:lnTo>
                    <a:pt x="3143742" y="90834"/>
                  </a:lnTo>
                  <a:lnTo>
                    <a:pt x="3226530" y="75248"/>
                  </a:lnTo>
                  <a:lnTo>
                    <a:pt x="3314391" y="61396"/>
                  </a:lnTo>
                  <a:lnTo>
                    <a:pt x="3405449" y="49243"/>
                  </a:lnTo>
                  <a:lnTo>
                    <a:pt x="3496774" y="38808"/>
                  </a:lnTo>
                  <a:lnTo>
                    <a:pt x="3584478" y="30133"/>
                  </a:lnTo>
                  <a:lnTo>
                    <a:pt x="3664139" y="23243"/>
                  </a:lnTo>
                  <a:lnTo>
                    <a:pt x="3731541" y="18099"/>
                  </a:lnTo>
                  <a:lnTo>
                    <a:pt x="3783575" y="14570"/>
                  </a:lnTo>
                  <a:lnTo>
                    <a:pt x="3819037" y="12420"/>
                  </a:lnTo>
                  <a:lnTo>
                    <a:pt x="3839037" y="11330"/>
                  </a:lnTo>
                  <a:lnTo>
                    <a:pt x="3846954" y="10941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068" y="10959"/>
                  </a:lnTo>
                  <a:lnTo>
                    <a:pt x="4395997" y="11459"/>
                  </a:lnTo>
                  <a:lnTo>
                    <a:pt x="4415812" y="12841"/>
                  </a:lnTo>
                  <a:lnTo>
                    <a:pt x="4450801" y="15556"/>
                  </a:lnTo>
                  <a:lnTo>
                    <a:pt x="4502064" y="19999"/>
                  </a:lnTo>
                  <a:lnTo>
                    <a:pt x="4568469" y="26468"/>
                  </a:lnTo>
                  <a:lnTo>
                    <a:pt x="4647031" y="35130"/>
                  </a:lnTo>
                  <a:lnTo>
                    <a:pt x="4733670" y="46037"/>
                  </a:lnTo>
                  <a:lnTo>
                    <a:pt x="4824073" y="59160"/>
                  </a:lnTo>
                  <a:lnTo>
                    <a:pt x="4914416" y="74445"/>
                  </a:lnTo>
                  <a:lnTo>
                    <a:pt x="5001782" y="91867"/>
                  </a:lnTo>
                  <a:lnTo>
                    <a:pt x="5084273" y="111464"/>
                  </a:lnTo>
                  <a:lnTo>
                    <a:pt x="5160924" y="133360"/>
                  </a:lnTo>
                  <a:lnTo>
                    <a:pt x="5231500" y="157776"/>
                  </a:lnTo>
                  <a:lnTo>
                    <a:pt x="5296288" y="185029"/>
                  </a:lnTo>
                  <a:lnTo>
                    <a:pt x="5355909" y="215521"/>
                  </a:lnTo>
                  <a:lnTo>
                    <a:pt x="5411173" y="249719"/>
                  </a:lnTo>
                  <a:lnTo>
                    <a:pt x="5462972" y="288124"/>
                  </a:lnTo>
                  <a:lnTo>
                    <a:pt x="5512196" y="331195"/>
                  </a:lnTo>
                  <a:lnTo>
                    <a:pt x="5559657" y="379241"/>
                  </a:lnTo>
                  <a:lnTo>
                    <a:pt x="5567201" y="387469"/>
                  </a:lnTo>
                  <a:lnTo>
                    <a:pt x="5605822" y="432064"/>
                  </a:lnTo>
                  <a:lnTo>
                    <a:pt x="5644073" y="480226"/>
                  </a:lnTo>
                  <a:lnTo>
                    <a:pt x="5682220" y="532024"/>
                  </a:lnTo>
                  <a:lnTo>
                    <a:pt x="5720467" y="587459"/>
                  </a:lnTo>
                  <a:lnTo>
                    <a:pt x="5758960" y="646453"/>
                  </a:lnTo>
                  <a:lnTo>
                    <a:pt x="5797796" y="708840"/>
                  </a:lnTo>
                  <a:lnTo>
                    <a:pt x="5837024" y="774369"/>
                  </a:lnTo>
                  <a:lnTo>
                    <a:pt x="5876652" y="842698"/>
                  </a:lnTo>
                  <a:lnTo>
                    <a:pt x="5916651" y="913397"/>
                  </a:lnTo>
                  <a:lnTo>
                    <a:pt x="5956960" y="985964"/>
                  </a:lnTo>
                  <a:lnTo>
                    <a:pt x="5997493" y="1059833"/>
                  </a:lnTo>
                  <a:lnTo>
                    <a:pt x="6038149" y="1134391"/>
                  </a:lnTo>
                  <a:lnTo>
                    <a:pt x="6078813" y="1209002"/>
                  </a:lnTo>
                  <a:lnTo>
                    <a:pt x="6119375" y="1283029"/>
                  </a:lnTo>
                  <a:lnTo>
                    <a:pt x="6159728" y="1355855"/>
                  </a:lnTo>
                  <a:lnTo>
                    <a:pt x="6199783" y="1426903"/>
                  </a:lnTo>
                  <a:lnTo>
                    <a:pt x="6239476" y="1495659"/>
                  </a:lnTo>
                  <a:lnTo>
                    <a:pt x="6278771" y="1561682"/>
                  </a:lnTo>
                  <a:lnTo>
                    <a:pt x="6317671" y="1624615"/>
                  </a:lnTo>
                  <a:lnTo>
                    <a:pt x="6356216" y="1684189"/>
                  </a:lnTo>
                  <a:lnTo>
                    <a:pt x="6394495" y="1740226"/>
                  </a:lnTo>
                  <a:lnTo>
                    <a:pt x="6432647" y="1792634"/>
                  </a:lnTo>
                  <a:lnTo>
                    <a:pt x="6470863" y="1841400"/>
                  </a:lnTo>
                  <a:lnTo>
                    <a:pt x="6509400" y="1886584"/>
                  </a:lnTo>
                  <a:lnTo>
                    <a:pt x="6515891" y="1893790"/>
                  </a:lnTo>
                  <a:lnTo>
                    <a:pt x="6563134" y="1942648"/>
                  </a:lnTo>
                  <a:lnTo>
                    <a:pt x="6612022" y="1986508"/>
                  </a:lnTo>
                  <a:lnTo>
                    <a:pt x="6663346" y="2025637"/>
                  </a:lnTo>
                  <a:lnTo>
                    <a:pt x="6717989" y="2060481"/>
                  </a:lnTo>
                  <a:lnTo>
                    <a:pt x="6776849" y="2091538"/>
                  </a:lnTo>
                  <a:lnTo>
                    <a:pt x="6840754" y="2119284"/>
                  </a:lnTo>
                  <a:lnTo>
                    <a:pt x="6910365" y="2144135"/>
                  </a:lnTo>
                  <a:lnTo>
                    <a:pt x="6986035" y="2166420"/>
                  </a:lnTo>
                  <a:lnTo>
                    <a:pt x="7067627" y="2186377"/>
                  </a:lnTo>
                  <a:lnTo>
                    <a:pt x="7154308" y="2204145"/>
                  </a:lnTo>
                  <a:lnTo>
                    <a:pt x="7244341" y="2219777"/>
                  </a:lnTo>
                  <a:lnTo>
                    <a:pt x="7334973" y="2233252"/>
                  </a:lnTo>
                  <a:lnTo>
                    <a:pt x="7422506" y="2244520"/>
                  </a:lnTo>
                  <a:lnTo>
                    <a:pt x="7502664" y="2253544"/>
                  </a:lnTo>
                  <a:lnTo>
                    <a:pt x="7571273" y="2260358"/>
                  </a:lnTo>
                  <a:lnTo>
                    <a:pt x="7625113" y="2265112"/>
                  </a:lnTo>
                  <a:lnTo>
                    <a:pt x="7662715" y="2268081"/>
                  </a:lnTo>
                  <a:lnTo>
                    <a:pt x="7684811" y="2269649"/>
                  </a:lnTo>
                  <a:lnTo>
                    <a:pt x="7694355" y="2270260"/>
                  </a:lnTo>
                  <a:lnTo>
                    <a:pt x="7696237" y="2270370"/>
                  </a:lnTo>
                  <a:lnTo>
                    <a:pt x="8234974" y="2270370"/>
                  </a:lnTo>
                  <a:lnTo>
                    <a:pt x="8234974" y="2259481"/>
                  </a:ln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2" y="56"/>
                  </a:lnTo>
                  <a:lnTo>
                    <a:pt x="3838732" y="457"/>
                  </a:lnTo>
                  <a:lnTo>
                    <a:pt x="3818407" y="1567"/>
                  </a:lnTo>
                  <a:lnTo>
                    <a:pt x="3782569" y="3746"/>
                  </a:lnTo>
                  <a:lnTo>
                    <a:pt x="3730162" y="7309"/>
                  </a:lnTo>
                  <a:lnTo>
                    <a:pt x="3662439" y="12491"/>
                  </a:lnTo>
                  <a:lnTo>
                    <a:pt x="3582543" y="19423"/>
                  </a:lnTo>
                  <a:lnTo>
                    <a:pt x="3494708" y="28138"/>
                  </a:lnTo>
                  <a:lnTo>
                    <a:pt x="3403349" y="38613"/>
                  </a:lnTo>
                  <a:lnTo>
                    <a:pt x="3312335" y="50805"/>
                  </a:lnTo>
                  <a:lnTo>
                    <a:pt x="3224574" y="64696"/>
                  </a:lnTo>
                  <a:lnTo>
                    <a:pt x="3141915" y="80323"/>
                  </a:lnTo>
                  <a:lnTo>
                    <a:pt x="3065265" y="97794"/>
                  </a:lnTo>
                  <a:lnTo>
                    <a:pt x="2994789" y="117296"/>
                  </a:lnTo>
                  <a:lnTo>
                    <a:pt x="2930142" y="139091"/>
                  </a:lnTo>
                  <a:lnTo>
                    <a:pt x="2870652" y="163511"/>
                  </a:lnTo>
                  <a:lnTo>
                    <a:pt x="2815469" y="190937"/>
                  </a:lnTo>
                  <a:lnTo>
                    <a:pt x="2763671" y="221768"/>
                  </a:lnTo>
                  <a:lnTo>
                    <a:pt x="2714351" y="256362"/>
                  </a:lnTo>
                  <a:lnTo>
                    <a:pt x="2667772" y="294004"/>
                  </a:lnTo>
                  <a:lnTo>
                    <a:pt x="2625873" y="331923"/>
                  </a:lnTo>
                  <a:lnTo>
                    <a:pt x="2584382" y="373130"/>
                  </a:lnTo>
                  <a:lnTo>
                    <a:pt x="2542968" y="417685"/>
                  </a:lnTo>
                  <a:lnTo>
                    <a:pt x="2501386" y="465573"/>
                  </a:lnTo>
                  <a:lnTo>
                    <a:pt x="2459470" y="516691"/>
                  </a:lnTo>
                  <a:lnTo>
                    <a:pt x="2417120" y="570840"/>
                  </a:lnTo>
                  <a:lnTo>
                    <a:pt x="2374298" y="627726"/>
                  </a:lnTo>
                  <a:lnTo>
                    <a:pt x="2331021" y="686959"/>
                  </a:lnTo>
                  <a:lnTo>
                    <a:pt x="2287353" y="748063"/>
                  </a:lnTo>
                  <a:lnTo>
                    <a:pt x="2243395" y="810488"/>
                  </a:lnTo>
                  <a:lnTo>
                    <a:pt x="2199275" y="873631"/>
                  </a:lnTo>
                  <a:lnTo>
                    <a:pt x="2155137" y="936858"/>
                  </a:lnTo>
                  <a:lnTo>
                    <a:pt x="2111123" y="999533"/>
                  </a:lnTo>
                  <a:lnTo>
                    <a:pt x="2067367" y="1061043"/>
                  </a:lnTo>
                  <a:lnTo>
                    <a:pt x="2023978" y="1120822"/>
                  </a:lnTo>
                  <a:lnTo>
                    <a:pt x="1981032" y="1178372"/>
                  </a:lnTo>
                  <a:lnTo>
                    <a:pt x="1938558" y="1233279"/>
                  </a:lnTo>
                  <a:lnTo>
                    <a:pt x="1896534" y="1285222"/>
                  </a:lnTo>
                  <a:lnTo>
                    <a:pt x="1854877" y="1333980"/>
                  </a:lnTo>
                  <a:lnTo>
                    <a:pt x="1813439" y="1379423"/>
                  </a:lnTo>
                  <a:lnTo>
                    <a:pt x="1771997" y="1421513"/>
                  </a:lnTo>
                  <a:lnTo>
                    <a:pt x="1730243" y="1460293"/>
                  </a:lnTo>
                  <a:lnTo>
                    <a:pt x="1719082" y="1470024"/>
                  </a:lnTo>
                  <a:lnTo>
                    <a:pt x="1671397" y="1508502"/>
                  </a:lnTo>
                  <a:lnTo>
                    <a:pt x="1622029" y="1543007"/>
                  </a:lnTo>
                  <a:lnTo>
                    <a:pt x="1570164" y="1573756"/>
                  </a:lnTo>
                  <a:lnTo>
                    <a:pt x="1514892" y="1601108"/>
                  </a:lnTo>
                  <a:lnTo>
                    <a:pt x="1455294" y="1625464"/>
                  </a:lnTo>
                  <a:lnTo>
                    <a:pt x="1390520" y="1647203"/>
                  </a:lnTo>
                  <a:lnTo>
                    <a:pt x="1319905" y="1666656"/>
                  </a:lnTo>
                  <a:lnTo>
                    <a:pt x="1243113" y="1684083"/>
                  </a:lnTo>
                  <a:lnTo>
                    <a:pt x="1160324" y="1699669"/>
                  </a:lnTo>
                  <a:lnTo>
                    <a:pt x="1072464" y="1713521"/>
                  </a:lnTo>
                  <a:lnTo>
                    <a:pt x="981405" y="1725674"/>
                  </a:lnTo>
                  <a:lnTo>
                    <a:pt x="890081" y="1736109"/>
                  </a:lnTo>
                  <a:lnTo>
                    <a:pt x="802377" y="1744784"/>
                  </a:lnTo>
                  <a:lnTo>
                    <a:pt x="722715" y="1751674"/>
                  </a:lnTo>
                  <a:lnTo>
                    <a:pt x="655313" y="1756818"/>
                  </a:lnTo>
                  <a:lnTo>
                    <a:pt x="603279" y="1760347"/>
                  </a:lnTo>
                  <a:lnTo>
                    <a:pt x="567817" y="1762497"/>
                  </a:lnTo>
                  <a:lnTo>
                    <a:pt x="547817" y="1763587"/>
                  </a:lnTo>
                  <a:lnTo>
                    <a:pt x="539901" y="1763976"/>
                  </a:lnTo>
                  <a:lnTo>
                    <a:pt x="538736" y="1764029"/>
                  </a:lnTo>
                  <a:lnTo>
                    <a:pt x="0" y="176402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14" name="pl1014"/>
            <p:cNvSpPr/>
            <p:nvPr/>
          </p:nvSpPr>
          <p:spPr>
            <a:xfrm>
              <a:off x="546595" y="1746806"/>
              <a:ext cx="8234974" cy="2259481"/>
            </a:xfrm>
            <a:custGeom>
              <a:avLst/>
              <a:pathLst>
                <a:path w="8234974" h="2259481">
                  <a:moveTo>
                    <a:pt x="0" y="1764029"/>
                  </a:moveTo>
                  <a:lnTo>
                    <a:pt x="538736" y="1764029"/>
                  </a:lnTo>
                  <a:lnTo>
                    <a:pt x="539983" y="1763972"/>
                  </a:lnTo>
                  <a:lnTo>
                    <a:pt x="548123" y="1763571"/>
                  </a:lnTo>
                  <a:lnTo>
                    <a:pt x="568447" y="1762461"/>
                  </a:lnTo>
                  <a:lnTo>
                    <a:pt x="604285" y="1760283"/>
                  </a:lnTo>
                  <a:lnTo>
                    <a:pt x="656693" y="1756719"/>
                  </a:lnTo>
                  <a:lnTo>
                    <a:pt x="724416" y="1751537"/>
                  </a:lnTo>
                  <a:lnTo>
                    <a:pt x="804311" y="1744606"/>
                  </a:lnTo>
                  <a:lnTo>
                    <a:pt x="892146" y="1735890"/>
                  </a:lnTo>
                  <a:lnTo>
                    <a:pt x="983505" y="1725415"/>
                  </a:lnTo>
                  <a:lnTo>
                    <a:pt x="1074520" y="1713223"/>
                  </a:lnTo>
                  <a:lnTo>
                    <a:pt x="1162281" y="1699332"/>
                  </a:lnTo>
                  <a:lnTo>
                    <a:pt x="1244939" y="1683705"/>
                  </a:lnTo>
                  <a:lnTo>
                    <a:pt x="1321590" y="1666234"/>
                  </a:lnTo>
                  <a:lnTo>
                    <a:pt x="1392065" y="1646732"/>
                  </a:lnTo>
                  <a:lnTo>
                    <a:pt x="1456712" y="1624937"/>
                  </a:lnTo>
                  <a:lnTo>
                    <a:pt x="1516202" y="1600517"/>
                  </a:lnTo>
                  <a:lnTo>
                    <a:pt x="1571386" y="1573092"/>
                  </a:lnTo>
                  <a:lnTo>
                    <a:pt x="1623184" y="1542261"/>
                  </a:lnTo>
                  <a:lnTo>
                    <a:pt x="1672504" y="1507666"/>
                  </a:lnTo>
                  <a:lnTo>
                    <a:pt x="1719082" y="1470024"/>
                  </a:lnTo>
                  <a:lnTo>
                    <a:pt x="1760981" y="1432105"/>
                  </a:lnTo>
                  <a:lnTo>
                    <a:pt x="1802473" y="1390898"/>
                  </a:lnTo>
                  <a:lnTo>
                    <a:pt x="1843887" y="1346343"/>
                  </a:lnTo>
                  <a:lnTo>
                    <a:pt x="1885469" y="1298455"/>
                  </a:lnTo>
                  <a:lnTo>
                    <a:pt x="1927385" y="1247337"/>
                  </a:lnTo>
                  <a:lnTo>
                    <a:pt x="1969735" y="1193188"/>
                  </a:lnTo>
                  <a:lnTo>
                    <a:pt x="2012557" y="1136302"/>
                  </a:lnTo>
                  <a:lnTo>
                    <a:pt x="2055834" y="1077069"/>
                  </a:lnTo>
                  <a:lnTo>
                    <a:pt x="2099502" y="1015965"/>
                  </a:lnTo>
                  <a:lnTo>
                    <a:pt x="2143460" y="953540"/>
                  </a:lnTo>
                  <a:lnTo>
                    <a:pt x="2187579" y="890397"/>
                  </a:lnTo>
                  <a:lnTo>
                    <a:pt x="2231718" y="827170"/>
                  </a:lnTo>
                  <a:lnTo>
                    <a:pt x="2275732" y="764495"/>
                  </a:lnTo>
                  <a:lnTo>
                    <a:pt x="2319488" y="702985"/>
                  </a:lnTo>
                  <a:lnTo>
                    <a:pt x="2362876" y="643206"/>
                  </a:lnTo>
                  <a:lnTo>
                    <a:pt x="2405823" y="585656"/>
                  </a:lnTo>
                  <a:lnTo>
                    <a:pt x="2448296" y="530750"/>
                  </a:lnTo>
                  <a:lnTo>
                    <a:pt x="2490321" y="478806"/>
                  </a:lnTo>
                  <a:lnTo>
                    <a:pt x="2531977" y="430048"/>
                  </a:lnTo>
                  <a:lnTo>
                    <a:pt x="2573416" y="384605"/>
                  </a:lnTo>
                  <a:lnTo>
                    <a:pt x="2614858" y="342515"/>
                  </a:lnTo>
                  <a:lnTo>
                    <a:pt x="2656611" y="303735"/>
                  </a:lnTo>
                  <a:lnTo>
                    <a:pt x="2667772" y="294004"/>
                  </a:lnTo>
                  <a:lnTo>
                    <a:pt x="2715458" y="255526"/>
                  </a:lnTo>
                  <a:lnTo>
                    <a:pt x="2764825" y="221021"/>
                  </a:lnTo>
                  <a:lnTo>
                    <a:pt x="2816690" y="190272"/>
                  </a:lnTo>
                  <a:lnTo>
                    <a:pt x="2871962" y="162920"/>
                  </a:lnTo>
                  <a:lnTo>
                    <a:pt x="2931561" y="138564"/>
                  </a:lnTo>
                  <a:lnTo>
                    <a:pt x="2996335" y="116825"/>
                  </a:lnTo>
                  <a:lnTo>
                    <a:pt x="3066949" y="97372"/>
                  </a:lnTo>
                  <a:lnTo>
                    <a:pt x="3143742" y="79945"/>
                  </a:lnTo>
                  <a:lnTo>
                    <a:pt x="3226530" y="64359"/>
                  </a:lnTo>
                  <a:lnTo>
                    <a:pt x="3314391" y="50507"/>
                  </a:lnTo>
                  <a:lnTo>
                    <a:pt x="3405449" y="38354"/>
                  </a:lnTo>
                  <a:lnTo>
                    <a:pt x="3496774" y="27919"/>
                  </a:lnTo>
                  <a:lnTo>
                    <a:pt x="3584478" y="19244"/>
                  </a:lnTo>
                  <a:lnTo>
                    <a:pt x="3664139" y="12354"/>
                  </a:lnTo>
                  <a:lnTo>
                    <a:pt x="3731541" y="7210"/>
                  </a:lnTo>
                  <a:lnTo>
                    <a:pt x="3783575" y="3681"/>
                  </a:lnTo>
                  <a:lnTo>
                    <a:pt x="3819037" y="1531"/>
                  </a:lnTo>
                  <a:lnTo>
                    <a:pt x="3839037" y="441"/>
                  </a:lnTo>
                  <a:lnTo>
                    <a:pt x="3846954" y="5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8" y="70"/>
                  </a:lnTo>
                  <a:lnTo>
                    <a:pt x="4395997" y="569"/>
                  </a:lnTo>
                  <a:lnTo>
                    <a:pt x="4415812" y="1952"/>
                  </a:lnTo>
                  <a:lnTo>
                    <a:pt x="4450801" y="4667"/>
                  </a:lnTo>
                  <a:lnTo>
                    <a:pt x="4502064" y="9110"/>
                  </a:lnTo>
                  <a:lnTo>
                    <a:pt x="4568469" y="15579"/>
                  </a:lnTo>
                  <a:lnTo>
                    <a:pt x="4647031" y="24241"/>
                  </a:lnTo>
                  <a:lnTo>
                    <a:pt x="4733670" y="35148"/>
                  </a:lnTo>
                  <a:lnTo>
                    <a:pt x="4824073" y="48270"/>
                  </a:lnTo>
                  <a:lnTo>
                    <a:pt x="4914416" y="63556"/>
                  </a:lnTo>
                  <a:lnTo>
                    <a:pt x="5001782" y="80978"/>
                  </a:lnTo>
                  <a:lnTo>
                    <a:pt x="5084273" y="100575"/>
                  </a:lnTo>
                  <a:lnTo>
                    <a:pt x="5160924" y="122471"/>
                  </a:lnTo>
                  <a:lnTo>
                    <a:pt x="5231500" y="146887"/>
                  </a:lnTo>
                  <a:lnTo>
                    <a:pt x="5296288" y="174140"/>
                  </a:lnTo>
                  <a:lnTo>
                    <a:pt x="5355909" y="204631"/>
                  </a:lnTo>
                  <a:lnTo>
                    <a:pt x="5411173" y="238830"/>
                  </a:lnTo>
                  <a:lnTo>
                    <a:pt x="5462972" y="277235"/>
                  </a:lnTo>
                  <a:lnTo>
                    <a:pt x="5512196" y="320306"/>
                  </a:lnTo>
                  <a:lnTo>
                    <a:pt x="5559657" y="368352"/>
                  </a:lnTo>
                  <a:lnTo>
                    <a:pt x="5567201" y="376580"/>
                  </a:lnTo>
                  <a:lnTo>
                    <a:pt x="5605822" y="421175"/>
                  </a:lnTo>
                  <a:lnTo>
                    <a:pt x="5644073" y="469337"/>
                  </a:lnTo>
                  <a:lnTo>
                    <a:pt x="5682220" y="521135"/>
                  </a:lnTo>
                  <a:lnTo>
                    <a:pt x="5720467" y="576570"/>
                  </a:lnTo>
                  <a:lnTo>
                    <a:pt x="5758960" y="635564"/>
                  </a:lnTo>
                  <a:lnTo>
                    <a:pt x="5797796" y="697951"/>
                  </a:lnTo>
                  <a:lnTo>
                    <a:pt x="5837024" y="763480"/>
                  </a:lnTo>
                  <a:lnTo>
                    <a:pt x="5876652" y="831809"/>
                  </a:lnTo>
                  <a:lnTo>
                    <a:pt x="5916651" y="902508"/>
                  </a:lnTo>
                  <a:lnTo>
                    <a:pt x="5956960" y="975075"/>
                  </a:lnTo>
                  <a:lnTo>
                    <a:pt x="5997493" y="1048944"/>
                  </a:lnTo>
                  <a:lnTo>
                    <a:pt x="6038149" y="1123502"/>
                  </a:lnTo>
                  <a:lnTo>
                    <a:pt x="6078813" y="1198113"/>
                  </a:lnTo>
                  <a:lnTo>
                    <a:pt x="6119375" y="1272140"/>
                  </a:lnTo>
                  <a:lnTo>
                    <a:pt x="6159728" y="1344966"/>
                  </a:lnTo>
                  <a:lnTo>
                    <a:pt x="6199783" y="1416014"/>
                  </a:lnTo>
                  <a:lnTo>
                    <a:pt x="6239476" y="1484770"/>
                  </a:lnTo>
                  <a:lnTo>
                    <a:pt x="6278771" y="1550793"/>
                  </a:lnTo>
                  <a:lnTo>
                    <a:pt x="6317671" y="1613726"/>
                  </a:lnTo>
                  <a:lnTo>
                    <a:pt x="6356216" y="1673300"/>
                  </a:lnTo>
                  <a:lnTo>
                    <a:pt x="6394495" y="1729337"/>
                  </a:lnTo>
                  <a:lnTo>
                    <a:pt x="6432647" y="1781745"/>
                  </a:lnTo>
                  <a:lnTo>
                    <a:pt x="6470863" y="1830511"/>
                  </a:lnTo>
                  <a:lnTo>
                    <a:pt x="6509400" y="1875695"/>
                  </a:lnTo>
                  <a:lnTo>
                    <a:pt x="6515891" y="1882901"/>
                  </a:lnTo>
                  <a:lnTo>
                    <a:pt x="6563134" y="1931759"/>
                  </a:lnTo>
                  <a:lnTo>
                    <a:pt x="6612022" y="1975619"/>
                  </a:lnTo>
                  <a:lnTo>
                    <a:pt x="6663346" y="2014748"/>
                  </a:lnTo>
                  <a:lnTo>
                    <a:pt x="6717989" y="2049592"/>
                  </a:lnTo>
                  <a:lnTo>
                    <a:pt x="6776849" y="2080649"/>
                  </a:lnTo>
                  <a:lnTo>
                    <a:pt x="6840754" y="2108395"/>
                  </a:lnTo>
                  <a:lnTo>
                    <a:pt x="6910365" y="2133246"/>
                  </a:lnTo>
                  <a:lnTo>
                    <a:pt x="6986035" y="2155531"/>
                  </a:lnTo>
                  <a:lnTo>
                    <a:pt x="7067627" y="2175488"/>
                  </a:lnTo>
                  <a:lnTo>
                    <a:pt x="7154308" y="2193256"/>
                  </a:lnTo>
                  <a:lnTo>
                    <a:pt x="7244341" y="2208888"/>
                  </a:lnTo>
                  <a:lnTo>
                    <a:pt x="7334973" y="2222363"/>
                  </a:lnTo>
                  <a:lnTo>
                    <a:pt x="7422506" y="2233631"/>
                  </a:lnTo>
                  <a:lnTo>
                    <a:pt x="7502664" y="2242655"/>
                  </a:lnTo>
                  <a:lnTo>
                    <a:pt x="7571273" y="2249469"/>
                  </a:lnTo>
                  <a:lnTo>
                    <a:pt x="7625113" y="2254223"/>
                  </a:lnTo>
                  <a:lnTo>
                    <a:pt x="7662715" y="2257192"/>
                  </a:lnTo>
                  <a:lnTo>
                    <a:pt x="7684811" y="2258760"/>
                  </a:lnTo>
                  <a:lnTo>
                    <a:pt x="7694355" y="2259371"/>
                  </a:lnTo>
                  <a:lnTo>
                    <a:pt x="7696232" y="2259481"/>
                  </a:lnTo>
                  <a:lnTo>
                    <a:pt x="7696237" y="2259481"/>
                  </a:lnTo>
                  <a:lnTo>
                    <a:pt x="8234974" y="2259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5" name="pl1015"/>
            <p:cNvSpPr/>
            <p:nvPr/>
          </p:nvSpPr>
          <p:spPr>
            <a:xfrm>
              <a:off x="546595" y="1735917"/>
              <a:ext cx="8234974" cy="2259481"/>
            </a:xfrm>
            <a:custGeom>
              <a:avLst/>
              <a:pathLst>
                <a:path w="8234974" h="2259481">
                  <a:moveTo>
                    <a:pt x="8234974" y="2259481"/>
                  </a:move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6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2" y="56"/>
                  </a:lnTo>
                  <a:lnTo>
                    <a:pt x="3838732" y="457"/>
                  </a:lnTo>
                  <a:lnTo>
                    <a:pt x="3818407" y="1567"/>
                  </a:lnTo>
                  <a:lnTo>
                    <a:pt x="3782569" y="3746"/>
                  </a:lnTo>
                  <a:lnTo>
                    <a:pt x="3730162" y="7309"/>
                  </a:lnTo>
                  <a:lnTo>
                    <a:pt x="3662439" y="12491"/>
                  </a:lnTo>
                  <a:lnTo>
                    <a:pt x="3582543" y="19423"/>
                  </a:lnTo>
                  <a:lnTo>
                    <a:pt x="3494708" y="28138"/>
                  </a:lnTo>
                  <a:lnTo>
                    <a:pt x="3403349" y="38613"/>
                  </a:lnTo>
                  <a:lnTo>
                    <a:pt x="3312335" y="50805"/>
                  </a:lnTo>
                  <a:lnTo>
                    <a:pt x="3224574" y="64696"/>
                  </a:lnTo>
                  <a:lnTo>
                    <a:pt x="3141915" y="80323"/>
                  </a:lnTo>
                  <a:lnTo>
                    <a:pt x="3065265" y="97794"/>
                  </a:lnTo>
                  <a:lnTo>
                    <a:pt x="2994789" y="117296"/>
                  </a:lnTo>
                  <a:lnTo>
                    <a:pt x="2930142" y="139091"/>
                  </a:lnTo>
                  <a:lnTo>
                    <a:pt x="2870652" y="163511"/>
                  </a:lnTo>
                  <a:lnTo>
                    <a:pt x="2815469" y="190937"/>
                  </a:lnTo>
                  <a:lnTo>
                    <a:pt x="2763671" y="221768"/>
                  </a:lnTo>
                  <a:lnTo>
                    <a:pt x="2714351" y="256362"/>
                  </a:lnTo>
                  <a:lnTo>
                    <a:pt x="2667772" y="294004"/>
                  </a:lnTo>
                  <a:lnTo>
                    <a:pt x="2625873" y="331923"/>
                  </a:lnTo>
                  <a:lnTo>
                    <a:pt x="2584382" y="373130"/>
                  </a:lnTo>
                  <a:lnTo>
                    <a:pt x="2542968" y="417685"/>
                  </a:lnTo>
                  <a:lnTo>
                    <a:pt x="2501386" y="465573"/>
                  </a:lnTo>
                  <a:lnTo>
                    <a:pt x="2459470" y="516691"/>
                  </a:lnTo>
                  <a:lnTo>
                    <a:pt x="2417120" y="570840"/>
                  </a:lnTo>
                  <a:lnTo>
                    <a:pt x="2374298" y="627726"/>
                  </a:lnTo>
                  <a:lnTo>
                    <a:pt x="2331021" y="686959"/>
                  </a:lnTo>
                  <a:lnTo>
                    <a:pt x="2287353" y="748063"/>
                  </a:lnTo>
                  <a:lnTo>
                    <a:pt x="2243395" y="810488"/>
                  </a:lnTo>
                  <a:lnTo>
                    <a:pt x="2199275" y="873631"/>
                  </a:lnTo>
                  <a:lnTo>
                    <a:pt x="2155137" y="936858"/>
                  </a:lnTo>
                  <a:lnTo>
                    <a:pt x="2111123" y="999533"/>
                  </a:lnTo>
                  <a:lnTo>
                    <a:pt x="2067367" y="1061043"/>
                  </a:lnTo>
                  <a:lnTo>
                    <a:pt x="2023978" y="1120822"/>
                  </a:lnTo>
                  <a:lnTo>
                    <a:pt x="1981032" y="1178372"/>
                  </a:lnTo>
                  <a:lnTo>
                    <a:pt x="1938558" y="1233279"/>
                  </a:lnTo>
                  <a:lnTo>
                    <a:pt x="1896534" y="1285222"/>
                  </a:lnTo>
                  <a:lnTo>
                    <a:pt x="1854877" y="1333980"/>
                  </a:lnTo>
                  <a:lnTo>
                    <a:pt x="1813439" y="1379423"/>
                  </a:lnTo>
                  <a:lnTo>
                    <a:pt x="1771997" y="1421513"/>
                  </a:lnTo>
                  <a:lnTo>
                    <a:pt x="1730243" y="1460293"/>
                  </a:lnTo>
                  <a:lnTo>
                    <a:pt x="1719082" y="1470024"/>
                  </a:lnTo>
                  <a:lnTo>
                    <a:pt x="1671397" y="1508502"/>
                  </a:lnTo>
                  <a:lnTo>
                    <a:pt x="1622029" y="1543007"/>
                  </a:lnTo>
                  <a:lnTo>
                    <a:pt x="1570164" y="1573756"/>
                  </a:lnTo>
                  <a:lnTo>
                    <a:pt x="1514892" y="1601108"/>
                  </a:lnTo>
                  <a:lnTo>
                    <a:pt x="1455294" y="1625464"/>
                  </a:lnTo>
                  <a:lnTo>
                    <a:pt x="1390520" y="1647203"/>
                  </a:lnTo>
                  <a:lnTo>
                    <a:pt x="1319905" y="1666656"/>
                  </a:lnTo>
                  <a:lnTo>
                    <a:pt x="1243113" y="1684083"/>
                  </a:lnTo>
                  <a:lnTo>
                    <a:pt x="1160324" y="1699669"/>
                  </a:lnTo>
                  <a:lnTo>
                    <a:pt x="1072464" y="1713521"/>
                  </a:lnTo>
                  <a:lnTo>
                    <a:pt x="981405" y="1725674"/>
                  </a:lnTo>
                  <a:lnTo>
                    <a:pt x="890081" y="1736109"/>
                  </a:lnTo>
                  <a:lnTo>
                    <a:pt x="802377" y="1744784"/>
                  </a:lnTo>
                  <a:lnTo>
                    <a:pt x="722715" y="1751674"/>
                  </a:lnTo>
                  <a:lnTo>
                    <a:pt x="655313" y="1756818"/>
                  </a:lnTo>
                  <a:lnTo>
                    <a:pt x="603279" y="1760347"/>
                  </a:lnTo>
                  <a:lnTo>
                    <a:pt x="567817" y="1762497"/>
                  </a:lnTo>
                  <a:lnTo>
                    <a:pt x="547817" y="1763587"/>
                  </a:lnTo>
                  <a:lnTo>
                    <a:pt x="539901" y="1763976"/>
                  </a:lnTo>
                  <a:lnTo>
                    <a:pt x="538736" y="1764029"/>
                  </a:lnTo>
                  <a:lnTo>
                    <a:pt x="0" y="17640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6" name="pg1016"/>
            <p:cNvSpPr/>
            <p:nvPr/>
          </p:nvSpPr>
          <p:spPr>
            <a:xfrm>
              <a:off x="546595" y="1757695"/>
              <a:ext cx="8234974" cy="2493596"/>
            </a:xfrm>
            <a:custGeom>
              <a:avLst/>
              <a:pathLst>
                <a:path w="8234974" h="2493596">
                  <a:moveTo>
                    <a:pt x="0" y="1764029"/>
                  </a:moveTo>
                  <a:lnTo>
                    <a:pt x="538736" y="1764029"/>
                  </a:lnTo>
                  <a:lnTo>
                    <a:pt x="539983" y="1763973"/>
                  </a:lnTo>
                  <a:lnTo>
                    <a:pt x="548128" y="1763574"/>
                  </a:lnTo>
                  <a:lnTo>
                    <a:pt x="568462" y="1762470"/>
                  </a:lnTo>
                  <a:lnTo>
                    <a:pt x="604317" y="1760304"/>
                  </a:lnTo>
                  <a:lnTo>
                    <a:pt x="656747" y="1756760"/>
                  </a:lnTo>
                  <a:lnTo>
                    <a:pt x="724496" y="1751607"/>
                  </a:lnTo>
                  <a:lnTo>
                    <a:pt x="804418" y="1744716"/>
                  </a:lnTo>
                  <a:lnTo>
                    <a:pt x="892276" y="1736050"/>
                  </a:lnTo>
                  <a:lnTo>
                    <a:pt x="983654" y="1725635"/>
                  </a:lnTo>
                  <a:lnTo>
                    <a:pt x="1074681" y="1713514"/>
                  </a:lnTo>
                  <a:lnTo>
                    <a:pt x="1162450" y="1699703"/>
                  </a:lnTo>
                  <a:lnTo>
                    <a:pt x="1245111" y="1684166"/>
                  </a:lnTo>
                  <a:lnTo>
                    <a:pt x="1321762" y="1666795"/>
                  </a:lnTo>
                  <a:lnTo>
                    <a:pt x="1392235" y="1647405"/>
                  </a:lnTo>
                  <a:lnTo>
                    <a:pt x="1456879" y="1625734"/>
                  </a:lnTo>
                  <a:lnTo>
                    <a:pt x="1516367" y="1601453"/>
                  </a:lnTo>
                  <a:lnTo>
                    <a:pt x="1571549" y="1574182"/>
                  </a:lnTo>
                  <a:lnTo>
                    <a:pt x="1623347" y="1543524"/>
                  </a:lnTo>
                  <a:lnTo>
                    <a:pt x="1672669" y="1509125"/>
                  </a:lnTo>
                  <a:lnTo>
                    <a:pt x="1719082" y="1471839"/>
                  </a:lnTo>
                  <a:lnTo>
                    <a:pt x="1761059" y="1434080"/>
                  </a:lnTo>
                  <a:lnTo>
                    <a:pt x="1802628" y="1393042"/>
                  </a:lnTo>
                  <a:lnTo>
                    <a:pt x="1844120" y="1348663"/>
                  </a:lnTo>
                  <a:lnTo>
                    <a:pt x="1885781" y="1300960"/>
                  </a:lnTo>
                  <a:lnTo>
                    <a:pt x="1927779" y="1250037"/>
                  </a:lnTo>
                  <a:lnTo>
                    <a:pt x="1970214" y="1196091"/>
                  </a:lnTo>
                  <a:lnTo>
                    <a:pt x="2013122" y="1139419"/>
                  </a:lnTo>
                  <a:lnTo>
                    <a:pt x="2056486" y="1080412"/>
                  </a:lnTo>
                  <a:lnTo>
                    <a:pt x="2100241" y="1019546"/>
                  </a:lnTo>
                  <a:lnTo>
                    <a:pt x="2144285" y="957372"/>
                  </a:lnTo>
                  <a:lnTo>
                    <a:pt x="2188489" y="894494"/>
                  </a:lnTo>
                  <a:lnTo>
                    <a:pt x="2232709" y="831545"/>
                  </a:lnTo>
                  <a:lnTo>
                    <a:pt x="2276801" y="769160"/>
                  </a:lnTo>
                  <a:lnTo>
                    <a:pt x="2320630" y="707952"/>
                  </a:lnTo>
                  <a:lnTo>
                    <a:pt x="2364089" y="648486"/>
                  </a:lnTo>
                  <a:lnTo>
                    <a:pt x="2407102" y="591255"/>
                  </a:lnTo>
                  <a:lnTo>
                    <a:pt x="2449641" y="536672"/>
                  </a:lnTo>
                  <a:lnTo>
                    <a:pt x="2491730" y="485053"/>
                  </a:lnTo>
                  <a:lnTo>
                    <a:pt x="2533454" y="436619"/>
                  </a:lnTo>
                  <a:lnTo>
                    <a:pt x="2574966" y="391494"/>
                  </a:lnTo>
                  <a:lnTo>
                    <a:pt x="2616492" y="349712"/>
                  </a:lnTo>
                  <a:lnTo>
                    <a:pt x="2658344" y="311230"/>
                  </a:lnTo>
                  <a:lnTo>
                    <a:pt x="2667772" y="303079"/>
                  </a:lnTo>
                  <a:lnTo>
                    <a:pt x="2715467" y="264831"/>
                  </a:lnTo>
                  <a:lnTo>
                    <a:pt x="2764844" y="230534"/>
                  </a:lnTo>
                  <a:lnTo>
                    <a:pt x="2816719" y="199971"/>
                  </a:lnTo>
                  <a:lnTo>
                    <a:pt x="2872003" y="172785"/>
                  </a:lnTo>
                  <a:lnTo>
                    <a:pt x="2931617" y="148578"/>
                  </a:lnTo>
                  <a:lnTo>
                    <a:pt x="2996408" y="126971"/>
                  </a:lnTo>
                  <a:lnTo>
                    <a:pt x="3067042" y="107637"/>
                  </a:lnTo>
                  <a:lnTo>
                    <a:pt x="3143857" y="90317"/>
                  </a:lnTo>
                  <a:lnTo>
                    <a:pt x="3226669" y="74827"/>
                  </a:lnTo>
                  <a:lnTo>
                    <a:pt x="3314552" y="61061"/>
                  </a:lnTo>
                  <a:lnTo>
                    <a:pt x="3405631" y="48984"/>
                  </a:lnTo>
                  <a:lnTo>
                    <a:pt x="3496969" y="38615"/>
                  </a:lnTo>
                  <a:lnTo>
                    <a:pt x="3584675" y="29996"/>
                  </a:lnTo>
                  <a:lnTo>
                    <a:pt x="3664326" y="23151"/>
                  </a:lnTo>
                  <a:lnTo>
                    <a:pt x="3731703" y="18043"/>
                  </a:lnTo>
                  <a:lnTo>
                    <a:pt x="3783701" y="14540"/>
                  </a:lnTo>
                  <a:lnTo>
                    <a:pt x="3819121" y="12406"/>
                  </a:lnTo>
                  <a:lnTo>
                    <a:pt x="3839080" y="11326"/>
                  </a:lnTo>
                  <a:lnTo>
                    <a:pt x="3846966" y="10940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052" y="10964"/>
                  </a:lnTo>
                  <a:lnTo>
                    <a:pt x="4395873" y="11506"/>
                  </a:lnTo>
                  <a:lnTo>
                    <a:pt x="4415430" y="13003"/>
                  </a:lnTo>
                  <a:lnTo>
                    <a:pt x="4449987" y="15944"/>
                  </a:lnTo>
                  <a:lnTo>
                    <a:pt x="4500668" y="20759"/>
                  </a:lnTo>
                  <a:lnTo>
                    <a:pt x="4566398" y="27772"/>
                  </a:lnTo>
                  <a:lnTo>
                    <a:pt x="4644275" y="37170"/>
                  </a:lnTo>
                  <a:lnTo>
                    <a:pt x="4730295" y="49011"/>
                  </a:lnTo>
                  <a:lnTo>
                    <a:pt x="4820199" y="63265"/>
                  </a:lnTo>
                  <a:lnTo>
                    <a:pt x="4910189" y="79877"/>
                  </a:lnTo>
                  <a:lnTo>
                    <a:pt x="4997342" y="98813"/>
                  </a:lnTo>
                  <a:lnTo>
                    <a:pt x="5079740" y="120111"/>
                  </a:lnTo>
                  <a:lnTo>
                    <a:pt x="5156384" y="143902"/>
                  </a:lnTo>
                  <a:lnTo>
                    <a:pt x="5227008" y="170418"/>
                  </a:lnTo>
                  <a:lnTo>
                    <a:pt x="5291868" y="199996"/>
                  </a:lnTo>
                  <a:lnTo>
                    <a:pt x="5351558" y="233065"/>
                  </a:lnTo>
                  <a:lnTo>
                    <a:pt x="5406867" y="270128"/>
                  </a:lnTo>
                  <a:lnTo>
                    <a:pt x="5458672" y="311725"/>
                  </a:lnTo>
                  <a:lnTo>
                    <a:pt x="5507853" y="358363"/>
                  </a:lnTo>
                  <a:lnTo>
                    <a:pt x="5555221" y="410398"/>
                  </a:lnTo>
                  <a:lnTo>
                    <a:pt x="5567201" y="424673"/>
                  </a:lnTo>
                  <a:lnTo>
                    <a:pt x="5604516" y="471944"/>
                  </a:lnTo>
                  <a:lnTo>
                    <a:pt x="5641476" y="522868"/>
                  </a:lnTo>
                  <a:lnTo>
                    <a:pt x="5678325" y="577518"/>
                  </a:lnTo>
                  <a:lnTo>
                    <a:pt x="5715251" y="635902"/>
                  </a:lnTo>
                  <a:lnTo>
                    <a:pt x="5752391" y="697950"/>
                  </a:lnTo>
                  <a:lnTo>
                    <a:pt x="5789839" y="763513"/>
                  </a:lnTo>
                  <a:lnTo>
                    <a:pt x="5827647" y="832359"/>
                  </a:lnTo>
                  <a:lnTo>
                    <a:pt x="5865830" y="904167"/>
                  </a:lnTo>
                  <a:lnTo>
                    <a:pt x="5904370" y="978534"/>
                  </a:lnTo>
                  <a:lnTo>
                    <a:pt x="5943219" y="1054983"/>
                  </a:lnTo>
                  <a:lnTo>
                    <a:pt x="5982307" y="1132969"/>
                  </a:lnTo>
                  <a:lnTo>
                    <a:pt x="6021547" y="1211902"/>
                  </a:lnTo>
                  <a:lnTo>
                    <a:pt x="6060838" y="1291157"/>
                  </a:lnTo>
                  <a:lnTo>
                    <a:pt x="6100079" y="1370100"/>
                  </a:lnTo>
                  <a:lnTo>
                    <a:pt x="6139171" y="1448109"/>
                  </a:lnTo>
                  <a:lnTo>
                    <a:pt x="6178025" y="1524590"/>
                  </a:lnTo>
                  <a:lnTo>
                    <a:pt x="6216571" y="1598999"/>
                  </a:lnTo>
                  <a:lnTo>
                    <a:pt x="6254761" y="1670857"/>
                  </a:lnTo>
                  <a:lnTo>
                    <a:pt x="6292575" y="1739759"/>
                  </a:lnTo>
                  <a:lnTo>
                    <a:pt x="6330030" y="1805385"/>
                  </a:lnTo>
                  <a:lnTo>
                    <a:pt x="6367175" y="1867498"/>
                  </a:lnTo>
                  <a:lnTo>
                    <a:pt x="6404103" y="1925948"/>
                  </a:lnTo>
                  <a:lnTo>
                    <a:pt x="6440952" y="1980666"/>
                  </a:lnTo>
                  <a:lnTo>
                    <a:pt x="6477908" y="2031656"/>
                  </a:lnTo>
                  <a:lnTo>
                    <a:pt x="6515214" y="2078992"/>
                  </a:lnTo>
                  <a:lnTo>
                    <a:pt x="6515891" y="2079812"/>
                  </a:lnTo>
                  <a:lnTo>
                    <a:pt x="6562907" y="2133256"/>
                  </a:lnTo>
                  <a:lnTo>
                    <a:pt x="6611549" y="2181258"/>
                  </a:lnTo>
                  <a:lnTo>
                    <a:pt x="6662596" y="2224108"/>
                  </a:lnTo>
                  <a:lnTo>
                    <a:pt x="6716918" y="2262286"/>
                  </a:lnTo>
                  <a:lnTo>
                    <a:pt x="6775401" y="2296333"/>
                  </a:lnTo>
                  <a:lnTo>
                    <a:pt x="6838863" y="2326764"/>
                  </a:lnTo>
                  <a:lnTo>
                    <a:pt x="6907963" y="2354032"/>
                  </a:lnTo>
                  <a:lnTo>
                    <a:pt x="6983059" y="2378497"/>
                  </a:lnTo>
                  <a:lnTo>
                    <a:pt x="7064039" y="2400421"/>
                  </a:lnTo>
                  <a:lnTo>
                    <a:pt x="7150113" y="2419958"/>
                  </a:lnTo>
                  <a:lnTo>
                    <a:pt x="7239612" y="2437168"/>
                  </a:lnTo>
                  <a:lnTo>
                    <a:pt x="7329871" y="2452034"/>
                  </a:lnTo>
                  <a:lnTo>
                    <a:pt x="7417288" y="2464501"/>
                  </a:lnTo>
                  <a:lnTo>
                    <a:pt x="7497668" y="2474526"/>
                  </a:lnTo>
                  <a:lnTo>
                    <a:pt x="7566860" y="2482141"/>
                  </a:lnTo>
                  <a:lnTo>
                    <a:pt x="7621599" y="2487496"/>
                  </a:lnTo>
                  <a:lnTo>
                    <a:pt x="7660288" y="2490881"/>
                  </a:lnTo>
                  <a:lnTo>
                    <a:pt x="7683474" y="2492705"/>
                  </a:lnTo>
                  <a:lnTo>
                    <a:pt x="7693895" y="2493445"/>
                  </a:lnTo>
                  <a:lnTo>
                    <a:pt x="7696237" y="2493596"/>
                  </a:lnTo>
                  <a:lnTo>
                    <a:pt x="8234974" y="2493596"/>
                  </a:lnTo>
                  <a:lnTo>
                    <a:pt x="8234974" y="2482707"/>
                  </a:ln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1" y="55"/>
                  </a:lnTo>
                  <a:lnTo>
                    <a:pt x="3838727" y="455"/>
                  </a:lnTo>
                  <a:lnTo>
                    <a:pt x="3818392" y="1558"/>
                  </a:lnTo>
                  <a:lnTo>
                    <a:pt x="3782538" y="3724"/>
                  </a:lnTo>
                  <a:lnTo>
                    <a:pt x="3730107" y="7268"/>
                  </a:lnTo>
                  <a:lnTo>
                    <a:pt x="3662358" y="12421"/>
                  </a:lnTo>
                  <a:lnTo>
                    <a:pt x="3582437" y="19312"/>
                  </a:lnTo>
                  <a:lnTo>
                    <a:pt x="3494578" y="27978"/>
                  </a:lnTo>
                  <a:lnTo>
                    <a:pt x="3403201" y="38393"/>
                  </a:lnTo>
                  <a:lnTo>
                    <a:pt x="3312173" y="50515"/>
                  </a:lnTo>
                  <a:lnTo>
                    <a:pt x="3224405" y="64326"/>
                  </a:lnTo>
                  <a:lnTo>
                    <a:pt x="3141743" y="79862"/>
                  </a:lnTo>
                  <a:lnTo>
                    <a:pt x="3065093" y="97233"/>
                  </a:lnTo>
                  <a:lnTo>
                    <a:pt x="2994619" y="116623"/>
                  </a:lnTo>
                  <a:lnTo>
                    <a:pt x="2929975" y="138294"/>
                  </a:lnTo>
                  <a:lnTo>
                    <a:pt x="2870488" y="162575"/>
                  </a:lnTo>
                  <a:lnTo>
                    <a:pt x="2815306" y="189846"/>
                  </a:lnTo>
                  <a:lnTo>
                    <a:pt x="2763508" y="220504"/>
                  </a:lnTo>
                  <a:lnTo>
                    <a:pt x="2714185" y="254903"/>
                  </a:lnTo>
                  <a:lnTo>
                    <a:pt x="2667772" y="292190"/>
                  </a:lnTo>
                  <a:lnTo>
                    <a:pt x="2625795" y="329948"/>
                  </a:lnTo>
                  <a:lnTo>
                    <a:pt x="2584227" y="370986"/>
                  </a:lnTo>
                  <a:lnTo>
                    <a:pt x="2542735" y="415365"/>
                  </a:lnTo>
                  <a:lnTo>
                    <a:pt x="2501074" y="463068"/>
                  </a:lnTo>
                  <a:lnTo>
                    <a:pt x="2459075" y="513992"/>
                  </a:lnTo>
                  <a:lnTo>
                    <a:pt x="2416641" y="567937"/>
                  </a:lnTo>
                  <a:lnTo>
                    <a:pt x="2373733" y="624609"/>
                  </a:lnTo>
                  <a:lnTo>
                    <a:pt x="2330369" y="683616"/>
                  </a:lnTo>
                  <a:lnTo>
                    <a:pt x="2286614" y="744482"/>
                  </a:lnTo>
                  <a:lnTo>
                    <a:pt x="2242570" y="806656"/>
                  </a:lnTo>
                  <a:lnTo>
                    <a:pt x="2198366" y="869534"/>
                  </a:lnTo>
                  <a:lnTo>
                    <a:pt x="2154146" y="932483"/>
                  </a:lnTo>
                  <a:lnTo>
                    <a:pt x="2110054" y="994868"/>
                  </a:lnTo>
                  <a:lnTo>
                    <a:pt x="2066224" y="1056076"/>
                  </a:lnTo>
                  <a:lnTo>
                    <a:pt x="2022766" y="1115542"/>
                  </a:lnTo>
                  <a:lnTo>
                    <a:pt x="1979753" y="1172773"/>
                  </a:lnTo>
                  <a:lnTo>
                    <a:pt x="1937214" y="1227356"/>
                  </a:lnTo>
                  <a:lnTo>
                    <a:pt x="1895124" y="1278975"/>
                  </a:lnTo>
                  <a:lnTo>
                    <a:pt x="1853400" y="1327409"/>
                  </a:lnTo>
                  <a:lnTo>
                    <a:pt x="1811889" y="1372535"/>
                  </a:lnTo>
                  <a:lnTo>
                    <a:pt x="1770363" y="1414316"/>
                  </a:lnTo>
                  <a:lnTo>
                    <a:pt x="1728511" y="1452798"/>
                  </a:lnTo>
                  <a:lnTo>
                    <a:pt x="1719082" y="1460950"/>
                  </a:lnTo>
                  <a:lnTo>
                    <a:pt x="1671388" y="1499197"/>
                  </a:lnTo>
                  <a:lnTo>
                    <a:pt x="1622011" y="1533494"/>
                  </a:lnTo>
                  <a:lnTo>
                    <a:pt x="1570135" y="1564057"/>
                  </a:lnTo>
                  <a:lnTo>
                    <a:pt x="1514851" y="1591243"/>
                  </a:lnTo>
                  <a:lnTo>
                    <a:pt x="1455238" y="1615450"/>
                  </a:lnTo>
                  <a:lnTo>
                    <a:pt x="1390447" y="1637057"/>
                  </a:lnTo>
                  <a:lnTo>
                    <a:pt x="1319813" y="1656391"/>
                  </a:lnTo>
                  <a:lnTo>
                    <a:pt x="1242998" y="1673711"/>
                  </a:lnTo>
                  <a:lnTo>
                    <a:pt x="1160186" y="1689201"/>
                  </a:lnTo>
                  <a:lnTo>
                    <a:pt x="1072302" y="1702967"/>
                  </a:lnTo>
                  <a:lnTo>
                    <a:pt x="981224" y="1715044"/>
                  </a:lnTo>
                  <a:lnTo>
                    <a:pt x="889886" y="1725413"/>
                  </a:lnTo>
                  <a:lnTo>
                    <a:pt x="802179" y="1734032"/>
                  </a:lnTo>
                  <a:lnTo>
                    <a:pt x="722528" y="1740877"/>
                  </a:lnTo>
                  <a:lnTo>
                    <a:pt x="655151" y="1745985"/>
                  </a:lnTo>
                  <a:lnTo>
                    <a:pt x="603153" y="1749488"/>
                  </a:lnTo>
                  <a:lnTo>
                    <a:pt x="567734" y="1751622"/>
                  </a:lnTo>
                  <a:lnTo>
                    <a:pt x="547774" y="1752703"/>
                  </a:lnTo>
                  <a:lnTo>
                    <a:pt x="539889" y="1753088"/>
                  </a:lnTo>
                  <a:lnTo>
                    <a:pt x="538736" y="1753140"/>
                  </a:lnTo>
                  <a:lnTo>
                    <a:pt x="0" y="175314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17" name="pl1017"/>
            <p:cNvSpPr/>
            <p:nvPr/>
          </p:nvSpPr>
          <p:spPr>
            <a:xfrm>
              <a:off x="546595" y="1768585"/>
              <a:ext cx="8234974" cy="2482707"/>
            </a:xfrm>
            <a:custGeom>
              <a:avLst/>
              <a:pathLst>
                <a:path w="8234974" h="2482707">
                  <a:moveTo>
                    <a:pt x="0" y="1753140"/>
                  </a:moveTo>
                  <a:lnTo>
                    <a:pt x="538736" y="1753140"/>
                  </a:lnTo>
                  <a:lnTo>
                    <a:pt x="539983" y="1753084"/>
                  </a:lnTo>
                  <a:lnTo>
                    <a:pt x="548128" y="1752684"/>
                  </a:lnTo>
                  <a:lnTo>
                    <a:pt x="568462" y="1751581"/>
                  </a:lnTo>
                  <a:lnTo>
                    <a:pt x="604317" y="1749415"/>
                  </a:lnTo>
                  <a:lnTo>
                    <a:pt x="656747" y="1745871"/>
                  </a:lnTo>
                  <a:lnTo>
                    <a:pt x="724496" y="1740718"/>
                  </a:lnTo>
                  <a:lnTo>
                    <a:pt x="804418" y="1733827"/>
                  </a:lnTo>
                  <a:lnTo>
                    <a:pt x="892276" y="1725161"/>
                  </a:lnTo>
                  <a:lnTo>
                    <a:pt x="983654" y="1714746"/>
                  </a:lnTo>
                  <a:lnTo>
                    <a:pt x="1074681" y="1702624"/>
                  </a:lnTo>
                  <a:lnTo>
                    <a:pt x="1162450" y="1688813"/>
                  </a:lnTo>
                  <a:lnTo>
                    <a:pt x="1245111" y="1673277"/>
                  </a:lnTo>
                  <a:lnTo>
                    <a:pt x="1321762" y="1655906"/>
                  </a:lnTo>
                  <a:lnTo>
                    <a:pt x="1392235" y="1636516"/>
                  </a:lnTo>
                  <a:lnTo>
                    <a:pt x="1456879" y="1614845"/>
                  </a:lnTo>
                  <a:lnTo>
                    <a:pt x="1516367" y="1590564"/>
                  </a:lnTo>
                  <a:lnTo>
                    <a:pt x="1571549" y="1563293"/>
                  </a:lnTo>
                  <a:lnTo>
                    <a:pt x="1623347" y="1532635"/>
                  </a:lnTo>
                  <a:lnTo>
                    <a:pt x="1672669" y="1498236"/>
                  </a:lnTo>
                  <a:lnTo>
                    <a:pt x="1719082" y="1460950"/>
                  </a:lnTo>
                  <a:lnTo>
                    <a:pt x="1761059" y="1423191"/>
                  </a:lnTo>
                  <a:lnTo>
                    <a:pt x="1802628" y="1382153"/>
                  </a:lnTo>
                  <a:lnTo>
                    <a:pt x="1844120" y="1337774"/>
                  </a:lnTo>
                  <a:lnTo>
                    <a:pt x="1885781" y="1290071"/>
                  </a:lnTo>
                  <a:lnTo>
                    <a:pt x="1927779" y="1239147"/>
                  </a:lnTo>
                  <a:lnTo>
                    <a:pt x="1970214" y="1185202"/>
                  </a:lnTo>
                  <a:lnTo>
                    <a:pt x="2013122" y="1128530"/>
                  </a:lnTo>
                  <a:lnTo>
                    <a:pt x="2056486" y="1069523"/>
                  </a:lnTo>
                  <a:lnTo>
                    <a:pt x="2100241" y="1008657"/>
                  </a:lnTo>
                  <a:lnTo>
                    <a:pt x="2144285" y="946483"/>
                  </a:lnTo>
                  <a:lnTo>
                    <a:pt x="2188489" y="883605"/>
                  </a:lnTo>
                  <a:lnTo>
                    <a:pt x="2232709" y="820656"/>
                  </a:lnTo>
                  <a:lnTo>
                    <a:pt x="2276801" y="758271"/>
                  </a:lnTo>
                  <a:lnTo>
                    <a:pt x="2320630" y="697063"/>
                  </a:lnTo>
                  <a:lnTo>
                    <a:pt x="2364089" y="637597"/>
                  </a:lnTo>
                  <a:lnTo>
                    <a:pt x="2407102" y="580366"/>
                  </a:lnTo>
                  <a:lnTo>
                    <a:pt x="2449641" y="525783"/>
                  </a:lnTo>
                  <a:lnTo>
                    <a:pt x="2491730" y="474164"/>
                  </a:lnTo>
                  <a:lnTo>
                    <a:pt x="2533454" y="425730"/>
                  </a:lnTo>
                  <a:lnTo>
                    <a:pt x="2574966" y="380604"/>
                  </a:lnTo>
                  <a:lnTo>
                    <a:pt x="2616492" y="338823"/>
                  </a:lnTo>
                  <a:lnTo>
                    <a:pt x="2658344" y="300341"/>
                  </a:lnTo>
                  <a:lnTo>
                    <a:pt x="2667772" y="292190"/>
                  </a:lnTo>
                  <a:lnTo>
                    <a:pt x="2715467" y="253942"/>
                  </a:lnTo>
                  <a:lnTo>
                    <a:pt x="2764844" y="219645"/>
                  </a:lnTo>
                  <a:lnTo>
                    <a:pt x="2816719" y="189082"/>
                  </a:lnTo>
                  <a:lnTo>
                    <a:pt x="2872003" y="161896"/>
                  </a:lnTo>
                  <a:lnTo>
                    <a:pt x="2931617" y="137689"/>
                  </a:lnTo>
                  <a:lnTo>
                    <a:pt x="2996408" y="116082"/>
                  </a:lnTo>
                  <a:lnTo>
                    <a:pt x="3067042" y="96748"/>
                  </a:lnTo>
                  <a:lnTo>
                    <a:pt x="3143857" y="79428"/>
                  </a:lnTo>
                  <a:lnTo>
                    <a:pt x="3226669" y="63938"/>
                  </a:lnTo>
                  <a:lnTo>
                    <a:pt x="3314552" y="50172"/>
                  </a:lnTo>
                  <a:lnTo>
                    <a:pt x="3405631" y="38095"/>
                  </a:lnTo>
                  <a:lnTo>
                    <a:pt x="3496969" y="27726"/>
                  </a:lnTo>
                  <a:lnTo>
                    <a:pt x="3584675" y="19107"/>
                  </a:lnTo>
                  <a:lnTo>
                    <a:pt x="3664326" y="12262"/>
                  </a:lnTo>
                  <a:lnTo>
                    <a:pt x="3731703" y="7154"/>
                  </a:lnTo>
                  <a:lnTo>
                    <a:pt x="3783701" y="3651"/>
                  </a:lnTo>
                  <a:lnTo>
                    <a:pt x="3819121" y="1517"/>
                  </a:lnTo>
                  <a:lnTo>
                    <a:pt x="3839080" y="436"/>
                  </a:lnTo>
                  <a:lnTo>
                    <a:pt x="3846966" y="5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2" y="75"/>
                  </a:lnTo>
                  <a:lnTo>
                    <a:pt x="4395873" y="617"/>
                  </a:lnTo>
                  <a:lnTo>
                    <a:pt x="4415430" y="2114"/>
                  </a:lnTo>
                  <a:lnTo>
                    <a:pt x="4449987" y="5055"/>
                  </a:lnTo>
                  <a:lnTo>
                    <a:pt x="4500668" y="9870"/>
                  </a:lnTo>
                  <a:lnTo>
                    <a:pt x="4566398" y="16883"/>
                  </a:lnTo>
                  <a:lnTo>
                    <a:pt x="4644275" y="26281"/>
                  </a:lnTo>
                  <a:lnTo>
                    <a:pt x="4730295" y="38122"/>
                  </a:lnTo>
                  <a:lnTo>
                    <a:pt x="4820199" y="52376"/>
                  </a:lnTo>
                  <a:lnTo>
                    <a:pt x="4910189" y="68987"/>
                  </a:lnTo>
                  <a:lnTo>
                    <a:pt x="4997342" y="87924"/>
                  </a:lnTo>
                  <a:lnTo>
                    <a:pt x="5079740" y="109222"/>
                  </a:lnTo>
                  <a:lnTo>
                    <a:pt x="5156384" y="133013"/>
                  </a:lnTo>
                  <a:lnTo>
                    <a:pt x="5227008" y="159529"/>
                  </a:lnTo>
                  <a:lnTo>
                    <a:pt x="5291868" y="189107"/>
                  </a:lnTo>
                  <a:lnTo>
                    <a:pt x="5351558" y="222175"/>
                  </a:lnTo>
                  <a:lnTo>
                    <a:pt x="5406867" y="259239"/>
                  </a:lnTo>
                  <a:lnTo>
                    <a:pt x="5458672" y="300836"/>
                  </a:lnTo>
                  <a:lnTo>
                    <a:pt x="5507853" y="347474"/>
                  </a:lnTo>
                  <a:lnTo>
                    <a:pt x="5555221" y="399509"/>
                  </a:lnTo>
                  <a:lnTo>
                    <a:pt x="5567201" y="413784"/>
                  </a:lnTo>
                  <a:lnTo>
                    <a:pt x="5604516" y="461055"/>
                  </a:lnTo>
                  <a:lnTo>
                    <a:pt x="5641476" y="511979"/>
                  </a:lnTo>
                  <a:lnTo>
                    <a:pt x="5678325" y="566629"/>
                  </a:lnTo>
                  <a:lnTo>
                    <a:pt x="5715251" y="625012"/>
                  </a:lnTo>
                  <a:lnTo>
                    <a:pt x="5752391" y="687061"/>
                  </a:lnTo>
                  <a:lnTo>
                    <a:pt x="5789839" y="752624"/>
                  </a:lnTo>
                  <a:lnTo>
                    <a:pt x="5827647" y="821470"/>
                  </a:lnTo>
                  <a:lnTo>
                    <a:pt x="5865830" y="893278"/>
                  </a:lnTo>
                  <a:lnTo>
                    <a:pt x="5904370" y="967645"/>
                  </a:lnTo>
                  <a:lnTo>
                    <a:pt x="5943219" y="1044094"/>
                  </a:lnTo>
                  <a:lnTo>
                    <a:pt x="5982307" y="1122080"/>
                  </a:lnTo>
                  <a:lnTo>
                    <a:pt x="6021547" y="1201012"/>
                  </a:lnTo>
                  <a:lnTo>
                    <a:pt x="6060838" y="1280268"/>
                  </a:lnTo>
                  <a:lnTo>
                    <a:pt x="6100079" y="1359211"/>
                  </a:lnTo>
                  <a:lnTo>
                    <a:pt x="6139171" y="1437220"/>
                  </a:lnTo>
                  <a:lnTo>
                    <a:pt x="6178025" y="1513701"/>
                  </a:lnTo>
                  <a:lnTo>
                    <a:pt x="6216571" y="1588110"/>
                  </a:lnTo>
                  <a:lnTo>
                    <a:pt x="6254761" y="1659968"/>
                  </a:lnTo>
                  <a:lnTo>
                    <a:pt x="6292575" y="1728870"/>
                  </a:lnTo>
                  <a:lnTo>
                    <a:pt x="6330030" y="1794496"/>
                  </a:lnTo>
                  <a:lnTo>
                    <a:pt x="6367175" y="1856609"/>
                  </a:lnTo>
                  <a:lnTo>
                    <a:pt x="6404103" y="1915059"/>
                  </a:lnTo>
                  <a:lnTo>
                    <a:pt x="6440952" y="1969776"/>
                  </a:lnTo>
                  <a:lnTo>
                    <a:pt x="6477908" y="2020767"/>
                  </a:lnTo>
                  <a:lnTo>
                    <a:pt x="6515214" y="2068103"/>
                  </a:lnTo>
                  <a:lnTo>
                    <a:pt x="6515891" y="2068922"/>
                  </a:lnTo>
                  <a:lnTo>
                    <a:pt x="6562907" y="2122367"/>
                  </a:lnTo>
                  <a:lnTo>
                    <a:pt x="6611549" y="2170369"/>
                  </a:lnTo>
                  <a:lnTo>
                    <a:pt x="6662596" y="2213219"/>
                  </a:lnTo>
                  <a:lnTo>
                    <a:pt x="6716918" y="2251397"/>
                  </a:lnTo>
                  <a:lnTo>
                    <a:pt x="6775401" y="2285443"/>
                  </a:lnTo>
                  <a:lnTo>
                    <a:pt x="6838863" y="2315875"/>
                  </a:lnTo>
                  <a:lnTo>
                    <a:pt x="6907963" y="2343143"/>
                  </a:lnTo>
                  <a:lnTo>
                    <a:pt x="6983059" y="2367608"/>
                  </a:lnTo>
                  <a:lnTo>
                    <a:pt x="7064039" y="2389531"/>
                  </a:lnTo>
                  <a:lnTo>
                    <a:pt x="7150113" y="2409069"/>
                  </a:lnTo>
                  <a:lnTo>
                    <a:pt x="7239612" y="2426279"/>
                  </a:lnTo>
                  <a:lnTo>
                    <a:pt x="7329871" y="2441145"/>
                  </a:lnTo>
                  <a:lnTo>
                    <a:pt x="7417288" y="2453612"/>
                  </a:lnTo>
                  <a:lnTo>
                    <a:pt x="7497668" y="2463637"/>
                  </a:lnTo>
                  <a:lnTo>
                    <a:pt x="7566860" y="2471252"/>
                  </a:lnTo>
                  <a:lnTo>
                    <a:pt x="7621599" y="2476607"/>
                  </a:lnTo>
                  <a:lnTo>
                    <a:pt x="7660288" y="2479992"/>
                  </a:lnTo>
                  <a:lnTo>
                    <a:pt x="7683474" y="2481816"/>
                  </a:lnTo>
                  <a:lnTo>
                    <a:pt x="7693895" y="2482556"/>
                  </a:lnTo>
                  <a:lnTo>
                    <a:pt x="7696216" y="2482706"/>
                  </a:lnTo>
                  <a:lnTo>
                    <a:pt x="7696237" y="2482707"/>
                  </a:lnTo>
                  <a:lnTo>
                    <a:pt x="8234974" y="2482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8" name="pl1018"/>
            <p:cNvSpPr/>
            <p:nvPr/>
          </p:nvSpPr>
          <p:spPr>
            <a:xfrm>
              <a:off x="546595" y="1757695"/>
              <a:ext cx="8234974" cy="2482707"/>
            </a:xfrm>
            <a:custGeom>
              <a:avLst/>
              <a:pathLst>
                <a:path w="8234974" h="2482707">
                  <a:moveTo>
                    <a:pt x="8234974" y="2482707"/>
                  </a:move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76" y="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1" y="55"/>
                  </a:lnTo>
                  <a:lnTo>
                    <a:pt x="3838727" y="455"/>
                  </a:lnTo>
                  <a:lnTo>
                    <a:pt x="3818392" y="1558"/>
                  </a:lnTo>
                  <a:lnTo>
                    <a:pt x="3782538" y="3724"/>
                  </a:lnTo>
                  <a:lnTo>
                    <a:pt x="3730107" y="7268"/>
                  </a:lnTo>
                  <a:lnTo>
                    <a:pt x="3662358" y="12421"/>
                  </a:lnTo>
                  <a:lnTo>
                    <a:pt x="3582437" y="19312"/>
                  </a:lnTo>
                  <a:lnTo>
                    <a:pt x="3494578" y="27978"/>
                  </a:lnTo>
                  <a:lnTo>
                    <a:pt x="3403201" y="38393"/>
                  </a:lnTo>
                  <a:lnTo>
                    <a:pt x="3312173" y="50515"/>
                  </a:lnTo>
                  <a:lnTo>
                    <a:pt x="3224405" y="64326"/>
                  </a:lnTo>
                  <a:lnTo>
                    <a:pt x="3141743" y="79862"/>
                  </a:lnTo>
                  <a:lnTo>
                    <a:pt x="3065093" y="97233"/>
                  </a:lnTo>
                  <a:lnTo>
                    <a:pt x="2994619" y="116623"/>
                  </a:lnTo>
                  <a:lnTo>
                    <a:pt x="2929975" y="138294"/>
                  </a:lnTo>
                  <a:lnTo>
                    <a:pt x="2870488" y="162575"/>
                  </a:lnTo>
                  <a:lnTo>
                    <a:pt x="2815306" y="189846"/>
                  </a:lnTo>
                  <a:lnTo>
                    <a:pt x="2763508" y="220504"/>
                  </a:lnTo>
                  <a:lnTo>
                    <a:pt x="2714185" y="254903"/>
                  </a:lnTo>
                  <a:lnTo>
                    <a:pt x="2667772" y="292190"/>
                  </a:lnTo>
                  <a:lnTo>
                    <a:pt x="2625795" y="329948"/>
                  </a:lnTo>
                  <a:lnTo>
                    <a:pt x="2584227" y="370986"/>
                  </a:lnTo>
                  <a:lnTo>
                    <a:pt x="2542735" y="415365"/>
                  </a:lnTo>
                  <a:lnTo>
                    <a:pt x="2501074" y="463068"/>
                  </a:lnTo>
                  <a:lnTo>
                    <a:pt x="2459075" y="513992"/>
                  </a:lnTo>
                  <a:lnTo>
                    <a:pt x="2416641" y="567937"/>
                  </a:lnTo>
                  <a:lnTo>
                    <a:pt x="2373733" y="624609"/>
                  </a:lnTo>
                  <a:lnTo>
                    <a:pt x="2330369" y="683616"/>
                  </a:lnTo>
                  <a:lnTo>
                    <a:pt x="2286614" y="744482"/>
                  </a:lnTo>
                  <a:lnTo>
                    <a:pt x="2242570" y="806656"/>
                  </a:lnTo>
                  <a:lnTo>
                    <a:pt x="2198366" y="869534"/>
                  </a:lnTo>
                  <a:lnTo>
                    <a:pt x="2154146" y="932483"/>
                  </a:lnTo>
                  <a:lnTo>
                    <a:pt x="2110054" y="994868"/>
                  </a:lnTo>
                  <a:lnTo>
                    <a:pt x="2066224" y="1056076"/>
                  </a:lnTo>
                  <a:lnTo>
                    <a:pt x="2022766" y="1115542"/>
                  </a:lnTo>
                  <a:lnTo>
                    <a:pt x="1979753" y="1172773"/>
                  </a:lnTo>
                  <a:lnTo>
                    <a:pt x="1937214" y="1227356"/>
                  </a:lnTo>
                  <a:lnTo>
                    <a:pt x="1895124" y="1278975"/>
                  </a:lnTo>
                  <a:lnTo>
                    <a:pt x="1853400" y="1327409"/>
                  </a:lnTo>
                  <a:lnTo>
                    <a:pt x="1811889" y="1372535"/>
                  </a:lnTo>
                  <a:lnTo>
                    <a:pt x="1770363" y="1414316"/>
                  </a:lnTo>
                  <a:lnTo>
                    <a:pt x="1728511" y="1452798"/>
                  </a:lnTo>
                  <a:lnTo>
                    <a:pt x="1719082" y="1460950"/>
                  </a:lnTo>
                  <a:lnTo>
                    <a:pt x="1671388" y="1499197"/>
                  </a:lnTo>
                  <a:lnTo>
                    <a:pt x="1622011" y="1533494"/>
                  </a:lnTo>
                  <a:lnTo>
                    <a:pt x="1570135" y="1564057"/>
                  </a:lnTo>
                  <a:lnTo>
                    <a:pt x="1514851" y="1591243"/>
                  </a:lnTo>
                  <a:lnTo>
                    <a:pt x="1455238" y="1615450"/>
                  </a:lnTo>
                  <a:lnTo>
                    <a:pt x="1390447" y="1637057"/>
                  </a:lnTo>
                  <a:lnTo>
                    <a:pt x="1319813" y="1656391"/>
                  </a:lnTo>
                  <a:lnTo>
                    <a:pt x="1242998" y="1673711"/>
                  </a:lnTo>
                  <a:lnTo>
                    <a:pt x="1160186" y="1689201"/>
                  </a:lnTo>
                  <a:lnTo>
                    <a:pt x="1072302" y="1702967"/>
                  </a:lnTo>
                  <a:lnTo>
                    <a:pt x="981224" y="1715044"/>
                  </a:lnTo>
                  <a:lnTo>
                    <a:pt x="889886" y="1725413"/>
                  </a:lnTo>
                  <a:lnTo>
                    <a:pt x="802179" y="1734032"/>
                  </a:lnTo>
                  <a:lnTo>
                    <a:pt x="722528" y="1740877"/>
                  </a:lnTo>
                  <a:lnTo>
                    <a:pt x="655151" y="1745985"/>
                  </a:lnTo>
                  <a:lnTo>
                    <a:pt x="603153" y="1749488"/>
                  </a:lnTo>
                  <a:lnTo>
                    <a:pt x="567734" y="1751622"/>
                  </a:lnTo>
                  <a:lnTo>
                    <a:pt x="547774" y="1752703"/>
                  </a:lnTo>
                  <a:lnTo>
                    <a:pt x="539889" y="1753088"/>
                  </a:lnTo>
                  <a:lnTo>
                    <a:pt x="538736" y="1753140"/>
                  </a:lnTo>
                  <a:lnTo>
                    <a:pt x="0" y="1753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9" name="pg1019"/>
            <p:cNvSpPr/>
            <p:nvPr/>
          </p:nvSpPr>
          <p:spPr>
            <a:xfrm>
              <a:off x="546595" y="3440057"/>
              <a:ext cx="8234974" cy="1508135"/>
            </a:xfrm>
            <a:custGeom>
              <a:avLst/>
              <a:pathLst>
                <a:path w="8234974" h="1508135">
                  <a:moveTo>
                    <a:pt x="0" y="528119"/>
                  </a:moveTo>
                  <a:lnTo>
                    <a:pt x="538736" y="528119"/>
                  </a:lnTo>
                  <a:lnTo>
                    <a:pt x="540021" y="528152"/>
                  </a:lnTo>
                  <a:lnTo>
                    <a:pt x="548405" y="528382"/>
                  </a:lnTo>
                  <a:lnTo>
                    <a:pt x="569316" y="529018"/>
                  </a:lnTo>
                  <a:lnTo>
                    <a:pt x="606129" y="530266"/>
                  </a:lnTo>
                  <a:lnTo>
                    <a:pt x="659845" y="532306"/>
                  </a:lnTo>
                  <a:lnTo>
                    <a:pt x="729067" y="535270"/>
                  </a:lnTo>
                  <a:lnTo>
                    <a:pt x="810468" y="539228"/>
                  </a:lnTo>
                  <a:lnTo>
                    <a:pt x="899643" y="544197"/>
                  </a:lnTo>
                  <a:lnTo>
                    <a:pt x="992058" y="550163"/>
                  </a:lnTo>
                  <a:lnTo>
                    <a:pt x="1083803" y="557100"/>
                  </a:lnTo>
                  <a:lnTo>
                    <a:pt x="1171983" y="565002"/>
                  </a:lnTo>
                  <a:lnTo>
                    <a:pt x="1254805" y="573893"/>
                  </a:lnTo>
                  <a:lnTo>
                    <a:pt x="1331438" y="583840"/>
                  </a:lnTo>
                  <a:lnTo>
                    <a:pt x="1401790" y="594957"/>
                  </a:lnTo>
                  <a:lnTo>
                    <a:pt x="1466275" y="607400"/>
                  </a:lnTo>
                  <a:lnTo>
                    <a:pt x="1525623" y="621363"/>
                  </a:lnTo>
                  <a:lnTo>
                    <a:pt x="1580727" y="637069"/>
                  </a:lnTo>
                  <a:lnTo>
                    <a:pt x="1632542" y="654744"/>
                  </a:lnTo>
                  <a:lnTo>
                    <a:pt x="1681993" y="674584"/>
                  </a:lnTo>
                  <a:lnTo>
                    <a:pt x="1719082" y="691455"/>
                  </a:lnTo>
                  <a:lnTo>
                    <a:pt x="1767027" y="715733"/>
                  </a:lnTo>
                  <a:lnTo>
                    <a:pt x="1814504" y="742415"/>
                  </a:lnTo>
                  <a:lnTo>
                    <a:pt x="1861981" y="771539"/>
                  </a:lnTo>
                  <a:lnTo>
                    <a:pt x="1909782" y="803065"/>
                  </a:lnTo>
                  <a:lnTo>
                    <a:pt x="1958107" y="836867"/>
                  </a:lnTo>
                  <a:lnTo>
                    <a:pt x="2007042" y="872728"/>
                  </a:lnTo>
                  <a:lnTo>
                    <a:pt x="2056579" y="910337"/>
                  </a:lnTo>
                  <a:lnTo>
                    <a:pt x="2106626" y="949302"/>
                  </a:lnTo>
                  <a:lnTo>
                    <a:pt x="2157026" y="989160"/>
                  </a:lnTo>
                  <a:lnTo>
                    <a:pt x="2207582" y="1029399"/>
                  </a:lnTo>
                  <a:lnTo>
                    <a:pt x="2258078" y="1069490"/>
                  </a:lnTo>
                  <a:lnTo>
                    <a:pt x="2308302" y="1108908"/>
                  </a:lnTo>
                  <a:lnTo>
                    <a:pt x="2358079" y="1147167"/>
                  </a:lnTo>
                  <a:lnTo>
                    <a:pt x="2407286" y="1183841"/>
                  </a:lnTo>
                  <a:lnTo>
                    <a:pt x="2455874" y="1218582"/>
                  </a:lnTo>
                  <a:lnTo>
                    <a:pt x="2503888" y="1251130"/>
                  </a:lnTo>
                  <a:lnTo>
                    <a:pt x="2551476" y="1281321"/>
                  </a:lnTo>
                  <a:lnTo>
                    <a:pt x="2598905" y="1309078"/>
                  </a:lnTo>
                  <a:lnTo>
                    <a:pt x="2646575" y="1334404"/>
                  </a:lnTo>
                  <a:lnTo>
                    <a:pt x="2667772" y="1344799"/>
                  </a:lnTo>
                  <a:lnTo>
                    <a:pt x="2715959" y="1366386"/>
                  </a:lnTo>
                  <a:lnTo>
                    <a:pt x="2765872" y="1385720"/>
                  </a:lnTo>
                  <a:lnTo>
                    <a:pt x="2818352" y="1402928"/>
                  </a:lnTo>
                  <a:lnTo>
                    <a:pt x="2874340" y="1418216"/>
                  </a:lnTo>
                  <a:lnTo>
                    <a:pt x="2934783" y="1431815"/>
                  </a:lnTo>
                  <a:lnTo>
                    <a:pt x="3000548" y="1443939"/>
                  </a:lnTo>
                  <a:lnTo>
                    <a:pt x="3072309" y="1454778"/>
                  </a:lnTo>
                  <a:lnTo>
                    <a:pt x="3150382" y="1464477"/>
                  </a:lnTo>
                  <a:lnTo>
                    <a:pt x="3234529" y="1473138"/>
                  </a:lnTo>
                  <a:lnTo>
                    <a:pt x="3323717" y="1480819"/>
                  </a:lnTo>
                  <a:lnTo>
                    <a:pt x="3415909" y="1487537"/>
                  </a:lnTo>
                  <a:lnTo>
                    <a:pt x="3507962" y="1493278"/>
                  </a:lnTo>
                  <a:lnTo>
                    <a:pt x="3595774" y="1498017"/>
                  </a:lnTo>
                  <a:lnTo>
                    <a:pt x="3674765" y="1501746"/>
                  </a:lnTo>
                  <a:lnTo>
                    <a:pt x="3740691" y="1504490"/>
                  </a:lnTo>
                  <a:lnTo>
                    <a:pt x="3790599" y="1506337"/>
                  </a:lnTo>
                  <a:lnTo>
                    <a:pt x="3823613" y="1507428"/>
                  </a:lnTo>
                  <a:lnTo>
                    <a:pt x="3841295" y="1507954"/>
                  </a:lnTo>
                  <a:lnTo>
                    <a:pt x="3847518" y="1508121"/>
                  </a:lnTo>
                  <a:lnTo>
                    <a:pt x="3848118" y="1508135"/>
                  </a:lnTo>
                  <a:lnTo>
                    <a:pt x="4386855" y="1508135"/>
                  </a:lnTo>
                  <a:lnTo>
                    <a:pt x="4388116" y="1508087"/>
                  </a:lnTo>
                  <a:lnTo>
                    <a:pt x="4396352" y="1507741"/>
                  </a:lnTo>
                  <a:lnTo>
                    <a:pt x="4416904" y="1506784"/>
                  </a:lnTo>
                  <a:lnTo>
                    <a:pt x="4453121" y="1504905"/>
                  </a:lnTo>
                  <a:lnTo>
                    <a:pt x="4506038" y="1501834"/>
                  </a:lnTo>
                  <a:lnTo>
                    <a:pt x="4574347" y="1497369"/>
                  </a:lnTo>
                  <a:lnTo>
                    <a:pt x="4654831" y="1491400"/>
                  </a:lnTo>
                  <a:lnTo>
                    <a:pt x="4743191" y="1483900"/>
                  </a:lnTo>
                  <a:lnTo>
                    <a:pt x="4834966" y="1474890"/>
                  </a:lnTo>
                  <a:lnTo>
                    <a:pt x="4926270" y="1464406"/>
                  </a:lnTo>
                  <a:lnTo>
                    <a:pt x="5014198" y="1452463"/>
                  </a:lnTo>
                  <a:lnTo>
                    <a:pt x="5096924" y="1439026"/>
                  </a:lnTo>
                  <a:lnTo>
                    <a:pt x="5173570" y="1424000"/>
                  </a:lnTo>
                  <a:lnTo>
                    <a:pt x="5243998" y="1407219"/>
                  </a:lnTo>
                  <a:lnTo>
                    <a:pt x="5308582" y="1388454"/>
                  </a:lnTo>
                  <a:lnTo>
                    <a:pt x="5368016" y="1367416"/>
                  </a:lnTo>
                  <a:lnTo>
                    <a:pt x="5423166" y="1343775"/>
                  </a:lnTo>
                  <a:lnTo>
                    <a:pt x="5474969" y="1317186"/>
                  </a:lnTo>
                  <a:lnTo>
                    <a:pt x="5524337" y="1287347"/>
                  </a:lnTo>
                  <a:lnTo>
                    <a:pt x="5567201" y="1257687"/>
                  </a:lnTo>
                  <a:lnTo>
                    <a:pt x="5611035" y="1223816"/>
                  </a:lnTo>
                  <a:lnTo>
                    <a:pt x="5654441" y="1186875"/>
                  </a:lnTo>
                  <a:lnTo>
                    <a:pt x="5697790" y="1146809"/>
                  </a:lnTo>
                  <a:lnTo>
                    <a:pt x="5741353" y="1103643"/>
                  </a:lnTo>
                  <a:lnTo>
                    <a:pt x="5785306" y="1057492"/>
                  </a:lnTo>
                  <a:lnTo>
                    <a:pt x="5829750" y="1008570"/>
                  </a:lnTo>
                  <a:lnTo>
                    <a:pt x="5874711" y="957187"/>
                  </a:lnTo>
                  <a:lnTo>
                    <a:pt x="5920152" y="903752"/>
                  </a:lnTo>
                  <a:lnTo>
                    <a:pt x="5965984" y="848756"/>
                  </a:lnTo>
                  <a:lnTo>
                    <a:pt x="6012077" y="792758"/>
                  </a:lnTo>
                  <a:lnTo>
                    <a:pt x="6058276" y="736364"/>
                  </a:lnTo>
                  <a:lnTo>
                    <a:pt x="6104414" y="680195"/>
                  </a:lnTo>
                  <a:lnTo>
                    <a:pt x="6150333" y="624864"/>
                  </a:lnTo>
                  <a:lnTo>
                    <a:pt x="6195892" y="570946"/>
                  </a:lnTo>
                  <a:lnTo>
                    <a:pt x="6240991" y="518953"/>
                  </a:lnTo>
                  <a:lnTo>
                    <a:pt x="6285578" y="469317"/>
                  </a:lnTo>
                  <a:lnTo>
                    <a:pt x="6329661" y="422376"/>
                  </a:lnTo>
                  <a:lnTo>
                    <a:pt x="6373316" y="378371"/>
                  </a:lnTo>
                  <a:lnTo>
                    <a:pt x="6416702" y="337443"/>
                  </a:lnTo>
                  <a:lnTo>
                    <a:pt x="6460059" y="299642"/>
                  </a:lnTo>
                  <a:lnTo>
                    <a:pt x="6503731" y="264935"/>
                  </a:lnTo>
                  <a:lnTo>
                    <a:pt x="6515891" y="255893"/>
                  </a:lnTo>
                  <a:lnTo>
                    <a:pt x="6563773" y="222989"/>
                  </a:lnTo>
                  <a:lnTo>
                    <a:pt x="6613353" y="193497"/>
                  </a:lnTo>
                  <a:lnTo>
                    <a:pt x="6665458" y="167229"/>
                  </a:lnTo>
                  <a:lnTo>
                    <a:pt x="6721009" y="143873"/>
                  </a:lnTo>
                  <a:lnTo>
                    <a:pt x="6780937" y="123085"/>
                  </a:lnTo>
                  <a:lnTo>
                    <a:pt x="6846097" y="104538"/>
                  </a:lnTo>
                  <a:lnTo>
                    <a:pt x="6917158" y="87948"/>
                  </a:lnTo>
                  <a:lnTo>
                    <a:pt x="6994450" y="73092"/>
                  </a:lnTo>
                  <a:lnTo>
                    <a:pt x="7077769" y="59813"/>
                  </a:lnTo>
                  <a:lnTo>
                    <a:pt x="7166149" y="48022"/>
                  </a:lnTo>
                  <a:lnTo>
                    <a:pt x="7257654" y="37689"/>
                  </a:lnTo>
                  <a:lnTo>
                    <a:pt x="7349271" y="28833"/>
                  </a:lnTo>
                  <a:lnTo>
                    <a:pt x="7437028" y="21491"/>
                  </a:lnTo>
                  <a:lnTo>
                    <a:pt x="7516441" y="15681"/>
                  </a:lnTo>
                  <a:lnTo>
                    <a:pt x="7583280" y="11366"/>
                  </a:lnTo>
                  <a:lnTo>
                    <a:pt x="7634493" y="8429"/>
                  </a:lnTo>
                  <a:lnTo>
                    <a:pt x="7669001" y="6659"/>
                  </a:lnTo>
                  <a:lnTo>
                    <a:pt x="7688087" y="5780"/>
                  </a:lnTo>
                  <a:lnTo>
                    <a:pt x="7695323" y="547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6" y="48"/>
                  </a:lnTo>
                  <a:lnTo>
                    <a:pt x="7686741" y="394"/>
                  </a:lnTo>
                  <a:lnTo>
                    <a:pt x="7666189" y="1351"/>
                  </a:lnTo>
                  <a:lnTo>
                    <a:pt x="7629971" y="3230"/>
                  </a:lnTo>
                  <a:lnTo>
                    <a:pt x="7577054" y="6301"/>
                  </a:lnTo>
                  <a:lnTo>
                    <a:pt x="7508746" y="10766"/>
                  </a:lnTo>
                  <a:lnTo>
                    <a:pt x="7428262" y="16734"/>
                  </a:lnTo>
                  <a:lnTo>
                    <a:pt x="7339901" y="24235"/>
                  </a:lnTo>
                  <a:lnTo>
                    <a:pt x="7248126" y="33245"/>
                  </a:lnTo>
                  <a:lnTo>
                    <a:pt x="7156823" y="43729"/>
                  </a:lnTo>
                  <a:lnTo>
                    <a:pt x="7068894" y="55672"/>
                  </a:lnTo>
                  <a:lnTo>
                    <a:pt x="6986169" y="69109"/>
                  </a:lnTo>
                  <a:lnTo>
                    <a:pt x="6909523" y="84135"/>
                  </a:lnTo>
                  <a:lnTo>
                    <a:pt x="6839094" y="100916"/>
                  </a:lnTo>
                  <a:lnTo>
                    <a:pt x="6774510" y="119681"/>
                  </a:lnTo>
                  <a:lnTo>
                    <a:pt x="6715077" y="140719"/>
                  </a:lnTo>
                  <a:lnTo>
                    <a:pt x="6659926" y="164360"/>
                  </a:lnTo>
                  <a:lnTo>
                    <a:pt x="6608124" y="190948"/>
                  </a:lnTo>
                  <a:lnTo>
                    <a:pt x="6558755" y="220787"/>
                  </a:lnTo>
                  <a:lnTo>
                    <a:pt x="6515891" y="250448"/>
                  </a:lnTo>
                  <a:lnTo>
                    <a:pt x="6472057" y="284319"/>
                  </a:lnTo>
                  <a:lnTo>
                    <a:pt x="6428652" y="321259"/>
                  </a:lnTo>
                  <a:lnTo>
                    <a:pt x="6385302" y="361326"/>
                  </a:lnTo>
                  <a:lnTo>
                    <a:pt x="6341740" y="404492"/>
                  </a:lnTo>
                  <a:lnTo>
                    <a:pt x="6297786" y="450643"/>
                  </a:lnTo>
                  <a:lnTo>
                    <a:pt x="6253342" y="499565"/>
                  </a:lnTo>
                  <a:lnTo>
                    <a:pt x="6208381" y="550948"/>
                  </a:lnTo>
                  <a:lnTo>
                    <a:pt x="6162940" y="604383"/>
                  </a:lnTo>
                  <a:lnTo>
                    <a:pt x="6117109" y="659379"/>
                  </a:lnTo>
                  <a:lnTo>
                    <a:pt x="6071016" y="715377"/>
                  </a:lnTo>
                  <a:lnTo>
                    <a:pt x="6024817" y="771771"/>
                  </a:lnTo>
                  <a:lnTo>
                    <a:pt x="5978678" y="827940"/>
                  </a:lnTo>
                  <a:lnTo>
                    <a:pt x="5932760" y="883271"/>
                  </a:lnTo>
                  <a:lnTo>
                    <a:pt x="5887200" y="937189"/>
                  </a:lnTo>
                  <a:lnTo>
                    <a:pt x="5842101" y="989182"/>
                  </a:lnTo>
                  <a:lnTo>
                    <a:pt x="5797514" y="1038818"/>
                  </a:lnTo>
                  <a:lnTo>
                    <a:pt x="5753432" y="1085759"/>
                  </a:lnTo>
                  <a:lnTo>
                    <a:pt x="5709776" y="1129764"/>
                  </a:lnTo>
                  <a:lnTo>
                    <a:pt x="5666391" y="1170692"/>
                  </a:lnTo>
                  <a:lnTo>
                    <a:pt x="5623033" y="1208493"/>
                  </a:lnTo>
                  <a:lnTo>
                    <a:pt x="5579361" y="1243200"/>
                  </a:lnTo>
                  <a:lnTo>
                    <a:pt x="5567201" y="1252242"/>
                  </a:lnTo>
                  <a:lnTo>
                    <a:pt x="5519320" y="1285146"/>
                  </a:lnTo>
                  <a:lnTo>
                    <a:pt x="5469739" y="1314638"/>
                  </a:lnTo>
                  <a:lnTo>
                    <a:pt x="5417634" y="1340906"/>
                  </a:lnTo>
                  <a:lnTo>
                    <a:pt x="5362083" y="1364262"/>
                  </a:lnTo>
                  <a:lnTo>
                    <a:pt x="5302156" y="1385050"/>
                  </a:lnTo>
                  <a:lnTo>
                    <a:pt x="5236995" y="1403597"/>
                  </a:lnTo>
                  <a:lnTo>
                    <a:pt x="5165934" y="1420187"/>
                  </a:lnTo>
                  <a:lnTo>
                    <a:pt x="5088642" y="1435043"/>
                  </a:lnTo>
                  <a:lnTo>
                    <a:pt x="5005324" y="1448322"/>
                  </a:lnTo>
                  <a:lnTo>
                    <a:pt x="4916943" y="1460113"/>
                  </a:lnTo>
                  <a:lnTo>
                    <a:pt x="4825438" y="1470446"/>
                  </a:lnTo>
                  <a:lnTo>
                    <a:pt x="4733822" y="1479302"/>
                  </a:lnTo>
                  <a:lnTo>
                    <a:pt x="4646065" y="1486644"/>
                  </a:lnTo>
                  <a:lnTo>
                    <a:pt x="4566651" y="1492454"/>
                  </a:lnTo>
                  <a:lnTo>
                    <a:pt x="4499812" y="1496769"/>
                  </a:lnTo>
                  <a:lnTo>
                    <a:pt x="4448600" y="1499706"/>
                  </a:lnTo>
                  <a:lnTo>
                    <a:pt x="4414091" y="1501476"/>
                  </a:lnTo>
                  <a:lnTo>
                    <a:pt x="4395005" y="1502355"/>
                  </a:lnTo>
                  <a:lnTo>
                    <a:pt x="4387770" y="1502656"/>
                  </a:lnTo>
                  <a:lnTo>
                    <a:pt x="4386855" y="1502691"/>
                  </a:lnTo>
                  <a:lnTo>
                    <a:pt x="3848118" y="1502691"/>
                  </a:lnTo>
                  <a:lnTo>
                    <a:pt x="3846834" y="1502659"/>
                  </a:lnTo>
                  <a:lnTo>
                    <a:pt x="3838449" y="1502429"/>
                  </a:lnTo>
                  <a:lnTo>
                    <a:pt x="3817538" y="1501792"/>
                  </a:lnTo>
                  <a:lnTo>
                    <a:pt x="3780726" y="1500544"/>
                  </a:lnTo>
                  <a:lnTo>
                    <a:pt x="3727009" y="1498504"/>
                  </a:lnTo>
                  <a:lnTo>
                    <a:pt x="3657787" y="1495540"/>
                  </a:lnTo>
                  <a:lnTo>
                    <a:pt x="3576387" y="1491583"/>
                  </a:lnTo>
                  <a:lnTo>
                    <a:pt x="3487212" y="1486613"/>
                  </a:lnTo>
                  <a:lnTo>
                    <a:pt x="3394796" y="1480647"/>
                  </a:lnTo>
                  <a:lnTo>
                    <a:pt x="3303052" y="1473710"/>
                  </a:lnTo>
                  <a:lnTo>
                    <a:pt x="3214872" y="1465809"/>
                  </a:lnTo>
                  <a:lnTo>
                    <a:pt x="3132050" y="1456918"/>
                  </a:lnTo>
                  <a:lnTo>
                    <a:pt x="3055417" y="1446970"/>
                  </a:lnTo>
                  <a:lnTo>
                    <a:pt x="2985065" y="1435853"/>
                  </a:lnTo>
                  <a:lnTo>
                    <a:pt x="2920579" y="1423410"/>
                  </a:lnTo>
                  <a:lnTo>
                    <a:pt x="2861232" y="1409447"/>
                  </a:lnTo>
                  <a:lnTo>
                    <a:pt x="2806127" y="1393742"/>
                  </a:lnTo>
                  <a:lnTo>
                    <a:pt x="2754312" y="1376066"/>
                  </a:lnTo>
                  <a:lnTo>
                    <a:pt x="2704862" y="1356226"/>
                  </a:lnTo>
                  <a:lnTo>
                    <a:pt x="2667772" y="1339355"/>
                  </a:lnTo>
                  <a:lnTo>
                    <a:pt x="2619828" y="1315077"/>
                  </a:lnTo>
                  <a:lnTo>
                    <a:pt x="2572351" y="1288395"/>
                  </a:lnTo>
                  <a:lnTo>
                    <a:pt x="2524874" y="1259272"/>
                  </a:lnTo>
                  <a:lnTo>
                    <a:pt x="2477072" y="1227746"/>
                  </a:lnTo>
                  <a:lnTo>
                    <a:pt x="2428748" y="1193943"/>
                  </a:lnTo>
                  <a:lnTo>
                    <a:pt x="2379812" y="1158083"/>
                  </a:lnTo>
                  <a:lnTo>
                    <a:pt x="2330276" y="1120473"/>
                  </a:lnTo>
                  <a:lnTo>
                    <a:pt x="2280229" y="1081508"/>
                  </a:lnTo>
                  <a:lnTo>
                    <a:pt x="2229828" y="1041650"/>
                  </a:lnTo>
                  <a:lnTo>
                    <a:pt x="2179272" y="1001411"/>
                  </a:lnTo>
                  <a:lnTo>
                    <a:pt x="2128777" y="961321"/>
                  </a:lnTo>
                  <a:lnTo>
                    <a:pt x="2078552" y="921902"/>
                  </a:lnTo>
                  <a:lnTo>
                    <a:pt x="2028775" y="883643"/>
                  </a:lnTo>
                  <a:lnTo>
                    <a:pt x="1979569" y="846969"/>
                  </a:lnTo>
                  <a:lnTo>
                    <a:pt x="1930980" y="812228"/>
                  </a:lnTo>
                  <a:lnTo>
                    <a:pt x="1882966" y="779680"/>
                  </a:lnTo>
                  <a:lnTo>
                    <a:pt x="1835379" y="749489"/>
                  </a:lnTo>
                  <a:lnTo>
                    <a:pt x="1787950" y="721733"/>
                  </a:lnTo>
                  <a:lnTo>
                    <a:pt x="1740279" y="696406"/>
                  </a:lnTo>
                  <a:lnTo>
                    <a:pt x="1719082" y="686011"/>
                  </a:lnTo>
                  <a:lnTo>
                    <a:pt x="1670895" y="664424"/>
                  </a:lnTo>
                  <a:lnTo>
                    <a:pt x="1620983" y="645090"/>
                  </a:lnTo>
                  <a:lnTo>
                    <a:pt x="1568502" y="627882"/>
                  </a:lnTo>
                  <a:lnTo>
                    <a:pt x="1512515" y="612594"/>
                  </a:lnTo>
                  <a:lnTo>
                    <a:pt x="1452072" y="598996"/>
                  </a:lnTo>
                  <a:lnTo>
                    <a:pt x="1386306" y="586871"/>
                  </a:lnTo>
                  <a:lnTo>
                    <a:pt x="1314545" y="576032"/>
                  </a:lnTo>
                  <a:lnTo>
                    <a:pt x="1236472" y="566334"/>
                  </a:lnTo>
                  <a:lnTo>
                    <a:pt x="1152326" y="557672"/>
                  </a:lnTo>
                  <a:lnTo>
                    <a:pt x="1063138" y="549991"/>
                  </a:lnTo>
                  <a:lnTo>
                    <a:pt x="970946" y="543274"/>
                  </a:lnTo>
                  <a:lnTo>
                    <a:pt x="878893" y="537533"/>
                  </a:lnTo>
                  <a:lnTo>
                    <a:pt x="791081" y="532793"/>
                  </a:lnTo>
                  <a:lnTo>
                    <a:pt x="712089" y="529065"/>
                  </a:lnTo>
                  <a:lnTo>
                    <a:pt x="646163" y="526320"/>
                  </a:lnTo>
                  <a:lnTo>
                    <a:pt x="596256" y="524473"/>
                  </a:lnTo>
                  <a:lnTo>
                    <a:pt x="563241" y="523382"/>
                  </a:lnTo>
                  <a:lnTo>
                    <a:pt x="545560" y="522857"/>
                  </a:lnTo>
                  <a:lnTo>
                    <a:pt x="539336" y="522690"/>
                  </a:lnTo>
                  <a:lnTo>
                    <a:pt x="538736" y="522675"/>
                  </a:lnTo>
                  <a:lnTo>
                    <a:pt x="0" y="522675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20" name="pl1020"/>
            <p:cNvSpPr/>
            <p:nvPr/>
          </p:nvSpPr>
          <p:spPr>
            <a:xfrm>
              <a:off x="546595" y="3445501"/>
              <a:ext cx="8234974" cy="1502691"/>
            </a:xfrm>
            <a:custGeom>
              <a:avLst/>
              <a:pathLst>
                <a:path w="8234974" h="1502691">
                  <a:moveTo>
                    <a:pt x="0" y="522675"/>
                  </a:moveTo>
                  <a:lnTo>
                    <a:pt x="538736" y="522675"/>
                  </a:lnTo>
                  <a:lnTo>
                    <a:pt x="540021" y="522707"/>
                  </a:lnTo>
                  <a:lnTo>
                    <a:pt x="548405" y="522937"/>
                  </a:lnTo>
                  <a:lnTo>
                    <a:pt x="569316" y="523573"/>
                  </a:lnTo>
                  <a:lnTo>
                    <a:pt x="606129" y="524822"/>
                  </a:lnTo>
                  <a:lnTo>
                    <a:pt x="659845" y="526862"/>
                  </a:lnTo>
                  <a:lnTo>
                    <a:pt x="729067" y="529825"/>
                  </a:lnTo>
                  <a:lnTo>
                    <a:pt x="810468" y="533783"/>
                  </a:lnTo>
                  <a:lnTo>
                    <a:pt x="899643" y="538753"/>
                  </a:lnTo>
                  <a:lnTo>
                    <a:pt x="992058" y="544718"/>
                  </a:lnTo>
                  <a:lnTo>
                    <a:pt x="1083803" y="551656"/>
                  </a:lnTo>
                  <a:lnTo>
                    <a:pt x="1171983" y="559557"/>
                  </a:lnTo>
                  <a:lnTo>
                    <a:pt x="1254805" y="568448"/>
                  </a:lnTo>
                  <a:lnTo>
                    <a:pt x="1331438" y="578396"/>
                  </a:lnTo>
                  <a:lnTo>
                    <a:pt x="1401790" y="589513"/>
                  </a:lnTo>
                  <a:lnTo>
                    <a:pt x="1466275" y="601955"/>
                  </a:lnTo>
                  <a:lnTo>
                    <a:pt x="1525623" y="615919"/>
                  </a:lnTo>
                  <a:lnTo>
                    <a:pt x="1580727" y="631624"/>
                  </a:lnTo>
                  <a:lnTo>
                    <a:pt x="1632542" y="649299"/>
                  </a:lnTo>
                  <a:lnTo>
                    <a:pt x="1681993" y="669140"/>
                  </a:lnTo>
                  <a:lnTo>
                    <a:pt x="1719082" y="686011"/>
                  </a:lnTo>
                  <a:lnTo>
                    <a:pt x="1767027" y="710289"/>
                  </a:lnTo>
                  <a:lnTo>
                    <a:pt x="1814504" y="736971"/>
                  </a:lnTo>
                  <a:lnTo>
                    <a:pt x="1861981" y="766094"/>
                  </a:lnTo>
                  <a:lnTo>
                    <a:pt x="1909782" y="797620"/>
                  </a:lnTo>
                  <a:lnTo>
                    <a:pt x="1958107" y="831422"/>
                  </a:lnTo>
                  <a:lnTo>
                    <a:pt x="2007042" y="867283"/>
                  </a:lnTo>
                  <a:lnTo>
                    <a:pt x="2056579" y="904893"/>
                  </a:lnTo>
                  <a:lnTo>
                    <a:pt x="2106626" y="943858"/>
                  </a:lnTo>
                  <a:lnTo>
                    <a:pt x="2157026" y="983715"/>
                  </a:lnTo>
                  <a:lnTo>
                    <a:pt x="2207582" y="1023955"/>
                  </a:lnTo>
                  <a:lnTo>
                    <a:pt x="2258078" y="1064045"/>
                  </a:lnTo>
                  <a:lnTo>
                    <a:pt x="2308302" y="1103463"/>
                  </a:lnTo>
                  <a:lnTo>
                    <a:pt x="2358079" y="1141723"/>
                  </a:lnTo>
                  <a:lnTo>
                    <a:pt x="2407286" y="1178397"/>
                  </a:lnTo>
                  <a:lnTo>
                    <a:pt x="2455874" y="1213137"/>
                  </a:lnTo>
                  <a:lnTo>
                    <a:pt x="2503888" y="1245686"/>
                  </a:lnTo>
                  <a:lnTo>
                    <a:pt x="2551476" y="1275877"/>
                  </a:lnTo>
                  <a:lnTo>
                    <a:pt x="2598905" y="1303633"/>
                  </a:lnTo>
                  <a:lnTo>
                    <a:pt x="2646575" y="1328960"/>
                  </a:lnTo>
                  <a:lnTo>
                    <a:pt x="2667772" y="1339355"/>
                  </a:lnTo>
                  <a:lnTo>
                    <a:pt x="2715959" y="1360942"/>
                  </a:lnTo>
                  <a:lnTo>
                    <a:pt x="2765872" y="1380276"/>
                  </a:lnTo>
                  <a:lnTo>
                    <a:pt x="2818352" y="1397483"/>
                  </a:lnTo>
                  <a:lnTo>
                    <a:pt x="2874340" y="1412772"/>
                  </a:lnTo>
                  <a:lnTo>
                    <a:pt x="2934783" y="1426370"/>
                  </a:lnTo>
                  <a:lnTo>
                    <a:pt x="3000548" y="1438495"/>
                  </a:lnTo>
                  <a:lnTo>
                    <a:pt x="3072309" y="1449333"/>
                  </a:lnTo>
                  <a:lnTo>
                    <a:pt x="3150382" y="1459032"/>
                  </a:lnTo>
                  <a:lnTo>
                    <a:pt x="3234529" y="1467693"/>
                  </a:lnTo>
                  <a:lnTo>
                    <a:pt x="3323717" y="1475375"/>
                  </a:lnTo>
                  <a:lnTo>
                    <a:pt x="3415909" y="1482092"/>
                  </a:lnTo>
                  <a:lnTo>
                    <a:pt x="3507962" y="1487833"/>
                  </a:lnTo>
                  <a:lnTo>
                    <a:pt x="3595774" y="1492573"/>
                  </a:lnTo>
                  <a:lnTo>
                    <a:pt x="3674765" y="1496301"/>
                  </a:lnTo>
                  <a:lnTo>
                    <a:pt x="3740691" y="1499046"/>
                  </a:lnTo>
                  <a:lnTo>
                    <a:pt x="3790599" y="1500892"/>
                  </a:lnTo>
                  <a:lnTo>
                    <a:pt x="3823613" y="1501984"/>
                  </a:lnTo>
                  <a:lnTo>
                    <a:pt x="3841295" y="1502509"/>
                  </a:lnTo>
                  <a:lnTo>
                    <a:pt x="3847518" y="1502676"/>
                  </a:lnTo>
                  <a:lnTo>
                    <a:pt x="3848118" y="1502691"/>
                  </a:lnTo>
                  <a:lnTo>
                    <a:pt x="4386855" y="1502691"/>
                  </a:lnTo>
                  <a:lnTo>
                    <a:pt x="4388116" y="1502642"/>
                  </a:lnTo>
                  <a:lnTo>
                    <a:pt x="4396352" y="1502296"/>
                  </a:lnTo>
                  <a:lnTo>
                    <a:pt x="4416904" y="1501339"/>
                  </a:lnTo>
                  <a:lnTo>
                    <a:pt x="4453121" y="1499461"/>
                  </a:lnTo>
                  <a:lnTo>
                    <a:pt x="4506038" y="1496389"/>
                  </a:lnTo>
                  <a:lnTo>
                    <a:pt x="4574347" y="1491924"/>
                  </a:lnTo>
                  <a:lnTo>
                    <a:pt x="4654831" y="1485956"/>
                  </a:lnTo>
                  <a:lnTo>
                    <a:pt x="4743191" y="1478455"/>
                  </a:lnTo>
                  <a:lnTo>
                    <a:pt x="4834966" y="1469445"/>
                  </a:lnTo>
                  <a:lnTo>
                    <a:pt x="4926270" y="1458962"/>
                  </a:lnTo>
                  <a:lnTo>
                    <a:pt x="5014198" y="1447018"/>
                  </a:lnTo>
                  <a:lnTo>
                    <a:pt x="5096924" y="1433582"/>
                  </a:lnTo>
                  <a:lnTo>
                    <a:pt x="5173570" y="1418555"/>
                  </a:lnTo>
                  <a:lnTo>
                    <a:pt x="5243998" y="1401774"/>
                  </a:lnTo>
                  <a:lnTo>
                    <a:pt x="5308582" y="1383009"/>
                  </a:lnTo>
                  <a:lnTo>
                    <a:pt x="5368016" y="1361972"/>
                  </a:lnTo>
                  <a:lnTo>
                    <a:pt x="5423166" y="1338331"/>
                  </a:lnTo>
                  <a:lnTo>
                    <a:pt x="5474969" y="1311742"/>
                  </a:lnTo>
                  <a:lnTo>
                    <a:pt x="5524337" y="1281903"/>
                  </a:lnTo>
                  <a:lnTo>
                    <a:pt x="5567201" y="1252242"/>
                  </a:lnTo>
                  <a:lnTo>
                    <a:pt x="5611035" y="1218372"/>
                  </a:lnTo>
                  <a:lnTo>
                    <a:pt x="5654441" y="1181431"/>
                  </a:lnTo>
                  <a:lnTo>
                    <a:pt x="5697790" y="1141365"/>
                  </a:lnTo>
                  <a:lnTo>
                    <a:pt x="5741353" y="1098198"/>
                  </a:lnTo>
                  <a:lnTo>
                    <a:pt x="5785306" y="1052048"/>
                  </a:lnTo>
                  <a:lnTo>
                    <a:pt x="5829750" y="1003125"/>
                  </a:lnTo>
                  <a:lnTo>
                    <a:pt x="5874711" y="951743"/>
                  </a:lnTo>
                  <a:lnTo>
                    <a:pt x="5920152" y="898307"/>
                  </a:lnTo>
                  <a:lnTo>
                    <a:pt x="5965984" y="843311"/>
                  </a:lnTo>
                  <a:lnTo>
                    <a:pt x="6012077" y="787314"/>
                  </a:lnTo>
                  <a:lnTo>
                    <a:pt x="6058276" y="730919"/>
                  </a:lnTo>
                  <a:lnTo>
                    <a:pt x="6104414" y="674751"/>
                  </a:lnTo>
                  <a:lnTo>
                    <a:pt x="6150333" y="619420"/>
                  </a:lnTo>
                  <a:lnTo>
                    <a:pt x="6195892" y="565502"/>
                  </a:lnTo>
                  <a:lnTo>
                    <a:pt x="6240991" y="513509"/>
                  </a:lnTo>
                  <a:lnTo>
                    <a:pt x="6285578" y="463872"/>
                  </a:lnTo>
                  <a:lnTo>
                    <a:pt x="6329661" y="416931"/>
                  </a:lnTo>
                  <a:lnTo>
                    <a:pt x="6373316" y="372926"/>
                  </a:lnTo>
                  <a:lnTo>
                    <a:pt x="6416702" y="331999"/>
                  </a:lnTo>
                  <a:lnTo>
                    <a:pt x="6460059" y="294198"/>
                  </a:lnTo>
                  <a:lnTo>
                    <a:pt x="6503731" y="259490"/>
                  </a:lnTo>
                  <a:lnTo>
                    <a:pt x="6515891" y="250448"/>
                  </a:lnTo>
                  <a:lnTo>
                    <a:pt x="6563773" y="217544"/>
                  </a:lnTo>
                  <a:lnTo>
                    <a:pt x="6613353" y="188053"/>
                  </a:lnTo>
                  <a:lnTo>
                    <a:pt x="6665458" y="161784"/>
                  </a:lnTo>
                  <a:lnTo>
                    <a:pt x="6721009" y="138428"/>
                  </a:lnTo>
                  <a:lnTo>
                    <a:pt x="6780937" y="117640"/>
                  </a:lnTo>
                  <a:lnTo>
                    <a:pt x="6846097" y="99093"/>
                  </a:lnTo>
                  <a:lnTo>
                    <a:pt x="6917158" y="82503"/>
                  </a:lnTo>
                  <a:lnTo>
                    <a:pt x="6994450" y="67648"/>
                  </a:lnTo>
                  <a:lnTo>
                    <a:pt x="7077769" y="54369"/>
                  </a:lnTo>
                  <a:lnTo>
                    <a:pt x="7166149" y="42577"/>
                  </a:lnTo>
                  <a:lnTo>
                    <a:pt x="7257654" y="32245"/>
                  </a:lnTo>
                  <a:lnTo>
                    <a:pt x="7349271" y="23389"/>
                  </a:lnTo>
                  <a:lnTo>
                    <a:pt x="7437028" y="16046"/>
                  </a:lnTo>
                  <a:lnTo>
                    <a:pt x="7516441" y="10236"/>
                  </a:lnTo>
                  <a:lnTo>
                    <a:pt x="7583280" y="5922"/>
                  </a:lnTo>
                  <a:lnTo>
                    <a:pt x="7634493" y="2984"/>
                  </a:lnTo>
                  <a:lnTo>
                    <a:pt x="7669001" y="1215"/>
                  </a:lnTo>
                  <a:lnTo>
                    <a:pt x="7688087" y="335"/>
                  </a:lnTo>
                  <a:lnTo>
                    <a:pt x="7695323" y="3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1" name="pl1021"/>
            <p:cNvSpPr/>
            <p:nvPr/>
          </p:nvSpPr>
          <p:spPr>
            <a:xfrm>
              <a:off x="546595" y="3440057"/>
              <a:ext cx="8234974" cy="1502691"/>
            </a:xfrm>
            <a:custGeom>
              <a:avLst/>
              <a:pathLst>
                <a:path w="8234974" h="1502691">
                  <a:moveTo>
                    <a:pt x="8234974" y="0"/>
                  </a:moveTo>
                  <a:lnTo>
                    <a:pt x="7696237" y="0"/>
                  </a:lnTo>
                  <a:lnTo>
                    <a:pt x="7694976" y="48"/>
                  </a:lnTo>
                  <a:lnTo>
                    <a:pt x="7686741" y="394"/>
                  </a:lnTo>
                  <a:lnTo>
                    <a:pt x="7666189" y="1351"/>
                  </a:lnTo>
                  <a:lnTo>
                    <a:pt x="7629971" y="3230"/>
                  </a:lnTo>
                  <a:lnTo>
                    <a:pt x="7577054" y="6301"/>
                  </a:lnTo>
                  <a:lnTo>
                    <a:pt x="7508746" y="10766"/>
                  </a:lnTo>
                  <a:lnTo>
                    <a:pt x="7428262" y="16734"/>
                  </a:lnTo>
                  <a:lnTo>
                    <a:pt x="7339901" y="24235"/>
                  </a:lnTo>
                  <a:lnTo>
                    <a:pt x="7248126" y="33245"/>
                  </a:lnTo>
                  <a:lnTo>
                    <a:pt x="7156823" y="43729"/>
                  </a:lnTo>
                  <a:lnTo>
                    <a:pt x="7068894" y="55672"/>
                  </a:lnTo>
                  <a:lnTo>
                    <a:pt x="6986169" y="69109"/>
                  </a:lnTo>
                  <a:lnTo>
                    <a:pt x="6909523" y="84135"/>
                  </a:lnTo>
                  <a:lnTo>
                    <a:pt x="6839094" y="100916"/>
                  </a:lnTo>
                  <a:lnTo>
                    <a:pt x="6774510" y="119681"/>
                  </a:lnTo>
                  <a:lnTo>
                    <a:pt x="6715077" y="140719"/>
                  </a:lnTo>
                  <a:lnTo>
                    <a:pt x="6659926" y="164360"/>
                  </a:lnTo>
                  <a:lnTo>
                    <a:pt x="6608124" y="190948"/>
                  </a:lnTo>
                  <a:lnTo>
                    <a:pt x="6558755" y="220787"/>
                  </a:lnTo>
                  <a:lnTo>
                    <a:pt x="6515891" y="250448"/>
                  </a:lnTo>
                  <a:lnTo>
                    <a:pt x="6472057" y="284319"/>
                  </a:lnTo>
                  <a:lnTo>
                    <a:pt x="6428652" y="321259"/>
                  </a:lnTo>
                  <a:lnTo>
                    <a:pt x="6385302" y="361326"/>
                  </a:lnTo>
                  <a:lnTo>
                    <a:pt x="6341740" y="404492"/>
                  </a:lnTo>
                  <a:lnTo>
                    <a:pt x="6297786" y="450643"/>
                  </a:lnTo>
                  <a:lnTo>
                    <a:pt x="6253342" y="499565"/>
                  </a:lnTo>
                  <a:lnTo>
                    <a:pt x="6208381" y="550948"/>
                  </a:lnTo>
                  <a:lnTo>
                    <a:pt x="6162940" y="604383"/>
                  </a:lnTo>
                  <a:lnTo>
                    <a:pt x="6117109" y="659379"/>
                  </a:lnTo>
                  <a:lnTo>
                    <a:pt x="6071016" y="715377"/>
                  </a:lnTo>
                  <a:lnTo>
                    <a:pt x="6024817" y="771771"/>
                  </a:lnTo>
                  <a:lnTo>
                    <a:pt x="5978678" y="827940"/>
                  </a:lnTo>
                  <a:lnTo>
                    <a:pt x="5932760" y="883271"/>
                  </a:lnTo>
                  <a:lnTo>
                    <a:pt x="5887200" y="937189"/>
                  </a:lnTo>
                  <a:lnTo>
                    <a:pt x="5842101" y="989182"/>
                  </a:lnTo>
                  <a:lnTo>
                    <a:pt x="5797514" y="1038818"/>
                  </a:lnTo>
                  <a:lnTo>
                    <a:pt x="5753432" y="1085759"/>
                  </a:lnTo>
                  <a:lnTo>
                    <a:pt x="5709776" y="1129764"/>
                  </a:lnTo>
                  <a:lnTo>
                    <a:pt x="5666391" y="1170692"/>
                  </a:lnTo>
                  <a:lnTo>
                    <a:pt x="5623033" y="1208493"/>
                  </a:lnTo>
                  <a:lnTo>
                    <a:pt x="5579361" y="1243200"/>
                  </a:lnTo>
                  <a:lnTo>
                    <a:pt x="5567201" y="1252242"/>
                  </a:lnTo>
                  <a:lnTo>
                    <a:pt x="5519320" y="1285146"/>
                  </a:lnTo>
                  <a:lnTo>
                    <a:pt x="5469739" y="1314638"/>
                  </a:lnTo>
                  <a:lnTo>
                    <a:pt x="5417634" y="1340906"/>
                  </a:lnTo>
                  <a:lnTo>
                    <a:pt x="5362083" y="1364262"/>
                  </a:lnTo>
                  <a:lnTo>
                    <a:pt x="5302156" y="1385050"/>
                  </a:lnTo>
                  <a:lnTo>
                    <a:pt x="5236995" y="1403597"/>
                  </a:lnTo>
                  <a:lnTo>
                    <a:pt x="5165934" y="1420187"/>
                  </a:lnTo>
                  <a:lnTo>
                    <a:pt x="5088642" y="1435043"/>
                  </a:lnTo>
                  <a:lnTo>
                    <a:pt x="5005324" y="1448322"/>
                  </a:lnTo>
                  <a:lnTo>
                    <a:pt x="4916943" y="1460113"/>
                  </a:lnTo>
                  <a:lnTo>
                    <a:pt x="4825438" y="1470446"/>
                  </a:lnTo>
                  <a:lnTo>
                    <a:pt x="4733822" y="1479302"/>
                  </a:lnTo>
                  <a:lnTo>
                    <a:pt x="4646065" y="1486644"/>
                  </a:lnTo>
                  <a:lnTo>
                    <a:pt x="4566651" y="1492454"/>
                  </a:lnTo>
                  <a:lnTo>
                    <a:pt x="4499812" y="1496769"/>
                  </a:lnTo>
                  <a:lnTo>
                    <a:pt x="4448600" y="1499706"/>
                  </a:lnTo>
                  <a:lnTo>
                    <a:pt x="4414091" y="1501476"/>
                  </a:lnTo>
                  <a:lnTo>
                    <a:pt x="4395005" y="1502355"/>
                  </a:lnTo>
                  <a:lnTo>
                    <a:pt x="4387770" y="1502656"/>
                  </a:lnTo>
                  <a:lnTo>
                    <a:pt x="4386855" y="1502691"/>
                  </a:lnTo>
                  <a:lnTo>
                    <a:pt x="3848118" y="1502691"/>
                  </a:lnTo>
                  <a:lnTo>
                    <a:pt x="3846834" y="1502659"/>
                  </a:lnTo>
                  <a:lnTo>
                    <a:pt x="3838449" y="1502429"/>
                  </a:lnTo>
                  <a:lnTo>
                    <a:pt x="3817538" y="1501792"/>
                  </a:lnTo>
                  <a:lnTo>
                    <a:pt x="3780726" y="1500544"/>
                  </a:lnTo>
                  <a:lnTo>
                    <a:pt x="3727009" y="1498504"/>
                  </a:lnTo>
                  <a:lnTo>
                    <a:pt x="3657787" y="1495540"/>
                  </a:lnTo>
                  <a:lnTo>
                    <a:pt x="3576387" y="1491583"/>
                  </a:lnTo>
                  <a:lnTo>
                    <a:pt x="3487212" y="1486613"/>
                  </a:lnTo>
                  <a:lnTo>
                    <a:pt x="3394796" y="1480647"/>
                  </a:lnTo>
                  <a:lnTo>
                    <a:pt x="3303052" y="1473710"/>
                  </a:lnTo>
                  <a:lnTo>
                    <a:pt x="3214872" y="1465809"/>
                  </a:lnTo>
                  <a:lnTo>
                    <a:pt x="3132050" y="1456918"/>
                  </a:lnTo>
                  <a:lnTo>
                    <a:pt x="3055417" y="1446970"/>
                  </a:lnTo>
                  <a:lnTo>
                    <a:pt x="2985065" y="1435853"/>
                  </a:lnTo>
                  <a:lnTo>
                    <a:pt x="2920579" y="1423410"/>
                  </a:lnTo>
                  <a:lnTo>
                    <a:pt x="2861232" y="1409447"/>
                  </a:lnTo>
                  <a:lnTo>
                    <a:pt x="2806127" y="1393742"/>
                  </a:lnTo>
                  <a:lnTo>
                    <a:pt x="2754312" y="1376066"/>
                  </a:lnTo>
                  <a:lnTo>
                    <a:pt x="2704862" y="1356226"/>
                  </a:lnTo>
                  <a:lnTo>
                    <a:pt x="2667772" y="1339355"/>
                  </a:lnTo>
                  <a:lnTo>
                    <a:pt x="2619828" y="1315077"/>
                  </a:lnTo>
                  <a:lnTo>
                    <a:pt x="2572351" y="1288395"/>
                  </a:lnTo>
                  <a:lnTo>
                    <a:pt x="2524874" y="1259272"/>
                  </a:lnTo>
                  <a:lnTo>
                    <a:pt x="2477072" y="1227746"/>
                  </a:lnTo>
                  <a:lnTo>
                    <a:pt x="2428748" y="1193943"/>
                  </a:lnTo>
                  <a:lnTo>
                    <a:pt x="2379812" y="1158083"/>
                  </a:lnTo>
                  <a:lnTo>
                    <a:pt x="2330276" y="1120473"/>
                  </a:lnTo>
                  <a:lnTo>
                    <a:pt x="2280229" y="1081508"/>
                  </a:lnTo>
                  <a:lnTo>
                    <a:pt x="2229828" y="1041650"/>
                  </a:lnTo>
                  <a:lnTo>
                    <a:pt x="2179272" y="1001411"/>
                  </a:lnTo>
                  <a:lnTo>
                    <a:pt x="2128777" y="961321"/>
                  </a:lnTo>
                  <a:lnTo>
                    <a:pt x="2078552" y="921902"/>
                  </a:lnTo>
                  <a:lnTo>
                    <a:pt x="2028775" y="883643"/>
                  </a:lnTo>
                  <a:lnTo>
                    <a:pt x="1979569" y="846969"/>
                  </a:lnTo>
                  <a:lnTo>
                    <a:pt x="1930980" y="812228"/>
                  </a:lnTo>
                  <a:lnTo>
                    <a:pt x="1882966" y="779680"/>
                  </a:lnTo>
                  <a:lnTo>
                    <a:pt x="1835379" y="749489"/>
                  </a:lnTo>
                  <a:lnTo>
                    <a:pt x="1787950" y="721733"/>
                  </a:lnTo>
                  <a:lnTo>
                    <a:pt x="1740279" y="696406"/>
                  </a:lnTo>
                  <a:lnTo>
                    <a:pt x="1719082" y="686011"/>
                  </a:lnTo>
                  <a:lnTo>
                    <a:pt x="1670895" y="664424"/>
                  </a:lnTo>
                  <a:lnTo>
                    <a:pt x="1620983" y="645090"/>
                  </a:lnTo>
                  <a:lnTo>
                    <a:pt x="1568502" y="627882"/>
                  </a:lnTo>
                  <a:lnTo>
                    <a:pt x="1512515" y="612594"/>
                  </a:lnTo>
                  <a:lnTo>
                    <a:pt x="1452072" y="598996"/>
                  </a:lnTo>
                  <a:lnTo>
                    <a:pt x="1386306" y="586871"/>
                  </a:lnTo>
                  <a:lnTo>
                    <a:pt x="1314545" y="576032"/>
                  </a:lnTo>
                  <a:lnTo>
                    <a:pt x="1236472" y="566334"/>
                  </a:lnTo>
                  <a:lnTo>
                    <a:pt x="1152326" y="557672"/>
                  </a:lnTo>
                  <a:lnTo>
                    <a:pt x="1063138" y="549991"/>
                  </a:lnTo>
                  <a:lnTo>
                    <a:pt x="970946" y="543274"/>
                  </a:lnTo>
                  <a:lnTo>
                    <a:pt x="878893" y="537533"/>
                  </a:lnTo>
                  <a:lnTo>
                    <a:pt x="791081" y="532793"/>
                  </a:lnTo>
                  <a:lnTo>
                    <a:pt x="712089" y="529065"/>
                  </a:lnTo>
                  <a:lnTo>
                    <a:pt x="646163" y="526320"/>
                  </a:lnTo>
                  <a:lnTo>
                    <a:pt x="596256" y="524473"/>
                  </a:lnTo>
                  <a:lnTo>
                    <a:pt x="563241" y="523382"/>
                  </a:lnTo>
                  <a:lnTo>
                    <a:pt x="545560" y="522857"/>
                  </a:lnTo>
                  <a:lnTo>
                    <a:pt x="539336" y="522690"/>
                  </a:lnTo>
                  <a:lnTo>
                    <a:pt x="538736" y="522675"/>
                  </a:lnTo>
                  <a:lnTo>
                    <a:pt x="0" y="522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2" name="pg1022"/>
            <p:cNvSpPr/>
            <p:nvPr/>
          </p:nvSpPr>
          <p:spPr>
            <a:xfrm>
              <a:off x="546595" y="3875619"/>
              <a:ext cx="8234974" cy="1083462"/>
            </a:xfrm>
            <a:custGeom>
              <a:avLst/>
              <a:pathLst>
                <a:path w="8234974" h="1083462">
                  <a:moveTo>
                    <a:pt x="0" y="103446"/>
                  </a:moveTo>
                  <a:lnTo>
                    <a:pt x="538736" y="103446"/>
                  </a:lnTo>
                  <a:lnTo>
                    <a:pt x="540021" y="103478"/>
                  </a:lnTo>
                  <a:lnTo>
                    <a:pt x="548405" y="103708"/>
                  </a:lnTo>
                  <a:lnTo>
                    <a:pt x="569316" y="104344"/>
                  </a:lnTo>
                  <a:lnTo>
                    <a:pt x="606129" y="105592"/>
                  </a:lnTo>
                  <a:lnTo>
                    <a:pt x="659845" y="107633"/>
                  </a:lnTo>
                  <a:lnTo>
                    <a:pt x="729067" y="110596"/>
                  </a:lnTo>
                  <a:lnTo>
                    <a:pt x="810468" y="114554"/>
                  </a:lnTo>
                  <a:lnTo>
                    <a:pt x="899643" y="119524"/>
                  </a:lnTo>
                  <a:lnTo>
                    <a:pt x="992058" y="125489"/>
                  </a:lnTo>
                  <a:lnTo>
                    <a:pt x="1083803" y="132426"/>
                  </a:lnTo>
                  <a:lnTo>
                    <a:pt x="1171983" y="140328"/>
                  </a:lnTo>
                  <a:lnTo>
                    <a:pt x="1254805" y="149219"/>
                  </a:lnTo>
                  <a:lnTo>
                    <a:pt x="1331438" y="159167"/>
                  </a:lnTo>
                  <a:lnTo>
                    <a:pt x="1401790" y="170284"/>
                  </a:lnTo>
                  <a:lnTo>
                    <a:pt x="1466275" y="182726"/>
                  </a:lnTo>
                  <a:lnTo>
                    <a:pt x="1525623" y="196689"/>
                  </a:lnTo>
                  <a:lnTo>
                    <a:pt x="1580727" y="212395"/>
                  </a:lnTo>
                  <a:lnTo>
                    <a:pt x="1632542" y="230070"/>
                  </a:lnTo>
                  <a:lnTo>
                    <a:pt x="1681993" y="249911"/>
                  </a:lnTo>
                  <a:lnTo>
                    <a:pt x="1719082" y="266782"/>
                  </a:lnTo>
                  <a:lnTo>
                    <a:pt x="1767027" y="291060"/>
                  </a:lnTo>
                  <a:lnTo>
                    <a:pt x="1814504" y="317741"/>
                  </a:lnTo>
                  <a:lnTo>
                    <a:pt x="1861981" y="346865"/>
                  </a:lnTo>
                  <a:lnTo>
                    <a:pt x="1909782" y="378391"/>
                  </a:lnTo>
                  <a:lnTo>
                    <a:pt x="1958107" y="412193"/>
                  </a:lnTo>
                  <a:lnTo>
                    <a:pt x="2007042" y="448054"/>
                  </a:lnTo>
                  <a:lnTo>
                    <a:pt x="2056579" y="485664"/>
                  </a:lnTo>
                  <a:lnTo>
                    <a:pt x="2106626" y="524629"/>
                  </a:lnTo>
                  <a:lnTo>
                    <a:pt x="2157026" y="564486"/>
                  </a:lnTo>
                  <a:lnTo>
                    <a:pt x="2207582" y="604726"/>
                  </a:lnTo>
                  <a:lnTo>
                    <a:pt x="2258078" y="644816"/>
                  </a:lnTo>
                  <a:lnTo>
                    <a:pt x="2308302" y="684234"/>
                  </a:lnTo>
                  <a:lnTo>
                    <a:pt x="2358079" y="722494"/>
                  </a:lnTo>
                  <a:lnTo>
                    <a:pt x="2407286" y="759167"/>
                  </a:lnTo>
                  <a:lnTo>
                    <a:pt x="2455874" y="793908"/>
                  </a:lnTo>
                  <a:lnTo>
                    <a:pt x="2503888" y="826457"/>
                  </a:lnTo>
                  <a:lnTo>
                    <a:pt x="2551476" y="856648"/>
                  </a:lnTo>
                  <a:lnTo>
                    <a:pt x="2598905" y="884404"/>
                  </a:lnTo>
                  <a:lnTo>
                    <a:pt x="2646575" y="909731"/>
                  </a:lnTo>
                  <a:lnTo>
                    <a:pt x="2667772" y="920126"/>
                  </a:lnTo>
                  <a:lnTo>
                    <a:pt x="2715959" y="941713"/>
                  </a:lnTo>
                  <a:lnTo>
                    <a:pt x="2765872" y="961047"/>
                  </a:lnTo>
                  <a:lnTo>
                    <a:pt x="2818352" y="978254"/>
                  </a:lnTo>
                  <a:lnTo>
                    <a:pt x="2874340" y="993543"/>
                  </a:lnTo>
                  <a:lnTo>
                    <a:pt x="2934783" y="1007141"/>
                  </a:lnTo>
                  <a:lnTo>
                    <a:pt x="3000548" y="1019266"/>
                  </a:lnTo>
                  <a:lnTo>
                    <a:pt x="3072309" y="1030104"/>
                  </a:lnTo>
                  <a:lnTo>
                    <a:pt x="3150382" y="1039803"/>
                  </a:lnTo>
                  <a:lnTo>
                    <a:pt x="3234529" y="1048464"/>
                  </a:lnTo>
                  <a:lnTo>
                    <a:pt x="3323717" y="1056145"/>
                  </a:lnTo>
                  <a:lnTo>
                    <a:pt x="3415909" y="1062863"/>
                  </a:lnTo>
                  <a:lnTo>
                    <a:pt x="3507962" y="1068604"/>
                  </a:lnTo>
                  <a:lnTo>
                    <a:pt x="3595774" y="1073344"/>
                  </a:lnTo>
                  <a:lnTo>
                    <a:pt x="3674765" y="1077072"/>
                  </a:lnTo>
                  <a:lnTo>
                    <a:pt x="3740691" y="1079817"/>
                  </a:lnTo>
                  <a:lnTo>
                    <a:pt x="3790599" y="1081663"/>
                  </a:lnTo>
                  <a:lnTo>
                    <a:pt x="3823613" y="1082755"/>
                  </a:lnTo>
                  <a:lnTo>
                    <a:pt x="3841295" y="1083280"/>
                  </a:lnTo>
                  <a:lnTo>
                    <a:pt x="3847518" y="1083447"/>
                  </a:lnTo>
                  <a:lnTo>
                    <a:pt x="3848118" y="1083462"/>
                  </a:lnTo>
                  <a:lnTo>
                    <a:pt x="4386855" y="1083462"/>
                  </a:lnTo>
                  <a:lnTo>
                    <a:pt x="4388136" y="1083427"/>
                  </a:lnTo>
                  <a:lnTo>
                    <a:pt x="4396499" y="1083176"/>
                  </a:lnTo>
                  <a:lnTo>
                    <a:pt x="4417356" y="1082481"/>
                  </a:lnTo>
                  <a:lnTo>
                    <a:pt x="4454080" y="1081119"/>
                  </a:lnTo>
                  <a:lnTo>
                    <a:pt x="4507677" y="1078892"/>
                  </a:lnTo>
                  <a:lnTo>
                    <a:pt x="4576764" y="1075657"/>
                  </a:lnTo>
                  <a:lnTo>
                    <a:pt x="4658029" y="1071336"/>
                  </a:lnTo>
                  <a:lnTo>
                    <a:pt x="4747083" y="1065910"/>
                  </a:lnTo>
                  <a:lnTo>
                    <a:pt x="4839404" y="1059395"/>
                  </a:lnTo>
                  <a:lnTo>
                    <a:pt x="4931084" y="1051819"/>
                  </a:lnTo>
                  <a:lnTo>
                    <a:pt x="5019228" y="1043190"/>
                  </a:lnTo>
                  <a:lnTo>
                    <a:pt x="5102036" y="1033480"/>
                  </a:lnTo>
                  <a:lnTo>
                    <a:pt x="5178671" y="1022617"/>
                  </a:lnTo>
                  <a:lnTo>
                    <a:pt x="5249035" y="1010478"/>
                  </a:lnTo>
                  <a:lnTo>
                    <a:pt x="5313535" y="996894"/>
                  </a:lnTo>
                  <a:lnTo>
                    <a:pt x="5372895" y="981652"/>
                  </a:lnTo>
                  <a:lnTo>
                    <a:pt x="5428006" y="964510"/>
                  </a:lnTo>
                  <a:lnTo>
                    <a:pt x="5479819" y="945220"/>
                  </a:lnTo>
                  <a:lnTo>
                    <a:pt x="5529257" y="923568"/>
                  </a:lnTo>
                  <a:lnTo>
                    <a:pt x="5567201" y="904700"/>
                  </a:lnTo>
                  <a:lnTo>
                    <a:pt x="5614417" y="878555"/>
                  </a:lnTo>
                  <a:lnTo>
                    <a:pt x="5661171" y="849860"/>
                  </a:lnTo>
                  <a:lnTo>
                    <a:pt x="5707915" y="818575"/>
                  </a:lnTo>
                  <a:lnTo>
                    <a:pt x="5754961" y="784735"/>
                  </a:lnTo>
                  <a:lnTo>
                    <a:pt x="5802507" y="748469"/>
                  </a:lnTo>
                  <a:lnTo>
                    <a:pt x="5850642" y="709997"/>
                  </a:lnTo>
                  <a:lnTo>
                    <a:pt x="5899364" y="669635"/>
                  </a:lnTo>
                  <a:lnTo>
                    <a:pt x="5948594" y="627785"/>
                  </a:lnTo>
                  <a:lnTo>
                    <a:pt x="5998189" y="584925"/>
                  </a:lnTo>
                  <a:lnTo>
                    <a:pt x="6047962" y="541583"/>
                  </a:lnTo>
                  <a:lnTo>
                    <a:pt x="6097709" y="498313"/>
                  </a:lnTo>
                  <a:lnTo>
                    <a:pt x="6147226" y="455664"/>
                  </a:lnTo>
                  <a:lnTo>
                    <a:pt x="6196337" y="414155"/>
                  </a:lnTo>
                  <a:lnTo>
                    <a:pt x="6244913" y="374244"/>
                  </a:lnTo>
                  <a:lnTo>
                    <a:pt x="6292892" y="336314"/>
                  </a:lnTo>
                  <a:lnTo>
                    <a:pt x="6340297" y="300656"/>
                  </a:lnTo>
                  <a:lnTo>
                    <a:pt x="6387242" y="267466"/>
                  </a:lnTo>
                  <a:lnTo>
                    <a:pt x="6433953" y="236848"/>
                  </a:lnTo>
                  <a:lnTo>
                    <a:pt x="6480777" y="208817"/>
                  </a:lnTo>
                  <a:lnTo>
                    <a:pt x="6515891" y="189651"/>
                  </a:lnTo>
                  <a:lnTo>
                    <a:pt x="6564033" y="166046"/>
                  </a:lnTo>
                  <a:lnTo>
                    <a:pt x="6613896" y="144902"/>
                  </a:lnTo>
                  <a:lnTo>
                    <a:pt x="6666321" y="126082"/>
                  </a:lnTo>
                  <a:lnTo>
                    <a:pt x="6722243" y="109358"/>
                  </a:lnTo>
                  <a:lnTo>
                    <a:pt x="6782610" y="94483"/>
                  </a:lnTo>
                  <a:lnTo>
                    <a:pt x="6848286" y="81217"/>
                  </a:lnTo>
                  <a:lnTo>
                    <a:pt x="6919942" y="69358"/>
                  </a:lnTo>
                  <a:lnTo>
                    <a:pt x="6997899" y="58745"/>
                  </a:lnTo>
                  <a:lnTo>
                    <a:pt x="7081923" y="49266"/>
                  </a:lnTo>
                  <a:lnTo>
                    <a:pt x="7170991" y="40858"/>
                  </a:lnTo>
                  <a:lnTo>
                    <a:pt x="7263082" y="33502"/>
                  </a:lnTo>
                  <a:lnTo>
                    <a:pt x="7355072" y="27214"/>
                  </a:lnTo>
                  <a:lnTo>
                    <a:pt x="7442878" y="22018"/>
                  </a:lnTo>
                  <a:lnTo>
                    <a:pt x="7521935" y="17928"/>
                  </a:lnTo>
                  <a:lnTo>
                    <a:pt x="7587999" y="14913"/>
                  </a:lnTo>
                  <a:lnTo>
                    <a:pt x="7638102" y="12881"/>
                  </a:lnTo>
                  <a:lnTo>
                    <a:pt x="7671338" y="11676"/>
                  </a:lnTo>
                  <a:lnTo>
                    <a:pt x="7689226" y="11093"/>
                  </a:lnTo>
                  <a:lnTo>
                    <a:pt x="7695596" y="10906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6" y="35"/>
                  </a:lnTo>
                  <a:lnTo>
                    <a:pt x="7686594" y="286"/>
                  </a:lnTo>
                  <a:lnTo>
                    <a:pt x="7665737" y="980"/>
                  </a:lnTo>
                  <a:lnTo>
                    <a:pt x="7629012" y="2342"/>
                  </a:lnTo>
                  <a:lnTo>
                    <a:pt x="7575415" y="4569"/>
                  </a:lnTo>
                  <a:lnTo>
                    <a:pt x="7506328" y="7804"/>
                  </a:lnTo>
                  <a:lnTo>
                    <a:pt x="7425064" y="12125"/>
                  </a:lnTo>
                  <a:lnTo>
                    <a:pt x="7336010" y="17552"/>
                  </a:lnTo>
                  <a:lnTo>
                    <a:pt x="7243688" y="24066"/>
                  </a:lnTo>
                  <a:lnTo>
                    <a:pt x="7152009" y="31642"/>
                  </a:lnTo>
                  <a:lnTo>
                    <a:pt x="7063865" y="40272"/>
                  </a:lnTo>
                  <a:lnTo>
                    <a:pt x="6981057" y="49981"/>
                  </a:lnTo>
                  <a:lnTo>
                    <a:pt x="6904421" y="60844"/>
                  </a:lnTo>
                  <a:lnTo>
                    <a:pt x="6834058" y="72983"/>
                  </a:lnTo>
                  <a:lnTo>
                    <a:pt x="6769558" y="86567"/>
                  </a:lnTo>
                  <a:lnTo>
                    <a:pt x="6710198" y="101810"/>
                  </a:lnTo>
                  <a:lnTo>
                    <a:pt x="6655087" y="118951"/>
                  </a:lnTo>
                  <a:lnTo>
                    <a:pt x="6603274" y="138241"/>
                  </a:lnTo>
                  <a:lnTo>
                    <a:pt x="6553836" y="159894"/>
                  </a:lnTo>
                  <a:lnTo>
                    <a:pt x="6515891" y="178762"/>
                  </a:lnTo>
                  <a:lnTo>
                    <a:pt x="6468676" y="204906"/>
                  </a:lnTo>
                  <a:lnTo>
                    <a:pt x="6421921" y="233601"/>
                  </a:lnTo>
                  <a:lnTo>
                    <a:pt x="6375178" y="264887"/>
                  </a:lnTo>
                  <a:lnTo>
                    <a:pt x="6328131" y="298726"/>
                  </a:lnTo>
                  <a:lnTo>
                    <a:pt x="6280586" y="334992"/>
                  </a:lnTo>
                  <a:lnTo>
                    <a:pt x="6232451" y="373464"/>
                  </a:lnTo>
                  <a:lnTo>
                    <a:pt x="6183728" y="413827"/>
                  </a:lnTo>
                  <a:lnTo>
                    <a:pt x="6134498" y="455676"/>
                  </a:lnTo>
                  <a:lnTo>
                    <a:pt x="6084904" y="498536"/>
                  </a:lnTo>
                  <a:lnTo>
                    <a:pt x="6035130" y="541878"/>
                  </a:lnTo>
                  <a:lnTo>
                    <a:pt x="5985383" y="585149"/>
                  </a:lnTo>
                  <a:lnTo>
                    <a:pt x="5935866" y="627797"/>
                  </a:lnTo>
                  <a:lnTo>
                    <a:pt x="5886756" y="669306"/>
                  </a:lnTo>
                  <a:lnTo>
                    <a:pt x="5838180" y="709217"/>
                  </a:lnTo>
                  <a:lnTo>
                    <a:pt x="5790200" y="747147"/>
                  </a:lnTo>
                  <a:lnTo>
                    <a:pt x="5742796" y="782805"/>
                  </a:lnTo>
                  <a:lnTo>
                    <a:pt x="5695851" y="815995"/>
                  </a:lnTo>
                  <a:lnTo>
                    <a:pt x="5649139" y="846613"/>
                  </a:lnTo>
                  <a:lnTo>
                    <a:pt x="5602315" y="874644"/>
                  </a:lnTo>
                  <a:lnTo>
                    <a:pt x="5567201" y="893811"/>
                  </a:lnTo>
                  <a:lnTo>
                    <a:pt x="5519059" y="917415"/>
                  </a:lnTo>
                  <a:lnTo>
                    <a:pt x="5469196" y="938559"/>
                  </a:lnTo>
                  <a:lnTo>
                    <a:pt x="5416772" y="957380"/>
                  </a:lnTo>
                  <a:lnTo>
                    <a:pt x="5360849" y="974103"/>
                  </a:lnTo>
                  <a:lnTo>
                    <a:pt x="5300483" y="988979"/>
                  </a:lnTo>
                  <a:lnTo>
                    <a:pt x="5234807" y="1002244"/>
                  </a:lnTo>
                  <a:lnTo>
                    <a:pt x="5163150" y="1014103"/>
                  </a:lnTo>
                  <a:lnTo>
                    <a:pt x="5085193" y="1024716"/>
                  </a:lnTo>
                  <a:lnTo>
                    <a:pt x="5001169" y="1034195"/>
                  </a:lnTo>
                  <a:lnTo>
                    <a:pt x="4912101" y="1042603"/>
                  </a:lnTo>
                  <a:lnTo>
                    <a:pt x="4820011" y="1049959"/>
                  </a:lnTo>
                  <a:lnTo>
                    <a:pt x="4728021" y="1056248"/>
                  </a:lnTo>
                  <a:lnTo>
                    <a:pt x="4640215" y="1061443"/>
                  </a:lnTo>
                  <a:lnTo>
                    <a:pt x="4561158" y="1065533"/>
                  </a:lnTo>
                  <a:lnTo>
                    <a:pt x="4495094" y="1068549"/>
                  </a:lnTo>
                  <a:lnTo>
                    <a:pt x="4444991" y="1070581"/>
                  </a:lnTo>
                  <a:lnTo>
                    <a:pt x="4411754" y="1071786"/>
                  </a:lnTo>
                  <a:lnTo>
                    <a:pt x="4393866" y="1072368"/>
                  </a:lnTo>
                  <a:lnTo>
                    <a:pt x="4387496" y="1072555"/>
                  </a:lnTo>
                  <a:lnTo>
                    <a:pt x="4386855" y="1072573"/>
                  </a:lnTo>
                  <a:lnTo>
                    <a:pt x="3848118" y="1072573"/>
                  </a:lnTo>
                  <a:lnTo>
                    <a:pt x="3846834" y="1072541"/>
                  </a:lnTo>
                  <a:lnTo>
                    <a:pt x="3838449" y="1072310"/>
                  </a:lnTo>
                  <a:lnTo>
                    <a:pt x="3817538" y="1071674"/>
                  </a:lnTo>
                  <a:lnTo>
                    <a:pt x="3780726" y="1070426"/>
                  </a:lnTo>
                  <a:lnTo>
                    <a:pt x="3727009" y="1068386"/>
                  </a:lnTo>
                  <a:lnTo>
                    <a:pt x="3657787" y="1065422"/>
                  </a:lnTo>
                  <a:lnTo>
                    <a:pt x="3576387" y="1061464"/>
                  </a:lnTo>
                  <a:lnTo>
                    <a:pt x="3487212" y="1056495"/>
                  </a:lnTo>
                  <a:lnTo>
                    <a:pt x="3394796" y="1050529"/>
                  </a:lnTo>
                  <a:lnTo>
                    <a:pt x="3303052" y="1043592"/>
                  </a:lnTo>
                  <a:lnTo>
                    <a:pt x="3214872" y="1035690"/>
                  </a:lnTo>
                  <a:lnTo>
                    <a:pt x="3132050" y="1026799"/>
                  </a:lnTo>
                  <a:lnTo>
                    <a:pt x="3055417" y="1016852"/>
                  </a:lnTo>
                  <a:lnTo>
                    <a:pt x="2985065" y="1005735"/>
                  </a:lnTo>
                  <a:lnTo>
                    <a:pt x="2920579" y="993292"/>
                  </a:lnTo>
                  <a:lnTo>
                    <a:pt x="2861232" y="979329"/>
                  </a:lnTo>
                  <a:lnTo>
                    <a:pt x="2806127" y="963623"/>
                  </a:lnTo>
                  <a:lnTo>
                    <a:pt x="2754312" y="945948"/>
                  </a:lnTo>
                  <a:lnTo>
                    <a:pt x="2704862" y="926108"/>
                  </a:lnTo>
                  <a:lnTo>
                    <a:pt x="2667772" y="909237"/>
                  </a:lnTo>
                  <a:lnTo>
                    <a:pt x="2619828" y="884959"/>
                  </a:lnTo>
                  <a:lnTo>
                    <a:pt x="2572351" y="858277"/>
                  </a:lnTo>
                  <a:lnTo>
                    <a:pt x="2524874" y="829153"/>
                  </a:lnTo>
                  <a:lnTo>
                    <a:pt x="2477072" y="797627"/>
                  </a:lnTo>
                  <a:lnTo>
                    <a:pt x="2428748" y="763825"/>
                  </a:lnTo>
                  <a:lnTo>
                    <a:pt x="2379812" y="727964"/>
                  </a:lnTo>
                  <a:lnTo>
                    <a:pt x="2330276" y="690355"/>
                  </a:lnTo>
                  <a:lnTo>
                    <a:pt x="2280229" y="651390"/>
                  </a:lnTo>
                  <a:lnTo>
                    <a:pt x="2229828" y="611532"/>
                  </a:lnTo>
                  <a:lnTo>
                    <a:pt x="2179272" y="571293"/>
                  </a:lnTo>
                  <a:lnTo>
                    <a:pt x="2128777" y="531202"/>
                  </a:lnTo>
                  <a:lnTo>
                    <a:pt x="2078552" y="491784"/>
                  </a:lnTo>
                  <a:lnTo>
                    <a:pt x="2028775" y="453525"/>
                  </a:lnTo>
                  <a:lnTo>
                    <a:pt x="1979569" y="416851"/>
                  </a:lnTo>
                  <a:lnTo>
                    <a:pt x="1930980" y="382110"/>
                  </a:lnTo>
                  <a:lnTo>
                    <a:pt x="1882966" y="349562"/>
                  </a:lnTo>
                  <a:lnTo>
                    <a:pt x="1835379" y="319371"/>
                  </a:lnTo>
                  <a:lnTo>
                    <a:pt x="1787950" y="291615"/>
                  </a:lnTo>
                  <a:lnTo>
                    <a:pt x="1740279" y="266288"/>
                  </a:lnTo>
                  <a:lnTo>
                    <a:pt x="1719082" y="255893"/>
                  </a:lnTo>
                  <a:lnTo>
                    <a:pt x="1670895" y="234306"/>
                  </a:lnTo>
                  <a:lnTo>
                    <a:pt x="1620983" y="214972"/>
                  </a:lnTo>
                  <a:lnTo>
                    <a:pt x="1568502" y="197764"/>
                  </a:lnTo>
                  <a:lnTo>
                    <a:pt x="1512515" y="182476"/>
                  </a:lnTo>
                  <a:lnTo>
                    <a:pt x="1452072" y="168878"/>
                  </a:lnTo>
                  <a:lnTo>
                    <a:pt x="1386306" y="156753"/>
                  </a:lnTo>
                  <a:lnTo>
                    <a:pt x="1314545" y="145914"/>
                  </a:lnTo>
                  <a:lnTo>
                    <a:pt x="1236472" y="136215"/>
                  </a:lnTo>
                  <a:lnTo>
                    <a:pt x="1152326" y="127554"/>
                  </a:lnTo>
                  <a:lnTo>
                    <a:pt x="1063138" y="119873"/>
                  </a:lnTo>
                  <a:lnTo>
                    <a:pt x="970946" y="113155"/>
                  </a:lnTo>
                  <a:lnTo>
                    <a:pt x="878893" y="107415"/>
                  </a:lnTo>
                  <a:lnTo>
                    <a:pt x="791081" y="102675"/>
                  </a:lnTo>
                  <a:lnTo>
                    <a:pt x="712089" y="98946"/>
                  </a:lnTo>
                  <a:lnTo>
                    <a:pt x="646163" y="96202"/>
                  </a:lnTo>
                  <a:lnTo>
                    <a:pt x="596256" y="94355"/>
                  </a:lnTo>
                  <a:lnTo>
                    <a:pt x="563241" y="93264"/>
                  </a:lnTo>
                  <a:lnTo>
                    <a:pt x="545560" y="92738"/>
                  </a:lnTo>
                  <a:lnTo>
                    <a:pt x="539336" y="92571"/>
                  </a:lnTo>
                  <a:lnTo>
                    <a:pt x="538736" y="92557"/>
                  </a:lnTo>
                  <a:lnTo>
                    <a:pt x="0" y="9255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23" name="pl1023"/>
            <p:cNvSpPr/>
            <p:nvPr/>
          </p:nvSpPr>
          <p:spPr>
            <a:xfrm>
              <a:off x="546595" y="3886508"/>
              <a:ext cx="8234974" cy="1072573"/>
            </a:xfrm>
            <a:custGeom>
              <a:avLst/>
              <a:pathLst>
                <a:path w="8234974" h="1072573">
                  <a:moveTo>
                    <a:pt x="0" y="92557"/>
                  </a:moveTo>
                  <a:lnTo>
                    <a:pt x="538736" y="92557"/>
                  </a:lnTo>
                  <a:lnTo>
                    <a:pt x="540021" y="92589"/>
                  </a:lnTo>
                  <a:lnTo>
                    <a:pt x="548405" y="92819"/>
                  </a:lnTo>
                  <a:lnTo>
                    <a:pt x="569316" y="93455"/>
                  </a:lnTo>
                  <a:lnTo>
                    <a:pt x="606129" y="94703"/>
                  </a:lnTo>
                  <a:lnTo>
                    <a:pt x="659845" y="96744"/>
                  </a:lnTo>
                  <a:lnTo>
                    <a:pt x="729067" y="99707"/>
                  </a:lnTo>
                  <a:lnTo>
                    <a:pt x="810468" y="103665"/>
                  </a:lnTo>
                  <a:lnTo>
                    <a:pt x="899643" y="108635"/>
                  </a:lnTo>
                  <a:lnTo>
                    <a:pt x="992058" y="114600"/>
                  </a:lnTo>
                  <a:lnTo>
                    <a:pt x="1083803" y="121537"/>
                  </a:lnTo>
                  <a:lnTo>
                    <a:pt x="1171983" y="129439"/>
                  </a:lnTo>
                  <a:lnTo>
                    <a:pt x="1254805" y="138330"/>
                  </a:lnTo>
                  <a:lnTo>
                    <a:pt x="1331438" y="148278"/>
                  </a:lnTo>
                  <a:lnTo>
                    <a:pt x="1401790" y="159394"/>
                  </a:lnTo>
                  <a:lnTo>
                    <a:pt x="1466275" y="171837"/>
                  </a:lnTo>
                  <a:lnTo>
                    <a:pt x="1525623" y="185800"/>
                  </a:lnTo>
                  <a:lnTo>
                    <a:pt x="1580727" y="201506"/>
                  </a:lnTo>
                  <a:lnTo>
                    <a:pt x="1632542" y="219181"/>
                  </a:lnTo>
                  <a:lnTo>
                    <a:pt x="1681993" y="239022"/>
                  </a:lnTo>
                  <a:lnTo>
                    <a:pt x="1719082" y="255893"/>
                  </a:lnTo>
                  <a:lnTo>
                    <a:pt x="1767027" y="280170"/>
                  </a:lnTo>
                  <a:lnTo>
                    <a:pt x="1814504" y="306852"/>
                  </a:lnTo>
                  <a:lnTo>
                    <a:pt x="1861981" y="335976"/>
                  </a:lnTo>
                  <a:lnTo>
                    <a:pt x="1909782" y="367502"/>
                  </a:lnTo>
                  <a:lnTo>
                    <a:pt x="1958107" y="401304"/>
                  </a:lnTo>
                  <a:lnTo>
                    <a:pt x="2007042" y="437165"/>
                  </a:lnTo>
                  <a:lnTo>
                    <a:pt x="2056579" y="474775"/>
                  </a:lnTo>
                  <a:lnTo>
                    <a:pt x="2106626" y="513740"/>
                  </a:lnTo>
                  <a:lnTo>
                    <a:pt x="2157026" y="553597"/>
                  </a:lnTo>
                  <a:lnTo>
                    <a:pt x="2207582" y="593837"/>
                  </a:lnTo>
                  <a:lnTo>
                    <a:pt x="2258078" y="633927"/>
                  </a:lnTo>
                  <a:lnTo>
                    <a:pt x="2308302" y="673345"/>
                  </a:lnTo>
                  <a:lnTo>
                    <a:pt x="2358079" y="711604"/>
                  </a:lnTo>
                  <a:lnTo>
                    <a:pt x="2407286" y="748278"/>
                  </a:lnTo>
                  <a:lnTo>
                    <a:pt x="2455874" y="783019"/>
                  </a:lnTo>
                  <a:lnTo>
                    <a:pt x="2503888" y="815568"/>
                  </a:lnTo>
                  <a:lnTo>
                    <a:pt x="2551476" y="845759"/>
                  </a:lnTo>
                  <a:lnTo>
                    <a:pt x="2598905" y="873515"/>
                  </a:lnTo>
                  <a:lnTo>
                    <a:pt x="2646575" y="898842"/>
                  </a:lnTo>
                  <a:lnTo>
                    <a:pt x="2667772" y="909237"/>
                  </a:lnTo>
                  <a:lnTo>
                    <a:pt x="2715959" y="930823"/>
                  </a:lnTo>
                  <a:lnTo>
                    <a:pt x="2765872" y="950157"/>
                  </a:lnTo>
                  <a:lnTo>
                    <a:pt x="2818352" y="967365"/>
                  </a:lnTo>
                  <a:lnTo>
                    <a:pt x="2874340" y="982654"/>
                  </a:lnTo>
                  <a:lnTo>
                    <a:pt x="2934783" y="996252"/>
                  </a:lnTo>
                  <a:lnTo>
                    <a:pt x="3000548" y="1008377"/>
                  </a:lnTo>
                  <a:lnTo>
                    <a:pt x="3072309" y="1019215"/>
                  </a:lnTo>
                  <a:lnTo>
                    <a:pt x="3150382" y="1028914"/>
                  </a:lnTo>
                  <a:lnTo>
                    <a:pt x="3234529" y="1037575"/>
                  </a:lnTo>
                  <a:lnTo>
                    <a:pt x="3323717" y="1045256"/>
                  </a:lnTo>
                  <a:lnTo>
                    <a:pt x="3415909" y="1051974"/>
                  </a:lnTo>
                  <a:lnTo>
                    <a:pt x="3507962" y="1057715"/>
                  </a:lnTo>
                  <a:lnTo>
                    <a:pt x="3595774" y="1062455"/>
                  </a:lnTo>
                  <a:lnTo>
                    <a:pt x="3674765" y="1066183"/>
                  </a:lnTo>
                  <a:lnTo>
                    <a:pt x="3740691" y="1068928"/>
                  </a:lnTo>
                  <a:lnTo>
                    <a:pt x="3790599" y="1070774"/>
                  </a:lnTo>
                  <a:lnTo>
                    <a:pt x="3823613" y="1071866"/>
                  </a:lnTo>
                  <a:lnTo>
                    <a:pt x="3841295" y="1072391"/>
                  </a:lnTo>
                  <a:lnTo>
                    <a:pt x="3847518" y="1072558"/>
                  </a:lnTo>
                  <a:lnTo>
                    <a:pt x="3848118" y="1072573"/>
                  </a:lnTo>
                  <a:lnTo>
                    <a:pt x="4386855" y="1072573"/>
                  </a:lnTo>
                  <a:lnTo>
                    <a:pt x="4388136" y="1072538"/>
                  </a:lnTo>
                  <a:lnTo>
                    <a:pt x="4396499" y="1072286"/>
                  </a:lnTo>
                  <a:lnTo>
                    <a:pt x="4417356" y="1071592"/>
                  </a:lnTo>
                  <a:lnTo>
                    <a:pt x="4454080" y="1070230"/>
                  </a:lnTo>
                  <a:lnTo>
                    <a:pt x="4507677" y="1068003"/>
                  </a:lnTo>
                  <a:lnTo>
                    <a:pt x="4576764" y="1064768"/>
                  </a:lnTo>
                  <a:lnTo>
                    <a:pt x="4658029" y="1060447"/>
                  </a:lnTo>
                  <a:lnTo>
                    <a:pt x="4747083" y="1055021"/>
                  </a:lnTo>
                  <a:lnTo>
                    <a:pt x="4839404" y="1048506"/>
                  </a:lnTo>
                  <a:lnTo>
                    <a:pt x="4931084" y="1040930"/>
                  </a:lnTo>
                  <a:lnTo>
                    <a:pt x="5019228" y="1032301"/>
                  </a:lnTo>
                  <a:lnTo>
                    <a:pt x="5102036" y="1022591"/>
                  </a:lnTo>
                  <a:lnTo>
                    <a:pt x="5178671" y="1011728"/>
                  </a:lnTo>
                  <a:lnTo>
                    <a:pt x="5249035" y="999589"/>
                  </a:lnTo>
                  <a:lnTo>
                    <a:pt x="5313535" y="986005"/>
                  </a:lnTo>
                  <a:lnTo>
                    <a:pt x="5372895" y="970763"/>
                  </a:lnTo>
                  <a:lnTo>
                    <a:pt x="5428006" y="953621"/>
                  </a:lnTo>
                  <a:lnTo>
                    <a:pt x="5479819" y="934331"/>
                  </a:lnTo>
                  <a:lnTo>
                    <a:pt x="5529257" y="912679"/>
                  </a:lnTo>
                  <a:lnTo>
                    <a:pt x="5567201" y="893811"/>
                  </a:lnTo>
                  <a:lnTo>
                    <a:pt x="5614417" y="867666"/>
                  </a:lnTo>
                  <a:lnTo>
                    <a:pt x="5661171" y="838971"/>
                  </a:lnTo>
                  <a:lnTo>
                    <a:pt x="5707915" y="807685"/>
                  </a:lnTo>
                  <a:lnTo>
                    <a:pt x="5754961" y="773846"/>
                  </a:lnTo>
                  <a:lnTo>
                    <a:pt x="5802507" y="737580"/>
                  </a:lnTo>
                  <a:lnTo>
                    <a:pt x="5850642" y="699108"/>
                  </a:lnTo>
                  <a:lnTo>
                    <a:pt x="5899364" y="658745"/>
                  </a:lnTo>
                  <a:lnTo>
                    <a:pt x="5948594" y="616896"/>
                  </a:lnTo>
                  <a:lnTo>
                    <a:pt x="5998189" y="574036"/>
                  </a:lnTo>
                  <a:lnTo>
                    <a:pt x="6047962" y="530694"/>
                  </a:lnTo>
                  <a:lnTo>
                    <a:pt x="6097709" y="487423"/>
                  </a:lnTo>
                  <a:lnTo>
                    <a:pt x="6147226" y="444775"/>
                  </a:lnTo>
                  <a:lnTo>
                    <a:pt x="6196337" y="403266"/>
                  </a:lnTo>
                  <a:lnTo>
                    <a:pt x="6244913" y="363355"/>
                  </a:lnTo>
                  <a:lnTo>
                    <a:pt x="6292892" y="325425"/>
                  </a:lnTo>
                  <a:lnTo>
                    <a:pt x="6340297" y="289767"/>
                  </a:lnTo>
                  <a:lnTo>
                    <a:pt x="6387242" y="256577"/>
                  </a:lnTo>
                  <a:lnTo>
                    <a:pt x="6433953" y="225959"/>
                  </a:lnTo>
                  <a:lnTo>
                    <a:pt x="6480777" y="197928"/>
                  </a:lnTo>
                  <a:lnTo>
                    <a:pt x="6515891" y="178762"/>
                  </a:lnTo>
                  <a:lnTo>
                    <a:pt x="6564033" y="155157"/>
                  </a:lnTo>
                  <a:lnTo>
                    <a:pt x="6613896" y="134013"/>
                  </a:lnTo>
                  <a:lnTo>
                    <a:pt x="6666321" y="115193"/>
                  </a:lnTo>
                  <a:lnTo>
                    <a:pt x="6722243" y="98469"/>
                  </a:lnTo>
                  <a:lnTo>
                    <a:pt x="6782610" y="83594"/>
                  </a:lnTo>
                  <a:lnTo>
                    <a:pt x="6848286" y="70328"/>
                  </a:lnTo>
                  <a:lnTo>
                    <a:pt x="6919942" y="58469"/>
                  </a:lnTo>
                  <a:lnTo>
                    <a:pt x="6997899" y="47856"/>
                  </a:lnTo>
                  <a:lnTo>
                    <a:pt x="7081923" y="38377"/>
                  </a:lnTo>
                  <a:lnTo>
                    <a:pt x="7170991" y="29969"/>
                  </a:lnTo>
                  <a:lnTo>
                    <a:pt x="7263082" y="22613"/>
                  </a:lnTo>
                  <a:lnTo>
                    <a:pt x="7355072" y="16325"/>
                  </a:lnTo>
                  <a:lnTo>
                    <a:pt x="7442878" y="11129"/>
                  </a:lnTo>
                  <a:lnTo>
                    <a:pt x="7521935" y="7039"/>
                  </a:lnTo>
                  <a:lnTo>
                    <a:pt x="7587999" y="4024"/>
                  </a:lnTo>
                  <a:lnTo>
                    <a:pt x="7638102" y="1992"/>
                  </a:lnTo>
                  <a:lnTo>
                    <a:pt x="7671338" y="787"/>
                  </a:lnTo>
                  <a:lnTo>
                    <a:pt x="7689226" y="204"/>
                  </a:lnTo>
                  <a:lnTo>
                    <a:pt x="7695596" y="1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4" name="pl1024"/>
            <p:cNvSpPr/>
            <p:nvPr/>
          </p:nvSpPr>
          <p:spPr>
            <a:xfrm>
              <a:off x="546595" y="3875619"/>
              <a:ext cx="8234974" cy="1072573"/>
            </a:xfrm>
            <a:custGeom>
              <a:avLst/>
              <a:pathLst>
                <a:path w="8234974" h="1072573">
                  <a:moveTo>
                    <a:pt x="8234974" y="0"/>
                  </a:moveTo>
                  <a:lnTo>
                    <a:pt x="7696237" y="0"/>
                  </a:lnTo>
                  <a:lnTo>
                    <a:pt x="7694956" y="35"/>
                  </a:lnTo>
                  <a:lnTo>
                    <a:pt x="7686594" y="286"/>
                  </a:lnTo>
                  <a:lnTo>
                    <a:pt x="7665737" y="980"/>
                  </a:lnTo>
                  <a:lnTo>
                    <a:pt x="7629012" y="2342"/>
                  </a:lnTo>
                  <a:lnTo>
                    <a:pt x="7575415" y="4569"/>
                  </a:lnTo>
                  <a:lnTo>
                    <a:pt x="7506328" y="7804"/>
                  </a:lnTo>
                  <a:lnTo>
                    <a:pt x="7425064" y="12125"/>
                  </a:lnTo>
                  <a:lnTo>
                    <a:pt x="7336010" y="17552"/>
                  </a:lnTo>
                  <a:lnTo>
                    <a:pt x="7243688" y="24066"/>
                  </a:lnTo>
                  <a:lnTo>
                    <a:pt x="7152009" y="31642"/>
                  </a:lnTo>
                  <a:lnTo>
                    <a:pt x="7063865" y="40272"/>
                  </a:lnTo>
                  <a:lnTo>
                    <a:pt x="6981057" y="49981"/>
                  </a:lnTo>
                  <a:lnTo>
                    <a:pt x="6904421" y="60844"/>
                  </a:lnTo>
                  <a:lnTo>
                    <a:pt x="6834058" y="72983"/>
                  </a:lnTo>
                  <a:lnTo>
                    <a:pt x="6769558" y="86567"/>
                  </a:lnTo>
                  <a:lnTo>
                    <a:pt x="6710198" y="101810"/>
                  </a:lnTo>
                  <a:lnTo>
                    <a:pt x="6655087" y="118951"/>
                  </a:lnTo>
                  <a:lnTo>
                    <a:pt x="6603274" y="138241"/>
                  </a:lnTo>
                  <a:lnTo>
                    <a:pt x="6553836" y="159894"/>
                  </a:lnTo>
                  <a:lnTo>
                    <a:pt x="6515891" y="178762"/>
                  </a:lnTo>
                  <a:lnTo>
                    <a:pt x="6468676" y="204906"/>
                  </a:lnTo>
                  <a:lnTo>
                    <a:pt x="6421921" y="233601"/>
                  </a:lnTo>
                  <a:lnTo>
                    <a:pt x="6375178" y="264887"/>
                  </a:lnTo>
                  <a:lnTo>
                    <a:pt x="6328131" y="298726"/>
                  </a:lnTo>
                  <a:lnTo>
                    <a:pt x="6280586" y="334992"/>
                  </a:lnTo>
                  <a:lnTo>
                    <a:pt x="6232451" y="373464"/>
                  </a:lnTo>
                  <a:lnTo>
                    <a:pt x="6183728" y="413827"/>
                  </a:lnTo>
                  <a:lnTo>
                    <a:pt x="6134498" y="455676"/>
                  </a:lnTo>
                  <a:lnTo>
                    <a:pt x="6084904" y="498536"/>
                  </a:lnTo>
                  <a:lnTo>
                    <a:pt x="6035130" y="541878"/>
                  </a:lnTo>
                  <a:lnTo>
                    <a:pt x="5985383" y="585149"/>
                  </a:lnTo>
                  <a:lnTo>
                    <a:pt x="5935866" y="627797"/>
                  </a:lnTo>
                  <a:lnTo>
                    <a:pt x="5886756" y="669306"/>
                  </a:lnTo>
                  <a:lnTo>
                    <a:pt x="5838180" y="709217"/>
                  </a:lnTo>
                  <a:lnTo>
                    <a:pt x="5790200" y="747147"/>
                  </a:lnTo>
                  <a:lnTo>
                    <a:pt x="5742796" y="782805"/>
                  </a:lnTo>
                  <a:lnTo>
                    <a:pt x="5695851" y="815995"/>
                  </a:lnTo>
                  <a:lnTo>
                    <a:pt x="5649139" y="846613"/>
                  </a:lnTo>
                  <a:lnTo>
                    <a:pt x="5602315" y="874644"/>
                  </a:lnTo>
                  <a:lnTo>
                    <a:pt x="5567201" y="893811"/>
                  </a:lnTo>
                  <a:lnTo>
                    <a:pt x="5519059" y="917415"/>
                  </a:lnTo>
                  <a:lnTo>
                    <a:pt x="5469196" y="938559"/>
                  </a:lnTo>
                  <a:lnTo>
                    <a:pt x="5416772" y="957380"/>
                  </a:lnTo>
                  <a:lnTo>
                    <a:pt x="5360849" y="974103"/>
                  </a:lnTo>
                  <a:lnTo>
                    <a:pt x="5300483" y="988979"/>
                  </a:lnTo>
                  <a:lnTo>
                    <a:pt x="5234807" y="1002244"/>
                  </a:lnTo>
                  <a:lnTo>
                    <a:pt x="5163150" y="1014103"/>
                  </a:lnTo>
                  <a:lnTo>
                    <a:pt x="5085193" y="1024716"/>
                  </a:lnTo>
                  <a:lnTo>
                    <a:pt x="5001169" y="1034195"/>
                  </a:lnTo>
                  <a:lnTo>
                    <a:pt x="4912101" y="1042603"/>
                  </a:lnTo>
                  <a:lnTo>
                    <a:pt x="4820011" y="1049959"/>
                  </a:lnTo>
                  <a:lnTo>
                    <a:pt x="4728021" y="1056248"/>
                  </a:lnTo>
                  <a:lnTo>
                    <a:pt x="4640215" y="1061443"/>
                  </a:lnTo>
                  <a:lnTo>
                    <a:pt x="4561158" y="1065533"/>
                  </a:lnTo>
                  <a:lnTo>
                    <a:pt x="4495094" y="1068549"/>
                  </a:lnTo>
                  <a:lnTo>
                    <a:pt x="4444991" y="1070581"/>
                  </a:lnTo>
                  <a:lnTo>
                    <a:pt x="4411754" y="1071786"/>
                  </a:lnTo>
                  <a:lnTo>
                    <a:pt x="4393866" y="1072368"/>
                  </a:lnTo>
                  <a:lnTo>
                    <a:pt x="4387496" y="1072555"/>
                  </a:lnTo>
                  <a:lnTo>
                    <a:pt x="4386855" y="1072573"/>
                  </a:lnTo>
                  <a:lnTo>
                    <a:pt x="3848118" y="1072573"/>
                  </a:lnTo>
                  <a:lnTo>
                    <a:pt x="3846834" y="1072541"/>
                  </a:lnTo>
                  <a:lnTo>
                    <a:pt x="3838449" y="1072310"/>
                  </a:lnTo>
                  <a:lnTo>
                    <a:pt x="3817538" y="1071674"/>
                  </a:lnTo>
                  <a:lnTo>
                    <a:pt x="3780726" y="1070426"/>
                  </a:lnTo>
                  <a:lnTo>
                    <a:pt x="3727009" y="1068386"/>
                  </a:lnTo>
                  <a:lnTo>
                    <a:pt x="3657787" y="1065422"/>
                  </a:lnTo>
                  <a:lnTo>
                    <a:pt x="3576387" y="1061464"/>
                  </a:lnTo>
                  <a:lnTo>
                    <a:pt x="3487212" y="1056495"/>
                  </a:lnTo>
                  <a:lnTo>
                    <a:pt x="3394796" y="1050529"/>
                  </a:lnTo>
                  <a:lnTo>
                    <a:pt x="3303052" y="1043592"/>
                  </a:lnTo>
                  <a:lnTo>
                    <a:pt x="3214872" y="1035690"/>
                  </a:lnTo>
                  <a:lnTo>
                    <a:pt x="3132050" y="1026799"/>
                  </a:lnTo>
                  <a:lnTo>
                    <a:pt x="3055417" y="1016852"/>
                  </a:lnTo>
                  <a:lnTo>
                    <a:pt x="2985065" y="1005735"/>
                  </a:lnTo>
                  <a:lnTo>
                    <a:pt x="2920579" y="993292"/>
                  </a:lnTo>
                  <a:lnTo>
                    <a:pt x="2861232" y="979329"/>
                  </a:lnTo>
                  <a:lnTo>
                    <a:pt x="2806127" y="963623"/>
                  </a:lnTo>
                  <a:lnTo>
                    <a:pt x="2754312" y="945948"/>
                  </a:lnTo>
                  <a:lnTo>
                    <a:pt x="2704862" y="926108"/>
                  </a:lnTo>
                  <a:lnTo>
                    <a:pt x="2667772" y="909237"/>
                  </a:lnTo>
                  <a:lnTo>
                    <a:pt x="2619828" y="884959"/>
                  </a:lnTo>
                  <a:lnTo>
                    <a:pt x="2572351" y="858277"/>
                  </a:lnTo>
                  <a:lnTo>
                    <a:pt x="2524874" y="829153"/>
                  </a:lnTo>
                  <a:lnTo>
                    <a:pt x="2477072" y="797627"/>
                  </a:lnTo>
                  <a:lnTo>
                    <a:pt x="2428748" y="763825"/>
                  </a:lnTo>
                  <a:lnTo>
                    <a:pt x="2379812" y="727964"/>
                  </a:lnTo>
                  <a:lnTo>
                    <a:pt x="2330276" y="690355"/>
                  </a:lnTo>
                  <a:lnTo>
                    <a:pt x="2280229" y="651390"/>
                  </a:lnTo>
                  <a:lnTo>
                    <a:pt x="2229828" y="611532"/>
                  </a:lnTo>
                  <a:lnTo>
                    <a:pt x="2179272" y="571293"/>
                  </a:lnTo>
                  <a:lnTo>
                    <a:pt x="2128777" y="531202"/>
                  </a:lnTo>
                  <a:lnTo>
                    <a:pt x="2078552" y="491784"/>
                  </a:lnTo>
                  <a:lnTo>
                    <a:pt x="2028775" y="453525"/>
                  </a:lnTo>
                  <a:lnTo>
                    <a:pt x="1979569" y="416851"/>
                  </a:lnTo>
                  <a:lnTo>
                    <a:pt x="1930980" y="382110"/>
                  </a:lnTo>
                  <a:lnTo>
                    <a:pt x="1882966" y="349562"/>
                  </a:lnTo>
                  <a:lnTo>
                    <a:pt x="1835379" y="319371"/>
                  </a:lnTo>
                  <a:lnTo>
                    <a:pt x="1787950" y="291615"/>
                  </a:lnTo>
                  <a:lnTo>
                    <a:pt x="1740279" y="266288"/>
                  </a:lnTo>
                  <a:lnTo>
                    <a:pt x="1719082" y="255893"/>
                  </a:lnTo>
                  <a:lnTo>
                    <a:pt x="1670895" y="234306"/>
                  </a:lnTo>
                  <a:lnTo>
                    <a:pt x="1620983" y="214972"/>
                  </a:lnTo>
                  <a:lnTo>
                    <a:pt x="1568502" y="197764"/>
                  </a:lnTo>
                  <a:lnTo>
                    <a:pt x="1512515" y="182476"/>
                  </a:lnTo>
                  <a:lnTo>
                    <a:pt x="1452072" y="168878"/>
                  </a:lnTo>
                  <a:lnTo>
                    <a:pt x="1386306" y="156753"/>
                  </a:lnTo>
                  <a:lnTo>
                    <a:pt x="1314545" y="145914"/>
                  </a:lnTo>
                  <a:lnTo>
                    <a:pt x="1236472" y="136215"/>
                  </a:lnTo>
                  <a:lnTo>
                    <a:pt x="1152326" y="127554"/>
                  </a:lnTo>
                  <a:lnTo>
                    <a:pt x="1063138" y="119873"/>
                  </a:lnTo>
                  <a:lnTo>
                    <a:pt x="970946" y="113155"/>
                  </a:lnTo>
                  <a:lnTo>
                    <a:pt x="878893" y="107415"/>
                  </a:lnTo>
                  <a:lnTo>
                    <a:pt x="791081" y="102675"/>
                  </a:lnTo>
                  <a:lnTo>
                    <a:pt x="712089" y="98946"/>
                  </a:lnTo>
                  <a:lnTo>
                    <a:pt x="646163" y="96202"/>
                  </a:lnTo>
                  <a:lnTo>
                    <a:pt x="596256" y="94355"/>
                  </a:lnTo>
                  <a:lnTo>
                    <a:pt x="563241" y="93264"/>
                  </a:lnTo>
                  <a:lnTo>
                    <a:pt x="545560" y="92738"/>
                  </a:lnTo>
                  <a:lnTo>
                    <a:pt x="539336" y="92571"/>
                  </a:lnTo>
                  <a:lnTo>
                    <a:pt x="538736" y="92557"/>
                  </a:lnTo>
                  <a:lnTo>
                    <a:pt x="0" y="925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5" name="pg1025"/>
            <p:cNvSpPr/>
            <p:nvPr/>
          </p:nvSpPr>
          <p:spPr>
            <a:xfrm>
              <a:off x="546595" y="3979065"/>
              <a:ext cx="8234974" cy="990905"/>
            </a:xfrm>
            <a:custGeom>
              <a:avLst/>
              <a:pathLst>
                <a:path w="8234974" h="990905">
                  <a:moveTo>
                    <a:pt x="0" y="5444"/>
                  </a:moveTo>
                  <a:lnTo>
                    <a:pt x="538736" y="5444"/>
                  </a:lnTo>
                  <a:lnTo>
                    <a:pt x="540021" y="5476"/>
                  </a:lnTo>
                  <a:lnTo>
                    <a:pt x="548404" y="5708"/>
                  </a:lnTo>
                  <a:lnTo>
                    <a:pt x="569312" y="6347"/>
                  </a:lnTo>
                  <a:lnTo>
                    <a:pt x="606120" y="7602"/>
                  </a:lnTo>
                  <a:lnTo>
                    <a:pt x="659829" y="9654"/>
                  </a:lnTo>
                  <a:lnTo>
                    <a:pt x="729044" y="12633"/>
                  </a:lnTo>
                  <a:lnTo>
                    <a:pt x="810437" y="16613"/>
                  </a:lnTo>
                  <a:lnTo>
                    <a:pt x="899604" y="21609"/>
                  </a:lnTo>
                  <a:lnTo>
                    <a:pt x="992015" y="27607"/>
                  </a:lnTo>
                  <a:lnTo>
                    <a:pt x="1083755" y="34582"/>
                  </a:lnTo>
                  <a:lnTo>
                    <a:pt x="1171934" y="42526"/>
                  </a:lnTo>
                  <a:lnTo>
                    <a:pt x="1254755" y="51466"/>
                  </a:lnTo>
                  <a:lnTo>
                    <a:pt x="1331388" y="61467"/>
                  </a:lnTo>
                  <a:lnTo>
                    <a:pt x="1401741" y="72645"/>
                  </a:lnTo>
                  <a:lnTo>
                    <a:pt x="1466227" y="85155"/>
                  </a:lnTo>
                  <a:lnTo>
                    <a:pt x="1525575" y="99193"/>
                  </a:lnTo>
                  <a:lnTo>
                    <a:pt x="1580680" y="114984"/>
                  </a:lnTo>
                  <a:lnTo>
                    <a:pt x="1632495" y="132754"/>
                  </a:lnTo>
                  <a:lnTo>
                    <a:pt x="1681945" y="152702"/>
                  </a:lnTo>
                  <a:lnTo>
                    <a:pt x="1719082" y="169687"/>
                  </a:lnTo>
                  <a:lnTo>
                    <a:pt x="1766984" y="194077"/>
                  </a:lnTo>
                  <a:lnTo>
                    <a:pt x="1814419" y="220880"/>
                  </a:lnTo>
                  <a:lnTo>
                    <a:pt x="1861853" y="250134"/>
                  </a:lnTo>
                  <a:lnTo>
                    <a:pt x="1909611" y="281799"/>
                  </a:lnTo>
                  <a:lnTo>
                    <a:pt x="1957889" y="315750"/>
                  </a:lnTo>
                  <a:lnTo>
                    <a:pt x="2006778" y="351768"/>
                  </a:lnTo>
                  <a:lnTo>
                    <a:pt x="2056267" y="389544"/>
                  </a:lnTo>
                  <a:lnTo>
                    <a:pt x="2106266" y="428683"/>
                  </a:lnTo>
                  <a:lnTo>
                    <a:pt x="2156620" y="468721"/>
                  </a:lnTo>
                  <a:lnTo>
                    <a:pt x="2207130" y="509147"/>
                  </a:lnTo>
                  <a:lnTo>
                    <a:pt x="2257582" y="549428"/>
                  </a:lnTo>
                  <a:lnTo>
                    <a:pt x="2307766" y="589039"/>
                  </a:lnTo>
                  <a:lnTo>
                    <a:pt x="2357504" y="627492"/>
                  </a:lnTo>
                  <a:lnTo>
                    <a:pt x="2406673" y="664359"/>
                  </a:lnTo>
                  <a:lnTo>
                    <a:pt x="2455227" y="699288"/>
                  </a:lnTo>
                  <a:lnTo>
                    <a:pt x="2503205" y="732020"/>
                  </a:lnTo>
                  <a:lnTo>
                    <a:pt x="2550755" y="762387"/>
                  </a:lnTo>
                  <a:lnTo>
                    <a:pt x="2598141" y="790311"/>
                  </a:lnTo>
                  <a:lnTo>
                    <a:pt x="2645761" y="815796"/>
                  </a:lnTo>
                  <a:lnTo>
                    <a:pt x="2667772" y="826661"/>
                  </a:lnTo>
                  <a:lnTo>
                    <a:pt x="2715957" y="848367"/>
                  </a:lnTo>
                  <a:lnTo>
                    <a:pt x="2765866" y="867807"/>
                  </a:lnTo>
                  <a:lnTo>
                    <a:pt x="2818344" y="885110"/>
                  </a:lnTo>
                  <a:lnTo>
                    <a:pt x="2874328" y="900483"/>
                  </a:lnTo>
                  <a:lnTo>
                    <a:pt x="2934766" y="914156"/>
                  </a:lnTo>
                  <a:lnTo>
                    <a:pt x="3000527" y="926348"/>
                  </a:lnTo>
                  <a:lnTo>
                    <a:pt x="3072282" y="937247"/>
                  </a:lnTo>
                  <a:lnTo>
                    <a:pt x="3150348" y="946999"/>
                  </a:lnTo>
                  <a:lnTo>
                    <a:pt x="3234488" y="955709"/>
                  </a:lnTo>
                  <a:lnTo>
                    <a:pt x="3323669" y="963433"/>
                  </a:lnTo>
                  <a:lnTo>
                    <a:pt x="3415855" y="970188"/>
                  </a:lnTo>
                  <a:lnTo>
                    <a:pt x="3507905" y="975961"/>
                  </a:lnTo>
                  <a:lnTo>
                    <a:pt x="3595717" y="980728"/>
                  </a:lnTo>
                  <a:lnTo>
                    <a:pt x="3674712" y="984477"/>
                  </a:lnTo>
                  <a:lnTo>
                    <a:pt x="3740646" y="987238"/>
                  </a:lnTo>
                  <a:lnTo>
                    <a:pt x="3790564" y="989095"/>
                  </a:lnTo>
                  <a:lnTo>
                    <a:pt x="3823591" y="990193"/>
                  </a:lnTo>
                  <a:lnTo>
                    <a:pt x="3841284" y="990722"/>
                  </a:lnTo>
                  <a:lnTo>
                    <a:pt x="3847516" y="990890"/>
                  </a:lnTo>
                  <a:lnTo>
                    <a:pt x="3848118" y="990905"/>
                  </a:lnTo>
                  <a:lnTo>
                    <a:pt x="4386855" y="990905"/>
                  </a:lnTo>
                  <a:lnTo>
                    <a:pt x="4388153" y="990888"/>
                  </a:lnTo>
                  <a:lnTo>
                    <a:pt x="4396622" y="990769"/>
                  </a:lnTo>
                  <a:lnTo>
                    <a:pt x="4417735" y="990441"/>
                  </a:lnTo>
                  <a:lnTo>
                    <a:pt x="4454884" y="989796"/>
                  </a:lnTo>
                  <a:lnTo>
                    <a:pt x="4509050" y="988742"/>
                  </a:lnTo>
                  <a:lnTo>
                    <a:pt x="4578785" y="987213"/>
                  </a:lnTo>
                  <a:lnTo>
                    <a:pt x="4660698" y="985171"/>
                  </a:lnTo>
                  <a:lnTo>
                    <a:pt x="4750326" y="982609"/>
                  </a:lnTo>
                  <a:lnTo>
                    <a:pt x="4843096" y="979534"/>
                  </a:lnTo>
                  <a:lnTo>
                    <a:pt x="4935082" y="975959"/>
                  </a:lnTo>
                  <a:lnTo>
                    <a:pt x="5023398" y="971888"/>
                  </a:lnTo>
                  <a:lnTo>
                    <a:pt x="5106270" y="967307"/>
                  </a:lnTo>
                  <a:lnTo>
                    <a:pt x="5182893" y="962180"/>
                  </a:lnTo>
                  <a:lnTo>
                    <a:pt x="5253201" y="956448"/>
                  </a:lnTo>
                  <a:lnTo>
                    <a:pt x="5317631" y="950029"/>
                  </a:lnTo>
                  <a:lnTo>
                    <a:pt x="5376932" y="942822"/>
                  </a:lnTo>
                  <a:lnTo>
                    <a:pt x="5432012" y="934711"/>
                  </a:lnTo>
                  <a:lnTo>
                    <a:pt x="5483838" y="925580"/>
                  </a:lnTo>
                  <a:lnTo>
                    <a:pt x="5533338" y="915329"/>
                  </a:lnTo>
                  <a:lnTo>
                    <a:pt x="5567201" y="907422"/>
                  </a:lnTo>
                  <a:lnTo>
                    <a:pt x="5618487" y="894096"/>
                  </a:lnTo>
                  <a:lnTo>
                    <a:pt x="5669279" y="879361"/>
                  </a:lnTo>
                  <a:lnTo>
                    <a:pt x="5720131" y="863198"/>
                  </a:lnTo>
                  <a:lnTo>
                    <a:pt x="5771411" y="845640"/>
                  </a:lnTo>
                  <a:lnTo>
                    <a:pt x="5823330" y="826780"/>
                  </a:lnTo>
                  <a:lnTo>
                    <a:pt x="5875955" y="806774"/>
                  </a:lnTo>
                  <a:lnTo>
                    <a:pt x="5929234" y="785836"/>
                  </a:lnTo>
                  <a:lnTo>
                    <a:pt x="5983016" y="764233"/>
                  </a:lnTo>
                  <a:lnTo>
                    <a:pt x="6037080" y="742274"/>
                  </a:lnTo>
                  <a:lnTo>
                    <a:pt x="6091166" y="720287"/>
                  </a:lnTo>
                  <a:lnTo>
                    <a:pt x="6145012" y="698604"/>
                  </a:lnTo>
                  <a:lnTo>
                    <a:pt x="6198386" y="677537"/>
                  </a:lnTo>
                  <a:lnTo>
                    <a:pt x="6251126" y="657360"/>
                  </a:lnTo>
                  <a:lnTo>
                    <a:pt x="6303160" y="638299"/>
                  </a:lnTo>
                  <a:lnTo>
                    <a:pt x="6354535" y="620518"/>
                  </a:lnTo>
                  <a:lnTo>
                    <a:pt x="6405437" y="604120"/>
                  </a:lnTo>
                  <a:lnTo>
                    <a:pt x="6456206" y="589150"/>
                  </a:lnTo>
                  <a:lnTo>
                    <a:pt x="6507363" y="575595"/>
                  </a:lnTo>
                  <a:lnTo>
                    <a:pt x="6515891" y="573490"/>
                  </a:lnTo>
                  <a:lnTo>
                    <a:pt x="6564250" y="562421"/>
                  </a:lnTo>
                  <a:lnTo>
                    <a:pt x="6614348" y="552510"/>
                  </a:lnTo>
                  <a:lnTo>
                    <a:pt x="6667039" y="543693"/>
                  </a:lnTo>
                  <a:lnTo>
                    <a:pt x="6723272" y="535863"/>
                  </a:lnTo>
                  <a:lnTo>
                    <a:pt x="6784004" y="528901"/>
                  </a:lnTo>
                  <a:lnTo>
                    <a:pt x="6850111" y="522696"/>
                  </a:lnTo>
                  <a:lnTo>
                    <a:pt x="6922265" y="517151"/>
                  </a:lnTo>
                  <a:lnTo>
                    <a:pt x="7000778" y="512191"/>
                  </a:lnTo>
                  <a:lnTo>
                    <a:pt x="7085389" y="507764"/>
                  </a:lnTo>
                  <a:lnTo>
                    <a:pt x="7175028" y="503841"/>
                  </a:lnTo>
                  <a:lnTo>
                    <a:pt x="7267598" y="500414"/>
                  </a:lnTo>
                  <a:lnTo>
                    <a:pt x="7359886" y="497489"/>
                  </a:lnTo>
                  <a:lnTo>
                    <a:pt x="7447714" y="495081"/>
                  </a:lnTo>
                  <a:lnTo>
                    <a:pt x="7526450" y="493193"/>
                  </a:lnTo>
                  <a:lnTo>
                    <a:pt x="7591847" y="491810"/>
                  </a:lnTo>
                  <a:lnTo>
                    <a:pt x="7641010" y="490886"/>
                  </a:lnTo>
                  <a:lnTo>
                    <a:pt x="7673186" y="490346"/>
                  </a:lnTo>
                  <a:lnTo>
                    <a:pt x="7690092" y="490091"/>
                  </a:lnTo>
                  <a:lnTo>
                    <a:pt x="7695777" y="490013"/>
                  </a:lnTo>
                  <a:lnTo>
                    <a:pt x="7696237" y="490008"/>
                  </a:lnTo>
                  <a:lnTo>
                    <a:pt x="8234974" y="490008"/>
                  </a:lnTo>
                  <a:lnTo>
                    <a:pt x="8234974" y="484563"/>
                  </a:lnTo>
                  <a:lnTo>
                    <a:pt x="7696237" y="484563"/>
                  </a:lnTo>
                  <a:lnTo>
                    <a:pt x="7694939" y="484580"/>
                  </a:lnTo>
                  <a:lnTo>
                    <a:pt x="7686470" y="484699"/>
                  </a:lnTo>
                  <a:lnTo>
                    <a:pt x="7665357" y="485027"/>
                  </a:lnTo>
                  <a:lnTo>
                    <a:pt x="7628208" y="485672"/>
                  </a:lnTo>
                  <a:lnTo>
                    <a:pt x="7574043" y="486725"/>
                  </a:lnTo>
                  <a:lnTo>
                    <a:pt x="7504307" y="488255"/>
                  </a:lnTo>
                  <a:lnTo>
                    <a:pt x="7422394" y="490297"/>
                  </a:lnTo>
                  <a:lnTo>
                    <a:pt x="7332767" y="492859"/>
                  </a:lnTo>
                  <a:lnTo>
                    <a:pt x="7239996" y="495934"/>
                  </a:lnTo>
                  <a:lnTo>
                    <a:pt x="7148010" y="499508"/>
                  </a:lnTo>
                  <a:lnTo>
                    <a:pt x="7059694" y="503579"/>
                  </a:lnTo>
                  <a:lnTo>
                    <a:pt x="6976822" y="508161"/>
                  </a:lnTo>
                  <a:lnTo>
                    <a:pt x="6900199" y="513288"/>
                  </a:lnTo>
                  <a:lnTo>
                    <a:pt x="6829892" y="519020"/>
                  </a:lnTo>
                  <a:lnTo>
                    <a:pt x="6765461" y="525439"/>
                  </a:lnTo>
                  <a:lnTo>
                    <a:pt x="6706161" y="532646"/>
                  </a:lnTo>
                  <a:lnTo>
                    <a:pt x="6651080" y="540757"/>
                  </a:lnTo>
                  <a:lnTo>
                    <a:pt x="6599255" y="549888"/>
                  </a:lnTo>
                  <a:lnTo>
                    <a:pt x="6549755" y="560138"/>
                  </a:lnTo>
                  <a:lnTo>
                    <a:pt x="6515891" y="568046"/>
                  </a:lnTo>
                  <a:lnTo>
                    <a:pt x="6464605" y="581371"/>
                  </a:lnTo>
                  <a:lnTo>
                    <a:pt x="6413813" y="596107"/>
                  </a:lnTo>
                  <a:lnTo>
                    <a:pt x="6362962" y="612270"/>
                  </a:lnTo>
                  <a:lnTo>
                    <a:pt x="6311681" y="629828"/>
                  </a:lnTo>
                  <a:lnTo>
                    <a:pt x="6259762" y="648688"/>
                  </a:lnTo>
                  <a:lnTo>
                    <a:pt x="6207137" y="668694"/>
                  </a:lnTo>
                  <a:lnTo>
                    <a:pt x="6153858" y="689632"/>
                  </a:lnTo>
                  <a:lnTo>
                    <a:pt x="6100076" y="711235"/>
                  </a:lnTo>
                  <a:lnTo>
                    <a:pt x="6046012" y="733194"/>
                  </a:lnTo>
                  <a:lnTo>
                    <a:pt x="5991926" y="755180"/>
                  </a:lnTo>
                  <a:lnTo>
                    <a:pt x="5938081" y="776864"/>
                  </a:lnTo>
                  <a:lnTo>
                    <a:pt x="5884706" y="797931"/>
                  </a:lnTo>
                  <a:lnTo>
                    <a:pt x="5831967" y="818108"/>
                  </a:lnTo>
                  <a:lnTo>
                    <a:pt x="5779933" y="837169"/>
                  </a:lnTo>
                  <a:lnTo>
                    <a:pt x="5728557" y="854950"/>
                  </a:lnTo>
                  <a:lnTo>
                    <a:pt x="5677656" y="871347"/>
                  </a:lnTo>
                  <a:lnTo>
                    <a:pt x="5626887" y="886318"/>
                  </a:lnTo>
                  <a:lnTo>
                    <a:pt x="5575729" y="899873"/>
                  </a:lnTo>
                  <a:lnTo>
                    <a:pt x="5567201" y="901977"/>
                  </a:lnTo>
                  <a:lnTo>
                    <a:pt x="5518843" y="913047"/>
                  </a:lnTo>
                  <a:lnTo>
                    <a:pt x="5468744" y="922958"/>
                  </a:lnTo>
                  <a:lnTo>
                    <a:pt x="5416053" y="931774"/>
                  </a:lnTo>
                  <a:lnTo>
                    <a:pt x="5359820" y="939605"/>
                  </a:lnTo>
                  <a:lnTo>
                    <a:pt x="5299088" y="946566"/>
                  </a:lnTo>
                  <a:lnTo>
                    <a:pt x="5232981" y="952772"/>
                  </a:lnTo>
                  <a:lnTo>
                    <a:pt x="5160827" y="958317"/>
                  </a:lnTo>
                  <a:lnTo>
                    <a:pt x="5082314" y="963277"/>
                  </a:lnTo>
                  <a:lnTo>
                    <a:pt x="4997704" y="967704"/>
                  </a:lnTo>
                  <a:lnTo>
                    <a:pt x="4908065" y="971627"/>
                  </a:lnTo>
                  <a:lnTo>
                    <a:pt x="4815494" y="975054"/>
                  </a:lnTo>
                  <a:lnTo>
                    <a:pt x="4723206" y="977978"/>
                  </a:lnTo>
                  <a:lnTo>
                    <a:pt x="4635378" y="980387"/>
                  </a:lnTo>
                  <a:lnTo>
                    <a:pt x="4556642" y="982274"/>
                  </a:lnTo>
                  <a:lnTo>
                    <a:pt x="4491246" y="983658"/>
                  </a:lnTo>
                  <a:lnTo>
                    <a:pt x="4442082" y="984581"/>
                  </a:lnTo>
                  <a:lnTo>
                    <a:pt x="4409907" y="985122"/>
                  </a:lnTo>
                  <a:lnTo>
                    <a:pt x="4393000" y="985377"/>
                  </a:lnTo>
                  <a:lnTo>
                    <a:pt x="4387315" y="985454"/>
                  </a:lnTo>
                  <a:lnTo>
                    <a:pt x="4386855" y="985460"/>
                  </a:lnTo>
                  <a:lnTo>
                    <a:pt x="3848118" y="985460"/>
                  </a:lnTo>
                  <a:lnTo>
                    <a:pt x="3846834" y="985428"/>
                  </a:lnTo>
                  <a:lnTo>
                    <a:pt x="3838451" y="985196"/>
                  </a:lnTo>
                  <a:lnTo>
                    <a:pt x="3817543" y="984557"/>
                  </a:lnTo>
                  <a:lnTo>
                    <a:pt x="3780735" y="983302"/>
                  </a:lnTo>
                  <a:lnTo>
                    <a:pt x="3727026" y="981250"/>
                  </a:lnTo>
                  <a:lnTo>
                    <a:pt x="3657811" y="978271"/>
                  </a:lnTo>
                  <a:lnTo>
                    <a:pt x="3576418" y="974292"/>
                  </a:lnTo>
                  <a:lnTo>
                    <a:pt x="3487250" y="969295"/>
                  </a:lnTo>
                  <a:lnTo>
                    <a:pt x="3394840" y="963297"/>
                  </a:lnTo>
                  <a:lnTo>
                    <a:pt x="3303099" y="956322"/>
                  </a:lnTo>
                  <a:lnTo>
                    <a:pt x="3214921" y="948378"/>
                  </a:lnTo>
                  <a:lnTo>
                    <a:pt x="3132100" y="939439"/>
                  </a:lnTo>
                  <a:lnTo>
                    <a:pt x="3055467" y="929437"/>
                  </a:lnTo>
                  <a:lnTo>
                    <a:pt x="2985114" y="918260"/>
                  </a:lnTo>
                  <a:lnTo>
                    <a:pt x="2920628" y="905750"/>
                  </a:lnTo>
                  <a:lnTo>
                    <a:pt x="2861280" y="891711"/>
                  </a:lnTo>
                  <a:lnTo>
                    <a:pt x="2806175" y="875921"/>
                  </a:lnTo>
                  <a:lnTo>
                    <a:pt x="2754360" y="858150"/>
                  </a:lnTo>
                  <a:lnTo>
                    <a:pt x="2704910" y="838202"/>
                  </a:lnTo>
                  <a:lnTo>
                    <a:pt x="2667772" y="821217"/>
                  </a:lnTo>
                  <a:lnTo>
                    <a:pt x="2619870" y="796827"/>
                  </a:lnTo>
                  <a:lnTo>
                    <a:pt x="2572436" y="770024"/>
                  </a:lnTo>
                  <a:lnTo>
                    <a:pt x="2525001" y="740770"/>
                  </a:lnTo>
                  <a:lnTo>
                    <a:pt x="2477244" y="709105"/>
                  </a:lnTo>
                  <a:lnTo>
                    <a:pt x="2428965" y="675154"/>
                  </a:lnTo>
                  <a:lnTo>
                    <a:pt x="2380077" y="639136"/>
                  </a:lnTo>
                  <a:lnTo>
                    <a:pt x="2330587" y="601360"/>
                  </a:lnTo>
                  <a:lnTo>
                    <a:pt x="2280588" y="562221"/>
                  </a:lnTo>
                  <a:lnTo>
                    <a:pt x="2230235" y="522183"/>
                  </a:lnTo>
                  <a:lnTo>
                    <a:pt x="2179724" y="481757"/>
                  </a:lnTo>
                  <a:lnTo>
                    <a:pt x="2129273" y="441476"/>
                  </a:lnTo>
                  <a:lnTo>
                    <a:pt x="2079089" y="401865"/>
                  </a:lnTo>
                  <a:lnTo>
                    <a:pt x="2029351" y="363412"/>
                  </a:lnTo>
                  <a:lnTo>
                    <a:pt x="1980181" y="326546"/>
                  </a:lnTo>
                  <a:lnTo>
                    <a:pt x="1931628" y="291616"/>
                  </a:lnTo>
                  <a:lnTo>
                    <a:pt x="1883650" y="258884"/>
                  </a:lnTo>
                  <a:lnTo>
                    <a:pt x="1836100" y="228517"/>
                  </a:lnTo>
                  <a:lnTo>
                    <a:pt x="1788714" y="200593"/>
                  </a:lnTo>
                  <a:lnTo>
                    <a:pt x="1741094" y="175108"/>
                  </a:lnTo>
                  <a:lnTo>
                    <a:pt x="1719082" y="164243"/>
                  </a:lnTo>
                  <a:lnTo>
                    <a:pt x="1670898" y="142537"/>
                  </a:lnTo>
                  <a:lnTo>
                    <a:pt x="1620988" y="123097"/>
                  </a:lnTo>
                  <a:lnTo>
                    <a:pt x="1568511" y="105794"/>
                  </a:lnTo>
                  <a:lnTo>
                    <a:pt x="1512527" y="90421"/>
                  </a:lnTo>
                  <a:lnTo>
                    <a:pt x="1452089" y="76748"/>
                  </a:lnTo>
                  <a:lnTo>
                    <a:pt x="1386328" y="64556"/>
                  </a:lnTo>
                  <a:lnTo>
                    <a:pt x="1314573" y="53657"/>
                  </a:lnTo>
                  <a:lnTo>
                    <a:pt x="1236506" y="43905"/>
                  </a:lnTo>
                  <a:lnTo>
                    <a:pt x="1152366" y="35195"/>
                  </a:lnTo>
                  <a:lnTo>
                    <a:pt x="1063185" y="27471"/>
                  </a:lnTo>
                  <a:lnTo>
                    <a:pt x="970999" y="20716"/>
                  </a:lnTo>
                  <a:lnTo>
                    <a:pt x="878950" y="14943"/>
                  </a:lnTo>
                  <a:lnTo>
                    <a:pt x="791138" y="10177"/>
                  </a:lnTo>
                  <a:lnTo>
                    <a:pt x="712143" y="6427"/>
                  </a:lnTo>
                  <a:lnTo>
                    <a:pt x="646209" y="3667"/>
                  </a:lnTo>
                  <a:lnTo>
                    <a:pt x="596291" y="1809"/>
                  </a:lnTo>
                  <a:lnTo>
                    <a:pt x="563263" y="711"/>
                  </a:lnTo>
                  <a:lnTo>
                    <a:pt x="545570" y="183"/>
                  </a:lnTo>
                  <a:lnTo>
                    <a:pt x="539339" y="1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26" name="pl1026"/>
            <p:cNvSpPr/>
            <p:nvPr/>
          </p:nvSpPr>
          <p:spPr>
            <a:xfrm>
              <a:off x="546595" y="3984510"/>
              <a:ext cx="8234974" cy="985460"/>
            </a:xfrm>
            <a:custGeom>
              <a:avLst/>
              <a:pathLst>
                <a:path w="8234974" h="985460">
                  <a:moveTo>
                    <a:pt x="0" y="0"/>
                  </a:moveTo>
                  <a:lnTo>
                    <a:pt x="538736" y="0"/>
                  </a:lnTo>
                  <a:lnTo>
                    <a:pt x="540021" y="32"/>
                  </a:lnTo>
                  <a:lnTo>
                    <a:pt x="548404" y="263"/>
                  </a:lnTo>
                  <a:lnTo>
                    <a:pt x="569312" y="903"/>
                  </a:lnTo>
                  <a:lnTo>
                    <a:pt x="606120" y="2158"/>
                  </a:lnTo>
                  <a:lnTo>
                    <a:pt x="659829" y="4209"/>
                  </a:lnTo>
                  <a:lnTo>
                    <a:pt x="729044" y="7189"/>
                  </a:lnTo>
                  <a:lnTo>
                    <a:pt x="810437" y="11168"/>
                  </a:lnTo>
                  <a:lnTo>
                    <a:pt x="899604" y="16165"/>
                  </a:lnTo>
                  <a:lnTo>
                    <a:pt x="992015" y="22162"/>
                  </a:lnTo>
                  <a:lnTo>
                    <a:pt x="1083755" y="29137"/>
                  </a:lnTo>
                  <a:lnTo>
                    <a:pt x="1171934" y="37082"/>
                  </a:lnTo>
                  <a:lnTo>
                    <a:pt x="1254755" y="46021"/>
                  </a:lnTo>
                  <a:lnTo>
                    <a:pt x="1331388" y="56023"/>
                  </a:lnTo>
                  <a:lnTo>
                    <a:pt x="1401741" y="67200"/>
                  </a:lnTo>
                  <a:lnTo>
                    <a:pt x="1466227" y="79710"/>
                  </a:lnTo>
                  <a:lnTo>
                    <a:pt x="1525575" y="93749"/>
                  </a:lnTo>
                  <a:lnTo>
                    <a:pt x="1580680" y="109539"/>
                  </a:lnTo>
                  <a:lnTo>
                    <a:pt x="1632495" y="127310"/>
                  </a:lnTo>
                  <a:lnTo>
                    <a:pt x="1681945" y="147257"/>
                  </a:lnTo>
                  <a:lnTo>
                    <a:pt x="1719082" y="164243"/>
                  </a:lnTo>
                  <a:lnTo>
                    <a:pt x="1766984" y="188633"/>
                  </a:lnTo>
                  <a:lnTo>
                    <a:pt x="1814419" y="215436"/>
                  </a:lnTo>
                  <a:lnTo>
                    <a:pt x="1861853" y="244689"/>
                  </a:lnTo>
                  <a:lnTo>
                    <a:pt x="1909611" y="276355"/>
                  </a:lnTo>
                  <a:lnTo>
                    <a:pt x="1957889" y="310306"/>
                  </a:lnTo>
                  <a:lnTo>
                    <a:pt x="2006778" y="346324"/>
                  </a:lnTo>
                  <a:lnTo>
                    <a:pt x="2056267" y="384100"/>
                  </a:lnTo>
                  <a:lnTo>
                    <a:pt x="2106266" y="423238"/>
                  </a:lnTo>
                  <a:lnTo>
                    <a:pt x="2156620" y="463277"/>
                  </a:lnTo>
                  <a:lnTo>
                    <a:pt x="2207130" y="503702"/>
                  </a:lnTo>
                  <a:lnTo>
                    <a:pt x="2257582" y="543983"/>
                  </a:lnTo>
                  <a:lnTo>
                    <a:pt x="2307766" y="583595"/>
                  </a:lnTo>
                  <a:lnTo>
                    <a:pt x="2357504" y="622048"/>
                  </a:lnTo>
                  <a:lnTo>
                    <a:pt x="2406673" y="658914"/>
                  </a:lnTo>
                  <a:lnTo>
                    <a:pt x="2455227" y="693843"/>
                  </a:lnTo>
                  <a:lnTo>
                    <a:pt x="2503205" y="726576"/>
                  </a:lnTo>
                  <a:lnTo>
                    <a:pt x="2550755" y="756943"/>
                  </a:lnTo>
                  <a:lnTo>
                    <a:pt x="2598141" y="784867"/>
                  </a:lnTo>
                  <a:lnTo>
                    <a:pt x="2645761" y="810351"/>
                  </a:lnTo>
                  <a:lnTo>
                    <a:pt x="2667772" y="821217"/>
                  </a:lnTo>
                  <a:lnTo>
                    <a:pt x="2715957" y="842922"/>
                  </a:lnTo>
                  <a:lnTo>
                    <a:pt x="2765866" y="862363"/>
                  </a:lnTo>
                  <a:lnTo>
                    <a:pt x="2818344" y="879666"/>
                  </a:lnTo>
                  <a:lnTo>
                    <a:pt x="2874328" y="895039"/>
                  </a:lnTo>
                  <a:lnTo>
                    <a:pt x="2934766" y="908712"/>
                  </a:lnTo>
                  <a:lnTo>
                    <a:pt x="3000527" y="920904"/>
                  </a:lnTo>
                  <a:lnTo>
                    <a:pt x="3072282" y="931802"/>
                  </a:lnTo>
                  <a:lnTo>
                    <a:pt x="3150348" y="941555"/>
                  </a:lnTo>
                  <a:lnTo>
                    <a:pt x="3234488" y="950264"/>
                  </a:lnTo>
                  <a:lnTo>
                    <a:pt x="3323669" y="957988"/>
                  </a:lnTo>
                  <a:lnTo>
                    <a:pt x="3415855" y="964743"/>
                  </a:lnTo>
                  <a:lnTo>
                    <a:pt x="3507905" y="970516"/>
                  </a:lnTo>
                  <a:lnTo>
                    <a:pt x="3595717" y="975283"/>
                  </a:lnTo>
                  <a:lnTo>
                    <a:pt x="3674712" y="979032"/>
                  </a:lnTo>
                  <a:lnTo>
                    <a:pt x="3740646" y="981793"/>
                  </a:lnTo>
                  <a:lnTo>
                    <a:pt x="3790564" y="983650"/>
                  </a:lnTo>
                  <a:lnTo>
                    <a:pt x="3823591" y="984749"/>
                  </a:lnTo>
                  <a:lnTo>
                    <a:pt x="3841284" y="985277"/>
                  </a:lnTo>
                  <a:lnTo>
                    <a:pt x="3847516" y="985445"/>
                  </a:lnTo>
                  <a:lnTo>
                    <a:pt x="3848118" y="985460"/>
                  </a:lnTo>
                  <a:lnTo>
                    <a:pt x="4386855" y="985460"/>
                  </a:lnTo>
                  <a:lnTo>
                    <a:pt x="4388153" y="985444"/>
                  </a:lnTo>
                  <a:lnTo>
                    <a:pt x="4396622" y="985325"/>
                  </a:lnTo>
                  <a:lnTo>
                    <a:pt x="4417735" y="984996"/>
                  </a:lnTo>
                  <a:lnTo>
                    <a:pt x="4454884" y="984351"/>
                  </a:lnTo>
                  <a:lnTo>
                    <a:pt x="4509050" y="983298"/>
                  </a:lnTo>
                  <a:lnTo>
                    <a:pt x="4578785" y="981768"/>
                  </a:lnTo>
                  <a:lnTo>
                    <a:pt x="4660698" y="979726"/>
                  </a:lnTo>
                  <a:lnTo>
                    <a:pt x="4750326" y="977164"/>
                  </a:lnTo>
                  <a:lnTo>
                    <a:pt x="4843096" y="974089"/>
                  </a:lnTo>
                  <a:lnTo>
                    <a:pt x="4935082" y="970515"/>
                  </a:lnTo>
                  <a:lnTo>
                    <a:pt x="5023398" y="966444"/>
                  </a:lnTo>
                  <a:lnTo>
                    <a:pt x="5106270" y="961863"/>
                  </a:lnTo>
                  <a:lnTo>
                    <a:pt x="5182893" y="956736"/>
                  </a:lnTo>
                  <a:lnTo>
                    <a:pt x="5253201" y="951003"/>
                  </a:lnTo>
                  <a:lnTo>
                    <a:pt x="5317631" y="944585"/>
                  </a:lnTo>
                  <a:lnTo>
                    <a:pt x="5376932" y="937377"/>
                  </a:lnTo>
                  <a:lnTo>
                    <a:pt x="5432012" y="929267"/>
                  </a:lnTo>
                  <a:lnTo>
                    <a:pt x="5483838" y="920135"/>
                  </a:lnTo>
                  <a:lnTo>
                    <a:pt x="5533338" y="909885"/>
                  </a:lnTo>
                  <a:lnTo>
                    <a:pt x="5567201" y="901977"/>
                  </a:lnTo>
                  <a:lnTo>
                    <a:pt x="5618487" y="888652"/>
                  </a:lnTo>
                  <a:lnTo>
                    <a:pt x="5669279" y="873917"/>
                  </a:lnTo>
                  <a:lnTo>
                    <a:pt x="5720131" y="857753"/>
                  </a:lnTo>
                  <a:lnTo>
                    <a:pt x="5771411" y="840195"/>
                  </a:lnTo>
                  <a:lnTo>
                    <a:pt x="5823330" y="821336"/>
                  </a:lnTo>
                  <a:lnTo>
                    <a:pt x="5875955" y="801329"/>
                  </a:lnTo>
                  <a:lnTo>
                    <a:pt x="5929234" y="780391"/>
                  </a:lnTo>
                  <a:lnTo>
                    <a:pt x="5983016" y="758789"/>
                  </a:lnTo>
                  <a:lnTo>
                    <a:pt x="6037080" y="736829"/>
                  </a:lnTo>
                  <a:lnTo>
                    <a:pt x="6091166" y="714843"/>
                  </a:lnTo>
                  <a:lnTo>
                    <a:pt x="6145012" y="693160"/>
                  </a:lnTo>
                  <a:lnTo>
                    <a:pt x="6198386" y="672092"/>
                  </a:lnTo>
                  <a:lnTo>
                    <a:pt x="6251126" y="651916"/>
                  </a:lnTo>
                  <a:lnTo>
                    <a:pt x="6303160" y="632854"/>
                  </a:lnTo>
                  <a:lnTo>
                    <a:pt x="6354535" y="615074"/>
                  </a:lnTo>
                  <a:lnTo>
                    <a:pt x="6405437" y="598676"/>
                  </a:lnTo>
                  <a:lnTo>
                    <a:pt x="6456206" y="583705"/>
                  </a:lnTo>
                  <a:lnTo>
                    <a:pt x="6507363" y="570150"/>
                  </a:lnTo>
                  <a:lnTo>
                    <a:pt x="6515891" y="568046"/>
                  </a:lnTo>
                  <a:lnTo>
                    <a:pt x="6564250" y="556976"/>
                  </a:lnTo>
                  <a:lnTo>
                    <a:pt x="6614348" y="547066"/>
                  </a:lnTo>
                  <a:lnTo>
                    <a:pt x="6667039" y="538249"/>
                  </a:lnTo>
                  <a:lnTo>
                    <a:pt x="6723272" y="530419"/>
                  </a:lnTo>
                  <a:lnTo>
                    <a:pt x="6784004" y="523457"/>
                  </a:lnTo>
                  <a:lnTo>
                    <a:pt x="6850111" y="517252"/>
                  </a:lnTo>
                  <a:lnTo>
                    <a:pt x="6922265" y="511707"/>
                  </a:lnTo>
                  <a:lnTo>
                    <a:pt x="7000778" y="506747"/>
                  </a:lnTo>
                  <a:lnTo>
                    <a:pt x="7085389" y="502319"/>
                  </a:lnTo>
                  <a:lnTo>
                    <a:pt x="7175028" y="498396"/>
                  </a:lnTo>
                  <a:lnTo>
                    <a:pt x="7267598" y="494969"/>
                  </a:lnTo>
                  <a:lnTo>
                    <a:pt x="7359886" y="492045"/>
                  </a:lnTo>
                  <a:lnTo>
                    <a:pt x="7447714" y="489637"/>
                  </a:lnTo>
                  <a:lnTo>
                    <a:pt x="7526450" y="487749"/>
                  </a:lnTo>
                  <a:lnTo>
                    <a:pt x="7591847" y="486366"/>
                  </a:lnTo>
                  <a:lnTo>
                    <a:pt x="7641010" y="485442"/>
                  </a:lnTo>
                  <a:lnTo>
                    <a:pt x="7673186" y="484901"/>
                  </a:lnTo>
                  <a:lnTo>
                    <a:pt x="7690092" y="484646"/>
                  </a:lnTo>
                  <a:lnTo>
                    <a:pt x="7695777" y="484569"/>
                  </a:lnTo>
                  <a:lnTo>
                    <a:pt x="7696237" y="484563"/>
                  </a:lnTo>
                  <a:lnTo>
                    <a:pt x="8234974" y="4845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7" name="pl1027"/>
            <p:cNvSpPr/>
            <p:nvPr/>
          </p:nvSpPr>
          <p:spPr>
            <a:xfrm>
              <a:off x="546595" y="3979065"/>
              <a:ext cx="8234974" cy="985460"/>
            </a:xfrm>
            <a:custGeom>
              <a:avLst/>
              <a:pathLst>
                <a:path w="8234974" h="985460">
                  <a:moveTo>
                    <a:pt x="8234974" y="484563"/>
                  </a:moveTo>
                  <a:lnTo>
                    <a:pt x="7696237" y="484563"/>
                  </a:lnTo>
                  <a:lnTo>
                    <a:pt x="7694939" y="484580"/>
                  </a:lnTo>
                  <a:lnTo>
                    <a:pt x="7686470" y="484699"/>
                  </a:lnTo>
                  <a:lnTo>
                    <a:pt x="7665357" y="485027"/>
                  </a:lnTo>
                  <a:lnTo>
                    <a:pt x="7628208" y="485672"/>
                  </a:lnTo>
                  <a:lnTo>
                    <a:pt x="7574043" y="486725"/>
                  </a:lnTo>
                  <a:lnTo>
                    <a:pt x="7504307" y="488255"/>
                  </a:lnTo>
                  <a:lnTo>
                    <a:pt x="7422394" y="490297"/>
                  </a:lnTo>
                  <a:lnTo>
                    <a:pt x="7332767" y="492859"/>
                  </a:lnTo>
                  <a:lnTo>
                    <a:pt x="7239996" y="495934"/>
                  </a:lnTo>
                  <a:lnTo>
                    <a:pt x="7148010" y="499508"/>
                  </a:lnTo>
                  <a:lnTo>
                    <a:pt x="7059694" y="503579"/>
                  </a:lnTo>
                  <a:lnTo>
                    <a:pt x="6976822" y="508161"/>
                  </a:lnTo>
                  <a:lnTo>
                    <a:pt x="6900199" y="513288"/>
                  </a:lnTo>
                  <a:lnTo>
                    <a:pt x="6829892" y="519020"/>
                  </a:lnTo>
                  <a:lnTo>
                    <a:pt x="6765461" y="525439"/>
                  </a:lnTo>
                  <a:lnTo>
                    <a:pt x="6706161" y="532646"/>
                  </a:lnTo>
                  <a:lnTo>
                    <a:pt x="6651080" y="540757"/>
                  </a:lnTo>
                  <a:lnTo>
                    <a:pt x="6599255" y="549888"/>
                  </a:lnTo>
                  <a:lnTo>
                    <a:pt x="6549755" y="560138"/>
                  </a:lnTo>
                  <a:lnTo>
                    <a:pt x="6515891" y="568046"/>
                  </a:lnTo>
                  <a:lnTo>
                    <a:pt x="6464605" y="581371"/>
                  </a:lnTo>
                  <a:lnTo>
                    <a:pt x="6413813" y="596107"/>
                  </a:lnTo>
                  <a:lnTo>
                    <a:pt x="6362962" y="612270"/>
                  </a:lnTo>
                  <a:lnTo>
                    <a:pt x="6311681" y="629828"/>
                  </a:lnTo>
                  <a:lnTo>
                    <a:pt x="6259762" y="648688"/>
                  </a:lnTo>
                  <a:lnTo>
                    <a:pt x="6207137" y="668694"/>
                  </a:lnTo>
                  <a:lnTo>
                    <a:pt x="6153858" y="689632"/>
                  </a:lnTo>
                  <a:lnTo>
                    <a:pt x="6100076" y="711235"/>
                  </a:lnTo>
                  <a:lnTo>
                    <a:pt x="6046012" y="733194"/>
                  </a:lnTo>
                  <a:lnTo>
                    <a:pt x="5991926" y="755180"/>
                  </a:lnTo>
                  <a:lnTo>
                    <a:pt x="5938081" y="776864"/>
                  </a:lnTo>
                  <a:lnTo>
                    <a:pt x="5884706" y="797931"/>
                  </a:lnTo>
                  <a:lnTo>
                    <a:pt x="5831967" y="818108"/>
                  </a:lnTo>
                  <a:lnTo>
                    <a:pt x="5779933" y="837169"/>
                  </a:lnTo>
                  <a:lnTo>
                    <a:pt x="5728557" y="854950"/>
                  </a:lnTo>
                  <a:lnTo>
                    <a:pt x="5677656" y="871347"/>
                  </a:lnTo>
                  <a:lnTo>
                    <a:pt x="5626887" y="886318"/>
                  </a:lnTo>
                  <a:lnTo>
                    <a:pt x="5575729" y="899873"/>
                  </a:lnTo>
                  <a:lnTo>
                    <a:pt x="5567201" y="901977"/>
                  </a:lnTo>
                  <a:lnTo>
                    <a:pt x="5518843" y="913047"/>
                  </a:lnTo>
                  <a:lnTo>
                    <a:pt x="5468744" y="922958"/>
                  </a:lnTo>
                  <a:lnTo>
                    <a:pt x="5416053" y="931774"/>
                  </a:lnTo>
                  <a:lnTo>
                    <a:pt x="5359820" y="939605"/>
                  </a:lnTo>
                  <a:lnTo>
                    <a:pt x="5299088" y="946566"/>
                  </a:lnTo>
                  <a:lnTo>
                    <a:pt x="5232981" y="952772"/>
                  </a:lnTo>
                  <a:lnTo>
                    <a:pt x="5160827" y="958317"/>
                  </a:lnTo>
                  <a:lnTo>
                    <a:pt x="5082314" y="963277"/>
                  </a:lnTo>
                  <a:lnTo>
                    <a:pt x="4997704" y="967704"/>
                  </a:lnTo>
                  <a:lnTo>
                    <a:pt x="4908065" y="971627"/>
                  </a:lnTo>
                  <a:lnTo>
                    <a:pt x="4815494" y="975054"/>
                  </a:lnTo>
                  <a:lnTo>
                    <a:pt x="4723206" y="977978"/>
                  </a:lnTo>
                  <a:lnTo>
                    <a:pt x="4635378" y="980387"/>
                  </a:lnTo>
                  <a:lnTo>
                    <a:pt x="4556642" y="982274"/>
                  </a:lnTo>
                  <a:lnTo>
                    <a:pt x="4491246" y="983658"/>
                  </a:lnTo>
                  <a:lnTo>
                    <a:pt x="4442082" y="984581"/>
                  </a:lnTo>
                  <a:lnTo>
                    <a:pt x="4409907" y="985122"/>
                  </a:lnTo>
                  <a:lnTo>
                    <a:pt x="4393000" y="985377"/>
                  </a:lnTo>
                  <a:lnTo>
                    <a:pt x="4387315" y="985454"/>
                  </a:lnTo>
                  <a:lnTo>
                    <a:pt x="4386855" y="985460"/>
                  </a:lnTo>
                  <a:lnTo>
                    <a:pt x="3848118" y="985460"/>
                  </a:lnTo>
                  <a:lnTo>
                    <a:pt x="3846834" y="985428"/>
                  </a:lnTo>
                  <a:lnTo>
                    <a:pt x="3838451" y="985196"/>
                  </a:lnTo>
                  <a:lnTo>
                    <a:pt x="3817543" y="984557"/>
                  </a:lnTo>
                  <a:lnTo>
                    <a:pt x="3780735" y="983302"/>
                  </a:lnTo>
                  <a:lnTo>
                    <a:pt x="3727026" y="981250"/>
                  </a:lnTo>
                  <a:lnTo>
                    <a:pt x="3657811" y="978271"/>
                  </a:lnTo>
                  <a:lnTo>
                    <a:pt x="3576418" y="974292"/>
                  </a:lnTo>
                  <a:lnTo>
                    <a:pt x="3487250" y="969295"/>
                  </a:lnTo>
                  <a:lnTo>
                    <a:pt x="3394840" y="963297"/>
                  </a:lnTo>
                  <a:lnTo>
                    <a:pt x="3303099" y="956322"/>
                  </a:lnTo>
                  <a:lnTo>
                    <a:pt x="3214921" y="948378"/>
                  </a:lnTo>
                  <a:lnTo>
                    <a:pt x="3132100" y="939439"/>
                  </a:lnTo>
                  <a:lnTo>
                    <a:pt x="3055467" y="929437"/>
                  </a:lnTo>
                  <a:lnTo>
                    <a:pt x="2985114" y="918260"/>
                  </a:lnTo>
                  <a:lnTo>
                    <a:pt x="2920628" y="905750"/>
                  </a:lnTo>
                  <a:lnTo>
                    <a:pt x="2861280" y="891711"/>
                  </a:lnTo>
                  <a:lnTo>
                    <a:pt x="2806175" y="875921"/>
                  </a:lnTo>
                  <a:lnTo>
                    <a:pt x="2754360" y="858150"/>
                  </a:lnTo>
                  <a:lnTo>
                    <a:pt x="2704910" y="838202"/>
                  </a:lnTo>
                  <a:lnTo>
                    <a:pt x="2667772" y="821217"/>
                  </a:lnTo>
                  <a:lnTo>
                    <a:pt x="2619870" y="796827"/>
                  </a:lnTo>
                  <a:lnTo>
                    <a:pt x="2572436" y="770024"/>
                  </a:lnTo>
                  <a:lnTo>
                    <a:pt x="2525001" y="740770"/>
                  </a:lnTo>
                  <a:lnTo>
                    <a:pt x="2477244" y="709105"/>
                  </a:lnTo>
                  <a:lnTo>
                    <a:pt x="2428965" y="675154"/>
                  </a:lnTo>
                  <a:lnTo>
                    <a:pt x="2380077" y="639136"/>
                  </a:lnTo>
                  <a:lnTo>
                    <a:pt x="2330587" y="601360"/>
                  </a:lnTo>
                  <a:lnTo>
                    <a:pt x="2280588" y="562221"/>
                  </a:lnTo>
                  <a:lnTo>
                    <a:pt x="2230235" y="522183"/>
                  </a:lnTo>
                  <a:lnTo>
                    <a:pt x="2179724" y="481757"/>
                  </a:lnTo>
                  <a:lnTo>
                    <a:pt x="2129273" y="441476"/>
                  </a:lnTo>
                  <a:lnTo>
                    <a:pt x="2079089" y="401865"/>
                  </a:lnTo>
                  <a:lnTo>
                    <a:pt x="2029351" y="363412"/>
                  </a:lnTo>
                  <a:lnTo>
                    <a:pt x="1980181" y="326546"/>
                  </a:lnTo>
                  <a:lnTo>
                    <a:pt x="1931628" y="291616"/>
                  </a:lnTo>
                  <a:lnTo>
                    <a:pt x="1883650" y="258884"/>
                  </a:lnTo>
                  <a:lnTo>
                    <a:pt x="1836100" y="228517"/>
                  </a:lnTo>
                  <a:lnTo>
                    <a:pt x="1788714" y="200593"/>
                  </a:lnTo>
                  <a:lnTo>
                    <a:pt x="1741094" y="175108"/>
                  </a:lnTo>
                  <a:lnTo>
                    <a:pt x="1719082" y="164243"/>
                  </a:lnTo>
                  <a:lnTo>
                    <a:pt x="1670898" y="142537"/>
                  </a:lnTo>
                  <a:lnTo>
                    <a:pt x="1620988" y="123097"/>
                  </a:lnTo>
                  <a:lnTo>
                    <a:pt x="1568511" y="105794"/>
                  </a:lnTo>
                  <a:lnTo>
                    <a:pt x="1512527" y="90421"/>
                  </a:lnTo>
                  <a:lnTo>
                    <a:pt x="1452089" y="76748"/>
                  </a:lnTo>
                  <a:lnTo>
                    <a:pt x="1386328" y="64556"/>
                  </a:lnTo>
                  <a:lnTo>
                    <a:pt x="1314573" y="53657"/>
                  </a:lnTo>
                  <a:lnTo>
                    <a:pt x="1236506" y="43905"/>
                  </a:lnTo>
                  <a:lnTo>
                    <a:pt x="1152366" y="35195"/>
                  </a:lnTo>
                  <a:lnTo>
                    <a:pt x="1063185" y="27471"/>
                  </a:lnTo>
                  <a:lnTo>
                    <a:pt x="970999" y="20716"/>
                  </a:lnTo>
                  <a:lnTo>
                    <a:pt x="878950" y="14943"/>
                  </a:lnTo>
                  <a:lnTo>
                    <a:pt x="791138" y="10177"/>
                  </a:lnTo>
                  <a:lnTo>
                    <a:pt x="712143" y="6427"/>
                  </a:lnTo>
                  <a:lnTo>
                    <a:pt x="646209" y="3667"/>
                  </a:lnTo>
                  <a:lnTo>
                    <a:pt x="596291" y="1809"/>
                  </a:lnTo>
                  <a:lnTo>
                    <a:pt x="563263" y="711"/>
                  </a:lnTo>
                  <a:lnTo>
                    <a:pt x="545570" y="183"/>
                  </a:lnTo>
                  <a:lnTo>
                    <a:pt x="539339" y="1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8" name="pg1028"/>
            <p:cNvSpPr/>
            <p:nvPr/>
          </p:nvSpPr>
          <p:spPr>
            <a:xfrm>
              <a:off x="546595" y="2160591"/>
              <a:ext cx="8234974" cy="3244942"/>
            </a:xfrm>
            <a:custGeom>
              <a:avLst/>
              <a:pathLst>
                <a:path w="8234974" h="3244942">
                  <a:moveTo>
                    <a:pt x="0" y="1889253"/>
                  </a:moveTo>
                  <a:lnTo>
                    <a:pt x="538736" y="1889253"/>
                  </a:lnTo>
                  <a:lnTo>
                    <a:pt x="540005" y="1889297"/>
                  </a:lnTo>
                  <a:lnTo>
                    <a:pt x="548288" y="1889611"/>
                  </a:lnTo>
                  <a:lnTo>
                    <a:pt x="568955" y="1890480"/>
                  </a:lnTo>
                  <a:lnTo>
                    <a:pt x="605362" y="1892185"/>
                  </a:lnTo>
                  <a:lnTo>
                    <a:pt x="658535" y="1894972"/>
                  </a:lnTo>
                  <a:lnTo>
                    <a:pt x="727136" y="1899023"/>
                  </a:lnTo>
                  <a:lnTo>
                    <a:pt x="807914" y="1904437"/>
                  </a:lnTo>
                  <a:lnTo>
                    <a:pt x="896536" y="1911238"/>
                  </a:lnTo>
                  <a:lnTo>
                    <a:pt x="988517" y="1919406"/>
                  </a:lnTo>
                  <a:lnTo>
                    <a:pt x="1079963" y="1928908"/>
                  </a:lnTo>
                  <a:lnTo>
                    <a:pt x="1167974" y="1939733"/>
                  </a:lnTo>
                  <a:lnTo>
                    <a:pt x="1250731" y="1951912"/>
                  </a:lnTo>
                  <a:lnTo>
                    <a:pt x="1327374" y="1965533"/>
                  </a:lnTo>
                  <a:lnTo>
                    <a:pt x="1397778" y="1980749"/>
                  </a:lnTo>
                  <a:lnTo>
                    <a:pt x="1462330" y="1997768"/>
                  </a:lnTo>
                  <a:lnTo>
                    <a:pt x="1521736" y="2016855"/>
                  </a:lnTo>
                  <a:lnTo>
                    <a:pt x="1576871" y="2038310"/>
                  </a:lnTo>
                  <a:lnTo>
                    <a:pt x="1628677" y="2062445"/>
                  </a:lnTo>
                  <a:lnTo>
                    <a:pt x="1678071" y="2089533"/>
                  </a:lnTo>
                  <a:lnTo>
                    <a:pt x="1719082" y="2115201"/>
                  </a:lnTo>
                  <a:lnTo>
                    <a:pt x="1764055" y="2146594"/>
                  </a:lnTo>
                  <a:lnTo>
                    <a:pt x="1808588" y="2180906"/>
                  </a:lnTo>
                  <a:lnTo>
                    <a:pt x="1853078" y="2218187"/>
                  </a:lnTo>
                  <a:lnTo>
                    <a:pt x="1897810" y="2258407"/>
                  </a:lnTo>
                  <a:lnTo>
                    <a:pt x="1942969" y="2301445"/>
                  </a:lnTo>
                  <a:lnTo>
                    <a:pt x="1988652" y="2347083"/>
                  </a:lnTo>
                  <a:lnTo>
                    <a:pt x="2034876" y="2395002"/>
                  </a:lnTo>
                  <a:lnTo>
                    <a:pt x="2081593" y="2444791"/>
                  </a:lnTo>
                  <a:lnTo>
                    <a:pt x="2128695" y="2495956"/>
                  </a:lnTo>
                  <a:lnTo>
                    <a:pt x="2176035" y="2547940"/>
                  </a:lnTo>
                  <a:lnTo>
                    <a:pt x="2223442" y="2600147"/>
                  </a:lnTo>
                  <a:lnTo>
                    <a:pt x="2270735" y="2651970"/>
                  </a:lnTo>
                  <a:lnTo>
                    <a:pt x="2317748" y="2702821"/>
                  </a:lnTo>
                  <a:lnTo>
                    <a:pt x="2364341" y="2752157"/>
                  </a:lnTo>
                  <a:lnTo>
                    <a:pt x="2410424" y="2799505"/>
                  </a:lnTo>
                  <a:lnTo>
                    <a:pt x="2455962" y="2844477"/>
                  </a:lnTo>
                  <a:lnTo>
                    <a:pt x="2500994" y="2886782"/>
                  </a:lnTo>
                  <a:lnTo>
                    <a:pt x="2545640" y="2926228"/>
                  </a:lnTo>
                  <a:lnTo>
                    <a:pt x="2590110" y="2962717"/>
                  </a:lnTo>
                  <a:lnTo>
                    <a:pt x="2634716" y="2996244"/>
                  </a:lnTo>
                  <a:lnTo>
                    <a:pt x="2667772" y="3018994"/>
                  </a:lnTo>
                  <a:lnTo>
                    <a:pt x="2715752" y="3048735"/>
                  </a:lnTo>
                  <a:lnTo>
                    <a:pt x="2765438" y="3075386"/>
                  </a:lnTo>
                  <a:lnTo>
                    <a:pt x="2817664" y="3099119"/>
                  </a:lnTo>
                  <a:lnTo>
                    <a:pt x="2873354" y="3120215"/>
                  </a:lnTo>
                  <a:lnTo>
                    <a:pt x="2933447" y="3138987"/>
                  </a:lnTo>
                  <a:lnTo>
                    <a:pt x="2998801" y="3155733"/>
                  </a:lnTo>
                  <a:lnTo>
                    <a:pt x="3070086" y="3170708"/>
                  </a:lnTo>
                  <a:lnTo>
                    <a:pt x="3147628" y="3184116"/>
                  </a:lnTo>
                  <a:lnTo>
                    <a:pt x="3231211" y="3196096"/>
                  </a:lnTo>
                  <a:lnTo>
                    <a:pt x="3319851" y="3206730"/>
                  </a:lnTo>
                  <a:lnTo>
                    <a:pt x="3411577" y="3216043"/>
                  </a:lnTo>
                  <a:lnTo>
                    <a:pt x="3503336" y="3224017"/>
                  </a:lnTo>
                  <a:lnTo>
                    <a:pt x="3591115" y="3230620"/>
                  </a:lnTo>
                  <a:lnTo>
                    <a:pt x="3670397" y="3235835"/>
                  </a:lnTo>
                  <a:lnTo>
                    <a:pt x="3736948" y="3239696"/>
                  </a:lnTo>
                  <a:lnTo>
                    <a:pt x="3787746" y="3242316"/>
                  </a:lnTo>
                  <a:lnTo>
                    <a:pt x="3821776" y="3243884"/>
                  </a:lnTo>
                  <a:lnTo>
                    <a:pt x="3840410" y="3244656"/>
                  </a:lnTo>
                  <a:lnTo>
                    <a:pt x="3847314" y="3244914"/>
                  </a:lnTo>
                  <a:lnTo>
                    <a:pt x="3848118" y="3244942"/>
                  </a:lnTo>
                  <a:lnTo>
                    <a:pt x="4386855" y="3244942"/>
                  </a:lnTo>
                  <a:lnTo>
                    <a:pt x="4387988" y="3244848"/>
                  </a:lnTo>
                  <a:lnTo>
                    <a:pt x="4395405" y="3244180"/>
                  </a:lnTo>
                  <a:lnTo>
                    <a:pt x="4413984" y="3242333"/>
                  </a:lnTo>
                  <a:lnTo>
                    <a:pt x="4446903" y="3238704"/>
                  </a:lnTo>
                  <a:lnTo>
                    <a:pt x="4495360" y="3232753"/>
                  </a:lnTo>
                  <a:lnTo>
                    <a:pt x="4558502" y="3224068"/>
                  </a:lnTo>
                  <a:lnTo>
                    <a:pt x="4633726" y="3212402"/>
                  </a:lnTo>
                  <a:lnTo>
                    <a:pt x="4717324" y="3197666"/>
                  </a:lnTo>
                  <a:lnTo>
                    <a:pt x="4805254" y="3179885"/>
                  </a:lnTo>
                  <a:lnTo>
                    <a:pt x="4893816" y="3159129"/>
                  </a:lnTo>
                  <a:lnTo>
                    <a:pt x="4980086" y="3135448"/>
                  </a:lnTo>
                  <a:lnTo>
                    <a:pt x="5062068" y="3108816"/>
                  </a:lnTo>
                  <a:lnTo>
                    <a:pt x="5138648" y="3079097"/>
                  </a:lnTo>
                  <a:lnTo>
                    <a:pt x="5209433" y="3046033"/>
                  </a:lnTo>
                  <a:lnTo>
                    <a:pt x="5274561" y="3009241"/>
                  </a:lnTo>
                  <a:lnTo>
                    <a:pt x="5334526" y="2968219"/>
                  </a:lnTo>
                  <a:lnTo>
                    <a:pt x="5390032" y="2922367"/>
                  </a:lnTo>
                  <a:lnTo>
                    <a:pt x="5441894" y="2871027"/>
                  </a:lnTo>
                  <a:lnTo>
                    <a:pt x="5490951" y="2813547"/>
                  </a:lnTo>
                  <a:lnTo>
                    <a:pt x="5538002" y="2749401"/>
                  </a:lnTo>
                  <a:lnTo>
                    <a:pt x="5567201" y="2705026"/>
                  </a:lnTo>
                  <a:lnTo>
                    <a:pt x="5600780" y="2649770"/>
                  </a:lnTo>
                  <a:lnTo>
                    <a:pt x="5634049" y="2590669"/>
                  </a:lnTo>
                  <a:lnTo>
                    <a:pt x="5667194" y="2527644"/>
                  </a:lnTo>
                  <a:lnTo>
                    <a:pt x="5700360" y="2460674"/>
                  </a:lnTo>
                  <a:lnTo>
                    <a:pt x="5733660" y="2389795"/>
                  </a:lnTo>
                  <a:lnTo>
                    <a:pt x="5767175" y="2315115"/>
                  </a:lnTo>
                  <a:lnTo>
                    <a:pt x="5800961" y="2236811"/>
                  </a:lnTo>
                  <a:lnTo>
                    <a:pt x="5835045" y="2155131"/>
                  </a:lnTo>
                  <a:lnTo>
                    <a:pt x="5869431" y="2070401"/>
                  </a:lnTo>
                  <a:lnTo>
                    <a:pt x="5904104" y="1983012"/>
                  </a:lnTo>
                  <a:lnTo>
                    <a:pt x="5939027" y="1893422"/>
                  </a:lnTo>
                  <a:lnTo>
                    <a:pt x="5974151" y="1802144"/>
                  </a:lnTo>
                  <a:lnTo>
                    <a:pt x="6009414" y="1709733"/>
                  </a:lnTo>
                  <a:lnTo>
                    <a:pt x="6044743" y="1616777"/>
                  </a:lnTo>
                  <a:lnTo>
                    <a:pt x="6080066" y="1523874"/>
                  </a:lnTo>
                  <a:lnTo>
                    <a:pt x="6115308" y="1431626"/>
                  </a:lnTo>
                  <a:lnTo>
                    <a:pt x="6150401" y="1340613"/>
                  </a:lnTo>
                  <a:lnTo>
                    <a:pt x="6185282" y="1251385"/>
                  </a:lnTo>
                  <a:lnTo>
                    <a:pt x="6219905" y="1164445"/>
                  </a:lnTo>
                  <a:lnTo>
                    <a:pt x="6254237" y="1080240"/>
                  </a:lnTo>
                  <a:lnTo>
                    <a:pt x="6288266" y="999149"/>
                  </a:lnTo>
                  <a:lnTo>
                    <a:pt x="6322000" y="921484"/>
                  </a:lnTo>
                  <a:lnTo>
                    <a:pt x="6355472" y="847480"/>
                  </a:lnTo>
                  <a:lnTo>
                    <a:pt x="6388740" y="777303"/>
                  </a:lnTo>
                  <a:lnTo>
                    <a:pt x="6421893" y="711046"/>
                  </a:lnTo>
                  <a:lnTo>
                    <a:pt x="6455049" y="648735"/>
                  </a:lnTo>
                  <a:lnTo>
                    <a:pt x="6488359" y="590337"/>
                  </a:lnTo>
                  <a:lnTo>
                    <a:pt x="6515891" y="545360"/>
                  </a:lnTo>
                  <a:lnTo>
                    <a:pt x="6562032" y="476840"/>
                  </a:lnTo>
                  <a:lnTo>
                    <a:pt x="6609727" y="415166"/>
                  </a:lnTo>
                  <a:lnTo>
                    <a:pt x="6659709" y="359992"/>
                  </a:lnTo>
                  <a:lnTo>
                    <a:pt x="6712800" y="310727"/>
                  </a:lnTo>
                  <a:lnTo>
                    <a:pt x="6769839" y="266708"/>
                  </a:lnTo>
                  <a:lnTo>
                    <a:pt x="6831610" y="227291"/>
                  </a:lnTo>
                  <a:lnTo>
                    <a:pt x="6898756" y="191908"/>
                  </a:lnTo>
                  <a:lnTo>
                    <a:pt x="6971658" y="160100"/>
                  </a:lnTo>
                  <a:lnTo>
                    <a:pt x="7050284" y="131528"/>
                  </a:lnTo>
                  <a:lnTo>
                    <a:pt x="7134000" y="105979"/>
                  </a:lnTo>
                  <a:lnTo>
                    <a:pt x="7221385" y="83361"/>
                  </a:lnTo>
                  <a:lnTo>
                    <a:pt x="7310102" y="63680"/>
                  </a:lnTo>
                  <a:lnTo>
                    <a:pt x="7396913" y="47000"/>
                  </a:lnTo>
                  <a:lnTo>
                    <a:pt x="7477930" y="33383"/>
                  </a:lnTo>
                  <a:lnTo>
                    <a:pt x="7549143" y="22820"/>
                  </a:lnTo>
                  <a:lnTo>
                    <a:pt x="7607159" y="15168"/>
                  </a:lnTo>
                  <a:lnTo>
                    <a:pt x="7649953" y="10118"/>
                  </a:lnTo>
                  <a:lnTo>
                    <a:pt x="7677405" y="7205"/>
                  </a:lnTo>
                  <a:lnTo>
                    <a:pt x="7691457" y="5858"/>
                  </a:lnTo>
                  <a:lnTo>
                    <a:pt x="7695940" y="546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850" y="3239453"/>
                  </a:lnTo>
                  <a:lnTo>
                    <a:pt x="3838567" y="3239139"/>
                  </a:lnTo>
                  <a:lnTo>
                    <a:pt x="3817900" y="3238270"/>
                  </a:lnTo>
                  <a:lnTo>
                    <a:pt x="3781493" y="3236565"/>
                  </a:lnTo>
                  <a:lnTo>
                    <a:pt x="3728320" y="3233778"/>
                  </a:lnTo>
                  <a:lnTo>
                    <a:pt x="3659719" y="3229727"/>
                  </a:lnTo>
                  <a:lnTo>
                    <a:pt x="3578941" y="3224314"/>
                  </a:lnTo>
                  <a:lnTo>
                    <a:pt x="3490319" y="3217512"/>
                  </a:lnTo>
                  <a:lnTo>
                    <a:pt x="3398337" y="3209344"/>
                  </a:lnTo>
                  <a:lnTo>
                    <a:pt x="3306891" y="3199842"/>
                  </a:lnTo>
                  <a:lnTo>
                    <a:pt x="3218881" y="3189017"/>
                  </a:lnTo>
                  <a:lnTo>
                    <a:pt x="3136124" y="3176839"/>
                  </a:lnTo>
                  <a:lnTo>
                    <a:pt x="3059481" y="3163217"/>
                  </a:lnTo>
                  <a:lnTo>
                    <a:pt x="2989077" y="3148001"/>
                  </a:lnTo>
                  <a:lnTo>
                    <a:pt x="2924524" y="3130982"/>
                  </a:lnTo>
                  <a:lnTo>
                    <a:pt x="2865119" y="3111895"/>
                  </a:lnTo>
                  <a:lnTo>
                    <a:pt x="2809983" y="3090440"/>
                  </a:lnTo>
                  <a:lnTo>
                    <a:pt x="2758178" y="3066305"/>
                  </a:lnTo>
                  <a:lnTo>
                    <a:pt x="2708784" y="3039217"/>
                  </a:lnTo>
                  <a:lnTo>
                    <a:pt x="2667772" y="3013549"/>
                  </a:lnTo>
                  <a:lnTo>
                    <a:pt x="2622800" y="2982156"/>
                  </a:lnTo>
                  <a:lnTo>
                    <a:pt x="2578267" y="2947844"/>
                  </a:lnTo>
                  <a:lnTo>
                    <a:pt x="2533776" y="2910563"/>
                  </a:lnTo>
                  <a:lnTo>
                    <a:pt x="2489044" y="2870343"/>
                  </a:lnTo>
                  <a:lnTo>
                    <a:pt x="2443885" y="2827305"/>
                  </a:lnTo>
                  <a:lnTo>
                    <a:pt x="2398203" y="2781667"/>
                  </a:lnTo>
                  <a:lnTo>
                    <a:pt x="2351978" y="2733748"/>
                  </a:lnTo>
                  <a:lnTo>
                    <a:pt x="2305262" y="2683959"/>
                  </a:lnTo>
                  <a:lnTo>
                    <a:pt x="2258160" y="2632794"/>
                  </a:lnTo>
                  <a:lnTo>
                    <a:pt x="2210819" y="2580810"/>
                  </a:lnTo>
                  <a:lnTo>
                    <a:pt x="2163413" y="2528603"/>
                  </a:lnTo>
                  <a:lnTo>
                    <a:pt x="2116119" y="2476780"/>
                  </a:lnTo>
                  <a:lnTo>
                    <a:pt x="2069107" y="2425929"/>
                  </a:lnTo>
                  <a:lnTo>
                    <a:pt x="2022513" y="2376593"/>
                  </a:lnTo>
                  <a:lnTo>
                    <a:pt x="1976431" y="2329245"/>
                  </a:lnTo>
                  <a:lnTo>
                    <a:pt x="1930893" y="2284273"/>
                  </a:lnTo>
                  <a:lnTo>
                    <a:pt x="1885860" y="2241968"/>
                  </a:lnTo>
                  <a:lnTo>
                    <a:pt x="1841215" y="2202523"/>
                  </a:lnTo>
                  <a:lnTo>
                    <a:pt x="1796745" y="2166033"/>
                  </a:lnTo>
                  <a:lnTo>
                    <a:pt x="1752139" y="2132507"/>
                  </a:lnTo>
                  <a:lnTo>
                    <a:pt x="1719082" y="2109756"/>
                  </a:lnTo>
                  <a:lnTo>
                    <a:pt x="1671103" y="2080015"/>
                  </a:lnTo>
                  <a:lnTo>
                    <a:pt x="1621416" y="2053364"/>
                  </a:lnTo>
                  <a:lnTo>
                    <a:pt x="1569191" y="2029631"/>
                  </a:lnTo>
                  <a:lnTo>
                    <a:pt x="1513500" y="2008535"/>
                  </a:lnTo>
                  <a:lnTo>
                    <a:pt x="1453408" y="1989763"/>
                  </a:lnTo>
                  <a:lnTo>
                    <a:pt x="1388054" y="1973017"/>
                  </a:lnTo>
                  <a:lnTo>
                    <a:pt x="1316769" y="1958042"/>
                  </a:lnTo>
                  <a:lnTo>
                    <a:pt x="1239227" y="1944635"/>
                  </a:lnTo>
                  <a:lnTo>
                    <a:pt x="1155643" y="1932654"/>
                  </a:lnTo>
                  <a:lnTo>
                    <a:pt x="1067004" y="1922020"/>
                  </a:lnTo>
                  <a:lnTo>
                    <a:pt x="975277" y="1912708"/>
                  </a:lnTo>
                  <a:lnTo>
                    <a:pt x="883518" y="1904733"/>
                  </a:lnTo>
                  <a:lnTo>
                    <a:pt x="795740" y="1898130"/>
                  </a:lnTo>
                  <a:lnTo>
                    <a:pt x="716457" y="1892915"/>
                  </a:lnTo>
                  <a:lnTo>
                    <a:pt x="649906" y="1889054"/>
                  </a:lnTo>
                  <a:lnTo>
                    <a:pt x="599108" y="1886434"/>
                  </a:lnTo>
                  <a:lnTo>
                    <a:pt x="565078" y="1884866"/>
                  </a:lnTo>
                  <a:lnTo>
                    <a:pt x="546445" y="1884094"/>
                  </a:lnTo>
                  <a:lnTo>
                    <a:pt x="539541" y="1883836"/>
                  </a:lnTo>
                  <a:lnTo>
                    <a:pt x="538736" y="1883808"/>
                  </a:lnTo>
                  <a:lnTo>
                    <a:pt x="0" y="188380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29" name="pl1029"/>
            <p:cNvSpPr/>
            <p:nvPr/>
          </p:nvSpPr>
          <p:spPr>
            <a:xfrm>
              <a:off x="546595" y="2166036"/>
              <a:ext cx="8234974" cy="3239497"/>
            </a:xfrm>
            <a:custGeom>
              <a:avLst/>
              <a:pathLst>
                <a:path w="8234974" h="3239497">
                  <a:moveTo>
                    <a:pt x="0" y="1883808"/>
                  </a:moveTo>
                  <a:lnTo>
                    <a:pt x="538736" y="1883808"/>
                  </a:lnTo>
                  <a:lnTo>
                    <a:pt x="540005" y="1883852"/>
                  </a:lnTo>
                  <a:lnTo>
                    <a:pt x="548288" y="1884167"/>
                  </a:lnTo>
                  <a:lnTo>
                    <a:pt x="568955" y="1885035"/>
                  </a:lnTo>
                  <a:lnTo>
                    <a:pt x="605362" y="1886740"/>
                  </a:lnTo>
                  <a:lnTo>
                    <a:pt x="658535" y="1889528"/>
                  </a:lnTo>
                  <a:lnTo>
                    <a:pt x="727136" y="1893579"/>
                  </a:lnTo>
                  <a:lnTo>
                    <a:pt x="807914" y="1898992"/>
                  </a:lnTo>
                  <a:lnTo>
                    <a:pt x="896536" y="1905793"/>
                  </a:lnTo>
                  <a:lnTo>
                    <a:pt x="988517" y="1913962"/>
                  </a:lnTo>
                  <a:lnTo>
                    <a:pt x="1079963" y="1923464"/>
                  </a:lnTo>
                  <a:lnTo>
                    <a:pt x="1167974" y="1934288"/>
                  </a:lnTo>
                  <a:lnTo>
                    <a:pt x="1250731" y="1946467"/>
                  </a:lnTo>
                  <a:lnTo>
                    <a:pt x="1327374" y="1960089"/>
                  </a:lnTo>
                  <a:lnTo>
                    <a:pt x="1397778" y="1975304"/>
                  </a:lnTo>
                  <a:lnTo>
                    <a:pt x="1462330" y="1992324"/>
                  </a:lnTo>
                  <a:lnTo>
                    <a:pt x="1521736" y="2011411"/>
                  </a:lnTo>
                  <a:lnTo>
                    <a:pt x="1576871" y="2032866"/>
                  </a:lnTo>
                  <a:lnTo>
                    <a:pt x="1628677" y="2057001"/>
                  </a:lnTo>
                  <a:lnTo>
                    <a:pt x="1678071" y="2084089"/>
                  </a:lnTo>
                  <a:lnTo>
                    <a:pt x="1719082" y="2109756"/>
                  </a:lnTo>
                  <a:lnTo>
                    <a:pt x="1764055" y="2141149"/>
                  </a:lnTo>
                  <a:lnTo>
                    <a:pt x="1808588" y="2175461"/>
                  </a:lnTo>
                  <a:lnTo>
                    <a:pt x="1853078" y="2212742"/>
                  </a:lnTo>
                  <a:lnTo>
                    <a:pt x="1897810" y="2252963"/>
                  </a:lnTo>
                  <a:lnTo>
                    <a:pt x="1942969" y="2296001"/>
                  </a:lnTo>
                  <a:lnTo>
                    <a:pt x="1988652" y="2341639"/>
                  </a:lnTo>
                  <a:lnTo>
                    <a:pt x="2034876" y="2389558"/>
                  </a:lnTo>
                  <a:lnTo>
                    <a:pt x="2081593" y="2439347"/>
                  </a:lnTo>
                  <a:lnTo>
                    <a:pt x="2128695" y="2490512"/>
                  </a:lnTo>
                  <a:lnTo>
                    <a:pt x="2176035" y="2542496"/>
                  </a:lnTo>
                  <a:lnTo>
                    <a:pt x="2223442" y="2594703"/>
                  </a:lnTo>
                  <a:lnTo>
                    <a:pt x="2270735" y="2646526"/>
                  </a:lnTo>
                  <a:lnTo>
                    <a:pt x="2317748" y="2697376"/>
                  </a:lnTo>
                  <a:lnTo>
                    <a:pt x="2364341" y="2746712"/>
                  </a:lnTo>
                  <a:lnTo>
                    <a:pt x="2410424" y="2794060"/>
                  </a:lnTo>
                  <a:lnTo>
                    <a:pt x="2455962" y="2839033"/>
                  </a:lnTo>
                  <a:lnTo>
                    <a:pt x="2500994" y="2881338"/>
                  </a:lnTo>
                  <a:lnTo>
                    <a:pt x="2545640" y="2920783"/>
                  </a:lnTo>
                  <a:lnTo>
                    <a:pt x="2590110" y="2957273"/>
                  </a:lnTo>
                  <a:lnTo>
                    <a:pt x="2634716" y="2990799"/>
                  </a:lnTo>
                  <a:lnTo>
                    <a:pt x="2667772" y="3013549"/>
                  </a:lnTo>
                  <a:lnTo>
                    <a:pt x="2715752" y="3043291"/>
                  </a:lnTo>
                  <a:lnTo>
                    <a:pt x="2765438" y="3069942"/>
                  </a:lnTo>
                  <a:lnTo>
                    <a:pt x="2817664" y="3093674"/>
                  </a:lnTo>
                  <a:lnTo>
                    <a:pt x="2873354" y="3114770"/>
                  </a:lnTo>
                  <a:lnTo>
                    <a:pt x="2933447" y="3133543"/>
                  </a:lnTo>
                  <a:lnTo>
                    <a:pt x="2998801" y="3150289"/>
                  </a:lnTo>
                  <a:lnTo>
                    <a:pt x="3070086" y="3165264"/>
                  </a:lnTo>
                  <a:lnTo>
                    <a:pt x="3147628" y="3178671"/>
                  </a:lnTo>
                  <a:lnTo>
                    <a:pt x="3231211" y="3190651"/>
                  </a:lnTo>
                  <a:lnTo>
                    <a:pt x="3319851" y="3201286"/>
                  </a:lnTo>
                  <a:lnTo>
                    <a:pt x="3411577" y="3210598"/>
                  </a:lnTo>
                  <a:lnTo>
                    <a:pt x="3503336" y="3218572"/>
                  </a:lnTo>
                  <a:lnTo>
                    <a:pt x="3591115" y="3225175"/>
                  </a:lnTo>
                  <a:lnTo>
                    <a:pt x="3670397" y="3230390"/>
                  </a:lnTo>
                  <a:lnTo>
                    <a:pt x="3736948" y="3234252"/>
                  </a:lnTo>
                  <a:lnTo>
                    <a:pt x="3787746" y="3236871"/>
                  </a:lnTo>
                  <a:lnTo>
                    <a:pt x="3821776" y="3238440"/>
                  </a:lnTo>
                  <a:lnTo>
                    <a:pt x="3840410" y="3239212"/>
                  </a:lnTo>
                  <a:lnTo>
                    <a:pt x="3847314" y="3239470"/>
                  </a:lnTo>
                  <a:lnTo>
                    <a:pt x="3848118" y="3239497"/>
                  </a:lnTo>
                  <a:lnTo>
                    <a:pt x="4386855" y="3239497"/>
                  </a:lnTo>
                  <a:lnTo>
                    <a:pt x="4387988" y="3239404"/>
                  </a:lnTo>
                  <a:lnTo>
                    <a:pt x="4395405" y="3238736"/>
                  </a:lnTo>
                  <a:lnTo>
                    <a:pt x="4413984" y="3236889"/>
                  </a:lnTo>
                  <a:lnTo>
                    <a:pt x="4446903" y="3233260"/>
                  </a:lnTo>
                  <a:lnTo>
                    <a:pt x="4495360" y="3227309"/>
                  </a:lnTo>
                  <a:lnTo>
                    <a:pt x="4558502" y="3218624"/>
                  </a:lnTo>
                  <a:lnTo>
                    <a:pt x="4633726" y="3206958"/>
                  </a:lnTo>
                  <a:lnTo>
                    <a:pt x="4717324" y="3192221"/>
                  </a:lnTo>
                  <a:lnTo>
                    <a:pt x="4805254" y="3174440"/>
                  </a:lnTo>
                  <a:lnTo>
                    <a:pt x="4893816" y="3153685"/>
                  </a:lnTo>
                  <a:lnTo>
                    <a:pt x="4980086" y="3130004"/>
                  </a:lnTo>
                  <a:lnTo>
                    <a:pt x="5062068" y="3103371"/>
                  </a:lnTo>
                  <a:lnTo>
                    <a:pt x="5138648" y="3073652"/>
                  </a:lnTo>
                  <a:lnTo>
                    <a:pt x="5209433" y="3040589"/>
                  </a:lnTo>
                  <a:lnTo>
                    <a:pt x="5274561" y="3003797"/>
                  </a:lnTo>
                  <a:lnTo>
                    <a:pt x="5334526" y="2962774"/>
                  </a:lnTo>
                  <a:lnTo>
                    <a:pt x="5390032" y="2916923"/>
                  </a:lnTo>
                  <a:lnTo>
                    <a:pt x="5441894" y="2865583"/>
                  </a:lnTo>
                  <a:lnTo>
                    <a:pt x="5490951" y="2808102"/>
                  </a:lnTo>
                  <a:lnTo>
                    <a:pt x="5538002" y="2743957"/>
                  </a:lnTo>
                  <a:lnTo>
                    <a:pt x="5567201" y="2699581"/>
                  </a:lnTo>
                  <a:lnTo>
                    <a:pt x="5600780" y="2644325"/>
                  </a:lnTo>
                  <a:lnTo>
                    <a:pt x="5634049" y="2585224"/>
                  </a:lnTo>
                  <a:lnTo>
                    <a:pt x="5667194" y="2522200"/>
                  </a:lnTo>
                  <a:lnTo>
                    <a:pt x="5700360" y="2455229"/>
                  </a:lnTo>
                  <a:lnTo>
                    <a:pt x="5733660" y="2384351"/>
                  </a:lnTo>
                  <a:lnTo>
                    <a:pt x="5767175" y="2309671"/>
                  </a:lnTo>
                  <a:lnTo>
                    <a:pt x="5800961" y="2231366"/>
                  </a:lnTo>
                  <a:lnTo>
                    <a:pt x="5835045" y="2149687"/>
                  </a:lnTo>
                  <a:lnTo>
                    <a:pt x="5869431" y="2064956"/>
                  </a:lnTo>
                  <a:lnTo>
                    <a:pt x="5904104" y="1977567"/>
                  </a:lnTo>
                  <a:lnTo>
                    <a:pt x="5939027" y="1887978"/>
                  </a:lnTo>
                  <a:lnTo>
                    <a:pt x="5974151" y="1796699"/>
                  </a:lnTo>
                  <a:lnTo>
                    <a:pt x="6009414" y="1704289"/>
                  </a:lnTo>
                  <a:lnTo>
                    <a:pt x="6044743" y="1611332"/>
                  </a:lnTo>
                  <a:lnTo>
                    <a:pt x="6080066" y="1518430"/>
                  </a:lnTo>
                  <a:lnTo>
                    <a:pt x="6115308" y="1426181"/>
                  </a:lnTo>
                  <a:lnTo>
                    <a:pt x="6150401" y="1335169"/>
                  </a:lnTo>
                  <a:lnTo>
                    <a:pt x="6185282" y="1245941"/>
                  </a:lnTo>
                  <a:lnTo>
                    <a:pt x="6219905" y="1159001"/>
                  </a:lnTo>
                  <a:lnTo>
                    <a:pt x="6254237" y="1074795"/>
                  </a:lnTo>
                  <a:lnTo>
                    <a:pt x="6288266" y="993704"/>
                  </a:lnTo>
                  <a:lnTo>
                    <a:pt x="6322000" y="916039"/>
                  </a:lnTo>
                  <a:lnTo>
                    <a:pt x="6355472" y="842036"/>
                  </a:lnTo>
                  <a:lnTo>
                    <a:pt x="6388740" y="771859"/>
                  </a:lnTo>
                  <a:lnTo>
                    <a:pt x="6421893" y="705601"/>
                  </a:lnTo>
                  <a:lnTo>
                    <a:pt x="6455049" y="643290"/>
                  </a:lnTo>
                  <a:lnTo>
                    <a:pt x="6488359" y="584892"/>
                  </a:lnTo>
                  <a:lnTo>
                    <a:pt x="6515891" y="539916"/>
                  </a:lnTo>
                  <a:lnTo>
                    <a:pt x="6562032" y="471395"/>
                  </a:lnTo>
                  <a:lnTo>
                    <a:pt x="6609727" y="409722"/>
                  </a:lnTo>
                  <a:lnTo>
                    <a:pt x="6659709" y="354547"/>
                  </a:lnTo>
                  <a:lnTo>
                    <a:pt x="6712800" y="305283"/>
                  </a:lnTo>
                  <a:lnTo>
                    <a:pt x="6769839" y="261263"/>
                  </a:lnTo>
                  <a:lnTo>
                    <a:pt x="6831610" y="221846"/>
                  </a:lnTo>
                  <a:lnTo>
                    <a:pt x="6898756" y="186463"/>
                  </a:lnTo>
                  <a:lnTo>
                    <a:pt x="6971658" y="154655"/>
                  </a:lnTo>
                  <a:lnTo>
                    <a:pt x="7050284" y="126083"/>
                  </a:lnTo>
                  <a:lnTo>
                    <a:pt x="7134000" y="100534"/>
                  </a:lnTo>
                  <a:lnTo>
                    <a:pt x="7221385" y="77916"/>
                  </a:lnTo>
                  <a:lnTo>
                    <a:pt x="7310102" y="58236"/>
                  </a:lnTo>
                  <a:lnTo>
                    <a:pt x="7396913" y="41556"/>
                  </a:lnTo>
                  <a:lnTo>
                    <a:pt x="7477930" y="27939"/>
                  </a:lnTo>
                  <a:lnTo>
                    <a:pt x="7549143" y="17376"/>
                  </a:lnTo>
                  <a:lnTo>
                    <a:pt x="7607159" y="9724"/>
                  </a:lnTo>
                  <a:lnTo>
                    <a:pt x="7649953" y="4673"/>
                  </a:lnTo>
                  <a:lnTo>
                    <a:pt x="7677405" y="1760"/>
                  </a:lnTo>
                  <a:lnTo>
                    <a:pt x="7691457" y="414"/>
                  </a:lnTo>
                  <a:lnTo>
                    <a:pt x="7695940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0" name="pl1030"/>
            <p:cNvSpPr/>
            <p:nvPr/>
          </p:nvSpPr>
          <p:spPr>
            <a:xfrm>
              <a:off x="546595" y="2160591"/>
              <a:ext cx="8234974" cy="3239497"/>
            </a:xfrm>
            <a:custGeom>
              <a:avLst/>
              <a:pathLst>
                <a:path w="8234974" h="3239497">
                  <a:moveTo>
                    <a:pt x="8234974" y="0"/>
                  </a:move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850" y="3239453"/>
                  </a:lnTo>
                  <a:lnTo>
                    <a:pt x="3838567" y="3239139"/>
                  </a:lnTo>
                  <a:lnTo>
                    <a:pt x="3817900" y="3238270"/>
                  </a:lnTo>
                  <a:lnTo>
                    <a:pt x="3781493" y="3236565"/>
                  </a:lnTo>
                  <a:lnTo>
                    <a:pt x="3728320" y="3233778"/>
                  </a:lnTo>
                  <a:lnTo>
                    <a:pt x="3659719" y="3229727"/>
                  </a:lnTo>
                  <a:lnTo>
                    <a:pt x="3578941" y="3224314"/>
                  </a:lnTo>
                  <a:lnTo>
                    <a:pt x="3490319" y="3217512"/>
                  </a:lnTo>
                  <a:lnTo>
                    <a:pt x="3398337" y="3209344"/>
                  </a:lnTo>
                  <a:lnTo>
                    <a:pt x="3306891" y="3199842"/>
                  </a:lnTo>
                  <a:lnTo>
                    <a:pt x="3218881" y="3189017"/>
                  </a:lnTo>
                  <a:lnTo>
                    <a:pt x="3136124" y="3176839"/>
                  </a:lnTo>
                  <a:lnTo>
                    <a:pt x="3059481" y="3163217"/>
                  </a:lnTo>
                  <a:lnTo>
                    <a:pt x="2989077" y="3148001"/>
                  </a:lnTo>
                  <a:lnTo>
                    <a:pt x="2924524" y="3130982"/>
                  </a:lnTo>
                  <a:lnTo>
                    <a:pt x="2865119" y="3111895"/>
                  </a:lnTo>
                  <a:lnTo>
                    <a:pt x="2809983" y="3090440"/>
                  </a:lnTo>
                  <a:lnTo>
                    <a:pt x="2758178" y="3066305"/>
                  </a:lnTo>
                  <a:lnTo>
                    <a:pt x="2708784" y="3039217"/>
                  </a:lnTo>
                  <a:lnTo>
                    <a:pt x="2667772" y="3013549"/>
                  </a:lnTo>
                  <a:lnTo>
                    <a:pt x="2622800" y="2982156"/>
                  </a:lnTo>
                  <a:lnTo>
                    <a:pt x="2578267" y="2947844"/>
                  </a:lnTo>
                  <a:lnTo>
                    <a:pt x="2533776" y="2910563"/>
                  </a:lnTo>
                  <a:lnTo>
                    <a:pt x="2489044" y="2870343"/>
                  </a:lnTo>
                  <a:lnTo>
                    <a:pt x="2443885" y="2827305"/>
                  </a:lnTo>
                  <a:lnTo>
                    <a:pt x="2398203" y="2781667"/>
                  </a:lnTo>
                  <a:lnTo>
                    <a:pt x="2351978" y="2733748"/>
                  </a:lnTo>
                  <a:lnTo>
                    <a:pt x="2305262" y="2683959"/>
                  </a:lnTo>
                  <a:lnTo>
                    <a:pt x="2258160" y="2632794"/>
                  </a:lnTo>
                  <a:lnTo>
                    <a:pt x="2210819" y="2580810"/>
                  </a:lnTo>
                  <a:lnTo>
                    <a:pt x="2163413" y="2528603"/>
                  </a:lnTo>
                  <a:lnTo>
                    <a:pt x="2116119" y="2476780"/>
                  </a:lnTo>
                  <a:lnTo>
                    <a:pt x="2069107" y="2425929"/>
                  </a:lnTo>
                  <a:lnTo>
                    <a:pt x="2022513" y="2376593"/>
                  </a:lnTo>
                  <a:lnTo>
                    <a:pt x="1976431" y="2329245"/>
                  </a:lnTo>
                  <a:lnTo>
                    <a:pt x="1930893" y="2284273"/>
                  </a:lnTo>
                  <a:lnTo>
                    <a:pt x="1885860" y="2241968"/>
                  </a:lnTo>
                  <a:lnTo>
                    <a:pt x="1841215" y="2202523"/>
                  </a:lnTo>
                  <a:lnTo>
                    <a:pt x="1796745" y="2166033"/>
                  </a:lnTo>
                  <a:lnTo>
                    <a:pt x="1752139" y="2132507"/>
                  </a:lnTo>
                  <a:lnTo>
                    <a:pt x="1719082" y="2109756"/>
                  </a:lnTo>
                  <a:lnTo>
                    <a:pt x="1671103" y="2080015"/>
                  </a:lnTo>
                  <a:lnTo>
                    <a:pt x="1621416" y="2053364"/>
                  </a:lnTo>
                  <a:lnTo>
                    <a:pt x="1569191" y="2029631"/>
                  </a:lnTo>
                  <a:lnTo>
                    <a:pt x="1513500" y="2008535"/>
                  </a:lnTo>
                  <a:lnTo>
                    <a:pt x="1453408" y="1989763"/>
                  </a:lnTo>
                  <a:lnTo>
                    <a:pt x="1388054" y="1973017"/>
                  </a:lnTo>
                  <a:lnTo>
                    <a:pt x="1316769" y="1958042"/>
                  </a:lnTo>
                  <a:lnTo>
                    <a:pt x="1239227" y="1944635"/>
                  </a:lnTo>
                  <a:lnTo>
                    <a:pt x="1155643" y="1932654"/>
                  </a:lnTo>
                  <a:lnTo>
                    <a:pt x="1067004" y="1922020"/>
                  </a:lnTo>
                  <a:lnTo>
                    <a:pt x="975277" y="1912708"/>
                  </a:lnTo>
                  <a:lnTo>
                    <a:pt x="883518" y="1904733"/>
                  </a:lnTo>
                  <a:lnTo>
                    <a:pt x="795740" y="1898130"/>
                  </a:lnTo>
                  <a:lnTo>
                    <a:pt x="716457" y="1892915"/>
                  </a:lnTo>
                  <a:lnTo>
                    <a:pt x="649906" y="1889054"/>
                  </a:lnTo>
                  <a:lnTo>
                    <a:pt x="599108" y="1886434"/>
                  </a:lnTo>
                  <a:lnTo>
                    <a:pt x="565078" y="1884866"/>
                  </a:lnTo>
                  <a:lnTo>
                    <a:pt x="546445" y="1884094"/>
                  </a:lnTo>
                  <a:lnTo>
                    <a:pt x="539541" y="1883836"/>
                  </a:lnTo>
                  <a:lnTo>
                    <a:pt x="538736" y="1883808"/>
                  </a:lnTo>
                  <a:lnTo>
                    <a:pt x="0" y="1883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1" name="pg1031"/>
            <p:cNvSpPr/>
            <p:nvPr/>
          </p:nvSpPr>
          <p:spPr>
            <a:xfrm>
              <a:off x="546595" y="3510835"/>
              <a:ext cx="8234974" cy="1954587"/>
            </a:xfrm>
            <a:custGeom>
              <a:avLst/>
              <a:pathLst>
                <a:path w="8234974" h="1954587">
                  <a:moveTo>
                    <a:pt x="0" y="544453"/>
                  </a:moveTo>
                  <a:lnTo>
                    <a:pt x="538736" y="544453"/>
                  </a:lnTo>
                  <a:lnTo>
                    <a:pt x="540002" y="544499"/>
                  </a:lnTo>
                  <a:lnTo>
                    <a:pt x="548268" y="544825"/>
                  </a:lnTo>
                  <a:lnTo>
                    <a:pt x="568893" y="545726"/>
                  </a:lnTo>
                  <a:lnTo>
                    <a:pt x="605233" y="547496"/>
                  </a:lnTo>
                  <a:lnTo>
                    <a:pt x="658313" y="550389"/>
                  </a:lnTo>
                  <a:lnTo>
                    <a:pt x="726809" y="554594"/>
                  </a:lnTo>
                  <a:lnTo>
                    <a:pt x="807481" y="560214"/>
                  </a:lnTo>
                  <a:lnTo>
                    <a:pt x="896009" y="567276"/>
                  </a:lnTo>
                  <a:lnTo>
                    <a:pt x="987917" y="575757"/>
                  </a:lnTo>
                  <a:lnTo>
                    <a:pt x="1079312" y="585625"/>
                  </a:lnTo>
                  <a:lnTo>
                    <a:pt x="1167293" y="596865"/>
                  </a:lnTo>
                  <a:lnTo>
                    <a:pt x="1250039" y="609512"/>
                  </a:lnTo>
                  <a:lnTo>
                    <a:pt x="1326683" y="623656"/>
                  </a:lnTo>
                  <a:lnTo>
                    <a:pt x="1397096" y="639454"/>
                  </a:lnTo>
                  <a:lnTo>
                    <a:pt x="1461660" y="657124"/>
                  </a:lnTo>
                  <a:lnTo>
                    <a:pt x="1521075" y="676937"/>
                  </a:lnTo>
                  <a:lnTo>
                    <a:pt x="1576216" y="699206"/>
                  </a:lnTo>
                  <a:lnTo>
                    <a:pt x="1628020" y="724255"/>
                  </a:lnTo>
                  <a:lnTo>
                    <a:pt x="1677405" y="752368"/>
                  </a:lnTo>
                  <a:lnTo>
                    <a:pt x="1719082" y="779475"/>
                  </a:lnTo>
                  <a:lnTo>
                    <a:pt x="1763630" y="811804"/>
                  </a:lnTo>
                  <a:lnTo>
                    <a:pt x="1807742" y="847111"/>
                  </a:lnTo>
                  <a:lnTo>
                    <a:pt x="1851806" y="885447"/>
                  </a:lnTo>
                  <a:lnTo>
                    <a:pt x="1896101" y="926786"/>
                  </a:lnTo>
                  <a:lnTo>
                    <a:pt x="1940810" y="971006"/>
                  </a:lnTo>
                  <a:lnTo>
                    <a:pt x="1986029" y="1017892"/>
                  </a:lnTo>
                  <a:lnTo>
                    <a:pt x="2031781" y="1067128"/>
                  </a:lnTo>
                  <a:lnTo>
                    <a:pt x="2078021" y="1118303"/>
                  </a:lnTo>
                  <a:lnTo>
                    <a:pt x="2124650" y="1170923"/>
                  </a:lnTo>
                  <a:lnTo>
                    <a:pt x="2171525" y="1224429"/>
                  </a:lnTo>
                  <a:lnTo>
                    <a:pt x="2218483" y="1278221"/>
                  </a:lnTo>
                  <a:lnTo>
                    <a:pt x="2265347" y="1331687"/>
                  </a:lnTo>
                  <a:lnTo>
                    <a:pt x="2311953" y="1384226"/>
                  </a:lnTo>
                  <a:lnTo>
                    <a:pt x="2358163" y="1435285"/>
                  </a:lnTo>
                  <a:lnTo>
                    <a:pt x="2403880" y="1484375"/>
                  </a:lnTo>
                  <a:lnTo>
                    <a:pt x="2449064" y="1531091"/>
                  </a:lnTo>
                  <a:lnTo>
                    <a:pt x="2493740" y="1575123"/>
                  </a:lnTo>
                  <a:lnTo>
                    <a:pt x="2538013" y="1616263"/>
                  </a:lnTo>
                  <a:lnTo>
                    <a:pt x="2582071" y="1654396"/>
                  </a:lnTo>
                  <a:lnTo>
                    <a:pt x="2626199" y="1689500"/>
                  </a:lnTo>
                  <a:lnTo>
                    <a:pt x="2667772" y="1719565"/>
                  </a:lnTo>
                  <a:lnTo>
                    <a:pt x="2715716" y="1750480"/>
                  </a:lnTo>
                  <a:lnTo>
                    <a:pt x="2765365" y="1778185"/>
                  </a:lnTo>
                  <a:lnTo>
                    <a:pt x="2817547" y="1802858"/>
                  </a:lnTo>
                  <a:lnTo>
                    <a:pt x="2873187" y="1824792"/>
                  </a:lnTo>
                  <a:lnTo>
                    <a:pt x="2933221" y="1844311"/>
                  </a:lnTo>
                  <a:lnTo>
                    <a:pt x="2998505" y="1861724"/>
                  </a:lnTo>
                  <a:lnTo>
                    <a:pt x="3069709" y="1877298"/>
                  </a:lnTo>
                  <a:lnTo>
                    <a:pt x="3147161" y="1891242"/>
                  </a:lnTo>
                  <a:lnTo>
                    <a:pt x="3230650" y="1903703"/>
                  </a:lnTo>
                  <a:lnTo>
                    <a:pt x="3319196" y="1914766"/>
                  </a:lnTo>
                  <a:lnTo>
                    <a:pt x="3410843" y="1924456"/>
                  </a:lnTo>
                  <a:lnTo>
                    <a:pt x="3502551" y="1932756"/>
                  </a:lnTo>
                  <a:lnTo>
                    <a:pt x="3590322" y="1939632"/>
                  </a:lnTo>
                  <a:lnTo>
                    <a:pt x="3669653" y="1945067"/>
                  </a:lnTo>
                  <a:lnTo>
                    <a:pt x="3736307" y="1949095"/>
                  </a:lnTo>
                  <a:lnTo>
                    <a:pt x="3787255" y="1951831"/>
                  </a:lnTo>
                  <a:lnTo>
                    <a:pt x="3821457" y="1953473"/>
                  </a:lnTo>
                  <a:lnTo>
                    <a:pt x="3840253" y="1954284"/>
                  </a:lnTo>
                  <a:lnTo>
                    <a:pt x="3847275" y="1954557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6" y="1954087"/>
                  </a:lnTo>
                  <a:lnTo>
                    <a:pt x="4416301" y="1952872"/>
                  </a:lnTo>
                  <a:lnTo>
                    <a:pt x="4451840" y="1950488"/>
                  </a:lnTo>
                  <a:lnTo>
                    <a:pt x="4503847" y="1946587"/>
                  </a:lnTo>
                  <a:lnTo>
                    <a:pt x="4571108" y="1940912"/>
                  </a:lnTo>
                  <a:lnTo>
                    <a:pt x="4650537" y="1933319"/>
                  </a:lnTo>
                  <a:lnTo>
                    <a:pt x="4737955" y="1923767"/>
                  </a:lnTo>
                  <a:lnTo>
                    <a:pt x="4828981" y="1912282"/>
                  </a:lnTo>
                  <a:lnTo>
                    <a:pt x="4919764" y="1898911"/>
                  </a:lnTo>
                  <a:lnTo>
                    <a:pt x="5007389" y="1883674"/>
                  </a:lnTo>
                  <a:lnTo>
                    <a:pt x="5089992" y="1866535"/>
                  </a:lnTo>
                  <a:lnTo>
                    <a:pt x="5166644" y="1847376"/>
                  </a:lnTo>
                  <a:lnTo>
                    <a:pt x="5237156" y="1825999"/>
                  </a:lnTo>
                  <a:lnTo>
                    <a:pt x="5301852" y="1802119"/>
                  </a:lnTo>
                  <a:lnTo>
                    <a:pt x="5361388" y="1775376"/>
                  </a:lnTo>
                  <a:lnTo>
                    <a:pt x="5416598" y="1745355"/>
                  </a:lnTo>
                  <a:lnTo>
                    <a:pt x="5468394" y="1711619"/>
                  </a:lnTo>
                  <a:lnTo>
                    <a:pt x="5517679" y="1673771"/>
                  </a:lnTo>
                  <a:lnTo>
                    <a:pt x="5565265" y="1631565"/>
                  </a:lnTo>
                  <a:lnTo>
                    <a:pt x="5567201" y="1629730"/>
                  </a:lnTo>
                  <a:lnTo>
                    <a:pt x="5607813" y="1589181"/>
                  </a:lnTo>
                  <a:lnTo>
                    <a:pt x="5648032" y="1545223"/>
                  </a:lnTo>
                  <a:lnTo>
                    <a:pt x="5688162" y="1497791"/>
                  </a:lnTo>
                  <a:lnTo>
                    <a:pt x="5728431" y="1446895"/>
                  </a:lnTo>
                  <a:lnTo>
                    <a:pt x="5768999" y="1392630"/>
                  </a:lnTo>
                  <a:lnTo>
                    <a:pt x="5809965" y="1335179"/>
                  </a:lnTo>
                  <a:lnTo>
                    <a:pt x="5851371" y="1274824"/>
                  </a:lnTo>
                  <a:lnTo>
                    <a:pt x="5893212" y="1211937"/>
                  </a:lnTo>
                  <a:lnTo>
                    <a:pt x="5935440" y="1146978"/>
                  </a:lnTo>
                  <a:lnTo>
                    <a:pt x="5977968" y="1080483"/>
                  </a:lnTo>
                  <a:lnTo>
                    <a:pt x="6020688" y="1013045"/>
                  </a:lnTo>
                  <a:lnTo>
                    <a:pt x="6063473" y="945294"/>
                  </a:lnTo>
                  <a:lnTo>
                    <a:pt x="6106190" y="877872"/>
                  </a:lnTo>
                  <a:lnTo>
                    <a:pt x="6148712" y="811409"/>
                  </a:lnTo>
                  <a:lnTo>
                    <a:pt x="6190931" y="746496"/>
                  </a:lnTo>
                  <a:lnTo>
                    <a:pt x="6232761" y="683667"/>
                  </a:lnTo>
                  <a:lnTo>
                    <a:pt x="6274157" y="623380"/>
                  </a:lnTo>
                  <a:lnTo>
                    <a:pt x="6315112" y="566006"/>
                  </a:lnTo>
                  <a:lnTo>
                    <a:pt x="6355671" y="511822"/>
                  </a:lnTo>
                  <a:lnTo>
                    <a:pt x="6395934" y="461012"/>
                  </a:lnTo>
                  <a:lnTo>
                    <a:pt x="6436063" y="413668"/>
                  </a:lnTo>
                  <a:lnTo>
                    <a:pt x="6476288" y="369796"/>
                  </a:lnTo>
                  <a:lnTo>
                    <a:pt x="6515891" y="330301"/>
                  </a:lnTo>
                  <a:lnTo>
                    <a:pt x="6563422" y="287914"/>
                  </a:lnTo>
                  <a:lnTo>
                    <a:pt x="6612621" y="249890"/>
                  </a:lnTo>
                  <a:lnTo>
                    <a:pt x="6664297" y="215991"/>
                  </a:lnTo>
                  <a:lnTo>
                    <a:pt x="6719348" y="185826"/>
                  </a:lnTo>
                  <a:lnTo>
                    <a:pt x="6778688" y="158956"/>
                  </a:lnTo>
                  <a:lnTo>
                    <a:pt x="6843157" y="134966"/>
                  </a:lnTo>
                  <a:lnTo>
                    <a:pt x="6913419" y="113491"/>
                  </a:lnTo>
                  <a:lnTo>
                    <a:pt x="6989818" y="94246"/>
                  </a:lnTo>
                  <a:lnTo>
                    <a:pt x="7072187" y="77026"/>
                  </a:lnTo>
                  <a:lnTo>
                    <a:pt x="7159636" y="61712"/>
                  </a:lnTo>
                  <a:lnTo>
                    <a:pt x="7250338" y="48264"/>
                  </a:lnTo>
                  <a:lnTo>
                    <a:pt x="7341425" y="36700"/>
                  </a:lnTo>
                  <a:lnTo>
                    <a:pt x="7429077" y="27067"/>
                  </a:lnTo>
                  <a:lnTo>
                    <a:pt x="7508923" y="19394"/>
                  </a:lnTo>
                  <a:lnTo>
                    <a:pt x="7576757" y="13642"/>
                  </a:lnTo>
                  <a:lnTo>
                    <a:pt x="7629431" y="9672"/>
                  </a:lnTo>
                  <a:lnTo>
                    <a:pt x="7665645" y="7232"/>
                  </a:lnTo>
                  <a:lnTo>
                    <a:pt x="7686374" y="5977"/>
                  </a:lnTo>
                  <a:lnTo>
                    <a:pt x="7694847" y="551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52" y="1949097"/>
                  </a:lnTo>
                  <a:lnTo>
                    <a:pt x="3838587" y="1948771"/>
                  </a:lnTo>
                  <a:lnTo>
                    <a:pt x="3817961" y="1947869"/>
                  </a:lnTo>
                  <a:lnTo>
                    <a:pt x="3781622" y="1946100"/>
                  </a:lnTo>
                  <a:lnTo>
                    <a:pt x="3728541" y="1943206"/>
                  </a:lnTo>
                  <a:lnTo>
                    <a:pt x="3660046" y="1939001"/>
                  </a:lnTo>
                  <a:lnTo>
                    <a:pt x="3579373" y="1933381"/>
                  </a:lnTo>
                  <a:lnTo>
                    <a:pt x="3490845" y="1926320"/>
                  </a:lnTo>
                  <a:lnTo>
                    <a:pt x="3398938" y="1917838"/>
                  </a:lnTo>
                  <a:lnTo>
                    <a:pt x="3307543" y="1907971"/>
                  </a:lnTo>
                  <a:lnTo>
                    <a:pt x="3219562" y="1896730"/>
                  </a:lnTo>
                  <a:lnTo>
                    <a:pt x="3136816" y="1884084"/>
                  </a:lnTo>
                  <a:lnTo>
                    <a:pt x="3060172" y="1869939"/>
                  </a:lnTo>
                  <a:lnTo>
                    <a:pt x="2989759" y="1854141"/>
                  </a:lnTo>
                  <a:lnTo>
                    <a:pt x="2925195" y="1836472"/>
                  </a:lnTo>
                  <a:lnTo>
                    <a:pt x="2865779" y="1816659"/>
                  </a:lnTo>
                  <a:lnTo>
                    <a:pt x="2810639" y="1794390"/>
                  </a:lnTo>
                  <a:lnTo>
                    <a:pt x="2758834" y="1769340"/>
                  </a:lnTo>
                  <a:lnTo>
                    <a:pt x="2709449" y="1741228"/>
                  </a:lnTo>
                  <a:lnTo>
                    <a:pt x="2667772" y="1714120"/>
                  </a:lnTo>
                  <a:lnTo>
                    <a:pt x="2623225" y="1681791"/>
                  </a:lnTo>
                  <a:lnTo>
                    <a:pt x="2579113" y="1646485"/>
                  </a:lnTo>
                  <a:lnTo>
                    <a:pt x="2535048" y="1608148"/>
                  </a:lnTo>
                  <a:lnTo>
                    <a:pt x="2490754" y="1566810"/>
                  </a:lnTo>
                  <a:lnTo>
                    <a:pt x="2446045" y="1522589"/>
                  </a:lnTo>
                  <a:lnTo>
                    <a:pt x="2400825" y="1475703"/>
                  </a:lnTo>
                  <a:lnTo>
                    <a:pt x="2355073" y="1426468"/>
                  </a:lnTo>
                  <a:lnTo>
                    <a:pt x="2308833" y="1375293"/>
                  </a:lnTo>
                  <a:lnTo>
                    <a:pt x="2262205" y="1322673"/>
                  </a:lnTo>
                  <a:lnTo>
                    <a:pt x="2215329" y="1269167"/>
                  </a:lnTo>
                  <a:lnTo>
                    <a:pt x="2168372" y="1215374"/>
                  </a:lnTo>
                  <a:lnTo>
                    <a:pt x="2121508" y="1161909"/>
                  </a:lnTo>
                  <a:lnTo>
                    <a:pt x="2074902" y="1109369"/>
                  </a:lnTo>
                  <a:lnTo>
                    <a:pt x="2028692" y="1058310"/>
                  </a:lnTo>
                  <a:lnTo>
                    <a:pt x="1982975" y="1009221"/>
                  </a:lnTo>
                  <a:lnTo>
                    <a:pt x="1937791" y="962505"/>
                  </a:lnTo>
                  <a:lnTo>
                    <a:pt x="1893114" y="918472"/>
                  </a:lnTo>
                  <a:lnTo>
                    <a:pt x="1848841" y="877333"/>
                  </a:lnTo>
                  <a:lnTo>
                    <a:pt x="1804784" y="839200"/>
                  </a:lnTo>
                  <a:lnTo>
                    <a:pt x="1760656" y="804096"/>
                  </a:lnTo>
                  <a:lnTo>
                    <a:pt x="1719082" y="774031"/>
                  </a:lnTo>
                  <a:lnTo>
                    <a:pt x="1671138" y="743116"/>
                  </a:lnTo>
                  <a:lnTo>
                    <a:pt x="1621490" y="715411"/>
                  </a:lnTo>
                  <a:lnTo>
                    <a:pt x="1569308" y="690738"/>
                  </a:lnTo>
                  <a:lnTo>
                    <a:pt x="1513667" y="668804"/>
                  </a:lnTo>
                  <a:lnTo>
                    <a:pt x="1453634" y="649285"/>
                  </a:lnTo>
                  <a:lnTo>
                    <a:pt x="1388350" y="631871"/>
                  </a:lnTo>
                  <a:lnTo>
                    <a:pt x="1317145" y="616298"/>
                  </a:lnTo>
                  <a:lnTo>
                    <a:pt x="1239693" y="602354"/>
                  </a:lnTo>
                  <a:lnTo>
                    <a:pt x="1156205" y="589892"/>
                  </a:lnTo>
                  <a:lnTo>
                    <a:pt x="1067659" y="578830"/>
                  </a:lnTo>
                  <a:lnTo>
                    <a:pt x="976012" y="569140"/>
                  </a:lnTo>
                  <a:lnTo>
                    <a:pt x="884304" y="560840"/>
                  </a:lnTo>
                  <a:lnTo>
                    <a:pt x="796532" y="553963"/>
                  </a:lnTo>
                  <a:lnTo>
                    <a:pt x="717202" y="548529"/>
                  </a:lnTo>
                  <a:lnTo>
                    <a:pt x="650547" y="544501"/>
                  </a:lnTo>
                  <a:lnTo>
                    <a:pt x="599600" y="541765"/>
                  </a:lnTo>
                  <a:lnTo>
                    <a:pt x="565398" y="540123"/>
                  </a:lnTo>
                  <a:lnTo>
                    <a:pt x="546602" y="539312"/>
                  </a:lnTo>
                  <a:lnTo>
                    <a:pt x="539579" y="539038"/>
                  </a:lnTo>
                  <a:lnTo>
                    <a:pt x="538736" y="539008"/>
                  </a:lnTo>
                  <a:lnTo>
                    <a:pt x="0" y="53900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32" name="pl1032"/>
            <p:cNvSpPr/>
            <p:nvPr/>
          </p:nvSpPr>
          <p:spPr>
            <a:xfrm>
              <a:off x="546595" y="3516280"/>
              <a:ext cx="8234974" cy="1949143"/>
            </a:xfrm>
            <a:custGeom>
              <a:avLst/>
              <a:pathLst>
                <a:path w="8234974" h="1949143">
                  <a:moveTo>
                    <a:pt x="0" y="539008"/>
                  </a:moveTo>
                  <a:lnTo>
                    <a:pt x="538736" y="539008"/>
                  </a:lnTo>
                  <a:lnTo>
                    <a:pt x="540002" y="539054"/>
                  </a:lnTo>
                  <a:lnTo>
                    <a:pt x="548268" y="539380"/>
                  </a:lnTo>
                  <a:lnTo>
                    <a:pt x="568893" y="540282"/>
                  </a:lnTo>
                  <a:lnTo>
                    <a:pt x="605233" y="542051"/>
                  </a:lnTo>
                  <a:lnTo>
                    <a:pt x="658313" y="544945"/>
                  </a:lnTo>
                  <a:lnTo>
                    <a:pt x="726809" y="549150"/>
                  </a:lnTo>
                  <a:lnTo>
                    <a:pt x="807481" y="554770"/>
                  </a:lnTo>
                  <a:lnTo>
                    <a:pt x="896009" y="561831"/>
                  </a:lnTo>
                  <a:lnTo>
                    <a:pt x="987917" y="570313"/>
                  </a:lnTo>
                  <a:lnTo>
                    <a:pt x="1079312" y="580180"/>
                  </a:lnTo>
                  <a:lnTo>
                    <a:pt x="1167293" y="591421"/>
                  </a:lnTo>
                  <a:lnTo>
                    <a:pt x="1250039" y="604067"/>
                  </a:lnTo>
                  <a:lnTo>
                    <a:pt x="1326683" y="618212"/>
                  </a:lnTo>
                  <a:lnTo>
                    <a:pt x="1397096" y="634010"/>
                  </a:lnTo>
                  <a:lnTo>
                    <a:pt x="1461660" y="651679"/>
                  </a:lnTo>
                  <a:lnTo>
                    <a:pt x="1521075" y="671492"/>
                  </a:lnTo>
                  <a:lnTo>
                    <a:pt x="1576216" y="693761"/>
                  </a:lnTo>
                  <a:lnTo>
                    <a:pt x="1628020" y="718811"/>
                  </a:lnTo>
                  <a:lnTo>
                    <a:pt x="1677405" y="746923"/>
                  </a:lnTo>
                  <a:lnTo>
                    <a:pt x="1719082" y="774031"/>
                  </a:lnTo>
                  <a:lnTo>
                    <a:pt x="1763630" y="806360"/>
                  </a:lnTo>
                  <a:lnTo>
                    <a:pt x="1807742" y="841666"/>
                  </a:lnTo>
                  <a:lnTo>
                    <a:pt x="1851806" y="880003"/>
                  </a:lnTo>
                  <a:lnTo>
                    <a:pt x="1896101" y="921341"/>
                  </a:lnTo>
                  <a:lnTo>
                    <a:pt x="1940810" y="965562"/>
                  </a:lnTo>
                  <a:lnTo>
                    <a:pt x="1986029" y="1012448"/>
                  </a:lnTo>
                  <a:lnTo>
                    <a:pt x="2031781" y="1061683"/>
                  </a:lnTo>
                  <a:lnTo>
                    <a:pt x="2078021" y="1112858"/>
                  </a:lnTo>
                  <a:lnTo>
                    <a:pt x="2124650" y="1165478"/>
                  </a:lnTo>
                  <a:lnTo>
                    <a:pt x="2171525" y="1218984"/>
                  </a:lnTo>
                  <a:lnTo>
                    <a:pt x="2218483" y="1272777"/>
                  </a:lnTo>
                  <a:lnTo>
                    <a:pt x="2265347" y="1326242"/>
                  </a:lnTo>
                  <a:lnTo>
                    <a:pt x="2311953" y="1378782"/>
                  </a:lnTo>
                  <a:lnTo>
                    <a:pt x="2358163" y="1429841"/>
                  </a:lnTo>
                  <a:lnTo>
                    <a:pt x="2403880" y="1478931"/>
                  </a:lnTo>
                  <a:lnTo>
                    <a:pt x="2449064" y="1525646"/>
                  </a:lnTo>
                  <a:lnTo>
                    <a:pt x="2493740" y="1569679"/>
                  </a:lnTo>
                  <a:lnTo>
                    <a:pt x="2538013" y="1610818"/>
                  </a:lnTo>
                  <a:lnTo>
                    <a:pt x="2582071" y="1648951"/>
                  </a:lnTo>
                  <a:lnTo>
                    <a:pt x="2626199" y="1684055"/>
                  </a:lnTo>
                  <a:lnTo>
                    <a:pt x="2667772" y="1714120"/>
                  </a:lnTo>
                  <a:lnTo>
                    <a:pt x="2715716" y="1745035"/>
                  </a:lnTo>
                  <a:lnTo>
                    <a:pt x="2765365" y="1772740"/>
                  </a:lnTo>
                  <a:lnTo>
                    <a:pt x="2817547" y="1797413"/>
                  </a:lnTo>
                  <a:lnTo>
                    <a:pt x="2873187" y="1819347"/>
                  </a:lnTo>
                  <a:lnTo>
                    <a:pt x="2933221" y="1838866"/>
                  </a:lnTo>
                  <a:lnTo>
                    <a:pt x="2998505" y="1856280"/>
                  </a:lnTo>
                  <a:lnTo>
                    <a:pt x="3069709" y="1871854"/>
                  </a:lnTo>
                  <a:lnTo>
                    <a:pt x="3147161" y="1885797"/>
                  </a:lnTo>
                  <a:lnTo>
                    <a:pt x="3230650" y="1898259"/>
                  </a:lnTo>
                  <a:lnTo>
                    <a:pt x="3319196" y="1909321"/>
                  </a:lnTo>
                  <a:lnTo>
                    <a:pt x="3410843" y="1919011"/>
                  </a:lnTo>
                  <a:lnTo>
                    <a:pt x="3502551" y="1927312"/>
                  </a:lnTo>
                  <a:lnTo>
                    <a:pt x="3590322" y="1934188"/>
                  </a:lnTo>
                  <a:lnTo>
                    <a:pt x="3669653" y="1939622"/>
                  </a:lnTo>
                  <a:lnTo>
                    <a:pt x="3736307" y="1943650"/>
                  </a:lnTo>
                  <a:lnTo>
                    <a:pt x="3787255" y="1946386"/>
                  </a:lnTo>
                  <a:lnTo>
                    <a:pt x="3821457" y="1948028"/>
                  </a:lnTo>
                  <a:lnTo>
                    <a:pt x="3840253" y="1948839"/>
                  </a:lnTo>
                  <a:lnTo>
                    <a:pt x="3847275" y="1949113"/>
                  </a:lnTo>
                  <a:lnTo>
                    <a:pt x="3848118" y="1949143"/>
                  </a:lnTo>
                  <a:lnTo>
                    <a:pt x="4386855" y="1949143"/>
                  </a:lnTo>
                  <a:lnTo>
                    <a:pt x="4388090" y="1949081"/>
                  </a:lnTo>
                  <a:lnTo>
                    <a:pt x="4396156" y="1948642"/>
                  </a:lnTo>
                  <a:lnTo>
                    <a:pt x="4416301" y="1947428"/>
                  </a:lnTo>
                  <a:lnTo>
                    <a:pt x="4451840" y="1945043"/>
                  </a:lnTo>
                  <a:lnTo>
                    <a:pt x="4503847" y="1941143"/>
                  </a:lnTo>
                  <a:lnTo>
                    <a:pt x="4571108" y="1935468"/>
                  </a:lnTo>
                  <a:lnTo>
                    <a:pt x="4650537" y="1927875"/>
                  </a:lnTo>
                  <a:lnTo>
                    <a:pt x="4737955" y="1918322"/>
                  </a:lnTo>
                  <a:lnTo>
                    <a:pt x="4828981" y="1906837"/>
                  </a:lnTo>
                  <a:lnTo>
                    <a:pt x="4919764" y="1893466"/>
                  </a:lnTo>
                  <a:lnTo>
                    <a:pt x="5007389" y="1878230"/>
                  </a:lnTo>
                  <a:lnTo>
                    <a:pt x="5089992" y="1861090"/>
                  </a:lnTo>
                  <a:lnTo>
                    <a:pt x="5166644" y="1841932"/>
                  </a:lnTo>
                  <a:lnTo>
                    <a:pt x="5237156" y="1820555"/>
                  </a:lnTo>
                  <a:lnTo>
                    <a:pt x="5301852" y="1796674"/>
                  </a:lnTo>
                  <a:lnTo>
                    <a:pt x="5361388" y="1769931"/>
                  </a:lnTo>
                  <a:lnTo>
                    <a:pt x="5416598" y="1739911"/>
                  </a:lnTo>
                  <a:lnTo>
                    <a:pt x="5468394" y="1706175"/>
                  </a:lnTo>
                  <a:lnTo>
                    <a:pt x="5517679" y="1668327"/>
                  </a:lnTo>
                  <a:lnTo>
                    <a:pt x="5565265" y="1626121"/>
                  </a:lnTo>
                  <a:lnTo>
                    <a:pt x="5567201" y="1624286"/>
                  </a:lnTo>
                  <a:lnTo>
                    <a:pt x="5607813" y="1583736"/>
                  </a:lnTo>
                  <a:lnTo>
                    <a:pt x="5648032" y="1539778"/>
                  </a:lnTo>
                  <a:lnTo>
                    <a:pt x="5688162" y="1492347"/>
                  </a:lnTo>
                  <a:lnTo>
                    <a:pt x="5728431" y="1441451"/>
                  </a:lnTo>
                  <a:lnTo>
                    <a:pt x="5768999" y="1387185"/>
                  </a:lnTo>
                  <a:lnTo>
                    <a:pt x="5809965" y="1329735"/>
                  </a:lnTo>
                  <a:lnTo>
                    <a:pt x="5851371" y="1269379"/>
                  </a:lnTo>
                  <a:lnTo>
                    <a:pt x="5893212" y="1206492"/>
                  </a:lnTo>
                  <a:lnTo>
                    <a:pt x="5935440" y="1141533"/>
                  </a:lnTo>
                  <a:lnTo>
                    <a:pt x="5977968" y="1075038"/>
                  </a:lnTo>
                  <a:lnTo>
                    <a:pt x="6020688" y="1007601"/>
                  </a:lnTo>
                  <a:lnTo>
                    <a:pt x="6063473" y="939850"/>
                  </a:lnTo>
                  <a:lnTo>
                    <a:pt x="6106190" y="872428"/>
                  </a:lnTo>
                  <a:lnTo>
                    <a:pt x="6148712" y="805964"/>
                  </a:lnTo>
                  <a:lnTo>
                    <a:pt x="6190931" y="741051"/>
                  </a:lnTo>
                  <a:lnTo>
                    <a:pt x="6232761" y="678222"/>
                  </a:lnTo>
                  <a:lnTo>
                    <a:pt x="6274157" y="617935"/>
                  </a:lnTo>
                  <a:lnTo>
                    <a:pt x="6315112" y="560561"/>
                  </a:lnTo>
                  <a:lnTo>
                    <a:pt x="6355671" y="506378"/>
                  </a:lnTo>
                  <a:lnTo>
                    <a:pt x="6395934" y="455568"/>
                  </a:lnTo>
                  <a:lnTo>
                    <a:pt x="6436063" y="408223"/>
                  </a:lnTo>
                  <a:lnTo>
                    <a:pt x="6476288" y="364352"/>
                  </a:lnTo>
                  <a:lnTo>
                    <a:pt x="6515891" y="324857"/>
                  </a:lnTo>
                  <a:lnTo>
                    <a:pt x="6563422" y="282469"/>
                  </a:lnTo>
                  <a:lnTo>
                    <a:pt x="6612621" y="244445"/>
                  </a:lnTo>
                  <a:lnTo>
                    <a:pt x="6664297" y="210547"/>
                  </a:lnTo>
                  <a:lnTo>
                    <a:pt x="6719348" y="180381"/>
                  </a:lnTo>
                  <a:lnTo>
                    <a:pt x="6778688" y="153512"/>
                  </a:lnTo>
                  <a:lnTo>
                    <a:pt x="6843157" y="129521"/>
                  </a:lnTo>
                  <a:lnTo>
                    <a:pt x="6913419" y="108047"/>
                  </a:lnTo>
                  <a:lnTo>
                    <a:pt x="6989818" y="88801"/>
                  </a:lnTo>
                  <a:lnTo>
                    <a:pt x="7072187" y="71581"/>
                  </a:lnTo>
                  <a:lnTo>
                    <a:pt x="7159636" y="56268"/>
                  </a:lnTo>
                  <a:lnTo>
                    <a:pt x="7250338" y="42820"/>
                  </a:lnTo>
                  <a:lnTo>
                    <a:pt x="7341425" y="31256"/>
                  </a:lnTo>
                  <a:lnTo>
                    <a:pt x="7429077" y="21623"/>
                  </a:lnTo>
                  <a:lnTo>
                    <a:pt x="7508923" y="13949"/>
                  </a:lnTo>
                  <a:lnTo>
                    <a:pt x="7576757" y="8197"/>
                  </a:lnTo>
                  <a:lnTo>
                    <a:pt x="7629431" y="4228"/>
                  </a:lnTo>
                  <a:lnTo>
                    <a:pt x="7665645" y="1787"/>
                  </a:lnTo>
                  <a:lnTo>
                    <a:pt x="7686374" y="532"/>
                  </a:lnTo>
                  <a:lnTo>
                    <a:pt x="7694847" y="6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3" name="pl1033"/>
            <p:cNvSpPr/>
            <p:nvPr/>
          </p:nvSpPr>
          <p:spPr>
            <a:xfrm>
              <a:off x="546595" y="3510835"/>
              <a:ext cx="8234974" cy="1949143"/>
            </a:xfrm>
            <a:custGeom>
              <a:avLst/>
              <a:pathLst>
                <a:path w="8234974" h="1949143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52" y="1949097"/>
                  </a:lnTo>
                  <a:lnTo>
                    <a:pt x="3838587" y="1948771"/>
                  </a:lnTo>
                  <a:lnTo>
                    <a:pt x="3817961" y="1947869"/>
                  </a:lnTo>
                  <a:lnTo>
                    <a:pt x="3781622" y="1946100"/>
                  </a:lnTo>
                  <a:lnTo>
                    <a:pt x="3728541" y="1943206"/>
                  </a:lnTo>
                  <a:lnTo>
                    <a:pt x="3660046" y="1939001"/>
                  </a:lnTo>
                  <a:lnTo>
                    <a:pt x="3579373" y="1933381"/>
                  </a:lnTo>
                  <a:lnTo>
                    <a:pt x="3490845" y="1926320"/>
                  </a:lnTo>
                  <a:lnTo>
                    <a:pt x="3398938" y="1917838"/>
                  </a:lnTo>
                  <a:lnTo>
                    <a:pt x="3307543" y="1907971"/>
                  </a:lnTo>
                  <a:lnTo>
                    <a:pt x="3219562" y="1896730"/>
                  </a:lnTo>
                  <a:lnTo>
                    <a:pt x="3136816" y="1884084"/>
                  </a:lnTo>
                  <a:lnTo>
                    <a:pt x="3060172" y="1869939"/>
                  </a:lnTo>
                  <a:lnTo>
                    <a:pt x="2989759" y="1854141"/>
                  </a:lnTo>
                  <a:lnTo>
                    <a:pt x="2925195" y="1836472"/>
                  </a:lnTo>
                  <a:lnTo>
                    <a:pt x="2865779" y="1816659"/>
                  </a:lnTo>
                  <a:lnTo>
                    <a:pt x="2810639" y="1794390"/>
                  </a:lnTo>
                  <a:lnTo>
                    <a:pt x="2758834" y="1769340"/>
                  </a:lnTo>
                  <a:lnTo>
                    <a:pt x="2709449" y="1741228"/>
                  </a:lnTo>
                  <a:lnTo>
                    <a:pt x="2667772" y="1714120"/>
                  </a:lnTo>
                  <a:lnTo>
                    <a:pt x="2623225" y="1681791"/>
                  </a:lnTo>
                  <a:lnTo>
                    <a:pt x="2579113" y="1646485"/>
                  </a:lnTo>
                  <a:lnTo>
                    <a:pt x="2535048" y="1608148"/>
                  </a:lnTo>
                  <a:lnTo>
                    <a:pt x="2490754" y="1566810"/>
                  </a:lnTo>
                  <a:lnTo>
                    <a:pt x="2446045" y="1522589"/>
                  </a:lnTo>
                  <a:lnTo>
                    <a:pt x="2400825" y="1475703"/>
                  </a:lnTo>
                  <a:lnTo>
                    <a:pt x="2355073" y="1426468"/>
                  </a:lnTo>
                  <a:lnTo>
                    <a:pt x="2308833" y="1375293"/>
                  </a:lnTo>
                  <a:lnTo>
                    <a:pt x="2262205" y="1322673"/>
                  </a:lnTo>
                  <a:lnTo>
                    <a:pt x="2215329" y="1269167"/>
                  </a:lnTo>
                  <a:lnTo>
                    <a:pt x="2168372" y="1215374"/>
                  </a:lnTo>
                  <a:lnTo>
                    <a:pt x="2121508" y="1161909"/>
                  </a:lnTo>
                  <a:lnTo>
                    <a:pt x="2074902" y="1109369"/>
                  </a:lnTo>
                  <a:lnTo>
                    <a:pt x="2028692" y="1058310"/>
                  </a:lnTo>
                  <a:lnTo>
                    <a:pt x="1982975" y="1009221"/>
                  </a:lnTo>
                  <a:lnTo>
                    <a:pt x="1937791" y="962505"/>
                  </a:lnTo>
                  <a:lnTo>
                    <a:pt x="1893114" y="918472"/>
                  </a:lnTo>
                  <a:lnTo>
                    <a:pt x="1848841" y="877333"/>
                  </a:lnTo>
                  <a:lnTo>
                    <a:pt x="1804784" y="839200"/>
                  </a:lnTo>
                  <a:lnTo>
                    <a:pt x="1760656" y="804096"/>
                  </a:lnTo>
                  <a:lnTo>
                    <a:pt x="1719082" y="774031"/>
                  </a:lnTo>
                  <a:lnTo>
                    <a:pt x="1671138" y="743116"/>
                  </a:lnTo>
                  <a:lnTo>
                    <a:pt x="1621490" y="715411"/>
                  </a:lnTo>
                  <a:lnTo>
                    <a:pt x="1569308" y="690738"/>
                  </a:lnTo>
                  <a:lnTo>
                    <a:pt x="1513667" y="668804"/>
                  </a:lnTo>
                  <a:lnTo>
                    <a:pt x="1453634" y="649285"/>
                  </a:lnTo>
                  <a:lnTo>
                    <a:pt x="1388350" y="631871"/>
                  </a:lnTo>
                  <a:lnTo>
                    <a:pt x="1317145" y="616298"/>
                  </a:lnTo>
                  <a:lnTo>
                    <a:pt x="1239693" y="602354"/>
                  </a:lnTo>
                  <a:lnTo>
                    <a:pt x="1156205" y="589892"/>
                  </a:lnTo>
                  <a:lnTo>
                    <a:pt x="1067659" y="578830"/>
                  </a:lnTo>
                  <a:lnTo>
                    <a:pt x="976012" y="569140"/>
                  </a:lnTo>
                  <a:lnTo>
                    <a:pt x="884304" y="560840"/>
                  </a:lnTo>
                  <a:lnTo>
                    <a:pt x="796532" y="553963"/>
                  </a:lnTo>
                  <a:lnTo>
                    <a:pt x="717202" y="548529"/>
                  </a:lnTo>
                  <a:lnTo>
                    <a:pt x="650547" y="544501"/>
                  </a:lnTo>
                  <a:lnTo>
                    <a:pt x="599600" y="541765"/>
                  </a:lnTo>
                  <a:lnTo>
                    <a:pt x="565398" y="540123"/>
                  </a:lnTo>
                  <a:lnTo>
                    <a:pt x="546602" y="539312"/>
                  </a:lnTo>
                  <a:lnTo>
                    <a:pt x="539579" y="539038"/>
                  </a:lnTo>
                  <a:lnTo>
                    <a:pt x="538736" y="539008"/>
                  </a:lnTo>
                  <a:lnTo>
                    <a:pt x="0" y="5390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4" name="pg1034"/>
            <p:cNvSpPr/>
            <p:nvPr/>
          </p:nvSpPr>
          <p:spPr>
            <a:xfrm>
              <a:off x="546595" y="4131512"/>
              <a:ext cx="8234974" cy="2041700"/>
            </a:xfrm>
            <a:custGeom>
              <a:avLst/>
              <a:pathLst>
                <a:path w="8234974" h="2041700">
                  <a:moveTo>
                    <a:pt x="0" y="5444"/>
                  </a:moveTo>
                  <a:lnTo>
                    <a:pt x="538736" y="5444"/>
                  </a:lnTo>
                  <a:lnTo>
                    <a:pt x="539965" y="5508"/>
                  </a:lnTo>
                  <a:lnTo>
                    <a:pt x="547994" y="5965"/>
                  </a:lnTo>
                  <a:lnTo>
                    <a:pt x="568050" y="7227"/>
                  </a:lnTo>
                  <a:lnTo>
                    <a:pt x="603441" y="9706"/>
                  </a:lnTo>
                  <a:lnTo>
                    <a:pt x="655247" y="13762"/>
                  </a:lnTo>
                  <a:lnTo>
                    <a:pt x="722278" y="19664"/>
                  </a:lnTo>
                  <a:lnTo>
                    <a:pt x="801474" y="27562"/>
                  </a:lnTo>
                  <a:lnTo>
                    <a:pt x="888683" y="37501"/>
                  </a:lnTo>
                  <a:lnTo>
                    <a:pt x="979543" y="49453"/>
                  </a:lnTo>
                  <a:lnTo>
                    <a:pt x="1070209" y="63370"/>
                  </a:lnTo>
                  <a:lnTo>
                    <a:pt x="1157766" y="79229"/>
                  </a:lnTo>
                  <a:lnTo>
                    <a:pt x="1240339" y="97068"/>
                  </a:lnTo>
                  <a:lnTo>
                    <a:pt x="1316992" y="117007"/>
                  </a:lnTo>
                  <a:lnTo>
                    <a:pt x="1387521" y="139251"/>
                  </a:lnTo>
                  <a:lnTo>
                    <a:pt x="1452242" y="164094"/>
                  </a:lnTo>
                  <a:lnTo>
                    <a:pt x="1511800" y="191908"/>
                  </a:lnTo>
                  <a:lnTo>
                    <a:pt x="1567025" y="223124"/>
                  </a:lnTo>
                  <a:lnTo>
                    <a:pt x="1618821" y="258196"/>
                  </a:lnTo>
                  <a:lnTo>
                    <a:pt x="1668089" y="297540"/>
                  </a:lnTo>
                  <a:lnTo>
                    <a:pt x="1715640" y="341419"/>
                  </a:lnTo>
                  <a:lnTo>
                    <a:pt x="1719082" y="344820"/>
                  </a:lnTo>
                  <a:lnTo>
                    <a:pt x="1759114" y="386548"/>
                  </a:lnTo>
                  <a:lnTo>
                    <a:pt x="1798759" y="431734"/>
                  </a:lnTo>
                  <a:lnTo>
                    <a:pt x="1838311" y="480444"/>
                  </a:lnTo>
                  <a:lnTo>
                    <a:pt x="1877991" y="532673"/>
                  </a:lnTo>
                  <a:lnTo>
                    <a:pt x="1917953" y="588330"/>
                  </a:lnTo>
                  <a:lnTo>
                    <a:pt x="1958297" y="647236"/>
                  </a:lnTo>
                  <a:lnTo>
                    <a:pt x="1999067" y="709118"/>
                  </a:lnTo>
                  <a:lnTo>
                    <a:pt x="2040262" y="773613"/>
                  </a:lnTo>
                  <a:lnTo>
                    <a:pt x="2081840" y="840268"/>
                  </a:lnTo>
                  <a:lnTo>
                    <a:pt x="2123723" y="908556"/>
                  </a:lnTo>
                  <a:lnTo>
                    <a:pt x="2165809" y="977890"/>
                  </a:lnTo>
                  <a:lnTo>
                    <a:pt x="2207977" y="1047645"/>
                  </a:lnTo>
                  <a:lnTo>
                    <a:pt x="2250101" y="1117178"/>
                  </a:lnTo>
                  <a:lnTo>
                    <a:pt x="2292059" y="1185856"/>
                  </a:lnTo>
                  <a:lnTo>
                    <a:pt x="2333741" y="1253076"/>
                  </a:lnTo>
                  <a:lnTo>
                    <a:pt x="2375062" y="1318293"/>
                  </a:lnTo>
                  <a:lnTo>
                    <a:pt x="2415966" y="1381028"/>
                  </a:lnTo>
                  <a:lnTo>
                    <a:pt x="2456439" y="1440890"/>
                  </a:lnTo>
                  <a:lnTo>
                    <a:pt x="2496512" y="1497578"/>
                  </a:lnTo>
                  <a:lnTo>
                    <a:pt x="2536265" y="1550883"/>
                  </a:lnTo>
                  <a:lnTo>
                    <a:pt x="2575836" y="1600688"/>
                  </a:lnTo>
                  <a:lnTo>
                    <a:pt x="2615424" y="1646963"/>
                  </a:lnTo>
                  <a:lnTo>
                    <a:pt x="2655300" y="1689751"/>
                  </a:lnTo>
                  <a:lnTo>
                    <a:pt x="2667772" y="1702324"/>
                  </a:lnTo>
                  <a:lnTo>
                    <a:pt x="2715226" y="1746538"/>
                  </a:lnTo>
                  <a:lnTo>
                    <a:pt x="2764341" y="1786209"/>
                  </a:lnTo>
                  <a:lnTo>
                    <a:pt x="2815922" y="1821582"/>
                  </a:lnTo>
                  <a:lnTo>
                    <a:pt x="2870864" y="1853066"/>
                  </a:lnTo>
                  <a:lnTo>
                    <a:pt x="2930074" y="1881114"/>
                  </a:lnTo>
                  <a:lnTo>
                    <a:pt x="2994391" y="1906162"/>
                  </a:lnTo>
                  <a:lnTo>
                    <a:pt x="3064478" y="1928586"/>
                  </a:lnTo>
                  <a:lnTo>
                    <a:pt x="3140681" y="1948685"/>
                  </a:lnTo>
                  <a:lnTo>
                    <a:pt x="3222841" y="1966674"/>
                  </a:lnTo>
                  <a:lnTo>
                    <a:pt x="3310084" y="1982676"/>
                  </a:lnTo>
                  <a:lnTo>
                    <a:pt x="3400607" y="1996735"/>
                  </a:lnTo>
                  <a:lnTo>
                    <a:pt x="3491574" y="2008833"/>
                  </a:lnTo>
                  <a:lnTo>
                    <a:pt x="3579197" y="2018921"/>
                  </a:lnTo>
                  <a:lnTo>
                    <a:pt x="3659130" y="2026969"/>
                  </a:lnTo>
                  <a:lnTo>
                    <a:pt x="3727176" y="2033014"/>
                  </a:lnTo>
                  <a:lnTo>
                    <a:pt x="3780167" y="2037198"/>
                  </a:lnTo>
                  <a:lnTo>
                    <a:pt x="3816755" y="2039781"/>
                  </a:lnTo>
                  <a:lnTo>
                    <a:pt x="3837850" y="2041119"/>
                  </a:lnTo>
                  <a:lnTo>
                    <a:pt x="3846605" y="2041621"/>
                  </a:lnTo>
                  <a:lnTo>
                    <a:pt x="3848118" y="2041700"/>
                  </a:lnTo>
                  <a:lnTo>
                    <a:pt x="4386855" y="2041700"/>
                  </a:lnTo>
                  <a:lnTo>
                    <a:pt x="4388087" y="2041637"/>
                  </a:lnTo>
                  <a:lnTo>
                    <a:pt x="4396132" y="2041188"/>
                  </a:lnTo>
                  <a:lnTo>
                    <a:pt x="4416227" y="2039946"/>
                  </a:lnTo>
                  <a:lnTo>
                    <a:pt x="4451684" y="2037509"/>
                  </a:lnTo>
                  <a:lnTo>
                    <a:pt x="4503578" y="2033520"/>
                  </a:lnTo>
                  <a:lnTo>
                    <a:pt x="4570711" y="2027717"/>
                  </a:lnTo>
                  <a:lnTo>
                    <a:pt x="4650010" y="2019952"/>
                  </a:lnTo>
                  <a:lnTo>
                    <a:pt x="4737311" y="2010182"/>
                  </a:lnTo>
                  <a:lnTo>
                    <a:pt x="4828245" y="1998433"/>
                  </a:lnTo>
                  <a:lnTo>
                    <a:pt x="4918962" y="1984755"/>
                  </a:lnTo>
                  <a:lnTo>
                    <a:pt x="5006550" y="1969167"/>
                  </a:lnTo>
                  <a:lnTo>
                    <a:pt x="5089136" y="1951633"/>
                  </a:lnTo>
                  <a:lnTo>
                    <a:pt x="5165788" y="1932035"/>
                  </a:lnTo>
                  <a:lnTo>
                    <a:pt x="5236310" y="1910169"/>
                  </a:lnTo>
                  <a:lnTo>
                    <a:pt x="5301020" y="1885745"/>
                  </a:lnTo>
                  <a:lnTo>
                    <a:pt x="5360568" y="1858398"/>
                  </a:lnTo>
                  <a:lnTo>
                    <a:pt x="5415787" y="1827703"/>
                  </a:lnTo>
                  <a:lnTo>
                    <a:pt x="5467583" y="1793213"/>
                  </a:lnTo>
                  <a:lnTo>
                    <a:pt x="5516858" y="1754520"/>
                  </a:lnTo>
                  <a:lnTo>
                    <a:pt x="5564425" y="1711370"/>
                  </a:lnTo>
                  <a:lnTo>
                    <a:pt x="5567201" y="1708676"/>
                  </a:lnTo>
                  <a:lnTo>
                    <a:pt x="5607485" y="1667459"/>
                  </a:lnTo>
                  <a:lnTo>
                    <a:pt x="5647379" y="1622806"/>
                  </a:lnTo>
                  <a:lnTo>
                    <a:pt x="5687182" y="1574649"/>
                  </a:lnTo>
                  <a:lnTo>
                    <a:pt x="5727117" y="1522998"/>
                  </a:lnTo>
                  <a:lnTo>
                    <a:pt x="5767342" y="1467943"/>
                  </a:lnTo>
                  <a:lnTo>
                    <a:pt x="5807955" y="1409666"/>
                  </a:lnTo>
                  <a:lnTo>
                    <a:pt x="5849002" y="1348444"/>
                  </a:lnTo>
                  <a:lnTo>
                    <a:pt x="5890477" y="1284645"/>
                  </a:lnTo>
                  <a:lnTo>
                    <a:pt x="5932337" y="1218723"/>
                  </a:lnTo>
                  <a:lnTo>
                    <a:pt x="5974500" y="1151210"/>
                  </a:lnTo>
                  <a:lnTo>
                    <a:pt x="6016861" y="1082696"/>
                  </a:lnTo>
                  <a:lnTo>
                    <a:pt x="6059298" y="1013809"/>
                  </a:lnTo>
                  <a:lnTo>
                    <a:pt x="6101680" y="945190"/>
                  </a:lnTo>
                  <a:lnTo>
                    <a:pt x="6143883" y="877472"/>
                  </a:lnTo>
                  <a:lnTo>
                    <a:pt x="6185799" y="811253"/>
                  </a:lnTo>
                  <a:lnTo>
                    <a:pt x="6227341" y="747073"/>
                  </a:lnTo>
                  <a:lnTo>
                    <a:pt x="6268459" y="685402"/>
                  </a:lnTo>
                  <a:lnTo>
                    <a:pt x="6309141" y="626623"/>
                  </a:lnTo>
                  <a:lnTo>
                    <a:pt x="6349425" y="571027"/>
                  </a:lnTo>
                  <a:lnTo>
                    <a:pt x="6389398" y="518810"/>
                  </a:lnTo>
                  <a:lnTo>
                    <a:pt x="6429209" y="470080"/>
                  </a:lnTo>
                  <a:lnTo>
                    <a:pt x="6469070" y="424857"/>
                  </a:lnTo>
                  <a:lnTo>
                    <a:pt x="6509266" y="383086"/>
                  </a:lnTo>
                  <a:lnTo>
                    <a:pt x="6515891" y="376580"/>
                  </a:lnTo>
                  <a:lnTo>
                    <a:pt x="6563379" y="333164"/>
                  </a:lnTo>
                  <a:lnTo>
                    <a:pt x="6612531" y="294213"/>
                  </a:lnTo>
                  <a:lnTo>
                    <a:pt x="6664154" y="259484"/>
                  </a:lnTo>
                  <a:lnTo>
                    <a:pt x="6719144" y="228577"/>
                  </a:lnTo>
                  <a:lnTo>
                    <a:pt x="6778412" y="201044"/>
                  </a:lnTo>
                  <a:lnTo>
                    <a:pt x="6842796" y="176458"/>
                  </a:lnTo>
                  <a:lnTo>
                    <a:pt x="6912960" y="154450"/>
                  </a:lnTo>
                  <a:lnTo>
                    <a:pt x="6989249" y="134724"/>
                  </a:lnTo>
                  <a:lnTo>
                    <a:pt x="7071502" y="117071"/>
                  </a:lnTo>
                  <a:lnTo>
                    <a:pt x="7158836" y="101370"/>
                  </a:lnTo>
                  <a:lnTo>
                    <a:pt x="7249439" y="87579"/>
                  </a:lnTo>
                  <a:lnTo>
                    <a:pt x="7340459" y="75715"/>
                  </a:lnTo>
                  <a:lnTo>
                    <a:pt x="7428094" y="65826"/>
                  </a:lnTo>
                  <a:lnTo>
                    <a:pt x="7507989" y="57942"/>
                  </a:lnTo>
                  <a:lnTo>
                    <a:pt x="7575942" y="52026"/>
                  </a:lnTo>
                  <a:lnTo>
                    <a:pt x="7628793" y="47937"/>
                  </a:lnTo>
                  <a:lnTo>
                    <a:pt x="7665216" y="45416"/>
                  </a:lnTo>
                  <a:lnTo>
                    <a:pt x="7686149" y="44115"/>
                  </a:lnTo>
                  <a:lnTo>
                    <a:pt x="7694779" y="43631"/>
                  </a:lnTo>
                  <a:lnTo>
                    <a:pt x="7696237" y="43556"/>
                  </a:lnTo>
                  <a:lnTo>
                    <a:pt x="8234974" y="43556"/>
                  </a:lnTo>
                  <a:lnTo>
                    <a:pt x="8234974" y="38111"/>
                  </a:lnTo>
                  <a:lnTo>
                    <a:pt x="7696237" y="38111"/>
                  </a:lnTo>
                  <a:lnTo>
                    <a:pt x="7695006" y="38174"/>
                  </a:lnTo>
                  <a:lnTo>
                    <a:pt x="7686961" y="38623"/>
                  </a:lnTo>
                  <a:lnTo>
                    <a:pt x="7666865" y="39865"/>
                  </a:lnTo>
                  <a:lnTo>
                    <a:pt x="7631408" y="42302"/>
                  </a:lnTo>
                  <a:lnTo>
                    <a:pt x="7579514" y="46291"/>
                  </a:lnTo>
                  <a:lnTo>
                    <a:pt x="7512382" y="52094"/>
                  </a:lnTo>
                  <a:lnTo>
                    <a:pt x="7433082" y="59859"/>
                  </a:lnTo>
                  <a:lnTo>
                    <a:pt x="7345781" y="69629"/>
                  </a:lnTo>
                  <a:lnTo>
                    <a:pt x="7254847" y="81378"/>
                  </a:lnTo>
                  <a:lnTo>
                    <a:pt x="7164130" y="95057"/>
                  </a:lnTo>
                  <a:lnTo>
                    <a:pt x="7076543" y="110644"/>
                  </a:lnTo>
                  <a:lnTo>
                    <a:pt x="6993957" y="128178"/>
                  </a:lnTo>
                  <a:lnTo>
                    <a:pt x="6917304" y="147776"/>
                  </a:lnTo>
                  <a:lnTo>
                    <a:pt x="6846783" y="169643"/>
                  </a:lnTo>
                  <a:lnTo>
                    <a:pt x="6782072" y="194066"/>
                  </a:lnTo>
                  <a:lnTo>
                    <a:pt x="6722524" y="221413"/>
                  </a:lnTo>
                  <a:lnTo>
                    <a:pt x="6667306" y="252108"/>
                  </a:lnTo>
                  <a:lnTo>
                    <a:pt x="6615510" y="286598"/>
                  </a:lnTo>
                  <a:lnTo>
                    <a:pt x="6566234" y="325291"/>
                  </a:lnTo>
                  <a:lnTo>
                    <a:pt x="6518668" y="368441"/>
                  </a:lnTo>
                  <a:lnTo>
                    <a:pt x="6515891" y="371135"/>
                  </a:lnTo>
                  <a:lnTo>
                    <a:pt x="6475607" y="412352"/>
                  </a:lnTo>
                  <a:lnTo>
                    <a:pt x="6435713" y="457005"/>
                  </a:lnTo>
                  <a:lnTo>
                    <a:pt x="6395911" y="505162"/>
                  </a:lnTo>
                  <a:lnTo>
                    <a:pt x="6355976" y="556814"/>
                  </a:lnTo>
                  <a:lnTo>
                    <a:pt x="6315750" y="611868"/>
                  </a:lnTo>
                  <a:lnTo>
                    <a:pt x="6275137" y="670145"/>
                  </a:lnTo>
                  <a:lnTo>
                    <a:pt x="6234091" y="731367"/>
                  </a:lnTo>
                  <a:lnTo>
                    <a:pt x="6192615" y="795166"/>
                  </a:lnTo>
                  <a:lnTo>
                    <a:pt x="6150756" y="861088"/>
                  </a:lnTo>
                  <a:lnTo>
                    <a:pt x="6108592" y="928601"/>
                  </a:lnTo>
                  <a:lnTo>
                    <a:pt x="6066231" y="997115"/>
                  </a:lnTo>
                  <a:lnTo>
                    <a:pt x="6023795" y="1066002"/>
                  </a:lnTo>
                  <a:lnTo>
                    <a:pt x="5981413" y="1134621"/>
                  </a:lnTo>
                  <a:lnTo>
                    <a:pt x="5939209" y="1202339"/>
                  </a:lnTo>
                  <a:lnTo>
                    <a:pt x="5897294" y="1268558"/>
                  </a:lnTo>
                  <a:lnTo>
                    <a:pt x="5855751" y="1332738"/>
                  </a:lnTo>
                  <a:lnTo>
                    <a:pt x="5814633" y="1394409"/>
                  </a:lnTo>
                  <a:lnTo>
                    <a:pt x="5773951" y="1453188"/>
                  </a:lnTo>
                  <a:lnTo>
                    <a:pt x="5733668" y="1508784"/>
                  </a:lnTo>
                  <a:lnTo>
                    <a:pt x="5693694" y="1561001"/>
                  </a:lnTo>
                  <a:lnTo>
                    <a:pt x="5653883" y="1609731"/>
                  </a:lnTo>
                  <a:lnTo>
                    <a:pt x="5614023" y="1654954"/>
                  </a:lnTo>
                  <a:lnTo>
                    <a:pt x="5573827" y="1696725"/>
                  </a:lnTo>
                  <a:lnTo>
                    <a:pt x="5567201" y="1703231"/>
                  </a:lnTo>
                  <a:lnTo>
                    <a:pt x="5519714" y="1746647"/>
                  </a:lnTo>
                  <a:lnTo>
                    <a:pt x="5470561" y="1785599"/>
                  </a:lnTo>
                  <a:lnTo>
                    <a:pt x="5418938" y="1820327"/>
                  </a:lnTo>
                  <a:lnTo>
                    <a:pt x="5363948" y="1851234"/>
                  </a:lnTo>
                  <a:lnTo>
                    <a:pt x="5304681" y="1878767"/>
                  </a:lnTo>
                  <a:lnTo>
                    <a:pt x="5240297" y="1903353"/>
                  </a:lnTo>
                  <a:lnTo>
                    <a:pt x="5170132" y="1925361"/>
                  </a:lnTo>
                  <a:lnTo>
                    <a:pt x="5093843" y="1945087"/>
                  </a:lnTo>
                  <a:lnTo>
                    <a:pt x="5011590" y="1962740"/>
                  </a:lnTo>
                  <a:lnTo>
                    <a:pt x="4924257" y="1978441"/>
                  </a:lnTo>
                  <a:lnTo>
                    <a:pt x="4833654" y="1992233"/>
                  </a:lnTo>
                  <a:lnTo>
                    <a:pt x="4742634" y="2004096"/>
                  </a:lnTo>
                  <a:lnTo>
                    <a:pt x="4654998" y="2013985"/>
                  </a:lnTo>
                  <a:lnTo>
                    <a:pt x="4575103" y="2021869"/>
                  </a:lnTo>
                  <a:lnTo>
                    <a:pt x="4507150" y="2027785"/>
                  </a:lnTo>
                  <a:lnTo>
                    <a:pt x="4454299" y="2031874"/>
                  </a:lnTo>
                  <a:lnTo>
                    <a:pt x="4417877" y="2034395"/>
                  </a:lnTo>
                  <a:lnTo>
                    <a:pt x="4396943" y="2035696"/>
                  </a:lnTo>
                  <a:lnTo>
                    <a:pt x="4388313" y="2036181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35" name="pl1035"/>
            <p:cNvSpPr/>
            <p:nvPr/>
          </p:nvSpPr>
          <p:spPr>
            <a:xfrm>
              <a:off x="546595" y="4136957"/>
              <a:ext cx="8234974" cy="2036255"/>
            </a:xfrm>
            <a:custGeom>
              <a:avLst/>
              <a:pathLst>
                <a:path w="8234974" h="2036255">
                  <a:moveTo>
                    <a:pt x="0" y="0"/>
                  </a:moveTo>
                  <a:lnTo>
                    <a:pt x="538736" y="0"/>
                  </a:lnTo>
                  <a:lnTo>
                    <a:pt x="539965" y="63"/>
                  </a:lnTo>
                  <a:lnTo>
                    <a:pt x="547994" y="520"/>
                  </a:lnTo>
                  <a:lnTo>
                    <a:pt x="568050" y="1783"/>
                  </a:lnTo>
                  <a:lnTo>
                    <a:pt x="603441" y="4261"/>
                  </a:lnTo>
                  <a:lnTo>
                    <a:pt x="655247" y="8318"/>
                  </a:lnTo>
                  <a:lnTo>
                    <a:pt x="722278" y="14219"/>
                  </a:lnTo>
                  <a:lnTo>
                    <a:pt x="801474" y="22118"/>
                  </a:lnTo>
                  <a:lnTo>
                    <a:pt x="888683" y="32057"/>
                  </a:lnTo>
                  <a:lnTo>
                    <a:pt x="979543" y="44009"/>
                  </a:lnTo>
                  <a:lnTo>
                    <a:pt x="1070209" y="57925"/>
                  </a:lnTo>
                  <a:lnTo>
                    <a:pt x="1157766" y="73784"/>
                  </a:lnTo>
                  <a:lnTo>
                    <a:pt x="1240339" y="91624"/>
                  </a:lnTo>
                  <a:lnTo>
                    <a:pt x="1316992" y="111562"/>
                  </a:lnTo>
                  <a:lnTo>
                    <a:pt x="1387521" y="133806"/>
                  </a:lnTo>
                  <a:lnTo>
                    <a:pt x="1452242" y="158649"/>
                  </a:lnTo>
                  <a:lnTo>
                    <a:pt x="1511800" y="186463"/>
                  </a:lnTo>
                  <a:lnTo>
                    <a:pt x="1567025" y="217679"/>
                  </a:lnTo>
                  <a:lnTo>
                    <a:pt x="1618821" y="252752"/>
                  </a:lnTo>
                  <a:lnTo>
                    <a:pt x="1668089" y="292096"/>
                  </a:lnTo>
                  <a:lnTo>
                    <a:pt x="1715640" y="335974"/>
                  </a:lnTo>
                  <a:lnTo>
                    <a:pt x="1719082" y="339375"/>
                  </a:lnTo>
                  <a:lnTo>
                    <a:pt x="1759114" y="381103"/>
                  </a:lnTo>
                  <a:lnTo>
                    <a:pt x="1798759" y="426289"/>
                  </a:lnTo>
                  <a:lnTo>
                    <a:pt x="1838311" y="475000"/>
                  </a:lnTo>
                  <a:lnTo>
                    <a:pt x="1877991" y="527228"/>
                  </a:lnTo>
                  <a:lnTo>
                    <a:pt x="1917953" y="582885"/>
                  </a:lnTo>
                  <a:lnTo>
                    <a:pt x="1958297" y="641791"/>
                  </a:lnTo>
                  <a:lnTo>
                    <a:pt x="1999067" y="703674"/>
                  </a:lnTo>
                  <a:lnTo>
                    <a:pt x="2040262" y="768168"/>
                  </a:lnTo>
                  <a:lnTo>
                    <a:pt x="2081840" y="834823"/>
                  </a:lnTo>
                  <a:lnTo>
                    <a:pt x="2123723" y="903111"/>
                  </a:lnTo>
                  <a:lnTo>
                    <a:pt x="2165809" y="972446"/>
                  </a:lnTo>
                  <a:lnTo>
                    <a:pt x="2207977" y="1042200"/>
                  </a:lnTo>
                  <a:lnTo>
                    <a:pt x="2250101" y="1111733"/>
                  </a:lnTo>
                  <a:lnTo>
                    <a:pt x="2292059" y="1180411"/>
                  </a:lnTo>
                  <a:lnTo>
                    <a:pt x="2333741" y="1247632"/>
                  </a:lnTo>
                  <a:lnTo>
                    <a:pt x="2375062" y="1312848"/>
                  </a:lnTo>
                  <a:lnTo>
                    <a:pt x="2415966" y="1375584"/>
                  </a:lnTo>
                  <a:lnTo>
                    <a:pt x="2456439" y="1435446"/>
                  </a:lnTo>
                  <a:lnTo>
                    <a:pt x="2496512" y="1492133"/>
                  </a:lnTo>
                  <a:lnTo>
                    <a:pt x="2536265" y="1545438"/>
                  </a:lnTo>
                  <a:lnTo>
                    <a:pt x="2575836" y="1595244"/>
                  </a:lnTo>
                  <a:lnTo>
                    <a:pt x="2615424" y="1641518"/>
                  </a:lnTo>
                  <a:lnTo>
                    <a:pt x="2655300" y="1684307"/>
                  </a:lnTo>
                  <a:lnTo>
                    <a:pt x="2667772" y="1696879"/>
                  </a:lnTo>
                  <a:lnTo>
                    <a:pt x="2715226" y="1741094"/>
                  </a:lnTo>
                  <a:lnTo>
                    <a:pt x="2764341" y="1780764"/>
                  </a:lnTo>
                  <a:lnTo>
                    <a:pt x="2815922" y="1816138"/>
                  </a:lnTo>
                  <a:lnTo>
                    <a:pt x="2870864" y="1847621"/>
                  </a:lnTo>
                  <a:lnTo>
                    <a:pt x="2930074" y="1875670"/>
                  </a:lnTo>
                  <a:lnTo>
                    <a:pt x="2994391" y="1900717"/>
                  </a:lnTo>
                  <a:lnTo>
                    <a:pt x="3064478" y="1923141"/>
                  </a:lnTo>
                  <a:lnTo>
                    <a:pt x="3140681" y="1943241"/>
                  </a:lnTo>
                  <a:lnTo>
                    <a:pt x="3222841" y="1961229"/>
                  </a:lnTo>
                  <a:lnTo>
                    <a:pt x="3310084" y="1977231"/>
                  </a:lnTo>
                  <a:lnTo>
                    <a:pt x="3400607" y="1991291"/>
                  </a:lnTo>
                  <a:lnTo>
                    <a:pt x="3491574" y="2003389"/>
                  </a:lnTo>
                  <a:lnTo>
                    <a:pt x="3579197" y="2013477"/>
                  </a:lnTo>
                  <a:lnTo>
                    <a:pt x="3659130" y="2021525"/>
                  </a:lnTo>
                  <a:lnTo>
                    <a:pt x="3727176" y="2027569"/>
                  </a:lnTo>
                  <a:lnTo>
                    <a:pt x="3780167" y="2031753"/>
                  </a:lnTo>
                  <a:lnTo>
                    <a:pt x="3816755" y="2034336"/>
                  </a:lnTo>
                  <a:lnTo>
                    <a:pt x="3837850" y="2035675"/>
                  </a:lnTo>
                  <a:lnTo>
                    <a:pt x="3846605" y="2036176"/>
                  </a:lnTo>
                  <a:lnTo>
                    <a:pt x="3848118" y="2036255"/>
                  </a:lnTo>
                  <a:lnTo>
                    <a:pt x="3848118" y="2036255"/>
                  </a:lnTo>
                  <a:lnTo>
                    <a:pt x="4386855" y="2036255"/>
                  </a:lnTo>
                  <a:lnTo>
                    <a:pt x="4388087" y="2036192"/>
                  </a:lnTo>
                  <a:lnTo>
                    <a:pt x="4396132" y="2035743"/>
                  </a:lnTo>
                  <a:lnTo>
                    <a:pt x="4416227" y="2034502"/>
                  </a:lnTo>
                  <a:lnTo>
                    <a:pt x="4451684" y="2032064"/>
                  </a:lnTo>
                  <a:lnTo>
                    <a:pt x="4503578" y="2028076"/>
                  </a:lnTo>
                  <a:lnTo>
                    <a:pt x="4570711" y="2022273"/>
                  </a:lnTo>
                  <a:lnTo>
                    <a:pt x="4650010" y="2014507"/>
                  </a:lnTo>
                  <a:lnTo>
                    <a:pt x="4737311" y="2004737"/>
                  </a:lnTo>
                  <a:lnTo>
                    <a:pt x="4828245" y="1992989"/>
                  </a:lnTo>
                  <a:lnTo>
                    <a:pt x="4918962" y="1979310"/>
                  </a:lnTo>
                  <a:lnTo>
                    <a:pt x="5006550" y="1963722"/>
                  </a:lnTo>
                  <a:lnTo>
                    <a:pt x="5089136" y="1946188"/>
                  </a:lnTo>
                  <a:lnTo>
                    <a:pt x="5165788" y="1926590"/>
                  </a:lnTo>
                  <a:lnTo>
                    <a:pt x="5236310" y="1904724"/>
                  </a:lnTo>
                  <a:lnTo>
                    <a:pt x="5301020" y="1880301"/>
                  </a:lnTo>
                  <a:lnTo>
                    <a:pt x="5360568" y="1852953"/>
                  </a:lnTo>
                  <a:lnTo>
                    <a:pt x="5415787" y="1822258"/>
                  </a:lnTo>
                  <a:lnTo>
                    <a:pt x="5467583" y="1787768"/>
                  </a:lnTo>
                  <a:lnTo>
                    <a:pt x="5516858" y="1749076"/>
                  </a:lnTo>
                  <a:lnTo>
                    <a:pt x="5564425" y="1705926"/>
                  </a:lnTo>
                  <a:lnTo>
                    <a:pt x="5567201" y="1703231"/>
                  </a:lnTo>
                  <a:lnTo>
                    <a:pt x="5607485" y="1662015"/>
                  </a:lnTo>
                  <a:lnTo>
                    <a:pt x="5647379" y="1617361"/>
                  </a:lnTo>
                  <a:lnTo>
                    <a:pt x="5687182" y="1569205"/>
                  </a:lnTo>
                  <a:lnTo>
                    <a:pt x="5727117" y="1517553"/>
                  </a:lnTo>
                  <a:lnTo>
                    <a:pt x="5767342" y="1462498"/>
                  </a:lnTo>
                  <a:lnTo>
                    <a:pt x="5807955" y="1404222"/>
                  </a:lnTo>
                  <a:lnTo>
                    <a:pt x="5849002" y="1343000"/>
                  </a:lnTo>
                  <a:lnTo>
                    <a:pt x="5890477" y="1279200"/>
                  </a:lnTo>
                  <a:lnTo>
                    <a:pt x="5932337" y="1213279"/>
                  </a:lnTo>
                  <a:lnTo>
                    <a:pt x="5974500" y="1145766"/>
                  </a:lnTo>
                  <a:lnTo>
                    <a:pt x="6016861" y="1077252"/>
                  </a:lnTo>
                  <a:lnTo>
                    <a:pt x="6059298" y="1008364"/>
                  </a:lnTo>
                  <a:lnTo>
                    <a:pt x="6101680" y="939746"/>
                  </a:lnTo>
                  <a:lnTo>
                    <a:pt x="6143883" y="872028"/>
                  </a:lnTo>
                  <a:lnTo>
                    <a:pt x="6185799" y="805808"/>
                  </a:lnTo>
                  <a:lnTo>
                    <a:pt x="6227341" y="741628"/>
                  </a:lnTo>
                  <a:lnTo>
                    <a:pt x="6268459" y="679957"/>
                  </a:lnTo>
                  <a:lnTo>
                    <a:pt x="6309141" y="621178"/>
                  </a:lnTo>
                  <a:lnTo>
                    <a:pt x="6349425" y="565582"/>
                  </a:lnTo>
                  <a:lnTo>
                    <a:pt x="6389398" y="513366"/>
                  </a:lnTo>
                  <a:lnTo>
                    <a:pt x="6429209" y="464635"/>
                  </a:lnTo>
                  <a:lnTo>
                    <a:pt x="6469070" y="419412"/>
                  </a:lnTo>
                  <a:lnTo>
                    <a:pt x="6509266" y="377641"/>
                  </a:lnTo>
                  <a:lnTo>
                    <a:pt x="6515891" y="371135"/>
                  </a:lnTo>
                  <a:lnTo>
                    <a:pt x="6563379" y="327719"/>
                  </a:lnTo>
                  <a:lnTo>
                    <a:pt x="6612531" y="288768"/>
                  </a:lnTo>
                  <a:lnTo>
                    <a:pt x="6664154" y="254040"/>
                  </a:lnTo>
                  <a:lnTo>
                    <a:pt x="6719144" y="223132"/>
                  </a:lnTo>
                  <a:lnTo>
                    <a:pt x="6778412" y="195599"/>
                  </a:lnTo>
                  <a:lnTo>
                    <a:pt x="6842796" y="171014"/>
                  </a:lnTo>
                  <a:lnTo>
                    <a:pt x="6912960" y="149005"/>
                  </a:lnTo>
                  <a:lnTo>
                    <a:pt x="6989249" y="129279"/>
                  </a:lnTo>
                  <a:lnTo>
                    <a:pt x="7071502" y="111627"/>
                  </a:lnTo>
                  <a:lnTo>
                    <a:pt x="7158836" y="95926"/>
                  </a:lnTo>
                  <a:lnTo>
                    <a:pt x="7249439" y="82134"/>
                  </a:lnTo>
                  <a:lnTo>
                    <a:pt x="7340459" y="70270"/>
                  </a:lnTo>
                  <a:lnTo>
                    <a:pt x="7428094" y="60382"/>
                  </a:lnTo>
                  <a:lnTo>
                    <a:pt x="7507989" y="52498"/>
                  </a:lnTo>
                  <a:lnTo>
                    <a:pt x="7575942" y="46582"/>
                  </a:lnTo>
                  <a:lnTo>
                    <a:pt x="7628793" y="42492"/>
                  </a:lnTo>
                  <a:lnTo>
                    <a:pt x="7665216" y="39972"/>
                  </a:lnTo>
                  <a:lnTo>
                    <a:pt x="7686149" y="38671"/>
                  </a:lnTo>
                  <a:lnTo>
                    <a:pt x="7694779" y="38186"/>
                  </a:lnTo>
                  <a:lnTo>
                    <a:pt x="7696237" y="38111"/>
                  </a:lnTo>
                  <a:lnTo>
                    <a:pt x="7696237" y="38111"/>
                  </a:lnTo>
                  <a:lnTo>
                    <a:pt x="8234974" y="381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6" name="pl1036"/>
            <p:cNvSpPr/>
            <p:nvPr/>
          </p:nvSpPr>
          <p:spPr>
            <a:xfrm>
              <a:off x="546595" y="4131512"/>
              <a:ext cx="8234974" cy="2036255"/>
            </a:xfrm>
            <a:custGeom>
              <a:avLst/>
              <a:pathLst>
                <a:path w="8234974" h="2036255">
                  <a:moveTo>
                    <a:pt x="8234974" y="38111"/>
                  </a:moveTo>
                  <a:lnTo>
                    <a:pt x="7696237" y="38111"/>
                  </a:lnTo>
                  <a:lnTo>
                    <a:pt x="7695006" y="38174"/>
                  </a:lnTo>
                  <a:lnTo>
                    <a:pt x="7686961" y="38623"/>
                  </a:lnTo>
                  <a:lnTo>
                    <a:pt x="7666865" y="39865"/>
                  </a:lnTo>
                  <a:lnTo>
                    <a:pt x="7631408" y="42302"/>
                  </a:lnTo>
                  <a:lnTo>
                    <a:pt x="7579514" y="46291"/>
                  </a:lnTo>
                  <a:lnTo>
                    <a:pt x="7512382" y="52094"/>
                  </a:lnTo>
                  <a:lnTo>
                    <a:pt x="7433082" y="59859"/>
                  </a:lnTo>
                  <a:lnTo>
                    <a:pt x="7345781" y="69629"/>
                  </a:lnTo>
                  <a:lnTo>
                    <a:pt x="7254847" y="81378"/>
                  </a:lnTo>
                  <a:lnTo>
                    <a:pt x="7164130" y="95057"/>
                  </a:lnTo>
                  <a:lnTo>
                    <a:pt x="7076543" y="110644"/>
                  </a:lnTo>
                  <a:lnTo>
                    <a:pt x="6993957" y="128178"/>
                  </a:lnTo>
                  <a:lnTo>
                    <a:pt x="6917304" y="147776"/>
                  </a:lnTo>
                  <a:lnTo>
                    <a:pt x="6846783" y="169643"/>
                  </a:lnTo>
                  <a:lnTo>
                    <a:pt x="6782072" y="194066"/>
                  </a:lnTo>
                  <a:lnTo>
                    <a:pt x="6722524" y="221413"/>
                  </a:lnTo>
                  <a:lnTo>
                    <a:pt x="6667306" y="252108"/>
                  </a:lnTo>
                  <a:lnTo>
                    <a:pt x="6615510" y="286598"/>
                  </a:lnTo>
                  <a:lnTo>
                    <a:pt x="6566234" y="325291"/>
                  </a:lnTo>
                  <a:lnTo>
                    <a:pt x="6518668" y="368441"/>
                  </a:lnTo>
                  <a:lnTo>
                    <a:pt x="6515891" y="371135"/>
                  </a:lnTo>
                  <a:lnTo>
                    <a:pt x="6475607" y="412352"/>
                  </a:lnTo>
                  <a:lnTo>
                    <a:pt x="6435713" y="457005"/>
                  </a:lnTo>
                  <a:lnTo>
                    <a:pt x="6395911" y="505162"/>
                  </a:lnTo>
                  <a:lnTo>
                    <a:pt x="6355976" y="556814"/>
                  </a:lnTo>
                  <a:lnTo>
                    <a:pt x="6315750" y="611868"/>
                  </a:lnTo>
                  <a:lnTo>
                    <a:pt x="6275137" y="670145"/>
                  </a:lnTo>
                  <a:lnTo>
                    <a:pt x="6234091" y="731367"/>
                  </a:lnTo>
                  <a:lnTo>
                    <a:pt x="6192615" y="795166"/>
                  </a:lnTo>
                  <a:lnTo>
                    <a:pt x="6150756" y="861088"/>
                  </a:lnTo>
                  <a:lnTo>
                    <a:pt x="6108592" y="928601"/>
                  </a:lnTo>
                  <a:lnTo>
                    <a:pt x="6066231" y="997115"/>
                  </a:lnTo>
                  <a:lnTo>
                    <a:pt x="6023795" y="1066002"/>
                  </a:lnTo>
                  <a:lnTo>
                    <a:pt x="5981413" y="1134621"/>
                  </a:lnTo>
                  <a:lnTo>
                    <a:pt x="5939209" y="1202339"/>
                  </a:lnTo>
                  <a:lnTo>
                    <a:pt x="5897294" y="1268558"/>
                  </a:lnTo>
                  <a:lnTo>
                    <a:pt x="5855751" y="1332738"/>
                  </a:lnTo>
                  <a:lnTo>
                    <a:pt x="5814633" y="1394409"/>
                  </a:lnTo>
                  <a:lnTo>
                    <a:pt x="5773951" y="1453188"/>
                  </a:lnTo>
                  <a:lnTo>
                    <a:pt x="5733668" y="1508784"/>
                  </a:lnTo>
                  <a:lnTo>
                    <a:pt x="5693694" y="1561001"/>
                  </a:lnTo>
                  <a:lnTo>
                    <a:pt x="5653883" y="1609731"/>
                  </a:lnTo>
                  <a:lnTo>
                    <a:pt x="5614023" y="1654954"/>
                  </a:lnTo>
                  <a:lnTo>
                    <a:pt x="5573827" y="1696725"/>
                  </a:lnTo>
                  <a:lnTo>
                    <a:pt x="5567201" y="1703231"/>
                  </a:lnTo>
                  <a:lnTo>
                    <a:pt x="5519714" y="1746647"/>
                  </a:lnTo>
                  <a:lnTo>
                    <a:pt x="5470561" y="1785599"/>
                  </a:lnTo>
                  <a:lnTo>
                    <a:pt x="5418938" y="1820327"/>
                  </a:lnTo>
                  <a:lnTo>
                    <a:pt x="5363948" y="1851234"/>
                  </a:lnTo>
                  <a:lnTo>
                    <a:pt x="5304681" y="1878767"/>
                  </a:lnTo>
                  <a:lnTo>
                    <a:pt x="5240297" y="1903353"/>
                  </a:lnTo>
                  <a:lnTo>
                    <a:pt x="5170132" y="1925361"/>
                  </a:lnTo>
                  <a:lnTo>
                    <a:pt x="5093843" y="1945087"/>
                  </a:lnTo>
                  <a:lnTo>
                    <a:pt x="5011590" y="1962740"/>
                  </a:lnTo>
                  <a:lnTo>
                    <a:pt x="4924257" y="1978441"/>
                  </a:lnTo>
                  <a:lnTo>
                    <a:pt x="4833654" y="1992233"/>
                  </a:lnTo>
                  <a:lnTo>
                    <a:pt x="4742634" y="2004096"/>
                  </a:lnTo>
                  <a:lnTo>
                    <a:pt x="4654998" y="2013985"/>
                  </a:lnTo>
                  <a:lnTo>
                    <a:pt x="4575103" y="2021869"/>
                  </a:lnTo>
                  <a:lnTo>
                    <a:pt x="4507150" y="2027785"/>
                  </a:lnTo>
                  <a:lnTo>
                    <a:pt x="4454299" y="2031874"/>
                  </a:lnTo>
                  <a:lnTo>
                    <a:pt x="4417877" y="2034395"/>
                  </a:lnTo>
                  <a:lnTo>
                    <a:pt x="4396943" y="2035696"/>
                  </a:lnTo>
                  <a:lnTo>
                    <a:pt x="4388313" y="2036181"/>
                  </a:lnTo>
                  <a:lnTo>
                    <a:pt x="4386855" y="2036255"/>
                  </a:lnTo>
                  <a:lnTo>
                    <a:pt x="4386855" y="2036255"/>
                  </a:lnTo>
                  <a:lnTo>
                    <a:pt x="3848118" y="2036255"/>
                  </a:lnTo>
                  <a:lnTo>
                    <a:pt x="3846889" y="2036191"/>
                  </a:lnTo>
                  <a:lnTo>
                    <a:pt x="3838861" y="2035735"/>
                  </a:lnTo>
                  <a:lnTo>
                    <a:pt x="3818804" y="2034472"/>
                  </a:lnTo>
                  <a:lnTo>
                    <a:pt x="3783413" y="2031993"/>
                  </a:lnTo>
                  <a:lnTo>
                    <a:pt x="3731607" y="2027937"/>
                  </a:lnTo>
                  <a:lnTo>
                    <a:pt x="3664577" y="2022035"/>
                  </a:lnTo>
                  <a:lnTo>
                    <a:pt x="3585380" y="2014137"/>
                  </a:lnTo>
                  <a:lnTo>
                    <a:pt x="3498171" y="2004198"/>
                  </a:lnTo>
                  <a:lnTo>
                    <a:pt x="3407311" y="1992246"/>
                  </a:lnTo>
                  <a:lnTo>
                    <a:pt x="3316646" y="1978329"/>
                  </a:lnTo>
                  <a:lnTo>
                    <a:pt x="3229089" y="1962470"/>
                  </a:lnTo>
                  <a:lnTo>
                    <a:pt x="3146516" y="1944631"/>
                  </a:lnTo>
                  <a:lnTo>
                    <a:pt x="3069863" y="1924692"/>
                  </a:lnTo>
                  <a:lnTo>
                    <a:pt x="2999334" y="1902449"/>
                  </a:lnTo>
                  <a:lnTo>
                    <a:pt x="2934613" y="1877605"/>
                  </a:lnTo>
                  <a:lnTo>
                    <a:pt x="2875054" y="1849791"/>
                  </a:lnTo>
                  <a:lnTo>
                    <a:pt x="2819830" y="1818576"/>
                  </a:lnTo>
                  <a:lnTo>
                    <a:pt x="2768034" y="1783503"/>
                  </a:lnTo>
                  <a:lnTo>
                    <a:pt x="2718766" y="1744159"/>
                  </a:lnTo>
                  <a:lnTo>
                    <a:pt x="2671214" y="1700280"/>
                  </a:lnTo>
                  <a:lnTo>
                    <a:pt x="2667772" y="1696879"/>
                  </a:lnTo>
                  <a:lnTo>
                    <a:pt x="2627740" y="1655151"/>
                  </a:lnTo>
                  <a:lnTo>
                    <a:pt x="2588095" y="1609966"/>
                  </a:lnTo>
                  <a:lnTo>
                    <a:pt x="2548543" y="1561255"/>
                  </a:lnTo>
                  <a:lnTo>
                    <a:pt x="2508864" y="1509026"/>
                  </a:lnTo>
                  <a:lnTo>
                    <a:pt x="2468902" y="1453370"/>
                  </a:lnTo>
                  <a:lnTo>
                    <a:pt x="2428558" y="1394464"/>
                  </a:lnTo>
                  <a:lnTo>
                    <a:pt x="2387788" y="1332581"/>
                  </a:lnTo>
                  <a:lnTo>
                    <a:pt x="2346592" y="1268087"/>
                  </a:lnTo>
                  <a:lnTo>
                    <a:pt x="2305015" y="1201432"/>
                  </a:lnTo>
                  <a:lnTo>
                    <a:pt x="2263131" y="1133144"/>
                  </a:lnTo>
                  <a:lnTo>
                    <a:pt x="2221046" y="1063809"/>
                  </a:lnTo>
                  <a:lnTo>
                    <a:pt x="2178878" y="994054"/>
                  </a:lnTo>
                  <a:lnTo>
                    <a:pt x="2136753" y="924521"/>
                  </a:lnTo>
                  <a:lnTo>
                    <a:pt x="2094795" y="855844"/>
                  </a:lnTo>
                  <a:lnTo>
                    <a:pt x="2053113" y="788623"/>
                  </a:lnTo>
                  <a:lnTo>
                    <a:pt x="2011793" y="723407"/>
                  </a:lnTo>
                  <a:lnTo>
                    <a:pt x="1970889" y="660671"/>
                  </a:lnTo>
                  <a:lnTo>
                    <a:pt x="1930415" y="600809"/>
                  </a:lnTo>
                  <a:lnTo>
                    <a:pt x="1890343" y="544122"/>
                  </a:lnTo>
                  <a:lnTo>
                    <a:pt x="1850590" y="490817"/>
                  </a:lnTo>
                  <a:lnTo>
                    <a:pt x="1811019" y="441011"/>
                  </a:lnTo>
                  <a:lnTo>
                    <a:pt x="1771430" y="394737"/>
                  </a:lnTo>
                  <a:lnTo>
                    <a:pt x="1731555" y="351948"/>
                  </a:lnTo>
                  <a:lnTo>
                    <a:pt x="1719082" y="339375"/>
                  </a:lnTo>
                  <a:lnTo>
                    <a:pt x="1671629" y="295161"/>
                  </a:lnTo>
                  <a:lnTo>
                    <a:pt x="1622513" y="255490"/>
                  </a:lnTo>
                  <a:lnTo>
                    <a:pt x="1570932" y="220117"/>
                  </a:lnTo>
                  <a:lnTo>
                    <a:pt x="1515991" y="188634"/>
                  </a:lnTo>
                  <a:lnTo>
                    <a:pt x="1456781" y="160585"/>
                  </a:lnTo>
                  <a:lnTo>
                    <a:pt x="1392463" y="135538"/>
                  </a:lnTo>
                  <a:lnTo>
                    <a:pt x="1322376" y="113114"/>
                  </a:lnTo>
                  <a:lnTo>
                    <a:pt x="1246174" y="93014"/>
                  </a:lnTo>
                  <a:lnTo>
                    <a:pt x="1164013" y="75026"/>
                  </a:lnTo>
                  <a:lnTo>
                    <a:pt x="1076771" y="59023"/>
                  </a:lnTo>
                  <a:lnTo>
                    <a:pt x="986247" y="44964"/>
                  </a:lnTo>
                  <a:lnTo>
                    <a:pt x="895280" y="32866"/>
                  </a:lnTo>
                  <a:lnTo>
                    <a:pt x="807658" y="22778"/>
                  </a:lnTo>
                  <a:lnTo>
                    <a:pt x="727724" y="14730"/>
                  </a:lnTo>
                  <a:lnTo>
                    <a:pt x="659678" y="8685"/>
                  </a:lnTo>
                  <a:lnTo>
                    <a:pt x="606688" y="4502"/>
                  </a:lnTo>
                  <a:lnTo>
                    <a:pt x="570100" y="1918"/>
                  </a:lnTo>
                  <a:lnTo>
                    <a:pt x="549005" y="580"/>
                  </a:lnTo>
                  <a:lnTo>
                    <a:pt x="540249" y="79"/>
                  </a:lnTo>
                  <a:lnTo>
                    <a:pt x="538737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7" name="pg1037"/>
            <p:cNvSpPr/>
            <p:nvPr/>
          </p:nvSpPr>
          <p:spPr>
            <a:xfrm>
              <a:off x="546595" y="1904698"/>
              <a:ext cx="8234974" cy="2150591"/>
            </a:xfrm>
            <a:custGeom>
              <a:avLst/>
              <a:pathLst>
                <a:path w="8234974" h="2150591">
                  <a:moveTo>
                    <a:pt x="0" y="1916476"/>
                  </a:moveTo>
                  <a:lnTo>
                    <a:pt x="538736" y="1916476"/>
                  </a:lnTo>
                  <a:lnTo>
                    <a:pt x="540038" y="1916483"/>
                  </a:lnTo>
                  <a:lnTo>
                    <a:pt x="548530" y="1916539"/>
                  </a:lnTo>
                  <a:lnTo>
                    <a:pt x="569700" y="1916693"/>
                  </a:lnTo>
                  <a:lnTo>
                    <a:pt x="606943" y="1916995"/>
                  </a:lnTo>
                  <a:lnTo>
                    <a:pt x="661235" y="1917489"/>
                  </a:lnTo>
                  <a:lnTo>
                    <a:pt x="731114" y="1918206"/>
                  </a:lnTo>
                  <a:lnTo>
                    <a:pt x="813170" y="1919163"/>
                  </a:lnTo>
                  <a:lnTo>
                    <a:pt x="902924" y="1920363"/>
                  </a:lnTo>
                  <a:lnTo>
                    <a:pt x="995793" y="1921804"/>
                  </a:lnTo>
                  <a:lnTo>
                    <a:pt x="1087846" y="1923478"/>
                  </a:lnTo>
                  <a:lnTo>
                    <a:pt x="1176199" y="1925385"/>
                  </a:lnTo>
                  <a:lnTo>
                    <a:pt x="1259085" y="1927531"/>
                  </a:lnTo>
                  <a:lnTo>
                    <a:pt x="1335705" y="1929933"/>
                  </a:lnTo>
                  <a:lnTo>
                    <a:pt x="1406000" y="1932619"/>
                  </a:lnTo>
                  <a:lnTo>
                    <a:pt x="1470414" y="1935627"/>
                  </a:lnTo>
                  <a:lnTo>
                    <a:pt x="1529702" y="1939005"/>
                  </a:lnTo>
                  <a:lnTo>
                    <a:pt x="1584776" y="1942807"/>
                  </a:lnTo>
                  <a:lnTo>
                    <a:pt x="1636605" y="1947087"/>
                  </a:lnTo>
                  <a:lnTo>
                    <a:pt x="1686119" y="1951893"/>
                  </a:lnTo>
                  <a:lnTo>
                    <a:pt x="1719082" y="1955495"/>
                  </a:lnTo>
                  <a:lnTo>
                    <a:pt x="1771528" y="1961872"/>
                  </a:lnTo>
                  <a:lnTo>
                    <a:pt x="1823472" y="1968940"/>
                  </a:lnTo>
                  <a:lnTo>
                    <a:pt x="1875500" y="1976705"/>
                  </a:lnTo>
                  <a:lnTo>
                    <a:pt x="1927995" y="1985150"/>
                  </a:lnTo>
                  <a:lnTo>
                    <a:pt x="1981169" y="1994226"/>
                  </a:lnTo>
                  <a:lnTo>
                    <a:pt x="2035082" y="2003851"/>
                  </a:lnTo>
                  <a:lnTo>
                    <a:pt x="2089663" y="2013916"/>
                  </a:lnTo>
                  <a:lnTo>
                    <a:pt x="2144736" y="2024282"/>
                  </a:lnTo>
                  <a:lnTo>
                    <a:pt x="2200057" y="2034794"/>
                  </a:lnTo>
                  <a:lnTo>
                    <a:pt x="2255343" y="2045286"/>
                  </a:lnTo>
                  <a:lnTo>
                    <a:pt x="2310319" y="2055594"/>
                  </a:lnTo>
                  <a:lnTo>
                    <a:pt x="2364752" y="2065565"/>
                  </a:lnTo>
                  <a:lnTo>
                    <a:pt x="2418490" y="2075068"/>
                  </a:lnTo>
                  <a:lnTo>
                    <a:pt x="2471491" y="2083999"/>
                  </a:lnTo>
                  <a:lnTo>
                    <a:pt x="2523849" y="2092284"/>
                  </a:lnTo>
                  <a:lnTo>
                    <a:pt x="2575814" y="2099883"/>
                  </a:lnTo>
                  <a:lnTo>
                    <a:pt x="2627817" y="2106783"/>
                  </a:lnTo>
                  <a:lnTo>
                    <a:pt x="2667772" y="2111571"/>
                  </a:lnTo>
                  <a:lnTo>
                    <a:pt x="2716179" y="2116750"/>
                  </a:lnTo>
                  <a:lnTo>
                    <a:pt x="2766329" y="2121386"/>
                  </a:lnTo>
                  <a:lnTo>
                    <a:pt x="2819079" y="2125510"/>
                  </a:lnTo>
                  <a:lnTo>
                    <a:pt x="2875381" y="2129171"/>
                  </a:lnTo>
                  <a:lnTo>
                    <a:pt x="2936194" y="2132427"/>
                  </a:lnTo>
                  <a:lnTo>
                    <a:pt x="3002396" y="2135328"/>
                  </a:lnTo>
                  <a:lnTo>
                    <a:pt x="3074661" y="2137921"/>
                  </a:lnTo>
                  <a:lnTo>
                    <a:pt x="3153296" y="2140239"/>
                  </a:lnTo>
                  <a:lnTo>
                    <a:pt x="3238037" y="2142308"/>
                  </a:lnTo>
                  <a:lnTo>
                    <a:pt x="3327801" y="2144142"/>
                  </a:lnTo>
                  <a:lnTo>
                    <a:pt x="3420477" y="2145743"/>
                  </a:lnTo>
                  <a:lnTo>
                    <a:pt x="3512829" y="2147108"/>
                  </a:lnTo>
                  <a:lnTo>
                    <a:pt x="3600660" y="2148232"/>
                  </a:lnTo>
                  <a:lnTo>
                    <a:pt x="3679322" y="2149112"/>
                  </a:lnTo>
                  <a:lnTo>
                    <a:pt x="3744569" y="2149756"/>
                  </a:lnTo>
                  <a:lnTo>
                    <a:pt x="3793522" y="2150185"/>
                  </a:lnTo>
                  <a:lnTo>
                    <a:pt x="3825463" y="2150435"/>
                  </a:lnTo>
                  <a:lnTo>
                    <a:pt x="3842155" y="2150553"/>
                  </a:lnTo>
                  <a:lnTo>
                    <a:pt x="3847693" y="2150588"/>
                  </a:lnTo>
                  <a:lnTo>
                    <a:pt x="3848118" y="2150591"/>
                  </a:lnTo>
                  <a:lnTo>
                    <a:pt x="4386855" y="2150591"/>
                  </a:lnTo>
                  <a:lnTo>
                    <a:pt x="4388077" y="2150524"/>
                  </a:lnTo>
                  <a:lnTo>
                    <a:pt x="4396060" y="2150047"/>
                  </a:lnTo>
                  <a:lnTo>
                    <a:pt x="4416007" y="2148728"/>
                  </a:lnTo>
                  <a:lnTo>
                    <a:pt x="4451215" y="2146139"/>
                  </a:lnTo>
                  <a:lnTo>
                    <a:pt x="4502775" y="2141901"/>
                  </a:lnTo>
                  <a:lnTo>
                    <a:pt x="4569522" y="2135734"/>
                  </a:lnTo>
                  <a:lnTo>
                    <a:pt x="4648431" y="2127478"/>
                  </a:lnTo>
                  <a:lnTo>
                    <a:pt x="4735382" y="2117087"/>
                  </a:lnTo>
                  <a:lnTo>
                    <a:pt x="4826035" y="2104588"/>
                  </a:lnTo>
                  <a:lnTo>
                    <a:pt x="4916556" y="2090031"/>
                  </a:lnTo>
                  <a:lnTo>
                    <a:pt x="5004027" y="2073442"/>
                  </a:lnTo>
                  <a:lnTo>
                    <a:pt x="5086564" y="2054781"/>
                  </a:lnTo>
                  <a:lnTo>
                    <a:pt x="5163216" y="2033928"/>
                  </a:lnTo>
                  <a:lnTo>
                    <a:pt x="5233766" y="2010669"/>
                  </a:lnTo>
                  <a:lnTo>
                    <a:pt x="5298518" y="1984699"/>
                  </a:lnTo>
                  <a:lnTo>
                    <a:pt x="5358104" y="1955632"/>
                  </a:lnTo>
                  <a:lnTo>
                    <a:pt x="5413346" y="1923019"/>
                  </a:lnTo>
                  <a:lnTo>
                    <a:pt x="5465144" y="1886386"/>
                  </a:lnTo>
                  <a:lnTo>
                    <a:pt x="5514391" y="1845295"/>
                  </a:lnTo>
                  <a:lnTo>
                    <a:pt x="5561901" y="1799464"/>
                  </a:lnTo>
                  <a:lnTo>
                    <a:pt x="5567201" y="1793974"/>
                  </a:lnTo>
                  <a:lnTo>
                    <a:pt x="5606566" y="1750891"/>
                  </a:lnTo>
                  <a:lnTo>
                    <a:pt x="5645551" y="1704297"/>
                  </a:lnTo>
                  <a:lnTo>
                    <a:pt x="5684439" y="1654123"/>
                  </a:lnTo>
                  <a:lnTo>
                    <a:pt x="5723440" y="1600374"/>
                  </a:lnTo>
                  <a:lnTo>
                    <a:pt x="5762707" y="1543132"/>
                  </a:lnTo>
                  <a:lnTo>
                    <a:pt x="5802337" y="1482571"/>
                  </a:lnTo>
                  <a:lnTo>
                    <a:pt x="5842377" y="1418953"/>
                  </a:lnTo>
                  <a:lnTo>
                    <a:pt x="5882830" y="1352634"/>
                  </a:lnTo>
                  <a:lnTo>
                    <a:pt x="5923661" y="1284053"/>
                  </a:lnTo>
                  <a:lnTo>
                    <a:pt x="5964800" y="1213728"/>
                  </a:lnTo>
                  <a:lnTo>
                    <a:pt x="6006153" y="1142237"/>
                  </a:lnTo>
                  <a:lnTo>
                    <a:pt x="6047608" y="1070199"/>
                  </a:lnTo>
                  <a:lnTo>
                    <a:pt x="6089046" y="998255"/>
                  </a:lnTo>
                  <a:lnTo>
                    <a:pt x="6130347" y="927042"/>
                  </a:lnTo>
                  <a:lnTo>
                    <a:pt x="6171405" y="857170"/>
                  </a:lnTo>
                  <a:lnTo>
                    <a:pt x="6212131" y="789200"/>
                  </a:lnTo>
                  <a:lnTo>
                    <a:pt x="6252466" y="723629"/>
                  </a:lnTo>
                  <a:lnTo>
                    <a:pt x="6292384" y="660872"/>
                  </a:lnTo>
                  <a:lnTo>
                    <a:pt x="6331900" y="601258"/>
                  </a:lnTo>
                  <a:lnTo>
                    <a:pt x="6371077" y="545024"/>
                  </a:lnTo>
                  <a:lnTo>
                    <a:pt x="6410027" y="492314"/>
                  </a:lnTo>
                  <a:lnTo>
                    <a:pt x="6448918" y="443191"/>
                  </a:lnTo>
                  <a:lnTo>
                    <a:pt x="6487982" y="397633"/>
                  </a:lnTo>
                  <a:lnTo>
                    <a:pt x="6515891" y="367506"/>
                  </a:lnTo>
                  <a:lnTo>
                    <a:pt x="6563249" y="321132"/>
                  </a:lnTo>
                  <a:lnTo>
                    <a:pt x="6612262" y="279515"/>
                  </a:lnTo>
                  <a:lnTo>
                    <a:pt x="6663726" y="242397"/>
                  </a:lnTo>
                  <a:lnTo>
                    <a:pt x="6718532" y="209353"/>
                  </a:lnTo>
                  <a:lnTo>
                    <a:pt x="6777583" y="179908"/>
                  </a:lnTo>
                  <a:lnTo>
                    <a:pt x="6841714" y="153608"/>
                  </a:lnTo>
                  <a:lnTo>
                    <a:pt x="6911585" y="130058"/>
                  </a:lnTo>
                  <a:lnTo>
                    <a:pt x="6987546" y="108945"/>
                  </a:lnTo>
                  <a:lnTo>
                    <a:pt x="7069449" y="90044"/>
                  </a:lnTo>
                  <a:lnTo>
                    <a:pt x="7156437" y="73224"/>
                  </a:lnTo>
                  <a:lnTo>
                    <a:pt x="7246739" y="58437"/>
                  </a:lnTo>
                  <a:lnTo>
                    <a:pt x="7337555" y="45703"/>
                  </a:lnTo>
                  <a:lnTo>
                    <a:pt x="7425139" y="35070"/>
                  </a:lnTo>
                  <a:lnTo>
                    <a:pt x="7505177" y="26573"/>
                  </a:lnTo>
                  <a:lnTo>
                    <a:pt x="7573480" y="20175"/>
                  </a:lnTo>
                  <a:lnTo>
                    <a:pt x="7626858" y="15731"/>
                  </a:lnTo>
                  <a:lnTo>
                    <a:pt x="7663906" y="12973"/>
                  </a:lnTo>
                  <a:lnTo>
                    <a:pt x="7685454" y="11531"/>
                  </a:lnTo>
                  <a:lnTo>
                    <a:pt x="7694563" y="10981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6" y="66"/>
                  </a:lnTo>
                  <a:lnTo>
                    <a:pt x="7687032" y="543"/>
                  </a:lnTo>
                  <a:lnTo>
                    <a:pt x="7667085" y="1862"/>
                  </a:lnTo>
                  <a:lnTo>
                    <a:pt x="7631877" y="4451"/>
                  </a:lnTo>
                  <a:lnTo>
                    <a:pt x="7580317" y="8689"/>
                  </a:lnTo>
                  <a:lnTo>
                    <a:pt x="7513570" y="14856"/>
                  </a:lnTo>
                  <a:lnTo>
                    <a:pt x="7434661" y="23112"/>
                  </a:lnTo>
                  <a:lnTo>
                    <a:pt x="7347711" y="33503"/>
                  </a:lnTo>
                  <a:lnTo>
                    <a:pt x="7257057" y="46002"/>
                  </a:lnTo>
                  <a:lnTo>
                    <a:pt x="7166537" y="60559"/>
                  </a:lnTo>
                  <a:lnTo>
                    <a:pt x="7079066" y="77148"/>
                  </a:lnTo>
                  <a:lnTo>
                    <a:pt x="6996529" y="95809"/>
                  </a:lnTo>
                  <a:lnTo>
                    <a:pt x="6919877" y="116662"/>
                  </a:lnTo>
                  <a:lnTo>
                    <a:pt x="6849326" y="139921"/>
                  </a:lnTo>
                  <a:lnTo>
                    <a:pt x="6784575" y="165891"/>
                  </a:lnTo>
                  <a:lnTo>
                    <a:pt x="6724988" y="194958"/>
                  </a:lnTo>
                  <a:lnTo>
                    <a:pt x="6669746" y="227571"/>
                  </a:lnTo>
                  <a:lnTo>
                    <a:pt x="6617949" y="264204"/>
                  </a:lnTo>
                  <a:lnTo>
                    <a:pt x="6568702" y="305295"/>
                  </a:lnTo>
                  <a:lnTo>
                    <a:pt x="6521191" y="351126"/>
                  </a:lnTo>
                  <a:lnTo>
                    <a:pt x="6515891" y="356616"/>
                  </a:lnTo>
                  <a:lnTo>
                    <a:pt x="6476526" y="399699"/>
                  </a:lnTo>
                  <a:lnTo>
                    <a:pt x="6437541" y="446293"/>
                  </a:lnTo>
                  <a:lnTo>
                    <a:pt x="6398654" y="496467"/>
                  </a:lnTo>
                  <a:lnTo>
                    <a:pt x="6359652" y="550216"/>
                  </a:lnTo>
                  <a:lnTo>
                    <a:pt x="6320386" y="607458"/>
                  </a:lnTo>
                  <a:lnTo>
                    <a:pt x="6280756" y="668019"/>
                  </a:lnTo>
                  <a:lnTo>
                    <a:pt x="6240716" y="731637"/>
                  </a:lnTo>
                  <a:lnTo>
                    <a:pt x="6200262" y="797956"/>
                  </a:lnTo>
                  <a:lnTo>
                    <a:pt x="6159431" y="866537"/>
                  </a:lnTo>
                  <a:lnTo>
                    <a:pt x="6118292" y="936862"/>
                  </a:lnTo>
                  <a:lnTo>
                    <a:pt x="6076939" y="1008353"/>
                  </a:lnTo>
                  <a:lnTo>
                    <a:pt x="6035484" y="1080391"/>
                  </a:lnTo>
                  <a:lnTo>
                    <a:pt x="5994047" y="1152335"/>
                  </a:lnTo>
                  <a:lnTo>
                    <a:pt x="5952745" y="1223548"/>
                  </a:lnTo>
                  <a:lnTo>
                    <a:pt x="5911687" y="1293420"/>
                  </a:lnTo>
                  <a:lnTo>
                    <a:pt x="5870961" y="1361390"/>
                  </a:lnTo>
                  <a:lnTo>
                    <a:pt x="5830626" y="1426961"/>
                  </a:lnTo>
                  <a:lnTo>
                    <a:pt x="5790709" y="1489718"/>
                  </a:lnTo>
                  <a:lnTo>
                    <a:pt x="5751192" y="1549332"/>
                  </a:lnTo>
                  <a:lnTo>
                    <a:pt x="5712015" y="1605566"/>
                  </a:lnTo>
                  <a:lnTo>
                    <a:pt x="5673065" y="1658276"/>
                  </a:lnTo>
                  <a:lnTo>
                    <a:pt x="5634174" y="1707399"/>
                  </a:lnTo>
                  <a:lnTo>
                    <a:pt x="5595110" y="1752957"/>
                  </a:lnTo>
                  <a:lnTo>
                    <a:pt x="5567201" y="1783084"/>
                  </a:lnTo>
                  <a:lnTo>
                    <a:pt x="5519843" y="1829458"/>
                  </a:lnTo>
                  <a:lnTo>
                    <a:pt x="5470831" y="1871075"/>
                  </a:lnTo>
                  <a:lnTo>
                    <a:pt x="5419367" y="1908193"/>
                  </a:lnTo>
                  <a:lnTo>
                    <a:pt x="5364560" y="1941237"/>
                  </a:lnTo>
                  <a:lnTo>
                    <a:pt x="5305509" y="1970682"/>
                  </a:lnTo>
                  <a:lnTo>
                    <a:pt x="5241379" y="1996982"/>
                  </a:lnTo>
                  <a:lnTo>
                    <a:pt x="5171507" y="2020532"/>
                  </a:lnTo>
                  <a:lnTo>
                    <a:pt x="5095547" y="2041645"/>
                  </a:lnTo>
                  <a:lnTo>
                    <a:pt x="5013644" y="2060546"/>
                  </a:lnTo>
                  <a:lnTo>
                    <a:pt x="4926656" y="2077366"/>
                  </a:lnTo>
                  <a:lnTo>
                    <a:pt x="4836354" y="2092153"/>
                  </a:lnTo>
                  <a:lnTo>
                    <a:pt x="4745537" y="2104887"/>
                  </a:lnTo>
                  <a:lnTo>
                    <a:pt x="4657954" y="2115520"/>
                  </a:lnTo>
                  <a:lnTo>
                    <a:pt x="4577916" y="2124017"/>
                  </a:lnTo>
                  <a:lnTo>
                    <a:pt x="4509612" y="2130415"/>
                  </a:lnTo>
                  <a:lnTo>
                    <a:pt x="4456235" y="2134859"/>
                  </a:lnTo>
                  <a:lnTo>
                    <a:pt x="4419186" y="2137617"/>
                  </a:lnTo>
                  <a:lnTo>
                    <a:pt x="4397639" y="2139059"/>
                  </a:lnTo>
                  <a:lnTo>
                    <a:pt x="4388529" y="2139609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17" y="2139694"/>
                  </a:lnTo>
                  <a:lnTo>
                    <a:pt x="3838324" y="2139638"/>
                  </a:lnTo>
                  <a:lnTo>
                    <a:pt x="3817154" y="2139484"/>
                  </a:lnTo>
                  <a:lnTo>
                    <a:pt x="3779911" y="2139182"/>
                  </a:lnTo>
                  <a:lnTo>
                    <a:pt x="3725620" y="2138688"/>
                  </a:lnTo>
                  <a:lnTo>
                    <a:pt x="3655741" y="2137971"/>
                  </a:lnTo>
                  <a:lnTo>
                    <a:pt x="3573684" y="2137014"/>
                  </a:lnTo>
                  <a:lnTo>
                    <a:pt x="3483931" y="2135814"/>
                  </a:lnTo>
                  <a:lnTo>
                    <a:pt x="3391062" y="2134373"/>
                  </a:lnTo>
                  <a:lnTo>
                    <a:pt x="3299009" y="2132699"/>
                  </a:lnTo>
                  <a:lnTo>
                    <a:pt x="3210655" y="2130792"/>
                  </a:lnTo>
                  <a:lnTo>
                    <a:pt x="3127770" y="2128646"/>
                  </a:lnTo>
                  <a:lnTo>
                    <a:pt x="3051150" y="2126244"/>
                  </a:lnTo>
                  <a:lnTo>
                    <a:pt x="2980855" y="2123558"/>
                  </a:lnTo>
                  <a:lnTo>
                    <a:pt x="2916440" y="2120550"/>
                  </a:lnTo>
                  <a:lnTo>
                    <a:pt x="2857153" y="2117172"/>
                  </a:lnTo>
                  <a:lnTo>
                    <a:pt x="2802078" y="2113370"/>
                  </a:lnTo>
                  <a:lnTo>
                    <a:pt x="2750250" y="2109090"/>
                  </a:lnTo>
                  <a:lnTo>
                    <a:pt x="2700735" y="2104284"/>
                  </a:lnTo>
                  <a:lnTo>
                    <a:pt x="2667772" y="2100682"/>
                  </a:lnTo>
                  <a:lnTo>
                    <a:pt x="2615326" y="2094305"/>
                  </a:lnTo>
                  <a:lnTo>
                    <a:pt x="2563382" y="2087237"/>
                  </a:lnTo>
                  <a:lnTo>
                    <a:pt x="2511355" y="2079472"/>
                  </a:lnTo>
                  <a:lnTo>
                    <a:pt x="2458860" y="2071027"/>
                  </a:lnTo>
                  <a:lnTo>
                    <a:pt x="2405685" y="2061951"/>
                  </a:lnTo>
                  <a:lnTo>
                    <a:pt x="2351772" y="2052326"/>
                  </a:lnTo>
                  <a:lnTo>
                    <a:pt x="2297192" y="2042261"/>
                  </a:lnTo>
                  <a:lnTo>
                    <a:pt x="2242118" y="2031895"/>
                  </a:lnTo>
                  <a:lnTo>
                    <a:pt x="2186798" y="2021383"/>
                  </a:lnTo>
                  <a:lnTo>
                    <a:pt x="2131511" y="2010891"/>
                  </a:lnTo>
                  <a:lnTo>
                    <a:pt x="2076535" y="2000583"/>
                  </a:lnTo>
                  <a:lnTo>
                    <a:pt x="2022102" y="1990612"/>
                  </a:lnTo>
                  <a:lnTo>
                    <a:pt x="1968365" y="1981109"/>
                  </a:lnTo>
                  <a:lnTo>
                    <a:pt x="1915364" y="1972178"/>
                  </a:lnTo>
                  <a:lnTo>
                    <a:pt x="1863006" y="1963893"/>
                  </a:lnTo>
                  <a:lnTo>
                    <a:pt x="1811040" y="1956294"/>
                  </a:lnTo>
                  <a:lnTo>
                    <a:pt x="1759038" y="1949394"/>
                  </a:lnTo>
                  <a:lnTo>
                    <a:pt x="1719082" y="1944606"/>
                  </a:lnTo>
                  <a:lnTo>
                    <a:pt x="1670676" y="1939427"/>
                  </a:lnTo>
                  <a:lnTo>
                    <a:pt x="1620526" y="1934791"/>
                  </a:lnTo>
                  <a:lnTo>
                    <a:pt x="1567775" y="1930667"/>
                  </a:lnTo>
                  <a:lnTo>
                    <a:pt x="1511474" y="1927006"/>
                  </a:lnTo>
                  <a:lnTo>
                    <a:pt x="1450661" y="1923750"/>
                  </a:lnTo>
                  <a:lnTo>
                    <a:pt x="1384458" y="1920849"/>
                  </a:lnTo>
                  <a:lnTo>
                    <a:pt x="1312194" y="1918256"/>
                  </a:lnTo>
                  <a:lnTo>
                    <a:pt x="1233558" y="1915938"/>
                  </a:lnTo>
                  <a:lnTo>
                    <a:pt x="1148818" y="1913869"/>
                  </a:lnTo>
                  <a:lnTo>
                    <a:pt x="1059053" y="1912035"/>
                  </a:lnTo>
                  <a:lnTo>
                    <a:pt x="966377" y="1910434"/>
                  </a:lnTo>
                  <a:lnTo>
                    <a:pt x="874025" y="1909069"/>
                  </a:lnTo>
                  <a:lnTo>
                    <a:pt x="786195" y="1907945"/>
                  </a:lnTo>
                  <a:lnTo>
                    <a:pt x="707532" y="1907065"/>
                  </a:lnTo>
                  <a:lnTo>
                    <a:pt x="642286" y="1906421"/>
                  </a:lnTo>
                  <a:lnTo>
                    <a:pt x="593332" y="1905992"/>
                  </a:lnTo>
                  <a:lnTo>
                    <a:pt x="561391" y="1905742"/>
                  </a:lnTo>
                  <a:lnTo>
                    <a:pt x="544700" y="1905624"/>
                  </a:lnTo>
                  <a:lnTo>
                    <a:pt x="539161" y="1905589"/>
                  </a:lnTo>
                  <a:lnTo>
                    <a:pt x="538736" y="1905586"/>
                  </a:lnTo>
                  <a:lnTo>
                    <a:pt x="0" y="1905586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38" name="pl1038"/>
            <p:cNvSpPr/>
            <p:nvPr/>
          </p:nvSpPr>
          <p:spPr>
            <a:xfrm>
              <a:off x="546595" y="1915587"/>
              <a:ext cx="8234974" cy="2139701"/>
            </a:xfrm>
            <a:custGeom>
              <a:avLst/>
              <a:pathLst>
                <a:path w="8234974" h="2139701">
                  <a:moveTo>
                    <a:pt x="0" y="1905586"/>
                  </a:moveTo>
                  <a:lnTo>
                    <a:pt x="538736" y="1905586"/>
                  </a:lnTo>
                  <a:lnTo>
                    <a:pt x="540038" y="1905594"/>
                  </a:lnTo>
                  <a:lnTo>
                    <a:pt x="548530" y="1905650"/>
                  </a:lnTo>
                  <a:lnTo>
                    <a:pt x="569700" y="1905804"/>
                  </a:lnTo>
                  <a:lnTo>
                    <a:pt x="606943" y="1906106"/>
                  </a:lnTo>
                  <a:lnTo>
                    <a:pt x="661235" y="1906600"/>
                  </a:lnTo>
                  <a:lnTo>
                    <a:pt x="731114" y="1907317"/>
                  </a:lnTo>
                  <a:lnTo>
                    <a:pt x="813170" y="1908274"/>
                  </a:lnTo>
                  <a:lnTo>
                    <a:pt x="902924" y="1909474"/>
                  </a:lnTo>
                  <a:lnTo>
                    <a:pt x="995793" y="1910915"/>
                  </a:lnTo>
                  <a:lnTo>
                    <a:pt x="1087846" y="1912589"/>
                  </a:lnTo>
                  <a:lnTo>
                    <a:pt x="1176199" y="1914496"/>
                  </a:lnTo>
                  <a:lnTo>
                    <a:pt x="1259085" y="1916642"/>
                  </a:lnTo>
                  <a:lnTo>
                    <a:pt x="1335705" y="1919044"/>
                  </a:lnTo>
                  <a:lnTo>
                    <a:pt x="1406000" y="1921730"/>
                  </a:lnTo>
                  <a:lnTo>
                    <a:pt x="1470414" y="1924738"/>
                  </a:lnTo>
                  <a:lnTo>
                    <a:pt x="1529702" y="1928116"/>
                  </a:lnTo>
                  <a:lnTo>
                    <a:pt x="1584776" y="1931918"/>
                  </a:lnTo>
                  <a:lnTo>
                    <a:pt x="1636605" y="1936198"/>
                  </a:lnTo>
                  <a:lnTo>
                    <a:pt x="1686119" y="1941004"/>
                  </a:lnTo>
                  <a:lnTo>
                    <a:pt x="1719082" y="1944606"/>
                  </a:lnTo>
                  <a:lnTo>
                    <a:pt x="1771528" y="1950983"/>
                  </a:lnTo>
                  <a:lnTo>
                    <a:pt x="1823472" y="1958051"/>
                  </a:lnTo>
                  <a:lnTo>
                    <a:pt x="1875500" y="1965816"/>
                  </a:lnTo>
                  <a:lnTo>
                    <a:pt x="1927995" y="1974261"/>
                  </a:lnTo>
                  <a:lnTo>
                    <a:pt x="1981169" y="1983337"/>
                  </a:lnTo>
                  <a:lnTo>
                    <a:pt x="2035082" y="1992962"/>
                  </a:lnTo>
                  <a:lnTo>
                    <a:pt x="2089663" y="2003027"/>
                  </a:lnTo>
                  <a:lnTo>
                    <a:pt x="2144736" y="2013393"/>
                  </a:lnTo>
                  <a:lnTo>
                    <a:pt x="2200057" y="2023905"/>
                  </a:lnTo>
                  <a:lnTo>
                    <a:pt x="2255343" y="2034397"/>
                  </a:lnTo>
                  <a:lnTo>
                    <a:pt x="2310319" y="2044705"/>
                  </a:lnTo>
                  <a:lnTo>
                    <a:pt x="2364752" y="2054676"/>
                  </a:lnTo>
                  <a:lnTo>
                    <a:pt x="2418490" y="2064179"/>
                  </a:lnTo>
                  <a:lnTo>
                    <a:pt x="2471491" y="2073110"/>
                  </a:lnTo>
                  <a:lnTo>
                    <a:pt x="2523849" y="2081395"/>
                  </a:lnTo>
                  <a:lnTo>
                    <a:pt x="2575814" y="2088994"/>
                  </a:lnTo>
                  <a:lnTo>
                    <a:pt x="2627817" y="2095894"/>
                  </a:lnTo>
                  <a:lnTo>
                    <a:pt x="2667772" y="2100682"/>
                  </a:lnTo>
                  <a:lnTo>
                    <a:pt x="2716179" y="2105861"/>
                  </a:lnTo>
                  <a:lnTo>
                    <a:pt x="2766329" y="2110497"/>
                  </a:lnTo>
                  <a:lnTo>
                    <a:pt x="2819079" y="2114621"/>
                  </a:lnTo>
                  <a:lnTo>
                    <a:pt x="2875381" y="2118282"/>
                  </a:lnTo>
                  <a:lnTo>
                    <a:pt x="2936194" y="2121538"/>
                  </a:lnTo>
                  <a:lnTo>
                    <a:pt x="3002396" y="2124439"/>
                  </a:lnTo>
                  <a:lnTo>
                    <a:pt x="3074661" y="2127032"/>
                  </a:lnTo>
                  <a:lnTo>
                    <a:pt x="3153296" y="2129350"/>
                  </a:lnTo>
                  <a:lnTo>
                    <a:pt x="3238037" y="2131419"/>
                  </a:lnTo>
                  <a:lnTo>
                    <a:pt x="3327801" y="2133253"/>
                  </a:lnTo>
                  <a:lnTo>
                    <a:pt x="3420477" y="2134854"/>
                  </a:lnTo>
                  <a:lnTo>
                    <a:pt x="3512829" y="2136219"/>
                  </a:lnTo>
                  <a:lnTo>
                    <a:pt x="3600660" y="2137343"/>
                  </a:lnTo>
                  <a:lnTo>
                    <a:pt x="3679322" y="2138223"/>
                  </a:lnTo>
                  <a:lnTo>
                    <a:pt x="3744569" y="2138867"/>
                  </a:lnTo>
                  <a:lnTo>
                    <a:pt x="3793522" y="2139296"/>
                  </a:lnTo>
                  <a:lnTo>
                    <a:pt x="3825463" y="2139546"/>
                  </a:lnTo>
                  <a:lnTo>
                    <a:pt x="3842155" y="2139664"/>
                  </a:lnTo>
                  <a:lnTo>
                    <a:pt x="3847693" y="2139699"/>
                  </a:lnTo>
                  <a:lnTo>
                    <a:pt x="3848118" y="2139701"/>
                  </a:lnTo>
                  <a:lnTo>
                    <a:pt x="4386855" y="2139701"/>
                  </a:lnTo>
                  <a:lnTo>
                    <a:pt x="4388077" y="2139635"/>
                  </a:lnTo>
                  <a:lnTo>
                    <a:pt x="4396060" y="2139158"/>
                  </a:lnTo>
                  <a:lnTo>
                    <a:pt x="4416007" y="2137839"/>
                  </a:lnTo>
                  <a:lnTo>
                    <a:pt x="4451215" y="2135250"/>
                  </a:lnTo>
                  <a:lnTo>
                    <a:pt x="4502775" y="2131012"/>
                  </a:lnTo>
                  <a:lnTo>
                    <a:pt x="4569522" y="2124845"/>
                  </a:lnTo>
                  <a:lnTo>
                    <a:pt x="4648431" y="2116589"/>
                  </a:lnTo>
                  <a:lnTo>
                    <a:pt x="4735382" y="2106198"/>
                  </a:lnTo>
                  <a:lnTo>
                    <a:pt x="4826035" y="2093698"/>
                  </a:lnTo>
                  <a:lnTo>
                    <a:pt x="4916556" y="2079142"/>
                  </a:lnTo>
                  <a:lnTo>
                    <a:pt x="5004027" y="2062553"/>
                  </a:lnTo>
                  <a:lnTo>
                    <a:pt x="5086564" y="2043892"/>
                  </a:lnTo>
                  <a:lnTo>
                    <a:pt x="5163216" y="2023039"/>
                  </a:lnTo>
                  <a:lnTo>
                    <a:pt x="5233766" y="1999780"/>
                  </a:lnTo>
                  <a:lnTo>
                    <a:pt x="5298518" y="1973810"/>
                  </a:lnTo>
                  <a:lnTo>
                    <a:pt x="5358104" y="1944743"/>
                  </a:lnTo>
                  <a:lnTo>
                    <a:pt x="5413346" y="1912130"/>
                  </a:lnTo>
                  <a:lnTo>
                    <a:pt x="5465144" y="1875496"/>
                  </a:lnTo>
                  <a:lnTo>
                    <a:pt x="5514391" y="1834406"/>
                  </a:lnTo>
                  <a:lnTo>
                    <a:pt x="5561901" y="1788574"/>
                  </a:lnTo>
                  <a:lnTo>
                    <a:pt x="5567201" y="1783084"/>
                  </a:lnTo>
                  <a:lnTo>
                    <a:pt x="5606566" y="1740002"/>
                  </a:lnTo>
                  <a:lnTo>
                    <a:pt x="5645551" y="1693408"/>
                  </a:lnTo>
                  <a:lnTo>
                    <a:pt x="5684439" y="1643234"/>
                  </a:lnTo>
                  <a:lnTo>
                    <a:pt x="5723440" y="1589484"/>
                  </a:lnTo>
                  <a:lnTo>
                    <a:pt x="5762707" y="1532243"/>
                  </a:lnTo>
                  <a:lnTo>
                    <a:pt x="5802337" y="1471682"/>
                  </a:lnTo>
                  <a:lnTo>
                    <a:pt x="5842377" y="1408064"/>
                  </a:lnTo>
                  <a:lnTo>
                    <a:pt x="5882830" y="1341745"/>
                  </a:lnTo>
                  <a:lnTo>
                    <a:pt x="5923661" y="1273164"/>
                  </a:lnTo>
                  <a:lnTo>
                    <a:pt x="5964800" y="1202839"/>
                  </a:lnTo>
                  <a:lnTo>
                    <a:pt x="6006153" y="1131348"/>
                  </a:lnTo>
                  <a:lnTo>
                    <a:pt x="6047608" y="1059310"/>
                  </a:lnTo>
                  <a:lnTo>
                    <a:pt x="6089046" y="987366"/>
                  </a:lnTo>
                  <a:lnTo>
                    <a:pt x="6130347" y="916153"/>
                  </a:lnTo>
                  <a:lnTo>
                    <a:pt x="6171405" y="846281"/>
                  </a:lnTo>
                  <a:lnTo>
                    <a:pt x="6212131" y="778311"/>
                  </a:lnTo>
                  <a:lnTo>
                    <a:pt x="6252466" y="712740"/>
                  </a:lnTo>
                  <a:lnTo>
                    <a:pt x="6292384" y="649983"/>
                  </a:lnTo>
                  <a:lnTo>
                    <a:pt x="6331900" y="590369"/>
                  </a:lnTo>
                  <a:lnTo>
                    <a:pt x="6371077" y="534135"/>
                  </a:lnTo>
                  <a:lnTo>
                    <a:pt x="6410027" y="481425"/>
                  </a:lnTo>
                  <a:lnTo>
                    <a:pt x="6448918" y="432301"/>
                  </a:lnTo>
                  <a:lnTo>
                    <a:pt x="6487982" y="386744"/>
                  </a:lnTo>
                  <a:lnTo>
                    <a:pt x="6515891" y="356616"/>
                  </a:lnTo>
                  <a:lnTo>
                    <a:pt x="6563249" y="310243"/>
                  </a:lnTo>
                  <a:lnTo>
                    <a:pt x="6612262" y="268626"/>
                  </a:lnTo>
                  <a:lnTo>
                    <a:pt x="6663726" y="231508"/>
                  </a:lnTo>
                  <a:lnTo>
                    <a:pt x="6718532" y="198464"/>
                  </a:lnTo>
                  <a:lnTo>
                    <a:pt x="6777583" y="169019"/>
                  </a:lnTo>
                  <a:lnTo>
                    <a:pt x="6841714" y="142719"/>
                  </a:lnTo>
                  <a:lnTo>
                    <a:pt x="6911585" y="119169"/>
                  </a:lnTo>
                  <a:lnTo>
                    <a:pt x="6987546" y="98056"/>
                  </a:lnTo>
                  <a:lnTo>
                    <a:pt x="7069449" y="79155"/>
                  </a:lnTo>
                  <a:lnTo>
                    <a:pt x="7156437" y="62335"/>
                  </a:lnTo>
                  <a:lnTo>
                    <a:pt x="7246739" y="47548"/>
                  </a:lnTo>
                  <a:lnTo>
                    <a:pt x="7337555" y="34814"/>
                  </a:lnTo>
                  <a:lnTo>
                    <a:pt x="7425139" y="24181"/>
                  </a:lnTo>
                  <a:lnTo>
                    <a:pt x="7505177" y="15684"/>
                  </a:lnTo>
                  <a:lnTo>
                    <a:pt x="7573480" y="9286"/>
                  </a:lnTo>
                  <a:lnTo>
                    <a:pt x="7626858" y="4842"/>
                  </a:lnTo>
                  <a:lnTo>
                    <a:pt x="7663906" y="2084"/>
                  </a:lnTo>
                  <a:lnTo>
                    <a:pt x="7685454" y="642"/>
                  </a:lnTo>
                  <a:lnTo>
                    <a:pt x="7694563" y="92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9" name="pl1039"/>
            <p:cNvSpPr/>
            <p:nvPr/>
          </p:nvSpPr>
          <p:spPr>
            <a:xfrm>
              <a:off x="546595" y="1904698"/>
              <a:ext cx="8234974" cy="2139701"/>
            </a:xfrm>
            <a:custGeom>
              <a:avLst/>
              <a:pathLst>
                <a:path w="8234974" h="2139701">
                  <a:moveTo>
                    <a:pt x="8234974" y="0"/>
                  </a:moveTo>
                  <a:lnTo>
                    <a:pt x="7696237" y="0"/>
                  </a:lnTo>
                  <a:lnTo>
                    <a:pt x="7695016" y="66"/>
                  </a:lnTo>
                  <a:lnTo>
                    <a:pt x="7687032" y="543"/>
                  </a:lnTo>
                  <a:lnTo>
                    <a:pt x="7667085" y="1862"/>
                  </a:lnTo>
                  <a:lnTo>
                    <a:pt x="7631877" y="4451"/>
                  </a:lnTo>
                  <a:lnTo>
                    <a:pt x="7580317" y="8689"/>
                  </a:lnTo>
                  <a:lnTo>
                    <a:pt x="7513570" y="14856"/>
                  </a:lnTo>
                  <a:lnTo>
                    <a:pt x="7434661" y="23112"/>
                  </a:lnTo>
                  <a:lnTo>
                    <a:pt x="7347711" y="33503"/>
                  </a:lnTo>
                  <a:lnTo>
                    <a:pt x="7257057" y="46002"/>
                  </a:lnTo>
                  <a:lnTo>
                    <a:pt x="7166537" y="60559"/>
                  </a:lnTo>
                  <a:lnTo>
                    <a:pt x="7079066" y="77148"/>
                  </a:lnTo>
                  <a:lnTo>
                    <a:pt x="6996529" y="95809"/>
                  </a:lnTo>
                  <a:lnTo>
                    <a:pt x="6919877" y="116662"/>
                  </a:lnTo>
                  <a:lnTo>
                    <a:pt x="6849326" y="139921"/>
                  </a:lnTo>
                  <a:lnTo>
                    <a:pt x="6784575" y="165891"/>
                  </a:lnTo>
                  <a:lnTo>
                    <a:pt x="6724988" y="194958"/>
                  </a:lnTo>
                  <a:lnTo>
                    <a:pt x="6669746" y="227571"/>
                  </a:lnTo>
                  <a:lnTo>
                    <a:pt x="6617949" y="264204"/>
                  </a:lnTo>
                  <a:lnTo>
                    <a:pt x="6568702" y="305295"/>
                  </a:lnTo>
                  <a:lnTo>
                    <a:pt x="6521191" y="351126"/>
                  </a:lnTo>
                  <a:lnTo>
                    <a:pt x="6515891" y="356616"/>
                  </a:lnTo>
                  <a:lnTo>
                    <a:pt x="6476526" y="399699"/>
                  </a:lnTo>
                  <a:lnTo>
                    <a:pt x="6437541" y="446293"/>
                  </a:lnTo>
                  <a:lnTo>
                    <a:pt x="6398654" y="496467"/>
                  </a:lnTo>
                  <a:lnTo>
                    <a:pt x="6359652" y="550216"/>
                  </a:lnTo>
                  <a:lnTo>
                    <a:pt x="6320386" y="607458"/>
                  </a:lnTo>
                  <a:lnTo>
                    <a:pt x="6280756" y="668019"/>
                  </a:lnTo>
                  <a:lnTo>
                    <a:pt x="6240716" y="731637"/>
                  </a:lnTo>
                  <a:lnTo>
                    <a:pt x="6200262" y="797956"/>
                  </a:lnTo>
                  <a:lnTo>
                    <a:pt x="6159431" y="866537"/>
                  </a:lnTo>
                  <a:lnTo>
                    <a:pt x="6118292" y="936862"/>
                  </a:lnTo>
                  <a:lnTo>
                    <a:pt x="6076939" y="1008353"/>
                  </a:lnTo>
                  <a:lnTo>
                    <a:pt x="6035484" y="1080391"/>
                  </a:lnTo>
                  <a:lnTo>
                    <a:pt x="5994047" y="1152335"/>
                  </a:lnTo>
                  <a:lnTo>
                    <a:pt x="5952745" y="1223548"/>
                  </a:lnTo>
                  <a:lnTo>
                    <a:pt x="5911687" y="1293420"/>
                  </a:lnTo>
                  <a:lnTo>
                    <a:pt x="5870961" y="1361390"/>
                  </a:lnTo>
                  <a:lnTo>
                    <a:pt x="5830626" y="1426961"/>
                  </a:lnTo>
                  <a:lnTo>
                    <a:pt x="5790709" y="1489718"/>
                  </a:lnTo>
                  <a:lnTo>
                    <a:pt x="5751192" y="1549332"/>
                  </a:lnTo>
                  <a:lnTo>
                    <a:pt x="5712015" y="1605566"/>
                  </a:lnTo>
                  <a:lnTo>
                    <a:pt x="5673065" y="1658276"/>
                  </a:lnTo>
                  <a:lnTo>
                    <a:pt x="5634174" y="1707399"/>
                  </a:lnTo>
                  <a:lnTo>
                    <a:pt x="5595110" y="1752957"/>
                  </a:lnTo>
                  <a:lnTo>
                    <a:pt x="5567201" y="1783084"/>
                  </a:lnTo>
                  <a:lnTo>
                    <a:pt x="5519843" y="1829458"/>
                  </a:lnTo>
                  <a:lnTo>
                    <a:pt x="5470831" y="1871075"/>
                  </a:lnTo>
                  <a:lnTo>
                    <a:pt x="5419367" y="1908193"/>
                  </a:lnTo>
                  <a:lnTo>
                    <a:pt x="5364560" y="1941237"/>
                  </a:lnTo>
                  <a:lnTo>
                    <a:pt x="5305509" y="1970682"/>
                  </a:lnTo>
                  <a:lnTo>
                    <a:pt x="5241379" y="1996982"/>
                  </a:lnTo>
                  <a:lnTo>
                    <a:pt x="5171507" y="2020532"/>
                  </a:lnTo>
                  <a:lnTo>
                    <a:pt x="5095547" y="2041645"/>
                  </a:lnTo>
                  <a:lnTo>
                    <a:pt x="5013644" y="2060546"/>
                  </a:lnTo>
                  <a:lnTo>
                    <a:pt x="4926656" y="2077366"/>
                  </a:lnTo>
                  <a:lnTo>
                    <a:pt x="4836354" y="2092153"/>
                  </a:lnTo>
                  <a:lnTo>
                    <a:pt x="4745537" y="2104887"/>
                  </a:lnTo>
                  <a:lnTo>
                    <a:pt x="4657954" y="2115520"/>
                  </a:lnTo>
                  <a:lnTo>
                    <a:pt x="4577916" y="2124017"/>
                  </a:lnTo>
                  <a:lnTo>
                    <a:pt x="4509612" y="2130415"/>
                  </a:lnTo>
                  <a:lnTo>
                    <a:pt x="4456235" y="2134859"/>
                  </a:lnTo>
                  <a:lnTo>
                    <a:pt x="4419186" y="2137617"/>
                  </a:lnTo>
                  <a:lnTo>
                    <a:pt x="4397639" y="2139059"/>
                  </a:lnTo>
                  <a:lnTo>
                    <a:pt x="4388529" y="2139609"/>
                  </a:lnTo>
                  <a:lnTo>
                    <a:pt x="4386857" y="2139701"/>
                  </a:lnTo>
                  <a:lnTo>
                    <a:pt x="4386855" y="2139701"/>
                  </a:lnTo>
                  <a:lnTo>
                    <a:pt x="3848118" y="2139701"/>
                  </a:lnTo>
                  <a:lnTo>
                    <a:pt x="3846817" y="2139694"/>
                  </a:lnTo>
                  <a:lnTo>
                    <a:pt x="3838324" y="2139638"/>
                  </a:lnTo>
                  <a:lnTo>
                    <a:pt x="3817154" y="2139484"/>
                  </a:lnTo>
                  <a:lnTo>
                    <a:pt x="3779911" y="2139182"/>
                  </a:lnTo>
                  <a:lnTo>
                    <a:pt x="3725620" y="2138688"/>
                  </a:lnTo>
                  <a:lnTo>
                    <a:pt x="3655741" y="2137971"/>
                  </a:lnTo>
                  <a:lnTo>
                    <a:pt x="3573684" y="2137014"/>
                  </a:lnTo>
                  <a:lnTo>
                    <a:pt x="3483931" y="2135814"/>
                  </a:lnTo>
                  <a:lnTo>
                    <a:pt x="3391062" y="2134373"/>
                  </a:lnTo>
                  <a:lnTo>
                    <a:pt x="3299009" y="2132699"/>
                  </a:lnTo>
                  <a:lnTo>
                    <a:pt x="3210655" y="2130792"/>
                  </a:lnTo>
                  <a:lnTo>
                    <a:pt x="3127770" y="2128646"/>
                  </a:lnTo>
                  <a:lnTo>
                    <a:pt x="3051150" y="2126244"/>
                  </a:lnTo>
                  <a:lnTo>
                    <a:pt x="2980855" y="2123558"/>
                  </a:lnTo>
                  <a:lnTo>
                    <a:pt x="2916440" y="2120550"/>
                  </a:lnTo>
                  <a:lnTo>
                    <a:pt x="2857153" y="2117172"/>
                  </a:lnTo>
                  <a:lnTo>
                    <a:pt x="2802078" y="2113370"/>
                  </a:lnTo>
                  <a:lnTo>
                    <a:pt x="2750250" y="2109090"/>
                  </a:lnTo>
                  <a:lnTo>
                    <a:pt x="2700735" y="2104284"/>
                  </a:lnTo>
                  <a:lnTo>
                    <a:pt x="2667772" y="2100682"/>
                  </a:lnTo>
                  <a:lnTo>
                    <a:pt x="2615326" y="2094305"/>
                  </a:lnTo>
                  <a:lnTo>
                    <a:pt x="2563382" y="2087237"/>
                  </a:lnTo>
                  <a:lnTo>
                    <a:pt x="2511355" y="2079472"/>
                  </a:lnTo>
                  <a:lnTo>
                    <a:pt x="2458860" y="2071027"/>
                  </a:lnTo>
                  <a:lnTo>
                    <a:pt x="2405685" y="2061951"/>
                  </a:lnTo>
                  <a:lnTo>
                    <a:pt x="2351772" y="2052326"/>
                  </a:lnTo>
                  <a:lnTo>
                    <a:pt x="2297192" y="2042261"/>
                  </a:lnTo>
                  <a:lnTo>
                    <a:pt x="2242118" y="2031895"/>
                  </a:lnTo>
                  <a:lnTo>
                    <a:pt x="2186798" y="2021383"/>
                  </a:lnTo>
                  <a:lnTo>
                    <a:pt x="2131511" y="2010891"/>
                  </a:lnTo>
                  <a:lnTo>
                    <a:pt x="2076535" y="2000583"/>
                  </a:lnTo>
                  <a:lnTo>
                    <a:pt x="2022102" y="1990612"/>
                  </a:lnTo>
                  <a:lnTo>
                    <a:pt x="1968365" y="1981109"/>
                  </a:lnTo>
                  <a:lnTo>
                    <a:pt x="1915364" y="1972178"/>
                  </a:lnTo>
                  <a:lnTo>
                    <a:pt x="1863006" y="1963893"/>
                  </a:lnTo>
                  <a:lnTo>
                    <a:pt x="1811040" y="1956294"/>
                  </a:lnTo>
                  <a:lnTo>
                    <a:pt x="1759038" y="1949394"/>
                  </a:lnTo>
                  <a:lnTo>
                    <a:pt x="1719082" y="1944606"/>
                  </a:lnTo>
                  <a:lnTo>
                    <a:pt x="1670676" y="1939427"/>
                  </a:lnTo>
                  <a:lnTo>
                    <a:pt x="1620526" y="1934791"/>
                  </a:lnTo>
                  <a:lnTo>
                    <a:pt x="1567775" y="1930667"/>
                  </a:lnTo>
                  <a:lnTo>
                    <a:pt x="1511474" y="1927006"/>
                  </a:lnTo>
                  <a:lnTo>
                    <a:pt x="1450661" y="1923750"/>
                  </a:lnTo>
                  <a:lnTo>
                    <a:pt x="1384458" y="1920849"/>
                  </a:lnTo>
                  <a:lnTo>
                    <a:pt x="1312194" y="1918256"/>
                  </a:lnTo>
                  <a:lnTo>
                    <a:pt x="1233558" y="1915938"/>
                  </a:lnTo>
                  <a:lnTo>
                    <a:pt x="1148818" y="1913869"/>
                  </a:lnTo>
                  <a:lnTo>
                    <a:pt x="1059053" y="1912035"/>
                  </a:lnTo>
                  <a:lnTo>
                    <a:pt x="966377" y="1910434"/>
                  </a:lnTo>
                  <a:lnTo>
                    <a:pt x="874025" y="1909069"/>
                  </a:lnTo>
                  <a:lnTo>
                    <a:pt x="786195" y="1907945"/>
                  </a:lnTo>
                  <a:lnTo>
                    <a:pt x="707532" y="1907065"/>
                  </a:lnTo>
                  <a:lnTo>
                    <a:pt x="642286" y="1906421"/>
                  </a:lnTo>
                  <a:lnTo>
                    <a:pt x="593332" y="1905992"/>
                  </a:lnTo>
                  <a:lnTo>
                    <a:pt x="561391" y="1905742"/>
                  </a:lnTo>
                  <a:lnTo>
                    <a:pt x="544700" y="1905624"/>
                  </a:lnTo>
                  <a:lnTo>
                    <a:pt x="539161" y="1905589"/>
                  </a:lnTo>
                  <a:lnTo>
                    <a:pt x="538736" y="1905586"/>
                  </a:lnTo>
                  <a:lnTo>
                    <a:pt x="0" y="19055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0" name="pg1040"/>
            <p:cNvSpPr/>
            <p:nvPr/>
          </p:nvSpPr>
          <p:spPr>
            <a:xfrm>
              <a:off x="546595" y="2389261"/>
              <a:ext cx="8234974" cy="1676916"/>
            </a:xfrm>
            <a:custGeom>
              <a:avLst/>
              <a:pathLst>
                <a:path w="8234974" h="1676916">
                  <a:moveTo>
                    <a:pt x="0" y="1437357"/>
                  </a:moveTo>
                  <a:lnTo>
                    <a:pt x="538736" y="1437357"/>
                  </a:lnTo>
                  <a:lnTo>
                    <a:pt x="540038" y="1437365"/>
                  </a:lnTo>
                  <a:lnTo>
                    <a:pt x="548530" y="1437422"/>
                  </a:lnTo>
                  <a:lnTo>
                    <a:pt x="569699" y="1437579"/>
                  </a:lnTo>
                  <a:lnTo>
                    <a:pt x="606941" y="1437888"/>
                  </a:lnTo>
                  <a:lnTo>
                    <a:pt x="661231" y="1438394"/>
                  </a:lnTo>
                  <a:lnTo>
                    <a:pt x="731108" y="1439127"/>
                  </a:lnTo>
                  <a:lnTo>
                    <a:pt x="813162" y="1440106"/>
                  </a:lnTo>
                  <a:lnTo>
                    <a:pt x="902914" y="1441335"/>
                  </a:lnTo>
                  <a:lnTo>
                    <a:pt x="995782" y="1442809"/>
                  </a:lnTo>
                  <a:lnTo>
                    <a:pt x="1087834" y="1444522"/>
                  </a:lnTo>
                  <a:lnTo>
                    <a:pt x="1176187" y="1446473"/>
                  </a:lnTo>
                  <a:lnTo>
                    <a:pt x="1259072" y="1448669"/>
                  </a:lnTo>
                  <a:lnTo>
                    <a:pt x="1335692" y="1451127"/>
                  </a:lnTo>
                  <a:lnTo>
                    <a:pt x="1405987" y="1453875"/>
                  </a:lnTo>
                  <a:lnTo>
                    <a:pt x="1470402" y="1456953"/>
                  </a:lnTo>
                  <a:lnTo>
                    <a:pt x="1529690" y="1460409"/>
                  </a:lnTo>
                  <a:lnTo>
                    <a:pt x="1584765" y="1464299"/>
                  </a:lnTo>
                  <a:lnTo>
                    <a:pt x="1636593" y="1468679"/>
                  </a:lnTo>
                  <a:lnTo>
                    <a:pt x="1686107" y="1473596"/>
                  </a:lnTo>
                  <a:lnTo>
                    <a:pt x="1719082" y="1477283"/>
                  </a:lnTo>
                  <a:lnTo>
                    <a:pt x="1771512" y="1483807"/>
                  </a:lnTo>
                  <a:lnTo>
                    <a:pt x="1823440" y="1491036"/>
                  </a:lnTo>
                  <a:lnTo>
                    <a:pt x="1875451" y="1498979"/>
                  </a:lnTo>
                  <a:lnTo>
                    <a:pt x="1927930" y="1507617"/>
                  </a:lnTo>
                  <a:lnTo>
                    <a:pt x="1981086" y="1516900"/>
                  </a:lnTo>
                  <a:lnTo>
                    <a:pt x="2034981" y="1526745"/>
                  </a:lnTo>
                  <a:lnTo>
                    <a:pt x="2089544" y="1537040"/>
                  </a:lnTo>
                  <a:lnTo>
                    <a:pt x="2144599" y="1547644"/>
                  </a:lnTo>
                  <a:lnTo>
                    <a:pt x="2199903" y="1558397"/>
                  </a:lnTo>
                  <a:lnTo>
                    <a:pt x="2255172" y="1569130"/>
                  </a:lnTo>
                  <a:lnTo>
                    <a:pt x="2310133" y="1579675"/>
                  </a:lnTo>
                  <a:lnTo>
                    <a:pt x="2364551" y="1589876"/>
                  </a:lnTo>
                  <a:lnTo>
                    <a:pt x="2418275" y="1599599"/>
                  </a:lnTo>
                  <a:lnTo>
                    <a:pt x="2471263" y="1608737"/>
                  </a:lnTo>
                  <a:lnTo>
                    <a:pt x="2523607" y="1617216"/>
                  </a:lnTo>
                  <a:lnTo>
                    <a:pt x="2575557" y="1624992"/>
                  </a:lnTo>
                  <a:lnTo>
                    <a:pt x="2627542" y="1632055"/>
                  </a:lnTo>
                  <a:lnTo>
                    <a:pt x="2667772" y="1636989"/>
                  </a:lnTo>
                  <a:lnTo>
                    <a:pt x="2716178" y="1642289"/>
                  </a:lnTo>
                  <a:lnTo>
                    <a:pt x="2766328" y="1647032"/>
                  </a:lnTo>
                  <a:lnTo>
                    <a:pt x="2819077" y="1651252"/>
                  </a:lnTo>
                  <a:lnTo>
                    <a:pt x="2875378" y="1654999"/>
                  </a:lnTo>
                  <a:lnTo>
                    <a:pt x="2936190" y="1658330"/>
                  </a:lnTo>
                  <a:lnTo>
                    <a:pt x="3002391" y="1661299"/>
                  </a:lnTo>
                  <a:lnTo>
                    <a:pt x="3074654" y="1663951"/>
                  </a:lnTo>
                  <a:lnTo>
                    <a:pt x="3153288" y="1666324"/>
                  </a:lnTo>
                  <a:lnTo>
                    <a:pt x="3238027" y="1668441"/>
                  </a:lnTo>
                  <a:lnTo>
                    <a:pt x="3327790" y="1670317"/>
                  </a:lnTo>
                  <a:lnTo>
                    <a:pt x="3420464" y="1671955"/>
                  </a:lnTo>
                  <a:lnTo>
                    <a:pt x="3512815" y="1673352"/>
                  </a:lnTo>
                  <a:lnTo>
                    <a:pt x="3600646" y="1674502"/>
                  </a:lnTo>
                  <a:lnTo>
                    <a:pt x="3679309" y="1675403"/>
                  </a:lnTo>
                  <a:lnTo>
                    <a:pt x="3744558" y="1676062"/>
                  </a:lnTo>
                  <a:lnTo>
                    <a:pt x="3793514" y="1676501"/>
                  </a:lnTo>
                  <a:lnTo>
                    <a:pt x="3825458" y="1676757"/>
                  </a:lnTo>
                  <a:lnTo>
                    <a:pt x="3842153" y="1676877"/>
                  </a:lnTo>
                  <a:lnTo>
                    <a:pt x="3847693" y="1676913"/>
                  </a:lnTo>
                  <a:lnTo>
                    <a:pt x="3848118" y="1676916"/>
                  </a:lnTo>
                  <a:lnTo>
                    <a:pt x="4386855" y="1676916"/>
                  </a:lnTo>
                  <a:lnTo>
                    <a:pt x="4388107" y="1676863"/>
                  </a:lnTo>
                  <a:lnTo>
                    <a:pt x="4396282" y="1676480"/>
                  </a:lnTo>
                  <a:lnTo>
                    <a:pt x="4416691" y="1675424"/>
                  </a:lnTo>
                  <a:lnTo>
                    <a:pt x="4452669" y="1673351"/>
                  </a:lnTo>
                  <a:lnTo>
                    <a:pt x="4505265" y="1669959"/>
                  </a:lnTo>
                  <a:lnTo>
                    <a:pt x="4573205" y="1665028"/>
                  </a:lnTo>
                  <a:lnTo>
                    <a:pt x="4653318" y="1658434"/>
                  </a:lnTo>
                  <a:lnTo>
                    <a:pt x="4741348" y="1650145"/>
                  </a:lnTo>
                  <a:lnTo>
                    <a:pt x="4832861" y="1640184"/>
                  </a:lnTo>
                  <a:lnTo>
                    <a:pt x="4923983" y="1628591"/>
                  </a:lnTo>
                  <a:lnTo>
                    <a:pt x="5011807" y="1615384"/>
                  </a:lnTo>
                  <a:lnTo>
                    <a:pt x="5094491" y="1600525"/>
                  </a:lnTo>
                  <a:lnTo>
                    <a:pt x="5171140" y="1583912"/>
                  </a:lnTo>
                  <a:lnTo>
                    <a:pt x="5241598" y="1565364"/>
                  </a:lnTo>
                  <a:lnTo>
                    <a:pt x="5306222" y="1544631"/>
                  </a:lnTo>
                  <a:lnTo>
                    <a:pt x="5365691" y="1521396"/>
                  </a:lnTo>
                  <a:lnTo>
                    <a:pt x="5420862" y="1495295"/>
                  </a:lnTo>
                  <a:lnTo>
                    <a:pt x="5472661" y="1465948"/>
                  </a:lnTo>
                  <a:lnTo>
                    <a:pt x="5521999" y="1433017"/>
                  </a:lnTo>
                  <a:lnTo>
                    <a:pt x="5567201" y="1398337"/>
                  </a:lnTo>
                  <a:lnTo>
                    <a:pt x="5609771" y="1361804"/>
                  </a:lnTo>
                  <a:lnTo>
                    <a:pt x="5651925" y="1322053"/>
                  </a:lnTo>
                  <a:lnTo>
                    <a:pt x="5694009" y="1279026"/>
                  </a:lnTo>
                  <a:lnTo>
                    <a:pt x="5736276" y="1232741"/>
                  </a:lnTo>
                  <a:lnTo>
                    <a:pt x="5778897" y="1183307"/>
                  </a:lnTo>
                  <a:lnTo>
                    <a:pt x="5821971" y="1130927"/>
                  </a:lnTo>
                  <a:lnTo>
                    <a:pt x="5865532" y="1075903"/>
                  </a:lnTo>
                  <a:lnTo>
                    <a:pt x="5909558" y="1018631"/>
                  </a:lnTo>
                  <a:lnTo>
                    <a:pt x="5953977" y="959594"/>
                  </a:lnTo>
                  <a:lnTo>
                    <a:pt x="5998676" y="899349"/>
                  </a:lnTo>
                  <a:lnTo>
                    <a:pt x="6043520" y="838500"/>
                  </a:lnTo>
                  <a:lnTo>
                    <a:pt x="6088356" y="777678"/>
                  </a:lnTo>
                  <a:lnTo>
                    <a:pt x="6133036" y="717515"/>
                  </a:lnTo>
                  <a:lnTo>
                    <a:pt x="6177424" y="658613"/>
                  </a:lnTo>
                  <a:lnTo>
                    <a:pt x="6221411" y="601520"/>
                  </a:lnTo>
                  <a:lnTo>
                    <a:pt x="6264930" y="546714"/>
                  </a:lnTo>
                  <a:lnTo>
                    <a:pt x="6307962" y="494582"/>
                  </a:lnTo>
                  <a:lnTo>
                    <a:pt x="6350547" y="445419"/>
                  </a:lnTo>
                  <a:lnTo>
                    <a:pt x="6392789" y="399417"/>
                  </a:lnTo>
                  <a:lnTo>
                    <a:pt x="6434869" y="356679"/>
                  </a:lnTo>
                  <a:lnTo>
                    <a:pt x="6477044" y="317215"/>
                  </a:lnTo>
                  <a:lnTo>
                    <a:pt x="6515891" y="284023"/>
                  </a:lnTo>
                  <a:lnTo>
                    <a:pt x="6563649" y="247511"/>
                  </a:lnTo>
                  <a:lnTo>
                    <a:pt x="6613096" y="214776"/>
                  </a:lnTo>
                  <a:lnTo>
                    <a:pt x="6665049" y="185610"/>
                  </a:lnTo>
                  <a:lnTo>
                    <a:pt x="6720424" y="159670"/>
                  </a:lnTo>
                  <a:lnTo>
                    <a:pt x="6780145" y="136575"/>
                  </a:lnTo>
                  <a:lnTo>
                    <a:pt x="6845062" y="115965"/>
                  </a:lnTo>
                  <a:lnTo>
                    <a:pt x="6915841" y="97525"/>
                  </a:lnTo>
                  <a:lnTo>
                    <a:pt x="6992818" y="81008"/>
                  </a:lnTo>
                  <a:lnTo>
                    <a:pt x="7075803" y="66239"/>
                  </a:lnTo>
                  <a:lnTo>
                    <a:pt x="7163856" y="53117"/>
                  </a:lnTo>
                  <a:lnTo>
                    <a:pt x="7255081" y="41610"/>
                  </a:lnTo>
                  <a:lnTo>
                    <a:pt x="7346514" y="31736"/>
                  </a:lnTo>
                  <a:lnTo>
                    <a:pt x="7434239" y="23535"/>
                  </a:lnTo>
                  <a:lnTo>
                    <a:pt x="7513811" y="17031"/>
                  </a:lnTo>
                  <a:lnTo>
                    <a:pt x="7581007" y="12185"/>
                  </a:lnTo>
                  <a:lnTo>
                    <a:pt x="7632738" y="8870"/>
                  </a:lnTo>
                  <a:lnTo>
                    <a:pt x="7667848" y="6858"/>
                  </a:lnTo>
                  <a:lnTo>
                    <a:pt x="7687508" y="5846"/>
                  </a:lnTo>
                  <a:lnTo>
                    <a:pt x="7695170" y="548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5" y="53"/>
                  </a:lnTo>
                  <a:lnTo>
                    <a:pt x="7686810" y="435"/>
                  </a:lnTo>
                  <a:lnTo>
                    <a:pt x="7666401" y="1491"/>
                  </a:lnTo>
                  <a:lnTo>
                    <a:pt x="7630423" y="3565"/>
                  </a:lnTo>
                  <a:lnTo>
                    <a:pt x="7577827" y="6957"/>
                  </a:lnTo>
                  <a:lnTo>
                    <a:pt x="7509888" y="11888"/>
                  </a:lnTo>
                  <a:lnTo>
                    <a:pt x="7429775" y="18481"/>
                  </a:lnTo>
                  <a:lnTo>
                    <a:pt x="7341745" y="26771"/>
                  </a:lnTo>
                  <a:lnTo>
                    <a:pt x="7250231" y="36732"/>
                  </a:lnTo>
                  <a:lnTo>
                    <a:pt x="7159109" y="48324"/>
                  </a:lnTo>
                  <a:lnTo>
                    <a:pt x="7071285" y="61532"/>
                  </a:lnTo>
                  <a:lnTo>
                    <a:pt x="6988602" y="76390"/>
                  </a:lnTo>
                  <a:lnTo>
                    <a:pt x="6911953" y="93004"/>
                  </a:lnTo>
                  <a:lnTo>
                    <a:pt x="6841494" y="111551"/>
                  </a:lnTo>
                  <a:lnTo>
                    <a:pt x="6776871" y="132284"/>
                  </a:lnTo>
                  <a:lnTo>
                    <a:pt x="6717402" y="155520"/>
                  </a:lnTo>
                  <a:lnTo>
                    <a:pt x="6662231" y="181621"/>
                  </a:lnTo>
                  <a:lnTo>
                    <a:pt x="6610432" y="210967"/>
                  </a:lnTo>
                  <a:lnTo>
                    <a:pt x="6561094" y="243898"/>
                  </a:lnTo>
                  <a:lnTo>
                    <a:pt x="6515891" y="278578"/>
                  </a:lnTo>
                  <a:lnTo>
                    <a:pt x="6473322" y="315112"/>
                  </a:lnTo>
                  <a:lnTo>
                    <a:pt x="6431167" y="354862"/>
                  </a:lnTo>
                  <a:lnTo>
                    <a:pt x="6389083" y="397890"/>
                  </a:lnTo>
                  <a:lnTo>
                    <a:pt x="6346817" y="444174"/>
                  </a:lnTo>
                  <a:lnTo>
                    <a:pt x="6304196" y="493608"/>
                  </a:lnTo>
                  <a:lnTo>
                    <a:pt x="6261122" y="545988"/>
                  </a:lnTo>
                  <a:lnTo>
                    <a:pt x="6217560" y="601013"/>
                  </a:lnTo>
                  <a:lnTo>
                    <a:pt x="6173534" y="658285"/>
                  </a:lnTo>
                  <a:lnTo>
                    <a:pt x="6129116" y="717321"/>
                  </a:lnTo>
                  <a:lnTo>
                    <a:pt x="6084416" y="777567"/>
                  </a:lnTo>
                  <a:lnTo>
                    <a:pt x="6039573" y="838416"/>
                  </a:lnTo>
                  <a:lnTo>
                    <a:pt x="5994736" y="899237"/>
                  </a:lnTo>
                  <a:lnTo>
                    <a:pt x="5950056" y="959400"/>
                  </a:lnTo>
                  <a:lnTo>
                    <a:pt x="5905668" y="1018303"/>
                  </a:lnTo>
                  <a:lnTo>
                    <a:pt x="5861681" y="1075395"/>
                  </a:lnTo>
                  <a:lnTo>
                    <a:pt x="5818162" y="1130202"/>
                  </a:lnTo>
                  <a:lnTo>
                    <a:pt x="5775130" y="1182333"/>
                  </a:lnTo>
                  <a:lnTo>
                    <a:pt x="5732546" y="1231497"/>
                  </a:lnTo>
                  <a:lnTo>
                    <a:pt x="5690303" y="1277498"/>
                  </a:lnTo>
                  <a:lnTo>
                    <a:pt x="5648224" y="1320237"/>
                  </a:lnTo>
                  <a:lnTo>
                    <a:pt x="5606048" y="1359701"/>
                  </a:lnTo>
                  <a:lnTo>
                    <a:pt x="5567201" y="1392893"/>
                  </a:lnTo>
                  <a:lnTo>
                    <a:pt x="5519443" y="1429404"/>
                  </a:lnTo>
                  <a:lnTo>
                    <a:pt x="5469997" y="1462139"/>
                  </a:lnTo>
                  <a:lnTo>
                    <a:pt x="5418043" y="1491306"/>
                  </a:lnTo>
                  <a:lnTo>
                    <a:pt x="5362668" y="1517246"/>
                  </a:lnTo>
                  <a:lnTo>
                    <a:pt x="5302948" y="1540340"/>
                  </a:lnTo>
                  <a:lnTo>
                    <a:pt x="5238031" y="1560951"/>
                  </a:lnTo>
                  <a:lnTo>
                    <a:pt x="5167251" y="1579390"/>
                  </a:lnTo>
                  <a:lnTo>
                    <a:pt x="5090274" y="1595908"/>
                  </a:lnTo>
                  <a:lnTo>
                    <a:pt x="5007290" y="1610677"/>
                  </a:lnTo>
                  <a:lnTo>
                    <a:pt x="4919237" y="1623799"/>
                  </a:lnTo>
                  <a:lnTo>
                    <a:pt x="4828012" y="1635306"/>
                  </a:lnTo>
                  <a:lnTo>
                    <a:pt x="4736578" y="1645180"/>
                  </a:lnTo>
                  <a:lnTo>
                    <a:pt x="4648853" y="1653380"/>
                  </a:lnTo>
                  <a:lnTo>
                    <a:pt x="4569281" y="1659885"/>
                  </a:lnTo>
                  <a:lnTo>
                    <a:pt x="4502086" y="1664730"/>
                  </a:lnTo>
                  <a:lnTo>
                    <a:pt x="4450354" y="1668046"/>
                  </a:lnTo>
                  <a:lnTo>
                    <a:pt x="4415245" y="1670058"/>
                  </a:lnTo>
                  <a:lnTo>
                    <a:pt x="4395584" y="1671070"/>
                  </a:lnTo>
                  <a:lnTo>
                    <a:pt x="4387923" y="1671426"/>
                  </a:lnTo>
                  <a:lnTo>
                    <a:pt x="4386855" y="1671471"/>
                  </a:lnTo>
                  <a:lnTo>
                    <a:pt x="3848118" y="1671471"/>
                  </a:lnTo>
                  <a:lnTo>
                    <a:pt x="3846817" y="1671464"/>
                  </a:lnTo>
                  <a:lnTo>
                    <a:pt x="3838325" y="1671407"/>
                  </a:lnTo>
                  <a:lnTo>
                    <a:pt x="3817155" y="1671249"/>
                  </a:lnTo>
                  <a:lnTo>
                    <a:pt x="3779914" y="1670940"/>
                  </a:lnTo>
                  <a:lnTo>
                    <a:pt x="3725624" y="1670434"/>
                  </a:lnTo>
                  <a:lnTo>
                    <a:pt x="3655747" y="1669701"/>
                  </a:lnTo>
                  <a:lnTo>
                    <a:pt x="3573692" y="1668722"/>
                  </a:lnTo>
                  <a:lnTo>
                    <a:pt x="3483940" y="1667493"/>
                  </a:lnTo>
                  <a:lnTo>
                    <a:pt x="3391073" y="1666019"/>
                  </a:lnTo>
                  <a:lnTo>
                    <a:pt x="3299020" y="1664306"/>
                  </a:lnTo>
                  <a:lnTo>
                    <a:pt x="3210668" y="1662355"/>
                  </a:lnTo>
                  <a:lnTo>
                    <a:pt x="3127782" y="1660159"/>
                  </a:lnTo>
                  <a:lnTo>
                    <a:pt x="3051162" y="1657701"/>
                  </a:lnTo>
                  <a:lnTo>
                    <a:pt x="2980867" y="1654953"/>
                  </a:lnTo>
                  <a:lnTo>
                    <a:pt x="2916452" y="1651875"/>
                  </a:lnTo>
                  <a:lnTo>
                    <a:pt x="2857165" y="1648419"/>
                  </a:lnTo>
                  <a:lnTo>
                    <a:pt x="2802090" y="1644529"/>
                  </a:lnTo>
                  <a:lnTo>
                    <a:pt x="2750261" y="1640149"/>
                  </a:lnTo>
                  <a:lnTo>
                    <a:pt x="2700747" y="1635232"/>
                  </a:lnTo>
                  <a:lnTo>
                    <a:pt x="2667772" y="1631545"/>
                  </a:lnTo>
                  <a:lnTo>
                    <a:pt x="2615342" y="1625021"/>
                  </a:lnTo>
                  <a:lnTo>
                    <a:pt x="2563415" y="1617792"/>
                  </a:lnTo>
                  <a:lnTo>
                    <a:pt x="2511404" y="1609849"/>
                  </a:lnTo>
                  <a:lnTo>
                    <a:pt x="2458925" y="1601211"/>
                  </a:lnTo>
                  <a:lnTo>
                    <a:pt x="2405768" y="1591928"/>
                  </a:lnTo>
                  <a:lnTo>
                    <a:pt x="2351873" y="1582083"/>
                  </a:lnTo>
                  <a:lnTo>
                    <a:pt x="2297311" y="1571788"/>
                  </a:lnTo>
                  <a:lnTo>
                    <a:pt x="2242255" y="1561184"/>
                  </a:lnTo>
                  <a:lnTo>
                    <a:pt x="2186952" y="1550431"/>
                  </a:lnTo>
                  <a:lnTo>
                    <a:pt x="2131682" y="1539698"/>
                  </a:lnTo>
                  <a:lnTo>
                    <a:pt x="2076722" y="1529153"/>
                  </a:lnTo>
                  <a:lnTo>
                    <a:pt x="2022304" y="1518952"/>
                  </a:lnTo>
                  <a:lnTo>
                    <a:pt x="1968580" y="1509229"/>
                  </a:lnTo>
                  <a:lnTo>
                    <a:pt x="1915592" y="1500091"/>
                  </a:lnTo>
                  <a:lnTo>
                    <a:pt x="1863248" y="1491612"/>
                  </a:lnTo>
                  <a:lnTo>
                    <a:pt x="1811298" y="1483836"/>
                  </a:lnTo>
                  <a:lnTo>
                    <a:pt x="1759313" y="1476773"/>
                  </a:lnTo>
                  <a:lnTo>
                    <a:pt x="1719082" y="1471839"/>
                  </a:lnTo>
                  <a:lnTo>
                    <a:pt x="1670677" y="1466539"/>
                  </a:lnTo>
                  <a:lnTo>
                    <a:pt x="1620527" y="1461796"/>
                  </a:lnTo>
                  <a:lnTo>
                    <a:pt x="1567778" y="1457576"/>
                  </a:lnTo>
                  <a:lnTo>
                    <a:pt x="1511477" y="1453829"/>
                  </a:lnTo>
                  <a:lnTo>
                    <a:pt x="1450665" y="1450498"/>
                  </a:lnTo>
                  <a:lnTo>
                    <a:pt x="1384464" y="1447529"/>
                  </a:lnTo>
                  <a:lnTo>
                    <a:pt x="1312201" y="1444877"/>
                  </a:lnTo>
                  <a:lnTo>
                    <a:pt x="1233567" y="1442504"/>
                  </a:lnTo>
                  <a:lnTo>
                    <a:pt x="1148828" y="1440387"/>
                  </a:lnTo>
                  <a:lnTo>
                    <a:pt x="1059065" y="1438511"/>
                  </a:lnTo>
                  <a:lnTo>
                    <a:pt x="966390" y="1436873"/>
                  </a:lnTo>
                  <a:lnTo>
                    <a:pt x="874039" y="1435476"/>
                  </a:lnTo>
                  <a:lnTo>
                    <a:pt x="786209" y="1434326"/>
                  </a:lnTo>
                  <a:lnTo>
                    <a:pt x="707545" y="1433425"/>
                  </a:lnTo>
                  <a:lnTo>
                    <a:pt x="642297" y="1432766"/>
                  </a:lnTo>
                  <a:lnTo>
                    <a:pt x="593341" y="1432327"/>
                  </a:lnTo>
                  <a:lnTo>
                    <a:pt x="561397" y="1432071"/>
                  </a:lnTo>
                  <a:lnTo>
                    <a:pt x="544702" y="1431951"/>
                  </a:lnTo>
                  <a:lnTo>
                    <a:pt x="539162" y="1431915"/>
                  </a:lnTo>
                  <a:lnTo>
                    <a:pt x="538736" y="1431912"/>
                  </a:lnTo>
                  <a:lnTo>
                    <a:pt x="0" y="143191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41" name="pl1041"/>
            <p:cNvSpPr/>
            <p:nvPr/>
          </p:nvSpPr>
          <p:spPr>
            <a:xfrm>
              <a:off x="546595" y="2394706"/>
              <a:ext cx="8234974" cy="1671471"/>
            </a:xfrm>
            <a:custGeom>
              <a:avLst/>
              <a:pathLst>
                <a:path w="8234974" h="1671471">
                  <a:moveTo>
                    <a:pt x="0" y="1431912"/>
                  </a:moveTo>
                  <a:lnTo>
                    <a:pt x="538736" y="1431912"/>
                  </a:lnTo>
                  <a:lnTo>
                    <a:pt x="540038" y="1431920"/>
                  </a:lnTo>
                  <a:lnTo>
                    <a:pt x="548530" y="1431977"/>
                  </a:lnTo>
                  <a:lnTo>
                    <a:pt x="569699" y="1432135"/>
                  </a:lnTo>
                  <a:lnTo>
                    <a:pt x="606941" y="1432444"/>
                  </a:lnTo>
                  <a:lnTo>
                    <a:pt x="661231" y="1432949"/>
                  </a:lnTo>
                  <a:lnTo>
                    <a:pt x="731108" y="1433683"/>
                  </a:lnTo>
                  <a:lnTo>
                    <a:pt x="813162" y="1434662"/>
                  </a:lnTo>
                  <a:lnTo>
                    <a:pt x="902914" y="1435890"/>
                  </a:lnTo>
                  <a:lnTo>
                    <a:pt x="995782" y="1437364"/>
                  </a:lnTo>
                  <a:lnTo>
                    <a:pt x="1087834" y="1439077"/>
                  </a:lnTo>
                  <a:lnTo>
                    <a:pt x="1176187" y="1441029"/>
                  </a:lnTo>
                  <a:lnTo>
                    <a:pt x="1259072" y="1443225"/>
                  </a:lnTo>
                  <a:lnTo>
                    <a:pt x="1335692" y="1445682"/>
                  </a:lnTo>
                  <a:lnTo>
                    <a:pt x="1405987" y="1448430"/>
                  </a:lnTo>
                  <a:lnTo>
                    <a:pt x="1470402" y="1451508"/>
                  </a:lnTo>
                  <a:lnTo>
                    <a:pt x="1529690" y="1454964"/>
                  </a:lnTo>
                  <a:lnTo>
                    <a:pt x="1584765" y="1458854"/>
                  </a:lnTo>
                  <a:lnTo>
                    <a:pt x="1636593" y="1463234"/>
                  </a:lnTo>
                  <a:lnTo>
                    <a:pt x="1686107" y="1468152"/>
                  </a:lnTo>
                  <a:lnTo>
                    <a:pt x="1719082" y="1471839"/>
                  </a:lnTo>
                  <a:lnTo>
                    <a:pt x="1771512" y="1478362"/>
                  </a:lnTo>
                  <a:lnTo>
                    <a:pt x="1823440" y="1485592"/>
                  </a:lnTo>
                  <a:lnTo>
                    <a:pt x="1875451" y="1493535"/>
                  </a:lnTo>
                  <a:lnTo>
                    <a:pt x="1927930" y="1502172"/>
                  </a:lnTo>
                  <a:lnTo>
                    <a:pt x="1981086" y="1511455"/>
                  </a:lnTo>
                  <a:lnTo>
                    <a:pt x="2034981" y="1521301"/>
                  </a:lnTo>
                  <a:lnTo>
                    <a:pt x="2089544" y="1531596"/>
                  </a:lnTo>
                  <a:lnTo>
                    <a:pt x="2144599" y="1542199"/>
                  </a:lnTo>
                  <a:lnTo>
                    <a:pt x="2199903" y="1552952"/>
                  </a:lnTo>
                  <a:lnTo>
                    <a:pt x="2255172" y="1563685"/>
                  </a:lnTo>
                  <a:lnTo>
                    <a:pt x="2310133" y="1574230"/>
                  </a:lnTo>
                  <a:lnTo>
                    <a:pt x="2364551" y="1584432"/>
                  </a:lnTo>
                  <a:lnTo>
                    <a:pt x="2418275" y="1594155"/>
                  </a:lnTo>
                  <a:lnTo>
                    <a:pt x="2471263" y="1603293"/>
                  </a:lnTo>
                  <a:lnTo>
                    <a:pt x="2523607" y="1611771"/>
                  </a:lnTo>
                  <a:lnTo>
                    <a:pt x="2575557" y="1619548"/>
                  </a:lnTo>
                  <a:lnTo>
                    <a:pt x="2627542" y="1626610"/>
                  </a:lnTo>
                  <a:lnTo>
                    <a:pt x="2667772" y="1631545"/>
                  </a:lnTo>
                  <a:lnTo>
                    <a:pt x="2716178" y="1636844"/>
                  </a:lnTo>
                  <a:lnTo>
                    <a:pt x="2766328" y="1641588"/>
                  </a:lnTo>
                  <a:lnTo>
                    <a:pt x="2819077" y="1645807"/>
                  </a:lnTo>
                  <a:lnTo>
                    <a:pt x="2875378" y="1649554"/>
                  </a:lnTo>
                  <a:lnTo>
                    <a:pt x="2936190" y="1652885"/>
                  </a:lnTo>
                  <a:lnTo>
                    <a:pt x="3002391" y="1655854"/>
                  </a:lnTo>
                  <a:lnTo>
                    <a:pt x="3074654" y="1658507"/>
                  </a:lnTo>
                  <a:lnTo>
                    <a:pt x="3153288" y="1660879"/>
                  </a:lnTo>
                  <a:lnTo>
                    <a:pt x="3238027" y="1662997"/>
                  </a:lnTo>
                  <a:lnTo>
                    <a:pt x="3327790" y="1664873"/>
                  </a:lnTo>
                  <a:lnTo>
                    <a:pt x="3420464" y="1666511"/>
                  </a:lnTo>
                  <a:lnTo>
                    <a:pt x="3512815" y="1667908"/>
                  </a:lnTo>
                  <a:lnTo>
                    <a:pt x="3600646" y="1669058"/>
                  </a:lnTo>
                  <a:lnTo>
                    <a:pt x="3679309" y="1669958"/>
                  </a:lnTo>
                  <a:lnTo>
                    <a:pt x="3744558" y="1670617"/>
                  </a:lnTo>
                  <a:lnTo>
                    <a:pt x="3793514" y="1671057"/>
                  </a:lnTo>
                  <a:lnTo>
                    <a:pt x="3825458" y="1671313"/>
                  </a:lnTo>
                  <a:lnTo>
                    <a:pt x="3842153" y="1671433"/>
                  </a:lnTo>
                  <a:lnTo>
                    <a:pt x="3847693" y="1671469"/>
                  </a:lnTo>
                  <a:lnTo>
                    <a:pt x="3848118" y="1671471"/>
                  </a:lnTo>
                  <a:lnTo>
                    <a:pt x="4386855" y="1671471"/>
                  </a:lnTo>
                  <a:lnTo>
                    <a:pt x="4388107" y="1671418"/>
                  </a:lnTo>
                  <a:lnTo>
                    <a:pt x="4396282" y="1671036"/>
                  </a:lnTo>
                  <a:lnTo>
                    <a:pt x="4416691" y="1669979"/>
                  </a:lnTo>
                  <a:lnTo>
                    <a:pt x="4452669" y="1667906"/>
                  </a:lnTo>
                  <a:lnTo>
                    <a:pt x="4505265" y="1664514"/>
                  </a:lnTo>
                  <a:lnTo>
                    <a:pt x="4573205" y="1659583"/>
                  </a:lnTo>
                  <a:lnTo>
                    <a:pt x="4653318" y="1652990"/>
                  </a:lnTo>
                  <a:lnTo>
                    <a:pt x="4741348" y="1644700"/>
                  </a:lnTo>
                  <a:lnTo>
                    <a:pt x="4832861" y="1634739"/>
                  </a:lnTo>
                  <a:lnTo>
                    <a:pt x="4923983" y="1623147"/>
                  </a:lnTo>
                  <a:lnTo>
                    <a:pt x="5011807" y="1609939"/>
                  </a:lnTo>
                  <a:lnTo>
                    <a:pt x="5094491" y="1595081"/>
                  </a:lnTo>
                  <a:lnTo>
                    <a:pt x="5171140" y="1578467"/>
                  </a:lnTo>
                  <a:lnTo>
                    <a:pt x="5241598" y="1559920"/>
                  </a:lnTo>
                  <a:lnTo>
                    <a:pt x="5306222" y="1539186"/>
                  </a:lnTo>
                  <a:lnTo>
                    <a:pt x="5365691" y="1515951"/>
                  </a:lnTo>
                  <a:lnTo>
                    <a:pt x="5420862" y="1489850"/>
                  </a:lnTo>
                  <a:lnTo>
                    <a:pt x="5472661" y="1460504"/>
                  </a:lnTo>
                  <a:lnTo>
                    <a:pt x="5521999" y="1427573"/>
                  </a:lnTo>
                  <a:lnTo>
                    <a:pt x="5567201" y="1392893"/>
                  </a:lnTo>
                  <a:lnTo>
                    <a:pt x="5609771" y="1356359"/>
                  </a:lnTo>
                  <a:lnTo>
                    <a:pt x="5651925" y="1316609"/>
                  </a:lnTo>
                  <a:lnTo>
                    <a:pt x="5694009" y="1273581"/>
                  </a:lnTo>
                  <a:lnTo>
                    <a:pt x="5736276" y="1227297"/>
                  </a:lnTo>
                  <a:lnTo>
                    <a:pt x="5778897" y="1177863"/>
                  </a:lnTo>
                  <a:lnTo>
                    <a:pt x="5821971" y="1125483"/>
                  </a:lnTo>
                  <a:lnTo>
                    <a:pt x="5865532" y="1070458"/>
                  </a:lnTo>
                  <a:lnTo>
                    <a:pt x="5909558" y="1013186"/>
                  </a:lnTo>
                  <a:lnTo>
                    <a:pt x="5953977" y="954150"/>
                  </a:lnTo>
                  <a:lnTo>
                    <a:pt x="5998676" y="893904"/>
                  </a:lnTo>
                  <a:lnTo>
                    <a:pt x="6043520" y="833055"/>
                  </a:lnTo>
                  <a:lnTo>
                    <a:pt x="6088356" y="772234"/>
                  </a:lnTo>
                  <a:lnTo>
                    <a:pt x="6133036" y="712071"/>
                  </a:lnTo>
                  <a:lnTo>
                    <a:pt x="6177424" y="653168"/>
                  </a:lnTo>
                  <a:lnTo>
                    <a:pt x="6221411" y="596076"/>
                  </a:lnTo>
                  <a:lnTo>
                    <a:pt x="6264930" y="541269"/>
                  </a:lnTo>
                  <a:lnTo>
                    <a:pt x="6307962" y="489138"/>
                  </a:lnTo>
                  <a:lnTo>
                    <a:pt x="6350547" y="439974"/>
                  </a:lnTo>
                  <a:lnTo>
                    <a:pt x="6392789" y="393973"/>
                  </a:lnTo>
                  <a:lnTo>
                    <a:pt x="6434869" y="351234"/>
                  </a:lnTo>
                  <a:lnTo>
                    <a:pt x="6477044" y="311770"/>
                  </a:lnTo>
                  <a:lnTo>
                    <a:pt x="6515891" y="278578"/>
                  </a:lnTo>
                  <a:lnTo>
                    <a:pt x="6563649" y="242067"/>
                  </a:lnTo>
                  <a:lnTo>
                    <a:pt x="6613096" y="209332"/>
                  </a:lnTo>
                  <a:lnTo>
                    <a:pt x="6665049" y="180165"/>
                  </a:lnTo>
                  <a:lnTo>
                    <a:pt x="6720424" y="154225"/>
                  </a:lnTo>
                  <a:lnTo>
                    <a:pt x="6780145" y="131131"/>
                  </a:lnTo>
                  <a:lnTo>
                    <a:pt x="6845062" y="110520"/>
                  </a:lnTo>
                  <a:lnTo>
                    <a:pt x="6915841" y="92081"/>
                  </a:lnTo>
                  <a:lnTo>
                    <a:pt x="6992818" y="75563"/>
                  </a:lnTo>
                  <a:lnTo>
                    <a:pt x="7075803" y="60794"/>
                  </a:lnTo>
                  <a:lnTo>
                    <a:pt x="7163856" y="47672"/>
                  </a:lnTo>
                  <a:lnTo>
                    <a:pt x="7255081" y="36165"/>
                  </a:lnTo>
                  <a:lnTo>
                    <a:pt x="7346514" y="26291"/>
                  </a:lnTo>
                  <a:lnTo>
                    <a:pt x="7434239" y="18091"/>
                  </a:lnTo>
                  <a:lnTo>
                    <a:pt x="7513811" y="11586"/>
                  </a:lnTo>
                  <a:lnTo>
                    <a:pt x="7581007" y="6741"/>
                  </a:lnTo>
                  <a:lnTo>
                    <a:pt x="7632738" y="3425"/>
                  </a:lnTo>
                  <a:lnTo>
                    <a:pt x="7667848" y="1413"/>
                  </a:lnTo>
                  <a:lnTo>
                    <a:pt x="7687508" y="401"/>
                  </a:lnTo>
                  <a:lnTo>
                    <a:pt x="7695170" y="4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2" name="pl1042"/>
            <p:cNvSpPr/>
            <p:nvPr/>
          </p:nvSpPr>
          <p:spPr>
            <a:xfrm>
              <a:off x="546595" y="2389261"/>
              <a:ext cx="8234974" cy="1671471"/>
            </a:xfrm>
            <a:custGeom>
              <a:avLst/>
              <a:pathLst>
                <a:path w="8234974" h="1671471">
                  <a:moveTo>
                    <a:pt x="8234974" y="0"/>
                  </a:moveTo>
                  <a:lnTo>
                    <a:pt x="7696237" y="0"/>
                  </a:lnTo>
                  <a:lnTo>
                    <a:pt x="7694985" y="53"/>
                  </a:lnTo>
                  <a:lnTo>
                    <a:pt x="7686810" y="435"/>
                  </a:lnTo>
                  <a:lnTo>
                    <a:pt x="7666401" y="1491"/>
                  </a:lnTo>
                  <a:lnTo>
                    <a:pt x="7630423" y="3565"/>
                  </a:lnTo>
                  <a:lnTo>
                    <a:pt x="7577827" y="6957"/>
                  </a:lnTo>
                  <a:lnTo>
                    <a:pt x="7509888" y="11888"/>
                  </a:lnTo>
                  <a:lnTo>
                    <a:pt x="7429775" y="18481"/>
                  </a:lnTo>
                  <a:lnTo>
                    <a:pt x="7341745" y="26771"/>
                  </a:lnTo>
                  <a:lnTo>
                    <a:pt x="7250231" y="36732"/>
                  </a:lnTo>
                  <a:lnTo>
                    <a:pt x="7159109" y="48324"/>
                  </a:lnTo>
                  <a:lnTo>
                    <a:pt x="7071285" y="61532"/>
                  </a:lnTo>
                  <a:lnTo>
                    <a:pt x="6988602" y="76390"/>
                  </a:lnTo>
                  <a:lnTo>
                    <a:pt x="6911953" y="93004"/>
                  </a:lnTo>
                  <a:lnTo>
                    <a:pt x="6841494" y="111551"/>
                  </a:lnTo>
                  <a:lnTo>
                    <a:pt x="6776871" y="132284"/>
                  </a:lnTo>
                  <a:lnTo>
                    <a:pt x="6717402" y="155520"/>
                  </a:lnTo>
                  <a:lnTo>
                    <a:pt x="6662231" y="181621"/>
                  </a:lnTo>
                  <a:lnTo>
                    <a:pt x="6610432" y="210967"/>
                  </a:lnTo>
                  <a:lnTo>
                    <a:pt x="6561094" y="243898"/>
                  </a:lnTo>
                  <a:lnTo>
                    <a:pt x="6515891" y="278578"/>
                  </a:lnTo>
                  <a:lnTo>
                    <a:pt x="6473322" y="315112"/>
                  </a:lnTo>
                  <a:lnTo>
                    <a:pt x="6431167" y="354862"/>
                  </a:lnTo>
                  <a:lnTo>
                    <a:pt x="6389083" y="397890"/>
                  </a:lnTo>
                  <a:lnTo>
                    <a:pt x="6346817" y="444174"/>
                  </a:lnTo>
                  <a:lnTo>
                    <a:pt x="6304196" y="493608"/>
                  </a:lnTo>
                  <a:lnTo>
                    <a:pt x="6261122" y="545988"/>
                  </a:lnTo>
                  <a:lnTo>
                    <a:pt x="6217560" y="601013"/>
                  </a:lnTo>
                  <a:lnTo>
                    <a:pt x="6173534" y="658285"/>
                  </a:lnTo>
                  <a:lnTo>
                    <a:pt x="6129116" y="717321"/>
                  </a:lnTo>
                  <a:lnTo>
                    <a:pt x="6084416" y="777567"/>
                  </a:lnTo>
                  <a:lnTo>
                    <a:pt x="6039573" y="838416"/>
                  </a:lnTo>
                  <a:lnTo>
                    <a:pt x="5994736" y="899237"/>
                  </a:lnTo>
                  <a:lnTo>
                    <a:pt x="5950056" y="959400"/>
                  </a:lnTo>
                  <a:lnTo>
                    <a:pt x="5905668" y="1018303"/>
                  </a:lnTo>
                  <a:lnTo>
                    <a:pt x="5861681" y="1075395"/>
                  </a:lnTo>
                  <a:lnTo>
                    <a:pt x="5818162" y="1130202"/>
                  </a:lnTo>
                  <a:lnTo>
                    <a:pt x="5775130" y="1182333"/>
                  </a:lnTo>
                  <a:lnTo>
                    <a:pt x="5732546" y="1231497"/>
                  </a:lnTo>
                  <a:lnTo>
                    <a:pt x="5690303" y="1277498"/>
                  </a:lnTo>
                  <a:lnTo>
                    <a:pt x="5648224" y="1320237"/>
                  </a:lnTo>
                  <a:lnTo>
                    <a:pt x="5606048" y="1359701"/>
                  </a:lnTo>
                  <a:lnTo>
                    <a:pt x="5567201" y="1392893"/>
                  </a:lnTo>
                  <a:lnTo>
                    <a:pt x="5519443" y="1429404"/>
                  </a:lnTo>
                  <a:lnTo>
                    <a:pt x="5469997" y="1462139"/>
                  </a:lnTo>
                  <a:lnTo>
                    <a:pt x="5418043" y="1491306"/>
                  </a:lnTo>
                  <a:lnTo>
                    <a:pt x="5362668" y="1517246"/>
                  </a:lnTo>
                  <a:lnTo>
                    <a:pt x="5302948" y="1540340"/>
                  </a:lnTo>
                  <a:lnTo>
                    <a:pt x="5238031" y="1560951"/>
                  </a:lnTo>
                  <a:lnTo>
                    <a:pt x="5167251" y="1579390"/>
                  </a:lnTo>
                  <a:lnTo>
                    <a:pt x="5090274" y="1595908"/>
                  </a:lnTo>
                  <a:lnTo>
                    <a:pt x="5007290" y="1610677"/>
                  </a:lnTo>
                  <a:lnTo>
                    <a:pt x="4919237" y="1623799"/>
                  </a:lnTo>
                  <a:lnTo>
                    <a:pt x="4828012" y="1635306"/>
                  </a:lnTo>
                  <a:lnTo>
                    <a:pt x="4736578" y="1645180"/>
                  </a:lnTo>
                  <a:lnTo>
                    <a:pt x="4648853" y="1653380"/>
                  </a:lnTo>
                  <a:lnTo>
                    <a:pt x="4569281" y="1659885"/>
                  </a:lnTo>
                  <a:lnTo>
                    <a:pt x="4502086" y="1664730"/>
                  </a:lnTo>
                  <a:lnTo>
                    <a:pt x="4450354" y="1668046"/>
                  </a:lnTo>
                  <a:lnTo>
                    <a:pt x="4415245" y="1670058"/>
                  </a:lnTo>
                  <a:lnTo>
                    <a:pt x="4395584" y="1671070"/>
                  </a:lnTo>
                  <a:lnTo>
                    <a:pt x="4387923" y="1671426"/>
                  </a:lnTo>
                  <a:lnTo>
                    <a:pt x="4386855" y="1671471"/>
                  </a:lnTo>
                  <a:lnTo>
                    <a:pt x="3848118" y="1671471"/>
                  </a:lnTo>
                  <a:lnTo>
                    <a:pt x="3846817" y="1671464"/>
                  </a:lnTo>
                  <a:lnTo>
                    <a:pt x="3838325" y="1671407"/>
                  </a:lnTo>
                  <a:lnTo>
                    <a:pt x="3817155" y="1671249"/>
                  </a:lnTo>
                  <a:lnTo>
                    <a:pt x="3779914" y="1670940"/>
                  </a:lnTo>
                  <a:lnTo>
                    <a:pt x="3725624" y="1670434"/>
                  </a:lnTo>
                  <a:lnTo>
                    <a:pt x="3655747" y="1669701"/>
                  </a:lnTo>
                  <a:lnTo>
                    <a:pt x="3573692" y="1668722"/>
                  </a:lnTo>
                  <a:lnTo>
                    <a:pt x="3483940" y="1667493"/>
                  </a:lnTo>
                  <a:lnTo>
                    <a:pt x="3391073" y="1666019"/>
                  </a:lnTo>
                  <a:lnTo>
                    <a:pt x="3299020" y="1664306"/>
                  </a:lnTo>
                  <a:lnTo>
                    <a:pt x="3210668" y="1662355"/>
                  </a:lnTo>
                  <a:lnTo>
                    <a:pt x="3127782" y="1660159"/>
                  </a:lnTo>
                  <a:lnTo>
                    <a:pt x="3051162" y="1657701"/>
                  </a:lnTo>
                  <a:lnTo>
                    <a:pt x="2980867" y="1654953"/>
                  </a:lnTo>
                  <a:lnTo>
                    <a:pt x="2916452" y="1651875"/>
                  </a:lnTo>
                  <a:lnTo>
                    <a:pt x="2857165" y="1648419"/>
                  </a:lnTo>
                  <a:lnTo>
                    <a:pt x="2802090" y="1644529"/>
                  </a:lnTo>
                  <a:lnTo>
                    <a:pt x="2750261" y="1640149"/>
                  </a:lnTo>
                  <a:lnTo>
                    <a:pt x="2700747" y="1635232"/>
                  </a:lnTo>
                  <a:lnTo>
                    <a:pt x="2667772" y="1631545"/>
                  </a:lnTo>
                  <a:lnTo>
                    <a:pt x="2615342" y="1625021"/>
                  </a:lnTo>
                  <a:lnTo>
                    <a:pt x="2563415" y="1617792"/>
                  </a:lnTo>
                  <a:lnTo>
                    <a:pt x="2511404" y="1609849"/>
                  </a:lnTo>
                  <a:lnTo>
                    <a:pt x="2458925" y="1601211"/>
                  </a:lnTo>
                  <a:lnTo>
                    <a:pt x="2405768" y="1591928"/>
                  </a:lnTo>
                  <a:lnTo>
                    <a:pt x="2351873" y="1582083"/>
                  </a:lnTo>
                  <a:lnTo>
                    <a:pt x="2297311" y="1571788"/>
                  </a:lnTo>
                  <a:lnTo>
                    <a:pt x="2242255" y="1561184"/>
                  </a:lnTo>
                  <a:lnTo>
                    <a:pt x="2186952" y="1550431"/>
                  </a:lnTo>
                  <a:lnTo>
                    <a:pt x="2131682" y="1539698"/>
                  </a:lnTo>
                  <a:lnTo>
                    <a:pt x="2076722" y="1529153"/>
                  </a:lnTo>
                  <a:lnTo>
                    <a:pt x="2022304" y="1518952"/>
                  </a:lnTo>
                  <a:lnTo>
                    <a:pt x="1968580" y="1509229"/>
                  </a:lnTo>
                  <a:lnTo>
                    <a:pt x="1915592" y="1500091"/>
                  </a:lnTo>
                  <a:lnTo>
                    <a:pt x="1863248" y="1491612"/>
                  </a:lnTo>
                  <a:lnTo>
                    <a:pt x="1811298" y="1483836"/>
                  </a:lnTo>
                  <a:lnTo>
                    <a:pt x="1759313" y="1476773"/>
                  </a:lnTo>
                  <a:lnTo>
                    <a:pt x="1719082" y="1471839"/>
                  </a:lnTo>
                  <a:lnTo>
                    <a:pt x="1670677" y="1466539"/>
                  </a:lnTo>
                  <a:lnTo>
                    <a:pt x="1620527" y="1461796"/>
                  </a:lnTo>
                  <a:lnTo>
                    <a:pt x="1567778" y="1457576"/>
                  </a:lnTo>
                  <a:lnTo>
                    <a:pt x="1511477" y="1453829"/>
                  </a:lnTo>
                  <a:lnTo>
                    <a:pt x="1450665" y="1450498"/>
                  </a:lnTo>
                  <a:lnTo>
                    <a:pt x="1384464" y="1447529"/>
                  </a:lnTo>
                  <a:lnTo>
                    <a:pt x="1312201" y="1444877"/>
                  </a:lnTo>
                  <a:lnTo>
                    <a:pt x="1233567" y="1442504"/>
                  </a:lnTo>
                  <a:lnTo>
                    <a:pt x="1148828" y="1440387"/>
                  </a:lnTo>
                  <a:lnTo>
                    <a:pt x="1059065" y="1438511"/>
                  </a:lnTo>
                  <a:lnTo>
                    <a:pt x="966390" y="1436873"/>
                  </a:lnTo>
                  <a:lnTo>
                    <a:pt x="874039" y="1435476"/>
                  </a:lnTo>
                  <a:lnTo>
                    <a:pt x="786209" y="1434326"/>
                  </a:lnTo>
                  <a:lnTo>
                    <a:pt x="707545" y="1433425"/>
                  </a:lnTo>
                  <a:lnTo>
                    <a:pt x="642297" y="1432766"/>
                  </a:lnTo>
                  <a:lnTo>
                    <a:pt x="593341" y="1432327"/>
                  </a:lnTo>
                  <a:lnTo>
                    <a:pt x="561397" y="1432071"/>
                  </a:lnTo>
                  <a:lnTo>
                    <a:pt x="544702" y="1431951"/>
                  </a:lnTo>
                  <a:lnTo>
                    <a:pt x="539162" y="1431915"/>
                  </a:lnTo>
                  <a:lnTo>
                    <a:pt x="538736" y="1431912"/>
                  </a:lnTo>
                  <a:lnTo>
                    <a:pt x="0" y="14319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3" name="pg1043"/>
            <p:cNvSpPr/>
            <p:nvPr/>
          </p:nvSpPr>
          <p:spPr>
            <a:xfrm>
              <a:off x="546595" y="3129718"/>
              <a:ext cx="8234974" cy="980016"/>
            </a:xfrm>
            <a:custGeom>
              <a:avLst/>
              <a:pathLst>
                <a:path w="8234974" h="980016">
                  <a:moveTo>
                    <a:pt x="0" y="707789"/>
                  </a:moveTo>
                  <a:lnTo>
                    <a:pt x="538736" y="707789"/>
                  </a:lnTo>
                  <a:lnTo>
                    <a:pt x="540038" y="707798"/>
                  </a:lnTo>
                  <a:lnTo>
                    <a:pt x="548528" y="707863"/>
                  </a:lnTo>
                  <a:lnTo>
                    <a:pt x="569692" y="708042"/>
                  </a:lnTo>
                  <a:lnTo>
                    <a:pt x="606926" y="708393"/>
                  </a:lnTo>
                  <a:lnTo>
                    <a:pt x="661205" y="708967"/>
                  </a:lnTo>
                  <a:lnTo>
                    <a:pt x="731070" y="709801"/>
                  </a:lnTo>
                  <a:lnTo>
                    <a:pt x="813112" y="710913"/>
                  </a:lnTo>
                  <a:lnTo>
                    <a:pt x="902853" y="712309"/>
                  </a:lnTo>
                  <a:lnTo>
                    <a:pt x="995712" y="713983"/>
                  </a:lnTo>
                  <a:lnTo>
                    <a:pt x="1087759" y="715930"/>
                  </a:lnTo>
                  <a:lnTo>
                    <a:pt x="1176109" y="718147"/>
                  </a:lnTo>
                  <a:lnTo>
                    <a:pt x="1258993" y="720642"/>
                  </a:lnTo>
                  <a:lnTo>
                    <a:pt x="1335613" y="723434"/>
                  </a:lnTo>
                  <a:lnTo>
                    <a:pt x="1405909" y="726556"/>
                  </a:lnTo>
                  <a:lnTo>
                    <a:pt x="1470325" y="730053"/>
                  </a:lnTo>
                  <a:lnTo>
                    <a:pt x="1529614" y="733979"/>
                  </a:lnTo>
                  <a:lnTo>
                    <a:pt x="1584689" y="738399"/>
                  </a:lnTo>
                  <a:lnTo>
                    <a:pt x="1636518" y="743375"/>
                  </a:lnTo>
                  <a:lnTo>
                    <a:pt x="1686031" y="748961"/>
                  </a:lnTo>
                  <a:lnTo>
                    <a:pt x="1719082" y="753160"/>
                  </a:lnTo>
                  <a:lnTo>
                    <a:pt x="1771408" y="760558"/>
                  </a:lnTo>
                  <a:lnTo>
                    <a:pt x="1823233" y="768754"/>
                  </a:lnTo>
                  <a:lnTo>
                    <a:pt x="1875138" y="777758"/>
                  </a:lnTo>
                  <a:lnTo>
                    <a:pt x="1927508" y="787549"/>
                  </a:lnTo>
                  <a:lnTo>
                    <a:pt x="1980552" y="798070"/>
                  </a:lnTo>
                  <a:lnTo>
                    <a:pt x="2034331" y="809230"/>
                  </a:lnTo>
                  <a:lnTo>
                    <a:pt x="2088777" y="820899"/>
                  </a:lnTo>
                  <a:lnTo>
                    <a:pt x="2143717" y="832921"/>
                  </a:lnTo>
                  <a:lnTo>
                    <a:pt x="2198908" y="845115"/>
                  </a:lnTo>
                  <a:lnTo>
                    <a:pt x="2254071" y="857289"/>
                  </a:lnTo>
                  <a:lnTo>
                    <a:pt x="2308930" y="869255"/>
                  </a:lnTo>
                  <a:lnTo>
                    <a:pt x="2363255" y="880835"/>
                  </a:lnTo>
                  <a:lnTo>
                    <a:pt x="2416890" y="891877"/>
                  </a:lnTo>
                  <a:lnTo>
                    <a:pt x="2469791" y="902259"/>
                  </a:lnTo>
                  <a:lnTo>
                    <a:pt x="2522046" y="911897"/>
                  </a:lnTo>
                  <a:lnTo>
                    <a:pt x="2573899" y="920742"/>
                  </a:lnTo>
                  <a:lnTo>
                    <a:pt x="2625770" y="928778"/>
                  </a:lnTo>
                  <a:lnTo>
                    <a:pt x="2667772" y="934645"/>
                  </a:lnTo>
                  <a:lnTo>
                    <a:pt x="2716174" y="940666"/>
                  </a:lnTo>
                  <a:lnTo>
                    <a:pt x="2766319" y="946056"/>
                  </a:lnTo>
                  <a:lnTo>
                    <a:pt x="2819063" y="950850"/>
                  </a:lnTo>
                  <a:lnTo>
                    <a:pt x="2875358" y="955108"/>
                  </a:lnTo>
                  <a:lnTo>
                    <a:pt x="2936164" y="958893"/>
                  </a:lnTo>
                  <a:lnTo>
                    <a:pt x="3002356" y="962267"/>
                  </a:lnTo>
                  <a:lnTo>
                    <a:pt x="3074610" y="965281"/>
                  </a:lnTo>
                  <a:lnTo>
                    <a:pt x="3153233" y="967977"/>
                  </a:lnTo>
                  <a:lnTo>
                    <a:pt x="3237961" y="970383"/>
                  </a:lnTo>
                  <a:lnTo>
                    <a:pt x="3327713" y="972515"/>
                  </a:lnTo>
                  <a:lnTo>
                    <a:pt x="3420379" y="974377"/>
                  </a:lnTo>
                  <a:lnTo>
                    <a:pt x="3512725" y="975965"/>
                  </a:lnTo>
                  <a:lnTo>
                    <a:pt x="3600555" y="977272"/>
                  </a:lnTo>
                  <a:lnTo>
                    <a:pt x="3679225" y="978295"/>
                  </a:lnTo>
                  <a:lnTo>
                    <a:pt x="3744486" y="979044"/>
                  </a:lnTo>
                  <a:lnTo>
                    <a:pt x="3793460" y="979544"/>
                  </a:lnTo>
                  <a:lnTo>
                    <a:pt x="3825424" y="979835"/>
                  </a:lnTo>
                  <a:lnTo>
                    <a:pt x="3842137" y="979972"/>
                  </a:lnTo>
                  <a:lnTo>
                    <a:pt x="3847690" y="980013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7" y="979756"/>
                  </a:lnTo>
                  <a:lnTo>
                    <a:pt x="4417444" y="979127"/>
                  </a:lnTo>
                  <a:lnTo>
                    <a:pt x="4454267" y="977892"/>
                  </a:lnTo>
                  <a:lnTo>
                    <a:pt x="4507996" y="975874"/>
                  </a:lnTo>
                  <a:lnTo>
                    <a:pt x="4577234" y="972942"/>
                  </a:lnTo>
                  <a:lnTo>
                    <a:pt x="4658650" y="969027"/>
                  </a:lnTo>
                  <a:lnTo>
                    <a:pt x="4747837" y="964112"/>
                  </a:lnTo>
                  <a:lnTo>
                    <a:pt x="4840264" y="958211"/>
                  </a:lnTo>
                  <a:lnTo>
                    <a:pt x="4932015" y="951349"/>
                  </a:lnTo>
                  <a:lnTo>
                    <a:pt x="5020200" y="943534"/>
                  </a:lnTo>
                  <a:lnTo>
                    <a:pt x="5103023" y="934739"/>
                  </a:lnTo>
                  <a:lnTo>
                    <a:pt x="5179656" y="924900"/>
                  </a:lnTo>
                  <a:lnTo>
                    <a:pt x="5250007" y="913903"/>
                  </a:lnTo>
                  <a:lnTo>
                    <a:pt x="5314491" y="901596"/>
                  </a:lnTo>
                  <a:lnTo>
                    <a:pt x="5373837" y="887784"/>
                  </a:lnTo>
                  <a:lnTo>
                    <a:pt x="5428940" y="872248"/>
                  </a:lnTo>
                  <a:lnTo>
                    <a:pt x="5480756" y="854763"/>
                  </a:lnTo>
                  <a:lnTo>
                    <a:pt x="5530208" y="835137"/>
                  </a:lnTo>
                  <a:lnTo>
                    <a:pt x="5567201" y="818494"/>
                  </a:lnTo>
                  <a:lnTo>
                    <a:pt x="5615231" y="794441"/>
                  </a:lnTo>
                  <a:lnTo>
                    <a:pt x="5662792" y="768002"/>
                  </a:lnTo>
                  <a:lnTo>
                    <a:pt x="5710355" y="739140"/>
                  </a:lnTo>
                  <a:lnTo>
                    <a:pt x="5758244" y="707894"/>
                  </a:lnTo>
                  <a:lnTo>
                    <a:pt x="5806660" y="674391"/>
                  </a:lnTo>
                  <a:lnTo>
                    <a:pt x="5855689" y="638847"/>
                  </a:lnTo>
                  <a:lnTo>
                    <a:pt x="5905320" y="601570"/>
                  </a:lnTo>
                  <a:lnTo>
                    <a:pt x="5955462" y="562955"/>
                  </a:lnTo>
                  <a:lnTo>
                    <a:pt x="6005957" y="523460"/>
                  </a:lnTo>
                  <a:lnTo>
                    <a:pt x="6056604" y="483595"/>
                  </a:lnTo>
                  <a:lnTo>
                    <a:pt x="6107186" y="443887"/>
                  </a:lnTo>
                  <a:lnTo>
                    <a:pt x="6157493" y="404856"/>
                  </a:lnTo>
                  <a:lnTo>
                    <a:pt x="6207347" y="366985"/>
                  </a:lnTo>
                  <a:lnTo>
                    <a:pt x="6256626" y="330696"/>
                  </a:lnTo>
                  <a:lnTo>
                    <a:pt x="6305286" y="296334"/>
                  </a:lnTo>
                  <a:lnTo>
                    <a:pt x="6353371" y="264152"/>
                  </a:lnTo>
                  <a:lnTo>
                    <a:pt x="6401035" y="234314"/>
                  </a:lnTo>
                  <a:lnTo>
                    <a:pt x="6448549" y="206893"/>
                  </a:lnTo>
                  <a:lnTo>
                    <a:pt x="6496322" y="181881"/>
                  </a:lnTo>
                  <a:lnTo>
                    <a:pt x="6515891" y="172410"/>
                  </a:lnTo>
                  <a:lnTo>
                    <a:pt x="6564083" y="151061"/>
                  </a:lnTo>
                  <a:lnTo>
                    <a:pt x="6614001" y="131940"/>
                  </a:lnTo>
                  <a:lnTo>
                    <a:pt x="6666488" y="114922"/>
                  </a:lnTo>
                  <a:lnTo>
                    <a:pt x="6722483" y="99803"/>
                  </a:lnTo>
                  <a:lnTo>
                    <a:pt x="6782934" y="86355"/>
                  </a:lnTo>
                  <a:lnTo>
                    <a:pt x="6848710" y="74364"/>
                  </a:lnTo>
                  <a:lnTo>
                    <a:pt x="6920483" y="63646"/>
                  </a:lnTo>
                  <a:lnTo>
                    <a:pt x="6998569" y="54055"/>
                  </a:lnTo>
                  <a:lnTo>
                    <a:pt x="7082729" y="45490"/>
                  </a:lnTo>
                  <a:lnTo>
                    <a:pt x="7171931" y="37894"/>
                  </a:lnTo>
                  <a:lnTo>
                    <a:pt x="7264133" y="31251"/>
                  </a:lnTo>
                  <a:lnTo>
                    <a:pt x="7356194" y="25575"/>
                  </a:lnTo>
                  <a:lnTo>
                    <a:pt x="7444006" y="20889"/>
                  </a:lnTo>
                  <a:lnTo>
                    <a:pt x="7522991" y="17203"/>
                  </a:lnTo>
                  <a:lnTo>
                    <a:pt x="7588901" y="14490"/>
                  </a:lnTo>
                  <a:lnTo>
                    <a:pt x="7638786" y="12665"/>
                  </a:lnTo>
                  <a:lnTo>
                    <a:pt x="7671776" y="11586"/>
                  </a:lnTo>
                  <a:lnTo>
                    <a:pt x="7689435" y="11068"/>
                  </a:lnTo>
                  <a:lnTo>
                    <a:pt x="7695642" y="10903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1"/>
                  </a:lnTo>
                  <a:lnTo>
                    <a:pt x="7686565" y="259"/>
                  </a:lnTo>
                  <a:lnTo>
                    <a:pt x="7665649" y="888"/>
                  </a:lnTo>
                  <a:lnTo>
                    <a:pt x="7628826" y="2123"/>
                  </a:lnTo>
                  <a:lnTo>
                    <a:pt x="7575096" y="4141"/>
                  </a:lnTo>
                  <a:lnTo>
                    <a:pt x="7505859" y="7073"/>
                  </a:lnTo>
                  <a:lnTo>
                    <a:pt x="7424443" y="10988"/>
                  </a:lnTo>
                  <a:lnTo>
                    <a:pt x="7335255" y="15903"/>
                  </a:lnTo>
                  <a:lnTo>
                    <a:pt x="7242828" y="21804"/>
                  </a:lnTo>
                  <a:lnTo>
                    <a:pt x="7151077" y="28666"/>
                  </a:lnTo>
                  <a:lnTo>
                    <a:pt x="7062893" y="36482"/>
                  </a:lnTo>
                  <a:lnTo>
                    <a:pt x="6980069" y="45276"/>
                  </a:lnTo>
                  <a:lnTo>
                    <a:pt x="6903436" y="55115"/>
                  </a:lnTo>
                  <a:lnTo>
                    <a:pt x="6833086" y="66112"/>
                  </a:lnTo>
                  <a:lnTo>
                    <a:pt x="6768602" y="78419"/>
                  </a:lnTo>
                  <a:lnTo>
                    <a:pt x="6709256" y="92232"/>
                  </a:lnTo>
                  <a:lnTo>
                    <a:pt x="6654152" y="107767"/>
                  </a:lnTo>
                  <a:lnTo>
                    <a:pt x="6602337" y="125252"/>
                  </a:lnTo>
                  <a:lnTo>
                    <a:pt x="6552885" y="144878"/>
                  </a:lnTo>
                  <a:lnTo>
                    <a:pt x="6515891" y="161521"/>
                  </a:lnTo>
                  <a:lnTo>
                    <a:pt x="6467862" y="185574"/>
                  </a:lnTo>
                  <a:lnTo>
                    <a:pt x="6420301" y="212013"/>
                  </a:lnTo>
                  <a:lnTo>
                    <a:pt x="6372738" y="240875"/>
                  </a:lnTo>
                  <a:lnTo>
                    <a:pt x="6324848" y="272121"/>
                  </a:lnTo>
                  <a:lnTo>
                    <a:pt x="6276433" y="305624"/>
                  </a:lnTo>
                  <a:lnTo>
                    <a:pt x="6227404" y="341169"/>
                  </a:lnTo>
                  <a:lnTo>
                    <a:pt x="6177772" y="378445"/>
                  </a:lnTo>
                  <a:lnTo>
                    <a:pt x="6127630" y="417061"/>
                  </a:lnTo>
                  <a:lnTo>
                    <a:pt x="6077136" y="456555"/>
                  </a:lnTo>
                  <a:lnTo>
                    <a:pt x="6026488" y="496420"/>
                  </a:lnTo>
                  <a:lnTo>
                    <a:pt x="5975906" y="536128"/>
                  </a:lnTo>
                  <a:lnTo>
                    <a:pt x="5925600" y="575159"/>
                  </a:lnTo>
                  <a:lnTo>
                    <a:pt x="5875746" y="613030"/>
                  </a:lnTo>
                  <a:lnTo>
                    <a:pt x="5826466" y="649319"/>
                  </a:lnTo>
                  <a:lnTo>
                    <a:pt x="5777807" y="683681"/>
                  </a:lnTo>
                  <a:lnTo>
                    <a:pt x="5729721" y="715863"/>
                  </a:lnTo>
                  <a:lnTo>
                    <a:pt x="5682057" y="745701"/>
                  </a:lnTo>
                  <a:lnTo>
                    <a:pt x="5634543" y="773122"/>
                  </a:lnTo>
                  <a:lnTo>
                    <a:pt x="5586771" y="798134"/>
                  </a:lnTo>
                  <a:lnTo>
                    <a:pt x="5567201" y="807605"/>
                  </a:lnTo>
                  <a:lnTo>
                    <a:pt x="5519009" y="828954"/>
                  </a:lnTo>
                  <a:lnTo>
                    <a:pt x="5469091" y="848075"/>
                  </a:lnTo>
                  <a:lnTo>
                    <a:pt x="5416604" y="865093"/>
                  </a:lnTo>
                  <a:lnTo>
                    <a:pt x="5360610" y="880213"/>
                  </a:lnTo>
                  <a:lnTo>
                    <a:pt x="5300158" y="893660"/>
                  </a:lnTo>
                  <a:lnTo>
                    <a:pt x="5234382" y="905651"/>
                  </a:lnTo>
                  <a:lnTo>
                    <a:pt x="5162610" y="916369"/>
                  </a:lnTo>
                  <a:lnTo>
                    <a:pt x="5084524" y="925960"/>
                  </a:lnTo>
                  <a:lnTo>
                    <a:pt x="5000363" y="934525"/>
                  </a:lnTo>
                  <a:lnTo>
                    <a:pt x="4911162" y="942121"/>
                  </a:lnTo>
                  <a:lnTo>
                    <a:pt x="4818959" y="948764"/>
                  </a:lnTo>
                  <a:lnTo>
                    <a:pt x="4726899" y="954440"/>
                  </a:lnTo>
                  <a:lnTo>
                    <a:pt x="4639086" y="959127"/>
                  </a:lnTo>
                  <a:lnTo>
                    <a:pt x="4560102" y="962812"/>
                  </a:lnTo>
                  <a:lnTo>
                    <a:pt x="4494191" y="965525"/>
                  </a:lnTo>
                  <a:lnTo>
                    <a:pt x="4444306" y="967350"/>
                  </a:lnTo>
                  <a:lnTo>
                    <a:pt x="4411316" y="968429"/>
                  </a:lnTo>
                  <a:lnTo>
                    <a:pt x="4393658" y="968947"/>
                  </a:lnTo>
                  <a:lnTo>
                    <a:pt x="4387451" y="969112"/>
                  </a:lnTo>
                  <a:lnTo>
                    <a:pt x="4386855" y="969127"/>
                  </a:lnTo>
                  <a:lnTo>
                    <a:pt x="3848118" y="969127"/>
                  </a:lnTo>
                  <a:lnTo>
                    <a:pt x="3846817" y="969118"/>
                  </a:lnTo>
                  <a:lnTo>
                    <a:pt x="3838327" y="969053"/>
                  </a:lnTo>
                  <a:lnTo>
                    <a:pt x="3817163" y="968874"/>
                  </a:lnTo>
                  <a:lnTo>
                    <a:pt x="3779929" y="968522"/>
                  </a:lnTo>
                  <a:lnTo>
                    <a:pt x="3725650" y="967948"/>
                  </a:lnTo>
                  <a:lnTo>
                    <a:pt x="3655785" y="967115"/>
                  </a:lnTo>
                  <a:lnTo>
                    <a:pt x="3573743" y="966003"/>
                  </a:lnTo>
                  <a:lnTo>
                    <a:pt x="3484002" y="964607"/>
                  </a:lnTo>
                  <a:lnTo>
                    <a:pt x="3391142" y="962932"/>
                  </a:lnTo>
                  <a:lnTo>
                    <a:pt x="3299096" y="960986"/>
                  </a:lnTo>
                  <a:lnTo>
                    <a:pt x="3210746" y="958769"/>
                  </a:lnTo>
                  <a:lnTo>
                    <a:pt x="3127862" y="956274"/>
                  </a:lnTo>
                  <a:lnTo>
                    <a:pt x="3051242" y="953482"/>
                  </a:lnTo>
                  <a:lnTo>
                    <a:pt x="2980946" y="950360"/>
                  </a:lnTo>
                  <a:lnTo>
                    <a:pt x="2916529" y="946863"/>
                  </a:lnTo>
                  <a:lnTo>
                    <a:pt x="2857241" y="942936"/>
                  </a:lnTo>
                  <a:lnTo>
                    <a:pt x="2802165" y="938517"/>
                  </a:lnTo>
                  <a:lnTo>
                    <a:pt x="2750337" y="933541"/>
                  </a:lnTo>
                  <a:lnTo>
                    <a:pt x="2700824" y="927955"/>
                  </a:lnTo>
                  <a:lnTo>
                    <a:pt x="2667772" y="923755"/>
                  </a:lnTo>
                  <a:lnTo>
                    <a:pt x="2615446" y="916358"/>
                  </a:lnTo>
                  <a:lnTo>
                    <a:pt x="2563622" y="908162"/>
                  </a:lnTo>
                  <a:lnTo>
                    <a:pt x="2511716" y="899157"/>
                  </a:lnTo>
                  <a:lnTo>
                    <a:pt x="2459347" y="889367"/>
                  </a:lnTo>
                  <a:lnTo>
                    <a:pt x="2406303" y="878845"/>
                  </a:lnTo>
                  <a:lnTo>
                    <a:pt x="2352523" y="867686"/>
                  </a:lnTo>
                  <a:lnTo>
                    <a:pt x="2298078" y="856016"/>
                  </a:lnTo>
                  <a:lnTo>
                    <a:pt x="2243138" y="843994"/>
                  </a:lnTo>
                  <a:lnTo>
                    <a:pt x="2187947" y="831801"/>
                  </a:lnTo>
                  <a:lnTo>
                    <a:pt x="2132784" y="819626"/>
                  </a:lnTo>
                  <a:lnTo>
                    <a:pt x="2077924" y="807661"/>
                  </a:lnTo>
                  <a:lnTo>
                    <a:pt x="2023600" y="796081"/>
                  </a:lnTo>
                  <a:lnTo>
                    <a:pt x="1969965" y="785039"/>
                  </a:lnTo>
                  <a:lnTo>
                    <a:pt x="1917064" y="774656"/>
                  </a:lnTo>
                  <a:lnTo>
                    <a:pt x="1864808" y="765018"/>
                  </a:lnTo>
                  <a:lnTo>
                    <a:pt x="1812955" y="756174"/>
                  </a:lnTo>
                  <a:lnTo>
                    <a:pt x="1761085" y="748138"/>
                  </a:lnTo>
                  <a:lnTo>
                    <a:pt x="1719082" y="742271"/>
                  </a:lnTo>
                  <a:lnTo>
                    <a:pt x="1670681" y="736250"/>
                  </a:lnTo>
                  <a:lnTo>
                    <a:pt x="1620535" y="730860"/>
                  </a:lnTo>
                  <a:lnTo>
                    <a:pt x="1567791" y="726065"/>
                  </a:lnTo>
                  <a:lnTo>
                    <a:pt x="1511496" y="721807"/>
                  </a:lnTo>
                  <a:lnTo>
                    <a:pt x="1450691" y="718022"/>
                  </a:lnTo>
                  <a:lnTo>
                    <a:pt x="1384498" y="714649"/>
                  </a:lnTo>
                  <a:lnTo>
                    <a:pt x="1312245" y="711634"/>
                  </a:lnTo>
                  <a:lnTo>
                    <a:pt x="1233621" y="708938"/>
                  </a:lnTo>
                  <a:lnTo>
                    <a:pt x="1148893" y="706532"/>
                  </a:lnTo>
                  <a:lnTo>
                    <a:pt x="1059141" y="704400"/>
                  </a:lnTo>
                  <a:lnTo>
                    <a:pt x="966476" y="702539"/>
                  </a:lnTo>
                  <a:lnTo>
                    <a:pt x="874130" y="700951"/>
                  </a:lnTo>
                  <a:lnTo>
                    <a:pt x="786300" y="699644"/>
                  </a:lnTo>
                  <a:lnTo>
                    <a:pt x="707630" y="698620"/>
                  </a:lnTo>
                  <a:lnTo>
                    <a:pt x="642369" y="697871"/>
                  </a:lnTo>
                  <a:lnTo>
                    <a:pt x="593395" y="697372"/>
                  </a:lnTo>
                  <a:lnTo>
                    <a:pt x="561430" y="697081"/>
                  </a:lnTo>
                  <a:lnTo>
                    <a:pt x="544717" y="696944"/>
                  </a:lnTo>
                  <a:lnTo>
                    <a:pt x="539164" y="696903"/>
                  </a:lnTo>
                  <a:lnTo>
                    <a:pt x="538736" y="696900"/>
                  </a:lnTo>
                  <a:lnTo>
                    <a:pt x="0" y="69690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44" name="pl1044"/>
            <p:cNvSpPr/>
            <p:nvPr/>
          </p:nvSpPr>
          <p:spPr>
            <a:xfrm>
              <a:off x="546595" y="3140607"/>
              <a:ext cx="8234974" cy="969127"/>
            </a:xfrm>
            <a:custGeom>
              <a:avLst/>
              <a:pathLst>
                <a:path w="8234974" h="969127">
                  <a:moveTo>
                    <a:pt x="0" y="696900"/>
                  </a:moveTo>
                  <a:lnTo>
                    <a:pt x="538736" y="696900"/>
                  </a:lnTo>
                  <a:lnTo>
                    <a:pt x="540038" y="696909"/>
                  </a:lnTo>
                  <a:lnTo>
                    <a:pt x="548528" y="696974"/>
                  </a:lnTo>
                  <a:lnTo>
                    <a:pt x="569692" y="697153"/>
                  </a:lnTo>
                  <a:lnTo>
                    <a:pt x="606926" y="697504"/>
                  </a:lnTo>
                  <a:lnTo>
                    <a:pt x="661205" y="698078"/>
                  </a:lnTo>
                  <a:lnTo>
                    <a:pt x="731070" y="698911"/>
                  </a:lnTo>
                  <a:lnTo>
                    <a:pt x="813112" y="700024"/>
                  </a:lnTo>
                  <a:lnTo>
                    <a:pt x="902853" y="701419"/>
                  </a:lnTo>
                  <a:lnTo>
                    <a:pt x="995712" y="703094"/>
                  </a:lnTo>
                  <a:lnTo>
                    <a:pt x="1087759" y="705041"/>
                  </a:lnTo>
                  <a:lnTo>
                    <a:pt x="1176109" y="707258"/>
                  </a:lnTo>
                  <a:lnTo>
                    <a:pt x="1258993" y="709752"/>
                  </a:lnTo>
                  <a:lnTo>
                    <a:pt x="1335613" y="712545"/>
                  </a:lnTo>
                  <a:lnTo>
                    <a:pt x="1405909" y="715667"/>
                  </a:lnTo>
                  <a:lnTo>
                    <a:pt x="1470325" y="719164"/>
                  </a:lnTo>
                  <a:lnTo>
                    <a:pt x="1529614" y="723090"/>
                  </a:lnTo>
                  <a:lnTo>
                    <a:pt x="1584689" y="727510"/>
                  </a:lnTo>
                  <a:lnTo>
                    <a:pt x="1636518" y="732486"/>
                  </a:lnTo>
                  <a:lnTo>
                    <a:pt x="1686031" y="738072"/>
                  </a:lnTo>
                  <a:lnTo>
                    <a:pt x="1719082" y="742271"/>
                  </a:lnTo>
                  <a:lnTo>
                    <a:pt x="1771408" y="749669"/>
                  </a:lnTo>
                  <a:lnTo>
                    <a:pt x="1823233" y="757865"/>
                  </a:lnTo>
                  <a:lnTo>
                    <a:pt x="1875138" y="766869"/>
                  </a:lnTo>
                  <a:lnTo>
                    <a:pt x="1927508" y="776660"/>
                  </a:lnTo>
                  <a:lnTo>
                    <a:pt x="1980552" y="787181"/>
                  </a:lnTo>
                  <a:lnTo>
                    <a:pt x="2034331" y="798341"/>
                  </a:lnTo>
                  <a:lnTo>
                    <a:pt x="2088777" y="810010"/>
                  </a:lnTo>
                  <a:lnTo>
                    <a:pt x="2143717" y="822032"/>
                  </a:lnTo>
                  <a:lnTo>
                    <a:pt x="2198908" y="834226"/>
                  </a:lnTo>
                  <a:lnTo>
                    <a:pt x="2254071" y="846400"/>
                  </a:lnTo>
                  <a:lnTo>
                    <a:pt x="2308930" y="858366"/>
                  </a:lnTo>
                  <a:lnTo>
                    <a:pt x="2363255" y="869946"/>
                  </a:lnTo>
                  <a:lnTo>
                    <a:pt x="2416890" y="880988"/>
                  </a:lnTo>
                  <a:lnTo>
                    <a:pt x="2469791" y="891370"/>
                  </a:lnTo>
                  <a:lnTo>
                    <a:pt x="2522046" y="901008"/>
                  </a:lnTo>
                  <a:lnTo>
                    <a:pt x="2573899" y="909853"/>
                  </a:lnTo>
                  <a:lnTo>
                    <a:pt x="2625770" y="917889"/>
                  </a:lnTo>
                  <a:lnTo>
                    <a:pt x="2667772" y="923755"/>
                  </a:lnTo>
                  <a:lnTo>
                    <a:pt x="2716174" y="929777"/>
                  </a:lnTo>
                  <a:lnTo>
                    <a:pt x="2766319" y="935167"/>
                  </a:lnTo>
                  <a:lnTo>
                    <a:pt x="2819063" y="939961"/>
                  </a:lnTo>
                  <a:lnTo>
                    <a:pt x="2875358" y="944219"/>
                  </a:lnTo>
                  <a:lnTo>
                    <a:pt x="2936164" y="948004"/>
                  </a:lnTo>
                  <a:lnTo>
                    <a:pt x="3002356" y="951378"/>
                  </a:lnTo>
                  <a:lnTo>
                    <a:pt x="3074610" y="954392"/>
                  </a:lnTo>
                  <a:lnTo>
                    <a:pt x="3153233" y="957088"/>
                  </a:lnTo>
                  <a:lnTo>
                    <a:pt x="3237961" y="959494"/>
                  </a:lnTo>
                  <a:lnTo>
                    <a:pt x="3327713" y="961626"/>
                  </a:lnTo>
                  <a:lnTo>
                    <a:pt x="3420379" y="963488"/>
                  </a:lnTo>
                  <a:lnTo>
                    <a:pt x="3512725" y="965076"/>
                  </a:lnTo>
                  <a:lnTo>
                    <a:pt x="3600555" y="966383"/>
                  </a:lnTo>
                  <a:lnTo>
                    <a:pt x="3679225" y="967406"/>
                  </a:lnTo>
                  <a:lnTo>
                    <a:pt x="3744486" y="968155"/>
                  </a:lnTo>
                  <a:lnTo>
                    <a:pt x="3793460" y="968654"/>
                  </a:lnTo>
                  <a:lnTo>
                    <a:pt x="3825424" y="968946"/>
                  </a:lnTo>
                  <a:lnTo>
                    <a:pt x="3842137" y="969083"/>
                  </a:lnTo>
                  <a:lnTo>
                    <a:pt x="3847690" y="969124"/>
                  </a:lnTo>
                  <a:lnTo>
                    <a:pt x="3848118" y="969127"/>
                  </a:lnTo>
                  <a:lnTo>
                    <a:pt x="4386855" y="969127"/>
                  </a:lnTo>
                  <a:lnTo>
                    <a:pt x="4388140" y="969095"/>
                  </a:lnTo>
                  <a:lnTo>
                    <a:pt x="4396527" y="968867"/>
                  </a:lnTo>
                  <a:lnTo>
                    <a:pt x="4417444" y="968238"/>
                  </a:lnTo>
                  <a:lnTo>
                    <a:pt x="4454267" y="967003"/>
                  </a:lnTo>
                  <a:lnTo>
                    <a:pt x="4507996" y="964985"/>
                  </a:lnTo>
                  <a:lnTo>
                    <a:pt x="4577234" y="962053"/>
                  </a:lnTo>
                  <a:lnTo>
                    <a:pt x="4658650" y="958138"/>
                  </a:lnTo>
                  <a:lnTo>
                    <a:pt x="4747837" y="953223"/>
                  </a:lnTo>
                  <a:lnTo>
                    <a:pt x="4840264" y="947322"/>
                  </a:lnTo>
                  <a:lnTo>
                    <a:pt x="4932015" y="940460"/>
                  </a:lnTo>
                  <a:lnTo>
                    <a:pt x="5020200" y="932645"/>
                  </a:lnTo>
                  <a:lnTo>
                    <a:pt x="5103023" y="923850"/>
                  </a:lnTo>
                  <a:lnTo>
                    <a:pt x="5179656" y="914011"/>
                  </a:lnTo>
                  <a:lnTo>
                    <a:pt x="5250007" y="903014"/>
                  </a:lnTo>
                  <a:lnTo>
                    <a:pt x="5314491" y="890707"/>
                  </a:lnTo>
                  <a:lnTo>
                    <a:pt x="5373837" y="876895"/>
                  </a:lnTo>
                  <a:lnTo>
                    <a:pt x="5428940" y="861359"/>
                  </a:lnTo>
                  <a:lnTo>
                    <a:pt x="5480756" y="843874"/>
                  </a:lnTo>
                  <a:lnTo>
                    <a:pt x="5530208" y="824248"/>
                  </a:lnTo>
                  <a:lnTo>
                    <a:pt x="5567201" y="807605"/>
                  </a:lnTo>
                  <a:lnTo>
                    <a:pt x="5615231" y="783552"/>
                  </a:lnTo>
                  <a:lnTo>
                    <a:pt x="5662792" y="757113"/>
                  </a:lnTo>
                  <a:lnTo>
                    <a:pt x="5710355" y="728251"/>
                  </a:lnTo>
                  <a:lnTo>
                    <a:pt x="5758244" y="697005"/>
                  </a:lnTo>
                  <a:lnTo>
                    <a:pt x="5806660" y="663502"/>
                  </a:lnTo>
                  <a:lnTo>
                    <a:pt x="5855689" y="627957"/>
                  </a:lnTo>
                  <a:lnTo>
                    <a:pt x="5905320" y="590681"/>
                  </a:lnTo>
                  <a:lnTo>
                    <a:pt x="5955462" y="552066"/>
                  </a:lnTo>
                  <a:lnTo>
                    <a:pt x="6005957" y="512571"/>
                  </a:lnTo>
                  <a:lnTo>
                    <a:pt x="6056604" y="472706"/>
                  </a:lnTo>
                  <a:lnTo>
                    <a:pt x="6107186" y="432998"/>
                  </a:lnTo>
                  <a:lnTo>
                    <a:pt x="6157493" y="393967"/>
                  </a:lnTo>
                  <a:lnTo>
                    <a:pt x="6207347" y="356096"/>
                  </a:lnTo>
                  <a:lnTo>
                    <a:pt x="6256626" y="319807"/>
                  </a:lnTo>
                  <a:lnTo>
                    <a:pt x="6305286" y="285445"/>
                  </a:lnTo>
                  <a:lnTo>
                    <a:pt x="6353371" y="253263"/>
                  </a:lnTo>
                  <a:lnTo>
                    <a:pt x="6401035" y="223425"/>
                  </a:lnTo>
                  <a:lnTo>
                    <a:pt x="6448549" y="196004"/>
                  </a:lnTo>
                  <a:lnTo>
                    <a:pt x="6496322" y="170992"/>
                  </a:lnTo>
                  <a:lnTo>
                    <a:pt x="6515891" y="161521"/>
                  </a:lnTo>
                  <a:lnTo>
                    <a:pt x="6564083" y="140172"/>
                  </a:lnTo>
                  <a:lnTo>
                    <a:pt x="6614001" y="121051"/>
                  </a:lnTo>
                  <a:lnTo>
                    <a:pt x="6666488" y="104033"/>
                  </a:lnTo>
                  <a:lnTo>
                    <a:pt x="6722483" y="88914"/>
                  </a:lnTo>
                  <a:lnTo>
                    <a:pt x="6782934" y="75466"/>
                  </a:lnTo>
                  <a:lnTo>
                    <a:pt x="6848710" y="63475"/>
                  </a:lnTo>
                  <a:lnTo>
                    <a:pt x="6920483" y="52757"/>
                  </a:lnTo>
                  <a:lnTo>
                    <a:pt x="6998569" y="43166"/>
                  </a:lnTo>
                  <a:lnTo>
                    <a:pt x="7082729" y="34601"/>
                  </a:lnTo>
                  <a:lnTo>
                    <a:pt x="7171931" y="27005"/>
                  </a:lnTo>
                  <a:lnTo>
                    <a:pt x="7264133" y="20362"/>
                  </a:lnTo>
                  <a:lnTo>
                    <a:pt x="7356194" y="14686"/>
                  </a:lnTo>
                  <a:lnTo>
                    <a:pt x="7444006" y="9999"/>
                  </a:lnTo>
                  <a:lnTo>
                    <a:pt x="7522991" y="6314"/>
                  </a:lnTo>
                  <a:lnTo>
                    <a:pt x="7588901" y="3601"/>
                  </a:lnTo>
                  <a:lnTo>
                    <a:pt x="7638786" y="1776"/>
                  </a:lnTo>
                  <a:lnTo>
                    <a:pt x="7671776" y="697"/>
                  </a:lnTo>
                  <a:lnTo>
                    <a:pt x="7689435" y="179"/>
                  </a:lnTo>
                  <a:lnTo>
                    <a:pt x="7695642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5" name="pl1045"/>
            <p:cNvSpPr/>
            <p:nvPr/>
          </p:nvSpPr>
          <p:spPr>
            <a:xfrm>
              <a:off x="546595" y="3129718"/>
              <a:ext cx="8234974" cy="969127"/>
            </a:xfrm>
            <a:custGeom>
              <a:avLst/>
              <a:pathLst>
                <a:path w="8234974" h="969127">
                  <a:moveTo>
                    <a:pt x="8234974" y="0"/>
                  </a:moveTo>
                  <a:lnTo>
                    <a:pt x="7696237" y="0"/>
                  </a:lnTo>
                  <a:lnTo>
                    <a:pt x="7694952" y="31"/>
                  </a:lnTo>
                  <a:lnTo>
                    <a:pt x="7686565" y="259"/>
                  </a:lnTo>
                  <a:lnTo>
                    <a:pt x="7665649" y="888"/>
                  </a:lnTo>
                  <a:lnTo>
                    <a:pt x="7628826" y="2123"/>
                  </a:lnTo>
                  <a:lnTo>
                    <a:pt x="7575096" y="4141"/>
                  </a:lnTo>
                  <a:lnTo>
                    <a:pt x="7505859" y="7073"/>
                  </a:lnTo>
                  <a:lnTo>
                    <a:pt x="7424443" y="10988"/>
                  </a:lnTo>
                  <a:lnTo>
                    <a:pt x="7335255" y="15903"/>
                  </a:lnTo>
                  <a:lnTo>
                    <a:pt x="7242828" y="21804"/>
                  </a:lnTo>
                  <a:lnTo>
                    <a:pt x="7151077" y="28666"/>
                  </a:lnTo>
                  <a:lnTo>
                    <a:pt x="7062893" y="36482"/>
                  </a:lnTo>
                  <a:lnTo>
                    <a:pt x="6980069" y="45276"/>
                  </a:lnTo>
                  <a:lnTo>
                    <a:pt x="6903436" y="55115"/>
                  </a:lnTo>
                  <a:lnTo>
                    <a:pt x="6833086" y="66112"/>
                  </a:lnTo>
                  <a:lnTo>
                    <a:pt x="6768602" y="78419"/>
                  </a:lnTo>
                  <a:lnTo>
                    <a:pt x="6709256" y="92232"/>
                  </a:lnTo>
                  <a:lnTo>
                    <a:pt x="6654152" y="107767"/>
                  </a:lnTo>
                  <a:lnTo>
                    <a:pt x="6602337" y="125252"/>
                  </a:lnTo>
                  <a:lnTo>
                    <a:pt x="6552885" y="144878"/>
                  </a:lnTo>
                  <a:lnTo>
                    <a:pt x="6515891" y="161521"/>
                  </a:lnTo>
                  <a:lnTo>
                    <a:pt x="6467862" y="185574"/>
                  </a:lnTo>
                  <a:lnTo>
                    <a:pt x="6420301" y="212013"/>
                  </a:lnTo>
                  <a:lnTo>
                    <a:pt x="6372738" y="240875"/>
                  </a:lnTo>
                  <a:lnTo>
                    <a:pt x="6324848" y="272121"/>
                  </a:lnTo>
                  <a:lnTo>
                    <a:pt x="6276433" y="305624"/>
                  </a:lnTo>
                  <a:lnTo>
                    <a:pt x="6227404" y="341169"/>
                  </a:lnTo>
                  <a:lnTo>
                    <a:pt x="6177772" y="378445"/>
                  </a:lnTo>
                  <a:lnTo>
                    <a:pt x="6127630" y="417061"/>
                  </a:lnTo>
                  <a:lnTo>
                    <a:pt x="6077136" y="456555"/>
                  </a:lnTo>
                  <a:lnTo>
                    <a:pt x="6026488" y="496420"/>
                  </a:lnTo>
                  <a:lnTo>
                    <a:pt x="5975906" y="536128"/>
                  </a:lnTo>
                  <a:lnTo>
                    <a:pt x="5925600" y="575159"/>
                  </a:lnTo>
                  <a:lnTo>
                    <a:pt x="5875746" y="613030"/>
                  </a:lnTo>
                  <a:lnTo>
                    <a:pt x="5826466" y="649319"/>
                  </a:lnTo>
                  <a:lnTo>
                    <a:pt x="5777807" y="683681"/>
                  </a:lnTo>
                  <a:lnTo>
                    <a:pt x="5729721" y="715863"/>
                  </a:lnTo>
                  <a:lnTo>
                    <a:pt x="5682057" y="745701"/>
                  </a:lnTo>
                  <a:lnTo>
                    <a:pt x="5634543" y="773122"/>
                  </a:lnTo>
                  <a:lnTo>
                    <a:pt x="5586771" y="798134"/>
                  </a:lnTo>
                  <a:lnTo>
                    <a:pt x="5567201" y="807605"/>
                  </a:lnTo>
                  <a:lnTo>
                    <a:pt x="5519009" y="828954"/>
                  </a:lnTo>
                  <a:lnTo>
                    <a:pt x="5469091" y="848075"/>
                  </a:lnTo>
                  <a:lnTo>
                    <a:pt x="5416604" y="865093"/>
                  </a:lnTo>
                  <a:lnTo>
                    <a:pt x="5360610" y="880213"/>
                  </a:lnTo>
                  <a:lnTo>
                    <a:pt x="5300158" y="893660"/>
                  </a:lnTo>
                  <a:lnTo>
                    <a:pt x="5234382" y="905651"/>
                  </a:lnTo>
                  <a:lnTo>
                    <a:pt x="5162610" y="916369"/>
                  </a:lnTo>
                  <a:lnTo>
                    <a:pt x="5084524" y="925960"/>
                  </a:lnTo>
                  <a:lnTo>
                    <a:pt x="5000363" y="934525"/>
                  </a:lnTo>
                  <a:lnTo>
                    <a:pt x="4911162" y="942121"/>
                  </a:lnTo>
                  <a:lnTo>
                    <a:pt x="4818959" y="948764"/>
                  </a:lnTo>
                  <a:lnTo>
                    <a:pt x="4726899" y="954440"/>
                  </a:lnTo>
                  <a:lnTo>
                    <a:pt x="4639086" y="959127"/>
                  </a:lnTo>
                  <a:lnTo>
                    <a:pt x="4560102" y="962812"/>
                  </a:lnTo>
                  <a:lnTo>
                    <a:pt x="4494191" y="965525"/>
                  </a:lnTo>
                  <a:lnTo>
                    <a:pt x="4444306" y="967350"/>
                  </a:lnTo>
                  <a:lnTo>
                    <a:pt x="4411316" y="968429"/>
                  </a:lnTo>
                  <a:lnTo>
                    <a:pt x="4393658" y="968947"/>
                  </a:lnTo>
                  <a:lnTo>
                    <a:pt x="4387451" y="969112"/>
                  </a:lnTo>
                  <a:lnTo>
                    <a:pt x="4386855" y="969127"/>
                  </a:lnTo>
                  <a:lnTo>
                    <a:pt x="3848118" y="969127"/>
                  </a:lnTo>
                  <a:lnTo>
                    <a:pt x="3846817" y="969118"/>
                  </a:lnTo>
                  <a:lnTo>
                    <a:pt x="3838327" y="969053"/>
                  </a:lnTo>
                  <a:lnTo>
                    <a:pt x="3817163" y="968874"/>
                  </a:lnTo>
                  <a:lnTo>
                    <a:pt x="3779929" y="968522"/>
                  </a:lnTo>
                  <a:lnTo>
                    <a:pt x="3725650" y="967948"/>
                  </a:lnTo>
                  <a:lnTo>
                    <a:pt x="3655785" y="967115"/>
                  </a:lnTo>
                  <a:lnTo>
                    <a:pt x="3573743" y="966003"/>
                  </a:lnTo>
                  <a:lnTo>
                    <a:pt x="3484002" y="964607"/>
                  </a:lnTo>
                  <a:lnTo>
                    <a:pt x="3391142" y="962932"/>
                  </a:lnTo>
                  <a:lnTo>
                    <a:pt x="3299096" y="960986"/>
                  </a:lnTo>
                  <a:lnTo>
                    <a:pt x="3210746" y="958769"/>
                  </a:lnTo>
                  <a:lnTo>
                    <a:pt x="3127862" y="956274"/>
                  </a:lnTo>
                  <a:lnTo>
                    <a:pt x="3051242" y="953482"/>
                  </a:lnTo>
                  <a:lnTo>
                    <a:pt x="2980946" y="950360"/>
                  </a:lnTo>
                  <a:lnTo>
                    <a:pt x="2916529" y="946863"/>
                  </a:lnTo>
                  <a:lnTo>
                    <a:pt x="2857241" y="942936"/>
                  </a:lnTo>
                  <a:lnTo>
                    <a:pt x="2802165" y="938517"/>
                  </a:lnTo>
                  <a:lnTo>
                    <a:pt x="2750337" y="933541"/>
                  </a:lnTo>
                  <a:lnTo>
                    <a:pt x="2700824" y="927955"/>
                  </a:lnTo>
                  <a:lnTo>
                    <a:pt x="2667772" y="923755"/>
                  </a:lnTo>
                  <a:lnTo>
                    <a:pt x="2615446" y="916358"/>
                  </a:lnTo>
                  <a:lnTo>
                    <a:pt x="2563622" y="908162"/>
                  </a:lnTo>
                  <a:lnTo>
                    <a:pt x="2511716" y="899157"/>
                  </a:lnTo>
                  <a:lnTo>
                    <a:pt x="2459347" y="889367"/>
                  </a:lnTo>
                  <a:lnTo>
                    <a:pt x="2406303" y="878845"/>
                  </a:lnTo>
                  <a:lnTo>
                    <a:pt x="2352523" y="867686"/>
                  </a:lnTo>
                  <a:lnTo>
                    <a:pt x="2298078" y="856016"/>
                  </a:lnTo>
                  <a:lnTo>
                    <a:pt x="2243138" y="843994"/>
                  </a:lnTo>
                  <a:lnTo>
                    <a:pt x="2187947" y="831801"/>
                  </a:lnTo>
                  <a:lnTo>
                    <a:pt x="2132784" y="819626"/>
                  </a:lnTo>
                  <a:lnTo>
                    <a:pt x="2077924" y="807661"/>
                  </a:lnTo>
                  <a:lnTo>
                    <a:pt x="2023600" y="796081"/>
                  </a:lnTo>
                  <a:lnTo>
                    <a:pt x="1969965" y="785039"/>
                  </a:lnTo>
                  <a:lnTo>
                    <a:pt x="1917064" y="774656"/>
                  </a:lnTo>
                  <a:lnTo>
                    <a:pt x="1864808" y="765018"/>
                  </a:lnTo>
                  <a:lnTo>
                    <a:pt x="1812955" y="756174"/>
                  </a:lnTo>
                  <a:lnTo>
                    <a:pt x="1761085" y="748138"/>
                  </a:lnTo>
                  <a:lnTo>
                    <a:pt x="1719082" y="742271"/>
                  </a:lnTo>
                  <a:lnTo>
                    <a:pt x="1670681" y="736250"/>
                  </a:lnTo>
                  <a:lnTo>
                    <a:pt x="1620535" y="730860"/>
                  </a:lnTo>
                  <a:lnTo>
                    <a:pt x="1567791" y="726065"/>
                  </a:lnTo>
                  <a:lnTo>
                    <a:pt x="1511496" y="721807"/>
                  </a:lnTo>
                  <a:lnTo>
                    <a:pt x="1450691" y="718022"/>
                  </a:lnTo>
                  <a:lnTo>
                    <a:pt x="1384498" y="714649"/>
                  </a:lnTo>
                  <a:lnTo>
                    <a:pt x="1312245" y="711634"/>
                  </a:lnTo>
                  <a:lnTo>
                    <a:pt x="1233621" y="708938"/>
                  </a:lnTo>
                  <a:lnTo>
                    <a:pt x="1148893" y="706532"/>
                  </a:lnTo>
                  <a:lnTo>
                    <a:pt x="1059141" y="704400"/>
                  </a:lnTo>
                  <a:lnTo>
                    <a:pt x="966476" y="702539"/>
                  </a:lnTo>
                  <a:lnTo>
                    <a:pt x="874130" y="700951"/>
                  </a:lnTo>
                  <a:lnTo>
                    <a:pt x="786300" y="699644"/>
                  </a:lnTo>
                  <a:lnTo>
                    <a:pt x="707630" y="698620"/>
                  </a:lnTo>
                  <a:lnTo>
                    <a:pt x="642369" y="697871"/>
                  </a:lnTo>
                  <a:lnTo>
                    <a:pt x="593395" y="697372"/>
                  </a:lnTo>
                  <a:lnTo>
                    <a:pt x="561430" y="697081"/>
                  </a:lnTo>
                  <a:lnTo>
                    <a:pt x="544717" y="696944"/>
                  </a:lnTo>
                  <a:lnTo>
                    <a:pt x="539164" y="696903"/>
                  </a:lnTo>
                  <a:lnTo>
                    <a:pt x="538736" y="696900"/>
                  </a:lnTo>
                  <a:lnTo>
                    <a:pt x="0" y="696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6" name="pg1046"/>
            <p:cNvSpPr/>
            <p:nvPr/>
          </p:nvSpPr>
          <p:spPr>
            <a:xfrm>
              <a:off x="546595" y="3837508"/>
              <a:ext cx="8234974" cy="615232"/>
            </a:xfrm>
            <a:custGeom>
              <a:avLst/>
              <a:pathLst>
                <a:path w="8234974" h="615232">
                  <a:moveTo>
                    <a:pt x="0" y="10889"/>
                  </a:moveTo>
                  <a:lnTo>
                    <a:pt x="538736" y="10889"/>
                  </a:lnTo>
                  <a:lnTo>
                    <a:pt x="540037" y="10899"/>
                  </a:lnTo>
                  <a:lnTo>
                    <a:pt x="548525" y="10971"/>
                  </a:lnTo>
                  <a:lnTo>
                    <a:pt x="569684" y="11172"/>
                  </a:lnTo>
                  <a:lnTo>
                    <a:pt x="606909" y="11565"/>
                  </a:lnTo>
                  <a:lnTo>
                    <a:pt x="661176" y="12208"/>
                  </a:lnTo>
                  <a:lnTo>
                    <a:pt x="731027" y="13141"/>
                  </a:lnTo>
                  <a:lnTo>
                    <a:pt x="813055" y="14386"/>
                  </a:lnTo>
                  <a:lnTo>
                    <a:pt x="902784" y="15949"/>
                  </a:lnTo>
                  <a:lnTo>
                    <a:pt x="995634" y="17824"/>
                  </a:lnTo>
                  <a:lnTo>
                    <a:pt x="1087674" y="20004"/>
                  </a:lnTo>
                  <a:lnTo>
                    <a:pt x="1176020" y="22487"/>
                  </a:lnTo>
                  <a:lnTo>
                    <a:pt x="1258903" y="25280"/>
                  </a:lnTo>
                  <a:lnTo>
                    <a:pt x="1335523" y="28407"/>
                  </a:lnTo>
                  <a:lnTo>
                    <a:pt x="1405821" y="31903"/>
                  </a:lnTo>
                  <a:lnTo>
                    <a:pt x="1470238" y="35818"/>
                  </a:lnTo>
                  <a:lnTo>
                    <a:pt x="1529528" y="40215"/>
                  </a:lnTo>
                  <a:lnTo>
                    <a:pt x="1584604" y="45163"/>
                  </a:lnTo>
                  <a:lnTo>
                    <a:pt x="1636432" y="50735"/>
                  </a:lnTo>
                  <a:lnTo>
                    <a:pt x="1685944" y="56989"/>
                  </a:lnTo>
                  <a:lnTo>
                    <a:pt x="1719082" y="61704"/>
                  </a:lnTo>
                  <a:lnTo>
                    <a:pt x="1771292" y="69970"/>
                  </a:lnTo>
                  <a:lnTo>
                    <a:pt x="1823002" y="79126"/>
                  </a:lnTo>
                  <a:lnTo>
                    <a:pt x="1874789" y="89183"/>
                  </a:lnTo>
                  <a:lnTo>
                    <a:pt x="1927037" y="100118"/>
                  </a:lnTo>
                  <a:lnTo>
                    <a:pt x="1979956" y="111868"/>
                  </a:lnTo>
                  <a:lnTo>
                    <a:pt x="2033606" y="124331"/>
                  </a:lnTo>
                  <a:lnTo>
                    <a:pt x="2087922" y="137364"/>
                  </a:lnTo>
                  <a:lnTo>
                    <a:pt x="2142733" y="150794"/>
                  </a:lnTo>
                  <a:lnTo>
                    <a:pt x="2197798" y="164419"/>
                  </a:lnTo>
                  <a:lnTo>
                    <a:pt x="2252841" y="178026"/>
                  </a:lnTo>
                  <a:lnTo>
                    <a:pt x="2307589" y="191406"/>
                  </a:lnTo>
                  <a:lnTo>
                    <a:pt x="2361808" y="204360"/>
                  </a:lnTo>
                  <a:lnTo>
                    <a:pt x="2415343" y="216718"/>
                  </a:lnTo>
                  <a:lnTo>
                    <a:pt x="2468148" y="228344"/>
                  </a:lnTo>
                  <a:lnTo>
                    <a:pt x="2520304" y="239143"/>
                  </a:lnTo>
                  <a:lnTo>
                    <a:pt x="2572050" y="249057"/>
                  </a:lnTo>
                  <a:lnTo>
                    <a:pt x="2623794" y="258071"/>
                  </a:lnTo>
                  <a:lnTo>
                    <a:pt x="2667772" y="264967"/>
                  </a:lnTo>
                  <a:lnTo>
                    <a:pt x="2716169" y="271710"/>
                  </a:lnTo>
                  <a:lnTo>
                    <a:pt x="2766310" y="277746"/>
                  </a:lnTo>
                  <a:lnTo>
                    <a:pt x="2819048" y="283116"/>
                  </a:lnTo>
                  <a:lnTo>
                    <a:pt x="2875336" y="287884"/>
                  </a:lnTo>
                  <a:lnTo>
                    <a:pt x="2936134" y="292124"/>
                  </a:lnTo>
                  <a:lnTo>
                    <a:pt x="3002317" y="295902"/>
                  </a:lnTo>
                  <a:lnTo>
                    <a:pt x="3074560" y="299278"/>
                  </a:lnTo>
                  <a:lnTo>
                    <a:pt x="3153172" y="302297"/>
                  </a:lnTo>
                  <a:lnTo>
                    <a:pt x="3237887" y="304992"/>
                  </a:lnTo>
                  <a:lnTo>
                    <a:pt x="3327627" y="307380"/>
                  </a:lnTo>
                  <a:lnTo>
                    <a:pt x="3420283" y="309465"/>
                  </a:lnTo>
                  <a:lnTo>
                    <a:pt x="3512622" y="311244"/>
                  </a:lnTo>
                  <a:lnTo>
                    <a:pt x="3600452" y="312708"/>
                  </a:lnTo>
                  <a:lnTo>
                    <a:pt x="3679129" y="313854"/>
                  </a:lnTo>
                  <a:lnTo>
                    <a:pt x="3744405" y="314693"/>
                  </a:lnTo>
                  <a:lnTo>
                    <a:pt x="3793399" y="315253"/>
                  </a:lnTo>
                  <a:lnTo>
                    <a:pt x="3825386" y="315580"/>
                  </a:lnTo>
                  <a:lnTo>
                    <a:pt x="3842120" y="315733"/>
                  </a:lnTo>
                  <a:lnTo>
                    <a:pt x="3847687" y="315779"/>
                  </a:lnTo>
                  <a:lnTo>
                    <a:pt x="3848118" y="315782"/>
                  </a:lnTo>
                  <a:lnTo>
                    <a:pt x="4386855" y="315782"/>
                  </a:lnTo>
                  <a:lnTo>
                    <a:pt x="4388156" y="315792"/>
                  </a:lnTo>
                  <a:lnTo>
                    <a:pt x="4396644" y="315864"/>
                  </a:lnTo>
                  <a:lnTo>
                    <a:pt x="4417804" y="316061"/>
                  </a:lnTo>
                  <a:lnTo>
                    <a:pt x="4455031" y="316447"/>
                  </a:lnTo>
                  <a:lnTo>
                    <a:pt x="4509300" y="317078"/>
                  </a:lnTo>
                  <a:lnTo>
                    <a:pt x="4579153" y="317995"/>
                  </a:lnTo>
                  <a:lnTo>
                    <a:pt x="4661184" y="319218"/>
                  </a:lnTo>
                  <a:lnTo>
                    <a:pt x="4750915" y="320753"/>
                  </a:lnTo>
                  <a:lnTo>
                    <a:pt x="4843766" y="322595"/>
                  </a:lnTo>
                  <a:lnTo>
                    <a:pt x="4935808" y="324736"/>
                  </a:lnTo>
                  <a:lnTo>
                    <a:pt x="5024154" y="327174"/>
                  </a:lnTo>
                  <a:lnTo>
                    <a:pt x="5107037" y="329918"/>
                  </a:lnTo>
                  <a:lnTo>
                    <a:pt x="5183658" y="332989"/>
                  </a:lnTo>
                  <a:lnTo>
                    <a:pt x="5253955" y="336422"/>
                  </a:lnTo>
                  <a:lnTo>
                    <a:pt x="5318373" y="340268"/>
                  </a:lnTo>
                  <a:lnTo>
                    <a:pt x="5377662" y="344586"/>
                  </a:lnTo>
                  <a:lnTo>
                    <a:pt x="5432738" y="349447"/>
                  </a:lnTo>
                  <a:lnTo>
                    <a:pt x="5484566" y="354919"/>
                  </a:lnTo>
                  <a:lnTo>
                    <a:pt x="5534078" y="361062"/>
                  </a:lnTo>
                  <a:lnTo>
                    <a:pt x="5567201" y="365691"/>
                  </a:lnTo>
                  <a:lnTo>
                    <a:pt x="5619431" y="373813"/>
                  </a:lnTo>
                  <a:lnTo>
                    <a:pt x="5671161" y="382809"/>
                  </a:lnTo>
                  <a:lnTo>
                    <a:pt x="5722969" y="392691"/>
                  </a:lnTo>
                  <a:lnTo>
                    <a:pt x="5775238" y="403436"/>
                  </a:lnTo>
                  <a:lnTo>
                    <a:pt x="5828178" y="414982"/>
                  </a:lnTo>
                  <a:lnTo>
                    <a:pt x="5881851" y="427228"/>
                  </a:lnTo>
                  <a:lnTo>
                    <a:pt x="5936189" y="440035"/>
                  </a:lnTo>
                  <a:lnTo>
                    <a:pt x="5991023" y="453231"/>
                  </a:lnTo>
                  <a:lnTo>
                    <a:pt x="6046110" y="466618"/>
                  </a:lnTo>
                  <a:lnTo>
                    <a:pt x="6101174" y="479987"/>
                  </a:lnTo>
                  <a:lnTo>
                    <a:pt x="6155941" y="493131"/>
                  </a:lnTo>
                  <a:lnTo>
                    <a:pt x="6210178" y="505857"/>
                  </a:lnTo>
                  <a:lnTo>
                    <a:pt x="6263731" y="517996"/>
                  </a:lnTo>
                  <a:lnTo>
                    <a:pt x="6316552" y="529415"/>
                  </a:lnTo>
                  <a:lnTo>
                    <a:pt x="6368726" y="540020"/>
                  </a:lnTo>
                  <a:lnTo>
                    <a:pt x="6420490" y="549756"/>
                  </a:lnTo>
                  <a:lnTo>
                    <a:pt x="6472256" y="558606"/>
                  </a:lnTo>
                  <a:lnTo>
                    <a:pt x="6515891" y="565324"/>
                  </a:lnTo>
                  <a:lnTo>
                    <a:pt x="6564289" y="571946"/>
                  </a:lnTo>
                  <a:lnTo>
                    <a:pt x="6614430" y="577875"/>
                  </a:lnTo>
                  <a:lnTo>
                    <a:pt x="6667170" y="583149"/>
                  </a:lnTo>
                  <a:lnTo>
                    <a:pt x="6723459" y="587832"/>
                  </a:lnTo>
                  <a:lnTo>
                    <a:pt x="6784258" y="591996"/>
                  </a:lnTo>
                  <a:lnTo>
                    <a:pt x="6850443" y="595707"/>
                  </a:lnTo>
                  <a:lnTo>
                    <a:pt x="6922688" y="599022"/>
                  </a:lnTo>
                  <a:lnTo>
                    <a:pt x="7001302" y="601988"/>
                  </a:lnTo>
                  <a:lnTo>
                    <a:pt x="7086019" y="604635"/>
                  </a:lnTo>
                  <a:lnTo>
                    <a:pt x="7175761" y="606980"/>
                  </a:lnTo>
                  <a:lnTo>
                    <a:pt x="7268419" y="609028"/>
                  </a:lnTo>
                  <a:lnTo>
                    <a:pt x="7360759" y="610774"/>
                  </a:lnTo>
                  <a:lnTo>
                    <a:pt x="7448589" y="612212"/>
                  </a:lnTo>
                  <a:lnTo>
                    <a:pt x="7527265" y="613338"/>
                  </a:lnTo>
                  <a:lnTo>
                    <a:pt x="7592538" y="614162"/>
                  </a:lnTo>
                  <a:lnTo>
                    <a:pt x="7641529" y="614712"/>
                  </a:lnTo>
                  <a:lnTo>
                    <a:pt x="7673512" y="615033"/>
                  </a:lnTo>
                  <a:lnTo>
                    <a:pt x="7690242" y="615183"/>
                  </a:lnTo>
                  <a:lnTo>
                    <a:pt x="7695806" y="615229"/>
                  </a:lnTo>
                  <a:lnTo>
                    <a:pt x="7696237" y="615232"/>
                  </a:lnTo>
                  <a:lnTo>
                    <a:pt x="8234974" y="615232"/>
                  </a:lnTo>
                  <a:lnTo>
                    <a:pt x="8234974" y="604343"/>
                  </a:lnTo>
                  <a:lnTo>
                    <a:pt x="7696237" y="604343"/>
                  </a:lnTo>
                  <a:lnTo>
                    <a:pt x="7694936" y="604333"/>
                  </a:lnTo>
                  <a:lnTo>
                    <a:pt x="7686448" y="604262"/>
                  </a:lnTo>
                  <a:lnTo>
                    <a:pt x="7665288" y="604065"/>
                  </a:lnTo>
                  <a:lnTo>
                    <a:pt x="7628062" y="603678"/>
                  </a:lnTo>
                  <a:lnTo>
                    <a:pt x="7573793" y="603047"/>
                  </a:lnTo>
                  <a:lnTo>
                    <a:pt x="7503939" y="602131"/>
                  </a:lnTo>
                  <a:lnTo>
                    <a:pt x="7421909" y="600907"/>
                  </a:lnTo>
                  <a:lnTo>
                    <a:pt x="7332177" y="599372"/>
                  </a:lnTo>
                  <a:lnTo>
                    <a:pt x="7239326" y="597531"/>
                  </a:lnTo>
                  <a:lnTo>
                    <a:pt x="7147285" y="595390"/>
                  </a:lnTo>
                  <a:lnTo>
                    <a:pt x="7058938" y="592951"/>
                  </a:lnTo>
                  <a:lnTo>
                    <a:pt x="6976055" y="590208"/>
                  </a:lnTo>
                  <a:lnTo>
                    <a:pt x="6899435" y="587137"/>
                  </a:lnTo>
                  <a:lnTo>
                    <a:pt x="6829137" y="583703"/>
                  </a:lnTo>
                  <a:lnTo>
                    <a:pt x="6764720" y="579857"/>
                  </a:lnTo>
                  <a:lnTo>
                    <a:pt x="6705430" y="575539"/>
                  </a:lnTo>
                  <a:lnTo>
                    <a:pt x="6650354" y="570679"/>
                  </a:lnTo>
                  <a:lnTo>
                    <a:pt x="6598526" y="565206"/>
                  </a:lnTo>
                  <a:lnTo>
                    <a:pt x="6549015" y="559063"/>
                  </a:lnTo>
                  <a:lnTo>
                    <a:pt x="6515891" y="554435"/>
                  </a:lnTo>
                  <a:lnTo>
                    <a:pt x="6463661" y="546313"/>
                  </a:lnTo>
                  <a:lnTo>
                    <a:pt x="6411932" y="537316"/>
                  </a:lnTo>
                  <a:lnTo>
                    <a:pt x="6360123" y="527434"/>
                  </a:lnTo>
                  <a:lnTo>
                    <a:pt x="6307855" y="516689"/>
                  </a:lnTo>
                  <a:lnTo>
                    <a:pt x="6254914" y="505143"/>
                  </a:lnTo>
                  <a:lnTo>
                    <a:pt x="6201241" y="492897"/>
                  </a:lnTo>
                  <a:lnTo>
                    <a:pt x="6146903" y="480090"/>
                  </a:lnTo>
                  <a:lnTo>
                    <a:pt x="6092070" y="466895"/>
                  </a:lnTo>
                  <a:lnTo>
                    <a:pt x="6036982" y="453508"/>
                  </a:lnTo>
                  <a:lnTo>
                    <a:pt x="5981918" y="440138"/>
                  </a:lnTo>
                  <a:lnTo>
                    <a:pt x="5927152" y="426994"/>
                  </a:lnTo>
                  <a:lnTo>
                    <a:pt x="5872915" y="414268"/>
                  </a:lnTo>
                  <a:lnTo>
                    <a:pt x="5819362" y="402130"/>
                  </a:lnTo>
                  <a:lnTo>
                    <a:pt x="5766540" y="390710"/>
                  </a:lnTo>
                  <a:lnTo>
                    <a:pt x="5714367" y="380105"/>
                  </a:lnTo>
                  <a:lnTo>
                    <a:pt x="5662603" y="370369"/>
                  </a:lnTo>
                  <a:lnTo>
                    <a:pt x="5610836" y="361519"/>
                  </a:lnTo>
                  <a:lnTo>
                    <a:pt x="5567201" y="354802"/>
                  </a:lnTo>
                  <a:lnTo>
                    <a:pt x="5518804" y="348179"/>
                  </a:lnTo>
                  <a:lnTo>
                    <a:pt x="5468662" y="342250"/>
                  </a:lnTo>
                  <a:lnTo>
                    <a:pt x="5415923" y="336976"/>
                  </a:lnTo>
                  <a:lnTo>
                    <a:pt x="5359633" y="332293"/>
                  </a:lnTo>
                  <a:lnTo>
                    <a:pt x="5298834" y="328129"/>
                  </a:lnTo>
                  <a:lnTo>
                    <a:pt x="5232649" y="324419"/>
                  </a:lnTo>
                  <a:lnTo>
                    <a:pt x="5160404" y="321103"/>
                  </a:lnTo>
                  <a:lnTo>
                    <a:pt x="5081791" y="318137"/>
                  </a:lnTo>
                  <a:lnTo>
                    <a:pt x="4997073" y="315491"/>
                  </a:lnTo>
                  <a:lnTo>
                    <a:pt x="4907331" y="313146"/>
                  </a:lnTo>
                  <a:lnTo>
                    <a:pt x="4814674" y="311098"/>
                  </a:lnTo>
                  <a:lnTo>
                    <a:pt x="4722333" y="309351"/>
                  </a:lnTo>
                  <a:lnTo>
                    <a:pt x="4634503" y="307913"/>
                  </a:lnTo>
                  <a:lnTo>
                    <a:pt x="4555827" y="306787"/>
                  </a:lnTo>
                  <a:lnTo>
                    <a:pt x="4490554" y="305963"/>
                  </a:lnTo>
                  <a:lnTo>
                    <a:pt x="4441564" y="305413"/>
                  </a:lnTo>
                  <a:lnTo>
                    <a:pt x="4409581" y="305093"/>
                  </a:lnTo>
                  <a:lnTo>
                    <a:pt x="4392851" y="304942"/>
                  </a:lnTo>
                  <a:lnTo>
                    <a:pt x="4387286" y="304897"/>
                  </a:lnTo>
                  <a:lnTo>
                    <a:pt x="4386855" y="304893"/>
                  </a:lnTo>
                  <a:lnTo>
                    <a:pt x="3848118" y="304893"/>
                  </a:lnTo>
                  <a:lnTo>
                    <a:pt x="3846817" y="304883"/>
                  </a:lnTo>
                  <a:lnTo>
                    <a:pt x="3838330" y="304811"/>
                  </a:lnTo>
                  <a:lnTo>
                    <a:pt x="3817171" y="304610"/>
                  </a:lnTo>
                  <a:lnTo>
                    <a:pt x="3779946" y="304217"/>
                  </a:lnTo>
                  <a:lnTo>
                    <a:pt x="3725679" y="303574"/>
                  </a:lnTo>
                  <a:lnTo>
                    <a:pt x="3655828" y="302641"/>
                  </a:lnTo>
                  <a:lnTo>
                    <a:pt x="3573800" y="301396"/>
                  </a:lnTo>
                  <a:lnTo>
                    <a:pt x="3484071" y="299833"/>
                  </a:lnTo>
                  <a:lnTo>
                    <a:pt x="3391221" y="297958"/>
                  </a:lnTo>
                  <a:lnTo>
                    <a:pt x="3299181" y="295778"/>
                  </a:lnTo>
                  <a:lnTo>
                    <a:pt x="3210835" y="293295"/>
                  </a:lnTo>
                  <a:lnTo>
                    <a:pt x="3127952" y="290502"/>
                  </a:lnTo>
                  <a:lnTo>
                    <a:pt x="3051331" y="287375"/>
                  </a:lnTo>
                  <a:lnTo>
                    <a:pt x="2981034" y="283879"/>
                  </a:lnTo>
                  <a:lnTo>
                    <a:pt x="2916616" y="279964"/>
                  </a:lnTo>
                  <a:lnTo>
                    <a:pt x="2857326" y="275567"/>
                  </a:lnTo>
                  <a:lnTo>
                    <a:pt x="2802250" y="270619"/>
                  </a:lnTo>
                  <a:lnTo>
                    <a:pt x="2750422" y="265047"/>
                  </a:lnTo>
                  <a:lnTo>
                    <a:pt x="2700911" y="258793"/>
                  </a:lnTo>
                  <a:lnTo>
                    <a:pt x="2667772" y="254078"/>
                  </a:lnTo>
                  <a:lnTo>
                    <a:pt x="2615562" y="245812"/>
                  </a:lnTo>
                  <a:lnTo>
                    <a:pt x="2563853" y="236656"/>
                  </a:lnTo>
                  <a:lnTo>
                    <a:pt x="2512065" y="226598"/>
                  </a:lnTo>
                  <a:lnTo>
                    <a:pt x="2459817" y="215664"/>
                  </a:lnTo>
                  <a:lnTo>
                    <a:pt x="2406899" y="203914"/>
                  </a:lnTo>
                  <a:lnTo>
                    <a:pt x="2353248" y="191451"/>
                  </a:lnTo>
                  <a:lnTo>
                    <a:pt x="2298933" y="178417"/>
                  </a:lnTo>
                  <a:lnTo>
                    <a:pt x="2244122" y="164988"/>
                  </a:lnTo>
                  <a:lnTo>
                    <a:pt x="2189056" y="151363"/>
                  </a:lnTo>
                  <a:lnTo>
                    <a:pt x="2134013" y="137756"/>
                  </a:lnTo>
                  <a:lnTo>
                    <a:pt x="2079266" y="124376"/>
                  </a:lnTo>
                  <a:lnTo>
                    <a:pt x="2025047" y="111422"/>
                  </a:lnTo>
                  <a:lnTo>
                    <a:pt x="1971511" y="99064"/>
                  </a:lnTo>
                  <a:lnTo>
                    <a:pt x="1918707" y="87438"/>
                  </a:lnTo>
                  <a:lnTo>
                    <a:pt x="1866550" y="76639"/>
                  </a:lnTo>
                  <a:lnTo>
                    <a:pt x="1814805" y="66725"/>
                  </a:lnTo>
                  <a:lnTo>
                    <a:pt x="1763061" y="57711"/>
                  </a:lnTo>
                  <a:lnTo>
                    <a:pt x="1719082" y="50815"/>
                  </a:lnTo>
                  <a:lnTo>
                    <a:pt x="1670685" y="44072"/>
                  </a:lnTo>
                  <a:lnTo>
                    <a:pt x="1620545" y="38036"/>
                  </a:lnTo>
                  <a:lnTo>
                    <a:pt x="1567806" y="32666"/>
                  </a:lnTo>
                  <a:lnTo>
                    <a:pt x="1511518" y="27898"/>
                  </a:lnTo>
                  <a:lnTo>
                    <a:pt x="1450721" y="23658"/>
                  </a:lnTo>
                  <a:lnTo>
                    <a:pt x="1384537" y="19880"/>
                  </a:lnTo>
                  <a:lnTo>
                    <a:pt x="1312294" y="16504"/>
                  </a:lnTo>
                  <a:lnTo>
                    <a:pt x="1233683" y="13485"/>
                  </a:lnTo>
                  <a:lnTo>
                    <a:pt x="1148967" y="10790"/>
                  </a:lnTo>
                  <a:lnTo>
                    <a:pt x="1059227" y="8402"/>
                  </a:lnTo>
                  <a:lnTo>
                    <a:pt x="966572" y="6317"/>
                  </a:lnTo>
                  <a:lnTo>
                    <a:pt x="874232" y="4538"/>
                  </a:lnTo>
                  <a:lnTo>
                    <a:pt x="786402" y="3074"/>
                  </a:lnTo>
                  <a:lnTo>
                    <a:pt x="707725" y="1928"/>
                  </a:lnTo>
                  <a:lnTo>
                    <a:pt x="642450" y="1089"/>
                  </a:lnTo>
                  <a:lnTo>
                    <a:pt x="593455" y="529"/>
                  </a:lnTo>
                  <a:lnTo>
                    <a:pt x="561468" y="202"/>
                  </a:lnTo>
                  <a:lnTo>
                    <a:pt x="544735" y="49"/>
                  </a:lnTo>
                  <a:lnTo>
                    <a:pt x="539168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47" name="pl1047"/>
            <p:cNvSpPr/>
            <p:nvPr/>
          </p:nvSpPr>
          <p:spPr>
            <a:xfrm>
              <a:off x="546595" y="3848397"/>
              <a:ext cx="8234974" cy="604343"/>
            </a:xfrm>
            <a:custGeom>
              <a:avLst/>
              <a:pathLst>
                <a:path w="8234974" h="604343">
                  <a:moveTo>
                    <a:pt x="0" y="0"/>
                  </a:moveTo>
                  <a:lnTo>
                    <a:pt x="538736" y="0"/>
                  </a:lnTo>
                  <a:lnTo>
                    <a:pt x="540037" y="10"/>
                  </a:lnTo>
                  <a:lnTo>
                    <a:pt x="548525" y="82"/>
                  </a:lnTo>
                  <a:lnTo>
                    <a:pt x="569684" y="283"/>
                  </a:lnTo>
                  <a:lnTo>
                    <a:pt x="606909" y="676"/>
                  </a:lnTo>
                  <a:lnTo>
                    <a:pt x="661176" y="1319"/>
                  </a:lnTo>
                  <a:lnTo>
                    <a:pt x="731027" y="2252"/>
                  </a:lnTo>
                  <a:lnTo>
                    <a:pt x="813055" y="3497"/>
                  </a:lnTo>
                  <a:lnTo>
                    <a:pt x="902784" y="5060"/>
                  </a:lnTo>
                  <a:lnTo>
                    <a:pt x="995634" y="6935"/>
                  </a:lnTo>
                  <a:lnTo>
                    <a:pt x="1087674" y="9115"/>
                  </a:lnTo>
                  <a:lnTo>
                    <a:pt x="1176020" y="11597"/>
                  </a:lnTo>
                  <a:lnTo>
                    <a:pt x="1258903" y="14391"/>
                  </a:lnTo>
                  <a:lnTo>
                    <a:pt x="1335523" y="17518"/>
                  </a:lnTo>
                  <a:lnTo>
                    <a:pt x="1405821" y="21014"/>
                  </a:lnTo>
                  <a:lnTo>
                    <a:pt x="1470238" y="24929"/>
                  </a:lnTo>
                  <a:lnTo>
                    <a:pt x="1529528" y="29326"/>
                  </a:lnTo>
                  <a:lnTo>
                    <a:pt x="1584604" y="34274"/>
                  </a:lnTo>
                  <a:lnTo>
                    <a:pt x="1636432" y="39846"/>
                  </a:lnTo>
                  <a:lnTo>
                    <a:pt x="1685944" y="46100"/>
                  </a:lnTo>
                  <a:lnTo>
                    <a:pt x="1719082" y="50815"/>
                  </a:lnTo>
                  <a:lnTo>
                    <a:pt x="1771292" y="59081"/>
                  </a:lnTo>
                  <a:lnTo>
                    <a:pt x="1823002" y="68237"/>
                  </a:lnTo>
                  <a:lnTo>
                    <a:pt x="1874789" y="78294"/>
                  </a:lnTo>
                  <a:lnTo>
                    <a:pt x="1927037" y="89229"/>
                  </a:lnTo>
                  <a:lnTo>
                    <a:pt x="1979956" y="100979"/>
                  </a:lnTo>
                  <a:lnTo>
                    <a:pt x="2033606" y="113442"/>
                  </a:lnTo>
                  <a:lnTo>
                    <a:pt x="2087922" y="126475"/>
                  </a:lnTo>
                  <a:lnTo>
                    <a:pt x="2142733" y="139905"/>
                  </a:lnTo>
                  <a:lnTo>
                    <a:pt x="2197798" y="153529"/>
                  </a:lnTo>
                  <a:lnTo>
                    <a:pt x="2252841" y="167137"/>
                  </a:lnTo>
                  <a:lnTo>
                    <a:pt x="2307589" y="180517"/>
                  </a:lnTo>
                  <a:lnTo>
                    <a:pt x="2361808" y="193471"/>
                  </a:lnTo>
                  <a:lnTo>
                    <a:pt x="2415343" y="205829"/>
                  </a:lnTo>
                  <a:lnTo>
                    <a:pt x="2468148" y="217455"/>
                  </a:lnTo>
                  <a:lnTo>
                    <a:pt x="2520304" y="228254"/>
                  </a:lnTo>
                  <a:lnTo>
                    <a:pt x="2572050" y="238168"/>
                  </a:lnTo>
                  <a:lnTo>
                    <a:pt x="2623794" y="247182"/>
                  </a:lnTo>
                  <a:lnTo>
                    <a:pt x="2667772" y="254078"/>
                  </a:lnTo>
                  <a:lnTo>
                    <a:pt x="2716169" y="260821"/>
                  </a:lnTo>
                  <a:lnTo>
                    <a:pt x="2766310" y="266857"/>
                  </a:lnTo>
                  <a:lnTo>
                    <a:pt x="2819048" y="272227"/>
                  </a:lnTo>
                  <a:lnTo>
                    <a:pt x="2875336" y="276995"/>
                  </a:lnTo>
                  <a:lnTo>
                    <a:pt x="2936134" y="281235"/>
                  </a:lnTo>
                  <a:lnTo>
                    <a:pt x="3002317" y="285013"/>
                  </a:lnTo>
                  <a:lnTo>
                    <a:pt x="3074560" y="288389"/>
                  </a:lnTo>
                  <a:lnTo>
                    <a:pt x="3153172" y="291408"/>
                  </a:lnTo>
                  <a:lnTo>
                    <a:pt x="3237887" y="294103"/>
                  </a:lnTo>
                  <a:lnTo>
                    <a:pt x="3327627" y="296491"/>
                  </a:lnTo>
                  <a:lnTo>
                    <a:pt x="3420283" y="298576"/>
                  </a:lnTo>
                  <a:lnTo>
                    <a:pt x="3512622" y="300354"/>
                  </a:lnTo>
                  <a:lnTo>
                    <a:pt x="3600452" y="301819"/>
                  </a:lnTo>
                  <a:lnTo>
                    <a:pt x="3679129" y="302965"/>
                  </a:lnTo>
                  <a:lnTo>
                    <a:pt x="3744405" y="303804"/>
                  </a:lnTo>
                  <a:lnTo>
                    <a:pt x="3793399" y="304364"/>
                  </a:lnTo>
                  <a:lnTo>
                    <a:pt x="3825386" y="304691"/>
                  </a:lnTo>
                  <a:lnTo>
                    <a:pt x="3842120" y="304844"/>
                  </a:lnTo>
                  <a:lnTo>
                    <a:pt x="3847687" y="304890"/>
                  </a:lnTo>
                  <a:lnTo>
                    <a:pt x="3848118" y="304893"/>
                  </a:lnTo>
                  <a:lnTo>
                    <a:pt x="4386855" y="304893"/>
                  </a:lnTo>
                  <a:lnTo>
                    <a:pt x="4388156" y="304903"/>
                  </a:lnTo>
                  <a:lnTo>
                    <a:pt x="4396644" y="304975"/>
                  </a:lnTo>
                  <a:lnTo>
                    <a:pt x="4417804" y="305172"/>
                  </a:lnTo>
                  <a:lnTo>
                    <a:pt x="4455031" y="305558"/>
                  </a:lnTo>
                  <a:lnTo>
                    <a:pt x="4509300" y="306189"/>
                  </a:lnTo>
                  <a:lnTo>
                    <a:pt x="4579153" y="307106"/>
                  </a:lnTo>
                  <a:lnTo>
                    <a:pt x="4661184" y="308329"/>
                  </a:lnTo>
                  <a:lnTo>
                    <a:pt x="4750915" y="309864"/>
                  </a:lnTo>
                  <a:lnTo>
                    <a:pt x="4843766" y="311706"/>
                  </a:lnTo>
                  <a:lnTo>
                    <a:pt x="4935808" y="313847"/>
                  </a:lnTo>
                  <a:lnTo>
                    <a:pt x="5024154" y="316285"/>
                  </a:lnTo>
                  <a:lnTo>
                    <a:pt x="5107037" y="319029"/>
                  </a:lnTo>
                  <a:lnTo>
                    <a:pt x="5183658" y="322100"/>
                  </a:lnTo>
                  <a:lnTo>
                    <a:pt x="5253955" y="325533"/>
                  </a:lnTo>
                  <a:lnTo>
                    <a:pt x="5318373" y="329379"/>
                  </a:lnTo>
                  <a:lnTo>
                    <a:pt x="5377662" y="333697"/>
                  </a:lnTo>
                  <a:lnTo>
                    <a:pt x="5432738" y="338557"/>
                  </a:lnTo>
                  <a:lnTo>
                    <a:pt x="5484566" y="344030"/>
                  </a:lnTo>
                  <a:lnTo>
                    <a:pt x="5534078" y="350173"/>
                  </a:lnTo>
                  <a:lnTo>
                    <a:pt x="5567201" y="354802"/>
                  </a:lnTo>
                  <a:lnTo>
                    <a:pt x="5619431" y="362924"/>
                  </a:lnTo>
                  <a:lnTo>
                    <a:pt x="5671161" y="371920"/>
                  </a:lnTo>
                  <a:lnTo>
                    <a:pt x="5722969" y="381802"/>
                  </a:lnTo>
                  <a:lnTo>
                    <a:pt x="5775238" y="392547"/>
                  </a:lnTo>
                  <a:lnTo>
                    <a:pt x="5828178" y="404093"/>
                  </a:lnTo>
                  <a:lnTo>
                    <a:pt x="5881851" y="416339"/>
                  </a:lnTo>
                  <a:lnTo>
                    <a:pt x="5936189" y="429146"/>
                  </a:lnTo>
                  <a:lnTo>
                    <a:pt x="5991023" y="442342"/>
                  </a:lnTo>
                  <a:lnTo>
                    <a:pt x="6046110" y="455729"/>
                  </a:lnTo>
                  <a:lnTo>
                    <a:pt x="6101174" y="469098"/>
                  </a:lnTo>
                  <a:lnTo>
                    <a:pt x="6155941" y="482242"/>
                  </a:lnTo>
                  <a:lnTo>
                    <a:pt x="6210178" y="494968"/>
                  </a:lnTo>
                  <a:lnTo>
                    <a:pt x="6263731" y="507107"/>
                  </a:lnTo>
                  <a:lnTo>
                    <a:pt x="6316552" y="518526"/>
                  </a:lnTo>
                  <a:lnTo>
                    <a:pt x="6368726" y="529131"/>
                  </a:lnTo>
                  <a:lnTo>
                    <a:pt x="6420490" y="538867"/>
                  </a:lnTo>
                  <a:lnTo>
                    <a:pt x="6472256" y="547717"/>
                  </a:lnTo>
                  <a:lnTo>
                    <a:pt x="6515891" y="554435"/>
                  </a:lnTo>
                  <a:lnTo>
                    <a:pt x="6564289" y="561057"/>
                  </a:lnTo>
                  <a:lnTo>
                    <a:pt x="6614430" y="566986"/>
                  </a:lnTo>
                  <a:lnTo>
                    <a:pt x="6667170" y="572260"/>
                  </a:lnTo>
                  <a:lnTo>
                    <a:pt x="6723459" y="576943"/>
                  </a:lnTo>
                  <a:lnTo>
                    <a:pt x="6784258" y="581107"/>
                  </a:lnTo>
                  <a:lnTo>
                    <a:pt x="6850443" y="584818"/>
                  </a:lnTo>
                  <a:lnTo>
                    <a:pt x="6922688" y="588133"/>
                  </a:lnTo>
                  <a:lnTo>
                    <a:pt x="7001302" y="591099"/>
                  </a:lnTo>
                  <a:lnTo>
                    <a:pt x="7086019" y="593746"/>
                  </a:lnTo>
                  <a:lnTo>
                    <a:pt x="7175761" y="596091"/>
                  </a:lnTo>
                  <a:lnTo>
                    <a:pt x="7268419" y="598139"/>
                  </a:lnTo>
                  <a:lnTo>
                    <a:pt x="7360759" y="599885"/>
                  </a:lnTo>
                  <a:lnTo>
                    <a:pt x="7448589" y="601323"/>
                  </a:lnTo>
                  <a:lnTo>
                    <a:pt x="7527265" y="602449"/>
                  </a:lnTo>
                  <a:lnTo>
                    <a:pt x="7592538" y="603273"/>
                  </a:lnTo>
                  <a:lnTo>
                    <a:pt x="7641529" y="603823"/>
                  </a:lnTo>
                  <a:lnTo>
                    <a:pt x="7673512" y="604144"/>
                  </a:lnTo>
                  <a:lnTo>
                    <a:pt x="7690242" y="604294"/>
                  </a:lnTo>
                  <a:lnTo>
                    <a:pt x="7695806" y="604340"/>
                  </a:lnTo>
                  <a:lnTo>
                    <a:pt x="7696237" y="604343"/>
                  </a:lnTo>
                  <a:lnTo>
                    <a:pt x="8234974" y="604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8" name="pl1048"/>
            <p:cNvSpPr/>
            <p:nvPr/>
          </p:nvSpPr>
          <p:spPr>
            <a:xfrm>
              <a:off x="546595" y="3837508"/>
              <a:ext cx="8234974" cy="604343"/>
            </a:xfrm>
            <a:custGeom>
              <a:avLst/>
              <a:pathLst>
                <a:path w="8234974" h="604343">
                  <a:moveTo>
                    <a:pt x="8234974" y="604343"/>
                  </a:moveTo>
                  <a:lnTo>
                    <a:pt x="7696237" y="604343"/>
                  </a:lnTo>
                  <a:lnTo>
                    <a:pt x="7694936" y="604333"/>
                  </a:lnTo>
                  <a:lnTo>
                    <a:pt x="7686448" y="604262"/>
                  </a:lnTo>
                  <a:lnTo>
                    <a:pt x="7665288" y="604065"/>
                  </a:lnTo>
                  <a:lnTo>
                    <a:pt x="7628062" y="603678"/>
                  </a:lnTo>
                  <a:lnTo>
                    <a:pt x="7573793" y="603047"/>
                  </a:lnTo>
                  <a:lnTo>
                    <a:pt x="7503939" y="602131"/>
                  </a:lnTo>
                  <a:lnTo>
                    <a:pt x="7421909" y="600907"/>
                  </a:lnTo>
                  <a:lnTo>
                    <a:pt x="7332177" y="599372"/>
                  </a:lnTo>
                  <a:lnTo>
                    <a:pt x="7239326" y="597531"/>
                  </a:lnTo>
                  <a:lnTo>
                    <a:pt x="7147285" y="595390"/>
                  </a:lnTo>
                  <a:lnTo>
                    <a:pt x="7058938" y="592951"/>
                  </a:lnTo>
                  <a:lnTo>
                    <a:pt x="6976055" y="590208"/>
                  </a:lnTo>
                  <a:lnTo>
                    <a:pt x="6899435" y="587137"/>
                  </a:lnTo>
                  <a:lnTo>
                    <a:pt x="6829137" y="583703"/>
                  </a:lnTo>
                  <a:lnTo>
                    <a:pt x="6764720" y="579857"/>
                  </a:lnTo>
                  <a:lnTo>
                    <a:pt x="6705430" y="575539"/>
                  </a:lnTo>
                  <a:lnTo>
                    <a:pt x="6650354" y="570679"/>
                  </a:lnTo>
                  <a:lnTo>
                    <a:pt x="6598526" y="565206"/>
                  </a:lnTo>
                  <a:lnTo>
                    <a:pt x="6549015" y="559063"/>
                  </a:lnTo>
                  <a:lnTo>
                    <a:pt x="6515891" y="554435"/>
                  </a:lnTo>
                  <a:lnTo>
                    <a:pt x="6463661" y="546313"/>
                  </a:lnTo>
                  <a:lnTo>
                    <a:pt x="6411932" y="537316"/>
                  </a:lnTo>
                  <a:lnTo>
                    <a:pt x="6360123" y="527434"/>
                  </a:lnTo>
                  <a:lnTo>
                    <a:pt x="6307855" y="516689"/>
                  </a:lnTo>
                  <a:lnTo>
                    <a:pt x="6254914" y="505143"/>
                  </a:lnTo>
                  <a:lnTo>
                    <a:pt x="6201241" y="492897"/>
                  </a:lnTo>
                  <a:lnTo>
                    <a:pt x="6146903" y="480090"/>
                  </a:lnTo>
                  <a:lnTo>
                    <a:pt x="6092070" y="466895"/>
                  </a:lnTo>
                  <a:lnTo>
                    <a:pt x="6036982" y="453508"/>
                  </a:lnTo>
                  <a:lnTo>
                    <a:pt x="5981918" y="440138"/>
                  </a:lnTo>
                  <a:lnTo>
                    <a:pt x="5927152" y="426994"/>
                  </a:lnTo>
                  <a:lnTo>
                    <a:pt x="5872915" y="414268"/>
                  </a:lnTo>
                  <a:lnTo>
                    <a:pt x="5819362" y="402130"/>
                  </a:lnTo>
                  <a:lnTo>
                    <a:pt x="5766540" y="390710"/>
                  </a:lnTo>
                  <a:lnTo>
                    <a:pt x="5714367" y="380105"/>
                  </a:lnTo>
                  <a:lnTo>
                    <a:pt x="5662603" y="370369"/>
                  </a:lnTo>
                  <a:lnTo>
                    <a:pt x="5610836" y="361519"/>
                  </a:lnTo>
                  <a:lnTo>
                    <a:pt x="5567201" y="354802"/>
                  </a:lnTo>
                  <a:lnTo>
                    <a:pt x="5518804" y="348179"/>
                  </a:lnTo>
                  <a:lnTo>
                    <a:pt x="5468662" y="342250"/>
                  </a:lnTo>
                  <a:lnTo>
                    <a:pt x="5415923" y="336976"/>
                  </a:lnTo>
                  <a:lnTo>
                    <a:pt x="5359633" y="332293"/>
                  </a:lnTo>
                  <a:lnTo>
                    <a:pt x="5298834" y="328129"/>
                  </a:lnTo>
                  <a:lnTo>
                    <a:pt x="5232649" y="324419"/>
                  </a:lnTo>
                  <a:lnTo>
                    <a:pt x="5160404" y="321103"/>
                  </a:lnTo>
                  <a:lnTo>
                    <a:pt x="5081791" y="318137"/>
                  </a:lnTo>
                  <a:lnTo>
                    <a:pt x="4997073" y="315491"/>
                  </a:lnTo>
                  <a:lnTo>
                    <a:pt x="4907331" y="313146"/>
                  </a:lnTo>
                  <a:lnTo>
                    <a:pt x="4814674" y="311098"/>
                  </a:lnTo>
                  <a:lnTo>
                    <a:pt x="4722333" y="309351"/>
                  </a:lnTo>
                  <a:lnTo>
                    <a:pt x="4634503" y="307913"/>
                  </a:lnTo>
                  <a:lnTo>
                    <a:pt x="4555827" y="306787"/>
                  </a:lnTo>
                  <a:lnTo>
                    <a:pt x="4490554" y="305963"/>
                  </a:lnTo>
                  <a:lnTo>
                    <a:pt x="4441564" y="305413"/>
                  </a:lnTo>
                  <a:lnTo>
                    <a:pt x="4409581" y="305093"/>
                  </a:lnTo>
                  <a:lnTo>
                    <a:pt x="4392851" y="304942"/>
                  </a:lnTo>
                  <a:lnTo>
                    <a:pt x="4387286" y="304897"/>
                  </a:lnTo>
                  <a:lnTo>
                    <a:pt x="4386855" y="304893"/>
                  </a:lnTo>
                  <a:lnTo>
                    <a:pt x="3848118" y="304893"/>
                  </a:lnTo>
                  <a:lnTo>
                    <a:pt x="3846817" y="304883"/>
                  </a:lnTo>
                  <a:lnTo>
                    <a:pt x="3838330" y="304811"/>
                  </a:lnTo>
                  <a:lnTo>
                    <a:pt x="3817171" y="304610"/>
                  </a:lnTo>
                  <a:lnTo>
                    <a:pt x="3779946" y="304217"/>
                  </a:lnTo>
                  <a:lnTo>
                    <a:pt x="3725679" y="303574"/>
                  </a:lnTo>
                  <a:lnTo>
                    <a:pt x="3655828" y="302641"/>
                  </a:lnTo>
                  <a:lnTo>
                    <a:pt x="3573800" y="301396"/>
                  </a:lnTo>
                  <a:lnTo>
                    <a:pt x="3484071" y="299833"/>
                  </a:lnTo>
                  <a:lnTo>
                    <a:pt x="3391221" y="297958"/>
                  </a:lnTo>
                  <a:lnTo>
                    <a:pt x="3299181" y="295778"/>
                  </a:lnTo>
                  <a:lnTo>
                    <a:pt x="3210835" y="293295"/>
                  </a:lnTo>
                  <a:lnTo>
                    <a:pt x="3127952" y="290502"/>
                  </a:lnTo>
                  <a:lnTo>
                    <a:pt x="3051331" y="287375"/>
                  </a:lnTo>
                  <a:lnTo>
                    <a:pt x="2981034" y="283879"/>
                  </a:lnTo>
                  <a:lnTo>
                    <a:pt x="2916616" y="279964"/>
                  </a:lnTo>
                  <a:lnTo>
                    <a:pt x="2857326" y="275567"/>
                  </a:lnTo>
                  <a:lnTo>
                    <a:pt x="2802250" y="270619"/>
                  </a:lnTo>
                  <a:lnTo>
                    <a:pt x="2750422" y="265047"/>
                  </a:lnTo>
                  <a:lnTo>
                    <a:pt x="2700911" y="258793"/>
                  </a:lnTo>
                  <a:lnTo>
                    <a:pt x="2667772" y="254078"/>
                  </a:lnTo>
                  <a:lnTo>
                    <a:pt x="2615562" y="245812"/>
                  </a:lnTo>
                  <a:lnTo>
                    <a:pt x="2563853" y="236656"/>
                  </a:lnTo>
                  <a:lnTo>
                    <a:pt x="2512065" y="226598"/>
                  </a:lnTo>
                  <a:lnTo>
                    <a:pt x="2459817" y="215664"/>
                  </a:lnTo>
                  <a:lnTo>
                    <a:pt x="2406899" y="203914"/>
                  </a:lnTo>
                  <a:lnTo>
                    <a:pt x="2353248" y="191451"/>
                  </a:lnTo>
                  <a:lnTo>
                    <a:pt x="2298933" y="178417"/>
                  </a:lnTo>
                  <a:lnTo>
                    <a:pt x="2244122" y="164988"/>
                  </a:lnTo>
                  <a:lnTo>
                    <a:pt x="2189056" y="151363"/>
                  </a:lnTo>
                  <a:lnTo>
                    <a:pt x="2134013" y="137756"/>
                  </a:lnTo>
                  <a:lnTo>
                    <a:pt x="2079266" y="124376"/>
                  </a:lnTo>
                  <a:lnTo>
                    <a:pt x="2025047" y="111422"/>
                  </a:lnTo>
                  <a:lnTo>
                    <a:pt x="1971511" y="99064"/>
                  </a:lnTo>
                  <a:lnTo>
                    <a:pt x="1918707" y="87438"/>
                  </a:lnTo>
                  <a:lnTo>
                    <a:pt x="1866550" y="76639"/>
                  </a:lnTo>
                  <a:lnTo>
                    <a:pt x="1814805" y="66725"/>
                  </a:lnTo>
                  <a:lnTo>
                    <a:pt x="1763061" y="57711"/>
                  </a:lnTo>
                  <a:lnTo>
                    <a:pt x="1719082" y="50815"/>
                  </a:lnTo>
                  <a:lnTo>
                    <a:pt x="1670685" y="44072"/>
                  </a:lnTo>
                  <a:lnTo>
                    <a:pt x="1620545" y="38036"/>
                  </a:lnTo>
                  <a:lnTo>
                    <a:pt x="1567806" y="32666"/>
                  </a:lnTo>
                  <a:lnTo>
                    <a:pt x="1511518" y="27898"/>
                  </a:lnTo>
                  <a:lnTo>
                    <a:pt x="1450721" y="23658"/>
                  </a:lnTo>
                  <a:lnTo>
                    <a:pt x="1384537" y="19880"/>
                  </a:lnTo>
                  <a:lnTo>
                    <a:pt x="1312294" y="16504"/>
                  </a:lnTo>
                  <a:lnTo>
                    <a:pt x="1233683" y="13485"/>
                  </a:lnTo>
                  <a:lnTo>
                    <a:pt x="1148967" y="10790"/>
                  </a:lnTo>
                  <a:lnTo>
                    <a:pt x="1059227" y="8402"/>
                  </a:lnTo>
                  <a:lnTo>
                    <a:pt x="966572" y="6317"/>
                  </a:lnTo>
                  <a:lnTo>
                    <a:pt x="874232" y="4538"/>
                  </a:lnTo>
                  <a:lnTo>
                    <a:pt x="786402" y="3074"/>
                  </a:lnTo>
                  <a:lnTo>
                    <a:pt x="707725" y="1928"/>
                  </a:lnTo>
                  <a:lnTo>
                    <a:pt x="642450" y="1089"/>
                  </a:lnTo>
                  <a:lnTo>
                    <a:pt x="593455" y="529"/>
                  </a:lnTo>
                  <a:lnTo>
                    <a:pt x="561468" y="202"/>
                  </a:lnTo>
                  <a:lnTo>
                    <a:pt x="544735" y="49"/>
                  </a:lnTo>
                  <a:lnTo>
                    <a:pt x="539168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9" name="pg1049"/>
            <p:cNvSpPr/>
            <p:nvPr/>
          </p:nvSpPr>
          <p:spPr>
            <a:xfrm>
              <a:off x="546595" y="1098907"/>
              <a:ext cx="8234974" cy="4186846"/>
            </a:xfrm>
            <a:custGeom>
              <a:avLst/>
              <a:pathLst>
                <a:path w="8234974" h="4186846">
                  <a:moveTo>
                    <a:pt x="0" y="2940048"/>
                  </a:moveTo>
                  <a:lnTo>
                    <a:pt x="538736" y="2940048"/>
                  </a:lnTo>
                  <a:lnTo>
                    <a:pt x="540010" y="2940089"/>
                  </a:lnTo>
                  <a:lnTo>
                    <a:pt x="548325" y="2940379"/>
                  </a:lnTo>
                  <a:lnTo>
                    <a:pt x="569070" y="2941181"/>
                  </a:lnTo>
                  <a:lnTo>
                    <a:pt x="605607" y="2942755"/>
                  </a:lnTo>
                  <a:lnTo>
                    <a:pt x="658954" y="2945329"/>
                  </a:lnTo>
                  <a:lnTo>
                    <a:pt x="727754" y="2949069"/>
                  </a:lnTo>
                  <a:lnTo>
                    <a:pt x="808732" y="2954066"/>
                  </a:lnTo>
                  <a:lnTo>
                    <a:pt x="897531" y="2960343"/>
                  </a:lnTo>
                  <a:lnTo>
                    <a:pt x="989653" y="2967879"/>
                  </a:lnTo>
                  <a:lnTo>
                    <a:pt x="1081195" y="2976646"/>
                  </a:lnTo>
                  <a:lnTo>
                    <a:pt x="1169260" y="2986632"/>
                  </a:lnTo>
                  <a:lnTo>
                    <a:pt x="1252039" y="2997868"/>
                  </a:lnTo>
                  <a:lnTo>
                    <a:pt x="1328679" y="3010437"/>
                  </a:lnTo>
                  <a:lnTo>
                    <a:pt x="1399067" y="3024478"/>
                  </a:lnTo>
                  <a:lnTo>
                    <a:pt x="1463598" y="3040187"/>
                  </a:lnTo>
                  <a:lnTo>
                    <a:pt x="1522984" y="3057808"/>
                  </a:lnTo>
                  <a:lnTo>
                    <a:pt x="1578110" y="3077620"/>
                  </a:lnTo>
                  <a:lnTo>
                    <a:pt x="1629918" y="3099909"/>
                  </a:lnTo>
                  <a:lnTo>
                    <a:pt x="1679330" y="3124926"/>
                  </a:lnTo>
                  <a:lnTo>
                    <a:pt x="1719082" y="3147848"/>
                  </a:lnTo>
                  <a:lnTo>
                    <a:pt x="1764914" y="3177300"/>
                  </a:lnTo>
                  <a:lnTo>
                    <a:pt x="1810298" y="3209543"/>
                  </a:lnTo>
                  <a:lnTo>
                    <a:pt x="1855650" y="3244623"/>
                  </a:lnTo>
                  <a:lnTo>
                    <a:pt x="1901267" y="3282506"/>
                  </a:lnTo>
                  <a:lnTo>
                    <a:pt x="1947338" y="3323068"/>
                  </a:lnTo>
                  <a:lnTo>
                    <a:pt x="1993958" y="3366089"/>
                  </a:lnTo>
                  <a:lnTo>
                    <a:pt x="2041138" y="3411248"/>
                  </a:lnTo>
                  <a:lnTo>
                    <a:pt x="2088817" y="3458134"/>
                  </a:lnTo>
                  <a:lnTo>
                    <a:pt x="2136876" y="3506256"/>
                  </a:lnTo>
                  <a:lnTo>
                    <a:pt x="2185152" y="3555063"/>
                  </a:lnTo>
                  <a:lnTo>
                    <a:pt x="2233462" y="3603972"/>
                  </a:lnTo>
                  <a:lnTo>
                    <a:pt x="2281615" y="3652393"/>
                  </a:lnTo>
                  <a:lnTo>
                    <a:pt x="2329440" y="3699761"/>
                  </a:lnTo>
                  <a:lnTo>
                    <a:pt x="2376801" y="3745562"/>
                  </a:lnTo>
                  <a:lnTo>
                    <a:pt x="2423615" y="3789356"/>
                  </a:lnTo>
                  <a:lnTo>
                    <a:pt x="2469868" y="3830790"/>
                  </a:lnTo>
                  <a:lnTo>
                    <a:pt x="2515624" y="3869609"/>
                  </a:lnTo>
                  <a:lnTo>
                    <a:pt x="2561039" y="3905657"/>
                  </a:lnTo>
                  <a:lnTo>
                    <a:pt x="2606372" y="3938870"/>
                  </a:lnTo>
                  <a:lnTo>
                    <a:pt x="2651995" y="3969268"/>
                  </a:lnTo>
                  <a:lnTo>
                    <a:pt x="2667772" y="3979047"/>
                  </a:lnTo>
                  <a:lnTo>
                    <a:pt x="2715818" y="4006435"/>
                  </a:lnTo>
                  <a:lnTo>
                    <a:pt x="2765577" y="4030973"/>
                  </a:lnTo>
                  <a:lnTo>
                    <a:pt x="2817884" y="4052820"/>
                  </a:lnTo>
                  <a:lnTo>
                    <a:pt x="2873670" y="4072238"/>
                  </a:lnTo>
                  <a:lnTo>
                    <a:pt x="2933875" y="4089514"/>
                  </a:lnTo>
                  <a:lnTo>
                    <a:pt x="2999361" y="4104922"/>
                  </a:lnTo>
                  <a:lnTo>
                    <a:pt x="3070798" y="4118700"/>
                  </a:lnTo>
                  <a:lnTo>
                    <a:pt x="3148510" y="4131033"/>
                  </a:lnTo>
                  <a:lnTo>
                    <a:pt x="3232274" y="4142052"/>
                  </a:lnTo>
                  <a:lnTo>
                    <a:pt x="3321090" y="4151829"/>
                  </a:lnTo>
                  <a:lnTo>
                    <a:pt x="3412966" y="4160388"/>
                  </a:lnTo>
                  <a:lnTo>
                    <a:pt x="3504820" y="4167712"/>
                  </a:lnTo>
                  <a:lnTo>
                    <a:pt x="3592611" y="4173771"/>
                  </a:lnTo>
                  <a:lnTo>
                    <a:pt x="3671803" y="4178550"/>
                  </a:lnTo>
                  <a:lnTo>
                    <a:pt x="3738156" y="4182083"/>
                  </a:lnTo>
                  <a:lnTo>
                    <a:pt x="3788669" y="4184472"/>
                  </a:lnTo>
                  <a:lnTo>
                    <a:pt x="3822374" y="4185898"/>
                  </a:lnTo>
                  <a:lnTo>
                    <a:pt x="3840701" y="4186594"/>
                  </a:lnTo>
                  <a:lnTo>
                    <a:pt x="3847384" y="4186823"/>
                  </a:lnTo>
                  <a:lnTo>
                    <a:pt x="3848118" y="4186846"/>
                  </a:lnTo>
                  <a:lnTo>
                    <a:pt x="4386855" y="4186846"/>
                  </a:lnTo>
                  <a:lnTo>
                    <a:pt x="4387769" y="4186750"/>
                  </a:lnTo>
                  <a:lnTo>
                    <a:pt x="4393780" y="4186061"/>
                  </a:lnTo>
                  <a:lnTo>
                    <a:pt x="4408943" y="4184156"/>
                  </a:lnTo>
                  <a:lnTo>
                    <a:pt x="4436071" y="4180407"/>
                  </a:lnTo>
                  <a:lnTo>
                    <a:pt x="4476537" y="4174231"/>
                  </a:lnTo>
                  <a:lnTo>
                    <a:pt x="4530164" y="4165153"/>
                  </a:lnTo>
                  <a:lnTo>
                    <a:pt x="4595350" y="4152850"/>
                  </a:lnTo>
                  <a:lnTo>
                    <a:pt x="4669436" y="4137158"/>
                  </a:lnTo>
                  <a:lnTo>
                    <a:pt x="4749230" y="4118051"/>
                  </a:lnTo>
                  <a:lnTo>
                    <a:pt x="4831531" y="4095584"/>
                  </a:lnTo>
                  <a:lnTo>
                    <a:pt x="4913543" y="4069830"/>
                  </a:lnTo>
                  <a:lnTo>
                    <a:pt x="4993106" y="4040824"/>
                  </a:lnTo>
                  <a:lnTo>
                    <a:pt x="5068759" y="4008522"/>
                  </a:lnTo>
                  <a:lnTo>
                    <a:pt x="5139686" y="3972769"/>
                  </a:lnTo>
                  <a:lnTo>
                    <a:pt x="5205599" y="3933293"/>
                  </a:lnTo>
                  <a:lnTo>
                    <a:pt x="5266604" y="3889697"/>
                  </a:lnTo>
                  <a:lnTo>
                    <a:pt x="5323079" y="3841475"/>
                  </a:lnTo>
                  <a:lnTo>
                    <a:pt x="5375570" y="3788019"/>
                  </a:lnTo>
                  <a:lnTo>
                    <a:pt x="5424719" y="3728657"/>
                  </a:lnTo>
                  <a:lnTo>
                    <a:pt x="5471200" y="3662700"/>
                  </a:lnTo>
                  <a:lnTo>
                    <a:pt x="5515674" y="3589536"/>
                  </a:lnTo>
                  <a:lnTo>
                    <a:pt x="5558741" y="3508772"/>
                  </a:lnTo>
                  <a:lnTo>
                    <a:pt x="5567201" y="3491761"/>
                  </a:lnTo>
                  <a:lnTo>
                    <a:pt x="5597308" y="3428246"/>
                  </a:lnTo>
                  <a:lnTo>
                    <a:pt x="5627150" y="3360767"/>
                  </a:lnTo>
                  <a:lnTo>
                    <a:pt x="5656864" y="3289243"/>
                  </a:lnTo>
                  <a:lnTo>
                    <a:pt x="5686562" y="3213640"/>
                  </a:lnTo>
                  <a:lnTo>
                    <a:pt x="5716334" y="3133972"/>
                  </a:lnTo>
                  <a:lnTo>
                    <a:pt x="5746247" y="3050308"/>
                  </a:lnTo>
                  <a:lnTo>
                    <a:pt x="5776354" y="2962771"/>
                  </a:lnTo>
                  <a:lnTo>
                    <a:pt x="5806686" y="2871550"/>
                  </a:lnTo>
                  <a:lnTo>
                    <a:pt x="5837259" y="2776891"/>
                  </a:lnTo>
                  <a:lnTo>
                    <a:pt x="5868075" y="2679100"/>
                  </a:lnTo>
                  <a:lnTo>
                    <a:pt x="5899122" y="2578543"/>
                  </a:lnTo>
                  <a:lnTo>
                    <a:pt x="5930376" y="2475638"/>
                  </a:lnTo>
                  <a:lnTo>
                    <a:pt x="5961802" y="2370852"/>
                  </a:lnTo>
                  <a:lnTo>
                    <a:pt x="5993357" y="2264688"/>
                  </a:lnTo>
                  <a:lnTo>
                    <a:pt x="6024993" y="2157681"/>
                  </a:lnTo>
                  <a:lnTo>
                    <a:pt x="6056657" y="2050382"/>
                  </a:lnTo>
                  <a:lnTo>
                    <a:pt x="6088296" y="1943350"/>
                  </a:lnTo>
                  <a:lnTo>
                    <a:pt x="6119856" y="1837136"/>
                  </a:lnTo>
                  <a:lnTo>
                    <a:pt x="6151289" y="1732276"/>
                  </a:lnTo>
                  <a:lnTo>
                    <a:pt x="6182551" y="1629275"/>
                  </a:lnTo>
                  <a:lnTo>
                    <a:pt x="6213609" y="1528602"/>
                  </a:lnTo>
                  <a:lnTo>
                    <a:pt x="6244436" y="1430676"/>
                  </a:lnTo>
                  <a:lnTo>
                    <a:pt x="6275020" y="1335867"/>
                  </a:lnTo>
                  <a:lnTo>
                    <a:pt x="6305362" y="1244483"/>
                  </a:lnTo>
                  <a:lnTo>
                    <a:pt x="6335479" y="1156775"/>
                  </a:lnTo>
                  <a:lnTo>
                    <a:pt x="6365400" y="1072931"/>
                  </a:lnTo>
                  <a:lnTo>
                    <a:pt x="6395177" y="993079"/>
                  </a:lnTo>
                  <a:lnTo>
                    <a:pt x="6424876" y="917290"/>
                  </a:lnTo>
                  <a:lnTo>
                    <a:pt x="6454588" y="845581"/>
                  </a:lnTo>
                  <a:lnTo>
                    <a:pt x="6484421" y="777920"/>
                  </a:lnTo>
                  <a:lnTo>
                    <a:pt x="6514512" y="714226"/>
                  </a:lnTo>
                  <a:lnTo>
                    <a:pt x="6515891" y="711419"/>
                  </a:lnTo>
                  <a:lnTo>
                    <a:pt x="6558740" y="629127"/>
                  </a:lnTo>
                  <a:lnTo>
                    <a:pt x="6602889" y="554469"/>
                  </a:lnTo>
                  <a:lnTo>
                    <a:pt x="6648918" y="487121"/>
                  </a:lnTo>
                  <a:lnTo>
                    <a:pt x="6697481" y="426498"/>
                  </a:lnTo>
                  <a:lnTo>
                    <a:pt x="6749253" y="371921"/>
                  </a:lnTo>
                  <a:lnTo>
                    <a:pt x="6804887" y="322706"/>
                  </a:lnTo>
                  <a:lnTo>
                    <a:pt x="6864952" y="278232"/>
                  </a:lnTo>
                  <a:lnTo>
                    <a:pt x="6929868" y="237970"/>
                  </a:lnTo>
                  <a:lnTo>
                    <a:pt x="6999805" y="201501"/>
                  </a:lnTo>
                  <a:lnTo>
                    <a:pt x="7074562" y="168527"/>
                  </a:lnTo>
                  <a:lnTo>
                    <a:pt x="7153440" y="138871"/>
                  </a:lnTo>
                  <a:lnTo>
                    <a:pt x="7235114" y="112469"/>
                  </a:lnTo>
                  <a:lnTo>
                    <a:pt x="7317563" y="89341"/>
                  </a:lnTo>
                  <a:lnTo>
                    <a:pt x="7398103" y="69558"/>
                  </a:lnTo>
                  <a:lnTo>
                    <a:pt x="7473590" y="53184"/>
                  </a:lnTo>
                  <a:lnTo>
                    <a:pt x="7540787" y="40214"/>
                  </a:lnTo>
                  <a:lnTo>
                    <a:pt x="7596885" y="30513"/>
                  </a:lnTo>
                  <a:lnTo>
                    <a:pt x="7640037" y="23793"/>
                  </a:lnTo>
                  <a:lnTo>
                    <a:pt x="7669763" y="19604"/>
                  </a:lnTo>
                  <a:lnTo>
                    <a:pt x="7687129" y="17381"/>
                  </a:lnTo>
                  <a:lnTo>
                    <a:pt x="7694678" y="16500"/>
                  </a:lnTo>
                  <a:lnTo>
                    <a:pt x="7696237" y="16333"/>
                  </a:lnTo>
                  <a:lnTo>
                    <a:pt x="8234974" y="16333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23" y="96"/>
                  </a:lnTo>
                  <a:lnTo>
                    <a:pt x="7689312" y="785"/>
                  </a:lnTo>
                  <a:lnTo>
                    <a:pt x="7674150" y="2690"/>
                  </a:lnTo>
                  <a:lnTo>
                    <a:pt x="7647021" y="6439"/>
                  </a:lnTo>
                  <a:lnTo>
                    <a:pt x="7606555" y="12615"/>
                  </a:lnTo>
                  <a:lnTo>
                    <a:pt x="7552929" y="21693"/>
                  </a:lnTo>
                  <a:lnTo>
                    <a:pt x="7487743" y="33996"/>
                  </a:lnTo>
                  <a:lnTo>
                    <a:pt x="7413656" y="49688"/>
                  </a:lnTo>
                  <a:lnTo>
                    <a:pt x="7333863" y="68795"/>
                  </a:lnTo>
                  <a:lnTo>
                    <a:pt x="7251562" y="91262"/>
                  </a:lnTo>
                  <a:lnTo>
                    <a:pt x="7169549" y="117016"/>
                  </a:lnTo>
                  <a:lnTo>
                    <a:pt x="7089987" y="146021"/>
                  </a:lnTo>
                  <a:lnTo>
                    <a:pt x="7014334" y="178324"/>
                  </a:lnTo>
                  <a:lnTo>
                    <a:pt x="6943407" y="214076"/>
                  </a:lnTo>
                  <a:lnTo>
                    <a:pt x="6877494" y="253553"/>
                  </a:lnTo>
                  <a:lnTo>
                    <a:pt x="6816488" y="297149"/>
                  </a:lnTo>
                  <a:lnTo>
                    <a:pt x="6760014" y="345371"/>
                  </a:lnTo>
                  <a:lnTo>
                    <a:pt x="6707522" y="398827"/>
                  </a:lnTo>
                  <a:lnTo>
                    <a:pt x="6658374" y="458189"/>
                  </a:lnTo>
                  <a:lnTo>
                    <a:pt x="6611893" y="524146"/>
                  </a:lnTo>
                  <a:lnTo>
                    <a:pt x="6567418" y="597310"/>
                  </a:lnTo>
                  <a:lnTo>
                    <a:pt x="6524351" y="678074"/>
                  </a:lnTo>
                  <a:lnTo>
                    <a:pt x="6515891" y="695085"/>
                  </a:lnTo>
                  <a:lnTo>
                    <a:pt x="6485784" y="758600"/>
                  </a:lnTo>
                  <a:lnTo>
                    <a:pt x="6455942" y="826079"/>
                  </a:lnTo>
                  <a:lnTo>
                    <a:pt x="6426228" y="897603"/>
                  </a:lnTo>
                  <a:lnTo>
                    <a:pt x="6396530" y="973205"/>
                  </a:lnTo>
                  <a:lnTo>
                    <a:pt x="6366759" y="1052873"/>
                  </a:lnTo>
                  <a:lnTo>
                    <a:pt x="6336845" y="1136538"/>
                  </a:lnTo>
                  <a:lnTo>
                    <a:pt x="6306739" y="1224074"/>
                  </a:lnTo>
                  <a:lnTo>
                    <a:pt x="6276407" y="1315296"/>
                  </a:lnTo>
                  <a:lnTo>
                    <a:pt x="6245834" y="1409955"/>
                  </a:lnTo>
                  <a:lnTo>
                    <a:pt x="6215017" y="1507746"/>
                  </a:lnTo>
                  <a:lnTo>
                    <a:pt x="6183970" y="1608303"/>
                  </a:lnTo>
                  <a:lnTo>
                    <a:pt x="6152717" y="1711208"/>
                  </a:lnTo>
                  <a:lnTo>
                    <a:pt x="6121291" y="1815994"/>
                  </a:lnTo>
                  <a:lnTo>
                    <a:pt x="6089735" y="1922158"/>
                  </a:lnTo>
                  <a:lnTo>
                    <a:pt x="6058099" y="2029165"/>
                  </a:lnTo>
                  <a:lnTo>
                    <a:pt x="6026435" y="2136464"/>
                  </a:lnTo>
                  <a:lnTo>
                    <a:pt x="5994796" y="2243496"/>
                  </a:lnTo>
                  <a:lnTo>
                    <a:pt x="5963236" y="2349710"/>
                  </a:lnTo>
                  <a:lnTo>
                    <a:pt x="5931803" y="2454570"/>
                  </a:lnTo>
                  <a:lnTo>
                    <a:pt x="5900541" y="2557571"/>
                  </a:lnTo>
                  <a:lnTo>
                    <a:pt x="5869484" y="2658244"/>
                  </a:lnTo>
                  <a:lnTo>
                    <a:pt x="5838657" y="2756169"/>
                  </a:lnTo>
                  <a:lnTo>
                    <a:pt x="5808072" y="2850979"/>
                  </a:lnTo>
                  <a:lnTo>
                    <a:pt x="5777730" y="2942362"/>
                  </a:lnTo>
                  <a:lnTo>
                    <a:pt x="5747614" y="3030071"/>
                  </a:lnTo>
                  <a:lnTo>
                    <a:pt x="5717692" y="3113915"/>
                  </a:lnTo>
                  <a:lnTo>
                    <a:pt x="5687916" y="3193767"/>
                  </a:lnTo>
                  <a:lnTo>
                    <a:pt x="5658216" y="3269556"/>
                  </a:lnTo>
                  <a:lnTo>
                    <a:pt x="5628505" y="3341264"/>
                  </a:lnTo>
                  <a:lnTo>
                    <a:pt x="5598672" y="3408926"/>
                  </a:lnTo>
                  <a:lnTo>
                    <a:pt x="5568580" y="3472619"/>
                  </a:lnTo>
                  <a:lnTo>
                    <a:pt x="5567201" y="3475427"/>
                  </a:lnTo>
                  <a:lnTo>
                    <a:pt x="5524353" y="3557719"/>
                  </a:lnTo>
                  <a:lnTo>
                    <a:pt x="5480204" y="3632376"/>
                  </a:lnTo>
                  <a:lnTo>
                    <a:pt x="5434174" y="3699725"/>
                  </a:lnTo>
                  <a:lnTo>
                    <a:pt x="5385611" y="3760347"/>
                  </a:lnTo>
                  <a:lnTo>
                    <a:pt x="5333839" y="3814925"/>
                  </a:lnTo>
                  <a:lnTo>
                    <a:pt x="5278206" y="3864140"/>
                  </a:lnTo>
                  <a:lnTo>
                    <a:pt x="5218140" y="3908614"/>
                  </a:lnTo>
                  <a:lnTo>
                    <a:pt x="5153224" y="3948876"/>
                  </a:lnTo>
                  <a:lnTo>
                    <a:pt x="5083288" y="3985345"/>
                  </a:lnTo>
                  <a:lnTo>
                    <a:pt x="5008531" y="4018319"/>
                  </a:lnTo>
                  <a:lnTo>
                    <a:pt x="4929652" y="4047975"/>
                  </a:lnTo>
                  <a:lnTo>
                    <a:pt x="4847978" y="4074377"/>
                  </a:lnTo>
                  <a:lnTo>
                    <a:pt x="4765530" y="4097505"/>
                  </a:lnTo>
                  <a:lnTo>
                    <a:pt x="4684989" y="4117288"/>
                  </a:lnTo>
                  <a:lnTo>
                    <a:pt x="4609503" y="4133662"/>
                  </a:lnTo>
                  <a:lnTo>
                    <a:pt x="4542306" y="4146632"/>
                  </a:lnTo>
                  <a:lnTo>
                    <a:pt x="4486207" y="4156332"/>
                  </a:lnTo>
                  <a:lnTo>
                    <a:pt x="4443055" y="4163053"/>
                  </a:lnTo>
                  <a:lnTo>
                    <a:pt x="4413329" y="4167242"/>
                  </a:lnTo>
                  <a:lnTo>
                    <a:pt x="4395963" y="4169465"/>
                  </a:lnTo>
                  <a:lnTo>
                    <a:pt x="4388415" y="4170345"/>
                  </a:lnTo>
                  <a:lnTo>
                    <a:pt x="4386855" y="4170513"/>
                  </a:lnTo>
                  <a:lnTo>
                    <a:pt x="3848118" y="4170513"/>
                  </a:lnTo>
                  <a:lnTo>
                    <a:pt x="3846844" y="4170472"/>
                  </a:lnTo>
                  <a:lnTo>
                    <a:pt x="3838529" y="4170182"/>
                  </a:lnTo>
                  <a:lnTo>
                    <a:pt x="3817784" y="4169380"/>
                  </a:lnTo>
                  <a:lnTo>
                    <a:pt x="3781247" y="4167805"/>
                  </a:lnTo>
                  <a:lnTo>
                    <a:pt x="3727900" y="4165231"/>
                  </a:lnTo>
                  <a:lnTo>
                    <a:pt x="3659100" y="4161491"/>
                  </a:lnTo>
                  <a:lnTo>
                    <a:pt x="3578123" y="4156495"/>
                  </a:lnTo>
                  <a:lnTo>
                    <a:pt x="3489323" y="4150218"/>
                  </a:lnTo>
                  <a:lnTo>
                    <a:pt x="3397202" y="4142681"/>
                  </a:lnTo>
                  <a:lnTo>
                    <a:pt x="3305660" y="4133914"/>
                  </a:lnTo>
                  <a:lnTo>
                    <a:pt x="3217594" y="4123928"/>
                  </a:lnTo>
                  <a:lnTo>
                    <a:pt x="3134816" y="4112692"/>
                  </a:lnTo>
                  <a:lnTo>
                    <a:pt x="3058176" y="4100124"/>
                  </a:lnTo>
                  <a:lnTo>
                    <a:pt x="2987788" y="4086082"/>
                  </a:lnTo>
                  <a:lnTo>
                    <a:pt x="2923257" y="4070373"/>
                  </a:lnTo>
                  <a:lnTo>
                    <a:pt x="2863870" y="4052752"/>
                  </a:lnTo>
                  <a:lnTo>
                    <a:pt x="2808745" y="4032941"/>
                  </a:lnTo>
                  <a:lnTo>
                    <a:pt x="2756937" y="4010651"/>
                  </a:lnTo>
                  <a:lnTo>
                    <a:pt x="2707525" y="3985634"/>
                  </a:lnTo>
                  <a:lnTo>
                    <a:pt x="2667772" y="3962713"/>
                  </a:lnTo>
                  <a:lnTo>
                    <a:pt x="2621941" y="3933260"/>
                  </a:lnTo>
                  <a:lnTo>
                    <a:pt x="2576557" y="3901018"/>
                  </a:lnTo>
                  <a:lnTo>
                    <a:pt x="2531204" y="3865938"/>
                  </a:lnTo>
                  <a:lnTo>
                    <a:pt x="2485587" y="3828055"/>
                  </a:lnTo>
                  <a:lnTo>
                    <a:pt x="2439516" y="3787492"/>
                  </a:lnTo>
                  <a:lnTo>
                    <a:pt x="2392897" y="3744472"/>
                  </a:lnTo>
                  <a:lnTo>
                    <a:pt x="2345717" y="3699313"/>
                  </a:lnTo>
                  <a:lnTo>
                    <a:pt x="2298038" y="3652427"/>
                  </a:lnTo>
                  <a:lnTo>
                    <a:pt x="2249979" y="3604305"/>
                  </a:lnTo>
                  <a:lnTo>
                    <a:pt x="2201702" y="3555497"/>
                  </a:lnTo>
                  <a:lnTo>
                    <a:pt x="2153393" y="3506589"/>
                  </a:lnTo>
                  <a:lnTo>
                    <a:pt x="2105240" y="3458168"/>
                  </a:lnTo>
                  <a:lnTo>
                    <a:pt x="2057415" y="3410800"/>
                  </a:lnTo>
                  <a:lnTo>
                    <a:pt x="2010054" y="3364999"/>
                  </a:lnTo>
                  <a:lnTo>
                    <a:pt x="1963240" y="3321205"/>
                  </a:lnTo>
                  <a:lnTo>
                    <a:pt x="1916987" y="3279771"/>
                  </a:lnTo>
                  <a:lnTo>
                    <a:pt x="1871231" y="3240951"/>
                  </a:lnTo>
                  <a:lnTo>
                    <a:pt x="1825815" y="3204903"/>
                  </a:lnTo>
                  <a:lnTo>
                    <a:pt x="1780483" y="3171691"/>
                  </a:lnTo>
                  <a:lnTo>
                    <a:pt x="1734860" y="3141292"/>
                  </a:lnTo>
                  <a:lnTo>
                    <a:pt x="1719082" y="3131514"/>
                  </a:lnTo>
                  <a:lnTo>
                    <a:pt x="1671036" y="3104126"/>
                  </a:lnTo>
                  <a:lnTo>
                    <a:pt x="1621277" y="3079588"/>
                  </a:lnTo>
                  <a:lnTo>
                    <a:pt x="1568970" y="3057740"/>
                  </a:lnTo>
                  <a:lnTo>
                    <a:pt x="1513185" y="3038323"/>
                  </a:lnTo>
                  <a:lnTo>
                    <a:pt x="1452980" y="3021047"/>
                  </a:lnTo>
                  <a:lnTo>
                    <a:pt x="1387494" y="3005638"/>
                  </a:lnTo>
                  <a:lnTo>
                    <a:pt x="1316057" y="2991861"/>
                  </a:lnTo>
                  <a:lnTo>
                    <a:pt x="1238344" y="2979528"/>
                  </a:lnTo>
                  <a:lnTo>
                    <a:pt x="1154580" y="2968509"/>
                  </a:lnTo>
                  <a:lnTo>
                    <a:pt x="1065765" y="2958732"/>
                  </a:lnTo>
                  <a:lnTo>
                    <a:pt x="973889" y="2950173"/>
                  </a:lnTo>
                  <a:lnTo>
                    <a:pt x="882034" y="2942849"/>
                  </a:lnTo>
                  <a:lnTo>
                    <a:pt x="794243" y="2936790"/>
                  </a:lnTo>
                  <a:lnTo>
                    <a:pt x="715052" y="2932011"/>
                  </a:lnTo>
                  <a:lnTo>
                    <a:pt x="648699" y="2928478"/>
                  </a:lnTo>
                  <a:lnTo>
                    <a:pt x="598185" y="2926088"/>
                  </a:lnTo>
                  <a:lnTo>
                    <a:pt x="564480" y="2924663"/>
                  </a:lnTo>
                  <a:lnTo>
                    <a:pt x="546154" y="2923967"/>
                  </a:lnTo>
                  <a:lnTo>
                    <a:pt x="539471" y="2923737"/>
                  </a:lnTo>
                  <a:lnTo>
                    <a:pt x="538736" y="2923714"/>
                  </a:lnTo>
                  <a:lnTo>
                    <a:pt x="0" y="292371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50" name="pl1050"/>
            <p:cNvSpPr/>
            <p:nvPr/>
          </p:nvSpPr>
          <p:spPr>
            <a:xfrm>
              <a:off x="546595" y="1115240"/>
              <a:ext cx="8234974" cy="4170513"/>
            </a:xfrm>
            <a:custGeom>
              <a:avLst/>
              <a:pathLst>
                <a:path w="8234974" h="4170513">
                  <a:moveTo>
                    <a:pt x="0" y="2923714"/>
                  </a:moveTo>
                  <a:lnTo>
                    <a:pt x="538736" y="2923714"/>
                  </a:lnTo>
                  <a:lnTo>
                    <a:pt x="540010" y="2923755"/>
                  </a:lnTo>
                  <a:lnTo>
                    <a:pt x="548325" y="2924045"/>
                  </a:lnTo>
                  <a:lnTo>
                    <a:pt x="569070" y="2924847"/>
                  </a:lnTo>
                  <a:lnTo>
                    <a:pt x="605607" y="2926422"/>
                  </a:lnTo>
                  <a:lnTo>
                    <a:pt x="658954" y="2928996"/>
                  </a:lnTo>
                  <a:lnTo>
                    <a:pt x="727754" y="2932736"/>
                  </a:lnTo>
                  <a:lnTo>
                    <a:pt x="808732" y="2937732"/>
                  </a:lnTo>
                  <a:lnTo>
                    <a:pt x="897531" y="2944009"/>
                  </a:lnTo>
                  <a:lnTo>
                    <a:pt x="989653" y="2951546"/>
                  </a:lnTo>
                  <a:lnTo>
                    <a:pt x="1081195" y="2960313"/>
                  </a:lnTo>
                  <a:lnTo>
                    <a:pt x="1169260" y="2970299"/>
                  </a:lnTo>
                  <a:lnTo>
                    <a:pt x="1252039" y="2981535"/>
                  </a:lnTo>
                  <a:lnTo>
                    <a:pt x="1328679" y="2994103"/>
                  </a:lnTo>
                  <a:lnTo>
                    <a:pt x="1399067" y="3008145"/>
                  </a:lnTo>
                  <a:lnTo>
                    <a:pt x="1463598" y="3023854"/>
                  </a:lnTo>
                  <a:lnTo>
                    <a:pt x="1522984" y="3041475"/>
                  </a:lnTo>
                  <a:lnTo>
                    <a:pt x="1578110" y="3061286"/>
                  </a:lnTo>
                  <a:lnTo>
                    <a:pt x="1629918" y="3083576"/>
                  </a:lnTo>
                  <a:lnTo>
                    <a:pt x="1679330" y="3108593"/>
                  </a:lnTo>
                  <a:lnTo>
                    <a:pt x="1719082" y="3131514"/>
                  </a:lnTo>
                  <a:lnTo>
                    <a:pt x="1764914" y="3160967"/>
                  </a:lnTo>
                  <a:lnTo>
                    <a:pt x="1810298" y="3193209"/>
                  </a:lnTo>
                  <a:lnTo>
                    <a:pt x="1855650" y="3228289"/>
                  </a:lnTo>
                  <a:lnTo>
                    <a:pt x="1901267" y="3266172"/>
                  </a:lnTo>
                  <a:lnTo>
                    <a:pt x="1947338" y="3306735"/>
                  </a:lnTo>
                  <a:lnTo>
                    <a:pt x="1993958" y="3349755"/>
                  </a:lnTo>
                  <a:lnTo>
                    <a:pt x="2041138" y="3394914"/>
                  </a:lnTo>
                  <a:lnTo>
                    <a:pt x="2088817" y="3441800"/>
                  </a:lnTo>
                  <a:lnTo>
                    <a:pt x="2136876" y="3489922"/>
                  </a:lnTo>
                  <a:lnTo>
                    <a:pt x="2185152" y="3538730"/>
                  </a:lnTo>
                  <a:lnTo>
                    <a:pt x="2233462" y="3587639"/>
                  </a:lnTo>
                  <a:lnTo>
                    <a:pt x="2281615" y="3636059"/>
                  </a:lnTo>
                  <a:lnTo>
                    <a:pt x="2329440" y="3683427"/>
                  </a:lnTo>
                  <a:lnTo>
                    <a:pt x="2376801" y="3729228"/>
                  </a:lnTo>
                  <a:lnTo>
                    <a:pt x="2423615" y="3773022"/>
                  </a:lnTo>
                  <a:lnTo>
                    <a:pt x="2469868" y="3814456"/>
                  </a:lnTo>
                  <a:lnTo>
                    <a:pt x="2515624" y="3853276"/>
                  </a:lnTo>
                  <a:lnTo>
                    <a:pt x="2561039" y="3889324"/>
                  </a:lnTo>
                  <a:lnTo>
                    <a:pt x="2606372" y="3922536"/>
                  </a:lnTo>
                  <a:lnTo>
                    <a:pt x="2651995" y="3952935"/>
                  </a:lnTo>
                  <a:lnTo>
                    <a:pt x="2667772" y="3962713"/>
                  </a:lnTo>
                  <a:lnTo>
                    <a:pt x="2715818" y="3990101"/>
                  </a:lnTo>
                  <a:lnTo>
                    <a:pt x="2765577" y="4014639"/>
                  </a:lnTo>
                  <a:lnTo>
                    <a:pt x="2817884" y="4036487"/>
                  </a:lnTo>
                  <a:lnTo>
                    <a:pt x="2873670" y="4055904"/>
                  </a:lnTo>
                  <a:lnTo>
                    <a:pt x="2933875" y="4073180"/>
                  </a:lnTo>
                  <a:lnTo>
                    <a:pt x="2999361" y="4088589"/>
                  </a:lnTo>
                  <a:lnTo>
                    <a:pt x="3070798" y="4102366"/>
                  </a:lnTo>
                  <a:lnTo>
                    <a:pt x="3148510" y="4114699"/>
                  </a:lnTo>
                  <a:lnTo>
                    <a:pt x="3232274" y="4125718"/>
                  </a:lnTo>
                  <a:lnTo>
                    <a:pt x="3321090" y="4135495"/>
                  </a:lnTo>
                  <a:lnTo>
                    <a:pt x="3412966" y="4144054"/>
                  </a:lnTo>
                  <a:lnTo>
                    <a:pt x="3504820" y="4151378"/>
                  </a:lnTo>
                  <a:lnTo>
                    <a:pt x="3592611" y="4157437"/>
                  </a:lnTo>
                  <a:lnTo>
                    <a:pt x="3671803" y="4162216"/>
                  </a:lnTo>
                  <a:lnTo>
                    <a:pt x="3738156" y="4165749"/>
                  </a:lnTo>
                  <a:lnTo>
                    <a:pt x="3788669" y="4168139"/>
                  </a:lnTo>
                  <a:lnTo>
                    <a:pt x="3822374" y="4169564"/>
                  </a:lnTo>
                  <a:lnTo>
                    <a:pt x="3840701" y="4170260"/>
                  </a:lnTo>
                  <a:lnTo>
                    <a:pt x="3847384" y="4170490"/>
                  </a:lnTo>
                  <a:lnTo>
                    <a:pt x="3848118" y="4170513"/>
                  </a:lnTo>
                  <a:lnTo>
                    <a:pt x="4386855" y="4170513"/>
                  </a:lnTo>
                  <a:lnTo>
                    <a:pt x="4387769" y="4170416"/>
                  </a:lnTo>
                  <a:lnTo>
                    <a:pt x="4393780" y="4169727"/>
                  </a:lnTo>
                  <a:lnTo>
                    <a:pt x="4408943" y="4167823"/>
                  </a:lnTo>
                  <a:lnTo>
                    <a:pt x="4436071" y="4164073"/>
                  </a:lnTo>
                  <a:lnTo>
                    <a:pt x="4476537" y="4157897"/>
                  </a:lnTo>
                  <a:lnTo>
                    <a:pt x="4530164" y="4148820"/>
                  </a:lnTo>
                  <a:lnTo>
                    <a:pt x="4595350" y="4136516"/>
                  </a:lnTo>
                  <a:lnTo>
                    <a:pt x="4669436" y="4120824"/>
                  </a:lnTo>
                  <a:lnTo>
                    <a:pt x="4749230" y="4101717"/>
                  </a:lnTo>
                  <a:lnTo>
                    <a:pt x="4831531" y="4079250"/>
                  </a:lnTo>
                  <a:lnTo>
                    <a:pt x="4913543" y="4053496"/>
                  </a:lnTo>
                  <a:lnTo>
                    <a:pt x="4993106" y="4024491"/>
                  </a:lnTo>
                  <a:lnTo>
                    <a:pt x="5068759" y="3992189"/>
                  </a:lnTo>
                  <a:lnTo>
                    <a:pt x="5139686" y="3956436"/>
                  </a:lnTo>
                  <a:lnTo>
                    <a:pt x="5205599" y="3916959"/>
                  </a:lnTo>
                  <a:lnTo>
                    <a:pt x="5266604" y="3873364"/>
                  </a:lnTo>
                  <a:lnTo>
                    <a:pt x="5323079" y="3825141"/>
                  </a:lnTo>
                  <a:lnTo>
                    <a:pt x="5375570" y="3771685"/>
                  </a:lnTo>
                  <a:lnTo>
                    <a:pt x="5424719" y="3712323"/>
                  </a:lnTo>
                  <a:lnTo>
                    <a:pt x="5471200" y="3646367"/>
                  </a:lnTo>
                  <a:lnTo>
                    <a:pt x="5515674" y="3573202"/>
                  </a:lnTo>
                  <a:lnTo>
                    <a:pt x="5558741" y="3492438"/>
                  </a:lnTo>
                  <a:lnTo>
                    <a:pt x="5567201" y="3475427"/>
                  </a:lnTo>
                  <a:lnTo>
                    <a:pt x="5597308" y="3411912"/>
                  </a:lnTo>
                  <a:lnTo>
                    <a:pt x="5627150" y="3344433"/>
                  </a:lnTo>
                  <a:lnTo>
                    <a:pt x="5656864" y="3272910"/>
                  </a:lnTo>
                  <a:lnTo>
                    <a:pt x="5686562" y="3197307"/>
                  </a:lnTo>
                  <a:lnTo>
                    <a:pt x="5716334" y="3117639"/>
                  </a:lnTo>
                  <a:lnTo>
                    <a:pt x="5746247" y="3033974"/>
                  </a:lnTo>
                  <a:lnTo>
                    <a:pt x="5776354" y="2946438"/>
                  </a:lnTo>
                  <a:lnTo>
                    <a:pt x="5806686" y="2855217"/>
                  </a:lnTo>
                  <a:lnTo>
                    <a:pt x="5837259" y="2760557"/>
                  </a:lnTo>
                  <a:lnTo>
                    <a:pt x="5868075" y="2662766"/>
                  </a:lnTo>
                  <a:lnTo>
                    <a:pt x="5899122" y="2562209"/>
                  </a:lnTo>
                  <a:lnTo>
                    <a:pt x="5930376" y="2459304"/>
                  </a:lnTo>
                  <a:lnTo>
                    <a:pt x="5961802" y="2354518"/>
                  </a:lnTo>
                  <a:lnTo>
                    <a:pt x="5993357" y="2248355"/>
                  </a:lnTo>
                  <a:lnTo>
                    <a:pt x="6024993" y="2141347"/>
                  </a:lnTo>
                  <a:lnTo>
                    <a:pt x="6056657" y="2034049"/>
                  </a:lnTo>
                  <a:lnTo>
                    <a:pt x="6088296" y="1927016"/>
                  </a:lnTo>
                  <a:lnTo>
                    <a:pt x="6119856" y="1820802"/>
                  </a:lnTo>
                  <a:lnTo>
                    <a:pt x="6151289" y="1715942"/>
                  </a:lnTo>
                  <a:lnTo>
                    <a:pt x="6182551" y="1612941"/>
                  </a:lnTo>
                  <a:lnTo>
                    <a:pt x="6213609" y="1512268"/>
                  </a:lnTo>
                  <a:lnTo>
                    <a:pt x="6244436" y="1414343"/>
                  </a:lnTo>
                  <a:lnTo>
                    <a:pt x="6275020" y="1319533"/>
                  </a:lnTo>
                  <a:lnTo>
                    <a:pt x="6305362" y="1228150"/>
                  </a:lnTo>
                  <a:lnTo>
                    <a:pt x="6335479" y="1140441"/>
                  </a:lnTo>
                  <a:lnTo>
                    <a:pt x="6365400" y="1056597"/>
                  </a:lnTo>
                  <a:lnTo>
                    <a:pt x="6395177" y="976745"/>
                  </a:lnTo>
                  <a:lnTo>
                    <a:pt x="6424876" y="900956"/>
                  </a:lnTo>
                  <a:lnTo>
                    <a:pt x="6454588" y="829248"/>
                  </a:lnTo>
                  <a:lnTo>
                    <a:pt x="6484421" y="761586"/>
                  </a:lnTo>
                  <a:lnTo>
                    <a:pt x="6514512" y="697893"/>
                  </a:lnTo>
                  <a:lnTo>
                    <a:pt x="6515891" y="695085"/>
                  </a:lnTo>
                  <a:lnTo>
                    <a:pt x="6558740" y="612794"/>
                  </a:lnTo>
                  <a:lnTo>
                    <a:pt x="6602889" y="538136"/>
                  </a:lnTo>
                  <a:lnTo>
                    <a:pt x="6648918" y="470787"/>
                  </a:lnTo>
                  <a:lnTo>
                    <a:pt x="6697481" y="410165"/>
                  </a:lnTo>
                  <a:lnTo>
                    <a:pt x="6749253" y="355587"/>
                  </a:lnTo>
                  <a:lnTo>
                    <a:pt x="6804887" y="306372"/>
                  </a:lnTo>
                  <a:lnTo>
                    <a:pt x="6864952" y="261899"/>
                  </a:lnTo>
                  <a:lnTo>
                    <a:pt x="6929868" y="221636"/>
                  </a:lnTo>
                  <a:lnTo>
                    <a:pt x="6999805" y="185167"/>
                  </a:lnTo>
                  <a:lnTo>
                    <a:pt x="7074562" y="152193"/>
                  </a:lnTo>
                  <a:lnTo>
                    <a:pt x="7153440" y="122538"/>
                  </a:lnTo>
                  <a:lnTo>
                    <a:pt x="7235114" y="96135"/>
                  </a:lnTo>
                  <a:lnTo>
                    <a:pt x="7317563" y="73007"/>
                  </a:lnTo>
                  <a:lnTo>
                    <a:pt x="7398103" y="53224"/>
                  </a:lnTo>
                  <a:lnTo>
                    <a:pt x="7473590" y="36851"/>
                  </a:lnTo>
                  <a:lnTo>
                    <a:pt x="7540787" y="23880"/>
                  </a:lnTo>
                  <a:lnTo>
                    <a:pt x="7596885" y="14180"/>
                  </a:lnTo>
                  <a:lnTo>
                    <a:pt x="7640037" y="7459"/>
                  </a:lnTo>
                  <a:lnTo>
                    <a:pt x="7669763" y="3270"/>
                  </a:lnTo>
                  <a:lnTo>
                    <a:pt x="7687129" y="1047"/>
                  </a:lnTo>
                  <a:lnTo>
                    <a:pt x="7694678" y="167"/>
                  </a:lnTo>
                  <a:lnTo>
                    <a:pt x="7696230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1" name="pl1051"/>
            <p:cNvSpPr/>
            <p:nvPr/>
          </p:nvSpPr>
          <p:spPr>
            <a:xfrm>
              <a:off x="546595" y="1098907"/>
              <a:ext cx="8234974" cy="4170513"/>
            </a:xfrm>
            <a:custGeom>
              <a:avLst/>
              <a:pathLst>
                <a:path w="8234974" h="4170513">
                  <a:moveTo>
                    <a:pt x="8234974" y="0"/>
                  </a:moveTo>
                  <a:lnTo>
                    <a:pt x="7696237" y="0"/>
                  </a:lnTo>
                  <a:lnTo>
                    <a:pt x="7695323" y="96"/>
                  </a:lnTo>
                  <a:lnTo>
                    <a:pt x="7689312" y="785"/>
                  </a:lnTo>
                  <a:lnTo>
                    <a:pt x="7674150" y="2690"/>
                  </a:lnTo>
                  <a:lnTo>
                    <a:pt x="7647021" y="6439"/>
                  </a:lnTo>
                  <a:lnTo>
                    <a:pt x="7606555" y="12615"/>
                  </a:lnTo>
                  <a:lnTo>
                    <a:pt x="7552929" y="21693"/>
                  </a:lnTo>
                  <a:lnTo>
                    <a:pt x="7487743" y="33996"/>
                  </a:lnTo>
                  <a:lnTo>
                    <a:pt x="7413656" y="49688"/>
                  </a:lnTo>
                  <a:lnTo>
                    <a:pt x="7333863" y="68795"/>
                  </a:lnTo>
                  <a:lnTo>
                    <a:pt x="7251562" y="91262"/>
                  </a:lnTo>
                  <a:lnTo>
                    <a:pt x="7169549" y="117016"/>
                  </a:lnTo>
                  <a:lnTo>
                    <a:pt x="7089987" y="146021"/>
                  </a:lnTo>
                  <a:lnTo>
                    <a:pt x="7014334" y="178324"/>
                  </a:lnTo>
                  <a:lnTo>
                    <a:pt x="6943407" y="214076"/>
                  </a:lnTo>
                  <a:lnTo>
                    <a:pt x="6877494" y="253553"/>
                  </a:lnTo>
                  <a:lnTo>
                    <a:pt x="6816488" y="297149"/>
                  </a:lnTo>
                  <a:lnTo>
                    <a:pt x="6760014" y="345371"/>
                  </a:lnTo>
                  <a:lnTo>
                    <a:pt x="6707522" y="398827"/>
                  </a:lnTo>
                  <a:lnTo>
                    <a:pt x="6658374" y="458189"/>
                  </a:lnTo>
                  <a:lnTo>
                    <a:pt x="6611893" y="524146"/>
                  </a:lnTo>
                  <a:lnTo>
                    <a:pt x="6567418" y="597310"/>
                  </a:lnTo>
                  <a:lnTo>
                    <a:pt x="6524351" y="678074"/>
                  </a:lnTo>
                  <a:lnTo>
                    <a:pt x="6515891" y="695085"/>
                  </a:lnTo>
                  <a:lnTo>
                    <a:pt x="6485784" y="758600"/>
                  </a:lnTo>
                  <a:lnTo>
                    <a:pt x="6455942" y="826079"/>
                  </a:lnTo>
                  <a:lnTo>
                    <a:pt x="6426228" y="897603"/>
                  </a:lnTo>
                  <a:lnTo>
                    <a:pt x="6396530" y="973205"/>
                  </a:lnTo>
                  <a:lnTo>
                    <a:pt x="6366759" y="1052873"/>
                  </a:lnTo>
                  <a:lnTo>
                    <a:pt x="6336845" y="1136538"/>
                  </a:lnTo>
                  <a:lnTo>
                    <a:pt x="6306739" y="1224074"/>
                  </a:lnTo>
                  <a:lnTo>
                    <a:pt x="6276407" y="1315296"/>
                  </a:lnTo>
                  <a:lnTo>
                    <a:pt x="6245834" y="1409955"/>
                  </a:lnTo>
                  <a:lnTo>
                    <a:pt x="6215017" y="1507746"/>
                  </a:lnTo>
                  <a:lnTo>
                    <a:pt x="6183970" y="1608303"/>
                  </a:lnTo>
                  <a:lnTo>
                    <a:pt x="6152717" y="1711208"/>
                  </a:lnTo>
                  <a:lnTo>
                    <a:pt x="6121291" y="1815994"/>
                  </a:lnTo>
                  <a:lnTo>
                    <a:pt x="6089735" y="1922158"/>
                  </a:lnTo>
                  <a:lnTo>
                    <a:pt x="6058099" y="2029165"/>
                  </a:lnTo>
                  <a:lnTo>
                    <a:pt x="6026435" y="2136464"/>
                  </a:lnTo>
                  <a:lnTo>
                    <a:pt x="5994796" y="2243496"/>
                  </a:lnTo>
                  <a:lnTo>
                    <a:pt x="5963236" y="2349710"/>
                  </a:lnTo>
                  <a:lnTo>
                    <a:pt x="5931803" y="2454570"/>
                  </a:lnTo>
                  <a:lnTo>
                    <a:pt x="5900541" y="2557571"/>
                  </a:lnTo>
                  <a:lnTo>
                    <a:pt x="5869484" y="2658244"/>
                  </a:lnTo>
                  <a:lnTo>
                    <a:pt x="5838657" y="2756169"/>
                  </a:lnTo>
                  <a:lnTo>
                    <a:pt x="5808072" y="2850979"/>
                  </a:lnTo>
                  <a:lnTo>
                    <a:pt x="5777730" y="2942362"/>
                  </a:lnTo>
                  <a:lnTo>
                    <a:pt x="5747614" y="3030071"/>
                  </a:lnTo>
                  <a:lnTo>
                    <a:pt x="5717692" y="3113915"/>
                  </a:lnTo>
                  <a:lnTo>
                    <a:pt x="5687916" y="3193767"/>
                  </a:lnTo>
                  <a:lnTo>
                    <a:pt x="5658216" y="3269556"/>
                  </a:lnTo>
                  <a:lnTo>
                    <a:pt x="5628505" y="3341264"/>
                  </a:lnTo>
                  <a:lnTo>
                    <a:pt x="5598672" y="3408926"/>
                  </a:lnTo>
                  <a:lnTo>
                    <a:pt x="5568580" y="3472619"/>
                  </a:lnTo>
                  <a:lnTo>
                    <a:pt x="5567201" y="3475427"/>
                  </a:lnTo>
                  <a:lnTo>
                    <a:pt x="5524353" y="3557719"/>
                  </a:lnTo>
                  <a:lnTo>
                    <a:pt x="5480204" y="3632376"/>
                  </a:lnTo>
                  <a:lnTo>
                    <a:pt x="5434174" y="3699725"/>
                  </a:lnTo>
                  <a:lnTo>
                    <a:pt x="5385611" y="3760347"/>
                  </a:lnTo>
                  <a:lnTo>
                    <a:pt x="5333839" y="3814925"/>
                  </a:lnTo>
                  <a:lnTo>
                    <a:pt x="5278206" y="3864140"/>
                  </a:lnTo>
                  <a:lnTo>
                    <a:pt x="5218140" y="3908614"/>
                  </a:lnTo>
                  <a:lnTo>
                    <a:pt x="5153224" y="3948876"/>
                  </a:lnTo>
                  <a:lnTo>
                    <a:pt x="5083288" y="3985345"/>
                  </a:lnTo>
                  <a:lnTo>
                    <a:pt x="5008531" y="4018319"/>
                  </a:lnTo>
                  <a:lnTo>
                    <a:pt x="4929652" y="4047975"/>
                  </a:lnTo>
                  <a:lnTo>
                    <a:pt x="4847978" y="4074377"/>
                  </a:lnTo>
                  <a:lnTo>
                    <a:pt x="4765530" y="4097505"/>
                  </a:lnTo>
                  <a:lnTo>
                    <a:pt x="4684989" y="4117288"/>
                  </a:lnTo>
                  <a:lnTo>
                    <a:pt x="4609503" y="4133662"/>
                  </a:lnTo>
                  <a:lnTo>
                    <a:pt x="4542306" y="4146632"/>
                  </a:lnTo>
                  <a:lnTo>
                    <a:pt x="4486207" y="4156332"/>
                  </a:lnTo>
                  <a:lnTo>
                    <a:pt x="4443055" y="4163053"/>
                  </a:lnTo>
                  <a:lnTo>
                    <a:pt x="4413329" y="4167242"/>
                  </a:lnTo>
                  <a:lnTo>
                    <a:pt x="4395963" y="4169465"/>
                  </a:lnTo>
                  <a:lnTo>
                    <a:pt x="4388415" y="4170345"/>
                  </a:lnTo>
                  <a:lnTo>
                    <a:pt x="4386863" y="4170512"/>
                  </a:lnTo>
                  <a:lnTo>
                    <a:pt x="4386855" y="4170513"/>
                  </a:lnTo>
                  <a:lnTo>
                    <a:pt x="3848118" y="4170513"/>
                  </a:lnTo>
                  <a:lnTo>
                    <a:pt x="3846844" y="4170472"/>
                  </a:lnTo>
                  <a:lnTo>
                    <a:pt x="3838529" y="4170182"/>
                  </a:lnTo>
                  <a:lnTo>
                    <a:pt x="3817784" y="4169380"/>
                  </a:lnTo>
                  <a:lnTo>
                    <a:pt x="3781247" y="4167805"/>
                  </a:lnTo>
                  <a:lnTo>
                    <a:pt x="3727900" y="4165231"/>
                  </a:lnTo>
                  <a:lnTo>
                    <a:pt x="3659100" y="4161491"/>
                  </a:lnTo>
                  <a:lnTo>
                    <a:pt x="3578123" y="4156495"/>
                  </a:lnTo>
                  <a:lnTo>
                    <a:pt x="3489323" y="4150218"/>
                  </a:lnTo>
                  <a:lnTo>
                    <a:pt x="3397202" y="4142681"/>
                  </a:lnTo>
                  <a:lnTo>
                    <a:pt x="3305660" y="4133914"/>
                  </a:lnTo>
                  <a:lnTo>
                    <a:pt x="3217594" y="4123928"/>
                  </a:lnTo>
                  <a:lnTo>
                    <a:pt x="3134816" y="4112692"/>
                  </a:lnTo>
                  <a:lnTo>
                    <a:pt x="3058176" y="4100124"/>
                  </a:lnTo>
                  <a:lnTo>
                    <a:pt x="2987788" y="4086082"/>
                  </a:lnTo>
                  <a:lnTo>
                    <a:pt x="2923257" y="4070373"/>
                  </a:lnTo>
                  <a:lnTo>
                    <a:pt x="2863870" y="4052752"/>
                  </a:lnTo>
                  <a:lnTo>
                    <a:pt x="2808745" y="4032941"/>
                  </a:lnTo>
                  <a:lnTo>
                    <a:pt x="2756937" y="4010651"/>
                  </a:lnTo>
                  <a:lnTo>
                    <a:pt x="2707525" y="3985634"/>
                  </a:lnTo>
                  <a:lnTo>
                    <a:pt x="2667772" y="3962713"/>
                  </a:lnTo>
                  <a:lnTo>
                    <a:pt x="2621941" y="3933260"/>
                  </a:lnTo>
                  <a:lnTo>
                    <a:pt x="2576557" y="3901018"/>
                  </a:lnTo>
                  <a:lnTo>
                    <a:pt x="2531204" y="3865938"/>
                  </a:lnTo>
                  <a:lnTo>
                    <a:pt x="2485587" y="3828055"/>
                  </a:lnTo>
                  <a:lnTo>
                    <a:pt x="2439516" y="3787492"/>
                  </a:lnTo>
                  <a:lnTo>
                    <a:pt x="2392897" y="3744472"/>
                  </a:lnTo>
                  <a:lnTo>
                    <a:pt x="2345717" y="3699313"/>
                  </a:lnTo>
                  <a:lnTo>
                    <a:pt x="2298038" y="3652427"/>
                  </a:lnTo>
                  <a:lnTo>
                    <a:pt x="2249979" y="3604305"/>
                  </a:lnTo>
                  <a:lnTo>
                    <a:pt x="2201702" y="3555497"/>
                  </a:lnTo>
                  <a:lnTo>
                    <a:pt x="2153393" y="3506589"/>
                  </a:lnTo>
                  <a:lnTo>
                    <a:pt x="2105240" y="3458168"/>
                  </a:lnTo>
                  <a:lnTo>
                    <a:pt x="2057415" y="3410800"/>
                  </a:lnTo>
                  <a:lnTo>
                    <a:pt x="2010054" y="3364999"/>
                  </a:lnTo>
                  <a:lnTo>
                    <a:pt x="1963240" y="3321205"/>
                  </a:lnTo>
                  <a:lnTo>
                    <a:pt x="1916987" y="3279771"/>
                  </a:lnTo>
                  <a:lnTo>
                    <a:pt x="1871231" y="3240951"/>
                  </a:lnTo>
                  <a:lnTo>
                    <a:pt x="1825815" y="3204903"/>
                  </a:lnTo>
                  <a:lnTo>
                    <a:pt x="1780483" y="3171691"/>
                  </a:lnTo>
                  <a:lnTo>
                    <a:pt x="1734860" y="3141292"/>
                  </a:lnTo>
                  <a:lnTo>
                    <a:pt x="1719082" y="3131514"/>
                  </a:lnTo>
                  <a:lnTo>
                    <a:pt x="1671036" y="3104126"/>
                  </a:lnTo>
                  <a:lnTo>
                    <a:pt x="1621277" y="3079588"/>
                  </a:lnTo>
                  <a:lnTo>
                    <a:pt x="1568970" y="3057740"/>
                  </a:lnTo>
                  <a:lnTo>
                    <a:pt x="1513185" y="3038323"/>
                  </a:lnTo>
                  <a:lnTo>
                    <a:pt x="1452980" y="3021047"/>
                  </a:lnTo>
                  <a:lnTo>
                    <a:pt x="1387494" y="3005638"/>
                  </a:lnTo>
                  <a:lnTo>
                    <a:pt x="1316057" y="2991861"/>
                  </a:lnTo>
                  <a:lnTo>
                    <a:pt x="1238344" y="2979528"/>
                  </a:lnTo>
                  <a:lnTo>
                    <a:pt x="1154580" y="2968509"/>
                  </a:lnTo>
                  <a:lnTo>
                    <a:pt x="1065765" y="2958732"/>
                  </a:lnTo>
                  <a:lnTo>
                    <a:pt x="973889" y="2950173"/>
                  </a:lnTo>
                  <a:lnTo>
                    <a:pt x="882034" y="2942849"/>
                  </a:lnTo>
                  <a:lnTo>
                    <a:pt x="794243" y="2936790"/>
                  </a:lnTo>
                  <a:lnTo>
                    <a:pt x="715052" y="2932011"/>
                  </a:lnTo>
                  <a:lnTo>
                    <a:pt x="648699" y="2928478"/>
                  </a:lnTo>
                  <a:lnTo>
                    <a:pt x="598185" y="2926088"/>
                  </a:lnTo>
                  <a:lnTo>
                    <a:pt x="564480" y="2924663"/>
                  </a:lnTo>
                  <a:lnTo>
                    <a:pt x="546154" y="2923967"/>
                  </a:lnTo>
                  <a:lnTo>
                    <a:pt x="539471" y="2923737"/>
                  </a:lnTo>
                  <a:lnTo>
                    <a:pt x="538736" y="2923714"/>
                  </a:lnTo>
                  <a:lnTo>
                    <a:pt x="0" y="2923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2" name="pg1052"/>
            <p:cNvSpPr/>
            <p:nvPr/>
          </p:nvSpPr>
          <p:spPr>
            <a:xfrm>
              <a:off x="546595" y="2623376"/>
              <a:ext cx="8234974" cy="2667821"/>
            </a:xfrm>
            <a:custGeom>
              <a:avLst/>
              <a:pathLst>
                <a:path w="8234974" h="2667821">
                  <a:moveTo>
                    <a:pt x="0" y="1421023"/>
                  </a:moveTo>
                  <a:lnTo>
                    <a:pt x="538736" y="1421023"/>
                  </a:lnTo>
                  <a:lnTo>
                    <a:pt x="540010" y="1421064"/>
                  </a:lnTo>
                  <a:lnTo>
                    <a:pt x="548325" y="1421354"/>
                  </a:lnTo>
                  <a:lnTo>
                    <a:pt x="569070" y="1422156"/>
                  </a:lnTo>
                  <a:lnTo>
                    <a:pt x="605607" y="1423730"/>
                  </a:lnTo>
                  <a:lnTo>
                    <a:pt x="658954" y="1426304"/>
                  </a:lnTo>
                  <a:lnTo>
                    <a:pt x="727754" y="1430044"/>
                  </a:lnTo>
                  <a:lnTo>
                    <a:pt x="808732" y="1435041"/>
                  </a:lnTo>
                  <a:lnTo>
                    <a:pt x="897531" y="1441318"/>
                  </a:lnTo>
                  <a:lnTo>
                    <a:pt x="989653" y="1448854"/>
                  </a:lnTo>
                  <a:lnTo>
                    <a:pt x="1081195" y="1457621"/>
                  </a:lnTo>
                  <a:lnTo>
                    <a:pt x="1169260" y="1467607"/>
                  </a:lnTo>
                  <a:lnTo>
                    <a:pt x="1252039" y="1478843"/>
                  </a:lnTo>
                  <a:lnTo>
                    <a:pt x="1328679" y="1491412"/>
                  </a:lnTo>
                  <a:lnTo>
                    <a:pt x="1399067" y="1505453"/>
                  </a:lnTo>
                  <a:lnTo>
                    <a:pt x="1463598" y="1521162"/>
                  </a:lnTo>
                  <a:lnTo>
                    <a:pt x="1522984" y="1538783"/>
                  </a:lnTo>
                  <a:lnTo>
                    <a:pt x="1578110" y="1558595"/>
                  </a:lnTo>
                  <a:lnTo>
                    <a:pt x="1629918" y="1580884"/>
                  </a:lnTo>
                  <a:lnTo>
                    <a:pt x="1679330" y="1605901"/>
                  </a:lnTo>
                  <a:lnTo>
                    <a:pt x="1719082" y="1628823"/>
                  </a:lnTo>
                  <a:lnTo>
                    <a:pt x="1764914" y="1658275"/>
                  </a:lnTo>
                  <a:lnTo>
                    <a:pt x="1810298" y="1690518"/>
                  </a:lnTo>
                  <a:lnTo>
                    <a:pt x="1855650" y="1725598"/>
                  </a:lnTo>
                  <a:lnTo>
                    <a:pt x="1901267" y="1763481"/>
                  </a:lnTo>
                  <a:lnTo>
                    <a:pt x="1947338" y="1804043"/>
                  </a:lnTo>
                  <a:lnTo>
                    <a:pt x="1993958" y="1847064"/>
                  </a:lnTo>
                  <a:lnTo>
                    <a:pt x="2041138" y="1892223"/>
                  </a:lnTo>
                  <a:lnTo>
                    <a:pt x="2088817" y="1939109"/>
                  </a:lnTo>
                  <a:lnTo>
                    <a:pt x="2136876" y="1987231"/>
                  </a:lnTo>
                  <a:lnTo>
                    <a:pt x="2185152" y="2036038"/>
                  </a:lnTo>
                  <a:lnTo>
                    <a:pt x="2233462" y="2084947"/>
                  </a:lnTo>
                  <a:lnTo>
                    <a:pt x="2281615" y="2133368"/>
                  </a:lnTo>
                  <a:lnTo>
                    <a:pt x="2329440" y="2180736"/>
                  </a:lnTo>
                  <a:lnTo>
                    <a:pt x="2376801" y="2226537"/>
                  </a:lnTo>
                  <a:lnTo>
                    <a:pt x="2423615" y="2270331"/>
                  </a:lnTo>
                  <a:lnTo>
                    <a:pt x="2469868" y="2311765"/>
                  </a:lnTo>
                  <a:lnTo>
                    <a:pt x="2515624" y="2350584"/>
                  </a:lnTo>
                  <a:lnTo>
                    <a:pt x="2561039" y="2386632"/>
                  </a:lnTo>
                  <a:lnTo>
                    <a:pt x="2606372" y="2419845"/>
                  </a:lnTo>
                  <a:lnTo>
                    <a:pt x="2651995" y="2450243"/>
                  </a:lnTo>
                  <a:lnTo>
                    <a:pt x="2667772" y="2460022"/>
                  </a:lnTo>
                  <a:lnTo>
                    <a:pt x="2715818" y="2487410"/>
                  </a:lnTo>
                  <a:lnTo>
                    <a:pt x="2765577" y="2511948"/>
                  </a:lnTo>
                  <a:lnTo>
                    <a:pt x="2817884" y="2533795"/>
                  </a:lnTo>
                  <a:lnTo>
                    <a:pt x="2873670" y="2553213"/>
                  </a:lnTo>
                  <a:lnTo>
                    <a:pt x="2933875" y="2570488"/>
                  </a:lnTo>
                  <a:lnTo>
                    <a:pt x="2999361" y="2585897"/>
                  </a:lnTo>
                  <a:lnTo>
                    <a:pt x="3070798" y="2599675"/>
                  </a:lnTo>
                  <a:lnTo>
                    <a:pt x="3148510" y="2612008"/>
                  </a:lnTo>
                  <a:lnTo>
                    <a:pt x="3232274" y="2623027"/>
                  </a:lnTo>
                  <a:lnTo>
                    <a:pt x="3321090" y="2632804"/>
                  </a:lnTo>
                  <a:lnTo>
                    <a:pt x="3412966" y="2641363"/>
                  </a:lnTo>
                  <a:lnTo>
                    <a:pt x="3504820" y="2648687"/>
                  </a:lnTo>
                  <a:lnTo>
                    <a:pt x="3592611" y="2654746"/>
                  </a:lnTo>
                  <a:lnTo>
                    <a:pt x="3671803" y="2659525"/>
                  </a:lnTo>
                  <a:lnTo>
                    <a:pt x="3738156" y="2663057"/>
                  </a:lnTo>
                  <a:lnTo>
                    <a:pt x="3788669" y="2665447"/>
                  </a:lnTo>
                  <a:lnTo>
                    <a:pt x="3822374" y="2666873"/>
                  </a:lnTo>
                  <a:lnTo>
                    <a:pt x="3840701" y="2667569"/>
                  </a:lnTo>
                  <a:lnTo>
                    <a:pt x="3847384" y="2667798"/>
                  </a:lnTo>
                  <a:lnTo>
                    <a:pt x="3848118" y="2667821"/>
                  </a:lnTo>
                  <a:lnTo>
                    <a:pt x="4386855" y="2667821"/>
                  </a:lnTo>
                  <a:lnTo>
                    <a:pt x="4388037" y="2667741"/>
                  </a:lnTo>
                  <a:lnTo>
                    <a:pt x="4395768" y="2667167"/>
                  </a:lnTo>
                  <a:lnTo>
                    <a:pt x="4415106" y="2665581"/>
                  </a:lnTo>
                  <a:lnTo>
                    <a:pt x="4449297" y="2662466"/>
                  </a:lnTo>
                  <a:lnTo>
                    <a:pt x="4499482" y="2657364"/>
                  </a:lnTo>
                  <a:lnTo>
                    <a:pt x="4564637" y="2649929"/>
                  </a:lnTo>
                  <a:lnTo>
                    <a:pt x="4641928" y="2639960"/>
                  </a:lnTo>
                  <a:lnTo>
                    <a:pt x="4727416" y="2627394"/>
                  </a:lnTo>
                  <a:lnTo>
                    <a:pt x="4816890" y="2612258"/>
                  </a:lnTo>
                  <a:lnTo>
                    <a:pt x="4906572" y="2594613"/>
                  </a:lnTo>
                  <a:lnTo>
                    <a:pt x="4993539" y="2574495"/>
                  </a:lnTo>
                  <a:lnTo>
                    <a:pt x="5075852" y="2551868"/>
                  </a:lnTo>
                  <a:lnTo>
                    <a:pt x="5152488" y="2526599"/>
                  </a:lnTo>
                  <a:lnTo>
                    <a:pt x="5223151" y="2498448"/>
                  </a:lnTo>
                  <a:lnTo>
                    <a:pt x="5288071" y="2467063"/>
                  </a:lnTo>
                  <a:lnTo>
                    <a:pt x="5347821" y="2431995"/>
                  </a:lnTo>
                  <a:lnTo>
                    <a:pt x="5403171" y="2392715"/>
                  </a:lnTo>
                  <a:lnTo>
                    <a:pt x="5454984" y="2348652"/>
                  </a:lnTo>
                  <a:lnTo>
                    <a:pt x="5504132" y="2299263"/>
                  </a:lnTo>
                  <a:lnTo>
                    <a:pt x="5551424" y="2244153"/>
                  </a:lnTo>
                  <a:lnTo>
                    <a:pt x="5567201" y="2224092"/>
                  </a:lnTo>
                  <a:lnTo>
                    <a:pt x="5603538" y="2174787"/>
                  </a:lnTo>
                  <a:lnTo>
                    <a:pt x="5639531" y="2121772"/>
                  </a:lnTo>
                  <a:lnTo>
                    <a:pt x="5675408" y="2064971"/>
                  </a:lnTo>
                  <a:lnTo>
                    <a:pt x="5711346" y="2004372"/>
                  </a:lnTo>
                  <a:lnTo>
                    <a:pt x="5747476" y="1940037"/>
                  </a:lnTo>
                  <a:lnTo>
                    <a:pt x="5783888" y="1872103"/>
                  </a:lnTo>
                  <a:lnTo>
                    <a:pt x="5820636" y="1800788"/>
                  </a:lnTo>
                  <a:lnTo>
                    <a:pt x="5857740" y="1726396"/>
                  </a:lnTo>
                  <a:lnTo>
                    <a:pt x="5895188" y="1649309"/>
                  </a:lnTo>
                  <a:lnTo>
                    <a:pt x="5932942" y="1569983"/>
                  </a:lnTo>
                  <a:lnTo>
                    <a:pt x="5970943" y="1488943"/>
                  </a:lnTo>
                  <a:lnTo>
                    <a:pt x="6009112" y="1406763"/>
                  </a:lnTo>
                  <a:lnTo>
                    <a:pt x="6047361" y="1324051"/>
                  </a:lnTo>
                  <a:lnTo>
                    <a:pt x="6085596" y="1241435"/>
                  </a:lnTo>
                  <a:lnTo>
                    <a:pt x="6123723" y="1159538"/>
                  </a:lnTo>
                  <a:lnTo>
                    <a:pt x="6161657" y="1078961"/>
                  </a:lnTo>
                  <a:lnTo>
                    <a:pt x="6199323" y="1000263"/>
                  </a:lnTo>
                  <a:lnTo>
                    <a:pt x="6236669" y="923950"/>
                  </a:lnTo>
                  <a:lnTo>
                    <a:pt x="6273665" y="850456"/>
                  </a:lnTo>
                  <a:lnTo>
                    <a:pt x="6310308" y="780141"/>
                  </a:lnTo>
                  <a:lnTo>
                    <a:pt x="6346627" y="713282"/>
                  </a:lnTo>
                  <a:lnTo>
                    <a:pt x="6382687" y="650072"/>
                  </a:lnTo>
                  <a:lnTo>
                    <a:pt x="6418590" y="590625"/>
                  </a:lnTo>
                  <a:lnTo>
                    <a:pt x="6454482" y="534978"/>
                  </a:lnTo>
                  <a:lnTo>
                    <a:pt x="6490553" y="483102"/>
                  </a:lnTo>
                  <a:lnTo>
                    <a:pt x="6515891" y="449174"/>
                  </a:lnTo>
                  <a:lnTo>
                    <a:pt x="6562714" y="392082"/>
                  </a:lnTo>
                  <a:lnTo>
                    <a:pt x="6611145" y="340780"/>
                  </a:lnTo>
                  <a:lnTo>
                    <a:pt x="6661956" y="294963"/>
                  </a:lnTo>
                  <a:lnTo>
                    <a:pt x="6716005" y="254122"/>
                  </a:lnTo>
                  <a:lnTo>
                    <a:pt x="6774166" y="217684"/>
                  </a:lnTo>
                  <a:lnTo>
                    <a:pt x="6837252" y="185103"/>
                  </a:lnTo>
                  <a:lnTo>
                    <a:pt x="6905916" y="155897"/>
                  </a:lnTo>
                  <a:lnTo>
                    <a:pt x="6980524" y="129681"/>
                  </a:lnTo>
                  <a:lnTo>
                    <a:pt x="7060982" y="106176"/>
                  </a:lnTo>
                  <a:lnTo>
                    <a:pt x="7146535" y="85214"/>
                  </a:lnTo>
                  <a:lnTo>
                    <a:pt x="7235573" y="66727"/>
                  </a:lnTo>
                  <a:lnTo>
                    <a:pt x="7325505" y="50732"/>
                  </a:lnTo>
                  <a:lnTo>
                    <a:pt x="7412810" y="37285"/>
                  </a:lnTo>
                  <a:lnTo>
                    <a:pt x="7493360" y="26435"/>
                  </a:lnTo>
                  <a:lnTo>
                    <a:pt x="7563031" y="18154"/>
                  </a:lnTo>
                  <a:lnTo>
                    <a:pt x="7618522" y="12290"/>
                  </a:lnTo>
                  <a:lnTo>
                    <a:pt x="7658133" y="8547"/>
                  </a:lnTo>
                  <a:lnTo>
                    <a:pt x="7682257" y="6497"/>
                  </a:lnTo>
                  <a:lnTo>
                    <a:pt x="7693450" y="563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5" y="80"/>
                  </a:lnTo>
                  <a:lnTo>
                    <a:pt x="7687324" y="653"/>
                  </a:lnTo>
                  <a:lnTo>
                    <a:pt x="7667986" y="2239"/>
                  </a:lnTo>
                  <a:lnTo>
                    <a:pt x="7633795" y="5354"/>
                  </a:lnTo>
                  <a:lnTo>
                    <a:pt x="7583611" y="10457"/>
                  </a:lnTo>
                  <a:lnTo>
                    <a:pt x="7518455" y="17892"/>
                  </a:lnTo>
                  <a:lnTo>
                    <a:pt x="7441164" y="27861"/>
                  </a:lnTo>
                  <a:lnTo>
                    <a:pt x="7355677" y="40427"/>
                  </a:lnTo>
                  <a:lnTo>
                    <a:pt x="7266202" y="55563"/>
                  </a:lnTo>
                  <a:lnTo>
                    <a:pt x="7176520" y="73208"/>
                  </a:lnTo>
                  <a:lnTo>
                    <a:pt x="7089554" y="93326"/>
                  </a:lnTo>
                  <a:lnTo>
                    <a:pt x="7007240" y="115953"/>
                  </a:lnTo>
                  <a:lnTo>
                    <a:pt x="6930605" y="141222"/>
                  </a:lnTo>
                  <a:lnTo>
                    <a:pt x="6859942" y="169373"/>
                  </a:lnTo>
                  <a:lnTo>
                    <a:pt x="6795021" y="200758"/>
                  </a:lnTo>
                  <a:lnTo>
                    <a:pt x="6735271" y="235825"/>
                  </a:lnTo>
                  <a:lnTo>
                    <a:pt x="6679921" y="275105"/>
                  </a:lnTo>
                  <a:lnTo>
                    <a:pt x="6628109" y="319169"/>
                  </a:lnTo>
                  <a:lnTo>
                    <a:pt x="6578961" y="368558"/>
                  </a:lnTo>
                  <a:lnTo>
                    <a:pt x="6531669" y="423668"/>
                  </a:lnTo>
                  <a:lnTo>
                    <a:pt x="6515891" y="443729"/>
                  </a:lnTo>
                  <a:lnTo>
                    <a:pt x="6479555" y="493033"/>
                  </a:lnTo>
                  <a:lnTo>
                    <a:pt x="6443562" y="546049"/>
                  </a:lnTo>
                  <a:lnTo>
                    <a:pt x="6407685" y="602850"/>
                  </a:lnTo>
                  <a:lnTo>
                    <a:pt x="6371747" y="663449"/>
                  </a:lnTo>
                  <a:lnTo>
                    <a:pt x="6335617" y="727784"/>
                  </a:lnTo>
                  <a:lnTo>
                    <a:pt x="6299205" y="795718"/>
                  </a:lnTo>
                  <a:lnTo>
                    <a:pt x="6262456" y="867032"/>
                  </a:lnTo>
                  <a:lnTo>
                    <a:pt x="6225353" y="941425"/>
                  </a:lnTo>
                  <a:lnTo>
                    <a:pt x="6187905" y="1018512"/>
                  </a:lnTo>
                  <a:lnTo>
                    <a:pt x="6150150" y="1097837"/>
                  </a:lnTo>
                  <a:lnTo>
                    <a:pt x="6112150" y="1178877"/>
                  </a:lnTo>
                  <a:lnTo>
                    <a:pt x="6073980" y="1261058"/>
                  </a:lnTo>
                  <a:lnTo>
                    <a:pt x="6035731" y="1343770"/>
                  </a:lnTo>
                  <a:lnTo>
                    <a:pt x="5997496" y="1426386"/>
                  </a:lnTo>
                  <a:lnTo>
                    <a:pt x="5959369" y="1508283"/>
                  </a:lnTo>
                  <a:lnTo>
                    <a:pt x="5921436" y="1588860"/>
                  </a:lnTo>
                  <a:lnTo>
                    <a:pt x="5883769" y="1667558"/>
                  </a:lnTo>
                  <a:lnTo>
                    <a:pt x="5846423" y="1743871"/>
                  </a:lnTo>
                  <a:lnTo>
                    <a:pt x="5809427" y="1817364"/>
                  </a:lnTo>
                  <a:lnTo>
                    <a:pt x="5772785" y="1887679"/>
                  </a:lnTo>
                  <a:lnTo>
                    <a:pt x="5736466" y="1954539"/>
                  </a:lnTo>
                  <a:lnTo>
                    <a:pt x="5700406" y="2017749"/>
                  </a:lnTo>
                  <a:lnTo>
                    <a:pt x="5664502" y="2077196"/>
                  </a:lnTo>
                  <a:lnTo>
                    <a:pt x="5628611" y="2132842"/>
                  </a:lnTo>
                  <a:lnTo>
                    <a:pt x="5592540" y="2184719"/>
                  </a:lnTo>
                  <a:lnTo>
                    <a:pt x="5567201" y="2218647"/>
                  </a:lnTo>
                  <a:lnTo>
                    <a:pt x="5520379" y="2275738"/>
                  </a:lnTo>
                  <a:lnTo>
                    <a:pt x="5471947" y="2327040"/>
                  </a:lnTo>
                  <a:lnTo>
                    <a:pt x="5421137" y="2372857"/>
                  </a:lnTo>
                  <a:lnTo>
                    <a:pt x="5367088" y="2413699"/>
                  </a:lnTo>
                  <a:lnTo>
                    <a:pt x="5308927" y="2450136"/>
                  </a:lnTo>
                  <a:lnTo>
                    <a:pt x="5245841" y="2482718"/>
                  </a:lnTo>
                  <a:lnTo>
                    <a:pt x="5177176" y="2511924"/>
                  </a:lnTo>
                  <a:lnTo>
                    <a:pt x="5102568" y="2538140"/>
                  </a:lnTo>
                  <a:lnTo>
                    <a:pt x="5022111" y="2561644"/>
                  </a:lnTo>
                  <a:lnTo>
                    <a:pt x="4936557" y="2582607"/>
                  </a:lnTo>
                  <a:lnTo>
                    <a:pt x="4847519" y="2601094"/>
                  </a:lnTo>
                  <a:lnTo>
                    <a:pt x="4757588" y="2617089"/>
                  </a:lnTo>
                  <a:lnTo>
                    <a:pt x="4670282" y="2630535"/>
                  </a:lnTo>
                  <a:lnTo>
                    <a:pt x="4589732" y="2641386"/>
                  </a:lnTo>
                  <a:lnTo>
                    <a:pt x="4520061" y="2649667"/>
                  </a:lnTo>
                  <a:lnTo>
                    <a:pt x="4464570" y="2655530"/>
                  </a:lnTo>
                  <a:lnTo>
                    <a:pt x="4424959" y="2659274"/>
                  </a:lnTo>
                  <a:lnTo>
                    <a:pt x="4400836" y="2661324"/>
                  </a:lnTo>
                  <a:lnTo>
                    <a:pt x="4389643" y="2662182"/>
                  </a:lnTo>
                  <a:lnTo>
                    <a:pt x="4386855" y="2662377"/>
                  </a:lnTo>
                  <a:lnTo>
                    <a:pt x="3848118" y="2662377"/>
                  </a:lnTo>
                  <a:lnTo>
                    <a:pt x="3846844" y="2662336"/>
                  </a:lnTo>
                  <a:lnTo>
                    <a:pt x="3838529" y="2662046"/>
                  </a:lnTo>
                  <a:lnTo>
                    <a:pt x="3817784" y="2661244"/>
                  </a:lnTo>
                  <a:lnTo>
                    <a:pt x="3781247" y="2659669"/>
                  </a:lnTo>
                  <a:lnTo>
                    <a:pt x="3727900" y="2657095"/>
                  </a:lnTo>
                  <a:lnTo>
                    <a:pt x="3659100" y="2653355"/>
                  </a:lnTo>
                  <a:lnTo>
                    <a:pt x="3578123" y="2648359"/>
                  </a:lnTo>
                  <a:lnTo>
                    <a:pt x="3489323" y="2642082"/>
                  </a:lnTo>
                  <a:lnTo>
                    <a:pt x="3397202" y="2634545"/>
                  </a:lnTo>
                  <a:lnTo>
                    <a:pt x="3305660" y="2625778"/>
                  </a:lnTo>
                  <a:lnTo>
                    <a:pt x="3217594" y="2615792"/>
                  </a:lnTo>
                  <a:lnTo>
                    <a:pt x="3134816" y="2604556"/>
                  </a:lnTo>
                  <a:lnTo>
                    <a:pt x="3058176" y="2591988"/>
                  </a:lnTo>
                  <a:lnTo>
                    <a:pt x="2987788" y="2577946"/>
                  </a:lnTo>
                  <a:lnTo>
                    <a:pt x="2923257" y="2562237"/>
                  </a:lnTo>
                  <a:lnTo>
                    <a:pt x="2863870" y="2544616"/>
                  </a:lnTo>
                  <a:lnTo>
                    <a:pt x="2808745" y="2524805"/>
                  </a:lnTo>
                  <a:lnTo>
                    <a:pt x="2756937" y="2502516"/>
                  </a:lnTo>
                  <a:lnTo>
                    <a:pt x="2707525" y="2477498"/>
                  </a:lnTo>
                  <a:lnTo>
                    <a:pt x="2667772" y="2454577"/>
                  </a:lnTo>
                  <a:lnTo>
                    <a:pt x="2621941" y="2425124"/>
                  </a:lnTo>
                  <a:lnTo>
                    <a:pt x="2576557" y="2392882"/>
                  </a:lnTo>
                  <a:lnTo>
                    <a:pt x="2531204" y="2357802"/>
                  </a:lnTo>
                  <a:lnTo>
                    <a:pt x="2485587" y="2319919"/>
                  </a:lnTo>
                  <a:lnTo>
                    <a:pt x="2439516" y="2279356"/>
                  </a:lnTo>
                  <a:lnTo>
                    <a:pt x="2392897" y="2236336"/>
                  </a:lnTo>
                  <a:lnTo>
                    <a:pt x="2345717" y="2191177"/>
                  </a:lnTo>
                  <a:lnTo>
                    <a:pt x="2298038" y="2144291"/>
                  </a:lnTo>
                  <a:lnTo>
                    <a:pt x="2249979" y="2096169"/>
                  </a:lnTo>
                  <a:lnTo>
                    <a:pt x="2201702" y="2047361"/>
                  </a:lnTo>
                  <a:lnTo>
                    <a:pt x="2153393" y="1998453"/>
                  </a:lnTo>
                  <a:lnTo>
                    <a:pt x="2105240" y="1950032"/>
                  </a:lnTo>
                  <a:lnTo>
                    <a:pt x="2057415" y="1902664"/>
                  </a:lnTo>
                  <a:lnTo>
                    <a:pt x="2010054" y="1856863"/>
                  </a:lnTo>
                  <a:lnTo>
                    <a:pt x="1963240" y="1813069"/>
                  </a:lnTo>
                  <a:lnTo>
                    <a:pt x="1916987" y="1771635"/>
                  </a:lnTo>
                  <a:lnTo>
                    <a:pt x="1871231" y="1732815"/>
                  </a:lnTo>
                  <a:lnTo>
                    <a:pt x="1825815" y="1696767"/>
                  </a:lnTo>
                  <a:lnTo>
                    <a:pt x="1780483" y="1663555"/>
                  </a:lnTo>
                  <a:lnTo>
                    <a:pt x="1734860" y="1633156"/>
                  </a:lnTo>
                  <a:lnTo>
                    <a:pt x="1719082" y="1623378"/>
                  </a:lnTo>
                  <a:lnTo>
                    <a:pt x="1671036" y="1595990"/>
                  </a:lnTo>
                  <a:lnTo>
                    <a:pt x="1621277" y="1571452"/>
                  </a:lnTo>
                  <a:lnTo>
                    <a:pt x="1568970" y="1549604"/>
                  </a:lnTo>
                  <a:lnTo>
                    <a:pt x="1513185" y="1530187"/>
                  </a:lnTo>
                  <a:lnTo>
                    <a:pt x="1452980" y="1512911"/>
                  </a:lnTo>
                  <a:lnTo>
                    <a:pt x="1387494" y="1497502"/>
                  </a:lnTo>
                  <a:lnTo>
                    <a:pt x="1316057" y="1483725"/>
                  </a:lnTo>
                  <a:lnTo>
                    <a:pt x="1238344" y="1471392"/>
                  </a:lnTo>
                  <a:lnTo>
                    <a:pt x="1154580" y="1460373"/>
                  </a:lnTo>
                  <a:lnTo>
                    <a:pt x="1065765" y="1450596"/>
                  </a:lnTo>
                  <a:lnTo>
                    <a:pt x="973889" y="1442037"/>
                  </a:lnTo>
                  <a:lnTo>
                    <a:pt x="882034" y="1434713"/>
                  </a:lnTo>
                  <a:lnTo>
                    <a:pt x="794243" y="1428654"/>
                  </a:lnTo>
                  <a:lnTo>
                    <a:pt x="715052" y="1423875"/>
                  </a:lnTo>
                  <a:lnTo>
                    <a:pt x="648699" y="1420342"/>
                  </a:lnTo>
                  <a:lnTo>
                    <a:pt x="598185" y="1417952"/>
                  </a:lnTo>
                  <a:lnTo>
                    <a:pt x="564480" y="1416527"/>
                  </a:lnTo>
                  <a:lnTo>
                    <a:pt x="546154" y="1415831"/>
                  </a:lnTo>
                  <a:lnTo>
                    <a:pt x="539471" y="1415601"/>
                  </a:lnTo>
                  <a:lnTo>
                    <a:pt x="538736" y="1415578"/>
                  </a:lnTo>
                  <a:lnTo>
                    <a:pt x="0" y="141557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53" name="pl1053"/>
            <p:cNvSpPr/>
            <p:nvPr/>
          </p:nvSpPr>
          <p:spPr>
            <a:xfrm>
              <a:off x="546595" y="2628821"/>
              <a:ext cx="8234974" cy="2662377"/>
            </a:xfrm>
            <a:custGeom>
              <a:avLst/>
              <a:pathLst>
                <a:path w="8234974" h="2662377">
                  <a:moveTo>
                    <a:pt x="0" y="1415578"/>
                  </a:moveTo>
                  <a:lnTo>
                    <a:pt x="538736" y="1415578"/>
                  </a:lnTo>
                  <a:lnTo>
                    <a:pt x="540010" y="1415619"/>
                  </a:lnTo>
                  <a:lnTo>
                    <a:pt x="548325" y="1415909"/>
                  </a:lnTo>
                  <a:lnTo>
                    <a:pt x="569070" y="1416711"/>
                  </a:lnTo>
                  <a:lnTo>
                    <a:pt x="605607" y="1418286"/>
                  </a:lnTo>
                  <a:lnTo>
                    <a:pt x="658954" y="1420860"/>
                  </a:lnTo>
                  <a:lnTo>
                    <a:pt x="727754" y="1424600"/>
                  </a:lnTo>
                  <a:lnTo>
                    <a:pt x="808732" y="1429596"/>
                  </a:lnTo>
                  <a:lnTo>
                    <a:pt x="897531" y="1435873"/>
                  </a:lnTo>
                  <a:lnTo>
                    <a:pt x="989653" y="1443410"/>
                  </a:lnTo>
                  <a:lnTo>
                    <a:pt x="1081195" y="1452177"/>
                  </a:lnTo>
                  <a:lnTo>
                    <a:pt x="1169260" y="1462163"/>
                  </a:lnTo>
                  <a:lnTo>
                    <a:pt x="1252039" y="1473399"/>
                  </a:lnTo>
                  <a:lnTo>
                    <a:pt x="1328679" y="1485967"/>
                  </a:lnTo>
                  <a:lnTo>
                    <a:pt x="1399067" y="1500009"/>
                  </a:lnTo>
                  <a:lnTo>
                    <a:pt x="1463598" y="1515718"/>
                  </a:lnTo>
                  <a:lnTo>
                    <a:pt x="1522984" y="1533339"/>
                  </a:lnTo>
                  <a:lnTo>
                    <a:pt x="1578110" y="1553150"/>
                  </a:lnTo>
                  <a:lnTo>
                    <a:pt x="1629918" y="1575440"/>
                  </a:lnTo>
                  <a:lnTo>
                    <a:pt x="1679330" y="1600457"/>
                  </a:lnTo>
                  <a:lnTo>
                    <a:pt x="1719082" y="1623378"/>
                  </a:lnTo>
                  <a:lnTo>
                    <a:pt x="1764914" y="1652831"/>
                  </a:lnTo>
                  <a:lnTo>
                    <a:pt x="1810298" y="1685073"/>
                  </a:lnTo>
                  <a:lnTo>
                    <a:pt x="1855650" y="1720153"/>
                  </a:lnTo>
                  <a:lnTo>
                    <a:pt x="1901267" y="1758036"/>
                  </a:lnTo>
                  <a:lnTo>
                    <a:pt x="1947338" y="1798599"/>
                  </a:lnTo>
                  <a:lnTo>
                    <a:pt x="1993958" y="1841619"/>
                  </a:lnTo>
                  <a:lnTo>
                    <a:pt x="2041138" y="1886778"/>
                  </a:lnTo>
                  <a:lnTo>
                    <a:pt x="2088817" y="1933664"/>
                  </a:lnTo>
                  <a:lnTo>
                    <a:pt x="2136876" y="1981786"/>
                  </a:lnTo>
                  <a:lnTo>
                    <a:pt x="2185152" y="2030594"/>
                  </a:lnTo>
                  <a:lnTo>
                    <a:pt x="2233462" y="2079503"/>
                  </a:lnTo>
                  <a:lnTo>
                    <a:pt x="2281615" y="2127924"/>
                  </a:lnTo>
                  <a:lnTo>
                    <a:pt x="2329440" y="2175291"/>
                  </a:lnTo>
                  <a:lnTo>
                    <a:pt x="2376801" y="2221093"/>
                  </a:lnTo>
                  <a:lnTo>
                    <a:pt x="2423615" y="2264886"/>
                  </a:lnTo>
                  <a:lnTo>
                    <a:pt x="2469868" y="2306320"/>
                  </a:lnTo>
                  <a:lnTo>
                    <a:pt x="2515624" y="2345140"/>
                  </a:lnTo>
                  <a:lnTo>
                    <a:pt x="2561039" y="2381188"/>
                  </a:lnTo>
                  <a:lnTo>
                    <a:pt x="2606372" y="2414401"/>
                  </a:lnTo>
                  <a:lnTo>
                    <a:pt x="2651995" y="2444799"/>
                  </a:lnTo>
                  <a:lnTo>
                    <a:pt x="2667772" y="2454577"/>
                  </a:lnTo>
                  <a:lnTo>
                    <a:pt x="2715818" y="2481965"/>
                  </a:lnTo>
                  <a:lnTo>
                    <a:pt x="2765577" y="2506503"/>
                  </a:lnTo>
                  <a:lnTo>
                    <a:pt x="2817884" y="2528351"/>
                  </a:lnTo>
                  <a:lnTo>
                    <a:pt x="2873670" y="2547768"/>
                  </a:lnTo>
                  <a:lnTo>
                    <a:pt x="2933875" y="2565044"/>
                  </a:lnTo>
                  <a:lnTo>
                    <a:pt x="2999361" y="2580453"/>
                  </a:lnTo>
                  <a:lnTo>
                    <a:pt x="3070798" y="2594230"/>
                  </a:lnTo>
                  <a:lnTo>
                    <a:pt x="3148510" y="2606564"/>
                  </a:lnTo>
                  <a:lnTo>
                    <a:pt x="3232274" y="2617582"/>
                  </a:lnTo>
                  <a:lnTo>
                    <a:pt x="3321090" y="2627359"/>
                  </a:lnTo>
                  <a:lnTo>
                    <a:pt x="3412966" y="2635918"/>
                  </a:lnTo>
                  <a:lnTo>
                    <a:pt x="3504820" y="2643242"/>
                  </a:lnTo>
                  <a:lnTo>
                    <a:pt x="3592611" y="2649301"/>
                  </a:lnTo>
                  <a:lnTo>
                    <a:pt x="3671803" y="2654081"/>
                  </a:lnTo>
                  <a:lnTo>
                    <a:pt x="3738156" y="2657613"/>
                  </a:lnTo>
                  <a:lnTo>
                    <a:pt x="3788669" y="2660003"/>
                  </a:lnTo>
                  <a:lnTo>
                    <a:pt x="3822374" y="2661428"/>
                  </a:lnTo>
                  <a:lnTo>
                    <a:pt x="3840701" y="2662124"/>
                  </a:lnTo>
                  <a:lnTo>
                    <a:pt x="3847384" y="2662354"/>
                  </a:lnTo>
                  <a:lnTo>
                    <a:pt x="3848118" y="2662377"/>
                  </a:lnTo>
                  <a:lnTo>
                    <a:pt x="4386855" y="2662377"/>
                  </a:lnTo>
                  <a:lnTo>
                    <a:pt x="4388037" y="2662296"/>
                  </a:lnTo>
                  <a:lnTo>
                    <a:pt x="4395768" y="2661723"/>
                  </a:lnTo>
                  <a:lnTo>
                    <a:pt x="4415106" y="2660137"/>
                  </a:lnTo>
                  <a:lnTo>
                    <a:pt x="4449297" y="2657022"/>
                  </a:lnTo>
                  <a:lnTo>
                    <a:pt x="4499482" y="2651919"/>
                  </a:lnTo>
                  <a:lnTo>
                    <a:pt x="4564637" y="2644484"/>
                  </a:lnTo>
                  <a:lnTo>
                    <a:pt x="4641928" y="2634516"/>
                  </a:lnTo>
                  <a:lnTo>
                    <a:pt x="4727416" y="2621949"/>
                  </a:lnTo>
                  <a:lnTo>
                    <a:pt x="4816890" y="2606813"/>
                  </a:lnTo>
                  <a:lnTo>
                    <a:pt x="4906572" y="2589168"/>
                  </a:lnTo>
                  <a:lnTo>
                    <a:pt x="4993539" y="2569050"/>
                  </a:lnTo>
                  <a:lnTo>
                    <a:pt x="5075852" y="2546423"/>
                  </a:lnTo>
                  <a:lnTo>
                    <a:pt x="5152488" y="2521155"/>
                  </a:lnTo>
                  <a:lnTo>
                    <a:pt x="5223151" y="2493003"/>
                  </a:lnTo>
                  <a:lnTo>
                    <a:pt x="5288071" y="2461619"/>
                  </a:lnTo>
                  <a:lnTo>
                    <a:pt x="5347821" y="2426551"/>
                  </a:lnTo>
                  <a:lnTo>
                    <a:pt x="5403171" y="2387271"/>
                  </a:lnTo>
                  <a:lnTo>
                    <a:pt x="5454984" y="2343207"/>
                  </a:lnTo>
                  <a:lnTo>
                    <a:pt x="5504132" y="2293818"/>
                  </a:lnTo>
                  <a:lnTo>
                    <a:pt x="5551424" y="2238708"/>
                  </a:lnTo>
                  <a:lnTo>
                    <a:pt x="5567201" y="2218647"/>
                  </a:lnTo>
                  <a:lnTo>
                    <a:pt x="5603538" y="2169343"/>
                  </a:lnTo>
                  <a:lnTo>
                    <a:pt x="5639531" y="2116327"/>
                  </a:lnTo>
                  <a:lnTo>
                    <a:pt x="5675408" y="2059526"/>
                  </a:lnTo>
                  <a:lnTo>
                    <a:pt x="5711346" y="1998928"/>
                  </a:lnTo>
                  <a:lnTo>
                    <a:pt x="5747476" y="1934592"/>
                  </a:lnTo>
                  <a:lnTo>
                    <a:pt x="5783888" y="1866658"/>
                  </a:lnTo>
                  <a:lnTo>
                    <a:pt x="5820636" y="1795344"/>
                  </a:lnTo>
                  <a:lnTo>
                    <a:pt x="5857740" y="1720952"/>
                  </a:lnTo>
                  <a:lnTo>
                    <a:pt x="5895188" y="1643864"/>
                  </a:lnTo>
                  <a:lnTo>
                    <a:pt x="5932942" y="1564539"/>
                  </a:lnTo>
                  <a:lnTo>
                    <a:pt x="5970943" y="1483499"/>
                  </a:lnTo>
                  <a:lnTo>
                    <a:pt x="6009112" y="1401318"/>
                  </a:lnTo>
                  <a:lnTo>
                    <a:pt x="6047361" y="1318607"/>
                  </a:lnTo>
                  <a:lnTo>
                    <a:pt x="6085596" y="1235991"/>
                  </a:lnTo>
                  <a:lnTo>
                    <a:pt x="6123723" y="1154093"/>
                  </a:lnTo>
                  <a:lnTo>
                    <a:pt x="6161657" y="1073516"/>
                  </a:lnTo>
                  <a:lnTo>
                    <a:pt x="6199323" y="994819"/>
                  </a:lnTo>
                  <a:lnTo>
                    <a:pt x="6236669" y="918505"/>
                  </a:lnTo>
                  <a:lnTo>
                    <a:pt x="6273665" y="845012"/>
                  </a:lnTo>
                  <a:lnTo>
                    <a:pt x="6310308" y="774697"/>
                  </a:lnTo>
                  <a:lnTo>
                    <a:pt x="6346627" y="707837"/>
                  </a:lnTo>
                  <a:lnTo>
                    <a:pt x="6382687" y="644627"/>
                  </a:lnTo>
                  <a:lnTo>
                    <a:pt x="6418590" y="585180"/>
                  </a:lnTo>
                  <a:lnTo>
                    <a:pt x="6454482" y="529534"/>
                  </a:lnTo>
                  <a:lnTo>
                    <a:pt x="6490553" y="477657"/>
                  </a:lnTo>
                  <a:lnTo>
                    <a:pt x="6515891" y="443729"/>
                  </a:lnTo>
                  <a:lnTo>
                    <a:pt x="6562714" y="386638"/>
                  </a:lnTo>
                  <a:lnTo>
                    <a:pt x="6611145" y="335336"/>
                  </a:lnTo>
                  <a:lnTo>
                    <a:pt x="6661956" y="289519"/>
                  </a:lnTo>
                  <a:lnTo>
                    <a:pt x="6716005" y="248677"/>
                  </a:lnTo>
                  <a:lnTo>
                    <a:pt x="6774166" y="212240"/>
                  </a:lnTo>
                  <a:lnTo>
                    <a:pt x="6837252" y="179658"/>
                  </a:lnTo>
                  <a:lnTo>
                    <a:pt x="6905916" y="150452"/>
                  </a:lnTo>
                  <a:lnTo>
                    <a:pt x="6980524" y="124236"/>
                  </a:lnTo>
                  <a:lnTo>
                    <a:pt x="7060982" y="100732"/>
                  </a:lnTo>
                  <a:lnTo>
                    <a:pt x="7146535" y="79769"/>
                  </a:lnTo>
                  <a:lnTo>
                    <a:pt x="7235573" y="61283"/>
                  </a:lnTo>
                  <a:lnTo>
                    <a:pt x="7325505" y="45287"/>
                  </a:lnTo>
                  <a:lnTo>
                    <a:pt x="7412810" y="31841"/>
                  </a:lnTo>
                  <a:lnTo>
                    <a:pt x="7493360" y="20991"/>
                  </a:lnTo>
                  <a:lnTo>
                    <a:pt x="7563031" y="12710"/>
                  </a:lnTo>
                  <a:lnTo>
                    <a:pt x="7618522" y="6846"/>
                  </a:lnTo>
                  <a:lnTo>
                    <a:pt x="7658133" y="3102"/>
                  </a:lnTo>
                  <a:lnTo>
                    <a:pt x="7682257" y="1053"/>
                  </a:lnTo>
                  <a:lnTo>
                    <a:pt x="7693450" y="194"/>
                  </a:lnTo>
                  <a:lnTo>
                    <a:pt x="7696189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4" name="pl1054"/>
            <p:cNvSpPr/>
            <p:nvPr/>
          </p:nvSpPr>
          <p:spPr>
            <a:xfrm>
              <a:off x="546595" y="2623376"/>
              <a:ext cx="8234974" cy="2662377"/>
            </a:xfrm>
            <a:custGeom>
              <a:avLst/>
              <a:pathLst>
                <a:path w="8234974" h="2662377">
                  <a:moveTo>
                    <a:pt x="8234974" y="0"/>
                  </a:moveTo>
                  <a:lnTo>
                    <a:pt x="7696237" y="0"/>
                  </a:lnTo>
                  <a:lnTo>
                    <a:pt x="7695055" y="80"/>
                  </a:lnTo>
                  <a:lnTo>
                    <a:pt x="7687324" y="653"/>
                  </a:lnTo>
                  <a:lnTo>
                    <a:pt x="7667986" y="2239"/>
                  </a:lnTo>
                  <a:lnTo>
                    <a:pt x="7633795" y="5354"/>
                  </a:lnTo>
                  <a:lnTo>
                    <a:pt x="7583611" y="10457"/>
                  </a:lnTo>
                  <a:lnTo>
                    <a:pt x="7518455" y="17892"/>
                  </a:lnTo>
                  <a:lnTo>
                    <a:pt x="7441164" y="27861"/>
                  </a:lnTo>
                  <a:lnTo>
                    <a:pt x="7355677" y="40427"/>
                  </a:lnTo>
                  <a:lnTo>
                    <a:pt x="7266202" y="55563"/>
                  </a:lnTo>
                  <a:lnTo>
                    <a:pt x="7176520" y="73208"/>
                  </a:lnTo>
                  <a:lnTo>
                    <a:pt x="7089554" y="93326"/>
                  </a:lnTo>
                  <a:lnTo>
                    <a:pt x="7007240" y="115953"/>
                  </a:lnTo>
                  <a:lnTo>
                    <a:pt x="6930605" y="141222"/>
                  </a:lnTo>
                  <a:lnTo>
                    <a:pt x="6859942" y="169373"/>
                  </a:lnTo>
                  <a:lnTo>
                    <a:pt x="6795021" y="200758"/>
                  </a:lnTo>
                  <a:lnTo>
                    <a:pt x="6735271" y="235825"/>
                  </a:lnTo>
                  <a:lnTo>
                    <a:pt x="6679921" y="275105"/>
                  </a:lnTo>
                  <a:lnTo>
                    <a:pt x="6628109" y="319169"/>
                  </a:lnTo>
                  <a:lnTo>
                    <a:pt x="6578961" y="368558"/>
                  </a:lnTo>
                  <a:lnTo>
                    <a:pt x="6531669" y="423668"/>
                  </a:lnTo>
                  <a:lnTo>
                    <a:pt x="6515891" y="443729"/>
                  </a:lnTo>
                  <a:lnTo>
                    <a:pt x="6479555" y="493033"/>
                  </a:lnTo>
                  <a:lnTo>
                    <a:pt x="6443562" y="546049"/>
                  </a:lnTo>
                  <a:lnTo>
                    <a:pt x="6407685" y="602850"/>
                  </a:lnTo>
                  <a:lnTo>
                    <a:pt x="6371747" y="663449"/>
                  </a:lnTo>
                  <a:lnTo>
                    <a:pt x="6335617" y="727784"/>
                  </a:lnTo>
                  <a:lnTo>
                    <a:pt x="6299205" y="795718"/>
                  </a:lnTo>
                  <a:lnTo>
                    <a:pt x="6262456" y="867032"/>
                  </a:lnTo>
                  <a:lnTo>
                    <a:pt x="6225353" y="941425"/>
                  </a:lnTo>
                  <a:lnTo>
                    <a:pt x="6187905" y="1018512"/>
                  </a:lnTo>
                  <a:lnTo>
                    <a:pt x="6150150" y="1097837"/>
                  </a:lnTo>
                  <a:lnTo>
                    <a:pt x="6112150" y="1178877"/>
                  </a:lnTo>
                  <a:lnTo>
                    <a:pt x="6073980" y="1261058"/>
                  </a:lnTo>
                  <a:lnTo>
                    <a:pt x="6035731" y="1343770"/>
                  </a:lnTo>
                  <a:lnTo>
                    <a:pt x="5997496" y="1426386"/>
                  </a:lnTo>
                  <a:lnTo>
                    <a:pt x="5959369" y="1508283"/>
                  </a:lnTo>
                  <a:lnTo>
                    <a:pt x="5921436" y="1588860"/>
                  </a:lnTo>
                  <a:lnTo>
                    <a:pt x="5883769" y="1667558"/>
                  </a:lnTo>
                  <a:lnTo>
                    <a:pt x="5846423" y="1743871"/>
                  </a:lnTo>
                  <a:lnTo>
                    <a:pt x="5809427" y="1817364"/>
                  </a:lnTo>
                  <a:lnTo>
                    <a:pt x="5772785" y="1887679"/>
                  </a:lnTo>
                  <a:lnTo>
                    <a:pt x="5736466" y="1954539"/>
                  </a:lnTo>
                  <a:lnTo>
                    <a:pt x="5700406" y="2017749"/>
                  </a:lnTo>
                  <a:lnTo>
                    <a:pt x="5664502" y="2077196"/>
                  </a:lnTo>
                  <a:lnTo>
                    <a:pt x="5628611" y="2132842"/>
                  </a:lnTo>
                  <a:lnTo>
                    <a:pt x="5592540" y="2184719"/>
                  </a:lnTo>
                  <a:lnTo>
                    <a:pt x="5567201" y="2218647"/>
                  </a:lnTo>
                  <a:lnTo>
                    <a:pt x="5520379" y="2275738"/>
                  </a:lnTo>
                  <a:lnTo>
                    <a:pt x="5471947" y="2327040"/>
                  </a:lnTo>
                  <a:lnTo>
                    <a:pt x="5421137" y="2372857"/>
                  </a:lnTo>
                  <a:lnTo>
                    <a:pt x="5367088" y="2413699"/>
                  </a:lnTo>
                  <a:lnTo>
                    <a:pt x="5308927" y="2450136"/>
                  </a:lnTo>
                  <a:lnTo>
                    <a:pt x="5245841" y="2482718"/>
                  </a:lnTo>
                  <a:lnTo>
                    <a:pt x="5177176" y="2511924"/>
                  </a:lnTo>
                  <a:lnTo>
                    <a:pt x="5102568" y="2538140"/>
                  </a:lnTo>
                  <a:lnTo>
                    <a:pt x="5022111" y="2561644"/>
                  </a:lnTo>
                  <a:lnTo>
                    <a:pt x="4936557" y="2582607"/>
                  </a:lnTo>
                  <a:lnTo>
                    <a:pt x="4847519" y="2601094"/>
                  </a:lnTo>
                  <a:lnTo>
                    <a:pt x="4757588" y="2617089"/>
                  </a:lnTo>
                  <a:lnTo>
                    <a:pt x="4670282" y="2630535"/>
                  </a:lnTo>
                  <a:lnTo>
                    <a:pt x="4589732" y="2641386"/>
                  </a:lnTo>
                  <a:lnTo>
                    <a:pt x="4520061" y="2649667"/>
                  </a:lnTo>
                  <a:lnTo>
                    <a:pt x="4464570" y="2655530"/>
                  </a:lnTo>
                  <a:lnTo>
                    <a:pt x="4424959" y="2659274"/>
                  </a:lnTo>
                  <a:lnTo>
                    <a:pt x="4400836" y="2661324"/>
                  </a:lnTo>
                  <a:lnTo>
                    <a:pt x="4389643" y="2662182"/>
                  </a:lnTo>
                  <a:lnTo>
                    <a:pt x="4386903" y="2662374"/>
                  </a:lnTo>
                  <a:lnTo>
                    <a:pt x="4386855" y="2662377"/>
                  </a:lnTo>
                  <a:lnTo>
                    <a:pt x="3848118" y="2662377"/>
                  </a:lnTo>
                  <a:lnTo>
                    <a:pt x="3846844" y="2662336"/>
                  </a:lnTo>
                  <a:lnTo>
                    <a:pt x="3838529" y="2662046"/>
                  </a:lnTo>
                  <a:lnTo>
                    <a:pt x="3817784" y="2661244"/>
                  </a:lnTo>
                  <a:lnTo>
                    <a:pt x="3781247" y="2659669"/>
                  </a:lnTo>
                  <a:lnTo>
                    <a:pt x="3727900" y="2657095"/>
                  </a:lnTo>
                  <a:lnTo>
                    <a:pt x="3659100" y="2653355"/>
                  </a:lnTo>
                  <a:lnTo>
                    <a:pt x="3578123" y="2648359"/>
                  </a:lnTo>
                  <a:lnTo>
                    <a:pt x="3489323" y="2642082"/>
                  </a:lnTo>
                  <a:lnTo>
                    <a:pt x="3397202" y="2634545"/>
                  </a:lnTo>
                  <a:lnTo>
                    <a:pt x="3305660" y="2625778"/>
                  </a:lnTo>
                  <a:lnTo>
                    <a:pt x="3217594" y="2615792"/>
                  </a:lnTo>
                  <a:lnTo>
                    <a:pt x="3134816" y="2604556"/>
                  </a:lnTo>
                  <a:lnTo>
                    <a:pt x="3058176" y="2591988"/>
                  </a:lnTo>
                  <a:lnTo>
                    <a:pt x="2987788" y="2577946"/>
                  </a:lnTo>
                  <a:lnTo>
                    <a:pt x="2923257" y="2562237"/>
                  </a:lnTo>
                  <a:lnTo>
                    <a:pt x="2863870" y="2544616"/>
                  </a:lnTo>
                  <a:lnTo>
                    <a:pt x="2808745" y="2524805"/>
                  </a:lnTo>
                  <a:lnTo>
                    <a:pt x="2756937" y="2502516"/>
                  </a:lnTo>
                  <a:lnTo>
                    <a:pt x="2707525" y="2477498"/>
                  </a:lnTo>
                  <a:lnTo>
                    <a:pt x="2667772" y="2454577"/>
                  </a:lnTo>
                  <a:lnTo>
                    <a:pt x="2621941" y="2425124"/>
                  </a:lnTo>
                  <a:lnTo>
                    <a:pt x="2576557" y="2392882"/>
                  </a:lnTo>
                  <a:lnTo>
                    <a:pt x="2531204" y="2357802"/>
                  </a:lnTo>
                  <a:lnTo>
                    <a:pt x="2485587" y="2319919"/>
                  </a:lnTo>
                  <a:lnTo>
                    <a:pt x="2439516" y="2279356"/>
                  </a:lnTo>
                  <a:lnTo>
                    <a:pt x="2392897" y="2236336"/>
                  </a:lnTo>
                  <a:lnTo>
                    <a:pt x="2345717" y="2191177"/>
                  </a:lnTo>
                  <a:lnTo>
                    <a:pt x="2298038" y="2144291"/>
                  </a:lnTo>
                  <a:lnTo>
                    <a:pt x="2249979" y="2096169"/>
                  </a:lnTo>
                  <a:lnTo>
                    <a:pt x="2201702" y="2047361"/>
                  </a:lnTo>
                  <a:lnTo>
                    <a:pt x="2153393" y="1998453"/>
                  </a:lnTo>
                  <a:lnTo>
                    <a:pt x="2105240" y="1950032"/>
                  </a:lnTo>
                  <a:lnTo>
                    <a:pt x="2057415" y="1902664"/>
                  </a:lnTo>
                  <a:lnTo>
                    <a:pt x="2010054" y="1856863"/>
                  </a:lnTo>
                  <a:lnTo>
                    <a:pt x="1963240" y="1813069"/>
                  </a:lnTo>
                  <a:lnTo>
                    <a:pt x="1916987" y="1771635"/>
                  </a:lnTo>
                  <a:lnTo>
                    <a:pt x="1871231" y="1732815"/>
                  </a:lnTo>
                  <a:lnTo>
                    <a:pt x="1825815" y="1696767"/>
                  </a:lnTo>
                  <a:lnTo>
                    <a:pt x="1780483" y="1663555"/>
                  </a:lnTo>
                  <a:lnTo>
                    <a:pt x="1734860" y="1633156"/>
                  </a:lnTo>
                  <a:lnTo>
                    <a:pt x="1719082" y="1623378"/>
                  </a:lnTo>
                  <a:lnTo>
                    <a:pt x="1671036" y="1595990"/>
                  </a:lnTo>
                  <a:lnTo>
                    <a:pt x="1621277" y="1571452"/>
                  </a:lnTo>
                  <a:lnTo>
                    <a:pt x="1568970" y="1549604"/>
                  </a:lnTo>
                  <a:lnTo>
                    <a:pt x="1513185" y="1530187"/>
                  </a:lnTo>
                  <a:lnTo>
                    <a:pt x="1452980" y="1512911"/>
                  </a:lnTo>
                  <a:lnTo>
                    <a:pt x="1387494" y="1497502"/>
                  </a:lnTo>
                  <a:lnTo>
                    <a:pt x="1316057" y="1483725"/>
                  </a:lnTo>
                  <a:lnTo>
                    <a:pt x="1238344" y="1471392"/>
                  </a:lnTo>
                  <a:lnTo>
                    <a:pt x="1154580" y="1460373"/>
                  </a:lnTo>
                  <a:lnTo>
                    <a:pt x="1065765" y="1450596"/>
                  </a:lnTo>
                  <a:lnTo>
                    <a:pt x="973889" y="1442037"/>
                  </a:lnTo>
                  <a:lnTo>
                    <a:pt x="882034" y="1434713"/>
                  </a:lnTo>
                  <a:lnTo>
                    <a:pt x="794243" y="1428654"/>
                  </a:lnTo>
                  <a:lnTo>
                    <a:pt x="715052" y="1423875"/>
                  </a:lnTo>
                  <a:lnTo>
                    <a:pt x="648699" y="1420342"/>
                  </a:lnTo>
                  <a:lnTo>
                    <a:pt x="598185" y="1417952"/>
                  </a:lnTo>
                  <a:lnTo>
                    <a:pt x="564480" y="1416527"/>
                  </a:lnTo>
                  <a:lnTo>
                    <a:pt x="546154" y="1415831"/>
                  </a:lnTo>
                  <a:lnTo>
                    <a:pt x="539471" y="1415601"/>
                  </a:lnTo>
                  <a:lnTo>
                    <a:pt x="538736" y="1415578"/>
                  </a:lnTo>
                  <a:lnTo>
                    <a:pt x="0" y="14155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5" name="pg1055"/>
            <p:cNvSpPr/>
            <p:nvPr/>
          </p:nvSpPr>
          <p:spPr>
            <a:xfrm>
              <a:off x="546595" y="516342"/>
              <a:ext cx="8234974" cy="2782156"/>
            </a:xfrm>
            <a:custGeom>
              <a:avLst/>
              <a:pathLst>
                <a:path w="8234974" h="2782156">
                  <a:moveTo>
                    <a:pt x="0" y="2782156"/>
                  </a:moveTo>
                  <a:lnTo>
                    <a:pt x="538736" y="2782156"/>
                  </a:lnTo>
                  <a:lnTo>
                    <a:pt x="539909" y="2782073"/>
                  </a:lnTo>
                  <a:lnTo>
                    <a:pt x="547580" y="2781480"/>
                  </a:lnTo>
                  <a:lnTo>
                    <a:pt x="566774" y="2779839"/>
                  </a:lnTo>
                  <a:lnTo>
                    <a:pt x="600724" y="2776617"/>
                  </a:lnTo>
                  <a:lnTo>
                    <a:pt x="650582" y="2771337"/>
                  </a:lnTo>
                  <a:lnTo>
                    <a:pt x="715358" y="2763642"/>
                  </a:lnTo>
                  <a:lnTo>
                    <a:pt x="792261" y="2753320"/>
                  </a:lnTo>
                  <a:lnTo>
                    <a:pt x="877395" y="2740304"/>
                  </a:lnTo>
                  <a:lnTo>
                    <a:pt x="966583" y="2724621"/>
                  </a:lnTo>
                  <a:lnTo>
                    <a:pt x="1056059" y="2706335"/>
                  </a:lnTo>
                  <a:lnTo>
                    <a:pt x="1142899" y="2685482"/>
                  </a:lnTo>
                  <a:lnTo>
                    <a:pt x="1225154" y="2662029"/>
                  </a:lnTo>
                  <a:lnTo>
                    <a:pt x="1301783" y="2635843"/>
                  </a:lnTo>
                  <a:lnTo>
                    <a:pt x="1372470" y="2606677"/>
                  </a:lnTo>
                  <a:lnTo>
                    <a:pt x="1437430" y="2574172"/>
                  </a:lnTo>
                  <a:lnTo>
                    <a:pt x="1497220" y="2537868"/>
                  </a:lnTo>
                  <a:lnTo>
                    <a:pt x="1552598" y="2497219"/>
                  </a:lnTo>
                  <a:lnTo>
                    <a:pt x="1604417" y="2451636"/>
                  </a:lnTo>
                  <a:lnTo>
                    <a:pt x="1653545" y="2400553"/>
                  </a:lnTo>
                  <a:lnTo>
                    <a:pt x="1700789" y="2343550"/>
                  </a:lnTo>
                  <a:lnTo>
                    <a:pt x="1719082" y="2319371"/>
                  </a:lnTo>
                  <a:lnTo>
                    <a:pt x="1754827" y="2268822"/>
                  </a:lnTo>
                  <a:lnTo>
                    <a:pt x="1790236" y="2214529"/>
                  </a:lnTo>
                  <a:lnTo>
                    <a:pt x="1825527" y="2156418"/>
                  </a:lnTo>
                  <a:lnTo>
                    <a:pt x="1860869" y="2094474"/>
                  </a:lnTo>
                  <a:lnTo>
                    <a:pt x="1896390" y="2028752"/>
                  </a:lnTo>
                  <a:lnTo>
                    <a:pt x="1932179" y="1959384"/>
                  </a:lnTo>
                  <a:lnTo>
                    <a:pt x="1968289" y="1886580"/>
                  </a:lnTo>
                  <a:lnTo>
                    <a:pt x="2004743" y="1810630"/>
                  </a:lnTo>
                  <a:lnTo>
                    <a:pt x="2041532" y="1731906"/>
                  </a:lnTo>
                  <a:lnTo>
                    <a:pt x="2078625" y="1650851"/>
                  </a:lnTo>
                  <a:lnTo>
                    <a:pt x="2115967" y="1567975"/>
                  </a:lnTo>
                  <a:lnTo>
                    <a:pt x="2153487" y="1483840"/>
                  </a:lnTo>
                  <a:lnTo>
                    <a:pt x="2191102" y="1399047"/>
                  </a:lnTo>
                  <a:lnTo>
                    <a:pt x="2228722" y="1314216"/>
                  </a:lnTo>
                  <a:lnTo>
                    <a:pt x="2266259" y="1229967"/>
                  </a:lnTo>
                  <a:lnTo>
                    <a:pt x="2303627" y="1146904"/>
                  </a:lnTo>
                  <a:lnTo>
                    <a:pt x="2340754" y="1065595"/>
                  </a:lnTo>
                  <a:lnTo>
                    <a:pt x="2377583" y="986557"/>
                  </a:lnTo>
                  <a:lnTo>
                    <a:pt x="2414079" y="910243"/>
                  </a:lnTo>
                  <a:lnTo>
                    <a:pt x="2450232" y="837032"/>
                  </a:lnTo>
                  <a:lnTo>
                    <a:pt x="2486058" y="767227"/>
                  </a:lnTo>
                  <a:lnTo>
                    <a:pt x="2521607" y="701046"/>
                  </a:lnTo>
                  <a:lnTo>
                    <a:pt x="2556966" y="638630"/>
                  </a:lnTo>
                  <a:lnTo>
                    <a:pt x="2592254" y="580045"/>
                  </a:lnTo>
                  <a:lnTo>
                    <a:pt x="2627638" y="525283"/>
                  </a:lnTo>
                  <a:lnTo>
                    <a:pt x="2663328" y="474277"/>
                  </a:lnTo>
                  <a:lnTo>
                    <a:pt x="2667772" y="468229"/>
                  </a:lnTo>
                  <a:lnTo>
                    <a:pt x="2714467" y="408839"/>
                  </a:lnTo>
                  <a:lnTo>
                    <a:pt x="2762760" y="355454"/>
                  </a:lnTo>
                  <a:lnTo>
                    <a:pt x="2813414" y="307762"/>
                  </a:lnTo>
                  <a:lnTo>
                    <a:pt x="2867282" y="265235"/>
                  </a:lnTo>
                  <a:lnTo>
                    <a:pt x="2925231" y="227284"/>
                  </a:lnTo>
                  <a:lnTo>
                    <a:pt x="2988069" y="193339"/>
                  </a:lnTo>
                  <a:lnTo>
                    <a:pt x="3056446" y="162903"/>
                  </a:lnTo>
                  <a:lnTo>
                    <a:pt x="3130732" y="135576"/>
                  </a:lnTo>
                  <a:lnTo>
                    <a:pt x="3210845" y="111065"/>
                  </a:lnTo>
                  <a:lnTo>
                    <a:pt x="3296053" y="89195"/>
                  </a:lnTo>
                  <a:lnTo>
                    <a:pt x="3384784" y="69894"/>
                  </a:lnTo>
                  <a:lnTo>
                    <a:pt x="3474495" y="53175"/>
                  </a:lnTo>
                  <a:lnTo>
                    <a:pt x="3561719" y="39099"/>
                  </a:lnTo>
                  <a:lnTo>
                    <a:pt x="3642372" y="27715"/>
                  </a:lnTo>
                  <a:lnTo>
                    <a:pt x="3712351" y="18999"/>
                  </a:lnTo>
                  <a:lnTo>
                    <a:pt x="3768331" y="12800"/>
                  </a:lnTo>
                  <a:lnTo>
                    <a:pt x="3808548" y="8816"/>
                  </a:lnTo>
                  <a:lnTo>
                    <a:pt x="3833294" y="6613"/>
                  </a:lnTo>
                  <a:lnTo>
                    <a:pt x="3845008" y="567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0" y="5506"/>
                  </a:lnTo>
                  <a:lnTo>
                    <a:pt x="4396156" y="5945"/>
                  </a:lnTo>
                  <a:lnTo>
                    <a:pt x="4416301" y="7159"/>
                  </a:lnTo>
                  <a:lnTo>
                    <a:pt x="4451840" y="9543"/>
                  </a:lnTo>
                  <a:lnTo>
                    <a:pt x="4503847" y="13444"/>
                  </a:lnTo>
                  <a:lnTo>
                    <a:pt x="4571108" y="19119"/>
                  </a:lnTo>
                  <a:lnTo>
                    <a:pt x="4650537" y="26712"/>
                  </a:lnTo>
                  <a:lnTo>
                    <a:pt x="4737955" y="36265"/>
                  </a:lnTo>
                  <a:lnTo>
                    <a:pt x="4828981" y="47750"/>
                  </a:lnTo>
                  <a:lnTo>
                    <a:pt x="4919764" y="61121"/>
                  </a:lnTo>
                  <a:lnTo>
                    <a:pt x="5007389" y="76357"/>
                  </a:lnTo>
                  <a:lnTo>
                    <a:pt x="5089992" y="93497"/>
                  </a:lnTo>
                  <a:lnTo>
                    <a:pt x="5166644" y="112655"/>
                  </a:lnTo>
                  <a:lnTo>
                    <a:pt x="5237156" y="134032"/>
                  </a:lnTo>
                  <a:lnTo>
                    <a:pt x="5301852" y="157913"/>
                  </a:lnTo>
                  <a:lnTo>
                    <a:pt x="5361388" y="184655"/>
                  </a:lnTo>
                  <a:lnTo>
                    <a:pt x="5416598" y="214676"/>
                  </a:lnTo>
                  <a:lnTo>
                    <a:pt x="5468394" y="248412"/>
                  </a:lnTo>
                  <a:lnTo>
                    <a:pt x="5517679" y="286260"/>
                  </a:lnTo>
                  <a:lnTo>
                    <a:pt x="5565265" y="328466"/>
                  </a:lnTo>
                  <a:lnTo>
                    <a:pt x="5567201" y="330301"/>
                  </a:lnTo>
                  <a:lnTo>
                    <a:pt x="5607813" y="370851"/>
                  </a:lnTo>
                  <a:lnTo>
                    <a:pt x="5648032" y="414808"/>
                  </a:lnTo>
                  <a:lnTo>
                    <a:pt x="5688162" y="462240"/>
                  </a:lnTo>
                  <a:lnTo>
                    <a:pt x="5728431" y="513136"/>
                  </a:lnTo>
                  <a:lnTo>
                    <a:pt x="5768999" y="567402"/>
                  </a:lnTo>
                  <a:lnTo>
                    <a:pt x="5809965" y="624852"/>
                  </a:lnTo>
                  <a:lnTo>
                    <a:pt x="5851371" y="685207"/>
                  </a:lnTo>
                  <a:lnTo>
                    <a:pt x="5893212" y="748095"/>
                  </a:lnTo>
                  <a:lnTo>
                    <a:pt x="5935440" y="813053"/>
                  </a:lnTo>
                  <a:lnTo>
                    <a:pt x="5977968" y="879548"/>
                  </a:lnTo>
                  <a:lnTo>
                    <a:pt x="6020688" y="946986"/>
                  </a:lnTo>
                  <a:lnTo>
                    <a:pt x="6063473" y="1014737"/>
                  </a:lnTo>
                  <a:lnTo>
                    <a:pt x="6106190" y="1082159"/>
                  </a:lnTo>
                  <a:lnTo>
                    <a:pt x="6148712" y="1148622"/>
                  </a:lnTo>
                  <a:lnTo>
                    <a:pt x="6190931" y="1213536"/>
                  </a:lnTo>
                  <a:lnTo>
                    <a:pt x="6232761" y="1276365"/>
                  </a:lnTo>
                  <a:lnTo>
                    <a:pt x="6274157" y="1336652"/>
                  </a:lnTo>
                  <a:lnTo>
                    <a:pt x="6315112" y="1394026"/>
                  </a:lnTo>
                  <a:lnTo>
                    <a:pt x="6355671" y="1448209"/>
                  </a:lnTo>
                  <a:lnTo>
                    <a:pt x="6395934" y="1499019"/>
                  </a:lnTo>
                  <a:lnTo>
                    <a:pt x="6436063" y="1546364"/>
                  </a:lnTo>
                  <a:lnTo>
                    <a:pt x="6476288" y="1590235"/>
                  </a:lnTo>
                  <a:lnTo>
                    <a:pt x="6515891" y="1629730"/>
                  </a:lnTo>
                  <a:lnTo>
                    <a:pt x="6563422" y="1672117"/>
                  </a:lnTo>
                  <a:lnTo>
                    <a:pt x="6612621" y="1710142"/>
                  </a:lnTo>
                  <a:lnTo>
                    <a:pt x="6664297" y="1744040"/>
                  </a:lnTo>
                  <a:lnTo>
                    <a:pt x="6719348" y="1774205"/>
                  </a:lnTo>
                  <a:lnTo>
                    <a:pt x="6778688" y="1801075"/>
                  </a:lnTo>
                  <a:lnTo>
                    <a:pt x="6843157" y="1825066"/>
                  </a:lnTo>
                  <a:lnTo>
                    <a:pt x="6913419" y="1846540"/>
                  </a:lnTo>
                  <a:lnTo>
                    <a:pt x="6989818" y="1865785"/>
                  </a:lnTo>
                  <a:lnTo>
                    <a:pt x="7072187" y="1883005"/>
                  </a:lnTo>
                  <a:lnTo>
                    <a:pt x="7159636" y="1898319"/>
                  </a:lnTo>
                  <a:lnTo>
                    <a:pt x="7250338" y="1911767"/>
                  </a:lnTo>
                  <a:lnTo>
                    <a:pt x="7341425" y="1923331"/>
                  </a:lnTo>
                  <a:lnTo>
                    <a:pt x="7429077" y="1932964"/>
                  </a:lnTo>
                  <a:lnTo>
                    <a:pt x="7508923" y="1940638"/>
                  </a:lnTo>
                  <a:lnTo>
                    <a:pt x="7576757" y="1946389"/>
                  </a:lnTo>
                  <a:lnTo>
                    <a:pt x="7629431" y="1950359"/>
                  </a:lnTo>
                  <a:lnTo>
                    <a:pt x="7665645" y="1952799"/>
                  </a:lnTo>
                  <a:lnTo>
                    <a:pt x="7686374" y="1954055"/>
                  </a:lnTo>
                  <a:lnTo>
                    <a:pt x="7694847" y="1954518"/>
                  </a:lnTo>
                  <a:lnTo>
                    <a:pt x="7696237" y="1954587"/>
                  </a:lnTo>
                  <a:lnTo>
                    <a:pt x="8234974" y="1954587"/>
                  </a:lnTo>
                  <a:lnTo>
                    <a:pt x="8234974" y="1949143"/>
                  </a:lnTo>
                  <a:lnTo>
                    <a:pt x="7696237" y="1949143"/>
                  </a:lnTo>
                  <a:lnTo>
                    <a:pt x="7695003" y="1949081"/>
                  </a:lnTo>
                  <a:lnTo>
                    <a:pt x="7686937" y="1948642"/>
                  </a:lnTo>
                  <a:lnTo>
                    <a:pt x="7666791" y="1947428"/>
                  </a:lnTo>
                  <a:lnTo>
                    <a:pt x="7631252" y="1945043"/>
                  </a:lnTo>
                  <a:lnTo>
                    <a:pt x="7579246" y="1941143"/>
                  </a:lnTo>
                  <a:lnTo>
                    <a:pt x="7511985" y="1935468"/>
                  </a:lnTo>
                  <a:lnTo>
                    <a:pt x="7432556" y="1927875"/>
                  </a:lnTo>
                  <a:lnTo>
                    <a:pt x="7345138" y="1918322"/>
                  </a:lnTo>
                  <a:lnTo>
                    <a:pt x="7254111" y="1906837"/>
                  </a:lnTo>
                  <a:lnTo>
                    <a:pt x="7163329" y="1893466"/>
                  </a:lnTo>
                  <a:lnTo>
                    <a:pt x="7075703" y="1878230"/>
                  </a:lnTo>
                  <a:lnTo>
                    <a:pt x="6993101" y="1861090"/>
                  </a:lnTo>
                  <a:lnTo>
                    <a:pt x="6916448" y="1841932"/>
                  </a:lnTo>
                  <a:lnTo>
                    <a:pt x="6845937" y="1820555"/>
                  </a:lnTo>
                  <a:lnTo>
                    <a:pt x="6781240" y="1796674"/>
                  </a:lnTo>
                  <a:lnTo>
                    <a:pt x="6721705" y="1769931"/>
                  </a:lnTo>
                  <a:lnTo>
                    <a:pt x="6666495" y="1739911"/>
                  </a:lnTo>
                  <a:lnTo>
                    <a:pt x="6614698" y="1706175"/>
                  </a:lnTo>
                  <a:lnTo>
                    <a:pt x="6565413" y="1668327"/>
                  </a:lnTo>
                  <a:lnTo>
                    <a:pt x="6517827" y="1626121"/>
                  </a:lnTo>
                  <a:lnTo>
                    <a:pt x="6515891" y="1624286"/>
                  </a:lnTo>
                  <a:lnTo>
                    <a:pt x="6475279" y="1583736"/>
                  </a:lnTo>
                  <a:lnTo>
                    <a:pt x="6435061" y="1539778"/>
                  </a:lnTo>
                  <a:lnTo>
                    <a:pt x="6394931" y="1492347"/>
                  </a:lnTo>
                  <a:lnTo>
                    <a:pt x="6354661" y="1441451"/>
                  </a:lnTo>
                  <a:lnTo>
                    <a:pt x="6314093" y="1387185"/>
                  </a:lnTo>
                  <a:lnTo>
                    <a:pt x="6273128" y="1329735"/>
                  </a:lnTo>
                  <a:lnTo>
                    <a:pt x="6231721" y="1269379"/>
                  </a:lnTo>
                  <a:lnTo>
                    <a:pt x="6189880" y="1206492"/>
                  </a:lnTo>
                  <a:lnTo>
                    <a:pt x="6147653" y="1141533"/>
                  </a:lnTo>
                  <a:lnTo>
                    <a:pt x="6105124" y="1075038"/>
                  </a:lnTo>
                  <a:lnTo>
                    <a:pt x="6062404" y="1007601"/>
                  </a:lnTo>
                  <a:lnTo>
                    <a:pt x="6019620" y="939850"/>
                  </a:lnTo>
                  <a:lnTo>
                    <a:pt x="5976903" y="872428"/>
                  </a:lnTo>
                  <a:lnTo>
                    <a:pt x="5934380" y="805964"/>
                  </a:lnTo>
                  <a:lnTo>
                    <a:pt x="5892162" y="741051"/>
                  </a:lnTo>
                  <a:lnTo>
                    <a:pt x="5850331" y="678222"/>
                  </a:lnTo>
                  <a:lnTo>
                    <a:pt x="5808936" y="617935"/>
                  </a:lnTo>
                  <a:lnTo>
                    <a:pt x="5767981" y="560561"/>
                  </a:lnTo>
                  <a:lnTo>
                    <a:pt x="5727422" y="506378"/>
                  </a:lnTo>
                  <a:lnTo>
                    <a:pt x="5687158" y="455568"/>
                  </a:lnTo>
                  <a:lnTo>
                    <a:pt x="5647029" y="408223"/>
                  </a:lnTo>
                  <a:lnTo>
                    <a:pt x="5606805" y="364352"/>
                  </a:lnTo>
                  <a:lnTo>
                    <a:pt x="5567201" y="324857"/>
                  </a:lnTo>
                  <a:lnTo>
                    <a:pt x="5519671" y="282469"/>
                  </a:lnTo>
                  <a:lnTo>
                    <a:pt x="5470471" y="244445"/>
                  </a:lnTo>
                  <a:lnTo>
                    <a:pt x="5418796" y="210547"/>
                  </a:lnTo>
                  <a:lnTo>
                    <a:pt x="5363744" y="180381"/>
                  </a:lnTo>
                  <a:lnTo>
                    <a:pt x="5304405" y="153512"/>
                  </a:lnTo>
                  <a:lnTo>
                    <a:pt x="5239936" y="129521"/>
                  </a:lnTo>
                  <a:lnTo>
                    <a:pt x="5169673" y="108047"/>
                  </a:lnTo>
                  <a:lnTo>
                    <a:pt x="5093275" y="88801"/>
                  </a:lnTo>
                  <a:lnTo>
                    <a:pt x="5010905" y="71581"/>
                  </a:lnTo>
                  <a:lnTo>
                    <a:pt x="4923457" y="56268"/>
                  </a:lnTo>
                  <a:lnTo>
                    <a:pt x="4832754" y="42820"/>
                  </a:lnTo>
                  <a:lnTo>
                    <a:pt x="4741667" y="31256"/>
                  </a:lnTo>
                  <a:lnTo>
                    <a:pt x="4654015" y="21623"/>
                  </a:lnTo>
                  <a:lnTo>
                    <a:pt x="4574170" y="13949"/>
                  </a:lnTo>
                  <a:lnTo>
                    <a:pt x="4506335" y="8197"/>
                  </a:lnTo>
                  <a:lnTo>
                    <a:pt x="4453661" y="4228"/>
                  </a:lnTo>
                  <a:lnTo>
                    <a:pt x="4417447" y="1787"/>
                  </a:lnTo>
                  <a:lnTo>
                    <a:pt x="4396718" y="532"/>
                  </a:lnTo>
                  <a:lnTo>
                    <a:pt x="4388246" y="6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5" y="676"/>
                  </a:lnTo>
                  <a:lnTo>
                    <a:pt x="3820081" y="2317"/>
                  </a:lnTo>
                  <a:lnTo>
                    <a:pt x="3786131" y="5539"/>
                  </a:lnTo>
                  <a:lnTo>
                    <a:pt x="3736273" y="10819"/>
                  </a:lnTo>
                  <a:lnTo>
                    <a:pt x="3671497" y="18514"/>
                  </a:lnTo>
                  <a:lnTo>
                    <a:pt x="3594594" y="28836"/>
                  </a:lnTo>
                  <a:lnTo>
                    <a:pt x="3509459" y="41852"/>
                  </a:lnTo>
                  <a:lnTo>
                    <a:pt x="3420272" y="57535"/>
                  </a:lnTo>
                  <a:lnTo>
                    <a:pt x="3330796" y="75821"/>
                  </a:lnTo>
                  <a:lnTo>
                    <a:pt x="3243956" y="96674"/>
                  </a:lnTo>
                  <a:lnTo>
                    <a:pt x="3161700" y="120127"/>
                  </a:lnTo>
                  <a:lnTo>
                    <a:pt x="3085072" y="146313"/>
                  </a:lnTo>
                  <a:lnTo>
                    <a:pt x="3014384" y="175479"/>
                  </a:lnTo>
                  <a:lnTo>
                    <a:pt x="2949424" y="207984"/>
                  </a:lnTo>
                  <a:lnTo>
                    <a:pt x="2889635" y="244288"/>
                  </a:lnTo>
                  <a:lnTo>
                    <a:pt x="2834257" y="284937"/>
                  </a:lnTo>
                  <a:lnTo>
                    <a:pt x="2782437" y="330520"/>
                  </a:lnTo>
                  <a:lnTo>
                    <a:pt x="2733310" y="381603"/>
                  </a:lnTo>
                  <a:lnTo>
                    <a:pt x="2686066" y="438606"/>
                  </a:lnTo>
                  <a:lnTo>
                    <a:pt x="2667772" y="462785"/>
                  </a:lnTo>
                  <a:lnTo>
                    <a:pt x="2632027" y="513334"/>
                  </a:lnTo>
                  <a:lnTo>
                    <a:pt x="2596618" y="567626"/>
                  </a:lnTo>
                  <a:lnTo>
                    <a:pt x="2561327" y="625738"/>
                  </a:lnTo>
                  <a:lnTo>
                    <a:pt x="2525985" y="687682"/>
                  </a:lnTo>
                  <a:lnTo>
                    <a:pt x="2490464" y="753404"/>
                  </a:lnTo>
                  <a:lnTo>
                    <a:pt x="2454676" y="822772"/>
                  </a:lnTo>
                  <a:lnTo>
                    <a:pt x="2418566" y="895576"/>
                  </a:lnTo>
                  <a:lnTo>
                    <a:pt x="2382112" y="971525"/>
                  </a:lnTo>
                  <a:lnTo>
                    <a:pt x="2345322" y="1050250"/>
                  </a:lnTo>
                  <a:lnTo>
                    <a:pt x="2308229" y="1131305"/>
                  </a:lnTo>
                  <a:lnTo>
                    <a:pt x="2270887" y="1214181"/>
                  </a:lnTo>
                  <a:lnTo>
                    <a:pt x="2233367" y="1298316"/>
                  </a:lnTo>
                  <a:lnTo>
                    <a:pt x="2195753" y="1383109"/>
                  </a:lnTo>
                  <a:lnTo>
                    <a:pt x="2158132" y="1467940"/>
                  </a:lnTo>
                  <a:lnTo>
                    <a:pt x="2120596" y="1552189"/>
                  </a:lnTo>
                  <a:lnTo>
                    <a:pt x="2083228" y="1635252"/>
                  </a:lnTo>
                  <a:lnTo>
                    <a:pt x="2046101" y="1716561"/>
                  </a:lnTo>
                  <a:lnTo>
                    <a:pt x="2009271" y="1795599"/>
                  </a:lnTo>
                  <a:lnTo>
                    <a:pt x="1972775" y="1871913"/>
                  </a:lnTo>
                  <a:lnTo>
                    <a:pt x="1936623" y="1945124"/>
                  </a:lnTo>
                  <a:lnTo>
                    <a:pt x="1900797" y="2014929"/>
                  </a:lnTo>
                  <a:lnTo>
                    <a:pt x="1865247" y="2081110"/>
                  </a:lnTo>
                  <a:lnTo>
                    <a:pt x="1829889" y="2143526"/>
                  </a:lnTo>
                  <a:lnTo>
                    <a:pt x="1794600" y="2202111"/>
                  </a:lnTo>
                  <a:lnTo>
                    <a:pt x="1759216" y="2256873"/>
                  </a:lnTo>
                  <a:lnTo>
                    <a:pt x="1723527" y="2307879"/>
                  </a:lnTo>
                  <a:lnTo>
                    <a:pt x="1719082" y="2313927"/>
                  </a:lnTo>
                  <a:lnTo>
                    <a:pt x="1672388" y="2373317"/>
                  </a:lnTo>
                  <a:lnTo>
                    <a:pt x="1624095" y="2426702"/>
                  </a:lnTo>
                  <a:lnTo>
                    <a:pt x="1573441" y="2474394"/>
                  </a:lnTo>
                  <a:lnTo>
                    <a:pt x="1519572" y="2516921"/>
                  </a:lnTo>
                  <a:lnTo>
                    <a:pt x="1461623" y="2554872"/>
                  </a:lnTo>
                  <a:lnTo>
                    <a:pt x="1398786" y="2588817"/>
                  </a:lnTo>
                  <a:lnTo>
                    <a:pt x="1330408" y="2619253"/>
                  </a:lnTo>
                  <a:lnTo>
                    <a:pt x="1256122" y="2646580"/>
                  </a:lnTo>
                  <a:lnTo>
                    <a:pt x="1176010" y="2671090"/>
                  </a:lnTo>
                  <a:lnTo>
                    <a:pt x="1090801" y="2692961"/>
                  </a:lnTo>
                  <a:lnTo>
                    <a:pt x="1002071" y="2712262"/>
                  </a:lnTo>
                  <a:lnTo>
                    <a:pt x="912360" y="2728981"/>
                  </a:lnTo>
                  <a:lnTo>
                    <a:pt x="825135" y="2743057"/>
                  </a:lnTo>
                  <a:lnTo>
                    <a:pt x="744482" y="2754441"/>
                  </a:lnTo>
                  <a:lnTo>
                    <a:pt x="674504" y="2763157"/>
                  </a:lnTo>
                  <a:lnTo>
                    <a:pt x="618524" y="2769356"/>
                  </a:lnTo>
                  <a:lnTo>
                    <a:pt x="578307" y="2773340"/>
                  </a:lnTo>
                  <a:lnTo>
                    <a:pt x="553561" y="2775543"/>
                  </a:lnTo>
                  <a:lnTo>
                    <a:pt x="541847" y="2776485"/>
                  </a:lnTo>
                  <a:lnTo>
                    <a:pt x="538736" y="2776712"/>
                  </a:lnTo>
                  <a:lnTo>
                    <a:pt x="0" y="277671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56" name="pl1056"/>
            <p:cNvSpPr/>
            <p:nvPr/>
          </p:nvSpPr>
          <p:spPr>
            <a:xfrm>
              <a:off x="546595" y="521786"/>
              <a:ext cx="8234974" cy="2776712"/>
            </a:xfrm>
            <a:custGeom>
              <a:avLst/>
              <a:pathLst>
                <a:path w="8234974" h="2776712">
                  <a:moveTo>
                    <a:pt x="0" y="2776712"/>
                  </a:moveTo>
                  <a:lnTo>
                    <a:pt x="538736" y="2776712"/>
                  </a:lnTo>
                  <a:lnTo>
                    <a:pt x="539909" y="2776629"/>
                  </a:lnTo>
                  <a:lnTo>
                    <a:pt x="547580" y="2776036"/>
                  </a:lnTo>
                  <a:lnTo>
                    <a:pt x="566774" y="2774395"/>
                  </a:lnTo>
                  <a:lnTo>
                    <a:pt x="600724" y="2771172"/>
                  </a:lnTo>
                  <a:lnTo>
                    <a:pt x="650582" y="2765893"/>
                  </a:lnTo>
                  <a:lnTo>
                    <a:pt x="715358" y="2758197"/>
                  </a:lnTo>
                  <a:lnTo>
                    <a:pt x="792261" y="2747876"/>
                  </a:lnTo>
                  <a:lnTo>
                    <a:pt x="877395" y="2734860"/>
                  </a:lnTo>
                  <a:lnTo>
                    <a:pt x="966583" y="2719177"/>
                  </a:lnTo>
                  <a:lnTo>
                    <a:pt x="1056059" y="2700890"/>
                  </a:lnTo>
                  <a:lnTo>
                    <a:pt x="1142899" y="2680037"/>
                  </a:lnTo>
                  <a:lnTo>
                    <a:pt x="1225154" y="2656585"/>
                  </a:lnTo>
                  <a:lnTo>
                    <a:pt x="1301783" y="2630398"/>
                  </a:lnTo>
                  <a:lnTo>
                    <a:pt x="1372470" y="2601232"/>
                  </a:lnTo>
                  <a:lnTo>
                    <a:pt x="1437430" y="2568728"/>
                  </a:lnTo>
                  <a:lnTo>
                    <a:pt x="1497220" y="2532424"/>
                  </a:lnTo>
                  <a:lnTo>
                    <a:pt x="1552598" y="2491775"/>
                  </a:lnTo>
                  <a:lnTo>
                    <a:pt x="1604417" y="2446192"/>
                  </a:lnTo>
                  <a:lnTo>
                    <a:pt x="1653545" y="2395109"/>
                  </a:lnTo>
                  <a:lnTo>
                    <a:pt x="1700789" y="2338105"/>
                  </a:lnTo>
                  <a:lnTo>
                    <a:pt x="1719082" y="2313927"/>
                  </a:lnTo>
                  <a:lnTo>
                    <a:pt x="1754827" y="2263377"/>
                  </a:lnTo>
                  <a:lnTo>
                    <a:pt x="1790236" y="2209085"/>
                  </a:lnTo>
                  <a:lnTo>
                    <a:pt x="1825527" y="2150974"/>
                  </a:lnTo>
                  <a:lnTo>
                    <a:pt x="1860869" y="2089029"/>
                  </a:lnTo>
                  <a:lnTo>
                    <a:pt x="1896390" y="2023308"/>
                  </a:lnTo>
                  <a:lnTo>
                    <a:pt x="1932179" y="1953940"/>
                  </a:lnTo>
                  <a:lnTo>
                    <a:pt x="1968289" y="1881135"/>
                  </a:lnTo>
                  <a:lnTo>
                    <a:pt x="2004743" y="1805186"/>
                  </a:lnTo>
                  <a:lnTo>
                    <a:pt x="2041532" y="1726461"/>
                  </a:lnTo>
                  <a:lnTo>
                    <a:pt x="2078625" y="1645406"/>
                  </a:lnTo>
                  <a:lnTo>
                    <a:pt x="2115967" y="1562530"/>
                  </a:lnTo>
                  <a:lnTo>
                    <a:pt x="2153487" y="1478396"/>
                  </a:lnTo>
                  <a:lnTo>
                    <a:pt x="2191102" y="1393603"/>
                  </a:lnTo>
                  <a:lnTo>
                    <a:pt x="2228722" y="1308771"/>
                  </a:lnTo>
                  <a:lnTo>
                    <a:pt x="2266259" y="1224522"/>
                  </a:lnTo>
                  <a:lnTo>
                    <a:pt x="2303627" y="1141459"/>
                  </a:lnTo>
                  <a:lnTo>
                    <a:pt x="2340754" y="1060150"/>
                  </a:lnTo>
                  <a:lnTo>
                    <a:pt x="2377583" y="981112"/>
                  </a:lnTo>
                  <a:lnTo>
                    <a:pt x="2414079" y="904798"/>
                  </a:lnTo>
                  <a:lnTo>
                    <a:pt x="2450232" y="831588"/>
                  </a:lnTo>
                  <a:lnTo>
                    <a:pt x="2486058" y="761782"/>
                  </a:lnTo>
                  <a:lnTo>
                    <a:pt x="2521607" y="695601"/>
                  </a:lnTo>
                  <a:lnTo>
                    <a:pt x="2556966" y="633186"/>
                  </a:lnTo>
                  <a:lnTo>
                    <a:pt x="2592254" y="574600"/>
                  </a:lnTo>
                  <a:lnTo>
                    <a:pt x="2627638" y="519839"/>
                  </a:lnTo>
                  <a:lnTo>
                    <a:pt x="2663328" y="468833"/>
                  </a:lnTo>
                  <a:lnTo>
                    <a:pt x="2667772" y="462785"/>
                  </a:lnTo>
                  <a:lnTo>
                    <a:pt x="2714467" y="403394"/>
                  </a:lnTo>
                  <a:lnTo>
                    <a:pt x="2762760" y="350010"/>
                  </a:lnTo>
                  <a:lnTo>
                    <a:pt x="2813414" y="302317"/>
                  </a:lnTo>
                  <a:lnTo>
                    <a:pt x="2867282" y="259791"/>
                  </a:lnTo>
                  <a:lnTo>
                    <a:pt x="2925231" y="221839"/>
                  </a:lnTo>
                  <a:lnTo>
                    <a:pt x="2988069" y="187894"/>
                  </a:lnTo>
                  <a:lnTo>
                    <a:pt x="3056446" y="157459"/>
                  </a:lnTo>
                  <a:lnTo>
                    <a:pt x="3130732" y="130131"/>
                  </a:lnTo>
                  <a:lnTo>
                    <a:pt x="3210845" y="105621"/>
                  </a:lnTo>
                  <a:lnTo>
                    <a:pt x="3296053" y="83751"/>
                  </a:lnTo>
                  <a:lnTo>
                    <a:pt x="3384784" y="64449"/>
                  </a:lnTo>
                  <a:lnTo>
                    <a:pt x="3474495" y="47731"/>
                  </a:lnTo>
                  <a:lnTo>
                    <a:pt x="3561719" y="33654"/>
                  </a:lnTo>
                  <a:lnTo>
                    <a:pt x="3642372" y="22270"/>
                  </a:lnTo>
                  <a:lnTo>
                    <a:pt x="3712351" y="13554"/>
                  </a:lnTo>
                  <a:lnTo>
                    <a:pt x="3768331" y="7355"/>
                  </a:lnTo>
                  <a:lnTo>
                    <a:pt x="3808548" y="3372"/>
                  </a:lnTo>
                  <a:lnTo>
                    <a:pt x="3833294" y="1168"/>
                  </a:lnTo>
                  <a:lnTo>
                    <a:pt x="3845008" y="227"/>
                  </a:lnTo>
                  <a:lnTo>
                    <a:pt x="3848044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0" y="61"/>
                  </a:lnTo>
                  <a:lnTo>
                    <a:pt x="4396156" y="500"/>
                  </a:lnTo>
                  <a:lnTo>
                    <a:pt x="4416301" y="1715"/>
                  </a:lnTo>
                  <a:lnTo>
                    <a:pt x="4451840" y="4099"/>
                  </a:lnTo>
                  <a:lnTo>
                    <a:pt x="4503847" y="8000"/>
                  </a:lnTo>
                  <a:lnTo>
                    <a:pt x="4571108" y="13674"/>
                  </a:lnTo>
                  <a:lnTo>
                    <a:pt x="4650537" y="21268"/>
                  </a:lnTo>
                  <a:lnTo>
                    <a:pt x="4737955" y="30820"/>
                  </a:lnTo>
                  <a:lnTo>
                    <a:pt x="4828981" y="42305"/>
                  </a:lnTo>
                  <a:lnTo>
                    <a:pt x="4919764" y="55676"/>
                  </a:lnTo>
                  <a:lnTo>
                    <a:pt x="5007389" y="70913"/>
                  </a:lnTo>
                  <a:lnTo>
                    <a:pt x="5089992" y="88052"/>
                  </a:lnTo>
                  <a:lnTo>
                    <a:pt x="5166644" y="107210"/>
                  </a:lnTo>
                  <a:lnTo>
                    <a:pt x="5237156" y="128588"/>
                  </a:lnTo>
                  <a:lnTo>
                    <a:pt x="5301852" y="152468"/>
                  </a:lnTo>
                  <a:lnTo>
                    <a:pt x="5361388" y="179211"/>
                  </a:lnTo>
                  <a:lnTo>
                    <a:pt x="5416598" y="209232"/>
                  </a:lnTo>
                  <a:lnTo>
                    <a:pt x="5468394" y="242968"/>
                  </a:lnTo>
                  <a:lnTo>
                    <a:pt x="5517679" y="280815"/>
                  </a:lnTo>
                  <a:lnTo>
                    <a:pt x="5565265" y="323022"/>
                  </a:lnTo>
                  <a:lnTo>
                    <a:pt x="5567201" y="324857"/>
                  </a:lnTo>
                  <a:lnTo>
                    <a:pt x="5607813" y="365406"/>
                  </a:lnTo>
                  <a:lnTo>
                    <a:pt x="5648032" y="409364"/>
                  </a:lnTo>
                  <a:lnTo>
                    <a:pt x="5688162" y="456796"/>
                  </a:lnTo>
                  <a:lnTo>
                    <a:pt x="5728431" y="507691"/>
                  </a:lnTo>
                  <a:lnTo>
                    <a:pt x="5768999" y="561957"/>
                  </a:lnTo>
                  <a:lnTo>
                    <a:pt x="5809965" y="619408"/>
                  </a:lnTo>
                  <a:lnTo>
                    <a:pt x="5851371" y="679763"/>
                  </a:lnTo>
                  <a:lnTo>
                    <a:pt x="5893212" y="742650"/>
                  </a:lnTo>
                  <a:lnTo>
                    <a:pt x="5935440" y="807609"/>
                  </a:lnTo>
                  <a:lnTo>
                    <a:pt x="5977968" y="874104"/>
                  </a:lnTo>
                  <a:lnTo>
                    <a:pt x="6020688" y="941542"/>
                  </a:lnTo>
                  <a:lnTo>
                    <a:pt x="6063473" y="1009292"/>
                  </a:lnTo>
                  <a:lnTo>
                    <a:pt x="6106190" y="1076714"/>
                  </a:lnTo>
                  <a:lnTo>
                    <a:pt x="6148712" y="1143178"/>
                  </a:lnTo>
                  <a:lnTo>
                    <a:pt x="6190931" y="1208091"/>
                  </a:lnTo>
                  <a:lnTo>
                    <a:pt x="6232761" y="1270920"/>
                  </a:lnTo>
                  <a:lnTo>
                    <a:pt x="6274157" y="1331207"/>
                  </a:lnTo>
                  <a:lnTo>
                    <a:pt x="6315112" y="1388581"/>
                  </a:lnTo>
                  <a:lnTo>
                    <a:pt x="6355671" y="1442764"/>
                  </a:lnTo>
                  <a:lnTo>
                    <a:pt x="6395934" y="1493574"/>
                  </a:lnTo>
                  <a:lnTo>
                    <a:pt x="6436063" y="1540919"/>
                  </a:lnTo>
                  <a:lnTo>
                    <a:pt x="6476288" y="1584791"/>
                  </a:lnTo>
                  <a:lnTo>
                    <a:pt x="6515891" y="1624286"/>
                  </a:lnTo>
                  <a:lnTo>
                    <a:pt x="6563422" y="1666673"/>
                  </a:lnTo>
                  <a:lnTo>
                    <a:pt x="6612621" y="1704697"/>
                  </a:lnTo>
                  <a:lnTo>
                    <a:pt x="6664297" y="1738595"/>
                  </a:lnTo>
                  <a:lnTo>
                    <a:pt x="6719348" y="1768761"/>
                  </a:lnTo>
                  <a:lnTo>
                    <a:pt x="6778688" y="1795630"/>
                  </a:lnTo>
                  <a:lnTo>
                    <a:pt x="6843157" y="1819621"/>
                  </a:lnTo>
                  <a:lnTo>
                    <a:pt x="6913419" y="1841096"/>
                  </a:lnTo>
                  <a:lnTo>
                    <a:pt x="6989818" y="1860341"/>
                  </a:lnTo>
                  <a:lnTo>
                    <a:pt x="7072187" y="1877561"/>
                  </a:lnTo>
                  <a:lnTo>
                    <a:pt x="7159636" y="1892875"/>
                  </a:lnTo>
                  <a:lnTo>
                    <a:pt x="7250338" y="1906323"/>
                  </a:lnTo>
                  <a:lnTo>
                    <a:pt x="7341425" y="1917886"/>
                  </a:lnTo>
                  <a:lnTo>
                    <a:pt x="7429077" y="1927519"/>
                  </a:lnTo>
                  <a:lnTo>
                    <a:pt x="7508923" y="1935193"/>
                  </a:lnTo>
                  <a:lnTo>
                    <a:pt x="7576757" y="1940945"/>
                  </a:lnTo>
                  <a:lnTo>
                    <a:pt x="7629431" y="1944915"/>
                  </a:lnTo>
                  <a:lnTo>
                    <a:pt x="7665645" y="1947355"/>
                  </a:lnTo>
                  <a:lnTo>
                    <a:pt x="7686374" y="1948610"/>
                  </a:lnTo>
                  <a:lnTo>
                    <a:pt x="7694847" y="1949073"/>
                  </a:lnTo>
                  <a:lnTo>
                    <a:pt x="7696237" y="1949143"/>
                  </a:lnTo>
                  <a:lnTo>
                    <a:pt x="7696237" y="1949143"/>
                  </a:lnTo>
                  <a:lnTo>
                    <a:pt x="8234974" y="1949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7" name="pl1057"/>
            <p:cNvSpPr/>
            <p:nvPr/>
          </p:nvSpPr>
          <p:spPr>
            <a:xfrm>
              <a:off x="546595" y="516342"/>
              <a:ext cx="8234974" cy="2776712"/>
            </a:xfrm>
            <a:custGeom>
              <a:avLst/>
              <a:pathLst>
                <a:path w="8234974" h="2776712">
                  <a:moveTo>
                    <a:pt x="8234974" y="1949143"/>
                  </a:moveTo>
                  <a:lnTo>
                    <a:pt x="7696237" y="1949143"/>
                  </a:lnTo>
                  <a:lnTo>
                    <a:pt x="7695003" y="1949081"/>
                  </a:lnTo>
                  <a:lnTo>
                    <a:pt x="7686937" y="1948642"/>
                  </a:lnTo>
                  <a:lnTo>
                    <a:pt x="7666791" y="1947428"/>
                  </a:lnTo>
                  <a:lnTo>
                    <a:pt x="7631252" y="1945043"/>
                  </a:lnTo>
                  <a:lnTo>
                    <a:pt x="7579246" y="1941143"/>
                  </a:lnTo>
                  <a:lnTo>
                    <a:pt x="7511985" y="1935468"/>
                  </a:lnTo>
                  <a:lnTo>
                    <a:pt x="7432556" y="1927875"/>
                  </a:lnTo>
                  <a:lnTo>
                    <a:pt x="7345138" y="1918322"/>
                  </a:lnTo>
                  <a:lnTo>
                    <a:pt x="7254111" y="1906837"/>
                  </a:lnTo>
                  <a:lnTo>
                    <a:pt x="7163329" y="1893466"/>
                  </a:lnTo>
                  <a:lnTo>
                    <a:pt x="7075703" y="1878230"/>
                  </a:lnTo>
                  <a:lnTo>
                    <a:pt x="6993101" y="1861090"/>
                  </a:lnTo>
                  <a:lnTo>
                    <a:pt x="6916448" y="1841932"/>
                  </a:lnTo>
                  <a:lnTo>
                    <a:pt x="6845937" y="1820555"/>
                  </a:lnTo>
                  <a:lnTo>
                    <a:pt x="6781240" y="1796674"/>
                  </a:lnTo>
                  <a:lnTo>
                    <a:pt x="6721705" y="1769931"/>
                  </a:lnTo>
                  <a:lnTo>
                    <a:pt x="6666495" y="1739911"/>
                  </a:lnTo>
                  <a:lnTo>
                    <a:pt x="6614698" y="1706175"/>
                  </a:lnTo>
                  <a:lnTo>
                    <a:pt x="6565413" y="1668327"/>
                  </a:lnTo>
                  <a:lnTo>
                    <a:pt x="6517827" y="1626121"/>
                  </a:lnTo>
                  <a:lnTo>
                    <a:pt x="6515891" y="1624286"/>
                  </a:lnTo>
                  <a:lnTo>
                    <a:pt x="6475279" y="1583736"/>
                  </a:lnTo>
                  <a:lnTo>
                    <a:pt x="6435061" y="1539778"/>
                  </a:lnTo>
                  <a:lnTo>
                    <a:pt x="6394931" y="1492347"/>
                  </a:lnTo>
                  <a:lnTo>
                    <a:pt x="6354661" y="1441451"/>
                  </a:lnTo>
                  <a:lnTo>
                    <a:pt x="6314093" y="1387185"/>
                  </a:lnTo>
                  <a:lnTo>
                    <a:pt x="6273128" y="1329735"/>
                  </a:lnTo>
                  <a:lnTo>
                    <a:pt x="6231721" y="1269379"/>
                  </a:lnTo>
                  <a:lnTo>
                    <a:pt x="6189880" y="1206492"/>
                  </a:lnTo>
                  <a:lnTo>
                    <a:pt x="6147653" y="1141533"/>
                  </a:lnTo>
                  <a:lnTo>
                    <a:pt x="6105124" y="1075038"/>
                  </a:lnTo>
                  <a:lnTo>
                    <a:pt x="6062404" y="1007601"/>
                  </a:lnTo>
                  <a:lnTo>
                    <a:pt x="6019620" y="939850"/>
                  </a:lnTo>
                  <a:lnTo>
                    <a:pt x="5976903" y="872428"/>
                  </a:lnTo>
                  <a:lnTo>
                    <a:pt x="5934380" y="805964"/>
                  </a:lnTo>
                  <a:lnTo>
                    <a:pt x="5892162" y="741051"/>
                  </a:lnTo>
                  <a:lnTo>
                    <a:pt x="5850331" y="678222"/>
                  </a:lnTo>
                  <a:lnTo>
                    <a:pt x="5808936" y="617935"/>
                  </a:lnTo>
                  <a:lnTo>
                    <a:pt x="5767981" y="560561"/>
                  </a:lnTo>
                  <a:lnTo>
                    <a:pt x="5727422" y="506378"/>
                  </a:lnTo>
                  <a:lnTo>
                    <a:pt x="5687158" y="455568"/>
                  </a:lnTo>
                  <a:lnTo>
                    <a:pt x="5647029" y="408223"/>
                  </a:lnTo>
                  <a:lnTo>
                    <a:pt x="5606805" y="364352"/>
                  </a:lnTo>
                  <a:lnTo>
                    <a:pt x="5567201" y="324857"/>
                  </a:lnTo>
                  <a:lnTo>
                    <a:pt x="5519671" y="282469"/>
                  </a:lnTo>
                  <a:lnTo>
                    <a:pt x="5470471" y="244445"/>
                  </a:lnTo>
                  <a:lnTo>
                    <a:pt x="5418796" y="210547"/>
                  </a:lnTo>
                  <a:lnTo>
                    <a:pt x="5363744" y="180381"/>
                  </a:lnTo>
                  <a:lnTo>
                    <a:pt x="5304405" y="153512"/>
                  </a:lnTo>
                  <a:lnTo>
                    <a:pt x="5239936" y="129521"/>
                  </a:lnTo>
                  <a:lnTo>
                    <a:pt x="5169673" y="108047"/>
                  </a:lnTo>
                  <a:lnTo>
                    <a:pt x="5093275" y="88801"/>
                  </a:lnTo>
                  <a:lnTo>
                    <a:pt x="5010905" y="71581"/>
                  </a:lnTo>
                  <a:lnTo>
                    <a:pt x="4923457" y="56268"/>
                  </a:lnTo>
                  <a:lnTo>
                    <a:pt x="4832754" y="42820"/>
                  </a:lnTo>
                  <a:lnTo>
                    <a:pt x="4741667" y="31256"/>
                  </a:lnTo>
                  <a:lnTo>
                    <a:pt x="4654015" y="21623"/>
                  </a:lnTo>
                  <a:lnTo>
                    <a:pt x="4574170" y="13949"/>
                  </a:lnTo>
                  <a:lnTo>
                    <a:pt x="4506335" y="8197"/>
                  </a:lnTo>
                  <a:lnTo>
                    <a:pt x="4453661" y="4228"/>
                  </a:lnTo>
                  <a:lnTo>
                    <a:pt x="4417447" y="1787"/>
                  </a:lnTo>
                  <a:lnTo>
                    <a:pt x="4396718" y="532"/>
                  </a:lnTo>
                  <a:lnTo>
                    <a:pt x="4388246" y="69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5" y="676"/>
                  </a:lnTo>
                  <a:lnTo>
                    <a:pt x="3820081" y="2317"/>
                  </a:lnTo>
                  <a:lnTo>
                    <a:pt x="3786131" y="5539"/>
                  </a:lnTo>
                  <a:lnTo>
                    <a:pt x="3736273" y="10819"/>
                  </a:lnTo>
                  <a:lnTo>
                    <a:pt x="3671497" y="18514"/>
                  </a:lnTo>
                  <a:lnTo>
                    <a:pt x="3594594" y="28836"/>
                  </a:lnTo>
                  <a:lnTo>
                    <a:pt x="3509459" y="41852"/>
                  </a:lnTo>
                  <a:lnTo>
                    <a:pt x="3420272" y="57535"/>
                  </a:lnTo>
                  <a:lnTo>
                    <a:pt x="3330796" y="75821"/>
                  </a:lnTo>
                  <a:lnTo>
                    <a:pt x="3243956" y="96674"/>
                  </a:lnTo>
                  <a:lnTo>
                    <a:pt x="3161700" y="120127"/>
                  </a:lnTo>
                  <a:lnTo>
                    <a:pt x="3085072" y="146313"/>
                  </a:lnTo>
                  <a:lnTo>
                    <a:pt x="3014384" y="175479"/>
                  </a:lnTo>
                  <a:lnTo>
                    <a:pt x="2949424" y="207984"/>
                  </a:lnTo>
                  <a:lnTo>
                    <a:pt x="2889635" y="244288"/>
                  </a:lnTo>
                  <a:lnTo>
                    <a:pt x="2834257" y="284937"/>
                  </a:lnTo>
                  <a:lnTo>
                    <a:pt x="2782437" y="330520"/>
                  </a:lnTo>
                  <a:lnTo>
                    <a:pt x="2733310" y="381603"/>
                  </a:lnTo>
                  <a:lnTo>
                    <a:pt x="2686066" y="438606"/>
                  </a:lnTo>
                  <a:lnTo>
                    <a:pt x="2667772" y="462785"/>
                  </a:lnTo>
                  <a:lnTo>
                    <a:pt x="2632027" y="513334"/>
                  </a:lnTo>
                  <a:lnTo>
                    <a:pt x="2596618" y="567626"/>
                  </a:lnTo>
                  <a:lnTo>
                    <a:pt x="2561327" y="625738"/>
                  </a:lnTo>
                  <a:lnTo>
                    <a:pt x="2525985" y="687682"/>
                  </a:lnTo>
                  <a:lnTo>
                    <a:pt x="2490464" y="753404"/>
                  </a:lnTo>
                  <a:lnTo>
                    <a:pt x="2454676" y="822772"/>
                  </a:lnTo>
                  <a:lnTo>
                    <a:pt x="2418566" y="895576"/>
                  </a:lnTo>
                  <a:lnTo>
                    <a:pt x="2382112" y="971525"/>
                  </a:lnTo>
                  <a:lnTo>
                    <a:pt x="2345322" y="1050250"/>
                  </a:lnTo>
                  <a:lnTo>
                    <a:pt x="2308229" y="1131305"/>
                  </a:lnTo>
                  <a:lnTo>
                    <a:pt x="2270887" y="1214181"/>
                  </a:lnTo>
                  <a:lnTo>
                    <a:pt x="2233367" y="1298316"/>
                  </a:lnTo>
                  <a:lnTo>
                    <a:pt x="2195753" y="1383109"/>
                  </a:lnTo>
                  <a:lnTo>
                    <a:pt x="2158132" y="1467940"/>
                  </a:lnTo>
                  <a:lnTo>
                    <a:pt x="2120596" y="1552189"/>
                  </a:lnTo>
                  <a:lnTo>
                    <a:pt x="2083228" y="1635252"/>
                  </a:lnTo>
                  <a:lnTo>
                    <a:pt x="2046101" y="1716561"/>
                  </a:lnTo>
                  <a:lnTo>
                    <a:pt x="2009271" y="1795599"/>
                  </a:lnTo>
                  <a:lnTo>
                    <a:pt x="1972775" y="1871913"/>
                  </a:lnTo>
                  <a:lnTo>
                    <a:pt x="1936623" y="1945124"/>
                  </a:lnTo>
                  <a:lnTo>
                    <a:pt x="1900797" y="2014929"/>
                  </a:lnTo>
                  <a:lnTo>
                    <a:pt x="1865247" y="2081110"/>
                  </a:lnTo>
                  <a:lnTo>
                    <a:pt x="1829889" y="2143526"/>
                  </a:lnTo>
                  <a:lnTo>
                    <a:pt x="1794600" y="2202111"/>
                  </a:lnTo>
                  <a:lnTo>
                    <a:pt x="1759216" y="2256873"/>
                  </a:lnTo>
                  <a:lnTo>
                    <a:pt x="1723527" y="2307879"/>
                  </a:lnTo>
                  <a:lnTo>
                    <a:pt x="1719082" y="2313927"/>
                  </a:lnTo>
                  <a:lnTo>
                    <a:pt x="1672388" y="2373317"/>
                  </a:lnTo>
                  <a:lnTo>
                    <a:pt x="1624095" y="2426702"/>
                  </a:lnTo>
                  <a:lnTo>
                    <a:pt x="1573441" y="2474394"/>
                  </a:lnTo>
                  <a:lnTo>
                    <a:pt x="1519572" y="2516921"/>
                  </a:lnTo>
                  <a:lnTo>
                    <a:pt x="1461623" y="2554872"/>
                  </a:lnTo>
                  <a:lnTo>
                    <a:pt x="1398786" y="2588817"/>
                  </a:lnTo>
                  <a:lnTo>
                    <a:pt x="1330408" y="2619253"/>
                  </a:lnTo>
                  <a:lnTo>
                    <a:pt x="1256122" y="2646580"/>
                  </a:lnTo>
                  <a:lnTo>
                    <a:pt x="1176010" y="2671090"/>
                  </a:lnTo>
                  <a:lnTo>
                    <a:pt x="1090801" y="2692961"/>
                  </a:lnTo>
                  <a:lnTo>
                    <a:pt x="1002071" y="2712262"/>
                  </a:lnTo>
                  <a:lnTo>
                    <a:pt x="912360" y="2728981"/>
                  </a:lnTo>
                  <a:lnTo>
                    <a:pt x="825135" y="2743057"/>
                  </a:lnTo>
                  <a:lnTo>
                    <a:pt x="744482" y="2754441"/>
                  </a:lnTo>
                  <a:lnTo>
                    <a:pt x="674504" y="2763157"/>
                  </a:lnTo>
                  <a:lnTo>
                    <a:pt x="618524" y="2769356"/>
                  </a:lnTo>
                  <a:lnTo>
                    <a:pt x="578307" y="2773340"/>
                  </a:lnTo>
                  <a:lnTo>
                    <a:pt x="553561" y="2775543"/>
                  </a:lnTo>
                  <a:lnTo>
                    <a:pt x="541847" y="2776485"/>
                  </a:lnTo>
                  <a:lnTo>
                    <a:pt x="538811" y="2776707"/>
                  </a:lnTo>
                  <a:lnTo>
                    <a:pt x="538736" y="2776712"/>
                  </a:lnTo>
                  <a:lnTo>
                    <a:pt x="0" y="27767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8" name="pg1058"/>
            <p:cNvSpPr/>
            <p:nvPr/>
          </p:nvSpPr>
          <p:spPr>
            <a:xfrm>
              <a:off x="546595" y="608899"/>
              <a:ext cx="8234974" cy="2695044"/>
            </a:xfrm>
            <a:custGeom>
              <a:avLst/>
              <a:pathLst>
                <a:path w="8234974" h="2695044">
                  <a:moveTo>
                    <a:pt x="0" y="2695044"/>
                  </a:moveTo>
                  <a:lnTo>
                    <a:pt x="538736" y="2695044"/>
                  </a:lnTo>
                  <a:lnTo>
                    <a:pt x="539916" y="2694963"/>
                  </a:lnTo>
                  <a:lnTo>
                    <a:pt x="547633" y="2694385"/>
                  </a:lnTo>
                  <a:lnTo>
                    <a:pt x="566937" y="2692785"/>
                  </a:lnTo>
                  <a:lnTo>
                    <a:pt x="601071" y="2689645"/>
                  </a:lnTo>
                  <a:lnTo>
                    <a:pt x="651179" y="2684500"/>
                  </a:lnTo>
                  <a:lnTo>
                    <a:pt x="716245" y="2677002"/>
                  </a:lnTo>
                  <a:lnTo>
                    <a:pt x="793444" y="2666949"/>
                  </a:lnTo>
                  <a:lnTo>
                    <a:pt x="878849" y="2654274"/>
                  </a:lnTo>
                  <a:lnTo>
                    <a:pt x="968256" y="2639007"/>
                  </a:lnTo>
                  <a:lnTo>
                    <a:pt x="1057890" y="2621208"/>
                  </a:lnTo>
                  <a:lnTo>
                    <a:pt x="1144826" y="2600914"/>
                  </a:lnTo>
                  <a:lnTo>
                    <a:pt x="1227126" y="2578089"/>
                  </a:lnTo>
                  <a:lnTo>
                    <a:pt x="1303761" y="2552600"/>
                  </a:lnTo>
                  <a:lnTo>
                    <a:pt x="1374429" y="2524205"/>
                  </a:lnTo>
                  <a:lnTo>
                    <a:pt x="1439359" y="2492552"/>
                  </a:lnTo>
                  <a:lnTo>
                    <a:pt x="1499118" y="2457187"/>
                  </a:lnTo>
                  <a:lnTo>
                    <a:pt x="1554475" y="2417578"/>
                  </a:lnTo>
                  <a:lnTo>
                    <a:pt x="1606289" y="2373150"/>
                  </a:lnTo>
                  <a:lnTo>
                    <a:pt x="1655432" y="2323353"/>
                  </a:lnTo>
                  <a:lnTo>
                    <a:pt x="1702713" y="2267788"/>
                  </a:lnTo>
                  <a:lnTo>
                    <a:pt x="1719082" y="2246777"/>
                  </a:lnTo>
                  <a:lnTo>
                    <a:pt x="1755276" y="2197173"/>
                  </a:lnTo>
                  <a:lnTo>
                    <a:pt x="1791128" y="2143850"/>
                  </a:lnTo>
                  <a:lnTo>
                    <a:pt x="1826863" y="2086733"/>
                  </a:lnTo>
                  <a:lnTo>
                    <a:pt x="1862657" y="2025810"/>
                  </a:lnTo>
                  <a:lnTo>
                    <a:pt x="1898639" y="1961140"/>
                  </a:lnTo>
                  <a:lnTo>
                    <a:pt x="1934901" y="1892859"/>
                  </a:lnTo>
                  <a:lnTo>
                    <a:pt x="1971495" y="1821185"/>
                  </a:lnTo>
                  <a:lnTo>
                    <a:pt x="2008441" y="1746416"/>
                  </a:lnTo>
                  <a:lnTo>
                    <a:pt x="2045730" y="1668932"/>
                  </a:lnTo>
                  <a:lnTo>
                    <a:pt x="2083324" y="1589189"/>
                  </a:lnTo>
                  <a:lnTo>
                    <a:pt x="2121166" y="1507704"/>
                  </a:lnTo>
                  <a:lnTo>
                    <a:pt x="2159178" y="1425051"/>
                  </a:lnTo>
                  <a:lnTo>
                    <a:pt x="2197274" y="1341836"/>
                  </a:lnTo>
                  <a:lnTo>
                    <a:pt x="2235361" y="1258684"/>
                  </a:lnTo>
                  <a:lnTo>
                    <a:pt x="2273346" y="1176218"/>
                  </a:lnTo>
                  <a:lnTo>
                    <a:pt x="2311143" y="1095041"/>
                  </a:lnTo>
                  <a:lnTo>
                    <a:pt x="2348680" y="1015713"/>
                  </a:lnTo>
                  <a:lnTo>
                    <a:pt x="2385902" y="938744"/>
                  </a:lnTo>
                  <a:lnTo>
                    <a:pt x="2422777" y="864571"/>
                  </a:lnTo>
                  <a:lnTo>
                    <a:pt x="2459301" y="793561"/>
                  </a:lnTo>
                  <a:lnTo>
                    <a:pt x="2495501" y="725994"/>
                  </a:lnTo>
                  <a:lnTo>
                    <a:pt x="2531436" y="662072"/>
                  </a:lnTo>
                  <a:lnTo>
                    <a:pt x="2567207" y="601915"/>
                  </a:lnTo>
                  <a:lnTo>
                    <a:pt x="2602950" y="545567"/>
                  </a:lnTo>
                  <a:lnTo>
                    <a:pt x="2638851" y="493003"/>
                  </a:lnTo>
                  <a:lnTo>
                    <a:pt x="2667772" y="453711"/>
                  </a:lnTo>
                  <a:lnTo>
                    <a:pt x="2714565" y="396071"/>
                  </a:lnTo>
                  <a:lnTo>
                    <a:pt x="2762964" y="344271"/>
                  </a:lnTo>
                  <a:lnTo>
                    <a:pt x="2813737" y="298007"/>
                  </a:lnTo>
                  <a:lnTo>
                    <a:pt x="2867744" y="256763"/>
                  </a:lnTo>
                  <a:lnTo>
                    <a:pt x="2925855" y="219965"/>
                  </a:lnTo>
                  <a:lnTo>
                    <a:pt x="2988882" y="187059"/>
                  </a:lnTo>
                  <a:lnTo>
                    <a:pt x="3057479" y="157560"/>
                  </a:lnTo>
                  <a:lnTo>
                    <a:pt x="3132011" y="131079"/>
                  </a:lnTo>
                  <a:lnTo>
                    <a:pt x="3212387" y="107335"/>
                  </a:lnTo>
                  <a:lnTo>
                    <a:pt x="3297859" y="86156"/>
                  </a:lnTo>
                  <a:lnTo>
                    <a:pt x="3386825" y="67476"/>
                  </a:lnTo>
                  <a:lnTo>
                    <a:pt x="3476705" y="51308"/>
                  </a:lnTo>
                  <a:lnTo>
                    <a:pt x="3563992" y="37712"/>
                  </a:lnTo>
                  <a:lnTo>
                    <a:pt x="3644567" y="26736"/>
                  </a:lnTo>
                  <a:lnTo>
                    <a:pt x="3714311" y="18352"/>
                  </a:lnTo>
                  <a:lnTo>
                    <a:pt x="3769918" y="12409"/>
                  </a:lnTo>
                  <a:lnTo>
                    <a:pt x="3809672" y="8609"/>
                  </a:lnTo>
                  <a:lnTo>
                    <a:pt x="3833942" y="6524"/>
                  </a:lnTo>
                  <a:lnTo>
                    <a:pt x="3845257" y="564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0" y="5524"/>
                  </a:lnTo>
                  <a:lnTo>
                    <a:pt x="4395784" y="6092"/>
                  </a:lnTo>
                  <a:lnTo>
                    <a:pt x="4415156" y="7665"/>
                  </a:lnTo>
                  <a:lnTo>
                    <a:pt x="4449404" y="10754"/>
                  </a:lnTo>
                  <a:lnTo>
                    <a:pt x="4499665" y="15814"/>
                  </a:lnTo>
                  <a:lnTo>
                    <a:pt x="4564909" y="23186"/>
                  </a:lnTo>
                  <a:lnTo>
                    <a:pt x="4642291" y="33069"/>
                  </a:lnTo>
                  <a:lnTo>
                    <a:pt x="4727861" y="45527"/>
                  </a:lnTo>
                  <a:lnTo>
                    <a:pt x="4817402" y="60532"/>
                  </a:lnTo>
                  <a:lnTo>
                    <a:pt x="4907132" y="78022"/>
                  </a:lnTo>
                  <a:lnTo>
                    <a:pt x="4994127" y="97963"/>
                  </a:lnTo>
                  <a:lnTo>
                    <a:pt x="5076454" y="120391"/>
                  </a:lnTo>
                  <a:lnTo>
                    <a:pt x="5153092" y="145439"/>
                  </a:lnTo>
                  <a:lnTo>
                    <a:pt x="5223749" y="173345"/>
                  </a:lnTo>
                  <a:lnTo>
                    <a:pt x="5288660" y="204460"/>
                  </a:lnTo>
                  <a:lnTo>
                    <a:pt x="5348400" y="239229"/>
                  </a:lnTo>
                  <a:lnTo>
                    <a:pt x="5403744" y="278179"/>
                  </a:lnTo>
                  <a:lnTo>
                    <a:pt x="5455555" y="321874"/>
                  </a:lnTo>
                  <a:lnTo>
                    <a:pt x="5504708" y="370854"/>
                  </a:lnTo>
                  <a:lnTo>
                    <a:pt x="5552012" y="425506"/>
                  </a:lnTo>
                  <a:lnTo>
                    <a:pt x="5567201" y="444636"/>
                  </a:lnTo>
                  <a:lnTo>
                    <a:pt x="5603682" y="493639"/>
                  </a:lnTo>
                  <a:lnTo>
                    <a:pt x="5639818" y="546344"/>
                  </a:lnTo>
                  <a:lnTo>
                    <a:pt x="5675838" y="602827"/>
                  </a:lnTo>
                  <a:lnTo>
                    <a:pt x="5711921" y="663098"/>
                  </a:lnTo>
                  <a:lnTo>
                    <a:pt x="5748200" y="727096"/>
                  </a:lnTo>
                  <a:lnTo>
                    <a:pt x="5784765" y="794681"/>
                  </a:lnTo>
                  <a:lnTo>
                    <a:pt x="5821669" y="865631"/>
                  </a:lnTo>
                  <a:lnTo>
                    <a:pt x="5858932" y="939643"/>
                  </a:lnTo>
                  <a:lnTo>
                    <a:pt x="5896541" y="1016330"/>
                  </a:lnTo>
                  <a:lnTo>
                    <a:pt x="5934456" y="1095233"/>
                  </a:lnTo>
                  <a:lnTo>
                    <a:pt x="5972618" y="1175824"/>
                  </a:lnTo>
                  <a:lnTo>
                    <a:pt x="6010945" y="1257527"/>
                  </a:lnTo>
                  <a:lnTo>
                    <a:pt x="6049349" y="1339729"/>
                  </a:lnTo>
                  <a:lnTo>
                    <a:pt x="6087733" y="1421804"/>
                  </a:lnTo>
                  <a:lnTo>
                    <a:pt x="6126003" y="1503128"/>
                  </a:lnTo>
                  <a:lnTo>
                    <a:pt x="6164073" y="1583100"/>
                  </a:lnTo>
                  <a:lnTo>
                    <a:pt x="6201871" y="1661162"/>
                  </a:lnTo>
                  <a:lnTo>
                    <a:pt x="6239342" y="1736814"/>
                  </a:lnTo>
                  <a:lnTo>
                    <a:pt x="6276459" y="1809624"/>
                  </a:lnTo>
                  <a:lnTo>
                    <a:pt x="6313221" y="1879240"/>
                  </a:lnTo>
                  <a:lnTo>
                    <a:pt x="6349661" y="1945389"/>
                  </a:lnTo>
                  <a:lnTo>
                    <a:pt x="6385847" y="2007885"/>
                  </a:lnTo>
                  <a:lnTo>
                    <a:pt x="6421887" y="2066620"/>
                  </a:lnTo>
                  <a:lnTo>
                    <a:pt x="6457930" y="2121563"/>
                  </a:lnTo>
                  <a:lnTo>
                    <a:pt x="6494175" y="2172752"/>
                  </a:lnTo>
                  <a:lnTo>
                    <a:pt x="6515891" y="2201406"/>
                  </a:lnTo>
                  <a:lnTo>
                    <a:pt x="6562744" y="2257947"/>
                  </a:lnTo>
                  <a:lnTo>
                    <a:pt x="6611208" y="2308752"/>
                  </a:lnTo>
                  <a:lnTo>
                    <a:pt x="6662055" y="2354121"/>
                  </a:lnTo>
                  <a:lnTo>
                    <a:pt x="6716146" y="2394560"/>
                  </a:lnTo>
                  <a:lnTo>
                    <a:pt x="6774357" y="2430636"/>
                  </a:lnTo>
                  <a:lnTo>
                    <a:pt x="6837501" y="2462892"/>
                  </a:lnTo>
                  <a:lnTo>
                    <a:pt x="6906232" y="2491805"/>
                  </a:lnTo>
                  <a:lnTo>
                    <a:pt x="6980916" y="2517756"/>
                  </a:lnTo>
                  <a:lnTo>
                    <a:pt x="7061454" y="2541021"/>
                  </a:lnTo>
                  <a:lnTo>
                    <a:pt x="7147088" y="2561768"/>
                  </a:lnTo>
                  <a:lnTo>
                    <a:pt x="7236197" y="2580061"/>
                  </a:lnTo>
                  <a:lnTo>
                    <a:pt x="7326180" y="2595884"/>
                  </a:lnTo>
                  <a:lnTo>
                    <a:pt x="7413504" y="2609181"/>
                  </a:lnTo>
                  <a:lnTo>
                    <a:pt x="7494029" y="2619905"/>
                  </a:lnTo>
                  <a:lnTo>
                    <a:pt x="7563627" y="2628084"/>
                  </a:lnTo>
                  <a:lnTo>
                    <a:pt x="7619003" y="2633870"/>
                  </a:lnTo>
                  <a:lnTo>
                    <a:pt x="7658471" y="2637558"/>
                  </a:lnTo>
                  <a:lnTo>
                    <a:pt x="7682449" y="2639572"/>
                  </a:lnTo>
                  <a:lnTo>
                    <a:pt x="7693522" y="2640411"/>
                  </a:lnTo>
                  <a:lnTo>
                    <a:pt x="7696237" y="2640599"/>
                  </a:lnTo>
                  <a:lnTo>
                    <a:pt x="8234974" y="2640599"/>
                  </a:lnTo>
                  <a:lnTo>
                    <a:pt x="8234974" y="2635154"/>
                  </a:lnTo>
                  <a:lnTo>
                    <a:pt x="7696237" y="2635154"/>
                  </a:lnTo>
                  <a:lnTo>
                    <a:pt x="7695053" y="2635074"/>
                  </a:lnTo>
                  <a:lnTo>
                    <a:pt x="7687308" y="2634506"/>
                  </a:lnTo>
                  <a:lnTo>
                    <a:pt x="7667936" y="2632933"/>
                  </a:lnTo>
                  <a:lnTo>
                    <a:pt x="7633689" y="2629844"/>
                  </a:lnTo>
                  <a:lnTo>
                    <a:pt x="7583427" y="2624784"/>
                  </a:lnTo>
                  <a:lnTo>
                    <a:pt x="7518183" y="2617412"/>
                  </a:lnTo>
                  <a:lnTo>
                    <a:pt x="7440802" y="2607529"/>
                  </a:lnTo>
                  <a:lnTo>
                    <a:pt x="7355232" y="2595071"/>
                  </a:lnTo>
                  <a:lnTo>
                    <a:pt x="7265691" y="2580066"/>
                  </a:lnTo>
                  <a:lnTo>
                    <a:pt x="7175960" y="2562576"/>
                  </a:lnTo>
                  <a:lnTo>
                    <a:pt x="7088965" y="2542635"/>
                  </a:lnTo>
                  <a:lnTo>
                    <a:pt x="7006638" y="2520207"/>
                  </a:lnTo>
                  <a:lnTo>
                    <a:pt x="6930001" y="2495160"/>
                  </a:lnTo>
                  <a:lnTo>
                    <a:pt x="6859344" y="2467253"/>
                  </a:lnTo>
                  <a:lnTo>
                    <a:pt x="6794433" y="2436138"/>
                  </a:lnTo>
                  <a:lnTo>
                    <a:pt x="6734692" y="2401369"/>
                  </a:lnTo>
                  <a:lnTo>
                    <a:pt x="6679349" y="2362419"/>
                  </a:lnTo>
                  <a:lnTo>
                    <a:pt x="6627537" y="2318724"/>
                  </a:lnTo>
                  <a:lnTo>
                    <a:pt x="6578385" y="2269744"/>
                  </a:lnTo>
                  <a:lnTo>
                    <a:pt x="6531081" y="2215092"/>
                  </a:lnTo>
                  <a:lnTo>
                    <a:pt x="6515891" y="2195962"/>
                  </a:lnTo>
                  <a:lnTo>
                    <a:pt x="6479411" y="2146959"/>
                  </a:lnTo>
                  <a:lnTo>
                    <a:pt x="6443275" y="2094254"/>
                  </a:lnTo>
                  <a:lnTo>
                    <a:pt x="6407254" y="2037771"/>
                  </a:lnTo>
                  <a:lnTo>
                    <a:pt x="6371171" y="1977500"/>
                  </a:lnTo>
                  <a:lnTo>
                    <a:pt x="6334892" y="1913502"/>
                  </a:lnTo>
                  <a:lnTo>
                    <a:pt x="6298328" y="1845917"/>
                  </a:lnTo>
                  <a:lnTo>
                    <a:pt x="6261423" y="1774967"/>
                  </a:lnTo>
                  <a:lnTo>
                    <a:pt x="6224161" y="1700955"/>
                  </a:lnTo>
                  <a:lnTo>
                    <a:pt x="6186552" y="1624268"/>
                  </a:lnTo>
                  <a:lnTo>
                    <a:pt x="6148636" y="1545365"/>
                  </a:lnTo>
                  <a:lnTo>
                    <a:pt x="6110475" y="1464774"/>
                  </a:lnTo>
                  <a:lnTo>
                    <a:pt x="6072147" y="1383071"/>
                  </a:lnTo>
                  <a:lnTo>
                    <a:pt x="6033744" y="1300869"/>
                  </a:lnTo>
                  <a:lnTo>
                    <a:pt x="5995360" y="1218794"/>
                  </a:lnTo>
                  <a:lnTo>
                    <a:pt x="5957089" y="1137470"/>
                  </a:lnTo>
                  <a:lnTo>
                    <a:pt x="5919019" y="1057498"/>
                  </a:lnTo>
                  <a:lnTo>
                    <a:pt x="5881222" y="979436"/>
                  </a:lnTo>
                  <a:lnTo>
                    <a:pt x="5843750" y="903784"/>
                  </a:lnTo>
                  <a:lnTo>
                    <a:pt x="5806633" y="830974"/>
                  </a:lnTo>
                  <a:lnTo>
                    <a:pt x="5769871" y="761358"/>
                  </a:lnTo>
                  <a:lnTo>
                    <a:pt x="5733431" y="695209"/>
                  </a:lnTo>
                  <a:lnTo>
                    <a:pt x="5697245" y="632713"/>
                  </a:lnTo>
                  <a:lnTo>
                    <a:pt x="5661206" y="573978"/>
                  </a:lnTo>
                  <a:lnTo>
                    <a:pt x="5625163" y="519035"/>
                  </a:lnTo>
                  <a:lnTo>
                    <a:pt x="5588918" y="467846"/>
                  </a:lnTo>
                  <a:lnTo>
                    <a:pt x="5567201" y="439192"/>
                  </a:lnTo>
                  <a:lnTo>
                    <a:pt x="5520349" y="382651"/>
                  </a:lnTo>
                  <a:lnTo>
                    <a:pt x="5471885" y="331847"/>
                  </a:lnTo>
                  <a:lnTo>
                    <a:pt x="5421038" y="286477"/>
                  </a:lnTo>
                  <a:lnTo>
                    <a:pt x="5366947" y="246038"/>
                  </a:lnTo>
                  <a:lnTo>
                    <a:pt x="5308736" y="209962"/>
                  </a:lnTo>
                  <a:lnTo>
                    <a:pt x="5245592" y="177706"/>
                  </a:lnTo>
                  <a:lnTo>
                    <a:pt x="5176860" y="148793"/>
                  </a:lnTo>
                  <a:lnTo>
                    <a:pt x="5102177" y="122842"/>
                  </a:lnTo>
                  <a:lnTo>
                    <a:pt x="5021638" y="99577"/>
                  </a:lnTo>
                  <a:lnTo>
                    <a:pt x="4936004" y="78830"/>
                  </a:lnTo>
                  <a:lnTo>
                    <a:pt x="4846895" y="60538"/>
                  </a:lnTo>
                  <a:lnTo>
                    <a:pt x="4756912" y="44714"/>
                  </a:lnTo>
                  <a:lnTo>
                    <a:pt x="4669588" y="31417"/>
                  </a:lnTo>
                  <a:lnTo>
                    <a:pt x="4589064" y="20693"/>
                  </a:lnTo>
                  <a:lnTo>
                    <a:pt x="4519465" y="12514"/>
                  </a:lnTo>
                  <a:lnTo>
                    <a:pt x="4464090" y="6729"/>
                  </a:lnTo>
                  <a:lnTo>
                    <a:pt x="4424621" y="3040"/>
                  </a:lnTo>
                  <a:lnTo>
                    <a:pt x="4400643" y="1026"/>
                  </a:lnTo>
                  <a:lnTo>
                    <a:pt x="4389571" y="1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22" y="659"/>
                  </a:lnTo>
                  <a:lnTo>
                    <a:pt x="3819918" y="2258"/>
                  </a:lnTo>
                  <a:lnTo>
                    <a:pt x="3785784" y="5399"/>
                  </a:lnTo>
                  <a:lnTo>
                    <a:pt x="3735676" y="10544"/>
                  </a:lnTo>
                  <a:lnTo>
                    <a:pt x="3670610" y="18042"/>
                  </a:lnTo>
                  <a:lnTo>
                    <a:pt x="3593410" y="28095"/>
                  </a:lnTo>
                  <a:lnTo>
                    <a:pt x="3508006" y="40769"/>
                  </a:lnTo>
                  <a:lnTo>
                    <a:pt x="3418599" y="56037"/>
                  </a:lnTo>
                  <a:lnTo>
                    <a:pt x="3328965" y="73835"/>
                  </a:lnTo>
                  <a:lnTo>
                    <a:pt x="3242028" y="94130"/>
                  </a:lnTo>
                  <a:lnTo>
                    <a:pt x="3159728" y="116954"/>
                  </a:lnTo>
                  <a:lnTo>
                    <a:pt x="3083094" y="142443"/>
                  </a:lnTo>
                  <a:lnTo>
                    <a:pt x="3012425" y="170838"/>
                  </a:lnTo>
                  <a:lnTo>
                    <a:pt x="2947495" y="202491"/>
                  </a:lnTo>
                  <a:lnTo>
                    <a:pt x="2887736" y="237856"/>
                  </a:lnTo>
                  <a:lnTo>
                    <a:pt x="2832380" y="277465"/>
                  </a:lnTo>
                  <a:lnTo>
                    <a:pt x="2780566" y="321894"/>
                  </a:lnTo>
                  <a:lnTo>
                    <a:pt x="2731423" y="371690"/>
                  </a:lnTo>
                  <a:lnTo>
                    <a:pt x="2684142" y="427256"/>
                  </a:lnTo>
                  <a:lnTo>
                    <a:pt x="2667772" y="448266"/>
                  </a:lnTo>
                  <a:lnTo>
                    <a:pt x="2631579" y="497870"/>
                  </a:lnTo>
                  <a:lnTo>
                    <a:pt x="2595727" y="551193"/>
                  </a:lnTo>
                  <a:lnTo>
                    <a:pt x="2559992" y="608310"/>
                  </a:lnTo>
                  <a:lnTo>
                    <a:pt x="2524198" y="669234"/>
                  </a:lnTo>
                  <a:lnTo>
                    <a:pt x="2488215" y="733903"/>
                  </a:lnTo>
                  <a:lnTo>
                    <a:pt x="2451954" y="802184"/>
                  </a:lnTo>
                  <a:lnTo>
                    <a:pt x="2415360" y="873859"/>
                  </a:lnTo>
                  <a:lnTo>
                    <a:pt x="2378414" y="948627"/>
                  </a:lnTo>
                  <a:lnTo>
                    <a:pt x="2341125" y="1026111"/>
                  </a:lnTo>
                  <a:lnTo>
                    <a:pt x="2303530" y="1105855"/>
                  </a:lnTo>
                  <a:lnTo>
                    <a:pt x="2265689" y="1187339"/>
                  </a:lnTo>
                  <a:lnTo>
                    <a:pt x="2227676" y="1269993"/>
                  </a:lnTo>
                  <a:lnTo>
                    <a:pt x="2189580" y="1353208"/>
                  </a:lnTo>
                  <a:lnTo>
                    <a:pt x="2151494" y="1436360"/>
                  </a:lnTo>
                  <a:lnTo>
                    <a:pt x="2113509" y="1518825"/>
                  </a:lnTo>
                  <a:lnTo>
                    <a:pt x="2075712" y="1600003"/>
                  </a:lnTo>
                  <a:lnTo>
                    <a:pt x="2038175" y="1679330"/>
                  </a:lnTo>
                  <a:lnTo>
                    <a:pt x="2000953" y="1756300"/>
                  </a:lnTo>
                  <a:lnTo>
                    <a:pt x="1964078" y="1830472"/>
                  </a:lnTo>
                  <a:lnTo>
                    <a:pt x="1927554" y="1901483"/>
                  </a:lnTo>
                  <a:lnTo>
                    <a:pt x="1891354" y="1969049"/>
                  </a:lnTo>
                  <a:lnTo>
                    <a:pt x="1855418" y="2032971"/>
                  </a:lnTo>
                  <a:lnTo>
                    <a:pt x="1819648" y="2093128"/>
                  </a:lnTo>
                  <a:lnTo>
                    <a:pt x="1783905" y="2149476"/>
                  </a:lnTo>
                  <a:lnTo>
                    <a:pt x="1748004" y="2202040"/>
                  </a:lnTo>
                  <a:lnTo>
                    <a:pt x="1719082" y="2241333"/>
                  </a:lnTo>
                  <a:lnTo>
                    <a:pt x="1672290" y="2298973"/>
                  </a:lnTo>
                  <a:lnTo>
                    <a:pt x="1623891" y="2350772"/>
                  </a:lnTo>
                  <a:lnTo>
                    <a:pt x="1573117" y="2397037"/>
                  </a:lnTo>
                  <a:lnTo>
                    <a:pt x="1519111" y="2438280"/>
                  </a:lnTo>
                  <a:lnTo>
                    <a:pt x="1461000" y="2475078"/>
                  </a:lnTo>
                  <a:lnTo>
                    <a:pt x="1397972" y="2507985"/>
                  </a:lnTo>
                  <a:lnTo>
                    <a:pt x="1329376" y="2537484"/>
                  </a:lnTo>
                  <a:lnTo>
                    <a:pt x="1254844" y="2563965"/>
                  </a:lnTo>
                  <a:lnTo>
                    <a:pt x="1174467" y="2587709"/>
                  </a:lnTo>
                  <a:lnTo>
                    <a:pt x="1088995" y="2608887"/>
                  </a:lnTo>
                  <a:lnTo>
                    <a:pt x="1000029" y="2627568"/>
                  </a:lnTo>
                  <a:lnTo>
                    <a:pt x="910149" y="2643735"/>
                  </a:lnTo>
                  <a:lnTo>
                    <a:pt x="822862" y="2657331"/>
                  </a:lnTo>
                  <a:lnTo>
                    <a:pt x="742287" y="2668308"/>
                  </a:lnTo>
                  <a:lnTo>
                    <a:pt x="672543" y="2676692"/>
                  </a:lnTo>
                  <a:lnTo>
                    <a:pt x="616937" y="2682634"/>
                  </a:lnTo>
                  <a:lnTo>
                    <a:pt x="577183" y="2686434"/>
                  </a:lnTo>
                  <a:lnTo>
                    <a:pt x="552913" y="2688520"/>
                  </a:lnTo>
                  <a:lnTo>
                    <a:pt x="541598" y="2689398"/>
                  </a:lnTo>
                  <a:lnTo>
                    <a:pt x="538736" y="2689599"/>
                  </a:lnTo>
                  <a:lnTo>
                    <a:pt x="0" y="268959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59" name="pl1059"/>
            <p:cNvSpPr/>
            <p:nvPr/>
          </p:nvSpPr>
          <p:spPr>
            <a:xfrm>
              <a:off x="546595" y="614343"/>
              <a:ext cx="8234974" cy="2689599"/>
            </a:xfrm>
            <a:custGeom>
              <a:avLst/>
              <a:pathLst>
                <a:path w="8234974" h="2689599">
                  <a:moveTo>
                    <a:pt x="0" y="2689599"/>
                  </a:moveTo>
                  <a:lnTo>
                    <a:pt x="538736" y="2689599"/>
                  </a:lnTo>
                  <a:lnTo>
                    <a:pt x="539916" y="2689518"/>
                  </a:lnTo>
                  <a:lnTo>
                    <a:pt x="547633" y="2688940"/>
                  </a:lnTo>
                  <a:lnTo>
                    <a:pt x="566937" y="2687341"/>
                  </a:lnTo>
                  <a:lnTo>
                    <a:pt x="601071" y="2684200"/>
                  </a:lnTo>
                  <a:lnTo>
                    <a:pt x="651179" y="2679055"/>
                  </a:lnTo>
                  <a:lnTo>
                    <a:pt x="716245" y="2671557"/>
                  </a:lnTo>
                  <a:lnTo>
                    <a:pt x="793444" y="2661504"/>
                  </a:lnTo>
                  <a:lnTo>
                    <a:pt x="878849" y="2648830"/>
                  </a:lnTo>
                  <a:lnTo>
                    <a:pt x="968256" y="2633562"/>
                  </a:lnTo>
                  <a:lnTo>
                    <a:pt x="1057890" y="2615764"/>
                  </a:lnTo>
                  <a:lnTo>
                    <a:pt x="1144826" y="2595469"/>
                  </a:lnTo>
                  <a:lnTo>
                    <a:pt x="1227126" y="2572644"/>
                  </a:lnTo>
                  <a:lnTo>
                    <a:pt x="1303761" y="2547156"/>
                  </a:lnTo>
                  <a:lnTo>
                    <a:pt x="1374429" y="2518761"/>
                  </a:lnTo>
                  <a:lnTo>
                    <a:pt x="1439359" y="2487107"/>
                  </a:lnTo>
                  <a:lnTo>
                    <a:pt x="1499118" y="2451743"/>
                  </a:lnTo>
                  <a:lnTo>
                    <a:pt x="1554475" y="2412134"/>
                  </a:lnTo>
                  <a:lnTo>
                    <a:pt x="1606289" y="2367705"/>
                  </a:lnTo>
                  <a:lnTo>
                    <a:pt x="1655432" y="2317909"/>
                  </a:lnTo>
                  <a:lnTo>
                    <a:pt x="1702713" y="2262343"/>
                  </a:lnTo>
                  <a:lnTo>
                    <a:pt x="1719082" y="2241333"/>
                  </a:lnTo>
                  <a:lnTo>
                    <a:pt x="1755276" y="2191729"/>
                  </a:lnTo>
                  <a:lnTo>
                    <a:pt x="1791128" y="2138406"/>
                  </a:lnTo>
                  <a:lnTo>
                    <a:pt x="1826863" y="2081288"/>
                  </a:lnTo>
                  <a:lnTo>
                    <a:pt x="1862657" y="2020365"/>
                  </a:lnTo>
                  <a:lnTo>
                    <a:pt x="1898639" y="1955695"/>
                  </a:lnTo>
                  <a:lnTo>
                    <a:pt x="1934901" y="1887415"/>
                  </a:lnTo>
                  <a:lnTo>
                    <a:pt x="1971495" y="1815740"/>
                  </a:lnTo>
                  <a:lnTo>
                    <a:pt x="2008441" y="1740971"/>
                  </a:lnTo>
                  <a:lnTo>
                    <a:pt x="2045730" y="1663488"/>
                  </a:lnTo>
                  <a:lnTo>
                    <a:pt x="2083324" y="1583744"/>
                  </a:lnTo>
                  <a:lnTo>
                    <a:pt x="2121166" y="1502260"/>
                  </a:lnTo>
                  <a:lnTo>
                    <a:pt x="2159178" y="1419606"/>
                  </a:lnTo>
                  <a:lnTo>
                    <a:pt x="2197274" y="1336391"/>
                  </a:lnTo>
                  <a:lnTo>
                    <a:pt x="2235361" y="1253239"/>
                  </a:lnTo>
                  <a:lnTo>
                    <a:pt x="2273346" y="1170774"/>
                  </a:lnTo>
                  <a:lnTo>
                    <a:pt x="2311143" y="1089596"/>
                  </a:lnTo>
                  <a:lnTo>
                    <a:pt x="2348680" y="1010269"/>
                  </a:lnTo>
                  <a:lnTo>
                    <a:pt x="2385902" y="933299"/>
                  </a:lnTo>
                  <a:lnTo>
                    <a:pt x="2422777" y="859127"/>
                  </a:lnTo>
                  <a:lnTo>
                    <a:pt x="2459301" y="788116"/>
                  </a:lnTo>
                  <a:lnTo>
                    <a:pt x="2495501" y="720550"/>
                  </a:lnTo>
                  <a:lnTo>
                    <a:pt x="2531436" y="656628"/>
                  </a:lnTo>
                  <a:lnTo>
                    <a:pt x="2567207" y="596471"/>
                  </a:lnTo>
                  <a:lnTo>
                    <a:pt x="2602950" y="540123"/>
                  </a:lnTo>
                  <a:lnTo>
                    <a:pt x="2638851" y="487559"/>
                  </a:lnTo>
                  <a:lnTo>
                    <a:pt x="2667772" y="448266"/>
                  </a:lnTo>
                  <a:lnTo>
                    <a:pt x="2714565" y="390626"/>
                  </a:lnTo>
                  <a:lnTo>
                    <a:pt x="2762964" y="338827"/>
                  </a:lnTo>
                  <a:lnTo>
                    <a:pt x="2813737" y="292562"/>
                  </a:lnTo>
                  <a:lnTo>
                    <a:pt x="2867744" y="251319"/>
                  </a:lnTo>
                  <a:lnTo>
                    <a:pt x="2925855" y="214521"/>
                  </a:lnTo>
                  <a:lnTo>
                    <a:pt x="2988882" y="181614"/>
                  </a:lnTo>
                  <a:lnTo>
                    <a:pt x="3057479" y="152115"/>
                  </a:lnTo>
                  <a:lnTo>
                    <a:pt x="3132011" y="125634"/>
                  </a:lnTo>
                  <a:lnTo>
                    <a:pt x="3212387" y="101890"/>
                  </a:lnTo>
                  <a:lnTo>
                    <a:pt x="3297859" y="80711"/>
                  </a:lnTo>
                  <a:lnTo>
                    <a:pt x="3386825" y="62031"/>
                  </a:lnTo>
                  <a:lnTo>
                    <a:pt x="3476705" y="45864"/>
                  </a:lnTo>
                  <a:lnTo>
                    <a:pt x="3563992" y="32268"/>
                  </a:lnTo>
                  <a:lnTo>
                    <a:pt x="3644567" y="21291"/>
                  </a:lnTo>
                  <a:lnTo>
                    <a:pt x="3714311" y="12907"/>
                  </a:lnTo>
                  <a:lnTo>
                    <a:pt x="3769918" y="6965"/>
                  </a:lnTo>
                  <a:lnTo>
                    <a:pt x="3809672" y="3165"/>
                  </a:lnTo>
                  <a:lnTo>
                    <a:pt x="3833942" y="1079"/>
                  </a:lnTo>
                  <a:lnTo>
                    <a:pt x="3845257" y="201"/>
                  </a:lnTo>
                  <a:lnTo>
                    <a:pt x="3848065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0" y="79"/>
                  </a:lnTo>
                  <a:lnTo>
                    <a:pt x="4395784" y="648"/>
                  </a:lnTo>
                  <a:lnTo>
                    <a:pt x="4415156" y="2221"/>
                  </a:lnTo>
                  <a:lnTo>
                    <a:pt x="4449404" y="5310"/>
                  </a:lnTo>
                  <a:lnTo>
                    <a:pt x="4499665" y="10369"/>
                  </a:lnTo>
                  <a:lnTo>
                    <a:pt x="4564909" y="17742"/>
                  </a:lnTo>
                  <a:lnTo>
                    <a:pt x="4642291" y="27625"/>
                  </a:lnTo>
                  <a:lnTo>
                    <a:pt x="4727861" y="40083"/>
                  </a:lnTo>
                  <a:lnTo>
                    <a:pt x="4817402" y="55087"/>
                  </a:lnTo>
                  <a:lnTo>
                    <a:pt x="4907132" y="72577"/>
                  </a:lnTo>
                  <a:lnTo>
                    <a:pt x="4994127" y="92518"/>
                  </a:lnTo>
                  <a:lnTo>
                    <a:pt x="5076454" y="114947"/>
                  </a:lnTo>
                  <a:lnTo>
                    <a:pt x="5153092" y="139994"/>
                  </a:lnTo>
                  <a:lnTo>
                    <a:pt x="5223749" y="167901"/>
                  </a:lnTo>
                  <a:lnTo>
                    <a:pt x="5288660" y="199015"/>
                  </a:lnTo>
                  <a:lnTo>
                    <a:pt x="5348400" y="233785"/>
                  </a:lnTo>
                  <a:lnTo>
                    <a:pt x="5403744" y="272734"/>
                  </a:lnTo>
                  <a:lnTo>
                    <a:pt x="5455555" y="316430"/>
                  </a:lnTo>
                  <a:lnTo>
                    <a:pt x="5504708" y="365409"/>
                  </a:lnTo>
                  <a:lnTo>
                    <a:pt x="5552012" y="420061"/>
                  </a:lnTo>
                  <a:lnTo>
                    <a:pt x="5567201" y="439192"/>
                  </a:lnTo>
                  <a:lnTo>
                    <a:pt x="5603682" y="488194"/>
                  </a:lnTo>
                  <a:lnTo>
                    <a:pt x="5639818" y="540900"/>
                  </a:lnTo>
                  <a:lnTo>
                    <a:pt x="5675838" y="597383"/>
                  </a:lnTo>
                  <a:lnTo>
                    <a:pt x="5711921" y="657654"/>
                  </a:lnTo>
                  <a:lnTo>
                    <a:pt x="5748200" y="721651"/>
                  </a:lnTo>
                  <a:lnTo>
                    <a:pt x="5784765" y="789236"/>
                  </a:lnTo>
                  <a:lnTo>
                    <a:pt x="5821669" y="860187"/>
                  </a:lnTo>
                  <a:lnTo>
                    <a:pt x="5858932" y="934199"/>
                  </a:lnTo>
                  <a:lnTo>
                    <a:pt x="5896541" y="1010886"/>
                  </a:lnTo>
                  <a:lnTo>
                    <a:pt x="5934456" y="1089788"/>
                  </a:lnTo>
                  <a:lnTo>
                    <a:pt x="5972618" y="1170379"/>
                  </a:lnTo>
                  <a:lnTo>
                    <a:pt x="6010945" y="1252082"/>
                  </a:lnTo>
                  <a:lnTo>
                    <a:pt x="6049349" y="1334285"/>
                  </a:lnTo>
                  <a:lnTo>
                    <a:pt x="6087733" y="1416360"/>
                  </a:lnTo>
                  <a:lnTo>
                    <a:pt x="6126003" y="1497683"/>
                  </a:lnTo>
                  <a:lnTo>
                    <a:pt x="6164073" y="1577655"/>
                  </a:lnTo>
                  <a:lnTo>
                    <a:pt x="6201871" y="1655718"/>
                  </a:lnTo>
                  <a:lnTo>
                    <a:pt x="6239342" y="1731370"/>
                  </a:lnTo>
                  <a:lnTo>
                    <a:pt x="6276459" y="1804180"/>
                  </a:lnTo>
                  <a:lnTo>
                    <a:pt x="6313221" y="1873795"/>
                  </a:lnTo>
                  <a:lnTo>
                    <a:pt x="6349661" y="1939944"/>
                  </a:lnTo>
                  <a:lnTo>
                    <a:pt x="6385847" y="2002440"/>
                  </a:lnTo>
                  <a:lnTo>
                    <a:pt x="6421887" y="2061176"/>
                  </a:lnTo>
                  <a:lnTo>
                    <a:pt x="6457930" y="2116119"/>
                  </a:lnTo>
                  <a:lnTo>
                    <a:pt x="6494175" y="2167307"/>
                  </a:lnTo>
                  <a:lnTo>
                    <a:pt x="6515891" y="2195962"/>
                  </a:lnTo>
                  <a:lnTo>
                    <a:pt x="6562744" y="2252503"/>
                  </a:lnTo>
                  <a:lnTo>
                    <a:pt x="6611208" y="2303307"/>
                  </a:lnTo>
                  <a:lnTo>
                    <a:pt x="6662055" y="2348676"/>
                  </a:lnTo>
                  <a:lnTo>
                    <a:pt x="6716146" y="2389115"/>
                  </a:lnTo>
                  <a:lnTo>
                    <a:pt x="6774357" y="2425191"/>
                  </a:lnTo>
                  <a:lnTo>
                    <a:pt x="6837501" y="2457448"/>
                  </a:lnTo>
                  <a:lnTo>
                    <a:pt x="6906232" y="2486360"/>
                  </a:lnTo>
                  <a:lnTo>
                    <a:pt x="6980916" y="2512311"/>
                  </a:lnTo>
                  <a:lnTo>
                    <a:pt x="7061454" y="2535577"/>
                  </a:lnTo>
                  <a:lnTo>
                    <a:pt x="7147088" y="2556323"/>
                  </a:lnTo>
                  <a:lnTo>
                    <a:pt x="7236197" y="2574616"/>
                  </a:lnTo>
                  <a:lnTo>
                    <a:pt x="7326180" y="2590440"/>
                  </a:lnTo>
                  <a:lnTo>
                    <a:pt x="7413504" y="2603737"/>
                  </a:lnTo>
                  <a:lnTo>
                    <a:pt x="7494029" y="2614461"/>
                  </a:lnTo>
                  <a:lnTo>
                    <a:pt x="7563627" y="2622640"/>
                  </a:lnTo>
                  <a:lnTo>
                    <a:pt x="7619003" y="2628425"/>
                  </a:lnTo>
                  <a:lnTo>
                    <a:pt x="7658471" y="2632113"/>
                  </a:lnTo>
                  <a:lnTo>
                    <a:pt x="7682449" y="2634127"/>
                  </a:lnTo>
                  <a:lnTo>
                    <a:pt x="7693522" y="2634967"/>
                  </a:lnTo>
                  <a:lnTo>
                    <a:pt x="7696194" y="2635151"/>
                  </a:lnTo>
                  <a:lnTo>
                    <a:pt x="7696237" y="2635154"/>
                  </a:lnTo>
                  <a:lnTo>
                    <a:pt x="8234974" y="26351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0" name="pl1060"/>
            <p:cNvSpPr/>
            <p:nvPr/>
          </p:nvSpPr>
          <p:spPr>
            <a:xfrm>
              <a:off x="546595" y="608899"/>
              <a:ext cx="8234974" cy="2689599"/>
            </a:xfrm>
            <a:custGeom>
              <a:avLst/>
              <a:pathLst>
                <a:path w="8234974" h="2689599">
                  <a:moveTo>
                    <a:pt x="8234974" y="2635154"/>
                  </a:moveTo>
                  <a:lnTo>
                    <a:pt x="7696237" y="2635154"/>
                  </a:lnTo>
                  <a:lnTo>
                    <a:pt x="7695053" y="2635074"/>
                  </a:lnTo>
                  <a:lnTo>
                    <a:pt x="7687308" y="2634506"/>
                  </a:lnTo>
                  <a:lnTo>
                    <a:pt x="7667936" y="2632933"/>
                  </a:lnTo>
                  <a:lnTo>
                    <a:pt x="7633689" y="2629844"/>
                  </a:lnTo>
                  <a:lnTo>
                    <a:pt x="7583427" y="2624784"/>
                  </a:lnTo>
                  <a:lnTo>
                    <a:pt x="7518183" y="2617412"/>
                  </a:lnTo>
                  <a:lnTo>
                    <a:pt x="7440802" y="2607529"/>
                  </a:lnTo>
                  <a:lnTo>
                    <a:pt x="7355232" y="2595071"/>
                  </a:lnTo>
                  <a:lnTo>
                    <a:pt x="7265691" y="2580066"/>
                  </a:lnTo>
                  <a:lnTo>
                    <a:pt x="7175960" y="2562576"/>
                  </a:lnTo>
                  <a:lnTo>
                    <a:pt x="7088965" y="2542635"/>
                  </a:lnTo>
                  <a:lnTo>
                    <a:pt x="7006638" y="2520207"/>
                  </a:lnTo>
                  <a:lnTo>
                    <a:pt x="6930001" y="2495160"/>
                  </a:lnTo>
                  <a:lnTo>
                    <a:pt x="6859344" y="2467253"/>
                  </a:lnTo>
                  <a:lnTo>
                    <a:pt x="6794433" y="2436138"/>
                  </a:lnTo>
                  <a:lnTo>
                    <a:pt x="6734692" y="2401369"/>
                  </a:lnTo>
                  <a:lnTo>
                    <a:pt x="6679349" y="2362419"/>
                  </a:lnTo>
                  <a:lnTo>
                    <a:pt x="6627537" y="2318724"/>
                  </a:lnTo>
                  <a:lnTo>
                    <a:pt x="6578385" y="2269744"/>
                  </a:lnTo>
                  <a:lnTo>
                    <a:pt x="6531081" y="2215092"/>
                  </a:lnTo>
                  <a:lnTo>
                    <a:pt x="6515891" y="2195962"/>
                  </a:lnTo>
                  <a:lnTo>
                    <a:pt x="6479411" y="2146959"/>
                  </a:lnTo>
                  <a:lnTo>
                    <a:pt x="6443275" y="2094254"/>
                  </a:lnTo>
                  <a:lnTo>
                    <a:pt x="6407254" y="2037771"/>
                  </a:lnTo>
                  <a:lnTo>
                    <a:pt x="6371171" y="1977500"/>
                  </a:lnTo>
                  <a:lnTo>
                    <a:pt x="6334892" y="1913502"/>
                  </a:lnTo>
                  <a:lnTo>
                    <a:pt x="6298328" y="1845917"/>
                  </a:lnTo>
                  <a:lnTo>
                    <a:pt x="6261423" y="1774967"/>
                  </a:lnTo>
                  <a:lnTo>
                    <a:pt x="6224161" y="1700955"/>
                  </a:lnTo>
                  <a:lnTo>
                    <a:pt x="6186552" y="1624268"/>
                  </a:lnTo>
                  <a:lnTo>
                    <a:pt x="6148636" y="1545365"/>
                  </a:lnTo>
                  <a:lnTo>
                    <a:pt x="6110475" y="1464774"/>
                  </a:lnTo>
                  <a:lnTo>
                    <a:pt x="6072147" y="1383071"/>
                  </a:lnTo>
                  <a:lnTo>
                    <a:pt x="6033744" y="1300869"/>
                  </a:lnTo>
                  <a:lnTo>
                    <a:pt x="5995360" y="1218794"/>
                  </a:lnTo>
                  <a:lnTo>
                    <a:pt x="5957089" y="1137470"/>
                  </a:lnTo>
                  <a:lnTo>
                    <a:pt x="5919019" y="1057498"/>
                  </a:lnTo>
                  <a:lnTo>
                    <a:pt x="5881222" y="979436"/>
                  </a:lnTo>
                  <a:lnTo>
                    <a:pt x="5843750" y="903784"/>
                  </a:lnTo>
                  <a:lnTo>
                    <a:pt x="5806633" y="830974"/>
                  </a:lnTo>
                  <a:lnTo>
                    <a:pt x="5769871" y="761358"/>
                  </a:lnTo>
                  <a:lnTo>
                    <a:pt x="5733431" y="695209"/>
                  </a:lnTo>
                  <a:lnTo>
                    <a:pt x="5697245" y="632713"/>
                  </a:lnTo>
                  <a:lnTo>
                    <a:pt x="5661206" y="573978"/>
                  </a:lnTo>
                  <a:lnTo>
                    <a:pt x="5625163" y="519035"/>
                  </a:lnTo>
                  <a:lnTo>
                    <a:pt x="5588918" y="467846"/>
                  </a:lnTo>
                  <a:lnTo>
                    <a:pt x="5567201" y="439192"/>
                  </a:lnTo>
                  <a:lnTo>
                    <a:pt x="5520349" y="382651"/>
                  </a:lnTo>
                  <a:lnTo>
                    <a:pt x="5471885" y="331847"/>
                  </a:lnTo>
                  <a:lnTo>
                    <a:pt x="5421038" y="286477"/>
                  </a:lnTo>
                  <a:lnTo>
                    <a:pt x="5366947" y="246038"/>
                  </a:lnTo>
                  <a:lnTo>
                    <a:pt x="5308736" y="209962"/>
                  </a:lnTo>
                  <a:lnTo>
                    <a:pt x="5245592" y="177706"/>
                  </a:lnTo>
                  <a:lnTo>
                    <a:pt x="5176860" y="148793"/>
                  </a:lnTo>
                  <a:lnTo>
                    <a:pt x="5102177" y="122842"/>
                  </a:lnTo>
                  <a:lnTo>
                    <a:pt x="5021638" y="99577"/>
                  </a:lnTo>
                  <a:lnTo>
                    <a:pt x="4936004" y="78830"/>
                  </a:lnTo>
                  <a:lnTo>
                    <a:pt x="4846895" y="60538"/>
                  </a:lnTo>
                  <a:lnTo>
                    <a:pt x="4756912" y="44714"/>
                  </a:lnTo>
                  <a:lnTo>
                    <a:pt x="4669588" y="31417"/>
                  </a:lnTo>
                  <a:lnTo>
                    <a:pt x="4589064" y="20693"/>
                  </a:lnTo>
                  <a:lnTo>
                    <a:pt x="4519465" y="12514"/>
                  </a:lnTo>
                  <a:lnTo>
                    <a:pt x="4464090" y="6729"/>
                  </a:lnTo>
                  <a:lnTo>
                    <a:pt x="4424621" y="3040"/>
                  </a:lnTo>
                  <a:lnTo>
                    <a:pt x="4400643" y="1026"/>
                  </a:lnTo>
                  <a:lnTo>
                    <a:pt x="4389571" y="187"/>
                  </a:lnTo>
                  <a:lnTo>
                    <a:pt x="4386898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22" y="659"/>
                  </a:lnTo>
                  <a:lnTo>
                    <a:pt x="3819918" y="2258"/>
                  </a:lnTo>
                  <a:lnTo>
                    <a:pt x="3785784" y="5399"/>
                  </a:lnTo>
                  <a:lnTo>
                    <a:pt x="3735676" y="10544"/>
                  </a:lnTo>
                  <a:lnTo>
                    <a:pt x="3670610" y="18042"/>
                  </a:lnTo>
                  <a:lnTo>
                    <a:pt x="3593410" y="28095"/>
                  </a:lnTo>
                  <a:lnTo>
                    <a:pt x="3508006" y="40769"/>
                  </a:lnTo>
                  <a:lnTo>
                    <a:pt x="3418599" y="56037"/>
                  </a:lnTo>
                  <a:lnTo>
                    <a:pt x="3328965" y="73835"/>
                  </a:lnTo>
                  <a:lnTo>
                    <a:pt x="3242028" y="94130"/>
                  </a:lnTo>
                  <a:lnTo>
                    <a:pt x="3159728" y="116954"/>
                  </a:lnTo>
                  <a:lnTo>
                    <a:pt x="3083094" y="142443"/>
                  </a:lnTo>
                  <a:lnTo>
                    <a:pt x="3012425" y="170838"/>
                  </a:lnTo>
                  <a:lnTo>
                    <a:pt x="2947495" y="202491"/>
                  </a:lnTo>
                  <a:lnTo>
                    <a:pt x="2887736" y="237856"/>
                  </a:lnTo>
                  <a:lnTo>
                    <a:pt x="2832380" y="277465"/>
                  </a:lnTo>
                  <a:lnTo>
                    <a:pt x="2780566" y="321894"/>
                  </a:lnTo>
                  <a:lnTo>
                    <a:pt x="2731423" y="371690"/>
                  </a:lnTo>
                  <a:lnTo>
                    <a:pt x="2684142" y="427256"/>
                  </a:lnTo>
                  <a:lnTo>
                    <a:pt x="2667772" y="448266"/>
                  </a:lnTo>
                  <a:lnTo>
                    <a:pt x="2631579" y="497870"/>
                  </a:lnTo>
                  <a:lnTo>
                    <a:pt x="2595727" y="551193"/>
                  </a:lnTo>
                  <a:lnTo>
                    <a:pt x="2559992" y="608310"/>
                  </a:lnTo>
                  <a:lnTo>
                    <a:pt x="2524198" y="669234"/>
                  </a:lnTo>
                  <a:lnTo>
                    <a:pt x="2488215" y="733903"/>
                  </a:lnTo>
                  <a:lnTo>
                    <a:pt x="2451954" y="802184"/>
                  </a:lnTo>
                  <a:lnTo>
                    <a:pt x="2415360" y="873859"/>
                  </a:lnTo>
                  <a:lnTo>
                    <a:pt x="2378414" y="948627"/>
                  </a:lnTo>
                  <a:lnTo>
                    <a:pt x="2341125" y="1026111"/>
                  </a:lnTo>
                  <a:lnTo>
                    <a:pt x="2303530" y="1105855"/>
                  </a:lnTo>
                  <a:lnTo>
                    <a:pt x="2265689" y="1187339"/>
                  </a:lnTo>
                  <a:lnTo>
                    <a:pt x="2227676" y="1269993"/>
                  </a:lnTo>
                  <a:lnTo>
                    <a:pt x="2189580" y="1353208"/>
                  </a:lnTo>
                  <a:lnTo>
                    <a:pt x="2151494" y="1436360"/>
                  </a:lnTo>
                  <a:lnTo>
                    <a:pt x="2113509" y="1518825"/>
                  </a:lnTo>
                  <a:lnTo>
                    <a:pt x="2075712" y="1600003"/>
                  </a:lnTo>
                  <a:lnTo>
                    <a:pt x="2038175" y="1679330"/>
                  </a:lnTo>
                  <a:lnTo>
                    <a:pt x="2000953" y="1756300"/>
                  </a:lnTo>
                  <a:lnTo>
                    <a:pt x="1964078" y="1830472"/>
                  </a:lnTo>
                  <a:lnTo>
                    <a:pt x="1927554" y="1901483"/>
                  </a:lnTo>
                  <a:lnTo>
                    <a:pt x="1891354" y="1969049"/>
                  </a:lnTo>
                  <a:lnTo>
                    <a:pt x="1855418" y="2032971"/>
                  </a:lnTo>
                  <a:lnTo>
                    <a:pt x="1819648" y="2093128"/>
                  </a:lnTo>
                  <a:lnTo>
                    <a:pt x="1783905" y="2149476"/>
                  </a:lnTo>
                  <a:lnTo>
                    <a:pt x="1748004" y="2202040"/>
                  </a:lnTo>
                  <a:lnTo>
                    <a:pt x="1719082" y="2241333"/>
                  </a:lnTo>
                  <a:lnTo>
                    <a:pt x="1672290" y="2298973"/>
                  </a:lnTo>
                  <a:lnTo>
                    <a:pt x="1623891" y="2350772"/>
                  </a:lnTo>
                  <a:lnTo>
                    <a:pt x="1573117" y="2397037"/>
                  </a:lnTo>
                  <a:lnTo>
                    <a:pt x="1519111" y="2438280"/>
                  </a:lnTo>
                  <a:lnTo>
                    <a:pt x="1461000" y="2475078"/>
                  </a:lnTo>
                  <a:lnTo>
                    <a:pt x="1397972" y="2507985"/>
                  </a:lnTo>
                  <a:lnTo>
                    <a:pt x="1329376" y="2537484"/>
                  </a:lnTo>
                  <a:lnTo>
                    <a:pt x="1254844" y="2563965"/>
                  </a:lnTo>
                  <a:lnTo>
                    <a:pt x="1174467" y="2587709"/>
                  </a:lnTo>
                  <a:lnTo>
                    <a:pt x="1088995" y="2608887"/>
                  </a:lnTo>
                  <a:lnTo>
                    <a:pt x="1000029" y="2627568"/>
                  </a:lnTo>
                  <a:lnTo>
                    <a:pt x="910149" y="2643735"/>
                  </a:lnTo>
                  <a:lnTo>
                    <a:pt x="822862" y="2657331"/>
                  </a:lnTo>
                  <a:lnTo>
                    <a:pt x="742287" y="2668308"/>
                  </a:lnTo>
                  <a:lnTo>
                    <a:pt x="672543" y="2676692"/>
                  </a:lnTo>
                  <a:lnTo>
                    <a:pt x="616937" y="2682634"/>
                  </a:lnTo>
                  <a:lnTo>
                    <a:pt x="577183" y="2686434"/>
                  </a:lnTo>
                  <a:lnTo>
                    <a:pt x="552913" y="2688520"/>
                  </a:lnTo>
                  <a:lnTo>
                    <a:pt x="541598" y="2689398"/>
                  </a:lnTo>
                  <a:lnTo>
                    <a:pt x="538790" y="2689596"/>
                  </a:lnTo>
                  <a:lnTo>
                    <a:pt x="538736" y="2689599"/>
                  </a:lnTo>
                  <a:lnTo>
                    <a:pt x="0" y="2689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1" name="pg1061"/>
            <p:cNvSpPr/>
            <p:nvPr/>
          </p:nvSpPr>
          <p:spPr>
            <a:xfrm>
              <a:off x="546595" y="652455"/>
              <a:ext cx="8234974" cy="2940048"/>
            </a:xfrm>
            <a:custGeom>
              <a:avLst/>
              <a:pathLst>
                <a:path w="8234974" h="2940048">
                  <a:moveTo>
                    <a:pt x="0" y="2656932"/>
                  </a:moveTo>
                  <a:lnTo>
                    <a:pt x="538736" y="2656932"/>
                  </a:lnTo>
                  <a:lnTo>
                    <a:pt x="539919" y="2656852"/>
                  </a:lnTo>
                  <a:lnTo>
                    <a:pt x="547656" y="2656280"/>
                  </a:lnTo>
                  <a:lnTo>
                    <a:pt x="567007" y="2654700"/>
                  </a:lnTo>
                  <a:lnTo>
                    <a:pt x="601221" y="2651595"/>
                  </a:lnTo>
                  <a:lnTo>
                    <a:pt x="651436" y="2646510"/>
                  </a:lnTo>
                  <a:lnTo>
                    <a:pt x="716627" y="2639100"/>
                  </a:lnTo>
                  <a:lnTo>
                    <a:pt x="793955" y="2629165"/>
                  </a:lnTo>
                  <a:lnTo>
                    <a:pt x="879475" y="2616642"/>
                  </a:lnTo>
                  <a:lnTo>
                    <a:pt x="968976" y="2601559"/>
                  </a:lnTo>
                  <a:lnTo>
                    <a:pt x="1058678" y="2583976"/>
                  </a:lnTo>
                  <a:lnTo>
                    <a:pt x="1145656" y="2563928"/>
                  </a:lnTo>
                  <a:lnTo>
                    <a:pt x="1227975" y="2541381"/>
                  </a:lnTo>
                  <a:lnTo>
                    <a:pt x="1304611" y="2516200"/>
                  </a:lnTo>
                  <a:lnTo>
                    <a:pt x="1375272" y="2488147"/>
                  </a:lnTo>
                  <a:lnTo>
                    <a:pt x="1440188" y="2456870"/>
                  </a:lnTo>
                  <a:lnTo>
                    <a:pt x="1499934" y="2421921"/>
                  </a:lnTo>
                  <a:lnTo>
                    <a:pt x="1555282" y="2382773"/>
                  </a:lnTo>
                  <a:lnTo>
                    <a:pt x="1607094" y="2338857"/>
                  </a:lnTo>
                  <a:lnTo>
                    <a:pt x="1656244" y="2289631"/>
                  </a:lnTo>
                  <a:lnTo>
                    <a:pt x="1703541" y="2234704"/>
                  </a:lnTo>
                  <a:lnTo>
                    <a:pt x="1719082" y="2215017"/>
                  </a:lnTo>
                  <a:lnTo>
                    <a:pt x="1755476" y="2165834"/>
                  </a:lnTo>
                  <a:lnTo>
                    <a:pt x="1791526" y="2112942"/>
                  </a:lnTo>
                  <a:lnTo>
                    <a:pt x="1827461" y="2056268"/>
                  </a:lnTo>
                  <a:lnTo>
                    <a:pt x="1863456" y="1995800"/>
                  </a:lnTo>
                  <a:lnTo>
                    <a:pt x="1899646" y="1931599"/>
                  </a:lnTo>
                  <a:lnTo>
                    <a:pt x="1936119" y="1863804"/>
                  </a:lnTo>
                  <a:lnTo>
                    <a:pt x="1972929" y="1792635"/>
                  </a:lnTo>
                  <a:lnTo>
                    <a:pt x="2010096" y="1718395"/>
                  </a:lnTo>
                  <a:lnTo>
                    <a:pt x="2047608" y="1641467"/>
                  </a:lnTo>
                  <a:lnTo>
                    <a:pt x="2085427" y="1562310"/>
                  </a:lnTo>
                  <a:lnTo>
                    <a:pt x="2123492" y="1481449"/>
                  </a:lnTo>
                  <a:lnTo>
                    <a:pt x="2161724" y="1399459"/>
                  </a:lnTo>
                  <a:lnTo>
                    <a:pt x="2200035" y="1316950"/>
                  </a:lnTo>
                  <a:lnTo>
                    <a:pt x="2238330" y="1234550"/>
                  </a:lnTo>
                  <a:lnTo>
                    <a:pt x="2276514" y="1152882"/>
                  </a:lnTo>
                  <a:lnTo>
                    <a:pt x="2314502" y="1072546"/>
                  </a:lnTo>
                  <a:lnTo>
                    <a:pt x="2352221" y="994102"/>
                  </a:lnTo>
                  <a:lnTo>
                    <a:pt x="2389617" y="918053"/>
                  </a:lnTo>
                  <a:lnTo>
                    <a:pt x="2426661" y="844832"/>
                  </a:lnTo>
                  <a:lnTo>
                    <a:pt x="2463351" y="774796"/>
                  </a:lnTo>
                  <a:lnTo>
                    <a:pt x="2499718" y="708220"/>
                  </a:lnTo>
                  <a:lnTo>
                    <a:pt x="2535829" y="645296"/>
                  </a:lnTo>
                  <a:lnTo>
                    <a:pt x="2571786" y="586133"/>
                  </a:lnTo>
                  <a:lnTo>
                    <a:pt x="2607738" y="530768"/>
                  </a:lnTo>
                  <a:lnTo>
                    <a:pt x="2643878" y="479167"/>
                  </a:lnTo>
                  <a:lnTo>
                    <a:pt x="2667772" y="447359"/>
                  </a:lnTo>
                  <a:lnTo>
                    <a:pt x="2714607" y="390487"/>
                  </a:lnTo>
                  <a:lnTo>
                    <a:pt x="2763051" y="339384"/>
                  </a:lnTo>
                  <a:lnTo>
                    <a:pt x="2813877" y="293747"/>
                  </a:lnTo>
                  <a:lnTo>
                    <a:pt x="2867942" y="253066"/>
                  </a:lnTo>
                  <a:lnTo>
                    <a:pt x="2926123" y="216773"/>
                  </a:lnTo>
                  <a:lnTo>
                    <a:pt x="2989233" y="184321"/>
                  </a:lnTo>
                  <a:lnTo>
                    <a:pt x="3057924" y="155233"/>
                  </a:lnTo>
                  <a:lnTo>
                    <a:pt x="3132562" y="129123"/>
                  </a:lnTo>
                  <a:lnTo>
                    <a:pt x="3213052" y="105714"/>
                  </a:lnTo>
                  <a:lnTo>
                    <a:pt x="3298638" y="84838"/>
                  </a:lnTo>
                  <a:lnTo>
                    <a:pt x="3387704" y="66429"/>
                  </a:lnTo>
                  <a:lnTo>
                    <a:pt x="3477657" y="50502"/>
                  </a:lnTo>
                  <a:lnTo>
                    <a:pt x="3564970" y="37115"/>
                  </a:lnTo>
                  <a:lnTo>
                    <a:pt x="3645509" y="26316"/>
                  </a:lnTo>
                  <a:lnTo>
                    <a:pt x="3715151" y="18076"/>
                  </a:lnTo>
                  <a:lnTo>
                    <a:pt x="3770596" y="12243"/>
                  </a:lnTo>
                  <a:lnTo>
                    <a:pt x="3810150" y="8522"/>
                  </a:lnTo>
                  <a:lnTo>
                    <a:pt x="3834215" y="6487"/>
                  </a:lnTo>
                  <a:lnTo>
                    <a:pt x="3845360" y="563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5" y="5531"/>
                  </a:lnTo>
                  <a:lnTo>
                    <a:pt x="4395601" y="6151"/>
                  </a:lnTo>
                  <a:lnTo>
                    <a:pt x="4414591" y="7864"/>
                  </a:lnTo>
                  <a:lnTo>
                    <a:pt x="4448198" y="11231"/>
                  </a:lnTo>
                  <a:lnTo>
                    <a:pt x="4497591" y="16748"/>
                  </a:lnTo>
                  <a:lnTo>
                    <a:pt x="4561826" y="24792"/>
                  </a:lnTo>
                  <a:lnTo>
                    <a:pt x="4638175" y="35588"/>
                  </a:lnTo>
                  <a:lnTo>
                    <a:pt x="4722805" y="49209"/>
                  </a:lnTo>
                  <a:lnTo>
                    <a:pt x="4811580" y="65629"/>
                  </a:lnTo>
                  <a:lnTo>
                    <a:pt x="4900759" y="84781"/>
                  </a:lnTo>
                  <a:lnTo>
                    <a:pt x="4987415" y="106625"/>
                  </a:lnTo>
                  <a:lnTo>
                    <a:pt x="5069584" y="131192"/>
                  </a:lnTo>
                  <a:lnTo>
                    <a:pt x="5146199" y="158617"/>
                  </a:lnTo>
                  <a:lnTo>
                    <a:pt x="5216921" y="189151"/>
                  </a:lnTo>
                  <a:lnTo>
                    <a:pt x="5281937" y="223162"/>
                  </a:lnTo>
                  <a:lnTo>
                    <a:pt x="5341784" y="261128"/>
                  </a:lnTo>
                  <a:lnTo>
                    <a:pt x="5397203" y="303613"/>
                  </a:lnTo>
                  <a:lnTo>
                    <a:pt x="5449034" y="351231"/>
                  </a:lnTo>
                  <a:lnTo>
                    <a:pt x="5498136" y="404580"/>
                  </a:lnTo>
                  <a:lnTo>
                    <a:pt x="5545313" y="464114"/>
                  </a:lnTo>
                  <a:lnTo>
                    <a:pt x="5567201" y="494545"/>
                  </a:lnTo>
                  <a:lnTo>
                    <a:pt x="5602168" y="546756"/>
                  </a:lnTo>
                  <a:lnTo>
                    <a:pt x="5636808" y="602750"/>
                  </a:lnTo>
                  <a:lnTo>
                    <a:pt x="5671327" y="662603"/>
                  </a:lnTo>
                  <a:lnTo>
                    <a:pt x="5705886" y="726333"/>
                  </a:lnTo>
                  <a:lnTo>
                    <a:pt x="5740607" y="793891"/>
                  </a:lnTo>
                  <a:lnTo>
                    <a:pt x="5775577" y="865154"/>
                  </a:lnTo>
                  <a:lnTo>
                    <a:pt x="5810849" y="939924"/>
                  </a:lnTo>
                  <a:lnTo>
                    <a:pt x="5846449" y="1017924"/>
                  </a:lnTo>
                  <a:lnTo>
                    <a:pt x="5882373" y="1098802"/>
                  </a:lnTo>
                  <a:lnTo>
                    <a:pt x="5918596" y="1182131"/>
                  </a:lnTo>
                  <a:lnTo>
                    <a:pt x="5955070" y="1267419"/>
                  </a:lnTo>
                  <a:lnTo>
                    <a:pt x="5991732" y="1354121"/>
                  </a:lnTo>
                  <a:lnTo>
                    <a:pt x="6028506" y="1441650"/>
                  </a:lnTo>
                  <a:lnTo>
                    <a:pt x="6065310" y="1529399"/>
                  </a:lnTo>
                  <a:lnTo>
                    <a:pt x="6102060" y="1616749"/>
                  </a:lnTo>
                  <a:lnTo>
                    <a:pt x="6138674" y="1703098"/>
                  </a:lnTo>
                  <a:lnTo>
                    <a:pt x="6175080" y="1787869"/>
                  </a:lnTo>
                  <a:lnTo>
                    <a:pt x="6211220" y="1870532"/>
                  </a:lnTo>
                  <a:lnTo>
                    <a:pt x="6247052" y="1950612"/>
                  </a:lnTo>
                  <a:lnTo>
                    <a:pt x="6282555" y="2027705"/>
                  </a:lnTo>
                  <a:lnTo>
                    <a:pt x="6317736" y="2101478"/>
                  </a:lnTo>
                  <a:lnTo>
                    <a:pt x="6352626" y="2171678"/>
                  </a:lnTo>
                  <a:lnTo>
                    <a:pt x="6387289" y="2238129"/>
                  </a:lnTo>
                  <a:lnTo>
                    <a:pt x="6421822" y="2300731"/>
                  </a:lnTo>
                  <a:lnTo>
                    <a:pt x="6456358" y="2359455"/>
                  </a:lnTo>
                  <a:lnTo>
                    <a:pt x="6491070" y="2414337"/>
                  </a:lnTo>
                  <a:lnTo>
                    <a:pt x="6515891" y="2450947"/>
                  </a:lnTo>
                  <a:lnTo>
                    <a:pt x="6562403" y="2513485"/>
                  </a:lnTo>
                  <a:lnTo>
                    <a:pt x="6610498" y="2569723"/>
                  </a:lnTo>
                  <a:lnTo>
                    <a:pt x="6660930" y="2619989"/>
                  </a:lnTo>
                  <a:lnTo>
                    <a:pt x="6714541" y="2664829"/>
                  </a:lnTo>
                  <a:lnTo>
                    <a:pt x="6772188" y="2704862"/>
                  </a:lnTo>
                  <a:lnTo>
                    <a:pt x="6834672" y="2740682"/>
                  </a:lnTo>
                  <a:lnTo>
                    <a:pt x="6902641" y="2772811"/>
                  </a:lnTo>
                  <a:lnTo>
                    <a:pt x="6976469" y="2801671"/>
                  </a:lnTo>
                  <a:lnTo>
                    <a:pt x="7056090" y="2827569"/>
                  </a:lnTo>
                  <a:lnTo>
                    <a:pt x="7140806" y="2850693"/>
                  </a:lnTo>
                  <a:lnTo>
                    <a:pt x="7229096" y="2871123"/>
                  </a:lnTo>
                  <a:lnTo>
                    <a:pt x="7318485" y="2888846"/>
                  </a:lnTo>
                  <a:lnTo>
                    <a:pt x="7405584" y="2903801"/>
                  </a:lnTo>
                  <a:lnTo>
                    <a:pt x="7486372" y="2915934"/>
                  </a:lnTo>
                  <a:lnTo>
                    <a:pt x="7556775" y="2925264"/>
                  </a:lnTo>
                  <a:lnTo>
                    <a:pt x="7613442" y="2931941"/>
                  </a:lnTo>
                  <a:lnTo>
                    <a:pt x="7654518" y="2936271"/>
                  </a:lnTo>
                  <a:lnTo>
                    <a:pt x="7680155" y="2938700"/>
                  </a:lnTo>
                  <a:lnTo>
                    <a:pt x="7692626" y="2939768"/>
                  </a:lnTo>
                  <a:lnTo>
                    <a:pt x="7696110" y="2940039"/>
                  </a:lnTo>
                  <a:lnTo>
                    <a:pt x="7696237" y="2940048"/>
                  </a:lnTo>
                  <a:lnTo>
                    <a:pt x="8234974" y="2940048"/>
                  </a:lnTo>
                  <a:lnTo>
                    <a:pt x="8234974" y="2934603"/>
                  </a:ln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5" y="80"/>
                  </a:lnTo>
                  <a:lnTo>
                    <a:pt x="3839199" y="651"/>
                  </a:lnTo>
                  <a:lnTo>
                    <a:pt x="3819847" y="2232"/>
                  </a:lnTo>
                  <a:lnTo>
                    <a:pt x="3785634" y="5337"/>
                  </a:lnTo>
                  <a:lnTo>
                    <a:pt x="3735418" y="10422"/>
                  </a:lnTo>
                  <a:lnTo>
                    <a:pt x="3670227" y="17832"/>
                  </a:lnTo>
                  <a:lnTo>
                    <a:pt x="3592900" y="27766"/>
                  </a:lnTo>
                  <a:lnTo>
                    <a:pt x="3507379" y="40290"/>
                  </a:lnTo>
                  <a:lnTo>
                    <a:pt x="3417878" y="55373"/>
                  </a:lnTo>
                  <a:lnTo>
                    <a:pt x="3328177" y="72956"/>
                  </a:lnTo>
                  <a:lnTo>
                    <a:pt x="3241199" y="93003"/>
                  </a:lnTo>
                  <a:lnTo>
                    <a:pt x="3158880" y="115551"/>
                  </a:lnTo>
                  <a:lnTo>
                    <a:pt x="3082244" y="140731"/>
                  </a:lnTo>
                  <a:lnTo>
                    <a:pt x="3011583" y="168785"/>
                  </a:lnTo>
                  <a:lnTo>
                    <a:pt x="2946666" y="200062"/>
                  </a:lnTo>
                  <a:lnTo>
                    <a:pt x="2886920" y="235010"/>
                  </a:lnTo>
                  <a:lnTo>
                    <a:pt x="2831573" y="274158"/>
                  </a:lnTo>
                  <a:lnTo>
                    <a:pt x="2779761" y="318075"/>
                  </a:lnTo>
                  <a:lnTo>
                    <a:pt x="2730611" y="367300"/>
                  </a:lnTo>
                  <a:lnTo>
                    <a:pt x="2683314" y="422228"/>
                  </a:lnTo>
                  <a:lnTo>
                    <a:pt x="2667772" y="441914"/>
                  </a:lnTo>
                  <a:lnTo>
                    <a:pt x="2631378" y="491098"/>
                  </a:lnTo>
                  <a:lnTo>
                    <a:pt x="2595328" y="543990"/>
                  </a:lnTo>
                  <a:lnTo>
                    <a:pt x="2559394" y="600664"/>
                  </a:lnTo>
                  <a:lnTo>
                    <a:pt x="2523398" y="661132"/>
                  </a:lnTo>
                  <a:lnTo>
                    <a:pt x="2487209" y="725332"/>
                  </a:lnTo>
                  <a:lnTo>
                    <a:pt x="2450736" y="793127"/>
                  </a:lnTo>
                  <a:lnTo>
                    <a:pt x="2413925" y="864296"/>
                  </a:lnTo>
                  <a:lnTo>
                    <a:pt x="2376758" y="938537"/>
                  </a:lnTo>
                  <a:lnTo>
                    <a:pt x="2339246" y="1015465"/>
                  </a:lnTo>
                  <a:lnTo>
                    <a:pt x="2301427" y="1094621"/>
                  </a:lnTo>
                  <a:lnTo>
                    <a:pt x="2263363" y="1175483"/>
                  </a:lnTo>
                  <a:lnTo>
                    <a:pt x="2225130" y="1257473"/>
                  </a:lnTo>
                  <a:lnTo>
                    <a:pt x="2186819" y="1339981"/>
                  </a:lnTo>
                  <a:lnTo>
                    <a:pt x="2148525" y="1422382"/>
                  </a:lnTo>
                  <a:lnTo>
                    <a:pt x="2110341" y="1504050"/>
                  </a:lnTo>
                  <a:lnTo>
                    <a:pt x="2072353" y="1584386"/>
                  </a:lnTo>
                  <a:lnTo>
                    <a:pt x="2034634" y="1662830"/>
                  </a:lnTo>
                  <a:lnTo>
                    <a:pt x="1997238" y="1738879"/>
                  </a:lnTo>
                  <a:lnTo>
                    <a:pt x="1960194" y="1812100"/>
                  </a:lnTo>
                  <a:lnTo>
                    <a:pt x="1923504" y="1882135"/>
                  </a:lnTo>
                  <a:lnTo>
                    <a:pt x="1887136" y="1948711"/>
                  </a:lnTo>
                  <a:lnTo>
                    <a:pt x="1851026" y="2011636"/>
                  </a:lnTo>
                  <a:lnTo>
                    <a:pt x="1815068" y="2070799"/>
                  </a:lnTo>
                  <a:lnTo>
                    <a:pt x="1779117" y="2126164"/>
                  </a:lnTo>
                  <a:lnTo>
                    <a:pt x="1742977" y="2177765"/>
                  </a:lnTo>
                  <a:lnTo>
                    <a:pt x="1719082" y="2209573"/>
                  </a:lnTo>
                  <a:lnTo>
                    <a:pt x="1672248" y="2266444"/>
                  </a:lnTo>
                  <a:lnTo>
                    <a:pt x="1623803" y="2317547"/>
                  </a:lnTo>
                  <a:lnTo>
                    <a:pt x="1572978" y="2363185"/>
                  </a:lnTo>
                  <a:lnTo>
                    <a:pt x="1518912" y="2403866"/>
                  </a:lnTo>
                  <a:lnTo>
                    <a:pt x="1460731" y="2440159"/>
                  </a:lnTo>
                  <a:lnTo>
                    <a:pt x="1397622" y="2472610"/>
                  </a:lnTo>
                  <a:lnTo>
                    <a:pt x="1328931" y="2501699"/>
                  </a:lnTo>
                  <a:lnTo>
                    <a:pt x="1254292" y="2527809"/>
                  </a:lnTo>
                  <a:lnTo>
                    <a:pt x="1173802" y="2551218"/>
                  </a:lnTo>
                  <a:lnTo>
                    <a:pt x="1088217" y="2572094"/>
                  </a:lnTo>
                  <a:lnTo>
                    <a:pt x="999150" y="2590503"/>
                  </a:lnTo>
                  <a:lnTo>
                    <a:pt x="909198" y="2606430"/>
                  </a:lnTo>
                  <a:lnTo>
                    <a:pt x="821885" y="2619816"/>
                  </a:lnTo>
                  <a:lnTo>
                    <a:pt x="741345" y="2630616"/>
                  </a:lnTo>
                  <a:lnTo>
                    <a:pt x="671703" y="2638856"/>
                  </a:lnTo>
                  <a:lnTo>
                    <a:pt x="616258" y="2644688"/>
                  </a:lnTo>
                  <a:lnTo>
                    <a:pt x="576705" y="2648410"/>
                  </a:lnTo>
                  <a:lnTo>
                    <a:pt x="552639" y="2650445"/>
                  </a:lnTo>
                  <a:lnTo>
                    <a:pt x="541495" y="2651296"/>
                  </a:lnTo>
                  <a:lnTo>
                    <a:pt x="538736" y="2651488"/>
                  </a:lnTo>
                  <a:lnTo>
                    <a:pt x="0" y="265148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62" name="pl1062"/>
            <p:cNvSpPr/>
            <p:nvPr/>
          </p:nvSpPr>
          <p:spPr>
            <a:xfrm>
              <a:off x="546595" y="657900"/>
              <a:ext cx="8234974" cy="2934603"/>
            </a:xfrm>
            <a:custGeom>
              <a:avLst/>
              <a:pathLst>
                <a:path w="8234974" h="2934603">
                  <a:moveTo>
                    <a:pt x="0" y="2651488"/>
                  </a:moveTo>
                  <a:lnTo>
                    <a:pt x="538736" y="2651488"/>
                  </a:lnTo>
                  <a:lnTo>
                    <a:pt x="539919" y="2651408"/>
                  </a:lnTo>
                  <a:lnTo>
                    <a:pt x="547656" y="2650836"/>
                  </a:lnTo>
                  <a:lnTo>
                    <a:pt x="567007" y="2649255"/>
                  </a:lnTo>
                  <a:lnTo>
                    <a:pt x="601221" y="2646151"/>
                  </a:lnTo>
                  <a:lnTo>
                    <a:pt x="651436" y="2641065"/>
                  </a:lnTo>
                  <a:lnTo>
                    <a:pt x="716627" y="2633655"/>
                  </a:lnTo>
                  <a:lnTo>
                    <a:pt x="793955" y="2623721"/>
                  </a:lnTo>
                  <a:lnTo>
                    <a:pt x="879475" y="2611198"/>
                  </a:lnTo>
                  <a:lnTo>
                    <a:pt x="968976" y="2596114"/>
                  </a:lnTo>
                  <a:lnTo>
                    <a:pt x="1058678" y="2578531"/>
                  </a:lnTo>
                  <a:lnTo>
                    <a:pt x="1145656" y="2558484"/>
                  </a:lnTo>
                  <a:lnTo>
                    <a:pt x="1227975" y="2535936"/>
                  </a:lnTo>
                  <a:lnTo>
                    <a:pt x="1304611" y="2510756"/>
                  </a:lnTo>
                  <a:lnTo>
                    <a:pt x="1375272" y="2482702"/>
                  </a:lnTo>
                  <a:lnTo>
                    <a:pt x="1440188" y="2451425"/>
                  </a:lnTo>
                  <a:lnTo>
                    <a:pt x="1499934" y="2416477"/>
                  </a:lnTo>
                  <a:lnTo>
                    <a:pt x="1555282" y="2377329"/>
                  </a:lnTo>
                  <a:lnTo>
                    <a:pt x="1607094" y="2333412"/>
                  </a:lnTo>
                  <a:lnTo>
                    <a:pt x="1656244" y="2284187"/>
                  </a:lnTo>
                  <a:lnTo>
                    <a:pt x="1703541" y="2229259"/>
                  </a:lnTo>
                  <a:lnTo>
                    <a:pt x="1719082" y="2209573"/>
                  </a:lnTo>
                  <a:lnTo>
                    <a:pt x="1755476" y="2160389"/>
                  </a:lnTo>
                  <a:lnTo>
                    <a:pt x="1791526" y="2107497"/>
                  </a:lnTo>
                  <a:lnTo>
                    <a:pt x="1827461" y="2050823"/>
                  </a:lnTo>
                  <a:lnTo>
                    <a:pt x="1863456" y="1990355"/>
                  </a:lnTo>
                  <a:lnTo>
                    <a:pt x="1899646" y="1926155"/>
                  </a:lnTo>
                  <a:lnTo>
                    <a:pt x="1936119" y="1858360"/>
                  </a:lnTo>
                  <a:lnTo>
                    <a:pt x="1972929" y="1787191"/>
                  </a:lnTo>
                  <a:lnTo>
                    <a:pt x="2010096" y="1712950"/>
                  </a:lnTo>
                  <a:lnTo>
                    <a:pt x="2047608" y="1636022"/>
                  </a:lnTo>
                  <a:lnTo>
                    <a:pt x="2085427" y="1556866"/>
                  </a:lnTo>
                  <a:lnTo>
                    <a:pt x="2123492" y="1476005"/>
                  </a:lnTo>
                  <a:lnTo>
                    <a:pt x="2161724" y="1394014"/>
                  </a:lnTo>
                  <a:lnTo>
                    <a:pt x="2200035" y="1311506"/>
                  </a:lnTo>
                  <a:lnTo>
                    <a:pt x="2238330" y="1229106"/>
                  </a:lnTo>
                  <a:lnTo>
                    <a:pt x="2276514" y="1147437"/>
                  </a:lnTo>
                  <a:lnTo>
                    <a:pt x="2314502" y="1067101"/>
                  </a:lnTo>
                  <a:lnTo>
                    <a:pt x="2352221" y="988657"/>
                  </a:lnTo>
                  <a:lnTo>
                    <a:pt x="2389617" y="912608"/>
                  </a:lnTo>
                  <a:lnTo>
                    <a:pt x="2426661" y="839387"/>
                  </a:lnTo>
                  <a:lnTo>
                    <a:pt x="2463351" y="769352"/>
                  </a:lnTo>
                  <a:lnTo>
                    <a:pt x="2499718" y="702776"/>
                  </a:lnTo>
                  <a:lnTo>
                    <a:pt x="2535829" y="639851"/>
                  </a:lnTo>
                  <a:lnTo>
                    <a:pt x="2571786" y="580689"/>
                  </a:lnTo>
                  <a:lnTo>
                    <a:pt x="2607738" y="525323"/>
                  </a:lnTo>
                  <a:lnTo>
                    <a:pt x="2643878" y="473722"/>
                  </a:lnTo>
                  <a:lnTo>
                    <a:pt x="2667772" y="441914"/>
                  </a:lnTo>
                  <a:lnTo>
                    <a:pt x="2714607" y="385043"/>
                  </a:lnTo>
                  <a:lnTo>
                    <a:pt x="2763051" y="333940"/>
                  </a:lnTo>
                  <a:lnTo>
                    <a:pt x="2813877" y="288302"/>
                  </a:lnTo>
                  <a:lnTo>
                    <a:pt x="2867942" y="247621"/>
                  </a:lnTo>
                  <a:lnTo>
                    <a:pt x="2926123" y="211329"/>
                  </a:lnTo>
                  <a:lnTo>
                    <a:pt x="2989233" y="178877"/>
                  </a:lnTo>
                  <a:lnTo>
                    <a:pt x="3057924" y="149788"/>
                  </a:lnTo>
                  <a:lnTo>
                    <a:pt x="3132562" y="123678"/>
                  </a:lnTo>
                  <a:lnTo>
                    <a:pt x="3213052" y="100269"/>
                  </a:lnTo>
                  <a:lnTo>
                    <a:pt x="3298638" y="79393"/>
                  </a:lnTo>
                  <a:lnTo>
                    <a:pt x="3387704" y="60984"/>
                  </a:lnTo>
                  <a:lnTo>
                    <a:pt x="3477657" y="45057"/>
                  </a:lnTo>
                  <a:lnTo>
                    <a:pt x="3564970" y="31671"/>
                  </a:lnTo>
                  <a:lnTo>
                    <a:pt x="3645509" y="20871"/>
                  </a:lnTo>
                  <a:lnTo>
                    <a:pt x="3715151" y="12631"/>
                  </a:lnTo>
                  <a:lnTo>
                    <a:pt x="3770596" y="6799"/>
                  </a:lnTo>
                  <a:lnTo>
                    <a:pt x="3810150" y="3077"/>
                  </a:lnTo>
                  <a:lnTo>
                    <a:pt x="3834215" y="1042"/>
                  </a:lnTo>
                  <a:lnTo>
                    <a:pt x="3845360" y="191"/>
                  </a:lnTo>
                  <a:lnTo>
                    <a:pt x="3848072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5" y="86"/>
                  </a:lnTo>
                  <a:lnTo>
                    <a:pt x="4395601" y="706"/>
                  </a:lnTo>
                  <a:lnTo>
                    <a:pt x="4414591" y="2420"/>
                  </a:lnTo>
                  <a:lnTo>
                    <a:pt x="4448198" y="5786"/>
                  </a:lnTo>
                  <a:lnTo>
                    <a:pt x="4497591" y="11303"/>
                  </a:lnTo>
                  <a:lnTo>
                    <a:pt x="4561826" y="19348"/>
                  </a:lnTo>
                  <a:lnTo>
                    <a:pt x="4638175" y="30143"/>
                  </a:lnTo>
                  <a:lnTo>
                    <a:pt x="4722805" y="43765"/>
                  </a:lnTo>
                  <a:lnTo>
                    <a:pt x="4811580" y="60184"/>
                  </a:lnTo>
                  <a:lnTo>
                    <a:pt x="4900759" y="79337"/>
                  </a:lnTo>
                  <a:lnTo>
                    <a:pt x="4987415" y="101181"/>
                  </a:lnTo>
                  <a:lnTo>
                    <a:pt x="5069584" y="125747"/>
                  </a:lnTo>
                  <a:lnTo>
                    <a:pt x="5146199" y="153172"/>
                  </a:lnTo>
                  <a:lnTo>
                    <a:pt x="5216921" y="183706"/>
                  </a:lnTo>
                  <a:lnTo>
                    <a:pt x="5281937" y="217718"/>
                  </a:lnTo>
                  <a:lnTo>
                    <a:pt x="5341784" y="255683"/>
                  </a:lnTo>
                  <a:lnTo>
                    <a:pt x="5397203" y="298168"/>
                  </a:lnTo>
                  <a:lnTo>
                    <a:pt x="5449034" y="345787"/>
                  </a:lnTo>
                  <a:lnTo>
                    <a:pt x="5498136" y="399135"/>
                  </a:lnTo>
                  <a:lnTo>
                    <a:pt x="5545313" y="458670"/>
                  </a:lnTo>
                  <a:lnTo>
                    <a:pt x="5567201" y="489100"/>
                  </a:lnTo>
                  <a:lnTo>
                    <a:pt x="5602168" y="541312"/>
                  </a:lnTo>
                  <a:lnTo>
                    <a:pt x="5636808" y="597306"/>
                  </a:lnTo>
                  <a:lnTo>
                    <a:pt x="5671327" y="657159"/>
                  </a:lnTo>
                  <a:lnTo>
                    <a:pt x="5705886" y="720889"/>
                  </a:lnTo>
                  <a:lnTo>
                    <a:pt x="5740607" y="788446"/>
                  </a:lnTo>
                  <a:lnTo>
                    <a:pt x="5775577" y="859709"/>
                  </a:lnTo>
                  <a:lnTo>
                    <a:pt x="5810849" y="934479"/>
                  </a:lnTo>
                  <a:lnTo>
                    <a:pt x="5846449" y="1012480"/>
                  </a:lnTo>
                  <a:lnTo>
                    <a:pt x="5882373" y="1093358"/>
                  </a:lnTo>
                  <a:lnTo>
                    <a:pt x="5918596" y="1176686"/>
                  </a:lnTo>
                  <a:lnTo>
                    <a:pt x="5955070" y="1261974"/>
                  </a:lnTo>
                  <a:lnTo>
                    <a:pt x="5991732" y="1348676"/>
                  </a:lnTo>
                  <a:lnTo>
                    <a:pt x="6028506" y="1436206"/>
                  </a:lnTo>
                  <a:lnTo>
                    <a:pt x="6065310" y="1523954"/>
                  </a:lnTo>
                  <a:lnTo>
                    <a:pt x="6102060" y="1611305"/>
                  </a:lnTo>
                  <a:lnTo>
                    <a:pt x="6138674" y="1697653"/>
                  </a:lnTo>
                  <a:lnTo>
                    <a:pt x="6175080" y="1782425"/>
                  </a:lnTo>
                  <a:lnTo>
                    <a:pt x="6211220" y="1865087"/>
                  </a:lnTo>
                  <a:lnTo>
                    <a:pt x="6247052" y="1945168"/>
                  </a:lnTo>
                  <a:lnTo>
                    <a:pt x="6282555" y="2022260"/>
                  </a:lnTo>
                  <a:lnTo>
                    <a:pt x="6317736" y="2096033"/>
                  </a:lnTo>
                  <a:lnTo>
                    <a:pt x="6352626" y="2166233"/>
                  </a:lnTo>
                  <a:lnTo>
                    <a:pt x="6387289" y="2232684"/>
                  </a:lnTo>
                  <a:lnTo>
                    <a:pt x="6421822" y="2295287"/>
                  </a:lnTo>
                  <a:lnTo>
                    <a:pt x="6456358" y="2354011"/>
                  </a:lnTo>
                  <a:lnTo>
                    <a:pt x="6491070" y="2408892"/>
                  </a:lnTo>
                  <a:lnTo>
                    <a:pt x="6515891" y="2445503"/>
                  </a:lnTo>
                  <a:lnTo>
                    <a:pt x="6562403" y="2508040"/>
                  </a:lnTo>
                  <a:lnTo>
                    <a:pt x="6610498" y="2564279"/>
                  </a:lnTo>
                  <a:lnTo>
                    <a:pt x="6660930" y="2614544"/>
                  </a:lnTo>
                  <a:lnTo>
                    <a:pt x="6714541" y="2659385"/>
                  </a:lnTo>
                  <a:lnTo>
                    <a:pt x="6772188" y="2699417"/>
                  </a:lnTo>
                  <a:lnTo>
                    <a:pt x="6834672" y="2735237"/>
                  </a:lnTo>
                  <a:lnTo>
                    <a:pt x="6902641" y="2767367"/>
                  </a:lnTo>
                  <a:lnTo>
                    <a:pt x="6976469" y="2796226"/>
                  </a:lnTo>
                  <a:lnTo>
                    <a:pt x="7056090" y="2822124"/>
                  </a:lnTo>
                  <a:lnTo>
                    <a:pt x="7140806" y="2845249"/>
                  </a:lnTo>
                  <a:lnTo>
                    <a:pt x="7229096" y="2865678"/>
                  </a:lnTo>
                  <a:lnTo>
                    <a:pt x="7318485" y="2883401"/>
                  </a:lnTo>
                  <a:lnTo>
                    <a:pt x="7405584" y="2898356"/>
                  </a:lnTo>
                  <a:lnTo>
                    <a:pt x="7486372" y="2910489"/>
                  </a:lnTo>
                  <a:lnTo>
                    <a:pt x="7556775" y="2919819"/>
                  </a:lnTo>
                  <a:lnTo>
                    <a:pt x="7613442" y="2926497"/>
                  </a:lnTo>
                  <a:lnTo>
                    <a:pt x="7654518" y="2930826"/>
                  </a:lnTo>
                  <a:lnTo>
                    <a:pt x="7680155" y="2933256"/>
                  </a:lnTo>
                  <a:lnTo>
                    <a:pt x="7692626" y="2934323"/>
                  </a:lnTo>
                  <a:lnTo>
                    <a:pt x="7696110" y="2934594"/>
                  </a:lnTo>
                  <a:lnTo>
                    <a:pt x="7696237" y="2934603"/>
                  </a:lnTo>
                  <a:lnTo>
                    <a:pt x="8234974" y="2934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3" name="pl1063"/>
            <p:cNvSpPr/>
            <p:nvPr/>
          </p:nvSpPr>
          <p:spPr>
            <a:xfrm>
              <a:off x="546595" y="652455"/>
              <a:ext cx="8234974" cy="2934603"/>
            </a:xfrm>
            <a:custGeom>
              <a:avLst/>
              <a:pathLst>
                <a:path w="8234974" h="2934603">
                  <a:moveTo>
                    <a:pt x="8234974" y="2934603"/>
                  </a:move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5" y="80"/>
                  </a:lnTo>
                  <a:lnTo>
                    <a:pt x="3839199" y="651"/>
                  </a:lnTo>
                  <a:lnTo>
                    <a:pt x="3819847" y="2232"/>
                  </a:lnTo>
                  <a:lnTo>
                    <a:pt x="3785634" y="5337"/>
                  </a:lnTo>
                  <a:lnTo>
                    <a:pt x="3735418" y="10422"/>
                  </a:lnTo>
                  <a:lnTo>
                    <a:pt x="3670227" y="17832"/>
                  </a:lnTo>
                  <a:lnTo>
                    <a:pt x="3592900" y="27766"/>
                  </a:lnTo>
                  <a:lnTo>
                    <a:pt x="3507379" y="40290"/>
                  </a:lnTo>
                  <a:lnTo>
                    <a:pt x="3417878" y="55373"/>
                  </a:lnTo>
                  <a:lnTo>
                    <a:pt x="3328177" y="72956"/>
                  </a:lnTo>
                  <a:lnTo>
                    <a:pt x="3241199" y="93003"/>
                  </a:lnTo>
                  <a:lnTo>
                    <a:pt x="3158880" y="115551"/>
                  </a:lnTo>
                  <a:lnTo>
                    <a:pt x="3082244" y="140731"/>
                  </a:lnTo>
                  <a:lnTo>
                    <a:pt x="3011583" y="168785"/>
                  </a:lnTo>
                  <a:lnTo>
                    <a:pt x="2946666" y="200062"/>
                  </a:lnTo>
                  <a:lnTo>
                    <a:pt x="2886920" y="235010"/>
                  </a:lnTo>
                  <a:lnTo>
                    <a:pt x="2831573" y="274158"/>
                  </a:lnTo>
                  <a:lnTo>
                    <a:pt x="2779761" y="318075"/>
                  </a:lnTo>
                  <a:lnTo>
                    <a:pt x="2730611" y="367300"/>
                  </a:lnTo>
                  <a:lnTo>
                    <a:pt x="2683314" y="422228"/>
                  </a:lnTo>
                  <a:lnTo>
                    <a:pt x="2667772" y="441914"/>
                  </a:lnTo>
                  <a:lnTo>
                    <a:pt x="2631378" y="491098"/>
                  </a:lnTo>
                  <a:lnTo>
                    <a:pt x="2595328" y="543990"/>
                  </a:lnTo>
                  <a:lnTo>
                    <a:pt x="2559394" y="600664"/>
                  </a:lnTo>
                  <a:lnTo>
                    <a:pt x="2523398" y="661132"/>
                  </a:lnTo>
                  <a:lnTo>
                    <a:pt x="2487209" y="725332"/>
                  </a:lnTo>
                  <a:lnTo>
                    <a:pt x="2450736" y="793127"/>
                  </a:lnTo>
                  <a:lnTo>
                    <a:pt x="2413925" y="864296"/>
                  </a:lnTo>
                  <a:lnTo>
                    <a:pt x="2376758" y="938537"/>
                  </a:lnTo>
                  <a:lnTo>
                    <a:pt x="2339246" y="1015465"/>
                  </a:lnTo>
                  <a:lnTo>
                    <a:pt x="2301427" y="1094621"/>
                  </a:lnTo>
                  <a:lnTo>
                    <a:pt x="2263363" y="1175483"/>
                  </a:lnTo>
                  <a:lnTo>
                    <a:pt x="2225130" y="1257473"/>
                  </a:lnTo>
                  <a:lnTo>
                    <a:pt x="2186819" y="1339981"/>
                  </a:lnTo>
                  <a:lnTo>
                    <a:pt x="2148525" y="1422382"/>
                  </a:lnTo>
                  <a:lnTo>
                    <a:pt x="2110341" y="1504050"/>
                  </a:lnTo>
                  <a:lnTo>
                    <a:pt x="2072353" y="1584386"/>
                  </a:lnTo>
                  <a:lnTo>
                    <a:pt x="2034634" y="1662830"/>
                  </a:lnTo>
                  <a:lnTo>
                    <a:pt x="1997238" y="1738879"/>
                  </a:lnTo>
                  <a:lnTo>
                    <a:pt x="1960194" y="1812100"/>
                  </a:lnTo>
                  <a:lnTo>
                    <a:pt x="1923504" y="1882135"/>
                  </a:lnTo>
                  <a:lnTo>
                    <a:pt x="1887136" y="1948711"/>
                  </a:lnTo>
                  <a:lnTo>
                    <a:pt x="1851026" y="2011636"/>
                  </a:lnTo>
                  <a:lnTo>
                    <a:pt x="1815068" y="2070799"/>
                  </a:lnTo>
                  <a:lnTo>
                    <a:pt x="1779117" y="2126164"/>
                  </a:lnTo>
                  <a:lnTo>
                    <a:pt x="1742977" y="2177765"/>
                  </a:lnTo>
                  <a:lnTo>
                    <a:pt x="1719082" y="2209573"/>
                  </a:lnTo>
                  <a:lnTo>
                    <a:pt x="1672248" y="2266444"/>
                  </a:lnTo>
                  <a:lnTo>
                    <a:pt x="1623803" y="2317547"/>
                  </a:lnTo>
                  <a:lnTo>
                    <a:pt x="1572978" y="2363185"/>
                  </a:lnTo>
                  <a:lnTo>
                    <a:pt x="1518912" y="2403866"/>
                  </a:lnTo>
                  <a:lnTo>
                    <a:pt x="1460731" y="2440159"/>
                  </a:lnTo>
                  <a:lnTo>
                    <a:pt x="1397622" y="2472610"/>
                  </a:lnTo>
                  <a:lnTo>
                    <a:pt x="1328931" y="2501699"/>
                  </a:lnTo>
                  <a:lnTo>
                    <a:pt x="1254292" y="2527809"/>
                  </a:lnTo>
                  <a:lnTo>
                    <a:pt x="1173802" y="2551218"/>
                  </a:lnTo>
                  <a:lnTo>
                    <a:pt x="1088217" y="2572094"/>
                  </a:lnTo>
                  <a:lnTo>
                    <a:pt x="999150" y="2590503"/>
                  </a:lnTo>
                  <a:lnTo>
                    <a:pt x="909198" y="2606430"/>
                  </a:lnTo>
                  <a:lnTo>
                    <a:pt x="821885" y="2619816"/>
                  </a:lnTo>
                  <a:lnTo>
                    <a:pt x="741345" y="2630616"/>
                  </a:lnTo>
                  <a:lnTo>
                    <a:pt x="671703" y="2638856"/>
                  </a:lnTo>
                  <a:lnTo>
                    <a:pt x="616258" y="2644688"/>
                  </a:lnTo>
                  <a:lnTo>
                    <a:pt x="576705" y="2648410"/>
                  </a:lnTo>
                  <a:lnTo>
                    <a:pt x="552639" y="2650445"/>
                  </a:lnTo>
                  <a:lnTo>
                    <a:pt x="541495" y="2651296"/>
                  </a:lnTo>
                  <a:lnTo>
                    <a:pt x="538782" y="2651485"/>
                  </a:lnTo>
                  <a:lnTo>
                    <a:pt x="538736" y="2651488"/>
                  </a:lnTo>
                  <a:lnTo>
                    <a:pt x="0" y="2651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4" name="pg1064"/>
            <p:cNvSpPr/>
            <p:nvPr/>
          </p:nvSpPr>
          <p:spPr>
            <a:xfrm>
              <a:off x="546595" y="783124"/>
              <a:ext cx="8234974" cy="5008971"/>
            </a:xfrm>
            <a:custGeom>
              <a:avLst/>
              <a:pathLst>
                <a:path w="8234974" h="5008971">
                  <a:moveTo>
                    <a:pt x="0" y="2542597"/>
                  </a:moveTo>
                  <a:lnTo>
                    <a:pt x="538736" y="2542597"/>
                  </a:lnTo>
                  <a:lnTo>
                    <a:pt x="539929" y="2542520"/>
                  </a:lnTo>
                  <a:lnTo>
                    <a:pt x="547729" y="2541971"/>
                  </a:lnTo>
                  <a:lnTo>
                    <a:pt x="567234" y="2540451"/>
                  </a:lnTo>
                  <a:lnTo>
                    <a:pt x="601704" y="2537468"/>
                  </a:lnTo>
                  <a:lnTo>
                    <a:pt x="652266" y="2532582"/>
                  </a:lnTo>
                  <a:lnTo>
                    <a:pt x="717860" y="2525465"/>
                  </a:lnTo>
                  <a:lnTo>
                    <a:pt x="795597" y="2515927"/>
                  </a:lnTo>
                  <a:lnTo>
                    <a:pt x="881491" y="2503908"/>
                  </a:lnTo>
                  <a:lnTo>
                    <a:pt x="971293" y="2489438"/>
                  </a:lnTo>
                  <a:lnTo>
                    <a:pt x="1061210" y="2472573"/>
                  </a:lnTo>
                  <a:lnTo>
                    <a:pt x="1148319" y="2453347"/>
                  </a:lnTo>
                  <a:lnTo>
                    <a:pt x="1230697" y="2431723"/>
                  </a:lnTo>
                  <a:lnTo>
                    <a:pt x="1307340" y="2407570"/>
                  </a:lnTo>
                  <a:lnTo>
                    <a:pt x="1377973" y="2380653"/>
                  </a:lnTo>
                  <a:lnTo>
                    <a:pt x="1442848" y="2350632"/>
                  </a:lnTo>
                  <a:lnTo>
                    <a:pt x="1502552" y="2317073"/>
                  </a:lnTo>
                  <a:lnTo>
                    <a:pt x="1557871" y="2279465"/>
                  </a:lnTo>
                  <a:lnTo>
                    <a:pt x="1609677" y="2237261"/>
                  </a:lnTo>
                  <a:lnTo>
                    <a:pt x="1658850" y="2189946"/>
                  </a:lnTo>
                  <a:lnTo>
                    <a:pt x="1706200" y="2137155"/>
                  </a:lnTo>
                  <a:lnTo>
                    <a:pt x="1719082" y="2121553"/>
                  </a:lnTo>
                  <a:lnTo>
                    <a:pt x="1756154" y="2073780"/>
                  </a:lnTo>
                  <a:lnTo>
                    <a:pt x="1792874" y="2022339"/>
                  </a:lnTo>
                  <a:lnTo>
                    <a:pt x="1829482" y="1967156"/>
                  </a:lnTo>
                  <a:lnTo>
                    <a:pt x="1866162" y="1908224"/>
                  </a:lnTo>
                  <a:lnTo>
                    <a:pt x="1903051" y="1845608"/>
                  </a:lnTo>
                  <a:lnTo>
                    <a:pt x="1940242" y="1779456"/>
                  </a:lnTo>
                  <a:lnTo>
                    <a:pt x="1977786" y="1709996"/>
                  </a:lnTo>
                  <a:lnTo>
                    <a:pt x="2015701" y="1637545"/>
                  </a:lnTo>
                  <a:lnTo>
                    <a:pt x="2053969" y="1562501"/>
                  </a:lnTo>
                  <a:lnTo>
                    <a:pt x="2092547" y="1485336"/>
                  </a:lnTo>
                  <a:lnTo>
                    <a:pt x="2131365" y="1406590"/>
                  </a:lnTo>
                  <a:lnTo>
                    <a:pt x="2170339" y="1326849"/>
                  </a:lnTo>
                  <a:lnTo>
                    <a:pt x="2209373" y="1246734"/>
                  </a:lnTo>
                  <a:lnTo>
                    <a:pt x="2248366" y="1166877"/>
                  </a:lnTo>
                  <a:lnTo>
                    <a:pt x="2287219" y="1087904"/>
                  </a:lnTo>
                  <a:lnTo>
                    <a:pt x="2325847" y="1010407"/>
                  </a:lnTo>
                  <a:lnTo>
                    <a:pt x="2364176" y="934938"/>
                  </a:lnTo>
                  <a:lnTo>
                    <a:pt x="2402157" y="861980"/>
                  </a:lnTo>
                  <a:lnTo>
                    <a:pt x="2439769" y="791947"/>
                  </a:lnTo>
                  <a:lnTo>
                    <a:pt x="2477022" y="725170"/>
                  </a:lnTo>
                  <a:lnTo>
                    <a:pt x="2513960" y="661893"/>
                  </a:lnTo>
                  <a:lnTo>
                    <a:pt x="2550670" y="602280"/>
                  </a:lnTo>
                  <a:lnTo>
                    <a:pt x="2587278" y="546409"/>
                  </a:lnTo>
                  <a:lnTo>
                    <a:pt x="2623962" y="494287"/>
                  </a:lnTo>
                  <a:lnTo>
                    <a:pt x="2660948" y="445851"/>
                  </a:lnTo>
                  <a:lnTo>
                    <a:pt x="2667772" y="437377"/>
                  </a:lnTo>
                  <a:lnTo>
                    <a:pt x="2714742" y="383045"/>
                  </a:lnTo>
                  <a:lnTo>
                    <a:pt x="2763334" y="334240"/>
                  </a:lnTo>
                  <a:lnTo>
                    <a:pt x="2814325" y="290668"/>
                  </a:lnTo>
                  <a:lnTo>
                    <a:pt x="2868582" y="251843"/>
                  </a:lnTo>
                  <a:lnTo>
                    <a:pt x="2926988" y="217216"/>
                  </a:lnTo>
                  <a:lnTo>
                    <a:pt x="2990361" y="186262"/>
                  </a:lnTo>
                  <a:lnTo>
                    <a:pt x="3059357" y="158524"/>
                  </a:lnTo>
                  <a:lnTo>
                    <a:pt x="3134337" y="133634"/>
                  </a:lnTo>
                  <a:lnTo>
                    <a:pt x="3215192" y="111327"/>
                  </a:lnTo>
                  <a:lnTo>
                    <a:pt x="3301142" y="91444"/>
                  </a:lnTo>
                  <a:lnTo>
                    <a:pt x="3390532" y="73925"/>
                  </a:lnTo>
                  <a:lnTo>
                    <a:pt x="3480714" y="58786"/>
                  </a:lnTo>
                  <a:lnTo>
                    <a:pt x="3568106" y="46083"/>
                  </a:lnTo>
                  <a:lnTo>
                    <a:pt x="3648528" y="35859"/>
                  </a:lnTo>
                  <a:lnTo>
                    <a:pt x="3717835" y="28085"/>
                  </a:lnTo>
                  <a:lnTo>
                    <a:pt x="3772754" y="22608"/>
                  </a:lnTo>
                  <a:lnTo>
                    <a:pt x="3811663" y="19138"/>
                  </a:lnTo>
                  <a:lnTo>
                    <a:pt x="3835072" y="17262"/>
                  </a:lnTo>
                  <a:lnTo>
                    <a:pt x="3845675" y="16494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7703" y="16440"/>
                  </a:lnTo>
                  <a:lnTo>
                    <a:pt x="4393292" y="17204"/>
                  </a:lnTo>
                  <a:lnTo>
                    <a:pt x="4407421" y="19316"/>
                  </a:lnTo>
                  <a:lnTo>
                    <a:pt x="4432776" y="23474"/>
                  </a:lnTo>
                  <a:lnTo>
                    <a:pt x="4470754" y="30334"/>
                  </a:lnTo>
                  <a:lnTo>
                    <a:pt x="4521350" y="40438"/>
                  </a:lnTo>
                  <a:lnTo>
                    <a:pt x="4583243" y="54171"/>
                  </a:lnTo>
                  <a:lnTo>
                    <a:pt x="4654093" y="71741"/>
                  </a:lnTo>
                  <a:lnTo>
                    <a:pt x="4730991" y="93202"/>
                  </a:lnTo>
                  <a:lnTo>
                    <a:pt x="4810932" y="118507"/>
                  </a:lnTo>
                  <a:lnTo>
                    <a:pt x="4891208" y="147571"/>
                  </a:lnTo>
                  <a:lnTo>
                    <a:pt x="4969651" y="180339"/>
                  </a:lnTo>
                  <a:lnTo>
                    <a:pt x="5044720" y="216831"/>
                  </a:lnTo>
                  <a:lnTo>
                    <a:pt x="5115485" y="257179"/>
                  </a:lnTo>
                  <a:lnTo>
                    <a:pt x="5181527" y="301640"/>
                  </a:lnTo>
                  <a:lnTo>
                    <a:pt x="5242829" y="350605"/>
                  </a:lnTo>
                  <a:lnTo>
                    <a:pt x="5299655" y="404590"/>
                  </a:lnTo>
                  <a:lnTo>
                    <a:pt x="5352458" y="464227"/>
                  </a:lnTo>
                  <a:lnTo>
                    <a:pt x="5401803" y="530235"/>
                  </a:lnTo>
                  <a:lnTo>
                    <a:pt x="5448306" y="603381"/>
                  </a:lnTo>
                  <a:lnTo>
                    <a:pt x="5492592" y="684402"/>
                  </a:lnTo>
                  <a:lnTo>
                    <a:pt x="5535253" y="773885"/>
                  </a:lnTo>
                  <a:lnTo>
                    <a:pt x="5567201" y="848439"/>
                  </a:lnTo>
                  <a:lnTo>
                    <a:pt x="5594951" y="918322"/>
                  </a:lnTo>
                  <a:lnTo>
                    <a:pt x="5622465" y="992224"/>
                  </a:lnTo>
                  <a:lnTo>
                    <a:pt x="5649855" y="1070227"/>
                  </a:lnTo>
                  <a:lnTo>
                    <a:pt x="5677211" y="1152371"/>
                  </a:lnTo>
                  <a:lnTo>
                    <a:pt x="5704607" y="1238657"/>
                  </a:lnTo>
                  <a:lnTo>
                    <a:pt x="5732103" y="1329040"/>
                  </a:lnTo>
                  <a:lnTo>
                    <a:pt x="5759745" y="1423425"/>
                  </a:lnTo>
                  <a:lnTo>
                    <a:pt x="5787564" y="1521666"/>
                  </a:lnTo>
                  <a:lnTo>
                    <a:pt x="5815582" y="1623568"/>
                  </a:lnTo>
                  <a:lnTo>
                    <a:pt x="5843806" y="1728880"/>
                  </a:lnTo>
                  <a:lnTo>
                    <a:pt x="5872236" y="1837299"/>
                  </a:lnTo>
                  <a:lnTo>
                    <a:pt x="5900859" y="1948476"/>
                  </a:lnTo>
                  <a:lnTo>
                    <a:pt x="5929657" y="2062014"/>
                  </a:lnTo>
                  <a:lnTo>
                    <a:pt x="5958601" y="2177476"/>
                  </a:lnTo>
                  <a:lnTo>
                    <a:pt x="5987660" y="2294392"/>
                  </a:lnTo>
                  <a:lnTo>
                    <a:pt x="6016794" y="2412264"/>
                  </a:lnTo>
                  <a:lnTo>
                    <a:pt x="6045965" y="2530579"/>
                  </a:lnTo>
                  <a:lnTo>
                    <a:pt x="6075129" y="2648815"/>
                  </a:lnTo>
                  <a:lnTo>
                    <a:pt x="6104245" y="2766451"/>
                  </a:lnTo>
                  <a:lnTo>
                    <a:pt x="6133272" y="2882977"/>
                  </a:lnTo>
                  <a:lnTo>
                    <a:pt x="6162176" y="2997905"/>
                  </a:lnTo>
                  <a:lnTo>
                    <a:pt x="6190923" y="3110772"/>
                  </a:lnTo>
                  <a:lnTo>
                    <a:pt x="6219489" y="3221154"/>
                  </a:lnTo>
                  <a:lnTo>
                    <a:pt x="6247858" y="3328667"/>
                  </a:lnTo>
                  <a:lnTo>
                    <a:pt x="6276019" y="3432975"/>
                  </a:lnTo>
                  <a:lnTo>
                    <a:pt x="6303975" y="3533792"/>
                  </a:lnTo>
                  <a:lnTo>
                    <a:pt x="6331738" y="3630884"/>
                  </a:lnTo>
                  <a:lnTo>
                    <a:pt x="6359332" y="3724069"/>
                  </a:lnTo>
                  <a:lnTo>
                    <a:pt x="6386792" y="3813219"/>
                  </a:lnTo>
                  <a:lnTo>
                    <a:pt x="6414169" y="3898253"/>
                  </a:lnTo>
                  <a:lnTo>
                    <a:pt x="6441527" y="3979141"/>
                  </a:lnTo>
                  <a:lnTo>
                    <a:pt x="6468944" y="4055895"/>
                  </a:lnTo>
                  <a:lnTo>
                    <a:pt x="6496517" y="4128570"/>
                  </a:lnTo>
                  <a:lnTo>
                    <a:pt x="6515891" y="4176865"/>
                  </a:lnTo>
                  <a:lnTo>
                    <a:pt x="6557658" y="4273033"/>
                  </a:lnTo>
                  <a:lnTo>
                    <a:pt x="6600647" y="4360507"/>
                  </a:lnTo>
                  <a:lnTo>
                    <a:pt x="6645395" y="4439634"/>
                  </a:lnTo>
                  <a:lnTo>
                    <a:pt x="6692504" y="4511049"/>
                  </a:lnTo>
                  <a:lnTo>
                    <a:pt x="6742599" y="4575506"/>
                  </a:lnTo>
                  <a:lnTo>
                    <a:pt x="6796292" y="4633765"/>
                  </a:lnTo>
                  <a:lnTo>
                    <a:pt x="6854125" y="4686529"/>
                  </a:lnTo>
                  <a:lnTo>
                    <a:pt x="6916516" y="4734403"/>
                  </a:lnTo>
                  <a:lnTo>
                    <a:pt x="6983673" y="4777877"/>
                  </a:lnTo>
                  <a:lnTo>
                    <a:pt x="7055494" y="4817308"/>
                  </a:lnTo>
                  <a:lnTo>
                    <a:pt x="7131453" y="4852926"/>
                  </a:lnTo>
                  <a:lnTo>
                    <a:pt x="7210484" y="4884833"/>
                  </a:lnTo>
                  <a:lnTo>
                    <a:pt x="7290898" y="4913029"/>
                  </a:lnTo>
                  <a:lnTo>
                    <a:pt x="7370388" y="4937446"/>
                  </a:lnTo>
                  <a:lnTo>
                    <a:pt x="7446150" y="4958002"/>
                  </a:lnTo>
                  <a:lnTo>
                    <a:pt x="7515161" y="4974669"/>
                  </a:lnTo>
                  <a:lnTo>
                    <a:pt x="7574601" y="4987532"/>
                  </a:lnTo>
                  <a:lnTo>
                    <a:pt x="7622332" y="4996840"/>
                  </a:lnTo>
                  <a:lnTo>
                    <a:pt x="7657319" y="5003017"/>
                  </a:lnTo>
                  <a:lnTo>
                    <a:pt x="7679885" y="5006638"/>
                  </a:lnTo>
                  <a:lnTo>
                    <a:pt x="7691742" y="5008372"/>
                  </a:lnTo>
                  <a:lnTo>
                    <a:pt x="7695850" y="5008923"/>
                  </a:lnTo>
                  <a:lnTo>
                    <a:pt x="7696237" y="5008971"/>
                  </a:lnTo>
                  <a:lnTo>
                    <a:pt x="8234974" y="5008971"/>
                  </a:lnTo>
                  <a:lnTo>
                    <a:pt x="8234974" y="4992637"/>
                  </a:ln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5" y="76"/>
                  </a:lnTo>
                  <a:lnTo>
                    <a:pt x="3839126" y="626"/>
                  </a:lnTo>
                  <a:lnTo>
                    <a:pt x="3819621" y="2145"/>
                  </a:lnTo>
                  <a:lnTo>
                    <a:pt x="3785151" y="5128"/>
                  </a:lnTo>
                  <a:lnTo>
                    <a:pt x="3734588" y="10014"/>
                  </a:lnTo>
                  <a:lnTo>
                    <a:pt x="3668995" y="17131"/>
                  </a:lnTo>
                  <a:lnTo>
                    <a:pt x="3591257" y="26669"/>
                  </a:lnTo>
                  <a:lnTo>
                    <a:pt x="3505364" y="38688"/>
                  </a:lnTo>
                  <a:lnTo>
                    <a:pt x="3415562" y="53159"/>
                  </a:lnTo>
                  <a:lnTo>
                    <a:pt x="3325645" y="70023"/>
                  </a:lnTo>
                  <a:lnTo>
                    <a:pt x="3238535" y="89249"/>
                  </a:lnTo>
                  <a:lnTo>
                    <a:pt x="3156157" y="110873"/>
                  </a:lnTo>
                  <a:lnTo>
                    <a:pt x="3079515" y="135026"/>
                  </a:lnTo>
                  <a:lnTo>
                    <a:pt x="3008881" y="161943"/>
                  </a:lnTo>
                  <a:lnTo>
                    <a:pt x="2944007" y="191964"/>
                  </a:lnTo>
                  <a:lnTo>
                    <a:pt x="2884303" y="225524"/>
                  </a:lnTo>
                  <a:lnTo>
                    <a:pt x="2828984" y="263132"/>
                  </a:lnTo>
                  <a:lnTo>
                    <a:pt x="2777178" y="305335"/>
                  </a:lnTo>
                  <a:lnTo>
                    <a:pt x="2728005" y="352651"/>
                  </a:lnTo>
                  <a:lnTo>
                    <a:pt x="2680655" y="405442"/>
                  </a:lnTo>
                  <a:lnTo>
                    <a:pt x="2667772" y="421043"/>
                  </a:lnTo>
                  <a:lnTo>
                    <a:pt x="2630700" y="468816"/>
                  </a:lnTo>
                  <a:lnTo>
                    <a:pt x="2593980" y="520257"/>
                  </a:lnTo>
                  <a:lnTo>
                    <a:pt x="2557373" y="575440"/>
                  </a:lnTo>
                  <a:lnTo>
                    <a:pt x="2520692" y="634373"/>
                  </a:lnTo>
                  <a:lnTo>
                    <a:pt x="2483803" y="696988"/>
                  </a:lnTo>
                  <a:lnTo>
                    <a:pt x="2446613" y="763141"/>
                  </a:lnTo>
                  <a:lnTo>
                    <a:pt x="2409068" y="832600"/>
                  </a:lnTo>
                  <a:lnTo>
                    <a:pt x="2371154" y="905051"/>
                  </a:lnTo>
                  <a:lnTo>
                    <a:pt x="2332885" y="980096"/>
                  </a:lnTo>
                  <a:lnTo>
                    <a:pt x="2294308" y="1057260"/>
                  </a:lnTo>
                  <a:lnTo>
                    <a:pt x="2255489" y="1136007"/>
                  </a:lnTo>
                  <a:lnTo>
                    <a:pt x="2216515" y="1215748"/>
                  </a:lnTo>
                  <a:lnTo>
                    <a:pt x="2177481" y="1295863"/>
                  </a:lnTo>
                  <a:lnTo>
                    <a:pt x="2138489" y="1375719"/>
                  </a:lnTo>
                  <a:lnTo>
                    <a:pt x="2099635" y="1454693"/>
                  </a:lnTo>
                  <a:lnTo>
                    <a:pt x="2061008" y="1532189"/>
                  </a:lnTo>
                  <a:lnTo>
                    <a:pt x="2022679" y="1607659"/>
                  </a:lnTo>
                  <a:lnTo>
                    <a:pt x="1984697" y="1680616"/>
                  </a:lnTo>
                  <a:lnTo>
                    <a:pt x="1947085" y="1750649"/>
                  </a:lnTo>
                  <a:lnTo>
                    <a:pt x="1909833" y="1817427"/>
                  </a:lnTo>
                  <a:lnTo>
                    <a:pt x="1872894" y="1880703"/>
                  </a:lnTo>
                  <a:lnTo>
                    <a:pt x="1836185" y="1940317"/>
                  </a:lnTo>
                  <a:lnTo>
                    <a:pt x="1799576" y="1996187"/>
                  </a:lnTo>
                  <a:lnTo>
                    <a:pt x="1762893" y="2048310"/>
                  </a:lnTo>
                  <a:lnTo>
                    <a:pt x="1725906" y="2096746"/>
                  </a:lnTo>
                  <a:lnTo>
                    <a:pt x="1719082" y="2105219"/>
                  </a:lnTo>
                  <a:lnTo>
                    <a:pt x="1672112" y="2159552"/>
                  </a:lnTo>
                  <a:lnTo>
                    <a:pt x="1623520" y="2208357"/>
                  </a:lnTo>
                  <a:lnTo>
                    <a:pt x="1572530" y="2251928"/>
                  </a:lnTo>
                  <a:lnTo>
                    <a:pt x="1518273" y="2290754"/>
                  </a:lnTo>
                  <a:lnTo>
                    <a:pt x="1459867" y="2325381"/>
                  </a:lnTo>
                  <a:lnTo>
                    <a:pt x="1396494" y="2356334"/>
                  </a:lnTo>
                  <a:lnTo>
                    <a:pt x="1327498" y="2384073"/>
                  </a:lnTo>
                  <a:lnTo>
                    <a:pt x="1252518" y="2408963"/>
                  </a:lnTo>
                  <a:lnTo>
                    <a:pt x="1171662" y="2431270"/>
                  </a:lnTo>
                  <a:lnTo>
                    <a:pt x="1085712" y="2451152"/>
                  </a:lnTo>
                  <a:lnTo>
                    <a:pt x="996323" y="2468672"/>
                  </a:lnTo>
                  <a:lnTo>
                    <a:pt x="906141" y="2483811"/>
                  </a:lnTo>
                  <a:lnTo>
                    <a:pt x="818748" y="2496514"/>
                  </a:lnTo>
                  <a:lnTo>
                    <a:pt x="738327" y="2506737"/>
                  </a:lnTo>
                  <a:lnTo>
                    <a:pt x="669019" y="2514512"/>
                  </a:lnTo>
                  <a:lnTo>
                    <a:pt x="614100" y="2519988"/>
                  </a:lnTo>
                  <a:lnTo>
                    <a:pt x="575191" y="2523459"/>
                  </a:lnTo>
                  <a:lnTo>
                    <a:pt x="551783" y="2525335"/>
                  </a:lnTo>
                  <a:lnTo>
                    <a:pt x="541180" y="2526102"/>
                  </a:lnTo>
                  <a:lnTo>
                    <a:pt x="538736" y="2526263"/>
                  </a:lnTo>
                  <a:lnTo>
                    <a:pt x="0" y="252626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65" name="pl1065"/>
            <p:cNvSpPr/>
            <p:nvPr/>
          </p:nvSpPr>
          <p:spPr>
            <a:xfrm>
              <a:off x="546595" y="799457"/>
              <a:ext cx="8234974" cy="4992637"/>
            </a:xfrm>
            <a:custGeom>
              <a:avLst/>
              <a:pathLst>
                <a:path w="8234974" h="4992637">
                  <a:moveTo>
                    <a:pt x="0" y="2526263"/>
                  </a:moveTo>
                  <a:lnTo>
                    <a:pt x="538736" y="2526263"/>
                  </a:lnTo>
                  <a:lnTo>
                    <a:pt x="539929" y="2526186"/>
                  </a:lnTo>
                  <a:lnTo>
                    <a:pt x="547729" y="2525637"/>
                  </a:lnTo>
                  <a:lnTo>
                    <a:pt x="567234" y="2524118"/>
                  </a:lnTo>
                  <a:lnTo>
                    <a:pt x="601704" y="2521134"/>
                  </a:lnTo>
                  <a:lnTo>
                    <a:pt x="652266" y="2516249"/>
                  </a:lnTo>
                  <a:lnTo>
                    <a:pt x="717860" y="2509132"/>
                  </a:lnTo>
                  <a:lnTo>
                    <a:pt x="795597" y="2499594"/>
                  </a:lnTo>
                  <a:lnTo>
                    <a:pt x="881491" y="2487575"/>
                  </a:lnTo>
                  <a:lnTo>
                    <a:pt x="971293" y="2473104"/>
                  </a:lnTo>
                  <a:lnTo>
                    <a:pt x="1061210" y="2456240"/>
                  </a:lnTo>
                  <a:lnTo>
                    <a:pt x="1148319" y="2437014"/>
                  </a:lnTo>
                  <a:lnTo>
                    <a:pt x="1230697" y="2415390"/>
                  </a:lnTo>
                  <a:lnTo>
                    <a:pt x="1307340" y="2391237"/>
                  </a:lnTo>
                  <a:lnTo>
                    <a:pt x="1377973" y="2364320"/>
                  </a:lnTo>
                  <a:lnTo>
                    <a:pt x="1442848" y="2334299"/>
                  </a:lnTo>
                  <a:lnTo>
                    <a:pt x="1502552" y="2300739"/>
                  </a:lnTo>
                  <a:lnTo>
                    <a:pt x="1557871" y="2263131"/>
                  </a:lnTo>
                  <a:lnTo>
                    <a:pt x="1609677" y="2220927"/>
                  </a:lnTo>
                  <a:lnTo>
                    <a:pt x="1658850" y="2173612"/>
                  </a:lnTo>
                  <a:lnTo>
                    <a:pt x="1706200" y="2120821"/>
                  </a:lnTo>
                  <a:lnTo>
                    <a:pt x="1719082" y="2105219"/>
                  </a:lnTo>
                  <a:lnTo>
                    <a:pt x="1756154" y="2057446"/>
                  </a:lnTo>
                  <a:lnTo>
                    <a:pt x="1792874" y="2006005"/>
                  </a:lnTo>
                  <a:lnTo>
                    <a:pt x="1829482" y="1950823"/>
                  </a:lnTo>
                  <a:lnTo>
                    <a:pt x="1866162" y="1891890"/>
                  </a:lnTo>
                  <a:lnTo>
                    <a:pt x="1903051" y="1829275"/>
                  </a:lnTo>
                  <a:lnTo>
                    <a:pt x="1940242" y="1763122"/>
                  </a:lnTo>
                  <a:lnTo>
                    <a:pt x="1977786" y="1693663"/>
                  </a:lnTo>
                  <a:lnTo>
                    <a:pt x="2015701" y="1621212"/>
                  </a:lnTo>
                  <a:lnTo>
                    <a:pt x="2053969" y="1546167"/>
                  </a:lnTo>
                  <a:lnTo>
                    <a:pt x="2092547" y="1469003"/>
                  </a:lnTo>
                  <a:lnTo>
                    <a:pt x="2131365" y="1390256"/>
                  </a:lnTo>
                  <a:lnTo>
                    <a:pt x="2170339" y="1310515"/>
                  </a:lnTo>
                  <a:lnTo>
                    <a:pt x="2209373" y="1230400"/>
                  </a:lnTo>
                  <a:lnTo>
                    <a:pt x="2248366" y="1150544"/>
                  </a:lnTo>
                  <a:lnTo>
                    <a:pt x="2287219" y="1071570"/>
                  </a:lnTo>
                  <a:lnTo>
                    <a:pt x="2325847" y="994074"/>
                  </a:lnTo>
                  <a:lnTo>
                    <a:pt x="2364176" y="918604"/>
                  </a:lnTo>
                  <a:lnTo>
                    <a:pt x="2402157" y="845646"/>
                  </a:lnTo>
                  <a:lnTo>
                    <a:pt x="2439769" y="775613"/>
                  </a:lnTo>
                  <a:lnTo>
                    <a:pt x="2477022" y="708836"/>
                  </a:lnTo>
                  <a:lnTo>
                    <a:pt x="2513960" y="645560"/>
                  </a:lnTo>
                  <a:lnTo>
                    <a:pt x="2550670" y="585946"/>
                  </a:lnTo>
                  <a:lnTo>
                    <a:pt x="2587278" y="530076"/>
                  </a:lnTo>
                  <a:lnTo>
                    <a:pt x="2623962" y="477953"/>
                  </a:lnTo>
                  <a:lnTo>
                    <a:pt x="2660948" y="429517"/>
                  </a:lnTo>
                  <a:lnTo>
                    <a:pt x="2667772" y="421043"/>
                  </a:lnTo>
                  <a:lnTo>
                    <a:pt x="2714742" y="366711"/>
                  </a:lnTo>
                  <a:lnTo>
                    <a:pt x="2763334" y="317906"/>
                  </a:lnTo>
                  <a:lnTo>
                    <a:pt x="2814325" y="274335"/>
                  </a:lnTo>
                  <a:lnTo>
                    <a:pt x="2868582" y="235509"/>
                  </a:lnTo>
                  <a:lnTo>
                    <a:pt x="2926988" y="200882"/>
                  </a:lnTo>
                  <a:lnTo>
                    <a:pt x="2990361" y="169928"/>
                  </a:lnTo>
                  <a:lnTo>
                    <a:pt x="3059357" y="142190"/>
                  </a:lnTo>
                  <a:lnTo>
                    <a:pt x="3134337" y="117300"/>
                  </a:lnTo>
                  <a:lnTo>
                    <a:pt x="3215192" y="94993"/>
                  </a:lnTo>
                  <a:lnTo>
                    <a:pt x="3301142" y="75110"/>
                  </a:lnTo>
                  <a:lnTo>
                    <a:pt x="3390532" y="57591"/>
                  </a:lnTo>
                  <a:lnTo>
                    <a:pt x="3480714" y="42452"/>
                  </a:lnTo>
                  <a:lnTo>
                    <a:pt x="3568106" y="29749"/>
                  </a:lnTo>
                  <a:lnTo>
                    <a:pt x="3648528" y="19525"/>
                  </a:lnTo>
                  <a:lnTo>
                    <a:pt x="3717835" y="11751"/>
                  </a:lnTo>
                  <a:lnTo>
                    <a:pt x="3772754" y="6275"/>
                  </a:lnTo>
                  <a:lnTo>
                    <a:pt x="3811663" y="2804"/>
                  </a:lnTo>
                  <a:lnTo>
                    <a:pt x="3835072" y="928"/>
                  </a:lnTo>
                  <a:lnTo>
                    <a:pt x="3845675" y="160"/>
                  </a:lnTo>
                  <a:lnTo>
                    <a:pt x="3848092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03" y="107"/>
                  </a:lnTo>
                  <a:lnTo>
                    <a:pt x="4393292" y="871"/>
                  </a:lnTo>
                  <a:lnTo>
                    <a:pt x="4407421" y="2982"/>
                  </a:lnTo>
                  <a:lnTo>
                    <a:pt x="4432776" y="7141"/>
                  </a:lnTo>
                  <a:lnTo>
                    <a:pt x="4470754" y="14000"/>
                  </a:lnTo>
                  <a:lnTo>
                    <a:pt x="4521350" y="24104"/>
                  </a:lnTo>
                  <a:lnTo>
                    <a:pt x="4583243" y="37837"/>
                  </a:lnTo>
                  <a:lnTo>
                    <a:pt x="4654093" y="55407"/>
                  </a:lnTo>
                  <a:lnTo>
                    <a:pt x="4730991" y="76868"/>
                  </a:lnTo>
                  <a:lnTo>
                    <a:pt x="4810932" y="102173"/>
                  </a:lnTo>
                  <a:lnTo>
                    <a:pt x="4891208" y="131237"/>
                  </a:lnTo>
                  <a:lnTo>
                    <a:pt x="4969651" y="164005"/>
                  </a:lnTo>
                  <a:lnTo>
                    <a:pt x="5044720" y="200498"/>
                  </a:lnTo>
                  <a:lnTo>
                    <a:pt x="5115485" y="240845"/>
                  </a:lnTo>
                  <a:lnTo>
                    <a:pt x="5181527" y="285307"/>
                  </a:lnTo>
                  <a:lnTo>
                    <a:pt x="5242829" y="334272"/>
                  </a:lnTo>
                  <a:lnTo>
                    <a:pt x="5299655" y="388257"/>
                  </a:lnTo>
                  <a:lnTo>
                    <a:pt x="5352458" y="447893"/>
                  </a:lnTo>
                  <a:lnTo>
                    <a:pt x="5401803" y="513902"/>
                  </a:lnTo>
                  <a:lnTo>
                    <a:pt x="5448306" y="587048"/>
                  </a:lnTo>
                  <a:lnTo>
                    <a:pt x="5492592" y="668069"/>
                  </a:lnTo>
                  <a:lnTo>
                    <a:pt x="5535253" y="757552"/>
                  </a:lnTo>
                  <a:lnTo>
                    <a:pt x="5567201" y="832106"/>
                  </a:lnTo>
                  <a:lnTo>
                    <a:pt x="5594951" y="901988"/>
                  </a:lnTo>
                  <a:lnTo>
                    <a:pt x="5622465" y="975891"/>
                  </a:lnTo>
                  <a:lnTo>
                    <a:pt x="5649855" y="1053893"/>
                  </a:lnTo>
                  <a:lnTo>
                    <a:pt x="5677211" y="1136037"/>
                  </a:lnTo>
                  <a:lnTo>
                    <a:pt x="5704607" y="1222324"/>
                  </a:lnTo>
                  <a:lnTo>
                    <a:pt x="5732103" y="1312706"/>
                  </a:lnTo>
                  <a:lnTo>
                    <a:pt x="5759745" y="1407091"/>
                  </a:lnTo>
                  <a:lnTo>
                    <a:pt x="5787564" y="1505333"/>
                  </a:lnTo>
                  <a:lnTo>
                    <a:pt x="5815582" y="1607234"/>
                  </a:lnTo>
                  <a:lnTo>
                    <a:pt x="5843806" y="1712546"/>
                  </a:lnTo>
                  <a:lnTo>
                    <a:pt x="5872236" y="1820966"/>
                  </a:lnTo>
                  <a:lnTo>
                    <a:pt x="5900859" y="1932143"/>
                  </a:lnTo>
                  <a:lnTo>
                    <a:pt x="5929657" y="2045681"/>
                  </a:lnTo>
                  <a:lnTo>
                    <a:pt x="5958601" y="2161143"/>
                  </a:lnTo>
                  <a:lnTo>
                    <a:pt x="5987660" y="2278058"/>
                  </a:lnTo>
                  <a:lnTo>
                    <a:pt x="6016794" y="2395930"/>
                  </a:lnTo>
                  <a:lnTo>
                    <a:pt x="6045965" y="2514245"/>
                  </a:lnTo>
                  <a:lnTo>
                    <a:pt x="6075129" y="2632481"/>
                  </a:lnTo>
                  <a:lnTo>
                    <a:pt x="6104245" y="2750117"/>
                  </a:lnTo>
                  <a:lnTo>
                    <a:pt x="6133272" y="2866644"/>
                  </a:lnTo>
                  <a:lnTo>
                    <a:pt x="6162176" y="2981571"/>
                  </a:lnTo>
                  <a:lnTo>
                    <a:pt x="6190923" y="3094438"/>
                  </a:lnTo>
                  <a:lnTo>
                    <a:pt x="6219489" y="3204820"/>
                  </a:lnTo>
                  <a:lnTo>
                    <a:pt x="6247858" y="3312333"/>
                  </a:lnTo>
                  <a:lnTo>
                    <a:pt x="6276019" y="3416641"/>
                  </a:lnTo>
                  <a:lnTo>
                    <a:pt x="6303975" y="3517458"/>
                  </a:lnTo>
                  <a:lnTo>
                    <a:pt x="6331738" y="3614550"/>
                  </a:lnTo>
                  <a:lnTo>
                    <a:pt x="6359332" y="3707736"/>
                  </a:lnTo>
                  <a:lnTo>
                    <a:pt x="6386792" y="3796885"/>
                  </a:lnTo>
                  <a:lnTo>
                    <a:pt x="6414169" y="3881920"/>
                  </a:lnTo>
                  <a:lnTo>
                    <a:pt x="6441527" y="3962807"/>
                  </a:lnTo>
                  <a:lnTo>
                    <a:pt x="6468944" y="4039562"/>
                  </a:lnTo>
                  <a:lnTo>
                    <a:pt x="6496517" y="4112236"/>
                  </a:lnTo>
                  <a:lnTo>
                    <a:pt x="6515891" y="4160531"/>
                  </a:lnTo>
                  <a:lnTo>
                    <a:pt x="6557658" y="4256699"/>
                  </a:lnTo>
                  <a:lnTo>
                    <a:pt x="6600647" y="4344173"/>
                  </a:lnTo>
                  <a:lnTo>
                    <a:pt x="6645395" y="4423300"/>
                  </a:lnTo>
                  <a:lnTo>
                    <a:pt x="6692504" y="4494716"/>
                  </a:lnTo>
                  <a:lnTo>
                    <a:pt x="6742599" y="4559173"/>
                  </a:lnTo>
                  <a:lnTo>
                    <a:pt x="6796292" y="4617432"/>
                  </a:lnTo>
                  <a:lnTo>
                    <a:pt x="6854125" y="4670195"/>
                  </a:lnTo>
                  <a:lnTo>
                    <a:pt x="6916516" y="4718069"/>
                  </a:lnTo>
                  <a:lnTo>
                    <a:pt x="6983673" y="4761543"/>
                  </a:lnTo>
                  <a:lnTo>
                    <a:pt x="7055494" y="4800975"/>
                  </a:lnTo>
                  <a:lnTo>
                    <a:pt x="7131453" y="4836592"/>
                  </a:lnTo>
                  <a:lnTo>
                    <a:pt x="7210484" y="4868499"/>
                  </a:lnTo>
                  <a:lnTo>
                    <a:pt x="7290898" y="4896695"/>
                  </a:lnTo>
                  <a:lnTo>
                    <a:pt x="7370388" y="4921112"/>
                  </a:lnTo>
                  <a:lnTo>
                    <a:pt x="7446150" y="4941669"/>
                  </a:lnTo>
                  <a:lnTo>
                    <a:pt x="7515161" y="4958335"/>
                  </a:lnTo>
                  <a:lnTo>
                    <a:pt x="7574601" y="4971198"/>
                  </a:lnTo>
                  <a:lnTo>
                    <a:pt x="7622332" y="4980506"/>
                  </a:lnTo>
                  <a:lnTo>
                    <a:pt x="7657319" y="4986683"/>
                  </a:lnTo>
                  <a:lnTo>
                    <a:pt x="7679885" y="4990304"/>
                  </a:lnTo>
                  <a:lnTo>
                    <a:pt x="7691742" y="4992039"/>
                  </a:lnTo>
                  <a:lnTo>
                    <a:pt x="7695850" y="4992589"/>
                  </a:lnTo>
                  <a:lnTo>
                    <a:pt x="7696237" y="4992637"/>
                  </a:lnTo>
                  <a:lnTo>
                    <a:pt x="8234974" y="4992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6" name="pl1066"/>
            <p:cNvSpPr/>
            <p:nvPr/>
          </p:nvSpPr>
          <p:spPr>
            <a:xfrm>
              <a:off x="546595" y="783124"/>
              <a:ext cx="8234974" cy="4992637"/>
            </a:xfrm>
            <a:custGeom>
              <a:avLst/>
              <a:pathLst>
                <a:path w="8234974" h="4992637">
                  <a:moveTo>
                    <a:pt x="8234974" y="4992637"/>
                  </a:move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5" y="76"/>
                  </a:lnTo>
                  <a:lnTo>
                    <a:pt x="3839126" y="626"/>
                  </a:lnTo>
                  <a:lnTo>
                    <a:pt x="3819621" y="2145"/>
                  </a:lnTo>
                  <a:lnTo>
                    <a:pt x="3785151" y="5128"/>
                  </a:lnTo>
                  <a:lnTo>
                    <a:pt x="3734588" y="10014"/>
                  </a:lnTo>
                  <a:lnTo>
                    <a:pt x="3668995" y="17131"/>
                  </a:lnTo>
                  <a:lnTo>
                    <a:pt x="3591257" y="26669"/>
                  </a:lnTo>
                  <a:lnTo>
                    <a:pt x="3505364" y="38688"/>
                  </a:lnTo>
                  <a:lnTo>
                    <a:pt x="3415562" y="53159"/>
                  </a:lnTo>
                  <a:lnTo>
                    <a:pt x="3325645" y="70023"/>
                  </a:lnTo>
                  <a:lnTo>
                    <a:pt x="3238535" y="89249"/>
                  </a:lnTo>
                  <a:lnTo>
                    <a:pt x="3156157" y="110873"/>
                  </a:lnTo>
                  <a:lnTo>
                    <a:pt x="3079515" y="135026"/>
                  </a:lnTo>
                  <a:lnTo>
                    <a:pt x="3008881" y="161943"/>
                  </a:lnTo>
                  <a:lnTo>
                    <a:pt x="2944007" y="191964"/>
                  </a:lnTo>
                  <a:lnTo>
                    <a:pt x="2884303" y="225524"/>
                  </a:lnTo>
                  <a:lnTo>
                    <a:pt x="2828984" y="263132"/>
                  </a:lnTo>
                  <a:lnTo>
                    <a:pt x="2777178" y="305335"/>
                  </a:lnTo>
                  <a:lnTo>
                    <a:pt x="2728005" y="352651"/>
                  </a:lnTo>
                  <a:lnTo>
                    <a:pt x="2680655" y="405442"/>
                  </a:lnTo>
                  <a:lnTo>
                    <a:pt x="2667772" y="421043"/>
                  </a:lnTo>
                  <a:lnTo>
                    <a:pt x="2630700" y="468816"/>
                  </a:lnTo>
                  <a:lnTo>
                    <a:pt x="2593980" y="520257"/>
                  </a:lnTo>
                  <a:lnTo>
                    <a:pt x="2557373" y="575440"/>
                  </a:lnTo>
                  <a:lnTo>
                    <a:pt x="2520692" y="634373"/>
                  </a:lnTo>
                  <a:lnTo>
                    <a:pt x="2483803" y="696988"/>
                  </a:lnTo>
                  <a:lnTo>
                    <a:pt x="2446613" y="763141"/>
                  </a:lnTo>
                  <a:lnTo>
                    <a:pt x="2409068" y="832600"/>
                  </a:lnTo>
                  <a:lnTo>
                    <a:pt x="2371154" y="905051"/>
                  </a:lnTo>
                  <a:lnTo>
                    <a:pt x="2332885" y="980096"/>
                  </a:lnTo>
                  <a:lnTo>
                    <a:pt x="2294308" y="1057260"/>
                  </a:lnTo>
                  <a:lnTo>
                    <a:pt x="2255489" y="1136007"/>
                  </a:lnTo>
                  <a:lnTo>
                    <a:pt x="2216515" y="1215748"/>
                  </a:lnTo>
                  <a:lnTo>
                    <a:pt x="2177481" y="1295863"/>
                  </a:lnTo>
                  <a:lnTo>
                    <a:pt x="2138489" y="1375719"/>
                  </a:lnTo>
                  <a:lnTo>
                    <a:pt x="2099635" y="1454693"/>
                  </a:lnTo>
                  <a:lnTo>
                    <a:pt x="2061008" y="1532189"/>
                  </a:lnTo>
                  <a:lnTo>
                    <a:pt x="2022679" y="1607659"/>
                  </a:lnTo>
                  <a:lnTo>
                    <a:pt x="1984697" y="1680616"/>
                  </a:lnTo>
                  <a:lnTo>
                    <a:pt x="1947085" y="1750649"/>
                  </a:lnTo>
                  <a:lnTo>
                    <a:pt x="1909833" y="1817427"/>
                  </a:lnTo>
                  <a:lnTo>
                    <a:pt x="1872894" y="1880703"/>
                  </a:lnTo>
                  <a:lnTo>
                    <a:pt x="1836185" y="1940317"/>
                  </a:lnTo>
                  <a:lnTo>
                    <a:pt x="1799576" y="1996187"/>
                  </a:lnTo>
                  <a:lnTo>
                    <a:pt x="1762893" y="2048310"/>
                  </a:lnTo>
                  <a:lnTo>
                    <a:pt x="1725906" y="2096746"/>
                  </a:lnTo>
                  <a:lnTo>
                    <a:pt x="1719082" y="2105219"/>
                  </a:lnTo>
                  <a:lnTo>
                    <a:pt x="1672112" y="2159552"/>
                  </a:lnTo>
                  <a:lnTo>
                    <a:pt x="1623520" y="2208357"/>
                  </a:lnTo>
                  <a:lnTo>
                    <a:pt x="1572530" y="2251928"/>
                  </a:lnTo>
                  <a:lnTo>
                    <a:pt x="1518273" y="2290754"/>
                  </a:lnTo>
                  <a:lnTo>
                    <a:pt x="1459867" y="2325381"/>
                  </a:lnTo>
                  <a:lnTo>
                    <a:pt x="1396494" y="2356334"/>
                  </a:lnTo>
                  <a:lnTo>
                    <a:pt x="1327498" y="2384073"/>
                  </a:lnTo>
                  <a:lnTo>
                    <a:pt x="1252518" y="2408963"/>
                  </a:lnTo>
                  <a:lnTo>
                    <a:pt x="1171662" y="2431270"/>
                  </a:lnTo>
                  <a:lnTo>
                    <a:pt x="1085712" y="2451152"/>
                  </a:lnTo>
                  <a:lnTo>
                    <a:pt x="996323" y="2468672"/>
                  </a:lnTo>
                  <a:lnTo>
                    <a:pt x="906141" y="2483811"/>
                  </a:lnTo>
                  <a:lnTo>
                    <a:pt x="818748" y="2496514"/>
                  </a:lnTo>
                  <a:lnTo>
                    <a:pt x="738327" y="2506737"/>
                  </a:lnTo>
                  <a:lnTo>
                    <a:pt x="669019" y="2514512"/>
                  </a:lnTo>
                  <a:lnTo>
                    <a:pt x="614100" y="2519988"/>
                  </a:lnTo>
                  <a:lnTo>
                    <a:pt x="575191" y="2523459"/>
                  </a:lnTo>
                  <a:lnTo>
                    <a:pt x="551783" y="2525335"/>
                  </a:lnTo>
                  <a:lnTo>
                    <a:pt x="541180" y="2526102"/>
                  </a:lnTo>
                  <a:lnTo>
                    <a:pt x="538763" y="2526262"/>
                  </a:lnTo>
                  <a:lnTo>
                    <a:pt x="538736" y="2526263"/>
                  </a:lnTo>
                  <a:lnTo>
                    <a:pt x="0" y="25262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7" name="pg1067"/>
            <p:cNvSpPr/>
            <p:nvPr/>
          </p:nvSpPr>
          <p:spPr>
            <a:xfrm>
              <a:off x="546595" y="451007"/>
              <a:ext cx="8234974" cy="3751284"/>
            </a:xfrm>
            <a:custGeom>
              <a:avLst/>
              <a:pathLst>
                <a:path w="8234974" h="3751284">
                  <a:moveTo>
                    <a:pt x="0" y="3402833"/>
                  </a:moveTo>
                  <a:lnTo>
                    <a:pt x="538736" y="3402833"/>
                  </a:lnTo>
                  <a:lnTo>
                    <a:pt x="540037" y="3402845"/>
                  </a:lnTo>
                  <a:lnTo>
                    <a:pt x="548521" y="3402928"/>
                  </a:lnTo>
                  <a:lnTo>
                    <a:pt x="569672" y="3403157"/>
                  </a:lnTo>
                  <a:lnTo>
                    <a:pt x="606883" y="3403606"/>
                  </a:lnTo>
                  <a:lnTo>
                    <a:pt x="661131" y="3404341"/>
                  </a:lnTo>
                  <a:lnTo>
                    <a:pt x="730962" y="3405406"/>
                  </a:lnTo>
                  <a:lnTo>
                    <a:pt x="812969" y="3406829"/>
                  </a:lnTo>
                  <a:lnTo>
                    <a:pt x="902680" y="3408615"/>
                  </a:lnTo>
                  <a:lnTo>
                    <a:pt x="995515" y="3410757"/>
                  </a:lnTo>
                  <a:lnTo>
                    <a:pt x="1087546" y="3413247"/>
                  </a:lnTo>
                  <a:lnTo>
                    <a:pt x="1175886" y="3416083"/>
                  </a:lnTo>
                  <a:lnTo>
                    <a:pt x="1258767" y="3419275"/>
                  </a:lnTo>
                  <a:lnTo>
                    <a:pt x="1335388" y="3422847"/>
                  </a:lnTo>
                  <a:lnTo>
                    <a:pt x="1405687" y="3426841"/>
                  </a:lnTo>
                  <a:lnTo>
                    <a:pt x="1470107" y="3431314"/>
                  </a:lnTo>
                  <a:lnTo>
                    <a:pt x="1529399" y="3436337"/>
                  </a:lnTo>
                  <a:lnTo>
                    <a:pt x="1584476" y="3441990"/>
                  </a:lnTo>
                  <a:lnTo>
                    <a:pt x="1636304" y="3448355"/>
                  </a:lnTo>
                  <a:lnTo>
                    <a:pt x="1685813" y="3455500"/>
                  </a:lnTo>
                  <a:lnTo>
                    <a:pt x="1719082" y="3460908"/>
                  </a:lnTo>
                  <a:lnTo>
                    <a:pt x="1771119" y="3470322"/>
                  </a:lnTo>
                  <a:lnTo>
                    <a:pt x="1822657" y="3480746"/>
                  </a:lnTo>
                  <a:lnTo>
                    <a:pt x="1874270" y="3492193"/>
                  </a:lnTo>
                  <a:lnTo>
                    <a:pt x="1926337" y="3504637"/>
                  </a:lnTo>
                  <a:lnTo>
                    <a:pt x="1979068" y="3518008"/>
                  </a:lnTo>
                  <a:lnTo>
                    <a:pt x="2032527" y="3532190"/>
                  </a:lnTo>
                  <a:lnTo>
                    <a:pt x="2086649" y="3547024"/>
                  </a:lnTo>
                  <a:lnTo>
                    <a:pt x="2141268" y="3562312"/>
                  </a:lnTo>
                  <a:lnTo>
                    <a:pt x="2196146" y="3577828"/>
                  </a:lnTo>
                  <a:lnTo>
                    <a:pt x="2251011" y="3593333"/>
                  </a:lnTo>
                  <a:lnTo>
                    <a:pt x="2305591" y="3608586"/>
                  </a:lnTo>
                  <a:lnTo>
                    <a:pt x="2359653" y="3623363"/>
                  </a:lnTo>
                  <a:lnTo>
                    <a:pt x="2413040" y="3637471"/>
                  </a:lnTo>
                  <a:lnTo>
                    <a:pt x="2465701" y="3650755"/>
                  </a:lnTo>
                  <a:lnTo>
                    <a:pt x="2517711" y="3663102"/>
                  </a:lnTo>
                  <a:lnTo>
                    <a:pt x="2569296" y="3674448"/>
                  </a:lnTo>
                  <a:lnTo>
                    <a:pt x="2620854" y="3684771"/>
                  </a:lnTo>
                  <a:lnTo>
                    <a:pt x="2667772" y="3693209"/>
                  </a:lnTo>
                  <a:lnTo>
                    <a:pt x="2716162" y="3700914"/>
                  </a:lnTo>
                  <a:lnTo>
                    <a:pt x="2766295" y="3707812"/>
                  </a:lnTo>
                  <a:lnTo>
                    <a:pt x="2819025" y="3713948"/>
                  </a:lnTo>
                  <a:lnTo>
                    <a:pt x="2875303" y="3719397"/>
                  </a:lnTo>
                  <a:lnTo>
                    <a:pt x="2936089" y="3724242"/>
                  </a:lnTo>
                  <a:lnTo>
                    <a:pt x="3002259" y="3728559"/>
                  </a:lnTo>
                  <a:lnTo>
                    <a:pt x="3074486" y="3732418"/>
                  </a:lnTo>
                  <a:lnTo>
                    <a:pt x="3153079" y="3735868"/>
                  </a:lnTo>
                  <a:lnTo>
                    <a:pt x="3237776" y="3738948"/>
                  </a:lnTo>
                  <a:lnTo>
                    <a:pt x="3327498" y="3741677"/>
                  </a:lnTo>
                  <a:lnTo>
                    <a:pt x="3420138" y="3744060"/>
                  </a:lnTo>
                  <a:lnTo>
                    <a:pt x="3512468" y="3746093"/>
                  </a:lnTo>
                  <a:lnTo>
                    <a:pt x="3600298" y="3747767"/>
                  </a:lnTo>
                  <a:lnTo>
                    <a:pt x="3678986" y="3749078"/>
                  </a:lnTo>
                  <a:lnTo>
                    <a:pt x="3744283" y="3750037"/>
                  </a:lnTo>
                  <a:lnTo>
                    <a:pt x="3793308" y="3750677"/>
                  </a:lnTo>
                  <a:lnTo>
                    <a:pt x="3825329" y="3751051"/>
                  </a:lnTo>
                  <a:lnTo>
                    <a:pt x="3842093" y="3751227"/>
                  </a:lnTo>
                  <a:lnTo>
                    <a:pt x="3847682" y="3751280"/>
                  </a:lnTo>
                  <a:lnTo>
                    <a:pt x="3848118" y="3751284"/>
                  </a:lnTo>
                  <a:lnTo>
                    <a:pt x="4386855" y="3751284"/>
                  </a:lnTo>
                  <a:lnTo>
                    <a:pt x="4387802" y="3751194"/>
                  </a:lnTo>
                  <a:lnTo>
                    <a:pt x="4394028" y="3750551"/>
                  </a:lnTo>
                  <a:lnTo>
                    <a:pt x="4409716" y="3748776"/>
                  </a:lnTo>
                  <a:lnTo>
                    <a:pt x="4437740" y="3745283"/>
                  </a:lnTo>
                  <a:lnTo>
                    <a:pt x="4479455" y="3739532"/>
                  </a:lnTo>
                  <a:lnTo>
                    <a:pt x="4534592" y="3731088"/>
                  </a:lnTo>
                  <a:lnTo>
                    <a:pt x="4601401" y="3719660"/>
                  </a:lnTo>
                  <a:lnTo>
                    <a:pt x="4677062" y="3705107"/>
                  </a:lnTo>
                  <a:lnTo>
                    <a:pt x="4758242" y="3687414"/>
                  </a:lnTo>
                  <a:lnTo>
                    <a:pt x="4841650" y="3666636"/>
                  </a:lnTo>
                  <a:lnTo>
                    <a:pt x="4924454" y="3642840"/>
                  </a:lnTo>
                  <a:lnTo>
                    <a:pt x="5004506" y="3616051"/>
                  </a:lnTo>
                  <a:lnTo>
                    <a:pt x="5080391" y="3586213"/>
                  </a:lnTo>
                  <a:lnTo>
                    <a:pt x="5151356" y="3553167"/>
                  </a:lnTo>
                  <a:lnTo>
                    <a:pt x="5217177" y="3516638"/>
                  </a:lnTo>
                  <a:lnTo>
                    <a:pt x="5278023" y="3476241"/>
                  </a:lnTo>
                  <a:lnTo>
                    <a:pt x="5334326" y="3431482"/>
                  </a:lnTo>
                  <a:lnTo>
                    <a:pt x="5386679" y="3381781"/>
                  </a:lnTo>
                  <a:lnTo>
                    <a:pt x="5435758" y="3326503"/>
                  </a:lnTo>
                  <a:lnTo>
                    <a:pt x="5482265" y="3265016"/>
                  </a:lnTo>
                  <a:lnTo>
                    <a:pt x="5526874" y="3196781"/>
                  </a:lnTo>
                  <a:lnTo>
                    <a:pt x="5567201" y="3126977"/>
                  </a:lnTo>
                  <a:lnTo>
                    <a:pt x="5598766" y="3067062"/>
                  </a:lnTo>
                  <a:lnTo>
                    <a:pt x="5630046" y="3003228"/>
                  </a:lnTo>
                  <a:lnTo>
                    <a:pt x="5661199" y="2935394"/>
                  </a:lnTo>
                  <a:lnTo>
                    <a:pt x="5692350" y="2863530"/>
                  </a:lnTo>
                  <a:lnTo>
                    <a:pt x="5723598" y="2787660"/>
                  </a:lnTo>
                  <a:lnTo>
                    <a:pt x="5755018" y="2707868"/>
                  </a:lnTo>
                  <a:lnTo>
                    <a:pt x="5786662" y="2624299"/>
                  </a:lnTo>
                  <a:lnTo>
                    <a:pt x="5818561" y="2537168"/>
                  </a:lnTo>
                  <a:lnTo>
                    <a:pt x="5850729" y="2446751"/>
                  </a:lnTo>
                  <a:lnTo>
                    <a:pt x="5883159" y="2353394"/>
                  </a:lnTo>
                  <a:lnTo>
                    <a:pt x="5915832" y="2257500"/>
                  </a:lnTo>
                  <a:lnTo>
                    <a:pt x="5948713" y="2159528"/>
                  </a:lnTo>
                  <a:lnTo>
                    <a:pt x="5981757" y="2059985"/>
                  </a:lnTo>
                  <a:lnTo>
                    <a:pt x="6014910" y="1959413"/>
                  </a:lnTo>
                  <a:lnTo>
                    <a:pt x="6048112" y="1858378"/>
                  </a:lnTo>
                  <a:lnTo>
                    <a:pt x="6081302" y="1757457"/>
                  </a:lnTo>
                  <a:lnTo>
                    <a:pt x="6114419" y="1657225"/>
                  </a:lnTo>
                  <a:lnTo>
                    <a:pt x="6147404" y="1558240"/>
                  </a:lnTo>
                  <a:lnTo>
                    <a:pt x="6180208" y="1461032"/>
                  </a:lnTo>
                  <a:lnTo>
                    <a:pt x="6212788" y="1366089"/>
                  </a:lnTo>
                  <a:lnTo>
                    <a:pt x="6245116" y="1273850"/>
                  </a:lnTo>
                  <a:lnTo>
                    <a:pt x="6277177" y="1184695"/>
                  </a:lnTo>
                  <a:lnTo>
                    <a:pt x="6308973" y="1098942"/>
                  </a:lnTo>
                  <a:lnTo>
                    <a:pt x="6340523" y="1016845"/>
                  </a:lnTo>
                  <a:lnTo>
                    <a:pt x="6371868" y="938590"/>
                  </a:lnTo>
                  <a:lnTo>
                    <a:pt x="6403067" y="864297"/>
                  </a:lnTo>
                  <a:lnTo>
                    <a:pt x="6434206" y="794027"/>
                  </a:lnTo>
                  <a:lnTo>
                    <a:pt x="6465393" y="727782"/>
                  </a:lnTo>
                  <a:lnTo>
                    <a:pt x="6496765" y="665510"/>
                  </a:lnTo>
                  <a:lnTo>
                    <a:pt x="6515891" y="629751"/>
                  </a:lnTo>
                  <a:lnTo>
                    <a:pt x="6559272" y="554975"/>
                  </a:lnTo>
                  <a:lnTo>
                    <a:pt x="6603992" y="487223"/>
                  </a:lnTo>
                  <a:lnTo>
                    <a:pt x="6650655" y="426187"/>
                  </a:lnTo>
                  <a:lnTo>
                    <a:pt x="6699940" y="371318"/>
                  </a:lnTo>
                  <a:lnTo>
                    <a:pt x="6752546" y="321981"/>
                  </a:lnTo>
                  <a:lnTo>
                    <a:pt x="6809147" y="277543"/>
                  </a:lnTo>
                  <a:lnTo>
                    <a:pt x="6870328" y="237429"/>
                  </a:lnTo>
                  <a:lnTo>
                    <a:pt x="6936505" y="201154"/>
                  </a:lnTo>
                  <a:lnTo>
                    <a:pt x="7007824" y="168339"/>
                  </a:lnTo>
                  <a:lnTo>
                    <a:pt x="7084030" y="138717"/>
                  </a:lnTo>
                  <a:lnTo>
                    <a:pt x="7164328" y="112136"/>
                  </a:lnTo>
                  <a:lnTo>
                    <a:pt x="7247252" y="88549"/>
                  </a:lnTo>
                  <a:lnTo>
                    <a:pt x="7330603" y="67983"/>
                  </a:lnTo>
                  <a:lnTo>
                    <a:pt x="7411509" y="50507"/>
                  </a:lnTo>
                  <a:lnTo>
                    <a:pt x="7486660" y="36173"/>
                  </a:lnTo>
                  <a:lnTo>
                    <a:pt x="7552739" y="24958"/>
                  </a:lnTo>
                  <a:lnTo>
                    <a:pt x="7606984" y="16713"/>
                  </a:lnTo>
                  <a:lnTo>
                    <a:pt x="7647738" y="11135"/>
                  </a:lnTo>
                  <a:lnTo>
                    <a:pt x="7674842" y="7779"/>
                  </a:lnTo>
                  <a:lnTo>
                    <a:pt x="7689762" y="6102"/>
                  </a:lnTo>
                  <a:lnTo>
                    <a:pt x="7695471" y="55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18" y="3745827"/>
                  </a:lnTo>
                  <a:lnTo>
                    <a:pt x="3838333" y="3745745"/>
                  </a:lnTo>
                  <a:lnTo>
                    <a:pt x="3817183" y="3745516"/>
                  </a:lnTo>
                  <a:lnTo>
                    <a:pt x="3779972" y="3745066"/>
                  </a:lnTo>
                  <a:lnTo>
                    <a:pt x="3725723" y="3744332"/>
                  </a:lnTo>
                  <a:lnTo>
                    <a:pt x="3655893" y="3743266"/>
                  </a:lnTo>
                  <a:lnTo>
                    <a:pt x="3573886" y="3741843"/>
                  </a:lnTo>
                  <a:lnTo>
                    <a:pt x="3484175" y="3740058"/>
                  </a:lnTo>
                  <a:lnTo>
                    <a:pt x="3391339" y="3737915"/>
                  </a:lnTo>
                  <a:lnTo>
                    <a:pt x="3299309" y="3735425"/>
                  </a:lnTo>
                  <a:lnTo>
                    <a:pt x="3210968" y="3732589"/>
                  </a:lnTo>
                  <a:lnTo>
                    <a:pt x="3128087" y="3729397"/>
                  </a:lnTo>
                  <a:lnTo>
                    <a:pt x="3051466" y="3725825"/>
                  </a:lnTo>
                  <a:lnTo>
                    <a:pt x="2981167" y="3721831"/>
                  </a:lnTo>
                  <a:lnTo>
                    <a:pt x="2916747" y="3717358"/>
                  </a:lnTo>
                  <a:lnTo>
                    <a:pt x="2857455" y="3712335"/>
                  </a:lnTo>
                  <a:lnTo>
                    <a:pt x="2802379" y="3706682"/>
                  </a:lnTo>
                  <a:lnTo>
                    <a:pt x="2750551" y="3700318"/>
                  </a:lnTo>
                  <a:lnTo>
                    <a:pt x="2701041" y="3693173"/>
                  </a:lnTo>
                  <a:lnTo>
                    <a:pt x="2667772" y="3687764"/>
                  </a:lnTo>
                  <a:lnTo>
                    <a:pt x="2615735" y="3678350"/>
                  </a:lnTo>
                  <a:lnTo>
                    <a:pt x="2564197" y="3667926"/>
                  </a:lnTo>
                  <a:lnTo>
                    <a:pt x="2512584" y="3656479"/>
                  </a:lnTo>
                  <a:lnTo>
                    <a:pt x="2460518" y="3644035"/>
                  </a:lnTo>
                  <a:lnTo>
                    <a:pt x="2407786" y="3630665"/>
                  </a:lnTo>
                  <a:lnTo>
                    <a:pt x="2354328" y="3616482"/>
                  </a:lnTo>
                  <a:lnTo>
                    <a:pt x="2300206" y="3601648"/>
                  </a:lnTo>
                  <a:lnTo>
                    <a:pt x="2245587" y="3586360"/>
                  </a:lnTo>
                  <a:lnTo>
                    <a:pt x="2190708" y="3570844"/>
                  </a:lnTo>
                  <a:lnTo>
                    <a:pt x="2135843" y="3555340"/>
                  </a:lnTo>
                  <a:lnTo>
                    <a:pt x="2081264" y="3540087"/>
                  </a:lnTo>
                  <a:lnTo>
                    <a:pt x="2027202" y="3525309"/>
                  </a:lnTo>
                  <a:lnTo>
                    <a:pt x="1973814" y="3511201"/>
                  </a:lnTo>
                  <a:lnTo>
                    <a:pt x="1921154" y="3497918"/>
                  </a:lnTo>
                  <a:lnTo>
                    <a:pt x="1869144" y="3485570"/>
                  </a:lnTo>
                  <a:lnTo>
                    <a:pt x="1817558" y="3474224"/>
                  </a:lnTo>
                  <a:lnTo>
                    <a:pt x="1766000" y="3463901"/>
                  </a:lnTo>
                  <a:lnTo>
                    <a:pt x="1719082" y="3455464"/>
                  </a:lnTo>
                  <a:lnTo>
                    <a:pt x="1670692" y="3447758"/>
                  </a:lnTo>
                  <a:lnTo>
                    <a:pt x="1620560" y="3440860"/>
                  </a:lnTo>
                  <a:lnTo>
                    <a:pt x="1567830" y="3434724"/>
                  </a:lnTo>
                  <a:lnTo>
                    <a:pt x="1511551" y="3429275"/>
                  </a:lnTo>
                  <a:lnTo>
                    <a:pt x="1450766" y="3424431"/>
                  </a:lnTo>
                  <a:lnTo>
                    <a:pt x="1384596" y="3420113"/>
                  </a:lnTo>
                  <a:lnTo>
                    <a:pt x="1312369" y="3416255"/>
                  </a:lnTo>
                  <a:lnTo>
                    <a:pt x="1233775" y="3412804"/>
                  </a:lnTo>
                  <a:lnTo>
                    <a:pt x="1149079" y="3409724"/>
                  </a:lnTo>
                  <a:lnTo>
                    <a:pt x="1059357" y="3406995"/>
                  </a:lnTo>
                  <a:lnTo>
                    <a:pt x="966717" y="3404612"/>
                  </a:lnTo>
                  <a:lnTo>
                    <a:pt x="874387" y="3402579"/>
                  </a:lnTo>
                  <a:lnTo>
                    <a:pt x="786557" y="3400906"/>
                  </a:lnTo>
                  <a:lnTo>
                    <a:pt x="707869" y="3399595"/>
                  </a:lnTo>
                  <a:lnTo>
                    <a:pt x="642572" y="3398635"/>
                  </a:lnTo>
                  <a:lnTo>
                    <a:pt x="593547" y="3397995"/>
                  </a:lnTo>
                  <a:lnTo>
                    <a:pt x="561526" y="3397621"/>
                  </a:lnTo>
                  <a:lnTo>
                    <a:pt x="544761" y="3397446"/>
                  </a:lnTo>
                  <a:lnTo>
                    <a:pt x="539173" y="3397393"/>
                  </a:lnTo>
                  <a:lnTo>
                    <a:pt x="538736" y="3397389"/>
                  </a:lnTo>
                  <a:lnTo>
                    <a:pt x="0" y="3397389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68" name="pl1068"/>
            <p:cNvSpPr/>
            <p:nvPr/>
          </p:nvSpPr>
          <p:spPr>
            <a:xfrm>
              <a:off x="546595" y="456452"/>
              <a:ext cx="8234974" cy="3745839"/>
            </a:xfrm>
            <a:custGeom>
              <a:avLst/>
              <a:pathLst>
                <a:path w="8234974" h="3745839">
                  <a:moveTo>
                    <a:pt x="0" y="3397389"/>
                  </a:moveTo>
                  <a:lnTo>
                    <a:pt x="538736" y="3397389"/>
                  </a:lnTo>
                  <a:lnTo>
                    <a:pt x="540037" y="3397400"/>
                  </a:lnTo>
                  <a:lnTo>
                    <a:pt x="548521" y="3397483"/>
                  </a:lnTo>
                  <a:lnTo>
                    <a:pt x="569672" y="3397712"/>
                  </a:lnTo>
                  <a:lnTo>
                    <a:pt x="606883" y="3398162"/>
                  </a:lnTo>
                  <a:lnTo>
                    <a:pt x="661131" y="3398896"/>
                  </a:lnTo>
                  <a:lnTo>
                    <a:pt x="730962" y="3399962"/>
                  </a:lnTo>
                  <a:lnTo>
                    <a:pt x="812969" y="3401385"/>
                  </a:lnTo>
                  <a:lnTo>
                    <a:pt x="902680" y="3403170"/>
                  </a:lnTo>
                  <a:lnTo>
                    <a:pt x="995515" y="3405312"/>
                  </a:lnTo>
                  <a:lnTo>
                    <a:pt x="1087546" y="3407803"/>
                  </a:lnTo>
                  <a:lnTo>
                    <a:pt x="1175886" y="3410639"/>
                  </a:lnTo>
                  <a:lnTo>
                    <a:pt x="1258767" y="3413831"/>
                  </a:lnTo>
                  <a:lnTo>
                    <a:pt x="1335388" y="3417403"/>
                  </a:lnTo>
                  <a:lnTo>
                    <a:pt x="1405687" y="3421397"/>
                  </a:lnTo>
                  <a:lnTo>
                    <a:pt x="1470107" y="3425870"/>
                  </a:lnTo>
                  <a:lnTo>
                    <a:pt x="1529399" y="3430893"/>
                  </a:lnTo>
                  <a:lnTo>
                    <a:pt x="1584476" y="3436545"/>
                  </a:lnTo>
                  <a:lnTo>
                    <a:pt x="1636304" y="3442910"/>
                  </a:lnTo>
                  <a:lnTo>
                    <a:pt x="1685813" y="3450055"/>
                  </a:lnTo>
                  <a:lnTo>
                    <a:pt x="1719082" y="3455464"/>
                  </a:lnTo>
                  <a:lnTo>
                    <a:pt x="1771119" y="3464878"/>
                  </a:lnTo>
                  <a:lnTo>
                    <a:pt x="1822657" y="3475302"/>
                  </a:lnTo>
                  <a:lnTo>
                    <a:pt x="1874270" y="3486749"/>
                  </a:lnTo>
                  <a:lnTo>
                    <a:pt x="1926337" y="3499193"/>
                  </a:lnTo>
                  <a:lnTo>
                    <a:pt x="1979068" y="3512563"/>
                  </a:lnTo>
                  <a:lnTo>
                    <a:pt x="2032527" y="3526745"/>
                  </a:lnTo>
                  <a:lnTo>
                    <a:pt x="2086649" y="3541579"/>
                  </a:lnTo>
                  <a:lnTo>
                    <a:pt x="2141268" y="3556867"/>
                  </a:lnTo>
                  <a:lnTo>
                    <a:pt x="2196146" y="3572384"/>
                  </a:lnTo>
                  <a:lnTo>
                    <a:pt x="2251011" y="3587888"/>
                  </a:lnTo>
                  <a:lnTo>
                    <a:pt x="2305591" y="3603141"/>
                  </a:lnTo>
                  <a:lnTo>
                    <a:pt x="2359653" y="3617919"/>
                  </a:lnTo>
                  <a:lnTo>
                    <a:pt x="2413040" y="3632027"/>
                  </a:lnTo>
                  <a:lnTo>
                    <a:pt x="2465701" y="3645310"/>
                  </a:lnTo>
                  <a:lnTo>
                    <a:pt x="2517711" y="3657658"/>
                  </a:lnTo>
                  <a:lnTo>
                    <a:pt x="2569296" y="3669004"/>
                  </a:lnTo>
                  <a:lnTo>
                    <a:pt x="2620854" y="3679327"/>
                  </a:lnTo>
                  <a:lnTo>
                    <a:pt x="2667772" y="3687764"/>
                  </a:lnTo>
                  <a:lnTo>
                    <a:pt x="2716162" y="3695469"/>
                  </a:lnTo>
                  <a:lnTo>
                    <a:pt x="2766295" y="3702367"/>
                  </a:lnTo>
                  <a:lnTo>
                    <a:pt x="2819025" y="3708504"/>
                  </a:lnTo>
                  <a:lnTo>
                    <a:pt x="2875303" y="3713953"/>
                  </a:lnTo>
                  <a:lnTo>
                    <a:pt x="2936089" y="3718797"/>
                  </a:lnTo>
                  <a:lnTo>
                    <a:pt x="3002259" y="3723115"/>
                  </a:lnTo>
                  <a:lnTo>
                    <a:pt x="3074486" y="3726973"/>
                  </a:lnTo>
                  <a:lnTo>
                    <a:pt x="3153079" y="3730424"/>
                  </a:lnTo>
                  <a:lnTo>
                    <a:pt x="3237776" y="3733504"/>
                  </a:lnTo>
                  <a:lnTo>
                    <a:pt x="3327498" y="3736232"/>
                  </a:lnTo>
                  <a:lnTo>
                    <a:pt x="3420138" y="3738616"/>
                  </a:lnTo>
                  <a:lnTo>
                    <a:pt x="3512468" y="3740649"/>
                  </a:lnTo>
                  <a:lnTo>
                    <a:pt x="3600298" y="3742322"/>
                  </a:lnTo>
                  <a:lnTo>
                    <a:pt x="3678986" y="3743633"/>
                  </a:lnTo>
                  <a:lnTo>
                    <a:pt x="3744283" y="3744593"/>
                  </a:lnTo>
                  <a:lnTo>
                    <a:pt x="3793308" y="3745233"/>
                  </a:lnTo>
                  <a:lnTo>
                    <a:pt x="3825329" y="3745607"/>
                  </a:lnTo>
                  <a:lnTo>
                    <a:pt x="3842093" y="3745782"/>
                  </a:lnTo>
                  <a:lnTo>
                    <a:pt x="3847682" y="3745835"/>
                  </a:lnTo>
                  <a:lnTo>
                    <a:pt x="3848118" y="3745839"/>
                  </a:lnTo>
                  <a:lnTo>
                    <a:pt x="4386855" y="3745839"/>
                  </a:lnTo>
                  <a:lnTo>
                    <a:pt x="4387802" y="3745749"/>
                  </a:lnTo>
                  <a:lnTo>
                    <a:pt x="4394028" y="3745107"/>
                  </a:lnTo>
                  <a:lnTo>
                    <a:pt x="4409716" y="3743332"/>
                  </a:lnTo>
                  <a:lnTo>
                    <a:pt x="4437740" y="3739838"/>
                  </a:lnTo>
                  <a:lnTo>
                    <a:pt x="4479455" y="3734087"/>
                  </a:lnTo>
                  <a:lnTo>
                    <a:pt x="4534592" y="3725643"/>
                  </a:lnTo>
                  <a:lnTo>
                    <a:pt x="4601401" y="3714215"/>
                  </a:lnTo>
                  <a:lnTo>
                    <a:pt x="4677062" y="3699663"/>
                  </a:lnTo>
                  <a:lnTo>
                    <a:pt x="4758242" y="3681970"/>
                  </a:lnTo>
                  <a:lnTo>
                    <a:pt x="4841650" y="3661191"/>
                  </a:lnTo>
                  <a:lnTo>
                    <a:pt x="4924454" y="3637395"/>
                  </a:lnTo>
                  <a:lnTo>
                    <a:pt x="5004506" y="3610606"/>
                  </a:lnTo>
                  <a:lnTo>
                    <a:pt x="5080391" y="3580768"/>
                  </a:lnTo>
                  <a:lnTo>
                    <a:pt x="5151356" y="3547722"/>
                  </a:lnTo>
                  <a:lnTo>
                    <a:pt x="5217177" y="3511194"/>
                  </a:lnTo>
                  <a:lnTo>
                    <a:pt x="5278023" y="3470796"/>
                  </a:lnTo>
                  <a:lnTo>
                    <a:pt x="5334326" y="3426037"/>
                  </a:lnTo>
                  <a:lnTo>
                    <a:pt x="5386679" y="3376336"/>
                  </a:lnTo>
                  <a:lnTo>
                    <a:pt x="5435758" y="3321059"/>
                  </a:lnTo>
                  <a:lnTo>
                    <a:pt x="5482265" y="3259571"/>
                  </a:lnTo>
                  <a:lnTo>
                    <a:pt x="5526874" y="3191337"/>
                  </a:lnTo>
                  <a:lnTo>
                    <a:pt x="5567201" y="3121532"/>
                  </a:lnTo>
                  <a:lnTo>
                    <a:pt x="5598766" y="3061618"/>
                  </a:lnTo>
                  <a:lnTo>
                    <a:pt x="5630046" y="2997784"/>
                  </a:lnTo>
                  <a:lnTo>
                    <a:pt x="5661199" y="2929950"/>
                  </a:lnTo>
                  <a:lnTo>
                    <a:pt x="5692350" y="2858086"/>
                  </a:lnTo>
                  <a:lnTo>
                    <a:pt x="5723598" y="2782216"/>
                  </a:lnTo>
                  <a:lnTo>
                    <a:pt x="5755018" y="2702423"/>
                  </a:lnTo>
                  <a:lnTo>
                    <a:pt x="5786662" y="2618855"/>
                  </a:lnTo>
                  <a:lnTo>
                    <a:pt x="5818561" y="2531723"/>
                  </a:lnTo>
                  <a:lnTo>
                    <a:pt x="5850729" y="2441307"/>
                  </a:lnTo>
                  <a:lnTo>
                    <a:pt x="5883159" y="2347949"/>
                  </a:lnTo>
                  <a:lnTo>
                    <a:pt x="5915832" y="2252055"/>
                  </a:lnTo>
                  <a:lnTo>
                    <a:pt x="5948713" y="2154084"/>
                  </a:lnTo>
                  <a:lnTo>
                    <a:pt x="5981757" y="2054541"/>
                  </a:lnTo>
                  <a:lnTo>
                    <a:pt x="6014910" y="1953968"/>
                  </a:lnTo>
                  <a:lnTo>
                    <a:pt x="6048112" y="1852933"/>
                  </a:lnTo>
                  <a:lnTo>
                    <a:pt x="6081302" y="1752012"/>
                  </a:lnTo>
                  <a:lnTo>
                    <a:pt x="6114419" y="1651780"/>
                  </a:lnTo>
                  <a:lnTo>
                    <a:pt x="6147404" y="1552796"/>
                  </a:lnTo>
                  <a:lnTo>
                    <a:pt x="6180208" y="1455587"/>
                  </a:lnTo>
                  <a:lnTo>
                    <a:pt x="6212788" y="1360644"/>
                  </a:lnTo>
                  <a:lnTo>
                    <a:pt x="6245116" y="1268405"/>
                  </a:lnTo>
                  <a:lnTo>
                    <a:pt x="6277177" y="1179250"/>
                  </a:lnTo>
                  <a:lnTo>
                    <a:pt x="6308973" y="1093498"/>
                  </a:lnTo>
                  <a:lnTo>
                    <a:pt x="6340523" y="1011401"/>
                  </a:lnTo>
                  <a:lnTo>
                    <a:pt x="6371868" y="933145"/>
                  </a:lnTo>
                  <a:lnTo>
                    <a:pt x="6403067" y="858853"/>
                  </a:lnTo>
                  <a:lnTo>
                    <a:pt x="6434206" y="788583"/>
                  </a:lnTo>
                  <a:lnTo>
                    <a:pt x="6465393" y="722337"/>
                  </a:lnTo>
                  <a:lnTo>
                    <a:pt x="6496765" y="660065"/>
                  </a:lnTo>
                  <a:lnTo>
                    <a:pt x="6515891" y="624306"/>
                  </a:lnTo>
                  <a:lnTo>
                    <a:pt x="6559272" y="549531"/>
                  </a:lnTo>
                  <a:lnTo>
                    <a:pt x="6603992" y="481779"/>
                  </a:lnTo>
                  <a:lnTo>
                    <a:pt x="6650655" y="420742"/>
                  </a:lnTo>
                  <a:lnTo>
                    <a:pt x="6699940" y="365873"/>
                  </a:lnTo>
                  <a:lnTo>
                    <a:pt x="6752546" y="316536"/>
                  </a:lnTo>
                  <a:lnTo>
                    <a:pt x="6809147" y="272098"/>
                  </a:lnTo>
                  <a:lnTo>
                    <a:pt x="6870328" y="231985"/>
                  </a:lnTo>
                  <a:lnTo>
                    <a:pt x="6936505" y="195710"/>
                  </a:lnTo>
                  <a:lnTo>
                    <a:pt x="7007824" y="162894"/>
                  </a:lnTo>
                  <a:lnTo>
                    <a:pt x="7084030" y="133272"/>
                  </a:lnTo>
                  <a:lnTo>
                    <a:pt x="7164328" y="106692"/>
                  </a:lnTo>
                  <a:lnTo>
                    <a:pt x="7247252" y="83104"/>
                  </a:lnTo>
                  <a:lnTo>
                    <a:pt x="7330603" y="62538"/>
                  </a:lnTo>
                  <a:lnTo>
                    <a:pt x="7411509" y="45062"/>
                  </a:lnTo>
                  <a:lnTo>
                    <a:pt x="7486660" y="30728"/>
                  </a:lnTo>
                  <a:lnTo>
                    <a:pt x="7552739" y="19514"/>
                  </a:lnTo>
                  <a:lnTo>
                    <a:pt x="7606984" y="11269"/>
                  </a:lnTo>
                  <a:lnTo>
                    <a:pt x="7647738" y="5690"/>
                  </a:lnTo>
                  <a:lnTo>
                    <a:pt x="7674842" y="2334"/>
                  </a:lnTo>
                  <a:lnTo>
                    <a:pt x="7689762" y="657"/>
                  </a:lnTo>
                  <a:lnTo>
                    <a:pt x="7695471" y="7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9" name="pl1069"/>
            <p:cNvSpPr/>
            <p:nvPr/>
          </p:nvSpPr>
          <p:spPr>
            <a:xfrm>
              <a:off x="546595" y="451007"/>
              <a:ext cx="8234974" cy="3745839"/>
            </a:xfrm>
            <a:custGeom>
              <a:avLst/>
              <a:pathLst>
                <a:path w="8234974" h="3745839">
                  <a:moveTo>
                    <a:pt x="8234974" y="0"/>
                  </a:move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18" y="3745827"/>
                  </a:lnTo>
                  <a:lnTo>
                    <a:pt x="3838333" y="3745745"/>
                  </a:lnTo>
                  <a:lnTo>
                    <a:pt x="3817183" y="3745516"/>
                  </a:lnTo>
                  <a:lnTo>
                    <a:pt x="3779972" y="3745066"/>
                  </a:lnTo>
                  <a:lnTo>
                    <a:pt x="3725723" y="3744332"/>
                  </a:lnTo>
                  <a:lnTo>
                    <a:pt x="3655893" y="3743266"/>
                  </a:lnTo>
                  <a:lnTo>
                    <a:pt x="3573886" y="3741843"/>
                  </a:lnTo>
                  <a:lnTo>
                    <a:pt x="3484175" y="3740058"/>
                  </a:lnTo>
                  <a:lnTo>
                    <a:pt x="3391339" y="3737915"/>
                  </a:lnTo>
                  <a:lnTo>
                    <a:pt x="3299309" y="3735425"/>
                  </a:lnTo>
                  <a:lnTo>
                    <a:pt x="3210968" y="3732589"/>
                  </a:lnTo>
                  <a:lnTo>
                    <a:pt x="3128087" y="3729397"/>
                  </a:lnTo>
                  <a:lnTo>
                    <a:pt x="3051466" y="3725825"/>
                  </a:lnTo>
                  <a:lnTo>
                    <a:pt x="2981167" y="3721831"/>
                  </a:lnTo>
                  <a:lnTo>
                    <a:pt x="2916747" y="3717358"/>
                  </a:lnTo>
                  <a:lnTo>
                    <a:pt x="2857455" y="3712335"/>
                  </a:lnTo>
                  <a:lnTo>
                    <a:pt x="2802379" y="3706682"/>
                  </a:lnTo>
                  <a:lnTo>
                    <a:pt x="2750551" y="3700318"/>
                  </a:lnTo>
                  <a:lnTo>
                    <a:pt x="2701041" y="3693173"/>
                  </a:lnTo>
                  <a:lnTo>
                    <a:pt x="2667772" y="3687764"/>
                  </a:lnTo>
                  <a:lnTo>
                    <a:pt x="2615735" y="3678350"/>
                  </a:lnTo>
                  <a:lnTo>
                    <a:pt x="2564197" y="3667926"/>
                  </a:lnTo>
                  <a:lnTo>
                    <a:pt x="2512584" y="3656479"/>
                  </a:lnTo>
                  <a:lnTo>
                    <a:pt x="2460518" y="3644035"/>
                  </a:lnTo>
                  <a:lnTo>
                    <a:pt x="2407786" y="3630665"/>
                  </a:lnTo>
                  <a:lnTo>
                    <a:pt x="2354328" y="3616482"/>
                  </a:lnTo>
                  <a:lnTo>
                    <a:pt x="2300206" y="3601648"/>
                  </a:lnTo>
                  <a:lnTo>
                    <a:pt x="2245587" y="3586360"/>
                  </a:lnTo>
                  <a:lnTo>
                    <a:pt x="2190708" y="3570844"/>
                  </a:lnTo>
                  <a:lnTo>
                    <a:pt x="2135843" y="3555340"/>
                  </a:lnTo>
                  <a:lnTo>
                    <a:pt x="2081264" y="3540087"/>
                  </a:lnTo>
                  <a:lnTo>
                    <a:pt x="2027202" y="3525309"/>
                  </a:lnTo>
                  <a:lnTo>
                    <a:pt x="1973814" y="3511201"/>
                  </a:lnTo>
                  <a:lnTo>
                    <a:pt x="1921154" y="3497918"/>
                  </a:lnTo>
                  <a:lnTo>
                    <a:pt x="1869144" y="3485570"/>
                  </a:lnTo>
                  <a:lnTo>
                    <a:pt x="1817558" y="3474224"/>
                  </a:lnTo>
                  <a:lnTo>
                    <a:pt x="1766000" y="3463901"/>
                  </a:lnTo>
                  <a:lnTo>
                    <a:pt x="1719082" y="3455464"/>
                  </a:lnTo>
                  <a:lnTo>
                    <a:pt x="1670692" y="3447758"/>
                  </a:lnTo>
                  <a:lnTo>
                    <a:pt x="1620560" y="3440860"/>
                  </a:lnTo>
                  <a:lnTo>
                    <a:pt x="1567830" y="3434724"/>
                  </a:lnTo>
                  <a:lnTo>
                    <a:pt x="1511551" y="3429275"/>
                  </a:lnTo>
                  <a:lnTo>
                    <a:pt x="1450766" y="3424431"/>
                  </a:lnTo>
                  <a:lnTo>
                    <a:pt x="1384596" y="3420113"/>
                  </a:lnTo>
                  <a:lnTo>
                    <a:pt x="1312369" y="3416255"/>
                  </a:lnTo>
                  <a:lnTo>
                    <a:pt x="1233775" y="3412804"/>
                  </a:lnTo>
                  <a:lnTo>
                    <a:pt x="1149079" y="3409724"/>
                  </a:lnTo>
                  <a:lnTo>
                    <a:pt x="1059357" y="3406995"/>
                  </a:lnTo>
                  <a:lnTo>
                    <a:pt x="966717" y="3404612"/>
                  </a:lnTo>
                  <a:lnTo>
                    <a:pt x="874387" y="3402579"/>
                  </a:lnTo>
                  <a:lnTo>
                    <a:pt x="786557" y="3400906"/>
                  </a:lnTo>
                  <a:lnTo>
                    <a:pt x="707869" y="3399595"/>
                  </a:lnTo>
                  <a:lnTo>
                    <a:pt x="642572" y="3398635"/>
                  </a:lnTo>
                  <a:lnTo>
                    <a:pt x="593547" y="3397995"/>
                  </a:lnTo>
                  <a:lnTo>
                    <a:pt x="561526" y="3397621"/>
                  </a:lnTo>
                  <a:lnTo>
                    <a:pt x="544761" y="3397446"/>
                  </a:lnTo>
                  <a:lnTo>
                    <a:pt x="539173" y="3397393"/>
                  </a:lnTo>
                  <a:lnTo>
                    <a:pt x="538736" y="3397389"/>
                  </a:lnTo>
                  <a:lnTo>
                    <a:pt x="0" y="3397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0" name="pg1070"/>
            <p:cNvSpPr/>
            <p:nvPr/>
          </p:nvSpPr>
          <p:spPr>
            <a:xfrm>
              <a:off x="546595" y="1534470"/>
              <a:ext cx="8234974" cy="2738600"/>
            </a:xfrm>
            <a:custGeom>
              <a:avLst/>
              <a:pathLst>
                <a:path w="8234974" h="2738600">
                  <a:moveTo>
                    <a:pt x="0" y="2341149"/>
                  </a:moveTo>
                  <a:lnTo>
                    <a:pt x="538736" y="2341149"/>
                  </a:lnTo>
                  <a:lnTo>
                    <a:pt x="540036" y="2341162"/>
                  </a:lnTo>
                  <a:lnTo>
                    <a:pt x="548516" y="2341257"/>
                  </a:lnTo>
                  <a:lnTo>
                    <a:pt x="569656" y="2341518"/>
                  </a:lnTo>
                  <a:lnTo>
                    <a:pt x="606849" y="2342030"/>
                  </a:lnTo>
                  <a:lnTo>
                    <a:pt x="661075" y="2342867"/>
                  </a:lnTo>
                  <a:lnTo>
                    <a:pt x="730878" y="2344083"/>
                  </a:lnTo>
                  <a:lnTo>
                    <a:pt x="812859" y="2345705"/>
                  </a:lnTo>
                  <a:lnTo>
                    <a:pt x="902546" y="2347740"/>
                  </a:lnTo>
                  <a:lnTo>
                    <a:pt x="995363" y="2350183"/>
                  </a:lnTo>
                  <a:lnTo>
                    <a:pt x="1087381" y="2353022"/>
                  </a:lnTo>
                  <a:lnTo>
                    <a:pt x="1175715" y="2356256"/>
                  </a:lnTo>
                  <a:lnTo>
                    <a:pt x="1258593" y="2359895"/>
                  </a:lnTo>
                  <a:lnTo>
                    <a:pt x="1335215" y="2363967"/>
                  </a:lnTo>
                  <a:lnTo>
                    <a:pt x="1405516" y="2368521"/>
                  </a:lnTo>
                  <a:lnTo>
                    <a:pt x="1469939" y="2373620"/>
                  </a:lnTo>
                  <a:lnTo>
                    <a:pt x="1529234" y="2379347"/>
                  </a:lnTo>
                  <a:lnTo>
                    <a:pt x="1584311" y="2385791"/>
                  </a:lnTo>
                  <a:lnTo>
                    <a:pt x="1636138" y="2393047"/>
                  </a:lnTo>
                  <a:lnTo>
                    <a:pt x="1685645" y="2401192"/>
                  </a:lnTo>
                  <a:lnTo>
                    <a:pt x="1719082" y="2407391"/>
                  </a:lnTo>
                  <a:lnTo>
                    <a:pt x="1770902" y="2418081"/>
                  </a:lnTo>
                  <a:lnTo>
                    <a:pt x="1822223" y="2429914"/>
                  </a:lnTo>
                  <a:lnTo>
                    <a:pt x="1873616" y="2442903"/>
                  </a:lnTo>
                  <a:lnTo>
                    <a:pt x="1925455" y="2457021"/>
                  </a:lnTo>
                  <a:lnTo>
                    <a:pt x="1977950" y="2472189"/>
                  </a:lnTo>
                  <a:lnTo>
                    <a:pt x="2031167" y="2488278"/>
                  </a:lnTo>
                  <a:lnTo>
                    <a:pt x="2085045" y="2505109"/>
                  </a:lnTo>
                  <a:lnTo>
                    <a:pt x="2139421" y="2522461"/>
                  </a:lnTo>
                  <a:lnTo>
                    <a:pt x="2194064" y="2540080"/>
                  </a:lnTo>
                  <a:lnTo>
                    <a:pt x="2248704" y="2557697"/>
                  </a:lnTo>
                  <a:lnTo>
                    <a:pt x="2303072" y="2575039"/>
                  </a:lnTo>
                  <a:lnTo>
                    <a:pt x="2356935" y="2591856"/>
                  </a:lnTo>
                  <a:lnTo>
                    <a:pt x="2410136" y="2607925"/>
                  </a:lnTo>
                  <a:lnTo>
                    <a:pt x="2462615" y="2623070"/>
                  </a:lnTo>
                  <a:lnTo>
                    <a:pt x="2514440" y="2637162"/>
                  </a:lnTo>
                  <a:lnTo>
                    <a:pt x="2565826" y="2650125"/>
                  </a:lnTo>
                  <a:lnTo>
                    <a:pt x="2617152" y="2661930"/>
                  </a:lnTo>
                  <a:lnTo>
                    <a:pt x="2667772" y="2672358"/>
                  </a:lnTo>
                  <a:lnTo>
                    <a:pt x="2716153" y="2681146"/>
                  </a:lnTo>
                  <a:lnTo>
                    <a:pt x="2766276" y="2689013"/>
                  </a:lnTo>
                  <a:lnTo>
                    <a:pt x="2818995" y="2696011"/>
                  </a:lnTo>
                  <a:lnTo>
                    <a:pt x="2875261" y="2702226"/>
                  </a:lnTo>
                  <a:lnTo>
                    <a:pt x="2936032" y="2707751"/>
                  </a:lnTo>
                  <a:lnTo>
                    <a:pt x="3002183" y="2712675"/>
                  </a:lnTo>
                  <a:lnTo>
                    <a:pt x="3074390" y="2717076"/>
                  </a:lnTo>
                  <a:lnTo>
                    <a:pt x="3152961" y="2721012"/>
                  </a:lnTo>
                  <a:lnTo>
                    <a:pt x="3237633" y="2724525"/>
                  </a:lnTo>
                  <a:lnTo>
                    <a:pt x="3327331" y="2727637"/>
                  </a:lnTo>
                  <a:lnTo>
                    <a:pt x="3419952" y="2730356"/>
                  </a:lnTo>
                  <a:lnTo>
                    <a:pt x="3512270" y="2732675"/>
                  </a:lnTo>
                  <a:lnTo>
                    <a:pt x="3600099" y="2734585"/>
                  </a:lnTo>
                  <a:lnTo>
                    <a:pt x="3678801" y="2736081"/>
                  </a:lnTo>
                  <a:lnTo>
                    <a:pt x="3744126" y="2737176"/>
                  </a:lnTo>
                  <a:lnTo>
                    <a:pt x="3793190" y="2737907"/>
                  </a:lnTo>
                  <a:lnTo>
                    <a:pt x="3825255" y="2738334"/>
                  </a:lnTo>
                  <a:lnTo>
                    <a:pt x="3842060" y="2738535"/>
                  </a:lnTo>
                  <a:lnTo>
                    <a:pt x="3847675" y="2738596"/>
                  </a:lnTo>
                  <a:lnTo>
                    <a:pt x="3848118" y="2738600"/>
                  </a:lnTo>
                  <a:lnTo>
                    <a:pt x="4386855" y="2738600"/>
                  </a:lnTo>
                  <a:lnTo>
                    <a:pt x="4388033" y="2738519"/>
                  </a:lnTo>
                  <a:lnTo>
                    <a:pt x="4395735" y="2737935"/>
                  </a:lnTo>
                  <a:lnTo>
                    <a:pt x="4415005" y="2736323"/>
                  </a:lnTo>
                  <a:lnTo>
                    <a:pt x="4449082" y="2733157"/>
                  </a:lnTo>
                  <a:lnTo>
                    <a:pt x="4499112" y="2727969"/>
                  </a:lnTo>
                  <a:lnTo>
                    <a:pt x="4564088" y="2720409"/>
                  </a:lnTo>
                  <a:lnTo>
                    <a:pt x="4641196" y="2710272"/>
                  </a:lnTo>
                  <a:lnTo>
                    <a:pt x="4726517" y="2697490"/>
                  </a:lnTo>
                  <a:lnTo>
                    <a:pt x="4815856" y="2682092"/>
                  </a:lnTo>
                  <a:lnTo>
                    <a:pt x="4905441" y="2664140"/>
                  </a:lnTo>
                  <a:lnTo>
                    <a:pt x="4992348" y="2643671"/>
                  </a:lnTo>
                  <a:lnTo>
                    <a:pt x="5074634" y="2620649"/>
                  </a:lnTo>
                  <a:lnTo>
                    <a:pt x="5151266" y="2594941"/>
                  </a:lnTo>
                  <a:lnTo>
                    <a:pt x="5221941" y="2566304"/>
                  </a:lnTo>
                  <a:lnTo>
                    <a:pt x="5286880" y="2534383"/>
                  </a:lnTo>
                  <a:lnTo>
                    <a:pt x="5346649" y="2498723"/>
                  </a:lnTo>
                  <a:lnTo>
                    <a:pt x="5402012" y="2458787"/>
                  </a:lnTo>
                  <a:lnTo>
                    <a:pt x="5453828" y="2413995"/>
                  </a:lnTo>
                  <a:lnTo>
                    <a:pt x="5502966" y="2363794"/>
                  </a:lnTo>
                  <a:lnTo>
                    <a:pt x="5550235" y="2307776"/>
                  </a:lnTo>
                  <a:lnTo>
                    <a:pt x="5567201" y="2285796"/>
                  </a:lnTo>
                  <a:lnTo>
                    <a:pt x="5603253" y="2235895"/>
                  </a:lnTo>
                  <a:lnTo>
                    <a:pt x="5638965" y="2182266"/>
                  </a:lnTo>
                  <a:lnTo>
                    <a:pt x="5674560" y="2124836"/>
                  </a:lnTo>
                  <a:lnTo>
                    <a:pt x="5710211" y="2063591"/>
                  </a:lnTo>
                  <a:lnTo>
                    <a:pt x="5746048" y="1998589"/>
                  </a:lnTo>
                  <a:lnTo>
                    <a:pt x="5782160" y="1929965"/>
                  </a:lnTo>
                  <a:lnTo>
                    <a:pt x="5818601" y="1857934"/>
                  </a:lnTo>
                  <a:lnTo>
                    <a:pt x="5855391" y="1782792"/>
                  </a:lnTo>
                  <a:lnTo>
                    <a:pt x="5892523" y="1704917"/>
                  </a:lnTo>
                  <a:lnTo>
                    <a:pt x="5929959" y="1624758"/>
                  </a:lnTo>
                  <a:lnTo>
                    <a:pt x="5967643" y="1542834"/>
                  </a:lnTo>
                  <a:lnTo>
                    <a:pt x="6005500" y="1459713"/>
                  </a:lnTo>
                  <a:lnTo>
                    <a:pt x="6043444" y="1375999"/>
                  </a:lnTo>
                  <a:lnTo>
                    <a:pt x="6081384" y="1292317"/>
                  </a:lnTo>
                  <a:lnTo>
                    <a:pt x="6119227" y="1209288"/>
                  </a:lnTo>
                  <a:lnTo>
                    <a:pt x="6156889" y="1127516"/>
                  </a:lnTo>
                  <a:lnTo>
                    <a:pt x="6194297" y="1047564"/>
                  </a:lnTo>
                  <a:lnTo>
                    <a:pt x="6231395" y="969942"/>
                  </a:lnTo>
                  <a:lnTo>
                    <a:pt x="6268151" y="895096"/>
                  </a:lnTo>
                  <a:lnTo>
                    <a:pt x="6304558" y="823393"/>
                  </a:lnTo>
                  <a:lnTo>
                    <a:pt x="6340639" y="755123"/>
                  </a:lnTo>
                  <a:lnTo>
                    <a:pt x="6376453" y="690492"/>
                  </a:lnTo>
                  <a:lnTo>
                    <a:pt x="6412092" y="629627"/>
                  </a:lnTo>
                  <a:lnTo>
                    <a:pt x="6447690" y="572579"/>
                  </a:lnTo>
                  <a:lnTo>
                    <a:pt x="6483425" y="519327"/>
                  </a:lnTo>
                  <a:lnTo>
                    <a:pt x="6515891" y="474581"/>
                  </a:lnTo>
                  <a:lnTo>
                    <a:pt x="6562653" y="416393"/>
                  </a:lnTo>
                  <a:lnTo>
                    <a:pt x="6611019" y="364098"/>
                  </a:lnTo>
                  <a:lnTo>
                    <a:pt x="6661756" y="317386"/>
                  </a:lnTo>
                  <a:lnTo>
                    <a:pt x="6715719" y="275741"/>
                  </a:lnTo>
                  <a:lnTo>
                    <a:pt x="6773780" y="238582"/>
                  </a:lnTo>
                  <a:lnTo>
                    <a:pt x="6836749" y="205351"/>
                  </a:lnTo>
                  <a:lnTo>
                    <a:pt x="6905277" y="175559"/>
                  </a:lnTo>
                  <a:lnTo>
                    <a:pt x="6979733" y="148814"/>
                  </a:lnTo>
                  <a:lnTo>
                    <a:pt x="7060028" y="124830"/>
                  </a:lnTo>
                  <a:lnTo>
                    <a:pt x="7145418" y="103435"/>
                  </a:lnTo>
                  <a:lnTo>
                    <a:pt x="7234311" y="84561"/>
                  </a:lnTo>
                  <a:lnTo>
                    <a:pt x="7324139" y="68222"/>
                  </a:lnTo>
                  <a:lnTo>
                    <a:pt x="7411407" y="54476"/>
                  </a:lnTo>
                  <a:lnTo>
                    <a:pt x="7492006" y="43373"/>
                  </a:lnTo>
                  <a:lnTo>
                    <a:pt x="7561824" y="34885"/>
                  </a:lnTo>
                  <a:lnTo>
                    <a:pt x="7617547" y="28863"/>
                  </a:lnTo>
                  <a:lnTo>
                    <a:pt x="7657444" y="25006"/>
                  </a:lnTo>
                  <a:lnTo>
                    <a:pt x="7681862" y="22885"/>
                  </a:lnTo>
                  <a:lnTo>
                    <a:pt x="7693300" y="21987"/>
                  </a:lnTo>
                  <a:lnTo>
                    <a:pt x="7696237" y="21778"/>
                  </a:lnTo>
                  <a:lnTo>
                    <a:pt x="8234974" y="21778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60" y="81"/>
                  </a:lnTo>
                  <a:lnTo>
                    <a:pt x="7687357" y="664"/>
                  </a:lnTo>
                  <a:lnTo>
                    <a:pt x="7668087" y="2276"/>
                  </a:lnTo>
                  <a:lnTo>
                    <a:pt x="7634010" y="5443"/>
                  </a:lnTo>
                  <a:lnTo>
                    <a:pt x="7583980" y="10630"/>
                  </a:lnTo>
                  <a:lnTo>
                    <a:pt x="7519004" y="18190"/>
                  </a:lnTo>
                  <a:lnTo>
                    <a:pt x="7441897" y="28328"/>
                  </a:lnTo>
                  <a:lnTo>
                    <a:pt x="7356576" y="41110"/>
                  </a:lnTo>
                  <a:lnTo>
                    <a:pt x="7267237" y="56508"/>
                  </a:lnTo>
                  <a:lnTo>
                    <a:pt x="7177652" y="74459"/>
                  </a:lnTo>
                  <a:lnTo>
                    <a:pt x="7090745" y="94929"/>
                  </a:lnTo>
                  <a:lnTo>
                    <a:pt x="7008459" y="117951"/>
                  </a:lnTo>
                  <a:lnTo>
                    <a:pt x="6931826" y="143659"/>
                  </a:lnTo>
                  <a:lnTo>
                    <a:pt x="6861151" y="172296"/>
                  </a:lnTo>
                  <a:lnTo>
                    <a:pt x="6796212" y="204217"/>
                  </a:lnTo>
                  <a:lnTo>
                    <a:pt x="6736444" y="239877"/>
                  </a:lnTo>
                  <a:lnTo>
                    <a:pt x="6681080" y="279813"/>
                  </a:lnTo>
                  <a:lnTo>
                    <a:pt x="6629265" y="324605"/>
                  </a:lnTo>
                  <a:lnTo>
                    <a:pt x="6580127" y="374806"/>
                  </a:lnTo>
                  <a:lnTo>
                    <a:pt x="6532857" y="430824"/>
                  </a:lnTo>
                  <a:lnTo>
                    <a:pt x="6515891" y="452803"/>
                  </a:lnTo>
                  <a:lnTo>
                    <a:pt x="6479839" y="502705"/>
                  </a:lnTo>
                  <a:lnTo>
                    <a:pt x="6444127" y="556333"/>
                  </a:lnTo>
                  <a:lnTo>
                    <a:pt x="6408532" y="613764"/>
                  </a:lnTo>
                  <a:lnTo>
                    <a:pt x="6372881" y="675009"/>
                  </a:lnTo>
                  <a:lnTo>
                    <a:pt x="6337045" y="740011"/>
                  </a:lnTo>
                  <a:lnTo>
                    <a:pt x="6300933" y="808635"/>
                  </a:lnTo>
                  <a:lnTo>
                    <a:pt x="6264492" y="880666"/>
                  </a:lnTo>
                  <a:lnTo>
                    <a:pt x="6227701" y="955808"/>
                  </a:lnTo>
                  <a:lnTo>
                    <a:pt x="6190570" y="1033683"/>
                  </a:lnTo>
                  <a:lnTo>
                    <a:pt x="6153134" y="1113841"/>
                  </a:lnTo>
                  <a:lnTo>
                    <a:pt x="6115450" y="1195765"/>
                  </a:lnTo>
                  <a:lnTo>
                    <a:pt x="6077593" y="1278887"/>
                  </a:lnTo>
                  <a:lnTo>
                    <a:pt x="6039648" y="1362601"/>
                  </a:lnTo>
                  <a:lnTo>
                    <a:pt x="6001709" y="1446283"/>
                  </a:lnTo>
                  <a:lnTo>
                    <a:pt x="5963865" y="1529312"/>
                  </a:lnTo>
                  <a:lnTo>
                    <a:pt x="5926203" y="1611084"/>
                  </a:lnTo>
                  <a:lnTo>
                    <a:pt x="5888795" y="1691036"/>
                  </a:lnTo>
                  <a:lnTo>
                    <a:pt x="5851697" y="1768658"/>
                  </a:lnTo>
                  <a:lnTo>
                    <a:pt x="5814941" y="1843504"/>
                  </a:lnTo>
                  <a:lnTo>
                    <a:pt x="5778535" y="1915206"/>
                  </a:lnTo>
                  <a:lnTo>
                    <a:pt x="5742453" y="1983476"/>
                  </a:lnTo>
                  <a:lnTo>
                    <a:pt x="5706640" y="2048107"/>
                  </a:lnTo>
                  <a:lnTo>
                    <a:pt x="5671001" y="2108972"/>
                  </a:lnTo>
                  <a:lnTo>
                    <a:pt x="5635403" y="2166021"/>
                  </a:lnTo>
                  <a:lnTo>
                    <a:pt x="5599668" y="2219272"/>
                  </a:lnTo>
                  <a:lnTo>
                    <a:pt x="5567201" y="2264018"/>
                  </a:lnTo>
                  <a:lnTo>
                    <a:pt x="5520439" y="2322206"/>
                  </a:lnTo>
                  <a:lnTo>
                    <a:pt x="5472073" y="2374502"/>
                  </a:lnTo>
                  <a:lnTo>
                    <a:pt x="5421336" y="2421213"/>
                  </a:lnTo>
                  <a:lnTo>
                    <a:pt x="5367373" y="2462858"/>
                  </a:lnTo>
                  <a:lnTo>
                    <a:pt x="5309312" y="2500017"/>
                  </a:lnTo>
                  <a:lnTo>
                    <a:pt x="5246344" y="2533249"/>
                  </a:lnTo>
                  <a:lnTo>
                    <a:pt x="5177815" y="2563040"/>
                  </a:lnTo>
                  <a:lnTo>
                    <a:pt x="5103359" y="2589786"/>
                  </a:lnTo>
                  <a:lnTo>
                    <a:pt x="5023065" y="2613770"/>
                  </a:lnTo>
                  <a:lnTo>
                    <a:pt x="4937674" y="2635164"/>
                  </a:lnTo>
                  <a:lnTo>
                    <a:pt x="4848782" y="2654039"/>
                  </a:lnTo>
                  <a:lnTo>
                    <a:pt x="4758954" y="2670378"/>
                  </a:lnTo>
                  <a:lnTo>
                    <a:pt x="4671686" y="2684124"/>
                  </a:lnTo>
                  <a:lnTo>
                    <a:pt x="4591086" y="2695227"/>
                  </a:lnTo>
                  <a:lnTo>
                    <a:pt x="4521269" y="2703714"/>
                  </a:lnTo>
                  <a:lnTo>
                    <a:pt x="4465546" y="2709737"/>
                  </a:lnTo>
                  <a:lnTo>
                    <a:pt x="4425648" y="2713593"/>
                  </a:lnTo>
                  <a:lnTo>
                    <a:pt x="4401231" y="2715715"/>
                  </a:lnTo>
                  <a:lnTo>
                    <a:pt x="4389792" y="2716613"/>
                  </a:lnTo>
                  <a:lnTo>
                    <a:pt x="4386855" y="2716822"/>
                  </a:lnTo>
                  <a:lnTo>
                    <a:pt x="3848118" y="2716822"/>
                  </a:lnTo>
                  <a:lnTo>
                    <a:pt x="3846819" y="2716809"/>
                  </a:lnTo>
                  <a:lnTo>
                    <a:pt x="3838339" y="2716714"/>
                  </a:lnTo>
                  <a:lnTo>
                    <a:pt x="3817199" y="2716453"/>
                  </a:lnTo>
                  <a:lnTo>
                    <a:pt x="3780005" y="2715941"/>
                  </a:lnTo>
                  <a:lnTo>
                    <a:pt x="3725780" y="2715104"/>
                  </a:lnTo>
                  <a:lnTo>
                    <a:pt x="3655976" y="2713889"/>
                  </a:lnTo>
                  <a:lnTo>
                    <a:pt x="3573996" y="2712267"/>
                  </a:lnTo>
                  <a:lnTo>
                    <a:pt x="3484308" y="2710231"/>
                  </a:lnTo>
                  <a:lnTo>
                    <a:pt x="3391491" y="2707789"/>
                  </a:lnTo>
                  <a:lnTo>
                    <a:pt x="3299474" y="2704949"/>
                  </a:lnTo>
                  <a:lnTo>
                    <a:pt x="3211140" y="2701716"/>
                  </a:lnTo>
                  <a:lnTo>
                    <a:pt x="3128261" y="2698077"/>
                  </a:lnTo>
                  <a:lnTo>
                    <a:pt x="3051640" y="2694004"/>
                  </a:lnTo>
                  <a:lnTo>
                    <a:pt x="2981338" y="2689450"/>
                  </a:lnTo>
                  <a:lnTo>
                    <a:pt x="2916915" y="2684351"/>
                  </a:lnTo>
                  <a:lnTo>
                    <a:pt x="2857621" y="2678625"/>
                  </a:lnTo>
                  <a:lnTo>
                    <a:pt x="2802543" y="2672180"/>
                  </a:lnTo>
                  <a:lnTo>
                    <a:pt x="2750716" y="2664924"/>
                  </a:lnTo>
                  <a:lnTo>
                    <a:pt x="2701209" y="2656779"/>
                  </a:lnTo>
                  <a:lnTo>
                    <a:pt x="2667772" y="2650580"/>
                  </a:lnTo>
                  <a:lnTo>
                    <a:pt x="2615953" y="2639890"/>
                  </a:lnTo>
                  <a:lnTo>
                    <a:pt x="2564631" y="2628058"/>
                  </a:lnTo>
                  <a:lnTo>
                    <a:pt x="2513239" y="2615068"/>
                  </a:lnTo>
                  <a:lnTo>
                    <a:pt x="2461400" y="2600950"/>
                  </a:lnTo>
                  <a:lnTo>
                    <a:pt x="2408904" y="2585782"/>
                  </a:lnTo>
                  <a:lnTo>
                    <a:pt x="2355687" y="2569693"/>
                  </a:lnTo>
                  <a:lnTo>
                    <a:pt x="2301810" y="2552862"/>
                  </a:lnTo>
                  <a:lnTo>
                    <a:pt x="2247433" y="2535510"/>
                  </a:lnTo>
                  <a:lnTo>
                    <a:pt x="2192790" y="2517891"/>
                  </a:lnTo>
                  <a:lnTo>
                    <a:pt x="2138150" y="2500275"/>
                  </a:lnTo>
                  <a:lnTo>
                    <a:pt x="2083783" y="2482932"/>
                  </a:lnTo>
                  <a:lnTo>
                    <a:pt x="2029919" y="2466116"/>
                  </a:lnTo>
                  <a:lnTo>
                    <a:pt x="1976719" y="2450046"/>
                  </a:lnTo>
                  <a:lnTo>
                    <a:pt x="1924240" y="2434902"/>
                  </a:lnTo>
                  <a:lnTo>
                    <a:pt x="1872414" y="2420809"/>
                  </a:lnTo>
                  <a:lnTo>
                    <a:pt x="1821029" y="2407847"/>
                  </a:lnTo>
                  <a:lnTo>
                    <a:pt x="1769703" y="2396041"/>
                  </a:lnTo>
                  <a:lnTo>
                    <a:pt x="1719082" y="2385613"/>
                  </a:lnTo>
                  <a:lnTo>
                    <a:pt x="1670701" y="2376825"/>
                  </a:lnTo>
                  <a:lnTo>
                    <a:pt x="1620578" y="2368959"/>
                  </a:lnTo>
                  <a:lnTo>
                    <a:pt x="1567859" y="2361960"/>
                  </a:lnTo>
                  <a:lnTo>
                    <a:pt x="1511594" y="2355746"/>
                  </a:lnTo>
                  <a:lnTo>
                    <a:pt x="1450823" y="2350220"/>
                  </a:lnTo>
                  <a:lnTo>
                    <a:pt x="1384671" y="2345296"/>
                  </a:lnTo>
                  <a:lnTo>
                    <a:pt x="1312465" y="2340895"/>
                  </a:lnTo>
                  <a:lnTo>
                    <a:pt x="1233894" y="2336959"/>
                  </a:lnTo>
                  <a:lnTo>
                    <a:pt x="1149222" y="2333447"/>
                  </a:lnTo>
                  <a:lnTo>
                    <a:pt x="1059523" y="2330334"/>
                  </a:lnTo>
                  <a:lnTo>
                    <a:pt x="966903" y="2327615"/>
                  </a:lnTo>
                  <a:lnTo>
                    <a:pt x="874585" y="2325296"/>
                  </a:lnTo>
                  <a:lnTo>
                    <a:pt x="786755" y="2323387"/>
                  </a:lnTo>
                  <a:lnTo>
                    <a:pt x="708054" y="2321891"/>
                  </a:lnTo>
                  <a:lnTo>
                    <a:pt x="642728" y="2320795"/>
                  </a:lnTo>
                  <a:lnTo>
                    <a:pt x="593664" y="2320064"/>
                  </a:lnTo>
                  <a:lnTo>
                    <a:pt x="561600" y="2319637"/>
                  </a:lnTo>
                  <a:lnTo>
                    <a:pt x="544795" y="2319436"/>
                  </a:lnTo>
                  <a:lnTo>
                    <a:pt x="539179" y="2319375"/>
                  </a:lnTo>
                  <a:lnTo>
                    <a:pt x="538736" y="2319371"/>
                  </a:lnTo>
                  <a:lnTo>
                    <a:pt x="0" y="231937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71" name="pl1071"/>
            <p:cNvSpPr/>
            <p:nvPr/>
          </p:nvSpPr>
          <p:spPr>
            <a:xfrm>
              <a:off x="546595" y="1556248"/>
              <a:ext cx="8234974" cy="2716822"/>
            </a:xfrm>
            <a:custGeom>
              <a:avLst/>
              <a:pathLst>
                <a:path w="8234974" h="2716822">
                  <a:moveTo>
                    <a:pt x="0" y="2319371"/>
                  </a:moveTo>
                  <a:lnTo>
                    <a:pt x="538736" y="2319371"/>
                  </a:lnTo>
                  <a:lnTo>
                    <a:pt x="540036" y="2319384"/>
                  </a:lnTo>
                  <a:lnTo>
                    <a:pt x="548516" y="2319479"/>
                  </a:lnTo>
                  <a:lnTo>
                    <a:pt x="569656" y="2319740"/>
                  </a:lnTo>
                  <a:lnTo>
                    <a:pt x="606849" y="2320252"/>
                  </a:lnTo>
                  <a:lnTo>
                    <a:pt x="661075" y="2321089"/>
                  </a:lnTo>
                  <a:lnTo>
                    <a:pt x="730878" y="2322304"/>
                  </a:lnTo>
                  <a:lnTo>
                    <a:pt x="812859" y="2323927"/>
                  </a:lnTo>
                  <a:lnTo>
                    <a:pt x="902546" y="2325962"/>
                  </a:lnTo>
                  <a:lnTo>
                    <a:pt x="995363" y="2328405"/>
                  </a:lnTo>
                  <a:lnTo>
                    <a:pt x="1087381" y="2331244"/>
                  </a:lnTo>
                  <a:lnTo>
                    <a:pt x="1175715" y="2334478"/>
                  </a:lnTo>
                  <a:lnTo>
                    <a:pt x="1258593" y="2338117"/>
                  </a:lnTo>
                  <a:lnTo>
                    <a:pt x="1335215" y="2342189"/>
                  </a:lnTo>
                  <a:lnTo>
                    <a:pt x="1405516" y="2346743"/>
                  </a:lnTo>
                  <a:lnTo>
                    <a:pt x="1469939" y="2351842"/>
                  </a:lnTo>
                  <a:lnTo>
                    <a:pt x="1529234" y="2357569"/>
                  </a:lnTo>
                  <a:lnTo>
                    <a:pt x="1584311" y="2364013"/>
                  </a:lnTo>
                  <a:lnTo>
                    <a:pt x="1636138" y="2371269"/>
                  </a:lnTo>
                  <a:lnTo>
                    <a:pt x="1685645" y="2379414"/>
                  </a:lnTo>
                  <a:lnTo>
                    <a:pt x="1719082" y="2385613"/>
                  </a:lnTo>
                  <a:lnTo>
                    <a:pt x="1770902" y="2396303"/>
                  </a:lnTo>
                  <a:lnTo>
                    <a:pt x="1822223" y="2408136"/>
                  </a:lnTo>
                  <a:lnTo>
                    <a:pt x="1873616" y="2421125"/>
                  </a:lnTo>
                  <a:lnTo>
                    <a:pt x="1925455" y="2435243"/>
                  </a:lnTo>
                  <a:lnTo>
                    <a:pt x="1977950" y="2450411"/>
                  </a:lnTo>
                  <a:lnTo>
                    <a:pt x="2031167" y="2466500"/>
                  </a:lnTo>
                  <a:lnTo>
                    <a:pt x="2085045" y="2483331"/>
                  </a:lnTo>
                  <a:lnTo>
                    <a:pt x="2139421" y="2500683"/>
                  </a:lnTo>
                  <a:lnTo>
                    <a:pt x="2194064" y="2518302"/>
                  </a:lnTo>
                  <a:lnTo>
                    <a:pt x="2248704" y="2535918"/>
                  </a:lnTo>
                  <a:lnTo>
                    <a:pt x="2303072" y="2553261"/>
                  </a:lnTo>
                  <a:lnTo>
                    <a:pt x="2356935" y="2570078"/>
                  </a:lnTo>
                  <a:lnTo>
                    <a:pt x="2410136" y="2586147"/>
                  </a:lnTo>
                  <a:lnTo>
                    <a:pt x="2462615" y="2601292"/>
                  </a:lnTo>
                  <a:lnTo>
                    <a:pt x="2514440" y="2615384"/>
                  </a:lnTo>
                  <a:lnTo>
                    <a:pt x="2565826" y="2628346"/>
                  </a:lnTo>
                  <a:lnTo>
                    <a:pt x="2617152" y="2640152"/>
                  </a:lnTo>
                  <a:lnTo>
                    <a:pt x="2667772" y="2650580"/>
                  </a:lnTo>
                  <a:lnTo>
                    <a:pt x="2716153" y="2659368"/>
                  </a:lnTo>
                  <a:lnTo>
                    <a:pt x="2766276" y="2667234"/>
                  </a:lnTo>
                  <a:lnTo>
                    <a:pt x="2818995" y="2674233"/>
                  </a:lnTo>
                  <a:lnTo>
                    <a:pt x="2875261" y="2680447"/>
                  </a:lnTo>
                  <a:lnTo>
                    <a:pt x="2936032" y="2685973"/>
                  </a:lnTo>
                  <a:lnTo>
                    <a:pt x="3002183" y="2690897"/>
                  </a:lnTo>
                  <a:lnTo>
                    <a:pt x="3074390" y="2695298"/>
                  </a:lnTo>
                  <a:lnTo>
                    <a:pt x="3152961" y="2699234"/>
                  </a:lnTo>
                  <a:lnTo>
                    <a:pt x="3237633" y="2702747"/>
                  </a:lnTo>
                  <a:lnTo>
                    <a:pt x="3327331" y="2705859"/>
                  </a:lnTo>
                  <a:lnTo>
                    <a:pt x="3419952" y="2708578"/>
                  </a:lnTo>
                  <a:lnTo>
                    <a:pt x="3512270" y="2710897"/>
                  </a:lnTo>
                  <a:lnTo>
                    <a:pt x="3600099" y="2712807"/>
                  </a:lnTo>
                  <a:lnTo>
                    <a:pt x="3678801" y="2714303"/>
                  </a:lnTo>
                  <a:lnTo>
                    <a:pt x="3744126" y="2715398"/>
                  </a:lnTo>
                  <a:lnTo>
                    <a:pt x="3793190" y="2716129"/>
                  </a:lnTo>
                  <a:lnTo>
                    <a:pt x="3825255" y="2716556"/>
                  </a:lnTo>
                  <a:lnTo>
                    <a:pt x="3842060" y="2716757"/>
                  </a:lnTo>
                  <a:lnTo>
                    <a:pt x="3847675" y="2716818"/>
                  </a:lnTo>
                  <a:lnTo>
                    <a:pt x="3848118" y="2716822"/>
                  </a:lnTo>
                  <a:lnTo>
                    <a:pt x="4386855" y="2716822"/>
                  </a:lnTo>
                  <a:lnTo>
                    <a:pt x="4388033" y="2716740"/>
                  </a:lnTo>
                  <a:lnTo>
                    <a:pt x="4395735" y="2716157"/>
                  </a:lnTo>
                  <a:lnTo>
                    <a:pt x="4415005" y="2714545"/>
                  </a:lnTo>
                  <a:lnTo>
                    <a:pt x="4449082" y="2711379"/>
                  </a:lnTo>
                  <a:lnTo>
                    <a:pt x="4499112" y="2706191"/>
                  </a:lnTo>
                  <a:lnTo>
                    <a:pt x="4564088" y="2698631"/>
                  </a:lnTo>
                  <a:lnTo>
                    <a:pt x="4641196" y="2688494"/>
                  </a:lnTo>
                  <a:lnTo>
                    <a:pt x="4726517" y="2675712"/>
                  </a:lnTo>
                  <a:lnTo>
                    <a:pt x="4815856" y="2660314"/>
                  </a:lnTo>
                  <a:lnTo>
                    <a:pt x="4905441" y="2642362"/>
                  </a:lnTo>
                  <a:lnTo>
                    <a:pt x="4992348" y="2621892"/>
                  </a:lnTo>
                  <a:lnTo>
                    <a:pt x="5074634" y="2598870"/>
                  </a:lnTo>
                  <a:lnTo>
                    <a:pt x="5151266" y="2573163"/>
                  </a:lnTo>
                  <a:lnTo>
                    <a:pt x="5221941" y="2544525"/>
                  </a:lnTo>
                  <a:lnTo>
                    <a:pt x="5286880" y="2512605"/>
                  </a:lnTo>
                  <a:lnTo>
                    <a:pt x="5346649" y="2476945"/>
                  </a:lnTo>
                  <a:lnTo>
                    <a:pt x="5402012" y="2437009"/>
                  </a:lnTo>
                  <a:lnTo>
                    <a:pt x="5453828" y="2392217"/>
                  </a:lnTo>
                  <a:lnTo>
                    <a:pt x="5502966" y="2342015"/>
                  </a:lnTo>
                  <a:lnTo>
                    <a:pt x="5550235" y="2285997"/>
                  </a:lnTo>
                  <a:lnTo>
                    <a:pt x="5567201" y="2264018"/>
                  </a:lnTo>
                  <a:lnTo>
                    <a:pt x="5603253" y="2214117"/>
                  </a:lnTo>
                  <a:lnTo>
                    <a:pt x="5638965" y="2160488"/>
                  </a:lnTo>
                  <a:lnTo>
                    <a:pt x="5674560" y="2103058"/>
                  </a:lnTo>
                  <a:lnTo>
                    <a:pt x="5710211" y="2041813"/>
                  </a:lnTo>
                  <a:lnTo>
                    <a:pt x="5746048" y="1976811"/>
                  </a:lnTo>
                  <a:lnTo>
                    <a:pt x="5782160" y="1908187"/>
                  </a:lnTo>
                  <a:lnTo>
                    <a:pt x="5818601" y="1836156"/>
                  </a:lnTo>
                  <a:lnTo>
                    <a:pt x="5855391" y="1761014"/>
                  </a:lnTo>
                  <a:lnTo>
                    <a:pt x="5892523" y="1683138"/>
                  </a:lnTo>
                  <a:lnTo>
                    <a:pt x="5929959" y="1602980"/>
                  </a:lnTo>
                  <a:lnTo>
                    <a:pt x="5967643" y="1521056"/>
                  </a:lnTo>
                  <a:lnTo>
                    <a:pt x="6005500" y="1437935"/>
                  </a:lnTo>
                  <a:lnTo>
                    <a:pt x="6043444" y="1354221"/>
                  </a:lnTo>
                  <a:lnTo>
                    <a:pt x="6081384" y="1270539"/>
                  </a:lnTo>
                  <a:lnTo>
                    <a:pt x="6119227" y="1187510"/>
                  </a:lnTo>
                  <a:lnTo>
                    <a:pt x="6156889" y="1105738"/>
                  </a:lnTo>
                  <a:lnTo>
                    <a:pt x="6194297" y="1025785"/>
                  </a:lnTo>
                  <a:lnTo>
                    <a:pt x="6231395" y="948164"/>
                  </a:lnTo>
                  <a:lnTo>
                    <a:pt x="6268151" y="873318"/>
                  </a:lnTo>
                  <a:lnTo>
                    <a:pt x="6304558" y="801615"/>
                  </a:lnTo>
                  <a:lnTo>
                    <a:pt x="6340639" y="733345"/>
                  </a:lnTo>
                  <a:lnTo>
                    <a:pt x="6376453" y="668714"/>
                  </a:lnTo>
                  <a:lnTo>
                    <a:pt x="6412092" y="607849"/>
                  </a:lnTo>
                  <a:lnTo>
                    <a:pt x="6447690" y="550801"/>
                  </a:lnTo>
                  <a:lnTo>
                    <a:pt x="6483425" y="497549"/>
                  </a:lnTo>
                  <a:lnTo>
                    <a:pt x="6515891" y="452803"/>
                  </a:lnTo>
                  <a:lnTo>
                    <a:pt x="6562653" y="394615"/>
                  </a:lnTo>
                  <a:lnTo>
                    <a:pt x="6611019" y="342320"/>
                  </a:lnTo>
                  <a:lnTo>
                    <a:pt x="6661756" y="295608"/>
                  </a:lnTo>
                  <a:lnTo>
                    <a:pt x="6715719" y="253963"/>
                  </a:lnTo>
                  <a:lnTo>
                    <a:pt x="6773780" y="216804"/>
                  </a:lnTo>
                  <a:lnTo>
                    <a:pt x="6836749" y="183573"/>
                  </a:lnTo>
                  <a:lnTo>
                    <a:pt x="6905277" y="153781"/>
                  </a:lnTo>
                  <a:lnTo>
                    <a:pt x="6979733" y="127036"/>
                  </a:lnTo>
                  <a:lnTo>
                    <a:pt x="7060028" y="103052"/>
                  </a:lnTo>
                  <a:lnTo>
                    <a:pt x="7145418" y="81657"/>
                  </a:lnTo>
                  <a:lnTo>
                    <a:pt x="7234311" y="62783"/>
                  </a:lnTo>
                  <a:lnTo>
                    <a:pt x="7324139" y="46443"/>
                  </a:lnTo>
                  <a:lnTo>
                    <a:pt x="7411407" y="32698"/>
                  </a:lnTo>
                  <a:lnTo>
                    <a:pt x="7492006" y="21594"/>
                  </a:lnTo>
                  <a:lnTo>
                    <a:pt x="7561824" y="13107"/>
                  </a:lnTo>
                  <a:lnTo>
                    <a:pt x="7617547" y="7085"/>
                  </a:lnTo>
                  <a:lnTo>
                    <a:pt x="7657444" y="3228"/>
                  </a:lnTo>
                  <a:lnTo>
                    <a:pt x="7681862" y="1106"/>
                  </a:lnTo>
                  <a:lnTo>
                    <a:pt x="7693300" y="209"/>
                  </a:lnTo>
                  <a:lnTo>
                    <a:pt x="7696177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2" name="pl1072"/>
            <p:cNvSpPr/>
            <p:nvPr/>
          </p:nvSpPr>
          <p:spPr>
            <a:xfrm>
              <a:off x="546595" y="1534470"/>
              <a:ext cx="8234974" cy="2716822"/>
            </a:xfrm>
            <a:custGeom>
              <a:avLst/>
              <a:pathLst>
                <a:path w="8234974" h="2716822">
                  <a:moveTo>
                    <a:pt x="8234974" y="0"/>
                  </a:moveTo>
                  <a:lnTo>
                    <a:pt x="7696237" y="0"/>
                  </a:lnTo>
                  <a:lnTo>
                    <a:pt x="7695060" y="81"/>
                  </a:lnTo>
                  <a:lnTo>
                    <a:pt x="7687357" y="664"/>
                  </a:lnTo>
                  <a:lnTo>
                    <a:pt x="7668087" y="2276"/>
                  </a:lnTo>
                  <a:lnTo>
                    <a:pt x="7634010" y="5443"/>
                  </a:lnTo>
                  <a:lnTo>
                    <a:pt x="7583980" y="10630"/>
                  </a:lnTo>
                  <a:lnTo>
                    <a:pt x="7519004" y="18190"/>
                  </a:lnTo>
                  <a:lnTo>
                    <a:pt x="7441897" y="28328"/>
                  </a:lnTo>
                  <a:lnTo>
                    <a:pt x="7356576" y="41110"/>
                  </a:lnTo>
                  <a:lnTo>
                    <a:pt x="7267237" y="56508"/>
                  </a:lnTo>
                  <a:lnTo>
                    <a:pt x="7177652" y="74459"/>
                  </a:lnTo>
                  <a:lnTo>
                    <a:pt x="7090745" y="94929"/>
                  </a:lnTo>
                  <a:lnTo>
                    <a:pt x="7008459" y="117951"/>
                  </a:lnTo>
                  <a:lnTo>
                    <a:pt x="6931826" y="143659"/>
                  </a:lnTo>
                  <a:lnTo>
                    <a:pt x="6861151" y="172296"/>
                  </a:lnTo>
                  <a:lnTo>
                    <a:pt x="6796212" y="204217"/>
                  </a:lnTo>
                  <a:lnTo>
                    <a:pt x="6736444" y="239877"/>
                  </a:lnTo>
                  <a:lnTo>
                    <a:pt x="6681080" y="279813"/>
                  </a:lnTo>
                  <a:lnTo>
                    <a:pt x="6629265" y="324605"/>
                  </a:lnTo>
                  <a:lnTo>
                    <a:pt x="6580127" y="374806"/>
                  </a:lnTo>
                  <a:lnTo>
                    <a:pt x="6532857" y="430824"/>
                  </a:lnTo>
                  <a:lnTo>
                    <a:pt x="6515891" y="452803"/>
                  </a:lnTo>
                  <a:lnTo>
                    <a:pt x="6479839" y="502705"/>
                  </a:lnTo>
                  <a:lnTo>
                    <a:pt x="6444127" y="556333"/>
                  </a:lnTo>
                  <a:lnTo>
                    <a:pt x="6408532" y="613764"/>
                  </a:lnTo>
                  <a:lnTo>
                    <a:pt x="6372881" y="675009"/>
                  </a:lnTo>
                  <a:lnTo>
                    <a:pt x="6337045" y="740011"/>
                  </a:lnTo>
                  <a:lnTo>
                    <a:pt x="6300933" y="808635"/>
                  </a:lnTo>
                  <a:lnTo>
                    <a:pt x="6264492" y="880666"/>
                  </a:lnTo>
                  <a:lnTo>
                    <a:pt x="6227701" y="955808"/>
                  </a:lnTo>
                  <a:lnTo>
                    <a:pt x="6190570" y="1033683"/>
                  </a:lnTo>
                  <a:lnTo>
                    <a:pt x="6153134" y="1113841"/>
                  </a:lnTo>
                  <a:lnTo>
                    <a:pt x="6115450" y="1195765"/>
                  </a:lnTo>
                  <a:lnTo>
                    <a:pt x="6077593" y="1278887"/>
                  </a:lnTo>
                  <a:lnTo>
                    <a:pt x="6039648" y="1362601"/>
                  </a:lnTo>
                  <a:lnTo>
                    <a:pt x="6001709" y="1446283"/>
                  </a:lnTo>
                  <a:lnTo>
                    <a:pt x="5963865" y="1529312"/>
                  </a:lnTo>
                  <a:lnTo>
                    <a:pt x="5926203" y="1611084"/>
                  </a:lnTo>
                  <a:lnTo>
                    <a:pt x="5888795" y="1691036"/>
                  </a:lnTo>
                  <a:lnTo>
                    <a:pt x="5851697" y="1768658"/>
                  </a:lnTo>
                  <a:lnTo>
                    <a:pt x="5814941" y="1843504"/>
                  </a:lnTo>
                  <a:lnTo>
                    <a:pt x="5778535" y="1915206"/>
                  </a:lnTo>
                  <a:lnTo>
                    <a:pt x="5742453" y="1983476"/>
                  </a:lnTo>
                  <a:lnTo>
                    <a:pt x="5706640" y="2048107"/>
                  </a:lnTo>
                  <a:lnTo>
                    <a:pt x="5671001" y="2108972"/>
                  </a:lnTo>
                  <a:lnTo>
                    <a:pt x="5635403" y="2166021"/>
                  </a:lnTo>
                  <a:lnTo>
                    <a:pt x="5599668" y="2219272"/>
                  </a:lnTo>
                  <a:lnTo>
                    <a:pt x="5567201" y="2264018"/>
                  </a:lnTo>
                  <a:lnTo>
                    <a:pt x="5520439" y="2322206"/>
                  </a:lnTo>
                  <a:lnTo>
                    <a:pt x="5472073" y="2374502"/>
                  </a:lnTo>
                  <a:lnTo>
                    <a:pt x="5421336" y="2421213"/>
                  </a:lnTo>
                  <a:lnTo>
                    <a:pt x="5367373" y="2462858"/>
                  </a:lnTo>
                  <a:lnTo>
                    <a:pt x="5309312" y="2500017"/>
                  </a:lnTo>
                  <a:lnTo>
                    <a:pt x="5246344" y="2533249"/>
                  </a:lnTo>
                  <a:lnTo>
                    <a:pt x="5177815" y="2563040"/>
                  </a:lnTo>
                  <a:lnTo>
                    <a:pt x="5103359" y="2589786"/>
                  </a:lnTo>
                  <a:lnTo>
                    <a:pt x="5023065" y="2613770"/>
                  </a:lnTo>
                  <a:lnTo>
                    <a:pt x="4937674" y="2635164"/>
                  </a:lnTo>
                  <a:lnTo>
                    <a:pt x="4848782" y="2654039"/>
                  </a:lnTo>
                  <a:lnTo>
                    <a:pt x="4758954" y="2670378"/>
                  </a:lnTo>
                  <a:lnTo>
                    <a:pt x="4671686" y="2684124"/>
                  </a:lnTo>
                  <a:lnTo>
                    <a:pt x="4591086" y="2695227"/>
                  </a:lnTo>
                  <a:lnTo>
                    <a:pt x="4521269" y="2703714"/>
                  </a:lnTo>
                  <a:lnTo>
                    <a:pt x="4465546" y="2709737"/>
                  </a:lnTo>
                  <a:lnTo>
                    <a:pt x="4425648" y="2713593"/>
                  </a:lnTo>
                  <a:lnTo>
                    <a:pt x="4401231" y="2715715"/>
                  </a:lnTo>
                  <a:lnTo>
                    <a:pt x="4389792" y="2716613"/>
                  </a:lnTo>
                  <a:lnTo>
                    <a:pt x="4386915" y="2716818"/>
                  </a:lnTo>
                  <a:lnTo>
                    <a:pt x="4386855" y="2716822"/>
                  </a:lnTo>
                  <a:lnTo>
                    <a:pt x="3848118" y="2716822"/>
                  </a:lnTo>
                  <a:lnTo>
                    <a:pt x="3846819" y="2716809"/>
                  </a:lnTo>
                  <a:lnTo>
                    <a:pt x="3838339" y="2716714"/>
                  </a:lnTo>
                  <a:lnTo>
                    <a:pt x="3817199" y="2716453"/>
                  </a:lnTo>
                  <a:lnTo>
                    <a:pt x="3780005" y="2715941"/>
                  </a:lnTo>
                  <a:lnTo>
                    <a:pt x="3725780" y="2715104"/>
                  </a:lnTo>
                  <a:lnTo>
                    <a:pt x="3655976" y="2713889"/>
                  </a:lnTo>
                  <a:lnTo>
                    <a:pt x="3573996" y="2712267"/>
                  </a:lnTo>
                  <a:lnTo>
                    <a:pt x="3484308" y="2710231"/>
                  </a:lnTo>
                  <a:lnTo>
                    <a:pt x="3391491" y="2707789"/>
                  </a:lnTo>
                  <a:lnTo>
                    <a:pt x="3299474" y="2704949"/>
                  </a:lnTo>
                  <a:lnTo>
                    <a:pt x="3211140" y="2701716"/>
                  </a:lnTo>
                  <a:lnTo>
                    <a:pt x="3128261" y="2698077"/>
                  </a:lnTo>
                  <a:lnTo>
                    <a:pt x="3051640" y="2694004"/>
                  </a:lnTo>
                  <a:lnTo>
                    <a:pt x="2981338" y="2689450"/>
                  </a:lnTo>
                  <a:lnTo>
                    <a:pt x="2916915" y="2684351"/>
                  </a:lnTo>
                  <a:lnTo>
                    <a:pt x="2857621" y="2678625"/>
                  </a:lnTo>
                  <a:lnTo>
                    <a:pt x="2802543" y="2672180"/>
                  </a:lnTo>
                  <a:lnTo>
                    <a:pt x="2750716" y="2664924"/>
                  </a:lnTo>
                  <a:lnTo>
                    <a:pt x="2701209" y="2656779"/>
                  </a:lnTo>
                  <a:lnTo>
                    <a:pt x="2667772" y="2650580"/>
                  </a:lnTo>
                  <a:lnTo>
                    <a:pt x="2615953" y="2639890"/>
                  </a:lnTo>
                  <a:lnTo>
                    <a:pt x="2564631" y="2628058"/>
                  </a:lnTo>
                  <a:lnTo>
                    <a:pt x="2513239" y="2615068"/>
                  </a:lnTo>
                  <a:lnTo>
                    <a:pt x="2461400" y="2600950"/>
                  </a:lnTo>
                  <a:lnTo>
                    <a:pt x="2408904" y="2585782"/>
                  </a:lnTo>
                  <a:lnTo>
                    <a:pt x="2355687" y="2569693"/>
                  </a:lnTo>
                  <a:lnTo>
                    <a:pt x="2301810" y="2552862"/>
                  </a:lnTo>
                  <a:lnTo>
                    <a:pt x="2247433" y="2535510"/>
                  </a:lnTo>
                  <a:lnTo>
                    <a:pt x="2192790" y="2517891"/>
                  </a:lnTo>
                  <a:lnTo>
                    <a:pt x="2138150" y="2500275"/>
                  </a:lnTo>
                  <a:lnTo>
                    <a:pt x="2083783" y="2482932"/>
                  </a:lnTo>
                  <a:lnTo>
                    <a:pt x="2029919" y="2466116"/>
                  </a:lnTo>
                  <a:lnTo>
                    <a:pt x="1976719" y="2450046"/>
                  </a:lnTo>
                  <a:lnTo>
                    <a:pt x="1924240" y="2434902"/>
                  </a:lnTo>
                  <a:lnTo>
                    <a:pt x="1872414" y="2420809"/>
                  </a:lnTo>
                  <a:lnTo>
                    <a:pt x="1821029" y="2407847"/>
                  </a:lnTo>
                  <a:lnTo>
                    <a:pt x="1769703" y="2396041"/>
                  </a:lnTo>
                  <a:lnTo>
                    <a:pt x="1719082" y="2385613"/>
                  </a:lnTo>
                  <a:lnTo>
                    <a:pt x="1670701" y="2376825"/>
                  </a:lnTo>
                  <a:lnTo>
                    <a:pt x="1620578" y="2368959"/>
                  </a:lnTo>
                  <a:lnTo>
                    <a:pt x="1567859" y="2361960"/>
                  </a:lnTo>
                  <a:lnTo>
                    <a:pt x="1511594" y="2355746"/>
                  </a:lnTo>
                  <a:lnTo>
                    <a:pt x="1450823" y="2350220"/>
                  </a:lnTo>
                  <a:lnTo>
                    <a:pt x="1384671" y="2345296"/>
                  </a:lnTo>
                  <a:lnTo>
                    <a:pt x="1312465" y="2340895"/>
                  </a:lnTo>
                  <a:lnTo>
                    <a:pt x="1233894" y="2336959"/>
                  </a:lnTo>
                  <a:lnTo>
                    <a:pt x="1149222" y="2333447"/>
                  </a:lnTo>
                  <a:lnTo>
                    <a:pt x="1059523" y="2330334"/>
                  </a:lnTo>
                  <a:lnTo>
                    <a:pt x="966903" y="2327615"/>
                  </a:lnTo>
                  <a:lnTo>
                    <a:pt x="874585" y="2325296"/>
                  </a:lnTo>
                  <a:lnTo>
                    <a:pt x="786755" y="2323387"/>
                  </a:lnTo>
                  <a:lnTo>
                    <a:pt x="708054" y="2321891"/>
                  </a:lnTo>
                  <a:lnTo>
                    <a:pt x="642728" y="2320795"/>
                  </a:lnTo>
                  <a:lnTo>
                    <a:pt x="593664" y="2320064"/>
                  </a:lnTo>
                  <a:lnTo>
                    <a:pt x="561600" y="2319637"/>
                  </a:lnTo>
                  <a:lnTo>
                    <a:pt x="544795" y="2319436"/>
                  </a:lnTo>
                  <a:lnTo>
                    <a:pt x="539179" y="2319375"/>
                  </a:lnTo>
                  <a:lnTo>
                    <a:pt x="538736" y="2319371"/>
                  </a:lnTo>
                  <a:lnTo>
                    <a:pt x="0" y="2319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3" name="pg1073"/>
            <p:cNvSpPr/>
            <p:nvPr/>
          </p:nvSpPr>
          <p:spPr>
            <a:xfrm>
              <a:off x="546595" y="1708695"/>
              <a:ext cx="8234974" cy="2580709"/>
            </a:xfrm>
            <a:custGeom>
              <a:avLst/>
              <a:pathLst>
                <a:path w="8234974" h="2580709">
                  <a:moveTo>
                    <a:pt x="0" y="2172369"/>
                  </a:moveTo>
                  <a:lnTo>
                    <a:pt x="538736" y="2172369"/>
                  </a:lnTo>
                  <a:lnTo>
                    <a:pt x="540036" y="2172382"/>
                  </a:lnTo>
                  <a:lnTo>
                    <a:pt x="548515" y="2172479"/>
                  </a:lnTo>
                  <a:lnTo>
                    <a:pt x="569652" y="2172747"/>
                  </a:lnTo>
                  <a:lnTo>
                    <a:pt x="606841" y="2173274"/>
                  </a:lnTo>
                  <a:lnTo>
                    <a:pt x="661061" y="2174134"/>
                  </a:lnTo>
                  <a:lnTo>
                    <a:pt x="730858" y="2175382"/>
                  </a:lnTo>
                  <a:lnTo>
                    <a:pt x="812832" y="2177048"/>
                  </a:lnTo>
                  <a:lnTo>
                    <a:pt x="902514" y="2179140"/>
                  </a:lnTo>
                  <a:lnTo>
                    <a:pt x="995327" y="2181649"/>
                  </a:lnTo>
                  <a:lnTo>
                    <a:pt x="1087342" y="2184565"/>
                  </a:lnTo>
                  <a:lnTo>
                    <a:pt x="1175674" y="2187887"/>
                  </a:lnTo>
                  <a:lnTo>
                    <a:pt x="1258551" y="2191626"/>
                  </a:lnTo>
                  <a:lnTo>
                    <a:pt x="1335173" y="2195809"/>
                  </a:lnTo>
                  <a:lnTo>
                    <a:pt x="1405475" y="2200487"/>
                  </a:lnTo>
                  <a:lnTo>
                    <a:pt x="1469899" y="2205726"/>
                  </a:lnTo>
                  <a:lnTo>
                    <a:pt x="1529194" y="2211608"/>
                  </a:lnTo>
                  <a:lnTo>
                    <a:pt x="1584272" y="2218228"/>
                  </a:lnTo>
                  <a:lnTo>
                    <a:pt x="1636099" y="2225682"/>
                  </a:lnTo>
                  <a:lnTo>
                    <a:pt x="1685605" y="2234049"/>
                  </a:lnTo>
                  <a:lnTo>
                    <a:pt x="1719082" y="2240425"/>
                  </a:lnTo>
                  <a:lnTo>
                    <a:pt x="1770850" y="2251397"/>
                  </a:lnTo>
                  <a:lnTo>
                    <a:pt x="1822121" y="2263539"/>
                  </a:lnTo>
                  <a:lnTo>
                    <a:pt x="1873461" y="2276869"/>
                  </a:lnTo>
                  <a:lnTo>
                    <a:pt x="1925246" y="2291355"/>
                  </a:lnTo>
                  <a:lnTo>
                    <a:pt x="1977685" y="2306918"/>
                  </a:lnTo>
                  <a:lnTo>
                    <a:pt x="2030845" y="2323426"/>
                  </a:lnTo>
                  <a:lnTo>
                    <a:pt x="2084665" y="2340697"/>
                  </a:lnTo>
                  <a:lnTo>
                    <a:pt x="2138984" y="2358504"/>
                  </a:lnTo>
                  <a:lnTo>
                    <a:pt x="2193571" y="2376586"/>
                  </a:lnTo>
                  <a:lnTo>
                    <a:pt x="2248157" y="2394668"/>
                  </a:lnTo>
                  <a:lnTo>
                    <a:pt x="2302475" y="2412473"/>
                  </a:lnTo>
                  <a:lnTo>
                    <a:pt x="2356291" y="2429740"/>
                  </a:lnTo>
                  <a:lnTo>
                    <a:pt x="2409447" y="2446244"/>
                  </a:lnTo>
                  <a:lnTo>
                    <a:pt x="2461883" y="2461802"/>
                  </a:lnTo>
                  <a:lnTo>
                    <a:pt x="2513665" y="2476282"/>
                  </a:lnTo>
                  <a:lnTo>
                    <a:pt x="2565003" y="2489605"/>
                  </a:lnTo>
                  <a:lnTo>
                    <a:pt x="2616275" y="2501741"/>
                  </a:lnTo>
                  <a:lnTo>
                    <a:pt x="2667772" y="2512652"/>
                  </a:lnTo>
                  <a:lnTo>
                    <a:pt x="2716151" y="2521680"/>
                  </a:lnTo>
                  <a:lnTo>
                    <a:pt x="2766272" y="2529762"/>
                  </a:lnTo>
                  <a:lnTo>
                    <a:pt x="2818988" y="2536952"/>
                  </a:lnTo>
                  <a:lnTo>
                    <a:pt x="2875251" y="2543336"/>
                  </a:lnTo>
                  <a:lnTo>
                    <a:pt x="2936018" y="2549013"/>
                  </a:lnTo>
                  <a:lnTo>
                    <a:pt x="3002165" y="2554072"/>
                  </a:lnTo>
                  <a:lnTo>
                    <a:pt x="3074367" y="2558593"/>
                  </a:lnTo>
                  <a:lnTo>
                    <a:pt x="3152932" y="2562637"/>
                  </a:lnTo>
                  <a:lnTo>
                    <a:pt x="3237599" y="2566246"/>
                  </a:lnTo>
                  <a:lnTo>
                    <a:pt x="3327291" y="2569444"/>
                  </a:lnTo>
                  <a:lnTo>
                    <a:pt x="3419907" y="2572237"/>
                  </a:lnTo>
                  <a:lnTo>
                    <a:pt x="3512222" y="2574620"/>
                  </a:lnTo>
                  <a:lnTo>
                    <a:pt x="3600051" y="2576582"/>
                  </a:lnTo>
                  <a:lnTo>
                    <a:pt x="3678757" y="2578119"/>
                  </a:lnTo>
                  <a:lnTo>
                    <a:pt x="3744089" y="2579245"/>
                  </a:lnTo>
                  <a:lnTo>
                    <a:pt x="3793162" y="2579996"/>
                  </a:lnTo>
                  <a:lnTo>
                    <a:pt x="3825237" y="2580435"/>
                  </a:lnTo>
                  <a:lnTo>
                    <a:pt x="3842052" y="2580642"/>
                  </a:lnTo>
                  <a:lnTo>
                    <a:pt x="3847674" y="2580704"/>
                  </a:lnTo>
                  <a:lnTo>
                    <a:pt x="3848118" y="2580709"/>
                  </a:lnTo>
                  <a:lnTo>
                    <a:pt x="4386855" y="2580709"/>
                  </a:lnTo>
                  <a:lnTo>
                    <a:pt x="4388044" y="2580631"/>
                  </a:lnTo>
                  <a:lnTo>
                    <a:pt x="4395820" y="2580072"/>
                  </a:lnTo>
                  <a:lnTo>
                    <a:pt x="4415265" y="2578529"/>
                  </a:lnTo>
                  <a:lnTo>
                    <a:pt x="4449635" y="2575498"/>
                  </a:lnTo>
                  <a:lnTo>
                    <a:pt x="4500064" y="2570533"/>
                  </a:lnTo>
                  <a:lnTo>
                    <a:pt x="4565501" y="2563301"/>
                  </a:lnTo>
                  <a:lnTo>
                    <a:pt x="4643080" y="2553606"/>
                  </a:lnTo>
                  <a:lnTo>
                    <a:pt x="4728829" y="2541389"/>
                  </a:lnTo>
                  <a:lnTo>
                    <a:pt x="4818515" y="2526677"/>
                  </a:lnTo>
                  <a:lnTo>
                    <a:pt x="4908349" y="2509529"/>
                  </a:lnTo>
                  <a:lnTo>
                    <a:pt x="4995407" y="2489980"/>
                  </a:lnTo>
                  <a:lnTo>
                    <a:pt x="5077763" y="2467993"/>
                  </a:lnTo>
                  <a:lnTo>
                    <a:pt x="5154403" y="2443435"/>
                  </a:lnTo>
                  <a:lnTo>
                    <a:pt x="5225047" y="2416070"/>
                  </a:lnTo>
                  <a:lnTo>
                    <a:pt x="5289938" y="2385555"/>
                  </a:lnTo>
                  <a:lnTo>
                    <a:pt x="5349658" y="2351448"/>
                  </a:lnTo>
                  <a:lnTo>
                    <a:pt x="5404988" y="2313232"/>
                  </a:lnTo>
                  <a:lnTo>
                    <a:pt x="5456796" y="2270353"/>
                  </a:lnTo>
                  <a:lnTo>
                    <a:pt x="5505960" y="2222284"/>
                  </a:lnTo>
                  <a:lnTo>
                    <a:pt x="5553289" y="2168650"/>
                  </a:lnTo>
                  <a:lnTo>
                    <a:pt x="5567201" y="2151498"/>
                  </a:lnTo>
                  <a:lnTo>
                    <a:pt x="5604004" y="2103167"/>
                  </a:lnTo>
                  <a:lnTo>
                    <a:pt x="5640459" y="2051152"/>
                  </a:lnTo>
                  <a:lnTo>
                    <a:pt x="5676799" y="1995379"/>
                  </a:lnTo>
                  <a:lnTo>
                    <a:pt x="5713208" y="1935838"/>
                  </a:lnTo>
                  <a:lnTo>
                    <a:pt x="5749819" y="1872595"/>
                  </a:lnTo>
                  <a:lnTo>
                    <a:pt x="5786725" y="1805791"/>
                  </a:lnTo>
                  <a:lnTo>
                    <a:pt x="5823978" y="1735653"/>
                  </a:lnTo>
                  <a:lnTo>
                    <a:pt x="5861596" y="1662492"/>
                  </a:lnTo>
                  <a:lnTo>
                    <a:pt x="5899564" y="1586699"/>
                  </a:lnTo>
                  <a:lnTo>
                    <a:pt x="5937841" y="1508743"/>
                  </a:lnTo>
                  <a:lnTo>
                    <a:pt x="5976361" y="1429157"/>
                  </a:lnTo>
                  <a:lnTo>
                    <a:pt x="6015041" y="1348523"/>
                  </a:lnTo>
                  <a:lnTo>
                    <a:pt x="6053789" y="1267458"/>
                  </a:lnTo>
                  <a:lnTo>
                    <a:pt x="6092505" y="1186592"/>
                  </a:lnTo>
                  <a:lnTo>
                    <a:pt x="6131094" y="1106550"/>
                  </a:lnTo>
                  <a:lnTo>
                    <a:pt x="6169469" y="1027929"/>
                  </a:lnTo>
                  <a:lnTo>
                    <a:pt x="6207557" y="951282"/>
                  </a:lnTo>
                  <a:lnTo>
                    <a:pt x="6245307" y="877102"/>
                  </a:lnTo>
                  <a:lnTo>
                    <a:pt x="6282695" y="805811"/>
                  </a:lnTo>
                  <a:lnTo>
                    <a:pt x="6319724" y="737749"/>
                  </a:lnTo>
                  <a:lnTo>
                    <a:pt x="6356435" y="673173"/>
                  </a:lnTo>
                  <a:lnTo>
                    <a:pt x="6392905" y="612258"/>
                  </a:lnTo>
                  <a:lnTo>
                    <a:pt x="6429252" y="555095"/>
                  </a:lnTo>
                  <a:lnTo>
                    <a:pt x="6465640" y="501701"/>
                  </a:lnTo>
                  <a:lnTo>
                    <a:pt x="6502284" y="452027"/>
                  </a:lnTo>
                  <a:lnTo>
                    <a:pt x="6515891" y="434655"/>
                  </a:lnTo>
                  <a:lnTo>
                    <a:pt x="6562809" y="379327"/>
                  </a:lnTo>
                  <a:lnTo>
                    <a:pt x="6611344" y="329620"/>
                  </a:lnTo>
                  <a:lnTo>
                    <a:pt x="6662270" y="285239"/>
                  </a:lnTo>
                  <a:lnTo>
                    <a:pt x="6716453" y="245686"/>
                  </a:lnTo>
                  <a:lnTo>
                    <a:pt x="6774772" y="210407"/>
                  </a:lnTo>
                  <a:lnTo>
                    <a:pt x="6838043" y="178866"/>
                  </a:lnTo>
                  <a:lnTo>
                    <a:pt x="6906921" y="150599"/>
                  </a:lnTo>
                  <a:lnTo>
                    <a:pt x="6981768" y="125232"/>
                  </a:lnTo>
                  <a:lnTo>
                    <a:pt x="7062482" y="102493"/>
                  </a:lnTo>
                  <a:lnTo>
                    <a:pt x="7148291" y="82222"/>
                  </a:lnTo>
                  <a:lnTo>
                    <a:pt x="7237556" y="64355"/>
                  </a:lnTo>
                  <a:lnTo>
                    <a:pt x="7327649" y="48908"/>
                  </a:lnTo>
                  <a:lnTo>
                    <a:pt x="7415012" y="35938"/>
                  </a:lnTo>
                  <a:lnTo>
                    <a:pt x="7495480" y="25490"/>
                  </a:lnTo>
                  <a:lnTo>
                    <a:pt x="7564918" y="17535"/>
                  </a:lnTo>
                  <a:lnTo>
                    <a:pt x="7620042" y="11920"/>
                  </a:lnTo>
                  <a:lnTo>
                    <a:pt x="7659200" y="8353"/>
                  </a:lnTo>
                  <a:lnTo>
                    <a:pt x="7682863" y="6416"/>
                  </a:lnTo>
                  <a:lnTo>
                    <a:pt x="7693675" y="56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8" y="78"/>
                  </a:lnTo>
                  <a:lnTo>
                    <a:pt x="7687273" y="636"/>
                  </a:lnTo>
                  <a:lnTo>
                    <a:pt x="7667828" y="2179"/>
                  </a:lnTo>
                  <a:lnTo>
                    <a:pt x="7633457" y="5211"/>
                  </a:lnTo>
                  <a:lnTo>
                    <a:pt x="7583029" y="10175"/>
                  </a:lnTo>
                  <a:lnTo>
                    <a:pt x="7517591" y="17408"/>
                  </a:lnTo>
                  <a:lnTo>
                    <a:pt x="7440013" y="27102"/>
                  </a:lnTo>
                  <a:lnTo>
                    <a:pt x="7354264" y="39319"/>
                  </a:lnTo>
                  <a:lnTo>
                    <a:pt x="7264578" y="54031"/>
                  </a:lnTo>
                  <a:lnTo>
                    <a:pt x="7174744" y="71179"/>
                  </a:lnTo>
                  <a:lnTo>
                    <a:pt x="7087685" y="90728"/>
                  </a:lnTo>
                  <a:lnTo>
                    <a:pt x="7005330" y="112716"/>
                  </a:lnTo>
                  <a:lnTo>
                    <a:pt x="6928689" y="137273"/>
                  </a:lnTo>
                  <a:lnTo>
                    <a:pt x="6858045" y="164638"/>
                  </a:lnTo>
                  <a:lnTo>
                    <a:pt x="6793155" y="195153"/>
                  </a:lnTo>
                  <a:lnTo>
                    <a:pt x="6733434" y="229260"/>
                  </a:lnTo>
                  <a:lnTo>
                    <a:pt x="6678104" y="267476"/>
                  </a:lnTo>
                  <a:lnTo>
                    <a:pt x="6626296" y="310355"/>
                  </a:lnTo>
                  <a:lnTo>
                    <a:pt x="6577132" y="358424"/>
                  </a:lnTo>
                  <a:lnTo>
                    <a:pt x="6529803" y="412058"/>
                  </a:lnTo>
                  <a:lnTo>
                    <a:pt x="6515891" y="429210"/>
                  </a:lnTo>
                  <a:lnTo>
                    <a:pt x="6479088" y="477541"/>
                  </a:lnTo>
                  <a:lnTo>
                    <a:pt x="6442634" y="529556"/>
                  </a:lnTo>
                  <a:lnTo>
                    <a:pt x="6406293" y="585329"/>
                  </a:lnTo>
                  <a:lnTo>
                    <a:pt x="6369885" y="644870"/>
                  </a:lnTo>
                  <a:lnTo>
                    <a:pt x="6333273" y="708114"/>
                  </a:lnTo>
                  <a:lnTo>
                    <a:pt x="6296368" y="774917"/>
                  </a:lnTo>
                  <a:lnTo>
                    <a:pt x="6259114" y="845055"/>
                  </a:lnTo>
                  <a:lnTo>
                    <a:pt x="6221496" y="918217"/>
                  </a:lnTo>
                  <a:lnTo>
                    <a:pt x="6183528" y="994009"/>
                  </a:lnTo>
                  <a:lnTo>
                    <a:pt x="6145251" y="1071965"/>
                  </a:lnTo>
                  <a:lnTo>
                    <a:pt x="6106732" y="1151551"/>
                  </a:lnTo>
                  <a:lnTo>
                    <a:pt x="6068051" y="1232185"/>
                  </a:lnTo>
                  <a:lnTo>
                    <a:pt x="6029304" y="1313250"/>
                  </a:lnTo>
                  <a:lnTo>
                    <a:pt x="5990587" y="1394116"/>
                  </a:lnTo>
                  <a:lnTo>
                    <a:pt x="5951998" y="1474158"/>
                  </a:lnTo>
                  <a:lnTo>
                    <a:pt x="5913623" y="1552779"/>
                  </a:lnTo>
                  <a:lnTo>
                    <a:pt x="5875535" y="1629426"/>
                  </a:lnTo>
                  <a:lnTo>
                    <a:pt x="5837785" y="1703606"/>
                  </a:lnTo>
                  <a:lnTo>
                    <a:pt x="5800398" y="1774897"/>
                  </a:lnTo>
                  <a:lnTo>
                    <a:pt x="5763368" y="1842960"/>
                  </a:lnTo>
                  <a:lnTo>
                    <a:pt x="5726657" y="1907535"/>
                  </a:lnTo>
                  <a:lnTo>
                    <a:pt x="5690187" y="1968451"/>
                  </a:lnTo>
                  <a:lnTo>
                    <a:pt x="5653840" y="2025613"/>
                  </a:lnTo>
                  <a:lnTo>
                    <a:pt x="5617452" y="2079007"/>
                  </a:lnTo>
                  <a:lnTo>
                    <a:pt x="5580809" y="2128681"/>
                  </a:lnTo>
                  <a:lnTo>
                    <a:pt x="5567201" y="2146053"/>
                  </a:lnTo>
                  <a:lnTo>
                    <a:pt x="5520284" y="2201381"/>
                  </a:lnTo>
                  <a:lnTo>
                    <a:pt x="5471749" y="2251088"/>
                  </a:lnTo>
                  <a:lnTo>
                    <a:pt x="5420822" y="2295469"/>
                  </a:lnTo>
                  <a:lnTo>
                    <a:pt x="5366639" y="2335022"/>
                  </a:lnTo>
                  <a:lnTo>
                    <a:pt x="5308321" y="2370301"/>
                  </a:lnTo>
                  <a:lnTo>
                    <a:pt x="5245050" y="2401842"/>
                  </a:lnTo>
                  <a:lnTo>
                    <a:pt x="5176172" y="2430109"/>
                  </a:lnTo>
                  <a:lnTo>
                    <a:pt x="5101324" y="2455477"/>
                  </a:lnTo>
                  <a:lnTo>
                    <a:pt x="5020610" y="2478215"/>
                  </a:lnTo>
                  <a:lnTo>
                    <a:pt x="4934801" y="2498486"/>
                  </a:lnTo>
                  <a:lnTo>
                    <a:pt x="4845537" y="2516353"/>
                  </a:lnTo>
                  <a:lnTo>
                    <a:pt x="4755443" y="2531800"/>
                  </a:lnTo>
                  <a:lnTo>
                    <a:pt x="4668081" y="2544770"/>
                  </a:lnTo>
                  <a:lnTo>
                    <a:pt x="4587613" y="2555218"/>
                  </a:lnTo>
                  <a:lnTo>
                    <a:pt x="4518174" y="2563173"/>
                  </a:lnTo>
                  <a:lnTo>
                    <a:pt x="4463051" y="2568788"/>
                  </a:lnTo>
                  <a:lnTo>
                    <a:pt x="4423892" y="2572355"/>
                  </a:lnTo>
                  <a:lnTo>
                    <a:pt x="4400229" y="2574292"/>
                  </a:lnTo>
                  <a:lnTo>
                    <a:pt x="4389418" y="2575092"/>
                  </a:lnTo>
                  <a:lnTo>
                    <a:pt x="4386855" y="2575264"/>
                  </a:lnTo>
                  <a:lnTo>
                    <a:pt x="3848118" y="2575264"/>
                  </a:lnTo>
                  <a:lnTo>
                    <a:pt x="3846819" y="2575251"/>
                  </a:lnTo>
                  <a:lnTo>
                    <a:pt x="3838340" y="2575154"/>
                  </a:lnTo>
                  <a:lnTo>
                    <a:pt x="3817202" y="2574885"/>
                  </a:lnTo>
                  <a:lnTo>
                    <a:pt x="3780013" y="2574359"/>
                  </a:lnTo>
                  <a:lnTo>
                    <a:pt x="3725794" y="2573499"/>
                  </a:lnTo>
                  <a:lnTo>
                    <a:pt x="3655997" y="2572251"/>
                  </a:lnTo>
                  <a:lnTo>
                    <a:pt x="3574022" y="2570584"/>
                  </a:lnTo>
                  <a:lnTo>
                    <a:pt x="3484341" y="2568493"/>
                  </a:lnTo>
                  <a:lnTo>
                    <a:pt x="3391528" y="2565984"/>
                  </a:lnTo>
                  <a:lnTo>
                    <a:pt x="3299513" y="2563067"/>
                  </a:lnTo>
                  <a:lnTo>
                    <a:pt x="3211181" y="2559745"/>
                  </a:lnTo>
                  <a:lnTo>
                    <a:pt x="3128303" y="2556007"/>
                  </a:lnTo>
                  <a:lnTo>
                    <a:pt x="3051681" y="2551823"/>
                  </a:lnTo>
                  <a:lnTo>
                    <a:pt x="2981379" y="2547146"/>
                  </a:lnTo>
                  <a:lnTo>
                    <a:pt x="2916956" y="2541907"/>
                  </a:lnTo>
                  <a:lnTo>
                    <a:pt x="2857661" y="2536025"/>
                  </a:lnTo>
                  <a:lnTo>
                    <a:pt x="2802583" y="2529404"/>
                  </a:lnTo>
                  <a:lnTo>
                    <a:pt x="2750756" y="2521951"/>
                  </a:lnTo>
                  <a:lnTo>
                    <a:pt x="2701250" y="2513584"/>
                  </a:lnTo>
                  <a:lnTo>
                    <a:pt x="2667772" y="2507207"/>
                  </a:lnTo>
                  <a:lnTo>
                    <a:pt x="2616004" y="2496236"/>
                  </a:lnTo>
                  <a:lnTo>
                    <a:pt x="2564734" y="2484093"/>
                  </a:lnTo>
                  <a:lnTo>
                    <a:pt x="2513394" y="2470764"/>
                  </a:lnTo>
                  <a:lnTo>
                    <a:pt x="2461609" y="2456278"/>
                  </a:lnTo>
                  <a:lnTo>
                    <a:pt x="2409169" y="2440715"/>
                  </a:lnTo>
                  <a:lnTo>
                    <a:pt x="2356010" y="2424207"/>
                  </a:lnTo>
                  <a:lnTo>
                    <a:pt x="2302190" y="2406936"/>
                  </a:lnTo>
                  <a:lnTo>
                    <a:pt x="2247871" y="2389129"/>
                  </a:lnTo>
                  <a:lnTo>
                    <a:pt x="2193284" y="2371046"/>
                  </a:lnTo>
                  <a:lnTo>
                    <a:pt x="2138697" y="2352964"/>
                  </a:lnTo>
                  <a:lnTo>
                    <a:pt x="2084380" y="2335160"/>
                  </a:lnTo>
                  <a:lnTo>
                    <a:pt x="2030564" y="2317893"/>
                  </a:lnTo>
                  <a:lnTo>
                    <a:pt x="1977408" y="2301389"/>
                  </a:lnTo>
                  <a:lnTo>
                    <a:pt x="1924971" y="2285831"/>
                  </a:lnTo>
                  <a:lnTo>
                    <a:pt x="1873190" y="2271351"/>
                  </a:lnTo>
                  <a:lnTo>
                    <a:pt x="1821851" y="2258028"/>
                  </a:lnTo>
                  <a:lnTo>
                    <a:pt x="1770580" y="2245891"/>
                  </a:lnTo>
                  <a:lnTo>
                    <a:pt x="1719082" y="2234981"/>
                  </a:lnTo>
                  <a:lnTo>
                    <a:pt x="1670703" y="2225953"/>
                  </a:lnTo>
                  <a:lnTo>
                    <a:pt x="1620583" y="2217871"/>
                  </a:lnTo>
                  <a:lnTo>
                    <a:pt x="1567866" y="2210681"/>
                  </a:lnTo>
                  <a:lnTo>
                    <a:pt x="1511604" y="2204296"/>
                  </a:lnTo>
                  <a:lnTo>
                    <a:pt x="1450837" y="2198620"/>
                  </a:lnTo>
                  <a:lnTo>
                    <a:pt x="1384689" y="2193560"/>
                  </a:lnTo>
                  <a:lnTo>
                    <a:pt x="1312488" y="2189039"/>
                  </a:lnTo>
                  <a:lnTo>
                    <a:pt x="1233922" y="2184996"/>
                  </a:lnTo>
                  <a:lnTo>
                    <a:pt x="1149256" y="2181387"/>
                  </a:lnTo>
                  <a:lnTo>
                    <a:pt x="1059563" y="2178189"/>
                  </a:lnTo>
                  <a:lnTo>
                    <a:pt x="966947" y="2175395"/>
                  </a:lnTo>
                  <a:lnTo>
                    <a:pt x="874632" y="2173013"/>
                  </a:lnTo>
                  <a:lnTo>
                    <a:pt x="786803" y="2171051"/>
                  </a:lnTo>
                  <a:lnTo>
                    <a:pt x="708098" y="2169513"/>
                  </a:lnTo>
                  <a:lnTo>
                    <a:pt x="642766" y="2168388"/>
                  </a:lnTo>
                  <a:lnTo>
                    <a:pt x="593693" y="2167637"/>
                  </a:lnTo>
                  <a:lnTo>
                    <a:pt x="561617" y="2167198"/>
                  </a:lnTo>
                  <a:lnTo>
                    <a:pt x="544803" y="2166991"/>
                  </a:lnTo>
                  <a:lnTo>
                    <a:pt x="539181" y="2166929"/>
                  </a:lnTo>
                  <a:lnTo>
                    <a:pt x="538736" y="2166924"/>
                  </a:lnTo>
                  <a:lnTo>
                    <a:pt x="0" y="216692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74" name="pl1074"/>
            <p:cNvSpPr/>
            <p:nvPr/>
          </p:nvSpPr>
          <p:spPr>
            <a:xfrm>
              <a:off x="546595" y="1714139"/>
              <a:ext cx="8234974" cy="2575264"/>
            </a:xfrm>
            <a:custGeom>
              <a:avLst/>
              <a:pathLst>
                <a:path w="8234974" h="2575264">
                  <a:moveTo>
                    <a:pt x="0" y="2166924"/>
                  </a:moveTo>
                  <a:lnTo>
                    <a:pt x="538736" y="2166924"/>
                  </a:lnTo>
                  <a:lnTo>
                    <a:pt x="540036" y="2166938"/>
                  </a:lnTo>
                  <a:lnTo>
                    <a:pt x="548515" y="2167035"/>
                  </a:lnTo>
                  <a:lnTo>
                    <a:pt x="569652" y="2167303"/>
                  </a:lnTo>
                  <a:lnTo>
                    <a:pt x="606841" y="2167829"/>
                  </a:lnTo>
                  <a:lnTo>
                    <a:pt x="661061" y="2168689"/>
                  </a:lnTo>
                  <a:lnTo>
                    <a:pt x="730858" y="2169937"/>
                  </a:lnTo>
                  <a:lnTo>
                    <a:pt x="812832" y="2171604"/>
                  </a:lnTo>
                  <a:lnTo>
                    <a:pt x="902514" y="2173695"/>
                  </a:lnTo>
                  <a:lnTo>
                    <a:pt x="995327" y="2176204"/>
                  </a:lnTo>
                  <a:lnTo>
                    <a:pt x="1087342" y="2179121"/>
                  </a:lnTo>
                  <a:lnTo>
                    <a:pt x="1175674" y="2182443"/>
                  </a:lnTo>
                  <a:lnTo>
                    <a:pt x="1258551" y="2186181"/>
                  </a:lnTo>
                  <a:lnTo>
                    <a:pt x="1335173" y="2190365"/>
                  </a:lnTo>
                  <a:lnTo>
                    <a:pt x="1405475" y="2195043"/>
                  </a:lnTo>
                  <a:lnTo>
                    <a:pt x="1469899" y="2200281"/>
                  </a:lnTo>
                  <a:lnTo>
                    <a:pt x="1529194" y="2206164"/>
                  </a:lnTo>
                  <a:lnTo>
                    <a:pt x="1584272" y="2212784"/>
                  </a:lnTo>
                  <a:lnTo>
                    <a:pt x="1636099" y="2220237"/>
                  </a:lnTo>
                  <a:lnTo>
                    <a:pt x="1685605" y="2228605"/>
                  </a:lnTo>
                  <a:lnTo>
                    <a:pt x="1719082" y="2234981"/>
                  </a:lnTo>
                  <a:lnTo>
                    <a:pt x="1770850" y="2245952"/>
                  </a:lnTo>
                  <a:lnTo>
                    <a:pt x="1822121" y="2258095"/>
                  </a:lnTo>
                  <a:lnTo>
                    <a:pt x="1873461" y="2271424"/>
                  </a:lnTo>
                  <a:lnTo>
                    <a:pt x="1925246" y="2285910"/>
                  </a:lnTo>
                  <a:lnTo>
                    <a:pt x="1977685" y="2301473"/>
                  </a:lnTo>
                  <a:lnTo>
                    <a:pt x="2030845" y="2317982"/>
                  </a:lnTo>
                  <a:lnTo>
                    <a:pt x="2084665" y="2335253"/>
                  </a:lnTo>
                  <a:lnTo>
                    <a:pt x="2138984" y="2353059"/>
                  </a:lnTo>
                  <a:lnTo>
                    <a:pt x="2193571" y="2371142"/>
                  </a:lnTo>
                  <a:lnTo>
                    <a:pt x="2248157" y="2389224"/>
                  </a:lnTo>
                  <a:lnTo>
                    <a:pt x="2302475" y="2407028"/>
                  </a:lnTo>
                  <a:lnTo>
                    <a:pt x="2356291" y="2424296"/>
                  </a:lnTo>
                  <a:lnTo>
                    <a:pt x="2409447" y="2440799"/>
                  </a:lnTo>
                  <a:lnTo>
                    <a:pt x="2461883" y="2456357"/>
                  </a:lnTo>
                  <a:lnTo>
                    <a:pt x="2513665" y="2470837"/>
                  </a:lnTo>
                  <a:lnTo>
                    <a:pt x="2565003" y="2484160"/>
                  </a:lnTo>
                  <a:lnTo>
                    <a:pt x="2616275" y="2496297"/>
                  </a:lnTo>
                  <a:lnTo>
                    <a:pt x="2667772" y="2507207"/>
                  </a:lnTo>
                  <a:lnTo>
                    <a:pt x="2716151" y="2516235"/>
                  </a:lnTo>
                  <a:lnTo>
                    <a:pt x="2766272" y="2524317"/>
                  </a:lnTo>
                  <a:lnTo>
                    <a:pt x="2818988" y="2531507"/>
                  </a:lnTo>
                  <a:lnTo>
                    <a:pt x="2875251" y="2537892"/>
                  </a:lnTo>
                  <a:lnTo>
                    <a:pt x="2936018" y="2543568"/>
                  </a:lnTo>
                  <a:lnTo>
                    <a:pt x="3002165" y="2548628"/>
                  </a:lnTo>
                  <a:lnTo>
                    <a:pt x="3074367" y="2553149"/>
                  </a:lnTo>
                  <a:lnTo>
                    <a:pt x="3152932" y="2557193"/>
                  </a:lnTo>
                  <a:lnTo>
                    <a:pt x="3237599" y="2560802"/>
                  </a:lnTo>
                  <a:lnTo>
                    <a:pt x="3327291" y="2564000"/>
                  </a:lnTo>
                  <a:lnTo>
                    <a:pt x="3419907" y="2566793"/>
                  </a:lnTo>
                  <a:lnTo>
                    <a:pt x="3512222" y="2569176"/>
                  </a:lnTo>
                  <a:lnTo>
                    <a:pt x="3600051" y="2571138"/>
                  </a:lnTo>
                  <a:lnTo>
                    <a:pt x="3678757" y="2572675"/>
                  </a:lnTo>
                  <a:lnTo>
                    <a:pt x="3744089" y="2573800"/>
                  </a:lnTo>
                  <a:lnTo>
                    <a:pt x="3793162" y="2574552"/>
                  </a:lnTo>
                  <a:lnTo>
                    <a:pt x="3825237" y="2574991"/>
                  </a:lnTo>
                  <a:lnTo>
                    <a:pt x="3842052" y="2575197"/>
                  </a:lnTo>
                  <a:lnTo>
                    <a:pt x="3847674" y="2575260"/>
                  </a:lnTo>
                  <a:lnTo>
                    <a:pt x="3848118" y="2575264"/>
                  </a:lnTo>
                  <a:lnTo>
                    <a:pt x="4386855" y="2575264"/>
                  </a:lnTo>
                  <a:lnTo>
                    <a:pt x="4388044" y="2575186"/>
                  </a:lnTo>
                  <a:lnTo>
                    <a:pt x="4395820" y="2574628"/>
                  </a:lnTo>
                  <a:lnTo>
                    <a:pt x="4415265" y="2573084"/>
                  </a:lnTo>
                  <a:lnTo>
                    <a:pt x="4449635" y="2570053"/>
                  </a:lnTo>
                  <a:lnTo>
                    <a:pt x="4500064" y="2565089"/>
                  </a:lnTo>
                  <a:lnTo>
                    <a:pt x="4565501" y="2557856"/>
                  </a:lnTo>
                  <a:lnTo>
                    <a:pt x="4643080" y="2548162"/>
                  </a:lnTo>
                  <a:lnTo>
                    <a:pt x="4728829" y="2535944"/>
                  </a:lnTo>
                  <a:lnTo>
                    <a:pt x="4818515" y="2521232"/>
                  </a:lnTo>
                  <a:lnTo>
                    <a:pt x="4908349" y="2504085"/>
                  </a:lnTo>
                  <a:lnTo>
                    <a:pt x="4995407" y="2484536"/>
                  </a:lnTo>
                  <a:lnTo>
                    <a:pt x="5077763" y="2462548"/>
                  </a:lnTo>
                  <a:lnTo>
                    <a:pt x="5154403" y="2437991"/>
                  </a:lnTo>
                  <a:lnTo>
                    <a:pt x="5225047" y="2410626"/>
                  </a:lnTo>
                  <a:lnTo>
                    <a:pt x="5289938" y="2380110"/>
                  </a:lnTo>
                  <a:lnTo>
                    <a:pt x="5349658" y="2346003"/>
                  </a:lnTo>
                  <a:lnTo>
                    <a:pt x="5404988" y="2307788"/>
                  </a:lnTo>
                  <a:lnTo>
                    <a:pt x="5456796" y="2264908"/>
                  </a:lnTo>
                  <a:lnTo>
                    <a:pt x="5505960" y="2216839"/>
                  </a:lnTo>
                  <a:lnTo>
                    <a:pt x="5553289" y="2163205"/>
                  </a:lnTo>
                  <a:lnTo>
                    <a:pt x="5567201" y="2146053"/>
                  </a:lnTo>
                  <a:lnTo>
                    <a:pt x="5604004" y="2097723"/>
                  </a:lnTo>
                  <a:lnTo>
                    <a:pt x="5640459" y="2045708"/>
                  </a:lnTo>
                  <a:lnTo>
                    <a:pt x="5676799" y="1989934"/>
                  </a:lnTo>
                  <a:lnTo>
                    <a:pt x="5713208" y="1930394"/>
                  </a:lnTo>
                  <a:lnTo>
                    <a:pt x="5749819" y="1867150"/>
                  </a:lnTo>
                  <a:lnTo>
                    <a:pt x="5786725" y="1800346"/>
                  </a:lnTo>
                  <a:lnTo>
                    <a:pt x="5823978" y="1730208"/>
                  </a:lnTo>
                  <a:lnTo>
                    <a:pt x="5861596" y="1657047"/>
                  </a:lnTo>
                  <a:lnTo>
                    <a:pt x="5899564" y="1581255"/>
                  </a:lnTo>
                  <a:lnTo>
                    <a:pt x="5937841" y="1503299"/>
                  </a:lnTo>
                  <a:lnTo>
                    <a:pt x="5976361" y="1423712"/>
                  </a:lnTo>
                  <a:lnTo>
                    <a:pt x="6015041" y="1343078"/>
                  </a:lnTo>
                  <a:lnTo>
                    <a:pt x="6053789" y="1262013"/>
                  </a:lnTo>
                  <a:lnTo>
                    <a:pt x="6092505" y="1181148"/>
                  </a:lnTo>
                  <a:lnTo>
                    <a:pt x="6131094" y="1101105"/>
                  </a:lnTo>
                  <a:lnTo>
                    <a:pt x="6169469" y="1022484"/>
                  </a:lnTo>
                  <a:lnTo>
                    <a:pt x="6207557" y="945837"/>
                  </a:lnTo>
                  <a:lnTo>
                    <a:pt x="6245307" y="871658"/>
                  </a:lnTo>
                  <a:lnTo>
                    <a:pt x="6282695" y="800366"/>
                  </a:lnTo>
                  <a:lnTo>
                    <a:pt x="6319724" y="732304"/>
                  </a:lnTo>
                  <a:lnTo>
                    <a:pt x="6356435" y="667729"/>
                  </a:lnTo>
                  <a:lnTo>
                    <a:pt x="6392905" y="606813"/>
                  </a:lnTo>
                  <a:lnTo>
                    <a:pt x="6429252" y="549650"/>
                  </a:lnTo>
                  <a:lnTo>
                    <a:pt x="6465640" y="496257"/>
                  </a:lnTo>
                  <a:lnTo>
                    <a:pt x="6502284" y="446582"/>
                  </a:lnTo>
                  <a:lnTo>
                    <a:pt x="6515891" y="429210"/>
                  </a:lnTo>
                  <a:lnTo>
                    <a:pt x="6562809" y="373882"/>
                  </a:lnTo>
                  <a:lnTo>
                    <a:pt x="6611344" y="324176"/>
                  </a:lnTo>
                  <a:lnTo>
                    <a:pt x="6662270" y="279795"/>
                  </a:lnTo>
                  <a:lnTo>
                    <a:pt x="6716453" y="240242"/>
                  </a:lnTo>
                  <a:lnTo>
                    <a:pt x="6774772" y="204962"/>
                  </a:lnTo>
                  <a:lnTo>
                    <a:pt x="6838043" y="173422"/>
                  </a:lnTo>
                  <a:lnTo>
                    <a:pt x="6906921" y="145155"/>
                  </a:lnTo>
                  <a:lnTo>
                    <a:pt x="6981768" y="119787"/>
                  </a:lnTo>
                  <a:lnTo>
                    <a:pt x="7062482" y="97049"/>
                  </a:lnTo>
                  <a:lnTo>
                    <a:pt x="7148291" y="76778"/>
                  </a:lnTo>
                  <a:lnTo>
                    <a:pt x="7237556" y="58910"/>
                  </a:lnTo>
                  <a:lnTo>
                    <a:pt x="7327649" y="43464"/>
                  </a:lnTo>
                  <a:lnTo>
                    <a:pt x="7415012" y="30494"/>
                  </a:lnTo>
                  <a:lnTo>
                    <a:pt x="7495480" y="20046"/>
                  </a:lnTo>
                  <a:lnTo>
                    <a:pt x="7564918" y="12090"/>
                  </a:lnTo>
                  <a:lnTo>
                    <a:pt x="7620042" y="6476"/>
                  </a:lnTo>
                  <a:lnTo>
                    <a:pt x="7659200" y="2909"/>
                  </a:lnTo>
                  <a:lnTo>
                    <a:pt x="7682863" y="971"/>
                  </a:lnTo>
                  <a:lnTo>
                    <a:pt x="7693675" y="172"/>
                  </a:lnTo>
                  <a:lnTo>
                    <a:pt x="7696204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5" name="pl1075"/>
            <p:cNvSpPr/>
            <p:nvPr/>
          </p:nvSpPr>
          <p:spPr>
            <a:xfrm>
              <a:off x="546595" y="1708695"/>
              <a:ext cx="8234974" cy="2575264"/>
            </a:xfrm>
            <a:custGeom>
              <a:avLst/>
              <a:pathLst>
                <a:path w="8234974" h="2575264">
                  <a:moveTo>
                    <a:pt x="8234974" y="0"/>
                  </a:moveTo>
                  <a:lnTo>
                    <a:pt x="7696237" y="0"/>
                  </a:lnTo>
                  <a:lnTo>
                    <a:pt x="7695048" y="78"/>
                  </a:lnTo>
                  <a:lnTo>
                    <a:pt x="7687273" y="636"/>
                  </a:lnTo>
                  <a:lnTo>
                    <a:pt x="7667828" y="2179"/>
                  </a:lnTo>
                  <a:lnTo>
                    <a:pt x="7633457" y="5211"/>
                  </a:lnTo>
                  <a:lnTo>
                    <a:pt x="7583029" y="10175"/>
                  </a:lnTo>
                  <a:lnTo>
                    <a:pt x="7517591" y="17408"/>
                  </a:lnTo>
                  <a:lnTo>
                    <a:pt x="7440013" y="27102"/>
                  </a:lnTo>
                  <a:lnTo>
                    <a:pt x="7354264" y="39319"/>
                  </a:lnTo>
                  <a:lnTo>
                    <a:pt x="7264578" y="54031"/>
                  </a:lnTo>
                  <a:lnTo>
                    <a:pt x="7174744" y="71179"/>
                  </a:lnTo>
                  <a:lnTo>
                    <a:pt x="7087685" y="90728"/>
                  </a:lnTo>
                  <a:lnTo>
                    <a:pt x="7005330" y="112716"/>
                  </a:lnTo>
                  <a:lnTo>
                    <a:pt x="6928689" y="137273"/>
                  </a:lnTo>
                  <a:lnTo>
                    <a:pt x="6858045" y="164638"/>
                  </a:lnTo>
                  <a:lnTo>
                    <a:pt x="6793155" y="195153"/>
                  </a:lnTo>
                  <a:lnTo>
                    <a:pt x="6733434" y="229260"/>
                  </a:lnTo>
                  <a:lnTo>
                    <a:pt x="6678104" y="267476"/>
                  </a:lnTo>
                  <a:lnTo>
                    <a:pt x="6626296" y="310355"/>
                  </a:lnTo>
                  <a:lnTo>
                    <a:pt x="6577132" y="358424"/>
                  </a:lnTo>
                  <a:lnTo>
                    <a:pt x="6529803" y="412058"/>
                  </a:lnTo>
                  <a:lnTo>
                    <a:pt x="6515891" y="429210"/>
                  </a:lnTo>
                  <a:lnTo>
                    <a:pt x="6479088" y="477541"/>
                  </a:lnTo>
                  <a:lnTo>
                    <a:pt x="6442634" y="529556"/>
                  </a:lnTo>
                  <a:lnTo>
                    <a:pt x="6406293" y="585329"/>
                  </a:lnTo>
                  <a:lnTo>
                    <a:pt x="6369885" y="644870"/>
                  </a:lnTo>
                  <a:lnTo>
                    <a:pt x="6333273" y="708114"/>
                  </a:lnTo>
                  <a:lnTo>
                    <a:pt x="6296368" y="774917"/>
                  </a:lnTo>
                  <a:lnTo>
                    <a:pt x="6259114" y="845055"/>
                  </a:lnTo>
                  <a:lnTo>
                    <a:pt x="6221496" y="918217"/>
                  </a:lnTo>
                  <a:lnTo>
                    <a:pt x="6183528" y="994009"/>
                  </a:lnTo>
                  <a:lnTo>
                    <a:pt x="6145251" y="1071965"/>
                  </a:lnTo>
                  <a:lnTo>
                    <a:pt x="6106732" y="1151551"/>
                  </a:lnTo>
                  <a:lnTo>
                    <a:pt x="6068051" y="1232185"/>
                  </a:lnTo>
                  <a:lnTo>
                    <a:pt x="6029304" y="1313250"/>
                  </a:lnTo>
                  <a:lnTo>
                    <a:pt x="5990587" y="1394116"/>
                  </a:lnTo>
                  <a:lnTo>
                    <a:pt x="5951998" y="1474158"/>
                  </a:lnTo>
                  <a:lnTo>
                    <a:pt x="5913623" y="1552779"/>
                  </a:lnTo>
                  <a:lnTo>
                    <a:pt x="5875535" y="1629426"/>
                  </a:lnTo>
                  <a:lnTo>
                    <a:pt x="5837785" y="1703606"/>
                  </a:lnTo>
                  <a:lnTo>
                    <a:pt x="5800398" y="1774897"/>
                  </a:lnTo>
                  <a:lnTo>
                    <a:pt x="5763368" y="1842960"/>
                  </a:lnTo>
                  <a:lnTo>
                    <a:pt x="5726657" y="1907535"/>
                  </a:lnTo>
                  <a:lnTo>
                    <a:pt x="5690187" y="1968451"/>
                  </a:lnTo>
                  <a:lnTo>
                    <a:pt x="5653840" y="2025613"/>
                  </a:lnTo>
                  <a:lnTo>
                    <a:pt x="5617452" y="2079007"/>
                  </a:lnTo>
                  <a:lnTo>
                    <a:pt x="5580809" y="2128681"/>
                  </a:lnTo>
                  <a:lnTo>
                    <a:pt x="5567201" y="2146053"/>
                  </a:lnTo>
                  <a:lnTo>
                    <a:pt x="5520284" y="2201381"/>
                  </a:lnTo>
                  <a:lnTo>
                    <a:pt x="5471749" y="2251088"/>
                  </a:lnTo>
                  <a:lnTo>
                    <a:pt x="5420822" y="2295469"/>
                  </a:lnTo>
                  <a:lnTo>
                    <a:pt x="5366639" y="2335022"/>
                  </a:lnTo>
                  <a:lnTo>
                    <a:pt x="5308321" y="2370301"/>
                  </a:lnTo>
                  <a:lnTo>
                    <a:pt x="5245050" y="2401842"/>
                  </a:lnTo>
                  <a:lnTo>
                    <a:pt x="5176172" y="2430109"/>
                  </a:lnTo>
                  <a:lnTo>
                    <a:pt x="5101324" y="2455477"/>
                  </a:lnTo>
                  <a:lnTo>
                    <a:pt x="5020610" y="2478215"/>
                  </a:lnTo>
                  <a:lnTo>
                    <a:pt x="4934801" y="2498486"/>
                  </a:lnTo>
                  <a:lnTo>
                    <a:pt x="4845537" y="2516353"/>
                  </a:lnTo>
                  <a:lnTo>
                    <a:pt x="4755443" y="2531800"/>
                  </a:lnTo>
                  <a:lnTo>
                    <a:pt x="4668081" y="2544770"/>
                  </a:lnTo>
                  <a:lnTo>
                    <a:pt x="4587613" y="2555218"/>
                  </a:lnTo>
                  <a:lnTo>
                    <a:pt x="4518174" y="2563173"/>
                  </a:lnTo>
                  <a:lnTo>
                    <a:pt x="4463051" y="2568788"/>
                  </a:lnTo>
                  <a:lnTo>
                    <a:pt x="4423892" y="2572355"/>
                  </a:lnTo>
                  <a:lnTo>
                    <a:pt x="4400229" y="2574292"/>
                  </a:lnTo>
                  <a:lnTo>
                    <a:pt x="4389418" y="2575092"/>
                  </a:lnTo>
                  <a:lnTo>
                    <a:pt x="4386888" y="2575262"/>
                  </a:lnTo>
                  <a:lnTo>
                    <a:pt x="4386855" y="2575264"/>
                  </a:lnTo>
                  <a:lnTo>
                    <a:pt x="3848118" y="2575264"/>
                  </a:lnTo>
                  <a:lnTo>
                    <a:pt x="3846819" y="2575251"/>
                  </a:lnTo>
                  <a:lnTo>
                    <a:pt x="3838340" y="2575154"/>
                  </a:lnTo>
                  <a:lnTo>
                    <a:pt x="3817202" y="2574885"/>
                  </a:lnTo>
                  <a:lnTo>
                    <a:pt x="3780013" y="2574359"/>
                  </a:lnTo>
                  <a:lnTo>
                    <a:pt x="3725794" y="2573499"/>
                  </a:lnTo>
                  <a:lnTo>
                    <a:pt x="3655997" y="2572251"/>
                  </a:lnTo>
                  <a:lnTo>
                    <a:pt x="3574022" y="2570584"/>
                  </a:lnTo>
                  <a:lnTo>
                    <a:pt x="3484341" y="2568493"/>
                  </a:lnTo>
                  <a:lnTo>
                    <a:pt x="3391528" y="2565984"/>
                  </a:lnTo>
                  <a:lnTo>
                    <a:pt x="3299513" y="2563067"/>
                  </a:lnTo>
                  <a:lnTo>
                    <a:pt x="3211181" y="2559745"/>
                  </a:lnTo>
                  <a:lnTo>
                    <a:pt x="3128303" y="2556007"/>
                  </a:lnTo>
                  <a:lnTo>
                    <a:pt x="3051681" y="2551823"/>
                  </a:lnTo>
                  <a:lnTo>
                    <a:pt x="2981379" y="2547146"/>
                  </a:lnTo>
                  <a:lnTo>
                    <a:pt x="2916956" y="2541907"/>
                  </a:lnTo>
                  <a:lnTo>
                    <a:pt x="2857661" y="2536025"/>
                  </a:lnTo>
                  <a:lnTo>
                    <a:pt x="2802583" y="2529404"/>
                  </a:lnTo>
                  <a:lnTo>
                    <a:pt x="2750756" y="2521951"/>
                  </a:lnTo>
                  <a:lnTo>
                    <a:pt x="2701250" y="2513584"/>
                  </a:lnTo>
                  <a:lnTo>
                    <a:pt x="2667772" y="2507207"/>
                  </a:lnTo>
                  <a:lnTo>
                    <a:pt x="2616004" y="2496236"/>
                  </a:lnTo>
                  <a:lnTo>
                    <a:pt x="2564734" y="2484093"/>
                  </a:lnTo>
                  <a:lnTo>
                    <a:pt x="2513394" y="2470764"/>
                  </a:lnTo>
                  <a:lnTo>
                    <a:pt x="2461609" y="2456278"/>
                  </a:lnTo>
                  <a:lnTo>
                    <a:pt x="2409169" y="2440715"/>
                  </a:lnTo>
                  <a:lnTo>
                    <a:pt x="2356010" y="2424207"/>
                  </a:lnTo>
                  <a:lnTo>
                    <a:pt x="2302190" y="2406936"/>
                  </a:lnTo>
                  <a:lnTo>
                    <a:pt x="2247871" y="2389129"/>
                  </a:lnTo>
                  <a:lnTo>
                    <a:pt x="2193284" y="2371046"/>
                  </a:lnTo>
                  <a:lnTo>
                    <a:pt x="2138697" y="2352964"/>
                  </a:lnTo>
                  <a:lnTo>
                    <a:pt x="2084380" y="2335160"/>
                  </a:lnTo>
                  <a:lnTo>
                    <a:pt x="2030564" y="2317893"/>
                  </a:lnTo>
                  <a:lnTo>
                    <a:pt x="1977408" y="2301389"/>
                  </a:lnTo>
                  <a:lnTo>
                    <a:pt x="1924971" y="2285831"/>
                  </a:lnTo>
                  <a:lnTo>
                    <a:pt x="1873190" y="2271351"/>
                  </a:lnTo>
                  <a:lnTo>
                    <a:pt x="1821851" y="2258028"/>
                  </a:lnTo>
                  <a:lnTo>
                    <a:pt x="1770580" y="2245891"/>
                  </a:lnTo>
                  <a:lnTo>
                    <a:pt x="1719082" y="2234981"/>
                  </a:lnTo>
                  <a:lnTo>
                    <a:pt x="1670703" y="2225953"/>
                  </a:lnTo>
                  <a:lnTo>
                    <a:pt x="1620583" y="2217871"/>
                  </a:lnTo>
                  <a:lnTo>
                    <a:pt x="1567866" y="2210681"/>
                  </a:lnTo>
                  <a:lnTo>
                    <a:pt x="1511604" y="2204296"/>
                  </a:lnTo>
                  <a:lnTo>
                    <a:pt x="1450837" y="2198620"/>
                  </a:lnTo>
                  <a:lnTo>
                    <a:pt x="1384689" y="2193560"/>
                  </a:lnTo>
                  <a:lnTo>
                    <a:pt x="1312488" y="2189039"/>
                  </a:lnTo>
                  <a:lnTo>
                    <a:pt x="1233922" y="2184996"/>
                  </a:lnTo>
                  <a:lnTo>
                    <a:pt x="1149256" y="2181387"/>
                  </a:lnTo>
                  <a:lnTo>
                    <a:pt x="1059563" y="2178189"/>
                  </a:lnTo>
                  <a:lnTo>
                    <a:pt x="966947" y="2175395"/>
                  </a:lnTo>
                  <a:lnTo>
                    <a:pt x="874632" y="2173013"/>
                  </a:lnTo>
                  <a:lnTo>
                    <a:pt x="786803" y="2171051"/>
                  </a:lnTo>
                  <a:lnTo>
                    <a:pt x="708098" y="2169513"/>
                  </a:lnTo>
                  <a:lnTo>
                    <a:pt x="642766" y="2168388"/>
                  </a:lnTo>
                  <a:lnTo>
                    <a:pt x="593693" y="2167637"/>
                  </a:lnTo>
                  <a:lnTo>
                    <a:pt x="561617" y="2167198"/>
                  </a:lnTo>
                  <a:lnTo>
                    <a:pt x="544803" y="2166991"/>
                  </a:lnTo>
                  <a:lnTo>
                    <a:pt x="539181" y="2166929"/>
                  </a:lnTo>
                  <a:lnTo>
                    <a:pt x="538736" y="2166924"/>
                  </a:lnTo>
                  <a:lnTo>
                    <a:pt x="0" y="21669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6" name="pg1076"/>
            <p:cNvSpPr/>
            <p:nvPr/>
          </p:nvSpPr>
          <p:spPr>
            <a:xfrm>
              <a:off x="546595" y="1915587"/>
              <a:ext cx="8234974" cy="2379261"/>
            </a:xfrm>
            <a:custGeom>
              <a:avLst/>
              <a:pathLst>
                <a:path w="8234974" h="2379261">
                  <a:moveTo>
                    <a:pt x="0" y="1970921"/>
                  </a:moveTo>
                  <a:lnTo>
                    <a:pt x="538736" y="1970921"/>
                  </a:lnTo>
                  <a:lnTo>
                    <a:pt x="540036" y="1970934"/>
                  </a:lnTo>
                  <a:lnTo>
                    <a:pt x="548515" y="1971031"/>
                  </a:lnTo>
                  <a:lnTo>
                    <a:pt x="569652" y="1971300"/>
                  </a:lnTo>
                  <a:lnTo>
                    <a:pt x="606841" y="1971826"/>
                  </a:lnTo>
                  <a:lnTo>
                    <a:pt x="661061" y="1972686"/>
                  </a:lnTo>
                  <a:lnTo>
                    <a:pt x="730858" y="1973934"/>
                  </a:lnTo>
                  <a:lnTo>
                    <a:pt x="812832" y="1975601"/>
                  </a:lnTo>
                  <a:lnTo>
                    <a:pt x="902514" y="1977692"/>
                  </a:lnTo>
                  <a:lnTo>
                    <a:pt x="995327" y="1980201"/>
                  </a:lnTo>
                  <a:lnTo>
                    <a:pt x="1087342" y="1983118"/>
                  </a:lnTo>
                  <a:lnTo>
                    <a:pt x="1175674" y="1986440"/>
                  </a:lnTo>
                  <a:lnTo>
                    <a:pt x="1258551" y="1990178"/>
                  </a:lnTo>
                  <a:lnTo>
                    <a:pt x="1335173" y="1994362"/>
                  </a:lnTo>
                  <a:lnTo>
                    <a:pt x="1405475" y="1999040"/>
                  </a:lnTo>
                  <a:lnTo>
                    <a:pt x="1469899" y="2004278"/>
                  </a:lnTo>
                  <a:lnTo>
                    <a:pt x="1529194" y="2010161"/>
                  </a:lnTo>
                  <a:lnTo>
                    <a:pt x="1584272" y="2016781"/>
                  </a:lnTo>
                  <a:lnTo>
                    <a:pt x="1636099" y="2024234"/>
                  </a:lnTo>
                  <a:lnTo>
                    <a:pt x="1685605" y="2032601"/>
                  </a:lnTo>
                  <a:lnTo>
                    <a:pt x="1719082" y="2038978"/>
                  </a:lnTo>
                  <a:lnTo>
                    <a:pt x="1770850" y="2049949"/>
                  </a:lnTo>
                  <a:lnTo>
                    <a:pt x="1822121" y="2062092"/>
                  </a:lnTo>
                  <a:lnTo>
                    <a:pt x="1873461" y="2075421"/>
                  </a:lnTo>
                  <a:lnTo>
                    <a:pt x="1925246" y="2089907"/>
                  </a:lnTo>
                  <a:lnTo>
                    <a:pt x="1977685" y="2105470"/>
                  </a:lnTo>
                  <a:lnTo>
                    <a:pt x="2030845" y="2121978"/>
                  </a:lnTo>
                  <a:lnTo>
                    <a:pt x="2084665" y="2139249"/>
                  </a:lnTo>
                  <a:lnTo>
                    <a:pt x="2138984" y="2157056"/>
                  </a:lnTo>
                  <a:lnTo>
                    <a:pt x="2193571" y="2175139"/>
                  </a:lnTo>
                  <a:lnTo>
                    <a:pt x="2248157" y="2193221"/>
                  </a:lnTo>
                  <a:lnTo>
                    <a:pt x="2302475" y="2211025"/>
                  </a:lnTo>
                  <a:lnTo>
                    <a:pt x="2356291" y="2228292"/>
                  </a:lnTo>
                  <a:lnTo>
                    <a:pt x="2409447" y="2244796"/>
                  </a:lnTo>
                  <a:lnTo>
                    <a:pt x="2461883" y="2260354"/>
                  </a:lnTo>
                  <a:lnTo>
                    <a:pt x="2513665" y="2274834"/>
                  </a:lnTo>
                  <a:lnTo>
                    <a:pt x="2565003" y="2288157"/>
                  </a:lnTo>
                  <a:lnTo>
                    <a:pt x="2616275" y="2300294"/>
                  </a:lnTo>
                  <a:lnTo>
                    <a:pt x="2667772" y="2311204"/>
                  </a:lnTo>
                  <a:lnTo>
                    <a:pt x="2716151" y="2320232"/>
                  </a:lnTo>
                  <a:lnTo>
                    <a:pt x="2766272" y="2328314"/>
                  </a:lnTo>
                  <a:lnTo>
                    <a:pt x="2818988" y="2335504"/>
                  </a:lnTo>
                  <a:lnTo>
                    <a:pt x="2875251" y="2341889"/>
                  </a:lnTo>
                  <a:lnTo>
                    <a:pt x="2936018" y="2347565"/>
                  </a:lnTo>
                  <a:lnTo>
                    <a:pt x="3002165" y="2352625"/>
                  </a:lnTo>
                  <a:lnTo>
                    <a:pt x="3074367" y="2357146"/>
                  </a:lnTo>
                  <a:lnTo>
                    <a:pt x="3152932" y="2361189"/>
                  </a:lnTo>
                  <a:lnTo>
                    <a:pt x="3237599" y="2364798"/>
                  </a:lnTo>
                  <a:lnTo>
                    <a:pt x="3327291" y="2367996"/>
                  </a:lnTo>
                  <a:lnTo>
                    <a:pt x="3419907" y="2370790"/>
                  </a:lnTo>
                  <a:lnTo>
                    <a:pt x="3512222" y="2373172"/>
                  </a:lnTo>
                  <a:lnTo>
                    <a:pt x="3600051" y="2375134"/>
                  </a:lnTo>
                  <a:lnTo>
                    <a:pt x="3678757" y="2376672"/>
                  </a:lnTo>
                  <a:lnTo>
                    <a:pt x="3744089" y="2377797"/>
                  </a:lnTo>
                  <a:lnTo>
                    <a:pt x="3793162" y="2378549"/>
                  </a:lnTo>
                  <a:lnTo>
                    <a:pt x="3825237" y="2378987"/>
                  </a:lnTo>
                  <a:lnTo>
                    <a:pt x="3842052" y="2379194"/>
                  </a:lnTo>
                  <a:lnTo>
                    <a:pt x="3847674" y="2379256"/>
                  </a:lnTo>
                  <a:lnTo>
                    <a:pt x="3848118" y="2379261"/>
                  </a:lnTo>
                  <a:lnTo>
                    <a:pt x="4386855" y="2379261"/>
                  </a:lnTo>
                  <a:lnTo>
                    <a:pt x="4388060" y="2379188"/>
                  </a:lnTo>
                  <a:lnTo>
                    <a:pt x="4395935" y="2378666"/>
                  </a:lnTo>
                  <a:lnTo>
                    <a:pt x="4415619" y="2377224"/>
                  </a:lnTo>
                  <a:lnTo>
                    <a:pt x="4450391" y="2374393"/>
                  </a:lnTo>
                  <a:lnTo>
                    <a:pt x="4501360" y="2369757"/>
                  </a:lnTo>
                  <a:lnTo>
                    <a:pt x="4567425" y="2363006"/>
                  </a:lnTo>
                  <a:lnTo>
                    <a:pt x="4645643" y="2353964"/>
                  </a:lnTo>
                  <a:lnTo>
                    <a:pt x="4731970" y="2342574"/>
                  </a:lnTo>
                  <a:lnTo>
                    <a:pt x="4822123" y="2328867"/>
                  </a:lnTo>
                  <a:lnTo>
                    <a:pt x="4912289" y="2312897"/>
                  </a:lnTo>
                  <a:lnTo>
                    <a:pt x="4999548" y="2294693"/>
                  </a:lnTo>
                  <a:lnTo>
                    <a:pt x="5081994" y="2274218"/>
                  </a:lnTo>
                  <a:lnTo>
                    <a:pt x="5158642" y="2251343"/>
                  </a:lnTo>
                  <a:lnTo>
                    <a:pt x="5229242" y="2225842"/>
                  </a:lnTo>
                  <a:lnTo>
                    <a:pt x="5294066" y="2197388"/>
                  </a:lnTo>
                  <a:lnTo>
                    <a:pt x="5353722" y="2165563"/>
                  </a:lnTo>
                  <a:lnTo>
                    <a:pt x="5409008" y="2129882"/>
                  </a:lnTo>
                  <a:lnTo>
                    <a:pt x="5460810" y="2089825"/>
                  </a:lnTo>
                  <a:lnTo>
                    <a:pt x="5510011" y="2044906"/>
                  </a:lnTo>
                  <a:lnTo>
                    <a:pt x="5557425" y="1994794"/>
                  </a:lnTo>
                  <a:lnTo>
                    <a:pt x="5567201" y="1983625"/>
                  </a:lnTo>
                  <a:lnTo>
                    <a:pt x="5605141" y="1937637"/>
                  </a:lnTo>
                  <a:lnTo>
                    <a:pt x="5642717" y="1888036"/>
                  </a:lnTo>
                  <a:lnTo>
                    <a:pt x="5680187" y="1834750"/>
                  </a:lnTo>
                  <a:lnTo>
                    <a:pt x="5717743" y="1777776"/>
                  </a:lnTo>
                  <a:lnTo>
                    <a:pt x="5755530" y="1717186"/>
                  </a:lnTo>
                  <a:lnTo>
                    <a:pt x="5793640" y="1653137"/>
                  </a:lnTo>
                  <a:lnTo>
                    <a:pt x="5832126" y="1585872"/>
                  </a:lnTo>
                  <a:lnTo>
                    <a:pt x="5870999" y="1515721"/>
                  </a:lnTo>
                  <a:lnTo>
                    <a:pt x="5910236" y="1443100"/>
                  </a:lnTo>
                  <a:lnTo>
                    <a:pt x="5949783" y="1368499"/>
                  </a:lnTo>
                  <a:lnTo>
                    <a:pt x="5989563" y="1292474"/>
                  </a:lnTo>
                  <a:lnTo>
                    <a:pt x="6029481" y="1215625"/>
                  </a:lnTo>
                  <a:lnTo>
                    <a:pt x="6069431" y="1138584"/>
                  </a:lnTo>
                  <a:lnTo>
                    <a:pt x="6109307" y="1061988"/>
                  </a:lnTo>
                  <a:lnTo>
                    <a:pt x="6149005" y="986457"/>
                  </a:lnTo>
                  <a:lnTo>
                    <a:pt x="6188437" y="912577"/>
                  </a:lnTo>
                  <a:lnTo>
                    <a:pt x="6227535" y="840879"/>
                  </a:lnTo>
                  <a:lnTo>
                    <a:pt x="6266256" y="771826"/>
                  </a:lnTo>
                  <a:lnTo>
                    <a:pt x="6304589" y="705800"/>
                  </a:lnTo>
                  <a:lnTo>
                    <a:pt x="6342563" y="643097"/>
                  </a:lnTo>
                  <a:lnTo>
                    <a:pt x="6380245" y="583925"/>
                  </a:lnTo>
                  <a:lnTo>
                    <a:pt x="6417747" y="528407"/>
                  </a:lnTo>
                  <a:lnTo>
                    <a:pt x="6455232" y="476585"/>
                  </a:lnTo>
                  <a:lnTo>
                    <a:pt x="6492919" y="428428"/>
                  </a:lnTo>
                  <a:lnTo>
                    <a:pt x="6515891" y="401080"/>
                  </a:lnTo>
                  <a:lnTo>
                    <a:pt x="6563020" y="349865"/>
                  </a:lnTo>
                  <a:lnTo>
                    <a:pt x="6611784" y="303878"/>
                  </a:lnTo>
                  <a:lnTo>
                    <a:pt x="6662968" y="262839"/>
                  </a:lnTo>
                  <a:lnTo>
                    <a:pt x="6717450" y="226284"/>
                  </a:lnTo>
                  <a:lnTo>
                    <a:pt x="6776119" y="193693"/>
                  </a:lnTo>
                  <a:lnTo>
                    <a:pt x="6839802" y="164569"/>
                  </a:lnTo>
                  <a:lnTo>
                    <a:pt x="6909155" y="138480"/>
                  </a:lnTo>
                  <a:lnTo>
                    <a:pt x="6984536" y="115077"/>
                  </a:lnTo>
                  <a:lnTo>
                    <a:pt x="7065820" y="94113"/>
                  </a:lnTo>
                  <a:lnTo>
                    <a:pt x="7152195" y="75438"/>
                  </a:lnTo>
                  <a:lnTo>
                    <a:pt x="7241960" y="59000"/>
                  </a:lnTo>
                  <a:lnTo>
                    <a:pt x="7332406" y="44813"/>
                  </a:lnTo>
                  <a:lnTo>
                    <a:pt x="7419883" y="32934"/>
                  </a:lnTo>
                  <a:lnTo>
                    <a:pt x="7500155" y="23400"/>
                  </a:lnTo>
                  <a:lnTo>
                    <a:pt x="7569061" y="16180"/>
                  </a:lnTo>
                  <a:lnTo>
                    <a:pt x="7623356" y="11122"/>
                  </a:lnTo>
                  <a:lnTo>
                    <a:pt x="7661506" y="7944"/>
                  </a:lnTo>
                  <a:lnTo>
                    <a:pt x="7684150" y="6249"/>
                  </a:lnTo>
                  <a:lnTo>
                    <a:pt x="7694132" y="557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33" y="73"/>
                  </a:lnTo>
                  <a:lnTo>
                    <a:pt x="7687158" y="594"/>
                  </a:lnTo>
                  <a:lnTo>
                    <a:pt x="7667473" y="2036"/>
                  </a:lnTo>
                  <a:lnTo>
                    <a:pt x="7632702" y="4868"/>
                  </a:lnTo>
                  <a:lnTo>
                    <a:pt x="7581732" y="9504"/>
                  </a:lnTo>
                  <a:lnTo>
                    <a:pt x="7515667" y="16254"/>
                  </a:lnTo>
                  <a:lnTo>
                    <a:pt x="7437450" y="25297"/>
                  </a:lnTo>
                  <a:lnTo>
                    <a:pt x="7351123" y="36686"/>
                  </a:lnTo>
                  <a:lnTo>
                    <a:pt x="7260970" y="50393"/>
                  </a:lnTo>
                  <a:lnTo>
                    <a:pt x="7170804" y="66364"/>
                  </a:lnTo>
                  <a:lnTo>
                    <a:pt x="7083544" y="84568"/>
                  </a:lnTo>
                  <a:lnTo>
                    <a:pt x="7001099" y="105043"/>
                  </a:lnTo>
                  <a:lnTo>
                    <a:pt x="6924451" y="127917"/>
                  </a:lnTo>
                  <a:lnTo>
                    <a:pt x="6853851" y="153418"/>
                  </a:lnTo>
                  <a:lnTo>
                    <a:pt x="6789026" y="181873"/>
                  </a:lnTo>
                  <a:lnTo>
                    <a:pt x="6729371" y="213697"/>
                  </a:lnTo>
                  <a:lnTo>
                    <a:pt x="6674084" y="249378"/>
                  </a:lnTo>
                  <a:lnTo>
                    <a:pt x="6622283" y="289436"/>
                  </a:lnTo>
                  <a:lnTo>
                    <a:pt x="6573081" y="334354"/>
                  </a:lnTo>
                  <a:lnTo>
                    <a:pt x="6525667" y="384466"/>
                  </a:lnTo>
                  <a:lnTo>
                    <a:pt x="6515891" y="395636"/>
                  </a:lnTo>
                  <a:lnTo>
                    <a:pt x="6477952" y="441623"/>
                  </a:lnTo>
                  <a:lnTo>
                    <a:pt x="6440375" y="491224"/>
                  </a:lnTo>
                  <a:lnTo>
                    <a:pt x="6402906" y="544510"/>
                  </a:lnTo>
                  <a:lnTo>
                    <a:pt x="6365349" y="601485"/>
                  </a:lnTo>
                  <a:lnTo>
                    <a:pt x="6327563" y="662074"/>
                  </a:lnTo>
                  <a:lnTo>
                    <a:pt x="6289452" y="726124"/>
                  </a:lnTo>
                  <a:lnTo>
                    <a:pt x="6250966" y="793389"/>
                  </a:lnTo>
                  <a:lnTo>
                    <a:pt x="6212093" y="863539"/>
                  </a:lnTo>
                  <a:lnTo>
                    <a:pt x="6172856" y="936161"/>
                  </a:lnTo>
                  <a:lnTo>
                    <a:pt x="6133309" y="1010761"/>
                  </a:lnTo>
                  <a:lnTo>
                    <a:pt x="6093529" y="1086787"/>
                  </a:lnTo>
                  <a:lnTo>
                    <a:pt x="6053611" y="1163635"/>
                  </a:lnTo>
                  <a:lnTo>
                    <a:pt x="6013661" y="1240676"/>
                  </a:lnTo>
                  <a:lnTo>
                    <a:pt x="5973786" y="1317273"/>
                  </a:lnTo>
                  <a:lnTo>
                    <a:pt x="5934087" y="1392804"/>
                  </a:lnTo>
                  <a:lnTo>
                    <a:pt x="5894655" y="1466684"/>
                  </a:lnTo>
                  <a:lnTo>
                    <a:pt x="5855557" y="1538381"/>
                  </a:lnTo>
                  <a:lnTo>
                    <a:pt x="5816837" y="1607434"/>
                  </a:lnTo>
                  <a:lnTo>
                    <a:pt x="5778503" y="1673460"/>
                  </a:lnTo>
                  <a:lnTo>
                    <a:pt x="5740529" y="1736163"/>
                  </a:lnTo>
                  <a:lnTo>
                    <a:pt x="5702848" y="1795335"/>
                  </a:lnTo>
                  <a:lnTo>
                    <a:pt x="5665345" y="1850853"/>
                  </a:lnTo>
                  <a:lnTo>
                    <a:pt x="5627860" y="1902675"/>
                  </a:lnTo>
                  <a:lnTo>
                    <a:pt x="5590174" y="1950833"/>
                  </a:lnTo>
                  <a:lnTo>
                    <a:pt x="5567201" y="1978180"/>
                  </a:lnTo>
                  <a:lnTo>
                    <a:pt x="5520072" y="2029395"/>
                  </a:lnTo>
                  <a:lnTo>
                    <a:pt x="5471309" y="2075382"/>
                  </a:lnTo>
                  <a:lnTo>
                    <a:pt x="5420124" y="2116422"/>
                  </a:lnTo>
                  <a:lnTo>
                    <a:pt x="5365643" y="2152977"/>
                  </a:lnTo>
                  <a:lnTo>
                    <a:pt x="5306973" y="2185567"/>
                  </a:lnTo>
                  <a:lnTo>
                    <a:pt x="5243291" y="2214691"/>
                  </a:lnTo>
                  <a:lnTo>
                    <a:pt x="5173937" y="2240781"/>
                  </a:lnTo>
                  <a:lnTo>
                    <a:pt x="5098557" y="2264184"/>
                  </a:lnTo>
                  <a:lnTo>
                    <a:pt x="5017273" y="2285148"/>
                  </a:lnTo>
                  <a:lnTo>
                    <a:pt x="4930898" y="2303822"/>
                  </a:lnTo>
                  <a:lnTo>
                    <a:pt x="4841132" y="2320261"/>
                  </a:lnTo>
                  <a:lnTo>
                    <a:pt x="4750687" y="2334447"/>
                  </a:lnTo>
                  <a:lnTo>
                    <a:pt x="4663210" y="2346326"/>
                  </a:lnTo>
                  <a:lnTo>
                    <a:pt x="4582937" y="2355860"/>
                  </a:lnTo>
                  <a:lnTo>
                    <a:pt x="4514032" y="2363081"/>
                  </a:lnTo>
                  <a:lnTo>
                    <a:pt x="4459737" y="2368138"/>
                  </a:lnTo>
                  <a:lnTo>
                    <a:pt x="4421587" y="2371317"/>
                  </a:lnTo>
                  <a:lnTo>
                    <a:pt x="4398943" y="2373012"/>
                  </a:lnTo>
                  <a:lnTo>
                    <a:pt x="4388961" y="2373687"/>
                  </a:lnTo>
                  <a:lnTo>
                    <a:pt x="4386855" y="2373816"/>
                  </a:lnTo>
                  <a:lnTo>
                    <a:pt x="3848118" y="2373816"/>
                  </a:lnTo>
                  <a:lnTo>
                    <a:pt x="3846819" y="2373803"/>
                  </a:lnTo>
                  <a:lnTo>
                    <a:pt x="3838340" y="2373706"/>
                  </a:lnTo>
                  <a:lnTo>
                    <a:pt x="3817202" y="2373438"/>
                  </a:lnTo>
                  <a:lnTo>
                    <a:pt x="3780013" y="2372911"/>
                  </a:lnTo>
                  <a:lnTo>
                    <a:pt x="3725794" y="2372051"/>
                  </a:lnTo>
                  <a:lnTo>
                    <a:pt x="3655997" y="2370803"/>
                  </a:lnTo>
                  <a:lnTo>
                    <a:pt x="3574022" y="2369137"/>
                  </a:lnTo>
                  <a:lnTo>
                    <a:pt x="3484341" y="2367045"/>
                  </a:lnTo>
                  <a:lnTo>
                    <a:pt x="3391528" y="2364536"/>
                  </a:lnTo>
                  <a:lnTo>
                    <a:pt x="3299513" y="2361620"/>
                  </a:lnTo>
                  <a:lnTo>
                    <a:pt x="3211181" y="2358298"/>
                  </a:lnTo>
                  <a:lnTo>
                    <a:pt x="3128303" y="2354559"/>
                  </a:lnTo>
                  <a:lnTo>
                    <a:pt x="3051681" y="2350376"/>
                  </a:lnTo>
                  <a:lnTo>
                    <a:pt x="2981379" y="2345698"/>
                  </a:lnTo>
                  <a:lnTo>
                    <a:pt x="2916956" y="2340459"/>
                  </a:lnTo>
                  <a:lnTo>
                    <a:pt x="2857661" y="2334577"/>
                  </a:lnTo>
                  <a:lnTo>
                    <a:pt x="2802583" y="2327957"/>
                  </a:lnTo>
                  <a:lnTo>
                    <a:pt x="2750756" y="2320503"/>
                  </a:lnTo>
                  <a:lnTo>
                    <a:pt x="2701250" y="2312136"/>
                  </a:lnTo>
                  <a:lnTo>
                    <a:pt x="2667772" y="2305760"/>
                  </a:lnTo>
                  <a:lnTo>
                    <a:pt x="2616004" y="2294788"/>
                  </a:lnTo>
                  <a:lnTo>
                    <a:pt x="2564734" y="2282646"/>
                  </a:lnTo>
                  <a:lnTo>
                    <a:pt x="2513394" y="2269316"/>
                  </a:lnTo>
                  <a:lnTo>
                    <a:pt x="2461609" y="2254830"/>
                  </a:lnTo>
                  <a:lnTo>
                    <a:pt x="2409169" y="2239267"/>
                  </a:lnTo>
                  <a:lnTo>
                    <a:pt x="2356010" y="2222759"/>
                  </a:lnTo>
                  <a:lnTo>
                    <a:pt x="2302190" y="2205488"/>
                  </a:lnTo>
                  <a:lnTo>
                    <a:pt x="2247871" y="2187681"/>
                  </a:lnTo>
                  <a:lnTo>
                    <a:pt x="2193284" y="2169599"/>
                  </a:lnTo>
                  <a:lnTo>
                    <a:pt x="2138697" y="2151517"/>
                  </a:lnTo>
                  <a:lnTo>
                    <a:pt x="2084380" y="2133712"/>
                  </a:lnTo>
                  <a:lnTo>
                    <a:pt x="2030564" y="2116445"/>
                  </a:lnTo>
                  <a:lnTo>
                    <a:pt x="1977408" y="2099941"/>
                  </a:lnTo>
                  <a:lnTo>
                    <a:pt x="1924971" y="2084383"/>
                  </a:lnTo>
                  <a:lnTo>
                    <a:pt x="1873190" y="2069903"/>
                  </a:lnTo>
                  <a:lnTo>
                    <a:pt x="1821851" y="2056580"/>
                  </a:lnTo>
                  <a:lnTo>
                    <a:pt x="1770580" y="2044444"/>
                  </a:lnTo>
                  <a:lnTo>
                    <a:pt x="1719082" y="2033533"/>
                  </a:lnTo>
                  <a:lnTo>
                    <a:pt x="1670703" y="2024505"/>
                  </a:lnTo>
                  <a:lnTo>
                    <a:pt x="1620583" y="2016423"/>
                  </a:lnTo>
                  <a:lnTo>
                    <a:pt x="1567866" y="2009233"/>
                  </a:lnTo>
                  <a:lnTo>
                    <a:pt x="1511604" y="2002849"/>
                  </a:lnTo>
                  <a:lnTo>
                    <a:pt x="1450837" y="1997172"/>
                  </a:lnTo>
                  <a:lnTo>
                    <a:pt x="1384689" y="1992113"/>
                  </a:lnTo>
                  <a:lnTo>
                    <a:pt x="1312488" y="1987592"/>
                  </a:lnTo>
                  <a:lnTo>
                    <a:pt x="1233922" y="1983548"/>
                  </a:lnTo>
                  <a:lnTo>
                    <a:pt x="1149256" y="1979939"/>
                  </a:lnTo>
                  <a:lnTo>
                    <a:pt x="1059563" y="1976741"/>
                  </a:lnTo>
                  <a:lnTo>
                    <a:pt x="966947" y="1973948"/>
                  </a:lnTo>
                  <a:lnTo>
                    <a:pt x="874632" y="1971565"/>
                  </a:lnTo>
                  <a:lnTo>
                    <a:pt x="786803" y="1969603"/>
                  </a:lnTo>
                  <a:lnTo>
                    <a:pt x="708098" y="1968066"/>
                  </a:lnTo>
                  <a:lnTo>
                    <a:pt x="642766" y="1966940"/>
                  </a:lnTo>
                  <a:lnTo>
                    <a:pt x="593693" y="1966189"/>
                  </a:lnTo>
                  <a:lnTo>
                    <a:pt x="561617" y="1965750"/>
                  </a:lnTo>
                  <a:lnTo>
                    <a:pt x="544803" y="1965543"/>
                  </a:lnTo>
                  <a:lnTo>
                    <a:pt x="539181" y="1965481"/>
                  </a:lnTo>
                  <a:lnTo>
                    <a:pt x="538736" y="1965476"/>
                  </a:lnTo>
                  <a:lnTo>
                    <a:pt x="0" y="1965476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77" name="pl1077"/>
            <p:cNvSpPr/>
            <p:nvPr/>
          </p:nvSpPr>
          <p:spPr>
            <a:xfrm>
              <a:off x="546595" y="1921032"/>
              <a:ext cx="8234974" cy="2373816"/>
            </a:xfrm>
            <a:custGeom>
              <a:avLst/>
              <a:pathLst>
                <a:path w="8234974" h="2373816">
                  <a:moveTo>
                    <a:pt x="0" y="1965476"/>
                  </a:moveTo>
                  <a:lnTo>
                    <a:pt x="538736" y="1965476"/>
                  </a:lnTo>
                  <a:lnTo>
                    <a:pt x="540036" y="1965490"/>
                  </a:lnTo>
                  <a:lnTo>
                    <a:pt x="548515" y="1965587"/>
                  </a:lnTo>
                  <a:lnTo>
                    <a:pt x="569652" y="1965855"/>
                  </a:lnTo>
                  <a:lnTo>
                    <a:pt x="606841" y="1966381"/>
                  </a:lnTo>
                  <a:lnTo>
                    <a:pt x="661061" y="1967241"/>
                  </a:lnTo>
                  <a:lnTo>
                    <a:pt x="730858" y="1968490"/>
                  </a:lnTo>
                  <a:lnTo>
                    <a:pt x="812832" y="1970156"/>
                  </a:lnTo>
                  <a:lnTo>
                    <a:pt x="902514" y="1972247"/>
                  </a:lnTo>
                  <a:lnTo>
                    <a:pt x="995327" y="1974756"/>
                  </a:lnTo>
                  <a:lnTo>
                    <a:pt x="1087342" y="1977673"/>
                  </a:lnTo>
                  <a:lnTo>
                    <a:pt x="1175674" y="1980995"/>
                  </a:lnTo>
                  <a:lnTo>
                    <a:pt x="1258551" y="1984733"/>
                  </a:lnTo>
                  <a:lnTo>
                    <a:pt x="1335173" y="1988917"/>
                  </a:lnTo>
                  <a:lnTo>
                    <a:pt x="1405475" y="1993595"/>
                  </a:lnTo>
                  <a:lnTo>
                    <a:pt x="1469899" y="1998834"/>
                  </a:lnTo>
                  <a:lnTo>
                    <a:pt x="1529194" y="2004716"/>
                  </a:lnTo>
                  <a:lnTo>
                    <a:pt x="1584272" y="2011336"/>
                  </a:lnTo>
                  <a:lnTo>
                    <a:pt x="1636099" y="2018790"/>
                  </a:lnTo>
                  <a:lnTo>
                    <a:pt x="1685605" y="2027157"/>
                  </a:lnTo>
                  <a:lnTo>
                    <a:pt x="1719082" y="2033533"/>
                  </a:lnTo>
                  <a:lnTo>
                    <a:pt x="1770850" y="2044504"/>
                  </a:lnTo>
                  <a:lnTo>
                    <a:pt x="1822121" y="2056647"/>
                  </a:lnTo>
                  <a:lnTo>
                    <a:pt x="1873461" y="2069976"/>
                  </a:lnTo>
                  <a:lnTo>
                    <a:pt x="1925246" y="2084462"/>
                  </a:lnTo>
                  <a:lnTo>
                    <a:pt x="1977685" y="2100026"/>
                  </a:lnTo>
                  <a:lnTo>
                    <a:pt x="2030845" y="2116534"/>
                  </a:lnTo>
                  <a:lnTo>
                    <a:pt x="2084665" y="2133805"/>
                  </a:lnTo>
                  <a:lnTo>
                    <a:pt x="2138984" y="2151611"/>
                  </a:lnTo>
                  <a:lnTo>
                    <a:pt x="2193571" y="2169694"/>
                  </a:lnTo>
                  <a:lnTo>
                    <a:pt x="2248157" y="2187776"/>
                  </a:lnTo>
                  <a:lnTo>
                    <a:pt x="2302475" y="2205580"/>
                  </a:lnTo>
                  <a:lnTo>
                    <a:pt x="2356291" y="2222848"/>
                  </a:lnTo>
                  <a:lnTo>
                    <a:pt x="2409447" y="2239352"/>
                  </a:lnTo>
                  <a:lnTo>
                    <a:pt x="2461883" y="2254910"/>
                  </a:lnTo>
                  <a:lnTo>
                    <a:pt x="2513665" y="2269390"/>
                  </a:lnTo>
                  <a:lnTo>
                    <a:pt x="2565003" y="2282713"/>
                  </a:lnTo>
                  <a:lnTo>
                    <a:pt x="2616275" y="2294849"/>
                  </a:lnTo>
                  <a:lnTo>
                    <a:pt x="2667772" y="2305760"/>
                  </a:lnTo>
                  <a:lnTo>
                    <a:pt x="2716151" y="2314788"/>
                  </a:lnTo>
                  <a:lnTo>
                    <a:pt x="2766272" y="2322870"/>
                  </a:lnTo>
                  <a:lnTo>
                    <a:pt x="2818988" y="2330059"/>
                  </a:lnTo>
                  <a:lnTo>
                    <a:pt x="2875251" y="2336444"/>
                  </a:lnTo>
                  <a:lnTo>
                    <a:pt x="2936018" y="2342121"/>
                  </a:lnTo>
                  <a:lnTo>
                    <a:pt x="3002165" y="2347180"/>
                  </a:lnTo>
                  <a:lnTo>
                    <a:pt x="3074367" y="2351701"/>
                  </a:lnTo>
                  <a:lnTo>
                    <a:pt x="3152932" y="2355745"/>
                  </a:lnTo>
                  <a:lnTo>
                    <a:pt x="3237599" y="2359354"/>
                  </a:lnTo>
                  <a:lnTo>
                    <a:pt x="3327291" y="2362552"/>
                  </a:lnTo>
                  <a:lnTo>
                    <a:pt x="3419907" y="2365345"/>
                  </a:lnTo>
                  <a:lnTo>
                    <a:pt x="3512222" y="2367728"/>
                  </a:lnTo>
                  <a:lnTo>
                    <a:pt x="3600051" y="2369690"/>
                  </a:lnTo>
                  <a:lnTo>
                    <a:pt x="3678757" y="2371227"/>
                  </a:lnTo>
                  <a:lnTo>
                    <a:pt x="3744089" y="2372353"/>
                  </a:lnTo>
                  <a:lnTo>
                    <a:pt x="3793162" y="2373104"/>
                  </a:lnTo>
                  <a:lnTo>
                    <a:pt x="3825237" y="2373543"/>
                  </a:lnTo>
                  <a:lnTo>
                    <a:pt x="3842052" y="2373749"/>
                  </a:lnTo>
                  <a:lnTo>
                    <a:pt x="3847674" y="2373812"/>
                  </a:lnTo>
                  <a:lnTo>
                    <a:pt x="3848118" y="2373816"/>
                  </a:lnTo>
                  <a:lnTo>
                    <a:pt x="4386855" y="2373816"/>
                  </a:lnTo>
                  <a:lnTo>
                    <a:pt x="4388060" y="2373743"/>
                  </a:lnTo>
                  <a:lnTo>
                    <a:pt x="4395935" y="2373222"/>
                  </a:lnTo>
                  <a:lnTo>
                    <a:pt x="4415619" y="2371780"/>
                  </a:lnTo>
                  <a:lnTo>
                    <a:pt x="4450391" y="2368948"/>
                  </a:lnTo>
                  <a:lnTo>
                    <a:pt x="4501360" y="2364312"/>
                  </a:lnTo>
                  <a:lnTo>
                    <a:pt x="4567425" y="2357562"/>
                  </a:lnTo>
                  <a:lnTo>
                    <a:pt x="4645643" y="2348519"/>
                  </a:lnTo>
                  <a:lnTo>
                    <a:pt x="4731970" y="2337130"/>
                  </a:lnTo>
                  <a:lnTo>
                    <a:pt x="4822123" y="2323422"/>
                  </a:lnTo>
                  <a:lnTo>
                    <a:pt x="4912289" y="2307452"/>
                  </a:lnTo>
                  <a:lnTo>
                    <a:pt x="4999548" y="2289248"/>
                  </a:lnTo>
                  <a:lnTo>
                    <a:pt x="5081994" y="2268773"/>
                  </a:lnTo>
                  <a:lnTo>
                    <a:pt x="5158642" y="2245899"/>
                  </a:lnTo>
                  <a:lnTo>
                    <a:pt x="5229242" y="2220398"/>
                  </a:lnTo>
                  <a:lnTo>
                    <a:pt x="5294066" y="2191943"/>
                  </a:lnTo>
                  <a:lnTo>
                    <a:pt x="5353722" y="2160119"/>
                  </a:lnTo>
                  <a:lnTo>
                    <a:pt x="5409008" y="2124438"/>
                  </a:lnTo>
                  <a:lnTo>
                    <a:pt x="5460810" y="2084380"/>
                  </a:lnTo>
                  <a:lnTo>
                    <a:pt x="5510011" y="2039462"/>
                  </a:lnTo>
                  <a:lnTo>
                    <a:pt x="5557425" y="1989350"/>
                  </a:lnTo>
                  <a:lnTo>
                    <a:pt x="5567201" y="1978180"/>
                  </a:lnTo>
                  <a:lnTo>
                    <a:pt x="5605141" y="1932193"/>
                  </a:lnTo>
                  <a:lnTo>
                    <a:pt x="5642717" y="1882592"/>
                  </a:lnTo>
                  <a:lnTo>
                    <a:pt x="5680187" y="1829306"/>
                  </a:lnTo>
                  <a:lnTo>
                    <a:pt x="5717743" y="1772331"/>
                  </a:lnTo>
                  <a:lnTo>
                    <a:pt x="5755530" y="1711741"/>
                  </a:lnTo>
                  <a:lnTo>
                    <a:pt x="5793640" y="1647692"/>
                  </a:lnTo>
                  <a:lnTo>
                    <a:pt x="5832126" y="1580427"/>
                  </a:lnTo>
                  <a:lnTo>
                    <a:pt x="5870999" y="1510276"/>
                  </a:lnTo>
                  <a:lnTo>
                    <a:pt x="5910236" y="1437655"/>
                  </a:lnTo>
                  <a:lnTo>
                    <a:pt x="5949783" y="1363055"/>
                  </a:lnTo>
                  <a:lnTo>
                    <a:pt x="5989563" y="1287029"/>
                  </a:lnTo>
                  <a:lnTo>
                    <a:pt x="6029481" y="1210181"/>
                  </a:lnTo>
                  <a:lnTo>
                    <a:pt x="6069431" y="1133140"/>
                  </a:lnTo>
                  <a:lnTo>
                    <a:pt x="6109307" y="1056543"/>
                  </a:lnTo>
                  <a:lnTo>
                    <a:pt x="6149005" y="981012"/>
                  </a:lnTo>
                  <a:lnTo>
                    <a:pt x="6188437" y="907132"/>
                  </a:lnTo>
                  <a:lnTo>
                    <a:pt x="6227535" y="835435"/>
                  </a:lnTo>
                  <a:lnTo>
                    <a:pt x="6266256" y="766382"/>
                  </a:lnTo>
                  <a:lnTo>
                    <a:pt x="6304589" y="700356"/>
                  </a:lnTo>
                  <a:lnTo>
                    <a:pt x="6342563" y="637653"/>
                  </a:lnTo>
                  <a:lnTo>
                    <a:pt x="6380245" y="578481"/>
                  </a:lnTo>
                  <a:lnTo>
                    <a:pt x="6417747" y="522963"/>
                  </a:lnTo>
                  <a:lnTo>
                    <a:pt x="6455232" y="471141"/>
                  </a:lnTo>
                  <a:lnTo>
                    <a:pt x="6492919" y="422983"/>
                  </a:lnTo>
                  <a:lnTo>
                    <a:pt x="6515891" y="395636"/>
                  </a:lnTo>
                  <a:lnTo>
                    <a:pt x="6563020" y="344421"/>
                  </a:lnTo>
                  <a:lnTo>
                    <a:pt x="6611784" y="298433"/>
                  </a:lnTo>
                  <a:lnTo>
                    <a:pt x="6662968" y="257394"/>
                  </a:lnTo>
                  <a:lnTo>
                    <a:pt x="6717450" y="220839"/>
                  </a:lnTo>
                  <a:lnTo>
                    <a:pt x="6776119" y="188248"/>
                  </a:lnTo>
                  <a:lnTo>
                    <a:pt x="6839802" y="159125"/>
                  </a:lnTo>
                  <a:lnTo>
                    <a:pt x="6909155" y="133035"/>
                  </a:lnTo>
                  <a:lnTo>
                    <a:pt x="6984536" y="109632"/>
                  </a:lnTo>
                  <a:lnTo>
                    <a:pt x="7065820" y="88668"/>
                  </a:lnTo>
                  <a:lnTo>
                    <a:pt x="7152195" y="69994"/>
                  </a:lnTo>
                  <a:lnTo>
                    <a:pt x="7241960" y="53555"/>
                  </a:lnTo>
                  <a:lnTo>
                    <a:pt x="7332406" y="39369"/>
                  </a:lnTo>
                  <a:lnTo>
                    <a:pt x="7419883" y="27490"/>
                  </a:lnTo>
                  <a:lnTo>
                    <a:pt x="7500155" y="17956"/>
                  </a:lnTo>
                  <a:lnTo>
                    <a:pt x="7569061" y="10735"/>
                  </a:lnTo>
                  <a:lnTo>
                    <a:pt x="7623356" y="5678"/>
                  </a:lnTo>
                  <a:lnTo>
                    <a:pt x="7661506" y="2499"/>
                  </a:lnTo>
                  <a:lnTo>
                    <a:pt x="7684150" y="804"/>
                  </a:lnTo>
                  <a:lnTo>
                    <a:pt x="7694132" y="129"/>
                  </a:lnTo>
                  <a:lnTo>
                    <a:pt x="769622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8" name="pl1078"/>
            <p:cNvSpPr/>
            <p:nvPr/>
          </p:nvSpPr>
          <p:spPr>
            <a:xfrm>
              <a:off x="546595" y="1915587"/>
              <a:ext cx="8234974" cy="2373816"/>
            </a:xfrm>
            <a:custGeom>
              <a:avLst/>
              <a:pathLst>
                <a:path w="8234974" h="2373816">
                  <a:moveTo>
                    <a:pt x="8234974" y="0"/>
                  </a:moveTo>
                  <a:lnTo>
                    <a:pt x="7696237" y="0"/>
                  </a:lnTo>
                  <a:lnTo>
                    <a:pt x="7695033" y="73"/>
                  </a:lnTo>
                  <a:lnTo>
                    <a:pt x="7687158" y="594"/>
                  </a:lnTo>
                  <a:lnTo>
                    <a:pt x="7667473" y="2036"/>
                  </a:lnTo>
                  <a:lnTo>
                    <a:pt x="7632702" y="4868"/>
                  </a:lnTo>
                  <a:lnTo>
                    <a:pt x="7581732" y="9504"/>
                  </a:lnTo>
                  <a:lnTo>
                    <a:pt x="7515667" y="16254"/>
                  </a:lnTo>
                  <a:lnTo>
                    <a:pt x="7437450" y="25297"/>
                  </a:lnTo>
                  <a:lnTo>
                    <a:pt x="7351123" y="36686"/>
                  </a:lnTo>
                  <a:lnTo>
                    <a:pt x="7260970" y="50393"/>
                  </a:lnTo>
                  <a:lnTo>
                    <a:pt x="7170804" y="66364"/>
                  </a:lnTo>
                  <a:lnTo>
                    <a:pt x="7083544" y="84568"/>
                  </a:lnTo>
                  <a:lnTo>
                    <a:pt x="7001099" y="105043"/>
                  </a:lnTo>
                  <a:lnTo>
                    <a:pt x="6924451" y="127917"/>
                  </a:lnTo>
                  <a:lnTo>
                    <a:pt x="6853851" y="153418"/>
                  </a:lnTo>
                  <a:lnTo>
                    <a:pt x="6789026" y="181873"/>
                  </a:lnTo>
                  <a:lnTo>
                    <a:pt x="6729371" y="213697"/>
                  </a:lnTo>
                  <a:lnTo>
                    <a:pt x="6674084" y="249378"/>
                  </a:lnTo>
                  <a:lnTo>
                    <a:pt x="6622283" y="289436"/>
                  </a:lnTo>
                  <a:lnTo>
                    <a:pt x="6573081" y="334354"/>
                  </a:lnTo>
                  <a:lnTo>
                    <a:pt x="6525667" y="384466"/>
                  </a:lnTo>
                  <a:lnTo>
                    <a:pt x="6515891" y="395636"/>
                  </a:lnTo>
                  <a:lnTo>
                    <a:pt x="6477952" y="441623"/>
                  </a:lnTo>
                  <a:lnTo>
                    <a:pt x="6440375" y="491224"/>
                  </a:lnTo>
                  <a:lnTo>
                    <a:pt x="6402906" y="544510"/>
                  </a:lnTo>
                  <a:lnTo>
                    <a:pt x="6365349" y="601485"/>
                  </a:lnTo>
                  <a:lnTo>
                    <a:pt x="6327563" y="662074"/>
                  </a:lnTo>
                  <a:lnTo>
                    <a:pt x="6289452" y="726124"/>
                  </a:lnTo>
                  <a:lnTo>
                    <a:pt x="6250966" y="793389"/>
                  </a:lnTo>
                  <a:lnTo>
                    <a:pt x="6212093" y="863539"/>
                  </a:lnTo>
                  <a:lnTo>
                    <a:pt x="6172856" y="936161"/>
                  </a:lnTo>
                  <a:lnTo>
                    <a:pt x="6133309" y="1010761"/>
                  </a:lnTo>
                  <a:lnTo>
                    <a:pt x="6093529" y="1086787"/>
                  </a:lnTo>
                  <a:lnTo>
                    <a:pt x="6053611" y="1163635"/>
                  </a:lnTo>
                  <a:lnTo>
                    <a:pt x="6013661" y="1240676"/>
                  </a:lnTo>
                  <a:lnTo>
                    <a:pt x="5973786" y="1317273"/>
                  </a:lnTo>
                  <a:lnTo>
                    <a:pt x="5934087" y="1392804"/>
                  </a:lnTo>
                  <a:lnTo>
                    <a:pt x="5894655" y="1466684"/>
                  </a:lnTo>
                  <a:lnTo>
                    <a:pt x="5855557" y="1538381"/>
                  </a:lnTo>
                  <a:lnTo>
                    <a:pt x="5816837" y="1607434"/>
                  </a:lnTo>
                  <a:lnTo>
                    <a:pt x="5778503" y="1673460"/>
                  </a:lnTo>
                  <a:lnTo>
                    <a:pt x="5740529" y="1736163"/>
                  </a:lnTo>
                  <a:lnTo>
                    <a:pt x="5702848" y="1795335"/>
                  </a:lnTo>
                  <a:lnTo>
                    <a:pt x="5665345" y="1850853"/>
                  </a:lnTo>
                  <a:lnTo>
                    <a:pt x="5627860" y="1902675"/>
                  </a:lnTo>
                  <a:lnTo>
                    <a:pt x="5590174" y="1950833"/>
                  </a:lnTo>
                  <a:lnTo>
                    <a:pt x="5567201" y="1978180"/>
                  </a:lnTo>
                  <a:lnTo>
                    <a:pt x="5520072" y="2029395"/>
                  </a:lnTo>
                  <a:lnTo>
                    <a:pt x="5471309" y="2075382"/>
                  </a:lnTo>
                  <a:lnTo>
                    <a:pt x="5420124" y="2116422"/>
                  </a:lnTo>
                  <a:lnTo>
                    <a:pt x="5365643" y="2152977"/>
                  </a:lnTo>
                  <a:lnTo>
                    <a:pt x="5306973" y="2185567"/>
                  </a:lnTo>
                  <a:lnTo>
                    <a:pt x="5243291" y="2214691"/>
                  </a:lnTo>
                  <a:lnTo>
                    <a:pt x="5173937" y="2240781"/>
                  </a:lnTo>
                  <a:lnTo>
                    <a:pt x="5098557" y="2264184"/>
                  </a:lnTo>
                  <a:lnTo>
                    <a:pt x="5017273" y="2285148"/>
                  </a:lnTo>
                  <a:lnTo>
                    <a:pt x="4930898" y="2303822"/>
                  </a:lnTo>
                  <a:lnTo>
                    <a:pt x="4841132" y="2320261"/>
                  </a:lnTo>
                  <a:lnTo>
                    <a:pt x="4750687" y="2334447"/>
                  </a:lnTo>
                  <a:lnTo>
                    <a:pt x="4663210" y="2346326"/>
                  </a:lnTo>
                  <a:lnTo>
                    <a:pt x="4582937" y="2355860"/>
                  </a:lnTo>
                  <a:lnTo>
                    <a:pt x="4514032" y="2363081"/>
                  </a:lnTo>
                  <a:lnTo>
                    <a:pt x="4459737" y="2368138"/>
                  </a:lnTo>
                  <a:lnTo>
                    <a:pt x="4421587" y="2371317"/>
                  </a:lnTo>
                  <a:lnTo>
                    <a:pt x="4398943" y="2373012"/>
                  </a:lnTo>
                  <a:lnTo>
                    <a:pt x="4388961" y="2373687"/>
                  </a:lnTo>
                  <a:lnTo>
                    <a:pt x="4386867" y="2373816"/>
                  </a:lnTo>
                  <a:lnTo>
                    <a:pt x="4386855" y="2373816"/>
                  </a:lnTo>
                  <a:lnTo>
                    <a:pt x="3848118" y="2373816"/>
                  </a:lnTo>
                  <a:lnTo>
                    <a:pt x="3846819" y="2373803"/>
                  </a:lnTo>
                  <a:lnTo>
                    <a:pt x="3838340" y="2373706"/>
                  </a:lnTo>
                  <a:lnTo>
                    <a:pt x="3817202" y="2373438"/>
                  </a:lnTo>
                  <a:lnTo>
                    <a:pt x="3780013" y="2372911"/>
                  </a:lnTo>
                  <a:lnTo>
                    <a:pt x="3725794" y="2372051"/>
                  </a:lnTo>
                  <a:lnTo>
                    <a:pt x="3655997" y="2370803"/>
                  </a:lnTo>
                  <a:lnTo>
                    <a:pt x="3574022" y="2369137"/>
                  </a:lnTo>
                  <a:lnTo>
                    <a:pt x="3484341" y="2367045"/>
                  </a:lnTo>
                  <a:lnTo>
                    <a:pt x="3391528" y="2364536"/>
                  </a:lnTo>
                  <a:lnTo>
                    <a:pt x="3299513" y="2361620"/>
                  </a:lnTo>
                  <a:lnTo>
                    <a:pt x="3211181" y="2358298"/>
                  </a:lnTo>
                  <a:lnTo>
                    <a:pt x="3128303" y="2354559"/>
                  </a:lnTo>
                  <a:lnTo>
                    <a:pt x="3051681" y="2350376"/>
                  </a:lnTo>
                  <a:lnTo>
                    <a:pt x="2981379" y="2345698"/>
                  </a:lnTo>
                  <a:lnTo>
                    <a:pt x="2916956" y="2340459"/>
                  </a:lnTo>
                  <a:lnTo>
                    <a:pt x="2857661" y="2334577"/>
                  </a:lnTo>
                  <a:lnTo>
                    <a:pt x="2802583" y="2327957"/>
                  </a:lnTo>
                  <a:lnTo>
                    <a:pt x="2750756" y="2320503"/>
                  </a:lnTo>
                  <a:lnTo>
                    <a:pt x="2701250" y="2312136"/>
                  </a:lnTo>
                  <a:lnTo>
                    <a:pt x="2667772" y="2305760"/>
                  </a:lnTo>
                  <a:lnTo>
                    <a:pt x="2616004" y="2294788"/>
                  </a:lnTo>
                  <a:lnTo>
                    <a:pt x="2564734" y="2282646"/>
                  </a:lnTo>
                  <a:lnTo>
                    <a:pt x="2513394" y="2269316"/>
                  </a:lnTo>
                  <a:lnTo>
                    <a:pt x="2461609" y="2254830"/>
                  </a:lnTo>
                  <a:lnTo>
                    <a:pt x="2409169" y="2239267"/>
                  </a:lnTo>
                  <a:lnTo>
                    <a:pt x="2356010" y="2222759"/>
                  </a:lnTo>
                  <a:lnTo>
                    <a:pt x="2302190" y="2205488"/>
                  </a:lnTo>
                  <a:lnTo>
                    <a:pt x="2247871" y="2187681"/>
                  </a:lnTo>
                  <a:lnTo>
                    <a:pt x="2193284" y="2169599"/>
                  </a:lnTo>
                  <a:lnTo>
                    <a:pt x="2138697" y="2151517"/>
                  </a:lnTo>
                  <a:lnTo>
                    <a:pt x="2084380" y="2133712"/>
                  </a:lnTo>
                  <a:lnTo>
                    <a:pt x="2030564" y="2116445"/>
                  </a:lnTo>
                  <a:lnTo>
                    <a:pt x="1977408" y="2099941"/>
                  </a:lnTo>
                  <a:lnTo>
                    <a:pt x="1924971" y="2084383"/>
                  </a:lnTo>
                  <a:lnTo>
                    <a:pt x="1873190" y="2069903"/>
                  </a:lnTo>
                  <a:lnTo>
                    <a:pt x="1821851" y="2056580"/>
                  </a:lnTo>
                  <a:lnTo>
                    <a:pt x="1770580" y="2044444"/>
                  </a:lnTo>
                  <a:lnTo>
                    <a:pt x="1719082" y="2033533"/>
                  </a:lnTo>
                  <a:lnTo>
                    <a:pt x="1670703" y="2024505"/>
                  </a:lnTo>
                  <a:lnTo>
                    <a:pt x="1620583" y="2016423"/>
                  </a:lnTo>
                  <a:lnTo>
                    <a:pt x="1567866" y="2009233"/>
                  </a:lnTo>
                  <a:lnTo>
                    <a:pt x="1511604" y="2002849"/>
                  </a:lnTo>
                  <a:lnTo>
                    <a:pt x="1450837" y="1997172"/>
                  </a:lnTo>
                  <a:lnTo>
                    <a:pt x="1384689" y="1992113"/>
                  </a:lnTo>
                  <a:lnTo>
                    <a:pt x="1312488" y="1987592"/>
                  </a:lnTo>
                  <a:lnTo>
                    <a:pt x="1233922" y="1983548"/>
                  </a:lnTo>
                  <a:lnTo>
                    <a:pt x="1149256" y="1979939"/>
                  </a:lnTo>
                  <a:lnTo>
                    <a:pt x="1059563" y="1976741"/>
                  </a:lnTo>
                  <a:lnTo>
                    <a:pt x="966947" y="1973948"/>
                  </a:lnTo>
                  <a:lnTo>
                    <a:pt x="874632" y="1971565"/>
                  </a:lnTo>
                  <a:lnTo>
                    <a:pt x="786803" y="1969603"/>
                  </a:lnTo>
                  <a:lnTo>
                    <a:pt x="708098" y="1968066"/>
                  </a:lnTo>
                  <a:lnTo>
                    <a:pt x="642766" y="1966940"/>
                  </a:lnTo>
                  <a:lnTo>
                    <a:pt x="593693" y="1966189"/>
                  </a:lnTo>
                  <a:lnTo>
                    <a:pt x="561617" y="1965750"/>
                  </a:lnTo>
                  <a:lnTo>
                    <a:pt x="544803" y="1965543"/>
                  </a:lnTo>
                  <a:lnTo>
                    <a:pt x="539181" y="1965481"/>
                  </a:lnTo>
                  <a:lnTo>
                    <a:pt x="538736" y="1965476"/>
                  </a:lnTo>
                  <a:lnTo>
                    <a:pt x="0" y="1965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9" name="pg1079"/>
            <p:cNvSpPr/>
            <p:nvPr/>
          </p:nvSpPr>
          <p:spPr>
            <a:xfrm>
              <a:off x="546595" y="668789"/>
              <a:ext cx="8234974" cy="2662377"/>
            </a:xfrm>
            <a:custGeom>
              <a:avLst/>
              <a:pathLst>
                <a:path w="8234974" h="2662377">
                  <a:moveTo>
                    <a:pt x="0" y="2662377"/>
                  </a:moveTo>
                  <a:lnTo>
                    <a:pt x="538736" y="2662377"/>
                  </a:lnTo>
                  <a:lnTo>
                    <a:pt x="539932" y="2662301"/>
                  </a:lnTo>
                  <a:lnTo>
                    <a:pt x="547748" y="2661757"/>
                  </a:lnTo>
                  <a:lnTo>
                    <a:pt x="567292" y="2660254"/>
                  </a:lnTo>
                  <a:lnTo>
                    <a:pt x="601827" y="2657303"/>
                  </a:lnTo>
                  <a:lnTo>
                    <a:pt x="652479" y="2652470"/>
                  </a:lnTo>
                  <a:lnTo>
                    <a:pt x="718175" y="2645431"/>
                  </a:lnTo>
                  <a:lnTo>
                    <a:pt x="796017" y="2635998"/>
                  </a:lnTo>
                  <a:lnTo>
                    <a:pt x="882005" y="2624112"/>
                  </a:lnTo>
                  <a:lnTo>
                    <a:pt x="971884" y="2609804"/>
                  </a:lnTo>
                  <a:lnTo>
                    <a:pt x="1061856" y="2593129"/>
                  </a:lnTo>
                  <a:lnTo>
                    <a:pt x="1148998" y="2574120"/>
                  </a:lnTo>
                  <a:lnTo>
                    <a:pt x="1231391" y="2552740"/>
                  </a:lnTo>
                  <a:lnTo>
                    <a:pt x="1308035" y="2528858"/>
                  </a:lnTo>
                  <a:lnTo>
                    <a:pt x="1378661" y="2502242"/>
                  </a:lnTo>
                  <a:lnTo>
                    <a:pt x="1443525" y="2472553"/>
                  </a:lnTo>
                  <a:lnTo>
                    <a:pt x="1503218" y="2439361"/>
                  </a:lnTo>
                  <a:lnTo>
                    <a:pt x="1558530" y="2402161"/>
                  </a:lnTo>
                  <a:lnTo>
                    <a:pt x="1610335" y="2360412"/>
                  </a:lnTo>
                  <a:lnTo>
                    <a:pt x="1659514" y="2313604"/>
                  </a:lnTo>
                  <a:lnTo>
                    <a:pt x="1706878" y="2261379"/>
                  </a:lnTo>
                  <a:lnTo>
                    <a:pt x="1719082" y="2246777"/>
                  </a:lnTo>
                  <a:lnTo>
                    <a:pt x="1756336" y="2199380"/>
                  </a:lnTo>
                  <a:lnTo>
                    <a:pt x="1793236" y="2148327"/>
                  </a:lnTo>
                  <a:lnTo>
                    <a:pt x="1830024" y="2093542"/>
                  </a:lnTo>
                  <a:lnTo>
                    <a:pt x="1866888" y="2035021"/>
                  </a:lnTo>
                  <a:lnTo>
                    <a:pt x="1903965" y="1972830"/>
                  </a:lnTo>
                  <a:lnTo>
                    <a:pt x="1941349" y="1907118"/>
                  </a:lnTo>
                  <a:lnTo>
                    <a:pt x="1979090" y="1838118"/>
                  </a:lnTo>
                  <a:lnTo>
                    <a:pt x="2017206" y="1766149"/>
                  </a:lnTo>
                  <a:lnTo>
                    <a:pt x="2055677" y="1691611"/>
                  </a:lnTo>
                  <a:lnTo>
                    <a:pt x="2094458" y="1614982"/>
                  </a:lnTo>
                  <a:lnTo>
                    <a:pt x="2133478" y="1536805"/>
                  </a:lnTo>
                  <a:lnTo>
                    <a:pt x="2172651" y="1457669"/>
                  </a:lnTo>
                  <a:lnTo>
                    <a:pt x="2211878" y="1378197"/>
                  </a:lnTo>
                  <a:lnTo>
                    <a:pt x="2251057" y="1299024"/>
                  </a:lnTo>
                  <a:lnTo>
                    <a:pt x="2290089" y="1220773"/>
                  </a:lnTo>
                  <a:lnTo>
                    <a:pt x="2328886" y="1144036"/>
                  </a:lnTo>
                  <a:lnTo>
                    <a:pt x="2367377" y="1069361"/>
                  </a:lnTo>
                  <a:lnTo>
                    <a:pt x="2405515" y="997227"/>
                  </a:lnTo>
                  <a:lnTo>
                    <a:pt x="2443278" y="928041"/>
                  </a:lnTo>
                  <a:lnTo>
                    <a:pt x="2480682" y="862127"/>
                  </a:lnTo>
                  <a:lnTo>
                    <a:pt x="2517775" y="799722"/>
                  </a:lnTo>
                  <a:lnTo>
                    <a:pt x="2554648" y="740981"/>
                  </a:lnTo>
                  <a:lnTo>
                    <a:pt x="2591436" y="685974"/>
                  </a:lnTo>
                  <a:lnTo>
                    <a:pt x="2628323" y="634701"/>
                  </a:lnTo>
                  <a:lnTo>
                    <a:pt x="2665548" y="587090"/>
                  </a:lnTo>
                  <a:lnTo>
                    <a:pt x="2667772" y="584380"/>
                  </a:lnTo>
                  <a:lnTo>
                    <a:pt x="2714777" y="530713"/>
                  </a:lnTo>
                  <a:lnTo>
                    <a:pt x="2763406" y="482510"/>
                  </a:lnTo>
                  <a:lnTo>
                    <a:pt x="2814439" y="439480"/>
                  </a:lnTo>
                  <a:lnTo>
                    <a:pt x="2868745" y="401139"/>
                  </a:lnTo>
                  <a:lnTo>
                    <a:pt x="2927208" y="366948"/>
                  </a:lnTo>
                  <a:lnTo>
                    <a:pt x="2990649" y="336386"/>
                  </a:lnTo>
                  <a:lnTo>
                    <a:pt x="3059723" y="309000"/>
                  </a:lnTo>
                  <a:lnTo>
                    <a:pt x="3134790" y="284429"/>
                  </a:lnTo>
                  <a:lnTo>
                    <a:pt x="3215739" y="262409"/>
                  </a:lnTo>
                  <a:lnTo>
                    <a:pt x="3301782" y="242786"/>
                  </a:lnTo>
                  <a:lnTo>
                    <a:pt x="3391254" y="225498"/>
                  </a:lnTo>
                  <a:lnTo>
                    <a:pt x="3481494" y="210564"/>
                  </a:lnTo>
                  <a:lnTo>
                    <a:pt x="3568905" y="198038"/>
                  </a:lnTo>
                  <a:lnTo>
                    <a:pt x="3649295" y="187963"/>
                  </a:lnTo>
                  <a:lnTo>
                    <a:pt x="3718516" y="180309"/>
                  </a:lnTo>
                  <a:lnTo>
                    <a:pt x="3773300" y="174923"/>
                  </a:lnTo>
                  <a:lnTo>
                    <a:pt x="3812043" y="171517"/>
                  </a:lnTo>
                  <a:lnTo>
                    <a:pt x="3835285" y="169681"/>
                  </a:lnTo>
                  <a:lnTo>
                    <a:pt x="3845751" y="168934"/>
                  </a:lnTo>
                  <a:lnTo>
                    <a:pt x="3848118" y="168780"/>
                  </a:lnTo>
                  <a:lnTo>
                    <a:pt x="4386855" y="168780"/>
                  </a:lnTo>
                  <a:lnTo>
                    <a:pt x="4388157" y="168775"/>
                  </a:lnTo>
                  <a:lnTo>
                    <a:pt x="4396653" y="168736"/>
                  </a:lnTo>
                  <a:lnTo>
                    <a:pt x="4417831" y="168628"/>
                  </a:lnTo>
                  <a:lnTo>
                    <a:pt x="4455088" y="168417"/>
                  </a:lnTo>
                  <a:lnTo>
                    <a:pt x="4509398" y="168073"/>
                  </a:lnTo>
                  <a:lnTo>
                    <a:pt x="4579297" y="167572"/>
                  </a:lnTo>
                  <a:lnTo>
                    <a:pt x="4661374" y="166905"/>
                  </a:lnTo>
                  <a:lnTo>
                    <a:pt x="4751146" y="166067"/>
                  </a:lnTo>
                  <a:lnTo>
                    <a:pt x="4844029" y="165061"/>
                  </a:lnTo>
                  <a:lnTo>
                    <a:pt x="4936092" y="163893"/>
                  </a:lnTo>
                  <a:lnTo>
                    <a:pt x="5024450" y="162562"/>
                  </a:lnTo>
                  <a:lnTo>
                    <a:pt x="5107338" y="161064"/>
                  </a:lnTo>
                  <a:lnTo>
                    <a:pt x="5183957" y="159388"/>
                  </a:lnTo>
                  <a:lnTo>
                    <a:pt x="5254250" y="157513"/>
                  </a:lnTo>
                  <a:lnTo>
                    <a:pt x="5318663" y="155414"/>
                  </a:lnTo>
                  <a:lnTo>
                    <a:pt x="5377948" y="153056"/>
                  </a:lnTo>
                  <a:lnTo>
                    <a:pt x="5433022" y="150403"/>
                  </a:lnTo>
                  <a:lnTo>
                    <a:pt x="5484851" y="147415"/>
                  </a:lnTo>
                  <a:lnTo>
                    <a:pt x="5534368" y="144061"/>
                  </a:lnTo>
                  <a:lnTo>
                    <a:pt x="5567201" y="141557"/>
                  </a:lnTo>
                  <a:lnTo>
                    <a:pt x="5619825" y="137092"/>
                  </a:lnTo>
                  <a:lnTo>
                    <a:pt x="5671945" y="132142"/>
                  </a:lnTo>
                  <a:lnTo>
                    <a:pt x="5724153" y="126702"/>
                  </a:lnTo>
                  <a:lnTo>
                    <a:pt x="5776834" y="120784"/>
                  </a:lnTo>
                  <a:lnTo>
                    <a:pt x="5830201" y="114424"/>
                  </a:lnTo>
                  <a:lnTo>
                    <a:pt x="5884312" y="107679"/>
                  </a:lnTo>
                  <a:lnTo>
                    <a:pt x="5939091" y="100628"/>
                  </a:lnTo>
                  <a:lnTo>
                    <a:pt x="5994362" y="93367"/>
                  </a:lnTo>
                  <a:lnTo>
                    <a:pt x="6049875" y="86007"/>
                  </a:lnTo>
                  <a:lnTo>
                    <a:pt x="6105344" y="78664"/>
                  </a:lnTo>
                  <a:lnTo>
                    <a:pt x="6160491" y="71455"/>
                  </a:lnTo>
                  <a:lnTo>
                    <a:pt x="6215085" y="64486"/>
                  </a:lnTo>
                  <a:lnTo>
                    <a:pt x="6268974" y="57849"/>
                  </a:lnTo>
                  <a:lnTo>
                    <a:pt x="6322123" y="51617"/>
                  </a:lnTo>
                  <a:lnTo>
                    <a:pt x="6374633" y="45840"/>
                  </a:lnTo>
                  <a:lnTo>
                    <a:pt x="6426765" y="40546"/>
                  </a:lnTo>
                  <a:lnTo>
                    <a:pt x="6478964" y="35743"/>
                  </a:lnTo>
                  <a:lnTo>
                    <a:pt x="6515891" y="32667"/>
                  </a:lnTo>
                  <a:lnTo>
                    <a:pt x="6564304" y="29053"/>
                  </a:lnTo>
                  <a:lnTo>
                    <a:pt x="6614462" y="25819"/>
                  </a:lnTo>
                  <a:lnTo>
                    <a:pt x="6667221" y="22941"/>
                  </a:lnTo>
                  <a:lnTo>
                    <a:pt x="6723532" y="20386"/>
                  </a:lnTo>
                  <a:lnTo>
                    <a:pt x="6784357" y="18115"/>
                  </a:lnTo>
                  <a:lnTo>
                    <a:pt x="6850573" y="16091"/>
                  </a:lnTo>
                  <a:lnTo>
                    <a:pt x="6922854" y="14282"/>
                  </a:lnTo>
                  <a:lnTo>
                    <a:pt x="7001507" y="12664"/>
                  </a:lnTo>
                  <a:lnTo>
                    <a:pt x="7086266" y="11221"/>
                  </a:lnTo>
                  <a:lnTo>
                    <a:pt x="7176049" y="9942"/>
                  </a:lnTo>
                  <a:lnTo>
                    <a:pt x="7268740" y="8825"/>
                  </a:lnTo>
                  <a:lnTo>
                    <a:pt x="7361101" y="7872"/>
                  </a:lnTo>
                  <a:lnTo>
                    <a:pt x="7448932" y="7088"/>
                  </a:lnTo>
                  <a:lnTo>
                    <a:pt x="7527584" y="6475"/>
                  </a:lnTo>
                  <a:lnTo>
                    <a:pt x="7592808" y="6026"/>
                  </a:lnTo>
                  <a:lnTo>
                    <a:pt x="7641731" y="5726"/>
                  </a:lnTo>
                  <a:lnTo>
                    <a:pt x="7673639" y="5552"/>
                  </a:lnTo>
                  <a:lnTo>
                    <a:pt x="7690300" y="5470"/>
                  </a:lnTo>
                  <a:lnTo>
                    <a:pt x="7695817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5"/>
                  </a:lnTo>
                  <a:lnTo>
                    <a:pt x="7686439" y="44"/>
                  </a:lnTo>
                  <a:lnTo>
                    <a:pt x="7665261" y="151"/>
                  </a:lnTo>
                  <a:lnTo>
                    <a:pt x="7628004" y="362"/>
                  </a:lnTo>
                  <a:lnTo>
                    <a:pt x="7573695" y="707"/>
                  </a:lnTo>
                  <a:lnTo>
                    <a:pt x="7503795" y="1207"/>
                  </a:lnTo>
                  <a:lnTo>
                    <a:pt x="7421718" y="1875"/>
                  </a:lnTo>
                  <a:lnTo>
                    <a:pt x="7331947" y="2713"/>
                  </a:lnTo>
                  <a:lnTo>
                    <a:pt x="7239063" y="3718"/>
                  </a:lnTo>
                  <a:lnTo>
                    <a:pt x="7147001" y="4887"/>
                  </a:lnTo>
                  <a:lnTo>
                    <a:pt x="7058642" y="6218"/>
                  </a:lnTo>
                  <a:lnTo>
                    <a:pt x="6975755" y="7716"/>
                  </a:lnTo>
                  <a:lnTo>
                    <a:pt x="6899135" y="9392"/>
                  </a:lnTo>
                  <a:lnTo>
                    <a:pt x="6828842" y="11266"/>
                  </a:lnTo>
                  <a:lnTo>
                    <a:pt x="6764430" y="13366"/>
                  </a:lnTo>
                  <a:lnTo>
                    <a:pt x="6705144" y="15723"/>
                  </a:lnTo>
                  <a:lnTo>
                    <a:pt x="6650070" y="18377"/>
                  </a:lnTo>
                  <a:lnTo>
                    <a:pt x="6598241" y="21364"/>
                  </a:lnTo>
                  <a:lnTo>
                    <a:pt x="6548725" y="24719"/>
                  </a:lnTo>
                  <a:lnTo>
                    <a:pt x="6515891" y="27222"/>
                  </a:lnTo>
                  <a:lnTo>
                    <a:pt x="6463268" y="31688"/>
                  </a:lnTo>
                  <a:lnTo>
                    <a:pt x="6411147" y="36638"/>
                  </a:lnTo>
                  <a:lnTo>
                    <a:pt x="6358940" y="42078"/>
                  </a:lnTo>
                  <a:lnTo>
                    <a:pt x="6306258" y="47995"/>
                  </a:lnTo>
                  <a:lnTo>
                    <a:pt x="6252891" y="54355"/>
                  </a:lnTo>
                  <a:lnTo>
                    <a:pt x="6198781" y="61100"/>
                  </a:lnTo>
                  <a:lnTo>
                    <a:pt x="6144001" y="68152"/>
                  </a:lnTo>
                  <a:lnTo>
                    <a:pt x="6088730" y="75413"/>
                  </a:lnTo>
                  <a:lnTo>
                    <a:pt x="6033218" y="82773"/>
                  </a:lnTo>
                  <a:lnTo>
                    <a:pt x="5977749" y="90116"/>
                  </a:lnTo>
                  <a:lnTo>
                    <a:pt x="5922601" y="97325"/>
                  </a:lnTo>
                  <a:lnTo>
                    <a:pt x="5868008" y="104294"/>
                  </a:lnTo>
                  <a:lnTo>
                    <a:pt x="5814118" y="110931"/>
                  </a:lnTo>
                  <a:lnTo>
                    <a:pt x="5760969" y="117163"/>
                  </a:lnTo>
                  <a:lnTo>
                    <a:pt x="5708460" y="122940"/>
                  </a:lnTo>
                  <a:lnTo>
                    <a:pt x="5656328" y="128233"/>
                  </a:lnTo>
                  <a:lnTo>
                    <a:pt x="5604129" y="133037"/>
                  </a:lnTo>
                  <a:lnTo>
                    <a:pt x="5567201" y="136113"/>
                  </a:lnTo>
                  <a:lnTo>
                    <a:pt x="5518788" y="139726"/>
                  </a:lnTo>
                  <a:lnTo>
                    <a:pt x="5468630" y="142961"/>
                  </a:lnTo>
                  <a:lnTo>
                    <a:pt x="5415872" y="145838"/>
                  </a:lnTo>
                  <a:lnTo>
                    <a:pt x="5359560" y="148393"/>
                  </a:lnTo>
                  <a:lnTo>
                    <a:pt x="5298735" y="150665"/>
                  </a:lnTo>
                  <a:lnTo>
                    <a:pt x="5232519" y="152689"/>
                  </a:lnTo>
                  <a:lnTo>
                    <a:pt x="5160239" y="154498"/>
                  </a:lnTo>
                  <a:lnTo>
                    <a:pt x="5081586" y="156115"/>
                  </a:lnTo>
                  <a:lnTo>
                    <a:pt x="4996826" y="157559"/>
                  </a:lnTo>
                  <a:lnTo>
                    <a:pt x="4907044" y="158838"/>
                  </a:lnTo>
                  <a:lnTo>
                    <a:pt x="4814353" y="159955"/>
                  </a:lnTo>
                  <a:lnTo>
                    <a:pt x="4721991" y="160907"/>
                  </a:lnTo>
                  <a:lnTo>
                    <a:pt x="4634161" y="161691"/>
                  </a:lnTo>
                  <a:lnTo>
                    <a:pt x="4555509" y="162305"/>
                  </a:lnTo>
                  <a:lnTo>
                    <a:pt x="4490284" y="162754"/>
                  </a:lnTo>
                  <a:lnTo>
                    <a:pt x="4441361" y="163053"/>
                  </a:lnTo>
                  <a:lnTo>
                    <a:pt x="4409454" y="163228"/>
                  </a:lnTo>
                  <a:lnTo>
                    <a:pt x="4392793" y="163309"/>
                  </a:lnTo>
                  <a:lnTo>
                    <a:pt x="4387275" y="163334"/>
                  </a:lnTo>
                  <a:lnTo>
                    <a:pt x="4386855" y="163336"/>
                  </a:lnTo>
                  <a:lnTo>
                    <a:pt x="3848118" y="163336"/>
                  </a:lnTo>
                  <a:lnTo>
                    <a:pt x="3846923" y="163412"/>
                  </a:lnTo>
                  <a:lnTo>
                    <a:pt x="3839107" y="163955"/>
                  </a:lnTo>
                  <a:lnTo>
                    <a:pt x="3819563" y="165458"/>
                  </a:lnTo>
                  <a:lnTo>
                    <a:pt x="3785027" y="168409"/>
                  </a:lnTo>
                  <a:lnTo>
                    <a:pt x="3734376" y="173242"/>
                  </a:lnTo>
                  <a:lnTo>
                    <a:pt x="3668680" y="180282"/>
                  </a:lnTo>
                  <a:lnTo>
                    <a:pt x="3590837" y="189715"/>
                  </a:lnTo>
                  <a:lnTo>
                    <a:pt x="3504849" y="201600"/>
                  </a:lnTo>
                  <a:lnTo>
                    <a:pt x="3414970" y="215909"/>
                  </a:lnTo>
                  <a:lnTo>
                    <a:pt x="3324999" y="232583"/>
                  </a:lnTo>
                  <a:lnTo>
                    <a:pt x="3237857" y="251592"/>
                  </a:lnTo>
                  <a:lnTo>
                    <a:pt x="3155463" y="272972"/>
                  </a:lnTo>
                  <a:lnTo>
                    <a:pt x="3078819" y="296854"/>
                  </a:lnTo>
                  <a:lnTo>
                    <a:pt x="3008193" y="323470"/>
                  </a:lnTo>
                  <a:lnTo>
                    <a:pt x="2943330" y="353159"/>
                  </a:lnTo>
                  <a:lnTo>
                    <a:pt x="2883636" y="386351"/>
                  </a:lnTo>
                  <a:lnTo>
                    <a:pt x="2828325" y="423551"/>
                  </a:lnTo>
                  <a:lnTo>
                    <a:pt x="2776520" y="465300"/>
                  </a:lnTo>
                  <a:lnTo>
                    <a:pt x="2727341" y="512108"/>
                  </a:lnTo>
                  <a:lnTo>
                    <a:pt x="2679977" y="564333"/>
                  </a:lnTo>
                  <a:lnTo>
                    <a:pt x="2667772" y="578935"/>
                  </a:lnTo>
                  <a:lnTo>
                    <a:pt x="2630518" y="626332"/>
                  </a:lnTo>
                  <a:lnTo>
                    <a:pt x="2593619" y="677386"/>
                  </a:lnTo>
                  <a:lnTo>
                    <a:pt x="2556830" y="732170"/>
                  </a:lnTo>
                  <a:lnTo>
                    <a:pt x="2519966" y="790691"/>
                  </a:lnTo>
                  <a:lnTo>
                    <a:pt x="2482889" y="852882"/>
                  </a:lnTo>
                  <a:lnTo>
                    <a:pt x="2445506" y="918594"/>
                  </a:lnTo>
                  <a:lnTo>
                    <a:pt x="2407764" y="987594"/>
                  </a:lnTo>
                  <a:lnTo>
                    <a:pt x="2369649" y="1059564"/>
                  </a:lnTo>
                  <a:lnTo>
                    <a:pt x="2331177" y="1134101"/>
                  </a:lnTo>
                  <a:lnTo>
                    <a:pt x="2292397" y="1210730"/>
                  </a:lnTo>
                  <a:lnTo>
                    <a:pt x="2253376" y="1288908"/>
                  </a:lnTo>
                  <a:lnTo>
                    <a:pt x="2214203" y="1368044"/>
                  </a:lnTo>
                  <a:lnTo>
                    <a:pt x="2174977" y="1447515"/>
                  </a:lnTo>
                  <a:lnTo>
                    <a:pt x="2135798" y="1526688"/>
                  </a:lnTo>
                  <a:lnTo>
                    <a:pt x="2096766" y="1604940"/>
                  </a:lnTo>
                  <a:lnTo>
                    <a:pt x="2057969" y="1681676"/>
                  </a:lnTo>
                  <a:lnTo>
                    <a:pt x="2019477" y="1756351"/>
                  </a:lnTo>
                  <a:lnTo>
                    <a:pt x="1981340" y="1828485"/>
                  </a:lnTo>
                  <a:lnTo>
                    <a:pt x="1943576" y="1897671"/>
                  </a:lnTo>
                  <a:lnTo>
                    <a:pt x="1906173" y="1963586"/>
                  </a:lnTo>
                  <a:lnTo>
                    <a:pt x="1869080" y="2025990"/>
                  </a:lnTo>
                  <a:lnTo>
                    <a:pt x="1832207" y="2084732"/>
                  </a:lnTo>
                  <a:lnTo>
                    <a:pt x="1795418" y="2139738"/>
                  </a:lnTo>
                  <a:lnTo>
                    <a:pt x="1758532" y="2191012"/>
                  </a:lnTo>
                  <a:lnTo>
                    <a:pt x="1721307" y="2238622"/>
                  </a:lnTo>
                  <a:lnTo>
                    <a:pt x="1719082" y="2241333"/>
                  </a:lnTo>
                  <a:lnTo>
                    <a:pt x="1672078" y="2294999"/>
                  </a:lnTo>
                  <a:lnTo>
                    <a:pt x="1623448" y="2343203"/>
                  </a:lnTo>
                  <a:lnTo>
                    <a:pt x="1572416" y="2386233"/>
                  </a:lnTo>
                  <a:lnTo>
                    <a:pt x="1518109" y="2424573"/>
                  </a:lnTo>
                  <a:lnTo>
                    <a:pt x="1459646" y="2458765"/>
                  </a:lnTo>
                  <a:lnTo>
                    <a:pt x="1396206" y="2489327"/>
                  </a:lnTo>
                  <a:lnTo>
                    <a:pt x="1327132" y="2516712"/>
                  </a:lnTo>
                  <a:lnTo>
                    <a:pt x="1252065" y="2541284"/>
                  </a:lnTo>
                  <a:lnTo>
                    <a:pt x="1171115" y="2563303"/>
                  </a:lnTo>
                  <a:lnTo>
                    <a:pt x="1085073" y="2582926"/>
                  </a:lnTo>
                  <a:lnTo>
                    <a:pt x="995601" y="2600214"/>
                  </a:lnTo>
                  <a:lnTo>
                    <a:pt x="905361" y="2615148"/>
                  </a:lnTo>
                  <a:lnTo>
                    <a:pt x="817950" y="2627674"/>
                  </a:lnTo>
                  <a:lnTo>
                    <a:pt x="737560" y="2637749"/>
                  </a:lnTo>
                  <a:lnTo>
                    <a:pt x="668339" y="2645403"/>
                  </a:lnTo>
                  <a:lnTo>
                    <a:pt x="613555" y="2650789"/>
                  </a:lnTo>
                  <a:lnTo>
                    <a:pt x="574811" y="2654195"/>
                  </a:lnTo>
                  <a:lnTo>
                    <a:pt x="551570" y="2656032"/>
                  </a:lnTo>
                  <a:lnTo>
                    <a:pt x="541103" y="2656778"/>
                  </a:lnTo>
                  <a:lnTo>
                    <a:pt x="538736" y="2656932"/>
                  </a:lnTo>
                  <a:lnTo>
                    <a:pt x="0" y="265693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80" name="pl1080"/>
            <p:cNvSpPr/>
            <p:nvPr/>
          </p:nvSpPr>
          <p:spPr>
            <a:xfrm>
              <a:off x="546595" y="674233"/>
              <a:ext cx="8234974" cy="2656932"/>
            </a:xfrm>
            <a:custGeom>
              <a:avLst/>
              <a:pathLst>
                <a:path w="8234974" h="2656932">
                  <a:moveTo>
                    <a:pt x="0" y="2656932"/>
                  </a:moveTo>
                  <a:lnTo>
                    <a:pt x="538736" y="2656932"/>
                  </a:lnTo>
                  <a:lnTo>
                    <a:pt x="539932" y="2656856"/>
                  </a:lnTo>
                  <a:lnTo>
                    <a:pt x="547748" y="2656313"/>
                  </a:lnTo>
                  <a:lnTo>
                    <a:pt x="567292" y="2654810"/>
                  </a:lnTo>
                  <a:lnTo>
                    <a:pt x="601827" y="2651858"/>
                  </a:lnTo>
                  <a:lnTo>
                    <a:pt x="652479" y="2647025"/>
                  </a:lnTo>
                  <a:lnTo>
                    <a:pt x="718175" y="2639986"/>
                  </a:lnTo>
                  <a:lnTo>
                    <a:pt x="796017" y="2630553"/>
                  </a:lnTo>
                  <a:lnTo>
                    <a:pt x="882005" y="2618668"/>
                  </a:lnTo>
                  <a:lnTo>
                    <a:pt x="971884" y="2604359"/>
                  </a:lnTo>
                  <a:lnTo>
                    <a:pt x="1061856" y="2587685"/>
                  </a:lnTo>
                  <a:lnTo>
                    <a:pt x="1148998" y="2568676"/>
                  </a:lnTo>
                  <a:lnTo>
                    <a:pt x="1231391" y="2547295"/>
                  </a:lnTo>
                  <a:lnTo>
                    <a:pt x="1308035" y="2523414"/>
                  </a:lnTo>
                  <a:lnTo>
                    <a:pt x="1378661" y="2496797"/>
                  </a:lnTo>
                  <a:lnTo>
                    <a:pt x="1443525" y="2467109"/>
                  </a:lnTo>
                  <a:lnTo>
                    <a:pt x="1503218" y="2433917"/>
                  </a:lnTo>
                  <a:lnTo>
                    <a:pt x="1558530" y="2396717"/>
                  </a:lnTo>
                  <a:lnTo>
                    <a:pt x="1610335" y="2354967"/>
                  </a:lnTo>
                  <a:lnTo>
                    <a:pt x="1659514" y="2308159"/>
                  </a:lnTo>
                  <a:lnTo>
                    <a:pt x="1706878" y="2255935"/>
                  </a:lnTo>
                  <a:lnTo>
                    <a:pt x="1719082" y="2241333"/>
                  </a:lnTo>
                  <a:lnTo>
                    <a:pt x="1756336" y="2193936"/>
                  </a:lnTo>
                  <a:lnTo>
                    <a:pt x="1793236" y="2142882"/>
                  </a:lnTo>
                  <a:lnTo>
                    <a:pt x="1830024" y="2088098"/>
                  </a:lnTo>
                  <a:lnTo>
                    <a:pt x="1866888" y="2029577"/>
                  </a:lnTo>
                  <a:lnTo>
                    <a:pt x="1903965" y="1967386"/>
                  </a:lnTo>
                  <a:lnTo>
                    <a:pt x="1941349" y="1901674"/>
                  </a:lnTo>
                  <a:lnTo>
                    <a:pt x="1979090" y="1832674"/>
                  </a:lnTo>
                  <a:lnTo>
                    <a:pt x="2017206" y="1760704"/>
                  </a:lnTo>
                  <a:lnTo>
                    <a:pt x="2055677" y="1686166"/>
                  </a:lnTo>
                  <a:lnTo>
                    <a:pt x="2094458" y="1609538"/>
                  </a:lnTo>
                  <a:lnTo>
                    <a:pt x="2133478" y="1531360"/>
                  </a:lnTo>
                  <a:lnTo>
                    <a:pt x="2172651" y="1452224"/>
                  </a:lnTo>
                  <a:lnTo>
                    <a:pt x="2211878" y="1372753"/>
                  </a:lnTo>
                  <a:lnTo>
                    <a:pt x="2251057" y="1293580"/>
                  </a:lnTo>
                  <a:lnTo>
                    <a:pt x="2290089" y="1215328"/>
                  </a:lnTo>
                  <a:lnTo>
                    <a:pt x="2328886" y="1138592"/>
                  </a:lnTo>
                  <a:lnTo>
                    <a:pt x="2367377" y="1063916"/>
                  </a:lnTo>
                  <a:lnTo>
                    <a:pt x="2405515" y="991782"/>
                  </a:lnTo>
                  <a:lnTo>
                    <a:pt x="2443278" y="922596"/>
                  </a:lnTo>
                  <a:lnTo>
                    <a:pt x="2480682" y="856682"/>
                  </a:lnTo>
                  <a:lnTo>
                    <a:pt x="2517775" y="794278"/>
                  </a:lnTo>
                  <a:lnTo>
                    <a:pt x="2554648" y="735536"/>
                  </a:lnTo>
                  <a:lnTo>
                    <a:pt x="2591436" y="680530"/>
                  </a:lnTo>
                  <a:lnTo>
                    <a:pt x="2628323" y="629256"/>
                  </a:lnTo>
                  <a:lnTo>
                    <a:pt x="2665548" y="581646"/>
                  </a:lnTo>
                  <a:lnTo>
                    <a:pt x="2667772" y="578935"/>
                  </a:lnTo>
                  <a:lnTo>
                    <a:pt x="2714777" y="525268"/>
                  </a:lnTo>
                  <a:lnTo>
                    <a:pt x="2763406" y="477065"/>
                  </a:lnTo>
                  <a:lnTo>
                    <a:pt x="2814439" y="434035"/>
                  </a:lnTo>
                  <a:lnTo>
                    <a:pt x="2868745" y="395695"/>
                  </a:lnTo>
                  <a:lnTo>
                    <a:pt x="2927208" y="361503"/>
                  </a:lnTo>
                  <a:lnTo>
                    <a:pt x="2990649" y="330941"/>
                  </a:lnTo>
                  <a:lnTo>
                    <a:pt x="3059723" y="303556"/>
                  </a:lnTo>
                  <a:lnTo>
                    <a:pt x="3134790" y="278984"/>
                  </a:lnTo>
                  <a:lnTo>
                    <a:pt x="3215739" y="256965"/>
                  </a:lnTo>
                  <a:lnTo>
                    <a:pt x="3301782" y="237341"/>
                  </a:lnTo>
                  <a:lnTo>
                    <a:pt x="3391254" y="220054"/>
                  </a:lnTo>
                  <a:lnTo>
                    <a:pt x="3481494" y="205119"/>
                  </a:lnTo>
                  <a:lnTo>
                    <a:pt x="3568905" y="192594"/>
                  </a:lnTo>
                  <a:lnTo>
                    <a:pt x="3649295" y="182519"/>
                  </a:lnTo>
                  <a:lnTo>
                    <a:pt x="3718516" y="174864"/>
                  </a:lnTo>
                  <a:lnTo>
                    <a:pt x="3773300" y="169479"/>
                  </a:lnTo>
                  <a:lnTo>
                    <a:pt x="3812043" y="166073"/>
                  </a:lnTo>
                  <a:lnTo>
                    <a:pt x="3835285" y="164236"/>
                  </a:lnTo>
                  <a:lnTo>
                    <a:pt x="3845751" y="163489"/>
                  </a:lnTo>
                  <a:lnTo>
                    <a:pt x="3848096" y="163337"/>
                  </a:lnTo>
                  <a:lnTo>
                    <a:pt x="3848118" y="163336"/>
                  </a:lnTo>
                  <a:lnTo>
                    <a:pt x="4386855" y="163336"/>
                  </a:lnTo>
                  <a:lnTo>
                    <a:pt x="4388157" y="163330"/>
                  </a:lnTo>
                  <a:lnTo>
                    <a:pt x="4396653" y="163291"/>
                  </a:lnTo>
                  <a:lnTo>
                    <a:pt x="4417831" y="163184"/>
                  </a:lnTo>
                  <a:lnTo>
                    <a:pt x="4455088" y="162973"/>
                  </a:lnTo>
                  <a:lnTo>
                    <a:pt x="4509398" y="162628"/>
                  </a:lnTo>
                  <a:lnTo>
                    <a:pt x="4579297" y="162128"/>
                  </a:lnTo>
                  <a:lnTo>
                    <a:pt x="4661374" y="161460"/>
                  </a:lnTo>
                  <a:lnTo>
                    <a:pt x="4751146" y="160622"/>
                  </a:lnTo>
                  <a:lnTo>
                    <a:pt x="4844029" y="159617"/>
                  </a:lnTo>
                  <a:lnTo>
                    <a:pt x="4936092" y="158448"/>
                  </a:lnTo>
                  <a:lnTo>
                    <a:pt x="5024450" y="157117"/>
                  </a:lnTo>
                  <a:lnTo>
                    <a:pt x="5107338" y="155619"/>
                  </a:lnTo>
                  <a:lnTo>
                    <a:pt x="5183957" y="153943"/>
                  </a:lnTo>
                  <a:lnTo>
                    <a:pt x="5254250" y="152069"/>
                  </a:lnTo>
                  <a:lnTo>
                    <a:pt x="5318663" y="149969"/>
                  </a:lnTo>
                  <a:lnTo>
                    <a:pt x="5377948" y="147612"/>
                  </a:lnTo>
                  <a:lnTo>
                    <a:pt x="5433022" y="144958"/>
                  </a:lnTo>
                  <a:lnTo>
                    <a:pt x="5484851" y="141971"/>
                  </a:lnTo>
                  <a:lnTo>
                    <a:pt x="5534368" y="138616"/>
                  </a:lnTo>
                  <a:lnTo>
                    <a:pt x="5567201" y="136113"/>
                  </a:lnTo>
                  <a:lnTo>
                    <a:pt x="5619825" y="131647"/>
                  </a:lnTo>
                  <a:lnTo>
                    <a:pt x="5671945" y="126697"/>
                  </a:lnTo>
                  <a:lnTo>
                    <a:pt x="5724153" y="121257"/>
                  </a:lnTo>
                  <a:lnTo>
                    <a:pt x="5776834" y="115340"/>
                  </a:lnTo>
                  <a:lnTo>
                    <a:pt x="5830201" y="108980"/>
                  </a:lnTo>
                  <a:lnTo>
                    <a:pt x="5884312" y="102235"/>
                  </a:lnTo>
                  <a:lnTo>
                    <a:pt x="5939091" y="95183"/>
                  </a:lnTo>
                  <a:lnTo>
                    <a:pt x="5994362" y="87922"/>
                  </a:lnTo>
                  <a:lnTo>
                    <a:pt x="6049875" y="80562"/>
                  </a:lnTo>
                  <a:lnTo>
                    <a:pt x="6105344" y="73220"/>
                  </a:lnTo>
                  <a:lnTo>
                    <a:pt x="6160491" y="66010"/>
                  </a:lnTo>
                  <a:lnTo>
                    <a:pt x="6215085" y="59041"/>
                  </a:lnTo>
                  <a:lnTo>
                    <a:pt x="6268974" y="52404"/>
                  </a:lnTo>
                  <a:lnTo>
                    <a:pt x="6322123" y="46172"/>
                  </a:lnTo>
                  <a:lnTo>
                    <a:pt x="6374633" y="40395"/>
                  </a:lnTo>
                  <a:lnTo>
                    <a:pt x="6426765" y="35102"/>
                  </a:lnTo>
                  <a:lnTo>
                    <a:pt x="6478964" y="30298"/>
                  </a:lnTo>
                  <a:lnTo>
                    <a:pt x="6515891" y="27222"/>
                  </a:lnTo>
                  <a:lnTo>
                    <a:pt x="6564304" y="23609"/>
                  </a:lnTo>
                  <a:lnTo>
                    <a:pt x="6614462" y="20374"/>
                  </a:lnTo>
                  <a:lnTo>
                    <a:pt x="6667221" y="17497"/>
                  </a:lnTo>
                  <a:lnTo>
                    <a:pt x="6723532" y="14942"/>
                  </a:lnTo>
                  <a:lnTo>
                    <a:pt x="6784357" y="12670"/>
                  </a:lnTo>
                  <a:lnTo>
                    <a:pt x="6850573" y="10646"/>
                  </a:lnTo>
                  <a:lnTo>
                    <a:pt x="6922854" y="8837"/>
                  </a:lnTo>
                  <a:lnTo>
                    <a:pt x="7001507" y="7220"/>
                  </a:lnTo>
                  <a:lnTo>
                    <a:pt x="7086266" y="5776"/>
                  </a:lnTo>
                  <a:lnTo>
                    <a:pt x="7176049" y="4497"/>
                  </a:lnTo>
                  <a:lnTo>
                    <a:pt x="7268740" y="3380"/>
                  </a:lnTo>
                  <a:lnTo>
                    <a:pt x="7361101" y="2428"/>
                  </a:lnTo>
                  <a:lnTo>
                    <a:pt x="7448932" y="1644"/>
                  </a:lnTo>
                  <a:lnTo>
                    <a:pt x="7527584" y="1030"/>
                  </a:lnTo>
                  <a:lnTo>
                    <a:pt x="7592808" y="581"/>
                  </a:lnTo>
                  <a:lnTo>
                    <a:pt x="7641731" y="282"/>
                  </a:lnTo>
                  <a:lnTo>
                    <a:pt x="7673639" y="107"/>
                  </a:lnTo>
                  <a:lnTo>
                    <a:pt x="7690300" y="26"/>
                  </a:lnTo>
                  <a:lnTo>
                    <a:pt x="7695817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1" name="pl1081"/>
            <p:cNvSpPr/>
            <p:nvPr/>
          </p:nvSpPr>
          <p:spPr>
            <a:xfrm>
              <a:off x="546595" y="668789"/>
              <a:ext cx="8234974" cy="2656932"/>
            </a:xfrm>
            <a:custGeom>
              <a:avLst/>
              <a:pathLst>
                <a:path w="8234974" h="2656932">
                  <a:moveTo>
                    <a:pt x="8234974" y="0"/>
                  </a:moveTo>
                  <a:lnTo>
                    <a:pt x="7696237" y="0"/>
                  </a:lnTo>
                  <a:lnTo>
                    <a:pt x="7694935" y="5"/>
                  </a:lnTo>
                  <a:lnTo>
                    <a:pt x="7686439" y="44"/>
                  </a:lnTo>
                  <a:lnTo>
                    <a:pt x="7665261" y="151"/>
                  </a:lnTo>
                  <a:lnTo>
                    <a:pt x="7628004" y="362"/>
                  </a:lnTo>
                  <a:lnTo>
                    <a:pt x="7573695" y="707"/>
                  </a:lnTo>
                  <a:lnTo>
                    <a:pt x="7503795" y="1207"/>
                  </a:lnTo>
                  <a:lnTo>
                    <a:pt x="7421718" y="1875"/>
                  </a:lnTo>
                  <a:lnTo>
                    <a:pt x="7331947" y="2713"/>
                  </a:lnTo>
                  <a:lnTo>
                    <a:pt x="7239063" y="3718"/>
                  </a:lnTo>
                  <a:lnTo>
                    <a:pt x="7147001" y="4887"/>
                  </a:lnTo>
                  <a:lnTo>
                    <a:pt x="7058642" y="6218"/>
                  </a:lnTo>
                  <a:lnTo>
                    <a:pt x="6975755" y="7716"/>
                  </a:lnTo>
                  <a:lnTo>
                    <a:pt x="6899135" y="9392"/>
                  </a:lnTo>
                  <a:lnTo>
                    <a:pt x="6828842" y="11266"/>
                  </a:lnTo>
                  <a:lnTo>
                    <a:pt x="6764430" y="13366"/>
                  </a:lnTo>
                  <a:lnTo>
                    <a:pt x="6705144" y="15723"/>
                  </a:lnTo>
                  <a:lnTo>
                    <a:pt x="6650070" y="18377"/>
                  </a:lnTo>
                  <a:lnTo>
                    <a:pt x="6598241" y="21364"/>
                  </a:lnTo>
                  <a:lnTo>
                    <a:pt x="6548725" y="24719"/>
                  </a:lnTo>
                  <a:lnTo>
                    <a:pt x="6515891" y="27222"/>
                  </a:lnTo>
                  <a:lnTo>
                    <a:pt x="6463268" y="31688"/>
                  </a:lnTo>
                  <a:lnTo>
                    <a:pt x="6411147" y="36638"/>
                  </a:lnTo>
                  <a:lnTo>
                    <a:pt x="6358940" y="42078"/>
                  </a:lnTo>
                  <a:lnTo>
                    <a:pt x="6306258" y="47995"/>
                  </a:lnTo>
                  <a:lnTo>
                    <a:pt x="6252891" y="54355"/>
                  </a:lnTo>
                  <a:lnTo>
                    <a:pt x="6198781" y="61100"/>
                  </a:lnTo>
                  <a:lnTo>
                    <a:pt x="6144001" y="68152"/>
                  </a:lnTo>
                  <a:lnTo>
                    <a:pt x="6088730" y="75413"/>
                  </a:lnTo>
                  <a:lnTo>
                    <a:pt x="6033218" y="82773"/>
                  </a:lnTo>
                  <a:lnTo>
                    <a:pt x="5977749" y="90116"/>
                  </a:lnTo>
                  <a:lnTo>
                    <a:pt x="5922601" y="97325"/>
                  </a:lnTo>
                  <a:lnTo>
                    <a:pt x="5868008" y="104294"/>
                  </a:lnTo>
                  <a:lnTo>
                    <a:pt x="5814118" y="110931"/>
                  </a:lnTo>
                  <a:lnTo>
                    <a:pt x="5760969" y="117163"/>
                  </a:lnTo>
                  <a:lnTo>
                    <a:pt x="5708460" y="122940"/>
                  </a:lnTo>
                  <a:lnTo>
                    <a:pt x="5656328" y="128233"/>
                  </a:lnTo>
                  <a:lnTo>
                    <a:pt x="5604129" y="133037"/>
                  </a:lnTo>
                  <a:lnTo>
                    <a:pt x="5567201" y="136113"/>
                  </a:lnTo>
                  <a:lnTo>
                    <a:pt x="5518788" y="139726"/>
                  </a:lnTo>
                  <a:lnTo>
                    <a:pt x="5468630" y="142961"/>
                  </a:lnTo>
                  <a:lnTo>
                    <a:pt x="5415872" y="145838"/>
                  </a:lnTo>
                  <a:lnTo>
                    <a:pt x="5359560" y="148393"/>
                  </a:lnTo>
                  <a:lnTo>
                    <a:pt x="5298735" y="150665"/>
                  </a:lnTo>
                  <a:lnTo>
                    <a:pt x="5232519" y="152689"/>
                  </a:lnTo>
                  <a:lnTo>
                    <a:pt x="5160239" y="154498"/>
                  </a:lnTo>
                  <a:lnTo>
                    <a:pt x="5081586" y="156115"/>
                  </a:lnTo>
                  <a:lnTo>
                    <a:pt x="4996826" y="157559"/>
                  </a:lnTo>
                  <a:lnTo>
                    <a:pt x="4907044" y="158838"/>
                  </a:lnTo>
                  <a:lnTo>
                    <a:pt x="4814353" y="159955"/>
                  </a:lnTo>
                  <a:lnTo>
                    <a:pt x="4721991" y="160907"/>
                  </a:lnTo>
                  <a:lnTo>
                    <a:pt x="4634161" y="161691"/>
                  </a:lnTo>
                  <a:lnTo>
                    <a:pt x="4555509" y="162305"/>
                  </a:lnTo>
                  <a:lnTo>
                    <a:pt x="4490284" y="162754"/>
                  </a:lnTo>
                  <a:lnTo>
                    <a:pt x="4441361" y="163053"/>
                  </a:lnTo>
                  <a:lnTo>
                    <a:pt x="4409454" y="163228"/>
                  </a:lnTo>
                  <a:lnTo>
                    <a:pt x="4392793" y="163309"/>
                  </a:lnTo>
                  <a:lnTo>
                    <a:pt x="4387275" y="163334"/>
                  </a:lnTo>
                  <a:lnTo>
                    <a:pt x="4386855" y="163336"/>
                  </a:lnTo>
                  <a:lnTo>
                    <a:pt x="3848118" y="163336"/>
                  </a:lnTo>
                  <a:lnTo>
                    <a:pt x="3846923" y="163412"/>
                  </a:lnTo>
                  <a:lnTo>
                    <a:pt x="3839107" y="163955"/>
                  </a:lnTo>
                  <a:lnTo>
                    <a:pt x="3819563" y="165458"/>
                  </a:lnTo>
                  <a:lnTo>
                    <a:pt x="3785027" y="168409"/>
                  </a:lnTo>
                  <a:lnTo>
                    <a:pt x="3734376" y="173242"/>
                  </a:lnTo>
                  <a:lnTo>
                    <a:pt x="3668680" y="180282"/>
                  </a:lnTo>
                  <a:lnTo>
                    <a:pt x="3590837" y="189715"/>
                  </a:lnTo>
                  <a:lnTo>
                    <a:pt x="3504849" y="201600"/>
                  </a:lnTo>
                  <a:lnTo>
                    <a:pt x="3414970" y="215909"/>
                  </a:lnTo>
                  <a:lnTo>
                    <a:pt x="3324999" y="232583"/>
                  </a:lnTo>
                  <a:lnTo>
                    <a:pt x="3237857" y="251592"/>
                  </a:lnTo>
                  <a:lnTo>
                    <a:pt x="3155463" y="272972"/>
                  </a:lnTo>
                  <a:lnTo>
                    <a:pt x="3078819" y="296854"/>
                  </a:lnTo>
                  <a:lnTo>
                    <a:pt x="3008193" y="323470"/>
                  </a:lnTo>
                  <a:lnTo>
                    <a:pt x="2943330" y="353159"/>
                  </a:lnTo>
                  <a:lnTo>
                    <a:pt x="2883636" y="386351"/>
                  </a:lnTo>
                  <a:lnTo>
                    <a:pt x="2828325" y="423551"/>
                  </a:lnTo>
                  <a:lnTo>
                    <a:pt x="2776520" y="465300"/>
                  </a:lnTo>
                  <a:lnTo>
                    <a:pt x="2727341" y="512108"/>
                  </a:lnTo>
                  <a:lnTo>
                    <a:pt x="2679977" y="564333"/>
                  </a:lnTo>
                  <a:lnTo>
                    <a:pt x="2667772" y="578935"/>
                  </a:lnTo>
                  <a:lnTo>
                    <a:pt x="2630518" y="626332"/>
                  </a:lnTo>
                  <a:lnTo>
                    <a:pt x="2593619" y="677386"/>
                  </a:lnTo>
                  <a:lnTo>
                    <a:pt x="2556830" y="732170"/>
                  </a:lnTo>
                  <a:lnTo>
                    <a:pt x="2519966" y="790691"/>
                  </a:lnTo>
                  <a:lnTo>
                    <a:pt x="2482889" y="852882"/>
                  </a:lnTo>
                  <a:lnTo>
                    <a:pt x="2445506" y="918594"/>
                  </a:lnTo>
                  <a:lnTo>
                    <a:pt x="2407764" y="987594"/>
                  </a:lnTo>
                  <a:lnTo>
                    <a:pt x="2369649" y="1059564"/>
                  </a:lnTo>
                  <a:lnTo>
                    <a:pt x="2331177" y="1134101"/>
                  </a:lnTo>
                  <a:lnTo>
                    <a:pt x="2292397" y="1210730"/>
                  </a:lnTo>
                  <a:lnTo>
                    <a:pt x="2253376" y="1288908"/>
                  </a:lnTo>
                  <a:lnTo>
                    <a:pt x="2214203" y="1368044"/>
                  </a:lnTo>
                  <a:lnTo>
                    <a:pt x="2174977" y="1447515"/>
                  </a:lnTo>
                  <a:lnTo>
                    <a:pt x="2135798" y="1526688"/>
                  </a:lnTo>
                  <a:lnTo>
                    <a:pt x="2096766" y="1604940"/>
                  </a:lnTo>
                  <a:lnTo>
                    <a:pt x="2057969" y="1681676"/>
                  </a:lnTo>
                  <a:lnTo>
                    <a:pt x="2019477" y="1756351"/>
                  </a:lnTo>
                  <a:lnTo>
                    <a:pt x="1981340" y="1828485"/>
                  </a:lnTo>
                  <a:lnTo>
                    <a:pt x="1943576" y="1897671"/>
                  </a:lnTo>
                  <a:lnTo>
                    <a:pt x="1906173" y="1963586"/>
                  </a:lnTo>
                  <a:lnTo>
                    <a:pt x="1869080" y="2025990"/>
                  </a:lnTo>
                  <a:lnTo>
                    <a:pt x="1832207" y="2084732"/>
                  </a:lnTo>
                  <a:lnTo>
                    <a:pt x="1795418" y="2139738"/>
                  </a:lnTo>
                  <a:lnTo>
                    <a:pt x="1758532" y="2191012"/>
                  </a:lnTo>
                  <a:lnTo>
                    <a:pt x="1721307" y="2238622"/>
                  </a:lnTo>
                  <a:lnTo>
                    <a:pt x="1719082" y="2241333"/>
                  </a:lnTo>
                  <a:lnTo>
                    <a:pt x="1672078" y="2294999"/>
                  </a:lnTo>
                  <a:lnTo>
                    <a:pt x="1623448" y="2343203"/>
                  </a:lnTo>
                  <a:lnTo>
                    <a:pt x="1572416" y="2386233"/>
                  </a:lnTo>
                  <a:lnTo>
                    <a:pt x="1518109" y="2424573"/>
                  </a:lnTo>
                  <a:lnTo>
                    <a:pt x="1459646" y="2458765"/>
                  </a:lnTo>
                  <a:lnTo>
                    <a:pt x="1396206" y="2489327"/>
                  </a:lnTo>
                  <a:lnTo>
                    <a:pt x="1327132" y="2516712"/>
                  </a:lnTo>
                  <a:lnTo>
                    <a:pt x="1252065" y="2541284"/>
                  </a:lnTo>
                  <a:lnTo>
                    <a:pt x="1171115" y="2563303"/>
                  </a:lnTo>
                  <a:lnTo>
                    <a:pt x="1085073" y="2582926"/>
                  </a:lnTo>
                  <a:lnTo>
                    <a:pt x="995601" y="2600214"/>
                  </a:lnTo>
                  <a:lnTo>
                    <a:pt x="905361" y="2615148"/>
                  </a:lnTo>
                  <a:lnTo>
                    <a:pt x="817950" y="2627674"/>
                  </a:lnTo>
                  <a:lnTo>
                    <a:pt x="737560" y="2637749"/>
                  </a:lnTo>
                  <a:lnTo>
                    <a:pt x="668339" y="2645403"/>
                  </a:lnTo>
                  <a:lnTo>
                    <a:pt x="613555" y="2650789"/>
                  </a:lnTo>
                  <a:lnTo>
                    <a:pt x="574811" y="2654195"/>
                  </a:lnTo>
                  <a:lnTo>
                    <a:pt x="551570" y="2656032"/>
                  </a:lnTo>
                  <a:lnTo>
                    <a:pt x="541103" y="2656778"/>
                  </a:lnTo>
                  <a:lnTo>
                    <a:pt x="538759" y="2656931"/>
                  </a:lnTo>
                  <a:lnTo>
                    <a:pt x="538736" y="2656932"/>
                  </a:lnTo>
                  <a:lnTo>
                    <a:pt x="0" y="2656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2" name="pg1082"/>
            <p:cNvSpPr/>
            <p:nvPr/>
          </p:nvSpPr>
          <p:spPr>
            <a:xfrm>
              <a:off x="546595" y="859347"/>
              <a:ext cx="8234974" cy="2477263"/>
            </a:xfrm>
            <a:custGeom>
              <a:avLst/>
              <a:pathLst>
                <a:path w="8234974" h="2477263">
                  <a:moveTo>
                    <a:pt x="0" y="2477263"/>
                  </a:moveTo>
                  <a:lnTo>
                    <a:pt x="538736" y="2477263"/>
                  </a:lnTo>
                  <a:lnTo>
                    <a:pt x="539933" y="2477187"/>
                  </a:lnTo>
                  <a:lnTo>
                    <a:pt x="547760" y="2476647"/>
                  </a:lnTo>
                  <a:lnTo>
                    <a:pt x="567330" y="2475156"/>
                  </a:lnTo>
                  <a:lnTo>
                    <a:pt x="601909" y="2472226"/>
                  </a:lnTo>
                  <a:lnTo>
                    <a:pt x="652619" y="2467428"/>
                  </a:lnTo>
                  <a:lnTo>
                    <a:pt x="718383" y="2460441"/>
                  </a:lnTo>
                  <a:lnTo>
                    <a:pt x="796295" y="2451078"/>
                  </a:lnTo>
                  <a:lnTo>
                    <a:pt x="882346" y="2439283"/>
                  </a:lnTo>
                  <a:lnTo>
                    <a:pt x="972275" y="2425082"/>
                  </a:lnTo>
                  <a:lnTo>
                    <a:pt x="1062283" y="2408535"/>
                  </a:lnTo>
                  <a:lnTo>
                    <a:pt x="1149447" y="2389671"/>
                  </a:lnTo>
                  <a:lnTo>
                    <a:pt x="1231850" y="2368454"/>
                  </a:lnTo>
                  <a:lnTo>
                    <a:pt x="1308495" y="2344754"/>
                  </a:lnTo>
                  <a:lnTo>
                    <a:pt x="1379116" y="2318339"/>
                  </a:lnTo>
                  <a:lnTo>
                    <a:pt x="1443972" y="2288873"/>
                  </a:lnTo>
                  <a:lnTo>
                    <a:pt x="1503659" y="2255928"/>
                  </a:lnTo>
                  <a:lnTo>
                    <a:pt x="1558966" y="2219001"/>
                  </a:lnTo>
                  <a:lnTo>
                    <a:pt x="1610770" y="2177556"/>
                  </a:lnTo>
                  <a:lnTo>
                    <a:pt x="1659953" y="2131088"/>
                  </a:lnTo>
                  <a:lnTo>
                    <a:pt x="1707326" y="2079244"/>
                  </a:lnTo>
                  <a:lnTo>
                    <a:pt x="1719082" y="2065293"/>
                  </a:lnTo>
                  <a:lnTo>
                    <a:pt x="1756459" y="2018149"/>
                  </a:lnTo>
                  <a:lnTo>
                    <a:pt x="1793479" y="1967355"/>
                  </a:lnTo>
                  <a:lnTo>
                    <a:pt x="1830389" y="1912839"/>
                  </a:lnTo>
                  <a:lnTo>
                    <a:pt x="1867377" y="1854594"/>
                  </a:lnTo>
                  <a:lnTo>
                    <a:pt x="1904581" y="1792689"/>
                  </a:lnTo>
                  <a:lnTo>
                    <a:pt x="1942094" y="1727274"/>
                  </a:lnTo>
                  <a:lnTo>
                    <a:pt x="1979968" y="1658583"/>
                  </a:lnTo>
                  <a:lnTo>
                    <a:pt x="2018219" y="1586938"/>
                  </a:lnTo>
                  <a:lnTo>
                    <a:pt x="2056827" y="1512742"/>
                  </a:lnTo>
                  <a:lnTo>
                    <a:pt x="2095745" y="1436475"/>
                  </a:lnTo>
                  <a:lnTo>
                    <a:pt x="2134901" y="1358680"/>
                  </a:lnTo>
                  <a:lnTo>
                    <a:pt x="2174207" y="1279952"/>
                  </a:lnTo>
                  <a:lnTo>
                    <a:pt x="2213564" y="1200914"/>
                  </a:lnTo>
                  <a:lnTo>
                    <a:pt x="2252868" y="1122201"/>
                  </a:lnTo>
                  <a:lnTo>
                    <a:pt x="2292019" y="1044436"/>
                  </a:lnTo>
                  <a:lnTo>
                    <a:pt x="2330931" y="968211"/>
                  </a:lnTo>
                  <a:lnTo>
                    <a:pt x="2369531" y="894069"/>
                  </a:lnTo>
                  <a:lnTo>
                    <a:pt x="2407773" y="822488"/>
                  </a:lnTo>
                  <a:lnTo>
                    <a:pt x="2445639" y="753870"/>
                  </a:lnTo>
                  <a:lnTo>
                    <a:pt x="2483144" y="688535"/>
                  </a:lnTo>
                  <a:lnTo>
                    <a:pt x="2520341" y="626714"/>
                  </a:lnTo>
                  <a:lnTo>
                    <a:pt x="2557325" y="568555"/>
                  </a:lnTo>
                  <a:lnTo>
                    <a:pt x="2594236" y="514126"/>
                  </a:lnTo>
                  <a:lnTo>
                    <a:pt x="2631261" y="463419"/>
                  </a:lnTo>
                  <a:lnTo>
                    <a:pt x="2667772" y="417414"/>
                  </a:lnTo>
                  <a:lnTo>
                    <a:pt x="2714800" y="364192"/>
                  </a:lnTo>
                  <a:lnTo>
                    <a:pt x="2763454" y="316390"/>
                  </a:lnTo>
                  <a:lnTo>
                    <a:pt x="2814515" y="273721"/>
                  </a:lnTo>
                  <a:lnTo>
                    <a:pt x="2868853" y="235705"/>
                  </a:lnTo>
                  <a:lnTo>
                    <a:pt x="2927354" y="201804"/>
                  </a:lnTo>
                  <a:lnTo>
                    <a:pt x="2990839" y="171503"/>
                  </a:lnTo>
                  <a:lnTo>
                    <a:pt x="3059965" y="144353"/>
                  </a:lnTo>
                  <a:lnTo>
                    <a:pt x="3135090" y="119994"/>
                  </a:lnTo>
                  <a:lnTo>
                    <a:pt x="3216101" y="98166"/>
                  </a:lnTo>
                  <a:lnTo>
                    <a:pt x="3302205" y="78716"/>
                  </a:lnTo>
                  <a:lnTo>
                    <a:pt x="3391731" y="61583"/>
                  </a:lnTo>
                  <a:lnTo>
                    <a:pt x="3482009" y="46784"/>
                  </a:lnTo>
                  <a:lnTo>
                    <a:pt x="3569433" y="34377"/>
                  </a:lnTo>
                  <a:lnTo>
                    <a:pt x="3649802" y="24401"/>
                  </a:lnTo>
                  <a:lnTo>
                    <a:pt x="3718965" y="16826"/>
                  </a:lnTo>
                  <a:lnTo>
                    <a:pt x="3773659" y="11501"/>
                  </a:lnTo>
                  <a:lnTo>
                    <a:pt x="3812294" y="8137"/>
                  </a:lnTo>
                  <a:lnTo>
                    <a:pt x="3835425" y="6326"/>
                  </a:lnTo>
                  <a:lnTo>
                    <a:pt x="3845801" y="559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3"/>
                  </a:lnTo>
                  <a:lnTo>
                    <a:pt x="4396647" y="5516"/>
                  </a:lnTo>
                  <a:lnTo>
                    <a:pt x="4417812" y="5692"/>
                  </a:lnTo>
                  <a:lnTo>
                    <a:pt x="4455047" y="6036"/>
                  </a:lnTo>
                  <a:lnTo>
                    <a:pt x="4509328" y="6599"/>
                  </a:lnTo>
                  <a:lnTo>
                    <a:pt x="4579195" y="7415"/>
                  </a:lnTo>
                  <a:lnTo>
                    <a:pt x="4661240" y="8506"/>
                  </a:lnTo>
                  <a:lnTo>
                    <a:pt x="4750983" y="9873"/>
                  </a:lnTo>
                  <a:lnTo>
                    <a:pt x="4843844" y="11515"/>
                  </a:lnTo>
                  <a:lnTo>
                    <a:pt x="4935891" y="13422"/>
                  </a:lnTo>
                  <a:lnTo>
                    <a:pt x="5024241" y="15595"/>
                  </a:lnTo>
                  <a:lnTo>
                    <a:pt x="5107126" y="18040"/>
                  </a:lnTo>
                  <a:lnTo>
                    <a:pt x="5183746" y="20777"/>
                  </a:lnTo>
                  <a:lnTo>
                    <a:pt x="5254042" y="23836"/>
                  </a:lnTo>
                  <a:lnTo>
                    <a:pt x="5318458" y="27263"/>
                  </a:lnTo>
                  <a:lnTo>
                    <a:pt x="5377746" y="31112"/>
                  </a:lnTo>
                  <a:lnTo>
                    <a:pt x="5432821" y="35443"/>
                  </a:lnTo>
                  <a:lnTo>
                    <a:pt x="5484650" y="40320"/>
                  </a:lnTo>
                  <a:lnTo>
                    <a:pt x="5534163" y="45794"/>
                  </a:lnTo>
                  <a:lnTo>
                    <a:pt x="5567201" y="49908"/>
                  </a:lnTo>
                  <a:lnTo>
                    <a:pt x="5619545" y="57160"/>
                  </a:lnTo>
                  <a:lnTo>
                    <a:pt x="5671388" y="65196"/>
                  </a:lnTo>
                  <a:lnTo>
                    <a:pt x="5723312" y="74023"/>
                  </a:lnTo>
                  <a:lnTo>
                    <a:pt x="5775700" y="83623"/>
                  </a:lnTo>
                  <a:lnTo>
                    <a:pt x="5828764" y="93939"/>
                  </a:lnTo>
                  <a:lnTo>
                    <a:pt x="5882564" y="104880"/>
                  </a:lnTo>
                  <a:lnTo>
                    <a:pt x="5937030" y="116321"/>
                  </a:lnTo>
                  <a:lnTo>
                    <a:pt x="5991990" y="128107"/>
                  </a:lnTo>
                  <a:lnTo>
                    <a:pt x="6047201" y="140061"/>
                  </a:lnTo>
                  <a:lnTo>
                    <a:pt x="6102382" y="151996"/>
                  </a:lnTo>
                  <a:lnTo>
                    <a:pt x="6157259" y="163725"/>
                  </a:lnTo>
                  <a:lnTo>
                    <a:pt x="6211600" y="175076"/>
                  </a:lnTo>
                  <a:lnTo>
                    <a:pt x="6265251" y="185898"/>
                  </a:lnTo>
                  <a:lnTo>
                    <a:pt x="6318167" y="196073"/>
                  </a:lnTo>
                  <a:lnTo>
                    <a:pt x="6370438" y="205518"/>
                  </a:lnTo>
                  <a:lnTo>
                    <a:pt x="6422308" y="214184"/>
                  </a:lnTo>
                  <a:lnTo>
                    <a:pt x="6474199" y="222057"/>
                  </a:lnTo>
                  <a:lnTo>
                    <a:pt x="6515891" y="227763"/>
                  </a:lnTo>
                  <a:lnTo>
                    <a:pt x="6564293" y="233663"/>
                  </a:lnTo>
                  <a:lnTo>
                    <a:pt x="6614440" y="238946"/>
                  </a:lnTo>
                  <a:lnTo>
                    <a:pt x="6667185" y="243645"/>
                  </a:lnTo>
                  <a:lnTo>
                    <a:pt x="6723480" y="247817"/>
                  </a:lnTo>
                  <a:lnTo>
                    <a:pt x="6784287" y="251527"/>
                  </a:lnTo>
                  <a:lnTo>
                    <a:pt x="6850481" y="254833"/>
                  </a:lnTo>
                  <a:lnTo>
                    <a:pt x="6922737" y="257787"/>
                  </a:lnTo>
                  <a:lnTo>
                    <a:pt x="7001362" y="260429"/>
                  </a:lnTo>
                  <a:lnTo>
                    <a:pt x="7086092" y="262787"/>
                  </a:lnTo>
                  <a:lnTo>
                    <a:pt x="7175846" y="264876"/>
                  </a:lnTo>
                  <a:lnTo>
                    <a:pt x="7268513" y="266701"/>
                  </a:lnTo>
                  <a:lnTo>
                    <a:pt x="7360859" y="268256"/>
                  </a:lnTo>
                  <a:lnTo>
                    <a:pt x="7448690" y="269537"/>
                  </a:lnTo>
                  <a:lnTo>
                    <a:pt x="7527359" y="270540"/>
                  </a:lnTo>
                  <a:lnTo>
                    <a:pt x="7592617" y="271274"/>
                  </a:lnTo>
                  <a:lnTo>
                    <a:pt x="7641588" y="271764"/>
                  </a:lnTo>
                  <a:lnTo>
                    <a:pt x="7673549" y="272049"/>
                  </a:lnTo>
                  <a:lnTo>
                    <a:pt x="7690259" y="272183"/>
                  </a:lnTo>
                  <a:lnTo>
                    <a:pt x="7695810" y="272223"/>
                  </a:lnTo>
                  <a:lnTo>
                    <a:pt x="7696237" y="272226"/>
                  </a:lnTo>
                  <a:lnTo>
                    <a:pt x="8234974" y="272226"/>
                  </a:lnTo>
                  <a:lnTo>
                    <a:pt x="8234974" y="266782"/>
                  </a:lnTo>
                  <a:lnTo>
                    <a:pt x="7696237" y="266782"/>
                  </a:lnTo>
                  <a:lnTo>
                    <a:pt x="7694936" y="266773"/>
                  </a:lnTo>
                  <a:lnTo>
                    <a:pt x="7686445" y="266709"/>
                  </a:lnTo>
                  <a:lnTo>
                    <a:pt x="7665280" y="266534"/>
                  </a:lnTo>
                  <a:lnTo>
                    <a:pt x="7628045" y="266189"/>
                  </a:lnTo>
                  <a:lnTo>
                    <a:pt x="7573764" y="265627"/>
                  </a:lnTo>
                  <a:lnTo>
                    <a:pt x="7503897" y="264810"/>
                  </a:lnTo>
                  <a:lnTo>
                    <a:pt x="7421853" y="263720"/>
                  </a:lnTo>
                  <a:lnTo>
                    <a:pt x="7332110" y="262352"/>
                  </a:lnTo>
                  <a:lnTo>
                    <a:pt x="7239249" y="260711"/>
                  </a:lnTo>
                  <a:lnTo>
                    <a:pt x="7147202" y="258803"/>
                  </a:lnTo>
                  <a:lnTo>
                    <a:pt x="7058851" y="256631"/>
                  </a:lnTo>
                  <a:lnTo>
                    <a:pt x="6975967" y="254186"/>
                  </a:lnTo>
                  <a:lnTo>
                    <a:pt x="6899347" y="251449"/>
                  </a:lnTo>
                  <a:lnTo>
                    <a:pt x="6829051" y="248389"/>
                  </a:lnTo>
                  <a:lnTo>
                    <a:pt x="6764635" y="244962"/>
                  </a:lnTo>
                  <a:lnTo>
                    <a:pt x="6705346" y="241114"/>
                  </a:lnTo>
                  <a:lnTo>
                    <a:pt x="6650271" y="236783"/>
                  </a:lnTo>
                  <a:lnTo>
                    <a:pt x="6598443" y="231906"/>
                  </a:lnTo>
                  <a:lnTo>
                    <a:pt x="6548929" y="226432"/>
                  </a:lnTo>
                  <a:lnTo>
                    <a:pt x="6515891" y="222318"/>
                  </a:lnTo>
                  <a:lnTo>
                    <a:pt x="6463547" y="215065"/>
                  </a:lnTo>
                  <a:lnTo>
                    <a:pt x="6411705" y="207030"/>
                  </a:lnTo>
                  <a:lnTo>
                    <a:pt x="6359781" y="198202"/>
                  </a:lnTo>
                  <a:lnTo>
                    <a:pt x="6307392" y="188603"/>
                  </a:lnTo>
                  <a:lnTo>
                    <a:pt x="6254328" y="178287"/>
                  </a:lnTo>
                  <a:lnTo>
                    <a:pt x="6200529" y="167346"/>
                  </a:lnTo>
                  <a:lnTo>
                    <a:pt x="6146063" y="155905"/>
                  </a:lnTo>
                  <a:lnTo>
                    <a:pt x="6091102" y="144119"/>
                  </a:lnTo>
                  <a:lnTo>
                    <a:pt x="6035892" y="132165"/>
                  </a:lnTo>
                  <a:lnTo>
                    <a:pt x="5980710" y="120230"/>
                  </a:lnTo>
                  <a:lnTo>
                    <a:pt x="5925833" y="108501"/>
                  </a:lnTo>
                  <a:lnTo>
                    <a:pt x="5871492" y="97150"/>
                  </a:lnTo>
                  <a:lnTo>
                    <a:pt x="5817842" y="86328"/>
                  </a:lnTo>
                  <a:lnTo>
                    <a:pt x="5764925" y="76153"/>
                  </a:lnTo>
                  <a:lnTo>
                    <a:pt x="5712655" y="66708"/>
                  </a:lnTo>
                  <a:lnTo>
                    <a:pt x="5660784" y="58042"/>
                  </a:lnTo>
                  <a:lnTo>
                    <a:pt x="5608894" y="50168"/>
                  </a:lnTo>
                  <a:lnTo>
                    <a:pt x="5567201" y="44463"/>
                  </a:lnTo>
                  <a:lnTo>
                    <a:pt x="5518799" y="38562"/>
                  </a:lnTo>
                  <a:lnTo>
                    <a:pt x="5468653" y="33280"/>
                  </a:lnTo>
                  <a:lnTo>
                    <a:pt x="5415908" y="28581"/>
                  </a:lnTo>
                  <a:lnTo>
                    <a:pt x="5359612" y="24409"/>
                  </a:lnTo>
                  <a:lnTo>
                    <a:pt x="5298805" y="20699"/>
                  </a:lnTo>
                  <a:lnTo>
                    <a:pt x="5232611" y="17393"/>
                  </a:lnTo>
                  <a:lnTo>
                    <a:pt x="5160356" y="14439"/>
                  </a:lnTo>
                  <a:lnTo>
                    <a:pt x="5081731" y="11797"/>
                  </a:lnTo>
                  <a:lnTo>
                    <a:pt x="4997001" y="9439"/>
                  </a:lnTo>
                  <a:lnTo>
                    <a:pt x="4907247" y="7350"/>
                  </a:lnTo>
                  <a:lnTo>
                    <a:pt x="4814580" y="5525"/>
                  </a:lnTo>
                  <a:lnTo>
                    <a:pt x="4722233" y="3969"/>
                  </a:lnTo>
                  <a:lnTo>
                    <a:pt x="4634403" y="2688"/>
                  </a:lnTo>
                  <a:lnTo>
                    <a:pt x="4555734" y="1685"/>
                  </a:lnTo>
                  <a:lnTo>
                    <a:pt x="4490475" y="951"/>
                  </a:lnTo>
                  <a:lnTo>
                    <a:pt x="4441504" y="462"/>
                  </a:lnTo>
                  <a:lnTo>
                    <a:pt x="4409543" y="177"/>
                  </a:lnTo>
                  <a:lnTo>
                    <a:pt x="4392834" y="43"/>
                  </a:lnTo>
                  <a:lnTo>
                    <a:pt x="438728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4" y="615"/>
                  </a:lnTo>
                  <a:lnTo>
                    <a:pt x="3819524" y="2106"/>
                  </a:lnTo>
                  <a:lnTo>
                    <a:pt x="3784945" y="5036"/>
                  </a:lnTo>
                  <a:lnTo>
                    <a:pt x="3734235" y="9834"/>
                  </a:lnTo>
                  <a:lnTo>
                    <a:pt x="3668471" y="16821"/>
                  </a:lnTo>
                  <a:lnTo>
                    <a:pt x="3590560" y="26184"/>
                  </a:lnTo>
                  <a:lnTo>
                    <a:pt x="3504509" y="37980"/>
                  </a:lnTo>
                  <a:lnTo>
                    <a:pt x="3414579" y="52180"/>
                  </a:lnTo>
                  <a:lnTo>
                    <a:pt x="3324572" y="68727"/>
                  </a:lnTo>
                  <a:lnTo>
                    <a:pt x="3237408" y="87591"/>
                  </a:lnTo>
                  <a:lnTo>
                    <a:pt x="3155005" y="108808"/>
                  </a:lnTo>
                  <a:lnTo>
                    <a:pt x="3078360" y="132508"/>
                  </a:lnTo>
                  <a:lnTo>
                    <a:pt x="3007738" y="158923"/>
                  </a:lnTo>
                  <a:lnTo>
                    <a:pt x="2942882" y="188389"/>
                  </a:lnTo>
                  <a:lnTo>
                    <a:pt x="2883196" y="221335"/>
                  </a:lnTo>
                  <a:lnTo>
                    <a:pt x="2827889" y="258261"/>
                  </a:lnTo>
                  <a:lnTo>
                    <a:pt x="2776084" y="299706"/>
                  </a:lnTo>
                  <a:lnTo>
                    <a:pt x="2726901" y="346174"/>
                  </a:lnTo>
                  <a:lnTo>
                    <a:pt x="2679528" y="398018"/>
                  </a:lnTo>
                  <a:lnTo>
                    <a:pt x="2667772" y="411969"/>
                  </a:lnTo>
                  <a:lnTo>
                    <a:pt x="2630396" y="459113"/>
                  </a:lnTo>
                  <a:lnTo>
                    <a:pt x="2593375" y="509907"/>
                  </a:lnTo>
                  <a:lnTo>
                    <a:pt x="2556465" y="564423"/>
                  </a:lnTo>
                  <a:lnTo>
                    <a:pt x="2519478" y="622668"/>
                  </a:lnTo>
                  <a:lnTo>
                    <a:pt x="2482274" y="684573"/>
                  </a:lnTo>
                  <a:lnTo>
                    <a:pt x="2444761" y="749988"/>
                  </a:lnTo>
                  <a:lnTo>
                    <a:pt x="2406886" y="818679"/>
                  </a:lnTo>
                  <a:lnTo>
                    <a:pt x="2368635" y="890324"/>
                  </a:lnTo>
                  <a:lnTo>
                    <a:pt x="2330027" y="964520"/>
                  </a:lnTo>
                  <a:lnTo>
                    <a:pt x="2291110" y="1040788"/>
                  </a:lnTo>
                  <a:lnTo>
                    <a:pt x="2251953" y="1118582"/>
                  </a:lnTo>
                  <a:lnTo>
                    <a:pt x="2212647" y="1197310"/>
                  </a:lnTo>
                  <a:lnTo>
                    <a:pt x="2173291" y="1276348"/>
                  </a:lnTo>
                  <a:lnTo>
                    <a:pt x="2133987" y="1355061"/>
                  </a:lnTo>
                  <a:lnTo>
                    <a:pt x="2094835" y="1432826"/>
                  </a:lnTo>
                  <a:lnTo>
                    <a:pt x="2055924" y="1509051"/>
                  </a:lnTo>
                  <a:lnTo>
                    <a:pt x="2017324" y="1583193"/>
                  </a:lnTo>
                  <a:lnTo>
                    <a:pt x="1979082" y="1654774"/>
                  </a:lnTo>
                  <a:lnTo>
                    <a:pt x="1941216" y="1723392"/>
                  </a:lnTo>
                  <a:lnTo>
                    <a:pt x="1903711" y="1788728"/>
                  </a:lnTo>
                  <a:lnTo>
                    <a:pt x="1866513" y="1850548"/>
                  </a:lnTo>
                  <a:lnTo>
                    <a:pt x="1829529" y="1908707"/>
                  </a:lnTo>
                  <a:lnTo>
                    <a:pt x="1792619" y="1963136"/>
                  </a:lnTo>
                  <a:lnTo>
                    <a:pt x="1755593" y="2013843"/>
                  </a:lnTo>
                  <a:lnTo>
                    <a:pt x="1719082" y="2059848"/>
                  </a:lnTo>
                  <a:lnTo>
                    <a:pt x="1672055" y="2113070"/>
                  </a:lnTo>
                  <a:lnTo>
                    <a:pt x="1623401" y="2160872"/>
                  </a:lnTo>
                  <a:lnTo>
                    <a:pt x="1572340" y="2203541"/>
                  </a:lnTo>
                  <a:lnTo>
                    <a:pt x="1518001" y="2241557"/>
                  </a:lnTo>
                  <a:lnTo>
                    <a:pt x="1459500" y="2275458"/>
                  </a:lnTo>
                  <a:lnTo>
                    <a:pt x="1396015" y="2305759"/>
                  </a:lnTo>
                  <a:lnTo>
                    <a:pt x="1326890" y="2332909"/>
                  </a:lnTo>
                  <a:lnTo>
                    <a:pt x="1251765" y="2357268"/>
                  </a:lnTo>
                  <a:lnTo>
                    <a:pt x="1170754" y="2379096"/>
                  </a:lnTo>
                  <a:lnTo>
                    <a:pt x="1084650" y="2398546"/>
                  </a:lnTo>
                  <a:lnTo>
                    <a:pt x="995124" y="2415679"/>
                  </a:lnTo>
                  <a:lnTo>
                    <a:pt x="904845" y="2430478"/>
                  </a:lnTo>
                  <a:lnTo>
                    <a:pt x="817421" y="2442885"/>
                  </a:lnTo>
                  <a:lnTo>
                    <a:pt x="737053" y="2452861"/>
                  </a:lnTo>
                  <a:lnTo>
                    <a:pt x="667889" y="2460436"/>
                  </a:lnTo>
                  <a:lnTo>
                    <a:pt x="613195" y="2465761"/>
                  </a:lnTo>
                  <a:lnTo>
                    <a:pt x="574561" y="2469125"/>
                  </a:lnTo>
                  <a:lnTo>
                    <a:pt x="551430" y="2470936"/>
                  </a:lnTo>
                  <a:lnTo>
                    <a:pt x="541054" y="2471669"/>
                  </a:lnTo>
                  <a:lnTo>
                    <a:pt x="538736" y="2471818"/>
                  </a:lnTo>
                  <a:lnTo>
                    <a:pt x="0" y="247181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83" name="pl1083"/>
            <p:cNvSpPr/>
            <p:nvPr/>
          </p:nvSpPr>
          <p:spPr>
            <a:xfrm>
              <a:off x="546595" y="864792"/>
              <a:ext cx="8234974" cy="2471818"/>
            </a:xfrm>
            <a:custGeom>
              <a:avLst/>
              <a:pathLst>
                <a:path w="8234974" h="2471818">
                  <a:moveTo>
                    <a:pt x="0" y="2471818"/>
                  </a:moveTo>
                  <a:lnTo>
                    <a:pt x="538736" y="2471818"/>
                  </a:lnTo>
                  <a:lnTo>
                    <a:pt x="539933" y="2471742"/>
                  </a:lnTo>
                  <a:lnTo>
                    <a:pt x="547760" y="2471203"/>
                  </a:lnTo>
                  <a:lnTo>
                    <a:pt x="567330" y="2469711"/>
                  </a:lnTo>
                  <a:lnTo>
                    <a:pt x="601909" y="2466781"/>
                  </a:lnTo>
                  <a:lnTo>
                    <a:pt x="652619" y="2461984"/>
                  </a:lnTo>
                  <a:lnTo>
                    <a:pt x="718383" y="2454996"/>
                  </a:lnTo>
                  <a:lnTo>
                    <a:pt x="796295" y="2445634"/>
                  </a:lnTo>
                  <a:lnTo>
                    <a:pt x="882346" y="2433838"/>
                  </a:lnTo>
                  <a:lnTo>
                    <a:pt x="972275" y="2419638"/>
                  </a:lnTo>
                  <a:lnTo>
                    <a:pt x="1062283" y="2403090"/>
                  </a:lnTo>
                  <a:lnTo>
                    <a:pt x="1149447" y="2384227"/>
                  </a:lnTo>
                  <a:lnTo>
                    <a:pt x="1231850" y="2363010"/>
                  </a:lnTo>
                  <a:lnTo>
                    <a:pt x="1308495" y="2339310"/>
                  </a:lnTo>
                  <a:lnTo>
                    <a:pt x="1379116" y="2312895"/>
                  </a:lnTo>
                  <a:lnTo>
                    <a:pt x="1443972" y="2283428"/>
                  </a:lnTo>
                  <a:lnTo>
                    <a:pt x="1503659" y="2250483"/>
                  </a:lnTo>
                  <a:lnTo>
                    <a:pt x="1558966" y="2213556"/>
                  </a:lnTo>
                  <a:lnTo>
                    <a:pt x="1610770" y="2172112"/>
                  </a:lnTo>
                  <a:lnTo>
                    <a:pt x="1659953" y="2125644"/>
                  </a:lnTo>
                  <a:lnTo>
                    <a:pt x="1707326" y="2073799"/>
                  </a:lnTo>
                  <a:lnTo>
                    <a:pt x="1719082" y="2059848"/>
                  </a:lnTo>
                  <a:lnTo>
                    <a:pt x="1756459" y="2012704"/>
                  </a:lnTo>
                  <a:lnTo>
                    <a:pt x="1793479" y="1961910"/>
                  </a:lnTo>
                  <a:lnTo>
                    <a:pt x="1830389" y="1907394"/>
                  </a:lnTo>
                  <a:lnTo>
                    <a:pt x="1867377" y="1849150"/>
                  </a:lnTo>
                  <a:lnTo>
                    <a:pt x="1904581" y="1787245"/>
                  </a:lnTo>
                  <a:lnTo>
                    <a:pt x="1942094" y="1721829"/>
                  </a:lnTo>
                  <a:lnTo>
                    <a:pt x="1979968" y="1653139"/>
                  </a:lnTo>
                  <a:lnTo>
                    <a:pt x="2018219" y="1581493"/>
                  </a:lnTo>
                  <a:lnTo>
                    <a:pt x="2056827" y="1507297"/>
                  </a:lnTo>
                  <a:lnTo>
                    <a:pt x="2095745" y="1431030"/>
                  </a:lnTo>
                  <a:lnTo>
                    <a:pt x="2134901" y="1353236"/>
                  </a:lnTo>
                  <a:lnTo>
                    <a:pt x="2174207" y="1274508"/>
                  </a:lnTo>
                  <a:lnTo>
                    <a:pt x="2213564" y="1195470"/>
                  </a:lnTo>
                  <a:lnTo>
                    <a:pt x="2252868" y="1116757"/>
                  </a:lnTo>
                  <a:lnTo>
                    <a:pt x="2292019" y="1038991"/>
                  </a:lnTo>
                  <a:lnTo>
                    <a:pt x="2330931" y="962766"/>
                  </a:lnTo>
                  <a:lnTo>
                    <a:pt x="2369531" y="888624"/>
                  </a:lnTo>
                  <a:lnTo>
                    <a:pt x="2407773" y="817043"/>
                  </a:lnTo>
                  <a:lnTo>
                    <a:pt x="2445639" y="748426"/>
                  </a:lnTo>
                  <a:lnTo>
                    <a:pt x="2483144" y="683090"/>
                  </a:lnTo>
                  <a:lnTo>
                    <a:pt x="2520341" y="621269"/>
                  </a:lnTo>
                  <a:lnTo>
                    <a:pt x="2557325" y="563111"/>
                  </a:lnTo>
                  <a:lnTo>
                    <a:pt x="2594236" y="508682"/>
                  </a:lnTo>
                  <a:lnTo>
                    <a:pt x="2631261" y="457974"/>
                  </a:lnTo>
                  <a:lnTo>
                    <a:pt x="2667772" y="411969"/>
                  </a:lnTo>
                  <a:lnTo>
                    <a:pt x="2714800" y="358747"/>
                  </a:lnTo>
                  <a:lnTo>
                    <a:pt x="2763454" y="310946"/>
                  </a:lnTo>
                  <a:lnTo>
                    <a:pt x="2814515" y="268277"/>
                  </a:lnTo>
                  <a:lnTo>
                    <a:pt x="2868853" y="230261"/>
                  </a:lnTo>
                  <a:lnTo>
                    <a:pt x="2927354" y="196360"/>
                  </a:lnTo>
                  <a:lnTo>
                    <a:pt x="2990839" y="166059"/>
                  </a:lnTo>
                  <a:lnTo>
                    <a:pt x="3059965" y="138909"/>
                  </a:lnTo>
                  <a:lnTo>
                    <a:pt x="3135090" y="114549"/>
                  </a:lnTo>
                  <a:lnTo>
                    <a:pt x="3216101" y="92722"/>
                  </a:lnTo>
                  <a:lnTo>
                    <a:pt x="3302205" y="73271"/>
                  </a:lnTo>
                  <a:lnTo>
                    <a:pt x="3391731" y="56138"/>
                  </a:lnTo>
                  <a:lnTo>
                    <a:pt x="3482009" y="41340"/>
                  </a:lnTo>
                  <a:lnTo>
                    <a:pt x="3569433" y="28932"/>
                  </a:lnTo>
                  <a:lnTo>
                    <a:pt x="3649802" y="18956"/>
                  </a:lnTo>
                  <a:lnTo>
                    <a:pt x="3718965" y="11381"/>
                  </a:lnTo>
                  <a:lnTo>
                    <a:pt x="3773659" y="6056"/>
                  </a:lnTo>
                  <a:lnTo>
                    <a:pt x="3812294" y="2692"/>
                  </a:lnTo>
                  <a:lnTo>
                    <a:pt x="3835425" y="882"/>
                  </a:lnTo>
                  <a:lnTo>
                    <a:pt x="3845801" y="149"/>
                  </a:lnTo>
                  <a:lnTo>
                    <a:pt x="3848098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8"/>
                  </a:lnTo>
                  <a:lnTo>
                    <a:pt x="4396647" y="72"/>
                  </a:lnTo>
                  <a:lnTo>
                    <a:pt x="4417812" y="247"/>
                  </a:lnTo>
                  <a:lnTo>
                    <a:pt x="4455047" y="592"/>
                  </a:lnTo>
                  <a:lnTo>
                    <a:pt x="4509328" y="1154"/>
                  </a:lnTo>
                  <a:lnTo>
                    <a:pt x="4579195" y="1971"/>
                  </a:lnTo>
                  <a:lnTo>
                    <a:pt x="4661240" y="3061"/>
                  </a:lnTo>
                  <a:lnTo>
                    <a:pt x="4750983" y="4429"/>
                  </a:lnTo>
                  <a:lnTo>
                    <a:pt x="4843844" y="6070"/>
                  </a:lnTo>
                  <a:lnTo>
                    <a:pt x="4935891" y="7978"/>
                  </a:lnTo>
                  <a:lnTo>
                    <a:pt x="5024241" y="10150"/>
                  </a:lnTo>
                  <a:lnTo>
                    <a:pt x="5107126" y="12595"/>
                  </a:lnTo>
                  <a:lnTo>
                    <a:pt x="5183746" y="15332"/>
                  </a:lnTo>
                  <a:lnTo>
                    <a:pt x="5254042" y="18392"/>
                  </a:lnTo>
                  <a:lnTo>
                    <a:pt x="5318458" y="21819"/>
                  </a:lnTo>
                  <a:lnTo>
                    <a:pt x="5377746" y="25667"/>
                  </a:lnTo>
                  <a:lnTo>
                    <a:pt x="5432821" y="29998"/>
                  </a:lnTo>
                  <a:lnTo>
                    <a:pt x="5484650" y="34875"/>
                  </a:lnTo>
                  <a:lnTo>
                    <a:pt x="5534163" y="40350"/>
                  </a:lnTo>
                  <a:lnTo>
                    <a:pt x="5567201" y="44463"/>
                  </a:lnTo>
                  <a:lnTo>
                    <a:pt x="5619545" y="51716"/>
                  </a:lnTo>
                  <a:lnTo>
                    <a:pt x="5671388" y="59751"/>
                  </a:lnTo>
                  <a:lnTo>
                    <a:pt x="5723312" y="68579"/>
                  </a:lnTo>
                  <a:lnTo>
                    <a:pt x="5775700" y="78178"/>
                  </a:lnTo>
                  <a:lnTo>
                    <a:pt x="5828764" y="88494"/>
                  </a:lnTo>
                  <a:lnTo>
                    <a:pt x="5882564" y="99435"/>
                  </a:lnTo>
                  <a:lnTo>
                    <a:pt x="5937030" y="110876"/>
                  </a:lnTo>
                  <a:lnTo>
                    <a:pt x="5991990" y="122662"/>
                  </a:lnTo>
                  <a:lnTo>
                    <a:pt x="6047201" y="134616"/>
                  </a:lnTo>
                  <a:lnTo>
                    <a:pt x="6102382" y="146551"/>
                  </a:lnTo>
                  <a:lnTo>
                    <a:pt x="6157259" y="158281"/>
                  </a:lnTo>
                  <a:lnTo>
                    <a:pt x="6211600" y="169631"/>
                  </a:lnTo>
                  <a:lnTo>
                    <a:pt x="6265251" y="180453"/>
                  </a:lnTo>
                  <a:lnTo>
                    <a:pt x="6318167" y="190629"/>
                  </a:lnTo>
                  <a:lnTo>
                    <a:pt x="6370438" y="200073"/>
                  </a:lnTo>
                  <a:lnTo>
                    <a:pt x="6422308" y="208740"/>
                  </a:lnTo>
                  <a:lnTo>
                    <a:pt x="6474199" y="216613"/>
                  </a:lnTo>
                  <a:lnTo>
                    <a:pt x="6515891" y="222318"/>
                  </a:lnTo>
                  <a:lnTo>
                    <a:pt x="6564293" y="228219"/>
                  </a:lnTo>
                  <a:lnTo>
                    <a:pt x="6614440" y="233501"/>
                  </a:lnTo>
                  <a:lnTo>
                    <a:pt x="6667185" y="238200"/>
                  </a:lnTo>
                  <a:lnTo>
                    <a:pt x="6723480" y="242373"/>
                  </a:lnTo>
                  <a:lnTo>
                    <a:pt x="6784287" y="246082"/>
                  </a:lnTo>
                  <a:lnTo>
                    <a:pt x="6850481" y="249388"/>
                  </a:lnTo>
                  <a:lnTo>
                    <a:pt x="6922737" y="252342"/>
                  </a:lnTo>
                  <a:lnTo>
                    <a:pt x="7001362" y="254984"/>
                  </a:lnTo>
                  <a:lnTo>
                    <a:pt x="7086092" y="257342"/>
                  </a:lnTo>
                  <a:lnTo>
                    <a:pt x="7175846" y="259431"/>
                  </a:lnTo>
                  <a:lnTo>
                    <a:pt x="7268513" y="261256"/>
                  </a:lnTo>
                  <a:lnTo>
                    <a:pt x="7360859" y="262812"/>
                  </a:lnTo>
                  <a:lnTo>
                    <a:pt x="7448690" y="264093"/>
                  </a:lnTo>
                  <a:lnTo>
                    <a:pt x="7527359" y="265096"/>
                  </a:lnTo>
                  <a:lnTo>
                    <a:pt x="7592617" y="265830"/>
                  </a:lnTo>
                  <a:lnTo>
                    <a:pt x="7641588" y="266319"/>
                  </a:lnTo>
                  <a:lnTo>
                    <a:pt x="7673549" y="266605"/>
                  </a:lnTo>
                  <a:lnTo>
                    <a:pt x="7690259" y="266739"/>
                  </a:lnTo>
                  <a:lnTo>
                    <a:pt x="7695810" y="266779"/>
                  </a:lnTo>
                  <a:lnTo>
                    <a:pt x="7696237" y="266782"/>
                  </a:lnTo>
                  <a:lnTo>
                    <a:pt x="8234974" y="266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4" name="pl1084"/>
            <p:cNvSpPr/>
            <p:nvPr/>
          </p:nvSpPr>
          <p:spPr>
            <a:xfrm>
              <a:off x="546595" y="859347"/>
              <a:ext cx="8234974" cy="2471818"/>
            </a:xfrm>
            <a:custGeom>
              <a:avLst/>
              <a:pathLst>
                <a:path w="8234974" h="2471818">
                  <a:moveTo>
                    <a:pt x="8234974" y="266782"/>
                  </a:moveTo>
                  <a:lnTo>
                    <a:pt x="7696237" y="266782"/>
                  </a:lnTo>
                  <a:lnTo>
                    <a:pt x="7694936" y="266773"/>
                  </a:lnTo>
                  <a:lnTo>
                    <a:pt x="7686445" y="266709"/>
                  </a:lnTo>
                  <a:lnTo>
                    <a:pt x="7665280" y="266534"/>
                  </a:lnTo>
                  <a:lnTo>
                    <a:pt x="7628045" y="266189"/>
                  </a:lnTo>
                  <a:lnTo>
                    <a:pt x="7573764" y="265627"/>
                  </a:lnTo>
                  <a:lnTo>
                    <a:pt x="7503897" y="264810"/>
                  </a:lnTo>
                  <a:lnTo>
                    <a:pt x="7421853" y="263720"/>
                  </a:lnTo>
                  <a:lnTo>
                    <a:pt x="7332110" y="262352"/>
                  </a:lnTo>
                  <a:lnTo>
                    <a:pt x="7239249" y="260711"/>
                  </a:lnTo>
                  <a:lnTo>
                    <a:pt x="7147202" y="258803"/>
                  </a:lnTo>
                  <a:lnTo>
                    <a:pt x="7058851" y="256631"/>
                  </a:lnTo>
                  <a:lnTo>
                    <a:pt x="6975967" y="254186"/>
                  </a:lnTo>
                  <a:lnTo>
                    <a:pt x="6899347" y="251449"/>
                  </a:lnTo>
                  <a:lnTo>
                    <a:pt x="6829051" y="248389"/>
                  </a:lnTo>
                  <a:lnTo>
                    <a:pt x="6764635" y="244962"/>
                  </a:lnTo>
                  <a:lnTo>
                    <a:pt x="6705346" y="241114"/>
                  </a:lnTo>
                  <a:lnTo>
                    <a:pt x="6650271" y="236783"/>
                  </a:lnTo>
                  <a:lnTo>
                    <a:pt x="6598443" y="231906"/>
                  </a:lnTo>
                  <a:lnTo>
                    <a:pt x="6548929" y="226432"/>
                  </a:lnTo>
                  <a:lnTo>
                    <a:pt x="6515891" y="222318"/>
                  </a:lnTo>
                  <a:lnTo>
                    <a:pt x="6463547" y="215065"/>
                  </a:lnTo>
                  <a:lnTo>
                    <a:pt x="6411705" y="207030"/>
                  </a:lnTo>
                  <a:lnTo>
                    <a:pt x="6359781" y="198202"/>
                  </a:lnTo>
                  <a:lnTo>
                    <a:pt x="6307392" y="188603"/>
                  </a:lnTo>
                  <a:lnTo>
                    <a:pt x="6254328" y="178287"/>
                  </a:lnTo>
                  <a:lnTo>
                    <a:pt x="6200529" y="167346"/>
                  </a:lnTo>
                  <a:lnTo>
                    <a:pt x="6146063" y="155905"/>
                  </a:lnTo>
                  <a:lnTo>
                    <a:pt x="6091102" y="144119"/>
                  </a:lnTo>
                  <a:lnTo>
                    <a:pt x="6035892" y="132165"/>
                  </a:lnTo>
                  <a:lnTo>
                    <a:pt x="5980710" y="120230"/>
                  </a:lnTo>
                  <a:lnTo>
                    <a:pt x="5925833" y="108501"/>
                  </a:lnTo>
                  <a:lnTo>
                    <a:pt x="5871492" y="97150"/>
                  </a:lnTo>
                  <a:lnTo>
                    <a:pt x="5817842" y="86328"/>
                  </a:lnTo>
                  <a:lnTo>
                    <a:pt x="5764925" y="76153"/>
                  </a:lnTo>
                  <a:lnTo>
                    <a:pt x="5712655" y="66708"/>
                  </a:lnTo>
                  <a:lnTo>
                    <a:pt x="5660784" y="58042"/>
                  </a:lnTo>
                  <a:lnTo>
                    <a:pt x="5608894" y="50168"/>
                  </a:lnTo>
                  <a:lnTo>
                    <a:pt x="5567201" y="44463"/>
                  </a:lnTo>
                  <a:lnTo>
                    <a:pt x="5518799" y="38562"/>
                  </a:lnTo>
                  <a:lnTo>
                    <a:pt x="5468653" y="33280"/>
                  </a:lnTo>
                  <a:lnTo>
                    <a:pt x="5415908" y="28581"/>
                  </a:lnTo>
                  <a:lnTo>
                    <a:pt x="5359612" y="24409"/>
                  </a:lnTo>
                  <a:lnTo>
                    <a:pt x="5298805" y="20699"/>
                  </a:lnTo>
                  <a:lnTo>
                    <a:pt x="5232611" y="17393"/>
                  </a:lnTo>
                  <a:lnTo>
                    <a:pt x="5160356" y="14439"/>
                  </a:lnTo>
                  <a:lnTo>
                    <a:pt x="5081731" y="11797"/>
                  </a:lnTo>
                  <a:lnTo>
                    <a:pt x="4997001" y="9439"/>
                  </a:lnTo>
                  <a:lnTo>
                    <a:pt x="4907247" y="7350"/>
                  </a:lnTo>
                  <a:lnTo>
                    <a:pt x="4814580" y="5525"/>
                  </a:lnTo>
                  <a:lnTo>
                    <a:pt x="4722233" y="3969"/>
                  </a:lnTo>
                  <a:lnTo>
                    <a:pt x="4634403" y="2688"/>
                  </a:lnTo>
                  <a:lnTo>
                    <a:pt x="4555734" y="1685"/>
                  </a:lnTo>
                  <a:lnTo>
                    <a:pt x="4490475" y="951"/>
                  </a:lnTo>
                  <a:lnTo>
                    <a:pt x="4441504" y="462"/>
                  </a:lnTo>
                  <a:lnTo>
                    <a:pt x="4409543" y="177"/>
                  </a:lnTo>
                  <a:lnTo>
                    <a:pt x="4392834" y="43"/>
                  </a:lnTo>
                  <a:lnTo>
                    <a:pt x="438728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4" y="615"/>
                  </a:lnTo>
                  <a:lnTo>
                    <a:pt x="3819524" y="2106"/>
                  </a:lnTo>
                  <a:lnTo>
                    <a:pt x="3784945" y="5036"/>
                  </a:lnTo>
                  <a:lnTo>
                    <a:pt x="3734235" y="9834"/>
                  </a:lnTo>
                  <a:lnTo>
                    <a:pt x="3668471" y="16821"/>
                  </a:lnTo>
                  <a:lnTo>
                    <a:pt x="3590560" y="26184"/>
                  </a:lnTo>
                  <a:lnTo>
                    <a:pt x="3504509" y="37980"/>
                  </a:lnTo>
                  <a:lnTo>
                    <a:pt x="3414579" y="52180"/>
                  </a:lnTo>
                  <a:lnTo>
                    <a:pt x="3324572" y="68727"/>
                  </a:lnTo>
                  <a:lnTo>
                    <a:pt x="3237408" y="87591"/>
                  </a:lnTo>
                  <a:lnTo>
                    <a:pt x="3155005" y="108808"/>
                  </a:lnTo>
                  <a:lnTo>
                    <a:pt x="3078360" y="132508"/>
                  </a:lnTo>
                  <a:lnTo>
                    <a:pt x="3007738" y="158923"/>
                  </a:lnTo>
                  <a:lnTo>
                    <a:pt x="2942882" y="188389"/>
                  </a:lnTo>
                  <a:lnTo>
                    <a:pt x="2883196" y="221335"/>
                  </a:lnTo>
                  <a:lnTo>
                    <a:pt x="2827889" y="258261"/>
                  </a:lnTo>
                  <a:lnTo>
                    <a:pt x="2776084" y="299706"/>
                  </a:lnTo>
                  <a:lnTo>
                    <a:pt x="2726901" y="346174"/>
                  </a:lnTo>
                  <a:lnTo>
                    <a:pt x="2679528" y="398018"/>
                  </a:lnTo>
                  <a:lnTo>
                    <a:pt x="2667772" y="411969"/>
                  </a:lnTo>
                  <a:lnTo>
                    <a:pt x="2630396" y="459113"/>
                  </a:lnTo>
                  <a:lnTo>
                    <a:pt x="2593375" y="509907"/>
                  </a:lnTo>
                  <a:lnTo>
                    <a:pt x="2556465" y="564423"/>
                  </a:lnTo>
                  <a:lnTo>
                    <a:pt x="2519478" y="622668"/>
                  </a:lnTo>
                  <a:lnTo>
                    <a:pt x="2482274" y="684573"/>
                  </a:lnTo>
                  <a:lnTo>
                    <a:pt x="2444761" y="749988"/>
                  </a:lnTo>
                  <a:lnTo>
                    <a:pt x="2406886" y="818679"/>
                  </a:lnTo>
                  <a:lnTo>
                    <a:pt x="2368635" y="890324"/>
                  </a:lnTo>
                  <a:lnTo>
                    <a:pt x="2330027" y="964520"/>
                  </a:lnTo>
                  <a:lnTo>
                    <a:pt x="2291110" y="1040788"/>
                  </a:lnTo>
                  <a:lnTo>
                    <a:pt x="2251953" y="1118582"/>
                  </a:lnTo>
                  <a:lnTo>
                    <a:pt x="2212647" y="1197310"/>
                  </a:lnTo>
                  <a:lnTo>
                    <a:pt x="2173291" y="1276348"/>
                  </a:lnTo>
                  <a:lnTo>
                    <a:pt x="2133987" y="1355061"/>
                  </a:lnTo>
                  <a:lnTo>
                    <a:pt x="2094835" y="1432826"/>
                  </a:lnTo>
                  <a:lnTo>
                    <a:pt x="2055924" y="1509051"/>
                  </a:lnTo>
                  <a:lnTo>
                    <a:pt x="2017324" y="1583193"/>
                  </a:lnTo>
                  <a:lnTo>
                    <a:pt x="1979082" y="1654774"/>
                  </a:lnTo>
                  <a:lnTo>
                    <a:pt x="1941216" y="1723392"/>
                  </a:lnTo>
                  <a:lnTo>
                    <a:pt x="1903711" y="1788728"/>
                  </a:lnTo>
                  <a:lnTo>
                    <a:pt x="1866513" y="1850548"/>
                  </a:lnTo>
                  <a:lnTo>
                    <a:pt x="1829529" y="1908707"/>
                  </a:lnTo>
                  <a:lnTo>
                    <a:pt x="1792619" y="1963136"/>
                  </a:lnTo>
                  <a:lnTo>
                    <a:pt x="1755593" y="2013843"/>
                  </a:lnTo>
                  <a:lnTo>
                    <a:pt x="1719082" y="2059848"/>
                  </a:lnTo>
                  <a:lnTo>
                    <a:pt x="1672055" y="2113070"/>
                  </a:lnTo>
                  <a:lnTo>
                    <a:pt x="1623401" y="2160872"/>
                  </a:lnTo>
                  <a:lnTo>
                    <a:pt x="1572340" y="2203541"/>
                  </a:lnTo>
                  <a:lnTo>
                    <a:pt x="1518001" y="2241557"/>
                  </a:lnTo>
                  <a:lnTo>
                    <a:pt x="1459500" y="2275458"/>
                  </a:lnTo>
                  <a:lnTo>
                    <a:pt x="1396015" y="2305759"/>
                  </a:lnTo>
                  <a:lnTo>
                    <a:pt x="1326890" y="2332909"/>
                  </a:lnTo>
                  <a:lnTo>
                    <a:pt x="1251765" y="2357268"/>
                  </a:lnTo>
                  <a:lnTo>
                    <a:pt x="1170754" y="2379096"/>
                  </a:lnTo>
                  <a:lnTo>
                    <a:pt x="1084650" y="2398546"/>
                  </a:lnTo>
                  <a:lnTo>
                    <a:pt x="995124" y="2415679"/>
                  </a:lnTo>
                  <a:lnTo>
                    <a:pt x="904845" y="2430478"/>
                  </a:lnTo>
                  <a:lnTo>
                    <a:pt x="817421" y="2442885"/>
                  </a:lnTo>
                  <a:lnTo>
                    <a:pt x="737053" y="2452861"/>
                  </a:lnTo>
                  <a:lnTo>
                    <a:pt x="667889" y="2460436"/>
                  </a:lnTo>
                  <a:lnTo>
                    <a:pt x="613195" y="2465761"/>
                  </a:lnTo>
                  <a:lnTo>
                    <a:pt x="574561" y="2469125"/>
                  </a:lnTo>
                  <a:lnTo>
                    <a:pt x="551430" y="2470936"/>
                  </a:lnTo>
                  <a:lnTo>
                    <a:pt x="541054" y="2471669"/>
                  </a:lnTo>
                  <a:lnTo>
                    <a:pt x="538756" y="2471817"/>
                  </a:lnTo>
                  <a:lnTo>
                    <a:pt x="538736" y="2471818"/>
                  </a:lnTo>
                  <a:lnTo>
                    <a:pt x="0" y="24718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5" name="pg1085"/>
            <p:cNvSpPr/>
            <p:nvPr/>
          </p:nvSpPr>
          <p:spPr>
            <a:xfrm>
              <a:off x="546595" y="864792"/>
              <a:ext cx="8234974" cy="2477263"/>
            </a:xfrm>
            <a:custGeom>
              <a:avLst/>
              <a:pathLst>
                <a:path w="8234974" h="2477263">
                  <a:moveTo>
                    <a:pt x="0" y="2477263"/>
                  </a:moveTo>
                  <a:lnTo>
                    <a:pt x="538736" y="2477263"/>
                  </a:lnTo>
                  <a:lnTo>
                    <a:pt x="539933" y="2477187"/>
                  </a:lnTo>
                  <a:lnTo>
                    <a:pt x="547760" y="2476647"/>
                  </a:lnTo>
                  <a:lnTo>
                    <a:pt x="567330" y="2475156"/>
                  </a:lnTo>
                  <a:lnTo>
                    <a:pt x="601909" y="2472226"/>
                  </a:lnTo>
                  <a:lnTo>
                    <a:pt x="652619" y="2467428"/>
                  </a:lnTo>
                  <a:lnTo>
                    <a:pt x="718383" y="2460441"/>
                  </a:lnTo>
                  <a:lnTo>
                    <a:pt x="796295" y="2451078"/>
                  </a:lnTo>
                  <a:lnTo>
                    <a:pt x="882346" y="2439283"/>
                  </a:lnTo>
                  <a:lnTo>
                    <a:pt x="972275" y="2425082"/>
                  </a:lnTo>
                  <a:lnTo>
                    <a:pt x="1062283" y="2408535"/>
                  </a:lnTo>
                  <a:lnTo>
                    <a:pt x="1149447" y="2389671"/>
                  </a:lnTo>
                  <a:lnTo>
                    <a:pt x="1231850" y="2368454"/>
                  </a:lnTo>
                  <a:lnTo>
                    <a:pt x="1308495" y="2344754"/>
                  </a:lnTo>
                  <a:lnTo>
                    <a:pt x="1379116" y="2318339"/>
                  </a:lnTo>
                  <a:lnTo>
                    <a:pt x="1443972" y="2288873"/>
                  </a:lnTo>
                  <a:lnTo>
                    <a:pt x="1503659" y="2255928"/>
                  </a:lnTo>
                  <a:lnTo>
                    <a:pt x="1558966" y="2219001"/>
                  </a:lnTo>
                  <a:lnTo>
                    <a:pt x="1610770" y="2177556"/>
                  </a:lnTo>
                  <a:lnTo>
                    <a:pt x="1659953" y="2131088"/>
                  </a:lnTo>
                  <a:lnTo>
                    <a:pt x="1707326" y="2079244"/>
                  </a:lnTo>
                  <a:lnTo>
                    <a:pt x="1719082" y="2065293"/>
                  </a:lnTo>
                  <a:lnTo>
                    <a:pt x="1756459" y="2018149"/>
                  </a:lnTo>
                  <a:lnTo>
                    <a:pt x="1793479" y="1967355"/>
                  </a:lnTo>
                  <a:lnTo>
                    <a:pt x="1830389" y="1912839"/>
                  </a:lnTo>
                  <a:lnTo>
                    <a:pt x="1867377" y="1854594"/>
                  </a:lnTo>
                  <a:lnTo>
                    <a:pt x="1904581" y="1792689"/>
                  </a:lnTo>
                  <a:lnTo>
                    <a:pt x="1942094" y="1727274"/>
                  </a:lnTo>
                  <a:lnTo>
                    <a:pt x="1979968" y="1658583"/>
                  </a:lnTo>
                  <a:lnTo>
                    <a:pt x="2018219" y="1586938"/>
                  </a:lnTo>
                  <a:lnTo>
                    <a:pt x="2056827" y="1512742"/>
                  </a:lnTo>
                  <a:lnTo>
                    <a:pt x="2095745" y="1436475"/>
                  </a:lnTo>
                  <a:lnTo>
                    <a:pt x="2134901" y="1358680"/>
                  </a:lnTo>
                  <a:lnTo>
                    <a:pt x="2174207" y="1279952"/>
                  </a:lnTo>
                  <a:lnTo>
                    <a:pt x="2213564" y="1200914"/>
                  </a:lnTo>
                  <a:lnTo>
                    <a:pt x="2252868" y="1122201"/>
                  </a:lnTo>
                  <a:lnTo>
                    <a:pt x="2292019" y="1044436"/>
                  </a:lnTo>
                  <a:lnTo>
                    <a:pt x="2330931" y="968211"/>
                  </a:lnTo>
                  <a:lnTo>
                    <a:pt x="2369531" y="894069"/>
                  </a:lnTo>
                  <a:lnTo>
                    <a:pt x="2407773" y="822488"/>
                  </a:lnTo>
                  <a:lnTo>
                    <a:pt x="2445639" y="753870"/>
                  </a:lnTo>
                  <a:lnTo>
                    <a:pt x="2483144" y="688535"/>
                  </a:lnTo>
                  <a:lnTo>
                    <a:pt x="2520341" y="626714"/>
                  </a:lnTo>
                  <a:lnTo>
                    <a:pt x="2557325" y="568555"/>
                  </a:lnTo>
                  <a:lnTo>
                    <a:pt x="2594236" y="514126"/>
                  </a:lnTo>
                  <a:lnTo>
                    <a:pt x="2631261" y="463419"/>
                  </a:lnTo>
                  <a:lnTo>
                    <a:pt x="2667772" y="417414"/>
                  </a:lnTo>
                  <a:lnTo>
                    <a:pt x="2714800" y="364192"/>
                  </a:lnTo>
                  <a:lnTo>
                    <a:pt x="2763454" y="316390"/>
                  </a:lnTo>
                  <a:lnTo>
                    <a:pt x="2814515" y="273721"/>
                  </a:lnTo>
                  <a:lnTo>
                    <a:pt x="2868853" y="235705"/>
                  </a:lnTo>
                  <a:lnTo>
                    <a:pt x="2927354" y="201804"/>
                  </a:lnTo>
                  <a:lnTo>
                    <a:pt x="2990839" y="171503"/>
                  </a:lnTo>
                  <a:lnTo>
                    <a:pt x="3059965" y="144353"/>
                  </a:lnTo>
                  <a:lnTo>
                    <a:pt x="3135090" y="119994"/>
                  </a:lnTo>
                  <a:lnTo>
                    <a:pt x="3216101" y="98166"/>
                  </a:lnTo>
                  <a:lnTo>
                    <a:pt x="3302205" y="78716"/>
                  </a:lnTo>
                  <a:lnTo>
                    <a:pt x="3391731" y="61583"/>
                  </a:lnTo>
                  <a:lnTo>
                    <a:pt x="3482009" y="46784"/>
                  </a:lnTo>
                  <a:lnTo>
                    <a:pt x="3569433" y="34377"/>
                  </a:lnTo>
                  <a:lnTo>
                    <a:pt x="3649802" y="24401"/>
                  </a:lnTo>
                  <a:lnTo>
                    <a:pt x="3718965" y="16826"/>
                  </a:lnTo>
                  <a:lnTo>
                    <a:pt x="3773659" y="11501"/>
                  </a:lnTo>
                  <a:lnTo>
                    <a:pt x="3812294" y="8137"/>
                  </a:lnTo>
                  <a:lnTo>
                    <a:pt x="3835425" y="6326"/>
                  </a:lnTo>
                  <a:lnTo>
                    <a:pt x="3845801" y="559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5" y="5456"/>
                  </a:lnTo>
                  <a:lnTo>
                    <a:pt x="4396638" y="5544"/>
                  </a:lnTo>
                  <a:lnTo>
                    <a:pt x="4417784" y="5788"/>
                  </a:lnTo>
                  <a:lnTo>
                    <a:pt x="4454987" y="6265"/>
                  </a:lnTo>
                  <a:lnTo>
                    <a:pt x="4509226" y="7045"/>
                  </a:lnTo>
                  <a:lnTo>
                    <a:pt x="4579045" y="8177"/>
                  </a:lnTo>
                  <a:lnTo>
                    <a:pt x="4661041" y="9689"/>
                  </a:lnTo>
                  <a:lnTo>
                    <a:pt x="4750741" y="11585"/>
                  </a:lnTo>
                  <a:lnTo>
                    <a:pt x="4843569" y="13861"/>
                  </a:lnTo>
                  <a:lnTo>
                    <a:pt x="4935594" y="16507"/>
                  </a:lnTo>
                  <a:lnTo>
                    <a:pt x="5023932" y="19520"/>
                  </a:lnTo>
                  <a:lnTo>
                    <a:pt x="5106812" y="22910"/>
                  </a:lnTo>
                  <a:lnTo>
                    <a:pt x="5183433" y="26705"/>
                  </a:lnTo>
                  <a:lnTo>
                    <a:pt x="5253733" y="30948"/>
                  </a:lnTo>
                  <a:lnTo>
                    <a:pt x="5318154" y="35699"/>
                  </a:lnTo>
                  <a:lnTo>
                    <a:pt x="5377447" y="41035"/>
                  </a:lnTo>
                  <a:lnTo>
                    <a:pt x="5432524" y="47040"/>
                  </a:lnTo>
                  <a:lnTo>
                    <a:pt x="5484352" y="53800"/>
                  </a:lnTo>
                  <a:lnTo>
                    <a:pt x="5533860" y="61390"/>
                  </a:lnTo>
                  <a:lnTo>
                    <a:pt x="5567201" y="67149"/>
                  </a:lnTo>
                  <a:lnTo>
                    <a:pt x="5619145" y="77132"/>
                  </a:lnTo>
                  <a:lnTo>
                    <a:pt x="5670589" y="88184"/>
                  </a:lnTo>
                  <a:lnTo>
                    <a:pt x="5722107" y="100320"/>
                  </a:lnTo>
                  <a:lnTo>
                    <a:pt x="5774076" y="113511"/>
                  </a:lnTo>
                  <a:lnTo>
                    <a:pt x="5826706" y="127684"/>
                  </a:lnTo>
                  <a:lnTo>
                    <a:pt x="5880060" y="142717"/>
                  </a:lnTo>
                  <a:lnTo>
                    <a:pt x="5934077" y="158443"/>
                  </a:lnTo>
                  <a:lnTo>
                    <a:pt x="5988591" y="174652"/>
                  </a:lnTo>
                  <a:lnTo>
                    <a:pt x="6043368" y="191106"/>
                  </a:lnTo>
                  <a:lnTo>
                    <a:pt x="6098136" y="207552"/>
                  </a:lnTo>
                  <a:lnTo>
                    <a:pt x="6152624" y="223736"/>
                  </a:lnTo>
                  <a:lnTo>
                    <a:pt x="6206601" y="239422"/>
                  </a:lnTo>
                  <a:lnTo>
                    <a:pt x="6259908" y="254403"/>
                  </a:lnTo>
                  <a:lnTo>
                    <a:pt x="6312490" y="268514"/>
                  </a:lnTo>
                  <a:lnTo>
                    <a:pt x="6364421" y="281636"/>
                  </a:lnTo>
                  <a:lnTo>
                    <a:pt x="6415920" y="293700"/>
                  </a:lnTo>
                  <a:lnTo>
                    <a:pt x="6467378" y="304681"/>
                  </a:lnTo>
                  <a:lnTo>
                    <a:pt x="6515891" y="313968"/>
                  </a:lnTo>
                  <a:lnTo>
                    <a:pt x="6564277" y="322154"/>
                  </a:lnTo>
                  <a:lnTo>
                    <a:pt x="6614406" y="329483"/>
                  </a:lnTo>
                  <a:lnTo>
                    <a:pt x="6667131" y="336002"/>
                  </a:lnTo>
                  <a:lnTo>
                    <a:pt x="6723404" y="341791"/>
                  </a:lnTo>
                  <a:lnTo>
                    <a:pt x="6784183" y="346938"/>
                  </a:lnTo>
                  <a:lnTo>
                    <a:pt x="6850345" y="351526"/>
                  </a:lnTo>
                  <a:lnTo>
                    <a:pt x="6922564" y="355625"/>
                  </a:lnTo>
                  <a:lnTo>
                    <a:pt x="7001147" y="359292"/>
                  </a:lnTo>
                  <a:lnTo>
                    <a:pt x="7085834" y="362564"/>
                  </a:lnTo>
                  <a:lnTo>
                    <a:pt x="7175545" y="365463"/>
                  </a:lnTo>
                  <a:lnTo>
                    <a:pt x="7268177" y="367996"/>
                  </a:lnTo>
                  <a:lnTo>
                    <a:pt x="7360502" y="370156"/>
                  </a:lnTo>
                  <a:lnTo>
                    <a:pt x="7448332" y="371934"/>
                  </a:lnTo>
                  <a:lnTo>
                    <a:pt x="7527025" y="373327"/>
                  </a:lnTo>
                  <a:lnTo>
                    <a:pt x="7592335" y="374347"/>
                  </a:lnTo>
                  <a:lnTo>
                    <a:pt x="7641376" y="375028"/>
                  </a:lnTo>
                  <a:lnTo>
                    <a:pt x="7673416" y="375425"/>
                  </a:lnTo>
                  <a:lnTo>
                    <a:pt x="7690198" y="375612"/>
                  </a:lnTo>
                  <a:lnTo>
                    <a:pt x="7695798" y="375668"/>
                  </a:lnTo>
                  <a:lnTo>
                    <a:pt x="7696237" y="375672"/>
                  </a:lnTo>
                  <a:lnTo>
                    <a:pt x="8234974" y="375672"/>
                  </a:lnTo>
                  <a:lnTo>
                    <a:pt x="8234974" y="370228"/>
                  </a:lnTo>
                  <a:lnTo>
                    <a:pt x="7696237" y="370228"/>
                  </a:lnTo>
                  <a:lnTo>
                    <a:pt x="7694937" y="370216"/>
                  </a:lnTo>
                  <a:lnTo>
                    <a:pt x="7686455" y="370128"/>
                  </a:lnTo>
                  <a:lnTo>
                    <a:pt x="7665309" y="369884"/>
                  </a:lnTo>
                  <a:lnTo>
                    <a:pt x="7628105" y="369407"/>
                  </a:lnTo>
                  <a:lnTo>
                    <a:pt x="7573866" y="368627"/>
                  </a:lnTo>
                  <a:lnTo>
                    <a:pt x="7504048" y="367495"/>
                  </a:lnTo>
                  <a:lnTo>
                    <a:pt x="7422052" y="365983"/>
                  </a:lnTo>
                  <a:lnTo>
                    <a:pt x="7332351" y="364086"/>
                  </a:lnTo>
                  <a:lnTo>
                    <a:pt x="7239523" y="361811"/>
                  </a:lnTo>
                  <a:lnTo>
                    <a:pt x="7147498" y="359165"/>
                  </a:lnTo>
                  <a:lnTo>
                    <a:pt x="7059161" y="356152"/>
                  </a:lnTo>
                  <a:lnTo>
                    <a:pt x="6976281" y="352762"/>
                  </a:lnTo>
                  <a:lnTo>
                    <a:pt x="6899660" y="348967"/>
                  </a:lnTo>
                  <a:lnTo>
                    <a:pt x="6829359" y="344724"/>
                  </a:lnTo>
                  <a:lnTo>
                    <a:pt x="6764938" y="339973"/>
                  </a:lnTo>
                  <a:lnTo>
                    <a:pt x="6705645" y="334637"/>
                  </a:lnTo>
                  <a:lnTo>
                    <a:pt x="6650568" y="328632"/>
                  </a:lnTo>
                  <a:lnTo>
                    <a:pt x="6598741" y="321871"/>
                  </a:lnTo>
                  <a:lnTo>
                    <a:pt x="6549232" y="314282"/>
                  </a:lnTo>
                  <a:lnTo>
                    <a:pt x="6515891" y="308523"/>
                  </a:lnTo>
                  <a:lnTo>
                    <a:pt x="6463948" y="298540"/>
                  </a:lnTo>
                  <a:lnTo>
                    <a:pt x="6412503" y="287487"/>
                  </a:lnTo>
                  <a:lnTo>
                    <a:pt x="6360985" y="275352"/>
                  </a:lnTo>
                  <a:lnTo>
                    <a:pt x="6309017" y="262161"/>
                  </a:lnTo>
                  <a:lnTo>
                    <a:pt x="6256387" y="247988"/>
                  </a:lnTo>
                  <a:lnTo>
                    <a:pt x="6203032" y="232955"/>
                  </a:lnTo>
                  <a:lnTo>
                    <a:pt x="6149016" y="217229"/>
                  </a:lnTo>
                  <a:lnTo>
                    <a:pt x="6094501" y="201020"/>
                  </a:lnTo>
                  <a:lnTo>
                    <a:pt x="6039724" y="184565"/>
                  </a:lnTo>
                  <a:lnTo>
                    <a:pt x="5984956" y="168120"/>
                  </a:lnTo>
                  <a:lnTo>
                    <a:pt x="5930468" y="151935"/>
                  </a:lnTo>
                  <a:lnTo>
                    <a:pt x="5876491" y="136250"/>
                  </a:lnTo>
                  <a:lnTo>
                    <a:pt x="5823184" y="121269"/>
                  </a:lnTo>
                  <a:lnTo>
                    <a:pt x="5770602" y="107158"/>
                  </a:lnTo>
                  <a:lnTo>
                    <a:pt x="5718672" y="94035"/>
                  </a:lnTo>
                  <a:lnTo>
                    <a:pt x="5667172" y="81971"/>
                  </a:lnTo>
                  <a:lnTo>
                    <a:pt x="5615715" y="70991"/>
                  </a:lnTo>
                  <a:lnTo>
                    <a:pt x="5567201" y="61704"/>
                  </a:lnTo>
                  <a:lnTo>
                    <a:pt x="5518815" y="53518"/>
                  </a:lnTo>
                  <a:lnTo>
                    <a:pt x="5468686" y="46189"/>
                  </a:lnTo>
                  <a:lnTo>
                    <a:pt x="5415961" y="39670"/>
                  </a:lnTo>
                  <a:lnTo>
                    <a:pt x="5359689" y="33880"/>
                  </a:lnTo>
                  <a:lnTo>
                    <a:pt x="5298909" y="28733"/>
                  </a:lnTo>
                  <a:lnTo>
                    <a:pt x="5232747" y="24146"/>
                  </a:lnTo>
                  <a:lnTo>
                    <a:pt x="5160529" y="20047"/>
                  </a:lnTo>
                  <a:lnTo>
                    <a:pt x="5081945" y="16380"/>
                  </a:lnTo>
                  <a:lnTo>
                    <a:pt x="4997259" y="13108"/>
                  </a:lnTo>
                  <a:lnTo>
                    <a:pt x="4907547" y="10209"/>
                  </a:lnTo>
                  <a:lnTo>
                    <a:pt x="4814915" y="7676"/>
                  </a:lnTo>
                  <a:lnTo>
                    <a:pt x="4722590" y="5516"/>
                  </a:lnTo>
                  <a:lnTo>
                    <a:pt x="4634761" y="3738"/>
                  </a:lnTo>
                  <a:lnTo>
                    <a:pt x="4556067" y="2345"/>
                  </a:lnTo>
                  <a:lnTo>
                    <a:pt x="4490758" y="1325"/>
                  </a:lnTo>
                  <a:lnTo>
                    <a:pt x="4441716" y="644"/>
                  </a:lnTo>
                  <a:lnTo>
                    <a:pt x="4409676" y="247"/>
                  </a:lnTo>
                  <a:lnTo>
                    <a:pt x="4392894" y="60"/>
                  </a:lnTo>
                  <a:lnTo>
                    <a:pt x="43872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4" y="615"/>
                  </a:lnTo>
                  <a:lnTo>
                    <a:pt x="3819524" y="2106"/>
                  </a:lnTo>
                  <a:lnTo>
                    <a:pt x="3784945" y="5036"/>
                  </a:lnTo>
                  <a:lnTo>
                    <a:pt x="3734235" y="9834"/>
                  </a:lnTo>
                  <a:lnTo>
                    <a:pt x="3668471" y="16821"/>
                  </a:lnTo>
                  <a:lnTo>
                    <a:pt x="3590560" y="26184"/>
                  </a:lnTo>
                  <a:lnTo>
                    <a:pt x="3504509" y="37980"/>
                  </a:lnTo>
                  <a:lnTo>
                    <a:pt x="3414579" y="52180"/>
                  </a:lnTo>
                  <a:lnTo>
                    <a:pt x="3324572" y="68727"/>
                  </a:lnTo>
                  <a:lnTo>
                    <a:pt x="3237408" y="87591"/>
                  </a:lnTo>
                  <a:lnTo>
                    <a:pt x="3155005" y="108808"/>
                  </a:lnTo>
                  <a:lnTo>
                    <a:pt x="3078360" y="132508"/>
                  </a:lnTo>
                  <a:lnTo>
                    <a:pt x="3007738" y="158923"/>
                  </a:lnTo>
                  <a:lnTo>
                    <a:pt x="2942882" y="188389"/>
                  </a:lnTo>
                  <a:lnTo>
                    <a:pt x="2883196" y="221335"/>
                  </a:lnTo>
                  <a:lnTo>
                    <a:pt x="2827889" y="258261"/>
                  </a:lnTo>
                  <a:lnTo>
                    <a:pt x="2776084" y="299706"/>
                  </a:lnTo>
                  <a:lnTo>
                    <a:pt x="2726901" y="346174"/>
                  </a:lnTo>
                  <a:lnTo>
                    <a:pt x="2679528" y="398018"/>
                  </a:lnTo>
                  <a:lnTo>
                    <a:pt x="2667772" y="411969"/>
                  </a:lnTo>
                  <a:lnTo>
                    <a:pt x="2630396" y="459113"/>
                  </a:lnTo>
                  <a:lnTo>
                    <a:pt x="2593375" y="509907"/>
                  </a:lnTo>
                  <a:lnTo>
                    <a:pt x="2556465" y="564423"/>
                  </a:lnTo>
                  <a:lnTo>
                    <a:pt x="2519478" y="622668"/>
                  </a:lnTo>
                  <a:lnTo>
                    <a:pt x="2482274" y="684573"/>
                  </a:lnTo>
                  <a:lnTo>
                    <a:pt x="2444761" y="749988"/>
                  </a:lnTo>
                  <a:lnTo>
                    <a:pt x="2406886" y="818679"/>
                  </a:lnTo>
                  <a:lnTo>
                    <a:pt x="2368635" y="890324"/>
                  </a:lnTo>
                  <a:lnTo>
                    <a:pt x="2330027" y="964520"/>
                  </a:lnTo>
                  <a:lnTo>
                    <a:pt x="2291110" y="1040788"/>
                  </a:lnTo>
                  <a:lnTo>
                    <a:pt x="2251953" y="1118582"/>
                  </a:lnTo>
                  <a:lnTo>
                    <a:pt x="2212647" y="1197310"/>
                  </a:lnTo>
                  <a:lnTo>
                    <a:pt x="2173291" y="1276348"/>
                  </a:lnTo>
                  <a:lnTo>
                    <a:pt x="2133987" y="1355061"/>
                  </a:lnTo>
                  <a:lnTo>
                    <a:pt x="2094835" y="1432826"/>
                  </a:lnTo>
                  <a:lnTo>
                    <a:pt x="2055924" y="1509051"/>
                  </a:lnTo>
                  <a:lnTo>
                    <a:pt x="2017324" y="1583193"/>
                  </a:lnTo>
                  <a:lnTo>
                    <a:pt x="1979082" y="1654774"/>
                  </a:lnTo>
                  <a:lnTo>
                    <a:pt x="1941216" y="1723392"/>
                  </a:lnTo>
                  <a:lnTo>
                    <a:pt x="1903711" y="1788728"/>
                  </a:lnTo>
                  <a:lnTo>
                    <a:pt x="1866513" y="1850548"/>
                  </a:lnTo>
                  <a:lnTo>
                    <a:pt x="1829529" y="1908707"/>
                  </a:lnTo>
                  <a:lnTo>
                    <a:pt x="1792619" y="1963136"/>
                  </a:lnTo>
                  <a:lnTo>
                    <a:pt x="1755593" y="2013843"/>
                  </a:lnTo>
                  <a:lnTo>
                    <a:pt x="1719082" y="2059848"/>
                  </a:lnTo>
                  <a:lnTo>
                    <a:pt x="1672055" y="2113070"/>
                  </a:lnTo>
                  <a:lnTo>
                    <a:pt x="1623401" y="2160872"/>
                  </a:lnTo>
                  <a:lnTo>
                    <a:pt x="1572340" y="2203541"/>
                  </a:lnTo>
                  <a:lnTo>
                    <a:pt x="1518001" y="2241557"/>
                  </a:lnTo>
                  <a:lnTo>
                    <a:pt x="1459500" y="2275458"/>
                  </a:lnTo>
                  <a:lnTo>
                    <a:pt x="1396015" y="2305759"/>
                  </a:lnTo>
                  <a:lnTo>
                    <a:pt x="1326890" y="2332909"/>
                  </a:lnTo>
                  <a:lnTo>
                    <a:pt x="1251765" y="2357268"/>
                  </a:lnTo>
                  <a:lnTo>
                    <a:pt x="1170754" y="2379096"/>
                  </a:lnTo>
                  <a:lnTo>
                    <a:pt x="1084650" y="2398546"/>
                  </a:lnTo>
                  <a:lnTo>
                    <a:pt x="995124" y="2415679"/>
                  </a:lnTo>
                  <a:lnTo>
                    <a:pt x="904845" y="2430478"/>
                  </a:lnTo>
                  <a:lnTo>
                    <a:pt x="817421" y="2442885"/>
                  </a:lnTo>
                  <a:lnTo>
                    <a:pt x="737053" y="2452861"/>
                  </a:lnTo>
                  <a:lnTo>
                    <a:pt x="667889" y="2460436"/>
                  </a:lnTo>
                  <a:lnTo>
                    <a:pt x="613195" y="2465761"/>
                  </a:lnTo>
                  <a:lnTo>
                    <a:pt x="574561" y="2469125"/>
                  </a:lnTo>
                  <a:lnTo>
                    <a:pt x="551430" y="2470936"/>
                  </a:lnTo>
                  <a:lnTo>
                    <a:pt x="541054" y="2471669"/>
                  </a:lnTo>
                  <a:lnTo>
                    <a:pt x="538736" y="2471818"/>
                  </a:lnTo>
                  <a:lnTo>
                    <a:pt x="0" y="247181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86" name="pl1086"/>
            <p:cNvSpPr/>
            <p:nvPr/>
          </p:nvSpPr>
          <p:spPr>
            <a:xfrm>
              <a:off x="546595" y="870236"/>
              <a:ext cx="8234974" cy="2471818"/>
            </a:xfrm>
            <a:custGeom>
              <a:avLst/>
              <a:pathLst>
                <a:path w="8234974" h="2471818">
                  <a:moveTo>
                    <a:pt x="0" y="2471818"/>
                  </a:moveTo>
                  <a:lnTo>
                    <a:pt x="538736" y="2471818"/>
                  </a:lnTo>
                  <a:lnTo>
                    <a:pt x="539933" y="2471742"/>
                  </a:lnTo>
                  <a:lnTo>
                    <a:pt x="547760" y="2471203"/>
                  </a:lnTo>
                  <a:lnTo>
                    <a:pt x="567330" y="2469711"/>
                  </a:lnTo>
                  <a:lnTo>
                    <a:pt x="601909" y="2466781"/>
                  </a:lnTo>
                  <a:lnTo>
                    <a:pt x="652619" y="2461984"/>
                  </a:lnTo>
                  <a:lnTo>
                    <a:pt x="718383" y="2454996"/>
                  </a:lnTo>
                  <a:lnTo>
                    <a:pt x="796295" y="2445634"/>
                  </a:lnTo>
                  <a:lnTo>
                    <a:pt x="882346" y="2433838"/>
                  </a:lnTo>
                  <a:lnTo>
                    <a:pt x="972275" y="2419638"/>
                  </a:lnTo>
                  <a:lnTo>
                    <a:pt x="1062283" y="2403090"/>
                  </a:lnTo>
                  <a:lnTo>
                    <a:pt x="1149447" y="2384227"/>
                  </a:lnTo>
                  <a:lnTo>
                    <a:pt x="1231850" y="2363010"/>
                  </a:lnTo>
                  <a:lnTo>
                    <a:pt x="1308495" y="2339310"/>
                  </a:lnTo>
                  <a:lnTo>
                    <a:pt x="1379116" y="2312895"/>
                  </a:lnTo>
                  <a:lnTo>
                    <a:pt x="1443972" y="2283428"/>
                  </a:lnTo>
                  <a:lnTo>
                    <a:pt x="1503659" y="2250483"/>
                  </a:lnTo>
                  <a:lnTo>
                    <a:pt x="1558966" y="2213556"/>
                  </a:lnTo>
                  <a:lnTo>
                    <a:pt x="1610770" y="2172112"/>
                  </a:lnTo>
                  <a:lnTo>
                    <a:pt x="1659953" y="2125644"/>
                  </a:lnTo>
                  <a:lnTo>
                    <a:pt x="1707326" y="2073799"/>
                  </a:lnTo>
                  <a:lnTo>
                    <a:pt x="1719082" y="2059848"/>
                  </a:lnTo>
                  <a:lnTo>
                    <a:pt x="1756459" y="2012704"/>
                  </a:lnTo>
                  <a:lnTo>
                    <a:pt x="1793479" y="1961910"/>
                  </a:lnTo>
                  <a:lnTo>
                    <a:pt x="1830389" y="1907394"/>
                  </a:lnTo>
                  <a:lnTo>
                    <a:pt x="1867377" y="1849150"/>
                  </a:lnTo>
                  <a:lnTo>
                    <a:pt x="1904581" y="1787245"/>
                  </a:lnTo>
                  <a:lnTo>
                    <a:pt x="1942094" y="1721829"/>
                  </a:lnTo>
                  <a:lnTo>
                    <a:pt x="1979968" y="1653139"/>
                  </a:lnTo>
                  <a:lnTo>
                    <a:pt x="2018219" y="1581493"/>
                  </a:lnTo>
                  <a:lnTo>
                    <a:pt x="2056827" y="1507297"/>
                  </a:lnTo>
                  <a:lnTo>
                    <a:pt x="2095745" y="1431030"/>
                  </a:lnTo>
                  <a:lnTo>
                    <a:pt x="2134901" y="1353236"/>
                  </a:lnTo>
                  <a:lnTo>
                    <a:pt x="2174207" y="1274508"/>
                  </a:lnTo>
                  <a:lnTo>
                    <a:pt x="2213564" y="1195470"/>
                  </a:lnTo>
                  <a:lnTo>
                    <a:pt x="2252868" y="1116757"/>
                  </a:lnTo>
                  <a:lnTo>
                    <a:pt x="2292019" y="1038991"/>
                  </a:lnTo>
                  <a:lnTo>
                    <a:pt x="2330931" y="962766"/>
                  </a:lnTo>
                  <a:lnTo>
                    <a:pt x="2369531" y="888624"/>
                  </a:lnTo>
                  <a:lnTo>
                    <a:pt x="2407773" y="817043"/>
                  </a:lnTo>
                  <a:lnTo>
                    <a:pt x="2445639" y="748426"/>
                  </a:lnTo>
                  <a:lnTo>
                    <a:pt x="2483144" y="683090"/>
                  </a:lnTo>
                  <a:lnTo>
                    <a:pt x="2520341" y="621269"/>
                  </a:lnTo>
                  <a:lnTo>
                    <a:pt x="2557325" y="563111"/>
                  </a:lnTo>
                  <a:lnTo>
                    <a:pt x="2594236" y="508682"/>
                  </a:lnTo>
                  <a:lnTo>
                    <a:pt x="2631261" y="457974"/>
                  </a:lnTo>
                  <a:lnTo>
                    <a:pt x="2667772" y="411969"/>
                  </a:lnTo>
                  <a:lnTo>
                    <a:pt x="2714800" y="358747"/>
                  </a:lnTo>
                  <a:lnTo>
                    <a:pt x="2763454" y="310946"/>
                  </a:lnTo>
                  <a:lnTo>
                    <a:pt x="2814515" y="268277"/>
                  </a:lnTo>
                  <a:lnTo>
                    <a:pt x="2868853" y="230261"/>
                  </a:lnTo>
                  <a:lnTo>
                    <a:pt x="2927354" y="196360"/>
                  </a:lnTo>
                  <a:lnTo>
                    <a:pt x="2990839" y="166059"/>
                  </a:lnTo>
                  <a:lnTo>
                    <a:pt x="3059965" y="138909"/>
                  </a:lnTo>
                  <a:lnTo>
                    <a:pt x="3135090" y="114549"/>
                  </a:lnTo>
                  <a:lnTo>
                    <a:pt x="3216101" y="92722"/>
                  </a:lnTo>
                  <a:lnTo>
                    <a:pt x="3302205" y="73271"/>
                  </a:lnTo>
                  <a:lnTo>
                    <a:pt x="3391731" y="56138"/>
                  </a:lnTo>
                  <a:lnTo>
                    <a:pt x="3482009" y="41340"/>
                  </a:lnTo>
                  <a:lnTo>
                    <a:pt x="3569433" y="28932"/>
                  </a:lnTo>
                  <a:lnTo>
                    <a:pt x="3649802" y="18956"/>
                  </a:lnTo>
                  <a:lnTo>
                    <a:pt x="3718965" y="11381"/>
                  </a:lnTo>
                  <a:lnTo>
                    <a:pt x="3773659" y="6056"/>
                  </a:lnTo>
                  <a:lnTo>
                    <a:pt x="3812294" y="2692"/>
                  </a:lnTo>
                  <a:lnTo>
                    <a:pt x="3835425" y="882"/>
                  </a:lnTo>
                  <a:lnTo>
                    <a:pt x="3845801" y="149"/>
                  </a:lnTo>
                  <a:lnTo>
                    <a:pt x="3848098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5" y="12"/>
                  </a:lnTo>
                  <a:lnTo>
                    <a:pt x="4396638" y="100"/>
                  </a:lnTo>
                  <a:lnTo>
                    <a:pt x="4417784" y="343"/>
                  </a:lnTo>
                  <a:lnTo>
                    <a:pt x="4454987" y="820"/>
                  </a:lnTo>
                  <a:lnTo>
                    <a:pt x="4509226" y="1600"/>
                  </a:lnTo>
                  <a:lnTo>
                    <a:pt x="4579045" y="2733"/>
                  </a:lnTo>
                  <a:lnTo>
                    <a:pt x="4661041" y="4244"/>
                  </a:lnTo>
                  <a:lnTo>
                    <a:pt x="4750741" y="6141"/>
                  </a:lnTo>
                  <a:lnTo>
                    <a:pt x="4843569" y="8417"/>
                  </a:lnTo>
                  <a:lnTo>
                    <a:pt x="4935594" y="11062"/>
                  </a:lnTo>
                  <a:lnTo>
                    <a:pt x="5023932" y="14075"/>
                  </a:lnTo>
                  <a:lnTo>
                    <a:pt x="5106812" y="17466"/>
                  </a:lnTo>
                  <a:lnTo>
                    <a:pt x="5183433" y="21260"/>
                  </a:lnTo>
                  <a:lnTo>
                    <a:pt x="5253733" y="25503"/>
                  </a:lnTo>
                  <a:lnTo>
                    <a:pt x="5318154" y="30255"/>
                  </a:lnTo>
                  <a:lnTo>
                    <a:pt x="5377447" y="35590"/>
                  </a:lnTo>
                  <a:lnTo>
                    <a:pt x="5432524" y="41595"/>
                  </a:lnTo>
                  <a:lnTo>
                    <a:pt x="5484352" y="48356"/>
                  </a:lnTo>
                  <a:lnTo>
                    <a:pt x="5533860" y="55946"/>
                  </a:lnTo>
                  <a:lnTo>
                    <a:pt x="5567201" y="61704"/>
                  </a:lnTo>
                  <a:lnTo>
                    <a:pt x="5619145" y="71687"/>
                  </a:lnTo>
                  <a:lnTo>
                    <a:pt x="5670589" y="82740"/>
                  </a:lnTo>
                  <a:lnTo>
                    <a:pt x="5722107" y="94875"/>
                  </a:lnTo>
                  <a:lnTo>
                    <a:pt x="5774076" y="108066"/>
                  </a:lnTo>
                  <a:lnTo>
                    <a:pt x="5826706" y="122239"/>
                  </a:lnTo>
                  <a:lnTo>
                    <a:pt x="5880060" y="137273"/>
                  </a:lnTo>
                  <a:lnTo>
                    <a:pt x="5934077" y="152998"/>
                  </a:lnTo>
                  <a:lnTo>
                    <a:pt x="5988591" y="169207"/>
                  </a:lnTo>
                  <a:lnTo>
                    <a:pt x="6043368" y="185662"/>
                  </a:lnTo>
                  <a:lnTo>
                    <a:pt x="6098136" y="202108"/>
                  </a:lnTo>
                  <a:lnTo>
                    <a:pt x="6152624" y="218292"/>
                  </a:lnTo>
                  <a:lnTo>
                    <a:pt x="6206601" y="233977"/>
                  </a:lnTo>
                  <a:lnTo>
                    <a:pt x="6259908" y="248958"/>
                  </a:lnTo>
                  <a:lnTo>
                    <a:pt x="6312490" y="263069"/>
                  </a:lnTo>
                  <a:lnTo>
                    <a:pt x="6364421" y="276192"/>
                  </a:lnTo>
                  <a:lnTo>
                    <a:pt x="6415920" y="288256"/>
                  </a:lnTo>
                  <a:lnTo>
                    <a:pt x="6467378" y="299236"/>
                  </a:lnTo>
                  <a:lnTo>
                    <a:pt x="6515891" y="308523"/>
                  </a:lnTo>
                  <a:lnTo>
                    <a:pt x="6564277" y="316710"/>
                  </a:lnTo>
                  <a:lnTo>
                    <a:pt x="6614406" y="324038"/>
                  </a:lnTo>
                  <a:lnTo>
                    <a:pt x="6667131" y="330557"/>
                  </a:lnTo>
                  <a:lnTo>
                    <a:pt x="6723404" y="336347"/>
                  </a:lnTo>
                  <a:lnTo>
                    <a:pt x="6784183" y="341494"/>
                  </a:lnTo>
                  <a:lnTo>
                    <a:pt x="6850345" y="346081"/>
                  </a:lnTo>
                  <a:lnTo>
                    <a:pt x="6922564" y="350181"/>
                  </a:lnTo>
                  <a:lnTo>
                    <a:pt x="7001147" y="353847"/>
                  </a:lnTo>
                  <a:lnTo>
                    <a:pt x="7085834" y="357119"/>
                  </a:lnTo>
                  <a:lnTo>
                    <a:pt x="7175545" y="360019"/>
                  </a:lnTo>
                  <a:lnTo>
                    <a:pt x="7268177" y="362551"/>
                  </a:lnTo>
                  <a:lnTo>
                    <a:pt x="7360502" y="364711"/>
                  </a:lnTo>
                  <a:lnTo>
                    <a:pt x="7448332" y="366489"/>
                  </a:lnTo>
                  <a:lnTo>
                    <a:pt x="7527025" y="367883"/>
                  </a:lnTo>
                  <a:lnTo>
                    <a:pt x="7592335" y="368903"/>
                  </a:lnTo>
                  <a:lnTo>
                    <a:pt x="7641376" y="369583"/>
                  </a:lnTo>
                  <a:lnTo>
                    <a:pt x="7673416" y="369980"/>
                  </a:lnTo>
                  <a:lnTo>
                    <a:pt x="7690198" y="370167"/>
                  </a:lnTo>
                  <a:lnTo>
                    <a:pt x="7695798" y="370224"/>
                  </a:lnTo>
                  <a:lnTo>
                    <a:pt x="7696237" y="370228"/>
                  </a:lnTo>
                  <a:lnTo>
                    <a:pt x="8234974" y="370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7" name="pl1087"/>
            <p:cNvSpPr/>
            <p:nvPr/>
          </p:nvSpPr>
          <p:spPr>
            <a:xfrm>
              <a:off x="546595" y="864792"/>
              <a:ext cx="8234974" cy="2471818"/>
            </a:xfrm>
            <a:custGeom>
              <a:avLst/>
              <a:pathLst>
                <a:path w="8234974" h="2471818">
                  <a:moveTo>
                    <a:pt x="8234974" y="370228"/>
                  </a:moveTo>
                  <a:lnTo>
                    <a:pt x="7696237" y="370228"/>
                  </a:lnTo>
                  <a:lnTo>
                    <a:pt x="7694937" y="370216"/>
                  </a:lnTo>
                  <a:lnTo>
                    <a:pt x="7686455" y="370128"/>
                  </a:lnTo>
                  <a:lnTo>
                    <a:pt x="7665309" y="369884"/>
                  </a:lnTo>
                  <a:lnTo>
                    <a:pt x="7628105" y="369407"/>
                  </a:lnTo>
                  <a:lnTo>
                    <a:pt x="7573866" y="368627"/>
                  </a:lnTo>
                  <a:lnTo>
                    <a:pt x="7504048" y="367495"/>
                  </a:lnTo>
                  <a:lnTo>
                    <a:pt x="7422052" y="365983"/>
                  </a:lnTo>
                  <a:lnTo>
                    <a:pt x="7332351" y="364086"/>
                  </a:lnTo>
                  <a:lnTo>
                    <a:pt x="7239523" y="361811"/>
                  </a:lnTo>
                  <a:lnTo>
                    <a:pt x="7147498" y="359165"/>
                  </a:lnTo>
                  <a:lnTo>
                    <a:pt x="7059161" y="356152"/>
                  </a:lnTo>
                  <a:lnTo>
                    <a:pt x="6976281" y="352762"/>
                  </a:lnTo>
                  <a:lnTo>
                    <a:pt x="6899660" y="348967"/>
                  </a:lnTo>
                  <a:lnTo>
                    <a:pt x="6829359" y="344724"/>
                  </a:lnTo>
                  <a:lnTo>
                    <a:pt x="6764938" y="339973"/>
                  </a:lnTo>
                  <a:lnTo>
                    <a:pt x="6705645" y="334637"/>
                  </a:lnTo>
                  <a:lnTo>
                    <a:pt x="6650568" y="328632"/>
                  </a:lnTo>
                  <a:lnTo>
                    <a:pt x="6598741" y="321871"/>
                  </a:lnTo>
                  <a:lnTo>
                    <a:pt x="6549232" y="314282"/>
                  </a:lnTo>
                  <a:lnTo>
                    <a:pt x="6515891" y="308523"/>
                  </a:lnTo>
                  <a:lnTo>
                    <a:pt x="6463948" y="298540"/>
                  </a:lnTo>
                  <a:lnTo>
                    <a:pt x="6412503" y="287487"/>
                  </a:lnTo>
                  <a:lnTo>
                    <a:pt x="6360985" y="275352"/>
                  </a:lnTo>
                  <a:lnTo>
                    <a:pt x="6309017" y="262161"/>
                  </a:lnTo>
                  <a:lnTo>
                    <a:pt x="6256387" y="247988"/>
                  </a:lnTo>
                  <a:lnTo>
                    <a:pt x="6203032" y="232955"/>
                  </a:lnTo>
                  <a:lnTo>
                    <a:pt x="6149016" y="217229"/>
                  </a:lnTo>
                  <a:lnTo>
                    <a:pt x="6094501" y="201020"/>
                  </a:lnTo>
                  <a:lnTo>
                    <a:pt x="6039724" y="184565"/>
                  </a:lnTo>
                  <a:lnTo>
                    <a:pt x="5984956" y="168120"/>
                  </a:lnTo>
                  <a:lnTo>
                    <a:pt x="5930468" y="151935"/>
                  </a:lnTo>
                  <a:lnTo>
                    <a:pt x="5876491" y="136250"/>
                  </a:lnTo>
                  <a:lnTo>
                    <a:pt x="5823184" y="121269"/>
                  </a:lnTo>
                  <a:lnTo>
                    <a:pt x="5770602" y="107158"/>
                  </a:lnTo>
                  <a:lnTo>
                    <a:pt x="5718672" y="94035"/>
                  </a:lnTo>
                  <a:lnTo>
                    <a:pt x="5667172" y="81971"/>
                  </a:lnTo>
                  <a:lnTo>
                    <a:pt x="5615715" y="70991"/>
                  </a:lnTo>
                  <a:lnTo>
                    <a:pt x="5567201" y="61704"/>
                  </a:lnTo>
                  <a:lnTo>
                    <a:pt x="5518815" y="53518"/>
                  </a:lnTo>
                  <a:lnTo>
                    <a:pt x="5468686" y="46189"/>
                  </a:lnTo>
                  <a:lnTo>
                    <a:pt x="5415961" y="39670"/>
                  </a:lnTo>
                  <a:lnTo>
                    <a:pt x="5359689" y="33880"/>
                  </a:lnTo>
                  <a:lnTo>
                    <a:pt x="5298909" y="28733"/>
                  </a:lnTo>
                  <a:lnTo>
                    <a:pt x="5232747" y="24146"/>
                  </a:lnTo>
                  <a:lnTo>
                    <a:pt x="5160529" y="20047"/>
                  </a:lnTo>
                  <a:lnTo>
                    <a:pt x="5081945" y="16380"/>
                  </a:lnTo>
                  <a:lnTo>
                    <a:pt x="4997259" y="13108"/>
                  </a:lnTo>
                  <a:lnTo>
                    <a:pt x="4907547" y="10209"/>
                  </a:lnTo>
                  <a:lnTo>
                    <a:pt x="4814915" y="7676"/>
                  </a:lnTo>
                  <a:lnTo>
                    <a:pt x="4722590" y="5516"/>
                  </a:lnTo>
                  <a:lnTo>
                    <a:pt x="4634761" y="3738"/>
                  </a:lnTo>
                  <a:lnTo>
                    <a:pt x="4556067" y="2345"/>
                  </a:lnTo>
                  <a:lnTo>
                    <a:pt x="4490758" y="1325"/>
                  </a:lnTo>
                  <a:lnTo>
                    <a:pt x="4441716" y="644"/>
                  </a:lnTo>
                  <a:lnTo>
                    <a:pt x="4409676" y="247"/>
                  </a:lnTo>
                  <a:lnTo>
                    <a:pt x="4392894" y="60"/>
                  </a:lnTo>
                  <a:lnTo>
                    <a:pt x="43872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4" y="615"/>
                  </a:lnTo>
                  <a:lnTo>
                    <a:pt x="3819524" y="2106"/>
                  </a:lnTo>
                  <a:lnTo>
                    <a:pt x="3784945" y="5036"/>
                  </a:lnTo>
                  <a:lnTo>
                    <a:pt x="3734235" y="9834"/>
                  </a:lnTo>
                  <a:lnTo>
                    <a:pt x="3668471" y="16821"/>
                  </a:lnTo>
                  <a:lnTo>
                    <a:pt x="3590560" y="26184"/>
                  </a:lnTo>
                  <a:lnTo>
                    <a:pt x="3504509" y="37980"/>
                  </a:lnTo>
                  <a:lnTo>
                    <a:pt x="3414579" y="52180"/>
                  </a:lnTo>
                  <a:lnTo>
                    <a:pt x="3324572" y="68727"/>
                  </a:lnTo>
                  <a:lnTo>
                    <a:pt x="3237408" y="87591"/>
                  </a:lnTo>
                  <a:lnTo>
                    <a:pt x="3155005" y="108808"/>
                  </a:lnTo>
                  <a:lnTo>
                    <a:pt x="3078360" y="132508"/>
                  </a:lnTo>
                  <a:lnTo>
                    <a:pt x="3007738" y="158923"/>
                  </a:lnTo>
                  <a:lnTo>
                    <a:pt x="2942882" y="188389"/>
                  </a:lnTo>
                  <a:lnTo>
                    <a:pt x="2883196" y="221335"/>
                  </a:lnTo>
                  <a:lnTo>
                    <a:pt x="2827889" y="258261"/>
                  </a:lnTo>
                  <a:lnTo>
                    <a:pt x="2776084" y="299706"/>
                  </a:lnTo>
                  <a:lnTo>
                    <a:pt x="2726901" y="346174"/>
                  </a:lnTo>
                  <a:lnTo>
                    <a:pt x="2679528" y="398018"/>
                  </a:lnTo>
                  <a:lnTo>
                    <a:pt x="2667772" y="411969"/>
                  </a:lnTo>
                  <a:lnTo>
                    <a:pt x="2630396" y="459113"/>
                  </a:lnTo>
                  <a:lnTo>
                    <a:pt x="2593375" y="509907"/>
                  </a:lnTo>
                  <a:lnTo>
                    <a:pt x="2556465" y="564423"/>
                  </a:lnTo>
                  <a:lnTo>
                    <a:pt x="2519478" y="622668"/>
                  </a:lnTo>
                  <a:lnTo>
                    <a:pt x="2482274" y="684573"/>
                  </a:lnTo>
                  <a:lnTo>
                    <a:pt x="2444761" y="749988"/>
                  </a:lnTo>
                  <a:lnTo>
                    <a:pt x="2406886" y="818679"/>
                  </a:lnTo>
                  <a:lnTo>
                    <a:pt x="2368635" y="890324"/>
                  </a:lnTo>
                  <a:lnTo>
                    <a:pt x="2330027" y="964520"/>
                  </a:lnTo>
                  <a:lnTo>
                    <a:pt x="2291110" y="1040788"/>
                  </a:lnTo>
                  <a:lnTo>
                    <a:pt x="2251953" y="1118582"/>
                  </a:lnTo>
                  <a:lnTo>
                    <a:pt x="2212647" y="1197310"/>
                  </a:lnTo>
                  <a:lnTo>
                    <a:pt x="2173291" y="1276348"/>
                  </a:lnTo>
                  <a:lnTo>
                    <a:pt x="2133987" y="1355061"/>
                  </a:lnTo>
                  <a:lnTo>
                    <a:pt x="2094835" y="1432826"/>
                  </a:lnTo>
                  <a:lnTo>
                    <a:pt x="2055924" y="1509051"/>
                  </a:lnTo>
                  <a:lnTo>
                    <a:pt x="2017324" y="1583193"/>
                  </a:lnTo>
                  <a:lnTo>
                    <a:pt x="1979082" y="1654774"/>
                  </a:lnTo>
                  <a:lnTo>
                    <a:pt x="1941216" y="1723392"/>
                  </a:lnTo>
                  <a:lnTo>
                    <a:pt x="1903711" y="1788728"/>
                  </a:lnTo>
                  <a:lnTo>
                    <a:pt x="1866513" y="1850548"/>
                  </a:lnTo>
                  <a:lnTo>
                    <a:pt x="1829529" y="1908707"/>
                  </a:lnTo>
                  <a:lnTo>
                    <a:pt x="1792619" y="1963136"/>
                  </a:lnTo>
                  <a:lnTo>
                    <a:pt x="1755593" y="2013843"/>
                  </a:lnTo>
                  <a:lnTo>
                    <a:pt x="1719082" y="2059848"/>
                  </a:lnTo>
                  <a:lnTo>
                    <a:pt x="1672055" y="2113070"/>
                  </a:lnTo>
                  <a:lnTo>
                    <a:pt x="1623401" y="2160872"/>
                  </a:lnTo>
                  <a:lnTo>
                    <a:pt x="1572340" y="2203541"/>
                  </a:lnTo>
                  <a:lnTo>
                    <a:pt x="1518001" y="2241557"/>
                  </a:lnTo>
                  <a:lnTo>
                    <a:pt x="1459500" y="2275458"/>
                  </a:lnTo>
                  <a:lnTo>
                    <a:pt x="1396015" y="2305759"/>
                  </a:lnTo>
                  <a:lnTo>
                    <a:pt x="1326890" y="2332909"/>
                  </a:lnTo>
                  <a:lnTo>
                    <a:pt x="1251765" y="2357268"/>
                  </a:lnTo>
                  <a:lnTo>
                    <a:pt x="1170754" y="2379096"/>
                  </a:lnTo>
                  <a:lnTo>
                    <a:pt x="1084650" y="2398546"/>
                  </a:lnTo>
                  <a:lnTo>
                    <a:pt x="995124" y="2415679"/>
                  </a:lnTo>
                  <a:lnTo>
                    <a:pt x="904845" y="2430478"/>
                  </a:lnTo>
                  <a:lnTo>
                    <a:pt x="817421" y="2442885"/>
                  </a:lnTo>
                  <a:lnTo>
                    <a:pt x="737053" y="2452861"/>
                  </a:lnTo>
                  <a:lnTo>
                    <a:pt x="667889" y="2460436"/>
                  </a:lnTo>
                  <a:lnTo>
                    <a:pt x="613195" y="2465761"/>
                  </a:lnTo>
                  <a:lnTo>
                    <a:pt x="574561" y="2469125"/>
                  </a:lnTo>
                  <a:lnTo>
                    <a:pt x="551430" y="2470936"/>
                  </a:lnTo>
                  <a:lnTo>
                    <a:pt x="541054" y="2471669"/>
                  </a:lnTo>
                  <a:lnTo>
                    <a:pt x="538756" y="2471817"/>
                  </a:lnTo>
                  <a:lnTo>
                    <a:pt x="538736" y="2471818"/>
                  </a:lnTo>
                  <a:lnTo>
                    <a:pt x="0" y="24718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8" name="pg1088"/>
            <p:cNvSpPr/>
            <p:nvPr/>
          </p:nvSpPr>
          <p:spPr>
            <a:xfrm>
              <a:off x="546595" y="875681"/>
              <a:ext cx="8234974" cy="2471818"/>
            </a:xfrm>
            <a:custGeom>
              <a:avLst/>
              <a:pathLst>
                <a:path w="8234974" h="2471818">
                  <a:moveTo>
                    <a:pt x="0" y="2471818"/>
                  </a:moveTo>
                  <a:lnTo>
                    <a:pt x="538736" y="2471818"/>
                  </a:lnTo>
                  <a:lnTo>
                    <a:pt x="539934" y="2471743"/>
                  </a:lnTo>
                  <a:lnTo>
                    <a:pt x="547763" y="2471204"/>
                  </a:lnTo>
                  <a:lnTo>
                    <a:pt x="567340" y="2469715"/>
                  </a:lnTo>
                  <a:lnTo>
                    <a:pt x="601930" y="2466791"/>
                  </a:lnTo>
                  <a:lnTo>
                    <a:pt x="652654" y="2462002"/>
                  </a:lnTo>
                  <a:lnTo>
                    <a:pt x="718435" y="2455028"/>
                  </a:lnTo>
                  <a:lnTo>
                    <a:pt x="796364" y="2445683"/>
                  </a:lnTo>
                  <a:lnTo>
                    <a:pt x="882430" y="2433909"/>
                  </a:lnTo>
                  <a:lnTo>
                    <a:pt x="972373" y="2419736"/>
                  </a:lnTo>
                  <a:lnTo>
                    <a:pt x="1062389" y="2403220"/>
                  </a:lnTo>
                  <a:lnTo>
                    <a:pt x="1149559" y="2384393"/>
                  </a:lnTo>
                  <a:lnTo>
                    <a:pt x="1231964" y="2363217"/>
                  </a:lnTo>
                  <a:lnTo>
                    <a:pt x="1308609" y="2339563"/>
                  </a:lnTo>
                  <a:lnTo>
                    <a:pt x="1379229" y="2313198"/>
                  </a:lnTo>
                  <a:lnTo>
                    <a:pt x="1444084" y="2283788"/>
                  </a:lnTo>
                  <a:lnTo>
                    <a:pt x="1503769" y="2250904"/>
                  </a:lnTo>
                  <a:lnTo>
                    <a:pt x="1559074" y="2214046"/>
                  </a:lnTo>
                  <a:lnTo>
                    <a:pt x="1610878" y="2172678"/>
                  </a:lnTo>
                  <a:lnTo>
                    <a:pt x="1660062" y="2126295"/>
                  </a:lnTo>
                  <a:lnTo>
                    <a:pt x="1707438" y="2074546"/>
                  </a:lnTo>
                  <a:lnTo>
                    <a:pt x="1719082" y="2060756"/>
                  </a:lnTo>
                  <a:lnTo>
                    <a:pt x="1756490" y="2013675"/>
                  </a:lnTo>
                  <a:lnTo>
                    <a:pt x="1793541" y="1962947"/>
                  </a:lnTo>
                  <a:lnTo>
                    <a:pt x="1830481" y="1908498"/>
                  </a:lnTo>
                  <a:lnTo>
                    <a:pt x="1867500" y="1850322"/>
                  </a:lnTo>
                  <a:lnTo>
                    <a:pt x="1904735" y="1788489"/>
                  </a:lnTo>
                  <a:lnTo>
                    <a:pt x="1942281" y="1723149"/>
                  </a:lnTo>
                  <a:lnTo>
                    <a:pt x="1980189" y="1654536"/>
                  </a:lnTo>
                  <a:lnTo>
                    <a:pt x="2018474" y="1582972"/>
                  </a:lnTo>
                  <a:lnTo>
                    <a:pt x="2057116" y="1508862"/>
                  </a:lnTo>
                  <a:lnTo>
                    <a:pt x="2096068" y="1432685"/>
                  </a:lnTo>
                  <a:lnTo>
                    <a:pt x="2135259" y="1354987"/>
                  </a:lnTo>
                  <a:lnTo>
                    <a:pt x="2174598" y="1276362"/>
                  </a:lnTo>
                  <a:lnTo>
                    <a:pt x="2213987" y="1197433"/>
                  </a:lnTo>
                  <a:lnTo>
                    <a:pt x="2253322" y="1118835"/>
                  </a:lnTo>
                  <a:lnTo>
                    <a:pt x="2292504" y="1041192"/>
                  </a:lnTo>
                  <a:lnTo>
                    <a:pt x="2331444" y="965095"/>
                  </a:lnTo>
                  <a:lnTo>
                    <a:pt x="2370072" y="891087"/>
                  </a:lnTo>
                  <a:lnTo>
                    <a:pt x="2408340" y="819645"/>
                  </a:lnTo>
                  <a:lnTo>
                    <a:pt x="2446231" y="751170"/>
                  </a:lnTo>
                  <a:lnTo>
                    <a:pt x="2483762" y="685979"/>
                  </a:lnTo>
                  <a:lnTo>
                    <a:pt x="2520986" y="624305"/>
                  </a:lnTo>
                  <a:lnTo>
                    <a:pt x="2557998" y="566292"/>
                  </a:lnTo>
                  <a:lnTo>
                    <a:pt x="2594939" y="512008"/>
                  </a:lnTo>
                  <a:lnTo>
                    <a:pt x="2632000" y="461442"/>
                  </a:lnTo>
                  <a:lnTo>
                    <a:pt x="2667772" y="416506"/>
                  </a:lnTo>
                  <a:lnTo>
                    <a:pt x="2714806" y="363396"/>
                  </a:lnTo>
                  <a:lnTo>
                    <a:pt x="2763466" y="315695"/>
                  </a:lnTo>
                  <a:lnTo>
                    <a:pt x="2814534" y="273116"/>
                  </a:lnTo>
                  <a:lnTo>
                    <a:pt x="2868880" y="235181"/>
                  </a:lnTo>
                  <a:lnTo>
                    <a:pt x="2927391" y="201353"/>
                  </a:lnTo>
                  <a:lnTo>
                    <a:pt x="2990887" y="171117"/>
                  </a:lnTo>
                  <a:lnTo>
                    <a:pt x="3060025" y="144026"/>
                  </a:lnTo>
                  <a:lnTo>
                    <a:pt x="3135165" y="119720"/>
                  </a:lnTo>
                  <a:lnTo>
                    <a:pt x="3216191" y="97940"/>
                  </a:lnTo>
                  <a:lnTo>
                    <a:pt x="3302310" y="78532"/>
                  </a:lnTo>
                  <a:lnTo>
                    <a:pt x="3391850" y="61438"/>
                  </a:lnTo>
                  <a:lnTo>
                    <a:pt x="3482137" y="46674"/>
                  </a:lnTo>
                  <a:lnTo>
                    <a:pt x="3569565" y="34296"/>
                  </a:lnTo>
                  <a:lnTo>
                    <a:pt x="3649928" y="24345"/>
                  </a:lnTo>
                  <a:lnTo>
                    <a:pt x="3719077" y="16789"/>
                  </a:lnTo>
                  <a:lnTo>
                    <a:pt x="3773749" y="11479"/>
                  </a:lnTo>
                  <a:lnTo>
                    <a:pt x="3812356" y="8126"/>
                  </a:lnTo>
                  <a:lnTo>
                    <a:pt x="3835459" y="6322"/>
                  </a:lnTo>
                  <a:lnTo>
                    <a:pt x="3845813" y="559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3" y="5461"/>
                  </a:lnTo>
                  <a:lnTo>
                    <a:pt x="4396622" y="5580"/>
                  </a:lnTo>
                  <a:lnTo>
                    <a:pt x="4417735" y="5908"/>
                  </a:lnTo>
                  <a:lnTo>
                    <a:pt x="4454884" y="6553"/>
                  </a:lnTo>
                  <a:lnTo>
                    <a:pt x="4509050" y="7606"/>
                  </a:lnTo>
                  <a:lnTo>
                    <a:pt x="4578785" y="9136"/>
                  </a:lnTo>
                  <a:lnTo>
                    <a:pt x="4660698" y="11178"/>
                  </a:lnTo>
                  <a:lnTo>
                    <a:pt x="4750326" y="13740"/>
                  </a:lnTo>
                  <a:lnTo>
                    <a:pt x="4843096" y="16815"/>
                  </a:lnTo>
                  <a:lnTo>
                    <a:pt x="4935082" y="20389"/>
                  </a:lnTo>
                  <a:lnTo>
                    <a:pt x="5023398" y="24460"/>
                  </a:lnTo>
                  <a:lnTo>
                    <a:pt x="5106270" y="29042"/>
                  </a:lnTo>
                  <a:lnTo>
                    <a:pt x="5182893" y="34169"/>
                  </a:lnTo>
                  <a:lnTo>
                    <a:pt x="5253201" y="39901"/>
                  </a:lnTo>
                  <a:lnTo>
                    <a:pt x="5317631" y="46320"/>
                  </a:lnTo>
                  <a:lnTo>
                    <a:pt x="5376932" y="53527"/>
                  </a:lnTo>
                  <a:lnTo>
                    <a:pt x="5432012" y="61638"/>
                  </a:lnTo>
                  <a:lnTo>
                    <a:pt x="5483838" y="70769"/>
                  </a:lnTo>
                  <a:lnTo>
                    <a:pt x="5533338" y="81019"/>
                  </a:lnTo>
                  <a:lnTo>
                    <a:pt x="5567201" y="88927"/>
                  </a:lnTo>
                  <a:lnTo>
                    <a:pt x="5618487" y="102252"/>
                  </a:lnTo>
                  <a:lnTo>
                    <a:pt x="5669279" y="116988"/>
                  </a:lnTo>
                  <a:lnTo>
                    <a:pt x="5720131" y="133151"/>
                  </a:lnTo>
                  <a:lnTo>
                    <a:pt x="5771411" y="150709"/>
                  </a:lnTo>
                  <a:lnTo>
                    <a:pt x="5823330" y="169569"/>
                  </a:lnTo>
                  <a:lnTo>
                    <a:pt x="5875955" y="189575"/>
                  </a:lnTo>
                  <a:lnTo>
                    <a:pt x="5929234" y="210513"/>
                  </a:lnTo>
                  <a:lnTo>
                    <a:pt x="5983016" y="232116"/>
                  </a:lnTo>
                  <a:lnTo>
                    <a:pt x="6037080" y="254075"/>
                  </a:lnTo>
                  <a:lnTo>
                    <a:pt x="6091166" y="276061"/>
                  </a:lnTo>
                  <a:lnTo>
                    <a:pt x="6145012" y="297745"/>
                  </a:lnTo>
                  <a:lnTo>
                    <a:pt x="6198386" y="318812"/>
                  </a:lnTo>
                  <a:lnTo>
                    <a:pt x="6251126" y="338989"/>
                  </a:lnTo>
                  <a:lnTo>
                    <a:pt x="6303160" y="358050"/>
                  </a:lnTo>
                  <a:lnTo>
                    <a:pt x="6354535" y="375831"/>
                  </a:lnTo>
                  <a:lnTo>
                    <a:pt x="6405437" y="392228"/>
                  </a:lnTo>
                  <a:lnTo>
                    <a:pt x="6456206" y="407199"/>
                  </a:lnTo>
                  <a:lnTo>
                    <a:pt x="6507363" y="420754"/>
                  </a:lnTo>
                  <a:lnTo>
                    <a:pt x="6515891" y="422858"/>
                  </a:lnTo>
                  <a:lnTo>
                    <a:pt x="6564250" y="433928"/>
                  </a:lnTo>
                  <a:lnTo>
                    <a:pt x="6614348" y="443839"/>
                  </a:lnTo>
                  <a:lnTo>
                    <a:pt x="6667039" y="452655"/>
                  </a:lnTo>
                  <a:lnTo>
                    <a:pt x="6723272" y="460486"/>
                  </a:lnTo>
                  <a:lnTo>
                    <a:pt x="6784004" y="467447"/>
                  </a:lnTo>
                  <a:lnTo>
                    <a:pt x="6850111" y="473653"/>
                  </a:lnTo>
                  <a:lnTo>
                    <a:pt x="6922265" y="479198"/>
                  </a:lnTo>
                  <a:lnTo>
                    <a:pt x="7000778" y="484158"/>
                  </a:lnTo>
                  <a:lnTo>
                    <a:pt x="7085389" y="488585"/>
                  </a:lnTo>
                  <a:lnTo>
                    <a:pt x="7175028" y="492508"/>
                  </a:lnTo>
                  <a:lnTo>
                    <a:pt x="7267598" y="495935"/>
                  </a:lnTo>
                  <a:lnTo>
                    <a:pt x="7359886" y="498859"/>
                  </a:lnTo>
                  <a:lnTo>
                    <a:pt x="7447714" y="501268"/>
                  </a:lnTo>
                  <a:lnTo>
                    <a:pt x="7526450" y="503155"/>
                  </a:lnTo>
                  <a:lnTo>
                    <a:pt x="7591847" y="504539"/>
                  </a:lnTo>
                  <a:lnTo>
                    <a:pt x="7641010" y="505462"/>
                  </a:lnTo>
                  <a:lnTo>
                    <a:pt x="7673186" y="506003"/>
                  </a:lnTo>
                  <a:lnTo>
                    <a:pt x="7690092" y="506258"/>
                  </a:lnTo>
                  <a:lnTo>
                    <a:pt x="7695777" y="506335"/>
                  </a:lnTo>
                  <a:lnTo>
                    <a:pt x="7696237" y="506341"/>
                  </a:lnTo>
                  <a:lnTo>
                    <a:pt x="8234974" y="506341"/>
                  </a:lnTo>
                  <a:lnTo>
                    <a:pt x="8234974" y="500897"/>
                  </a:lnTo>
                  <a:lnTo>
                    <a:pt x="7696237" y="500897"/>
                  </a:lnTo>
                  <a:lnTo>
                    <a:pt x="7694939" y="500880"/>
                  </a:lnTo>
                  <a:lnTo>
                    <a:pt x="7686470" y="500761"/>
                  </a:lnTo>
                  <a:lnTo>
                    <a:pt x="7665357" y="500433"/>
                  </a:lnTo>
                  <a:lnTo>
                    <a:pt x="7628208" y="499788"/>
                  </a:lnTo>
                  <a:lnTo>
                    <a:pt x="7574043" y="498734"/>
                  </a:lnTo>
                  <a:lnTo>
                    <a:pt x="7504307" y="497205"/>
                  </a:lnTo>
                  <a:lnTo>
                    <a:pt x="7422394" y="495163"/>
                  </a:lnTo>
                  <a:lnTo>
                    <a:pt x="7332767" y="492600"/>
                  </a:lnTo>
                  <a:lnTo>
                    <a:pt x="7239996" y="489526"/>
                  </a:lnTo>
                  <a:lnTo>
                    <a:pt x="7148010" y="485951"/>
                  </a:lnTo>
                  <a:lnTo>
                    <a:pt x="7059694" y="481880"/>
                  </a:lnTo>
                  <a:lnTo>
                    <a:pt x="6976822" y="477299"/>
                  </a:lnTo>
                  <a:lnTo>
                    <a:pt x="6900199" y="472172"/>
                  </a:lnTo>
                  <a:lnTo>
                    <a:pt x="6829892" y="466440"/>
                  </a:lnTo>
                  <a:lnTo>
                    <a:pt x="6765461" y="460021"/>
                  </a:lnTo>
                  <a:lnTo>
                    <a:pt x="6706161" y="452814"/>
                  </a:lnTo>
                  <a:lnTo>
                    <a:pt x="6651080" y="444703"/>
                  </a:lnTo>
                  <a:lnTo>
                    <a:pt x="6599255" y="435572"/>
                  </a:lnTo>
                  <a:lnTo>
                    <a:pt x="6549755" y="425321"/>
                  </a:lnTo>
                  <a:lnTo>
                    <a:pt x="6515891" y="417414"/>
                  </a:lnTo>
                  <a:lnTo>
                    <a:pt x="6464605" y="404088"/>
                  </a:lnTo>
                  <a:lnTo>
                    <a:pt x="6413813" y="389353"/>
                  </a:lnTo>
                  <a:lnTo>
                    <a:pt x="6362962" y="373190"/>
                  </a:lnTo>
                  <a:lnTo>
                    <a:pt x="6311681" y="355632"/>
                  </a:lnTo>
                  <a:lnTo>
                    <a:pt x="6259762" y="336772"/>
                  </a:lnTo>
                  <a:lnTo>
                    <a:pt x="6207137" y="316766"/>
                  </a:lnTo>
                  <a:lnTo>
                    <a:pt x="6153858" y="295827"/>
                  </a:lnTo>
                  <a:lnTo>
                    <a:pt x="6100076" y="274225"/>
                  </a:lnTo>
                  <a:lnTo>
                    <a:pt x="6046012" y="252266"/>
                  </a:lnTo>
                  <a:lnTo>
                    <a:pt x="5991926" y="230279"/>
                  </a:lnTo>
                  <a:lnTo>
                    <a:pt x="5938081" y="208596"/>
                  </a:lnTo>
                  <a:lnTo>
                    <a:pt x="5884706" y="187529"/>
                  </a:lnTo>
                  <a:lnTo>
                    <a:pt x="5831967" y="167352"/>
                  </a:lnTo>
                  <a:lnTo>
                    <a:pt x="5779933" y="148291"/>
                  </a:lnTo>
                  <a:lnTo>
                    <a:pt x="5728557" y="130510"/>
                  </a:lnTo>
                  <a:lnTo>
                    <a:pt x="5677656" y="114112"/>
                  </a:lnTo>
                  <a:lnTo>
                    <a:pt x="5626887" y="99141"/>
                  </a:lnTo>
                  <a:lnTo>
                    <a:pt x="5575729" y="85587"/>
                  </a:lnTo>
                  <a:lnTo>
                    <a:pt x="5567201" y="83482"/>
                  </a:lnTo>
                  <a:lnTo>
                    <a:pt x="5518843" y="72413"/>
                  </a:lnTo>
                  <a:lnTo>
                    <a:pt x="5468744" y="62502"/>
                  </a:lnTo>
                  <a:lnTo>
                    <a:pt x="5416053" y="53685"/>
                  </a:lnTo>
                  <a:lnTo>
                    <a:pt x="5359820" y="45855"/>
                  </a:lnTo>
                  <a:lnTo>
                    <a:pt x="5299088" y="38893"/>
                  </a:lnTo>
                  <a:lnTo>
                    <a:pt x="5232981" y="32688"/>
                  </a:lnTo>
                  <a:lnTo>
                    <a:pt x="5160827" y="27143"/>
                  </a:lnTo>
                  <a:lnTo>
                    <a:pt x="5082314" y="22183"/>
                  </a:lnTo>
                  <a:lnTo>
                    <a:pt x="4997704" y="17756"/>
                  </a:lnTo>
                  <a:lnTo>
                    <a:pt x="4908065" y="13833"/>
                  </a:lnTo>
                  <a:lnTo>
                    <a:pt x="4815494" y="10405"/>
                  </a:lnTo>
                  <a:lnTo>
                    <a:pt x="4723206" y="7481"/>
                  </a:lnTo>
                  <a:lnTo>
                    <a:pt x="4635378" y="5073"/>
                  </a:lnTo>
                  <a:lnTo>
                    <a:pt x="4556642" y="3185"/>
                  </a:lnTo>
                  <a:lnTo>
                    <a:pt x="4491246" y="1802"/>
                  </a:lnTo>
                  <a:lnTo>
                    <a:pt x="4442082" y="878"/>
                  </a:lnTo>
                  <a:lnTo>
                    <a:pt x="4409907" y="338"/>
                  </a:lnTo>
                  <a:lnTo>
                    <a:pt x="4393000" y="83"/>
                  </a:lnTo>
                  <a:lnTo>
                    <a:pt x="4387315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1" y="613"/>
                  </a:lnTo>
                  <a:lnTo>
                    <a:pt x="3819515" y="2103"/>
                  </a:lnTo>
                  <a:lnTo>
                    <a:pt x="3784925" y="5027"/>
                  </a:lnTo>
                  <a:lnTo>
                    <a:pt x="3734200" y="9816"/>
                  </a:lnTo>
                  <a:lnTo>
                    <a:pt x="3668419" y="16790"/>
                  </a:lnTo>
                  <a:lnTo>
                    <a:pt x="3590490" y="26135"/>
                  </a:lnTo>
                  <a:lnTo>
                    <a:pt x="3504424" y="37908"/>
                  </a:lnTo>
                  <a:lnTo>
                    <a:pt x="3414482" y="52081"/>
                  </a:lnTo>
                  <a:lnTo>
                    <a:pt x="3324465" y="68597"/>
                  </a:lnTo>
                  <a:lnTo>
                    <a:pt x="3237296" y="87424"/>
                  </a:lnTo>
                  <a:lnTo>
                    <a:pt x="3154891" y="108600"/>
                  </a:lnTo>
                  <a:lnTo>
                    <a:pt x="3078246" y="132254"/>
                  </a:lnTo>
                  <a:lnTo>
                    <a:pt x="3007625" y="158619"/>
                  </a:lnTo>
                  <a:lnTo>
                    <a:pt x="2942771" y="188030"/>
                  </a:lnTo>
                  <a:lnTo>
                    <a:pt x="2883086" y="220914"/>
                  </a:lnTo>
                  <a:lnTo>
                    <a:pt x="2827780" y="257771"/>
                  </a:lnTo>
                  <a:lnTo>
                    <a:pt x="2775976" y="299140"/>
                  </a:lnTo>
                  <a:lnTo>
                    <a:pt x="2726792" y="345523"/>
                  </a:lnTo>
                  <a:lnTo>
                    <a:pt x="2679417" y="397272"/>
                  </a:lnTo>
                  <a:lnTo>
                    <a:pt x="2667772" y="411062"/>
                  </a:lnTo>
                  <a:lnTo>
                    <a:pt x="2630365" y="458143"/>
                  </a:lnTo>
                  <a:lnTo>
                    <a:pt x="2593314" y="508871"/>
                  </a:lnTo>
                  <a:lnTo>
                    <a:pt x="2556374" y="563320"/>
                  </a:lnTo>
                  <a:lnTo>
                    <a:pt x="2519355" y="621495"/>
                  </a:lnTo>
                  <a:lnTo>
                    <a:pt x="2482119" y="683328"/>
                  </a:lnTo>
                  <a:lnTo>
                    <a:pt x="2444574" y="748669"/>
                  </a:lnTo>
                  <a:lnTo>
                    <a:pt x="2406666" y="817282"/>
                  </a:lnTo>
                  <a:lnTo>
                    <a:pt x="2368381" y="888845"/>
                  </a:lnTo>
                  <a:lnTo>
                    <a:pt x="2329738" y="962956"/>
                  </a:lnTo>
                  <a:lnTo>
                    <a:pt x="2290786" y="1039132"/>
                  </a:lnTo>
                  <a:lnTo>
                    <a:pt x="2251596" y="1116830"/>
                  </a:lnTo>
                  <a:lnTo>
                    <a:pt x="2212256" y="1195456"/>
                  </a:lnTo>
                  <a:lnTo>
                    <a:pt x="2172867" y="1274385"/>
                  </a:lnTo>
                  <a:lnTo>
                    <a:pt x="2133532" y="1352982"/>
                  </a:lnTo>
                  <a:lnTo>
                    <a:pt x="2094350" y="1430626"/>
                  </a:lnTo>
                  <a:lnTo>
                    <a:pt x="2055410" y="1506722"/>
                  </a:lnTo>
                  <a:lnTo>
                    <a:pt x="2016783" y="1580730"/>
                  </a:lnTo>
                  <a:lnTo>
                    <a:pt x="1978515" y="1652172"/>
                  </a:lnTo>
                  <a:lnTo>
                    <a:pt x="1940623" y="1720647"/>
                  </a:lnTo>
                  <a:lnTo>
                    <a:pt x="1903092" y="1785838"/>
                  </a:lnTo>
                  <a:lnTo>
                    <a:pt x="1865869" y="1847513"/>
                  </a:lnTo>
                  <a:lnTo>
                    <a:pt x="1828857" y="1905525"/>
                  </a:lnTo>
                  <a:lnTo>
                    <a:pt x="1791916" y="1959810"/>
                  </a:lnTo>
                  <a:lnTo>
                    <a:pt x="1754855" y="2010376"/>
                  </a:lnTo>
                  <a:lnTo>
                    <a:pt x="1719082" y="2055311"/>
                  </a:lnTo>
                  <a:lnTo>
                    <a:pt x="1672049" y="2108422"/>
                  </a:lnTo>
                  <a:lnTo>
                    <a:pt x="1623389" y="2156123"/>
                  </a:lnTo>
                  <a:lnTo>
                    <a:pt x="1572321" y="2198701"/>
                  </a:lnTo>
                  <a:lnTo>
                    <a:pt x="1517975" y="2236637"/>
                  </a:lnTo>
                  <a:lnTo>
                    <a:pt x="1459464" y="2270465"/>
                  </a:lnTo>
                  <a:lnTo>
                    <a:pt x="1395968" y="2300700"/>
                  </a:lnTo>
                  <a:lnTo>
                    <a:pt x="1326829" y="2327792"/>
                  </a:lnTo>
                  <a:lnTo>
                    <a:pt x="1251690" y="2352098"/>
                  </a:lnTo>
                  <a:lnTo>
                    <a:pt x="1170664" y="2373877"/>
                  </a:lnTo>
                  <a:lnTo>
                    <a:pt x="1084544" y="2393285"/>
                  </a:lnTo>
                  <a:lnTo>
                    <a:pt x="995005" y="2410380"/>
                  </a:lnTo>
                  <a:lnTo>
                    <a:pt x="904717" y="2425144"/>
                  </a:lnTo>
                  <a:lnTo>
                    <a:pt x="817290" y="2437522"/>
                  </a:lnTo>
                  <a:lnTo>
                    <a:pt x="736926" y="2447473"/>
                  </a:lnTo>
                  <a:lnTo>
                    <a:pt x="667778" y="2455028"/>
                  </a:lnTo>
                  <a:lnTo>
                    <a:pt x="613106" y="2460338"/>
                  </a:lnTo>
                  <a:lnTo>
                    <a:pt x="574499" y="2463692"/>
                  </a:lnTo>
                  <a:lnTo>
                    <a:pt x="551395" y="2465496"/>
                  </a:lnTo>
                  <a:lnTo>
                    <a:pt x="541041" y="2466226"/>
                  </a:lnTo>
                  <a:lnTo>
                    <a:pt x="538736" y="2466373"/>
                  </a:lnTo>
                  <a:lnTo>
                    <a:pt x="0" y="246637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89" name="pl1089"/>
            <p:cNvSpPr/>
            <p:nvPr/>
          </p:nvSpPr>
          <p:spPr>
            <a:xfrm>
              <a:off x="546595" y="881125"/>
              <a:ext cx="8234974" cy="2466373"/>
            </a:xfrm>
            <a:custGeom>
              <a:avLst/>
              <a:pathLst>
                <a:path w="8234974" h="2466373">
                  <a:moveTo>
                    <a:pt x="0" y="2466373"/>
                  </a:moveTo>
                  <a:lnTo>
                    <a:pt x="538736" y="2466373"/>
                  </a:lnTo>
                  <a:lnTo>
                    <a:pt x="539934" y="2466298"/>
                  </a:lnTo>
                  <a:lnTo>
                    <a:pt x="547763" y="2465760"/>
                  </a:lnTo>
                  <a:lnTo>
                    <a:pt x="567340" y="2464270"/>
                  </a:lnTo>
                  <a:lnTo>
                    <a:pt x="601930" y="2461346"/>
                  </a:lnTo>
                  <a:lnTo>
                    <a:pt x="652654" y="2456557"/>
                  </a:lnTo>
                  <a:lnTo>
                    <a:pt x="718435" y="2449583"/>
                  </a:lnTo>
                  <a:lnTo>
                    <a:pt x="796364" y="2440238"/>
                  </a:lnTo>
                  <a:lnTo>
                    <a:pt x="882430" y="2428465"/>
                  </a:lnTo>
                  <a:lnTo>
                    <a:pt x="972373" y="2414292"/>
                  </a:lnTo>
                  <a:lnTo>
                    <a:pt x="1062389" y="2397776"/>
                  </a:lnTo>
                  <a:lnTo>
                    <a:pt x="1149559" y="2378949"/>
                  </a:lnTo>
                  <a:lnTo>
                    <a:pt x="1231964" y="2357773"/>
                  </a:lnTo>
                  <a:lnTo>
                    <a:pt x="1308609" y="2334118"/>
                  </a:lnTo>
                  <a:lnTo>
                    <a:pt x="1379229" y="2307754"/>
                  </a:lnTo>
                  <a:lnTo>
                    <a:pt x="1444084" y="2278343"/>
                  </a:lnTo>
                  <a:lnTo>
                    <a:pt x="1503769" y="2245459"/>
                  </a:lnTo>
                  <a:lnTo>
                    <a:pt x="1559074" y="2208602"/>
                  </a:lnTo>
                  <a:lnTo>
                    <a:pt x="1610878" y="2167233"/>
                  </a:lnTo>
                  <a:lnTo>
                    <a:pt x="1660062" y="2120850"/>
                  </a:lnTo>
                  <a:lnTo>
                    <a:pt x="1707438" y="2069101"/>
                  </a:lnTo>
                  <a:lnTo>
                    <a:pt x="1719082" y="2055311"/>
                  </a:lnTo>
                  <a:lnTo>
                    <a:pt x="1756490" y="2008230"/>
                  </a:lnTo>
                  <a:lnTo>
                    <a:pt x="1793541" y="1957502"/>
                  </a:lnTo>
                  <a:lnTo>
                    <a:pt x="1830481" y="1903053"/>
                  </a:lnTo>
                  <a:lnTo>
                    <a:pt x="1867500" y="1844878"/>
                  </a:lnTo>
                  <a:lnTo>
                    <a:pt x="1904735" y="1783045"/>
                  </a:lnTo>
                  <a:lnTo>
                    <a:pt x="1942281" y="1717704"/>
                  </a:lnTo>
                  <a:lnTo>
                    <a:pt x="1980189" y="1649091"/>
                  </a:lnTo>
                  <a:lnTo>
                    <a:pt x="2018474" y="1577527"/>
                  </a:lnTo>
                  <a:lnTo>
                    <a:pt x="2057116" y="1503417"/>
                  </a:lnTo>
                  <a:lnTo>
                    <a:pt x="2096068" y="1427241"/>
                  </a:lnTo>
                  <a:lnTo>
                    <a:pt x="2135259" y="1349543"/>
                  </a:lnTo>
                  <a:lnTo>
                    <a:pt x="2174598" y="1270917"/>
                  </a:lnTo>
                  <a:lnTo>
                    <a:pt x="2213987" y="1191988"/>
                  </a:lnTo>
                  <a:lnTo>
                    <a:pt x="2253322" y="1113391"/>
                  </a:lnTo>
                  <a:lnTo>
                    <a:pt x="2292504" y="1035747"/>
                  </a:lnTo>
                  <a:lnTo>
                    <a:pt x="2331444" y="959651"/>
                  </a:lnTo>
                  <a:lnTo>
                    <a:pt x="2370072" y="885643"/>
                  </a:lnTo>
                  <a:lnTo>
                    <a:pt x="2408340" y="814201"/>
                  </a:lnTo>
                  <a:lnTo>
                    <a:pt x="2446231" y="745726"/>
                  </a:lnTo>
                  <a:lnTo>
                    <a:pt x="2483762" y="680535"/>
                  </a:lnTo>
                  <a:lnTo>
                    <a:pt x="2520986" y="618860"/>
                  </a:lnTo>
                  <a:lnTo>
                    <a:pt x="2557998" y="560848"/>
                  </a:lnTo>
                  <a:lnTo>
                    <a:pt x="2594939" y="506563"/>
                  </a:lnTo>
                  <a:lnTo>
                    <a:pt x="2632000" y="455997"/>
                  </a:lnTo>
                  <a:lnTo>
                    <a:pt x="2667772" y="411062"/>
                  </a:lnTo>
                  <a:lnTo>
                    <a:pt x="2714806" y="357951"/>
                  </a:lnTo>
                  <a:lnTo>
                    <a:pt x="2763466" y="310250"/>
                  </a:lnTo>
                  <a:lnTo>
                    <a:pt x="2814534" y="267672"/>
                  </a:lnTo>
                  <a:lnTo>
                    <a:pt x="2868880" y="229736"/>
                  </a:lnTo>
                  <a:lnTo>
                    <a:pt x="2927391" y="195908"/>
                  </a:lnTo>
                  <a:lnTo>
                    <a:pt x="2990887" y="165673"/>
                  </a:lnTo>
                  <a:lnTo>
                    <a:pt x="3060025" y="138581"/>
                  </a:lnTo>
                  <a:lnTo>
                    <a:pt x="3135165" y="114275"/>
                  </a:lnTo>
                  <a:lnTo>
                    <a:pt x="3216191" y="92496"/>
                  </a:lnTo>
                  <a:lnTo>
                    <a:pt x="3302310" y="73088"/>
                  </a:lnTo>
                  <a:lnTo>
                    <a:pt x="3391850" y="55993"/>
                  </a:lnTo>
                  <a:lnTo>
                    <a:pt x="3482137" y="41229"/>
                  </a:lnTo>
                  <a:lnTo>
                    <a:pt x="3569565" y="28851"/>
                  </a:lnTo>
                  <a:lnTo>
                    <a:pt x="3649928" y="18900"/>
                  </a:lnTo>
                  <a:lnTo>
                    <a:pt x="3719077" y="11345"/>
                  </a:lnTo>
                  <a:lnTo>
                    <a:pt x="3773749" y="6035"/>
                  </a:lnTo>
                  <a:lnTo>
                    <a:pt x="3812356" y="2681"/>
                  </a:lnTo>
                  <a:lnTo>
                    <a:pt x="3835459" y="877"/>
                  </a:lnTo>
                  <a:lnTo>
                    <a:pt x="3845813" y="147"/>
                  </a:lnTo>
                  <a:lnTo>
                    <a:pt x="3848099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6"/>
                  </a:lnTo>
                  <a:lnTo>
                    <a:pt x="4396622" y="135"/>
                  </a:lnTo>
                  <a:lnTo>
                    <a:pt x="4417735" y="464"/>
                  </a:lnTo>
                  <a:lnTo>
                    <a:pt x="4454884" y="1108"/>
                  </a:lnTo>
                  <a:lnTo>
                    <a:pt x="4509050" y="2162"/>
                  </a:lnTo>
                  <a:lnTo>
                    <a:pt x="4578785" y="3691"/>
                  </a:lnTo>
                  <a:lnTo>
                    <a:pt x="4660698" y="5733"/>
                  </a:lnTo>
                  <a:lnTo>
                    <a:pt x="4750326" y="8296"/>
                  </a:lnTo>
                  <a:lnTo>
                    <a:pt x="4843096" y="11370"/>
                  </a:lnTo>
                  <a:lnTo>
                    <a:pt x="4935082" y="14945"/>
                  </a:lnTo>
                  <a:lnTo>
                    <a:pt x="5023398" y="19016"/>
                  </a:lnTo>
                  <a:lnTo>
                    <a:pt x="5106270" y="23597"/>
                  </a:lnTo>
                  <a:lnTo>
                    <a:pt x="5182893" y="28724"/>
                  </a:lnTo>
                  <a:lnTo>
                    <a:pt x="5253201" y="34456"/>
                  </a:lnTo>
                  <a:lnTo>
                    <a:pt x="5317631" y="40875"/>
                  </a:lnTo>
                  <a:lnTo>
                    <a:pt x="5376932" y="48082"/>
                  </a:lnTo>
                  <a:lnTo>
                    <a:pt x="5432012" y="56193"/>
                  </a:lnTo>
                  <a:lnTo>
                    <a:pt x="5483838" y="65324"/>
                  </a:lnTo>
                  <a:lnTo>
                    <a:pt x="5533338" y="75575"/>
                  </a:lnTo>
                  <a:lnTo>
                    <a:pt x="5567201" y="83482"/>
                  </a:lnTo>
                  <a:lnTo>
                    <a:pt x="5618487" y="96808"/>
                  </a:lnTo>
                  <a:lnTo>
                    <a:pt x="5669279" y="111543"/>
                  </a:lnTo>
                  <a:lnTo>
                    <a:pt x="5720131" y="127707"/>
                  </a:lnTo>
                  <a:lnTo>
                    <a:pt x="5771411" y="145265"/>
                  </a:lnTo>
                  <a:lnTo>
                    <a:pt x="5823330" y="164124"/>
                  </a:lnTo>
                  <a:lnTo>
                    <a:pt x="5875955" y="184131"/>
                  </a:lnTo>
                  <a:lnTo>
                    <a:pt x="5929234" y="205069"/>
                  </a:lnTo>
                  <a:lnTo>
                    <a:pt x="5983016" y="226671"/>
                  </a:lnTo>
                  <a:lnTo>
                    <a:pt x="6037080" y="248630"/>
                  </a:lnTo>
                  <a:lnTo>
                    <a:pt x="6091166" y="270617"/>
                  </a:lnTo>
                  <a:lnTo>
                    <a:pt x="6145012" y="292300"/>
                  </a:lnTo>
                  <a:lnTo>
                    <a:pt x="6198386" y="313368"/>
                  </a:lnTo>
                  <a:lnTo>
                    <a:pt x="6251126" y="333544"/>
                  </a:lnTo>
                  <a:lnTo>
                    <a:pt x="6303160" y="352605"/>
                  </a:lnTo>
                  <a:lnTo>
                    <a:pt x="6354535" y="370386"/>
                  </a:lnTo>
                  <a:lnTo>
                    <a:pt x="6405437" y="386784"/>
                  </a:lnTo>
                  <a:lnTo>
                    <a:pt x="6456206" y="401755"/>
                  </a:lnTo>
                  <a:lnTo>
                    <a:pt x="6507363" y="415309"/>
                  </a:lnTo>
                  <a:lnTo>
                    <a:pt x="6515891" y="417414"/>
                  </a:lnTo>
                  <a:lnTo>
                    <a:pt x="6564250" y="428484"/>
                  </a:lnTo>
                  <a:lnTo>
                    <a:pt x="6614348" y="438394"/>
                  </a:lnTo>
                  <a:lnTo>
                    <a:pt x="6667039" y="447211"/>
                  </a:lnTo>
                  <a:lnTo>
                    <a:pt x="6723272" y="455041"/>
                  </a:lnTo>
                  <a:lnTo>
                    <a:pt x="6784004" y="462003"/>
                  </a:lnTo>
                  <a:lnTo>
                    <a:pt x="6850111" y="468208"/>
                  </a:lnTo>
                  <a:lnTo>
                    <a:pt x="6922265" y="473753"/>
                  </a:lnTo>
                  <a:lnTo>
                    <a:pt x="7000778" y="478713"/>
                  </a:lnTo>
                  <a:lnTo>
                    <a:pt x="7085389" y="483140"/>
                  </a:lnTo>
                  <a:lnTo>
                    <a:pt x="7175028" y="487063"/>
                  </a:lnTo>
                  <a:lnTo>
                    <a:pt x="7267598" y="490491"/>
                  </a:lnTo>
                  <a:lnTo>
                    <a:pt x="7359886" y="493415"/>
                  </a:lnTo>
                  <a:lnTo>
                    <a:pt x="7447714" y="495823"/>
                  </a:lnTo>
                  <a:lnTo>
                    <a:pt x="7526450" y="497711"/>
                  </a:lnTo>
                  <a:lnTo>
                    <a:pt x="7591847" y="499094"/>
                  </a:lnTo>
                  <a:lnTo>
                    <a:pt x="7641010" y="500018"/>
                  </a:lnTo>
                  <a:lnTo>
                    <a:pt x="7673186" y="500558"/>
                  </a:lnTo>
                  <a:lnTo>
                    <a:pt x="7690092" y="500813"/>
                  </a:lnTo>
                  <a:lnTo>
                    <a:pt x="7695777" y="500891"/>
                  </a:lnTo>
                  <a:lnTo>
                    <a:pt x="7696237" y="500897"/>
                  </a:lnTo>
                  <a:lnTo>
                    <a:pt x="8234974" y="500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0" name="pl1090"/>
            <p:cNvSpPr/>
            <p:nvPr/>
          </p:nvSpPr>
          <p:spPr>
            <a:xfrm>
              <a:off x="546595" y="875681"/>
              <a:ext cx="8234974" cy="2466373"/>
            </a:xfrm>
            <a:custGeom>
              <a:avLst/>
              <a:pathLst>
                <a:path w="8234974" h="2466373">
                  <a:moveTo>
                    <a:pt x="8234974" y="500897"/>
                  </a:moveTo>
                  <a:lnTo>
                    <a:pt x="7696237" y="500897"/>
                  </a:lnTo>
                  <a:lnTo>
                    <a:pt x="7694939" y="500880"/>
                  </a:lnTo>
                  <a:lnTo>
                    <a:pt x="7686470" y="500761"/>
                  </a:lnTo>
                  <a:lnTo>
                    <a:pt x="7665357" y="500433"/>
                  </a:lnTo>
                  <a:lnTo>
                    <a:pt x="7628208" y="499788"/>
                  </a:lnTo>
                  <a:lnTo>
                    <a:pt x="7574043" y="498734"/>
                  </a:lnTo>
                  <a:lnTo>
                    <a:pt x="7504307" y="497205"/>
                  </a:lnTo>
                  <a:lnTo>
                    <a:pt x="7422394" y="495163"/>
                  </a:lnTo>
                  <a:lnTo>
                    <a:pt x="7332767" y="492600"/>
                  </a:lnTo>
                  <a:lnTo>
                    <a:pt x="7239996" y="489526"/>
                  </a:lnTo>
                  <a:lnTo>
                    <a:pt x="7148010" y="485951"/>
                  </a:lnTo>
                  <a:lnTo>
                    <a:pt x="7059694" y="481880"/>
                  </a:lnTo>
                  <a:lnTo>
                    <a:pt x="6976822" y="477299"/>
                  </a:lnTo>
                  <a:lnTo>
                    <a:pt x="6900199" y="472172"/>
                  </a:lnTo>
                  <a:lnTo>
                    <a:pt x="6829892" y="466440"/>
                  </a:lnTo>
                  <a:lnTo>
                    <a:pt x="6765461" y="460021"/>
                  </a:lnTo>
                  <a:lnTo>
                    <a:pt x="6706161" y="452814"/>
                  </a:lnTo>
                  <a:lnTo>
                    <a:pt x="6651080" y="444703"/>
                  </a:lnTo>
                  <a:lnTo>
                    <a:pt x="6599255" y="435572"/>
                  </a:lnTo>
                  <a:lnTo>
                    <a:pt x="6549755" y="425321"/>
                  </a:lnTo>
                  <a:lnTo>
                    <a:pt x="6515891" y="417414"/>
                  </a:lnTo>
                  <a:lnTo>
                    <a:pt x="6464605" y="404088"/>
                  </a:lnTo>
                  <a:lnTo>
                    <a:pt x="6413813" y="389353"/>
                  </a:lnTo>
                  <a:lnTo>
                    <a:pt x="6362962" y="373190"/>
                  </a:lnTo>
                  <a:lnTo>
                    <a:pt x="6311681" y="355632"/>
                  </a:lnTo>
                  <a:lnTo>
                    <a:pt x="6259762" y="336772"/>
                  </a:lnTo>
                  <a:lnTo>
                    <a:pt x="6207137" y="316766"/>
                  </a:lnTo>
                  <a:lnTo>
                    <a:pt x="6153858" y="295827"/>
                  </a:lnTo>
                  <a:lnTo>
                    <a:pt x="6100076" y="274225"/>
                  </a:lnTo>
                  <a:lnTo>
                    <a:pt x="6046012" y="252266"/>
                  </a:lnTo>
                  <a:lnTo>
                    <a:pt x="5991926" y="230279"/>
                  </a:lnTo>
                  <a:lnTo>
                    <a:pt x="5938081" y="208596"/>
                  </a:lnTo>
                  <a:lnTo>
                    <a:pt x="5884706" y="187529"/>
                  </a:lnTo>
                  <a:lnTo>
                    <a:pt x="5831967" y="167352"/>
                  </a:lnTo>
                  <a:lnTo>
                    <a:pt x="5779933" y="148291"/>
                  </a:lnTo>
                  <a:lnTo>
                    <a:pt x="5728557" y="130510"/>
                  </a:lnTo>
                  <a:lnTo>
                    <a:pt x="5677656" y="114112"/>
                  </a:lnTo>
                  <a:lnTo>
                    <a:pt x="5626887" y="99141"/>
                  </a:lnTo>
                  <a:lnTo>
                    <a:pt x="5575729" y="85587"/>
                  </a:lnTo>
                  <a:lnTo>
                    <a:pt x="5567201" y="83482"/>
                  </a:lnTo>
                  <a:lnTo>
                    <a:pt x="5518843" y="72413"/>
                  </a:lnTo>
                  <a:lnTo>
                    <a:pt x="5468744" y="62502"/>
                  </a:lnTo>
                  <a:lnTo>
                    <a:pt x="5416053" y="53685"/>
                  </a:lnTo>
                  <a:lnTo>
                    <a:pt x="5359820" y="45855"/>
                  </a:lnTo>
                  <a:lnTo>
                    <a:pt x="5299088" y="38893"/>
                  </a:lnTo>
                  <a:lnTo>
                    <a:pt x="5232981" y="32688"/>
                  </a:lnTo>
                  <a:lnTo>
                    <a:pt x="5160827" y="27143"/>
                  </a:lnTo>
                  <a:lnTo>
                    <a:pt x="5082314" y="22183"/>
                  </a:lnTo>
                  <a:lnTo>
                    <a:pt x="4997704" y="17756"/>
                  </a:lnTo>
                  <a:lnTo>
                    <a:pt x="4908065" y="13833"/>
                  </a:lnTo>
                  <a:lnTo>
                    <a:pt x="4815494" y="10405"/>
                  </a:lnTo>
                  <a:lnTo>
                    <a:pt x="4723206" y="7481"/>
                  </a:lnTo>
                  <a:lnTo>
                    <a:pt x="4635378" y="5073"/>
                  </a:lnTo>
                  <a:lnTo>
                    <a:pt x="4556642" y="3185"/>
                  </a:lnTo>
                  <a:lnTo>
                    <a:pt x="4491246" y="1802"/>
                  </a:lnTo>
                  <a:lnTo>
                    <a:pt x="4442082" y="878"/>
                  </a:lnTo>
                  <a:lnTo>
                    <a:pt x="4409907" y="338"/>
                  </a:lnTo>
                  <a:lnTo>
                    <a:pt x="4393000" y="83"/>
                  </a:lnTo>
                  <a:lnTo>
                    <a:pt x="4387315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1" y="613"/>
                  </a:lnTo>
                  <a:lnTo>
                    <a:pt x="3819515" y="2103"/>
                  </a:lnTo>
                  <a:lnTo>
                    <a:pt x="3784925" y="5027"/>
                  </a:lnTo>
                  <a:lnTo>
                    <a:pt x="3734200" y="9816"/>
                  </a:lnTo>
                  <a:lnTo>
                    <a:pt x="3668419" y="16790"/>
                  </a:lnTo>
                  <a:lnTo>
                    <a:pt x="3590490" y="26135"/>
                  </a:lnTo>
                  <a:lnTo>
                    <a:pt x="3504424" y="37908"/>
                  </a:lnTo>
                  <a:lnTo>
                    <a:pt x="3414482" y="52081"/>
                  </a:lnTo>
                  <a:lnTo>
                    <a:pt x="3324465" y="68597"/>
                  </a:lnTo>
                  <a:lnTo>
                    <a:pt x="3237296" y="87424"/>
                  </a:lnTo>
                  <a:lnTo>
                    <a:pt x="3154891" y="108600"/>
                  </a:lnTo>
                  <a:lnTo>
                    <a:pt x="3078246" y="132254"/>
                  </a:lnTo>
                  <a:lnTo>
                    <a:pt x="3007625" y="158619"/>
                  </a:lnTo>
                  <a:lnTo>
                    <a:pt x="2942771" y="188030"/>
                  </a:lnTo>
                  <a:lnTo>
                    <a:pt x="2883086" y="220914"/>
                  </a:lnTo>
                  <a:lnTo>
                    <a:pt x="2827780" y="257771"/>
                  </a:lnTo>
                  <a:lnTo>
                    <a:pt x="2775976" y="299140"/>
                  </a:lnTo>
                  <a:lnTo>
                    <a:pt x="2726792" y="345523"/>
                  </a:lnTo>
                  <a:lnTo>
                    <a:pt x="2679417" y="397272"/>
                  </a:lnTo>
                  <a:lnTo>
                    <a:pt x="2667772" y="411062"/>
                  </a:lnTo>
                  <a:lnTo>
                    <a:pt x="2630365" y="458143"/>
                  </a:lnTo>
                  <a:lnTo>
                    <a:pt x="2593314" y="508871"/>
                  </a:lnTo>
                  <a:lnTo>
                    <a:pt x="2556374" y="563320"/>
                  </a:lnTo>
                  <a:lnTo>
                    <a:pt x="2519355" y="621495"/>
                  </a:lnTo>
                  <a:lnTo>
                    <a:pt x="2482119" y="683328"/>
                  </a:lnTo>
                  <a:lnTo>
                    <a:pt x="2444574" y="748669"/>
                  </a:lnTo>
                  <a:lnTo>
                    <a:pt x="2406666" y="817282"/>
                  </a:lnTo>
                  <a:lnTo>
                    <a:pt x="2368381" y="888845"/>
                  </a:lnTo>
                  <a:lnTo>
                    <a:pt x="2329738" y="962956"/>
                  </a:lnTo>
                  <a:lnTo>
                    <a:pt x="2290786" y="1039132"/>
                  </a:lnTo>
                  <a:lnTo>
                    <a:pt x="2251596" y="1116830"/>
                  </a:lnTo>
                  <a:lnTo>
                    <a:pt x="2212256" y="1195456"/>
                  </a:lnTo>
                  <a:lnTo>
                    <a:pt x="2172867" y="1274385"/>
                  </a:lnTo>
                  <a:lnTo>
                    <a:pt x="2133532" y="1352982"/>
                  </a:lnTo>
                  <a:lnTo>
                    <a:pt x="2094350" y="1430626"/>
                  </a:lnTo>
                  <a:lnTo>
                    <a:pt x="2055410" y="1506722"/>
                  </a:lnTo>
                  <a:lnTo>
                    <a:pt x="2016783" y="1580730"/>
                  </a:lnTo>
                  <a:lnTo>
                    <a:pt x="1978515" y="1652172"/>
                  </a:lnTo>
                  <a:lnTo>
                    <a:pt x="1940623" y="1720647"/>
                  </a:lnTo>
                  <a:lnTo>
                    <a:pt x="1903092" y="1785838"/>
                  </a:lnTo>
                  <a:lnTo>
                    <a:pt x="1865869" y="1847513"/>
                  </a:lnTo>
                  <a:lnTo>
                    <a:pt x="1828857" y="1905525"/>
                  </a:lnTo>
                  <a:lnTo>
                    <a:pt x="1791916" y="1959810"/>
                  </a:lnTo>
                  <a:lnTo>
                    <a:pt x="1754855" y="2010376"/>
                  </a:lnTo>
                  <a:lnTo>
                    <a:pt x="1719082" y="2055311"/>
                  </a:lnTo>
                  <a:lnTo>
                    <a:pt x="1672049" y="2108422"/>
                  </a:lnTo>
                  <a:lnTo>
                    <a:pt x="1623389" y="2156123"/>
                  </a:lnTo>
                  <a:lnTo>
                    <a:pt x="1572321" y="2198701"/>
                  </a:lnTo>
                  <a:lnTo>
                    <a:pt x="1517975" y="2236637"/>
                  </a:lnTo>
                  <a:lnTo>
                    <a:pt x="1459464" y="2270465"/>
                  </a:lnTo>
                  <a:lnTo>
                    <a:pt x="1395968" y="2300700"/>
                  </a:lnTo>
                  <a:lnTo>
                    <a:pt x="1326829" y="2327792"/>
                  </a:lnTo>
                  <a:lnTo>
                    <a:pt x="1251690" y="2352098"/>
                  </a:lnTo>
                  <a:lnTo>
                    <a:pt x="1170664" y="2373877"/>
                  </a:lnTo>
                  <a:lnTo>
                    <a:pt x="1084544" y="2393285"/>
                  </a:lnTo>
                  <a:lnTo>
                    <a:pt x="995005" y="2410380"/>
                  </a:lnTo>
                  <a:lnTo>
                    <a:pt x="904717" y="2425144"/>
                  </a:lnTo>
                  <a:lnTo>
                    <a:pt x="817290" y="2437522"/>
                  </a:lnTo>
                  <a:lnTo>
                    <a:pt x="736926" y="2447473"/>
                  </a:lnTo>
                  <a:lnTo>
                    <a:pt x="667778" y="2455028"/>
                  </a:lnTo>
                  <a:lnTo>
                    <a:pt x="613106" y="2460338"/>
                  </a:lnTo>
                  <a:lnTo>
                    <a:pt x="574499" y="2463692"/>
                  </a:lnTo>
                  <a:lnTo>
                    <a:pt x="551395" y="2465496"/>
                  </a:lnTo>
                  <a:lnTo>
                    <a:pt x="541041" y="2466226"/>
                  </a:lnTo>
                  <a:lnTo>
                    <a:pt x="538756" y="2466372"/>
                  </a:lnTo>
                  <a:lnTo>
                    <a:pt x="538736" y="2466373"/>
                  </a:lnTo>
                  <a:lnTo>
                    <a:pt x="0" y="2466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1" name="pg1091"/>
            <p:cNvSpPr/>
            <p:nvPr/>
          </p:nvSpPr>
          <p:spPr>
            <a:xfrm>
              <a:off x="546595" y="908348"/>
              <a:ext cx="8234974" cy="2466373"/>
            </a:xfrm>
            <a:custGeom>
              <a:avLst/>
              <a:pathLst>
                <a:path w="8234974" h="2466373">
                  <a:moveTo>
                    <a:pt x="0" y="2466373"/>
                  </a:moveTo>
                  <a:lnTo>
                    <a:pt x="538736" y="2466373"/>
                  </a:lnTo>
                  <a:lnTo>
                    <a:pt x="539936" y="2466299"/>
                  </a:lnTo>
                  <a:lnTo>
                    <a:pt x="547779" y="2465765"/>
                  </a:lnTo>
                  <a:lnTo>
                    <a:pt x="567388" y="2464290"/>
                  </a:lnTo>
                  <a:lnTo>
                    <a:pt x="602031" y="2461393"/>
                  </a:lnTo>
                  <a:lnTo>
                    <a:pt x="652829" y="2456649"/>
                  </a:lnTo>
                  <a:lnTo>
                    <a:pt x="718694" y="2449740"/>
                  </a:lnTo>
                  <a:lnTo>
                    <a:pt x="796708" y="2440483"/>
                  </a:lnTo>
                  <a:lnTo>
                    <a:pt x="882852" y="2428822"/>
                  </a:lnTo>
                  <a:lnTo>
                    <a:pt x="972857" y="2414785"/>
                  </a:lnTo>
                  <a:lnTo>
                    <a:pt x="1062918" y="2398429"/>
                  </a:lnTo>
                  <a:lnTo>
                    <a:pt x="1150115" y="2379784"/>
                  </a:lnTo>
                  <a:lnTo>
                    <a:pt x="1232532" y="2358813"/>
                  </a:lnTo>
                  <a:lnTo>
                    <a:pt x="1309178" y="2335387"/>
                  </a:lnTo>
                  <a:lnTo>
                    <a:pt x="1379792" y="2309275"/>
                  </a:lnTo>
                  <a:lnTo>
                    <a:pt x="1444638" y="2280144"/>
                  </a:lnTo>
                  <a:lnTo>
                    <a:pt x="1504314" y="2247570"/>
                  </a:lnTo>
                  <a:lnTo>
                    <a:pt x="1559614" y="2211056"/>
                  </a:lnTo>
                  <a:lnTo>
                    <a:pt x="1611417" y="2170071"/>
                  </a:lnTo>
                  <a:lnTo>
                    <a:pt x="1660606" y="2124116"/>
                  </a:lnTo>
                  <a:lnTo>
                    <a:pt x="1707993" y="2072845"/>
                  </a:lnTo>
                  <a:lnTo>
                    <a:pt x="1719082" y="2059848"/>
                  </a:lnTo>
                  <a:lnTo>
                    <a:pt x="1756644" y="2013086"/>
                  </a:lnTo>
                  <a:lnTo>
                    <a:pt x="1793848" y="1962686"/>
                  </a:lnTo>
                  <a:lnTo>
                    <a:pt x="1830942" y="1908575"/>
                  </a:lnTo>
                  <a:lnTo>
                    <a:pt x="1868117" y="1850749"/>
                  </a:lnTo>
                  <a:lnTo>
                    <a:pt x="1905513" y="1789278"/>
                  </a:lnTo>
                  <a:lnTo>
                    <a:pt x="1943223" y="1724312"/>
                  </a:lnTo>
                  <a:lnTo>
                    <a:pt x="1981299" y="1656090"/>
                  </a:lnTo>
                  <a:lnTo>
                    <a:pt x="2019754" y="1584937"/>
                  </a:lnTo>
                  <a:lnTo>
                    <a:pt x="2058569" y="1511259"/>
                  </a:lnTo>
                  <a:lnTo>
                    <a:pt x="2097695" y="1435539"/>
                  </a:lnTo>
                  <a:lnTo>
                    <a:pt x="2137057" y="1358327"/>
                  </a:lnTo>
                  <a:lnTo>
                    <a:pt x="2176565" y="1280217"/>
                  </a:lnTo>
                  <a:lnTo>
                    <a:pt x="2216117" y="1201836"/>
                  </a:lnTo>
                  <a:lnTo>
                    <a:pt x="2255610" y="1123820"/>
                  </a:lnTo>
                  <a:lnTo>
                    <a:pt x="2294942" y="1046791"/>
                  </a:lnTo>
                  <a:lnTo>
                    <a:pt x="2334026" y="971339"/>
                  </a:lnTo>
                  <a:lnTo>
                    <a:pt x="2372790" y="898005"/>
                  </a:lnTo>
                  <a:lnTo>
                    <a:pt x="2411191" y="827259"/>
                  </a:lnTo>
                  <a:lnTo>
                    <a:pt x="2449211" y="759499"/>
                  </a:lnTo>
                  <a:lnTo>
                    <a:pt x="2486870" y="695036"/>
                  </a:lnTo>
                  <a:lnTo>
                    <a:pt x="2524226" y="634094"/>
                  </a:lnTo>
                  <a:lnTo>
                    <a:pt x="2561380" y="576813"/>
                  </a:lnTo>
                  <a:lnTo>
                    <a:pt x="2598477" y="523251"/>
                  </a:lnTo>
                  <a:lnTo>
                    <a:pt x="2635716" y="473393"/>
                  </a:lnTo>
                  <a:lnTo>
                    <a:pt x="2667772" y="433747"/>
                  </a:lnTo>
                  <a:lnTo>
                    <a:pt x="2714834" y="381193"/>
                  </a:lnTo>
                  <a:lnTo>
                    <a:pt x="2763525" y="333995"/>
                  </a:lnTo>
                  <a:lnTo>
                    <a:pt x="2814627" y="291869"/>
                  </a:lnTo>
                  <a:lnTo>
                    <a:pt x="2869014" y="254339"/>
                  </a:lnTo>
                  <a:lnTo>
                    <a:pt x="2927572" y="220874"/>
                  </a:lnTo>
                  <a:lnTo>
                    <a:pt x="2991123" y="190966"/>
                  </a:lnTo>
                  <a:lnTo>
                    <a:pt x="3060325" y="164169"/>
                  </a:lnTo>
                  <a:lnTo>
                    <a:pt x="3135536" y="140128"/>
                  </a:lnTo>
                  <a:lnTo>
                    <a:pt x="3216639" y="118588"/>
                  </a:lnTo>
                  <a:lnTo>
                    <a:pt x="3302835" y="99397"/>
                  </a:lnTo>
                  <a:lnTo>
                    <a:pt x="3392441" y="82495"/>
                  </a:lnTo>
                  <a:lnTo>
                    <a:pt x="3482776" y="67901"/>
                  </a:lnTo>
                  <a:lnTo>
                    <a:pt x="3570218" y="55670"/>
                  </a:lnTo>
                  <a:lnTo>
                    <a:pt x="3650555" y="45842"/>
                  </a:lnTo>
                  <a:lnTo>
                    <a:pt x="3719632" y="38386"/>
                  </a:lnTo>
                  <a:lnTo>
                    <a:pt x="3774192" y="33151"/>
                  </a:lnTo>
                  <a:lnTo>
                    <a:pt x="3812664" y="29849"/>
                  </a:lnTo>
                  <a:lnTo>
                    <a:pt x="3835631" y="28078"/>
                  </a:lnTo>
                  <a:lnTo>
                    <a:pt x="3845874" y="27365"/>
                  </a:lnTo>
                  <a:lnTo>
                    <a:pt x="3848118" y="27222"/>
                  </a:lnTo>
                  <a:lnTo>
                    <a:pt x="4386855" y="27222"/>
                  </a:lnTo>
                  <a:lnTo>
                    <a:pt x="4388137" y="27257"/>
                  </a:lnTo>
                  <a:lnTo>
                    <a:pt x="4396502" y="27506"/>
                  </a:lnTo>
                  <a:lnTo>
                    <a:pt x="4417366" y="28193"/>
                  </a:lnTo>
                  <a:lnTo>
                    <a:pt x="4454101" y="29542"/>
                  </a:lnTo>
                  <a:lnTo>
                    <a:pt x="4507712" y="31747"/>
                  </a:lnTo>
                  <a:lnTo>
                    <a:pt x="4576816" y="34950"/>
                  </a:lnTo>
                  <a:lnTo>
                    <a:pt x="4658097" y="39229"/>
                  </a:lnTo>
                  <a:lnTo>
                    <a:pt x="4747166" y="44602"/>
                  </a:lnTo>
                  <a:lnTo>
                    <a:pt x="4839499" y="51051"/>
                  </a:lnTo>
                  <a:lnTo>
                    <a:pt x="4931186" y="58553"/>
                  </a:lnTo>
                  <a:lnTo>
                    <a:pt x="5019334" y="67097"/>
                  </a:lnTo>
                  <a:lnTo>
                    <a:pt x="5102144" y="76710"/>
                  </a:lnTo>
                  <a:lnTo>
                    <a:pt x="5178779" y="87466"/>
                  </a:lnTo>
                  <a:lnTo>
                    <a:pt x="5249141" y="99485"/>
                  </a:lnTo>
                  <a:lnTo>
                    <a:pt x="5313640" y="112935"/>
                  </a:lnTo>
                  <a:lnTo>
                    <a:pt x="5372998" y="128028"/>
                  </a:lnTo>
                  <a:lnTo>
                    <a:pt x="5428109" y="145001"/>
                  </a:lnTo>
                  <a:lnTo>
                    <a:pt x="5479922" y="164102"/>
                  </a:lnTo>
                  <a:lnTo>
                    <a:pt x="5529361" y="185542"/>
                  </a:lnTo>
                  <a:lnTo>
                    <a:pt x="5567201" y="204170"/>
                  </a:lnTo>
                  <a:lnTo>
                    <a:pt x="5614503" y="230098"/>
                  </a:lnTo>
                  <a:lnTo>
                    <a:pt x="5661343" y="258561"/>
                  </a:lnTo>
                  <a:lnTo>
                    <a:pt x="5708173" y="289598"/>
                  </a:lnTo>
                  <a:lnTo>
                    <a:pt x="5755309" y="323171"/>
                  </a:lnTo>
                  <a:lnTo>
                    <a:pt x="5802946" y="359154"/>
                  </a:lnTo>
                  <a:lnTo>
                    <a:pt x="5851176" y="397327"/>
                  </a:lnTo>
                  <a:lnTo>
                    <a:pt x="5899995" y="437373"/>
                  </a:lnTo>
                  <a:lnTo>
                    <a:pt x="5949321" y="478891"/>
                  </a:lnTo>
                  <a:lnTo>
                    <a:pt x="5999011" y="521405"/>
                  </a:lnTo>
                  <a:lnTo>
                    <a:pt x="6048878" y="564389"/>
                  </a:lnTo>
                  <a:lnTo>
                    <a:pt x="6098713" y="607292"/>
                  </a:lnTo>
                  <a:lnTo>
                    <a:pt x="6148314" y="649567"/>
                  </a:lnTo>
                  <a:lnTo>
                    <a:pt x="6197504" y="690698"/>
                  </a:lnTo>
                  <a:lnTo>
                    <a:pt x="6246155" y="730232"/>
                  </a:lnTo>
                  <a:lnTo>
                    <a:pt x="6294207" y="767789"/>
                  </a:lnTo>
                  <a:lnTo>
                    <a:pt x="6341683" y="803082"/>
                  </a:lnTo>
                  <a:lnTo>
                    <a:pt x="6388703" y="835919"/>
                  </a:lnTo>
                  <a:lnTo>
                    <a:pt x="6435498" y="866200"/>
                  </a:lnTo>
                  <a:lnTo>
                    <a:pt x="6482420" y="893910"/>
                  </a:lnTo>
                  <a:lnTo>
                    <a:pt x="6515891" y="911959"/>
                  </a:lnTo>
                  <a:lnTo>
                    <a:pt x="6564039" y="935327"/>
                  </a:lnTo>
                  <a:lnTo>
                    <a:pt x="6613908" y="956258"/>
                  </a:lnTo>
                  <a:lnTo>
                    <a:pt x="6666339" y="974889"/>
                  </a:lnTo>
                  <a:lnTo>
                    <a:pt x="6722270" y="991443"/>
                  </a:lnTo>
                  <a:lnTo>
                    <a:pt x="6782645" y="1006169"/>
                  </a:lnTo>
                  <a:lnTo>
                    <a:pt x="6848332" y="1019300"/>
                  </a:lnTo>
                  <a:lnTo>
                    <a:pt x="6920001" y="1031039"/>
                  </a:lnTo>
                  <a:lnTo>
                    <a:pt x="6997973" y="1041545"/>
                  </a:lnTo>
                  <a:lnTo>
                    <a:pt x="7082011" y="1050928"/>
                  </a:lnTo>
                  <a:lnTo>
                    <a:pt x="7171094" y="1059250"/>
                  </a:lnTo>
                  <a:lnTo>
                    <a:pt x="7263197" y="1066530"/>
                  </a:lnTo>
                  <a:lnTo>
                    <a:pt x="7355195" y="1072755"/>
                  </a:lnTo>
                  <a:lnTo>
                    <a:pt x="7443002" y="1077897"/>
                  </a:lnTo>
                  <a:lnTo>
                    <a:pt x="7522051" y="1081944"/>
                  </a:lnTo>
                  <a:lnTo>
                    <a:pt x="7588098" y="1084927"/>
                  </a:lnTo>
                  <a:lnTo>
                    <a:pt x="7638177" y="1086937"/>
                  </a:lnTo>
                  <a:lnTo>
                    <a:pt x="7671386" y="1088129"/>
                  </a:lnTo>
                  <a:lnTo>
                    <a:pt x="7689249" y="1088704"/>
                  </a:lnTo>
                  <a:lnTo>
                    <a:pt x="7695601" y="1088889"/>
                  </a:lnTo>
                  <a:lnTo>
                    <a:pt x="7696237" y="1088906"/>
                  </a:lnTo>
                  <a:lnTo>
                    <a:pt x="8234974" y="1088906"/>
                  </a:lnTo>
                  <a:lnTo>
                    <a:pt x="8234974" y="1061684"/>
                  </a:ln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9" y="74"/>
                  </a:lnTo>
                  <a:lnTo>
                    <a:pt x="3839076" y="608"/>
                  </a:lnTo>
                  <a:lnTo>
                    <a:pt x="3819467" y="2083"/>
                  </a:lnTo>
                  <a:lnTo>
                    <a:pt x="3784823" y="4980"/>
                  </a:lnTo>
                  <a:lnTo>
                    <a:pt x="3734026" y="9724"/>
                  </a:lnTo>
                  <a:lnTo>
                    <a:pt x="3668161" y="16633"/>
                  </a:lnTo>
                  <a:lnTo>
                    <a:pt x="3590146" y="25890"/>
                  </a:lnTo>
                  <a:lnTo>
                    <a:pt x="3504002" y="37551"/>
                  </a:lnTo>
                  <a:lnTo>
                    <a:pt x="3413997" y="51588"/>
                  </a:lnTo>
                  <a:lnTo>
                    <a:pt x="3323936" y="67944"/>
                  </a:lnTo>
                  <a:lnTo>
                    <a:pt x="3236740" y="86589"/>
                  </a:lnTo>
                  <a:lnTo>
                    <a:pt x="3154323" y="107560"/>
                  </a:lnTo>
                  <a:lnTo>
                    <a:pt x="3077677" y="130986"/>
                  </a:lnTo>
                  <a:lnTo>
                    <a:pt x="3007062" y="157098"/>
                  </a:lnTo>
                  <a:lnTo>
                    <a:pt x="2942217" y="186229"/>
                  </a:lnTo>
                  <a:lnTo>
                    <a:pt x="2882541" y="218803"/>
                  </a:lnTo>
                  <a:lnTo>
                    <a:pt x="2827241" y="255317"/>
                  </a:lnTo>
                  <a:lnTo>
                    <a:pt x="2775438" y="296302"/>
                  </a:lnTo>
                  <a:lnTo>
                    <a:pt x="2726248" y="342257"/>
                  </a:lnTo>
                  <a:lnTo>
                    <a:pt x="2678862" y="393528"/>
                  </a:lnTo>
                  <a:lnTo>
                    <a:pt x="2667772" y="406525"/>
                  </a:lnTo>
                  <a:lnTo>
                    <a:pt x="2630210" y="453287"/>
                  </a:lnTo>
                  <a:lnTo>
                    <a:pt x="2593006" y="503687"/>
                  </a:lnTo>
                  <a:lnTo>
                    <a:pt x="2555912" y="557798"/>
                  </a:lnTo>
                  <a:lnTo>
                    <a:pt x="2518737" y="615624"/>
                  </a:lnTo>
                  <a:lnTo>
                    <a:pt x="2481342" y="677095"/>
                  </a:lnTo>
                  <a:lnTo>
                    <a:pt x="2443632" y="742061"/>
                  </a:lnTo>
                  <a:lnTo>
                    <a:pt x="2405556" y="810283"/>
                  </a:lnTo>
                  <a:lnTo>
                    <a:pt x="2367100" y="881436"/>
                  </a:lnTo>
                  <a:lnTo>
                    <a:pt x="2328285" y="955114"/>
                  </a:lnTo>
                  <a:lnTo>
                    <a:pt x="2289160" y="1030834"/>
                  </a:lnTo>
                  <a:lnTo>
                    <a:pt x="2249798" y="1108046"/>
                  </a:lnTo>
                  <a:lnTo>
                    <a:pt x="2210290" y="1186156"/>
                  </a:lnTo>
                  <a:lnTo>
                    <a:pt x="2170737" y="1264537"/>
                  </a:lnTo>
                  <a:lnTo>
                    <a:pt x="2131245" y="1342553"/>
                  </a:lnTo>
                  <a:lnTo>
                    <a:pt x="2091912" y="1419582"/>
                  </a:lnTo>
                  <a:lnTo>
                    <a:pt x="2052829" y="1495034"/>
                  </a:lnTo>
                  <a:lnTo>
                    <a:pt x="2014064" y="1568368"/>
                  </a:lnTo>
                  <a:lnTo>
                    <a:pt x="1975664" y="1639114"/>
                  </a:lnTo>
                  <a:lnTo>
                    <a:pt x="1937644" y="1706874"/>
                  </a:lnTo>
                  <a:lnTo>
                    <a:pt x="1899984" y="1771337"/>
                  </a:lnTo>
                  <a:lnTo>
                    <a:pt x="1862628" y="1832279"/>
                  </a:lnTo>
                  <a:lnTo>
                    <a:pt x="1825475" y="1889560"/>
                  </a:lnTo>
                  <a:lnTo>
                    <a:pt x="1788378" y="1943122"/>
                  </a:lnTo>
                  <a:lnTo>
                    <a:pt x="1751138" y="1992980"/>
                  </a:lnTo>
                  <a:lnTo>
                    <a:pt x="1719082" y="2032626"/>
                  </a:lnTo>
                  <a:lnTo>
                    <a:pt x="1672021" y="2085180"/>
                  </a:lnTo>
                  <a:lnTo>
                    <a:pt x="1623330" y="2132378"/>
                  </a:lnTo>
                  <a:lnTo>
                    <a:pt x="1572227" y="2174504"/>
                  </a:lnTo>
                  <a:lnTo>
                    <a:pt x="1517841" y="2212034"/>
                  </a:lnTo>
                  <a:lnTo>
                    <a:pt x="1459283" y="2245499"/>
                  </a:lnTo>
                  <a:lnTo>
                    <a:pt x="1395731" y="2275407"/>
                  </a:lnTo>
                  <a:lnTo>
                    <a:pt x="1326529" y="2302204"/>
                  </a:lnTo>
                  <a:lnTo>
                    <a:pt x="1251318" y="2326245"/>
                  </a:lnTo>
                  <a:lnTo>
                    <a:pt x="1170215" y="2347784"/>
                  </a:lnTo>
                  <a:lnTo>
                    <a:pt x="1084020" y="2366976"/>
                  </a:lnTo>
                  <a:lnTo>
                    <a:pt x="994413" y="2383878"/>
                  </a:lnTo>
                  <a:lnTo>
                    <a:pt x="904079" y="2398472"/>
                  </a:lnTo>
                  <a:lnTo>
                    <a:pt x="816636" y="2410703"/>
                  </a:lnTo>
                  <a:lnTo>
                    <a:pt x="736299" y="2420531"/>
                  </a:lnTo>
                  <a:lnTo>
                    <a:pt x="667222" y="2427987"/>
                  </a:lnTo>
                  <a:lnTo>
                    <a:pt x="612662" y="2433222"/>
                  </a:lnTo>
                  <a:lnTo>
                    <a:pt x="574191" y="2436524"/>
                  </a:lnTo>
                  <a:lnTo>
                    <a:pt x="551224" y="2438295"/>
                  </a:lnTo>
                  <a:lnTo>
                    <a:pt x="540981" y="2439008"/>
                  </a:lnTo>
                  <a:lnTo>
                    <a:pt x="538736" y="2439151"/>
                  </a:lnTo>
                  <a:lnTo>
                    <a:pt x="0" y="2439151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92" name="pl1092"/>
            <p:cNvSpPr/>
            <p:nvPr/>
          </p:nvSpPr>
          <p:spPr>
            <a:xfrm>
              <a:off x="546595" y="935571"/>
              <a:ext cx="8234974" cy="2439151"/>
            </a:xfrm>
            <a:custGeom>
              <a:avLst/>
              <a:pathLst>
                <a:path w="8234974" h="2439151">
                  <a:moveTo>
                    <a:pt x="0" y="2439151"/>
                  </a:moveTo>
                  <a:lnTo>
                    <a:pt x="538736" y="2439151"/>
                  </a:lnTo>
                  <a:lnTo>
                    <a:pt x="539936" y="2439076"/>
                  </a:lnTo>
                  <a:lnTo>
                    <a:pt x="547779" y="2438543"/>
                  </a:lnTo>
                  <a:lnTo>
                    <a:pt x="567388" y="2437067"/>
                  </a:lnTo>
                  <a:lnTo>
                    <a:pt x="602031" y="2434170"/>
                  </a:lnTo>
                  <a:lnTo>
                    <a:pt x="652829" y="2429426"/>
                  </a:lnTo>
                  <a:lnTo>
                    <a:pt x="718694" y="2422517"/>
                  </a:lnTo>
                  <a:lnTo>
                    <a:pt x="796708" y="2413260"/>
                  </a:lnTo>
                  <a:lnTo>
                    <a:pt x="882852" y="2401599"/>
                  </a:lnTo>
                  <a:lnTo>
                    <a:pt x="972857" y="2387562"/>
                  </a:lnTo>
                  <a:lnTo>
                    <a:pt x="1062918" y="2371206"/>
                  </a:lnTo>
                  <a:lnTo>
                    <a:pt x="1150115" y="2352562"/>
                  </a:lnTo>
                  <a:lnTo>
                    <a:pt x="1232532" y="2331591"/>
                  </a:lnTo>
                  <a:lnTo>
                    <a:pt x="1309178" y="2308165"/>
                  </a:lnTo>
                  <a:lnTo>
                    <a:pt x="1379792" y="2282052"/>
                  </a:lnTo>
                  <a:lnTo>
                    <a:pt x="1444638" y="2252922"/>
                  </a:lnTo>
                  <a:lnTo>
                    <a:pt x="1504314" y="2220348"/>
                  </a:lnTo>
                  <a:lnTo>
                    <a:pt x="1559614" y="2183834"/>
                  </a:lnTo>
                  <a:lnTo>
                    <a:pt x="1611417" y="2142848"/>
                  </a:lnTo>
                  <a:lnTo>
                    <a:pt x="1660606" y="2096893"/>
                  </a:lnTo>
                  <a:lnTo>
                    <a:pt x="1707993" y="2045623"/>
                  </a:lnTo>
                  <a:lnTo>
                    <a:pt x="1719082" y="2032626"/>
                  </a:lnTo>
                  <a:lnTo>
                    <a:pt x="1756644" y="1985863"/>
                  </a:lnTo>
                  <a:lnTo>
                    <a:pt x="1793848" y="1935463"/>
                  </a:lnTo>
                  <a:lnTo>
                    <a:pt x="1830942" y="1881353"/>
                  </a:lnTo>
                  <a:lnTo>
                    <a:pt x="1868117" y="1823527"/>
                  </a:lnTo>
                  <a:lnTo>
                    <a:pt x="1905513" y="1762055"/>
                  </a:lnTo>
                  <a:lnTo>
                    <a:pt x="1943223" y="1697089"/>
                  </a:lnTo>
                  <a:lnTo>
                    <a:pt x="1981299" y="1628868"/>
                  </a:lnTo>
                  <a:lnTo>
                    <a:pt x="2019754" y="1557714"/>
                  </a:lnTo>
                  <a:lnTo>
                    <a:pt x="2058569" y="1484036"/>
                  </a:lnTo>
                  <a:lnTo>
                    <a:pt x="2097695" y="1408317"/>
                  </a:lnTo>
                  <a:lnTo>
                    <a:pt x="2137057" y="1331104"/>
                  </a:lnTo>
                  <a:lnTo>
                    <a:pt x="2176565" y="1252994"/>
                  </a:lnTo>
                  <a:lnTo>
                    <a:pt x="2216117" y="1174614"/>
                  </a:lnTo>
                  <a:lnTo>
                    <a:pt x="2255610" y="1096597"/>
                  </a:lnTo>
                  <a:lnTo>
                    <a:pt x="2294942" y="1019568"/>
                  </a:lnTo>
                  <a:lnTo>
                    <a:pt x="2334026" y="944117"/>
                  </a:lnTo>
                  <a:lnTo>
                    <a:pt x="2372790" y="870782"/>
                  </a:lnTo>
                  <a:lnTo>
                    <a:pt x="2411191" y="800037"/>
                  </a:lnTo>
                  <a:lnTo>
                    <a:pt x="2449211" y="732276"/>
                  </a:lnTo>
                  <a:lnTo>
                    <a:pt x="2486870" y="667813"/>
                  </a:lnTo>
                  <a:lnTo>
                    <a:pt x="2524226" y="606871"/>
                  </a:lnTo>
                  <a:lnTo>
                    <a:pt x="2561380" y="549590"/>
                  </a:lnTo>
                  <a:lnTo>
                    <a:pt x="2598477" y="496028"/>
                  </a:lnTo>
                  <a:lnTo>
                    <a:pt x="2635716" y="446170"/>
                  </a:lnTo>
                  <a:lnTo>
                    <a:pt x="2667772" y="406525"/>
                  </a:lnTo>
                  <a:lnTo>
                    <a:pt x="2714834" y="353970"/>
                  </a:lnTo>
                  <a:lnTo>
                    <a:pt x="2763525" y="306773"/>
                  </a:lnTo>
                  <a:lnTo>
                    <a:pt x="2814627" y="264646"/>
                  </a:lnTo>
                  <a:lnTo>
                    <a:pt x="2869014" y="227116"/>
                  </a:lnTo>
                  <a:lnTo>
                    <a:pt x="2927572" y="193652"/>
                  </a:lnTo>
                  <a:lnTo>
                    <a:pt x="2991123" y="163743"/>
                  </a:lnTo>
                  <a:lnTo>
                    <a:pt x="3060325" y="136946"/>
                  </a:lnTo>
                  <a:lnTo>
                    <a:pt x="3135536" y="112906"/>
                  </a:lnTo>
                  <a:lnTo>
                    <a:pt x="3216639" y="91366"/>
                  </a:lnTo>
                  <a:lnTo>
                    <a:pt x="3302835" y="72174"/>
                  </a:lnTo>
                  <a:lnTo>
                    <a:pt x="3392441" y="55272"/>
                  </a:lnTo>
                  <a:lnTo>
                    <a:pt x="3482776" y="40679"/>
                  </a:lnTo>
                  <a:lnTo>
                    <a:pt x="3570218" y="28447"/>
                  </a:lnTo>
                  <a:lnTo>
                    <a:pt x="3650555" y="18620"/>
                  </a:lnTo>
                  <a:lnTo>
                    <a:pt x="3719632" y="11163"/>
                  </a:lnTo>
                  <a:lnTo>
                    <a:pt x="3774192" y="5928"/>
                  </a:lnTo>
                  <a:lnTo>
                    <a:pt x="3812664" y="2627"/>
                  </a:lnTo>
                  <a:lnTo>
                    <a:pt x="3835631" y="855"/>
                  </a:lnTo>
                  <a:lnTo>
                    <a:pt x="3845874" y="142"/>
                  </a:lnTo>
                  <a:lnTo>
                    <a:pt x="3848101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7" y="34"/>
                  </a:lnTo>
                  <a:lnTo>
                    <a:pt x="4396502" y="283"/>
                  </a:lnTo>
                  <a:lnTo>
                    <a:pt x="4417366" y="970"/>
                  </a:lnTo>
                  <a:lnTo>
                    <a:pt x="4454101" y="2319"/>
                  </a:lnTo>
                  <a:lnTo>
                    <a:pt x="4507712" y="4525"/>
                  </a:lnTo>
                  <a:lnTo>
                    <a:pt x="4576816" y="7728"/>
                  </a:lnTo>
                  <a:lnTo>
                    <a:pt x="4658097" y="12006"/>
                  </a:lnTo>
                  <a:lnTo>
                    <a:pt x="4747166" y="17379"/>
                  </a:lnTo>
                  <a:lnTo>
                    <a:pt x="4839499" y="23829"/>
                  </a:lnTo>
                  <a:lnTo>
                    <a:pt x="4931186" y="31330"/>
                  </a:lnTo>
                  <a:lnTo>
                    <a:pt x="5019334" y="39874"/>
                  </a:lnTo>
                  <a:lnTo>
                    <a:pt x="5102144" y="49488"/>
                  </a:lnTo>
                  <a:lnTo>
                    <a:pt x="5178779" y="60243"/>
                  </a:lnTo>
                  <a:lnTo>
                    <a:pt x="5249141" y="72262"/>
                  </a:lnTo>
                  <a:lnTo>
                    <a:pt x="5313640" y="85713"/>
                  </a:lnTo>
                  <a:lnTo>
                    <a:pt x="5372998" y="100805"/>
                  </a:lnTo>
                  <a:lnTo>
                    <a:pt x="5428109" y="117778"/>
                  </a:lnTo>
                  <a:lnTo>
                    <a:pt x="5479922" y="136879"/>
                  </a:lnTo>
                  <a:lnTo>
                    <a:pt x="5529361" y="158319"/>
                  </a:lnTo>
                  <a:lnTo>
                    <a:pt x="5567201" y="176947"/>
                  </a:lnTo>
                  <a:lnTo>
                    <a:pt x="5614503" y="202876"/>
                  </a:lnTo>
                  <a:lnTo>
                    <a:pt x="5661343" y="231338"/>
                  </a:lnTo>
                  <a:lnTo>
                    <a:pt x="5708173" y="262375"/>
                  </a:lnTo>
                  <a:lnTo>
                    <a:pt x="5755309" y="295949"/>
                  </a:lnTo>
                  <a:lnTo>
                    <a:pt x="5802946" y="331932"/>
                  </a:lnTo>
                  <a:lnTo>
                    <a:pt x="5851176" y="370104"/>
                  </a:lnTo>
                  <a:lnTo>
                    <a:pt x="5899995" y="410150"/>
                  </a:lnTo>
                  <a:lnTo>
                    <a:pt x="5949321" y="451668"/>
                  </a:lnTo>
                  <a:lnTo>
                    <a:pt x="5999011" y="494182"/>
                  </a:lnTo>
                  <a:lnTo>
                    <a:pt x="6048878" y="537167"/>
                  </a:lnTo>
                  <a:lnTo>
                    <a:pt x="6098713" y="580070"/>
                  </a:lnTo>
                  <a:lnTo>
                    <a:pt x="6148314" y="622344"/>
                  </a:lnTo>
                  <a:lnTo>
                    <a:pt x="6197504" y="663476"/>
                  </a:lnTo>
                  <a:lnTo>
                    <a:pt x="6246155" y="703009"/>
                  </a:lnTo>
                  <a:lnTo>
                    <a:pt x="6294207" y="740566"/>
                  </a:lnTo>
                  <a:lnTo>
                    <a:pt x="6341683" y="775860"/>
                  </a:lnTo>
                  <a:lnTo>
                    <a:pt x="6388703" y="808697"/>
                  </a:lnTo>
                  <a:lnTo>
                    <a:pt x="6435498" y="838977"/>
                  </a:lnTo>
                  <a:lnTo>
                    <a:pt x="6482420" y="866688"/>
                  </a:lnTo>
                  <a:lnTo>
                    <a:pt x="6515891" y="884736"/>
                  </a:lnTo>
                  <a:lnTo>
                    <a:pt x="6564039" y="908104"/>
                  </a:lnTo>
                  <a:lnTo>
                    <a:pt x="6613908" y="929035"/>
                  </a:lnTo>
                  <a:lnTo>
                    <a:pt x="6666339" y="947666"/>
                  </a:lnTo>
                  <a:lnTo>
                    <a:pt x="6722270" y="964221"/>
                  </a:lnTo>
                  <a:lnTo>
                    <a:pt x="6782645" y="978946"/>
                  </a:lnTo>
                  <a:lnTo>
                    <a:pt x="6848332" y="992077"/>
                  </a:lnTo>
                  <a:lnTo>
                    <a:pt x="6920001" y="1003816"/>
                  </a:lnTo>
                  <a:lnTo>
                    <a:pt x="6997973" y="1014322"/>
                  </a:lnTo>
                  <a:lnTo>
                    <a:pt x="7082011" y="1023705"/>
                  </a:lnTo>
                  <a:lnTo>
                    <a:pt x="7171094" y="1032027"/>
                  </a:lnTo>
                  <a:lnTo>
                    <a:pt x="7263197" y="1039308"/>
                  </a:lnTo>
                  <a:lnTo>
                    <a:pt x="7355195" y="1045532"/>
                  </a:lnTo>
                  <a:lnTo>
                    <a:pt x="7443002" y="1050674"/>
                  </a:lnTo>
                  <a:lnTo>
                    <a:pt x="7522051" y="1054721"/>
                  </a:lnTo>
                  <a:lnTo>
                    <a:pt x="7588098" y="1057705"/>
                  </a:lnTo>
                  <a:lnTo>
                    <a:pt x="7638177" y="1059715"/>
                  </a:lnTo>
                  <a:lnTo>
                    <a:pt x="7671386" y="1060906"/>
                  </a:lnTo>
                  <a:lnTo>
                    <a:pt x="7689249" y="1061482"/>
                  </a:lnTo>
                  <a:lnTo>
                    <a:pt x="7695601" y="1061667"/>
                  </a:lnTo>
                  <a:lnTo>
                    <a:pt x="7696237" y="1061684"/>
                  </a:lnTo>
                  <a:lnTo>
                    <a:pt x="8234974" y="1061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3" name="pl1093"/>
            <p:cNvSpPr/>
            <p:nvPr/>
          </p:nvSpPr>
          <p:spPr>
            <a:xfrm>
              <a:off x="546595" y="908348"/>
              <a:ext cx="8234974" cy="2439151"/>
            </a:xfrm>
            <a:custGeom>
              <a:avLst/>
              <a:pathLst>
                <a:path w="8234974" h="2439151">
                  <a:moveTo>
                    <a:pt x="8234974" y="1061684"/>
                  </a:move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9" y="74"/>
                  </a:lnTo>
                  <a:lnTo>
                    <a:pt x="3839076" y="608"/>
                  </a:lnTo>
                  <a:lnTo>
                    <a:pt x="3819467" y="2083"/>
                  </a:lnTo>
                  <a:lnTo>
                    <a:pt x="3784823" y="4980"/>
                  </a:lnTo>
                  <a:lnTo>
                    <a:pt x="3734026" y="9724"/>
                  </a:lnTo>
                  <a:lnTo>
                    <a:pt x="3668161" y="16633"/>
                  </a:lnTo>
                  <a:lnTo>
                    <a:pt x="3590146" y="25890"/>
                  </a:lnTo>
                  <a:lnTo>
                    <a:pt x="3504002" y="37551"/>
                  </a:lnTo>
                  <a:lnTo>
                    <a:pt x="3413997" y="51588"/>
                  </a:lnTo>
                  <a:lnTo>
                    <a:pt x="3323936" y="67944"/>
                  </a:lnTo>
                  <a:lnTo>
                    <a:pt x="3236740" y="86589"/>
                  </a:lnTo>
                  <a:lnTo>
                    <a:pt x="3154323" y="107560"/>
                  </a:lnTo>
                  <a:lnTo>
                    <a:pt x="3077677" y="130986"/>
                  </a:lnTo>
                  <a:lnTo>
                    <a:pt x="3007062" y="157098"/>
                  </a:lnTo>
                  <a:lnTo>
                    <a:pt x="2942217" y="186229"/>
                  </a:lnTo>
                  <a:lnTo>
                    <a:pt x="2882541" y="218803"/>
                  </a:lnTo>
                  <a:lnTo>
                    <a:pt x="2827241" y="255317"/>
                  </a:lnTo>
                  <a:lnTo>
                    <a:pt x="2775438" y="296302"/>
                  </a:lnTo>
                  <a:lnTo>
                    <a:pt x="2726248" y="342257"/>
                  </a:lnTo>
                  <a:lnTo>
                    <a:pt x="2678862" y="393528"/>
                  </a:lnTo>
                  <a:lnTo>
                    <a:pt x="2667772" y="406525"/>
                  </a:lnTo>
                  <a:lnTo>
                    <a:pt x="2630210" y="453287"/>
                  </a:lnTo>
                  <a:lnTo>
                    <a:pt x="2593006" y="503687"/>
                  </a:lnTo>
                  <a:lnTo>
                    <a:pt x="2555912" y="557798"/>
                  </a:lnTo>
                  <a:lnTo>
                    <a:pt x="2518737" y="615624"/>
                  </a:lnTo>
                  <a:lnTo>
                    <a:pt x="2481342" y="677095"/>
                  </a:lnTo>
                  <a:lnTo>
                    <a:pt x="2443632" y="742061"/>
                  </a:lnTo>
                  <a:lnTo>
                    <a:pt x="2405556" y="810283"/>
                  </a:lnTo>
                  <a:lnTo>
                    <a:pt x="2367100" y="881436"/>
                  </a:lnTo>
                  <a:lnTo>
                    <a:pt x="2328285" y="955114"/>
                  </a:lnTo>
                  <a:lnTo>
                    <a:pt x="2289160" y="1030834"/>
                  </a:lnTo>
                  <a:lnTo>
                    <a:pt x="2249798" y="1108046"/>
                  </a:lnTo>
                  <a:lnTo>
                    <a:pt x="2210290" y="1186156"/>
                  </a:lnTo>
                  <a:lnTo>
                    <a:pt x="2170737" y="1264537"/>
                  </a:lnTo>
                  <a:lnTo>
                    <a:pt x="2131245" y="1342553"/>
                  </a:lnTo>
                  <a:lnTo>
                    <a:pt x="2091912" y="1419582"/>
                  </a:lnTo>
                  <a:lnTo>
                    <a:pt x="2052829" y="1495034"/>
                  </a:lnTo>
                  <a:lnTo>
                    <a:pt x="2014064" y="1568368"/>
                  </a:lnTo>
                  <a:lnTo>
                    <a:pt x="1975664" y="1639114"/>
                  </a:lnTo>
                  <a:lnTo>
                    <a:pt x="1937644" y="1706874"/>
                  </a:lnTo>
                  <a:lnTo>
                    <a:pt x="1899984" y="1771337"/>
                  </a:lnTo>
                  <a:lnTo>
                    <a:pt x="1862628" y="1832279"/>
                  </a:lnTo>
                  <a:lnTo>
                    <a:pt x="1825475" y="1889560"/>
                  </a:lnTo>
                  <a:lnTo>
                    <a:pt x="1788378" y="1943122"/>
                  </a:lnTo>
                  <a:lnTo>
                    <a:pt x="1751138" y="1992980"/>
                  </a:lnTo>
                  <a:lnTo>
                    <a:pt x="1719082" y="2032626"/>
                  </a:lnTo>
                  <a:lnTo>
                    <a:pt x="1672021" y="2085180"/>
                  </a:lnTo>
                  <a:lnTo>
                    <a:pt x="1623330" y="2132378"/>
                  </a:lnTo>
                  <a:lnTo>
                    <a:pt x="1572227" y="2174504"/>
                  </a:lnTo>
                  <a:lnTo>
                    <a:pt x="1517841" y="2212034"/>
                  </a:lnTo>
                  <a:lnTo>
                    <a:pt x="1459283" y="2245499"/>
                  </a:lnTo>
                  <a:lnTo>
                    <a:pt x="1395731" y="2275407"/>
                  </a:lnTo>
                  <a:lnTo>
                    <a:pt x="1326529" y="2302204"/>
                  </a:lnTo>
                  <a:lnTo>
                    <a:pt x="1251318" y="2326245"/>
                  </a:lnTo>
                  <a:lnTo>
                    <a:pt x="1170215" y="2347784"/>
                  </a:lnTo>
                  <a:lnTo>
                    <a:pt x="1084020" y="2366976"/>
                  </a:lnTo>
                  <a:lnTo>
                    <a:pt x="994413" y="2383878"/>
                  </a:lnTo>
                  <a:lnTo>
                    <a:pt x="904079" y="2398472"/>
                  </a:lnTo>
                  <a:lnTo>
                    <a:pt x="816636" y="2410703"/>
                  </a:lnTo>
                  <a:lnTo>
                    <a:pt x="736299" y="2420531"/>
                  </a:lnTo>
                  <a:lnTo>
                    <a:pt x="667222" y="2427987"/>
                  </a:lnTo>
                  <a:lnTo>
                    <a:pt x="612662" y="2433222"/>
                  </a:lnTo>
                  <a:lnTo>
                    <a:pt x="574191" y="2436524"/>
                  </a:lnTo>
                  <a:lnTo>
                    <a:pt x="551224" y="2438295"/>
                  </a:lnTo>
                  <a:lnTo>
                    <a:pt x="540981" y="2439008"/>
                  </a:lnTo>
                  <a:lnTo>
                    <a:pt x="538753" y="2439150"/>
                  </a:lnTo>
                  <a:lnTo>
                    <a:pt x="538736" y="2439151"/>
                  </a:lnTo>
                  <a:lnTo>
                    <a:pt x="0" y="2439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4" name="pg1094"/>
            <p:cNvSpPr/>
            <p:nvPr/>
          </p:nvSpPr>
          <p:spPr>
            <a:xfrm>
              <a:off x="546595" y="957349"/>
              <a:ext cx="8234974" cy="2422817"/>
            </a:xfrm>
            <a:custGeom>
              <a:avLst/>
              <a:pathLst>
                <a:path w="8234974" h="2422817">
                  <a:moveTo>
                    <a:pt x="0" y="2422817"/>
                  </a:moveTo>
                  <a:lnTo>
                    <a:pt x="538736" y="2422817"/>
                  </a:lnTo>
                  <a:lnTo>
                    <a:pt x="539938" y="2422743"/>
                  </a:lnTo>
                  <a:lnTo>
                    <a:pt x="547791" y="2422213"/>
                  </a:lnTo>
                  <a:lnTo>
                    <a:pt x="567425" y="2420749"/>
                  </a:lnTo>
                  <a:lnTo>
                    <a:pt x="602112" y="2417874"/>
                  </a:lnTo>
                  <a:lnTo>
                    <a:pt x="652967" y="2413166"/>
                  </a:lnTo>
                  <a:lnTo>
                    <a:pt x="718899" y="2406309"/>
                  </a:lnTo>
                  <a:lnTo>
                    <a:pt x="796982" y="2397124"/>
                  </a:lnTo>
                  <a:lnTo>
                    <a:pt x="883187" y="2385553"/>
                  </a:lnTo>
                  <a:lnTo>
                    <a:pt x="973242" y="2371625"/>
                  </a:lnTo>
                  <a:lnTo>
                    <a:pt x="1063338" y="2355398"/>
                  </a:lnTo>
                  <a:lnTo>
                    <a:pt x="1150556" y="2336899"/>
                  </a:lnTo>
                  <a:lnTo>
                    <a:pt x="1232983" y="2316093"/>
                  </a:lnTo>
                  <a:lnTo>
                    <a:pt x="1309629" y="2292850"/>
                  </a:lnTo>
                  <a:lnTo>
                    <a:pt x="1380239" y="2266941"/>
                  </a:lnTo>
                  <a:lnTo>
                    <a:pt x="1445077" y="2238035"/>
                  </a:lnTo>
                  <a:lnTo>
                    <a:pt x="1504747" y="2205710"/>
                  </a:lnTo>
                  <a:lnTo>
                    <a:pt x="1560042" y="2169472"/>
                  </a:lnTo>
                  <a:lnTo>
                    <a:pt x="1611845" y="2128795"/>
                  </a:lnTo>
                  <a:lnTo>
                    <a:pt x="1661038" y="2083184"/>
                  </a:lnTo>
                  <a:lnTo>
                    <a:pt x="1708434" y="2032298"/>
                  </a:lnTo>
                  <a:lnTo>
                    <a:pt x="1719082" y="2019922"/>
                  </a:lnTo>
                  <a:lnTo>
                    <a:pt x="1756769" y="1973416"/>
                  </a:lnTo>
                  <a:lnTo>
                    <a:pt x="1794096" y="1923280"/>
                  </a:lnTo>
                  <a:lnTo>
                    <a:pt x="1831314" y="1869443"/>
                  </a:lnTo>
                  <a:lnTo>
                    <a:pt x="1868616" y="1811898"/>
                  </a:lnTo>
                  <a:lnTo>
                    <a:pt x="1906141" y="1750718"/>
                  </a:lnTo>
                  <a:lnTo>
                    <a:pt x="1943983" y="1686056"/>
                  </a:lnTo>
                  <a:lnTo>
                    <a:pt x="1982194" y="1618150"/>
                  </a:lnTo>
                  <a:lnTo>
                    <a:pt x="2020788" y="1547328"/>
                  </a:lnTo>
                  <a:lnTo>
                    <a:pt x="2059743" y="1473999"/>
                  </a:lnTo>
                  <a:lnTo>
                    <a:pt x="2099007" y="1398649"/>
                  </a:lnTo>
                  <a:lnTo>
                    <a:pt x="2138508" y="1321829"/>
                  </a:lnTo>
                  <a:lnTo>
                    <a:pt x="2178151" y="1244136"/>
                  </a:lnTo>
                  <a:lnTo>
                    <a:pt x="2217836" y="1166198"/>
                  </a:lnTo>
                  <a:lnTo>
                    <a:pt x="2257455" y="1088651"/>
                  </a:lnTo>
                  <a:lnTo>
                    <a:pt x="2296909" y="1012117"/>
                  </a:lnTo>
                  <a:lnTo>
                    <a:pt x="2336108" y="937186"/>
                  </a:lnTo>
                  <a:lnTo>
                    <a:pt x="2374983" y="864393"/>
                  </a:lnTo>
                  <a:lnTo>
                    <a:pt x="2413490" y="794209"/>
                  </a:lnTo>
                  <a:lnTo>
                    <a:pt x="2451614" y="727024"/>
                  </a:lnTo>
                  <a:lnTo>
                    <a:pt x="2489377" y="663145"/>
                  </a:lnTo>
                  <a:lnTo>
                    <a:pt x="2526840" y="602791"/>
                  </a:lnTo>
                  <a:lnTo>
                    <a:pt x="2564108" y="546097"/>
                  </a:lnTo>
                  <a:lnTo>
                    <a:pt x="2601332" y="493114"/>
                  </a:lnTo>
                  <a:lnTo>
                    <a:pt x="2638718" y="443823"/>
                  </a:lnTo>
                  <a:lnTo>
                    <a:pt x="2667772" y="408340"/>
                  </a:lnTo>
                  <a:lnTo>
                    <a:pt x="2714857" y="356231"/>
                  </a:lnTo>
                  <a:lnTo>
                    <a:pt x="2763572" y="309436"/>
                  </a:lnTo>
                  <a:lnTo>
                    <a:pt x="2814702" y="267672"/>
                  </a:lnTo>
                  <a:lnTo>
                    <a:pt x="2869120" y="230467"/>
                  </a:lnTo>
                  <a:lnTo>
                    <a:pt x="2927716" y="197293"/>
                  </a:lnTo>
                  <a:lnTo>
                    <a:pt x="2991311" y="167646"/>
                  </a:lnTo>
                  <a:lnTo>
                    <a:pt x="3060564" y="141085"/>
                  </a:lnTo>
                  <a:lnTo>
                    <a:pt x="3135832" y="117257"/>
                  </a:lnTo>
                  <a:lnTo>
                    <a:pt x="3216995" y="95909"/>
                  </a:lnTo>
                  <a:lnTo>
                    <a:pt x="3303251" y="76890"/>
                  </a:lnTo>
                  <a:lnTo>
                    <a:pt x="3392911" y="60142"/>
                  </a:lnTo>
                  <a:lnTo>
                    <a:pt x="3483283" y="45685"/>
                  </a:lnTo>
                  <a:lnTo>
                    <a:pt x="3570737" y="33571"/>
                  </a:lnTo>
                  <a:lnTo>
                    <a:pt x="3651053" y="23841"/>
                  </a:lnTo>
                  <a:lnTo>
                    <a:pt x="3720072" y="16464"/>
                  </a:lnTo>
                  <a:lnTo>
                    <a:pt x="3774544" y="11288"/>
                  </a:lnTo>
                  <a:lnTo>
                    <a:pt x="3812907" y="8028"/>
                  </a:lnTo>
                  <a:lnTo>
                    <a:pt x="3835766" y="6282"/>
                  </a:lnTo>
                  <a:lnTo>
                    <a:pt x="3845921" y="558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8" y="5485"/>
                  </a:lnTo>
                  <a:lnTo>
                    <a:pt x="4396435" y="5782"/>
                  </a:lnTo>
                  <a:lnTo>
                    <a:pt x="4417161" y="6601"/>
                  </a:lnTo>
                  <a:lnTo>
                    <a:pt x="4453667" y="8208"/>
                  </a:lnTo>
                  <a:lnTo>
                    <a:pt x="4506971" y="10836"/>
                  </a:lnTo>
                  <a:lnTo>
                    <a:pt x="4575723" y="14653"/>
                  </a:lnTo>
                  <a:lnTo>
                    <a:pt x="4656652" y="19755"/>
                  </a:lnTo>
                  <a:lnTo>
                    <a:pt x="4745409" y="26163"/>
                  </a:lnTo>
                  <a:lnTo>
                    <a:pt x="4837496" y="33858"/>
                  </a:lnTo>
                  <a:lnTo>
                    <a:pt x="4929015" y="42810"/>
                  </a:lnTo>
                  <a:lnTo>
                    <a:pt x="5017067" y="53006"/>
                  </a:lnTo>
                  <a:lnTo>
                    <a:pt x="5099840" y="64479"/>
                  </a:lnTo>
                  <a:lnTo>
                    <a:pt x="5176481" y="77312"/>
                  </a:lnTo>
                  <a:lnTo>
                    <a:pt x="5246873" y="91647"/>
                  </a:lnTo>
                  <a:lnTo>
                    <a:pt x="5311409" y="107686"/>
                  </a:lnTo>
                  <a:lnTo>
                    <a:pt x="5370800" y="125674"/>
                  </a:lnTo>
                  <a:lnTo>
                    <a:pt x="5425928" y="145899"/>
                  </a:lnTo>
                  <a:lnTo>
                    <a:pt x="5477736" y="168652"/>
                  </a:lnTo>
                  <a:lnTo>
                    <a:pt x="5527143" y="194189"/>
                  </a:lnTo>
                  <a:lnTo>
                    <a:pt x="5567201" y="217781"/>
                  </a:lnTo>
                  <a:lnTo>
                    <a:pt x="5612817" y="247727"/>
                  </a:lnTo>
                  <a:lnTo>
                    <a:pt x="5657987" y="280498"/>
                  </a:lnTo>
                  <a:lnTo>
                    <a:pt x="5703123" y="316139"/>
                  </a:lnTo>
                  <a:lnTo>
                    <a:pt x="5748518" y="354620"/>
                  </a:lnTo>
                  <a:lnTo>
                    <a:pt x="5794360" y="395816"/>
                  </a:lnTo>
                  <a:lnTo>
                    <a:pt x="5840744" y="439506"/>
                  </a:lnTo>
                  <a:lnTo>
                    <a:pt x="5887684" y="485371"/>
                  </a:lnTo>
                  <a:lnTo>
                    <a:pt x="5935122" y="533000"/>
                  </a:lnTo>
                  <a:lnTo>
                    <a:pt x="5982940" y="581900"/>
                  </a:lnTo>
                  <a:lnTo>
                    <a:pt x="6030983" y="631518"/>
                  </a:lnTo>
                  <a:lnTo>
                    <a:pt x="6079066" y="681268"/>
                  </a:lnTo>
                  <a:lnTo>
                    <a:pt x="6127004" y="730554"/>
                  </a:lnTo>
                  <a:lnTo>
                    <a:pt x="6174626" y="778806"/>
                  </a:lnTo>
                  <a:lnTo>
                    <a:pt x="6221796" y="825502"/>
                  </a:lnTo>
                  <a:lnTo>
                    <a:pt x="6268427" y="870192"/>
                  </a:lnTo>
                  <a:lnTo>
                    <a:pt x="6314500" y="912517"/>
                  </a:lnTo>
                  <a:lnTo>
                    <a:pt x="6360074" y="952211"/>
                  </a:lnTo>
                  <a:lnTo>
                    <a:pt x="6405294" y="989109"/>
                  </a:lnTo>
                  <a:lnTo>
                    <a:pt x="6450406" y="1023139"/>
                  </a:lnTo>
                  <a:lnTo>
                    <a:pt x="6495767" y="1054315"/>
                  </a:lnTo>
                  <a:lnTo>
                    <a:pt x="6515891" y="1067128"/>
                  </a:lnTo>
                  <a:lnTo>
                    <a:pt x="6563921" y="1095106"/>
                  </a:lnTo>
                  <a:lnTo>
                    <a:pt x="6613662" y="1120173"/>
                  </a:lnTo>
                  <a:lnTo>
                    <a:pt x="6665950" y="1142492"/>
                  </a:lnTo>
                  <a:lnTo>
                    <a:pt x="6721712" y="1162329"/>
                  </a:lnTo>
                  <a:lnTo>
                    <a:pt x="6781890" y="1179980"/>
                  </a:lnTo>
                  <a:lnTo>
                    <a:pt x="6847344" y="1195723"/>
                  </a:lnTo>
                  <a:lnTo>
                    <a:pt x="6918744" y="1209800"/>
                  </a:lnTo>
                  <a:lnTo>
                    <a:pt x="6996415" y="1222402"/>
                  </a:lnTo>
                  <a:lnTo>
                    <a:pt x="7080135" y="1233661"/>
                  </a:lnTo>
                  <a:lnTo>
                    <a:pt x="7168908" y="1243652"/>
                  </a:lnTo>
                  <a:lnTo>
                    <a:pt x="7260748" y="1252399"/>
                  </a:lnTo>
                  <a:lnTo>
                    <a:pt x="7352579" y="1259886"/>
                  </a:lnTo>
                  <a:lnTo>
                    <a:pt x="7440367" y="1266080"/>
                  </a:lnTo>
                  <a:lnTo>
                    <a:pt x="7519581" y="1270968"/>
                  </a:lnTo>
                  <a:lnTo>
                    <a:pt x="7585982" y="1274582"/>
                  </a:lnTo>
                  <a:lnTo>
                    <a:pt x="7636565" y="1277029"/>
                  </a:lnTo>
                  <a:lnTo>
                    <a:pt x="7670349" y="1278490"/>
                  </a:lnTo>
                  <a:lnTo>
                    <a:pt x="7688750" y="1279205"/>
                  </a:lnTo>
                  <a:lnTo>
                    <a:pt x="7695486" y="1279441"/>
                  </a:lnTo>
                  <a:lnTo>
                    <a:pt x="7696237" y="1279465"/>
                  </a:lnTo>
                  <a:lnTo>
                    <a:pt x="8234974" y="1279465"/>
                  </a:lnTo>
                  <a:lnTo>
                    <a:pt x="8234974" y="1274020"/>
                  </a:lnTo>
                  <a:lnTo>
                    <a:pt x="7696237" y="1274020"/>
                  </a:lnTo>
                  <a:lnTo>
                    <a:pt x="7694965" y="1273979"/>
                  </a:lnTo>
                  <a:lnTo>
                    <a:pt x="7686657" y="1273683"/>
                  </a:lnTo>
                  <a:lnTo>
                    <a:pt x="7665931" y="1272864"/>
                  </a:lnTo>
                  <a:lnTo>
                    <a:pt x="7629426" y="1271257"/>
                  </a:lnTo>
                  <a:lnTo>
                    <a:pt x="7576121" y="1268629"/>
                  </a:lnTo>
                  <a:lnTo>
                    <a:pt x="7507370" y="1264811"/>
                  </a:lnTo>
                  <a:lnTo>
                    <a:pt x="7426440" y="1259710"/>
                  </a:lnTo>
                  <a:lnTo>
                    <a:pt x="7337684" y="1253302"/>
                  </a:lnTo>
                  <a:lnTo>
                    <a:pt x="7245596" y="1245606"/>
                  </a:lnTo>
                  <a:lnTo>
                    <a:pt x="7154078" y="1236655"/>
                  </a:lnTo>
                  <a:lnTo>
                    <a:pt x="7066025" y="1226458"/>
                  </a:lnTo>
                  <a:lnTo>
                    <a:pt x="6983252" y="1214986"/>
                  </a:lnTo>
                  <a:lnTo>
                    <a:pt x="6906611" y="1202153"/>
                  </a:lnTo>
                  <a:lnTo>
                    <a:pt x="6836220" y="1187817"/>
                  </a:lnTo>
                  <a:lnTo>
                    <a:pt x="6771683" y="1171779"/>
                  </a:lnTo>
                  <a:lnTo>
                    <a:pt x="6712292" y="1153790"/>
                  </a:lnTo>
                  <a:lnTo>
                    <a:pt x="6657164" y="1133566"/>
                  </a:lnTo>
                  <a:lnTo>
                    <a:pt x="6605357" y="1110813"/>
                  </a:lnTo>
                  <a:lnTo>
                    <a:pt x="6555949" y="1085275"/>
                  </a:lnTo>
                  <a:lnTo>
                    <a:pt x="6515891" y="1061684"/>
                  </a:lnTo>
                  <a:lnTo>
                    <a:pt x="6470275" y="1031737"/>
                  </a:lnTo>
                  <a:lnTo>
                    <a:pt x="6425105" y="998967"/>
                  </a:lnTo>
                  <a:lnTo>
                    <a:pt x="6379969" y="963325"/>
                  </a:lnTo>
                  <a:lnTo>
                    <a:pt x="6334574" y="924845"/>
                  </a:lnTo>
                  <a:lnTo>
                    <a:pt x="6288732" y="883649"/>
                  </a:lnTo>
                  <a:lnTo>
                    <a:pt x="6242348" y="839959"/>
                  </a:lnTo>
                  <a:lnTo>
                    <a:pt x="6195408" y="794093"/>
                  </a:lnTo>
                  <a:lnTo>
                    <a:pt x="6147971" y="746464"/>
                  </a:lnTo>
                  <a:lnTo>
                    <a:pt x="6100152" y="697565"/>
                  </a:lnTo>
                  <a:lnTo>
                    <a:pt x="6052110" y="647946"/>
                  </a:lnTo>
                  <a:lnTo>
                    <a:pt x="6004027" y="598197"/>
                  </a:lnTo>
                  <a:lnTo>
                    <a:pt x="5956088" y="548910"/>
                  </a:lnTo>
                  <a:lnTo>
                    <a:pt x="5908466" y="500659"/>
                  </a:lnTo>
                  <a:lnTo>
                    <a:pt x="5861297" y="453963"/>
                  </a:lnTo>
                  <a:lnTo>
                    <a:pt x="5814666" y="409272"/>
                  </a:lnTo>
                  <a:lnTo>
                    <a:pt x="5768592" y="366948"/>
                  </a:lnTo>
                  <a:lnTo>
                    <a:pt x="5723018" y="327253"/>
                  </a:lnTo>
                  <a:lnTo>
                    <a:pt x="5677798" y="290355"/>
                  </a:lnTo>
                  <a:lnTo>
                    <a:pt x="5632686" y="256325"/>
                  </a:lnTo>
                  <a:lnTo>
                    <a:pt x="5587326" y="225149"/>
                  </a:lnTo>
                  <a:lnTo>
                    <a:pt x="5567201" y="212336"/>
                  </a:lnTo>
                  <a:lnTo>
                    <a:pt x="5519171" y="184359"/>
                  </a:lnTo>
                  <a:lnTo>
                    <a:pt x="5469430" y="159292"/>
                  </a:lnTo>
                  <a:lnTo>
                    <a:pt x="5417143" y="136973"/>
                  </a:lnTo>
                  <a:lnTo>
                    <a:pt x="5361380" y="117135"/>
                  </a:lnTo>
                  <a:lnTo>
                    <a:pt x="5301203" y="99485"/>
                  </a:lnTo>
                  <a:lnTo>
                    <a:pt x="5235749" y="83742"/>
                  </a:lnTo>
                  <a:lnTo>
                    <a:pt x="5164349" y="69665"/>
                  </a:lnTo>
                  <a:lnTo>
                    <a:pt x="5086678" y="57063"/>
                  </a:lnTo>
                  <a:lnTo>
                    <a:pt x="5002957" y="45804"/>
                  </a:lnTo>
                  <a:lnTo>
                    <a:pt x="4914185" y="35812"/>
                  </a:lnTo>
                  <a:lnTo>
                    <a:pt x="4822345" y="27065"/>
                  </a:lnTo>
                  <a:lnTo>
                    <a:pt x="4730513" y="19579"/>
                  </a:lnTo>
                  <a:lnTo>
                    <a:pt x="4642725" y="13384"/>
                  </a:lnTo>
                  <a:lnTo>
                    <a:pt x="4563511" y="8497"/>
                  </a:lnTo>
                  <a:lnTo>
                    <a:pt x="4497110" y="4882"/>
                  </a:lnTo>
                  <a:lnTo>
                    <a:pt x="4446528" y="2435"/>
                  </a:lnTo>
                  <a:lnTo>
                    <a:pt x="4412744" y="975"/>
                  </a:lnTo>
                  <a:lnTo>
                    <a:pt x="4394343" y="260"/>
                  </a:lnTo>
                  <a:lnTo>
                    <a:pt x="4387606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7" y="74"/>
                  </a:lnTo>
                  <a:lnTo>
                    <a:pt x="3839063" y="603"/>
                  </a:lnTo>
                  <a:lnTo>
                    <a:pt x="3819429" y="2068"/>
                  </a:lnTo>
                  <a:lnTo>
                    <a:pt x="3784743" y="4943"/>
                  </a:lnTo>
                  <a:lnTo>
                    <a:pt x="3733888" y="9651"/>
                  </a:lnTo>
                  <a:lnTo>
                    <a:pt x="3667955" y="16507"/>
                  </a:lnTo>
                  <a:lnTo>
                    <a:pt x="3589873" y="25693"/>
                  </a:lnTo>
                  <a:lnTo>
                    <a:pt x="3503667" y="37264"/>
                  </a:lnTo>
                  <a:lnTo>
                    <a:pt x="3413613" y="51191"/>
                  </a:lnTo>
                  <a:lnTo>
                    <a:pt x="3323516" y="67419"/>
                  </a:lnTo>
                  <a:lnTo>
                    <a:pt x="3236299" y="85917"/>
                  </a:lnTo>
                  <a:lnTo>
                    <a:pt x="3153872" y="106724"/>
                  </a:lnTo>
                  <a:lnTo>
                    <a:pt x="3077225" y="129966"/>
                  </a:lnTo>
                  <a:lnTo>
                    <a:pt x="3006615" y="155876"/>
                  </a:lnTo>
                  <a:lnTo>
                    <a:pt x="2941777" y="184782"/>
                  </a:lnTo>
                  <a:lnTo>
                    <a:pt x="2882108" y="217107"/>
                  </a:lnTo>
                  <a:lnTo>
                    <a:pt x="2826812" y="253344"/>
                  </a:lnTo>
                  <a:lnTo>
                    <a:pt x="2775010" y="294022"/>
                  </a:lnTo>
                  <a:lnTo>
                    <a:pt x="2725817" y="339633"/>
                  </a:lnTo>
                  <a:lnTo>
                    <a:pt x="2678421" y="390519"/>
                  </a:lnTo>
                  <a:lnTo>
                    <a:pt x="2667772" y="402895"/>
                  </a:lnTo>
                  <a:lnTo>
                    <a:pt x="2630085" y="449401"/>
                  </a:lnTo>
                  <a:lnTo>
                    <a:pt x="2592758" y="499536"/>
                  </a:lnTo>
                  <a:lnTo>
                    <a:pt x="2555540" y="553374"/>
                  </a:lnTo>
                  <a:lnTo>
                    <a:pt x="2518239" y="610918"/>
                  </a:lnTo>
                  <a:lnTo>
                    <a:pt x="2480714" y="672098"/>
                  </a:lnTo>
                  <a:lnTo>
                    <a:pt x="2442872" y="736761"/>
                  </a:lnTo>
                  <a:lnTo>
                    <a:pt x="2404660" y="804667"/>
                  </a:lnTo>
                  <a:lnTo>
                    <a:pt x="2366067" y="875489"/>
                  </a:lnTo>
                  <a:lnTo>
                    <a:pt x="2327112" y="948818"/>
                  </a:lnTo>
                  <a:lnTo>
                    <a:pt x="2287847" y="1024168"/>
                  </a:lnTo>
                  <a:lnTo>
                    <a:pt x="2248347" y="1100988"/>
                  </a:lnTo>
                  <a:lnTo>
                    <a:pt x="2208703" y="1178681"/>
                  </a:lnTo>
                  <a:lnTo>
                    <a:pt x="2169019" y="1256619"/>
                  </a:lnTo>
                  <a:lnTo>
                    <a:pt x="2129399" y="1334166"/>
                  </a:lnTo>
                  <a:lnTo>
                    <a:pt x="2089946" y="1410699"/>
                  </a:lnTo>
                  <a:lnTo>
                    <a:pt x="2050746" y="1485631"/>
                  </a:lnTo>
                  <a:lnTo>
                    <a:pt x="2011871" y="1558423"/>
                  </a:lnTo>
                  <a:lnTo>
                    <a:pt x="1973365" y="1628608"/>
                  </a:lnTo>
                  <a:lnTo>
                    <a:pt x="1935241" y="1695792"/>
                  </a:lnTo>
                  <a:lnTo>
                    <a:pt x="1897478" y="1759672"/>
                  </a:lnTo>
                  <a:lnTo>
                    <a:pt x="1860014" y="1820025"/>
                  </a:lnTo>
                  <a:lnTo>
                    <a:pt x="1822746" y="1876720"/>
                  </a:lnTo>
                  <a:lnTo>
                    <a:pt x="1785522" y="1929702"/>
                  </a:lnTo>
                  <a:lnTo>
                    <a:pt x="1748137" y="1978994"/>
                  </a:lnTo>
                  <a:lnTo>
                    <a:pt x="1719082" y="2014477"/>
                  </a:lnTo>
                  <a:lnTo>
                    <a:pt x="1671998" y="2066585"/>
                  </a:lnTo>
                  <a:lnTo>
                    <a:pt x="1623283" y="2113380"/>
                  </a:lnTo>
                  <a:lnTo>
                    <a:pt x="1572153" y="2155145"/>
                  </a:lnTo>
                  <a:lnTo>
                    <a:pt x="1517734" y="2192350"/>
                  </a:lnTo>
                  <a:lnTo>
                    <a:pt x="1459139" y="2225523"/>
                  </a:lnTo>
                  <a:lnTo>
                    <a:pt x="1395544" y="2255170"/>
                  </a:lnTo>
                  <a:lnTo>
                    <a:pt x="1326291" y="2281732"/>
                  </a:lnTo>
                  <a:lnTo>
                    <a:pt x="1251023" y="2305560"/>
                  </a:lnTo>
                  <a:lnTo>
                    <a:pt x="1169859" y="2326908"/>
                  </a:lnTo>
                  <a:lnTo>
                    <a:pt x="1083604" y="2345927"/>
                  </a:lnTo>
                  <a:lnTo>
                    <a:pt x="993944" y="2362674"/>
                  </a:lnTo>
                  <a:lnTo>
                    <a:pt x="903571" y="2377132"/>
                  </a:lnTo>
                  <a:lnTo>
                    <a:pt x="816117" y="2389246"/>
                  </a:lnTo>
                  <a:lnTo>
                    <a:pt x="735802" y="2398975"/>
                  </a:lnTo>
                  <a:lnTo>
                    <a:pt x="666782" y="2406353"/>
                  </a:lnTo>
                  <a:lnTo>
                    <a:pt x="612311" y="2411529"/>
                  </a:lnTo>
                  <a:lnTo>
                    <a:pt x="573947" y="2414789"/>
                  </a:lnTo>
                  <a:lnTo>
                    <a:pt x="551089" y="2416534"/>
                  </a:lnTo>
                  <a:lnTo>
                    <a:pt x="540934" y="2417235"/>
                  </a:lnTo>
                  <a:lnTo>
                    <a:pt x="538736" y="2417373"/>
                  </a:lnTo>
                  <a:lnTo>
                    <a:pt x="0" y="241737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95" name="pl1095"/>
            <p:cNvSpPr/>
            <p:nvPr/>
          </p:nvSpPr>
          <p:spPr>
            <a:xfrm>
              <a:off x="546595" y="962794"/>
              <a:ext cx="8234974" cy="2417373"/>
            </a:xfrm>
            <a:custGeom>
              <a:avLst/>
              <a:pathLst>
                <a:path w="8234974" h="2417373">
                  <a:moveTo>
                    <a:pt x="0" y="2417373"/>
                  </a:moveTo>
                  <a:lnTo>
                    <a:pt x="538736" y="2417373"/>
                  </a:lnTo>
                  <a:lnTo>
                    <a:pt x="539938" y="2417299"/>
                  </a:lnTo>
                  <a:lnTo>
                    <a:pt x="547791" y="2416769"/>
                  </a:lnTo>
                  <a:lnTo>
                    <a:pt x="567425" y="2415305"/>
                  </a:lnTo>
                  <a:lnTo>
                    <a:pt x="602112" y="2412429"/>
                  </a:lnTo>
                  <a:lnTo>
                    <a:pt x="652967" y="2407721"/>
                  </a:lnTo>
                  <a:lnTo>
                    <a:pt x="718899" y="2400865"/>
                  </a:lnTo>
                  <a:lnTo>
                    <a:pt x="796982" y="2391679"/>
                  </a:lnTo>
                  <a:lnTo>
                    <a:pt x="883187" y="2380108"/>
                  </a:lnTo>
                  <a:lnTo>
                    <a:pt x="973242" y="2366181"/>
                  </a:lnTo>
                  <a:lnTo>
                    <a:pt x="1063338" y="2349953"/>
                  </a:lnTo>
                  <a:lnTo>
                    <a:pt x="1150556" y="2331455"/>
                  </a:lnTo>
                  <a:lnTo>
                    <a:pt x="1232983" y="2310649"/>
                  </a:lnTo>
                  <a:lnTo>
                    <a:pt x="1309629" y="2287406"/>
                  </a:lnTo>
                  <a:lnTo>
                    <a:pt x="1380239" y="2261497"/>
                  </a:lnTo>
                  <a:lnTo>
                    <a:pt x="1445077" y="2232590"/>
                  </a:lnTo>
                  <a:lnTo>
                    <a:pt x="1504747" y="2200265"/>
                  </a:lnTo>
                  <a:lnTo>
                    <a:pt x="1560042" y="2164028"/>
                  </a:lnTo>
                  <a:lnTo>
                    <a:pt x="1611845" y="2123350"/>
                  </a:lnTo>
                  <a:lnTo>
                    <a:pt x="1661038" y="2077739"/>
                  </a:lnTo>
                  <a:lnTo>
                    <a:pt x="1708434" y="2026853"/>
                  </a:lnTo>
                  <a:lnTo>
                    <a:pt x="1719082" y="2014477"/>
                  </a:lnTo>
                  <a:lnTo>
                    <a:pt x="1756769" y="1967971"/>
                  </a:lnTo>
                  <a:lnTo>
                    <a:pt x="1794096" y="1917836"/>
                  </a:lnTo>
                  <a:lnTo>
                    <a:pt x="1831314" y="1863998"/>
                  </a:lnTo>
                  <a:lnTo>
                    <a:pt x="1868616" y="1806454"/>
                  </a:lnTo>
                  <a:lnTo>
                    <a:pt x="1906141" y="1745274"/>
                  </a:lnTo>
                  <a:lnTo>
                    <a:pt x="1943983" y="1680611"/>
                  </a:lnTo>
                  <a:lnTo>
                    <a:pt x="1982194" y="1612706"/>
                  </a:lnTo>
                  <a:lnTo>
                    <a:pt x="2020788" y="1541883"/>
                  </a:lnTo>
                  <a:lnTo>
                    <a:pt x="2059743" y="1468554"/>
                  </a:lnTo>
                  <a:lnTo>
                    <a:pt x="2099007" y="1393205"/>
                  </a:lnTo>
                  <a:lnTo>
                    <a:pt x="2138508" y="1316384"/>
                  </a:lnTo>
                  <a:lnTo>
                    <a:pt x="2178151" y="1238691"/>
                  </a:lnTo>
                  <a:lnTo>
                    <a:pt x="2217836" y="1160753"/>
                  </a:lnTo>
                  <a:lnTo>
                    <a:pt x="2257455" y="1083206"/>
                  </a:lnTo>
                  <a:lnTo>
                    <a:pt x="2296909" y="1006673"/>
                  </a:lnTo>
                  <a:lnTo>
                    <a:pt x="2336108" y="931741"/>
                  </a:lnTo>
                  <a:lnTo>
                    <a:pt x="2374983" y="858949"/>
                  </a:lnTo>
                  <a:lnTo>
                    <a:pt x="2413490" y="788765"/>
                  </a:lnTo>
                  <a:lnTo>
                    <a:pt x="2451614" y="721580"/>
                  </a:lnTo>
                  <a:lnTo>
                    <a:pt x="2489377" y="657701"/>
                  </a:lnTo>
                  <a:lnTo>
                    <a:pt x="2526840" y="597347"/>
                  </a:lnTo>
                  <a:lnTo>
                    <a:pt x="2564108" y="540652"/>
                  </a:lnTo>
                  <a:lnTo>
                    <a:pt x="2601332" y="487670"/>
                  </a:lnTo>
                  <a:lnTo>
                    <a:pt x="2638718" y="438379"/>
                  </a:lnTo>
                  <a:lnTo>
                    <a:pt x="2667772" y="402895"/>
                  </a:lnTo>
                  <a:lnTo>
                    <a:pt x="2714857" y="350787"/>
                  </a:lnTo>
                  <a:lnTo>
                    <a:pt x="2763572" y="303992"/>
                  </a:lnTo>
                  <a:lnTo>
                    <a:pt x="2814702" y="262228"/>
                  </a:lnTo>
                  <a:lnTo>
                    <a:pt x="2869120" y="225022"/>
                  </a:lnTo>
                  <a:lnTo>
                    <a:pt x="2927716" y="191849"/>
                  </a:lnTo>
                  <a:lnTo>
                    <a:pt x="2991311" y="162202"/>
                  </a:lnTo>
                  <a:lnTo>
                    <a:pt x="3060564" y="135640"/>
                  </a:lnTo>
                  <a:lnTo>
                    <a:pt x="3135832" y="111812"/>
                  </a:lnTo>
                  <a:lnTo>
                    <a:pt x="3216995" y="90464"/>
                  </a:lnTo>
                  <a:lnTo>
                    <a:pt x="3303251" y="71445"/>
                  </a:lnTo>
                  <a:lnTo>
                    <a:pt x="3392911" y="54698"/>
                  </a:lnTo>
                  <a:lnTo>
                    <a:pt x="3483283" y="40240"/>
                  </a:lnTo>
                  <a:lnTo>
                    <a:pt x="3570737" y="28126"/>
                  </a:lnTo>
                  <a:lnTo>
                    <a:pt x="3651053" y="18397"/>
                  </a:lnTo>
                  <a:lnTo>
                    <a:pt x="3720072" y="11019"/>
                  </a:lnTo>
                  <a:lnTo>
                    <a:pt x="3774544" y="5844"/>
                  </a:lnTo>
                  <a:lnTo>
                    <a:pt x="3812907" y="2584"/>
                  </a:lnTo>
                  <a:lnTo>
                    <a:pt x="3835766" y="838"/>
                  </a:lnTo>
                  <a:lnTo>
                    <a:pt x="3845921" y="138"/>
                  </a:lnTo>
                  <a:lnTo>
                    <a:pt x="38481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8" y="41"/>
                  </a:lnTo>
                  <a:lnTo>
                    <a:pt x="4396435" y="337"/>
                  </a:lnTo>
                  <a:lnTo>
                    <a:pt x="4417161" y="1156"/>
                  </a:lnTo>
                  <a:lnTo>
                    <a:pt x="4453667" y="2763"/>
                  </a:lnTo>
                  <a:lnTo>
                    <a:pt x="4506971" y="5391"/>
                  </a:lnTo>
                  <a:lnTo>
                    <a:pt x="4575723" y="9209"/>
                  </a:lnTo>
                  <a:lnTo>
                    <a:pt x="4656652" y="14310"/>
                  </a:lnTo>
                  <a:lnTo>
                    <a:pt x="4745409" y="20718"/>
                  </a:lnTo>
                  <a:lnTo>
                    <a:pt x="4837496" y="28414"/>
                  </a:lnTo>
                  <a:lnTo>
                    <a:pt x="4929015" y="37365"/>
                  </a:lnTo>
                  <a:lnTo>
                    <a:pt x="5017067" y="47562"/>
                  </a:lnTo>
                  <a:lnTo>
                    <a:pt x="5099840" y="59034"/>
                  </a:lnTo>
                  <a:lnTo>
                    <a:pt x="5176481" y="71867"/>
                  </a:lnTo>
                  <a:lnTo>
                    <a:pt x="5246873" y="86203"/>
                  </a:lnTo>
                  <a:lnTo>
                    <a:pt x="5311409" y="102241"/>
                  </a:lnTo>
                  <a:lnTo>
                    <a:pt x="5370800" y="120230"/>
                  </a:lnTo>
                  <a:lnTo>
                    <a:pt x="5425928" y="140454"/>
                  </a:lnTo>
                  <a:lnTo>
                    <a:pt x="5477736" y="163207"/>
                  </a:lnTo>
                  <a:lnTo>
                    <a:pt x="5527143" y="188745"/>
                  </a:lnTo>
                  <a:lnTo>
                    <a:pt x="5567201" y="212336"/>
                  </a:lnTo>
                  <a:lnTo>
                    <a:pt x="5612817" y="242283"/>
                  </a:lnTo>
                  <a:lnTo>
                    <a:pt x="5657987" y="275053"/>
                  </a:lnTo>
                  <a:lnTo>
                    <a:pt x="5703123" y="310695"/>
                  </a:lnTo>
                  <a:lnTo>
                    <a:pt x="5748518" y="349175"/>
                  </a:lnTo>
                  <a:lnTo>
                    <a:pt x="5794360" y="390371"/>
                  </a:lnTo>
                  <a:lnTo>
                    <a:pt x="5840744" y="434061"/>
                  </a:lnTo>
                  <a:lnTo>
                    <a:pt x="5887684" y="479927"/>
                  </a:lnTo>
                  <a:lnTo>
                    <a:pt x="5935122" y="527556"/>
                  </a:lnTo>
                  <a:lnTo>
                    <a:pt x="5982940" y="576455"/>
                  </a:lnTo>
                  <a:lnTo>
                    <a:pt x="6030983" y="626074"/>
                  </a:lnTo>
                  <a:lnTo>
                    <a:pt x="6079066" y="675823"/>
                  </a:lnTo>
                  <a:lnTo>
                    <a:pt x="6127004" y="725110"/>
                  </a:lnTo>
                  <a:lnTo>
                    <a:pt x="6174626" y="773361"/>
                  </a:lnTo>
                  <a:lnTo>
                    <a:pt x="6221796" y="820057"/>
                  </a:lnTo>
                  <a:lnTo>
                    <a:pt x="6268427" y="864748"/>
                  </a:lnTo>
                  <a:lnTo>
                    <a:pt x="6314500" y="907072"/>
                  </a:lnTo>
                  <a:lnTo>
                    <a:pt x="6360074" y="946767"/>
                  </a:lnTo>
                  <a:lnTo>
                    <a:pt x="6405294" y="983665"/>
                  </a:lnTo>
                  <a:lnTo>
                    <a:pt x="6450406" y="1017695"/>
                  </a:lnTo>
                  <a:lnTo>
                    <a:pt x="6495767" y="1048871"/>
                  </a:lnTo>
                  <a:lnTo>
                    <a:pt x="6515891" y="1061684"/>
                  </a:lnTo>
                  <a:lnTo>
                    <a:pt x="6563921" y="1089661"/>
                  </a:lnTo>
                  <a:lnTo>
                    <a:pt x="6613662" y="1114728"/>
                  </a:lnTo>
                  <a:lnTo>
                    <a:pt x="6665950" y="1137047"/>
                  </a:lnTo>
                  <a:lnTo>
                    <a:pt x="6721712" y="1156885"/>
                  </a:lnTo>
                  <a:lnTo>
                    <a:pt x="6781890" y="1174535"/>
                  </a:lnTo>
                  <a:lnTo>
                    <a:pt x="6847344" y="1190278"/>
                  </a:lnTo>
                  <a:lnTo>
                    <a:pt x="6918744" y="1204355"/>
                  </a:lnTo>
                  <a:lnTo>
                    <a:pt x="6996415" y="1216957"/>
                  </a:lnTo>
                  <a:lnTo>
                    <a:pt x="7080135" y="1228216"/>
                  </a:lnTo>
                  <a:lnTo>
                    <a:pt x="7168908" y="1238208"/>
                  </a:lnTo>
                  <a:lnTo>
                    <a:pt x="7260748" y="1246955"/>
                  </a:lnTo>
                  <a:lnTo>
                    <a:pt x="7352579" y="1254441"/>
                  </a:lnTo>
                  <a:lnTo>
                    <a:pt x="7440367" y="1260636"/>
                  </a:lnTo>
                  <a:lnTo>
                    <a:pt x="7519581" y="1265523"/>
                  </a:lnTo>
                  <a:lnTo>
                    <a:pt x="7585982" y="1269138"/>
                  </a:lnTo>
                  <a:lnTo>
                    <a:pt x="7636565" y="1271585"/>
                  </a:lnTo>
                  <a:lnTo>
                    <a:pt x="7670349" y="1273045"/>
                  </a:lnTo>
                  <a:lnTo>
                    <a:pt x="7688750" y="1273760"/>
                  </a:lnTo>
                  <a:lnTo>
                    <a:pt x="7695486" y="1273996"/>
                  </a:lnTo>
                  <a:lnTo>
                    <a:pt x="7696237" y="1274020"/>
                  </a:lnTo>
                  <a:lnTo>
                    <a:pt x="8234974" y="12740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6" name="pl1096"/>
            <p:cNvSpPr/>
            <p:nvPr/>
          </p:nvSpPr>
          <p:spPr>
            <a:xfrm>
              <a:off x="546595" y="957349"/>
              <a:ext cx="8234974" cy="2417373"/>
            </a:xfrm>
            <a:custGeom>
              <a:avLst/>
              <a:pathLst>
                <a:path w="8234974" h="2417373">
                  <a:moveTo>
                    <a:pt x="8234974" y="1274020"/>
                  </a:moveTo>
                  <a:lnTo>
                    <a:pt x="7696237" y="1274020"/>
                  </a:lnTo>
                  <a:lnTo>
                    <a:pt x="7694965" y="1273979"/>
                  </a:lnTo>
                  <a:lnTo>
                    <a:pt x="7686657" y="1273683"/>
                  </a:lnTo>
                  <a:lnTo>
                    <a:pt x="7665931" y="1272864"/>
                  </a:lnTo>
                  <a:lnTo>
                    <a:pt x="7629426" y="1271257"/>
                  </a:lnTo>
                  <a:lnTo>
                    <a:pt x="7576121" y="1268629"/>
                  </a:lnTo>
                  <a:lnTo>
                    <a:pt x="7507370" y="1264811"/>
                  </a:lnTo>
                  <a:lnTo>
                    <a:pt x="7426440" y="1259710"/>
                  </a:lnTo>
                  <a:lnTo>
                    <a:pt x="7337684" y="1253302"/>
                  </a:lnTo>
                  <a:lnTo>
                    <a:pt x="7245596" y="1245606"/>
                  </a:lnTo>
                  <a:lnTo>
                    <a:pt x="7154078" y="1236655"/>
                  </a:lnTo>
                  <a:lnTo>
                    <a:pt x="7066025" y="1226458"/>
                  </a:lnTo>
                  <a:lnTo>
                    <a:pt x="6983252" y="1214986"/>
                  </a:lnTo>
                  <a:lnTo>
                    <a:pt x="6906611" y="1202153"/>
                  </a:lnTo>
                  <a:lnTo>
                    <a:pt x="6836220" y="1187817"/>
                  </a:lnTo>
                  <a:lnTo>
                    <a:pt x="6771683" y="1171779"/>
                  </a:lnTo>
                  <a:lnTo>
                    <a:pt x="6712292" y="1153790"/>
                  </a:lnTo>
                  <a:lnTo>
                    <a:pt x="6657164" y="1133566"/>
                  </a:lnTo>
                  <a:lnTo>
                    <a:pt x="6605357" y="1110813"/>
                  </a:lnTo>
                  <a:lnTo>
                    <a:pt x="6555949" y="1085275"/>
                  </a:lnTo>
                  <a:lnTo>
                    <a:pt x="6515891" y="1061684"/>
                  </a:lnTo>
                  <a:lnTo>
                    <a:pt x="6470275" y="1031737"/>
                  </a:lnTo>
                  <a:lnTo>
                    <a:pt x="6425105" y="998967"/>
                  </a:lnTo>
                  <a:lnTo>
                    <a:pt x="6379969" y="963325"/>
                  </a:lnTo>
                  <a:lnTo>
                    <a:pt x="6334574" y="924845"/>
                  </a:lnTo>
                  <a:lnTo>
                    <a:pt x="6288732" y="883649"/>
                  </a:lnTo>
                  <a:lnTo>
                    <a:pt x="6242348" y="839959"/>
                  </a:lnTo>
                  <a:lnTo>
                    <a:pt x="6195408" y="794093"/>
                  </a:lnTo>
                  <a:lnTo>
                    <a:pt x="6147971" y="746464"/>
                  </a:lnTo>
                  <a:lnTo>
                    <a:pt x="6100152" y="697565"/>
                  </a:lnTo>
                  <a:lnTo>
                    <a:pt x="6052110" y="647946"/>
                  </a:lnTo>
                  <a:lnTo>
                    <a:pt x="6004027" y="598197"/>
                  </a:lnTo>
                  <a:lnTo>
                    <a:pt x="5956088" y="548910"/>
                  </a:lnTo>
                  <a:lnTo>
                    <a:pt x="5908466" y="500659"/>
                  </a:lnTo>
                  <a:lnTo>
                    <a:pt x="5861297" y="453963"/>
                  </a:lnTo>
                  <a:lnTo>
                    <a:pt x="5814666" y="409272"/>
                  </a:lnTo>
                  <a:lnTo>
                    <a:pt x="5768592" y="366948"/>
                  </a:lnTo>
                  <a:lnTo>
                    <a:pt x="5723018" y="327253"/>
                  </a:lnTo>
                  <a:lnTo>
                    <a:pt x="5677798" y="290355"/>
                  </a:lnTo>
                  <a:lnTo>
                    <a:pt x="5632686" y="256325"/>
                  </a:lnTo>
                  <a:lnTo>
                    <a:pt x="5587326" y="225149"/>
                  </a:lnTo>
                  <a:lnTo>
                    <a:pt x="5567201" y="212336"/>
                  </a:lnTo>
                  <a:lnTo>
                    <a:pt x="5519171" y="184359"/>
                  </a:lnTo>
                  <a:lnTo>
                    <a:pt x="5469430" y="159292"/>
                  </a:lnTo>
                  <a:lnTo>
                    <a:pt x="5417143" y="136973"/>
                  </a:lnTo>
                  <a:lnTo>
                    <a:pt x="5361380" y="117135"/>
                  </a:lnTo>
                  <a:lnTo>
                    <a:pt x="5301203" y="99485"/>
                  </a:lnTo>
                  <a:lnTo>
                    <a:pt x="5235749" y="83742"/>
                  </a:lnTo>
                  <a:lnTo>
                    <a:pt x="5164349" y="69665"/>
                  </a:lnTo>
                  <a:lnTo>
                    <a:pt x="5086678" y="57063"/>
                  </a:lnTo>
                  <a:lnTo>
                    <a:pt x="5002957" y="45804"/>
                  </a:lnTo>
                  <a:lnTo>
                    <a:pt x="4914185" y="35812"/>
                  </a:lnTo>
                  <a:lnTo>
                    <a:pt x="4822345" y="27065"/>
                  </a:lnTo>
                  <a:lnTo>
                    <a:pt x="4730513" y="19579"/>
                  </a:lnTo>
                  <a:lnTo>
                    <a:pt x="4642725" y="13384"/>
                  </a:lnTo>
                  <a:lnTo>
                    <a:pt x="4563511" y="8497"/>
                  </a:lnTo>
                  <a:lnTo>
                    <a:pt x="4497110" y="4882"/>
                  </a:lnTo>
                  <a:lnTo>
                    <a:pt x="4446528" y="2435"/>
                  </a:lnTo>
                  <a:lnTo>
                    <a:pt x="4412744" y="975"/>
                  </a:lnTo>
                  <a:lnTo>
                    <a:pt x="4394343" y="260"/>
                  </a:lnTo>
                  <a:lnTo>
                    <a:pt x="4387606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7" y="74"/>
                  </a:lnTo>
                  <a:lnTo>
                    <a:pt x="3839063" y="603"/>
                  </a:lnTo>
                  <a:lnTo>
                    <a:pt x="3819429" y="2068"/>
                  </a:lnTo>
                  <a:lnTo>
                    <a:pt x="3784743" y="4943"/>
                  </a:lnTo>
                  <a:lnTo>
                    <a:pt x="3733888" y="9651"/>
                  </a:lnTo>
                  <a:lnTo>
                    <a:pt x="3667955" y="16507"/>
                  </a:lnTo>
                  <a:lnTo>
                    <a:pt x="3589873" y="25693"/>
                  </a:lnTo>
                  <a:lnTo>
                    <a:pt x="3503667" y="37264"/>
                  </a:lnTo>
                  <a:lnTo>
                    <a:pt x="3413613" y="51191"/>
                  </a:lnTo>
                  <a:lnTo>
                    <a:pt x="3323516" y="67419"/>
                  </a:lnTo>
                  <a:lnTo>
                    <a:pt x="3236299" y="85917"/>
                  </a:lnTo>
                  <a:lnTo>
                    <a:pt x="3153872" y="106724"/>
                  </a:lnTo>
                  <a:lnTo>
                    <a:pt x="3077225" y="129966"/>
                  </a:lnTo>
                  <a:lnTo>
                    <a:pt x="3006615" y="155876"/>
                  </a:lnTo>
                  <a:lnTo>
                    <a:pt x="2941777" y="184782"/>
                  </a:lnTo>
                  <a:lnTo>
                    <a:pt x="2882108" y="217107"/>
                  </a:lnTo>
                  <a:lnTo>
                    <a:pt x="2826812" y="253344"/>
                  </a:lnTo>
                  <a:lnTo>
                    <a:pt x="2775010" y="294022"/>
                  </a:lnTo>
                  <a:lnTo>
                    <a:pt x="2725817" y="339633"/>
                  </a:lnTo>
                  <a:lnTo>
                    <a:pt x="2678421" y="390519"/>
                  </a:lnTo>
                  <a:lnTo>
                    <a:pt x="2667772" y="402895"/>
                  </a:lnTo>
                  <a:lnTo>
                    <a:pt x="2630085" y="449401"/>
                  </a:lnTo>
                  <a:lnTo>
                    <a:pt x="2592758" y="499536"/>
                  </a:lnTo>
                  <a:lnTo>
                    <a:pt x="2555540" y="553374"/>
                  </a:lnTo>
                  <a:lnTo>
                    <a:pt x="2518239" y="610918"/>
                  </a:lnTo>
                  <a:lnTo>
                    <a:pt x="2480714" y="672098"/>
                  </a:lnTo>
                  <a:lnTo>
                    <a:pt x="2442872" y="736761"/>
                  </a:lnTo>
                  <a:lnTo>
                    <a:pt x="2404660" y="804667"/>
                  </a:lnTo>
                  <a:lnTo>
                    <a:pt x="2366067" y="875489"/>
                  </a:lnTo>
                  <a:lnTo>
                    <a:pt x="2327112" y="948818"/>
                  </a:lnTo>
                  <a:lnTo>
                    <a:pt x="2287847" y="1024168"/>
                  </a:lnTo>
                  <a:lnTo>
                    <a:pt x="2248347" y="1100988"/>
                  </a:lnTo>
                  <a:lnTo>
                    <a:pt x="2208703" y="1178681"/>
                  </a:lnTo>
                  <a:lnTo>
                    <a:pt x="2169019" y="1256619"/>
                  </a:lnTo>
                  <a:lnTo>
                    <a:pt x="2129399" y="1334166"/>
                  </a:lnTo>
                  <a:lnTo>
                    <a:pt x="2089946" y="1410699"/>
                  </a:lnTo>
                  <a:lnTo>
                    <a:pt x="2050746" y="1485631"/>
                  </a:lnTo>
                  <a:lnTo>
                    <a:pt x="2011871" y="1558423"/>
                  </a:lnTo>
                  <a:lnTo>
                    <a:pt x="1973365" y="1628608"/>
                  </a:lnTo>
                  <a:lnTo>
                    <a:pt x="1935241" y="1695792"/>
                  </a:lnTo>
                  <a:lnTo>
                    <a:pt x="1897478" y="1759672"/>
                  </a:lnTo>
                  <a:lnTo>
                    <a:pt x="1860014" y="1820025"/>
                  </a:lnTo>
                  <a:lnTo>
                    <a:pt x="1822746" y="1876720"/>
                  </a:lnTo>
                  <a:lnTo>
                    <a:pt x="1785522" y="1929702"/>
                  </a:lnTo>
                  <a:lnTo>
                    <a:pt x="1748137" y="1978994"/>
                  </a:lnTo>
                  <a:lnTo>
                    <a:pt x="1719082" y="2014477"/>
                  </a:lnTo>
                  <a:lnTo>
                    <a:pt x="1671998" y="2066585"/>
                  </a:lnTo>
                  <a:lnTo>
                    <a:pt x="1623283" y="2113380"/>
                  </a:lnTo>
                  <a:lnTo>
                    <a:pt x="1572153" y="2155145"/>
                  </a:lnTo>
                  <a:lnTo>
                    <a:pt x="1517734" y="2192350"/>
                  </a:lnTo>
                  <a:lnTo>
                    <a:pt x="1459139" y="2225523"/>
                  </a:lnTo>
                  <a:lnTo>
                    <a:pt x="1395544" y="2255170"/>
                  </a:lnTo>
                  <a:lnTo>
                    <a:pt x="1326291" y="2281732"/>
                  </a:lnTo>
                  <a:lnTo>
                    <a:pt x="1251023" y="2305560"/>
                  </a:lnTo>
                  <a:lnTo>
                    <a:pt x="1169859" y="2326908"/>
                  </a:lnTo>
                  <a:lnTo>
                    <a:pt x="1083604" y="2345927"/>
                  </a:lnTo>
                  <a:lnTo>
                    <a:pt x="993944" y="2362674"/>
                  </a:lnTo>
                  <a:lnTo>
                    <a:pt x="903571" y="2377132"/>
                  </a:lnTo>
                  <a:lnTo>
                    <a:pt x="816117" y="2389246"/>
                  </a:lnTo>
                  <a:lnTo>
                    <a:pt x="735802" y="2398975"/>
                  </a:lnTo>
                  <a:lnTo>
                    <a:pt x="666782" y="2406353"/>
                  </a:lnTo>
                  <a:lnTo>
                    <a:pt x="612311" y="2411529"/>
                  </a:lnTo>
                  <a:lnTo>
                    <a:pt x="573947" y="2414789"/>
                  </a:lnTo>
                  <a:lnTo>
                    <a:pt x="551089" y="2416534"/>
                  </a:lnTo>
                  <a:lnTo>
                    <a:pt x="540934" y="2417235"/>
                  </a:lnTo>
                  <a:lnTo>
                    <a:pt x="538751" y="2417372"/>
                  </a:lnTo>
                  <a:lnTo>
                    <a:pt x="538736" y="2417373"/>
                  </a:lnTo>
                  <a:lnTo>
                    <a:pt x="0" y="2417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7" name="pg1097"/>
            <p:cNvSpPr/>
            <p:nvPr/>
          </p:nvSpPr>
          <p:spPr>
            <a:xfrm>
              <a:off x="546595" y="973683"/>
              <a:ext cx="8234974" cy="2411928"/>
            </a:xfrm>
            <a:custGeom>
              <a:avLst/>
              <a:pathLst>
                <a:path w="8234974" h="2411928">
                  <a:moveTo>
                    <a:pt x="0" y="2411928"/>
                  </a:moveTo>
                  <a:lnTo>
                    <a:pt x="538736" y="2411928"/>
                  </a:lnTo>
                  <a:lnTo>
                    <a:pt x="539938" y="2411854"/>
                  </a:lnTo>
                  <a:lnTo>
                    <a:pt x="547797" y="2411327"/>
                  </a:lnTo>
                  <a:lnTo>
                    <a:pt x="567444" y="2409868"/>
                  </a:lnTo>
                  <a:lnTo>
                    <a:pt x="602152" y="2407004"/>
                  </a:lnTo>
                  <a:lnTo>
                    <a:pt x="653036" y="2402313"/>
                  </a:lnTo>
                  <a:lnTo>
                    <a:pt x="719002" y="2395483"/>
                  </a:lnTo>
                  <a:lnTo>
                    <a:pt x="797118" y="2386333"/>
                  </a:lnTo>
                  <a:lnTo>
                    <a:pt x="883354" y="2374808"/>
                  </a:lnTo>
                  <a:lnTo>
                    <a:pt x="973433" y="2360935"/>
                  </a:lnTo>
                  <a:lnTo>
                    <a:pt x="1063547" y="2344772"/>
                  </a:lnTo>
                  <a:lnTo>
                    <a:pt x="1150775" y="2326347"/>
                  </a:lnTo>
                  <a:lnTo>
                    <a:pt x="1233207" y="2305623"/>
                  </a:lnTo>
                  <a:lnTo>
                    <a:pt x="1309854" y="2282472"/>
                  </a:lnTo>
                  <a:lnTo>
                    <a:pt x="1380461" y="2256665"/>
                  </a:lnTo>
                  <a:lnTo>
                    <a:pt x="1445296" y="2227871"/>
                  </a:lnTo>
                  <a:lnTo>
                    <a:pt x="1504962" y="2195671"/>
                  </a:lnTo>
                  <a:lnTo>
                    <a:pt x="1560255" y="2159572"/>
                  </a:lnTo>
                  <a:lnTo>
                    <a:pt x="1612057" y="2119049"/>
                  </a:lnTo>
                  <a:lnTo>
                    <a:pt x="1661253" y="2073611"/>
                  </a:lnTo>
                  <a:lnTo>
                    <a:pt x="1708653" y="2022917"/>
                  </a:lnTo>
                  <a:lnTo>
                    <a:pt x="1719082" y="2010847"/>
                  </a:lnTo>
                  <a:lnTo>
                    <a:pt x="1756832" y="1964471"/>
                  </a:lnTo>
                  <a:lnTo>
                    <a:pt x="1794221" y="1914468"/>
                  </a:lnTo>
                  <a:lnTo>
                    <a:pt x="1831502" y="1860768"/>
                  </a:lnTo>
                  <a:lnTo>
                    <a:pt x="1868866" y="1803365"/>
                  </a:lnTo>
                  <a:lnTo>
                    <a:pt x="1906456" y="1742332"/>
                  </a:lnTo>
                  <a:lnTo>
                    <a:pt x="1944365" y="1677821"/>
                  </a:lnTo>
                  <a:lnTo>
                    <a:pt x="1982645" y="1610075"/>
                  </a:lnTo>
                  <a:lnTo>
                    <a:pt x="2021308" y="1539419"/>
                  </a:lnTo>
                  <a:lnTo>
                    <a:pt x="2060333" y="1466266"/>
                  </a:lnTo>
                  <a:lnTo>
                    <a:pt x="2099668" y="1391102"/>
                  </a:lnTo>
                  <a:lnTo>
                    <a:pt x="2139237" y="1314479"/>
                  </a:lnTo>
                  <a:lnTo>
                    <a:pt x="2178949" y="1236996"/>
                  </a:lnTo>
                  <a:lnTo>
                    <a:pt x="2218700" y="1159281"/>
                  </a:lnTo>
                  <a:lnTo>
                    <a:pt x="2258383" y="1081970"/>
                  </a:lnTo>
                  <a:lnTo>
                    <a:pt x="2297898" y="1005686"/>
                  </a:lnTo>
                  <a:lnTo>
                    <a:pt x="2337155" y="931016"/>
                  </a:lnTo>
                  <a:lnTo>
                    <a:pt x="2376085" y="858496"/>
                  </a:lnTo>
                  <a:lnTo>
                    <a:pt x="2414645" y="788593"/>
                  </a:lnTo>
                  <a:lnTo>
                    <a:pt x="2452821" y="721697"/>
                  </a:lnTo>
                  <a:lnTo>
                    <a:pt x="2490637" y="658111"/>
                  </a:lnTo>
                  <a:lnTo>
                    <a:pt x="2528154" y="598052"/>
                  </a:lnTo>
                  <a:lnTo>
                    <a:pt x="2565480" y="541651"/>
                  </a:lnTo>
                  <a:lnTo>
                    <a:pt x="2602769" y="488959"/>
                  </a:lnTo>
                  <a:lnTo>
                    <a:pt x="2640228" y="439951"/>
                  </a:lnTo>
                  <a:lnTo>
                    <a:pt x="2667772" y="406525"/>
                  </a:lnTo>
                  <a:lnTo>
                    <a:pt x="2714868" y="354640"/>
                  </a:lnTo>
                  <a:lnTo>
                    <a:pt x="2763595" y="308046"/>
                  </a:lnTo>
                  <a:lnTo>
                    <a:pt x="2814739" y="266463"/>
                  </a:lnTo>
                  <a:lnTo>
                    <a:pt x="2869173" y="229420"/>
                  </a:lnTo>
                  <a:lnTo>
                    <a:pt x="2927787" y="196393"/>
                  </a:lnTo>
                  <a:lnTo>
                    <a:pt x="2991404" y="166876"/>
                  </a:lnTo>
                  <a:lnTo>
                    <a:pt x="3060682" y="140433"/>
                  </a:lnTo>
                  <a:lnTo>
                    <a:pt x="3135979" y="116711"/>
                  </a:lnTo>
                  <a:lnTo>
                    <a:pt x="3217173" y="95459"/>
                  </a:lnTo>
                  <a:lnTo>
                    <a:pt x="3303458" y="76526"/>
                  </a:lnTo>
                  <a:lnTo>
                    <a:pt x="3393145" y="59856"/>
                  </a:lnTo>
                  <a:lnTo>
                    <a:pt x="3483535" y="45466"/>
                  </a:lnTo>
                  <a:lnTo>
                    <a:pt x="3570995" y="33411"/>
                  </a:lnTo>
                  <a:lnTo>
                    <a:pt x="3651300" y="23731"/>
                  </a:lnTo>
                  <a:lnTo>
                    <a:pt x="3720291" y="16392"/>
                  </a:lnTo>
                  <a:lnTo>
                    <a:pt x="3774718" y="11246"/>
                  </a:lnTo>
                  <a:lnTo>
                    <a:pt x="3813028" y="8007"/>
                  </a:lnTo>
                  <a:lnTo>
                    <a:pt x="3835833" y="6274"/>
                  </a:lnTo>
                  <a:lnTo>
                    <a:pt x="3845944" y="558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6" y="5493"/>
                  </a:lnTo>
                  <a:lnTo>
                    <a:pt x="4396349" y="5840"/>
                  </a:lnTo>
                  <a:lnTo>
                    <a:pt x="4416897" y="6800"/>
                  </a:lnTo>
                  <a:lnTo>
                    <a:pt x="4453107" y="8685"/>
                  </a:lnTo>
                  <a:lnTo>
                    <a:pt x="4506015" y="11767"/>
                  </a:lnTo>
                  <a:lnTo>
                    <a:pt x="4574311" y="16247"/>
                  </a:lnTo>
                  <a:lnTo>
                    <a:pt x="4654784" y="22236"/>
                  </a:lnTo>
                  <a:lnTo>
                    <a:pt x="4743134" y="29762"/>
                  </a:lnTo>
                  <a:lnTo>
                    <a:pt x="4834902" y="38803"/>
                  </a:lnTo>
                  <a:lnTo>
                    <a:pt x="4926199" y="49323"/>
                  </a:lnTo>
                  <a:lnTo>
                    <a:pt x="5014125" y="61307"/>
                  </a:lnTo>
                  <a:lnTo>
                    <a:pt x="5096849" y="74790"/>
                  </a:lnTo>
                  <a:lnTo>
                    <a:pt x="5173495" y="89869"/>
                  </a:lnTo>
                  <a:lnTo>
                    <a:pt x="5243924" y="106707"/>
                  </a:lnTo>
                  <a:lnTo>
                    <a:pt x="5308510" y="125536"/>
                  </a:lnTo>
                  <a:lnTo>
                    <a:pt x="5367944" y="146645"/>
                  </a:lnTo>
                  <a:lnTo>
                    <a:pt x="5423096" y="170366"/>
                  </a:lnTo>
                  <a:lnTo>
                    <a:pt x="5474898" y="197045"/>
                  </a:lnTo>
                  <a:lnTo>
                    <a:pt x="5524265" y="226985"/>
                  </a:lnTo>
                  <a:lnTo>
                    <a:pt x="5567201" y="256800"/>
                  </a:lnTo>
                  <a:lnTo>
                    <a:pt x="5610994" y="290759"/>
                  </a:lnTo>
                  <a:lnTo>
                    <a:pt x="5654358" y="327794"/>
                  </a:lnTo>
                  <a:lnTo>
                    <a:pt x="5697666" y="367960"/>
                  </a:lnTo>
                  <a:lnTo>
                    <a:pt x="5741186" y="411231"/>
                  </a:lnTo>
                  <a:lnTo>
                    <a:pt x="5785095" y="457492"/>
                  </a:lnTo>
                  <a:lnTo>
                    <a:pt x="5829494" y="506531"/>
                  </a:lnTo>
                  <a:lnTo>
                    <a:pt x="5874409" y="558037"/>
                  </a:lnTo>
                  <a:lnTo>
                    <a:pt x="5919803" y="611601"/>
                  </a:lnTo>
                  <a:lnTo>
                    <a:pt x="5965589" y="666734"/>
                  </a:lnTo>
                  <a:lnTo>
                    <a:pt x="6011636" y="722874"/>
                  </a:lnTo>
                  <a:lnTo>
                    <a:pt x="6057791" y="779418"/>
                  </a:lnTo>
                  <a:lnTo>
                    <a:pt x="6103887" y="835742"/>
                  </a:lnTo>
                  <a:lnTo>
                    <a:pt x="6149765" y="891234"/>
                  </a:lnTo>
                  <a:lnTo>
                    <a:pt x="6195286" y="945317"/>
                  </a:lnTo>
                  <a:lnTo>
                    <a:pt x="6240349" y="997479"/>
                  </a:lnTo>
                  <a:lnTo>
                    <a:pt x="6284901" y="1047285"/>
                  </a:lnTo>
                  <a:lnTo>
                    <a:pt x="6328949" y="1094396"/>
                  </a:lnTo>
                  <a:lnTo>
                    <a:pt x="6372569" y="1138569"/>
                  </a:lnTo>
                  <a:lnTo>
                    <a:pt x="6415916" y="1179661"/>
                  </a:lnTo>
                  <a:lnTo>
                    <a:pt x="6459230" y="1217621"/>
                  </a:lnTo>
                  <a:lnTo>
                    <a:pt x="6502850" y="1252481"/>
                  </a:lnTo>
                  <a:lnTo>
                    <a:pt x="6515891" y="1262224"/>
                  </a:lnTo>
                  <a:lnTo>
                    <a:pt x="6563769" y="1295245"/>
                  </a:lnTo>
                  <a:lnTo>
                    <a:pt x="6613345" y="1324841"/>
                  </a:lnTo>
                  <a:lnTo>
                    <a:pt x="6665446" y="1351203"/>
                  </a:lnTo>
                  <a:lnTo>
                    <a:pt x="6720991" y="1374643"/>
                  </a:lnTo>
                  <a:lnTo>
                    <a:pt x="6780912" y="1395505"/>
                  </a:lnTo>
                  <a:lnTo>
                    <a:pt x="6846065" y="1414119"/>
                  </a:lnTo>
                  <a:lnTo>
                    <a:pt x="6917118" y="1430769"/>
                  </a:lnTo>
                  <a:lnTo>
                    <a:pt x="6994400" y="1445678"/>
                  </a:lnTo>
                  <a:lnTo>
                    <a:pt x="7077708" y="1459005"/>
                  </a:lnTo>
                  <a:lnTo>
                    <a:pt x="7166078" y="1470839"/>
                  </a:lnTo>
                  <a:lnTo>
                    <a:pt x="7257575" y="1481210"/>
                  </a:lnTo>
                  <a:lnTo>
                    <a:pt x="7349186" y="1490098"/>
                  </a:lnTo>
                  <a:lnTo>
                    <a:pt x="7436942" y="1497468"/>
                  </a:lnTo>
                  <a:lnTo>
                    <a:pt x="7516361" y="1503301"/>
                  </a:lnTo>
                  <a:lnTo>
                    <a:pt x="7583210" y="1507632"/>
                  </a:lnTo>
                  <a:lnTo>
                    <a:pt x="7634439" y="1510582"/>
                  </a:lnTo>
                  <a:lnTo>
                    <a:pt x="7668966" y="1512359"/>
                  </a:lnTo>
                  <a:lnTo>
                    <a:pt x="7688070" y="1513242"/>
                  </a:lnTo>
                  <a:lnTo>
                    <a:pt x="7695318" y="1513545"/>
                  </a:lnTo>
                  <a:lnTo>
                    <a:pt x="7696237" y="1513580"/>
                  </a:lnTo>
                  <a:lnTo>
                    <a:pt x="8234974" y="1513580"/>
                  </a:lnTo>
                  <a:lnTo>
                    <a:pt x="8234974" y="1508135"/>
                  </a:lnTo>
                  <a:lnTo>
                    <a:pt x="7696237" y="1508135"/>
                  </a:lnTo>
                  <a:lnTo>
                    <a:pt x="7694976" y="1508087"/>
                  </a:lnTo>
                  <a:lnTo>
                    <a:pt x="7686743" y="1507740"/>
                  </a:lnTo>
                  <a:lnTo>
                    <a:pt x="7666195" y="1506779"/>
                  </a:lnTo>
                  <a:lnTo>
                    <a:pt x="7629985" y="1504894"/>
                  </a:lnTo>
                  <a:lnTo>
                    <a:pt x="7577078" y="1501812"/>
                  </a:lnTo>
                  <a:lnTo>
                    <a:pt x="7508781" y="1497332"/>
                  </a:lnTo>
                  <a:lnTo>
                    <a:pt x="7428308" y="1491344"/>
                  </a:lnTo>
                  <a:lnTo>
                    <a:pt x="7339958" y="1483817"/>
                  </a:lnTo>
                  <a:lnTo>
                    <a:pt x="7248191" y="1474776"/>
                  </a:lnTo>
                  <a:lnTo>
                    <a:pt x="7156893" y="1464256"/>
                  </a:lnTo>
                  <a:lnTo>
                    <a:pt x="7068968" y="1452272"/>
                  </a:lnTo>
                  <a:lnTo>
                    <a:pt x="6986244" y="1438789"/>
                  </a:lnTo>
                  <a:lnTo>
                    <a:pt x="6909597" y="1423711"/>
                  </a:lnTo>
                  <a:lnTo>
                    <a:pt x="6839168" y="1406873"/>
                  </a:lnTo>
                  <a:lnTo>
                    <a:pt x="6774583" y="1388044"/>
                  </a:lnTo>
                  <a:lnTo>
                    <a:pt x="6715148" y="1366934"/>
                  </a:lnTo>
                  <a:lnTo>
                    <a:pt x="6659997" y="1343213"/>
                  </a:lnTo>
                  <a:lnTo>
                    <a:pt x="6608195" y="1316534"/>
                  </a:lnTo>
                  <a:lnTo>
                    <a:pt x="6558827" y="1286595"/>
                  </a:lnTo>
                  <a:lnTo>
                    <a:pt x="6515891" y="1256779"/>
                  </a:lnTo>
                  <a:lnTo>
                    <a:pt x="6472099" y="1222820"/>
                  </a:lnTo>
                  <a:lnTo>
                    <a:pt x="6428734" y="1185785"/>
                  </a:lnTo>
                  <a:lnTo>
                    <a:pt x="6385426" y="1145620"/>
                  </a:lnTo>
                  <a:lnTo>
                    <a:pt x="6341907" y="1102348"/>
                  </a:lnTo>
                  <a:lnTo>
                    <a:pt x="6297997" y="1056087"/>
                  </a:lnTo>
                  <a:lnTo>
                    <a:pt x="6253598" y="1007048"/>
                  </a:lnTo>
                  <a:lnTo>
                    <a:pt x="6208683" y="955543"/>
                  </a:lnTo>
                  <a:lnTo>
                    <a:pt x="6163289" y="901978"/>
                  </a:lnTo>
                  <a:lnTo>
                    <a:pt x="6117504" y="846846"/>
                  </a:lnTo>
                  <a:lnTo>
                    <a:pt x="6071456" y="790706"/>
                  </a:lnTo>
                  <a:lnTo>
                    <a:pt x="6025302" y="734162"/>
                  </a:lnTo>
                  <a:lnTo>
                    <a:pt x="5979206" y="677837"/>
                  </a:lnTo>
                  <a:lnTo>
                    <a:pt x="5933328" y="622346"/>
                  </a:lnTo>
                  <a:lnTo>
                    <a:pt x="5887806" y="568262"/>
                  </a:lnTo>
                  <a:lnTo>
                    <a:pt x="5842743" y="516100"/>
                  </a:lnTo>
                  <a:lnTo>
                    <a:pt x="5798191" y="466294"/>
                  </a:lnTo>
                  <a:lnTo>
                    <a:pt x="5754144" y="419183"/>
                  </a:lnTo>
                  <a:lnTo>
                    <a:pt x="5710523" y="375010"/>
                  </a:lnTo>
                  <a:lnTo>
                    <a:pt x="5667176" y="333919"/>
                  </a:lnTo>
                  <a:lnTo>
                    <a:pt x="5623862" y="295959"/>
                  </a:lnTo>
                  <a:lnTo>
                    <a:pt x="5580242" y="261099"/>
                  </a:lnTo>
                  <a:lnTo>
                    <a:pt x="5567201" y="251355"/>
                  </a:lnTo>
                  <a:lnTo>
                    <a:pt x="5519324" y="218335"/>
                  </a:lnTo>
                  <a:lnTo>
                    <a:pt x="5469747" y="188738"/>
                  </a:lnTo>
                  <a:lnTo>
                    <a:pt x="5417647" y="162376"/>
                  </a:lnTo>
                  <a:lnTo>
                    <a:pt x="5362101" y="138937"/>
                  </a:lnTo>
                  <a:lnTo>
                    <a:pt x="5302180" y="118074"/>
                  </a:lnTo>
                  <a:lnTo>
                    <a:pt x="5237027" y="99460"/>
                  </a:lnTo>
                  <a:lnTo>
                    <a:pt x="5165975" y="82811"/>
                  </a:lnTo>
                  <a:lnTo>
                    <a:pt x="5088693" y="67901"/>
                  </a:lnTo>
                  <a:lnTo>
                    <a:pt x="5005384" y="54575"/>
                  </a:lnTo>
                  <a:lnTo>
                    <a:pt x="4917014" y="42740"/>
                  </a:lnTo>
                  <a:lnTo>
                    <a:pt x="4825517" y="32370"/>
                  </a:lnTo>
                  <a:lnTo>
                    <a:pt x="4733906" y="23481"/>
                  </a:lnTo>
                  <a:lnTo>
                    <a:pt x="4646150" y="16111"/>
                  </a:lnTo>
                  <a:lnTo>
                    <a:pt x="4566732" y="10279"/>
                  </a:lnTo>
                  <a:lnTo>
                    <a:pt x="4499882" y="5948"/>
                  </a:lnTo>
                  <a:lnTo>
                    <a:pt x="4448653" y="2998"/>
                  </a:lnTo>
                  <a:lnTo>
                    <a:pt x="4414127" y="1221"/>
                  </a:lnTo>
                  <a:lnTo>
                    <a:pt x="4395023" y="337"/>
                  </a:lnTo>
                  <a:lnTo>
                    <a:pt x="4387774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6" y="73"/>
                  </a:lnTo>
                  <a:lnTo>
                    <a:pt x="3839057" y="601"/>
                  </a:lnTo>
                  <a:lnTo>
                    <a:pt x="3819410" y="2060"/>
                  </a:lnTo>
                  <a:lnTo>
                    <a:pt x="3784703" y="4924"/>
                  </a:lnTo>
                  <a:lnTo>
                    <a:pt x="3733819" y="9614"/>
                  </a:lnTo>
                  <a:lnTo>
                    <a:pt x="3667853" y="16444"/>
                  </a:lnTo>
                  <a:lnTo>
                    <a:pt x="3589736" y="25594"/>
                  </a:lnTo>
                  <a:lnTo>
                    <a:pt x="3503501" y="37120"/>
                  </a:lnTo>
                  <a:lnTo>
                    <a:pt x="3413421" y="50992"/>
                  </a:lnTo>
                  <a:lnTo>
                    <a:pt x="3323307" y="67156"/>
                  </a:lnTo>
                  <a:lnTo>
                    <a:pt x="3236079" y="85581"/>
                  </a:lnTo>
                  <a:lnTo>
                    <a:pt x="3153648" y="106305"/>
                  </a:lnTo>
                  <a:lnTo>
                    <a:pt x="3077001" y="129455"/>
                  </a:lnTo>
                  <a:lnTo>
                    <a:pt x="3006393" y="155263"/>
                  </a:lnTo>
                  <a:lnTo>
                    <a:pt x="2941559" y="184056"/>
                  </a:lnTo>
                  <a:lnTo>
                    <a:pt x="2881893" y="216257"/>
                  </a:lnTo>
                  <a:lnTo>
                    <a:pt x="2826599" y="252356"/>
                  </a:lnTo>
                  <a:lnTo>
                    <a:pt x="2774797" y="292879"/>
                  </a:lnTo>
                  <a:lnTo>
                    <a:pt x="2725602" y="338317"/>
                  </a:lnTo>
                  <a:lnTo>
                    <a:pt x="2678201" y="389010"/>
                  </a:lnTo>
                  <a:lnTo>
                    <a:pt x="2667772" y="401080"/>
                  </a:lnTo>
                  <a:lnTo>
                    <a:pt x="2630023" y="447457"/>
                  </a:lnTo>
                  <a:lnTo>
                    <a:pt x="2592633" y="497460"/>
                  </a:lnTo>
                  <a:lnTo>
                    <a:pt x="2555353" y="551160"/>
                  </a:lnTo>
                  <a:lnTo>
                    <a:pt x="2517988" y="608563"/>
                  </a:lnTo>
                  <a:lnTo>
                    <a:pt x="2480398" y="669596"/>
                  </a:lnTo>
                  <a:lnTo>
                    <a:pt x="2442489" y="734106"/>
                  </a:lnTo>
                  <a:lnTo>
                    <a:pt x="2404210" y="801853"/>
                  </a:lnTo>
                  <a:lnTo>
                    <a:pt x="2365547" y="872508"/>
                  </a:lnTo>
                  <a:lnTo>
                    <a:pt x="2326522" y="945662"/>
                  </a:lnTo>
                  <a:lnTo>
                    <a:pt x="2287187" y="1020825"/>
                  </a:lnTo>
                  <a:lnTo>
                    <a:pt x="2247617" y="1097449"/>
                  </a:lnTo>
                  <a:lnTo>
                    <a:pt x="2207905" y="1174932"/>
                  </a:lnTo>
                  <a:lnTo>
                    <a:pt x="2168155" y="1252647"/>
                  </a:lnTo>
                  <a:lnTo>
                    <a:pt x="2128471" y="1329958"/>
                  </a:lnTo>
                  <a:lnTo>
                    <a:pt x="2088957" y="1406242"/>
                  </a:lnTo>
                  <a:lnTo>
                    <a:pt x="2049700" y="1480912"/>
                  </a:lnTo>
                  <a:lnTo>
                    <a:pt x="2010769" y="1553432"/>
                  </a:lnTo>
                  <a:lnTo>
                    <a:pt x="1972209" y="1623334"/>
                  </a:lnTo>
                  <a:lnTo>
                    <a:pt x="1934033" y="1690231"/>
                  </a:lnTo>
                  <a:lnTo>
                    <a:pt x="1896218" y="1753817"/>
                  </a:lnTo>
                  <a:lnTo>
                    <a:pt x="1858700" y="1813876"/>
                  </a:lnTo>
                  <a:lnTo>
                    <a:pt x="1821374" y="1870276"/>
                  </a:lnTo>
                  <a:lnTo>
                    <a:pt x="1784086" y="1922969"/>
                  </a:lnTo>
                  <a:lnTo>
                    <a:pt x="1746626" y="1971977"/>
                  </a:lnTo>
                  <a:lnTo>
                    <a:pt x="1719082" y="2005403"/>
                  </a:lnTo>
                  <a:lnTo>
                    <a:pt x="1671987" y="2057288"/>
                  </a:lnTo>
                  <a:lnTo>
                    <a:pt x="1623259" y="2103881"/>
                  </a:lnTo>
                  <a:lnTo>
                    <a:pt x="1572116" y="2145464"/>
                  </a:lnTo>
                  <a:lnTo>
                    <a:pt x="1517681" y="2182507"/>
                  </a:lnTo>
                  <a:lnTo>
                    <a:pt x="1459067" y="2215535"/>
                  </a:lnTo>
                  <a:lnTo>
                    <a:pt x="1395450" y="2245051"/>
                  </a:lnTo>
                  <a:lnTo>
                    <a:pt x="1326172" y="2271495"/>
                  </a:lnTo>
                  <a:lnTo>
                    <a:pt x="1250876" y="2295216"/>
                  </a:lnTo>
                  <a:lnTo>
                    <a:pt x="1169682" y="2316469"/>
                  </a:lnTo>
                  <a:lnTo>
                    <a:pt x="1083396" y="2335402"/>
                  </a:lnTo>
                  <a:lnTo>
                    <a:pt x="993710" y="2352072"/>
                  </a:lnTo>
                  <a:lnTo>
                    <a:pt x="903319" y="2366462"/>
                  </a:lnTo>
                  <a:lnTo>
                    <a:pt x="815859" y="2378517"/>
                  </a:lnTo>
                  <a:lnTo>
                    <a:pt x="735554" y="2388197"/>
                  </a:lnTo>
                  <a:lnTo>
                    <a:pt x="666563" y="2395535"/>
                  </a:lnTo>
                  <a:lnTo>
                    <a:pt x="612136" y="2400681"/>
                  </a:lnTo>
                  <a:lnTo>
                    <a:pt x="573826" y="2403921"/>
                  </a:lnTo>
                  <a:lnTo>
                    <a:pt x="551022" y="2405654"/>
                  </a:lnTo>
                  <a:lnTo>
                    <a:pt x="540910" y="2406348"/>
                  </a:lnTo>
                  <a:lnTo>
                    <a:pt x="538736" y="2406484"/>
                  </a:lnTo>
                  <a:lnTo>
                    <a:pt x="0" y="240648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098" name="pl1098"/>
            <p:cNvSpPr/>
            <p:nvPr/>
          </p:nvSpPr>
          <p:spPr>
            <a:xfrm>
              <a:off x="546595" y="979127"/>
              <a:ext cx="8234974" cy="2406484"/>
            </a:xfrm>
            <a:custGeom>
              <a:avLst/>
              <a:pathLst>
                <a:path w="8234974" h="2406484">
                  <a:moveTo>
                    <a:pt x="0" y="2406484"/>
                  </a:moveTo>
                  <a:lnTo>
                    <a:pt x="538736" y="2406484"/>
                  </a:lnTo>
                  <a:lnTo>
                    <a:pt x="539938" y="2406410"/>
                  </a:lnTo>
                  <a:lnTo>
                    <a:pt x="547797" y="2405882"/>
                  </a:lnTo>
                  <a:lnTo>
                    <a:pt x="567444" y="2404423"/>
                  </a:lnTo>
                  <a:lnTo>
                    <a:pt x="602152" y="2401559"/>
                  </a:lnTo>
                  <a:lnTo>
                    <a:pt x="653036" y="2396869"/>
                  </a:lnTo>
                  <a:lnTo>
                    <a:pt x="719002" y="2390039"/>
                  </a:lnTo>
                  <a:lnTo>
                    <a:pt x="797118" y="2380889"/>
                  </a:lnTo>
                  <a:lnTo>
                    <a:pt x="883354" y="2369363"/>
                  </a:lnTo>
                  <a:lnTo>
                    <a:pt x="973433" y="2355491"/>
                  </a:lnTo>
                  <a:lnTo>
                    <a:pt x="1063547" y="2339327"/>
                  </a:lnTo>
                  <a:lnTo>
                    <a:pt x="1150775" y="2320902"/>
                  </a:lnTo>
                  <a:lnTo>
                    <a:pt x="1233207" y="2300179"/>
                  </a:lnTo>
                  <a:lnTo>
                    <a:pt x="1309854" y="2277028"/>
                  </a:lnTo>
                  <a:lnTo>
                    <a:pt x="1380461" y="2251220"/>
                  </a:lnTo>
                  <a:lnTo>
                    <a:pt x="1445296" y="2222427"/>
                  </a:lnTo>
                  <a:lnTo>
                    <a:pt x="1504962" y="2190226"/>
                  </a:lnTo>
                  <a:lnTo>
                    <a:pt x="1560255" y="2154128"/>
                  </a:lnTo>
                  <a:lnTo>
                    <a:pt x="1612057" y="2113605"/>
                  </a:lnTo>
                  <a:lnTo>
                    <a:pt x="1661253" y="2068166"/>
                  </a:lnTo>
                  <a:lnTo>
                    <a:pt x="1708653" y="2017473"/>
                  </a:lnTo>
                  <a:lnTo>
                    <a:pt x="1719082" y="2005403"/>
                  </a:lnTo>
                  <a:lnTo>
                    <a:pt x="1756832" y="1959026"/>
                  </a:lnTo>
                  <a:lnTo>
                    <a:pt x="1794221" y="1909024"/>
                  </a:lnTo>
                  <a:lnTo>
                    <a:pt x="1831502" y="1855323"/>
                  </a:lnTo>
                  <a:lnTo>
                    <a:pt x="1868866" y="1797920"/>
                  </a:lnTo>
                  <a:lnTo>
                    <a:pt x="1906456" y="1736887"/>
                  </a:lnTo>
                  <a:lnTo>
                    <a:pt x="1944365" y="1672377"/>
                  </a:lnTo>
                  <a:lnTo>
                    <a:pt x="1982645" y="1604630"/>
                  </a:lnTo>
                  <a:lnTo>
                    <a:pt x="2021308" y="1533975"/>
                  </a:lnTo>
                  <a:lnTo>
                    <a:pt x="2060333" y="1460822"/>
                  </a:lnTo>
                  <a:lnTo>
                    <a:pt x="2099668" y="1385658"/>
                  </a:lnTo>
                  <a:lnTo>
                    <a:pt x="2139237" y="1309035"/>
                  </a:lnTo>
                  <a:lnTo>
                    <a:pt x="2178949" y="1231551"/>
                  </a:lnTo>
                  <a:lnTo>
                    <a:pt x="2218700" y="1153836"/>
                  </a:lnTo>
                  <a:lnTo>
                    <a:pt x="2258383" y="1076525"/>
                  </a:lnTo>
                  <a:lnTo>
                    <a:pt x="2297898" y="1000241"/>
                  </a:lnTo>
                  <a:lnTo>
                    <a:pt x="2337155" y="925571"/>
                  </a:lnTo>
                  <a:lnTo>
                    <a:pt x="2376085" y="853051"/>
                  </a:lnTo>
                  <a:lnTo>
                    <a:pt x="2414645" y="783149"/>
                  </a:lnTo>
                  <a:lnTo>
                    <a:pt x="2452821" y="716252"/>
                  </a:lnTo>
                  <a:lnTo>
                    <a:pt x="2490637" y="652666"/>
                  </a:lnTo>
                  <a:lnTo>
                    <a:pt x="2528154" y="592607"/>
                  </a:lnTo>
                  <a:lnTo>
                    <a:pt x="2565480" y="536207"/>
                  </a:lnTo>
                  <a:lnTo>
                    <a:pt x="2602769" y="483514"/>
                  </a:lnTo>
                  <a:lnTo>
                    <a:pt x="2640228" y="434506"/>
                  </a:lnTo>
                  <a:lnTo>
                    <a:pt x="2667772" y="401080"/>
                  </a:lnTo>
                  <a:lnTo>
                    <a:pt x="2714868" y="349195"/>
                  </a:lnTo>
                  <a:lnTo>
                    <a:pt x="2763595" y="302602"/>
                  </a:lnTo>
                  <a:lnTo>
                    <a:pt x="2814739" y="261019"/>
                  </a:lnTo>
                  <a:lnTo>
                    <a:pt x="2869173" y="223976"/>
                  </a:lnTo>
                  <a:lnTo>
                    <a:pt x="2927787" y="190948"/>
                  </a:lnTo>
                  <a:lnTo>
                    <a:pt x="2991404" y="161432"/>
                  </a:lnTo>
                  <a:lnTo>
                    <a:pt x="3060682" y="134988"/>
                  </a:lnTo>
                  <a:lnTo>
                    <a:pt x="3135979" y="111267"/>
                  </a:lnTo>
                  <a:lnTo>
                    <a:pt x="3217173" y="90015"/>
                  </a:lnTo>
                  <a:lnTo>
                    <a:pt x="3303458" y="71082"/>
                  </a:lnTo>
                  <a:lnTo>
                    <a:pt x="3393145" y="54411"/>
                  </a:lnTo>
                  <a:lnTo>
                    <a:pt x="3483535" y="40022"/>
                  </a:lnTo>
                  <a:lnTo>
                    <a:pt x="3570995" y="27967"/>
                  </a:lnTo>
                  <a:lnTo>
                    <a:pt x="3651300" y="18286"/>
                  </a:lnTo>
                  <a:lnTo>
                    <a:pt x="3720291" y="10948"/>
                  </a:lnTo>
                  <a:lnTo>
                    <a:pt x="3774718" y="5802"/>
                  </a:lnTo>
                  <a:lnTo>
                    <a:pt x="3813028" y="2562"/>
                  </a:lnTo>
                  <a:lnTo>
                    <a:pt x="3835833" y="829"/>
                  </a:lnTo>
                  <a:lnTo>
                    <a:pt x="3845944" y="135"/>
                  </a:lnTo>
                  <a:lnTo>
                    <a:pt x="3848104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6" y="48"/>
                  </a:lnTo>
                  <a:lnTo>
                    <a:pt x="4396349" y="395"/>
                  </a:lnTo>
                  <a:lnTo>
                    <a:pt x="4416897" y="1356"/>
                  </a:lnTo>
                  <a:lnTo>
                    <a:pt x="4453107" y="3241"/>
                  </a:lnTo>
                  <a:lnTo>
                    <a:pt x="4506015" y="6323"/>
                  </a:lnTo>
                  <a:lnTo>
                    <a:pt x="4574311" y="10803"/>
                  </a:lnTo>
                  <a:lnTo>
                    <a:pt x="4654784" y="16791"/>
                  </a:lnTo>
                  <a:lnTo>
                    <a:pt x="4743134" y="24318"/>
                  </a:lnTo>
                  <a:lnTo>
                    <a:pt x="4834902" y="33359"/>
                  </a:lnTo>
                  <a:lnTo>
                    <a:pt x="4926199" y="43879"/>
                  </a:lnTo>
                  <a:lnTo>
                    <a:pt x="5014125" y="55863"/>
                  </a:lnTo>
                  <a:lnTo>
                    <a:pt x="5096849" y="69346"/>
                  </a:lnTo>
                  <a:lnTo>
                    <a:pt x="5173495" y="84424"/>
                  </a:lnTo>
                  <a:lnTo>
                    <a:pt x="5243924" y="101262"/>
                  </a:lnTo>
                  <a:lnTo>
                    <a:pt x="5308510" y="120091"/>
                  </a:lnTo>
                  <a:lnTo>
                    <a:pt x="5367944" y="141201"/>
                  </a:lnTo>
                  <a:lnTo>
                    <a:pt x="5423096" y="164922"/>
                  </a:lnTo>
                  <a:lnTo>
                    <a:pt x="5474898" y="191601"/>
                  </a:lnTo>
                  <a:lnTo>
                    <a:pt x="5524265" y="221540"/>
                  </a:lnTo>
                  <a:lnTo>
                    <a:pt x="5567201" y="251355"/>
                  </a:lnTo>
                  <a:lnTo>
                    <a:pt x="5610994" y="285315"/>
                  </a:lnTo>
                  <a:lnTo>
                    <a:pt x="5654358" y="322350"/>
                  </a:lnTo>
                  <a:lnTo>
                    <a:pt x="5697666" y="362515"/>
                  </a:lnTo>
                  <a:lnTo>
                    <a:pt x="5741186" y="405786"/>
                  </a:lnTo>
                  <a:lnTo>
                    <a:pt x="5785095" y="452048"/>
                  </a:lnTo>
                  <a:lnTo>
                    <a:pt x="5829494" y="501087"/>
                  </a:lnTo>
                  <a:lnTo>
                    <a:pt x="5874409" y="552592"/>
                  </a:lnTo>
                  <a:lnTo>
                    <a:pt x="5919803" y="606157"/>
                  </a:lnTo>
                  <a:lnTo>
                    <a:pt x="5965589" y="661289"/>
                  </a:lnTo>
                  <a:lnTo>
                    <a:pt x="6011636" y="717429"/>
                  </a:lnTo>
                  <a:lnTo>
                    <a:pt x="6057791" y="773973"/>
                  </a:lnTo>
                  <a:lnTo>
                    <a:pt x="6103887" y="830298"/>
                  </a:lnTo>
                  <a:lnTo>
                    <a:pt x="6149765" y="885789"/>
                  </a:lnTo>
                  <a:lnTo>
                    <a:pt x="6195286" y="939873"/>
                  </a:lnTo>
                  <a:lnTo>
                    <a:pt x="6240349" y="992035"/>
                  </a:lnTo>
                  <a:lnTo>
                    <a:pt x="6284901" y="1041841"/>
                  </a:lnTo>
                  <a:lnTo>
                    <a:pt x="6328949" y="1088951"/>
                  </a:lnTo>
                  <a:lnTo>
                    <a:pt x="6372569" y="1133125"/>
                  </a:lnTo>
                  <a:lnTo>
                    <a:pt x="6415916" y="1174216"/>
                  </a:lnTo>
                  <a:lnTo>
                    <a:pt x="6459230" y="1212176"/>
                  </a:lnTo>
                  <a:lnTo>
                    <a:pt x="6502850" y="1247036"/>
                  </a:lnTo>
                  <a:lnTo>
                    <a:pt x="6515891" y="1256779"/>
                  </a:lnTo>
                  <a:lnTo>
                    <a:pt x="6563769" y="1289800"/>
                  </a:lnTo>
                  <a:lnTo>
                    <a:pt x="6613345" y="1319397"/>
                  </a:lnTo>
                  <a:lnTo>
                    <a:pt x="6665446" y="1345759"/>
                  </a:lnTo>
                  <a:lnTo>
                    <a:pt x="6720991" y="1369198"/>
                  </a:lnTo>
                  <a:lnTo>
                    <a:pt x="6780912" y="1390061"/>
                  </a:lnTo>
                  <a:lnTo>
                    <a:pt x="6846065" y="1408675"/>
                  </a:lnTo>
                  <a:lnTo>
                    <a:pt x="6917118" y="1425324"/>
                  </a:lnTo>
                  <a:lnTo>
                    <a:pt x="6994400" y="1440233"/>
                  </a:lnTo>
                  <a:lnTo>
                    <a:pt x="7077708" y="1453560"/>
                  </a:lnTo>
                  <a:lnTo>
                    <a:pt x="7166078" y="1465395"/>
                  </a:lnTo>
                  <a:lnTo>
                    <a:pt x="7257575" y="1475765"/>
                  </a:lnTo>
                  <a:lnTo>
                    <a:pt x="7349186" y="1484654"/>
                  </a:lnTo>
                  <a:lnTo>
                    <a:pt x="7436942" y="1492024"/>
                  </a:lnTo>
                  <a:lnTo>
                    <a:pt x="7516361" y="1497856"/>
                  </a:lnTo>
                  <a:lnTo>
                    <a:pt x="7583210" y="1502187"/>
                  </a:lnTo>
                  <a:lnTo>
                    <a:pt x="7634439" y="1505137"/>
                  </a:lnTo>
                  <a:lnTo>
                    <a:pt x="7668966" y="1506914"/>
                  </a:lnTo>
                  <a:lnTo>
                    <a:pt x="7688070" y="1507798"/>
                  </a:lnTo>
                  <a:lnTo>
                    <a:pt x="7695318" y="1508100"/>
                  </a:lnTo>
                  <a:lnTo>
                    <a:pt x="7696237" y="1508135"/>
                  </a:lnTo>
                  <a:lnTo>
                    <a:pt x="8234974" y="15081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9" name="pl1099"/>
            <p:cNvSpPr/>
            <p:nvPr/>
          </p:nvSpPr>
          <p:spPr>
            <a:xfrm>
              <a:off x="546595" y="973683"/>
              <a:ext cx="8234974" cy="2406484"/>
            </a:xfrm>
            <a:custGeom>
              <a:avLst/>
              <a:pathLst>
                <a:path w="8234974" h="2406484">
                  <a:moveTo>
                    <a:pt x="8234974" y="1508135"/>
                  </a:moveTo>
                  <a:lnTo>
                    <a:pt x="7696237" y="1508135"/>
                  </a:lnTo>
                  <a:lnTo>
                    <a:pt x="7694976" y="1508087"/>
                  </a:lnTo>
                  <a:lnTo>
                    <a:pt x="7686743" y="1507740"/>
                  </a:lnTo>
                  <a:lnTo>
                    <a:pt x="7666195" y="1506779"/>
                  </a:lnTo>
                  <a:lnTo>
                    <a:pt x="7629985" y="1504894"/>
                  </a:lnTo>
                  <a:lnTo>
                    <a:pt x="7577078" y="1501812"/>
                  </a:lnTo>
                  <a:lnTo>
                    <a:pt x="7508781" y="1497332"/>
                  </a:lnTo>
                  <a:lnTo>
                    <a:pt x="7428308" y="1491344"/>
                  </a:lnTo>
                  <a:lnTo>
                    <a:pt x="7339958" y="1483817"/>
                  </a:lnTo>
                  <a:lnTo>
                    <a:pt x="7248191" y="1474776"/>
                  </a:lnTo>
                  <a:lnTo>
                    <a:pt x="7156893" y="1464256"/>
                  </a:lnTo>
                  <a:lnTo>
                    <a:pt x="7068968" y="1452272"/>
                  </a:lnTo>
                  <a:lnTo>
                    <a:pt x="6986244" y="1438789"/>
                  </a:lnTo>
                  <a:lnTo>
                    <a:pt x="6909597" y="1423711"/>
                  </a:lnTo>
                  <a:lnTo>
                    <a:pt x="6839168" y="1406873"/>
                  </a:lnTo>
                  <a:lnTo>
                    <a:pt x="6774583" y="1388044"/>
                  </a:lnTo>
                  <a:lnTo>
                    <a:pt x="6715148" y="1366934"/>
                  </a:lnTo>
                  <a:lnTo>
                    <a:pt x="6659997" y="1343213"/>
                  </a:lnTo>
                  <a:lnTo>
                    <a:pt x="6608195" y="1316534"/>
                  </a:lnTo>
                  <a:lnTo>
                    <a:pt x="6558827" y="1286595"/>
                  </a:lnTo>
                  <a:lnTo>
                    <a:pt x="6515891" y="1256779"/>
                  </a:lnTo>
                  <a:lnTo>
                    <a:pt x="6472099" y="1222820"/>
                  </a:lnTo>
                  <a:lnTo>
                    <a:pt x="6428734" y="1185785"/>
                  </a:lnTo>
                  <a:lnTo>
                    <a:pt x="6385426" y="1145620"/>
                  </a:lnTo>
                  <a:lnTo>
                    <a:pt x="6341907" y="1102348"/>
                  </a:lnTo>
                  <a:lnTo>
                    <a:pt x="6297997" y="1056087"/>
                  </a:lnTo>
                  <a:lnTo>
                    <a:pt x="6253598" y="1007048"/>
                  </a:lnTo>
                  <a:lnTo>
                    <a:pt x="6208683" y="955543"/>
                  </a:lnTo>
                  <a:lnTo>
                    <a:pt x="6163289" y="901978"/>
                  </a:lnTo>
                  <a:lnTo>
                    <a:pt x="6117504" y="846846"/>
                  </a:lnTo>
                  <a:lnTo>
                    <a:pt x="6071456" y="790706"/>
                  </a:lnTo>
                  <a:lnTo>
                    <a:pt x="6025302" y="734162"/>
                  </a:lnTo>
                  <a:lnTo>
                    <a:pt x="5979206" y="677837"/>
                  </a:lnTo>
                  <a:lnTo>
                    <a:pt x="5933328" y="622346"/>
                  </a:lnTo>
                  <a:lnTo>
                    <a:pt x="5887806" y="568262"/>
                  </a:lnTo>
                  <a:lnTo>
                    <a:pt x="5842743" y="516100"/>
                  </a:lnTo>
                  <a:lnTo>
                    <a:pt x="5798191" y="466294"/>
                  </a:lnTo>
                  <a:lnTo>
                    <a:pt x="5754144" y="419183"/>
                  </a:lnTo>
                  <a:lnTo>
                    <a:pt x="5710523" y="375010"/>
                  </a:lnTo>
                  <a:lnTo>
                    <a:pt x="5667176" y="333919"/>
                  </a:lnTo>
                  <a:lnTo>
                    <a:pt x="5623862" y="295959"/>
                  </a:lnTo>
                  <a:lnTo>
                    <a:pt x="5580242" y="261099"/>
                  </a:lnTo>
                  <a:lnTo>
                    <a:pt x="5567201" y="251355"/>
                  </a:lnTo>
                  <a:lnTo>
                    <a:pt x="5519324" y="218335"/>
                  </a:lnTo>
                  <a:lnTo>
                    <a:pt x="5469747" y="188738"/>
                  </a:lnTo>
                  <a:lnTo>
                    <a:pt x="5417647" y="162376"/>
                  </a:lnTo>
                  <a:lnTo>
                    <a:pt x="5362101" y="138937"/>
                  </a:lnTo>
                  <a:lnTo>
                    <a:pt x="5302180" y="118074"/>
                  </a:lnTo>
                  <a:lnTo>
                    <a:pt x="5237027" y="99460"/>
                  </a:lnTo>
                  <a:lnTo>
                    <a:pt x="5165975" y="82811"/>
                  </a:lnTo>
                  <a:lnTo>
                    <a:pt x="5088693" y="67901"/>
                  </a:lnTo>
                  <a:lnTo>
                    <a:pt x="5005384" y="54575"/>
                  </a:lnTo>
                  <a:lnTo>
                    <a:pt x="4917014" y="42740"/>
                  </a:lnTo>
                  <a:lnTo>
                    <a:pt x="4825517" y="32370"/>
                  </a:lnTo>
                  <a:lnTo>
                    <a:pt x="4733906" y="23481"/>
                  </a:lnTo>
                  <a:lnTo>
                    <a:pt x="4646150" y="16111"/>
                  </a:lnTo>
                  <a:lnTo>
                    <a:pt x="4566732" y="10279"/>
                  </a:lnTo>
                  <a:lnTo>
                    <a:pt x="4499882" y="5948"/>
                  </a:lnTo>
                  <a:lnTo>
                    <a:pt x="4448653" y="2998"/>
                  </a:lnTo>
                  <a:lnTo>
                    <a:pt x="4414127" y="1221"/>
                  </a:lnTo>
                  <a:lnTo>
                    <a:pt x="4395023" y="337"/>
                  </a:lnTo>
                  <a:lnTo>
                    <a:pt x="4387774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6" y="73"/>
                  </a:lnTo>
                  <a:lnTo>
                    <a:pt x="3839057" y="601"/>
                  </a:lnTo>
                  <a:lnTo>
                    <a:pt x="3819410" y="2060"/>
                  </a:lnTo>
                  <a:lnTo>
                    <a:pt x="3784703" y="4924"/>
                  </a:lnTo>
                  <a:lnTo>
                    <a:pt x="3733819" y="9614"/>
                  </a:lnTo>
                  <a:lnTo>
                    <a:pt x="3667853" y="16444"/>
                  </a:lnTo>
                  <a:lnTo>
                    <a:pt x="3589736" y="25594"/>
                  </a:lnTo>
                  <a:lnTo>
                    <a:pt x="3503501" y="37120"/>
                  </a:lnTo>
                  <a:lnTo>
                    <a:pt x="3413421" y="50992"/>
                  </a:lnTo>
                  <a:lnTo>
                    <a:pt x="3323307" y="67156"/>
                  </a:lnTo>
                  <a:lnTo>
                    <a:pt x="3236079" y="85581"/>
                  </a:lnTo>
                  <a:lnTo>
                    <a:pt x="3153648" y="106305"/>
                  </a:lnTo>
                  <a:lnTo>
                    <a:pt x="3077001" y="129455"/>
                  </a:lnTo>
                  <a:lnTo>
                    <a:pt x="3006393" y="155263"/>
                  </a:lnTo>
                  <a:lnTo>
                    <a:pt x="2941559" y="184056"/>
                  </a:lnTo>
                  <a:lnTo>
                    <a:pt x="2881893" y="216257"/>
                  </a:lnTo>
                  <a:lnTo>
                    <a:pt x="2826599" y="252356"/>
                  </a:lnTo>
                  <a:lnTo>
                    <a:pt x="2774797" y="292879"/>
                  </a:lnTo>
                  <a:lnTo>
                    <a:pt x="2725602" y="338317"/>
                  </a:lnTo>
                  <a:lnTo>
                    <a:pt x="2678201" y="389010"/>
                  </a:lnTo>
                  <a:lnTo>
                    <a:pt x="2667772" y="401080"/>
                  </a:lnTo>
                  <a:lnTo>
                    <a:pt x="2630023" y="447457"/>
                  </a:lnTo>
                  <a:lnTo>
                    <a:pt x="2592633" y="497460"/>
                  </a:lnTo>
                  <a:lnTo>
                    <a:pt x="2555353" y="551160"/>
                  </a:lnTo>
                  <a:lnTo>
                    <a:pt x="2517988" y="608563"/>
                  </a:lnTo>
                  <a:lnTo>
                    <a:pt x="2480398" y="669596"/>
                  </a:lnTo>
                  <a:lnTo>
                    <a:pt x="2442489" y="734106"/>
                  </a:lnTo>
                  <a:lnTo>
                    <a:pt x="2404210" y="801853"/>
                  </a:lnTo>
                  <a:lnTo>
                    <a:pt x="2365547" y="872508"/>
                  </a:lnTo>
                  <a:lnTo>
                    <a:pt x="2326522" y="945662"/>
                  </a:lnTo>
                  <a:lnTo>
                    <a:pt x="2287187" y="1020825"/>
                  </a:lnTo>
                  <a:lnTo>
                    <a:pt x="2247617" y="1097449"/>
                  </a:lnTo>
                  <a:lnTo>
                    <a:pt x="2207905" y="1174932"/>
                  </a:lnTo>
                  <a:lnTo>
                    <a:pt x="2168155" y="1252647"/>
                  </a:lnTo>
                  <a:lnTo>
                    <a:pt x="2128471" y="1329958"/>
                  </a:lnTo>
                  <a:lnTo>
                    <a:pt x="2088957" y="1406242"/>
                  </a:lnTo>
                  <a:lnTo>
                    <a:pt x="2049700" y="1480912"/>
                  </a:lnTo>
                  <a:lnTo>
                    <a:pt x="2010769" y="1553432"/>
                  </a:lnTo>
                  <a:lnTo>
                    <a:pt x="1972209" y="1623334"/>
                  </a:lnTo>
                  <a:lnTo>
                    <a:pt x="1934033" y="1690231"/>
                  </a:lnTo>
                  <a:lnTo>
                    <a:pt x="1896218" y="1753817"/>
                  </a:lnTo>
                  <a:lnTo>
                    <a:pt x="1858700" y="1813876"/>
                  </a:lnTo>
                  <a:lnTo>
                    <a:pt x="1821374" y="1870276"/>
                  </a:lnTo>
                  <a:lnTo>
                    <a:pt x="1784086" y="1922969"/>
                  </a:lnTo>
                  <a:lnTo>
                    <a:pt x="1746626" y="1971977"/>
                  </a:lnTo>
                  <a:lnTo>
                    <a:pt x="1719082" y="2005403"/>
                  </a:lnTo>
                  <a:lnTo>
                    <a:pt x="1671987" y="2057288"/>
                  </a:lnTo>
                  <a:lnTo>
                    <a:pt x="1623259" y="2103881"/>
                  </a:lnTo>
                  <a:lnTo>
                    <a:pt x="1572116" y="2145464"/>
                  </a:lnTo>
                  <a:lnTo>
                    <a:pt x="1517681" y="2182507"/>
                  </a:lnTo>
                  <a:lnTo>
                    <a:pt x="1459067" y="2215535"/>
                  </a:lnTo>
                  <a:lnTo>
                    <a:pt x="1395450" y="2245051"/>
                  </a:lnTo>
                  <a:lnTo>
                    <a:pt x="1326172" y="2271495"/>
                  </a:lnTo>
                  <a:lnTo>
                    <a:pt x="1250876" y="2295216"/>
                  </a:lnTo>
                  <a:lnTo>
                    <a:pt x="1169682" y="2316469"/>
                  </a:lnTo>
                  <a:lnTo>
                    <a:pt x="1083396" y="2335402"/>
                  </a:lnTo>
                  <a:lnTo>
                    <a:pt x="993710" y="2352072"/>
                  </a:lnTo>
                  <a:lnTo>
                    <a:pt x="903319" y="2366462"/>
                  </a:lnTo>
                  <a:lnTo>
                    <a:pt x="815859" y="2378517"/>
                  </a:lnTo>
                  <a:lnTo>
                    <a:pt x="735554" y="2388197"/>
                  </a:lnTo>
                  <a:lnTo>
                    <a:pt x="666563" y="2395535"/>
                  </a:lnTo>
                  <a:lnTo>
                    <a:pt x="612136" y="2400681"/>
                  </a:lnTo>
                  <a:lnTo>
                    <a:pt x="573826" y="2403921"/>
                  </a:lnTo>
                  <a:lnTo>
                    <a:pt x="551022" y="2405654"/>
                  </a:lnTo>
                  <a:lnTo>
                    <a:pt x="540910" y="2406348"/>
                  </a:lnTo>
                  <a:lnTo>
                    <a:pt x="538750" y="2406483"/>
                  </a:lnTo>
                  <a:lnTo>
                    <a:pt x="538736" y="2406484"/>
                  </a:lnTo>
                  <a:lnTo>
                    <a:pt x="0" y="24064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0" name="pg1100"/>
            <p:cNvSpPr/>
            <p:nvPr/>
          </p:nvSpPr>
          <p:spPr>
            <a:xfrm>
              <a:off x="546595" y="995461"/>
              <a:ext cx="8234974" cy="2406484"/>
            </a:xfrm>
            <a:custGeom>
              <a:avLst/>
              <a:pathLst>
                <a:path w="8234974" h="2406484">
                  <a:moveTo>
                    <a:pt x="0" y="2406484"/>
                  </a:moveTo>
                  <a:lnTo>
                    <a:pt x="538736" y="2406484"/>
                  </a:lnTo>
                  <a:lnTo>
                    <a:pt x="539940" y="2406410"/>
                  </a:lnTo>
                  <a:lnTo>
                    <a:pt x="547806" y="2405886"/>
                  </a:lnTo>
                  <a:lnTo>
                    <a:pt x="567472" y="2404435"/>
                  </a:lnTo>
                  <a:lnTo>
                    <a:pt x="602212" y="2401587"/>
                  </a:lnTo>
                  <a:lnTo>
                    <a:pt x="653139" y="2396924"/>
                  </a:lnTo>
                  <a:lnTo>
                    <a:pt x="719154" y="2390134"/>
                  </a:lnTo>
                  <a:lnTo>
                    <a:pt x="797321" y="2381037"/>
                  </a:lnTo>
                  <a:lnTo>
                    <a:pt x="883603" y="2369580"/>
                  </a:lnTo>
                  <a:lnTo>
                    <a:pt x="973719" y="2355790"/>
                  </a:lnTo>
                  <a:lnTo>
                    <a:pt x="1063859" y="2339723"/>
                  </a:lnTo>
                  <a:lnTo>
                    <a:pt x="1151103" y="2321408"/>
                  </a:lnTo>
                  <a:lnTo>
                    <a:pt x="1233542" y="2300809"/>
                  </a:lnTo>
                  <a:lnTo>
                    <a:pt x="1310189" y="2277796"/>
                  </a:lnTo>
                  <a:lnTo>
                    <a:pt x="1380793" y="2252141"/>
                  </a:lnTo>
                  <a:lnTo>
                    <a:pt x="1445623" y="2223517"/>
                  </a:lnTo>
                  <a:lnTo>
                    <a:pt x="1505283" y="2191504"/>
                  </a:lnTo>
                  <a:lnTo>
                    <a:pt x="1560573" y="2155614"/>
                  </a:lnTo>
                  <a:lnTo>
                    <a:pt x="1612375" y="2115324"/>
                  </a:lnTo>
                  <a:lnTo>
                    <a:pt x="1661573" y="2070145"/>
                  </a:lnTo>
                  <a:lnTo>
                    <a:pt x="1708981" y="2019742"/>
                  </a:lnTo>
                  <a:lnTo>
                    <a:pt x="1719082" y="2008125"/>
                  </a:lnTo>
                  <a:lnTo>
                    <a:pt x="1756926" y="1961942"/>
                  </a:lnTo>
                  <a:lnTo>
                    <a:pt x="1794409" y="1912140"/>
                  </a:lnTo>
                  <a:lnTo>
                    <a:pt x="1831784" y="1858646"/>
                  </a:lnTo>
                  <a:lnTo>
                    <a:pt x="1869244" y="1801457"/>
                  </a:lnTo>
                  <a:lnTo>
                    <a:pt x="1906932" y="1740645"/>
                  </a:lnTo>
                  <a:lnTo>
                    <a:pt x="1944942" y="1676365"/>
                  </a:lnTo>
                  <a:lnTo>
                    <a:pt x="1983324" y="1608858"/>
                  </a:lnTo>
                  <a:lnTo>
                    <a:pt x="2022092" y="1538454"/>
                  </a:lnTo>
                  <a:lnTo>
                    <a:pt x="2061222" y="1465566"/>
                  </a:lnTo>
                  <a:lnTo>
                    <a:pt x="2100663" y="1390683"/>
                  </a:lnTo>
                  <a:lnTo>
                    <a:pt x="2140338" y="1314357"/>
                  </a:lnTo>
                  <a:lnTo>
                    <a:pt x="2180152" y="1237190"/>
                  </a:lnTo>
                  <a:lnTo>
                    <a:pt x="2220003" y="1159811"/>
                  </a:lnTo>
                  <a:lnTo>
                    <a:pt x="2259782" y="1082857"/>
                  </a:lnTo>
                  <a:lnTo>
                    <a:pt x="2299388" y="1006948"/>
                  </a:lnTo>
                  <a:lnTo>
                    <a:pt x="2338733" y="932672"/>
                  </a:lnTo>
                  <a:lnTo>
                    <a:pt x="2377746" y="860562"/>
                  </a:lnTo>
                  <a:lnTo>
                    <a:pt x="2416386" y="791084"/>
                  </a:lnTo>
                  <a:lnTo>
                    <a:pt x="2454641" y="724622"/>
                  </a:lnTo>
                  <a:lnTo>
                    <a:pt x="2492535" y="661476"/>
                  </a:lnTo>
                  <a:lnTo>
                    <a:pt x="2530135" y="601860"/>
                  </a:lnTo>
                  <a:lnTo>
                    <a:pt x="2567548" y="545901"/>
                  </a:lnTo>
                  <a:lnTo>
                    <a:pt x="2604935" y="493643"/>
                  </a:lnTo>
                  <a:lnTo>
                    <a:pt x="2642507" y="445061"/>
                  </a:lnTo>
                  <a:lnTo>
                    <a:pt x="2667772" y="414692"/>
                  </a:lnTo>
                  <a:lnTo>
                    <a:pt x="2714885" y="363141"/>
                  </a:lnTo>
                  <a:lnTo>
                    <a:pt x="2763630" y="316851"/>
                  </a:lnTo>
                  <a:lnTo>
                    <a:pt x="2814794" y="275540"/>
                  </a:lnTo>
                  <a:lnTo>
                    <a:pt x="2869252" y="238741"/>
                  </a:lnTo>
                  <a:lnTo>
                    <a:pt x="2927894" y="205931"/>
                  </a:lnTo>
                  <a:lnTo>
                    <a:pt x="2991544" y="176611"/>
                  </a:lnTo>
                  <a:lnTo>
                    <a:pt x="3060860" y="150345"/>
                  </a:lnTo>
                  <a:lnTo>
                    <a:pt x="3136198" y="126783"/>
                  </a:lnTo>
                  <a:lnTo>
                    <a:pt x="3217437" y="105674"/>
                  </a:lnTo>
                  <a:lnTo>
                    <a:pt x="3303768" y="86871"/>
                  </a:lnTo>
                  <a:lnTo>
                    <a:pt x="3393494" y="70316"/>
                  </a:lnTo>
                  <a:lnTo>
                    <a:pt x="3483912" y="56028"/>
                  </a:lnTo>
                  <a:lnTo>
                    <a:pt x="3571381" y="44061"/>
                  </a:lnTo>
                  <a:lnTo>
                    <a:pt x="3651669" y="34454"/>
                  </a:lnTo>
                  <a:lnTo>
                    <a:pt x="3720617" y="27175"/>
                  </a:lnTo>
                  <a:lnTo>
                    <a:pt x="3774978" y="22073"/>
                  </a:lnTo>
                  <a:lnTo>
                    <a:pt x="3813208" y="18864"/>
                  </a:lnTo>
                  <a:lnTo>
                    <a:pt x="3835932" y="17150"/>
                  </a:lnTo>
                  <a:lnTo>
                    <a:pt x="3845979" y="16466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092" y="16394"/>
                  </a:lnTo>
                  <a:lnTo>
                    <a:pt x="4396171" y="16826"/>
                  </a:lnTo>
                  <a:lnTo>
                    <a:pt x="4416349" y="18023"/>
                  </a:lnTo>
                  <a:lnTo>
                    <a:pt x="4451943" y="20371"/>
                  </a:lnTo>
                  <a:lnTo>
                    <a:pt x="4504022" y="24213"/>
                  </a:lnTo>
                  <a:lnTo>
                    <a:pt x="4571368" y="29802"/>
                  </a:lnTo>
                  <a:lnTo>
                    <a:pt x="4650882" y="37279"/>
                  </a:lnTo>
                  <a:lnTo>
                    <a:pt x="4738376" y="46686"/>
                  </a:lnTo>
                  <a:lnTo>
                    <a:pt x="4829464" y="57994"/>
                  </a:lnTo>
                  <a:lnTo>
                    <a:pt x="4920289" y="71159"/>
                  </a:lnTo>
                  <a:lnTo>
                    <a:pt x="5007939" y="86160"/>
                  </a:lnTo>
                  <a:lnTo>
                    <a:pt x="5090552" y="103035"/>
                  </a:lnTo>
                  <a:lnTo>
                    <a:pt x="5167204" y="121899"/>
                  </a:lnTo>
                  <a:lnTo>
                    <a:pt x="5237709" y="142948"/>
                  </a:lnTo>
                  <a:lnTo>
                    <a:pt x="5302397" y="166465"/>
                  </a:lnTo>
                  <a:lnTo>
                    <a:pt x="5361924" y="192802"/>
                  </a:lnTo>
                  <a:lnTo>
                    <a:pt x="5417129" y="222370"/>
                  </a:lnTo>
                  <a:lnTo>
                    <a:pt x="5468926" y="255600"/>
                  </a:lnTo>
                  <a:lnTo>
                    <a:pt x="5518217" y="292881"/>
                  </a:lnTo>
                  <a:lnTo>
                    <a:pt x="5565815" y="334453"/>
                  </a:lnTo>
                  <a:lnTo>
                    <a:pt x="5567201" y="335746"/>
                  </a:lnTo>
                  <a:lnTo>
                    <a:pt x="5608035" y="375844"/>
                  </a:lnTo>
                  <a:lnTo>
                    <a:pt x="5648473" y="419331"/>
                  </a:lnTo>
                  <a:lnTo>
                    <a:pt x="5688824" y="466271"/>
                  </a:lnTo>
                  <a:lnTo>
                    <a:pt x="5729319" y="516654"/>
                  </a:lnTo>
                  <a:lnTo>
                    <a:pt x="5770119" y="570384"/>
                  </a:lnTo>
                  <a:lnTo>
                    <a:pt x="5811323" y="627273"/>
                  </a:lnTo>
                  <a:lnTo>
                    <a:pt x="5852973" y="687039"/>
                  </a:lnTo>
                  <a:lnTo>
                    <a:pt x="5895061" y="749306"/>
                  </a:lnTo>
                  <a:lnTo>
                    <a:pt x="5937537" y="813610"/>
                  </a:lnTo>
                  <a:lnTo>
                    <a:pt x="5980312" y="879413"/>
                  </a:lnTo>
                  <a:lnTo>
                    <a:pt x="6023274" y="946119"/>
                  </a:lnTo>
                  <a:lnTo>
                    <a:pt x="6066293" y="1013099"/>
                  </a:lnTo>
                  <a:lnTo>
                    <a:pt x="6109235" y="1079709"/>
                  </a:lnTo>
                  <a:lnTo>
                    <a:pt x="6151972" y="1145323"/>
                  </a:lnTo>
                  <a:lnTo>
                    <a:pt x="6194394" y="1209353"/>
                  </a:lnTo>
                  <a:lnTo>
                    <a:pt x="6236419" y="1271271"/>
                  </a:lnTo>
                  <a:lnTo>
                    <a:pt x="6278001" y="1330626"/>
                  </a:lnTo>
                  <a:lnTo>
                    <a:pt x="6319140" y="1387055"/>
                  </a:lnTo>
                  <a:lnTo>
                    <a:pt x="6359886" y="1440291"/>
                  </a:lnTo>
                  <a:lnTo>
                    <a:pt x="6400348" y="1490160"/>
                  </a:lnTo>
                  <a:lnTo>
                    <a:pt x="6440695" y="1536579"/>
                  </a:lnTo>
                  <a:lnTo>
                    <a:pt x="6481171" y="1579549"/>
                  </a:lnTo>
                  <a:lnTo>
                    <a:pt x="6515891" y="1613396"/>
                  </a:lnTo>
                  <a:lnTo>
                    <a:pt x="6563450" y="1655097"/>
                  </a:lnTo>
                  <a:lnTo>
                    <a:pt x="6612680" y="1692502"/>
                  </a:lnTo>
                  <a:lnTo>
                    <a:pt x="6664390" y="1725846"/>
                  </a:lnTo>
                  <a:lnTo>
                    <a:pt x="6719482" y="1755516"/>
                  </a:lnTo>
                  <a:lnTo>
                    <a:pt x="6778869" y="1781943"/>
                  </a:lnTo>
                  <a:lnTo>
                    <a:pt x="6843393" y="1805537"/>
                  </a:lnTo>
                  <a:lnTo>
                    <a:pt x="6913720" y="1826655"/>
                  </a:lnTo>
                  <a:lnTo>
                    <a:pt x="6990190" y="1845579"/>
                  </a:lnTo>
                  <a:lnTo>
                    <a:pt x="7072636" y="1862511"/>
                  </a:lnTo>
                  <a:lnTo>
                    <a:pt x="7160160" y="1877567"/>
                  </a:lnTo>
                  <a:lnTo>
                    <a:pt x="7250928" y="1890786"/>
                  </a:lnTo>
                  <a:lnTo>
                    <a:pt x="7342059" y="1902150"/>
                  </a:lnTo>
                  <a:lnTo>
                    <a:pt x="7429721" y="1911613"/>
                  </a:lnTo>
                  <a:lnTo>
                    <a:pt x="7509533" y="1919147"/>
                  </a:lnTo>
                  <a:lnTo>
                    <a:pt x="7577290" y="1924790"/>
                  </a:lnTo>
                  <a:lnTo>
                    <a:pt x="7629848" y="1928681"/>
                  </a:lnTo>
                  <a:lnTo>
                    <a:pt x="7665924" y="1931069"/>
                  </a:lnTo>
                  <a:lnTo>
                    <a:pt x="7686520" y="1932294"/>
                  </a:lnTo>
                  <a:lnTo>
                    <a:pt x="7694890" y="1932743"/>
                  </a:lnTo>
                  <a:lnTo>
                    <a:pt x="7696237" y="1932809"/>
                  </a:lnTo>
                  <a:lnTo>
                    <a:pt x="8234974" y="1932809"/>
                  </a:lnTo>
                  <a:lnTo>
                    <a:pt x="8234974" y="1916476"/>
                  </a:ln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5" y="73"/>
                  </a:lnTo>
                  <a:lnTo>
                    <a:pt x="3839048" y="597"/>
                  </a:lnTo>
                  <a:lnTo>
                    <a:pt x="3819382" y="2048"/>
                  </a:lnTo>
                  <a:lnTo>
                    <a:pt x="3784643" y="4896"/>
                  </a:lnTo>
                  <a:lnTo>
                    <a:pt x="3733716" y="9559"/>
                  </a:lnTo>
                  <a:lnTo>
                    <a:pt x="3667700" y="16349"/>
                  </a:lnTo>
                  <a:lnTo>
                    <a:pt x="3589533" y="25446"/>
                  </a:lnTo>
                  <a:lnTo>
                    <a:pt x="3503251" y="36903"/>
                  </a:lnTo>
                  <a:lnTo>
                    <a:pt x="3413135" y="50693"/>
                  </a:lnTo>
                  <a:lnTo>
                    <a:pt x="3322995" y="66760"/>
                  </a:lnTo>
                  <a:lnTo>
                    <a:pt x="3235751" y="85075"/>
                  </a:lnTo>
                  <a:lnTo>
                    <a:pt x="3153313" y="105675"/>
                  </a:lnTo>
                  <a:lnTo>
                    <a:pt x="3076665" y="128687"/>
                  </a:lnTo>
                  <a:lnTo>
                    <a:pt x="3006062" y="154342"/>
                  </a:lnTo>
                  <a:lnTo>
                    <a:pt x="2941232" y="182966"/>
                  </a:lnTo>
                  <a:lnTo>
                    <a:pt x="2881571" y="214979"/>
                  </a:lnTo>
                  <a:lnTo>
                    <a:pt x="2826281" y="250869"/>
                  </a:lnTo>
                  <a:lnTo>
                    <a:pt x="2774480" y="291160"/>
                  </a:lnTo>
                  <a:lnTo>
                    <a:pt x="2725281" y="336338"/>
                  </a:lnTo>
                  <a:lnTo>
                    <a:pt x="2677874" y="386741"/>
                  </a:lnTo>
                  <a:lnTo>
                    <a:pt x="2667772" y="398358"/>
                  </a:lnTo>
                  <a:lnTo>
                    <a:pt x="2629928" y="444541"/>
                  </a:lnTo>
                  <a:lnTo>
                    <a:pt x="2592445" y="494343"/>
                  </a:lnTo>
                  <a:lnTo>
                    <a:pt x="2555071" y="547837"/>
                  </a:lnTo>
                  <a:lnTo>
                    <a:pt x="2517610" y="605026"/>
                  </a:lnTo>
                  <a:lnTo>
                    <a:pt x="2479922" y="665838"/>
                  </a:lnTo>
                  <a:lnTo>
                    <a:pt x="2441913" y="730119"/>
                  </a:lnTo>
                  <a:lnTo>
                    <a:pt x="2403530" y="797625"/>
                  </a:lnTo>
                  <a:lnTo>
                    <a:pt x="2364763" y="868029"/>
                  </a:lnTo>
                  <a:lnTo>
                    <a:pt x="2325632" y="940917"/>
                  </a:lnTo>
                  <a:lnTo>
                    <a:pt x="2286192" y="1015800"/>
                  </a:lnTo>
                  <a:lnTo>
                    <a:pt x="2246517" y="1092126"/>
                  </a:lnTo>
                  <a:lnTo>
                    <a:pt x="2206702" y="1169293"/>
                  </a:lnTo>
                  <a:lnTo>
                    <a:pt x="2166852" y="1246672"/>
                  </a:lnTo>
                  <a:lnTo>
                    <a:pt x="2127073" y="1323627"/>
                  </a:lnTo>
                  <a:lnTo>
                    <a:pt x="2087467" y="1399535"/>
                  </a:lnTo>
                  <a:lnTo>
                    <a:pt x="2048122" y="1473811"/>
                  </a:lnTo>
                  <a:lnTo>
                    <a:pt x="2009108" y="1545921"/>
                  </a:lnTo>
                  <a:lnTo>
                    <a:pt x="1970468" y="1615400"/>
                  </a:lnTo>
                  <a:lnTo>
                    <a:pt x="1932214" y="1681861"/>
                  </a:lnTo>
                  <a:lnTo>
                    <a:pt x="1894319" y="1745007"/>
                  </a:lnTo>
                  <a:lnTo>
                    <a:pt x="1856720" y="1804623"/>
                  </a:lnTo>
                  <a:lnTo>
                    <a:pt x="1819306" y="1860582"/>
                  </a:lnTo>
                  <a:lnTo>
                    <a:pt x="1781920" y="1912840"/>
                  </a:lnTo>
                  <a:lnTo>
                    <a:pt x="1744348" y="1961423"/>
                  </a:lnTo>
                  <a:lnTo>
                    <a:pt x="1719082" y="1991792"/>
                  </a:lnTo>
                  <a:lnTo>
                    <a:pt x="1671970" y="2043342"/>
                  </a:lnTo>
                  <a:lnTo>
                    <a:pt x="1623224" y="2089632"/>
                  </a:lnTo>
                  <a:lnTo>
                    <a:pt x="1572060" y="2130943"/>
                  </a:lnTo>
                  <a:lnTo>
                    <a:pt x="1517602" y="2167742"/>
                  </a:lnTo>
                  <a:lnTo>
                    <a:pt x="1458961" y="2200552"/>
                  </a:lnTo>
                  <a:lnTo>
                    <a:pt x="1395311" y="2229872"/>
                  </a:lnTo>
                  <a:lnTo>
                    <a:pt x="1325995" y="2256138"/>
                  </a:lnTo>
                  <a:lnTo>
                    <a:pt x="1250656" y="2279701"/>
                  </a:lnTo>
                  <a:lnTo>
                    <a:pt x="1169417" y="2300809"/>
                  </a:lnTo>
                  <a:lnTo>
                    <a:pt x="1083087" y="2319612"/>
                  </a:lnTo>
                  <a:lnTo>
                    <a:pt x="993361" y="2336167"/>
                  </a:lnTo>
                  <a:lnTo>
                    <a:pt x="902943" y="2350455"/>
                  </a:lnTo>
                  <a:lnTo>
                    <a:pt x="815474" y="2362422"/>
                  </a:lnTo>
                  <a:lnTo>
                    <a:pt x="735185" y="2372029"/>
                  </a:lnTo>
                  <a:lnTo>
                    <a:pt x="666237" y="2379308"/>
                  </a:lnTo>
                  <a:lnTo>
                    <a:pt x="611876" y="2384410"/>
                  </a:lnTo>
                  <a:lnTo>
                    <a:pt x="573646" y="2387619"/>
                  </a:lnTo>
                  <a:lnTo>
                    <a:pt x="550922" y="2389333"/>
                  </a:lnTo>
                  <a:lnTo>
                    <a:pt x="540876" y="2390017"/>
                  </a:lnTo>
                  <a:lnTo>
                    <a:pt x="538736" y="2390150"/>
                  </a:lnTo>
                  <a:lnTo>
                    <a:pt x="0" y="239015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01" name="pl1101"/>
            <p:cNvSpPr/>
            <p:nvPr/>
          </p:nvSpPr>
          <p:spPr>
            <a:xfrm>
              <a:off x="546595" y="1011794"/>
              <a:ext cx="8234974" cy="2390150"/>
            </a:xfrm>
            <a:custGeom>
              <a:avLst/>
              <a:pathLst>
                <a:path w="8234974" h="2390150">
                  <a:moveTo>
                    <a:pt x="0" y="2390150"/>
                  </a:moveTo>
                  <a:lnTo>
                    <a:pt x="538736" y="2390150"/>
                  </a:lnTo>
                  <a:lnTo>
                    <a:pt x="539940" y="2390077"/>
                  </a:lnTo>
                  <a:lnTo>
                    <a:pt x="547806" y="2389552"/>
                  </a:lnTo>
                  <a:lnTo>
                    <a:pt x="567472" y="2388102"/>
                  </a:lnTo>
                  <a:lnTo>
                    <a:pt x="602212" y="2385254"/>
                  </a:lnTo>
                  <a:lnTo>
                    <a:pt x="653139" y="2380591"/>
                  </a:lnTo>
                  <a:lnTo>
                    <a:pt x="719154" y="2373800"/>
                  </a:lnTo>
                  <a:lnTo>
                    <a:pt x="797321" y="2364704"/>
                  </a:lnTo>
                  <a:lnTo>
                    <a:pt x="883603" y="2353246"/>
                  </a:lnTo>
                  <a:lnTo>
                    <a:pt x="973719" y="2339456"/>
                  </a:lnTo>
                  <a:lnTo>
                    <a:pt x="1063859" y="2323389"/>
                  </a:lnTo>
                  <a:lnTo>
                    <a:pt x="1151103" y="2305075"/>
                  </a:lnTo>
                  <a:lnTo>
                    <a:pt x="1233542" y="2284475"/>
                  </a:lnTo>
                  <a:lnTo>
                    <a:pt x="1310189" y="2261462"/>
                  </a:lnTo>
                  <a:lnTo>
                    <a:pt x="1380793" y="2235808"/>
                  </a:lnTo>
                  <a:lnTo>
                    <a:pt x="1445623" y="2207183"/>
                  </a:lnTo>
                  <a:lnTo>
                    <a:pt x="1505283" y="2175171"/>
                  </a:lnTo>
                  <a:lnTo>
                    <a:pt x="1560573" y="2139281"/>
                  </a:lnTo>
                  <a:lnTo>
                    <a:pt x="1612375" y="2098990"/>
                  </a:lnTo>
                  <a:lnTo>
                    <a:pt x="1661573" y="2053811"/>
                  </a:lnTo>
                  <a:lnTo>
                    <a:pt x="1708981" y="2003408"/>
                  </a:lnTo>
                  <a:lnTo>
                    <a:pt x="1719082" y="1991792"/>
                  </a:lnTo>
                  <a:lnTo>
                    <a:pt x="1756926" y="1945609"/>
                  </a:lnTo>
                  <a:lnTo>
                    <a:pt x="1794409" y="1895807"/>
                  </a:lnTo>
                  <a:lnTo>
                    <a:pt x="1831784" y="1842313"/>
                  </a:lnTo>
                  <a:lnTo>
                    <a:pt x="1869244" y="1785124"/>
                  </a:lnTo>
                  <a:lnTo>
                    <a:pt x="1906932" y="1724311"/>
                  </a:lnTo>
                  <a:lnTo>
                    <a:pt x="1944942" y="1660031"/>
                  </a:lnTo>
                  <a:lnTo>
                    <a:pt x="1983324" y="1592524"/>
                  </a:lnTo>
                  <a:lnTo>
                    <a:pt x="2022092" y="1522120"/>
                  </a:lnTo>
                  <a:lnTo>
                    <a:pt x="2061222" y="1449232"/>
                  </a:lnTo>
                  <a:lnTo>
                    <a:pt x="2100663" y="1374349"/>
                  </a:lnTo>
                  <a:lnTo>
                    <a:pt x="2140338" y="1298024"/>
                  </a:lnTo>
                  <a:lnTo>
                    <a:pt x="2180152" y="1220857"/>
                  </a:lnTo>
                  <a:lnTo>
                    <a:pt x="2220003" y="1143478"/>
                  </a:lnTo>
                  <a:lnTo>
                    <a:pt x="2259782" y="1066523"/>
                  </a:lnTo>
                  <a:lnTo>
                    <a:pt x="2299388" y="990614"/>
                  </a:lnTo>
                  <a:lnTo>
                    <a:pt x="2338733" y="916338"/>
                  </a:lnTo>
                  <a:lnTo>
                    <a:pt x="2377746" y="844229"/>
                  </a:lnTo>
                  <a:lnTo>
                    <a:pt x="2416386" y="774750"/>
                  </a:lnTo>
                  <a:lnTo>
                    <a:pt x="2454641" y="708288"/>
                  </a:lnTo>
                  <a:lnTo>
                    <a:pt x="2492535" y="645143"/>
                  </a:lnTo>
                  <a:lnTo>
                    <a:pt x="2530135" y="585527"/>
                  </a:lnTo>
                  <a:lnTo>
                    <a:pt x="2567548" y="529567"/>
                  </a:lnTo>
                  <a:lnTo>
                    <a:pt x="2604935" y="477310"/>
                  </a:lnTo>
                  <a:lnTo>
                    <a:pt x="2642507" y="428727"/>
                  </a:lnTo>
                  <a:lnTo>
                    <a:pt x="2667772" y="398358"/>
                  </a:lnTo>
                  <a:lnTo>
                    <a:pt x="2714885" y="346808"/>
                  </a:lnTo>
                  <a:lnTo>
                    <a:pt x="2763630" y="300517"/>
                  </a:lnTo>
                  <a:lnTo>
                    <a:pt x="2814794" y="259206"/>
                  </a:lnTo>
                  <a:lnTo>
                    <a:pt x="2869252" y="222407"/>
                  </a:lnTo>
                  <a:lnTo>
                    <a:pt x="2927894" y="189598"/>
                  </a:lnTo>
                  <a:lnTo>
                    <a:pt x="2991544" y="160278"/>
                  </a:lnTo>
                  <a:lnTo>
                    <a:pt x="3060860" y="134011"/>
                  </a:lnTo>
                  <a:lnTo>
                    <a:pt x="3136198" y="110449"/>
                  </a:lnTo>
                  <a:lnTo>
                    <a:pt x="3217437" y="89341"/>
                  </a:lnTo>
                  <a:lnTo>
                    <a:pt x="3303768" y="70537"/>
                  </a:lnTo>
                  <a:lnTo>
                    <a:pt x="3393494" y="53983"/>
                  </a:lnTo>
                  <a:lnTo>
                    <a:pt x="3483912" y="39695"/>
                  </a:lnTo>
                  <a:lnTo>
                    <a:pt x="3571381" y="27728"/>
                  </a:lnTo>
                  <a:lnTo>
                    <a:pt x="3651669" y="18121"/>
                  </a:lnTo>
                  <a:lnTo>
                    <a:pt x="3720617" y="10841"/>
                  </a:lnTo>
                  <a:lnTo>
                    <a:pt x="3774978" y="5739"/>
                  </a:lnTo>
                  <a:lnTo>
                    <a:pt x="3813208" y="2531"/>
                  </a:lnTo>
                  <a:lnTo>
                    <a:pt x="3835932" y="817"/>
                  </a:lnTo>
                  <a:lnTo>
                    <a:pt x="3845979" y="132"/>
                  </a:lnTo>
                  <a:lnTo>
                    <a:pt x="3848106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2" y="60"/>
                  </a:lnTo>
                  <a:lnTo>
                    <a:pt x="4396171" y="493"/>
                  </a:lnTo>
                  <a:lnTo>
                    <a:pt x="4416349" y="1689"/>
                  </a:lnTo>
                  <a:lnTo>
                    <a:pt x="4451943" y="4037"/>
                  </a:lnTo>
                  <a:lnTo>
                    <a:pt x="4504022" y="7879"/>
                  </a:lnTo>
                  <a:lnTo>
                    <a:pt x="4571368" y="13468"/>
                  </a:lnTo>
                  <a:lnTo>
                    <a:pt x="4650882" y="20946"/>
                  </a:lnTo>
                  <a:lnTo>
                    <a:pt x="4738376" y="30352"/>
                  </a:lnTo>
                  <a:lnTo>
                    <a:pt x="4829464" y="41660"/>
                  </a:lnTo>
                  <a:lnTo>
                    <a:pt x="4920289" y="54825"/>
                  </a:lnTo>
                  <a:lnTo>
                    <a:pt x="5007939" y="69827"/>
                  </a:lnTo>
                  <a:lnTo>
                    <a:pt x="5090552" y="86702"/>
                  </a:lnTo>
                  <a:lnTo>
                    <a:pt x="5167204" y="105565"/>
                  </a:lnTo>
                  <a:lnTo>
                    <a:pt x="5237709" y="126615"/>
                  </a:lnTo>
                  <a:lnTo>
                    <a:pt x="5302397" y="150131"/>
                  </a:lnTo>
                  <a:lnTo>
                    <a:pt x="5361924" y="176469"/>
                  </a:lnTo>
                  <a:lnTo>
                    <a:pt x="5417129" y="206037"/>
                  </a:lnTo>
                  <a:lnTo>
                    <a:pt x="5468926" y="239266"/>
                  </a:lnTo>
                  <a:lnTo>
                    <a:pt x="5518217" y="276547"/>
                  </a:lnTo>
                  <a:lnTo>
                    <a:pt x="5565815" y="318120"/>
                  </a:lnTo>
                  <a:lnTo>
                    <a:pt x="5567201" y="319412"/>
                  </a:lnTo>
                  <a:lnTo>
                    <a:pt x="5608035" y="359510"/>
                  </a:lnTo>
                  <a:lnTo>
                    <a:pt x="5648473" y="402997"/>
                  </a:lnTo>
                  <a:lnTo>
                    <a:pt x="5688824" y="449937"/>
                  </a:lnTo>
                  <a:lnTo>
                    <a:pt x="5729319" y="500320"/>
                  </a:lnTo>
                  <a:lnTo>
                    <a:pt x="5770119" y="554050"/>
                  </a:lnTo>
                  <a:lnTo>
                    <a:pt x="5811323" y="610939"/>
                  </a:lnTo>
                  <a:lnTo>
                    <a:pt x="5852973" y="670705"/>
                  </a:lnTo>
                  <a:lnTo>
                    <a:pt x="5895061" y="732972"/>
                  </a:lnTo>
                  <a:lnTo>
                    <a:pt x="5937537" y="797276"/>
                  </a:lnTo>
                  <a:lnTo>
                    <a:pt x="5980312" y="863079"/>
                  </a:lnTo>
                  <a:lnTo>
                    <a:pt x="6023274" y="929786"/>
                  </a:lnTo>
                  <a:lnTo>
                    <a:pt x="6066293" y="996765"/>
                  </a:lnTo>
                  <a:lnTo>
                    <a:pt x="6109235" y="1063376"/>
                  </a:lnTo>
                  <a:lnTo>
                    <a:pt x="6151972" y="1128990"/>
                  </a:lnTo>
                  <a:lnTo>
                    <a:pt x="6194394" y="1193020"/>
                  </a:lnTo>
                  <a:lnTo>
                    <a:pt x="6236419" y="1254938"/>
                  </a:lnTo>
                  <a:lnTo>
                    <a:pt x="6278001" y="1314293"/>
                  </a:lnTo>
                  <a:lnTo>
                    <a:pt x="6319140" y="1370722"/>
                  </a:lnTo>
                  <a:lnTo>
                    <a:pt x="6359886" y="1423957"/>
                  </a:lnTo>
                  <a:lnTo>
                    <a:pt x="6400348" y="1473826"/>
                  </a:lnTo>
                  <a:lnTo>
                    <a:pt x="6440695" y="1520245"/>
                  </a:lnTo>
                  <a:lnTo>
                    <a:pt x="6481171" y="1563216"/>
                  </a:lnTo>
                  <a:lnTo>
                    <a:pt x="6515891" y="1597063"/>
                  </a:lnTo>
                  <a:lnTo>
                    <a:pt x="6563450" y="1638763"/>
                  </a:lnTo>
                  <a:lnTo>
                    <a:pt x="6612680" y="1676168"/>
                  </a:lnTo>
                  <a:lnTo>
                    <a:pt x="6664390" y="1709512"/>
                  </a:lnTo>
                  <a:lnTo>
                    <a:pt x="6719482" y="1739182"/>
                  </a:lnTo>
                  <a:lnTo>
                    <a:pt x="6778869" y="1765609"/>
                  </a:lnTo>
                  <a:lnTo>
                    <a:pt x="6843393" y="1789203"/>
                  </a:lnTo>
                  <a:lnTo>
                    <a:pt x="6913720" y="1810321"/>
                  </a:lnTo>
                  <a:lnTo>
                    <a:pt x="6990190" y="1829246"/>
                  </a:lnTo>
                  <a:lnTo>
                    <a:pt x="7072636" y="1846178"/>
                  </a:lnTo>
                  <a:lnTo>
                    <a:pt x="7160160" y="1861233"/>
                  </a:lnTo>
                  <a:lnTo>
                    <a:pt x="7250928" y="1874452"/>
                  </a:lnTo>
                  <a:lnTo>
                    <a:pt x="7342059" y="1885816"/>
                  </a:lnTo>
                  <a:lnTo>
                    <a:pt x="7429721" y="1895279"/>
                  </a:lnTo>
                  <a:lnTo>
                    <a:pt x="7509533" y="1902814"/>
                  </a:lnTo>
                  <a:lnTo>
                    <a:pt x="7577290" y="1908457"/>
                  </a:lnTo>
                  <a:lnTo>
                    <a:pt x="7629848" y="1912347"/>
                  </a:lnTo>
                  <a:lnTo>
                    <a:pt x="7665924" y="1914735"/>
                  </a:lnTo>
                  <a:lnTo>
                    <a:pt x="7686520" y="1915960"/>
                  </a:lnTo>
                  <a:lnTo>
                    <a:pt x="7694890" y="1916409"/>
                  </a:lnTo>
                  <a:lnTo>
                    <a:pt x="7696237" y="1916476"/>
                  </a:lnTo>
                  <a:lnTo>
                    <a:pt x="7696237" y="1916476"/>
                  </a:lnTo>
                  <a:lnTo>
                    <a:pt x="8234974" y="1916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2" name="pl1102"/>
            <p:cNvSpPr/>
            <p:nvPr/>
          </p:nvSpPr>
          <p:spPr>
            <a:xfrm>
              <a:off x="546595" y="995461"/>
              <a:ext cx="8234974" cy="2390150"/>
            </a:xfrm>
            <a:custGeom>
              <a:avLst/>
              <a:pathLst>
                <a:path w="8234974" h="2390150">
                  <a:moveTo>
                    <a:pt x="8234974" y="1916476"/>
                  </a:move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5" y="73"/>
                  </a:lnTo>
                  <a:lnTo>
                    <a:pt x="3839048" y="597"/>
                  </a:lnTo>
                  <a:lnTo>
                    <a:pt x="3819382" y="2048"/>
                  </a:lnTo>
                  <a:lnTo>
                    <a:pt x="3784643" y="4896"/>
                  </a:lnTo>
                  <a:lnTo>
                    <a:pt x="3733716" y="9559"/>
                  </a:lnTo>
                  <a:lnTo>
                    <a:pt x="3667700" y="16349"/>
                  </a:lnTo>
                  <a:lnTo>
                    <a:pt x="3589533" y="25446"/>
                  </a:lnTo>
                  <a:lnTo>
                    <a:pt x="3503251" y="36903"/>
                  </a:lnTo>
                  <a:lnTo>
                    <a:pt x="3413135" y="50693"/>
                  </a:lnTo>
                  <a:lnTo>
                    <a:pt x="3322995" y="66760"/>
                  </a:lnTo>
                  <a:lnTo>
                    <a:pt x="3235751" y="85075"/>
                  </a:lnTo>
                  <a:lnTo>
                    <a:pt x="3153313" y="105675"/>
                  </a:lnTo>
                  <a:lnTo>
                    <a:pt x="3076665" y="128687"/>
                  </a:lnTo>
                  <a:lnTo>
                    <a:pt x="3006062" y="154342"/>
                  </a:lnTo>
                  <a:lnTo>
                    <a:pt x="2941232" y="182966"/>
                  </a:lnTo>
                  <a:lnTo>
                    <a:pt x="2881571" y="214979"/>
                  </a:lnTo>
                  <a:lnTo>
                    <a:pt x="2826281" y="250869"/>
                  </a:lnTo>
                  <a:lnTo>
                    <a:pt x="2774480" y="291160"/>
                  </a:lnTo>
                  <a:lnTo>
                    <a:pt x="2725281" y="336338"/>
                  </a:lnTo>
                  <a:lnTo>
                    <a:pt x="2677874" y="386741"/>
                  </a:lnTo>
                  <a:lnTo>
                    <a:pt x="2667772" y="398358"/>
                  </a:lnTo>
                  <a:lnTo>
                    <a:pt x="2629928" y="444541"/>
                  </a:lnTo>
                  <a:lnTo>
                    <a:pt x="2592445" y="494343"/>
                  </a:lnTo>
                  <a:lnTo>
                    <a:pt x="2555071" y="547837"/>
                  </a:lnTo>
                  <a:lnTo>
                    <a:pt x="2517610" y="605026"/>
                  </a:lnTo>
                  <a:lnTo>
                    <a:pt x="2479922" y="665838"/>
                  </a:lnTo>
                  <a:lnTo>
                    <a:pt x="2441913" y="730119"/>
                  </a:lnTo>
                  <a:lnTo>
                    <a:pt x="2403530" y="797625"/>
                  </a:lnTo>
                  <a:lnTo>
                    <a:pt x="2364763" y="868029"/>
                  </a:lnTo>
                  <a:lnTo>
                    <a:pt x="2325632" y="940917"/>
                  </a:lnTo>
                  <a:lnTo>
                    <a:pt x="2286192" y="1015800"/>
                  </a:lnTo>
                  <a:lnTo>
                    <a:pt x="2246517" y="1092126"/>
                  </a:lnTo>
                  <a:lnTo>
                    <a:pt x="2206702" y="1169293"/>
                  </a:lnTo>
                  <a:lnTo>
                    <a:pt x="2166852" y="1246672"/>
                  </a:lnTo>
                  <a:lnTo>
                    <a:pt x="2127073" y="1323627"/>
                  </a:lnTo>
                  <a:lnTo>
                    <a:pt x="2087467" y="1399535"/>
                  </a:lnTo>
                  <a:lnTo>
                    <a:pt x="2048122" y="1473811"/>
                  </a:lnTo>
                  <a:lnTo>
                    <a:pt x="2009108" y="1545921"/>
                  </a:lnTo>
                  <a:lnTo>
                    <a:pt x="1970468" y="1615400"/>
                  </a:lnTo>
                  <a:lnTo>
                    <a:pt x="1932214" y="1681861"/>
                  </a:lnTo>
                  <a:lnTo>
                    <a:pt x="1894319" y="1745007"/>
                  </a:lnTo>
                  <a:lnTo>
                    <a:pt x="1856720" y="1804623"/>
                  </a:lnTo>
                  <a:lnTo>
                    <a:pt x="1819306" y="1860582"/>
                  </a:lnTo>
                  <a:lnTo>
                    <a:pt x="1781920" y="1912840"/>
                  </a:lnTo>
                  <a:lnTo>
                    <a:pt x="1744348" y="1961423"/>
                  </a:lnTo>
                  <a:lnTo>
                    <a:pt x="1719082" y="1991792"/>
                  </a:lnTo>
                  <a:lnTo>
                    <a:pt x="1671970" y="2043342"/>
                  </a:lnTo>
                  <a:lnTo>
                    <a:pt x="1623224" y="2089632"/>
                  </a:lnTo>
                  <a:lnTo>
                    <a:pt x="1572060" y="2130943"/>
                  </a:lnTo>
                  <a:lnTo>
                    <a:pt x="1517602" y="2167742"/>
                  </a:lnTo>
                  <a:lnTo>
                    <a:pt x="1458961" y="2200552"/>
                  </a:lnTo>
                  <a:lnTo>
                    <a:pt x="1395311" y="2229872"/>
                  </a:lnTo>
                  <a:lnTo>
                    <a:pt x="1325995" y="2256138"/>
                  </a:lnTo>
                  <a:lnTo>
                    <a:pt x="1250656" y="2279701"/>
                  </a:lnTo>
                  <a:lnTo>
                    <a:pt x="1169417" y="2300809"/>
                  </a:lnTo>
                  <a:lnTo>
                    <a:pt x="1083087" y="2319612"/>
                  </a:lnTo>
                  <a:lnTo>
                    <a:pt x="993361" y="2336167"/>
                  </a:lnTo>
                  <a:lnTo>
                    <a:pt x="902943" y="2350455"/>
                  </a:lnTo>
                  <a:lnTo>
                    <a:pt x="815474" y="2362422"/>
                  </a:lnTo>
                  <a:lnTo>
                    <a:pt x="735185" y="2372029"/>
                  </a:lnTo>
                  <a:lnTo>
                    <a:pt x="666237" y="2379308"/>
                  </a:lnTo>
                  <a:lnTo>
                    <a:pt x="611876" y="2384410"/>
                  </a:lnTo>
                  <a:lnTo>
                    <a:pt x="573646" y="2387619"/>
                  </a:lnTo>
                  <a:lnTo>
                    <a:pt x="550922" y="2389333"/>
                  </a:lnTo>
                  <a:lnTo>
                    <a:pt x="540876" y="2390017"/>
                  </a:lnTo>
                  <a:lnTo>
                    <a:pt x="538749" y="2390149"/>
                  </a:lnTo>
                  <a:lnTo>
                    <a:pt x="538736" y="2390150"/>
                  </a:lnTo>
                  <a:lnTo>
                    <a:pt x="0" y="23901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3" name="pg1103"/>
            <p:cNvSpPr/>
            <p:nvPr/>
          </p:nvSpPr>
          <p:spPr>
            <a:xfrm>
              <a:off x="546595" y="1055351"/>
              <a:ext cx="8234974" cy="3146940"/>
            </a:xfrm>
            <a:custGeom>
              <a:avLst/>
              <a:pathLst>
                <a:path w="8234974" h="3146940">
                  <a:moveTo>
                    <a:pt x="0" y="2352038"/>
                  </a:moveTo>
                  <a:lnTo>
                    <a:pt x="538736" y="2352038"/>
                  </a:lnTo>
                  <a:lnTo>
                    <a:pt x="539943" y="2351966"/>
                  </a:lnTo>
                  <a:lnTo>
                    <a:pt x="547831" y="2351450"/>
                  </a:lnTo>
                  <a:lnTo>
                    <a:pt x="567547" y="2350022"/>
                  </a:lnTo>
                  <a:lnTo>
                    <a:pt x="602371" y="2347218"/>
                  </a:lnTo>
                  <a:lnTo>
                    <a:pt x="653411" y="2342627"/>
                  </a:lnTo>
                  <a:lnTo>
                    <a:pt x="719558" y="2335943"/>
                  </a:lnTo>
                  <a:lnTo>
                    <a:pt x="797859" y="2326990"/>
                  </a:lnTo>
                  <a:lnTo>
                    <a:pt x="884261" y="2315715"/>
                  </a:lnTo>
                  <a:lnTo>
                    <a:pt x="974475" y="2302146"/>
                  </a:lnTo>
                  <a:lnTo>
                    <a:pt x="1064684" y="2286338"/>
                  </a:lnTo>
                  <a:lnTo>
                    <a:pt x="1151969" y="2268319"/>
                  </a:lnTo>
                  <a:lnTo>
                    <a:pt x="1234426" y="2248051"/>
                  </a:lnTo>
                  <a:lnTo>
                    <a:pt x="1311074" y="2225408"/>
                  </a:lnTo>
                  <a:lnTo>
                    <a:pt x="1381669" y="2200164"/>
                  </a:lnTo>
                  <a:lnTo>
                    <a:pt x="1446484" y="2171994"/>
                  </a:lnTo>
                  <a:lnTo>
                    <a:pt x="1506132" y="2140484"/>
                  </a:lnTo>
                  <a:lnTo>
                    <a:pt x="1561413" y="2105153"/>
                  </a:lnTo>
                  <a:lnTo>
                    <a:pt x="1613213" y="2065486"/>
                  </a:lnTo>
                  <a:lnTo>
                    <a:pt x="1662420" y="2021003"/>
                  </a:lnTo>
                  <a:lnTo>
                    <a:pt x="1709846" y="1971379"/>
                  </a:lnTo>
                  <a:lnTo>
                    <a:pt x="1719082" y="1960939"/>
                  </a:lnTo>
                  <a:lnTo>
                    <a:pt x="1757181" y="1915279"/>
                  </a:lnTo>
                  <a:lnTo>
                    <a:pt x="1794916" y="1866016"/>
                  </a:lnTo>
                  <a:lnTo>
                    <a:pt x="1832544" y="1813079"/>
                  </a:lnTo>
                  <a:lnTo>
                    <a:pt x="1870263" y="1756465"/>
                  </a:lnTo>
                  <a:lnTo>
                    <a:pt x="1908215" y="1696249"/>
                  </a:lnTo>
                  <a:lnTo>
                    <a:pt x="1946495" y="1632588"/>
                  </a:lnTo>
                  <a:lnTo>
                    <a:pt x="1985155" y="1565729"/>
                  </a:lnTo>
                  <a:lnTo>
                    <a:pt x="2024205" y="1496005"/>
                  </a:lnTo>
                  <a:lnTo>
                    <a:pt x="2063620" y="1423832"/>
                  </a:lnTo>
                  <a:lnTo>
                    <a:pt x="2103346" y="1349707"/>
                  </a:lnTo>
                  <a:lnTo>
                    <a:pt x="2143303" y="1274186"/>
                  </a:lnTo>
                  <a:lnTo>
                    <a:pt x="2183394" y="1197873"/>
                  </a:lnTo>
                  <a:lnTo>
                    <a:pt x="2223513" y="1121400"/>
                  </a:lnTo>
                  <a:lnTo>
                    <a:pt x="2263550" y="1045405"/>
                  </a:lnTo>
                  <a:lnTo>
                    <a:pt x="2303402" y="970509"/>
                  </a:lnTo>
                  <a:lnTo>
                    <a:pt x="2342981" y="897294"/>
                  </a:lnTo>
                  <a:lnTo>
                    <a:pt x="2382219" y="826288"/>
                  </a:lnTo>
                  <a:lnTo>
                    <a:pt x="2421075" y="757949"/>
                  </a:lnTo>
                  <a:lnTo>
                    <a:pt x="2459541" y="692652"/>
                  </a:lnTo>
                  <a:lnTo>
                    <a:pt x="2497649" y="630688"/>
                  </a:lnTo>
                  <a:lnTo>
                    <a:pt x="2535469" y="572259"/>
                  </a:lnTo>
                  <a:lnTo>
                    <a:pt x="2573121" y="517479"/>
                  </a:lnTo>
                  <a:lnTo>
                    <a:pt x="2610774" y="466383"/>
                  </a:lnTo>
                  <a:lnTo>
                    <a:pt x="2648655" y="418934"/>
                  </a:lnTo>
                  <a:lnTo>
                    <a:pt x="2667772" y="396543"/>
                  </a:lnTo>
                  <a:lnTo>
                    <a:pt x="2714929" y="345888"/>
                  </a:lnTo>
                  <a:lnTo>
                    <a:pt x="2763722" y="300406"/>
                  </a:lnTo>
                  <a:lnTo>
                    <a:pt x="2814940" y="259821"/>
                  </a:lnTo>
                  <a:lnTo>
                    <a:pt x="2869461" y="223672"/>
                  </a:lnTo>
                  <a:lnTo>
                    <a:pt x="2928176" y="191446"/>
                  </a:lnTo>
                  <a:lnTo>
                    <a:pt x="2991913" y="162650"/>
                  </a:lnTo>
                  <a:lnTo>
                    <a:pt x="3061328" y="136856"/>
                  </a:lnTo>
                  <a:lnTo>
                    <a:pt x="3136779" y="113719"/>
                  </a:lnTo>
                  <a:lnTo>
                    <a:pt x="3218137" y="92994"/>
                  </a:lnTo>
                  <a:lnTo>
                    <a:pt x="3304586" y="74536"/>
                  </a:lnTo>
                  <a:lnTo>
                    <a:pt x="3394416" y="58289"/>
                  </a:lnTo>
                  <a:lnTo>
                    <a:pt x="3484907" y="44273"/>
                  </a:lnTo>
                  <a:lnTo>
                    <a:pt x="3572398" y="32540"/>
                  </a:lnTo>
                  <a:lnTo>
                    <a:pt x="3652643" y="23128"/>
                  </a:lnTo>
                  <a:lnTo>
                    <a:pt x="3721478" y="16005"/>
                  </a:lnTo>
                  <a:lnTo>
                    <a:pt x="3775663" y="11020"/>
                  </a:lnTo>
                  <a:lnTo>
                    <a:pt x="3813681" y="7892"/>
                  </a:lnTo>
                  <a:lnTo>
                    <a:pt x="3836193" y="6228"/>
                  </a:lnTo>
                  <a:lnTo>
                    <a:pt x="3846068" y="556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7" y="5535"/>
                  </a:lnTo>
                  <a:lnTo>
                    <a:pt x="4395469" y="6188"/>
                  </a:lnTo>
                  <a:lnTo>
                    <a:pt x="4414182" y="7994"/>
                  </a:lnTo>
                  <a:lnTo>
                    <a:pt x="4447326" y="11540"/>
                  </a:lnTo>
                  <a:lnTo>
                    <a:pt x="4496089" y="17355"/>
                  </a:lnTo>
                  <a:lnTo>
                    <a:pt x="4559589" y="25840"/>
                  </a:lnTo>
                  <a:lnTo>
                    <a:pt x="4635182" y="37232"/>
                  </a:lnTo>
                  <a:lnTo>
                    <a:pt x="4719119" y="51618"/>
                  </a:lnTo>
                  <a:lnTo>
                    <a:pt x="4807327" y="68970"/>
                  </a:lnTo>
                  <a:lnTo>
                    <a:pt x="4896094" y="89221"/>
                  </a:lnTo>
                  <a:lnTo>
                    <a:pt x="4982492" y="112322"/>
                  </a:lnTo>
                  <a:lnTo>
                    <a:pt x="5064538" y="138303"/>
                  </a:lnTo>
                  <a:lnTo>
                    <a:pt x="5141131" y="167299"/>
                  </a:lnTo>
                  <a:lnTo>
                    <a:pt x="5211896" y="199565"/>
                  </a:lnTo>
                  <a:lnTo>
                    <a:pt x="5276988" y="235482"/>
                  </a:lnTo>
                  <a:lnTo>
                    <a:pt x="5336913" y="275544"/>
                  </a:lnTo>
                  <a:lnTo>
                    <a:pt x="5392390" y="320339"/>
                  </a:lnTo>
                  <a:lnTo>
                    <a:pt x="5444241" y="370513"/>
                  </a:lnTo>
                  <a:lnTo>
                    <a:pt x="5493312" y="426700"/>
                  </a:lnTo>
                  <a:lnTo>
                    <a:pt x="5540403" y="489404"/>
                  </a:lnTo>
                  <a:lnTo>
                    <a:pt x="5567201" y="529027"/>
                  </a:lnTo>
                  <a:lnTo>
                    <a:pt x="5601210" y="583326"/>
                  </a:lnTo>
                  <a:lnTo>
                    <a:pt x="5634905" y="641452"/>
                  </a:lnTo>
                  <a:lnTo>
                    <a:pt x="5668476" y="703483"/>
                  </a:lnTo>
                  <a:lnTo>
                    <a:pt x="5702073" y="769439"/>
                  </a:lnTo>
                  <a:lnTo>
                    <a:pt x="5735813" y="839279"/>
                  </a:lnTo>
                  <a:lnTo>
                    <a:pt x="5769779" y="912893"/>
                  </a:lnTo>
                  <a:lnTo>
                    <a:pt x="5804024" y="990096"/>
                  </a:lnTo>
                  <a:lnTo>
                    <a:pt x="5838577" y="1070630"/>
                  </a:lnTo>
                  <a:lnTo>
                    <a:pt x="5873440" y="1154162"/>
                  </a:lnTo>
                  <a:lnTo>
                    <a:pt x="5908593" y="1240289"/>
                  </a:lnTo>
                  <a:lnTo>
                    <a:pt x="5943998" y="1328543"/>
                  </a:lnTo>
                  <a:lnTo>
                    <a:pt x="5979600" y="1418401"/>
                  </a:lnTo>
                  <a:lnTo>
                    <a:pt x="6015332" y="1509297"/>
                  </a:lnTo>
                  <a:lnTo>
                    <a:pt x="6051122" y="1600636"/>
                  </a:lnTo>
                  <a:lnTo>
                    <a:pt x="6086890" y="1691813"/>
                  </a:lnTo>
                  <a:lnTo>
                    <a:pt x="6122562" y="1782226"/>
                  </a:lnTo>
                  <a:lnTo>
                    <a:pt x="6158066" y="1871294"/>
                  </a:lnTo>
                  <a:lnTo>
                    <a:pt x="6193342" y="1958472"/>
                  </a:lnTo>
                  <a:lnTo>
                    <a:pt x="6228343" y="2043265"/>
                  </a:lnTo>
                  <a:lnTo>
                    <a:pt x="6263041" y="2125239"/>
                  </a:lnTo>
                  <a:lnTo>
                    <a:pt x="6297428" y="2204027"/>
                  </a:lnTo>
                  <a:lnTo>
                    <a:pt x="6331518" y="2279337"/>
                  </a:lnTo>
                  <a:lnTo>
                    <a:pt x="6365355" y="2350950"/>
                  </a:lnTo>
                  <a:lnTo>
                    <a:pt x="6399006" y="2418721"/>
                  </a:lnTo>
                  <a:lnTo>
                    <a:pt x="6432573" y="2482578"/>
                  </a:lnTo>
                  <a:lnTo>
                    <a:pt x="6466189" y="2542513"/>
                  </a:lnTo>
                  <a:lnTo>
                    <a:pt x="6500025" y="2598579"/>
                  </a:lnTo>
                  <a:lnTo>
                    <a:pt x="6515891" y="2623358"/>
                  </a:lnTo>
                  <a:lnTo>
                    <a:pt x="6562154" y="2689969"/>
                  </a:lnTo>
                  <a:lnTo>
                    <a:pt x="6609979" y="2749906"/>
                  </a:lnTo>
                  <a:lnTo>
                    <a:pt x="6660109" y="2803511"/>
                  </a:lnTo>
                  <a:lnTo>
                    <a:pt x="6713370" y="2851360"/>
                  </a:lnTo>
                  <a:lnTo>
                    <a:pt x="6770608" y="2894103"/>
                  </a:lnTo>
                  <a:lnTo>
                    <a:pt x="6832613" y="2932368"/>
                  </a:lnTo>
                  <a:lnTo>
                    <a:pt x="6900028" y="2966707"/>
                  </a:lnTo>
                  <a:lnTo>
                    <a:pt x="6973233" y="2997569"/>
                  </a:lnTo>
                  <a:lnTo>
                    <a:pt x="7052184" y="3025282"/>
                  </a:lnTo>
                  <a:lnTo>
                    <a:pt x="7136229" y="3050052"/>
                  </a:lnTo>
                  <a:lnTo>
                    <a:pt x="7223912" y="3071965"/>
                  </a:lnTo>
                  <a:lnTo>
                    <a:pt x="7312852" y="3091014"/>
                  </a:lnTo>
                  <a:lnTo>
                    <a:pt x="7399763" y="3107135"/>
                  </a:lnTo>
                  <a:lnTo>
                    <a:pt x="7480711" y="3120270"/>
                  </a:lnTo>
                  <a:lnTo>
                    <a:pt x="7551666" y="3130430"/>
                  </a:lnTo>
                  <a:lnTo>
                    <a:pt x="7609246" y="3137761"/>
                  </a:lnTo>
                  <a:lnTo>
                    <a:pt x="7651480" y="3142572"/>
                  </a:lnTo>
                  <a:lnTo>
                    <a:pt x="7678336" y="3145323"/>
                  </a:lnTo>
                  <a:lnTo>
                    <a:pt x="7691863" y="3146574"/>
                  </a:lnTo>
                  <a:lnTo>
                    <a:pt x="7696006" y="3146922"/>
                  </a:lnTo>
                  <a:lnTo>
                    <a:pt x="7696237" y="3146940"/>
                  </a:lnTo>
                  <a:lnTo>
                    <a:pt x="8234974" y="3146940"/>
                  </a:lnTo>
                  <a:lnTo>
                    <a:pt x="8234974" y="3141496"/>
                  </a:ln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2" y="72"/>
                  </a:lnTo>
                  <a:lnTo>
                    <a:pt x="3839024" y="588"/>
                  </a:lnTo>
                  <a:lnTo>
                    <a:pt x="3819308" y="2016"/>
                  </a:lnTo>
                  <a:lnTo>
                    <a:pt x="3784484" y="4820"/>
                  </a:lnTo>
                  <a:lnTo>
                    <a:pt x="3733443" y="9411"/>
                  </a:lnTo>
                  <a:lnTo>
                    <a:pt x="3667296" y="16095"/>
                  </a:lnTo>
                  <a:lnTo>
                    <a:pt x="3588996" y="25047"/>
                  </a:lnTo>
                  <a:lnTo>
                    <a:pt x="3502593" y="36323"/>
                  </a:lnTo>
                  <a:lnTo>
                    <a:pt x="3412380" y="49892"/>
                  </a:lnTo>
                  <a:lnTo>
                    <a:pt x="3322171" y="65700"/>
                  </a:lnTo>
                  <a:lnTo>
                    <a:pt x="3234886" y="83719"/>
                  </a:lnTo>
                  <a:lnTo>
                    <a:pt x="3152429" y="103986"/>
                  </a:lnTo>
                  <a:lnTo>
                    <a:pt x="3075780" y="126629"/>
                  </a:lnTo>
                  <a:lnTo>
                    <a:pt x="3005186" y="151874"/>
                  </a:lnTo>
                  <a:lnTo>
                    <a:pt x="2940370" y="180044"/>
                  </a:lnTo>
                  <a:lnTo>
                    <a:pt x="2880723" y="211554"/>
                  </a:lnTo>
                  <a:lnTo>
                    <a:pt x="2825442" y="246885"/>
                  </a:lnTo>
                  <a:lnTo>
                    <a:pt x="2773641" y="286552"/>
                  </a:lnTo>
                  <a:lnTo>
                    <a:pt x="2724434" y="331034"/>
                  </a:lnTo>
                  <a:lnTo>
                    <a:pt x="2677009" y="380659"/>
                  </a:lnTo>
                  <a:lnTo>
                    <a:pt x="2667772" y="391099"/>
                  </a:lnTo>
                  <a:lnTo>
                    <a:pt x="2629673" y="436759"/>
                  </a:lnTo>
                  <a:lnTo>
                    <a:pt x="2591938" y="486022"/>
                  </a:lnTo>
                  <a:lnTo>
                    <a:pt x="2554310" y="538959"/>
                  </a:lnTo>
                  <a:lnTo>
                    <a:pt x="2516592" y="595573"/>
                  </a:lnTo>
                  <a:lnTo>
                    <a:pt x="2478640" y="655789"/>
                  </a:lnTo>
                  <a:lnTo>
                    <a:pt x="2440359" y="719449"/>
                  </a:lnTo>
                  <a:lnTo>
                    <a:pt x="2401699" y="786309"/>
                  </a:lnTo>
                  <a:lnTo>
                    <a:pt x="2362650" y="856033"/>
                  </a:lnTo>
                  <a:lnTo>
                    <a:pt x="2323234" y="928205"/>
                  </a:lnTo>
                  <a:lnTo>
                    <a:pt x="2283508" y="1002331"/>
                  </a:lnTo>
                  <a:lnTo>
                    <a:pt x="2243552" y="1077852"/>
                  </a:lnTo>
                  <a:lnTo>
                    <a:pt x="2203460" y="1154165"/>
                  </a:lnTo>
                  <a:lnTo>
                    <a:pt x="2163342" y="1230637"/>
                  </a:lnTo>
                  <a:lnTo>
                    <a:pt x="2123305" y="1306632"/>
                  </a:lnTo>
                  <a:lnTo>
                    <a:pt x="2083453" y="1381529"/>
                  </a:lnTo>
                  <a:lnTo>
                    <a:pt x="2043873" y="1454744"/>
                  </a:lnTo>
                  <a:lnTo>
                    <a:pt x="2004636" y="1525750"/>
                  </a:lnTo>
                  <a:lnTo>
                    <a:pt x="1965780" y="1594089"/>
                  </a:lnTo>
                  <a:lnTo>
                    <a:pt x="1927313" y="1659386"/>
                  </a:lnTo>
                  <a:lnTo>
                    <a:pt x="1889206" y="1721349"/>
                  </a:lnTo>
                  <a:lnTo>
                    <a:pt x="1851386" y="1779779"/>
                  </a:lnTo>
                  <a:lnTo>
                    <a:pt x="1813733" y="1834559"/>
                  </a:lnTo>
                  <a:lnTo>
                    <a:pt x="1776080" y="1885654"/>
                  </a:lnTo>
                  <a:lnTo>
                    <a:pt x="1738200" y="1933104"/>
                  </a:lnTo>
                  <a:lnTo>
                    <a:pt x="1719082" y="1955495"/>
                  </a:lnTo>
                  <a:lnTo>
                    <a:pt x="1671926" y="2006150"/>
                  </a:lnTo>
                  <a:lnTo>
                    <a:pt x="1623132" y="2051632"/>
                  </a:lnTo>
                  <a:lnTo>
                    <a:pt x="1571914" y="2092217"/>
                  </a:lnTo>
                  <a:lnTo>
                    <a:pt x="1517394" y="2128365"/>
                  </a:lnTo>
                  <a:lnTo>
                    <a:pt x="1458678" y="2160591"/>
                  </a:lnTo>
                  <a:lnTo>
                    <a:pt x="1394942" y="2189387"/>
                  </a:lnTo>
                  <a:lnTo>
                    <a:pt x="1325526" y="2215182"/>
                  </a:lnTo>
                  <a:lnTo>
                    <a:pt x="1250076" y="2238319"/>
                  </a:lnTo>
                  <a:lnTo>
                    <a:pt x="1168718" y="2259044"/>
                  </a:lnTo>
                  <a:lnTo>
                    <a:pt x="1082269" y="2277502"/>
                  </a:lnTo>
                  <a:lnTo>
                    <a:pt x="992438" y="2293748"/>
                  </a:lnTo>
                  <a:lnTo>
                    <a:pt x="901948" y="2307765"/>
                  </a:lnTo>
                  <a:lnTo>
                    <a:pt x="814457" y="2319498"/>
                  </a:lnTo>
                  <a:lnTo>
                    <a:pt x="734211" y="2328910"/>
                  </a:lnTo>
                  <a:lnTo>
                    <a:pt x="665377" y="2336033"/>
                  </a:lnTo>
                  <a:lnTo>
                    <a:pt x="611191" y="2341018"/>
                  </a:lnTo>
                  <a:lnTo>
                    <a:pt x="573173" y="2344145"/>
                  </a:lnTo>
                  <a:lnTo>
                    <a:pt x="550662" y="2345810"/>
                  </a:lnTo>
                  <a:lnTo>
                    <a:pt x="540787" y="2346469"/>
                  </a:lnTo>
                  <a:lnTo>
                    <a:pt x="538736" y="2346594"/>
                  </a:lnTo>
                  <a:lnTo>
                    <a:pt x="0" y="234659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04" name="pl1104"/>
            <p:cNvSpPr/>
            <p:nvPr/>
          </p:nvSpPr>
          <p:spPr>
            <a:xfrm>
              <a:off x="546595" y="1060795"/>
              <a:ext cx="8234974" cy="3141496"/>
            </a:xfrm>
            <a:custGeom>
              <a:avLst/>
              <a:pathLst>
                <a:path w="8234974" h="3141496">
                  <a:moveTo>
                    <a:pt x="0" y="2346594"/>
                  </a:moveTo>
                  <a:lnTo>
                    <a:pt x="538736" y="2346594"/>
                  </a:lnTo>
                  <a:lnTo>
                    <a:pt x="539943" y="2346521"/>
                  </a:lnTo>
                  <a:lnTo>
                    <a:pt x="547831" y="2346005"/>
                  </a:lnTo>
                  <a:lnTo>
                    <a:pt x="567547" y="2344577"/>
                  </a:lnTo>
                  <a:lnTo>
                    <a:pt x="602371" y="2341773"/>
                  </a:lnTo>
                  <a:lnTo>
                    <a:pt x="653411" y="2337183"/>
                  </a:lnTo>
                  <a:lnTo>
                    <a:pt x="719558" y="2330499"/>
                  </a:lnTo>
                  <a:lnTo>
                    <a:pt x="797859" y="2321546"/>
                  </a:lnTo>
                  <a:lnTo>
                    <a:pt x="884261" y="2310271"/>
                  </a:lnTo>
                  <a:lnTo>
                    <a:pt x="974475" y="2296701"/>
                  </a:lnTo>
                  <a:lnTo>
                    <a:pt x="1064684" y="2280893"/>
                  </a:lnTo>
                  <a:lnTo>
                    <a:pt x="1151969" y="2262874"/>
                  </a:lnTo>
                  <a:lnTo>
                    <a:pt x="1234426" y="2242607"/>
                  </a:lnTo>
                  <a:lnTo>
                    <a:pt x="1311074" y="2219964"/>
                  </a:lnTo>
                  <a:lnTo>
                    <a:pt x="1381669" y="2194719"/>
                  </a:lnTo>
                  <a:lnTo>
                    <a:pt x="1446484" y="2166549"/>
                  </a:lnTo>
                  <a:lnTo>
                    <a:pt x="1506132" y="2135040"/>
                  </a:lnTo>
                  <a:lnTo>
                    <a:pt x="1561413" y="2099708"/>
                  </a:lnTo>
                  <a:lnTo>
                    <a:pt x="1613213" y="2060041"/>
                  </a:lnTo>
                  <a:lnTo>
                    <a:pt x="1662420" y="2015559"/>
                  </a:lnTo>
                  <a:lnTo>
                    <a:pt x="1709846" y="1965935"/>
                  </a:lnTo>
                  <a:lnTo>
                    <a:pt x="1719082" y="1955495"/>
                  </a:lnTo>
                  <a:lnTo>
                    <a:pt x="1757181" y="1909834"/>
                  </a:lnTo>
                  <a:lnTo>
                    <a:pt x="1794916" y="1860571"/>
                  </a:lnTo>
                  <a:lnTo>
                    <a:pt x="1832544" y="1807634"/>
                  </a:lnTo>
                  <a:lnTo>
                    <a:pt x="1870263" y="1751020"/>
                  </a:lnTo>
                  <a:lnTo>
                    <a:pt x="1908215" y="1690804"/>
                  </a:lnTo>
                  <a:lnTo>
                    <a:pt x="1946495" y="1627144"/>
                  </a:lnTo>
                  <a:lnTo>
                    <a:pt x="1985155" y="1560285"/>
                  </a:lnTo>
                  <a:lnTo>
                    <a:pt x="2024205" y="1490560"/>
                  </a:lnTo>
                  <a:lnTo>
                    <a:pt x="2063620" y="1418388"/>
                  </a:lnTo>
                  <a:lnTo>
                    <a:pt x="2103346" y="1344262"/>
                  </a:lnTo>
                  <a:lnTo>
                    <a:pt x="2143303" y="1268741"/>
                  </a:lnTo>
                  <a:lnTo>
                    <a:pt x="2183394" y="1192428"/>
                  </a:lnTo>
                  <a:lnTo>
                    <a:pt x="2223513" y="1115956"/>
                  </a:lnTo>
                  <a:lnTo>
                    <a:pt x="2263550" y="1039961"/>
                  </a:lnTo>
                  <a:lnTo>
                    <a:pt x="2303402" y="965064"/>
                  </a:lnTo>
                  <a:lnTo>
                    <a:pt x="2342981" y="891849"/>
                  </a:lnTo>
                  <a:lnTo>
                    <a:pt x="2382219" y="820843"/>
                  </a:lnTo>
                  <a:lnTo>
                    <a:pt x="2421075" y="752504"/>
                  </a:lnTo>
                  <a:lnTo>
                    <a:pt x="2459541" y="687208"/>
                  </a:lnTo>
                  <a:lnTo>
                    <a:pt x="2497649" y="625244"/>
                  </a:lnTo>
                  <a:lnTo>
                    <a:pt x="2535469" y="566814"/>
                  </a:lnTo>
                  <a:lnTo>
                    <a:pt x="2573121" y="512034"/>
                  </a:lnTo>
                  <a:lnTo>
                    <a:pt x="2610774" y="460939"/>
                  </a:lnTo>
                  <a:lnTo>
                    <a:pt x="2648655" y="413490"/>
                  </a:lnTo>
                  <a:lnTo>
                    <a:pt x="2667772" y="391099"/>
                  </a:lnTo>
                  <a:lnTo>
                    <a:pt x="2714929" y="340443"/>
                  </a:lnTo>
                  <a:lnTo>
                    <a:pt x="2763722" y="294961"/>
                  </a:lnTo>
                  <a:lnTo>
                    <a:pt x="2814940" y="254376"/>
                  </a:lnTo>
                  <a:lnTo>
                    <a:pt x="2869461" y="218228"/>
                  </a:lnTo>
                  <a:lnTo>
                    <a:pt x="2928176" y="186002"/>
                  </a:lnTo>
                  <a:lnTo>
                    <a:pt x="2991913" y="157206"/>
                  </a:lnTo>
                  <a:lnTo>
                    <a:pt x="3061328" y="131411"/>
                  </a:lnTo>
                  <a:lnTo>
                    <a:pt x="3136779" y="108274"/>
                  </a:lnTo>
                  <a:lnTo>
                    <a:pt x="3218137" y="87550"/>
                  </a:lnTo>
                  <a:lnTo>
                    <a:pt x="3304586" y="69091"/>
                  </a:lnTo>
                  <a:lnTo>
                    <a:pt x="3394416" y="52845"/>
                  </a:lnTo>
                  <a:lnTo>
                    <a:pt x="3484907" y="38828"/>
                  </a:lnTo>
                  <a:lnTo>
                    <a:pt x="3572398" y="27095"/>
                  </a:lnTo>
                  <a:lnTo>
                    <a:pt x="3652643" y="17683"/>
                  </a:lnTo>
                  <a:lnTo>
                    <a:pt x="3721478" y="10560"/>
                  </a:lnTo>
                  <a:lnTo>
                    <a:pt x="3775663" y="5575"/>
                  </a:lnTo>
                  <a:lnTo>
                    <a:pt x="3813681" y="2448"/>
                  </a:lnTo>
                  <a:lnTo>
                    <a:pt x="3836193" y="783"/>
                  </a:lnTo>
                  <a:lnTo>
                    <a:pt x="3846068" y="124"/>
                  </a:lnTo>
                  <a:lnTo>
                    <a:pt x="3848109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7" y="91"/>
                  </a:lnTo>
                  <a:lnTo>
                    <a:pt x="4395469" y="744"/>
                  </a:lnTo>
                  <a:lnTo>
                    <a:pt x="4414182" y="2549"/>
                  </a:lnTo>
                  <a:lnTo>
                    <a:pt x="4447326" y="6096"/>
                  </a:lnTo>
                  <a:lnTo>
                    <a:pt x="4496089" y="11911"/>
                  </a:lnTo>
                  <a:lnTo>
                    <a:pt x="4559589" y="20395"/>
                  </a:lnTo>
                  <a:lnTo>
                    <a:pt x="4635182" y="31788"/>
                  </a:lnTo>
                  <a:lnTo>
                    <a:pt x="4719119" y="46173"/>
                  </a:lnTo>
                  <a:lnTo>
                    <a:pt x="4807327" y="63526"/>
                  </a:lnTo>
                  <a:lnTo>
                    <a:pt x="4896094" y="83776"/>
                  </a:lnTo>
                  <a:lnTo>
                    <a:pt x="4982492" y="106878"/>
                  </a:lnTo>
                  <a:lnTo>
                    <a:pt x="5064538" y="132859"/>
                  </a:lnTo>
                  <a:lnTo>
                    <a:pt x="5141131" y="161854"/>
                  </a:lnTo>
                  <a:lnTo>
                    <a:pt x="5211896" y="194121"/>
                  </a:lnTo>
                  <a:lnTo>
                    <a:pt x="5276988" y="230038"/>
                  </a:lnTo>
                  <a:lnTo>
                    <a:pt x="5336913" y="270099"/>
                  </a:lnTo>
                  <a:lnTo>
                    <a:pt x="5392390" y="314894"/>
                  </a:lnTo>
                  <a:lnTo>
                    <a:pt x="5444241" y="365069"/>
                  </a:lnTo>
                  <a:lnTo>
                    <a:pt x="5493312" y="421256"/>
                  </a:lnTo>
                  <a:lnTo>
                    <a:pt x="5540403" y="483959"/>
                  </a:lnTo>
                  <a:lnTo>
                    <a:pt x="5567201" y="523582"/>
                  </a:lnTo>
                  <a:lnTo>
                    <a:pt x="5601210" y="577882"/>
                  </a:lnTo>
                  <a:lnTo>
                    <a:pt x="5634905" y="636008"/>
                  </a:lnTo>
                  <a:lnTo>
                    <a:pt x="5668476" y="698038"/>
                  </a:lnTo>
                  <a:lnTo>
                    <a:pt x="5702073" y="763995"/>
                  </a:lnTo>
                  <a:lnTo>
                    <a:pt x="5735813" y="833835"/>
                  </a:lnTo>
                  <a:lnTo>
                    <a:pt x="5769779" y="907448"/>
                  </a:lnTo>
                  <a:lnTo>
                    <a:pt x="5804024" y="984651"/>
                  </a:lnTo>
                  <a:lnTo>
                    <a:pt x="5838577" y="1065185"/>
                  </a:lnTo>
                  <a:lnTo>
                    <a:pt x="5873440" y="1148718"/>
                  </a:lnTo>
                  <a:lnTo>
                    <a:pt x="5908593" y="1234845"/>
                  </a:lnTo>
                  <a:lnTo>
                    <a:pt x="5943998" y="1323099"/>
                  </a:lnTo>
                  <a:lnTo>
                    <a:pt x="5979600" y="1412957"/>
                  </a:lnTo>
                  <a:lnTo>
                    <a:pt x="6015332" y="1503852"/>
                  </a:lnTo>
                  <a:lnTo>
                    <a:pt x="6051122" y="1595192"/>
                  </a:lnTo>
                  <a:lnTo>
                    <a:pt x="6086890" y="1686369"/>
                  </a:lnTo>
                  <a:lnTo>
                    <a:pt x="6122562" y="1776781"/>
                  </a:lnTo>
                  <a:lnTo>
                    <a:pt x="6158066" y="1865849"/>
                  </a:lnTo>
                  <a:lnTo>
                    <a:pt x="6193342" y="1953027"/>
                  </a:lnTo>
                  <a:lnTo>
                    <a:pt x="6228343" y="2037820"/>
                  </a:lnTo>
                  <a:lnTo>
                    <a:pt x="6263041" y="2119794"/>
                  </a:lnTo>
                  <a:lnTo>
                    <a:pt x="6297428" y="2198583"/>
                  </a:lnTo>
                  <a:lnTo>
                    <a:pt x="6331518" y="2273892"/>
                  </a:lnTo>
                  <a:lnTo>
                    <a:pt x="6365355" y="2345505"/>
                  </a:lnTo>
                  <a:lnTo>
                    <a:pt x="6399006" y="2413277"/>
                  </a:lnTo>
                  <a:lnTo>
                    <a:pt x="6432573" y="2477134"/>
                  </a:lnTo>
                  <a:lnTo>
                    <a:pt x="6466189" y="2537069"/>
                  </a:lnTo>
                  <a:lnTo>
                    <a:pt x="6500025" y="2593134"/>
                  </a:lnTo>
                  <a:lnTo>
                    <a:pt x="6515891" y="2617913"/>
                  </a:lnTo>
                  <a:lnTo>
                    <a:pt x="6562154" y="2684524"/>
                  </a:lnTo>
                  <a:lnTo>
                    <a:pt x="6609979" y="2744462"/>
                  </a:lnTo>
                  <a:lnTo>
                    <a:pt x="6660109" y="2798067"/>
                  </a:lnTo>
                  <a:lnTo>
                    <a:pt x="6713370" y="2845916"/>
                  </a:lnTo>
                  <a:lnTo>
                    <a:pt x="6770608" y="2888659"/>
                  </a:lnTo>
                  <a:lnTo>
                    <a:pt x="6832613" y="2926923"/>
                  </a:lnTo>
                  <a:lnTo>
                    <a:pt x="6900028" y="2961263"/>
                  </a:lnTo>
                  <a:lnTo>
                    <a:pt x="6973233" y="2992125"/>
                  </a:lnTo>
                  <a:lnTo>
                    <a:pt x="7052184" y="3019838"/>
                  </a:lnTo>
                  <a:lnTo>
                    <a:pt x="7136229" y="3044607"/>
                  </a:lnTo>
                  <a:lnTo>
                    <a:pt x="7223912" y="3066520"/>
                  </a:lnTo>
                  <a:lnTo>
                    <a:pt x="7312852" y="3085569"/>
                  </a:lnTo>
                  <a:lnTo>
                    <a:pt x="7399763" y="3101691"/>
                  </a:lnTo>
                  <a:lnTo>
                    <a:pt x="7480711" y="3114825"/>
                  </a:lnTo>
                  <a:lnTo>
                    <a:pt x="7551666" y="3124985"/>
                  </a:lnTo>
                  <a:lnTo>
                    <a:pt x="7609246" y="3132317"/>
                  </a:lnTo>
                  <a:lnTo>
                    <a:pt x="7651480" y="3137128"/>
                  </a:lnTo>
                  <a:lnTo>
                    <a:pt x="7678336" y="3139878"/>
                  </a:lnTo>
                  <a:lnTo>
                    <a:pt x="7691863" y="3141130"/>
                  </a:lnTo>
                  <a:lnTo>
                    <a:pt x="7696006" y="3141478"/>
                  </a:lnTo>
                  <a:lnTo>
                    <a:pt x="7696237" y="3141496"/>
                  </a:lnTo>
                  <a:lnTo>
                    <a:pt x="8234974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5" name="pl1105"/>
            <p:cNvSpPr/>
            <p:nvPr/>
          </p:nvSpPr>
          <p:spPr>
            <a:xfrm>
              <a:off x="546595" y="1055351"/>
              <a:ext cx="8234974" cy="3141496"/>
            </a:xfrm>
            <a:custGeom>
              <a:avLst/>
              <a:pathLst>
                <a:path w="8234974" h="3141496">
                  <a:moveTo>
                    <a:pt x="8234974" y="3141496"/>
                  </a:move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2" y="72"/>
                  </a:lnTo>
                  <a:lnTo>
                    <a:pt x="3839024" y="588"/>
                  </a:lnTo>
                  <a:lnTo>
                    <a:pt x="3819308" y="2016"/>
                  </a:lnTo>
                  <a:lnTo>
                    <a:pt x="3784484" y="4820"/>
                  </a:lnTo>
                  <a:lnTo>
                    <a:pt x="3733443" y="9411"/>
                  </a:lnTo>
                  <a:lnTo>
                    <a:pt x="3667296" y="16095"/>
                  </a:lnTo>
                  <a:lnTo>
                    <a:pt x="3588996" y="25047"/>
                  </a:lnTo>
                  <a:lnTo>
                    <a:pt x="3502593" y="36323"/>
                  </a:lnTo>
                  <a:lnTo>
                    <a:pt x="3412380" y="49892"/>
                  </a:lnTo>
                  <a:lnTo>
                    <a:pt x="3322171" y="65700"/>
                  </a:lnTo>
                  <a:lnTo>
                    <a:pt x="3234886" y="83719"/>
                  </a:lnTo>
                  <a:lnTo>
                    <a:pt x="3152429" y="103986"/>
                  </a:lnTo>
                  <a:lnTo>
                    <a:pt x="3075780" y="126629"/>
                  </a:lnTo>
                  <a:lnTo>
                    <a:pt x="3005186" y="151874"/>
                  </a:lnTo>
                  <a:lnTo>
                    <a:pt x="2940370" y="180044"/>
                  </a:lnTo>
                  <a:lnTo>
                    <a:pt x="2880723" y="211554"/>
                  </a:lnTo>
                  <a:lnTo>
                    <a:pt x="2825442" y="246885"/>
                  </a:lnTo>
                  <a:lnTo>
                    <a:pt x="2773641" y="286552"/>
                  </a:lnTo>
                  <a:lnTo>
                    <a:pt x="2724434" y="331034"/>
                  </a:lnTo>
                  <a:lnTo>
                    <a:pt x="2677009" y="380659"/>
                  </a:lnTo>
                  <a:lnTo>
                    <a:pt x="2667772" y="391099"/>
                  </a:lnTo>
                  <a:lnTo>
                    <a:pt x="2629673" y="436759"/>
                  </a:lnTo>
                  <a:lnTo>
                    <a:pt x="2591938" y="486022"/>
                  </a:lnTo>
                  <a:lnTo>
                    <a:pt x="2554310" y="538959"/>
                  </a:lnTo>
                  <a:lnTo>
                    <a:pt x="2516592" y="595573"/>
                  </a:lnTo>
                  <a:lnTo>
                    <a:pt x="2478640" y="655789"/>
                  </a:lnTo>
                  <a:lnTo>
                    <a:pt x="2440359" y="719449"/>
                  </a:lnTo>
                  <a:lnTo>
                    <a:pt x="2401699" y="786309"/>
                  </a:lnTo>
                  <a:lnTo>
                    <a:pt x="2362650" y="856033"/>
                  </a:lnTo>
                  <a:lnTo>
                    <a:pt x="2323234" y="928205"/>
                  </a:lnTo>
                  <a:lnTo>
                    <a:pt x="2283508" y="1002331"/>
                  </a:lnTo>
                  <a:lnTo>
                    <a:pt x="2243552" y="1077852"/>
                  </a:lnTo>
                  <a:lnTo>
                    <a:pt x="2203460" y="1154165"/>
                  </a:lnTo>
                  <a:lnTo>
                    <a:pt x="2163342" y="1230637"/>
                  </a:lnTo>
                  <a:lnTo>
                    <a:pt x="2123305" y="1306632"/>
                  </a:lnTo>
                  <a:lnTo>
                    <a:pt x="2083453" y="1381529"/>
                  </a:lnTo>
                  <a:lnTo>
                    <a:pt x="2043873" y="1454744"/>
                  </a:lnTo>
                  <a:lnTo>
                    <a:pt x="2004636" y="1525750"/>
                  </a:lnTo>
                  <a:lnTo>
                    <a:pt x="1965780" y="1594089"/>
                  </a:lnTo>
                  <a:lnTo>
                    <a:pt x="1927313" y="1659386"/>
                  </a:lnTo>
                  <a:lnTo>
                    <a:pt x="1889206" y="1721349"/>
                  </a:lnTo>
                  <a:lnTo>
                    <a:pt x="1851386" y="1779779"/>
                  </a:lnTo>
                  <a:lnTo>
                    <a:pt x="1813733" y="1834559"/>
                  </a:lnTo>
                  <a:lnTo>
                    <a:pt x="1776080" y="1885654"/>
                  </a:lnTo>
                  <a:lnTo>
                    <a:pt x="1738200" y="1933104"/>
                  </a:lnTo>
                  <a:lnTo>
                    <a:pt x="1719082" y="1955495"/>
                  </a:lnTo>
                  <a:lnTo>
                    <a:pt x="1671926" y="2006150"/>
                  </a:lnTo>
                  <a:lnTo>
                    <a:pt x="1623132" y="2051632"/>
                  </a:lnTo>
                  <a:lnTo>
                    <a:pt x="1571914" y="2092217"/>
                  </a:lnTo>
                  <a:lnTo>
                    <a:pt x="1517394" y="2128365"/>
                  </a:lnTo>
                  <a:lnTo>
                    <a:pt x="1458678" y="2160591"/>
                  </a:lnTo>
                  <a:lnTo>
                    <a:pt x="1394942" y="2189387"/>
                  </a:lnTo>
                  <a:lnTo>
                    <a:pt x="1325526" y="2215182"/>
                  </a:lnTo>
                  <a:lnTo>
                    <a:pt x="1250076" y="2238319"/>
                  </a:lnTo>
                  <a:lnTo>
                    <a:pt x="1168718" y="2259044"/>
                  </a:lnTo>
                  <a:lnTo>
                    <a:pt x="1082269" y="2277502"/>
                  </a:lnTo>
                  <a:lnTo>
                    <a:pt x="992438" y="2293748"/>
                  </a:lnTo>
                  <a:lnTo>
                    <a:pt x="901948" y="2307765"/>
                  </a:lnTo>
                  <a:lnTo>
                    <a:pt x="814457" y="2319498"/>
                  </a:lnTo>
                  <a:lnTo>
                    <a:pt x="734211" y="2328910"/>
                  </a:lnTo>
                  <a:lnTo>
                    <a:pt x="665377" y="2336033"/>
                  </a:lnTo>
                  <a:lnTo>
                    <a:pt x="611191" y="2341018"/>
                  </a:lnTo>
                  <a:lnTo>
                    <a:pt x="573173" y="2344145"/>
                  </a:lnTo>
                  <a:lnTo>
                    <a:pt x="550662" y="2345810"/>
                  </a:lnTo>
                  <a:lnTo>
                    <a:pt x="540787" y="2346469"/>
                  </a:lnTo>
                  <a:lnTo>
                    <a:pt x="538746" y="2346593"/>
                  </a:lnTo>
                  <a:lnTo>
                    <a:pt x="538736" y="2346594"/>
                  </a:lnTo>
                  <a:lnTo>
                    <a:pt x="0" y="23465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6" name="pg1106"/>
            <p:cNvSpPr/>
            <p:nvPr/>
          </p:nvSpPr>
          <p:spPr>
            <a:xfrm>
              <a:off x="546595" y="1098907"/>
              <a:ext cx="8234974" cy="3767617"/>
            </a:xfrm>
            <a:custGeom>
              <a:avLst/>
              <a:pathLst>
                <a:path w="8234974" h="3767617">
                  <a:moveTo>
                    <a:pt x="0" y="2313927"/>
                  </a:moveTo>
                  <a:lnTo>
                    <a:pt x="538736" y="2313927"/>
                  </a:lnTo>
                  <a:lnTo>
                    <a:pt x="539946" y="2313855"/>
                  </a:lnTo>
                  <a:lnTo>
                    <a:pt x="547852" y="2313346"/>
                  </a:lnTo>
                  <a:lnTo>
                    <a:pt x="567611" y="2311938"/>
                  </a:lnTo>
                  <a:lnTo>
                    <a:pt x="602508" y="2309173"/>
                  </a:lnTo>
                  <a:lnTo>
                    <a:pt x="653647" y="2304646"/>
                  </a:lnTo>
                  <a:lnTo>
                    <a:pt x="719907" y="2298056"/>
                  </a:lnTo>
                  <a:lnTo>
                    <a:pt x="798323" y="2289230"/>
                  </a:lnTo>
                  <a:lnTo>
                    <a:pt x="884830" y="2278115"/>
                  </a:lnTo>
                  <a:lnTo>
                    <a:pt x="975127" y="2264741"/>
                  </a:lnTo>
                  <a:lnTo>
                    <a:pt x="1065395" y="2249160"/>
                  </a:lnTo>
                  <a:lnTo>
                    <a:pt x="1152716" y="2231401"/>
                  </a:lnTo>
                  <a:lnTo>
                    <a:pt x="1235188" y="2211427"/>
                  </a:lnTo>
                  <a:lnTo>
                    <a:pt x="1311838" y="2189109"/>
                  </a:lnTo>
                  <a:lnTo>
                    <a:pt x="1382424" y="2164226"/>
                  </a:lnTo>
                  <a:lnTo>
                    <a:pt x="1447228" y="2136455"/>
                  </a:lnTo>
                  <a:lnTo>
                    <a:pt x="1506864" y="2105389"/>
                  </a:lnTo>
                  <a:lnTo>
                    <a:pt x="1562137" y="2070551"/>
                  </a:lnTo>
                  <a:lnTo>
                    <a:pt x="1613937" y="2031434"/>
                  </a:lnTo>
                  <a:lnTo>
                    <a:pt x="1663151" y="1987566"/>
                  </a:lnTo>
                  <a:lnTo>
                    <a:pt x="1710592" y="1938629"/>
                  </a:lnTo>
                  <a:lnTo>
                    <a:pt x="1719082" y="1929179"/>
                  </a:lnTo>
                  <a:lnTo>
                    <a:pt x="1757408" y="1883981"/>
                  </a:lnTo>
                  <a:lnTo>
                    <a:pt x="1795366" y="1835196"/>
                  </a:lnTo>
                  <a:lnTo>
                    <a:pt x="1833219" y="1782753"/>
                  </a:lnTo>
                  <a:lnTo>
                    <a:pt x="1871167" y="1726651"/>
                  </a:lnTo>
                  <a:lnTo>
                    <a:pt x="1909354" y="1666964"/>
                  </a:lnTo>
                  <a:lnTo>
                    <a:pt x="1947875" y="1603855"/>
                  </a:lnTo>
                  <a:lnTo>
                    <a:pt x="1986781" y="1537572"/>
                  </a:lnTo>
                  <a:lnTo>
                    <a:pt x="2026082" y="1468452"/>
                  </a:lnTo>
                  <a:lnTo>
                    <a:pt x="2065750" y="1396917"/>
                  </a:lnTo>
                  <a:lnTo>
                    <a:pt x="2105729" y="1323466"/>
                  </a:lnTo>
                  <a:lnTo>
                    <a:pt x="2145936" y="1248661"/>
                  </a:lnTo>
                  <a:lnTo>
                    <a:pt x="2186272" y="1173108"/>
                  </a:lnTo>
                  <a:lnTo>
                    <a:pt x="2226628" y="1097442"/>
                  </a:lnTo>
                  <a:lnTo>
                    <a:pt x="2266893" y="1022300"/>
                  </a:lnTo>
                  <a:lnTo>
                    <a:pt x="2306963" y="948301"/>
                  </a:lnTo>
                  <a:lnTo>
                    <a:pt x="2346749" y="876027"/>
                  </a:lnTo>
                  <a:lnTo>
                    <a:pt x="2386185" y="805998"/>
                  </a:lnTo>
                  <a:lnTo>
                    <a:pt x="2425232" y="738666"/>
                  </a:lnTo>
                  <a:lnTo>
                    <a:pt x="2463886" y="674399"/>
                  </a:lnTo>
                  <a:lnTo>
                    <a:pt x="2502183" y="613476"/>
                  </a:lnTo>
                  <a:lnTo>
                    <a:pt x="2540202" y="556090"/>
                  </a:lnTo>
                  <a:lnTo>
                    <a:pt x="2578068" y="502346"/>
                  </a:lnTo>
                  <a:lnTo>
                    <a:pt x="2615963" y="452269"/>
                  </a:lnTo>
                  <a:lnTo>
                    <a:pt x="2654124" y="405811"/>
                  </a:lnTo>
                  <a:lnTo>
                    <a:pt x="2667772" y="390191"/>
                  </a:lnTo>
                  <a:lnTo>
                    <a:pt x="2714967" y="340321"/>
                  </a:lnTo>
                  <a:lnTo>
                    <a:pt x="2763802" y="295548"/>
                  </a:lnTo>
                  <a:lnTo>
                    <a:pt x="2815067" y="255599"/>
                  </a:lnTo>
                  <a:lnTo>
                    <a:pt x="2869641" y="220021"/>
                  </a:lnTo>
                  <a:lnTo>
                    <a:pt x="2928420" y="188306"/>
                  </a:lnTo>
                  <a:lnTo>
                    <a:pt x="2992231" y="159969"/>
                  </a:lnTo>
                  <a:lnTo>
                    <a:pt x="3061733" y="134587"/>
                  </a:lnTo>
                  <a:lnTo>
                    <a:pt x="3137280" y="111823"/>
                  </a:lnTo>
                  <a:lnTo>
                    <a:pt x="3218741" y="91434"/>
                  </a:lnTo>
                  <a:lnTo>
                    <a:pt x="3305293" y="73277"/>
                  </a:lnTo>
                  <a:lnTo>
                    <a:pt x="3395213" y="57300"/>
                  </a:lnTo>
                  <a:lnTo>
                    <a:pt x="3485766" y="43521"/>
                  </a:lnTo>
                  <a:lnTo>
                    <a:pt x="3573275" y="31992"/>
                  </a:lnTo>
                  <a:lnTo>
                    <a:pt x="3653483" y="22750"/>
                  </a:lnTo>
                  <a:lnTo>
                    <a:pt x="3722218" y="15762"/>
                  </a:lnTo>
                  <a:lnTo>
                    <a:pt x="3776252" y="10879"/>
                  </a:lnTo>
                  <a:lnTo>
                    <a:pt x="3814086" y="7822"/>
                  </a:lnTo>
                  <a:lnTo>
                    <a:pt x="3836415" y="6200"/>
                  </a:lnTo>
                  <a:lnTo>
                    <a:pt x="3846143" y="556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01" y="5534"/>
                  </a:lnTo>
                  <a:lnTo>
                    <a:pt x="4394019" y="6178"/>
                  </a:lnTo>
                  <a:lnTo>
                    <a:pt x="4409686" y="7959"/>
                  </a:lnTo>
                  <a:lnTo>
                    <a:pt x="4437676" y="11463"/>
                  </a:lnTo>
                  <a:lnTo>
                    <a:pt x="4479345" y="17231"/>
                  </a:lnTo>
                  <a:lnTo>
                    <a:pt x="4534424" y="25701"/>
                  </a:lnTo>
                  <a:lnTo>
                    <a:pt x="4601172" y="37164"/>
                  </a:lnTo>
                  <a:lnTo>
                    <a:pt x="4676775" y="51763"/>
                  </a:lnTo>
                  <a:lnTo>
                    <a:pt x="4757903" y="69513"/>
                  </a:lnTo>
                  <a:lnTo>
                    <a:pt x="4841270" y="90359"/>
                  </a:lnTo>
                  <a:lnTo>
                    <a:pt x="4924045" y="114234"/>
                  </a:lnTo>
                  <a:lnTo>
                    <a:pt x="5004079" y="141111"/>
                  </a:lnTo>
                  <a:lnTo>
                    <a:pt x="5079956" y="171048"/>
                  </a:lnTo>
                  <a:lnTo>
                    <a:pt x="5150919" y="204202"/>
                  </a:lnTo>
                  <a:lnTo>
                    <a:pt x="5216744" y="240849"/>
                  </a:lnTo>
                  <a:lnTo>
                    <a:pt x="5277597" y="281375"/>
                  </a:lnTo>
                  <a:lnTo>
                    <a:pt x="5333906" y="326274"/>
                  </a:lnTo>
                  <a:lnTo>
                    <a:pt x="5386264" y="376127"/>
                  </a:lnTo>
                  <a:lnTo>
                    <a:pt x="5435346" y="431570"/>
                  </a:lnTo>
                  <a:lnTo>
                    <a:pt x="5481851" y="493240"/>
                  </a:lnTo>
                  <a:lnTo>
                    <a:pt x="5526454" y="561676"/>
                  </a:lnTo>
                  <a:lnTo>
                    <a:pt x="5567201" y="632473"/>
                  </a:lnTo>
                  <a:lnTo>
                    <a:pt x="5598706" y="692531"/>
                  </a:lnTo>
                  <a:lnTo>
                    <a:pt x="5629928" y="756510"/>
                  </a:lnTo>
                  <a:lnTo>
                    <a:pt x="5661022" y="824491"/>
                  </a:lnTo>
                  <a:lnTo>
                    <a:pt x="5692113" y="896504"/>
                  </a:lnTo>
                  <a:lnTo>
                    <a:pt x="5723301" y="972526"/>
                  </a:lnTo>
                  <a:lnTo>
                    <a:pt x="5754659" y="1052474"/>
                  </a:lnTo>
                  <a:lnTo>
                    <a:pt x="5786239" y="1136202"/>
                  </a:lnTo>
                  <a:lnTo>
                    <a:pt x="5818074" y="1223498"/>
                  </a:lnTo>
                  <a:lnTo>
                    <a:pt x="5850177" y="1314086"/>
                  </a:lnTo>
                  <a:lnTo>
                    <a:pt x="5882541" y="1407622"/>
                  </a:lnTo>
                  <a:lnTo>
                    <a:pt x="5915147" y="1503705"/>
                  </a:lnTo>
                  <a:lnTo>
                    <a:pt x="5947961" y="1601877"/>
                  </a:lnTo>
                  <a:lnTo>
                    <a:pt x="5980939" y="1701633"/>
                  </a:lnTo>
                  <a:lnTo>
                    <a:pt x="6014027" y="1802432"/>
                  </a:lnTo>
                  <a:lnTo>
                    <a:pt x="6047166" y="1903710"/>
                  </a:lnTo>
                  <a:lnTo>
                    <a:pt x="6080294" y="2004890"/>
                  </a:lnTo>
                  <a:lnTo>
                    <a:pt x="6113351" y="2105398"/>
                  </a:lnTo>
                  <a:lnTo>
                    <a:pt x="6146278" y="2204676"/>
                  </a:lnTo>
                  <a:lnTo>
                    <a:pt x="6179027" y="2302194"/>
                  </a:lnTo>
                  <a:lnTo>
                    <a:pt x="6211554" y="2397462"/>
                  </a:lnTo>
                  <a:lnTo>
                    <a:pt x="6243831" y="2490041"/>
                  </a:lnTo>
                  <a:lnTo>
                    <a:pt x="6275842" y="2579547"/>
                  </a:lnTo>
                  <a:lnTo>
                    <a:pt x="6307589" y="2665661"/>
                  </a:lnTo>
                  <a:lnTo>
                    <a:pt x="6339089" y="2748128"/>
                  </a:lnTo>
                  <a:lnTo>
                    <a:pt x="6370383" y="2826758"/>
                  </a:lnTo>
                  <a:lnTo>
                    <a:pt x="6401528" y="2901427"/>
                  </a:lnTo>
                  <a:lnTo>
                    <a:pt x="6432608" y="2972073"/>
                  </a:lnTo>
                  <a:lnTo>
                    <a:pt x="6463730" y="3038691"/>
                  </a:lnTo>
                  <a:lnTo>
                    <a:pt x="6495029" y="3101329"/>
                  </a:lnTo>
                  <a:lnTo>
                    <a:pt x="6515891" y="3140588"/>
                  </a:lnTo>
                  <a:lnTo>
                    <a:pt x="6559252" y="3215657"/>
                  </a:lnTo>
                  <a:lnTo>
                    <a:pt x="6603951" y="3283678"/>
                  </a:lnTo>
                  <a:lnTo>
                    <a:pt x="6650590" y="3344960"/>
                  </a:lnTo>
                  <a:lnTo>
                    <a:pt x="6699847" y="3400053"/>
                  </a:lnTo>
                  <a:lnTo>
                    <a:pt x="6752422" y="3449593"/>
                  </a:lnTo>
                  <a:lnTo>
                    <a:pt x="6808987" y="3494216"/>
                  </a:lnTo>
                  <a:lnTo>
                    <a:pt x="6870125" y="3534498"/>
                  </a:lnTo>
                  <a:lnTo>
                    <a:pt x="6936255" y="3570927"/>
                  </a:lnTo>
                  <a:lnTo>
                    <a:pt x="7007521" y="3603884"/>
                  </a:lnTo>
                  <a:lnTo>
                    <a:pt x="7083673" y="3633635"/>
                  </a:lnTo>
                  <a:lnTo>
                    <a:pt x="7163918" y="3660333"/>
                  </a:lnTo>
                  <a:lnTo>
                    <a:pt x="7246795" y="3684029"/>
                  </a:lnTo>
                  <a:lnTo>
                    <a:pt x="7330114" y="3704693"/>
                  </a:lnTo>
                  <a:lnTo>
                    <a:pt x="7411008" y="3722256"/>
                  </a:lnTo>
                  <a:lnTo>
                    <a:pt x="7486174" y="3736667"/>
                  </a:lnTo>
                  <a:lnTo>
                    <a:pt x="7552298" y="3747947"/>
                  </a:lnTo>
                  <a:lnTo>
                    <a:pt x="7606615" y="3756246"/>
                  </a:lnTo>
                  <a:lnTo>
                    <a:pt x="7647460" y="3761866"/>
                  </a:lnTo>
                  <a:lnTo>
                    <a:pt x="7674663" y="3765251"/>
                  </a:lnTo>
                  <a:lnTo>
                    <a:pt x="7689673" y="3766947"/>
                  </a:lnTo>
                  <a:lnTo>
                    <a:pt x="7695448" y="3767542"/>
                  </a:lnTo>
                  <a:lnTo>
                    <a:pt x="7696237" y="3767617"/>
                  </a:lnTo>
                  <a:lnTo>
                    <a:pt x="8234974" y="3767617"/>
                  </a:lnTo>
                  <a:lnTo>
                    <a:pt x="8234974" y="3762173"/>
                  </a:lnTo>
                  <a:lnTo>
                    <a:pt x="7696237" y="3762173"/>
                  </a:lnTo>
                  <a:lnTo>
                    <a:pt x="7695291" y="3762082"/>
                  </a:lnTo>
                  <a:lnTo>
                    <a:pt x="7689074" y="3761438"/>
                  </a:lnTo>
                  <a:lnTo>
                    <a:pt x="7673406" y="3759658"/>
                  </a:lnTo>
                  <a:lnTo>
                    <a:pt x="7645416" y="3756154"/>
                  </a:lnTo>
                  <a:lnTo>
                    <a:pt x="7603748" y="3750386"/>
                  </a:lnTo>
                  <a:lnTo>
                    <a:pt x="7548668" y="3741916"/>
                  </a:lnTo>
                  <a:lnTo>
                    <a:pt x="7481920" y="3730452"/>
                  </a:lnTo>
                  <a:lnTo>
                    <a:pt x="7406318" y="3715854"/>
                  </a:lnTo>
                  <a:lnTo>
                    <a:pt x="7325190" y="3698104"/>
                  </a:lnTo>
                  <a:lnTo>
                    <a:pt x="7241823" y="3677258"/>
                  </a:lnTo>
                  <a:lnTo>
                    <a:pt x="7159048" y="3653383"/>
                  </a:lnTo>
                  <a:lnTo>
                    <a:pt x="7079013" y="3626505"/>
                  </a:lnTo>
                  <a:lnTo>
                    <a:pt x="7003136" y="3596569"/>
                  </a:lnTo>
                  <a:lnTo>
                    <a:pt x="6932173" y="3563414"/>
                  </a:lnTo>
                  <a:lnTo>
                    <a:pt x="6866348" y="3526768"/>
                  </a:lnTo>
                  <a:lnTo>
                    <a:pt x="6805496" y="3486241"/>
                  </a:lnTo>
                  <a:lnTo>
                    <a:pt x="6749186" y="3441342"/>
                  </a:lnTo>
                  <a:lnTo>
                    <a:pt x="6696828" y="3391490"/>
                  </a:lnTo>
                  <a:lnTo>
                    <a:pt x="6647747" y="3336046"/>
                  </a:lnTo>
                  <a:lnTo>
                    <a:pt x="6601241" y="3274377"/>
                  </a:lnTo>
                  <a:lnTo>
                    <a:pt x="6556638" y="3205941"/>
                  </a:lnTo>
                  <a:lnTo>
                    <a:pt x="6515891" y="3135144"/>
                  </a:lnTo>
                  <a:lnTo>
                    <a:pt x="6484387" y="3075086"/>
                  </a:lnTo>
                  <a:lnTo>
                    <a:pt x="6453165" y="3011107"/>
                  </a:lnTo>
                  <a:lnTo>
                    <a:pt x="6422071" y="2943126"/>
                  </a:lnTo>
                  <a:lnTo>
                    <a:pt x="6390979" y="2871112"/>
                  </a:lnTo>
                  <a:lnTo>
                    <a:pt x="6359792" y="2795090"/>
                  </a:lnTo>
                  <a:lnTo>
                    <a:pt x="6328434" y="2715142"/>
                  </a:lnTo>
                  <a:lnTo>
                    <a:pt x="6296853" y="2631415"/>
                  </a:lnTo>
                  <a:lnTo>
                    <a:pt x="6265018" y="2544118"/>
                  </a:lnTo>
                  <a:lnTo>
                    <a:pt x="6232916" y="2453531"/>
                  </a:lnTo>
                  <a:lnTo>
                    <a:pt x="6200552" y="2359994"/>
                  </a:lnTo>
                  <a:lnTo>
                    <a:pt x="6167945" y="2263911"/>
                  </a:lnTo>
                  <a:lnTo>
                    <a:pt x="6135131" y="2165740"/>
                  </a:lnTo>
                  <a:lnTo>
                    <a:pt x="6102153" y="2065984"/>
                  </a:lnTo>
                  <a:lnTo>
                    <a:pt x="6069066" y="1965184"/>
                  </a:lnTo>
                  <a:lnTo>
                    <a:pt x="6035927" y="1863906"/>
                  </a:lnTo>
                  <a:lnTo>
                    <a:pt x="6002799" y="1762726"/>
                  </a:lnTo>
                  <a:lnTo>
                    <a:pt x="5969742" y="1662218"/>
                  </a:lnTo>
                  <a:lnTo>
                    <a:pt x="5936814" y="1562941"/>
                  </a:lnTo>
                  <a:lnTo>
                    <a:pt x="5904066" y="1465423"/>
                  </a:lnTo>
                  <a:lnTo>
                    <a:pt x="5871538" y="1370155"/>
                  </a:lnTo>
                  <a:lnTo>
                    <a:pt x="5839261" y="1277576"/>
                  </a:lnTo>
                  <a:lnTo>
                    <a:pt x="5807250" y="1188069"/>
                  </a:lnTo>
                  <a:lnTo>
                    <a:pt x="5775504" y="1101955"/>
                  </a:lnTo>
                  <a:lnTo>
                    <a:pt x="5744003" y="1019489"/>
                  </a:lnTo>
                  <a:lnTo>
                    <a:pt x="5712710" y="940859"/>
                  </a:lnTo>
                  <a:lnTo>
                    <a:pt x="5681565" y="866190"/>
                  </a:lnTo>
                  <a:lnTo>
                    <a:pt x="5650484" y="795544"/>
                  </a:lnTo>
                  <a:lnTo>
                    <a:pt x="5619362" y="728926"/>
                  </a:lnTo>
                  <a:lnTo>
                    <a:pt x="5588064" y="666288"/>
                  </a:lnTo>
                  <a:lnTo>
                    <a:pt x="5567201" y="627028"/>
                  </a:lnTo>
                  <a:lnTo>
                    <a:pt x="5523840" y="551960"/>
                  </a:lnTo>
                  <a:lnTo>
                    <a:pt x="5479142" y="483938"/>
                  </a:lnTo>
                  <a:lnTo>
                    <a:pt x="5432502" y="422656"/>
                  </a:lnTo>
                  <a:lnTo>
                    <a:pt x="5383245" y="367564"/>
                  </a:lnTo>
                  <a:lnTo>
                    <a:pt x="5330671" y="318024"/>
                  </a:lnTo>
                  <a:lnTo>
                    <a:pt x="5274106" y="273401"/>
                  </a:lnTo>
                  <a:lnTo>
                    <a:pt x="5212967" y="233118"/>
                  </a:lnTo>
                  <a:lnTo>
                    <a:pt x="5146838" y="196689"/>
                  </a:lnTo>
                  <a:lnTo>
                    <a:pt x="5075571" y="163733"/>
                  </a:lnTo>
                  <a:lnTo>
                    <a:pt x="4999419" y="133982"/>
                  </a:lnTo>
                  <a:lnTo>
                    <a:pt x="4919175" y="107283"/>
                  </a:lnTo>
                  <a:lnTo>
                    <a:pt x="4836297" y="83588"/>
                  </a:lnTo>
                  <a:lnTo>
                    <a:pt x="4752979" y="62924"/>
                  </a:lnTo>
                  <a:lnTo>
                    <a:pt x="4672084" y="45360"/>
                  </a:lnTo>
                  <a:lnTo>
                    <a:pt x="4596919" y="30950"/>
                  </a:lnTo>
                  <a:lnTo>
                    <a:pt x="4530794" y="19670"/>
                  </a:lnTo>
                  <a:lnTo>
                    <a:pt x="4476478" y="11371"/>
                  </a:lnTo>
                  <a:lnTo>
                    <a:pt x="4435632" y="5751"/>
                  </a:lnTo>
                  <a:lnTo>
                    <a:pt x="4408430" y="2366"/>
                  </a:lnTo>
                  <a:lnTo>
                    <a:pt x="4393419" y="670"/>
                  </a:lnTo>
                  <a:lnTo>
                    <a:pt x="4387645" y="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9" y="71"/>
                  </a:lnTo>
                  <a:lnTo>
                    <a:pt x="3839003" y="580"/>
                  </a:lnTo>
                  <a:lnTo>
                    <a:pt x="3819243" y="1988"/>
                  </a:lnTo>
                  <a:lnTo>
                    <a:pt x="3784347" y="4753"/>
                  </a:lnTo>
                  <a:lnTo>
                    <a:pt x="3733208" y="9280"/>
                  </a:lnTo>
                  <a:lnTo>
                    <a:pt x="3666947" y="15870"/>
                  </a:lnTo>
                  <a:lnTo>
                    <a:pt x="3588531" y="24696"/>
                  </a:lnTo>
                  <a:lnTo>
                    <a:pt x="3502025" y="35811"/>
                  </a:lnTo>
                  <a:lnTo>
                    <a:pt x="3411728" y="49185"/>
                  </a:lnTo>
                  <a:lnTo>
                    <a:pt x="3321459" y="64766"/>
                  </a:lnTo>
                  <a:lnTo>
                    <a:pt x="3234138" y="82525"/>
                  </a:lnTo>
                  <a:lnTo>
                    <a:pt x="3151666" y="102500"/>
                  </a:lnTo>
                  <a:lnTo>
                    <a:pt x="3075017" y="124817"/>
                  </a:lnTo>
                  <a:lnTo>
                    <a:pt x="3004430" y="149700"/>
                  </a:lnTo>
                  <a:lnTo>
                    <a:pt x="2939627" y="177471"/>
                  </a:lnTo>
                  <a:lnTo>
                    <a:pt x="2879991" y="208537"/>
                  </a:lnTo>
                  <a:lnTo>
                    <a:pt x="2824717" y="243375"/>
                  </a:lnTo>
                  <a:lnTo>
                    <a:pt x="2772918" y="282492"/>
                  </a:lnTo>
                  <a:lnTo>
                    <a:pt x="2723704" y="326360"/>
                  </a:lnTo>
                  <a:lnTo>
                    <a:pt x="2676262" y="375297"/>
                  </a:lnTo>
                  <a:lnTo>
                    <a:pt x="2667772" y="384747"/>
                  </a:lnTo>
                  <a:lnTo>
                    <a:pt x="2629447" y="429945"/>
                  </a:lnTo>
                  <a:lnTo>
                    <a:pt x="2591488" y="478730"/>
                  </a:lnTo>
                  <a:lnTo>
                    <a:pt x="2553635" y="531173"/>
                  </a:lnTo>
                  <a:lnTo>
                    <a:pt x="2515688" y="587275"/>
                  </a:lnTo>
                  <a:lnTo>
                    <a:pt x="2477501" y="646962"/>
                  </a:lnTo>
                  <a:lnTo>
                    <a:pt x="2438979" y="710071"/>
                  </a:lnTo>
                  <a:lnTo>
                    <a:pt x="2400073" y="776354"/>
                  </a:lnTo>
                  <a:lnTo>
                    <a:pt x="2360773" y="845474"/>
                  </a:lnTo>
                  <a:lnTo>
                    <a:pt x="2321104" y="917009"/>
                  </a:lnTo>
                  <a:lnTo>
                    <a:pt x="2281126" y="990460"/>
                  </a:lnTo>
                  <a:lnTo>
                    <a:pt x="2240919" y="1065265"/>
                  </a:lnTo>
                  <a:lnTo>
                    <a:pt x="2200582" y="1140818"/>
                  </a:lnTo>
                  <a:lnTo>
                    <a:pt x="2160227" y="1216484"/>
                  </a:lnTo>
                  <a:lnTo>
                    <a:pt x="2119962" y="1291626"/>
                  </a:lnTo>
                  <a:lnTo>
                    <a:pt x="2079892" y="1365625"/>
                  </a:lnTo>
                  <a:lnTo>
                    <a:pt x="2040105" y="1437899"/>
                  </a:lnTo>
                  <a:lnTo>
                    <a:pt x="2000670" y="1507928"/>
                  </a:lnTo>
                  <a:lnTo>
                    <a:pt x="1961623" y="1575260"/>
                  </a:lnTo>
                  <a:lnTo>
                    <a:pt x="1922968" y="1639527"/>
                  </a:lnTo>
                  <a:lnTo>
                    <a:pt x="1884672" y="1700450"/>
                  </a:lnTo>
                  <a:lnTo>
                    <a:pt x="1846653" y="1757836"/>
                  </a:lnTo>
                  <a:lnTo>
                    <a:pt x="1808786" y="1811580"/>
                  </a:lnTo>
                  <a:lnTo>
                    <a:pt x="1770892" y="1861657"/>
                  </a:lnTo>
                  <a:lnTo>
                    <a:pt x="1732731" y="1908115"/>
                  </a:lnTo>
                  <a:lnTo>
                    <a:pt x="1719082" y="1923735"/>
                  </a:lnTo>
                  <a:lnTo>
                    <a:pt x="1671888" y="1973605"/>
                  </a:lnTo>
                  <a:lnTo>
                    <a:pt x="1623053" y="2018378"/>
                  </a:lnTo>
                  <a:lnTo>
                    <a:pt x="1571788" y="2058327"/>
                  </a:lnTo>
                  <a:lnTo>
                    <a:pt x="1517213" y="2093905"/>
                  </a:lnTo>
                  <a:lnTo>
                    <a:pt x="1458434" y="2125620"/>
                  </a:lnTo>
                  <a:lnTo>
                    <a:pt x="1394624" y="2153957"/>
                  </a:lnTo>
                  <a:lnTo>
                    <a:pt x="1325122" y="2179339"/>
                  </a:lnTo>
                  <a:lnTo>
                    <a:pt x="1249575" y="2202103"/>
                  </a:lnTo>
                  <a:lnTo>
                    <a:pt x="1168113" y="2222492"/>
                  </a:lnTo>
                  <a:lnTo>
                    <a:pt x="1081562" y="2240649"/>
                  </a:lnTo>
                  <a:lnTo>
                    <a:pt x="991642" y="2256626"/>
                  </a:lnTo>
                  <a:lnTo>
                    <a:pt x="901089" y="2270405"/>
                  </a:lnTo>
                  <a:lnTo>
                    <a:pt x="813579" y="2281934"/>
                  </a:lnTo>
                  <a:lnTo>
                    <a:pt x="733371" y="2291176"/>
                  </a:lnTo>
                  <a:lnTo>
                    <a:pt x="664636" y="2298164"/>
                  </a:lnTo>
                  <a:lnTo>
                    <a:pt x="610603" y="2303047"/>
                  </a:lnTo>
                  <a:lnTo>
                    <a:pt x="572768" y="2306104"/>
                  </a:lnTo>
                  <a:lnTo>
                    <a:pt x="550440" y="2307726"/>
                  </a:lnTo>
                  <a:lnTo>
                    <a:pt x="540711" y="2308364"/>
                  </a:lnTo>
                  <a:lnTo>
                    <a:pt x="538736" y="2308482"/>
                  </a:lnTo>
                  <a:lnTo>
                    <a:pt x="0" y="2308482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07" name="pl1107"/>
            <p:cNvSpPr/>
            <p:nvPr/>
          </p:nvSpPr>
          <p:spPr>
            <a:xfrm>
              <a:off x="546595" y="1104351"/>
              <a:ext cx="8234974" cy="3762173"/>
            </a:xfrm>
            <a:custGeom>
              <a:avLst/>
              <a:pathLst>
                <a:path w="8234974" h="3762173">
                  <a:moveTo>
                    <a:pt x="0" y="2308482"/>
                  </a:moveTo>
                  <a:lnTo>
                    <a:pt x="538736" y="2308482"/>
                  </a:lnTo>
                  <a:lnTo>
                    <a:pt x="539946" y="2308411"/>
                  </a:lnTo>
                  <a:lnTo>
                    <a:pt x="547852" y="2307901"/>
                  </a:lnTo>
                  <a:lnTo>
                    <a:pt x="567611" y="2306493"/>
                  </a:lnTo>
                  <a:lnTo>
                    <a:pt x="602508" y="2303728"/>
                  </a:lnTo>
                  <a:lnTo>
                    <a:pt x="653647" y="2299202"/>
                  </a:lnTo>
                  <a:lnTo>
                    <a:pt x="719907" y="2292612"/>
                  </a:lnTo>
                  <a:lnTo>
                    <a:pt x="798323" y="2283785"/>
                  </a:lnTo>
                  <a:lnTo>
                    <a:pt x="884830" y="2272671"/>
                  </a:lnTo>
                  <a:lnTo>
                    <a:pt x="975127" y="2259296"/>
                  </a:lnTo>
                  <a:lnTo>
                    <a:pt x="1065395" y="2243716"/>
                  </a:lnTo>
                  <a:lnTo>
                    <a:pt x="1152716" y="2225957"/>
                  </a:lnTo>
                  <a:lnTo>
                    <a:pt x="1235188" y="2205982"/>
                  </a:lnTo>
                  <a:lnTo>
                    <a:pt x="1311838" y="2183665"/>
                  </a:lnTo>
                  <a:lnTo>
                    <a:pt x="1382424" y="2158781"/>
                  </a:lnTo>
                  <a:lnTo>
                    <a:pt x="1447228" y="2131011"/>
                  </a:lnTo>
                  <a:lnTo>
                    <a:pt x="1506864" y="2099944"/>
                  </a:lnTo>
                  <a:lnTo>
                    <a:pt x="1562137" y="2065106"/>
                  </a:lnTo>
                  <a:lnTo>
                    <a:pt x="1613937" y="2025989"/>
                  </a:lnTo>
                  <a:lnTo>
                    <a:pt x="1663151" y="1982121"/>
                  </a:lnTo>
                  <a:lnTo>
                    <a:pt x="1710592" y="1933184"/>
                  </a:lnTo>
                  <a:lnTo>
                    <a:pt x="1719082" y="1923735"/>
                  </a:lnTo>
                  <a:lnTo>
                    <a:pt x="1757408" y="1878537"/>
                  </a:lnTo>
                  <a:lnTo>
                    <a:pt x="1795366" y="1829752"/>
                  </a:lnTo>
                  <a:lnTo>
                    <a:pt x="1833219" y="1777309"/>
                  </a:lnTo>
                  <a:lnTo>
                    <a:pt x="1871167" y="1721206"/>
                  </a:lnTo>
                  <a:lnTo>
                    <a:pt x="1909354" y="1661520"/>
                  </a:lnTo>
                  <a:lnTo>
                    <a:pt x="1947875" y="1598411"/>
                  </a:lnTo>
                  <a:lnTo>
                    <a:pt x="1986781" y="1532128"/>
                  </a:lnTo>
                  <a:lnTo>
                    <a:pt x="2026082" y="1463008"/>
                  </a:lnTo>
                  <a:lnTo>
                    <a:pt x="2065750" y="1391473"/>
                  </a:lnTo>
                  <a:lnTo>
                    <a:pt x="2105729" y="1318022"/>
                  </a:lnTo>
                  <a:lnTo>
                    <a:pt x="2145936" y="1243216"/>
                  </a:lnTo>
                  <a:lnTo>
                    <a:pt x="2186272" y="1167663"/>
                  </a:lnTo>
                  <a:lnTo>
                    <a:pt x="2226628" y="1091997"/>
                  </a:lnTo>
                  <a:lnTo>
                    <a:pt x="2266893" y="1016855"/>
                  </a:lnTo>
                  <a:lnTo>
                    <a:pt x="2306963" y="942857"/>
                  </a:lnTo>
                  <a:lnTo>
                    <a:pt x="2346749" y="870582"/>
                  </a:lnTo>
                  <a:lnTo>
                    <a:pt x="2386185" y="800554"/>
                  </a:lnTo>
                  <a:lnTo>
                    <a:pt x="2425232" y="733222"/>
                  </a:lnTo>
                  <a:lnTo>
                    <a:pt x="2463886" y="668954"/>
                  </a:lnTo>
                  <a:lnTo>
                    <a:pt x="2502183" y="608032"/>
                  </a:lnTo>
                  <a:lnTo>
                    <a:pt x="2540202" y="550646"/>
                  </a:lnTo>
                  <a:lnTo>
                    <a:pt x="2578068" y="496901"/>
                  </a:lnTo>
                  <a:lnTo>
                    <a:pt x="2615963" y="446824"/>
                  </a:lnTo>
                  <a:lnTo>
                    <a:pt x="2654124" y="400367"/>
                  </a:lnTo>
                  <a:lnTo>
                    <a:pt x="2667772" y="384747"/>
                  </a:lnTo>
                  <a:lnTo>
                    <a:pt x="2714967" y="334876"/>
                  </a:lnTo>
                  <a:lnTo>
                    <a:pt x="2763802" y="290103"/>
                  </a:lnTo>
                  <a:lnTo>
                    <a:pt x="2815067" y="250155"/>
                  </a:lnTo>
                  <a:lnTo>
                    <a:pt x="2869641" y="214576"/>
                  </a:lnTo>
                  <a:lnTo>
                    <a:pt x="2928420" y="182862"/>
                  </a:lnTo>
                  <a:lnTo>
                    <a:pt x="2992231" y="154524"/>
                  </a:lnTo>
                  <a:lnTo>
                    <a:pt x="3061733" y="129142"/>
                  </a:lnTo>
                  <a:lnTo>
                    <a:pt x="3137280" y="106378"/>
                  </a:lnTo>
                  <a:lnTo>
                    <a:pt x="3218741" y="85989"/>
                  </a:lnTo>
                  <a:lnTo>
                    <a:pt x="3305293" y="67833"/>
                  </a:lnTo>
                  <a:lnTo>
                    <a:pt x="3395213" y="51856"/>
                  </a:lnTo>
                  <a:lnTo>
                    <a:pt x="3485766" y="38076"/>
                  </a:lnTo>
                  <a:lnTo>
                    <a:pt x="3573275" y="26547"/>
                  </a:lnTo>
                  <a:lnTo>
                    <a:pt x="3653483" y="17306"/>
                  </a:lnTo>
                  <a:lnTo>
                    <a:pt x="3722218" y="10318"/>
                  </a:lnTo>
                  <a:lnTo>
                    <a:pt x="3776252" y="5435"/>
                  </a:lnTo>
                  <a:lnTo>
                    <a:pt x="3814086" y="2377"/>
                  </a:lnTo>
                  <a:lnTo>
                    <a:pt x="3836415" y="756"/>
                  </a:lnTo>
                  <a:lnTo>
                    <a:pt x="3846143" y="118"/>
                  </a:lnTo>
                  <a:lnTo>
                    <a:pt x="3848111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01" y="90"/>
                  </a:lnTo>
                  <a:lnTo>
                    <a:pt x="4394019" y="734"/>
                  </a:lnTo>
                  <a:lnTo>
                    <a:pt x="4409686" y="2514"/>
                  </a:lnTo>
                  <a:lnTo>
                    <a:pt x="4437676" y="6018"/>
                  </a:lnTo>
                  <a:lnTo>
                    <a:pt x="4479345" y="11787"/>
                  </a:lnTo>
                  <a:lnTo>
                    <a:pt x="4534424" y="20256"/>
                  </a:lnTo>
                  <a:lnTo>
                    <a:pt x="4601172" y="31720"/>
                  </a:lnTo>
                  <a:lnTo>
                    <a:pt x="4676775" y="46318"/>
                  </a:lnTo>
                  <a:lnTo>
                    <a:pt x="4757903" y="64068"/>
                  </a:lnTo>
                  <a:lnTo>
                    <a:pt x="4841270" y="84914"/>
                  </a:lnTo>
                  <a:lnTo>
                    <a:pt x="4924045" y="108789"/>
                  </a:lnTo>
                  <a:lnTo>
                    <a:pt x="5004079" y="135667"/>
                  </a:lnTo>
                  <a:lnTo>
                    <a:pt x="5079956" y="165603"/>
                  </a:lnTo>
                  <a:lnTo>
                    <a:pt x="5150919" y="198758"/>
                  </a:lnTo>
                  <a:lnTo>
                    <a:pt x="5216744" y="235405"/>
                  </a:lnTo>
                  <a:lnTo>
                    <a:pt x="5277597" y="275931"/>
                  </a:lnTo>
                  <a:lnTo>
                    <a:pt x="5333906" y="320830"/>
                  </a:lnTo>
                  <a:lnTo>
                    <a:pt x="5386264" y="370682"/>
                  </a:lnTo>
                  <a:lnTo>
                    <a:pt x="5435346" y="426126"/>
                  </a:lnTo>
                  <a:lnTo>
                    <a:pt x="5481851" y="487795"/>
                  </a:lnTo>
                  <a:lnTo>
                    <a:pt x="5526454" y="556231"/>
                  </a:lnTo>
                  <a:lnTo>
                    <a:pt x="5567201" y="627028"/>
                  </a:lnTo>
                  <a:lnTo>
                    <a:pt x="5598706" y="687086"/>
                  </a:lnTo>
                  <a:lnTo>
                    <a:pt x="5629928" y="751065"/>
                  </a:lnTo>
                  <a:lnTo>
                    <a:pt x="5661022" y="819046"/>
                  </a:lnTo>
                  <a:lnTo>
                    <a:pt x="5692113" y="891060"/>
                  </a:lnTo>
                  <a:lnTo>
                    <a:pt x="5723301" y="967082"/>
                  </a:lnTo>
                  <a:lnTo>
                    <a:pt x="5754659" y="1047030"/>
                  </a:lnTo>
                  <a:lnTo>
                    <a:pt x="5786239" y="1130758"/>
                  </a:lnTo>
                  <a:lnTo>
                    <a:pt x="5818074" y="1218054"/>
                  </a:lnTo>
                  <a:lnTo>
                    <a:pt x="5850177" y="1308641"/>
                  </a:lnTo>
                  <a:lnTo>
                    <a:pt x="5882541" y="1402178"/>
                  </a:lnTo>
                  <a:lnTo>
                    <a:pt x="5915147" y="1498261"/>
                  </a:lnTo>
                  <a:lnTo>
                    <a:pt x="5947961" y="1596432"/>
                  </a:lnTo>
                  <a:lnTo>
                    <a:pt x="5980939" y="1696188"/>
                  </a:lnTo>
                  <a:lnTo>
                    <a:pt x="6014027" y="1796988"/>
                  </a:lnTo>
                  <a:lnTo>
                    <a:pt x="6047166" y="1898266"/>
                  </a:lnTo>
                  <a:lnTo>
                    <a:pt x="6080294" y="1999446"/>
                  </a:lnTo>
                  <a:lnTo>
                    <a:pt x="6113351" y="2099954"/>
                  </a:lnTo>
                  <a:lnTo>
                    <a:pt x="6146278" y="2199231"/>
                  </a:lnTo>
                  <a:lnTo>
                    <a:pt x="6179027" y="2296749"/>
                  </a:lnTo>
                  <a:lnTo>
                    <a:pt x="6211554" y="2392017"/>
                  </a:lnTo>
                  <a:lnTo>
                    <a:pt x="6243831" y="2484596"/>
                  </a:lnTo>
                  <a:lnTo>
                    <a:pt x="6275842" y="2574103"/>
                  </a:lnTo>
                  <a:lnTo>
                    <a:pt x="6307589" y="2660217"/>
                  </a:lnTo>
                  <a:lnTo>
                    <a:pt x="6339089" y="2742683"/>
                  </a:lnTo>
                  <a:lnTo>
                    <a:pt x="6370383" y="2821313"/>
                  </a:lnTo>
                  <a:lnTo>
                    <a:pt x="6401528" y="2895982"/>
                  </a:lnTo>
                  <a:lnTo>
                    <a:pt x="6432608" y="2966628"/>
                  </a:lnTo>
                  <a:lnTo>
                    <a:pt x="6463730" y="3033246"/>
                  </a:lnTo>
                  <a:lnTo>
                    <a:pt x="6495029" y="3095884"/>
                  </a:lnTo>
                  <a:lnTo>
                    <a:pt x="6515891" y="3135144"/>
                  </a:lnTo>
                  <a:lnTo>
                    <a:pt x="6559252" y="3210212"/>
                  </a:lnTo>
                  <a:lnTo>
                    <a:pt x="6603951" y="3278234"/>
                  </a:lnTo>
                  <a:lnTo>
                    <a:pt x="6650590" y="3339516"/>
                  </a:lnTo>
                  <a:lnTo>
                    <a:pt x="6699847" y="3394608"/>
                  </a:lnTo>
                  <a:lnTo>
                    <a:pt x="6752422" y="3444148"/>
                  </a:lnTo>
                  <a:lnTo>
                    <a:pt x="6808987" y="3488772"/>
                  </a:lnTo>
                  <a:lnTo>
                    <a:pt x="6870125" y="3529054"/>
                  </a:lnTo>
                  <a:lnTo>
                    <a:pt x="6936255" y="3565483"/>
                  </a:lnTo>
                  <a:lnTo>
                    <a:pt x="7007521" y="3598439"/>
                  </a:lnTo>
                  <a:lnTo>
                    <a:pt x="7083673" y="3628190"/>
                  </a:lnTo>
                  <a:lnTo>
                    <a:pt x="7163918" y="3654889"/>
                  </a:lnTo>
                  <a:lnTo>
                    <a:pt x="7246795" y="3678584"/>
                  </a:lnTo>
                  <a:lnTo>
                    <a:pt x="7330114" y="3699248"/>
                  </a:lnTo>
                  <a:lnTo>
                    <a:pt x="7411008" y="3716812"/>
                  </a:lnTo>
                  <a:lnTo>
                    <a:pt x="7486174" y="3731222"/>
                  </a:lnTo>
                  <a:lnTo>
                    <a:pt x="7552298" y="3742502"/>
                  </a:lnTo>
                  <a:lnTo>
                    <a:pt x="7606615" y="3750801"/>
                  </a:lnTo>
                  <a:lnTo>
                    <a:pt x="7647460" y="3756421"/>
                  </a:lnTo>
                  <a:lnTo>
                    <a:pt x="7674663" y="3759806"/>
                  </a:lnTo>
                  <a:lnTo>
                    <a:pt x="7689673" y="3761503"/>
                  </a:lnTo>
                  <a:lnTo>
                    <a:pt x="7695448" y="3762098"/>
                  </a:lnTo>
                  <a:lnTo>
                    <a:pt x="7696237" y="3762173"/>
                  </a:lnTo>
                  <a:lnTo>
                    <a:pt x="8234974" y="37621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8" name="pl1108"/>
            <p:cNvSpPr/>
            <p:nvPr/>
          </p:nvSpPr>
          <p:spPr>
            <a:xfrm>
              <a:off x="546595" y="1098907"/>
              <a:ext cx="8234974" cy="3762173"/>
            </a:xfrm>
            <a:custGeom>
              <a:avLst/>
              <a:pathLst>
                <a:path w="8234974" h="3762173">
                  <a:moveTo>
                    <a:pt x="8234974" y="3762173"/>
                  </a:moveTo>
                  <a:lnTo>
                    <a:pt x="7696237" y="3762173"/>
                  </a:lnTo>
                  <a:lnTo>
                    <a:pt x="7695291" y="3762082"/>
                  </a:lnTo>
                  <a:lnTo>
                    <a:pt x="7689074" y="3761438"/>
                  </a:lnTo>
                  <a:lnTo>
                    <a:pt x="7673406" y="3759658"/>
                  </a:lnTo>
                  <a:lnTo>
                    <a:pt x="7645416" y="3756154"/>
                  </a:lnTo>
                  <a:lnTo>
                    <a:pt x="7603748" y="3750386"/>
                  </a:lnTo>
                  <a:lnTo>
                    <a:pt x="7548668" y="3741916"/>
                  </a:lnTo>
                  <a:lnTo>
                    <a:pt x="7481920" y="3730452"/>
                  </a:lnTo>
                  <a:lnTo>
                    <a:pt x="7406318" y="3715854"/>
                  </a:lnTo>
                  <a:lnTo>
                    <a:pt x="7325190" y="3698104"/>
                  </a:lnTo>
                  <a:lnTo>
                    <a:pt x="7241823" y="3677258"/>
                  </a:lnTo>
                  <a:lnTo>
                    <a:pt x="7159048" y="3653383"/>
                  </a:lnTo>
                  <a:lnTo>
                    <a:pt x="7079013" y="3626505"/>
                  </a:lnTo>
                  <a:lnTo>
                    <a:pt x="7003136" y="3596569"/>
                  </a:lnTo>
                  <a:lnTo>
                    <a:pt x="6932173" y="3563414"/>
                  </a:lnTo>
                  <a:lnTo>
                    <a:pt x="6866348" y="3526768"/>
                  </a:lnTo>
                  <a:lnTo>
                    <a:pt x="6805496" y="3486241"/>
                  </a:lnTo>
                  <a:lnTo>
                    <a:pt x="6749186" y="3441342"/>
                  </a:lnTo>
                  <a:lnTo>
                    <a:pt x="6696828" y="3391490"/>
                  </a:lnTo>
                  <a:lnTo>
                    <a:pt x="6647747" y="3336046"/>
                  </a:lnTo>
                  <a:lnTo>
                    <a:pt x="6601241" y="3274377"/>
                  </a:lnTo>
                  <a:lnTo>
                    <a:pt x="6556638" y="3205941"/>
                  </a:lnTo>
                  <a:lnTo>
                    <a:pt x="6515891" y="3135144"/>
                  </a:lnTo>
                  <a:lnTo>
                    <a:pt x="6484387" y="3075086"/>
                  </a:lnTo>
                  <a:lnTo>
                    <a:pt x="6453165" y="3011107"/>
                  </a:lnTo>
                  <a:lnTo>
                    <a:pt x="6422071" y="2943126"/>
                  </a:lnTo>
                  <a:lnTo>
                    <a:pt x="6390979" y="2871112"/>
                  </a:lnTo>
                  <a:lnTo>
                    <a:pt x="6359792" y="2795090"/>
                  </a:lnTo>
                  <a:lnTo>
                    <a:pt x="6328434" y="2715142"/>
                  </a:lnTo>
                  <a:lnTo>
                    <a:pt x="6296853" y="2631415"/>
                  </a:lnTo>
                  <a:lnTo>
                    <a:pt x="6265018" y="2544118"/>
                  </a:lnTo>
                  <a:lnTo>
                    <a:pt x="6232916" y="2453531"/>
                  </a:lnTo>
                  <a:lnTo>
                    <a:pt x="6200552" y="2359994"/>
                  </a:lnTo>
                  <a:lnTo>
                    <a:pt x="6167945" y="2263911"/>
                  </a:lnTo>
                  <a:lnTo>
                    <a:pt x="6135131" y="2165740"/>
                  </a:lnTo>
                  <a:lnTo>
                    <a:pt x="6102153" y="2065984"/>
                  </a:lnTo>
                  <a:lnTo>
                    <a:pt x="6069066" y="1965184"/>
                  </a:lnTo>
                  <a:lnTo>
                    <a:pt x="6035927" y="1863906"/>
                  </a:lnTo>
                  <a:lnTo>
                    <a:pt x="6002799" y="1762726"/>
                  </a:lnTo>
                  <a:lnTo>
                    <a:pt x="5969742" y="1662218"/>
                  </a:lnTo>
                  <a:lnTo>
                    <a:pt x="5936814" y="1562941"/>
                  </a:lnTo>
                  <a:lnTo>
                    <a:pt x="5904066" y="1465423"/>
                  </a:lnTo>
                  <a:lnTo>
                    <a:pt x="5871538" y="1370155"/>
                  </a:lnTo>
                  <a:lnTo>
                    <a:pt x="5839261" y="1277576"/>
                  </a:lnTo>
                  <a:lnTo>
                    <a:pt x="5807250" y="1188069"/>
                  </a:lnTo>
                  <a:lnTo>
                    <a:pt x="5775504" y="1101955"/>
                  </a:lnTo>
                  <a:lnTo>
                    <a:pt x="5744003" y="1019489"/>
                  </a:lnTo>
                  <a:lnTo>
                    <a:pt x="5712710" y="940859"/>
                  </a:lnTo>
                  <a:lnTo>
                    <a:pt x="5681565" y="866190"/>
                  </a:lnTo>
                  <a:lnTo>
                    <a:pt x="5650484" y="795544"/>
                  </a:lnTo>
                  <a:lnTo>
                    <a:pt x="5619362" y="728926"/>
                  </a:lnTo>
                  <a:lnTo>
                    <a:pt x="5588064" y="666288"/>
                  </a:lnTo>
                  <a:lnTo>
                    <a:pt x="5567201" y="627028"/>
                  </a:lnTo>
                  <a:lnTo>
                    <a:pt x="5523840" y="551960"/>
                  </a:lnTo>
                  <a:lnTo>
                    <a:pt x="5479142" y="483938"/>
                  </a:lnTo>
                  <a:lnTo>
                    <a:pt x="5432502" y="422656"/>
                  </a:lnTo>
                  <a:lnTo>
                    <a:pt x="5383245" y="367564"/>
                  </a:lnTo>
                  <a:lnTo>
                    <a:pt x="5330671" y="318024"/>
                  </a:lnTo>
                  <a:lnTo>
                    <a:pt x="5274106" y="273401"/>
                  </a:lnTo>
                  <a:lnTo>
                    <a:pt x="5212967" y="233118"/>
                  </a:lnTo>
                  <a:lnTo>
                    <a:pt x="5146838" y="196689"/>
                  </a:lnTo>
                  <a:lnTo>
                    <a:pt x="5075571" y="163733"/>
                  </a:lnTo>
                  <a:lnTo>
                    <a:pt x="4999419" y="133982"/>
                  </a:lnTo>
                  <a:lnTo>
                    <a:pt x="4919175" y="107283"/>
                  </a:lnTo>
                  <a:lnTo>
                    <a:pt x="4836297" y="83588"/>
                  </a:lnTo>
                  <a:lnTo>
                    <a:pt x="4752979" y="62924"/>
                  </a:lnTo>
                  <a:lnTo>
                    <a:pt x="4672084" y="45360"/>
                  </a:lnTo>
                  <a:lnTo>
                    <a:pt x="4596919" y="30950"/>
                  </a:lnTo>
                  <a:lnTo>
                    <a:pt x="4530794" y="19670"/>
                  </a:lnTo>
                  <a:lnTo>
                    <a:pt x="4476478" y="11371"/>
                  </a:lnTo>
                  <a:lnTo>
                    <a:pt x="4435632" y="5751"/>
                  </a:lnTo>
                  <a:lnTo>
                    <a:pt x="4408430" y="2366"/>
                  </a:lnTo>
                  <a:lnTo>
                    <a:pt x="4393419" y="670"/>
                  </a:lnTo>
                  <a:lnTo>
                    <a:pt x="4387645" y="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9" y="71"/>
                  </a:lnTo>
                  <a:lnTo>
                    <a:pt x="3839003" y="580"/>
                  </a:lnTo>
                  <a:lnTo>
                    <a:pt x="3819243" y="1988"/>
                  </a:lnTo>
                  <a:lnTo>
                    <a:pt x="3784347" y="4753"/>
                  </a:lnTo>
                  <a:lnTo>
                    <a:pt x="3733208" y="9280"/>
                  </a:lnTo>
                  <a:lnTo>
                    <a:pt x="3666947" y="15870"/>
                  </a:lnTo>
                  <a:lnTo>
                    <a:pt x="3588531" y="24696"/>
                  </a:lnTo>
                  <a:lnTo>
                    <a:pt x="3502025" y="35811"/>
                  </a:lnTo>
                  <a:lnTo>
                    <a:pt x="3411728" y="49185"/>
                  </a:lnTo>
                  <a:lnTo>
                    <a:pt x="3321459" y="64766"/>
                  </a:lnTo>
                  <a:lnTo>
                    <a:pt x="3234138" y="82525"/>
                  </a:lnTo>
                  <a:lnTo>
                    <a:pt x="3151666" y="102500"/>
                  </a:lnTo>
                  <a:lnTo>
                    <a:pt x="3075017" y="124817"/>
                  </a:lnTo>
                  <a:lnTo>
                    <a:pt x="3004430" y="149700"/>
                  </a:lnTo>
                  <a:lnTo>
                    <a:pt x="2939627" y="177471"/>
                  </a:lnTo>
                  <a:lnTo>
                    <a:pt x="2879991" y="208537"/>
                  </a:lnTo>
                  <a:lnTo>
                    <a:pt x="2824717" y="243375"/>
                  </a:lnTo>
                  <a:lnTo>
                    <a:pt x="2772918" y="282492"/>
                  </a:lnTo>
                  <a:lnTo>
                    <a:pt x="2723704" y="326360"/>
                  </a:lnTo>
                  <a:lnTo>
                    <a:pt x="2676262" y="375297"/>
                  </a:lnTo>
                  <a:lnTo>
                    <a:pt x="2667772" y="384747"/>
                  </a:lnTo>
                  <a:lnTo>
                    <a:pt x="2629447" y="429945"/>
                  </a:lnTo>
                  <a:lnTo>
                    <a:pt x="2591488" y="478730"/>
                  </a:lnTo>
                  <a:lnTo>
                    <a:pt x="2553635" y="531173"/>
                  </a:lnTo>
                  <a:lnTo>
                    <a:pt x="2515688" y="587275"/>
                  </a:lnTo>
                  <a:lnTo>
                    <a:pt x="2477501" y="646962"/>
                  </a:lnTo>
                  <a:lnTo>
                    <a:pt x="2438979" y="710071"/>
                  </a:lnTo>
                  <a:lnTo>
                    <a:pt x="2400073" y="776354"/>
                  </a:lnTo>
                  <a:lnTo>
                    <a:pt x="2360773" y="845474"/>
                  </a:lnTo>
                  <a:lnTo>
                    <a:pt x="2321104" y="917009"/>
                  </a:lnTo>
                  <a:lnTo>
                    <a:pt x="2281126" y="990460"/>
                  </a:lnTo>
                  <a:lnTo>
                    <a:pt x="2240919" y="1065265"/>
                  </a:lnTo>
                  <a:lnTo>
                    <a:pt x="2200582" y="1140818"/>
                  </a:lnTo>
                  <a:lnTo>
                    <a:pt x="2160227" y="1216484"/>
                  </a:lnTo>
                  <a:lnTo>
                    <a:pt x="2119962" y="1291626"/>
                  </a:lnTo>
                  <a:lnTo>
                    <a:pt x="2079892" y="1365625"/>
                  </a:lnTo>
                  <a:lnTo>
                    <a:pt x="2040105" y="1437899"/>
                  </a:lnTo>
                  <a:lnTo>
                    <a:pt x="2000670" y="1507928"/>
                  </a:lnTo>
                  <a:lnTo>
                    <a:pt x="1961623" y="1575260"/>
                  </a:lnTo>
                  <a:lnTo>
                    <a:pt x="1922968" y="1639527"/>
                  </a:lnTo>
                  <a:lnTo>
                    <a:pt x="1884672" y="1700450"/>
                  </a:lnTo>
                  <a:lnTo>
                    <a:pt x="1846653" y="1757836"/>
                  </a:lnTo>
                  <a:lnTo>
                    <a:pt x="1808786" y="1811580"/>
                  </a:lnTo>
                  <a:lnTo>
                    <a:pt x="1770892" y="1861657"/>
                  </a:lnTo>
                  <a:lnTo>
                    <a:pt x="1732731" y="1908115"/>
                  </a:lnTo>
                  <a:lnTo>
                    <a:pt x="1719082" y="1923735"/>
                  </a:lnTo>
                  <a:lnTo>
                    <a:pt x="1671888" y="1973605"/>
                  </a:lnTo>
                  <a:lnTo>
                    <a:pt x="1623053" y="2018378"/>
                  </a:lnTo>
                  <a:lnTo>
                    <a:pt x="1571788" y="2058327"/>
                  </a:lnTo>
                  <a:lnTo>
                    <a:pt x="1517213" y="2093905"/>
                  </a:lnTo>
                  <a:lnTo>
                    <a:pt x="1458434" y="2125620"/>
                  </a:lnTo>
                  <a:lnTo>
                    <a:pt x="1394624" y="2153957"/>
                  </a:lnTo>
                  <a:lnTo>
                    <a:pt x="1325122" y="2179339"/>
                  </a:lnTo>
                  <a:lnTo>
                    <a:pt x="1249575" y="2202103"/>
                  </a:lnTo>
                  <a:lnTo>
                    <a:pt x="1168113" y="2222492"/>
                  </a:lnTo>
                  <a:lnTo>
                    <a:pt x="1081562" y="2240649"/>
                  </a:lnTo>
                  <a:lnTo>
                    <a:pt x="991642" y="2256626"/>
                  </a:lnTo>
                  <a:lnTo>
                    <a:pt x="901089" y="2270405"/>
                  </a:lnTo>
                  <a:lnTo>
                    <a:pt x="813579" y="2281934"/>
                  </a:lnTo>
                  <a:lnTo>
                    <a:pt x="733371" y="2291176"/>
                  </a:lnTo>
                  <a:lnTo>
                    <a:pt x="664636" y="2298164"/>
                  </a:lnTo>
                  <a:lnTo>
                    <a:pt x="610603" y="2303047"/>
                  </a:lnTo>
                  <a:lnTo>
                    <a:pt x="572768" y="2306104"/>
                  </a:lnTo>
                  <a:lnTo>
                    <a:pt x="550440" y="2307726"/>
                  </a:lnTo>
                  <a:lnTo>
                    <a:pt x="540711" y="2308364"/>
                  </a:lnTo>
                  <a:lnTo>
                    <a:pt x="538744" y="2308482"/>
                  </a:lnTo>
                  <a:lnTo>
                    <a:pt x="538736" y="2308482"/>
                  </a:lnTo>
                  <a:lnTo>
                    <a:pt x="0" y="2308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9" name="pg1109"/>
            <p:cNvSpPr/>
            <p:nvPr/>
          </p:nvSpPr>
          <p:spPr>
            <a:xfrm>
              <a:off x="546595" y="1109796"/>
              <a:ext cx="8234974" cy="4208624"/>
            </a:xfrm>
            <a:custGeom>
              <a:avLst/>
              <a:pathLst>
                <a:path w="8234974" h="4208624">
                  <a:moveTo>
                    <a:pt x="0" y="2313927"/>
                  </a:moveTo>
                  <a:lnTo>
                    <a:pt x="538736" y="2313927"/>
                  </a:lnTo>
                  <a:lnTo>
                    <a:pt x="539946" y="2313855"/>
                  </a:lnTo>
                  <a:lnTo>
                    <a:pt x="547855" y="2313347"/>
                  </a:lnTo>
                  <a:lnTo>
                    <a:pt x="567621" y="2311942"/>
                  </a:lnTo>
                  <a:lnTo>
                    <a:pt x="602527" y="2309182"/>
                  </a:lnTo>
                  <a:lnTo>
                    <a:pt x="653680" y="2304665"/>
                  </a:lnTo>
                  <a:lnTo>
                    <a:pt x="719957" y="2298088"/>
                  </a:lnTo>
                  <a:lnTo>
                    <a:pt x="798389" y="2289280"/>
                  </a:lnTo>
                  <a:lnTo>
                    <a:pt x="884911" y="2278189"/>
                  </a:lnTo>
                  <a:lnTo>
                    <a:pt x="975219" y="2264842"/>
                  </a:lnTo>
                  <a:lnTo>
                    <a:pt x="1065496" y="2249294"/>
                  </a:lnTo>
                  <a:lnTo>
                    <a:pt x="1152822" y="2231573"/>
                  </a:lnTo>
                  <a:lnTo>
                    <a:pt x="1235297" y="2211640"/>
                  </a:lnTo>
                  <a:lnTo>
                    <a:pt x="1311946" y="2189369"/>
                  </a:lnTo>
                  <a:lnTo>
                    <a:pt x="1382531" y="2164537"/>
                  </a:lnTo>
                  <a:lnTo>
                    <a:pt x="1447333" y="2136824"/>
                  </a:lnTo>
                  <a:lnTo>
                    <a:pt x="1506967" y="2105821"/>
                  </a:lnTo>
                  <a:lnTo>
                    <a:pt x="1562240" y="2071054"/>
                  </a:lnTo>
                  <a:lnTo>
                    <a:pt x="1614039" y="2032016"/>
                  </a:lnTo>
                  <a:lnTo>
                    <a:pt x="1663255" y="1988236"/>
                  </a:lnTo>
                  <a:lnTo>
                    <a:pt x="1710698" y="1939398"/>
                  </a:lnTo>
                  <a:lnTo>
                    <a:pt x="1719082" y="1930087"/>
                  </a:lnTo>
                  <a:lnTo>
                    <a:pt x="1757440" y="1884955"/>
                  </a:lnTo>
                  <a:lnTo>
                    <a:pt x="1795431" y="1836239"/>
                  </a:lnTo>
                  <a:lnTo>
                    <a:pt x="1833316" y="1783867"/>
                  </a:lnTo>
                  <a:lnTo>
                    <a:pt x="1871297" y="1727838"/>
                  </a:lnTo>
                  <a:lnTo>
                    <a:pt x="1909518" y="1668228"/>
                  </a:lnTo>
                  <a:lnTo>
                    <a:pt x="1948074" y="1605199"/>
                  </a:lnTo>
                  <a:lnTo>
                    <a:pt x="1987015" y="1538998"/>
                  </a:lnTo>
                  <a:lnTo>
                    <a:pt x="2026352" y="1469965"/>
                  </a:lnTo>
                  <a:lnTo>
                    <a:pt x="2066057" y="1398523"/>
                  </a:lnTo>
                  <a:lnTo>
                    <a:pt x="2106072" y="1325169"/>
                  </a:lnTo>
                  <a:lnTo>
                    <a:pt x="2146315" y="1250466"/>
                  </a:lnTo>
                  <a:lnTo>
                    <a:pt x="2186686" y="1175023"/>
                  </a:lnTo>
                  <a:lnTo>
                    <a:pt x="2227076" y="1099473"/>
                  </a:lnTo>
                  <a:lnTo>
                    <a:pt x="2267374" y="1024454"/>
                  </a:lnTo>
                  <a:lnTo>
                    <a:pt x="2307475" y="950585"/>
                  </a:lnTo>
                  <a:lnTo>
                    <a:pt x="2347292" y="878446"/>
                  </a:lnTo>
                  <a:lnTo>
                    <a:pt x="2386756" y="808558"/>
                  </a:lnTo>
                  <a:lnTo>
                    <a:pt x="2425830" y="741370"/>
                  </a:lnTo>
                  <a:lnTo>
                    <a:pt x="2464511" y="677250"/>
                  </a:lnTo>
                  <a:lnTo>
                    <a:pt x="2502835" y="616477"/>
                  </a:lnTo>
                  <a:lnTo>
                    <a:pt x="2540883" y="559241"/>
                  </a:lnTo>
                  <a:lnTo>
                    <a:pt x="2578780" y="505645"/>
                  </a:lnTo>
                  <a:lnTo>
                    <a:pt x="2616710" y="455713"/>
                  </a:lnTo>
                  <a:lnTo>
                    <a:pt x="2654912" y="409397"/>
                  </a:lnTo>
                  <a:lnTo>
                    <a:pt x="2667772" y="394728"/>
                  </a:lnTo>
                  <a:lnTo>
                    <a:pt x="2714972" y="344970"/>
                  </a:lnTo>
                  <a:lnTo>
                    <a:pt x="2763813" y="300299"/>
                  </a:lnTo>
                  <a:lnTo>
                    <a:pt x="2815085" y="260441"/>
                  </a:lnTo>
                  <a:lnTo>
                    <a:pt x="2869667" y="224944"/>
                  </a:lnTo>
                  <a:lnTo>
                    <a:pt x="2928455" y="193302"/>
                  </a:lnTo>
                  <a:lnTo>
                    <a:pt x="2992276" y="165031"/>
                  </a:lnTo>
                  <a:lnTo>
                    <a:pt x="3061790" y="139708"/>
                  </a:lnTo>
                  <a:lnTo>
                    <a:pt x="3137351" y="116997"/>
                  </a:lnTo>
                  <a:lnTo>
                    <a:pt x="3218827" y="96656"/>
                  </a:lnTo>
                  <a:lnTo>
                    <a:pt x="3305393" y="78543"/>
                  </a:lnTo>
                  <a:lnTo>
                    <a:pt x="3395326" y="62604"/>
                  </a:lnTo>
                  <a:lnTo>
                    <a:pt x="3485888" y="48858"/>
                  </a:lnTo>
                  <a:lnTo>
                    <a:pt x="3573400" y="37358"/>
                  </a:lnTo>
                  <a:lnTo>
                    <a:pt x="3653602" y="28141"/>
                  </a:lnTo>
                  <a:lnTo>
                    <a:pt x="3722323" y="21173"/>
                  </a:lnTo>
                  <a:lnTo>
                    <a:pt x="3776335" y="16304"/>
                  </a:lnTo>
                  <a:lnTo>
                    <a:pt x="3814144" y="13256"/>
                  </a:lnTo>
                  <a:lnTo>
                    <a:pt x="3836446" y="11641"/>
                  </a:lnTo>
                  <a:lnTo>
                    <a:pt x="3846154" y="11006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67" y="10986"/>
                  </a:lnTo>
                  <a:lnTo>
                    <a:pt x="4393764" y="11677"/>
                  </a:lnTo>
                  <a:lnTo>
                    <a:pt x="4408893" y="13590"/>
                  </a:lnTo>
                  <a:lnTo>
                    <a:pt x="4435963" y="17354"/>
                  </a:lnTo>
                  <a:lnTo>
                    <a:pt x="4476347" y="23556"/>
                  </a:lnTo>
                  <a:lnTo>
                    <a:pt x="4529876" y="32672"/>
                  </a:lnTo>
                  <a:lnTo>
                    <a:pt x="4594955" y="45028"/>
                  </a:lnTo>
                  <a:lnTo>
                    <a:pt x="4668938" y="60789"/>
                  </a:lnTo>
                  <a:lnTo>
                    <a:pt x="4748640" y="79982"/>
                  </a:lnTo>
                  <a:lnTo>
                    <a:pt x="4830867" y="102552"/>
                  </a:lnTo>
                  <a:lnTo>
                    <a:pt x="4912826" y="128426"/>
                  </a:lnTo>
                  <a:lnTo>
                    <a:pt x="4992356" y="157566"/>
                  </a:lnTo>
                  <a:lnTo>
                    <a:pt x="5067992" y="190019"/>
                  </a:lnTo>
                  <a:lnTo>
                    <a:pt x="5138916" y="225938"/>
                  </a:lnTo>
                  <a:lnTo>
                    <a:pt x="5204834" y="265595"/>
                  </a:lnTo>
                  <a:lnTo>
                    <a:pt x="5265850" y="309385"/>
                  </a:lnTo>
                  <a:lnTo>
                    <a:pt x="5322336" y="357818"/>
                  </a:lnTo>
                  <a:lnTo>
                    <a:pt x="5374836" y="411501"/>
                  </a:lnTo>
                  <a:lnTo>
                    <a:pt x="5423990" y="471109"/>
                  </a:lnTo>
                  <a:lnTo>
                    <a:pt x="5470470" y="537333"/>
                  </a:lnTo>
                  <a:lnTo>
                    <a:pt x="5514937" y="610792"/>
                  </a:lnTo>
                  <a:lnTo>
                    <a:pt x="5557989" y="691885"/>
                  </a:lnTo>
                  <a:lnTo>
                    <a:pt x="5567201" y="710511"/>
                  </a:lnTo>
                  <a:lnTo>
                    <a:pt x="5597221" y="774249"/>
                  </a:lnTo>
                  <a:lnTo>
                    <a:pt x="5626977" y="841953"/>
                  </a:lnTo>
                  <a:lnTo>
                    <a:pt x="5656605" y="913704"/>
                  </a:lnTo>
                  <a:lnTo>
                    <a:pt x="5686216" y="989537"/>
                  </a:lnTo>
                  <a:lnTo>
                    <a:pt x="5715899" y="1069438"/>
                  </a:lnTo>
                  <a:lnTo>
                    <a:pt x="5745723" y="1153341"/>
                  </a:lnTo>
                  <a:lnTo>
                    <a:pt x="5775738" y="1241120"/>
                  </a:lnTo>
                  <a:lnTo>
                    <a:pt x="5805976" y="1332591"/>
                  </a:lnTo>
                  <a:lnTo>
                    <a:pt x="5836454" y="1427509"/>
                  </a:lnTo>
                  <a:lnTo>
                    <a:pt x="5867174" y="1525570"/>
                  </a:lnTo>
                  <a:lnTo>
                    <a:pt x="5898124" y="1626410"/>
                  </a:lnTo>
                  <a:lnTo>
                    <a:pt x="5929281" y="1729613"/>
                  </a:lnTo>
                  <a:lnTo>
                    <a:pt x="5960610" y="1834716"/>
                  </a:lnTo>
                  <a:lnTo>
                    <a:pt x="5992069" y="1941217"/>
                  </a:lnTo>
                  <a:lnTo>
                    <a:pt x="6023611" y="2048585"/>
                  </a:lnTo>
                  <a:lnTo>
                    <a:pt x="6055183" y="2156269"/>
                  </a:lnTo>
                  <a:lnTo>
                    <a:pt x="6086731" y="2263712"/>
                  </a:lnTo>
                  <a:lnTo>
                    <a:pt x="6118205" y="2370363"/>
                  </a:lnTo>
                  <a:lnTo>
                    <a:pt x="6149554" y="2475687"/>
                  </a:lnTo>
                  <a:lnTo>
                    <a:pt x="6180736" y="2579177"/>
                  </a:lnTo>
                  <a:lnTo>
                    <a:pt x="6211716" y="2680364"/>
                  </a:lnTo>
                  <a:lnTo>
                    <a:pt x="6242468" y="2778826"/>
                  </a:lnTo>
                  <a:lnTo>
                    <a:pt x="6272980" y="2874191"/>
                  </a:lnTo>
                  <a:lnTo>
                    <a:pt x="6303250" y="2966148"/>
                  </a:lnTo>
                  <a:lnTo>
                    <a:pt x="6333293" y="3054442"/>
                  </a:lnTo>
                  <a:lnTo>
                    <a:pt x="6363141" y="3138881"/>
                  </a:lnTo>
                  <a:lnTo>
                    <a:pt x="6392840" y="3219332"/>
                  </a:lnTo>
                  <a:lnTo>
                    <a:pt x="6422456" y="3295721"/>
                  </a:lnTo>
                  <a:lnTo>
                    <a:pt x="6452076" y="3368027"/>
                  </a:lnTo>
                  <a:lnTo>
                    <a:pt x="6481807" y="3436279"/>
                  </a:lnTo>
                  <a:lnTo>
                    <a:pt x="6511781" y="3500550"/>
                  </a:lnTo>
                  <a:lnTo>
                    <a:pt x="6515891" y="3509002"/>
                  </a:lnTo>
                  <a:lnTo>
                    <a:pt x="6558705" y="3591767"/>
                  </a:lnTo>
                  <a:lnTo>
                    <a:pt x="6602817" y="3666861"/>
                  </a:lnTo>
                  <a:lnTo>
                    <a:pt x="6648805" y="3734609"/>
                  </a:lnTo>
                  <a:lnTo>
                    <a:pt x="6697320" y="3795596"/>
                  </a:lnTo>
                  <a:lnTo>
                    <a:pt x="6749038" y="3850506"/>
                  </a:lnTo>
                  <a:lnTo>
                    <a:pt x="6804608" y="3900025"/>
                  </a:lnTo>
                  <a:lnTo>
                    <a:pt x="6864601" y="3944776"/>
                  </a:lnTo>
                  <a:lnTo>
                    <a:pt x="6929435" y="3985293"/>
                  </a:lnTo>
                  <a:lnTo>
                    <a:pt x="6999281" y="4021996"/>
                  </a:lnTo>
                  <a:lnTo>
                    <a:pt x="7073944" y="4055184"/>
                  </a:lnTo>
                  <a:lnTo>
                    <a:pt x="7152728" y="4085037"/>
                  </a:lnTo>
                  <a:lnTo>
                    <a:pt x="7234319" y="4111621"/>
                  </a:lnTo>
                  <a:lnTo>
                    <a:pt x="7316706" y="4134914"/>
                  </a:lnTo>
                  <a:lnTo>
                    <a:pt x="7397219" y="4154847"/>
                  </a:lnTo>
                  <a:lnTo>
                    <a:pt x="7472723" y="4171355"/>
                  </a:lnTo>
                  <a:lnTo>
                    <a:pt x="7539988" y="4184442"/>
                  </a:lnTo>
                  <a:lnTo>
                    <a:pt x="7596203" y="4194239"/>
                  </a:lnTo>
                  <a:lnTo>
                    <a:pt x="7639509" y="4201038"/>
                  </a:lnTo>
                  <a:lnTo>
                    <a:pt x="7669407" y="4205285"/>
                  </a:lnTo>
                  <a:lnTo>
                    <a:pt x="7686937" y="4207546"/>
                  </a:lnTo>
                  <a:lnTo>
                    <a:pt x="7694613" y="4208449"/>
                  </a:lnTo>
                  <a:lnTo>
                    <a:pt x="7696237" y="4208624"/>
                  </a:lnTo>
                  <a:lnTo>
                    <a:pt x="8234974" y="4208624"/>
                  </a:lnTo>
                  <a:lnTo>
                    <a:pt x="8234974" y="4197735"/>
                  </a:lnTo>
                  <a:lnTo>
                    <a:pt x="7696237" y="4197735"/>
                  </a:lnTo>
                  <a:lnTo>
                    <a:pt x="7695326" y="4197638"/>
                  </a:lnTo>
                  <a:lnTo>
                    <a:pt x="7689328" y="4196947"/>
                  </a:lnTo>
                  <a:lnTo>
                    <a:pt x="7674200" y="4195034"/>
                  </a:lnTo>
                  <a:lnTo>
                    <a:pt x="7647129" y="4191270"/>
                  </a:lnTo>
                  <a:lnTo>
                    <a:pt x="7606745" y="4185068"/>
                  </a:lnTo>
                  <a:lnTo>
                    <a:pt x="7553217" y="4175952"/>
                  </a:lnTo>
                  <a:lnTo>
                    <a:pt x="7488137" y="4163596"/>
                  </a:lnTo>
                  <a:lnTo>
                    <a:pt x="7414154" y="4147835"/>
                  </a:lnTo>
                  <a:lnTo>
                    <a:pt x="7334452" y="4128642"/>
                  </a:lnTo>
                  <a:lnTo>
                    <a:pt x="7252225" y="4106072"/>
                  </a:lnTo>
                  <a:lnTo>
                    <a:pt x="7170266" y="4080198"/>
                  </a:lnTo>
                  <a:lnTo>
                    <a:pt x="7090737" y="4051057"/>
                  </a:lnTo>
                  <a:lnTo>
                    <a:pt x="7015101" y="4018604"/>
                  </a:lnTo>
                  <a:lnTo>
                    <a:pt x="6944177" y="3982686"/>
                  </a:lnTo>
                  <a:lnTo>
                    <a:pt x="6878258" y="3943029"/>
                  </a:lnTo>
                  <a:lnTo>
                    <a:pt x="6817243" y="3899239"/>
                  </a:lnTo>
                  <a:lnTo>
                    <a:pt x="6760757" y="3850806"/>
                  </a:lnTo>
                  <a:lnTo>
                    <a:pt x="6708256" y="3797123"/>
                  </a:lnTo>
                  <a:lnTo>
                    <a:pt x="6659102" y="3737515"/>
                  </a:lnTo>
                  <a:lnTo>
                    <a:pt x="6612622" y="3671291"/>
                  </a:lnTo>
                  <a:lnTo>
                    <a:pt x="6568155" y="3597832"/>
                  </a:lnTo>
                  <a:lnTo>
                    <a:pt x="6525103" y="3516739"/>
                  </a:lnTo>
                  <a:lnTo>
                    <a:pt x="6515891" y="3498113"/>
                  </a:lnTo>
                  <a:lnTo>
                    <a:pt x="6485872" y="3434375"/>
                  </a:lnTo>
                  <a:lnTo>
                    <a:pt x="6456116" y="3366671"/>
                  </a:lnTo>
                  <a:lnTo>
                    <a:pt x="6426488" y="3294920"/>
                  </a:lnTo>
                  <a:lnTo>
                    <a:pt x="6396876" y="3219087"/>
                  </a:lnTo>
                  <a:lnTo>
                    <a:pt x="6367193" y="3139185"/>
                  </a:lnTo>
                  <a:lnTo>
                    <a:pt x="6337369" y="3055283"/>
                  </a:lnTo>
                  <a:lnTo>
                    <a:pt x="6307354" y="2967504"/>
                  </a:lnTo>
                  <a:lnTo>
                    <a:pt x="6277116" y="2876033"/>
                  </a:lnTo>
                  <a:lnTo>
                    <a:pt x="6246638" y="2781115"/>
                  </a:lnTo>
                  <a:lnTo>
                    <a:pt x="6215918" y="2683054"/>
                  </a:lnTo>
                  <a:lnTo>
                    <a:pt x="6184968" y="2582214"/>
                  </a:lnTo>
                  <a:lnTo>
                    <a:pt x="6153812" y="2479011"/>
                  </a:lnTo>
                  <a:lnTo>
                    <a:pt x="6122483" y="2373908"/>
                  </a:lnTo>
                  <a:lnTo>
                    <a:pt x="6091023" y="2267406"/>
                  </a:lnTo>
                  <a:lnTo>
                    <a:pt x="6059482" y="2160039"/>
                  </a:lnTo>
                  <a:lnTo>
                    <a:pt x="6027910" y="2052355"/>
                  </a:lnTo>
                  <a:lnTo>
                    <a:pt x="5996361" y="1944912"/>
                  </a:lnTo>
                  <a:lnTo>
                    <a:pt x="5964888" y="1838261"/>
                  </a:lnTo>
                  <a:lnTo>
                    <a:pt x="5933538" y="1732937"/>
                  </a:lnTo>
                  <a:lnTo>
                    <a:pt x="5902356" y="1629447"/>
                  </a:lnTo>
                  <a:lnTo>
                    <a:pt x="5871376" y="1528260"/>
                  </a:lnTo>
                  <a:lnTo>
                    <a:pt x="5840624" y="1429798"/>
                  </a:lnTo>
                  <a:lnTo>
                    <a:pt x="5810113" y="1334432"/>
                  </a:lnTo>
                  <a:lnTo>
                    <a:pt x="5779843" y="1242476"/>
                  </a:lnTo>
                  <a:lnTo>
                    <a:pt x="5749799" y="1154182"/>
                  </a:lnTo>
                  <a:lnTo>
                    <a:pt x="5719952" y="1069743"/>
                  </a:lnTo>
                  <a:lnTo>
                    <a:pt x="5690253" y="989291"/>
                  </a:lnTo>
                  <a:lnTo>
                    <a:pt x="5660636" y="912902"/>
                  </a:lnTo>
                  <a:lnTo>
                    <a:pt x="5631017" y="840597"/>
                  </a:lnTo>
                  <a:lnTo>
                    <a:pt x="5601286" y="772345"/>
                  </a:lnTo>
                  <a:lnTo>
                    <a:pt x="5571311" y="708073"/>
                  </a:lnTo>
                  <a:lnTo>
                    <a:pt x="5567201" y="699622"/>
                  </a:lnTo>
                  <a:lnTo>
                    <a:pt x="5524388" y="616857"/>
                  </a:lnTo>
                  <a:lnTo>
                    <a:pt x="5480276" y="541763"/>
                  </a:lnTo>
                  <a:lnTo>
                    <a:pt x="5434288" y="474015"/>
                  </a:lnTo>
                  <a:lnTo>
                    <a:pt x="5385772" y="413028"/>
                  </a:lnTo>
                  <a:lnTo>
                    <a:pt x="5334054" y="358117"/>
                  </a:lnTo>
                  <a:lnTo>
                    <a:pt x="5278484" y="308599"/>
                  </a:lnTo>
                  <a:lnTo>
                    <a:pt x="5218491" y="263848"/>
                  </a:lnTo>
                  <a:lnTo>
                    <a:pt x="5153657" y="223331"/>
                  </a:lnTo>
                  <a:lnTo>
                    <a:pt x="5083811" y="186628"/>
                  </a:lnTo>
                  <a:lnTo>
                    <a:pt x="5009149" y="153440"/>
                  </a:lnTo>
                  <a:lnTo>
                    <a:pt x="4930364" y="123587"/>
                  </a:lnTo>
                  <a:lnTo>
                    <a:pt x="4848773" y="97003"/>
                  </a:lnTo>
                  <a:lnTo>
                    <a:pt x="4766386" y="73709"/>
                  </a:lnTo>
                  <a:lnTo>
                    <a:pt x="4685873" y="53777"/>
                  </a:lnTo>
                  <a:lnTo>
                    <a:pt x="4610370" y="37269"/>
                  </a:lnTo>
                  <a:lnTo>
                    <a:pt x="4543105" y="24182"/>
                  </a:lnTo>
                  <a:lnTo>
                    <a:pt x="4486889" y="14385"/>
                  </a:lnTo>
                  <a:lnTo>
                    <a:pt x="4443583" y="7586"/>
                  </a:lnTo>
                  <a:lnTo>
                    <a:pt x="4413685" y="3339"/>
                  </a:lnTo>
                  <a:lnTo>
                    <a:pt x="4396156" y="1078"/>
                  </a:lnTo>
                  <a:lnTo>
                    <a:pt x="4388480" y="1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1"/>
                  </a:lnTo>
                  <a:lnTo>
                    <a:pt x="3839000" y="579"/>
                  </a:lnTo>
                  <a:lnTo>
                    <a:pt x="3819234" y="1984"/>
                  </a:lnTo>
                  <a:lnTo>
                    <a:pt x="3784327" y="4744"/>
                  </a:lnTo>
                  <a:lnTo>
                    <a:pt x="3733174" y="9261"/>
                  </a:lnTo>
                  <a:lnTo>
                    <a:pt x="3666898" y="15838"/>
                  </a:lnTo>
                  <a:lnTo>
                    <a:pt x="3588465" y="24646"/>
                  </a:lnTo>
                  <a:lnTo>
                    <a:pt x="3501944" y="35737"/>
                  </a:lnTo>
                  <a:lnTo>
                    <a:pt x="3411635" y="49084"/>
                  </a:lnTo>
                  <a:lnTo>
                    <a:pt x="3321358" y="64632"/>
                  </a:lnTo>
                  <a:lnTo>
                    <a:pt x="3234032" y="82353"/>
                  </a:lnTo>
                  <a:lnTo>
                    <a:pt x="3151558" y="102286"/>
                  </a:lnTo>
                  <a:lnTo>
                    <a:pt x="3074908" y="124557"/>
                  </a:lnTo>
                  <a:lnTo>
                    <a:pt x="3004323" y="149389"/>
                  </a:lnTo>
                  <a:lnTo>
                    <a:pt x="2939521" y="177102"/>
                  </a:lnTo>
                  <a:lnTo>
                    <a:pt x="2879887" y="208105"/>
                  </a:lnTo>
                  <a:lnTo>
                    <a:pt x="2824615" y="242872"/>
                  </a:lnTo>
                  <a:lnTo>
                    <a:pt x="2772815" y="281910"/>
                  </a:lnTo>
                  <a:lnTo>
                    <a:pt x="2723600" y="325690"/>
                  </a:lnTo>
                  <a:lnTo>
                    <a:pt x="2676156" y="374529"/>
                  </a:lnTo>
                  <a:lnTo>
                    <a:pt x="2667772" y="383839"/>
                  </a:lnTo>
                  <a:lnTo>
                    <a:pt x="2629414" y="428971"/>
                  </a:lnTo>
                  <a:lnTo>
                    <a:pt x="2591424" y="477687"/>
                  </a:lnTo>
                  <a:lnTo>
                    <a:pt x="2553538" y="530059"/>
                  </a:lnTo>
                  <a:lnTo>
                    <a:pt x="2515557" y="586088"/>
                  </a:lnTo>
                  <a:lnTo>
                    <a:pt x="2477337" y="645698"/>
                  </a:lnTo>
                  <a:lnTo>
                    <a:pt x="2438781" y="708727"/>
                  </a:lnTo>
                  <a:lnTo>
                    <a:pt x="2399839" y="774928"/>
                  </a:lnTo>
                  <a:lnTo>
                    <a:pt x="2360503" y="843961"/>
                  </a:lnTo>
                  <a:lnTo>
                    <a:pt x="2320798" y="915403"/>
                  </a:lnTo>
                  <a:lnTo>
                    <a:pt x="2280783" y="988757"/>
                  </a:lnTo>
                  <a:lnTo>
                    <a:pt x="2240539" y="1063460"/>
                  </a:lnTo>
                  <a:lnTo>
                    <a:pt x="2200168" y="1138903"/>
                  </a:lnTo>
                  <a:lnTo>
                    <a:pt x="2159778" y="1214453"/>
                  </a:lnTo>
                  <a:lnTo>
                    <a:pt x="2119481" y="1289472"/>
                  </a:lnTo>
                  <a:lnTo>
                    <a:pt x="2079379" y="1363341"/>
                  </a:lnTo>
                  <a:lnTo>
                    <a:pt x="2039563" y="1435480"/>
                  </a:lnTo>
                  <a:lnTo>
                    <a:pt x="2000099" y="1505368"/>
                  </a:lnTo>
                  <a:lnTo>
                    <a:pt x="1961025" y="1572556"/>
                  </a:lnTo>
                  <a:lnTo>
                    <a:pt x="1922343" y="1636676"/>
                  </a:lnTo>
                  <a:lnTo>
                    <a:pt x="1884019" y="1697449"/>
                  </a:lnTo>
                  <a:lnTo>
                    <a:pt x="1845972" y="1754685"/>
                  </a:lnTo>
                  <a:lnTo>
                    <a:pt x="1808074" y="1808281"/>
                  </a:lnTo>
                  <a:lnTo>
                    <a:pt x="1770145" y="1858213"/>
                  </a:lnTo>
                  <a:lnTo>
                    <a:pt x="1731943" y="1904529"/>
                  </a:lnTo>
                  <a:lnTo>
                    <a:pt x="1719082" y="1919198"/>
                  </a:lnTo>
                  <a:lnTo>
                    <a:pt x="1671882" y="1968956"/>
                  </a:lnTo>
                  <a:lnTo>
                    <a:pt x="1623041" y="2013627"/>
                  </a:lnTo>
                  <a:lnTo>
                    <a:pt x="1571770" y="2053485"/>
                  </a:lnTo>
                  <a:lnTo>
                    <a:pt x="1517188" y="2088982"/>
                  </a:lnTo>
                  <a:lnTo>
                    <a:pt x="1458400" y="2120624"/>
                  </a:lnTo>
                  <a:lnTo>
                    <a:pt x="1394578" y="2148895"/>
                  </a:lnTo>
                  <a:lnTo>
                    <a:pt x="1325064" y="2174218"/>
                  </a:lnTo>
                  <a:lnTo>
                    <a:pt x="1249504" y="2196929"/>
                  </a:lnTo>
                  <a:lnTo>
                    <a:pt x="1168027" y="2217270"/>
                  </a:lnTo>
                  <a:lnTo>
                    <a:pt x="1081462" y="2235383"/>
                  </a:lnTo>
                  <a:lnTo>
                    <a:pt x="991529" y="2251322"/>
                  </a:lnTo>
                  <a:lnTo>
                    <a:pt x="900967" y="2265068"/>
                  </a:lnTo>
                  <a:lnTo>
                    <a:pt x="813455" y="2276568"/>
                  </a:lnTo>
                  <a:lnTo>
                    <a:pt x="733252" y="2285785"/>
                  </a:lnTo>
                  <a:lnTo>
                    <a:pt x="664531" y="2292754"/>
                  </a:lnTo>
                  <a:lnTo>
                    <a:pt x="610519" y="2297622"/>
                  </a:lnTo>
                  <a:lnTo>
                    <a:pt x="572711" y="2300670"/>
                  </a:lnTo>
                  <a:lnTo>
                    <a:pt x="550408" y="2302285"/>
                  </a:lnTo>
                  <a:lnTo>
                    <a:pt x="540701" y="2302920"/>
                  </a:lnTo>
                  <a:lnTo>
                    <a:pt x="538736" y="2303037"/>
                  </a:lnTo>
                  <a:lnTo>
                    <a:pt x="0" y="230303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10" name="pl1110"/>
            <p:cNvSpPr/>
            <p:nvPr/>
          </p:nvSpPr>
          <p:spPr>
            <a:xfrm>
              <a:off x="546595" y="1120685"/>
              <a:ext cx="8234974" cy="4197735"/>
            </a:xfrm>
            <a:custGeom>
              <a:avLst/>
              <a:pathLst>
                <a:path w="8234974" h="4197735">
                  <a:moveTo>
                    <a:pt x="0" y="2303037"/>
                  </a:moveTo>
                  <a:lnTo>
                    <a:pt x="538736" y="2303037"/>
                  </a:lnTo>
                  <a:lnTo>
                    <a:pt x="539946" y="2302966"/>
                  </a:lnTo>
                  <a:lnTo>
                    <a:pt x="547855" y="2302458"/>
                  </a:lnTo>
                  <a:lnTo>
                    <a:pt x="567621" y="2301053"/>
                  </a:lnTo>
                  <a:lnTo>
                    <a:pt x="602527" y="2298293"/>
                  </a:lnTo>
                  <a:lnTo>
                    <a:pt x="653680" y="2293776"/>
                  </a:lnTo>
                  <a:lnTo>
                    <a:pt x="719957" y="2287199"/>
                  </a:lnTo>
                  <a:lnTo>
                    <a:pt x="798389" y="2278391"/>
                  </a:lnTo>
                  <a:lnTo>
                    <a:pt x="884911" y="2267300"/>
                  </a:lnTo>
                  <a:lnTo>
                    <a:pt x="975219" y="2253953"/>
                  </a:lnTo>
                  <a:lnTo>
                    <a:pt x="1065496" y="2238405"/>
                  </a:lnTo>
                  <a:lnTo>
                    <a:pt x="1152822" y="2220684"/>
                  </a:lnTo>
                  <a:lnTo>
                    <a:pt x="1235297" y="2200751"/>
                  </a:lnTo>
                  <a:lnTo>
                    <a:pt x="1311946" y="2178480"/>
                  </a:lnTo>
                  <a:lnTo>
                    <a:pt x="1382531" y="2153648"/>
                  </a:lnTo>
                  <a:lnTo>
                    <a:pt x="1447333" y="2125935"/>
                  </a:lnTo>
                  <a:lnTo>
                    <a:pt x="1506967" y="2094932"/>
                  </a:lnTo>
                  <a:lnTo>
                    <a:pt x="1562240" y="2060165"/>
                  </a:lnTo>
                  <a:lnTo>
                    <a:pt x="1614039" y="2021127"/>
                  </a:lnTo>
                  <a:lnTo>
                    <a:pt x="1663255" y="1977347"/>
                  </a:lnTo>
                  <a:lnTo>
                    <a:pt x="1710698" y="1928508"/>
                  </a:lnTo>
                  <a:lnTo>
                    <a:pt x="1719082" y="1919198"/>
                  </a:lnTo>
                  <a:lnTo>
                    <a:pt x="1757440" y="1874066"/>
                  </a:lnTo>
                  <a:lnTo>
                    <a:pt x="1795431" y="1825350"/>
                  </a:lnTo>
                  <a:lnTo>
                    <a:pt x="1833316" y="1772978"/>
                  </a:lnTo>
                  <a:lnTo>
                    <a:pt x="1871297" y="1716949"/>
                  </a:lnTo>
                  <a:lnTo>
                    <a:pt x="1909518" y="1657339"/>
                  </a:lnTo>
                  <a:lnTo>
                    <a:pt x="1948074" y="1594309"/>
                  </a:lnTo>
                  <a:lnTo>
                    <a:pt x="1987015" y="1528109"/>
                  </a:lnTo>
                  <a:lnTo>
                    <a:pt x="2026352" y="1459076"/>
                  </a:lnTo>
                  <a:lnTo>
                    <a:pt x="2066057" y="1387634"/>
                  </a:lnTo>
                  <a:lnTo>
                    <a:pt x="2106072" y="1314280"/>
                  </a:lnTo>
                  <a:lnTo>
                    <a:pt x="2146315" y="1239577"/>
                  </a:lnTo>
                  <a:lnTo>
                    <a:pt x="2186686" y="1164134"/>
                  </a:lnTo>
                  <a:lnTo>
                    <a:pt x="2227076" y="1088584"/>
                  </a:lnTo>
                  <a:lnTo>
                    <a:pt x="2267374" y="1013565"/>
                  </a:lnTo>
                  <a:lnTo>
                    <a:pt x="2307475" y="939696"/>
                  </a:lnTo>
                  <a:lnTo>
                    <a:pt x="2347292" y="867557"/>
                  </a:lnTo>
                  <a:lnTo>
                    <a:pt x="2386756" y="797669"/>
                  </a:lnTo>
                  <a:lnTo>
                    <a:pt x="2425830" y="730481"/>
                  </a:lnTo>
                  <a:lnTo>
                    <a:pt x="2464511" y="666361"/>
                  </a:lnTo>
                  <a:lnTo>
                    <a:pt x="2502835" y="605588"/>
                  </a:lnTo>
                  <a:lnTo>
                    <a:pt x="2540883" y="548352"/>
                  </a:lnTo>
                  <a:lnTo>
                    <a:pt x="2578780" y="494756"/>
                  </a:lnTo>
                  <a:lnTo>
                    <a:pt x="2616710" y="444824"/>
                  </a:lnTo>
                  <a:lnTo>
                    <a:pt x="2654912" y="398508"/>
                  </a:lnTo>
                  <a:lnTo>
                    <a:pt x="2667772" y="383839"/>
                  </a:lnTo>
                  <a:lnTo>
                    <a:pt x="2714972" y="334081"/>
                  </a:lnTo>
                  <a:lnTo>
                    <a:pt x="2763813" y="289410"/>
                  </a:lnTo>
                  <a:lnTo>
                    <a:pt x="2815085" y="249552"/>
                  </a:lnTo>
                  <a:lnTo>
                    <a:pt x="2869667" y="214055"/>
                  </a:lnTo>
                  <a:lnTo>
                    <a:pt x="2928455" y="182413"/>
                  </a:lnTo>
                  <a:lnTo>
                    <a:pt x="2992276" y="154142"/>
                  </a:lnTo>
                  <a:lnTo>
                    <a:pt x="3061790" y="128819"/>
                  </a:lnTo>
                  <a:lnTo>
                    <a:pt x="3137351" y="106108"/>
                  </a:lnTo>
                  <a:lnTo>
                    <a:pt x="3218827" y="85767"/>
                  </a:lnTo>
                  <a:lnTo>
                    <a:pt x="3305393" y="67654"/>
                  </a:lnTo>
                  <a:lnTo>
                    <a:pt x="3395326" y="51715"/>
                  </a:lnTo>
                  <a:lnTo>
                    <a:pt x="3485888" y="37969"/>
                  </a:lnTo>
                  <a:lnTo>
                    <a:pt x="3573400" y="26469"/>
                  </a:lnTo>
                  <a:lnTo>
                    <a:pt x="3653602" y="17252"/>
                  </a:lnTo>
                  <a:lnTo>
                    <a:pt x="3722323" y="10283"/>
                  </a:lnTo>
                  <a:lnTo>
                    <a:pt x="3776335" y="5415"/>
                  </a:lnTo>
                  <a:lnTo>
                    <a:pt x="3814144" y="2367"/>
                  </a:lnTo>
                  <a:lnTo>
                    <a:pt x="3836446" y="752"/>
                  </a:lnTo>
                  <a:lnTo>
                    <a:pt x="3846154" y="117"/>
                  </a:lnTo>
                  <a:lnTo>
                    <a:pt x="3848111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67" y="97"/>
                  </a:lnTo>
                  <a:lnTo>
                    <a:pt x="4393764" y="788"/>
                  </a:lnTo>
                  <a:lnTo>
                    <a:pt x="4408893" y="2701"/>
                  </a:lnTo>
                  <a:lnTo>
                    <a:pt x="4435963" y="6465"/>
                  </a:lnTo>
                  <a:lnTo>
                    <a:pt x="4476347" y="12667"/>
                  </a:lnTo>
                  <a:lnTo>
                    <a:pt x="4529876" y="21783"/>
                  </a:lnTo>
                  <a:lnTo>
                    <a:pt x="4594955" y="34139"/>
                  </a:lnTo>
                  <a:lnTo>
                    <a:pt x="4668938" y="49900"/>
                  </a:lnTo>
                  <a:lnTo>
                    <a:pt x="4748640" y="69092"/>
                  </a:lnTo>
                  <a:lnTo>
                    <a:pt x="4830867" y="91663"/>
                  </a:lnTo>
                  <a:lnTo>
                    <a:pt x="4912826" y="117537"/>
                  </a:lnTo>
                  <a:lnTo>
                    <a:pt x="4992356" y="146677"/>
                  </a:lnTo>
                  <a:lnTo>
                    <a:pt x="5067992" y="179130"/>
                  </a:lnTo>
                  <a:lnTo>
                    <a:pt x="5138916" y="215049"/>
                  </a:lnTo>
                  <a:lnTo>
                    <a:pt x="5204834" y="254706"/>
                  </a:lnTo>
                  <a:lnTo>
                    <a:pt x="5265850" y="298496"/>
                  </a:lnTo>
                  <a:lnTo>
                    <a:pt x="5322336" y="346929"/>
                  </a:lnTo>
                  <a:lnTo>
                    <a:pt x="5374836" y="400612"/>
                  </a:lnTo>
                  <a:lnTo>
                    <a:pt x="5423990" y="460220"/>
                  </a:lnTo>
                  <a:lnTo>
                    <a:pt x="5470470" y="526444"/>
                  </a:lnTo>
                  <a:lnTo>
                    <a:pt x="5514937" y="599903"/>
                  </a:lnTo>
                  <a:lnTo>
                    <a:pt x="5557989" y="680996"/>
                  </a:lnTo>
                  <a:lnTo>
                    <a:pt x="5567201" y="699622"/>
                  </a:lnTo>
                  <a:lnTo>
                    <a:pt x="5597221" y="763360"/>
                  </a:lnTo>
                  <a:lnTo>
                    <a:pt x="5626977" y="831064"/>
                  </a:lnTo>
                  <a:lnTo>
                    <a:pt x="5656605" y="902815"/>
                  </a:lnTo>
                  <a:lnTo>
                    <a:pt x="5686216" y="978648"/>
                  </a:lnTo>
                  <a:lnTo>
                    <a:pt x="5715899" y="1058549"/>
                  </a:lnTo>
                  <a:lnTo>
                    <a:pt x="5745723" y="1142452"/>
                  </a:lnTo>
                  <a:lnTo>
                    <a:pt x="5775738" y="1230231"/>
                  </a:lnTo>
                  <a:lnTo>
                    <a:pt x="5805976" y="1321702"/>
                  </a:lnTo>
                  <a:lnTo>
                    <a:pt x="5836454" y="1416620"/>
                  </a:lnTo>
                  <a:lnTo>
                    <a:pt x="5867174" y="1514681"/>
                  </a:lnTo>
                  <a:lnTo>
                    <a:pt x="5898124" y="1615521"/>
                  </a:lnTo>
                  <a:lnTo>
                    <a:pt x="5929281" y="1718724"/>
                  </a:lnTo>
                  <a:lnTo>
                    <a:pt x="5960610" y="1823827"/>
                  </a:lnTo>
                  <a:lnTo>
                    <a:pt x="5992069" y="1930328"/>
                  </a:lnTo>
                  <a:lnTo>
                    <a:pt x="6023611" y="2037696"/>
                  </a:lnTo>
                  <a:lnTo>
                    <a:pt x="6055183" y="2145380"/>
                  </a:lnTo>
                  <a:lnTo>
                    <a:pt x="6086731" y="2252823"/>
                  </a:lnTo>
                  <a:lnTo>
                    <a:pt x="6118205" y="2359474"/>
                  </a:lnTo>
                  <a:lnTo>
                    <a:pt x="6149554" y="2464798"/>
                  </a:lnTo>
                  <a:lnTo>
                    <a:pt x="6180736" y="2568288"/>
                  </a:lnTo>
                  <a:lnTo>
                    <a:pt x="6211716" y="2669475"/>
                  </a:lnTo>
                  <a:lnTo>
                    <a:pt x="6242468" y="2767937"/>
                  </a:lnTo>
                  <a:lnTo>
                    <a:pt x="6272980" y="2863302"/>
                  </a:lnTo>
                  <a:lnTo>
                    <a:pt x="6303250" y="2955259"/>
                  </a:lnTo>
                  <a:lnTo>
                    <a:pt x="6333293" y="3043553"/>
                  </a:lnTo>
                  <a:lnTo>
                    <a:pt x="6363141" y="3127992"/>
                  </a:lnTo>
                  <a:lnTo>
                    <a:pt x="6392840" y="3208443"/>
                  </a:lnTo>
                  <a:lnTo>
                    <a:pt x="6422456" y="3284832"/>
                  </a:lnTo>
                  <a:lnTo>
                    <a:pt x="6452076" y="3357138"/>
                  </a:lnTo>
                  <a:lnTo>
                    <a:pt x="6481807" y="3425390"/>
                  </a:lnTo>
                  <a:lnTo>
                    <a:pt x="6511781" y="3489661"/>
                  </a:lnTo>
                  <a:lnTo>
                    <a:pt x="6515891" y="3498113"/>
                  </a:lnTo>
                  <a:lnTo>
                    <a:pt x="6558705" y="3580878"/>
                  </a:lnTo>
                  <a:lnTo>
                    <a:pt x="6602817" y="3655972"/>
                  </a:lnTo>
                  <a:lnTo>
                    <a:pt x="6648805" y="3723720"/>
                  </a:lnTo>
                  <a:lnTo>
                    <a:pt x="6697320" y="3784707"/>
                  </a:lnTo>
                  <a:lnTo>
                    <a:pt x="6749038" y="3839617"/>
                  </a:lnTo>
                  <a:lnTo>
                    <a:pt x="6804608" y="3889136"/>
                  </a:lnTo>
                  <a:lnTo>
                    <a:pt x="6864601" y="3933887"/>
                  </a:lnTo>
                  <a:lnTo>
                    <a:pt x="6929435" y="3974404"/>
                  </a:lnTo>
                  <a:lnTo>
                    <a:pt x="6999281" y="4011107"/>
                  </a:lnTo>
                  <a:lnTo>
                    <a:pt x="7073944" y="4044295"/>
                  </a:lnTo>
                  <a:lnTo>
                    <a:pt x="7152728" y="4074148"/>
                  </a:lnTo>
                  <a:lnTo>
                    <a:pt x="7234319" y="4100732"/>
                  </a:lnTo>
                  <a:lnTo>
                    <a:pt x="7316706" y="4124025"/>
                  </a:lnTo>
                  <a:lnTo>
                    <a:pt x="7397219" y="4143958"/>
                  </a:lnTo>
                  <a:lnTo>
                    <a:pt x="7472723" y="4160466"/>
                  </a:lnTo>
                  <a:lnTo>
                    <a:pt x="7539988" y="4173553"/>
                  </a:lnTo>
                  <a:lnTo>
                    <a:pt x="7596203" y="4183350"/>
                  </a:lnTo>
                  <a:lnTo>
                    <a:pt x="7639509" y="4190149"/>
                  </a:lnTo>
                  <a:lnTo>
                    <a:pt x="7669407" y="4194396"/>
                  </a:lnTo>
                  <a:lnTo>
                    <a:pt x="7686937" y="4196657"/>
                  </a:lnTo>
                  <a:lnTo>
                    <a:pt x="7694613" y="4197560"/>
                  </a:lnTo>
                  <a:lnTo>
                    <a:pt x="7696228" y="4197734"/>
                  </a:lnTo>
                  <a:lnTo>
                    <a:pt x="7696237" y="4197735"/>
                  </a:lnTo>
                  <a:lnTo>
                    <a:pt x="8234974" y="4197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1" name="pl1111"/>
            <p:cNvSpPr/>
            <p:nvPr/>
          </p:nvSpPr>
          <p:spPr>
            <a:xfrm>
              <a:off x="546595" y="1109796"/>
              <a:ext cx="8234974" cy="4197735"/>
            </a:xfrm>
            <a:custGeom>
              <a:avLst/>
              <a:pathLst>
                <a:path w="8234974" h="4197735">
                  <a:moveTo>
                    <a:pt x="8234974" y="4197735"/>
                  </a:moveTo>
                  <a:lnTo>
                    <a:pt x="7696237" y="4197735"/>
                  </a:lnTo>
                  <a:lnTo>
                    <a:pt x="7695326" y="4197638"/>
                  </a:lnTo>
                  <a:lnTo>
                    <a:pt x="7689328" y="4196947"/>
                  </a:lnTo>
                  <a:lnTo>
                    <a:pt x="7674200" y="4195034"/>
                  </a:lnTo>
                  <a:lnTo>
                    <a:pt x="7647129" y="4191270"/>
                  </a:lnTo>
                  <a:lnTo>
                    <a:pt x="7606745" y="4185068"/>
                  </a:lnTo>
                  <a:lnTo>
                    <a:pt x="7553217" y="4175952"/>
                  </a:lnTo>
                  <a:lnTo>
                    <a:pt x="7488137" y="4163596"/>
                  </a:lnTo>
                  <a:lnTo>
                    <a:pt x="7414154" y="4147835"/>
                  </a:lnTo>
                  <a:lnTo>
                    <a:pt x="7334452" y="4128642"/>
                  </a:lnTo>
                  <a:lnTo>
                    <a:pt x="7252225" y="4106072"/>
                  </a:lnTo>
                  <a:lnTo>
                    <a:pt x="7170266" y="4080198"/>
                  </a:lnTo>
                  <a:lnTo>
                    <a:pt x="7090737" y="4051057"/>
                  </a:lnTo>
                  <a:lnTo>
                    <a:pt x="7015101" y="4018604"/>
                  </a:lnTo>
                  <a:lnTo>
                    <a:pt x="6944177" y="3982686"/>
                  </a:lnTo>
                  <a:lnTo>
                    <a:pt x="6878258" y="3943029"/>
                  </a:lnTo>
                  <a:lnTo>
                    <a:pt x="6817243" y="3899239"/>
                  </a:lnTo>
                  <a:lnTo>
                    <a:pt x="6760757" y="3850806"/>
                  </a:lnTo>
                  <a:lnTo>
                    <a:pt x="6708256" y="3797123"/>
                  </a:lnTo>
                  <a:lnTo>
                    <a:pt x="6659102" y="3737515"/>
                  </a:lnTo>
                  <a:lnTo>
                    <a:pt x="6612622" y="3671291"/>
                  </a:lnTo>
                  <a:lnTo>
                    <a:pt x="6568155" y="3597832"/>
                  </a:lnTo>
                  <a:lnTo>
                    <a:pt x="6525103" y="3516739"/>
                  </a:lnTo>
                  <a:lnTo>
                    <a:pt x="6515891" y="3498113"/>
                  </a:lnTo>
                  <a:lnTo>
                    <a:pt x="6485872" y="3434375"/>
                  </a:lnTo>
                  <a:lnTo>
                    <a:pt x="6456116" y="3366671"/>
                  </a:lnTo>
                  <a:lnTo>
                    <a:pt x="6426488" y="3294920"/>
                  </a:lnTo>
                  <a:lnTo>
                    <a:pt x="6396876" y="3219087"/>
                  </a:lnTo>
                  <a:lnTo>
                    <a:pt x="6367193" y="3139185"/>
                  </a:lnTo>
                  <a:lnTo>
                    <a:pt x="6337369" y="3055283"/>
                  </a:lnTo>
                  <a:lnTo>
                    <a:pt x="6307354" y="2967504"/>
                  </a:lnTo>
                  <a:lnTo>
                    <a:pt x="6277116" y="2876033"/>
                  </a:lnTo>
                  <a:lnTo>
                    <a:pt x="6246638" y="2781115"/>
                  </a:lnTo>
                  <a:lnTo>
                    <a:pt x="6215918" y="2683054"/>
                  </a:lnTo>
                  <a:lnTo>
                    <a:pt x="6184968" y="2582214"/>
                  </a:lnTo>
                  <a:lnTo>
                    <a:pt x="6153812" y="2479011"/>
                  </a:lnTo>
                  <a:lnTo>
                    <a:pt x="6122483" y="2373908"/>
                  </a:lnTo>
                  <a:lnTo>
                    <a:pt x="6091023" y="2267406"/>
                  </a:lnTo>
                  <a:lnTo>
                    <a:pt x="6059482" y="2160039"/>
                  </a:lnTo>
                  <a:lnTo>
                    <a:pt x="6027910" y="2052355"/>
                  </a:lnTo>
                  <a:lnTo>
                    <a:pt x="5996361" y="1944912"/>
                  </a:lnTo>
                  <a:lnTo>
                    <a:pt x="5964888" y="1838261"/>
                  </a:lnTo>
                  <a:lnTo>
                    <a:pt x="5933538" y="1732937"/>
                  </a:lnTo>
                  <a:lnTo>
                    <a:pt x="5902356" y="1629447"/>
                  </a:lnTo>
                  <a:lnTo>
                    <a:pt x="5871376" y="1528260"/>
                  </a:lnTo>
                  <a:lnTo>
                    <a:pt x="5840624" y="1429798"/>
                  </a:lnTo>
                  <a:lnTo>
                    <a:pt x="5810113" y="1334432"/>
                  </a:lnTo>
                  <a:lnTo>
                    <a:pt x="5779843" y="1242476"/>
                  </a:lnTo>
                  <a:lnTo>
                    <a:pt x="5749799" y="1154182"/>
                  </a:lnTo>
                  <a:lnTo>
                    <a:pt x="5719952" y="1069743"/>
                  </a:lnTo>
                  <a:lnTo>
                    <a:pt x="5690253" y="989291"/>
                  </a:lnTo>
                  <a:lnTo>
                    <a:pt x="5660636" y="912902"/>
                  </a:lnTo>
                  <a:lnTo>
                    <a:pt x="5631017" y="840597"/>
                  </a:lnTo>
                  <a:lnTo>
                    <a:pt x="5601286" y="772345"/>
                  </a:lnTo>
                  <a:lnTo>
                    <a:pt x="5571311" y="708073"/>
                  </a:lnTo>
                  <a:lnTo>
                    <a:pt x="5567201" y="699622"/>
                  </a:lnTo>
                  <a:lnTo>
                    <a:pt x="5524388" y="616857"/>
                  </a:lnTo>
                  <a:lnTo>
                    <a:pt x="5480276" y="541763"/>
                  </a:lnTo>
                  <a:lnTo>
                    <a:pt x="5434288" y="474015"/>
                  </a:lnTo>
                  <a:lnTo>
                    <a:pt x="5385772" y="413028"/>
                  </a:lnTo>
                  <a:lnTo>
                    <a:pt x="5334054" y="358117"/>
                  </a:lnTo>
                  <a:lnTo>
                    <a:pt x="5278484" y="308599"/>
                  </a:lnTo>
                  <a:lnTo>
                    <a:pt x="5218491" y="263848"/>
                  </a:lnTo>
                  <a:lnTo>
                    <a:pt x="5153657" y="223331"/>
                  </a:lnTo>
                  <a:lnTo>
                    <a:pt x="5083811" y="186628"/>
                  </a:lnTo>
                  <a:lnTo>
                    <a:pt x="5009149" y="153440"/>
                  </a:lnTo>
                  <a:lnTo>
                    <a:pt x="4930364" y="123587"/>
                  </a:lnTo>
                  <a:lnTo>
                    <a:pt x="4848773" y="97003"/>
                  </a:lnTo>
                  <a:lnTo>
                    <a:pt x="4766386" y="73709"/>
                  </a:lnTo>
                  <a:lnTo>
                    <a:pt x="4685873" y="53777"/>
                  </a:lnTo>
                  <a:lnTo>
                    <a:pt x="4610370" y="37269"/>
                  </a:lnTo>
                  <a:lnTo>
                    <a:pt x="4543105" y="24182"/>
                  </a:lnTo>
                  <a:lnTo>
                    <a:pt x="4486889" y="14385"/>
                  </a:lnTo>
                  <a:lnTo>
                    <a:pt x="4443583" y="7586"/>
                  </a:lnTo>
                  <a:lnTo>
                    <a:pt x="4413685" y="3339"/>
                  </a:lnTo>
                  <a:lnTo>
                    <a:pt x="4396156" y="1078"/>
                  </a:lnTo>
                  <a:lnTo>
                    <a:pt x="4388480" y="175"/>
                  </a:lnTo>
                  <a:lnTo>
                    <a:pt x="438686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1"/>
                  </a:lnTo>
                  <a:lnTo>
                    <a:pt x="3839000" y="579"/>
                  </a:lnTo>
                  <a:lnTo>
                    <a:pt x="3819234" y="1984"/>
                  </a:lnTo>
                  <a:lnTo>
                    <a:pt x="3784327" y="4744"/>
                  </a:lnTo>
                  <a:lnTo>
                    <a:pt x="3733174" y="9261"/>
                  </a:lnTo>
                  <a:lnTo>
                    <a:pt x="3666898" y="15838"/>
                  </a:lnTo>
                  <a:lnTo>
                    <a:pt x="3588465" y="24646"/>
                  </a:lnTo>
                  <a:lnTo>
                    <a:pt x="3501944" y="35737"/>
                  </a:lnTo>
                  <a:lnTo>
                    <a:pt x="3411635" y="49084"/>
                  </a:lnTo>
                  <a:lnTo>
                    <a:pt x="3321358" y="64632"/>
                  </a:lnTo>
                  <a:lnTo>
                    <a:pt x="3234032" y="82353"/>
                  </a:lnTo>
                  <a:lnTo>
                    <a:pt x="3151558" y="102286"/>
                  </a:lnTo>
                  <a:lnTo>
                    <a:pt x="3074908" y="124557"/>
                  </a:lnTo>
                  <a:lnTo>
                    <a:pt x="3004323" y="149389"/>
                  </a:lnTo>
                  <a:lnTo>
                    <a:pt x="2939521" y="177102"/>
                  </a:lnTo>
                  <a:lnTo>
                    <a:pt x="2879887" y="208105"/>
                  </a:lnTo>
                  <a:lnTo>
                    <a:pt x="2824615" y="242872"/>
                  </a:lnTo>
                  <a:lnTo>
                    <a:pt x="2772815" y="281910"/>
                  </a:lnTo>
                  <a:lnTo>
                    <a:pt x="2723600" y="325690"/>
                  </a:lnTo>
                  <a:lnTo>
                    <a:pt x="2676156" y="374529"/>
                  </a:lnTo>
                  <a:lnTo>
                    <a:pt x="2667772" y="383839"/>
                  </a:lnTo>
                  <a:lnTo>
                    <a:pt x="2629414" y="428971"/>
                  </a:lnTo>
                  <a:lnTo>
                    <a:pt x="2591424" y="477687"/>
                  </a:lnTo>
                  <a:lnTo>
                    <a:pt x="2553538" y="530059"/>
                  </a:lnTo>
                  <a:lnTo>
                    <a:pt x="2515557" y="586088"/>
                  </a:lnTo>
                  <a:lnTo>
                    <a:pt x="2477337" y="645698"/>
                  </a:lnTo>
                  <a:lnTo>
                    <a:pt x="2438781" y="708727"/>
                  </a:lnTo>
                  <a:lnTo>
                    <a:pt x="2399839" y="774928"/>
                  </a:lnTo>
                  <a:lnTo>
                    <a:pt x="2360503" y="843961"/>
                  </a:lnTo>
                  <a:lnTo>
                    <a:pt x="2320798" y="915403"/>
                  </a:lnTo>
                  <a:lnTo>
                    <a:pt x="2280783" y="988757"/>
                  </a:lnTo>
                  <a:lnTo>
                    <a:pt x="2240539" y="1063460"/>
                  </a:lnTo>
                  <a:lnTo>
                    <a:pt x="2200168" y="1138903"/>
                  </a:lnTo>
                  <a:lnTo>
                    <a:pt x="2159778" y="1214453"/>
                  </a:lnTo>
                  <a:lnTo>
                    <a:pt x="2119481" y="1289472"/>
                  </a:lnTo>
                  <a:lnTo>
                    <a:pt x="2079379" y="1363341"/>
                  </a:lnTo>
                  <a:lnTo>
                    <a:pt x="2039563" y="1435480"/>
                  </a:lnTo>
                  <a:lnTo>
                    <a:pt x="2000099" y="1505368"/>
                  </a:lnTo>
                  <a:lnTo>
                    <a:pt x="1961025" y="1572556"/>
                  </a:lnTo>
                  <a:lnTo>
                    <a:pt x="1922343" y="1636676"/>
                  </a:lnTo>
                  <a:lnTo>
                    <a:pt x="1884019" y="1697449"/>
                  </a:lnTo>
                  <a:lnTo>
                    <a:pt x="1845972" y="1754685"/>
                  </a:lnTo>
                  <a:lnTo>
                    <a:pt x="1808074" y="1808281"/>
                  </a:lnTo>
                  <a:lnTo>
                    <a:pt x="1770145" y="1858213"/>
                  </a:lnTo>
                  <a:lnTo>
                    <a:pt x="1731943" y="1904529"/>
                  </a:lnTo>
                  <a:lnTo>
                    <a:pt x="1719082" y="1919198"/>
                  </a:lnTo>
                  <a:lnTo>
                    <a:pt x="1671882" y="1968956"/>
                  </a:lnTo>
                  <a:lnTo>
                    <a:pt x="1623041" y="2013627"/>
                  </a:lnTo>
                  <a:lnTo>
                    <a:pt x="1571770" y="2053485"/>
                  </a:lnTo>
                  <a:lnTo>
                    <a:pt x="1517188" y="2088982"/>
                  </a:lnTo>
                  <a:lnTo>
                    <a:pt x="1458400" y="2120624"/>
                  </a:lnTo>
                  <a:lnTo>
                    <a:pt x="1394578" y="2148895"/>
                  </a:lnTo>
                  <a:lnTo>
                    <a:pt x="1325064" y="2174218"/>
                  </a:lnTo>
                  <a:lnTo>
                    <a:pt x="1249504" y="2196929"/>
                  </a:lnTo>
                  <a:lnTo>
                    <a:pt x="1168027" y="2217270"/>
                  </a:lnTo>
                  <a:lnTo>
                    <a:pt x="1081462" y="2235383"/>
                  </a:lnTo>
                  <a:lnTo>
                    <a:pt x="991529" y="2251322"/>
                  </a:lnTo>
                  <a:lnTo>
                    <a:pt x="900967" y="2265068"/>
                  </a:lnTo>
                  <a:lnTo>
                    <a:pt x="813455" y="2276568"/>
                  </a:lnTo>
                  <a:lnTo>
                    <a:pt x="733252" y="2285785"/>
                  </a:lnTo>
                  <a:lnTo>
                    <a:pt x="664531" y="2292754"/>
                  </a:lnTo>
                  <a:lnTo>
                    <a:pt x="610519" y="2297622"/>
                  </a:lnTo>
                  <a:lnTo>
                    <a:pt x="572711" y="2300670"/>
                  </a:lnTo>
                  <a:lnTo>
                    <a:pt x="550408" y="2302285"/>
                  </a:lnTo>
                  <a:lnTo>
                    <a:pt x="540701" y="2302920"/>
                  </a:lnTo>
                  <a:lnTo>
                    <a:pt x="538744" y="2303037"/>
                  </a:lnTo>
                  <a:lnTo>
                    <a:pt x="538736" y="2303037"/>
                  </a:lnTo>
                  <a:lnTo>
                    <a:pt x="0" y="2303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2" name="pg1112"/>
            <p:cNvSpPr/>
            <p:nvPr/>
          </p:nvSpPr>
          <p:spPr>
            <a:xfrm>
              <a:off x="546595" y="1131574"/>
              <a:ext cx="8234974" cy="4687743"/>
            </a:xfrm>
            <a:custGeom>
              <a:avLst/>
              <a:pathLst>
                <a:path w="8234974" h="4687743">
                  <a:moveTo>
                    <a:pt x="0" y="2303037"/>
                  </a:moveTo>
                  <a:lnTo>
                    <a:pt x="538736" y="2303037"/>
                  </a:lnTo>
                  <a:lnTo>
                    <a:pt x="539947" y="2302967"/>
                  </a:lnTo>
                  <a:lnTo>
                    <a:pt x="547860" y="2302460"/>
                  </a:lnTo>
                  <a:lnTo>
                    <a:pt x="567639" y="2301061"/>
                  </a:lnTo>
                  <a:lnTo>
                    <a:pt x="602566" y="2298313"/>
                  </a:lnTo>
                  <a:lnTo>
                    <a:pt x="653747" y="2293814"/>
                  </a:lnTo>
                  <a:lnTo>
                    <a:pt x="720056" y="2287264"/>
                  </a:lnTo>
                  <a:lnTo>
                    <a:pt x="798521" y="2278492"/>
                  </a:lnTo>
                  <a:lnTo>
                    <a:pt x="885071" y="2267447"/>
                  </a:lnTo>
                  <a:lnTo>
                    <a:pt x="975404" y="2254156"/>
                  </a:lnTo>
                  <a:lnTo>
                    <a:pt x="1065698" y="2238673"/>
                  </a:lnTo>
                  <a:lnTo>
                    <a:pt x="1153034" y="2221026"/>
                  </a:lnTo>
                  <a:lnTo>
                    <a:pt x="1235512" y="2201177"/>
                  </a:lnTo>
                  <a:lnTo>
                    <a:pt x="1312162" y="2179000"/>
                  </a:lnTo>
                  <a:lnTo>
                    <a:pt x="1382745" y="2154272"/>
                  </a:lnTo>
                  <a:lnTo>
                    <a:pt x="1447543" y="2126674"/>
                  </a:lnTo>
                  <a:lnTo>
                    <a:pt x="1507174" y="2095798"/>
                  </a:lnTo>
                  <a:lnTo>
                    <a:pt x="1562445" y="2061173"/>
                  </a:lnTo>
                  <a:lnTo>
                    <a:pt x="1614244" y="2022292"/>
                  </a:lnTo>
                  <a:lnTo>
                    <a:pt x="1663461" y="1978689"/>
                  </a:lnTo>
                  <a:lnTo>
                    <a:pt x="1710909" y="1930048"/>
                  </a:lnTo>
                  <a:lnTo>
                    <a:pt x="1719082" y="1921013"/>
                  </a:lnTo>
                  <a:lnTo>
                    <a:pt x="1757506" y="1876014"/>
                  </a:lnTo>
                  <a:lnTo>
                    <a:pt x="1795561" y="1827436"/>
                  </a:lnTo>
                  <a:lnTo>
                    <a:pt x="1833511" y="1775207"/>
                  </a:lnTo>
                  <a:lnTo>
                    <a:pt x="1871558" y="1719325"/>
                  </a:lnTo>
                  <a:lnTo>
                    <a:pt x="1909847" y="1659869"/>
                  </a:lnTo>
                  <a:lnTo>
                    <a:pt x="1948472" y="1596998"/>
                  </a:lnTo>
                  <a:lnTo>
                    <a:pt x="1987485" y="1530965"/>
                  </a:lnTo>
                  <a:lnTo>
                    <a:pt x="2026894" y="1462107"/>
                  </a:lnTo>
                  <a:lnTo>
                    <a:pt x="2066672" y="1390849"/>
                  </a:lnTo>
                  <a:lnTo>
                    <a:pt x="2106760" y="1317690"/>
                  </a:lnTo>
                  <a:lnTo>
                    <a:pt x="2147075" y="1243195"/>
                  </a:lnTo>
                  <a:lnTo>
                    <a:pt x="2187517" y="1167971"/>
                  </a:lnTo>
                  <a:lnTo>
                    <a:pt x="2227976" y="1092654"/>
                  </a:lnTo>
                  <a:lnTo>
                    <a:pt x="2268339" y="1017882"/>
                  </a:lnTo>
                  <a:lnTo>
                    <a:pt x="2308503" y="944272"/>
                  </a:lnTo>
                  <a:lnTo>
                    <a:pt x="2348379" y="872404"/>
                  </a:lnTo>
                  <a:lnTo>
                    <a:pt x="2387900" y="802798"/>
                  </a:lnTo>
                  <a:lnTo>
                    <a:pt x="2427029" y="735900"/>
                  </a:lnTo>
                  <a:lnTo>
                    <a:pt x="2465765" y="672076"/>
                  </a:lnTo>
                  <a:lnTo>
                    <a:pt x="2504144" y="611602"/>
                  </a:lnTo>
                  <a:lnTo>
                    <a:pt x="2542248" y="554665"/>
                  </a:lnTo>
                  <a:lnTo>
                    <a:pt x="2580209" y="501365"/>
                  </a:lnTo>
                  <a:lnTo>
                    <a:pt x="2618209" y="451725"/>
                  </a:lnTo>
                  <a:lnTo>
                    <a:pt x="2656494" y="405692"/>
                  </a:lnTo>
                  <a:lnTo>
                    <a:pt x="2667772" y="392913"/>
                  </a:lnTo>
                  <a:lnTo>
                    <a:pt x="2714983" y="343380"/>
                  </a:lnTo>
                  <a:lnTo>
                    <a:pt x="2763836" y="298911"/>
                  </a:lnTo>
                  <a:lnTo>
                    <a:pt x="2815120" y="259236"/>
                  </a:lnTo>
                  <a:lnTo>
                    <a:pt x="2869718" y="223902"/>
                  </a:lnTo>
                  <a:lnTo>
                    <a:pt x="2928524" y="192406"/>
                  </a:lnTo>
                  <a:lnTo>
                    <a:pt x="2992366" y="164266"/>
                  </a:lnTo>
                  <a:lnTo>
                    <a:pt x="3061905" y="139061"/>
                  </a:lnTo>
                  <a:lnTo>
                    <a:pt x="3137493" y="116456"/>
                  </a:lnTo>
                  <a:lnTo>
                    <a:pt x="3218998" y="96212"/>
                  </a:lnTo>
                  <a:lnTo>
                    <a:pt x="3305593" y="78185"/>
                  </a:lnTo>
                  <a:lnTo>
                    <a:pt x="3395551" y="62323"/>
                  </a:lnTo>
                  <a:lnTo>
                    <a:pt x="3486131" y="48645"/>
                  </a:lnTo>
                  <a:lnTo>
                    <a:pt x="3573648" y="37203"/>
                  </a:lnTo>
                  <a:lnTo>
                    <a:pt x="3653839" y="28034"/>
                  </a:lnTo>
                  <a:lnTo>
                    <a:pt x="3722532" y="21104"/>
                  </a:lnTo>
                  <a:lnTo>
                    <a:pt x="3776501" y="16264"/>
                  </a:lnTo>
                  <a:lnTo>
                    <a:pt x="3814258" y="13236"/>
                  </a:lnTo>
                  <a:lnTo>
                    <a:pt x="3836508" y="11633"/>
                  </a:lnTo>
                  <a:lnTo>
                    <a:pt x="3846174" y="11004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29" y="10992"/>
                  </a:lnTo>
                  <a:lnTo>
                    <a:pt x="4393480" y="11730"/>
                  </a:lnTo>
                  <a:lnTo>
                    <a:pt x="4408006" y="13768"/>
                  </a:lnTo>
                  <a:lnTo>
                    <a:pt x="4434045" y="17782"/>
                  </a:lnTo>
                  <a:lnTo>
                    <a:pt x="4472984" y="24400"/>
                  </a:lnTo>
                  <a:lnTo>
                    <a:pt x="4524754" y="34140"/>
                  </a:lnTo>
                  <a:lnTo>
                    <a:pt x="4587929" y="47364"/>
                  </a:lnTo>
                  <a:lnTo>
                    <a:pt x="4660045" y="64262"/>
                  </a:lnTo>
                  <a:lnTo>
                    <a:pt x="4738083" y="84877"/>
                  </a:lnTo>
                  <a:lnTo>
                    <a:pt x="4818962" y="109158"/>
                  </a:lnTo>
                  <a:lnTo>
                    <a:pt x="4899935" y="137023"/>
                  </a:lnTo>
                  <a:lnTo>
                    <a:pt x="4978834" y="168426"/>
                  </a:lnTo>
                  <a:lnTo>
                    <a:pt x="5054149" y="203397"/>
                  </a:lnTo>
                  <a:lnTo>
                    <a:pt x="5124991" y="242077"/>
                  </a:lnTo>
                  <a:lnTo>
                    <a:pt x="5190994" y="284732"/>
                  </a:lnTo>
                  <a:lnTo>
                    <a:pt x="5252185" y="331756"/>
                  </a:lnTo>
                  <a:lnTo>
                    <a:pt x="5308874" y="383667"/>
                  </a:lnTo>
                  <a:lnTo>
                    <a:pt x="5361552" y="441091"/>
                  </a:lnTo>
                  <a:lnTo>
                    <a:pt x="5410811" y="504732"/>
                  </a:lnTo>
                  <a:lnTo>
                    <a:pt x="5457294" y="575332"/>
                  </a:lnTo>
                  <a:lnTo>
                    <a:pt x="5501641" y="653584"/>
                  </a:lnTo>
                  <a:lnTo>
                    <a:pt x="5544446" y="740005"/>
                  </a:lnTo>
                  <a:lnTo>
                    <a:pt x="5567201" y="790364"/>
                  </a:lnTo>
                  <a:lnTo>
                    <a:pt x="5595793" y="857883"/>
                  </a:lnTo>
                  <a:lnTo>
                    <a:pt x="5624140" y="929404"/>
                  </a:lnTo>
                  <a:lnTo>
                    <a:pt x="5652359" y="1005007"/>
                  </a:lnTo>
                  <a:lnTo>
                    <a:pt x="5680551" y="1084732"/>
                  </a:lnTo>
                  <a:lnTo>
                    <a:pt x="5708794" y="1168573"/>
                  </a:lnTo>
                  <a:lnTo>
                    <a:pt x="5737152" y="1256479"/>
                  </a:lnTo>
                  <a:lnTo>
                    <a:pt x="5765672" y="1348343"/>
                  </a:lnTo>
                  <a:lnTo>
                    <a:pt x="5794385" y="1444006"/>
                  </a:lnTo>
                  <a:lnTo>
                    <a:pt x="5823313" y="1543254"/>
                  </a:lnTo>
                  <a:lnTo>
                    <a:pt x="5852461" y="1645816"/>
                  </a:lnTo>
                  <a:lnTo>
                    <a:pt x="5881823" y="1751369"/>
                  </a:lnTo>
                  <a:lnTo>
                    <a:pt x="5911386" y="1859537"/>
                  </a:lnTo>
                  <a:lnTo>
                    <a:pt x="5941124" y="1969898"/>
                  </a:lnTo>
                  <a:lnTo>
                    <a:pt x="5971004" y="2081991"/>
                  </a:lnTo>
                  <a:lnTo>
                    <a:pt x="6000989" y="2195322"/>
                  </a:lnTo>
                  <a:lnTo>
                    <a:pt x="6031036" y="2309372"/>
                  </a:lnTo>
                  <a:lnTo>
                    <a:pt x="6061098" y="2423609"/>
                  </a:lnTo>
                  <a:lnTo>
                    <a:pt x="6091131" y="2537498"/>
                  </a:lnTo>
                  <a:lnTo>
                    <a:pt x="6121089" y="2650510"/>
                  </a:lnTo>
                  <a:lnTo>
                    <a:pt x="6150930" y="2762133"/>
                  </a:lnTo>
                  <a:lnTo>
                    <a:pt x="6180618" y="2871882"/>
                  </a:lnTo>
                  <a:lnTo>
                    <a:pt x="6210123" y="2979305"/>
                  </a:lnTo>
                  <a:lnTo>
                    <a:pt x="6239422" y="3083996"/>
                  </a:lnTo>
                  <a:lnTo>
                    <a:pt x="6268504" y="3185593"/>
                  </a:lnTo>
                  <a:lnTo>
                    <a:pt x="6297366" y="3283788"/>
                  </a:lnTo>
                  <a:lnTo>
                    <a:pt x="6326018" y="3378329"/>
                  </a:lnTo>
                  <a:lnTo>
                    <a:pt x="6354485" y="3469016"/>
                  </a:lnTo>
                  <a:lnTo>
                    <a:pt x="6382803" y="3555708"/>
                  </a:lnTo>
                  <a:lnTo>
                    <a:pt x="6411023" y="3638315"/>
                  </a:lnTo>
                  <a:lnTo>
                    <a:pt x="6439214" y="3716798"/>
                  </a:lnTo>
                  <a:lnTo>
                    <a:pt x="6467461" y="3791167"/>
                  </a:lnTo>
                  <a:lnTo>
                    <a:pt x="6495868" y="3861474"/>
                  </a:lnTo>
                  <a:lnTo>
                    <a:pt x="6515891" y="3908268"/>
                  </a:lnTo>
                  <a:lnTo>
                    <a:pt x="6558079" y="3999210"/>
                  </a:lnTo>
                  <a:lnTo>
                    <a:pt x="6601521" y="4081848"/>
                  </a:lnTo>
                  <a:lnTo>
                    <a:pt x="6646767" y="4156519"/>
                  </a:lnTo>
                  <a:lnTo>
                    <a:pt x="6694440" y="4223843"/>
                  </a:lnTo>
                  <a:lnTo>
                    <a:pt x="6745186" y="4284548"/>
                  </a:lnTo>
                  <a:lnTo>
                    <a:pt x="6799631" y="4339365"/>
                  </a:lnTo>
                  <a:lnTo>
                    <a:pt x="6858328" y="4388968"/>
                  </a:lnTo>
                  <a:lnTo>
                    <a:pt x="6921697" y="4433936"/>
                  </a:lnTo>
                  <a:lnTo>
                    <a:pt x="6989932" y="4474731"/>
                  </a:lnTo>
                  <a:lnTo>
                    <a:pt x="7062895" y="4511688"/>
                  </a:lnTo>
                  <a:lnTo>
                    <a:pt x="7139996" y="4545016"/>
                  </a:lnTo>
                  <a:lnTo>
                    <a:pt x="7220072" y="4574801"/>
                  </a:lnTo>
                  <a:lnTo>
                    <a:pt x="7301309" y="4601036"/>
                  </a:lnTo>
                  <a:lnTo>
                    <a:pt x="7381256" y="4623649"/>
                  </a:lnTo>
                  <a:lnTo>
                    <a:pt x="7456974" y="4642565"/>
                  </a:lnTo>
                  <a:lnTo>
                    <a:pt x="7525351" y="4657768"/>
                  </a:lnTo>
                  <a:lnTo>
                    <a:pt x="7583560" y="4669364"/>
                  </a:lnTo>
                  <a:lnTo>
                    <a:pt x="7629559" y="4677620"/>
                  </a:lnTo>
                  <a:lnTo>
                    <a:pt x="7662514" y="4682974"/>
                  </a:lnTo>
                  <a:lnTo>
                    <a:pt x="7683027" y="4686002"/>
                  </a:lnTo>
                  <a:lnTo>
                    <a:pt x="7693124" y="4687361"/>
                  </a:lnTo>
                  <a:lnTo>
                    <a:pt x="7696095" y="4687727"/>
                  </a:lnTo>
                  <a:lnTo>
                    <a:pt x="7696237" y="4687743"/>
                  </a:lnTo>
                  <a:lnTo>
                    <a:pt x="8234974" y="4687743"/>
                  </a:lnTo>
                  <a:lnTo>
                    <a:pt x="8234974" y="4676854"/>
                  </a:lnTo>
                  <a:lnTo>
                    <a:pt x="7696237" y="4676854"/>
                  </a:lnTo>
                  <a:lnTo>
                    <a:pt x="7695364" y="4676751"/>
                  </a:lnTo>
                  <a:lnTo>
                    <a:pt x="7689613" y="4676013"/>
                  </a:lnTo>
                  <a:lnTo>
                    <a:pt x="7675086" y="4673975"/>
                  </a:lnTo>
                  <a:lnTo>
                    <a:pt x="7649048" y="4669961"/>
                  </a:lnTo>
                  <a:lnTo>
                    <a:pt x="7610109" y="4663343"/>
                  </a:lnTo>
                  <a:lnTo>
                    <a:pt x="7558338" y="4653603"/>
                  </a:lnTo>
                  <a:lnTo>
                    <a:pt x="7495164" y="4640379"/>
                  </a:lnTo>
                  <a:lnTo>
                    <a:pt x="7423047" y="4623481"/>
                  </a:lnTo>
                  <a:lnTo>
                    <a:pt x="7345009" y="4602866"/>
                  </a:lnTo>
                  <a:lnTo>
                    <a:pt x="7264131" y="4578585"/>
                  </a:lnTo>
                  <a:lnTo>
                    <a:pt x="7183158" y="4550720"/>
                  </a:lnTo>
                  <a:lnTo>
                    <a:pt x="7104259" y="4519317"/>
                  </a:lnTo>
                  <a:lnTo>
                    <a:pt x="7028944" y="4484346"/>
                  </a:lnTo>
                  <a:lnTo>
                    <a:pt x="6958101" y="4445666"/>
                  </a:lnTo>
                  <a:lnTo>
                    <a:pt x="6892099" y="4403011"/>
                  </a:lnTo>
                  <a:lnTo>
                    <a:pt x="6830908" y="4355987"/>
                  </a:lnTo>
                  <a:lnTo>
                    <a:pt x="6774218" y="4304075"/>
                  </a:lnTo>
                  <a:lnTo>
                    <a:pt x="6721541" y="4246652"/>
                  </a:lnTo>
                  <a:lnTo>
                    <a:pt x="6672281" y="4183011"/>
                  </a:lnTo>
                  <a:lnTo>
                    <a:pt x="6625798" y="4112411"/>
                  </a:lnTo>
                  <a:lnTo>
                    <a:pt x="6581452" y="4034159"/>
                  </a:lnTo>
                  <a:lnTo>
                    <a:pt x="6538646" y="3947738"/>
                  </a:lnTo>
                  <a:lnTo>
                    <a:pt x="6515891" y="3897379"/>
                  </a:lnTo>
                  <a:lnTo>
                    <a:pt x="6487299" y="3829860"/>
                  </a:lnTo>
                  <a:lnTo>
                    <a:pt x="6458953" y="3758339"/>
                  </a:lnTo>
                  <a:lnTo>
                    <a:pt x="6430733" y="3682736"/>
                  </a:lnTo>
                  <a:lnTo>
                    <a:pt x="6402541" y="3603011"/>
                  </a:lnTo>
                  <a:lnTo>
                    <a:pt x="6374298" y="3519169"/>
                  </a:lnTo>
                  <a:lnTo>
                    <a:pt x="6345940" y="3431264"/>
                  </a:lnTo>
                  <a:lnTo>
                    <a:pt x="6317421" y="3339400"/>
                  </a:lnTo>
                  <a:lnTo>
                    <a:pt x="6288707" y="3243737"/>
                  </a:lnTo>
                  <a:lnTo>
                    <a:pt x="6259780" y="3144489"/>
                  </a:lnTo>
                  <a:lnTo>
                    <a:pt x="6230632" y="3041927"/>
                  </a:lnTo>
                  <a:lnTo>
                    <a:pt x="6201269" y="2936374"/>
                  </a:lnTo>
                  <a:lnTo>
                    <a:pt x="6171706" y="2828206"/>
                  </a:lnTo>
                  <a:lnTo>
                    <a:pt x="6141969" y="2717845"/>
                  </a:lnTo>
                  <a:lnTo>
                    <a:pt x="6112088" y="2605752"/>
                  </a:lnTo>
                  <a:lnTo>
                    <a:pt x="6082103" y="2492421"/>
                  </a:lnTo>
                  <a:lnTo>
                    <a:pt x="6052057" y="2378371"/>
                  </a:lnTo>
                  <a:lnTo>
                    <a:pt x="6021994" y="2264134"/>
                  </a:lnTo>
                  <a:lnTo>
                    <a:pt x="5991962" y="2150245"/>
                  </a:lnTo>
                  <a:lnTo>
                    <a:pt x="5962004" y="2037233"/>
                  </a:lnTo>
                  <a:lnTo>
                    <a:pt x="5932162" y="1925610"/>
                  </a:lnTo>
                  <a:lnTo>
                    <a:pt x="5902474" y="1815861"/>
                  </a:lnTo>
                  <a:lnTo>
                    <a:pt x="5872970" y="1708438"/>
                  </a:lnTo>
                  <a:lnTo>
                    <a:pt x="5843670" y="1603747"/>
                  </a:lnTo>
                  <a:lnTo>
                    <a:pt x="5814589" y="1502150"/>
                  </a:lnTo>
                  <a:lnTo>
                    <a:pt x="5785727" y="1403955"/>
                  </a:lnTo>
                  <a:lnTo>
                    <a:pt x="5757074" y="1309414"/>
                  </a:lnTo>
                  <a:lnTo>
                    <a:pt x="5728607" y="1218727"/>
                  </a:lnTo>
                  <a:lnTo>
                    <a:pt x="5700290" y="1132035"/>
                  </a:lnTo>
                  <a:lnTo>
                    <a:pt x="5672069" y="1049428"/>
                  </a:lnTo>
                  <a:lnTo>
                    <a:pt x="5643878" y="970945"/>
                  </a:lnTo>
                  <a:lnTo>
                    <a:pt x="5615632" y="896576"/>
                  </a:lnTo>
                  <a:lnTo>
                    <a:pt x="5587225" y="826269"/>
                  </a:lnTo>
                  <a:lnTo>
                    <a:pt x="5567201" y="779475"/>
                  </a:lnTo>
                  <a:lnTo>
                    <a:pt x="5525013" y="688533"/>
                  </a:lnTo>
                  <a:lnTo>
                    <a:pt x="5481572" y="605895"/>
                  </a:lnTo>
                  <a:lnTo>
                    <a:pt x="5436326" y="531224"/>
                  </a:lnTo>
                  <a:lnTo>
                    <a:pt x="5388652" y="463900"/>
                  </a:lnTo>
                  <a:lnTo>
                    <a:pt x="5337906" y="403195"/>
                  </a:lnTo>
                  <a:lnTo>
                    <a:pt x="5283462" y="348378"/>
                  </a:lnTo>
                  <a:lnTo>
                    <a:pt x="5224764" y="298775"/>
                  </a:lnTo>
                  <a:lnTo>
                    <a:pt x="5161395" y="253807"/>
                  </a:lnTo>
                  <a:lnTo>
                    <a:pt x="5093161" y="213012"/>
                  </a:lnTo>
                  <a:lnTo>
                    <a:pt x="5020197" y="176055"/>
                  </a:lnTo>
                  <a:lnTo>
                    <a:pt x="4943096" y="142727"/>
                  </a:lnTo>
                  <a:lnTo>
                    <a:pt x="4863020" y="112942"/>
                  </a:lnTo>
                  <a:lnTo>
                    <a:pt x="4781783" y="86707"/>
                  </a:lnTo>
                  <a:lnTo>
                    <a:pt x="4701836" y="64094"/>
                  </a:lnTo>
                  <a:lnTo>
                    <a:pt x="4626118" y="45178"/>
                  </a:lnTo>
                  <a:lnTo>
                    <a:pt x="4557741" y="29975"/>
                  </a:lnTo>
                  <a:lnTo>
                    <a:pt x="4499532" y="18379"/>
                  </a:lnTo>
                  <a:lnTo>
                    <a:pt x="4453534" y="10123"/>
                  </a:lnTo>
                  <a:lnTo>
                    <a:pt x="4420578" y="4769"/>
                  </a:lnTo>
                  <a:lnTo>
                    <a:pt x="4400066" y="1741"/>
                  </a:lnTo>
                  <a:lnTo>
                    <a:pt x="4389969" y="382"/>
                  </a:lnTo>
                  <a:lnTo>
                    <a:pt x="4386998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36" y="2292148"/>
                  </a:lnTo>
                  <a:lnTo>
                    <a:pt x="0" y="2292148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13" name="pl1113"/>
            <p:cNvSpPr/>
            <p:nvPr/>
          </p:nvSpPr>
          <p:spPr>
            <a:xfrm>
              <a:off x="546595" y="1142463"/>
              <a:ext cx="8234974" cy="4676854"/>
            </a:xfrm>
            <a:custGeom>
              <a:avLst/>
              <a:pathLst>
                <a:path w="8234974" h="4676854">
                  <a:moveTo>
                    <a:pt x="0" y="2292148"/>
                  </a:moveTo>
                  <a:lnTo>
                    <a:pt x="538736" y="2292148"/>
                  </a:lnTo>
                  <a:lnTo>
                    <a:pt x="539947" y="2292078"/>
                  </a:lnTo>
                  <a:lnTo>
                    <a:pt x="547860" y="2291571"/>
                  </a:lnTo>
                  <a:lnTo>
                    <a:pt x="567639" y="2290172"/>
                  </a:lnTo>
                  <a:lnTo>
                    <a:pt x="602566" y="2287423"/>
                  </a:lnTo>
                  <a:lnTo>
                    <a:pt x="653747" y="2282924"/>
                  </a:lnTo>
                  <a:lnTo>
                    <a:pt x="720056" y="2276375"/>
                  </a:lnTo>
                  <a:lnTo>
                    <a:pt x="798521" y="2267603"/>
                  </a:lnTo>
                  <a:lnTo>
                    <a:pt x="885071" y="2256557"/>
                  </a:lnTo>
                  <a:lnTo>
                    <a:pt x="975404" y="2243267"/>
                  </a:lnTo>
                  <a:lnTo>
                    <a:pt x="1065698" y="2227784"/>
                  </a:lnTo>
                  <a:lnTo>
                    <a:pt x="1153034" y="2210137"/>
                  </a:lnTo>
                  <a:lnTo>
                    <a:pt x="1235512" y="2190288"/>
                  </a:lnTo>
                  <a:lnTo>
                    <a:pt x="1312162" y="2168111"/>
                  </a:lnTo>
                  <a:lnTo>
                    <a:pt x="1382745" y="2143383"/>
                  </a:lnTo>
                  <a:lnTo>
                    <a:pt x="1447543" y="2115784"/>
                  </a:lnTo>
                  <a:lnTo>
                    <a:pt x="1507174" y="2084909"/>
                  </a:lnTo>
                  <a:lnTo>
                    <a:pt x="1562445" y="2050284"/>
                  </a:lnTo>
                  <a:lnTo>
                    <a:pt x="1614244" y="2011403"/>
                  </a:lnTo>
                  <a:lnTo>
                    <a:pt x="1663461" y="1967800"/>
                  </a:lnTo>
                  <a:lnTo>
                    <a:pt x="1710909" y="1919159"/>
                  </a:lnTo>
                  <a:lnTo>
                    <a:pt x="1719082" y="1910124"/>
                  </a:lnTo>
                  <a:lnTo>
                    <a:pt x="1757506" y="1865125"/>
                  </a:lnTo>
                  <a:lnTo>
                    <a:pt x="1795561" y="1816547"/>
                  </a:lnTo>
                  <a:lnTo>
                    <a:pt x="1833511" y="1764318"/>
                  </a:lnTo>
                  <a:lnTo>
                    <a:pt x="1871558" y="1708436"/>
                  </a:lnTo>
                  <a:lnTo>
                    <a:pt x="1909847" y="1648980"/>
                  </a:lnTo>
                  <a:lnTo>
                    <a:pt x="1948472" y="1586109"/>
                  </a:lnTo>
                  <a:lnTo>
                    <a:pt x="1987485" y="1520076"/>
                  </a:lnTo>
                  <a:lnTo>
                    <a:pt x="2026894" y="1451218"/>
                  </a:lnTo>
                  <a:lnTo>
                    <a:pt x="2066672" y="1379959"/>
                  </a:lnTo>
                  <a:lnTo>
                    <a:pt x="2106760" y="1306801"/>
                  </a:lnTo>
                  <a:lnTo>
                    <a:pt x="2147075" y="1232305"/>
                  </a:lnTo>
                  <a:lnTo>
                    <a:pt x="2187517" y="1157082"/>
                  </a:lnTo>
                  <a:lnTo>
                    <a:pt x="2227976" y="1081765"/>
                  </a:lnTo>
                  <a:lnTo>
                    <a:pt x="2268339" y="1006993"/>
                  </a:lnTo>
                  <a:lnTo>
                    <a:pt x="2308503" y="933383"/>
                  </a:lnTo>
                  <a:lnTo>
                    <a:pt x="2348379" y="861515"/>
                  </a:lnTo>
                  <a:lnTo>
                    <a:pt x="2387900" y="791908"/>
                  </a:lnTo>
                  <a:lnTo>
                    <a:pt x="2427029" y="725011"/>
                  </a:lnTo>
                  <a:lnTo>
                    <a:pt x="2465765" y="661187"/>
                  </a:lnTo>
                  <a:lnTo>
                    <a:pt x="2504144" y="600713"/>
                  </a:lnTo>
                  <a:lnTo>
                    <a:pt x="2542248" y="543775"/>
                  </a:lnTo>
                  <a:lnTo>
                    <a:pt x="2580209" y="490476"/>
                  </a:lnTo>
                  <a:lnTo>
                    <a:pt x="2618209" y="440836"/>
                  </a:lnTo>
                  <a:lnTo>
                    <a:pt x="2656494" y="394803"/>
                  </a:lnTo>
                  <a:lnTo>
                    <a:pt x="2667772" y="382024"/>
                  </a:lnTo>
                  <a:lnTo>
                    <a:pt x="2714983" y="332491"/>
                  </a:lnTo>
                  <a:lnTo>
                    <a:pt x="2763836" y="288022"/>
                  </a:lnTo>
                  <a:lnTo>
                    <a:pt x="2815120" y="248347"/>
                  </a:lnTo>
                  <a:lnTo>
                    <a:pt x="2869718" y="213013"/>
                  </a:lnTo>
                  <a:lnTo>
                    <a:pt x="2928524" y="181517"/>
                  </a:lnTo>
                  <a:lnTo>
                    <a:pt x="2992366" y="153377"/>
                  </a:lnTo>
                  <a:lnTo>
                    <a:pt x="3061905" y="128172"/>
                  </a:lnTo>
                  <a:lnTo>
                    <a:pt x="3137493" y="105567"/>
                  </a:lnTo>
                  <a:lnTo>
                    <a:pt x="3218998" y="85323"/>
                  </a:lnTo>
                  <a:lnTo>
                    <a:pt x="3305593" y="67296"/>
                  </a:lnTo>
                  <a:lnTo>
                    <a:pt x="3395551" y="51434"/>
                  </a:lnTo>
                  <a:lnTo>
                    <a:pt x="3486131" y="37756"/>
                  </a:lnTo>
                  <a:lnTo>
                    <a:pt x="3573648" y="26314"/>
                  </a:lnTo>
                  <a:lnTo>
                    <a:pt x="3653839" y="17145"/>
                  </a:lnTo>
                  <a:lnTo>
                    <a:pt x="3722532" y="10215"/>
                  </a:lnTo>
                  <a:lnTo>
                    <a:pt x="3776501" y="5375"/>
                  </a:lnTo>
                  <a:lnTo>
                    <a:pt x="3814258" y="2347"/>
                  </a:lnTo>
                  <a:lnTo>
                    <a:pt x="3836508" y="744"/>
                  </a:lnTo>
                  <a:lnTo>
                    <a:pt x="3846174" y="115"/>
                  </a:lnTo>
                  <a:lnTo>
                    <a:pt x="3848112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29" y="103"/>
                  </a:lnTo>
                  <a:lnTo>
                    <a:pt x="4393480" y="841"/>
                  </a:lnTo>
                  <a:lnTo>
                    <a:pt x="4408006" y="2879"/>
                  </a:lnTo>
                  <a:lnTo>
                    <a:pt x="4434045" y="6893"/>
                  </a:lnTo>
                  <a:lnTo>
                    <a:pt x="4472984" y="13511"/>
                  </a:lnTo>
                  <a:lnTo>
                    <a:pt x="4524754" y="23251"/>
                  </a:lnTo>
                  <a:lnTo>
                    <a:pt x="4587929" y="36475"/>
                  </a:lnTo>
                  <a:lnTo>
                    <a:pt x="4660045" y="53373"/>
                  </a:lnTo>
                  <a:lnTo>
                    <a:pt x="4738083" y="73988"/>
                  </a:lnTo>
                  <a:lnTo>
                    <a:pt x="4818962" y="98268"/>
                  </a:lnTo>
                  <a:lnTo>
                    <a:pt x="4899935" y="126134"/>
                  </a:lnTo>
                  <a:lnTo>
                    <a:pt x="4978834" y="157537"/>
                  </a:lnTo>
                  <a:lnTo>
                    <a:pt x="5054149" y="192508"/>
                  </a:lnTo>
                  <a:lnTo>
                    <a:pt x="5124991" y="231187"/>
                  </a:lnTo>
                  <a:lnTo>
                    <a:pt x="5190994" y="273843"/>
                  </a:lnTo>
                  <a:lnTo>
                    <a:pt x="5252185" y="320867"/>
                  </a:lnTo>
                  <a:lnTo>
                    <a:pt x="5308874" y="372778"/>
                  </a:lnTo>
                  <a:lnTo>
                    <a:pt x="5361552" y="430202"/>
                  </a:lnTo>
                  <a:lnTo>
                    <a:pt x="5410811" y="493843"/>
                  </a:lnTo>
                  <a:lnTo>
                    <a:pt x="5457294" y="564443"/>
                  </a:lnTo>
                  <a:lnTo>
                    <a:pt x="5501641" y="642695"/>
                  </a:lnTo>
                  <a:lnTo>
                    <a:pt x="5544446" y="729116"/>
                  </a:lnTo>
                  <a:lnTo>
                    <a:pt x="5567201" y="779475"/>
                  </a:lnTo>
                  <a:lnTo>
                    <a:pt x="5595793" y="846994"/>
                  </a:lnTo>
                  <a:lnTo>
                    <a:pt x="5624140" y="918515"/>
                  </a:lnTo>
                  <a:lnTo>
                    <a:pt x="5652359" y="994118"/>
                  </a:lnTo>
                  <a:lnTo>
                    <a:pt x="5680551" y="1073843"/>
                  </a:lnTo>
                  <a:lnTo>
                    <a:pt x="5708794" y="1157684"/>
                  </a:lnTo>
                  <a:lnTo>
                    <a:pt x="5737152" y="1245590"/>
                  </a:lnTo>
                  <a:lnTo>
                    <a:pt x="5765672" y="1337454"/>
                  </a:lnTo>
                  <a:lnTo>
                    <a:pt x="5794385" y="1433117"/>
                  </a:lnTo>
                  <a:lnTo>
                    <a:pt x="5823313" y="1532365"/>
                  </a:lnTo>
                  <a:lnTo>
                    <a:pt x="5852461" y="1634927"/>
                  </a:lnTo>
                  <a:lnTo>
                    <a:pt x="5881823" y="1740480"/>
                  </a:lnTo>
                  <a:lnTo>
                    <a:pt x="5911386" y="1848648"/>
                  </a:lnTo>
                  <a:lnTo>
                    <a:pt x="5941124" y="1959009"/>
                  </a:lnTo>
                  <a:lnTo>
                    <a:pt x="5971004" y="2071102"/>
                  </a:lnTo>
                  <a:lnTo>
                    <a:pt x="6000989" y="2184433"/>
                  </a:lnTo>
                  <a:lnTo>
                    <a:pt x="6031036" y="2298483"/>
                  </a:lnTo>
                  <a:lnTo>
                    <a:pt x="6061098" y="2412720"/>
                  </a:lnTo>
                  <a:lnTo>
                    <a:pt x="6091131" y="2526609"/>
                  </a:lnTo>
                  <a:lnTo>
                    <a:pt x="6121089" y="2639621"/>
                  </a:lnTo>
                  <a:lnTo>
                    <a:pt x="6150930" y="2751244"/>
                  </a:lnTo>
                  <a:lnTo>
                    <a:pt x="6180618" y="2860992"/>
                  </a:lnTo>
                  <a:lnTo>
                    <a:pt x="6210123" y="2968416"/>
                  </a:lnTo>
                  <a:lnTo>
                    <a:pt x="6239422" y="3073106"/>
                  </a:lnTo>
                  <a:lnTo>
                    <a:pt x="6268504" y="3174704"/>
                  </a:lnTo>
                  <a:lnTo>
                    <a:pt x="6297366" y="3272899"/>
                  </a:lnTo>
                  <a:lnTo>
                    <a:pt x="6326018" y="3367440"/>
                  </a:lnTo>
                  <a:lnTo>
                    <a:pt x="6354485" y="3458127"/>
                  </a:lnTo>
                  <a:lnTo>
                    <a:pt x="6382803" y="3544819"/>
                  </a:lnTo>
                  <a:lnTo>
                    <a:pt x="6411023" y="3627426"/>
                  </a:lnTo>
                  <a:lnTo>
                    <a:pt x="6439214" y="3705909"/>
                  </a:lnTo>
                  <a:lnTo>
                    <a:pt x="6467461" y="3780278"/>
                  </a:lnTo>
                  <a:lnTo>
                    <a:pt x="6495868" y="3850585"/>
                  </a:lnTo>
                  <a:lnTo>
                    <a:pt x="6515891" y="3897379"/>
                  </a:lnTo>
                  <a:lnTo>
                    <a:pt x="6558079" y="3988321"/>
                  </a:lnTo>
                  <a:lnTo>
                    <a:pt x="6601521" y="4070959"/>
                  </a:lnTo>
                  <a:lnTo>
                    <a:pt x="6646767" y="4145630"/>
                  </a:lnTo>
                  <a:lnTo>
                    <a:pt x="6694440" y="4212954"/>
                  </a:lnTo>
                  <a:lnTo>
                    <a:pt x="6745186" y="4273659"/>
                  </a:lnTo>
                  <a:lnTo>
                    <a:pt x="6799631" y="4328476"/>
                  </a:lnTo>
                  <a:lnTo>
                    <a:pt x="6858328" y="4378079"/>
                  </a:lnTo>
                  <a:lnTo>
                    <a:pt x="6921697" y="4423047"/>
                  </a:lnTo>
                  <a:lnTo>
                    <a:pt x="6989932" y="4463842"/>
                  </a:lnTo>
                  <a:lnTo>
                    <a:pt x="7062895" y="4500799"/>
                  </a:lnTo>
                  <a:lnTo>
                    <a:pt x="7139996" y="4534126"/>
                  </a:lnTo>
                  <a:lnTo>
                    <a:pt x="7220072" y="4563912"/>
                  </a:lnTo>
                  <a:lnTo>
                    <a:pt x="7301309" y="4590147"/>
                  </a:lnTo>
                  <a:lnTo>
                    <a:pt x="7381256" y="4612760"/>
                  </a:lnTo>
                  <a:lnTo>
                    <a:pt x="7456974" y="4631676"/>
                  </a:lnTo>
                  <a:lnTo>
                    <a:pt x="7525351" y="4646879"/>
                  </a:lnTo>
                  <a:lnTo>
                    <a:pt x="7583560" y="4658475"/>
                  </a:lnTo>
                  <a:lnTo>
                    <a:pt x="7629559" y="4666731"/>
                  </a:lnTo>
                  <a:lnTo>
                    <a:pt x="7662514" y="4672085"/>
                  </a:lnTo>
                  <a:lnTo>
                    <a:pt x="7683027" y="4675113"/>
                  </a:lnTo>
                  <a:lnTo>
                    <a:pt x="7693124" y="4676471"/>
                  </a:lnTo>
                  <a:lnTo>
                    <a:pt x="7696095" y="4676838"/>
                  </a:lnTo>
                  <a:lnTo>
                    <a:pt x="7696237" y="4676854"/>
                  </a:lnTo>
                  <a:lnTo>
                    <a:pt x="8234974" y="46768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4" name="pl1114"/>
            <p:cNvSpPr/>
            <p:nvPr/>
          </p:nvSpPr>
          <p:spPr>
            <a:xfrm>
              <a:off x="546595" y="1131574"/>
              <a:ext cx="8234974" cy="4676854"/>
            </a:xfrm>
            <a:custGeom>
              <a:avLst/>
              <a:pathLst>
                <a:path w="8234974" h="4676854">
                  <a:moveTo>
                    <a:pt x="8234974" y="4676854"/>
                  </a:moveTo>
                  <a:lnTo>
                    <a:pt x="7696237" y="4676854"/>
                  </a:lnTo>
                  <a:lnTo>
                    <a:pt x="7695364" y="4676751"/>
                  </a:lnTo>
                  <a:lnTo>
                    <a:pt x="7689613" y="4676013"/>
                  </a:lnTo>
                  <a:lnTo>
                    <a:pt x="7675086" y="4673975"/>
                  </a:lnTo>
                  <a:lnTo>
                    <a:pt x="7649048" y="4669961"/>
                  </a:lnTo>
                  <a:lnTo>
                    <a:pt x="7610109" y="4663343"/>
                  </a:lnTo>
                  <a:lnTo>
                    <a:pt x="7558338" y="4653603"/>
                  </a:lnTo>
                  <a:lnTo>
                    <a:pt x="7495164" y="4640379"/>
                  </a:lnTo>
                  <a:lnTo>
                    <a:pt x="7423047" y="4623481"/>
                  </a:lnTo>
                  <a:lnTo>
                    <a:pt x="7345009" y="4602866"/>
                  </a:lnTo>
                  <a:lnTo>
                    <a:pt x="7264131" y="4578585"/>
                  </a:lnTo>
                  <a:lnTo>
                    <a:pt x="7183158" y="4550720"/>
                  </a:lnTo>
                  <a:lnTo>
                    <a:pt x="7104259" y="4519317"/>
                  </a:lnTo>
                  <a:lnTo>
                    <a:pt x="7028944" y="4484346"/>
                  </a:lnTo>
                  <a:lnTo>
                    <a:pt x="6958101" y="4445666"/>
                  </a:lnTo>
                  <a:lnTo>
                    <a:pt x="6892099" y="4403011"/>
                  </a:lnTo>
                  <a:lnTo>
                    <a:pt x="6830908" y="4355987"/>
                  </a:lnTo>
                  <a:lnTo>
                    <a:pt x="6774218" y="4304075"/>
                  </a:lnTo>
                  <a:lnTo>
                    <a:pt x="6721541" y="4246652"/>
                  </a:lnTo>
                  <a:lnTo>
                    <a:pt x="6672281" y="4183011"/>
                  </a:lnTo>
                  <a:lnTo>
                    <a:pt x="6625798" y="4112411"/>
                  </a:lnTo>
                  <a:lnTo>
                    <a:pt x="6581452" y="4034159"/>
                  </a:lnTo>
                  <a:lnTo>
                    <a:pt x="6538646" y="3947738"/>
                  </a:lnTo>
                  <a:lnTo>
                    <a:pt x="6515891" y="3897379"/>
                  </a:lnTo>
                  <a:lnTo>
                    <a:pt x="6487299" y="3829860"/>
                  </a:lnTo>
                  <a:lnTo>
                    <a:pt x="6458953" y="3758339"/>
                  </a:lnTo>
                  <a:lnTo>
                    <a:pt x="6430733" y="3682736"/>
                  </a:lnTo>
                  <a:lnTo>
                    <a:pt x="6402541" y="3603011"/>
                  </a:lnTo>
                  <a:lnTo>
                    <a:pt x="6374298" y="3519169"/>
                  </a:lnTo>
                  <a:lnTo>
                    <a:pt x="6345940" y="3431264"/>
                  </a:lnTo>
                  <a:lnTo>
                    <a:pt x="6317421" y="3339400"/>
                  </a:lnTo>
                  <a:lnTo>
                    <a:pt x="6288707" y="3243737"/>
                  </a:lnTo>
                  <a:lnTo>
                    <a:pt x="6259780" y="3144489"/>
                  </a:lnTo>
                  <a:lnTo>
                    <a:pt x="6230632" y="3041927"/>
                  </a:lnTo>
                  <a:lnTo>
                    <a:pt x="6201269" y="2936374"/>
                  </a:lnTo>
                  <a:lnTo>
                    <a:pt x="6171706" y="2828206"/>
                  </a:lnTo>
                  <a:lnTo>
                    <a:pt x="6141969" y="2717845"/>
                  </a:lnTo>
                  <a:lnTo>
                    <a:pt x="6112088" y="2605752"/>
                  </a:lnTo>
                  <a:lnTo>
                    <a:pt x="6082103" y="2492421"/>
                  </a:lnTo>
                  <a:lnTo>
                    <a:pt x="6052057" y="2378371"/>
                  </a:lnTo>
                  <a:lnTo>
                    <a:pt x="6021994" y="2264134"/>
                  </a:lnTo>
                  <a:lnTo>
                    <a:pt x="5991962" y="2150245"/>
                  </a:lnTo>
                  <a:lnTo>
                    <a:pt x="5962004" y="2037233"/>
                  </a:lnTo>
                  <a:lnTo>
                    <a:pt x="5932162" y="1925610"/>
                  </a:lnTo>
                  <a:lnTo>
                    <a:pt x="5902474" y="1815861"/>
                  </a:lnTo>
                  <a:lnTo>
                    <a:pt x="5872970" y="1708438"/>
                  </a:lnTo>
                  <a:lnTo>
                    <a:pt x="5843670" y="1603747"/>
                  </a:lnTo>
                  <a:lnTo>
                    <a:pt x="5814589" y="1502150"/>
                  </a:lnTo>
                  <a:lnTo>
                    <a:pt x="5785727" y="1403955"/>
                  </a:lnTo>
                  <a:lnTo>
                    <a:pt x="5757074" y="1309414"/>
                  </a:lnTo>
                  <a:lnTo>
                    <a:pt x="5728607" y="1218727"/>
                  </a:lnTo>
                  <a:lnTo>
                    <a:pt x="5700290" y="1132035"/>
                  </a:lnTo>
                  <a:lnTo>
                    <a:pt x="5672069" y="1049428"/>
                  </a:lnTo>
                  <a:lnTo>
                    <a:pt x="5643878" y="970945"/>
                  </a:lnTo>
                  <a:lnTo>
                    <a:pt x="5615632" y="896576"/>
                  </a:lnTo>
                  <a:lnTo>
                    <a:pt x="5587225" y="826269"/>
                  </a:lnTo>
                  <a:lnTo>
                    <a:pt x="5567201" y="779475"/>
                  </a:lnTo>
                  <a:lnTo>
                    <a:pt x="5525013" y="688533"/>
                  </a:lnTo>
                  <a:lnTo>
                    <a:pt x="5481572" y="605895"/>
                  </a:lnTo>
                  <a:lnTo>
                    <a:pt x="5436326" y="531224"/>
                  </a:lnTo>
                  <a:lnTo>
                    <a:pt x="5388652" y="463900"/>
                  </a:lnTo>
                  <a:lnTo>
                    <a:pt x="5337906" y="403195"/>
                  </a:lnTo>
                  <a:lnTo>
                    <a:pt x="5283462" y="348378"/>
                  </a:lnTo>
                  <a:lnTo>
                    <a:pt x="5224764" y="298775"/>
                  </a:lnTo>
                  <a:lnTo>
                    <a:pt x="5161395" y="253807"/>
                  </a:lnTo>
                  <a:lnTo>
                    <a:pt x="5093161" y="213012"/>
                  </a:lnTo>
                  <a:lnTo>
                    <a:pt x="5020197" y="176055"/>
                  </a:lnTo>
                  <a:lnTo>
                    <a:pt x="4943096" y="142727"/>
                  </a:lnTo>
                  <a:lnTo>
                    <a:pt x="4863020" y="112942"/>
                  </a:lnTo>
                  <a:lnTo>
                    <a:pt x="4781783" y="86707"/>
                  </a:lnTo>
                  <a:lnTo>
                    <a:pt x="4701836" y="64094"/>
                  </a:lnTo>
                  <a:lnTo>
                    <a:pt x="4626118" y="45178"/>
                  </a:lnTo>
                  <a:lnTo>
                    <a:pt x="4557741" y="29975"/>
                  </a:lnTo>
                  <a:lnTo>
                    <a:pt x="4499532" y="18379"/>
                  </a:lnTo>
                  <a:lnTo>
                    <a:pt x="4453534" y="10123"/>
                  </a:lnTo>
                  <a:lnTo>
                    <a:pt x="4420578" y="4769"/>
                  </a:lnTo>
                  <a:lnTo>
                    <a:pt x="4400066" y="1741"/>
                  </a:lnTo>
                  <a:lnTo>
                    <a:pt x="4389969" y="382"/>
                  </a:lnTo>
                  <a:lnTo>
                    <a:pt x="4386998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43" y="2292148"/>
                  </a:lnTo>
                  <a:lnTo>
                    <a:pt x="538736" y="2292148"/>
                  </a:lnTo>
                  <a:lnTo>
                    <a:pt x="0" y="2292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5" name="pg1115"/>
            <p:cNvSpPr/>
            <p:nvPr/>
          </p:nvSpPr>
          <p:spPr>
            <a:xfrm>
              <a:off x="546595" y="3069828"/>
              <a:ext cx="8234974" cy="582565"/>
            </a:xfrm>
            <a:custGeom>
              <a:avLst/>
              <a:pathLst>
                <a:path w="8234974" h="582565">
                  <a:moveTo>
                    <a:pt x="0" y="582565"/>
                  </a:moveTo>
                  <a:lnTo>
                    <a:pt x="538736" y="582565"/>
                  </a:lnTo>
                  <a:lnTo>
                    <a:pt x="540033" y="582546"/>
                  </a:lnTo>
                  <a:lnTo>
                    <a:pt x="548492" y="582409"/>
                  </a:lnTo>
                  <a:lnTo>
                    <a:pt x="569581" y="582031"/>
                  </a:lnTo>
                  <a:lnTo>
                    <a:pt x="606691" y="581289"/>
                  </a:lnTo>
                  <a:lnTo>
                    <a:pt x="660804" y="580076"/>
                  </a:lnTo>
                  <a:lnTo>
                    <a:pt x="730479" y="578316"/>
                  </a:lnTo>
                  <a:lnTo>
                    <a:pt x="812333" y="575966"/>
                  </a:lnTo>
                  <a:lnTo>
                    <a:pt x="901907" y="573017"/>
                  </a:lnTo>
                  <a:lnTo>
                    <a:pt x="994637" y="569477"/>
                  </a:lnTo>
                  <a:lnTo>
                    <a:pt x="1086595" y="565363"/>
                  </a:lnTo>
                  <a:lnTo>
                    <a:pt x="1174895" y="560677"/>
                  </a:lnTo>
                  <a:lnTo>
                    <a:pt x="1257761" y="555403"/>
                  </a:lnTo>
                  <a:lnTo>
                    <a:pt x="1334386" y="549502"/>
                  </a:lnTo>
                  <a:lnTo>
                    <a:pt x="1404699" y="542904"/>
                  </a:lnTo>
                  <a:lnTo>
                    <a:pt x="1469135" y="535517"/>
                  </a:lnTo>
                  <a:lnTo>
                    <a:pt x="1528441" y="527222"/>
                  </a:lnTo>
                  <a:lnTo>
                    <a:pt x="1583525" y="517889"/>
                  </a:lnTo>
                  <a:lnTo>
                    <a:pt x="1635349" y="507381"/>
                  </a:lnTo>
                  <a:lnTo>
                    <a:pt x="1684843" y="495585"/>
                  </a:lnTo>
                  <a:lnTo>
                    <a:pt x="1719082" y="486378"/>
                  </a:lnTo>
                  <a:lnTo>
                    <a:pt x="1769919" y="471167"/>
                  </a:lnTo>
                  <a:lnTo>
                    <a:pt x="1820264" y="454361"/>
                  </a:lnTo>
                  <a:lnTo>
                    <a:pt x="1870661" y="435938"/>
                  </a:lnTo>
                  <a:lnTo>
                    <a:pt x="1921472" y="415935"/>
                  </a:lnTo>
                  <a:lnTo>
                    <a:pt x="1972905" y="394453"/>
                  </a:lnTo>
                  <a:lnTo>
                    <a:pt x="2025031" y="371664"/>
                  </a:lnTo>
                  <a:lnTo>
                    <a:pt x="2077806" y="347806"/>
                  </a:lnTo>
                  <a:lnTo>
                    <a:pt x="2131087" y="323175"/>
                  </a:lnTo>
                  <a:lnTo>
                    <a:pt x="2184662" y="298115"/>
                  </a:lnTo>
                  <a:lnTo>
                    <a:pt x="2238279" y="272994"/>
                  </a:lnTo>
                  <a:lnTo>
                    <a:pt x="2291681" y="248184"/>
                  </a:lnTo>
                  <a:lnTo>
                    <a:pt x="2344641" y="224038"/>
                  </a:lnTo>
                  <a:lnTo>
                    <a:pt x="2396990" y="200870"/>
                  </a:lnTo>
                  <a:lnTo>
                    <a:pt x="2448648" y="178939"/>
                  </a:lnTo>
                  <a:lnTo>
                    <a:pt x="2499646" y="158438"/>
                  </a:lnTo>
                  <a:lnTo>
                    <a:pt x="2550146" y="139491"/>
                  </a:lnTo>
                  <a:lnTo>
                    <a:pt x="2600458" y="122156"/>
                  </a:lnTo>
                  <a:lnTo>
                    <a:pt x="2651062" y="106430"/>
                  </a:lnTo>
                  <a:lnTo>
                    <a:pt x="2667772" y="101631"/>
                  </a:lnTo>
                  <a:lnTo>
                    <a:pt x="2716111" y="88881"/>
                  </a:lnTo>
                  <a:lnTo>
                    <a:pt x="2766187" y="77467"/>
                  </a:lnTo>
                  <a:lnTo>
                    <a:pt x="2818854" y="67311"/>
                  </a:lnTo>
                  <a:lnTo>
                    <a:pt x="2875058" y="58292"/>
                  </a:lnTo>
                  <a:lnTo>
                    <a:pt x="2935757" y="50272"/>
                  </a:lnTo>
                  <a:lnTo>
                    <a:pt x="3001824" y="43123"/>
                  </a:lnTo>
                  <a:lnTo>
                    <a:pt x="3073932" y="36735"/>
                  </a:lnTo>
                  <a:lnTo>
                    <a:pt x="3152393" y="31021"/>
                  </a:lnTo>
                  <a:lnTo>
                    <a:pt x="3236950" y="25920"/>
                  </a:lnTo>
                  <a:lnTo>
                    <a:pt x="3326536" y="21400"/>
                  </a:lnTo>
                  <a:lnTo>
                    <a:pt x="3419063" y="17450"/>
                  </a:lnTo>
                  <a:lnTo>
                    <a:pt x="3511323" y="14080"/>
                  </a:lnTo>
                  <a:lnTo>
                    <a:pt x="3599150" y="11303"/>
                  </a:lnTo>
                  <a:lnTo>
                    <a:pt x="3677917" y="9125"/>
                  </a:lnTo>
                  <a:lnTo>
                    <a:pt x="3743376" y="7529"/>
                  </a:lnTo>
                  <a:lnTo>
                    <a:pt x="3792626" y="6462"/>
                  </a:lnTo>
                  <a:lnTo>
                    <a:pt x="3824900" y="5837"/>
                  </a:lnTo>
                  <a:lnTo>
                    <a:pt x="3841896" y="5541"/>
                  </a:lnTo>
                  <a:lnTo>
                    <a:pt x="3847643" y="545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8" y="5444"/>
                  </a:lnTo>
                  <a:lnTo>
                    <a:pt x="4396657" y="5446"/>
                  </a:lnTo>
                  <a:lnTo>
                    <a:pt x="4417843" y="5449"/>
                  </a:lnTo>
                  <a:lnTo>
                    <a:pt x="4455112" y="5456"/>
                  </a:lnTo>
                  <a:lnTo>
                    <a:pt x="4509439" y="5468"/>
                  </a:lnTo>
                  <a:lnTo>
                    <a:pt x="4579358" y="5484"/>
                  </a:lnTo>
                  <a:lnTo>
                    <a:pt x="4661455" y="5507"/>
                  </a:lnTo>
                  <a:lnTo>
                    <a:pt x="4751244" y="5535"/>
                  </a:lnTo>
                  <a:lnTo>
                    <a:pt x="4844140" y="5568"/>
                  </a:lnTo>
                  <a:lnTo>
                    <a:pt x="4936212" y="5607"/>
                  </a:lnTo>
                  <a:lnTo>
                    <a:pt x="5024576" y="5651"/>
                  </a:lnTo>
                  <a:lnTo>
                    <a:pt x="5107465" y="5701"/>
                  </a:lnTo>
                  <a:lnTo>
                    <a:pt x="5184084" y="5757"/>
                  </a:lnTo>
                  <a:lnTo>
                    <a:pt x="5254375" y="5820"/>
                  </a:lnTo>
                  <a:lnTo>
                    <a:pt x="5318786" y="5890"/>
                  </a:lnTo>
                  <a:lnTo>
                    <a:pt x="5378070" y="5968"/>
                  </a:lnTo>
                  <a:lnTo>
                    <a:pt x="5433142" y="6057"/>
                  </a:lnTo>
                  <a:lnTo>
                    <a:pt x="5484972" y="6156"/>
                  </a:lnTo>
                  <a:lnTo>
                    <a:pt x="5534491" y="6268"/>
                  </a:lnTo>
                  <a:lnTo>
                    <a:pt x="5567201" y="6351"/>
                  </a:lnTo>
                  <a:lnTo>
                    <a:pt x="5619996" y="6501"/>
                  </a:lnTo>
                  <a:lnTo>
                    <a:pt x="5672286" y="6666"/>
                  </a:lnTo>
                  <a:lnTo>
                    <a:pt x="5724667" y="6849"/>
                  </a:lnTo>
                  <a:lnTo>
                    <a:pt x="5777529" y="7047"/>
                  </a:lnTo>
                  <a:lnTo>
                    <a:pt x="5831081" y="7259"/>
                  </a:lnTo>
                  <a:lnTo>
                    <a:pt x="5885382" y="7485"/>
                  </a:lnTo>
                  <a:lnTo>
                    <a:pt x="5940353" y="7721"/>
                  </a:lnTo>
                  <a:lnTo>
                    <a:pt x="5995814" y="7964"/>
                  </a:lnTo>
                  <a:lnTo>
                    <a:pt x="6051511" y="8210"/>
                  </a:lnTo>
                  <a:lnTo>
                    <a:pt x="6107156" y="8456"/>
                  </a:lnTo>
                  <a:lnTo>
                    <a:pt x="6162468" y="8697"/>
                  </a:lnTo>
                  <a:lnTo>
                    <a:pt x="6217216" y="8929"/>
                  </a:lnTo>
                  <a:lnTo>
                    <a:pt x="6271251" y="9151"/>
                  </a:lnTo>
                  <a:lnTo>
                    <a:pt x="6324542" y="9359"/>
                  </a:lnTo>
                  <a:lnTo>
                    <a:pt x="6377199" y="9551"/>
                  </a:lnTo>
                  <a:lnTo>
                    <a:pt x="6429493" y="9727"/>
                  </a:lnTo>
                  <a:lnTo>
                    <a:pt x="6481883" y="9887"/>
                  </a:lnTo>
                  <a:lnTo>
                    <a:pt x="6515891" y="9981"/>
                  </a:lnTo>
                  <a:lnTo>
                    <a:pt x="6564311" y="10102"/>
                  </a:lnTo>
                  <a:lnTo>
                    <a:pt x="6614476" y="10209"/>
                  </a:lnTo>
                  <a:lnTo>
                    <a:pt x="6667243" y="10305"/>
                  </a:lnTo>
                  <a:lnTo>
                    <a:pt x="6723563" y="10391"/>
                  </a:lnTo>
                  <a:lnTo>
                    <a:pt x="6784399" y="10466"/>
                  </a:lnTo>
                  <a:lnTo>
                    <a:pt x="6850628" y="10534"/>
                  </a:lnTo>
                  <a:lnTo>
                    <a:pt x="6922924" y="10594"/>
                  </a:lnTo>
                  <a:lnTo>
                    <a:pt x="7001594" y="10648"/>
                  </a:lnTo>
                  <a:lnTo>
                    <a:pt x="7086371" y="10696"/>
                  </a:lnTo>
                  <a:lnTo>
                    <a:pt x="7176171" y="10739"/>
                  </a:lnTo>
                  <a:lnTo>
                    <a:pt x="7268876" y="10776"/>
                  </a:lnTo>
                  <a:lnTo>
                    <a:pt x="7361246" y="10808"/>
                  </a:lnTo>
                  <a:lnTo>
                    <a:pt x="7449077" y="10834"/>
                  </a:lnTo>
                  <a:lnTo>
                    <a:pt x="7527719" y="10854"/>
                  </a:lnTo>
                  <a:lnTo>
                    <a:pt x="7592923" y="10869"/>
                  </a:lnTo>
                  <a:lnTo>
                    <a:pt x="7641817" y="10879"/>
                  </a:lnTo>
                  <a:lnTo>
                    <a:pt x="7673692" y="10885"/>
                  </a:lnTo>
                  <a:lnTo>
                    <a:pt x="7690324" y="10888"/>
                  </a:lnTo>
                  <a:lnTo>
                    <a:pt x="7695822" y="10889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5444"/>
                  </a:lnTo>
                  <a:lnTo>
                    <a:pt x="7696237" y="5444"/>
                  </a:lnTo>
                  <a:lnTo>
                    <a:pt x="7694935" y="5444"/>
                  </a:lnTo>
                  <a:lnTo>
                    <a:pt x="7686435" y="5443"/>
                  </a:lnTo>
                  <a:lnTo>
                    <a:pt x="7665250" y="5439"/>
                  </a:lnTo>
                  <a:lnTo>
                    <a:pt x="7627980" y="5432"/>
                  </a:lnTo>
                  <a:lnTo>
                    <a:pt x="7573653" y="5420"/>
                  </a:lnTo>
                  <a:lnTo>
                    <a:pt x="7503734" y="5404"/>
                  </a:lnTo>
                  <a:lnTo>
                    <a:pt x="7421638" y="5381"/>
                  </a:lnTo>
                  <a:lnTo>
                    <a:pt x="7331849" y="5354"/>
                  </a:lnTo>
                  <a:lnTo>
                    <a:pt x="7238952" y="5320"/>
                  </a:lnTo>
                  <a:lnTo>
                    <a:pt x="7146881" y="5281"/>
                  </a:lnTo>
                  <a:lnTo>
                    <a:pt x="7058517" y="5237"/>
                  </a:lnTo>
                  <a:lnTo>
                    <a:pt x="6975627" y="5187"/>
                  </a:lnTo>
                  <a:lnTo>
                    <a:pt x="6899009" y="5131"/>
                  </a:lnTo>
                  <a:lnTo>
                    <a:pt x="6828717" y="5068"/>
                  </a:lnTo>
                  <a:lnTo>
                    <a:pt x="6764307" y="4998"/>
                  </a:lnTo>
                  <a:lnTo>
                    <a:pt x="6705023" y="4920"/>
                  </a:lnTo>
                  <a:lnTo>
                    <a:pt x="6649950" y="4831"/>
                  </a:lnTo>
                  <a:lnTo>
                    <a:pt x="6598120" y="4732"/>
                  </a:lnTo>
                  <a:lnTo>
                    <a:pt x="6548602" y="4620"/>
                  </a:lnTo>
                  <a:lnTo>
                    <a:pt x="6515891" y="4537"/>
                  </a:lnTo>
                  <a:lnTo>
                    <a:pt x="6463097" y="4387"/>
                  </a:lnTo>
                  <a:lnTo>
                    <a:pt x="6410806" y="4222"/>
                  </a:lnTo>
                  <a:lnTo>
                    <a:pt x="6358425" y="4040"/>
                  </a:lnTo>
                  <a:lnTo>
                    <a:pt x="6305564" y="3841"/>
                  </a:lnTo>
                  <a:lnTo>
                    <a:pt x="6252011" y="3629"/>
                  </a:lnTo>
                  <a:lnTo>
                    <a:pt x="6197711" y="3403"/>
                  </a:lnTo>
                  <a:lnTo>
                    <a:pt x="6142739" y="3167"/>
                  </a:lnTo>
                  <a:lnTo>
                    <a:pt x="6087278" y="2924"/>
                  </a:lnTo>
                  <a:lnTo>
                    <a:pt x="6031581" y="2678"/>
                  </a:lnTo>
                  <a:lnTo>
                    <a:pt x="5975937" y="2432"/>
                  </a:lnTo>
                  <a:lnTo>
                    <a:pt x="5920625" y="2191"/>
                  </a:lnTo>
                  <a:lnTo>
                    <a:pt x="5865877" y="1959"/>
                  </a:lnTo>
                  <a:lnTo>
                    <a:pt x="5811842" y="1737"/>
                  </a:lnTo>
                  <a:lnTo>
                    <a:pt x="5758550" y="1529"/>
                  </a:lnTo>
                  <a:lnTo>
                    <a:pt x="5705894" y="1337"/>
                  </a:lnTo>
                  <a:lnTo>
                    <a:pt x="5653600" y="1161"/>
                  </a:lnTo>
                  <a:lnTo>
                    <a:pt x="5601209" y="1001"/>
                  </a:lnTo>
                  <a:lnTo>
                    <a:pt x="5567201" y="907"/>
                  </a:lnTo>
                  <a:lnTo>
                    <a:pt x="5518782" y="786"/>
                  </a:lnTo>
                  <a:lnTo>
                    <a:pt x="5468616" y="679"/>
                  </a:lnTo>
                  <a:lnTo>
                    <a:pt x="5415850" y="583"/>
                  </a:lnTo>
                  <a:lnTo>
                    <a:pt x="5359529" y="498"/>
                  </a:lnTo>
                  <a:lnTo>
                    <a:pt x="5298693" y="422"/>
                  </a:lnTo>
                  <a:lnTo>
                    <a:pt x="5232464" y="354"/>
                  </a:lnTo>
                  <a:lnTo>
                    <a:pt x="5160169" y="294"/>
                  </a:lnTo>
                  <a:lnTo>
                    <a:pt x="5081499" y="240"/>
                  </a:lnTo>
                  <a:lnTo>
                    <a:pt x="4996722" y="192"/>
                  </a:lnTo>
                  <a:lnTo>
                    <a:pt x="4906922" y="149"/>
                  </a:lnTo>
                  <a:lnTo>
                    <a:pt x="4814217" y="112"/>
                  </a:lnTo>
                  <a:lnTo>
                    <a:pt x="4721847" y="80"/>
                  </a:lnTo>
                  <a:lnTo>
                    <a:pt x="4634016" y="54"/>
                  </a:lnTo>
                  <a:lnTo>
                    <a:pt x="4555374" y="34"/>
                  </a:lnTo>
                  <a:lnTo>
                    <a:pt x="4490170" y="19"/>
                  </a:lnTo>
                  <a:lnTo>
                    <a:pt x="4441275" y="9"/>
                  </a:lnTo>
                  <a:lnTo>
                    <a:pt x="4409400" y="3"/>
                  </a:lnTo>
                  <a:lnTo>
                    <a:pt x="4392768" y="0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2" y="19"/>
                  </a:lnTo>
                  <a:lnTo>
                    <a:pt x="3838363" y="155"/>
                  </a:lnTo>
                  <a:lnTo>
                    <a:pt x="3817274" y="534"/>
                  </a:lnTo>
                  <a:lnTo>
                    <a:pt x="3780164" y="1276"/>
                  </a:lnTo>
                  <a:lnTo>
                    <a:pt x="3726051" y="2488"/>
                  </a:lnTo>
                  <a:lnTo>
                    <a:pt x="3656375" y="4248"/>
                  </a:lnTo>
                  <a:lnTo>
                    <a:pt x="3574522" y="6598"/>
                  </a:lnTo>
                  <a:lnTo>
                    <a:pt x="3484947" y="9548"/>
                  </a:lnTo>
                  <a:lnTo>
                    <a:pt x="3392218" y="13087"/>
                  </a:lnTo>
                  <a:lnTo>
                    <a:pt x="3300260" y="17201"/>
                  </a:lnTo>
                  <a:lnTo>
                    <a:pt x="3211960" y="21887"/>
                  </a:lnTo>
                  <a:lnTo>
                    <a:pt x="3129093" y="27161"/>
                  </a:lnTo>
                  <a:lnTo>
                    <a:pt x="3052469" y="33062"/>
                  </a:lnTo>
                  <a:lnTo>
                    <a:pt x="2982156" y="39660"/>
                  </a:lnTo>
                  <a:lnTo>
                    <a:pt x="2917719" y="47048"/>
                  </a:lnTo>
                  <a:lnTo>
                    <a:pt x="2858414" y="55342"/>
                  </a:lnTo>
                  <a:lnTo>
                    <a:pt x="2803330" y="64676"/>
                  </a:lnTo>
                  <a:lnTo>
                    <a:pt x="2751506" y="75183"/>
                  </a:lnTo>
                  <a:lnTo>
                    <a:pt x="2702012" y="86979"/>
                  </a:lnTo>
                  <a:lnTo>
                    <a:pt x="2667772" y="96186"/>
                  </a:lnTo>
                  <a:lnTo>
                    <a:pt x="2616936" y="111397"/>
                  </a:lnTo>
                  <a:lnTo>
                    <a:pt x="2566590" y="128203"/>
                  </a:lnTo>
                  <a:lnTo>
                    <a:pt x="2516194" y="146626"/>
                  </a:lnTo>
                  <a:lnTo>
                    <a:pt x="2465383" y="166629"/>
                  </a:lnTo>
                  <a:lnTo>
                    <a:pt x="2413950" y="188111"/>
                  </a:lnTo>
                  <a:lnTo>
                    <a:pt x="2361823" y="210900"/>
                  </a:lnTo>
                  <a:lnTo>
                    <a:pt x="2309048" y="234758"/>
                  </a:lnTo>
                  <a:lnTo>
                    <a:pt x="2255768" y="259389"/>
                  </a:lnTo>
                  <a:lnTo>
                    <a:pt x="2202193" y="284449"/>
                  </a:lnTo>
                  <a:lnTo>
                    <a:pt x="2148576" y="309570"/>
                  </a:lnTo>
                  <a:lnTo>
                    <a:pt x="2095173" y="334380"/>
                  </a:lnTo>
                  <a:lnTo>
                    <a:pt x="2042213" y="358526"/>
                  </a:lnTo>
                  <a:lnTo>
                    <a:pt x="1989865" y="381694"/>
                  </a:lnTo>
                  <a:lnTo>
                    <a:pt x="1938207" y="403625"/>
                  </a:lnTo>
                  <a:lnTo>
                    <a:pt x="1887208" y="424126"/>
                  </a:lnTo>
                  <a:lnTo>
                    <a:pt x="1836708" y="443073"/>
                  </a:lnTo>
                  <a:lnTo>
                    <a:pt x="1786396" y="460408"/>
                  </a:lnTo>
                  <a:lnTo>
                    <a:pt x="1735793" y="476134"/>
                  </a:lnTo>
                  <a:lnTo>
                    <a:pt x="1719082" y="480933"/>
                  </a:lnTo>
                  <a:lnTo>
                    <a:pt x="1670744" y="493683"/>
                  </a:lnTo>
                  <a:lnTo>
                    <a:pt x="1620667" y="505098"/>
                  </a:lnTo>
                  <a:lnTo>
                    <a:pt x="1568001" y="515253"/>
                  </a:lnTo>
                  <a:lnTo>
                    <a:pt x="1511796" y="524273"/>
                  </a:lnTo>
                  <a:lnTo>
                    <a:pt x="1451098" y="532292"/>
                  </a:lnTo>
                  <a:lnTo>
                    <a:pt x="1385031" y="539441"/>
                  </a:lnTo>
                  <a:lnTo>
                    <a:pt x="1312923" y="545829"/>
                  </a:lnTo>
                  <a:lnTo>
                    <a:pt x="1234461" y="551543"/>
                  </a:lnTo>
                  <a:lnTo>
                    <a:pt x="1149905" y="556644"/>
                  </a:lnTo>
                  <a:lnTo>
                    <a:pt x="1060319" y="561165"/>
                  </a:lnTo>
                  <a:lnTo>
                    <a:pt x="967792" y="565114"/>
                  </a:lnTo>
                  <a:lnTo>
                    <a:pt x="875531" y="568485"/>
                  </a:lnTo>
                  <a:lnTo>
                    <a:pt x="787705" y="571261"/>
                  </a:lnTo>
                  <a:lnTo>
                    <a:pt x="708938" y="573439"/>
                  </a:lnTo>
                  <a:lnTo>
                    <a:pt x="643479" y="575035"/>
                  </a:lnTo>
                  <a:lnTo>
                    <a:pt x="594228" y="576102"/>
                  </a:lnTo>
                  <a:lnTo>
                    <a:pt x="561955" y="576727"/>
                  </a:lnTo>
                  <a:lnTo>
                    <a:pt x="544958" y="577023"/>
                  </a:lnTo>
                  <a:lnTo>
                    <a:pt x="539211" y="577113"/>
                  </a:lnTo>
                  <a:lnTo>
                    <a:pt x="538736" y="577120"/>
                  </a:lnTo>
                  <a:lnTo>
                    <a:pt x="0" y="57712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16" name="pl1116"/>
            <p:cNvSpPr/>
            <p:nvPr/>
          </p:nvSpPr>
          <p:spPr>
            <a:xfrm>
              <a:off x="546595" y="3075273"/>
              <a:ext cx="8234974" cy="577120"/>
            </a:xfrm>
            <a:custGeom>
              <a:avLst/>
              <a:pathLst>
                <a:path w="8234974" h="577120">
                  <a:moveTo>
                    <a:pt x="0" y="577120"/>
                  </a:moveTo>
                  <a:lnTo>
                    <a:pt x="538736" y="577120"/>
                  </a:lnTo>
                  <a:lnTo>
                    <a:pt x="540033" y="577101"/>
                  </a:lnTo>
                  <a:lnTo>
                    <a:pt x="548492" y="576964"/>
                  </a:lnTo>
                  <a:lnTo>
                    <a:pt x="569581" y="576586"/>
                  </a:lnTo>
                  <a:lnTo>
                    <a:pt x="606691" y="575844"/>
                  </a:lnTo>
                  <a:lnTo>
                    <a:pt x="660804" y="574632"/>
                  </a:lnTo>
                  <a:lnTo>
                    <a:pt x="730479" y="572871"/>
                  </a:lnTo>
                  <a:lnTo>
                    <a:pt x="812333" y="570521"/>
                  </a:lnTo>
                  <a:lnTo>
                    <a:pt x="901907" y="567572"/>
                  </a:lnTo>
                  <a:lnTo>
                    <a:pt x="994637" y="564033"/>
                  </a:lnTo>
                  <a:lnTo>
                    <a:pt x="1086595" y="559918"/>
                  </a:lnTo>
                  <a:lnTo>
                    <a:pt x="1174895" y="555232"/>
                  </a:lnTo>
                  <a:lnTo>
                    <a:pt x="1257761" y="549959"/>
                  </a:lnTo>
                  <a:lnTo>
                    <a:pt x="1334386" y="544057"/>
                  </a:lnTo>
                  <a:lnTo>
                    <a:pt x="1404699" y="537460"/>
                  </a:lnTo>
                  <a:lnTo>
                    <a:pt x="1469135" y="530072"/>
                  </a:lnTo>
                  <a:lnTo>
                    <a:pt x="1528441" y="521778"/>
                  </a:lnTo>
                  <a:lnTo>
                    <a:pt x="1583525" y="512444"/>
                  </a:lnTo>
                  <a:lnTo>
                    <a:pt x="1635349" y="501936"/>
                  </a:lnTo>
                  <a:lnTo>
                    <a:pt x="1684843" y="490141"/>
                  </a:lnTo>
                  <a:lnTo>
                    <a:pt x="1719082" y="480933"/>
                  </a:lnTo>
                  <a:lnTo>
                    <a:pt x="1769919" y="465723"/>
                  </a:lnTo>
                  <a:lnTo>
                    <a:pt x="1820264" y="448917"/>
                  </a:lnTo>
                  <a:lnTo>
                    <a:pt x="1870661" y="430494"/>
                  </a:lnTo>
                  <a:lnTo>
                    <a:pt x="1921472" y="410490"/>
                  </a:lnTo>
                  <a:lnTo>
                    <a:pt x="1972905" y="389009"/>
                  </a:lnTo>
                  <a:lnTo>
                    <a:pt x="2025031" y="366219"/>
                  </a:lnTo>
                  <a:lnTo>
                    <a:pt x="2077806" y="342361"/>
                  </a:lnTo>
                  <a:lnTo>
                    <a:pt x="2131087" y="317731"/>
                  </a:lnTo>
                  <a:lnTo>
                    <a:pt x="2184662" y="292671"/>
                  </a:lnTo>
                  <a:lnTo>
                    <a:pt x="2238279" y="267549"/>
                  </a:lnTo>
                  <a:lnTo>
                    <a:pt x="2291681" y="242739"/>
                  </a:lnTo>
                  <a:lnTo>
                    <a:pt x="2344641" y="218593"/>
                  </a:lnTo>
                  <a:lnTo>
                    <a:pt x="2396990" y="195426"/>
                  </a:lnTo>
                  <a:lnTo>
                    <a:pt x="2448648" y="173494"/>
                  </a:lnTo>
                  <a:lnTo>
                    <a:pt x="2499646" y="152993"/>
                  </a:lnTo>
                  <a:lnTo>
                    <a:pt x="2550146" y="134047"/>
                  </a:lnTo>
                  <a:lnTo>
                    <a:pt x="2600458" y="116712"/>
                  </a:lnTo>
                  <a:lnTo>
                    <a:pt x="2651062" y="100985"/>
                  </a:lnTo>
                  <a:lnTo>
                    <a:pt x="2667772" y="96186"/>
                  </a:lnTo>
                  <a:lnTo>
                    <a:pt x="2716111" y="83437"/>
                  </a:lnTo>
                  <a:lnTo>
                    <a:pt x="2766187" y="72022"/>
                  </a:lnTo>
                  <a:lnTo>
                    <a:pt x="2818854" y="61867"/>
                  </a:lnTo>
                  <a:lnTo>
                    <a:pt x="2875058" y="52847"/>
                  </a:lnTo>
                  <a:lnTo>
                    <a:pt x="2935757" y="44827"/>
                  </a:lnTo>
                  <a:lnTo>
                    <a:pt x="3001824" y="37679"/>
                  </a:lnTo>
                  <a:lnTo>
                    <a:pt x="3073932" y="31291"/>
                  </a:lnTo>
                  <a:lnTo>
                    <a:pt x="3152393" y="25576"/>
                  </a:lnTo>
                  <a:lnTo>
                    <a:pt x="3236950" y="20476"/>
                  </a:lnTo>
                  <a:lnTo>
                    <a:pt x="3326536" y="15955"/>
                  </a:lnTo>
                  <a:lnTo>
                    <a:pt x="3419063" y="12005"/>
                  </a:lnTo>
                  <a:lnTo>
                    <a:pt x="3511323" y="8635"/>
                  </a:lnTo>
                  <a:lnTo>
                    <a:pt x="3599150" y="5858"/>
                  </a:lnTo>
                  <a:lnTo>
                    <a:pt x="3677917" y="3681"/>
                  </a:lnTo>
                  <a:lnTo>
                    <a:pt x="3743376" y="2084"/>
                  </a:lnTo>
                  <a:lnTo>
                    <a:pt x="3792626" y="1017"/>
                  </a:lnTo>
                  <a:lnTo>
                    <a:pt x="3824900" y="392"/>
                  </a:lnTo>
                  <a:lnTo>
                    <a:pt x="3841896" y="97"/>
                  </a:lnTo>
                  <a:lnTo>
                    <a:pt x="3847643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8" y="0"/>
                  </a:lnTo>
                  <a:lnTo>
                    <a:pt x="4396657" y="1"/>
                  </a:lnTo>
                  <a:lnTo>
                    <a:pt x="4417843" y="5"/>
                  </a:lnTo>
                  <a:lnTo>
                    <a:pt x="4455112" y="12"/>
                  </a:lnTo>
                  <a:lnTo>
                    <a:pt x="4509439" y="23"/>
                  </a:lnTo>
                  <a:lnTo>
                    <a:pt x="4579358" y="40"/>
                  </a:lnTo>
                  <a:lnTo>
                    <a:pt x="4661455" y="62"/>
                  </a:lnTo>
                  <a:lnTo>
                    <a:pt x="4751244" y="90"/>
                  </a:lnTo>
                  <a:lnTo>
                    <a:pt x="4844140" y="124"/>
                  </a:lnTo>
                  <a:lnTo>
                    <a:pt x="4936212" y="162"/>
                  </a:lnTo>
                  <a:lnTo>
                    <a:pt x="5024576" y="207"/>
                  </a:lnTo>
                  <a:lnTo>
                    <a:pt x="5107465" y="257"/>
                  </a:lnTo>
                  <a:lnTo>
                    <a:pt x="5184084" y="313"/>
                  </a:lnTo>
                  <a:lnTo>
                    <a:pt x="5254375" y="375"/>
                  </a:lnTo>
                  <a:lnTo>
                    <a:pt x="5318786" y="445"/>
                  </a:lnTo>
                  <a:lnTo>
                    <a:pt x="5378070" y="524"/>
                  </a:lnTo>
                  <a:lnTo>
                    <a:pt x="5433142" y="612"/>
                  </a:lnTo>
                  <a:lnTo>
                    <a:pt x="5484972" y="712"/>
                  </a:lnTo>
                  <a:lnTo>
                    <a:pt x="5534491" y="824"/>
                  </a:lnTo>
                  <a:lnTo>
                    <a:pt x="5567201" y="907"/>
                  </a:lnTo>
                  <a:lnTo>
                    <a:pt x="5619996" y="1056"/>
                  </a:lnTo>
                  <a:lnTo>
                    <a:pt x="5672286" y="1222"/>
                  </a:lnTo>
                  <a:lnTo>
                    <a:pt x="5724667" y="1404"/>
                  </a:lnTo>
                  <a:lnTo>
                    <a:pt x="5777529" y="1602"/>
                  </a:lnTo>
                  <a:lnTo>
                    <a:pt x="5831081" y="1815"/>
                  </a:lnTo>
                  <a:lnTo>
                    <a:pt x="5885382" y="2041"/>
                  </a:lnTo>
                  <a:lnTo>
                    <a:pt x="5940353" y="2277"/>
                  </a:lnTo>
                  <a:lnTo>
                    <a:pt x="5995814" y="2520"/>
                  </a:lnTo>
                  <a:lnTo>
                    <a:pt x="6051511" y="2766"/>
                  </a:lnTo>
                  <a:lnTo>
                    <a:pt x="6107156" y="3011"/>
                  </a:lnTo>
                  <a:lnTo>
                    <a:pt x="6162468" y="3252"/>
                  </a:lnTo>
                  <a:lnTo>
                    <a:pt x="6217216" y="3485"/>
                  </a:lnTo>
                  <a:lnTo>
                    <a:pt x="6271251" y="3706"/>
                  </a:lnTo>
                  <a:lnTo>
                    <a:pt x="6324542" y="3914"/>
                  </a:lnTo>
                  <a:lnTo>
                    <a:pt x="6377199" y="4107"/>
                  </a:lnTo>
                  <a:lnTo>
                    <a:pt x="6429493" y="4283"/>
                  </a:lnTo>
                  <a:lnTo>
                    <a:pt x="6481883" y="4443"/>
                  </a:lnTo>
                  <a:lnTo>
                    <a:pt x="6515891" y="4537"/>
                  </a:lnTo>
                  <a:lnTo>
                    <a:pt x="6564311" y="4657"/>
                  </a:lnTo>
                  <a:lnTo>
                    <a:pt x="6614476" y="4765"/>
                  </a:lnTo>
                  <a:lnTo>
                    <a:pt x="6667243" y="4861"/>
                  </a:lnTo>
                  <a:lnTo>
                    <a:pt x="6723563" y="4946"/>
                  </a:lnTo>
                  <a:lnTo>
                    <a:pt x="6784399" y="5022"/>
                  </a:lnTo>
                  <a:lnTo>
                    <a:pt x="6850628" y="5089"/>
                  </a:lnTo>
                  <a:lnTo>
                    <a:pt x="6922924" y="5149"/>
                  </a:lnTo>
                  <a:lnTo>
                    <a:pt x="7001594" y="5203"/>
                  </a:lnTo>
                  <a:lnTo>
                    <a:pt x="7086371" y="5252"/>
                  </a:lnTo>
                  <a:lnTo>
                    <a:pt x="7176171" y="5294"/>
                  </a:lnTo>
                  <a:lnTo>
                    <a:pt x="7268876" y="5331"/>
                  </a:lnTo>
                  <a:lnTo>
                    <a:pt x="7361246" y="5363"/>
                  </a:lnTo>
                  <a:lnTo>
                    <a:pt x="7449077" y="5389"/>
                  </a:lnTo>
                  <a:lnTo>
                    <a:pt x="7527719" y="5410"/>
                  </a:lnTo>
                  <a:lnTo>
                    <a:pt x="7592923" y="5425"/>
                  </a:lnTo>
                  <a:lnTo>
                    <a:pt x="7641817" y="5435"/>
                  </a:lnTo>
                  <a:lnTo>
                    <a:pt x="7673692" y="5440"/>
                  </a:lnTo>
                  <a:lnTo>
                    <a:pt x="7690324" y="5443"/>
                  </a:lnTo>
                  <a:lnTo>
                    <a:pt x="7695822" y="5444"/>
                  </a:lnTo>
                  <a:lnTo>
                    <a:pt x="7696237" y="5444"/>
                  </a:lnTo>
                  <a:lnTo>
                    <a:pt x="8234974" y="54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7" name="pl1117"/>
            <p:cNvSpPr/>
            <p:nvPr/>
          </p:nvSpPr>
          <p:spPr>
            <a:xfrm>
              <a:off x="546595" y="3069828"/>
              <a:ext cx="8234974" cy="577120"/>
            </a:xfrm>
            <a:custGeom>
              <a:avLst/>
              <a:pathLst>
                <a:path w="8234974" h="577120">
                  <a:moveTo>
                    <a:pt x="8234974" y="5444"/>
                  </a:moveTo>
                  <a:lnTo>
                    <a:pt x="7696237" y="5444"/>
                  </a:lnTo>
                  <a:lnTo>
                    <a:pt x="7694935" y="5444"/>
                  </a:lnTo>
                  <a:lnTo>
                    <a:pt x="7686435" y="5443"/>
                  </a:lnTo>
                  <a:lnTo>
                    <a:pt x="7665250" y="5439"/>
                  </a:lnTo>
                  <a:lnTo>
                    <a:pt x="7627980" y="5432"/>
                  </a:lnTo>
                  <a:lnTo>
                    <a:pt x="7573653" y="5420"/>
                  </a:lnTo>
                  <a:lnTo>
                    <a:pt x="7503734" y="5404"/>
                  </a:lnTo>
                  <a:lnTo>
                    <a:pt x="7421638" y="5381"/>
                  </a:lnTo>
                  <a:lnTo>
                    <a:pt x="7331849" y="5354"/>
                  </a:lnTo>
                  <a:lnTo>
                    <a:pt x="7238952" y="5320"/>
                  </a:lnTo>
                  <a:lnTo>
                    <a:pt x="7146881" y="5281"/>
                  </a:lnTo>
                  <a:lnTo>
                    <a:pt x="7058517" y="5237"/>
                  </a:lnTo>
                  <a:lnTo>
                    <a:pt x="6975627" y="5187"/>
                  </a:lnTo>
                  <a:lnTo>
                    <a:pt x="6899009" y="5131"/>
                  </a:lnTo>
                  <a:lnTo>
                    <a:pt x="6828717" y="5068"/>
                  </a:lnTo>
                  <a:lnTo>
                    <a:pt x="6764307" y="4998"/>
                  </a:lnTo>
                  <a:lnTo>
                    <a:pt x="6705023" y="4920"/>
                  </a:lnTo>
                  <a:lnTo>
                    <a:pt x="6649950" y="4831"/>
                  </a:lnTo>
                  <a:lnTo>
                    <a:pt x="6598120" y="4732"/>
                  </a:lnTo>
                  <a:lnTo>
                    <a:pt x="6548602" y="4620"/>
                  </a:lnTo>
                  <a:lnTo>
                    <a:pt x="6515891" y="4537"/>
                  </a:lnTo>
                  <a:lnTo>
                    <a:pt x="6463097" y="4387"/>
                  </a:lnTo>
                  <a:lnTo>
                    <a:pt x="6410806" y="4222"/>
                  </a:lnTo>
                  <a:lnTo>
                    <a:pt x="6358425" y="4040"/>
                  </a:lnTo>
                  <a:lnTo>
                    <a:pt x="6305564" y="3841"/>
                  </a:lnTo>
                  <a:lnTo>
                    <a:pt x="6252011" y="3629"/>
                  </a:lnTo>
                  <a:lnTo>
                    <a:pt x="6197711" y="3403"/>
                  </a:lnTo>
                  <a:lnTo>
                    <a:pt x="6142739" y="3167"/>
                  </a:lnTo>
                  <a:lnTo>
                    <a:pt x="6087278" y="2924"/>
                  </a:lnTo>
                  <a:lnTo>
                    <a:pt x="6031581" y="2678"/>
                  </a:lnTo>
                  <a:lnTo>
                    <a:pt x="5975937" y="2432"/>
                  </a:lnTo>
                  <a:lnTo>
                    <a:pt x="5920625" y="2191"/>
                  </a:lnTo>
                  <a:lnTo>
                    <a:pt x="5865877" y="1959"/>
                  </a:lnTo>
                  <a:lnTo>
                    <a:pt x="5811842" y="1737"/>
                  </a:lnTo>
                  <a:lnTo>
                    <a:pt x="5758550" y="1529"/>
                  </a:lnTo>
                  <a:lnTo>
                    <a:pt x="5705894" y="1337"/>
                  </a:lnTo>
                  <a:lnTo>
                    <a:pt x="5653600" y="1161"/>
                  </a:lnTo>
                  <a:lnTo>
                    <a:pt x="5601209" y="1001"/>
                  </a:lnTo>
                  <a:lnTo>
                    <a:pt x="5567201" y="907"/>
                  </a:lnTo>
                  <a:lnTo>
                    <a:pt x="5518782" y="786"/>
                  </a:lnTo>
                  <a:lnTo>
                    <a:pt x="5468616" y="679"/>
                  </a:lnTo>
                  <a:lnTo>
                    <a:pt x="5415850" y="583"/>
                  </a:lnTo>
                  <a:lnTo>
                    <a:pt x="5359529" y="498"/>
                  </a:lnTo>
                  <a:lnTo>
                    <a:pt x="5298693" y="422"/>
                  </a:lnTo>
                  <a:lnTo>
                    <a:pt x="5232464" y="354"/>
                  </a:lnTo>
                  <a:lnTo>
                    <a:pt x="5160169" y="294"/>
                  </a:lnTo>
                  <a:lnTo>
                    <a:pt x="5081499" y="240"/>
                  </a:lnTo>
                  <a:lnTo>
                    <a:pt x="4996722" y="192"/>
                  </a:lnTo>
                  <a:lnTo>
                    <a:pt x="4906922" y="149"/>
                  </a:lnTo>
                  <a:lnTo>
                    <a:pt x="4814217" y="112"/>
                  </a:lnTo>
                  <a:lnTo>
                    <a:pt x="4721847" y="80"/>
                  </a:lnTo>
                  <a:lnTo>
                    <a:pt x="4634016" y="54"/>
                  </a:lnTo>
                  <a:lnTo>
                    <a:pt x="4555374" y="34"/>
                  </a:lnTo>
                  <a:lnTo>
                    <a:pt x="4490170" y="19"/>
                  </a:lnTo>
                  <a:lnTo>
                    <a:pt x="4441275" y="9"/>
                  </a:lnTo>
                  <a:lnTo>
                    <a:pt x="4409400" y="3"/>
                  </a:lnTo>
                  <a:lnTo>
                    <a:pt x="4392768" y="0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2" y="19"/>
                  </a:lnTo>
                  <a:lnTo>
                    <a:pt x="3838363" y="155"/>
                  </a:lnTo>
                  <a:lnTo>
                    <a:pt x="3817274" y="534"/>
                  </a:lnTo>
                  <a:lnTo>
                    <a:pt x="3780164" y="1276"/>
                  </a:lnTo>
                  <a:lnTo>
                    <a:pt x="3726051" y="2488"/>
                  </a:lnTo>
                  <a:lnTo>
                    <a:pt x="3656375" y="4248"/>
                  </a:lnTo>
                  <a:lnTo>
                    <a:pt x="3574522" y="6598"/>
                  </a:lnTo>
                  <a:lnTo>
                    <a:pt x="3484947" y="9548"/>
                  </a:lnTo>
                  <a:lnTo>
                    <a:pt x="3392218" y="13087"/>
                  </a:lnTo>
                  <a:lnTo>
                    <a:pt x="3300260" y="17201"/>
                  </a:lnTo>
                  <a:lnTo>
                    <a:pt x="3211960" y="21887"/>
                  </a:lnTo>
                  <a:lnTo>
                    <a:pt x="3129093" y="27161"/>
                  </a:lnTo>
                  <a:lnTo>
                    <a:pt x="3052469" y="33062"/>
                  </a:lnTo>
                  <a:lnTo>
                    <a:pt x="2982156" y="39660"/>
                  </a:lnTo>
                  <a:lnTo>
                    <a:pt x="2917719" y="47048"/>
                  </a:lnTo>
                  <a:lnTo>
                    <a:pt x="2858414" y="55342"/>
                  </a:lnTo>
                  <a:lnTo>
                    <a:pt x="2803330" y="64676"/>
                  </a:lnTo>
                  <a:lnTo>
                    <a:pt x="2751506" y="75183"/>
                  </a:lnTo>
                  <a:lnTo>
                    <a:pt x="2702012" y="86979"/>
                  </a:lnTo>
                  <a:lnTo>
                    <a:pt x="2667772" y="96186"/>
                  </a:lnTo>
                  <a:lnTo>
                    <a:pt x="2616936" y="111397"/>
                  </a:lnTo>
                  <a:lnTo>
                    <a:pt x="2566590" y="128203"/>
                  </a:lnTo>
                  <a:lnTo>
                    <a:pt x="2516194" y="146626"/>
                  </a:lnTo>
                  <a:lnTo>
                    <a:pt x="2465383" y="166629"/>
                  </a:lnTo>
                  <a:lnTo>
                    <a:pt x="2413950" y="188111"/>
                  </a:lnTo>
                  <a:lnTo>
                    <a:pt x="2361823" y="210900"/>
                  </a:lnTo>
                  <a:lnTo>
                    <a:pt x="2309048" y="234758"/>
                  </a:lnTo>
                  <a:lnTo>
                    <a:pt x="2255768" y="259389"/>
                  </a:lnTo>
                  <a:lnTo>
                    <a:pt x="2202193" y="284449"/>
                  </a:lnTo>
                  <a:lnTo>
                    <a:pt x="2148576" y="309570"/>
                  </a:lnTo>
                  <a:lnTo>
                    <a:pt x="2095173" y="334380"/>
                  </a:lnTo>
                  <a:lnTo>
                    <a:pt x="2042213" y="358526"/>
                  </a:lnTo>
                  <a:lnTo>
                    <a:pt x="1989865" y="381694"/>
                  </a:lnTo>
                  <a:lnTo>
                    <a:pt x="1938207" y="403625"/>
                  </a:lnTo>
                  <a:lnTo>
                    <a:pt x="1887208" y="424126"/>
                  </a:lnTo>
                  <a:lnTo>
                    <a:pt x="1836708" y="443073"/>
                  </a:lnTo>
                  <a:lnTo>
                    <a:pt x="1786396" y="460408"/>
                  </a:lnTo>
                  <a:lnTo>
                    <a:pt x="1735793" y="476134"/>
                  </a:lnTo>
                  <a:lnTo>
                    <a:pt x="1719082" y="480933"/>
                  </a:lnTo>
                  <a:lnTo>
                    <a:pt x="1670744" y="493683"/>
                  </a:lnTo>
                  <a:lnTo>
                    <a:pt x="1620667" y="505098"/>
                  </a:lnTo>
                  <a:lnTo>
                    <a:pt x="1568001" y="515253"/>
                  </a:lnTo>
                  <a:lnTo>
                    <a:pt x="1511796" y="524273"/>
                  </a:lnTo>
                  <a:lnTo>
                    <a:pt x="1451098" y="532292"/>
                  </a:lnTo>
                  <a:lnTo>
                    <a:pt x="1385031" y="539441"/>
                  </a:lnTo>
                  <a:lnTo>
                    <a:pt x="1312923" y="545829"/>
                  </a:lnTo>
                  <a:lnTo>
                    <a:pt x="1234461" y="551543"/>
                  </a:lnTo>
                  <a:lnTo>
                    <a:pt x="1149905" y="556644"/>
                  </a:lnTo>
                  <a:lnTo>
                    <a:pt x="1060319" y="561165"/>
                  </a:lnTo>
                  <a:lnTo>
                    <a:pt x="967792" y="565114"/>
                  </a:lnTo>
                  <a:lnTo>
                    <a:pt x="875531" y="568485"/>
                  </a:lnTo>
                  <a:lnTo>
                    <a:pt x="787705" y="571261"/>
                  </a:lnTo>
                  <a:lnTo>
                    <a:pt x="708938" y="573439"/>
                  </a:lnTo>
                  <a:lnTo>
                    <a:pt x="643479" y="575035"/>
                  </a:lnTo>
                  <a:lnTo>
                    <a:pt x="594228" y="576102"/>
                  </a:lnTo>
                  <a:lnTo>
                    <a:pt x="561955" y="576727"/>
                  </a:lnTo>
                  <a:lnTo>
                    <a:pt x="544958" y="577023"/>
                  </a:lnTo>
                  <a:lnTo>
                    <a:pt x="539211" y="577113"/>
                  </a:lnTo>
                  <a:lnTo>
                    <a:pt x="538736" y="577120"/>
                  </a:lnTo>
                  <a:lnTo>
                    <a:pt x="0" y="5771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8" name="pg1118"/>
            <p:cNvSpPr/>
            <p:nvPr/>
          </p:nvSpPr>
          <p:spPr>
            <a:xfrm>
              <a:off x="546595" y="3102495"/>
              <a:ext cx="8234974" cy="626121"/>
            </a:xfrm>
            <a:custGeom>
              <a:avLst/>
              <a:pathLst>
                <a:path w="8234974" h="626121">
                  <a:moveTo>
                    <a:pt x="0" y="555342"/>
                  </a:moveTo>
                  <a:lnTo>
                    <a:pt x="538736" y="555342"/>
                  </a:lnTo>
                  <a:lnTo>
                    <a:pt x="540033" y="555324"/>
                  </a:lnTo>
                  <a:lnTo>
                    <a:pt x="548496" y="555193"/>
                  </a:lnTo>
                  <a:lnTo>
                    <a:pt x="569594" y="554833"/>
                  </a:lnTo>
                  <a:lnTo>
                    <a:pt x="606718" y="554126"/>
                  </a:lnTo>
                  <a:lnTo>
                    <a:pt x="660851" y="552970"/>
                  </a:lnTo>
                  <a:lnTo>
                    <a:pt x="730549" y="551292"/>
                  </a:lnTo>
                  <a:lnTo>
                    <a:pt x="812425" y="549052"/>
                  </a:lnTo>
                  <a:lnTo>
                    <a:pt x="902019" y="546241"/>
                  </a:lnTo>
                  <a:lnTo>
                    <a:pt x="994764" y="542867"/>
                  </a:lnTo>
                  <a:lnTo>
                    <a:pt x="1086732" y="538945"/>
                  </a:lnTo>
                  <a:lnTo>
                    <a:pt x="1175038" y="534479"/>
                  </a:lnTo>
                  <a:lnTo>
                    <a:pt x="1257907" y="529452"/>
                  </a:lnTo>
                  <a:lnTo>
                    <a:pt x="1334531" y="523827"/>
                  </a:lnTo>
                  <a:lnTo>
                    <a:pt x="1404842" y="517538"/>
                  </a:lnTo>
                  <a:lnTo>
                    <a:pt x="1469276" y="510496"/>
                  </a:lnTo>
                  <a:lnTo>
                    <a:pt x="1528580" y="502590"/>
                  </a:lnTo>
                  <a:lnTo>
                    <a:pt x="1583662" y="493692"/>
                  </a:lnTo>
                  <a:lnTo>
                    <a:pt x="1635487" y="483676"/>
                  </a:lnTo>
                  <a:lnTo>
                    <a:pt x="1684983" y="472431"/>
                  </a:lnTo>
                  <a:lnTo>
                    <a:pt x="1719082" y="463692"/>
                  </a:lnTo>
                  <a:lnTo>
                    <a:pt x="1770084" y="449149"/>
                  </a:lnTo>
                  <a:lnTo>
                    <a:pt x="1820594" y="433076"/>
                  </a:lnTo>
                  <a:lnTo>
                    <a:pt x="1871158" y="415452"/>
                  </a:lnTo>
                  <a:lnTo>
                    <a:pt x="1922142" y="396312"/>
                  </a:lnTo>
                  <a:lnTo>
                    <a:pt x="1973754" y="375757"/>
                  </a:lnTo>
                  <a:lnTo>
                    <a:pt x="2026064" y="353951"/>
                  </a:lnTo>
                  <a:lnTo>
                    <a:pt x="2079024" y="331125"/>
                  </a:lnTo>
                  <a:lnTo>
                    <a:pt x="2132490" y="307565"/>
                  </a:lnTo>
                  <a:lnTo>
                    <a:pt x="2186245" y="283603"/>
                  </a:lnTo>
                  <a:lnTo>
                    <a:pt x="2240035" y="259592"/>
                  </a:lnTo>
                  <a:lnTo>
                    <a:pt x="2293601" y="235891"/>
                  </a:lnTo>
                  <a:lnTo>
                    <a:pt x="2346714" y="212839"/>
                  </a:lnTo>
                  <a:lnTo>
                    <a:pt x="2399207" y="190735"/>
                  </a:lnTo>
                  <a:lnTo>
                    <a:pt x="2451003" y="169827"/>
                  </a:lnTo>
                  <a:lnTo>
                    <a:pt x="2502140" y="150298"/>
                  </a:lnTo>
                  <a:lnTo>
                    <a:pt x="2552787" y="132263"/>
                  </a:lnTo>
                  <a:lnTo>
                    <a:pt x="2603266" y="115776"/>
                  </a:lnTo>
                  <a:lnTo>
                    <a:pt x="2654072" y="100829"/>
                  </a:lnTo>
                  <a:lnTo>
                    <a:pt x="2667772" y="97094"/>
                  </a:lnTo>
                  <a:lnTo>
                    <a:pt x="2716118" y="84944"/>
                  </a:lnTo>
                  <a:lnTo>
                    <a:pt x="2766203" y="74066"/>
                  </a:lnTo>
                  <a:lnTo>
                    <a:pt x="2818879" y="64389"/>
                  </a:lnTo>
                  <a:lnTo>
                    <a:pt x="2875094" y="55794"/>
                  </a:lnTo>
                  <a:lnTo>
                    <a:pt x="2935805" y="48152"/>
                  </a:lnTo>
                  <a:lnTo>
                    <a:pt x="3001887" y="41340"/>
                  </a:lnTo>
                  <a:lnTo>
                    <a:pt x="3074012" y="35253"/>
                  </a:lnTo>
                  <a:lnTo>
                    <a:pt x="3152492" y="29808"/>
                  </a:lnTo>
                  <a:lnTo>
                    <a:pt x="3237069" y="24948"/>
                  </a:lnTo>
                  <a:lnTo>
                    <a:pt x="3326675" y="20641"/>
                  </a:lnTo>
                  <a:lnTo>
                    <a:pt x="3419218" y="16878"/>
                  </a:lnTo>
                  <a:lnTo>
                    <a:pt x="3511489" y="13667"/>
                  </a:lnTo>
                  <a:lnTo>
                    <a:pt x="3599316" y="11022"/>
                  </a:lnTo>
                  <a:lnTo>
                    <a:pt x="3678072" y="8948"/>
                  </a:lnTo>
                  <a:lnTo>
                    <a:pt x="3743507" y="7428"/>
                  </a:lnTo>
                  <a:lnTo>
                    <a:pt x="3792725" y="6412"/>
                  </a:lnTo>
                  <a:lnTo>
                    <a:pt x="3824962" y="5817"/>
                  </a:lnTo>
                  <a:lnTo>
                    <a:pt x="3841925" y="5536"/>
                  </a:lnTo>
                  <a:lnTo>
                    <a:pt x="3847649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5"/>
                  </a:lnTo>
                  <a:lnTo>
                    <a:pt x="4396603" y="5612"/>
                  </a:lnTo>
                  <a:lnTo>
                    <a:pt x="4417678" y="6018"/>
                  </a:lnTo>
                  <a:lnTo>
                    <a:pt x="4454762" y="6815"/>
                  </a:lnTo>
                  <a:lnTo>
                    <a:pt x="4508842" y="8118"/>
                  </a:lnTo>
                  <a:lnTo>
                    <a:pt x="4578480" y="10010"/>
                  </a:lnTo>
                  <a:lnTo>
                    <a:pt x="4660295" y="12536"/>
                  </a:lnTo>
                  <a:lnTo>
                    <a:pt x="4749837" y="15706"/>
                  </a:lnTo>
                  <a:lnTo>
                    <a:pt x="4842540" y="19509"/>
                  </a:lnTo>
                  <a:lnTo>
                    <a:pt x="4934480" y="23932"/>
                  </a:lnTo>
                  <a:lnTo>
                    <a:pt x="5022770" y="28969"/>
                  </a:lnTo>
                  <a:lnTo>
                    <a:pt x="5105633" y="34637"/>
                  </a:lnTo>
                  <a:lnTo>
                    <a:pt x="5182258" y="40980"/>
                  </a:lnTo>
                  <a:lnTo>
                    <a:pt x="5252574" y="48071"/>
                  </a:lnTo>
                  <a:lnTo>
                    <a:pt x="5317015" y="56010"/>
                  </a:lnTo>
                  <a:lnTo>
                    <a:pt x="5376324" y="64924"/>
                  </a:lnTo>
                  <a:lnTo>
                    <a:pt x="5431410" y="74955"/>
                  </a:lnTo>
                  <a:lnTo>
                    <a:pt x="5483233" y="86246"/>
                  </a:lnTo>
                  <a:lnTo>
                    <a:pt x="5532723" y="98922"/>
                  </a:lnTo>
                  <a:lnTo>
                    <a:pt x="5567201" y="108890"/>
                  </a:lnTo>
                  <a:lnTo>
                    <a:pt x="5617762" y="125155"/>
                  </a:lnTo>
                  <a:lnTo>
                    <a:pt x="5667834" y="143117"/>
                  </a:lnTo>
                  <a:lnTo>
                    <a:pt x="5717952" y="162798"/>
                  </a:lnTo>
                  <a:lnTo>
                    <a:pt x="5768476" y="184163"/>
                  </a:lnTo>
                  <a:lnTo>
                    <a:pt x="5819611" y="207103"/>
                  </a:lnTo>
                  <a:lnTo>
                    <a:pt x="5871433" y="231440"/>
                  </a:lnTo>
                  <a:lnTo>
                    <a:pt x="5923899" y="256923"/>
                  </a:lnTo>
                  <a:lnTo>
                    <a:pt x="5976873" y="283241"/>
                  </a:lnTo>
                  <a:lnTo>
                    <a:pt x="6030147" y="310033"/>
                  </a:lnTo>
                  <a:lnTo>
                    <a:pt x="6083476" y="336910"/>
                  </a:lnTo>
                  <a:lnTo>
                    <a:pt x="6136606" y="363476"/>
                  </a:lnTo>
                  <a:lnTo>
                    <a:pt x="6189310" y="389358"/>
                  </a:lnTo>
                  <a:lnTo>
                    <a:pt x="6241418" y="414219"/>
                  </a:lnTo>
                  <a:lnTo>
                    <a:pt x="6292845" y="437783"/>
                  </a:lnTo>
                  <a:lnTo>
                    <a:pt x="6343613" y="459837"/>
                  </a:lnTo>
                  <a:lnTo>
                    <a:pt x="6393870" y="480247"/>
                  </a:lnTo>
                  <a:lnTo>
                    <a:pt x="6443907" y="498944"/>
                  </a:lnTo>
                  <a:lnTo>
                    <a:pt x="6494181" y="515928"/>
                  </a:lnTo>
                  <a:lnTo>
                    <a:pt x="6515891" y="522675"/>
                  </a:lnTo>
                  <a:lnTo>
                    <a:pt x="6564217" y="536383"/>
                  </a:lnTo>
                  <a:lnTo>
                    <a:pt x="6614280" y="548657"/>
                  </a:lnTo>
                  <a:lnTo>
                    <a:pt x="6666931" y="559577"/>
                  </a:lnTo>
                  <a:lnTo>
                    <a:pt x="6723117" y="569276"/>
                  </a:lnTo>
                  <a:lnTo>
                    <a:pt x="6783794" y="577899"/>
                  </a:lnTo>
                  <a:lnTo>
                    <a:pt x="6849836" y="585587"/>
                  </a:lnTo>
                  <a:lnTo>
                    <a:pt x="6921915" y="592456"/>
                  </a:lnTo>
                  <a:lnTo>
                    <a:pt x="7000344" y="598602"/>
                  </a:lnTo>
                  <a:lnTo>
                    <a:pt x="7084866" y="604088"/>
                  </a:lnTo>
                  <a:lnTo>
                    <a:pt x="7174419" y="608949"/>
                  </a:lnTo>
                  <a:lnTo>
                    <a:pt x="7266917" y="613198"/>
                  </a:lnTo>
                  <a:lnTo>
                    <a:pt x="7359161" y="616823"/>
                  </a:lnTo>
                  <a:lnTo>
                    <a:pt x="7446987" y="619811"/>
                  </a:lnTo>
                  <a:lnTo>
                    <a:pt x="7525773" y="622155"/>
                  </a:lnTo>
                  <a:lnTo>
                    <a:pt x="7591271" y="623873"/>
                  </a:lnTo>
                  <a:lnTo>
                    <a:pt x="7640577" y="625023"/>
                  </a:lnTo>
                  <a:lnTo>
                    <a:pt x="7672913" y="625696"/>
                  </a:lnTo>
                  <a:lnTo>
                    <a:pt x="7689966" y="626016"/>
                  </a:lnTo>
                  <a:lnTo>
                    <a:pt x="7695753" y="626113"/>
                  </a:lnTo>
                  <a:lnTo>
                    <a:pt x="7696237" y="626121"/>
                  </a:lnTo>
                  <a:lnTo>
                    <a:pt x="8234974" y="626121"/>
                  </a:lnTo>
                  <a:lnTo>
                    <a:pt x="8234974" y="620676"/>
                  </a:ln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8"/>
                  </a:lnTo>
                  <a:lnTo>
                    <a:pt x="3838359" y="148"/>
                  </a:lnTo>
                  <a:lnTo>
                    <a:pt x="3817260" y="509"/>
                  </a:lnTo>
                  <a:lnTo>
                    <a:pt x="3780136" y="1216"/>
                  </a:lnTo>
                  <a:lnTo>
                    <a:pt x="3726003" y="2372"/>
                  </a:lnTo>
                  <a:lnTo>
                    <a:pt x="3656305" y="4050"/>
                  </a:lnTo>
                  <a:lnTo>
                    <a:pt x="3574430" y="6290"/>
                  </a:lnTo>
                  <a:lnTo>
                    <a:pt x="3484836" y="9101"/>
                  </a:lnTo>
                  <a:lnTo>
                    <a:pt x="3392091" y="12474"/>
                  </a:lnTo>
                  <a:lnTo>
                    <a:pt x="3300122" y="16396"/>
                  </a:lnTo>
                  <a:lnTo>
                    <a:pt x="3211816" y="20863"/>
                  </a:lnTo>
                  <a:lnTo>
                    <a:pt x="3128948" y="25889"/>
                  </a:lnTo>
                  <a:lnTo>
                    <a:pt x="3052324" y="31514"/>
                  </a:lnTo>
                  <a:lnTo>
                    <a:pt x="2982013" y="37803"/>
                  </a:lnTo>
                  <a:lnTo>
                    <a:pt x="2917579" y="44845"/>
                  </a:lnTo>
                  <a:lnTo>
                    <a:pt x="2858275" y="52752"/>
                  </a:lnTo>
                  <a:lnTo>
                    <a:pt x="2803192" y="61649"/>
                  </a:lnTo>
                  <a:lnTo>
                    <a:pt x="2751368" y="71666"/>
                  </a:lnTo>
                  <a:lnTo>
                    <a:pt x="2701871" y="82910"/>
                  </a:lnTo>
                  <a:lnTo>
                    <a:pt x="2667772" y="91649"/>
                  </a:lnTo>
                  <a:lnTo>
                    <a:pt x="2616770" y="106192"/>
                  </a:lnTo>
                  <a:lnTo>
                    <a:pt x="2566261" y="122266"/>
                  </a:lnTo>
                  <a:lnTo>
                    <a:pt x="2515696" y="139890"/>
                  </a:lnTo>
                  <a:lnTo>
                    <a:pt x="2464713" y="159029"/>
                  </a:lnTo>
                  <a:lnTo>
                    <a:pt x="2413101" y="179584"/>
                  </a:lnTo>
                  <a:lnTo>
                    <a:pt x="2360791" y="201390"/>
                  </a:lnTo>
                  <a:lnTo>
                    <a:pt x="2307830" y="224217"/>
                  </a:lnTo>
                  <a:lnTo>
                    <a:pt x="2254365" y="247776"/>
                  </a:lnTo>
                  <a:lnTo>
                    <a:pt x="2200610" y="271739"/>
                  </a:lnTo>
                  <a:lnTo>
                    <a:pt x="2146820" y="295750"/>
                  </a:lnTo>
                  <a:lnTo>
                    <a:pt x="2093254" y="319451"/>
                  </a:lnTo>
                  <a:lnTo>
                    <a:pt x="2040141" y="342503"/>
                  </a:lnTo>
                  <a:lnTo>
                    <a:pt x="1987648" y="364606"/>
                  </a:lnTo>
                  <a:lnTo>
                    <a:pt x="1935852" y="385514"/>
                  </a:lnTo>
                  <a:lnTo>
                    <a:pt x="1884715" y="405044"/>
                  </a:lnTo>
                  <a:lnTo>
                    <a:pt x="1834067" y="423078"/>
                  </a:lnTo>
                  <a:lnTo>
                    <a:pt x="1783588" y="439566"/>
                  </a:lnTo>
                  <a:lnTo>
                    <a:pt x="1732783" y="454513"/>
                  </a:lnTo>
                  <a:lnTo>
                    <a:pt x="1719082" y="458248"/>
                  </a:lnTo>
                  <a:lnTo>
                    <a:pt x="1670736" y="470398"/>
                  </a:lnTo>
                  <a:lnTo>
                    <a:pt x="1620652" y="481275"/>
                  </a:lnTo>
                  <a:lnTo>
                    <a:pt x="1567976" y="490953"/>
                  </a:lnTo>
                  <a:lnTo>
                    <a:pt x="1511761" y="499548"/>
                  </a:lnTo>
                  <a:lnTo>
                    <a:pt x="1451050" y="507190"/>
                  </a:lnTo>
                  <a:lnTo>
                    <a:pt x="1384968" y="514001"/>
                  </a:lnTo>
                  <a:lnTo>
                    <a:pt x="1312843" y="520088"/>
                  </a:lnTo>
                  <a:lnTo>
                    <a:pt x="1234362" y="525533"/>
                  </a:lnTo>
                  <a:lnTo>
                    <a:pt x="1149785" y="530394"/>
                  </a:lnTo>
                  <a:lnTo>
                    <a:pt x="1060179" y="534701"/>
                  </a:lnTo>
                  <a:lnTo>
                    <a:pt x="967636" y="538464"/>
                  </a:lnTo>
                  <a:lnTo>
                    <a:pt x="875366" y="541675"/>
                  </a:lnTo>
                  <a:lnTo>
                    <a:pt x="787538" y="544320"/>
                  </a:lnTo>
                  <a:lnTo>
                    <a:pt x="708783" y="546394"/>
                  </a:lnTo>
                  <a:lnTo>
                    <a:pt x="643347" y="547914"/>
                  </a:lnTo>
                  <a:lnTo>
                    <a:pt x="594129" y="548930"/>
                  </a:lnTo>
                  <a:lnTo>
                    <a:pt x="561892" y="549524"/>
                  </a:lnTo>
                  <a:lnTo>
                    <a:pt x="544929" y="549805"/>
                  </a:lnTo>
                  <a:lnTo>
                    <a:pt x="539205" y="549891"/>
                  </a:lnTo>
                  <a:lnTo>
                    <a:pt x="538736" y="549897"/>
                  </a:lnTo>
                  <a:lnTo>
                    <a:pt x="0" y="549897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19" name="pl1119"/>
            <p:cNvSpPr/>
            <p:nvPr/>
          </p:nvSpPr>
          <p:spPr>
            <a:xfrm>
              <a:off x="546595" y="3107940"/>
              <a:ext cx="8234974" cy="620676"/>
            </a:xfrm>
            <a:custGeom>
              <a:avLst/>
              <a:pathLst>
                <a:path w="8234974" h="620676">
                  <a:moveTo>
                    <a:pt x="0" y="549897"/>
                  </a:moveTo>
                  <a:lnTo>
                    <a:pt x="538736" y="549897"/>
                  </a:lnTo>
                  <a:lnTo>
                    <a:pt x="540033" y="549879"/>
                  </a:lnTo>
                  <a:lnTo>
                    <a:pt x="548496" y="549749"/>
                  </a:lnTo>
                  <a:lnTo>
                    <a:pt x="569594" y="549388"/>
                  </a:lnTo>
                  <a:lnTo>
                    <a:pt x="606718" y="548681"/>
                  </a:lnTo>
                  <a:lnTo>
                    <a:pt x="660851" y="547525"/>
                  </a:lnTo>
                  <a:lnTo>
                    <a:pt x="730549" y="545847"/>
                  </a:lnTo>
                  <a:lnTo>
                    <a:pt x="812425" y="543607"/>
                  </a:lnTo>
                  <a:lnTo>
                    <a:pt x="902019" y="540796"/>
                  </a:lnTo>
                  <a:lnTo>
                    <a:pt x="994764" y="537423"/>
                  </a:lnTo>
                  <a:lnTo>
                    <a:pt x="1086732" y="533501"/>
                  </a:lnTo>
                  <a:lnTo>
                    <a:pt x="1175038" y="529034"/>
                  </a:lnTo>
                  <a:lnTo>
                    <a:pt x="1257907" y="524008"/>
                  </a:lnTo>
                  <a:lnTo>
                    <a:pt x="1334531" y="518382"/>
                  </a:lnTo>
                  <a:lnTo>
                    <a:pt x="1404842" y="512094"/>
                  </a:lnTo>
                  <a:lnTo>
                    <a:pt x="1469276" y="505052"/>
                  </a:lnTo>
                  <a:lnTo>
                    <a:pt x="1528580" y="497145"/>
                  </a:lnTo>
                  <a:lnTo>
                    <a:pt x="1583662" y="488248"/>
                  </a:lnTo>
                  <a:lnTo>
                    <a:pt x="1635487" y="478231"/>
                  </a:lnTo>
                  <a:lnTo>
                    <a:pt x="1684983" y="466987"/>
                  </a:lnTo>
                  <a:lnTo>
                    <a:pt x="1719082" y="458248"/>
                  </a:lnTo>
                  <a:lnTo>
                    <a:pt x="1770084" y="443705"/>
                  </a:lnTo>
                  <a:lnTo>
                    <a:pt x="1820594" y="427631"/>
                  </a:lnTo>
                  <a:lnTo>
                    <a:pt x="1871158" y="410007"/>
                  </a:lnTo>
                  <a:lnTo>
                    <a:pt x="1922142" y="390868"/>
                  </a:lnTo>
                  <a:lnTo>
                    <a:pt x="1973754" y="370312"/>
                  </a:lnTo>
                  <a:lnTo>
                    <a:pt x="2026064" y="348507"/>
                  </a:lnTo>
                  <a:lnTo>
                    <a:pt x="2079024" y="325680"/>
                  </a:lnTo>
                  <a:lnTo>
                    <a:pt x="2132490" y="302121"/>
                  </a:lnTo>
                  <a:lnTo>
                    <a:pt x="2186245" y="278158"/>
                  </a:lnTo>
                  <a:lnTo>
                    <a:pt x="2240035" y="254147"/>
                  </a:lnTo>
                  <a:lnTo>
                    <a:pt x="2293601" y="230446"/>
                  </a:lnTo>
                  <a:lnTo>
                    <a:pt x="2346714" y="207394"/>
                  </a:lnTo>
                  <a:lnTo>
                    <a:pt x="2399207" y="185291"/>
                  </a:lnTo>
                  <a:lnTo>
                    <a:pt x="2451003" y="164383"/>
                  </a:lnTo>
                  <a:lnTo>
                    <a:pt x="2502140" y="144853"/>
                  </a:lnTo>
                  <a:lnTo>
                    <a:pt x="2552787" y="126819"/>
                  </a:lnTo>
                  <a:lnTo>
                    <a:pt x="2603266" y="110331"/>
                  </a:lnTo>
                  <a:lnTo>
                    <a:pt x="2654072" y="95384"/>
                  </a:lnTo>
                  <a:lnTo>
                    <a:pt x="2667772" y="91649"/>
                  </a:lnTo>
                  <a:lnTo>
                    <a:pt x="2716118" y="79499"/>
                  </a:lnTo>
                  <a:lnTo>
                    <a:pt x="2766203" y="68622"/>
                  </a:lnTo>
                  <a:lnTo>
                    <a:pt x="2818879" y="58944"/>
                  </a:lnTo>
                  <a:lnTo>
                    <a:pt x="2875094" y="50349"/>
                  </a:lnTo>
                  <a:lnTo>
                    <a:pt x="2935805" y="42707"/>
                  </a:lnTo>
                  <a:lnTo>
                    <a:pt x="3001887" y="35896"/>
                  </a:lnTo>
                  <a:lnTo>
                    <a:pt x="3074012" y="29809"/>
                  </a:lnTo>
                  <a:lnTo>
                    <a:pt x="3152492" y="24364"/>
                  </a:lnTo>
                  <a:lnTo>
                    <a:pt x="3237069" y="19503"/>
                  </a:lnTo>
                  <a:lnTo>
                    <a:pt x="3326675" y="15196"/>
                  </a:lnTo>
                  <a:lnTo>
                    <a:pt x="3419218" y="11433"/>
                  </a:lnTo>
                  <a:lnTo>
                    <a:pt x="3511489" y="8222"/>
                  </a:lnTo>
                  <a:lnTo>
                    <a:pt x="3599316" y="5577"/>
                  </a:lnTo>
                  <a:lnTo>
                    <a:pt x="3678072" y="3503"/>
                  </a:lnTo>
                  <a:lnTo>
                    <a:pt x="3743507" y="1983"/>
                  </a:lnTo>
                  <a:lnTo>
                    <a:pt x="3792725" y="967"/>
                  </a:lnTo>
                  <a:lnTo>
                    <a:pt x="3824962" y="373"/>
                  </a:lnTo>
                  <a:lnTo>
                    <a:pt x="3841925" y="92"/>
                  </a:lnTo>
                  <a:lnTo>
                    <a:pt x="3847649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20"/>
                  </a:lnTo>
                  <a:lnTo>
                    <a:pt x="4396603" y="167"/>
                  </a:lnTo>
                  <a:lnTo>
                    <a:pt x="4417678" y="573"/>
                  </a:lnTo>
                  <a:lnTo>
                    <a:pt x="4454762" y="1371"/>
                  </a:lnTo>
                  <a:lnTo>
                    <a:pt x="4508842" y="2674"/>
                  </a:lnTo>
                  <a:lnTo>
                    <a:pt x="4578480" y="4565"/>
                  </a:lnTo>
                  <a:lnTo>
                    <a:pt x="4660295" y="7091"/>
                  </a:lnTo>
                  <a:lnTo>
                    <a:pt x="4749837" y="10261"/>
                  </a:lnTo>
                  <a:lnTo>
                    <a:pt x="4842540" y="14065"/>
                  </a:lnTo>
                  <a:lnTo>
                    <a:pt x="4934480" y="18487"/>
                  </a:lnTo>
                  <a:lnTo>
                    <a:pt x="5022770" y="23524"/>
                  </a:lnTo>
                  <a:lnTo>
                    <a:pt x="5105633" y="29192"/>
                  </a:lnTo>
                  <a:lnTo>
                    <a:pt x="5182258" y="35535"/>
                  </a:lnTo>
                  <a:lnTo>
                    <a:pt x="5252574" y="42626"/>
                  </a:lnTo>
                  <a:lnTo>
                    <a:pt x="5317015" y="50566"/>
                  </a:lnTo>
                  <a:lnTo>
                    <a:pt x="5376324" y="59480"/>
                  </a:lnTo>
                  <a:lnTo>
                    <a:pt x="5431410" y="69510"/>
                  </a:lnTo>
                  <a:lnTo>
                    <a:pt x="5483233" y="80802"/>
                  </a:lnTo>
                  <a:lnTo>
                    <a:pt x="5532723" y="93478"/>
                  </a:lnTo>
                  <a:lnTo>
                    <a:pt x="5567201" y="103446"/>
                  </a:lnTo>
                  <a:lnTo>
                    <a:pt x="5617762" y="119710"/>
                  </a:lnTo>
                  <a:lnTo>
                    <a:pt x="5667834" y="137672"/>
                  </a:lnTo>
                  <a:lnTo>
                    <a:pt x="5717952" y="157354"/>
                  </a:lnTo>
                  <a:lnTo>
                    <a:pt x="5768476" y="178718"/>
                  </a:lnTo>
                  <a:lnTo>
                    <a:pt x="5819611" y="201658"/>
                  </a:lnTo>
                  <a:lnTo>
                    <a:pt x="5871433" y="225995"/>
                  </a:lnTo>
                  <a:lnTo>
                    <a:pt x="5923899" y="251479"/>
                  </a:lnTo>
                  <a:lnTo>
                    <a:pt x="5976873" y="277797"/>
                  </a:lnTo>
                  <a:lnTo>
                    <a:pt x="6030147" y="304589"/>
                  </a:lnTo>
                  <a:lnTo>
                    <a:pt x="6083476" y="331465"/>
                  </a:lnTo>
                  <a:lnTo>
                    <a:pt x="6136606" y="358032"/>
                  </a:lnTo>
                  <a:lnTo>
                    <a:pt x="6189310" y="383914"/>
                  </a:lnTo>
                  <a:lnTo>
                    <a:pt x="6241418" y="408775"/>
                  </a:lnTo>
                  <a:lnTo>
                    <a:pt x="6292845" y="432338"/>
                  </a:lnTo>
                  <a:lnTo>
                    <a:pt x="6343613" y="454393"/>
                  </a:lnTo>
                  <a:lnTo>
                    <a:pt x="6393870" y="474802"/>
                  </a:lnTo>
                  <a:lnTo>
                    <a:pt x="6443907" y="493500"/>
                  </a:lnTo>
                  <a:lnTo>
                    <a:pt x="6494181" y="510483"/>
                  </a:lnTo>
                  <a:lnTo>
                    <a:pt x="6515891" y="517230"/>
                  </a:lnTo>
                  <a:lnTo>
                    <a:pt x="6564217" y="530939"/>
                  </a:lnTo>
                  <a:lnTo>
                    <a:pt x="6614280" y="543212"/>
                  </a:lnTo>
                  <a:lnTo>
                    <a:pt x="6666931" y="554132"/>
                  </a:lnTo>
                  <a:lnTo>
                    <a:pt x="6723117" y="563831"/>
                  </a:lnTo>
                  <a:lnTo>
                    <a:pt x="6783794" y="572455"/>
                  </a:lnTo>
                  <a:lnTo>
                    <a:pt x="6849836" y="580142"/>
                  </a:lnTo>
                  <a:lnTo>
                    <a:pt x="6921915" y="587012"/>
                  </a:lnTo>
                  <a:lnTo>
                    <a:pt x="7000344" y="593157"/>
                  </a:lnTo>
                  <a:lnTo>
                    <a:pt x="7084866" y="598643"/>
                  </a:lnTo>
                  <a:lnTo>
                    <a:pt x="7174419" y="603505"/>
                  </a:lnTo>
                  <a:lnTo>
                    <a:pt x="7266917" y="607753"/>
                  </a:lnTo>
                  <a:lnTo>
                    <a:pt x="7359161" y="611379"/>
                  </a:lnTo>
                  <a:lnTo>
                    <a:pt x="7446987" y="614367"/>
                  </a:lnTo>
                  <a:lnTo>
                    <a:pt x="7525773" y="616710"/>
                  </a:lnTo>
                  <a:lnTo>
                    <a:pt x="7591271" y="618429"/>
                  </a:lnTo>
                  <a:lnTo>
                    <a:pt x="7640577" y="619578"/>
                  </a:lnTo>
                  <a:lnTo>
                    <a:pt x="7672913" y="620252"/>
                  </a:lnTo>
                  <a:lnTo>
                    <a:pt x="7689966" y="620571"/>
                  </a:lnTo>
                  <a:lnTo>
                    <a:pt x="7695753" y="620669"/>
                  </a:lnTo>
                  <a:lnTo>
                    <a:pt x="7696237" y="620676"/>
                  </a:lnTo>
                  <a:lnTo>
                    <a:pt x="8234974" y="620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0" name="pl1120"/>
            <p:cNvSpPr/>
            <p:nvPr/>
          </p:nvSpPr>
          <p:spPr>
            <a:xfrm>
              <a:off x="546595" y="3102495"/>
              <a:ext cx="8234974" cy="620676"/>
            </a:xfrm>
            <a:custGeom>
              <a:avLst/>
              <a:pathLst>
                <a:path w="8234974" h="620676">
                  <a:moveTo>
                    <a:pt x="8234974" y="620676"/>
                  </a:move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8"/>
                  </a:lnTo>
                  <a:lnTo>
                    <a:pt x="3838359" y="148"/>
                  </a:lnTo>
                  <a:lnTo>
                    <a:pt x="3817260" y="509"/>
                  </a:lnTo>
                  <a:lnTo>
                    <a:pt x="3780136" y="1216"/>
                  </a:lnTo>
                  <a:lnTo>
                    <a:pt x="3726003" y="2372"/>
                  </a:lnTo>
                  <a:lnTo>
                    <a:pt x="3656305" y="4050"/>
                  </a:lnTo>
                  <a:lnTo>
                    <a:pt x="3574430" y="6290"/>
                  </a:lnTo>
                  <a:lnTo>
                    <a:pt x="3484836" y="9101"/>
                  </a:lnTo>
                  <a:lnTo>
                    <a:pt x="3392091" y="12474"/>
                  </a:lnTo>
                  <a:lnTo>
                    <a:pt x="3300122" y="16396"/>
                  </a:lnTo>
                  <a:lnTo>
                    <a:pt x="3211816" y="20863"/>
                  </a:lnTo>
                  <a:lnTo>
                    <a:pt x="3128948" y="25889"/>
                  </a:lnTo>
                  <a:lnTo>
                    <a:pt x="3052324" y="31514"/>
                  </a:lnTo>
                  <a:lnTo>
                    <a:pt x="2982013" y="37803"/>
                  </a:lnTo>
                  <a:lnTo>
                    <a:pt x="2917579" y="44845"/>
                  </a:lnTo>
                  <a:lnTo>
                    <a:pt x="2858275" y="52752"/>
                  </a:lnTo>
                  <a:lnTo>
                    <a:pt x="2803192" y="61649"/>
                  </a:lnTo>
                  <a:lnTo>
                    <a:pt x="2751368" y="71666"/>
                  </a:lnTo>
                  <a:lnTo>
                    <a:pt x="2701871" y="82910"/>
                  </a:lnTo>
                  <a:lnTo>
                    <a:pt x="2667772" y="91649"/>
                  </a:lnTo>
                  <a:lnTo>
                    <a:pt x="2616770" y="106192"/>
                  </a:lnTo>
                  <a:lnTo>
                    <a:pt x="2566261" y="122266"/>
                  </a:lnTo>
                  <a:lnTo>
                    <a:pt x="2515696" y="139890"/>
                  </a:lnTo>
                  <a:lnTo>
                    <a:pt x="2464713" y="159029"/>
                  </a:lnTo>
                  <a:lnTo>
                    <a:pt x="2413101" y="179584"/>
                  </a:lnTo>
                  <a:lnTo>
                    <a:pt x="2360791" y="201390"/>
                  </a:lnTo>
                  <a:lnTo>
                    <a:pt x="2307830" y="224217"/>
                  </a:lnTo>
                  <a:lnTo>
                    <a:pt x="2254365" y="247776"/>
                  </a:lnTo>
                  <a:lnTo>
                    <a:pt x="2200610" y="271739"/>
                  </a:lnTo>
                  <a:lnTo>
                    <a:pt x="2146820" y="295750"/>
                  </a:lnTo>
                  <a:lnTo>
                    <a:pt x="2093254" y="319451"/>
                  </a:lnTo>
                  <a:lnTo>
                    <a:pt x="2040141" y="342503"/>
                  </a:lnTo>
                  <a:lnTo>
                    <a:pt x="1987648" y="364606"/>
                  </a:lnTo>
                  <a:lnTo>
                    <a:pt x="1935852" y="385514"/>
                  </a:lnTo>
                  <a:lnTo>
                    <a:pt x="1884715" y="405044"/>
                  </a:lnTo>
                  <a:lnTo>
                    <a:pt x="1834067" y="423078"/>
                  </a:lnTo>
                  <a:lnTo>
                    <a:pt x="1783588" y="439566"/>
                  </a:lnTo>
                  <a:lnTo>
                    <a:pt x="1732783" y="454513"/>
                  </a:lnTo>
                  <a:lnTo>
                    <a:pt x="1719082" y="458248"/>
                  </a:lnTo>
                  <a:lnTo>
                    <a:pt x="1670736" y="470398"/>
                  </a:lnTo>
                  <a:lnTo>
                    <a:pt x="1620652" y="481275"/>
                  </a:lnTo>
                  <a:lnTo>
                    <a:pt x="1567976" y="490953"/>
                  </a:lnTo>
                  <a:lnTo>
                    <a:pt x="1511761" y="499548"/>
                  </a:lnTo>
                  <a:lnTo>
                    <a:pt x="1451050" y="507190"/>
                  </a:lnTo>
                  <a:lnTo>
                    <a:pt x="1384968" y="514001"/>
                  </a:lnTo>
                  <a:lnTo>
                    <a:pt x="1312843" y="520088"/>
                  </a:lnTo>
                  <a:lnTo>
                    <a:pt x="1234362" y="525533"/>
                  </a:lnTo>
                  <a:lnTo>
                    <a:pt x="1149785" y="530394"/>
                  </a:lnTo>
                  <a:lnTo>
                    <a:pt x="1060179" y="534701"/>
                  </a:lnTo>
                  <a:lnTo>
                    <a:pt x="967636" y="538464"/>
                  </a:lnTo>
                  <a:lnTo>
                    <a:pt x="875366" y="541675"/>
                  </a:lnTo>
                  <a:lnTo>
                    <a:pt x="787538" y="544320"/>
                  </a:lnTo>
                  <a:lnTo>
                    <a:pt x="708783" y="546394"/>
                  </a:lnTo>
                  <a:lnTo>
                    <a:pt x="643347" y="547914"/>
                  </a:lnTo>
                  <a:lnTo>
                    <a:pt x="594129" y="548930"/>
                  </a:lnTo>
                  <a:lnTo>
                    <a:pt x="561892" y="549524"/>
                  </a:lnTo>
                  <a:lnTo>
                    <a:pt x="544929" y="549805"/>
                  </a:lnTo>
                  <a:lnTo>
                    <a:pt x="539205" y="549891"/>
                  </a:lnTo>
                  <a:lnTo>
                    <a:pt x="538736" y="549897"/>
                  </a:lnTo>
                  <a:lnTo>
                    <a:pt x="0" y="549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1" name="pg1121"/>
            <p:cNvSpPr/>
            <p:nvPr/>
          </p:nvSpPr>
          <p:spPr>
            <a:xfrm>
              <a:off x="546595" y="3140607"/>
              <a:ext cx="8234974" cy="1219575"/>
            </a:xfrm>
            <a:custGeom>
              <a:avLst/>
              <a:pathLst>
                <a:path w="8234974" h="1219575">
                  <a:moveTo>
                    <a:pt x="0" y="522675"/>
                  </a:moveTo>
                  <a:lnTo>
                    <a:pt x="538736" y="522675"/>
                  </a:lnTo>
                  <a:lnTo>
                    <a:pt x="540034" y="522658"/>
                  </a:lnTo>
                  <a:lnTo>
                    <a:pt x="548501" y="522535"/>
                  </a:lnTo>
                  <a:lnTo>
                    <a:pt x="569609" y="522196"/>
                  </a:lnTo>
                  <a:lnTo>
                    <a:pt x="606750" y="521530"/>
                  </a:lnTo>
                  <a:lnTo>
                    <a:pt x="660905" y="520442"/>
                  </a:lnTo>
                  <a:lnTo>
                    <a:pt x="730628" y="518863"/>
                  </a:lnTo>
                  <a:lnTo>
                    <a:pt x="812529" y="516755"/>
                  </a:lnTo>
                  <a:lnTo>
                    <a:pt x="902146" y="514110"/>
                  </a:lnTo>
                  <a:lnTo>
                    <a:pt x="994908" y="510936"/>
                  </a:lnTo>
                  <a:lnTo>
                    <a:pt x="1086889" y="507245"/>
                  </a:lnTo>
                  <a:lnTo>
                    <a:pt x="1175202" y="503042"/>
                  </a:lnTo>
                  <a:lnTo>
                    <a:pt x="1258072" y="498313"/>
                  </a:lnTo>
                  <a:lnTo>
                    <a:pt x="1334696" y="493019"/>
                  </a:lnTo>
                  <a:lnTo>
                    <a:pt x="1405004" y="487102"/>
                  </a:lnTo>
                  <a:lnTo>
                    <a:pt x="1469436" y="480475"/>
                  </a:lnTo>
                  <a:lnTo>
                    <a:pt x="1528737" y="473034"/>
                  </a:lnTo>
                  <a:lnTo>
                    <a:pt x="1583819" y="464661"/>
                  </a:lnTo>
                  <a:lnTo>
                    <a:pt x="1635644" y="455235"/>
                  </a:lnTo>
                  <a:lnTo>
                    <a:pt x="1685143" y="444653"/>
                  </a:lnTo>
                  <a:lnTo>
                    <a:pt x="1719082" y="436470"/>
                  </a:lnTo>
                  <a:lnTo>
                    <a:pt x="1770276" y="422736"/>
                  </a:lnTo>
                  <a:lnTo>
                    <a:pt x="1820976" y="407552"/>
                  </a:lnTo>
                  <a:lnTo>
                    <a:pt x="1871734" y="390898"/>
                  </a:lnTo>
                  <a:lnTo>
                    <a:pt x="1922917" y="372810"/>
                  </a:lnTo>
                  <a:lnTo>
                    <a:pt x="1974736" y="353381"/>
                  </a:lnTo>
                  <a:lnTo>
                    <a:pt x="2027258" y="332771"/>
                  </a:lnTo>
                  <a:lnTo>
                    <a:pt x="2080433" y="311199"/>
                  </a:lnTo>
                  <a:lnTo>
                    <a:pt x="2134112" y="288940"/>
                  </a:lnTo>
                  <a:lnTo>
                    <a:pt x="2188076" y="266309"/>
                  </a:lnTo>
                  <a:lnTo>
                    <a:pt x="2242065" y="243644"/>
                  </a:lnTo>
                  <a:lnTo>
                    <a:pt x="2295820" y="221285"/>
                  </a:lnTo>
                  <a:lnTo>
                    <a:pt x="2349109" y="199554"/>
                  </a:lnTo>
                  <a:lnTo>
                    <a:pt x="2401768" y="178734"/>
                  </a:lnTo>
                  <a:lnTo>
                    <a:pt x="2453725" y="159056"/>
                  </a:lnTo>
                  <a:lnTo>
                    <a:pt x="2505022" y="140692"/>
                  </a:lnTo>
                  <a:lnTo>
                    <a:pt x="2555841" y="123750"/>
                  </a:lnTo>
                  <a:lnTo>
                    <a:pt x="2606515" y="108275"/>
                  </a:lnTo>
                  <a:lnTo>
                    <a:pt x="2657557" y="94258"/>
                  </a:lnTo>
                  <a:lnTo>
                    <a:pt x="2667772" y="91649"/>
                  </a:lnTo>
                  <a:lnTo>
                    <a:pt x="2716127" y="80219"/>
                  </a:lnTo>
                  <a:lnTo>
                    <a:pt x="2766221" y="69986"/>
                  </a:lnTo>
                  <a:lnTo>
                    <a:pt x="2818907" y="60883"/>
                  </a:lnTo>
                  <a:lnTo>
                    <a:pt x="2875134" y="52797"/>
                  </a:lnTo>
                  <a:lnTo>
                    <a:pt x="2935859" y="45609"/>
                  </a:lnTo>
                  <a:lnTo>
                    <a:pt x="3001958" y="39201"/>
                  </a:lnTo>
                  <a:lnTo>
                    <a:pt x="3074103" y="33476"/>
                  </a:lnTo>
                  <a:lnTo>
                    <a:pt x="3152605" y="28354"/>
                  </a:lnTo>
                  <a:lnTo>
                    <a:pt x="3237205" y="23783"/>
                  </a:lnTo>
                  <a:lnTo>
                    <a:pt x="3326833" y="19731"/>
                  </a:lnTo>
                  <a:lnTo>
                    <a:pt x="3419395" y="16192"/>
                  </a:lnTo>
                  <a:lnTo>
                    <a:pt x="3511677" y="13173"/>
                  </a:lnTo>
                  <a:lnTo>
                    <a:pt x="3599505" y="10685"/>
                  </a:lnTo>
                  <a:lnTo>
                    <a:pt x="3678248" y="8736"/>
                  </a:lnTo>
                  <a:lnTo>
                    <a:pt x="3743657" y="7307"/>
                  </a:lnTo>
                  <a:lnTo>
                    <a:pt x="3792837" y="6352"/>
                  </a:lnTo>
                  <a:lnTo>
                    <a:pt x="3825033" y="5794"/>
                  </a:lnTo>
                  <a:lnTo>
                    <a:pt x="3841958" y="5530"/>
                  </a:lnTo>
                  <a:lnTo>
                    <a:pt x="3847656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1" y="5484"/>
                  </a:lnTo>
                  <a:lnTo>
                    <a:pt x="4396455" y="5767"/>
                  </a:lnTo>
                  <a:lnTo>
                    <a:pt x="4417222" y="6549"/>
                  </a:lnTo>
                  <a:lnTo>
                    <a:pt x="4453796" y="8084"/>
                  </a:lnTo>
                  <a:lnTo>
                    <a:pt x="4507193" y="10593"/>
                  </a:lnTo>
                  <a:lnTo>
                    <a:pt x="4576050" y="14239"/>
                  </a:lnTo>
                  <a:lnTo>
                    <a:pt x="4657084" y="19110"/>
                  </a:lnTo>
                  <a:lnTo>
                    <a:pt x="4745934" y="25228"/>
                  </a:lnTo>
                  <a:lnTo>
                    <a:pt x="4838095" y="32574"/>
                  </a:lnTo>
                  <a:lnTo>
                    <a:pt x="4929665" y="41119"/>
                  </a:lnTo>
                  <a:lnTo>
                    <a:pt x="5017746" y="50852"/>
                  </a:lnTo>
                  <a:lnTo>
                    <a:pt x="5100530" y="61804"/>
                  </a:lnTo>
                  <a:lnTo>
                    <a:pt x="5177169" y="74054"/>
                  </a:lnTo>
                  <a:lnTo>
                    <a:pt x="5247552" y="87741"/>
                  </a:lnTo>
                  <a:lnTo>
                    <a:pt x="5312077" y="103054"/>
                  </a:lnTo>
                  <a:lnTo>
                    <a:pt x="5371459" y="120232"/>
                  </a:lnTo>
                  <a:lnTo>
                    <a:pt x="5426581" y="139547"/>
                  </a:lnTo>
                  <a:lnTo>
                    <a:pt x="5478390" y="161278"/>
                  </a:lnTo>
                  <a:lnTo>
                    <a:pt x="5527807" y="185669"/>
                  </a:lnTo>
                  <a:lnTo>
                    <a:pt x="5567201" y="207799"/>
                  </a:lnTo>
                  <a:lnTo>
                    <a:pt x="5613292" y="236651"/>
                  </a:lnTo>
                  <a:lnTo>
                    <a:pt x="5658933" y="268252"/>
                  </a:lnTo>
                  <a:lnTo>
                    <a:pt x="5704546" y="302646"/>
                  </a:lnTo>
                  <a:lnTo>
                    <a:pt x="5750430" y="339801"/>
                  </a:lnTo>
                  <a:lnTo>
                    <a:pt x="5796777" y="379590"/>
                  </a:lnTo>
                  <a:lnTo>
                    <a:pt x="5843680" y="421793"/>
                  </a:lnTo>
                  <a:lnTo>
                    <a:pt x="5891149" y="466089"/>
                  </a:lnTo>
                  <a:lnTo>
                    <a:pt x="5939118" y="512068"/>
                  </a:lnTo>
                  <a:lnTo>
                    <a:pt x="5987465" y="559241"/>
                  </a:lnTo>
                  <a:lnTo>
                    <a:pt x="6036023" y="607060"/>
                  </a:lnTo>
                  <a:lnTo>
                    <a:pt x="6084603" y="654946"/>
                  </a:lnTo>
                  <a:lnTo>
                    <a:pt x="6133014" y="702316"/>
                  </a:lnTo>
                  <a:lnTo>
                    <a:pt x="6181082" y="748612"/>
                  </a:lnTo>
                  <a:lnTo>
                    <a:pt x="6228673" y="793330"/>
                  </a:lnTo>
                  <a:lnTo>
                    <a:pt x="6275707" y="836040"/>
                  </a:lnTo>
                  <a:lnTo>
                    <a:pt x="6322175" y="876401"/>
                  </a:lnTo>
                  <a:lnTo>
                    <a:pt x="6368151" y="914168"/>
                  </a:lnTo>
                  <a:lnTo>
                    <a:pt x="6413804" y="949196"/>
                  </a:lnTo>
                  <a:lnTo>
                    <a:pt x="6459405" y="981430"/>
                  </a:lnTo>
                  <a:lnTo>
                    <a:pt x="6505349" y="1010899"/>
                  </a:lnTo>
                  <a:lnTo>
                    <a:pt x="6515891" y="1017220"/>
                  </a:lnTo>
                  <a:lnTo>
                    <a:pt x="6563956" y="1043900"/>
                  </a:lnTo>
                  <a:lnTo>
                    <a:pt x="6613736" y="1067803"/>
                  </a:lnTo>
                  <a:lnTo>
                    <a:pt x="6666066" y="1089084"/>
                  </a:lnTo>
                  <a:lnTo>
                    <a:pt x="6721879" y="1107997"/>
                  </a:lnTo>
                  <a:lnTo>
                    <a:pt x="6782116" y="1124823"/>
                  </a:lnTo>
                  <a:lnTo>
                    <a:pt x="6847639" y="1139831"/>
                  </a:lnTo>
                  <a:lnTo>
                    <a:pt x="6919120" y="1153249"/>
                  </a:lnTo>
                  <a:lnTo>
                    <a:pt x="6996881" y="1165260"/>
                  </a:lnTo>
                  <a:lnTo>
                    <a:pt x="7080696" y="1175990"/>
                  </a:lnTo>
                  <a:lnTo>
                    <a:pt x="7169562" y="1185510"/>
                  </a:lnTo>
                  <a:lnTo>
                    <a:pt x="7261481" y="1193843"/>
                  </a:lnTo>
                  <a:lnTo>
                    <a:pt x="7353362" y="1200973"/>
                  </a:lnTo>
                  <a:lnTo>
                    <a:pt x="7441156" y="1206869"/>
                  </a:lnTo>
                  <a:lnTo>
                    <a:pt x="7520322" y="1211518"/>
                  </a:lnTo>
                  <a:lnTo>
                    <a:pt x="7586617" y="1214953"/>
                  </a:lnTo>
                  <a:lnTo>
                    <a:pt x="7637050" y="1217275"/>
                  </a:lnTo>
                  <a:lnTo>
                    <a:pt x="7670662" y="1218658"/>
                  </a:lnTo>
                  <a:lnTo>
                    <a:pt x="7688902" y="1219332"/>
                  </a:lnTo>
                  <a:lnTo>
                    <a:pt x="7695522" y="1219553"/>
                  </a:lnTo>
                  <a:lnTo>
                    <a:pt x="7696237" y="1219575"/>
                  </a:lnTo>
                  <a:lnTo>
                    <a:pt x="8234974" y="1219575"/>
                  </a:lnTo>
                  <a:lnTo>
                    <a:pt x="8234974" y="1214131"/>
                  </a:ln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4" y="139"/>
                  </a:lnTo>
                  <a:lnTo>
                    <a:pt x="3817246" y="479"/>
                  </a:lnTo>
                  <a:lnTo>
                    <a:pt x="3780105" y="1144"/>
                  </a:lnTo>
                  <a:lnTo>
                    <a:pt x="3725950" y="2232"/>
                  </a:lnTo>
                  <a:lnTo>
                    <a:pt x="3656226" y="3811"/>
                  </a:lnTo>
                  <a:lnTo>
                    <a:pt x="3574325" y="5919"/>
                  </a:lnTo>
                  <a:lnTo>
                    <a:pt x="3484709" y="8564"/>
                  </a:lnTo>
                  <a:lnTo>
                    <a:pt x="3391946" y="11739"/>
                  </a:lnTo>
                  <a:lnTo>
                    <a:pt x="3299966" y="15429"/>
                  </a:lnTo>
                  <a:lnTo>
                    <a:pt x="3211653" y="19632"/>
                  </a:lnTo>
                  <a:lnTo>
                    <a:pt x="3128782" y="24362"/>
                  </a:lnTo>
                  <a:lnTo>
                    <a:pt x="3052159" y="29655"/>
                  </a:lnTo>
                  <a:lnTo>
                    <a:pt x="2981850" y="35573"/>
                  </a:lnTo>
                  <a:lnTo>
                    <a:pt x="2917419" y="42199"/>
                  </a:lnTo>
                  <a:lnTo>
                    <a:pt x="2858117" y="49640"/>
                  </a:lnTo>
                  <a:lnTo>
                    <a:pt x="2803036" y="58013"/>
                  </a:lnTo>
                  <a:lnTo>
                    <a:pt x="2751211" y="67440"/>
                  </a:lnTo>
                  <a:lnTo>
                    <a:pt x="2701712" y="78022"/>
                  </a:lnTo>
                  <a:lnTo>
                    <a:pt x="2667772" y="86205"/>
                  </a:lnTo>
                  <a:lnTo>
                    <a:pt x="2616579" y="99938"/>
                  </a:lnTo>
                  <a:lnTo>
                    <a:pt x="2565879" y="115122"/>
                  </a:lnTo>
                  <a:lnTo>
                    <a:pt x="2515121" y="131776"/>
                  </a:lnTo>
                  <a:lnTo>
                    <a:pt x="2463937" y="149865"/>
                  </a:lnTo>
                  <a:lnTo>
                    <a:pt x="2412119" y="169293"/>
                  </a:lnTo>
                  <a:lnTo>
                    <a:pt x="2359596" y="189904"/>
                  </a:lnTo>
                  <a:lnTo>
                    <a:pt x="2306421" y="211476"/>
                  </a:lnTo>
                  <a:lnTo>
                    <a:pt x="2252742" y="233734"/>
                  </a:lnTo>
                  <a:lnTo>
                    <a:pt x="2198779" y="256365"/>
                  </a:lnTo>
                  <a:lnTo>
                    <a:pt x="2144789" y="279030"/>
                  </a:lnTo>
                  <a:lnTo>
                    <a:pt x="2091035" y="301389"/>
                  </a:lnTo>
                  <a:lnTo>
                    <a:pt x="2037746" y="323120"/>
                  </a:lnTo>
                  <a:lnTo>
                    <a:pt x="1985086" y="343941"/>
                  </a:lnTo>
                  <a:lnTo>
                    <a:pt x="1933130" y="363618"/>
                  </a:lnTo>
                  <a:lnTo>
                    <a:pt x="1881832" y="381982"/>
                  </a:lnTo>
                  <a:lnTo>
                    <a:pt x="1831014" y="398924"/>
                  </a:lnTo>
                  <a:lnTo>
                    <a:pt x="1780340" y="414400"/>
                  </a:lnTo>
                  <a:lnTo>
                    <a:pt x="1729298" y="428417"/>
                  </a:lnTo>
                  <a:lnTo>
                    <a:pt x="1719082" y="431025"/>
                  </a:lnTo>
                  <a:lnTo>
                    <a:pt x="1670728" y="442455"/>
                  </a:lnTo>
                  <a:lnTo>
                    <a:pt x="1620634" y="452688"/>
                  </a:lnTo>
                  <a:lnTo>
                    <a:pt x="1567948" y="461792"/>
                  </a:lnTo>
                  <a:lnTo>
                    <a:pt x="1511721" y="469877"/>
                  </a:lnTo>
                  <a:lnTo>
                    <a:pt x="1450995" y="477065"/>
                  </a:lnTo>
                  <a:lnTo>
                    <a:pt x="1384897" y="483473"/>
                  </a:lnTo>
                  <a:lnTo>
                    <a:pt x="1312752" y="489199"/>
                  </a:lnTo>
                  <a:lnTo>
                    <a:pt x="1234249" y="494320"/>
                  </a:lnTo>
                  <a:lnTo>
                    <a:pt x="1149649" y="498892"/>
                  </a:lnTo>
                  <a:lnTo>
                    <a:pt x="1060021" y="502943"/>
                  </a:lnTo>
                  <a:lnTo>
                    <a:pt x="967460" y="506482"/>
                  </a:lnTo>
                  <a:lnTo>
                    <a:pt x="875177" y="509502"/>
                  </a:lnTo>
                  <a:lnTo>
                    <a:pt x="787350" y="511989"/>
                  </a:lnTo>
                  <a:lnTo>
                    <a:pt x="708607" y="513939"/>
                  </a:lnTo>
                  <a:lnTo>
                    <a:pt x="643198" y="515367"/>
                  </a:lnTo>
                  <a:lnTo>
                    <a:pt x="594017" y="516322"/>
                  </a:lnTo>
                  <a:lnTo>
                    <a:pt x="561822" y="516880"/>
                  </a:lnTo>
                  <a:lnTo>
                    <a:pt x="544897" y="517144"/>
                  </a:lnTo>
                  <a:lnTo>
                    <a:pt x="539199" y="517224"/>
                  </a:lnTo>
                  <a:lnTo>
                    <a:pt x="538736" y="517230"/>
                  </a:lnTo>
                  <a:lnTo>
                    <a:pt x="0" y="51723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22" name="pl1122"/>
            <p:cNvSpPr/>
            <p:nvPr/>
          </p:nvSpPr>
          <p:spPr>
            <a:xfrm>
              <a:off x="546595" y="3146052"/>
              <a:ext cx="8234974" cy="1214131"/>
            </a:xfrm>
            <a:custGeom>
              <a:avLst/>
              <a:pathLst>
                <a:path w="8234974" h="1214131">
                  <a:moveTo>
                    <a:pt x="0" y="517230"/>
                  </a:moveTo>
                  <a:lnTo>
                    <a:pt x="538736" y="517230"/>
                  </a:lnTo>
                  <a:lnTo>
                    <a:pt x="540034" y="517213"/>
                  </a:lnTo>
                  <a:lnTo>
                    <a:pt x="548501" y="517090"/>
                  </a:lnTo>
                  <a:lnTo>
                    <a:pt x="569609" y="516751"/>
                  </a:lnTo>
                  <a:lnTo>
                    <a:pt x="606750" y="516086"/>
                  </a:lnTo>
                  <a:lnTo>
                    <a:pt x="660905" y="514998"/>
                  </a:lnTo>
                  <a:lnTo>
                    <a:pt x="730628" y="513419"/>
                  </a:lnTo>
                  <a:lnTo>
                    <a:pt x="812529" y="511311"/>
                  </a:lnTo>
                  <a:lnTo>
                    <a:pt x="902146" y="508665"/>
                  </a:lnTo>
                  <a:lnTo>
                    <a:pt x="994908" y="505491"/>
                  </a:lnTo>
                  <a:lnTo>
                    <a:pt x="1086889" y="501801"/>
                  </a:lnTo>
                  <a:lnTo>
                    <a:pt x="1175202" y="497598"/>
                  </a:lnTo>
                  <a:lnTo>
                    <a:pt x="1258072" y="492868"/>
                  </a:lnTo>
                  <a:lnTo>
                    <a:pt x="1334696" y="487575"/>
                  </a:lnTo>
                  <a:lnTo>
                    <a:pt x="1405004" y="481657"/>
                  </a:lnTo>
                  <a:lnTo>
                    <a:pt x="1469436" y="475030"/>
                  </a:lnTo>
                  <a:lnTo>
                    <a:pt x="1528737" y="467590"/>
                  </a:lnTo>
                  <a:lnTo>
                    <a:pt x="1583819" y="459217"/>
                  </a:lnTo>
                  <a:lnTo>
                    <a:pt x="1635644" y="449790"/>
                  </a:lnTo>
                  <a:lnTo>
                    <a:pt x="1685143" y="439208"/>
                  </a:lnTo>
                  <a:lnTo>
                    <a:pt x="1719082" y="431025"/>
                  </a:lnTo>
                  <a:lnTo>
                    <a:pt x="1770276" y="417291"/>
                  </a:lnTo>
                  <a:lnTo>
                    <a:pt x="1820976" y="402107"/>
                  </a:lnTo>
                  <a:lnTo>
                    <a:pt x="1871734" y="385454"/>
                  </a:lnTo>
                  <a:lnTo>
                    <a:pt x="1922917" y="367365"/>
                  </a:lnTo>
                  <a:lnTo>
                    <a:pt x="1974736" y="347936"/>
                  </a:lnTo>
                  <a:lnTo>
                    <a:pt x="2027258" y="327326"/>
                  </a:lnTo>
                  <a:lnTo>
                    <a:pt x="2080433" y="305754"/>
                  </a:lnTo>
                  <a:lnTo>
                    <a:pt x="2134112" y="283495"/>
                  </a:lnTo>
                  <a:lnTo>
                    <a:pt x="2188076" y="260864"/>
                  </a:lnTo>
                  <a:lnTo>
                    <a:pt x="2242065" y="238199"/>
                  </a:lnTo>
                  <a:lnTo>
                    <a:pt x="2295820" y="215841"/>
                  </a:lnTo>
                  <a:lnTo>
                    <a:pt x="2349109" y="194109"/>
                  </a:lnTo>
                  <a:lnTo>
                    <a:pt x="2401768" y="173289"/>
                  </a:lnTo>
                  <a:lnTo>
                    <a:pt x="2453725" y="153612"/>
                  </a:lnTo>
                  <a:lnTo>
                    <a:pt x="2505022" y="135248"/>
                  </a:lnTo>
                  <a:lnTo>
                    <a:pt x="2555841" y="118305"/>
                  </a:lnTo>
                  <a:lnTo>
                    <a:pt x="2606515" y="102830"/>
                  </a:lnTo>
                  <a:lnTo>
                    <a:pt x="2657557" y="88813"/>
                  </a:lnTo>
                  <a:lnTo>
                    <a:pt x="2667772" y="86205"/>
                  </a:lnTo>
                  <a:lnTo>
                    <a:pt x="2716127" y="74775"/>
                  </a:lnTo>
                  <a:lnTo>
                    <a:pt x="2766221" y="64542"/>
                  </a:lnTo>
                  <a:lnTo>
                    <a:pt x="2818907" y="55438"/>
                  </a:lnTo>
                  <a:lnTo>
                    <a:pt x="2875134" y="47353"/>
                  </a:lnTo>
                  <a:lnTo>
                    <a:pt x="2935859" y="40164"/>
                  </a:lnTo>
                  <a:lnTo>
                    <a:pt x="3001958" y="33757"/>
                  </a:lnTo>
                  <a:lnTo>
                    <a:pt x="3074103" y="28031"/>
                  </a:lnTo>
                  <a:lnTo>
                    <a:pt x="3152605" y="22910"/>
                  </a:lnTo>
                  <a:lnTo>
                    <a:pt x="3237205" y="18338"/>
                  </a:lnTo>
                  <a:lnTo>
                    <a:pt x="3326833" y="14287"/>
                  </a:lnTo>
                  <a:lnTo>
                    <a:pt x="3419395" y="10748"/>
                  </a:lnTo>
                  <a:lnTo>
                    <a:pt x="3511677" y="7728"/>
                  </a:lnTo>
                  <a:lnTo>
                    <a:pt x="3599505" y="5241"/>
                  </a:lnTo>
                  <a:lnTo>
                    <a:pt x="3678248" y="3291"/>
                  </a:lnTo>
                  <a:lnTo>
                    <a:pt x="3743657" y="1862"/>
                  </a:lnTo>
                  <a:lnTo>
                    <a:pt x="3792837" y="908"/>
                  </a:lnTo>
                  <a:lnTo>
                    <a:pt x="3825033" y="349"/>
                  </a:lnTo>
                  <a:lnTo>
                    <a:pt x="3841958" y="86"/>
                  </a:lnTo>
                  <a:lnTo>
                    <a:pt x="3847656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1" y="39"/>
                  </a:lnTo>
                  <a:lnTo>
                    <a:pt x="4396455" y="322"/>
                  </a:lnTo>
                  <a:lnTo>
                    <a:pt x="4417222" y="1104"/>
                  </a:lnTo>
                  <a:lnTo>
                    <a:pt x="4453796" y="2639"/>
                  </a:lnTo>
                  <a:lnTo>
                    <a:pt x="4507193" y="5149"/>
                  </a:lnTo>
                  <a:lnTo>
                    <a:pt x="4576050" y="8794"/>
                  </a:lnTo>
                  <a:lnTo>
                    <a:pt x="4657084" y="13665"/>
                  </a:lnTo>
                  <a:lnTo>
                    <a:pt x="4745934" y="19783"/>
                  </a:lnTo>
                  <a:lnTo>
                    <a:pt x="4838095" y="27130"/>
                  </a:lnTo>
                  <a:lnTo>
                    <a:pt x="4929665" y="35674"/>
                  </a:lnTo>
                  <a:lnTo>
                    <a:pt x="5017746" y="45408"/>
                  </a:lnTo>
                  <a:lnTo>
                    <a:pt x="5100530" y="56359"/>
                  </a:lnTo>
                  <a:lnTo>
                    <a:pt x="5177169" y="68610"/>
                  </a:lnTo>
                  <a:lnTo>
                    <a:pt x="5247552" y="82296"/>
                  </a:lnTo>
                  <a:lnTo>
                    <a:pt x="5312077" y="97610"/>
                  </a:lnTo>
                  <a:lnTo>
                    <a:pt x="5371459" y="114788"/>
                  </a:lnTo>
                  <a:lnTo>
                    <a:pt x="5426581" y="134102"/>
                  </a:lnTo>
                  <a:lnTo>
                    <a:pt x="5478390" y="155833"/>
                  </a:lnTo>
                  <a:lnTo>
                    <a:pt x="5527807" y="180224"/>
                  </a:lnTo>
                  <a:lnTo>
                    <a:pt x="5567201" y="202355"/>
                  </a:lnTo>
                  <a:lnTo>
                    <a:pt x="5613292" y="231207"/>
                  </a:lnTo>
                  <a:lnTo>
                    <a:pt x="5658933" y="262807"/>
                  </a:lnTo>
                  <a:lnTo>
                    <a:pt x="5704546" y="297202"/>
                  </a:lnTo>
                  <a:lnTo>
                    <a:pt x="5750430" y="334356"/>
                  </a:lnTo>
                  <a:lnTo>
                    <a:pt x="5796777" y="374146"/>
                  </a:lnTo>
                  <a:lnTo>
                    <a:pt x="5843680" y="416348"/>
                  </a:lnTo>
                  <a:lnTo>
                    <a:pt x="5891149" y="460644"/>
                  </a:lnTo>
                  <a:lnTo>
                    <a:pt x="5939118" y="506624"/>
                  </a:lnTo>
                  <a:lnTo>
                    <a:pt x="5987465" y="553797"/>
                  </a:lnTo>
                  <a:lnTo>
                    <a:pt x="6036023" y="601616"/>
                  </a:lnTo>
                  <a:lnTo>
                    <a:pt x="6084603" y="649502"/>
                  </a:lnTo>
                  <a:lnTo>
                    <a:pt x="6133014" y="696871"/>
                  </a:lnTo>
                  <a:lnTo>
                    <a:pt x="6181082" y="743167"/>
                  </a:lnTo>
                  <a:lnTo>
                    <a:pt x="6228673" y="787885"/>
                  </a:lnTo>
                  <a:lnTo>
                    <a:pt x="6275707" y="830595"/>
                  </a:lnTo>
                  <a:lnTo>
                    <a:pt x="6322175" y="870956"/>
                  </a:lnTo>
                  <a:lnTo>
                    <a:pt x="6368151" y="908724"/>
                  </a:lnTo>
                  <a:lnTo>
                    <a:pt x="6413804" y="943752"/>
                  </a:lnTo>
                  <a:lnTo>
                    <a:pt x="6459405" y="975986"/>
                  </a:lnTo>
                  <a:lnTo>
                    <a:pt x="6505349" y="1005455"/>
                  </a:lnTo>
                  <a:lnTo>
                    <a:pt x="6515891" y="1011775"/>
                  </a:lnTo>
                  <a:lnTo>
                    <a:pt x="6563956" y="1038456"/>
                  </a:lnTo>
                  <a:lnTo>
                    <a:pt x="6613736" y="1062359"/>
                  </a:lnTo>
                  <a:lnTo>
                    <a:pt x="6666066" y="1083640"/>
                  </a:lnTo>
                  <a:lnTo>
                    <a:pt x="6721879" y="1102553"/>
                  </a:lnTo>
                  <a:lnTo>
                    <a:pt x="6782116" y="1119379"/>
                  </a:lnTo>
                  <a:lnTo>
                    <a:pt x="6847639" y="1134386"/>
                  </a:lnTo>
                  <a:lnTo>
                    <a:pt x="6919120" y="1147804"/>
                  </a:lnTo>
                  <a:lnTo>
                    <a:pt x="6996881" y="1159815"/>
                  </a:lnTo>
                  <a:lnTo>
                    <a:pt x="7080696" y="1170545"/>
                  </a:lnTo>
                  <a:lnTo>
                    <a:pt x="7169562" y="1180066"/>
                  </a:lnTo>
                  <a:lnTo>
                    <a:pt x="7261481" y="1188398"/>
                  </a:lnTo>
                  <a:lnTo>
                    <a:pt x="7353362" y="1195528"/>
                  </a:lnTo>
                  <a:lnTo>
                    <a:pt x="7441156" y="1201425"/>
                  </a:lnTo>
                  <a:lnTo>
                    <a:pt x="7520322" y="1206074"/>
                  </a:lnTo>
                  <a:lnTo>
                    <a:pt x="7586617" y="1209508"/>
                  </a:lnTo>
                  <a:lnTo>
                    <a:pt x="7637050" y="1211830"/>
                  </a:lnTo>
                  <a:lnTo>
                    <a:pt x="7670662" y="1213213"/>
                  </a:lnTo>
                  <a:lnTo>
                    <a:pt x="7688902" y="1213888"/>
                  </a:lnTo>
                  <a:lnTo>
                    <a:pt x="7695522" y="1214109"/>
                  </a:lnTo>
                  <a:lnTo>
                    <a:pt x="7696237" y="1214131"/>
                  </a:lnTo>
                  <a:lnTo>
                    <a:pt x="8234974" y="1214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3" name="pl1123"/>
            <p:cNvSpPr/>
            <p:nvPr/>
          </p:nvSpPr>
          <p:spPr>
            <a:xfrm>
              <a:off x="546595" y="3140607"/>
              <a:ext cx="8234974" cy="1214131"/>
            </a:xfrm>
            <a:custGeom>
              <a:avLst/>
              <a:pathLst>
                <a:path w="8234974" h="1214131">
                  <a:moveTo>
                    <a:pt x="8234974" y="1214131"/>
                  </a:move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4" y="139"/>
                  </a:lnTo>
                  <a:lnTo>
                    <a:pt x="3817246" y="479"/>
                  </a:lnTo>
                  <a:lnTo>
                    <a:pt x="3780105" y="1144"/>
                  </a:lnTo>
                  <a:lnTo>
                    <a:pt x="3725950" y="2232"/>
                  </a:lnTo>
                  <a:lnTo>
                    <a:pt x="3656226" y="3811"/>
                  </a:lnTo>
                  <a:lnTo>
                    <a:pt x="3574325" y="5919"/>
                  </a:lnTo>
                  <a:lnTo>
                    <a:pt x="3484709" y="8564"/>
                  </a:lnTo>
                  <a:lnTo>
                    <a:pt x="3391946" y="11739"/>
                  </a:lnTo>
                  <a:lnTo>
                    <a:pt x="3299966" y="15429"/>
                  </a:lnTo>
                  <a:lnTo>
                    <a:pt x="3211653" y="19632"/>
                  </a:lnTo>
                  <a:lnTo>
                    <a:pt x="3128782" y="24362"/>
                  </a:lnTo>
                  <a:lnTo>
                    <a:pt x="3052159" y="29655"/>
                  </a:lnTo>
                  <a:lnTo>
                    <a:pt x="2981850" y="35573"/>
                  </a:lnTo>
                  <a:lnTo>
                    <a:pt x="2917419" y="42199"/>
                  </a:lnTo>
                  <a:lnTo>
                    <a:pt x="2858117" y="49640"/>
                  </a:lnTo>
                  <a:lnTo>
                    <a:pt x="2803036" y="58013"/>
                  </a:lnTo>
                  <a:lnTo>
                    <a:pt x="2751211" y="67440"/>
                  </a:lnTo>
                  <a:lnTo>
                    <a:pt x="2701712" y="78022"/>
                  </a:lnTo>
                  <a:lnTo>
                    <a:pt x="2667772" y="86205"/>
                  </a:lnTo>
                  <a:lnTo>
                    <a:pt x="2616579" y="99938"/>
                  </a:lnTo>
                  <a:lnTo>
                    <a:pt x="2565879" y="115122"/>
                  </a:lnTo>
                  <a:lnTo>
                    <a:pt x="2515121" y="131776"/>
                  </a:lnTo>
                  <a:lnTo>
                    <a:pt x="2463937" y="149865"/>
                  </a:lnTo>
                  <a:lnTo>
                    <a:pt x="2412119" y="169293"/>
                  </a:lnTo>
                  <a:lnTo>
                    <a:pt x="2359596" y="189904"/>
                  </a:lnTo>
                  <a:lnTo>
                    <a:pt x="2306421" y="211476"/>
                  </a:lnTo>
                  <a:lnTo>
                    <a:pt x="2252742" y="233734"/>
                  </a:lnTo>
                  <a:lnTo>
                    <a:pt x="2198779" y="256365"/>
                  </a:lnTo>
                  <a:lnTo>
                    <a:pt x="2144789" y="279030"/>
                  </a:lnTo>
                  <a:lnTo>
                    <a:pt x="2091035" y="301389"/>
                  </a:lnTo>
                  <a:lnTo>
                    <a:pt x="2037746" y="323120"/>
                  </a:lnTo>
                  <a:lnTo>
                    <a:pt x="1985086" y="343941"/>
                  </a:lnTo>
                  <a:lnTo>
                    <a:pt x="1933130" y="363618"/>
                  </a:lnTo>
                  <a:lnTo>
                    <a:pt x="1881832" y="381982"/>
                  </a:lnTo>
                  <a:lnTo>
                    <a:pt x="1831014" y="398924"/>
                  </a:lnTo>
                  <a:lnTo>
                    <a:pt x="1780340" y="414400"/>
                  </a:lnTo>
                  <a:lnTo>
                    <a:pt x="1729298" y="428417"/>
                  </a:lnTo>
                  <a:lnTo>
                    <a:pt x="1719082" y="431025"/>
                  </a:lnTo>
                  <a:lnTo>
                    <a:pt x="1670728" y="442455"/>
                  </a:lnTo>
                  <a:lnTo>
                    <a:pt x="1620634" y="452688"/>
                  </a:lnTo>
                  <a:lnTo>
                    <a:pt x="1567948" y="461792"/>
                  </a:lnTo>
                  <a:lnTo>
                    <a:pt x="1511721" y="469877"/>
                  </a:lnTo>
                  <a:lnTo>
                    <a:pt x="1450995" y="477065"/>
                  </a:lnTo>
                  <a:lnTo>
                    <a:pt x="1384897" y="483473"/>
                  </a:lnTo>
                  <a:lnTo>
                    <a:pt x="1312752" y="489199"/>
                  </a:lnTo>
                  <a:lnTo>
                    <a:pt x="1234249" y="494320"/>
                  </a:lnTo>
                  <a:lnTo>
                    <a:pt x="1149649" y="498892"/>
                  </a:lnTo>
                  <a:lnTo>
                    <a:pt x="1060021" y="502943"/>
                  </a:lnTo>
                  <a:lnTo>
                    <a:pt x="967460" y="506482"/>
                  </a:lnTo>
                  <a:lnTo>
                    <a:pt x="875177" y="509502"/>
                  </a:lnTo>
                  <a:lnTo>
                    <a:pt x="787350" y="511989"/>
                  </a:lnTo>
                  <a:lnTo>
                    <a:pt x="708607" y="513939"/>
                  </a:lnTo>
                  <a:lnTo>
                    <a:pt x="643198" y="515367"/>
                  </a:lnTo>
                  <a:lnTo>
                    <a:pt x="594017" y="516322"/>
                  </a:lnTo>
                  <a:lnTo>
                    <a:pt x="561822" y="516880"/>
                  </a:lnTo>
                  <a:lnTo>
                    <a:pt x="544897" y="517144"/>
                  </a:lnTo>
                  <a:lnTo>
                    <a:pt x="539199" y="517224"/>
                  </a:lnTo>
                  <a:lnTo>
                    <a:pt x="538736" y="517230"/>
                  </a:lnTo>
                  <a:lnTo>
                    <a:pt x="0" y="5172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4" name="pg1124"/>
            <p:cNvSpPr/>
            <p:nvPr/>
          </p:nvSpPr>
          <p:spPr>
            <a:xfrm>
              <a:off x="546595" y="3178719"/>
              <a:ext cx="8234974" cy="1480913"/>
            </a:xfrm>
            <a:custGeom>
              <a:avLst/>
              <a:pathLst>
                <a:path w="8234974" h="1480913">
                  <a:moveTo>
                    <a:pt x="0" y="490008"/>
                  </a:moveTo>
                  <a:lnTo>
                    <a:pt x="538736" y="490008"/>
                  </a:lnTo>
                  <a:lnTo>
                    <a:pt x="540035" y="489991"/>
                  </a:lnTo>
                  <a:lnTo>
                    <a:pt x="548505" y="489876"/>
                  </a:lnTo>
                  <a:lnTo>
                    <a:pt x="569623" y="489558"/>
                  </a:lnTo>
                  <a:lnTo>
                    <a:pt x="606780" y="488935"/>
                  </a:lnTo>
                  <a:lnTo>
                    <a:pt x="660956" y="487915"/>
                  </a:lnTo>
                  <a:lnTo>
                    <a:pt x="730703" y="486435"/>
                  </a:lnTo>
                  <a:lnTo>
                    <a:pt x="812628" y="484460"/>
                  </a:lnTo>
                  <a:lnTo>
                    <a:pt x="902265" y="481980"/>
                  </a:lnTo>
                  <a:lnTo>
                    <a:pt x="995044" y="479005"/>
                  </a:lnTo>
                  <a:lnTo>
                    <a:pt x="1087036" y="475547"/>
                  </a:lnTo>
                  <a:lnTo>
                    <a:pt x="1175355" y="471608"/>
                  </a:lnTo>
                  <a:lnTo>
                    <a:pt x="1258228" y="467175"/>
                  </a:lnTo>
                  <a:lnTo>
                    <a:pt x="1334851" y="462214"/>
                  </a:lnTo>
                  <a:lnTo>
                    <a:pt x="1405157" y="456668"/>
                  </a:lnTo>
                  <a:lnTo>
                    <a:pt x="1469586" y="450457"/>
                  </a:lnTo>
                  <a:lnTo>
                    <a:pt x="1528885" y="443483"/>
                  </a:lnTo>
                  <a:lnTo>
                    <a:pt x="1583966" y="435635"/>
                  </a:lnTo>
                  <a:lnTo>
                    <a:pt x="1635792" y="426800"/>
                  </a:lnTo>
                  <a:lnTo>
                    <a:pt x="1685293" y="416881"/>
                  </a:lnTo>
                  <a:lnTo>
                    <a:pt x="1719082" y="409247"/>
                  </a:lnTo>
                  <a:lnTo>
                    <a:pt x="1770459" y="396332"/>
                  </a:lnTo>
                  <a:lnTo>
                    <a:pt x="1821340" y="382048"/>
                  </a:lnTo>
                  <a:lnTo>
                    <a:pt x="1872284" y="366378"/>
                  </a:lnTo>
                  <a:lnTo>
                    <a:pt x="1923659" y="349354"/>
                  </a:lnTo>
                  <a:lnTo>
                    <a:pt x="1975675" y="331068"/>
                  </a:lnTo>
                  <a:lnTo>
                    <a:pt x="2028401" y="311669"/>
                  </a:lnTo>
                  <a:lnTo>
                    <a:pt x="2081781" y="291369"/>
                  </a:lnTo>
                  <a:lnTo>
                    <a:pt x="2135664" y="270427"/>
                  </a:lnTo>
                  <a:lnTo>
                    <a:pt x="2189826" y="249144"/>
                  </a:lnTo>
                  <a:lnTo>
                    <a:pt x="2244006" y="227839"/>
                  </a:lnTo>
                  <a:lnTo>
                    <a:pt x="2297940" y="206834"/>
                  </a:lnTo>
                  <a:lnTo>
                    <a:pt x="2351398" y="186432"/>
                  </a:lnTo>
                  <a:lnTo>
                    <a:pt x="2404216" y="166901"/>
                  </a:lnTo>
                  <a:lnTo>
                    <a:pt x="2456326" y="148457"/>
                  </a:lnTo>
                  <a:lnTo>
                    <a:pt x="2507777" y="131259"/>
                  </a:lnTo>
                  <a:lnTo>
                    <a:pt x="2558760" y="115405"/>
                  </a:lnTo>
                  <a:lnTo>
                    <a:pt x="2609623" y="100937"/>
                  </a:lnTo>
                  <a:lnTo>
                    <a:pt x="2660893" y="87843"/>
                  </a:lnTo>
                  <a:lnTo>
                    <a:pt x="2667772" y="86205"/>
                  </a:lnTo>
                  <a:lnTo>
                    <a:pt x="2716135" y="75495"/>
                  </a:lnTo>
                  <a:lnTo>
                    <a:pt x="2766237" y="65907"/>
                  </a:lnTo>
                  <a:lnTo>
                    <a:pt x="2818933" y="57377"/>
                  </a:lnTo>
                  <a:lnTo>
                    <a:pt x="2875172" y="49802"/>
                  </a:lnTo>
                  <a:lnTo>
                    <a:pt x="2935911" y="43067"/>
                  </a:lnTo>
                  <a:lnTo>
                    <a:pt x="3002025" y="37064"/>
                  </a:lnTo>
                  <a:lnTo>
                    <a:pt x="3074189" y="31700"/>
                  </a:lnTo>
                  <a:lnTo>
                    <a:pt x="3152711" y="26901"/>
                  </a:lnTo>
                  <a:lnTo>
                    <a:pt x="3237333" y="22618"/>
                  </a:lnTo>
                  <a:lnTo>
                    <a:pt x="3326982" y="18823"/>
                  </a:lnTo>
                  <a:lnTo>
                    <a:pt x="3419561" y="15508"/>
                  </a:lnTo>
                  <a:lnTo>
                    <a:pt x="3511854" y="12679"/>
                  </a:lnTo>
                  <a:lnTo>
                    <a:pt x="3599682" y="10350"/>
                  </a:lnTo>
                  <a:lnTo>
                    <a:pt x="3678413" y="8524"/>
                  </a:lnTo>
                  <a:lnTo>
                    <a:pt x="3743797" y="7187"/>
                  </a:lnTo>
                  <a:lnTo>
                    <a:pt x="3792943" y="6293"/>
                  </a:lnTo>
                  <a:lnTo>
                    <a:pt x="3825099" y="5771"/>
                  </a:lnTo>
                  <a:lnTo>
                    <a:pt x="3841988" y="5524"/>
                  </a:lnTo>
                  <a:lnTo>
                    <a:pt x="3847661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8" y="5492"/>
                  </a:lnTo>
                  <a:lnTo>
                    <a:pt x="4396362" y="5832"/>
                  </a:lnTo>
                  <a:lnTo>
                    <a:pt x="4416936" y="6773"/>
                  </a:lnTo>
                  <a:lnTo>
                    <a:pt x="4453190" y="8619"/>
                  </a:lnTo>
                  <a:lnTo>
                    <a:pt x="4506157" y="11639"/>
                  </a:lnTo>
                  <a:lnTo>
                    <a:pt x="4574521" y="16028"/>
                  </a:lnTo>
                  <a:lnTo>
                    <a:pt x="4655061" y="21894"/>
                  </a:lnTo>
                  <a:lnTo>
                    <a:pt x="4743472" y="29266"/>
                  </a:lnTo>
                  <a:lnTo>
                    <a:pt x="4835287" y="38121"/>
                  </a:lnTo>
                  <a:lnTo>
                    <a:pt x="4926618" y="48424"/>
                  </a:lnTo>
                  <a:lnTo>
                    <a:pt x="5014563" y="60161"/>
                  </a:lnTo>
                  <a:lnTo>
                    <a:pt x="5097294" y="73366"/>
                  </a:lnTo>
                  <a:lnTo>
                    <a:pt x="5173940" y="88134"/>
                  </a:lnTo>
                  <a:lnTo>
                    <a:pt x="5244363" y="104627"/>
                  </a:lnTo>
                  <a:lnTo>
                    <a:pt x="5308941" y="123071"/>
                  </a:lnTo>
                  <a:lnTo>
                    <a:pt x="5368369" y="143749"/>
                  </a:lnTo>
                  <a:lnTo>
                    <a:pt x="5423517" y="166989"/>
                  </a:lnTo>
                  <a:lnTo>
                    <a:pt x="5475320" y="193127"/>
                  </a:lnTo>
                  <a:lnTo>
                    <a:pt x="5524694" y="222460"/>
                  </a:lnTo>
                  <a:lnTo>
                    <a:pt x="5567201" y="251355"/>
                  </a:lnTo>
                  <a:lnTo>
                    <a:pt x="5611244" y="284779"/>
                  </a:lnTo>
                  <a:lnTo>
                    <a:pt x="5654856" y="321246"/>
                  </a:lnTo>
                  <a:lnTo>
                    <a:pt x="5698414" y="360812"/>
                  </a:lnTo>
                  <a:lnTo>
                    <a:pt x="5742190" y="403450"/>
                  </a:lnTo>
                  <a:lnTo>
                    <a:pt x="5786365" y="449043"/>
                  </a:lnTo>
                  <a:lnTo>
                    <a:pt x="5831035" y="497378"/>
                  </a:lnTo>
                  <a:lnTo>
                    <a:pt x="5876227" y="548140"/>
                  </a:lnTo>
                  <a:lnTo>
                    <a:pt x="5921901" y="600923"/>
                  </a:lnTo>
                  <a:lnTo>
                    <a:pt x="5967966" y="655232"/>
                  </a:lnTo>
                  <a:lnTo>
                    <a:pt x="6014288" y="710509"/>
                  </a:lnTo>
                  <a:lnTo>
                    <a:pt x="6060709" y="766151"/>
                  </a:lnTo>
                  <a:lnTo>
                    <a:pt x="6107061" y="821536"/>
                  </a:lnTo>
                  <a:lnTo>
                    <a:pt x="6153181" y="876056"/>
                  </a:lnTo>
                  <a:lnTo>
                    <a:pt x="6198931" y="929142"/>
                  </a:lnTo>
                  <a:lnTo>
                    <a:pt x="6244212" y="980289"/>
                  </a:lnTo>
                  <a:lnTo>
                    <a:pt x="6288973" y="1029072"/>
                  </a:lnTo>
                  <a:lnTo>
                    <a:pt x="6333229" y="1075162"/>
                  </a:lnTo>
                  <a:lnTo>
                    <a:pt x="6377064" y="1118326"/>
                  </a:lnTo>
                  <a:lnTo>
                    <a:pt x="6420644" y="1158432"/>
                  </a:lnTo>
                  <a:lnTo>
                    <a:pt x="6464222" y="1195438"/>
                  </a:lnTo>
                  <a:lnTo>
                    <a:pt x="6508157" y="1229386"/>
                  </a:lnTo>
                  <a:lnTo>
                    <a:pt x="6515891" y="1235001"/>
                  </a:lnTo>
                  <a:lnTo>
                    <a:pt x="6563792" y="1267321"/>
                  </a:lnTo>
                  <a:lnTo>
                    <a:pt x="6613392" y="1296288"/>
                  </a:lnTo>
                  <a:lnTo>
                    <a:pt x="6665521" y="1322087"/>
                  </a:lnTo>
                  <a:lnTo>
                    <a:pt x="6721098" y="1345025"/>
                  </a:lnTo>
                  <a:lnTo>
                    <a:pt x="6781058" y="1365440"/>
                  </a:lnTo>
                  <a:lnTo>
                    <a:pt x="6846255" y="1383654"/>
                  </a:lnTo>
                  <a:lnTo>
                    <a:pt x="6917359" y="1399945"/>
                  </a:lnTo>
                  <a:lnTo>
                    <a:pt x="6994699" y="1414533"/>
                  </a:lnTo>
                  <a:lnTo>
                    <a:pt x="7078069" y="1427571"/>
                  </a:lnTo>
                  <a:lnTo>
                    <a:pt x="7166499" y="1439148"/>
                  </a:lnTo>
                  <a:lnTo>
                    <a:pt x="7258047" y="1449292"/>
                  </a:lnTo>
                  <a:lnTo>
                    <a:pt x="7349691" y="1457984"/>
                  </a:lnTo>
                  <a:lnTo>
                    <a:pt x="7437452" y="1465189"/>
                  </a:lnTo>
                  <a:lnTo>
                    <a:pt x="7516841" y="1470889"/>
                  </a:lnTo>
                  <a:lnTo>
                    <a:pt x="7583625" y="1475118"/>
                  </a:lnTo>
                  <a:lnTo>
                    <a:pt x="7634758" y="1477996"/>
                  </a:lnTo>
                  <a:lnTo>
                    <a:pt x="7669174" y="1479728"/>
                  </a:lnTo>
                  <a:lnTo>
                    <a:pt x="7688173" y="1480587"/>
                  </a:lnTo>
                  <a:lnTo>
                    <a:pt x="7695344" y="1480879"/>
                  </a:lnTo>
                  <a:lnTo>
                    <a:pt x="7696237" y="1480913"/>
                  </a:lnTo>
                  <a:lnTo>
                    <a:pt x="8234974" y="1480913"/>
                  </a:lnTo>
                  <a:lnTo>
                    <a:pt x="8234974" y="1475468"/>
                  </a:lnTo>
                  <a:lnTo>
                    <a:pt x="7696237" y="1475468"/>
                  </a:lnTo>
                  <a:lnTo>
                    <a:pt x="7694975" y="1475421"/>
                  </a:lnTo>
                  <a:lnTo>
                    <a:pt x="7686730" y="1475080"/>
                  </a:lnTo>
                  <a:lnTo>
                    <a:pt x="7666156" y="1474139"/>
                  </a:lnTo>
                  <a:lnTo>
                    <a:pt x="7629902" y="1472293"/>
                  </a:lnTo>
                  <a:lnTo>
                    <a:pt x="7576936" y="1469273"/>
                  </a:lnTo>
                  <a:lnTo>
                    <a:pt x="7508572" y="1464885"/>
                  </a:lnTo>
                  <a:lnTo>
                    <a:pt x="7428031" y="1459019"/>
                  </a:lnTo>
                  <a:lnTo>
                    <a:pt x="7339620" y="1451647"/>
                  </a:lnTo>
                  <a:lnTo>
                    <a:pt x="7247805" y="1442791"/>
                  </a:lnTo>
                  <a:lnTo>
                    <a:pt x="7156474" y="1432488"/>
                  </a:lnTo>
                  <a:lnTo>
                    <a:pt x="7068530" y="1420751"/>
                  </a:lnTo>
                  <a:lnTo>
                    <a:pt x="6985798" y="1407546"/>
                  </a:lnTo>
                  <a:lnTo>
                    <a:pt x="6909153" y="1392778"/>
                  </a:lnTo>
                  <a:lnTo>
                    <a:pt x="6838729" y="1376286"/>
                  </a:lnTo>
                  <a:lnTo>
                    <a:pt x="6774151" y="1357842"/>
                  </a:lnTo>
                  <a:lnTo>
                    <a:pt x="6714723" y="1337163"/>
                  </a:lnTo>
                  <a:lnTo>
                    <a:pt x="6659575" y="1313923"/>
                  </a:lnTo>
                  <a:lnTo>
                    <a:pt x="6607772" y="1287786"/>
                  </a:lnTo>
                  <a:lnTo>
                    <a:pt x="6558399" y="1258452"/>
                  </a:lnTo>
                  <a:lnTo>
                    <a:pt x="6515891" y="1229557"/>
                  </a:lnTo>
                  <a:lnTo>
                    <a:pt x="6471849" y="1196133"/>
                  </a:lnTo>
                  <a:lnTo>
                    <a:pt x="6428237" y="1159666"/>
                  </a:lnTo>
                  <a:lnTo>
                    <a:pt x="6384678" y="1120100"/>
                  </a:lnTo>
                  <a:lnTo>
                    <a:pt x="6340902" y="1077462"/>
                  </a:lnTo>
                  <a:lnTo>
                    <a:pt x="6296728" y="1031869"/>
                  </a:lnTo>
                  <a:lnTo>
                    <a:pt x="6252057" y="983535"/>
                  </a:lnTo>
                  <a:lnTo>
                    <a:pt x="6206865" y="932772"/>
                  </a:lnTo>
                  <a:lnTo>
                    <a:pt x="6161191" y="879990"/>
                  </a:lnTo>
                  <a:lnTo>
                    <a:pt x="6115126" y="825680"/>
                  </a:lnTo>
                  <a:lnTo>
                    <a:pt x="6068804" y="770403"/>
                  </a:lnTo>
                  <a:lnTo>
                    <a:pt x="6022383" y="714762"/>
                  </a:lnTo>
                  <a:lnTo>
                    <a:pt x="5976032" y="659377"/>
                  </a:lnTo>
                  <a:lnTo>
                    <a:pt x="5929912" y="604857"/>
                  </a:lnTo>
                  <a:lnTo>
                    <a:pt x="5884161" y="551770"/>
                  </a:lnTo>
                  <a:lnTo>
                    <a:pt x="5838881" y="500623"/>
                  </a:lnTo>
                  <a:lnTo>
                    <a:pt x="5794119" y="451840"/>
                  </a:lnTo>
                  <a:lnTo>
                    <a:pt x="5749863" y="405750"/>
                  </a:lnTo>
                  <a:lnTo>
                    <a:pt x="5706028" y="362586"/>
                  </a:lnTo>
                  <a:lnTo>
                    <a:pt x="5662449" y="322480"/>
                  </a:lnTo>
                  <a:lnTo>
                    <a:pt x="5618870" y="285474"/>
                  </a:lnTo>
                  <a:lnTo>
                    <a:pt x="5574935" y="251527"/>
                  </a:lnTo>
                  <a:lnTo>
                    <a:pt x="5567201" y="245911"/>
                  </a:lnTo>
                  <a:lnTo>
                    <a:pt x="5519301" y="213591"/>
                  </a:lnTo>
                  <a:lnTo>
                    <a:pt x="5469700" y="184625"/>
                  </a:lnTo>
                  <a:lnTo>
                    <a:pt x="5417572" y="158825"/>
                  </a:lnTo>
                  <a:lnTo>
                    <a:pt x="5361994" y="135887"/>
                  </a:lnTo>
                  <a:lnTo>
                    <a:pt x="5302035" y="115472"/>
                  </a:lnTo>
                  <a:lnTo>
                    <a:pt x="5236837" y="97258"/>
                  </a:lnTo>
                  <a:lnTo>
                    <a:pt x="5165733" y="80967"/>
                  </a:lnTo>
                  <a:lnTo>
                    <a:pt x="5088393" y="66379"/>
                  </a:lnTo>
                  <a:lnTo>
                    <a:pt x="5005024" y="53341"/>
                  </a:lnTo>
                  <a:lnTo>
                    <a:pt x="4916594" y="41764"/>
                  </a:lnTo>
                  <a:lnTo>
                    <a:pt x="4825046" y="31620"/>
                  </a:lnTo>
                  <a:lnTo>
                    <a:pt x="4733402" y="22928"/>
                  </a:lnTo>
                  <a:lnTo>
                    <a:pt x="4645640" y="15723"/>
                  </a:lnTo>
                  <a:lnTo>
                    <a:pt x="4566252" y="10024"/>
                  </a:lnTo>
                  <a:lnTo>
                    <a:pt x="4499468" y="5794"/>
                  </a:lnTo>
                  <a:lnTo>
                    <a:pt x="4448334" y="2916"/>
                  </a:lnTo>
                  <a:lnTo>
                    <a:pt x="4413918" y="1184"/>
                  </a:lnTo>
                  <a:lnTo>
                    <a:pt x="4394919" y="326"/>
                  </a:lnTo>
                  <a:lnTo>
                    <a:pt x="4387748" y="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6"/>
                  </a:lnTo>
                  <a:lnTo>
                    <a:pt x="3838349" y="131"/>
                  </a:lnTo>
                  <a:lnTo>
                    <a:pt x="3817232" y="449"/>
                  </a:lnTo>
                  <a:lnTo>
                    <a:pt x="3780075" y="1072"/>
                  </a:lnTo>
                  <a:lnTo>
                    <a:pt x="3725899" y="2092"/>
                  </a:lnTo>
                  <a:lnTo>
                    <a:pt x="3656152" y="3572"/>
                  </a:lnTo>
                  <a:lnTo>
                    <a:pt x="3574227" y="5547"/>
                  </a:lnTo>
                  <a:lnTo>
                    <a:pt x="3484589" y="8027"/>
                  </a:lnTo>
                  <a:lnTo>
                    <a:pt x="3391811" y="11002"/>
                  </a:lnTo>
                  <a:lnTo>
                    <a:pt x="3299819" y="14461"/>
                  </a:lnTo>
                  <a:lnTo>
                    <a:pt x="3211500" y="18400"/>
                  </a:lnTo>
                  <a:lnTo>
                    <a:pt x="3128627" y="22832"/>
                  </a:lnTo>
                  <a:lnTo>
                    <a:pt x="3052004" y="27793"/>
                  </a:lnTo>
                  <a:lnTo>
                    <a:pt x="2981697" y="33339"/>
                  </a:lnTo>
                  <a:lnTo>
                    <a:pt x="2917268" y="39550"/>
                  </a:lnTo>
                  <a:lnTo>
                    <a:pt x="2857969" y="46524"/>
                  </a:lnTo>
                  <a:lnTo>
                    <a:pt x="2802889" y="54372"/>
                  </a:lnTo>
                  <a:lnTo>
                    <a:pt x="2751063" y="63208"/>
                  </a:lnTo>
                  <a:lnTo>
                    <a:pt x="2701562" y="73126"/>
                  </a:lnTo>
                  <a:lnTo>
                    <a:pt x="2667772" y="80760"/>
                  </a:lnTo>
                  <a:lnTo>
                    <a:pt x="2616396" y="93675"/>
                  </a:lnTo>
                  <a:lnTo>
                    <a:pt x="2565514" y="107959"/>
                  </a:lnTo>
                  <a:lnTo>
                    <a:pt x="2514571" y="123629"/>
                  </a:lnTo>
                  <a:lnTo>
                    <a:pt x="2463196" y="140653"/>
                  </a:lnTo>
                  <a:lnTo>
                    <a:pt x="2411179" y="158940"/>
                  </a:lnTo>
                  <a:lnTo>
                    <a:pt x="2358454" y="178338"/>
                  </a:lnTo>
                  <a:lnTo>
                    <a:pt x="2305073" y="198638"/>
                  </a:lnTo>
                  <a:lnTo>
                    <a:pt x="2251190" y="219580"/>
                  </a:lnTo>
                  <a:lnTo>
                    <a:pt x="2197028" y="240863"/>
                  </a:lnTo>
                  <a:lnTo>
                    <a:pt x="2142848" y="262168"/>
                  </a:lnTo>
                  <a:lnTo>
                    <a:pt x="2088914" y="283173"/>
                  </a:lnTo>
                  <a:lnTo>
                    <a:pt x="2035456" y="303575"/>
                  </a:lnTo>
                  <a:lnTo>
                    <a:pt x="1982638" y="323106"/>
                  </a:lnTo>
                  <a:lnTo>
                    <a:pt x="1930529" y="341550"/>
                  </a:lnTo>
                  <a:lnTo>
                    <a:pt x="1879077" y="358749"/>
                  </a:lnTo>
                  <a:lnTo>
                    <a:pt x="1828094" y="374602"/>
                  </a:lnTo>
                  <a:lnTo>
                    <a:pt x="1777232" y="389070"/>
                  </a:lnTo>
                  <a:lnTo>
                    <a:pt x="1725961" y="402164"/>
                  </a:lnTo>
                  <a:lnTo>
                    <a:pt x="1719082" y="403802"/>
                  </a:lnTo>
                  <a:lnTo>
                    <a:pt x="1670720" y="414512"/>
                  </a:lnTo>
                  <a:lnTo>
                    <a:pt x="1620617" y="424100"/>
                  </a:lnTo>
                  <a:lnTo>
                    <a:pt x="1567921" y="432630"/>
                  </a:lnTo>
                  <a:lnTo>
                    <a:pt x="1511683" y="440205"/>
                  </a:lnTo>
                  <a:lnTo>
                    <a:pt x="1450944" y="446940"/>
                  </a:lnTo>
                  <a:lnTo>
                    <a:pt x="1384829" y="452943"/>
                  </a:lnTo>
                  <a:lnTo>
                    <a:pt x="1312666" y="458308"/>
                  </a:lnTo>
                  <a:lnTo>
                    <a:pt x="1234143" y="463106"/>
                  </a:lnTo>
                  <a:lnTo>
                    <a:pt x="1149522" y="467389"/>
                  </a:lnTo>
                  <a:lnTo>
                    <a:pt x="1059873" y="471184"/>
                  </a:lnTo>
                  <a:lnTo>
                    <a:pt x="967293" y="474499"/>
                  </a:lnTo>
                  <a:lnTo>
                    <a:pt x="875000" y="477328"/>
                  </a:lnTo>
                  <a:lnTo>
                    <a:pt x="787172" y="479657"/>
                  </a:lnTo>
                  <a:lnTo>
                    <a:pt x="708442" y="481483"/>
                  </a:lnTo>
                  <a:lnTo>
                    <a:pt x="643058" y="482821"/>
                  </a:lnTo>
                  <a:lnTo>
                    <a:pt x="593912" y="483714"/>
                  </a:lnTo>
                  <a:lnTo>
                    <a:pt x="561755" y="484236"/>
                  </a:lnTo>
                  <a:lnTo>
                    <a:pt x="544866" y="484483"/>
                  </a:lnTo>
                  <a:lnTo>
                    <a:pt x="539193" y="484558"/>
                  </a:lnTo>
                  <a:lnTo>
                    <a:pt x="538736" y="484563"/>
                  </a:lnTo>
                  <a:lnTo>
                    <a:pt x="0" y="484563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25" name="pl1125"/>
            <p:cNvSpPr/>
            <p:nvPr/>
          </p:nvSpPr>
          <p:spPr>
            <a:xfrm>
              <a:off x="546595" y="3184163"/>
              <a:ext cx="8234974" cy="1475468"/>
            </a:xfrm>
            <a:custGeom>
              <a:avLst/>
              <a:pathLst>
                <a:path w="8234974" h="1475468">
                  <a:moveTo>
                    <a:pt x="0" y="484563"/>
                  </a:moveTo>
                  <a:lnTo>
                    <a:pt x="538736" y="484563"/>
                  </a:lnTo>
                  <a:lnTo>
                    <a:pt x="540035" y="484547"/>
                  </a:lnTo>
                  <a:lnTo>
                    <a:pt x="548505" y="484432"/>
                  </a:lnTo>
                  <a:lnTo>
                    <a:pt x="569623" y="484114"/>
                  </a:lnTo>
                  <a:lnTo>
                    <a:pt x="606780" y="483490"/>
                  </a:lnTo>
                  <a:lnTo>
                    <a:pt x="660956" y="482471"/>
                  </a:lnTo>
                  <a:lnTo>
                    <a:pt x="730703" y="480991"/>
                  </a:lnTo>
                  <a:lnTo>
                    <a:pt x="812628" y="479015"/>
                  </a:lnTo>
                  <a:lnTo>
                    <a:pt x="902265" y="476536"/>
                  </a:lnTo>
                  <a:lnTo>
                    <a:pt x="995044" y="473561"/>
                  </a:lnTo>
                  <a:lnTo>
                    <a:pt x="1087036" y="470102"/>
                  </a:lnTo>
                  <a:lnTo>
                    <a:pt x="1175355" y="466163"/>
                  </a:lnTo>
                  <a:lnTo>
                    <a:pt x="1258228" y="461730"/>
                  </a:lnTo>
                  <a:lnTo>
                    <a:pt x="1334851" y="456770"/>
                  </a:lnTo>
                  <a:lnTo>
                    <a:pt x="1405157" y="451223"/>
                  </a:lnTo>
                  <a:lnTo>
                    <a:pt x="1469586" y="445012"/>
                  </a:lnTo>
                  <a:lnTo>
                    <a:pt x="1528885" y="438039"/>
                  </a:lnTo>
                  <a:lnTo>
                    <a:pt x="1583966" y="430191"/>
                  </a:lnTo>
                  <a:lnTo>
                    <a:pt x="1635792" y="421355"/>
                  </a:lnTo>
                  <a:lnTo>
                    <a:pt x="1685293" y="411436"/>
                  </a:lnTo>
                  <a:lnTo>
                    <a:pt x="1719082" y="403802"/>
                  </a:lnTo>
                  <a:lnTo>
                    <a:pt x="1770459" y="390887"/>
                  </a:lnTo>
                  <a:lnTo>
                    <a:pt x="1821340" y="376604"/>
                  </a:lnTo>
                  <a:lnTo>
                    <a:pt x="1872284" y="360933"/>
                  </a:lnTo>
                  <a:lnTo>
                    <a:pt x="1923659" y="343910"/>
                  </a:lnTo>
                  <a:lnTo>
                    <a:pt x="1975675" y="325623"/>
                  </a:lnTo>
                  <a:lnTo>
                    <a:pt x="2028401" y="306225"/>
                  </a:lnTo>
                  <a:lnTo>
                    <a:pt x="2081781" y="285924"/>
                  </a:lnTo>
                  <a:lnTo>
                    <a:pt x="2135664" y="264983"/>
                  </a:lnTo>
                  <a:lnTo>
                    <a:pt x="2189826" y="243699"/>
                  </a:lnTo>
                  <a:lnTo>
                    <a:pt x="2244006" y="222394"/>
                  </a:lnTo>
                  <a:lnTo>
                    <a:pt x="2297940" y="201389"/>
                  </a:lnTo>
                  <a:lnTo>
                    <a:pt x="2351398" y="180988"/>
                  </a:lnTo>
                  <a:lnTo>
                    <a:pt x="2404216" y="161456"/>
                  </a:lnTo>
                  <a:lnTo>
                    <a:pt x="2456326" y="143012"/>
                  </a:lnTo>
                  <a:lnTo>
                    <a:pt x="2507777" y="125814"/>
                  </a:lnTo>
                  <a:lnTo>
                    <a:pt x="2558760" y="109961"/>
                  </a:lnTo>
                  <a:lnTo>
                    <a:pt x="2609623" y="95493"/>
                  </a:lnTo>
                  <a:lnTo>
                    <a:pt x="2660893" y="82399"/>
                  </a:lnTo>
                  <a:lnTo>
                    <a:pt x="2667772" y="80760"/>
                  </a:lnTo>
                  <a:lnTo>
                    <a:pt x="2716135" y="70050"/>
                  </a:lnTo>
                  <a:lnTo>
                    <a:pt x="2766237" y="60462"/>
                  </a:lnTo>
                  <a:lnTo>
                    <a:pt x="2818933" y="51933"/>
                  </a:lnTo>
                  <a:lnTo>
                    <a:pt x="2875172" y="44358"/>
                  </a:lnTo>
                  <a:lnTo>
                    <a:pt x="2935911" y="37623"/>
                  </a:lnTo>
                  <a:lnTo>
                    <a:pt x="3002025" y="31619"/>
                  </a:lnTo>
                  <a:lnTo>
                    <a:pt x="3074189" y="26255"/>
                  </a:lnTo>
                  <a:lnTo>
                    <a:pt x="3152711" y="21457"/>
                  </a:lnTo>
                  <a:lnTo>
                    <a:pt x="3237333" y="17174"/>
                  </a:lnTo>
                  <a:lnTo>
                    <a:pt x="3326982" y="13379"/>
                  </a:lnTo>
                  <a:lnTo>
                    <a:pt x="3419561" y="10063"/>
                  </a:lnTo>
                  <a:lnTo>
                    <a:pt x="3511854" y="7235"/>
                  </a:lnTo>
                  <a:lnTo>
                    <a:pt x="3599682" y="4905"/>
                  </a:lnTo>
                  <a:lnTo>
                    <a:pt x="3678413" y="3080"/>
                  </a:lnTo>
                  <a:lnTo>
                    <a:pt x="3743797" y="1742"/>
                  </a:lnTo>
                  <a:lnTo>
                    <a:pt x="3792943" y="849"/>
                  </a:lnTo>
                  <a:lnTo>
                    <a:pt x="3825099" y="326"/>
                  </a:lnTo>
                  <a:lnTo>
                    <a:pt x="3841988" y="80"/>
                  </a:lnTo>
                  <a:lnTo>
                    <a:pt x="3847661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8" y="47"/>
                  </a:lnTo>
                  <a:lnTo>
                    <a:pt x="4396362" y="387"/>
                  </a:lnTo>
                  <a:lnTo>
                    <a:pt x="4416936" y="1328"/>
                  </a:lnTo>
                  <a:lnTo>
                    <a:pt x="4453190" y="3175"/>
                  </a:lnTo>
                  <a:lnTo>
                    <a:pt x="4506157" y="6194"/>
                  </a:lnTo>
                  <a:lnTo>
                    <a:pt x="4574521" y="10583"/>
                  </a:lnTo>
                  <a:lnTo>
                    <a:pt x="4655061" y="16449"/>
                  </a:lnTo>
                  <a:lnTo>
                    <a:pt x="4743472" y="23821"/>
                  </a:lnTo>
                  <a:lnTo>
                    <a:pt x="4835287" y="32676"/>
                  </a:lnTo>
                  <a:lnTo>
                    <a:pt x="4926618" y="42979"/>
                  </a:lnTo>
                  <a:lnTo>
                    <a:pt x="5014563" y="54716"/>
                  </a:lnTo>
                  <a:lnTo>
                    <a:pt x="5097294" y="67921"/>
                  </a:lnTo>
                  <a:lnTo>
                    <a:pt x="5173940" y="82690"/>
                  </a:lnTo>
                  <a:lnTo>
                    <a:pt x="5244363" y="99182"/>
                  </a:lnTo>
                  <a:lnTo>
                    <a:pt x="5308941" y="117626"/>
                  </a:lnTo>
                  <a:lnTo>
                    <a:pt x="5368369" y="138305"/>
                  </a:lnTo>
                  <a:lnTo>
                    <a:pt x="5423517" y="161544"/>
                  </a:lnTo>
                  <a:lnTo>
                    <a:pt x="5475320" y="187682"/>
                  </a:lnTo>
                  <a:lnTo>
                    <a:pt x="5524694" y="217016"/>
                  </a:lnTo>
                  <a:lnTo>
                    <a:pt x="5567201" y="245911"/>
                  </a:lnTo>
                  <a:lnTo>
                    <a:pt x="5611244" y="279334"/>
                  </a:lnTo>
                  <a:lnTo>
                    <a:pt x="5654856" y="315802"/>
                  </a:lnTo>
                  <a:lnTo>
                    <a:pt x="5698414" y="355368"/>
                  </a:lnTo>
                  <a:lnTo>
                    <a:pt x="5742190" y="398005"/>
                  </a:lnTo>
                  <a:lnTo>
                    <a:pt x="5786365" y="443599"/>
                  </a:lnTo>
                  <a:lnTo>
                    <a:pt x="5831035" y="491933"/>
                  </a:lnTo>
                  <a:lnTo>
                    <a:pt x="5876227" y="542696"/>
                  </a:lnTo>
                  <a:lnTo>
                    <a:pt x="5921901" y="595478"/>
                  </a:lnTo>
                  <a:lnTo>
                    <a:pt x="5967966" y="649788"/>
                  </a:lnTo>
                  <a:lnTo>
                    <a:pt x="6014288" y="705065"/>
                  </a:lnTo>
                  <a:lnTo>
                    <a:pt x="6060709" y="760706"/>
                  </a:lnTo>
                  <a:lnTo>
                    <a:pt x="6107061" y="816091"/>
                  </a:lnTo>
                  <a:lnTo>
                    <a:pt x="6153181" y="870611"/>
                  </a:lnTo>
                  <a:lnTo>
                    <a:pt x="6198931" y="923698"/>
                  </a:lnTo>
                  <a:lnTo>
                    <a:pt x="6244212" y="974845"/>
                  </a:lnTo>
                  <a:lnTo>
                    <a:pt x="6288973" y="1023628"/>
                  </a:lnTo>
                  <a:lnTo>
                    <a:pt x="6333229" y="1069717"/>
                  </a:lnTo>
                  <a:lnTo>
                    <a:pt x="6377064" y="1112882"/>
                  </a:lnTo>
                  <a:lnTo>
                    <a:pt x="6420644" y="1152988"/>
                  </a:lnTo>
                  <a:lnTo>
                    <a:pt x="6464222" y="1189994"/>
                  </a:lnTo>
                  <a:lnTo>
                    <a:pt x="6508157" y="1223941"/>
                  </a:lnTo>
                  <a:lnTo>
                    <a:pt x="6515891" y="1229557"/>
                  </a:lnTo>
                  <a:lnTo>
                    <a:pt x="6563792" y="1261876"/>
                  </a:lnTo>
                  <a:lnTo>
                    <a:pt x="6613392" y="1290843"/>
                  </a:lnTo>
                  <a:lnTo>
                    <a:pt x="6665521" y="1316643"/>
                  </a:lnTo>
                  <a:lnTo>
                    <a:pt x="6721098" y="1339581"/>
                  </a:lnTo>
                  <a:lnTo>
                    <a:pt x="6781058" y="1359996"/>
                  </a:lnTo>
                  <a:lnTo>
                    <a:pt x="6846255" y="1378210"/>
                  </a:lnTo>
                  <a:lnTo>
                    <a:pt x="6917359" y="1394501"/>
                  </a:lnTo>
                  <a:lnTo>
                    <a:pt x="6994699" y="1409088"/>
                  </a:lnTo>
                  <a:lnTo>
                    <a:pt x="7078069" y="1422127"/>
                  </a:lnTo>
                  <a:lnTo>
                    <a:pt x="7166499" y="1433704"/>
                  </a:lnTo>
                  <a:lnTo>
                    <a:pt x="7258047" y="1443847"/>
                  </a:lnTo>
                  <a:lnTo>
                    <a:pt x="7349691" y="1452540"/>
                  </a:lnTo>
                  <a:lnTo>
                    <a:pt x="7437452" y="1459745"/>
                  </a:lnTo>
                  <a:lnTo>
                    <a:pt x="7516841" y="1465444"/>
                  </a:lnTo>
                  <a:lnTo>
                    <a:pt x="7583625" y="1469674"/>
                  </a:lnTo>
                  <a:lnTo>
                    <a:pt x="7634758" y="1472552"/>
                  </a:lnTo>
                  <a:lnTo>
                    <a:pt x="7669174" y="1474283"/>
                  </a:lnTo>
                  <a:lnTo>
                    <a:pt x="7688173" y="1475142"/>
                  </a:lnTo>
                  <a:lnTo>
                    <a:pt x="7695344" y="1475435"/>
                  </a:lnTo>
                  <a:lnTo>
                    <a:pt x="7696237" y="1475468"/>
                  </a:lnTo>
                  <a:lnTo>
                    <a:pt x="8234974" y="1475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6" name="pl1126"/>
            <p:cNvSpPr/>
            <p:nvPr/>
          </p:nvSpPr>
          <p:spPr>
            <a:xfrm>
              <a:off x="546595" y="3178719"/>
              <a:ext cx="8234974" cy="1475468"/>
            </a:xfrm>
            <a:custGeom>
              <a:avLst/>
              <a:pathLst>
                <a:path w="8234974" h="1475468">
                  <a:moveTo>
                    <a:pt x="8234974" y="1475468"/>
                  </a:moveTo>
                  <a:lnTo>
                    <a:pt x="7696237" y="1475468"/>
                  </a:lnTo>
                  <a:lnTo>
                    <a:pt x="7694975" y="1475421"/>
                  </a:lnTo>
                  <a:lnTo>
                    <a:pt x="7686730" y="1475080"/>
                  </a:lnTo>
                  <a:lnTo>
                    <a:pt x="7666156" y="1474139"/>
                  </a:lnTo>
                  <a:lnTo>
                    <a:pt x="7629902" y="1472293"/>
                  </a:lnTo>
                  <a:lnTo>
                    <a:pt x="7576936" y="1469273"/>
                  </a:lnTo>
                  <a:lnTo>
                    <a:pt x="7508572" y="1464885"/>
                  </a:lnTo>
                  <a:lnTo>
                    <a:pt x="7428031" y="1459019"/>
                  </a:lnTo>
                  <a:lnTo>
                    <a:pt x="7339620" y="1451647"/>
                  </a:lnTo>
                  <a:lnTo>
                    <a:pt x="7247805" y="1442791"/>
                  </a:lnTo>
                  <a:lnTo>
                    <a:pt x="7156474" y="1432488"/>
                  </a:lnTo>
                  <a:lnTo>
                    <a:pt x="7068530" y="1420751"/>
                  </a:lnTo>
                  <a:lnTo>
                    <a:pt x="6985798" y="1407546"/>
                  </a:lnTo>
                  <a:lnTo>
                    <a:pt x="6909153" y="1392778"/>
                  </a:lnTo>
                  <a:lnTo>
                    <a:pt x="6838729" y="1376286"/>
                  </a:lnTo>
                  <a:lnTo>
                    <a:pt x="6774151" y="1357842"/>
                  </a:lnTo>
                  <a:lnTo>
                    <a:pt x="6714723" y="1337163"/>
                  </a:lnTo>
                  <a:lnTo>
                    <a:pt x="6659575" y="1313923"/>
                  </a:lnTo>
                  <a:lnTo>
                    <a:pt x="6607772" y="1287786"/>
                  </a:lnTo>
                  <a:lnTo>
                    <a:pt x="6558399" y="1258452"/>
                  </a:lnTo>
                  <a:lnTo>
                    <a:pt x="6515891" y="1229557"/>
                  </a:lnTo>
                  <a:lnTo>
                    <a:pt x="6471849" y="1196133"/>
                  </a:lnTo>
                  <a:lnTo>
                    <a:pt x="6428237" y="1159666"/>
                  </a:lnTo>
                  <a:lnTo>
                    <a:pt x="6384678" y="1120100"/>
                  </a:lnTo>
                  <a:lnTo>
                    <a:pt x="6340902" y="1077462"/>
                  </a:lnTo>
                  <a:lnTo>
                    <a:pt x="6296728" y="1031869"/>
                  </a:lnTo>
                  <a:lnTo>
                    <a:pt x="6252057" y="983535"/>
                  </a:lnTo>
                  <a:lnTo>
                    <a:pt x="6206865" y="932772"/>
                  </a:lnTo>
                  <a:lnTo>
                    <a:pt x="6161191" y="879990"/>
                  </a:lnTo>
                  <a:lnTo>
                    <a:pt x="6115126" y="825680"/>
                  </a:lnTo>
                  <a:lnTo>
                    <a:pt x="6068804" y="770403"/>
                  </a:lnTo>
                  <a:lnTo>
                    <a:pt x="6022383" y="714762"/>
                  </a:lnTo>
                  <a:lnTo>
                    <a:pt x="5976032" y="659377"/>
                  </a:lnTo>
                  <a:lnTo>
                    <a:pt x="5929912" y="604857"/>
                  </a:lnTo>
                  <a:lnTo>
                    <a:pt x="5884161" y="551770"/>
                  </a:lnTo>
                  <a:lnTo>
                    <a:pt x="5838881" y="500623"/>
                  </a:lnTo>
                  <a:lnTo>
                    <a:pt x="5794119" y="451840"/>
                  </a:lnTo>
                  <a:lnTo>
                    <a:pt x="5749863" y="405750"/>
                  </a:lnTo>
                  <a:lnTo>
                    <a:pt x="5706028" y="362586"/>
                  </a:lnTo>
                  <a:lnTo>
                    <a:pt x="5662449" y="322480"/>
                  </a:lnTo>
                  <a:lnTo>
                    <a:pt x="5618870" y="285474"/>
                  </a:lnTo>
                  <a:lnTo>
                    <a:pt x="5574935" y="251527"/>
                  </a:lnTo>
                  <a:lnTo>
                    <a:pt x="5567201" y="245911"/>
                  </a:lnTo>
                  <a:lnTo>
                    <a:pt x="5519301" y="213591"/>
                  </a:lnTo>
                  <a:lnTo>
                    <a:pt x="5469700" y="184625"/>
                  </a:lnTo>
                  <a:lnTo>
                    <a:pt x="5417572" y="158825"/>
                  </a:lnTo>
                  <a:lnTo>
                    <a:pt x="5361994" y="135887"/>
                  </a:lnTo>
                  <a:lnTo>
                    <a:pt x="5302035" y="115472"/>
                  </a:lnTo>
                  <a:lnTo>
                    <a:pt x="5236837" y="97258"/>
                  </a:lnTo>
                  <a:lnTo>
                    <a:pt x="5165733" y="80967"/>
                  </a:lnTo>
                  <a:lnTo>
                    <a:pt x="5088393" y="66379"/>
                  </a:lnTo>
                  <a:lnTo>
                    <a:pt x="5005024" y="53341"/>
                  </a:lnTo>
                  <a:lnTo>
                    <a:pt x="4916594" y="41764"/>
                  </a:lnTo>
                  <a:lnTo>
                    <a:pt x="4825046" y="31620"/>
                  </a:lnTo>
                  <a:lnTo>
                    <a:pt x="4733402" y="22928"/>
                  </a:lnTo>
                  <a:lnTo>
                    <a:pt x="4645640" y="15723"/>
                  </a:lnTo>
                  <a:lnTo>
                    <a:pt x="4566252" y="10024"/>
                  </a:lnTo>
                  <a:lnTo>
                    <a:pt x="4499468" y="5794"/>
                  </a:lnTo>
                  <a:lnTo>
                    <a:pt x="4448334" y="2916"/>
                  </a:lnTo>
                  <a:lnTo>
                    <a:pt x="4413918" y="1184"/>
                  </a:lnTo>
                  <a:lnTo>
                    <a:pt x="4394919" y="326"/>
                  </a:lnTo>
                  <a:lnTo>
                    <a:pt x="4387748" y="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6"/>
                  </a:lnTo>
                  <a:lnTo>
                    <a:pt x="3838349" y="131"/>
                  </a:lnTo>
                  <a:lnTo>
                    <a:pt x="3817232" y="449"/>
                  </a:lnTo>
                  <a:lnTo>
                    <a:pt x="3780075" y="1072"/>
                  </a:lnTo>
                  <a:lnTo>
                    <a:pt x="3725899" y="2092"/>
                  </a:lnTo>
                  <a:lnTo>
                    <a:pt x="3656152" y="3572"/>
                  </a:lnTo>
                  <a:lnTo>
                    <a:pt x="3574227" y="5547"/>
                  </a:lnTo>
                  <a:lnTo>
                    <a:pt x="3484589" y="8027"/>
                  </a:lnTo>
                  <a:lnTo>
                    <a:pt x="3391811" y="11002"/>
                  </a:lnTo>
                  <a:lnTo>
                    <a:pt x="3299819" y="14461"/>
                  </a:lnTo>
                  <a:lnTo>
                    <a:pt x="3211500" y="18400"/>
                  </a:lnTo>
                  <a:lnTo>
                    <a:pt x="3128627" y="22832"/>
                  </a:lnTo>
                  <a:lnTo>
                    <a:pt x="3052004" y="27793"/>
                  </a:lnTo>
                  <a:lnTo>
                    <a:pt x="2981697" y="33339"/>
                  </a:lnTo>
                  <a:lnTo>
                    <a:pt x="2917268" y="39550"/>
                  </a:lnTo>
                  <a:lnTo>
                    <a:pt x="2857969" y="46524"/>
                  </a:lnTo>
                  <a:lnTo>
                    <a:pt x="2802889" y="54372"/>
                  </a:lnTo>
                  <a:lnTo>
                    <a:pt x="2751063" y="63208"/>
                  </a:lnTo>
                  <a:lnTo>
                    <a:pt x="2701562" y="73126"/>
                  </a:lnTo>
                  <a:lnTo>
                    <a:pt x="2667772" y="80760"/>
                  </a:lnTo>
                  <a:lnTo>
                    <a:pt x="2616396" y="93675"/>
                  </a:lnTo>
                  <a:lnTo>
                    <a:pt x="2565514" y="107959"/>
                  </a:lnTo>
                  <a:lnTo>
                    <a:pt x="2514571" y="123629"/>
                  </a:lnTo>
                  <a:lnTo>
                    <a:pt x="2463196" y="140653"/>
                  </a:lnTo>
                  <a:lnTo>
                    <a:pt x="2411179" y="158940"/>
                  </a:lnTo>
                  <a:lnTo>
                    <a:pt x="2358454" y="178338"/>
                  </a:lnTo>
                  <a:lnTo>
                    <a:pt x="2305073" y="198638"/>
                  </a:lnTo>
                  <a:lnTo>
                    <a:pt x="2251190" y="219580"/>
                  </a:lnTo>
                  <a:lnTo>
                    <a:pt x="2197028" y="240863"/>
                  </a:lnTo>
                  <a:lnTo>
                    <a:pt x="2142848" y="262168"/>
                  </a:lnTo>
                  <a:lnTo>
                    <a:pt x="2088914" y="283173"/>
                  </a:lnTo>
                  <a:lnTo>
                    <a:pt x="2035456" y="303575"/>
                  </a:lnTo>
                  <a:lnTo>
                    <a:pt x="1982638" y="323106"/>
                  </a:lnTo>
                  <a:lnTo>
                    <a:pt x="1930529" y="341550"/>
                  </a:lnTo>
                  <a:lnTo>
                    <a:pt x="1879077" y="358749"/>
                  </a:lnTo>
                  <a:lnTo>
                    <a:pt x="1828094" y="374602"/>
                  </a:lnTo>
                  <a:lnTo>
                    <a:pt x="1777232" y="389070"/>
                  </a:lnTo>
                  <a:lnTo>
                    <a:pt x="1725961" y="402164"/>
                  </a:lnTo>
                  <a:lnTo>
                    <a:pt x="1719082" y="403802"/>
                  </a:lnTo>
                  <a:lnTo>
                    <a:pt x="1670720" y="414512"/>
                  </a:lnTo>
                  <a:lnTo>
                    <a:pt x="1620617" y="424100"/>
                  </a:lnTo>
                  <a:lnTo>
                    <a:pt x="1567921" y="432630"/>
                  </a:lnTo>
                  <a:lnTo>
                    <a:pt x="1511683" y="440205"/>
                  </a:lnTo>
                  <a:lnTo>
                    <a:pt x="1450944" y="446940"/>
                  </a:lnTo>
                  <a:lnTo>
                    <a:pt x="1384829" y="452943"/>
                  </a:lnTo>
                  <a:lnTo>
                    <a:pt x="1312666" y="458308"/>
                  </a:lnTo>
                  <a:lnTo>
                    <a:pt x="1234143" y="463106"/>
                  </a:lnTo>
                  <a:lnTo>
                    <a:pt x="1149522" y="467389"/>
                  </a:lnTo>
                  <a:lnTo>
                    <a:pt x="1059873" y="471184"/>
                  </a:lnTo>
                  <a:lnTo>
                    <a:pt x="967293" y="474499"/>
                  </a:lnTo>
                  <a:lnTo>
                    <a:pt x="875000" y="477328"/>
                  </a:lnTo>
                  <a:lnTo>
                    <a:pt x="787172" y="479657"/>
                  </a:lnTo>
                  <a:lnTo>
                    <a:pt x="708442" y="481483"/>
                  </a:lnTo>
                  <a:lnTo>
                    <a:pt x="643058" y="482821"/>
                  </a:lnTo>
                  <a:lnTo>
                    <a:pt x="593912" y="483714"/>
                  </a:lnTo>
                  <a:lnTo>
                    <a:pt x="561755" y="484236"/>
                  </a:lnTo>
                  <a:lnTo>
                    <a:pt x="544866" y="484483"/>
                  </a:lnTo>
                  <a:lnTo>
                    <a:pt x="539193" y="484558"/>
                  </a:lnTo>
                  <a:lnTo>
                    <a:pt x="538736" y="484563"/>
                  </a:lnTo>
                  <a:lnTo>
                    <a:pt x="0" y="4845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7" name="pg1127"/>
            <p:cNvSpPr/>
            <p:nvPr/>
          </p:nvSpPr>
          <p:spPr>
            <a:xfrm>
              <a:off x="546595" y="3195053"/>
              <a:ext cx="8234974" cy="1813029"/>
            </a:xfrm>
            <a:custGeom>
              <a:avLst/>
              <a:pathLst>
                <a:path w="8234974" h="1813029">
                  <a:moveTo>
                    <a:pt x="0" y="484563"/>
                  </a:moveTo>
                  <a:lnTo>
                    <a:pt x="538736" y="484563"/>
                  </a:lnTo>
                  <a:lnTo>
                    <a:pt x="540035" y="484547"/>
                  </a:lnTo>
                  <a:lnTo>
                    <a:pt x="548507" y="484435"/>
                  </a:lnTo>
                  <a:lnTo>
                    <a:pt x="569628" y="484124"/>
                  </a:lnTo>
                  <a:lnTo>
                    <a:pt x="606789" y="483514"/>
                  </a:lnTo>
                  <a:lnTo>
                    <a:pt x="660972" y="482517"/>
                  </a:lnTo>
                  <a:lnTo>
                    <a:pt x="730727" y="481070"/>
                  </a:lnTo>
                  <a:lnTo>
                    <a:pt x="812659" y="479139"/>
                  </a:lnTo>
                  <a:lnTo>
                    <a:pt x="902304" y="476715"/>
                  </a:lnTo>
                  <a:lnTo>
                    <a:pt x="995087" y="473806"/>
                  </a:lnTo>
                  <a:lnTo>
                    <a:pt x="1087082" y="470425"/>
                  </a:lnTo>
                  <a:lnTo>
                    <a:pt x="1175404" y="466574"/>
                  </a:lnTo>
                  <a:lnTo>
                    <a:pt x="1258277" y="462241"/>
                  </a:lnTo>
                  <a:lnTo>
                    <a:pt x="1334900" y="457391"/>
                  </a:lnTo>
                  <a:lnTo>
                    <a:pt x="1405206" y="451968"/>
                  </a:lnTo>
                  <a:lnTo>
                    <a:pt x="1469634" y="445896"/>
                  </a:lnTo>
                  <a:lnTo>
                    <a:pt x="1528933" y="439078"/>
                  </a:lnTo>
                  <a:lnTo>
                    <a:pt x="1584013" y="431405"/>
                  </a:lnTo>
                  <a:lnTo>
                    <a:pt x="1635839" y="422767"/>
                  </a:lnTo>
                  <a:lnTo>
                    <a:pt x="1685341" y="413069"/>
                  </a:lnTo>
                  <a:lnTo>
                    <a:pt x="1719082" y="405617"/>
                  </a:lnTo>
                  <a:lnTo>
                    <a:pt x="1770518" y="392977"/>
                  </a:lnTo>
                  <a:lnTo>
                    <a:pt x="1821458" y="378996"/>
                  </a:lnTo>
                  <a:lnTo>
                    <a:pt x="1872461" y="363656"/>
                  </a:lnTo>
                  <a:lnTo>
                    <a:pt x="1923898" y="346990"/>
                  </a:lnTo>
                  <a:lnTo>
                    <a:pt x="1975978" y="329088"/>
                  </a:lnTo>
                  <a:lnTo>
                    <a:pt x="2028769" y="310097"/>
                  </a:lnTo>
                  <a:lnTo>
                    <a:pt x="2082216" y="290225"/>
                  </a:lnTo>
                  <a:lnTo>
                    <a:pt x="2136165" y="269726"/>
                  </a:lnTo>
                  <a:lnTo>
                    <a:pt x="2190391" y="248894"/>
                  </a:lnTo>
                  <a:lnTo>
                    <a:pt x="2244633" y="228046"/>
                  </a:lnTo>
                  <a:lnTo>
                    <a:pt x="2298625" y="207494"/>
                  </a:lnTo>
                  <a:lnTo>
                    <a:pt x="2352137" y="187538"/>
                  </a:lnTo>
                  <a:lnTo>
                    <a:pt x="2405006" y="168437"/>
                  </a:lnTo>
                  <a:lnTo>
                    <a:pt x="2457164" y="150405"/>
                  </a:lnTo>
                  <a:lnTo>
                    <a:pt x="2508666" y="133595"/>
                  </a:lnTo>
                  <a:lnTo>
                    <a:pt x="2559702" y="118104"/>
                  </a:lnTo>
                  <a:lnTo>
                    <a:pt x="2610626" y="103971"/>
                  </a:lnTo>
                  <a:lnTo>
                    <a:pt x="2661971" y="91183"/>
                  </a:lnTo>
                  <a:lnTo>
                    <a:pt x="2667772" y="89834"/>
                  </a:lnTo>
                  <a:lnTo>
                    <a:pt x="2716137" y="79365"/>
                  </a:lnTo>
                  <a:lnTo>
                    <a:pt x="2766243" y="69992"/>
                  </a:lnTo>
                  <a:lnTo>
                    <a:pt x="2818942" y="61654"/>
                  </a:lnTo>
                  <a:lnTo>
                    <a:pt x="2875184" y="54248"/>
                  </a:lnTo>
                  <a:lnTo>
                    <a:pt x="2935927" y="47665"/>
                  </a:lnTo>
                  <a:lnTo>
                    <a:pt x="3002047" y="41796"/>
                  </a:lnTo>
                  <a:lnTo>
                    <a:pt x="3074216" y="36552"/>
                  </a:lnTo>
                  <a:lnTo>
                    <a:pt x="3152745" y="31862"/>
                  </a:lnTo>
                  <a:lnTo>
                    <a:pt x="3237373" y="27675"/>
                  </a:lnTo>
                  <a:lnTo>
                    <a:pt x="3327029" y="23965"/>
                  </a:lnTo>
                  <a:lnTo>
                    <a:pt x="3419614" y="20725"/>
                  </a:lnTo>
                  <a:lnTo>
                    <a:pt x="3511911" y="17960"/>
                  </a:lnTo>
                  <a:lnTo>
                    <a:pt x="3599739" y="15683"/>
                  </a:lnTo>
                  <a:lnTo>
                    <a:pt x="3678465" y="13898"/>
                  </a:lnTo>
                  <a:lnTo>
                    <a:pt x="3743842" y="12591"/>
                  </a:lnTo>
                  <a:lnTo>
                    <a:pt x="3792976" y="11718"/>
                  </a:lnTo>
                  <a:lnTo>
                    <a:pt x="3825121" y="11208"/>
                  </a:lnTo>
                  <a:lnTo>
                    <a:pt x="3841998" y="10967"/>
                  </a:lnTo>
                  <a:lnTo>
                    <a:pt x="3847663" y="10894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099" y="10946"/>
                  </a:lnTo>
                  <a:lnTo>
                    <a:pt x="4396225" y="11355"/>
                  </a:lnTo>
                  <a:lnTo>
                    <a:pt x="4416513" y="12487"/>
                  </a:lnTo>
                  <a:lnTo>
                    <a:pt x="4452292" y="14708"/>
                  </a:lnTo>
                  <a:lnTo>
                    <a:pt x="4504619" y="18342"/>
                  </a:lnTo>
                  <a:lnTo>
                    <a:pt x="4572250" y="23627"/>
                  </a:lnTo>
                  <a:lnTo>
                    <a:pt x="4652053" y="30696"/>
                  </a:lnTo>
                  <a:lnTo>
                    <a:pt x="4739805" y="39585"/>
                  </a:lnTo>
                  <a:lnTo>
                    <a:pt x="4831098" y="50270"/>
                  </a:lnTo>
                  <a:lnTo>
                    <a:pt x="4922067" y="62707"/>
                  </a:lnTo>
                  <a:lnTo>
                    <a:pt x="5009801" y="76877"/>
                  </a:lnTo>
                  <a:lnTo>
                    <a:pt x="5092449" y="92818"/>
                  </a:lnTo>
                  <a:lnTo>
                    <a:pt x="5169100" y="110640"/>
                  </a:lnTo>
                  <a:lnTo>
                    <a:pt x="5239583" y="130532"/>
                  </a:lnTo>
                  <a:lnTo>
                    <a:pt x="5304239" y="152761"/>
                  </a:lnTo>
                  <a:lnTo>
                    <a:pt x="5363738" y="177664"/>
                  </a:lnTo>
                  <a:lnTo>
                    <a:pt x="5418927" y="205630"/>
                  </a:lnTo>
                  <a:lnTo>
                    <a:pt x="5470724" y="237066"/>
                  </a:lnTo>
                  <a:lnTo>
                    <a:pt x="5520038" y="272338"/>
                  </a:lnTo>
                  <a:lnTo>
                    <a:pt x="5567201" y="311245"/>
                  </a:lnTo>
                  <a:lnTo>
                    <a:pt x="5608829" y="349721"/>
                  </a:lnTo>
                  <a:lnTo>
                    <a:pt x="5650053" y="391511"/>
                  </a:lnTo>
                  <a:lnTo>
                    <a:pt x="5691197" y="436677"/>
                  </a:lnTo>
                  <a:lnTo>
                    <a:pt x="5732501" y="485205"/>
                  </a:lnTo>
                  <a:lnTo>
                    <a:pt x="5774133" y="536994"/>
                  </a:lnTo>
                  <a:lnTo>
                    <a:pt x="5816192" y="591847"/>
                  </a:lnTo>
                  <a:lnTo>
                    <a:pt x="5858715" y="649474"/>
                  </a:lnTo>
                  <a:lnTo>
                    <a:pt x="5901690" y="709488"/>
                  </a:lnTo>
                  <a:lnTo>
                    <a:pt x="5945054" y="771415"/>
                  </a:lnTo>
                  <a:lnTo>
                    <a:pt x="5988712" y="834709"/>
                  </a:lnTo>
                  <a:lnTo>
                    <a:pt x="6032538" y="898767"/>
                  </a:lnTo>
                  <a:lnTo>
                    <a:pt x="6076393" y="962956"/>
                  </a:lnTo>
                  <a:lnTo>
                    <a:pt x="6120136" y="1026638"/>
                  </a:lnTo>
                  <a:lnTo>
                    <a:pt x="6163634" y="1089196"/>
                  </a:lnTo>
                  <a:lnTo>
                    <a:pt x="6206779" y="1150058"/>
                  </a:lnTo>
                  <a:lnTo>
                    <a:pt x="6249492" y="1208717"/>
                  </a:lnTo>
                  <a:lnTo>
                    <a:pt x="6291740" y="1264751"/>
                  </a:lnTo>
                  <a:lnTo>
                    <a:pt x="6333538" y="1317828"/>
                  </a:lnTo>
                  <a:lnTo>
                    <a:pt x="6374961" y="1367712"/>
                  </a:lnTo>
                  <a:lnTo>
                    <a:pt x="6416147" y="1414266"/>
                  </a:lnTo>
                  <a:lnTo>
                    <a:pt x="6457303" y="1457439"/>
                  </a:lnTo>
                  <a:lnTo>
                    <a:pt x="6498720" y="1497264"/>
                  </a:lnTo>
                  <a:lnTo>
                    <a:pt x="6515891" y="1512673"/>
                  </a:lnTo>
                  <a:lnTo>
                    <a:pt x="6563546" y="1551959"/>
                  </a:lnTo>
                  <a:lnTo>
                    <a:pt x="6612880" y="1587190"/>
                  </a:lnTo>
                  <a:lnTo>
                    <a:pt x="6664707" y="1618589"/>
                  </a:lnTo>
                  <a:lnTo>
                    <a:pt x="6719935" y="1646522"/>
                  </a:lnTo>
                  <a:lnTo>
                    <a:pt x="6779482" y="1671396"/>
                  </a:lnTo>
                  <a:lnTo>
                    <a:pt x="6844196" y="1693600"/>
                  </a:lnTo>
                  <a:lnTo>
                    <a:pt x="6914740" y="1713469"/>
                  </a:lnTo>
                  <a:lnTo>
                    <a:pt x="6991454" y="1731271"/>
                  </a:lnTo>
                  <a:lnTo>
                    <a:pt x="7074159" y="1747193"/>
                  </a:lnTo>
                  <a:lnTo>
                    <a:pt x="7161937" y="1761346"/>
                  </a:lnTo>
                  <a:lnTo>
                    <a:pt x="7252925" y="1773765"/>
                  </a:lnTo>
                  <a:lnTo>
                    <a:pt x="7344203" y="1784432"/>
                  </a:lnTo>
                  <a:lnTo>
                    <a:pt x="7431897" y="1793303"/>
                  </a:lnTo>
                  <a:lnTo>
                    <a:pt x="7511597" y="1800354"/>
                  </a:lnTo>
                  <a:lnTo>
                    <a:pt x="7579085" y="1805621"/>
                  </a:lnTo>
                  <a:lnTo>
                    <a:pt x="7631247" y="1809239"/>
                  </a:lnTo>
                  <a:lnTo>
                    <a:pt x="7666859" y="1811448"/>
                  </a:lnTo>
                  <a:lnTo>
                    <a:pt x="7687004" y="1812570"/>
                  </a:lnTo>
                  <a:lnTo>
                    <a:pt x="7695030" y="1812974"/>
                  </a:lnTo>
                  <a:lnTo>
                    <a:pt x="7696237" y="1813029"/>
                  </a:lnTo>
                  <a:lnTo>
                    <a:pt x="8234974" y="1813029"/>
                  </a:lnTo>
                  <a:lnTo>
                    <a:pt x="8234974" y="1802140"/>
                  </a:ln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5"/>
                  </a:lnTo>
                  <a:lnTo>
                    <a:pt x="3838348" y="128"/>
                  </a:lnTo>
                  <a:lnTo>
                    <a:pt x="3817227" y="439"/>
                  </a:lnTo>
                  <a:lnTo>
                    <a:pt x="3780065" y="1049"/>
                  </a:lnTo>
                  <a:lnTo>
                    <a:pt x="3725883" y="2045"/>
                  </a:lnTo>
                  <a:lnTo>
                    <a:pt x="3656128" y="3492"/>
                  </a:lnTo>
                  <a:lnTo>
                    <a:pt x="3574196" y="5424"/>
                  </a:lnTo>
                  <a:lnTo>
                    <a:pt x="3484551" y="7848"/>
                  </a:lnTo>
                  <a:lnTo>
                    <a:pt x="3391767" y="10756"/>
                  </a:lnTo>
                  <a:lnTo>
                    <a:pt x="3299772" y="14137"/>
                  </a:lnTo>
                  <a:lnTo>
                    <a:pt x="3211451" y="17988"/>
                  </a:lnTo>
                  <a:lnTo>
                    <a:pt x="3128577" y="22322"/>
                  </a:lnTo>
                  <a:lnTo>
                    <a:pt x="3051955" y="27172"/>
                  </a:lnTo>
                  <a:lnTo>
                    <a:pt x="2981649" y="32594"/>
                  </a:lnTo>
                  <a:lnTo>
                    <a:pt x="2917221" y="38666"/>
                  </a:lnTo>
                  <a:lnTo>
                    <a:pt x="2857922" y="45484"/>
                  </a:lnTo>
                  <a:lnTo>
                    <a:pt x="2802842" y="53157"/>
                  </a:lnTo>
                  <a:lnTo>
                    <a:pt x="2751016" y="61796"/>
                  </a:lnTo>
                  <a:lnTo>
                    <a:pt x="2701514" y="71493"/>
                  </a:lnTo>
                  <a:lnTo>
                    <a:pt x="2667772" y="78945"/>
                  </a:lnTo>
                  <a:lnTo>
                    <a:pt x="2616337" y="91585"/>
                  </a:lnTo>
                  <a:lnTo>
                    <a:pt x="2565397" y="105567"/>
                  </a:lnTo>
                  <a:lnTo>
                    <a:pt x="2514393" y="120906"/>
                  </a:lnTo>
                  <a:lnTo>
                    <a:pt x="2462956" y="137572"/>
                  </a:lnTo>
                  <a:lnTo>
                    <a:pt x="2410876" y="155475"/>
                  </a:lnTo>
                  <a:lnTo>
                    <a:pt x="2358085" y="174465"/>
                  </a:lnTo>
                  <a:lnTo>
                    <a:pt x="2304639" y="194338"/>
                  </a:lnTo>
                  <a:lnTo>
                    <a:pt x="2250690" y="214837"/>
                  </a:lnTo>
                  <a:lnTo>
                    <a:pt x="2196463" y="235668"/>
                  </a:lnTo>
                  <a:lnTo>
                    <a:pt x="2142222" y="256517"/>
                  </a:lnTo>
                  <a:lnTo>
                    <a:pt x="2088230" y="277068"/>
                  </a:lnTo>
                  <a:lnTo>
                    <a:pt x="2034718" y="297025"/>
                  </a:lnTo>
                  <a:lnTo>
                    <a:pt x="1981849" y="316125"/>
                  </a:lnTo>
                  <a:lnTo>
                    <a:pt x="1929690" y="334158"/>
                  </a:lnTo>
                  <a:lnTo>
                    <a:pt x="1878189" y="350967"/>
                  </a:lnTo>
                  <a:lnTo>
                    <a:pt x="1827152" y="366458"/>
                  </a:lnTo>
                  <a:lnTo>
                    <a:pt x="1776229" y="380591"/>
                  </a:lnTo>
                  <a:lnTo>
                    <a:pt x="1724883" y="393379"/>
                  </a:lnTo>
                  <a:lnTo>
                    <a:pt x="1719082" y="394728"/>
                  </a:lnTo>
                  <a:lnTo>
                    <a:pt x="1670717" y="405198"/>
                  </a:lnTo>
                  <a:lnTo>
                    <a:pt x="1620612" y="414571"/>
                  </a:lnTo>
                  <a:lnTo>
                    <a:pt x="1567913" y="422909"/>
                  </a:lnTo>
                  <a:lnTo>
                    <a:pt x="1511671" y="430314"/>
                  </a:lnTo>
                  <a:lnTo>
                    <a:pt x="1450927" y="436898"/>
                  </a:lnTo>
                  <a:lnTo>
                    <a:pt x="1384808" y="442766"/>
                  </a:lnTo>
                  <a:lnTo>
                    <a:pt x="1312639" y="448010"/>
                  </a:lnTo>
                  <a:lnTo>
                    <a:pt x="1234109" y="452701"/>
                  </a:lnTo>
                  <a:lnTo>
                    <a:pt x="1149481" y="456887"/>
                  </a:lnTo>
                  <a:lnTo>
                    <a:pt x="1059825" y="460597"/>
                  </a:lnTo>
                  <a:lnTo>
                    <a:pt x="967240" y="463838"/>
                  </a:lnTo>
                  <a:lnTo>
                    <a:pt x="874944" y="466603"/>
                  </a:lnTo>
                  <a:lnTo>
                    <a:pt x="787116" y="468880"/>
                  </a:lnTo>
                  <a:lnTo>
                    <a:pt x="708389" y="470664"/>
                  </a:lnTo>
                  <a:lnTo>
                    <a:pt x="643013" y="471971"/>
                  </a:lnTo>
                  <a:lnTo>
                    <a:pt x="593878" y="472844"/>
                  </a:lnTo>
                  <a:lnTo>
                    <a:pt x="561734" y="473355"/>
                  </a:lnTo>
                  <a:lnTo>
                    <a:pt x="544857" y="473596"/>
                  </a:lnTo>
                  <a:lnTo>
                    <a:pt x="539191" y="473669"/>
                  </a:lnTo>
                  <a:lnTo>
                    <a:pt x="538736" y="473674"/>
                  </a:lnTo>
                  <a:lnTo>
                    <a:pt x="0" y="473674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28" name="pl1128"/>
            <p:cNvSpPr/>
            <p:nvPr/>
          </p:nvSpPr>
          <p:spPr>
            <a:xfrm>
              <a:off x="546595" y="3205942"/>
              <a:ext cx="8234974" cy="1802140"/>
            </a:xfrm>
            <a:custGeom>
              <a:avLst/>
              <a:pathLst>
                <a:path w="8234974" h="1802140">
                  <a:moveTo>
                    <a:pt x="0" y="473674"/>
                  </a:moveTo>
                  <a:lnTo>
                    <a:pt x="538736" y="473674"/>
                  </a:lnTo>
                  <a:lnTo>
                    <a:pt x="540035" y="473658"/>
                  </a:lnTo>
                  <a:lnTo>
                    <a:pt x="548507" y="473546"/>
                  </a:lnTo>
                  <a:lnTo>
                    <a:pt x="569628" y="473235"/>
                  </a:lnTo>
                  <a:lnTo>
                    <a:pt x="606789" y="472625"/>
                  </a:lnTo>
                  <a:lnTo>
                    <a:pt x="660972" y="471628"/>
                  </a:lnTo>
                  <a:lnTo>
                    <a:pt x="730727" y="470181"/>
                  </a:lnTo>
                  <a:lnTo>
                    <a:pt x="812659" y="468250"/>
                  </a:lnTo>
                  <a:lnTo>
                    <a:pt x="902304" y="465826"/>
                  </a:lnTo>
                  <a:lnTo>
                    <a:pt x="995087" y="462917"/>
                  </a:lnTo>
                  <a:lnTo>
                    <a:pt x="1087082" y="459536"/>
                  </a:lnTo>
                  <a:lnTo>
                    <a:pt x="1175404" y="455685"/>
                  </a:lnTo>
                  <a:lnTo>
                    <a:pt x="1258277" y="451352"/>
                  </a:lnTo>
                  <a:lnTo>
                    <a:pt x="1334900" y="446502"/>
                  </a:lnTo>
                  <a:lnTo>
                    <a:pt x="1405206" y="441079"/>
                  </a:lnTo>
                  <a:lnTo>
                    <a:pt x="1469634" y="435007"/>
                  </a:lnTo>
                  <a:lnTo>
                    <a:pt x="1528933" y="428189"/>
                  </a:lnTo>
                  <a:lnTo>
                    <a:pt x="1584013" y="420516"/>
                  </a:lnTo>
                  <a:lnTo>
                    <a:pt x="1635839" y="411878"/>
                  </a:lnTo>
                  <a:lnTo>
                    <a:pt x="1685341" y="402180"/>
                  </a:lnTo>
                  <a:lnTo>
                    <a:pt x="1719082" y="394728"/>
                  </a:lnTo>
                  <a:lnTo>
                    <a:pt x="1770518" y="382088"/>
                  </a:lnTo>
                  <a:lnTo>
                    <a:pt x="1821458" y="368107"/>
                  </a:lnTo>
                  <a:lnTo>
                    <a:pt x="1872461" y="352767"/>
                  </a:lnTo>
                  <a:lnTo>
                    <a:pt x="1923898" y="336101"/>
                  </a:lnTo>
                  <a:lnTo>
                    <a:pt x="1975978" y="318199"/>
                  </a:lnTo>
                  <a:lnTo>
                    <a:pt x="2028769" y="299208"/>
                  </a:lnTo>
                  <a:lnTo>
                    <a:pt x="2082216" y="279335"/>
                  </a:lnTo>
                  <a:lnTo>
                    <a:pt x="2136165" y="258837"/>
                  </a:lnTo>
                  <a:lnTo>
                    <a:pt x="2190391" y="238005"/>
                  </a:lnTo>
                  <a:lnTo>
                    <a:pt x="2244633" y="217156"/>
                  </a:lnTo>
                  <a:lnTo>
                    <a:pt x="2298625" y="196605"/>
                  </a:lnTo>
                  <a:lnTo>
                    <a:pt x="2352137" y="176649"/>
                  </a:lnTo>
                  <a:lnTo>
                    <a:pt x="2405006" y="157548"/>
                  </a:lnTo>
                  <a:lnTo>
                    <a:pt x="2457164" y="139516"/>
                  </a:lnTo>
                  <a:lnTo>
                    <a:pt x="2508666" y="122706"/>
                  </a:lnTo>
                  <a:lnTo>
                    <a:pt x="2559702" y="107215"/>
                  </a:lnTo>
                  <a:lnTo>
                    <a:pt x="2610626" y="93082"/>
                  </a:lnTo>
                  <a:lnTo>
                    <a:pt x="2661971" y="80294"/>
                  </a:lnTo>
                  <a:lnTo>
                    <a:pt x="2667772" y="78945"/>
                  </a:lnTo>
                  <a:lnTo>
                    <a:pt x="2716137" y="68476"/>
                  </a:lnTo>
                  <a:lnTo>
                    <a:pt x="2766243" y="59103"/>
                  </a:lnTo>
                  <a:lnTo>
                    <a:pt x="2818942" y="50764"/>
                  </a:lnTo>
                  <a:lnTo>
                    <a:pt x="2875184" y="43359"/>
                  </a:lnTo>
                  <a:lnTo>
                    <a:pt x="2935927" y="36775"/>
                  </a:lnTo>
                  <a:lnTo>
                    <a:pt x="3002047" y="30907"/>
                  </a:lnTo>
                  <a:lnTo>
                    <a:pt x="3074216" y="25663"/>
                  </a:lnTo>
                  <a:lnTo>
                    <a:pt x="3152745" y="20973"/>
                  </a:lnTo>
                  <a:lnTo>
                    <a:pt x="3237373" y="16786"/>
                  </a:lnTo>
                  <a:lnTo>
                    <a:pt x="3327029" y="13076"/>
                  </a:lnTo>
                  <a:lnTo>
                    <a:pt x="3419614" y="9836"/>
                  </a:lnTo>
                  <a:lnTo>
                    <a:pt x="3511911" y="7071"/>
                  </a:lnTo>
                  <a:lnTo>
                    <a:pt x="3599739" y="4794"/>
                  </a:lnTo>
                  <a:lnTo>
                    <a:pt x="3678465" y="3009"/>
                  </a:lnTo>
                  <a:lnTo>
                    <a:pt x="3743842" y="1702"/>
                  </a:lnTo>
                  <a:lnTo>
                    <a:pt x="3792976" y="829"/>
                  </a:lnTo>
                  <a:lnTo>
                    <a:pt x="3825121" y="319"/>
                  </a:lnTo>
                  <a:lnTo>
                    <a:pt x="3841998" y="78"/>
                  </a:lnTo>
                  <a:lnTo>
                    <a:pt x="3847663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9" y="57"/>
                  </a:lnTo>
                  <a:lnTo>
                    <a:pt x="4396225" y="466"/>
                  </a:lnTo>
                  <a:lnTo>
                    <a:pt x="4416513" y="1598"/>
                  </a:lnTo>
                  <a:lnTo>
                    <a:pt x="4452292" y="3819"/>
                  </a:lnTo>
                  <a:lnTo>
                    <a:pt x="4504619" y="7453"/>
                  </a:lnTo>
                  <a:lnTo>
                    <a:pt x="4572250" y="12738"/>
                  </a:lnTo>
                  <a:lnTo>
                    <a:pt x="4652053" y="19807"/>
                  </a:lnTo>
                  <a:lnTo>
                    <a:pt x="4739805" y="28696"/>
                  </a:lnTo>
                  <a:lnTo>
                    <a:pt x="4831098" y="39381"/>
                  </a:lnTo>
                  <a:lnTo>
                    <a:pt x="4922067" y="51818"/>
                  </a:lnTo>
                  <a:lnTo>
                    <a:pt x="5009801" y="65988"/>
                  </a:lnTo>
                  <a:lnTo>
                    <a:pt x="5092449" y="81929"/>
                  </a:lnTo>
                  <a:lnTo>
                    <a:pt x="5169100" y="99751"/>
                  </a:lnTo>
                  <a:lnTo>
                    <a:pt x="5239583" y="119643"/>
                  </a:lnTo>
                  <a:lnTo>
                    <a:pt x="5304239" y="141871"/>
                  </a:lnTo>
                  <a:lnTo>
                    <a:pt x="5363738" y="166775"/>
                  </a:lnTo>
                  <a:lnTo>
                    <a:pt x="5418927" y="194740"/>
                  </a:lnTo>
                  <a:lnTo>
                    <a:pt x="5470724" y="226177"/>
                  </a:lnTo>
                  <a:lnTo>
                    <a:pt x="5520038" y="261449"/>
                  </a:lnTo>
                  <a:lnTo>
                    <a:pt x="5567201" y="300356"/>
                  </a:lnTo>
                  <a:lnTo>
                    <a:pt x="5608829" y="338832"/>
                  </a:lnTo>
                  <a:lnTo>
                    <a:pt x="5650053" y="380622"/>
                  </a:lnTo>
                  <a:lnTo>
                    <a:pt x="5691197" y="425788"/>
                  </a:lnTo>
                  <a:lnTo>
                    <a:pt x="5732501" y="474316"/>
                  </a:lnTo>
                  <a:lnTo>
                    <a:pt x="5774133" y="526105"/>
                  </a:lnTo>
                  <a:lnTo>
                    <a:pt x="5816192" y="580958"/>
                  </a:lnTo>
                  <a:lnTo>
                    <a:pt x="5858715" y="638585"/>
                  </a:lnTo>
                  <a:lnTo>
                    <a:pt x="5901690" y="698599"/>
                  </a:lnTo>
                  <a:lnTo>
                    <a:pt x="5945054" y="760526"/>
                  </a:lnTo>
                  <a:lnTo>
                    <a:pt x="5988712" y="823820"/>
                  </a:lnTo>
                  <a:lnTo>
                    <a:pt x="6032538" y="887877"/>
                  </a:lnTo>
                  <a:lnTo>
                    <a:pt x="6076393" y="952067"/>
                  </a:lnTo>
                  <a:lnTo>
                    <a:pt x="6120136" y="1015749"/>
                  </a:lnTo>
                  <a:lnTo>
                    <a:pt x="6163634" y="1078307"/>
                  </a:lnTo>
                  <a:lnTo>
                    <a:pt x="6206779" y="1139169"/>
                  </a:lnTo>
                  <a:lnTo>
                    <a:pt x="6249492" y="1197828"/>
                  </a:lnTo>
                  <a:lnTo>
                    <a:pt x="6291740" y="1253862"/>
                  </a:lnTo>
                  <a:lnTo>
                    <a:pt x="6333538" y="1306938"/>
                  </a:lnTo>
                  <a:lnTo>
                    <a:pt x="6374961" y="1356823"/>
                  </a:lnTo>
                  <a:lnTo>
                    <a:pt x="6416147" y="1403377"/>
                  </a:lnTo>
                  <a:lnTo>
                    <a:pt x="6457303" y="1446550"/>
                  </a:lnTo>
                  <a:lnTo>
                    <a:pt x="6498720" y="1486375"/>
                  </a:lnTo>
                  <a:lnTo>
                    <a:pt x="6515891" y="1501784"/>
                  </a:lnTo>
                  <a:lnTo>
                    <a:pt x="6563546" y="1541070"/>
                  </a:lnTo>
                  <a:lnTo>
                    <a:pt x="6612880" y="1576301"/>
                  </a:lnTo>
                  <a:lnTo>
                    <a:pt x="6664707" y="1607700"/>
                  </a:lnTo>
                  <a:lnTo>
                    <a:pt x="6719935" y="1635633"/>
                  </a:lnTo>
                  <a:lnTo>
                    <a:pt x="6779482" y="1660507"/>
                  </a:lnTo>
                  <a:lnTo>
                    <a:pt x="6844196" y="1682710"/>
                  </a:lnTo>
                  <a:lnTo>
                    <a:pt x="6914740" y="1702580"/>
                  </a:lnTo>
                  <a:lnTo>
                    <a:pt x="6991454" y="1720382"/>
                  </a:lnTo>
                  <a:lnTo>
                    <a:pt x="7074159" y="1736304"/>
                  </a:lnTo>
                  <a:lnTo>
                    <a:pt x="7161937" y="1750457"/>
                  </a:lnTo>
                  <a:lnTo>
                    <a:pt x="7252925" y="1762876"/>
                  </a:lnTo>
                  <a:lnTo>
                    <a:pt x="7344203" y="1773543"/>
                  </a:lnTo>
                  <a:lnTo>
                    <a:pt x="7431897" y="1782414"/>
                  </a:lnTo>
                  <a:lnTo>
                    <a:pt x="7511597" y="1789465"/>
                  </a:lnTo>
                  <a:lnTo>
                    <a:pt x="7579085" y="1794732"/>
                  </a:lnTo>
                  <a:lnTo>
                    <a:pt x="7631247" y="1798350"/>
                  </a:lnTo>
                  <a:lnTo>
                    <a:pt x="7666859" y="1800558"/>
                  </a:lnTo>
                  <a:lnTo>
                    <a:pt x="7687004" y="1801681"/>
                  </a:lnTo>
                  <a:lnTo>
                    <a:pt x="7695030" y="1802085"/>
                  </a:lnTo>
                  <a:lnTo>
                    <a:pt x="7696237" y="1802140"/>
                  </a:lnTo>
                  <a:lnTo>
                    <a:pt x="8234974" y="1802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9" name="pl1129"/>
            <p:cNvSpPr/>
            <p:nvPr/>
          </p:nvSpPr>
          <p:spPr>
            <a:xfrm>
              <a:off x="546595" y="3195053"/>
              <a:ext cx="8234974" cy="1802140"/>
            </a:xfrm>
            <a:custGeom>
              <a:avLst/>
              <a:pathLst>
                <a:path w="8234974" h="1802140">
                  <a:moveTo>
                    <a:pt x="8234974" y="1802140"/>
                  </a:move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5"/>
                  </a:lnTo>
                  <a:lnTo>
                    <a:pt x="3838348" y="128"/>
                  </a:lnTo>
                  <a:lnTo>
                    <a:pt x="3817227" y="439"/>
                  </a:lnTo>
                  <a:lnTo>
                    <a:pt x="3780065" y="1049"/>
                  </a:lnTo>
                  <a:lnTo>
                    <a:pt x="3725883" y="2045"/>
                  </a:lnTo>
                  <a:lnTo>
                    <a:pt x="3656128" y="3492"/>
                  </a:lnTo>
                  <a:lnTo>
                    <a:pt x="3574196" y="5424"/>
                  </a:lnTo>
                  <a:lnTo>
                    <a:pt x="3484551" y="7848"/>
                  </a:lnTo>
                  <a:lnTo>
                    <a:pt x="3391767" y="10756"/>
                  </a:lnTo>
                  <a:lnTo>
                    <a:pt x="3299772" y="14137"/>
                  </a:lnTo>
                  <a:lnTo>
                    <a:pt x="3211451" y="17988"/>
                  </a:lnTo>
                  <a:lnTo>
                    <a:pt x="3128577" y="22322"/>
                  </a:lnTo>
                  <a:lnTo>
                    <a:pt x="3051955" y="27172"/>
                  </a:lnTo>
                  <a:lnTo>
                    <a:pt x="2981649" y="32594"/>
                  </a:lnTo>
                  <a:lnTo>
                    <a:pt x="2917221" y="38666"/>
                  </a:lnTo>
                  <a:lnTo>
                    <a:pt x="2857922" y="45484"/>
                  </a:lnTo>
                  <a:lnTo>
                    <a:pt x="2802842" y="53157"/>
                  </a:lnTo>
                  <a:lnTo>
                    <a:pt x="2751016" y="61796"/>
                  </a:lnTo>
                  <a:lnTo>
                    <a:pt x="2701514" y="71493"/>
                  </a:lnTo>
                  <a:lnTo>
                    <a:pt x="2667772" y="78945"/>
                  </a:lnTo>
                  <a:lnTo>
                    <a:pt x="2616337" y="91585"/>
                  </a:lnTo>
                  <a:lnTo>
                    <a:pt x="2565397" y="105567"/>
                  </a:lnTo>
                  <a:lnTo>
                    <a:pt x="2514393" y="120906"/>
                  </a:lnTo>
                  <a:lnTo>
                    <a:pt x="2462956" y="137572"/>
                  </a:lnTo>
                  <a:lnTo>
                    <a:pt x="2410876" y="155475"/>
                  </a:lnTo>
                  <a:lnTo>
                    <a:pt x="2358085" y="174465"/>
                  </a:lnTo>
                  <a:lnTo>
                    <a:pt x="2304639" y="194338"/>
                  </a:lnTo>
                  <a:lnTo>
                    <a:pt x="2250690" y="214837"/>
                  </a:lnTo>
                  <a:lnTo>
                    <a:pt x="2196463" y="235668"/>
                  </a:lnTo>
                  <a:lnTo>
                    <a:pt x="2142222" y="256517"/>
                  </a:lnTo>
                  <a:lnTo>
                    <a:pt x="2088230" y="277068"/>
                  </a:lnTo>
                  <a:lnTo>
                    <a:pt x="2034718" y="297025"/>
                  </a:lnTo>
                  <a:lnTo>
                    <a:pt x="1981849" y="316125"/>
                  </a:lnTo>
                  <a:lnTo>
                    <a:pt x="1929690" y="334158"/>
                  </a:lnTo>
                  <a:lnTo>
                    <a:pt x="1878189" y="350967"/>
                  </a:lnTo>
                  <a:lnTo>
                    <a:pt x="1827152" y="366458"/>
                  </a:lnTo>
                  <a:lnTo>
                    <a:pt x="1776229" y="380591"/>
                  </a:lnTo>
                  <a:lnTo>
                    <a:pt x="1724883" y="393379"/>
                  </a:lnTo>
                  <a:lnTo>
                    <a:pt x="1719082" y="394728"/>
                  </a:lnTo>
                  <a:lnTo>
                    <a:pt x="1670717" y="405198"/>
                  </a:lnTo>
                  <a:lnTo>
                    <a:pt x="1620612" y="414571"/>
                  </a:lnTo>
                  <a:lnTo>
                    <a:pt x="1567913" y="422909"/>
                  </a:lnTo>
                  <a:lnTo>
                    <a:pt x="1511671" y="430314"/>
                  </a:lnTo>
                  <a:lnTo>
                    <a:pt x="1450927" y="436898"/>
                  </a:lnTo>
                  <a:lnTo>
                    <a:pt x="1384808" y="442766"/>
                  </a:lnTo>
                  <a:lnTo>
                    <a:pt x="1312639" y="448010"/>
                  </a:lnTo>
                  <a:lnTo>
                    <a:pt x="1234109" y="452701"/>
                  </a:lnTo>
                  <a:lnTo>
                    <a:pt x="1149481" y="456887"/>
                  </a:lnTo>
                  <a:lnTo>
                    <a:pt x="1059825" y="460597"/>
                  </a:lnTo>
                  <a:lnTo>
                    <a:pt x="967240" y="463838"/>
                  </a:lnTo>
                  <a:lnTo>
                    <a:pt x="874944" y="466603"/>
                  </a:lnTo>
                  <a:lnTo>
                    <a:pt x="787116" y="468880"/>
                  </a:lnTo>
                  <a:lnTo>
                    <a:pt x="708389" y="470664"/>
                  </a:lnTo>
                  <a:lnTo>
                    <a:pt x="643013" y="471971"/>
                  </a:lnTo>
                  <a:lnTo>
                    <a:pt x="593878" y="472844"/>
                  </a:lnTo>
                  <a:lnTo>
                    <a:pt x="561734" y="473355"/>
                  </a:lnTo>
                  <a:lnTo>
                    <a:pt x="544857" y="473596"/>
                  </a:lnTo>
                  <a:lnTo>
                    <a:pt x="539191" y="473669"/>
                  </a:lnTo>
                  <a:lnTo>
                    <a:pt x="538736" y="473674"/>
                  </a:lnTo>
                  <a:lnTo>
                    <a:pt x="0" y="4736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0" name="pg1130"/>
            <p:cNvSpPr/>
            <p:nvPr/>
          </p:nvSpPr>
          <p:spPr>
            <a:xfrm>
              <a:off x="546595" y="3222275"/>
              <a:ext cx="8234974" cy="2803935"/>
            </a:xfrm>
            <a:custGeom>
              <a:avLst/>
              <a:pathLst>
                <a:path w="8234974" h="2803935">
                  <a:moveTo>
                    <a:pt x="0" y="462785"/>
                  </a:moveTo>
                  <a:lnTo>
                    <a:pt x="538736" y="462785"/>
                  </a:lnTo>
                  <a:lnTo>
                    <a:pt x="540035" y="462770"/>
                  </a:lnTo>
                  <a:lnTo>
                    <a:pt x="548509" y="462661"/>
                  </a:lnTo>
                  <a:lnTo>
                    <a:pt x="569634" y="462361"/>
                  </a:lnTo>
                  <a:lnTo>
                    <a:pt x="606803" y="461772"/>
                  </a:lnTo>
                  <a:lnTo>
                    <a:pt x="660995" y="460809"/>
                  </a:lnTo>
                  <a:lnTo>
                    <a:pt x="730761" y="459412"/>
                  </a:lnTo>
                  <a:lnTo>
                    <a:pt x="812705" y="457547"/>
                  </a:lnTo>
                  <a:lnTo>
                    <a:pt x="902359" y="455206"/>
                  </a:lnTo>
                  <a:lnTo>
                    <a:pt x="995151" y="452397"/>
                  </a:lnTo>
                  <a:lnTo>
                    <a:pt x="1087151" y="449132"/>
                  </a:lnTo>
                  <a:lnTo>
                    <a:pt x="1175475" y="445413"/>
                  </a:lnTo>
                  <a:lnTo>
                    <a:pt x="1258350" y="441228"/>
                  </a:lnTo>
                  <a:lnTo>
                    <a:pt x="1334972" y="436545"/>
                  </a:lnTo>
                  <a:lnTo>
                    <a:pt x="1405277" y="431308"/>
                  </a:lnTo>
                  <a:lnTo>
                    <a:pt x="1469704" y="425444"/>
                  </a:lnTo>
                  <a:lnTo>
                    <a:pt x="1529002" y="418860"/>
                  </a:lnTo>
                  <a:lnTo>
                    <a:pt x="1584081" y="411450"/>
                  </a:lnTo>
                  <a:lnTo>
                    <a:pt x="1635907" y="403108"/>
                  </a:lnTo>
                  <a:lnTo>
                    <a:pt x="1685410" y="393742"/>
                  </a:lnTo>
                  <a:lnTo>
                    <a:pt x="1719082" y="386561"/>
                  </a:lnTo>
                  <a:lnTo>
                    <a:pt x="1770604" y="374335"/>
                  </a:lnTo>
                  <a:lnTo>
                    <a:pt x="1821631" y="360810"/>
                  </a:lnTo>
                  <a:lnTo>
                    <a:pt x="1872722" y="345968"/>
                  </a:lnTo>
                  <a:lnTo>
                    <a:pt x="1924250" y="329843"/>
                  </a:lnTo>
                  <a:lnTo>
                    <a:pt x="1976423" y="312520"/>
                  </a:lnTo>
                  <a:lnTo>
                    <a:pt x="2029310" y="294144"/>
                  </a:lnTo>
                  <a:lnTo>
                    <a:pt x="2082854" y="274916"/>
                  </a:lnTo>
                  <a:lnTo>
                    <a:pt x="2136900" y="255084"/>
                  </a:lnTo>
                  <a:lnTo>
                    <a:pt x="2191220" y="234935"/>
                  </a:lnTo>
                  <a:lnTo>
                    <a:pt x="2245552" y="214773"/>
                  </a:lnTo>
                  <a:lnTo>
                    <a:pt x="2299629" y="194904"/>
                  </a:lnTo>
                  <a:lnTo>
                    <a:pt x="2353220" y="175617"/>
                  </a:lnTo>
                  <a:lnTo>
                    <a:pt x="2406164" y="157164"/>
                  </a:lnTo>
                  <a:lnTo>
                    <a:pt x="2458395" y="139750"/>
                  </a:lnTo>
                  <a:lnTo>
                    <a:pt x="2509970" y="123523"/>
                  </a:lnTo>
                  <a:lnTo>
                    <a:pt x="2561085" y="108575"/>
                  </a:lnTo>
                  <a:lnTo>
                    <a:pt x="2612098" y="94943"/>
                  </a:lnTo>
                  <a:lnTo>
                    <a:pt x="2663554" y="82613"/>
                  </a:lnTo>
                  <a:lnTo>
                    <a:pt x="2667772" y="81668"/>
                  </a:lnTo>
                  <a:lnTo>
                    <a:pt x="2716141" y="71558"/>
                  </a:lnTo>
                  <a:lnTo>
                    <a:pt x="2766250" y="62508"/>
                  </a:lnTo>
                  <a:lnTo>
                    <a:pt x="2818954" y="54457"/>
                  </a:lnTo>
                  <a:lnTo>
                    <a:pt x="2875201" y="47307"/>
                  </a:lnTo>
                  <a:lnTo>
                    <a:pt x="2935951" y="40950"/>
                  </a:lnTo>
                  <a:lnTo>
                    <a:pt x="3002078" y="35283"/>
                  </a:lnTo>
                  <a:lnTo>
                    <a:pt x="3074256" y="30220"/>
                  </a:lnTo>
                  <a:lnTo>
                    <a:pt x="3152794" y="25691"/>
                  </a:lnTo>
                  <a:lnTo>
                    <a:pt x="3237433" y="21649"/>
                  </a:lnTo>
                  <a:lnTo>
                    <a:pt x="3327098" y="18067"/>
                  </a:lnTo>
                  <a:lnTo>
                    <a:pt x="3419691" y="14939"/>
                  </a:lnTo>
                  <a:lnTo>
                    <a:pt x="3511993" y="12269"/>
                  </a:lnTo>
                  <a:lnTo>
                    <a:pt x="3599821" y="10071"/>
                  </a:lnTo>
                  <a:lnTo>
                    <a:pt x="3678542" y="8348"/>
                  </a:lnTo>
                  <a:lnTo>
                    <a:pt x="3743907" y="7087"/>
                  </a:lnTo>
                  <a:lnTo>
                    <a:pt x="3793025" y="6244"/>
                  </a:lnTo>
                  <a:lnTo>
                    <a:pt x="3825151" y="5752"/>
                  </a:lnTo>
                  <a:lnTo>
                    <a:pt x="3842012" y="5520"/>
                  </a:lnTo>
                  <a:lnTo>
                    <a:pt x="3847666" y="544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26" y="5528"/>
                  </a:lnTo>
                  <a:lnTo>
                    <a:pt x="4395686" y="6125"/>
                  </a:lnTo>
                  <a:lnTo>
                    <a:pt x="4414852" y="7776"/>
                  </a:lnTo>
                  <a:lnTo>
                    <a:pt x="4448755" y="11018"/>
                  </a:lnTo>
                  <a:lnTo>
                    <a:pt x="4498550" y="16331"/>
                  </a:lnTo>
                  <a:lnTo>
                    <a:pt x="4563252" y="24076"/>
                  </a:lnTo>
                  <a:lnTo>
                    <a:pt x="4640080" y="34463"/>
                  </a:lnTo>
                  <a:lnTo>
                    <a:pt x="4725146" y="47564"/>
                  </a:lnTo>
                  <a:lnTo>
                    <a:pt x="4814278" y="63350"/>
                  </a:lnTo>
                  <a:lnTo>
                    <a:pt x="4903714" y="81757"/>
                  </a:lnTo>
                  <a:lnTo>
                    <a:pt x="4990529" y="102748"/>
                  </a:lnTo>
                  <a:lnTo>
                    <a:pt x="5072773" y="126356"/>
                  </a:lnTo>
                  <a:lnTo>
                    <a:pt x="5149400" y="152716"/>
                  </a:lnTo>
                  <a:lnTo>
                    <a:pt x="5220092" y="182073"/>
                  </a:lnTo>
                  <a:lnTo>
                    <a:pt x="5285060" y="214788"/>
                  </a:lnTo>
                  <a:lnTo>
                    <a:pt x="5344857" y="251324"/>
                  </a:lnTo>
                  <a:lnTo>
                    <a:pt x="5400241" y="292230"/>
                  </a:lnTo>
                  <a:lnTo>
                    <a:pt x="5452062" y="338098"/>
                  </a:lnTo>
                  <a:lnTo>
                    <a:pt x="5501186" y="389499"/>
                  </a:lnTo>
                  <a:lnTo>
                    <a:pt x="5548420" y="446857"/>
                  </a:lnTo>
                  <a:lnTo>
                    <a:pt x="5567201" y="471859"/>
                  </a:lnTo>
                  <a:lnTo>
                    <a:pt x="5602836" y="522641"/>
                  </a:lnTo>
                  <a:lnTo>
                    <a:pt x="5638137" y="577173"/>
                  </a:lnTo>
                  <a:lnTo>
                    <a:pt x="5673319" y="635529"/>
                  </a:lnTo>
                  <a:lnTo>
                    <a:pt x="5708550" y="697724"/>
                  </a:lnTo>
                  <a:lnTo>
                    <a:pt x="5743958" y="763704"/>
                  </a:lnTo>
                  <a:lnTo>
                    <a:pt x="5779631" y="833339"/>
                  </a:lnTo>
                  <a:lnTo>
                    <a:pt x="5815622" y="906421"/>
                  </a:lnTo>
                  <a:lnTo>
                    <a:pt x="5851955" y="982660"/>
                  </a:lnTo>
                  <a:lnTo>
                    <a:pt x="5888622" y="1061688"/>
                  </a:lnTo>
                  <a:lnTo>
                    <a:pt x="5925593" y="1143065"/>
                  </a:lnTo>
                  <a:lnTo>
                    <a:pt x="5962812" y="1226282"/>
                  </a:lnTo>
                  <a:lnTo>
                    <a:pt x="6000211" y="1310779"/>
                  </a:lnTo>
                  <a:lnTo>
                    <a:pt x="6037707" y="1395959"/>
                  </a:lnTo>
                  <a:lnTo>
                    <a:pt x="6075213" y="1481203"/>
                  </a:lnTo>
                  <a:lnTo>
                    <a:pt x="6112639" y="1565889"/>
                  </a:lnTo>
                  <a:lnTo>
                    <a:pt x="6149901" y="1649415"/>
                  </a:lnTo>
                  <a:lnTo>
                    <a:pt x="6186927" y="1731212"/>
                  </a:lnTo>
                  <a:lnTo>
                    <a:pt x="6223660" y="1810759"/>
                  </a:lnTo>
                  <a:lnTo>
                    <a:pt x="6260063" y="1887601"/>
                  </a:lnTo>
                  <a:lnTo>
                    <a:pt x="6296123" y="1961355"/>
                  </a:lnTo>
                  <a:lnTo>
                    <a:pt x="6331858" y="2031715"/>
                  </a:lnTo>
                  <a:lnTo>
                    <a:pt x="6367314" y="2098456"/>
                  </a:lnTo>
                  <a:lnTo>
                    <a:pt x="6402572" y="2161433"/>
                  </a:lnTo>
                  <a:lnTo>
                    <a:pt x="6437752" y="2220576"/>
                  </a:lnTo>
                  <a:lnTo>
                    <a:pt x="6473012" y="2275886"/>
                  </a:lnTo>
                  <a:lnTo>
                    <a:pt x="6508559" y="2327426"/>
                  </a:lnTo>
                  <a:lnTo>
                    <a:pt x="6515891" y="2337520"/>
                  </a:lnTo>
                  <a:lnTo>
                    <a:pt x="6562561" y="2397346"/>
                  </a:lnTo>
                  <a:lnTo>
                    <a:pt x="6610827" y="2451126"/>
                  </a:lnTo>
                  <a:lnTo>
                    <a:pt x="6661451" y="2499174"/>
                  </a:lnTo>
                  <a:lnTo>
                    <a:pt x="6715284" y="2542021"/>
                  </a:lnTo>
                  <a:lnTo>
                    <a:pt x="6773192" y="2580260"/>
                  </a:lnTo>
                  <a:lnTo>
                    <a:pt x="6835982" y="2614464"/>
                  </a:lnTo>
                  <a:lnTo>
                    <a:pt x="6904304" y="2645134"/>
                  </a:lnTo>
                  <a:lnTo>
                    <a:pt x="6978527" y="2672673"/>
                  </a:lnTo>
                  <a:lnTo>
                    <a:pt x="7058573" y="2697375"/>
                  </a:lnTo>
                  <a:lnTo>
                    <a:pt x="7143715" y="2719418"/>
                  </a:lnTo>
                  <a:lnTo>
                    <a:pt x="7232386" y="2738875"/>
                  </a:lnTo>
                  <a:lnTo>
                    <a:pt x="7322053" y="2755731"/>
                  </a:lnTo>
                  <a:lnTo>
                    <a:pt x="7409261" y="2769928"/>
                  </a:lnTo>
                  <a:lnTo>
                    <a:pt x="7489934" y="2781415"/>
                  </a:lnTo>
                  <a:lnTo>
                    <a:pt x="7559971" y="2790215"/>
                  </a:lnTo>
                  <a:lnTo>
                    <a:pt x="7616045" y="2796478"/>
                  </a:lnTo>
                  <a:lnTo>
                    <a:pt x="7656379" y="2800509"/>
                  </a:lnTo>
                  <a:lnTo>
                    <a:pt x="7681246" y="2802742"/>
                  </a:lnTo>
                  <a:lnTo>
                    <a:pt x="7693062" y="2803701"/>
                  </a:lnTo>
                  <a:lnTo>
                    <a:pt x="7696237" y="2803935"/>
                  </a:lnTo>
                  <a:lnTo>
                    <a:pt x="8234974" y="2803935"/>
                  </a:lnTo>
                  <a:lnTo>
                    <a:pt x="8234974" y="2798490"/>
                  </a:lnTo>
                  <a:lnTo>
                    <a:pt x="7696237" y="2798490"/>
                  </a:lnTo>
                  <a:lnTo>
                    <a:pt x="7695066" y="2798406"/>
                  </a:lnTo>
                  <a:lnTo>
                    <a:pt x="7687407" y="2797809"/>
                  </a:lnTo>
                  <a:lnTo>
                    <a:pt x="7668241" y="2796159"/>
                  </a:lnTo>
                  <a:lnTo>
                    <a:pt x="7634337" y="2792916"/>
                  </a:lnTo>
                  <a:lnTo>
                    <a:pt x="7584543" y="2787603"/>
                  </a:lnTo>
                  <a:lnTo>
                    <a:pt x="7519840" y="2779859"/>
                  </a:lnTo>
                  <a:lnTo>
                    <a:pt x="7443013" y="2769471"/>
                  </a:lnTo>
                  <a:lnTo>
                    <a:pt x="7357947" y="2756370"/>
                  </a:lnTo>
                  <a:lnTo>
                    <a:pt x="7268815" y="2740584"/>
                  </a:lnTo>
                  <a:lnTo>
                    <a:pt x="7179379" y="2722177"/>
                  </a:lnTo>
                  <a:lnTo>
                    <a:pt x="7092563" y="2701186"/>
                  </a:lnTo>
                  <a:lnTo>
                    <a:pt x="7010320" y="2677578"/>
                  </a:lnTo>
                  <a:lnTo>
                    <a:pt x="6933693" y="2651219"/>
                  </a:lnTo>
                  <a:lnTo>
                    <a:pt x="6863000" y="2621861"/>
                  </a:lnTo>
                  <a:lnTo>
                    <a:pt x="6798033" y="2589147"/>
                  </a:lnTo>
                  <a:lnTo>
                    <a:pt x="6738235" y="2552610"/>
                  </a:lnTo>
                  <a:lnTo>
                    <a:pt x="6682852" y="2511704"/>
                  </a:lnTo>
                  <a:lnTo>
                    <a:pt x="6631031" y="2465836"/>
                  </a:lnTo>
                  <a:lnTo>
                    <a:pt x="6581907" y="2414435"/>
                  </a:lnTo>
                  <a:lnTo>
                    <a:pt x="6534672" y="2357077"/>
                  </a:lnTo>
                  <a:lnTo>
                    <a:pt x="6515891" y="2332075"/>
                  </a:lnTo>
                  <a:lnTo>
                    <a:pt x="6480256" y="2281293"/>
                  </a:lnTo>
                  <a:lnTo>
                    <a:pt x="6444956" y="2226761"/>
                  </a:lnTo>
                  <a:lnTo>
                    <a:pt x="6409774" y="2168405"/>
                  </a:lnTo>
                  <a:lnTo>
                    <a:pt x="6374542" y="2106210"/>
                  </a:lnTo>
                  <a:lnTo>
                    <a:pt x="6339135" y="2040230"/>
                  </a:lnTo>
                  <a:lnTo>
                    <a:pt x="6303462" y="1970595"/>
                  </a:lnTo>
                  <a:lnTo>
                    <a:pt x="6267470" y="1897513"/>
                  </a:lnTo>
                  <a:lnTo>
                    <a:pt x="6231137" y="1821274"/>
                  </a:lnTo>
                  <a:lnTo>
                    <a:pt x="6194470" y="1742246"/>
                  </a:lnTo>
                  <a:lnTo>
                    <a:pt x="6157500" y="1660869"/>
                  </a:lnTo>
                  <a:lnTo>
                    <a:pt x="6120280" y="1577652"/>
                  </a:lnTo>
                  <a:lnTo>
                    <a:pt x="6082881" y="1493155"/>
                  </a:lnTo>
                  <a:lnTo>
                    <a:pt x="6045385" y="1407975"/>
                  </a:lnTo>
                  <a:lnTo>
                    <a:pt x="6007880" y="1322732"/>
                  </a:lnTo>
                  <a:lnTo>
                    <a:pt x="5970454" y="1238045"/>
                  </a:lnTo>
                  <a:lnTo>
                    <a:pt x="5933191" y="1154519"/>
                  </a:lnTo>
                  <a:lnTo>
                    <a:pt x="5896165" y="1072722"/>
                  </a:lnTo>
                  <a:lnTo>
                    <a:pt x="5859433" y="993175"/>
                  </a:lnTo>
                  <a:lnTo>
                    <a:pt x="5823030" y="916333"/>
                  </a:lnTo>
                  <a:lnTo>
                    <a:pt x="5786969" y="842579"/>
                  </a:lnTo>
                  <a:lnTo>
                    <a:pt x="5751235" y="772219"/>
                  </a:lnTo>
                  <a:lnTo>
                    <a:pt x="5715779" y="705478"/>
                  </a:lnTo>
                  <a:lnTo>
                    <a:pt x="5680520" y="642501"/>
                  </a:lnTo>
                  <a:lnTo>
                    <a:pt x="5645340" y="583358"/>
                  </a:lnTo>
                  <a:lnTo>
                    <a:pt x="5610080" y="528048"/>
                  </a:lnTo>
                  <a:lnTo>
                    <a:pt x="5574534" y="476508"/>
                  </a:lnTo>
                  <a:lnTo>
                    <a:pt x="5567201" y="466415"/>
                  </a:lnTo>
                  <a:lnTo>
                    <a:pt x="5520532" y="406588"/>
                  </a:lnTo>
                  <a:lnTo>
                    <a:pt x="5472266" y="352808"/>
                  </a:lnTo>
                  <a:lnTo>
                    <a:pt x="5421641" y="304760"/>
                  </a:lnTo>
                  <a:lnTo>
                    <a:pt x="5367808" y="261913"/>
                  </a:lnTo>
                  <a:lnTo>
                    <a:pt x="5309900" y="223674"/>
                  </a:lnTo>
                  <a:lnTo>
                    <a:pt x="5247111" y="189470"/>
                  </a:lnTo>
                  <a:lnTo>
                    <a:pt x="5178789" y="158800"/>
                  </a:lnTo>
                  <a:lnTo>
                    <a:pt x="5104565" y="131261"/>
                  </a:lnTo>
                  <a:lnTo>
                    <a:pt x="5024519" y="106559"/>
                  </a:lnTo>
                  <a:lnTo>
                    <a:pt x="4939378" y="84516"/>
                  </a:lnTo>
                  <a:lnTo>
                    <a:pt x="4850707" y="65060"/>
                  </a:lnTo>
                  <a:lnTo>
                    <a:pt x="4761039" y="48203"/>
                  </a:lnTo>
                  <a:lnTo>
                    <a:pt x="4673831" y="34006"/>
                  </a:lnTo>
                  <a:lnTo>
                    <a:pt x="4593158" y="22519"/>
                  </a:lnTo>
                  <a:lnTo>
                    <a:pt x="4523122" y="13719"/>
                  </a:lnTo>
                  <a:lnTo>
                    <a:pt x="4467047" y="7456"/>
                  </a:lnTo>
                  <a:lnTo>
                    <a:pt x="4426714" y="3425"/>
                  </a:lnTo>
                  <a:lnTo>
                    <a:pt x="4401847" y="1192"/>
                  </a:lnTo>
                  <a:lnTo>
                    <a:pt x="4390031" y="2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5"/>
                  </a:lnTo>
                  <a:lnTo>
                    <a:pt x="3838346" y="123"/>
                  </a:lnTo>
                  <a:lnTo>
                    <a:pt x="3817221" y="424"/>
                  </a:lnTo>
                  <a:lnTo>
                    <a:pt x="3780052" y="1013"/>
                  </a:lnTo>
                  <a:lnTo>
                    <a:pt x="3725859" y="1975"/>
                  </a:lnTo>
                  <a:lnTo>
                    <a:pt x="3656093" y="3372"/>
                  </a:lnTo>
                  <a:lnTo>
                    <a:pt x="3574150" y="5238"/>
                  </a:lnTo>
                  <a:lnTo>
                    <a:pt x="3484496" y="7579"/>
                  </a:lnTo>
                  <a:lnTo>
                    <a:pt x="3391704" y="10387"/>
                  </a:lnTo>
                  <a:lnTo>
                    <a:pt x="3299704" y="13653"/>
                  </a:lnTo>
                  <a:lnTo>
                    <a:pt x="3211380" y="17371"/>
                  </a:lnTo>
                  <a:lnTo>
                    <a:pt x="3128505" y="21556"/>
                  </a:lnTo>
                  <a:lnTo>
                    <a:pt x="3051882" y="26240"/>
                  </a:lnTo>
                  <a:lnTo>
                    <a:pt x="2981578" y="31476"/>
                  </a:lnTo>
                  <a:lnTo>
                    <a:pt x="2917151" y="37340"/>
                  </a:lnTo>
                  <a:lnTo>
                    <a:pt x="2857853" y="43924"/>
                  </a:lnTo>
                  <a:lnTo>
                    <a:pt x="2802774" y="51334"/>
                  </a:lnTo>
                  <a:lnTo>
                    <a:pt x="2750947" y="59677"/>
                  </a:lnTo>
                  <a:lnTo>
                    <a:pt x="2701444" y="69042"/>
                  </a:lnTo>
                  <a:lnTo>
                    <a:pt x="2667772" y="76223"/>
                  </a:lnTo>
                  <a:lnTo>
                    <a:pt x="2616250" y="88449"/>
                  </a:lnTo>
                  <a:lnTo>
                    <a:pt x="2565224" y="101974"/>
                  </a:lnTo>
                  <a:lnTo>
                    <a:pt x="2514133" y="116816"/>
                  </a:lnTo>
                  <a:lnTo>
                    <a:pt x="2462605" y="132942"/>
                  </a:lnTo>
                  <a:lnTo>
                    <a:pt x="2410431" y="150265"/>
                  </a:lnTo>
                  <a:lnTo>
                    <a:pt x="2357544" y="168641"/>
                  </a:lnTo>
                  <a:lnTo>
                    <a:pt x="2304000" y="187869"/>
                  </a:lnTo>
                  <a:lnTo>
                    <a:pt x="2249955" y="207700"/>
                  </a:lnTo>
                  <a:lnTo>
                    <a:pt x="2195634" y="227850"/>
                  </a:lnTo>
                  <a:lnTo>
                    <a:pt x="2141303" y="248012"/>
                  </a:lnTo>
                  <a:lnTo>
                    <a:pt x="2087226" y="267880"/>
                  </a:lnTo>
                  <a:lnTo>
                    <a:pt x="2033634" y="287167"/>
                  </a:lnTo>
                  <a:lnTo>
                    <a:pt x="1980690" y="305620"/>
                  </a:lnTo>
                  <a:lnTo>
                    <a:pt x="1928459" y="323035"/>
                  </a:lnTo>
                  <a:lnTo>
                    <a:pt x="1876885" y="339262"/>
                  </a:lnTo>
                  <a:lnTo>
                    <a:pt x="1825770" y="354210"/>
                  </a:lnTo>
                  <a:lnTo>
                    <a:pt x="1774756" y="367842"/>
                  </a:lnTo>
                  <a:lnTo>
                    <a:pt x="1723301" y="380172"/>
                  </a:lnTo>
                  <a:lnTo>
                    <a:pt x="1719082" y="381117"/>
                  </a:lnTo>
                  <a:lnTo>
                    <a:pt x="1670714" y="391226"/>
                  </a:lnTo>
                  <a:lnTo>
                    <a:pt x="1620604" y="400276"/>
                  </a:lnTo>
                  <a:lnTo>
                    <a:pt x="1567901" y="408328"/>
                  </a:lnTo>
                  <a:lnTo>
                    <a:pt x="1511653" y="415478"/>
                  </a:lnTo>
                  <a:lnTo>
                    <a:pt x="1450904" y="421835"/>
                  </a:lnTo>
                  <a:lnTo>
                    <a:pt x="1384777" y="427501"/>
                  </a:lnTo>
                  <a:lnTo>
                    <a:pt x="1312599" y="432564"/>
                  </a:lnTo>
                  <a:lnTo>
                    <a:pt x="1234060" y="437093"/>
                  </a:lnTo>
                  <a:lnTo>
                    <a:pt x="1149422" y="441135"/>
                  </a:lnTo>
                  <a:lnTo>
                    <a:pt x="1059756" y="444717"/>
                  </a:lnTo>
                  <a:lnTo>
                    <a:pt x="967163" y="447846"/>
                  </a:lnTo>
                  <a:lnTo>
                    <a:pt x="874862" y="450515"/>
                  </a:lnTo>
                  <a:lnTo>
                    <a:pt x="787033" y="452713"/>
                  </a:lnTo>
                  <a:lnTo>
                    <a:pt x="708312" y="454436"/>
                  </a:lnTo>
                  <a:lnTo>
                    <a:pt x="642948" y="455698"/>
                  </a:lnTo>
                  <a:lnTo>
                    <a:pt x="593829" y="456540"/>
                  </a:lnTo>
                  <a:lnTo>
                    <a:pt x="561703" y="457033"/>
                  </a:lnTo>
                  <a:lnTo>
                    <a:pt x="544842" y="457265"/>
                  </a:lnTo>
                  <a:lnTo>
                    <a:pt x="539188" y="457335"/>
                  </a:lnTo>
                  <a:lnTo>
                    <a:pt x="538736" y="457340"/>
                  </a:lnTo>
                  <a:lnTo>
                    <a:pt x="0" y="457340"/>
                  </a:lnTo>
                  <a:close/>
                </a:path>
              </a:pathLst>
            </a:custGeom>
            <a:solidFill>
              <a:srgbClr val="F28E5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31" name="pl1131"/>
            <p:cNvSpPr/>
            <p:nvPr/>
          </p:nvSpPr>
          <p:spPr>
            <a:xfrm>
              <a:off x="546595" y="3227720"/>
              <a:ext cx="8234974" cy="2798490"/>
            </a:xfrm>
            <a:custGeom>
              <a:avLst/>
              <a:pathLst>
                <a:path w="8234974" h="2798490">
                  <a:moveTo>
                    <a:pt x="0" y="457340"/>
                  </a:moveTo>
                  <a:lnTo>
                    <a:pt x="538736" y="457340"/>
                  </a:lnTo>
                  <a:lnTo>
                    <a:pt x="540035" y="457325"/>
                  </a:lnTo>
                  <a:lnTo>
                    <a:pt x="548509" y="457217"/>
                  </a:lnTo>
                  <a:lnTo>
                    <a:pt x="569634" y="456916"/>
                  </a:lnTo>
                  <a:lnTo>
                    <a:pt x="606803" y="456327"/>
                  </a:lnTo>
                  <a:lnTo>
                    <a:pt x="660995" y="455365"/>
                  </a:lnTo>
                  <a:lnTo>
                    <a:pt x="730761" y="453967"/>
                  </a:lnTo>
                  <a:lnTo>
                    <a:pt x="812705" y="452102"/>
                  </a:lnTo>
                  <a:lnTo>
                    <a:pt x="902359" y="449761"/>
                  </a:lnTo>
                  <a:lnTo>
                    <a:pt x="995151" y="446953"/>
                  </a:lnTo>
                  <a:lnTo>
                    <a:pt x="1087151" y="443687"/>
                  </a:lnTo>
                  <a:lnTo>
                    <a:pt x="1175475" y="439969"/>
                  </a:lnTo>
                  <a:lnTo>
                    <a:pt x="1258350" y="435784"/>
                  </a:lnTo>
                  <a:lnTo>
                    <a:pt x="1334972" y="431100"/>
                  </a:lnTo>
                  <a:lnTo>
                    <a:pt x="1405277" y="425864"/>
                  </a:lnTo>
                  <a:lnTo>
                    <a:pt x="1469704" y="420000"/>
                  </a:lnTo>
                  <a:lnTo>
                    <a:pt x="1529002" y="413415"/>
                  </a:lnTo>
                  <a:lnTo>
                    <a:pt x="1584081" y="406006"/>
                  </a:lnTo>
                  <a:lnTo>
                    <a:pt x="1635907" y="397663"/>
                  </a:lnTo>
                  <a:lnTo>
                    <a:pt x="1685410" y="388298"/>
                  </a:lnTo>
                  <a:lnTo>
                    <a:pt x="1719082" y="381117"/>
                  </a:lnTo>
                  <a:lnTo>
                    <a:pt x="1770604" y="368891"/>
                  </a:lnTo>
                  <a:lnTo>
                    <a:pt x="1821631" y="355365"/>
                  </a:lnTo>
                  <a:lnTo>
                    <a:pt x="1872722" y="340524"/>
                  </a:lnTo>
                  <a:lnTo>
                    <a:pt x="1924250" y="324398"/>
                  </a:lnTo>
                  <a:lnTo>
                    <a:pt x="1976423" y="307075"/>
                  </a:lnTo>
                  <a:lnTo>
                    <a:pt x="2029310" y="288699"/>
                  </a:lnTo>
                  <a:lnTo>
                    <a:pt x="2082854" y="269471"/>
                  </a:lnTo>
                  <a:lnTo>
                    <a:pt x="2136900" y="249640"/>
                  </a:lnTo>
                  <a:lnTo>
                    <a:pt x="2191220" y="229490"/>
                  </a:lnTo>
                  <a:lnTo>
                    <a:pt x="2245552" y="209328"/>
                  </a:lnTo>
                  <a:lnTo>
                    <a:pt x="2299629" y="189460"/>
                  </a:lnTo>
                  <a:lnTo>
                    <a:pt x="2353220" y="170173"/>
                  </a:lnTo>
                  <a:lnTo>
                    <a:pt x="2406164" y="151720"/>
                  </a:lnTo>
                  <a:lnTo>
                    <a:pt x="2458395" y="134305"/>
                  </a:lnTo>
                  <a:lnTo>
                    <a:pt x="2509970" y="118078"/>
                  </a:lnTo>
                  <a:lnTo>
                    <a:pt x="2561085" y="103130"/>
                  </a:lnTo>
                  <a:lnTo>
                    <a:pt x="2612098" y="89498"/>
                  </a:lnTo>
                  <a:lnTo>
                    <a:pt x="2663554" y="77168"/>
                  </a:lnTo>
                  <a:lnTo>
                    <a:pt x="2667772" y="76223"/>
                  </a:lnTo>
                  <a:lnTo>
                    <a:pt x="2716141" y="66114"/>
                  </a:lnTo>
                  <a:lnTo>
                    <a:pt x="2766250" y="57064"/>
                  </a:lnTo>
                  <a:lnTo>
                    <a:pt x="2818954" y="49012"/>
                  </a:lnTo>
                  <a:lnTo>
                    <a:pt x="2875201" y="41862"/>
                  </a:lnTo>
                  <a:lnTo>
                    <a:pt x="2935951" y="35505"/>
                  </a:lnTo>
                  <a:lnTo>
                    <a:pt x="3002078" y="29839"/>
                  </a:lnTo>
                  <a:lnTo>
                    <a:pt x="3074256" y="24776"/>
                  </a:lnTo>
                  <a:lnTo>
                    <a:pt x="3152794" y="20247"/>
                  </a:lnTo>
                  <a:lnTo>
                    <a:pt x="3237433" y="16205"/>
                  </a:lnTo>
                  <a:lnTo>
                    <a:pt x="3327098" y="12623"/>
                  </a:lnTo>
                  <a:lnTo>
                    <a:pt x="3419691" y="9494"/>
                  </a:lnTo>
                  <a:lnTo>
                    <a:pt x="3511993" y="6825"/>
                  </a:lnTo>
                  <a:lnTo>
                    <a:pt x="3599821" y="4627"/>
                  </a:lnTo>
                  <a:lnTo>
                    <a:pt x="3678542" y="2904"/>
                  </a:lnTo>
                  <a:lnTo>
                    <a:pt x="3743907" y="1642"/>
                  </a:lnTo>
                  <a:lnTo>
                    <a:pt x="3793025" y="800"/>
                  </a:lnTo>
                  <a:lnTo>
                    <a:pt x="3825151" y="307"/>
                  </a:lnTo>
                  <a:lnTo>
                    <a:pt x="3842012" y="75"/>
                  </a:lnTo>
                  <a:lnTo>
                    <a:pt x="3847666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26" y="83"/>
                  </a:lnTo>
                  <a:lnTo>
                    <a:pt x="4395686" y="680"/>
                  </a:lnTo>
                  <a:lnTo>
                    <a:pt x="4414852" y="2331"/>
                  </a:lnTo>
                  <a:lnTo>
                    <a:pt x="4448755" y="5574"/>
                  </a:lnTo>
                  <a:lnTo>
                    <a:pt x="4498550" y="10887"/>
                  </a:lnTo>
                  <a:lnTo>
                    <a:pt x="4563252" y="18631"/>
                  </a:lnTo>
                  <a:lnTo>
                    <a:pt x="4640080" y="29019"/>
                  </a:lnTo>
                  <a:lnTo>
                    <a:pt x="4725146" y="42119"/>
                  </a:lnTo>
                  <a:lnTo>
                    <a:pt x="4814278" y="57905"/>
                  </a:lnTo>
                  <a:lnTo>
                    <a:pt x="4903714" y="76313"/>
                  </a:lnTo>
                  <a:lnTo>
                    <a:pt x="4990529" y="97304"/>
                  </a:lnTo>
                  <a:lnTo>
                    <a:pt x="5072773" y="120912"/>
                  </a:lnTo>
                  <a:lnTo>
                    <a:pt x="5149400" y="147271"/>
                  </a:lnTo>
                  <a:lnTo>
                    <a:pt x="5220092" y="176628"/>
                  </a:lnTo>
                  <a:lnTo>
                    <a:pt x="5285060" y="209343"/>
                  </a:lnTo>
                  <a:lnTo>
                    <a:pt x="5344857" y="245880"/>
                  </a:lnTo>
                  <a:lnTo>
                    <a:pt x="5400241" y="286785"/>
                  </a:lnTo>
                  <a:lnTo>
                    <a:pt x="5452062" y="332654"/>
                  </a:lnTo>
                  <a:lnTo>
                    <a:pt x="5501186" y="384054"/>
                  </a:lnTo>
                  <a:lnTo>
                    <a:pt x="5548420" y="441413"/>
                  </a:lnTo>
                  <a:lnTo>
                    <a:pt x="5567201" y="466415"/>
                  </a:lnTo>
                  <a:lnTo>
                    <a:pt x="5602836" y="517197"/>
                  </a:lnTo>
                  <a:lnTo>
                    <a:pt x="5638137" y="571728"/>
                  </a:lnTo>
                  <a:lnTo>
                    <a:pt x="5673319" y="630084"/>
                  </a:lnTo>
                  <a:lnTo>
                    <a:pt x="5708550" y="692280"/>
                  </a:lnTo>
                  <a:lnTo>
                    <a:pt x="5743958" y="758260"/>
                  </a:lnTo>
                  <a:lnTo>
                    <a:pt x="5779631" y="827895"/>
                  </a:lnTo>
                  <a:lnTo>
                    <a:pt x="5815622" y="900976"/>
                  </a:lnTo>
                  <a:lnTo>
                    <a:pt x="5851955" y="977215"/>
                  </a:lnTo>
                  <a:lnTo>
                    <a:pt x="5888622" y="1056244"/>
                  </a:lnTo>
                  <a:lnTo>
                    <a:pt x="5925593" y="1137620"/>
                  </a:lnTo>
                  <a:lnTo>
                    <a:pt x="5962812" y="1220837"/>
                  </a:lnTo>
                  <a:lnTo>
                    <a:pt x="6000211" y="1305335"/>
                  </a:lnTo>
                  <a:lnTo>
                    <a:pt x="6037707" y="1390515"/>
                  </a:lnTo>
                  <a:lnTo>
                    <a:pt x="6075213" y="1475758"/>
                  </a:lnTo>
                  <a:lnTo>
                    <a:pt x="6112639" y="1560445"/>
                  </a:lnTo>
                  <a:lnTo>
                    <a:pt x="6149901" y="1643971"/>
                  </a:lnTo>
                  <a:lnTo>
                    <a:pt x="6186927" y="1725767"/>
                  </a:lnTo>
                  <a:lnTo>
                    <a:pt x="6223660" y="1805315"/>
                  </a:lnTo>
                  <a:lnTo>
                    <a:pt x="6260063" y="1882157"/>
                  </a:lnTo>
                  <a:lnTo>
                    <a:pt x="6296123" y="1955911"/>
                  </a:lnTo>
                  <a:lnTo>
                    <a:pt x="6331858" y="2026271"/>
                  </a:lnTo>
                  <a:lnTo>
                    <a:pt x="6367314" y="2093012"/>
                  </a:lnTo>
                  <a:lnTo>
                    <a:pt x="6402572" y="2155989"/>
                  </a:lnTo>
                  <a:lnTo>
                    <a:pt x="6437752" y="2215131"/>
                  </a:lnTo>
                  <a:lnTo>
                    <a:pt x="6473012" y="2270441"/>
                  </a:lnTo>
                  <a:lnTo>
                    <a:pt x="6508559" y="2321982"/>
                  </a:lnTo>
                  <a:lnTo>
                    <a:pt x="6515891" y="2332075"/>
                  </a:lnTo>
                  <a:lnTo>
                    <a:pt x="6562561" y="2391902"/>
                  </a:lnTo>
                  <a:lnTo>
                    <a:pt x="6610827" y="2445681"/>
                  </a:lnTo>
                  <a:lnTo>
                    <a:pt x="6661451" y="2493730"/>
                  </a:lnTo>
                  <a:lnTo>
                    <a:pt x="6715284" y="2536577"/>
                  </a:lnTo>
                  <a:lnTo>
                    <a:pt x="6773192" y="2574816"/>
                  </a:lnTo>
                  <a:lnTo>
                    <a:pt x="6835982" y="2609020"/>
                  </a:lnTo>
                  <a:lnTo>
                    <a:pt x="6904304" y="2639689"/>
                  </a:lnTo>
                  <a:lnTo>
                    <a:pt x="6978527" y="2667228"/>
                  </a:lnTo>
                  <a:lnTo>
                    <a:pt x="7058573" y="2691930"/>
                  </a:lnTo>
                  <a:lnTo>
                    <a:pt x="7143715" y="2713973"/>
                  </a:lnTo>
                  <a:lnTo>
                    <a:pt x="7232386" y="2733430"/>
                  </a:lnTo>
                  <a:lnTo>
                    <a:pt x="7322053" y="2750287"/>
                  </a:lnTo>
                  <a:lnTo>
                    <a:pt x="7409261" y="2764484"/>
                  </a:lnTo>
                  <a:lnTo>
                    <a:pt x="7489934" y="2775970"/>
                  </a:lnTo>
                  <a:lnTo>
                    <a:pt x="7559971" y="2784770"/>
                  </a:lnTo>
                  <a:lnTo>
                    <a:pt x="7616045" y="2791034"/>
                  </a:lnTo>
                  <a:lnTo>
                    <a:pt x="7656379" y="2795064"/>
                  </a:lnTo>
                  <a:lnTo>
                    <a:pt x="7681246" y="2797298"/>
                  </a:lnTo>
                  <a:lnTo>
                    <a:pt x="7693062" y="2798256"/>
                  </a:lnTo>
                  <a:lnTo>
                    <a:pt x="7696156" y="2798485"/>
                  </a:lnTo>
                  <a:lnTo>
                    <a:pt x="7696237" y="2798490"/>
                  </a:lnTo>
                  <a:lnTo>
                    <a:pt x="8234974" y="2798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2" name="pl1132"/>
            <p:cNvSpPr/>
            <p:nvPr/>
          </p:nvSpPr>
          <p:spPr>
            <a:xfrm>
              <a:off x="546595" y="3222275"/>
              <a:ext cx="8234974" cy="2798490"/>
            </a:xfrm>
            <a:custGeom>
              <a:avLst/>
              <a:pathLst>
                <a:path w="8234974" h="2798490">
                  <a:moveTo>
                    <a:pt x="8234974" y="2798490"/>
                  </a:moveTo>
                  <a:lnTo>
                    <a:pt x="7696237" y="2798490"/>
                  </a:lnTo>
                  <a:lnTo>
                    <a:pt x="7695066" y="2798406"/>
                  </a:lnTo>
                  <a:lnTo>
                    <a:pt x="7687407" y="2797809"/>
                  </a:lnTo>
                  <a:lnTo>
                    <a:pt x="7668241" y="2796159"/>
                  </a:lnTo>
                  <a:lnTo>
                    <a:pt x="7634337" y="2792916"/>
                  </a:lnTo>
                  <a:lnTo>
                    <a:pt x="7584543" y="2787603"/>
                  </a:lnTo>
                  <a:lnTo>
                    <a:pt x="7519840" y="2779859"/>
                  </a:lnTo>
                  <a:lnTo>
                    <a:pt x="7443013" y="2769471"/>
                  </a:lnTo>
                  <a:lnTo>
                    <a:pt x="7357947" y="2756370"/>
                  </a:lnTo>
                  <a:lnTo>
                    <a:pt x="7268815" y="2740584"/>
                  </a:lnTo>
                  <a:lnTo>
                    <a:pt x="7179379" y="2722177"/>
                  </a:lnTo>
                  <a:lnTo>
                    <a:pt x="7092563" y="2701186"/>
                  </a:lnTo>
                  <a:lnTo>
                    <a:pt x="7010320" y="2677578"/>
                  </a:lnTo>
                  <a:lnTo>
                    <a:pt x="6933693" y="2651219"/>
                  </a:lnTo>
                  <a:lnTo>
                    <a:pt x="6863000" y="2621861"/>
                  </a:lnTo>
                  <a:lnTo>
                    <a:pt x="6798033" y="2589147"/>
                  </a:lnTo>
                  <a:lnTo>
                    <a:pt x="6738235" y="2552610"/>
                  </a:lnTo>
                  <a:lnTo>
                    <a:pt x="6682852" y="2511704"/>
                  </a:lnTo>
                  <a:lnTo>
                    <a:pt x="6631031" y="2465836"/>
                  </a:lnTo>
                  <a:lnTo>
                    <a:pt x="6581907" y="2414435"/>
                  </a:lnTo>
                  <a:lnTo>
                    <a:pt x="6534672" y="2357077"/>
                  </a:lnTo>
                  <a:lnTo>
                    <a:pt x="6515891" y="2332075"/>
                  </a:lnTo>
                  <a:lnTo>
                    <a:pt x="6480256" y="2281293"/>
                  </a:lnTo>
                  <a:lnTo>
                    <a:pt x="6444956" y="2226761"/>
                  </a:lnTo>
                  <a:lnTo>
                    <a:pt x="6409774" y="2168405"/>
                  </a:lnTo>
                  <a:lnTo>
                    <a:pt x="6374542" y="2106210"/>
                  </a:lnTo>
                  <a:lnTo>
                    <a:pt x="6339135" y="2040230"/>
                  </a:lnTo>
                  <a:lnTo>
                    <a:pt x="6303462" y="1970595"/>
                  </a:lnTo>
                  <a:lnTo>
                    <a:pt x="6267470" y="1897513"/>
                  </a:lnTo>
                  <a:lnTo>
                    <a:pt x="6231137" y="1821274"/>
                  </a:lnTo>
                  <a:lnTo>
                    <a:pt x="6194470" y="1742246"/>
                  </a:lnTo>
                  <a:lnTo>
                    <a:pt x="6157500" y="1660869"/>
                  </a:lnTo>
                  <a:lnTo>
                    <a:pt x="6120280" y="1577652"/>
                  </a:lnTo>
                  <a:lnTo>
                    <a:pt x="6082881" y="1493155"/>
                  </a:lnTo>
                  <a:lnTo>
                    <a:pt x="6045385" y="1407975"/>
                  </a:lnTo>
                  <a:lnTo>
                    <a:pt x="6007880" y="1322732"/>
                  </a:lnTo>
                  <a:lnTo>
                    <a:pt x="5970454" y="1238045"/>
                  </a:lnTo>
                  <a:lnTo>
                    <a:pt x="5933191" y="1154519"/>
                  </a:lnTo>
                  <a:lnTo>
                    <a:pt x="5896165" y="1072722"/>
                  </a:lnTo>
                  <a:lnTo>
                    <a:pt x="5859433" y="993175"/>
                  </a:lnTo>
                  <a:lnTo>
                    <a:pt x="5823030" y="916333"/>
                  </a:lnTo>
                  <a:lnTo>
                    <a:pt x="5786969" y="842579"/>
                  </a:lnTo>
                  <a:lnTo>
                    <a:pt x="5751235" y="772219"/>
                  </a:lnTo>
                  <a:lnTo>
                    <a:pt x="5715779" y="705478"/>
                  </a:lnTo>
                  <a:lnTo>
                    <a:pt x="5680520" y="642501"/>
                  </a:lnTo>
                  <a:lnTo>
                    <a:pt x="5645340" y="583358"/>
                  </a:lnTo>
                  <a:lnTo>
                    <a:pt x="5610080" y="528048"/>
                  </a:lnTo>
                  <a:lnTo>
                    <a:pt x="5574534" y="476508"/>
                  </a:lnTo>
                  <a:lnTo>
                    <a:pt x="5567201" y="466415"/>
                  </a:lnTo>
                  <a:lnTo>
                    <a:pt x="5520532" y="406588"/>
                  </a:lnTo>
                  <a:lnTo>
                    <a:pt x="5472266" y="352808"/>
                  </a:lnTo>
                  <a:lnTo>
                    <a:pt x="5421641" y="304760"/>
                  </a:lnTo>
                  <a:lnTo>
                    <a:pt x="5367808" y="261913"/>
                  </a:lnTo>
                  <a:lnTo>
                    <a:pt x="5309900" y="223674"/>
                  </a:lnTo>
                  <a:lnTo>
                    <a:pt x="5247111" y="189470"/>
                  </a:lnTo>
                  <a:lnTo>
                    <a:pt x="5178789" y="158800"/>
                  </a:lnTo>
                  <a:lnTo>
                    <a:pt x="5104565" y="131261"/>
                  </a:lnTo>
                  <a:lnTo>
                    <a:pt x="5024519" y="106559"/>
                  </a:lnTo>
                  <a:lnTo>
                    <a:pt x="4939378" y="84516"/>
                  </a:lnTo>
                  <a:lnTo>
                    <a:pt x="4850707" y="65060"/>
                  </a:lnTo>
                  <a:lnTo>
                    <a:pt x="4761039" y="48203"/>
                  </a:lnTo>
                  <a:lnTo>
                    <a:pt x="4673831" y="34006"/>
                  </a:lnTo>
                  <a:lnTo>
                    <a:pt x="4593158" y="22519"/>
                  </a:lnTo>
                  <a:lnTo>
                    <a:pt x="4523122" y="13719"/>
                  </a:lnTo>
                  <a:lnTo>
                    <a:pt x="4467047" y="7456"/>
                  </a:lnTo>
                  <a:lnTo>
                    <a:pt x="4426714" y="3425"/>
                  </a:lnTo>
                  <a:lnTo>
                    <a:pt x="4401847" y="1192"/>
                  </a:lnTo>
                  <a:lnTo>
                    <a:pt x="4390031" y="233"/>
                  </a:lnTo>
                  <a:lnTo>
                    <a:pt x="438693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5"/>
                  </a:lnTo>
                  <a:lnTo>
                    <a:pt x="3838346" y="123"/>
                  </a:lnTo>
                  <a:lnTo>
                    <a:pt x="3817221" y="424"/>
                  </a:lnTo>
                  <a:lnTo>
                    <a:pt x="3780052" y="1013"/>
                  </a:lnTo>
                  <a:lnTo>
                    <a:pt x="3725859" y="1975"/>
                  </a:lnTo>
                  <a:lnTo>
                    <a:pt x="3656093" y="3372"/>
                  </a:lnTo>
                  <a:lnTo>
                    <a:pt x="3574150" y="5238"/>
                  </a:lnTo>
                  <a:lnTo>
                    <a:pt x="3484496" y="7579"/>
                  </a:lnTo>
                  <a:lnTo>
                    <a:pt x="3391704" y="10387"/>
                  </a:lnTo>
                  <a:lnTo>
                    <a:pt x="3299704" y="13653"/>
                  </a:lnTo>
                  <a:lnTo>
                    <a:pt x="3211380" y="17371"/>
                  </a:lnTo>
                  <a:lnTo>
                    <a:pt x="3128505" y="21556"/>
                  </a:lnTo>
                  <a:lnTo>
                    <a:pt x="3051882" y="26240"/>
                  </a:lnTo>
                  <a:lnTo>
                    <a:pt x="2981578" y="31476"/>
                  </a:lnTo>
                  <a:lnTo>
                    <a:pt x="2917151" y="37340"/>
                  </a:lnTo>
                  <a:lnTo>
                    <a:pt x="2857853" y="43924"/>
                  </a:lnTo>
                  <a:lnTo>
                    <a:pt x="2802774" y="51334"/>
                  </a:lnTo>
                  <a:lnTo>
                    <a:pt x="2750947" y="59677"/>
                  </a:lnTo>
                  <a:lnTo>
                    <a:pt x="2701444" y="69042"/>
                  </a:lnTo>
                  <a:lnTo>
                    <a:pt x="2667772" y="76223"/>
                  </a:lnTo>
                  <a:lnTo>
                    <a:pt x="2616250" y="88449"/>
                  </a:lnTo>
                  <a:lnTo>
                    <a:pt x="2565224" y="101974"/>
                  </a:lnTo>
                  <a:lnTo>
                    <a:pt x="2514133" y="116816"/>
                  </a:lnTo>
                  <a:lnTo>
                    <a:pt x="2462605" y="132942"/>
                  </a:lnTo>
                  <a:lnTo>
                    <a:pt x="2410431" y="150265"/>
                  </a:lnTo>
                  <a:lnTo>
                    <a:pt x="2357544" y="168641"/>
                  </a:lnTo>
                  <a:lnTo>
                    <a:pt x="2304000" y="187869"/>
                  </a:lnTo>
                  <a:lnTo>
                    <a:pt x="2249955" y="207700"/>
                  </a:lnTo>
                  <a:lnTo>
                    <a:pt x="2195634" y="227850"/>
                  </a:lnTo>
                  <a:lnTo>
                    <a:pt x="2141303" y="248012"/>
                  </a:lnTo>
                  <a:lnTo>
                    <a:pt x="2087226" y="267880"/>
                  </a:lnTo>
                  <a:lnTo>
                    <a:pt x="2033634" y="287167"/>
                  </a:lnTo>
                  <a:lnTo>
                    <a:pt x="1980690" y="305620"/>
                  </a:lnTo>
                  <a:lnTo>
                    <a:pt x="1928459" y="323035"/>
                  </a:lnTo>
                  <a:lnTo>
                    <a:pt x="1876885" y="339262"/>
                  </a:lnTo>
                  <a:lnTo>
                    <a:pt x="1825770" y="354210"/>
                  </a:lnTo>
                  <a:lnTo>
                    <a:pt x="1774756" y="367842"/>
                  </a:lnTo>
                  <a:lnTo>
                    <a:pt x="1723301" y="380172"/>
                  </a:lnTo>
                  <a:lnTo>
                    <a:pt x="1719082" y="381117"/>
                  </a:lnTo>
                  <a:lnTo>
                    <a:pt x="1670714" y="391226"/>
                  </a:lnTo>
                  <a:lnTo>
                    <a:pt x="1620604" y="400276"/>
                  </a:lnTo>
                  <a:lnTo>
                    <a:pt x="1567901" y="408328"/>
                  </a:lnTo>
                  <a:lnTo>
                    <a:pt x="1511653" y="415478"/>
                  </a:lnTo>
                  <a:lnTo>
                    <a:pt x="1450904" y="421835"/>
                  </a:lnTo>
                  <a:lnTo>
                    <a:pt x="1384777" y="427501"/>
                  </a:lnTo>
                  <a:lnTo>
                    <a:pt x="1312599" y="432564"/>
                  </a:lnTo>
                  <a:lnTo>
                    <a:pt x="1234060" y="437093"/>
                  </a:lnTo>
                  <a:lnTo>
                    <a:pt x="1149422" y="441135"/>
                  </a:lnTo>
                  <a:lnTo>
                    <a:pt x="1059756" y="444717"/>
                  </a:lnTo>
                  <a:lnTo>
                    <a:pt x="967163" y="447846"/>
                  </a:lnTo>
                  <a:lnTo>
                    <a:pt x="874862" y="450515"/>
                  </a:lnTo>
                  <a:lnTo>
                    <a:pt x="787033" y="452713"/>
                  </a:lnTo>
                  <a:lnTo>
                    <a:pt x="708312" y="454436"/>
                  </a:lnTo>
                  <a:lnTo>
                    <a:pt x="642948" y="455698"/>
                  </a:lnTo>
                  <a:lnTo>
                    <a:pt x="593829" y="456540"/>
                  </a:lnTo>
                  <a:lnTo>
                    <a:pt x="561703" y="457033"/>
                  </a:lnTo>
                  <a:lnTo>
                    <a:pt x="544842" y="457265"/>
                  </a:lnTo>
                  <a:lnTo>
                    <a:pt x="539188" y="457335"/>
                  </a:lnTo>
                  <a:lnTo>
                    <a:pt x="538736" y="457340"/>
                  </a:lnTo>
                  <a:lnTo>
                    <a:pt x="0" y="4573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3" name="pg1133"/>
            <p:cNvSpPr/>
            <p:nvPr/>
          </p:nvSpPr>
          <p:spPr>
            <a:xfrm>
              <a:off x="546595" y="1458246"/>
              <a:ext cx="8234974" cy="2782156"/>
            </a:xfrm>
            <a:custGeom>
              <a:avLst/>
              <a:pathLst>
                <a:path w="8234974" h="2782156">
                  <a:moveTo>
                    <a:pt x="0" y="2782156"/>
                  </a:moveTo>
                  <a:lnTo>
                    <a:pt x="538736" y="2782156"/>
                  </a:lnTo>
                  <a:lnTo>
                    <a:pt x="539978" y="2782098"/>
                  </a:lnTo>
                  <a:lnTo>
                    <a:pt x="548086" y="2781680"/>
                  </a:lnTo>
                  <a:lnTo>
                    <a:pt x="568333" y="2780523"/>
                  </a:lnTo>
                  <a:lnTo>
                    <a:pt x="604042" y="2778253"/>
                  </a:lnTo>
                  <a:lnTo>
                    <a:pt x="656277" y="2774540"/>
                  </a:lnTo>
                  <a:lnTo>
                    <a:pt x="723800" y="2769138"/>
                  </a:lnTo>
                  <a:lnTo>
                    <a:pt x="803495" y="2761913"/>
                  </a:lnTo>
                  <a:lnTo>
                    <a:pt x="891151" y="2752826"/>
                  </a:lnTo>
                  <a:lnTo>
                    <a:pt x="982367" y="2741902"/>
                  </a:lnTo>
                  <a:lnTo>
                    <a:pt x="1073281" y="2729187"/>
                  </a:lnTo>
                  <a:lnTo>
                    <a:pt x="1160985" y="2714699"/>
                  </a:lnTo>
                  <a:lnTo>
                    <a:pt x="1243619" y="2698400"/>
                  </a:lnTo>
                  <a:lnTo>
                    <a:pt x="1320271" y="2680180"/>
                  </a:lnTo>
                  <a:lnTo>
                    <a:pt x="1390762" y="2659845"/>
                  </a:lnTo>
                  <a:lnTo>
                    <a:pt x="1455430" y="2637123"/>
                  </a:lnTo>
                  <a:lnTo>
                    <a:pt x="1514940" y="2611671"/>
                  </a:lnTo>
                  <a:lnTo>
                    <a:pt x="1570135" y="2583092"/>
                  </a:lnTo>
                  <a:lnTo>
                    <a:pt x="1621932" y="2550968"/>
                  </a:lnTo>
                  <a:lnTo>
                    <a:pt x="1671236" y="2514927"/>
                  </a:lnTo>
                  <a:lnTo>
                    <a:pt x="1718862" y="2474739"/>
                  </a:lnTo>
                  <a:lnTo>
                    <a:pt x="1719082" y="2474540"/>
                  </a:lnTo>
                  <a:lnTo>
                    <a:pt x="1760405" y="2435439"/>
                  </a:lnTo>
                  <a:lnTo>
                    <a:pt x="1801325" y="2392993"/>
                  </a:lnTo>
                  <a:lnTo>
                    <a:pt x="1842164" y="2347141"/>
                  </a:lnTo>
                  <a:lnTo>
                    <a:pt x="1883157" y="2297895"/>
                  </a:lnTo>
                  <a:lnTo>
                    <a:pt x="1924468" y="2245354"/>
                  </a:lnTo>
                  <a:lnTo>
                    <a:pt x="1966197" y="2189712"/>
                  </a:lnTo>
                  <a:lnTo>
                    <a:pt x="2008384" y="2131255"/>
                  </a:lnTo>
                  <a:lnTo>
                    <a:pt x="2051017" y="2070368"/>
                  </a:lnTo>
                  <a:lnTo>
                    <a:pt x="2094039" y="2007519"/>
                  </a:lnTo>
                  <a:lnTo>
                    <a:pt x="2137357" y="1943253"/>
                  </a:lnTo>
                  <a:lnTo>
                    <a:pt x="2180851" y="1878170"/>
                  </a:lnTo>
                  <a:lnTo>
                    <a:pt x="2224385" y="1812901"/>
                  </a:lnTo>
                  <a:lnTo>
                    <a:pt x="2267820" y="1748086"/>
                  </a:lnTo>
                  <a:lnTo>
                    <a:pt x="2311027" y="1684348"/>
                  </a:lnTo>
                  <a:lnTo>
                    <a:pt x="2353894" y="1622266"/>
                  </a:lnTo>
                  <a:lnTo>
                    <a:pt x="2396343" y="1562352"/>
                  </a:lnTo>
                  <a:lnTo>
                    <a:pt x="2438335" y="1505043"/>
                  </a:lnTo>
                  <a:lnTo>
                    <a:pt x="2479880" y="1450681"/>
                  </a:lnTo>
                  <a:lnTo>
                    <a:pt x="2521041" y="1399514"/>
                  </a:lnTo>
                  <a:lnTo>
                    <a:pt x="2561945" y="1351694"/>
                  </a:lnTo>
                  <a:lnTo>
                    <a:pt x="2602784" y="1307284"/>
                  </a:lnTo>
                  <a:lnTo>
                    <a:pt x="2643831" y="1266262"/>
                  </a:lnTo>
                  <a:lnTo>
                    <a:pt x="2667772" y="1244076"/>
                  </a:lnTo>
                  <a:lnTo>
                    <a:pt x="2715391" y="1203868"/>
                  </a:lnTo>
                  <a:lnTo>
                    <a:pt x="2764686" y="1167807"/>
                  </a:lnTo>
                  <a:lnTo>
                    <a:pt x="2816470" y="1135667"/>
                  </a:lnTo>
                  <a:lnTo>
                    <a:pt x="2871646" y="1107071"/>
                  </a:lnTo>
                  <a:lnTo>
                    <a:pt x="2931133" y="1081605"/>
                  </a:lnTo>
                  <a:lnTo>
                    <a:pt x="2995776" y="1058872"/>
                  </a:lnTo>
                  <a:lnTo>
                    <a:pt x="3066238" y="1038526"/>
                  </a:lnTo>
                  <a:lnTo>
                    <a:pt x="3142861" y="1020297"/>
                  </a:lnTo>
                  <a:lnTo>
                    <a:pt x="3225469" y="1003989"/>
                  </a:lnTo>
                  <a:lnTo>
                    <a:pt x="3313152" y="989493"/>
                  </a:lnTo>
                  <a:lnTo>
                    <a:pt x="3404058" y="976769"/>
                  </a:lnTo>
                  <a:lnTo>
                    <a:pt x="3495281" y="965837"/>
                  </a:lnTo>
                  <a:lnTo>
                    <a:pt x="3582963" y="956741"/>
                  </a:lnTo>
                  <a:lnTo>
                    <a:pt x="3662705" y="949507"/>
                  </a:lnTo>
                  <a:lnTo>
                    <a:pt x="3730295" y="944097"/>
                  </a:lnTo>
                  <a:lnTo>
                    <a:pt x="3782606" y="940376"/>
                  </a:lnTo>
                  <a:lnTo>
                    <a:pt x="3818392" y="938100"/>
                  </a:lnTo>
                  <a:lnTo>
                    <a:pt x="3838706" y="936940"/>
                  </a:lnTo>
                  <a:lnTo>
                    <a:pt x="3846860" y="936519"/>
                  </a:lnTo>
                  <a:lnTo>
                    <a:pt x="3848118" y="936459"/>
                  </a:lnTo>
                  <a:lnTo>
                    <a:pt x="4386855" y="936459"/>
                  </a:lnTo>
                  <a:lnTo>
                    <a:pt x="4388142" y="936429"/>
                  </a:lnTo>
                  <a:lnTo>
                    <a:pt x="4396537" y="936210"/>
                  </a:lnTo>
                  <a:lnTo>
                    <a:pt x="4417474" y="935605"/>
                  </a:lnTo>
                  <a:lnTo>
                    <a:pt x="4454331" y="934417"/>
                  </a:lnTo>
                  <a:lnTo>
                    <a:pt x="4508106" y="932476"/>
                  </a:lnTo>
                  <a:lnTo>
                    <a:pt x="4577396" y="929657"/>
                  </a:lnTo>
                  <a:lnTo>
                    <a:pt x="4658863" y="925893"/>
                  </a:lnTo>
                  <a:lnTo>
                    <a:pt x="4748097" y="921166"/>
                  </a:lnTo>
                  <a:lnTo>
                    <a:pt x="4840560" y="915493"/>
                  </a:lnTo>
                  <a:lnTo>
                    <a:pt x="4932336" y="908895"/>
                  </a:lnTo>
                  <a:lnTo>
                    <a:pt x="5020534" y="901381"/>
                  </a:lnTo>
                  <a:lnTo>
                    <a:pt x="5103363" y="892926"/>
                  </a:lnTo>
                  <a:lnTo>
                    <a:pt x="5179995" y="883465"/>
                  </a:lnTo>
                  <a:lnTo>
                    <a:pt x="5250341" y="872892"/>
                  </a:lnTo>
                  <a:lnTo>
                    <a:pt x="5314819" y="861057"/>
                  </a:lnTo>
                  <a:lnTo>
                    <a:pt x="5374160" y="847775"/>
                  </a:lnTo>
                  <a:lnTo>
                    <a:pt x="5429262" y="832834"/>
                  </a:lnTo>
                  <a:lnTo>
                    <a:pt x="5481078" y="816019"/>
                  </a:lnTo>
                  <a:lnTo>
                    <a:pt x="5530535" y="797144"/>
                  </a:lnTo>
                  <a:lnTo>
                    <a:pt x="5567201" y="781290"/>
                  </a:lnTo>
                  <a:lnTo>
                    <a:pt x="5615526" y="758033"/>
                  </a:lnTo>
                  <a:lnTo>
                    <a:pt x="5663381" y="732454"/>
                  </a:lnTo>
                  <a:lnTo>
                    <a:pt x="5711242" y="704519"/>
                  </a:lnTo>
                  <a:lnTo>
                    <a:pt x="5759439" y="674266"/>
                  </a:lnTo>
                  <a:lnTo>
                    <a:pt x="5808171" y="641823"/>
                  </a:lnTo>
                  <a:lnTo>
                    <a:pt x="5857525" y="607402"/>
                  </a:lnTo>
                  <a:lnTo>
                    <a:pt x="5907488" y="571310"/>
                  </a:lnTo>
                  <a:lnTo>
                    <a:pt x="5957961" y="533933"/>
                  </a:lnTo>
                  <a:lnTo>
                    <a:pt x="6008782" y="495725"/>
                  </a:lnTo>
                  <a:lnTo>
                    <a:pt x="6059746" y="457185"/>
                  </a:lnTo>
                  <a:lnTo>
                    <a:pt x="6110630" y="418830"/>
                  </a:lnTo>
                  <a:lnTo>
                    <a:pt x="6161221" y="381167"/>
                  </a:lnTo>
                  <a:lnTo>
                    <a:pt x="6211343" y="344664"/>
                  </a:lnTo>
                  <a:lnTo>
                    <a:pt x="6260877" y="309731"/>
                  </a:lnTo>
                  <a:lnTo>
                    <a:pt x="6309782" y="276696"/>
                  </a:lnTo>
                  <a:lnTo>
                    <a:pt x="6358117" y="245801"/>
                  </a:lnTo>
                  <a:lnTo>
                    <a:pt x="6406046" y="217195"/>
                  </a:lnTo>
                  <a:lnTo>
                    <a:pt x="6453861" y="190944"/>
                  </a:lnTo>
                  <a:lnTo>
                    <a:pt x="6501993" y="167030"/>
                  </a:lnTo>
                  <a:lnTo>
                    <a:pt x="6515891" y="160613"/>
                  </a:lnTo>
                  <a:lnTo>
                    <a:pt x="6564101" y="140097"/>
                  </a:lnTo>
                  <a:lnTo>
                    <a:pt x="6614037" y="121723"/>
                  </a:lnTo>
                  <a:lnTo>
                    <a:pt x="6666546" y="105370"/>
                  </a:lnTo>
                  <a:lnTo>
                    <a:pt x="6722565" y="90842"/>
                  </a:lnTo>
                  <a:lnTo>
                    <a:pt x="6783046" y="77921"/>
                  </a:lnTo>
                  <a:lnTo>
                    <a:pt x="6848856" y="66400"/>
                  </a:lnTo>
                  <a:lnTo>
                    <a:pt x="6920669" y="56103"/>
                  </a:lnTo>
                  <a:lnTo>
                    <a:pt x="6998799" y="46888"/>
                  </a:lnTo>
                  <a:lnTo>
                    <a:pt x="7083007" y="38660"/>
                  </a:lnTo>
                  <a:lnTo>
                    <a:pt x="7172254" y="31363"/>
                  </a:lnTo>
                  <a:lnTo>
                    <a:pt x="7264495" y="24983"/>
                  </a:lnTo>
                  <a:lnTo>
                    <a:pt x="7356580" y="19532"/>
                  </a:lnTo>
                  <a:lnTo>
                    <a:pt x="7444394" y="15032"/>
                  </a:lnTo>
                  <a:lnTo>
                    <a:pt x="7523353" y="11495"/>
                  </a:lnTo>
                  <a:lnTo>
                    <a:pt x="7589211" y="8892"/>
                  </a:lnTo>
                  <a:lnTo>
                    <a:pt x="7639021" y="7143"/>
                  </a:lnTo>
                  <a:lnTo>
                    <a:pt x="7671926" y="6110"/>
                  </a:lnTo>
                  <a:lnTo>
                    <a:pt x="7689505" y="5614"/>
                  </a:lnTo>
                  <a:lnTo>
                    <a:pt x="7695657" y="545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877" y="931073"/>
                  </a:lnTo>
                  <a:lnTo>
                    <a:pt x="3838769" y="931492"/>
                  </a:lnTo>
                  <a:lnTo>
                    <a:pt x="3818522" y="932648"/>
                  </a:lnTo>
                  <a:lnTo>
                    <a:pt x="3782813" y="934918"/>
                  </a:lnTo>
                  <a:lnTo>
                    <a:pt x="3730578" y="938632"/>
                  </a:lnTo>
                  <a:lnTo>
                    <a:pt x="3663054" y="944033"/>
                  </a:lnTo>
                  <a:lnTo>
                    <a:pt x="3583360" y="951258"/>
                  </a:lnTo>
                  <a:lnTo>
                    <a:pt x="3495704" y="960346"/>
                  </a:lnTo>
                  <a:lnTo>
                    <a:pt x="3404488" y="971269"/>
                  </a:lnTo>
                  <a:lnTo>
                    <a:pt x="3313573" y="983984"/>
                  </a:lnTo>
                  <a:lnTo>
                    <a:pt x="3225870" y="998473"/>
                  </a:lnTo>
                  <a:lnTo>
                    <a:pt x="3143235" y="1014771"/>
                  </a:lnTo>
                  <a:lnTo>
                    <a:pt x="3066584" y="1032991"/>
                  </a:lnTo>
                  <a:lnTo>
                    <a:pt x="2996093" y="1053326"/>
                  </a:lnTo>
                  <a:lnTo>
                    <a:pt x="2931424" y="1076048"/>
                  </a:lnTo>
                  <a:lnTo>
                    <a:pt x="2871915" y="1101500"/>
                  </a:lnTo>
                  <a:lnTo>
                    <a:pt x="2816720" y="1130080"/>
                  </a:lnTo>
                  <a:lnTo>
                    <a:pt x="2764923" y="1162203"/>
                  </a:lnTo>
                  <a:lnTo>
                    <a:pt x="2715618" y="1198245"/>
                  </a:lnTo>
                  <a:lnTo>
                    <a:pt x="2667993" y="1238432"/>
                  </a:lnTo>
                  <a:lnTo>
                    <a:pt x="2667772" y="1238631"/>
                  </a:lnTo>
                  <a:lnTo>
                    <a:pt x="2626450" y="1277733"/>
                  </a:lnTo>
                  <a:lnTo>
                    <a:pt x="2585529" y="1320178"/>
                  </a:lnTo>
                  <a:lnTo>
                    <a:pt x="2544691" y="1366030"/>
                  </a:lnTo>
                  <a:lnTo>
                    <a:pt x="2503698" y="1415276"/>
                  </a:lnTo>
                  <a:lnTo>
                    <a:pt x="2462387" y="1467817"/>
                  </a:lnTo>
                  <a:lnTo>
                    <a:pt x="2420658" y="1523459"/>
                  </a:lnTo>
                  <a:lnTo>
                    <a:pt x="2378471" y="1581916"/>
                  </a:lnTo>
                  <a:lnTo>
                    <a:pt x="2335838" y="1642803"/>
                  </a:lnTo>
                  <a:lnTo>
                    <a:pt x="2292816" y="1705652"/>
                  </a:lnTo>
                  <a:lnTo>
                    <a:pt x="2249498" y="1769918"/>
                  </a:lnTo>
                  <a:lnTo>
                    <a:pt x="2206004" y="1835002"/>
                  </a:lnTo>
                  <a:lnTo>
                    <a:pt x="2162470" y="1900271"/>
                  </a:lnTo>
                  <a:lnTo>
                    <a:pt x="2119034" y="1965085"/>
                  </a:lnTo>
                  <a:lnTo>
                    <a:pt x="2075828" y="2028823"/>
                  </a:lnTo>
                  <a:lnTo>
                    <a:pt x="2032960" y="2090906"/>
                  </a:lnTo>
                  <a:lnTo>
                    <a:pt x="1990511" y="2150819"/>
                  </a:lnTo>
                  <a:lnTo>
                    <a:pt x="1948519" y="2208128"/>
                  </a:lnTo>
                  <a:lnTo>
                    <a:pt x="1906975" y="2262490"/>
                  </a:lnTo>
                  <a:lnTo>
                    <a:pt x="1865814" y="2313658"/>
                  </a:lnTo>
                  <a:lnTo>
                    <a:pt x="1824910" y="2361477"/>
                  </a:lnTo>
                  <a:lnTo>
                    <a:pt x="1784070" y="2405888"/>
                  </a:lnTo>
                  <a:lnTo>
                    <a:pt x="1743024" y="2446909"/>
                  </a:lnTo>
                  <a:lnTo>
                    <a:pt x="1719082" y="2469096"/>
                  </a:lnTo>
                  <a:lnTo>
                    <a:pt x="1671463" y="2509303"/>
                  </a:lnTo>
                  <a:lnTo>
                    <a:pt x="1622168" y="2545364"/>
                  </a:lnTo>
                  <a:lnTo>
                    <a:pt x="1570385" y="2577505"/>
                  </a:lnTo>
                  <a:lnTo>
                    <a:pt x="1515208" y="2606100"/>
                  </a:lnTo>
                  <a:lnTo>
                    <a:pt x="1455721" y="2631566"/>
                  </a:lnTo>
                  <a:lnTo>
                    <a:pt x="1391079" y="2654300"/>
                  </a:lnTo>
                  <a:lnTo>
                    <a:pt x="1320616" y="2674645"/>
                  </a:lnTo>
                  <a:lnTo>
                    <a:pt x="1243993" y="2692875"/>
                  </a:lnTo>
                  <a:lnTo>
                    <a:pt x="1161386" y="2709182"/>
                  </a:lnTo>
                  <a:lnTo>
                    <a:pt x="1073703" y="2723679"/>
                  </a:lnTo>
                  <a:lnTo>
                    <a:pt x="982797" y="2736402"/>
                  </a:lnTo>
                  <a:lnTo>
                    <a:pt x="891574" y="2747334"/>
                  </a:lnTo>
                  <a:lnTo>
                    <a:pt x="803891" y="2756430"/>
                  </a:lnTo>
                  <a:lnTo>
                    <a:pt x="724149" y="2763664"/>
                  </a:lnTo>
                  <a:lnTo>
                    <a:pt x="656560" y="2769074"/>
                  </a:lnTo>
                  <a:lnTo>
                    <a:pt x="604249" y="2772795"/>
                  </a:lnTo>
                  <a:lnTo>
                    <a:pt x="568463" y="2775071"/>
                  </a:lnTo>
                  <a:lnTo>
                    <a:pt x="548149" y="2776232"/>
                  </a:lnTo>
                  <a:lnTo>
                    <a:pt x="539995" y="2776653"/>
                  </a:lnTo>
                  <a:lnTo>
                    <a:pt x="538736" y="2776712"/>
                  </a:lnTo>
                  <a:lnTo>
                    <a:pt x="0" y="277671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34" name="pl1134"/>
            <p:cNvSpPr/>
            <p:nvPr/>
          </p:nvSpPr>
          <p:spPr>
            <a:xfrm>
              <a:off x="546595" y="1463691"/>
              <a:ext cx="8234974" cy="2776712"/>
            </a:xfrm>
            <a:custGeom>
              <a:avLst/>
              <a:pathLst>
                <a:path w="8234974" h="2776712">
                  <a:moveTo>
                    <a:pt x="0" y="2776712"/>
                  </a:moveTo>
                  <a:lnTo>
                    <a:pt x="538736" y="2776712"/>
                  </a:lnTo>
                  <a:lnTo>
                    <a:pt x="539978" y="2776653"/>
                  </a:lnTo>
                  <a:lnTo>
                    <a:pt x="548086" y="2776235"/>
                  </a:lnTo>
                  <a:lnTo>
                    <a:pt x="568333" y="2775079"/>
                  </a:lnTo>
                  <a:lnTo>
                    <a:pt x="604042" y="2772809"/>
                  </a:lnTo>
                  <a:lnTo>
                    <a:pt x="656277" y="2769095"/>
                  </a:lnTo>
                  <a:lnTo>
                    <a:pt x="723800" y="2763694"/>
                  </a:lnTo>
                  <a:lnTo>
                    <a:pt x="803495" y="2756469"/>
                  </a:lnTo>
                  <a:lnTo>
                    <a:pt x="891151" y="2747381"/>
                  </a:lnTo>
                  <a:lnTo>
                    <a:pt x="982367" y="2736458"/>
                  </a:lnTo>
                  <a:lnTo>
                    <a:pt x="1073281" y="2723742"/>
                  </a:lnTo>
                  <a:lnTo>
                    <a:pt x="1160985" y="2709254"/>
                  </a:lnTo>
                  <a:lnTo>
                    <a:pt x="1243619" y="2692956"/>
                  </a:lnTo>
                  <a:lnTo>
                    <a:pt x="1320271" y="2674735"/>
                  </a:lnTo>
                  <a:lnTo>
                    <a:pt x="1390762" y="2654401"/>
                  </a:lnTo>
                  <a:lnTo>
                    <a:pt x="1455430" y="2631679"/>
                  </a:lnTo>
                  <a:lnTo>
                    <a:pt x="1514940" y="2606227"/>
                  </a:lnTo>
                  <a:lnTo>
                    <a:pt x="1570135" y="2577647"/>
                  </a:lnTo>
                  <a:lnTo>
                    <a:pt x="1621932" y="2545524"/>
                  </a:lnTo>
                  <a:lnTo>
                    <a:pt x="1671236" y="2509482"/>
                  </a:lnTo>
                  <a:lnTo>
                    <a:pt x="1718862" y="2469294"/>
                  </a:lnTo>
                  <a:lnTo>
                    <a:pt x="1719082" y="2469096"/>
                  </a:lnTo>
                  <a:lnTo>
                    <a:pt x="1760405" y="2429994"/>
                  </a:lnTo>
                  <a:lnTo>
                    <a:pt x="1801325" y="2387549"/>
                  </a:lnTo>
                  <a:lnTo>
                    <a:pt x="1842164" y="2341696"/>
                  </a:lnTo>
                  <a:lnTo>
                    <a:pt x="1883157" y="2292450"/>
                  </a:lnTo>
                  <a:lnTo>
                    <a:pt x="1924468" y="2239910"/>
                  </a:lnTo>
                  <a:lnTo>
                    <a:pt x="1966197" y="2184267"/>
                  </a:lnTo>
                  <a:lnTo>
                    <a:pt x="2008384" y="2125811"/>
                  </a:lnTo>
                  <a:lnTo>
                    <a:pt x="2051017" y="2064923"/>
                  </a:lnTo>
                  <a:lnTo>
                    <a:pt x="2094039" y="2002075"/>
                  </a:lnTo>
                  <a:lnTo>
                    <a:pt x="2137357" y="1937809"/>
                  </a:lnTo>
                  <a:lnTo>
                    <a:pt x="2180851" y="1872725"/>
                  </a:lnTo>
                  <a:lnTo>
                    <a:pt x="2224385" y="1807456"/>
                  </a:lnTo>
                  <a:lnTo>
                    <a:pt x="2267820" y="1742642"/>
                  </a:lnTo>
                  <a:lnTo>
                    <a:pt x="2311027" y="1678904"/>
                  </a:lnTo>
                  <a:lnTo>
                    <a:pt x="2353894" y="1616821"/>
                  </a:lnTo>
                  <a:lnTo>
                    <a:pt x="2396343" y="1556908"/>
                  </a:lnTo>
                  <a:lnTo>
                    <a:pt x="2438335" y="1499598"/>
                  </a:lnTo>
                  <a:lnTo>
                    <a:pt x="2479880" y="1445236"/>
                  </a:lnTo>
                  <a:lnTo>
                    <a:pt x="2521041" y="1394069"/>
                  </a:lnTo>
                  <a:lnTo>
                    <a:pt x="2561945" y="1346249"/>
                  </a:lnTo>
                  <a:lnTo>
                    <a:pt x="2602784" y="1301839"/>
                  </a:lnTo>
                  <a:lnTo>
                    <a:pt x="2643831" y="1260818"/>
                  </a:lnTo>
                  <a:lnTo>
                    <a:pt x="2667772" y="1238631"/>
                  </a:lnTo>
                  <a:lnTo>
                    <a:pt x="2715391" y="1198424"/>
                  </a:lnTo>
                  <a:lnTo>
                    <a:pt x="2764686" y="1162363"/>
                  </a:lnTo>
                  <a:lnTo>
                    <a:pt x="2816470" y="1130222"/>
                  </a:lnTo>
                  <a:lnTo>
                    <a:pt x="2871646" y="1101627"/>
                  </a:lnTo>
                  <a:lnTo>
                    <a:pt x="2931133" y="1076161"/>
                  </a:lnTo>
                  <a:lnTo>
                    <a:pt x="2995776" y="1053427"/>
                  </a:lnTo>
                  <a:lnTo>
                    <a:pt x="3066238" y="1033082"/>
                  </a:lnTo>
                  <a:lnTo>
                    <a:pt x="3142861" y="1014852"/>
                  </a:lnTo>
                  <a:lnTo>
                    <a:pt x="3225469" y="998545"/>
                  </a:lnTo>
                  <a:lnTo>
                    <a:pt x="3313152" y="984048"/>
                  </a:lnTo>
                  <a:lnTo>
                    <a:pt x="3404058" y="971325"/>
                  </a:lnTo>
                  <a:lnTo>
                    <a:pt x="3495281" y="960393"/>
                  </a:lnTo>
                  <a:lnTo>
                    <a:pt x="3582963" y="951297"/>
                  </a:lnTo>
                  <a:lnTo>
                    <a:pt x="3662705" y="944063"/>
                  </a:lnTo>
                  <a:lnTo>
                    <a:pt x="3730295" y="938653"/>
                  </a:lnTo>
                  <a:lnTo>
                    <a:pt x="3782606" y="934932"/>
                  </a:lnTo>
                  <a:lnTo>
                    <a:pt x="3818392" y="932656"/>
                  </a:lnTo>
                  <a:lnTo>
                    <a:pt x="3838706" y="931495"/>
                  </a:lnTo>
                  <a:lnTo>
                    <a:pt x="3846860" y="931074"/>
                  </a:lnTo>
                  <a:lnTo>
                    <a:pt x="3848118" y="931015"/>
                  </a:lnTo>
                  <a:lnTo>
                    <a:pt x="3848118" y="931015"/>
                  </a:lnTo>
                  <a:lnTo>
                    <a:pt x="4386855" y="931015"/>
                  </a:lnTo>
                  <a:lnTo>
                    <a:pt x="4388142" y="930984"/>
                  </a:lnTo>
                  <a:lnTo>
                    <a:pt x="4396537" y="930765"/>
                  </a:lnTo>
                  <a:lnTo>
                    <a:pt x="4417474" y="930160"/>
                  </a:lnTo>
                  <a:lnTo>
                    <a:pt x="4454331" y="928973"/>
                  </a:lnTo>
                  <a:lnTo>
                    <a:pt x="4508106" y="927032"/>
                  </a:lnTo>
                  <a:lnTo>
                    <a:pt x="4577396" y="924213"/>
                  </a:lnTo>
                  <a:lnTo>
                    <a:pt x="4658863" y="920448"/>
                  </a:lnTo>
                  <a:lnTo>
                    <a:pt x="4748097" y="915722"/>
                  </a:lnTo>
                  <a:lnTo>
                    <a:pt x="4840560" y="910048"/>
                  </a:lnTo>
                  <a:lnTo>
                    <a:pt x="4932336" y="903451"/>
                  </a:lnTo>
                  <a:lnTo>
                    <a:pt x="5020534" y="895936"/>
                  </a:lnTo>
                  <a:lnTo>
                    <a:pt x="5103363" y="887481"/>
                  </a:lnTo>
                  <a:lnTo>
                    <a:pt x="5179995" y="878020"/>
                  </a:lnTo>
                  <a:lnTo>
                    <a:pt x="5250341" y="867447"/>
                  </a:lnTo>
                  <a:lnTo>
                    <a:pt x="5314819" y="855612"/>
                  </a:lnTo>
                  <a:lnTo>
                    <a:pt x="5374160" y="842330"/>
                  </a:lnTo>
                  <a:lnTo>
                    <a:pt x="5429262" y="827390"/>
                  </a:lnTo>
                  <a:lnTo>
                    <a:pt x="5481078" y="810574"/>
                  </a:lnTo>
                  <a:lnTo>
                    <a:pt x="5530535" y="791699"/>
                  </a:lnTo>
                  <a:lnTo>
                    <a:pt x="5567201" y="775846"/>
                  </a:lnTo>
                  <a:lnTo>
                    <a:pt x="5615526" y="752588"/>
                  </a:lnTo>
                  <a:lnTo>
                    <a:pt x="5663381" y="727009"/>
                  </a:lnTo>
                  <a:lnTo>
                    <a:pt x="5711242" y="699074"/>
                  </a:lnTo>
                  <a:lnTo>
                    <a:pt x="5759439" y="668822"/>
                  </a:lnTo>
                  <a:lnTo>
                    <a:pt x="5808171" y="636378"/>
                  </a:lnTo>
                  <a:lnTo>
                    <a:pt x="5857525" y="601957"/>
                  </a:lnTo>
                  <a:lnTo>
                    <a:pt x="5907488" y="565865"/>
                  </a:lnTo>
                  <a:lnTo>
                    <a:pt x="5957961" y="528488"/>
                  </a:lnTo>
                  <a:lnTo>
                    <a:pt x="6008782" y="490281"/>
                  </a:lnTo>
                  <a:lnTo>
                    <a:pt x="6059746" y="451740"/>
                  </a:lnTo>
                  <a:lnTo>
                    <a:pt x="6110630" y="413385"/>
                  </a:lnTo>
                  <a:lnTo>
                    <a:pt x="6161221" y="375722"/>
                  </a:lnTo>
                  <a:lnTo>
                    <a:pt x="6211343" y="339220"/>
                  </a:lnTo>
                  <a:lnTo>
                    <a:pt x="6260877" y="304287"/>
                  </a:lnTo>
                  <a:lnTo>
                    <a:pt x="6309782" y="271252"/>
                  </a:lnTo>
                  <a:lnTo>
                    <a:pt x="6358117" y="240356"/>
                  </a:lnTo>
                  <a:lnTo>
                    <a:pt x="6406046" y="211751"/>
                  </a:lnTo>
                  <a:lnTo>
                    <a:pt x="6453861" y="185499"/>
                  </a:lnTo>
                  <a:lnTo>
                    <a:pt x="6501993" y="161586"/>
                  </a:lnTo>
                  <a:lnTo>
                    <a:pt x="6515891" y="155169"/>
                  </a:lnTo>
                  <a:lnTo>
                    <a:pt x="6564101" y="134652"/>
                  </a:lnTo>
                  <a:lnTo>
                    <a:pt x="6614037" y="116278"/>
                  </a:lnTo>
                  <a:lnTo>
                    <a:pt x="6666546" y="99925"/>
                  </a:lnTo>
                  <a:lnTo>
                    <a:pt x="6722565" y="85398"/>
                  </a:lnTo>
                  <a:lnTo>
                    <a:pt x="6783046" y="72476"/>
                  </a:lnTo>
                  <a:lnTo>
                    <a:pt x="6848856" y="60956"/>
                  </a:lnTo>
                  <a:lnTo>
                    <a:pt x="6920669" y="50658"/>
                  </a:lnTo>
                  <a:lnTo>
                    <a:pt x="6998799" y="41443"/>
                  </a:lnTo>
                  <a:lnTo>
                    <a:pt x="7083007" y="33215"/>
                  </a:lnTo>
                  <a:lnTo>
                    <a:pt x="7172254" y="25919"/>
                  </a:lnTo>
                  <a:lnTo>
                    <a:pt x="7264495" y="19539"/>
                  </a:lnTo>
                  <a:lnTo>
                    <a:pt x="7356580" y="14087"/>
                  </a:lnTo>
                  <a:lnTo>
                    <a:pt x="7444394" y="9588"/>
                  </a:lnTo>
                  <a:lnTo>
                    <a:pt x="7523353" y="6050"/>
                  </a:lnTo>
                  <a:lnTo>
                    <a:pt x="7589211" y="3448"/>
                  </a:lnTo>
                  <a:lnTo>
                    <a:pt x="7639021" y="1698"/>
                  </a:lnTo>
                  <a:lnTo>
                    <a:pt x="7671926" y="665"/>
                  </a:lnTo>
                  <a:lnTo>
                    <a:pt x="7689505" y="170"/>
                  </a:lnTo>
                  <a:lnTo>
                    <a:pt x="7695657" y="1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5" name="pl1135"/>
            <p:cNvSpPr/>
            <p:nvPr/>
          </p:nvSpPr>
          <p:spPr>
            <a:xfrm>
              <a:off x="546595" y="1458246"/>
              <a:ext cx="8234974" cy="2776712"/>
            </a:xfrm>
            <a:custGeom>
              <a:avLst/>
              <a:pathLst>
                <a:path w="8234974" h="2776712">
                  <a:moveTo>
                    <a:pt x="8234974" y="0"/>
                  </a:move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877" y="931073"/>
                  </a:lnTo>
                  <a:lnTo>
                    <a:pt x="3838769" y="931492"/>
                  </a:lnTo>
                  <a:lnTo>
                    <a:pt x="3818522" y="932648"/>
                  </a:lnTo>
                  <a:lnTo>
                    <a:pt x="3782813" y="934918"/>
                  </a:lnTo>
                  <a:lnTo>
                    <a:pt x="3730578" y="938632"/>
                  </a:lnTo>
                  <a:lnTo>
                    <a:pt x="3663054" y="944033"/>
                  </a:lnTo>
                  <a:lnTo>
                    <a:pt x="3583360" y="951258"/>
                  </a:lnTo>
                  <a:lnTo>
                    <a:pt x="3495704" y="960346"/>
                  </a:lnTo>
                  <a:lnTo>
                    <a:pt x="3404488" y="971269"/>
                  </a:lnTo>
                  <a:lnTo>
                    <a:pt x="3313573" y="983984"/>
                  </a:lnTo>
                  <a:lnTo>
                    <a:pt x="3225870" y="998473"/>
                  </a:lnTo>
                  <a:lnTo>
                    <a:pt x="3143235" y="1014771"/>
                  </a:lnTo>
                  <a:lnTo>
                    <a:pt x="3066584" y="1032991"/>
                  </a:lnTo>
                  <a:lnTo>
                    <a:pt x="2996093" y="1053326"/>
                  </a:lnTo>
                  <a:lnTo>
                    <a:pt x="2931424" y="1076048"/>
                  </a:lnTo>
                  <a:lnTo>
                    <a:pt x="2871915" y="1101500"/>
                  </a:lnTo>
                  <a:lnTo>
                    <a:pt x="2816720" y="1130080"/>
                  </a:lnTo>
                  <a:lnTo>
                    <a:pt x="2764923" y="1162203"/>
                  </a:lnTo>
                  <a:lnTo>
                    <a:pt x="2715618" y="1198245"/>
                  </a:lnTo>
                  <a:lnTo>
                    <a:pt x="2667993" y="1238432"/>
                  </a:lnTo>
                  <a:lnTo>
                    <a:pt x="2667772" y="1238631"/>
                  </a:lnTo>
                  <a:lnTo>
                    <a:pt x="2626450" y="1277733"/>
                  </a:lnTo>
                  <a:lnTo>
                    <a:pt x="2585529" y="1320178"/>
                  </a:lnTo>
                  <a:lnTo>
                    <a:pt x="2544691" y="1366030"/>
                  </a:lnTo>
                  <a:lnTo>
                    <a:pt x="2503698" y="1415276"/>
                  </a:lnTo>
                  <a:lnTo>
                    <a:pt x="2462387" y="1467817"/>
                  </a:lnTo>
                  <a:lnTo>
                    <a:pt x="2420658" y="1523459"/>
                  </a:lnTo>
                  <a:lnTo>
                    <a:pt x="2378471" y="1581916"/>
                  </a:lnTo>
                  <a:lnTo>
                    <a:pt x="2335838" y="1642803"/>
                  </a:lnTo>
                  <a:lnTo>
                    <a:pt x="2292816" y="1705652"/>
                  </a:lnTo>
                  <a:lnTo>
                    <a:pt x="2249498" y="1769918"/>
                  </a:lnTo>
                  <a:lnTo>
                    <a:pt x="2206004" y="1835002"/>
                  </a:lnTo>
                  <a:lnTo>
                    <a:pt x="2162470" y="1900271"/>
                  </a:lnTo>
                  <a:lnTo>
                    <a:pt x="2119034" y="1965085"/>
                  </a:lnTo>
                  <a:lnTo>
                    <a:pt x="2075828" y="2028823"/>
                  </a:lnTo>
                  <a:lnTo>
                    <a:pt x="2032960" y="2090906"/>
                  </a:lnTo>
                  <a:lnTo>
                    <a:pt x="1990511" y="2150819"/>
                  </a:lnTo>
                  <a:lnTo>
                    <a:pt x="1948519" y="2208128"/>
                  </a:lnTo>
                  <a:lnTo>
                    <a:pt x="1906975" y="2262490"/>
                  </a:lnTo>
                  <a:lnTo>
                    <a:pt x="1865814" y="2313658"/>
                  </a:lnTo>
                  <a:lnTo>
                    <a:pt x="1824910" y="2361477"/>
                  </a:lnTo>
                  <a:lnTo>
                    <a:pt x="1784070" y="2405888"/>
                  </a:lnTo>
                  <a:lnTo>
                    <a:pt x="1743024" y="2446909"/>
                  </a:lnTo>
                  <a:lnTo>
                    <a:pt x="1719082" y="2469096"/>
                  </a:lnTo>
                  <a:lnTo>
                    <a:pt x="1671463" y="2509303"/>
                  </a:lnTo>
                  <a:lnTo>
                    <a:pt x="1622168" y="2545364"/>
                  </a:lnTo>
                  <a:lnTo>
                    <a:pt x="1570385" y="2577505"/>
                  </a:lnTo>
                  <a:lnTo>
                    <a:pt x="1515208" y="2606100"/>
                  </a:lnTo>
                  <a:lnTo>
                    <a:pt x="1455721" y="2631566"/>
                  </a:lnTo>
                  <a:lnTo>
                    <a:pt x="1391079" y="2654300"/>
                  </a:lnTo>
                  <a:lnTo>
                    <a:pt x="1320616" y="2674645"/>
                  </a:lnTo>
                  <a:lnTo>
                    <a:pt x="1243993" y="2692875"/>
                  </a:lnTo>
                  <a:lnTo>
                    <a:pt x="1161386" y="2709182"/>
                  </a:lnTo>
                  <a:lnTo>
                    <a:pt x="1073703" y="2723679"/>
                  </a:lnTo>
                  <a:lnTo>
                    <a:pt x="982797" y="2736402"/>
                  </a:lnTo>
                  <a:lnTo>
                    <a:pt x="891574" y="2747334"/>
                  </a:lnTo>
                  <a:lnTo>
                    <a:pt x="803891" y="2756430"/>
                  </a:lnTo>
                  <a:lnTo>
                    <a:pt x="724149" y="2763664"/>
                  </a:lnTo>
                  <a:lnTo>
                    <a:pt x="656560" y="2769074"/>
                  </a:lnTo>
                  <a:lnTo>
                    <a:pt x="604249" y="2772795"/>
                  </a:lnTo>
                  <a:lnTo>
                    <a:pt x="568463" y="2775071"/>
                  </a:lnTo>
                  <a:lnTo>
                    <a:pt x="548149" y="2776232"/>
                  </a:lnTo>
                  <a:lnTo>
                    <a:pt x="539995" y="2776653"/>
                  </a:lnTo>
                  <a:lnTo>
                    <a:pt x="538736" y="2776712"/>
                  </a:lnTo>
                  <a:lnTo>
                    <a:pt x="538736" y="2776712"/>
                  </a:lnTo>
                  <a:lnTo>
                    <a:pt x="0" y="27767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6" name="pg1136"/>
            <p:cNvSpPr/>
            <p:nvPr/>
          </p:nvSpPr>
          <p:spPr>
            <a:xfrm>
              <a:off x="546595" y="2487263"/>
              <a:ext cx="8234974" cy="1764029"/>
            </a:xfrm>
            <a:custGeom>
              <a:avLst/>
              <a:pathLst>
                <a:path w="8234974" h="1764029">
                  <a:moveTo>
                    <a:pt x="0" y="1764029"/>
                  </a:moveTo>
                  <a:lnTo>
                    <a:pt x="538736" y="1764029"/>
                  </a:lnTo>
                  <a:lnTo>
                    <a:pt x="539983" y="1763973"/>
                  </a:lnTo>
                  <a:lnTo>
                    <a:pt x="548128" y="1763574"/>
                  </a:lnTo>
                  <a:lnTo>
                    <a:pt x="568462" y="1762470"/>
                  </a:lnTo>
                  <a:lnTo>
                    <a:pt x="604317" y="1760304"/>
                  </a:lnTo>
                  <a:lnTo>
                    <a:pt x="656747" y="1756760"/>
                  </a:lnTo>
                  <a:lnTo>
                    <a:pt x="724496" y="1751607"/>
                  </a:lnTo>
                  <a:lnTo>
                    <a:pt x="804418" y="1744716"/>
                  </a:lnTo>
                  <a:lnTo>
                    <a:pt x="892276" y="1736050"/>
                  </a:lnTo>
                  <a:lnTo>
                    <a:pt x="983654" y="1725635"/>
                  </a:lnTo>
                  <a:lnTo>
                    <a:pt x="1074681" y="1713514"/>
                  </a:lnTo>
                  <a:lnTo>
                    <a:pt x="1162450" y="1699703"/>
                  </a:lnTo>
                  <a:lnTo>
                    <a:pt x="1245111" y="1684166"/>
                  </a:lnTo>
                  <a:lnTo>
                    <a:pt x="1321762" y="1666795"/>
                  </a:lnTo>
                  <a:lnTo>
                    <a:pt x="1392235" y="1647405"/>
                  </a:lnTo>
                  <a:lnTo>
                    <a:pt x="1456879" y="1625734"/>
                  </a:lnTo>
                  <a:lnTo>
                    <a:pt x="1516367" y="1601453"/>
                  </a:lnTo>
                  <a:lnTo>
                    <a:pt x="1571549" y="1574182"/>
                  </a:lnTo>
                  <a:lnTo>
                    <a:pt x="1623347" y="1543524"/>
                  </a:lnTo>
                  <a:lnTo>
                    <a:pt x="1672669" y="1509125"/>
                  </a:lnTo>
                  <a:lnTo>
                    <a:pt x="1719082" y="1471839"/>
                  </a:lnTo>
                  <a:lnTo>
                    <a:pt x="1761059" y="1434080"/>
                  </a:lnTo>
                  <a:lnTo>
                    <a:pt x="1802628" y="1393042"/>
                  </a:lnTo>
                  <a:lnTo>
                    <a:pt x="1844120" y="1348663"/>
                  </a:lnTo>
                  <a:lnTo>
                    <a:pt x="1885781" y="1300960"/>
                  </a:lnTo>
                  <a:lnTo>
                    <a:pt x="1927779" y="1250037"/>
                  </a:lnTo>
                  <a:lnTo>
                    <a:pt x="1970214" y="1196091"/>
                  </a:lnTo>
                  <a:lnTo>
                    <a:pt x="2013122" y="1139419"/>
                  </a:lnTo>
                  <a:lnTo>
                    <a:pt x="2056486" y="1080412"/>
                  </a:lnTo>
                  <a:lnTo>
                    <a:pt x="2100241" y="1019546"/>
                  </a:lnTo>
                  <a:lnTo>
                    <a:pt x="2144285" y="957372"/>
                  </a:lnTo>
                  <a:lnTo>
                    <a:pt x="2188489" y="894494"/>
                  </a:lnTo>
                  <a:lnTo>
                    <a:pt x="2232709" y="831545"/>
                  </a:lnTo>
                  <a:lnTo>
                    <a:pt x="2276801" y="769160"/>
                  </a:lnTo>
                  <a:lnTo>
                    <a:pt x="2320630" y="707952"/>
                  </a:lnTo>
                  <a:lnTo>
                    <a:pt x="2364089" y="648486"/>
                  </a:lnTo>
                  <a:lnTo>
                    <a:pt x="2407102" y="591255"/>
                  </a:lnTo>
                  <a:lnTo>
                    <a:pt x="2449641" y="536672"/>
                  </a:lnTo>
                  <a:lnTo>
                    <a:pt x="2491730" y="485053"/>
                  </a:lnTo>
                  <a:lnTo>
                    <a:pt x="2533454" y="436619"/>
                  </a:lnTo>
                  <a:lnTo>
                    <a:pt x="2574966" y="391494"/>
                  </a:lnTo>
                  <a:lnTo>
                    <a:pt x="2616492" y="349712"/>
                  </a:lnTo>
                  <a:lnTo>
                    <a:pt x="2658344" y="311230"/>
                  </a:lnTo>
                  <a:lnTo>
                    <a:pt x="2667772" y="303079"/>
                  </a:lnTo>
                  <a:lnTo>
                    <a:pt x="2715467" y="264831"/>
                  </a:lnTo>
                  <a:lnTo>
                    <a:pt x="2764844" y="230534"/>
                  </a:lnTo>
                  <a:lnTo>
                    <a:pt x="2816719" y="199971"/>
                  </a:lnTo>
                  <a:lnTo>
                    <a:pt x="2872003" y="172785"/>
                  </a:lnTo>
                  <a:lnTo>
                    <a:pt x="2931617" y="148578"/>
                  </a:lnTo>
                  <a:lnTo>
                    <a:pt x="2996408" y="126971"/>
                  </a:lnTo>
                  <a:lnTo>
                    <a:pt x="3067042" y="107637"/>
                  </a:lnTo>
                  <a:lnTo>
                    <a:pt x="3143857" y="90317"/>
                  </a:lnTo>
                  <a:lnTo>
                    <a:pt x="3226669" y="74827"/>
                  </a:lnTo>
                  <a:lnTo>
                    <a:pt x="3314552" y="61061"/>
                  </a:lnTo>
                  <a:lnTo>
                    <a:pt x="3405631" y="48984"/>
                  </a:lnTo>
                  <a:lnTo>
                    <a:pt x="3496969" y="38615"/>
                  </a:lnTo>
                  <a:lnTo>
                    <a:pt x="3584675" y="29996"/>
                  </a:lnTo>
                  <a:lnTo>
                    <a:pt x="3664326" y="23151"/>
                  </a:lnTo>
                  <a:lnTo>
                    <a:pt x="3731703" y="18043"/>
                  </a:lnTo>
                  <a:lnTo>
                    <a:pt x="3783701" y="14540"/>
                  </a:lnTo>
                  <a:lnTo>
                    <a:pt x="3819121" y="12406"/>
                  </a:lnTo>
                  <a:lnTo>
                    <a:pt x="3839080" y="11326"/>
                  </a:lnTo>
                  <a:lnTo>
                    <a:pt x="3846966" y="10940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53" y="10906"/>
                  </a:lnTo>
                  <a:lnTo>
                    <a:pt x="4396617" y="11033"/>
                  </a:lnTo>
                  <a:lnTo>
                    <a:pt x="4417721" y="11383"/>
                  </a:lnTo>
                  <a:lnTo>
                    <a:pt x="4454853" y="12069"/>
                  </a:lnTo>
                  <a:lnTo>
                    <a:pt x="4508997" y="13191"/>
                  </a:lnTo>
                  <a:lnTo>
                    <a:pt x="4578708" y="14819"/>
                  </a:lnTo>
                  <a:lnTo>
                    <a:pt x="4660597" y="16993"/>
                  </a:lnTo>
                  <a:lnTo>
                    <a:pt x="4750202" y="19722"/>
                  </a:lnTo>
                  <a:lnTo>
                    <a:pt x="4842956" y="22996"/>
                  </a:lnTo>
                  <a:lnTo>
                    <a:pt x="4934931" y="26802"/>
                  </a:lnTo>
                  <a:lnTo>
                    <a:pt x="5023240" y="31137"/>
                  </a:lnTo>
                  <a:lnTo>
                    <a:pt x="5106110" y="36015"/>
                  </a:lnTo>
                  <a:lnTo>
                    <a:pt x="5182733" y="41474"/>
                  </a:lnTo>
                  <a:lnTo>
                    <a:pt x="5253043" y="47577"/>
                  </a:lnTo>
                  <a:lnTo>
                    <a:pt x="5317476" y="54412"/>
                  </a:lnTo>
                  <a:lnTo>
                    <a:pt x="5376779" y="62085"/>
                  </a:lnTo>
                  <a:lnTo>
                    <a:pt x="5431861" y="70721"/>
                  </a:lnTo>
                  <a:lnTo>
                    <a:pt x="5483686" y="80443"/>
                  </a:lnTo>
                  <a:lnTo>
                    <a:pt x="5533183" y="91356"/>
                  </a:lnTo>
                  <a:lnTo>
                    <a:pt x="5567201" y="99816"/>
                  </a:lnTo>
                  <a:lnTo>
                    <a:pt x="5618300" y="113956"/>
                  </a:lnTo>
                  <a:lnTo>
                    <a:pt x="5668906" y="129586"/>
                  </a:lnTo>
                  <a:lnTo>
                    <a:pt x="5719568" y="146726"/>
                  </a:lnTo>
                  <a:lnTo>
                    <a:pt x="5770653" y="165342"/>
                  </a:lnTo>
                  <a:lnTo>
                    <a:pt x="5822369" y="185336"/>
                  </a:lnTo>
                  <a:lnTo>
                    <a:pt x="5874786" y="206546"/>
                  </a:lnTo>
                  <a:lnTo>
                    <a:pt x="5927855" y="228747"/>
                  </a:lnTo>
                  <a:lnTo>
                    <a:pt x="5981429" y="251659"/>
                  </a:lnTo>
                  <a:lnTo>
                    <a:pt x="6035289" y="274958"/>
                  </a:lnTo>
                  <a:lnTo>
                    <a:pt x="6089180" y="298297"/>
                  </a:lnTo>
                  <a:lnTo>
                    <a:pt x="6142841" y="321328"/>
                  </a:lnTo>
                  <a:lnTo>
                    <a:pt x="6196043" y="343721"/>
                  </a:lnTo>
                  <a:lnTo>
                    <a:pt x="6248620" y="365184"/>
                  </a:lnTo>
                  <a:lnTo>
                    <a:pt x="6300497" y="385477"/>
                  </a:lnTo>
                  <a:lnTo>
                    <a:pt x="6351716" y="404424"/>
                  </a:lnTo>
                  <a:lnTo>
                    <a:pt x="6402449" y="421912"/>
                  </a:lnTo>
                  <a:lnTo>
                    <a:pt x="6453027" y="437893"/>
                  </a:lnTo>
                  <a:lnTo>
                    <a:pt x="6503951" y="452374"/>
                  </a:lnTo>
                  <a:lnTo>
                    <a:pt x="6515891" y="455526"/>
                  </a:lnTo>
                  <a:lnTo>
                    <a:pt x="6564241" y="467315"/>
                  </a:lnTo>
                  <a:lnTo>
                    <a:pt x="6614331" y="477871"/>
                  </a:lnTo>
                  <a:lnTo>
                    <a:pt x="6667012" y="487261"/>
                  </a:lnTo>
                  <a:lnTo>
                    <a:pt x="6723233" y="495601"/>
                  </a:lnTo>
                  <a:lnTo>
                    <a:pt x="6783951" y="503017"/>
                  </a:lnTo>
                  <a:lnTo>
                    <a:pt x="6850042" y="509626"/>
                  </a:lnTo>
                  <a:lnTo>
                    <a:pt x="6922177" y="515533"/>
                  </a:lnTo>
                  <a:lnTo>
                    <a:pt x="7000669" y="520816"/>
                  </a:lnTo>
                  <a:lnTo>
                    <a:pt x="7085257" y="525532"/>
                  </a:lnTo>
                  <a:lnTo>
                    <a:pt x="7174874" y="529711"/>
                  </a:lnTo>
                  <a:lnTo>
                    <a:pt x="7267427" y="533362"/>
                  </a:lnTo>
                  <a:lnTo>
                    <a:pt x="7359704" y="536477"/>
                  </a:lnTo>
                  <a:lnTo>
                    <a:pt x="7447531" y="539044"/>
                  </a:lnTo>
                  <a:lnTo>
                    <a:pt x="7526280" y="541055"/>
                  </a:lnTo>
                  <a:lnTo>
                    <a:pt x="7591702" y="542530"/>
                  </a:lnTo>
                  <a:lnTo>
                    <a:pt x="7640901" y="543515"/>
                  </a:lnTo>
                  <a:lnTo>
                    <a:pt x="7673117" y="544091"/>
                  </a:lnTo>
                  <a:lnTo>
                    <a:pt x="7690061" y="544364"/>
                  </a:lnTo>
                  <a:lnTo>
                    <a:pt x="7695771" y="544447"/>
                  </a:lnTo>
                  <a:lnTo>
                    <a:pt x="7696237" y="544453"/>
                  </a:lnTo>
                  <a:lnTo>
                    <a:pt x="8234974" y="544453"/>
                  </a:lnTo>
                  <a:lnTo>
                    <a:pt x="8234974" y="533564"/>
                  </a:ln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1" y="55"/>
                  </a:lnTo>
                  <a:lnTo>
                    <a:pt x="3838727" y="455"/>
                  </a:lnTo>
                  <a:lnTo>
                    <a:pt x="3818392" y="1558"/>
                  </a:lnTo>
                  <a:lnTo>
                    <a:pt x="3782538" y="3724"/>
                  </a:lnTo>
                  <a:lnTo>
                    <a:pt x="3730107" y="7268"/>
                  </a:lnTo>
                  <a:lnTo>
                    <a:pt x="3662358" y="12421"/>
                  </a:lnTo>
                  <a:lnTo>
                    <a:pt x="3582437" y="19312"/>
                  </a:lnTo>
                  <a:lnTo>
                    <a:pt x="3494578" y="27978"/>
                  </a:lnTo>
                  <a:lnTo>
                    <a:pt x="3403201" y="38393"/>
                  </a:lnTo>
                  <a:lnTo>
                    <a:pt x="3312173" y="50515"/>
                  </a:lnTo>
                  <a:lnTo>
                    <a:pt x="3224405" y="64326"/>
                  </a:lnTo>
                  <a:lnTo>
                    <a:pt x="3141743" y="79862"/>
                  </a:lnTo>
                  <a:lnTo>
                    <a:pt x="3065093" y="97233"/>
                  </a:lnTo>
                  <a:lnTo>
                    <a:pt x="2994619" y="116623"/>
                  </a:lnTo>
                  <a:lnTo>
                    <a:pt x="2929975" y="138294"/>
                  </a:lnTo>
                  <a:lnTo>
                    <a:pt x="2870488" y="162575"/>
                  </a:lnTo>
                  <a:lnTo>
                    <a:pt x="2815306" y="189846"/>
                  </a:lnTo>
                  <a:lnTo>
                    <a:pt x="2763508" y="220504"/>
                  </a:lnTo>
                  <a:lnTo>
                    <a:pt x="2714185" y="254903"/>
                  </a:lnTo>
                  <a:lnTo>
                    <a:pt x="2667772" y="292190"/>
                  </a:lnTo>
                  <a:lnTo>
                    <a:pt x="2625795" y="329948"/>
                  </a:lnTo>
                  <a:lnTo>
                    <a:pt x="2584227" y="370986"/>
                  </a:lnTo>
                  <a:lnTo>
                    <a:pt x="2542735" y="415365"/>
                  </a:lnTo>
                  <a:lnTo>
                    <a:pt x="2501074" y="463068"/>
                  </a:lnTo>
                  <a:lnTo>
                    <a:pt x="2459075" y="513992"/>
                  </a:lnTo>
                  <a:lnTo>
                    <a:pt x="2416641" y="567937"/>
                  </a:lnTo>
                  <a:lnTo>
                    <a:pt x="2373733" y="624609"/>
                  </a:lnTo>
                  <a:lnTo>
                    <a:pt x="2330369" y="683616"/>
                  </a:lnTo>
                  <a:lnTo>
                    <a:pt x="2286614" y="744482"/>
                  </a:lnTo>
                  <a:lnTo>
                    <a:pt x="2242570" y="806656"/>
                  </a:lnTo>
                  <a:lnTo>
                    <a:pt x="2198366" y="869534"/>
                  </a:lnTo>
                  <a:lnTo>
                    <a:pt x="2154146" y="932483"/>
                  </a:lnTo>
                  <a:lnTo>
                    <a:pt x="2110054" y="994868"/>
                  </a:lnTo>
                  <a:lnTo>
                    <a:pt x="2066224" y="1056076"/>
                  </a:lnTo>
                  <a:lnTo>
                    <a:pt x="2022766" y="1115542"/>
                  </a:lnTo>
                  <a:lnTo>
                    <a:pt x="1979753" y="1172773"/>
                  </a:lnTo>
                  <a:lnTo>
                    <a:pt x="1937214" y="1227356"/>
                  </a:lnTo>
                  <a:lnTo>
                    <a:pt x="1895124" y="1278975"/>
                  </a:lnTo>
                  <a:lnTo>
                    <a:pt x="1853400" y="1327409"/>
                  </a:lnTo>
                  <a:lnTo>
                    <a:pt x="1811889" y="1372535"/>
                  </a:lnTo>
                  <a:lnTo>
                    <a:pt x="1770363" y="1414316"/>
                  </a:lnTo>
                  <a:lnTo>
                    <a:pt x="1728511" y="1452798"/>
                  </a:lnTo>
                  <a:lnTo>
                    <a:pt x="1719082" y="1460950"/>
                  </a:lnTo>
                  <a:lnTo>
                    <a:pt x="1671388" y="1499197"/>
                  </a:lnTo>
                  <a:lnTo>
                    <a:pt x="1622011" y="1533494"/>
                  </a:lnTo>
                  <a:lnTo>
                    <a:pt x="1570135" y="1564057"/>
                  </a:lnTo>
                  <a:lnTo>
                    <a:pt x="1514851" y="1591243"/>
                  </a:lnTo>
                  <a:lnTo>
                    <a:pt x="1455238" y="1615450"/>
                  </a:lnTo>
                  <a:lnTo>
                    <a:pt x="1390447" y="1637057"/>
                  </a:lnTo>
                  <a:lnTo>
                    <a:pt x="1319813" y="1656391"/>
                  </a:lnTo>
                  <a:lnTo>
                    <a:pt x="1242998" y="1673711"/>
                  </a:lnTo>
                  <a:lnTo>
                    <a:pt x="1160186" y="1689201"/>
                  </a:lnTo>
                  <a:lnTo>
                    <a:pt x="1072302" y="1702967"/>
                  </a:lnTo>
                  <a:lnTo>
                    <a:pt x="981224" y="1715044"/>
                  </a:lnTo>
                  <a:lnTo>
                    <a:pt x="889886" y="1725413"/>
                  </a:lnTo>
                  <a:lnTo>
                    <a:pt x="802179" y="1734032"/>
                  </a:lnTo>
                  <a:lnTo>
                    <a:pt x="722528" y="1740877"/>
                  </a:lnTo>
                  <a:lnTo>
                    <a:pt x="655151" y="1745985"/>
                  </a:lnTo>
                  <a:lnTo>
                    <a:pt x="603153" y="1749488"/>
                  </a:lnTo>
                  <a:lnTo>
                    <a:pt x="567734" y="1751622"/>
                  </a:lnTo>
                  <a:lnTo>
                    <a:pt x="547774" y="1752703"/>
                  </a:lnTo>
                  <a:lnTo>
                    <a:pt x="539889" y="1753088"/>
                  </a:lnTo>
                  <a:lnTo>
                    <a:pt x="538736" y="1753140"/>
                  </a:lnTo>
                  <a:lnTo>
                    <a:pt x="0" y="175314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37" name="pl1137"/>
            <p:cNvSpPr/>
            <p:nvPr/>
          </p:nvSpPr>
          <p:spPr>
            <a:xfrm>
              <a:off x="546595" y="2498152"/>
              <a:ext cx="8234974" cy="1753140"/>
            </a:xfrm>
            <a:custGeom>
              <a:avLst/>
              <a:pathLst>
                <a:path w="8234974" h="1753140">
                  <a:moveTo>
                    <a:pt x="0" y="1753140"/>
                  </a:moveTo>
                  <a:lnTo>
                    <a:pt x="538736" y="1753140"/>
                  </a:lnTo>
                  <a:lnTo>
                    <a:pt x="539983" y="1753084"/>
                  </a:lnTo>
                  <a:lnTo>
                    <a:pt x="548128" y="1752684"/>
                  </a:lnTo>
                  <a:lnTo>
                    <a:pt x="568462" y="1751581"/>
                  </a:lnTo>
                  <a:lnTo>
                    <a:pt x="604317" y="1749415"/>
                  </a:lnTo>
                  <a:lnTo>
                    <a:pt x="656747" y="1745871"/>
                  </a:lnTo>
                  <a:lnTo>
                    <a:pt x="724496" y="1740718"/>
                  </a:lnTo>
                  <a:lnTo>
                    <a:pt x="804418" y="1733827"/>
                  </a:lnTo>
                  <a:lnTo>
                    <a:pt x="892276" y="1725161"/>
                  </a:lnTo>
                  <a:lnTo>
                    <a:pt x="983654" y="1714746"/>
                  </a:lnTo>
                  <a:lnTo>
                    <a:pt x="1074681" y="1702624"/>
                  </a:lnTo>
                  <a:lnTo>
                    <a:pt x="1162450" y="1688813"/>
                  </a:lnTo>
                  <a:lnTo>
                    <a:pt x="1245111" y="1673277"/>
                  </a:lnTo>
                  <a:lnTo>
                    <a:pt x="1321762" y="1655906"/>
                  </a:lnTo>
                  <a:lnTo>
                    <a:pt x="1392235" y="1636516"/>
                  </a:lnTo>
                  <a:lnTo>
                    <a:pt x="1456879" y="1614845"/>
                  </a:lnTo>
                  <a:lnTo>
                    <a:pt x="1516367" y="1590564"/>
                  </a:lnTo>
                  <a:lnTo>
                    <a:pt x="1571549" y="1563293"/>
                  </a:lnTo>
                  <a:lnTo>
                    <a:pt x="1623347" y="1532635"/>
                  </a:lnTo>
                  <a:lnTo>
                    <a:pt x="1672669" y="1498236"/>
                  </a:lnTo>
                  <a:lnTo>
                    <a:pt x="1719082" y="1460950"/>
                  </a:lnTo>
                  <a:lnTo>
                    <a:pt x="1761059" y="1423191"/>
                  </a:lnTo>
                  <a:lnTo>
                    <a:pt x="1802628" y="1382153"/>
                  </a:lnTo>
                  <a:lnTo>
                    <a:pt x="1844120" y="1337774"/>
                  </a:lnTo>
                  <a:lnTo>
                    <a:pt x="1885781" y="1290071"/>
                  </a:lnTo>
                  <a:lnTo>
                    <a:pt x="1927779" y="1239147"/>
                  </a:lnTo>
                  <a:lnTo>
                    <a:pt x="1970214" y="1185202"/>
                  </a:lnTo>
                  <a:lnTo>
                    <a:pt x="2013122" y="1128530"/>
                  </a:lnTo>
                  <a:lnTo>
                    <a:pt x="2056486" y="1069523"/>
                  </a:lnTo>
                  <a:lnTo>
                    <a:pt x="2100241" y="1008657"/>
                  </a:lnTo>
                  <a:lnTo>
                    <a:pt x="2144285" y="946483"/>
                  </a:lnTo>
                  <a:lnTo>
                    <a:pt x="2188489" y="883605"/>
                  </a:lnTo>
                  <a:lnTo>
                    <a:pt x="2232709" y="820656"/>
                  </a:lnTo>
                  <a:lnTo>
                    <a:pt x="2276801" y="758271"/>
                  </a:lnTo>
                  <a:lnTo>
                    <a:pt x="2320630" y="697063"/>
                  </a:lnTo>
                  <a:lnTo>
                    <a:pt x="2364089" y="637597"/>
                  </a:lnTo>
                  <a:lnTo>
                    <a:pt x="2407102" y="580366"/>
                  </a:lnTo>
                  <a:lnTo>
                    <a:pt x="2449641" y="525783"/>
                  </a:lnTo>
                  <a:lnTo>
                    <a:pt x="2491730" y="474164"/>
                  </a:lnTo>
                  <a:lnTo>
                    <a:pt x="2533454" y="425730"/>
                  </a:lnTo>
                  <a:lnTo>
                    <a:pt x="2574966" y="380604"/>
                  </a:lnTo>
                  <a:lnTo>
                    <a:pt x="2616492" y="338823"/>
                  </a:lnTo>
                  <a:lnTo>
                    <a:pt x="2658344" y="300341"/>
                  </a:lnTo>
                  <a:lnTo>
                    <a:pt x="2667772" y="292190"/>
                  </a:lnTo>
                  <a:lnTo>
                    <a:pt x="2715467" y="253942"/>
                  </a:lnTo>
                  <a:lnTo>
                    <a:pt x="2764844" y="219645"/>
                  </a:lnTo>
                  <a:lnTo>
                    <a:pt x="2816719" y="189082"/>
                  </a:lnTo>
                  <a:lnTo>
                    <a:pt x="2872003" y="161896"/>
                  </a:lnTo>
                  <a:lnTo>
                    <a:pt x="2931617" y="137689"/>
                  </a:lnTo>
                  <a:lnTo>
                    <a:pt x="2996408" y="116082"/>
                  </a:lnTo>
                  <a:lnTo>
                    <a:pt x="3067042" y="96748"/>
                  </a:lnTo>
                  <a:lnTo>
                    <a:pt x="3143857" y="79428"/>
                  </a:lnTo>
                  <a:lnTo>
                    <a:pt x="3226669" y="63938"/>
                  </a:lnTo>
                  <a:lnTo>
                    <a:pt x="3314552" y="50172"/>
                  </a:lnTo>
                  <a:lnTo>
                    <a:pt x="3405631" y="38095"/>
                  </a:lnTo>
                  <a:lnTo>
                    <a:pt x="3496969" y="27726"/>
                  </a:lnTo>
                  <a:lnTo>
                    <a:pt x="3584675" y="19107"/>
                  </a:lnTo>
                  <a:lnTo>
                    <a:pt x="3664326" y="12262"/>
                  </a:lnTo>
                  <a:lnTo>
                    <a:pt x="3731703" y="7154"/>
                  </a:lnTo>
                  <a:lnTo>
                    <a:pt x="3783701" y="3651"/>
                  </a:lnTo>
                  <a:lnTo>
                    <a:pt x="3819121" y="1517"/>
                  </a:lnTo>
                  <a:lnTo>
                    <a:pt x="3839080" y="436"/>
                  </a:lnTo>
                  <a:lnTo>
                    <a:pt x="3846966" y="5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7"/>
                  </a:lnTo>
                  <a:lnTo>
                    <a:pt x="4396617" y="144"/>
                  </a:lnTo>
                  <a:lnTo>
                    <a:pt x="4417721" y="494"/>
                  </a:lnTo>
                  <a:lnTo>
                    <a:pt x="4454853" y="1180"/>
                  </a:lnTo>
                  <a:lnTo>
                    <a:pt x="4508997" y="2302"/>
                  </a:lnTo>
                  <a:lnTo>
                    <a:pt x="4578708" y="3930"/>
                  </a:lnTo>
                  <a:lnTo>
                    <a:pt x="4660597" y="6104"/>
                  </a:lnTo>
                  <a:lnTo>
                    <a:pt x="4750202" y="8833"/>
                  </a:lnTo>
                  <a:lnTo>
                    <a:pt x="4842956" y="12107"/>
                  </a:lnTo>
                  <a:lnTo>
                    <a:pt x="4934931" y="15913"/>
                  </a:lnTo>
                  <a:lnTo>
                    <a:pt x="5023240" y="20248"/>
                  </a:lnTo>
                  <a:lnTo>
                    <a:pt x="5106110" y="25126"/>
                  </a:lnTo>
                  <a:lnTo>
                    <a:pt x="5182733" y="30585"/>
                  </a:lnTo>
                  <a:lnTo>
                    <a:pt x="5253043" y="36688"/>
                  </a:lnTo>
                  <a:lnTo>
                    <a:pt x="5317476" y="43523"/>
                  </a:lnTo>
                  <a:lnTo>
                    <a:pt x="5376779" y="51196"/>
                  </a:lnTo>
                  <a:lnTo>
                    <a:pt x="5431861" y="59832"/>
                  </a:lnTo>
                  <a:lnTo>
                    <a:pt x="5483686" y="69553"/>
                  </a:lnTo>
                  <a:lnTo>
                    <a:pt x="5533183" y="80467"/>
                  </a:lnTo>
                  <a:lnTo>
                    <a:pt x="5567201" y="88927"/>
                  </a:lnTo>
                  <a:lnTo>
                    <a:pt x="5618300" y="103066"/>
                  </a:lnTo>
                  <a:lnTo>
                    <a:pt x="5668906" y="118697"/>
                  </a:lnTo>
                  <a:lnTo>
                    <a:pt x="5719568" y="135837"/>
                  </a:lnTo>
                  <a:lnTo>
                    <a:pt x="5770653" y="154453"/>
                  </a:lnTo>
                  <a:lnTo>
                    <a:pt x="5822369" y="174447"/>
                  </a:lnTo>
                  <a:lnTo>
                    <a:pt x="5874786" y="195657"/>
                  </a:lnTo>
                  <a:lnTo>
                    <a:pt x="5927855" y="217858"/>
                  </a:lnTo>
                  <a:lnTo>
                    <a:pt x="5981429" y="240770"/>
                  </a:lnTo>
                  <a:lnTo>
                    <a:pt x="6035289" y="264069"/>
                  </a:lnTo>
                  <a:lnTo>
                    <a:pt x="6089180" y="287408"/>
                  </a:lnTo>
                  <a:lnTo>
                    <a:pt x="6142841" y="310439"/>
                  </a:lnTo>
                  <a:lnTo>
                    <a:pt x="6196043" y="332832"/>
                  </a:lnTo>
                  <a:lnTo>
                    <a:pt x="6248620" y="354295"/>
                  </a:lnTo>
                  <a:lnTo>
                    <a:pt x="6300497" y="374588"/>
                  </a:lnTo>
                  <a:lnTo>
                    <a:pt x="6351716" y="393535"/>
                  </a:lnTo>
                  <a:lnTo>
                    <a:pt x="6402449" y="411023"/>
                  </a:lnTo>
                  <a:lnTo>
                    <a:pt x="6453027" y="427004"/>
                  </a:lnTo>
                  <a:lnTo>
                    <a:pt x="6503951" y="441485"/>
                  </a:lnTo>
                  <a:lnTo>
                    <a:pt x="6515891" y="444636"/>
                  </a:lnTo>
                  <a:lnTo>
                    <a:pt x="6564241" y="456426"/>
                  </a:lnTo>
                  <a:lnTo>
                    <a:pt x="6614331" y="466982"/>
                  </a:lnTo>
                  <a:lnTo>
                    <a:pt x="6667012" y="476372"/>
                  </a:lnTo>
                  <a:lnTo>
                    <a:pt x="6723233" y="484712"/>
                  </a:lnTo>
                  <a:lnTo>
                    <a:pt x="6783951" y="492128"/>
                  </a:lnTo>
                  <a:lnTo>
                    <a:pt x="6850042" y="498737"/>
                  </a:lnTo>
                  <a:lnTo>
                    <a:pt x="6922177" y="504644"/>
                  </a:lnTo>
                  <a:lnTo>
                    <a:pt x="7000669" y="509927"/>
                  </a:lnTo>
                  <a:lnTo>
                    <a:pt x="7085257" y="514643"/>
                  </a:lnTo>
                  <a:lnTo>
                    <a:pt x="7174874" y="518822"/>
                  </a:lnTo>
                  <a:lnTo>
                    <a:pt x="7267427" y="522473"/>
                  </a:lnTo>
                  <a:lnTo>
                    <a:pt x="7359704" y="525588"/>
                  </a:lnTo>
                  <a:lnTo>
                    <a:pt x="7447531" y="528154"/>
                  </a:lnTo>
                  <a:lnTo>
                    <a:pt x="7526280" y="530166"/>
                  </a:lnTo>
                  <a:lnTo>
                    <a:pt x="7591702" y="531641"/>
                  </a:lnTo>
                  <a:lnTo>
                    <a:pt x="7640901" y="532626"/>
                  </a:lnTo>
                  <a:lnTo>
                    <a:pt x="7673117" y="533202"/>
                  </a:lnTo>
                  <a:lnTo>
                    <a:pt x="7690061" y="533475"/>
                  </a:lnTo>
                  <a:lnTo>
                    <a:pt x="7695771" y="533558"/>
                  </a:lnTo>
                  <a:lnTo>
                    <a:pt x="7696237" y="533564"/>
                  </a:lnTo>
                  <a:lnTo>
                    <a:pt x="8234974" y="533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8" name="pl1138"/>
            <p:cNvSpPr/>
            <p:nvPr/>
          </p:nvSpPr>
          <p:spPr>
            <a:xfrm>
              <a:off x="546595" y="2487263"/>
              <a:ext cx="8234974" cy="1753140"/>
            </a:xfrm>
            <a:custGeom>
              <a:avLst/>
              <a:pathLst>
                <a:path w="8234974" h="1753140">
                  <a:moveTo>
                    <a:pt x="8234974" y="533564"/>
                  </a:move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1" y="55"/>
                  </a:lnTo>
                  <a:lnTo>
                    <a:pt x="3838727" y="455"/>
                  </a:lnTo>
                  <a:lnTo>
                    <a:pt x="3818392" y="1558"/>
                  </a:lnTo>
                  <a:lnTo>
                    <a:pt x="3782538" y="3724"/>
                  </a:lnTo>
                  <a:lnTo>
                    <a:pt x="3730107" y="7268"/>
                  </a:lnTo>
                  <a:lnTo>
                    <a:pt x="3662358" y="12421"/>
                  </a:lnTo>
                  <a:lnTo>
                    <a:pt x="3582437" y="19312"/>
                  </a:lnTo>
                  <a:lnTo>
                    <a:pt x="3494578" y="27978"/>
                  </a:lnTo>
                  <a:lnTo>
                    <a:pt x="3403201" y="38393"/>
                  </a:lnTo>
                  <a:lnTo>
                    <a:pt x="3312173" y="50515"/>
                  </a:lnTo>
                  <a:lnTo>
                    <a:pt x="3224405" y="64326"/>
                  </a:lnTo>
                  <a:lnTo>
                    <a:pt x="3141743" y="79862"/>
                  </a:lnTo>
                  <a:lnTo>
                    <a:pt x="3065093" y="97233"/>
                  </a:lnTo>
                  <a:lnTo>
                    <a:pt x="2994619" y="116623"/>
                  </a:lnTo>
                  <a:lnTo>
                    <a:pt x="2929975" y="138294"/>
                  </a:lnTo>
                  <a:lnTo>
                    <a:pt x="2870488" y="162575"/>
                  </a:lnTo>
                  <a:lnTo>
                    <a:pt x="2815306" y="189846"/>
                  </a:lnTo>
                  <a:lnTo>
                    <a:pt x="2763508" y="220504"/>
                  </a:lnTo>
                  <a:lnTo>
                    <a:pt x="2714185" y="254903"/>
                  </a:lnTo>
                  <a:lnTo>
                    <a:pt x="2667772" y="292190"/>
                  </a:lnTo>
                  <a:lnTo>
                    <a:pt x="2625795" y="329948"/>
                  </a:lnTo>
                  <a:lnTo>
                    <a:pt x="2584227" y="370986"/>
                  </a:lnTo>
                  <a:lnTo>
                    <a:pt x="2542735" y="415365"/>
                  </a:lnTo>
                  <a:lnTo>
                    <a:pt x="2501074" y="463068"/>
                  </a:lnTo>
                  <a:lnTo>
                    <a:pt x="2459075" y="513992"/>
                  </a:lnTo>
                  <a:lnTo>
                    <a:pt x="2416641" y="567937"/>
                  </a:lnTo>
                  <a:lnTo>
                    <a:pt x="2373733" y="624609"/>
                  </a:lnTo>
                  <a:lnTo>
                    <a:pt x="2330369" y="683616"/>
                  </a:lnTo>
                  <a:lnTo>
                    <a:pt x="2286614" y="744482"/>
                  </a:lnTo>
                  <a:lnTo>
                    <a:pt x="2242570" y="806656"/>
                  </a:lnTo>
                  <a:lnTo>
                    <a:pt x="2198366" y="869534"/>
                  </a:lnTo>
                  <a:lnTo>
                    <a:pt x="2154146" y="932483"/>
                  </a:lnTo>
                  <a:lnTo>
                    <a:pt x="2110054" y="994868"/>
                  </a:lnTo>
                  <a:lnTo>
                    <a:pt x="2066224" y="1056076"/>
                  </a:lnTo>
                  <a:lnTo>
                    <a:pt x="2022766" y="1115542"/>
                  </a:lnTo>
                  <a:lnTo>
                    <a:pt x="1979753" y="1172773"/>
                  </a:lnTo>
                  <a:lnTo>
                    <a:pt x="1937214" y="1227356"/>
                  </a:lnTo>
                  <a:lnTo>
                    <a:pt x="1895124" y="1278975"/>
                  </a:lnTo>
                  <a:lnTo>
                    <a:pt x="1853400" y="1327409"/>
                  </a:lnTo>
                  <a:lnTo>
                    <a:pt x="1811889" y="1372535"/>
                  </a:lnTo>
                  <a:lnTo>
                    <a:pt x="1770363" y="1414316"/>
                  </a:lnTo>
                  <a:lnTo>
                    <a:pt x="1728511" y="1452798"/>
                  </a:lnTo>
                  <a:lnTo>
                    <a:pt x="1719082" y="1460950"/>
                  </a:lnTo>
                  <a:lnTo>
                    <a:pt x="1671388" y="1499197"/>
                  </a:lnTo>
                  <a:lnTo>
                    <a:pt x="1622011" y="1533494"/>
                  </a:lnTo>
                  <a:lnTo>
                    <a:pt x="1570135" y="1564057"/>
                  </a:lnTo>
                  <a:lnTo>
                    <a:pt x="1514851" y="1591243"/>
                  </a:lnTo>
                  <a:lnTo>
                    <a:pt x="1455238" y="1615450"/>
                  </a:lnTo>
                  <a:lnTo>
                    <a:pt x="1390447" y="1637057"/>
                  </a:lnTo>
                  <a:lnTo>
                    <a:pt x="1319813" y="1656391"/>
                  </a:lnTo>
                  <a:lnTo>
                    <a:pt x="1242998" y="1673711"/>
                  </a:lnTo>
                  <a:lnTo>
                    <a:pt x="1160186" y="1689201"/>
                  </a:lnTo>
                  <a:lnTo>
                    <a:pt x="1072302" y="1702967"/>
                  </a:lnTo>
                  <a:lnTo>
                    <a:pt x="981224" y="1715044"/>
                  </a:lnTo>
                  <a:lnTo>
                    <a:pt x="889886" y="1725413"/>
                  </a:lnTo>
                  <a:lnTo>
                    <a:pt x="802179" y="1734032"/>
                  </a:lnTo>
                  <a:lnTo>
                    <a:pt x="722528" y="1740877"/>
                  </a:lnTo>
                  <a:lnTo>
                    <a:pt x="655151" y="1745985"/>
                  </a:lnTo>
                  <a:lnTo>
                    <a:pt x="603153" y="1749488"/>
                  </a:lnTo>
                  <a:lnTo>
                    <a:pt x="567734" y="1751622"/>
                  </a:lnTo>
                  <a:lnTo>
                    <a:pt x="547774" y="1752703"/>
                  </a:lnTo>
                  <a:lnTo>
                    <a:pt x="539889" y="1753088"/>
                  </a:lnTo>
                  <a:lnTo>
                    <a:pt x="538736" y="1753140"/>
                  </a:lnTo>
                  <a:lnTo>
                    <a:pt x="0" y="1753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9" name="pg1139"/>
            <p:cNvSpPr/>
            <p:nvPr/>
          </p:nvSpPr>
          <p:spPr>
            <a:xfrm>
              <a:off x="546595" y="3227720"/>
              <a:ext cx="8234974" cy="2602487"/>
            </a:xfrm>
            <a:custGeom>
              <a:avLst/>
              <a:pathLst>
                <a:path w="8234974" h="2602487">
                  <a:moveTo>
                    <a:pt x="0" y="1252242"/>
                  </a:moveTo>
                  <a:lnTo>
                    <a:pt x="538736" y="1252242"/>
                  </a:lnTo>
                  <a:lnTo>
                    <a:pt x="540005" y="1252286"/>
                  </a:lnTo>
                  <a:lnTo>
                    <a:pt x="548290" y="1252599"/>
                  </a:lnTo>
                  <a:lnTo>
                    <a:pt x="568961" y="1253465"/>
                  </a:lnTo>
                  <a:lnTo>
                    <a:pt x="605375" y="1255163"/>
                  </a:lnTo>
                  <a:lnTo>
                    <a:pt x="658557" y="1257940"/>
                  </a:lnTo>
                  <a:lnTo>
                    <a:pt x="727168" y="1261975"/>
                  </a:lnTo>
                  <a:lnTo>
                    <a:pt x="807956" y="1267368"/>
                  </a:lnTo>
                  <a:lnTo>
                    <a:pt x="896587" y="1274143"/>
                  </a:lnTo>
                  <a:lnTo>
                    <a:pt x="988576" y="1282280"/>
                  </a:lnTo>
                  <a:lnTo>
                    <a:pt x="1080027" y="1291746"/>
                  </a:lnTo>
                  <a:lnTo>
                    <a:pt x="1168040" y="1302529"/>
                  </a:lnTo>
                  <a:lnTo>
                    <a:pt x="1250799" y="1314660"/>
                  </a:lnTo>
                  <a:lnTo>
                    <a:pt x="1327441" y="1328230"/>
                  </a:lnTo>
                  <a:lnTo>
                    <a:pt x="1397845" y="1343387"/>
                  </a:lnTo>
                  <a:lnTo>
                    <a:pt x="1462396" y="1360341"/>
                  </a:lnTo>
                  <a:lnTo>
                    <a:pt x="1521801" y="1379355"/>
                  </a:lnTo>
                  <a:lnTo>
                    <a:pt x="1576936" y="1400728"/>
                  </a:lnTo>
                  <a:lnTo>
                    <a:pt x="1628741" y="1424772"/>
                  </a:lnTo>
                  <a:lnTo>
                    <a:pt x="1678136" y="1451757"/>
                  </a:lnTo>
                  <a:lnTo>
                    <a:pt x="1719082" y="1477283"/>
                  </a:lnTo>
                  <a:lnTo>
                    <a:pt x="1764098" y="1508581"/>
                  </a:lnTo>
                  <a:lnTo>
                    <a:pt x="1808673" y="1542792"/>
                  </a:lnTo>
                  <a:lnTo>
                    <a:pt x="1853206" y="1579966"/>
                  </a:lnTo>
                  <a:lnTo>
                    <a:pt x="1897982" y="1620073"/>
                  </a:lnTo>
                  <a:lnTo>
                    <a:pt x="1943186" y="1662991"/>
                  </a:lnTo>
                  <a:lnTo>
                    <a:pt x="1988915" y="1708501"/>
                  </a:lnTo>
                  <a:lnTo>
                    <a:pt x="2035187" y="1756287"/>
                  </a:lnTo>
                  <a:lnTo>
                    <a:pt x="2081951" y="1805935"/>
                  </a:lnTo>
                  <a:lnTo>
                    <a:pt x="2129101" y="1856952"/>
                  </a:lnTo>
                  <a:lnTo>
                    <a:pt x="2176489" y="1908781"/>
                  </a:lnTo>
                  <a:lnTo>
                    <a:pt x="2223940" y="1960827"/>
                  </a:lnTo>
                  <a:lnTo>
                    <a:pt x="2271276" y="2012484"/>
                  </a:lnTo>
                  <a:lnTo>
                    <a:pt x="2318330" y="2063164"/>
                  </a:lnTo>
                  <a:lnTo>
                    <a:pt x="2364962" y="2112326"/>
                  </a:lnTo>
                  <a:lnTo>
                    <a:pt x="2411080" y="2159498"/>
                  </a:lnTo>
                  <a:lnTo>
                    <a:pt x="2456654" y="2204295"/>
                  </a:lnTo>
                  <a:lnTo>
                    <a:pt x="2501722" y="2246427"/>
                  </a:lnTo>
                  <a:lnTo>
                    <a:pt x="2546406" y="2285703"/>
                  </a:lnTo>
                  <a:lnTo>
                    <a:pt x="2590917" y="2322028"/>
                  </a:lnTo>
                  <a:lnTo>
                    <a:pt x="2635572" y="2355397"/>
                  </a:lnTo>
                  <a:lnTo>
                    <a:pt x="2667772" y="2377446"/>
                  </a:lnTo>
                  <a:lnTo>
                    <a:pt x="2715755" y="2407070"/>
                  </a:lnTo>
                  <a:lnTo>
                    <a:pt x="2765446" y="2433616"/>
                  </a:lnTo>
                  <a:lnTo>
                    <a:pt x="2817675" y="2457254"/>
                  </a:lnTo>
                  <a:lnTo>
                    <a:pt x="2873371" y="2478267"/>
                  </a:lnTo>
                  <a:lnTo>
                    <a:pt x="2933469" y="2496964"/>
                  </a:lnTo>
                  <a:lnTo>
                    <a:pt x="2998830" y="2513643"/>
                  </a:lnTo>
                  <a:lnTo>
                    <a:pt x="3070123" y="2528559"/>
                  </a:lnTo>
                  <a:lnTo>
                    <a:pt x="3147673" y="2541912"/>
                  </a:lnTo>
                  <a:lnTo>
                    <a:pt x="3231266" y="2553844"/>
                  </a:lnTo>
                  <a:lnTo>
                    <a:pt x="3319915" y="2564436"/>
                  </a:lnTo>
                  <a:lnTo>
                    <a:pt x="3411649" y="2573710"/>
                  </a:lnTo>
                  <a:lnTo>
                    <a:pt x="3503413" y="2581652"/>
                  </a:lnTo>
                  <a:lnTo>
                    <a:pt x="3591192" y="2588228"/>
                  </a:lnTo>
                  <a:lnTo>
                    <a:pt x="3670470" y="2593421"/>
                  </a:lnTo>
                  <a:lnTo>
                    <a:pt x="3737011" y="2597266"/>
                  </a:lnTo>
                  <a:lnTo>
                    <a:pt x="3787794" y="2599874"/>
                  </a:lnTo>
                  <a:lnTo>
                    <a:pt x="3821808" y="2601435"/>
                  </a:lnTo>
                  <a:lnTo>
                    <a:pt x="3840425" y="2602203"/>
                  </a:lnTo>
                  <a:lnTo>
                    <a:pt x="3847318" y="2602460"/>
                  </a:lnTo>
                  <a:lnTo>
                    <a:pt x="3848118" y="2602487"/>
                  </a:lnTo>
                  <a:lnTo>
                    <a:pt x="4386855" y="2602487"/>
                  </a:lnTo>
                  <a:lnTo>
                    <a:pt x="4388043" y="2602408"/>
                  </a:lnTo>
                  <a:lnTo>
                    <a:pt x="4395807" y="2601846"/>
                  </a:lnTo>
                  <a:lnTo>
                    <a:pt x="4415225" y="2600292"/>
                  </a:lnTo>
                  <a:lnTo>
                    <a:pt x="4449552" y="2597240"/>
                  </a:lnTo>
                  <a:lnTo>
                    <a:pt x="4499919" y="2592240"/>
                  </a:lnTo>
                  <a:lnTo>
                    <a:pt x="4565287" y="2584957"/>
                  </a:lnTo>
                  <a:lnTo>
                    <a:pt x="4642794" y="2575193"/>
                  </a:lnTo>
                  <a:lnTo>
                    <a:pt x="4728479" y="2562888"/>
                  </a:lnTo>
                  <a:lnTo>
                    <a:pt x="4818112" y="2548070"/>
                  </a:lnTo>
                  <a:lnTo>
                    <a:pt x="4907909" y="2530797"/>
                  </a:lnTo>
                  <a:lnTo>
                    <a:pt x="4994944" y="2511105"/>
                  </a:lnTo>
                  <a:lnTo>
                    <a:pt x="5077290" y="2488957"/>
                  </a:lnTo>
                  <a:lnTo>
                    <a:pt x="5153929" y="2464221"/>
                  </a:lnTo>
                  <a:lnTo>
                    <a:pt x="5224578" y="2436658"/>
                  </a:lnTo>
                  <a:lnTo>
                    <a:pt x="5289476" y="2405924"/>
                  </a:lnTo>
                  <a:lnTo>
                    <a:pt x="5349203" y="2371575"/>
                  </a:lnTo>
                  <a:lnTo>
                    <a:pt x="5404538" y="2333092"/>
                  </a:lnTo>
                  <a:lnTo>
                    <a:pt x="5456348" y="2289914"/>
                  </a:lnTo>
                  <a:lnTo>
                    <a:pt x="5505507" y="2241513"/>
                  </a:lnTo>
                  <a:lnTo>
                    <a:pt x="5552827" y="2187507"/>
                  </a:lnTo>
                  <a:lnTo>
                    <a:pt x="5567201" y="2169646"/>
                  </a:lnTo>
                  <a:lnTo>
                    <a:pt x="5603886" y="2121070"/>
                  </a:lnTo>
                  <a:lnTo>
                    <a:pt x="5640224" y="2068803"/>
                  </a:lnTo>
                  <a:lnTo>
                    <a:pt x="5676447" y="2012770"/>
                  </a:lnTo>
                  <a:lnTo>
                    <a:pt x="5712737" y="1952962"/>
                  </a:lnTo>
                  <a:lnTo>
                    <a:pt x="5749226" y="1889443"/>
                  </a:lnTo>
                  <a:lnTo>
                    <a:pt x="5786007" y="1822353"/>
                  </a:lnTo>
                  <a:lnTo>
                    <a:pt x="5823133" y="1751917"/>
                  </a:lnTo>
                  <a:lnTo>
                    <a:pt x="5860620" y="1678444"/>
                  </a:lnTo>
                  <a:lnTo>
                    <a:pt x="5898457" y="1602324"/>
                  </a:lnTo>
                  <a:lnTo>
                    <a:pt x="5936602" y="1524022"/>
                  </a:lnTo>
                  <a:lnTo>
                    <a:pt x="5974990" y="1444067"/>
                  </a:lnTo>
                  <a:lnTo>
                    <a:pt x="6013542" y="1363042"/>
                  </a:lnTo>
                  <a:lnTo>
                    <a:pt x="6052163" y="1281560"/>
                  </a:lnTo>
                  <a:lnTo>
                    <a:pt x="6090758" y="1200251"/>
                  </a:lnTo>
                  <a:lnTo>
                    <a:pt x="6129231" y="1119740"/>
                  </a:lnTo>
                  <a:lnTo>
                    <a:pt x="6167494" y="1040625"/>
                  </a:lnTo>
                  <a:lnTo>
                    <a:pt x="6205476" y="963460"/>
                  </a:lnTo>
                  <a:lnTo>
                    <a:pt x="6243125" y="888743"/>
                  </a:lnTo>
                  <a:lnTo>
                    <a:pt x="6280413" y="816896"/>
                  </a:lnTo>
                  <a:lnTo>
                    <a:pt x="6317345" y="748267"/>
                  </a:lnTo>
                  <a:lnTo>
                    <a:pt x="6353956" y="683117"/>
                  </a:lnTo>
                  <a:lnTo>
                    <a:pt x="6390322" y="621626"/>
                  </a:lnTo>
                  <a:lnTo>
                    <a:pt x="6426556" y="563890"/>
                  </a:lnTo>
                  <a:lnTo>
                    <a:pt x="6462816" y="509933"/>
                  </a:lnTo>
                  <a:lnTo>
                    <a:pt x="6499312" y="459708"/>
                  </a:lnTo>
                  <a:lnTo>
                    <a:pt x="6515891" y="438285"/>
                  </a:lnTo>
                  <a:lnTo>
                    <a:pt x="6562785" y="382515"/>
                  </a:lnTo>
                  <a:lnTo>
                    <a:pt x="6611294" y="332409"/>
                  </a:lnTo>
                  <a:lnTo>
                    <a:pt x="6662192" y="287668"/>
                  </a:lnTo>
                  <a:lnTo>
                    <a:pt x="6716342" y="247793"/>
                  </a:lnTo>
                  <a:lnTo>
                    <a:pt x="6774622" y="212223"/>
                  </a:lnTo>
                  <a:lnTo>
                    <a:pt x="6837847" y="180422"/>
                  </a:lnTo>
                  <a:lnTo>
                    <a:pt x="6906672" y="151921"/>
                  </a:lnTo>
                  <a:lnTo>
                    <a:pt x="6981460" y="126341"/>
                  </a:lnTo>
                  <a:lnTo>
                    <a:pt x="7062110" y="103411"/>
                  </a:lnTo>
                  <a:lnTo>
                    <a:pt x="7147856" y="82967"/>
                  </a:lnTo>
                  <a:lnTo>
                    <a:pt x="7237064" y="64945"/>
                  </a:lnTo>
                  <a:lnTo>
                    <a:pt x="7327118" y="49361"/>
                  </a:lnTo>
                  <a:lnTo>
                    <a:pt x="7414467" y="36272"/>
                  </a:lnTo>
                  <a:lnTo>
                    <a:pt x="7494955" y="25724"/>
                  </a:lnTo>
                  <a:lnTo>
                    <a:pt x="7564452" y="17688"/>
                  </a:lnTo>
                  <a:lnTo>
                    <a:pt x="7619667" y="12011"/>
                  </a:lnTo>
                  <a:lnTo>
                    <a:pt x="7658938" y="8401"/>
                  </a:lnTo>
                  <a:lnTo>
                    <a:pt x="7682714" y="6436"/>
                  </a:lnTo>
                  <a:lnTo>
                    <a:pt x="7693620" y="562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0" y="78"/>
                  </a:lnTo>
                  <a:lnTo>
                    <a:pt x="7687286" y="640"/>
                  </a:lnTo>
                  <a:lnTo>
                    <a:pt x="7667867" y="2194"/>
                  </a:lnTo>
                  <a:lnTo>
                    <a:pt x="7633541" y="5247"/>
                  </a:lnTo>
                  <a:lnTo>
                    <a:pt x="7583173" y="10246"/>
                  </a:lnTo>
                  <a:lnTo>
                    <a:pt x="7517806" y="17530"/>
                  </a:lnTo>
                  <a:lnTo>
                    <a:pt x="7440298" y="27293"/>
                  </a:lnTo>
                  <a:lnTo>
                    <a:pt x="7354614" y="39598"/>
                  </a:lnTo>
                  <a:lnTo>
                    <a:pt x="7264980" y="54417"/>
                  </a:lnTo>
                  <a:lnTo>
                    <a:pt x="7175184" y="71689"/>
                  </a:lnTo>
                  <a:lnTo>
                    <a:pt x="7088148" y="91381"/>
                  </a:lnTo>
                  <a:lnTo>
                    <a:pt x="7005803" y="113530"/>
                  </a:lnTo>
                  <a:lnTo>
                    <a:pt x="6929163" y="138266"/>
                  </a:lnTo>
                  <a:lnTo>
                    <a:pt x="6858515" y="165828"/>
                  </a:lnTo>
                  <a:lnTo>
                    <a:pt x="6793617" y="196562"/>
                  </a:lnTo>
                  <a:lnTo>
                    <a:pt x="6733889" y="230911"/>
                  </a:lnTo>
                  <a:lnTo>
                    <a:pt x="6678554" y="269394"/>
                  </a:lnTo>
                  <a:lnTo>
                    <a:pt x="6626745" y="312572"/>
                  </a:lnTo>
                  <a:lnTo>
                    <a:pt x="6577585" y="360973"/>
                  </a:lnTo>
                  <a:lnTo>
                    <a:pt x="6530265" y="414979"/>
                  </a:lnTo>
                  <a:lnTo>
                    <a:pt x="6515891" y="432840"/>
                  </a:lnTo>
                  <a:lnTo>
                    <a:pt x="6479206" y="481416"/>
                  </a:lnTo>
                  <a:lnTo>
                    <a:pt x="6442869" y="533684"/>
                  </a:lnTo>
                  <a:lnTo>
                    <a:pt x="6406645" y="589716"/>
                  </a:lnTo>
                  <a:lnTo>
                    <a:pt x="6370356" y="649524"/>
                  </a:lnTo>
                  <a:lnTo>
                    <a:pt x="6333866" y="713044"/>
                  </a:lnTo>
                  <a:lnTo>
                    <a:pt x="6297085" y="780134"/>
                  </a:lnTo>
                  <a:lnTo>
                    <a:pt x="6259960" y="850569"/>
                  </a:lnTo>
                  <a:lnTo>
                    <a:pt x="6222472" y="924042"/>
                  </a:lnTo>
                  <a:lnTo>
                    <a:pt x="6184635" y="1000162"/>
                  </a:lnTo>
                  <a:lnTo>
                    <a:pt x="6146491" y="1078465"/>
                  </a:lnTo>
                  <a:lnTo>
                    <a:pt x="6108102" y="1158419"/>
                  </a:lnTo>
                  <a:lnTo>
                    <a:pt x="6069551" y="1239445"/>
                  </a:lnTo>
                  <a:lnTo>
                    <a:pt x="6030929" y="1320926"/>
                  </a:lnTo>
                  <a:lnTo>
                    <a:pt x="5992334" y="1402235"/>
                  </a:lnTo>
                  <a:lnTo>
                    <a:pt x="5953862" y="1482746"/>
                  </a:lnTo>
                  <a:lnTo>
                    <a:pt x="5915598" y="1561861"/>
                  </a:lnTo>
                  <a:lnTo>
                    <a:pt x="5877616" y="1639026"/>
                  </a:lnTo>
                  <a:lnTo>
                    <a:pt x="5839968" y="1713744"/>
                  </a:lnTo>
                  <a:lnTo>
                    <a:pt x="5802680" y="1785590"/>
                  </a:lnTo>
                  <a:lnTo>
                    <a:pt x="5765748" y="1854219"/>
                  </a:lnTo>
                  <a:lnTo>
                    <a:pt x="5729136" y="1919369"/>
                  </a:lnTo>
                  <a:lnTo>
                    <a:pt x="5692771" y="1980860"/>
                  </a:lnTo>
                  <a:lnTo>
                    <a:pt x="5656537" y="2038596"/>
                  </a:lnTo>
                  <a:lnTo>
                    <a:pt x="5620276" y="2092553"/>
                  </a:lnTo>
                  <a:lnTo>
                    <a:pt x="5583780" y="2142779"/>
                  </a:lnTo>
                  <a:lnTo>
                    <a:pt x="5567201" y="2164202"/>
                  </a:lnTo>
                  <a:lnTo>
                    <a:pt x="5520307" y="2219972"/>
                  </a:lnTo>
                  <a:lnTo>
                    <a:pt x="5471798" y="2270077"/>
                  </a:lnTo>
                  <a:lnTo>
                    <a:pt x="5420900" y="2314818"/>
                  </a:lnTo>
                  <a:lnTo>
                    <a:pt x="5366751" y="2354694"/>
                  </a:lnTo>
                  <a:lnTo>
                    <a:pt x="5308471" y="2390263"/>
                  </a:lnTo>
                  <a:lnTo>
                    <a:pt x="5245246" y="2422064"/>
                  </a:lnTo>
                  <a:lnTo>
                    <a:pt x="5176421" y="2450566"/>
                  </a:lnTo>
                  <a:lnTo>
                    <a:pt x="5101633" y="2476146"/>
                  </a:lnTo>
                  <a:lnTo>
                    <a:pt x="5020982" y="2499076"/>
                  </a:lnTo>
                  <a:lnTo>
                    <a:pt x="4935237" y="2519520"/>
                  </a:lnTo>
                  <a:lnTo>
                    <a:pt x="4846028" y="2537542"/>
                  </a:lnTo>
                  <a:lnTo>
                    <a:pt x="4755974" y="2553125"/>
                  </a:lnTo>
                  <a:lnTo>
                    <a:pt x="4668626" y="2566214"/>
                  </a:lnTo>
                  <a:lnTo>
                    <a:pt x="4588137" y="2576762"/>
                  </a:lnTo>
                  <a:lnTo>
                    <a:pt x="4518641" y="2584799"/>
                  </a:lnTo>
                  <a:lnTo>
                    <a:pt x="4463426" y="2590475"/>
                  </a:lnTo>
                  <a:lnTo>
                    <a:pt x="4424155" y="2594086"/>
                  </a:lnTo>
                  <a:lnTo>
                    <a:pt x="4400378" y="2596051"/>
                  </a:lnTo>
                  <a:lnTo>
                    <a:pt x="4389472" y="2596865"/>
                  </a:lnTo>
                  <a:lnTo>
                    <a:pt x="4386855" y="2597042"/>
                  </a:lnTo>
                  <a:lnTo>
                    <a:pt x="3848118" y="2597042"/>
                  </a:lnTo>
                  <a:lnTo>
                    <a:pt x="3846849" y="2596998"/>
                  </a:lnTo>
                  <a:lnTo>
                    <a:pt x="3838565" y="2596685"/>
                  </a:lnTo>
                  <a:lnTo>
                    <a:pt x="3817894" y="2595820"/>
                  </a:lnTo>
                  <a:lnTo>
                    <a:pt x="3781480" y="2594122"/>
                  </a:lnTo>
                  <a:lnTo>
                    <a:pt x="3728298" y="2591345"/>
                  </a:lnTo>
                  <a:lnTo>
                    <a:pt x="3659687" y="2587309"/>
                  </a:lnTo>
                  <a:lnTo>
                    <a:pt x="3578899" y="2581917"/>
                  </a:lnTo>
                  <a:lnTo>
                    <a:pt x="3490267" y="2575141"/>
                  </a:lnTo>
                  <a:lnTo>
                    <a:pt x="3398278" y="2567005"/>
                  </a:lnTo>
                  <a:lnTo>
                    <a:pt x="3306828" y="2557539"/>
                  </a:lnTo>
                  <a:lnTo>
                    <a:pt x="3218814" y="2546756"/>
                  </a:lnTo>
                  <a:lnTo>
                    <a:pt x="3136056" y="2534624"/>
                  </a:lnTo>
                  <a:lnTo>
                    <a:pt x="3059413" y="2521055"/>
                  </a:lnTo>
                  <a:lnTo>
                    <a:pt x="2989010" y="2505898"/>
                  </a:lnTo>
                  <a:lnTo>
                    <a:pt x="2924459" y="2488943"/>
                  </a:lnTo>
                  <a:lnTo>
                    <a:pt x="2865054" y="2469930"/>
                  </a:lnTo>
                  <a:lnTo>
                    <a:pt x="2809919" y="2448556"/>
                  </a:lnTo>
                  <a:lnTo>
                    <a:pt x="2758113" y="2424513"/>
                  </a:lnTo>
                  <a:lnTo>
                    <a:pt x="2708718" y="2397528"/>
                  </a:lnTo>
                  <a:lnTo>
                    <a:pt x="2667772" y="2372002"/>
                  </a:lnTo>
                  <a:lnTo>
                    <a:pt x="2622757" y="2340703"/>
                  </a:lnTo>
                  <a:lnTo>
                    <a:pt x="2578182" y="2306493"/>
                  </a:lnTo>
                  <a:lnTo>
                    <a:pt x="2533648" y="2269319"/>
                  </a:lnTo>
                  <a:lnTo>
                    <a:pt x="2488872" y="2229212"/>
                  </a:lnTo>
                  <a:lnTo>
                    <a:pt x="2443668" y="2186294"/>
                  </a:lnTo>
                  <a:lnTo>
                    <a:pt x="2397939" y="2140783"/>
                  </a:lnTo>
                  <a:lnTo>
                    <a:pt x="2351667" y="2092998"/>
                  </a:lnTo>
                  <a:lnTo>
                    <a:pt x="2304903" y="2043350"/>
                  </a:lnTo>
                  <a:lnTo>
                    <a:pt x="2257753" y="1992333"/>
                  </a:lnTo>
                  <a:lnTo>
                    <a:pt x="2210366" y="1940503"/>
                  </a:lnTo>
                  <a:lnTo>
                    <a:pt x="2162914" y="1888457"/>
                  </a:lnTo>
                  <a:lnTo>
                    <a:pt x="2115578" y="1836801"/>
                  </a:lnTo>
                  <a:lnTo>
                    <a:pt x="2068525" y="1786121"/>
                  </a:lnTo>
                  <a:lnTo>
                    <a:pt x="2021893" y="1736959"/>
                  </a:lnTo>
                  <a:lnTo>
                    <a:pt x="1975774" y="1689786"/>
                  </a:lnTo>
                  <a:lnTo>
                    <a:pt x="1930201" y="1644989"/>
                  </a:lnTo>
                  <a:lnTo>
                    <a:pt x="1885132" y="1602858"/>
                  </a:lnTo>
                  <a:lnTo>
                    <a:pt x="1840449" y="1563582"/>
                  </a:lnTo>
                  <a:lnTo>
                    <a:pt x="1795937" y="1527256"/>
                  </a:lnTo>
                  <a:lnTo>
                    <a:pt x="1751282" y="1493888"/>
                  </a:lnTo>
                  <a:lnTo>
                    <a:pt x="1719082" y="1471839"/>
                  </a:lnTo>
                  <a:lnTo>
                    <a:pt x="1671099" y="1442214"/>
                  </a:lnTo>
                  <a:lnTo>
                    <a:pt x="1621409" y="1415669"/>
                  </a:lnTo>
                  <a:lnTo>
                    <a:pt x="1569179" y="1392030"/>
                  </a:lnTo>
                  <a:lnTo>
                    <a:pt x="1513484" y="1371018"/>
                  </a:lnTo>
                  <a:lnTo>
                    <a:pt x="1453386" y="1352321"/>
                  </a:lnTo>
                  <a:lnTo>
                    <a:pt x="1388025" y="1335642"/>
                  </a:lnTo>
                  <a:lnTo>
                    <a:pt x="1316732" y="1320726"/>
                  </a:lnTo>
                  <a:lnTo>
                    <a:pt x="1239181" y="1307373"/>
                  </a:lnTo>
                  <a:lnTo>
                    <a:pt x="1155588" y="1295440"/>
                  </a:lnTo>
                  <a:lnTo>
                    <a:pt x="1066940" y="1284849"/>
                  </a:lnTo>
                  <a:lnTo>
                    <a:pt x="975205" y="1275574"/>
                  </a:lnTo>
                  <a:lnTo>
                    <a:pt x="883442" y="1267633"/>
                  </a:lnTo>
                  <a:lnTo>
                    <a:pt x="795662" y="1261057"/>
                  </a:lnTo>
                  <a:lnTo>
                    <a:pt x="716384" y="1255864"/>
                  </a:lnTo>
                  <a:lnTo>
                    <a:pt x="649844" y="1252019"/>
                  </a:lnTo>
                  <a:lnTo>
                    <a:pt x="599060" y="1249411"/>
                  </a:lnTo>
                  <a:lnTo>
                    <a:pt x="565047" y="1247850"/>
                  </a:lnTo>
                  <a:lnTo>
                    <a:pt x="546430" y="1247082"/>
                  </a:lnTo>
                  <a:lnTo>
                    <a:pt x="539537" y="1246825"/>
                  </a:lnTo>
                  <a:lnTo>
                    <a:pt x="538736" y="1246798"/>
                  </a:lnTo>
                  <a:lnTo>
                    <a:pt x="0" y="124679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40" name="pl1140"/>
            <p:cNvSpPr/>
            <p:nvPr/>
          </p:nvSpPr>
          <p:spPr>
            <a:xfrm>
              <a:off x="546595" y="3233164"/>
              <a:ext cx="8234974" cy="2597042"/>
            </a:xfrm>
            <a:custGeom>
              <a:avLst/>
              <a:pathLst>
                <a:path w="8234974" h="2597042">
                  <a:moveTo>
                    <a:pt x="0" y="1246798"/>
                  </a:moveTo>
                  <a:lnTo>
                    <a:pt x="538736" y="1246798"/>
                  </a:lnTo>
                  <a:lnTo>
                    <a:pt x="540005" y="1246842"/>
                  </a:lnTo>
                  <a:lnTo>
                    <a:pt x="548290" y="1247155"/>
                  </a:lnTo>
                  <a:lnTo>
                    <a:pt x="568961" y="1248020"/>
                  </a:lnTo>
                  <a:lnTo>
                    <a:pt x="605375" y="1249719"/>
                  </a:lnTo>
                  <a:lnTo>
                    <a:pt x="658557" y="1252496"/>
                  </a:lnTo>
                  <a:lnTo>
                    <a:pt x="727168" y="1256531"/>
                  </a:lnTo>
                  <a:lnTo>
                    <a:pt x="807956" y="1261924"/>
                  </a:lnTo>
                  <a:lnTo>
                    <a:pt x="896587" y="1268699"/>
                  </a:lnTo>
                  <a:lnTo>
                    <a:pt x="988576" y="1276836"/>
                  </a:lnTo>
                  <a:lnTo>
                    <a:pt x="1080027" y="1286301"/>
                  </a:lnTo>
                  <a:lnTo>
                    <a:pt x="1168040" y="1297084"/>
                  </a:lnTo>
                  <a:lnTo>
                    <a:pt x="1250799" y="1309216"/>
                  </a:lnTo>
                  <a:lnTo>
                    <a:pt x="1327441" y="1322785"/>
                  </a:lnTo>
                  <a:lnTo>
                    <a:pt x="1397845" y="1337942"/>
                  </a:lnTo>
                  <a:lnTo>
                    <a:pt x="1462396" y="1354897"/>
                  </a:lnTo>
                  <a:lnTo>
                    <a:pt x="1521801" y="1373910"/>
                  </a:lnTo>
                  <a:lnTo>
                    <a:pt x="1576936" y="1395284"/>
                  </a:lnTo>
                  <a:lnTo>
                    <a:pt x="1628741" y="1419327"/>
                  </a:lnTo>
                  <a:lnTo>
                    <a:pt x="1678136" y="1446312"/>
                  </a:lnTo>
                  <a:lnTo>
                    <a:pt x="1719082" y="1471839"/>
                  </a:lnTo>
                  <a:lnTo>
                    <a:pt x="1764098" y="1503137"/>
                  </a:lnTo>
                  <a:lnTo>
                    <a:pt x="1808673" y="1537348"/>
                  </a:lnTo>
                  <a:lnTo>
                    <a:pt x="1853206" y="1574522"/>
                  </a:lnTo>
                  <a:lnTo>
                    <a:pt x="1897982" y="1614628"/>
                  </a:lnTo>
                  <a:lnTo>
                    <a:pt x="1943186" y="1657546"/>
                  </a:lnTo>
                  <a:lnTo>
                    <a:pt x="1988915" y="1703057"/>
                  </a:lnTo>
                  <a:lnTo>
                    <a:pt x="2035187" y="1750842"/>
                  </a:lnTo>
                  <a:lnTo>
                    <a:pt x="2081951" y="1800490"/>
                  </a:lnTo>
                  <a:lnTo>
                    <a:pt x="2129101" y="1851507"/>
                  </a:lnTo>
                  <a:lnTo>
                    <a:pt x="2176489" y="1903337"/>
                  </a:lnTo>
                  <a:lnTo>
                    <a:pt x="2223940" y="1955383"/>
                  </a:lnTo>
                  <a:lnTo>
                    <a:pt x="2271276" y="2007039"/>
                  </a:lnTo>
                  <a:lnTo>
                    <a:pt x="2318330" y="2057719"/>
                  </a:lnTo>
                  <a:lnTo>
                    <a:pt x="2364962" y="2106881"/>
                  </a:lnTo>
                  <a:lnTo>
                    <a:pt x="2411080" y="2154054"/>
                  </a:lnTo>
                  <a:lnTo>
                    <a:pt x="2456654" y="2198851"/>
                  </a:lnTo>
                  <a:lnTo>
                    <a:pt x="2501722" y="2240982"/>
                  </a:lnTo>
                  <a:lnTo>
                    <a:pt x="2546406" y="2280258"/>
                  </a:lnTo>
                  <a:lnTo>
                    <a:pt x="2590917" y="2316584"/>
                  </a:lnTo>
                  <a:lnTo>
                    <a:pt x="2635572" y="2349953"/>
                  </a:lnTo>
                  <a:lnTo>
                    <a:pt x="2667772" y="2372002"/>
                  </a:lnTo>
                  <a:lnTo>
                    <a:pt x="2715755" y="2401626"/>
                  </a:lnTo>
                  <a:lnTo>
                    <a:pt x="2765446" y="2428171"/>
                  </a:lnTo>
                  <a:lnTo>
                    <a:pt x="2817675" y="2451810"/>
                  </a:lnTo>
                  <a:lnTo>
                    <a:pt x="2873371" y="2472822"/>
                  </a:lnTo>
                  <a:lnTo>
                    <a:pt x="2933469" y="2491520"/>
                  </a:lnTo>
                  <a:lnTo>
                    <a:pt x="2998830" y="2508199"/>
                  </a:lnTo>
                  <a:lnTo>
                    <a:pt x="3070123" y="2523114"/>
                  </a:lnTo>
                  <a:lnTo>
                    <a:pt x="3147673" y="2536467"/>
                  </a:lnTo>
                  <a:lnTo>
                    <a:pt x="3231266" y="2548400"/>
                  </a:lnTo>
                  <a:lnTo>
                    <a:pt x="3319915" y="2558991"/>
                  </a:lnTo>
                  <a:lnTo>
                    <a:pt x="3411649" y="2568266"/>
                  </a:lnTo>
                  <a:lnTo>
                    <a:pt x="3503413" y="2576208"/>
                  </a:lnTo>
                  <a:lnTo>
                    <a:pt x="3591192" y="2582783"/>
                  </a:lnTo>
                  <a:lnTo>
                    <a:pt x="3670470" y="2587976"/>
                  </a:lnTo>
                  <a:lnTo>
                    <a:pt x="3737011" y="2591821"/>
                  </a:lnTo>
                  <a:lnTo>
                    <a:pt x="3787794" y="2594429"/>
                  </a:lnTo>
                  <a:lnTo>
                    <a:pt x="3821808" y="2595991"/>
                  </a:lnTo>
                  <a:lnTo>
                    <a:pt x="3840425" y="2596758"/>
                  </a:lnTo>
                  <a:lnTo>
                    <a:pt x="3847318" y="2597015"/>
                  </a:lnTo>
                  <a:lnTo>
                    <a:pt x="3848118" y="2597042"/>
                  </a:lnTo>
                  <a:lnTo>
                    <a:pt x="4386855" y="2597042"/>
                  </a:lnTo>
                  <a:lnTo>
                    <a:pt x="4388043" y="2596964"/>
                  </a:lnTo>
                  <a:lnTo>
                    <a:pt x="4395807" y="2596402"/>
                  </a:lnTo>
                  <a:lnTo>
                    <a:pt x="4415225" y="2594847"/>
                  </a:lnTo>
                  <a:lnTo>
                    <a:pt x="4449552" y="2591795"/>
                  </a:lnTo>
                  <a:lnTo>
                    <a:pt x="4499919" y="2586796"/>
                  </a:lnTo>
                  <a:lnTo>
                    <a:pt x="4565287" y="2579512"/>
                  </a:lnTo>
                  <a:lnTo>
                    <a:pt x="4642794" y="2569749"/>
                  </a:lnTo>
                  <a:lnTo>
                    <a:pt x="4728479" y="2557444"/>
                  </a:lnTo>
                  <a:lnTo>
                    <a:pt x="4818112" y="2542625"/>
                  </a:lnTo>
                  <a:lnTo>
                    <a:pt x="4907909" y="2525353"/>
                  </a:lnTo>
                  <a:lnTo>
                    <a:pt x="4994944" y="2505660"/>
                  </a:lnTo>
                  <a:lnTo>
                    <a:pt x="5077290" y="2483512"/>
                  </a:lnTo>
                  <a:lnTo>
                    <a:pt x="5153929" y="2458776"/>
                  </a:lnTo>
                  <a:lnTo>
                    <a:pt x="5224578" y="2431214"/>
                  </a:lnTo>
                  <a:lnTo>
                    <a:pt x="5289476" y="2400479"/>
                  </a:lnTo>
                  <a:lnTo>
                    <a:pt x="5349203" y="2366131"/>
                  </a:lnTo>
                  <a:lnTo>
                    <a:pt x="5404538" y="2327647"/>
                  </a:lnTo>
                  <a:lnTo>
                    <a:pt x="5456348" y="2284470"/>
                  </a:lnTo>
                  <a:lnTo>
                    <a:pt x="5505507" y="2236068"/>
                  </a:lnTo>
                  <a:lnTo>
                    <a:pt x="5552827" y="2182062"/>
                  </a:lnTo>
                  <a:lnTo>
                    <a:pt x="5567201" y="2164202"/>
                  </a:lnTo>
                  <a:lnTo>
                    <a:pt x="5603886" y="2115626"/>
                  </a:lnTo>
                  <a:lnTo>
                    <a:pt x="5640224" y="2063358"/>
                  </a:lnTo>
                  <a:lnTo>
                    <a:pt x="5676447" y="2007325"/>
                  </a:lnTo>
                  <a:lnTo>
                    <a:pt x="5712737" y="1947518"/>
                  </a:lnTo>
                  <a:lnTo>
                    <a:pt x="5749226" y="1883998"/>
                  </a:lnTo>
                  <a:lnTo>
                    <a:pt x="5786007" y="1816908"/>
                  </a:lnTo>
                  <a:lnTo>
                    <a:pt x="5823133" y="1746473"/>
                  </a:lnTo>
                  <a:lnTo>
                    <a:pt x="5860620" y="1673000"/>
                  </a:lnTo>
                  <a:lnTo>
                    <a:pt x="5898457" y="1596880"/>
                  </a:lnTo>
                  <a:lnTo>
                    <a:pt x="5936602" y="1518577"/>
                  </a:lnTo>
                  <a:lnTo>
                    <a:pt x="5974990" y="1438623"/>
                  </a:lnTo>
                  <a:lnTo>
                    <a:pt x="6013542" y="1357597"/>
                  </a:lnTo>
                  <a:lnTo>
                    <a:pt x="6052163" y="1276115"/>
                  </a:lnTo>
                  <a:lnTo>
                    <a:pt x="6090758" y="1194807"/>
                  </a:lnTo>
                  <a:lnTo>
                    <a:pt x="6129231" y="1114296"/>
                  </a:lnTo>
                  <a:lnTo>
                    <a:pt x="6167494" y="1035180"/>
                  </a:lnTo>
                  <a:lnTo>
                    <a:pt x="6205476" y="958016"/>
                  </a:lnTo>
                  <a:lnTo>
                    <a:pt x="6243125" y="883298"/>
                  </a:lnTo>
                  <a:lnTo>
                    <a:pt x="6280413" y="811452"/>
                  </a:lnTo>
                  <a:lnTo>
                    <a:pt x="6317345" y="742823"/>
                  </a:lnTo>
                  <a:lnTo>
                    <a:pt x="6353956" y="677673"/>
                  </a:lnTo>
                  <a:lnTo>
                    <a:pt x="6390322" y="616181"/>
                  </a:lnTo>
                  <a:lnTo>
                    <a:pt x="6426556" y="558446"/>
                  </a:lnTo>
                  <a:lnTo>
                    <a:pt x="6462816" y="504488"/>
                  </a:lnTo>
                  <a:lnTo>
                    <a:pt x="6499312" y="454263"/>
                  </a:lnTo>
                  <a:lnTo>
                    <a:pt x="6515891" y="432840"/>
                  </a:lnTo>
                  <a:lnTo>
                    <a:pt x="6562785" y="377070"/>
                  </a:lnTo>
                  <a:lnTo>
                    <a:pt x="6611294" y="326964"/>
                  </a:lnTo>
                  <a:lnTo>
                    <a:pt x="6662192" y="282223"/>
                  </a:lnTo>
                  <a:lnTo>
                    <a:pt x="6716342" y="242348"/>
                  </a:lnTo>
                  <a:lnTo>
                    <a:pt x="6774622" y="206779"/>
                  </a:lnTo>
                  <a:lnTo>
                    <a:pt x="6837847" y="174978"/>
                  </a:lnTo>
                  <a:lnTo>
                    <a:pt x="6906672" y="146476"/>
                  </a:lnTo>
                  <a:lnTo>
                    <a:pt x="6981460" y="120896"/>
                  </a:lnTo>
                  <a:lnTo>
                    <a:pt x="7062110" y="97966"/>
                  </a:lnTo>
                  <a:lnTo>
                    <a:pt x="7147856" y="77522"/>
                  </a:lnTo>
                  <a:lnTo>
                    <a:pt x="7237064" y="59500"/>
                  </a:lnTo>
                  <a:lnTo>
                    <a:pt x="7327118" y="43916"/>
                  </a:lnTo>
                  <a:lnTo>
                    <a:pt x="7414467" y="30828"/>
                  </a:lnTo>
                  <a:lnTo>
                    <a:pt x="7494955" y="20280"/>
                  </a:lnTo>
                  <a:lnTo>
                    <a:pt x="7564452" y="12243"/>
                  </a:lnTo>
                  <a:lnTo>
                    <a:pt x="7619667" y="6567"/>
                  </a:lnTo>
                  <a:lnTo>
                    <a:pt x="7658938" y="2956"/>
                  </a:lnTo>
                  <a:lnTo>
                    <a:pt x="7682714" y="991"/>
                  </a:lnTo>
                  <a:lnTo>
                    <a:pt x="7693620" y="177"/>
                  </a:lnTo>
                  <a:lnTo>
                    <a:pt x="7696201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1" name="pl1141"/>
            <p:cNvSpPr/>
            <p:nvPr/>
          </p:nvSpPr>
          <p:spPr>
            <a:xfrm>
              <a:off x="546595" y="3227720"/>
              <a:ext cx="8234974" cy="2597042"/>
            </a:xfrm>
            <a:custGeom>
              <a:avLst/>
              <a:pathLst>
                <a:path w="8234974" h="2597042">
                  <a:moveTo>
                    <a:pt x="8234974" y="0"/>
                  </a:moveTo>
                  <a:lnTo>
                    <a:pt x="7696237" y="0"/>
                  </a:lnTo>
                  <a:lnTo>
                    <a:pt x="7695050" y="78"/>
                  </a:lnTo>
                  <a:lnTo>
                    <a:pt x="7687286" y="640"/>
                  </a:lnTo>
                  <a:lnTo>
                    <a:pt x="7667867" y="2194"/>
                  </a:lnTo>
                  <a:lnTo>
                    <a:pt x="7633541" y="5247"/>
                  </a:lnTo>
                  <a:lnTo>
                    <a:pt x="7583173" y="10246"/>
                  </a:lnTo>
                  <a:lnTo>
                    <a:pt x="7517806" y="17530"/>
                  </a:lnTo>
                  <a:lnTo>
                    <a:pt x="7440298" y="27293"/>
                  </a:lnTo>
                  <a:lnTo>
                    <a:pt x="7354614" y="39598"/>
                  </a:lnTo>
                  <a:lnTo>
                    <a:pt x="7264980" y="54417"/>
                  </a:lnTo>
                  <a:lnTo>
                    <a:pt x="7175184" y="71689"/>
                  </a:lnTo>
                  <a:lnTo>
                    <a:pt x="7088148" y="91381"/>
                  </a:lnTo>
                  <a:lnTo>
                    <a:pt x="7005803" y="113530"/>
                  </a:lnTo>
                  <a:lnTo>
                    <a:pt x="6929163" y="138266"/>
                  </a:lnTo>
                  <a:lnTo>
                    <a:pt x="6858515" y="165828"/>
                  </a:lnTo>
                  <a:lnTo>
                    <a:pt x="6793617" y="196562"/>
                  </a:lnTo>
                  <a:lnTo>
                    <a:pt x="6733889" y="230911"/>
                  </a:lnTo>
                  <a:lnTo>
                    <a:pt x="6678554" y="269394"/>
                  </a:lnTo>
                  <a:lnTo>
                    <a:pt x="6626745" y="312572"/>
                  </a:lnTo>
                  <a:lnTo>
                    <a:pt x="6577585" y="360973"/>
                  </a:lnTo>
                  <a:lnTo>
                    <a:pt x="6530265" y="414979"/>
                  </a:lnTo>
                  <a:lnTo>
                    <a:pt x="6515891" y="432840"/>
                  </a:lnTo>
                  <a:lnTo>
                    <a:pt x="6479206" y="481416"/>
                  </a:lnTo>
                  <a:lnTo>
                    <a:pt x="6442869" y="533684"/>
                  </a:lnTo>
                  <a:lnTo>
                    <a:pt x="6406645" y="589716"/>
                  </a:lnTo>
                  <a:lnTo>
                    <a:pt x="6370356" y="649524"/>
                  </a:lnTo>
                  <a:lnTo>
                    <a:pt x="6333866" y="713044"/>
                  </a:lnTo>
                  <a:lnTo>
                    <a:pt x="6297085" y="780134"/>
                  </a:lnTo>
                  <a:lnTo>
                    <a:pt x="6259960" y="850569"/>
                  </a:lnTo>
                  <a:lnTo>
                    <a:pt x="6222472" y="924042"/>
                  </a:lnTo>
                  <a:lnTo>
                    <a:pt x="6184635" y="1000162"/>
                  </a:lnTo>
                  <a:lnTo>
                    <a:pt x="6146491" y="1078465"/>
                  </a:lnTo>
                  <a:lnTo>
                    <a:pt x="6108102" y="1158419"/>
                  </a:lnTo>
                  <a:lnTo>
                    <a:pt x="6069551" y="1239445"/>
                  </a:lnTo>
                  <a:lnTo>
                    <a:pt x="6030929" y="1320926"/>
                  </a:lnTo>
                  <a:lnTo>
                    <a:pt x="5992334" y="1402235"/>
                  </a:lnTo>
                  <a:lnTo>
                    <a:pt x="5953862" y="1482746"/>
                  </a:lnTo>
                  <a:lnTo>
                    <a:pt x="5915598" y="1561861"/>
                  </a:lnTo>
                  <a:lnTo>
                    <a:pt x="5877616" y="1639026"/>
                  </a:lnTo>
                  <a:lnTo>
                    <a:pt x="5839968" y="1713744"/>
                  </a:lnTo>
                  <a:lnTo>
                    <a:pt x="5802680" y="1785590"/>
                  </a:lnTo>
                  <a:lnTo>
                    <a:pt x="5765748" y="1854219"/>
                  </a:lnTo>
                  <a:lnTo>
                    <a:pt x="5729136" y="1919369"/>
                  </a:lnTo>
                  <a:lnTo>
                    <a:pt x="5692771" y="1980860"/>
                  </a:lnTo>
                  <a:lnTo>
                    <a:pt x="5656537" y="2038596"/>
                  </a:lnTo>
                  <a:lnTo>
                    <a:pt x="5620276" y="2092553"/>
                  </a:lnTo>
                  <a:lnTo>
                    <a:pt x="5583780" y="2142779"/>
                  </a:lnTo>
                  <a:lnTo>
                    <a:pt x="5567201" y="2164202"/>
                  </a:lnTo>
                  <a:lnTo>
                    <a:pt x="5520307" y="2219972"/>
                  </a:lnTo>
                  <a:lnTo>
                    <a:pt x="5471798" y="2270077"/>
                  </a:lnTo>
                  <a:lnTo>
                    <a:pt x="5420900" y="2314818"/>
                  </a:lnTo>
                  <a:lnTo>
                    <a:pt x="5366751" y="2354694"/>
                  </a:lnTo>
                  <a:lnTo>
                    <a:pt x="5308471" y="2390263"/>
                  </a:lnTo>
                  <a:lnTo>
                    <a:pt x="5245246" y="2422064"/>
                  </a:lnTo>
                  <a:lnTo>
                    <a:pt x="5176421" y="2450566"/>
                  </a:lnTo>
                  <a:lnTo>
                    <a:pt x="5101633" y="2476146"/>
                  </a:lnTo>
                  <a:lnTo>
                    <a:pt x="5020982" y="2499076"/>
                  </a:lnTo>
                  <a:lnTo>
                    <a:pt x="4935237" y="2519520"/>
                  </a:lnTo>
                  <a:lnTo>
                    <a:pt x="4846028" y="2537542"/>
                  </a:lnTo>
                  <a:lnTo>
                    <a:pt x="4755974" y="2553125"/>
                  </a:lnTo>
                  <a:lnTo>
                    <a:pt x="4668626" y="2566214"/>
                  </a:lnTo>
                  <a:lnTo>
                    <a:pt x="4588137" y="2576762"/>
                  </a:lnTo>
                  <a:lnTo>
                    <a:pt x="4518641" y="2584799"/>
                  </a:lnTo>
                  <a:lnTo>
                    <a:pt x="4463426" y="2590475"/>
                  </a:lnTo>
                  <a:lnTo>
                    <a:pt x="4424155" y="2594086"/>
                  </a:lnTo>
                  <a:lnTo>
                    <a:pt x="4400378" y="2596051"/>
                  </a:lnTo>
                  <a:lnTo>
                    <a:pt x="4389472" y="2596865"/>
                  </a:lnTo>
                  <a:lnTo>
                    <a:pt x="4386892" y="2597040"/>
                  </a:lnTo>
                  <a:lnTo>
                    <a:pt x="4386855" y="2597042"/>
                  </a:lnTo>
                  <a:lnTo>
                    <a:pt x="3848118" y="2597042"/>
                  </a:lnTo>
                  <a:lnTo>
                    <a:pt x="3846849" y="2596998"/>
                  </a:lnTo>
                  <a:lnTo>
                    <a:pt x="3838565" y="2596685"/>
                  </a:lnTo>
                  <a:lnTo>
                    <a:pt x="3817894" y="2595820"/>
                  </a:lnTo>
                  <a:lnTo>
                    <a:pt x="3781480" y="2594122"/>
                  </a:lnTo>
                  <a:lnTo>
                    <a:pt x="3728298" y="2591345"/>
                  </a:lnTo>
                  <a:lnTo>
                    <a:pt x="3659687" y="2587309"/>
                  </a:lnTo>
                  <a:lnTo>
                    <a:pt x="3578899" y="2581917"/>
                  </a:lnTo>
                  <a:lnTo>
                    <a:pt x="3490267" y="2575141"/>
                  </a:lnTo>
                  <a:lnTo>
                    <a:pt x="3398278" y="2567005"/>
                  </a:lnTo>
                  <a:lnTo>
                    <a:pt x="3306828" y="2557539"/>
                  </a:lnTo>
                  <a:lnTo>
                    <a:pt x="3218814" y="2546756"/>
                  </a:lnTo>
                  <a:lnTo>
                    <a:pt x="3136056" y="2534624"/>
                  </a:lnTo>
                  <a:lnTo>
                    <a:pt x="3059413" y="2521055"/>
                  </a:lnTo>
                  <a:lnTo>
                    <a:pt x="2989010" y="2505898"/>
                  </a:lnTo>
                  <a:lnTo>
                    <a:pt x="2924459" y="2488943"/>
                  </a:lnTo>
                  <a:lnTo>
                    <a:pt x="2865054" y="2469930"/>
                  </a:lnTo>
                  <a:lnTo>
                    <a:pt x="2809919" y="2448556"/>
                  </a:lnTo>
                  <a:lnTo>
                    <a:pt x="2758113" y="2424513"/>
                  </a:lnTo>
                  <a:lnTo>
                    <a:pt x="2708718" y="2397528"/>
                  </a:lnTo>
                  <a:lnTo>
                    <a:pt x="2667772" y="2372002"/>
                  </a:lnTo>
                  <a:lnTo>
                    <a:pt x="2622757" y="2340703"/>
                  </a:lnTo>
                  <a:lnTo>
                    <a:pt x="2578182" y="2306493"/>
                  </a:lnTo>
                  <a:lnTo>
                    <a:pt x="2533648" y="2269319"/>
                  </a:lnTo>
                  <a:lnTo>
                    <a:pt x="2488872" y="2229212"/>
                  </a:lnTo>
                  <a:lnTo>
                    <a:pt x="2443668" y="2186294"/>
                  </a:lnTo>
                  <a:lnTo>
                    <a:pt x="2397939" y="2140783"/>
                  </a:lnTo>
                  <a:lnTo>
                    <a:pt x="2351667" y="2092998"/>
                  </a:lnTo>
                  <a:lnTo>
                    <a:pt x="2304903" y="2043350"/>
                  </a:lnTo>
                  <a:lnTo>
                    <a:pt x="2257753" y="1992333"/>
                  </a:lnTo>
                  <a:lnTo>
                    <a:pt x="2210366" y="1940503"/>
                  </a:lnTo>
                  <a:lnTo>
                    <a:pt x="2162914" y="1888457"/>
                  </a:lnTo>
                  <a:lnTo>
                    <a:pt x="2115578" y="1836801"/>
                  </a:lnTo>
                  <a:lnTo>
                    <a:pt x="2068525" y="1786121"/>
                  </a:lnTo>
                  <a:lnTo>
                    <a:pt x="2021893" y="1736959"/>
                  </a:lnTo>
                  <a:lnTo>
                    <a:pt x="1975774" y="1689786"/>
                  </a:lnTo>
                  <a:lnTo>
                    <a:pt x="1930201" y="1644989"/>
                  </a:lnTo>
                  <a:lnTo>
                    <a:pt x="1885132" y="1602858"/>
                  </a:lnTo>
                  <a:lnTo>
                    <a:pt x="1840449" y="1563582"/>
                  </a:lnTo>
                  <a:lnTo>
                    <a:pt x="1795937" y="1527256"/>
                  </a:lnTo>
                  <a:lnTo>
                    <a:pt x="1751282" y="1493888"/>
                  </a:lnTo>
                  <a:lnTo>
                    <a:pt x="1719082" y="1471839"/>
                  </a:lnTo>
                  <a:lnTo>
                    <a:pt x="1671099" y="1442214"/>
                  </a:lnTo>
                  <a:lnTo>
                    <a:pt x="1621409" y="1415669"/>
                  </a:lnTo>
                  <a:lnTo>
                    <a:pt x="1569179" y="1392030"/>
                  </a:lnTo>
                  <a:lnTo>
                    <a:pt x="1513484" y="1371018"/>
                  </a:lnTo>
                  <a:lnTo>
                    <a:pt x="1453386" y="1352321"/>
                  </a:lnTo>
                  <a:lnTo>
                    <a:pt x="1388025" y="1335642"/>
                  </a:lnTo>
                  <a:lnTo>
                    <a:pt x="1316732" y="1320726"/>
                  </a:lnTo>
                  <a:lnTo>
                    <a:pt x="1239181" y="1307373"/>
                  </a:lnTo>
                  <a:lnTo>
                    <a:pt x="1155588" y="1295440"/>
                  </a:lnTo>
                  <a:lnTo>
                    <a:pt x="1066940" y="1284849"/>
                  </a:lnTo>
                  <a:lnTo>
                    <a:pt x="975205" y="1275574"/>
                  </a:lnTo>
                  <a:lnTo>
                    <a:pt x="883442" y="1267633"/>
                  </a:lnTo>
                  <a:lnTo>
                    <a:pt x="795662" y="1261057"/>
                  </a:lnTo>
                  <a:lnTo>
                    <a:pt x="716384" y="1255864"/>
                  </a:lnTo>
                  <a:lnTo>
                    <a:pt x="649844" y="1252019"/>
                  </a:lnTo>
                  <a:lnTo>
                    <a:pt x="599060" y="1249411"/>
                  </a:lnTo>
                  <a:lnTo>
                    <a:pt x="565047" y="1247850"/>
                  </a:lnTo>
                  <a:lnTo>
                    <a:pt x="546430" y="1247082"/>
                  </a:lnTo>
                  <a:lnTo>
                    <a:pt x="539537" y="1246825"/>
                  </a:lnTo>
                  <a:lnTo>
                    <a:pt x="538736" y="1246798"/>
                  </a:lnTo>
                  <a:lnTo>
                    <a:pt x="0" y="124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2" name="pg1142"/>
            <p:cNvSpPr/>
            <p:nvPr/>
          </p:nvSpPr>
          <p:spPr>
            <a:xfrm>
              <a:off x="546595" y="1115240"/>
              <a:ext cx="8234974" cy="4965415"/>
            </a:xfrm>
            <a:custGeom>
              <a:avLst/>
              <a:pathLst>
                <a:path w="8234974" h="4965415">
                  <a:moveTo>
                    <a:pt x="0" y="3391944"/>
                  </a:moveTo>
                  <a:lnTo>
                    <a:pt x="538736" y="3391944"/>
                  </a:lnTo>
                  <a:lnTo>
                    <a:pt x="539994" y="3391995"/>
                  </a:lnTo>
                  <a:lnTo>
                    <a:pt x="548204" y="3392356"/>
                  </a:lnTo>
                  <a:lnTo>
                    <a:pt x="568698" y="3393355"/>
                  </a:lnTo>
                  <a:lnTo>
                    <a:pt x="604818" y="3395316"/>
                  </a:lnTo>
                  <a:lnTo>
                    <a:pt x="657604" y="3398523"/>
                  </a:lnTo>
                  <a:lnTo>
                    <a:pt x="725761" y="3403184"/>
                  </a:lnTo>
                  <a:lnTo>
                    <a:pt x="806094" y="3409416"/>
                  </a:lnTo>
                  <a:lnTo>
                    <a:pt x="894320" y="3417250"/>
                  </a:lnTo>
                  <a:lnTo>
                    <a:pt x="985989" y="3426661"/>
                  </a:lnTo>
                  <a:lnTo>
                    <a:pt x="1077218" y="3437612"/>
                  </a:lnTo>
                  <a:lnTo>
                    <a:pt x="1165104" y="3450088"/>
                  </a:lnTo>
                  <a:lnTo>
                    <a:pt x="1247813" y="3464124"/>
                  </a:lnTo>
                  <a:lnTo>
                    <a:pt x="1324460" y="3479819"/>
                  </a:lnTo>
                  <a:lnTo>
                    <a:pt x="1394901" y="3497345"/>
                  </a:lnTo>
                  <a:lnTo>
                    <a:pt x="1459501" y="3516940"/>
                  </a:lnTo>
                  <a:lnTo>
                    <a:pt x="1518949" y="3538905"/>
                  </a:lnTo>
                  <a:lnTo>
                    <a:pt x="1574108" y="3563585"/>
                  </a:lnTo>
                  <a:lnTo>
                    <a:pt x="1625909" y="3591338"/>
                  </a:lnTo>
                  <a:lnTo>
                    <a:pt x="1675265" y="3622482"/>
                  </a:lnTo>
                  <a:lnTo>
                    <a:pt x="1719082" y="3654189"/>
                  </a:lnTo>
                  <a:lnTo>
                    <a:pt x="1762380" y="3689199"/>
                  </a:lnTo>
                  <a:lnTo>
                    <a:pt x="1805255" y="3727344"/>
                  </a:lnTo>
                  <a:lnTo>
                    <a:pt x="1848067" y="3768681"/>
                  </a:lnTo>
                  <a:lnTo>
                    <a:pt x="1891079" y="3813187"/>
                  </a:lnTo>
                  <a:lnTo>
                    <a:pt x="1934466" y="3860750"/>
                  </a:lnTo>
                  <a:lnTo>
                    <a:pt x="1978328" y="3911161"/>
                  </a:lnTo>
                  <a:lnTo>
                    <a:pt x="2022695" y="3964112"/>
                  </a:lnTo>
                  <a:lnTo>
                    <a:pt x="2067535" y="4019199"/>
                  </a:lnTo>
                  <a:lnTo>
                    <a:pt x="2112768" y="4075934"/>
                  </a:lnTo>
                  <a:lnTo>
                    <a:pt x="2158270" y="4133758"/>
                  </a:lnTo>
                  <a:lnTo>
                    <a:pt x="2203896" y="4192065"/>
                  </a:lnTo>
                  <a:lnTo>
                    <a:pt x="2249485" y="4250227"/>
                  </a:lnTo>
                  <a:lnTo>
                    <a:pt x="2294881" y="4307624"/>
                  </a:lnTo>
                  <a:lnTo>
                    <a:pt x="2339946" y="4363669"/>
                  </a:lnTo>
                  <a:lnTo>
                    <a:pt x="2384576" y="4417832"/>
                  </a:lnTo>
                  <a:lnTo>
                    <a:pt x="2428712" y="4469662"/>
                  </a:lnTo>
                  <a:lnTo>
                    <a:pt x="2472348" y="4518798"/>
                  </a:lnTo>
                  <a:lnTo>
                    <a:pt x="2515547" y="4564979"/>
                  </a:lnTo>
                  <a:lnTo>
                    <a:pt x="2558440" y="4608040"/>
                  </a:lnTo>
                  <a:lnTo>
                    <a:pt x="2601243" y="4647910"/>
                  </a:lnTo>
                  <a:lnTo>
                    <a:pt x="2644261" y="4684605"/>
                  </a:lnTo>
                  <a:lnTo>
                    <a:pt x="2667772" y="4703170"/>
                  </a:lnTo>
                  <a:lnTo>
                    <a:pt x="2715603" y="4737589"/>
                  </a:lnTo>
                  <a:lnTo>
                    <a:pt x="2765129" y="4768444"/>
                  </a:lnTo>
                  <a:lnTo>
                    <a:pt x="2817173" y="4795929"/>
                  </a:lnTo>
                  <a:lnTo>
                    <a:pt x="2872652" y="4820370"/>
                  </a:lnTo>
                  <a:lnTo>
                    <a:pt x="2932495" y="4842126"/>
                  </a:lnTo>
                  <a:lnTo>
                    <a:pt x="2997556" y="4861539"/>
                  </a:lnTo>
                  <a:lnTo>
                    <a:pt x="3068502" y="4878906"/>
                  </a:lnTo>
                  <a:lnTo>
                    <a:pt x="3145665" y="4894458"/>
                  </a:lnTo>
                  <a:lnTo>
                    <a:pt x="3228848" y="4908362"/>
                  </a:lnTo>
                  <a:lnTo>
                    <a:pt x="3317094" y="4920711"/>
                  </a:lnTo>
                  <a:lnTo>
                    <a:pt x="3408485" y="4931536"/>
                  </a:lnTo>
                  <a:lnTo>
                    <a:pt x="3500028" y="4940818"/>
                  </a:lnTo>
                  <a:lnTo>
                    <a:pt x="3587772" y="4948519"/>
                  </a:lnTo>
                  <a:lnTo>
                    <a:pt x="3667251" y="4954619"/>
                  </a:lnTo>
                  <a:lnTo>
                    <a:pt x="3734236" y="4959155"/>
                  </a:lnTo>
                  <a:lnTo>
                    <a:pt x="3785662" y="4962249"/>
                  </a:lnTo>
                  <a:lnTo>
                    <a:pt x="3820415" y="4964119"/>
                  </a:lnTo>
                  <a:lnTo>
                    <a:pt x="3839735" y="4965052"/>
                  </a:lnTo>
                  <a:lnTo>
                    <a:pt x="3847143" y="4965376"/>
                  </a:lnTo>
                  <a:lnTo>
                    <a:pt x="3848118" y="4965415"/>
                  </a:lnTo>
                  <a:lnTo>
                    <a:pt x="4386855" y="4965415"/>
                  </a:lnTo>
                  <a:lnTo>
                    <a:pt x="4387706" y="4965308"/>
                  </a:lnTo>
                  <a:lnTo>
                    <a:pt x="4393312" y="4964546"/>
                  </a:lnTo>
                  <a:lnTo>
                    <a:pt x="4407481" y="4962442"/>
                  </a:lnTo>
                  <a:lnTo>
                    <a:pt x="4432907" y="4958298"/>
                  </a:lnTo>
                  <a:lnTo>
                    <a:pt x="4470985" y="4951462"/>
                  </a:lnTo>
                  <a:lnTo>
                    <a:pt x="4521702" y="4941394"/>
                  </a:lnTo>
                  <a:lnTo>
                    <a:pt x="4583728" y="4927712"/>
                  </a:lnTo>
                  <a:lnTo>
                    <a:pt x="4654711" y="4910208"/>
                  </a:lnTo>
                  <a:lnTo>
                    <a:pt x="4731728" y="4888831"/>
                  </a:lnTo>
                  <a:lnTo>
                    <a:pt x="4811768" y="4863629"/>
                  </a:lnTo>
                  <a:lnTo>
                    <a:pt x="4892118" y="4834685"/>
                  </a:lnTo>
                  <a:lnTo>
                    <a:pt x="4970609" y="4802054"/>
                  </a:lnTo>
                  <a:lnTo>
                    <a:pt x="5045705" y="4765714"/>
                  </a:lnTo>
                  <a:lnTo>
                    <a:pt x="5116479" y="4725533"/>
                  </a:lnTo>
                  <a:lnTo>
                    <a:pt x="5182518" y="4681252"/>
                  </a:lnTo>
                  <a:lnTo>
                    <a:pt x="5243808" y="4632482"/>
                  </a:lnTo>
                  <a:lnTo>
                    <a:pt x="5300620" y="4578703"/>
                  </a:lnTo>
                  <a:lnTo>
                    <a:pt x="5353410" y="4519287"/>
                  </a:lnTo>
                  <a:lnTo>
                    <a:pt x="5402745" y="4453513"/>
                  </a:lnTo>
                  <a:lnTo>
                    <a:pt x="5449245" y="4380619"/>
                  </a:lnTo>
                  <a:lnTo>
                    <a:pt x="5493537" y="4299871"/>
                  </a:lnTo>
                  <a:lnTo>
                    <a:pt x="5536212" y="4210688"/>
                  </a:lnTo>
                  <a:lnTo>
                    <a:pt x="5567201" y="4138753"/>
                  </a:lnTo>
                  <a:lnTo>
                    <a:pt x="5595035" y="4069111"/>
                  </a:lnTo>
                  <a:lnTo>
                    <a:pt x="5622632" y="3995450"/>
                  </a:lnTo>
                  <a:lnTo>
                    <a:pt x="5650104" y="3917692"/>
                  </a:lnTo>
                  <a:lnTo>
                    <a:pt x="5677543" y="3835793"/>
                  </a:lnTo>
                  <a:lnTo>
                    <a:pt x="5705024" y="3749754"/>
                  </a:lnTo>
                  <a:lnTo>
                    <a:pt x="5732605" y="3659623"/>
                  </a:lnTo>
                  <a:lnTo>
                    <a:pt x="5760334" y="3565493"/>
                  </a:lnTo>
                  <a:lnTo>
                    <a:pt x="5788243" y="3467512"/>
                  </a:lnTo>
                  <a:lnTo>
                    <a:pt x="5816351" y="3365878"/>
                  </a:lnTo>
                  <a:lnTo>
                    <a:pt x="5844667" y="3260844"/>
                  </a:lnTo>
                  <a:lnTo>
                    <a:pt x="5873189" y="3152713"/>
                  </a:lnTo>
                  <a:lnTo>
                    <a:pt x="5901906" y="3041839"/>
                  </a:lnTo>
                  <a:lnTo>
                    <a:pt x="5930798" y="2928620"/>
                  </a:lnTo>
                  <a:lnTo>
                    <a:pt x="5959835" y="2813497"/>
                  </a:lnTo>
                  <a:lnTo>
                    <a:pt x="5988986" y="2696941"/>
                  </a:lnTo>
                  <a:lnTo>
                    <a:pt x="6018212" y="2579452"/>
                  </a:lnTo>
                  <a:lnTo>
                    <a:pt x="6047472" y="2461545"/>
                  </a:lnTo>
                  <a:lnTo>
                    <a:pt x="6076723" y="2343745"/>
                  </a:lnTo>
                  <a:lnTo>
                    <a:pt x="6105923" y="2226572"/>
                  </a:lnTo>
                  <a:lnTo>
                    <a:pt x="6135033" y="2110538"/>
                  </a:lnTo>
                  <a:lnTo>
                    <a:pt x="6164015" y="1996130"/>
                  </a:lnTo>
                  <a:lnTo>
                    <a:pt x="6192839" y="1883810"/>
                  </a:lnTo>
                  <a:lnTo>
                    <a:pt x="6221479" y="1774002"/>
                  </a:lnTo>
                  <a:lnTo>
                    <a:pt x="6249918" y="1667085"/>
                  </a:lnTo>
                  <a:lnTo>
                    <a:pt x="6278150" y="1563394"/>
                  </a:lnTo>
                  <a:lnTo>
                    <a:pt x="6306176" y="1463212"/>
                  </a:lnTo>
                  <a:lnTo>
                    <a:pt x="6334008" y="1366770"/>
                  </a:lnTo>
                  <a:lnTo>
                    <a:pt x="6361673" y="1274245"/>
                  </a:lnTo>
                  <a:lnTo>
                    <a:pt x="6389207" y="1185763"/>
                  </a:lnTo>
                  <a:lnTo>
                    <a:pt x="6416663" y="1101398"/>
                  </a:lnTo>
                  <a:lnTo>
                    <a:pt x="6444105" y="1021178"/>
                  </a:lnTo>
                  <a:lnTo>
                    <a:pt x="6471616" y="945086"/>
                  </a:lnTo>
                  <a:lnTo>
                    <a:pt x="6499295" y="873065"/>
                  </a:lnTo>
                  <a:lnTo>
                    <a:pt x="6515891" y="832106"/>
                  </a:lnTo>
                  <a:lnTo>
                    <a:pt x="6557701" y="736472"/>
                  </a:lnTo>
                  <a:lnTo>
                    <a:pt x="6600738" y="649493"/>
                  </a:lnTo>
                  <a:lnTo>
                    <a:pt x="6645538" y="570824"/>
                  </a:lnTo>
                  <a:lnTo>
                    <a:pt x="6692705" y="499828"/>
                  </a:lnTo>
                  <a:lnTo>
                    <a:pt x="6742868" y="435757"/>
                  </a:lnTo>
                  <a:lnTo>
                    <a:pt x="6796639" y="377852"/>
                  </a:lnTo>
                  <a:lnTo>
                    <a:pt x="6854562" y="325414"/>
                  </a:lnTo>
                  <a:lnTo>
                    <a:pt x="6917054" y="277839"/>
                  </a:lnTo>
                  <a:lnTo>
                    <a:pt x="6984322" y="234642"/>
                  </a:lnTo>
                  <a:lnTo>
                    <a:pt x="7056263" y="195466"/>
                  </a:lnTo>
                  <a:lnTo>
                    <a:pt x="7132341" y="160085"/>
                  </a:lnTo>
                  <a:lnTo>
                    <a:pt x="7211481" y="128398"/>
                  </a:lnTo>
                  <a:lnTo>
                    <a:pt x="7291982" y="100406"/>
                  </a:lnTo>
                  <a:lnTo>
                    <a:pt x="7371523" y="76177"/>
                  </a:lnTo>
                  <a:lnTo>
                    <a:pt x="7447284" y="55792"/>
                  </a:lnTo>
                  <a:lnTo>
                    <a:pt x="7516233" y="39279"/>
                  </a:lnTo>
                  <a:lnTo>
                    <a:pt x="7575550" y="26550"/>
                  </a:lnTo>
                  <a:lnTo>
                    <a:pt x="7623103" y="17354"/>
                  </a:lnTo>
                  <a:lnTo>
                    <a:pt x="7657881" y="11266"/>
                  </a:lnTo>
                  <a:lnTo>
                    <a:pt x="7680232" y="7710"/>
                  </a:lnTo>
                  <a:lnTo>
                    <a:pt x="7691901" y="6017"/>
                  </a:lnTo>
                  <a:lnTo>
                    <a:pt x="7695883" y="548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6" y="106"/>
                  </a:lnTo>
                  <a:lnTo>
                    <a:pt x="7689781" y="868"/>
                  </a:lnTo>
                  <a:lnTo>
                    <a:pt x="7675611" y="2972"/>
                  </a:lnTo>
                  <a:lnTo>
                    <a:pt x="7650185" y="7116"/>
                  </a:lnTo>
                  <a:lnTo>
                    <a:pt x="7612108" y="13952"/>
                  </a:lnTo>
                  <a:lnTo>
                    <a:pt x="7561390" y="24020"/>
                  </a:lnTo>
                  <a:lnTo>
                    <a:pt x="7499364" y="37703"/>
                  </a:lnTo>
                  <a:lnTo>
                    <a:pt x="7428382" y="55206"/>
                  </a:lnTo>
                  <a:lnTo>
                    <a:pt x="7351365" y="76583"/>
                  </a:lnTo>
                  <a:lnTo>
                    <a:pt x="7271325" y="101785"/>
                  </a:lnTo>
                  <a:lnTo>
                    <a:pt x="7190975" y="130730"/>
                  </a:lnTo>
                  <a:lnTo>
                    <a:pt x="7112484" y="163361"/>
                  </a:lnTo>
                  <a:lnTo>
                    <a:pt x="7037388" y="199701"/>
                  </a:lnTo>
                  <a:lnTo>
                    <a:pt x="6966614" y="239881"/>
                  </a:lnTo>
                  <a:lnTo>
                    <a:pt x="6900575" y="284162"/>
                  </a:lnTo>
                  <a:lnTo>
                    <a:pt x="6839284" y="332933"/>
                  </a:lnTo>
                  <a:lnTo>
                    <a:pt x="6782472" y="386711"/>
                  </a:lnTo>
                  <a:lnTo>
                    <a:pt x="6729683" y="446127"/>
                  </a:lnTo>
                  <a:lnTo>
                    <a:pt x="6680347" y="511901"/>
                  </a:lnTo>
                  <a:lnTo>
                    <a:pt x="6633847" y="584795"/>
                  </a:lnTo>
                  <a:lnTo>
                    <a:pt x="6589555" y="665543"/>
                  </a:lnTo>
                  <a:lnTo>
                    <a:pt x="6546881" y="754726"/>
                  </a:lnTo>
                  <a:lnTo>
                    <a:pt x="6515891" y="826661"/>
                  </a:lnTo>
                  <a:lnTo>
                    <a:pt x="6488058" y="896303"/>
                  </a:lnTo>
                  <a:lnTo>
                    <a:pt x="6460460" y="969964"/>
                  </a:lnTo>
                  <a:lnTo>
                    <a:pt x="6432988" y="1047723"/>
                  </a:lnTo>
                  <a:lnTo>
                    <a:pt x="6405549" y="1129622"/>
                  </a:lnTo>
                  <a:lnTo>
                    <a:pt x="6378069" y="1215660"/>
                  </a:lnTo>
                  <a:lnTo>
                    <a:pt x="6350487" y="1305791"/>
                  </a:lnTo>
                  <a:lnTo>
                    <a:pt x="6322758" y="1399921"/>
                  </a:lnTo>
                  <a:lnTo>
                    <a:pt x="6294850" y="1497902"/>
                  </a:lnTo>
                  <a:lnTo>
                    <a:pt x="6266742" y="1599536"/>
                  </a:lnTo>
                  <a:lnTo>
                    <a:pt x="6238425" y="1704570"/>
                  </a:lnTo>
                  <a:lnTo>
                    <a:pt x="6209903" y="1812701"/>
                  </a:lnTo>
                  <a:lnTo>
                    <a:pt x="6181186" y="1923575"/>
                  </a:lnTo>
                  <a:lnTo>
                    <a:pt x="6152295" y="2036794"/>
                  </a:lnTo>
                  <a:lnTo>
                    <a:pt x="6123257" y="2151917"/>
                  </a:lnTo>
                  <a:lnTo>
                    <a:pt x="6094106" y="2268473"/>
                  </a:lnTo>
                  <a:lnTo>
                    <a:pt x="6064880" y="2385962"/>
                  </a:lnTo>
                  <a:lnTo>
                    <a:pt x="6035621" y="2503869"/>
                  </a:lnTo>
                  <a:lnTo>
                    <a:pt x="6006370" y="2621669"/>
                  </a:lnTo>
                  <a:lnTo>
                    <a:pt x="5977169" y="2738842"/>
                  </a:lnTo>
                  <a:lnTo>
                    <a:pt x="5948060" y="2854876"/>
                  </a:lnTo>
                  <a:lnTo>
                    <a:pt x="5919077" y="2969284"/>
                  </a:lnTo>
                  <a:lnTo>
                    <a:pt x="5890254" y="3081604"/>
                  </a:lnTo>
                  <a:lnTo>
                    <a:pt x="5861614" y="3191413"/>
                  </a:lnTo>
                  <a:lnTo>
                    <a:pt x="5833174" y="3298329"/>
                  </a:lnTo>
                  <a:lnTo>
                    <a:pt x="5804942" y="3402020"/>
                  </a:lnTo>
                  <a:lnTo>
                    <a:pt x="5776917" y="3502202"/>
                  </a:lnTo>
                  <a:lnTo>
                    <a:pt x="5749084" y="3598644"/>
                  </a:lnTo>
                  <a:lnTo>
                    <a:pt x="5721420" y="3691169"/>
                  </a:lnTo>
                  <a:lnTo>
                    <a:pt x="5693885" y="3779651"/>
                  </a:lnTo>
                  <a:lnTo>
                    <a:pt x="5666429" y="3864016"/>
                  </a:lnTo>
                  <a:lnTo>
                    <a:pt x="5638987" y="3944236"/>
                  </a:lnTo>
                  <a:lnTo>
                    <a:pt x="5611476" y="4020328"/>
                  </a:lnTo>
                  <a:lnTo>
                    <a:pt x="5583798" y="4092349"/>
                  </a:lnTo>
                  <a:lnTo>
                    <a:pt x="5567201" y="4133308"/>
                  </a:lnTo>
                  <a:lnTo>
                    <a:pt x="5525391" y="4228942"/>
                  </a:lnTo>
                  <a:lnTo>
                    <a:pt x="5482354" y="4315921"/>
                  </a:lnTo>
                  <a:lnTo>
                    <a:pt x="5437555" y="4394591"/>
                  </a:lnTo>
                  <a:lnTo>
                    <a:pt x="5390388" y="4465586"/>
                  </a:lnTo>
                  <a:lnTo>
                    <a:pt x="5340224" y="4529657"/>
                  </a:lnTo>
                  <a:lnTo>
                    <a:pt x="5286454" y="4587562"/>
                  </a:lnTo>
                  <a:lnTo>
                    <a:pt x="5228531" y="4640000"/>
                  </a:lnTo>
                  <a:lnTo>
                    <a:pt x="5166039" y="4687575"/>
                  </a:lnTo>
                  <a:lnTo>
                    <a:pt x="5098770" y="4730772"/>
                  </a:lnTo>
                  <a:lnTo>
                    <a:pt x="5026830" y="4769948"/>
                  </a:lnTo>
                  <a:lnTo>
                    <a:pt x="4950752" y="4805329"/>
                  </a:lnTo>
                  <a:lnTo>
                    <a:pt x="4871612" y="4837016"/>
                  </a:lnTo>
                  <a:lnTo>
                    <a:pt x="4791110" y="4865008"/>
                  </a:lnTo>
                  <a:lnTo>
                    <a:pt x="4711569" y="4889237"/>
                  </a:lnTo>
                  <a:lnTo>
                    <a:pt x="4635809" y="4909622"/>
                  </a:lnTo>
                  <a:lnTo>
                    <a:pt x="4566859" y="4926135"/>
                  </a:lnTo>
                  <a:lnTo>
                    <a:pt x="4507543" y="4938864"/>
                  </a:lnTo>
                  <a:lnTo>
                    <a:pt x="4459989" y="4948060"/>
                  </a:lnTo>
                  <a:lnTo>
                    <a:pt x="4425212" y="4954148"/>
                  </a:lnTo>
                  <a:lnTo>
                    <a:pt x="4402860" y="4957704"/>
                  </a:lnTo>
                  <a:lnTo>
                    <a:pt x="4391191" y="4959397"/>
                  </a:lnTo>
                  <a:lnTo>
                    <a:pt x="4387210" y="4959926"/>
                  </a:lnTo>
                  <a:lnTo>
                    <a:pt x="4386855" y="4959970"/>
                  </a:lnTo>
                  <a:lnTo>
                    <a:pt x="3848118" y="4959970"/>
                  </a:lnTo>
                  <a:lnTo>
                    <a:pt x="3846861" y="4959920"/>
                  </a:lnTo>
                  <a:lnTo>
                    <a:pt x="3838650" y="4959558"/>
                  </a:lnTo>
                  <a:lnTo>
                    <a:pt x="3818157" y="4958559"/>
                  </a:lnTo>
                  <a:lnTo>
                    <a:pt x="3782037" y="4956598"/>
                  </a:lnTo>
                  <a:lnTo>
                    <a:pt x="3729251" y="4953392"/>
                  </a:lnTo>
                  <a:lnTo>
                    <a:pt x="3661093" y="4948730"/>
                  </a:lnTo>
                  <a:lnTo>
                    <a:pt x="3580760" y="4942498"/>
                  </a:lnTo>
                  <a:lnTo>
                    <a:pt x="3492534" y="4934665"/>
                  </a:lnTo>
                  <a:lnTo>
                    <a:pt x="3400866" y="4925253"/>
                  </a:lnTo>
                  <a:lnTo>
                    <a:pt x="3309636" y="4914303"/>
                  </a:lnTo>
                  <a:lnTo>
                    <a:pt x="3221750" y="4901827"/>
                  </a:lnTo>
                  <a:lnTo>
                    <a:pt x="3139042" y="4887791"/>
                  </a:lnTo>
                  <a:lnTo>
                    <a:pt x="3062394" y="4872095"/>
                  </a:lnTo>
                  <a:lnTo>
                    <a:pt x="2991954" y="4854569"/>
                  </a:lnTo>
                  <a:lnTo>
                    <a:pt x="2927353" y="4834974"/>
                  </a:lnTo>
                  <a:lnTo>
                    <a:pt x="2867906" y="4813009"/>
                  </a:lnTo>
                  <a:lnTo>
                    <a:pt x="2812747" y="4788330"/>
                  </a:lnTo>
                  <a:lnTo>
                    <a:pt x="2760946" y="4760577"/>
                  </a:lnTo>
                  <a:lnTo>
                    <a:pt x="2711590" y="4729432"/>
                  </a:lnTo>
                  <a:lnTo>
                    <a:pt x="2667772" y="4697725"/>
                  </a:lnTo>
                  <a:lnTo>
                    <a:pt x="2624475" y="4662715"/>
                  </a:lnTo>
                  <a:lnTo>
                    <a:pt x="2581600" y="4624571"/>
                  </a:lnTo>
                  <a:lnTo>
                    <a:pt x="2538788" y="4583234"/>
                  </a:lnTo>
                  <a:lnTo>
                    <a:pt x="2495776" y="4538727"/>
                  </a:lnTo>
                  <a:lnTo>
                    <a:pt x="2452388" y="4491164"/>
                  </a:lnTo>
                  <a:lnTo>
                    <a:pt x="2408526" y="4440753"/>
                  </a:lnTo>
                  <a:lnTo>
                    <a:pt x="2364160" y="4387803"/>
                  </a:lnTo>
                  <a:lnTo>
                    <a:pt x="2319319" y="4332715"/>
                  </a:lnTo>
                  <a:lnTo>
                    <a:pt x="2274087" y="4275980"/>
                  </a:lnTo>
                  <a:lnTo>
                    <a:pt x="2228584" y="4218157"/>
                  </a:lnTo>
                  <a:lnTo>
                    <a:pt x="2182959" y="4159850"/>
                  </a:lnTo>
                  <a:lnTo>
                    <a:pt x="2137370" y="4101687"/>
                  </a:lnTo>
                  <a:lnTo>
                    <a:pt x="2091974" y="4044290"/>
                  </a:lnTo>
                  <a:lnTo>
                    <a:pt x="2046909" y="3988246"/>
                  </a:lnTo>
                  <a:lnTo>
                    <a:pt x="2002278" y="3934083"/>
                  </a:lnTo>
                  <a:lnTo>
                    <a:pt x="1958143" y="3882253"/>
                  </a:lnTo>
                  <a:lnTo>
                    <a:pt x="1914506" y="3833116"/>
                  </a:lnTo>
                  <a:lnTo>
                    <a:pt x="1871308" y="3786935"/>
                  </a:lnTo>
                  <a:lnTo>
                    <a:pt x="1828414" y="3743875"/>
                  </a:lnTo>
                  <a:lnTo>
                    <a:pt x="1785611" y="3704004"/>
                  </a:lnTo>
                  <a:lnTo>
                    <a:pt x="1742594" y="3667309"/>
                  </a:lnTo>
                  <a:lnTo>
                    <a:pt x="1719082" y="3648745"/>
                  </a:lnTo>
                  <a:lnTo>
                    <a:pt x="1671251" y="3614325"/>
                  </a:lnTo>
                  <a:lnTo>
                    <a:pt x="1621726" y="3583471"/>
                  </a:lnTo>
                  <a:lnTo>
                    <a:pt x="1569682" y="3555985"/>
                  </a:lnTo>
                  <a:lnTo>
                    <a:pt x="1514203" y="3531544"/>
                  </a:lnTo>
                  <a:lnTo>
                    <a:pt x="1454360" y="3509788"/>
                  </a:lnTo>
                  <a:lnTo>
                    <a:pt x="1389299" y="3490375"/>
                  </a:lnTo>
                  <a:lnTo>
                    <a:pt x="1318353" y="3473009"/>
                  </a:lnTo>
                  <a:lnTo>
                    <a:pt x="1241189" y="3457456"/>
                  </a:lnTo>
                  <a:lnTo>
                    <a:pt x="1158007" y="3443552"/>
                  </a:lnTo>
                  <a:lnTo>
                    <a:pt x="1069760" y="3431203"/>
                  </a:lnTo>
                  <a:lnTo>
                    <a:pt x="978369" y="3420378"/>
                  </a:lnTo>
                  <a:lnTo>
                    <a:pt x="886827" y="3411096"/>
                  </a:lnTo>
                  <a:lnTo>
                    <a:pt x="799082" y="3403395"/>
                  </a:lnTo>
                  <a:lnTo>
                    <a:pt x="719603" y="3397295"/>
                  </a:lnTo>
                  <a:lnTo>
                    <a:pt x="652618" y="3392760"/>
                  </a:lnTo>
                  <a:lnTo>
                    <a:pt x="601193" y="3389665"/>
                  </a:lnTo>
                  <a:lnTo>
                    <a:pt x="566440" y="3387796"/>
                  </a:lnTo>
                  <a:lnTo>
                    <a:pt x="547119" y="3386862"/>
                  </a:lnTo>
                  <a:lnTo>
                    <a:pt x="539711" y="3386539"/>
                  </a:lnTo>
                  <a:lnTo>
                    <a:pt x="538736" y="3386500"/>
                  </a:lnTo>
                  <a:lnTo>
                    <a:pt x="0" y="338650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43" name="pl1143"/>
            <p:cNvSpPr/>
            <p:nvPr/>
          </p:nvSpPr>
          <p:spPr>
            <a:xfrm>
              <a:off x="546595" y="1120685"/>
              <a:ext cx="8234974" cy="4959970"/>
            </a:xfrm>
            <a:custGeom>
              <a:avLst/>
              <a:pathLst>
                <a:path w="8234974" h="4959970">
                  <a:moveTo>
                    <a:pt x="0" y="3386500"/>
                  </a:moveTo>
                  <a:lnTo>
                    <a:pt x="538736" y="3386500"/>
                  </a:lnTo>
                  <a:lnTo>
                    <a:pt x="539994" y="3386550"/>
                  </a:lnTo>
                  <a:lnTo>
                    <a:pt x="548204" y="3386912"/>
                  </a:lnTo>
                  <a:lnTo>
                    <a:pt x="568698" y="3387911"/>
                  </a:lnTo>
                  <a:lnTo>
                    <a:pt x="604818" y="3389871"/>
                  </a:lnTo>
                  <a:lnTo>
                    <a:pt x="657604" y="3393078"/>
                  </a:lnTo>
                  <a:lnTo>
                    <a:pt x="725761" y="3397740"/>
                  </a:lnTo>
                  <a:lnTo>
                    <a:pt x="806094" y="3403972"/>
                  </a:lnTo>
                  <a:lnTo>
                    <a:pt x="894320" y="3411805"/>
                  </a:lnTo>
                  <a:lnTo>
                    <a:pt x="985989" y="3421216"/>
                  </a:lnTo>
                  <a:lnTo>
                    <a:pt x="1077218" y="3432167"/>
                  </a:lnTo>
                  <a:lnTo>
                    <a:pt x="1165104" y="3444643"/>
                  </a:lnTo>
                  <a:lnTo>
                    <a:pt x="1247813" y="3458679"/>
                  </a:lnTo>
                  <a:lnTo>
                    <a:pt x="1324460" y="3474375"/>
                  </a:lnTo>
                  <a:lnTo>
                    <a:pt x="1394901" y="3491901"/>
                  </a:lnTo>
                  <a:lnTo>
                    <a:pt x="1459501" y="3511496"/>
                  </a:lnTo>
                  <a:lnTo>
                    <a:pt x="1518949" y="3533461"/>
                  </a:lnTo>
                  <a:lnTo>
                    <a:pt x="1574108" y="3558140"/>
                  </a:lnTo>
                  <a:lnTo>
                    <a:pt x="1625909" y="3585893"/>
                  </a:lnTo>
                  <a:lnTo>
                    <a:pt x="1675265" y="3617038"/>
                  </a:lnTo>
                  <a:lnTo>
                    <a:pt x="1719082" y="3648745"/>
                  </a:lnTo>
                  <a:lnTo>
                    <a:pt x="1762380" y="3683754"/>
                  </a:lnTo>
                  <a:lnTo>
                    <a:pt x="1805255" y="3721899"/>
                  </a:lnTo>
                  <a:lnTo>
                    <a:pt x="1848067" y="3763236"/>
                  </a:lnTo>
                  <a:lnTo>
                    <a:pt x="1891079" y="3807743"/>
                  </a:lnTo>
                  <a:lnTo>
                    <a:pt x="1934466" y="3855306"/>
                  </a:lnTo>
                  <a:lnTo>
                    <a:pt x="1978328" y="3905717"/>
                  </a:lnTo>
                  <a:lnTo>
                    <a:pt x="2022695" y="3958667"/>
                  </a:lnTo>
                  <a:lnTo>
                    <a:pt x="2067535" y="4013755"/>
                  </a:lnTo>
                  <a:lnTo>
                    <a:pt x="2112768" y="4070489"/>
                  </a:lnTo>
                  <a:lnTo>
                    <a:pt x="2158270" y="4128313"/>
                  </a:lnTo>
                  <a:lnTo>
                    <a:pt x="2203896" y="4186620"/>
                  </a:lnTo>
                  <a:lnTo>
                    <a:pt x="2249485" y="4244783"/>
                  </a:lnTo>
                  <a:lnTo>
                    <a:pt x="2294881" y="4302180"/>
                  </a:lnTo>
                  <a:lnTo>
                    <a:pt x="2339946" y="4358224"/>
                  </a:lnTo>
                  <a:lnTo>
                    <a:pt x="2384576" y="4412387"/>
                  </a:lnTo>
                  <a:lnTo>
                    <a:pt x="2428712" y="4464217"/>
                  </a:lnTo>
                  <a:lnTo>
                    <a:pt x="2472348" y="4513354"/>
                  </a:lnTo>
                  <a:lnTo>
                    <a:pt x="2515547" y="4559535"/>
                  </a:lnTo>
                  <a:lnTo>
                    <a:pt x="2558440" y="4602595"/>
                  </a:lnTo>
                  <a:lnTo>
                    <a:pt x="2601243" y="4642466"/>
                  </a:lnTo>
                  <a:lnTo>
                    <a:pt x="2644261" y="4679160"/>
                  </a:lnTo>
                  <a:lnTo>
                    <a:pt x="2667772" y="4697725"/>
                  </a:lnTo>
                  <a:lnTo>
                    <a:pt x="2715603" y="4732145"/>
                  </a:lnTo>
                  <a:lnTo>
                    <a:pt x="2765129" y="4762999"/>
                  </a:lnTo>
                  <a:lnTo>
                    <a:pt x="2817173" y="4790485"/>
                  </a:lnTo>
                  <a:lnTo>
                    <a:pt x="2872652" y="4814926"/>
                  </a:lnTo>
                  <a:lnTo>
                    <a:pt x="2932495" y="4836682"/>
                  </a:lnTo>
                  <a:lnTo>
                    <a:pt x="2997556" y="4856095"/>
                  </a:lnTo>
                  <a:lnTo>
                    <a:pt x="3068502" y="4873461"/>
                  </a:lnTo>
                  <a:lnTo>
                    <a:pt x="3145665" y="4889014"/>
                  </a:lnTo>
                  <a:lnTo>
                    <a:pt x="3228848" y="4902918"/>
                  </a:lnTo>
                  <a:lnTo>
                    <a:pt x="3317094" y="4915267"/>
                  </a:lnTo>
                  <a:lnTo>
                    <a:pt x="3408485" y="4926092"/>
                  </a:lnTo>
                  <a:lnTo>
                    <a:pt x="3500028" y="4935374"/>
                  </a:lnTo>
                  <a:lnTo>
                    <a:pt x="3587772" y="4943075"/>
                  </a:lnTo>
                  <a:lnTo>
                    <a:pt x="3667251" y="4949175"/>
                  </a:lnTo>
                  <a:lnTo>
                    <a:pt x="3734236" y="4953710"/>
                  </a:lnTo>
                  <a:lnTo>
                    <a:pt x="3785662" y="4956805"/>
                  </a:lnTo>
                  <a:lnTo>
                    <a:pt x="3820415" y="4958674"/>
                  </a:lnTo>
                  <a:lnTo>
                    <a:pt x="3839735" y="4959608"/>
                  </a:lnTo>
                  <a:lnTo>
                    <a:pt x="3847143" y="4959931"/>
                  </a:lnTo>
                  <a:lnTo>
                    <a:pt x="3848118" y="4959970"/>
                  </a:lnTo>
                  <a:lnTo>
                    <a:pt x="4386855" y="4959970"/>
                  </a:lnTo>
                  <a:lnTo>
                    <a:pt x="4387706" y="4959863"/>
                  </a:lnTo>
                  <a:lnTo>
                    <a:pt x="4393312" y="4959102"/>
                  </a:lnTo>
                  <a:lnTo>
                    <a:pt x="4407481" y="4956998"/>
                  </a:lnTo>
                  <a:lnTo>
                    <a:pt x="4432907" y="4952853"/>
                  </a:lnTo>
                  <a:lnTo>
                    <a:pt x="4470985" y="4946018"/>
                  </a:lnTo>
                  <a:lnTo>
                    <a:pt x="4521702" y="4935950"/>
                  </a:lnTo>
                  <a:lnTo>
                    <a:pt x="4583728" y="4922267"/>
                  </a:lnTo>
                  <a:lnTo>
                    <a:pt x="4654711" y="4904764"/>
                  </a:lnTo>
                  <a:lnTo>
                    <a:pt x="4731728" y="4883387"/>
                  </a:lnTo>
                  <a:lnTo>
                    <a:pt x="4811768" y="4858184"/>
                  </a:lnTo>
                  <a:lnTo>
                    <a:pt x="4892118" y="4829240"/>
                  </a:lnTo>
                  <a:lnTo>
                    <a:pt x="4970609" y="4796609"/>
                  </a:lnTo>
                  <a:lnTo>
                    <a:pt x="5045705" y="4760269"/>
                  </a:lnTo>
                  <a:lnTo>
                    <a:pt x="5116479" y="4720088"/>
                  </a:lnTo>
                  <a:lnTo>
                    <a:pt x="5182518" y="4675808"/>
                  </a:lnTo>
                  <a:lnTo>
                    <a:pt x="5243808" y="4627037"/>
                  </a:lnTo>
                  <a:lnTo>
                    <a:pt x="5300620" y="4573259"/>
                  </a:lnTo>
                  <a:lnTo>
                    <a:pt x="5353410" y="4513842"/>
                  </a:lnTo>
                  <a:lnTo>
                    <a:pt x="5402745" y="4448069"/>
                  </a:lnTo>
                  <a:lnTo>
                    <a:pt x="5449245" y="4375174"/>
                  </a:lnTo>
                  <a:lnTo>
                    <a:pt x="5493537" y="4294426"/>
                  </a:lnTo>
                  <a:lnTo>
                    <a:pt x="5536212" y="4205244"/>
                  </a:lnTo>
                  <a:lnTo>
                    <a:pt x="5567201" y="4133308"/>
                  </a:lnTo>
                  <a:lnTo>
                    <a:pt x="5595035" y="4063666"/>
                  </a:lnTo>
                  <a:lnTo>
                    <a:pt x="5622632" y="3990006"/>
                  </a:lnTo>
                  <a:lnTo>
                    <a:pt x="5650104" y="3912247"/>
                  </a:lnTo>
                  <a:lnTo>
                    <a:pt x="5677543" y="3830348"/>
                  </a:lnTo>
                  <a:lnTo>
                    <a:pt x="5705024" y="3744310"/>
                  </a:lnTo>
                  <a:lnTo>
                    <a:pt x="5732605" y="3654178"/>
                  </a:lnTo>
                  <a:lnTo>
                    <a:pt x="5760334" y="3560049"/>
                  </a:lnTo>
                  <a:lnTo>
                    <a:pt x="5788243" y="3462068"/>
                  </a:lnTo>
                  <a:lnTo>
                    <a:pt x="5816351" y="3360434"/>
                  </a:lnTo>
                  <a:lnTo>
                    <a:pt x="5844667" y="3255400"/>
                  </a:lnTo>
                  <a:lnTo>
                    <a:pt x="5873189" y="3147269"/>
                  </a:lnTo>
                  <a:lnTo>
                    <a:pt x="5901906" y="3036395"/>
                  </a:lnTo>
                  <a:lnTo>
                    <a:pt x="5930798" y="2923176"/>
                  </a:lnTo>
                  <a:lnTo>
                    <a:pt x="5959835" y="2808052"/>
                  </a:lnTo>
                  <a:lnTo>
                    <a:pt x="5988986" y="2691496"/>
                  </a:lnTo>
                  <a:lnTo>
                    <a:pt x="6018212" y="2574007"/>
                  </a:lnTo>
                  <a:lnTo>
                    <a:pt x="6047472" y="2456101"/>
                  </a:lnTo>
                  <a:lnTo>
                    <a:pt x="6076723" y="2338300"/>
                  </a:lnTo>
                  <a:lnTo>
                    <a:pt x="6105923" y="2221128"/>
                  </a:lnTo>
                  <a:lnTo>
                    <a:pt x="6135033" y="2105093"/>
                  </a:lnTo>
                  <a:lnTo>
                    <a:pt x="6164015" y="1990686"/>
                  </a:lnTo>
                  <a:lnTo>
                    <a:pt x="6192839" y="1878366"/>
                  </a:lnTo>
                  <a:lnTo>
                    <a:pt x="6221479" y="1768557"/>
                  </a:lnTo>
                  <a:lnTo>
                    <a:pt x="6249918" y="1661640"/>
                  </a:lnTo>
                  <a:lnTo>
                    <a:pt x="6278150" y="1557950"/>
                  </a:lnTo>
                  <a:lnTo>
                    <a:pt x="6306176" y="1457768"/>
                  </a:lnTo>
                  <a:lnTo>
                    <a:pt x="6334008" y="1361326"/>
                  </a:lnTo>
                  <a:lnTo>
                    <a:pt x="6361673" y="1268801"/>
                  </a:lnTo>
                  <a:lnTo>
                    <a:pt x="6389207" y="1180318"/>
                  </a:lnTo>
                  <a:lnTo>
                    <a:pt x="6416663" y="1095953"/>
                  </a:lnTo>
                  <a:lnTo>
                    <a:pt x="6444105" y="1015734"/>
                  </a:lnTo>
                  <a:lnTo>
                    <a:pt x="6471616" y="939642"/>
                  </a:lnTo>
                  <a:lnTo>
                    <a:pt x="6499295" y="867620"/>
                  </a:lnTo>
                  <a:lnTo>
                    <a:pt x="6515891" y="826661"/>
                  </a:lnTo>
                  <a:lnTo>
                    <a:pt x="6557701" y="731028"/>
                  </a:lnTo>
                  <a:lnTo>
                    <a:pt x="6600738" y="644049"/>
                  </a:lnTo>
                  <a:lnTo>
                    <a:pt x="6645538" y="565379"/>
                  </a:lnTo>
                  <a:lnTo>
                    <a:pt x="6692705" y="494384"/>
                  </a:lnTo>
                  <a:lnTo>
                    <a:pt x="6742868" y="430313"/>
                  </a:lnTo>
                  <a:lnTo>
                    <a:pt x="6796639" y="372408"/>
                  </a:lnTo>
                  <a:lnTo>
                    <a:pt x="6854562" y="319970"/>
                  </a:lnTo>
                  <a:lnTo>
                    <a:pt x="6917054" y="272395"/>
                  </a:lnTo>
                  <a:lnTo>
                    <a:pt x="6984322" y="229198"/>
                  </a:lnTo>
                  <a:lnTo>
                    <a:pt x="7056263" y="190022"/>
                  </a:lnTo>
                  <a:lnTo>
                    <a:pt x="7132341" y="154641"/>
                  </a:lnTo>
                  <a:lnTo>
                    <a:pt x="7211481" y="122954"/>
                  </a:lnTo>
                  <a:lnTo>
                    <a:pt x="7291982" y="94961"/>
                  </a:lnTo>
                  <a:lnTo>
                    <a:pt x="7371523" y="70732"/>
                  </a:lnTo>
                  <a:lnTo>
                    <a:pt x="7447284" y="50347"/>
                  </a:lnTo>
                  <a:lnTo>
                    <a:pt x="7516233" y="33834"/>
                  </a:lnTo>
                  <a:lnTo>
                    <a:pt x="7575550" y="21105"/>
                  </a:lnTo>
                  <a:lnTo>
                    <a:pt x="7623103" y="11910"/>
                  </a:lnTo>
                  <a:lnTo>
                    <a:pt x="7657881" y="5821"/>
                  </a:lnTo>
                  <a:lnTo>
                    <a:pt x="7680232" y="2265"/>
                  </a:lnTo>
                  <a:lnTo>
                    <a:pt x="7691901" y="572"/>
                  </a:lnTo>
                  <a:lnTo>
                    <a:pt x="7695883" y="4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4" name="pl1144"/>
            <p:cNvSpPr/>
            <p:nvPr/>
          </p:nvSpPr>
          <p:spPr>
            <a:xfrm>
              <a:off x="546595" y="1115240"/>
              <a:ext cx="8234974" cy="4959970"/>
            </a:xfrm>
            <a:custGeom>
              <a:avLst/>
              <a:pathLst>
                <a:path w="8234974" h="4959970">
                  <a:moveTo>
                    <a:pt x="8234974" y="0"/>
                  </a:moveTo>
                  <a:lnTo>
                    <a:pt x="7696237" y="0"/>
                  </a:lnTo>
                  <a:lnTo>
                    <a:pt x="7695386" y="106"/>
                  </a:lnTo>
                  <a:lnTo>
                    <a:pt x="7689781" y="868"/>
                  </a:lnTo>
                  <a:lnTo>
                    <a:pt x="7675611" y="2972"/>
                  </a:lnTo>
                  <a:lnTo>
                    <a:pt x="7650185" y="7116"/>
                  </a:lnTo>
                  <a:lnTo>
                    <a:pt x="7612108" y="13952"/>
                  </a:lnTo>
                  <a:lnTo>
                    <a:pt x="7561390" y="24020"/>
                  </a:lnTo>
                  <a:lnTo>
                    <a:pt x="7499364" y="37703"/>
                  </a:lnTo>
                  <a:lnTo>
                    <a:pt x="7428382" y="55206"/>
                  </a:lnTo>
                  <a:lnTo>
                    <a:pt x="7351365" y="76583"/>
                  </a:lnTo>
                  <a:lnTo>
                    <a:pt x="7271325" y="101785"/>
                  </a:lnTo>
                  <a:lnTo>
                    <a:pt x="7190975" y="130730"/>
                  </a:lnTo>
                  <a:lnTo>
                    <a:pt x="7112484" y="163361"/>
                  </a:lnTo>
                  <a:lnTo>
                    <a:pt x="7037388" y="199701"/>
                  </a:lnTo>
                  <a:lnTo>
                    <a:pt x="6966614" y="239881"/>
                  </a:lnTo>
                  <a:lnTo>
                    <a:pt x="6900575" y="284162"/>
                  </a:lnTo>
                  <a:lnTo>
                    <a:pt x="6839284" y="332933"/>
                  </a:lnTo>
                  <a:lnTo>
                    <a:pt x="6782472" y="386711"/>
                  </a:lnTo>
                  <a:lnTo>
                    <a:pt x="6729683" y="446127"/>
                  </a:lnTo>
                  <a:lnTo>
                    <a:pt x="6680347" y="511901"/>
                  </a:lnTo>
                  <a:lnTo>
                    <a:pt x="6633847" y="584795"/>
                  </a:lnTo>
                  <a:lnTo>
                    <a:pt x="6589555" y="665543"/>
                  </a:lnTo>
                  <a:lnTo>
                    <a:pt x="6546881" y="754726"/>
                  </a:lnTo>
                  <a:lnTo>
                    <a:pt x="6515891" y="826661"/>
                  </a:lnTo>
                  <a:lnTo>
                    <a:pt x="6488058" y="896303"/>
                  </a:lnTo>
                  <a:lnTo>
                    <a:pt x="6460460" y="969964"/>
                  </a:lnTo>
                  <a:lnTo>
                    <a:pt x="6432988" y="1047723"/>
                  </a:lnTo>
                  <a:lnTo>
                    <a:pt x="6405549" y="1129622"/>
                  </a:lnTo>
                  <a:lnTo>
                    <a:pt x="6378069" y="1215660"/>
                  </a:lnTo>
                  <a:lnTo>
                    <a:pt x="6350487" y="1305791"/>
                  </a:lnTo>
                  <a:lnTo>
                    <a:pt x="6322758" y="1399921"/>
                  </a:lnTo>
                  <a:lnTo>
                    <a:pt x="6294850" y="1497902"/>
                  </a:lnTo>
                  <a:lnTo>
                    <a:pt x="6266742" y="1599536"/>
                  </a:lnTo>
                  <a:lnTo>
                    <a:pt x="6238425" y="1704570"/>
                  </a:lnTo>
                  <a:lnTo>
                    <a:pt x="6209903" y="1812701"/>
                  </a:lnTo>
                  <a:lnTo>
                    <a:pt x="6181186" y="1923575"/>
                  </a:lnTo>
                  <a:lnTo>
                    <a:pt x="6152295" y="2036794"/>
                  </a:lnTo>
                  <a:lnTo>
                    <a:pt x="6123257" y="2151917"/>
                  </a:lnTo>
                  <a:lnTo>
                    <a:pt x="6094106" y="2268473"/>
                  </a:lnTo>
                  <a:lnTo>
                    <a:pt x="6064880" y="2385962"/>
                  </a:lnTo>
                  <a:lnTo>
                    <a:pt x="6035621" y="2503869"/>
                  </a:lnTo>
                  <a:lnTo>
                    <a:pt x="6006370" y="2621669"/>
                  </a:lnTo>
                  <a:lnTo>
                    <a:pt x="5977169" y="2738842"/>
                  </a:lnTo>
                  <a:lnTo>
                    <a:pt x="5948060" y="2854876"/>
                  </a:lnTo>
                  <a:lnTo>
                    <a:pt x="5919077" y="2969284"/>
                  </a:lnTo>
                  <a:lnTo>
                    <a:pt x="5890254" y="3081604"/>
                  </a:lnTo>
                  <a:lnTo>
                    <a:pt x="5861614" y="3191413"/>
                  </a:lnTo>
                  <a:lnTo>
                    <a:pt x="5833174" y="3298329"/>
                  </a:lnTo>
                  <a:lnTo>
                    <a:pt x="5804942" y="3402020"/>
                  </a:lnTo>
                  <a:lnTo>
                    <a:pt x="5776917" y="3502202"/>
                  </a:lnTo>
                  <a:lnTo>
                    <a:pt x="5749084" y="3598644"/>
                  </a:lnTo>
                  <a:lnTo>
                    <a:pt x="5721420" y="3691169"/>
                  </a:lnTo>
                  <a:lnTo>
                    <a:pt x="5693885" y="3779651"/>
                  </a:lnTo>
                  <a:lnTo>
                    <a:pt x="5666429" y="3864016"/>
                  </a:lnTo>
                  <a:lnTo>
                    <a:pt x="5638987" y="3944236"/>
                  </a:lnTo>
                  <a:lnTo>
                    <a:pt x="5611476" y="4020328"/>
                  </a:lnTo>
                  <a:lnTo>
                    <a:pt x="5583798" y="4092349"/>
                  </a:lnTo>
                  <a:lnTo>
                    <a:pt x="5567201" y="4133308"/>
                  </a:lnTo>
                  <a:lnTo>
                    <a:pt x="5525391" y="4228942"/>
                  </a:lnTo>
                  <a:lnTo>
                    <a:pt x="5482354" y="4315921"/>
                  </a:lnTo>
                  <a:lnTo>
                    <a:pt x="5437555" y="4394591"/>
                  </a:lnTo>
                  <a:lnTo>
                    <a:pt x="5390388" y="4465586"/>
                  </a:lnTo>
                  <a:lnTo>
                    <a:pt x="5340224" y="4529657"/>
                  </a:lnTo>
                  <a:lnTo>
                    <a:pt x="5286454" y="4587562"/>
                  </a:lnTo>
                  <a:lnTo>
                    <a:pt x="5228531" y="4640000"/>
                  </a:lnTo>
                  <a:lnTo>
                    <a:pt x="5166039" y="4687575"/>
                  </a:lnTo>
                  <a:lnTo>
                    <a:pt x="5098770" y="4730772"/>
                  </a:lnTo>
                  <a:lnTo>
                    <a:pt x="5026830" y="4769948"/>
                  </a:lnTo>
                  <a:lnTo>
                    <a:pt x="4950752" y="4805329"/>
                  </a:lnTo>
                  <a:lnTo>
                    <a:pt x="4871612" y="4837016"/>
                  </a:lnTo>
                  <a:lnTo>
                    <a:pt x="4791110" y="4865008"/>
                  </a:lnTo>
                  <a:lnTo>
                    <a:pt x="4711569" y="4889237"/>
                  </a:lnTo>
                  <a:lnTo>
                    <a:pt x="4635809" y="4909622"/>
                  </a:lnTo>
                  <a:lnTo>
                    <a:pt x="4566859" y="4926135"/>
                  </a:lnTo>
                  <a:lnTo>
                    <a:pt x="4507543" y="4938864"/>
                  </a:lnTo>
                  <a:lnTo>
                    <a:pt x="4459989" y="4948060"/>
                  </a:lnTo>
                  <a:lnTo>
                    <a:pt x="4425212" y="4954148"/>
                  </a:lnTo>
                  <a:lnTo>
                    <a:pt x="4402860" y="4957704"/>
                  </a:lnTo>
                  <a:lnTo>
                    <a:pt x="4391191" y="4959397"/>
                  </a:lnTo>
                  <a:lnTo>
                    <a:pt x="4387210" y="4959926"/>
                  </a:lnTo>
                  <a:lnTo>
                    <a:pt x="4386855" y="4959970"/>
                  </a:lnTo>
                  <a:lnTo>
                    <a:pt x="3848118" y="4959970"/>
                  </a:lnTo>
                  <a:lnTo>
                    <a:pt x="3846861" y="4959920"/>
                  </a:lnTo>
                  <a:lnTo>
                    <a:pt x="3838650" y="4959558"/>
                  </a:lnTo>
                  <a:lnTo>
                    <a:pt x="3818157" y="4958559"/>
                  </a:lnTo>
                  <a:lnTo>
                    <a:pt x="3782037" y="4956598"/>
                  </a:lnTo>
                  <a:lnTo>
                    <a:pt x="3729251" y="4953392"/>
                  </a:lnTo>
                  <a:lnTo>
                    <a:pt x="3661093" y="4948730"/>
                  </a:lnTo>
                  <a:lnTo>
                    <a:pt x="3580760" y="4942498"/>
                  </a:lnTo>
                  <a:lnTo>
                    <a:pt x="3492534" y="4934665"/>
                  </a:lnTo>
                  <a:lnTo>
                    <a:pt x="3400866" y="4925253"/>
                  </a:lnTo>
                  <a:lnTo>
                    <a:pt x="3309636" y="4914303"/>
                  </a:lnTo>
                  <a:lnTo>
                    <a:pt x="3221750" y="4901827"/>
                  </a:lnTo>
                  <a:lnTo>
                    <a:pt x="3139042" y="4887791"/>
                  </a:lnTo>
                  <a:lnTo>
                    <a:pt x="3062394" y="4872095"/>
                  </a:lnTo>
                  <a:lnTo>
                    <a:pt x="2991954" y="4854569"/>
                  </a:lnTo>
                  <a:lnTo>
                    <a:pt x="2927353" y="4834974"/>
                  </a:lnTo>
                  <a:lnTo>
                    <a:pt x="2867906" y="4813009"/>
                  </a:lnTo>
                  <a:lnTo>
                    <a:pt x="2812747" y="4788330"/>
                  </a:lnTo>
                  <a:lnTo>
                    <a:pt x="2760946" y="4760577"/>
                  </a:lnTo>
                  <a:lnTo>
                    <a:pt x="2711590" y="4729432"/>
                  </a:lnTo>
                  <a:lnTo>
                    <a:pt x="2667772" y="4697725"/>
                  </a:lnTo>
                  <a:lnTo>
                    <a:pt x="2624475" y="4662715"/>
                  </a:lnTo>
                  <a:lnTo>
                    <a:pt x="2581600" y="4624571"/>
                  </a:lnTo>
                  <a:lnTo>
                    <a:pt x="2538788" y="4583234"/>
                  </a:lnTo>
                  <a:lnTo>
                    <a:pt x="2495776" y="4538727"/>
                  </a:lnTo>
                  <a:lnTo>
                    <a:pt x="2452388" y="4491164"/>
                  </a:lnTo>
                  <a:lnTo>
                    <a:pt x="2408526" y="4440753"/>
                  </a:lnTo>
                  <a:lnTo>
                    <a:pt x="2364160" y="4387803"/>
                  </a:lnTo>
                  <a:lnTo>
                    <a:pt x="2319319" y="4332715"/>
                  </a:lnTo>
                  <a:lnTo>
                    <a:pt x="2274087" y="4275980"/>
                  </a:lnTo>
                  <a:lnTo>
                    <a:pt x="2228584" y="4218157"/>
                  </a:lnTo>
                  <a:lnTo>
                    <a:pt x="2182959" y="4159850"/>
                  </a:lnTo>
                  <a:lnTo>
                    <a:pt x="2137370" y="4101687"/>
                  </a:lnTo>
                  <a:lnTo>
                    <a:pt x="2091974" y="4044290"/>
                  </a:lnTo>
                  <a:lnTo>
                    <a:pt x="2046909" y="3988246"/>
                  </a:lnTo>
                  <a:lnTo>
                    <a:pt x="2002278" y="3934083"/>
                  </a:lnTo>
                  <a:lnTo>
                    <a:pt x="1958143" y="3882253"/>
                  </a:lnTo>
                  <a:lnTo>
                    <a:pt x="1914506" y="3833116"/>
                  </a:lnTo>
                  <a:lnTo>
                    <a:pt x="1871308" y="3786935"/>
                  </a:lnTo>
                  <a:lnTo>
                    <a:pt x="1828414" y="3743875"/>
                  </a:lnTo>
                  <a:lnTo>
                    <a:pt x="1785611" y="3704004"/>
                  </a:lnTo>
                  <a:lnTo>
                    <a:pt x="1742594" y="3667309"/>
                  </a:lnTo>
                  <a:lnTo>
                    <a:pt x="1719082" y="3648745"/>
                  </a:lnTo>
                  <a:lnTo>
                    <a:pt x="1671251" y="3614325"/>
                  </a:lnTo>
                  <a:lnTo>
                    <a:pt x="1621726" y="3583471"/>
                  </a:lnTo>
                  <a:lnTo>
                    <a:pt x="1569682" y="3555985"/>
                  </a:lnTo>
                  <a:lnTo>
                    <a:pt x="1514203" y="3531544"/>
                  </a:lnTo>
                  <a:lnTo>
                    <a:pt x="1454360" y="3509788"/>
                  </a:lnTo>
                  <a:lnTo>
                    <a:pt x="1389299" y="3490375"/>
                  </a:lnTo>
                  <a:lnTo>
                    <a:pt x="1318353" y="3473009"/>
                  </a:lnTo>
                  <a:lnTo>
                    <a:pt x="1241189" y="3457456"/>
                  </a:lnTo>
                  <a:lnTo>
                    <a:pt x="1158007" y="3443552"/>
                  </a:lnTo>
                  <a:lnTo>
                    <a:pt x="1069760" y="3431203"/>
                  </a:lnTo>
                  <a:lnTo>
                    <a:pt x="978369" y="3420378"/>
                  </a:lnTo>
                  <a:lnTo>
                    <a:pt x="886827" y="3411096"/>
                  </a:lnTo>
                  <a:lnTo>
                    <a:pt x="799082" y="3403395"/>
                  </a:lnTo>
                  <a:lnTo>
                    <a:pt x="719603" y="3397295"/>
                  </a:lnTo>
                  <a:lnTo>
                    <a:pt x="652618" y="3392760"/>
                  </a:lnTo>
                  <a:lnTo>
                    <a:pt x="601193" y="3389665"/>
                  </a:lnTo>
                  <a:lnTo>
                    <a:pt x="566440" y="3387796"/>
                  </a:lnTo>
                  <a:lnTo>
                    <a:pt x="547119" y="3386862"/>
                  </a:lnTo>
                  <a:lnTo>
                    <a:pt x="539711" y="3386539"/>
                  </a:lnTo>
                  <a:lnTo>
                    <a:pt x="538736" y="3386500"/>
                  </a:lnTo>
                  <a:lnTo>
                    <a:pt x="0" y="33865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5" name="pg1145"/>
            <p:cNvSpPr/>
            <p:nvPr/>
          </p:nvSpPr>
          <p:spPr>
            <a:xfrm>
              <a:off x="546595" y="946460"/>
              <a:ext cx="8234974" cy="4921858"/>
            </a:xfrm>
            <a:custGeom>
              <a:avLst/>
              <a:pathLst>
                <a:path w="8234974" h="4921858">
                  <a:moveTo>
                    <a:pt x="0" y="3538947"/>
                  </a:moveTo>
                  <a:lnTo>
                    <a:pt x="538736" y="3538947"/>
                  </a:lnTo>
                  <a:lnTo>
                    <a:pt x="540004" y="3538992"/>
                  </a:lnTo>
                  <a:lnTo>
                    <a:pt x="548278" y="3539312"/>
                  </a:lnTo>
                  <a:lnTo>
                    <a:pt x="568924" y="3540197"/>
                  </a:lnTo>
                  <a:lnTo>
                    <a:pt x="605298" y="3541934"/>
                  </a:lnTo>
                  <a:lnTo>
                    <a:pt x="658425" y="3544775"/>
                  </a:lnTo>
                  <a:lnTo>
                    <a:pt x="726974" y="3548903"/>
                  </a:lnTo>
                  <a:lnTo>
                    <a:pt x="807699" y="3554420"/>
                  </a:lnTo>
                  <a:lnTo>
                    <a:pt x="896275" y="3561351"/>
                  </a:lnTo>
                  <a:lnTo>
                    <a:pt x="988220" y="3569676"/>
                  </a:lnTo>
                  <a:lnTo>
                    <a:pt x="1079640" y="3579361"/>
                  </a:lnTo>
                  <a:lnTo>
                    <a:pt x="1167636" y="3590394"/>
                  </a:lnTo>
                  <a:lnTo>
                    <a:pt x="1250388" y="3602807"/>
                  </a:lnTo>
                  <a:lnTo>
                    <a:pt x="1327031" y="3616691"/>
                  </a:lnTo>
                  <a:lnTo>
                    <a:pt x="1397440" y="3632198"/>
                  </a:lnTo>
                  <a:lnTo>
                    <a:pt x="1461998" y="3649543"/>
                  </a:lnTo>
                  <a:lnTo>
                    <a:pt x="1521409" y="3668993"/>
                  </a:lnTo>
                  <a:lnTo>
                    <a:pt x="1576547" y="3690856"/>
                  </a:lnTo>
                  <a:lnTo>
                    <a:pt x="1628352" y="3715449"/>
                  </a:lnTo>
                  <a:lnTo>
                    <a:pt x="1677741" y="3743050"/>
                  </a:lnTo>
                  <a:lnTo>
                    <a:pt x="1719082" y="3769432"/>
                  </a:lnTo>
                  <a:lnTo>
                    <a:pt x="1763842" y="3801296"/>
                  </a:lnTo>
                  <a:lnTo>
                    <a:pt x="1808164" y="3836108"/>
                  </a:lnTo>
                  <a:lnTo>
                    <a:pt x="1852441" y="3873921"/>
                  </a:lnTo>
                  <a:lnTo>
                    <a:pt x="1896954" y="3914704"/>
                  </a:lnTo>
                  <a:lnTo>
                    <a:pt x="1941887" y="3958338"/>
                  </a:lnTo>
                  <a:lnTo>
                    <a:pt x="1987337" y="4004604"/>
                  </a:lnTo>
                  <a:lnTo>
                    <a:pt x="2033325" y="4053187"/>
                  </a:lnTo>
                  <a:lnTo>
                    <a:pt x="2079803" y="4103674"/>
                  </a:lnTo>
                  <a:lnTo>
                    <a:pt x="2126668" y="4155572"/>
                  </a:lnTo>
                  <a:lnTo>
                    <a:pt x="2173776" y="4208323"/>
                  </a:lnTo>
                  <a:lnTo>
                    <a:pt x="2220957" y="4261327"/>
                  </a:lnTo>
                  <a:lnTo>
                    <a:pt x="2268036" y="4313976"/>
                  </a:lnTo>
                  <a:lnTo>
                    <a:pt x="2314845" y="4365676"/>
                  </a:lnTo>
                  <a:lnTo>
                    <a:pt x="2361247" y="4415877"/>
                  </a:lnTo>
                  <a:lnTo>
                    <a:pt x="2407146" y="4464099"/>
                  </a:lnTo>
                  <a:lnTo>
                    <a:pt x="2452507" y="4509946"/>
                  </a:lnTo>
                  <a:lnTo>
                    <a:pt x="2497361" y="4553116"/>
                  </a:lnTo>
                  <a:lnTo>
                    <a:pt x="2541819" y="4593409"/>
                  </a:lnTo>
                  <a:lnTo>
                    <a:pt x="2586081" y="4630720"/>
                  </a:lnTo>
                  <a:lnTo>
                    <a:pt x="2630446" y="4665034"/>
                  </a:lnTo>
                  <a:lnTo>
                    <a:pt x="2667772" y="4691373"/>
                  </a:lnTo>
                  <a:lnTo>
                    <a:pt x="2715734" y="4721702"/>
                  </a:lnTo>
                  <a:lnTo>
                    <a:pt x="2765402" y="4748880"/>
                  </a:lnTo>
                  <a:lnTo>
                    <a:pt x="2817606" y="4773083"/>
                  </a:lnTo>
                  <a:lnTo>
                    <a:pt x="2873271" y="4794598"/>
                  </a:lnTo>
                  <a:lnTo>
                    <a:pt x="2933335" y="4813744"/>
                  </a:lnTo>
                  <a:lnTo>
                    <a:pt x="2998654" y="4830824"/>
                  </a:lnTo>
                  <a:lnTo>
                    <a:pt x="3069899" y="4846098"/>
                  </a:lnTo>
                  <a:lnTo>
                    <a:pt x="3147396" y="4859774"/>
                  </a:lnTo>
                  <a:lnTo>
                    <a:pt x="3230933" y="4871995"/>
                  </a:lnTo>
                  <a:lnTo>
                    <a:pt x="3319526" y="4882843"/>
                  </a:lnTo>
                  <a:lnTo>
                    <a:pt x="3411213" y="4892344"/>
                  </a:lnTo>
                  <a:lnTo>
                    <a:pt x="3502947" y="4900481"/>
                  </a:lnTo>
                  <a:lnTo>
                    <a:pt x="3590722" y="4907221"/>
                  </a:lnTo>
                  <a:lnTo>
                    <a:pt x="3670028" y="4912545"/>
                  </a:lnTo>
                  <a:lnTo>
                    <a:pt x="3736631" y="4916490"/>
                  </a:lnTo>
                  <a:lnTo>
                    <a:pt x="3787503" y="4919168"/>
                  </a:lnTo>
                  <a:lnTo>
                    <a:pt x="3821618" y="4920773"/>
                  </a:lnTo>
                  <a:lnTo>
                    <a:pt x="3840332" y="4921564"/>
                  </a:lnTo>
                  <a:lnTo>
                    <a:pt x="3847295" y="4921830"/>
                  </a:lnTo>
                  <a:lnTo>
                    <a:pt x="3848118" y="4921858"/>
                  </a:lnTo>
                  <a:lnTo>
                    <a:pt x="4386855" y="4921858"/>
                  </a:lnTo>
                  <a:lnTo>
                    <a:pt x="4387710" y="4921752"/>
                  </a:lnTo>
                  <a:lnTo>
                    <a:pt x="4393337" y="4920994"/>
                  </a:lnTo>
                  <a:lnTo>
                    <a:pt x="4407562" y="4918900"/>
                  </a:lnTo>
                  <a:lnTo>
                    <a:pt x="4433082" y="4914775"/>
                  </a:lnTo>
                  <a:lnTo>
                    <a:pt x="4471292" y="4907971"/>
                  </a:lnTo>
                  <a:lnTo>
                    <a:pt x="4522172" y="4897952"/>
                  </a:lnTo>
                  <a:lnTo>
                    <a:pt x="4584376" y="4884337"/>
                  </a:lnTo>
                  <a:lnTo>
                    <a:pt x="4655534" y="4866924"/>
                  </a:lnTo>
                  <a:lnTo>
                    <a:pt x="4732710" y="4845660"/>
                  </a:lnTo>
                  <a:lnTo>
                    <a:pt x="4812880" y="4820596"/>
                  </a:lnTo>
                  <a:lnTo>
                    <a:pt x="4893328" y="4791813"/>
                  </a:lnTo>
                  <a:lnTo>
                    <a:pt x="4971884" y="4759365"/>
                  </a:lnTo>
                  <a:lnTo>
                    <a:pt x="5047015" y="4723231"/>
                  </a:lnTo>
                  <a:lnTo>
                    <a:pt x="5117800" y="4683275"/>
                  </a:lnTo>
                  <a:lnTo>
                    <a:pt x="5183834" y="4639237"/>
                  </a:lnTo>
                  <a:lnTo>
                    <a:pt x="5245110" y="4590728"/>
                  </a:lnTo>
                  <a:lnTo>
                    <a:pt x="5301903" y="4537228"/>
                  </a:lnTo>
                  <a:lnTo>
                    <a:pt x="5354675" y="4478108"/>
                  </a:lnTo>
                  <a:lnTo>
                    <a:pt x="5403998" y="4412651"/>
                  </a:lnTo>
                  <a:lnTo>
                    <a:pt x="5450495" y="4340096"/>
                  </a:lnTo>
                  <a:lnTo>
                    <a:pt x="5494794" y="4259717"/>
                  </a:lnTo>
                  <a:lnTo>
                    <a:pt x="5537488" y="4170941"/>
                  </a:lnTo>
                  <a:lnTo>
                    <a:pt x="5567201" y="4102456"/>
                  </a:lnTo>
                  <a:lnTo>
                    <a:pt x="5595148" y="4033136"/>
                  </a:lnTo>
                  <a:lnTo>
                    <a:pt x="5622857" y="3959799"/>
                  </a:lnTo>
                  <a:lnTo>
                    <a:pt x="5650440" y="3882367"/>
                  </a:lnTo>
                  <a:lnTo>
                    <a:pt x="5677991" y="3800797"/>
                  </a:lnTo>
                  <a:lnTo>
                    <a:pt x="5705585" y="3715091"/>
                  </a:lnTo>
                  <a:lnTo>
                    <a:pt x="5733282" y="3625296"/>
                  </a:lnTo>
                  <a:lnTo>
                    <a:pt x="5761129" y="3531509"/>
                  </a:lnTo>
                  <a:lnTo>
                    <a:pt x="5789157" y="3433877"/>
                  </a:lnTo>
                  <a:lnTo>
                    <a:pt x="5817387" y="3332603"/>
                  </a:lnTo>
                  <a:lnTo>
                    <a:pt x="5845827" y="3227941"/>
                  </a:lnTo>
                  <a:lnTo>
                    <a:pt x="5874474" y="3120198"/>
                  </a:lnTo>
                  <a:lnTo>
                    <a:pt x="5903317" y="3009731"/>
                  </a:lnTo>
                  <a:lnTo>
                    <a:pt x="5932334" y="2896941"/>
                  </a:lnTo>
                  <a:lnTo>
                    <a:pt x="5961498" y="2782272"/>
                  </a:lnTo>
                  <a:lnTo>
                    <a:pt x="5990773" y="2666199"/>
                  </a:lnTo>
                  <a:lnTo>
                    <a:pt x="6020122" y="2549225"/>
                  </a:lnTo>
                  <a:lnTo>
                    <a:pt x="6049502" y="2431868"/>
                  </a:lnTo>
                  <a:lnTo>
                    <a:pt x="6078870" y="2314653"/>
                  </a:lnTo>
                  <a:lnTo>
                    <a:pt x="6108184" y="2198104"/>
                  </a:lnTo>
                  <a:lnTo>
                    <a:pt x="6137403" y="2082731"/>
                  </a:lnTo>
                  <a:lnTo>
                    <a:pt x="6166491" y="1969022"/>
                  </a:lnTo>
                  <a:lnTo>
                    <a:pt x="6195417" y="1857437"/>
                  </a:lnTo>
                  <a:lnTo>
                    <a:pt x="6224156" y="1748398"/>
                  </a:lnTo>
                  <a:lnTo>
                    <a:pt x="6252692" y="1642282"/>
                  </a:lnTo>
                  <a:lnTo>
                    <a:pt x="6281018" y="1539420"/>
                  </a:lnTo>
                  <a:lnTo>
                    <a:pt x="6309137" y="1440090"/>
                  </a:lnTo>
                  <a:lnTo>
                    <a:pt x="6337064" y="1344519"/>
                  </a:lnTo>
                  <a:lnTo>
                    <a:pt x="6364824" y="1252878"/>
                  </a:lnTo>
                  <a:lnTo>
                    <a:pt x="6392459" y="1165289"/>
                  </a:lnTo>
                  <a:lnTo>
                    <a:pt x="6420021" y="1081819"/>
                  </a:lnTo>
                  <a:lnTo>
                    <a:pt x="6447580" y="1002493"/>
                  </a:lnTo>
                  <a:lnTo>
                    <a:pt x="6475219" y="927286"/>
                  </a:lnTo>
                  <a:lnTo>
                    <a:pt x="6503041" y="856137"/>
                  </a:lnTo>
                  <a:lnTo>
                    <a:pt x="6515891" y="824846"/>
                  </a:lnTo>
                  <a:lnTo>
                    <a:pt x="6557760" y="729928"/>
                  </a:lnTo>
                  <a:lnTo>
                    <a:pt x="6600859" y="643611"/>
                  </a:lnTo>
                  <a:lnTo>
                    <a:pt x="6645728" y="565552"/>
                  </a:lnTo>
                  <a:lnTo>
                    <a:pt x="6692973" y="495118"/>
                  </a:lnTo>
                  <a:lnTo>
                    <a:pt x="6743226" y="431562"/>
                  </a:lnTo>
                  <a:lnTo>
                    <a:pt x="6797101" y="374130"/>
                  </a:lnTo>
                  <a:lnTo>
                    <a:pt x="6855143" y="322127"/>
                  </a:lnTo>
                  <a:lnTo>
                    <a:pt x="6917770" y="274952"/>
                  </a:lnTo>
                  <a:lnTo>
                    <a:pt x="6985188" y="232123"/>
                  </a:lnTo>
                  <a:lnTo>
                    <a:pt x="7057286" y="193288"/>
                  </a:lnTo>
                  <a:lnTo>
                    <a:pt x="7133523" y="158223"/>
                  </a:lnTo>
                  <a:lnTo>
                    <a:pt x="7212808" y="126829"/>
                  </a:lnTo>
                  <a:lnTo>
                    <a:pt x="7293426" y="99108"/>
                  </a:lnTo>
                  <a:lnTo>
                    <a:pt x="7373032" y="75129"/>
                  </a:lnTo>
                  <a:lnTo>
                    <a:pt x="7448791" y="54972"/>
                  </a:lnTo>
                  <a:lnTo>
                    <a:pt x="7517657" y="38663"/>
                  </a:lnTo>
                  <a:lnTo>
                    <a:pt x="7576807" y="26112"/>
                  </a:lnTo>
                  <a:lnTo>
                    <a:pt x="7624124" y="17064"/>
                  </a:lnTo>
                  <a:lnTo>
                    <a:pt x="7658621" y="11093"/>
                  </a:lnTo>
                  <a:lnTo>
                    <a:pt x="7680686" y="7622"/>
                  </a:lnTo>
                  <a:lnTo>
                    <a:pt x="7692107" y="5984"/>
                  </a:lnTo>
                  <a:lnTo>
                    <a:pt x="7695924" y="548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51" y="4916369"/>
                  </a:lnTo>
                  <a:lnTo>
                    <a:pt x="3838577" y="4916049"/>
                  </a:lnTo>
                  <a:lnTo>
                    <a:pt x="3817930" y="4915164"/>
                  </a:lnTo>
                  <a:lnTo>
                    <a:pt x="3781557" y="4913426"/>
                  </a:lnTo>
                  <a:lnTo>
                    <a:pt x="3728430" y="4910586"/>
                  </a:lnTo>
                  <a:lnTo>
                    <a:pt x="3659881" y="4906458"/>
                  </a:lnTo>
                  <a:lnTo>
                    <a:pt x="3579155" y="4900941"/>
                  </a:lnTo>
                  <a:lnTo>
                    <a:pt x="3490580" y="4894009"/>
                  </a:lnTo>
                  <a:lnTo>
                    <a:pt x="3398635" y="4885684"/>
                  </a:lnTo>
                  <a:lnTo>
                    <a:pt x="3307214" y="4875999"/>
                  </a:lnTo>
                  <a:lnTo>
                    <a:pt x="3219218" y="4864966"/>
                  </a:lnTo>
                  <a:lnTo>
                    <a:pt x="3136467" y="4852553"/>
                  </a:lnTo>
                  <a:lnTo>
                    <a:pt x="3059823" y="4838670"/>
                  </a:lnTo>
                  <a:lnTo>
                    <a:pt x="2989415" y="4823163"/>
                  </a:lnTo>
                  <a:lnTo>
                    <a:pt x="2924857" y="4805818"/>
                  </a:lnTo>
                  <a:lnTo>
                    <a:pt x="2865446" y="4786367"/>
                  </a:lnTo>
                  <a:lnTo>
                    <a:pt x="2810308" y="4764505"/>
                  </a:lnTo>
                  <a:lnTo>
                    <a:pt x="2758503" y="4739912"/>
                  </a:lnTo>
                  <a:lnTo>
                    <a:pt x="2709113" y="4712310"/>
                  </a:lnTo>
                  <a:lnTo>
                    <a:pt x="2667772" y="4685929"/>
                  </a:lnTo>
                  <a:lnTo>
                    <a:pt x="2623013" y="4654065"/>
                  </a:lnTo>
                  <a:lnTo>
                    <a:pt x="2578691" y="4619253"/>
                  </a:lnTo>
                  <a:lnTo>
                    <a:pt x="2534414" y="4581440"/>
                  </a:lnTo>
                  <a:lnTo>
                    <a:pt x="2489901" y="4540657"/>
                  </a:lnTo>
                  <a:lnTo>
                    <a:pt x="2444968" y="4497023"/>
                  </a:lnTo>
                  <a:lnTo>
                    <a:pt x="2399517" y="4450756"/>
                  </a:lnTo>
                  <a:lnTo>
                    <a:pt x="2353529" y="4402174"/>
                  </a:lnTo>
                  <a:lnTo>
                    <a:pt x="2307052" y="4351686"/>
                  </a:lnTo>
                  <a:lnTo>
                    <a:pt x="2260187" y="4299788"/>
                  </a:lnTo>
                  <a:lnTo>
                    <a:pt x="2213079" y="4247038"/>
                  </a:lnTo>
                  <a:lnTo>
                    <a:pt x="2165897" y="4194033"/>
                  </a:lnTo>
                  <a:lnTo>
                    <a:pt x="2118819" y="4141384"/>
                  </a:lnTo>
                  <a:lnTo>
                    <a:pt x="2072010" y="4089685"/>
                  </a:lnTo>
                  <a:lnTo>
                    <a:pt x="2025608" y="4039483"/>
                  </a:lnTo>
                  <a:lnTo>
                    <a:pt x="1979708" y="3991261"/>
                  </a:lnTo>
                  <a:lnTo>
                    <a:pt x="1934348" y="3945415"/>
                  </a:lnTo>
                  <a:lnTo>
                    <a:pt x="1889494" y="3902245"/>
                  </a:lnTo>
                  <a:lnTo>
                    <a:pt x="1845035" y="3861952"/>
                  </a:lnTo>
                  <a:lnTo>
                    <a:pt x="1800773" y="3824641"/>
                  </a:lnTo>
                  <a:lnTo>
                    <a:pt x="1756409" y="3790326"/>
                  </a:lnTo>
                  <a:lnTo>
                    <a:pt x="1719082" y="3763987"/>
                  </a:lnTo>
                  <a:lnTo>
                    <a:pt x="1671120" y="3733659"/>
                  </a:lnTo>
                  <a:lnTo>
                    <a:pt x="1621453" y="3706481"/>
                  </a:lnTo>
                  <a:lnTo>
                    <a:pt x="1569249" y="3682278"/>
                  </a:lnTo>
                  <a:lnTo>
                    <a:pt x="1513583" y="3660763"/>
                  </a:lnTo>
                  <a:lnTo>
                    <a:pt x="1453520" y="3641617"/>
                  </a:lnTo>
                  <a:lnTo>
                    <a:pt x="1388200" y="3624537"/>
                  </a:lnTo>
                  <a:lnTo>
                    <a:pt x="1316955" y="3609262"/>
                  </a:lnTo>
                  <a:lnTo>
                    <a:pt x="1239458" y="3595587"/>
                  </a:lnTo>
                  <a:lnTo>
                    <a:pt x="1155922" y="3583366"/>
                  </a:lnTo>
                  <a:lnTo>
                    <a:pt x="1067328" y="3572518"/>
                  </a:lnTo>
                  <a:lnTo>
                    <a:pt x="975641" y="3563016"/>
                  </a:lnTo>
                  <a:lnTo>
                    <a:pt x="883907" y="3554879"/>
                  </a:lnTo>
                  <a:lnTo>
                    <a:pt x="796133" y="3548140"/>
                  </a:lnTo>
                  <a:lnTo>
                    <a:pt x="716826" y="3542815"/>
                  </a:lnTo>
                  <a:lnTo>
                    <a:pt x="650224" y="3538871"/>
                  </a:lnTo>
                  <a:lnTo>
                    <a:pt x="599352" y="3536193"/>
                  </a:lnTo>
                  <a:lnTo>
                    <a:pt x="565236" y="3534588"/>
                  </a:lnTo>
                  <a:lnTo>
                    <a:pt x="546522" y="3533797"/>
                  </a:lnTo>
                  <a:lnTo>
                    <a:pt x="539560" y="3533531"/>
                  </a:lnTo>
                  <a:lnTo>
                    <a:pt x="538736" y="3533502"/>
                  </a:lnTo>
                  <a:lnTo>
                    <a:pt x="0" y="353350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46" name="pl1146"/>
            <p:cNvSpPr/>
            <p:nvPr/>
          </p:nvSpPr>
          <p:spPr>
            <a:xfrm>
              <a:off x="546595" y="951904"/>
              <a:ext cx="8234974" cy="4916414"/>
            </a:xfrm>
            <a:custGeom>
              <a:avLst/>
              <a:pathLst>
                <a:path w="8234974" h="4916414">
                  <a:moveTo>
                    <a:pt x="0" y="3533502"/>
                  </a:moveTo>
                  <a:lnTo>
                    <a:pt x="538736" y="3533502"/>
                  </a:lnTo>
                  <a:lnTo>
                    <a:pt x="540004" y="3533547"/>
                  </a:lnTo>
                  <a:lnTo>
                    <a:pt x="548278" y="3533867"/>
                  </a:lnTo>
                  <a:lnTo>
                    <a:pt x="568924" y="3534752"/>
                  </a:lnTo>
                  <a:lnTo>
                    <a:pt x="605298" y="3536490"/>
                  </a:lnTo>
                  <a:lnTo>
                    <a:pt x="658425" y="3539330"/>
                  </a:lnTo>
                  <a:lnTo>
                    <a:pt x="726974" y="3543458"/>
                  </a:lnTo>
                  <a:lnTo>
                    <a:pt x="807699" y="3548975"/>
                  </a:lnTo>
                  <a:lnTo>
                    <a:pt x="896275" y="3555907"/>
                  </a:lnTo>
                  <a:lnTo>
                    <a:pt x="988220" y="3564232"/>
                  </a:lnTo>
                  <a:lnTo>
                    <a:pt x="1079640" y="3573917"/>
                  </a:lnTo>
                  <a:lnTo>
                    <a:pt x="1167636" y="3584950"/>
                  </a:lnTo>
                  <a:lnTo>
                    <a:pt x="1250388" y="3597363"/>
                  </a:lnTo>
                  <a:lnTo>
                    <a:pt x="1327031" y="3611246"/>
                  </a:lnTo>
                  <a:lnTo>
                    <a:pt x="1397440" y="3626753"/>
                  </a:lnTo>
                  <a:lnTo>
                    <a:pt x="1461998" y="3644098"/>
                  </a:lnTo>
                  <a:lnTo>
                    <a:pt x="1521409" y="3663549"/>
                  </a:lnTo>
                  <a:lnTo>
                    <a:pt x="1576547" y="3685411"/>
                  </a:lnTo>
                  <a:lnTo>
                    <a:pt x="1628352" y="3710004"/>
                  </a:lnTo>
                  <a:lnTo>
                    <a:pt x="1677741" y="3737606"/>
                  </a:lnTo>
                  <a:lnTo>
                    <a:pt x="1719082" y="3763987"/>
                  </a:lnTo>
                  <a:lnTo>
                    <a:pt x="1763842" y="3795851"/>
                  </a:lnTo>
                  <a:lnTo>
                    <a:pt x="1808164" y="3830664"/>
                  </a:lnTo>
                  <a:lnTo>
                    <a:pt x="1852441" y="3868476"/>
                  </a:lnTo>
                  <a:lnTo>
                    <a:pt x="1896954" y="3909259"/>
                  </a:lnTo>
                  <a:lnTo>
                    <a:pt x="1941887" y="3952893"/>
                  </a:lnTo>
                  <a:lnTo>
                    <a:pt x="1987337" y="3999160"/>
                  </a:lnTo>
                  <a:lnTo>
                    <a:pt x="2033325" y="4047742"/>
                  </a:lnTo>
                  <a:lnTo>
                    <a:pt x="2079803" y="4098230"/>
                  </a:lnTo>
                  <a:lnTo>
                    <a:pt x="2126668" y="4150128"/>
                  </a:lnTo>
                  <a:lnTo>
                    <a:pt x="2173776" y="4202878"/>
                  </a:lnTo>
                  <a:lnTo>
                    <a:pt x="2220957" y="4255883"/>
                  </a:lnTo>
                  <a:lnTo>
                    <a:pt x="2268036" y="4308532"/>
                  </a:lnTo>
                  <a:lnTo>
                    <a:pt x="2314845" y="4360232"/>
                  </a:lnTo>
                  <a:lnTo>
                    <a:pt x="2361247" y="4410433"/>
                  </a:lnTo>
                  <a:lnTo>
                    <a:pt x="2407146" y="4458655"/>
                  </a:lnTo>
                  <a:lnTo>
                    <a:pt x="2452507" y="4504501"/>
                  </a:lnTo>
                  <a:lnTo>
                    <a:pt x="2497361" y="4547671"/>
                  </a:lnTo>
                  <a:lnTo>
                    <a:pt x="2541819" y="4587964"/>
                  </a:lnTo>
                  <a:lnTo>
                    <a:pt x="2586081" y="4625275"/>
                  </a:lnTo>
                  <a:lnTo>
                    <a:pt x="2630446" y="4659590"/>
                  </a:lnTo>
                  <a:lnTo>
                    <a:pt x="2667772" y="4685929"/>
                  </a:lnTo>
                  <a:lnTo>
                    <a:pt x="2715734" y="4716257"/>
                  </a:lnTo>
                  <a:lnTo>
                    <a:pt x="2765402" y="4743435"/>
                  </a:lnTo>
                  <a:lnTo>
                    <a:pt x="2817606" y="4767638"/>
                  </a:lnTo>
                  <a:lnTo>
                    <a:pt x="2873271" y="4789153"/>
                  </a:lnTo>
                  <a:lnTo>
                    <a:pt x="2933335" y="4808299"/>
                  </a:lnTo>
                  <a:lnTo>
                    <a:pt x="2998654" y="4825379"/>
                  </a:lnTo>
                  <a:lnTo>
                    <a:pt x="3069899" y="4840654"/>
                  </a:lnTo>
                  <a:lnTo>
                    <a:pt x="3147396" y="4854329"/>
                  </a:lnTo>
                  <a:lnTo>
                    <a:pt x="3230933" y="4866550"/>
                  </a:lnTo>
                  <a:lnTo>
                    <a:pt x="3319526" y="4877398"/>
                  </a:lnTo>
                  <a:lnTo>
                    <a:pt x="3411213" y="4886900"/>
                  </a:lnTo>
                  <a:lnTo>
                    <a:pt x="3502947" y="4895037"/>
                  </a:lnTo>
                  <a:lnTo>
                    <a:pt x="3590722" y="4901776"/>
                  </a:lnTo>
                  <a:lnTo>
                    <a:pt x="3670028" y="4907101"/>
                  </a:lnTo>
                  <a:lnTo>
                    <a:pt x="3736631" y="4911045"/>
                  </a:lnTo>
                  <a:lnTo>
                    <a:pt x="3787503" y="4913723"/>
                  </a:lnTo>
                  <a:lnTo>
                    <a:pt x="3821618" y="4915328"/>
                  </a:lnTo>
                  <a:lnTo>
                    <a:pt x="3840332" y="4916119"/>
                  </a:lnTo>
                  <a:lnTo>
                    <a:pt x="3847295" y="4916385"/>
                  </a:lnTo>
                  <a:lnTo>
                    <a:pt x="3848118" y="4916414"/>
                  </a:lnTo>
                  <a:lnTo>
                    <a:pt x="4386855" y="4916414"/>
                  </a:lnTo>
                  <a:lnTo>
                    <a:pt x="4387710" y="4916308"/>
                  </a:lnTo>
                  <a:lnTo>
                    <a:pt x="4393337" y="4915550"/>
                  </a:lnTo>
                  <a:lnTo>
                    <a:pt x="4407562" y="4913455"/>
                  </a:lnTo>
                  <a:lnTo>
                    <a:pt x="4433082" y="4909330"/>
                  </a:lnTo>
                  <a:lnTo>
                    <a:pt x="4471292" y="4902527"/>
                  </a:lnTo>
                  <a:lnTo>
                    <a:pt x="4522172" y="4892507"/>
                  </a:lnTo>
                  <a:lnTo>
                    <a:pt x="4584376" y="4878893"/>
                  </a:lnTo>
                  <a:lnTo>
                    <a:pt x="4655534" y="4861479"/>
                  </a:lnTo>
                  <a:lnTo>
                    <a:pt x="4732710" y="4840216"/>
                  </a:lnTo>
                  <a:lnTo>
                    <a:pt x="4812880" y="4815151"/>
                  </a:lnTo>
                  <a:lnTo>
                    <a:pt x="4893328" y="4786368"/>
                  </a:lnTo>
                  <a:lnTo>
                    <a:pt x="4971884" y="4753921"/>
                  </a:lnTo>
                  <a:lnTo>
                    <a:pt x="5047015" y="4717786"/>
                  </a:lnTo>
                  <a:lnTo>
                    <a:pt x="5117800" y="4677830"/>
                  </a:lnTo>
                  <a:lnTo>
                    <a:pt x="5183834" y="4633793"/>
                  </a:lnTo>
                  <a:lnTo>
                    <a:pt x="5245110" y="4585283"/>
                  </a:lnTo>
                  <a:lnTo>
                    <a:pt x="5301903" y="4531783"/>
                  </a:lnTo>
                  <a:lnTo>
                    <a:pt x="5354675" y="4472664"/>
                  </a:lnTo>
                  <a:lnTo>
                    <a:pt x="5403998" y="4407206"/>
                  </a:lnTo>
                  <a:lnTo>
                    <a:pt x="5450495" y="4334652"/>
                  </a:lnTo>
                  <a:lnTo>
                    <a:pt x="5494794" y="4254272"/>
                  </a:lnTo>
                  <a:lnTo>
                    <a:pt x="5537488" y="4165497"/>
                  </a:lnTo>
                  <a:lnTo>
                    <a:pt x="5567201" y="4097011"/>
                  </a:lnTo>
                  <a:lnTo>
                    <a:pt x="5595148" y="4027691"/>
                  </a:lnTo>
                  <a:lnTo>
                    <a:pt x="5622857" y="3954355"/>
                  </a:lnTo>
                  <a:lnTo>
                    <a:pt x="5650440" y="3876922"/>
                  </a:lnTo>
                  <a:lnTo>
                    <a:pt x="5677991" y="3795353"/>
                  </a:lnTo>
                  <a:lnTo>
                    <a:pt x="5705585" y="3709646"/>
                  </a:lnTo>
                  <a:lnTo>
                    <a:pt x="5733282" y="3619851"/>
                  </a:lnTo>
                  <a:lnTo>
                    <a:pt x="5761129" y="3526064"/>
                  </a:lnTo>
                  <a:lnTo>
                    <a:pt x="5789157" y="3428433"/>
                  </a:lnTo>
                  <a:lnTo>
                    <a:pt x="5817387" y="3327159"/>
                  </a:lnTo>
                  <a:lnTo>
                    <a:pt x="5845827" y="3222497"/>
                  </a:lnTo>
                  <a:lnTo>
                    <a:pt x="5874474" y="3114754"/>
                  </a:lnTo>
                  <a:lnTo>
                    <a:pt x="5903317" y="3004286"/>
                  </a:lnTo>
                  <a:lnTo>
                    <a:pt x="5932334" y="2891496"/>
                  </a:lnTo>
                  <a:lnTo>
                    <a:pt x="5961498" y="2776827"/>
                  </a:lnTo>
                  <a:lnTo>
                    <a:pt x="5990773" y="2660755"/>
                  </a:lnTo>
                  <a:lnTo>
                    <a:pt x="6020122" y="2543781"/>
                  </a:lnTo>
                  <a:lnTo>
                    <a:pt x="6049502" y="2426423"/>
                  </a:lnTo>
                  <a:lnTo>
                    <a:pt x="6078870" y="2309209"/>
                  </a:lnTo>
                  <a:lnTo>
                    <a:pt x="6108184" y="2192660"/>
                  </a:lnTo>
                  <a:lnTo>
                    <a:pt x="6137403" y="2077286"/>
                  </a:lnTo>
                  <a:lnTo>
                    <a:pt x="6166491" y="1963577"/>
                  </a:lnTo>
                  <a:lnTo>
                    <a:pt x="6195417" y="1851993"/>
                  </a:lnTo>
                  <a:lnTo>
                    <a:pt x="6224156" y="1742953"/>
                  </a:lnTo>
                  <a:lnTo>
                    <a:pt x="6252692" y="1636837"/>
                  </a:lnTo>
                  <a:lnTo>
                    <a:pt x="6281018" y="1533975"/>
                  </a:lnTo>
                  <a:lnTo>
                    <a:pt x="6309137" y="1434646"/>
                  </a:lnTo>
                  <a:lnTo>
                    <a:pt x="6337064" y="1339074"/>
                  </a:lnTo>
                  <a:lnTo>
                    <a:pt x="6364824" y="1247434"/>
                  </a:lnTo>
                  <a:lnTo>
                    <a:pt x="6392459" y="1159844"/>
                  </a:lnTo>
                  <a:lnTo>
                    <a:pt x="6420021" y="1076375"/>
                  </a:lnTo>
                  <a:lnTo>
                    <a:pt x="6447580" y="997048"/>
                  </a:lnTo>
                  <a:lnTo>
                    <a:pt x="6475219" y="921842"/>
                  </a:lnTo>
                  <a:lnTo>
                    <a:pt x="6503041" y="850692"/>
                  </a:lnTo>
                  <a:lnTo>
                    <a:pt x="6515891" y="819402"/>
                  </a:lnTo>
                  <a:lnTo>
                    <a:pt x="6557760" y="724483"/>
                  </a:lnTo>
                  <a:lnTo>
                    <a:pt x="6600859" y="638167"/>
                  </a:lnTo>
                  <a:lnTo>
                    <a:pt x="6645728" y="560108"/>
                  </a:lnTo>
                  <a:lnTo>
                    <a:pt x="6692973" y="489674"/>
                  </a:lnTo>
                  <a:lnTo>
                    <a:pt x="6743226" y="426117"/>
                  </a:lnTo>
                  <a:lnTo>
                    <a:pt x="6797101" y="368686"/>
                  </a:lnTo>
                  <a:lnTo>
                    <a:pt x="6855143" y="316682"/>
                  </a:lnTo>
                  <a:lnTo>
                    <a:pt x="6917770" y="269507"/>
                  </a:lnTo>
                  <a:lnTo>
                    <a:pt x="6985188" y="226679"/>
                  </a:lnTo>
                  <a:lnTo>
                    <a:pt x="7057286" y="187844"/>
                  </a:lnTo>
                  <a:lnTo>
                    <a:pt x="7133523" y="152779"/>
                  </a:lnTo>
                  <a:lnTo>
                    <a:pt x="7212808" y="121384"/>
                  </a:lnTo>
                  <a:lnTo>
                    <a:pt x="7293426" y="93663"/>
                  </a:lnTo>
                  <a:lnTo>
                    <a:pt x="7373032" y="69685"/>
                  </a:lnTo>
                  <a:lnTo>
                    <a:pt x="7448791" y="49527"/>
                  </a:lnTo>
                  <a:lnTo>
                    <a:pt x="7517657" y="33219"/>
                  </a:lnTo>
                  <a:lnTo>
                    <a:pt x="7576807" y="20667"/>
                  </a:lnTo>
                  <a:lnTo>
                    <a:pt x="7624124" y="11620"/>
                  </a:lnTo>
                  <a:lnTo>
                    <a:pt x="7658621" y="5648"/>
                  </a:lnTo>
                  <a:lnTo>
                    <a:pt x="7680686" y="2177"/>
                  </a:lnTo>
                  <a:lnTo>
                    <a:pt x="7692107" y="539"/>
                  </a:lnTo>
                  <a:lnTo>
                    <a:pt x="7695924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7" name="pl1147"/>
            <p:cNvSpPr/>
            <p:nvPr/>
          </p:nvSpPr>
          <p:spPr>
            <a:xfrm>
              <a:off x="546595" y="946460"/>
              <a:ext cx="8234974" cy="4916414"/>
            </a:xfrm>
            <a:custGeom>
              <a:avLst/>
              <a:pathLst>
                <a:path w="8234974" h="4916414">
                  <a:moveTo>
                    <a:pt x="8234974" y="0"/>
                  </a:move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51" y="4916369"/>
                  </a:lnTo>
                  <a:lnTo>
                    <a:pt x="3838577" y="4916049"/>
                  </a:lnTo>
                  <a:lnTo>
                    <a:pt x="3817930" y="4915164"/>
                  </a:lnTo>
                  <a:lnTo>
                    <a:pt x="3781557" y="4913426"/>
                  </a:lnTo>
                  <a:lnTo>
                    <a:pt x="3728430" y="4910586"/>
                  </a:lnTo>
                  <a:lnTo>
                    <a:pt x="3659881" y="4906458"/>
                  </a:lnTo>
                  <a:lnTo>
                    <a:pt x="3579155" y="4900941"/>
                  </a:lnTo>
                  <a:lnTo>
                    <a:pt x="3490580" y="4894009"/>
                  </a:lnTo>
                  <a:lnTo>
                    <a:pt x="3398635" y="4885684"/>
                  </a:lnTo>
                  <a:lnTo>
                    <a:pt x="3307214" y="4875999"/>
                  </a:lnTo>
                  <a:lnTo>
                    <a:pt x="3219218" y="4864966"/>
                  </a:lnTo>
                  <a:lnTo>
                    <a:pt x="3136467" y="4852553"/>
                  </a:lnTo>
                  <a:lnTo>
                    <a:pt x="3059823" y="4838670"/>
                  </a:lnTo>
                  <a:lnTo>
                    <a:pt x="2989415" y="4823163"/>
                  </a:lnTo>
                  <a:lnTo>
                    <a:pt x="2924857" y="4805818"/>
                  </a:lnTo>
                  <a:lnTo>
                    <a:pt x="2865446" y="4786367"/>
                  </a:lnTo>
                  <a:lnTo>
                    <a:pt x="2810308" y="4764505"/>
                  </a:lnTo>
                  <a:lnTo>
                    <a:pt x="2758503" y="4739912"/>
                  </a:lnTo>
                  <a:lnTo>
                    <a:pt x="2709113" y="4712310"/>
                  </a:lnTo>
                  <a:lnTo>
                    <a:pt x="2667772" y="4685929"/>
                  </a:lnTo>
                  <a:lnTo>
                    <a:pt x="2623013" y="4654065"/>
                  </a:lnTo>
                  <a:lnTo>
                    <a:pt x="2578691" y="4619253"/>
                  </a:lnTo>
                  <a:lnTo>
                    <a:pt x="2534414" y="4581440"/>
                  </a:lnTo>
                  <a:lnTo>
                    <a:pt x="2489901" y="4540657"/>
                  </a:lnTo>
                  <a:lnTo>
                    <a:pt x="2444968" y="4497023"/>
                  </a:lnTo>
                  <a:lnTo>
                    <a:pt x="2399517" y="4450756"/>
                  </a:lnTo>
                  <a:lnTo>
                    <a:pt x="2353529" y="4402174"/>
                  </a:lnTo>
                  <a:lnTo>
                    <a:pt x="2307052" y="4351686"/>
                  </a:lnTo>
                  <a:lnTo>
                    <a:pt x="2260187" y="4299788"/>
                  </a:lnTo>
                  <a:lnTo>
                    <a:pt x="2213079" y="4247038"/>
                  </a:lnTo>
                  <a:lnTo>
                    <a:pt x="2165897" y="4194033"/>
                  </a:lnTo>
                  <a:lnTo>
                    <a:pt x="2118819" y="4141384"/>
                  </a:lnTo>
                  <a:lnTo>
                    <a:pt x="2072010" y="4089685"/>
                  </a:lnTo>
                  <a:lnTo>
                    <a:pt x="2025608" y="4039483"/>
                  </a:lnTo>
                  <a:lnTo>
                    <a:pt x="1979708" y="3991261"/>
                  </a:lnTo>
                  <a:lnTo>
                    <a:pt x="1934348" y="3945415"/>
                  </a:lnTo>
                  <a:lnTo>
                    <a:pt x="1889494" y="3902245"/>
                  </a:lnTo>
                  <a:lnTo>
                    <a:pt x="1845035" y="3861952"/>
                  </a:lnTo>
                  <a:lnTo>
                    <a:pt x="1800773" y="3824641"/>
                  </a:lnTo>
                  <a:lnTo>
                    <a:pt x="1756409" y="3790326"/>
                  </a:lnTo>
                  <a:lnTo>
                    <a:pt x="1719082" y="3763987"/>
                  </a:lnTo>
                  <a:lnTo>
                    <a:pt x="1671120" y="3733659"/>
                  </a:lnTo>
                  <a:lnTo>
                    <a:pt x="1621453" y="3706481"/>
                  </a:lnTo>
                  <a:lnTo>
                    <a:pt x="1569249" y="3682278"/>
                  </a:lnTo>
                  <a:lnTo>
                    <a:pt x="1513583" y="3660763"/>
                  </a:lnTo>
                  <a:lnTo>
                    <a:pt x="1453520" y="3641617"/>
                  </a:lnTo>
                  <a:lnTo>
                    <a:pt x="1388200" y="3624537"/>
                  </a:lnTo>
                  <a:lnTo>
                    <a:pt x="1316955" y="3609262"/>
                  </a:lnTo>
                  <a:lnTo>
                    <a:pt x="1239458" y="3595587"/>
                  </a:lnTo>
                  <a:lnTo>
                    <a:pt x="1155922" y="3583366"/>
                  </a:lnTo>
                  <a:lnTo>
                    <a:pt x="1067328" y="3572518"/>
                  </a:lnTo>
                  <a:lnTo>
                    <a:pt x="975641" y="3563016"/>
                  </a:lnTo>
                  <a:lnTo>
                    <a:pt x="883907" y="3554879"/>
                  </a:lnTo>
                  <a:lnTo>
                    <a:pt x="796133" y="3548140"/>
                  </a:lnTo>
                  <a:lnTo>
                    <a:pt x="716826" y="3542815"/>
                  </a:lnTo>
                  <a:lnTo>
                    <a:pt x="650224" y="3538871"/>
                  </a:lnTo>
                  <a:lnTo>
                    <a:pt x="599352" y="3536193"/>
                  </a:lnTo>
                  <a:lnTo>
                    <a:pt x="565236" y="3534588"/>
                  </a:lnTo>
                  <a:lnTo>
                    <a:pt x="546522" y="3533797"/>
                  </a:lnTo>
                  <a:lnTo>
                    <a:pt x="539560" y="3533531"/>
                  </a:lnTo>
                  <a:lnTo>
                    <a:pt x="538736" y="3533502"/>
                  </a:lnTo>
                  <a:lnTo>
                    <a:pt x="0" y="3533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8" name="pg1148"/>
            <p:cNvSpPr/>
            <p:nvPr/>
          </p:nvSpPr>
          <p:spPr>
            <a:xfrm>
              <a:off x="546595" y="1142463"/>
              <a:ext cx="8234974" cy="3070717"/>
            </a:xfrm>
            <a:custGeom>
              <a:avLst/>
              <a:pathLst>
                <a:path w="8234974" h="3070717">
                  <a:moveTo>
                    <a:pt x="0" y="3070717"/>
                  </a:moveTo>
                  <a:lnTo>
                    <a:pt x="538736" y="3070717"/>
                  </a:lnTo>
                  <a:lnTo>
                    <a:pt x="539940" y="3070643"/>
                  </a:lnTo>
                  <a:lnTo>
                    <a:pt x="547810" y="3070120"/>
                  </a:lnTo>
                  <a:lnTo>
                    <a:pt x="567482" y="3068672"/>
                  </a:lnTo>
                  <a:lnTo>
                    <a:pt x="602232" y="3065830"/>
                  </a:lnTo>
                  <a:lnTo>
                    <a:pt x="653173" y="3061176"/>
                  </a:lnTo>
                  <a:lnTo>
                    <a:pt x="719205" y="3054399"/>
                  </a:lnTo>
                  <a:lnTo>
                    <a:pt x="797389" y="3045320"/>
                  </a:lnTo>
                  <a:lnTo>
                    <a:pt x="883686" y="3033885"/>
                  </a:lnTo>
                  <a:lnTo>
                    <a:pt x="973814" y="3020123"/>
                  </a:lnTo>
                  <a:lnTo>
                    <a:pt x="1063963" y="3004088"/>
                  </a:lnTo>
                  <a:lnTo>
                    <a:pt x="1151212" y="2985810"/>
                  </a:lnTo>
                  <a:lnTo>
                    <a:pt x="1233653" y="2965252"/>
                  </a:lnTo>
                  <a:lnTo>
                    <a:pt x="1310301" y="2942285"/>
                  </a:lnTo>
                  <a:lnTo>
                    <a:pt x="1380903" y="2916682"/>
                  </a:lnTo>
                  <a:lnTo>
                    <a:pt x="1445731" y="2888114"/>
                  </a:lnTo>
                  <a:lnTo>
                    <a:pt x="1505390" y="2856164"/>
                  </a:lnTo>
                  <a:lnTo>
                    <a:pt x="1560679" y="2820344"/>
                  </a:lnTo>
                  <a:lnTo>
                    <a:pt x="1612480" y="2780131"/>
                  </a:lnTo>
                  <a:lnTo>
                    <a:pt x="1661680" y="2735039"/>
                  </a:lnTo>
                  <a:lnTo>
                    <a:pt x="1709089" y="2684733"/>
                  </a:lnTo>
                  <a:lnTo>
                    <a:pt x="1719082" y="2673266"/>
                  </a:lnTo>
                  <a:lnTo>
                    <a:pt x="1756958" y="2627148"/>
                  </a:lnTo>
                  <a:lnTo>
                    <a:pt x="1794472" y="2577413"/>
                  </a:lnTo>
                  <a:lnTo>
                    <a:pt x="1831878" y="2523988"/>
                  </a:lnTo>
                  <a:lnTo>
                    <a:pt x="1869371" y="2466870"/>
                  </a:lnTo>
                  <a:lnTo>
                    <a:pt x="1907091" y="2406132"/>
                  </a:lnTo>
                  <a:lnTo>
                    <a:pt x="1945135" y="2341929"/>
                  </a:lnTo>
                  <a:lnTo>
                    <a:pt x="1983551" y="2274502"/>
                  </a:lnTo>
                  <a:lnTo>
                    <a:pt x="2022354" y="2204183"/>
                  </a:lnTo>
                  <a:lnTo>
                    <a:pt x="2061520" y="2131383"/>
                  </a:lnTo>
                  <a:lnTo>
                    <a:pt x="2100996" y="2056594"/>
                  </a:lnTo>
                  <a:lnTo>
                    <a:pt x="2140706" y="1980368"/>
                  </a:lnTo>
                  <a:lnTo>
                    <a:pt x="2180555" y="1903307"/>
                  </a:lnTo>
                  <a:lnTo>
                    <a:pt x="2220438" y="1826041"/>
                  </a:lnTo>
                  <a:lnTo>
                    <a:pt x="2260250" y="1749205"/>
                  </a:lnTo>
                  <a:lnTo>
                    <a:pt x="2299886" y="1673422"/>
                  </a:lnTo>
                  <a:lnTo>
                    <a:pt x="2339260" y="1599278"/>
                  </a:lnTo>
                  <a:lnTo>
                    <a:pt x="2378302" y="1527305"/>
                  </a:lnTo>
                  <a:lnTo>
                    <a:pt x="2416969" y="1457969"/>
                  </a:lnTo>
                  <a:lnTo>
                    <a:pt x="2455250" y="1391652"/>
                  </a:lnTo>
                  <a:lnTo>
                    <a:pt x="2493171" y="1328654"/>
                  </a:lnTo>
                  <a:lnTo>
                    <a:pt x="2530797" y="1269186"/>
                  </a:lnTo>
                  <a:lnTo>
                    <a:pt x="2568240" y="1213373"/>
                  </a:lnTo>
                  <a:lnTo>
                    <a:pt x="2605659" y="1161261"/>
                  </a:lnTo>
                  <a:lnTo>
                    <a:pt x="2643269" y="1112820"/>
                  </a:lnTo>
                  <a:lnTo>
                    <a:pt x="2667772" y="1083462"/>
                  </a:lnTo>
                  <a:lnTo>
                    <a:pt x="2714890" y="1032023"/>
                  </a:lnTo>
                  <a:lnTo>
                    <a:pt x="2763642" y="985834"/>
                  </a:lnTo>
                  <a:lnTo>
                    <a:pt x="2814813" y="944613"/>
                  </a:lnTo>
                  <a:lnTo>
                    <a:pt x="2869278" y="907896"/>
                  </a:lnTo>
                  <a:lnTo>
                    <a:pt x="2927929" y="875159"/>
                  </a:lnTo>
                  <a:lnTo>
                    <a:pt x="2991590" y="845905"/>
                  </a:lnTo>
                  <a:lnTo>
                    <a:pt x="3060919" y="819697"/>
                  </a:lnTo>
                  <a:lnTo>
                    <a:pt x="3136271" y="796188"/>
                  </a:lnTo>
                  <a:lnTo>
                    <a:pt x="3217525" y="775128"/>
                  </a:lnTo>
                  <a:lnTo>
                    <a:pt x="3303871" y="756367"/>
                  </a:lnTo>
                  <a:lnTo>
                    <a:pt x="3393610" y="739851"/>
                  </a:lnTo>
                  <a:lnTo>
                    <a:pt x="3484037" y="725597"/>
                  </a:lnTo>
                  <a:lnTo>
                    <a:pt x="3571509" y="713659"/>
                  </a:lnTo>
                  <a:lnTo>
                    <a:pt x="3651792" y="704077"/>
                  </a:lnTo>
                  <a:lnTo>
                    <a:pt x="3720726" y="696817"/>
                  </a:lnTo>
                  <a:lnTo>
                    <a:pt x="3775065" y="691730"/>
                  </a:lnTo>
                  <a:lnTo>
                    <a:pt x="3813268" y="688531"/>
                  </a:lnTo>
                  <a:lnTo>
                    <a:pt x="3835965" y="686824"/>
                  </a:lnTo>
                  <a:lnTo>
                    <a:pt x="3845990" y="686143"/>
                  </a:lnTo>
                  <a:lnTo>
                    <a:pt x="3848118" y="686011"/>
                  </a:lnTo>
                  <a:lnTo>
                    <a:pt x="4386855" y="686011"/>
                  </a:lnTo>
                  <a:lnTo>
                    <a:pt x="4388149" y="685988"/>
                  </a:lnTo>
                  <a:lnTo>
                    <a:pt x="4396593" y="685827"/>
                  </a:lnTo>
                  <a:lnTo>
                    <a:pt x="4417645" y="685382"/>
                  </a:lnTo>
                  <a:lnTo>
                    <a:pt x="4454692" y="684509"/>
                  </a:lnTo>
                  <a:lnTo>
                    <a:pt x="4508722" y="683082"/>
                  </a:lnTo>
                  <a:lnTo>
                    <a:pt x="4578303" y="681010"/>
                  </a:lnTo>
                  <a:lnTo>
                    <a:pt x="4660062" y="678243"/>
                  </a:lnTo>
                  <a:lnTo>
                    <a:pt x="4749554" y="674771"/>
                  </a:lnTo>
                  <a:lnTo>
                    <a:pt x="4842218" y="670604"/>
                  </a:lnTo>
                  <a:lnTo>
                    <a:pt x="4934131" y="665759"/>
                  </a:lnTo>
                  <a:lnTo>
                    <a:pt x="5022407" y="660241"/>
                  </a:lnTo>
                  <a:lnTo>
                    <a:pt x="5105264" y="654032"/>
                  </a:lnTo>
                  <a:lnTo>
                    <a:pt x="5181890" y="647083"/>
                  </a:lnTo>
                  <a:lnTo>
                    <a:pt x="5252211" y="639316"/>
                  </a:lnTo>
                  <a:lnTo>
                    <a:pt x="5316658" y="630619"/>
                  </a:lnTo>
                  <a:lnTo>
                    <a:pt x="5375973" y="620855"/>
                  </a:lnTo>
                  <a:lnTo>
                    <a:pt x="5431061" y="609869"/>
                  </a:lnTo>
                  <a:lnTo>
                    <a:pt x="5482883" y="597503"/>
                  </a:lnTo>
                  <a:lnTo>
                    <a:pt x="5532368" y="583620"/>
                  </a:lnTo>
                  <a:lnTo>
                    <a:pt x="5567201" y="572583"/>
                  </a:lnTo>
                  <a:lnTo>
                    <a:pt x="5617364" y="554897"/>
                  </a:lnTo>
                  <a:lnTo>
                    <a:pt x="5667042" y="535381"/>
                  </a:lnTo>
                  <a:lnTo>
                    <a:pt x="5716757" y="514008"/>
                  </a:lnTo>
                  <a:lnTo>
                    <a:pt x="5766866" y="490817"/>
                  </a:lnTo>
                  <a:lnTo>
                    <a:pt x="5817572" y="465921"/>
                  </a:lnTo>
                  <a:lnTo>
                    <a:pt x="5868954" y="439508"/>
                  </a:lnTo>
                  <a:lnTo>
                    <a:pt x="5920974" y="411843"/>
                  </a:lnTo>
                  <a:lnTo>
                    <a:pt x="5973503" y="383258"/>
                  </a:lnTo>
                  <a:lnTo>
                    <a:pt x="6026343" y="354135"/>
                  </a:lnTo>
                  <a:lnTo>
                    <a:pt x="6079254" y="324890"/>
                  </a:lnTo>
                  <a:lnTo>
                    <a:pt x="6131989" y="295946"/>
                  </a:lnTo>
                  <a:lnTo>
                    <a:pt x="6184322" y="267708"/>
                  </a:lnTo>
                  <a:lnTo>
                    <a:pt x="6236082" y="240539"/>
                  </a:lnTo>
                  <a:lnTo>
                    <a:pt x="6287174" y="214744"/>
                  </a:lnTo>
                  <a:lnTo>
                    <a:pt x="6337610" y="190554"/>
                  </a:lnTo>
                  <a:lnTo>
                    <a:pt x="6387518" y="168128"/>
                  </a:lnTo>
                  <a:lnTo>
                    <a:pt x="6437165" y="147544"/>
                  </a:lnTo>
                  <a:lnTo>
                    <a:pt x="6486974" y="128813"/>
                  </a:lnTo>
                  <a:lnTo>
                    <a:pt x="6515891" y="118872"/>
                  </a:lnTo>
                  <a:lnTo>
                    <a:pt x="6564198" y="103846"/>
                  </a:lnTo>
                  <a:lnTo>
                    <a:pt x="6614240" y="90393"/>
                  </a:lnTo>
                  <a:lnTo>
                    <a:pt x="6666868" y="78422"/>
                  </a:lnTo>
                  <a:lnTo>
                    <a:pt x="6723027" y="67790"/>
                  </a:lnTo>
                  <a:lnTo>
                    <a:pt x="6783672" y="58336"/>
                  </a:lnTo>
                  <a:lnTo>
                    <a:pt x="6849676" y="49908"/>
                  </a:lnTo>
                  <a:lnTo>
                    <a:pt x="6921712" y="42376"/>
                  </a:lnTo>
                  <a:lnTo>
                    <a:pt x="7000092" y="35638"/>
                  </a:lnTo>
                  <a:lnTo>
                    <a:pt x="7084563" y="29623"/>
                  </a:lnTo>
                  <a:lnTo>
                    <a:pt x="7174067" y="24292"/>
                  </a:lnTo>
                  <a:lnTo>
                    <a:pt x="7266524" y="19633"/>
                  </a:lnTo>
                  <a:lnTo>
                    <a:pt x="7358741" y="15655"/>
                  </a:lnTo>
                  <a:lnTo>
                    <a:pt x="7446566" y="12377"/>
                  </a:lnTo>
                  <a:lnTo>
                    <a:pt x="7525380" y="9805"/>
                  </a:lnTo>
                  <a:lnTo>
                    <a:pt x="7590938" y="7918"/>
                  </a:lnTo>
                  <a:lnTo>
                    <a:pt x="7640326" y="6654"/>
                  </a:lnTo>
                  <a:lnTo>
                    <a:pt x="7672754" y="5913"/>
                  </a:lnTo>
                  <a:lnTo>
                    <a:pt x="7689893" y="5561"/>
                  </a:lnTo>
                  <a:lnTo>
                    <a:pt x="7695738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6914" y="680640"/>
                  </a:lnTo>
                  <a:lnTo>
                    <a:pt x="3839045" y="681163"/>
                  </a:lnTo>
                  <a:lnTo>
                    <a:pt x="3819373" y="682611"/>
                  </a:lnTo>
                  <a:lnTo>
                    <a:pt x="3784623" y="685453"/>
                  </a:lnTo>
                  <a:lnTo>
                    <a:pt x="3733681" y="690107"/>
                  </a:lnTo>
                  <a:lnTo>
                    <a:pt x="3667649" y="696884"/>
                  </a:lnTo>
                  <a:lnTo>
                    <a:pt x="3589466" y="705963"/>
                  </a:lnTo>
                  <a:lnTo>
                    <a:pt x="3503169" y="717398"/>
                  </a:lnTo>
                  <a:lnTo>
                    <a:pt x="3413040" y="731160"/>
                  </a:lnTo>
                  <a:lnTo>
                    <a:pt x="3322891" y="747195"/>
                  </a:lnTo>
                  <a:lnTo>
                    <a:pt x="3235642" y="765473"/>
                  </a:lnTo>
                  <a:lnTo>
                    <a:pt x="3153202" y="786031"/>
                  </a:lnTo>
                  <a:lnTo>
                    <a:pt x="3076554" y="808998"/>
                  </a:lnTo>
                  <a:lnTo>
                    <a:pt x="3005951" y="834601"/>
                  </a:lnTo>
                  <a:lnTo>
                    <a:pt x="2941124" y="863169"/>
                  </a:lnTo>
                  <a:lnTo>
                    <a:pt x="2881464" y="895119"/>
                  </a:lnTo>
                  <a:lnTo>
                    <a:pt x="2826176" y="930939"/>
                  </a:lnTo>
                  <a:lnTo>
                    <a:pt x="2774374" y="971152"/>
                  </a:lnTo>
                  <a:lnTo>
                    <a:pt x="2725175" y="1016244"/>
                  </a:lnTo>
                  <a:lnTo>
                    <a:pt x="2677765" y="1066550"/>
                  </a:lnTo>
                  <a:lnTo>
                    <a:pt x="2667772" y="1078017"/>
                  </a:lnTo>
                  <a:lnTo>
                    <a:pt x="2629896" y="1124135"/>
                  </a:lnTo>
                  <a:lnTo>
                    <a:pt x="2592382" y="1173870"/>
                  </a:lnTo>
                  <a:lnTo>
                    <a:pt x="2554976" y="1227295"/>
                  </a:lnTo>
                  <a:lnTo>
                    <a:pt x="2517484" y="1284413"/>
                  </a:lnTo>
                  <a:lnTo>
                    <a:pt x="2479763" y="1345151"/>
                  </a:lnTo>
                  <a:lnTo>
                    <a:pt x="2441720" y="1409354"/>
                  </a:lnTo>
                  <a:lnTo>
                    <a:pt x="2403303" y="1476781"/>
                  </a:lnTo>
                  <a:lnTo>
                    <a:pt x="2364500" y="1547100"/>
                  </a:lnTo>
                  <a:lnTo>
                    <a:pt x="2325335" y="1619900"/>
                  </a:lnTo>
                  <a:lnTo>
                    <a:pt x="2285859" y="1694689"/>
                  </a:lnTo>
                  <a:lnTo>
                    <a:pt x="2246149" y="1770915"/>
                  </a:lnTo>
                  <a:lnTo>
                    <a:pt x="2206300" y="1847976"/>
                  </a:lnTo>
                  <a:lnTo>
                    <a:pt x="2166416" y="1925242"/>
                  </a:lnTo>
                  <a:lnTo>
                    <a:pt x="2126605" y="2002078"/>
                  </a:lnTo>
                  <a:lnTo>
                    <a:pt x="2086968" y="2077861"/>
                  </a:lnTo>
                  <a:lnTo>
                    <a:pt x="2047594" y="2152005"/>
                  </a:lnTo>
                  <a:lnTo>
                    <a:pt x="2008553" y="2223978"/>
                  </a:lnTo>
                  <a:lnTo>
                    <a:pt x="1969886" y="2293315"/>
                  </a:lnTo>
                  <a:lnTo>
                    <a:pt x="1931605" y="2359631"/>
                  </a:lnTo>
                  <a:lnTo>
                    <a:pt x="1893684" y="2422629"/>
                  </a:lnTo>
                  <a:lnTo>
                    <a:pt x="1856057" y="2482097"/>
                  </a:lnTo>
                  <a:lnTo>
                    <a:pt x="1818614" y="2537910"/>
                  </a:lnTo>
                  <a:lnTo>
                    <a:pt x="1781195" y="2590022"/>
                  </a:lnTo>
                  <a:lnTo>
                    <a:pt x="1743585" y="2638463"/>
                  </a:lnTo>
                  <a:lnTo>
                    <a:pt x="1719082" y="2667821"/>
                  </a:lnTo>
                  <a:lnTo>
                    <a:pt x="1671965" y="2719260"/>
                  </a:lnTo>
                  <a:lnTo>
                    <a:pt x="1623213" y="2765449"/>
                  </a:lnTo>
                  <a:lnTo>
                    <a:pt x="1572042" y="2806670"/>
                  </a:lnTo>
                  <a:lnTo>
                    <a:pt x="1517576" y="2843387"/>
                  </a:lnTo>
                  <a:lnTo>
                    <a:pt x="1458925" y="2876124"/>
                  </a:lnTo>
                  <a:lnTo>
                    <a:pt x="1395264" y="2905378"/>
                  </a:lnTo>
                  <a:lnTo>
                    <a:pt x="1325936" y="2931586"/>
                  </a:lnTo>
                  <a:lnTo>
                    <a:pt x="1250583" y="2955095"/>
                  </a:lnTo>
                  <a:lnTo>
                    <a:pt x="1169329" y="2976155"/>
                  </a:lnTo>
                  <a:lnTo>
                    <a:pt x="1082984" y="2994916"/>
                  </a:lnTo>
                  <a:lnTo>
                    <a:pt x="993245" y="3011432"/>
                  </a:lnTo>
                  <a:lnTo>
                    <a:pt x="902817" y="3025686"/>
                  </a:lnTo>
                  <a:lnTo>
                    <a:pt x="815346" y="3037624"/>
                  </a:lnTo>
                  <a:lnTo>
                    <a:pt x="735063" y="3047206"/>
                  </a:lnTo>
                  <a:lnTo>
                    <a:pt x="666129" y="3054466"/>
                  </a:lnTo>
                  <a:lnTo>
                    <a:pt x="611790" y="3059553"/>
                  </a:lnTo>
                  <a:lnTo>
                    <a:pt x="573587" y="3062752"/>
                  </a:lnTo>
                  <a:lnTo>
                    <a:pt x="550889" y="3064459"/>
                  </a:lnTo>
                  <a:lnTo>
                    <a:pt x="540865" y="3065141"/>
                  </a:lnTo>
                  <a:lnTo>
                    <a:pt x="538736" y="3065272"/>
                  </a:lnTo>
                  <a:lnTo>
                    <a:pt x="0" y="306527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49" name="pl1149"/>
            <p:cNvSpPr/>
            <p:nvPr/>
          </p:nvSpPr>
          <p:spPr>
            <a:xfrm>
              <a:off x="546595" y="1147908"/>
              <a:ext cx="8234974" cy="3065272"/>
            </a:xfrm>
            <a:custGeom>
              <a:avLst/>
              <a:pathLst>
                <a:path w="8234974" h="3065272">
                  <a:moveTo>
                    <a:pt x="0" y="3065272"/>
                  </a:moveTo>
                  <a:lnTo>
                    <a:pt x="538736" y="3065272"/>
                  </a:lnTo>
                  <a:lnTo>
                    <a:pt x="539940" y="3065199"/>
                  </a:lnTo>
                  <a:lnTo>
                    <a:pt x="547810" y="3064675"/>
                  </a:lnTo>
                  <a:lnTo>
                    <a:pt x="567482" y="3063228"/>
                  </a:lnTo>
                  <a:lnTo>
                    <a:pt x="602232" y="3060385"/>
                  </a:lnTo>
                  <a:lnTo>
                    <a:pt x="653173" y="3055731"/>
                  </a:lnTo>
                  <a:lnTo>
                    <a:pt x="719205" y="3048954"/>
                  </a:lnTo>
                  <a:lnTo>
                    <a:pt x="797389" y="3039876"/>
                  </a:lnTo>
                  <a:lnTo>
                    <a:pt x="883686" y="3028441"/>
                  </a:lnTo>
                  <a:lnTo>
                    <a:pt x="973814" y="3014678"/>
                  </a:lnTo>
                  <a:lnTo>
                    <a:pt x="1063963" y="2998644"/>
                  </a:lnTo>
                  <a:lnTo>
                    <a:pt x="1151212" y="2980366"/>
                  </a:lnTo>
                  <a:lnTo>
                    <a:pt x="1233653" y="2959808"/>
                  </a:lnTo>
                  <a:lnTo>
                    <a:pt x="1310301" y="2936841"/>
                  </a:lnTo>
                  <a:lnTo>
                    <a:pt x="1380903" y="2911237"/>
                  </a:lnTo>
                  <a:lnTo>
                    <a:pt x="1445731" y="2882670"/>
                  </a:lnTo>
                  <a:lnTo>
                    <a:pt x="1505390" y="2850720"/>
                  </a:lnTo>
                  <a:lnTo>
                    <a:pt x="1560679" y="2814899"/>
                  </a:lnTo>
                  <a:lnTo>
                    <a:pt x="1612480" y="2774686"/>
                  </a:lnTo>
                  <a:lnTo>
                    <a:pt x="1661680" y="2729594"/>
                  </a:lnTo>
                  <a:lnTo>
                    <a:pt x="1709089" y="2679288"/>
                  </a:lnTo>
                  <a:lnTo>
                    <a:pt x="1719082" y="2667821"/>
                  </a:lnTo>
                  <a:lnTo>
                    <a:pt x="1756958" y="2621703"/>
                  </a:lnTo>
                  <a:lnTo>
                    <a:pt x="1794472" y="2571968"/>
                  </a:lnTo>
                  <a:lnTo>
                    <a:pt x="1831878" y="2518544"/>
                  </a:lnTo>
                  <a:lnTo>
                    <a:pt x="1869371" y="2461426"/>
                  </a:lnTo>
                  <a:lnTo>
                    <a:pt x="1907091" y="2400688"/>
                  </a:lnTo>
                  <a:lnTo>
                    <a:pt x="1945135" y="2336484"/>
                  </a:lnTo>
                  <a:lnTo>
                    <a:pt x="1983551" y="2269058"/>
                  </a:lnTo>
                  <a:lnTo>
                    <a:pt x="2022354" y="2198738"/>
                  </a:lnTo>
                  <a:lnTo>
                    <a:pt x="2061520" y="2125939"/>
                  </a:lnTo>
                  <a:lnTo>
                    <a:pt x="2100996" y="2051149"/>
                  </a:lnTo>
                  <a:lnTo>
                    <a:pt x="2140706" y="1974924"/>
                  </a:lnTo>
                  <a:lnTo>
                    <a:pt x="2180555" y="1897863"/>
                  </a:lnTo>
                  <a:lnTo>
                    <a:pt x="2220438" y="1820596"/>
                  </a:lnTo>
                  <a:lnTo>
                    <a:pt x="2260250" y="1743761"/>
                  </a:lnTo>
                  <a:lnTo>
                    <a:pt x="2299886" y="1667977"/>
                  </a:lnTo>
                  <a:lnTo>
                    <a:pt x="2339260" y="1593833"/>
                  </a:lnTo>
                  <a:lnTo>
                    <a:pt x="2378302" y="1521861"/>
                  </a:lnTo>
                  <a:lnTo>
                    <a:pt x="2416969" y="1452524"/>
                  </a:lnTo>
                  <a:lnTo>
                    <a:pt x="2455250" y="1386207"/>
                  </a:lnTo>
                  <a:lnTo>
                    <a:pt x="2493171" y="1323209"/>
                  </a:lnTo>
                  <a:lnTo>
                    <a:pt x="2530797" y="1263741"/>
                  </a:lnTo>
                  <a:lnTo>
                    <a:pt x="2568240" y="1207929"/>
                  </a:lnTo>
                  <a:lnTo>
                    <a:pt x="2605659" y="1155816"/>
                  </a:lnTo>
                  <a:lnTo>
                    <a:pt x="2643269" y="1107375"/>
                  </a:lnTo>
                  <a:lnTo>
                    <a:pt x="2667772" y="1078017"/>
                  </a:lnTo>
                  <a:lnTo>
                    <a:pt x="2714890" y="1026579"/>
                  </a:lnTo>
                  <a:lnTo>
                    <a:pt x="2763642" y="980389"/>
                  </a:lnTo>
                  <a:lnTo>
                    <a:pt x="2814813" y="939169"/>
                  </a:lnTo>
                  <a:lnTo>
                    <a:pt x="2869278" y="902451"/>
                  </a:lnTo>
                  <a:lnTo>
                    <a:pt x="2927929" y="869715"/>
                  </a:lnTo>
                  <a:lnTo>
                    <a:pt x="2991590" y="840460"/>
                  </a:lnTo>
                  <a:lnTo>
                    <a:pt x="3060919" y="814252"/>
                  </a:lnTo>
                  <a:lnTo>
                    <a:pt x="3136271" y="790743"/>
                  </a:lnTo>
                  <a:lnTo>
                    <a:pt x="3217525" y="769683"/>
                  </a:lnTo>
                  <a:lnTo>
                    <a:pt x="3303871" y="750923"/>
                  </a:lnTo>
                  <a:lnTo>
                    <a:pt x="3393610" y="734407"/>
                  </a:lnTo>
                  <a:lnTo>
                    <a:pt x="3484037" y="720153"/>
                  </a:lnTo>
                  <a:lnTo>
                    <a:pt x="3571509" y="708215"/>
                  </a:lnTo>
                  <a:lnTo>
                    <a:pt x="3651792" y="698632"/>
                  </a:lnTo>
                  <a:lnTo>
                    <a:pt x="3720726" y="691373"/>
                  </a:lnTo>
                  <a:lnTo>
                    <a:pt x="3775065" y="686286"/>
                  </a:lnTo>
                  <a:lnTo>
                    <a:pt x="3813268" y="683087"/>
                  </a:lnTo>
                  <a:lnTo>
                    <a:pt x="3835965" y="681379"/>
                  </a:lnTo>
                  <a:lnTo>
                    <a:pt x="3845990" y="680698"/>
                  </a:lnTo>
                  <a:lnTo>
                    <a:pt x="3848106" y="680567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3" y="680383"/>
                  </a:lnTo>
                  <a:lnTo>
                    <a:pt x="4417645" y="679938"/>
                  </a:lnTo>
                  <a:lnTo>
                    <a:pt x="4454692" y="679064"/>
                  </a:lnTo>
                  <a:lnTo>
                    <a:pt x="4508722" y="677637"/>
                  </a:lnTo>
                  <a:lnTo>
                    <a:pt x="4578303" y="675565"/>
                  </a:lnTo>
                  <a:lnTo>
                    <a:pt x="4660062" y="672799"/>
                  </a:lnTo>
                  <a:lnTo>
                    <a:pt x="4749554" y="669326"/>
                  </a:lnTo>
                  <a:lnTo>
                    <a:pt x="4842218" y="665159"/>
                  </a:lnTo>
                  <a:lnTo>
                    <a:pt x="4934131" y="660314"/>
                  </a:lnTo>
                  <a:lnTo>
                    <a:pt x="5022407" y="654796"/>
                  </a:lnTo>
                  <a:lnTo>
                    <a:pt x="5105264" y="648587"/>
                  </a:lnTo>
                  <a:lnTo>
                    <a:pt x="5181890" y="641639"/>
                  </a:lnTo>
                  <a:lnTo>
                    <a:pt x="5252211" y="633871"/>
                  </a:lnTo>
                  <a:lnTo>
                    <a:pt x="5316658" y="625174"/>
                  </a:lnTo>
                  <a:lnTo>
                    <a:pt x="5375973" y="615410"/>
                  </a:lnTo>
                  <a:lnTo>
                    <a:pt x="5431061" y="604425"/>
                  </a:lnTo>
                  <a:lnTo>
                    <a:pt x="5482883" y="592058"/>
                  </a:lnTo>
                  <a:lnTo>
                    <a:pt x="5532368" y="578176"/>
                  </a:lnTo>
                  <a:lnTo>
                    <a:pt x="5567201" y="567138"/>
                  </a:lnTo>
                  <a:lnTo>
                    <a:pt x="5617364" y="549453"/>
                  </a:lnTo>
                  <a:lnTo>
                    <a:pt x="5667042" y="529936"/>
                  </a:lnTo>
                  <a:lnTo>
                    <a:pt x="5716757" y="508563"/>
                  </a:lnTo>
                  <a:lnTo>
                    <a:pt x="5766866" y="485373"/>
                  </a:lnTo>
                  <a:lnTo>
                    <a:pt x="5817572" y="460476"/>
                  </a:lnTo>
                  <a:lnTo>
                    <a:pt x="5868954" y="434064"/>
                  </a:lnTo>
                  <a:lnTo>
                    <a:pt x="5920974" y="406399"/>
                  </a:lnTo>
                  <a:lnTo>
                    <a:pt x="5973503" y="377813"/>
                  </a:lnTo>
                  <a:lnTo>
                    <a:pt x="6026343" y="348690"/>
                  </a:lnTo>
                  <a:lnTo>
                    <a:pt x="6079254" y="319446"/>
                  </a:lnTo>
                  <a:lnTo>
                    <a:pt x="6131989" y="290502"/>
                  </a:lnTo>
                  <a:lnTo>
                    <a:pt x="6184322" y="262264"/>
                  </a:lnTo>
                  <a:lnTo>
                    <a:pt x="6236082" y="235095"/>
                  </a:lnTo>
                  <a:lnTo>
                    <a:pt x="6287174" y="209299"/>
                  </a:lnTo>
                  <a:lnTo>
                    <a:pt x="6337610" y="185110"/>
                  </a:lnTo>
                  <a:lnTo>
                    <a:pt x="6387518" y="162683"/>
                  </a:lnTo>
                  <a:lnTo>
                    <a:pt x="6437165" y="142099"/>
                  </a:lnTo>
                  <a:lnTo>
                    <a:pt x="6486974" y="123368"/>
                  </a:lnTo>
                  <a:lnTo>
                    <a:pt x="6515891" y="113427"/>
                  </a:lnTo>
                  <a:lnTo>
                    <a:pt x="6564198" y="98402"/>
                  </a:lnTo>
                  <a:lnTo>
                    <a:pt x="6614240" y="84948"/>
                  </a:lnTo>
                  <a:lnTo>
                    <a:pt x="6666868" y="72978"/>
                  </a:lnTo>
                  <a:lnTo>
                    <a:pt x="6723027" y="62345"/>
                  </a:lnTo>
                  <a:lnTo>
                    <a:pt x="6783672" y="52891"/>
                  </a:lnTo>
                  <a:lnTo>
                    <a:pt x="6849676" y="44463"/>
                  </a:lnTo>
                  <a:lnTo>
                    <a:pt x="6921712" y="36932"/>
                  </a:lnTo>
                  <a:lnTo>
                    <a:pt x="7000092" y="30194"/>
                  </a:lnTo>
                  <a:lnTo>
                    <a:pt x="7084563" y="24179"/>
                  </a:lnTo>
                  <a:lnTo>
                    <a:pt x="7174067" y="18847"/>
                  </a:lnTo>
                  <a:lnTo>
                    <a:pt x="7266524" y="14188"/>
                  </a:lnTo>
                  <a:lnTo>
                    <a:pt x="7358741" y="10211"/>
                  </a:lnTo>
                  <a:lnTo>
                    <a:pt x="7446566" y="6933"/>
                  </a:lnTo>
                  <a:lnTo>
                    <a:pt x="7525380" y="4361"/>
                  </a:lnTo>
                  <a:lnTo>
                    <a:pt x="7590938" y="2473"/>
                  </a:lnTo>
                  <a:lnTo>
                    <a:pt x="7640326" y="1210"/>
                  </a:lnTo>
                  <a:lnTo>
                    <a:pt x="7672754" y="468"/>
                  </a:lnTo>
                  <a:lnTo>
                    <a:pt x="7689893" y="116"/>
                  </a:lnTo>
                  <a:lnTo>
                    <a:pt x="7695738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0" name="pl1150"/>
            <p:cNvSpPr/>
            <p:nvPr/>
          </p:nvSpPr>
          <p:spPr>
            <a:xfrm>
              <a:off x="546595" y="1142463"/>
              <a:ext cx="8234974" cy="3065272"/>
            </a:xfrm>
            <a:custGeom>
              <a:avLst/>
              <a:pathLst>
                <a:path w="8234974" h="3065272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6914" y="680640"/>
                  </a:lnTo>
                  <a:lnTo>
                    <a:pt x="3839045" y="681163"/>
                  </a:lnTo>
                  <a:lnTo>
                    <a:pt x="3819373" y="682611"/>
                  </a:lnTo>
                  <a:lnTo>
                    <a:pt x="3784623" y="685453"/>
                  </a:lnTo>
                  <a:lnTo>
                    <a:pt x="3733681" y="690107"/>
                  </a:lnTo>
                  <a:lnTo>
                    <a:pt x="3667649" y="696884"/>
                  </a:lnTo>
                  <a:lnTo>
                    <a:pt x="3589466" y="705963"/>
                  </a:lnTo>
                  <a:lnTo>
                    <a:pt x="3503169" y="717398"/>
                  </a:lnTo>
                  <a:lnTo>
                    <a:pt x="3413040" y="731160"/>
                  </a:lnTo>
                  <a:lnTo>
                    <a:pt x="3322891" y="747195"/>
                  </a:lnTo>
                  <a:lnTo>
                    <a:pt x="3235642" y="765473"/>
                  </a:lnTo>
                  <a:lnTo>
                    <a:pt x="3153202" y="786031"/>
                  </a:lnTo>
                  <a:lnTo>
                    <a:pt x="3076554" y="808998"/>
                  </a:lnTo>
                  <a:lnTo>
                    <a:pt x="3005951" y="834601"/>
                  </a:lnTo>
                  <a:lnTo>
                    <a:pt x="2941124" y="863169"/>
                  </a:lnTo>
                  <a:lnTo>
                    <a:pt x="2881464" y="895119"/>
                  </a:lnTo>
                  <a:lnTo>
                    <a:pt x="2826176" y="930939"/>
                  </a:lnTo>
                  <a:lnTo>
                    <a:pt x="2774374" y="971152"/>
                  </a:lnTo>
                  <a:lnTo>
                    <a:pt x="2725175" y="1016244"/>
                  </a:lnTo>
                  <a:lnTo>
                    <a:pt x="2677765" y="1066550"/>
                  </a:lnTo>
                  <a:lnTo>
                    <a:pt x="2667772" y="1078017"/>
                  </a:lnTo>
                  <a:lnTo>
                    <a:pt x="2629896" y="1124135"/>
                  </a:lnTo>
                  <a:lnTo>
                    <a:pt x="2592382" y="1173870"/>
                  </a:lnTo>
                  <a:lnTo>
                    <a:pt x="2554976" y="1227295"/>
                  </a:lnTo>
                  <a:lnTo>
                    <a:pt x="2517484" y="1284413"/>
                  </a:lnTo>
                  <a:lnTo>
                    <a:pt x="2479763" y="1345151"/>
                  </a:lnTo>
                  <a:lnTo>
                    <a:pt x="2441720" y="1409354"/>
                  </a:lnTo>
                  <a:lnTo>
                    <a:pt x="2403303" y="1476781"/>
                  </a:lnTo>
                  <a:lnTo>
                    <a:pt x="2364500" y="1547100"/>
                  </a:lnTo>
                  <a:lnTo>
                    <a:pt x="2325335" y="1619900"/>
                  </a:lnTo>
                  <a:lnTo>
                    <a:pt x="2285859" y="1694689"/>
                  </a:lnTo>
                  <a:lnTo>
                    <a:pt x="2246149" y="1770915"/>
                  </a:lnTo>
                  <a:lnTo>
                    <a:pt x="2206300" y="1847976"/>
                  </a:lnTo>
                  <a:lnTo>
                    <a:pt x="2166416" y="1925242"/>
                  </a:lnTo>
                  <a:lnTo>
                    <a:pt x="2126605" y="2002078"/>
                  </a:lnTo>
                  <a:lnTo>
                    <a:pt x="2086968" y="2077861"/>
                  </a:lnTo>
                  <a:lnTo>
                    <a:pt x="2047594" y="2152005"/>
                  </a:lnTo>
                  <a:lnTo>
                    <a:pt x="2008553" y="2223978"/>
                  </a:lnTo>
                  <a:lnTo>
                    <a:pt x="1969886" y="2293315"/>
                  </a:lnTo>
                  <a:lnTo>
                    <a:pt x="1931605" y="2359631"/>
                  </a:lnTo>
                  <a:lnTo>
                    <a:pt x="1893684" y="2422629"/>
                  </a:lnTo>
                  <a:lnTo>
                    <a:pt x="1856057" y="2482097"/>
                  </a:lnTo>
                  <a:lnTo>
                    <a:pt x="1818614" y="2537910"/>
                  </a:lnTo>
                  <a:lnTo>
                    <a:pt x="1781195" y="2590022"/>
                  </a:lnTo>
                  <a:lnTo>
                    <a:pt x="1743585" y="2638463"/>
                  </a:lnTo>
                  <a:lnTo>
                    <a:pt x="1719082" y="2667821"/>
                  </a:lnTo>
                  <a:lnTo>
                    <a:pt x="1671965" y="2719260"/>
                  </a:lnTo>
                  <a:lnTo>
                    <a:pt x="1623213" y="2765449"/>
                  </a:lnTo>
                  <a:lnTo>
                    <a:pt x="1572042" y="2806670"/>
                  </a:lnTo>
                  <a:lnTo>
                    <a:pt x="1517576" y="2843387"/>
                  </a:lnTo>
                  <a:lnTo>
                    <a:pt x="1458925" y="2876124"/>
                  </a:lnTo>
                  <a:lnTo>
                    <a:pt x="1395264" y="2905378"/>
                  </a:lnTo>
                  <a:lnTo>
                    <a:pt x="1325936" y="2931586"/>
                  </a:lnTo>
                  <a:lnTo>
                    <a:pt x="1250583" y="2955095"/>
                  </a:lnTo>
                  <a:lnTo>
                    <a:pt x="1169329" y="2976155"/>
                  </a:lnTo>
                  <a:lnTo>
                    <a:pt x="1082984" y="2994916"/>
                  </a:lnTo>
                  <a:lnTo>
                    <a:pt x="993245" y="3011432"/>
                  </a:lnTo>
                  <a:lnTo>
                    <a:pt x="902817" y="3025686"/>
                  </a:lnTo>
                  <a:lnTo>
                    <a:pt x="815346" y="3037624"/>
                  </a:lnTo>
                  <a:lnTo>
                    <a:pt x="735063" y="3047206"/>
                  </a:lnTo>
                  <a:lnTo>
                    <a:pt x="666129" y="3054466"/>
                  </a:lnTo>
                  <a:lnTo>
                    <a:pt x="611790" y="3059553"/>
                  </a:lnTo>
                  <a:lnTo>
                    <a:pt x="573587" y="3062752"/>
                  </a:lnTo>
                  <a:lnTo>
                    <a:pt x="550889" y="3064459"/>
                  </a:lnTo>
                  <a:lnTo>
                    <a:pt x="540865" y="3065141"/>
                  </a:lnTo>
                  <a:lnTo>
                    <a:pt x="538749" y="3065272"/>
                  </a:lnTo>
                  <a:lnTo>
                    <a:pt x="538736" y="3065272"/>
                  </a:lnTo>
                  <a:lnTo>
                    <a:pt x="0" y="30652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1" name="pg1151"/>
            <p:cNvSpPr/>
            <p:nvPr/>
          </p:nvSpPr>
          <p:spPr>
            <a:xfrm>
              <a:off x="546595" y="1921032"/>
              <a:ext cx="8234974" cy="2297593"/>
            </a:xfrm>
            <a:custGeom>
              <a:avLst/>
              <a:pathLst>
                <a:path w="8234974" h="2297593">
                  <a:moveTo>
                    <a:pt x="0" y="2297593"/>
                  </a:moveTo>
                  <a:lnTo>
                    <a:pt x="538736" y="2297593"/>
                  </a:lnTo>
                  <a:lnTo>
                    <a:pt x="539947" y="2297522"/>
                  </a:lnTo>
                  <a:lnTo>
                    <a:pt x="547860" y="2297016"/>
                  </a:lnTo>
                  <a:lnTo>
                    <a:pt x="567639" y="2295616"/>
                  </a:lnTo>
                  <a:lnTo>
                    <a:pt x="602566" y="2292868"/>
                  </a:lnTo>
                  <a:lnTo>
                    <a:pt x="653747" y="2288369"/>
                  </a:lnTo>
                  <a:lnTo>
                    <a:pt x="720056" y="2281819"/>
                  </a:lnTo>
                  <a:lnTo>
                    <a:pt x="798521" y="2273047"/>
                  </a:lnTo>
                  <a:lnTo>
                    <a:pt x="885071" y="2262002"/>
                  </a:lnTo>
                  <a:lnTo>
                    <a:pt x="975404" y="2248711"/>
                  </a:lnTo>
                  <a:lnTo>
                    <a:pt x="1065698" y="2233229"/>
                  </a:lnTo>
                  <a:lnTo>
                    <a:pt x="1153034" y="2215582"/>
                  </a:lnTo>
                  <a:lnTo>
                    <a:pt x="1235512" y="2195733"/>
                  </a:lnTo>
                  <a:lnTo>
                    <a:pt x="1312162" y="2173556"/>
                  </a:lnTo>
                  <a:lnTo>
                    <a:pt x="1382745" y="2148827"/>
                  </a:lnTo>
                  <a:lnTo>
                    <a:pt x="1447543" y="2121229"/>
                  </a:lnTo>
                  <a:lnTo>
                    <a:pt x="1507174" y="2090354"/>
                  </a:lnTo>
                  <a:lnTo>
                    <a:pt x="1562445" y="2055728"/>
                  </a:lnTo>
                  <a:lnTo>
                    <a:pt x="1614244" y="2016848"/>
                  </a:lnTo>
                  <a:lnTo>
                    <a:pt x="1663461" y="1973245"/>
                  </a:lnTo>
                  <a:lnTo>
                    <a:pt x="1710909" y="1924604"/>
                  </a:lnTo>
                  <a:lnTo>
                    <a:pt x="1719082" y="1915568"/>
                  </a:lnTo>
                  <a:lnTo>
                    <a:pt x="1757506" y="1870570"/>
                  </a:lnTo>
                  <a:lnTo>
                    <a:pt x="1795561" y="1821992"/>
                  </a:lnTo>
                  <a:lnTo>
                    <a:pt x="1833511" y="1769762"/>
                  </a:lnTo>
                  <a:lnTo>
                    <a:pt x="1871558" y="1713881"/>
                  </a:lnTo>
                  <a:lnTo>
                    <a:pt x="1909847" y="1654424"/>
                  </a:lnTo>
                  <a:lnTo>
                    <a:pt x="1948472" y="1591554"/>
                  </a:lnTo>
                  <a:lnTo>
                    <a:pt x="1987485" y="1525520"/>
                  </a:lnTo>
                  <a:lnTo>
                    <a:pt x="2026894" y="1456662"/>
                  </a:lnTo>
                  <a:lnTo>
                    <a:pt x="2066672" y="1385404"/>
                  </a:lnTo>
                  <a:lnTo>
                    <a:pt x="2106760" y="1312246"/>
                  </a:lnTo>
                  <a:lnTo>
                    <a:pt x="2147075" y="1237750"/>
                  </a:lnTo>
                  <a:lnTo>
                    <a:pt x="2187517" y="1162527"/>
                  </a:lnTo>
                  <a:lnTo>
                    <a:pt x="2227976" y="1087210"/>
                  </a:lnTo>
                  <a:lnTo>
                    <a:pt x="2268339" y="1012437"/>
                  </a:lnTo>
                  <a:lnTo>
                    <a:pt x="2308503" y="938827"/>
                  </a:lnTo>
                  <a:lnTo>
                    <a:pt x="2348379" y="866959"/>
                  </a:lnTo>
                  <a:lnTo>
                    <a:pt x="2387900" y="797353"/>
                  </a:lnTo>
                  <a:lnTo>
                    <a:pt x="2427029" y="730456"/>
                  </a:lnTo>
                  <a:lnTo>
                    <a:pt x="2465765" y="666632"/>
                  </a:lnTo>
                  <a:lnTo>
                    <a:pt x="2504144" y="606157"/>
                  </a:lnTo>
                  <a:lnTo>
                    <a:pt x="2542248" y="549220"/>
                  </a:lnTo>
                  <a:lnTo>
                    <a:pt x="2580209" y="495921"/>
                  </a:lnTo>
                  <a:lnTo>
                    <a:pt x="2618209" y="446280"/>
                  </a:lnTo>
                  <a:lnTo>
                    <a:pt x="2656494" y="400248"/>
                  </a:lnTo>
                  <a:lnTo>
                    <a:pt x="2667772" y="387469"/>
                  </a:lnTo>
                  <a:lnTo>
                    <a:pt x="2714983" y="337936"/>
                  </a:lnTo>
                  <a:lnTo>
                    <a:pt x="2763836" y="293467"/>
                  </a:lnTo>
                  <a:lnTo>
                    <a:pt x="2815120" y="253791"/>
                  </a:lnTo>
                  <a:lnTo>
                    <a:pt x="2869718" y="218458"/>
                  </a:lnTo>
                  <a:lnTo>
                    <a:pt x="2928524" y="186962"/>
                  </a:lnTo>
                  <a:lnTo>
                    <a:pt x="2992366" y="158822"/>
                  </a:lnTo>
                  <a:lnTo>
                    <a:pt x="3061905" y="133617"/>
                  </a:lnTo>
                  <a:lnTo>
                    <a:pt x="3137493" y="111012"/>
                  </a:lnTo>
                  <a:lnTo>
                    <a:pt x="3218998" y="90767"/>
                  </a:lnTo>
                  <a:lnTo>
                    <a:pt x="3305593" y="72740"/>
                  </a:lnTo>
                  <a:lnTo>
                    <a:pt x="3395551" y="56878"/>
                  </a:lnTo>
                  <a:lnTo>
                    <a:pt x="3486131" y="43200"/>
                  </a:lnTo>
                  <a:lnTo>
                    <a:pt x="3573648" y="31758"/>
                  </a:lnTo>
                  <a:lnTo>
                    <a:pt x="3653839" y="22589"/>
                  </a:lnTo>
                  <a:lnTo>
                    <a:pt x="3722532" y="15660"/>
                  </a:lnTo>
                  <a:lnTo>
                    <a:pt x="3776501" y="10820"/>
                  </a:lnTo>
                  <a:lnTo>
                    <a:pt x="3814258" y="7792"/>
                  </a:lnTo>
                  <a:lnTo>
                    <a:pt x="3836508" y="6188"/>
                  </a:lnTo>
                  <a:lnTo>
                    <a:pt x="3846174" y="555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3" y="5500"/>
                  </a:lnTo>
                  <a:lnTo>
                    <a:pt x="4396249" y="5898"/>
                  </a:lnTo>
                  <a:lnTo>
                    <a:pt x="4416589" y="6998"/>
                  </a:lnTo>
                  <a:lnTo>
                    <a:pt x="4452452" y="9158"/>
                  </a:lnTo>
                  <a:lnTo>
                    <a:pt x="4504893" y="12692"/>
                  </a:lnTo>
                  <a:lnTo>
                    <a:pt x="4572655" y="17830"/>
                  </a:lnTo>
                  <a:lnTo>
                    <a:pt x="4652590" y="24702"/>
                  </a:lnTo>
                  <a:lnTo>
                    <a:pt x="4740460" y="33343"/>
                  </a:lnTo>
                  <a:lnTo>
                    <a:pt x="4831847" y="43727"/>
                  </a:lnTo>
                  <a:lnTo>
                    <a:pt x="4922881" y="55814"/>
                  </a:lnTo>
                  <a:lnTo>
                    <a:pt x="5010653" y="69585"/>
                  </a:lnTo>
                  <a:lnTo>
                    <a:pt x="5093316" y="85077"/>
                  </a:lnTo>
                  <a:lnTo>
                    <a:pt x="5169966" y="102397"/>
                  </a:lnTo>
                  <a:lnTo>
                    <a:pt x="5240439" y="121731"/>
                  </a:lnTo>
                  <a:lnTo>
                    <a:pt x="5305082" y="143340"/>
                  </a:lnTo>
                  <a:lnTo>
                    <a:pt x="5364568" y="167552"/>
                  </a:lnTo>
                  <a:lnTo>
                    <a:pt x="5419749" y="194745"/>
                  </a:lnTo>
                  <a:lnTo>
                    <a:pt x="5471547" y="225316"/>
                  </a:lnTo>
                  <a:lnTo>
                    <a:pt x="5520871" y="259618"/>
                  </a:lnTo>
                  <a:lnTo>
                    <a:pt x="5567201" y="296727"/>
                  </a:lnTo>
                  <a:lnTo>
                    <a:pt x="5609217" y="334405"/>
                  </a:lnTo>
                  <a:lnTo>
                    <a:pt x="5650824" y="375358"/>
                  </a:lnTo>
                  <a:lnTo>
                    <a:pt x="5692356" y="419649"/>
                  </a:lnTo>
                  <a:lnTo>
                    <a:pt x="5734057" y="467259"/>
                  </a:lnTo>
                  <a:lnTo>
                    <a:pt x="5776096" y="518085"/>
                  </a:lnTo>
                  <a:lnTo>
                    <a:pt x="5818572" y="571928"/>
                  </a:lnTo>
                  <a:lnTo>
                    <a:pt x="5861523" y="628492"/>
                  </a:lnTo>
                  <a:lnTo>
                    <a:pt x="5904931" y="687386"/>
                  </a:lnTo>
                  <a:lnTo>
                    <a:pt x="5948730" y="748132"/>
                  </a:lnTo>
                  <a:lnTo>
                    <a:pt x="5992817" y="810180"/>
                  </a:lnTo>
                  <a:lnTo>
                    <a:pt x="6037064" y="872925"/>
                  </a:lnTo>
                  <a:lnTo>
                    <a:pt x="6081325" y="935735"/>
                  </a:lnTo>
                  <a:lnTo>
                    <a:pt x="6125455" y="997974"/>
                  </a:lnTo>
                  <a:lnTo>
                    <a:pt x="6169322" y="1059030"/>
                  </a:lnTo>
                  <a:lnTo>
                    <a:pt x="6212815" y="1118341"/>
                  </a:lnTo>
                  <a:lnTo>
                    <a:pt x="6255862" y="1175411"/>
                  </a:lnTo>
                  <a:lnTo>
                    <a:pt x="6298434" y="1229832"/>
                  </a:lnTo>
                  <a:lnTo>
                    <a:pt x="6340555" y="1281288"/>
                  </a:lnTo>
                  <a:lnTo>
                    <a:pt x="6382314" y="1329561"/>
                  </a:lnTo>
                  <a:lnTo>
                    <a:pt x="6423862" y="1374528"/>
                  </a:lnTo>
                  <a:lnTo>
                    <a:pt x="6465430" y="1416154"/>
                  </a:lnTo>
                  <a:lnTo>
                    <a:pt x="6507331" y="1454487"/>
                  </a:lnTo>
                  <a:lnTo>
                    <a:pt x="6515891" y="1461857"/>
                  </a:lnTo>
                  <a:lnTo>
                    <a:pt x="6563590" y="1499989"/>
                  </a:lnTo>
                  <a:lnTo>
                    <a:pt x="6612972" y="1534182"/>
                  </a:lnTo>
                  <a:lnTo>
                    <a:pt x="6664853" y="1564652"/>
                  </a:lnTo>
                  <a:lnTo>
                    <a:pt x="6720143" y="1591755"/>
                  </a:lnTo>
                  <a:lnTo>
                    <a:pt x="6779764" y="1615888"/>
                  </a:lnTo>
                  <a:lnTo>
                    <a:pt x="6844563" y="1637429"/>
                  </a:lnTo>
                  <a:lnTo>
                    <a:pt x="6915207" y="1656703"/>
                  </a:lnTo>
                  <a:lnTo>
                    <a:pt x="6992033" y="1673969"/>
                  </a:lnTo>
                  <a:lnTo>
                    <a:pt x="7074857" y="1689411"/>
                  </a:lnTo>
                  <a:lnTo>
                    <a:pt x="7162752" y="1703135"/>
                  </a:lnTo>
                  <a:lnTo>
                    <a:pt x="7253840" y="1715173"/>
                  </a:lnTo>
                  <a:lnTo>
                    <a:pt x="7345185" y="1725509"/>
                  </a:lnTo>
                  <a:lnTo>
                    <a:pt x="7432892" y="1734100"/>
                  </a:lnTo>
                  <a:lnTo>
                    <a:pt x="7512538" y="1740922"/>
                  </a:lnTo>
                  <a:lnTo>
                    <a:pt x="7579903" y="1746013"/>
                  </a:lnTo>
                  <a:lnTo>
                    <a:pt x="7631883" y="1749504"/>
                  </a:lnTo>
                  <a:lnTo>
                    <a:pt x="7667281" y="1751629"/>
                  </a:lnTo>
                  <a:lnTo>
                    <a:pt x="7687220" y="1752705"/>
                  </a:lnTo>
                  <a:lnTo>
                    <a:pt x="7695091" y="1753088"/>
                  </a:lnTo>
                  <a:lnTo>
                    <a:pt x="7696237" y="1753140"/>
                  </a:lnTo>
                  <a:lnTo>
                    <a:pt x="8234974" y="1753140"/>
                  </a:lnTo>
                  <a:lnTo>
                    <a:pt x="8234974" y="1747695"/>
                  </a:lnTo>
                  <a:lnTo>
                    <a:pt x="7696237" y="1747695"/>
                  </a:lnTo>
                  <a:lnTo>
                    <a:pt x="7694990" y="1747639"/>
                  </a:lnTo>
                  <a:lnTo>
                    <a:pt x="7686843" y="1747241"/>
                  </a:lnTo>
                  <a:lnTo>
                    <a:pt x="7666504" y="1746141"/>
                  </a:lnTo>
                  <a:lnTo>
                    <a:pt x="7630641" y="1743981"/>
                  </a:lnTo>
                  <a:lnTo>
                    <a:pt x="7578199" y="1740447"/>
                  </a:lnTo>
                  <a:lnTo>
                    <a:pt x="7510437" y="1735309"/>
                  </a:lnTo>
                  <a:lnTo>
                    <a:pt x="7430503" y="1728437"/>
                  </a:lnTo>
                  <a:lnTo>
                    <a:pt x="7342632" y="1719796"/>
                  </a:lnTo>
                  <a:lnTo>
                    <a:pt x="7251246" y="1709412"/>
                  </a:lnTo>
                  <a:lnTo>
                    <a:pt x="7160212" y="1697325"/>
                  </a:lnTo>
                  <a:lnTo>
                    <a:pt x="7072439" y="1683554"/>
                  </a:lnTo>
                  <a:lnTo>
                    <a:pt x="6989777" y="1668062"/>
                  </a:lnTo>
                  <a:lnTo>
                    <a:pt x="6913126" y="1650742"/>
                  </a:lnTo>
                  <a:lnTo>
                    <a:pt x="6842654" y="1631408"/>
                  </a:lnTo>
                  <a:lnTo>
                    <a:pt x="6778011" y="1609799"/>
                  </a:lnTo>
                  <a:lnTo>
                    <a:pt x="6718525" y="1585587"/>
                  </a:lnTo>
                  <a:lnTo>
                    <a:pt x="6663344" y="1558394"/>
                  </a:lnTo>
                  <a:lnTo>
                    <a:pt x="6611546" y="1527823"/>
                  </a:lnTo>
                  <a:lnTo>
                    <a:pt x="6562222" y="1493521"/>
                  </a:lnTo>
                  <a:lnTo>
                    <a:pt x="6515891" y="1456412"/>
                  </a:lnTo>
                  <a:lnTo>
                    <a:pt x="6473875" y="1418734"/>
                  </a:lnTo>
                  <a:lnTo>
                    <a:pt x="6432268" y="1377781"/>
                  </a:lnTo>
                  <a:lnTo>
                    <a:pt x="6390737" y="1333490"/>
                  </a:lnTo>
                  <a:lnTo>
                    <a:pt x="6349036" y="1285880"/>
                  </a:lnTo>
                  <a:lnTo>
                    <a:pt x="6306997" y="1235054"/>
                  </a:lnTo>
                  <a:lnTo>
                    <a:pt x="6264520" y="1181211"/>
                  </a:lnTo>
                  <a:lnTo>
                    <a:pt x="6221569" y="1124647"/>
                  </a:lnTo>
                  <a:lnTo>
                    <a:pt x="6178161" y="1065753"/>
                  </a:lnTo>
                  <a:lnTo>
                    <a:pt x="6134362" y="1005007"/>
                  </a:lnTo>
                  <a:lnTo>
                    <a:pt x="6090275" y="942959"/>
                  </a:lnTo>
                  <a:lnTo>
                    <a:pt x="6046029" y="880214"/>
                  </a:lnTo>
                  <a:lnTo>
                    <a:pt x="6001768" y="817404"/>
                  </a:lnTo>
                  <a:lnTo>
                    <a:pt x="5957637" y="755165"/>
                  </a:lnTo>
                  <a:lnTo>
                    <a:pt x="5913771" y="694109"/>
                  </a:lnTo>
                  <a:lnTo>
                    <a:pt x="5870277" y="634798"/>
                  </a:lnTo>
                  <a:lnTo>
                    <a:pt x="5827230" y="577728"/>
                  </a:lnTo>
                  <a:lnTo>
                    <a:pt x="5784659" y="523307"/>
                  </a:lnTo>
                  <a:lnTo>
                    <a:pt x="5742537" y="471851"/>
                  </a:lnTo>
                  <a:lnTo>
                    <a:pt x="5700779" y="423578"/>
                  </a:lnTo>
                  <a:lnTo>
                    <a:pt x="5659230" y="378611"/>
                  </a:lnTo>
                  <a:lnTo>
                    <a:pt x="5617663" y="336985"/>
                  </a:lnTo>
                  <a:lnTo>
                    <a:pt x="5575761" y="298652"/>
                  </a:lnTo>
                  <a:lnTo>
                    <a:pt x="5567201" y="291282"/>
                  </a:lnTo>
                  <a:lnTo>
                    <a:pt x="5519503" y="253150"/>
                  </a:lnTo>
                  <a:lnTo>
                    <a:pt x="5470121" y="218957"/>
                  </a:lnTo>
                  <a:lnTo>
                    <a:pt x="5418240" y="188487"/>
                  </a:lnTo>
                  <a:lnTo>
                    <a:pt x="5362950" y="161384"/>
                  </a:lnTo>
                  <a:lnTo>
                    <a:pt x="5303329" y="137251"/>
                  </a:lnTo>
                  <a:lnTo>
                    <a:pt x="5238529" y="115710"/>
                  </a:lnTo>
                  <a:lnTo>
                    <a:pt x="5167885" y="96436"/>
                  </a:lnTo>
                  <a:lnTo>
                    <a:pt x="5091060" y="79170"/>
                  </a:lnTo>
                  <a:lnTo>
                    <a:pt x="5008236" y="63728"/>
                  </a:lnTo>
                  <a:lnTo>
                    <a:pt x="4920341" y="50004"/>
                  </a:lnTo>
                  <a:lnTo>
                    <a:pt x="4829252" y="37966"/>
                  </a:lnTo>
                  <a:lnTo>
                    <a:pt x="4737908" y="27630"/>
                  </a:lnTo>
                  <a:lnTo>
                    <a:pt x="4650200" y="19039"/>
                  </a:lnTo>
                  <a:lnTo>
                    <a:pt x="4570554" y="12217"/>
                  </a:lnTo>
                  <a:lnTo>
                    <a:pt x="4503190" y="7126"/>
                  </a:lnTo>
                  <a:lnTo>
                    <a:pt x="4451210" y="3635"/>
                  </a:lnTo>
                  <a:lnTo>
                    <a:pt x="4415811" y="1510"/>
                  </a:lnTo>
                  <a:lnTo>
                    <a:pt x="4395872" y="434"/>
                  </a:lnTo>
                  <a:lnTo>
                    <a:pt x="4388002" y="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36" y="2292148"/>
                  </a:lnTo>
                  <a:lnTo>
                    <a:pt x="0" y="229214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52" name="pl1152"/>
            <p:cNvSpPr/>
            <p:nvPr/>
          </p:nvSpPr>
          <p:spPr>
            <a:xfrm>
              <a:off x="546595" y="1926476"/>
              <a:ext cx="8234974" cy="2292148"/>
            </a:xfrm>
            <a:custGeom>
              <a:avLst/>
              <a:pathLst>
                <a:path w="8234974" h="2292148">
                  <a:moveTo>
                    <a:pt x="0" y="2292148"/>
                  </a:moveTo>
                  <a:lnTo>
                    <a:pt x="538736" y="2292148"/>
                  </a:lnTo>
                  <a:lnTo>
                    <a:pt x="539947" y="2292078"/>
                  </a:lnTo>
                  <a:lnTo>
                    <a:pt x="547860" y="2291571"/>
                  </a:lnTo>
                  <a:lnTo>
                    <a:pt x="567639" y="2290172"/>
                  </a:lnTo>
                  <a:lnTo>
                    <a:pt x="602566" y="2287423"/>
                  </a:lnTo>
                  <a:lnTo>
                    <a:pt x="653747" y="2282924"/>
                  </a:lnTo>
                  <a:lnTo>
                    <a:pt x="720056" y="2276375"/>
                  </a:lnTo>
                  <a:lnTo>
                    <a:pt x="798521" y="2267603"/>
                  </a:lnTo>
                  <a:lnTo>
                    <a:pt x="885071" y="2256557"/>
                  </a:lnTo>
                  <a:lnTo>
                    <a:pt x="975404" y="2243267"/>
                  </a:lnTo>
                  <a:lnTo>
                    <a:pt x="1065698" y="2227784"/>
                  </a:lnTo>
                  <a:lnTo>
                    <a:pt x="1153034" y="2210137"/>
                  </a:lnTo>
                  <a:lnTo>
                    <a:pt x="1235512" y="2190288"/>
                  </a:lnTo>
                  <a:lnTo>
                    <a:pt x="1312162" y="2168111"/>
                  </a:lnTo>
                  <a:lnTo>
                    <a:pt x="1382745" y="2143383"/>
                  </a:lnTo>
                  <a:lnTo>
                    <a:pt x="1447543" y="2115784"/>
                  </a:lnTo>
                  <a:lnTo>
                    <a:pt x="1507174" y="2084909"/>
                  </a:lnTo>
                  <a:lnTo>
                    <a:pt x="1562445" y="2050284"/>
                  </a:lnTo>
                  <a:lnTo>
                    <a:pt x="1614244" y="2011403"/>
                  </a:lnTo>
                  <a:lnTo>
                    <a:pt x="1663461" y="1967800"/>
                  </a:lnTo>
                  <a:lnTo>
                    <a:pt x="1710909" y="1919159"/>
                  </a:lnTo>
                  <a:lnTo>
                    <a:pt x="1719082" y="1910124"/>
                  </a:lnTo>
                  <a:lnTo>
                    <a:pt x="1757506" y="1865125"/>
                  </a:lnTo>
                  <a:lnTo>
                    <a:pt x="1795561" y="1816547"/>
                  </a:lnTo>
                  <a:lnTo>
                    <a:pt x="1833511" y="1764318"/>
                  </a:lnTo>
                  <a:lnTo>
                    <a:pt x="1871558" y="1708436"/>
                  </a:lnTo>
                  <a:lnTo>
                    <a:pt x="1909847" y="1648980"/>
                  </a:lnTo>
                  <a:lnTo>
                    <a:pt x="1948472" y="1586109"/>
                  </a:lnTo>
                  <a:lnTo>
                    <a:pt x="1987485" y="1520076"/>
                  </a:lnTo>
                  <a:lnTo>
                    <a:pt x="2026894" y="1451218"/>
                  </a:lnTo>
                  <a:lnTo>
                    <a:pt x="2066672" y="1379959"/>
                  </a:lnTo>
                  <a:lnTo>
                    <a:pt x="2106760" y="1306801"/>
                  </a:lnTo>
                  <a:lnTo>
                    <a:pt x="2147075" y="1232305"/>
                  </a:lnTo>
                  <a:lnTo>
                    <a:pt x="2187517" y="1157082"/>
                  </a:lnTo>
                  <a:lnTo>
                    <a:pt x="2227976" y="1081765"/>
                  </a:lnTo>
                  <a:lnTo>
                    <a:pt x="2268339" y="1006993"/>
                  </a:lnTo>
                  <a:lnTo>
                    <a:pt x="2308503" y="933383"/>
                  </a:lnTo>
                  <a:lnTo>
                    <a:pt x="2348379" y="861515"/>
                  </a:lnTo>
                  <a:lnTo>
                    <a:pt x="2387900" y="791908"/>
                  </a:lnTo>
                  <a:lnTo>
                    <a:pt x="2427029" y="725011"/>
                  </a:lnTo>
                  <a:lnTo>
                    <a:pt x="2465765" y="661187"/>
                  </a:lnTo>
                  <a:lnTo>
                    <a:pt x="2504144" y="600713"/>
                  </a:lnTo>
                  <a:lnTo>
                    <a:pt x="2542248" y="543775"/>
                  </a:lnTo>
                  <a:lnTo>
                    <a:pt x="2580209" y="490476"/>
                  </a:lnTo>
                  <a:lnTo>
                    <a:pt x="2618209" y="440836"/>
                  </a:lnTo>
                  <a:lnTo>
                    <a:pt x="2656494" y="394803"/>
                  </a:lnTo>
                  <a:lnTo>
                    <a:pt x="2667772" y="382024"/>
                  </a:lnTo>
                  <a:lnTo>
                    <a:pt x="2714983" y="332491"/>
                  </a:lnTo>
                  <a:lnTo>
                    <a:pt x="2763836" y="288022"/>
                  </a:lnTo>
                  <a:lnTo>
                    <a:pt x="2815120" y="248347"/>
                  </a:lnTo>
                  <a:lnTo>
                    <a:pt x="2869718" y="213013"/>
                  </a:lnTo>
                  <a:lnTo>
                    <a:pt x="2928524" y="181517"/>
                  </a:lnTo>
                  <a:lnTo>
                    <a:pt x="2992366" y="153377"/>
                  </a:lnTo>
                  <a:lnTo>
                    <a:pt x="3061905" y="128172"/>
                  </a:lnTo>
                  <a:lnTo>
                    <a:pt x="3137493" y="105567"/>
                  </a:lnTo>
                  <a:lnTo>
                    <a:pt x="3218998" y="85323"/>
                  </a:lnTo>
                  <a:lnTo>
                    <a:pt x="3305593" y="67296"/>
                  </a:lnTo>
                  <a:lnTo>
                    <a:pt x="3395551" y="51434"/>
                  </a:lnTo>
                  <a:lnTo>
                    <a:pt x="3486131" y="37756"/>
                  </a:lnTo>
                  <a:lnTo>
                    <a:pt x="3573648" y="26314"/>
                  </a:lnTo>
                  <a:lnTo>
                    <a:pt x="3653839" y="17145"/>
                  </a:lnTo>
                  <a:lnTo>
                    <a:pt x="3722532" y="10215"/>
                  </a:lnTo>
                  <a:lnTo>
                    <a:pt x="3776501" y="5375"/>
                  </a:lnTo>
                  <a:lnTo>
                    <a:pt x="3814258" y="2347"/>
                  </a:lnTo>
                  <a:lnTo>
                    <a:pt x="3836508" y="744"/>
                  </a:lnTo>
                  <a:lnTo>
                    <a:pt x="3846174" y="115"/>
                  </a:lnTo>
                  <a:lnTo>
                    <a:pt x="3848112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3" y="55"/>
                  </a:lnTo>
                  <a:lnTo>
                    <a:pt x="4396249" y="453"/>
                  </a:lnTo>
                  <a:lnTo>
                    <a:pt x="4416589" y="1554"/>
                  </a:lnTo>
                  <a:lnTo>
                    <a:pt x="4452452" y="3714"/>
                  </a:lnTo>
                  <a:lnTo>
                    <a:pt x="4504893" y="7247"/>
                  </a:lnTo>
                  <a:lnTo>
                    <a:pt x="4572655" y="12385"/>
                  </a:lnTo>
                  <a:lnTo>
                    <a:pt x="4652590" y="19257"/>
                  </a:lnTo>
                  <a:lnTo>
                    <a:pt x="4740460" y="27898"/>
                  </a:lnTo>
                  <a:lnTo>
                    <a:pt x="4831847" y="38283"/>
                  </a:lnTo>
                  <a:lnTo>
                    <a:pt x="4922881" y="50369"/>
                  </a:lnTo>
                  <a:lnTo>
                    <a:pt x="5010653" y="64140"/>
                  </a:lnTo>
                  <a:lnTo>
                    <a:pt x="5093316" y="79632"/>
                  </a:lnTo>
                  <a:lnTo>
                    <a:pt x="5169966" y="96953"/>
                  </a:lnTo>
                  <a:lnTo>
                    <a:pt x="5240439" y="116287"/>
                  </a:lnTo>
                  <a:lnTo>
                    <a:pt x="5305082" y="137896"/>
                  </a:lnTo>
                  <a:lnTo>
                    <a:pt x="5364568" y="162107"/>
                  </a:lnTo>
                  <a:lnTo>
                    <a:pt x="5419749" y="189300"/>
                  </a:lnTo>
                  <a:lnTo>
                    <a:pt x="5471547" y="219871"/>
                  </a:lnTo>
                  <a:lnTo>
                    <a:pt x="5520871" y="254173"/>
                  </a:lnTo>
                  <a:lnTo>
                    <a:pt x="5567201" y="291282"/>
                  </a:lnTo>
                  <a:lnTo>
                    <a:pt x="5609217" y="328960"/>
                  </a:lnTo>
                  <a:lnTo>
                    <a:pt x="5650824" y="369914"/>
                  </a:lnTo>
                  <a:lnTo>
                    <a:pt x="5692356" y="414204"/>
                  </a:lnTo>
                  <a:lnTo>
                    <a:pt x="5734057" y="461814"/>
                  </a:lnTo>
                  <a:lnTo>
                    <a:pt x="5776096" y="512640"/>
                  </a:lnTo>
                  <a:lnTo>
                    <a:pt x="5818572" y="566483"/>
                  </a:lnTo>
                  <a:lnTo>
                    <a:pt x="5861523" y="623047"/>
                  </a:lnTo>
                  <a:lnTo>
                    <a:pt x="5904931" y="681942"/>
                  </a:lnTo>
                  <a:lnTo>
                    <a:pt x="5948730" y="742688"/>
                  </a:lnTo>
                  <a:lnTo>
                    <a:pt x="5992817" y="804736"/>
                  </a:lnTo>
                  <a:lnTo>
                    <a:pt x="6037064" y="867481"/>
                  </a:lnTo>
                  <a:lnTo>
                    <a:pt x="6081325" y="930291"/>
                  </a:lnTo>
                  <a:lnTo>
                    <a:pt x="6125455" y="992530"/>
                  </a:lnTo>
                  <a:lnTo>
                    <a:pt x="6169322" y="1053586"/>
                  </a:lnTo>
                  <a:lnTo>
                    <a:pt x="6212815" y="1112896"/>
                  </a:lnTo>
                  <a:lnTo>
                    <a:pt x="6255862" y="1169967"/>
                  </a:lnTo>
                  <a:lnTo>
                    <a:pt x="6298434" y="1224388"/>
                  </a:lnTo>
                  <a:lnTo>
                    <a:pt x="6340555" y="1275844"/>
                  </a:lnTo>
                  <a:lnTo>
                    <a:pt x="6382314" y="1324116"/>
                  </a:lnTo>
                  <a:lnTo>
                    <a:pt x="6423862" y="1369083"/>
                  </a:lnTo>
                  <a:lnTo>
                    <a:pt x="6465430" y="1410710"/>
                  </a:lnTo>
                  <a:lnTo>
                    <a:pt x="6507331" y="1449043"/>
                  </a:lnTo>
                  <a:lnTo>
                    <a:pt x="6515891" y="1456412"/>
                  </a:lnTo>
                  <a:lnTo>
                    <a:pt x="6563590" y="1494544"/>
                  </a:lnTo>
                  <a:lnTo>
                    <a:pt x="6612972" y="1528737"/>
                  </a:lnTo>
                  <a:lnTo>
                    <a:pt x="6664853" y="1559207"/>
                  </a:lnTo>
                  <a:lnTo>
                    <a:pt x="6720143" y="1586311"/>
                  </a:lnTo>
                  <a:lnTo>
                    <a:pt x="6779764" y="1610444"/>
                  </a:lnTo>
                  <a:lnTo>
                    <a:pt x="6844563" y="1631984"/>
                  </a:lnTo>
                  <a:lnTo>
                    <a:pt x="6915207" y="1651258"/>
                  </a:lnTo>
                  <a:lnTo>
                    <a:pt x="6992033" y="1668525"/>
                  </a:lnTo>
                  <a:lnTo>
                    <a:pt x="7074857" y="1683967"/>
                  </a:lnTo>
                  <a:lnTo>
                    <a:pt x="7162752" y="1697690"/>
                  </a:lnTo>
                  <a:lnTo>
                    <a:pt x="7253840" y="1709729"/>
                  </a:lnTo>
                  <a:lnTo>
                    <a:pt x="7345185" y="1720065"/>
                  </a:lnTo>
                  <a:lnTo>
                    <a:pt x="7432892" y="1728656"/>
                  </a:lnTo>
                  <a:lnTo>
                    <a:pt x="7512538" y="1735478"/>
                  </a:lnTo>
                  <a:lnTo>
                    <a:pt x="7579903" y="1740568"/>
                  </a:lnTo>
                  <a:lnTo>
                    <a:pt x="7631883" y="1744059"/>
                  </a:lnTo>
                  <a:lnTo>
                    <a:pt x="7667281" y="1746185"/>
                  </a:lnTo>
                  <a:lnTo>
                    <a:pt x="7687220" y="1747260"/>
                  </a:lnTo>
                  <a:lnTo>
                    <a:pt x="7695091" y="1747644"/>
                  </a:lnTo>
                  <a:lnTo>
                    <a:pt x="7696237" y="1747695"/>
                  </a:lnTo>
                  <a:lnTo>
                    <a:pt x="8234974" y="17476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3" name="pl1153"/>
            <p:cNvSpPr/>
            <p:nvPr/>
          </p:nvSpPr>
          <p:spPr>
            <a:xfrm>
              <a:off x="546595" y="1921032"/>
              <a:ext cx="8234974" cy="2292148"/>
            </a:xfrm>
            <a:custGeom>
              <a:avLst/>
              <a:pathLst>
                <a:path w="8234974" h="2292148">
                  <a:moveTo>
                    <a:pt x="8234974" y="1747695"/>
                  </a:moveTo>
                  <a:lnTo>
                    <a:pt x="7696237" y="1747695"/>
                  </a:lnTo>
                  <a:lnTo>
                    <a:pt x="7694990" y="1747639"/>
                  </a:lnTo>
                  <a:lnTo>
                    <a:pt x="7686843" y="1747241"/>
                  </a:lnTo>
                  <a:lnTo>
                    <a:pt x="7666504" y="1746141"/>
                  </a:lnTo>
                  <a:lnTo>
                    <a:pt x="7630641" y="1743981"/>
                  </a:lnTo>
                  <a:lnTo>
                    <a:pt x="7578199" y="1740447"/>
                  </a:lnTo>
                  <a:lnTo>
                    <a:pt x="7510437" y="1735309"/>
                  </a:lnTo>
                  <a:lnTo>
                    <a:pt x="7430503" y="1728437"/>
                  </a:lnTo>
                  <a:lnTo>
                    <a:pt x="7342632" y="1719796"/>
                  </a:lnTo>
                  <a:lnTo>
                    <a:pt x="7251246" y="1709412"/>
                  </a:lnTo>
                  <a:lnTo>
                    <a:pt x="7160212" y="1697325"/>
                  </a:lnTo>
                  <a:lnTo>
                    <a:pt x="7072439" y="1683554"/>
                  </a:lnTo>
                  <a:lnTo>
                    <a:pt x="6989777" y="1668062"/>
                  </a:lnTo>
                  <a:lnTo>
                    <a:pt x="6913126" y="1650742"/>
                  </a:lnTo>
                  <a:lnTo>
                    <a:pt x="6842654" y="1631408"/>
                  </a:lnTo>
                  <a:lnTo>
                    <a:pt x="6778011" y="1609799"/>
                  </a:lnTo>
                  <a:lnTo>
                    <a:pt x="6718525" y="1585587"/>
                  </a:lnTo>
                  <a:lnTo>
                    <a:pt x="6663344" y="1558394"/>
                  </a:lnTo>
                  <a:lnTo>
                    <a:pt x="6611546" y="1527823"/>
                  </a:lnTo>
                  <a:lnTo>
                    <a:pt x="6562222" y="1493521"/>
                  </a:lnTo>
                  <a:lnTo>
                    <a:pt x="6515891" y="1456412"/>
                  </a:lnTo>
                  <a:lnTo>
                    <a:pt x="6473875" y="1418734"/>
                  </a:lnTo>
                  <a:lnTo>
                    <a:pt x="6432268" y="1377781"/>
                  </a:lnTo>
                  <a:lnTo>
                    <a:pt x="6390737" y="1333490"/>
                  </a:lnTo>
                  <a:lnTo>
                    <a:pt x="6349036" y="1285880"/>
                  </a:lnTo>
                  <a:lnTo>
                    <a:pt x="6306997" y="1235054"/>
                  </a:lnTo>
                  <a:lnTo>
                    <a:pt x="6264520" y="1181211"/>
                  </a:lnTo>
                  <a:lnTo>
                    <a:pt x="6221569" y="1124647"/>
                  </a:lnTo>
                  <a:lnTo>
                    <a:pt x="6178161" y="1065753"/>
                  </a:lnTo>
                  <a:lnTo>
                    <a:pt x="6134362" y="1005007"/>
                  </a:lnTo>
                  <a:lnTo>
                    <a:pt x="6090275" y="942959"/>
                  </a:lnTo>
                  <a:lnTo>
                    <a:pt x="6046029" y="880214"/>
                  </a:lnTo>
                  <a:lnTo>
                    <a:pt x="6001768" y="817404"/>
                  </a:lnTo>
                  <a:lnTo>
                    <a:pt x="5957637" y="755165"/>
                  </a:lnTo>
                  <a:lnTo>
                    <a:pt x="5913771" y="694109"/>
                  </a:lnTo>
                  <a:lnTo>
                    <a:pt x="5870277" y="634798"/>
                  </a:lnTo>
                  <a:lnTo>
                    <a:pt x="5827230" y="577728"/>
                  </a:lnTo>
                  <a:lnTo>
                    <a:pt x="5784659" y="523307"/>
                  </a:lnTo>
                  <a:lnTo>
                    <a:pt x="5742537" y="471851"/>
                  </a:lnTo>
                  <a:lnTo>
                    <a:pt x="5700779" y="423578"/>
                  </a:lnTo>
                  <a:lnTo>
                    <a:pt x="5659230" y="378611"/>
                  </a:lnTo>
                  <a:lnTo>
                    <a:pt x="5617663" y="336985"/>
                  </a:lnTo>
                  <a:lnTo>
                    <a:pt x="5575761" y="298652"/>
                  </a:lnTo>
                  <a:lnTo>
                    <a:pt x="5567201" y="291282"/>
                  </a:lnTo>
                  <a:lnTo>
                    <a:pt x="5519503" y="253150"/>
                  </a:lnTo>
                  <a:lnTo>
                    <a:pt x="5470121" y="218957"/>
                  </a:lnTo>
                  <a:lnTo>
                    <a:pt x="5418240" y="188487"/>
                  </a:lnTo>
                  <a:lnTo>
                    <a:pt x="5362950" y="161384"/>
                  </a:lnTo>
                  <a:lnTo>
                    <a:pt x="5303329" y="137251"/>
                  </a:lnTo>
                  <a:lnTo>
                    <a:pt x="5238529" y="115710"/>
                  </a:lnTo>
                  <a:lnTo>
                    <a:pt x="5167885" y="96436"/>
                  </a:lnTo>
                  <a:lnTo>
                    <a:pt x="5091060" y="79170"/>
                  </a:lnTo>
                  <a:lnTo>
                    <a:pt x="5008236" y="63728"/>
                  </a:lnTo>
                  <a:lnTo>
                    <a:pt x="4920341" y="50004"/>
                  </a:lnTo>
                  <a:lnTo>
                    <a:pt x="4829252" y="37966"/>
                  </a:lnTo>
                  <a:lnTo>
                    <a:pt x="4737908" y="27630"/>
                  </a:lnTo>
                  <a:lnTo>
                    <a:pt x="4650200" y="19039"/>
                  </a:lnTo>
                  <a:lnTo>
                    <a:pt x="4570554" y="12217"/>
                  </a:lnTo>
                  <a:lnTo>
                    <a:pt x="4503190" y="7126"/>
                  </a:lnTo>
                  <a:lnTo>
                    <a:pt x="4451210" y="3635"/>
                  </a:lnTo>
                  <a:lnTo>
                    <a:pt x="4415811" y="1510"/>
                  </a:lnTo>
                  <a:lnTo>
                    <a:pt x="4395872" y="434"/>
                  </a:lnTo>
                  <a:lnTo>
                    <a:pt x="4388002" y="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43" y="2292148"/>
                  </a:lnTo>
                  <a:lnTo>
                    <a:pt x="538736" y="2292148"/>
                  </a:lnTo>
                  <a:lnTo>
                    <a:pt x="0" y="2292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4" name="pg1154"/>
            <p:cNvSpPr/>
            <p:nvPr/>
          </p:nvSpPr>
          <p:spPr>
            <a:xfrm>
              <a:off x="546595" y="2019033"/>
              <a:ext cx="8234974" cy="2923714"/>
            </a:xfrm>
            <a:custGeom>
              <a:avLst/>
              <a:pathLst>
                <a:path w="8234974" h="2923714">
                  <a:moveTo>
                    <a:pt x="0" y="2205036"/>
                  </a:moveTo>
                  <a:lnTo>
                    <a:pt x="538736" y="2205036"/>
                  </a:lnTo>
                  <a:lnTo>
                    <a:pt x="539954" y="2204967"/>
                  </a:lnTo>
                  <a:lnTo>
                    <a:pt x="547910" y="2204479"/>
                  </a:lnTo>
                  <a:lnTo>
                    <a:pt x="567792" y="2203128"/>
                  </a:lnTo>
                  <a:lnTo>
                    <a:pt x="602891" y="2200476"/>
                  </a:lnTo>
                  <a:lnTo>
                    <a:pt x="654304" y="2196135"/>
                  </a:lnTo>
                  <a:lnTo>
                    <a:pt x="720882" y="2189816"/>
                  </a:lnTo>
                  <a:lnTo>
                    <a:pt x="799619" y="2181356"/>
                  </a:lnTo>
                  <a:lnTo>
                    <a:pt x="886416" y="2170706"/>
                  </a:lnTo>
                  <a:lnTo>
                    <a:pt x="976945" y="2157893"/>
                  </a:lnTo>
                  <a:lnTo>
                    <a:pt x="1067379" y="2142971"/>
                  </a:lnTo>
                  <a:lnTo>
                    <a:pt x="1154798" y="2125963"/>
                  </a:lnTo>
                  <a:lnTo>
                    <a:pt x="1237312" y="2106833"/>
                  </a:lnTo>
                  <a:lnTo>
                    <a:pt x="1313964" y="2085456"/>
                  </a:lnTo>
                  <a:lnTo>
                    <a:pt x="1384527" y="2061616"/>
                  </a:lnTo>
                  <a:lnTo>
                    <a:pt x="1449297" y="2035001"/>
                  </a:lnTo>
                  <a:lnTo>
                    <a:pt x="1508900" y="2005218"/>
                  </a:lnTo>
                  <a:lnTo>
                    <a:pt x="1564153" y="1971808"/>
                  </a:lnTo>
                  <a:lnTo>
                    <a:pt x="1615951" y="1934284"/>
                  </a:lnTo>
                  <a:lnTo>
                    <a:pt x="1665186" y="1892198"/>
                  </a:lnTo>
                  <a:lnTo>
                    <a:pt x="1712673" y="1845253"/>
                  </a:lnTo>
                  <a:lnTo>
                    <a:pt x="1719082" y="1838437"/>
                  </a:lnTo>
                  <a:lnTo>
                    <a:pt x="1758071" y="1794591"/>
                  </a:lnTo>
                  <a:lnTo>
                    <a:pt x="1796685" y="1747205"/>
                  </a:lnTo>
                  <a:lnTo>
                    <a:pt x="1835199" y="1696210"/>
                  </a:lnTo>
                  <a:lnTo>
                    <a:pt x="1873819" y="1641608"/>
                  </a:lnTo>
                  <a:lnTo>
                    <a:pt x="1912695" y="1583480"/>
                  </a:lnTo>
                  <a:lnTo>
                    <a:pt x="1951923" y="1521994"/>
                  </a:lnTo>
                  <a:lnTo>
                    <a:pt x="1991553" y="1457408"/>
                  </a:lnTo>
                  <a:lnTo>
                    <a:pt x="2031589" y="1390071"/>
                  </a:lnTo>
                  <a:lnTo>
                    <a:pt x="2072000" y="1320417"/>
                  </a:lnTo>
                  <a:lnTo>
                    <a:pt x="2112719" y="1248956"/>
                  </a:lnTo>
                  <a:lnTo>
                    <a:pt x="2153659" y="1176260"/>
                  </a:lnTo>
                  <a:lnTo>
                    <a:pt x="2194710" y="1102946"/>
                  </a:lnTo>
                  <a:lnTo>
                    <a:pt x="2235758" y="1029653"/>
                  </a:lnTo>
                  <a:lnTo>
                    <a:pt x="2276687" y="957016"/>
                  </a:lnTo>
                  <a:lnTo>
                    <a:pt x="2317390" y="885652"/>
                  </a:lnTo>
                  <a:lnTo>
                    <a:pt x="2357779" y="816128"/>
                  </a:lnTo>
                  <a:lnTo>
                    <a:pt x="2397790" y="748951"/>
                  </a:lnTo>
                  <a:lnTo>
                    <a:pt x="2437394" y="684550"/>
                  </a:lnTo>
                  <a:lnTo>
                    <a:pt x="2476599" y="623267"/>
                  </a:lnTo>
                  <a:lnTo>
                    <a:pt x="2515455" y="565355"/>
                  </a:lnTo>
                  <a:lnTo>
                    <a:pt x="2554064" y="510977"/>
                  </a:lnTo>
                  <a:lnTo>
                    <a:pt x="2592577" y="460208"/>
                  </a:lnTo>
                  <a:lnTo>
                    <a:pt x="2631205" y="413047"/>
                  </a:lnTo>
                  <a:lnTo>
                    <a:pt x="2667772" y="372043"/>
                  </a:lnTo>
                  <a:lnTo>
                    <a:pt x="2715073" y="324425"/>
                  </a:lnTo>
                  <a:lnTo>
                    <a:pt x="2764024" y="281685"/>
                  </a:lnTo>
                  <a:lnTo>
                    <a:pt x="2815419" y="243560"/>
                  </a:lnTo>
                  <a:lnTo>
                    <a:pt x="2870144" y="209615"/>
                  </a:lnTo>
                  <a:lnTo>
                    <a:pt x="2929101" y="179363"/>
                  </a:lnTo>
                  <a:lnTo>
                    <a:pt x="2993120" y="152340"/>
                  </a:lnTo>
                  <a:lnTo>
                    <a:pt x="3062862" y="128139"/>
                  </a:lnTo>
                  <a:lnTo>
                    <a:pt x="3138679" y="106440"/>
                  </a:lnTo>
                  <a:lnTo>
                    <a:pt x="3220428" y="87011"/>
                  </a:lnTo>
                  <a:lnTo>
                    <a:pt x="3307264" y="69717"/>
                  </a:lnTo>
                  <a:lnTo>
                    <a:pt x="3397434" y="54508"/>
                  </a:lnTo>
                  <a:lnTo>
                    <a:pt x="3488159" y="41403"/>
                  </a:lnTo>
                  <a:lnTo>
                    <a:pt x="3575718" y="30454"/>
                  </a:lnTo>
                  <a:lnTo>
                    <a:pt x="3655817" y="21694"/>
                  </a:lnTo>
                  <a:lnTo>
                    <a:pt x="3724272" y="15089"/>
                  </a:lnTo>
                  <a:lnTo>
                    <a:pt x="3777879" y="10491"/>
                  </a:lnTo>
                  <a:lnTo>
                    <a:pt x="3815201" y="7629"/>
                  </a:lnTo>
                  <a:lnTo>
                    <a:pt x="3837020" y="6125"/>
                  </a:lnTo>
                  <a:lnTo>
                    <a:pt x="3846343" y="554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6" y="5530"/>
                  </a:lnTo>
                  <a:lnTo>
                    <a:pt x="4395611" y="6148"/>
                  </a:lnTo>
                  <a:lnTo>
                    <a:pt x="4414622" y="7854"/>
                  </a:lnTo>
                  <a:lnTo>
                    <a:pt x="4448266" y="11205"/>
                  </a:lnTo>
                  <a:lnTo>
                    <a:pt x="4497708" y="16698"/>
                  </a:lnTo>
                  <a:lnTo>
                    <a:pt x="4561999" y="24708"/>
                  </a:lnTo>
                  <a:lnTo>
                    <a:pt x="4638407" y="35455"/>
                  </a:lnTo>
                  <a:lnTo>
                    <a:pt x="4723089" y="49014"/>
                  </a:lnTo>
                  <a:lnTo>
                    <a:pt x="4811908" y="65359"/>
                  </a:lnTo>
                  <a:lnTo>
                    <a:pt x="4901118" y="84423"/>
                  </a:lnTo>
                  <a:lnTo>
                    <a:pt x="4987794" y="106165"/>
                  </a:lnTo>
                  <a:lnTo>
                    <a:pt x="5069972" y="130618"/>
                  </a:lnTo>
                  <a:lnTo>
                    <a:pt x="5146589" y="157917"/>
                  </a:lnTo>
                  <a:lnTo>
                    <a:pt x="5217307" y="188311"/>
                  </a:lnTo>
                  <a:lnTo>
                    <a:pt x="5282318" y="222168"/>
                  </a:lnTo>
                  <a:lnTo>
                    <a:pt x="5342158" y="259965"/>
                  </a:lnTo>
                  <a:lnTo>
                    <a:pt x="5397573" y="302262"/>
                  </a:lnTo>
                  <a:lnTo>
                    <a:pt x="5449403" y="349674"/>
                  </a:lnTo>
                  <a:lnTo>
                    <a:pt x="5498507" y="402792"/>
                  </a:lnTo>
                  <a:lnTo>
                    <a:pt x="5545691" y="462069"/>
                  </a:lnTo>
                  <a:lnTo>
                    <a:pt x="5567201" y="491822"/>
                  </a:lnTo>
                  <a:lnTo>
                    <a:pt x="5602246" y="543865"/>
                  </a:lnTo>
                  <a:lnTo>
                    <a:pt x="5636964" y="599686"/>
                  </a:lnTo>
                  <a:lnTo>
                    <a:pt x="5671561" y="659362"/>
                  </a:lnTo>
                  <a:lnTo>
                    <a:pt x="5706199" y="722911"/>
                  </a:lnTo>
                  <a:lnTo>
                    <a:pt x="5741001" y="790283"/>
                  </a:lnTo>
                  <a:lnTo>
                    <a:pt x="5776053" y="861354"/>
                  </a:lnTo>
                  <a:lnTo>
                    <a:pt x="5811410" y="935925"/>
                  </a:lnTo>
                  <a:lnTo>
                    <a:pt x="5847096" y="1013719"/>
                  </a:lnTo>
                  <a:lnTo>
                    <a:pt x="5883107" y="1094379"/>
                  </a:lnTo>
                  <a:lnTo>
                    <a:pt x="5919418" y="1177479"/>
                  </a:lnTo>
                  <a:lnTo>
                    <a:pt x="5955979" y="1262523"/>
                  </a:lnTo>
                  <a:lnTo>
                    <a:pt x="5992728" y="1348966"/>
                  </a:lnTo>
                  <a:lnTo>
                    <a:pt x="6029587" y="1436220"/>
                  </a:lnTo>
                  <a:lnTo>
                    <a:pt x="6066474" y="1523674"/>
                  </a:lnTo>
                  <a:lnTo>
                    <a:pt x="6103303" y="1610711"/>
                  </a:lnTo>
                  <a:lnTo>
                    <a:pt x="6139994" y="1696727"/>
                  </a:lnTo>
                  <a:lnTo>
                    <a:pt x="6176474" y="1781148"/>
                  </a:lnTo>
                  <a:lnTo>
                    <a:pt x="6212684" y="1863443"/>
                  </a:lnTo>
                  <a:lnTo>
                    <a:pt x="6248583" y="1943141"/>
                  </a:lnTo>
                  <a:lnTo>
                    <a:pt x="6284152" y="2019838"/>
                  </a:lnTo>
                  <a:lnTo>
                    <a:pt x="6319397" y="2093206"/>
                  </a:lnTo>
                  <a:lnTo>
                    <a:pt x="6354354" y="2162995"/>
                  </a:lnTo>
                  <a:lnTo>
                    <a:pt x="6389086" y="2229032"/>
                  </a:lnTo>
                  <a:lnTo>
                    <a:pt x="6423694" y="2291222"/>
                  </a:lnTo>
                  <a:lnTo>
                    <a:pt x="6458313" y="2349537"/>
                  </a:lnTo>
                  <a:lnTo>
                    <a:pt x="6493119" y="2404018"/>
                  </a:lnTo>
                  <a:lnTo>
                    <a:pt x="6515891" y="2437336"/>
                  </a:lnTo>
                  <a:lnTo>
                    <a:pt x="6562422" y="2499550"/>
                  </a:lnTo>
                  <a:lnTo>
                    <a:pt x="6610538" y="2555494"/>
                  </a:lnTo>
                  <a:lnTo>
                    <a:pt x="6660993" y="2605494"/>
                  </a:lnTo>
                  <a:lnTo>
                    <a:pt x="6714631" y="2650096"/>
                  </a:lnTo>
                  <a:lnTo>
                    <a:pt x="6772310" y="2689914"/>
                  </a:lnTo>
                  <a:lnTo>
                    <a:pt x="6834832" y="2725540"/>
                  </a:lnTo>
                  <a:lnTo>
                    <a:pt x="6902843" y="2757495"/>
                  </a:lnTo>
                  <a:lnTo>
                    <a:pt x="6976719" y="2786196"/>
                  </a:lnTo>
                  <a:lnTo>
                    <a:pt x="7056391" y="2811950"/>
                  </a:lnTo>
                  <a:lnTo>
                    <a:pt x="7141160" y="2834945"/>
                  </a:lnTo>
                  <a:lnTo>
                    <a:pt x="7229496" y="2855258"/>
                  </a:lnTo>
                  <a:lnTo>
                    <a:pt x="7318919" y="2872876"/>
                  </a:lnTo>
                  <a:lnTo>
                    <a:pt x="7406032" y="2887740"/>
                  </a:lnTo>
                  <a:lnTo>
                    <a:pt x="7486807" y="2899795"/>
                  </a:lnTo>
                  <a:lnTo>
                    <a:pt x="7557166" y="2909061"/>
                  </a:lnTo>
                  <a:lnTo>
                    <a:pt x="7613761" y="2915688"/>
                  </a:lnTo>
                  <a:lnTo>
                    <a:pt x="7654747" y="2919981"/>
                  </a:lnTo>
                  <a:lnTo>
                    <a:pt x="7680290" y="2922386"/>
                  </a:lnTo>
                  <a:lnTo>
                    <a:pt x="7692681" y="2923440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8270"/>
                  </a:ln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1" y="68"/>
                  </a:lnTo>
                  <a:lnTo>
                    <a:pt x="3838945" y="556"/>
                  </a:lnTo>
                  <a:lnTo>
                    <a:pt x="3819063" y="1907"/>
                  </a:lnTo>
                  <a:lnTo>
                    <a:pt x="3783963" y="4559"/>
                  </a:lnTo>
                  <a:lnTo>
                    <a:pt x="3732550" y="8901"/>
                  </a:lnTo>
                  <a:lnTo>
                    <a:pt x="3665973" y="15219"/>
                  </a:lnTo>
                  <a:lnTo>
                    <a:pt x="3587235" y="23679"/>
                  </a:lnTo>
                  <a:lnTo>
                    <a:pt x="3500439" y="34330"/>
                  </a:lnTo>
                  <a:lnTo>
                    <a:pt x="3409909" y="47142"/>
                  </a:lnTo>
                  <a:lnTo>
                    <a:pt x="3319476" y="62065"/>
                  </a:lnTo>
                  <a:lnTo>
                    <a:pt x="3232057" y="79072"/>
                  </a:lnTo>
                  <a:lnTo>
                    <a:pt x="3149542" y="98202"/>
                  </a:lnTo>
                  <a:lnTo>
                    <a:pt x="3072891" y="119579"/>
                  </a:lnTo>
                  <a:lnTo>
                    <a:pt x="3002328" y="143420"/>
                  </a:lnTo>
                  <a:lnTo>
                    <a:pt x="2937558" y="170034"/>
                  </a:lnTo>
                  <a:lnTo>
                    <a:pt x="2877954" y="199817"/>
                  </a:lnTo>
                  <a:lnTo>
                    <a:pt x="2822701" y="233227"/>
                  </a:lnTo>
                  <a:lnTo>
                    <a:pt x="2770904" y="270751"/>
                  </a:lnTo>
                  <a:lnTo>
                    <a:pt x="2721668" y="312837"/>
                  </a:lnTo>
                  <a:lnTo>
                    <a:pt x="2674182" y="359782"/>
                  </a:lnTo>
                  <a:lnTo>
                    <a:pt x="2667772" y="366598"/>
                  </a:lnTo>
                  <a:lnTo>
                    <a:pt x="2628783" y="410444"/>
                  </a:lnTo>
                  <a:lnTo>
                    <a:pt x="2590169" y="457830"/>
                  </a:lnTo>
                  <a:lnTo>
                    <a:pt x="2551656" y="508825"/>
                  </a:lnTo>
                  <a:lnTo>
                    <a:pt x="2513036" y="563427"/>
                  </a:lnTo>
                  <a:lnTo>
                    <a:pt x="2474160" y="621555"/>
                  </a:lnTo>
                  <a:lnTo>
                    <a:pt x="2434931" y="683041"/>
                  </a:lnTo>
                  <a:lnTo>
                    <a:pt x="2395302" y="747627"/>
                  </a:lnTo>
                  <a:lnTo>
                    <a:pt x="2355265" y="814964"/>
                  </a:lnTo>
                  <a:lnTo>
                    <a:pt x="2314855" y="884619"/>
                  </a:lnTo>
                  <a:lnTo>
                    <a:pt x="2274135" y="956080"/>
                  </a:lnTo>
                  <a:lnTo>
                    <a:pt x="2233196" y="1028775"/>
                  </a:lnTo>
                  <a:lnTo>
                    <a:pt x="2192144" y="1102089"/>
                  </a:lnTo>
                  <a:lnTo>
                    <a:pt x="2151096" y="1175383"/>
                  </a:lnTo>
                  <a:lnTo>
                    <a:pt x="2110167" y="1248019"/>
                  </a:lnTo>
                  <a:lnTo>
                    <a:pt x="2069465" y="1319383"/>
                  </a:lnTo>
                  <a:lnTo>
                    <a:pt x="2029076" y="1388907"/>
                  </a:lnTo>
                  <a:lnTo>
                    <a:pt x="1989064" y="1456084"/>
                  </a:lnTo>
                  <a:lnTo>
                    <a:pt x="1949460" y="1520485"/>
                  </a:lnTo>
                  <a:lnTo>
                    <a:pt x="1910256" y="1581768"/>
                  </a:lnTo>
                  <a:lnTo>
                    <a:pt x="1871399" y="1639680"/>
                  </a:lnTo>
                  <a:lnTo>
                    <a:pt x="1832791" y="1694058"/>
                  </a:lnTo>
                  <a:lnTo>
                    <a:pt x="1794278" y="1744827"/>
                  </a:lnTo>
                  <a:lnTo>
                    <a:pt x="1755649" y="1791989"/>
                  </a:lnTo>
                  <a:lnTo>
                    <a:pt x="1719082" y="1832993"/>
                  </a:lnTo>
                  <a:lnTo>
                    <a:pt x="1671781" y="1880611"/>
                  </a:lnTo>
                  <a:lnTo>
                    <a:pt x="1622831" y="1923351"/>
                  </a:lnTo>
                  <a:lnTo>
                    <a:pt x="1571436" y="1961475"/>
                  </a:lnTo>
                  <a:lnTo>
                    <a:pt x="1516710" y="1995420"/>
                  </a:lnTo>
                  <a:lnTo>
                    <a:pt x="1457754" y="2025672"/>
                  </a:lnTo>
                  <a:lnTo>
                    <a:pt x="1393735" y="2052696"/>
                  </a:lnTo>
                  <a:lnTo>
                    <a:pt x="1323992" y="2076896"/>
                  </a:lnTo>
                  <a:lnTo>
                    <a:pt x="1248176" y="2098595"/>
                  </a:lnTo>
                  <a:lnTo>
                    <a:pt x="1166426" y="2118024"/>
                  </a:lnTo>
                  <a:lnTo>
                    <a:pt x="1079590" y="2135319"/>
                  </a:lnTo>
                  <a:lnTo>
                    <a:pt x="989421" y="2150527"/>
                  </a:lnTo>
                  <a:lnTo>
                    <a:pt x="898695" y="2163632"/>
                  </a:lnTo>
                  <a:lnTo>
                    <a:pt x="811136" y="2174581"/>
                  </a:lnTo>
                  <a:lnTo>
                    <a:pt x="731038" y="2183341"/>
                  </a:lnTo>
                  <a:lnTo>
                    <a:pt x="662583" y="2189946"/>
                  </a:lnTo>
                  <a:lnTo>
                    <a:pt x="608976" y="2194544"/>
                  </a:lnTo>
                  <a:lnTo>
                    <a:pt x="571654" y="2197406"/>
                  </a:lnTo>
                  <a:lnTo>
                    <a:pt x="549835" y="2198910"/>
                  </a:lnTo>
                  <a:lnTo>
                    <a:pt x="540512" y="2199491"/>
                  </a:lnTo>
                  <a:lnTo>
                    <a:pt x="538736" y="2199591"/>
                  </a:lnTo>
                  <a:lnTo>
                    <a:pt x="0" y="2199591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55" name="pl1155"/>
            <p:cNvSpPr/>
            <p:nvPr/>
          </p:nvSpPr>
          <p:spPr>
            <a:xfrm>
              <a:off x="546595" y="2024478"/>
              <a:ext cx="8234974" cy="2918270"/>
            </a:xfrm>
            <a:custGeom>
              <a:avLst/>
              <a:pathLst>
                <a:path w="8234974" h="2918270">
                  <a:moveTo>
                    <a:pt x="0" y="2199591"/>
                  </a:moveTo>
                  <a:lnTo>
                    <a:pt x="538736" y="2199591"/>
                  </a:lnTo>
                  <a:lnTo>
                    <a:pt x="539954" y="2199523"/>
                  </a:lnTo>
                  <a:lnTo>
                    <a:pt x="547910" y="2199034"/>
                  </a:lnTo>
                  <a:lnTo>
                    <a:pt x="567792" y="2197684"/>
                  </a:lnTo>
                  <a:lnTo>
                    <a:pt x="602891" y="2195031"/>
                  </a:lnTo>
                  <a:lnTo>
                    <a:pt x="654304" y="2190690"/>
                  </a:lnTo>
                  <a:lnTo>
                    <a:pt x="720882" y="2184372"/>
                  </a:lnTo>
                  <a:lnTo>
                    <a:pt x="799619" y="2175911"/>
                  </a:lnTo>
                  <a:lnTo>
                    <a:pt x="886416" y="2165261"/>
                  </a:lnTo>
                  <a:lnTo>
                    <a:pt x="976945" y="2152449"/>
                  </a:lnTo>
                  <a:lnTo>
                    <a:pt x="1067379" y="2137526"/>
                  </a:lnTo>
                  <a:lnTo>
                    <a:pt x="1154798" y="2120519"/>
                  </a:lnTo>
                  <a:lnTo>
                    <a:pt x="1237312" y="2101388"/>
                  </a:lnTo>
                  <a:lnTo>
                    <a:pt x="1313964" y="2080012"/>
                  </a:lnTo>
                  <a:lnTo>
                    <a:pt x="1384527" y="2056171"/>
                  </a:lnTo>
                  <a:lnTo>
                    <a:pt x="1449297" y="2029557"/>
                  </a:lnTo>
                  <a:lnTo>
                    <a:pt x="1508900" y="1999774"/>
                  </a:lnTo>
                  <a:lnTo>
                    <a:pt x="1564153" y="1966364"/>
                  </a:lnTo>
                  <a:lnTo>
                    <a:pt x="1615951" y="1928840"/>
                  </a:lnTo>
                  <a:lnTo>
                    <a:pt x="1665186" y="1886753"/>
                  </a:lnTo>
                  <a:lnTo>
                    <a:pt x="1712673" y="1839808"/>
                  </a:lnTo>
                  <a:lnTo>
                    <a:pt x="1719082" y="1832993"/>
                  </a:lnTo>
                  <a:lnTo>
                    <a:pt x="1758071" y="1789146"/>
                  </a:lnTo>
                  <a:lnTo>
                    <a:pt x="1796685" y="1741761"/>
                  </a:lnTo>
                  <a:lnTo>
                    <a:pt x="1835199" y="1690766"/>
                  </a:lnTo>
                  <a:lnTo>
                    <a:pt x="1873819" y="1636164"/>
                  </a:lnTo>
                  <a:lnTo>
                    <a:pt x="1912695" y="1578035"/>
                  </a:lnTo>
                  <a:lnTo>
                    <a:pt x="1951923" y="1516549"/>
                  </a:lnTo>
                  <a:lnTo>
                    <a:pt x="1991553" y="1451964"/>
                  </a:lnTo>
                  <a:lnTo>
                    <a:pt x="2031589" y="1384627"/>
                  </a:lnTo>
                  <a:lnTo>
                    <a:pt x="2072000" y="1314972"/>
                  </a:lnTo>
                  <a:lnTo>
                    <a:pt x="2112719" y="1243511"/>
                  </a:lnTo>
                  <a:lnTo>
                    <a:pt x="2153659" y="1170816"/>
                  </a:lnTo>
                  <a:lnTo>
                    <a:pt x="2194710" y="1097502"/>
                  </a:lnTo>
                  <a:lnTo>
                    <a:pt x="2235758" y="1024208"/>
                  </a:lnTo>
                  <a:lnTo>
                    <a:pt x="2276687" y="951572"/>
                  </a:lnTo>
                  <a:lnTo>
                    <a:pt x="2317390" y="880208"/>
                  </a:lnTo>
                  <a:lnTo>
                    <a:pt x="2357779" y="810684"/>
                  </a:lnTo>
                  <a:lnTo>
                    <a:pt x="2397790" y="743507"/>
                  </a:lnTo>
                  <a:lnTo>
                    <a:pt x="2437394" y="679105"/>
                  </a:lnTo>
                  <a:lnTo>
                    <a:pt x="2476599" y="617823"/>
                  </a:lnTo>
                  <a:lnTo>
                    <a:pt x="2515455" y="559911"/>
                  </a:lnTo>
                  <a:lnTo>
                    <a:pt x="2554064" y="505532"/>
                  </a:lnTo>
                  <a:lnTo>
                    <a:pt x="2592577" y="454764"/>
                  </a:lnTo>
                  <a:lnTo>
                    <a:pt x="2631205" y="407602"/>
                  </a:lnTo>
                  <a:lnTo>
                    <a:pt x="2667772" y="366598"/>
                  </a:lnTo>
                  <a:lnTo>
                    <a:pt x="2715073" y="318980"/>
                  </a:lnTo>
                  <a:lnTo>
                    <a:pt x="2764024" y="276240"/>
                  </a:lnTo>
                  <a:lnTo>
                    <a:pt x="2815419" y="238116"/>
                  </a:lnTo>
                  <a:lnTo>
                    <a:pt x="2870144" y="204171"/>
                  </a:lnTo>
                  <a:lnTo>
                    <a:pt x="2929101" y="173919"/>
                  </a:lnTo>
                  <a:lnTo>
                    <a:pt x="2993120" y="146895"/>
                  </a:lnTo>
                  <a:lnTo>
                    <a:pt x="3062862" y="122695"/>
                  </a:lnTo>
                  <a:lnTo>
                    <a:pt x="3138679" y="100995"/>
                  </a:lnTo>
                  <a:lnTo>
                    <a:pt x="3220428" y="81566"/>
                  </a:lnTo>
                  <a:lnTo>
                    <a:pt x="3307264" y="64272"/>
                  </a:lnTo>
                  <a:lnTo>
                    <a:pt x="3397434" y="49063"/>
                  </a:lnTo>
                  <a:lnTo>
                    <a:pt x="3488159" y="35959"/>
                  </a:lnTo>
                  <a:lnTo>
                    <a:pt x="3575718" y="25010"/>
                  </a:lnTo>
                  <a:lnTo>
                    <a:pt x="3655817" y="16250"/>
                  </a:lnTo>
                  <a:lnTo>
                    <a:pt x="3724272" y="9645"/>
                  </a:lnTo>
                  <a:lnTo>
                    <a:pt x="3777879" y="5047"/>
                  </a:lnTo>
                  <a:lnTo>
                    <a:pt x="3815201" y="2184"/>
                  </a:lnTo>
                  <a:lnTo>
                    <a:pt x="3837020" y="681"/>
                  </a:lnTo>
                  <a:lnTo>
                    <a:pt x="3846343" y="100"/>
                  </a:lnTo>
                  <a:lnTo>
                    <a:pt x="3848115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6" y="86"/>
                  </a:lnTo>
                  <a:lnTo>
                    <a:pt x="4395611" y="703"/>
                  </a:lnTo>
                  <a:lnTo>
                    <a:pt x="4414622" y="2409"/>
                  </a:lnTo>
                  <a:lnTo>
                    <a:pt x="4448266" y="5761"/>
                  </a:lnTo>
                  <a:lnTo>
                    <a:pt x="4497708" y="11254"/>
                  </a:lnTo>
                  <a:lnTo>
                    <a:pt x="4561999" y="19263"/>
                  </a:lnTo>
                  <a:lnTo>
                    <a:pt x="4638407" y="30010"/>
                  </a:lnTo>
                  <a:lnTo>
                    <a:pt x="4723089" y="43570"/>
                  </a:lnTo>
                  <a:lnTo>
                    <a:pt x="4811908" y="59914"/>
                  </a:lnTo>
                  <a:lnTo>
                    <a:pt x="4901118" y="78978"/>
                  </a:lnTo>
                  <a:lnTo>
                    <a:pt x="4987794" y="100721"/>
                  </a:lnTo>
                  <a:lnTo>
                    <a:pt x="5069972" y="125174"/>
                  </a:lnTo>
                  <a:lnTo>
                    <a:pt x="5146589" y="152472"/>
                  </a:lnTo>
                  <a:lnTo>
                    <a:pt x="5217307" y="182866"/>
                  </a:lnTo>
                  <a:lnTo>
                    <a:pt x="5282318" y="216724"/>
                  </a:lnTo>
                  <a:lnTo>
                    <a:pt x="5342158" y="254520"/>
                  </a:lnTo>
                  <a:lnTo>
                    <a:pt x="5397573" y="296818"/>
                  </a:lnTo>
                  <a:lnTo>
                    <a:pt x="5449403" y="344230"/>
                  </a:lnTo>
                  <a:lnTo>
                    <a:pt x="5498507" y="397348"/>
                  </a:lnTo>
                  <a:lnTo>
                    <a:pt x="5545691" y="456625"/>
                  </a:lnTo>
                  <a:lnTo>
                    <a:pt x="5567201" y="486378"/>
                  </a:lnTo>
                  <a:lnTo>
                    <a:pt x="5602246" y="538420"/>
                  </a:lnTo>
                  <a:lnTo>
                    <a:pt x="5636964" y="594241"/>
                  </a:lnTo>
                  <a:lnTo>
                    <a:pt x="5671561" y="653918"/>
                  </a:lnTo>
                  <a:lnTo>
                    <a:pt x="5706199" y="717467"/>
                  </a:lnTo>
                  <a:lnTo>
                    <a:pt x="5741001" y="784838"/>
                  </a:lnTo>
                  <a:lnTo>
                    <a:pt x="5776053" y="855909"/>
                  </a:lnTo>
                  <a:lnTo>
                    <a:pt x="5811410" y="930481"/>
                  </a:lnTo>
                  <a:lnTo>
                    <a:pt x="5847096" y="1008274"/>
                  </a:lnTo>
                  <a:lnTo>
                    <a:pt x="5883107" y="1088935"/>
                  </a:lnTo>
                  <a:lnTo>
                    <a:pt x="5919418" y="1172034"/>
                  </a:lnTo>
                  <a:lnTo>
                    <a:pt x="5955979" y="1257079"/>
                  </a:lnTo>
                  <a:lnTo>
                    <a:pt x="5992728" y="1343522"/>
                  </a:lnTo>
                  <a:lnTo>
                    <a:pt x="6029587" y="1430775"/>
                  </a:lnTo>
                  <a:lnTo>
                    <a:pt x="6066474" y="1518229"/>
                  </a:lnTo>
                  <a:lnTo>
                    <a:pt x="6103303" y="1605266"/>
                  </a:lnTo>
                  <a:lnTo>
                    <a:pt x="6139994" y="1691283"/>
                  </a:lnTo>
                  <a:lnTo>
                    <a:pt x="6176474" y="1775703"/>
                  </a:lnTo>
                  <a:lnTo>
                    <a:pt x="6212684" y="1857998"/>
                  </a:lnTo>
                  <a:lnTo>
                    <a:pt x="6248583" y="1937696"/>
                  </a:lnTo>
                  <a:lnTo>
                    <a:pt x="6284152" y="2014393"/>
                  </a:lnTo>
                  <a:lnTo>
                    <a:pt x="6319397" y="2087761"/>
                  </a:lnTo>
                  <a:lnTo>
                    <a:pt x="6354354" y="2157550"/>
                  </a:lnTo>
                  <a:lnTo>
                    <a:pt x="6389086" y="2223588"/>
                  </a:lnTo>
                  <a:lnTo>
                    <a:pt x="6423694" y="2285777"/>
                  </a:lnTo>
                  <a:lnTo>
                    <a:pt x="6458313" y="2344093"/>
                  </a:lnTo>
                  <a:lnTo>
                    <a:pt x="6493119" y="2398574"/>
                  </a:lnTo>
                  <a:lnTo>
                    <a:pt x="6515891" y="2431891"/>
                  </a:lnTo>
                  <a:lnTo>
                    <a:pt x="6562422" y="2494105"/>
                  </a:lnTo>
                  <a:lnTo>
                    <a:pt x="6610538" y="2550050"/>
                  </a:lnTo>
                  <a:lnTo>
                    <a:pt x="6660993" y="2600049"/>
                  </a:lnTo>
                  <a:lnTo>
                    <a:pt x="6714631" y="2644651"/>
                  </a:lnTo>
                  <a:lnTo>
                    <a:pt x="6772310" y="2684469"/>
                  </a:lnTo>
                  <a:lnTo>
                    <a:pt x="6834832" y="2720096"/>
                  </a:lnTo>
                  <a:lnTo>
                    <a:pt x="6902843" y="2752050"/>
                  </a:lnTo>
                  <a:lnTo>
                    <a:pt x="6976719" y="2780752"/>
                  </a:lnTo>
                  <a:lnTo>
                    <a:pt x="7056391" y="2806506"/>
                  </a:lnTo>
                  <a:lnTo>
                    <a:pt x="7141160" y="2829500"/>
                  </a:lnTo>
                  <a:lnTo>
                    <a:pt x="7229496" y="2849813"/>
                  </a:lnTo>
                  <a:lnTo>
                    <a:pt x="7318919" y="2867432"/>
                  </a:lnTo>
                  <a:lnTo>
                    <a:pt x="7406032" y="2882296"/>
                  </a:lnTo>
                  <a:lnTo>
                    <a:pt x="7486807" y="2894350"/>
                  </a:lnTo>
                  <a:lnTo>
                    <a:pt x="7557166" y="2903616"/>
                  </a:lnTo>
                  <a:lnTo>
                    <a:pt x="7613761" y="2910243"/>
                  </a:lnTo>
                  <a:lnTo>
                    <a:pt x="7654747" y="2914537"/>
                  </a:lnTo>
                  <a:lnTo>
                    <a:pt x="7680290" y="2916942"/>
                  </a:lnTo>
                  <a:lnTo>
                    <a:pt x="7692681" y="2917996"/>
                  </a:lnTo>
                  <a:lnTo>
                    <a:pt x="7696116" y="2918261"/>
                  </a:lnTo>
                  <a:lnTo>
                    <a:pt x="7696237" y="2918270"/>
                  </a:lnTo>
                  <a:lnTo>
                    <a:pt x="8234974" y="2918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6" name="pl1156"/>
            <p:cNvSpPr/>
            <p:nvPr/>
          </p:nvSpPr>
          <p:spPr>
            <a:xfrm>
              <a:off x="546595" y="2019033"/>
              <a:ext cx="8234974" cy="2918270"/>
            </a:xfrm>
            <a:custGeom>
              <a:avLst/>
              <a:pathLst>
                <a:path w="8234974" h="2918270">
                  <a:moveTo>
                    <a:pt x="8234974" y="2918270"/>
                  </a:move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976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1" y="68"/>
                  </a:lnTo>
                  <a:lnTo>
                    <a:pt x="3838945" y="556"/>
                  </a:lnTo>
                  <a:lnTo>
                    <a:pt x="3819063" y="1907"/>
                  </a:lnTo>
                  <a:lnTo>
                    <a:pt x="3783963" y="4559"/>
                  </a:lnTo>
                  <a:lnTo>
                    <a:pt x="3732550" y="8901"/>
                  </a:lnTo>
                  <a:lnTo>
                    <a:pt x="3665973" y="15219"/>
                  </a:lnTo>
                  <a:lnTo>
                    <a:pt x="3587235" y="23679"/>
                  </a:lnTo>
                  <a:lnTo>
                    <a:pt x="3500439" y="34330"/>
                  </a:lnTo>
                  <a:lnTo>
                    <a:pt x="3409909" y="47142"/>
                  </a:lnTo>
                  <a:lnTo>
                    <a:pt x="3319476" y="62065"/>
                  </a:lnTo>
                  <a:lnTo>
                    <a:pt x="3232057" y="79072"/>
                  </a:lnTo>
                  <a:lnTo>
                    <a:pt x="3149542" y="98202"/>
                  </a:lnTo>
                  <a:lnTo>
                    <a:pt x="3072891" y="119579"/>
                  </a:lnTo>
                  <a:lnTo>
                    <a:pt x="3002328" y="143420"/>
                  </a:lnTo>
                  <a:lnTo>
                    <a:pt x="2937558" y="170034"/>
                  </a:lnTo>
                  <a:lnTo>
                    <a:pt x="2877954" y="199817"/>
                  </a:lnTo>
                  <a:lnTo>
                    <a:pt x="2822701" y="233227"/>
                  </a:lnTo>
                  <a:lnTo>
                    <a:pt x="2770904" y="270751"/>
                  </a:lnTo>
                  <a:lnTo>
                    <a:pt x="2721668" y="312837"/>
                  </a:lnTo>
                  <a:lnTo>
                    <a:pt x="2674182" y="359782"/>
                  </a:lnTo>
                  <a:lnTo>
                    <a:pt x="2667772" y="366598"/>
                  </a:lnTo>
                  <a:lnTo>
                    <a:pt x="2628783" y="410444"/>
                  </a:lnTo>
                  <a:lnTo>
                    <a:pt x="2590169" y="457830"/>
                  </a:lnTo>
                  <a:lnTo>
                    <a:pt x="2551656" y="508825"/>
                  </a:lnTo>
                  <a:lnTo>
                    <a:pt x="2513036" y="563427"/>
                  </a:lnTo>
                  <a:lnTo>
                    <a:pt x="2474160" y="621555"/>
                  </a:lnTo>
                  <a:lnTo>
                    <a:pt x="2434931" y="683041"/>
                  </a:lnTo>
                  <a:lnTo>
                    <a:pt x="2395302" y="747627"/>
                  </a:lnTo>
                  <a:lnTo>
                    <a:pt x="2355265" y="814964"/>
                  </a:lnTo>
                  <a:lnTo>
                    <a:pt x="2314855" y="884619"/>
                  </a:lnTo>
                  <a:lnTo>
                    <a:pt x="2274135" y="956080"/>
                  </a:lnTo>
                  <a:lnTo>
                    <a:pt x="2233196" y="1028775"/>
                  </a:lnTo>
                  <a:lnTo>
                    <a:pt x="2192144" y="1102089"/>
                  </a:lnTo>
                  <a:lnTo>
                    <a:pt x="2151096" y="1175383"/>
                  </a:lnTo>
                  <a:lnTo>
                    <a:pt x="2110167" y="1248019"/>
                  </a:lnTo>
                  <a:lnTo>
                    <a:pt x="2069465" y="1319383"/>
                  </a:lnTo>
                  <a:lnTo>
                    <a:pt x="2029076" y="1388907"/>
                  </a:lnTo>
                  <a:lnTo>
                    <a:pt x="1989064" y="1456084"/>
                  </a:lnTo>
                  <a:lnTo>
                    <a:pt x="1949460" y="1520485"/>
                  </a:lnTo>
                  <a:lnTo>
                    <a:pt x="1910256" y="1581768"/>
                  </a:lnTo>
                  <a:lnTo>
                    <a:pt x="1871399" y="1639680"/>
                  </a:lnTo>
                  <a:lnTo>
                    <a:pt x="1832791" y="1694058"/>
                  </a:lnTo>
                  <a:lnTo>
                    <a:pt x="1794278" y="1744827"/>
                  </a:lnTo>
                  <a:lnTo>
                    <a:pt x="1755649" y="1791989"/>
                  </a:lnTo>
                  <a:lnTo>
                    <a:pt x="1719082" y="1832993"/>
                  </a:lnTo>
                  <a:lnTo>
                    <a:pt x="1671781" y="1880611"/>
                  </a:lnTo>
                  <a:lnTo>
                    <a:pt x="1622831" y="1923351"/>
                  </a:lnTo>
                  <a:lnTo>
                    <a:pt x="1571436" y="1961475"/>
                  </a:lnTo>
                  <a:lnTo>
                    <a:pt x="1516710" y="1995420"/>
                  </a:lnTo>
                  <a:lnTo>
                    <a:pt x="1457754" y="2025672"/>
                  </a:lnTo>
                  <a:lnTo>
                    <a:pt x="1393735" y="2052696"/>
                  </a:lnTo>
                  <a:lnTo>
                    <a:pt x="1323992" y="2076896"/>
                  </a:lnTo>
                  <a:lnTo>
                    <a:pt x="1248176" y="2098595"/>
                  </a:lnTo>
                  <a:lnTo>
                    <a:pt x="1166426" y="2118024"/>
                  </a:lnTo>
                  <a:lnTo>
                    <a:pt x="1079590" y="2135319"/>
                  </a:lnTo>
                  <a:lnTo>
                    <a:pt x="989421" y="2150527"/>
                  </a:lnTo>
                  <a:lnTo>
                    <a:pt x="898695" y="2163632"/>
                  </a:lnTo>
                  <a:lnTo>
                    <a:pt x="811136" y="2174581"/>
                  </a:lnTo>
                  <a:lnTo>
                    <a:pt x="731038" y="2183341"/>
                  </a:lnTo>
                  <a:lnTo>
                    <a:pt x="662583" y="2189946"/>
                  </a:lnTo>
                  <a:lnTo>
                    <a:pt x="608976" y="2194544"/>
                  </a:lnTo>
                  <a:lnTo>
                    <a:pt x="571654" y="2197406"/>
                  </a:lnTo>
                  <a:lnTo>
                    <a:pt x="549835" y="2198910"/>
                  </a:lnTo>
                  <a:lnTo>
                    <a:pt x="540512" y="2199491"/>
                  </a:lnTo>
                  <a:lnTo>
                    <a:pt x="538739" y="2199591"/>
                  </a:lnTo>
                  <a:lnTo>
                    <a:pt x="538736" y="2199591"/>
                  </a:lnTo>
                  <a:lnTo>
                    <a:pt x="0" y="2199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7" name="pg1157"/>
            <p:cNvSpPr/>
            <p:nvPr/>
          </p:nvSpPr>
          <p:spPr>
            <a:xfrm>
              <a:off x="546595" y="4485407"/>
              <a:ext cx="8234974" cy="1687805"/>
            </a:xfrm>
            <a:custGeom>
              <a:avLst/>
              <a:pathLst>
                <a:path w="8234974" h="1687805">
                  <a:moveTo>
                    <a:pt x="0" y="5444"/>
                  </a:moveTo>
                  <a:lnTo>
                    <a:pt x="538736" y="5444"/>
                  </a:lnTo>
                  <a:lnTo>
                    <a:pt x="539998" y="5492"/>
                  </a:lnTo>
                  <a:lnTo>
                    <a:pt x="548235" y="5837"/>
                  </a:lnTo>
                  <a:lnTo>
                    <a:pt x="568792" y="6791"/>
                  </a:lnTo>
                  <a:lnTo>
                    <a:pt x="605016" y="8663"/>
                  </a:lnTo>
                  <a:lnTo>
                    <a:pt x="657943" y="11725"/>
                  </a:lnTo>
                  <a:lnTo>
                    <a:pt x="726263" y="16174"/>
                  </a:lnTo>
                  <a:lnTo>
                    <a:pt x="806758" y="22122"/>
                  </a:lnTo>
                  <a:lnTo>
                    <a:pt x="895129" y="29597"/>
                  </a:lnTo>
                  <a:lnTo>
                    <a:pt x="986912" y="38576"/>
                  </a:lnTo>
                  <a:lnTo>
                    <a:pt x="1078221" y="49024"/>
                  </a:lnTo>
                  <a:lnTo>
                    <a:pt x="1166153" y="60926"/>
                  </a:lnTo>
                  <a:lnTo>
                    <a:pt x="1248879" y="74316"/>
                  </a:lnTo>
                  <a:lnTo>
                    <a:pt x="1325525" y="89291"/>
                  </a:lnTo>
                  <a:lnTo>
                    <a:pt x="1395953" y="106014"/>
                  </a:lnTo>
                  <a:lnTo>
                    <a:pt x="1460535" y="124715"/>
                  </a:lnTo>
                  <a:lnTo>
                    <a:pt x="1519968" y="145681"/>
                  </a:lnTo>
                  <a:lnTo>
                    <a:pt x="1575118" y="169242"/>
                  </a:lnTo>
                  <a:lnTo>
                    <a:pt x="1626921" y="195741"/>
                  </a:lnTo>
                  <a:lnTo>
                    <a:pt x="1676290" y="225479"/>
                  </a:lnTo>
                  <a:lnTo>
                    <a:pt x="1719082" y="254985"/>
                  </a:lnTo>
                  <a:lnTo>
                    <a:pt x="1762958" y="288767"/>
                  </a:lnTo>
                  <a:lnTo>
                    <a:pt x="1806405" y="325613"/>
                  </a:lnTo>
                  <a:lnTo>
                    <a:pt x="1849796" y="365580"/>
                  </a:lnTo>
                  <a:lnTo>
                    <a:pt x="1893401" y="408641"/>
                  </a:lnTo>
                  <a:lnTo>
                    <a:pt x="1937399" y="454681"/>
                  </a:lnTo>
                  <a:lnTo>
                    <a:pt x="1981888" y="503487"/>
                  </a:lnTo>
                  <a:lnTo>
                    <a:pt x="2026895" y="554746"/>
                  </a:lnTo>
                  <a:lnTo>
                    <a:pt x="2072382" y="608052"/>
                  </a:lnTo>
                  <a:lnTo>
                    <a:pt x="2118260" y="662911"/>
                  </a:lnTo>
                  <a:lnTo>
                    <a:pt x="2164399" y="718765"/>
                  </a:lnTo>
                  <a:lnTo>
                    <a:pt x="2210642" y="775010"/>
                  </a:lnTo>
                  <a:lnTo>
                    <a:pt x="2256824" y="831023"/>
                  </a:lnTo>
                  <a:lnTo>
                    <a:pt x="2302782" y="886192"/>
                  </a:lnTo>
                  <a:lnTo>
                    <a:pt x="2348380" y="939944"/>
                  </a:lnTo>
                  <a:lnTo>
                    <a:pt x="2393515" y="991769"/>
                  </a:lnTo>
                  <a:lnTo>
                    <a:pt x="2438137" y="1041235"/>
                  </a:lnTo>
                  <a:lnTo>
                    <a:pt x="2482254" y="1088006"/>
                  </a:lnTo>
                  <a:lnTo>
                    <a:pt x="2525946" y="1131843"/>
                  </a:lnTo>
                  <a:lnTo>
                    <a:pt x="2569369" y="1172606"/>
                  </a:lnTo>
                  <a:lnTo>
                    <a:pt x="2612771" y="1210248"/>
                  </a:lnTo>
                  <a:lnTo>
                    <a:pt x="2656495" y="1244804"/>
                  </a:lnTo>
                  <a:lnTo>
                    <a:pt x="2667772" y="1253150"/>
                  </a:lnTo>
                  <a:lnTo>
                    <a:pt x="2715658" y="1285937"/>
                  </a:lnTo>
                  <a:lnTo>
                    <a:pt x="2765242" y="1315323"/>
                  </a:lnTo>
                  <a:lnTo>
                    <a:pt x="2817352" y="1341498"/>
                  </a:lnTo>
                  <a:lnTo>
                    <a:pt x="2872908" y="1364771"/>
                  </a:lnTo>
                  <a:lnTo>
                    <a:pt x="2932842" y="1385484"/>
                  </a:lnTo>
                  <a:lnTo>
                    <a:pt x="2998010" y="1403964"/>
                  </a:lnTo>
                  <a:lnTo>
                    <a:pt x="3069080" y="1420495"/>
                  </a:lnTo>
                  <a:lnTo>
                    <a:pt x="3146381" y="1435297"/>
                  </a:lnTo>
                  <a:lnTo>
                    <a:pt x="3229710" y="1448527"/>
                  </a:lnTo>
                  <a:lnTo>
                    <a:pt x="3318101" y="1460276"/>
                  </a:lnTo>
                  <a:lnTo>
                    <a:pt x="3409614" y="1470571"/>
                  </a:lnTo>
                  <a:lnTo>
                    <a:pt x="3501236" y="1479394"/>
                  </a:lnTo>
                  <a:lnTo>
                    <a:pt x="3588994" y="1486709"/>
                  </a:lnTo>
                  <a:lnTo>
                    <a:pt x="3668403" y="1492497"/>
                  </a:lnTo>
                  <a:lnTo>
                    <a:pt x="3735230" y="1496794"/>
                  </a:lnTo>
                  <a:lnTo>
                    <a:pt x="3786427" y="1499720"/>
                  </a:lnTo>
                  <a:lnTo>
                    <a:pt x="3820917" y="1501482"/>
                  </a:lnTo>
                  <a:lnTo>
                    <a:pt x="3839986" y="1502357"/>
                  </a:lnTo>
                  <a:lnTo>
                    <a:pt x="3847208" y="1502656"/>
                  </a:lnTo>
                  <a:lnTo>
                    <a:pt x="3848118" y="1502691"/>
                  </a:lnTo>
                  <a:lnTo>
                    <a:pt x="4386855" y="1502691"/>
                  </a:lnTo>
                  <a:lnTo>
                    <a:pt x="4388157" y="1502697"/>
                  </a:lnTo>
                  <a:lnTo>
                    <a:pt x="4396652" y="1502741"/>
                  </a:lnTo>
                  <a:lnTo>
                    <a:pt x="4417828" y="1502863"/>
                  </a:lnTo>
                  <a:lnTo>
                    <a:pt x="4455081" y="1503102"/>
                  </a:lnTo>
                  <a:lnTo>
                    <a:pt x="4509386" y="1503493"/>
                  </a:lnTo>
                  <a:lnTo>
                    <a:pt x="4579280" y="1504060"/>
                  </a:lnTo>
                  <a:lnTo>
                    <a:pt x="4661351" y="1504816"/>
                  </a:lnTo>
                  <a:lnTo>
                    <a:pt x="4751118" y="1505766"/>
                  </a:lnTo>
                  <a:lnTo>
                    <a:pt x="4843997" y="1506905"/>
                  </a:lnTo>
                  <a:lnTo>
                    <a:pt x="4936057" y="1508229"/>
                  </a:lnTo>
                  <a:lnTo>
                    <a:pt x="5024415" y="1509738"/>
                  </a:lnTo>
                  <a:lnTo>
                    <a:pt x="5107302" y="1511435"/>
                  </a:lnTo>
                  <a:lnTo>
                    <a:pt x="5183921" y="1513335"/>
                  </a:lnTo>
                  <a:lnTo>
                    <a:pt x="5254215" y="1515459"/>
                  </a:lnTo>
                  <a:lnTo>
                    <a:pt x="5318628" y="1517838"/>
                  </a:lnTo>
                  <a:lnTo>
                    <a:pt x="5377914" y="1520509"/>
                  </a:lnTo>
                  <a:lnTo>
                    <a:pt x="5432988" y="1523516"/>
                  </a:lnTo>
                  <a:lnTo>
                    <a:pt x="5484817" y="1526902"/>
                  </a:lnTo>
                  <a:lnTo>
                    <a:pt x="5534333" y="1530703"/>
                  </a:lnTo>
                  <a:lnTo>
                    <a:pt x="5567201" y="1533543"/>
                  </a:lnTo>
                  <a:lnTo>
                    <a:pt x="5619777" y="1538599"/>
                  </a:lnTo>
                  <a:lnTo>
                    <a:pt x="5671849" y="1544203"/>
                  </a:lnTo>
                  <a:lnTo>
                    <a:pt x="5724008" y="1550362"/>
                  </a:lnTo>
                  <a:lnTo>
                    <a:pt x="5776639" y="1557061"/>
                  </a:lnTo>
                  <a:lnTo>
                    <a:pt x="5829954" y="1564260"/>
                  </a:lnTo>
                  <a:lnTo>
                    <a:pt x="5884010" y="1571895"/>
                  </a:lnTo>
                  <a:lnTo>
                    <a:pt x="5938736" y="1579878"/>
                  </a:lnTo>
                  <a:lnTo>
                    <a:pt x="5993953" y="1588098"/>
                  </a:lnTo>
                  <a:lnTo>
                    <a:pt x="6049414" y="1596431"/>
                  </a:lnTo>
                  <a:lnTo>
                    <a:pt x="6104833" y="1604746"/>
                  </a:lnTo>
                  <a:lnTo>
                    <a:pt x="6159934" y="1612911"/>
                  </a:lnTo>
                  <a:lnTo>
                    <a:pt x="6214484" y="1620806"/>
                  </a:lnTo>
                  <a:lnTo>
                    <a:pt x="6268332" y="1628325"/>
                  </a:lnTo>
                  <a:lnTo>
                    <a:pt x="6321441" y="1635388"/>
                  </a:lnTo>
                  <a:lnTo>
                    <a:pt x="6373909" y="1641936"/>
                  </a:lnTo>
                  <a:lnTo>
                    <a:pt x="6425996" y="1647938"/>
                  </a:lnTo>
                  <a:lnTo>
                    <a:pt x="6478142" y="1653385"/>
                  </a:lnTo>
                  <a:lnTo>
                    <a:pt x="6515891" y="1656953"/>
                  </a:lnTo>
                  <a:lnTo>
                    <a:pt x="6564303" y="1661048"/>
                  </a:lnTo>
                  <a:lnTo>
                    <a:pt x="6614458" y="1664714"/>
                  </a:lnTo>
                  <a:lnTo>
                    <a:pt x="6667215" y="1667975"/>
                  </a:lnTo>
                  <a:lnTo>
                    <a:pt x="6723523" y="1670870"/>
                  </a:lnTo>
                  <a:lnTo>
                    <a:pt x="6784345" y="1673444"/>
                  </a:lnTo>
                  <a:lnTo>
                    <a:pt x="6850558" y="1675739"/>
                  </a:lnTo>
                  <a:lnTo>
                    <a:pt x="6922834" y="1677788"/>
                  </a:lnTo>
                  <a:lnTo>
                    <a:pt x="7001482" y="1679622"/>
                  </a:lnTo>
                  <a:lnTo>
                    <a:pt x="7086236" y="1681258"/>
                  </a:lnTo>
                  <a:lnTo>
                    <a:pt x="7176014" y="1682707"/>
                  </a:lnTo>
                  <a:lnTo>
                    <a:pt x="7268701" y="1683973"/>
                  </a:lnTo>
                  <a:lnTo>
                    <a:pt x="7361060" y="1685053"/>
                  </a:lnTo>
                  <a:lnTo>
                    <a:pt x="7448890" y="1685941"/>
                  </a:lnTo>
                  <a:lnTo>
                    <a:pt x="7527545" y="1686637"/>
                  </a:lnTo>
                  <a:lnTo>
                    <a:pt x="7592776" y="1687146"/>
                  </a:lnTo>
                  <a:lnTo>
                    <a:pt x="7641707" y="1687485"/>
                  </a:lnTo>
                  <a:lnTo>
                    <a:pt x="7673624" y="1687683"/>
                  </a:lnTo>
                  <a:lnTo>
                    <a:pt x="7690293" y="1687775"/>
                  </a:lnTo>
                  <a:lnTo>
                    <a:pt x="7695816" y="1687803"/>
                  </a:lnTo>
                  <a:lnTo>
                    <a:pt x="7696237" y="1687805"/>
                  </a:lnTo>
                  <a:lnTo>
                    <a:pt x="8234974" y="1687805"/>
                  </a:lnTo>
                  <a:lnTo>
                    <a:pt x="8234974" y="1682361"/>
                  </a:lnTo>
                  <a:lnTo>
                    <a:pt x="7696237" y="1682361"/>
                  </a:lnTo>
                  <a:lnTo>
                    <a:pt x="7694935" y="1682354"/>
                  </a:lnTo>
                  <a:lnTo>
                    <a:pt x="7686440" y="1682310"/>
                  </a:lnTo>
                  <a:lnTo>
                    <a:pt x="7665264" y="1682188"/>
                  </a:lnTo>
                  <a:lnTo>
                    <a:pt x="7628011" y="1681949"/>
                  </a:lnTo>
                  <a:lnTo>
                    <a:pt x="7573707" y="1681559"/>
                  </a:lnTo>
                  <a:lnTo>
                    <a:pt x="7503812" y="1680992"/>
                  </a:lnTo>
                  <a:lnTo>
                    <a:pt x="7421741" y="1680235"/>
                  </a:lnTo>
                  <a:lnTo>
                    <a:pt x="7331974" y="1679286"/>
                  </a:lnTo>
                  <a:lnTo>
                    <a:pt x="7239095" y="1678146"/>
                  </a:lnTo>
                  <a:lnTo>
                    <a:pt x="7147035" y="1676822"/>
                  </a:lnTo>
                  <a:lnTo>
                    <a:pt x="7058678" y="1675314"/>
                  </a:lnTo>
                  <a:lnTo>
                    <a:pt x="6975791" y="1673617"/>
                  </a:lnTo>
                  <a:lnTo>
                    <a:pt x="6899171" y="1671717"/>
                  </a:lnTo>
                  <a:lnTo>
                    <a:pt x="6828878" y="1669593"/>
                  </a:lnTo>
                  <a:lnTo>
                    <a:pt x="6764465" y="1667214"/>
                  </a:lnTo>
                  <a:lnTo>
                    <a:pt x="6705178" y="1664542"/>
                  </a:lnTo>
                  <a:lnTo>
                    <a:pt x="6650105" y="1661535"/>
                  </a:lnTo>
                  <a:lnTo>
                    <a:pt x="6598275" y="1658149"/>
                  </a:lnTo>
                  <a:lnTo>
                    <a:pt x="6548760" y="1654349"/>
                  </a:lnTo>
                  <a:lnTo>
                    <a:pt x="6515891" y="1651508"/>
                  </a:lnTo>
                  <a:lnTo>
                    <a:pt x="6463316" y="1646452"/>
                  </a:lnTo>
                  <a:lnTo>
                    <a:pt x="6411243" y="1640848"/>
                  </a:lnTo>
                  <a:lnTo>
                    <a:pt x="6359085" y="1634689"/>
                  </a:lnTo>
                  <a:lnTo>
                    <a:pt x="6306454" y="1627991"/>
                  </a:lnTo>
                  <a:lnTo>
                    <a:pt x="6253139" y="1620792"/>
                  </a:lnTo>
                  <a:lnTo>
                    <a:pt x="6199082" y="1613156"/>
                  </a:lnTo>
                  <a:lnTo>
                    <a:pt x="6144357" y="1605174"/>
                  </a:lnTo>
                  <a:lnTo>
                    <a:pt x="6089139" y="1596954"/>
                  </a:lnTo>
                  <a:lnTo>
                    <a:pt x="6033679" y="1588620"/>
                  </a:lnTo>
                  <a:lnTo>
                    <a:pt x="5978259" y="1580305"/>
                  </a:lnTo>
                  <a:lnTo>
                    <a:pt x="5923159" y="1572140"/>
                  </a:lnTo>
                  <a:lnTo>
                    <a:pt x="5868609" y="1564246"/>
                  </a:lnTo>
                  <a:lnTo>
                    <a:pt x="5814760" y="1556726"/>
                  </a:lnTo>
                  <a:lnTo>
                    <a:pt x="5761651" y="1549664"/>
                  </a:lnTo>
                  <a:lnTo>
                    <a:pt x="5709183" y="1543115"/>
                  </a:lnTo>
                  <a:lnTo>
                    <a:pt x="5657096" y="1537113"/>
                  </a:lnTo>
                  <a:lnTo>
                    <a:pt x="5604951" y="1531666"/>
                  </a:lnTo>
                  <a:lnTo>
                    <a:pt x="5567201" y="1528099"/>
                  </a:lnTo>
                  <a:lnTo>
                    <a:pt x="5518790" y="1524004"/>
                  </a:lnTo>
                  <a:lnTo>
                    <a:pt x="5468634" y="1520338"/>
                  </a:lnTo>
                  <a:lnTo>
                    <a:pt x="5415878" y="1517077"/>
                  </a:lnTo>
                  <a:lnTo>
                    <a:pt x="5359569" y="1514181"/>
                  </a:lnTo>
                  <a:lnTo>
                    <a:pt x="5298747" y="1511607"/>
                  </a:lnTo>
                  <a:lnTo>
                    <a:pt x="5232535" y="1509313"/>
                  </a:lnTo>
                  <a:lnTo>
                    <a:pt x="5160259" y="1507263"/>
                  </a:lnTo>
                  <a:lnTo>
                    <a:pt x="5081610" y="1505430"/>
                  </a:lnTo>
                  <a:lnTo>
                    <a:pt x="4996856" y="1503794"/>
                  </a:lnTo>
                  <a:lnTo>
                    <a:pt x="4907078" y="1502344"/>
                  </a:lnTo>
                  <a:lnTo>
                    <a:pt x="4814391" y="1501078"/>
                  </a:lnTo>
                  <a:lnTo>
                    <a:pt x="4722033" y="1499999"/>
                  </a:lnTo>
                  <a:lnTo>
                    <a:pt x="4634202" y="1499110"/>
                  </a:lnTo>
                  <a:lnTo>
                    <a:pt x="4555547" y="1498415"/>
                  </a:lnTo>
                  <a:lnTo>
                    <a:pt x="4490317" y="1497906"/>
                  </a:lnTo>
                  <a:lnTo>
                    <a:pt x="4441385" y="1497567"/>
                  </a:lnTo>
                  <a:lnTo>
                    <a:pt x="4409469" y="1497369"/>
                  </a:lnTo>
                  <a:lnTo>
                    <a:pt x="4392800" y="1497276"/>
                  </a:lnTo>
                  <a:lnTo>
                    <a:pt x="4387276" y="1497248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57" y="1497198"/>
                  </a:lnTo>
                  <a:lnTo>
                    <a:pt x="3838620" y="1496853"/>
                  </a:lnTo>
                  <a:lnTo>
                    <a:pt x="3818063" y="1495899"/>
                  </a:lnTo>
                  <a:lnTo>
                    <a:pt x="3781839" y="1494027"/>
                  </a:lnTo>
                  <a:lnTo>
                    <a:pt x="3728911" y="1490966"/>
                  </a:lnTo>
                  <a:lnTo>
                    <a:pt x="3660592" y="1486516"/>
                  </a:lnTo>
                  <a:lnTo>
                    <a:pt x="3580096" y="1480568"/>
                  </a:lnTo>
                  <a:lnTo>
                    <a:pt x="3491726" y="1473093"/>
                  </a:lnTo>
                  <a:lnTo>
                    <a:pt x="3399943" y="1464114"/>
                  </a:lnTo>
                  <a:lnTo>
                    <a:pt x="3308634" y="1453667"/>
                  </a:lnTo>
                  <a:lnTo>
                    <a:pt x="3220702" y="1441765"/>
                  </a:lnTo>
                  <a:lnTo>
                    <a:pt x="3137975" y="1428374"/>
                  </a:lnTo>
                  <a:lnTo>
                    <a:pt x="3061329" y="1413399"/>
                  </a:lnTo>
                  <a:lnTo>
                    <a:pt x="2990902" y="1396676"/>
                  </a:lnTo>
                  <a:lnTo>
                    <a:pt x="2926319" y="1377975"/>
                  </a:lnTo>
                  <a:lnTo>
                    <a:pt x="2866887" y="1357009"/>
                  </a:lnTo>
                  <a:lnTo>
                    <a:pt x="2811737" y="1333448"/>
                  </a:lnTo>
                  <a:lnTo>
                    <a:pt x="2759934" y="1306950"/>
                  </a:lnTo>
                  <a:lnTo>
                    <a:pt x="2710564" y="1277212"/>
                  </a:lnTo>
                  <a:lnTo>
                    <a:pt x="2667772" y="1247705"/>
                  </a:lnTo>
                  <a:lnTo>
                    <a:pt x="2623897" y="1213924"/>
                  </a:lnTo>
                  <a:lnTo>
                    <a:pt x="2580450" y="1177077"/>
                  </a:lnTo>
                  <a:lnTo>
                    <a:pt x="2537059" y="1137110"/>
                  </a:lnTo>
                  <a:lnTo>
                    <a:pt x="2493454" y="1094049"/>
                  </a:lnTo>
                  <a:lnTo>
                    <a:pt x="2449456" y="1048009"/>
                  </a:lnTo>
                  <a:lnTo>
                    <a:pt x="2404967" y="999204"/>
                  </a:lnTo>
                  <a:lnTo>
                    <a:pt x="2359960" y="947944"/>
                  </a:lnTo>
                  <a:lnTo>
                    <a:pt x="2314473" y="894639"/>
                  </a:lnTo>
                  <a:lnTo>
                    <a:pt x="2268594" y="839779"/>
                  </a:lnTo>
                  <a:lnTo>
                    <a:pt x="2222455" y="783925"/>
                  </a:lnTo>
                  <a:lnTo>
                    <a:pt x="2176212" y="727680"/>
                  </a:lnTo>
                  <a:lnTo>
                    <a:pt x="2130031" y="671668"/>
                  </a:lnTo>
                  <a:lnTo>
                    <a:pt x="2084073" y="616498"/>
                  </a:lnTo>
                  <a:lnTo>
                    <a:pt x="2038475" y="562746"/>
                  </a:lnTo>
                  <a:lnTo>
                    <a:pt x="1993339" y="510922"/>
                  </a:lnTo>
                  <a:lnTo>
                    <a:pt x="1948718" y="461455"/>
                  </a:lnTo>
                  <a:lnTo>
                    <a:pt x="1904601" y="414685"/>
                  </a:lnTo>
                  <a:lnTo>
                    <a:pt x="1860909" y="370847"/>
                  </a:lnTo>
                  <a:lnTo>
                    <a:pt x="1817485" y="330084"/>
                  </a:lnTo>
                  <a:lnTo>
                    <a:pt x="1774084" y="292442"/>
                  </a:lnTo>
                  <a:lnTo>
                    <a:pt x="1730360" y="257887"/>
                  </a:lnTo>
                  <a:lnTo>
                    <a:pt x="1719082" y="249541"/>
                  </a:lnTo>
                  <a:lnTo>
                    <a:pt x="1671197" y="216754"/>
                  </a:lnTo>
                  <a:lnTo>
                    <a:pt x="1621613" y="187367"/>
                  </a:lnTo>
                  <a:lnTo>
                    <a:pt x="1569503" y="161192"/>
                  </a:lnTo>
                  <a:lnTo>
                    <a:pt x="1513947" y="137920"/>
                  </a:lnTo>
                  <a:lnTo>
                    <a:pt x="1454012" y="117207"/>
                  </a:lnTo>
                  <a:lnTo>
                    <a:pt x="1388844" y="98726"/>
                  </a:lnTo>
                  <a:lnTo>
                    <a:pt x="1317775" y="82196"/>
                  </a:lnTo>
                  <a:lnTo>
                    <a:pt x="1240473" y="67394"/>
                  </a:lnTo>
                  <a:lnTo>
                    <a:pt x="1157144" y="54163"/>
                  </a:lnTo>
                  <a:lnTo>
                    <a:pt x="1068754" y="42414"/>
                  </a:lnTo>
                  <a:lnTo>
                    <a:pt x="977240" y="32120"/>
                  </a:lnTo>
                  <a:lnTo>
                    <a:pt x="885618" y="23297"/>
                  </a:lnTo>
                  <a:lnTo>
                    <a:pt x="797860" y="15981"/>
                  </a:lnTo>
                  <a:lnTo>
                    <a:pt x="718452" y="10193"/>
                  </a:lnTo>
                  <a:lnTo>
                    <a:pt x="651624" y="5896"/>
                  </a:lnTo>
                  <a:lnTo>
                    <a:pt x="600427" y="2971"/>
                  </a:lnTo>
                  <a:lnTo>
                    <a:pt x="565938" y="1209"/>
                  </a:lnTo>
                  <a:lnTo>
                    <a:pt x="546869" y="333"/>
                  </a:lnTo>
                  <a:lnTo>
                    <a:pt x="539647" y="34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58" name="pl1158"/>
            <p:cNvSpPr/>
            <p:nvPr/>
          </p:nvSpPr>
          <p:spPr>
            <a:xfrm>
              <a:off x="546595" y="4490852"/>
              <a:ext cx="8234974" cy="1682361"/>
            </a:xfrm>
            <a:custGeom>
              <a:avLst/>
              <a:pathLst>
                <a:path w="8234974" h="1682361">
                  <a:moveTo>
                    <a:pt x="0" y="0"/>
                  </a:moveTo>
                  <a:lnTo>
                    <a:pt x="538736" y="0"/>
                  </a:lnTo>
                  <a:lnTo>
                    <a:pt x="539998" y="48"/>
                  </a:lnTo>
                  <a:lnTo>
                    <a:pt x="548235" y="393"/>
                  </a:lnTo>
                  <a:lnTo>
                    <a:pt x="568792" y="1347"/>
                  </a:lnTo>
                  <a:lnTo>
                    <a:pt x="605016" y="3219"/>
                  </a:lnTo>
                  <a:lnTo>
                    <a:pt x="657943" y="6280"/>
                  </a:lnTo>
                  <a:lnTo>
                    <a:pt x="726263" y="10730"/>
                  </a:lnTo>
                  <a:lnTo>
                    <a:pt x="806758" y="16678"/>
                  </a:lnTo>
                  <a:lnTo>
                    <a:pt x="895129" y="24152"/>
                  </a:lnTo>
                  <a:lnTo>
                    <a:pt x="986912" y="33132"/>
                  </a:lnTo>
                  <a:lnTo>
                    <a:pt x="1078221" y="43579"/>
                  </a:lnTo>
                  <a:lnTo>
                    <a:pt x="1166153" y="55481"/>
                  </a:lnTo>
                  <a:lnTo>
                    <a:pt x="1248879" y="68871"/>
                  </a:lnTo>
                  <a:lnTo>
                    <a:pt x="1325525" y="83846"/>
                  </a:lnTo>
                  <a:lnTo>
                    <a:pt x="1395953" y="100570"/>
                  </a:lnTo>
                  <a:lnTo>
                    <a:pt x="1460535" y="119271"/>
                  </a:lnTo>
                  <a:lnTo>
                    <a:pt x="1519968" y="140236"/>
                  </a:lnTo>
                  <a:lnTo>
                    <a:pt x="1575118" y="163797"/>
                  </a:lnTo>
                  <a:lnTo>
                    <a:pt x="1626921" y="190296"/>
                  </a:lnTo>
                  <a:lnTo>
                    <a:pt x="1676290" y="220034"/>
                  </a:lnTo>
                  <a:lnTo>
                    <a:pt x="1719082" y="249541"/>
                  </a:lnTo>
                  <a:lnTo>
                    <a:pt x="1762958" y="283322"/>
                  </a:lnTo>
                  <a:lnTo>
                    <a:pt x="1806405" y="320169"/>
                  </a:lnTo>
                  <a:lnTo>
                    <a:pt x="1849796" y="360136"/>
                  </a:lnTo>
                  <a:lnTo>
                    <a:pt x="1893401" y="403197"/>
                  </a:lnTo>
                  <a:lnTo>
                    <a:pt x="1937399" y="449237"/>
                  </a:lnTo>
                  <a:lnTo>
                    <a:pt x="1981888" y="498042"/>
                  </a:lnTo>
                  <a:lnTo>
                    <a:pt x="2026895" y="549302"/>
                  </a:lnTo>
                  <a:lnTo>
                    <a:pt x="2072382" y="602607"/>
                  </a:lnTo>
                  <a:lnTo>
                    <a:pt x="2118260" y="657467"/>
                  </a:lnTo>
                  <a:lnTo>
                    <a:pt x="2164399" y="713321"/>
                  </a:lnTo>
                  <a:lnTo>
                    <a:pt x="2210642" y="769566"/>
                  </a:lnTo>
                  <a:lnTo>
                    <a:pt x="2256824" y="825578"/>
                  </a:lnTo>
                  <a:lnTo>
                    <a:pt x="2302782" y="880747"/>
                  </a:lnTo>
                  <a:lnTo>
                    <a:pt x="2348380" y="934500"/>
                  </a:lnTo>
                  <a:lnTo>
                    <a:pt x="2393515" y="986324"/>
                  </a:lnTo>
                  <a:lnTo>
                    <a:pt x="2438137" y="1035791"/>
                  </a:lnTo>
                  <a:lnTo>
                    <a:pt x="2482254" y="1082561"/>
                  </a:lnTo>
                  <a:lnTo>
                    <a:pt x="2525946" y="1126398"/>
                  </a:lnTo>
                  <a:lnTo>
                    <a:pt x="2569369" y="1167162"/>
                  </a:lnTo>
                  <a:lnTo>
                    <a:pt x="2612771" y="1204804"/>
                  </a:lnTo>
                  <a:lnTo>
                    <a:pt x="2656495" y="1239359"/>
                  </a:lnTo>
                  <a:lnTo>
                    <a:pt x="2667772" y="1247705"/>
                  </a:lnTo>
                  <a:lnTo>
                    <a:pt x="2715658" y="1280492"/>
                  </a:lnTo>
                  <a:lnTo>
                    <a:pt x="2765242" y="1309879"/>
                  </a:lnTo>
                  <a:lnTo>
                    <a:pt x="2817352" y="1336054"/>
                  </a:lnTo>
                  <a:lnTo>
                    <a:pt x="2872908" y="1359326"/>
                  </a:lnTo>
                  <a:lnTo>
                    <a:pt x="2932842" y="1380039"/>
                  </a:lnTo>
                  <a:lnTo>
                    <a:pt x="2998010" y="1398520"/>
                  </a:lnTo>
                  <a:lnTo>
                    <a:pt x="3069080" y="1415050"/>
                  </a:lnTo>
                  <a:lnTo>
                    <a:pt x="3146381" y="1429852"/>
                  </a:lnTo>
                  <a:lnTo>
                    <a:pt x="3229710" y="1443083"/>
                  </a:lnTo>
                  <a:lnTo>
                    <a:pt x="3318101" y="1454832"/>
                  </a:lnTo>
                  <a:lnTo>
                    <a:pt x="3409614" y="1465126"/>
                  </a:lnTo>
                  <a:lnTo>
                    <a:pt x="3501236" y="1473949"/>
                  </a:lnTo>
                  <a:lnTo>
                    <a:pt x="3588994" y="1481264"/>
                  </a:lnTo>
                  <a:lnTo>
                    <a:pt x="3668403" y="1487052"/>
                  </a:lnTo>
                  <a:lnTo>
                    <a:pt x="3735230" y="1491350"/>
                  </a:lnTo>
                  <a:lnTo>
                    <a:pt x="3786427" y="1494275"/>
                  </a:lnTo>
                  <a:lnTo>
                    <a:pt x="3820917" y="1496037"/>
                  </a:lnTo>
                  <a:lnTo>
                    <a:pt x="3839986" y="1496912"/>
                  </a:lnTo>
                  <a:lnTo>
                    <a:pt x="3847208" y="1497212"/>
                  </a:lnTo>
                  <a:lnTo>
                    <a:pt x="3848118" y="1497246"/>
                  </a:lnTo>
                  <a:lnTo>
                    <a:pt x="4386855" y="1497246"/>
                  </a:lnTo>
                  <a:lnTo>
                    <a:pt x="4388157" y="1497253"/>
                  </a:lnTo>
                  <a:lnTo>
                    <a:pt x="4396652" y="1497297"/>
                  </a:lnTo>
                  <a:lnTo>
                    <a:pt x="4417828" y="1497418"/>
                  </a:lnTo>
                  <a:lnTo>
                    <a:pt x="4455081" y="1497658"/>
                  </a:lnTo>
                  <a:lnTo>
                    <a:pt x="4509386" y="1498048"/>
                  </a:lnTo>
                  <a:lnTo>
                    <a:pt x="4579280" y="1498615"/>
                  </a:lnTo>
                  <a:lnTo>
                    <a:pt x="4661351" y="1499372"/>
                  </a:lnTo>
                  <a:lnTo>
                    <a:pt x="4751118" y="1500321"/>
                  </a:lnTo>
                  <a:lnTo>
                    <a:pt x="4843997" y="1501461"/>
                  </a:lnTo>
                  <a:lnTo>
                    <a:pt x="4936057" y="1502785"/>
                  </a:lnTo>
                  <a:lnTo>
                    <a:pt x="5024415" y="1504293"/>
                  </a:lnTo>
                  <a:lnTo>
                    <a:pt x="5107302" y="1505990"/>
                  </a:lnTo>
                  <a:lnTo>
                    <a:pt x="5183921" y="1507890"/>
                  </a:lnTo>
                  <a:lnTo>
                    <a:pt x="5254215" y="1510014"/>
                  </a:lnTo>
                  <a:lnTo>
                    <a:pt x="5318628" y="1512393"/>
                  </a:lnTo>
                  <a:lnTo>
                    <a:pt x="5377914" y="1515065"/>
                  </a:lnTo>
                  <a:lnTo>
                    <a:pt x="5432988" y="1518072"/>
                  </a:lnTo>
                  <a:lnTo>
                    <a:pt x="5484817" y="1521458"/>
                  </a:lnTo>
                  <a:lnTo>
                    <a:pt x="5534333" y="1525258"/>
                  </a:lnTo>
                  <a:lnTo>
                    <a:pt x="5567201" y="1528099"/>
                  </a:lnTo>
                  <a:lnTo>
                    <a:pt x="5619777" y="1533155"/>
                  </a:lnTo>
                  <a:lnTo>
                    <a:pt x="5671849" y="1538759"/>
                  </a:lnTo>
                  <a:lnTo>
                    <a:pt x="5724008" y="1544918"/>
                  </a:lnTo>
                  <a:lnTo>
                    <a:pt x="5776639" y="1551616"/>
                  </a:lnTo>
                  <a:lnTo>
                    <a:pt x="5829954" y="1558815"/>
                  </a:lnTo>
                  <a:lnTo>
                    <a:pt x="5884010" y="1566450"/>
                  </a:lnTo>
                  <a:lnTo>
                    <a:pt x="5938736" y="1574433"/>
                  </a:lnTo>
                  <a:lnTo>
                    <a:pt x="5993953" y="1582653"/>
                  </a:lnTo>
                  <a:lnTo>
                    <a:pt x="6049414" y="1590987"/>
                  </a:lnTo>
                  <a:lnTo>
                    <a:pt x="6104833" y="1599302"/>
                  </a:lnTo>
                  <a:lnTo>
                    <a:pt x="6159934" y="1607467"/>
                  </a:lnTo>
                  <a:lnTo>
                    <a:pt x="6214484" y="1615361"/>
                  </a:lnTo>
                  <a:lnTo>
                    <a:pt x="6268332" y="1622881"/>
                  </a:lnTo>
                  <a:lnTo>
                    <a:pt x="6321441" y="1629943"/>
                  </a:lnTo>
                  <a:lnTo>
                    <a:pt x="6373909" y="1636492"/>
                  </a:lnTo>
                  <a:lnTo>
                    <a:pt x="6425996" y="1642494"/>
                  </a:lnTo>
                  <a:lnTo>
                    <a:pt x="6478142" y="1647941"/>
                  </a:lnTo>
                  <a:lnTo>
                    <a:pt x="6515891" y="1651508"/>
                  </a:lnTo>
                  <a:lnTo>
                    <a:pt x="6564303" y="1655603"/>
                  </a:lnTo>
                  <a:lnTo>
                    <a:pt x="6614458" y="1659269"/>
                  </a:lnTo>
                  <a:lnTo>
                    <a:pt x="6667215" y="1662530"/>
                  </a:lnTo>
                  <a:lnTo>
                    <a:pt x="6723523" y="1665426"/>
                  </a:lnTo>
                  <a:lnTo>
                    <a:pt x="6784345" y="1668000"/>
                  </a:lnTo>
                  <a:lnTo>
                    <a:pt x="6850558" y="1670294"/>
                  </a:lnTo>
                  <a:lnTo>
                    <a:pt x="6922834" y="1672344"/>
                  </a:lnTo>
                  <a:lnTo>
                    <a:pt x="7001482" y="1674177"/>
                  </a:lnTo>
                  <a:lnTo>
                    <a:pt x="7086236" y="1675813"/>
                  </a:lnTo>
                  <a:lnTo>
                    <a:pt x="7176014" y="1677263"/>
                  </a:lnTo>
                  <a:lnTo>
                    <a:pt x="7268701" y="1678529"/>
                  </a:lnTo>
                  <a:lnTo>
                    <a:pt x="7361060" y="1679608"/>
                  </a:lnTo>
                  <a:lnTo>
                    <a:pt x="7448890" y="1680497"/>
                  </a:lnTo>
                  <a:lnTo>
                    <a:pt x="7527545" y="1681192"/>
                  </a:lnTo>
                  <a:lnTo>
                    <a:pt x="7592776" y="1681701"/>
                  </a:lnTo>
                  <a:lnTo>
                    <a:pt x="7641707" y="1682040"/>
                  </a:lnTo>
                  <a:lnTo>
                    <a:pt x="7673624" y="1682238"/>
                  </a:lnTo>
                  <a:lnTo>
                    <a:pt x="7690293" y="1682331"/>
                  </a:lnTo>
                  <a:lnTo>
                    <a:pt x="7695816" y="1682359"/>
                  </a:lnTo>
                  <a:lnTo>
                    <a:pt x="7696237" y="1682361"/>
                  </a:lnTo>
                  <a:lnTo>
                    <a:pt x="8234974" y="1682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9" name="pl1159"/>
            <p:cNvSpPr/>
            <p:nvPr/>
          </p:nvSpPr>
          <p:spPr>
            <a:xfrm>
              <a:off x="546595" y="4485407"/>
              <a:ext cx="8234974" cy="1682361"/>
            </a:xfrm>
            <a:custGeom>
              <a:avLst/>
              <a:pathLst>
                <a:path w="8234974" h="1682361">
                  <a:moveTo>
                    <a:pt x="8234974" y="1682361"/>
                  </a:moveTo>
                  <a:lnTo>
                    <a:pt x="7696237" y="1682361"/>
                  </a:lnTo>
                  <a:lnTo>
                    <a:pt x="7694935" y="1682354"/>
                  </a:lnTo>
                  <a:lnTo>
                    <a:pt x="7686440" y="1682310"/>
                  </a:lnTo>
                  <a:lnTo>
                    <a:pt x="7665264" y="1682188"/>
                  </a:lnTo>
                  <a:lnTo>
                    <a:pt x="7628011" y="1681949"/>
                  </a:lnTo>
                  <a:lnTo>
                    <a:pt x="7573707" y="1681559"/>
                  </a:lnTo>
                  <a:lnTo>
                    <a:pt x="7503812" y="1680992"/>
                  </a:lnTo>
                  <a:lnTo>
                    <a:pt x="7421741" y="1680235"/>
                  </a:lnTo>
                  <a:lnTo>
                    <a:pt x="7331974" y="1679286"/>
                  </a:lnTo>
                  <a:lnTo>
                    <a:pt x="7239095" y="1678146"/>
                  </a:lnTo>
                  <a:lnTo>
                    <a:pt x="7147035" y="1676822"/>
                  </a:lnTo>
                  <a:lnTo>
                    <a:pt x="7058678" y="1675314"/>
                  </a:lnTo>
                  <a:lnTo>
                    <a:pt x="6975791" y="1673617"/>
                  </a:lnTo>
                  <a:lnTo>
                    <a:pt x="6899171" y="1671717"/>
                  </a:lnTo>
                  <a:lnTo>
                    <a:pt x="6828878" y="1669593"/>
                  </a:lnTo>
                  <a:lnTo>
                    <a:pt x="6764465" y="1667214"/>
                  </a:lnTo>
                  <a:lnTo>
                    <a:pt x="6705178" y="1664542"/>
                  </a:lnTo>
                  <a:lnTo>
                    <a:pt x="6650105" y="1661535"/>
                  </a:lnTo>
                  <a:lnTo>
                    <a:pt x="6598275" y="1658149"/>
                  </a:lnTo>
                  <a:lnTo>
                    <a:pt x="6548760" y="1654349"/>
                  </a:lnTo>
                  <a:lnTo>
                    <a:pt x="6515891" y="1651508"/>
                  </a:lnTo>
                  <a:lnTo>
                    <a:pt x="6463316" y="1646452"/>
                  </a:lnTo>
                  <a:lnTo>
                    <a:pt x="6411243" y="1640848"/>
                  </a:lnTo>
                  <a:lnTo>
                    <a:pt x="6359085" y="1634689"/>
                  </a:lnTo>
                  <a:lnTo>
                    <a:pt x="6306454" y="1627991"/>
                  </a:lnTo>
                  <a:lnTo>
                    <a:pt x="6253139" y="1620792"/>
                  </a:lnTo>
                  <a:lnTo>
                    <a:pt x="6199082" y="1613156"/>
                  </a:lnTo>
                  <a:lnTo>
                    <a:pt x="6144357" y="1605174"/>
                  </a:lnTo>
                  <a:lnTo>
                    <a:pt x="6089139" y="1596954"/>
                  </a:lnTo>
                  <a:lnTo>
                    <a:pt x="6033679" y="1588620"/>
                  </a:lnTo>
                  <a:lnTo>
                    <a:pt x="5978259" y="1580305"/>
                  </a:lnTo>
                  <a:lnTo>
                    <a:pt x="5923159" y="1572140"/>
                  </a:lnTo>
                  <a:lnTo>
                    <a:pt x="5868609" y="1564246"/>
                  </a:lnTo>
                  <a:lnTo>
                    <a:pt x="5814760" y="1556726"/>
                  </a:lnTo>
                  <a:lnTo>
                    <a:pt x="5761651" y="1549664"/>
                  </a:lnTo>
                  <a:lnTo>
                    <a:pt x="5709183" y="1543115"/>
                  </a:lnTo>
                  <a:lnTo>
                    <a:pt x="5657096" y="1537113"/>
                  </a:lnTo>
                  <a:lnTo>
                    <a:pt x="5604951" y="1531666"/>
                  </a:lnTo>
                  <a:lnTo>
                    <a:pt x="5567201" y="1528099"/>
                  </a:lnTo>
                  <a:lnTo>
                    <a:pt x="5518790" y="1524004"/>
                  </a:lnTo>
                  <a:lnTo>
                    <a:pt x="5468634" y="1520338"/>
                  </a:lnTo>
                  <a:lnTo>
                    <a:pt x="5415878" y="1517077"/>
                  </a:lnTo>
                  <a:lnTo>
                    <a:pt x="5359569" y="1514181"/>
                  </a:lnTo>
                  <a:lnTo>
                    <a:pt x="5298747" y="1511607"/>
                  </a:lnTo>
                  <a:lnTo>
                    <a:pt x="5232535" y="1509313"/>
                  </a:lnTo>
                  <a:lnTo>
                    <a:pt x="5160259" y="1507263"/>
                  </a:lnTo>
                  <a:lnTo>
                    <a:pt x="5081610" y="1505430"/>
                  </a:lnTo>
                  <a:lnTo>
                    <a:pt x="4996856" y="1503794"/>
                  </a:lnTo>
                  <a:lnTo>
                    <a:pt x="4907078" y="1502344"/>
                  </a:lnTo>
                  <a:lnTo>
                    <a:pt x="4814391" y="1501078"/>
                  </a:lnTo>
                  <a:lnTo>
                    <a:pt x="4722033" y="1499999"/>
                  </a:lnTo>
                  <a:lnTo>
                    <a:pt x="4634202" y="1499110"/>
                  </a:lnTo>
                  <a:lnTo>
                    <a:pt x="4555547" y="1498415"/>
                  </a:lnTo>
                  <a:lnTo>
                    <a:pt x="4490317" y="1497906"/>
                  </a:lnTo>
                  <a:lnTo>
                    <a:pt x="4441385" y="1497567"/>
                  </a:lnTo>
                  <a:lnTo>
                    <a:pt x="4409469" y="1497369"/>
                  </a:lnTo>
                  <a:lnTo>
                    <a:pt x="4392800" y="1497276"/>
                  </a:lnTo>
                  <a:lnTo>
                    <a:pt x="4387276" y="1497248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57" y="1497198"/>
                  </a:lnTo>
                  <a:lnTo>
                    <a:pt x="3838620" y="1496853"/>
                  </a:lnTo>
                  <a:lnTo>
                    <a:pt x="3818063" y="1495899"/>
                  </a:lnTo>
                  <a:lnTo>
                    <a:pt x="3781839" y="1494027"/>
                  </a:lnTo>
                  <a:lnTo>
                    <a:pt x="3728911" y="1490966"/>
                  </a:lnTo>
                  <a:lnTo>
                    <a:pt x="3660592" y="1486516"/>
                  </a:lnTo>
                  <a:lnTo>
                    <a:pt x="3580096" y="1480568"/>
                  </a:lnTo>
                  <a:lnTo>
                    <a:pt x="3491726" y="1473093"/>
                  </a:lnTo>
                  <a:lnTo>
                    <a:pt x="3399943" y="1464114"/>
                  </a:lnTo>
                  <a:lnTo>
                    <a:pt x="3308634" y="1453667"/>
                  </a:lnTo>
                  <a:lnTo>
                    <a:pt x="3220702" y="1441765"/>
                  </a:lnTo>
                  <a:lnTo>
                    <a:pt x="3137975" y="1428374"/>
                  </a:lnTo>
                  <a:lnTo>
                    <a:pt x="3061329" y="1413399"/>
                  </a:lnTo>
                  <a:lnTo>
                    <a:pt x="2990902" y="1396676"/>
                  </a:lnTo>
                  <a:lnTo>
                    <a:pt x="2926319" y="1377975"/>
                  </a:lnTo>
                  <a:lnTo>
                    <a:pt x="2866887" y="1357009"/>
                  </a:lnTo>
                  <a:lnTo>
                    <a:pt x="2811737" y="1333448"/>
                  </a:lnTo>
                  <a:lnTo>
                    <a:pt x="2759934" y="1306950"/>
                  </a:lnTo>
                  <a:lnTo>
                    <a:pt x="2710564" y="1277212"/>
                  </a:lnTo>
                  <a:lnTo>
                    <a:pt x="2667772" y="1247705"/>
                  </a:lnTo>
                  <a:lnTo>
                    <a:pt x="2623897" y="1213924"/>
                  </a:lnTo>
                  <a:lnTo>
                    <a:pt x="2580450" y="1177077"/>
                  </a:lnTo>
                  <a:lnTo>
                    <a:pt x="2537059" y="1137110"/>
                  </a:lnTo>
                  <a:lnTo>
                    <a:pt x="2493454" y="1094049"/>
                  </a:lnTo>
                  <a:lnTo>
                    <a:pt x="2449456" y="1048009"/>
                  </a:lnTo>
                  <a:lnTo>
                    <a:pt x="2404967" y="999204"/>
                  </a:lnTo>
                  <a:lnTo>
                    <a:pt x="2359960" y="947944"/>
                  </a:lnTo>
                  <a:lnTo>
                    <a:pt x="2314473" y="894639"/>
                  </a:lnTo>
                  <a:lnTo>
                    <a:pt x="2268594" y="839779"/>
                  </a:lnTo>
                  <a:lnTo>
                    <a:pt x="2222455" y="783925"/>
                  </a:lnTo>
                  <a:lnTo>
                    <a:pt x="2176212" y="727680"/>
                  </a:lnTo>
                  <a:lnTo>
                    <a:pt x="2130031" y="671668"/>
                  </a:lnTo>
                  <a:lnTo>
                    <a:pt x="2084073" y="616498"/>
                  </a:lnTo>
                  <a:lnTo>
                    <a:pt x="2038475" y="562746"/>
                  </a:lnTo>
                  <a:lnTo>
                    <a:pt x="1993339" y="510922"/>
                  </a:lnTo>
                  <a:lnTo>
                    <a:pt x="1948718" y="461455"/>
                  </a:lnTo>
                  <a:lnTo>
                    <a:pt x="1904601" y="414685"/>
                  </a:lnTo>
                  <a:lnTo>
                    <a:pt x="1860909" y="370847"/>
                  </a:lnTo>
                  <a:lnTo>
                    <a:pt x="1817485" y="330084"/>
                  </a:lnTo>
                  <a:lnTo>
                    <a:pt x="1774084" y="292442"/>
                  </a:lnTo>
                  <a:lnTo>
                    <a:pt x="1730360" y="257887"/>
                  </a:lnTo>
                  <a:lnTo>
                    <a:pt x="1719082" y="249541"/>
                  </a:lnTo>
                  <a:lnTo>
                    <a:pt x="1671197" y="216754"/>
                  </a:lnTo>
                  <a:lnTo>
                    <a:pt x="1621613" y="187367"/>
                  </a:lnTo>
                  <a:lnTo>
                    <a:pt x="1569503" y="161192"/>
                  </a:lnTo>
                  <a:lnTo>
                    <a:pt x="1513947" y="137920"/>
                  </a:lnTo>
                  <a:lnTo>
                    <a:pt x="1454012" y="117207"/>
                  </a:lnTo>
                  <a:lnTo>
                    <a:pt x="1388844" y="98726"/>
                  </a:lnTo>
                  <a:lnTo>
                    <a:pt x="1317775" y="82196"/>
                  </a:lnTo>
                  <a:lnTo>
                    <a:pt x="1240473" y="67394"/>
                  </a:lnTo>
                  <a:lnTo>
                    <a:pt x="1157144" y="54163"/>
                  </a:lnTo>
                  <a:lnTo>
                    <a:pt x="1068754" y="42414"/>
                  </a:lnTo>
                  <a:lnTo>
                    <a:pt x="977240" y="32120"/>
                  </a:lnTo>
                  <a:lnTo>
                    <a:pt x="885618" y="23297"/>
                  </a:lnTo>
                  <a:lnTo>
                    <a:pt x="797860" y="15981"/>
                  </a:lnTo>
                  <a:lnTo>
                    <a:pt x="718452" y="10193"/>
                  </a:lnTo>
                  <a:lnTo>
                    <a:pt x="651624" y="5896"/>
                  </a:lnTo>
                  <a:lnTo>
                    <a:pt x="600427" y="2971"/>
                  </a:lnTo>
                  <a:lnTo>
                    <a:pt x="565938" y="1209"/>
                  </a:lnTo>
                  <a:lnTo>
                    <a:pt x="546869" y="333"/>
                  </a:lnTo>
                  <a:lnTo>
                    <a:pt x="539647" y="34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0" name="pg1160"/>
            <p:cNvSpPr/>
            <p:nvPr/>
          </p:nvSpPr>
          <p:spPr>
            <a:xfrm>
              <a:off x="546595" y="2764934"/>
              <a:ext cx="8234974" cy="1491802"/>
            </a:xfrm>
            <a:custGeom>
              <a:avLst/>
              <a:pathLst>
                <a:path w="8234974" h="1491802">
                  <a:moveTo>
                    <a:pt x="0" y="1491802"/>
                  </a:moveTo>
                  <a:lnTo>
                    <a:pt x="538736" y="1491802"/>
                  </a:lnTo>
                  <a:lnTo>
                    <a:pt x="539998" y="1491754"/>
                  </a:lnTo>
                  <a:lnTo>
                    <a:pt x="548239" y="1491411"/>
                  </a:lnTo>
                  <a:lnTo>
                    <a:pt x="568805" y="1490464"/>
                  </a:lnTo>
                  <a:lnTo>
                    <a:pt x="605044" y="1488605"/>
                  </a:lnTo>
                  <a:lnTo>
                    <a:pt x="657991" y="1485564"/>
                  </a:lnTo>
                  <a:lnTo>
                    <a:pt x="726333" y="1481145"/>
                  </a:lnTo>
                  <a:lnTo>
                    <a:pt x="806851" y="1475238"/>
                  </a:lnTo>
                  <a:lnTo>
                    <a:pt x="895242" y="1467814"/>
                  </a:lnTo>
                  <a:lnTo>
                    <a:pt x="987041" y="1458897"/>
                  </a:lnTo>
                  <a:lnTo>
                    <a:pt x="1078361" y="1448522"/>
                  </a:lnTo>
                  <a:lnTo>
                    <a:pt x="1166299" y="1436702"/>
                  </a:lnTo>
                  <a:lnTo>
                    <a:pt x="1249028" y="1423405"/>
                  </a:lnTo>
                  <a:lnTo>
                    <a:pt x="1325673" y="1408533"/>
                  </a:lnTo>
                  <a:lnTo>
                    <a:pt x="1396099" y="1391925"/>
                  </a:lnTo>
                  <a:lnTo>
                    <a:pt x="1460679" y="1373353"/>
                  </a:lnTo>
                  <a:lnTo>
                    <a:pt x="1520110" y="1352530"/>
                  </a:lnTo>
                  <a:lnTo>
                    <a:pt x="1575259" y="1329130"/>
                  </a:lnTo>
                  <a:lnTo>
                    <a:pt x="1627061" y="1302812"/>
                  </a:lnTo>
                  <a:lnTo>
                    <a:pt x="1676433" y="1273276"/>
                  </a:lnTo>
                  <a:lnTo>
                    <a:pt x="1719082" y="1244076"/>
                  </a:lnTo>
                  <a:lnTo>
                    <a:pt x="1763041" y="1210473"/>
                  </a:lnTo>
                  <a:lnTo>
                    <a:pt x="1806571" y="1173815"/>
                  </a:lnTo>
                  <a:lnTo>
                    <a:pt x="1850045" y="1134048"/>
                  </a:lnTo>
                  <a:lnTo>
                    <a:pt x="1893736" y="1091198"/>
                  </a:lnTo>
                  <a:lnTo>
                    <a:pt x="1937822" y="1045381"/>
                  </a:lnTo>
                  <a:lnTo>
                    <a:pt x="1982401" y="996810"/>
                  </a:lnTo>
                  <a:lnTo>
                    <a:pt x="2027501" y="945799"/>
                  </a:lnTo>
                  <a:lnTo>
                    <a:pt x="2073081" y="892754"/>
                  </a:lnTo>
                  <a:lnTo>
                    <a:pt x="2119053" y="838168"/>
                  </a:lnTo>
                  <a:lnTo>
                    <a:pt x="2165283" y="782602"/>
                  </a:lnTo>
                  <a:lnTo>
                    <a:pt x="2211615" y="726658"/>
                  </a:lnTo>
                  <a:lnTo>
                    <a:pt x="2257881" y="670959"/>
                  </a:lnTo>
                  <a:lnTo>
                    <a:pt x="2303921" y="616113"/>
                  </a:lnTo>
                  <a:lnTo>
                    <a:pt x="2349595" y="562693"/>
                  </a:lnTo>
                  <a:lnTo>
                    <a:pt x="2394803" y="511207"/>
                  </a:lnTo>
                  <a:lnTo>
                    <a:pt x="2439494" y="462082"/>
                  </a:lnTo>
                  <a:lnTo>
                    <a:pt x="2483681" y="415651"/>
                  </a:lnTo>
                  <a:lnTo>
                    <a:pt x="2527444" y="372150"/>
                  </a:lnTo>
                  <a:lnTo>
                    <a:pt x="2570945" y="331716"/>
                  </a:lnTo>
                  <a:lnTo>
                    <a:pt x="2614435" y="294392"/>
                  </a:lnTo>
                  <a:lnTo>
                    <a:pt x="2658264" y="260141"/>
                  </a:lnTo>
                  <a:lnTo>
                    <a:pt x="2667772" y="253170"/>
                  </a:lnTo>
                  <a:lnTo>
                    <a:pt x="2715665" y="220617"/>
                  </a:lnTo>
                  <a:lnTo>
                    <a:pt x="2765258" y="191440"/>
                  </a:lnTo>
                  <a:lnTo>
                    <a:pt x="2817377" y="165453"/>
                  </a:lnTo>
                  <a:lnTo>
                    <a:pt x="2872944" y="142348"/>
                  </a:lnTo>
                  <a:lnTo>
                    <a:pt x="2932891" y="121784"/>
                  </a:lnTo>
                  <a:lnTo>
                    <a:pt x="2998073" y="103436"/>
                  </a:lnTo>
                  <a:lnTo>
                    <a:pt x="3069160" y="87026"/>
                  </a:lnTo>
                  <a:lnTo>
                    <a:pt x="3146481" y="72331"/>
                  </a:lnTo>
                  <a:lnTo>
                    <a:pt x="3229830" y="59196"/>
                  </a:lnTo>
                  <a:lnTo>
                    <a:pt x="3318241" y="47533"/>
                  </a:lnTo>
                  <a:lnTo>
                    <a:pt x="3409772" y="37314"/>
                  </a:lnTo>
                  <a:lnTo>
                    <a:pt x="3501405" y="28557"/>
                  </a:lnTo>
                  <a:lnTo>
                    <a:pt x="3589164" y="21297"/>
                  </a:lnTo>
                  <a:lnTo>
                    <a:pt x="3668563" y="15553"/>
                  </a:lnTo>
                  <a:lnTo>
                    <a:pt x="3735369" y="11290"/>
                  </a:lnTo>
                  <a:lnTo>
                    <a:pt x="3786534" y="8388"/>
                  </a:lnTo>
                  <a:lnTo>
                    <a:pt x="3820986" y="6641"/>
                  </a:lnTo>
                  <a:lnTo>
                    <a:pt x="3840020" y="5774"/>
                  </a:lnTo>
                  <a:lnTo>
                    <a:pt x="3847217" y="547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6" y="5453"/>
                  </a:lnTo>
                  <a:lnTo>
                    <a:pt x="4396646" y="5519"/>
                  </a:lnTo>
                  <a:lnTo>
                    <a:pt x="4417810" y="5702"/>
                  </a:lnTo>
                  <a:lnTo>
                    <a:pt x="4455042" y="6060"/>
                  </a:lnTo>
                  <a:lnTo>
                    <a:pt x="4509319" y="6646"/>
                  </a:lnTo>
                  <a:lnTo>
                    <a:pt x="4579182" y="7496"/>
                  </a:lnTo>
                  <a:lnTo>
                    <a:pt x="4661222" y="8630"/>
                  </a:lnTo>
                  <a:lnTo>
                    <a:pt x="4750961" y="10054"/>
                  </a:lnTo>
                  <a:lnTo>
                    <a:pt x="4843819" y="11762"/>
                  </a:lnTo>
                  <a:lnTo>
                    <a:pt x="4935864" y="13747"/>
                  </a:lnTo>
                  <a:lnTo>
                    <a:pt x="5024213" y="16009"/>
                  </a:lnTo>
                  <a:lnTo>
                    <a:pt x="5107097" y="18553"/>
                  </a:lnTo>
                  <a:lnTo>
                    <a:pt x="5183718" y="21401"/>
                  </a:lnTo>
                  <a:lnTo>
                    <a:pt x="5254014" y="24586"/>
                  </a:lnTo>
                  <a:lnTo>
                    <a:pt x="5318430" y="28152"/>
                  </a:lnTo>
                  <a:lnTo>
                    <a:pt x="5377719" y="32157"/>
                  </a:lnTo>
                  <a:lnTo>
                    <a:pt x="5432795" y="36665"/>
                  </a:lnTo>
                  <a:lnTo>
                    <a:pt x="5484623" y="41740"/>
                  </a:lnTo>
                  <a:lnTo>
                    <a:pt x="5534136" y="47438"/>
                  </a:lnTo>
                  <a:lnTo>
                    <a:pt x="5567201" y="51723"/>
                  </a:lnTo>
                  <a:lnTo>
                    <a:pt x="5619509" y="59266"/>
                  </a:lnTo>
                  <a:lnTo>
                    <a:pt x="5671315" y="67622"/>
                  </a:lnTo>
                  <a:lnTo>
                    <a:pt x="5723202" y="76802"/>
                  </a:lnTo>
                  <a:lnTo>
                    <a:pt x="5775552" y="86784"/>
                  </a:lnTo>
                  <a:lnTo>
                    <a:pt x="5828576" y="97511"/>
                  </a:lnTo>
                  <a:lnTo>
                    <a:pt x="5882335" y="108889"/>
                  </a:lnTo>
                  <a:lnTo>
                    <a:pt x="5936759" y="120787"/>
                  </a:lnTo>
                  <a:lnTo>
                    <a:pt x="5991679" y="133044"/>
                  </a:lnTo>
                  <a:lnTo>
                    <a:pt x="6046850" y="145476"/>
                  </a:lnTo>
                  <a:lnTo>
                    <a:pt x="6101994" y="157890"/>
                  </a:lnTo>
                  <a:lnTo>
                    <a:pt x="6156835" y="170092"/>
                  </a:lnTo>
                  <a:lnTo>
                    <a:pt x="6211143" y="181901"/>
                  </a:lnTo>
                  <a:lnTo>
                    <a:pt x="6264762" y="193163"/>
                  </a:lnTo>
                  <a:lnTo>
                    <a:pt x="6317648" y="203753"/>
                  </a:lnTo>
                  <a:lnTo>
                    <a:pt x="6369887" y="213584"/>
                  </a:lnTo>
                  <a:lnTo>
                    <a:pt x="6421723" y="222607"/>
                  </a:lnTo>
                  <a:lnTo>
                    <a:pt x="6473574" y="230805"/>
                  </a:lnTo>
                  <a:lnTo>
                    <a:pt x="6515891" y="236837"/>
                  </a:lnTo>
                  <a:lnTo>
                    <a:pt x="6564292" y="242978"/>
                  </a:lnTo>
                  <a:lnTo>
                    <a:pt x="6614437" y="248476"/>
                  </a:lnTo>
                  <a:lnTo>
                    <a:pt x="6667180" y="253367"/>
                  </a:lnTo>
                  <a:lnTo>
                    <a:pt x="6723474" y="257709"/>
                  </a:lnTo>
                  <a:lnTo>
                    <a:pt x="6784278" y="261570"/>
                  </a:lnTo>
                  <a:lnTo>
                    <a:pt x="6850469" y="265011"/>
                  </a:lnTo>
                  <a:lnTo>
                    <a:pt x="6922721" y="268086"/>
                  </a:lnTo>
                  <a:lnTo>
                    <a:pt x="7001343" y="270836"/>
                  </a:lnTo>
                  <a:lnTo>
                    <a:pt x="7086068" y="273290"/>
                  </a:lnTo>
                  <a:lnTo>
                    <a:pt x="7175819" y="275464"/>
                  </a:lnTo>
                  <a:lnTo>
                    <a:pt x="7268483" y="277363"/>
                  </a:lnTo>
                  <a:lnTo>
                    <a:pt x="7360827" y="278983"/>
                  </a:lnTo>
                  <a:lnTo>
                    <a:pt x="7448657" y="280316"/>
                  </a:lnTo>
                  <a:lnTo>
                    <a:pt x="7527329" y="281360"/>
                  </a:lnTo>
                  <a:lnTo>
                    <a:pt x="7592592" y="282124"/>
                  </a:lnTo>
                  <a:lnTo>
                    <a:pt x="7641569" y="282634"/>
                  </a:lnTo>
                  <a:lnTo>
                    <a:pt x="7673537" y="282931"/>
                  </a:lnTo>
                  <a:lnTo>
                    <a:pt x="7690253" y="283070"/>
                  </a:lnTo>
                  <a:lnTo>
                    <a:pt x="7695809" y="283112"/>
                  </a:lnTo>
                  <a:lnTo>
                    <a:pt x="7696237" y="283115"/>
                  </a:lnTo>
                  <a:lnTo>
                    <a:pt x="8234974" y="283115"/>
                  </a:lnTo>
                  <a:lnTo>
                    <a:pt x="8234974" y="277671"/>
                  </a:lnTo>
                  <a:lnTo>
                    <a:pt x="7696237" y="277671"/>
                  </a:lnTo>
                  <a:lnTo>
                    <a:pt x="7694936" y="277661"/>
                  </a:lnTo>
                  <a:lnTo>
                    <a:pt x="7686446" y="277595"/>
                  </a:lnTo>
                  <a:lnTo>
                    <a:pt x="7665283" y="277413"/>
                  </a:lnTo>
                  <a:lnTo>
                    <a:pt x="7628050" y="277054"/>
                  </a:lnTo>
                  <a:lnTo>
                    <a:pt x="7573773" y="276469"/>
                  </a:lnTo>
                  <a:lnTo>
                    <a:pt x="7503911" y="275619"/>
                  </a:lnTo>
                  <a:lnTo>
                    <a:pt x="7421871" y="274485"/>
                  </a:lnTo>
                  <a:lnTo>
                    <a:pt x="7332131" y="273061"/>
                  </a:lnTo>
                  <a:lnTo>
                    <a:pt x="7239274" y="271353"/>
                  </a:lnTo>
                  <a:lnTo>
                    <a:pt x="7147228" y="269367"/>
                  </a:lnTo>
                  <a:lnTo>
                    <a:pt x="7058879" y="267106"/>
                  </a:lnTo>
                  <a:lnTo>
                    <a:pt x="6975995" y="264562"/>
                  </a:lnTo>
                  <a:lnTo>
                    <a:pt x="6899375" y="261714"/>
                  </a:lnTo>
                  <a:lnTo>
                    <a:pt x="6829078" y="258529"/>
                  </a:lnTo>
                  <a:lnTo>
                    <a:pt x="6764662" y="254963"/>
                  </a:lnTo>
                  <a:lnTo>
                    <a:pt x="6705373" y="250958"/>
                  </a:lnTo>
                  <a:lnTo>
                    <a:pt x="6650298" y="246450"/>
                  </a:lnTo>
                  <a:lnTo>
                    <a:pt x="6598469" y="241375"/>
                  </a:lnTo>
                  <a:lnTo>
                    <a:pt x="6548957" y="235677"/>
                  </a:lnTo>
                  <a:lnTo>
                    <a:pt x="6515891" y="231392"/>
                  </a:lnTo>
                  <a:lnTo>
                    <a:pt x="6463584" y="223849"/>
                  </a:lnTo>
                  <a:lnTo>
                    <a:pt x="6411778" y="215493"/>
                  </a:lnTo>
                  <a:lnTo>
                    <a:pt x="6359891" y="206312"/>
                  </a:lnTo>
                  <a:lnTo>
                    <a:pt x="6307541" y="196330"/>
                  </a:lnTo>
                  <a:lnTo>
                    <a:pt x="6254517" y="185603"/>
                  </a:lnTo>
                  <a:lnTo>
                    <a:pt x="6200758" y="174226"/>
                  </a:lnTo>
                  <a:lnTo>
                    <a:pt x="6146333" y="162328"/>
                  </a:lnTo>
                  <a:lnTo>
                    <a:pt x="6091414" y="150071"/>
                  </a:lnTo>
                  <a:lnTo>
                    <a:pt x="6036243" y="137638"/>
                  </a:lnTo>
                  <a:lnTo>
                    <a:pt x="5981099" y="125224"/>
                  </a:lnTo>
                  <a:lnTo>
                    <a:pt x="5926257" y="113023"/>
                  </a:lnTo>
                  <a:lnTo>
                    <a:pt x="5871950" y="101213"/>
                  </a:lnTo>
                  <a:lnTo>
                    <a:pt x="5818331" y="89952"/>
                  </a:lnTo>
                  <a:lnTo>
                    <a:pt x="5765445" y="79362"/>
                  </a:lnTo>
                  <a:lnTo>
                    <a:pt x="5713205" y="69530"/>
                  </a:lnTo>
                  <a:lnTo>
                    <a:pt x="5661369" y="60508"/>
                  </a:lnTo>
                  <a:lnTo>
                    <a:pt x="5609519" y="52309"/>
                  </a:lnTo>
                  <a:lnTo>
                    <a:pt x="5567201" y="46278"/>
                  </a:lnTo>
                  <a:lnTo>
                    <a:pt x="5518800" y="40136"/>
                  </a:lnTo>
                  <a:lnTo>
                    <a:pt x="5468656" y="34639"/>
                  </a:lnTo>
                  <a:lnTo>
                    <a:pt x="5415913" y="29748"/>
                  </a:lnTo>
                  <a:lnTo>
                    <a:pt x="5359619" y="25405"/>
                  </a:lnTo>
                  <a:lnTo>
                    <a:pt x="5298815" y="21544"/>
                  </a:lnTo>
                  <a:lnTo>
                    <a:pt x="5232623" y="18103"/>
                  </a:lnTo>
                  <a:lnTo>
                    <a:pt x="5160371" y="15029"/>
                  </a:lnTo>
                  <a:lnTo>
                    <a:pt x="5081750" y="12279"/>
                  </a:lnTo>
                  <a:lnTo>
                    <a:pt x="4997024" y="9825"/>
                  </a:lnTo>
                  <a:lnTo>
                    <a:pt x="4907274" y="7650"/>
                  </a:lnTo>
                  <a:lnTo>
                    <a:pt x="4814610" y="5751"/>
                  </a:lnTo>
                  <a:lnTo>
                    <a:pt x="4722265" y="4132"/>
                  </a:lnTo>
                  <a:lnTo>
                    <a:pt x="4634435" y="2799"/>
                  </a:lnTo>
                  <a:lnTo>
                    <a:pt x="4555764" y="1755"/>
                  </a:lnTo>
                  <a:lnTo>
                    <a:pt x="4490500" y="991"/>
                  </a:lnTo>
                  <a:lnTo>
                    <a:pt x="4441523" y="481"/>
                  </a:lnTo>
                  <a:lnTo>
                    <a:pt x="4409555" y="184"/>
                  </a:lnTo>
                  <a:lnTo>
                    <a:pt x="4392839" y="44"/>
                  </a:lnTo>
                  <a:lnTo>
                    <a:pt x="4387284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6" y="47"/>
                  </a:lnTo>
                  <a:lnTo>
                    <a:pt x="3838616" y="390"/>
                  </a:lnTo>
                  <a:lnTo>
                    <a:pt x="3818050" y="1337"/>
                  </a:lnTo>
                  <a:lnTo>
                    <a:pt x="3781811" y="3197"/>
                  </a:lnTo>
                  <a:lnTo>
                    <a:pt x="3728864" y="6237"/>
                  </a:lnTo>
                  <a:lnTo>
                    <a:pt x="3660522" y="10656"/>
                  </a:lnTo>
                  <a:lnTo>
                    <a:pt x="3580004" y="16563"/>
                  </a:lnTo>
                  <a:lnTo>
                    <a:pt x="3491613" y="23987"/>
                  </a:lnTo>
                  <a:lnTo>
                    <a:pt x="3399814" y="32904"/>
                  </a:lnTo>
                  <a:lnTo>
                    <a:pt x="3308494" y="43279"/>
                  </a:lnTo>
                  <a:lnTo>
                    <a:pt x="3220556" y="55099"/>
                  </a:lnTo>
                  <a:lnTo>
                    <a:pt x="3137827" y="68397"/>
                  </a:lnTo>
                  <a:lnTo>
                    <a:pt x="3061181" y="83268"/>
                  </a:lnTo>
                  <a:lnTo>
                    <a:pt x="2990756" y="99876"/>
                  </a:lnTo>
                  <a:lnTo>
                    <a:pt x="2926175" y="118449"/>
                  </a:lnTo>
                  <a:lnTo>
                    <a:pt x="2866745" y="139271"/>
                  </a:lnTo>
                  <a:lnTo>
                    <a:pt x="2811596" y="162672"/>
                  </a:lnTo>
                  <a:lnTo>
                    <a:pt x="2759793" y="188990"/>
                  </a:lnTo>
                  <a:lnTo>
                    <a:pt x="2710422" y="218526"/>
                  </a:lnTo>
                  <a:lnTo>
                    <a:pt x="2667772" y="247726"/>
                  </a:lnTo>
                  <a:lnTo>
                    <a:pt x="2623813" y="281329"/>
                  </a:lnTo>
                  <a:lnTo>
                    <a:pt x="2580284" y="317986"/>
                  </a:lnTo>
                  <a:lnTo>
                    <a:pt x="2536809" y="357753"/>
                  </a:lnTo>
                  <a:lnTo>
                    <a:pt x="2493119" y="400603"/>
                  </a:lnTo>
                  <a:lnTo>
                    <a:pt x="2449033" y="446420"/>
                  </a:lnTo>
                  <a:lnTo>
                    <a:pt x="2404453" y="494991"/>
                  </a:lnTo>
                  <a:lnTo>
                    <a:pt x="2359354" y="546003"/>
                  </a:lnTo>
                  <a:lnTo>
                    <a:pt x="2313773" y="599047"/>
                  </a:lnTo>
                  <a:lnTo>
                    <a:pt x="2267802" y="653633"/>
                  </a:lnTo>
                  <a:lnTo>
                    <a:pt x="2221571" y="709199"/>
                  </a:lnTo>
                  <a:lnTo>
                    <a:pt x="2175239" y="765143"/>
                  </a:lnTo>
                  <a:lnTo>
                    <a:pt x="2128973" y="820843"/>
                  </a:lnTo>
                  <a:lnTo>
                    <a:pt x="2082934" y="875688"/>
                  </a:lnTo>
                  <a:lnTo>
                    <a:pt x="2037260" y="929108"/>
                  </a:lnTo>
                  <a:lnTo>
                    <a:pt x="1992052" y="980594"/>
                  </a:lnTo>
                  <a:lnTo>
                    <a:pt x="1947360" y="1029720"/>
                  </a:lnTo>
                  <a:lnTo>
                    <a:pt x="1903174" y="1076150"/>
                  </a:lnTo>
                  <a:lnTo>
                    <a:pt x="1859411" y="1119651"/>
                  </a:lnTo>
                  <a:lnTo>
                    <a:pt x="1815909" y="1160086"/>
                  </a:lnTo>
                  <a:lnTo>
                    <a:pt x="1772420" y="1197409"/>
                  </a:lnTo>
                  <a:lnTo>
                    <a:pt x="1728590" y="1231661"/>
                  </a:lnTo>
                  <a:lnTo>
                    <a:pt x="1719082" y="1238631"/>
                  </a:lnTo>
                  <a:lnTo>
                    <a:pt x="1671189" y="1271184"/>
                  </a:lnTo>
                  <a:lnTo>
                    <a:pt x="1621597" y="1300361"/>
                  </a:lnTo>
                  <a:lnTo>
                    <a:pt x="1569478" y="1326348"/>
                  </a:lnTo>
                  <a:lnTo>
                    <a:pt x="1513911" y="1349454"/>
                  </a:lnTo>
                  <a:lnTo>
                    <a:pt x="1453964" y="1370018"/>
                  </a:lnTo>
                  <a:lnTo>
                    <a:pt x="1388781" y="1388365"/>
                  </a:lnTo>
                  <a:lnTo>
                    <a:pt x="1317694" y="1404776"/>
                  </a:lnTo>
                  <a:lnTo>
                    <a:pt x="1240373" y="1419470"/>
                  </a:lnTo>
                  <a:lnTo>
                    <a:pt x="1157024" y="1432605"/>
                  </a:lnTo>
                  <a:lnTo>
                    <a:pt x="1068614" y="1444268"/>
                  </a:lnTo>
                  <a:lnTo>
                    <a:pt x="977083" y="1454487"/>
                  </a:lnTo>
                  <a:lnTo>
                    <a:pt x="885450" y="1463245"/>
                  </a:lnTo>
                  <a:lnTo>
                    <a:pt x="797690" y="1470505"/>
                  </a:lnTo>
                  <a:lnTo>
                    <a:pt x="718292" y="1476248"/>
                  </a:lnTo>
                  <a:lnTo>
                    <a:pt x="651486" y="1480512"/>
                  </a:lnTo>
                  <a:lnTo>
                    <a:pt x="600321" y="1483414"/>
                  </a:lnTo>
                  <a:lnTo>
                    <a:pt x="565868" y="1485160"/>
                  </a:lnTo>
                  <a:lnTo>
                    <a:pt x="546834" y="1486027"/>
                  </a:lnTo>
                  <a:lnTo>
                    <a:pt x="539638" y="1486323"/>
                  </a:lnTo>
                  <a:lnTo>
                    <a:pt x="538736" y="1486357"/>
                  </a:lnTo>
                  <a:lnTo>
                    <a:pt x="0" y="1486357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61" name="pl1161"/>
            <p:cNvSpPr/>
            <p:nvPr/>
          </p:nvSpPr>
          <p:spPr>
            <a:xfrm>
              <a:off x="546595" y="2770379"/>
              <a:ext cx="8234974" cy="1486357"/>
            </a:xfrm>
            <a:custGeom>
              <a:avLst/>
              <a:pathLst>
                <a:path w="8234974" h="1486357">
                  <a:moveTo>
                    <a:pt x="0" y="1486357"/>
                  </a:moveTo>
                  <a:lnTo>
                    <a:pt x="538736" y="1486357"/>
                  </a:lnTo>
                  <a:lnTo>
                    <a:pt x="539998" y="1486309"/>
                  </a:lnTo>
                  <a:lnTo>
                    <a:pt x="548239" y="1485967"/>
                  </a:lnTo>
                  <a:lnTo>
                    <a:pt x="568805" y="1485019"/>
                  </a:lnTo>
                  <a:lnTo>
                    <a:pt x="605044" y="1483160"/>
                  </a:lnTo>
                  <a:lnTo>
                    <a:pt x="657991" y="1480120"/>
                  </a:lnTo>
                  <a:lnTo>
                    <a:pt x="726333" y="1475700"/>
                  </a:lnTo>
                  <a:lnTo>
                    <a:pt x="806851" y="1469793"/>
                  </a:lnTo>
                  <a:lnTo>
                    <a:pt x="895242" y="1462370"/>
                  </a:lnTo>
                  <a:lnTo>
                    <a:pt x="987041" y="1453453"/>
                  </a:lnTo>
                  <a:lnTo>
                    <a:pt x="1078361" y="1443077"/>
                  </a:lnTo>
                  <a:lnTo>
                    <a:pt x="1166299" y="1431258"/>
                  </a:lnTo>
                  <a:lnTo>
                    <a:pt x="1249028" y="1417960"/>
                  </a:lnTo>
                  <a:lnTo>
                    <a:pt x="1325673" y="1403088"/>
                  </a:lnTo>
                  <a:lnTo>
                    <a:pt x="1396099" y="1386480"/>
                  </a:lnTo>
                  <a:lnTo>
                    <a:pt x="1460679" y="1367908"/>
                  </a:lnTo>
                  <a:lnTo>
                    <a:pt x="1520110" y="1347086"/>
                  </a:lnTo>
                  <a:lnTo>
                    <a:pt x="1575259" y="1323685"/>
                  </a:lnTo>
                  <a:lnTo>
                    <a:pt x="1627061" y="1297367"/>
                  </a:lnTo>
                  <a:lnTo>
                    <a:pt x="1676433" y="1267831"/>
                  </a:lnTo>
                  <a:lnTo>
                    <a:pt x="1719082" y="1238631"/>
                  </a:lnTo>
                  <a:lnTo>
                    <a:pt x="1763041" y="1205028"/>
                  </a:lnTo>
                  <a:lnTo>
                    <a:pt x="1806571" y="1168371"/>
                  </a:lnTo>
                  <a:lnTo>
                    <a:pt x="1850045" y="1128604"/>
                  </a:lnTo>
                  <a:lnTo>
                    <a:pt x="1893736" y="1085754"/>
                  </a:lnTo>
                  <a:lnTo>
                    <a:pt x="1937822" y="1039937"/>
                  </a:lnTo>
                  <a:lnTo>
                    <a:pt x="1982401" y="991366"/>
                  </a:lnTo>
                  <a:lnTo>
                    <a:pt x="2027501" y="940354"/>
                  </a:lnTo>
                  <a:lnTo>
                    <a:pt x="2073081" y="887309"/>
                  </a:lnTo>
                  <a:lnTo>
                    <a:pt x="2119053" y="832724"/>
                  </a:lnTo>
                  <a:lnTo>
                    <a:pt x="2165283" y="777157"/>
                  </a:lnTo>
                  <a:lnTo>
                    <a:pt x="2211615" y="721214"/>
                  </a:lnTo>
                  <a:lnTo>
                    <a:pt x="2257881" y="665514"/>
                  </a:lnTo>
                  <a:lnTo>
                    <a:pt x="2303921" y="610669"/>
                  </a:lnTo>
                  <a:lnTo>
                    <a:pt x="2349595" y="557249"/>
                  </a:lnTo>
                  <a:lnTo>
                    <a:pt x="2394803" y="505762"/>
                  </a:lnTo>
                  <a:lnTo>
                    <a:pt x="2439494" y="456637"/>
                  </a:lnTo>
                  <a:lnTo>
                    <a:pt x="2483681" y="410207"/>
                  </a:lnTo>
                  <a:lnTo>
                    <a:pt x="2527444" y="366706"/>
                  </a:lnTo>
                  <a:lnTo>
                    <a:pt x="2570945" y="326271"/>
                  </a:lnTo>
                  <a:lnTo>
                    <a:pt x="2614435" y="288947"/>
                  </a:lnTo>
                  <a:lnTo>
                    <a:pt x="2658264" y="254696"/>
                  </a:lnTo>
                  <a:lnTo>
                    <a:pt x="2667772" y="247726"/>
                  </a:lnTo>
                  <a:lnTo>
                    <a:pt x="2715665" y="215173"/>
                  </a:lnTo>
                  <a:lnTo>
                    <a:pt x="2765258" y="185996"/>
                  </a:lnTo>
                  <a:lnTo>
                    <a:pt x="2817377" y="160008"/>
                  </a:lnTo>
                  <a:lnTo>
                    <a:pt x="2872944" y="136903"/>
                  </a:lnTo>
                  <a:lnTo>
                    <a:pt x="2932891" y="116339"/>
                  </a:lnTo>
                  <a:lnTo>
                    <a:pt x="2998073" y="97992"/>
                  </a:lnTo>
                  <a:lnTo>
                    <a:pt x="3069160" y="81581"/>
                  </a:lnTo>
                  <a:lnTo>
                    <a:pt x="3146481" y="66886"/>
                  </a:lnTo>
                  <a:lnTo>
                    <a:pt x="3229830" y="53752"/>
                  </a:lnTo>
                  <a:lnTo>
                    <a:pt x="3318241" y="42089"/>
                  </a:lnTo>
                  <a:lnTo>
                    <a:pt x="3409772" y="31870"/>
                  </a:lnTo>
                  <a:lnTo>
                    <a:pt x="3501405" y="23112"/>
                  </a:lnTo>
                  <a:lnTo>
                    <a:pt x="3589164" y="15852"/>
                  </a:lnTo>
                  <a:lnTo>
                    <a:pt x="3668563" y="10108"/>
                  </a:lnTo>
                  <a:lnTo>
                    <a:pt x="3735369" y="5845"/>
                  </a:lnTo>
                  <a:lnTo>
                    <a:pt x="3786534" y="2943"/>
                  </a:lnTo>
                  <a:lnTo>
                    <a:pt x="3820986" y="1196"/>
                  </a:lnTo>
                  <a:lnTo>
                    <a:pt x="3840020" y="330"/>
                  </a:lnTo>
                  <a:lnTo>
                    <a:pt x="3847217" y="3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6" y="9"/>
                  </a:lnTo>
                  <a:lnTo>
                    <a:pt x="4396646" y="75"/>
                  </a:lnTo>
                  <a:lnTo>
                    <a:pt x="4417810" y="257"/>
                  </a:lnTo>
                  <a:lnTo>
                    <a:pt x="4455042" y="616"/>
                  </a:lnTo>
                  <a:lnTo>
                    <a:pt x="4509319" y="1201"/>
                  </a:lnTo>
                  <a:lnTo>
                    <a:pt x="4579182" y="2051"/>
                  </a:lnTo>
                  <a:lnTo>
                    <a:pt x="4661222" y="3186"/>
                  </a:lnTo>
                  <a:lnTo>
                    <a:pt x="4750961" y="4609"/>
                  </a:lnTo>
                  <a:lnTo>
                    <a:pt x="4843819" y="6317"/>
                  </a:lnTo>
                  <a:lnTo>
                    <a:pt x="4935864" y="8303"/>
                  </a:lnTo>
                  <a:lnTo>
                    <a:pt x="5024213" y="10564"/>
                  </a:lnTo>
                  <a:lnTo>
                    <a:pt x="5107097" y="13109"/>
                  </a:lnTo>
                  <a:lnTo>
                    <a:pt x="5183718" y="15957"/>
                  </a:lnTo>
                  <a:lnTo>
                    <a:pt x="5254014" y="19141"/>
                  </a:lnTo>
                  <a:lnTo>
                    <a:pt x="5318430" y="22708"/>
                  </a:lnTo>
                  <a:lnTo>
                    <a:pt x="5377719" y="26713"/>
                  </a:lnTo>
                  <a:lnTo>
                    <a:pt x="5432795" y="31220"/>
                  </a:lnTo>
                  <a:lnTo>
                    <a:pt x="5484623" y="36296"/>
                  </a:lnTo>
                  <a:lnTo>
                    <a:pt x="5534136" y="41993"/>
                  </a:lnTo>
                  <a:lnTo>
                    <a:pt x="5567201" y="46278"/>
                  </a:lnTo>
                  <a:lnTo>
                    <a:pt x="5619509" y="53821"/>
                  </a:lnTo>
                  <a:lnTo>
                    <a:pt x="5671315" y="62178"/>
                  </a:lnTo>
                  <a:lnTo>
                    <a:pt x="5723202" y="71358"/>
                  </a:lnTo>
                  <a:lnTo>
                    <a:pt x="5775552" y="81340"/>
                  </a:lnTo>
                  <a:lnTo>
                    <a:pt x="5828576" y="92067"/>
                  </a:lnTo>
                  <a:lnTo>
                    <a:pt x="5882335" y="103444"/>
                  </a:lnTo>
                  <a:lnTo>
                    <a:pt x="5936759" y="115342"/>
                  </a:lnTo>
                  <a:lnTo>
                    <a:pt x="5991679" y="127599"/>
                  </a:lnTo>
                  <a:lnTo>
                    <a:pt x="6046850" y="140032"/>
                  </a:lnTo>
                  <a:lnTo>
                    <a:pt x="6101994" y="152446"/>
                  </a:lnTo>
                  <a:lnTo>
                    <a:pt x="6156835" y="164648"/>
                  </a:lnTo>
                  <a:lnTo>
                    <a:pt x="6211143" y="176457"/>
                  </a:lnTo>
                  <a:lnTo>
                    <a:pt x="6264762" y="187718"/>
                  </a:lnTo>
                  <a:lnTo>
                    <a:pt x="6317648" y="198308"/>
                  </a:lnTo>
                  <a:lnTo>
                    <a:pt x="6369887" y="208140"/>
                  </a:lnTo>
                  <a:lnTo>
                    <a:pt x="6421723" y="217162"/>
                  </a:lnTo>
                  <a:lnTo>
                    <a:pt x="6473574" y="225361"/>
                  </a:lnTo>
                  <a:lnTo>
                    <a:pt x="6515891" y="231392"/>
                  </a:lnTo>
                  <a:lnTo>
                    <a:pt x="6564292" y="237534"/>
                  </a:lnTo>
                  <a:lnTo>
                    <a:pt x="6614437" y="243032"/>
                  </a:lnTo>
                  <a:lnTo>
                    <a:pt x="6667180" y="247922"/>
                  </a:lnTo>
                  <a:lnTo>
                    <a:pt x="6723474" y="252265"/>
                  </a:lnTo>
                  <a:lnTo>
                    <a:pt x="6784278" y="256126"/>
                  </a:lnTo>
                  <a:lnTo>
                    <a:pt x="6850469" y="259567"/>
                  </a:lnTo>
                  <a:lnTo>
                    <a:pt x="6922721" y="262641"/>
                  </a:lnTo>
                  <a:lnTo>
                    <a:pt x="7001343" y="265391"/>
                  </a:lnTo>
                  <a:lnTo>
                    <a:pt x="7086068" y="267846"/>
                  </a:lnTo>
                  <a:lnTo>
                    <a:pt x="7175819" y="270020"/>
                  </a:lnTo>
                  <a:lnTo>
                    <a:pt x="7268483" y="271919"/>
                  </a:lnTo>
                  <a:lnTo>
                    <a:pt x="7360827" y="273538"/>
                  </a:lnTo>
                  <a:lnTo>
                    <a:pt x="7448657" y="274872"/>
                  </a:lnTo>
                  <a:lnTo>
                    <a:pt x="7527329" y="275916"/>
                  </a:lnTo>
                  <a:lnTo>
                    <a:pt x="7592592" y="276680"/>
                  </a:lnTo>
                  <a:lnTo>
                    <a:pt x="7641569" y="277189"/>
                  </a:lnTo>
                  <a:lnTo>
                    <a:pt x="7673537" y="277486"/>
                  </a:lnTo>
                  <a:lnTo>
                    <a:pt x="7690253" y="277626"/>
                  </a:lnTo>
                  <a:lnTo>
                    <a:pt x="7695809" y="277668"/>
                  </a:lnTo>
                  <a:lnTo>
                    <a:pt x="7696237" y="277671"/>
                  </a:lnTo>
                  <a:lnTo>
                    <a:pt x="8234974" y="2776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2" name="pl1162"/>
            <p:cNvSpPr/>
            <p:nvPr/>
          </p:nvSpPr>
          <p:spPr>
            <a:xfrm>
              <a:off x="546595" y="2764934"/>
              <a:ext cx="8234974" cy="1486357"/>
            </a:xfrm>
            <a:custGeom>
              <a:avLst/>
              <a:pathLst>
                <a:path w="8234974" h="1486357">
                  <a:moveTo>
                    <a:pt x="8234974" y="277671"/>
                  </a:moveTo>
                  <a:lnTo>
                    <a:pt x="7696237" y="277671"/>
                  </a:lnTo>
                  <a:lnTo>
                    <a:pt x="7694936" y="277661"/>
                  </a:lnTo>
                  <a:lnTo>
                    <a:pt x="7686446" y="277595"/>
                  </a:lnTo>
                  <a:lnTo>
                    <a:pt x="7665283" y="277413"/>
                  </a:lnTo>
                  <a:lnTo>
                    <a:pt x="7628050" y="277054"/>
                  </a:lnTo>
                  <a:lnTo>
                    <a:pt x="7573773" y="276469"/>
                  </a:lnTo>
                  <a:lnTo>
                    <a:pt x="7503911" y="275619"/>
                  </a:lnTo>
                  <a:lnTo>
                    <a:pt x="7421871" y="274485"/>
                  </a:lnTo>
                  <a:lnTo>
                    <a:pt x="7332131" y="273061"/>
                  </a:lnTo>
                  <a:lnTo>
                    <a:pt x="7239274" y="271353"/>
                  </a:lnTo>
                  <a:lnTo>
                    <a:pt x="7147228" y="269367"/>
                  </a:lnTo>
                  <a:lnTo>
                    <a:pt x="7058879" y="267106"/>
                  </a:lnTo>
                  <a:lnTo>
                    <a:pt x="6975995" y="264562"/>
                  </a:lnTo>
                  <a:lnTo>
                    <a:pt x="6899375" y="261714"/>
                  </a:lnTo>
                  <a:lnTo>
                    <a:pt x="6829078" y="258529"/>
                  </a:lnTo>
                  <a:lnTo>
                    <a:pt x="6764662" y="254963"/>
                  </a:lnTo>
                  <a:lnTo>
                    <a:pt x="6705373" y="250958"/>
                  </a:lnTo>
                  <a:lnTo>
                    <a:pt x="6650298" y="246450"/>
                  </a:lnTo>
                  <a:lnTo>
                    <a:pt x="6598469" y="241375"/>
                  </a:lnTo>
                  <a:lnTo>
                    <a:pt x="6548957" y="235677"/>
                  </a:lnTo>
                  <a:lnTo>
                    <a:pt x="6515891" y="231392"/>
                  </a:lnTo>
                  <a:lnTo>
                    <a:pt x="6463584" y="223849"/>
                  </a:lnTo>
                  <a:lnTo>
                    <a:pt x="6411778" y="215493"/>
                  </a:lnTo>
                  <a:lnTo>
                    <a:pt x="6359891" y="206312"/>
                  </a:lnTo>
                  <a:lnTo>
                    <a:pt x="6307541" y="196330"/>
                  </a:lnTo>
                  <a:lnTo>
                    <a:pt x="6254517" y="185603"/>
                  </a:lnTo>
                  <a:lnTo>
                    <a:pt x="6200758" y="174226"/>
                  </a:lnTo>
                  <a:lnTo>
                    <a:pt x="6146333" y="162328"/>
                  </a:lnTo>
                  <a:lnTo>
                    <a:pt x="6091414" y="150071"/>
                  </a:lnTo>
                  <a:lnTo>
                    <a:pt x="6036243" y="137638"/>
                  </a:lnTo>
                  <a:lnTo>
                    <a:pt x="5981099" y="125224"/>
                  </a:lnTo>
                  <a:lnTo>
                    <a:pt x="5926257" y="113023"/>
                  </a:lnTo>
                  <a:lnTo>
                    <a:pt x="5871950" y="101213"/>
                  </a:lnTo>
                  <a:lnTo>
                    <a:pt x="5818331" y="89952"/>
                  </a:lnTo>
                  <a:lnTo>
                    <a:pt x="5765445" y="79362"/>
                  </a:lnTo>
                  <a:lnTo>
                    <a:pt x="5713205" y="69530"/>
                  </a:lnTo>
                  <a:lnTo>
                    <a:pt x="5661369" y="60508"/>
                  </a:lnTo>
                  <a:lnTo>
                    <a:pt x="5609519" y="52309"/>
                  </a:lnTo>
                  <a:lnTo>
                    <a:pt x="5567201" y="46278"/>
                  </a:lnTo>
                  <a:lnTo>
                    <a:pt x="5518800" y="40136"/>
                  </a:lnTo>
                  <a:lnTo>
                    <a:pt x="5468656" y="34639"/>
                  </a:lnTo>
                  <a:lnTo>
                    <a:pt x="5415913" y="29748"/>
                  </a:lnTo>
                  <a:lnTo>
                    <a:pt x="5359619" y="25405"/>
                  </a:lnTo>
                  <a:lnTo>
                    <a:pt x="5298815" y="21544"/>
                  </a:lnTo>
                  <a:lnTo>
                    <a:pt x="5232623" y="18103"/>
                  </a:lnTo>
                  <a:lnTo>
                    <a:pt x="5160371" y="15029"/>
                  </a:lnTo>
                  <a:lnTo>
                    <a:pt x="5081750" y="12279"/>
                  </a:lnTo>
                  <a:lnTo>
                    <a:pt x="4997024" y="9825"/>
                  </a:lnTo>
                  <a:lnTo>
                    <a:pt x="4907274" y="7650"/>
                  </a:lnTo>
                  <a:lnTo>
                    <a:pt x="4814610" y="5751"/>
                  </a:lnTo>
                  <a:lnTo>
                    <a:pt x="4722265" y="4132"/>
                  </a:lnTo>
                  <a:lnTo>
                    <a:pt x="4634435" y="2799"/>
                  </a:lnTo>
                  <a:lnTo>
                    <a:pt x="4555764" y="1755"/>
                  </a:lnTo>
                  <a:lnTo>
                    <a:pt x="4490500" y="991"/>
                  </a:lnTo>
                  <a:lnTo>
                    <a:pt x="4441523" y="481"/>
                  </a:lnTo>
                  <a:lnTo>
                    <a:pt x="4409555" y="184"/>
                  </a:lnTo>
                  <a:lnTo>
                    <a:pt x="4392839" y="44"/>
                  </a:lnTo>
                  <a:lnTo>
                    <a:pt x="4387284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6" y="47"/>
                  </a:lnTo>
                  <a:lnTo>
                    <a:pt x="3838616" y="390"/>
                  </a:lnTo>
                  <a:lnTo>
                    <a:pt x="3818050" y="1337"/>
                  </a:lnTo>
                  <a:lnTo>
                    <a:pt x="3781811" y="3197"/>
                  </a:lnTo>
                  <a:lnTo>
                    <a:pt x="3728864" y="6237"/>
                  </a:lnTo>
                  <a:lnTo>
                    <a:pt x="3660522" y="10656"/>
                  </a:lnTo>
                  <a:lnTo>
                    <a:pt x="3580004" y="16563"/>
                  </a:lnTo>
                  <a:lnTo>
                    <a:pt x="3491613" y="23987"/>
                  </a:lnTo>
                  <a:lnTo>
                    <a:pt x="3399814" y="32904"/>
                  </a:lnTo>
                  <a:lnTo>
                    <a:pt x="3308494" y="43279"/>
                  </a:lnTo>
                  <a:lnTo>
                    <a:pt x="3220556" y="55099"/>
                  </a:lnTo>
                  <a:lnTo>
                    <a:pt x="3137827" y="68397"/>
                  </a:lnTo>
                  <a:lnTo>
                    <a:pt x="3061181" y="83268"/>
                  </a:lnTo>
                  <a:lnTo>
                    <a:pt x="2990756" y="99876"/>
                  </a:lnTo>
                  <a:lnTo>
                    <a:pt x="2926175" y="118449"/>
                  </a:lnTo>
                  <a:lnTo>
                    <a:pt x="2866745" y="139271"/>
                  </a:lnTo>
                  <a:lnTo>
                    <a:pt x="2811596" y="162672"/>
                  </a:lnTo>
                  <a:lnTo>
                    <a:pt x="2759793" y="188990"/>
                  </a:lnTo>
                  <a:lnTo>
                    <a:pt x="2710422" y="218526"/>
                  </a:lnTo>
                  <a:lnTo>
                    <a:pt x="2667772" y="247726"/>
                  </a:lnTo>
                  <a:lnTo>
                    <a:pt x="2623813" y="281329"/>
                  </a:lnTo>
                  <a:lnTo>
                    <a:pt x="2580284" y="317986"/>
                  </a:lnTo>
                  <a:lnTo>
                    <a:pt x="2536809" y="357753"/>
                  </a:lnTo>
                  <a:lnTo>
                    <a:pt x="2493119" y="400603"/>
                  </a:lnTo>
                  <a:lnTo>
                    <a:pt x="2449033" y="446420"/>
                  </a:lnTo>
                  <a:lnTo>
                    <a:pt x="2404453" y="494991"/>
                  </a:lnTo>
                  <a:lnTo>
                    <a:pt x="2359354" y="546003"/>
                  </a:lnTo>
                  <a:lnTo>
                    <a:pt x="2313773" y="599047"/>
                  </a:lnTo>
                  <a:lnTo>
                    <a:pt x="2267802" y="653633"/>
                  </a:lnTo>
                  <a:lnTo>
                    <a:pt x="2221571" y="709199"/>
                  </a:lnTo>
                  <a:lnTo>
                    <a:pt x="2175239" y="765143"/>
                  </a:lnTo>
                  <a:lnTo>
                    <a:pt x="2128973" y="820843"/>
                  </a:lnTo>
                  <a:lnTo>
                    <a:pt x="2082934" y="875688"/>
                  </a:lnTo>
                  <a:lnTo>
                    <a:pt x="2037260" y="929108"/>
                  </a:lnTo>
                  <a:lnTo>
                    <a:pt x="1992052" y="980594"/>
                  </a:lnTo>
                  <a:lnTo>
                    <a:pt x="1947360" y="1029720"/>
                  </a:lnTo>
                  <a:lnTo>
                    <a:pt x="1903174" y="1076150"/>
                  </a:lnTo>
                  <a:lnTo>
                    <a:pt x="1859411" y="1119651"/>
                  </a:lnTo>
                  <a:lnTo>
                    <a:pt x="1815909" y="1160086"/>
                  </a:lnTo>
                  <a:lnTo>
                    <a:pt x="1772420" y="1197409"/>
                  </a:lnTo>
                  <a:lnTo>
                    <a:pt x="1728590" y="1231661"/>
                  </a:lnTo>
                  <a:lnTo>
                    <a:pt x="1719082" y="1238631"/>
                  </a:lnTo>
                  <a:lnTo>
                    <a:pt x="1671189" y="1271184"/>
                  </a:lnTo>
                  <a:lnTo>
                    <a:pt x="1621597" y="1300361"/>
                  </a:lnTo>
                  <a:lnTo>
                    <a:pt x="1569478" y="1326348"/>
                  </a:lnTo>
                  <a:lnTo>
                    <a:pt x="1513911" y="1349454"/>
                  </a:lnTo>
                  <a:lnTo>
                    <a:pt x="1453964" y="1370018"/>
                  </a:lnTo>
                  <a:lnTo>
                    <a:pt x="1388781" y="1388365"/>
                  </a:lnTo>
                  <a:lnTo>
                    <a:pt x="1317694" y="1404776"/>
                  </a:lnTo>
                  <a:lnTo>
                    <a:pt x="1240373" y="1419470"/>
                  </a:lnTo>
                  <a:lnTo>
                    <a:pt x="1157024" y="1432605"/>
                  </a:lnTo>
                  <a:lnTo>
                    <a:pt x="1068614" y="1444268"/>
                  </a:lnTo>
                  <a:lnTo>
                    <a:pt x="977083" y="1454487"/>
                  </a:lnTo>
                  <a:lnTo>
                    <a:pt x="885450" y="1463245"/>
                  </a:lnTo>
                  <a:lnTo>
                    <a:pt x="797690" y="1470505"/>
                  </a:lnTo>
                  <a:lnTo>
                    <a:pt x="718292" y="1476248"/>
                  </a:lnTo>
                  <a:lnTo>
                    <a:pt x="651486" y="1480512"/>
                  </a:lnTo>
                  <a:lnTo>
                    <a:pt x="600321" y="1483414"/>
                  </a:lnTo>
                  <a:lnTo>
                    <a:pt x="565868" y="1485160"/>
                  </a:lnTo>
                  <a:lnTo>
                    <a:pt x="546834" y="1486027"/>
                  </a:lnTo>
                  <a:lnTo>
                    <a:pt x="539638" y="1486323"/>
                  </a:lnTo>
                  <a:lnTo>
                    <a:pt x="538736" y="1486357"/>
                  </a:lnTo>
                  <a:lnTo>
                    <a:pt x="0" y="14863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3" name="pg1163"/>
            <p:cNvSpPr/>
            <p:nvPr/>
          </p:nvSpPr>
          <p:spPr>
            <a:xfrm>
              <a:off x="546595" y="3532614"/>
              <a:ext cx="8234974" cy="849347"/>
            </a:xfrm>
            <a:custGeom>
              <a:avLst/>
              <a:pathLst>
                <a:path w="8234974" h="849347">
                  <a:moveTo>
                    <a:pt x="0" y="762234"/>
                  </a:moveTo>
                  <a:lnTo>
                    <a:pt x="538736" y="762234"/>
                  </a:lnTo>
                  <a:lnTo>
                    <a:pt x="540028" y="762209"/>
                  </a:lnTo>
                  <a:lnTo>
                    <a:pt x="548458" y="762031"/>
                  </a:lnTo>
                  <a:lnTo>
                    <a:pt x="569479" y="761536"/>
                  </a:lnTo>
                  <a:lnTo>
                    <a:pt x="606475" y="760567"/>
                  </a:lnTo>
                  <a:lnTo>
                    <a:pt x="660435" y="758983"/>
                  </a:lnTo>
                  <a:lnTo>
                    <a:pt x="729937" y="756682"/>
                  </a:lnTo>
                  <a:lnTo>
                    <a:pt x="811617" y="753610"/>
                  </a:lnTo>
                  <a:lnTo>
                    <a:pt x="901038" y="749754"/>
                  </a:lnTo>
                  <a:lnTo>
                    <a:pt x="993647" y="745126"/>
                  </a:lnTo>
                  <a:lnTo>
                    <a:pt x="1085523" y="739745"/>
                  </a:lnTo>
                  <a:lnTo>
                    <a:pt x="1173778" y="733617"/>
                  </a:lnTo>
                  <a:lnTo>
                    <a:pt x="1256628" y="726721"/>
                  </a:lnTo>
                  <a:lnTo>
                    <a:pt x="1333255" y="719004"/>
                  </a:lnTo>
                  <a:lnTo>
                    <a:pt x="1403583" y="710378"/>
                  </a:lnTo>
                  <a:lnTo>
                    <a:pt x="1468039" y="700721"/>
                  </a:lnTo>
                  <a:lnTo>
                    <a:pt x="1527361" y="689880"/>
                  </a:lnTo>
                  <a:lnTo>
                    <a:pt x="1582452" y="677684"/>
                  </a:lnTo>
                  <a:lnTo>
                    <a:pt x="1634272" y="663955"/>
                  </a:lnTo>
                  <a:lnTo>
                    <a:pt x="1683750" y="648543"/>
                  </a:lnTo>
                  <a:lnTo>
                    <a:pt x="1719082" y="636103"/>
                  </a:lnTo>
                  <a:lnTo>
                    <a:pt x="1768712" y="616658"/>
                  </a:lnTo>
                  <a:lnTo>
                    <a:pt x="1817859" y="595221"/>
                  </a:lnTo>
                  <a:lnTo>
                    <a:pt x="1867036" y="571763"/>
                  </a:lnTo>
                  <a:lnTo>
                    <a:pt x="1916588" y="546324"/>
                  </a:lnTo>
                  <a:lnTo>
                    <a:pt x="1966720" y="519022"/>
                  </a:lnTo>
                  <a:lnTo>
                    <a:pt x="2017512" y="490057"/>
                  </a:lnTo>
                  <a:lnTo>
                    <a:pt x="2068934" y="459708"/>
                  </a:lnTo>
                  <a:lnTo>
                    <a:pt x="2120866" y="428327"/>
                  </a:lnTo>
                  <a:lnTo>
                    <a:pt x="2173121" y="396324"/>
                  </a:lnTo>
                  <a:lnTo>
                    <a:pt x="2225470" y="364145"/>
                  </a:lnTo>
                  <a:lnTo>
                    <a:pt x="2277671" y="332244"/>
                  </a:lnTo>
                  <a:lnTo>
                    <a:pt x="2329504" y="301060"/>
                  </a:lnTo>
                  <a:lnTo>
                    <a:pt x="2380792" y="270993"/>
                  </a:lnTo>
                  <a:lnTo>
                    <a:pt x="2431435" y="242379"/>
                  </a:lnTo>
                  <a:lnTo>
                    <a:pt x="2481426" y="215481"/>
                  </a:lnTo>
                  <a:lnTo>
                    <a:pt x="2530871" y="190480"/>
                  </a:lnTo>
                  <a:lnTo>
                    <a:pt x="2580005" y="167474"/>
                  </a:lnTo>
                  <a:lnTo>
                    <a:pt x="2629210" y="146489"/>
                  </a:lnTo>
                  <a:lnTo>
                    <a:pt x="2667772" y="131576"/>
                  </a:lnTo>
                  <a:lnTo>
                    <a:pt x="2716053" y="114876"/>
                  </a:lnTo>
                  <a:lnTo>
                    <a:pt x="2766066" y="99922"/>
                  </a:lnTo>
                  <a:lnTo>
                    <a:pt x="2818661" y="86616"/>
                  </a:lnTo>
                  <a:lnTo>
                    <a:pt x="2874782" y="74797"/>
                  </a:lnTo>
                  <a:lnTo>
                    <a:pt x="2935383" y="64286"/>
                  </a:lnTo>
                  <a:lnTo>
                    <a:pt x="3001334" y="54917"/>
                  </a:lnTo>
                  <a:lnTo>
                    <a:pt x="3073309" y="46542"/>
                  </a:lnTo>
                  <a:lnTo>
                    <a:pt x="3151621" y="39051"/>
                  </a:lnTo>
                  <a:lnTo>
                    <a:pt x="3236020" y="32362"/>
                  </a:lnTo>
                  <a:lnTo>
                    <a:pt x="3325454" y="26433"/>
                  </a:lnTo>
                  <a:lnTo>
                    <a:pt x="3417852" y="21250"/>
                  </a:lnTo>
                  <a:lnTo>
                    <a:pt x="3510034" y="16825"/>
                  </a:lnTo>
                  <a:lnTo>
                    <a:pt x="3597856" y="13177"/>
                  </a:lnTo>
                  <a:lnTo>
                    <a:pt x="3676710" y="10312"/>
                  </a:lnTo>
                  <a:lnTo>
                    <a:pt x="3742350" y="8209"/>
                  </a:lnTo>
                  <a:lnTo>
                    <a:pt x="3791853" y="6799"/>
                  </a:lnTo>
                  <a:lnTo>
                    <a:pt x="3824411" y="5971"/>
                  </a:lnTo>
                  <a:lnTo>
                    <a:pt x="3841670" y="5576"/>
                  </a:lnTo>
                  <a:lnTo>
                    <a:pt x="3847598" y="545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5" y="5472"/>
                  </a:lnTo>
                  <a:lnTo>
                    <a:pt x="4396558" y="5671"/>
                  </a:lnTo>
                  <a:lnTo>
                    <a:pt x="4417539" y="6221"/>
                  </a:lnTo>
                  <a:lnTo>
                    <a:pt x="4454469" y="7299"/>
                  </a:lnTo>
                  <a:lnTo>
                    <a:pt x="4508341" y="9063"/>
                  </a:lnTo>
                  <a:lnTo>
                    <a:pt x="4577742" y="11623"/>
                  </a:lnTo>
                  <a:lnTo>
                    <a:pt x="4659321" y="15042"/>
                  </a:lnTo>
                  <a:lnTo>
                    <a:pt x="4748653" y="19335"/>
                  </a:lnTo>
                  <a:lnTo>
                    <a:pt x="4841193" y="24487"/>
                  </a:lnTo>
                  <a:lnTo>
                    <a:pt x="4933022" y="30478"/>
                  </a:lnTo>
                  <a:lnTo>
                    <a:pt x="5021250" y="37301"/>
                  </a:lnTo>
                  <a:lnTo>
                    <a:pt x="5104089" y="44978"/>
                  </a:lnTo>
                  <a:lnTo>
                    <a:pt x="5180719" y="53569"/>
                  </a:lnTo>
                  <a:lnTo>
                    <a:pt x="5251056" y="63172"/>
                  </a:lnTo>
                  <a:lnTo>
                    <a:pt x="5315522" y="73921"/>
                  </a:lnTo>
                  <a:lnTo>
                    <a:pt x="5374853" y="85986"/>
                  </a:lnTo>
                  <a:lnTo>
                    <a:pt x="5429949" y="99559"/>
                  </a:lnTo>
                  <a:lnTo>
                    <a:pt x="5481768" y="114836"/>
                  </a:lnTo>
                  <a:lnTo>
                    <a:pt x="5531235" y="131985"/>
                  </a:lnTo>
                  <a:lnTo>
                    <a:pt x="5567201" y="146095"/>
                  </a:lnTo>
                  <a:lnTo>
                    <a:pt x="5616190" y="167482"/>
                  </a:lnTo>
                  <a:lnTo>
                    <a:pt x="5664703" y="191033"/>
                  </a:lnTo>
                  <a:lnTo>
                    <a:pt x="5713234" y="216779"/>
                  </a:lnTo>
                  <a:lnTo>
                    <a:pt x="5762120" y="244681"/>
                  </a:lnTo>
                  <a:lnTo>
                    <a:pt x="5811564" y="274615"/>
                  </a:lnTo>
                  <a:lnTo>
                    <a:pt x="5861650" y="306374"/>
                  </a:lnTo>
                  <a:lnTo>
                    <a:pt x="5912355" y="339663"/>
                  </a:lnTo>
                  <a:lnTo>
                    <a:pt x="5963571" y="374110"/>
                  </a:lnTo>
                  <a:lnTo>
                    <a:pt x="6015123" y="409282"/>
                  </a:lnTo>
                  <a:lnTo>
                    <a:pt x="6066794" y="444704"/>
                  </a:lnTo>
                  <a:lnTo>
                    <a:pt x="6118351" y="479886"/>
                  </a:lnTo>
                  <a:lnTo>
                    <a:pt x="6169577" y="514355"/>
                  </a:lnTo>
                  <a:lnTo>
                    <a:pt x="6220296" y="547675"/>
                  </a:lnTo>
                  <a:lnTo>
                    <a:pt x="6270396" y="579472"/>
                  </a:lnTo>
                  <a:lnTo>
                    <a:pt x="6319854" y="609451"/>
                  </a:lnTo>
                  <a:lnTo>
                    <a:pt x="6368751" y="637400"/>
                  </a:lnTo>
                  <a:lnTo>
                    <a:pt x="6417287" y="663196"/>
                  </a:lnTo>
                  <a:lnTo>
                    <a:pt x="6465795" y="686797"/>
                  </a:lnTo>
                  <a:lnTo>
                    <a:pt x="6514766" y="708233"/>
                  </a:lnTo>
                  <a:lnTo>
                    <a:pt x="6515891" y="708696"/>
                  </a:lnTo>
                  <a:lnTo>
                    <a:pt x="6564138" y="727306"/>
                  </a:lnTo>
                  <a:lnTo>
                    <a:pt x="6614115" y="743972"/>
                  </a:lnTo>
                  <a:lnTo>
                    <a:pt x="6666669" y="758802"/>
                  </a:lnTo>
                  <a:lnTo>
                    <a:pt x="6722742" y="771977"/>
                  </a:lnTo>
                  <a:lnTo>
                    <a:pt x="6783285" y="783693"/>
                  </a:lnTo>
                  <a:lnTo>
                    <a:pt x="6849169" y="794139"/>
                  </a:lnTo>
                  <a:lnTo>
                    <a:pt x="6921067" y="803475"/>
                  </a:lnTo>
                  <a:lnTo>
                    <a:pt x="6999293" y="811829"/>
                  </a:lnTo>
                  <a:lnTo>
                    <a:pt x="7083601" y="819287"/>
                  </a:lnTo>
                  <a:lnTo>
                    <a:pt x="7172946" y="825900"/>
                  </a:lnTo>
                  <a:lnTo>
                    <a:pt x="7265270" y="831681"/>
                  </a:lnTo>
                  <a:lnTo>
                    <a:pt x="7357405" y="836618"/>
                  </a:lnTo>
                  <a:lnTo>
                    <a:pt x="7445224" y="840692"/>
                  </a:lnTo>
                  <a:lnTo>
                    <a:pt x="7524129" y="843892"/>
                  </a:lnTo>
                  <a:lnTo>
                    <a:pt x="7589872" y="846244"/>
                  </a:lnTo>
                  <a:lnTo>
                    <a:pt x="7639521" y="847822"/>
                  </a:lnTo>
                  <a:lnTo>
                    <a:pt x="7672244" y="848752"/>
                  </a:lnTo>
                  <a:lnTo>
                    <a:pt x="7689655" y="849196"/>
                  </a:lnTo>
                  <a:lnTo>
                    <a:pt x="7695689" y="849335"/>
                  </a:lnTo>
                  <a:lnTo>
                    <a:pt x="7696237" y="849347"/>
                  </a:lnTo>
                  <a:lnTo>
                    <a:pt x="8234974" y="849347"/>
                  </a:lnTo>
                  <a:lnTo>
                    <a:pt x="8234974" y="843902"/>
                  </a:lnTo>
                  <a:lnTo>
                    <a:pt x="7696237" y="843902"/>
                  </a:lnTo>
                  <a:lnTo>
                    <a:pt x="7694948" y="843874"/>
                  </a:lnTo>
                  <a:lnTo>
                    <a:pt x="7686534" y="843676"/>
                  </a:lnTo>
                  <a:lnTo>
                    <a:pt x="7665553" y="843126"/>
                  </a:lnTo>
                  <a:lnTo>
                    <a:pt x="7628624" y="842047"/>
                  </a:lnTo>
                  <a:lnTo>
                    <a:pt x="7574751" y="840284"/>
                  </a:lnTo>
                  <a:lnTo>
                    <a:pt x="7505350" y="837723"/>
                  </a:lnTo>
                  <a:lnTo>
                    <a:pt x="7423771" y="834304"/>
                  </a:lnTo>
                  <a:lnTo>
                    <a:pt x="7334439" y="830011"/>
                  </a:lnTo>
                  <a:lnTo>
                    <a:pt x="7241899" y="824859"/>
                  </a:lnTo>
                  <a:lnTo>
                    <a:pt x="7150071" y="818869"/>
                  </a:lnTo>
                  <a:lnTo>
                    <a:pt x="7061843" y="812046"/>
                  </a:lnTo>
                  <a:lnTo>
                    <a:pt x="6979003" y="804368"/>
                  </a:lnTo>
                  <a:lnTo>
                    <a:pt x="6902373" y="795777"/>
                  </a:lnTo>
                  <a:lnTo>
                    <a:pt x="6832037" y="786175"/>
                  </a:lnTo>
                  <a:lnTo>
                    <a:pt x="6767570" y="775426"/>
                  </a:lnTo>
                  <a:lnTo>
                    <a:pt x="6708239" y="763360"/>
                  </a:lnTo>
                  <a:lnTo>
                    <a:pt x="6653143" y="749788"/>
                  </a:lnTo>
                  <a:lnTo>
                    <a:pt x="6601325" y="734510"/>
                  </a:lnTo>
                  <a:lnTo>
                    <a:pt x="6551857" y="717361"/>
                  </a:lnTo>
                  <a:lnTo>
                    <a:pt x="6515891" y="703252"/>
                  </a:lnTo>
                  <a:lnTo>
                    <a:pt x="6466902" y="681864"/>
                  </a:lnTo>
                  <a:lnTo>
                    <a:pt x="6418389" y="658313"/>
                  </a:lnTo>
                  <a:lnTo>
                    <a:pt x="6369859" y="632567"/>
                  </a:lnTo>
                  <a:lnTo>
                    <a:pt x="6320973" y="604665"/>
                  </a:lnTo>
                  <a:lnTo>
                    <a:pt x="6271528" y="574731"/>
                  </a:lnTo>
                  <a:lnTo>
                    <a:pt x="6221443" y="542972"/>
                  </a:lnTo>
                  <a:lnTo>
                    <a:pt x="6170738" y="509683"/>
                  </a:lnTo>
                  <a:lnTo>
                    <a:pt x="6119521" y="475236"/>
                  </a:lnTo>
                  <a:lnTo>
                    <a:pt x="6067969" y="440064"/>
                  </a:lnTo>
                  <a:lnTo>
                    <a:pt x="6016299" y="404643"/>
                  </a:lnTo>
                  <a:lnTo>
                    <a:pt x="5964741" y="369460"/>
                  </a:lnTo>
                  <a:lnTo>
                    <a:pt x="5913515" y="334991"/>
                  </a:lnTo>
                  <a:lnTo>
                    <a:pt x="5862797" y="301672"/>
                  </a:lnTo>
                  <a:lnTo>
                    <a:pt x="5812697" y="269874"/>
                  </a:lnTo>
                  <a:lnTo>
                    <a:pt x="5763238" y="239896"/>
                  </a:lnTo>
                  <a:lnTo>
                    <a:pt x="5714341" y="211946"/>
                  </a:lnTo>
                  <a:lnTo>
                    <a:pt x="5665806" y="186150"/>
                  </a:lnTo>
                  <a:lnTo>
                    <a:pt x="5617297" y="162549"/>
                  </a:lnTo>
                  <a:lnTo>
                    <a:pt x="5568326" y="141113"/>
                  </a:lnTo>
                  <a:lnTo>
                    <a:pt x="5567201" y="140650"/>
                  </a:lnTo>
                  <a:lnTo>
                    <a:pt x="5518955" y="122040"/>
                  </a:lnTo>
                  <a:lnTo>
                    <a:pt x="5468977" y="105374"/>
                  </a:lnTo>
                  <a:lnTo>
                    <a:pt x="5416424" y="90544"/>
                  </a:lnTo>
                  <a:lnTo>
                    <a:pt x="5360351" y="77369"/>
                  </a:lnTo>
                  <a:lnTo>
                    <a:pt x="5299807" y="65653"/>
                  </a:lnTo>
                  <a:lnTo>
                    <a:pt x="5233923" y="55207"/>
                  </a:lnTo>
                  <a:lnTo>
                    <a:pt x="5162026" y="45871"/>
                  </a:lnTo>
                  <a:lnTo>
                    <a:pt x="5083800" y="37518"/>
                  </a:lnTo>
                  <a:lnTo>
                    <a:pt x="4999491" y="30059"/>
                  </a:lnTo>
                  <a:lnTo>
                    <a:pt x="4910146" y="23446"/>
                  </a:lnTo>
                  <a:lnTo>
                    <a:pt x="4817823" y="17666"/>
                  </a:lnTo>
                  <a:lnTo>
                    <a:pt x="4725687" y="12728"/>
                  </a:lnTo>
                  <a:lnTo>
                    <a:pt x="4637868" y="8655"/>
                  </a:lnTo>
                  <a:lnTo>
                    <a:pt x="4558964" y="5455"/>
                  </a:lnTo>
                  <a:lnTo>
                    <a:pt x="4493221" y="3103"/>
                  </a:lnTo>
                  <a:lnTo>
                    <a:pt x="4443571" y="1524"/>
                  </a:lnTo>
                  <a:lnTo>
                    <a:pt x="4410848" y="595"/>
                  </a:lnTo>
                  <a:lnTo>
                    <a:pt x="4393437" y="150"/>
                  </a:lnTo>
                  <a:lnTo>
                    <a:pt x="4387404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6" y="25"/>
                  </a:lnTo>
                  <a:lnTo>
                    <a:pt x="3838396" y="203"/>
                  </a:lnTo>
                  <a:lnTo>
                    <a:pt x="3817375" y="697"/>
                  </a:lnTo>
                  <a:lnTo>
                    <a:pt x="3780380" y="1667"/>
                  </a:lnTo>
                  <a:lnTo>
                    <a:pt x="3726419" y="3251"/>
                  </a:lnTo>
                  <a:lnTo>
                    <a:pt x="3656918" y="5552"/>
                  </a:lnTo>
                  <a:lnTo>
                    <a:pt x="3575238" y="8624"/>
                  </a:lnTo>
                  <a:lnTo>
                    <a:pt x="3485817" y="12480"/>
                  </a:lnTo>
                  <a:lnTo>
                    <a:pt x="3393207" y="17108"/>
                  </a:lnTo>
                  <a:lnTo>
                    <a:pt x="3301331" y="22488"/>
                  </a:lnTo>
                  <a:lnTo>
                    <a:pt x="3213077" y="28617"/>
                  </a:lnTo>
                  <a:lnTo>
                    <a:pt x="3130227" y="35513"/>
                  </a:lnTo>
                  <a:lnTo>
                    <a:pt x="3053599" y="43230"/>
                  </a:lnTo>
                  <a:lnTo>
                    <a:pt x="2983271" y="51856"/>
                  </a:lnTo>
                  <a:lnTo>
                    <a:pt x="2918816" y="61513"/>
                  </a:lnTo>
                  <a:lnTo>
                    <a:pt x="2859494" y="72353"/>
                  </a:lnTo>
                  <a:lnTo>
                    <a:pt x="2804403" y="84550"/>
                  </a:lnTo>
                  <a:lnTo>
                    <a:pt x="2752582" y="98279"/>
                  </a:lnTo>
                  <a:lnTo>
                    <a:pt x="2703105" y="113690"/>
                  </a:lnTo>
                  <a:lnTo>
                    <a:pt x="2667772" y="126131"/>
                  </a:lnTo>
                  <a:lnTo>
                    <a:pt x="2618143" y="145576"/>
                  </a:lnTo>
                  <a:lnTo>
                    <a:pt x="2568995" y="167013"/>
                  </a:lnTo>
                  <a:lnTo>
                    <a:pt x="2519819" y="190471"/>
                  </a:lnTo>
                  <a:lnTo>
                    <a:pt x="2470267" y="215910"/>
                  </a:lnTo>
                  <a:lnTo>
                    <a:pt x="2420135" y="243211"/>
                  </a:lnTo>
                  <a:lnTo>
                    <a:pt x="2369343" y="272177"/>
                  </a:lnTo>
                  <a:lnTo>
                    <a:pt x="2317921" y="302526"/>
                  </a:lnTo>
                  <a:lnTo>
                    <a:pt x="2265988" y="333907"/>
                  </a:lnTo>
                  <a:lnTo>
                    <a:pt x="2213733" y="365909"/>
                  </a:lnTo>
                  <a:lnTo>
                    <a:pt x="2161385" y="398089"/>
                  </a:lnTo>
                  <a:lnTo>
                    <a:pt x="2109183" y="429990"/>
                  </a:lnTo>
                  <a:lnTo>
                    <a:pt x="2057351" y="461173"/>
                  </a:lnTo>
                  <a:lnTo>
                    <a:pt x="2006063" y="491240"/>
                  </a:lnTo>
                  <a:lnTo>
                    <a:pt x="1955420" y="519854"/>
                  </a:lnTo>
                  <a:lnTo>
                    <a:pt x="1905429" y="546753"/>
                  </a:lnTo>
                  <a:lnTo>
                    <a:pt x="1855984" y="571754"/>
                  </a:lnTo>
                  <a:lnTo>
                    <a:pt x="1806849" y="594760"/>
                  </a:lnTo>
                  <a:lnTo>
                    <a:pt x="1757644" y="615745"/>
                  </a:lnTo>
                  <a:lnTo>
                    <a:pt x="1719082" y="630658"/>
                  </a:lnTo>
                  <a:lnTo>
                    <a:pt x="1670802" y="647358"/>
                  </a:lnTo>
                  <a:lnTo>
                    <a:pt x="1620788" y="662312"/>
                  </a:lnTo>
                  <a:lnTo>
                    <a:pt x="1568193" y="675618"/>
                  </a:lnTo>
                  <a:lnTo>
                    <a:pt x="1512072" y="687437"/>
                  </a:lnTo>
                  <a:lnTo>
                    <a:pt x="1451472" y="697947"/>
                  </a:lnTo>
                  <a:lnTo>
                    <a:pt x="1385521" y="707317"/>
                  </a:lnTo>
                  <a:lnTo>
                    <a:pt x="1313546" y="715691"/>
                  </a:lnTo>
                  <a:lnTo>
                    <a:pt x="1235234" y="723183"/>
                  </a:lnTo>
                  <a:lnTo>
                    <a:pt x="1150834" y="729872"/>
                  </a:lnTo>
                  <a:lnTo>
                    <a:pt x="1061401" y="735801"/>
                  </a:lnTo>
                  <a:lnTo>
                    <a:pt x="969003" y="740984"/>
                  </a:lnTo>
                  <a:lnTo>
                    <a:pt x="876821" y="745409"/>
                  </a:lnTo>
                  <a:lnTo>
                    <a:pt x="788999" y="749057"/>
                  </a:lnTo>
                  <a:lnTo>
                    <a:pt x="710144" y="751922"/>
                  </a:lnTo>
                  <a:lnTo>
                    <a:pt x="644505" y="754025"/>
                  </a:lnTo>
                  <a:lnTo>
                    <a:pt x="595002" y="755434"/>
                  </a:lnTo>
                  <a:lnTo>
                    <a:pt x="562443" y="756263"/>
                  </a:lnTo>
                  <a:lnTo>
                    <a:pt x="545185" y="756657"/>
                  </a:lnTo>
                  <a:lnTo>
                    <a:pt x="539257" y="756780"/>
                  </a:lnTo>
                  <a:lnTo>
                    <a:pt x="538736" y="756790"/>
                  </a:lnTo>
                  <a:lnTo>
                    <a:pt x="0" y="75679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64" name="pl1164"/>
            <p:cNvSpPr/>
            <p:nvPr/>
          </p:nvSpPr>
          <p:spPr>
            <a:xfrm>
              <a:off x="546595" y="3538058"/>
              <a:ext cx="8234974" cy="843902"/>
            </a:xfrm>
            <a:custGeom>
              <a:avLst/>
              <a:pathLst>
                <a:path w="8234974" h="843902">
                  <a:moveTo>
                    <a:pt x="0" y="756790"/>
                  </a:moveTo>
                  <a:lnTo>
                    <a:pt x="538736" y="756790"/>
                  </a:lnTo>
                  <a:lnTo>
                    <a:pt x="540028" y="756765"/>
                  </a:lnTo>
                  <a:lnTo>
                    <a:pt x="548458" y="756586"/>
                  </a:lnTo>
                  <a:lnTo>
                    <a:pt x="569479" y="756092"/>
                  </a:lnTo>
                  <a:lnTo>
                    <a:pt x="606475" y="755122"/>
                  </a:lnTo>
                  <a:lnTo>
                    <a:pt x="660435" y="753538"/>
                  </a:lnTo>
                  <a:lnTo>
                    <a:pt x="729937" y="751237"/>
                  </a:lnTo>
                  <a:lnTo>
                    <a:pt x="811617" y="748166"/>
                  </a:lnTo>
                  <a:lnTo>
                    <a:pt x="901038" y="744309"/>
                  </a:lnTo>
                  <a:lnTo>
                    <a:pt x="993647" y="739682"/>
                  </a:lnTo>
                  <a:lnTo>
                    <a:pt x="1085523" y="734301"/>
                  </a:lnTo>
                  <a:lnTo>
                    <a:pt x="1173778" y="728172"/>
                  </a:lnTo>
                  <a:lnTo>
                    <a:pt x="1256628" y="721276"/>
                  </a:lnTo>
                  <a:lnTo>
                    <a:pt x="1333255" y="713559"/>
                  </a:lnTo>
                  <a:lnTo>
                    <a:pt x="1403583" y="704934"/>
                  </a:lnTo>
                  <a:lnTo>
                    <a:pt x="1468039" y="695276"/>
                  </a:lnTo>
                  <a:lnTo>
                    <a:pt x="1527361" y="684436"/>
                  </a:lnTo>
                  <a:lnTo>
                    <a:pt x="1582452" y="672239"/>
                  </a:lnTo>
                  <a:lnTo>
                    <a:pt x="1634272" y="658510"/>
                  </a:lnTo>
                  <a:lnTo>
                    <a:pt x="1683750" y="643099"/>
                  </a:lnTo>
                  <a:lnTo>
                    <a:pt x="1719082" y="630658"/>
                  </a:lnTo>
                  <a:lnTo>
                    <a:pt x="1768712" y="611213"/>
                  </a:lnTo>
                  <a:lnTo>
                    <a:pt x="1817859" y="589776"/>
                  </a:lnTo>
                  <a:lnTo>
                    <a:pt x="1867036" y="566318"/>
                  </a:lnTo>
                  <a:lnTo>
                    <a:pt x="1916588" y="540880"/>
                  </a:lnTo>
                  <a:lnTo>
                    <a:pt x="1966720" y="513578"/>
                  </a:lnTo>
                  <a:lnTo>
                    <a:pt x="2017512" y="484613"/>
                  </a:lnTo>
                  <a:lnTo>
                    <a:pt x="2068934" y="454263"/>
                  </a:lnTo>
                  <a:lnTo>
                    <a:pt x="2120866" y="422883"/>
                  </a:lnTo>
                  <a:lnTo>
                    <a:pt x="2173121" y="390880"/>
                  </a:lnTo>
                  <a:lnTo>
                    <a:pt x="2225470" y="358700"/>
                  </a:lnTo>
                  <a:lnTo>
                    <a:pt x="2277671" y="326799"/>
                  </a:lnTo>
                  <a:lnTo>
                    <a:pt x="2329504" y="295616"/>
                  </a:lnTo>
                  <a:lnTo>
                    <a:pt x="2380792" y="265549"/>
                  </a:lnTo>
                  <a:lnTo>
                    <a:pt x="2431435" y="236935"/>
                  </a:lnTo>
                  <a:lnTo>
                    <a:pt x="2481426" y="210037"/>
                  </a:lnTo>
                  <a:lnTo>
                    <a:pt x="2530871" y="185035"/>
                  </a:lnTo>
                  <a:lnTo>
                    <a:pt x="2580005" y="162030"/>
                  </a:lnTo>
                  <a:lnTo>
                    <a:pt x="2629210" y="141044"/>
                  </a:lnTo>
                  <a:lnTo>
                    <a:pt x="2667772" y="126131"/>
                  </a:lnTo>
                  <a:lnTo>
                    <a:pt x="2716053" y="109431"/>
                  </a:lnTo>
                  <a:lnTo>
                    <a:pt x="2766066" y="94478"/>
                  </a:lnTo>
                  <a:lnTo>
                    <a:pt x="2818661" y="81172"/>
                  </a:lnTo>
                  <a:lnTo>
                    <a:pt x="2874782" y="69352"/>
                  </a:lnTo>
                  <a:lnTo>
                    <a:pt x="2935383" y="58842"/>
                  </a:lnTo>
                  <a:lnTo>
                    <a:pt x="3001334" y="49472"/>
                  </a:lnTo>
                  <a:lnTo>
                    <a:pt x="3073309" y="41098"/>
                  </a:lnTo>
                  <a:lnTo>
                    <a:pt x="3151621" y="33606"/>
                  </a:lnTo>
                  <a:lnTo>
                    <a:pt x="3236020" y="26917"/>
                  </a:lnTo>
                  <a:lnTo>
                    <a:pt x="3325454" y="20988"/>
                  </a:lnTo>
                  <a:lnTo>
                    <a:pt x="3417852" y="15806"/>
                  </a:lnTo>
                  <a:lnTo>
                    <a:pt x="3510034" y="11381"/>
                  </a:lnTo>
                  <a:lnTo>
                    <a:pt x="3597856" y="7732"/>
                  </a:lnTo>
                  <a:lnTo>
                    <a:pt x="3676710" y="4868"/>
                  </a:lnTo>
                  <a:lnTo>
                    <a:pt x="3742350" y="2764"/>
                  </a:lnTo>
                  <a:lnTo>
                    <a:pt x="3791853" y="1355"/>
                  </a:lnTo>
                  <a:lnTo>
                    <a:pt x="3824411" y="526"/>
                  </a:lnTo>
                  <a:lnTo>
                    <a:pt x="3841670" y="132"/>
                  </a:lnTo>
                  <a:lnTo>
                    <a:pt x="3847598" y="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5" y="27"/>
                  </a:lnTo>
                  <a:lnTo>
                    <a:pt x="4396558" y="226"/>
                  </a:lnTo>
                  <a:lnTo>
                    <a:pt x="4417539" y="776"/>
                  </a:lnTo>
                  <a:lnTo>
                    <a:pt x="4454469" y="1855"/>
                  </a:lnTo>
                  <a:lnTo>
                    <a:pt x="4508341" y="3618"/>
                  </a:lnTo>
                  <a:lnTo>
                    <a:pt x="4577742" y="6179"/>
                  </a:lnTo>
                  <a:lnTo>
                    <a:pt x="4659321" y="9598"/>
                  </a:lnTo>
                  <a:lnTo>
                    <a:pt x="4748653" y="13890"/>
                  </a:lnTo>
                  <a:lnTo>
                    <a:pt x="4841193" y="19042"/>
                  </a:lnTo>
                  <a:lnTo>
                    <a:pt x="4933022" y="25033"/>
                  </a:lnTo>
                  <a:lnTo>
                    <a:pt x="5021250" y="31856"/>
                  </a:lnTo>
                  <a:lnTo>
                    <a:pt x="5104089" y="39534"/>
                  </a:lnTo>
                  <a:lnTo>
                    <a:pt x="5180719" y="48125"/>
                  </a:lnTo>
                  <a:lnTo>
                    <a:pt x="5251056" y="57727"/>
                  </a:lnTo>
                  <a:lnTo>
                    <a:pt x="5315522" y="68476"/>
                  </a:lnTo>
                  <a:lnTo>
                    <a:pt x="5374853" y="80541"/>
                  </a:lnTo>
                  <a:lnTo>
                    <a:pt x="5429949" y="94114"/>
                  </a:lnTo>
                  <a:lnTo>
                    <a:pt x="5481768" y="109391"/>
                  </a:lnTo>
                  <a:lnTo>
                    <a:pt x="5531235" y="126541"/>
                  </a:lnTo>
                  <a:lnTo>
                    <a:pt x="5567201" y="140650"/>
                  </a:lnTo>
                  <a:lnTo>
                    <a:pt x="5616190" y="162038"/>
                  </a:lnTo>
                  <a:lnTo>
                    <a:pt x="5664703" y="185588"/>
                  </a:lnTo>
                  <a:lnTo>
                    <a:pt x="5713234" y="211335"/>
                  </a:lnTo>
                  <a:lnTo>
                    <a:pt x="5762120" y="239236"/>
                  </a:lnTo>
                  <a:lnTo>
                    <a:pt x="5811564" y="269171"/>
                  </a:lnTo>
                  <a:lnTo>
                    <a:pt x="5861650" y="300930"/>
                  </a:lnTo>
                  <a:lnTo>
                    <a:pt x="5912355" y="334219"/>
                  </a:lnTo>
                  <a:lnTo>
                    <a:pt x="5963571" y="368666"/>
                  </a:lnTo>
                  <a:lnTo>
                    <a:pt x="6015123" y="403838"/>
                  </a:lnTo>
                  <a:lnTo>
                    <a:pt x="6066794" y="439259"/>
                  </a:lnTo>
                  <a:lnTo>
                    <a:pt x="6118351" y="474442"/>
                  </a:lnTo>
                  <a:lnTo>
                    <a:pt x="6169577" y="508911"/>
                  </a:lnTo>
                  <a:lnTo>
                    <a:pt x="6220296" y="542230"/>
                  </a:lnTo>
                  <a:lnTo>
                    <a:pt x="6270396" y="574027"/>
                  </a:lnTo>
                  <a:lnTo>
                    <a:pt x="6319854" y="604006"/>
                  </a:lnTo>
                  <a:lnTo>
                    <a:pt x="6368751" y="631956"/>
                  </a:lnTo>
                  <a:lnTo>
                    <a:pt x="6417287" y="657752"/>
                  </a:lnTo>
                  <a:lnTo>
                    <a:pt x="6465795" y="681353"/>
                  </a:lnTo>
                  <a:lnTo>
                    <a:pt x="6514766" y="702789"/>
                  </a:lnTo>
                  <a:lnTo>
                    <a:pt x="6515891" y="703252"/>
                  </a:lnTo>
                  <a:lnTo>
                    <a:pt x="6564138" y="721862"/>
                  </a:lnTo>
                  <a:lnTo>
                    <a:pt x="6614115" y="738527"/>
                  </a:lnTo>
                  <a:lnTo>
                    <a:pt x="6666669" y="753358"/>
                  </a:lnTo>
                  <a:lnTo>
                    <a:pt x="6722742" y="766532"/>
                  </a:lnTo>
                  <a:lnTo>
                    <a:pt x="6783285" y="778249"/>
                  </a:lnTo>
                  <a:lnTo>
                    <a:pt x="6849169" y="788694"/>
                  </a:lnTo>
                  <a:lnTo>
                    <a:pt x="6921067" y="798031"/>
                  </a:lnTo>
                  <a:lnTo>
                    <a:pt x="6999293" y="806384"/>
                  </a:lnTo>
                  <a:lnTo>
                    <a:pt x="7083601" y="813843"/>
                  </a:lnTo>
                  <a:lnTo>
                    <a:pt x="7172946" y="820455"/>
                  </a:lnTo>
                  <a:lnTo>
                    <a:pt x="7265270" y="826236"/>
                  </a:lnTo>
                  <a:lnTo>
                    <a:pt x="7357405" y="831174"/>
                  </a:lnTo>
                  <a:lnTo>
                    <a:pt x="7445224" y="835247"/>
                  </a:lnTo>
                  <a:lnTo>
                    <a:pt x="7524129" y="838447"/>
                  </a:lnTo>
                  <a:lnTo>
                    <a:pt x="7589872" y="840799"/>
                  </a:lnTo>
                  <a:lnTo>
                    <a:pt x="7639521" y="842377"/>
                  </a:lnTo>
                  <a:lnTo>
                    <a:pt x="7672244" y="843307"/>
                  </a:lnTo>
                  <a:lnTo>
                    <a:pt x="7689655" y="843752"/>
                  </a:lnTo>
                  <a:lnTo>
                    <a:pt x="7695689" y="843891"/>
                  </a:lnTo>
                  <a:lnTo>
                    <a:pt x="7696237" y="843902"/>
                  </a:lnTo>
                  <a:lnTo>
                    <a:pt x="8234974" y="84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5" name="pl1165"/>
            <p:cNvSpPr/>
            <p:nvPr/>
          </p:nvSpPr>
          <p:spPr>
            <a:xfrm>
              <a:off x="546595" y="3532614"/>
              <a:ext cx="8234974" cy="843902"/>
            </a:xfrm>
            <a:custGeom>
              <a:avLst/>
              <a:pathLst>
                <a:path w="8234974" h="843902">
                  <a:moveTo>
                    <a:pt x="8234974" y="843902"/>
                  </a:moveTo>
                  <a:lnTo>
                    <a:pt x="7696237" y="843902"/>
                  </a:lnTo>
                  <a:lnTo>
                    <a:pt x="7694948" y="843874"/>
                  </a:lnTo>
                  <a:lnTo>
                    <a:pt x="7686534" y="843676"/>
                  </a:lnTo>
                  <a:lnTo>
                    <a:pt x="7665553" y="843126"/>
                  </a:lnTo>
                  <a:lnTo>
                    <a:pt x="7628624" y="842047"/>
                  </a:lnTo>
                  <a:lnTo>
                    <a:pt x="7574751" y="840284"/>
                  </a:lnTo>
                  <a:lnTo>
                    <a:pt x="7505350" y="837723"/>
                  </a:lnTo>
                  <a:lnTo>
                    <a:pt x="7423771" y="834304"/>
                  </a:lnTo>
                  <a:lnTo>
                    <a:pt x="7334439" y="830011"/>
                  </a:lnTo>
                  <a:lnTo>
                    <a:pt x="7241899" y="824859"/>
                  </a:lnTo>
                  <a:lnTo>
                    <a:pt x="7150071" y="818869"/>
                  </a:lnTo>
                  <a:lnTo>
                    <a:pt x="7061843" y="812046"/>
                  </a:lnTo>
                  <a:lnTo>
                    <a:pt x="6979003" y="804368"/>
                  </a:lnTo>
                  <a:lnTo>
                    <a:pt x="6902373" y="795777"/>
                  </a:lnTo>
                  <a:lnTo>
                    <a:pt x="6832037" y="786175"/>
                  </a:lnTo>
                  <a:lnTo>
                    <a:pt x="6767570" y="775426"/>
                  </a:lnTo>
                  <a:lnTo>
                    <a:pt x="6708239" y="763360"/>
                  </a:lnTo>
                  <a:lnTo>
                    <a:pt x="6653143" y="749788"/>
                  </a:lnTo>
                  <a:lnTo>
                    <a:pt x="6601325" y="734510"/>
                  </a:lnTo>
                  <a:lnTo>
                    <a:pt x="6551857" y="717361"/>
                  </a:lnTo>
                  <a:lnTo>
                    <a:pt x="6515891" y="703252"/>
                  </a:lnTo>
                  <a:lnTo>
                    <a:pt x="6466902" y="681864"/>
                  </a:lnTo>
                  <a:lnTo>
                    <a:pt x="6418389" y="658313"/>
                  </a:lnTo>
                  <a:lnTo>
                    <a:pt x="6369859" y="632567"/>
                  </a:lnTo>
                  <a:lnTo>
                    <a:pt x="6320973" y="604665"/>
                  </a:lnTo>
                  <a:lnTo>
                    <a:pt x="6271528" y="574731"/>
                  </a:lnTo>
                  <a:lnTo>
                    <a:pt x="6221443" y="542972"/>
                  </a:lnTo>
                  <a:lnTo>
                    <a:pt x="6170738" y="509683"/>
                  </a:lnTo>
                  <a:lnTo>
                    <a:pt x="6119521" y="475236"/>
                  </a:lnTo>
                  <a:lnTo>
                    <a:pt x="6067969" y="440064"/>
                  </a:lnTo>
                  <a:lnTo>
                    <a:pt x="6016299" y="404643"/>
                  </a:lnTo>
                  <a:lnTo>
                    <a:pt x="5964741" y="369460"/>
                  </a:lnTo>
                  <a:lnTo>
                    <a:pt x="5913515" y="334991"/>
                  </a:lnTo>
                  <a:lnTo>
                    <a:pt x="5862797" y="301672"/>
                  </a:lnTo>
                  <a:lnTo>
                    <a:pt x="5812697" y="269874"/>
                  </a:lnTo>
                  <a:lnTo>
                    <a:pt x="5763238" y="239896"/>
                  </a:lnTo>
                  <a:lnTo>
                    <a:pt x="5714341" y="211946"/>
                  </a:lnTo>
                  <a:lnTo>
                    <a:pt x="5665806" y="186150"/>
                  </a:lnTo>
                  <a:lnTo>
                    <a:pt x="5617297" y="162549"/>
                  </a:lnTo>
                  <a:lnTo>
                    <a:pt x="5568326" y="141113"/>
                  </a:lnTo>
                  <a:lnTo>
                    <a:pt x="5567201" y="140650"/>
                  </a:lnTo>
                  <a:lnTo>
                    <a:pt x="5518955" y="122040"/>
                  </a:lnTo>
                  <a:lnTo>
                    <a:pt x="5468977" y="105374"/>
                  </a:lnTo>
                  <a:lnTo>
                    <a:pt x="5416424" y="90544"/>
                  </a:lnTo>
                  <a:lnTo>
                    <a:pt x="5360351" y="77369"/>
                  </a:lnTo>
                  <a:lnTo>
                    <a:pt x="5299807" y="65653"/>
                  </a:lnTo>
                  <a:lnTo>
                    <a:pt x="5233923" y="55207"/>
                  </a:lnTo>
                  <a:lnTo>
                    <a:pt x="5162026" y="45871"/>
                  </a:lnTo>
                  <a:lnTo>
                    <a:pt x="5083800" y="37518"/>
                  </a:lnTo>
                  <a:lnTo>
                    <a:pt x="4999491" y="30059"/>
                  </a:lnTo>
                  <a:lnTo>
                    <a:pt x="4910146" y="23446"/>
                  </a:lnTo>
                  <a:lnTo>
                    <a:pt x="4817823" y="17666"/>
                  </a:lnTo>
                  <a:lnTo>
                    <a:pt x="4725687" y="12728"/>
                  </a:lnTo>
                  <a:lnTo>
                    <a:pt x="4637868" y="8655"/>
                  </a:lnTo>
                  <a:lnTo>
                    <a:pt x="4558964" y="5455"/>
                  </a:lnTo>
                  <a:lnTo>
                    <a:pt x="4493221" y="3103"/>
                  </a:lnTo>
                  <a:lnTo>
                    <a:pt x="4443571" y="1524"/>
                  </a:lnTo>
                  <a:lnTo>
                    <a:pt x="4410848" y="595"/>
                  </a:lnTo>
                  <a:lnTo>
                    <a:pt x="4393437" y="150"/>
                  </a:lnTo>
                  <a:lnTo>
                    <a:pt x="4387404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6" y="25"/>
                  </a:lnTo>
                  <a:lnTo>
                    <a:pt x="3838396" y="203"/>
                  </a:lnTo>
                  <a:lnTo>
                    <a:pt x="3817375" y="697"/>
                  </a:lnTo>
                  <a:lnTo>
                    <a:pt x="3780380" y="1667"/>
                  </a:lnTo>
                  <a:lnTo>
                    <a:pt x="3726419" y="3251"/>
                  </a:lnTo>
                  <a:lnTo>
                    <a:pt x="3656918" y="5552"/>
                  </a:lnTo>
                  <a:lnTo>
                    <a:pt x="3575238" y="8624"/>
                  </a:lnTo>
                  <a:lnTo>
                    <a:pt x="3485817" y="12480"/>
                  </a:lnTo>
                  <a:lnTo>
                    <a:pt x="3393207" y="17108"/>
                  </a:lnTo>
                  <a:lnTo>
                    <a:pt x="3301331" y="22488"/>
                  </a:lnTo>
                  <a:lnTo>
                    <a:pt x="3213077" y="28617"/>
                  </a:lnTo>
                  <a:lnTo>
                    <a:pt x="3130227" y="35513"/>
                  </a:lnTo>
                  <a:lnTo>
                    <a:pt x="3053599" y="43230"/>
                  </a:lnTo>
                  <a:lnTo>
                    <a:pt x="2983271" y="51856"/>
                  </a:lnTo>
                  <a:lnTo>
                    <a:pt x="2918816" y="61513"/>
                  </a:lnTo>
                  <a:lnTo>
                    <a:pt x="2859494" y="72353"/>
                  </a:lnTo>
                  <a:lnTo>
                    <a:pt x="2804403" y="84550"/>
                  </a:lnTo>
                  <a:lnTo>
                    <a:pt x="2752582" y="98279"/>
                  </a:lnTo>
                  <a:lnTo>
                    <a:pt x="2703105" y="113690"/>
                  </a:lnTo>
                  <a:lnTo>
                    <a:pt x="2667772" y="126131"/>
                  </a:lnTo>
                  <a:lnTo>
                    <a:pt x="2618143" y="145576"/>
                  </a:lnTo>
                  <a:lnTo>
                    <a:pt x="2568995" y="167013"/>
                  </a:lnTo>
                  <a:lnTo>
                    <a:pt x="2519819" y="190471"/>
                  </a:lnTo>
                  <a:lnTo>
                    <a:pt x="2470267" y="215910"/>
                  </a:lnTo>
                  <a:lnTo>
                    <a:pt x="2420135" y="243211"/>
                  </a:lnTo>
                  <a:lnTo>
                    <a:pt x="2369343" y="272177"/>
                  </a:lnTo>
                  <a:lnTo>
                    <a:pt x="2317921" y="302526"/>
                  </a:lnTo>
                  <a:lnTo>
                    <a:pt x="2265988" y="333907"/>
                  </a:lnTo>
                  <a:lnTo>
                    <a:pt x="2213733" y="365909"/>
                  </a:lnTo>
                  <a:lnTo>
                    <a:pt x="2161385" y="398089"/>
                  </a:lnTo>
                  <a:lnTo>
                    <a:pt x="2109183" y="429990"/>
                  </a:lnTo>
                  <a:lnTo>
                    <a:pt x="2057351" y="461173"/>
                  </a:lnTo>
                  <a:lnTo>
                    <a:pt x="2006063" y="491240"/>
                  </a:lnTo>
                  <a:lnTo>
                    <a:pt x="1955420" y="519854"/>
                  </a:lnTo>
                  <a:lnTo>
                    <a:pt x="1905429" y="546753"/>
                  </a:lnTo>
                  <a:lnTo>
                    <a:pt x="1855984" y="571754"/>
                  </a:lnTo>
                  <a:lnTo>
                    <a:pt x="1806849" y="594760"/>
                  </a:lnTo>
                  <a:lnTo>
                    <a:pt x="1757644" y="615745"/>
                  </a:lnTo>
                  <a:lnTo>
                    <a:pt x="1719082" y="630658"/>
                  </a:lnTo>
                  <a:lnTo>
                    <a:pt x="1670802" y="647358"/>
                  </a:lnTo>
                  <a:lnTo>
                    <a:pt x="1620788" y="662312"/>
                  </a:lnTo>
                  <a:lnTo>
                    <a:pt x="1568193" y="675618"/>
                  </a:lnTo>
                  <a:lnTo>
                    <a:pt x="1512072" y="687437"/>
                  </a:lnTo>
                  <a:lnTo>
                    <a:pt x="1451472" y="697947"/>
                  </a:lnTo>
                  <a:lnTo>
                    <a:pt x="1385521" y="707317"/>
                  </a:lnTo>
                  <a:lnTo>
                    <a:pt x="1313546" y="715691"/>
                  </a:lnTo>
                  <a:lnTo>
                    <a:pt x="1235234" y="723183"/>
                  </a:lnTo>
                  <a:lnTo>
                    <a:pt x="1150834" y="729872"/>
                  </a:lnTo>
                  <a:lnTo>
                    <a:pt x="1061401" y="735801"/>
                  </a:lnTo>
                  <a:lnTo>
                    <a:pt x="969003" y="740984"/>
                  </a:lnTo>
                  <a:lnTo>
                    <a:pt x="876821" y="745409"/>
                  </a:lnTo>
                  <a:lnTo>
                    <a:pt x="788999" y="749057"/>
                  </a:lnTo>
                  <a:lnTo>
                    <a:pt x="710144" y="751922"/>
                  </a:lnTo>
                  <a:lnTo>
                    <a:pt x="644505" y="754025"/>
                  </a:lnTo>
                  <a:lnTo>
                    <a:pt x="595002" y="755434"/>
                  </a:lnTo>
                  <a:lnTo>
                    <a:pt x="562443" y="756263"/>
                  </a:lnTo>
                  <a:lnTo>
                    <a:pt x="545185" y="756657"/>
                  </a:lnTo>
                  <a:lnTo>
                    <a:pt x="539257" y="756780"/>
                  </a:lnTo>
                  <a:lnTo>
                    <a:pt x="538736" y="756790"/>
                  </a:lnTo>
                  <a:lnTo>
                    <a:pt x="0" y="7567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6" name="pg1166"/>
            <p:cNvSpPr/>
            <p:nvPr/>
          </p:nvSpPr>
          <p:spPr>
            <a:xfrm>
              <a:off x="546595" y="3581614"/>
              <a:ext cx="8234974" cy="2009033"/>
            </a:xfrm>
            <a:custGeom>
              <a:avLst/>
              <a:pathLst>
                <a:path w="8234974" h="2009033">
                  <a:moveTo>
                    <a:pt x="0" y="729567"/>
                  </a:moveTo>
                  <a:lnTo>
                    <a:pt x="538736" y="729567"/>
                  </a:lnTo>
                  <a:lnTo>
                    <a:pt x="540029" y="729543"/>
                  </a:lnTo>
                  <a:lnTo>
                    <a:pt x="548467" y="729375"/>
                  </a:lnTo>
                  <a:lnTo>
                    <a:pt x="569506" y="728909"/>
                  </a:lnTo>
                  <a:lnTo>
                    <a:pt x="606532" y="727994"/>
                  </a:lnTo>
                  <a:lnTo>
                    <a:pt x="660534" y="726500"/>
                  </a:lnTo>
                  <a:lnTo>
                    <a:pt x="730081" y="724329"/>
                  </a:lnTo>
                  <a:lnTo>
                    <a:pt x="811807" y="721432"/>
                  </a:lnTo>
                  <a:lnTo>
                    <a:pt x="901270" y="717795"/>
                  </a:lnTo>
                  <a:lnTo>
                    <a:pt x="993911" y="713430"/>
                  </a:lnTo>
                  <a:lnTo>
                    <a:pt x="1085809" y="708355"/>
                  </a:lnTo>
                  <a:lnTo>
                    <a:pt x="1174076" y="702576"/>
                  </a:lnTo>
                  <a:lnTo>
                    <a:pt x="1256930" y="696072"/>
                  </a:lnTo>
                  <a:lnTo>
                    <a:pt x="1333557" y="688793"/>
                  </a:lnTo>
                  <a:lnTo>
                    <a:pt x="1403881" y="680657"/>
                  </a:lnTo>
                  <a:lnTo>
                    <a:pt x="1468331" y="671548"/>
                  </a:lnTo>
                  <a:lnTo>
                    <a:pt x="1527649" y="661323"/>
                  </a:lnTo>
                  <a:lnTo>
                    <a:pt x="1582738" y="649817"/>
                  </a:lnTo>
                  <a:lnTo>
                    <a:pt x="1634559" y="636866"/>
                  </a:lnTo>
                  <a:lnTo>
                    <a:pt x="1684041" y="622327"/>
                  </a:lnTo>
                  <a:lnTo>
                    <a:pt x="1719082" y="610695"/>
                  </a:lnTo>
                  <a:lnTo>
                    <a:pt x="1769020" y="592248"/>
                  </a:lnTo>
                  <a:lnTo>
                    <a:pt x="1818474" y="571901"/>
                  </a:lnTo>
                  <a:lnTo>
                    <a:pt x="1867962" y="549625"/>
                  </a:lnTo>
                  <a:lnTo>
                    <a:pt x="1917835" y="525460"/>
                  </a:lnTo>
                  <a:lnTo>
                    <a:pt x="1968299" y="499521"/>
                  </a:lnTo>
                  <a:lnTo>
                    <a:pt x="2019432" y="472002"/>
                  </a:lnTo>
                  <a:lnTo>
                    <a:pt x="2071200" y="443174"/>
                  </a:lnTo>
                  <a:lnTo>
                    <a:pt x="2123477" y="413378"/>
                  </a:lnTo>
                  <a:lnTo>
                    <a:pt x="2176070" y="383009"/>
                  </a:lnTo>
                  <a:lnTo>
                    <a:pt x="2228744" y="352495"/>
                  </a:lnTo>
                  <a:lnTo>
                    <a:pt x="2281254" y="322275"/>
                  </a:lnTo>
                  <a:lnTo>
                    <a:pt x="2333376" y="292767"/>
                  </a:lnTo>
                  <a:lnTo>
                    <a:pt x="2384937" y="264350"/>
                  </a:lnTo>
                  <a:lnTo>
                    <a:pt x="2435840" y="237343"/>
                  </a:lnTo>
                  <a:lnTo>
                    <a:pt x="2486088" y="211992"/>
                  </a:lnTo>
                  <a:lnTo>
                    <a:pt x="2535800" y="188462"/>
                  </a:lnTo>
                  <a:lnTo>
                    <a:pt x="2585229" y="166843"/>
                  </a:lnTo>
                  <a:lnTo>
                    <a:pt x="2634780" y="147150"/>
                  </a:lnTo>
                  <a:lnTo>
                    <a:pt x="2667772" y="135205"/>
                  </a:lnTo>
                  <a:lnTo>
                    <a:pt x="2716068" y="119462"/>
                  </a:lnTo>
                  <a:lnTo>
                    <a:pt x="2766099" y="105365"/>
                  </a:lnTo>
                  <a:lnTo>
                    <a:pt x="2818713" y="92822"/>
                  </a:lnTo>
                  <a:lnTo>
                    <a:pt x="2874856" y="81681"/>
                  </a:lnTo>
                  <a:lnTo>
                    <a:pt x="2935482" y="71774"/>
                  </a:lnTo>
                  <a:lnTo>
                    <a:pt x="3001464" y="62943"/>
                  </a:lnTo>
                  <a:lnTo>
                    <a:pt x="3073475" y="55050"/>
                  </a:lnTo>
                  <a:lnTo>
                    <a:pt x="3151827" y="47989"/>
                  </a:lnTo>
                  <a:lnTo>
                    <a:pt x="3236268" y="41685"/>
                  </a:lnTo>
                  <a:lnTo>
                    <a:pt x="3325742" y="36097"/>
                  </a:lnTo>
                  <a:lnTo>
                    <a:pt x="3418175" y="31214"/>
                  </a:lnTo>
                  <a:lnTo>
                    <a:pt x="3510378" y="27045"/>
                  </a:lnTo>
                  <a:lnTo>
                    <a:pt x="3598201" y="23608"/>
                  </a:lnTo>
                  <a:lnTo>
                    <a:pt x="3677032" y="20911"/>
                  </a:lnTo>
                  <a:lnTo>
                    <a:pt x="3742624" y="18931"/>
                  </a:lnTo>
                  <a:lnTo>
                    <a:pt x="3792060" y="17605"/>
                  </a:lnTo>
                  <a:lnTo>
                    <a:pt x="3824542" y="16827"/>
                  </a:lnTo>
                  <a:lnTo>
                    <a:pt x="3841731" y="16457"/>
                  </a:lnTo>
                  <a:lnTo>
                    <a:pt x="3847610" y="16342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087" y="16396"/>
                  </a:lnTo>
                  <a:lnTo>
                    <a:pt x="4396134" y="16844"/>
                  </a:lnTo>
                  <a:lnTo>
                    <a:pt x="4416236" y="18082"/>
                  </a:lnTo>
                  <a:lnTo>
                    <a:pt x="4451702" y="20514"/>
                  </a:lnTo>
                  <a:lnTo>
                    <a:pt x="4503608" y="24493"/>
                  </a:lnTo>
                  <a:lnTo>
                    <a:pt x="4570755" y="30281"/>
                  </a:lnTo>
                  <a:lnTo>
                    <a:pt x="4650069" y="38028"/>
                  </a:lnTo>
                  <a:lnTo>
                    <a:pt x="4737383" y="47774"/>
                  </a:lnTo>
                  <a:lnTo>
                    <a:pt x="4828328" y="59493"/>
                  </a:lnTo>
                  <a:lnTo>
                    <a:pt x="4919052" y="73138"/>
                  </a:lnTo>
                  <a:lnTo>
                    <a:pt x="5006644" y="88686"/>
                  </a:lnTo>
                  <a:lnTo>
                    <a:pt x="5089232" y="106177"/>
                  </a:lnTo>
                  <a:lnTo>
                    <a:pt x="5165884" y="125726"/>
                  </a:lnTo>
                  <a:lnTo>
                    <a:pt x="5236405" y="147538"/>
                  </a:lnTo>
                  <a:lnTo>
                    <a:pt x="5301114" y="171902"/>
                  </a:lnTo>
                  <a:lnTo>
                    <a:pt x="5360660" y="199182"/>
                  </a:lnTo>
                  <a:lnTo>
                    <a:pt x="5415878" y="229802"/>
                  </a:lnTo>
                  <a:lnTo>
                    <a:pt x="5467674" y="264209"/>
                  </a:lnTo>
                  <a:lnTo>
                    <a:pt x="5516950" y="302808"/>
                  </a:lnTo>
                  <a:lnTo>
                    <a:pt x="5564519" y="345853"/>
                  </a:lnTo>
                  <a:lnTo>
                    <a:pt x="5567201" y="348450"/>
                  </a:lnTo>
                  <a:lnTo>
                    <a:pt x="5607521" y="389593"/>
                  </a:lnTo>
                  <a:lnTo>
                    <a:pt x="5647451" y="434170"/>
                  </a:lnTo>
                  <a:lnTo>
                    <a:pt x="5687290" y="482246"/>
                  </a:lnTo>
                  <a:lnTo>
                    <a:pt x="5727262" y="533815"/>
                  </a:lnTo>
                  <a:lnTo>
                    <a:pt x="5767525" y="588783"/>
                  </a:lnTo>
                  <a:lnTo>
                    <a:pt x="5808177" y="646968"/>
                  </a:lnTo>
                  <a:lnTo>
                    <a:pt x="5849263" y="708095"/>
                  </a:lnTo>
                  <a:lnTo>
                    <a:pt x="5890779" y="771794"/>
                  </a:lnTo>
                  <a:lnTo>
                    <a:pt x="5932679" y="837610"/>
                  </a:lnTo>
                  <a:lnTo>
                    <a:pt x="5974883" y="905011"/>
                  </a:lnTo>
                  <a:lnTo>
                    <a:pt x="6017284" y="973406"/>
                  </a:lnTo>
                  <a:lnTo>
                    <a:pt x="6059758" y="1042169"/>
                  </a:lnTo>
                  <a:lnTo>
                    <a:pt x="6102177" y="1110656"/>
                  </a:lnTo>
                  <a:lnTo>
                    <a:pt x="6144416" y="1178235"/>
                  </a:lnTo>
                  <a:lnTo>
                    <a:pt x="6186365" y="1244311"/>
                  </a:lnTo>
                  <a:lnTo>
                    <a:pt x="6227940" y="1308342"/>
                  </a:lnTo>
                  <a:lnTo>
                    <a:pt x="6269088" y="1369860"/>
                  </a:lnTo>
                  <a:lnTo>
                    <a:pt x="6309800" y="1428483"/>
                  </a:lnTo>
                  <a:lnTo>
                    <a:pt x="6350114" y="1483923"/>
                  </a:lnTo>
                  <a:lnTo>
                    <a:pt x="6390119" y="1535983"/>
                  </a:lnTo>
                  <a:lnTo>
                    <a:pt x="6429965" y="1584560"/>
                  </a:lnTo>
                  <a:lnTo>
                    <a:pt x="6469866" y="1629633"/>
                  </a:lnTo>
                  <a:lnTo>
                    <a:pt x="6510108" y="1671259"/>
                  </a:lnTo>
                  <a:lnTo>
                    <a:pt x="6515891" y="1676916"/>
                  </a:lnTo>
                  <a:lnTo>
                    <a:pt x="6563384" y="1720218"/>
                  </a:lnTo>
                  <a:lnTo>
                    <a:pt x="6612542" y="1759066"/>
                  </a:lnTo>
                  <a:lnTo>
                    <a:pt x="6664170" y="1793702"/>
                  </a:lnTo>
                  <a:lnTo>
                    <a:pt x="6719167" y="1824527"/>
                  </a:lnTo>
                  <a:lnTo>
                    <a:pt x="6778443" y="1851987"/>
                  </a:lnTo>
                  <a:lnTo>
                    <a:pt x="6842836" y="1876506"/>
                  </a:lnTo>
                  <a:lnTo>
                    <a:pt x="6913012" y="1898456"/>
                  </a:lnTo>
                  <a:lnTo>
                    <a:pt x="6989313" y="1918128"/>
                  </a:lnTo>
                  <a:lnTo>
                    <a:pt x="7071579" y="1935732"/>
                  </a:lnTo>
                  <a:lnTo>
                    <a:pt x="7158925" y="1951390"/>
                  </a:lnTo>
                  <a:lnTo>
                    <a:pt x="7249539" y="1965144"/>
                  </a:lnTo>
                  <a:lnTo>
                    <a:pt x="7340567" y="1976974"/>
                  </a:lnTo>
                  <a:lnTo>
                    <a:pt x="7428205" y="1986835"/>
                  </a:lnTo>
                  <a:lnTo>
                    <a:pt x="7508094" y="1994695"/>
                  </a:lnTo>
                  <a:lnTo>
                    <a:pt x="7576034" y="2000593"/>
                  </a:lnTo>
                  <a:lnTo>
                    <a:pt x="7628865" y="2004669"/>
                  </a:lnTo>
                  <a:lnTo>
                    <a:pt x="7665264" y="2007180"/>
                  </a:lnTo>
                  <a:lnTo>
                    <a:pt x="7686175" y="2008476"/>
                  </a:lnTo>
                  <a:lnTo>
                    <a:pt x="7694787" y="2008958"/>
                  </a:lnTo>
                  <a:lnTo>
                    <a:pt x="7696237" y="2009033"/>
                  </a:lnTo>
                  <a:lnTo>
                    <a:pt x="8234974" y="2009033"/>
                  </a:lnTo>
                  <a:lnTo>
                    <a:pt x="8234974" y="1992699"/>
                  </a:ln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7" y="192"/>
                  </a:lnTo>
                  <a:lnTo>
                    <a:pt x="3817348" y="658"/>
                  </a:lnTo>
                  <a:lnTo>
                    <a:pt x="3780322" y="1572"/>
                  </a:lnTo>
                  <a:lnTo>
                    <a:pt x="3726321" y="3067"/>
                  </a:lnTo>
                  <a:lnTo>
                    <a:pt x="3656773" y="5237"/>
                  </a:lnTo>
                  <a:lnTo>
                    <a:pt x="3575047" y="8135"/>
                  </a:lnTo>
                  <a:lnTo>
                    <a:pt x="3485585" y="11772"/>
                  </a:lnTo>
                  <a:lnTo>
                    <a:pt x="3392944" y="16136"/>
                  </a:lnTo>
                  <a:lnTo>
                    <a:pt x="3301046" y="21211"/>
                  </a:lnTo>
                  <a:lnTo>
                    <a:pt x="3212779" y="26991"/>
                  </a:lnTo>
                  <a:lnTo>
                    <a:pt x="3129925" y="33495"/>
                  </a:lnTo>
                  <a:lnTo>
                    <a:pt x="3053298" y="40773"/>
                  </a:lnTo>
                  <a:lnTo>
                    <a:pt x="2982974" y="48909"/>
                  </a:lnTo>
                  <a:lnTo>
                    <a:pt x="2918523" y="58018"/>
                  </a:lnTo>
                  <a:lnTo>
                    <a:pt x="2859206" y="68244"/>
                  </a:lnTo>
                  <a:lnTo>
                    <a:pt x="2804117" y="79749"/>
                  </a:lnTo>
                  <a:lnTo>
                    <a:pt x="2752295" y="92701"/>
                  </a:lnTo>
                  <a:lnTo>
                    <a:pt x="2702813" y="107239"/>
                  </a:lnTo>
                  <a:lnTo>
                    <a:pt x="2667772" y="118872"/>
                  </a:lnTo>
                  <a:lnTo>
                    <a:pt x="2617835" y="137318"/>
                  </a:lnTo>
                  <a:lnTo>
                    <a:pt x="2568381" y="157666"/>
                  </a:lnTo>
                  <a:lnTo>
                    <a:pt x="2518893" y="179942"/>
                  </a:lnTo>
                  <a:lnTo>
                    <a:pt x="2469019" y="204106"/>
                  </a:lnTo>
                  <a:lnTo>
                    <a:pt x="2418555" y="230045"/>
                  </a:lnTo>
                  <a:lnTo>
                    <a:pt x="2367423" y="257564"/>
                  </a:lnTo>
                  <a:lnTo>
                    <a:pt x="2315655" y="286392"/>
                  </a:lnTo>
                  <a:lnTo>
                    <a:pt x="2263378" y="316189"/>
                  </a:lnTo>
                  <a:lnTo>
                    <a:pt x="2210785" y="346558"/>
                  </a:lnTo>
                  <a:lnTo>
                    <a:pt x="2158111" y="377071"/>
                  </a:lnTo>
                  <a:lnTo>
                    <a:pt x="2105601" y="407292"/>
                  </a:lnTo>
                  <a:lnTo>
                    <a:pt x="2053478" y="436800"/>
                  </a:lnTo>
                  <a:lnTo>
                    <a:pt x="2001917" y="465217"/>
                  </a:lnTo>
                  <a:lnTo>
                    <a:pt x="1951014" y="492223"/>
                  </a:lnTo>
                  <a:lnTo>
                    <a:pt x="1900767" y="517575"/>
                  </a:lnTo>
                  <a:lnTo>
                    <a:pt x="1851055" y="541104"/>
                  </a:lnTo>
                  <a:lnTo>
                    <a:pt x="1801625" y="562723"/>
                  </a:lnTo>
                  <a:lnTo>
                    <a:pt x="1752074" y="582417"/>
                  </a:lnTo>
                  <a:lnTo>
                    <a:pt x="1719082" y="594361"/>
                  </a:lnTo>
                  <a:lnTo>
                    <a:pt x="1670786" y="610105"/>
                  </a:lnTo>
                  <a:lnTo>
                    <a:pt x="1620756" y="624201"/>
                  </a:lnTo>
                  <a:lnTo>
                    <a:pt x="1568142" y="636744"/>
                  </a:lnTo>
                  <a:lnTo>
                    <a:pt x="1511999" y="647885"/>
                  </a:lnTo>
                  <a:lnTo>
                    <a:pt x="1451372" y="657792"/>
                  </a:lnTo>
                  <a:lnTo>
                    <a:pt x="1385390" y="666624"/>
                  </a:lnTo>
                  <a:lnTo>
                    <a:pt x="1313380" y="674517"/>
                  </a:lnTo>
                  <a:lnTo>
                    <a:pt x="1235028" y="681578"/>
                  </a:lnTo>
                  <a:lnTo>
                    <a:pt x="1150587" y="687882"/>
                  </a:lnTo>
                  <a:lnTo>
                    <a:pt x="1061112" y="693469"/>
                  </a:lnTo>
                  <a:lnTo>
                    <a:pt x="968680" y="698353"/>
                  </a:lnTo>
                  <a:lnTo>
                    <a:pt x="876477" y="702522"/>
                  </a:lnTo>
                  <a:lnTo>
                    <a:pt x="788653" y="705958"/>
                  </a:lnTo>
                  <a:lnTo>
                    <a:pt x="709822" y="708656"/>
                  </a:lnTo>
                  <a:lnTo>
                    <a:pt x="644231" y="710635"/>
                  </a:lnTo>
                  <a:lnTo>
                    <a:pt x="594795" y="711961"/>
                  </a:lnTo>
                  <a:lnTo>
                    <a:pt x="562313" y="712740"/>
                  </a:lnTo>
                  <a:lnTo>
                    <a:pt x="545124" y="713110"/>
                  </a:lnTo>
                  <a:lnTo>
                    <a:pt x="539244" y="713224"/>
                  </a:lnTo>
                  <a:lnTo>
                    <a:pt x="538736" y="713233"/>
                  </a:lnTo>
                  <a:lnTo>
                    <a:pt x="0" y="71323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67" name="pl1167"/>
            <p:cNvSpPr/>
            <p:nvPr/>
          </p:nvSpPr>
          <p:spPr>
            <a:xfrm>
              <a:off x="546595" y="3597948"/>
              <a:ext cx="8234974" cy="1992699"/>
            </a:xfrm>
            <a:custGeom>
              <a:avLst/>
              <a:pathLst>
                <a:path w="8234974" h="1992699">
                  <a:moveTo>
                    <a:pt x="0" y="713233"/>
                  </a:moveTo>
                  <a:lnTo>
                    <a:pt x="538736" y="713233"/>
                  </a:lnTo>
                  <a:lnTo>
                    <a:pt x="540029" y="713210"/>
                  </a:lnTo>
                  <a:lnTo>
                    <a:pt x="548467" y="713041"/>
                  </a:lnTo>
                  <a:lnTo>
                    <a:pt x="569506" y="712575"/>
                  </a:lnTo>
                  <a:lnTo>
                    <a:pt x="606532" y="711661"/>
                  </a:lnTo>
                  <a:lnTo>
                    <a:pt x="660534" y="710166"/>
                  </a:lnTo>
                  <a:lnTo>
                    <a:pt x="730081" y="707996"/>
                  </a:lnTo>
                  <a:lnTo>
                    <a:pt x="811807" y="705098"/>
                  </a:lnTo>
                  <a:lnTo>
                    <a:pt x="901270" y="701461"/>
                  </a:lnTo>
                  <a:lnTo>
                    <a:pt x="993911" y="697097"/>
                  </a:lnTo>
                  <a:lnTo>
                    <a:pt x="1085809" y="692022"/>
                  </a:lnTo>
                  <a:lnTo>
                    <a:pt x="1174076" y="686242"/>
                  </a:lnTo>
                  <a:lnTo>
                    <a:pt x="1256930" y="679738"/>
                  </a:lnTo>
                  <a:lnTo>
                    <a:pt x="1333557" y="672460"/>
                  </a:lnTo>
                  <a:lnTo>
                    <a:pt x="1403881" y="664324"/>
                  </a:lnTo>
                  <a:lnTo>
                    <a:pt x="1468331" y="655215"/>
                  </a:lnTo>
                  <a:lnTo>
                    <a:pt x="1527649" y="644989"/>
                  </a:lnTo>
                  <a:lnTo>
                    <a:pt x="1582738" y="633484"/>
                  </a:lnTo>
                  <a:lnTo>
                    <a:pt x="1634559" y="620532"/>
                  </a:lnTo>
                  <a:lnTo>
                    <a:pt x="1684041" y="605994"/>
                  </a:lnTo>
                  <a:lnTo>
                    <a:pt x="1719082" y="594361"/>
                  </a:lnTo>
                  <a:lnTo>
                    <a:pt x="1769020" y="575915"/>
                  </a:lnTo>
                  <a:lnTo>
                    <a:pt x="1818474" y="555567"/>
                  </a:lnTo>
                  <a:lnTo>
                    <a:pt x="1867962" y="533291"/>
                  </a:lnTo>
                  <a:lnTo>
                    <a:pt x="1917835" y="509127"/>
                  </a:lnTo>
                  <a:lnTo>
                    <a:pt x="1968299" y="483188"/>
                  </a:lnTo>
                  <a:lnTo>
                    <a:pt x="2019432" y="455669"/>
                  </a:lnTo>
                  <a:lnTo>
                    <a:pt x="2071200" y="426841"/>
                  </a:lnTo>
                  <a:lnTo>
                    <a:pt x="2123477" y="397044"/>
                  </a:lnTo>
                  <a:lnTo>
                    <a:pt x="2176070" y="366675"/>
                  </a:lnTo>
                  <a:lnTo>
                    <a:pt x="2228744" y="336162"/>
                  </a:lnTo>
                  <a:lnTo>
                    <a:pt x="2281254" y="305941"/>
                  </a:lnTo>
                  <a:lnTo>
                    <a:pt x="2333376" y="276433"/>
                  </a:lnTo>
                  <a:lnTo>
                    <a:pt x="2384937" y="248016"/>
                  </a:lnTo>
                  <a:lnTo>
                    <a:pt x="2435840" y="221010"/>
                  </a:lnTo>
                  <a:lnTo>
                    <a:pt x="2486088" y="195658"/>
                  </a:lnTo>
                  <a:lnTo>
                    <a:pt x="2535800" y="172129"/>
                  </a:lnTo>
                  <a:lnTo>
                    <a:pt x="2585229" y="150510"/>
                  </a:lnTo>
                  <a:lnTo>
                    <a:pt x="2634780" y="130816"/>
                  </a:lnTo>
                  <a:lnTo>
                    <a:pt x="2667772" y="118872"/>
                  </a:lnTo>
                  <a:lnTo>
                    <a:pt x="2716068" y="103128"/>
                  </a:lnTo>
                  <a:lnTo>
                    <a:pt x="2766099" y="89032"/>
                  </a:lnTo>
                  <a:lnTo>
                    <a:pt x="2818713" y="76489"/>
                  </a:lnTo>
                  <a:lnTo>
                    <a:pt x="2874856" y="65347"/>
                  </a:lnTo>
                  <a:lnTo>
                    <a:pt x="2935482" y="55441"/>
                  </a:lnTo>
                  <a:lnTo>
                    <a:pt x="3001464" y="46609"/>
                  </a:lnTo>
                  <a:lnTo>
                    <a:pt x="3073475" y="38716"/>
                  </a:lnTo>
                  <a:lnTo>
                    <a:pt x="3151827" y="31655"/>
                  </a:lnTo>
                  <a:lnTo>
                    <a:pt x="3236268" y="25351"/>
                  </a:lnTo>
                  <a:lnTo>
                    <a:pt x="3325742" y="19764"/>
                  </a:lnTo>
                  <a:lnTo>
                    <a:pt x="3418175" y="14880"/>
                  </a:lnTo>
                  <a:lnTo>
                    <a:pt x="3510378" y="10711"/>
                  </a:lnTo>
                  <a:lnTo>
                    <a:pt x="3598201" y="7275"/>
                  </a:lnTo>
                  <a:lnTo>
                    <a:pt x="3677032" y="4577"/>
                  </a:lnTo>
                  <a:lnTo>
                    <a:pt x="3742624" y="2597"/>
                  </a:lnTo>
                  <a:lnTo>
                    <a:pt x="3792060" y="1272"/>
                  </a:lnTo>
                  <a:lnTo>
                    <a:pt x="3824542" y="493"/>
                  </a:lnTo>
                  <a:lnTo>
                    <a:pt x="3841731" y="123"/>
                  </a:lnTo>
                  <a:lnTo>
                    <a:pt x="3847610" y="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7" y="62"/>
                  </a:lnTo>
                  <a:lnTo>
                    <a:pt x="4396134" y="510"/>
                  </a:lnTo>
                  <a:lnTo>
                    <a:pt x="4416236" y="1749"/>
                  </a:lnTo>
                  <a:lnTo>
                    <a:pt x="4451702" y="4180"/>
                  </a:lnTo>
                  <a:lnTo>
                    <a:pt x="4503608" y="8159"/>
                  </a:lnTo>
                  <a:lnTo>
                    <a:pt x="4570755" y="13948"/>
                  </a:lnTo>
                  <a:lnTo>
                    <a:pt x="4650069" y="21694"/>
                  </a:lnTo>
                  <a:lnTo>
                    <a:pt x="4737383" y="31440"/>
                  </a:lnTo>
                  <a:lnTo>
                    <a:pt x="4828328" y="43160"/>
                  </a:lnTo>
                  <a:lnTo>
                    <a:pt x="4919052" y="56804"/>
                  </a:lnTo>
                  <a:lnTo>
                    <a:pt x="5006644" y="72353"/>
                  </a:lnTo>
                  <a:lnTo>
                    <a:pt x="5089232" y="89843"/>
                  </a:lnTo>
                  <a:lnTo>
                    <a:pt x="5165884" y="109393"/>
                  </a:lnTo>
                  <a:lnTo>
                    <a:pt x="5236405" y="131205"/>
                  </a:lnTo>
                  <a:lnTo>
                    <a:pt x="5301114" y="155568"/>
                  </a:lnTo>
                  <a:lnTo>
                    <a:pt x="5360660" y="182848"/>
                  </a:lnTo>
                  <a:lnTo>
                    <a:pt x="5415878" y="213469"/>
                  </a:lnTo>
                  <a:lnTo>
                    <a:pt x="5467674" y="247875"/>
                  </a:lnTo>
                  <a:lnTo>
                    <a:pt x="5516950" y="286474"/>
                  </a:lnTo>
                  <a:lnTo>
                    <a:pt x="5564519" y="329520"/>
                  </a:lnTo>
                  <a:lnTo>
                    <a:pt x="5567201" y="332116"/>
                  </a:lnTo>
                  <a:lnTo>
                    <a:pt x="5607521" y="373259"/>
                  </a:lnTo>
                  <a:lnTo>
                    <a:pt x="5647451" y="417836"/>
                  </a:lnTo>
                  <a:lnTo>
                    <a:pt x="5687290" y="465913"/>
                  </a:lnTo>
                  <a:lnTo>
                    <a:pt x="5727262" y="517481"/>
                  </a:lnTo>
                  <a:lnTo>
                    <a:pt x="5767525" y="572449"/>
                  </a:lnTo>
                  <a:lnTo>
                    <a:pt x="5808177" y="630635"/>
                  </a:lnTo>
                  <a:lnTo>
                    <a:pt x="5849263" y="691761"/>
                  </a:lnTo>
                  <a:lnTo>
                    <a:pt x="5890779" y="755461"/>
                  </a:lnTo>
                  <a:lnTo>
                    <a:pt x="5932679" y="821276"/>
                  </a:lnTo>
                  <a:lnTo>
                    <a:pt x="5974883" y="888677"/>
                  </a:lnTo>
                  <a:lnTo>
                    <a:pt x="6017284" y="957073"/>
                  </a:lnTo>
                  <a:lnTo>
                    <a:pt x="6059758" y="1025835"/>
                  </a:lnTo>
                  <a:lnTo>
                    <a:pt x="6102177" y="1094322"/>
                  </a:lnTo>
                  <a:lnTo>
                    <a:pt x="6144416" y="1161902"/>
                  </a:lnTo>
                  <a:lnTo>
                    <a:pt x="6186365" y="1227977"/>
                  </a:lnTo>
                  <a:lnTo>
                    <a:pt x="6227940" y="1292008"/>
                  </a:lnTo>
                  <a:lnTo>
                    <a:pt x="6269088" y="1353526"/>
                  </a:lnTo>
                  <a:lnTo>
                    <a:pt x="6309800" y="1412150"/>
                  </a:lnTo>
                  <a:lnTo>
                    <a:pt x="6350114" y="1467589"/>
                  </a:lnTo>
                  <a:lnTo>
                    <a:pt x="6390119" y="1519650"/>
                  </a:lnTo>
                  <a:lnTo>
                    <a:pt x="6429965" y="1568226"/>
                  </a:lnTo>
                  <a:lnTo>
                    <a:pt x="6469866" y="1613300"/>
                  </a:lnTo>
                  <a:lnTo>
                    <a:pt x="6510108" y="1654925"/>
                  </a:lnTo>
                  <a:lnTo>
                    <a:pt x="6515891" y="1660582"/>
                  </a:lnTo>
                  <a:lnTo>
                    <a:pt x="6563384" y="1703884"/>
                  </a:lnTo>
                  <a:lnTo>
                    <a:pt x="6612542" y="1742733"/>
                  </a:lnTo>
                  <a:lnTo>
                    <a:pt x="6664170" y="1777369"/>
                  </a:lnTo>
                  <a:lnTo>
                    <a:pt x="6719167" y="1808194"/>
                  </a:lnTo>
                  <a:lnTo>
                    <a:pt x="6778443" y="1835653"/>
                  </a:lnTo>
                  <a:lnTo>
                    <a:pt x="6842836" y="1860173"/>
                  </a:lnTo>
                  <a:lnTo>
                    <a:pt x="6913012" y="1882122"/>
                  </a:lnTo>
                  <a:lnTo>
                    <a:pt x="6989313" y="1901794"/>
                  </a:lnTo>
                  <a:lnTo>
                    <a:pt x="7071579" y="1919399"/>
                  </a:lnTo>
                  <a:lnTo>
                    <a:pt x="7158925" y="1935057"/>
                  </a:lnTo>
                  <a:lnTo>
                    <a:pt x="7249539" y="1948810"/>
                  </a:lnTo>
                  <a:lnTo>
                    <a:pt x="7340567" y="1960641"/>
                  </a:lnTo>
                  <a:lnTo>
                    <a:pt x="7428205" y="1970501"/>
                  </a:lnTo>
                  <a:lnTo>
                    <a:pt x="7508094" y="1978361"/>
                  </a:lnTo>
                  <a:lnTo>
                    <a:pt x="7576034" y="1984259"/>
                  </a:lnTo>
                  <a:lnTo>
                    <a:pt x="7628865" y="1988335"/>
                  </a:lnTo>
                  <a:lnTo>
                    <a:pt x="7665264" y="1990847"/>
                  </a:lnTo>
                  <a:lnTo>
                    <a:pt x="7686175" y="1992143"/>
                  </a:lnTo>
                  <a:lnTo>
                    <a:pt x="7694787" y="1992625"/>
                  </a:lnTo>
                  <a:lnTo>
                    <a:pt x="7696237" y="1992699"/>
                  </a:lnTo>
                  <a:lnTo>
                    <a:pt x="7696237" y="1992699"/>
                  </a:lnTo>
                  <a:lnTo>
                    <a:pt x="8234974" y="19926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8" name="pl1168"/>
            <p:cNvSpPr/>
            <p:nvPr/>
          </p:nvSpPr>
          <p:spPr>
            <a:xfrm>
              <a:off x="546595" y="3581614"/>
              <a:ext cx="8234974" cy="1992699"/>
            </a:xfrm>
            <a:custGeom>
              <a:avLst/>
              <a:pathLst>
                <a:path w="8234974" h="1992699">
                  <a:moveTo>
                    <a:pt x="8234974" y="1992699"/>
                  </a:move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7" y="192"/>
                  </a:lnTo>
                  <a:lnTo>
                    <a:pt x="3817348" y="658"/>
                  </a:lnTo>
                  <a:lnTo>
                    <a:pt x="3780322" y="1572"/>
                  </a:lnTo>
                  <a:lnTo>
                    <a:pt x="3726321" y="3067"/>
                  </a:lnTo>
                  <a:lnTo>
                    <a:pt x="3656773" y="5237"/>
                  </a:lnTo>
                  <a:lnTo>
                    <a:pt x="3575047" y="8135"/>
                  </a:lnTo>
                  <a:lnTo>
                    <a:pt x="3485585" y="11772"/>
                  </a:lnTo>
                  <a:lnTo>
                    <a:pt x="3392944" y="16136"/>
                  </a:lnTo>
                  <a:lnTo>
                    <a:pt x="3301046" y="21211"/>
                  </a:lnTo>
                  <a:lnTo>
                    <a:pt x="3212779" y="26991"/>
                  </a:lnTo>
                  <a:lnTo>
                    <a:pt x="3129925" y="33495"/>
                  </a:lnTo>
                  <a:lnTo>
                    <a:pt x="3053298" y="40773"/>
                  </a:lnTo>
                  <a:lnTo>
                    <a:pt x="2982974" y="48909"/>
                  </a:lnTo>
                  <a:lnTo>
                    <a:pt x="2918523" y="58018"/>
                  </a:lnTo>
                  <a:lnTo>
                    <a:pt x="2859206" y="68244"/>
                  </a:lnTo>
                  <a:lnTo>
                    <a:pt x="2804117" y="79749"/>
                  </a:lnTo>
                  <a:lnTo>
                    <a:pt x="2752295" y="92701"/>
                  </a:lnTo>
                  <a:lnTo>
                    <a:pt x="2702813" y="107239"/>
                  </a:lnTo>
                  <a:lnTo>
                    <a:pt x="2667772" y="118872"/>
                  </a:lnTo>
                  <a:lnTo>
                    <a:pt x="2617835" y="137318"/>
                  </a:lnTo>
                  <a:lnTo>
                    <a:pt x="2568381" y="157666"/>
                  </a:lnTo>
                  <a:lnTo>
                    <a:pt x="2518893" y="179942"/>
                  </a:lnTo>
                  <a:lnTo>
                    <a:pt x="2469019" y="204106"/>
                  </a:lnTo>
                  <a:lnTo>
                    <a:pt x="2418555" y="230045"/>
                  </a:lnTo>
                  <a:lnTo>
                    <a:pt x="2367423" y="257564"/>
                  </a:lnTo>
                  <a:lnTo>
                    <a:pt x="2315655" y="286392"/>
                  </a:lnTo>
                  <a:lnTo>
                    <a:pt x="2263378" y="316189"/>
                  </a:lnTo>
                  <a:lnTo>
                    <a:pt x="2210785" y="346558"/>
                  </a:lnTo>
                  <a:lnTo>
                    <a:pt x="2158111" y="377071"/>
                  </a:lnTo>
                  <a:lnTo>
                    <a:pt x="2105601" y="407292"/>
                  </a:lnTo>
                  <a:lnTo>
                    <a:pt x="2053478" y="436800"/>
                  </a:lnTo>
                  <a:lnTo>
                    <a:pt x="2001917" y="465217"/>
                  </a:lnTo>
                  <a:lnTo>
                    <a:pt x="1951014" y="492223"/>
                  </a:lnTo>
                  <a:lnTo>
                    <a:pt x="1900767" y="517575"/>
                  </a:lnTo>
                  <a:lnTo>
                    <a:pt x="1851055" y="541104"/>
                  </a:lnTo>
                  <a:lnTo>
                    <a:pt x="1801625" y="562723"/>
                  </a:lnTo>
                  <a:lnTo>
                    <a:pt x="1752074" y="582417"/>
                  </a:lnTo>
                  <a:lnTo>
                    <a:pt x="1719082" y="594361"/>
                  </a:lnTo>
                  <a:lnTo>
                    <a:pt x="1670786" y="610105"/>
                  </a:lnTo>
                  <a:lnTo>
                    <a:pt x="1620756" y="624201"/>
                  </a:lnTo>
                  <a:lnTo>
                    <a:pt x="1568142" y="636744"/>
                  </a:lnTo>
                  <a:lnTo>
                    <a:pt x="1511999" y="647885"/>
                  </a:lnTo>
                  <a:lnTo>
                    <a:pt x="1451372" y="657792"/>
                  </a:lnTo>
                  <a:lnTo>
                    <a:pt x="1385390" y="666624"/>
                  </a:lnTo>
                  <a:lnTo>
                    <a:pt x="1313380" y="674517"/>
                  </a:lnTo>
                  <a:lnTo>
                    <a:pt x="1235028" y="681578"/>
                  </a:lnTo>
                  <a:lnTo>
                    <a:pt x="1150587" y="687882"/>
                  </a:lnTo>
                  <a:lnTo>
                    <a:pt x="1061112" y="693469"/>
                  </a:lnTo>
                  <a:lnTo>
                    <a:pt x="968680" y="698353"/>
                  </a:lnTo>
                  <a:lnTo>
                    <a:pt x="876477" y="702522"/>
                  </a:lnTo>
                  <a:lnTo>
                    <a:pt x="788653" y="705958"/>
                  </a:lnTo>
                  <a:lnTo>
                    <a:pt x="709822" y="708656"/>
                  </a:lnTo>
                  <a:lnTo>
                    <a:pt x="644231" y="710635"/>
                  </a:lnTo>
                  <a:lnTo>
                    <a:pt x="594795" y="711961"/>
                  </a:lnTo>
                  <a:lnTo>
                    <a:pt x="562313" y="712740"/>
                  </a:lnTo>
                  <a:lnTo>
                    <a:pt x="545124" y="713110"/>
                  </a:lnTo>
                  <a:lnTo>
                    <a:pt x="539244" y="713224"/>
                  </a:lnTo>
                  <a:lnTo>
                    <a:pt x="538736" y="713233"/>
                  </a:lnTo>
                  <a:lnTo>
                    <a:pt x="0" y="713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9" name="pg1169"/>
            <p:cNvSpPr/>
            <p:nvPr/>
          </p:nvSpPr>
          <p:spPr>
            <a:xfrm>
              <a:off x="546595" y="3614282"/>
              <a:ext cx="8234974" cy="2433706"/>
            </a:xfrm>
            <a:custGeom>
              <a:avLst/>
              <a:pathLst>
                <a:path w="8234974" h="2433706">
                  <a:moveTo>
                    <a:pt x="0" y="702344"/>
                  </a:moveTo>
                  <a:lnTo>
                    <a:pt x="538736" y="702344"/>
                  </a:lnTo>
                  <a:lnTo>
                    <a:pt x="540030" y="702321"/>
                  </a:lnTo>
                  <a:lnTo>
                    <a:pt x="548470" y="702157"/>
                  </a:lnTo>
                  <a:lnTo>
                    <a:pt x="569516" y="701701"/>
                  </a:lnTo>
                  <a:lnTo>
                    <a:pt x="606553" y="700807"/>
                  </a:lnTo>
                  <a:lnTo>
                    <a:pt x="660569" y="699346"/>
                  </a:lnTo>
                  <a:lnTo>
                    <a:pt x="730134" y="697225"/>
                  </a:lnTo>
                  <a:lnTo>
                    <a:pt x="811876" y="694393"/>
                  </a:lnTo>
                  <a:lnTo>
                    <a:pt x="901353" y="690838"/>
                  </a:lnTo>
                  <a:lnTo>
                    <a:pt x="994006" y="686572"/>
                  </a:lnTo>
                  <a:lnTo>
                    <a:pt x="1085912" y="681612"/>
                  </a:lnTo>
                  <a:lnTo>
                    <a:pt x="1174183" y="675963"/>
                  </a:lnTo>
                  <a:lnTo>
                    <a:pt x="1257039" y="669607"/>
                  </a:lnTo>
                  <a:lnTo>
                    <a:pt x="1333665" y="662493"/>
                  </a:lnTo>
                  <a:lnTo>
                    <a:pt x="1403988" y="654542"/>
                  </a:lnTo>
                  <a:lnTo>
                    <a:pt x="1468436" y="645638"/>
                  </a:lnTo>
                  <a:lnTo>
                    <a:pt x="1527752" y="635644"/>
                  </a:lnTo>
                  <a:lnTo>
                    <a:pt x="1582841" y="624398"/>
                  </a:lnTo>
                  <a:lnTo>
                    <a:pt x="1634663" y="611739"/>
                  </a:lnTo>
                  <a:lnTo>
                    <a:pt x="1684146" y="597528"/>
                  </a:lnTo>
                  <a:lnTo>
                    <a:pt x="1719082" y="586194"/>
                  </a:lnTo>
                  <a:lnTo>
                    <a:pt x="1769133" y="568127"/>
                  </a:lnTo>
                  <a:lnTo>
                    <a:pt x="1818700" y="548193"/>
                  </a:lnTo>
                  <a:lnTo>
                    <a:pt x="1868302" y="526367"/>
                  </a:lnTo>
                  <a:lnTo>
                    <a:pt x="1918294" y="502688"/>
                  </a:lnTo>
                  <a:lnTo>
                    <a:pt x="1968880" y="477268"/>
                  </a:lnTo>
                  <a:lnTo>
                    <a:pt x="2020138" y="450300"/>
                  </a:lnTo>
                  <a:lnTo>
                    <a:pt x="2072032" y="422051"/>
                  </a:lnTo>
                  <a:lnTo>
                    <a:pt x="2124436" y="392858"/>
                  </a:lnTo>
                  <a:lnTo>
                    <a:pt x="2177153" y="363109"/>
                  </a:lnTo>
                  <a:lnTo>
                    <a:pt x="2229947" y="333228"/>
                  </a:lnTo>
                  <a:lnTo>
                    <a:pt x="2282570" y="303644"/>
                  </a:lnTo>
                  <a:lnTo>
                    <a:pt x="2334798" y="274770"/>
                  </a:lnTo>
                  <a:lnTo>
                    <a:pt x="2386459" y="246976"/>
                  </a:lnTo>
                  <a:lnTo>
                    <a:pt x="2437458" y="220574"/>
                  </a:lnTo>
                  <a:lnTo>
                    <a:pt x="2487800" y="195804"/>
                  </a:lnTo>
                  <a:lnTo>
                    <a:pt x="2537611" y="172826"/>
                  </a:lnTo>
                  <a:lnTo>
                    <a:pt x="2587149" y="151725"/>
                  </a:lnTo>
                  <a:lnTo>
                    <a:pt x="2636829" y="132513"/>
                  </a:lnTo>
                  <a:lnTo>
                    <a:pt x="2667772" y="121594"/>
                  </a:lnTo>
                  <a:lnTo>
                    <a:pt x="2716074" y="106210"/>
                  </a:lnTo>
                  <a:lnTo>
                    <a:pt x="2766110" y="92434"/>
                  </a:lnTo>
                  <a:lnTo>
                    <a:pt x="2818731" y="80178"/>
                  </a:lnTo>
                  <a:lnTo>
                    <a:pt x="2874882" y="69291"/>
                  </a:lnTo>
                  <a:lnTo>
                    <a:pt x="2935518" y="59610"/>
                  </a:lnTo>
                  <a:lnTo>
                    <a:pt x="3001511" y="50981"/>
                  </a:lnTo>
                  <a:lnTo>
                    <a:pt x="3073535" y="43268"/>
                  </a:lnTo>
                  <a:lnTo>
                    <a:pt x="3151901" y="36369"/>
                  </a:lnTo>
                  <a:lnTo>
                    <a:pt x="3236357" y="30209"/>
                  </a:lnTo>
                  <a:lnTo>
                    <a:pt x="3325846" y="24750"/>
                  </a:lnTo>
                  <a:lnTo>
                    <a:pt x="3418291" y="19978"/>
                  </a:lnTo>
                  <a:lnTo>
                    <a:pt x="3510501" y="15905"/>
                  </a:lnTo>
                  <a:lnTo>
                    <a:pt x="3598325" y="12548"/>
                  </a:lnTo>
                  <a:lnTo>
                    <a:pt x="3677148" y="9913"/>
                  </a:lnTo>
                  <a:lnTo>
                    <a:pt x="3742722" y="7980"/>
                  </a:lnTo>
                  <a:lnTo>
                    <a:pt x="3792134" y="6685"/>
                  </a:lnTo>
                  <a:lnTo>
                    <a:pt x="3824589" y="5925"/>
                  </a:lnTo>
                  <a:lnTo>
                    <a:pt x="3841753" y="5564"/>
                  </a:lnTo>
                  <a:lnTo>
                    <a:pt x="3847615" y="545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6" y="5518"/>
                  </a:lnTo>
                  <a:lnTo>
                    <a:pt x="4395904" y="6050"/>
                  </a:lnTo>
                  <a:lnTo>
                    <a:pt x="4415525" y="7520"/>
                  </a:lnTo>
                  <a:lnTo>
                    <a:pt x="4450190" y="10406"/>
                  </a:lnTo>
                  <a:lnTo>
                    <a:pt x="4501017" y="15132"/>
                  </a:lnTo>
                  <a:lnTo>
                    <a:pt x="4566916" y="22015"/>
                  </a:lnTo>
                  <a:lnTo>
                    <a:pt x="4644964" y="31236"/>
                  </a:lnTo>
                  <a:lnTo>
                    <a:pt x="4731139" y="42852"/>
                  </a:lnTo>
                  <a:lnTo>
                    <a:pt x="4821169" y="56834"/>
                  </a:lnTo>
                  <a:lnTo>
                    <a:pt x="4911248" y="73126"/>
                  </a:lnTo>
                  <a:lnTo>
                    <a:pt x="4998455" y="91698"/>
                  </a:lnTo>
                  <a:lnTo>
                    <a:pt x="5080877" y="112586"/>
                  </a:lnTo>
                  <a:lnTo>
                    <a:pt x="5157523" y="135921"/>
                  </a:lnTo>
                  <a:lnTo>
                    <a:pt x="5228135" y="161932"/>
                  </a:lnTo>
                  <a:lnTo>
                    <a:pt x="5292977" y="190950"/>
                  </a:lnTo>
                  <a:lnTo>
                    <a:pt x="5352650" y="223400"/>
                  </a:lnTo>
                  <a:lnTo>
                    <a:pt x="5407947" y="259776"/>
                  </a:lnTo>
                  <a:lnTo>
                    <a:pt x="5459750" y="300608"/>
                  </a:lnTo>
                  <a:lnTo>
                    <a:pt x="5508941" y="346391"/>
                  </a:lnTo>
                  <a:lnTo>
                    <a:pt x="5556333" y="397469"/>
                  </a:lnTo>
                  <a:lnTo>
                    <a:pt x="5567201" y="410154"/>
                  </a:lnTo>
                  <a:lnTo>
                    <a:pt x="5604825" y="456789"/>
                  </a:lnTo>
                  <a:lnTo>
                    <a:pt x="5642091" y="507057"/>
                  </a:lnTo>
                  <a:lnTo>
                    <a:pt x="5679247" y="561031"/>
                  </a:lnTo>
                  <a:lnTo>
                    <a:pt x="5716485" y="618716"/>
                  </a:lnTo>
                  <a:lnTo>
                    <a:pt x="5753945" y="680043"/>
                  </a:lnTo>
                  <a:lnTo>
                    <a:pt x="5791721" y="744857"/>
                  </a:lnTo>
                  <a:lnTo>
                    <a:pt x="5829865" y="812921"/>
                  </a:lnTo>
                  <a:lnTo>
                    <a:pt x="5868389" y="883909"/>
                  </a:lnTo>
                  <a:lnTo>
                    <a:pt x="5907274" y="957413"/>
                  </a:lnTo>
                  <a:lnTo>
                    <a:pt x="5946469" y="1032948"/>
                  </a:lnTo>
                  <a:lnTo>
                    <a:pt x="5985900" y="1109965"/>
                  </a:lnTo>
                  <a:lnTo>
                    <a:pt x="6025475" y="1187867"/>
                  </a:lnTo>
                  <a:lnTo>
                    <a:pt x="6065094" y="1266027"/>
                  </a:lnTo>
                  <a:lnTo>
                    <a:pt x="6104650" y="1343809"/>
                  </a:lnTo>
                  <a:lnTo>
                    <a:pt x="6144043" y="1420591"/>
                  </a:lnTo>
                  <a:lnTo>
                    <a:pt x="6183184" y="1495783"/>
                  </a:lnTo>
                  <a:lnTo>
                    <a:pt x="6222004" y="1568847"/>
                  </a:lnTo>
                  <a:lnTo>
                    <a:pt x="6260457" y="1639312"/>
                  </a:lnTo>
                  <a:lnTo>
                    <a:pt x="6298529" y="1706785"/>
                  </a:lnTo>
                  <a:lnTo>
                    <a:pt x="6336240" y="1770956"/>
                  </a:lnTo>
                  <a:lnTo>
                    <a:pt x="6373650" y="1831604"/>
                  </a:lnTo>
                  <a:lnTo>
                    <a:pt x="6410860" y="1888592"/>
                  </a:lnTo>
                  <a:lnTo>
                    <a:pt x="6448021" y="1941864"/>
                  </a:lnTo>
                  <a:lnTo>
                    <a:pt x="6485333" y="1991439"/>
                  </a:lnTo>
                  <a:lnTo>
                    <a:pt x="6515891" y="2028996"/>
                  </a:lnTo>
                  <a:lnTo>
                    <a:pt x="6562964" y="2081327"/>
                  </a:lnTo>
                  <a:lnTo>
                    <a:pt x="6611667" y="2128324"/>
                  </a:lnTo>
                  <a:lnTo>
                    <a:pt x="6662784" y="2170269"/>
                  </a:lnTo>
                  <a:lnTo>
                    <a:pt x="6717186" y="2207637"/>
                  </a:lnTo>
                  <a:lnTo>
                    <a:pt x="6775763" y="2240956"/>
                  </a:lnTo>
                  <a:lnTo>
                    <a:pt x="6839336" y="2270734"/>
                  </a:lnTo>
                  <a:lnTo>
                    <a:pt x="6908564" y="2297413"/>
                  </a:lnTo>
                  <a:lnTo>
                    <a:pt x="6983803" y="2321347"/>
                  </a:lnTo>
                  <a:lnTo>
                    <a:pt x="7064936" y="2342791"/>
                  </a:lnTo>
                  <a:lnTo>
                    <a:pt x="7151162" y="2361897"/>
                  </a:lnTo>
                  <a:lnTo>
                    <a:pt x="7240795" y="2378721"/>
                  </a:lnTo>
                  <a:lnTo>
                    <a:pt x="7331149" y="2393247"/>
                  </a:lnTo>
                  <a:lnTo>
                    <a:pt x="7418597" y="2405419"/>
                  </a:lnTo>
                  <a:lnTo>
                    <a:pt x="7498923" y="2415198"/>
                  </a:lnTo>
                  <a:lnTo>
                    <a:pt x="7567972" y="2422615"/>
                  </a:lnTo>
                  <a:lnTo>
                    <a:pt x="7622487" y="2427820"/>
                  </a:lnTo>
                  <a:lnTo>
                    <a:pt x="7660905" y="2431101"/>
                  </a:lnTo>
                  <a:lnTo>
                    <a:pt x="7683818" y="2432859"/>
                  </a:lnTo>
                  <a:lnTo>
                    <a:pt x="7694016" y="2433566"/>
                  </a:lnTo>
                  <a:lnTo>
                    <a:pt x="7696237" y="2433706"/>
                  </a:lnTo>
                  <a:lnTo>
                    <a:pt x="8234974" y="2433706"/>
                  </a:lnTo>
                  <a:lnTo>
                    <a:pt x="8234974" y="2428262"/>
                  </a:lnTo>
                  <a:lnTo>
                    <a:pt x="7696237" y="2428262"/>
                  </a:lnTo>
                  <a:lnTo>
                    <a:pt x="7695037" y="2428187"/>
                  </a:lnTo>
                  <a:lnTo>
                    <a:pt x="7687188" y="2427656"/>
                  </a:lnTo>
                  <a:lnTo>
                    <a:pt x="7667567" y="2426186"/>
                  </a:lnTo>
                  <a:lnTo>
                    <a:pt x="7632902" y="2423300"/>
                  </a:lnTo>
                  <a:lnTo>
                    <a:pt x="7582076" y="2418573"/>
                  </a:lnTo>
                  <a:lnTo>
                    <a:pt x="7516177" y="2411691"/>
                  </a:lnTo>
                  <a:lnTo>
                    <a:pt x="7438128" y="2402470"/>
                  </a:lnTo>
                  <a:lnTo>
                    <a:pt x="7351953" y="2390854"/>
                  </a:lnTo>
                  <a:lnTo>
                    <a:pt x="7261924" y="2376871"/>
                  </a:lnTo>
                  <a:lnTo>
                    <a:pt x="7171845" y="2360580"/>
                  </a:lnTo>
                  <a:lnTo>
                    <a:pt x="7084638" y="2342008"/>
                  </a:lnTo>
                  <a:lnTo>
                    <a:pt x="7002216" y="2321119"/>
                  </a:lnTo>
                  <a:lnTo>
                    <a:pt x="6925570" y="2297785"/>
                  </a:lnTo>
                  <a:lnTo>
                    <a:pt x="6854957" y="2271774"/>
                  </a:lnTo>
                  <a:lnTo>
                    <a:pt x="6790116" y="2242755"/>
                  </a:lnTo>
                  <a:lnTo>
                    <a:pt x="6730443" y="2210306"/>
                  </a:lnTo>
                  <a:lnTo>
                    <a:pt x="6675145" y="2173930"/>
                  </a:lnTo>
                  <a:lnTo>
                    <a:pt x="6623342" y="2133098"/>
                  </a:lnTo>
                  <a:lnTo>
                    <a:pt x="6574151" y="2087315"/>
                  </a:lnTo>
                  <a:lnTo>
                    <a:pt x="6526760" y="2036236"/>
                  </a:lnTo>
                  <a:lnTo>
                    <a:pt x="6515891" y="2023551"/>
                  </a:lnTo>
                  <a:lnTo>
                    <a:pt x="6478267" y="1976917"/>
                  </a:lnTo>
                  <a:lnTo>
                    <a:pt x="6441002" y="1926649"/>
                  </a:lnTo>
                  <a:lnTo>
                    <a:pt x="6403845" y="1872675"/>
                  </a:lnTo>
                  <a:lnTo>
                    <a:pt x="6366607" y="1814989"/>
                  </a:lnTo>
                  <a:lnTo>
                    <a:pt x="6329147" y="1753663"/>
                  </a:lnTo>
                  <a:lnTo>
                    <a:pt x="6291371" y="1688849"/>
                  </a:lnTo>
                  <a:lnTo>
                    <a:pt x="6253228" y="1620785"/>
                  </a:lnTo>
                  <a:lnTo>
                    <a:pt x="6214703" y="1549796"/>
                  </a:lnTo>
                  <a:lnTo>
                    <a:pt x="6175819" y="1476292"/>
                  </a:lnTo>
                  <a:lnTo>
                    <a:pt x="6136624" y="1400758"/>
                  </a:lnTo>
                  <a:lnTo>
                    <a:pt x="6097193" y="1323741"/>
                  </a:lnTo>
                  <a:lnTo>
                    <a:pt x="6057617" y="1245839"/>
                  </a:lnTo>
                  <a:lnTo>
                    <a:pt x="6017999" y="1167679"/>
                  </a:lnTo>
                  <a:lnTo>
                    <a:pt x="5978443" y="1089897"/>
                  </a:lnTo>
                  <a:lnTo>
                    <a:pt x="5939050" y="1013115"/>
                  </a:lnTo>
                  <a:lnTo>
                    <a:pt x="5899908" y="937923"/>
                  </a:lnTo>
                  <a:lnTo>
                    <a:pt x="5861089" y="864859"/>
                  </a:lnTo>
                  <a:lnTo>
                    <a:pt x="5822635" y="794394"/>
                  </a:lnTo>
                  <a:lnTo>
                    <a:pt x="5784563" y="726921"/>
                  </a:lnTo>
                  <a:lnTo>
                    <a:pt x="5746852" y="662750"/>
                  </a:lnTo>
                  <a:lnTo>
                    <a:pt x="5709443" y="602101"/>
                  </a:lnTo>
                  <a:lnTo>
                    <a:pt x="5672232" y="545113"/>
                  </a:lnTo>
                  <a:lnTo>
                    <a:pt x="5635072" y="491841"/>
                  </a:lnTo>
                  <a:lnTo>
                    <a:pt x="5597760" y="442267"/>
                  </a:lnTo>
                  <a:lnTo>
                    <a:pt x="5567201" y="404710"/>
                  </a:lnTo>
                  <a:lnTo>
                    <a:pt x="5520128" y="352379"/>
                  </a:lnTo>
                  <a:lnTo>
                    <a:pt x="5471425" y="305382"/>
                  </a:lnTo>
                  <a:lnTo>
                    <a:pt x="5420309" y="263437"/>
                  </a:lnTo>
                  <a:lnTo>
                    <a:pt x="5365906" y="226069"/>
                  </a:lnTo>
                  <a:lnTo>
                    <a:pt x="5307330" y="192750"/>
                  </a:lnTo>
                  <a:lnTo>
                    <a:pt x="5243756" y="162972"/>
                  </a:lnTo>
                  <a:lnTo>
                    <a:pt x="5174529" y="136293"/>
                  </a:lnTo>
                  <a:lnTo>
                    <a:pt x="5099289" y="112359"/>
                  </a:lnTo>
                  <a:lnTo>
                    <a:pt x="5018156" y="90915"/>
                  </a:lnTo>
                  <a:lnTo>
                    <a:pt x="4931930" y="71809"/>
                  </a:lnTo>
                  <a:lnTo>
                    <a:pt x="4842297" y="54985"/>
                  </a:lnTo>
                  <a:lnTo>
                    <a:pt x="4751944" y="40459"/>
                  </a:lnTo>
                  <a:lnTo>
                    <a:pt x="4664495" y="28287"/>
                  </a:lnTo>
                  <a:lnTo>
                    <a:pt x="4584169" y="18508"/>
                  </a:lnTo>
                  <a:lnTo>
                    <a:pt x="4515121" y="11091"/>
                  </a:lnTo>
                  <a:lnTo>
                    <a:pt x="4460605" y="5886"/>
                  </a:lnTo>
                  <a:lnTo>
                    <a:pt x="4422188" y="2605"/>
                  </a:lnTo>
                  <a:lnTo>
                    <a:pt x="4399275" y="846"/>
                  </a:lnTo>
                  <a:lnTo>
                    <a:pt x="4389076" y="1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4" y="187"/>
                  </a:lnTo>
                  <a:lnTo>
                    <a:pt x="3817338" y="643"/>
                  </a:lnTo>
                  <a:lnTo>
                    <a:pt x="3780302" y="1537"/>
                  </a:lnTo>
                  <a:lnTo>
                    <a:pt x="3726286" y="2998"/>
                  </a:lnTo>
                  <a:lnTo>
                    <a:pt x="3656721" y="5119"/>
                  </a:lnTo>
                  <a:lnTo>
                    <a:pt x="3574978" y="7951"/>
                  </a:lnTo>
                  <a:lnTo>
                    <a:pt x="3485502" y="11506"/>
                  </a:lnTo>
                  <a:lnTo>
                    <a:pt x="3392849" y="15771"/>
                  </a:lnTo>
                  <a:lnTo>
                    <a:pt x="3300943" y="20731"/>
                  </a:lnTo>
                  <a:lnTo>
                    <a:pt x="3212671" y="26380"/>
                  </a:lnTo>
                  <a:lnTo>
                    <a:pt x="3129816" y="32737"/>
                  </a:lnTo>
                  <a:lnTo>
                    <a:pt x="3053189" y="39851"/>
                  </a:lnTo>
                  <a:lnTo>
                    <a:pt x="2982867" y="47802"/>
                  </a:lnTo>
                  <a:lnTo>
                    <a:pt x="2918418" y="56706"/>
                  </a:lnTo>
                  <a:lnTo>
                    <a:pt x="2859102" y="66700"/>
                  </a:lnTo>
                  <a:lnTo>
                    <a:pt x="2804014" y="77946"/>
                  </a:lnTo>
                  <a:lnTo>
                    <a:pt x="2752192" y="90605"/>
                  </a:lnTo>
                  <a:lnTo>
                    <a:pt x="2702709" y="104816"/>
                  </a:lnTo>
                  <a:lnTo>
                    <a:pt x="2667772" y="116150"/>
                  </a:lnTo>
                  <a:lnTo>
                    <a:pt x="2617721" y="134217"/>
                  </a:lnTo>
                  <a:lnTo>
                    <a:pt x="2568155" y="154150"/>
                  </a:lnTo>
                  <a:lnTo>
                    <a:pt x="2518552" y="175977"/>
                  </a:lnTo>
                  <a:lnTo>
                    <a:pt x="2468561" y="199656"/>
                  </a:lnTo>
                  <a:lnTo>
                    <a:pt x="2417975" y="225076"/>
                  </a:lnTo>
                  <a:lnTo>
                    <a:pt x="2366717" y="252044"/>
                  </a:lnTo>
                  <a:lnTo>
                    <a:pt x="2314822" y="280293"/>
                  </a:lnTo>
                  <a:lnTo>
                    <a:pt x="2262418" y="309486"/>
                  </a:lnTo>
                  <a:lnTo>
                    <a:pt x="2209701" y="339235"/>
                  </a:lnTo>
                  <a:lnTo>
                    <a:pt x="2156908" y="369116"/>
                  </a:lnTo>
                  <a:lnTo>
                    <a:pt x="2104285" y="398700"/>
                  </a:lnTo>
                  <a:lnTo>
                    <a:pt x="2052056" y="427574"/>
                  </a:lnTo>
                  <a:lnTo>
                    <a:pt x="2000395" y="455368"/>
                  </a:lnTo>
                  <a:lnTo>
                    <a:pt x="1949397" y="481770"/>
                  </a:lnTo>
                  <a:lnTo>
                    <a:pt x="1899054" y="506540"/>
                  </a:lnTo>
                  <a:lnTo>
                    <a:pt x="1849244" y="529518"/>
                  </a:lnTo>
                  <a:lnTo>
                    <a:pt x="1799706" y="550619"/>
                  </a:lnTo>
                  <a:lnTo>
                    <a:pt x="1750025" y="569831"/>
                  </a:lnTo>
                  <a:lnTo>
                    <a:pt x="1719082" y="580750"/>
                  </a:lnTo>
                  <a:lnTo>
                    <a:pt x="1670781" y="596134"/>
                  </a:lnTo>
                  <a:lnTo>
                    <a:pt x="1620744" y="609910"/>
                  </a:lnTo>
                  <a:lnTo>
                    <a:pt x="1568123" y="622166"/>
                  </a:lnTo>
                  <a:lnTo>
                    <a:pt x="1511972" y="633053"/>
                  </a:lnTo>
                  <a:lnTo>
                    <a:pt x="1451336" y="642734"/>
                  </a:lnTo>
                  <a:lnTo>
                    <a:pt x="1385343" y="651363"/>
                  </a:lnTo>
                  <a:lnTo>
                    <a:pt x="1313320" y="659076"/>
                  </a:lnTo>
                  <a:lnTo>
                    <a:pt x="1234954" y="665975"/>
                  </a:lnTo>
                  <a:lnTo>
                    <a:pt x="1150497" y="672135"/>
                  </a:lnTo>
                  <a:lnTo>
                    <a:pt x="1061009" y="677594"/>
                  </a:lnTo>
                  <a:lnTo>
                    <a:pt x="968564" y="682365"/>
                  </a:lnTo>
                  <a:lnTo>
                    <a:pt x="876353" y="686438"/>
                  </a:lnTo>
                  <a:lnTo>
                    <a:pt x="788529" y="689796"/>
                  </a:lnTo>
                  <a:lnTo>
                    <a:pt x="709706" y="692431"/>
                  </a:lnTo>
                  <a:lnTo>
                    <a:pt x="644132" y="694364"/>
                  </a:lnTo>
                  <a:lnTo>
                    <a:pt x="594721" y="695659"/>
                  </a:lnTo>
                  <a:lnTo>
                    <a:pt x="562266" y="696419"/>
                  </a:lnTo>
                  <a:lnTo>
                    <a:pt x="545102" y="696780"/>
                  </a:lnTo>
                  <a:lnTo>
                    <a:pt x="539240" y="696891"/>
                  </a:lnTo>
                  <a:lnTo>
                    <a:pt x="538736" y="696900"/>
                  </a:lnTo>
                  <a:lnTo>
                    <a:pt x="0" y="69690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70" name="pl1170"/>
            <p:cNvSpPr/>
            <p:nvPr/>
          </p:nvSpPr>
          <p:spPr>
            <a:xfrm>
              <a:off x="546595" y="3619726"/>
              <a:ext cx="8234974" cy="2428262"/>
            </a:xfrm>
            <a:custGeom>
              <a:avLst/>
              <a:pathLst>
                <a:path w="8234974" h="2428262">
                  <a:moveTo>
                    <a:pt x="0" y="696900"/>
                  </a:moveTo>
                  <a:lnTo>
                    <a:pt x="538736" y="696900"/>
                  </a:lnTo>
                  <a:lnTo>
                    <a:pt x="540030" y="696877"/>
                  </a:lnTo>
                  <a:lnTo>
                    <a:pt x="548470" y="696712"/>
                  </a:lnTo>
                  <a:lnTo>
                    <a:pt x="569516" y="696256"/>
                  </a:lnTo>
                  <a:lnTo>
                    <a:pt x="606553" y="695362"/>
                  </a:lnTo>
                  <a:lnTo>
                    <a:pt x="660569" y="693902"/>
                  </a:lnTo>
                  <a:lnTo>
                    <a:pt x="730134" y="691781"/>
                  </a:lnTo>
                  <a:lnTo>
                    <a:pt x="811876" y="688949"/>
                  </a:lnTo>
                  <a:lnTo>
                    <a:pt x="901353" y="685394"/>
                  </a:lnTo>
                  <a:lnTo>
                    <a:pt x="994006" y="681128"/>
                  </a:lnTo>
                  <a:lnTo>
                    <a:pt x="1085912" y="676168"/>
                  </a:lnTo>
                  <a:lnTo>
                    <a:pt x="1174183" y="670519"/>
                  </a:lnTo>
                  <a:lnTo>
                    <a:pt x="1257039" y="664162"/>
                  </a:lnTo>
                  <a:lnTo>
                    <a:pt x="1333665" y="657049"/>
                  </a:lnTo>
                  <a:lnTo>
                    <a:pt x="1403988" y="649097"/>
                  </a:lnTo>
                  <a:lnTo>
                    <a:pt x="1468436" y="640194"/>
                  </a:lnTo>
                  <a:lnTo>
                    <a:pt x="1527752" y="630199"/>
                  </a:lnTo>
                  <a:lnTo>
                    <a:pt x="1582841" y="618954"/>
                  </a:lnTo>
                  <a:lnTo>
                    <a:pt x="1634663" y="606294"/>
                  </a:lnTo>
                  <a:lnTo>
                    <a:pt x="1684146" y="592084"/>
                  </a:lnTo>
                  <a:lnTo>
                    <a:pt x="1719082" y="580750"/>
                  </a:lnTo>
                  <a:lnTo>
                    <a:pt x="1769133" y="562682"/>
                  </a:lnTo>
                  <a:lnTo>
                    <a:pt x="1818700" y="542749"/>
                  </a:lnTo>
                  <a:lnTo>
                    <a:pt x="1868302" y="520923"/>
                  </a:lnTo>
                  <a:lnTo>
                    <a:pt x="1918294" y="497243"/>
                  </a:lnTo>
                  <a:lnTo>
                    <a:pt x="1968880" y="471823"/>
                  </a:lnTo>
                  <a:lnTo>
                    <a:pt x="2020138" y="444855"/>
                  </a:lnTo>
                  <a:lnTo>
                    <a:pt x="2072032" y="416606"/>
                  </a:lnTo>
                  <a:lnTo>
                    <a:pt x="2124436" y="387413"/>
                  </a:lnTo>
                  <a:lnTo>
                    <a:pt x="2177153" y="357665"/>
                  </a:lnTo>
                  <a:lnTo>
                    <a:pt x="2229947" y="327784"/>
                  </a:lnTo>
                  <a:lnTo>
                    <a:pt x="2282570" y="298200"/>
                  </a:lnTo>
                  <a:lnTo>
                    <a:pt x="2334798" y="269325"/>
                  </a:lnTo>
                  <a:lnTo>
                    <a:pt x="2386459" y="241531"/>
                  </a:lnTo>
                  <a:lnTo>
                    <a:pt x="2437458" y="215129"/>
                  </a:lnTo>
                  <a:lnTo>
                    <a:pt x="2487800" y="190359"/>
                  </a:lnTo>
                  <a:lnTo>
                    <a:pt x="2537611" y="167381"/>
                  </a:lnTo>
                  <a:lnTo>
                    <a:pt x="2587149" y="146280"/>
                  </a:lnTo>
                  <a:lnTo>
                    <a:pt x="2636829" y="127069"/>
                  </a:lnTo>
                  <a:lnTo>
                    <a:pt x="2667772" y="116150"/>
                  </a:lnTo>
                  <a:lnTo>
                    <a:pt x="2716074" y="100765"/>
                  </a:lnTo>
                  <a:lnTo>
                    <a:pt x="2766110" y="86990"/>
                  </a:lnTo>
                  <a:lnTo>
                    <a:pt x="2818731" y="74733"/>
                  </a:lnTo>
                  <a:lnTo>
                    <a:pt x="2874882" y="63846"/>
                  </a:lnTo>
                  <a:lnTo>
                    <a:pt x="2935518" y="54166"/>
                  </a:lnTo>
                  <a:lnTo>
                    <a:pt x="3001511" y="45536"/>
                  </a:lnTo>
                  <a:lnTo>
                    <a:pt x="3073535" y="37824"/>
                  </a:lnTo>
                  <a:lnTo>
                    <a:pt x="3151901" y="30924"/>
                  </a:lnTo>
                  <a:lnTo>
                    <a:pt x="3236357" y="24765"/>
                  </a:lnTo>
                  <a:lnTo>
                    <a:pt x="3325846" y="19305"/>
                  </a:lnTo>
                  <a:lnTo>
                    <a:pt x="3418291" y="14534"/>
                  </a:lnTo>
                  <a:lnTo>
                    <a:pt x="3510501" y="10461"/>
                  </a:lnTo>
                  <a:lnTo>
                    <a:pt x="3598325" y="7103"/>
                  </a:lnTo>
                  <a:lnTo>
                    <a:pt x="3677148" y="4469"/>
                  </a:lnTo>
                  <a:lnTo>
                    <a:pt x="3742722" y="2535"/>
                  </a:lnTo>
                  <a:lnTo>
                    <a:pt x="3792134" y="1241"/>
                  </a:lnTo>
                  <a:lnTo>
                    <a:pt x="3824589" y="481"/>
                  </a:lnTo>
                  <a:lnTo>
                    <a:pt x="3841753" y="120"/>
                  </a:lnTo>
                  <a:lnTo>
                    <a:pt x="3847615" y="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6" y="74"/>
                  </a:lnTo>
                  <a:lnTo>
                    <a:pt x="4395904" y="606"/>
                  </a:lnTo>
                  <a:lnTo>
                    <a:pt x="4415525" y="2075"/>
                  </a:lnTo>
                  <a:lnTo>
                    <a:pt x="4450190" y="4962"/>
                  </a:lnTo>
                  <a:lnTo>
                    <a:pt x="4501017" y="9688"/>
                  </a:lnTo>
                  <a:lnTo>
                    <a:pt x="4566916" y="16570"/>
                  </a:lnTo>
                  <a:lnTo>
                    <a:pt x="4644964" y="25792"/>
                  </a:lnTo>
                  <a:lnTo>
                    <a:pt x="4731139" y="37408"/>
                  </a:lnTo>
                  <a:lnTo>
                    <a:pt x="4821169" y="51390"/>
                  </a:lnTo>
                  <a:lnTo>
                    <a:pt x="4911248" y="67682"/>
                  </a:lnTo>
                  <a:lnTo>
                    <a:pt x="4998455" y="86253"/>
                  </a:lnTo>
                  <a:lnTo>
                    <a:pt x="5080877" y="107142"/>
                  </a:lnTo>
                  <a:lnTo>
                    <a:pt x="5157523" y="130476"/>
                  </a:lnTo>
                  <a:lnTo>
                    <a:pt x="5228135" y="156487"/>
                  </a:lnTo>
                  <a:lnTo>
                    <a:pt x="5292977" y="185506"/>
                  </a:lnTo>
                  <a:lnTo>
                    <a:pt x="5352650" y="217955"/>
                  </a:lnTo>
                  <a:lnTo>
                    <a:pt x="5407947" y="254331"/>
                  </a:lnTo>
                  <a:lnTo>
                    <a:pt x="5459750" y="295163"/>
                  </a:lnTo>
                  <a:lnTo>
                    <a:pt x="5508941" y="340946"/>
                  </a:lnTo>
                  <a:lnTo>
                    <a:pt x="5556333" y="392025"/>
                  </a:lnTo>
                  <a:lnTo>
                    <a:pt x="5567201" y="404710"/>
                  </a:lnTo>
                  <a:lnTo>
                    <a:pt x="5604825" y="451344"/>
                  </a:lnTo>
                  <a:lnTo>
                    <a:pt x="5642091" y="501612"/>
                  </a:lnTo>
                  <a:lnTo>
                    <a:pt x="5679247" y="555586"/>
                  </a:lnTo>
                  <a:lnTo>
                    <a:pt x="5716485" y="613272"/>
                  </a:lnTo>
                  <a:lnTo>
                    <a:pt x="5753945" y="674598"/>
                  </a:lnTo>
                  <a:lnTo>
                    <a:pt x="5791721" y="739412"/>
                  </a:lnTo>
                  <a:lnTo>
                    <a:pt x="5829865" y="807476"/>
                  </a:lnTo>
                  <a:lnTo>
                    <a:pt x="5868389" y="878465"/>
                  </a:lnTo>
                  <a:lnTo>
                    <a:pt x="5907274" y="951969"/>
                  </a:lnTo>
                  <a:lnTo>
                    <a:pt x="5946469" y="1027504"/>
                  </a:lnTo>
                  <a:lnTo>
                    <a:pt x="5985900" y="1104521"/>
                  </a:lnTo>
                  <a:lnTo>
                    <a:pt x="6025475" y="1182422"/>
                  </a:lnTo>
                  <a:lnTo>
                    <a:pt x="6065094" y="1260582"/>
                  </a:lnTo>
                  <a:lnTo>
                    <a:pt x="6104650" y="1338364"/>
                  </a:lnTo>
                  <a:lnTo>
                    <a:pt x="6144043" y="1415146"/>
                  </a:lnTo>
                  <a:lnTo>
                    <a:pt x="6183184" y="1490338"/>
                  </a:lnTo>
                  <a:lnTo>
                    <a:pt x="6222004" y="1563402"/>
                  </a:lnTo>
                  <a:lnTo>
                    <a:pt x="6260457" y="1633867"/>
                  </a:lnTo>
                  <a:lnTo>
                    <a:pt x="6298529" y="1701340"/>
                  </a:lnTo>
                  <a:lnTo>
                    <a:pt x="6336240" y="1765512"/>
                  </a:lnTo>
                  <a:lnTo>
                    <a:pt x="6373650" y="1826160"/>
                  </a:lnTo>
                  <a:lnTo>
                    <a:pt x="6410860" y="1883148"/>
                  </a:lnTo>
                  <a:lnTo>
                    <a:pt x="6448021" y="1936420"/>
                  </a:lnTo>
                  <a:lnTo>
                    <a:pt x="6485333" y="1985995"/>
                  </a:lnTo>
                  <a:lnTo>
                    <a:pt x="6515891" y="2023551"/>
                  </a:lnTo>
                  <a:lnTo>
                    <a:pt x="6562964" y="2075883"/>
                  </a:lnTo>
                  <a:lnTo>
                    <a:pt x="6611667" y="2122879"/>
                  </a:lnTo>
                  <a:lnTo>
                    <a:pt x="6662784" y="2164825"/>
                  </a:lnTo>
                  <a:lnTo>
                    <a:pt x="6717186" y="2202192"/>
                  </a:lnTo>
                  <a:lnTo>
                    <a:pt x="6775763" y="2235511"/>
                  </a:lnTo>
                  <a:lnTo>
                    <a:pt x="6839336" y="2265289"/>
                  </a:lnTo>
                  <a:lnTo>
                    <a:pt x="6908564" y="2291968"/>
                  </a:lnTo>
                  <a:lnTo>
                    <a:pt x="6983803" y="2315902"/>
                  </a:lnTo>
                  <a:lnTo>
                    <a:pt x="7064936" y="2337346"/>
                  </a:lnTo>
                  <a:lnTo>
                    <a:pt x="7151162" y="2356452"/>
                  </a:lnTo>
                  <a:lnTo>
                    <a:pt x="7240795" y="2373276"/>
                  </a:lnTo>
                  <a:lnTo>
                    <a:pt x="7331149" y="2387802"/>
                  </a:lnTo>
                  <a:lnTo>
                    <a:pt x="7418597" y="2399975"/>
                  </a:lnTo>
                  <a:lnTo>
                    <a:pt x="7498923" y="2409753"/>
                  </a:lnTo>
                  <a:lnTo>
                    <a:pt x="7567972" y="2417170"/>
                  </a:lnTo>
                  <a:lnTo>
                    <a:pt x="7622487" y="2422376"/>
                  </a:lnTo>
                  <a:lnTo>
                    <a:pt x="7660905" y="2425656"/>
                  </a:lnTo>
                  <a:lnTo>
                    <a:pt x="7683818" y="2427415"/>
                  </a:lnTo>
                  <a:lnTo>
                    <a:pt x="7694016" y="2428122"/>
                  </a:lnTo>
                  <a:lnTo>
                    <a:pt x="7696221" y="2428261"/>
                  </a:lnTo>
                  <a:lnTo>
                    <a:pt x="7696237" y="2428262"/>
                  </a:lnTo>
                  <a:lnTo>
                    <a:pt x="8234974" y="2428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1" name="pl1171"/>
            <p:cNvSpPr/>
            <p:nvPr/>
          </p:nvSpPr>
          <p:spPr>
            <a:xfrm>
              <a:off x="546595" y="3614282"/>
              <a:ext cx="8234974" cy="2428262"/>
            </a:xfrm>
            <a:custGeom>
              <a:avLst/>
              <a:pathLst>
                <a:path w="8234974" h="2428262">
                  <a:moveTo>
                    <a:pt x="8234974" y="2428262"/>
                  </a:moveTo>
                  <a:lnTo>
                    <a:pt x="7696237" y="2428262"/>
                  </a:lnTo>
                  <a:lnTo>
                    <a:pt x="7695037" y="2428187"/>
                  </a:lnTo>
                  <a:lnTo>
                    <a:pt x="7687188" y="2427656"/>
                  </a:lnTo>
                  <a:lnTo>
                    <a:pt x="7667567" y="2426186"/>
                  </a:lnTo>
                  <a:lnTo>
                    <a:pt x="7632902" y="2423300"/>
                  </a:lnTo>
                  <a:lnTo>
                    <a:pt x="7582076" y="2418573"/>
                  </a:lnTo>
                  <a:lnTo>
                    <a:pt x="7516177" y="2411691"/>
                  </a:lnTo>
                  <a:lnTo>
                    <a:pt x="7438128" y="2402470"/>
                  </a:lnTo>
                  <a:lnTo>
                    <a:pt x="7351953" y="2390854"/>
                  </a:lnTo>
                  <a:lnTo>
                    <a:pt x="7261924" y="2376871"/>
                  </a:lnTo>
                  <a:lnTo>
                    <a:pt x="7171845" y="2360580"/>
                  </a:lnTo>
                  <a:lnTo>
                    <a:pt x="7084638" y="2342008"/>
                  </a:lnTo>
                  <a:lnTo>
                    <a:pt x="7002216" y="2321119"/>
                  </a:lnTo>
                  <a:lnTo>
                    <a:pt x="6925570" y="2297785"/>
                  </a:lnTo>
                  <a:lnTo>
                    <a:pt x="6854957" y="2271774"/>
                  </a:lnTo>
                  <a:lnTo>
                    <a:pt x="6790116" y="2242755"/>
                  </a:lnTo>
                  <a:lnTo>
                    <a:pt x="6730443" y="2210306"/>
                  </a:lnTo>
                  <a:lnTo>
                    <a:pt x="6675145" y="2173930"/>
                  </a:lnTo>
                  <a:lnTo>
                    <a:pt x="6623342" y="2133098"/>
                  </a:lnTo>
                  <a:lnTo>
                    <a:pt x="6574151" y="2087315"/>
                  </a:lnTo>
                  <a:lnTo>
                    <a:pt x="6526760" y="2036236"/>
                  </a:lnTo>
                  <a:lnTo>
                    <a:pt x="6515891" y="2023551"/>
                  </a:lnTo>
                  <a:lnTo>
                    <a:pt x="6478267" y="1976917"/>
                  </a:lnTo>
                  <a:lnTo>
                    <a:pt x="6441002" y="1926649"/>
                  </a:lnTo>
                  <a:lnTo>
                    <a:pt x="6403845" y="1872675"/>
                  </a:lnTo>
                  <a:lnTo>
                    <a:pt x="6366607" y="1814989"/>
                  </a:lnTo>
                  <a:lnTo>
                    <a:pt x="6329147" y="1753663"/>
                  </a:lnTo>
                  <a:lnTo>
                    <a:pt x="6291371" y="1688849"/>
                  </a:lnTo>
                  <a:lnTo>
                    <a:pt x="6253228" y="1620785"/>
                  </a:lnTo>
                  <a:lnTo>
                    <a:pt x="6214703" y="1549796"/>
                  </a:lnTo>
                  <a:lnTo>
                    <a:pt x="6175819" y="1476292"/>
                  </a:lnTo>
                  <a:lnTo>
                    <a:pt x="6136624" y="1400758"/>
                  </a:lnTo>
                  <a:lnTo>
                    <a:pt x="6097193" y="1323741"/>
                  </a:lnTo>
                  <a:lnTo>
                    <a:pt x="6057617" y="1245839"/>
                  </a:lnTo>
                  <a:lnTo>
                    <a:pt x="6017999" y="1167679"/>
                  </a:lnTo>
                  <a:lnTo>
                    <a:pt x="5978443" y="1089897"/>
                  </a:lnTo>
                  <a:lnTo>
                    <a:pt x="5939050" y="1013115"/>
                  </a:lnTo>
                  <a:lnTo>
                    <a:pt x="5899908" y="937923"/>
                  </a:lnTo>
                  <a:lnTo>
                    <a:pt x="5861089" y="864859"/>
                  </a:lnTo>
                  <a:lnTo>
                    <a:pt x="5822635" y="794394"/>
                  </a:lnTo>
                  <a:lnTo>
                    <a:pt x="5784563" y="726921"/>
                  </a:lnTo>
                  <a:lnTo>
                    <a:pt x="5746852" y="662750"/>
                  </a:lnTo>
                  <a:lnTo>
                    <a:pt x="5709443" y="602101"/>
                  </a:lnTo>
                  <a:lnTo>
                    <a:pt x="5672232" y="545113"/>
                  </a:lnTo>
                  <a:lnTo>
                    <a:pt x="5635072" y="491841"/>
                  </a:lnTo>
                  <a:lnTo>
                    <a:pt x="5597760" y="442267"/>
                  </a:lnTo>
                  <a:lnTo>
                    <a:pt x="5567201" y="404710"/>
                  </a:lnTo>
                  <a:lnTo>
                    <a:pt x="5520128" y="352379"/>
                  </a:lnTo>
                  <a:lnTo>
                    <a:pt x="5471425" y="305382"/>
                  </a:lnTo>
                  <a:lnTo>
                    <a:pt x="5420309" y="263437"/>
                  </a:lnTo>
                  <a:lnTo>
                    <a:pt x="5365906" y="226069"/>
                  </a:lnTo>
                  <a:lnTo>
                    <a:pt x="5307330" y="192750"/>
                  </a:lnTo>
                  <a:lnTo>
                    <a:pt x="5243756" y="162972"/>
                  </a:lnTo>
                  <a:lnTo>
                    <a:pt x="5174529" y="136293"/>
                  </a:lnTo>
                  <a:lnTo>
                    <a:pt x="5099289" y="112359"/>
                  </a:lnTo>
                  <a:lnTo>
                    <a:pt x="5018156" y="90915"/>
                  </a:lnTo>
                  <a:lnTo>
                    <a:pt x="4931930" y="71809"/>
                  </a:lnTo>
                  <a:lnTo>
                    <a:pt x="4842297" y="54985"/>
                  </a:lnTo>
                  <a:lnTo>
                    <a:pt x="4751944" y="40459"/>
                  </a:lnTo>
                  <a:lnTo>
                    <a:pt x="4664495" y="28287"/>
                  </a:lnTo>
                  <a:lnTo>
                    <a:pt x="4584169" y="18508"/>
                  </a:lnTo>
                  <a:lnTo>
                    <a:pt x="4515121" y="11091"/>
                  </a:lnTo>
                  <a:lnTo>
                    <a:pt x="4460605" y="5886"/>
                  </a:lnTo>
                  <a:lnTo>
                    <a:pt x="4422188" y="2605"/>
                  </a:lnTo>
                  <a:lnTo>
                    <a:pt x="4399275" y="846"/>
                  </a:lnTo>
                  <a:lnTo>
                    <a:pt x="4389076" y="140"/>
                  </a:lnTo>
                  <a:lnTo>
                    <a:pt x="43868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5" y="23"/>
                  </a:lnTo>
                  <a:lnTo>
                    <a:pt x="3838384" y="187"/>
                  </a:lnTo>
                  <a:lnTo>
                    <a:pt x="3817338" y="643"/>
                  </a:lnTo>
                  <a:lnTo>
                    <a:pt x="3780302" y="1537"/>
                  </a:lnTo>
                  <a:lnTo>
                    <a:pt x="3726286" y="2998"/>
                  </a:lnTo>
                  <a:lnTo>
                    <a:pt x="3656721" y="5119"/>
                  </a:lnTo>
                  <a:lnTo>
                    <a:pt x="3574978" y="7951"/>
                  </a:lnTo>
                  <a:lnTo>
                    <a:pt x="3485502" y="11506"/>
                  </a:lnTo>
                  <a:lnTo>
                    <a:pt x="3392849" y="15771"/>
                  </a:lnTo>
                  <a:lnTo>
                    <a:pt x="3300943" y="20731"/>
                  </a:lnTo>
                  <a:lnTo>
                    <a:pt x="3212671" y="26380"/>
                  </a:lnTo>
                  <a:lnTo>
                    <a:pt x="3129816" y="32737"/>
                  </a:lnTo>
                  <a:lnTo>
                    <a:pt x="3053189" y="39851"/>
                  </a:lnTo>
                  <a:lnTo>
                    <a:pt x="2982867" y="47802"/>
                  </a:lnTo>
                  <a:lnTo>
                    <a:pt x="2918418" y="56706"/>
                  </a:lnTo>
                  <a:lnTo>
                    <a:pt x="2859102" y="66700"/>
                  </a:lnTo>
                  <a:lnTo>
                    <a:pt x="2804014" y="77946"/>
                  </a:lnTo>
                  <a:lnTo>
                    <a:pt x="2752192" y="90605"/>
                  </a:lnTo>
                  <a:lnTo>
                    <a:pt x="2702709" y="104816"/>
                  </a:lnTo>
                  <a:lnTo>
                    <a:pt x="2667772" y="116150"/>
                  </a:lnTo>
                  <a:lnTo>
                    <a:pt x="2617721" y="134217"/>
                  </a:lnTo>
                  <a:lnTo>
                    <a:pt x="2568155" y="154150"/>
                  </a:lnTo>
                  <a:lnTo>
                    <a:pt x="2518552" y="175977"/>
                  </a:lnTo>
                  <a:lnTo>
                    <a:pt x="2468561" y="199656"/>
                  </a:lnTo>
                  <a:lnTo>
                    <a:pt x="2417975" y="225076"/>
                  </a:lnTo>
                  <a:lnTo>
                    <a:pt x="2366717" y="252044"/>
                  </a:lnTo>
                  <a:lnTo>
                    <a:pt x="2314822" y="280293"/>
                  </a:lnTo>
                  <a:lnTo>
                    <a:pt x="2262418" y="309486"/>
                  </a:lnTo>
                  <a:lnTo>
                    <a:pt x="2209701" y="339235"/>
                  </a:lnTo>
                  <a:lnTo>
                    <a:pt x="2156908" y="369116"/>
                  </a:lnTo>
                  <a:lnTo>
                    <a:pt x="2104285" y="398700"/>
                  </a:lnTo>
                  <a:lnTo>
                    <a:pt x="2052056" y="427574"/>
                  </a:lnTo>
                  <a:lnTo>
                    <a:pt x="2000395" y="455368"/>
                  </a:lnTo>
                  <a:lnTo>
                    <a:pt x="1949397" y="481770"/>
                  </a:lnTo>
                  <a:lnTo>
                    <a:pt x="1899054" y="506540"/>
                  </a:lnTo>
                  <a:lnTo>
                    <a:pt x="1849244" y="529518"/>
                  </a:lnTo>
                  <a:lnTo>
                    <a:pt x="1799706" y="550619"/>
                  </a:lnTo>
                  <a:lnTo>
                    <a:pt x="1750025" y="569831"/>
                  </a:lnTo>
                  <a:lnTo>
                    <a:pt x="1719082" y="580750"/>
                  </a:lnTo>
                  <a:lnTo>
                    <a:pt x="1670781" y="596134"/>
                  </a:lnTo>
                  <a:lnTo>
                    <a:pt x="1620744" y="609910"/>
                  </a:lnTo>
                  <a:lnTo>
                    <a:pt x="1568123" y="622166"/>
                  </a:lnTo>
                  <a:lnTo>
                    <a:pt x="1511972" y="633053"/>
                  </a:lnTo>
                  <a:lnTo>
                    <a:pt x="1451336" y="642734"/>
                  </a:lnTo>
                  <a:lnTo>
                    <a:pt x="1385343" y="651363"/>
                  </a:lnTo>
                  <a:lnTo>
                    <a:pt x="1313320" y="659076"/>
                  </a:lnTo>
                  <a:lnTo>
                    <a:pt x="1234954" y="665975"/>
                  </a:lnTo>
                  <a:lnTo>
                    <a:pt x="1150497" y="672135"/>
                  </a:lnTo>
                  <a:lnTo>
                    <a:pt x="1061009" y="677594"/>
                  </a:lnTo>
                  <a:lnTo>
                    <a:pt x="968564" y="682365"/>
                  </a:lnTo>
                  <a:lnTo>
                    <a:pt x="876353" y="686438"/>
                  </a:lnTo>
                  <a:lnTo>
                    <a:pt x="788529" y="689796"/>
                  </a:lnTo>
                  <a:lnTo>
                    <a:pt x="709706" y="692431"/>
                  </a:lnTo>
                  <a:lnTo>
                    <a:pt x="644132" y="694364"/>
                  </a:lnTo>
                  <a:lnTo>
                    <a:pt x="594721" y="695659"/>
                  </a:lnTo>
                  <a:lnTo>
                    <a:pt x="562266" y="696419"/>
                  </a:lnTo>
                  <a:lnTo>
                    <a:pt x="545102" y="696780"/>
                  </a:lnTo>
                  <a:lnTo>
                    <a:pt x="539240" y="696891"/>
                  </a:lnTo>
                  <a:lnTo>
                    <a:pt x="538736" y="696900"/>
                  </a:lnTo>
                  <a:lnTo>
                    <a:pt x="0" y="696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2" name="pg1172"/>
            <p:cNvSpPr/>
            <p:nvPr/>
          </p:nvSpPr>
          <p:spPr>
            <a:xfrm>
              <a:off x="546595" y="881125"/>
              <a:ext cx="8234974" cy="3566169"/>
            </a:xfrm>
            <a:custGeom>
              <a:avLst/>
              <a:pathLst>
                <a:path w="8234974" h="3566169">
                  <a:moveTo>
                    <a:pt x="0" y="3495390"/>
                  </a:moveTo>
                  <a:lnTo>
                    <a:pt x="538736" y="3495390"/>
                  </a:lnTo>
                  <a:lnTo>
                    <a:pt x="540039" y="3495393"/>
                  </a:lnTo>
                  <a:lnTo>
                    <a:pt x="548537" y="3495410"/>
                  </a:lnTo>
                  <a:lnTo>
                    <a:pt x="569722" y="3495456"/>
                  </a:lnTo>
                  <a:lnTo>
                    <a:pt x="606989" y="3495548"/>
                  </a:lnTo>
                  <a:lnTo>
                    <a:pt x="661313" y="3495697"/>
                  </a:lnTo>
                  <a:lnTo>
                    <a:pt x="731228" y="3495914"/>
                  </a:lnTo>
                  <a:lnTo>
                    <a:pt x="813321" y="3496203"/>
                  </a:lnTo>
                  <a:lnTo>
                    <a:pt x="903106" y="3496567"/>
                  </a:lnTo>
                  <a:lnTo>
                    <a:pt x="996001" y="3497002"/>
                  </a:lnTo>
                  <a:lnTo>
                    <a:pt x="1088071" y="3497509"/>
                  </a:lnTo>
                  <a:lnTo>
                    <a:pt x="1176433" y="3498086"/>
                  </a:lnTo>
                  <a:lnTo>
                    <a:pt x="1259322" y="3498735"/>
                  </a:lnTo>
                  <a:lnTo>
                    <a:pt x="1335941" y="3499462"/>
                  </a:lnTo>
                  <a:lnTo>
                    <a:pt x="1406233" y="3500274"/>
                  </a:lnTo>
                  <a:lnTo>
                    <a:pt x="1470644" y="3501184"/>
                  </a:lnTo>
                  <a:lnTo>
                    <a:pt x="1529928" y="3502206"/>
                  </a:lnTo>
                  <a:lnTo>
                    <a:pt x="1585001" y="3503356"/>
                  </a:lnTo>
                  <a:lnTo>
                    <a:pt x="1636831" y="3504651"/>
                  </a:lnTo>
                  <a:lnTo>
                    <a:pt x="1686349" y="3506105"/>
                  </a:lnTo>
                  <a:lnTo>
                    <a:pt x="1719082" y="3507187"/>
                  </a:lnTo>
                  <a:lnTo>
                    <a:pt x="1771845" y="3509127"/>
                  </a:lnTo>
                  <a:lnTo>
                    <a:pt x="1824103" y="3511279"/>
                  </a:lnTo>
                  <a:lnTo>
                    <a:pt x="1876452" y="3513644"/>
                  </a:lnTo>
                  <a:lnTo>
                    <a:pt x="1929279" y="3516217"/>
                  </a:lnTo>
                  <a:lnTo>
                    <a:pt x="1982797" y="3518982"/>
                  </a:lnTo>
                  <a:lnTo>
                    <a:pt x="2037061" y="3521915"/>
                  </a:lnTo>
                  <a:lnTo>
                    <a:pt x="2091997" y="3524981"/>
                  </a:lnTo>
                  <a:lnTo>
                    <a:pt x="2147422" y="3528137"/>
                  </a:lnTo>
                  <a:lnTo>
                    <a:pt x="2203084" y="3531335"/>
                  </a:lnTo>
                  <a:lnTo>
                    <a:pt x="2258696" y="3534525"/>
                  </a:lnTo>
                  <a:lnTo>
                    <a:pt x="2313977" y="3537655"/>
                  </a:lnTo>
                  <a:lnTo>
                    <a:pt x="2368696" y="3540679"/>
                  </a:lnTo>
                  <a:lnTo>
                    <a:pt x="2422704" y="3543557"/>
                  </a:lnTo>
                  <a:lnTo>
                    <a:pt x="2475968" y="3546258"/>
                  </a:lnTo>
                  <a:lnTo>
                    <a:pt x="2528597" y="3548760"/>
                  </a:lnTo>
                  <a:lnTo>
                    <a:pt x="2580861" y="3551051"/>
                  </a:lnTo>
                  <a:lnTo>
                    <a:pt x="2633215" y="3553129"/>
                  </a:lnTo>
                  <a:lnTo>
                    <a:pt x="2667772" y="3554373"/>
                  </a:lnTo>
                  <a:lnTo>
                    <a:pt x="2716191" y="3555939"/>
                  </a:lnTo>
                  <a:lnTo>
                    <a:pt x="2766354" y="3557341"/>
                  </a:lnTo>
                  <a:lnTo>
                    <a:pt x="2819120" y="3558588"/>
                  </a:lnTo>
                  <a:lnTo>
                    <a:pt x="2875439" y="3559695"/>
                  </a:lnTo>
                  <a:lnTo>
                    <a:pt x="2936273" y="3560679"/>
                  </a:lnTo>
                  <a:lnTo>
                    <a:pt x="3002499" y="3561556"/>
                  </a:lnTo>
                  <a:lnTo>
                    <a:pt x="3074792" y="3562340"/>
                  </a:lnTo>
                  <a:lnTo>
                    <a:pt x="3153459" y="3563041"/>
                  </a:lnTo>
                  <a:lnTo>
                    <a:pt x="3238232" y="3563667"/>
                  </a:lnTo>
                  <a:lnTo>
                    <a:pt x="3328029" y="3564221"/>
                  </a:lnTo>
                  <a:lnTo>
                    <a:pt x="3420732" y="3564705"/>
                  </a:lnTo>
                  <a:lnTo>
                    <a:pt x="3513100" y="3565118"/>
                  </a:lnTo>
                  <a:lnTo>
                    <a:pt x="3600931" y="3565457"/>
                  </a:lnTo>
                  <a:lnTo>
                    <a:pt x="3679574" y="3565723"/>
                  </a:lnTo>
                  <a:lnTo>
                    <a:pt x="3744782" y="3565918"/>
                  </a:lnTo>
                  <a:lnTo>
                    <a:pt x="3793682" y="3566047"/>
                  </a:lnTo>
                  <a:lnTo>
                    <a:pt x="3825564" y="3566123"/>
                  </a:lnTo>
                  <a:lnTo>
                    <a:pt x="3842201" y="3566158"/>
                  </a:lnTo>
                  <a:lnTo>
                    <a:pt x="3847702" y="3566169"/>
                  </a:lnTo>
                  <a:lnTo>
                    <a:pt x="3848118" y="3566169"/>
                  </a:lnTo>
                  <a:lnTo>
                    <a:pt x="4386855" y="3566169"/>
                  </a:lnTo>
                  <a:lnTo>
                    <a:pt x="4387817" y="3566082"/>
                  </a:lnTo>
                  <a:lnTo>
                    <a:pt x="4394134" y="3565463"/>
                  </a:lnTo>
                  <a:lnTo>
                    <a:pt x="4410046" y="3563749"/>
                  </a:lnTo>
                  <a:lnTo>
                    <a:pt x="4438451" y="3560377"/>
                  </a:lnTo>
                  <a:lnTo>
                    <a:pt x="4480697" y="3554827"/>
                  </a:lnTo>
                  <a:lnTo>
                    <a:pt x="4536473" y="3546683"/>
                  </a:lnTo>
                  <a:lnTo>
                    <a:pt x="4603966" y="3535667"/>
                  </a:lnTo>
                  <a:lnTo>
                    <a:pt x="4680286" y="3521648"/>
                  </a:lnTo>
                  <a:lnTo>
                    <a:pt x="4762041" y="3504614"/>
                  </a:lnTo>
                  <a:lnTo>
                    <a:pt x="4845904" y="3484622"/>
                  </a:lnTo>
                  <a:lnTo>
                    <a:pt x="4929029" y="3461733"/>
                  </a:lnTo>
                  <a:lnTo>
                    <a:pt x="5009275" y="3435970"/>
                  </a:lnTo>
                  <a:lnTo>
                    <a:pt x="5085248" y="3407273"/>
                  </a:lnTo>
                  <a:lnTo>
                    <a:pt x="5156220" y="3375480"/>
                  </a:lnTo>
                  <a:lnTo>
                    <a:pt x="5221997" y="3340321"/>
                  </a:lnTo>
                  <a:lnTo>
                    <a:pt x="5282775" y="3301413"/>
                  </a:lnTo>
                  <a:lnTo>
                    <a:pt x="5339007" y="3258275"/>
                  </a:lnTo>
                  <a:lnTo>
                    <a:pt x="5391305" y="3210339"/>
                  </a:lnTo>
                  <a:lnTo>
                    <a:pt x="5440361" y="3156992"/>
                  </a:lnTo>
                  <a:lnTo>
                    <a:pt x="5486886" y="3097625"/>
                  </a:lnTo>
                  <a:lnTo>
                    <a:pt x="5531559" y="3031737"/>
                  </a:lnTo>
                  <a:lnTo>
                    <a:pt x="5567201" y="2972715"/>
                  </a:lnTo>
                  <a:lnTo>
                    <a:pt x="5599464" y="2914453"/>
                  </a:lnTo>
                  <a:lnTo>
                    <a:pt x="5631434" y="2852295"/>
                  </a:lnTo>
                  <a:lnTo>
                    <a:pt x="5663277" y="2786161"/>
                  </a:lnTo>
                  <a:lnTo>
                    <a:pt x="5695125" y="2716024"/>
                  </a:lnTo>
                  <a:lnTo>
                    <a:pt x="5727083" y="2641914"/>
                  </a:lnTo>
                  <a:lnTo>
                    <a:pt x="5759228" y="2563919"/>
                  </a:lnTo>
                  <a:lnTo>
                    <a:pt x="5791612" y="2482199"/>
                  </a:lnTo>
                  <a:lnTo>
                    <a:pt x="5824266" y="2396979"/>
                  </a:lnTo>
                  <a:lnTo>
                    <a:pt x="5857201" y="2308552"/>
                  </a:lnTo>
                  <a:lnTo>
                    <a:pt x="5890407" y="2217279"/>
                  </a:lnTo>
                  <a:lnTo>
                    <a:pt x="5923860" y="2123584"/>
                  </a:lnTo>
                  <a:lnTo>
                    <a:pt x="5957519" y="2027945"/>
                  </a:lnTo>
                  <a:lnTo>
                    <a:pt x="5991335" y="1930885"/>
                  </a:lnTo>
                  <a:lnTo>
                    <a:pt x="6025247" y="1832964"/>
                  </a:lnTo>
                  <a:lnTo>
                    <a:pt x="6059190" y="1734761"/>
                  </a:lnTo>
                  <a:lnTo>
                    <a:pt x="6093100" y="1636863"/>
                  </a:lnTo>
                  <a:lnTo>
                    <a:pt x="6126910" y="1539849"/>
                  </a:lnTo>
                  <a:lnTo>
                    <a:pt x="6160562" y="1444277"/>
                  </a:lnTo>
                  <a:lnTo>
                    <a:pt x="6194006" y="1350669"/>
                  </a:lnTo>
                  <a:lnTo>
                    <a:pt x="6227202" y="1259501"/>
                  </a:lnTo>
                  <a:lnTo>
                    <a:pt x="6260126" y="1171195"/>
                  </a:lnTo>
                  <a:lnTo>
                    <a:pt x="6292769" y="1086108"/>
                  </a:lnTo>
                  <a:lnTo>
                    <a:pt x="6325143" y="1004532"/>
                  </a:lnTo>
                  <a:lnTo>
                    <a:pt x="6357279" y="926689"/>
                  </a:lnTo>
                  <a:lnTo>
                    <a:pt x="6389230" y="852734"/>
                  </a:lnTo>
                  <a:lnTo>
                    <a:pt x="6421077" y="782756"/>
                  </a:lnTo>
                  <a:lnTo>
                    <a:pt x="6452922" y="716781"/>
                  </a:lnTo>
                  <a:lnTo>
                    <a:pt x="6484900" y="654779"/>
                  </a:lnTo>
                  <a:lnTo>
                    <a:pt x="6515891" y="598898"/>
                  </a:lnTo>
                  <a:lnTo>
                    <a:pt x="6559496" y="527474"/>
                  </a:lnTo>
                  <a:lnTo>
                    <a:pt x="6604457" y="462792"/>
                  </a:lnTo>
                  <a:lnTo>
                    <a:pt x="6651387" y="404555"/>
                  </a:lnTo>
                  <a:lnTo>
                    <a:pt x="6700976" y="352231"/>
                  </a:lnTo>
                  <a:lnTo>
                    <a:pt x="6753935" y="305207"/>
                  </a:lnTo>
                  <a:lnTo>
                    <a:pt x="6810947" y="262872"/>
                  </a:lnTo>
                  <a:lnTo>
                    <a:pt x="6872600" y="224675"/>
                  </a:lnTo>
                  <a:lnTo>
                    <a:pt x="6939311" y="190149"/>
                  </a:lnTo>
                  <a:lnTo>
                    <a:pt x="7011214" y="158933"/>
                  </a:lnTo>
                  <a:lnTo>
                    <a:pt x="7088031" y="130774"/>
                  </a:lnTo>
                  <a:lnTo>
                    <a:pt x="7168922" y="105532"/>
                  </a:lnTo>
                  <a:lnTo>
                    <a:pt x="7252361" y="83164"/>
                  </a:lnTo>
                  <a:lnTo>
                    <a:pt x="7336071" y="63700"/>
                  </a:lnTo>
                  <a:lnTo>
                    <a:pt x="7417099" y="47209"/>
                  </a:lnTo>
                  <a:lnTo>
                    <a:pt x="7492069" y="33736"/>
                  </a:lnTo>
                  <a:lnTo>
                    <a:pt x="7557634" y="23253"/>
                  </a:lnTo>
                  <a:lnTo>
                    <a:pt x="7611060" y="15602"/>
                  </a:lnTo>
                  <a:lnTo>
                    <a:pt x="7650781" y="10480"/>
                  </a:lnTo>
                  <a:lnTo>
                    <a:pt x="7676781" y="7448"/>
                  </a:lnTo>
                  <a:lnTo>
                    <a:pt x="7690703" y="5975"/>
                  </a:lnTo>
                  <a:lnTo>
                    <a:pt x="7695703" y="549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16" y="3560722"/>
                  </a:lnTo>
                  <a:lnTo>
                    <a:pt x="3838317" y="3560706"/>
                  </a:lnTo>
                  <a:lnTo>
                    <a:pt x="3817133" y="3560659"/>
                  </a:lnTo>
                  <a:lnTo>
                    <a:pt x="3779866" y="3560568"/>
                  </a:lnTo>
                  <a:lnTo>
                    <a:pt x="3725542" y="3560418"/>
                  </a:lnTo>
                  <a:lnTo>
                    <a:pt x="3655626" y="3560201"/>
                  </a:lnTo>
                  <a:lnTo>
                    <a:pt x="3573534" y="3559912"/>
                  </a:lnTo>
                  <a:lnTo>
                    <a:pt x="3483748" y="3559549"/>
                  </a:lnTo>
                  <a:lnTo>
                    <a:pt x="3390854" y="3559113"/>
                  </a:lnTo>
                  <a:lnTo>
                    <a:pt x="3298784" y="3558606"/>
                  </a:lnTo>
                  <a:lnTo>
                    <a:pt x="3210421" y="3558030"/>
                  </a:lnTo>
                  <a:lnTo>
                    <a:pt x="3127532" y="3557380"/>
                  </a:lnTo>
                  <a:lnTo>
                    <a:pt x="3050913" y="3556654"/>
                  </a:lnTo>
                  <a:lnTo>
                    <a:pt x="2980621" y="3555841"/>
                  </a:lnTo>
                  <a:lnTo>
                    <a:pt x="2916211" y="3554931"/>
                  </a:lnTo>
                  <a:lnTo>
                    <a:pt x="2856927" y="3553909"/>
                  </a:lnTo>
                  <a:lnTo>
                    <a:pt x="2801854" y="3552759"/>
                  </a:lnTo>
                  <a:lnTo>
                    <a:pt x="2750024" y="3551464"/>
                  </a:lnTo>
                  <a:lnTo>
                    <a:pt x="2700506" y="3550010"/>
                  </a:lnTo>
                  <a:lnTo>
                    <a:pt x="2667772" y="3548928"/>
                  </a:lnTo>
                  <a:lnTo>
                    <a:pt x="2615010" y="3546988"/>
                  </a:lnTo>
                  <a:lnTo>
                    <a:pt x="2562752" y="3544836"/>
                  </a:lnTo>
                  <a:lnTo>
                    <a:pt x="2510403" y="3542471"/>
                  </a:lnTo>
                  <a:lnTo>
                    <a:pt x="2457576" y="3539898"/>
                  </a:lnTo>
                  <a:lnTo>
                    <a:pt x="2404058" y="3537133"/>
                  </a:lnTo>
                  <a:lnTo>
                    <a:pt x="2349793" y="3534200"/>
                  </a:lnTo>
                  <a:lnTo>
                    <a:pt x="2294858" y="3531134"/>
                  </a:lnTo>
                  <a:lnTo>
                    <a:pt x="2239432" y="3527978"/>
                  </a:lnTo>
                  <a:lnTo>
                    <a:pt x="2183770" y="3524780"/>
                  </a:lnTo>
                  <a:lnTo>
                    <a:pt x="2128159" y="3521591"/>
                  </a:lnTo>
                  <a:lnTo>
                    <a:pt x="2072877" y="3518461"/>
                  </a:lnTo>
                  <a:lnTo>
                    <a:pt x="2018159" y="3515437"/>
                  </a:lnTo>
                  <a:lnTo>
                    <a:pt x="1964151" y="3512558"/>
                  </a:lnTo>
                  <a:lnTo>
                    <a:pt x="1910886" y="3509857"/>
                  </a:lnTo>
                  <a:lnTo>
                    <a:pt x="1858257" y="3507355"/>
                  </a:lnTo>
                  <a:lnTo>
                    <a:pt x="1805994" y="3505064"/>
                  </a:lnTo>
                  <a:lnTo>
                    <a:pt x="1753640" y="3502986"/>
                  </a:lnTo>
                  <a:lnTo>
                    <a:pt x="1719082" y="3501742"/>
                  </a:lnTo>
                  <a:lnTo>
                    <a:pt x="1670664" y="3500176"/>
                  </a:lnTo>
                  <a:lnTo>
                    <a:pt x="1620500" y="3498775"/>
                  </a:lnTo>
                  <a:lnTo>
                    <a:pt x="1567735" y="3497528"/>
                  </a:lnTo>
                  <a:lnTo>
                    <a:pt x="1511416" y="3496420"/>
                  </a:lnTo>
                  <a:lnTo>
                    <a:pt x="1450582" y="3495436"/>
                  </a:lnTo>
                  <a:lnTo>
                    <a:pt x="1384355" y="3494559"/>
                  </a:lnTo>
                  <a:lnTo>
                    <a:pt x="1312063" y="3493775"/>
                  </a:lnTo>
                  <a:lnTo>
                    <a:pt x="1233396" y="3493074"/>
                  </a:lnTo>
                  <a:lnTo>
                    <a:pt x="1148622" y="3492448"/>
                  </a:lnTo>
                  <a:lnTo>
                    <a:pt x="1058826" y="3491894"/>
                  </a:lnTo>
                  <a:lnTo>
                    <a:pt x="966123" y="3491410"/>
                  </a:lnTo>
                  <a:lnTo>
                    <a:pt x="873755" y="3490998"/>
                  </a:lnTo>
                  <a:lnTo>
                    <a:pt x="785924" y="3490658"/>
                  </a:lnTo>
                  <a:lnTo>
                    <a:pt x="707280" y="3490392"/>
                  </a:lnTo>
                  <a:lnTo>
                    <a:pt x="642072" y="3490198"/>
                  </a:lnTo>
                  <a:lnTo>
                    <a:pt x="593172" y="3490068"/>
                  </a:lnTo>
                  <a:lnTo>
                    <a:pt x="561291" y="3489993"/>
                  </a:lnTo>
                  <a:lnTo>
                    <a:pt x="544654" y="3489957"/>
                  </a:lnTo>
                  <a:lnTo>
                    <a:pt x="539153" y="3489947"/>
                  </a:lnTo>
                  <a:lnTo>
                    <a:pt x="538736" y="3489946"/>
                  </a:lnTo>
                  <a:lnTo>
                    <a:pt x="0" y="3489946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73" name="pl1173"/>
            <p:cNvSpPr/>
            <p:nvPr/>
          </p:nvSpPr>
          <p:spPr>
            <a:xfrm>
              <a:off x="546595" y="886570"/>
              <a:ext cx="8234974" cy="3560725"/>
            </a:xfrm>
            <a:custGeom>
              <a:avLst/>
              <a:pathLst>
                <a:path w="8234974" h="3560725">
                  <a:moveTo>
                    <a:pt x="0" y="3489946"/>
                  </a:moveTo>
                  <a:lnTo>
                    <a:pt x="538736" y="3489946"/>
                  </a:lnTo>
                  <a:lnTo>
                    <a:pt x="540039" y="3489948"/>
                  </a:lnTo>
                  <a:lnTo>
                    <a:pt x="548537" y="3489965"/>
                  </a:lnTo>
                  <a:lnTo>
                    <a:pt x="569722" y="3490012"/>
                  </a:lnTo>
                  <a:lnTo>
                    <a:pt x="606989" y="3490103"/>
                  </a:lnTo>
                  <a:lnTo>
                    <a:pt x="661313" y="3490253"/>
                  </a:lnTo>
                  <a:lnTo>
                    <a:pt x="731228" y="3490469"/>
                  </a:lnTo>
                  <a:lnTo>
                    <a:pt x="813321" y="3490759"/>
                  </a:lnTo>
                  <a:lnTo>
                    <a:pt x="903106" y="3491122"/>
                  </a:lnTo>
                  <a:lnTo>
                    <a:pt x="996001" y="3491558"/>
                  </a:lnTo>
                  <a:lnTo>
                    <a:pt x="1088071" y="3492064"/>
                  </a:lnTo>
                  <a:lnTo>
                    <a:pt x="1176433" y="3492641"/>
                  </a:lnTo>
                  <a:lnTo>
                    <a:pt x="1259322" y="3493290"/>
                  </a:lnTo>
                  <a:lnTo>
                    <a:pt x="1335941" y="3494017"/>
                  </a:lnTo>
                  <a:lnTo>
                    <a:pt x="1406233" y="3494829"/>
                  </a:lnTo>
                  <a:lnTo>
                    <a:pt x="1470644" y="3495739"/>
                  </a:lnTo>
                  <a:lnTo>
                    <a:pt x="1529928" y="3496761"/>
                  </a:lnTo>
                  <a:lnTo>
                    <a:pt x="1585001" y="3497912"/>
                  </a:lnTo>
                  <a:lnTo>
                    <a:pt x="1636831" y="3499207"/>
                  </a:lnTo>
                  <a:lnTo>
                    <a:pt x="1686349" y="3500661"/>
                  </a:lnTo>
                  <a:lnTo>
                    <a:pt x="1719082" y="3501742"/>
                  </a:lnTo>
                  <a:lnTo>
                    <a:pt x="1771845" y="3503683"/>
                  </a:lnTo>
                  <a:lnTo>
                    <a:pt x="1824103" y="3505834"/>
                  </a:lnTo>
                  <a:lnTo>
                    <a:pt x="1876452" y="3508200"/>
                  </a:lnTo>
                  <a:lnTo>
                    <a:pt x="1929279" y="3510772"/>
                  </a:lnTo>
                  <a:lnTo>
                    <a:pt x="1982797" y="3513538"/>
                  </a:lnTo>
                  <a:lnTo>
                    <a:pt x="2037061" y="3516471"/>
                  </a:lnTo>
                  <a:lnTo>
                    <a:pt x="2091997" y="3519536"/>
                  </a:lnTo>
                  <a:lnTo>
                    <a:pt x="2147422" y="3522693"/>
                  </a:lnTo>
                  <a:lnTo>
                    <a:pt x="2203084" y="3525891"/>
                  </a:lnTo>
                  <a:lnTo>
                    <a:pt x="2258696" y="3529080"/>
                  </a:lnTo>
                  <a:lnTo>
                    <a:pt x="2313977" y="3532210"/>
                  </a:lnTo>
                  <a:lnTo>
                    <a:pt x="2368696" y="3535234"/>
                  </a:lnTo>
                  <a:lnTo>
                    <a:pt x="2422704" y="3538112"/>
                  </a:lnTo>
                  <a:lnTo>
                    <a:pt x="2475968" y="3540813"/>
                  </a:lnTo>
                  <a:lnTo>
                    <a:pt x="2528597" y="3543315"/>
                  </a:lnTo>
                  <a:lnTo>
                    <a:pt x="2580861" y="3545607"/>
                  </a:lnTo>
                  <a:lnTo>
                    <a:pt x="2633215" y="3547684"/>
                  </a:lnTo>
                  <a:lnTo>
                    <a:pt x="2667772" y="3548928"/>
                  </a:lnTo>
                  <a:lnTo>
                    <a:pt x="2716191" y="3550494"/>
                  </a:lnTo>
                  <a:lnTo>
                    <a:pt x="2766354" y="3551896"/>
                  </a:lnTo>
                  <a:lnTo>
                    <a:pt x="2819120" y="3553143"/>
                  </a:lnTo>
                  <a:lnTo>
                    <a:pt x="2875439" y="3554250"/>
                  </a:lnTo>
                  <a:lnTo>
                    <a:pt x="2936273" y="3555235"/>
                  </a:lnTo>
                  <a:lnTo>
                    <a:pt x="3002499" y="3556112"/>
                  </a:lnTo>
                  <a:lnTo>
                    <a:pt x="3074792" y="3556896"/>
                  </a:lnTo>
                  <a:lnTo>
                    <a:pt x="3153459" y="3557597"/>
                  </a:lnTo>
                  <a:lnTo>
                    <a:pt x="3238232" y="3558222"/>
                  </a:lnTo>
                  <a:lnTo>
                    <a:pt x="3328029" y="3558777"/>
                  </a:lnTo>
                  <a:lnTo>
                    <a:pt x="3420732" y="3559260"/>
                  </a:lnTo>
                  <a:lnTo>
                    <a:pt x="3513100" y="3559673"/>
                  </a:lnTo>
                  <a:lnTo>
                    <a:pt x="3600931" y="3560013"/>
                  </a:lnTo>
                  <a:lnTo>
                    <a:pt x="3679574" y="3560279"/>
                  </a:lnTo>
                  <a:lnTo>
                    <a:pt x="3744782" y="3560473"/>
                  </a:lnTo>
                  <a:lnTo>
                    <a:pt x="3793682" y="3560603"/>
                  </a:lnTo>
                  <a:lnTo>
                    <a:pt x="3825564" y="3560678"/>
                  </a:lnTo>
                  <a:lnTo>
                    <a:pt x="3842201" y="3560714"/>
                  </a:lnTo>
                  <a:lnTo>
                    <a:pt x="3847702" y="3560724"/>
                  </a:lnTo>
                  <a:lnTo>
                    <a:pt x="3848118" y="3560725"/>
                  </a:lnTo>
                  <a:lnTo>
                    <a:pt x="4386855" y="3560725"/>
                  </a:lnTo>
                  <a:lnTo>
                    <a:pt x="4387817" y="3560638"/>
                  </a:lnTo>
                  <a:lnTo>
                    <a:pt x="4394134" y="3560018"/>
                  </a:lnTo>
                  <a:lnTo>
                    <a:pt x="4410046" y="3558304"/>
                  </a:lnTo>
                  <a:lnTo>
                    <a:pt x="4438451" y="3554932"/>
                  </a:lnTo>
                  <a:lnTo>
                    <a:pt x="4480697" y="3549383"/>
                  </a:lnTo>
                  <a:lnTo>
                    <a:pt x="4536473" y="3541238"/>
                  </a:lnTo>
                  <a:lnTo>
                    <a:pt x="4603966" y="3530222"/>
                  </a:lnTo>
                  <a:lnTo>
                    <a:pt x="4680286" y="3516203"/>
                  </a:lnTo>
                  <a:lnTo>
                    <a:pt x="4762041" y="3499170"/>
                  </a:lnTo>
                  <a:lnTo>
                    <a:pt x="4845904" y="3479177"/>
                  </a:lnTo>
                  <a:lnTo>
                    <a:pt x="4929029" y="3456289"/>
                  </a:lnTo>
                  <a:lnTo>
                    <a:pt x="5009275" y="3430525"/>
                  </a:lnTo>
                  <a:lnTo>
                    <a:pt x="5085248" y="3401828"/>
                  </a:lnTo>
                  <a:lnTo>
                    <a:pt x="5156220" y="3370036"/>
                  </a:lnTo>
                  <a:lnTo>
                    <a:pt x="5221997" y="3334877"/>
                  </a:lnTo>
                  <a:lnTo>
                    <a:pt x="5282775" y="3295969"/>
                  </a:lnTo>
                  <a:lnTo>
                    <a:pt x="5339007" y="3252830"/>
                  </a:lnTo>
                  <a:lnTo>
                    <a:pt x="5391305" y="3204895"/>
                  </a:lnTo>
                  <a:lnTo>
                    <a:pt x="5440361" y="3151547"/>
                  </a:lnTo>
                  <a:lnTo>
                    <a:pt x="5486886" y="3092180"/>
                  </a:lnTo>
                  <a:lnTo>
                    <a:pt x="5531559" y="3026293"/>
                  </a:lnTo>
                  <a:lnTo>
                    <a:pt x="5567201" y="2967271"/>
                  </a:lnTo>
                  <a:lnTo>
                    <a:pt x="5599464" y="2909008"/>
                  </a:lnTo>
                  <a:lnTo>
                    <a:pt x="5631434" y="2846850"/>
                  </a:lnTo>
                  <a:lnTo>
                    <a:pt x="5663277" y="2780717"/>
                  </a:lnTo>
                  <a:lnTo>
                    <a:pt x="5695125" y="2710580"/>
                  </a:lnTo>
                  <a:lnTo>
                    <a:pt x="5727083" y="2636469"/>
                  </a:lnTo>
                  <a:lnTo>
                    <a:pt x="5759228" y="2558475"/>
                  </a:lnTo>
                  <a:lnTo>
                    <a:pt x="5791612" y="2476755"/>
                  </a:lnTo>
                  <a:lnTo>
                    <a:pt x="5824266" y="2391534"/>
                  </a:lnTo>
                  <a:lnTo>
                    <a:pt x="5857201" y="2303107"/>
                  </a:lnTo>
                  <a:lnTo>
                    <a:pt x="5890407" y="2211835"/>
                  </a:lnTo>
                  <a:lnTo>
                    <a:pt x="5923860" y="2118140"/>
                  </a:lnTo>
                  <a:lnTo>
                    <a:pt x="5957519" y="2022500"/>
                  </a:lnTo>
                  <a:lnTo>
                    <a:pt x="5991335" y="1925440"/>
                  </a:lnTo>
                  <a:lnTo>
                    <a:pt x="6025247" y="1827519"/>
                  </a:lnTo>
                  <a:lnTo>
                    <a:pt x="6059190" y="1729316"/>
                  </a:lnTo>
                  <a:lnTo>
                    <a:pt x="6093100" y="1631418"/>
                  </a:lnTo>
                  <a:lnTo>
                    <a:pt x="6126910" y="1534404"/>
                  </a:lnTo>
                  <a:lnTo>
                    <a:pt x="6160562" y="1438832"/>
                  </a:lnTo>
                  <a:lnTo>
                    <a:pt x="6194006" y="1345224"/>
                  </a:lnTo>
                  <a:lnTo>
                    <a:pt x="6227202" y="1254057"/>
                  </a:lnTo>
                  <a:lnTo>
                    <a:pt x="6260126" y="1165750"/>
                  </a:lnTo>
                  <a:lnTo>
                    <a:pt x="6292769" y="1080663"/>
                  </a:lnTo>
                  <a:lnTo>
                    <a:pt x="6325143" y="999087"/>
                  </a:lnTo>
                  <a:lnTo>
                    <a:pt x="6357279" y="921244"/>
                  </a:lnTo>
                  <a:lnTo>
                    <a:pt x="6389230" y="847289"/>
                  </a:lnTo>
                  <a:lnTo>
                    <a:pt x="6421077" y="777311"/>
                  </a:lnTo>
                  <a:lnTo>
                    <a:pt x="6452922" y="711336"/>
                  </a:lnTo>
                  <a:lnTo>
                    <a:pt x="6484900" y="649334"/>
                  </a:lnTo>
                  <a:lnTo>
                    <a:pt x="6515891" y="593454"/>
                  </a:lnTo>
                  <a:lnTo>
                    <a:pt x="6559496" y="522029"/>
                  </a:lnTo>
                  <a:lnTo>
                    <a:pt x="6604457" y="457347"/>
                  </a:lnTo>
                  <a:lnTo>
                    <a:pt x="6651387" y="399110"/>
                  </a:lnTo>
                  <a:lnTo>
                    <a:pt x="6700976" y="346787"/>
                  </a:lnTo>
                  <a:lnTo>
                    <a:pt x="6753935" y="299762"/>
                  </a:lnTo>
                  <a:lnTo>
                    <a:pt x="6810947" y="257428"/>
                  </a:lnTo>
                  <a:lnTo>
                    <a:pt x="6872600" y="219230"/>
                  </a:lnTo>
                  <a:lnTo>
                    <a:pt x="6939311" y="184705"/>
                  </a:lnTo>
                  <a:lnTo>
                    <a:pt x="7011214" y="153488"/>
                  </a:lnTo>
                  <a:lnTo>
                    <a:pt x="7088031" y="125330"/>
                  </a:lnTo>
                  <a:lnTo>
                    <a:pt x="7168922" y="100088"/>
                  </a:lnTo>
                  <a:lnTo>
                    <a:pt x="7252361" y="77719"/>
                  </a:lnTo>
                  <a:lnTo>
                    <a:pt x="7336071" y="58256"/>
                  </a:lnTo>
                  <a:lnTo>
                    <a:pt x="7417099" y="41764"/>
                  </a:lnTo>
                  <a:lnTo>
                    <a:pt x="7492069" y="28292"/>
                  </a:lnTo>
                  <a:lnTo>
                    <a:pt x="7557634" y="17808"/>
                  </a:lnTo>
                  <a:lnTo>
                    <a:pt x="7611060" y="10157"/>
                  </a:lnTo>
                  <a:lnTo>
                    <a:pt x="7650781" y="5036"/>
                  </a:lnTo>
                  <a:lnTo>
                    <a:pt x="7676781" y="2004"/>
                  </a:lnTo>
                  <a:lnTo>
                    <a:pt x="7690703" y="530"/>
                  </a:lnTo>
                  <a:lnTo>
                    <a:pt x="7695703" y="4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4" name="pl1174"/>
            <p:cNvSpPr/>
            <p:nvPr/>
          </p:nvSpPr>
          <p:spPr>
            <a:xfrm>
              <a:off x="546595" y="881125"/>
              <a:ext cx="8234974" cy="3560725"/>
            </a:xfrm>
            <a:custGeom>
              <a:avLst/>
              <a:pathLst>
                <a:path w="8234974" h="3560725">
                  <a:moveTo>
                    <a:pt x="8234974" y="0"/>
                  </a:moveTo>
                  <a:lnTo>
                    <a:pt x="7696237" y="0"/>
                  </a:lnTo>
                  <a:lnTo>
                    <a:pt x="7695276" y="86"/>
                  </a:lnTo>
                  <a:lnTo>
                    <a:pt x="7688958" y="706"/>
                  </a:lnTo>
                  <a:lnTo>
                    <a:pt x="7673047" y="2420"/>
                  </a:lnTo>
                  <a:lnTo>
                    <a:pt x="7644641" y="5792"/>
                  </a:lnTo>
                  <a:lnTo>
                    <a:pt x="7602395" y="11342"/>
                  </a:lnTo>
                  <a:lnTo>
                    <a:pt x="7546620" y="19486"/>
                  </a:lnTo>
                  <a:lnTo>
                    <a:pt x="7479127" y="30502"/>
                  </a:lnTo>
                  <a:lnTo>
                    <a:pt x="7402807" y="44521"/>
                  </a:lnTo>
                  <a:lnTo>
                    <a:pt x="7321051" y="61555"/>
                  </a:lnTo>
                  <a:lnTo>
                    <a:pt x="7237189" y="81547"/>
                  </a:lnTo>
                  <a:lnTo>
                    <a:pt x="7154064" y="104436"/>
                  </a:lnTo>
                  <a:lnTo>
                    <a:pt x="7073817" y="130199"/>
                  </a:lnTo>
                  <a:lnTo>
                    <a:pt x="6997845" y="158896"/>
                  </a:lnTo>
                  <a:lnTo>
                    <a:pt x="6926873" y="190689"/>
                  </a:lnTo>
                  <a:lnTo>
                    <a:pt x="6861095" y="225848"/>
                  </a:lnTo>
                  <a:lnTo>
                    <a:pt x="6800318" y="264755"/>
                  </a:lnTo>
                  <a:lnTo>
                    <a:pt x="6744086" y="307894"/>
                  </a:lnTo>
                  <a:lnTo>
                    <a:pt x="6691788" y="355830"/>
                  </a:lnTo>
                  <a:lnTo>
                    <a:pt x="6642732" y="409177"/>
                  </a:lnTo>
                  <a:lnTo>
                    <a:pt x="6596207" y="468544"/>
                  </a:lnTo>
                  <a:lnTo>
                    <a:pt x="6551533" y="534432"/>
                  </a:lnTo>
                  <a:lnTo>
                    <a:pt x="6515891" y="593454"/>
                  </a:lnTo>
                  <a:lnTo>
                    <a:pt x="6483629" y="651716"/>
                  </a:lnTo>
                  <a:lnTo>
                    <a:pt x="6451659" y="713874"/>
                  </a:lnTo>
                  <a:lnTo>
                    <a:pt x="6419816" y="780008"/>
                  </a:lnTo>
                  <a:lnTo>
                    <a:pt x="6387967" y="850144"/>
                  </a:lnTo>
                  <a:lnTo>
                    <a:pt x="6356009" y="924255"/>
                  </a:lnTo>
                  <a:lnTo>
                    <a:pt x="6323865" y="1002249"/>
                  </a:lnTo>
                  <a:lnTo>
                    <a:pt x="6291481" y="1083969"/>
                  </a:lnTo>
                  <a:lnTo>
                    <a:pt x="6258827" y="1169190"/>
                  </a:lnTo>
                  <a:lnTo>
                    <a:pt x="6225892" y="1257617"/>
                  </a:lnTo>
                  <a:lnTo>
                    <a:pt x="6192685" y="1348890"/>
                  </a:lnTo>
                  <a:lnTo>
                    <a:pt x="6159233" y="1442585"/>
                  </a:lnTo>
                  <a:lnTo>
                    <a:pt x="6125573" y="1538224"/>
                  </a:lnTo>
                  <a:lnTo>
                    <a:pt x="6091758" y="1635284"/>
                  </a:lnTo>
                  <a:lnTo>
                    <a:pt x="6057846" y="1733205"/>
                  </a:lnTo>
                  <a:lnTo>
                    <a:pt x="6023902" y="1831408"/>
                  </a:lnTo>
                  <a:lnTo>
                    <a:pt x="5989993" y="1929306"/>
                  </a:lnTo>
                  <a:lnTo>
                    <a:pt x="5956182" y="2026320"/>
                  </a:lnTo>
                  <a:lnTo>
                    <a:pt x="5922530" y="2121892"/>
                  </a:lnTo>
                  <a:lnTo>
                    <a:pt x="5889086" y="2215500"/>
                  </a:lnTo>
                  <a:lnTo>
                    <a:pt x="5855890" y="2306668"/>
                  </a:lnTo>
                  <a:lnTo>
                    <a:pt x="5822967" y="2394974"/>
                  </a:lnTo>
                  <a:lnTo>
                    <a:pt x="5790323" y="2480061"/>
                  </a:lnTo>
                  <a:lnTo>
                    <a:pt x="5757950" y="2561637"/>
                  </a:lnTo>
                  <a:lnTo>
                    <a:pt x="5725814" y="2639480"/>
                  </a:lnTo>
                  <a:lnTo>
                    <a:pt x="5693862" y="2713435"/>
                  </a:lnTo>
                  <a:lnTo>
                    <a:pt x="5662016" y="2783413"/>
                  </a:lnTo>
                  <a:lnTo>
                    <a:pt x="5630171" y="2849388"/>
                  </a:lnTo>
                  <a:lnTo>
                    <a:pt x="5598192" y="2911390"/>
                  </a:lnTo>
                  <a:lnTo>
                    <a:pt x="5567201" y="2967271"/>
                  </a:lnTo>
                  <a:lnTo>
                    <a:pt x="5523596" y="3038695"/>
                  </a:lnTo>
                  <a:lnTo>
                    <a:pt x="5478636" y="3103377"/>
                  </a:lnTo>
                  <a:lnTo>
                    <a:pt x="5431705" y="3161614"/>
                  </a:lnTo>
                  <a:lnTo>
                    <a:pt x="5382116" y="3213938"/>
                  </a:lnTo>
                  <a:lnTo>
                    <a:pt x="5329157" y="3260962"/>
                  </a:lnTo>
                  <a:lnTo>
                    <a:pt x="5272146" y="3303296"/>
                  </a:lnTo>
                  <a:lnTo>
                    <a:pt x="5210492" y="3341494"/>
                  </a:lnTo>
                  <a:lnTo>
                    <a:pt x="5143781" y="3376020"/>
                  </a:lnTo>
                  <a:lnTo>
                    <a:pt x="5071878" y="3407236"/>
                  </a:lnTo>
                  <a:lnTo>
                    <a:pt x="4995062" y="3435394"/>
                  </a:lnTo>
                  <a:lnTo>
                    <a:pt x="4914171" y="3460637"/>
                  </a:lnTo>
                  <a:lnTo>
                    <a:pt x="4830732" y="3483005"/>
                  </a:lnTo>
                  <a:lnTo>
                    <a:pt x="4747021" y="3502468"/>
                  </a:lnTo>
                  <a:lnTo>
                    <a:pt x="4665993" y="3518960"/>
                  </a:lnTo>
                  <a:lnTo>
                    <a:pt x="4591024" y="3532433"/>
                  </a:lnTo>
                  <a:lnTo>
                    <a:pt x="4525458" y="3542916"/>
                  </a:lnTo>
                  <a:lnTo>
                    <a:pt x="4472032" y="3550567"/>
                  </a:lnTo>
                  <a:lnTo>
                    <a:pt x="4432312" y="3555689"/>
                  </a:lnTo>
                  <a:lnTo>
                    <a:pt x="4406311" y="3558721"/>
                  </a:lnTo>
                  <a:lnTo>
                    <a:pt x="4392390" y="3560194"/>
                  </a:lnTo>
                  <a:lnTo>
                    <a:pt x="4387389" y="3560677"/>
                  </a:lnTo>
                  <a:lnTo>
                    <a:pt x="4386855" y="3560725"/>
                  </a:lnTo>
                  <a:lnTo>
                    <a:pt x="3848118" y="3560725"/>
                  </a:lnTo>
                  <a:lnTo>
                    <a:pt x="3846816" y="3560722"/>
                  </a:lnTo>
                  <a:lnTo>
                    <a:pt x="3838317" y="3560706"/>
                  </a:lnTo>
                  <a:lnTo>
                    <a:pt x="3817133" y="3560659"/>
                  </a:lnTo>
                  <a:lnTo>
                    <a:pt x="3779866" y="3560568"/>
                  </a:lnTo>
                  <a:lnTo>
                    <a:pt x="3725542" y="3560418"/>
                  </a:lnTo>
                  <a:lnTo>
                    <a:pt x="3655626" y="3560201"/>
                  </a:lnTo>
                  <a:lnTo>
                    <a:pt x="3573534" y="3559912"/>
                  </a:lnTo>
                  <a:lnTo>
                    <a:pt x="3483748" y="3559549"/>
                  </a:lnTo>
                  <a:lnTo>
                    <a:pt x="3390854" y="3559113"/>
                  </a:lnTo>
                  <a:lnTo>
                    <a:pt x="3298784" y="3558606"/>
                  </a:lnTo>
                  <a:lnTo>
                    <a:pt x="3210421" y="3558030"/>
                  </a:lnTo>
                  <a:lnTo>
                    <a:pt x="3127532" y="3557380"/>
                  </a:lnTo>
                  <a:lnTo>
                    <a:pt x="3050913" y="3556654"/>
                  </a:lnTo>
                  <a:lnTo>
                    <a:pt x="2980621" y="3555841"/>
                  </a:lnTo>
                  <a:lnTo>
                    <a:pt x="2916211" y="3554931"/>
                  </a:lnTo>
                  <a:lnTo>
                    <a:pt x="2856927" y="3553909"/>
                  </a:lnTo>
                  <a:lnTo>
                    <a:pt x="2801854" y="3552759"/>
                  </a:lnTo>
                  <a:lnTo>
                    <a:pt x="2750024" y="3551464"/>
                  </a:lnTo>
                  <a:lnTo>
                    <a:pt x="2700506" y="3550010"/>
                  </a:lnTo>
                  <a:lnTo>
                    <a:pt x="2667772" y="3548928"/>
                  </a:lnTo>
                  <a:lnTo>
                    <a:pt x="2615010" y="3546988"/>
                  </a:lnTo>
                  <a:lnTo>
                    <a:pt x="2562752" y="3544836"/>
                  </a:lnTo>
                  <a:lnTo>
                    <a:pt x="2510403" y="3542471"/>
                  </a:lnTo>
                  <a:lnTo>
                    <a:pt x="2457576" y="3539898"/>
                  </a:lnTo>
                  <a:lnTo>
                    <a:pt x="2404058" y="3537133"/>
                  </a:lnTo>
                  <a:lnTo>
                    <a:pt x="2349793" y="3534200"/>
                  </a:lnTo>
                  <a:lnTo>
                    <a:pt x="2294858" y="3531134"/>
                  </a:lnTo>
                  <a:lnTo>
                    <a:pt x="2239432" y="3527978"/>
                  </a:lnTo>
                  <a:lnTo>
                    <a:pt x="2183770" y="3524780"/>
                  </a:lnTo>
                  <a:lnTo>
                    <a:pt x="2128159" y="3521591"/>
                  </a:lnTo>
                  <a:lnTo>
                    <a:pt x="2072877" y="3518461"/>
                  </a:lnTo>
                  <a:lnTo>
                    <a:pt x="2018159" y="3515437"/>
                  </a:lnTo>
                  <a:lnTo>
                    <a:pt x="1964151" y="3512558"/>
                  </a:lnTo>
                  <a:lnTo>
                    <a:pt x="1910886" y="3509857"/>
                  </a:lnTo>
                  <a:lnTo>
                    <a:pt x="1858257" y="3507355"/>
                  </a:lnTo>
                  <a:lnTo>
                    <a:pt x="1805994" y="3505064"/>
                  </a:lnTo>
                  <a:lnTo>
                    <a:pt x="1753640" y="3502986"/>
                  </a:lnTo>
                  <a:lnTo>
                    <a:pt x="1719082" y="3501742"/>
                  </a:lnTo>
                  <a:lnTo>
                    <a:pt x="1670664" y="3500176"/>
                  </a:lnTo>
                  <a:lnTo>
                    <a:pt x="1620500" y="3498775"/>
                  </a:lnTo>
                  <a:lnTo>
                    <a:pt x="1567735" y="3497528"/>
                  </a:lnTo>
                  <a:lnTo>
                    <a:pt x="1511416" y="3496420"/>
                  </a:lnTo>
                  <a:lnTo>
                    <a:pt x="1450582" y="3495436"/>
                  </a:lnTo>
                  <a:lnTo>
                    <a:pt x="1384355" y="3494559"/>
                  </a:lnTo>
                  <a:lnTo>
                    <a:pt x="1312063" y="3493775"/>
                  </a:lnTo>
                  <a:lnTo>
                    <a:pt x="1233396" y="3493074"/>
                  </a:lnTo>
                  <a:lnTo>
                    <a:pt x="1148622" y="3492448"/>
                  </a:lnTo>
                  <a:lnTo>
                    <a:pt x="1058826" y="3491894"/>
                  </a:lnTo>
                  <a:lnTo>
                    <a:pt x="966123" y="3491410"/>
                  </a:lnTo>
                  <a:lnTo>
                    <a:pt x="873755" y="3490998"/>
                  </a:lnTo>
                  <a:lnTo>
                    <a:pt x="785924" y="3490658"/>
                  </a:lnTo>
                  <a:lnTo>
                    <a:pt x="707280" y="3490392"/>
                  </a:lnTo>
                  <a:lnTo>
                    <a:pt x="642072" y="3490198"/>
                  </a:lnTo>
                  <a:lnTo>
                    <a:pt x="593172" y="3490068"/>
                  </a:lnTo>
                  <a:lnTo>
                    <a:pt x="561291" y="3489993"/>
                  </a:lnTo>
                  <a:lnTo>
                    <a:pt x="544654" y="3489957"/>
                  </a:lnTo>
                  <a:lnTo>
                    <a:pt x="539153" y="3489947"/>
                  </a:lnTo>
                  <a:lnTo>
                    <a:pt x="538736" y="3489946"/>
                  </a:lnTo>
                  <a:lnTo>
                    <a:pt x="0" y="3489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5" name="pg1175"/>
            <p:cNvSpPr/>
            <p:nvPr/>
          </p:nvSpPr>
          <p:spPr>
            <a:xfrm>
              <a:off x="546595" y="1289466"/>
              <a:ext cx="8234974" cy="3174163"/>
            </a:xfrm>
            <a:custGeom>
              <a:avLst/>
              <a:pathLst>
                <a:path w="8234974" h="3174163">
                  <a:moveTo>
                    <a:pt x="0" y="3092495"/>
                  </a:moveTo>
                  <a:lnTo>
                    <a:pt x="538736" y="3092495"/>
                  </a:lnTo>
                  <a:lnTo>
                    <a:pt x="540039" y="3092498"/>
                  </a:lnTo>
                  <a:lnTo>
                    <a:pt x="548537" y="3092517"/>
                  </a:lnTo>
                  <a:lnTo>
                    <a:pt x="569721" y="3092571"/>
                  </a:lnTo>
                  <a:lnTo>
                    <a:pt x="606987" y="3092676"/>
                  </a:lnTo>
                  <a:lnTo>
                    <a:pt x="661310" y="3092849"/>
                  </a:lnTo>
                  <a:lnTo>
                    <a:pt x="731224" y="3093099"/>
                  </a:lnTo>
                  <a:lnTo>
                    <a:pt x="813316" y="3093433"/>
                  </a:lnTo>
                  <a:lnTo>
                    <a:pt x="903100" y="3093852"/>
                  </a:lnTo>
                  <a:lnTo>
                    <a:pt x="995994" y="3094355"/>
                  </a:lnTo>
                  <a:lnTo>
                    <a:pt x="1088063" y="3094939"/>
                  </a:lnTo>
                  <a:lnTo>
                    <a:pt x="1176426" y="3095605"/>
                  </a:lnTo>
                  <a:lnTo>
                    <a:pt x="1259314" y="3096354"/>
                  </a:lnTo>
                  <a:lnTo>
                    <a:pt x="1335933" y="3097192"/>
                  </a:lnTo>
                  <a:lnTo>
                    <a:pt x="1406225" y="3098130"/>
                  </a:lnTo>
                  <a:lnTo>
                    <a:pt x="1470636" y="3099180"/>
                  </a:lnTo>
                  <a:lnTo>
                    <a:pt x="1529920" y="3100359"/>
                  </a:lnTo>
                  <a:lnTo>
                    <a:pt x="1584994" y="3101686"/>
                  </a:lnTo>
                  <a:lnTo>
                    <a:pt x="1636823" y="3103180"/>
                  </a:lnTo>
                  <a:lnTo>
                    <a:pt x="1686341" y="3104858"/>
                  </a:lnTo>
                  <a:lnTo>
                    <a:pt x="1719082" y="3106106"/>
                  </a:lnTo>
                  <a:lnTo>
                    <a:pt x="1771834" y="3108345"/>
                  </a:lnTo>
                  <a:lnTo>
                    <a:pt x="1824082" y="3110827"/>
                  </a:lnTo>
                  <a:lnTo>
                    <a:pt x="1876419" y="3113555"/>
                  </a:lnTo>
                  <a:lnTo>
                    <a:pt x="1929236" y="3116523"/>
                  </a:lnTo>
                  <a:lnTo>
                    <a:pt x="1982742" y="3119713"/>
                  </a:lnTo>
                  <a:lnTo>
                    <a:pt x="2036994" y="3123096"/>
                  </a:lnTo>
                  <a:lnTo>
                    <a:pt x="2091918" y="3126633"/>
                  </a:lnTo>
                  <a:lnTo>
                    <a:pt x="2147331" y="3130273"/>
                  </a:lnTo>
                  <a:lnTo>
                    <a:pt x="2202982" y="3133963"/>
                  </a:lnTo>
                  <a:lnTo>
                    <a:pt x="2258583" y="3137642"/>
                  </a:lnTo>
                  <a:lnTo>
                    <a:pt x="2313853" y="3141253"/>
                  </a:lnTo>
                  <a:lnTo>
                    <a:pt x="2368562" y="3144742"/>
                  </a:lnTo>
                  <a:lnTo>
                    <a:pt x="2422561" y="3148063"/>
                  </a:lnTo>
                  <a:lnTo>
                    <a:pt x="2475817" y="3151180"/>
                  </a:lnTo>
                  <a:lnTo>
                    <a:pt x="2528437" y="3154067"/>
                  </a:lnTo>
                  <a:lnTo>
                    <a:pt x="2580690" y="3156711"/>
                  </a:lnTo>
                  <a:lnTo>
                    <a:pt x="2633032" y="3159108"/>
                  </a:lnTo>
                  <a:lnTo>
                    <a:pt x="2667772" y="3160552"/>
                  </a:lnTo>
                  <a:lnTo>
                    <a:pt x="2716190" y="3162359"/>
                  </a:lnTo>
                  <a:lnTo>
                    <a:pt x="2766354" y="3163976"/>
                  </a:lnTo>
                  <a:lnTo>
                    <a:pt x="2819118" y="3165415"/>
                  </a:lnTo>
                  <a:lnTo>
                    <a:pt x="2875437" y="3166692"/>
                  </a:lnTo>
                  <a:lnTo>
                    <a:pt x="2936270" y="3167828"/>
                  </a:lnTo>
                  <a:lnTo>
                    <a:pt x="3002496" y="3168840"/>
                  </a:lnTo>
                  <a:lnTo>
                    <a:pt x="3074787" y="3169745"/>
                  </a:lnTo>
                  <a:lnTo>
                    <a:pt x="3153453" y="3170553"/>
                  </a:lnTo>
                  <a:lnTo>
                    <a:pt x="3238226" y="3171275"/>
                  </a:lnTo>
                  <a:lnTo>
                    <a:pt x="3328021" y="3171915"/>
                  </a:lnTo>
                  <a:lnTo>
                    <a:pt x="3420723" y="3172473"/>
                  </a:lnTo>
                  <a:lnTo>
                    <a:pt x="3513091" y="3172949"/>
                  </a:lnTo>
                  <a:lnTo>
                    <a:pt x="3600922" y="3173341"/>
                  </a:lnTo>
                  <a:lnTo>
                    <a:pt x="3679566" y="3173648"/>
                  </a:lnTo>
                  <a:lnTo>
                    <a:pt x="3744775" y="3173872"/>
                  </a:lnTo>
                  <a:lnTo>
                    <a:pt x="3793677" y="3174022"/>
                  </a:lnTo>
                  <a:lnTo>
                    <a:pt x="3825560" y="3174109"/>
                  </a:lnTo>
                  <a:lnTo>
                    <a:pt x="3842199" y="3174150"/>
                  </a:lnTo>
                  <a:lnTo>
                    <a:pt x="3847702" y="3174162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16" y="3168716"/>
                  </a:lnTo>
                  <a:lnTo>
                    <a:pt x="3838317" y="3168696"/>
                  </a:lnTo>
                  <a:lnTo>
                    <a:pt x="3817133" y="3168642"/>
                  </a:lnTo>
                  <a:lnTo>
                    <a:pt x="3779867" y="3168537"/>
                  </a:lnTo>
                  <a:lnTo>
                    <a:pt x="3725545" y="3168365"/>
                  </a:lnTo>
                  <a:lnTo>
                    <a:pt x="3655630" y="3168114"/>
                  </a:lnTo>
                  <a:lnTo>
                    <a:pt x="3573539" y="3167780"/>
                  </a:lnTo>
                  <a:lnTo>
                    <a:pt x="3483754" y="3167361"/>
                  </a:lnTo>
                  <a:lnTo>
                    <a:pt x="3390861" y="3166859"/>
                  </a:lnTo>
                  <a:lnTo>
                    <a:pt x="3298792" y="3166274"/>
                  </a:lnTo>
                  <a:lnTo>
                    <a:pt x="3210429" y="3165608"/>
                  </a:lnTo>
                  <a:lnTo>
                    <a:pt x="3127540" y="3164859"/>
                  </a:lnTo>
                  <a:lnTo>
                    <a:pt x="3050921" y="3164021"/>
                  </a:lnTo>
                  <a:lnTo>
                    <a:pt x="2980629" y="3163084"/>
                  </a:lnTo>
                  <a:lnTo>
                    <a:pt x="2916218" y="3162034"/>
                  </a:lnTo>
                  <a:lnTo>
                    <a:pt x="2856934" y="3160855"/>
                  </a:lnTo>
                  <a:lnTo>
                    <a:pt x="2801861" y="3159527"/>
                  </a:lnTo>
                  <a:lnTo>
                    <a:pt x="2750031" y="3158033"/>
                  </a:lnTo>
                  <a:lnTo>
                    <a:pt x="2700514" y="3156356"/>
                  </a:lnTo>
                  <a:lnTo>
                    <a:pt x="2667772" y="3155107"/>
                  </a:lnTo>
                  <a:lnTo>
                    <a:pt x="2615020" y="3152869"/>
                  </a:lnTo>
                  <a:lnTo>
                    <a:pt x="2562773" y="3150387"/>
                  </a:lnTo>
                  <a:lnTo>
                    <a:pt x="2510435" y="3147658"/>
                  </a:lnTo>
                  <a:lnTo>
                    <a:pt x="2457619" y="3144690"/>
                  </a:lnTo>
                  <a:lnTo>
                    <a:pt x="2404113" y="3141500"/>
                  </a:lnTo>
                  <a:lnTo>
                    <a:pt x="2349860" y="3138117"/>
                  </a:lnTo>
                  <a:lnTo>
                    <a:pt x="2294937" y="3134581"/>
                  </a:lnTo>
                  <a:lnTo>
                    <a:pt x="2239523" y="3130940"/>
                  </a:lnTo>
                  <a:lnTo>
                    <a:pt x="2183873" y="3127250"/>
                  </a:lnTo>
                  <a:lnTo>
                    <a:pt x="2128272" y="3123571"/>
                  </a:lnTo>
                  <a:lnTo>
                    <a:pt x="2073001" y="3119960"/>
                  </a:lnTo>
                  <a:lnTo>
                    <a:pt x="2018292" y="3116471"/>
                  </a:lnTo>
                  <a:lnTo>
                    <a:pt x="1964293" y="3113150"/>
                  </a:lnTo>
                  <a:lnTo>
                    <a:pt x="1911038" y="3110034"/>
                  </a:lnTo>
                  <a:lnTo>
                    <a:pt x="1858418" y="3107147"/>
                  </a:lnTo>
                  <a:lnTo>
                    <a:pt x="1806165" y="3104503"/>
                  </a:lnTo>
                  <a:lnTo>
                    <a:pt x="1753822" y="3102105"/>
                  </a:lnTo>
                  <a:lnTo>
                    <a:pt x="1719082" y="3100662"/>
                  </a:lnTo>
                  <a:lnTo>
                    <a:pt x="1670664" y="3098855"/>
                  </a:lnTo>
                  <a:lnTo>
                    <a:pt x="1620501" y="3097237"/>
                  </a:lnTo>
                  <a:lnTo>
                    <a:pt x="1567736" y="3095799"/>
                  </a:lnTo>
                  <a:lnTo>
                    <a:pt x="1511418" y="3094521"/>
                  </a:lnTo>
                  <a:lnTo>
                    <a:pt x="1450585" y="3093385"/>
                  </a:lnTo>
                  <a:lnTo>
                    <a:pt x="1384359" y="3092373"/>
                  </a:lnTo>
                  <a:lnTo>
                    <a:pt x="1312067" y="3091469"/>
                  </a:lnTo>
                  <a:lnTo>
                    <a:pt x="1233401" y="3090660"/>
                  </a:lnTo>
                  <a:lnTo>
                    <a:pt x="1148629" y="3089938"/>
                  </a:lnTo>
                  <a:lnTo>
                    <a:pt x="1058833" y="3089299"/>
                  </a:lnTo>
                  <a:lnTo>
                    <a:pt x="966131" y="3088740"/>
                  </a:lnTo>
                  <a:lnTo>
                    <a:pt x="873764" y="3088264"/>
                  </a:lnTo>
                  <a:lnTo>
                    <a:pt x="785933" y="3087872"/>
                  </a:lnTo>
                  <a:lnTo>
                    <a:pt x="707289" y="3087565"/>
                  </a:lnTo>
                  <a:lnTo>
                    <a:pt x="642079" y="3087341"/>
                  </a:lnTo>
                  <a:lnTo>
                    <a:pt x="593178" y="3087191"/>
                  </a:lnTo>
                  <a:lnTo>
                    <a:pt x="561294" y="3087104"/>
                  </a:lnTo>
                  <a:lnTo>
                    <a:pt x="544656" y="3087063"/>
                  </a:lnTo>
                  <a:lnTo>
                    <a:pt x="539153" y="3087051"/>
                  </a:lnTo>
                  <a:lnTo>
                    <a:pt x="538736" y="3087050"/>
                  </a:lnTo>
                  <a:lnTo>
                    <a:pt x="0" y="308705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76" name="pl1176"/>
            <p:cNvSpPr/>
            <p:nvPr/>
          </p:nvSpPr>
          <p:spPr>
            <a:xfrm>
              <a:off x="546595" y="1294910"/>
              <a:ext cx="8234974" cy="3168718"/>
            </a:xfrm>
            <a:custGeom>
              <a:avLst/>
              <a:pathLst>
                <a:path w="8234974" h="3168718">
                  <a:moveTo>
                    <a:pt x="0" y="3087050"/>
                  </a:moveTo>
                  <a:lnTo>
                    <a:pt x="538736" y="3087050"/>
                  </a:lnTo>
                  <a:lnTo>
                    <a:pt x="540039" y="3087053"/>
                  </a:lnTo>
                  <a:lnTo>
                    <a:pt x="548537" y="3087073"/>
                  </a:lnTo>
                  <a:lnTo>
                    <a:pt x="569721" y="3087126"/>
                  </a:lnTo>
                  <a:lnTo>
                    <a:pt x="606987" y="3087232"/>
                  </a:lnTo>
                  <a:lnTo>
                    <a:pt x="661310" y="3087404"/>
                  </a:lnTo>
                  <a:lnTo>
                    <a:pt x="731224" y="3087654"/>
                  </a:lnTo>
                  <a:lnTo>
                    <a:pt x="813316" y="3087988"/>
                  </a:lnTo>
                  <a:lnTo>
                    <a:pt x="903100" y="3088407"/>
                  </a:lnTo>
                  <a:lnTo>
                    <a:pt x="995994" y="3088910"/>
                  </a:lnTo>
                  <a:lnTo>
                    <a:pt x="1088063" y="3089495"/>
                  </a:lnTo>
                  <a:lnTo>
                    <a:pt x="1176426" y="3090160"/>
                  </a:lnTo>
                  <a:lnTo>
                    <a:pt x="1259314" y="3090909"/>
                  </a:lnTo>
                  <a:lnTo>
                    <a:pt x="1335933" y="3091748"/>
                  </a:lnTo>
                  <a:lnTo>
                    <a:pt x="1406225" y="3092685"/>
                  </a:lnTo>
                  <a:lnTo>
                    <a:pt x="1470636" y="3093735"/>
                  </a:lnTo>
                  <a:lnTo>
                    <a:pt x="1529920" y="3094914"/>
                  </a:lnTo>
                  <a:lnTo>
                    <a:pt x="1584994" y="3096241"/>
                  </a:lnTo>
                  <a:lnTo>
                    <a:pt x="1636823" y="3097736"/>
                  </a:lnTo>
                  <a:lnTo>
                    <a:pt x="1686341" y="3099413"/>
                  </a:lnTo>
                  <a:lnTo>
                    <a:pt x="1719082" y="3100662"/>
                  </a:lnTo>
                  <a:lnTo>
                    <a:pt x="1771834" y="3102900"/>
                  </a:lnTo>
                  <a:lnTo>
                    <a:pt x="1824082" y="3105382"/>
                  </a:lnTo>
                  <a:lnTo>
                    <a:pt x="1876419" y="3108111"/>
                  </a:lnTo>
                  <a:lnTo>
                    <a:pt x="1929236" y="3111079"/>
                  </a:lnTo>
                  <a:lnTo>
                    <a:pt x="1982742" y="3114269"/>
                  </a:lnTo>
                  <a:lnTo>
                    <a:pt x="2036994" y="3117652"/>
                  </a:lnTo>
                  <a:lnTo>
                    <a:pt x="2091918" y="3121188"/>
                  </a:lnTo>
                  <a:lnTo>
                    <a:pt x="2147331" y="3124829"/>
                  </a:lnTo>
                  <a:lnTo>
                    <a:pt x="2202982" y="3128518"/>
                  </a:lnTo>
                  <a:lnTo>
                    <a:pt x="2258583" y="3132198"/>
                  </a:lnTo>
                  <a:lnTo>
                    <a:pt x="2313853" y="3135809"/>
                  </a:lnTo>
                  <a:lnTo>
                    <a:pt x="2368562" y="3139298"/>
                  </a:lnTo>
                  <a:lnTo>
                    <a:pt x="2422561" y="3142619"/>
                  </a:lnTo>
                  <a:lnTo>
                    <a:pt x="2475817" y="3145735"/>
                  </a:lnTo>
                  <a:lnTo>
                    <a:pt x="2528437" y="3148622"/>
                  </a:lnTo>
                  <a:lnTo>
                    <a:pt x="2580690" y="3151266"/>
                  </a:lnTo>
                  <a:lnTo>
                    <a:pt x="2633032" y="3153664"/>
                  </a:lnTo>
                  <a:lnTo>
                    <a:pt x="2667772" y="3155107"/>
                  </a:lnTo>
                  <a:lnTo>
                    <a:pt x="2716190" y="3156914"/>
                  </a:lnTo>
                  <a:lnTo>
                    <a:pt x="2766354" y="3158531"/>
                  </a:lnTo>
                  <a:lnTo>
                    <a:pt x="2819118" y="3159970"/>
                  </a:lnTo>
                  <a:lnTo>
                    <a:pt x="2875437" y="3161248"/>
                  </a:lnTo>
                  <a:lnTo>
                    <a:pt x="2936270" y="3162384"/>
                  </a:lnTo>
                  <a:lnTo>
                    <a:pt x="3002496" y="3163396"/>
                  </a:lnTo>
                  <a:lnTo>
                    <a:pt x="3074787" y="3164300"/>
                  </a:lnTo>
                  <a:lnTo>
                    <a:pt x="3153453" y="3165109"/>
                  </a:lnTo>
                  <a:lnTo>
                    <a:pt x="3238226" y="3165831"/>
                  </a:lnTo>
                  <a:lnTo>
                    <a:pt x="3328021" y="3166470"/>
                  </a:lnTo>
                  <a:lnTo>
                    <a:pt x="3420723" y="3167029"/>
                  </a:lnTo>
                  <a:lnTo>
                    <a:pt x="3513091" y="3167505"/>
                  </a:lnTo>
                  <a:lnTo>
                    <a:pt x="3600922" y="3167897"/>
                  </a:lnTo>
                  <a:lnTo>
                    <a:pt x="3679566" y="3168203"/>
                  </a:lnTo>
                  <a:lnTo>
                    <a:pt x="3744775" y="3168428"/>
                  </a:lnTo>
                  <a:lnTo>
                    <a:pt x="3793677" y="3168577"/>
                  </a:lnTo>
                  <a:lnTo>
                    <a:pt x="3825560" y="3168665"/>
                  </a:lnTo>
                  <a:lnTo>
                    <a:pt x="3842199" y="3168705"/>
                  </a:lnTo>
                  <a:lnTo>
                    <a:pt x="3847702" y="3168718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7" name="pl1177"/>
            <p:cNvSpPr/>
            <p:nvPr/>
          </p:nvSpPr>
          <p:spPr>
            <a:xfrm>
              <a:off x="546595" y="1289466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16" y="3168716"/>
                  </a:lnTo>
                  <a:lnTo>
                    <a:pt x="3838317" y="3168696"/>
                  </a:lnTo>
                  <a:lnTo>
                    <a:pt x="3817133" y="3168642"/>
                  </a:lnTo>
                  <a:lnTo>
                    <a:pt x="3779867" y="3168537"/>
                  </a:lnTo>
                  <a:lnTo>
                    <a:pt x="3725545" y="3168365"/>
                  </a:lnTo>
                  <a:lnTo>
                    <a:pt x="3655630" y="3168114"/>
                  </a:lnTo>
                  <a:lnTo>
                    <a:pt x="3573539" y="3167780"/>
                  </a:lnTo>
                  <a:lnTo>
                    <a:pt x="3483754" y="3167361"/>
                  </a:lnTo>
                  <a:lnTo>
                    <a:pt x="3390861" y="3166859"/>
                  </a:lnTo>
                  <a:lnTo>
                    <a:pt x="3298792" y="3166274"/>
                  </a:lnTo>
                  <a:lnTo>
                    <a:pt x="3210429" y="3165608"/>
                  </a:lnTo>
                  <a:lnTo>
                    <a:pt x="3127540" y="3164859"/>
                  </a:lnTo>
                  <a:lnTo>
                    <a:pt x="3050921" y="3164021"/>
                  </a:lnTo>
                  <a:lnTo>
                    <a:pt x="2980629" y="3163084"/>
                  </a:lnTo>
                  <a:lnTo>
                    <a:pt x="2916218" y="3162034"/>
                  </a:lnTo>
                  <a:lnTo>
                    <a:pt x="2856934" y="3160855"/>
                  </a:lnTo>
                  <a:lnTo>
                    <a:pt x="2801861" y="3159527"/>
                  </a:lnTo>
                  <a:lnTo>
                    <a:pt x="2750031" y="3158033"/>
                  </a:lnTo>
                  <a:lnTo>
                    <a:pt x="2700514" y="3156356"/>
                  </a:lnTo>
                  <a:lnTo>
                    <a:pt x="2667772" y="3155107"/>
                  </a:lnTo>
                  <a:lnTo>
                    <a:pt x="2615020" y="3152869"/>
                  </a:lnTo>
                  <a:lnTo>
                    <a:pt x="2562773" y="3150387"/>
                  </a:lnTo>
                  <a:lnTo>
                    <a:pt x="2510435" y="3147658"/>
                  </a:lnTo>
                  <a:lnTo>
                    <a:pt x="2457619" y="3144690"/>
                  </a:lnTo>
                  <a:lnTo>
                    <a:pt x="2404113" y="3141500"/>
                  </a:lnTo>
                  <a:lnTo>
                    <a:pt x="2349860" y="3138117"/>
                  </a:lnTo>
                  <a:lnTo>
                    <a:pt x="2294937" y="3134581"/>
                  </a:lnTo>
                  <a:lnTo>
                    <a:pt x="2239523" y="3130940"/>
                  </a:lnTo>
                  <a:lnTo>
                    <a:pt x="2183873" y="3127250"/>
                  </a:lnTo>
                  <a:lnTo>
                    <a:pt x="2128272" y="3123571"/>
                  </a:lnTo>
                  <a:lnTo>
                    <a:pt x="2073001" y="3119960"/>
                  </a:lnTo>
                  <a:lnTo>
                    <a:pt x="2018292" y="3116471"/>
                  </a:lnTo>
                  <a:lnTo>
                    <a:pt x="1964293" y="3113150"/>
                  </a:lnTo>
                  <a:lnTo>
                    <a:pt x="1911038" y="3110034"/>
                  </a:lnTo>
                  <a:lnTo>
                    <a:pt x="1858418" y="3107147"/>
                  </a:lnTo>
                  <a:lnTo>
                    <a:pt x="1806165" y="3104503"/>
                  </a:lnTo>
                  <a:lnTo>
                    <a:pt x="1753822" y="3102105"/>
                  </a:lnTo>
                  <a:lnTo>
                    <a:pt x="1719082" y="3100662"/>
                  </a:lnTo>
                  <a:lnTo>
                    <a:pt x="1670664" y="3098855"/>
                  </a:lnTo>
                  <a:lnTo>
                    <a:pt x="1620501" y="3097237"/>
                  </a:lnTo>
                  <a:lnTo>
                    <a:pt x="1567736" y="3095799"/>
                  </a:lnTo>
                  <a:lnTo>
                    <a:pt x="1511418" y="3094521"/>
                  </a:lnTo>
                  <a:lnTo>
                    <a:pt x="1450585" y="3093385"/>
                  </a:lnTo>
                  <a:lnTo>
                    <a:pt x="1384359" y="3092373"/>
                  </a:lnTo>
                  <a:lnTo>
                    <a:pt x="1312067" y="3091469"/>
                  </a:lnTo>
                  <a:lnTo>
                    <a:pt x="1233401" y="3090660"/>
                  </a:lnTo>
                  <a:lnTo>
                    <a:pt x="1148629" y="3089938"/>
                  </a:lnTo>
                  <a:lnTo>
                    <a:pt x="1058833" y="3089299"/>
                  </a:lnTo>
                  <a:lnTo>
                    <a:pt x="966131" y="3088740"/>
                  </a:lnTo>
                  <a:lnTo>
                    <a:pt x="873764" y="3088264"/>
                  </a:lnTo>
                  <a:lnTo>
                    <a:pt x="785933" y="3087872"/>
                  </a:lnTo>
                  <a:lnTo>
                    <a:pt x="707289" y="3087565"/>
                  </a:lnTo>
                  <a:lnTo>
                    <a:pt x="642079" y="3087341"/>
                  </a:lnTo>
                  <a:lnTo>
                    <a:pt x="593178" y="3087191"/>
                  </a:lnTo>
                  <a:lnTo>
                    <a:pt x="561294" y="3087104"/>
                  </a:lnTo>
                  <a:lnTo>
                    <a:pt x="544656" y="3087063"/>
                  </a:lnTo>
                  <a:lnTo>
                    <a:pt x="539153" y="3087051"/>
                  </a:lnTo>
                  <a:lnTo>
                    <a:pt x="538736" y="3087050"/>
                  </a:lnTo>
                  <a:lnTo>
                    <a:pt x="0" y="30870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8" name="pg1178"/>
            <p:cNvSpPr/>
            <p:nvPr/>
          </p:nvSpPr>
          <p:spPr>
            <a:xfrm>
              <a:off x="546595" y="4490852"/>
              <a:ext cx="8234974" cy="1557136"/>
            </a:xfrm>
            <a:custGeom>
              <a:avLst/>
              <a:pathLst>
                <a:path w="8234974" h="1557136">
                  <a:moveTo>
                    <a:pt x="0" y="5444"/>
                  </a:moveTo>
                  <a:lnTo>
                    <a:pt x="538736" y="5444"/>
                  </a:lnTo>
                  <a:lnTo>
                    <a:pt x="539995" y="5494"/>
                  </a:lnTo>
                  <a:lnTo>
                    <a:pt x="548213" y="5851"/>
                  </a:lnTo>
                  <a:lnTo>
                    <a:pt x="568725" y="6837"/>
                  </a:lnTo>
                  <a:lnTo>
                    <a:pt x="604875" y="8772"/>
                  </a:lnTo>
                  <a:lnTo>
                    <a:pt x="657702" y="11938"/>
                  </a:lnTo>
                  <a:lnTo>
                    <a:pt x="725907" y="16539"/>
                  </a:lnTo>
                  <a:lnTo>
                    <a:pt x="806287" y="22690"/>
                  </a:lnTo>
                  <a:lnTo>
                    <a:pt x="894555" y="30421"/>
                  </a:lnTo>
                  <a:lnTo>
                    <a:pt x="986257" y="39709"/>
                  </a:lnTo>
                  <a:lnTo>
                    <a:pt x="1077509" y="50517"/>
                  </a:lnTo>
                  <a:lnTo>
                    <a:pt x="1165409" y="62829"/>
                  </a:lnTo>
                  <a:lnTo>
                    <a:pt x="1248122" y="76681"/>
                  </a:lnTo>
                  <a:lnTo>
                    <a:pt x="1324770" y="92172"/>
                  </a:lnTo>
                  <a:lnTo>
                    <a:pt x="1395206" y="109469"/>
                  </a:lnTo>
                  <a:lnTo>
                    <a:pt x="1459801" y="128809"/>
                  </a:lnTo>
                  <a:lnTo>
                    <a:pt x="1519245" y="150490"/>
                  </a:lnTo>
                  <a:lnTo>
                    <a:pt x="1574401" y="174851"/>
                  </a:lnTo>
                  <a:lnTo>
                    <a:pt x="1626203" y="202247"/>
                  </a:lnTo>
                  <a:lnTo>
                    <a:pt x="1675563" y="232991"/>
                  </a:lnTo>
                  <a:lnTo>
                    <a:pt x="1719082" y="264059"/>
                  </a:lnTo>
                  <a:lnTo>
                    <a:pt x="1762544" y="298722"/>
                  </a:lnTo>
                  <a:lnTo>
                    <a:pt x="1805581" y="336501"/>
                  </a:lnTo>
                  <a:lnTo>
                    <a:pt x="1848558" y="377451"/>
                  </a:lnTo>
                  <a:lnTo>
                    <a:pt x="1891738" y="421550"/>
                  </a:lnTo>
                  <a:lnTo>
                    <a:pt x="1935299" y="468685"/>
                  </a:lnTo>
                  <a:lnTo>
                    <a:pt x="1979339" y="518644"/>
                  </a:lnTo>
                  <a:lnTo>
                    <a:pt x="2023887" y="571118"/>
                  </a:lnTo>
                  <a:lnTo>
                    <a:pt x="2068911" y="625704"/>
                  </a:lnTo>
                  <a:lnTo>
                    <a:pt x="2114327" y="681911"/>
                  </a:lnTo>
                  <a:lnTo>
                    <a:pt x="2160011" y="739180"/>
                  </a:lnTo>
                  <a:lnTo>
                    <a:pt x="2205812" y="796905"/>
                  </a:lnTo>
                  <a:lnTo>
                    <a:pt x="2251569" y="854461"/>
                  </a:lnTo>
                  <a:lnTo>
                    <a:pt x="2297125" y="911229"/>
                  </a:lnTo>
                  <a:lnTo>
                    <a:pt x="2342342" y="966624"/>
                  </a:lnTo>
                  <a:lnTo>
                    <a:pt x="2387117" y="1020124"/>
                  </a:lnTo>
                  <a:lnTo>
                    <a:pt x="2431390" y="1071283"/>
                  </a:lnTo>
                  <a:lnTo>
                    <a:pt x="2475163" y="1119747"/>
                  </a:lnTo>
                  <a:lnTo>
                    <a:pt x="2518501" y="1165260"/>
                  </a:lnTo>
                  <a:lnTo>
                    <a:pt x="2561544" y="1207665"/>
                  </a:lnTo>
                  <a:lnTo>
                    <a:pt x="2604515" y="1246898"/>
                  </a:lnTo>
                  <a:lnTo>
                    <a:pt x="2647729" y="1282980"/>
                  </a:lnTo>
                  <a:lnTo>
                    <a:pt x="2667772" y="1298521"/>
                  </a:lnTo>
                  <a:lnTo>
                    <a:pt x="2715619" y="1332475"/>
                  </a:lnTo>
                  <a:lnTo>
                    <a:pt x="2765162" y="1362910"/>
                  </a:lnTo>
                  <a:lnTo>
                    <a:pt x="2817225" y="1390021"/>
                  </a:lnTo>
                  <a:lnTo>
                    <a:pt x="2872726" y="1414129"/>
                  </a:lnTo>
                  <a:lnTo>
                    <a:pt x="2932596" y="1435587"/>
                  </a:lnTo>
                  <a:lnTo>
                    <a:pt x="2997688" y="1454734"/>
                  </a:lnTo>
                  <a:lnTo>
                    <a:pt x="3068670" y="1471861"/>
                  </a:lnTo>
                  <a:lnTo>
                    <a:pt x="3145873" y="1487200"/>
                  </a:lnTo>
                  <a:lnTo>
                    <a:pt x="3229098" y="1500911"/>
                  </a:lnTo>
                  <a:lnTo>
                    <a:pt x="3317386" y="1513089"/>
                  </a:lnTo>
                  <a:lnTo>
                    <a:pt x="3408813" y="1523762"/>
                  </a:lnTo>
                  <a:lnTo>
                    <a:pt x="3500379" y="1532913"/>
                  </a:lnTo>
                  <a:lnTo>
                    <a:pt x="3588127" y="1540503"/>
                  </a:lnTo>
                  <a:lnTo>
                    <a:pt x="3667586" y="1546514"/>
                  </a:lnTo>
                  <a:lnTo>
                    <a:pt x="3734525" y="1550981"/>
                  </a:lnTo>
                  <a:lnTo>
                    <a:pt x="3785884" y="1554027"/>
                  </a:lnTo>
                  <a:lnTo>
                    <a:pt x="3820561" y="1555865"/>
                  </a:lnTo>
                  <a:lnTo>
                    <a:pt x="3839808" y="1556782"/>
                  </a:lnTo>
                  <a:lnTo>
                    <a:pt x="3847162" y="1557099"/>
                  </a:lnTo>
                  <a:lnTo>
                    <a:pt x="3848118" y="1557136"/>
                  </a:lnTo>
                  <a:lnTo>
                    <a:pt x="4386855" y="1557136"/>
                  </a:lnTo>
                  <a:lnTo>
                    <a:pt x="4388114" y="1557087"/>
                  </a:lnTo>
                  <a:lnTo>
                    <a:pt x="4396337" y="1556732"/>
                  </a:lnTo>
                  <a:lnTo>
                    <a:pt x="4416857" y="1555753"/>
                  </a:lnTo>
                  <a:lnTo>
                    <a:pt x="4453023" y="1553830"/>
                  </a:lnTo>
                  <a:lnTo>
                    <a:pt x="4505870" y="1550685"/>
                  </a:lnTo>
                  <a:lnTo>
                    <a:pt x="4574098" y="1546114"/>
                  </a:lnTo>
                  <a:lnTo>
                    <a:pt x="4654501" y="1540004"/>
                  </a:lnTo>
                  <a:lnTo>
                    <a:pt x="4742790" y="1532323"/>
                  </a:lnTo>
                  <a:lnTo>
                    <a:pt x="4834508" y="1523097"/>
                  </a:lnTo>
                  <a:lnTo>
                    <a:pt x="4925772" y="1512361"/>
                  </a:lnTo>
                  <a:lnTo>
                    <a:pt x="5013678" y="1500131"/>
                  </a:lnTo>
                  <a:lnTo>
                    <a:pt x="5096395" y="1486371"/>
                  </a:lnTo>
                  <a:lnTo>
                    <a:pt x="5173042" y="1470983"/>
                  </a:lnTo>
                  <a:lnTo>
                    <a:pt x="5243476" y="1453801"/>
                  </a:lnTo>
                  <a:lnTo>
                    <a:pt x="5308069" y="1434588"/>
                  </a:lnTo>
                  <a:lnTo>
                    <a:pt x="5367510" y="1413050"/>
                  </a:lnTo>
                  <a:lnTo>
                    <a:pt x="5422665" y="1388849"/>
                  </a:lnTo>
                  <a:lnTo>
                    <a:pt x="5474467" y="1361631"/>
                  </a:lnTo>
                  <a:lnTo>
                    <a:pt x="5523829" y="1331088"/>
                  </a:lnTo>
                  <a:lnTo>
                    <a:pt x="5567201" y="1300336"/>
                  </a:lnTo>
                  <a:lnTo>
                    <a:pt x="5610745" y="1265848"/>
                  </a:lnTo>
                  <a:lnTo>
                    <a:pt x="5653864" y="1228254"/>
                  </a:lnTo>
                  <a:lnTo>
                    <a:pt x="5696923" y="1187498"/>
                  </a:lnTo>
                  <a:lnTo>
                    <a:pt x="5740188" y="1143604"/>
                  </a:lnTo>
                  <a:lnTo>
                    <a:pt x="5783836" y="1096686"/>
                  </a:lnTo>
                  <a:lnTo>
                    <a:pt x="5827965" y="1046955"/>
                  </a:lnTo>
                  <a:lnTo>
                    <a:pt x="5872604" y="994720"/>
                  </a:lnTo>
                  <a:lnTo>
                    <a:pt x="5917721" y="940388"/>
                  </a:lnTo>
                  <a:lnTo>
                    <a:pt x="5963229" y="884447"/>
                  </a:lnTo>
                  <a:lnTo>
                    <a:pt x="6009003" y="827458"/>
                  </a:lnTo>
                  <a:lnTo>
                    <a:pt x="6054892" y="770026"/>
                  </a:lnTo>
                  <a:lnTo>
                    <a:pt x="6100734" y="712775"/>
                  </a:lnTo>
                  <a:lnTo>
                    <a:pt x="6146371" y="656325"/>
                  </a:lnTo>
                  <a:lnTo>
                    <a:pt x="6191664" y="601255"/>
                  </a:lnTo>
                  <a:lnTo>
                    <a:pt x="6236510" y="548088"/>
                  </a:lnTo>
                  <a:lnTo>
                    <a:pt x="6280853" y="497266"/>
                  </a:lnTo>
                  <a:lnTo>
                    <a:pt x="6324695" y="449140"/>
                  </a:lnTo>
                  <a:lnTo>
                    <a:pt x="6368103" y="403961"/>
                  </a:lnTo>
                  <a:lnTo>
                    <a:pt x="6411221" y="361884"/>
                  </a:lnTo>
                  <a:lnTo>
                    <a:pt x="6454276" y="322970"/>
                  </a:lnTo>
                  <a:lnTo>
                    <a:pt x="6497591" y="287194"/>
                  </a:lnTo>
                  <a:lnTo>
                    <a:pt x="6515891" y="273134"/>
                  </a:lnTo>
                  <a:lnTo>
                    <a:pt x="6563746" y="239413"/>
                  </a:lnTo>
                  <a:lnTo>
                    <a:pt x="6613297" y="209187"/>
                  </a:lnTo>
                  <a:lnTo>
                    <a:pt x="6665369" y="182263"/>
                  </a:lnTo>
                  <a:lnTo>
                    <a:pt x="6720882" y="158323"/>
                  </a:lnTo>
                  <a:lnTo>
                    <a:pt x="6780764" y="137013"/>
                  </a:lnTo>
                  <a:lnTo>
                    <a:pt x="6845872" y="118000"/>
                  </a:lnTo>
                  <a:lnTo>
                    <a:pt x="6916872" y="100992"/>
                  </a:lnTo>
                  <a:lnTo>
                    <a:pt x="6994095" y="85761"/>
                  </a:lnTo>
                  <a:lnTo>
                    <a:pt x="7077341" y="72145"/>
                  </a:lnTo>
                  <a:lnTo>
                    <a:pt x="7165650" y="60053"/>
                  </a:lnTo>
                  <a:lnTo>
                    <a:pt x="7257094" y="49456"/>
                  </a:lnTo>
                  <a:lnTo>
                    <a:pt x="7348671" y="40371"/>
                  </a:lnTo>
                  <a:lnTo>
                    <a:pt x="7436422" y="32835"/>
                  </a:lnTo>
                  <a:lnTo>
                    <a:pt x="7515870" y="26869"/>
                  </a:lnTo>
                  <a:lnTo>
                    <a:pt x="7582787" y="22436"/>
                  </a:lnTo>
                  <a:lnTo>
                    <a:pt x="7634113" y="19415"/>
                  </a:lnTo>
                  <a:lnTo>
                    <a:pt x="7668752" y="17591"/>
                  </a:lnTo>
                  <a:lnTo>
                    <a:pt x="7687964" y="16683"/>
                  </a:lnTo>
                  <a:lnTo>
                    <a:pt x="7695291" y="16370"/>
                  </a:lnTo>
                  <a:lnTo>
                    <a:pt x="7696237" y="16333"/>
                  </a:lnTo>
                  <a:lnTo>
                    <a:pt x="8234974" y="16333"/>
                  </a:lnTo>
                  <a:lnTo>
                    <a:pt x="8234974" y="10889"/>
                  </a:lnTo>
                  <a:lnTo>
                    <a:pt x="7696237" y="10889"/>
                  </a:lnTo>
                  <a:lnTo>
                    <a:pt x="7694978" y="10938"/>
                  </a:lnTo>
                  <a:lnTo>
                    <a:pt x="7686756" y="11292"/>
                  </a:lnTo>
                  <a:lnTo>
                    <a:pt x="7666235" y="12272"/>
                  </a:lnTo>
                  <a:lnTo>
                    <a:pt x="7630070" y="14195"/>
                  </a:lnTo>
                  <a:lnTo>
                    <a:pt x="7577222" y="17340"/>
                  </a:lnTo>
                  <a:lnTo>
                    <a:pt x="7508995" y="21911"/>
                  </a:lnTo>
                  <a:lnTo>
                    <a:pt x="7428591" y="28021"/>
                  </a:lnTo>
                  <a:lnTo>
                    <a:pt x="7340302" y="35701"/>
                  </a:lnTo>
                  <a:lnTo>
                    <a:pt x="7248584" y="44928"/>
                  </a:lnTo>
                  <a:lnTo>
                    <a:pt x="7157320" y="55664"/>
                  </a:lnTo>
                  <a:lnTo>
                    <a:pt x="7069414" y="67894"/>
                  </a:lnTo>
                  <a:lnTo>
                    <a:pt x="6986698" y="81654"/>
                  </a:lnTo>
                  <a:lnTo>
                    <a:pt x="6910051" y="97041"/>
                  </a:lnTo>
                  <a:lnTo>
                    <a:pt x="6839616" y="114224"/>
                  </a:lnTo>
                  <a:lnTo>
                    <a:pt x="6775023" y="133437"/>
                  </a:lnTo>
                  <a:lnTo>
                    <a:pt x="6715582" y="154975"/>
                  </a:lnTo>
                  <a:lnTo>
                    <a:pt x="6660427" y="179176"/>
                  </a:lnTo>
                  <a:lnTo>
                    <a:pt x="6608625" y="206393"/>
                  </a:lnTo>
                  <a:lnTo>
                    <a:pt x="6559264" y="236937"/>
                  </a:lnTo>
                  <a:lnTo>
                    <a:pt x="6515891" y="267689"/>
                  </a:lnTo>
                  <a:lnTo>
                    <a:pt x="6472347" y="302177"/>
                  </a:lnTo>
                  <a:lnTo>
                    <a:pt x="6429228" y="339771"/>
                  </a:lnTo>
                  <a:lnTo>
                    <a:pt x="6386169" y="380527"/>
                  </a:lnTo>
                  <a:lnTo>
                    <a:pt x="6342905" y="424421"/>
                  </a:lnTo>
                  <a:lnTo>
                    <a:pt x="6299257" y="471339"/>
                  </a:lnTo>
                  <a:lnTo>
                    <a:pt x="6255128" y="521070"/>
                  </a:lnTo>
                  <a:lnTo>
                    <a:pt x="6210488" y="573304"/>
                  </a:lnTo>
                  <a:lnTo>
                    <a:pt x="6165372" y="627637"/>
                  </a:lnTo>
                  <a:lnTo>
                    <a:pt x="6119864" y="683578"/>
                  </a:lnTo>
                  <a:lnTo>
                    <a:pt x="6074090" y="740567"/>
                  </a:lnTo>
                  <a:lnTo>
                    <a:pt x="6028200" y="797999"/>
                  </a:lnTo>
                  <a:lnTo>
                    <a:pt x="5982358" y="855249"/>
                  </a:lnTo>
                  <a:lnTo>
                    <a:pt x="5936722" y="911700"/>
                  </a:lnTo>
                  <a:lnTo>
                    <a:pt x="5891429" y="966770"/>
                  </a:lnTo>
                  <a:lnTo>
                    <a:pt x="5846583" y="1019937"/>
                  </a:lnTo>
                  <a:lnTo>
                    <a:pt x="5802239" y="1070759"/>
                  </a:lnTo>
                  <a:lnTo>
                    <a:pt x="5758398" y="1118885"/>
                  </a:lnTo>
                  <a:lnTo>
                    <a:pt x="5714990" y="1164064"/>
                  </a:lnTo>
                  <a:lnTo>
                    <a:pt x="5671872" y="1206141"/>
                  </a:lnTo>
                  <a:lnTo>
                    <a:pt x="5628816" y="1245055"/>
                  </a:lnTo>
                  <a:lnTo>
                    <a:pt x="5585502" y="1280831"/>
                  </a:lnTo>
                  <a:lnTo>
                    <a:pt x="5567201" y="1294891"/>
                  </a:lnTo>
                  <a:lnTo>
                    <a:pt x="5519347" y="1328612"/>
                  </a:lnTo>
                  <a:lnTo>
                    <a:pt x="5469795" y="1358838"/>
                  </a:lnTo>
                  <a:lnTo>
                    <a:pt x="5417723" y="1385762"/>
                  </a:lnTo>
                  <a:lnTo>
                    <a:pt x="5362211" y="1409702"/>
                  </a:lnTo>
                  <a:lnTo>
                    <a:pt x="5302328" y="1431012"/>
                  </a:lnTo>
                  <a:lnTo>
                    <a:pt x="5237221" y="1450025"/>
                  </a:lnTo>
                  <a:lnTo>
                    <a:pt x="5166221" y="1467033"/>
                  </a:lnTo>
                  <a:lnTo>
                    <a:pt x="5088998" y="1482264"/>
                  </a:lnTo>
                  <a:lnTo>
                    <a:pt x="5005752" y="1495880"/>
                  </a:lnTo>
                  <a:lnTo>
                    <a:pt x="4917443" y="1507971"/>
                  </a:lnTo>
                  <a:lnTo>
                    <a:pt x="4825998" y="1518569"/>
                  </a:lnTo>
                  <a:lnTo>
                    <a:pt x="4734421" y="1527654"/>
                  </a:lnTo>
                  <a:lnTo>
                    <a:pt x="4646671" y="1535190"/>
                  </a:lnTo>
                  <a:lnTo>
                    <a:pt x="4567222" y="1541156"/>
                  </a:lnTo>
                  <a:lnTo>
                    <a:pt x="4500305" y="1545589"/>
                  </a:lnTo>
                  <a:lnTo>
                    <a:pt x="4448979" y="1548610"/>
                  </a:lnTo>
                  <a:lnTo>
                    <a:pt x="4414340" y="1550433"/>
                  </a:lnTo>
                  <a:lnTo>
                    <a:pt x="4395129" y="1551342"/>
                  </a:lnTo>
                  <a:lnTo>
                    <a:pt x="4387802" y="1551655"/>
                  </a:lnTo>
                  <a:lnTo>
                    <a:pt x="4386855" y="1551692"/>
                  </a:lnTo>
                  <a:lnTo>
                    <a:pt x="3848118" y="1551692"/>
                  </a:lnTo>
                  <a:lnTo>
                    <a:pt x="3846860" y="1551642"/>
                  </a:lnTo>
                  <a:lnTo>
                    <a:pt x="3838641" y="1551285"/>
                  </a:lnTo>
                  <a:lnTo>
                    <a:pt x="3818129" y="1550299"/>
                  </a:lnTo>
                  <a:lnTo>
                    <a:pt x="3781979" y="1548363"/>
                  </a:lnTo>
                  <a:lnTo>
                    <a:pt x="3729152" y="1545198"/>
                  </a:lnTo>
                  <a:lnTo>
                    <a:pt x="3660948" y="1540597"/>
                  </a:lnTo>
                  <a:lnTo>
                    <a:pt x="3580568" y="1534446"/>
                  </a:lnTo>
                  <a:lnTo>
                    <a:pt x="3492300" y="1526714"/>
                  </a:lnTo>
                  <a:lnTo>
                    <a:pt x="3400598" y="1517426"/>
                  </a:lnTo>
                  <a:lnTo>
                    <a:pt x="3309345" y="1506619"/>
                  </a:lnTo>
                  <a:lnTo>
                    <a:pt x="3221446" y="1494306"/>
                  </a:lnTo>
                  <a:lnTo>
                    <a:pt x="3138732" y="1480454"/>
                  </a:lnTo>
                  <a:lnTo>
                    <a:pt x="3062085" y="1464964"/>
                  </a:lnTo>
                  <a:lnTo>
                    <a:pt x="2991648" y="1447667"/>
                  </a:lnTo>
                  <a:lnTo>
                    <a:pt x="2927053" y="1428326"/>
                  </a:lnTo>
                  <a:lnTo>
                    <a:pt x="2867610" y="1406646"/>
                  </a:lnTo>
                  <a:lnTo>
                    <a:pt x="2812453" y="1382285"/>
                  </a:lnTo>
                  <a:lnTo>
                    <a:pt x="2760652" y="1354889"/>
                  </a:lnTo>
                  <a:lnTo>
                    <a:pt x="2711292" y="1324145"/>
                  </a:lnTo>
                  <a:lnTo>
                    <a:pt x="2667772" y="1293076"/>
                  </a:lnTo>
                  <a:lnTo>
                    <a:pt x="2624311" y="1258414"/>
                  </a:lnTo>
                  <a:lnTo>
                    <a:pt x="2581273" y="1220635"/>
                  </a:lnTo>
                  <a:lnTo>
                    <a:pt x="2538297" y="1179685"/>
                  </a:lnTo>
                  <a:lnTo>
                    <a:pt x="2495117" y="1135585"/>
                  </a:lnTo>
                  <a:lnTo>
                    <a:pt x="2451556" y="1088451"/>
                  </a:lnTo>
                  <a:lnTo>
                    <a:pt x="2407516" y="1038492"/>
                  </a:lnTo>
                  <a:lnTo>
                    <a:pt x="2362967" y="986017"/>
                  </a:lnTo>
                  <a:lnTo>
                    <a:pt x="2317943" y="931432"/>
                  </a:lnTo>
                  <a:lnTo>
                    <a:pt x="2272528" y="875225"/>
                  </a:lnTo>
                  <a:lnTo>
                    <a:pt x="2226844" y="817956"/>
                  </a:lnTo>
                  <a:lnTo>
                    <a:pt x="2181043" y="760230"/>
                  </a:lnTo>
                  <a:lnTo>
                    <a:pt x="2135285" y="702675"/>
                  </a:lnTo>
                  <a:lnTo>
                    <a:pt x="2089729" y="645907"/>
                  </a:lnTo>
                  <a:lnTo>
                    <a:pt x="2044512" y="590511"/>
                  </a:lnTo>
                  <a:lnTo>
                    <a:pt x="1999738" y="537011"/>
                  </a:lnTo>
                  <a:lnTo>
                    <a:pt x="1955464" y="485853"/>
                  </a:lnTo>
                  <a:lnTo>
                    <a:pt x="1911691" y="437389"/>
                  </a:lnTo>
                  <a:lnTo>
                    <a:pt x="1868353" y="391876"/>
                  </a:lnTo>
                  <a:lnTo>
                    <a:pt x="1825310" y="349471"/>
                  </a:lnTo>
                  <a:lnTo>
                    <a:pt x="1782340" y="310238"/>
                  </a:lnTo>
                  <a:lnTo>
                    <a:pt x="1739125" y="274156"/>
                  </a:lnTo>
                  <a:lnTo>
                    <a:pt x="1719082" y="258615"/>
                  </a:lnTo>
                  <a:lnTo>
                    <a:pt x="1671235" y="224661"/>
                  </a:lnTo>
                  <a:lnTo>
                    <a:pt x="1621693" y="194226"/>
                  </a:lnTo>
                  <a:lnTo>
                    <a:pt x="1569630" y="167114"/>
                  </a:lnTo>
                  <a:lnTo>
                    <a:pt x="1514129" y="143007"/>
                  </a:lnTo>
                  <a:lnTo>
                    <a:pt x="1454259" y="121549"/>
                  </a:lnTo>
                  <a:lnTo>
                    <a:pt x="1389167" y="102402"/>
                  </a:lnTo>
                  <a:lnTo>
                    <a:pt x="1318185" y="85275"/>
                  </a:lnTo>
                  <a:lnTo>
                    <a:pt x="1240982" y="69936"/>
                  </a:lnTo>
                  <a:lnTo>
                    <a:pt x="1157757" y="56225"/>
                  </a:lnTo>
                  <a:lnTo>
                    <a:pt x="1069468" y="44047"/>
                  </a:lnTo>
                  <a:lnTo>
                    <a:pt x="978042" y="33374"/>
                  </a:lnTo>
                  <a:lnTo>
                    <a:pt x="886476" y="24223"/>
                  </a:lnTo>
                  <a:lnTo>
                    <a:pt x="798727" y="16632"/>
                  </a:lnTo>
                  <a:lnTo>
                    <a:pt x="719269" y="10622"/>
                  </a:lnTo>
                  <a:lnTo>
                    <a:pt x="652329" y="6155"/>
                  </a:lnTo>
                  <a:lnTo>
                    <a:pt x="600970" y="3109"/>
                  </a:lnTo>
                  <a:lnTo>
                    <a:pt x="566293" y="1270"/>
                  </a:lnTo>
                  <a:lnTo>
                    <a:pt x="547046" y="354"/>
                  </a:lnTo>
                  <a:lnTo>
                    <a:pt x="539692" y="3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79" name="pl1179"/>
            <p:cNvSpPr/>
            <p:nvPr/>
          </p:nvSpPr>
          <p:spPr>
            <a:xfrm>
              <a:off x="546595" y="4496296"/>
              <a:ext cx="8234974" cy="1551692"/>
            </a:xfrm>
            <a:custGeom>
              <a:avLst/>
              <a:pathLst>
                <a:path w="8234974" h="1551692">
                  <a:moveTo>
                    <a:pt x="0" y="0"/>
                  </a:moveTo>
                  <a:lnTo>
                    <a:pt x="538736" y="0"/>
                  </a:lnTo>
                  <a:lnTo>
                    <a:pt x="539995" y="49"/>
                  </a:lnTo>
                  <a:lnTo>
                    <a:pt x="548213" y="406"/>
                  </a:lnTo>
                  <a:lnTo>
                    <a:pt x="568725" y="1392"/>
                  </a:lnTo>
                  <a:lnTo>
                    <a:pt x="604875" y="3328"/>
                  </a:lnTo>
                  <a:lnTo>
                    <a:pt x="657702" y="6493"/>
                  </a:lnTo>
                  <a:lnTo>
                    <a:pt x="725907" y="11094"/>
                  </a:lnTo>
                  <a:lnTo>
                    <a:pt x="806287" y="17246"/>
                  </a:lnTo>
                  <a:lnTo>
                    <a:pt x="894555" y="24977"/>
                  </a:lnTo>
                  <a:lnTo>
                    <a:pt x="986257" y="34265"/>
                  </a:lnTo>
                  <a:lnTo>
                    <a:pt x="1077509" y="45072"/>
                  </a:lnTo>
                  <a:lnTo>
                    <a:pt x="1165409" y="57385"/>
                  </a:lnTo>
                  <a:lnTo>
                    <a:pt x="1248122" y="71237"/>
                  </a:lnTo>
                  <a:lnTo>
                    <a:pt x="1324770" y="86727"/>
                  </a:lnTo>
                  <a:lnTo>
                    <a:pt x="1395206" y="104024"/>
                  </a:lnTo>
                  <a:lnTo>
                    <a:pt x="1459801" y="123365"/>
                  </a:lnTo>
                  <a:lnTo>
                    <a:pt x="1519245" y="145045"/>
                  </a:lnTo>
                  <a:lnTo>
                    <a:pt x="1574401" y="169406"/>
                  </a:lnTo>
                  <a:lnTo>
                    <a:pt x="1626203" y="196802"/>
                  </a:lnTo>
                  <a:lnTo>
                    <a:pt x="1675563" y="227546"/>
                  </a:lnTo>
                  <a:lnTo>
                    <a:pt x="1719082" y="258615"/>
                  </a:lnTo>
                  <a:lnTo>
                    <a:pt x="1762544" y="293278"/>
                  </a:lnTo>
                  <a:lnTo>
                    <a:pt x="1805581" y="331056"/>
                  </a:lnTo>
                  <a:lnTo>
                    <a:pt x="1848558" y="372007"/>
                  </a:lnTo>
                  <a:lnTo>
                    <a:pt x="1891738" y="416106"/>
                  </a:lnTo>
                  <a:lnTo>
                    <a:pt x="1935299" y="463240"/>
                  </a:lnTo>
                  <a:lnTo>
                    <a:pt x="1979339" y="513199"/>
                  </a:lnTo>
                  <a:lnTo>
                    <a:pt x="2023887" y="565674"/>
                  </a:lnTo>
                  <a:lnTo>
                    <a:pt x="2068911" y="620260"/>
                  </a:lnTo>
                  <a:lnTo>
                    <a:pt x="2114327" y="676466"/>
                  </a:lnTo>
                  <a:lnTo>
                    <a:pt x="2160011" y="733735"/>
                  </a:lnTo>
                  <a:lnTo>
                    <a:pt x="2205812" y="791461"/>
                  </a:lnTo>
                  <a:lnTo>
                    <a:pt x="2251569" y="849017"/>
                  </a:lnTo>
                  <a:lnTo>
                    <a:pt x="2297125" y="905784"/>
                  </a:lnTo>
                  <a:lnTo>
                    <a:pt x="2342342" y="961180"/>
                  </a:lnTo>
                  <a:lnTo>
                    <a:pt x="2387117" y="1014680"/>
                  </a:lnTo>
                  <a:lnTo>
                    <a:pt x="2431390" y="1065839"/>
                  </a:lnTo>
                  <a:lnTo>
                    <a:pt x="2475163" y="1114302"/>
                  </a:lnTo>
                  <a:lnTo>
                    <a:pt x="2518501" y="1159816"/>
                  </a:lnTo>
                  <a:lnTo>
                    <a:pt x="2561544" y="1202221"/>
                  </a:lnTo>
                  <a:lnTo>
                    <a:pt x="2604515" y="1241454"/>
                  </a:lnTo>
                  <a:lnTo>
                    <a:pt x="2647729" y="1277536"/>
                  </a:lnTo>
                  <a:lnTo>
                    <a:pt x="2667772" y="1293076"/>
                  </a:lnTo>
                  <a:lnTo>
                    <a:pt x="2715619" y="1327030"/>
                  </a:lnTo>
                  <a:lnTo>
                    <a:pt x="2765162" y="1357465"/>
                  </a:lnTo>
                  <a:lnTo>
                    <a:pt x="2817225" y="1384577"/>
                  </a:lnTo>
                  <a:lnTo>
                    <a:pt x="2872726" y="1408684"/>
                  </a:lnTo>
                  <a:lnTo>
                    <a:pt x="2932596" y="1430142"/>
                  </a:lnTo>
                  <a:lnTo>
                    <a:pt x="2997688" y="1449289"/>
                  </a:lnTo>
                  <a:lnTo>
                    <a:pt x="3068670" y="1466417"/>
                  </a:lnTo>
                  <a:lnTo>
                    <a:pt x="3145873" y="1481755"/>
                  </a:lnTo>
                  <a:lnTo>
                    <a:pt x="3229098" y="1495467"/>
                  </a:lnTo>
                  <a:lnTo>
                    <a:pt x="3317386" y="1507644"/>
                  </a:lnTo>
                  <a:lnTo>
                    <a:pt x="3408813" y="1518317"/>
                  </a:lnTo>
                  <a:lnTo>
                    <a:pt x="3500379" y="1527468"/>
                  </a:lnTo>
                  <a:lnTo>
                    <a:pt x="3588127" y="1535059"/>
                  </a:lnTo>
                  <a:lnTo>
                    <a:pt x="3667586" y="1541069"/>
                  </a:lnTo>
                  <a:lnTo>
                    <a:pt x="3734525" y="1545536"/>
                  </a:lnTo>
                  <a:lnTo>
                    <a:pt x="3785884" y="1548582"/>
                  </a:lnTo>
                  <a:lnTo>
                    <a:pt x="3820561" y="1550421"/>
                  </a:lnTo>
                  <a:lnTo>
                    <a:pt x="3839808" y="1551338"/>
                  </a:lnTo>
                  <a:lnTo>
                    <a:pt x="3847162" y="1551654"/>
                  </a:lnTo>
                  <a:lnTo>
                    <a:pt x="3848118" y="1551692"/>
                  </a:lnTo>
                  <a:lnTo>
                    <a:pt x="4386855" y="1551692"/>
                  </a:lnTo>
                  <a:lnTo>
                    <a:pt x="4388114" y="1551642"/>
                  </a:lnTo>
                  <a:lnTo>
                    <a:pt x="4396337" y="1551288"/>
                  </a:lnTo>
                  <a:lnTo>
                    <a:pt x="4416857" y="1550308"/>
                  </a:lnTo>
                  <a:lnTo>
                    <a:pt x="4453023" y="1548385"/>
                  </a:lnTo>
                  <a:lnTo>
                    <a:pt x="4505870" y="1545241"/>
                  </a:lnTo>
                  <a:lnTo>
                    <a:pt x="4574098" y="1540670"/>
                  </a:lnTo>
                  <a:lnTo>
                    <a:pt x="4654501" y="1534559"/>
                  </a:lnTo>
                  <a:lnTo>
                    <a:pt x="4742790" y="1526879"/>
                  </a:lnTo>
                  <a:lnTo>
                    <a:pt x="4834508" y="1517652"/>
                  </a:lnTo>
                  <a:lnTo>
                    <a:pt x="4925772" y="1506917"/>
                  </a:lnTo>
                  <a:lnTo>
                    <a:pt x="5013678" y="1494686"/>
                  </a:lnTo>
                  <a:lnTo>
                    <a:pt x="5096395" y="1480926"/>
                  </a:lnTo>
                  <a:lnTo>
                    <a:pt x="5173042" y="1465539"/>
                  </a:lnTo>
                  <a:lnTo>
                    <a:pt x="5243476" y="1448356"/>
                  </a:lnTo>
                  <a:lnTo>
                    <a:pt x="5308069" y="1429143"/>
                  </a:lnTo>
                  <a:lnTo>
                    <a:pt x="5367510" y="1407605"/>
                  </a:lnTo>
                  <a:lnTo>
                    <a:pt x="5422665" y="1383404"/>
                  </a:lnTo>
                  <a:lnTo>
                    <a:pt x="5474467" y="1356187"/>
                  </a:lnTo>
                  <a:lnTo>
                    <a:pt x="5523829" y="1325643"/>
                  </a:lnTo>
                  <a:lnTo>
                    <a:pt x="5567201" y="1294891"/>
                  </a:lnTo>
                  <a:lnTo>
                    <a:pt x="5610745" y="1260403"/>
                  </a:lnTo>
                  <a:lnTo>
                    <a:pt x="5653864" y="1222809"/>
                  </a:lnTo>
                  <a:lnTo>
                    <a:pt x="5696923" y="1182053"/>
                  </a:lnTo>
                  <a:lnTo>
                    <a:pt x="5740188" y="1138159"/>
                  </a:lnTo>
                  <a:lnTo>
                    <a:pt x="5783836" y="1091242"/>
                  </a:lnTo>
                  <a:lnTo>
                    <a:pt x="5827965" y="1041510"/>
                  </a:lnTo>
                  <a:lnTo>
                    <a:pt x="5872604" y="989276"/>
                  </a:lnTo>
                  <a:lnTo>
                    <a:pt x="5917721" y="934943"/>
                  </a:lnTo>
                  <a:lnTo>
                    <a:pt x="5963229" y="879003"/>
                  </a:lnTo>
                  <a:lnTo>
                    <a:pt x="6009003" y="822013"/>
                  </a:lnTo>
                  <a:lnTo>
                    <a:pt x="6054892" y="764581"/>
                  </a:lnTo>
                  <a:lnTo>
                    <a:pt x="6100734" y="707331"/>
                  </a:lnTo>
                  <a:lnTo>
                    <a:pt x="6146371" y="650880"/>
                  </a:lnTo>
                  <a:lnTo>
                    <a:pt x="6191664" y="595811"/>
                  </a:lnTo>
                  <a:lnTo>
                    <a:pt x="6236510" y="542644"/>
                  </a:lnTo>
                  <a:lnTo>
                    <a:pt x="6280853" y="491822"/>
                  </a:lnTo>
                  <a:lnTo>
                    <a:pt x="6324695" y="443695"/>
                  </a:lnTo>
                  <a:lnTo>
                    <a:pt x="6368103" y="398517"/>
                  </a:lnTo>
                  <a:lnTo>
                    <a:pt x="6411221" y="356440"/>
                  </a:lnTo>
                  <a:lnTo>
                    <a:pt x="6454276" y="317525"/>
                  </a:lnTo>
                  <a:lnTo>
                    <a:pt x="6497591" y="281749"/>
                  </a:lnTo>
                  <a:lnTo>
                    <a:pt x="6515891" y="267689"/>
                  </a:lnTo>
                  <a:lnTo>
                    <a:pt x="6563746" y="233969"/>
                  </a:lnTo>
                  <a:lnTo>
                    <a:pt x="6613297" y="203743"/>
                  </a:lnTo>
                  <a:lnTo>
                    <a:pt x="6665369" y="176819"/>
                  </a:lnTo>
                  <a:lnTo>
                    <a:pt x="6720882" y="152878"/>
                  </a:lnTo>
                  <a:lnTo>
                    <a:pt x="6780764" y="131569"/>
                  </a:lnTo>
                  <a:lnTo>
                    <a:pt x="6845872" y="112555"/>
                  </a:lnTo>
                  <a:lnTo>
                    <a:pt x="6916872" y="95547"/>
                  </a:lnTo>
                  <a:lnTo>
                    <a:pt x="6994095" y="80316"/>
                  </a:lnTo>
                  <a:lnTo>
                    <a:pt x="7077341" y="66701"/>
                  </a:lnTo>
                  <a:lnTo>
                    <a:pt x="7165650" y="54609"/>
                  </a:lnTo>
                  <a:lnTo>
                    <a:pt x="7257094" y="44011"/>
                  </a:lnTo>
                  <a:lnTo>
                    <a:pt x="7348671" y="34926"/>
                  </a:lnTo>
                  <a:lnTo>
                    <a:pt x="7436422" y="27391"/>
                  </a:lnTo>
                  <a:lnTo>
                    <a:pt x="7515870" y="21425"/>
                  </a:lnTo>
                  <a:lnTo>
                    <a:pt x="7582787" y="16992"/>
                  </a:lnTo>
                  <a:lnTo>
                    <a:pt x="7634113" y="13970"/>
                  </a:lnTo>
                  <a:lnTo>
                    <a:pt x="7668752" y="12147"/>
                  </a:lnTo>
                  <a:lnTo>
                    <a:pt x="7687964" y="11238"/>
                  </a:lnTo>
                  <a:lnTo>
                    <a:pt x="7695291" y="10926"/>
                  </a:lnTo>
                  <a:lnTo>
                    <a:pt x="7696237" y="10889"/>
                  </a:lnTo>
                  <a:lnTo>
                    <a:pt x="8234974" y="108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0" name="pl1180"/>
            <p:cNvSpPr/>
            <p:nvPr/>
          </p:nvSpPr>
          <p:spPr>
            <a:xfrm>
              <a:off x="546595" y="4490852"/>
              <a:ext cx="8234974" cy="1551692"/>
            </a:xfrm>
            <a:custGeom>
              <a:avLst/>
              <a:pathLst>
                <a:path w="8234974" h="1551692">
                  <a:moveTo>
                    <a:pt x="8234974" y="10889"/>
                  </a:moveTo>
                  <a:lnTo>
                    <a:pt x="7696237" y="10889"/>
                  </a:lnTo>
                  <a:lnTo>
                    <a:pt x="7694978" y="10938"/>
                  </a:lnTo>
                  <a:lnTo>
                    <a:pt x="7686756" y="11292"/>
                  </a:lnTo>
                  <a:lnTo>
                    <a:pt x="7666235" y="12272"/>
                  </a:lnTo>
                  <a:lnTo>
                    <a:pt x="7630070" y="14195"/>
                  </a:lnTo>
                  <a:lnTo>
                    <a:pt x="7577222" y="17340"/>
                  </a:lnTo>
                  <a:lnTo>
                    <a:pt x="7508995" y="21911"/>
                  </a:lnTo>
                  <a:lnTo>
                    <a:pt x="7428591" y="28021"/>
                  </a:lnTo>
                  <a:lnTo>
                    <a:pt x="7340302" y="35701"/>
                  </a:lnTo>
                  <a:lnTo>
                    <a:pt x="7248584" y="44928"/>
                  </a:lnTo>
                  <a:lnTo>
                    <a:pt x="7157320" y="55664"/>
                  </a:lnTo>
                  <a:lnTo>
                    <a:pt x="7069414" y="67894"/>
                  </a:lnTo>
                  <a:lnTo>
                    <a:pt x="6986698" y="81654"/>
                  </a:lnTo>
                  <a:lnTo>
                    <a:pt x="6910051" y="97041"/>
                  </a:lnTo>
                  <a:lnTo>
                    <a:pt x="6839616" y="114224"/>
                  </a:lnTo>
                  <a:lnTo>
                    <a:pt x="6775023" y="133437"/>
                  </a:lnTo>
                  <a:lnTo>
                    <a:pt x="6715582" y="154975"/>
                  </a:lnTo>
                  <a:lnTo>
                    <a:pt x="6660427" y="179176"/>
                  </a:lnTo>
                  <a:lnTo>
                    <a:pt x="6608625" y="206393"/>
                  </a:lnTo>
                  <a:lnTo>
                    <a:pt x="6559264" y="236937"/>
                  </a:lnTo>
                  <a:lnTo>
                    <a:pt x="6515891" y="267689"/>
                  </a:lnTo>
                  <a:lnTo>
                    <a:pt x="6472347" y="302177"/>
                  </a:lnTo>
                  <a:lnTo>
                    <a:pt x="6429228" y="339771"/>
                  </a:lnTo>
                  <a:lnTo>
                    <a:pt x="6386169" y="380527"/>
                  </a:lnTo>
                  <a:lnTo>
                    <a:pt x="6342905" y="424421"/>
                  </a:lnTo>
                  <a:lnTo>
                    <a:pt x="6299257" y="471339"/>
                  </a:lnTo>
                  <a:lnTo>
                    <a:pt x="6255128" y="521070"/>
                  </a:lnTo>
                  <a:lnTo>
                    <a:pt x="6210488" y="573304"/>
                  </a:lnTo>
                  <a:lnTo>
                    <a:pt x="6165372" y="627637"/>
                  </a:lnTo>
                  <a:lnTo>
                    <a:pt x="6119864" y="683578"/>
                  </a:lnTo>
                  <a:lnTo>
                    <a:pt x="6074090" y="740567"/>
                  </a:lnTo>
                  <a:lnTo>
                    <a:pt x="6028200" y="797999"/>
                  </a:lnTo>
                  <a:lnTo>
                    <a:pt x="5982358" y="855249"/>
                  </a:lnTo>
                  <a:lnTo>
                    <a:pt x="5936722" y="911700"/>
                  </a:lnTo>
                  <a:lnTo>
                    <a:pt x="5891429" y="966770"/>
                  </a:lnTo>
                  <a:lnTo>
                    <a:pt x="5846583" y="1019937"/>
                  </a:lnTo>
                  <a:lnTo>
                    <a:pt x="5802239" y="1070759"/>
                  </a:lnTo>
                  <a:lnTo>
                    <a:pt x="5758398" y="1118885"/>
                  </a:lnTo>
                  <a:lnTo>
                    <a:pt x="5714990" y="1164064"/>
                  </a:lnTo>
                  <a:lnTo>
                    <a:pt x="5671872" y="1206141"/>
                  </a:lnTo>
                  <a:lnTo>
                    <a:pt x="5628816" y="1245055"/>
                  </a:lnTo>
                  <a:lnTo>
                    <a:pt x="5585502" y="1280831"/>
                  </a:lnTo>
                  <a:lnTo>
                    <a:pt x="5567201" y="1294891"/>
                  </a:lnTo>
                  <a:lnTo>
                    <a:pt x="5519347" y="1328612"/>
                  </a:lnTo>
                  <a:lnTo>
                    <a:pt x="5469795" y="1358838"/>
                  </a:lnTo>
                  <a:lnTo>
                    <a:pt x="5417723" y="1385762"/>
                  </a:lnTo>
                  <a:lnTo>
                    <a:pt x="5362211" y="1409702"/>
                  </a:lnTo>
                  <a:lnTo>
                    <a:pt x="5302328" y="1431012"/>
                  </a:lnTo>
                  <a:lnTo>
                    <a:pt x="5237221" y="1450025"/>
                  </a:lnTo>
                  <a:lnTo>
                    <a:pt x="5166221" y="1467033"/>
                  </a:lnTo>
                  <a:lnTo>
                    <a:pt x="5088998" y="1482264"/>
                  </a:lnTo>
                  <a:lnTo>
                    <a:pt x="5005752" y="1495880"/>
                  </a:lnTo>
                  <a:lnTo>
                    <a:pt x="4917443" y="1507971"/>
                  </a:lnTo>
                  <a:lnTo>
                    <a:pt x="4825998" y="1518569"/>
                  </a:lnTo>
                  <a:lnTo>
                    <a:pt x="4734421" y="1527654"/>
                  </a:lnTo>
                  <a:lnTo>
                    <a:pt x="4646671" y="1535190"/>
                  </a:lnTo>
                  <a:lnTo>
                    <a:pt x="4567222" y="1541156"/>
                  </a:lnTo>
                  <a:lnTo>
                    <a:pt x="4500305" y="1545589"/>
                  </a:lnTo>
                  <a:lnTo>
                    <a:pt x="4448979" y="1548610"/>
                  </a:lnTo>
                  <a:lnTo>
                    <a:pt x="4414340" y="1550433"/>
                  </a:lnTo>
                  <a:lnTo>
                    <a:pt x="4395129" y="1551342"/>
                  </a:lnTo>
                  <a:lnTo>
                    <a:pt x="4387802" y="1551655"/>
                  </a:lnTo>
                  <a:lnTo>
                    <a:pt x="4386855" y="1551692"/>
                  </a:lnTo>
                  <a:lnTo>
                    <a:pt x="3848118" y="1551692"/>
                  </a:lnTo>
                  <a:lnTo>
                    <a:pt x="3846860" y="1551642"/>
                  </a:lnTo>
                  <a:lnTo>
                    <a:pt x="3838641" y="1551285"/>
                  </a:lnTo>
                  <a:lnTo>
                    <a:pt x="3818129" y="1550299"/>
                  </a:lnTo>
                  <a:lnTo>
                    <a:pt x="3781979" y="1548363"/>
                  </a:lnTo>
                  <a:lnTo>
                    <a:pt x="3729152" y="1545198"/>
                  </a:lnTo>
                  <a:lnTo>
                    <a:pt x="3660948" y="1540597"/>
                  </a:lnTo>
                  <a:lnTo>
                    <a:pt x="3580568" y="1534446"/>
                  </a:lnTo>
                  <a:lnTo>
                    <a:pt x="3492300" y="1526714"/>
                  </a:lnTo>
                  <a:lnTo>
                    <a:pt x="3400598" y="1517426"/>
                  </a:lnTo>
                  <a:lnTo>
                    <a:pt x="3309345" y="1506619"/>
                  </a:lnTo>
                  <a:lnTo>
                    <a:pt x="3221446" y="1494306"/>
                  </a:lnTo>
                  <a:lnTo>
                    <a:pt x="3138732" y="1480454"/>
                  </a:lnTo>
                  <a:lnTo>
                    <a:pt x="3062085" y="1464964"/>
                  </a:lnTo>
                  <a:lnTo>
                    <a:pt x="2991648" y="1447667"/>
                  </a:lnTo>
                  <a:lnTo>
                    <a:pt x="2927053" y="1428326"/>
                  </a:lnTo>
                  <a:lnTo>
                    <a:pt x="2867610" y="1406646"/>
                  </a:lnTo>
                  <a:lnTo>
                    <a:pt x="2812453" y="1382285"/>
                  </a:lnTo>
                  <a:lnTo>
                    <a:pt x="2760652" y="1354889"/>
                  </a:lnTo>
                  <a:lnTo>
                    <a:pt x="2711292" y="1324145"/>
                  </a:lnTo>
                  <a:lnTo>
                    <a:pt x="2667772" y="1293076"/>
                  </a:lnTo>
                  <a:lnTo>
                    <a:pt x="2624311" y="1258414"/>
                  </a:lnTo>
                  <a:lnTo>
                    <a:pt x="2581273" y="1220635"/>
                  </a:lnTo>
                  <a:lnTo>
                    <a:pt x="2538297" y="1179685"/>
                  </a:lnTo>
                  <a:lnTo>
                    <a:pt x="2495117" y="1135585"/>
                  </a:lnTo>
                  <a:lnTo>
                    <a:pt x="2451556" y="1088451"/>
                  </a:lnTo>
                  <a:lnTo>
                    <a:pt x="2407516" y="1038492"/>
                  </a:lnTo>
                  <a:lnTo>
                    <a:pt x="2362967" y="986017"/>
                  </a:lnTo>
                  <a:lnTo>
                    <a:pt x="2317943" y="931432"/>
                  </a:lnTo>
                  <a:lnTo>
                    <a:pt x="2272528" y="875225"/>
                  </a:lnTo>
                  <a:lnTo>
                    <a:pt x="2226844" y="817956"/>
                  </a:lnTo>
                  <a:lnTo>
                    <a:pt x="2181043" y="760230"/>
                  </a:lnTo>
                  <a:lnTo>
                    <a:pt x="2135285" y="702675"/>
                  </a:lnTo>
                  <a:lnTo>
                    <a:pt x="2089729" y="645907"/>
                  </a:lnTo>
                  <a:lnTo>
                    <a:pt x="2044512" y="590511"/>
                  </a:lnTo>
                  <a:lnTo>
                    <a:pt x="1999738" y="537011"/>
                  </a:lnTo>
                  <a:lnTo>
                    <a:pt x="1955464" y="485853"/>
                  </a:lnTo>
                  <a:lnTo>
                    <a:pt x="1911691" y="437389"/>
                  </a:lnTo>
                  <a:lnTo>
                    <a:pt x="1868353" y="391876"/>
                  </a:lnTo>
                  <a:lnTo>
                    <a:pt x="1825310" y="349471"/>
                  </a:lnTo>
                  <a:lnTo>
                    <a:pt x="1782340" y="310238"/>
                  </a:lnTo>
                  <a:lnTo>
                    <a:pt x="1739125" y="274156"/>
                  </a:lnTo>
                  <a:lnTo>
                    <a:pt x="1719082" y="258615"/>
                  </a:lnTo>
                  <a:lnTo>
                    <a:pt x="1671235" y="224661"/>
                  </a:lnTo>
                  <a:lnTo>
                    <a:pt x="1621693" y="194226"/>
                  </a:lnTo>
                  <a:lnTo>
                    <a:pt x="1569630" y="167114"/>
                  </a:lnTo>
                  <a:lnTo>
                    <a:pt x="1514129" y="143007"/>
                  </a:lnTo>
                  <a:lnTo>
                    <a:pt x="1454259" y="121549"/>
                  </a:lnTo>
                  <a:lnTo>
                    <a:pt x="1389167" y="102402"/>
                  </a:lnTo>
                  <a:lnTo>
                    <a:pt x="1318185" y="85275"/>
                  </a:lnTo>
                  <a:lnTo>
                    <a:pt x="1240982" y="69936"/>
                  </a:lnTo>
                  <a:lnTo>
                    <a:pt x="1157757" y="56225"/>
                  </a:lnTo>
                  <a:lnTo>
                    <a:pt x="1069468" y="44047"/>
                  </a:lnTo>
                  <a:lnTo>
                    <a:pt x="978042" y="33374"/>
                  </a:lnTo>
                  <a:lnTo>
                    <a:pt x="886476" y="24223"/>
                  </a:lnTo>
                  <a:lnTo>
                    <a:pt x="798727" y="16632"/>
                  </a:lnTo>
                  <a:lnTo>
                    <a:pt x="719269" y="10622"/>
                  </a:lnTo>
                  <a:lnTo>
                    <a:pt x="652329" y="6155"/>
                  </a:lnTo>
                  <a:lnTo>
                    <a:pt x="600970" y="3109"/>
                  </a:lnTo>
                  <a:lnTo>
                    <a:pt x="566293" y="1270"/>
                  </a:lnTo>
                  <a:lnTo>
                    <a:pt x="547046" y="354"/>
                  </a:lnTo>
                  <a:lnTo>
                    <a:pt x="539692" y="3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1" name="pg1181"/>
            <p:cNvSpPr/>
            <p:nvPr/>
          </p:nvSpPr>
          <p:spPr>
            <a:xfrm>
              <a:off x="546595" y="4496296"/>
              <a:ext cx="8234974" cy="1693250"/>
            </a:xfrm>
            <a:custGeom>
              <a:avLst/>
              <a:pathLst>
                <a:path w="8234974" h="1693250">
                  <a:moveTo>
                    <a:pt x="0" y="5444"/>
                  </a:moveTo>
                  <a:lnTo>
                    <a:pt x="538736" y="5444"/>
                  </a:lnTo>
                  <a:lnTo>
                    <a:pt x="539994" y="5494"/>
                  </a:lnTo>
                  <a:lnTo>
                    <a:pt x="548207" y="5855"/>
                  </a:lnTo>
                  <a:lnTo>
                    <a:pt x="568705" y="6850"/>
                  </a:lnTo>
                  <a:lnTo>
                    <a:pt x="604832" y="8805"/>
                  </a:lnTo>
                  <a:lnTo>
                    <a:pt x="657628" y="12001"/>
                  </a:lnTo>
                  <a:lnTo>
                    <a:pt x="725798" y="16648"/>
                  </a:lnTo>
                  <a:lnTo>
                    <a:pt x="806143" y="22860"/>
                  </a:lnTo>
                  <a:lnTo>
                    <a:pt x="894379" y="30668"/>
                  </a:lnTo>
                  <a:lnTo>
                    <a:pt x="986056" y="40048"/>
                  </a:lnTo>
                  <a:lnTo>
                    <a:pt x="1077291" y="50963"/>
                  </a:lnTo>
                  <a:lnTo>
                    <a:pt x="1165181" y="63398"/>
                  </a:lnTo>
                  <a:lnTo>
                    <a:pt x="1247891" y="77388"/>
                  </a:lnTo>
                  <a:lnTo>
                    <a:pt x="1324538" y="93033"/>
                  </a:lnTo>
                  <a:lnTo>
                    <a:pt x="1394978" y="110501"/>
                  </a:lnTo>
                  <a:lnTo>
                    <a:pt x="1459577" y="130033"/>
                  </a:lnTo>
                  <a:lnTo>
                    <a:pt x="1519023" y="151927"/>
                  </a:lnTo>
                  <a:lnTo>
                    <a:pt x="1574182" y="176527"/>
                  </a:lnTo>
                  <a:lnTo>
                    <a:pt x="1625983" y="204191"/>
                  </a:lnTo>
                  <a:lnTo>
                    <a:pt x="1675340" y="235235"/>
                  </a:lnTo>
                  <a:lnTo>
                    <a:pt x="1719082" y="266782"/>
                  </a:lnTo>
                  <a:lnTo>
                    <a:pt x="1762421" y="301705"/>
                  </a:lnTo>
                  <a:lnTo>
                    <a:pt x="1805336" y="339758"/>
                  </a:lnTo>
                  <a:lnTo>
                    <a:pt x="1848189" y="380999"/>
                  </a:lnTo>
                  <a:lnTo>
                    <a:pt x="1891243" y="425404"/>
                  </a:lnTo>
                  <a:lnTo>
                    <a:pt x="1934674" y="472861"/>
                  </a:lnTo>
                  <a:lnTo>
                    <a:pt x="1978581" y="523159"/>
                  </a:lnTo>
                  <a:lnTo>
                    <a:pt x="2022992" y="575991"/>
                  </a:lnTo>
                  <a:lnTo>
                    <a:pt x="2067879" y="630954"/>
                  </a:lnTo>
                  <a:lnTo>
                    <a:pt x="2113157" y="687557"/>
                  </a:lnTo>
                  <a:lnTo>
                    <a:pt x="2158705" y="745243"/>
                  </a:lnTo>
                  <a:lnTo>
                    <a:pt x="2204374" y="803405"/>
                  </a:lnTo>
                  <a:lnTo>
                    <a:pt x="2250005" y="861416"/>
                  </a:lnTo>
                  <a:lnTo>
                    <a:pt x="2295441" y="918657"/>
                  </a:lnTo>
                  <a:lnTo>
                    <a:pt x="2340544" y="974539"/>
                  </a:lnTo>
                  <a:lnTo>
                    <a:pt x="2385210" y="1028537"/>
                  </a:lnTo>
                  <a:lnTo>
                    <a:pt x="2429380" y="1080199"/>
                  </a:lnTo>
                  <a:lnTo>
                    <a:pt x="2473051" y="1129168"/>
                  </a:lnTo>
                  <a:lnTo>
                    <a:pt x="2516284" y="1175182"/>
                  </a:lnTo>
                  <a:lnTo>
                    <a:pt x="2559215" y="1218079"/>
                  </a:lnTo>
                  <a:lnTo>
                    <a:pt x="2602060" y="1257790"/>
                  </a:lnTo>
                  <a:lnTo>
                    <a:pt x="2645126" y="1294331"/>
                  </a:lnTo>
                  <a:lnTo>
                    <a:pt x="2667772" y="1312132"/>
                  </a:lnTo>
                  <a:lnTo>
                    <a:pt x="2715607" y="1346435"/>
                  </a:lnTo>
                  <a:lnTo>
                    <a:pt x="2765137" y="1377185"/>
                  </a:lnTo>
                  <a:lnTo>
                    <a:pt x="2817186" y="1404577"/>
                  </a:lnTo>
                  <a:lnTo>
                    <a:pt x="2872670" y="1428935"/>
                  </a:lnTo>
                  <a:lnTo>
                    <a:pt x="2932520" y="1450616"/>
                  </a:lnTo>
                  <a:lnTo>
                    <a:pt x="2997589" y="1469963"/>
                  </a:lnTo>
                  <a:lnTo>
                    <a:pt x="3068544" y="1487269"/>
                  </a:lnTo>
                  <a:lnTo>
                    <a:pt x="3145717" y="1502769"/>
                  </a:lnTo>
                  <a:lnTo>
                    <a:pt x="3228910" y="1516624"/>
                  </a:lnTo>
                  <a:lnTo>
                    <a:pt x="3317168" y="1528931"/>
                  </a:lnTo>
                  <a:lnTo>
                    <a:pt x="3408568" y="1539717"/>
                  </a:lnTo>
                  <a:lnTo>
                    <a:pt x="3500116" y="1548967"/>
                  </a:lnTo>
                  <a:lnTo>
                    <a:pt x="3587862" y="1556640"/>
                  </a:lnTo>
                  <a:lnTo>
                    <a:pt x="3667335" y="1562718"/>
                  </a:lnTo>
                  <a:lnTo>
                    <a:pt x="3734309" y="1567236"/>
                  </a:lnTo>
                  <a:lnTo>
                    <a:pt x="3785718" y="1570318"/>
                  </a:lnTo>
                  <a:lnTo>
                    <a:pt x="3820452" y="1572180"/>
                  </a:lnTo>
                  <a:lnTo>
                    <a:pt x="3839754" y="1573110"/>
                  </a:lnTo>
                  <a:lnTo>
                    <a:pt x="3847148" y="1573431"/>
                  </a:lnTo>
                  <a:lnTo>
                    <a:pt x="3848118" y="1573470"/>
                  </a:lnTo>
                  <a:lnTo>
                    <a:pt x="4386855" y="1573470"/>
                  </a:lnTo>
                  <a:lnTo>
                    <a:pt x="4388158" y="1573474"/>
                  </a:lnTo>
                  <a:lnTo>
                    <a:pt x="4396655" y="1573502"/>
                  </a:lnTo>
                  <a:lnTo>
                    <a:pt x="4417837" y="1573581"/>
                  </a:lnTo>
                  <a:lnTo>
                    <a:pt x="4455099" y="1573736"/>
                  </a:lnTo>
                  <a:lnTo>
                    <a:pt x="4509417" y="1573989"/>
                  </a:lnTo>
                  <a:lnTo>
                    <a:pt x="4579326" y="1574356"/>
                  </a:lnTo>
                  <a:lnTo>
                    <a:pt x="4661411" y="1574846"/>
                  </a:lnTo>
                  <a:lnTo>
                    <a:pt x="4751191" y="1575460"/>
                  </a:lnTo>
                  <a:lnTo>
                    <a:pt x="4844080" y="1576197"/>
                  </a:lnTo>
                  <a:lnTo>
                    <a:pt x="4936147" y="1577055"/>
                  </a:lnTo>
                  <a:lnTo>
                    <a:pt x="5024508" y="1578031"/>
                  </a:lnTo>
                  <a:lnTo>
                    <a:pt x="5107397" y="1579129"/>
                  </a:lnTo>
                  <a:lnTo>
                    <a:pt x="5184016" y="1580359"/>
                  </a:lnTo>
                  <a:lnTo>
                    <a:pt x="5254308" y="1581733"/>
                  </a:lnTo>
                  <a:lnTo>
                    <a:pt x="5318720" y="1583273"/>
                  </a:lnTo>
                  <a:lnTo>
                    <a:pt x="5378005" y="1585002"/>
                  </a:lnTo>
                  <a:lnTo>
                    <a:pt x="5433078" y="1586949"/>
                  </a:lnTo>
                  <a:lnTo>
                    <a:pt x="5484907" y="1589140"/>
                  </a:lnTo>
                  <a:lnTo>
                    <a:pt x="5534425" y="1591600"/>
                  </a:lnTo>
                  <a:lnTo>
                    <a:pt x="5567201" y="1593433"/>
                  </a:lnTo>
                  <a:lnTo>
                    <a:pt x="5619904" y="1596713"/>
                  </a:lnTo>
                  <a:lnTo>
                    <a:pt x="5672102" y="1600349"/>
                  </a:lnTo>
                  <a:lnTo>
                    <a:pt x="5724390" y="1604346"/>
                  </a:lnTo>
                  <a:lnTo>
                    <a:pt x="5777154" y="1608694"/>
                  </a:lnTo>
                  <a:lnTo>
                    <a:pt x="5830607" y="1613367"/>
                  </a:lnTo>
                  <a:lnTo>
                    <a:pt x="5884805" y="1618323"/>
                  </a:lnTo>
                  <a:lnTo>
                    <a:pt x="5939673" y="1623504"/>
                  </a:lnTo>
                  <a:lnTo>
                    <a:pt x="5995031" y="1628838"/>
                  </a:lnTo>
                  <a:lnTo>
                    <a:pt x="6050629" y="1634244"/>
                  </a:lnTo>
                  <a:lnTo>
                    <a:pt x="6106179" y="1639636"/>
                  </a:lnTo>
                  <a:lnTo>
                    <a:pt x="6161402" y="1644928"/>
                  </a:lnTo>
                  <a:lnTo>
                    <a:pt x="6216066" y="1650043"/>
                  </a:lnTo>
                  <a:lnTo>
                    <a:pt x="6270023" y="1654912"/>
                  </a:lnTo>
                  <a:lnTo>
                    <a:pt x="6323238" y="1659483"/>
                  </a:lnTo>
                  <a:lnTo>
                    <a:pt x="6375815" y="1663718"/>
                  </a:lnTo>
                  <a:lnTo>
                    <a:pt x="6428022" y="1667597"/>
                  </a:lnTo>
                  <a:lnTo>
                    <a:pt x="6480309" y="1671116"/>
                  </a:lnTo>
                  <a:lnTo>
                    <a:pt x="6515891" y="1673286"/>
                  </a:lnTo>
                  <a:lnTo>
                    <a:pt x="6564307" y="1675936"/>
                  </a:lnTo>
                  <a:lnTo>
                    <a:pt x="6614469" y="1678309"/>
                  </a:lnTo>
                  <a:lnTo>
                    <a:pt x="6667231" y="1680419"/>
                  </a:lnTo>
                  <a:lnTo>
                    <a:pt x="6723547" y="1682292"/>
                  </a:lnTo>
                  <a:lnTo>
                    <a:pt x="6784377" y="1683958"/>
                  </a:lnTo>
                  <a:lnTo>
                    <a:pt x="6850599" y="1685443"/>
                  </a:lnTo>
                  <a:lnTo>
                    <a:pt x="6922886" y="1686769"/>
                  </a:lnTo>
                  <a:lnTo>
                    <a:pt x="7001547" y="1687955"/>
                  </a:lnTo>
                  <a:lnTo>
                    <a:pt x="7086315" y="1689014"/>
                  </a:lnTo>
                  <a:lnTo>
                    <a:pt x="7176105" y="1689952"/>
                  </a:lnTo>
                  <a:lnTo>
                    <a:pt x="7268803" y="1690771"/>
                  </a:lnTo>
                  <a:lnTo>
                    <a:pt x="7361168" y="1691469"/>
                  </a:lnTo>
                  <a:lnTo>
                    <a:pt x="7448999" y="1692044"/>
                  </a:lnTo>
                  <a:lnTo>
                    <a:pt x="7527646" y="1692494"/>
                  </a:lnTo>
                  <a:lnTo>
                    <a:pt x="7592861" y="1692823"/>
                  </a:lnTo>
                  <a:lnTo>
                    <a:pt x="7641771" y="1693043"/>
                  </a:lnTo>
                  <a:lnTo>
                    <a:pt x="7673664" y="1693171"/>
                  </a:lnTo>
                  <a:lnTo>
                    <a:pt x="7690311" y="1693230"/>
                  </a:lnTo>
                  <a:lnTo>
                    <a:pt x="7695819" y="1693248"/>
                  </a:lnTo>
                  <a:lnTo>
                    <a:pt x="7696237" y="1693250"/>
                  </a:lnTo>
                  <a:lnTo>
                    <a:pt x="8234974" y="1693250"/>
                  </a:lnTo>
                  <a:lnTo>
                    <a:pt x="8234974" y="1687805"/>
                  </a:lnTo>
                  <a:lnTo>
                    <a:pt x="7696237" y="1687805"/>
                  </a:lnTo>
                  <a:lnTo>
                    <a:pt x="7694935" y="1687801"/>
                  </a:lnTo>
                  <a:lnTo>
                    <a:pt x="7686437" y="1687773"/>
                  </a:lnTo>
                  <a:lnTo>
                    <a:pt x="7665256" y="1687694"/>
                  </a:lnTo>
                  <a:lnTo>
                    <a:pt x="7627993" y="1687539"/>
                  </a:lnTo>
                  <a:lnTo>
                    <a:pt x="7573676" y="1687286"/>
                  </a:lnTo>
                  <a:lnTo>
                    <a:pt x="7503767" y="1686919"/>
                  </a:lnTo>
                  <a:lnTo>
                    <a:pt x="7421681" y="1686429"/>
                  </a:lnTo>
                  <a:lnTo>
                    <a:pt x="7331901" y="1685815"/>
                  </a:lnTo>
                  <a:lnTo>
                    <a:pt x="7239012" y="1685078"/>
                  </a:lnTo>
                  <a:lnTo>
                    <a:pt x="7146945" y="1684220"/>
                  </a:lnTo>
                  <a:lnTo>
                    <a:pt x="7058584" y="1683244"/>
                  </a:lnTo>
                  <a:lnTo>
                    <a:pt x="6975696" y="1682146"/>
                  </a:lnTo>
                  <a:lnTo>
                    <a:pt x="6899077" y="1680916"/>
                  </a:lnTo>
                  <a:lnTo>
                    <a:pt x="6828784" y="1679542"/>
                  </a:lnTo>
                  <a:lnTo>
                    <a:pt x="6764373" y="1678002"/>
                  </a:lnTo>
                  <a:lnTo>
                    <a:pt x="6705088" y="1676273"/>
                  </a:lnTo>
                  <a:lnTo>
                    <a:pt x="6650015" y="1674326"/>
                  </a:lnTo>
                  <a:lnTo>
                    <a:pt x="6598185" y="1672135"/>
                  </a:lnTo>
                  <a:lnTo>
                    <a:pt x="6548668" y="1669675"/>
                  </a:lnTo>
                  <a:lnTo>
                    <a:pt x="6515891" y="1667842"/>
                  </a:lnTo>
                  <a:lnTo>
                    <a:pt x="6463189" y="1664562"/>
                  </a:lnTo>
                  <a:lnTo>
                    <a:pt x="6410990" y="1660926"/>
                  </a:lnTo>
                  <a:lnTo>
                    <a:pt x="6358703" y="1656929"/>
                  </a:lnTo>
                  <a:lnTo>
                    <a:pt x="6305938" y="1652581"/>
                  </a:lnTo>
                  <a:lnTo>
                    <a:pt x="6252486" y="1647908"/>
                  </a:lnTo>
                  <a:lnTo>
                    <a:pt x="6198288" y="1642952"/>
                  </a:lnTo>
                  <a:lnTo>
                    <a:pt x="6143420" y="1637771"/>
                  </a:lnTo>
                  <a:lnTo>
                    <a:pt x="6088061" y="1632437"/>
                  </a:lnTo>
                  <a:lnTo>
                    <a:pt x="6032464" y="1627031"/>
                  </a:lnTo>
                  <a:lnTo>
                    <a:pt x="5976914" y="1621639"/>
                  </a:lnTo>
                  <a:lnTo>
                    <a:pt x="5921691" y="1616347"/>
                  </a:lnTo>
                  <a:lnTo>
                    <a:pt x="5867026" y="1611232"/>
                  </a:lnTo>
                  <a:lnTo>
                    <a:pt x="5813069" y="1606363"/>
                  </a:lnTo>
                  <a:lnTo>
                    <a:pt x="5759855" y="1601792"/>
                  </a:lnTo>
                  <a:lnTo>
                    <a:pt x="5707277" y="1597557"/>
                  </a:lnTo>
                  <a:lnTo>
                    <a:pt x="5655071" y="1593678"/>
                  </a:lnTo>
                  <a:lnTo>
                    <a:pt x="5602784" y="1590159"/>
                  </a:lnTo>
                  <a:lnTo>
                    <a:pt x="5567201" y="1587989"/>
                  </a:lnTo>
                  <a:lnTo>
                    <a:pt x="5518785" y="1585339"/>
                  </a:lnTo>
                  <a:lnTo>
                    <a:pt x="5468624" y="1582966"/>
                  </a:lnTo>
                  <a:lnTo>
                    <a:pt x="5415862" y="1580856"/>
                  </a:lnTo>
                  <a:lnTo>
                    <a:pt x="5359546" y="1578983"/>
                  </a:lnTo>
                  <a:lnTo>
                    <a:pt x="5298716" y="1577317"/>
                  </a:lnTo>
                  <a:lnTo>
                    <a:pt x="5232494" y="1575832"/>
                  </a:lnTo>
                  <a:lnTo>
                    <a:pt x="5160206" y="1574506"/>
                  </a:lnTo>
                  <a:lnTo>
                    <a:pt x="5081545" y="1573320"/>
                  </a:lnTo>
                  <a:lnTo>
                    <a:pt x="4996778" y="1572261"/>
                  </a:lnTo>
                  <a:lnTo>
                    <a:pt x="4906987" y="1571323"/>
                  </a:lnTo>
                  <a:lnTo>
                    <a:pt x="4814290" y="1570504"/>
                  </a:lnTo>
                  <a:lnTo>
                    <a:pt x="4721924" y="1569805"/>
                  </a:lnTo>
                  <a:lnTo>
                    <a:pt x="4634094" y="1569231"/>
                  </a:lnTo>
                  <a:lnTo>
                    <a:pt x="4555446" y="1568781"/>
                  </a:lnTo>
                  <a:lnTo>
                    <a:pt x="4490231" y="1568452"/>
                  </a:lnTo>
                  <a:lnTo>
                    <a:pt x="4441321" y="1568232"/>
                  </a:lnTo>
                  <a:lnTo>
                    <a:pt x="4409429" y="1568104"/>
                  </a:lnTo>
                  <a:lnTo>
                    <a:pt x="4392782" y="1568045"/>
                  </a:lnTo>
                  <a:lnTo>
                    <a:pt x="4387273" y="1568027"/>
                  </a:lnTo>
                  <a:lnTo>
                    <a:pt x="4386855" y="1568025"/>
                  </a:lnTo>
                  <a:lnTo>
                    <a:pt x="3848118" y="1568025"/>
                  </a:lnTo>
                  <a:lnTo>
                    <a:pt x="3846861" y="1567975"/>
                  </a:lnTo>
                  <a:lnTo>
                    <a:pt x="3838648" y="1567615"/>
                  </a:lnTo>
                  <a:lnTo>
                    <a:pt x="3818150" y="1566619"/>
                  </a:lnTo>
                  <a:lnTo>
                    <a:pt x="3782023" y="1564664"/>
                  </a:lnTo>
                  <a:lnTo>
                    <a:pt x="3729226" y="1561468"/>
                  </a:lnTo>
                  <a:lnTo>
                    <a:pt x="3661057" y="1556822"/>
                  </a:lnTo>
                  <a:lnTo>
                    <a:pt x="3580712" y="1550610"/>
                  </a:lnTo>
                  <a:lnTo>
                    <a:pt x="3492475" y="1542802"/>
                  </a:lnTo>
                  <a:lnTo>
                    <a:pt x="3400799" y="1533421"/>
                  </a:lnTo>
                  <a:lnTo>
                    <a:pt x="3309563" y="1522506"/>
                  </a:lnTo>
                  <a:lnTo>
                    <a:pt x="3221674" y="1510071"/>
                  </a:lnTo>
                  <a:lnTo>
                    <a:pt x="3138964" y="1496081"/>
                  </a:lnTo>
                  <a:lnTo>
                    <a:pt x="3062317" y="1480437"/>
                  </a:lnTo>
                  <a:lnTo>
                    <a:pt x="2991877" y="1462968"/>
                  </a:lnTo>
                  <a:lnTo>
                    <a:pt x="2927278" y="1443437"/>
                  </a:lnTo>
                  <a:lnTo>
                    <a:pt x="2867831" y="1421543"/>
                  </a:lnTo>
                  <a:lnTo>
                    <a:pt x="2812673" y="1396943"/>
                  </a:lnTo>
                  <a:lnTo>
                    <a:pt x="2760872" y="1369279"/>
                  </a:lnTo>
                  <a:lnTo>
                    <a:pt x="2711515" y="1338234"/>
                  </a:lnTo>
                  <a:lnTo>
                    <a:pt x="2667772" y="1306688"/>
                  </a:lnTo>
                  <a:lnTo>
                    <a:pt x="2624434" y="1271765"/>
                  </a:lnTo>
                  <a:lnTo>
                    <a:pt x="2581519" y="1233711"/>
                  </a:lnTo>
                  <a:lnTo>
                    <a:pt x="2538665" y="1192470"/>
                  </a:lnTo>
                  <a:lnTo>
                    <a:pt x="2495611" y="1148065"/>
                  </a:lnTo>
                  <a:lnTo>
                    <a:pt x="2452180" y="1100609"/>
                  </a:lnTo>
                  <a:lnTo>
                    <a:pt x="2408274" y="1050310"/>
                  </a:lnTo>
                  <a:lnTo>
                    <a:pt x="2363862" y="997478"/>
                  </a:lnTo>
                  <a:lnTo>
                    <a:pt x="2318976" y="942516"/>
                  </a:lnTo>
                  <a:lnTo>
                    <a:pt x="2273698" y="885912"/>
                  </a:lnTo>
                  <a:lnTo>
                    <a:pt x="2228150" y="828227"/>
                  </a:lnTo>
                  <a:lnTo>
                    <a:pt x="2182481" y="770064"/>
                  </a:lnTo>
                  <a:lnTo>
                    <a:pt x="2136850" y="712053"/>
                  </a:lnTo>
                  <a:lnTo>
                    <a:pt x="2091414" y="654813"/>
                  </a:lnTo>
                  <a:lnTo>
                    <a:pt x="2046311" y="598930"/>
                  </a:lnTo>
                  <a:lnTo>
                    <a:pt x="2001644" y="544932"/>
                  </a:lnTo>
                  <a:lnTo>
                    <a:pt x="1957474" y="493270"/>
                  </a:lnTo>
                  <a:lnTo>
                    <a:pt x="1913804" y="444301"/>
                  </a:lnTo>
                  <a:lnTo>
                    <a:pt x="1870570" y="398287"/>
                  </a:lnTo>
                  <a:lnTo>
                    <a:pt x="1827640" y="355391"/>
                  </a:lnTo>
                  <a:lnTo>
                    <a:pt x="1784795" y="315680"/>
                  </a:lnTo>
                  <a:lnTo>
                    <a:pt x="1741729" y="279138"/>
                  </a:lnTo>
                  <a:lnTo>
                    <a:pt x="1719082" y="261337"/>
                  </a:lnTo>
                  <a:lnTo>
                    <a:pt x="1671247" y="227034"/>
                  </a:lnTo>
                  <a:lnTo>
                    <a:pt x="1621717" y="196284"/>
                  </a:lnTo>
                  <a:lnTo>
                    <a:pt x="1569669" y="168892"/>
                  </a:lnTo>
                  <a:lnTo>
                    <a:pt x="1514184" y="144535"/>
                  </a:lnTo>
                  <a:lnTo>
                    <a:pt x="1454334" y="122853"/>
                  </a:lnTo>
                  <a:lnTo>
                    <a:pt x="1389266" y="103506"/>
                  </a:lnTo>
                  <a:lnTo>
                    <a:pt x="1318311" y="86200"/>
                  </a:lnTo>
                  <a:lnTo>
                    <a:pt x="1241137" y="70701"/>
                  </a:lnTo>
                  <a:lnTo>
                    <a:pt x="1157944" y="56845"/>
                  </a:lnTo>
                  <a:lnTo>
                    <a:pt x="1069687" y="44539"/>
                  </a:lnTo>
                  <a:lnTo>
                    <a:pt x="978287" y="33752"/>
                  </a:lnTo>
                  <a:lnTo>
                    <a:pt x="886739" y="24503"/>
                  </a:lnTo>
                  <a:lnTo>
                    <a:pt x="798993" y="16829"/>
                  </a:lnTo>
                  <a:lnTo>
                    <a:pt x="719519" y="10752"/>
                  </a:lnTo>
                  <a:lnTo>
                    <a:pt x="652546" y="6233"/>
                  </a:lnTo>
                  <a:lnTo>
                    <a:pt x="601137" y="3151"/>
                  </a:lnTo>
                  <a:lnTo>
                    <a:pt x="566403" y="1289"/>
                  </a:lnTo>
                  <a:lnTo>
                    <a:pt x="547101" y="360"/>
                  </a:lnTo>
                  <a:lnTo>
                    <a:pt x="539707" y="3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82" name="pl1182"/>
            <p:cNvSpPr/>
            <p:nvPr/>
          </p:nvSpPr>
          <p:spPr>
            <a:xfrm>
              <a:off x="546595" y="4501741"/>
              <a:ext cx="8234974" cy="1687805"/>
            </a:xfrm>
            <a:custGeom>
              <a:avLst/>
              <a:pathLst>
                <a:path w="8234974" h="1687805">
                  <a:moveTo>
                    <a:pt x="0" y="0"/>
                  </a:moveTo>
                  <a:lnTo>
                    <a:pt x="538736" y="0"/>
                  </a:lnTo>
                  <a:lnTo>
                    <a:pt x="539994" y="50"/>
                  </a:lnTo>
                  <a:lnTo>
                    <a:pt x="548207" y="410"/>
                  </a:lnTo>
                  <a:lnTo>
                    <a:pt x="568705" y="1406"/>
                  </a:lnTo>
                  <a:lnTo>
                    <a:pt x="604832" y="3360"/>
                  </a:lnTo>
                  <a:lnTo>
                    <a:pt x="657628" y="6557"/>
                  </a:lnTo>
                  <a:lnTo>
                    <a:pt x="725798" y="11203"/>
                  </a:lnTo>
                  <a:lnTo>
                    <a:pt x="806143" y="17415"/>
                  </a:lnTo>
                  <a:lnTo>
                    <a:pt x="894379" y="25223"/>
                  </a:lnTo>
                  <a:lnTo>
                    <a:pt x="986056" y="34603"/>
                  </a:lnTo>
                  <a:lnTo>
                    <a:pt x="1077291" y="45519"/>
                  </a:lnTo>
                  <a:lnTo>
                    <a:pt x="1165181" y="57954"/>
                  </a:lnTo>
                  <a:lnTo>
                    <a:pt x="1247891" y="71944"/>
                  </a:lnTo>
                  <a:lnTo>
                    <a:pt x="1324538" y="87588"/>
                  </a:lnTo>
                  <a:lnTo>
                    <a:pt x="1394978" y="105057"/>
                  </a:lnTo>
                  <a:lnTo>
                    <a:pt x="1459577" y="124588"/>
                  </a:lnTo>
                  <a:lnTo>
                    <a:pt x="1519023" y="146482"/>
                  </a:lnTo>
                  <a:lnTo>
                    <a:pt x="1574182" y="171082"/>
                  </a:lnTo>
                  <a:lnTo>
                    <a:pt x="1625983" y="198746"/>
                  </a:lnTo>
                  <a:lnTo>
                    <a:pt x="1675340" y="229791"/>
                  </a:lnTo>
                  <a:lnTo>
                    <a:pt x="1719082" y="261337"/>
                  </a:lnTo>
                  <a:lnTo>
                    <a:pt x="1762421" y="296260"/>
                  </a:lnTo>
                  <a:lnTo>
                    <a:pt x="1805336" y="334314"/>
                  </a:lnTo>
                  <a:lnTo>
                    <a:pt x="1848189" y="375555"/>
                  </a:lnTo>
                  <a:lnTo>
                    <a:pt x="1891243" y="419960"/>
                  </a:lnTo>
                  <a:lnTo>
                    <a:pt x="1934674" y="467416"/>
                  </a:lnTo>
                  <a:lnTo>
                    <a:pt x="1978581" y="517714"/>
                  </a:lnTo>
                  <a:lnTo>
                    <a:pt x="2022992" y="570547"/>
                  </a:lnTo>
                  <a:lnTo>
                    <a:pt x="2067879" y="625509"/>
                  </a:lnTo>
                  <a:lnTo>
                    <a:pt x="2113157" y="682113"/>
                  </a:lnTo>
                  <a:lnTo>
                    <a:pt x="2158705" y="739798"/>
                  </a:lnTo>
                  <a:lnTo>
                    <a:pt x="2204374" y="797960"/>
                  </a:lnTo>
                  <a:lnTo>
                    <a:pt x="2250005" y="855972"/>
                  </a:lnTo>
                  <a:lnTo>
                    <a:pt x="2295441" y="913212"/>
                  </a:lnTo>
                  <a:lnTo>
                    <a:pt x="2340544" y="969095"/>
                  </a:lnTo>
                  <a:lnTo>
                    <a:pt x="2385210" y="1023092"/>
                  </a:lnTo>
                  <a:lnTo>
                    <a:pt x="2429380" y="1074755"/>
                  </a:lnTo>
                  <a:lnTo>
                    <a:pt x="2473051" y="1123724"/>
                  </a:lnTo>
                  <a:lnTo>
                    <a:pt x="2516284" y="1169737"/>
                  </a:lnTo>
                  <a:lnTo>
                    <a:pt x="2559215" y="1212634"/>
                  </a:lnTo>
                  <a:lnTo>
                    <a:pt x="2602060" y="1252345"/>
                  </a:lnTo>
                  <a:lnTo>
                    <a:pt x="2645126" y="1288887"/>
                  </a:lnTo>
                  <a:lnTo>
                    <a:pt x="2667772" y="1306688"/>
                  </a:lnTo>
                  <a:lnTo>
                    <a:pt x="2715607" y="1340991"/>
                  </a:lnTo>
                  <a:lnTo>
                    <a:pt x="2765137" y="1371741"/>
                  </a:lnTo>
                  <a:lnTo>
                    <a:pt x="2817186" y="1399133"/>
                  </a:lnTo>
                  <a:lnTo>
                    <a:pt x="2872670" y="1423490"/>
                  </a:lnTo>
                  <a:lnTo>
                    <a:pt x="2932520" y="1445172"/>
                  </a:lnTo>
                  <a:lnTo>
                    <a:pt x="2997589" y="1464518"/>
                  </a:lnTo>
                  <a:lnTo>
                    <a:pt x="3068544" y="1481825"/>
                  </a:lnTo>
                  <a:lnTo>
                    <a:pt x="3145717" y="1497324"/>
                  </a:lnTo>
                  <a:lnTo>
                    <a:pt x="3228910" y="1511180"/>
                  </a:lnTo>
                  <a:lnTo>
                    <a:pt x="3317168" y="1523486"/>
                  </a:lnTo>
                  <a:lnTo>
                    <a:pt x="3408568" y="1534273"/>
                  </a:lnTo>
                  <a:lnTo>
                    <a:pt x="3500116" y="1543522"/>
                  </a:lnTo>
                  <a:lnTo>
                    <a:pt x="3587862" y="1551196"/>
                  </a:lnTo>
                  <a:lnTo>
                    <a:pt x="3667335" y="1557273"/>
                  </a:lnTo>
                  <a:lnTo>
                    <a:pt x="3734309" y="1561792"/>
                  </a:lnTo>
                  <a:lnTo>
                    <a:pt x="3785718" y="1564874"/>
                  </a:lnTo>
                  <a:lnTo>
                    <a:pt x="3820452" y="1566736"/>
                  </a:lnTo>
                  <a:lnTo>
                    <a:pt x="3839754" y="1567665"/>
                  </a:lnTo>
                  <a:lnTo>
                    <a:pt x="3847148" y="1567987"/>
                  </a:lnTo>
                  <a:lnTo>
                    <a:pt x="3848118" y="1568025"/>
                  </a:lnTo>
                  <a:lnTo>
                    <a:pt x="4386855" y="1568025"/>
                  </a:lnTo>
                  <a:lnTo>
                    <a:pt x="4388158" y="1568029"/>
                  </a:lnTo>
                  <a:lnTo>
                    <a:pt x="4396655" y="1568058"/>
                  </a:lnTo>
                  <a:lnTo>
                    <a:pt x="4417837" y="1568137"/>
                  </a:lnTo>
                  <a:lnTo>
                    <a:pt x="4455099" y="1568291"/>
                  </a:lnTo>
                  <a:lnTo>
                    <a:pt x="4509417" y="1568544"/>
                  </a:lnTo>
                  <a:lnTo>
                    <a:pt x="4579326" y="1568911"/>
                  </a:lnTo>
                  <a:lnTo>
                    <a:pt x="4661411" y="1569401"/>
                  </a:lnTo>
                  <a:lnTo>
                    <a:pt x="4751191" y="1570016"/>
                  </a:lnTo>
                  <a:lnTo>
                    <a:pt x="4844080" y="1570753"/>
                  </a:lnTo>
                  <a:lnTo>
                    <a:pt x="4936147" y="1571610"/>
                  </a:lnTo>
                  <a:lnTo>
                    <a:pt x="5024508" y="1572586"/>
                  </a:lnTo>
                  <a:lnTo>
                    <a:pt x="5107397" y="1573685"/>
                  </a:lnTo>
                  <a:lnTo>
                    <a:pt x="5184016" y="1574914"/>
                  </a:lnTo>
                  <a:lnTo>
                    <a:pt x="5254308" y="1576289"/>
                  </a:lnTo>
                  <a:lnTo>
                    <a:pt x="5318720" y="1577829"/>
                  </a:lnTo>
                  <a:lnTo>
                    <a:pt x="5378005" y="1579558"/>
                  </a:lnTo>
                  <a:lnTo>
                    <a:pt x="5433078" y="1581504"/>
                  </a:lnTo>
                  <a:lnTo>
                    <a:pt x="5484907" y="1583696"/>
                  </a:lnTo>
                  <a:lnTo>
                    <a:pt x="5534425" y="1586156"/>
                  </a:lnTo>
                  <a:lnTo>
                    <a:pt x="5567201" y="1587989"/>
                  </a:lnTo>
                  <a:lnTo>
                    <a:pt x="5619904" y="1591269"/>
                  </a:lnTo>
                  <a:lnTo>
                    <a:pt x="5672102" y="1594905"/>
                  </a:lnTo>
                  <a:lnTo>
                    <a:pt x="5724390" y="1598902"/>
                  </a:lnTo>
                  <a:lnTo>
                    <a:pt x="5777154" y="1603250"/>
                  </a:lnTo>
                  <a:lnTo>
                    <a:pt x="5830607" y="1607923"/>
                  </a:lnTo>
                  <a:lnTo>
                    <a:pt x="5884805" y="1612878"/>
                  </a:lnTo>
                  <a:lnTo>
                    <a:pt x="5939673" y="1618059"/>
                  </a:lnTo>
                  <a:lnTo>
                    <a:pt x="5995031" y="1623393"/>
                  </a:lnTo>
                  <a:lnTo>
                    <a:pt x="6050629" y="1628799"/>
                  </a:lnTo>
                  <a:lnTo>
                    <a:pt x="6106179" y="1634191"/>
                  </a:lnTo>
                  <a:lnTo>
                    <a:pt x="6161402" y="1639484"/>
                  </a:lnTo>
                  <a:lnTo>
                    <a:pt x="6216066" y="1644598"/>
                  </a:lnTo>
                  <a:lnTo>
                    <a:pt x="6270023" y="1649467"/>
                  </a:lnTo>
                  <a:lnTo>
                    <a:pt x="6323238" y="1654038"/>
                  </a:lnTo>
                  <a:lnTo>
                    <a:pt x="6375815" y="1658273"/>
                  </a:lnTo>
                  <a:lnTo>
                    <a:pt x="6428022" y="1662153"/>
                  </a:lnTo>
                  <a:lnTo>
                    <a:pt x="6480309" y="1665672"/>
                  </a:lnTo>
                  <a:lnTo>
                    <a:pt x="6515891" y="1667842"/>
                  </a:lnTo>
                  <a:lnTo>
                    <a:pt x="6564307" y="1670492"/>
                  </a:lnTo>
                  <a:lnTo>
                    <a:pt x="6614469" y="1672864"/>
                  </a:lnTo>
                  <a:lnTo>
                    <a:pt x="6667231" y="1674974"/>
                  </a:lnTo>
                  <a:lnTo>
                    <a:pt x="6723547" y="1676848"/>
                  </a:lnTo>
                  <a:lnTo>
                    <a:pt x="6784377" y="1678514"/>
                  </a:lnTo>
                  <a:lnTo>
                    <a:pt x="6850599" y="1679998"/>
                  </a:lnTo>
                  <a:lnTo>
                    <a:pt x="6922886" y="1681325"/>
                  </a:lnTo>
                  <a:lnTo>
                    <a:pt x="7001547" y="1682511"/>
                  </a:lnTo>
                  <a:lnTo>
                    <a:pt x="7086315" y="1683570"/>
                  </a:lnTo>
                  <a:lnTo>
                    <a:pt x="7176105" y="1684507"/>
                  </a:lnTo>
                  <a:lnTo>
                    <a:pt x="7268803" y="1685327"/>
                  </a:lnTo>
                  <a:lnTo>
                    <a:pt x="7361168" y="1686025"/>
                  </a:lnTo>
                  <a:lnTo>
                    <a:pt x="7448999" y="1686600"/>
                  </a:lnTo>
                  <a:lnTo>
                    <a:pt x="7527646" y="1687050"/>
                  </a:lnTo>
                  <a:lnTo>
                    <a:pt x="7592861" y="1687379"/>
                  </a:lnTo>
                  <a:lnTo>
                    <a:pt x="7641771" y="1687598"/>
                  </a:lnTo>
                  <a:lnTo>
                    <a:pt x="7673664" y="1687726"/>
                  </a:lnTo>
                  <a:lnTo>
                    <a:pt x="7690311" y="1687786"/>
                  </a:lnTo>
                  <a:lnTo>
                    <a:pt x="7695819" y="1687804"/>
                  </a:lnTo>
                  <a:lnTo>
                    <a:pt x="7696237" y="1687805"/>
                  </a:lnTo>
                  <a:lnTo>
                    <a:pt x="8234974" y="16878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3" name="pl1183"/>
            <p:cNvSpPr/>
            <p:nvPr/>
          </p:nvSpPr>
          <p:spPr>
            <a:xfrm>
              <a:off x="546595" y="4496296"/>
              <a:ext cx="8234974" cy="1687805"/>
            </a:xfrm>
            <a:custGeom>
              <a:avLst/>
              <a:pathLst>
                <a:path w="8234974" h="1687805">
                  <a:moveTo>
                    <a:pt x="8234974" y="1687805"/>
                  </a:moveTo>
                  <a:lnTo>
                    <a:pt x="7696237" y="1687805"/>
                  </a:lnTo>
                  <a:lnTo>
                    <a:pt x="7694935" y="1687801"/>
                  </a:lnTo>
                  <a:lnTo>
                    <a:pt x="7686437" y="1687773"/>
                  </a:lnTo>
                  <a:lnTo>
                    <a:pt x="7665256" y="1687694"/>
                  </a:lnTo>
                  <a:lnTo>
                    <a:pt x="7627993" y="1687539"/>
                  </a:lnTo>
                  <a:lnTo>
                    <a:pt x="7573676" y="1687286"/>
                  </a:lnTo>
                  <a:lnTo>
                    <a:pt x="7503767" y="1686919"/>
                  </a:lnTo>
                  <a:lnTo>
                    <a:pt x="7421681" y="1686429"/>
                  </a:lnTo>
                  <a:lnTo>
                    <a:pt x="7331901" y="1685815"/>
                  </a:lnTo>
                  <a:lnTo>
                    <a:pt x="7239012" y="1685078"/>
                  </a:lnTo>
                  <a:lnTo>
                    <a:pt x="7146945" y="1684220"/>
                  </a:lnTo>
                  <a:lnTo>
                    <a:pt x="7058584" y="1683244"/>
                  </a:lnTo>
                  <a:lnTo>
                    <a:pt x="6975696" y="1682146"/>
                  </a:lnTo>
                  <a:lnTo>
                    <a:pt x="6899077" y="1680916"/>
                  </a:lnTo>
                  <a:lnTo>
                    <a:pt x="6828784" y="1679542"/>
                  </a:lnTo>
                  <a:lnTo>
                    <a:pt x="6764373" y="1678002"/>
                  </a:lnTo>
                  <a:lnTo>
                    <a:pt x="6705088" y="1676273"/>
                  </a:lnTo>
                  <a:lnTo>
                    <a:pt x="6650015" y="1674326"/>
                  </a:lnTo>
                  <a:lnTo>
                    <a:pt x="6598185" y="1672135"/>
                  </a:lnTo>
                  <a:lnTo>
                    <a:pt x="6548668" y="1669675"/>
                  </a:lnTo>
                  <a:lnTo>
                    <a:pt x="6515891" y="1667842"/>
                  </a:lnTo>
                  <a:lnTo>
                    <a:pt x="6463189" y="1664562"/>
                  </a:lnTo>
                  <a:lnTo>
                    <a:pt x="6410990" y="1660926"/>
                  </a:lnTo>
                  <a:lnTo>
                    <a:pt x="6358703" y="1656929"/>
                  </a:lnTo>
                  <a:lnTo>
                    <a:pt x="6305938" y="1652581"/>
                  </a:lnTo>
                  <a:lnTo>
                    <a:pt x="6252486" y="1647908"/>
                  </a:lnTo>
                  <a:lnTo>
                    <a:pt x="6198288" y="1642952"/>
                  </a:lnTo>
                  <a:lnTo>
                    <a:pt x="6143420" y="1637771"/>
                  </a:lnTo>
                  <a:lnTo>
                    <a:pt x="6088061" y="1632437"/>
                  </a:lnTo>
                  <a:lnTo>
                    <a:pt x="6032464" y="1627031"/>
                  </a:lnTo>
                  <a:lnTo>
                    <a:pt x="5976914" y="1621639"/>
                  </a:lnTo>
                  <a:lnTo>
                    <a:pt x="5921691" y="1616347"/>
                  </a:lnTo>
                  <a:lnTo>
                    <a:pt x="5867026" y="1611232"/>
                  </a:lnTo>
                  <a:lnTo>
                    <a:pt x="5813069" y="1606363"/>
                  </a:lnTo>
                  <a:lnTo>
                    <a:pt x="5759855" y="1601792"/>
                  </a:lnTo>
                  <a:lnTo>
                    <a:pt x="5707277" y="1597557"/>
                  </a:lnTo>
                  <a:lnTo>
                    <a:pt x="5655071" y="1593678"/>
                  </a:lnTo>
                  <a:lnTo>
                    <a:pt x="5602784" y="1590159"/>
                  </a:lnTo>
                  <a:lnTo>
                    <a:pt x="5567201" y="1587989"/>
                  </a:lnTo>
                  <a:lnTo>
                    <a:pt x="5518785" y="1585339"/>
                  </a:lnTo>
                  <a:lnTo>
                    <a:pt x="5468624" y="1582966"/>
                  </a:lnTo>
                  <a:lnTo>
                    <a:pt x="5415862" y="1580856"/>
                  </a:lnTo>
                  <a:lnTo>
                    <a:pt x="5359546" y="1578983"/>
                  </a:lnTo>
                  <a:lnTo>
                    <a:pt x="5298716" y="1577317"/>
                  </a:lnTo>
                  <a:lnTo>
                    <a:pt x="5232494" y="1575832"/>
                  </a:lnTo>
                  <a:lnTo>
                    <a:pt x="5160206" y="1574506"/>
                  </a:lnTo>
                  <a:lnTo>
                    <a:pt x="5081545" y="1573320"/>
                  </a:lnTo>
                  <a:lnTo>
                    <a:pt x="4996778" y="1572261"/>
                  </a:lnTo>
                  <a:lnTo>
                    <a:pt x="4906987" y="1571323"/>
                  </a:lnTo>
                  <a:lnTo>
                    <a:pt x="4814290" y="1570504"/>
                  </a:lnTo>
                  <a:lnTo>
                    <a:pt x="4721924" y="1569805"/>
                  </a:lnTo>
                  <a:lnTo>
                    <a:pt x="4634094" y="1569231"/>
                  </a:lnTo>
                  <a:lnTo>
                    <a:pt x="4555446" y="1568781"/>
                  </a:lnTo>
                  <a:lnTo>
                    <a:pt x="4490231" y="1568452"/>
                  </a:lnTo>
                  <a:lnTo>
                    <a:pt x="4441321" y="1568232"/>
                  </a:lnTo>
                  <a:lnTo>
                    <a:pt x="4409429" y="1568104"/>
                  </a:lnTo>
                  <a:lnTo>
                    <a:pt x="4392782" y="1568045"/>
                  </a:lnTo>
                  <a:lnTo>
                    <a:pt x="4387273" y="1568027"/>
                  </a:lnTo>
                  <a:lnTo>
                    <a:pt x="4386855" y="1568025"/>
                  </a:lnTo>
                  <a:lnTo>
                    <a:pt x="3848118" y="1568025"/>
                  </a:lnTo>
                  <a:lnTo>
                    <a:pt x="3846861" y="1567975"/>
                  </a:lnTo>
                  <a:lnTo>
                    <a:pt x="3838648" y="1567615"/>
                  </a:lnTo>
                  <a:lnTo>
                    <a:pt x="3818150" y="1566619"/>
                  </a:lnTo>
                  <a:lnTo>
                    <a:pt x="3782023" y="1564664"/>
                  </a:lnTo>
                  <a:lnTo>
                    <a:pt x="3729226" y="1561468"/>
                  </a:lnTo>
                  <a:lnTo>
                    <a:pt x="3661057" y="1556822"/>
                  </a:lnTo>
                  <a:lnTo>
                    <a:pt x="3580712" y="1550610"/>
                  </a:lnTo>
                  <a:lnTo>
                    <a:pt x="3492475" y="1542802"/>
                  </a:lnTo>
                  <a:lnTo>
                    <a:pt x="3400799" y="1533421"/>
                  </a:lnTo>
                  <a:lnTo>
                    <a:pt x="3309563" y="1522506"/>
                  </a:lnTo>
                  <a:lnTo>
                    <a:pt x="3221674" y="1510071"/>
                  </a:lnTo>
                  <a:lnTo>
                    <a:pt x="3138964" y="1496081"/>
                  </a:lnTo>
                  <a:lnTo>
                    <a:pt x="3062317" y="1480437"/>
                  </a:lnTo>
                  <a:lnTo>
                    <a:pt x="2991877" y="1462968"/>
                  </a:lnTo>
                  <a:lnTo>
                    <a:pt x="2927278" y="1443437"/>
                  </a:lnTo>
                  <a:lnTo>
                    <a:pt x="2867831" y="1421543"/>
                  </a:lnTo>
                  <a:lnTo>
                    <a:pt x="2812673" y="1396943"/>
                  </a:lnTo>
                  <a:lnTo>
                    <a:pt x="2760872" y="1369279"/>
                  </a:lnTo>
                  <a:lnTo>
                    <a:pt x="2711515" y="1338234"/>
                  </a:lnTo>
                  <a:lnTo>
                    <a:pt x="2667772" y="1306688"/>
                  </a:lnTo>
                  <a:lnTo>
                    <a:pt x="2624434" y="1271765"/>
                  </a:lnTo>
                  <a:lnTo>
                    <a:pt x="2581519" y="1233711"/>
                  </a:lnTo>
                  <a:lnTo>
                    <a:pt x="2538665" y="1192470"/>
                  </a:lnTo>
                  <a:lnTo>
                    <a:pt x="2495611" y="1148065"/>
                  </a:lnTo>
                  <a:lnTo>
                    <a:pt x="2452180" y="1100609"/>
                  </a:lnTo>
                  <a:lnTo>
                    <a:pt x="2408274" y="1050310"/>
                  </a:lnTo>
                  <a:lnTo>
                    <a:pt x="2363862" y="997478"/>
                  </a:lnTo>
                  <a:lnTo>
                    <a:pt x="2318976" y="942516"/>
                  </a:lnTo>
                  <a:lnTo>
                    <a:pt x="2273698" y="885912"/>
                  </a:lnTo>
                  <a:lnTo>
                    <a:pt x="2228150" y="828227"/>
                  </a:lnTo>
                  <a:lnTo>
                    <a:pt x="2182481" y="770064"/>
                  </a:lnTo>
                  <a:lnTo>
                    <a:pt x="2136850" y="712053"/>
                  </a:lnTo>
                  <a:lnTo>
                    <a:pt x="2091414" y="654813"/>
                  </a:lnTo>
                  <a:lnTo>
                    <a:pt x="2046311" y="598930"/>
                  </a:lnTo>
                  <a:lnTo>
                    <a:pt x="2001644" y="544932"/>
                  </a:lnTo>
                  <a:lnTo>
                    <a:pt x="1957474" y="493270"/>
                  </a:lnTo>
                  <a:lnTo>
                    <a:pt x="1913804" y="444301"/>
                  </a:lnTo>
                  <a:lnTo>
                    <a:pt x="1870570" y="398287"/>
                  </a:lnTo>
                  <a:lnTo>
                    <a:pt x="1827640" y="355391"/>
                  </a:lnTo>
                  <a:lnTo>
                    <a:pt x="1784795" y="315680"/>
                  </a:lnTo>
                  <a:lnTo>
                    <a:pt x="1741729" y="279138"/>
                  </a:lnTo>
                  <a:lnTo>
                    <a:pt x="1719082" y="261337"/>
                  </a:lnTo>
                  <a:lnTo>
                    <a:pt x="1671247" y="227034"/>
                  </a:lnTo>
                  <a:lnTo>
                    <a:pt x="1621717" y="196284"/>
                  </a:lnTo>
                  <a:lnTo>
                    <a:pt x="1569669" y="168892"/>
                  </a:lnTo>
                  <a:lnTo>
                    <a:pt x="1514184" y="144535"/>
                  </a:lnTo>
                  <a:lnTo>
                    <a:pt x="1454334" y="122853"/>
                  </a:lnTo>
                  <a:lnTo>
                    <a:pt x="1389266" y="103506"/>
                  </a:lnTo>
                  <a:lnTo>
                    <a:pt x="1318311" y="86200"/>
                  </a:lnTo>
                  <a:lnTo>
                    <a:pt x="1241137" y="70701"/>
                  </a:lnTo>
                  <a:lnTo>
                    <a:pt x="1157944" y="56845"/>
                  </a:lnTo>
                  <a:lnTo>
                    <a:pt x="1069687" y="44539"/>
                  </a:lnTo>
                  <a:lnTo>
                    <a:pt x="978287" y="33752"/>
                  </a:lnTo>
                  <a:lnTo>
                    <a:pt x="886739" y="24503"/>
                  </a:lnTo>
                  <a:lnTo>
                    <a:pt x="798993" y="16829"/>
                  </a:lnTo>
                  <a:lnTo>
                    <a:pt x="719519" y="10752"/>
                  </a:lnTo>
                  <a:lnTo>
                    <a:pt x="652546" y="6233"/>
                  </a:lnTo>
                  <a:lnTo>
                    <a:pt x="601137" y="3151"/>
                  </a:lnTo>
                  <a:lnTo>
                    <a:pt x="566403" y="1289"/>
                  </a:lnTo>
                  <a:lnTo>
                    <a:pt x="547101" y="360"/>
                  </a:lnTo>
                  <a:lnTo>
                    <a:pt x="539707" y="3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4" name="pg1184"/>
            <p:cNvSpPr/>
            <p:nvPr/>
          </p:nvSpPr>
          <p:spPr>
            <a:xfrm>
              <a:off x="546595" y="4469074"/>
              <a:ext cx="8234974" cy="1257687"/>
            </a:xfrm>
            <a:custGeom>
              <a:avLst/>
              <a:pathLst>
                <a:path w="8234974" h="1257687">
                  <a:moveTo>
                    <a:pt x="0" y="5444"/>
                  </a:moveTo>
                  <a:lnTo>
                    <a:pt x="538736" y="5444"/>
                  </a:lnTo>
                  <a:lnTo>
                    <a:pt x="540010" y="5485"/>
                  </a:lnTo>
                  <a:lnTo>
                    <a:pt x="548324" y="5776"/>
                  </a:lnTo>
                  <a:lnTo>
                    <a:pt x="569065" y="6582"/>
                  </a:lnTo>
                  <a:lnTo>
                    <a:pt x="605596" y="8163"/>
                  </a:lnTo>
                  <a:lnTo>
                    <a:pt x="658934" y="10748"/>
                  </a:lnTo>
                  <a:lnTo>
                    <a:pt x="727724" y="14503"/>
                  </a:lnTo>
                  <a:lnTo>
                    <a:pt x="808692" y="19521"/>
                  </a:lnTo>
                  <a:lnTo>
                    <a:pt x="897483" y="25824"/>
                  </a:lnTo>
                  <a:lnTo>
                    <a:pt x="989598" y="33392"/>
                  </a:lnTo>
                  <a:lnTo>
                    <a:pt x="1081136" y="42196"/>
                  </a:lnTo>
                  <a:lnTo>
                    <a:pt x="1169198" y="52224"/>
                  </a:lnTo>
                  <a:lnTo>
                    <a:pt x="1251976" y="63508"/>
                  </a:lnTo>
                  <a:lnTo>
                    <a:pt x="1328616" y="76129"/>
                  </a:lnTo>
                  <a:lnTo>
                    <a:pt x="1399005" y="90229"/>
                  </a:lnTo>
                  <a:lnTo>
                    <a:pt x="1463537" y="106004"/>
                  </a:lnTo>
                  <a:lnTo>
                    <a:pt x="1522924" y="123699"/>
                  </a:lnTo>
                  <a:lnTo>
                    <a:pt x="1578050" y="143593"/>
                  </a:lnTo>
                  <a:lnTo>
                    <a:pt x="1629858" y="165975"/>
                  </a:lnTo>
                  <a:lnTo>
                    <a:pt x="1679269" y="191097"/>
                  </a:lnTo>
                  <a:lnTo>
                    <a:pt x="1719082" y="214151"/>
                  </a:lnTo>
                  <a:lnTo>
                    <a:pt x="1764871" y="243703"/>
                  </a:lnTo>
                  <a:lnTo>
                    <a:pt x="1810212" y="276052"/>
                  </a:lnTo>
                  <a:lnTo>
                    <a:pt x="1855521" y="311245"/>
                  </a:lnTo>
                  <a:lnTo>
                    <a:pt x="1901094" y="349248"/>
                  </a:lnTo>
                  <a:lnTo>
                    <a:pt x="1947119" y="389938"/>
                  </a:lnTo>
                  <a:lnTo>
                    <a:pt x="1993691" y="433093"/>
                  </a:lnTo>
                  <a:lnTo>
                    <a:pt x="2040823" y="478394"/>
                  </a:lnTo>
                  <a:lnTo>
                    <a:pt x="2088454" y="525430"/>
                  </a:lnTo>
                  <a:lnTo>
                    <a:pt x="2136464" y="573708"/>
                  </a:lnTo>
                  <a:lnTo>
                    <a:pt x="2184694" y="622679"/>
                  </a:lnTo>
                  <a:lnTo>
                    <a:pt x="2232958" y="671757"/>
                  </a:lnTo>
                  <a:lnTo>
                    <a:pt x="2281068" y="720351"/>
                  </a:lnTo>
                  <a:lnTo>
                    <a:pt x="2328853" y="767897"/>
                  </a:lnTo>
                  <a:lnTo>
                    <a:pt x="2376176" y="813877"/>
                  </a:lnTo>
                  <a:lnTo>
                    <a:pt x="2422953" y="857851"/>
                  </a:lnTo>
                  <a:lnTo>
                    <a:pt x="2469170" y="899463"/>
                  </a:lnTo>
                  <a:lnTo>
                    <a:pt x="2514890" y="938458"/>
                  </a:lnTo>
                  <a:lnTo>
                    <a:pt x="2560266" y="974676"/>
                  </a:lnTo>
                  <a:lnTo>
                    <a:pt x="2605554" y="1008052"/>
                  </a:lnTo>
                  <a:lnTo>
                    <a:pt x="2651124" y="1038606"/>
                  </a:lnTo>
                  <a:lnTo>
                    <a:pt x="2667772" y="1048980"/>
                  </a:lnTo>
                  <a:lnTo>
                    <a:pt x="2715815" y="1076486"/>
                  </a:lnTo>
                  <a:lnTo>
                    <a:pt x="2765571" y="1101130"/>
                  </a:lnTo>
                  <a:lnTo>
                    <a:pt x="2817874" y="1123072"/>
                  </a:lnTo>
                  <a:lnTo>
                    <a:pt x="2873655" y="1142573"/>
                  </a:lnTo>
                  <a:lnTo>
                    <a:pt x="2933854" y="1159924"/>
                  </a:lnTo>
                  <a:lnTo>
                    <a:pt x="2999334" y="1175399"/>
                  </a:lnTo>
                  <a:lnTo>
                    <a:pt x="3070764" y="1189237"/>
                  </a:lnTo>
                  <a:lnTo>
                    <a:pt x="3148468" y="1201624"/>
                  </a:lnTo>
                  <a:lnTo>
                    <a:pt x="3232223" y="1212690"/>
                  </a:lnTo>
                  <a:lnTo>
                    <a:pt x="3321030" y="1222511"/>
                  </a:lnTo>
                  <a:lnTo>
                    <a:pt x="3412899" y="1231107"/>
                  </a:lnTo>
                  <a:lnTo>
                    <a:pt x="3504749" y="1238464"/>
                  </a:lnTo>
                  <a:lnTo>
                    <a:pt x="3592539" y="1244550"/>
                  </a:lnTo>
                  <a:lnTo>
                    <a:pt x="3671735" y="1249351"/>
                  </a:lnTo>
                  <a:lnTo>
                    <a:pt x="3738098" y="1252899"/>
                  </a:lnTo>
                  <a:lnTo>
                    <a:pt x="3788625" y="1255301"/>
                  </a:lnTo>
                  <a:lnTo>
                    <a:pt x="3822346" y="1256733"/>
                  </a:lnTo>
                  <a:lnTo>
                    <a:pt x="3840687" y="1257433"/>
                  </a:lnTo>
                  <a:lnTo>
                    <a:pt x="3847381" y="1257664"/>
                  </a:lnTo>
                  <a:lnTo>
                    <a:pt x="3848118" y="1257687"/>
                  </a:lnTo>
                  <a:lnTo>
                    <a:pt x="4386855" y="1257687"/>
                  </a:lnTo>
                  <a:lnTo>
                    <a:pt x="4388158" y="1257687"/>
                  </a:lnTo>
                  <a:lnTo>
                    <a:pt x="4396657" y="1257687"/>
                  </a:lnTo>
                  <a:lnTo>
                    <a:pt x="4417843" y="1257687"/>
                  </a:lnTo>
                  <a:lnTo>
                    <a:pt x="4455112" y="1257687"/>
                  </a:lnTo>
                  <a:lnTo>
                    <a:pt x="4509439" y="1257687"/>
                  </a:lnTo>
                  <a:lnTo>
                    <a:pt x="4579359" y="1257687"/>
                  </a:lnTo>
                  <a:lnTo>
                    <a:pt x="4661455" y="1257687"/>
                  </a:lnTo>
                  <a:lnTo>
                    <a:pt x="4751244" y="1257687"/>
                  </a:lnTo>
                  <a:lnTo>
                    <a:pt x="4844140" y="1257687"/>
                  </a:lnTo>
                  <a:lnTo>
                    <a:pt x="4936212" y="1257687"/>
                  </a:lnTo>
                  <a:lnTo>
                    <a:pt x="5024576" y="1257687"/>
                  </a:lnTo>
                  <a:lnTo>
                    <a:pt x="5107465" y="1257687"/>
                  </a:lnTo>
                  <a:lnTo>
                    <a:pt x="5184084" y="1257687"/>
                  </a:lnTo>
                  <a:lnTo>
                    <a:pt x="5254376" y="1257687"/>
                  </a:lnTo>
                  <a:lnTo>
                    <a:pt x="5318786" y="1257687"/>
                  </a:lnTo>
                  <a:lnTo>
                    <a:pt x="5378070" y="1257687"/>
                  </a:lnTo>
                  <a:lnTo>
                    <a:pt x="5433143" y="1257687"/>
                  </a:lnTo>
                  <a:lnTo>
                    <a:pt x="5484972" y="1257687"/>
                  </a:lnTo>
                  <a:lnTo>
                    <a:pt x="5534491" y="1257687"/>
                  </a:lnTo>
                  <a:lnTo>
                    <a:pt x="5567201" y="1257687"/>
                  </a:lnTo>
                  <a:lnTo>
                    <a:pt x="5619996" y="1257687"/>
                  </a:lnTo>
                  <a:lnTo>
                    <a:pt x="5672287" y="1257687"/>
                  </a:lnTo>
                  <a:lnTo>
                    <a:pt x="5724668" y="1257687"/>
                  </a:lnTo>
                  <a:lnTo>
                    <a:pt x="5777529" y="1257687"/>
                  </a:lnTo>
                  <a:lnTo>
                    <a:pt x="5831082" y="1257687"/>
                  </a:lnTo>
                  <a:lnTo>
                    <a:pt x="5885383" y="1257687"/>
                  </a:lnTo>
                  <a:lnTo>
                    <a:pt x="5940355" y="1257687"/>
                  </a:lnTo>
                  <a:lnTo>
                    <a:pt x="5995816" y="1257687"/>
                  </a:lnTo>
                  <a:lnTo>
                    <a:pt x="6051513" y="1257687"/>
                  </a:lnTo>
                  <a:lnTo>
                    <a:pt x="6107158" y="1257687"/>
                  </a:lnTo>
                  <a:lnTo>
                    <a:pt x="6162470" y="1257687"/>
                  </a:lnTo>
                  <a:lnTo>
                    <a:pt x="6217218" y="1257687"/>
                  </a:lnTo>
                  <a:lnTo>
                    <a:pt x="6271253" y="1257687"/>
                  </a:lnTo>
                  <a:lnTo>
                    <a:pt x="6324545" y="1257687"/>
                  </a:lnTo>
                  <a:lnTo>
                    <a:pt x="6377202" y="1257687"/>
                  </a:lnTo>
                  <a:lnTo>
                    <a:pt x="6429496" y="1257687"/>
                  </a:lnTo>
                  <a:lnTo>
                    <a:pt x="6481886" y="1257687"/>
                  </a:lnTo>
                  <a:lnTo>
                    <a:pt x="6515891" y="1257687"/>
                  </a:lnTo>
                  <a:lnTo>
                    <a:pt x="6564311" y="1257687"/>
                  </a:lnTo>
                  <a:lnTo>
                    <a:pt x="6614476" y="1257687"/>
                  </a:lnTo>
                  <a:lnTo>
                    <a:pt x="6667243" y="1257687"/>
                  </a:lnTo>
                  <a:lnTo>
                    <a:pt x="6723563" y="1257687"/>
                  </a:lnTo>
                  <a:lnTo>
                    <a:pt x="6784400" y="1257687"/>
                  </a:lnTo>
                  <a:lnTo>
                    <a:pt x="6850628" y="1257687"/>
                  </a:lnTo>
                  <a:lnTo>
                    <a:pt x="6922924" y="1257687"/>
                  </a:lnTo>
                  <a:lnTo>
                    <a:pt x="7001594" y="1257687"/>
                  </a:lnTo>
                  <a:lnTo>
                    <a:pt x="7086371" y="1257687"/>
                  </a:lnTo>
                  <a:lnTo>
                    <a:pt x="7176171" y="1257687"/>
                  </a:lnTo>
                  <a:lnTo>
                    <a:pt x="7268876" y="1257687"/>
                  </a:lnTo>
                  <a:lnTo>
                    <a:pt x="7361246" y="1257687"/>
                  </a:lnTo>
                  <a:lnTo>
                    <a:pt x="7449077" y="1257687"/>
                  </a:lnTo>
                  <a:lnTo>
                    <a:pt x="7527719" y="1257687"/>
                  </a:lnTo>
                  <a:lnTo>
                    <a:pt x="7592923" y="1257687"/>
                  </a:lnTo>
                  <a:lnTo>
                    <a:pt x="7641817" y="1257687"/>
                  </a:lnTo>
                  <a:lnTo>
                    <a:pt x="7673693" y="1257687"/>
                  </a:lnTo>
                  <a:lnTo>
                    <a:pt x="7690324" y="1257687"/>
                  </a:lnTo>
                  <a:lnTo>
                    <a:pt x="7695822" y="1257687"/>
                  </a:lnTo>
                  <a:lnTo>
                    <a:pt x="7696237" y="1257687"/>
                  </a:lnTo>
                  <a:lnTo>
                    <a:pt x="8234974" y="1257687"/>
                  </a:lnTo>
                  <a:lnTo>
                    <a:pt x="8234974" y="1252242"/>
                  </a:lnTo>
                  <a:lnTo>
                    <a:pt x="7696237" y="1252242"/>
                  </a:lnTo>
                  <a:lnTo>
                    <a:pt x="7694935" y="1252242"/>
                  </a:lnTo>
                  <a:lnTo>
                    <a:pt x="7686435" y="1252242"/>
                  </a:lnTo>
                  <a:lnTo>
                    <a:pt x="7665250" y="1252242"/>
                  </a:lnTo>
                  <a:lnTo>
                    <a:pt x="7627980" y="1252242"/>
                  </a:lnTo>
                  <a:lnTo>
                    <a:pt x="7573653" y="1252242"/>
                  </a:lnTo>
                  <a:lnTo>
                    <a:pt x="7503734" y="1252242"/>
                  </a:lnTo>
                  <a:lnTo>
                    <a:pt x="7421638" y="1252242"/>
                  </a:lnTo>
                  <a:lnTo>
                    <a:pt x="7331849" y="1252242"/>
                  </a:lnTo>
                  <a:lnTo>
                    <a:pt x="7238952" y="1252242"/>
                  </a:lnTo>
                  <a:lnTo>
                    <a:pt x="7146880" y="1252242"/>
                  </a:lnTo>
                  <a:lnTo>
                    <a:pt x="7058517" y="1252242"/>
                  </a:lnTo>
                  <a:lnTo>
                    <a:pt x="6975627" y="1252242"/>
                  </a:lnTo>
                  <a:lnTo>
                    <a:pt x="6899008" y="1252242"/>
                  </a:lnTo>
                  <a:lnTo>
                    <a:pt x="6828717" y="1252242"/>
                  </a:lnTo>
                  <a:lnTo>
                    <a:pt x="6764307" y="1252242"/>
                  </a:lnTo>
                  <a:lnTo>
                    <a:pt x="6705023" y="1252242"/>
                  </a:lnTo>
                  <a:lnTo>
                    <a:pt x="6649950" y="1252242"/>
                  </a:lnTo>
                  <a:lnTo>
                    <a:pt x="6598120" y="1252242"/>
                  </a:lnTo>
                  <a:lnTo>
                    <a:pt x="6548602" y="1252242"/>
                  </a:lnTo>
                  <a:lnTo>
                    <a:pt x="6515891" y="1252242"/>
                  </a:lnTo>
                  <a:lnTo>
                    <a:pt x="6463096" y="1252242"/>
                  </a:lnTo>
                  <a:lnTo>
                    <a:pt x="6410806" y="1252242"/>
                  </a:lnTo>
                  <a:lnTo>
                    <a:pt x="6358425" y="1252242"/>
                  </a:lnTo>
                  <a:lnTo>
                    <a:pt x="6305563" y="1252242"/>
                  </a:lnTo>
                  <a:lnTo>
                    <a:pt x="6252010" y="1252242"/>
                  </a:lnTo>
                  <a:lnTo>
                    <a:pt x="6197710" y="1252242"/>
                  </a:lnTo>
                  <a:lnTo>
                    <a:pt x="6142738" y="1252242"/>
                  </a:lnTo>
                  <a:lnTo>
                    <a:pt x="6087276" y="1252242"/>
                  </a:lnTo>
                  <a:lnTo>
                    <a:pt x="6031580" y="1252242"/>
                  </a:lnTo>
                  <a:lnTo>
                    <a:pt x="5975935" y="1252242"/>
                  </a:lnTo>
                  <a:lnTo>
                    <a:pt x="5920622" y="1252242"/>
                  </a:lnTo>
                  <a:lnTo>
                    <a:pt x="5865875" y="1252242"/>
                  </a:lnTo>
                  <a:lnTo>
                    <a:pt x="5811839" y="1252242"/>
                  </a:lnTo>
                  <a:lnTo>
                    <a:pt x="5758547" y="1252242"/>
                  </a:lnTo>
                  <a:lnTo>
                    <a:pt x="5705891" y="1252242"/>
                  </a:lnTo>
                  <a:lnTo>
                    <a:pt x="5653597" y="1252242"/>
                  </a:lnTo>
                  <a:lnTo>
                    <a:pt x="5601206" y="1252242"/>
                  </a:lnTo>
                  <a:lnTo>
                    <a:pt x="5567201" y="1252242"/>
                  </a:lnTo>
                  <a:lnTo>
                    <a:pt x="5518782" y="1252242"/>
                  </a:lnTo>
                  <a:lnTo>
                    <a:pt x="5468616" y="1252242"/>
                  </a:lnTo>
                  <a:lnTo>
                    <a:pt x="5415850" y="1252242"/>
                  </a:lnTo>
                  <a:lnTo>
                    <a:pt x="5359529" y="1252242"/>
                  </a:lnTo>
                  <a:lnTo>
                    <a:pt x="5298693" y="1252242"/>
                  </a:lnTo>
                  <a:lnTo>
                    <a:pt x="5232464" y="1252242"/>
                  </a:lnTo>
                  <a:lnTo>
                    <a:pt x="5160169" y="1252242"/>
                  </a:lnTo>
                  <a:lnTo>
                    <a:pt x="5081499" y="1252242"/>
                  </a:lnTo>
                  <a:lnTo>
                    <a:pt x="4996722" y="1252242"/>
                  </a:lnTo>
                  <a:lnTo>
                    <a:pt x="4906922" y="1252242"/>
                  </a:lnTo>
                  <a:lnTo>
                    <a:pt x="4814216" y="1252242"/>
                  </a:lnTo>
                  <a:lnTo>
                    <a:pt x="4721847" y="1252242"/>
                  </a:lnTo>
                  <a:lnTo>
                    <a:pt x="4634016" y="1252242"/>
                  </a:lnTo>
                  <a:lnTo>
                    <a:pt x="4555374" y="1252242"/>
                  </a:lnTo>
                  <a:lnTo>
                    <a:pt x="4490170" y="1252242"/>
                  </a:lnTo>
                  <a:lnTo>
                    <a:pt x="4441275" y="1252242"/>
                  </a:lnTo>
                  <a:lnTo>
                    <a:pt x="4409400" y="1252242"/>
                  </a:lnTo>
                  <a:lnTo>
                    <a:pt x="4392768" y="1252242"/>
                  </a:lnTo>
                  <a:lnTo>
                    <a:pt x="4387271" y="1252242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85" name="pl1185"/>
            <p:cNvSpPr/>
            <p:nvPr/>
          </p:nvSpPr>
          <p:spPr>
            <a:xfrm>
              <a:off x="546595" y="4474518"/>
              <a:ext cx="8234974" cy="1252242"/>
            </a:xfrm>
            <a:custGeom>
              <a:avLst/>
              <a:pathLst>
                <a:path w="8234974" h="1252242">
                  <a:moveTo>
                    <a:pt x="0" y="0"/>
                  </a:moveTo>
                  <a:lnTo>
                    <a:pt x="538736" y="0"/>
                  </a:lnTo>
                  <a:lnTo>
                    <a:pt x="540010" y="40"/>
                  </a:lnTo>
                  <a:lnTo>
                    <a:pt x="548324" y="332"/>
                  </a:lnTo>
                  <a:lnTo>
                    <a:pt x="569065" y="1137"/>
                  </a:lnTo>
                  <a:lnTo>
                    <a:pt x="605596" y="2718"/>
                  </a:lnTo>
                  <a:lnTo>
                    <a:pt x="658934" y="5303"/>
                  </a:lnTo>
                  <a:lnTo>
                    <a:pt x="727724" y="9058"/>
                  </a:lnTo>
                  <a:lnTo>
                    <a:pt x="808692" y="14076"/>
                  </a:lnTo>
                  <a:lnTo>
                    <a:pt x="897483" y="20379"/>
                  </a:lnTo>
                  <a:lnTo>
                    <a:pt x="989598" y="27948"/>
                  </a:lnTo>
                  <a:lnTo>
                    <a:pt x="1081136" y="36751"/>
                  </a:lnTo>
                  <a:lnTo>
                    <a:pt x="1169198" y="46780"/>
                  </a:lnTo>
                  <a:lnTo>
                    <a:pt x="1251976" y="58063"/>
                  </a:lnTo>
                  <a:lnTo>
                    <a:pt x="1328616" y="70685"/>
                  </a:lnTo>
                  <a:lnTo>
                    <a:pt x="1399005" y="84785"/>
                  </a:lnTo>
                  <a:lnTo>
                    <a:pt x="1463537" y="100560"/>
                  </a:lnTo>
                  <a:lnTo>
                    <a:pt x="1522924" y="118254"/>
                  </a:lnTo>
                  <a:lnTo>
                    <a:pt x="1578050" y="138148"/>
                  </a:lnTo>
                  <a:lnTo>
                    <a:pt x="1629858" y="160531"/>
                  </a:lnTo>
                  <a:lnTo>
                    <a:pt x="1679269" y="185652"/>
                  </a:lnTo>
                  <a:lnTo>
                    <a:pt x="1719082" y="208707"/>
                  </a:lnTo>
                  <a:lnTo>
                    <a:pt x="1764871" y="238259"/>
                  </a:lnTo>
                  <a:lnTo>
                    <a:pt x="1810212" y="270607"/>
                  </a:lnTo>
                  <a:lnTo>
                    <a:pt x="1855521" y="305800"/>
                  </a:lnTo>
                  <a:lnTo>
                    <a:pt x="1901094" y="343804"/>
                  </a:lnTo>
                  <a:lnTo>
                    <a:pt x="1947119" y="384493"/>
                  </a:lnTo>
                  <a:lnTo>
                    <a:pt x="1993691" y="427649"/>
                  </a:lnTo>
                  <a:lnTo>
                    <a:pt x="2040823" y="472950"/>
                  </a:lnTo>
                  <a:lnTo>
                    <a:pt x="2088454" y="519985"/>
                  </a:lnTo>
                  <a:lnTo>
                    <a:pt x="2136464" y="568264"/>
                  </a:lnTo>
                  <a:lnTo>
                    <a:pt x="2184694" y="617234"/>
                  </a:lnTo>
                  <a:lnTo>
                    <a:pt x="2232958" y="666312"/>
                  </a:lnTo>
                  <a:lnTo>
                    <a:pt x="2281068" y="714907"/>
                  </a:lnTo>
                  <a:lnTo>
                    <a:pt x="2328853" y="762452"/>
                  </a:lnTo>
                  <a:lnTo>
                    <a:pt x="2376176" y="808433"/>
                  </a:lnTo>
                  <a:lnTo>
                    <a:pt x="2422953" y="852406"/>
                  </a:lnTo>
                  <a:lnTo>
                    <a:pt x="2469170" y="894019"/>
                  </a:lnTo>
                  <a:lnTo>
                    <a:pt x="2514890" y="933014"/>
                  </a:lnTo>
                  <a:lnTo>
                    <a:pt x="2560266" y="969232"/>
                  </a:lnTo>
                  <a:lnTo>
                    <a:pt x="2605554" y="1002608"/>
                  </a:lnTo>
                  <a:lnTo>
                    <a:pt x="2651124" y="1033161"/>
                  </a:lnTo>
                  <a:lnTo>
                    <a:pt x="2667772" y="1043535"/>
                  </a:lnTo>
                  <a:lnTo>
                    <a:pt x="2715815" y="1071041"/>
                  </a:lnTo>
                  <a:lnTo>
                    <a:pt x="2765571" y="1095685"/>
                  </a:lnTo>
                  <a:lnTo>
                    <a:pt x="2817874" y="1117627"/>
                  </a:lnTo>
                  <a:lnTo>
                    <a:pt x="2873655" y="1137128"/>
                  </a:lnTo>
                  <a:lnTo>
                    <a:pt x="2933854" y="1154479"/>
                  </a:lnTo>
                  <a:lnTo>
                    <a:pt x="2999334" y="1169955"/>
                  </a:lnTo>
                  <a:lnTo>
                    <a:pt x="3070764" y="1183792"/>
                  </a:lnTo>
                  <a:lnTo>
                    <a:pt x="3148468" y="1196179"/>
                  </a:lnTo>
                  <a:lnTo>
                    <a:pt x="3232223" y="1207246"/>
                  </a:lnTo>
                  <a:lnTo>
                    <a:pt x="3321030" y="1217066"/>
                  </a:lnTo>
                  <a:lnTo>
                    <a:pt x="3412899" y="1225663"/>
                  </a:lnTo>
                  <a:lnTo>
                    <a:pt x="3504749" y="1233019"/>
                  </a:lnTo>
                  <a:lnTo>
                    <a:pt x="3592539" y="1239105"/>
                  </a:lnTo>
                  <a:lnTo>
                    <a:pt x="3671735" y="1243906"/>
                  </a:lnTo>
                  <a:lnTo>
                    <a:pt x="3738098" y="1247455"/>
                  </a:lnTo>
                  <a:lnTo>
                    <a:pt x="3788625" y="1249856"/>
                  </a:lnTo>
                  <a:lnTo>
                    <a:pt x="3822346" y="1251288"/>
                  </a:lnTo>
                  <a:lnTo>
                    <a:pt x="3840687" y="1251988"/>
                  </a:lnTo>
                  <a:lnTo>
                    <a:pt x="3847381" y="1252219"/>
                  </a:lnTo>
                  <a:lnTo>
                    <a:pt x="3848118" y="1252242"/>
                  </a:lnTo>
                  <a:lnTo>
                    <a:pt x="4386855" y="1252242"/>
                  </a:lnTo>
                  <a:lnTo>
                    <a:pt x="4388158" y="1252242"/>
                  </a:lnTo>
                  <a:lnTo>
                    <a:pt x="4396657" y="1252242"/>
                  </a:lnTo>
                  <a:lnTo>
                    <a:pt x="4417843" y="1252242"/>
                  </a:lnTo>
                  <a:lnTo>
                    <a:pt x="4455112" y="1252242"/>
                  </a:lnTo>
                  <a:lnTo>
                    <a:pt x="4509439" y="1252242"/>
                  </a:lnTo>
                  <a:lnTo>
                    <a:pt x="4579359" y="1252242"/>
                  </a:lnTo>
                  <a:lnTo>
                    <a:pt x="4661455" y="1252242"/>
                  </a:lnTo>
                  <a:lnTo>
                    <a:pt x="4751244" y="1252242"/>
                  </a:lnTo>
                  <a:lnTo>
                    <a:pt x="4844140" y="1252242"/>
                  </a:lnTo>
                  <a:lnTo>
                    <a:pt x="4936212" y="1252242"/>
                  </a:lnTo>
                  <a:lnTo>
                    <a:pt x="5024576" y="1252242"/>
                  </a:lnTo>
                  <a:lnTo>
                    <a:pt x="5107465" y="1252242"/>
                  </a:lnTo>
                  <a:lnTo>
                    <a:pt x="5184084" y="1252242"/>
                  </a:lnTo>
                  <a:lnTo>
                    <a:pt x="5254376" y="1252242"/>
                  </a:lnTo>
                  <a:lnTo>
                    <a:pt x="5318786" y="1252242"/>
                  </a:lnTo>
                  <a:lnTo>
                    <a:pt x="5378070" y="1252242"/>
                  </a:lnTo>
                  <a:lnTo>
                    <a:pt x="5433143" y="1252242"/>
                  </a:lnTo>
                  <a:lnTo>
                    <a:pt x="5484972" y="1252242"/>
                  </a:lnTo>
                  <a:lnTo>
                    <a:pt x="5534491" y="1252242"/>
                  </a:lnTo>
                  <a:lnTo>
                    <a:pt x="5567201" y="1252242"/>
                  </a:lnTo>
                  <a:lnTo>
                    <a:pt x="5619996" y="1252242"/>
                  </a:lnTo>
                  <a:lnTo>
                    <a:pt x="5672287" y="1252242"/>
                  </a:lnTo>
                  <a:lnTo>
                    <a:pt x="5724668" y="1252242"/>
                  </a:lnTo>
                  <a:lnTo>
                    <a:pt x="5777529" y="1252242"/>
                  </a:lnTo>
                  <a:lnTo>
                    <a:pt x="5831082" y="1252242"/>
                  </a:lnTo>
                  <a:lnTo>
                    <a:pt x="5885383" y="1252242"/>
                  </a:lnTo>
                  <a:lnTo>
                    <a:pt x="5940355" y="1252242"/>
                  </a:lnTo>
                  <a:lnTo>
                    <a:pt x="5995816" y="1252242"/>
                  </a:lnTo>
                  <a:lnTo>
                    <a:pt x="6051513" y="1252242"/>
                  </a:lnTo>
                  <a:lnTo>
                    <a:pt x="6107158" y="1252242"/>
                  </a:lnTo>
                  <a:lnTo>
                    <a:pt x="6162470" y="1252242"/>
                  </a:lnTo>
                  <a:lnTo>
                    <a:pt x="6217218" y="1252242"/>
                  </a:lnTo>
                  <a:lnTo>
                    <a:pt x="6271253" y="1252242"/>
                  </a:lnTo>
                  <a:lnTo>
                    <a:pt x="6324545" y="1252242"/>
                  </a:lnTo>
                  <a:lnTo>
                    <a:pt x="6377202" y="1252242"/>
                  </a:lnTo>
                  <a:lnTo>
                    <a:pt x="6429496" y="1252242"/>
                  </a:lnTo>
                  <a:lnTo>
                    <a:pt x="6481886" y="1252242"/>
                  </a:lnTo>
                  <a:lnTo>
                    <a:pt x="6515891" y="1252242"/>
                  </a:lnTo>
                  <a:lnTo>
                    <a:pt x="6564311" y="1252242"/>
                  </a:lnTo>
                  <a:lnTo>
                    <a:pt x="6614476" y="1252242"/>
                  </a:lnTo>
                  <a:lnTo>
                    <a:pt x="6667243" y="1252242"/>
                  </a:lnTo>
                  <a:lnTo>
                    <a:pt x="6723563" y="1252242"/>
                  </a:lnTo>
                  <a:lnTo>
                    <a:pt x="6784400" y="1252242"/>
                  </a:lnTo>
                  <a:lnTo>
                    <a:pt x="6850628" y="1252242"/>
                  </a:lnTo>
                  <a:lnTo>
                    <a:pt x="6922924" y="1252242"/>
                  </a:lnTo>
                  <a:lnTo>
                    <a:pt x="7001594" y="1252242"/>
                  </a:lnTo>
                  <a:lnTo>
                    <a:pt x="7086371" y="1252242"/>
                  </a:lnTo>
                  <a:lnTo>
                    <a:pt x="7176171" y="1252242"/>
                  </a:lnTo>
                  <a:lnTo>
                    <a:pt x="7268876" y="1252242"/>
                  </a:lnTo>
                  <a:lnTo>
                    <a:pt x="7361246" y="1252242"/>
                  </a:lnTo>
                  <a:lnTo>
                    <a:pt x="7449077" y="1252242"/>
                  </a:lnTo>
                  <a:lnTo>
                    <a:pt x="7527719" y="1252242"/>
                  </a:lnTo>
                  <a:lnTo>
                    <a:pt x="7592923" y="1252242"/>
                  </a:lnTo>
                  <a:lnTo>
                    <a:pt x="7641817" y="1252242"/>
                  </a:lnTo>
                  <a:lnTo>
                    <a:pt x="7673693" y="1252242"/>
                  </a:lnTo>
                  <a:lnTo>
                    <a:pt x="7690324" y="1252242"/>
                  </a:lnTo>
                  <a:lnTo>
                    <a:pt x="7695822" y="1252242"/>
                  </a:lnTo>
                  <a:lnTo>
                    <a:pt x="7696237" y="1252242"/>
                  </a:lnTo>
                  <a:lnTo>
                    <a:pt x="8234974" y="12522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6" name="pl1186"/>
            <p:cNvSpPr/>
            <p:nvPr/>
          </p:nvSpPr>
          <p:spPr>
            <a:xfrm>
              <a:off x="546595" y="4469074"/>
              <a:ext cx="8234974" cy="1252242"/>
            </a:xfrm>
            <a:custGeom>
              <a:avLst/>
              <a:pathLst>
                <a:path w="8234974" h="1252242">
                  <a:moveTo>
                    <a:pt x="8234974" y="1252242"/>
                  </a:moveTo>
                  <a:lnTo>
                    <a:pt x="7696237" y="1252242"/>
                  </a:lnTo>
                  <a:lnTo>
                    <a:pt x="7694935" y="1252242"/>
                  </a:lnTo>
                  <a:lnTo>
                    <a:pt x="7686435" y="1252242"/>
                  </a:lnTo>
                  <a:lnTo>
                    <a:pt x="7665250" y="1252242"/>
                  </a:lnTo>
                  <a:lnTo>
                    <a:pt x="7627980" y="1252242"/>
                  </a:lnTo>
                  <a:lnTo>
                    <a:pt x="7573653" y="1252242"/>
                  </a:lnTo>
                  <a:lnTo>
                    <a:pt x="7503734" y="1252242"/>
                  </a:lnTo>
                  <a:lnTo>
                    <a:pt x="7421638" y="1252242"/>
                  </a:lnTo>
                  <a:lnTo>
                    <a:pt x="7331849" y="1252242"/>
                  </a:lnTo>
                  <a:lnTo>
                    <a:pt x="7238952" y="1252242"/>
                  </a:lnTo>
                  <a:lnTo>
                    <a:pt x="7146880" y="1252242"/>
                  </a:lnTo>
                  <a:lnTo>
                    <a:pt x="7058517" y="1252242"/>
                  </a:lnTo>
                  <a:lnTo>
                    <a:pt x="6975627" y="1252242"/>
                  </a:lnTo>
                  <a:lnTo>
                    <a:pt x="6899008" y="1252242"/>
                  </a:lnTo>
                  <a:lnTo>
                    <a:pt x="6828717" y="1252242"/>
                  </a:lnTo>
                  <a:lnTo>
                    <a:pt x="6764307" y="1252242"/>
                  </a:lnTo>
                  <a:lnTo>
                    <a:pt x="6705023" y="1252242"/>
                  </a:lnTo>
                  <a:lnTo>
                    <a:pt x="6649950" y="1252242"/>
                  </a:lnTo>
                  <a:lnTo>
                    <a:pt x="6598120" y="1252242"/>
                  </a:lnTo>
                  <a:lnTo>
                    <a:pt x="6548602" y="1252242"/>
                  </a:lnTo>
                  <a:lnTo>
                    <a:pt x="6515891" y="1252242"/>
                  </a:lnTo>
                  <a:lnTo>
                    <a:pt x="6463096" y="1252242"/>
                  </a:lnTo>
                  <a:lnTo>
                    <a:pt x="6410806" y="1252242"/>
                  </a:lnTo>
                  <a:lnTo>
                    <a:pt x="6358425" y="1252242"/>
                  </a:lnTo>
                  <a:lnTo>
                    <a:pt x="6305563" y="1252242"/>
                  </a:lnTo>
                  <a:lnTo>
                    <a:pt x="6252010" y="1252242"/>
                  </a:lnTo>
                  <a:lnTo>
                    <a:pt x="6197710" y="1252242"/>
                  </a:lnTo>
                  <a:lnTo>
                    <a:pt x="6142738" y="1252242"/>
                  </a:lnTo>
                  <a:lnTo>
                    <a:pt x="6087276" y="1252242"/>
                  </a:lnTo>
                  <a:lnTo>
                    <a:pt x="6031580" y="1252242"/>
                  </a:lnTo>
                  <a:lnTo>
                    <a:pt x="5975935" y="1252242"/>
                  </a:lnTo>
                  <a:lnTo>
                    <a:pt x="5920622" y="1252242"/>
                  </a:lnTo>
                  <a:lnTo>
                    <a:pt x="5865875" y="1252242"/>
                  </a:lnTo>
                  <a:lnTo>
                    <a:pt x="5811839" y="1252242"/>
                  </a:lnTo>
                  <a:lnTo>
                    <a:pt x="5758547" y="1252242"/>
                  </a:lnTo>
                  <a:lnTo>
                    <a:pt x="5705891" y="1252242"/>
                  </a:lnTo>
                  <a:lnTo>
                    <a:pt x="5653597" y="1252242"/>
                  </a:lnTo>
                  <a:lnTo>
                    <a:pt x="5601206" y="1252242"/>
                  </a:lnTo>
                  <a:lnTo>
                    <a:pt x="5567201" y="1252242"/>
                  </a:lnTo>
                  <a:lnTo>
                    <a:pt x="5518782" y="1252242"/>
                  </a:lnTo>
                  <a:lnTo>
                    <a:pt x="5468616" y="1252242"/>
                  </a:lnTo>
                  <a:lnTo>
                    <a:pt x="5415850" y="1252242"/>
                  </a:lnTo>
                  <a:lnTo>
                    <a:pt x="5359529" y="1252242"/>
                  </a:lnTo>
                  <a:lnTo>
                    <a:pt x="5298693" y="1252242"/>
                  </a:lnTo>
                  <a:lnTo>
                    <a:pt x="5232464" y="1252242"/>
                  </a:lnTo>
                  <a:lnTo>
                    <a:pt x="5160169" y="1252242"/>
                  </a:lnTo>
                  <a:lnTo>
                    <a:pt x="5081499" y="1252242"/>
                  </a:lnTo>
                  <a:lnTo>
                    <a:pt x="4996722" y="1252242"/>
                  </a:lnTo>
                  <a:lnTo>
                    <a:pt x="4906922" y="1252242"/>
                  </a:lnTo>
                  <a:lnTo>
                    <a:pt x="4814216" y="1252242"/>
                  </a:lnTo>
                  <a:lnTo>
                    <a:pt x="4721847" y="1252242"/>
                  </a:lnTo>
                  <a:lnTo>
                    <a:pt x="4634016" y="1252242"/>
                  </a:lnTo>
                  <a:lnTo>
                    <a:pt x="4555374" y="1252242"/>
                  </a:lnTo>
                  <a:lnTo>
                    <a:pt x="4490170" y="1252242"/>
                  </a:lnTo>
                  <a:lnTo>
                    <a:pt x="4441275" y="1252242"/>
                  </a:lnTo>
                  <a:lnTo>
                    <a:pt x="4409400" y="1252242"/>
                  </a:lnTo>
                  <a:lnTo>
                    <a:pt x="4392768" y="1252242"/>
                  </a:lnTo>
                  <a:lnTo>
                    <a:pt x="4387271" y="1252242"/>
                  </a:lnTo>
                  <a:lnTo>
                    <a:pt x="4386855" y="1252242"/>
                  </a:lnTo>
                  <a:lnTo>
                    <a:pt x="3848118" y="1252242"/>
                  </a:lnTo>
                  <a:lnTo>
                    <a:pt x="3846845" y="1252202"/>
                  </a:lnTo>
                  <a:lnTo>
                    <a:pt x="3838531" y="1251910"/>
                  </a:lnTo>
                  <a:lnTo>
                    <a:pt x="3817790" y="1251105"/>
                  </a:lnTo>
                  <a:lnTo>
                    <a:pt x="3781259" y="1249524"/>
                  </a:lnTo>
                  <a:lnTo>
                    <a:pt x="3727921" y="1246939"/>
                  </a:lnTo>
                  <a:lnTo>
                    <a:pt x="3659130" y="1243183"/>
                  </a:lnTo>
                  <a:lnTo>
                    <a:pt x="3578162" y="1238166"/>
                  </a:lnTo>
                  <a:lnTo>
                    <a:pt x="3489371" y="1231863"/>
                  </a:lnTo>
                  <a:lnTo>
                    <a:pt x="3397256" y="1224294"/>
                  </a:lnTo>
                  <a:lnTo>
                    <a:pt x="3305719" y="1215490"/>
                  </a:lnTo>
                  <a:lnTo>
                    <a:pt x="3217656" y="1205462"/>
                  </a:lnTo>
                  <a:lnTo>
                    <a:pt x="3134879" y="1194179"/>
                  </a:lnTo>
                  <a:lnTo>
                    <a:pt x="3058239" y="1181557"/>
                  </a:lnTo>
                  <a:lnTo>
                    <a:pt x="2987850" y="1167457"/>
                  </a:lnTo>
                  <a:lnTo>
                    <a:pt x="2923318" y="1151682"/>
                  </a:lnTo>
                  <a:lnTo>
                    <a:pt x="2863930" y="1133987"/>
                  </a:lnTo>
                  <a:lnTo>
                    <a:pt x="2808805" y="1114093"/>
                  </a:lnTo>
                  <a:lnTo>
                    <a:pt x="2756996" y="1091711"/>
                  </a:lnTo>
                  <a:lnTo>
                    <a:pt x="2707585" y="1066590"/>
                  </a:lnTo>
                  <a:lnTo>
                    <a:pt x="2667772" y="1043535"/>
                  </a:lnTo>
                  <a:lnTo>
                    <a:pt x="2621984" y="1013983"/>
                  </a:lnTo>
                  <a:lnTo>
                    <a:pt x="2576643" y="981635"/>
                  </a:lnTo>
                  <a:lnTo>
                    <a:pt x="2531334" y="946442"/>
                  </a:lnTo>
                  <a:lnTo>
                    <a:pt x="2485761" y="908438"/>
                  </a:lnTo>
                  <a:lnTo>
                    <a:pt x="2439736" y="867748"/>
                  </a:lnTo>
                  <a:lnTo>
                    <a:pt x="2393163" y="824593"/>
                  </a:lnTo>
                  <a:lnTo>
                    <a:pt x="2346031" y="779292"/>
                  </a:lnTo>
                  <a:lnTo>
                    <a:pt x="2298401" y="732257"/>
                  </a:lnTo>
                  <a:lnTo>
                    <a:pt x="2250390" y="683978"/>
                  </a:lnTo>
                  <a:lnTo>
                    <a:pt x="2202160" y="635008"/>
                  </a:lnTo>
                  <a:lnTo>
                    <a:pt x="2153896" y="585930"/>
                  </a:lnTo>
                  <a:lnTo>
                    <a:pt x="2105786" y="537335"/>
                  </a:lnTo>
                  <a:lnTo>
                    <a:pt x="2058002" y="489790"/>
                  </a:lnTo>
                  <a:lnTo>
                    <a:pt x="2010679" y="443809"/>
                  </a:lnTo>
                  <a:lnTo>
                    <a:pt x="1963901" y="399836"/>
                  </a:lnTo>
                  <a:lnTo>
                    <a:pt x="1917685" y="358223"/>
                  </a:lnTo>
                  <a:lnTo>
                    <a:pt x="1871965" y="319228"/>
                  </a:lnTo>
                  <a:lnTo>
                    <a:pt x="1826589" y="283010"/>
                  </a:lnTo>
                  <a:lnTo>
                    <a:pt x="1781301" y="249634"/>
                  </a:lnTo>
                  <a:lnTo>
                    <a:pt x="1735731" y="219081"/>
                  </a:lnTo>
                  <a:lnTo>
                    <a:pt x="1719082" y="208707"/>
                  </a:lnTo>
                  <a:lnTo>
                    <a:pt x="1671039" y="181201"/>
                  </a:lnTo>
                  <a:lnTo>
                    <a:pt x="1621284" y="156557"/>
                  </a:lnTo>
                  <a:lnTo>
                    <a:pt x="1568981" y="134615"/>
                  </a:lnTo>
                  <a:lnTo>
                    <a:pt x="1513200" y="115113"/>
                  </a:lnTo>
                  <a:lnTo>
                    <a:pt x="1453000" y="97763"/>
                  </a:lnTo>
                  <a:lnTo>
                    <a:pt x="1387521" y="82287"/>
                  </a:lnTo>
                  <a:lnTo>
                    <a:pt x="1316091" y="68449"/>
                  </a:lnTo>
                  <a:lnTo>
                    <a:pt x="1238387" y="56063"/>
                  </a:lnTo>
                  <a:lnTo>
                    <a:pt x="1154632" y="44996"/>
                  </a:lnTo>
                  <a:lnTo>
                    <a:pt x="1065824" y="35176"/>
                  </a:lnTo>
                  <a:lnTo>
                    <a:pt x="973955" y="26579"/>
                  </a:lnTo>
                  <a:lnTo>
                    <a:pt x="882106" y="19223"/>
                  </a:lnTo>
                  <a:lnTo>
                    <a:pt x="794315" y="13137"/>
                  </a:lnTo>
                  <a:lnTo>
                    <a:pt x="715119" y="8336"/>
                  </a:lnTo>
                  <a:lnTo>
                    <a:pt x="648757" y="4787"/>
                  </a:lnTo>
                  <a:lnTo>
                    <a:pt x="598229" y="2386"/>
                  </a:lnTo>
                  <a:lnTo>
                    <a:pt x="564509" y="953"/>
                  </a:lnTo>
                  <a:lnTo>
                    <a:pt x="546167" y="254"/>
                  </a:lnTo>
                  <a:lnTo>
                    <a:pt x="539474" y="2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7" name="pg1187"/>
            <p:cNvSpPr/>
            <p:nvPr/>
          </p:nvSpPr>
          <p:spPr>
            <a:xfrm>
              <a:off x="546595" y="1175130"/>
              <a:ext cx="8234974" cy="3087050"/>
            </a:xfrm>
            <a:custGeom>
              <a:avLst/>
              <a:pathLst>
                <a:path w="8234974" h="3087050">
                  <a:moveTo>
                    <a:pt x="0" y="3087050"/>
                  </a:moveTo>
                  <a:lnTo>
                    <a:pt x="538736" y="3087050"/>
                  </a:lnTo>
                  <a:lnTo>
                    <a:pt x="540001" y="3087004"/>
                  </a:lnTo>
                  <a:lnTo>
                    <a:pt x="548262" y="3086675"/>
                  </a:lnTo>
                  <a:lnTo>
                    <a:pt x="568875" y="3085763"/>
                  </a:lnTo>
                  <a:lnTo>
                    <a:pt x="605193" y="3083974"/>
                  </a:lnTo>
                  <a:lnTo>
                    <a:pt x="658245" y="3081049"/>
                  </a:lnTo>
                  <a:lnTo>
                    <a:pt x="726709" y="3076798"/>
                  </a:lnTo>
                  <a:lnTo>
                    <a:pt x="807349" y="3071116"/>
                  </a:lnTo>
                  <a:lnTo>
                    <a:pt x="895848" y="3063977"/>
                  </a:lnTo>
                  <a:lnTo>
                    <a:pt x="987733" y="3055402"/>
                  </a:lnTo>
                  <a:lnTo>
                    <a:pt x="1079112" y="3045425"/>
                  </a:lnTo>
                  <a:lnTo>
                    <a:pt x="1167084" y="3034060"/>
                  </a:lnTo>
                  <a:lnTo>
                    <a:pt x="1249826" y="3021274"/>
                  </a:lnTo>
                  <a:lnTo>
                    <a:pt x="1326471" y="3006973"/>
                  </a:lnTo>
                  <a:lnTo>
                    <a:pt x="1396886" y="2991001"/>
                  </a:lnTo>
                  <a:lnTo>
                    <a:pt x="1461454" y="2973138"/>
                  </a:lnTo>
                  <a:lnTo>
                    <a:pt x="1520872" y="2953107"/>
                  </a:lnTo>
                  <a:lnTo>
                    <a:pt x="1576015" y="2930595"/>
                  </a:lnTo>
                  <a:lnTo>
                    <a:pt x="1627819" y="2905273"/>
                  </a:lnTo>
                  <a:lnTo>
                    <a:pt x="1677201" y="2876854"/>
                  </a:lnTo>
                  <a:lnTo>
                    <a:pt x="1719082" y="2849306"/>
                  </a:lnTo>
                  <a:lnTo>
                    <a:pt x="1763503" y="2816700"/>
                  </a:lnTo>
                  <a:lnTo>
                    <a:pt x="1807489" y="2781100"/>
                  </a:lnTo>
                  <a:lnTo>
                    <a:pt x="1851427" y="2742453"/>
                  </a:lnTo>
                  <a:lnTo>
                    <a:pt x="1895591" y="2700785"/>
                  </a:lnTo>
                  <a:lnTo>
                    <a:pt x="1940166" y="2656217"/>
                  </a:lnTo>
                  <a:lnTo>
                    <a:pt x="1985247" y="2608964"/>
                  </a:lnTo>
                  <a:lnTo>
                    <a:pt x="2030859" y="2559341"/>
                  </a:lnTo>
                  <a:lnTo>
                    <a:pt x="2076957" y="2507759"/>
                  </a:lnTo>
                  <a:lnTo>
                    <a:pt x="2123443" y="2454711"/>
                  </a:lnTo>
                  <a:lnTo>
                    <a:pt x="2170180" y="2400756"/>
                  </a:lnTo>
                  <a:lnTo>
                    <a:pt x="2217003" y="2346496"/>
                  </a:lnTo>
                  <a:lnTo>
                    <a:pt x="2263739" y="2292546"/>
                  </a:lnTo>
                  <a:lnTo>
                    <a:pt x="2310223" y="2239506"/>
                  </a:lnTo>
                  <a:lnTo>
                    <a:pt x="2356318" y="2187936"/>
                  </a:lnTo>
                  <a:lnTo>
                    <a:pt x="2401926" y="2138329"/>
                  </a:lnTo>
                  <a:lnTo>
                    <a:pt x="2447004" y="2091093"/>
                  </a:lnTo>
                  <a:lnTo>
                    <a:pt x="2491575" y="2046545"/>
                  </a:lnTo>
                  <a:lnTo>
                    <a:pt x="2535737" y="2004898"/>
                  </a:lnTo>
                  <a:lnTo>
                    <a:pt x="2579673" y="1966272"/>
                  </a:lnTo>
                  <a:lnTo>
                    <a:pt x="2623661" y="1930693"/>
                  </a:lnTo>
                  <a:lnTo>
                    <a:pt x="2667772" y="1898327"/>
                  </a:lnTo>
                  <a:lnTo>
                    <a:pt x="2715706" y="1867061"/>
                  </a:lnTo>
                  <a:lnTo>
                    <a:pt x="2765342" y="1839040"/>
                  </a:lnTo>
                  <a:lnTo>
                    <a:pt x="2817511" y="1814085"/>
                  </a:lnTo>
                  <a:lnTo>
                    <a:pt x="2873136" y="1791900"/>
                  </a:lnTo>
                  <a:lnTo>
                    <a:pt x="2933151" y="1772157"/>
                  </a:lnTo>
                  <a:lnTo>
                    <a:pt x="2998414" y="1754543"/>
                  </a:lnTo>
                  <a:lnTo>
                    <a:pt x="3069594" y="1738790"/>
                  </a:lnTo>
                  <a:lnTo>
                    <a:pt x="3147018" y="1724685"/>
                  </a:lnTo>
                  <a:lnTo>
                    <a:pt x="3230477" y="1712080"/>
                  </a:lnTo>
                  <a:lnTo>
                    <a:pt x="3318995" y="1700888"/>
                  </a:lnTo>
                  <a:lnTo>
                    <a:pt x="3410618" y="1691085"/>
                  </a:lnTo>
                  <a:lnTo>
                    <a:pt x="3502310" y="1682687"/>
                  </a:lnTo>
                  <a:lnTo>
                    <a:pt x="3590079" y="1675729"/>
                  </a:lnTo>
                  <a:lnTo>
                    <a:pt x="3669424" y="1670228"/>
                  </a:lnTo>
                  <a:lnTo>
                    <a:pt x="3736110" y="1666150"/>
                  </a:lnTo>
                  <a:lnTo>
                    <a:pt x="3787104" y="1663378"/>
                  </a:lnTo>
                  <a:lnTo>
                    <a:pt x="3821358" y="1661714"/>
                  </a:lnTo>
                  <a:lnTo>
                    <a:pt x="3840204" y="1660892"/>
                  </a:lnTo>
                  <a:lnTo>
                    <a:pt x="3847263" y="1660613"/>
                  </a:lnTo>
                  <a:lnTo>
                    <a:pt x="3848118" y="1660582"/>
                  </a:lnTo>
                  <a:lnTo>
                    <a:pt x="4386855" y="1660582"/>
                  </a:lnTo>
                  <a:lnTo>
                    <a:pt x="4388108" y="1660529"/>
                  </a:lnTo>
                  <a:lnTo>
                    <a:pt x="4396289" y="1660151"/>
                  </a:lnTo>
                  <a:lnTo>
                    <a:pt x="4416712" y="1659104"/>
                  </a:lnTo>
                  <a:lnTo>
                    <a:pt x="4452715" y="1657049"/>
                  </a:lnTo>
                  <a:lnTo>
                    <a:pt x="4505343" y="1653688"/>
                  </a:lnTo>
                  <a:lnTo>
                    <a:pt x="4573320" y="1648802"/>
                  </a:lnTo>
                  <a:lnTo>
                    <a:pt x="4653470" y="1642268"/>
                  </a:lnTo>
                  <a:lnTo>
                    <a:pt x="4741534" y="1634054"/>
                  </a:lnTo>
                  <a:lnTo>
                    <a:pt x="4833074" y="1624184"/>
                  </a:lnTo>
                  <a:lnTo>
                    <a:pt x="4924214" y="1612698"/>
                  </a:lnTo>
                  <a:lnTo>
                    <a:pt x="5012048" y="1599612"/>
                  </a:lnTo>
                  <a:lnTo>
                    <a:pt x="5094736" y="1584890"/>
                  </a:lnTo>
                  <a:lnTo>
                    <a:pt x="5171385" y="1568429"/>
                  </a:lnTo>
                  <a:lnTo>
                    <a:pt x="5241840" y="1550051"/>
                  </a:lnTo>
                  <a:lnTo>
                    <a:pt x="5306460" y="1529506"/>
                  </a:lnTo>
                  <a:lnTo>
                    <a:pt x="5365925" y="1506482"/>
                  </a:lnTo>
                  <a:lnTo>
                    <a:pt x="5421094" y="1480617"/>
                  </a:lnTo>
                  <a:lnTo>
                    <a:pt x="5472894" y="1451534"/>
                  </a:lnTo>
                  <a:lnTo>
                    <a:pt x="5522235" y="1418899"/>
                  </a:lnTo>
                  <a:lnTo>
                    <a:pt x="5567201" y="1384726"/>
                  </a:lnTo>
                  <a:lnTo>
                    <a:pt x="5609891" y="1348442"/>
                  </a:lnTo>
                  <a:lnTo>
                    <a:pt x="5652164" y="1308955"/>
                  </a:lnTo>
                  <a:lnTo>
                    <a:pt x="5694368" y="1266204"/>
                  </a:lnTo>
                  <a:lnTo>
                    <a:pt x="5736758" y="1220209"/>
                  </a:lnTo>
                  <a:lnTo>
                    <a:pt x="5779505" y="1171081"/>
                  </a:lnTo>
                  <a:lnTo>
                    <a:pt x="5822709" y="1119022"/>
                  </a:lnTo>
                  <a:lnTo>
                    <a:pt x="5866403" y="1064335"/>
                  </a:lnTo>
                  <a:lnTo>
                    <a:pt x="5910563" y="1007419"/>
                  </a:lnTo>
                  <a:lnTo>
                    <a:pt x="5955116" y="948759"/>
                  </a:lnTo>
                  <a:lnTo>
                    <a:pt x="5999948" y="888908"/>
                  </a:lnTo>
                  <a:lnTo>
                    <a:pt x="6044921" y="828474"/>
                  </a:lnTo>
                  <a:lnTo>
                    <a:pt x="6089882" y="768088"/>
                  </a:lnTo>
                  <a:lnTo>
                    <a:pt x="6134681" y="708379"/>
                  </a:lnTo>
                  <a:lnTo>
                    <a:pt x="6179181" y="649946"/>
                  </a:lnTo>
                  <a:lnTo>
                    <a:pt x="6223274" y="593335"/>
                  </a:lnTo>
                  <a:lnTo>
                    <a:pt x="6266895" y="539020"/>
                  </a:lnTo>
                  <a:lnTo>
                    <a:pt x="6310027" y="487384"/>
                  </a:lnTo>
                  <a:lnTo>
                    <a:pt x="6352713" y="438714"/>
                  </a:lnTo>
                  <a:lnTo>
                    <a:pt x="6395061" y="393202"/>
                  </a:lnTo>
                  <a:lnTo>
                    <a:pt x="6437258" y="350941"/>
                  </a:lnTo>
                  <a:lnTo>
                    <a:pt x="6479569" y="311940"/>
                  </a:lnTo>
                  <a:lnTo>
                    <a:pt x="6515891" y="281300"/>
                  </a:lnTo>
                  <a:lnTo>
                    <a:pt x="6563662" y="245137"/>
                  </a:lnTo>
                  <a:lnTo>
                    <a:pt x="6613122" y="212715"/>
                  </a:lnTo>
                  <a:lnTo>
                    <a:pt x="6665091" y="183828"/>
                  </a:lnTo>
                  <a:lnTo>
                    <a:pt x="6720483" y="158138"/>
                  </a:lnTo>
                  <a:lnTo>
                    <a:pt x="6780225" y="135266"/>
                  </a:lnTo>
                  <a:lnTo>
                    <a:pt x="6845166" y="114855"/>
                  </a:lnTo>
                  <a:lnTo>
                    <a:pt x="6915974" y="96594"/>
                  </a:lnTo>
                  <a:lnTo>
                    <a:pt x="6992983" y="80238"/>
                  </a:lnTo>
                  <a:lnTo>
                    <a:pt x="7076001" y="65613"/>
                  </a:lnTo>
                  <a:lnTo>
                    <a:pt x="7164087" y="52620"/>
                  </a:lnTo>
                  <a:lnTo>
                    <a:pt x="7255340" y="41227"/>
                  </a:lnTo>
                  <a:lnTo>
                    <a:pt x="7346792" y="31451"/>
                  </a:lnTo>
                  <a:lnTo>
                    <a:pt x="7434521" y="23334"/>
                  </a:lnTo>
                  <a:lnTo>
                    <a:pt x="7514077" y="16898"/>
                  </a:lnTo>
                  <a:lnTo>
                    <a:pt x="7581237" y="12104"/>
                  </a:lnTo>
                  <a:lnTo>
                    <a:pt x="7632916" y="8825"/>
                  </a:lnTo>
                  <a:lnTo>
                    <a:pt x="7667965" y="6838"/>
                  </a:lnTo>
                  <a:lnTo>
                    <a:pt x="7687568" y="5839"/>
                  </a:lnTo>
                  <a:lnTo>
                    <a:pt x="7695186" y="548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53" y="1655184"/>
                  </a:lnTo>
                  <a:lnTo>
                    <a:pt x="3838593" y="1655514"/>
                  </a:lnTo>
                  <a:lnTo>
                    <a:pt x="3817980" y="1656425"/>
                  </a:lnTo>
                  <a:lnTo>
                    <a:pt x="3781662" y="1658214"/>
                  </a:lnTo>
                  <a:lnTo>
                    <a:pt x="3728609" y="1661139"/>
                  </a:lnTo>
                  <a:lnTo>
                    <a:pt x="3660146" y="1665390"/>
                  </a:lnTo>
                  <a:lnTo>
                    <a:pt x="3579506" y="1671072"/>
                  </a:lnTo>
                  <a:lnTo>
                    <a:pt x="3491007" y="1678211"/>
                  </a:lnTo>
                  <a:lnTo>
                    <a:pt x="3399122" y="1686786"/>
                  </a:lnTo>
                  <a:lnTo>
                    <a:pt x="3307743" y="1696763"/>
                  </a:lnTo>
                  <a:lnTo>
                    <a:pt x="3219771" y="1708128"/>
                  </a:lnTo>
                  <a:lnTo>
                    <a:pt x="3137028" y="1720914"/>
                  </a:lnTo>
                  <a:lnTo>
                    <a:pt x="3060384" y="1735215"/>
                  </a:lnTo>
                  <a:lnTo>
                    <a:pt x="2989968" y="1751187"/>
                  </a:lnTo>
                  <a:lnTo>
                    <a:pt x="2925401" y="1769051"/>
                  </a:lnTo>
                  <a:lnTo>
                    <a:pt x="2865982" y="1789081"/>
                  </a:lnTo>
                  <a:lnTo>
                    <a:pt x="2810840" y="1811593"/>
                  </a:lnTo>
                  <a:lnTo>
                    <a:pt x="2759036" y="1836916"/>
                  </a:lnTo>
                  <a:lnTo>
                    <a:pt x="2709654" y="1865335"/>
                  </a:lnTo>
                  <a:lnTo>
                    <a:pt x="2667772" y="1892883"/>
                  </a:lnTo>
                  <a:lnTo>
                    <a:pt x="2623352" y="1925488"/>
                  </a:lnTo>
                  <a:lnTo>
                    <a:pt x="2579365" y="1961088"/>
                  </a:lnTo>
                  <a:lnTo>
                    <a:pt x="2535428" y="1999736"/>
                  </a:lnTo>
                  <a:lnTo>
                    <a:pt x="2491263" y="2041403"/>
                  </a:lnTo>
                  <a:lnTo>
                    <a:pt x="2446689" y="2085971"/>
                  </a:lnTo>
                  <a:lnTo>
                    <a:pt x="2401607" y="2133225"/>
                  </a:lnTo>
                  <a:lnTo>
                    <a:pt x="2355996" y="2182847"/>
                  </a:lnTo>
                  <a:lnTo>
                    <a:pt x="2309898" y="2234429"/>
                  </a:lnTo>
                  <a:lnTo>
                    <a:pt x="2263411" y="2287477"/>
                  </a:lnTo>
                  <a:lnTo>
                    <a:pt x="2216674" y="2341432"/>
                  </a:lnTo>
                  <a:lnTo>
                    <a:pt x="2169852" y="2395692"/>
                  </a:lnTo>
                  <a:lnTo>
                    <a:pt x="2123116" y="2449643"/>
                  </a:lnTo>
                  <a:lnTo>
                    <a:pt x="2076631" y="2502682"/>
                  </a:lnTo>
                  <a:lnTo>
                    <a:pt x="2030537" y="2554252"/>
                  </a:lnTo>
                  <a:lnTo>
                    <a:pt x="1984929" y="2603860"/>
                  </a:lnTo>
                  <a:lnTo>
                    <a:pt x="1939851" y="2651095"/>
                  </a:lnTo>
                  <a:lnTo>
                    <a:pt x="1895280" y="2695643"/>
                  </a:lnTo>
                  <a:lnTo>
                    <a:pt x="1851118" y="2737290"/>
                  </a:lnTo>
                  <a:lnTo>
                    <a:pt x="1807181" y="2775916"/>
                  </a:lnTo>
                  <a:lnTo>
                    <a:pt x="1763193" y="2811495"/>
                  </a:lnTo>
                  <a:lnTo>
                    <a:pt x="1719082" y="2843861"/>
                  </a:lnTo>
                  <a:lnTo>
                    <a:pt x="1671149" y="2875127"/>
                  </a:lnTo>
                  <a:lnTo>
                    <a:pt x="1621512" y="2903148"/>
                  </a:lnTo>
                  <a:lnTo>
                    <a:pt x="1569343" y="2928103"/>
                  </a:lnTo>
                  <a:lnTo>
                    <a:pt x="1513719" y="2950288"/>
                  </a:lnTo>
                  <a:lnTo>
                    <a:pt x="1453703" y="2970032"/>
                  </a:lnTo>
                  <a:lnTo>
                    <a:pt x="1388440" y="2987645"/>
                  </a:lnTo>
                  <a:lnTo>
                    <a:pt x="1317261" y="3003398"/>
                  </a:lnTo>
                  <a:lnTo>
                    <a:pt x="1239836" y="3017503"/>
                  </a:lnTo>
                  <a:lnTo>
                    <a:pt x="1156377" y="3030109"/>
                  </a:lnTo>
                  <a:lnTo>
                    <a:pt x="1067859" y="3041300"/>
                  </a:lnTo>
                  <a:lnTo>
                    <a:pt x="976237" y="3051103"/>
                  </a:lnTo>
                  <a:lnTo>
                    <a:pt x="884545" y="3059501"/>
                  </a:lnTo>
                  <a:lnTo>
                    <a:pt x="796776" y="3066460"/>
                  </a:lnTo>
                  <a:lnTo>
                    <a:pt x="717431" y="3071960"/>
                  </a:lnTo>
                  <a:lnTo>
                    <a:pt x="650744" y="3076038"/>
                  </a:lnTo>
                  <a:lnTo>
                    <a:pt x="599751" y="3078810"/>
                  </a:lnTo>
                  <a:lnTo>
                    <a:pt x="565496" y="3080474"/>
                  </a:lnTo>
                  <a:lnTo>
                    <a:pt x="546650" y="3081297"/>
                  </a:lnTo>
                  <a:lnTo>
                    <a:pt x="539591" y="3081575"/>
                  </a:lnTo>
                  <a:lnTo>
                    <a:pt x="538736" y="3081606"/>
                  </a:lnTo>
                  <a:lnTo>
                    <a:pt x="0" y="3081606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88" name="pl1188"/>
            <p:cNvSpPr/>
            <p:nvPr/>
          </p:nvSpPr>
          <p:spPr>
            <a:xfrm>
              <a:off x="546595" y="1180575"/>
              <a:ext cx="8234974" cy="3081606"/>
            </a:xfrm>
            <a:custGeom>
              <a:avLst/>
              <a:pathLst>
                <a:path w="8234974" h="3081606">
                  <a:moveTo>
                    <a:pt x="0" y="3081606"/>
                  </a:moveTo>
                  <a:lnTo>
                    <a:pt x="538736" y="3081606"/>
                  </a:lnTo>
                  <a:lnTo>
                    <a:pt x="540001" y="3081560"/>
                  </a:lnTo>
                  <a:lnTo>
                    <a:pt x="548262" y="3081230"/>
                  </a:lnTo>
                  <a:lnTo>
                    <a:pt x="568875" y="3080319"/>
                  </a:lnTo>
                  <a:lnTo>
                    <a:pt x="605193" y="3078530"/>
                  </a:lnTo>
                  <a:lnTo>
                    <a:pt x="658245" y="3075605"/>
                  </a:lnTo>
                  <a:lnTo>
                    <a:pt x="726709" y="3071354"/>
                  </a:lnTo>
                  <a:lnTo>
                    <a:pt x="807349" y="3065672"/>
                  </a:lnTo>
                  <a:lnTo>
                    <a:pt x="895848" y="3058533"/>
                  </a:lnTo>
                  <a:lnTo>
                    <a:pt x="987733" y="3049957"/>
                  </a:lnTo>
                  <a:lnTo>
                    <a:pt x="1079112" y="3039981"/>
                  </a:lnTo>
                  <a:lnTo>
                    <a:pt x="1167084" y="3028616"/>
                  </a:lnTo>
                  <a:lnTo>
                    <a:pt x="1249826" y="3015829"/>
                  </a:lnTo>
                  <a:lnTo>
                    <a:pt x="1326471" y="3001528"/>
                  </a:lnTo>
                  <a:lnTo>
                    <a:pt x="1396886" y="2985556"/>
                  </a:lnTo>
                  <a:lnTo>
                    <a:pt x="1461454" y="2967693"/>
                  </a:lnTo>
                  <a:lnTo>
                    <a:pt x="1520872" y="2947663"/>
                  </a:lnTo>
                  <a:lnTo>
                    <a:pt x="1576015" y="2925150"/>
                  </a:lnTo>
                  <a:lnTo>
                    <a:pt x="1627819" y="2899828"/>
                  </a:lnTo>
                  <a:lnTo>
                    <a:pt x="1677201" y="2871409"/>
                  </a:lnTo>
                  <a:lnTo>
                    <a:pt x="1719082" y="2843861"/>
                  </a:lnTo>
                  <a:lnTo>
                    <a:pt x="1763503" y="2811256"/>
                  </a:lnTo>
                  <a:lnTo>
                    <a:pt x="1807489" y="2775656"/>
                  </a:lnTo>
                  <a:lnTo>
                    <a:pt x="1851427" y="2737008"/>
                  </a:lnTo>
                  <a:lnTo>
                    <a:pt x="1895591" y="2695341"/>
                  </a:lnTo>
                  <a:lnTo>
                    <a:pt x="1940166" y="2650772"/>
                  </a:lnTo>
                  <a:lnTo>
                    <a:pt x="1985247" y="2603519"/>
                  </a:lnTo>
                  <a:lnTo>
                    <a:pt x="2030859" y="2553896"/>
                  </a:lnTo>
                  <a:lnTo>
                    <a:pt x="2076957" y="2502314"/>
                  </a:lnTo>
                  <a:lnTo>
                    <a:pt x="2123443" y="2449266"/>
                  </a:lnTo>
                  <a:lnTo>
                    <a:pt x="2170180" y="2395312"/>
                  </a:lnTo>
                  <a:lnTo>
                    <a:pt x="2217003" y="2341051"/>
                  </a:lnTo>
                  <a:lnTo>
                    <a:pt x="2263739" y="2287101"/>
                  </a:lnTo>
                  <a:lnTo>
                    <a:pt x="2310223" y="2234062"/>
                  </a:lnTo>
                  <a:lnTo>
                    <a:pt x="2356318" y="2182492"/>
                  </a:lnTo>
                  <a:lnTo>
                    <a:pt x="2401926" y="2132884"/>
                  </a:lnTo>
                  <a:lnTo>
                    <a:pt x="2447004" y="2085649"/>
                  </a:lnTo>
                  <a:lnTo>
                    <a:pt x="2491575" y="2041100"/>
                  </a:lnTo>
                  <a:lnTo>
                    <a:pt x="2535737" y="1999454"/>
                  </a:lnTo>
                  <a:lnTo>
                    <a:pt x="2579673" y="1960827"/>
                  </a:lnTo>
                  <a:lnTo>
                    <a:pt x="2623661" y="1925249"/>
                  </a:lnTo>
                  <a:lnTo>
                    <a:pt x="2667772" y="1892883"/>
                  </a:lnTo>
                  <a:lnTo>
                    <a:pt x="2715706" y="1861616"/>
                  </a:lnTo>
                  <a:lnTo>
                    <a:pt x="2765342" y="1833596"/>
                  </a:lnTo>
                  <a:lnTo>
                    <a:pt x="2817511" y="1808641"/>
                  </a:lnTo>
                  <a:lnTo>
                    <a:pt x="2873136" y="1786456"/>
                  </a:lnTo>
                  <a:lnTo>
                    <a:pt x="2933151" y="1766712"/>
                  </a:lnTo>
                  <a:lnTo>
                    <a:pt x="2998414" y="1749099"/>
                  </a:lnTo>
                  <a:lnTo>
                    <a:pt x="3069594" y="1733345"/>
                  </a:lnTo>
                  <a:lnTo>
                    <a:pt x="3147018" y="1719241"/>
                  </a:lnTo>
                  <a:lnTo>
                    <a:pt x="3230477" y="1706635"/>
                  </a:lnTo>
                  <a:lnTo>
                    <a:pt x="3318995" y="1695444"/>
                  </a:lnTo>
                  <a:lnTo>
                    <a:pt x="3410618" y="1685641"/>
                  </a:lnTo>
                  <a:lnTo>
                    <a:pt x="3502310" y="1677242"/>
                  </a:lnTo>
                  <a:lnTo>
                    <a:pt x="3590079" y="1670284"/>
                  </a:lnTo>
                  <a:lnTo>
                    <a:pt x="3669424" y="1664784"/>
                  </a:lnTo>
                  <a:lnTo>
                    <a:pt x="3736110" y="1660705"/>
                  </a:lnTo>
                  <a:lnTo>
                    <a:pt x="3787104" y="1657934"/>
                  </a:lnTo>
                  <a:lnTo>
                    <a:pt x="3821358" y="1656270"/>
                  </a:lnTo>
                  <a:lnTo>
                    <a:pt x="3840204" y="1655447"/>
                  </a:lnTo>
                  <a:lnTo>
                    <a:pt x="3847263" y="1655169"/>
                  </a:lnTo>
                  <a:lnTo>
                    <a:pt x="3848118" y="1655138"/>
                  </a:lnTo>
                  <a:lnTo>
                    <a:pt x="4386855" y="1655138"/>
                  </a:lnTo>
                  <a:lnTo>
                    <a:pt x="4388108" y="1655085"/>
                  </a:lnTo>
                  <a:lnTo>
                    <a:pt x="4396289" y="1654706"/>
                  </a:lnTo>
                  <a:lnTo>
                    <a:pt x="4416712" y="1653659"/>
                  </a:lnTo>
                  <a:lnTo>
                    <a:pt x="4452715" y="1651604"/>
                  </a:lnTo>
                  <a:lnTo>
                    <a:pt x="4505343" y="1648244"/>
                  </a:lnTo>
                  <a:lnTo>
                    <a:pt x="4573320" y="1643357"/>
                  </a:lnTo>
                  <a:lnTo>
                    <a:pt x="4653470" y="1636823"/>
                  </a:lnTo>
                  <a:lnTo>
                    <a:pt x="4741534" y="1628609"/>
                  </a:lnTo>
                  <a:lnTo>
                    <a:pt x="4833074" y="1618740"/>
                  </a:lnTo>
                  <a:lnTo>
                    <a:pt x="4924214" y="1607254"/>
                  </a:lnTo>
                  <a:lnTo>
                    <a:pt x="5012048" y="1594168"/>
                  </a:lnTo>
                  <a:lnTo>
                    <a:pt x="5094736" y="1579446"/>
                  </a:lnTo>
                  <a:lnTo>
                    <a:pt x="5171385" y="1562985"/>
                  </a:lnTo>
                  <a:lnTo>
                    <a:pt x="5241840" y="1544606"/>
                  </a:lnTo>
                  <a:lnTo>
                    <a:pt x="5306460" y="1524062"/>
                  </a:lnTo>
                  <a:lnTo>
                    <a:pt x="5365925" y="1501037"/>
                  </a:lnTo>
                  <a:lnTo>
                    <a:pt x="5421094" y="1475172"/>
                  </a:lnTo>
                  <a:lnTo>
                    <a:pt x="5472894" y="1446089"/>
                  </a:lnTo>
                  <a:lnTo>
                    <a:pt x="5522235" y="1413454"/>
                  </a:lnTo>
                  <a:lnTo>
                    <a:pt x="5567201" y="1379281"/>
                  </a:lnTo>
                  <a:lnTo>
                    <a:pt x="5609891" y="1342998"/>
                  </a:lnTo>
                  <a:lnTo>
                    <a:pt x="5652164" y="1303510"/>
                  </a:lnTo>
                  <a:lnTo>
                    <a:pt x="5694368" y="1260759"/>
                  </a:lnTo>
                  <a:lnTo>
                    <a:pt x="5736758" y="1214765"/>
                  </a:lnTo>
                  <a:lnTo>
                    <a:pt x="5779505" y="1165636"/>
                  </a:lnTo>
                  <a:lnTo>
                    <a:pt x="5822709" y="1113577"/>
                  </a:lnTo>
                  <a:lnTo>
                    <a:pt x="5866403" y="1058891"/>
                  </a:lnTo>
                  <a:lnTo>
                    <a:pt x="5910563" y="1001975"/>
                  </a:lnTo>
                  <a:lnTo>
                    <a:pt x="5955116" y="943314"/>
                  </a:lnTo>
                  <a:lnTo>
                    <a:pt x="5999948" y="883464"/>
                  </a:lnTo>
                  <a:lnTo>
                    <a:pt x="6044921" y="823030"/>
                  </a:lnTo>
                  <a:lnTo>
                    <a:pt x="6089882" y="762644"/>
                  </a:lnTo>
                  <a:lnTo>
                    <a:pt x="6134681" y="702934"/>
                  </a:lnTo>
                  <a:lnTo>
                    <a:pt x="6179181" y="644501"/>
                  </a:lnTo>
                  <a:lnTo>
                    <a:pt x="6223274" y="587891"/>
                  </a:lnTo>
                  <a:lnTo>
                    <a:pt x="6266895" y="533575"/>
                  </a:lnTo>
                  <a:lnTo>
                    <a:pt x="6310027" y="481939"/>
                  </a:lnTo>
                  <a:lnTo>
                    <a:pt x="6352713" y="433270"/>
                  </a:lnTo>
                  <a:lnTo>
                    <a:pt x="6395061" y="387757"/>
                  </a:lnTo>
                  <a:lnTo>
                    <a:pt x="6437258" y="345497"/>
                  </a:lnTo>
                  <a:lnTo>
                    <a:pt x="6479569" y="306495"/>
                  </a:lnTo>
                  <a:lnTo>
                    <a:pt x="6515891" y="275856"/>
                  </a:lnTo>
                  <a:lnTo>
                    <a:pt x="6563662" y="239693"/>
                  </a:lnTo>
                  <a:lnTo>
                    <a:pt x="6613122" y="207270"/>
                  </a:lnTo>
                  <a:lnTo>
                    <a:pt x="6665091" y="178384"/>
                  </a:lnTo>
                  <a:lnTo>
                    <a:pt x="6720483" y="152693"/>
                  </a:lnTo>
                  <a:lnTo>
                    <a:pt x="6780225" y="129822"/>
                  </a:lnTo>
                  <a:lnTo>
                    <a:pt x="6845166" y="109411"/>
                  </a:lnTo>
                  <a:lnTo>
                    <a:pt x="6915974" y="91150"/>
                  </a:lnTo>
                  <a:lnTo>
                    <a:pt x="6992983" y="74793"/>
                  </a:lnTo>
                  <a:lnTo>
                    <a:pt x="7076001" y="60168"/>
                  </a:lnTo>
                  <a:lnTo>
                    <a:pt x="7164087" y="47175"/>
                  </a:lnTo>
                  <a:lnTo>
                    <a:pt x="7255340" y="35782"/>
                  </a:lnTo>
                  <a:lnTo>
                    <a:pt x="7346792" y="26007"/>
                  </a:lnTo>
                  <a:lnTo>
                    <a:pt x="7434521" y="17890"/>
                  </a:lnTo>
                  <a:lnTo>
                    <a:pt x="7514077" y="11453"/>
                  </a:lnTo>
                  <a:lnTo>
                    <a:pt x="7581237" y="6659"/>
                  </a:lnTo>
                  <a:lnTo>
                    <a:pt x="7632916" y="3381"/>
                  </a:lnTo>
                  <a:lnTo>
                    <a:pt x="7667965" y="1393"/>
                  </a:lnTo>
                  <a:lnTo>
                    <a:pt x="7687568" y="394"/>
                  </a:lnTo>
                  <a:lnTo>
                    <a:pt x="7695186" y="4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9" name="pl1189"/>
            <p:cNvSpPr/>
            <p:nvPr/>
          </p:nvSpPr>
          <p:spPr>
            <a:xfrm>
              <a:off x="546595" y="1175130"/>
              <a:ext cx="8234974" cy="3081606"/>
            </a:xfrm>
            <a:custGeom>
              <a:avLst/>
              <a:pathLst>
                <a:path w="8234974" h="3081606">
                  <a:moveTo>
                    <a:pt x="8234974" y="0"/>
                  </a:move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53" y="1655184"/>
                  </a:lnTo>
                  <a:lnTo>
                    <a:pt x="3838593" y="1655514"/>
                  </a:lnTo>
                  <a:lnTo>
                    <a:pt x="3817980" y="1656425"/>
                  </a:lnTo>
                  <a:lnTo>
                    <a:pt x="3781662" y="1658214"/>
                  </a:lnTo>
                  <a:lnTo>
                    <a:pt x="3728609" y="1661139"/>
                  </a:lnTo>
                  <a:lnTo>
                    <a:pt x="3660146" y="1665390"/>
                  </a:lnTo>
                  <a:lnTo>
                    <a:pt x="3579506" y="1671072"/>
                  </a:lnTo>
                  <a:lnTo>
                    <a:pt x="3491007" y="1678211"/>
                  </a:lnTo>
                  <a:lnTo>
                    <a:pt x="3399122" y="1686786"/>
                  </a:lnTo>
                  <a:lnTo>
                    <a:pt x="3307743" y="1696763"/>
                  </a:lnTo>
                  <a:lnTo>
                    <a:pt x="3219771" y="1708128"/>
                  </a:lnTo>
                  <a:lnTo>
                    <a:pt x="3137028" y="1720914"/>
                  </a:lnTo>
                  <a:lnTo>
                    <a:pt x="3060384" y="1735215"/>
                  </a:lnTo>
                  <a:lnTo>
                    <a:pt x="2989968" y="1751187"/>
                  </a:lnTo>
                  <a:lnTo>
                    <a:pt x="2925401" y="1769051"/>
                  </a:lnTo>
                  <a:lnTo>
                    <a:pt x="2865982" y="1789081"/>
                  </a:lnTo>
                  <a:lnTo>
                    <a:pt x="2810840" y="1811593"/>
                  </a:lnTo>
                  <a:lnTo>
                    <a:pt x="2759036" y="1836916"/>
                  </a:lnTo>
                  <a:lnTo>
                    <a:pt x="2709654" y="1865335"/>
                  </a:lnTo>
                  <a:lnTo>
                    <a:pt x="2667772" y="1892883"/>
                  </a:lnTo>
                  <a:lnTo>
                    <a:pt x="2623352" y="1925488"/>
                  </a:lnTo>
                  <a:lnTo>
                    <a:pt x="2579365" y="1961088"/>
                  </a:lnTo>
                  <a:lnTo>
                    <a:pt x="2535428" y="1999736"/>
                  </a:lnTo>
                  <a:lnTo>
                    <a:pt x="2491263" y="2041403"/>
                  </a:lnTo>
                  <a:lnTo>
                    <a:pt x="2446689" y="2085971"/>
                  </a:lnTo>
                  <a:lnTo>
                    <a:pt x="2401607" y="2133225"/>
                  </a:lnTo>
                  <a:lnTo>
                    <a:pt x="2355996" y="2182847"/>
                  </a:lnTo>
                  <a:lnTo>
                    <a:pt x="2309898" y="2234429"/>
                  </a:lnTo>
                  <a:lnTo>
                    <a:pt x="2263411" y="2287477"/>
                  </a:lnTo>
                  <a:lnTo>
                    <a:pt x="2216674" y="2341432"/>
                  </a:lnTo>
                  <a:lnTo>
                    <a:pt x="2169852" y="2395692"/>
                  </a:lnTo>
                  <a:lnTo>
                    <a:pt x="2123116" y="2449643"/>
                  </a:lnTo>
                  <a:lnTo>
                    <a:pt x="2076631" y="2502682"/>
                  </a:lnTo>
                  <a:lnTo>
                    <a:pt x="2030537" y="2554252"/>
                  </a:lnTo>
                  <a:lnTo>
                    <a:pt x="1984929" y="2603860"/>
                  </a:lnTo>
                  <a:lnTo>
                    <a:pt x="1939851" y="2651095"/>
                  </a:lnTo>
                  <a:lnTo>
                    <a:pt x="1895280" y="2695643"/>
                  </a:lnTo>
                  <a:lnTo>
                    <a:pt x="1851118" y="2737290"/>
                  </a:lnTo>
                  <a:lnTo>
                    <a:pt x="1807181" y="2775916"/>
                  </a:lnTo>
                  <a:lnTo>
                    <a:pt x="1763193" y="2811495"/>
                  </a:lnTo>
                  <a:lnTo>
                    <a:pt x="1719082" y="2843861"/>
                  </a:lnTo>
                  <a:lnTo>
                    <a:pt x="1671149" y="2875127"/>
                  </a:lnTo>
                  <a:lnTo>
                    <a:pt x="1621512" y="2903148"/>
                  </a:lnTo>
                  <a:lnTo>
                    <a:pt x="1569343" y="2928103"/>
                  </a:lnTo>
                  <a:lnTo>
                    <a:pt x="1513719" y="2950288"/>
                  </a:lnTo>
                  <a:lnTo>
                    <a:pt x="1453703" y="2970032"/>
                  </a:lnTo>
                  <a:lnTo>
                    <a:pt x="1388440" y="2987645"/>
                  </a:lnTo>
                  <a:lnTo>
                    <a:pt x="1317261" y="3003398"/>
                  </a:lnTo>
                  <a:lnTo>
                    <a:pt x="1239836" y="3017503"/>
                  </a:lnTo>
                  <a:lnTo>
                    <a:pt x="1156377" y="3030109"/>
                  </a:lnTo>
                  <a:lnTo>
                    <a:pt x="1067859" y="3041300"/>
                  </a:lnTo>
                  <a:lnTo>
                    <a:pt x="976237" y="3051103"/>
                  </a:lnTo>
                  <a:lnTo>
                    <a:pt x="884545" y="3059501"/>
                  </a:lnTo>
                  <a:lnTo>
                    <a:pt x="796776" y="3066460"/>
                  </a:lnTo>
                  <a:lnTo>
                    <a:pt x="717431" y="3071960"/>
                  </a:lnTo>
                  <a:lnTo>
                    <a:pt x="650744" y="3076038"/>
                  </a:lnTo>
                  <a:lnTo>
                    <a:pt x="599751" y="3078810"/>
                  </a:lnTo>
                  <a:lnTo>
                    <a:pt x="565496" y="3080474"/>
                  </a:lnTo>
                  <a:lnTo>
                    <a:pt x="546650" y="3081297"/>
                  </a:lnTo>
                  <a:lnTo>
                    <a:pt x="539591" y="3081575"/>
                  </a:lnTo>
                  <a:lnTo>
                    <a:pt x="538736" y="3081606"/>
                  </a:lnTo>
                  <a:lnTo>
                    <a:pt x="0" y="30816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0" name="pg1190"/>
            <p:cNvSpPr/>
            <p:nvPr/>
          </p:nvSpPr>
          <p:spPr>
            <a:xfrm>
              <a:off x="546595" y="2933715"/>
              <a:ext cx="8234974" cy="1333910"/>
            </a:xfrm>
            <a:custGeom>
              <a:avLst/>
              <a:pathLst>
                <a:path w="8234974" h="1333910">
                  <a:moveTo>
                    <a:pt x="0" y="1333910"/>
                  </a:moveTo>
                  <a:lnTo>
                    <a:pt x="538736" y="1333910"/>
                  </a:lnTo>
                  <a:lnTo>
                    <a:pt x="540006" y="1333867"/>
                  </a:lnTo>
                  <a:lnTo>
                    <a:pt x="548297" y="1333559"/>
                  </a:lnTo>
                  <a:lnTo>
                    <a:pt x="568984" y="1332707"/>
                  </a:lnTo>
                  <a:lnTo>
                    <a:pt x="605425" y="1331034"/>
                  </a:lnTo>
                  <a:lnTo>
                    <a:pt x="658643" y="1328300"/>
                  </a:lnTo>
                  <a:lnTo>
                    <a:pt x="727295" y="1324326"/>
                  </a:lnTo>
                  <a:lnTo>
                    <a:pt x="808124" y="1319017"/>
                  </a:lnTo>
                  <a:lnTo>
                    <a:pt x="896792" y="1312346"/>
                  </a:lnTo>
                  <a:lnTo>
                    <a:pt x="988809" y="1304335"/>
                  </a:lnTo>
                  <a:lnTo>
                    <a:pt x="1080280" y="1295016"/>
                  </a:lnTo>
                  <a:lnTo>
                    <a:pt x="1168305" y="1284400"/>
                  </a:lnTo>
                  <a:lnTo>
                    <a:pt x="1251067" y="1272457"/>
                  </a:lnTo>
                  <a:lnTo>
                    <a:pt x="1327709" y="1259097"/>
                  </a:lnTo>
                  <a:lnTo>
                    <a:pt x="1398109" y="1244174"/>
                  </a:lnTo>
                  <a:lnTo>
                    <a:pt x="1462656" y="1227481"/>
                  </a:lnTo>
                  <a:lnTo>
                    <a:pt x="1522057" y="1208759"/>
                  </a:lnTo>
                  <a:lnTo>
                    <a:pt x="1577190" y="1187713"/>
                  </a:lnTo>
                  <a:lnTo>
                    <a:pt x="1628996" y="1164037"/>
                  </a:lnTo>
                  <a:lnTo>
                    <a:pt x="1678395" y="1137464"/>
                  </a:lnTo>
                  <a:lnTo>
                    <a:pt x="1719082" y="1112499"/>
                  </a:lnTo>
                  <a:lnTo>
                    <a:pt x="1764269" y="1081583"/>
                  </a:lnTo>
                  <a:lnTo>
                    <a:pt x="1809013" y="1047778"/>
                  </a:lnTo>
                  <a:lnTo>
                    <a:pt x="1853718" y="1011036"/>
                  </a:lnTo>
                  <a:lnTo>
                    <a:pt x="1898671" y="971387"/>
                  </a:lnTo>
                  <a:lnTo>
                    <a:pt x="1944056" y="928953"/>
                  </a:lnTo>
                  <a:lnTo>
                    <a:pt x="1989972" y="883955"/>
                  </a:lnTo>
                  <a:lnTo>
                    <a:pt x="2036434" y="836709"/>
                  </a:lnTo>
                  <a:lnTo>
                    <a:pt x="2083390" y="787629"/>
                  </a:lnTo>
                  <a:lnTo>
                    <a:pt x="2130730" y="737208"/>
                  </a:lnTo>
                  <a:lnTo>
                    <a:pt x="2178304" y="686002"/>
                  </a:lnTo>
                  <a:lnTo>
                    <a:pt x="2225936" y="634603"/>
                  </a:lnTo>
                  <a:lnTo>
                    <a:pt x="2273444" y="583616"/>
                  </a:lnTo>
                  <a:lnTo>
                    <a:pt x="2320660" y="533623"/>
                  </a:lnTo>
                  <a:lnTo>
                    <a:pt x="2367446" y="485159"/>
                  </a:lnTo>
                  <a:lnTo>
                    <a:pt x="2413711" y="438691"/>
                  </a:lnTo>
                  <a:lnTo>
                    <a:pt x="2459427" y="394598"/>
                  </a:lnTo>
                  <a:lnTo>
                    <a:pt x="2504639" y="353161"/>
                  </a:lnTo>
                  <a:lnTo>
                    <a:pt x="2549474" y="314564"/>
                  </a:lnTo>
                  <a:lnTo>
                    <a:pt x="2594154" y="278895"/>
                  </a:lnTo>
                  <a:lnTo>
                    <a:pt x="2639007" y="246154"/>
                  </a:lnTo>
                  <a:lnTo>
                    <a:pt x="2667772" y="226855"/>
                  </a:lnTo>
                  <a:lnTo>
                    <a:pt x="2715769" y="197701"/>
                  </a:lnTo>
                  <a:lnTo>
                    <a:pt x="2765474" y="171577"/>
                  </a:lnTo>
                  <a:lnTo>
                    <a:pt x="2817720" y="148316"/>
                  </a:lnTo>
                  <a:lnTo>
                    <a:pt x="2873435" y="127639"/>
                  </a:lnTo>
                  <a:lnTo>
                    <a:pt x="2933557" y="109240"/>
                  </a:lnTo>
                  <a:lnTo>
                    <a:pt x="2998945" y="92829"/>
                  </a:lnTo>
                  <a:lnTo>
                    <a:pt x="3070269" y="78153"/>
                  </a:lnTo>
                  <a:lnTo>
                    <a:pt x="3147854" y="65014"/>
                  </a:lnTo>
                  <a:lnTo>
                    <a:pt x="3231485" y="53274"/>
                  </a:lnTo>
                  <a:lnTo>
                    <a:pt x="3320169" y="42854"/>
                  </a:lnTo>
                  <a:lnTo>
                    <a:pt x="3411934" y="33730"/>
                  </a:lnTo>
                  <a:lnTo>
                    <a:pt x="3503718" y="25919"/>
                  </a:lnTo>
                  <a:lnTo>
                    <a:pt x="3591500" y="19452"/>
                  </a:lnTo>
                  <a:lnTo>
                    <a:pt x="3670759" y="14347"/>
                  </a:lnTo>
                  <a:lnTo>
                    <a:pt x="3737259" y="10568"/>
                  </a:lnTo>
                  <a:lnTo>
                    <a:pt x="3787984" y="8006"/>
                  </a:lnTo>
                  <a:lnTo>
                    <a:pt x="3821931" y="6474"/>
                  </a:lnTo>
                  <a:lnTo>
                    <a:pt x="3840485" y="5721"/>
                  </a:lnTo>
                  <a:lnTo>
                    <a:pt x="3847332" y="547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6" y="5470"/>
                  </a:lnTo>
                  <a:lnTo>
                    <a:pt x="4396572" y="5655"/>
                  </a:lnTo>
                  <a:lnTo>
                    <a:pt x="4417580" y="6167"/>
                  </a:lnTo>
                  <a:lnTo>
                    <a:pt x="4454556" y="7170"/>
                  </a:lnTo>
                  <a:lnTo>
                    <a:pt x="4508490" y="8811"/>
                  </a:lnTo>
                  <a:lnTo>
                    <a:pt x="4577961" y="11193"/>
                  </a:lnTo>
                  <a:lnTo>
                    <a:pt x="4659611" y="14373"/>
                  </a:lnTo>
                  <a:lnTo>
                    <a:pt x="4749005" y="18366"/>
                  </a:lnTo>
                  <a:lnTo>
                    <a:pt x="4841593" y="23158"/>
                  </a:lnTo>
                  <a:lnTo>
                    <a:pt x="4933455" y="28730"/>
                  </a:lnTo>
                  <a:lnTo>
                    <a:pt x="5021702" y="35075"/>
                  </a:lnTo>
                  <a:lnTo>
                    <a:pt x="5104549" y="42216"/>
                  </a:lnTo>
                  <a:lnTo>
                    <a:pt x="5181177" y="50207"/>
                  </a:lnTo>
                  <a:lnTo>
                    <a:pt x="5251508" y="59138"/>
                  </a:lnTo>
                  <a:lnTo>
                    <a:pt x="5315966" y="69137"/>
                  </a:lnTo>
                  <a:lnTo>
                    <a:pt x="5375291" y="80361"/>
                  </a:lnTo>
                  <a:lnTo>
                    <a:pt x="5430384" y="92989"/>
                  </a:lnTo>
                  <a:lnTo>
                    <a:pt x="5482204" y="107203"/>
                  </a:lnTo>
                  <a:lnTo>
                    <a:pt x="5531678" y="123158"/>
                  </a:lnTo>
                  <a:lnTo>
                    <a:pt x="5567201" y="136113"/>
                  </a:lnTo>
                  <a:lnTo>
                    <a:pt x="5616633" y="156173"/>
                  </a:lnTo>
                  <a:lnTo>
                    <a:pt x="5665586" y="178280"/>
                  </a:lnTo>
                  <a:lnTo>
                    <a:pt x="5714563" y="202463"/>
                  </a:lnTo>
                  <a:lnTo>
                    <a:pt x="5763910" y="228684"/>
                  </a:lnTo>
                  <a:lnTo>
                    <a:pt x="5813831" y="256822"/>
                  </a:lnTo>
                  <a:lnTo>
                    <a:pt x="5864405" y="286674"/>
                  </a:lnTo>
                  <a:lnTo>
                    <a:pt x="5915607" y="317957"/>
                  </a:lnTo>
                  <a:lnTo>
                    <a:pt x="5967319" y="350310"/>
                  </a:lnTo>
                  <a:lnTo>
                    <a:pt x="6019358" y="383318"/>
                  </a:lnTo>
                  <a:lnTo>
                    <a:pt x="6071498" y="416523"/>
                  </a:lnTo>
                  <a:lnTo>
                    <a:pt x="6123502" y="449462"/>
                  </a:lnTo>
                  <a:lnTo>
                    <a:pt x="6175148" y="481681"/>
                  </a:lnTo>
                  <a:lnTo>
                    <a:pt x="6226262" y="512772"/>
                  </a:lnTo>
                  <a:lnTo>
                    <a:pt x="6276738" y="542385"/>
                  </a:lnTo>
                  <a:lnTo>
                    <a:pt x="6326565" y="570248"/>
                  </a:lnTo>
                  <a:lnTo>
                    <a:pt x="6375841" y="596171"/>
                  </a:lnTo>
                  <a:lnTo>
                    <a:pt x="6424789" y="620046"/>
                  </a:lnTo>
                  <a:lnTo>
                    <a:pt x="6473777" y="641844"/>
                  </a:lnTo>
                  <a:lnTo>
                    <a:pt x="6515891" y="658788"/>
                  </a:lnTo>
                  <a:lnTo>
                    <a:pt x="6564161" y="676085"/>
                  </a:lnTo>
                  <a:lnTo>
                    <a:pt x="6614164" y="691574"/>
                  </a:lnTo>
                  <a:lnTo>
                    <a:pt x="6666747" y="705357"/>
                  </a:lnTo>
                  <a:lnTo>
                    <a:pt x="6722853" y="717600"/>
                  </a:lnTo>
                  <a:lnTo>
                    <a:pt x="6783436" y="728487"/>
                  </a:lnTo>
                  <a:lnTo>
                    <a:pt x="6849367" y="738193"/>
                  </a:lnTo>
                  <a:lnTo>
                    <a:pt x="6921319" y="746868"/>
                  </a:lnTo>
                  <a:lnTo>
                    <a:pt x="6999605" y="754629"/>
                  </a:lnTo>
                  <a:lnTo>
                    <a:pt x="7083977" y="761559"/>
                  </a:lnTo>
                  <a:lnTo>
                    <a:pt x="7173384" y="767702"/>
                  </a:lnTo>
                  <a:lnTo>
                    <a:pt x="7265760" y="773071"/>
                  </a:lnTo>
                  <a:lnTo>
                    <a:pt x="7357928" y="777656"/>
                  </a:lnTo>
                  <a:lnTo>
                    <a:pt x="7445749" y="781437"/>
                  </a:lnTo>
                  <a:lnTo>
                    <a:pt x="7524618" y="784406"/>
                  </a:lnTo>
                  <a:lnTo>
                    <a:pt x="7590289" y="786587"/>
                  </a:lnTo>
                  <a:lnTo>
                    <a:pt x="7639836" y="788049"/>
                  </a:lnTo>
                  <a:lnTo>
                    <a:pt x="7672444" y="788909"/>
                  </a:lnTo>
                  <a:lnTo>
                    <a:pt x="7689749" y="789319"/>
                  </a:lnTo>
                  <a:lnTo>
                    <a:pt x="7695708" y="789447"/>
                  </a:lnTo>
                  <a:lnTo>
                    <a:pt x="7696237" y="789457"/>
                  </a:lnTo>
                  <a:lnTo>
                    <a:pt x="8234974" y="789457"/>
                  </a:lnTo>
                  <a:lnTo>
                    <a:pt x="8234974" y="784012"/>
                  </a:ln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8" y="43"/>
                  </a:lnTo>
                  <a:lnTo>
                    <a:pt x="3838557" y="351"/>
                  </a:lnTo>
                  <a:lnTo>
                    <a:pt x="3817870" y="1203"/>
                  </a:lnTo>
                  <a:lnTo>
                    <a:pt x="3781429" y="2876"/>
                  </a:lnTo>
                  <a:lnTo>
                    <a:pt x="3728212" y="5610"/>
                  </a:lnTo>
                  <a:lnTo>
                    <a:pt x="3659560" y="9583"/>
                  </a:lnTo>
                  <a:lnTo>
                    <a:pt x="3578731" y="14893"/>
                  </a:lnTo>
                  <a:lnTo>
                    <a:pt x="3490063" y="21564"/>
                  </a:lnTo>
                  <a:lnTo>
                    <a:pt x="3398045" y="29575"/>
                  </a:lnTo>
                  <a:lnTo>
                    <a:pt x="3306575" y="38894"/>
                  </a:lnTo>
                  <a:lnTo>
                    <a:pt x="3218550" y="49509"/>
                  </a:lnTo>
                  <a:lnTo>
                    <a:pt x="3135787" y="61453"/>
                  </a:lnTo>
                  <a:lnTo>
                    <a:pt x="3059145" y="74813"/>
                  </a:lnTo>
                  <a:lnTo>
                    <a:pt x="2988745" y="89736"/>
                  </a:lnTo>
                  <a:lnTo>
                    <a:pt x="2924198" y="106429"/>
                  </a:lnTo>
                  <a:lnTo>
                    <a:pt x="2864797" y="125151"/>
                  </a:lnTo>
                  <a:lnTo>
                    <a:pt x="2809665" y="146197"/>
                  </a:lnTo>
                  <a:lnTo>
                    <a:pt x="2757858" y="169873"/>
                  </a:lnTo>
                  <a:lnTo>
                    <a:pt x="2708460" y="196446"/>
                  </a:lnTo>
                  <a:lnTo>
                    <a:pt x="2667772" y="221411"/>
                  </a:lnTo>
                  <a:lnTo>
                    <a:pt x="2622586" y="252327"/>
                  </a:lnTo>
                  <a:lnTo>
                    <a:pt x="2577841" y="286132"/>
                  </a:lnTo>
                  <a:lnTo>
                    <a:pt x="2533136" y="322874"/>
                  </a:lnTo>
                  <a:lnTo>
                    <a:pt x="2488184" y="362523"/>
                  </a:lnTo>
                  <a:lnTo>
                    <a:pt x="2442798" y="404957"/>
                  </a:lnTo>
                  <a:lnTo>
                    <a:pt x="2396883" y="449955"/>
                  </a:lnTo>
                  <a:lnTo>
                    <a:pt x="2350421" y="497200"/>
                  </a:lnTo>
                  <a:lnTo>
                    <a:pt x="2303465" y="546280"/>
                  </a:lnTo>
                  <a:lnTo>
                    <a:pt x="2256125" y="596702"/>
                  </a:lnTo>
                  <a:lnTo>
                    <a:pt x="2208551" y="647908"/>
                  </a:lnTo>
                  <a:lnTo>
                    <a:pt x="2160919" y="699307"/>
                  </a:lnTo>
                  <a:lnTo>
                    <a:pt x="2113410" y="750294"/>
                  </a:lnTo>
                  <a:lnTo>
                    <a:pt x="2066195" y="800287"/>
                  </a:lnTo>
                  <a:lnTo>
                    <a:pt x="2019409" y="848750"/>
                  </a:lnTo>
                  <a:lnTo>
                    <a:pt x="1973144" y="895218"/>
                  </a:lnTo>
                  <a:lnTo>
                    <a:pt x="1927428" y="939312"/>
                  </a:lnTo>
                  <a:lnTo>
                    <a:pt x="1882216" y="980749"/>
                  </a:lnTo>
                  <a:lnTo>
                    <a:pt x="1837381" y="1019346"/>
                  </a:lnTo>
                  <a:lnTo>
                    <a:pt x="1792700" y="1055015"/>
                  </a:lnTo>
                  <a:lnTo>
                    <a:pt x="1747848" y="1087756"/>
                  </a:lnTo>
                  <a:lnTo>
                    <a:pt x="1719082" y="1107055"/>
                  </a:lnTo>
                  <a:lnTo>
                    <a:pt x="1671086" y="1136209"/>
                  </a:lnTo>
                  <a:lnTo>
                    <a:pt x="1621381" y="1162332"/>
                  </a:lnTo>
                  <a:lnTo>
                    <a:pt x="1569134" y="1185594"/>
                  </a:lnTo>
                  <a:lnTo>
                    <a:pt x="1513419" y="1206271"/>
                  </a:lnTo>
                  <a:lnTo>
                    <a:pt x="1453298" y="1224669"/>
                  </a:lnTo>
                  <a:lnTo>
                    <a:pt x="1387910" y="1241081"/>
                  </a:lnTo>
                  <a:lnTo>
                    <a:pt x="1316586" y="1255757"/>
                  </a:lnTo>
                  <a:lnTo>
                    <a:pt x="1239000" y="1268896"/>
                  </a:lnTo>
                  <a:lnTo>
                    <a:pt x="1155370" y="1280636"/>
                  </a:lnTo>
                  <a:lnTo>
                    <a:pt x="1066685" y="1291056"/>
                  </a:lnTo>
                  <a:lnTo>
                    <a:pt x="974920" y="1300180"/>
                  </a:lnTo>
                  <a:lnTo>
                    <a:pt x="883137" y="1307991"/>
                  </a:lnTo>
                  <a:lnTo>
                    <a:pt x="795355" y="1314458"/>
                  </a:lnTo>
                  <a:lnTo>
                    <a:pt x="716095" y="1319563"/>
                  </a:lnTo>
                  <a:lnTo>
                    <a:pt x="649595" y="1323342"/>
                  </a:lnTo>
                  <a:lnTo>
                    <a:pt x="598870" y="1325904"/>
                  </a:lnTo>
                  <a:lnTo>
                    <a:pt x="564924" y="1327436"/>
                  </a:lnTo>
                  <a:lnTo>
                    <a:pt x="546369" y="1328189"/>
                  </a:lnTo>
                  <a:lnTo>
                    <a:pt x="539522" y="1328439"/>
                  </a:lnTo>
                  <a:lnTo>
                    <a:pt x="538736" y="1328466"/>
                  </a:lnTo>
                  <a:lnTo>
                    <a:pt x="0" y="1328466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91" name="pl1191"/>
            <p:cNvSpPr/>
            <p:nvPr/>
          </p:nvSpPr>
          <p:spPr>
            <a:xfrm>
              <a:off x="546595" y="2939159"/>
              <a:ext cx="8234974" cy="1328466"/>
            </a:xfrm>
            <a:custGeom>
              <a:avLst/>
              <a:pathLst>
                <a:path w="8234974" h="1328466">
                  <a:moveTo>
                    <a:pt x="0" y="1328466"/>
                  </a:moveTo>
                  <a:lnTo>
                    <a:pt x="538736" y="1328466"/>
                  </a:lnTo>
                  <a:lnTo>
                    <a:pt x="540006" y="1328423"/>
                  </a:lnTo>
                  <a:lnTo>
                    <a:pt x="548297" y="1328114"/>
                  </a:lnTo>
                  <a:lnTo>
                    <a:pt x="568984" y="1327262"/>
                  </a:lnTo>
                  <a:lnTo>
                    <a:pt x="605425" y="1325590"/>
                  </a:lnTo>
                  <a:lnTo>
                    <a:pt x="658643" y="1322855"/>
                  </a:lnTo>
                  <a:lnTo>
                    <a:pt x="727295" y="1318882"/>
                  </a:lnTo>
                  <a:lnTo>
                    <a:pt x="808124" y="1313572"/>
                  </a:lnTo>
                  <a:lnTo>
                    <a:pt x="896792" y="1306902"/>
                  </a:lnTo>
                  <a:lnTo>
                    <a:pt x="988809" y="1298891"/>
                  </a:lnTo>
                  <a:lnTo>
                    <a:pt x="1080280" y="1289572"/>
                  </a:lnTo>
                  <a:lnTo>
                    <a:pt x="1168305" y="1278956"/>
                  </a:lnTo>
                  <a:lnTo>
                    <a:pt x="1251067" y="1267012"/>
                  </a:lnTo>
                  <a:lnTo>
                    <a:pt x="1327709" y="1253652"/>
                  </a:lnTo>
                  <a:lnTo>
                    <a:pt x="1398109" y="1238729"/>
                  </a:lnTo>
                  <a:lnTo>
                    <a:pt x="1462656" y="1222036"/>
                  </a:lnTo>
                  <a:lnTo>
                    <a:pt x="1522057" y="1203314"/>
                  </a:lnTo>
                  <a:lnTo>
                    <a:pt x="1577190" y="1182268"/>
                  </a:lnTo>
                  <a:lnTo>
                    <a:pt x="1628996" y="1158592"/>
                  </a:lnTo>
                  <a:lnTo>
                    <a:pt x="1678395" y="1132020"/>
                  </a:lnTo>
                  <a:lnTo>
                    <a:pt x="1719082" y="1107055"/>
                  </a:lnTo>
                  <a:lnTo>
                    <a:pt x="1764269" y="1076138"/>
                  </a:lnTo>
                  <a:lnTo>
                    <a:pt x="1809013" y="1042334"/>
                  </a:lnTo>
                  <a:lnTo>
                    <a:pt x="1853718" y="1005591"/>
                  </a:lnTo>
                  <a:lnTo>
                    <a:pt x="1898671" y="965942"/>
                  </a:lnTo>
                  <a:lnTo>
                    <a:pt x="1944056" y="923509"/>
                  </a:lnTo>
                  <a:lnTo>
                    <a:pt x="1989972" y="878510"/>
                  </a:lnTo>
                  <a:lnTo>
                    <a:pt x="2036434" y="831265"/>
                  </a:lnTo>
                  <a:lnTo>
                    <a:pt x="2083390" y="782185"/>
                  </a:lnTo>
                  <a:lnTo>
                    <a:pt x="2130730" y="731764"/>
                  </a:lnTo>
                  <a:lnTo>
                    <a:pt x="2178304" y="680557"/>
                  </a:lnTo>
                  <a:lnTo>
                    <a:pt x="2225936" y="629159"/>
                  </a:lnTo>
                  <a:lnTo>
                    <a:pt x="2273444" y="578172"/>
                  </a:lnTo>
                  <a:lnTo>
                    <a:pt x="2320660" y="528178"/>
                  </a:lnTo>
                  <a:lnTo>
                    <a:pt x="2367446" y="479715"/>
                  </a:lnTo>
                  <a:lnTo>
                    <a:pt x="2413711" y="433247"/>
                  </a:lnTo>
                  <a:lnTo>
                    <a:pt x="2459427" y="389153"/>
                  </a:lnTo>
                  <a:lnTo>
                    <a:pt x="2504639" y="347716"/>
                  </a:lnTo>
                  <a:lnTo>
                    <a:pt x="2549474" y="309119"/>
                  </a:lnTo>
                  <a:lnTo>
                    <a:pt x="2594154" y="273450"/>
                  </a:lnTo>
                  <a:lnTo>
                    <a:pt x="2639007" y="240710"/>
                  </a:lnTo>
                  <a:lnTo>
                    <a:pt x="2667772" y="221411"/>
                  </a:lnTo>
                  <a:lnTo>
                    <a:pt x="2715769" y="192257"/>
                  </a:lnTo>
                  <a:lnTo>
                    <a:pt x="2765474" y="166133"/>
                  </a:lnTo>
                  <a:lnTo>
                    <a:pt x="2817720" y="142871"/>
                  </a:lnTo>
                  <a:lnTo>
                    <a:pt x="2873435" y="122194"/>
                  </a:lnTo>
                  <a:lnTo>
                    <a:pt x="2933557" y="103796"/>
                  </a:lnTo>
                  <a:lnTo>
                    <a:pt x="2998945" y="87384"/>
                  </a:lnTo>
                  <a:lnTo>
                    <a:pt x="3070269" y="72708"/>
                  </a:lnTo>
                  <a:lnTo>
                    <a:pt x="3147854" y="59569"/>
                  </a:lnTo>
                  <a:lnTo>
                    <a:pt x="3231485" y="47829"/>
                  </a:lnTo>
                  <a:lnTo>
                    <a:pt x="3320169" y="37410"/>
                  </a:lnTo>
                  <a:lnTo>
                    <a:pt x="3411934" y="28286"/>
                  </a:lnTo>
                  <a:lnTo>
                    <a:pt x="3503718" y="20474"/>
                  </a:lnTo>
                  <a:lnTo>
                    <a:pt x="3591500" y="14007"/>
                  </a:lnTo>
                  <a:lnTo>
                    <a:pt x="3670759" y="8902"/>
                  </a:lnTo>
                  <a:lnTo>
                    <a:pt x="3737259" y="5123"/>
                  </a:lnTo>
                  <a:lnTo>
                    <a:pt x="3787984" y="2562"/>
                  </a:lnTo>
                  <a:lnTo>
                    <a:pt x="3821931" y="1029"/>
                  </a:lnTo>
                  <a:lnTo>
                    <a:pt x="3840485" y="277"/>
                  </a:lnTo>
                  <a:lnTo>
                    <a:pt x="3847332" y="2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6" y="25"/>
                  </a:lnTo>
                  <a:lnTo>
                    <a:pt x="4396572" y="210"/>
                  </a:lnTo>
                  <a:lnTo>
                    <a:pt x="4417580" y="722"/>
                  </a:lnTo>
                  <a:lnTo>
                    <a:pt x="4454556" y="1726"/>
                  </a:lnTo>
                  <a:lnTo>
                    <a:pt x="4508490" y="3366"/>
                  </a:lnTo>
                  <a:lnTo>
                    <a:pt x="4577961" y="5748"/>
                  </a:lnTo>
                  <a:lnTo>
                    <a:pt x="4659611" y="8929"/>
                  </a:lnTo>
                  <a:lnTo>
                    <a:pt x="4749005" y="12922"/>
                  </a:lnTo>
                  <a:lnTo>
                    <a:pt x="4841593" y="17713"/>
                  </a:lnTo>
                  <a:lnTo>
                    <a:pt x="4933455" y="23285"/>
                  </a:lnTo>
                  <a:lnTo>
                    <a:pt x="5021702" y="29631"/>
                  </a:lnTo>
                  <a:lnTo>
                    <a:pt x="5104549" y="36772"/>
                  </a:lnTo>
                  <a:lnTo>
                    <a:pt x="5181177" y="44762"/>
                  </a:lnTo>
                  <a:lnTo>
                    <a:pt x="5251508" y="53694"/>
                  </a:lnTo>
                  <a:lnTo>
                    <a:pt x="5315966" y="63693"/>
                  </a:lnTo>
                  <a:lnTo>
                    <a:pt x="5375291" y="74917"/>
                  </a:lnTo>
                  <a:lnTo>
                    <a:pt x="5430384" y="87544"/>
                  </a:lnTo>
                  <a:lnTo>
                    <a:pt x="5482204" y="101758"/>
                  </a:lnTo>
                  <a:lnTo>
                    <a:pt x="5531678" y="117714"/>
                  </a:lnTo>
                  <a:lnTo>
                    <a:pt x="5567201" y="130668"/>
                  </a:lnTo>
                  <a:lnTo>
                    <a:pt x="5616633" y="150728"/>
                  </a:lnTo>
                  <a:lnTo>
                    <a:pt x="5665586" y="172835"/>
                  </a:lnTo>
                  <a:lnTo>
                    <a:pt x="5714563" y="197019"/>
                  </a:lnTo>
                  <a:lnTo>
                    <a:pt x="5763910" y="223239"/>
                  </a:lnTo>
                  <a:lnTo>
                    <a:pt x="5813831" y="251377"/>
                  </a:lnTo>
                  <a:lnTo>
                    <a:pt x="5864405" y="281230"/>
                  </a:lnTo>
                  <a:lnTo>
                    <a:pt x="5915607" y="312512"/>
                  </a:lnTo>
                  <a:lnTo>
                    <a:pt x="5967319" y="344866"/>
                  </a:lnTo>
                  <a:lnTo>
                    <a:pt x="6019358" y="377873"/>
                  </a:lnTo>
                  <a:lnTo>
                    <a:pt x="6071498" y="411079"/>
                  </a:lnTo>
                  <a:lnTo>
                    <a:pt x="6123502" y="444017"/>
                  </a:lnTo>
                  <a:lnTo>
                    <a:pt x="6175148" y="476236"/>
                  </a:lnTo>
                  <a:lnTo>
                    <a:pt x="6226262" y="507327"/>
                  </a:lnTo>
                  <a:lnTo>
                    <a:pt x="6276738" y="536940"/>
                  </a:lnTo>
                  <a:lnTo>
                    <a:pt x="6326565" y="564803"/>
                  </a:lnTo>
                  <a:lnTo>
                    <a:pt x="6375841" y="590726"/>
                  </a:lnTo>
                  <a:lnTo>
                    <a:pt x="6424789" y="614601"/>
                  </a:lnTo>
                  <a:lnTo>
                    <a:pt x="6473777" y="636400"/>
                  </a:lnTo>
                  <a:lnTo>
                    <a:pt x="6515891" y="653344"/>
                  </a:lnTo>
                  <a:lnTo>
                    <a:pt x="6564161" y="670641"/>
                  </a:lnTo>
                  <a:lnTo>
                    <a:pt x="6614164" y="686130"/>
                  </a:lnTo>
                  <a:lnTo>
                    <a:pt x="6666747" y="699912"/>
                  </a:lnTo>
                  <a:lnTo>
                    <a:pt x="6722853" y="712155"/>
                  </a:lnTo>
                  <a:lnTo>
                    <a:pt x="6783436" y="723043"/>
                  </a:lnTo>
                  <a:lnTo>
                    <a:pt x="6849367" y="732749"/>
                  </a:lnTo>
                  <a:lnTo>
                    <a:pt x="6921319" y="741424"/>
                  </a:lnTo>
                  <a:lnTo>
                    <a:pt x="6999605" y="749185"/>
                  </a:lnTo>
                  <a:lnTo>
                    <a:pt x="7083977" y="756114"/>
                  </a:lnTo>
                  <a:lnTo>
                    <a:pt x="7173384" y="762257"/>
                  </a:lnTo>
                  <a:lnTo>
                    <a:pt x="7265760" y="767626"/>
                  </a:lnTo>
                  <a:lnTo>
                    <a:pt x="7357928" y="772211"/>
                  </a:lnTo>
                  <a:lnTo>
                    <a:pt x="7445749" y="775993"/>
                  </a:lnTo>
                  <a:lnTo>
                    <a:pt x="7524618" y="778962"/>
                  </a:lnTo>
                  <a:lnTo>
                    <a:pt x="7590289" y="781142"/>
                  </a:lnTo>
                  <a:lnTo>
                    <a:pt x="7639836" y="782605"/>
                  </a:lnTo>
                  <a:lnTo>
                    <a:pt x="7672444" y="783465"/>
                  </a:lnTo>
                  <a:lnTo>
                    <a:pt x="7689749" y="783874"/>
                  </a:lnTo>
                  <a:lnTo>
                    <a:pt x="7695708" y="784002"/>
                  </a:lnTo>
                  <a:lnTo>
                    <a:pt x="7696237" y="784012"/>
                  </a:lnTo>
                  <a:lnTo>
                    <a:pt x="8234974" y="784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2" name="pl1192"/>
            <p:cNvSpPr/>
            <p:nvPr/>
          </p:nvSpPr>
          <p:spPr>
            <a:xfrm>
              <a:off x="546595" y="2933715"/>
              <a:ext cx="8234974" cy="1328466"/>
            </a:xfrm>
            <a:custGeom>
              <a:avLst/>
              <a:pathLst>
                <a:path w="8234974" h="1328466">
                  <a:moveTo>
                    <a:pt x="8234974" y="784012"/>
                  </a:move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8" y="43"/>
                  </a:lnTo>
                  <a:lnTo>
                    <a:pt x="3838557" y="351"/>
                  </a:lnTo>
                  <a:lnTo>
                    <a:pt x="3817870" y="1203"/>
                  </a:lnTo>
                  <a:lnTo>
                    <a:pt x="3781429" y="2876"/>
                  </a:lnTo>
                  <a:lnTo>
                    <a:pt x="3728212" y="5610"/>
                  </a:lnTo>
                  <a:lnTo>
                    <a:pt x="3659560" y="9583"/>
                  </a:lnTo>
                  <a:lnTo>
                    <a:pt x="3578731" y="14893"/>
                  </a:lnTo>
                  <a:lnTo>
                    <a:pt x="3490063" y="21564"/>
                  </a:lnTo>
                  <a:lnTo>
                    <a:pt x="3398045" y="29575"/>
                  </a:lnTo>
                  <a:lnTo>
                    <a:pt x="3306575" y="38894"/>
                  </a:lnTo>
                  <a:lnTo>
                    <a:pt x="3218550" y="49509"/>
                  </a:lnTo>
                  <a:lnTo>
                    <a:pt x="3135787" y="61453"/>
                  </a:lnTo>
                  <a:lnTo>
                    <a:pt x="3059145" y="74813"/>
                  </a:lnTo>
                  <a:lnTo>
                    <a:pt x="2988745" y="89736"/>
                  </a:lnTo>
                  <a:lnTo>
                    <a:pt x="2924198" y="106429"/>
                  </a:lnTo>
                  <a:lnTo>
                    <a:pt x="2864797" y="125151"/>
                  </a:lnTo>
                  <a:lnTo>
                    <a:pt x="2809665" y="146197"/>
                  </a:lnTo>
                  <a:lnTo>
                    <a:pt x="2757858" y="169873"/>
                  </a:lnTo>
                  <a:lnTo>
                    <a:pt x="2708460" y="196446"/>
                  </a:lnTo>
                  <a:lnTo>
                    <a:pt x="2667772" y="221411"/>
                  </a:lnTo>
                  <a:lnTo>
                    <a:pt x="2622586" y="252327"/>
                  </a:lnTo>
                  <a:lnTo>
                    <a:pt x="2577841" y="286132"/>
                  </a:lnTo>
                  <a:lnTo>
                    <a:pt x="2533136" y="322874"/>
                  </a:lnTo>
                  <a:lnTo>
                    <a:pt x="2488184" y="362523"/>
                  </a:lnTo>
                  <a:lnTo>
                    <a:pt x="2442798" y="404957"/>
                  </a:lnTo>
                  <a:lnTo>
                    <a:pt x="2396883" y="449955"/>
                  </a:lnTo>
                  <a:lnTo>
                    <a:pt x="2350421" y="497200"/>
                  </a:lnTo>
                  <a:lnTo>
                    <a:pt x="2303465" y="546280"/>
                  </a:lnTo>
                  <a:lnTo>
                    <a:pt x="2256125" y="596702"/>
                  </a:lnTo>
                  <a:lnTo>
                    <a:pt x="2208551" y="647908"/>
                  </a:lnTo>
                  <a:lnTo>
                    <a:pt x="2160919" y="699307"/>
                  </a:lnTo>
                  <a:lnTo>
                    <a:pt x="2113410" y="750294"/>
                  </a:lnTo>
                  <a:lnTo>
                    <a:pt x="2066195" y="800287"/>
                  </a:lnTo>
                  <a:lnTo>
                    <a:pt x="2019409" y="848750"/>
                  </a:lnTo>
                  <a:lnTo>
                    <a:pt x="1973144" y="895218"/>
                  </a:lnTo>
                  <a:lnTo>
                    <a:pt x="1927428" y="939312"/>
                  </a:lnTo>
                  <a:lnTo>
                    <a:pt x="1882216" y="980749"/>
                  </a:lnTo>
                  <a:lnTo>
                    <a:pt x="1837381" y="1019346"/>
                  </a:lnTo>
                  <a:lnTo>
                    <a:pt x="1792700" y="1055015"/>
                  </a:lnTo>
                  <a:lnTo>
                    <a:pt x="1747848" y="1087756"/>
                  </a:lnTo>
                  <a:lnTo>
                    <a:pt x="1719082" y="1107055"/>
                  </a:lnTo>
                  <a:lnTo>
                    <a:pt x="1671086" y="1136209"/>
                  </a:lnTo>
                  <a:lnTo>
                    <a:pt x="1621381" y="1162332"/>
                  </a:lnTo>
                  <a:lnTo>
                    <a:pt x="1569134" y="1185594"/>
                  </a:lnTo>
                  <a:lnTo>
                    <a:pt x="1513419" y="1206271"/>
                  </a:lnTo>
                  <a:lnTo>
                    <a:pt x="1453298" y="1224669"/>
                  </a:lnTo>
                  <a:lnTo>
                    <a:pt x="1387910" y="1241081"/>
                  </a:lnTo>
                  <a:lnTo>
                    <a:pt x="1316586" y="1255757"/>
                  </a:lnTo>
                  <a:lnTo>
                    <a:pt x="1239000" y="1268896"/>
                  </a:lnTo>
                  <a:lnTo>
                    <a:pt x="1155370" y="1280636"/>
                  </a:lnTo>
                  <a:lnTo>
                    <a:pt x="1066685" y="1291056"/>
                  </a:lnTo>
                  <a:lnTo>
                    <a:pt x="974920" y="1300180"/>
                  </a:lnTo>
                  <a:lnTo>
                    <a:pt x="883137" y="1307991"/>
                  </a:lnTo>
                  <a:lnTo>
                    <a:pt x="795355" y="1314458"/>
                  </a:lnTo>
                  <a:lnTo>
                    <a:pt x="716095" y="1319563"/>
                  </a:lnTo>
                  <a:lnTo>
                    <a:pt x="649595" y="1323342"/>
                  </a:lnTo>
                  <a:lnTo>
                    <a:pt x="598870" y="1325904"/>
                  </a:lnTo>
                  <a:lnTo>
                    <a:pt x="564924" y="1327436"/>
                  </a:lnTo>
                  <a:lnTo>
                    <a:pt x="546369" y="1328189"/>
                  </a:lnTo>
                  <a:lnTo>
                    <a:pt x="539522" y="1328439"/>
                  </a:lnTo>
                  <a:lnTo>
                    <a:pt x="538736" y="1328466"/>
                  </a:lnTo>
                  <a:lnTo>
                    <a:pt x="0" y="13284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3" name="pg1193"/>
            <p:cNvSpPr/>
            <p:nvPr/>
          </p:nvSpPr>
          <p:spPr>
            <a:xfrm>
              <a:off x="546595" y="2955493"/>
              <a:ext cx="8234974" cy="1317577"/>
            </a:xfrm>
            <a:custGeom>
              <a:avLst/>
              <a:pathLst>
                <a:path w="8234974" h="1317577">
                  <a:moveTo>
                    <a:pt x="0" y="1317577"/>
                  </a:moveTo>
                  <a:lnTo>
                    <a:pt x="538736" y="1317577"/>
                  </a:lnTo>
                  <a:lnTo>
                    <a:pt x="540007" y="1317534"/>
                  </a:lnTo>
                  <a:lnTo>
                    <a:pt x="548303" y="1317230"/>
                  </a:lnTo>
                  <a:lnTo>
                    <a:pt x="569002" y="1316387"/>
                  </a:lnTo>
                  <a:lnTo>
                    <a:pt x="605462" y="1314734"/>
                  </a:lnTo>
                  <a:lnTo>
                    <a:pt x="658706" y="1312032"/>
                  </a:lnTo>
                  <a:lnTo>
                    <a:pt x="727389" y="1308105"/>
                  </a:lnTo>
                  <a:lnTo>
                    <a:pt x="808248" y="1302858"/>
                  </a:lnTo>
                  <a:lnTo>
                    <a:pt x="896943" y="1296266"/>
                  </a:lnTo>
                  <a:lnTo>
                    <a:pt x="988982" y="1288349"/>
                  </a:lnTo>
                  <a:lnTo>
                    <a:pt x="1080467" y="1279140"/>
                  </a:lnTo>
                  <a:lnTo>
                    <a:pt x="1168500" y="1268650"/>
                  </a:lnTo>
                  <a:lnTo>
                    <a:pt x="1251266" y="1256847"/>
                  </a:lnTo>
                  <a:lnTo>
                    <a:pt x="1327908" y="1243646"/>
                  </a:lnTo>
                  <a:lnTo>
                    <a:pt x="1398305" y="1228898"/>
                  </a:lnTo>
                  <a:lnTo>
                    <a:pt x="1462849" y="1212401"/>
                  </a:lnTo>
                  <a:lnTo>
                    <a:pt x="1522247" y="1193899"/>
                  </a:lnTo>
                  <a:lnTo>
                    <a:pt x="1577378" y="1173099"/>
                  </a:lnTo>
                  <a:lnTo>
                    <a:pt x="1629185" y="1149699"/>
                  </a:lnTo>
                  <a:lnTo>
                    <a:pt x="1678586" y="1123436"/>
                  </a:lnTo>
                  <a:lnTo>
                    <a:pt x="1719082" y="1098888"/>
                  </a:lnTo>
                  <a:lnTo>
                    <a:pt x="1764397" y="1068260"/>
                  </a:lnTo>
                  <a:lnTo>
                    <a:pt x="1809269" y="1034763"/>
                  </a:lnTo>
                  <a:lnTo>
                    <a:pt x="1854103" y="998347"/>
                  </a:lnTo>
                  <a:lnTo>
                    <a:pt x="1899188" y="959045"/>
                  </a:lnTo>
                  <a:lnTo>
                    <a:pt x="1944710" y="916979"/>
                  </a:lnTo>
                  <a:lnTo>
                    <a:pt x="1990766" y="872369"/>
                  </a:lnTo>
                  <a:lnTo>
                    <a:pt x="2037371" y="825533"/>
                  </a:lnTo>
                  <a:lnTo>
                    <a:pt x="2084471" y="776884"/>
                  </a:lnTo>
                  <a:lnTo>
                    <a:pt x="2131955" y="726914"/>
                  </a:lnTo>
                  <a:lnTo>
                    <a:pt x="2179669" y="676179"/>
                  </a:lnTo>
                  <a:lnTo>
                    <a:pt x="2227436" y="625271"/>
                  </a:lnTo>
                  <a:lnTo>
                    <a:pt x="2275074" y="574790"/>
                  </a:lnTo>
                  <a:lnTo>
                    <a:pt x="2322411" y="525316"/>
                  </a:lnTo>
                  <a:lnTo>
                    <a:pt x="2369312" y="477379"/>
                  </a:lnTo>
                  <a:lnTo>
                    <a:pt x="2415687" y="431442"/>
                  </a:lnTo>
                  <a:lnTo>
                    <a:pt x="2461510" y="387877"/>
                  </a:lnTo>
                  <a:lnTo>
                    <a:pt x="2506830" y="346962"/>
                  </a:lnTo>
                  <a:lnTo>
                    <a:pt x="2551780" y="308875"/>
                  </a:lnTo>
                  <a:lnTo>
                    <a:pt x="2596588" y="273698"/>
                  </a:lnTo>
                  <a:lnTo>
                    <a:pt x="2641591" y="241428"/>
                  </a:lnTo>
                  <a:lnTo>
                    <a:pt x="2667772" y="224133"/>
                  </a:lnTo>
                  <a:lnTo>
                    <a:pt x="2715779" y="195332"/>
                  </a:lnTo>
                  <a:lnTo>
                    <a:pt x="2765495" y="169525"/>
                  </a:lnTo>
                  <a:lnTo>
                    <a:pt x="2817754" y="146546"/>
                  </a:lnTo>
                  <a:lnTo>
                    <a:pt x="2873483" y="126121"/>
                  </a:lnTo>
                  <a:lnTo>
                    <a:pt x="2933622" y="107946"/>
                  </a:lnTo>
                  <a:lnTo>
                    <a:pt x="2999030" y="91735"/>
                  </a:lnTo>
                  <a:lnTo>
                    <a:pt x="3070377" y="77239"/>
                  </a:lnTo>
                  <a:lnTo>
                    <a:pt x="3147989" y="64261"/>
                  </a:lnTo>
                  <a:lnTo>
                    <a:pt x="3231646" y="52665"/>
                  </a:lnTo>
                  <a:lnTo>
                    <a:pt x="3320358" y="42374"/>
                  </a:lnTo>
                  <a:lnTo>
                    <a:pt x="3412146" y="33363"/>
                  </a:lnTo>
                  <a:lnTo>
                    <a:pt x="3503944" y="25649"/>
                  </a:lnTo>
                  <a:lnTo>
                    <a:pt x="3591727" y="19264"/>
                  </a:lnTo>
                  <a:lnTo>
                    <a:pt x="3670973" y="14224"/>
                  </a:lnTo>
                  <a:lnTo>
                    <a:pt x="3737443" y="10495"/>
                  </a:lnTo>
                  <a:lnTo>
                    <a:pt x="3788125" y="7968"/>
                  </a:lnTo>
                  <a:lnTo>
                    <a:pt x="3822022" y="6457"/>
                  </a:lnTo>
                  <a:lnTo>
                    <a:pt x="3840530" y="5716"/>
                  </a:lnTo>
                  <a:lnTo>
                    <a:pt x="3847343" y="547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4" y="5481"/>
                  </a:lnTo>
                  <a:lnTo>
                    <a:pt x="4396482" y="5744"/>
                  </a:lnTo>
                  <a:lnTo>
                    <a:pt x="4417306" y="6473"/>
                  </a:lnTo>
                  <a:lnTo>
                    <a:pt x="4453975" y="7902"/>
                  </a:lnTo>
                  <a:lnTo>
                    <a:pt x="4507498" y="10238"/>
                  </a:lnTo>
                  <a:lnTo>
                    <a:pt x="4576499" y="13631"/>
                  </a:lnTo>
                  <a:lnTo>
                    <a:pt x="4657678" y="18165"/>
                  </a:lnTo>
                  <a:lnTo>
                    <a:pt x="4746657" y="23858"/>
                  </a:lnTo>
                  <a:lnTo>
                    <a:pt x="4838919" y="30693"/>
                  </a:lnTo>
                  <a:lnTo>
                    <a:pt x="4930558" y="38643"/>
                  </a:lnTo>
                  <a:lnTo>
                    <a:pt x="5018678" y="47699"/>
                  </a:lnTo>
                  <a:lnTo>
                    <a:pt x="5101478" y="57888"/>
                  </a:lnTo>
                  <a:lnTo>
                    <a:pt x="5178115" y="69286"/>
                  </a:lnTo>
                  <a:lnTo>
                    <a:pt x="5248485" y="82022"/>
                  </a:lnTo>
                  <a:lnTo>
                    <a:pt x="5312995" y="96274"/>
                  </a:lnTo>
                  <a:lnTo>
                    <a:pt x="5372363" y="112264"/>
                  </a:lnTo>
                  <a:lnTo>
                    <a:pt x="5427478" y="130245"/>
                  </a:lnTo>
                  <a:lnTo>
                    <a:pt x="5479289" y="150478"/>
                  </a:lnTo>
                  <a:lnTo>
                    <a:pt x="5528719" y="173189"/>
                  </a:lnTo>
                  <a:lnTo>
                    <a:pt x="5567201" y="193280"/>
                  </a:lnTo>
                  <a:lnTo>
                    <a:pt x="5613985" y="220487"/>
                  </a:lnTo>
                  <a:lnTo>
                    <a:pt x="5660311" y="250323"/>
                  </a:lnTo>
                  <a:lnTo>
                    <a:pt x="5706620" y="282832"/>
                  </a:lnTo>
                  <a:lnTo>
                    <a:pt x="5753220" y="317978"/>
                  </a:lnTo>
                  <a:lnTo>
                    <a:pt x="5800304" y="355633"/>
                  </a:lnTo>
                  <a:lnTo>
                    <a:pt x="5847965" y="395577"/>
                  </a:lnTo>
                  <a:lnTo>
                    <a:pt x="5896206" y="437491"/>
                  </a:lnTo>
                  <a:lnTo>
                    <a:pt x="5944952" y="480968"/>
                  </a:lnTo>
                  <a:lnTo>
                    <a:pt x="5994067" y="525526"/>
                  </a:lnTo>
                  <a:lnTo>
                    <a:pt x="6043375" y="570628"/>
                  </a:lnTo>
                  <a:lnTo>
                    <a:pt x="6092675" y="615709"/>
                  </a:lnTo>
                  <a:lnTo>
                    <a:pt x="6141769" y="660205"/>
                  </a:lnTo>
                  <a:lnTo>
                    <a:pt x="6190481" y="703582"/>
                  </a:lnTo>
                  <a:lnTo>
                    <a:pt x="6238681" y="745363"/>
                  </a:lnTo>
                  <a:lnTo>
                    <a:pt x="6286298" y="785147"/>
                  </a:lnTo>
                  <a:lnTo>
                    <a:pt x="6333342" y="822622"/>
                  </a:lnTo>
                  <a:lnTo>
                    <a:pt x="6379912" y="857576"/>
                  </a:lnTo>
                  <a:lnTo>
                    <a:pt x="6426210" y="889887"/>
                  </a:lnTo>
                  <a:lnTo>
                    <a:pt x="6472554" y="919526"/>
                  </a:lnTo>
                  <a:lnTo>
                    <a:pt x="6515891" y="944626"/>
                  </a:lnTo>
                  <a:lnTo>
                    <a:pt x="6564005" y="969415"/>
                  </a:lnTo>
                  <a:lnTo>
                    <a:pt x="6613837" y="991622"/>
                  </a:lnTo>
                  <a:lnTo>
                    <a:pt x="6666226" y="1011390"/>
                  </a:lnTo>
                  <a:lnTo>
                    <a:pt x="6722108" y="1028956"/>
                  </a:lnTo>
                  <a:lnTo>
                    <a:pt x="6782426" y="1044582"/>
                  </a:lnTo>
                  <a:lnTo>
                    <a:pt x="6848046" y="1058518"/>
                  </a:lnTo>
                  <a:lnTo>
                    <a:pt x="6919637" y="1070977"/>
                  </a:lnTo>
                  <a:lnTo>
                    <a:pt x="6997521" y="1082128"/>
                  </a:lnTo>
                  <a:lnTo>
                    <a:pt x="7081468" y="1092088"/>
                  </a:lnTo>
                  <a:lnTo>
                    <a:pt x="7170461" y="1100924"/>
                  </a:lnTo>
                  <a:lnTo>
                    <a:pt x="7262488" y="1108655"/>
                  </a:lnTo>
                  <a:lnTo>
                    <a:pt x="7354438" y="1115267"/>
                  </a:lnTo>
                  <a:lnTo>
                    <a:pt x="7442240" y="1120731"/>
                  </a:lnTo>
                  <a:lnTo>
                    <a:pt x="7521337" y="1125036"/>
                  </a:lnTo>
                  <a:lnTo>
                    <a:pt x="7587487" y="1128211"/>
                  </a:lnTo>
                  <a:lnTo>
                    <a:pt x="7637713" y="1130354"/>
                  </a:lnTo>
                  <a:lnTo>
                    <a:pt x="7671089" y="1131627"/>
                  </a:lnTo>
                  <a:lnTo>
                    <a:pt x="7689107" y="1132244"/>
                  </a:lnTo>
                  <a:lnTo>
                    <a:pt x="7695569" y="1132444"/>
                  </a:lnTo>
                  <a:lnTo>
                    <a:pt x="7696237" y="1132463"/>
                  </a:lnTo>
                  <a:lnTo>
                    <a:pt x="8234974" y="1132463"/>
                  </a:lnTo>
                  <a:lnTo>
                    <a:pt x="8234974" y="1127018"/>
                  </a:lnTo>
                  <a:lnTo>
                    <a:pt x="7696237" y="1127018"/>
                  </a:lnTo>
                  <a:lnTo>
                    <a:pt x="7694958" y="1126981"/>
                  </a:lnTo>
                  <a:lnTo>
                    <a:pt x="7686610" y="1126718"/>
                  </a:lnTo>
                  <a:lnTo>
                    <a:pt x="7665786" y="1125990"/>
                  </a:lnTo>
                  <a:lnTo>
                    <a:pt x="7629118" y="1124560"/>
                  </a:lnTo>
                  <a:lnTo>
                    <a:pt x="7575595" y="1122224"/>
                  </a:lnTo>
                  <a:lnTo>
                    <a:pt x="7506594" y="1118831"/>
                  </a:lnTo>
                  <a:lnTo>
                    <a:pt x="7425414" y="1114298"/>
                  </a:lnTo>
                  <a:lnTo>
                    <a:pt x="7336436" y="1108604"/>
                  </a:lnTo>
                  <a:lnTo>
                    <a:pt x="7244174" y="1101769"/>
                  </a:lnTo>
                  <a:lnTo>
                    <a:pt x="7152535" y="1093819"/>
                  </a:lnTo>
                  <a:lnTo>
                    <a:pt x="7064414" y="1084763"/>
                  </a:lnTo>
                  <a:lnTo>
                    <a:pt x="6981615" y="1074574"/>
                  </a:lnTo>
                  <a:lnTo>
                    <a:pt x="6904978" y="1063176"/>
                  </a:lnTo>
                  <a:lnTo>
                    <a:pt x="6834607" y="1050440"/>
                  </a:lnTo>
                  <a:lnTo>
                    <a:pt x="6770098" y="1036188"/>
                  </a:lnTo>
                  <a:lnTo>
                    <a:pt x="6710730" y="1020198"/>
                  </a:lnTo>
                  <a:lnTo>
                    <a:pt x="6655615" y="1002217"/>
                  </a:lnTo>
                  <a:lnTo>
                    <a:pt x="6603803" y="981984"/>
                  </a:lnTo>
                  <a:lnTo>
                    <a:pt x="6554373" y="959274"/>
                  </a:lnTo>
                  <a:lnTo>
                    <a:pt x="6515891" y="939182"/>
                  </a:lnTo>
                  <a:lnTo>
                    <a:pt x="6469108" y="911975"/>
                  </a:lnTo>
                  <a:lnTo>
                    <a:pt x="6422781" y="882139"/>
                  </a:lnTo>
                  <a:lnTo>
                    <a:pt x="6376472" y="849630"/>
                  </a:lnTo>
                  <a:lnTo>
                    <a:pt x="6329873" y="814484"/>
                  </a:lnTo>
                  <a:lnTo>
                    <a:pt x="6282788" y="776829"/>
                  </a:lnTo>
                  <a:lnTo>
                    <a:pt x="6235127" y="736885"/>
                  </a:lnTo>
                  <a:lnTo>
                    <a:pt x="6186887" y="694971"/>
                  </a:lnTo>
                  <a:lnTo>
                    <a:pt x="6138141" y="651494"/>
                  </a:lnTo>
                  <a:lnTo>
                    <a:pt x="6089025" y="606936"/>
                  </a:lnTo>
                  <a:lnTo>
                    <a:pt x="6039717" y="561834"/>
                  </a:lnTo>
                  <a:lnTo>
                    <a:pt x="5990417" y="516753"/>
                  </a:lnTo>
                  <a:lnTo>
                    <a:pt x="5941323" y="472257"/>
                  </a:lnTo>
                  <a:lnTo>
                    <a:pt x="5892611" y="428880"/>
                  </a:lnTo>
                  <a:lnTo>
                    <a:pt x="5844412" y="387099"/>
                  </a:lnTo>
                  <a:lnTo>
                    <a:pt x="5796794" y="347315"/>
                  </a:lnTo>
                  <a:lnTo>
                    <a:pt x="5749750" y="309840"/>
                  </a:lnTo>
                  <a:lnTo>
                    <a:pt x="5703180" y="274886"/>
                  </a:lnTo>
                  <a:lnTo>
                    <a:pt x="5656882" y="242575"/>
                  </a:lnTo>
                  <a:lnTo>
                    <a:pt x="5610539" y="212936"/>
                  </a:lnTo>
                  <a:lnTo>
                    <a:pt x="5567201" y="187836"/>
                  </a:lnTo>
                  <a:lnTo>
                    <a:pt x="5519088" y="163047"/>
                  </a:lnTo>
                  <a:lnTo>
                    <a:pt x="5469256" y="140840"/>
                  </a:lnTo>
                  <a:lnTo>
                    <a:pt x="5416866" y="121073"/>
                  </a:lnTo>
                  <a:lnTo>
                    <a:pt x="5360984" y="103506"/>
                  </a:lnTo>
                  <a:lnTo>
                    <a:pt x="5300666" y="87880"/>
                  </a:lnTo>
                  <a:lnTo>
                    <a:pt x="5235047" y="73944"/>
                  </a:lnTo>
                  <a:lnTo>
                    <a:pt x="5163455" y="61485"/>
                  </a:lnTo>
                  <a:lnTo>
                    <a:pt x="5085571" y="50335"/>
                  </a:lnTo>
                  <a:lnTo>
                    <a:pt x="5001625" y="40374"/>
                  </a:lnTo>
                  <a:lnTo>
                    <a:pt x="4912631" y="31538"/>
                  </a:lnTo>
                  <a:lnTo>
                    <a:pt x="4820604" y="23807"/>
                  </a:lnTo>
                  <a:lnTo>
                    <a:pt x="4728655" y="17196"/>
                  </a:lnTo>
                  <a:lnTo>
                    <a:pt x="4640853" y="11731"/>
                  </a:lnTo>
                  <a:lnTo>
                    <a:pt x="4561755" y="7427"/>
                  </a:lnTo>
                  <a:lnTo>
                    <a:pt x="4495605" y="4251"/>
                  </a:lnTo>
                  <a:lnTo>
                    <a:pt x="4445380" y="2108"/>
                  </a:lnTo>
                  <a:lnTo>
                    <a:pt x="4412004" y="836"/>
                  </a:lnTo>
                  <a:lnTo>
                    <a:pt x="4393985" y="218"/>
                  </a:lnTo>
                  <a:lnTo>
                    <a:pt x="4387523" y="1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7" y="42"/>
                  </a:lnTo>
                  <a:lnTo>
                    <a:pt x="3838551" y="347"/>
                  </a:lnTo>
                  <a:lnTo>
                    <a:pt x="3817853" y="1189"/>
                  </a:lnTo>
                  <a:lnTo>
                    <a:pt x="3781392" y="2842"/>
                  </a:lnTo>
                  <a:lnTo>
                    <a:pt x="3728148" y="5544"/>
                  </a:lnTo>
                  <a:lnTo>
                    <a:pt x="3659466" y="9471"/>
                  </a:lnTo>
                  <a:lnTo>
                    <a:pt x="3578606" y="14719"/>
                  </a:lnTo>
                  <a:lnTo>
                    <a:pt x="3489911" y="21311"/>
                  </a:lnTo>
                  <a:lnTo>
                    <a:pt x="3397873" y="29227"/>
                  </a:lnTo>
                  <a:lnTo>
                    <a:pt x="3306387" y="38436"/>
                  </a:lnTo>
                  <a:lnTo>
                    <a:pt x="3218354" y="48926"/>
                  </a:lnTo>
                  <a:lnTo>
                    <a:pt x="3135588" y="60729"/>
                  </a:lnTo>
                  <a:lnTo>
                    <a:pt x="3058947" y="73931"/>
                  </a:lnTo>
                  <a:lnTo>
                    <a:pt x="2988549" y="88678"/>
                  </a:lnTo>
                  <a:lnTo>
                    <a:pt x="2924005" y="105175"/>
                  </a:lnTo>
                  <a:lnTo>
                    <a:pt x="2864608" y="123677"/>
                  </a:lnTo>
                  <a:lnTo>
                    <a:pt x="2809476" y="144477"/>
                  </a:lnTo>
                  <a:lnTo>
                    <a:pt x="2757670" y="167877"/>
                  </a:lnTo>
                  <a:lnTo>
                    <a:pt x="2708268" y="194140"/>
                  </a:lnTo>
                  <a:lnTo>
                    <a:pt x="2667772" y="218688"/>
                  </a:lnTo>
                  <a:lnTo>
                    <a:pt x="2622457" y="249316"/>
                  </a:lnTo>
                  <a:lnTo>
                    <a:pt x="2577585" y="282813"/>
                  </a:lnTo>
                  <a:lnTo>
                    <a:pt x="2532751" y="319229"/>
                  </a:lnTo>
                  <a:lnTo>
                    <a:pt x="2487667" y="358531"/>
                  </a:lnTo>
                  <a:lnTo>
                    <a:pt x="2442144" y="400597"/>
                  </a:lnTo>
                  <a:lnTo>
                    <a:pt x="2396089" y="445208"/>
                  </a:lnTo>
                  <a:lnTo>
                    <a:pt x="2349484" y="492043"/>
                  </a:lnTo>
                  <a:lnTo>
                    <a:pt x="2302384" y="540693"/>
                  </a:lnTo>
                  <a:lnTo>
                    <a:pt x="2254900" y="590662"/>
                  </a:lnTo>
                  <a:lnTo>
                    <a:pt x="2207186" y="641397"/>
                  </a:lnTo>
                  <a:lnTo>
                    <a:pt x="2159418" y="692305"/>
                  </a:lnTo>
                  <a:lnTo>
                    <a:pt x="2111781" y="742786"/>
                  </a:lnTo>
                  <a:lnTo>
                    <a:pt x="2064443" y="792261"/>
                  </a:lnTo>
                  <a:lnTo>
                    <a:pt x="2017543" y="840197"/>
                  </a:lnTo>
                  <a:lnTo>
                    <a:pt x="1971168" y="886134"/>
                  </a:lnTo>
                  <a:lnTo>
                    <a:pt x="1925344" y="929699"/>
                  </a:lnTo>
                  <a:lnTo>
                    <a:pt x="1880025" y="970614"/>
                  </a:lnTo>
                  <a:lnTo>
                    <a:pt x="1835075" y="1008702"/>
                  </a:lnTo>
                  <a:lnTo>
                    <a:pt x="1790266" y="1043878"/>
                  </a:lnTo>
                  <a:lnTo>
                    <a:pt x="1745263" y="1076148"/>
                  </a:lnTo>
                  <a:lnTo>
                    <a:pt x="1719082" y="1093443"/>
                  </a:lnTo>
                  <a:lnTo>
                    <a:pt x="1671076" y="1122245"/>
                  </a:lnTo>
                  <a:lnTo>
                    <a:pt x="1621359" y="1148052"/>
                  </a:lnTo>
                  <a:lnTo>
                    <a:pt x="1569101" y="1171031"/>
                  </a:lnTo>
                  <a:lnTo>
                    <a:pt x="1513371" y="1191456"/>
                  </a:lnTo>
                  <a:lnTo>
                    <a:pt x="1453233" y="1209630"/>
                  </a:lnTo>
                  <a:lnTo>
                    <a:pt x="1387825" y="1225841"/>
                  </a:lnTo>
                  <a:lnTo>
                    <a:pt x="1316478" y="1240338"/>
                  </a:lnTo>
                  <a:lnTo>
                    <a:pt x="1238866" y="1253315"/>
                  </a:lnTo>
                  <a:lnTo>
                    <a:pt x="1155208" y="1264911"/>
                  </a:lnTo>
                  <a:lnTo>
                    <a:pt x="1066497" y="1275202"/>
                  </a:lnTo>
                  <a:lnTo>
                    <a:pt x="974709" y="1284213"/>
                  </a:lnTo>
                  <a:lnTo>
                    <a:pt x="882911" y="1291927"/>
                  </a:lnTo>
                  <a:lnTo>
                    <a:pt x="795127" y="1298312"/>
                  </a:lnTo>
                  <a:lnTo>
                    <a:pt x="715881" y="1303352"/>
                  </a:lnTo>
                  <a:lnTo>
                    <a:pt x="649411" y="1307081"/>
                  </a:lnTo>
                  <a:lnTo>
                    <a:pt x="598730" y="1309608"/>
                  </a:lnTo>
                  <a:lnTo>
                    <a:pt x="564833" y="1311119"/>
                  </a:lnTo>
                  <a:lnTo>
                    <a:pt x="546325" y="1311860"/>
                  </a:lnTo>
                  <a:lnTo>
                    <a:pt x="539512" y="1312107"/>
                  </a:lnTo>
                  <a:lnTo>
                    <a:pt x="538736" y="1312132"/>
                  </a:lnTo>
                  <a:lnTo>
                    <a:pt x="0" y="131213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94" name="pl1194"/>
            <p:cNvSpPr/>
            <p:nvPr/>
          </p:nvSpPr>
          <p:spPr>
            <a:xfrm>
              <a:off x="546595" y="2960938"/>
              <a:ext cx="8234974" cy="1312132"/>
            </a:xfrm>
            <a:custGeom>
              <a:avLst/>
              <a:pathLst>
                <a:path w="8234974" h="1312132">
                  <a:moveTo>
                    <a:pt x="0" y="1312132"/>
                  </a:moveTo>
                  <a:lnTo>
                    <a:pt x="538736" y="1312132"/>
                  </a:lnTo>
                  <a:lnTo>
                    <a:pt x="540007" y="1312090"/>
                  </a:lnTo>
                  <a:lnTo>
                    <a:pt x="548303" y="1311785"/>
                  </a:lnTo>
                  <a:lnTo>
                    <a:pt x="569002" y="1310943"/>
                  </a:lnTo>
                  <a:lnTo>
                    <a:pt x="605462" y="1309290"/>
                  </a:lnTo>
                  <a:lnTo>
                    <a:pt x="658706" y="1306587"/>
                  </a:lnTo>
                  <a:lnTo>
                    <a:pt x="727389" y="1302660"/>
                  </a:lnTo>
                  <a:lnTo>
                    <a:pt x="808248" y="1297413"/>
                  </a:lnTo>
                  <a:lnTo>
                    <a:pt x="896943" y="1290821"/>
                  </a:lnTo>
                  <a:lnTo>
                    <a:pt x="988982" y="1282905"/>
                  </a:lnTo>
                  <a:lnTo>
                    <a:pt x="1080467" y="1273696"/>
                  </a:lnTo>
                  <a:lnTo>
                    <a:pt x="1168500" y="1263206"/>
                  </a:lnTo>
                  <a:lnTo>
                    <a:pt x="1251266" y="1251403"/>
                  </a:lnTo>
                  <a:lnTo>
                    <a:pt x="1327908" y="1238201"/>
                  </a:lnTo>
                  <a:lnTo>
                    <a:pt x="1398305" y="1223454"/>
                  </a:lnTo>
                  <a:lnTo>
                    <a:pt x="1462849" y="1206957"/>
                  </a:lnTo>
                  <a:lnTo>
                    <a:pt x="1522247" y="1188454"/>
                  </a:lnTo>
                  <a:lnTo>
                    <a:pt x="1577378" y="1167654"/>
                  </a:lnTo>
                  <a:lnTo>
                    <a:pt x="1629185" y="1144255"/>
                  </a:lnTo>
                  <a:lnTo>
                    <a:pt x="1678586" y="1117992"/>
                  </a:lnTo>
                  <a:lnTo>
                    <a:pt x="1719082" y="1093443"/>
                  </a:lnTo>
                  <a:lnTo>
                    <a:pt x="1764397" y="1062815"/>
                  </a:lnTo>
                  <a:lnTo>
                    <a:pt x="1809269" y="1029318"/>
                  </a:lnTo>
                  <a:lnTo>
                    <a:pt x="1854103" y="992903"/>
                  </a:lnTo>
                  <a:lnTo>
                    <a:pt x="1899188" y="953601"/>
                  </a:lnTo>
                  <a:lnTo>
                    <a:pt x="1944710" y="911535"/>
                  </a:lnTo>
                  <a:lnTo>
                    <a:pt x="1990766" y="866924"/>
                  </a:lnTo>
                  <a:lnTo>
                    <a:pt x="2037371" y="820088"/>
                  </a:lnTo>
                  <a:lnTo>
                    <a:pt x="2084471" y="771439"/>
                  </a:lnTo>
                  <a:lnTo>
                    <a:pt x="2131955" y="721469"/>
                  </a:lnTo>
                  <a:lnTo>
                    <a:pt x="2179669" y="670735"/>
                  </a:lnTo>
                  <a:lnTo>
                    <a:pt x="2227436" y="619826"/>
                  </a:lnTo>
                  <a:lnTo>
                    <a:pt x="2275074" y="569345"/>
                  </a:lnTo>
                  <a:lnTo>
                    <a:pt x="2322411" y="519871"/>
                  </a:lnTo>
                  <a:lnTo>
                    <a:pt x="2369312" y="471935"/>
                  </a:lnTo>
                  <a:lnTo>
                    <a:pt x="2415687" y="425998"/>
                  </a:lnTo>
                  <a:lnTo>
                    <a:pt x="2461510" y="382433"/>
                  </a:lnTo>
                  <a:lnTo>
                    <a:pt x="2506830" y="341518"/>
                  </a:lnTo>
                  <a:lnTo>
                    <a:pt x="2551780" y="303430"/>
                  </a:lnTo>
                  <a:lnTo>
                    <a:pt x="2596588" y="268253"/>
                  </a:lnTo>
                  <a:lnTo>
                    <a:pt x="2641591" y="235983"/>
                  </a:lnTo>
                  <a:lnTo>
                    <a:pt x="2667772" y="218688"/>
                  </a:lnTo>
                  <a:lnTo>
                    <a:pt x="2715779" y="189887"/>
                  </a:lnTo>
                  <a:lnTo>
                    <a:pt x="2765495" y="164080"/>
                  </a:lnTo>
                  <a:lnTo>
                    <a:pt x="2817754" y="141101"/>
                  </a:lnTo>
                  <a:lnTo>
                    <a:pt x="2873483" y="120676"/>
                  </a:lnTo>
                  <a:lnTo>
                    <a:pt x="2933622" y="102502"/>
                  </a:lnTo>
                  <a:lnTo>
                    <a:pt x="2999030" y="86291"/>
                  </a:lnTo>
                  <a:lnTo>
                    <a:pt x="3070377" y="71794"/>
                  </a:lnTo>
                  <a:lnTo>
                    <a:pt x="3147989" y="58817"/>
                  </a:lnTo>
                  <a:lnTo>
                    <a:pt x="3231646" y="47221"/>
                  </a:lnTo>
                  <a:lnTo>
                    <a:pt x="3320358" y="36930"/>
                  </a:lnTo>
                  <a:lnTo>
                    <a:pt x="3412146" y="27919"/>
                  </a:lnTo>
                  <a:lnTo>
                    <a:pt x="3503944" y="20205"/>
                  </a:lnTo>
                  <a:lnTo>
                    <a:pt x="3591727" y="13820"/>
                  </a:lnTo>
                  <a:lnTo>
                    <a:pt x="3670973" y="8780"/>
                  </a:lnTo>
                  <a:lnTo>
                    <a:pt x="3737443" y="5050"/>
                  </a:lnTo>
                  <a:lnTo>
                    <a:pt x="3788125" y="2523"/>
                  </a:lnTo>
                  <a:lnTo>
                    <a:pt x="3822022" y="1013"/>
                  </a:lnTo>
                  <a:lnTo>
                    <a:pt x="3840530" y="272"/>
                  </a:lnTo>
                  <a:lnTo>
                    <a:pt x="3847343" y="2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4" y="36"/>
                  </a:lnTo>
                  <a:lnTo>
                    <a:pt x="4396482" y="300"/>
                  </a:lnTo>
                  <a:lnTo>
                    <a:pt x="4417306" y="1028"/>
                  </a:lnTo>
                  <a:lnTo>
                    <a:pt x="4453975" y="2457"/>
                  </a:lnTo>
                  <a:lnTo>
                    <a:pt x="4507498" y="4793"/>
                  </a:lnTo>
                  <a:lnTo>
                    <a:pt x="4576499" y="8187"/>
                  </a:lnTo>
                  <a:lnTo>
                    <a:pt x="4657678" y="12720"/>
                  </a:lnTo>
                  <a:lnTo>
                    <a:pt x="4746657" y="18413"/>
                  </a:lnTo>
                  <a:lnTo>
                    <a:pt x="4838919" y="25249"/>
                  </a:lnTo>
                  <a:lnTo>
                    <a:pt x="4930558" y="33199"/>
                  </a:lnTo>
                  <a:lnTo>
                    <a:pt x="5018678" y="42254"/>
                  </a:lnTo>
                  <a:lnTo>
                    <a:pt x="5101478" y="52443"/>
                  </a:lnTo>
                  <a:lnTo>
                    <a:pt x="5178115" y="63842"/>
                  </a:lnTo>
                  <a:lnTo>
                    <a:pt x="5248485" y="76578"/>
                  </a:lnTo>
                  <a:lnTo>
                    <a:pt x="5312995" y="90830"/>
                  </a:lnTo>
                  <a:lnTo>
                    <a:pt x="5372363" y="106820"/>
                  </a:lnTo>
                  <a:lnTo>
                    <a:pt x="5427478" y="124801"/>
                  </a:lnTo>
                  <a:lnTo>
                    <a:pt x="5479289" y="145034"/>
                  </a:lnTo>
                  <a:lnTo>
                    <a:pt x="5528719" y="167744"/>
                  </a:lnTo>
                  <a:lnTo>
                    <a:pt x="5567201" y="187836"/>
                  </a:lnTo>
                  <a:lnTo>
                    <a:pt x="5613985" y="215042"/>
                  </a:lnTo>
                  <a:lnTo>
                    <a:pt x="5660311" y="244879"/>
                  </a:lnTo>
                  <a:lnTo>
                    <a:pt x="5706620" y="277388"/>
                  </a:lnTo>
                  <a:lnTo>
                    <a:pt x="5753220" y="312533"/>
                  </a:lnTo>
                  <a:lnTo>
                    <a:pt x="5800304" y="350189"/>
                  </a:lnTo>
                  <a:lnTo>
                    <a:pt x="5847965" y="390132"/>
                  </a:lnTo>
                  <a:lnTo>
                    <a:pt x="5896206" y="432046"/>
                  </a:lnTo>
                  <a:lnTo>
                    <a:pt x="5944952" y="475523"/>
                  </a:lnTo>
                  <a:lnTo>
                    <a:pt x="5994067" y="520082"/>
                  </a:lnTo>
                  <a:lnTo>
                    <a:pt x="6043375" y="565184"/>
                  </a:lnTo>
                  <a:lnTo>
                    <a:pt x="6092675" y="610265"/>
                  </a:lnTo>
                  <a:lnTo>
                    <a:pt x="6141769" y="654761"/>
                  </a:lnTo>
                  <a:lnTo>
                    <a:pt x="6190481" y="698138"/>
                  </a:lnTo>
                  <a:lnTo>
                    <a:pt x="6238681" y="739919"/>
                  </a:lnTo>
                  <a:lnTo>
                    <a:pt x="6286298" y="779702"/>
                  </a:lnTo>
                  <a:lnTo>
                    <a:pt x="6333342" y="817178"/>
                  </a:lnTo>
                  <a:lnTo>
                    <a:pt x="6379912" y="852131"/>
                  </a:lnTo>
                  <a:lnTo>
                    <a:pt x="6426210" y="884442"/>
                  </a:lnTo>
                  <a:lnTo>
                    <a:pt x="6472554" y="914081"/>
                  </a:lnTo>
                  <a:lnTo>
                    <a:pt x="6515891" y="939182"/>
                  </a:lnTo>
                  <a:lnTo>
                    <a:pt x="6564005" y="963971"/>
                  </a:lnTo>
                  <a:lnTo>
                    <a:pt x="6613837" y="986177"/>
                  </a:lnTo>
                  <a:lnTo>
                    <a:pt x="6666226" y="1005945"/>
                  </a:lnTo>
                  <a:lnTo>
                    <a:pt x="6722108" y="1023511"/>
                  </a:lnTo>
                  <a:lnTo>
                    <a:pt x="6782426" y="1039138"/>
                  </a:lnTo>
                  <a:lnTo>
                    <a:pt x="6848046" y="1053073"/>
                  </a:lnTo>
                  <a:lnTo>
                    <a:pt x="6919637" y="1065532"/>
                  </a:lnTo>
                  <a:lnTo>
                    <a:pt x="6997521" y="1076683"/>
                  </a:lnTo>
                  <a:lnTo>
                    <a:pt x="7081468" y="1086643"/>
                  </a:lnTo>
                  <a:lnTo>
                    <a:pt x="7170461" y="1095479"/>
                  </a:lnTo>
                  <a:lnTo>
                    <a:pt x="7262488" y="1103210"/>
                  </a:lnTo>
                  <a:lnTo>
                    <a:pt x="7354438" y="1109822"/>
                  </a:lnTo>
                  <a:lnTo>
                    <a:pt x="7442240" y="1115287"/>
                  </a:lnTo>
                  <a:lnTo>
                    <a:pt x="7521337" y="1119591"/>
                  </a:lnTo>
                  <a:lnTo>
                    <a:pt x="7587487" y="1122767"/>
                  </a:lnTo>
                  <a:lnTo>
                    <a:pt x="7637713" y="1124909"/>
                  </a:lnTo>
                  <a:lnTo>
                    <a:pt x="7671089" y="1126182"/>
                  </a:lnTo>
                  <a:lnTo>
                    <a:pt x="7689107" y="1126799"/>
                  </a:lnTo>
                  <a:lnTo>
                    <a:pt x="7695569" y="1126999"/>
                  </a:lnTo>
                  <a:lnTo>
                    <a:pt x="7696237" y="1127018"/>
                  </a:lnTo>
                  <a:lnTo>
                    <a:pt x="8234974" y="11270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5" name="pl1195"/>
            <p:cNvSpPr/>
            <p:nvPr/>
          </p:nvSpPr>
          <p:spPr>
            <a:xfrm>
              <a:off x="546595" y="2955493"/>
              <a:ext cx="8234974" cy="1312132"/>
            </a:xfrm>
            <a:custGeom>
              <a:avLst/>
              <a:pathLst>
                <a:path w="8234974" h="1312132">
                  <a:moveTo>
                    <a:pt x="8234974" y="1127018"/>
                  </a:moveTo>
                  <a:lnTo>
                    <a:pt x="7696237" y="1127018"/>
                  </a:lnTo>
                  <a:lnTo>
                    <a:pt x="7694958" y="1126981"/>
                  </a:lnTo>
                  <a:lnTo>
                    <a:pt x="7686610" y="1126718"/>
                  </a:lnTo>
                  <a:lnTo>
                    <a:pt x="7665786" y="1125990"/>
                  </a:lnTo>
                  <a:lnTo>
                    <a:pt x="7629118" y="1124560"/>
                  </a:lnTo>
                  <a:lnTo>
                    <a:pt x="7575595" y="1122224"/>
                  </a:lnTo>
                  <a:lnTo>
                    <a:pt x="7506594" y="1118831"/>
                  </a:lnTo>
                  <a:lnTo>
                    <a:pt x="7425414" y="1114298"/>
                  </a:lnTo>
                  <a:lnTo>
                    <a:pt x="7336436" y="1108604"/>
                  </a:lnTo>
                  <a:lnTo>
                    <a:pt x="7244174" y="1101769"/>
                  </a:lnTo>
                  <a:lnTo>
                    <a:pt x="7152535" y="1093819"/>
                  </a:lnTo>
                  <a:lnTo>
                    <a:pt x="7064414" y="1084763"/>
                  </a:lnTo>
                  <a:lnTo>
                    <a:pt x="6981615" y="1074574"/>
                  </a:lnTo>
                  <a:lnTo>
                    <a:pt x="6904978" y="1063176"/>
                  </a:lnTo>
                  <a:lnTo>
                    <a:pt x="6834607" y="1050440"/>
                  </a:lnTo>
                  <a:lnTo>
                    <a:pt x="6770098" y="1036188"/>
                  </a:lnTo>
                  <a:lnTo>
                    <a:pt x="6710730" y="1020198"/>
                  </a:lnTo>
                  <a:lnTo>
                    <a:pt x="6655615" y="1002217"/>
                  </a:lnTo>
                  <a:lnTo>
                    <a:pt x="6603803" y="981984"/>
                  </a:lnTo>
                  <a:lnTo>
                    <a:pt x="6554373" y="959274"/>
                  </a:lnTo>
                  <a:lnTo>
                    <a:pt x="6515891" y="939182"/>
                  </a:lnTo>
                  <a:lnTo>
                    <a:pt x="6469108" y="911975"/>
                  </a:lnTo>
                  <a:lnTo>
                    <a:pt x="6422781" y="882139"/>
                  </a:lnTo>
                  <a:lnTo>
                    <a:pt x="6376472" y="849630"/>
                  </a:lnTo>
                  <a:lnTo>
                    <a:pt x="6329873" y="814484"/>
                  </a:lnTo>
                  <a:lnTo>
                    <a:pt x="6282788" y="776829"/>
                  </a:lnTo>
                  <a:lnTo>
                    <a:pt x="6235127" y="736885"/>
                  </a:lnTo>
                  <a:lnTo>
                    <a:pt x="6186887" y="694971"/>
                  </a:lnTo>
                  <a:lnTo>
                    <a:pt x="6138141" y="651494"/>
                  </a:lnTo>
                  <a:lnTo>
                    <a:pt x="6089025" y="606936"/>
                  </a:lnTo>
                  <a:lnTo>
                    <a:pt x="6039717" y="561834"/>
                  </a:lnTo>
                  <a:lnTo>
                    <a:pt x="5990417" y="516753"/>
                  </a:lnTo>
                  <a:lnTo>
                    <a:pt x="5941323" y="472257"/>
                  </a:lnTo>
                  <a:lnTo>
                    <a:pt x="5892611" y="428880"/>
                  </a:lnTo>
                  <a:lnTo>
                    <a:pt x="5844412" y="387099"/>
                  </a:lnTo>
                  <a:lnTo>
                    <a:pt x="5796794" y="347315"/>
                  </a:lnTo>
                  <a:lnTo>
                    <a:pt x="5749750" y="309840"/>
                  </a:lnTo>
                  <a:lnTo>
                    <a:pt x="5703180" y="274886"/>
                  </a:lnTo>
                  <a:lnTo>
                    <a:pt x="5656882" y="242575"/>
                  </a:lnTo>
                  <a:lnTo>
                    <a:pt x="5610539" y="212936"/>
                  </a:lnTo>
                  <a:lnTo>
                    <a:pt x="5567201" y="187836"/>
                  </a:lnTo>
                  <a:lnTo>
                    <a:pt x="5519088" y="163047"/>
                  </a:lnTo>
                  <a:lnTo>
                    <a:pt x="5469256" y="140840"/>
                  </a:lnTo>
                  <a:lnTo>
                    <a:pt x="5416866" y="121073"/>
                  </a:lnTo>
                  <a:lnTo>
                    <a:pt x="5360984" y="103506"/>
                  </a:lnTo>
                  <a:lnTo>
                    <a:pt x="5300666" y="87880"/>
                  </a:lnTo>
                  <a:lnTo>
                    <a:pt x="5235047" y="73944"/>
                  </a:lnTo>
                  <a:lnTo>
                    <a:pt x="5163455" y="61485"/>
                  </a:lnTo>
                  <a:lnTo>
                    <a:pt x="5085571" y="50335"/>
                  </a:lnTo>
                  <a:lnTo>
                    <a:pt x="5001625" y="40374"/>
                  </a:lnTo>
                  <a:lnTo>
                    <a:pt x="4912631" y="31538"/>
                  </a:lnTo>
                  <a:lnTo>
                    <a:pt x="4820604" y="23807"/>
                  </a:lnTo>
                  <a:lnTo>
                    <a:pt x="4728655" y="17196"/>
                  </a:lnTo>
                  <a:lnTo>
                    <a:pt x="4640853" y="11731"/>
                  </a:lnTo>
                  <a:lnTo>
                    <a:pt x="4561755" y="7427"/>
                  </a:lnTo>
                  <a:lnTo>
                    <a:pt x="4495605" y="4251"/>
                  </a:lnTo>
                  <a:lnTo>
                    <a:pt x="4445380" y="2108"/>
                  </a:lnTo>
                  <a:lnTo>
                    <a:pt x="4412004" y="836"/>
                  </a:lnTo>
                  <a:lnTo>
                    <a:pt x="4393985" y="218"/>
                  </a:lnTo>
                  <a:lnTo>
                    <a:pt x="4387523" y="1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7" y="42"/>
                  </a:lnTo>
                  <a:lnTo>
                    <a:pt x="3838551" y="347"/>
                  </a:lnTo>
                  <a:lnTo>
                    <a:pt x="3817853" y="1189"/>
                  </a:lnTo>
                  <a:lnTo>
                    <a:pt x="3781392" y="2842"/>
                  </a:lnTo>
                  <a:lnTo>
                    <a:pt x="3728148" y="5544"/>
                  </a:lnTo>
                  <a:lnTo>
                    <a:pt x="3659466" y="9471"/>
                  </a:lnTo>
                  <a:lnTo>
                    <a:pt x="3578606" y="14719"/>
                  </a:lnTo>
                  <a:lnTo>
                    <a:pt x="3489911" y="21311"/>
                  </a:lnTo>
                  <a:lnTo>
                    <a:pt x="3397873" y="29227"/>
                  </a:lnTo>
                  <a:lnTo>
                    <a:pt x="3306387" y="38436"/>
                  </a:lnTo>
                  <a:lnTo>
                    <a:pt x="3218354" y="48926"/>
                  </a:lnTo>
                  <a:lnTo>
                    <a:pt x="3135588" y="60729"/>
                  </a:lnTo>
                  <a:lnTo>
                    <a:pt x="3058947" y="73931"/>
                  </a:lnTo>
                  <a:lnTo>
                    <a:pt x="2988549" y="88678"/>
                  </a:lnTo>
                  <a:lnTo>
                    <a:pt x="2924005" y="105175"/>
                  </a:lnTo>
                  <a:lnTo>
                    <a:pt x="2864608" y="123677"/>
                  </a:lnTo>
                  <a:lnTo>
                    <a:pt x="2809476" y="144477"/>
                  </a:lnTo>
                  <a:lnTo>
                    <a:pt x="2757670" y="167877"/>
                  </a:lnTo>
                  <a:lnTo>
                    <a:pt x="2708268" y="194140"/>
                  </a:lnTo>
                  <a:lnTo>
                    <a:pt x="2667772" y="218688"/>
                  </a:lnTo>
                  <a:lnTo>
                    <a:pt x="2622457" y="249316"/>
                  </a:lnTo>
                  <a:lnTo>
                    <a:pt x="2577585" y="282813"/>
                  </a:lnTo>
                  <a:lnTo>
                    <a:pt x="2532751" y="319229"/>
                  </a:lnTo>
                  <a:lnTo>
                    <a:pt x="2487667" y="358531"/>
                  </a:lnTo>
                  <a:lnTo>
                    <a:pt x="2442144" y="400597"/>
                  </a:lnTo>
                  <a:lnTo>
                    <a:pt x="2396089" y="445208"/>
                  </a:lnTo>
                  <a:lnTo>
                    <a:pt x="2349484" y="492043"/>
                  </a:lnTo>
                  <a:lnTo>
                    <a:pt x="2302384" y="540693"/>
                  </a:lnTo>
                  <a:lnTo>
                    <a:pt x="2254900" y="590662"/>
                  </a:lnTo>
                  <a:lnTo>
                    <a:pt x="2207186" y="641397"/>
                  </a:lnTo>
                  <a:lnTo>
                    <a:pt x="2159418" y="692305"/>
                  </a:lnTo>
                  <a:lnTo>
                    <a:pt x="2111781" y="742786"/>
                  </a:lnTo>
                  <a:lnTo>
                    <a:pt x="2064443" y="792261"/>
                  </a:lnTo>
                  <a:lnTo>
                    <a:pt x="2017543" y="840197"/>
                  </a:lnTo>
                  <a:lnTo>
                    <a:pt x="1971168" y="886134"/>
                  </a:lnTo>
                  <a:lnTo>
                    <a:pt x="1925344" y="929699"/>
                  </a:lnTo>
                  <a:lnTo>
                    <a:pt x="1880025" y="970614"/>
                  </a:lnTo>
                  <a:lnTo>
                    <a:pt x="1835075" y="1008702"/>
                  </a:lnTo>
                  <a:lnTo>
                    <a:pt x="1790266" y="1043878"/>
                  </a:lnTo>
                  <a:lnTo>
                    <a:pt x="1745263" y="1076148"/>
                  </a:lnTo>
                  <a:lnTo>
                    <a:pt x="1719082" y="1093443"/>
                  </a:lnTo>
                  <a:lnTo>
                    <a:pt x="1671076" y="1122245"/>
                  </a:lnTo>
                  <a:lnTo>
                    <a:pt x="1621359" y="1148052"/>
                  </a:lnTo>
                  <a:lnTo>
                    <a:pt x="1569101" y="1171031"/>
                  </a:lnTo>
                  <a:lnTo>
                    <a:pt x="1513371" y="1191456"/>
                  </a:lnTo>
                  <a:lnTo>
                    <a:pt x="1453233" y="1209630"/>
                  </a:lnTo>
                  <a:lnTo>
                    <a:pt x="1387825" y="1225841"/>
                  </a:lnTo>
                  <a:lnTo>
                    <a:pt x="1316478" y="1240338"/>
                  </a:lnTo>
                  <a:lnTo>
                    <a:pt x="1238866" y="1253315"/>
                  </a:lnTo>
                  <a:lnTo>
                    <a:pt x="1155208" y="1264911"/>
                  </a:lnTo>
                  <a:lnTo>
                    <a:pt x="1066497" y="1275202"/>
                  </a:lnTo>
                  <a:lnTo>
                    <a:pt x="974709" y="1284213"/>
                  </a:lnTo>
                  <a:lnTo>
                    <a:pt x="882911" y="1291927"/>
                  </a:lnTo>
                  <a:lnTo>
                    <a:pt x="795127" y="1298312"/>
                  </a:lnTo>
                  <a:lnTo>
                    <a:pt x="715881" y="1303352"/>
                  </a:lnTo>
                  <a:lnTo>
                    <a:pt x="649411" y="1307081"/>
                  </a:lnTo>
                  <a:lnTo>
                    <a:pt x="598730" y="1309608"/>
                  </a:lnTo>
                  <a:lnTo>
                    <a:pt x="564833" y="1311119"/>
                  </a:lnTo>
                  <a:lnTo>
                    <a:pt x="546325" y="1311860"/>
                  </a:lnTo>
                  <a:lnTo>
                    <a:pt x="539512" y="1312107"/>
                  </a:lnTo>
                  <a:lnTo>
                    <a:pt x="538736" y="1312132"/>
                  </a:lnTo>
                  <a:lnTo>
                    <a:pt x="0" y="1312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6" name="pg1196"/>
            <p:cNvSpPr/>
            <p:nvPr/>
          </p:nvSpPr>
          <p:spPr>
            <a:xfrm>
              <a:off x="546595" y="3020827"/>
              <a:ext cx="8234974" cy="2999938"/>
            </a:xfrm>
            <a:custGeom>
              <a:avLst/>
              <a:pathLst>
                <a:path w="8234974" h="2999938">
                  <a:moveTo>
                    <a:pt x="0" y="1257687"/>
                  </a:moveTo>
                  <a:lnTo>
                    <a:pt x="538736" y="1257687"/>
                  </a:lnTo>
                  <a:lnTo>
                    <a:pt x="540010" y="1257646"/>
                  </a:lnTo>
                  <a:lnTo>
                    <a:pt x="548324" y="1257355"/>
                  </a:lnTo>
                  <a:lnTo>
                    <a:pt x="569065" y="1256549"/>
                  </a:lnTo>
                  <a:lnTo>
                    <a:pt x="605596" y="1254968"/>
                  </a:lnTo>
                  <a:lnTo>
                    <a:pt x="658934" y="1252383"/>
                  </a:lnTo>
                  <a:lnTo>
                    <a:pt x="727724" y="1248628"/>
                  </a:lnTo>
                  <a:lnTo>
                    <a:pt x="808692" y="1243610"/>
                  </a:lnTo>
                  <a:lnTo>
                    <a:pt x="897483" y="1237307"/>
                  </a:lnTo>
                  <a:lnTo>
                    <a:pt x="989598" y="1229739"/>
                  </a:lnTo>
                  <a:lnTo>
                    <a:pt x="1081136" y="1220935"/>
                  </a:lnTo>
                  <a:lnTo>
                    <a:pt x="1169198" y="1210907"/>
                  </a:lnTo>
                  <a:lnTo>
                    <a:pt x="1251976" y="1199623"/>
                  </a:lnTo>
                  <a:lnTo>
                    <a:pt x="1328616" y="1187002"/>
                  </a:lnTo>
                  <a:lnTo>
                    <a:pt x="1399005" y="1172902"/>
                  </a:lnTo>
                  <a:lnTo>
                    <a:pt x="1463537" y="1157127"/>
                  </a:lnTo>
                  <a:lnTo>
                    <a:pt x="1522924" y="1139432"/>
                  </a:lnTo>
                  <a:lnTo>
                    <a:pt x="1578050" y="1119538"/>
                  </a:lnTo>
                  <a:lnTo>
                    <a:pt x="1629858" y="1097156"/>
                  </a:lnTo>
                  <a:lnTo>
                    <a:pt x="1679269" y="1072034"/>
                  </a:lnTo>
                  <a:lnTo>
                    <a:pt x="1719082" y="1048980"/>
                  </a:lnTo>
                  <a:lnTo>
                    <a:pt x="1764871" y="1019428"/>
                  </a:lnTo>
                  <a:lnTo>
                    <a:pt x="1810212" y="987079"/>
                  </a:lnTo>
                  <a:lnTo>
                    <a:pt x="1855521" y="951886"/>
                  </a:lnTo>
                  <a:lnTo>
                    <a:pt x="1901094" y="913883"/>
                  </a:lnTo>
                  <a:lnTo>
                    <a:pt x="1947119" y="873193"/>
                  </a:lnTo>
                  <a:lnTo>
                    <a:pt x="1993691" y="830038"/>
                  </a:lnTo>
                  <a:lnTo>
                    <a:pt x="2040823" y="784737"/>
                  </a:lnTo>
                  <a:lnTo>
                    <a:pt x="2088454" y="737701"/>
                  </a:lnTo>
                  <a:lnTo>
                    <a:pt x="2136464" y="689423"/>
                  </a:lnTo>
                  <a:lnTo>
                    <a:pt x="2184694" y="640452"/>
                  </a:lnTo>
                  <a:lnTo>
                    <a:pt x="2232958" y="591374"/>
                  </a:lnTo>
                  <a:lnTo>
                    <a:pt x="2281068" y="542779"/>
                  </a:lnTo>
                  <a:lnTo>
                    <a:pt x="2328853" y="495234"/>
                  </a:lnTo>
                  <a:lnTo>
                    <a:pt x="2376176" y="449253"/>
                  </a:lnTo>
                  <a:lnTo>
                    <a:pt x="2422953" y="405280"/>
                  </a:lnTo>
                  <a:lnTo>
                    <a:pt x="2469170" y="363668"/>
                  </a:lnTo>
                  <a:lnTo>
                    <a:pt x="2514890" y="324673"/>
                  </a:lnTo>
                  <a:lnTo>
                    <a:pt x="2560266" y="288455"/>
                  </a:lnTo>
                  <a:lnTo>
                    <a:pt x="2605554" y="255079"/>
                  </a:lnTo>
                  <a:lnTo>
                    <a:pt x="2651124" y="224525"/>
                  </a:lnTo>
                  <a:lnTo>
                    <a:pt x="2667772" y="214151"/>
                  </a:lnTo>
                  <a:lnTo>
                    <a:pt x="2715815" y="186645"/>
                  </a:lnTo>
                  <a:lnTo>
                    <a:pt x="2765571" y="162001"/>
                  </a:lnTo>
                  <a:lnTo>
                    <a:pt x="2817874" y="140059"/>
                  </a:lnTo>
                  <a:lnTo>
                    <a:pt x="2873655" y="120558"/>
                  </a:lnTo>
                  <a:lnTo>
                    <a:pt x="2933854" y="103207"/>
                  </a:lnTo>
                  <a:lnTo>
                    <a:pt x="2999334" y="87732"/>
                  </a:lnTo>
                  <a:lnTo>
                    <a:pt x="3070764" y="73894"/>
                  </a:lnTo>
                  <a:lnTo>
                    <a:pt x="3148468" y="61507"/>
                  </a:lnTo>
                  <a:lnTo>
                    <a:pt x="3232223" y="50441"/>
                  </a:lnTo>
                  <a:lnTo>
                    <a:pt x="3321030" y="40620"/>
                  </a:lnTo>
                  <a:lnTo>
                    <a:pt x="3412899" y="32024"/>
                  </a:lnTo>
                  <a:lnTo>
                    <a:pt x="3504749" y="24667"/>
                  </a:lnTo>
                  <a:lnTo>
                    <a:pt x="3592539" y="18581"/>
                  </a:lnTo>
                  <a:lnTo>
                    <a:pt x="3671735" y="13780"/>
                  </a:lnTo>
                  <a:lnTo>
                    <a:pt x="3738098" y="10232"/>
                  </a:lnTo>
                  <a:lnTo>
                    <a:pt x="3788625" y="7830"/>
                  </a:lnTo>
                  <a:lnTo>
                    <a:pt x="3822346" y="6398"/>
                  </a:lnTo>
                  <a:lnTo>
                    <a:pt x="3840687" y="5698"/>
                  </a:lnTo>
                  <a:lnTo>
                    <a:pt x="3847381" y="546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0" y="5532"/>
                  </a:lnTo>
                  <a:lnTo>
                    <a:pt x="4395563" y="6162"/>
                  </a:lnTo>
                  <a:lnTo>
                    <a:pt x="4414474" y="7902"/>
                  </a:lnTo>
                  <a:lnTo>
                    <a:pt x="4447949" y="11322"/>
                  </a:lnTo>
                  <a:lnTo>
                    <a:pt x="4497162" y="16927"/>
                  </a:lnTo>
                  <a:lnTo>
                    <a:pt x="4561187" y="25101"/>
                  </a:lnTo>
                  <a:lnTo>
                    <a:pt x="4637321" y="36072"/>
                  </a:lnTo>
                  <a:lnTo>
                    <a:pt x="4721753" y="49918"/>
                  </a:lnTo>
                  <a:lnTo>
                    <a:pt x="4810367" y="66612"/>
                  </a:lnTo>
                  <a:lnTo>
                    <a:pt x="4899429" y="86086"/>
                  </a:lnTo>
                  <a:lnTo>
                    <a:pt x="4986013" y="108299"/>
                  </a:lnTo>
                  <a:lnTo>
                    <a:pt x="5068147" y="133280"/>
                  </a:lnTo>
                  <a:lnTo>
                    <a:pt x="5144757" y="161166"/>
                  </a:lnTo>
                  <a:lnTo>
                    <a:pt x="5215491" y="192208"/>
                  </a:lnTo>
                  <a:lnTo>
                    <a:pt x="5280529" y="226779"/>
                  </a:lnTo>
                  <a:lnTo>
                    <a:pt x="5340398" y="265361"/>
                  </a:lnTo>
                  <a:lnTo>
                    <a:pt x="5395834" y="308526"/>
                  </a:lnTo>
                  <a:lnTo>
                    <a:pt x="5447670" y="356898"/>
                  </a:lnTo>
                  <a:lnTo>
                    <a:pt x="5496762" y="411083"/>
                  </a:lnTo>
                  <a:lnTo>
                    <a:pt x="5543914" y="471552"/>
                  </a:lnTo>
                  <a:lnTo>
                    <a:pt x="5567201" y="504526"/>
                  </a:lnTo>
                  <a:lnTo>
                    <a:pt x="5601884" y="557352"/>
                  </a:lnTo>
                  <a:lnTo>
                    <a:pt x="5636243" y="613974"/>
                  </a:lnTo>
                  <a:lnTo>
                    <a:pt x="5670481" y="674469"/>
                  </a:lnTo>
                  <a:lnTo>
                    <a:pt x="5704754" y="738857"/>
                  </a:lnTo>
                  <a:lnTo>
                    <a:pt x="5739183" y="807088"/>
                  </a:lnTo>
                  <a:lnTo>
                    <a:pt x="5773855" y="879046"/>
                  </a:lnTo>
                  <a:lnTo>
                    <a:pt x="5808822" y="954536"/>
                  </a:lnTo>
                  <a:lnTo>
                    <a:pt x="5844110" y="1033287"/>
                  </a:lnTo>
                  <a:lnTo>
                    <a:pt x="5879719" y="1114952"/>
                  </a:lnTo>
                  <a:lnTo>
                    <a:pt x="5915624" y="1199111"/>
                  </a:lnTo>
                  <a:lnTo>
                    <a:pt x="5951781" y="1285279"/>
                  </a:lnTo>
                  <a:lnTo>
                    <a:pt x="5988129" y="1372917"/>
                  </a:lnTo>
                  <a:lnTo>
                    <a:pt x="6024594" y="1461446"/>
                  </a:lnTo>
                  <a:lnTo>
                    <a:pt x="6061098" y="1550260"/>
                  </a:lnTo>
                  <a:lnTo>
                    <a:pt x="6097558" y="1638745"/>
                  </a:lnTo>
                  <a:lnTo>
                    <a:pt x="6133895" y="1726297"/>
                  </a:lnTo>
                  <a:lnTo>
                    <a:pt x="6170035" y="1812339"/>
                  </a:lnTo>
                  <a:lnTo>
                    <a:pt x="6205920" y="1896336"/>
                  </a:lnTo>
                  <a:lnTo>
                    <a:pt x="6241507" y="1977806"/>
                  </a:lnTo>
                  <a:lnTo>
                    <a:pt x="6276772" y="2056336"/>
                  </a:lnTo>
                  <a:lnTo>
                    <a:pt x="6311717" y="2131582"/>
                  </a:lnTo>
                  <a:lnTo>
                    <a:pt x="6346369" y="2203280"/>
                  </a:lnTo>
                  <a:lnTo>
                    <a:pt x="6380784" y="2271241"/>
                  </a:lnTo>
                  <a:lnTo>
                    <a:pt x="6415051" y="2335351"/>
                  </a:lnTo>
                  <a:lnTo>
                    <a:pt x="6449291" y="2395569"/>
                  </a:lnTo>
                  <a:lnTo>
                    <a:pt x="6483666" y="2451918"/>
                  </a:lnTo>
                  <a:lnTo>
                    <a:pt x="6515891" y="2500856"/>
                  </a:lnTo>
                  <a:lnTo>
                    <a:pt x="6562332" y="2564578"/>
                  </a:lnTo>
                  <a:lnTo>
                    <a:pt x="6610350" y="2621892"/>
                  </a:lnTo>
                  <a:lnTo>
                    <a:pt x="6660696" y="2673128"/>
                  </a:lnTo>
                  <a:lnTo>
                    <a:pt x="6714207" y="2718842"/>
                  </a:lnTo>
                  <a:lnTo>
                    <a:pt x="6771738" y="2759662"/>
                  </a:lnTo>
                  <a:lnTo>
                    <a:pt x="6834084" y="2796191"/>
                  </a:lnTo>
                  <a:lnTo>
                    <a:pt x="6901895" y="2828961"/>
                  </a:lnTo>
                  <a:lnTo>
                    <a:pt x="6975545" y="2858401"/>
                  </a:lnTo>
                  <a:lnTo>
                    <a:pt x="7054975" y="2884824"/>
                  </a:lnTo>
                  <a:lnTo>
                    <a:pt x="7139500" y="2908425"/>
                  </a:lnTo>
                  <a:lnTo>
                    <a:pt x="7227617" y="2929283"/>
                  </a:lnTo>
                  <a:lnTo>
                    <a:pt x="7316880" y="2947389"/>
                  </a:lnTo>
                  <a:lnTo>
                    <a:pt x="7403927" y="2962680"/>
                  </a:lnTo>
                  <a:lnTo>
                    <a:pt x="7484764" y="2975100"/>
                  </a:lnTo>
                  <a:lnTo>
                    <a:pt x="7555327" y="2984668"/>
                  </a:lnTo>
                  <a:lnTo>
                    <a:pt x="7612257" y="2991531"/>
                  </a:lnTo>
                  <a:lnTo>
                    <a:pt x="7653664" y="2995997"/>
                  </a:lnTo>
                  <a:lnTo>
                    <a:pt x="7679648" y="2998517"/>
                  </a:lnTo>
                  <a:lnTo>
                    <a:pt x="7692418" y="2999635"/>
                  </a:lnTo>
                  <a:lnTo>
                    <a:pt x="7696084" y="2999927"/>
                  </a:lnTo>
                  <a:lnTo>
                    <a:pt x="7696237" y="2999938"/>
                  </a:lnTo>
                  <a:lnTo>
                    <a:pt x="8234974" y="2999938"/>
                  </a:lnTo>
                  <a:lnTo>
                    <a:pt x="8234974" y="2994493"/>
                  </a:lnTo>
                  <a:lnTo>
                    <a:pt x="7696237" y="2994493"/>
                  </a:lnTo>
                  <a:lnTo>
                    <a:pt x="7695083" y="2994405"/>
                  </a:lnTo>
                  <a:lnTo>
                    <a:pt x="7687529" y="2993776"/>
                  </a:lnTo>
                  <a:lnTo>
                    <a:pt x="7668619" y="2992035"/>
                  </a:lnTo>
                  <a:lnTo>
                    <a:pt x="7635144" y="2988615"/>
                  </a:lnTo>
                  <a:lnTo>
                    <a:pt x="7585931" y="2983011"/>
                  </a:lnTo>
                  <a:lnTo>
                    <a:pt x="7521906" y="2974836"/>
                  </a:lnTo>
                  <a:lnTo>
                    <a:pt x="7445772" y="2963865"/>
                  </a:lnTo>
                  <a:lnTo>
                    <a:pt x="7361340" y="2950019"/>
                  </a:lnTo>
                  <a:lnTo>
                    <a:pt x="7272725" y="2933326"/>
                  </a:lnTo>
                  <a:lnTo>
                    <a:pt x="7183663" y="2913851"/>
                  </a:lnTo>
                  <a:lnTo>
                    <a:pt x="7097080" y="2891639"/>
                  </a:lnTo>
                  <a:lnTo>
                    <a:pt x="7014945" y="2866657"/>
                  </a:lnTo>
                  <a:lnTo>
                    <a:pt x="6938336" y="2838771"/>
                  </a:lnTo>
                  <a:lnTo>
                    <a:pt x="6867601" y="2807729"/>
                  </a:lnTo>
                  <a:lnTo>
                    <a:pt x="6802563" y="2773158"/>
                  </a:lnTo>
                  <a:lnTo>
                    <a:pt x="6742694" y="2734576"/>
                  </a:lnTo>
                  <a:lnTo>
                    <a:pt x="6687259" y="2691411"/>
                  </a:lnTo>
                  <a:lnTo>
                    <a:pt x="6635423" y="2643040"/>
                  </a:lnTo>
                  <a:lnTo>
                    <a:pt x="6586330" y="2588854"/>
                  </a:lnTo>
                  <a:lnTo>
                    <a:pt x="6539179" y="2528385"/>
                  </a:lnTo>
                  <a:lnTo>
                    <a:pt x="6515891" y="2495411"/>
                  </a:lnTo>
                  <a:lnTo>
                    <a:pt x="6481209" y="2442585"/>
                  </a:lnTo>
                  <a:lnTo>
                    <a:pt x="6446849" y="2385963"/>
                  </a:lnTo>
                  <a:lnTo>
                    <a:pt x="6412612" y="2325468"/>
                  </a:lnTo>
                  <a:lnTo>
                    <a:pt x="6378338" y="2261081"/>
                  </a:lnTo>
                  <a:lnTo>
                    <a:pt x="6343909" y="2192849"/>
                  </a:lnTo>
                  <a:lnTo>
                    <a:pt x="6309238" y="2120891"/>
                  </a:lnTo>
                  <a:lnTo>
                    <a:pt x="6274271" y="2045401"/>
                  </a:lnTo>
                  <a:lnTo>
                    <a:pt x="6238982" y="1966650"/>
                  </a:lnTo>
                  <a:lnTo>
                    <a:pt x="6203373" y="1884985"/>
                  </a:lnTo>
                  <a:lnTo>
                    <a:pt x="6167468" y="1800826"/>
                  </a:lnTo>
                  <a:lnTo>
                    <a:pt x="6131311" y="1714658"/>
                  </a:lnTo>
                  <a:lnTo>
                    <a:pt x="6094964" y="1627020"/>
                  </a:lnTo>
                  <a:lnTo>
                    <a:pt x="6058498" y="1538491"/>
                  </a:lnTo>
                  <a:lnTo>
                    <a:pt x="6021994" y="1449678"/>
                  </a:lnTo>
                  <a:lnTo>
                    <a:pt x="5985534" y="1361193"/>
                  </a:lnTo>
                  <a:lnTo>
                    <a:pt x="5949198" y="1273640"/>
                  </a:lnTo>
                  <a:lnTo>
                    <a:pt x="5913057" y="1187598"/>
                  </a:lnTo>
                  <a:lnTo>
                    <a:pt x="5877172" y="1103601"/>
                  </a:lnTo>
                  <a:lnTo>
                    <a:pt x="5841586" y="1022131"/>
                  </a:lnTo>
                  <a:lnTo>
                    <a:pt x="5806320" y="943602"/>
                  </a:lnTo>
                  <a:lnTo>
                    <a:pt x="5771375" y="868355"/>
                  </a:lnTo>
                  <a:lnTo>
                    <a:pt x="5736723" y="796657"/>
                  </a:lnTo>
                  <a:lnTo>
                    <a:pt x="5702308" y="728697"/>
                  </a:lnTo>
                  <a:lnTo>
                    <a:pt x="5668042" y="664586"/>
                  </a:lnTo>
                  <a:lnTo>
                    <a:pt x="5633801" y="604368"/>
                  </a:lnTo>
                  <a:lnTo>
                    <a:pt x="5599426" y="548020"/>
                  </a:lnTo>
                  <a:lnTo>
                    <a:pt x="5567201" y="499082"/>
                  </a:lnTo>
                  <a:lnTo>
                    <a:pt x="5520761" y="435359"/>
                  </a:lnTo>
                  <a:lnTo>
                    <a:pt x="5472742" y="378045"/>
                  </a:lnTo>
                  <a:lnTo>
                    <a:pt x="5422397" y="326809"/>
                  </a:lnTo>
                  <a:lnTo>
                    <a:pt x="5368886" y="281095"/>
                  </a:lnTo>
                  <a:lnTo>
                    <a:pt x="5311355" y="240276"/>
                  </a:lnTo>
                  <a:lnTo>
                    <a:pt x="5249008" y="203747"/>
                  </a:lnTo>
                  <a:lnTo>
                    <a:pt x="5181197" y="170977"/>
                  </a:lnTo>
                  <a:lnTo>
                    <a:pt x="5107547" y="141537"/>
                  </a:lnTo>
                  <a:lnTo>
                    <a:pt x="5028118" y="115113"/>
                  </a:lnTo>
                  <a:lnTo>
                    <a:pt x="4943593" y="91513"/>
                  </a:lnTo>
                  <a:lnTo>
                    <a:pt x="4855476" y="70654"/>
                  </a:lnTo>
                  <a:lnTo>
                    <a:pt x="4766213" y="52549"/>
                  </a:lnTo>
                  <a:lnTo>
                    <a:pt x="4679165" y="37258"/>
                  </a:lnTo>
                  <a:lnTo>
                    <a:pt x="4598329" y="24837"/>
                  </a:lnTo>
                  <a:lnTo>
                    <a:pt x="4527765" y="15269"/>
                  </a:lnTo>
                  <a:lnTo>
                    <a:pt x="4470835" y="8406"/>
                  </a:lnTo>
                  <a:lnTo>
                    <a:pt x="4429428" y="3940"/>
                  </a:lnTo>
                  <a:lnTo>
                    <a:pt x="4403444" y="1421"/>
                  </a:lnTo>
                  <a:lnTo>
                    <a:pt x="4390674" y="303"/>
                  </a:lnTo>
                  <a:lnTo>
                    <a:pt x="4387008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5" y="40"/>
                  </a:lnTo>
                  <a:lnTo>
                    <a:pt x="3838531" y="332"/>
                  </a:lnTo>
                  <a:lnTo>
                    <a:pt x="3817790" y="1137"/>
                  </a:lnTo>
                  <a:lnTo>
                    <a:pt x="3781259" y="2718"/>
                  </a:lnTo>
                  <a:lnTo>
                    <a:pt x="3727921" y="5303"/>
                  </a:lnTo>
                  <a:lnTo>
                    <a:pt x="3659130" y="9058"/>
                  </a:lnTo>
                  <a:lnTo>
                    <a:pt x="3578162" y="14076"/>
                  </a:lnTo>
                  <a:lnTo>
                    <a:pt x="3489371" y="20379"/>
                  </a:lnTo>
                  <a:lnTo>
                    <a:pt x="3397256" y="27948"/>
                  </a:lnTo>
                  <a:lnTo>
                    <a:pt x="3305719" y="36751"/>
                  </a:lnTo>
                  <a:lnTo>
                    <a:pt x="3217656" y="46780"/>
                  </a:lnTo>
                  <a:lnTo>
                    <a:pt x="3134879" y="58063"/>
                  </a:lnTo>
                  <a:lnTo>
                    <a:pt x="3058239" y="70685"/>
                  </a:lnTo>
                  <a:lnTo>
                    <a:pt x="2987850" y="84785"/>
                  </a:lnTo>
                  <a:lnTo>
                    <a:pt x="2923318" y="100560"/>
                  </a:lnTo>
                  <a:lnTo>
                    <a:pt x="2863930" y="118254"/>
                  </a:lnTo>
                  <a:lnTo>
                    <a:pt x="2808805" y="138148"/>
                  </a:lnTo>
                  <a:lnTo>
                    <a:pt x="2756996" y="160531"/>
                  </a:lnTo>
                  <a:lnTo>
                    <a:pt x="2707585" y="185652"/>
                  </a:lnTo>
                  <a:lnTo>
                    <a:pt x="2667772" y="208707"/>
                  </a:lnTo>
                  <a:lnTo>
                    <a:pt x="2621984" y="238259"/>
                  </a:lnTo>
                  <a:lnTo>
                    <a:pt x="2576643" y="270607"/>
                  </a:lnTo>
                  <a:lnTo>
                    <a:pt x="2531334" y="305800"/>
                  </a:lnTo>
                  <a:lnTo>
                    <a:pt x="2485761" y="343804"/>
                  </a:lnTo>
                  <a:lnTo>
                    <a:pt x="2439736" y="384493"/>
                  </a:lnTo>
                  <a:lnTo>
                    <a:pt x="2393163" y="427649"/>
                  </a:lnTo>
                  <a:lnTo>
                    <a:pt x="2346031" y="472950"/>
                  </a:lnTo>
                  <a:lnTo>
                    <a:pt x="2298401" y="519985"/>
                  </a:lnTo>
                  <a:lnTo>
                    <a:pt x="2250390" y="568264"/>
                  </a:lnTo>
                  <a:lnTo>
                    <a:pt x="2202160" y="617234"/>
                  </a:lnTo>
                  <a:lnTo>
                    <a:pt x="2153896" y="666312"/>
                  </a:lnTo>
                  <a:lnTo>
                    <a:pt x="2105786" y="714907"/>
                  </a:lnTo>
                  <a:lnTo>
                    <a:pt x="2058002" y="762452"/>
                  </a:lnTo>
                  <a:lnTo>
                    <a:pt x="2010679" y="808433"/>
                  </a:lnTo>
                  <a:lnTo>
                    <a:pt x="1963901" y="852406"/>
                  </a:lnTo>
                  <a:lnTo>
                    <a:pt x="1917685" y="894019"/>
                  </a:lnTo>
                  <a:lnTo>
                    <a:pt x="1871965" y="933014"/>
                  </a:lnTo>
                  <a:lnTo>
                    <a:pt x="1826589" y="969232"/>
                  </a:lnTo>
                  <a:lnTo>
                    <a:pt x="1781301" y="1002608"/>
                  </a:lnTo>
                  <a:lnTo>
                    <a:pt x="1735731" y="1033161"/>
                  </a:lnTo>
                  <a:lnTo>
                    <a:pt x="1719082" y="1043535"/>
                  </a:lnTo>
                  <a:lnTo>
                    <a:pt x="1671039" y="1071041"/>
                  </a:lnTo>
                  <a:lnTo>
                    <a:pt x="1621284" y="1095685"/>
                  </a:lnTo>
                  <a:lnTo>
                    <a:pt x="1568981" y="1117627"/>
                  </a:lnTo>
                  <a:lnTo>
                    <a:pt x="1513200" y="1137128"/>
                  </a:lnTo>
                  <a:lnTo>
                    <a:pt x="1453000" y="1154479"/>
                  </a:lnTo>
                  <a:lnTo>
                    <a:pt x="1387521" y="1169955"/>
                  </a:lnTo>
                  <a:lnTo>
                    <a:pt x="1316091" y="1183792"/>
                  </a:lnTo>
                  <a:lnTo>
                    <a:pt x="1238387" y="1196179"/>
                  </a:lnTo>
                  <a:lnTo>
                    <a:pt x="1154632" y="1207246"/>
                  </a:lnTo>
                  <a:lnTo>
                    <a:pt x="1065824" y="1217066"/>
                  </a:lnTo>
                  <a:lnTo>
                    <a:pt x="973955" y="1225663"/>
                  </a:lnTo>
                  <a:lnTo>
                    <a:pt x="882106" y="1233019"/>
                  </a:lnTo>
                  <a:lnTo>
                    <a:pt x="794315" y="1239105"/>
                  </a:lnTo>
                  <a:lnTo>
                    <a:pt x="715119" y="1243906"/>
                  </a:lnTo>
                  <a:lnTo>
                    <a:pt x="648757" y="1247455"/>
                  </a:lnTo>
                  <a:lnTo>
                    <a:pt x="598229" y="1249856"/>
                  </a:lnTo>
                  <a:lnTo>
                    <a:pt x="564509" y="1251288"/>
                  </a:lnTo>
                  <a:lnTo>
                    <a:pt x="546167" y="1251988"/>
                  </a:lnTo>
                  <a:lnTo>
                    <a:pt x="539474" y="1252219"/>
                  </a:lnTo>
                  <a:lnTo>
                    <a:pt x="538736" y="1252242"/>
                  </a:lnTo>
                  <a:lnTo>
                    <a:pt x="0" y="125224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197" name="pl1197"/>
            <p:cNvSpPr/>
            <p:nvPr/>
          </p:nvSpPr>
          <p:spPr>
            <a:xfrm>
              <a:off x="546595" y="3026272"/>
              <a:ext cx="8234974" cy="2994493"/>
            </a:xfrm>
            <a:custGeom>
              <a:avLst/>
              <a:pathLst>
                <a:path w="8234974" h="2994493">
                  <a:moveTo>
                    <a:pt x="0" y="1252242"/>
                  </a:moveTo>
                  <a:lnTo>
                    <a:pt x="538736" y="1252242"/>
                  </a:lnTo>
                  <a:lnTo>
                    <a:pt x="540010" y="1252202"/>
                  </a:lnTo>
                  <a:lnTo>
                    <a:pt x="548324" y="1251910"/>
                  </a:lnTo>
                  <a:lnTo>
                    <a:pt x="569065" y="1251105"/>
                  </a:lnTo>
                  <a:lnTo>
                    <a:pt x="605596" y="1249524"/>
                  </a:lnTo>
                  <a:lnTo>
                    <a:pt x="658934" y="1246939"/>
                  </a:lnTo>
                  <a:lnTo>
                    <a:pt x="727724" y="1243183"/>
                  </a:lnTo>
                  <a:lnTo>
                    <a:pt x="808692" y="1238166"/>
                  </a:lnTo>
                  <a:lnTo>
                    <a:pt x="897483" y="1231863"/>
                  </a:lnTo>
                  <a:lnTo>
                    <a:pt x="989598" y="1224294"/>
                  </a:lnTo>
                  <a:lnTo>
                    <a:pt x="1081136" y="1215490"/>
                  </a:lnTo>
                  <a:lnTo>
                    <a:pt x="1169198" y="1205462"/>
                  </a:lnTo>
                  <a:lnTo>
                    <a:pt x="1251976" y="1194179"/>
                  </a:lnTo>
                  <a:lnTo>
                    <a:pt x="1328616" y="1181557"/>
                  </a:lnTo>
                  <a:lnTo>
                    <a:pt x="1399005" y="1167457"/>
                  </a:lnTo>
                  <a:lnTo>
                    <a:pt x="1463537" y="1151682"/>
                  </a:lnTo>
                  <a:lnTo>
                    <a:pt x="1522924" y="1133987"/>
                  </a:lnTo>
                  <a:lnTo>
                    <a:pt x="1578050" y="1114093"/>
                  </a:lnTo>
                  <a:lnTo>
                    <a:pt x="1629858" y="1091711"/>
                  </a:lnTo>
                  <a:lnTo>
                    <a:pt x="1679269" y="1066590"/>
                  </a:lnTo>
                  <a:lnTo>
                    <a:pt x="1719082" y="1043535"/>
                  </a:lnTo>
                  <a:lnTo>
                    <a:pt x="1764871" y="1013983"/>
                  </a:lnTo>
                  <a:lnTo>
                    <a:pt x="1810212" y="981635"/>
                  </a:lnTo>
                  <a:lnTo>
                    <a:pt x="1855521" y="946442"/>
                  </a:lnTo>
                  <a:lnTo>
                    <a:pt x="1901094" y="908438"/>
                  </a:lnTo>
                  <a:lnTo>
                    <a:pt x="1947119" y="867748"/>
                  </a:lnTo>
                  <a:lnTo>
                    <a:pt x="1993691" y="824593"/>
                  </a:lnTo>
                  <a:lnTo>
                    <a:pt x="2040823" y="779292"/>
                  </a:lnTo>
                  <a:lnTo>
                    <a:pt x="2088454" y="732257"/>
                  </a:lnTo>
                  <a:lnTo>
                    <a:pt x="2136464" y="683978"/>
                  </a:lnTo>
                  <a:lnTo>
                    <a:pt x="2184694" y="635008"/>
                  </a:lnTo>
                  <a:lnTo>
                    <a:pt x="2232958" y="585930"/>
                  </a:lnTo>
                  <a:lnTo>
                    <a:pt x="2281068" y="537335"/>
                  </a:lnTo>
                  <a:lnTo>
                    <a:pt x="2328853" y="489790"/>
                  </a:lnTo>
                  <a:lnTo>
                    <a:pt x="2376176" y="443809"/>
                  </a:lnTo>
                  <a:lnTo>
                    <a:pt x="2422953" y="399836"/>
                  </a:lnTo>
                  <a:lnTo>
                    <a:pt x="2469170" y="358223"/>
                  </a:lnTo>
                  <a:lnTo>
                    <a:pt x="2514890" y="319228"/>
                  </a:lnTo>
                  <a:lnTo>
                    <a:pt x="2560266" y="283010"/>
                  </a:lnTo>
                  <a:lnTo>
                    <a:pt x="2605554" y="249634"/>
                  </a:lnTo>
                  <a:lnTo>
                    <a:pt x="2651124" y="219081"/>
                  </a:lnTo>
                  <a:lnTo>
                    <a:pt x="2667772" y="208707"/>
                  </a:lnTo>
                  <a:lnTo>
                    <a:pt x="2715815" y="181201"/>
                  </a:lnTo>
                  <a:lnTo>
                    <a:pt x="2765571" y="156557"/>
                  </a:lnTo>
                  <a:lnTo>
                    <a:pt x="2817874" y="134615"/>
                  </a:lnTo>
                  <a:lnTo>
                    <a:pt x="2873655" y="115113"/>
                  </a:lnTo>
                  <a:lnTo>
                    <a:pt x="2933854" y="97763"/>
                  </a:lnTo>
                  <a:lnTo>
                    <a:pt x="2999334" y="82287"/>
                  </a:lnTo>
                  <a:lnTo>
                    <a:pt x="3070764" y="68449"/>
                  </a:lnTo>
                  <a:lnTo>
                    <a:pt x="3148468" y="56063"/>
                  </a:lnTo>
                  <a:lnTo>
                    <a:pt x="3232223" y="44996"/>
                  </a:lnTo>
                  <a:lnTo>
                    <a:pt x="3321030" y="35176"/>
                  </a:lnTo>
                  <a:lnTo>
                    <a:pt x="3412899" y="26579"/>
                  </a:lnTo>
                  <a:lnTo>
                    <a:pt x="3504749" y="19223"/>
                  </a:lnTo>
                  <a:lnTo>
                    <a:pt x="3592539" y="13137"/>
                  </a:lnTo>
                  <a:lnTo>
                    <a:pt x="3671735" y="8336"/>
                  </a:lnTo>
                  <a:lnTo>
                    <a:pt x="3738098" y="4787"/>
                  </a:lnTo>
                  <a:lnTo>
                    <a:pt x="3788625" y="2386"/>
                  </a:lnTo>
                  <a:lnTo>
                    <a:pt x="3822346" y="953"/>
                  </a:lnTo>
                  <a:lnTo>
                    <a:pt x="3840687" y="254"/>
                  </a:lnTo>
                  <a:lnTo>
                    <a:pt x="3847381" y="2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0" y="88"/>
                  </a:lnTo>
                  <a:lnTo>
                    <a:pt x="4395563" y="717"/>
                  </a:lnTo>
                  <a:lnTo>
                    <a:pt x="4414474" y="2458"/>
                  </a:lnTo>
                  <a:lnTo>
                    <a:pt x="4447949" y="5877"/>
                  </a:lnTo>
                  <a:lnTo>
                    <a:pt x="4497162" y="11482"/>
                  </a:lnTo>
                  <a:lnTo>
                    <a:pt x="4561187" y="19656"/>
                  </a:lnTo>
                  <a:lnTo>
                    <a:pt x="4637321" y="30627"/>
                  </a:lnTo>
                  <a:lnTo>
                    <a:pt x="4721753" y="44473"/>
                  </a:lnTo>
                  <a:lnTo>
                    <a:pt x="4810367" y="61167"/>
                  </a:lnTo>
                  <a:lnTo>
                    <a:pt x="4899429" y="80641"/>
                  </a:lnTo>
                  <a:lnTo>
                    <a:pt x="4986013" y="102854"/>
                  </a:lnTo>
                  <a:lnTo>
                    <a:pt x="5068147" y="127836"/>
                  </a:lnTo>
                  <a:lnTo>
                    <a:pt x="5144757" y="155721"/>
                  </a:lnTo>
                  <a:lnTo>
                    <a:pt x="5215491" y="186764"/>
                  </a:lnTo>
                  <a:lnTo>
                    <a:pt x="5280529" y="221335"/>
                  </a:lnTo>
                  <a:lnTo>
                    <a:pt x="5340398" y="259917"/>
                  </a:lnTo>
                  <a:lnTo>
                    <a:pt x="5395834" y="303081"/>
                  </a:lnTo>
                  <a:lnTo>
                    <a:pt x="5447670" y="351453"/>
                  </a:lnTo>
                  <a:lnTo>
                    <a:pt x="5496762" y="405638"/>
                  </a:lnTo>
                  <a:lnTo>
                    <a:pt x="5543914" y="466107"/>
                  </a:lnTo>
                  <a:lnTo>
                    <a:pt x="5567201" y="499082"/>
                  </a:lnTo>
                  <a:lnTo>
                    <a:pt x="5601884" y="551908"/>
                  </a:lnTo>
                  <a:lnTo>
                    <a:pt x="5636243" y="608530"/>
                  </a:lnTo>
                  <a:lnTo>
                    <a:pt x="5670481" y="669025"/>
                  </a:lnTo>
                  <a:lnTo>
                    <a:pt x="5704754" y="733412"/>
                  </a:lnTo>
                  <a:lnTo>
                    <a:pt x="5739183" y="801644"/>
                  </a:lnTo>
                  <a:lnTo>
                    <a:pt x="5773855" y="873602"/>
                  </a:lnTo>
                  <a:lnTo>
                    <a:pt x="5808822" y="949092"/>
                  </a:lnTo>
                  <a:lnTo>
                    <a:pt x="5844110" y="1027843"/>
                  </a:lnTo>
                  <a:lnTo>
                    <a:pt x="5879719" y="1109508"/>
                  </a:lnTo>
                  <a:lnTo>
                    <a:pt x="5915624" y="1193666"/>
                  </a:lnTo>
                  <a:lnTo>
                    <a:pt x="5951781" y="1279835"/>
                  </a:lnTo>
                  <a:lnTo>
                    <a:pt x="5988129" y="1367473"/>
                  </a:lnTo>
                  <a:lnTo>
                    <a:pt x="6024594" y="1456002"/>
                  </a:lnTo>
                  <a:lnTo>
                    <a:pt x="6061098" y="1544815"/>
                  </a:lnTo>
                  <a:lnTo>
                    <a:pt x="6097558" y="1633300"/>
                  </a:lnTo>
                  <a:lnTo>
                    <a:pt x="6133895" y="1720853"/>
                  </a:lnTo>
                  <a:lnTo>
                    <a:pt x="6170035" y="1806895"/>
                  </a:lnTo>
                  <a:lnTo>
                    <a:pt x="6205920" y="1890891"/>
                  </a:lnTo>
                  <a:lnTo>
                    <a:pt x="6241507" y="1972362"/>
                  </a:lnTo>
                  <a:lnTo>
                    <a:pt x="6276772" y="2050891"/>
                  </a:lnTo>
                  <a:lnTo>
                    <a:pt x="6311717" y="2126138"/>
                  </a:lnTo>
                  <a:lnTo>
                    <a:pt x="6346369" y="2197835"/>
                  </a:lnTo>
                  <a:lnTo>
                    <a:pt x="6380784" y="2265796"/>
                  </a:lnTo>
                  <a:lnTo>
                    <a:pt x="6415051" y="2329907"/>
                  </a:lnTo>
                  <a:lnTo>
                    <a:pt x="6449291" y="2390125"/>
                  </a:lnTo>
                  <a:lnTo>
                    <a:pt x="6483666" y="2446473"/>
                  </a:lnTo>
                  <a:lnTo>
                    <a:pt x="6515891" y="2495411"/>
                  </a:lnTo>
                  <a:lnTo>
                    <a:pt x="6562332" y="2559134"/>
                  </a:lnTo>
                  <a:lnTo>
                    <a:pt x="6610350" y="2616448"/>
                  </a:lnTo>
                  <a:lnTo>
                    <a:pt x="6660696" y="2667683"/>
                  </a:lnTo>
                  <a:lnTo>
                    <a:pt x="6714207" y="2713398"/>
                  </a:lnTo>
                  <a:lnTo>
                    <a:pt x="6771738" y="2754217"/>
                  </a:lnTo>
                  <a:lnTo>
                    <a:pt x="6834084" y="2790746"/>
                  </a:lnTo>
                  <a:lnTo>
                    <a:pt x="6901895" y="2823516"/>
                  </a:lnTo>
                  <a:lnTo>
                    <a:pt x="6975545" y="2852956"/>
                  </a:lnTo>
                  <a:lnTo>
                    <a:pt x="7054975" y="2879380"/>
                  </a:lnTo>
                  <a:lnTo>
                    <a:pt x="7139500" y="2902980"/>
                  </a:lnTo>
                  <a:lnTo>
                    <a:pt x="7227617" y="2923839"/>
                  </a:lnTo>
                  <a:lnTo>
                    <a:pt x="7316880" y="2941944"/>
                  </a:lnTo>
                  <a:lnTo>
                    <a:pt x="7403927" y="2957235"/>
                  </a:lnTo>
                  <a:lnTo>
                    <a:pt x="7484764" y="2969656"/>
                  </a:lnTo>
                  <a:lnTo>
                    <a:pt x="7555327" y="2979223"/>
                  </a:lnTo>
                  <a:lnTo>
                    <a:pt x="7612257" y="2986087"/>
                  </a:lnTo>
                  <a:lnTo>
                    <a:pt x="7653664" y="2990553"/>
                  </a:lnTo>
                  <a:lnTo>
                    <a:pt x="7679648" y="2993072"/>
                  </a:lnTo>
                  <a:lnTo>
                    <a:pt x="7692418" y="2994190"/>
                  </a:lnTo>
                  <a:lnTo>
                    <a:pt x="7696084" y="2994482"/>
                  </a:lnTo>
                  <a:lnTo>
                    <a:pt x="7696237" y="2994493"/>
                  </a:lnTo>
                  <a:lnTo>
                    <a:pt x="8234974" y="29944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8" name="pl1198"/>
            <p:cNvSpPr/>
            <p:nvPr/>
          </p:nvSpPr>
          <p:spPr>
            <a:xfrm>
              <a:off x="546595" y="3020827"/>
              <a:ext cx="8234974" cy="2994493"/>
            </a:xfrm>
            <a:custGeom>
              <a:avLst/>
              <a:pathLst>
                <a:path w="8234974" h="2994493">
                  <a:moveTo>
                    <a:pt x="8234974" y="2994493"/>
                  </a:moveTo>
                  <a:lnTo>
                    <a:pt x="7696237" y="2994493"/>
                  </a:lnTo>
                  <a:lnTo>
                    <a:pt x="7695083" y="2994405"/>
                  </a:lnTo>
                  <a:lnTo>
                    <a:pt x="7687529" y="2993776"/>
                  </a:lnTo>
                  <a:lnTo>
                    <a:pt x="7668619" y="2992035"/>
                  </a:lnTo>
                  <a:lnTo>
                    <a:pt x="7635144" y="2988615"/>
                  </a:lnTo>
                  <a:lnTo>
                    <a:pt x="7585931" y="2983011"/>
                  </a:lnTo>
                  <a:lnTo>
                    <a:pt x="7521906" y="2974836"/>
                  </a:lnTo>
                  <a:lnTo>
                    <a:pt x="7445772" y="2963865"/>
                  </a:lnTo>
                  <a:lnTo>
                    <a:pt x="7361340" y="2950019"/>
                  </a:lnTo>
                  <a:lnTo>
                    <a:pt x="7272725" y="2933326"/>
                  </a:lnTo>
                  <a:lnTo>
                    <a:pt x="7183663" y="2913851"/>
                  </a:lnTo>
                  <a:lnTo>
                    <a:pt x="7097080" y="2891639"/>
                  </a:lnTo>
                  <a:lnTo>
                    <a:pt x="7014945" y="2866657"/>
                  </a:lnTo>
                  <a:lnTo>
                    <a:pt x="6938336" y="2838771"/>
                  </a:lnTo>
                  <a:lnTo>
                    <a:pt x="6867601" y="2807729"/>
                  </a:lnTo>
                  <a:lnTo>
                    <a:pt x="6802563" y="2773158"/>
                  </a:lnTo>
                  <a:lnTo>
                    <a:pt x="6742694" y="2734576"/>
                  </a:lnTo>
                  <a:lnTo>
                    <a:pt x="6687259" y="2691411"/>
                  </a:lnTo>
                  <a:lnTo>
                    <a:pt x="6635423" y="2643040"/>
                  </a:lnTo>
                  <a:lnTo>
                    <a:pt x="6586330" y="2588854"/>
                  </a:lnTo>
                  <a:lnTo>
                    <a:pt x="6539179" y="2528385"/>
                  </a:lnTo>
                  <a:lnTo>
                    <a:pt x="6515891" y="2495411"/>
                  </a:lnTo>
                  <a:lnTo>
                    <a:pt x="6481209" y="2442585"/>
                  </a:lnTo>
                  <a:lnTo>
                    <a:pt x="6446849" y="2385963"/>
                  </a:lnTo>
                  <a:lnTo>
                    <a:pt x="6412612" y="2325468"/>
                  </a:lnTo>
                  <a:lnTo>
                    <a:pt x="6378338" y="2261081"/>
                  </a:lnTo>
                  <a:lnTo>
                    <a:pt x="6343909" y="2192849"/>
                  </a:lnTo>
                  <a:lnTo>
                    <a:pt x="6309238" y="2120891"/>
                  </a:lnTo>
                  <a:lnTo>
                    <a:pt x="6274271" y="2045401"/>
                  </a:lnTo>
                  <a:lnTo>
                    <a:pt x="6238982" y="1966650"/>
                  </a:lnTo>
                  <a:lnTo>
                    <a:pt x="6203373" y="1884985"/>
                  </a:lnTo>
                  <a:lnTo>
                    <a:pt x="6167468" y="1800826"/>
                  </a:lnTo>
                  <a:lnTo>
                    <a:pt x="6131311" y="1714658"/>
                  </a:lnTo>
                  <a:lnTo>
                    <a:pt x="6094964" y="1627020"/>
                  </a:lnTo>
                  <a:lnTo>
                    <a:pt x="6058498" y="1538491"/>
                  </a:lnTo>
                  <a:lnTo>
                    <a:pt x="6021994" y="1449678"/>
                  </a:lnTo>
                  <a:lnTo>
                    <a:pt x="5985534" y="1361193"/>
                  </a:lnTo>
                  <a:lnTo>
                    <a:pt x="5949198" y="1273640"/>
                  </a:lnTo>
                  <a:lnTo>
                    <a:pt x="5913057" y="1187598"/>
                  </a:lnTo>
                  <a:lnTo>
                    <a:pt x="5877172" y="1103601"/>
                  </a:lnTo>
                  <a:lnTo>
                    <a:pt x="5841586" y="1022131"/>
                  </a:lnTo>
                  <a:lnTo>
                    <a:pt x="5806320" y="943602"/>
                  </a:lnTo>
                  <a:lnTo>
                    <a:pt x="5771375" y="868355"/>
                  </a:lnTo>
                  <a:lnTo>
                    <a:pt x="5736723" y="796657"/>
                  </a:lnTo>
                  <a:lnTo>
                    <a:pt x="5702308" y="728697"/>
                  </a:lnTo>
                  <a:lnTo>
                    <a:pt x="5668042" y="664586"/>
                  </a:lnTo>
                  <a:lnTo>
                    <a:pt x="5633801" y="604368"/>
                  </a:lnTo>
                  <a:lnTo>
                    <a:pt x="5599426" y="548020"/>
                  </a:lnTo>
                  <a:lnTo>
                    <a:pt x="5567201" y="499082"/>
                  </a:lnTo>
                  <a:lnTo>
                    <a:pt x="5520761" y="435359"/>
                  </a:lnTo>
                  <a:lnTo>
                    <a:pt x="5472742" y="378045"/>
                  </a:lnTo>
                  <a:lnTo>
                    <a:pt x="5422397" y="326809"/>
                  </a:lnTo>
                  <a:lnTo>
                    <a:pt x="5368886" y="281095"/>
                  </a:lnTo>
                  <a:lnTo>
                    <a:pt x="5311355" y="240276"/>
                  </a:lnTo>
                  <a:lnTo>
                    <a:pt x="5249008" y="203747"/>
                  </a:lnTo>
                  <a:lnTo>
                    <a:pt x="5181197" y="170977"/>
                  </a:lnTo>
                  <a:lnTo>
                    <a:pt x="5107547" y="141537"/>
                  </a:lnTo>
                  <a:lnTo>
                    <a:pt x="5028118" y="115113"/>
                  </a:lnTo>
                  <a:lnTo>
                    <a:pt x="4943593" y="91513"/>
                  </a:lnTo>
                  <a:lnTo>
                    <a:pt x="4855476" y="70654"/>
                  </a:lnTo>
                  <a:lnTo>
                    <a:pt x="4766213" y="52549"/>
                  </a:lnTo>
                  <a:lnTo>
                    <a:pt x="4679165" y="37258"/>
                  </a:lnTo>
                  <a:lnTo>
                    <a:pt x="4598329" y="24837"/>
                  </a:lnTo>
                  <a:lnTo>
                    <a:pt x="4527765" y="15269"/>
                  </a:lnTo>
                  <a:lnTo>
                    <a:pt x="4470835" y="8406"/>
                  </a:lnTo>
                  <a:lnTo>
                    <a:pt x="4429428" y="3940"/>
                  </a:lnTo>
                  <a:lnTo>
                    <a:pt x="4403444" y="1421"/>
                  </a:lnTo>
                  <a:lnTo>
                    <a:pt x="4390674" y="303"/>
                  </a:lnTo>
                  <a:lnTo>
                    <a:pt x="4387008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5" y="40"/>
                  </a:lnTo>
                  <a:lnTo>
                    <a:pt x="3838531" y="332"/>
                  </a:lnTo>
                  <a:lnTo>
                    <a:pt x="3817790" y="1137"/>
                  </a:lnTo>
                  <a:lnTo>
                    <a:pt x="3781259" y="2718"/>
                  </a:lnTo>
                  <a:lnTo>
                    <a:pt x="3727921" y="5303"/>
                  </a:lnTo>
                  <a:lnTo>
                    <a:pt x="3659130" y="9058"/>
                  </a:lnTo>
                  <a:lnTo>
                    <a:pt x="3578162" y="14076"/>
                  </a:lnTo>
                  <a:lnTo>
                    <a:pt x="3489371" y="20379"/>
                  </a:lnTo>
                  <a:lnTo>
                    <a:pt x="3397256" y="27948"/>
                  </a:lnTo>
                  <a:lnTo>
                    <a:pt x="3305719" y="36751"/>
                  </a:lnTo>
                  <a:lnTo>
                    <a:pt x="3217656" y="46780"/>
                  </a:lnTo>
                  <a:lnTo>
                    <a:pt x="3134879" y="58063"/>
                  </a:lnTo>
                  <a:lnTo>
                    <a:pt x="3058239" y="70685"/>
                  </a:lnTo>
                  <a:lnTo>
                    <a:pt x="2987850" y="84785"/>
                  </a:lnTo>
                  <a:lnTo>
                    <a:pt x="2923318" y="100560"/>
                  </a:lnTo>
                  <a:lnTo>
                    <a:pt x="2863930" y="118254"/>
                  </a:lnTo>
                  <a:lnTo>
                    <a:pt x="2808805" y="138148"/>
                  </a:lnTo>
                  <a:lnTo>
                    <a:pt x="2756996" y="160531"/>
                  </a:lnTo>
                  <a:lnTo>
                    <a:pt x="2707585" y="185652"/>
                  </a:lnTo>
                  <a:lnTo>
                    <a:pt x="2667772" y="208707"/>
                  </a:lnTo>
                  <a:lnTo>
                    <a:pt x="2621984" y="238259"/>
                  </a:lnTo>
                  <a:lnTo>
                    <a:pt x="2576643" y="270607"/>
                  </a:lnTo>
                  <a:lnTo>
                    <a:pt x="2531334" y="305800"/>
                  </a:lnTo>
                  <a:lnTo>
                    <a:pt x="2485761" y="343804"/>
                  </a:lnTo>
                  <a:lnTo>
                    <a:pt x="2439736" y="384493"/>
                  </a:lnTo>
                  <a:lnTo>
                    <a:pt x="2393163" y="427649"/>
                  </a:lnTo>
                  <a:lnTo>
                    <a:pt x="2346031" y="472950"/>
                  </a:lnTo>
                  <a:lnTo>
                    <a:pt x="2298401" y="519985"/>
                  </a:lnTo>
                  <a:lnTo>
                    <a:pt x="2250390" y="568264"/>
                  </a:lnTo>
                  <a:lnTo>
                    <a:pt x="2202160" y="617234"/>
                  </a:lnTo>
                  <a:lnTo>
                    <a:pt x="2153896" y="666312"/>
                  </a:lnTo>
                  <a:lnTo>
                    <a:pt x="2105786" y="714907"/>
                  </a:lnTo>
                  <a:lnTo>
                    <a:pt x="2058002" y="762452"/>
                  </a:lnTo>
                  <a:lnTo>
                    <a:pt x="2010679" y="808433"/>
                  </a:lnTo>
                  <a:lnTo>
                    <a:pt x="1963901" y="852406"/>
                  </a:lnTo>
                  <a:lnTo>
                    <a:pt x="1917685" y="894019"/>
                  </a:lnTo>
                  <a:lnTo>
                    <a:pt x="1871965" y="933014"/>
                  </a:lnTo>
                  <a:lnTo>
                    <a:pt x="1826589" y="969232"/>
                  </a:lnTo>
                  <a:lnTo>
                    <a:pt x="1781301" y="1002608"/>
                  </a:lnTo>
                  <a:lnTo>
                    <a:pt x="1735731" y="1033161"/>
                  </a:lnTo>
                  <a:lnTo>
                    <a:pt x="1719082" y="1043535"/>
                  </a:lnTo>
                  <a:lnTo>
                    <a:pt x="1671039" y="1071041"/>
                  </a:lnTo>
                  <a:lnTo>
                    <a:pt x="1621284" y="1095685"/>
                  </a:lnTo>
                  <a:lnTo>
                    <a:pt x="1568981" y="1117627"/>
                  </a:lnTo>
                  <a:lnTo>
                    <a:pt x="1513200" y="1137128"/>
                  </a:lnTo>
                  <a:lnTo>
                    <a:pt x="1453000" y="1154479"/>
                  </a:lnTo>
                  <a:lnTo>
                    <a:pt x="1387521" y="1169955"/>
                  </a:lnTo>
                  <a:lnTo>
                    <a:pt x="1316091" y="1183792"/>
                  </a:lnTo>
                  <a:lnTo>
                    <a:pt x="1238387" y="1196179"/>
                  </a:lnTo>
                  <a:lnTo>
                    <a:pt x="1154632" y="1207246"/>
                  </a:lnTo>
                  <a:lnTo>
                    <a:pt x="1065824" y="1217066"/>
                  </a:lnTo>
                  <a:lnTo>
                    <a:pt x="973955" y="1225663"/>
                  </a:lnTo>
                  <a:lnTo>
                    <a:pt x="882106" y="1233019"/>
                  </a:lnTo>
                  <a:lnTo>
                    <a:pt x="794315" y="1239105"/>
                  </a:lnTo>
                  <a:lnTo>
                    <a:pt x="715119" y="1243906"/>
                  </a:lnTo>
                  <a:lnTo>
                    <a:pt x="648757" y="1247455"/>
                  </a:lnTo>
                  <a:lnTo>
                    <a:pt x="598229" y="1249856"/>
                  </a:lnTo>
                  <a:lnTo>
                    <a:pt x="564509" y="1251288"/>
                  </a:lnTo>
                  <a:lnTo>
                    <a:pt x="546167" y="1251988"/>
                  </a:lnTo>
                  <a:lnTo>
                    <a:pt x="539474" y="1252219"/>
                  </a:lnTo>
                  <a:lnTo>
                    <a:pt x="538736" y="1252242"/>
                  </a:lnTo>
                  <a:lnTo>
                    <a:pt x="0" y="12522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9" name="pg1199"/>
            <p:cNvSpPr/>
            <p:nvPr/>
          </p:nvSpPr>
          <p:spPr>
            <a:xfrm>
              <a:off x="546595" y="2808491"/>
              <a:ext cx="8234974" cy="1513580"/>
            </a:xfrm>
            <a:custGeom>
              <a:avLst/>
              <a:pathLst>
                <a:path w="8234974" h="1513580">
                  <a:moveTo>
                    <a:pt x="0" y="1513580"/>
                  </a:moveTo>
                  <a:lnTo>
                    <a:pt x="538736" y="1513580"/>
                  </a:lnTo>
                  <a:lnTo>
                    <a:pt x="540031" y="1513559"/>
                  </a:lnTo>
                  <a:lnTo>
                    <a:pt x="548482" y="1513410"/>
                  </a:lnTo>
                  <a:lnTo>
                    <a:pt x="569553" y="1512996"/>
                  </a:lnTo>
                  <a:lnTo>
                    <a:pt x="606631" y="1512185"/>
                  </a:lnTo>
                  <a:lnTo>
                    <a:pt x="660702" y="1510859"/>
                  </a:lnTo>
                  <a:lnTo>
                    <a:pt x="730330" y="1508935"/>
                  </a:lnTo>
                  <a:lnTo>
                    <a:pt x="812136" y="1506365"/>
                  </a:lnTo>
                  <a:lnTo>
                    <a:pt x="901668" y="1503140"/>
                  </a:lnTo>
                  <a:lnTo>
                    <a:pt x="994364" y="1499270"/>
                  </a:lnTo>
                  <a:lnTo>
                    <a:pt x="1086300" y="1494771"/>
                  </a:lnTo>
                  <a:lnTo>
                    <a:pt x="1174588" y="1489647"/>
                  </a:lnTo>
                  <a:lnTo>
                    <a:pt x="1257450" y="1483880"/>
                  </a:lnTo>
                  <a:lnTo>
                    <a:pt x="1334075" y="1477427"/>
                  </a:lnTo>
                  <a:lnTo>
                    <a:pt x="1404392" y="1470213"/>
                  </a:lnTo>
                  <a:lnTo>
                    <a:pt x="1468834" y="1462135"/>
                  </a:lnTo>
                  <a:lnTo>
                    <a:pt x="1528144" y="1453067"/>
                  </a:lnTo>
                  <a:lnTo>
                    <a:pt x="1583230" y="1442862"/>
                  </a:lnTo>
                  <a:lnTo>
                    <a:pt x="1635053" y="1431375"/>
                  </a:lnTo>
                  <a:lnTo>
                    <a:pt x="1684542" y="1418479"/>
                  </a:lnTo>
                  <a:lnTo>
                    <a:pt x="1719082" y="1408319"/>
                  </a:lnTo>
                  <a:lnTo>
                    <a:pt x="1769572" y="1391793"/>
                  </a:lnTo>
                  <a:lnTo>
                    <a:pt x="1819574" y="1373546"/>
                  </a:lnTo>
                  <a:lnTo>
                    <a:pt x="1869621" y="1353553"/>
                  </a:lnTo>
                  <a:lnTo>
                    <a:pt x="1920070" y="1331853"/>
                  </a:lnTo>
                  <a:lnTo>
                    <a:pt x="1971130" y="1308553"/>
                  </a:lnTo>
                  <a:lnTo>
                    <a:pt x="2022873" y="1283834"/>
                  </a:lnTo>
                  <a:lnTo>
                    <a:pt x="2075260" y="1257949"/>
                  </a:lnTo>
                  <a:lnTo>
                    <a:pt x="2128154" y="1231214"/>
                  </a:lnTo>
                  <a:lnTo>
                    <a:pt x="2181351" y="1203994"/>
                  </a:lnTo>
                  <a:lnTo>
                    <a:pt x="2234606" y="1176683"/>
                  </a:lnTo>
                  <a:lnTo>
                    <a:pt x="2287666" y="1149681"/>
                  </a:lnTo>
                  <a:lnTo>
                    <a:pt x="2340304" y="1123368"/>
                  </a:lnTo>
                  <a:lnTo>
                    <a:pt x="2392351" y="1098085"/>
                  </a:lnTo>
                  <a:lnTo>
                    <a:pt x="2443718" y="1074115"/>
                  </a:lnTo>
                  <a:lnTo>
                    <a:pt x="2494427" y="1051672"/>
                  </a:lnTo>
                  <a:lnTo>
                    <a:pt x="2544621" y="1030897"/>
                  </a:lnTo>
                  <a:lnTo>
                    <a:pt x="2594589" y="1011857"/>
                  </a:lnTo>
                  <a:lnTo>
                    <a:pt x="2644779" y="994558"/>
                  </a:lnTo>
                  <a:lnTo>
                    <a:pt x="2667772" y="987275"/>
                  </a:lnTo>
                  <a:lnTo>
                    <a:pt x="2716095" y="973327"/>
                  </a:lnTo>
                  <a:lnTo>
                    <a:pt x="2766154" y="960839"/>
                  </a:lnTo>
                  <a:lnTo>
                    <a:pt x="2818801" y="949728"/>
                  </a:lnTo>
                  <a:lnTo>
                    <a:pt x="2874982" y="939859"/>
                  </a:lnTo>
                  <a:lnTo>
                    <a:pt x="2935654" y="931084"/>
                  </a:lnTo>
                  <a:lnTo>
                    <a:pt x="3001689" y="923262"/>
                  </a:lnTo>
                  <a:lnTo>
                    <a:pt x="3073760" y="916272"/>
                  </a:lnTo>
                  <a:lnTo>
                    <a:pt x="3152181" y="910019"/>
                  </a:lnTo>
                  <a:lnTo>
                    <a:pt x="3236694" y="904437"/>
                  </a:lnTo>
                  <a:lnTo>
                    <a:pt x="3326238" y="899490"/>
                  </a:lnTo>
                  <a:lnTo>
                    <a:pt x="3418730" y="895167"/>
                  </a:lnTo>
                  <a:lnTo>
                    <a:pt x="3510969" y="891477"/>
                  </a:lnTo>
                  <a:lnTo>
                    <a:pt x="3598794" y="888437"/>
                  </a:lnTo>
                  <a:lnTo>
                    <a:pt x="3677585" y="886052"/>
                  </a:lnTo>
                  <a:lnTo>
                    <a:pt x="3743094" y="884303"/>
                  </a:lnTo>
                  <a:lnTo>
                    <a:pt x="3792414" y="883133"/>
                  </a:lnTo>
                  <a:lnTo>
                    <a:pt x="3824766" y="882447"/>
                  </a:lnTo>
                  <a:lnTo>
                    <a:pt x="3841835" y="882121"/>
                  </a:lnTo>
                  <a:lnTo>
                    <a:pt x="3847631" y="882022"/>
                  </a:lnTo>
                  <a:lnTo>
                    <a:pt x="3848118" y="882014"/>
                  </a:lnTo>
                  <a:lnTo>
                    <a:pt x="4386855" y="882014"/>
                  </a:lnTo>
                  <a:lnTo>
                    <a:pt x="4388143" y="881985"/>
                  </a:lnTo>
                  <a:lnTo>
                    <a:pt x="4396551" y="881779"/>
                  </a:lnTo>
                  <a:lnTo>
                    <a:pt x="4417516" y="881208"/>
                  </a:lnTo>
                  <a:lnTo>
                    <a:pt x="4454419" y="880088"/>
                  </a:lnTo>
                  <a:lnTo>
                    <a:pt x="4508256" y="878258"/>
                  </a:lnTo>
                  <a:lnTo>
                    <a:pt x="4577616" y="875601"/>
                  </a:lnTo>
                  <a:lnTo>
                    <a:pt x="4659154" y="872052"/>
                  </a:lnTo>
                  <a:lnTo>
                    <a:pt x="4748451" y="867596"/>
                  </a:lnTo>
                  <a:lnTo>
                    <a:pt x="4840963" y="862248"/>
                  </a:lnTo>
                  <a:lnTo>
                    <a:pt x="4932772" y="856030"/>
                  </a:lnTo>
                  <a:lnTo>
                    <a:pt x="5020989" y="848947"/>
                  </a:lnTo>
                  <a:lnTo>
                    <a:pt x="5103825" y="840977"/>
                  </a:lnTo>
                  <a:lnTo>
                    <a:pt x="5180456" y="832060"/>
                  </a:lnTo>
                  <a:lnTo>
                    <a:pt x="5250796" y="822093"/>
                  </a:lnTo>
                  <a:lnTo>
                    <a:pt x="5315266" y="810935"/>
                  </a:lnTo>
                  <a:lnTo>
                    <a:pt x="5374601" y="798413"/>
                  </a:lnTo>
                  <a:lnTo>
                    <a:pt x="5429699" y="784326"/>
                  </a:lnTo>
                  <a:lnTo>
                    <a:pt x="5481517" y="768471"/>
                  </a:lnTo>
                  <a:lnTo>
                    <a:pt x="5530980" y="750673"/>
                  </a:lnTo>
                  <a:lnTo>
                    <a:pt x="5567201" y="735919"/>
                  </a:lnTo>
                  <a:lnTo>
                    <a:pt x="5615944" y="713822"/>
                  </a:lnTo>
                  <a:lnTo>
                    <a:pt x="5664212" y="689500"/>
                  </a:lnTo>
                  <a:lnTo>
                    <a:pt x="5712494" y="662922"/>
                  </a:lnTo>
                  <a:lnTo>
                    <a:pt x="5761124" y="634126"/>
                  </a:lnTo>
                  <a:lnTo>
                    <a:pt x="5810303" y="603236"/>
                  </a:lnTo>
                  <a:lnTo>
                    <a:pt x="5860117" y="570463"/>
                  </a:lnTo>
                  <a:lnTo>
                    <a:pt x="5910546" y="536107"/>
                  </a:lnTo>
                  <a:lnTo>
                    <a:pt x="5961487" y="500545"/>
                  </a:lnTo>
                  <a:lnTo>
                    <a:pt x="6012767" y="464219"/>
                  </a:lnTo>
                  <a:lnTo>
                    <a:pt x="6064176" y="427614"/>
                  </a:lnTo>
                  <a:lnTo>
                    <a:pt x="6115483" y="391229"/>
                  </a:lnTo>
                  <a:lnTo>
                    <a:pt x="6166475" y="355551"/>
                  </a:lnTo>
                  <a:lnTo>
                    <a:pt x="6216972" y="321029"/>
                  </a:lnTo>
                  <a:lnTo>
                    <a:pt x="6266862" y="288050"/>
                  </a:lnTo>
                  <a:lnTo>
                    <a:pt x="6316116" y="256922"/>
                  </a:lnTo>
                  <a:lnTo>
                    <a:pt x="6364803" y="227867"/>
                  </a:lnTo>
                  <a:lnTo>
                    <a:pt x="6413112" y="201019"/>
                  </a:lnTo>
                  <a:lnTo>
                    <a:pt x="6461359" y="176428"/>
                  </a:lnTo>
                  <a:lnTo>
                    <a:pt x="6510013" y="154069"/>
                  </a:lnTo>
                  <a:lnTo>
                    <a:pt x="6515891" y="151539"/>
                  </a:lnTo>
                  <a:lnTo>
                    <a:pt x="6564124" y="132214"/>
                  </a:lnTo>
                  <a:lnTo>
                    <a:pt x="6614087" y="114907"/>
                  </a:lnTo>
                  <a:lnTo>
                    <a:pt x="6666624" y="99505"/>
                  </a:lnTo>
                  <a:lnTo>
                    <a:pt x="6722677" y="85823"/>
                  </a:lnTo>
                  <a:lnTo>
                    <a:pt x="6783198" y="73655"/>
                  </a:lnTo>
                  <a:lnTo>
                    <a:pt x="6849055" y="62806"/>
                  </a:lnTo>
                  <a:lnTo>
                    <a:pt x="6920922" y="53109"/>
                  </a:lnTo>
                  <a:lnTo>
                    <a:pt x="6999113" y="44433"/>
                  </a:lnTo>
                  <a:lnTo>
                    <a:pt x="7083385" y="36686"/>
                  </a:lnTo>
                  <a:lnTo>
                    <a:pt x="7172694" y="29816"/>
                  </a:lnTo>
                  <a:lnTo>
                    <a:pt x="7264988" y="23811"/>
                  </a:lnTo>
                  <a:lnTo>
                    <a:pt x="7357105" y="18681"/>
                  </a:lnTo>
                  <a:lnTo>
                    <a:pt x="7444922" y="14448"/>
                  </a:lnTo>
                  <a:lnTo>
                    <a:pt x="7523847" y="11121"/>
                  </a:lnTo>
                  <a:lnTo>
                    <a:pt x="7589631" y="8676"/>
                  </a:lnTo>
                  <a:lnTo>
                    <a:pt x="7639339" y="7034"/>
                  </a:lnTo>
                  <a:lnTo>
                    <a:pt x="7672128" y="6065"/>
                  </a:lnTo>
                  <a:lnTo>
                    <a:pt x="7689601" y="5602"/>
                  </a:lnTo>
                  <a:lnTo>
                    <a:pt x="7695677" y="545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9" y="28"/>
                  </a:lnTo>
                  <a:lnTo>
                    <a:pt x="7686542" y="235"/>
                  </a:lnTo>
                  <a:lnTo>
                    <a:pt x="7665577" y="805"/>
                  </a:lnTo>
                  <a:lnTo>
                    <a:pt x="7628674" y="1925"/>
                  </a:lnTo>
                  <a:lnTo>
                    <a:pt x="7574837" y="3755"/>
                  </a:lnTo>
                  <a:lnTo>
                    <a:pt x="7505477" y="6413"/>
                  </a:lnTo>
                  <a:lnTo>
                    <a:pt x="7423938" y="9962"/>
                  </a:lnTo>
                  <a:lnTo>
                    <a:pt x="7334642" y="14417"/>
                  </a:lnTo>
                  <a:lnTo>
                    <a:pt x="7242130" y="19765"/>
                  </a:lnTo>
                  <a:lnTo>
                    <a:pt x="7150320" y="25984"/>
                  </a:lnTo>
                  <a:lnTo>
                    <a:pt x="7062103" y="33066"/>
                  </a:lnTo>
                  <a:lnTo>
                    <a:pt x="6979268" y="41036"/>
                  </a:lnTo>
                  <a:lnTo>
                    <a:pt x="6902637" y="49954"/>
                  </a:lnTo>
                  <a:lnTo>
                    <a:pt x="6832297" y="59921"/>
                  </a:lnTo>
                  <a:lnTo>
                    <a:pt x="6767826" y="71078"/>
                  </a:lnTo>
                  <a:lnTo>
                    <a:pt x="6708491" y="83600"/>
                  </a:lnTo>
                  <a:lnTo>
                    <a:pt x="6653394" y="97687"/>
                  </a:lnTo>
                  <a:lnTo>
                    <a:pt x="6601576" y="113542"/>
                  </a:lnTo>
                  <a:lnTo>
                    <a:pt x="6552112" y="131340"/>
                  </a:lnTo>
                  <a:lnTo>
                    <a:pt x="6515891" y="146095"/>
                  </a:lnTo>
                  <a:lnTo>
                    <a:pt x="6467149" y="168192"/>
                  </a:lnTo>
                  <a:lnTo>
                    <a:pt x="6418880" y="192513"/>
                  </a:lnTo>
                  <a:lnTo>
                    <a:pt x="6370599" y="219092"/>
                  </a:lnTo>
                  <a:lnTo>
                    <a:pt x="6321969" y="247888"/>
                  </a:lnTo>
                  <a:lnTo>
                    <a:pt x="6272789" y="278778"/>
                  </a:lnTo>
                  <a:lnTo>
                    <a:pt x="6222976" y="311550"/>
                  </a:lnTo>
                  <a:lnTo>
                    <a:pt x="6172546" y="345906"/>
                  </a:lnTo>
                  <a:lnTo>
                    <a:pt x="6121606" y="381468"/>
                  </a:lnTo>
                  <a:lnTo>
                    <a:pt x="6070325" y="417794"/>
                  </a:lnTo>
                  <a:lnTo>
                    <a:pt x="6018917" y="454400"/>
                  </a:lnTo>
                  <a:lnTo>
                    <a:pt x="5967609" y="490785"/>
                  </a:lnTo>
                  <a:lnTo>
                    <a:pt x="5916618" y="526463"/>
                  </a:lnTo>
                  <a:lnTo>
                    <a:pt x="5866120" y="560984"/>
                  </a:lnTo>
                  <a:lnTo>
                    <a:pt x="5816230" y="593963"/>
                  </a:lnTo>
                  <a:lnTo>
                    <a:pt x="5766977" y="625092"/>
                  </a:lnTo>
                  <a:lnTo>
                    <a:pt x="5718289" y="654146"/>
                  </a:lnTo>
                  <a:lnTo>
                    <a:pt x="5669981" y="680994"/>
                  </a:lnTo>
                  <a:lnTo>
                    <a:pt x="5621734" y="705585"/>
                  </a:lnTo>
                  <a:lnTo>
                    <a:pt x="5573079" y="727945"/>
                  </a:lnTo>
                  <a:lnTo>
                    <a:pt x="5567201" y="730475"/>
                  </a:lnTo>
                  <a:lnTo>
                    <a:pt x="5518968" y="749800"/>
                  </a:lnTo>
                  <a:lnTo>
                    <a:pt x="5469006" y="767107"/>
                  </a:lnTo>
                  <a:lnTo>
                    <a:pt x="5416469" y="782508"/>
                  </a:lnTo>
                  <a:lnTo>
                    <a:pt x="5360415" y="796190"/>
                  </a:lnTo>
                  <a:lnTo>
                    <a:pt x="5299895" y="808359"/>
                  </a:lnTo>
                  <a:lnTo>
                    <a:pt x="5234037" y="819208"/>
                  </a:lnTo>
                  <a:lnTo>
                    <a:pt x="5162171" y="828904"/>
                  </a:lnTo>
                  <a:lnTo>
                    <a:pt x="5083979" y="837581"/>
                  </a:lnTo>
                  <a:lnTo>
                    <a:pt x="4999708" y="845328"/>
                  </a:lnTo>
                  <a:lnTo>
                    <a:pt x="4910398" y="852197"/>
                  </a:lnTo>
                  <a:lnTo>
                    <a:pt x="4818105" y="858203"/>
                  </a:lnTo>
                  <a:lnTo>
                    <a:pt x="4725988" y="863333"/>
                  </a:lnTo>
                  <a:lnTo>
                    <a:pt x="4638170" y="867566"/>
                  </a:lnTo>
                  <a:lnTo>
                    <a:pt x="4559246" y="870892"/>
                  </a:lnTo>
                  <a:lnTo>
                    <a:pt x="4493461" y="873338"/>
                  </a:lnTo>
                  <a:lnTo>
                    <a:pt x="4443753" y="874980"/>
                  </a:lnTo>
                  <a:lnTo>
                    <a:pt x="4410964" y="875948"/>
                  </a:lnTo>
                  <a:lnTo>
                    <a:pt x="4393492" y="876412"/>
                  </a:lnTo>
                  <a:lnTo>
                    <a:pt x="4387415" y="876557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23" y="876590"/>
                  </a:lnTo>
                  <a:lnTo>
                    <a:pt x="3838372" y="876740"/>
                  </a:lnTo>
                  <a:lnTo>
                    <a:pt x="3817302" y="877153"/>
                  </a:lnTo>
                  <a:lnTo>
                    <a:pt x="3780223" y="877965"/>
                  </a:lnTo>
                  <a:lnTo>
                    <a:pt x="3726152" y="879290"/>
                  </a:lnTo>
                  <a:lnTo>
                    <a:pt x="3656525" y="881215"/>
                  </a:lnTo>
                  <a:lnTo>
                    <a:pt x="3574719" y="883784"/>
                  </a:lnTo>
                  <a:lnTo>
                    <a:pt x="3485187" y="887009"/>
                  </a:lnTo>
                  <a:lnTo>
                    <a:pt x="3392490" y="890879"/>
                  </a:lnTo>
                  <a:lnTo>
                    <a:pt x="3300555" y="895378"/>
                  </a:lnTo>
                  <a:lnTo>
                    <a:pt x="3212267" y="900503"/>
                  </a:lnTo>
                  <a:lnTo>
                    <a:pt x="3129405" y="906269"/>
                  </a:lnTo>
                  <a:lnTo>
                    <a:pt x="3052780" y="912723"/>
                  </a:lnTo>
                  <a:lnTo>
                    <a:pt x="2982463" y="919937"/>
                  </a:lnTo>
                  <a:lnTo>
                    <a:pt x="2918021" y="928014"/>
                  </a:lnTo>
                  <a:lnTo>
                    <a:pt x="2858711" y="937083"/>
                  </a:lnTo>
                  <a:lnTo>
                    <a:pt x="2803625" y="947287"/>
                  </a:lnTo>
                  <a:lnTo>
                    <a:pt x="2751802" y="958775"/>
                  </a:lnTo>
                  <a:lnTo>
                    <a:pt x="2702312" y="971670"/>
                  </a:lnTo>
                  <a:lnTo>
                    <a:pt x="2667772" y="981830"/>
                  </a:lnTo>
                  <a:lnTo>
                    <a:pt x="2617282" y="998356"/>
                  </a:lnTo>
                  <a:lnTo>
                    <a:pt x="2567280" y="1016603"/>
                  </a:lnTo>
                  <a:lnTo>
                    <a:pt x="2517234" y="1036596"/>
                  </a:lnTo>
                  <a:lnTo>
                    <a:pt x="2466784" y="1058296"/>
                  </a:lnTo>
                  <a:lnTo>
                    <a:pt x="2415725" y="1081596"/>
                  </a:lnTo>
                  <a:lnTo>
                    <a:pt x="2363981" y="1106315"/>
                  </a:lnTo>
                  <a:lnTo>
                    <a:pt x="2311595" y="1132200"/>
                  </a:lnTo>
                  <a:lnTo>
                    <a:pt x="2258700" y="1158935"/>
                  </a:lnTo>
                  <a:lnTo>
                    <a:pt x="2205503" y="1186155"/>
                  </a:lnTo>
                  <a:lnTo>
                    <a:pt x="2152249" y="1213466"/>
                  </a:lnTo>
                  <a:lnTo>
                    <a:pt x="2099189" y="1240468"/>
                  </a:lnTo>
                  <a:lnTo>
                    <a:pt x="2046550" y="1266781"/>
                  </a:lnTo>
                  <a:lnTo>
                    <a:pt x="1994504" y="1292064"/>
                  </a:lnTo>
                  <a:lnTo>
                    <a:pt x="1943136" y="1316034"/>
                  </a:lnTo>
                  <a:lnTo>
                    <a:pt x="1892427" y="1338477"/>
                  </a:lnTo>
                  <a:lnTo>
                    <a:pt x="1842233" y="1359253"/>
                  </a:lnTo>
                  <a:lnTo>
                    <a:pt x="1792266" y="1378292"/>
                  </a:lnTo>
                  <a:lnTo>
                    <a:pt x="1742076" y="1395592"/>
                  </a:lnTo>
                  <a:lnTo>
                    <a:pt x="1719082" y="1402874"/>
                  </a:lnTo>
                  <a:lnTo>
                    <a:pt x="1670760" y="1416822"/>
                  </a:lnTo>
                  <a:lnTo>
                    <a:pt x="1620701" y="1429311"/>
                  </a:lnTo>
                  <a:lnTo>
                    <a:pt x="1568054" y="1440422"/>
                  </a:lnTo>
                  <a:lnTo>
                    <a:pt x="1511872" y="1450290"/>
                  </a:lnTo>
                  <a:lnTo>
                    <a:pt x="1451201" y="1459065"/>
                  </a:lnTo>
                  <a:lnTo>
                    <a:pt x="1385166" y="1466887"/>
                  </a:lnTo>
                  <a:lnTo>
                    <a:pt x="1313094" y="1473877"/>
                  </a:lnTo>
                  <a:lnTo>
                    <a:pt x="1234674" y="1480130"/>
                  </a:lnTo>
                  <a:lnTo>
                    <a:pt x="1150161" y="1485712"/>
                  </a:lnTo>
                  <a:lnTo>
                    <a:pt x="1060616" y="1490660"/>
                  </a:lnTo>
                  <a:lnTo>
                    <a:pt x="968125" y="1494983"/>
                  </a:lnTo>
                  <a:lnTo>
                    <a:pt x="875886" y="1498672"/>
                  </a:lnTo>
                  <a:lnTo>
                    <a:pt x="788060" y="1501713"/>
                  </a:lnTo>
                  <a:lnTo>
                    <a:pt x="709269" y="1504098"/>
                  </a:lnTo>
                  <a:lnTo>
                    <a:pt x="643761" y="1505847"/>
                  </a:lnTo>
                  <a:lnTo>
                    <a:pt x="594440" y="1507017"/>
                  </a:lnTo>
                  <a:lnTo>
                    <a:pt x="562089" y="1507703"/>
                  </a:lnTo>
                  <a:lnTo>
                    <a:pt x="545020" y="1508028"/>
                  </a:lnTo>
                  <a:lnTo>
                    <a:pt x="539223" y="1508128"/>
                  </a:lnTo>
                  <a:lnTo>
                    <a:pt x="538736" y="1508135"/>
                  </a:lnTo>
                  <a:lnTo>
                    <a:pt x="0" y="1508135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00" name="pl1200"/>
            <p:cNvSpPr/>
            <p:nvPr/>
          </p:nvSpPr>
          <p:spPr>
            <a:xfrm>
              <a:off x="546595" y="2813935"/>
              <a:ext cx="8234974" cy="1508135"/>
            </a:xfrm>
            <a:custGeom>
              <a:avLst/>
              <a:pathLst>
                <a:path w="8234974" h="1508135">
                  <a:moveTo>
                    <a:pt x="0" y="1508135"/>
                  </a:moveTo>
                  <a:lnTo>
                    <a:pt x="538736" y="1508135"/>
                  </a:lnTo>
                  <a:lnTo>
                    <a:pt x="540031" y="1508115"/>
                  </a:lnTo>
                  <a:lnTo>
                    <a:pt x="548482" y="1507965"/>
                  </a:lnTo>
                  <a:lnTo>
                    <a:pt x="569553" y="1507552"/>
                  </a:lnTo>
                  <a:lnTo>
                    <a:pt x="606631" y="1506740"/>
                  </a:lnTo>
                  <a:lnTo>
                    <a:pt x="660702" y="1505415"/>
                  </a:lnTo>
                  <a:lnTo>
                    <a:pt x="730330" y="1503490"/>
                  </a:lnTo>
                  <a:lnTo>
                    <a:pt x="812136" y="1500921"/>
                  </a:lnTo>
                  <a:lnTo>
                    <a:pt x="901668" y="1497696"/>
                  </a:lnTo>
                  <a:lnTo>
                    <a:pt x="994364" y="1493826"/>
                  </a:lnTo>
                  <a:lnTo>
                    <a:pt x="1086300" y="1489327"/>
                  </a:lnTo>
                  <a:lnTo>
                    <a:pt x="1174588" y="1484202"/>
                  </a:lnTo>
                  <a:lnTo>
                    <a:pt x="1257450" y="1478436"/>
                  </a:lnTo>
                  <a:lnTo>
                    <a:pt x="1334075" y="1471982"/>
                  </a:lnTo>
                  <a:lnTo>
                    <a:pt x="1404392" y="1464768"/>
                  </a:lnTo>
                  <a:lnTo>
                    <a:pt x="1468834" y="1456691"/>
                  </a:lnTo>
                  <a:lnTo>
                    <a:pt x="1528144" y="1447622"/>
                  </a:lnTo>
                  <a:lnTo>
                    <a:pt x="1583230" y="1437418"/>
                  </a:lnTo>
                  <a:lnTo>
                    <a:pt x="1635053" y="1425930"/>
                  </a:lnTo>
                  <a:lnTo>
                    <a:pt x="1684542" y="1413035"/>
                  </a:lnTo>
                  <a:lnTo>
                    <a:pt x="1719082" y="1402874"/>
                  </a:lnTo>
                  <a:lnTo>
                    <a:pt x="1769572" y="1386349"/>
                  </a:lnTo>
                  <a:lnTo>
                    <a:pt x="1819574" y="1368102"/>
                  </a:lnTo>
                  <a:lnTo>
                    <a:pt x="1869621" y="1348109"/>
                  </a:lnTo>
                  <a:lnTo>
                    <a:pt x="1920070" y="1326408"/>
                  </a:lnTo>
                  <a:lnTo>
                    <a:pt x="1971130" y="1303108"/>
                  </a:lnTo>
                  <a:lnTo>
                    <a:pt x="2022873" y="1278390"/>
                  </a:lnTo>
                  <a:lnTo>
                    <a:pt x="2075260" y="1252505"/>
                  </a:lnTo>
                  <a:lnTo>
                    <a:pt x="2128154" y="1225770"/>
                  </a:lnTo>
                  <a:lnTo>
                    <a:pt x="2181351" y="1198550"/>
                  </a:lnTo>
                  <a:lnTo>
                    <a:pt x="2234606" y="1171239"/>
                  </a:lnTo>
                  <a:lnTo>
                    <a:pt x="2287666" y="1144237"/>
                  </a:lnTo>
                  <a:lnTo>
                    <a:pt x="2340304" y="1117924"/>
                  </a:lnTo>
                  <a:lnTo>
                    <a:pt x="2392351" y="1092641"/>
                  </a:lnTo>
                  <a:lnTo>
                    <a:pt x="2443718" y="1068671"/>
                  </a:lnTo>
                  <a:lnTo>
                    <a:pt x="2494427" y="1046228"/>
                  </a:lnTo>
                  <a:lnTo>
                    <a:pt x="2544621" y="1025452"/>
                  </a:lnTo>
                  <a:lnTo>
                    <a:pt x="2594589" y="1006413"/>
                  </a:lnTo>
                  <a:lnTo>
                    <a:pt x="2644779" y="989113"/>
                  </a:lnTo>
                  <a:lnTo>
                    <a:pt x="2667772" y="981830"/>
                  </a:lnTo>
                  <a:lnTo>
                    <a:pt x="2716095" y="967883"/>
                  </a:lnTo>
                  <a:lnTo>
                    <a:pt x="2766154" y="955394"/>
                  </a:lnTo>
                  <a:lnTo>
                    <a:pt x="2818801" y="944283"/>
                  </a:lnTo>
                  <a:lnTo>
                    <a:pt x="2874982" y="934415"/>
                  </a:lnTo>
                  <a:lnTo>
                    <a:pt x="2935654" y="925640"/>
                  </a:lnTo>
                  <a:lnTo>
                    <a:pt x="3001689" y="917818"/>
                  </a:lnTo>
                  <a:lnTo>
                    <a:pt x="3073760" y="910828"/>
                  </a:lnTo>
                  <a:lnTo>
                    <a:pt x="3152181" y="904575"/>
                  </a:lnTo>
                  <a:lnTo>
                    <a:pt x="3236694" y="898993"/>
                  </a:lnTo>
                  <a:lnTo>
                    <a:pt x="3326238" y="894045"/>
                  </a:lnTo>
                  <a:lnTo>
                    <a:pt x="3418730" y="889722"/>
                  </a:lnTo>
                  <a:lnTo>
                    <a:pt x="3510969" y="886033"/>
                  </a:lnTo>
                  <a:lnTo>
                    <a:pt x="3598794" y="882992"/>
                  </a:lnTo>
                  <a:lnTo>
                    <a:pt x="3677585" y="880607"/>
                  </a:lnTo>
                  <a:lnTo>
                    <a:pt x="3743094" y="878858"/>
                  </a:lnTo>
                  <a:lnTo>
                    <a:pt x="3792414" y="877688"/>
                  </a:lnTo>
                  <a:lnTo>
                    <a:pt x="3824766" y="877002"/>
                  </a:lnTo>
                  <a:lnTo>
                    <a:pt x="3841835" y="876677"/>
                  </a:lnTo>
                  <a:lnTo>
                    <a:pt x="3847631" y="876577"/>
                  </a:lnTo>
                  <a:lnTo>
                    <a:pt x="3848118" y="876570"/>
                  </a:lnTo>
                  <a:lnTo>
                    <a:pt x="4386855" y="876570"/>
                  </a:lnTo>
                  <a:lnTo>
                    <a:pt x="4388143" y="876541"/>
                  </a:lnTo>
                  <a:lnTo>
                    <a:pt x="4396551" y="876334"/>
                  </a:lnTo>
                  <a:lnTo>
                    <a:pt x="4417516" y="875764"/>
                  </a:lnTo>
                  <a:lnTo>
                    <a:pt x="4454419" y="874644"/>
                  </a:lnTo>
                  <a:lnTo>
                    <a:pt x="4508256" y="872814"/>
                  </a:lnTo>
                  <a:lnTo>
                    <a:pt x="4577616" y="870156"/>
                  </a:lnTo>
                  <a:lnTo>
                    <a:pt x="4659154" y="866607"/>
                  </a:lnTo>
                  <a:lnTo>
                    <a:pt x="4748451" y="862152"/>
                  </a:lnTo>
                  <a:lnTo>
                    <a:pt x="4840963" y="856804"/>
                  </a:lnTo>
                  <a:lnTo>
                    <a:pt x="4932772" y="850585"/>
                  </a:lnTo>
                  <a:lnTo>
                    <a:pt x="5020989" y="843503"/>
                  </a:lnTo>
                  <a:lnTo>
                    <a:pt x="5103825" y="835533"/>
                  </a:lnTo>
                  <a:lnTo>
                    <a:pt x="5180456" y="826615"/>
                  </a:lnTo>
                  <a:lnTo>
                    <a:pt x="5250796" y="816648"/>
                  </a:lnTo>
                  <a:lnTo>
                    <a:pt x="5315266" y="805491"/>
                  </a:lnTo>
                  <a:lnTo>
                    <a:pt x="5374601" y="792969"/>
                  </a:lnTo>
                  <a:lnTo>
                    <a:pt x="5429699" y="778882"/>
                  </a:lnTo>
                  <a:lnTo>
                    <a:pt x="5481517" y="763027"/>
                  </a:lnTo>
                  <a:lnTo>
                    <a:pt x="5530980" y="745229"/>
                  </a:lnTo>
                  <a:lnTo>
                    <a:pt x="5567201" y="730475"/>
                  </a:lnTo>
                  <a:lnTo>
                    <a:pt x="5615944" y="708377"/>
                  </a:lnTo>
                  <a:lnTo>
                    <a:pt x="5664212" y="684056"/>
                  </a:lnTo>
                  <a:lnTo>
                    <a:pt x="5712494" y="657477"/>
                  </a:lnTo>
                  <a:lnTo>
                    <a:pt x="5761124" y="628681"/>
                  </a:lnTo>
                  <a:lnTo>
                    <a:pt x="5810303" y="597791"/>
                  </a:lnTo>
                  <a:lnTo>
                    <a:pt x="5860117" y="565019"/>
                  </a:lnTo>
                  <a:lnTo>
                    <a:pt x="5910546" y="530663"/>
                  </a:lnTo>
                  <a:lnTo>
                    <a:pt x="5961487" y="495101"/>
                  </a:lnTo>
                  <a:lnTo>
                    <a:pt x="6012767" y="458775"/>
                  </a:lnTo>
                  <a:lnTo>
                    <a:pt x="6064176" y="422169"/>
                  </a:lnTo>
                  <a:lnTo>
                    <a:pt x="6115483" y="385784"/>
                  </a:lnTo>
                  <a:lnTo>
                    <a:pt x="6166475" y="350106"/>
                  </a:lnTo>
                  <a:lnTo>
                    <a:pt x="6216972" y="315585"/>
                  </a:lnTo>
                  <a:lnTo>
                    <a:pt x="6266862" y="282606"/>
                  </a:lnTo>
                  <a:lnTo>
                    <a:pt x="6316116" y="251477"/>
                  </a:lnTo>
                  <a:lnTo>
                    <a:pt x="6364803" y="222423"/>
                  </a:lnTo>
                  <a:lnTo>
                    <a:pt x="6413112" y="195575"/>
                  </a:lnTo>
                  <a:lnTo>
                    <a:pt x="6461359" y="170984"/>
                  </a:lnTo>
                  <a:lnTo>
                    <a:pt x="6510013" y="148624"/>
                  </a:lnTo>
                  <a:lnTo>
                    <a:pt x="6515891" y="146095"/>
                  </a:lnTo>
                  <a:lnTo>
                    <a:pt x="6564124" y="126769"/>
                  </a:lnTo>
                  <a:lnTo>
                    <a:pt x="6614087" y="109462"/>
                  </a:lnTo>
                  <a:lnTo>
                    <a:pt x="6666624" y="94061"/>
                  </a:lnTo>
                  <a:lnTo>
                    <a:pt x="6722677" y="80379"/>
                  </a:lnTo>
                  <a:lnTo>
                    <a:pt x="6783198" y="68210"/>
                  </a:lnTo>
                  <a:lnTo>
                    <a:pt x="6849055" y="57361"/>
                  </a:lnTo>
                  <a:lnTo>
                    <a:pt x="6920922" y="47665"/>
                  </a:lnTo>
                  <a:lnTo>
                    <a:pt x="6999113" y="38988"/>
                  </a:lnTo>
                  <a:lnTo>
                    <a:pt x="7083385" y="31241"/>
                  </a:lnTo>
                  <a:lnTo>
                    <a:pt x="7172694" y="24372"/>
                  </a:lnTo>
                  <a:lnTo>
                    <a:pt x="7264988" y="18366"/>
                  </a:lnTo>
                  <a:lnTo>
                    <a:pt x="7357105" y="13236"/>
                  </a:lnTo>
                  <a:lnTo>
                    <a:pt x="7444922" y="9003"/>
                  </a:lnTo>
                  <a:lnTo>
                    <a:pt x="7523847" y="5677"/>
                  </a:lnTo>
                  <a:lnTo>
                    <a:pt x="7589631" y="3231"/>
                  </a:lnTo>
                  <a:lnTo>
                    <a:pt x="7639339" y="1589"/>
                  </a:lnTo>
                  <a:lnTo>
                    <a:pt x="7672128" y="621"/>
                  </a:lnTo>
                  <a:lnTo>
                    <a:pt x="7689601" y="157"/>
                  </a:lnTo>
                  <a:lnTo>
                    <a:pt x="7695677" y="1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1" name="pl1201"/>
            <p:cNvSpPr/>
            <p:nvPr/>
          </p:nvSpPr>
          <p:spPr>
            <a:xfrm>
              <a:off x="546595" y="2808491"/>
              <a:ext cx="8234974" cy="1508135"/>
            </a:xfrm>
            <a:custGeom>
              <a:avLst/>
              <a:pathLst>
                <a:path w="8234974" h="1508135">
                  <a:moveTo>
                    <a:pt x="8234974" y="0"/>
                  </a:moveTo>
                  <a:lnTo>
                    <a:pt x="7696237" y="0"/>
                  </a:lnTo>
                  <a:lnTo>
                    <a:pt x="7694949" y="28"/>
                  </a:lnTo>
                  <a:lnTo>
                    <a:pt x="7686542" y="235"/>
                  </a:lnTo>
                  <a:lnTo>
                    <a:pt x="7665577" y="805"/>
                  </a:lnTo>
                  <a:lnTo>
                    <a:pt x="7628674" y="1925"/>
                  </a:lnTo>
                  <a:lnTo>
                    <a:pt x="7574837" y="3755"/>
                  </a:lnTo>
                  <a:lnTo>
                    <a:pt x="7505477" y="6413"/>
                  </a:lnTo>
                  <a:lnTo>
                    <a:pt x="7423938" y="9962"/>
                  </a:lnTo>
                  <a:lnTo>
                    <a:pt x="7334642" y="14417"/>
                  </a:lnTo>
                  <a:lnTo>
                    <a:pt x="7242130" y="19765"/>
                  </a:lnTo>
                  <a:lnTo>
                    <a:pt x="7150320" y="25984"/>
                  </a:lnTo>
                  <a:lnTo>
                    <a:pt x="7062103" y="33066"/>
                  </a:lnTo>
                  <a:lnTo>
                    <a:pt x="6979268" y="41036"/>
                  </a:lnTo>
                  <a:lnTo>
                    <a:pt x="6902637" y="49954"/>
                  </a:lnTo>
                  <a:lnTo>
                    <a:pt x="6832297" y="59921"/>
                  </a:lnTo>
                  <a:lnTo>
                    <a:pt x="6767826" y="71078"/>
                  </a:lnTo>
                  <a:lnTo>
                    <a:pt x="6708491" y="83600"/>
                  </a:lnTo>
                  <a:lnTo>
                    <a:pt x="6653394" y="97687"/>
                  </a:lnTo>
                  <a:lnTo>
                    <a:pt x="6601576" y="113542"/>
                  </a:lnTo>
                  <a:lnTo>
                    <a:pt x="6552112" y="131340"/>
                  </a:lnTo>
                  <a:lnTo>
                    <a:pt x="6515891" y="146095"/>
                  </a:lnTo>
                  <a:lnTo>
                    <a:pt x="6467149" y="168192"/>
                  </a:lnTo>
                  <a:lnTo>
                    <a:pt x="6418880" y="192513"/>
                  </a:lnTo>
                  <a:lnTo>
                    <a:pt x="6370599" y="219092"/>
                  </a:lnTo>
                  <a:lnTo>
                    <a:pt x="6321969" y="247888"/>
                  </a:lnTo>
                  <a:lnTo>
                    <a:pt x="6272789" y="278778"/>
                  </a:lnTo>
                  <a:lnTo>
                    <a:pt x="6222976" y="311550"/>
                  </a:lnTo>
                  <a:lnTo>
                    <a:pt x="6172546" y="345906"/>
                  </a:lnTo>
                  <a:lnTo>
                    <a:pt x="6121606" y="381468"/>
                  </a:lnTo>
                  <a:lnTo>
                    <a:pt x="6070325" y="417794"/>
                  </a:lnTo>
                  <a:lnTo>
                    <a:pt x="6018917" y="454400"/>
                  </a:lnTo>
                  <a:lnTo>
                    <a:pt x="5967609" y="490785"/>
                  </a:lnTo>
                  <a:lnTo>
                    <a:pt x="5916618" y="526463"/>
                  </a:lnTo>
                  <a:lnTo>
                    <a:pt x="5866120" y="560984"/>
                  </a:lnTo>
                  <a:lnTo>
                    <a:pt x="5816230" y="593963"/>
                  </a:lnTo>
                  <a:lnTo>
                    <a:pt x="5766977" y="625092"/>
                  </a:lnTo>
                  <a:lnTo>
                    <a:pt x="5718289" y="654146"/>
                  </a:lnTo>
                  <a:lnTo>
                    <a:pt x="5669981" y="680994"/>
                  </a:lnTo>
                  <a:lnTo>
                    <a:pt x="5621734" y="705585"/>
                  </a:lnTo>
                  <a:lnTo>
                    <a:pt x="5573079" y="727945"/>
                  </a:lnTo>
                  <a:lnTo>
                    <a:pt x="5567201" y="730475"/>
                  </a:lnTo>
                  <a:lnTo>
                    <a:pt x="5518968" y="749800"/>
                  </a:lnTo>
                  <a:lnTo>
                    <a:pt x="5469006" y="767107"/>
                  </a:lnTo>
                  <a:lnTo>
                    <a:pt x="5416469" y="782508"/>
                  </a:lnTo>
                  <a:lnTo>
                    <a:pt x="5360415" y="796190"/>
                  </a:lnTo>
                  <a:lnTo>
                    <a:pt x="5299895" y="808359"/>
                  </a:lnTo>
                  <a:lnTo>
                    <a:pt x="5234037" y="819208"/>
                  </a:lnTo>
                  <a:lnTo>
                    <a:pt x="5162171" y="828904"/>
                  </a:lnTo>
                  <a:lnTo>
                    <a:pt x="5083979" y="837581"/>
                  </a:lnTo>
                  <a:lnTo>
                    <a:pt x="4999708" y="845328"/>
                  </a:lnTo>
                  <a:lnTo>
                    <a:pt x="4910398" y="852197"/>
                  </a:lnTo>
                  <a:lnTo>
                    <a:pt x="4818105" y="858203"/>
                  </a:lnTo>
                  <a:lnTo>
                    <a:pt x="4725988" y="863333"/>
                  </a:lnTo>
                  <a:lnTo>
                    <a:pt x="4638170" y="867566"/>
                  </a:lnTo>
                  <a:lnTo>
                    <a:pt x="4559246" y="870892"/>
                  </a:lnTo>
                  <a:lnTo>
                    <a:pt x="4493461" y="873338"/>
                  </a:lnTo>
                  <a:lnTo>
                    <a:pt x="4443753" y="874980"/>
                  </a:lnTo>
                  <a:lnTo>
                    <a:pt x="4410964" y="875948"/>
                  </a:lnTo>
                  <a:lnTo>
                    <a:pt x="4393492" y="876412"/>
                  </a:lnTo>
                  <a:lnTo>
                    <a:pt x="4387415" y="876557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23" y="876590"/>
                  </a:lnTo>
                  <a:lnTo>
                    <a:pt x="3838372" y="876740"/>
                  </a:lnTo>
                  <a:lnTo>
                    <a:pt x="3817302" y="877153"/>
                  </a:lnTo>
                  <a:lnTo>
                    <a:pt x="3780223" y="877965"/>
                  </a:lnTo>
                  <a:lnTo>
                    <a:pt x="3726152" y="879290"/>
                  </a:lnTo>
                  <a:lnTo>
                    <a:pt x="3656525" y="881215"/>
                  </a:lnTo>
                  <a:lnTo>
                    <a:pt x="3574719" y="883784"/>
                  </a:lnTo>
                  <a:lnTo>
                    <a:pt x="3485187" y="887009"/>
                  </a:lnTo>
                  <a:lnTo>
                    <a:pt x="3392490" y="890879"/>
                  </a:lnTo>
                  <a:lnTo>
                    <a:pt x="3300555" y="895378"/>
                  </a:lnTo>
                  <a:lnTo>
                    <a:pt x="3212267" y="900503"/>
                  </a:lnTo>
                  <a:lnTo>
                    <a:pt x="3129405" y="906269"/>
                  </a:lnTo>
                  <a:lnTo>
                    <a:pt x="3052780" y="912723"/>
                  </a:lnTo>
                  <a:lnTo>
                    <a:pt x="2982463" y="919937"/>
                  </a:lnTo>
                  <a:lnTo>
                    <a:pt x="2918021" y="928014"/>
                  </a:lnTo>
                  <a:lnTo>
                    <a:pt x="2858711" y="937083"/>
                  </a:lnTo>
                  <a:lnTo>
                    <a:pt x="2803625" y="947287"/>
                  </a:lnTo>
                  <a:lnTo>
                    <a:pt x="2751802" y="958775"/>
                  </a:lnTo>
                  <a:lnTo>
                    <a:pt x="2702312" y="971670"/>
                  </a:lnTo>
                  <a:lnTo>
                    <a:pt x="2667772" y="981830"/>
                  </a:lnTo>
                  <a:lnTo>
                    <a:pt x="2617282" y="998356"/>
                  </a:lnTo>
                  <a:lnTo>
                    <a:pt x="2567280" y="1016603"/>
                  </a:lnTo>
                  <a:lnTo>
                    <a:pt x="2517234" y="1036596"/>
                  </a:lnTo>
                  <a:lnTo>
                    <a:pt x="2466784" y="1058296"/>
                  </a:lnTo>
                  <a:lnTo>
                    <a:pt x="2415725" y="1081596"/>
                  </a:lnTo>
                  <a:lnTo>
                    <a:pt x="2363981" y="1106315"/>
                  </a:lnTo>
                  <a:lnTo>
                    <a:pt x="2311595" y="1132200"/>
                  </a:lnTo>
                  <a:lnTo>
                    <a:pt x="2258700" y="1158935"/>
                  </a:lnTo>
                  <a:lnTo>
                    <a:pt x="2205503" y="1186155"/>
                  </a:lnTo>
                  <a:lnTo>
                    <a:pt x="2152249" y="1213466"/>
                  </a:lnTo>
                  <a:lnTo>
                    <a:pt x="2099189" y="1240468"/>
                  </a:lnTo>
                  <a:lnTo>
                    <a:pt x="2046550" y="1266781"/>
                  </a:lnTo>
                  <a:lnTo>
                    <a:pt x="1994504" y="1292064"/>
                  </a:lnTo>
                  <a:lnTo>
                    <a:pt x="1943136" y="1316034"/>
                  </a:lnTo>
                  <a:lnTo>
                    <a:pt x="1892427" y="1338477"/>
                  </a:lnTo>
                  <a:lnTo>
                    <a:pt x="1842233" y="1359253"/>
                  </a:lnTo>
                  <a:lnTo>
                    <a:pt x="1792266" y="1378292"/>
                  </a:lnTo>
                  <a:lnTo>
                    <a:pt x="1742076" y="1395592"/>
                  </a:lnTo>
                  <a:lnTo>
                    <a:pt x="1719082" y="1402874"/>
                  </a:lnTo>
                  <a:lnTo>
                    <a:pt x="1670760" y="1416822"/>
                  </a:lnTo>
                  <a:lnTo>
                    <a:pt x="1620701" y="1429311"/>
                  </a:lnTo>
                  <a:lnTo>
                    <a:pt x="1568054" y="1440422"/>
                  </a:lnTo>
                  <a:lnTo>
                    <a:pt x="1511872" y="1450290"/>
                  </a:lnTo>
                  <a:lnTo>
                    <a:pt x="1451201" y="1459065"/>
                  </a:lnTo>
                  <a:lnTo>
                    <a:pt x="1385166" y="1466887"/>
                  </a:lnTo>
                  <a:lnTo>
                    <a:pt x="1313094" y="1473877"/>
                  </a:lnTo>
                  <a:lnTo>
                    <a:pt x="1234674" y="1480130"/>
                  </a:lnTo>
                  <a:lnTo>
                    <a:pt x="1150161" y="1485712"/>
                  </a:lnTo>
                  <a:lnTo>
                    <a:pt x="1060616" y="1490660"/>
                  </a:lnTo>
                  <a:lnTo>
                    <a:pt x="968125" y="1494983"/>
                  </a:lnTo>
                  <a:lnTo>
                    <a:pt x="875886" y="1498672"/>
                  </a:lnTo>
                  <a:lnTo>
                    <a:pt x="788060" y="1501713"/>
                  </a:lnTo>
                  <a:lnTo>
                    <a:pt x="709269" y="1504098"/>
                  </a:lnTo>
                  <a:lnTo>
                    <a:pt x="643761" y="1505847"/>
                  </a:lnTo>
                  <a:lnTo>
                    <a:pt x="594440" y="1507017"/>
                  </a:lnTo>
                  <a:lnTo>
                    <a:pt x="562089" y="1507703"/>
                  </a:lnTo>
                  <a:lnTo>
                    <a:pt x="545020" y="1508028"/>
                  </a:lnTo>
                  <a:lnTo>
                    <a:pt x="539223" y="1508128"/>
                  </a:lnTo>
                  <a:lnTo>
                    <a:pt x="538736" y="1508135"/>
                  </a:lnTo>
                  <a:lnTo>
                    <a:pt x="0" y="15081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2" name="pg1202"/>
            <p:cNvSpPr/>
            <p:nvPr/>
          </p:nvSpPr>
          <p:spPr>
            <a:xfrm>
              <a:off x="546595" y="3793951"/>
              <a:ext cx="8234974" cy="1823918"/>
            </a:xfrm>
            <a:custGeom>
              <a:avLst/>
              <a:pathLst>
                <a:path w="8234974" h="1823918">
                  <a:moveTo>
                    <a:pt x="0" y="533564"/>
                  </a:moveTo>
                  <a:lnTo>
                    <a:pt x="538736" y="533564"/>
                  </a:lnTo>
                  <a:lnTo>
                    <a:pt x="540034" y="533546"/>
                  </a:lnTo>
                  <a:lnTo>
                    <a:pt x="548499" y="533421"/>
                  </a:lnTo>
                  <a:lnTo>
                    <a:pt x="569604" y="533075"/>
                  </a:lnTo>
                  <a:lnTo>
                    <a:pt x="606740" y="532395"/>
                  </a:lnTo>
                  <a:lnTo>
                    <a:pt x="660887" y="531285"/>
                  </a:lnTo>
                  <a:lnTo>
                    <a:pt x="730602" y="529673"/>
                  </a:lnTo>
                  <a:lnTo>
                    <a:pt x="812495" y="527521"/>
                  </a:lnTo>
                  <a:lnTo>
                    <a:pt x="902105" y="524820"/>
                  </a:lnTo>
                  <a:lnTo>
                    <a:pt x="994861" y="521579"/>
                  </a:lnTo>
                  <a:lnTo>
                    <a:pt x="1086838" y="517812"/>
                  </a:lnTo>
                  <a:lnTo>
                    <a:pt x="1175148" y="513521"/>
                  </a:lnTo>
                  <a:lnTo>
                    <a:pt x="1258018" y="508692"/>
                  </a:lnTo>
                  <a:lnTo>
                    <a:pt x="1334642" y="503288"/>
                  </a:lnTo>
                  <a:lnTo>
                    <a:pt x="1404951" y="497247"/>
                  </a:lnTo>
                  <a:lnTo>
                    <a:pt x="1469384" y="490482"/>
                  </a:lnTo>
                  <a:lnTo>
                    <a:pt x="1528686" y="482886"/>
                  </a:lnTo>
                  <a:lnTo>
                    <a:pt x="1583768" y="474338"/>
                  </a:lnTo>
                  <a:lnTo>
                    <a:pt x="1635593" y="464714"/>
                  </a:lnTo>
                  <a:lnTo>
                    <a:pt x="1685091" y="453911"/>
                  </a:lnTo>
                  <a:lnTo>
                    <a:pt x="1719082" y="445544"/>
                  </a:lnTo>
                  <a:lnTo>
                    <a:pt x="1770213" y="431539"/>
                  </a:lnTo>
                  <a:lnTo>
                    <a:pt x="1820850" y="416058"/>
                  </a:lnTo>
                  <a:lnTo>
                    <a:pt x="1871545" y="399079"/>
                  </a:lnTo>
                  <a:lnTo>
                    <a:pt x="1922663" y="380639"/>
                  </a:lnTo>
                  <a:lnTo>
                    <a:pt x="1974413" y="360833"/>
                  </a:lnTo>
                  <a:lnTo>
                    <a:pt x="2026866" y="339822"/>
                  </a:lnTo>
                  <a:lnTo>
                    <a:pt x="2079970" y="317830"/>
                  </a:lnTo>
                  <a:lnTo>
                    <a:pt x="2133579" y="295136"/>
                  </a:lnTo>
                  <a:lnTo>
                    <a:pt x="2187474" y="272059"/>
                  </a:lnTo>
                  <a:lnTo>
                    <a:pt x="2241398" y="248944"/>
                  </a:lnTo>
                  <a:lnTo>
                    <a:pt x="2295090" y="226136"/>
                  </a:lnTo>
                  <a:lnTo>
                    <a:pt x="2348322" y="203964"/>
                  </a:lnTo>
                  <a:lnTo>
                    <a:pt x="2400927" y="182715"/>
                  </a:lnTo>
                  <a:lnTo>
                    <a:pt x="2452831" y="162627"/>
                  </a:lnTo>
                  <a:lnTo>
                    <a:pt x="2504075" y="143875"/>
                  </a:lnTo>
                  <a:lnTo>
                    <a:pt x="2554838" y="126569"/>
                  </a:lnTo>
                  <a:lnTo>
                    <a:pt x="2605447" y="110757"/>
                  </a:lnTo>
                  <a:lnTo>
                    <a:pt x="2656411" y="96430"/>
                  </a:lnTo>
                  <a:lnTo>
                    <a:pt x="2667772" y="93464"/>
                  </a:lnTo>
                  <a:lnTo>
                    <a:pt x="2716124" y="81794"/>
                  </a:lnTo>
                  <a:lnTo>
                    <a:pt x="2766215" y="71346"/>
                  </a:lnTo>
                  <a:lnTo>
                    <a:pt x="2818898" y="62051"/>
                  </a:lnTo>
                  <a:lnTo>
                    <a:pt x="2875121" y="53796"/>
                  </a:lnTo>
                  <a:lnTo>
                    <a:pt x="2935842" y="46456"/>
                  </a:lnTo>
                  <a:lnTo>
                    <a:pt x="3001935" y="39914"/>
                  </a:lnTo>
                  <a:lnTo>
                    <a:pt x="3074073" y="34068"/>
                  </a:lnTo>
                  <a:lnTo>
                    <a:pt x="3152568" y="28839"/>
                  </a:lnTo>
                  <a:lnTo>
                    <a:pt x="3237161" y="24171"/>
                  </a:lnTo>
                  <a:lnTo>
                    <a:pt x="3326782" y="20034"/>
                  </a:lnTo>
                  <a:lnTo>
                    <a:pt x="3419337" y="16421"/>
                  </a:lnTo>
                  <a:lnTo>
                    <a:pt x="3511616" y="13337"/>
                  </a:lnTo>
                  <a:lnTo>
                    <a:pt x="3599443" y="10797"/>
                  </a:lnTo>
                  <a:lnTo>
                    <a:pt x="3678190" y="8806"/>
                  </a:lnTo>
                  <a:lnTo>
                    <a:pt x="3743608" y="7347"/>
                  </a:lnTo>
                  <a:lnTo>
                    <a:pt x="3792801" y="6372"/>
                  </a:lnTo>
                  <a:lnTo>
                    <a:pt x="3825010" y="5802"/>
                  </a:lnTo>
                  <a:lnTo>
                    <a:pt x="3841947" y="5532"/>
                  </a:lnTo>
                  <a:lnTo>
                    <a:pt x="3847653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8" y="5502"/>
                  </a:lnTo>
                  <a:lnTo>
                    <a:pt x="4396217" y="5914"/>
                  </a:lnTo>
                  <a:lnTo>
                    <a:pt x="4416490" y="7055"/>
                  </a:lnTo>
                  <a:lnTo>
                    <a:pt x="4452243" y="9295"/>
                  </a:lnTo>
                  <a:lnTo>
                    <a:pt x="4504536" y="12959"/>
                  </a:lnTo>
                  <a:lnTo>
                    <a:pt x="4572127" y="18287"/>
                  </a:lnTo>
                  <a:lnTo>
                    <a:pt x="4651889" y="25415"/>
                  </a:lnTo>
                  <a:lnTo>
                    <a:pt x="4739606" y="34379"/>
                  </a:lnTo>
                  <a:lnTo>
                    <a:pt x="4830870" y="45153"/>
                  </a:lnTo>
                  <a:lnTo>
                    <a:pt x="4921818" y="57695"/>
                  </a:lnTo>
                  <a:lnTo>
                    <a:pt x="5009541" y="71985"/>
                  </a:lnTo>
                  <a:lnTo>
                    <a:pt x="5092184" y="88060"/>
                  </a:lnTo>
                  <a:lnTo>
                    <a:pt x="5168835" y="106031"/>
                  </a:lnTo>
                  <a:lnTo>
                    <a:pt x="5239321" y="126089"/>
                  </a:lnTo>
                  <a:lnTo>
                    <a:pt x="5303982" y="148503"/>
                  </a:lnTo>
                  <a:lnTo>
                    <a:pt x="5363485" y="173613"/>
                  </a:lnTo>
                  <a:lnTo>
                    <a:pt x="5418676" y="201809"/>
                  </a:lnTo>
                  <a:lnTo>
                    <a:pt x="5470473" y="233504"/>
                  </a:lnTo>
                  <a:lnTo>
                    <a:pt x="5519783" y="269065"/>
                  </a:lnTo>
                  <a:lnTo>
                    <a:pt x="5567201" y="308523"/>
                  </a:lnTo>
                  <a:lnTo>
                    <a:pt x="5608714" y="347235"/>
                  </a:lnTo>
                  <a:lnTo>
                    <a:pt x="5649824" y="389272"/>
                  </a:lnTo>
                  <a:lnTo>
                    <a:pt x="5690852" y="434697"/>
                  </a:lnTo>
                  <a:lnTo>
                    <a:pt x="5732040" y="483496"/>
                  </a:lnTo>
                  <a:lnTo>
                    <a:pt x="5773551" y="535568"/>
                  </a:lnTo>
                  <a:lnTo>
                    <a:pt x="5815485" y="590720"/>
                  </a:lnTo>
                  <a:lnTo>
                    <a:pt x="5857882" y="648660"/>
                  </a:lnTo>
                  <a:lnTo>
                    <a:pt x="5900728" y="709003"/>
                  </a:lnTo>
                  <a:lnTo>
                    <a:pt x="5943964" y="771279"/>
                  </a:lnTo>
                  <a:lnTo>
                    <a:pt x="5987493" y="834939"/>
                  </a:lnTo>
                  <a:lnTo>
                    <a:pt x="6031194" y="899384"/>
                  </a:lnTo>
                  <a:lnTo>
                    <a:pt x="6074929" y="963981"/>
                  </a:lnTo>
                  <a:lnTo>
                    <a:pt x="6118556" y="1028090"/>
                  </a:lnTo>
                  <a:lnTo>
                    <a:pt x="6161945" y="1091093"/>
                  </a:lnTo>
                  <a:lnTo>
                    <a:pt x="6204985" y="1152415"/>
                  </a:lnTo>
                  <a:lnTo>
                    <a:pt x="6247599" y="1211546"/>
                  </a:lnTo>
                  <a:lnTo>
                    <a:pt x="6289750" y="1268059"/>
                  </a:lnTo>
                  <a:lnTo>
                    <a:pt x="6331453" y="1321619"/>
                  </a:lnTo>
                  <a:lnTo>
                    <a:pt x="6372777" y="1371986"/>
                  </a:lnTo>
                  <a:lnTo>
                    <a:pt x="6413856" y="1419014"/>
                  </a:lnTo>
                  <a:lnTo>
                    <a:pt x="6454893" y="1462652"/>
                  </a:lnTo>
                  <a:lnTo>
                    <a:pt x="6496168" y="1502925"/>
                  </a:lnTo>
                  <a:lnTo>
                    <a:pt x="6515891" y="1520839"/>
                  </a:lnTo>
                  <a:lnTo>
                    <a:pt x="6563533" y="1560471"/>
                  </a:lnTo>
                  <a:lnTo>
                    <a:pt x="6612852" y="1596014"/>
                  </a:lnTo>
                  <a:lnTo>
                    <a:pt x="6664663" y="1627691"/>
                  </a:lnTo>
                  <a:lnTo>
                    <a:pt x="6719872" y="1655873"/>
                  </a:lnTo>
                  <a:lnTo>
                    <a:pt x="6779397" y="1680969"/>
                  </a:lnTo>
                  <a:lnTo>
                    <a:pt x="6844083" y="1703371"/>
                  </a:lnTo>
                  <a:lnTo>
                    <a:pt x="6914597" y="1723419"/>
                  </a:lnTo>
                  <a:lnTo>
                    <a:pt x="6991277" y="1741381"/>
                  </a:lnTo>
                  <a:lnTo>
                    <a:pt x="7073946" y="1757448"/>
                  </a:lnTo>
                  <a:lnTo>
                    <a:pt x="7161689" y="1771730"/>
                  </a:lnTo>
                  <a:lnTo>
                    <a:pt x="7252646" y="1784263"/>
                  </a:lnTo>
                  <a:lnTo>
                    <a:pt x="7343904" y="1795029"/>
                  </a:lnTo>
                  <a:lnTo>
                    <a:pt x="7431594" y="1803985"/>
                  </a:lnTo>
                  <a:lnTo>
                    <a:pt x="7511309" y="1811104"/>
                  </a:lnTo>
                  <a:lnTo>
                    <a:pt x="7578835" y="1816424"/>
                  </a:lnTo>
                  <a:lnTo>
                    <a:pt x="7631053" y="1820081"/>
                  </a:lnTo>
                  <a:lnTo>
                    <a:pt x="7666730" y="1822315"/>
                  </a:lnTo>
                  <a:lnTo>
                    <a:pt x="7686937" y="1823451"/>
                  </a:lnTo>
                  <a:lnTo>
                    <a:pt x="7695011" y="1823861"/>
                  </a:lnTo>
                  <a:lnTo>
                    <a:pt x="7696237" y="1823918"/>
                  </a:lnTo>
                  <a:lnTo>
                    <a:pt x="8234974" y="1823918"/>
                  </a:lnTo>
                  <a:lnTo>
                    <a:pt x="8234974" y="1818474"/>
                  </a:lnTo>
                  <a:lnTo>
                    <a:pt x="7696237" y="1818474"/>
                  </a:lnTo>
                  <a:lnTo>
                    <a:pt x="7694994" y="1818416"/>
                  </a:lnTo>
                  <a:lnTo>
                    <a:pt x="7686875" y="1818004"/>
                  </a:lnTo>
                  <a:lnTo>
                    <a:pt x="7666602" y="1816863"/>
                  </a:lnTo>
                  <a:lnTo>
                    <a:pt x="7630849" y="1814623"/>
                  </a:lnTo>
                  <a:lnTo>
                    <a:pt x="7578556" y="1810959"/>
                  </a:lnTo>
                  <a:lnTo>
                    <a:pt x="7510965" y="1805630"/>
                  </a:lnTo>
                  <a:lnTo>
                    <a:pt x="7431203" y="1798503"/>
                  </a:lnTo>
                  <a:lnTo>
                    <a:pt x="7343487" y="1789539"/>
                  </a:lnTo>
                  <a:lnTo>
                    <a:pt x="7252222" y="1778765"/>
                  </a:lnTo>
                  <a:lnTo>
                    <a:pt x="7161274" y="1766223"/>
                  </a:lnTo>
                  <a:lnTo>
                    <a:pt x="7073551" y="1751933"/>
                  </a:lnTo>
                  <a:lnTo>
                    <a:pt x="6990909" y="1735858"/>
                  </a:lnTo>
                  <a:lnTo>
                    <a:pt x="6914257" y="1717887"/>
                  </a:lnTo>
                  <a:lnTo>
                    <a:pt x="6843771" y="1697829"/>
                  </a:lnTo>
                  <a:lnTo>
                    <a:pt x="6779110" y="1675415"/>
                  </a:lnTo>
                  <a:lnTo>
                    <a:pt x="6719607" y="1650305"/>
                  </a:lnTo>
                  <a:lnTo>
                    <a:pt x="6664416" y="1622109"/>
                  </a:lnTo>
                  <a:lnTo>
                    <a:pt x="6612619" y="1590414"/>
                  </a:lnTo>
                  <a:lnTo>
                    <a:pt x="6563309" y="1554853"/>
                  </a:lnTo>
                  <a:lnTo>
                    <a:pt x="6515891" y="1515395"/>
                  </a:lnTo>
                  <a:lnTo>
                    <a:pt x="6474378" y="1476683"/>
                  </a:lnTo>
                  <a:lnTo>
                    <a:pt x="6433269" y="1434646"/>
                  </a:lnTo>
                  <a:lnTo>
                    <a:pt x="6392240" y="1389221"/>
                  </a:lnTo>
                  <a:lnTo>
                    <a:pt x="6351053" y="1340422"/>
                  </a:lnTo>
                  <a:lnTo>
                    <a:pt x="6309541" y="1288350"/>
                  </a:lnTo>
                  <a:lnTo>
                    <a:pt x="6267607" y="1233198"/>
                  </a:lnTo>
                  <a:lnTo>
                    <a:pt x="6225211" y="1175258"/>
                  </a:lnTo>
                  <a:lnTo>
                    <a:pt x="6182365" y="1114914"/>
                  </a:lnTo>
                  <a:lnTo>
                    <a:pt x="6139129" y="1052639"/>
                  </a:lnTo>
                  <a:lnTo>
                    <a:pt x="6095599" y="988979"/>
                  </a:lnTo>
                  <a:lnTo>
                    <a:pt x="6051898" y="924534"/>
                  </a:lnTo>
                  <a:lnTo>
                    <a:pt x="6008164" y="859937"/>
                  </a:lnTo>
                  <a:lnTo>
                    <a:pt x="5964537" y="795828"/>
                  </a:lnTo>
                  <a:lnTo>
                    <a:pt x="5921148" y="732825"/>
                  </a:lnTo>
                  <a:lnTo>
                    <a:pt x="5878108" y="671503"/>
                  </a:lnTo>
                  <a:lnTo>
                    <a:pt x="5835494" y="612372"/>
                  </a:lnTo>
                  <a:lnTo>
                    <a:pt x="5793342" y="555859"/>
                  </a:lnTo>
                  <a:lnTo>
                    <a:pt x="5751639" y="502299"/>
                  </a:lnTo>
                  <a:lnTo>
                    <a:pt x="5710315" y="451932"/>
                  </a:lnTo>
                  <a:lnTo>
                    <a:pt x="5669236" y="404903"/>
                  </a:lnTo>
                  <a:lnTo>
                    <a:pt x="5628200" y="361266"/>
                  </a:lnTo>
                  <a:lnTo>
                    <a:pt x="5586924" y="320993"/>
                  </a:lnTo>
                  <a:lnTo>
                    <a:pt x="5567201" y="303079"/>
                  </a:lnTo>
                  <a:lnTo>
                    <a:pt x="5519560" y="263447"/>
                  </a:lnTo>
                  <a:lnTo>
                    <a:pt x="5470240" y="227904"/>
                  </a:lnTo>
                  <a:lnTo>
                    <a:pt x="5418429" y="196227"/>
                  </a:lnTo>
                  <a:lnTo>
                    <a:pt x="5363221" y="168045"/>
                  </a:lnTo>
                  <a:lnTo>
                    <a:pt x="5303696" y="142949"/>
                  </a:lnTo>
                  <a:lnTo>
                    <a:pt x="5239009" y="120547"/>
                  </a:lnTo>
                  <a:lnTo>
                    <a:pt x="5168495" y="100499"/>
                  </a:lnTo>
                  <a:lnTo>
                    <a:pt x="5091815" y="82537"/>
                  </a:lnTo>
                  <a:lnTo>
                    <a:pt x="5009146" y="66470"/>
                  </a:lnTo>
                  <a:lnTo>
                    <a:pt x="4921404" y="52188"/>
                  </a:lnTo>
                  <a:lnTo>
                    <a:pt x="4830446" y="39655"/>
                  </a:lnTo>
                  <a:lnTo>
                    <a:pt x="4739189" y="28889"/>
                  </a:lnTo>
                  <a:lnTo>
                    <a:pt x="4651499" y="19933"/>
                  </a:lnTo>
                  <a:lnTo>
                    <a:pt x="4571784" y="12814"/>
                  </a:lnTo>
                  <a:lnTo>
                    <a:pt x="4504257" y="7494"/>
                  </a:lnTo>
                  <a:lnTo>
                    <a:pt x="4452040" y="3837"/>
                  </a:lnTo>
                  <a:lnTo>
                    <a:pt x="4416363" y="1603"/>
                  </a:lnTo>
                  <a:lnTo>
                    <a:pt x="4396155" y="467"/>
                  </a:lnTo>
                  <a:lnTo>
                    <a:pt x="4388081" y="5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5" y="142"/>
                  </a:lnTo>
                  <a:lnTo>
                    <a:pt x="3817250" y="489"/>
                  </a:lnTo>
                  <a:lnTo>
                    <a:pt x="3780115" y="1168"/>
                  </a:lnTo>
                  <a:lnTo>
                    <a:pt x="3725967" y="2278"/>
                  </a:lnTo>
                  <a:lnTo>
                    <a:pt x="3656252" y="3891"/>
                  </a:lnTo>
                  <a:lnTo>
                    <a:pt x="3574359" y="6042"/>
                  </a:lnTo>
                  <a:lnTo>
                    <a:pt x="3484750" y="8743"/>
                  </a:lnTo>
                  <a:lnTo>
                    <a:pt x="3391994" y="11984"/>
                  </a:lnTo>
                  <a:lnTo>
                    <a:pt x="3300017" y="15752"/>
                  </a:lnTo>
                  <a:lnTo>
                    <a:pt x="3211706" y="20042"/>
                  </a:lnTo>
                  <a:lnTo>
                    <a:pt x="3128836" y="24871"/>
                  </a:lnTo>
                  <a:lnTo>
                    <a:pt x="3052213" y="30275"/>
                  </a:lnTo>
                  <a:lnTo>
                    <a:pt x="2981903" y="36316"/>
                  </a:lnTo>
                  <a:lnTo>
                    <a:pt x="2917471" y="43082"/>
                  </a:lnTo>
                  <a:lnTo>
                    <a:pt x="2858169" y="50678"/>
                  </a:lnTo>
                  <a:lnTo>
                    <a:pt x="2803087" y="59226"/>
                  </a:lnTo>
                  <a:lnTo>
                    <a:pt x="2751262" y="68849"/>
                  </a:lnTo>
                  <a:lnTo>
                    <a:pt x="2701764" y="79652"/>
                  </a:lnTo>
                  <a:lnTo>
                    <a:pt x="2667772" y="88019"/>
                  </a:lnTo>
                  <a:lnTo>
                    <a:pt x="2616642" y="102024"/>
                  </a:lnTo>
                  <a:lnTo>
                    <a:pt x="2566004" y="117506"/>
                  </a:lnTo>
                  <a:lnTo>
                    <a:pt x="2515310" y="134484"/>
                  </a:lnTo>
                  <a:lnTo>
                    <a:pt x="2464192" y="152925"/>
                  </a:lnTo>
                  <a:lnTo>
                    <a:pt x="2412441" y="172731"/>
                  </a:lnTo>
                  <a:lnTo>
                    <a:pt x="2359989" y="193742"/>
                  </a:lnTo>
                  <a:lnTo>
                    <a:pt x="2306884" y="215733"/>
                  </a:lnTo>
                  <a:lnTo>
                    <a:pt x="2253275" y="238428"/>
                  </a:lnTo>
                  <a:lnTo>
                    <a:pt x="2199381" y="261504"/>
                  </a:lnTo>
                  <a:lnTo>
                    <a:pt x="2145457" y="284620"/>
                  </a:lnTo>
                  <a:lnTo>
                    <a:pt x="2091764" y="307427"/>
                  </a:lnTo>
                  <a:lnTo>
                    <a:pt x="2038533" y="329600"/>
                  </a:lnTo>
                  <a:lnTo>
                    <a:pt x="1985928" y="350848"/>
                  </a:lnTo>
                  <a:lnTo>
                    <a:pt x="1934024" y="370936"/>
                  </a:lnTo>
                  <a:lnTo>
                    <a:pt x="1882779" y="389688"/>
                  </a:lnTo>
                  <a:lnTo>
                    <a:pt x="1832017" y="406995"/>
                  </a:lnTo>
                  <a:lnTo>
                    <a:pt x="1781407" y="422807"/>
                  </a:lnTo>
                  <a:lnTo>
                    <a:pt x="1730444" y="437133"/>
                  </a:lnTo>
                  <a:lnTo>
                    <a:pt x="1719082" y="440099"/>
                  </a:lnTo>
                  <a:lnTo>
                    <a:pt x="1670731" y="451769"/>
                  </a:lnTo>
                  <a:lnTo>
                    <a:pt x="1620640" y="462217"/>
                  </a:lnTo>
                  <a:lnTo>
                    <a:pt x="1567957" y="471512"/>
                  </a:lnTo>
                  <a:lnTo>
                    <a:pt x="1511734" y="479767"/>
                  </a:lnTo>
                  <a:lnTo>
                    <a:pt x="1451013" y="487107"/>
                  </a:lnTo>
                  <a:lnTo>
                    <a:pt x="1384920" y="493649"/>
                  </a:lnTo>
                  <a:lnTo>
                    <a:pt x="1312781" y="499495"/>
                  </a:lnTo>
                  <a:lnTo>
                    <a:pt x="1234286" y="504725"/>
                  </a:lnTo>
                  <a:lnTo>
                    <a:pt x="1149694" y="509392"/>
                  </a:lnTo>
                  <a:lnTo>
                    <a:pt x="1060073" y="513529"/>
                  </a:lnTo>
                  <a:lnTo>
                    <a:pt x="967517" y="517143"/>
                  </a:lnTo>
                  <a:lnTo>
                    <a:pt x="875239" y="520226"/>
                  </a:lnTo>
                  <a:lnTo>
                    <a:pt x="787411" y="522766"/>
                  </a:lnTo>
                  <a:lnTo>
                    <a:pt x="708664" y="524757"/>
                  </a:lnTo>
                  <a:lnTo>
                    <a:pt x="643247" y="526216"/>
                  </a:lnTo>
                  <a:lnTo>
                    <a:pt x="594054" y="527191"/>
                  </a:lnTo>
                  <a:lnTo>
                    <a:pt x="561845" y="527762"/>
                  </a:lnTo>
                  <a:lnTo>
                    <a:pt x="544907" y="528031"/>
                  </a:lnTo>
                  <a:lnTo>
                    <a:pt x="539201" y="528113"/>
                  </a:lnTo>
                  <a:lnTo>
                    <a:pt x="538736" y="528119"/>
                  </a:lnTo>
                  <a:lnTo>
                    <a:pt x="0" y="528119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03" name="pl1203"/>
            <p:cNvSpPr/>
            <p:nvPr/>
          </p:nvSpPr>
          <p:spPr>
            <a:xfrm>
              <a:off x="546595" y="3799396"/>
              <a:ext cx="8234974" cy="1818474"/>
            </a:xfrm>
            <a:custGeom>
              <a:avLst/>
              <a:pathLst>
                <a:path w="8234974" h="1818474">
                  <a:moveTo>
                    <a:pt x="0" y="528119"/>
                  </a:moveTo>
                  <a:lnTo>
                    <a:pt x="538736" y="528119"/>
                  </a:lnTo>
                  <a:lnTo>
                    <a:pt x="540034" y="528102"/>
                  </a:lnTo>
                  <a:lnTo>
                    <a:pt x="548499" y="527977"/>
                  </a:lnTo>
                  <a:lnTo>
                    <a:pt x="569604" y="527630"/>
                  </a:lnTo>
                  <a:lnTo>
                    <a:pt x="606740" y="526951"/>
                  </a:lnTo>
                  <a:lnTo>
                    <a:pt x="660887" y="525840"/>
                  </a:lnTo>
                  <a:lnTo>
                    <a:pt x="730602" y="524228"/>
                  </a:lnTo>
                  <a:lnTo>
                    <a:pt x="812495" y="522076"/>
                  </a:lnTo>
                  <a:lnTo>
                    <a:pt x="902105" y="519376"/>
                  </a:lnTo>
                  <a:lnTo>
                    <a:pt x="994861" y="516135"/>
                  </a:lnTo>
                  <a:lnTo>
                    <a:pt x="1086838" y="512367"/>
                  </a:lnTo>
                  <a:lnTo>
                    <a:pt x="1175148" y="508076"/>
                  </a:lnTo>
                  <a:lnTo>
                    <a:pt x="1258018" y="503248"/>
                  </a:lnTo>
                  <a:lnTo>
                    <a:pt x="1334642" y="497844"/>
                  </a:lnTo>
                  <a:lnTo>
                    <a:pt x="1404951" y="491802"/>
                  </a:lnTo>
                  <a:lnTo>
                    <a:pt x="1469384" y="485037"/>
                  </a:lnTo>
                  <a:lnTo>
                    <a:pt x="1528686" y="477441"/>
                  </a:lnTo>
                  <a:lnTo>
                    <a:pt x="1583768" y="468893"/>
                  </a:lnTo>
                  <a:lnTo>
                    <a:pt x="1635593" y="459270"/>
                  </a:lnTo>
                  <a:lnTo>
                    <a:pt x="1685091" y="448467"/>
                  </a:lnTo>
                  <a:lnTo>
                    <a:pt x="1719082" y="440099"/>
                  </a:lnTo>
                  <a:lnTo>
                    <a:pt x="1770213" y="426095"/>
                  </a:lnTo>
                  <a:lnTo>
                    <a:pt x="1820850" y="410613"/>
                  </a:lnTo>
                  <a:lnTo>
                    <a:pt x="1871545" y="393635"/>
                  </a:lnTo>
                  <a:lnTo>
                    <a:pt x="1922663" y="375194"/>
                  </a:lnTo>
                  <a:lnTo>
                    <a:pt x="1974413" y="355388"/>
                  </a:lnTo>
                  <a:lnTo>
                    <a:pt x="2026866" y="334377"/>
                  </a:lnTo>
                  <a:lnTo>
                    <a:pt x="2079970" y="312385"/>
                  </a:lnTo>
                  <a:lnTo>
                    <a:pt x="2133579" y="289691"/>
                  </a:lnTo>
                  <a:lnTo>
                    <a:pt x="2187474" y="266614"/>
                  </a:lnTo>
                  <a:lnTo>
                    <a:pt x="2241398" y="243499"/>
                  </a:lnTo>
                  <a:lnTo>
                    <a:pt x="2295090" y="220692"/>
                  </a:lnTo>
                  <a:lnTo>
                    <a:pt x="2348322" y="198519"/>
                  </a:lnTo>
                  <a:lnTo>
                    <a:pt x="2400927" y="177271"/>
                  </a:lnTo>
                  <a:lnTo>
                    <a:pt x="2452831" y="157183"/>
                  </a:lnTo>
                  <a:lnTo>
                    <a:pt x="2504075" y="138430"/>
                  </a:lnTo>
                  <a:lnTo>
                    <a:pt x="2554838" y="121124"/>
                  </a:lnTo>
                  <a:lnTo>
                    <a:pt x="2605447" y="105312"/>
                  </a:lnTo>
                  <a:lnTo>
                    <a:pt x="2656411" y="90986"/>
                  </a:lnTo>
                  <a:lnTo>
                    <a:pt x="2667772" y="88019"/>
                  </a:lnTo>
                  <a:lnTo>
                    <a:pt x="2716124" y="76350"/>
                  </a:lnTo>
                  <a:lnTo>
                    <a:pt x="2766215" y="65902"/>
                  </a:lnTo>
                  <a:lnTo>
                    <a:pt x="2818898" y="56607"/>
                  </a:lnTo>
                  <a:lnTo>
                    <a:pt x="2875121" y="48352"/>
                  </a:lnTo>
                  <a:lnTo>
                    <a:pt x="2935842" y="41012"/>
                  </a:lnTo>
                  <a:lnTo>
                    <a:pt x="3001935" y="34470"/>
                  </a:lnTo>
                  <a:lnTo>
                    <a:pt x="3074073" y="28624"/>
                  </a:lnTo>
                  <a:lnTo>
                    <a:pt x="3152568" y="23394"/>
                  </a:lnTo>
                  <a:lnTo>
                    <a:pt x="3237161" y="18726"/>
                  </a:lnTo>
                  <a:lnTo>
                    <a:pt x="3326782" y="14590"/>
                  </a:lnTo>
                  <a:lnTo>
                    <a:pt x="3419337" y="10976"/>
                  </a:lnTo>
                  <a:lnTo>
                    <a:pt x="3511616" y="7893"/>
                  </a:lnTo>
                  <a:lnTo>
                    <a:pt x="3599443" y="5353"/>
                  </a:lnTo>
                  <a:lnTo>
                    <a:pt x="3678190" y="3362"/>
                  </a:lnTo>
                  <a:lnTo>
                    <a:pt x="3743608" y="1903"/>
                  </a:lnTo>
                  <a:lnTo>
                    <a:pt x="3792801" y="928"/>
                  </a:lnTo>
                  <a:lnTo>
                    <a:pt x="3825010" y="357"/>
                  </a:lnTo>
                  <a:lnTo>
                    <a:pt x="3841947" y="88"/>
                  </a:lnTo>
                  <a:lnTo>
                    <a:pt x="3847653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8" y="57"/>
                  </a:lnTo>
                  <a:lnTo>
                    <a:pt x="4396217" y="470"/>
                  </a:lnTo>
                  <a:lnTo>
                    <a:pt x="4416490" y="1611"/>
                  </a:lnTo>
                  <a:lnTo>
                    <a:pt x="4452243" y="3850"/>
                  </a:lnTo>
                  <a:lnTo>
                    <a:pt x="4504536" y="7514"/>
                  </a:lnTo>
                  <a:lnTo>
                    <a:pt x="4572127" y="12843"/>
                  </a:lnTo>
                  <a:lnTo>
                    <a:pt x="4651889" y="19971"/>
                  </a:lnTo>
                  <a:lnTo>
                    <a:pt x="4739606" y="28934"/>
                  </a:lnTo>
                  <a:lnTo>
                    <a:pt x="4830870" y="39709"/>
                  </a:lnTo>
                  <a:lnTo>
                    <a:pt x="4921818" y="52250"/>
                  </a:lnTo>
                  <a:lnTo>
                    <a:pt x="5009541" y="66540"/>
                  </a:lnTo>
                  <a:lnTo>
                    <a:pt x="5092184" y="82615"/>
                  </a:lnTo>
                  <a:lnTo>
                    <a:pt x="5168835" y="100587"/>
                  </a:lnTo>
                  <a:lnTo>
                    <a:pt x="5239321" y="120645"/>
                  </a:lnTo>
                  <a:lnTo>
                    <a:pt x="5303982" y="143059"/>
                  </a:lnTo>
                  <a:lnTo>
                    <a:pt x="5363485" y="168168"/>
                  </a:lnTo>
                  <a:lnTo>
                    <a:pt x="5418676" y="196365"/>
                  </a:lnTo>
                  <a:lnTo>
                    <a:pt x="5470473" y="228059"/>
                  </a:lnTo>
                  <a:lnTo>
                    <a:pt x="5519783" y="263621"/>
                  </a:lnTo>
                  <a:lnTo>
                    <a:pt x="5567201" y="303079"/>
                  </a:lnTo>
                  <a:lnTo>
                    <a:pt x="5608714" y="341790"/>
                  </a:lnTo>
                  <a:lnTo>
                    <a:pt x="5649824" y="383827"/>
                  </a:lnTo>
                  <a:lnTo>
                    <a:pt x="5690852" y="429252"/>
                  </a:lnTo>
                  <a:lnTo>
                    <a:pt x="5732040" y="478051"/>
                  </a:lnTo>
                  <a:lnTo>
                    <a:pt x="5773551" y="530124"/>
                  </a:lnTo>
                  <a:lnTo>
                    <a:pt x="5815485" y="585275"/>
                  </a:lnTo>
                  <a:lnTo>
                    <a:pt x="5857882" y="643215"/>
                  </a:lnTo>
                  <a:lnTo>
                    <a:pt x="5900728" y="703559"/>
                  </a:lnTo>
                  <a:lnTo>
                    <a:pt x="5943964" y="765834"/>
                  </a:lnTo>
                  <a:lnTo>
                    <a:pt x="5987493" y="829495"/>
                  </a:lnTo>
                  <a:lnTo>
                    <a:pt x="6031194" y="893940"/>
                  </a:lnTo>
                  <a:lnTo>
                    <a:pt x="6074929" y="958536"/>
                  </a:lnTo>
                  <a:lnTo>
                    <a:pt x="6118556" y="1022646"/>
                  </a:lnTo>
                  <a:lnTo>
                    <a:pt x="6161945" y="1085648"/>
                  </a:lnTo>
                  <a:lnTo>
                    <a:pt x="6204985" y="1146970"/>
                  </a:lnTo>
                  <a:lnTo>
                    <a:pt x="6247599" y="1206101"/>
                  </a:lnTo>
                  <a:lnTo>
                    <a:pt x="6289750" y="1262615"/>
                  </a:lnTo>
                  <a:lnTo>
                    <a:pt x="6331453" y="1316175"/>
                  </a:lnTo>
                  <a:lnTo>
                    <a:pt x="6372777" y="1366541"/>
                  </a:lnTo>
                  <a:lnTo>
                    <a:pt x="6413856" y="1413570"/>
                  </a:lnTo>
                  <a:lnTo>
                    <a:pt x="6454893" y="1457207"/>
                  </a:lnTo>
                  <a:lnTo>
                    <a:pt x="6496168" y="1497480"/>
                  </a:lnTo>
                  <a:lnTo>
                    <a:pt x="6515891" y="1515395"/>
                  </a:lnTo>
                  <a:lnTo>
                    <a:pt x="6563533" y="1555027"/>
                  </a:lnTo>
                  <a:lnTo>
                    <a:pt x="6612852" y="1590569"/>
                  </a:lnTo>
                  <a:lnTo>
                    <a:pt x="6664663" y="1622247"/>
                  </a:lnTo>
                  <a:lnTo>
                    <a:pt x="6719872" y="1650428"/>
                  </a:lnTo>
                  <a:lnTo>
                    <a:pt x="6779397" y="1675524"/>
                  </a:lnTo>
                  <a:lnTo>
                    <a:pt x="6844083" y="1697926"/>
                  </a:lnTo>
                  <a:lnTo>
                    <a:pt x="6914597" y="1717974"/>
                  </a:lnTo>
                  <a:lnTo>
                    <a:pt x="6991277" y="1735937"/>
                  </a:lnTo>
                  <a:lnTo>
                    <a:pt x="7073946" y="1752003"/>
                  </a:lnTo>
                  <a:lnTo>
                    <a:pt x="7161689" y="1766285"/>
                  </a:lnTo>
                  <a:lnTo>
                    <a:pt x="7252646" y="1778819"/>
                  </a:lnTo>
                  <a:lnTo>
                    <a:pt x="7343904" y="1789585"/>
                  </a:lnTo>
                  <a:lnTo>
                    <a:pt x="7431594" y="1798540"/>
                  </a:lnTo>
                  <a:lnTo>
                    <a:pt x="7511309" y="1805659"/>
                  </a:lnTo>
                  <a:lnTo>
                    <a:pt x="7578835" y="1810980"/>
                  </a:lnTo>
                  <a:lnTo>
                    <a:pt x="7631053" y="1814636"/>
                  </a:lnTo>
                  <a:lnTo>
                    <a:pt x="7666730" y="1816870"/>
                  </a:lnTo>
                  <a:lnTo>
                    <a:pt x="7686937" y="1818007"/>
                  </a:lnTo>
                  <a:lnTo>
                    <a:pt x="7695011" y="1818417"/>
                  </a:lnTo>
                  <a:lnTo>
                    <a:pt x="7696237" y="1818474"/>
                  </a:lnTo>
                  <a:lnTo>
                    <a:pt x="8234974" y="1818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4" name="pl1204"/>
            <p:cNvSpPr/>
            <p:nvPr/>
          </p:nvSpPr>
          <p:spPr>
            <a:xfrm>
              <a:off x="546595" y="3793951"/>
              <a:ext cx="8234974" cy="1818474"/>
            </a:xfrm>
            <a:custGeom>
              <a:avLst/>
              <a:pathLst>
                <a:path w="8234974" h="1818474">
                  <a:moveTo>
                    <a:pt x="8234974" y="1818474"/>
                  </a:moveTo>
                  <a:lnTo>
                    <a:pt x="7696237" y="1818474"/>
                  </a:lnTo>
                  <a:lnTo>
                    <a:pt x="7694994" y="1818416"/>
                  </a:lnTo>
                  <a:lnTo>
                    <a:pt x="7686875" y="1818004"/>
                  </a:lnTo>
                  <a:lnTo>
                    <a:pt x="7666602" y="1816863"/>
                  </a:lnTo>
                  <a:lnTo>
                    <a:pt x="7630849" y="1814623"/>
                  </a:lnTo>
                  <a:lnTo>
                    <a:pt x="7578556" y="1810959"/>
                  </a:lnTo>
                  <a:lnTo>
                    <a:pt x="7510965" y="1805630"/>
                  </a:lnTo>
                  <a:lnTo>
                    <a:pt x="7431203" y="1798503"/>
                  </a:lnTo>
                  <a:lnTo>
                    <a:pt x="7343487" y="1789539"/>
                  </a:lnTo>
                  <a:lnTo>
                    <a:pt x="7252222" y="1778765"/>
                  </a:lnTo>
                  <a:lnTo>
                    <a:pt x="7161274" y="1766223"/>
                  </a:lnTo>
                  <a:lnTo>
                    <a:pt x="7073551" y="1751933"/>
                  </a:lnTo>
                  <a:lnTo>
                    <a:pt x="6990909" y="1735858"/>
                  </a:lnTo>
                  <a:lnTo>
                    <a:pt x="6914257" y="1717887"/>
                  </a:lnTo>
                  <a:lnTo>
                    <a:pt x="6843771" y="1697829"/>
                  </a:lnTo>
                  <a:lnTo>
                    <a:pt x="6779110" y="1675415"/>
                  </a:lnTo>
                  <a:lnTo>
                    <a:pt x="6719607" y="1650305"/>
                  </a:lnTo>
                  <a:lnTo>
                    <a:pt x="6664416" y="1622109"/>
                  </a:lnTo>
                  <a:lnTo>
                    <a:pt x="6612619" y="1590414"/>
                  </a:lnTo>
                  <a:lnTo>
                    <a:pt x="6563309" y="1554853"/>
                  </a:lnTo>
                  <a:lnTo>
                    <a:pt x="6515891" y="1515395"/>
                  </a:lnTo>
                  <a:lnTo>
                    <a:pt x="6474378" y="1476683"/>
                  </a:lnTo>
                  <a:lnTo>
                    <a:pt x="6433269" y="1434646"/>
                  </a:lnTo>
                  <a:lnTo>
                    <a:pt x="6392240" y="1389221"/>
                  </a:lnTo>
                  <a:lnTo>
                    <a:pt x="6351053" y="1340422"/>
                  </a:lnTo>
                  <a:lnTo>
                    <a:pt x="6309541" y="1288350"/>
                  </a:lnTo>
                  <a:lnTo>
                    <a:pt x="6267607" y="1233198"/>
                  </a:lnTo>
                  <a:lnTo>
                    <a:pt x="6225211" y="1175258"/>
                  </a:lnTo>
                  <a:lnTo>
                    <a:pt x="6182365" y="1114914"/>
                  </a:lnTo>
                  <a:lnTo>
                    <a:pt x="6139129" y="1052639"/>
                  </a:lnTo>
                  <a:lnTo>
                    <a:pt x="6095599" y="988979"/>
                  </a:lnTo>
                  <a:lnTo>
                    <a:pt x="6051898" y="924534"/>
                  </a:lnTo>
                  <a:lnTo>
                    <a:pt x="6008164" y="859937"/>
                  </a:lnTo>
                  <a:lnTo>
                    <a:pt x="5964537" y="795828"/>
                  </a:lnTo>
                  <a:lnTo>
                    <a:pt x="5921148" y="732825"/>
                  </a:lnTo>
                  <a:lnTo>
                    <a:pt x="5878108" y="671503"/>
                  </a:lnTo>
                  <a:lnTo>
                    <a:pt x="5835494" y="612372"/>
                  </a:lnTo>
                  <a:lnTo>
                    <a:pt x="5793342" y="555859"/>
                  </a:lnTo>
                  <a:lnTo>
                    <a:pt x="5751639" y="502299"/>
                  </a:lnTo>
                  <a:lnTo>
                    <a:pt x="5710315" y="451932"/>
                  </a:lnTo>
                  <a:lnTo>
                    <a:pt x="5669236" y="404903"/>
                  </a:lnTo>
                  <a:lnTo>
                    <a:pt x="5628200" y="361266"/>
                  </a:lnTo>
                  <a:lnTo>
                    <a:pt x="5586924" y="320993"/>
                  </a:lnTo>
                  <a:lnTo>
                    <a:pt x="5567201" y="303079"/>
                  </a:lnTo>
                  <a:lnTo>
                    <a:pt x="5519560" y="263447"/>
                  </a:lnTo>
                  <a:lnTo>
                    <a:pt x="5470240" y="227904"/>
                  </a:lnTo>
                  <a:lnTo>
                    <a:pt x="5418429" y="196227"/>
                  </a:lnTo>
                  <a:lnTo>
                    <a:pt x="5363221" y="168045"/>
                  </a:lnTo>
                  <a:lnTo>
                    <a:pt x="5303696" y="142949"/>
                  </a:lnTo>
                  <a:lnTo>
                    <a:pt x="5239009" y="120547"/>
                  </a:lnTo>
                  <a:lnTo>
                    <a:pt x="5168495" y="100499"/>
                  </a:lnTo>
                  <a:lnTo>
                    <a:pt x="5091815" y="82537"/>
                  </a:lnTo>
                  <a:lnTo>
                    <a:pt x="5009146" y="66470"/>
                  </a:lnTo>
                  <a:lnTo>
                    <a:pt x="4921404" y="52188"/>
                  </a:lnTo>
                  <a:lnTo>
                    <a:pt x="4830446" y="39655"/>
                  </a:lnTo>
                  <a:lnTo>
                    <a:pt x="4739189" y="28889"/>
                  </a:lnTo>
                  <a:lnTo>
                    <a:pt x="4651499" y="19933"/>
                  </a:lnTo>
                  <a:lnTo>
                    <a:pt x="4571784" y="12814"/>
                  </a:lnTo>
                  <a:lnTo>
                    <a:pt x="4504257" y="7494"/>
                  </a:lnTo>
                  <a:lnTo>
                    <a:pt x="4452040" y="3837"/>
                  </a:lnTo>
                  <a:lnTo>
                    <a:pt x="4416363" y="1603"/>
                  </a:lnTo>
                  <a:lnTo>
                    <a:pt x="4396155" y="467"/>
                  </a:lnTo>
                  <a:lnTo>
                    <a:pt x="4388081" y="5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5" y="142"/>
                  </a:lnTo>
                  <a:lnTo>
                    <a:pt x="3817250" y="489"/>
                  </a:lnTo>
                  <a:lnTo>
                    <a:pt x="3780115" y="1168"/>
                  </a:lnTo>
                  <a:lnTo>
                    <a:pt x="3725967" y="2278"/>
                  </a:lnTo>
                  <a:lnTo>
                    <a:pt x="3656252" y="3891"/>
                  </a:lnTo>
                  <a:lnTo>
                    <a:pt x="3574359" y="6042"/>
                  </a:lnTo>
                  <a:lnTo>
                    <a:pt x="3484750" y="8743"/>
                  </a:lnTo>
                  <a:lnTo>
                    <a:pt x="3391994" y="11984"/>
                  </a:lnTo>
                  <a:lnTo>
                    <a:pt x="3300017" y="15752"/>
                  </a:lnTo>
                  <a:lnTo>
                    <a:pt x="3211706" y="20042"/>
                  </a:lnTo>
                  <a:lnTo>
                    <a:pt x="3128836" y="24871"/>
                  </a:lnTo>
                  <a:lnTo>
                    <a:pt x="3052213" y="30275"/>
                  </a:lnTo>
                  <a:lnTo>
                    <a:pt x="2981903" y="36316"/>
                  </a:lnTo>
                  <a:lnTo>
                    <a:pt x="2917471" y="43082"/>
                  </a:lnTo>
                  <a:lnTo>
                    <a:pt x="2858169" y="50678"/>
                  </a:lnTo>
                  <a:lnTo>
                    <a:pt x="2803087" y="59226"/>
                  </a:lnTo>
                  <a:lnTo>
                    <a:pt x="2751262" y="68849"/>
                  </a:lnTo>
                  <a:lnTo>
                    <a:pt x="2701764" y="79652"/>
                  </a:lnTo>
                  <a:lnTo>
                    <a:pt x="2667772" y="88019"/>
                  </a:lnTo>
                  <a:lnTo>
                    <a:pt x="2616642" y="102024"/>
                  </a:lnTo>
                  <a:lnTo>
                    <a:pt x="2566004" y="117506"/>
                  </a:lnTo>
                  <a:lnTo>
                    <a:pt x="2515310" y="134484"/>
                  </a:lnTo>
                  <a:lnTo>
                    <a:pt x="2464192" y="152925"/>
                  </a:lnTo>
                  <a:lnTo>
                    <a:pt x="2412441" y="172731"/>
                  </a:lnTo>
                  <a:lnTo>
                    <a:pt x="2359989" y="193742"/>
                  </a:lnTo>
                  <a:lnTo>
                    <a:pt x="2306884" y="215733"/>
                  </a:lnTo>
                  <a:lnTo>
                    <a:pt x="2253275" y="238428"/>
                  </a:lnTo>
                  <a:lnTo>
                    <a:pt x="2199381" y="261504"/>
                  </a:lnTo>
                  <a:lnTo>
                    <a:pt x="2145457" y="284620"/>
                  </a:lnTo>
                  <a:lnTo>
                    <a:pt x="2091764" y="307427"/>
                  </a:lnTo>
                  <a:lnTo>
                    <a:pt x="2038533" y="329600"/>
                  </a:lnTo>
                  <a:lnTo>
                    <a:pt x="1985928" y="350848"/>
                  </a:lnTo>
                  <a:lnTo>
                    <a:pt x="1934024" y="370936"/>
                  </a:lnTo>
                  <a:lnTo>
                    <a:pt x="1882779" y="389688"/>
                  </a:lnTo>
                  <a:lnTo>
                    <a:pt x="1832017" y="406995"/>
                  </a:lnTo>
                  <a:lnTo>
                    <a:pt x="1781407" y="422807"/>
                  </a:lnTo>
                  <a:lnTo>
                    <a:pt x="1730444" y="437133"/>
                  </a:lnTo>
                  <a:lnTo>
                    <a:pt x="1719082" y="440099"/>
                  </a:lnTo>
                  <a:lnTo>
                    <a:pt x="1670731" y="451769"/>
                  </a:lnTo>
                  <a:lnTo>
                    <a:pt x="1620640" y="462217"/>
                  </a:lnTo>
                  <a:lnTo>
                    <a:pt x="1567957" y="471512"/>
                  </a:lnTo>
                  <a:lnTo>
                    <a:pt x="1511734" y="479767"/>
                  </a:lnTo>
                  <a:lnTo>
                    <a:pt x="1451013" y="487107"/>
                  </a:lnTo>
                  <a:lnTo>
                    <a:pt x="1384920" y="493649"/>
                  </a:lnTo>
                  <a:lnTo>
                    <a:pt x="1312781" y="499495"/>
                  </a:lnTo>
                  <a:lnTo>
                    <a:pt x="1234286" y="504725"/>
                  </a:lnTo>
                  <a:lnTo>
                    <a:pt x="1149694" y="509392"/>
                  </a:lnTo>
                  <a:lnTo>
                    <a:pt x="1060073" y="513529"/>
                  </a:lnTo>
                  <a:lnTo>
                    <a:pt x="967517" y="517143"/>
                  </a:lnTo>
                  <a:lnTo>
                    <a:pt x="875239" y="520226"/>
                  </a:lnTo>
                  <a:lnTo>
                    <a:pt x="787411" y="522766"/>
                  </a:lnTo>
                  <a:lnTo>
                    <a:pt x="708664" y="524757"/>
                  </a:lnTo>
                  <a:lnTo>
                    <a:pt x="643247" y="526216"/>
                  </a:lnTo>
                  <a:lnTo>
                    <a:pt x="594054" y="527191"/>
                  </a:lnTo>
                  <a:lnTo>
                    <a:pt x="561845" y="527762"/>
                  </a:lnTo>
                  <a:lnTo>
                    <a:pt x="544907" y="528031"/>
                  </a:lnTo>
                  <a:lnTo>
                    <a:pt x="539201" y="528113"/>
                  </a:lnTo>
                  <a:lnTo>
                    <a:pt x="538736" y="528119"/>
                  </a:lnTo>
                  <a:lnTo>
                    <a:pt x="0" y="528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5" name="pg1205"/>
            <p:cNvSpPr/>
            <p:nvPr/>
          </p:nvSpPr>
          <p:spPr>
            <a:xfrm>
              <a:off x="546595" y="1365689"/>
              <a:ext cx="8234974" cy="3201386"/>
            </a:xfrm>
            <a:custGeom>
              <a:avLst/>
              <a:pathLst>
                <a:path w="8234974" h="3201386">
                  <a:moveTo>
                    <a:pt x="0" y="2820268"/>
                  </a:moveTo>
                  <a:lnTo>
                    <a:pt x="538736" y="2820268"/>
                  </a:lnTo>
                  <a:lnTo>
                    <a:pt x="539906" y="2820184"/>
                  </a:lnTo>
                  <a:lnTo>
                    <a:pt x="547557" y="2819584"/>
                  </a:lnTo>
                  <a:lnTo>
                    <a:pt x="566702" y="2817926"/>
                  </a:lnTo>
                  <a:lnTo>
                    <a:pt x="600570" y="2814668"/>
                  </a:lnTo>
                  <a:lnTo>
                    <a:pt x="650317" y="2809330"/>
                  </a:lnTo>
                  <a:lnTo>
                    <a:pt x="714964" y="2801549"/>
                  </a:lnTo>
                  <a:lnTo>
                    <a:pt x="791735" y="2791112"/>
                  </a:lnTo>
                  <a:lnTo>
                    <a:pt x="876750" y="2777948"/>
                  </a:lnTo>
                  <a:lnTo>
                    <a:pt x="965839" y="2762085"/>
                  </a:lnTo>
                  <a:lnTo>
                    <a:pt x="1055245" y="2743588"/>
                  </a:lnTo>
                  <a:lnTo>
                    <a:pt x="1142042" y="2722493"/>
                  </a:lnTo>
                  <a:lnTo>
                    <a:pt x="1224277" y="2698769"/>
                  </a:lnTo>
                  <a:lnTo>
                    <a:pt x="1300902" y="2672281"/>
                  </a:lnTo>
                  <a:lnTo>
                    <a:pt x="1371599" y="2642781"/>
                  </a:lnTo>
                  <a:lnTo>
                    <a:pt x="1436572" y="2609909"/>
                  </a:lnTo>
                  <a:lnTo>
                    <a:pt x="1496375" y="2573198"/>
                  </a:lnTo>
                  <a:lnTo>
                    <a:pt x="1551763" y="2532101"/>
                  </a:lnTo>
                  <a:lnTo>
                    <a:pt x="1603585" y="2486019"/>
                  </a:lnTo>
                  <a:lnTo>
                    <a:pt x="1652706" y="2434382"/>
                  </a:lnTo>
                  <a:lnTo>
                    <a:pt x="1699934" y="2376758"/>
                  </a:lnTo>
                  <a:lnTo>
                    <a:pt x="1719082" y="2351131"/>
                  </a:lnTo>
                  <a:lnTo>
                    <a:pt x="1754636" y="2300175"/>
                  </a:lnTo>
                  <a:lnTo>
                    <a:pt x="1789855" y="2245465"/>
                  </a:lnTo>
                  <a:lnTo>
                    <a:pt x="1824956" y="2186926"/>
                  </a:lnTo>
                  <a:lnTo>
                    <a:pt x="1860105" y="2124544"/>
                  </a:lnTo>
                  <a:lnTo>
                    <a:pt x="1895428" y="2058371"/>
                  </a:lnTo>
                  <a:lnTo>
                    <a:pt x="1931015" y="1988537"/>
                  </a:lnTo>
                  <a:lnTo>
                    <a:pt x="1966918" y="1915249"/>
                  </a:lnTo>
                  <a:lnTo>
                    <a:pt x="2003161" y="1838794"/>
                  </a:lnTo>
                  <a:lnTo>
                    <a:pt x="2039737" y="1759539"/>
                  </a:lnTo>
                  <a:lnTo>
                    <a:pt x="2076616" y="1677923"/>
                  </a:lnTo>
                  <a:lnTo>
                    <a:pt x="2113744" y="1594452"/>
                  </a:lnTo>
                  <a:lnTo>
                    <a:pt x="2151053" y="1509684"/>
                  </a:lnTo>
                  <a:lnTo>
                    <a:pt x="2188461" y="1424217"/>
                  </a:lnTo>
                  <a:lnTo>
                    <a:pt x="2225881" y="1338666"/>
                  </a:lnTo>
                  <a:lnTo>
                    <a:pt x="2263224" y="1253653"/>
                  </a:lnTo>
                  <a:lnTo>
                    <a:pt x="2300407" y="1169782"/>
                  </a:lnTo>
                  <a:lnTo>
                    <a:pt x="2337358" y="1087622"/>
                  </a:lnTo>
                  <a:lnTo>
                    <a:pt x="2374019" y="1007695"/>
                  </a:lnTo>
                  <a:lnTo>
                    <a:pt x="2410352" y="930458"/>
                  </a:lnTo>
                  <a:lnTo>
                    <a:pt x="2446344" y="856298"/>
                  </a:lnTo>
                  <a:lnTo>
                    <a:pt x="2482011" y="785524"/>
                  </a:lnTo>
                  <a:lnTo>
                    <a:pt x="2517397" y="718364"/>
                  </a:lnTo>
                  <a:lnTo>
                    <a:pt x="2552582" y="654967"/>
                  </a:lnTo>
                  <a:lnTo>
                    <a:pt x="2587681" y="595407"/>
                  </a:lnTo>
                  <a:lnTo>
                    <a:pt x="2622850" y="539686"/>
                  </a:lnTo>
                  <a:lnTo>
                    <a:pt x="2658290" y="487745"/>
                  </a:lnTo>
                  <a:lnTo>
                    <a:pt x="2667772" y="474581"/>
                  </a:lnTo>
                  <a:lnTo>
                    <a:pt x="2714423" y="414428"/>
                  </a:lnTo>
                  <a:lnTo>
                    <a:pt x="2762669" y="360352"/>
                  </a:lnTo>
                  <a:lnTo>
                    <a:pt x="2813270" y="312037"/>
                  </a:lnTo>
                  <a:lnTo>
                    <a:pt x="2867077" y="268950"/>
                  </a:lnTo>
                  <a:lnTo>
                    <a:pt x="2924955" y="230496"/>
                  </a:lnTo>
                  <a:lnTo>
                    <a:pt x="2987708" y="196097"/>
                  </a:lnTo>
                  <a:lnTo>
                    <a:pt x="3055988" y="165252"/>
                  </a:lnTo>
                  <a:lnTo>
                    <a:pt x="3130165" y="137555"/>
                  </a:lnTo>
                  <a:lnTo>
                    <a:pt x="3210160" y="112709"/>
                  </a:lnTo>
                  <a:lnTo>
                    <a:pt x="3295251" y="90537"/>
                  </a:lnTo>
                  <a:lnTo>
                    <a:pt x="3383877" y="70963"/>
                  </a:lnTo>
                  <a:lnTo>
                    <a:pt x="3473512" y="54003"/>
                  </a:lnTo>
                  <a:lnTo>
                    <a:pt x="3560708" y="39715"/>
                  </a:lnTo>
                  <a:lnTo>
                    <a:pt x="3641395" y="28152"/>
                  </a:lnTo>
                  <a:lnTo>
                    <a:pt x="3711475" y="19289"/>
                  </a:lnTo>
                  <a:lnTo>
                    <a:pt x="3767620" y="12976"/>
                  </a:lnTo>
                  <a:lnTo>
                    <a:pt x="3808042" y="8911"/>
                  </a:lnTo>
                  <a:lnTo>
                    <a:pt x="3833000" y="6654"/>
                  </a:lnTo>
                  <a:lnTo>
                    <a:pt x="3844893" y="568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2" y="5537"/>
                  </a:lnTo>
                  <a:lnTo>
                    <a:pt x="4395433" y="6198"/>
                  </a:lnTo>
                  <a:lnTo>
                    <a:pt x="4414072" y="8026"/>
                  </a:lnTo>
                  <a:lnTo>
                    <a:pt x="4447092" y="11619"/>
                  </a:lnTo>
                  <a:lnTo>
                    <a:pt x="4495685" y="17510"/>
                  </a:lnTo>
                  <a:lnTo>
                    <a:pt x="4558987" y="26106"/>
                  </a:lnTo>
                  <a:lnTo>
                    <a:pt x="4634376" y="37652"/>
                  </a:lnTo>
                  <a:lnTo>
                    <a:pt x="4718126" y="52233"/>
                  </a:lnTo>
                  <a:lnTo>
                    <a:pt x="4806180" y="69825"/>
                  </a:lnTo>
                  <a:lnTo>
                    <a:pt x="4894833" y="90357"/>
                  </a:lnTo>
                  <a:lnTo>
                    <a:pt x="4981161" y="113782"/>
                  </a:lnTo>
                  <a:lnTo>
                    <a:pt x="5063172" y="140126"/>
                  </a:lnTo>
                  <a:lnTo>
                    <a:pt x="5139758" y="169525"/>
                  </a:lnTo>
                  <a:lnTo>
                    <a:pt x="5210534" y="202237"/>
                  </a:lnTo>
                  <a:lnTo>
                    <a:pt x="5275646" y="238642"/>
                  </a:lnTo>
                  <a:lnTo>
                    <a:pt x="5335593" y="279240"/>
                  </a:lnTo>
                  <a:lnTo>
                    <a:pt x="5391086" y="324625"/>
                  </a:lnTo>
                  <a:lnTo>
                    <a:pt x="5442943" y="375450"/>
                  </a:lnTo>
                  <a:lnTo>
                    <a:pt x="5492006" y="432360"/>
                  </a:lnTo>
                  <a:lnTo>
                    <a:pt x="5539075" y="495869"/>
                  </a:lnTo>
                  <a:lnTo>
                    <a:pt x="5567201" y="538101"/>
                  </a:lnTo>
                  <a:lnTo>
                    <a:pt x="5600969" y="592934"/>
                  </a:lnTo>
                  <a:lnTo>
                    <a:pt x="5634426" y="651604"/>
                  </a:lnTo>
                  <a:lnTo>
                    <a:pt x="5667758" y="714190"/>
                  </a:lnTo>
                  <a:lnTo>
                    <a:pt x="5701114" y="780713"/>
                  </a:lnTo>
                  <a:lnTo>
                    <a:pt x="5734608" y="851133"/>
                  </a:lnTo>
                  <a:lnTo>
                    <a:pt x="5768321" y="925342"/>
                  </a:lnTo>
                  <a:lnTo>
                    <a:pt x="5802310" y="1003161"/>
                  </a:lnTo>
                  <a:lnTo>
                    <a:pt x="5836600" y="1084336"/>
                  </a:lnTo>
                  <a:lnTo>
                    <a:pt x="5871196" y="1168538"/>
                  </a:lnTo>
                  <a:lnTo>
                    <a:pt x="5906080" y="1255371"/>
                  </a:lnTo>
                  <a:lnTo>
                    <a:pt x="5941215" y="1344372"/>
                  </a:lnTo>
                  <a:lnTo>
                    <a:pt x="5976550" y="1435025"/>
                  </a:lnTo>
                  <a:lnTo>
                    <a:pt x="6012020" y="1526768"/>
                  </a:lnTo>
                  <a:lnTo>
                    <a:pt x="6047552" y="1619012"/>
                  </a:lnTo>
                  <a:lnTo>
                    <a:pt x="6083071" y="1711154"/>
                  </a:lnTo>
                  <a:lnTo>
                    <a:pt x="6118503" y="1802594"/>
                  </a:lnTo>
                  <a:lnTo>
                    <a:pt x="6153777" y="1892749"/>
                  </a:lnTo>
                  <a:lnTo>
                    <a:pt x="6188833" y="1981073"/>
                  </a:lnTo>
                  <a:lnTo>
                    <a:pt x="6223623" y="2067065"/>
                  </a:lnTo>
                  <a:lnTo>
                    <a:pt x="6258116" y="2150285"/>
                  </a:lnTo>
                  <a:lnTo>
                    <a:pt x="6292303" y="2230359"/>
                  </a:lnTo>
                  <a:lnTo>
                    <a:pt x="6326194" y="2306982"/>
                  </a:lnTo>
                  <a:lnTo>
                    <a:pt x="6359826" y="2379928"/>
                  </a:lnTo>
                  <a:lnTo>
                    <a:pt x="6393262" y="2449039"/>
                  </a:lnTo>
                  <a:lnTo>
                    <a:pt x="6426595" y="2514233"/>
                  </a:lnTo>
                  <a:lnTo>
                    <a:pt x="6459951" y="2575489"/>
                  </a:lnTo>
                  <a:lnTo>
                    <a:pt x="6493490" y="2632851"/>
                  </a:lnTo>
                  <a:lnTo>
                    <a:pt x="6515891" y="2668729"/>
                  </a:lnTo>
                  <a:lnTo>
                    <a:pt x="6562087" y="2736402"/>
                  </a:lnTo>
                  <a:lnTo>
                    <a:pt x="6609840" y="2797306"/>
                  </a:lnTo>
                  <a:lnTo>
                    <a:pt x="6659888" y="2851784"/>
                  </a:lnTo>
                  <a:lnTo>
                    <a:pt x="6713055" y="2900420"/>
                  </a:lnTo>
                  <a:lnTo>
                    <a:pt x="6770183" y="2943872"/>
                  </a:lnTo>
                  <a:lnTo>
                    <a:pt x="6832058" y="2982778"/>
                  </a:lnTo>
                  <a:lnTo>
                    <a:pt x="6899323" y="3017697"/>
                  </a:lnTo>
                  <a:lnTo>
                    <a:pt x="6972361" y="3049085"/>
                  </a:lnTo>
                  <a:lnTo>
                    <a:pt x="7051132" y="3077275"/>
                  </a:lnTo>
                  <a:lnTo>
                    <a:pt x="7134995" y="3102478"/>
                  </a:lnTo>
                  <a:lnTo>
                    <a:pt x="7222513" y="3124782"/>
                  </a:lnTo>
                  <a:lnTo>
                    <a:pt x="7311331" y="3144182"/>
                  </a:lnTo>
                  <a:lnTo>
                    <a:pt x="7398186" y="3160613"/>
                  </a:lnTo>
                  <a:lnTo>
                    <a:pt x="7479174" y="3174015"/>
                  </a:lnTo>
                  <a:lnTo>
                    <a:pt x="7550273" y="3184398"/>
                  </a:lnTo>
                  <a:lnTo>
                    <a:pt x="7608095" y="3191907"/>
                  </a:lnTo>
                  <a:lnTo>
                    <a:pt x="7650639" y="3196850"/>
                  </a:lnTo>
                  <a:lnTo>
                    <a:pt x="7677824" y="3199690"/>
                  </a:lnTo>
                  <a:lnTo>
                    <a:pt x="7691641" y="3200993"/>
                  </a:lnTo>
                  <a:lnTo>
                    <a:pt x="7695971" y="3201364"/>
                  </a:lnTo>
                  <a:lnTo>
                    <a:pt x="7696237" y="3201386"/>
                  </a:lnTo>
                  <a:lnTo>
                    <a:pt x="8234974" y="3201386"/>
                  </a:lnTo>
                  <a:lnTo>
                    <a:pt x="8234974" y="3195941"/>
                  </a:lnTo>
                  <a:lnTo>
                    <a:pt x="7696237" y="3195941"/>
                  </a:lnTo>
                  <a:lnTo>
                    <a:pt x="7695100" y="3195848"/>
                  </a:lnTo>
                  <a:lnTo>
                    <a:pt x="7687659" y="3195187"/>
                  </a:lnTo>
                  <a:lnTo>
                    <a:pt x="7669020" y="3193359"/>
                  </a:lnTo>
                  <a:lnTo>
                    <a:pt x="7636001" y="3189766"/>
                  </a:lnTo>
                  <a:lnTo>
                    <a:pt x="7587407" y="3183875"/>
                  </a:lnTo>
                  <a:lnTo>
                    <a:pt x="7524106" y="3175279"/>
                  </a:lnTo>
                  <a:lnTo>
                    <a:pt x="7448716" y="3163733"/>
                  </a:lnTo>
                  <a:lnTo>
                    <a:pt x="7364967" y="3149152"/>
                  </a:lnTo>
                  <a:lnTo>
                    <a:pt x="7276913" y="3131560"/>
                  </a:lnTo>
                  <a:lnTo>
                    <a:pt x="7188259" y="3111028"/>
                  </a:lnTo>
                  <a:lnTo>
                    <a:pt x="7101931" y="3087603"/>
                  </a:lnTo>
                  <a:lnTo>
                    <a:pt x="7019920" y="3061259"/>
                  </a:lnTo>
                  <a:lnTo>
                    <a:pt x="6943335" y="3031860"/>
                  </a:lnTo>
                  <a:lnTo>
                    <a:pt x="6872558" y="2999148"/>
                  </a:lnTo>
                  <a:lnTo>
                    <a:pt x="6807446" y="2962743"/>
                  </a:lnTo>
                  <a:lnTo>
                    <a:pt x="6747499" y="2922145"/>
                  </a:lnTo>
                  <a:lnTo>
                    <a:pt x="6692006" y="2876760"/>
                  </a:lnTo>
                  <a:lnTo>
                    <a:pt x="6640149" y="2825935"/>
                  </a:lnTo>
                  <a:lnTo>
                    <a:pt x="6591086" y="2769025"/>
                  </a:lnTo>
                  <a:lnTo>
                    <a:pt x="6544018" y="2705516"/>
                  </a:lnTo>
                  <a:lnTo>
                    <a:pt x="6515891" y="2663284"/>
                  </a:lnTo>
                  <a:lnTo>
                    <a:pt x="6482123" y="2608451"/>
                  </a:lnTo>
                  <a:lnTo>
                    <a:pt x="6448666" y="2549781"/>
                  </a:lnTo>
                  <a:lnTo>
                    <a:pt x="6415334" y="2487195"/>
                  </a:lnTo>
                  <a:lnTo>
                    <a:pt x="6381978" y="2420672"/>
                  </a:lnTo>
                  <a:lnTo>
                    <a:pt x="6348485" y="2350252"/>
                  </a:lnTo>
                  <a:lnTo>
                    <a:pt x="6314771" y="2276043"/>
                  </a:lnTo>
                  <a:lnTo>
                    <a:pt x="6280783" y="2198224"/>
                  </a:lnTo>
                  <a:lnTo>
                    <a:pt x="6246493" y="2117049"/>
                  </a:lnTo>
                  <a:lnTo>
                    <a:pt x="6211897" y="2032847"/>
                  </a:lnTo>
                  <a:lnTo>
                    <a:pt x="6177013" y="1946014"/>
                  </a:lnTo>
                  <a:lnTo>
                    <a:pt x="6141877" y="1857013"/>
                  </a:lnTo>
                  <a:lnTo>
                    <a:pt x="6106542" y="1766360"/>
                  </a:lnTo>
                  <a:lnTo>
                    <a:pt x="6071073" y="1674617"/>
                  </a:lnTo>
                  <a:lnTo>
                    <a:pt x="6035541" y="1582373"/>
                  </a:lnTo>
                  <a:lnTo>
                    <a:pt x="6000021" y="1490231"/>
                  </a:lnTo>
                  <a:lnTo>
                    <a:pt x="5964589" y="1398791"/>
                  </a:lnTo>
                  <a:lnTo>
                    <a:pt x="5929315" y="1308636"/>
                  </a:lnTo>
                  <a:lnTo>
                    <a:pt x="5894260" y="1220312"/>
                  </a:lnTo>
                  <a:lnTo>
                    <a:pt x="5859470" y="1134320"/>
                  </a:lnTo>
                  <a:lnTo>
                    <a:pt x="5824976" y="1051100"/>
                  </a:lnTo>
                  <a:lnTo>
                    <a:pt x="5790790" y="971026"/>
                  </a:lnTo>
                  <a:lnTo>
                    <a:pt x="5756899" y="894403"/>
                  </a:lnTo>
                  <a:lnTo>
                    <a:pt x="5723267" y="821458"/>
                  </a:lnTo>
                  <a:lnTo>
                    <a:pt x="5689831" y="752346"/>
                  </a:lnTo>
                  <a:lnTo>
                    <a:pt x="5656497" y="687153"/>
                  </a:lnTo>
                  <a:lnTo>
                    <a:pt x="5623141" y="625896"/>
                  </a:lnTo>
                  <a:lnTo>
                    <a:pt x="5589602" y="568534"/>
                  </a:lnTo>
                  <a:lnTo>
                    <a:pt x="5567201" y="532656"/>
                  </a:lnTo>
                  <a:lnTo>
                    <a:pt x="5521006" y="464983"/>
                  </a:lnTo>
                  <a:lnTo>
                    <a:pt x="5473253" y="404080"/>
                  </a:lnTo>
                  <a:lnTo>
                    <a:pt x="5423205" y="349602"/>
                  </a:lnTo>
                  <a:lnTo>
                    <a:pt x="5370038" y="300965"/>
                  </a:lnTo>
                  <a:lnTo>
                    <a:pt x="5312910" y="257513"/>
                  </a:lnTo>
                  <a:lnTo>
                    <a:pt x="5251035" y="218607"/>
                  </a:lnTo>
                  <a:lnTo>
                    <a:pt x="5183769" y="183688"/>
                  </a:lnTo>
                  <a:lnTo>
                    <a:pt x="5110732" y="152300"/>
                  </a:lnTo>
                  <a:lnTo>
                    <a:pt x="5031960" y="124110"/>
                  </a:lnTo>
                  <a:lnTo>
                    <a:pt x="4948098" y="98907"/>
                  </a:lnTo>
                  <a:lnTo>
                    <a:pt x="4860579" y="76603"/>
                  </a:lnTo>
                  <a:lnTo>
                    <a:pt x="4771762" y="57203"/>
                  </a:lnTo>
                  <a:lnTo>
                    <a:pt x="4684906" y="40772"/>
                  </a:lnTo>
                  <a:lnTo>
                    <a:pt x="4603919" y="27370"/>
                  </a:lnTo>
                  <a:lnTo>
                    <a:pt x="4532820" y="16987"/>
                  </a:lnTo>
                  <a:lnTo>
                    <a:pt x="4474998" y="9478"/>
                  </a:lnTo>
                  <a:lnTo>
                    <a:pt x="4432453" y="4535"/>
                  </a:lnTo>
                  <a:lnTo>
                    <a:pt x="4405268" y="1695"/>
                  </a:lnTo>
                  <a:lnTo>
                    <a:pt x="4391451" y="392"/>
                  </a:lnTo>
                  <a:lnTo>
                    <a:pt x="4387122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9" y="83"/>
                  </a:lnTo>
                  <a:lnTo>
                    <a:pt x="3839298" y="683"/>
                  </a:lnTo>
                  <a:lnTo>
                    <a:pt x="3820153" y="2342"/>
                  </a:lnTo>
                  <a:lnTo>
                    <a:pt x="3786285" y="5599"/>
                  </a:lnTo>
                  <a:lnTo>
                    <a:pt x="3736537" y="10937"/>
                  </a:lnTo>
                  <a:lnTo>
                    <a:pt x="3671890" y="18718"/>
                  </a:lnTo>
                  <a:lnTo>
                    <a:pt x="3595119" y="29155"/>
                  </a:lnTo>
                  <a:lnTo>
                    <a:pt x="3510105" y="42319"/>
                  </a:lnTo>
                  <a:lnTo>
                    <a:pt x="3421015" y="58182"/>
                  </a:lnTo>
                  <a:lnTo>
                    <a:pt x="3331609" y="76680"/>
                  </a:lnTo>
                  <a:lnTo>
                    <a:pt x="3244813" y="97774"/>
                  </a:lnTo>
                  <a:lnTo>
                    <a:pt x="3162578" y="121499"/>
                  </a:lnTo>
                  <a:lnTo>
                    <a:pt x="3085952" y="147987"/>
                  </a:lnTo>
                  <a:lnTo>
                    <a:pt x="3015256" y="177487"/>
                  </a:lnTo>
                  <a:lnTo>
                    <a:pt x="2950283" y="210359"/>
                  </a:lnTo>
                  <a:lnTo>
                    <a:pt x="2890479" y="247069"/>
                  </a:lnTo>
                  <a:lnTo>
                    <a:pt x="2835092" y="288167"/>
                  </a:lnTo>
                  <a:lnTo>
                    <a:pt x="2783270" y="334248"/>
                  </a:lnTo>
                  <a:lnTo>
                    <a:pt x="2734149" y="385886"/>
                  </a:lnTo>
                  <a:lnTo>
                    <a:pt x="2686921" y="443509"/>
                  </a:lnTo>
                  <a:lnTo>
                    <a:pt x="2667772" y="469137"/>
                  </a:lnTo>
                  <a:lnTo>
                    <a:pt x="2632219" y="520093"/>
                  </a:lnTo>
                  <a:lnTo>
                    <a:pt x="2596999" y="574803"/>
                  </a:lnTo>
                  <a:lnTo>
                    <a:pt x="2561899" y="633341"/>
                  </a:lnTo>
                  <a:lnTo>
                    <a:pt x="2526750" y="695724"/>
                  </a:lnTo>
                  <a:lnTo>
                    <a:pt x="2491426" y="761897"/>
                  </a:lnTo>
                  <a:lnTo>
                    <a:pt x="2455840" y="831731"/>
                  </a:lnTo>
                  <a:lnTo>
                    <a:pt x="2419936" y="905019"/>
                  </a:lnTo>
                  <a:lnTo>
                    <a:pt x="2383694" y="981474"/>
                  </a:lnTo>
                  <a:lnTo>
                    <a:pt x="2347117" y="1060729"/>
                  </a:lnTo>
                  <a:lnTo>
                    <a:pt x="2310239" y="1142345"/>
                  </a:lnTo>
                  <a:lnTo>
                    <a:pt x="2273111" y="1225816"/>
                  </a:lnTo>
                  <a:lnTo>
                    <a:pt x="2235802" y="1310583"/>
                  </a:lnTo>
                  <a:lnTo>
                    <a:pt x="2198394" y="1396051"/>
                  </a:lnTo>
                  <a:lnTo>
                    <a:pt x="2160974" y="1481602"/>
                  </a:lnTo>
                  <a:lnTo>
                    <a:pt x="2123631" y="1566614"/>
                  </a:lnTo>
                  <a:lnTo>
                    <a:pt x="2086447" y="1650486"/>
                  </a:lnTo>
                  <a:lnTo>
                    <a:pt x="2049496" y="1732645"/>
                  </a:lnTo>
                  <a:lnTo>
                    <a:pt x="2012836" y="1812573"/>
                  </a:lnTo>
                  <a:lnTo>
                    <a:pt x="1976503" y="1889810"/>
                  </a:lnTo>
                  <a:lnTo>
                    <a:pt x="1940510" y="1963969"/>
                  </a:lnTo>
                  <a:lnTo>
                    <a:pt x="1904844" y="2034744"/>
                  </a:lnTo>
                  <a:lnTo>
                    <a:pt x="1869457" y="2101904"/>
                  </a:lnTo>
                  <a:lnTo>
                    <a:pt x="1834273" y="2165300"/>
                  </a:lnTo>
                  <a:lnTo>
                    <a:pt x="1799174" y="2224861"/>
                  </a:lnTo>
                  <a:lnTo>
                    <a:pt x="1764005" y="2280581"/>
                  </a:lnTo>
                  <a:lnTo>
                    <a:pt x="1728564" y="2332523"/>
                  </a:lnTo>
                  <a:lnTo>
                    <a:pt x="1719082" y="2345686"/>
                  </a:lnTo>
                  <a:lnTo>
                    <a:pt x="1672432" y="2405839"/>
                  </a:lnTo>
                  <a:lnTo>
                    <a:pt x="1624186" y="2459915"/>
                  </a:lnTo>
                  <a:lnTo>
                    <a:pt x="1573584" y="2508231"/>
                  </a:lnTo>
                  <a:lnTo>
                    <a:pt x="1519777" y="2551317"/>
                  </a:lnTo>
                  <a:lnTo>
                    <a:pt x="1461900" y="2589772"/>
                  </a:lnTo>
                  <a:lnTo>
                    <a:pt x="1399147" y="2624170"/>
                  </a:lnTo>
                  <a:lnTo>
                    <a:pt x="1330867" y="2655015"/>
                  </a:lnTo>
                  <a:lnTo>
                    <a:pt x="1256690" y="2682713"/>
                  </a:lnTo>
                  <a:lnTo>
                    <a:pt x="1176695" y="2707558"/>
                  </a:lnTo>
                  <a:lnTo>
                    <a:pt x="1091603" y="2729731"/>
                  </a:lnTo>
                  <a:lnTo>
                    <a:pt x="1002977" y="2749305"/>
                  </a:lnTo>
                  <a:lnTo>
                    <a:pt x="913342" y="2766265"/>
                  </a:lnTo>
                  <a:lnTo>
                    <a:pt x="826147" y="2780552"/>
                  </a:lnTo>
                  <a:lnTo>
                    <a:pt x="745460" y="2792116"/>
                  </a:lnTo>
                  <a:lnTo>
                    <a:pt x="675379" y="2800979"/>
                  </a:lnTo>
                  <a:lnTo>
                    <a:pt x="619234" y="2807292"/>
                  </a:lnTo>
                  <a:lnTo>
                    <a:pt x="578812" y="2811357"/>
                  </a:lnTo>
                  <a:lnTo>
                    <a:pt x="553855" y="2813614"/>
                  </a:lnTo>
                  <a:lnTo>
                    <a:pt x="541962" y="2814585"/>
                  </a:lnTo>
                  <a:lnTo>
                    <a:pt x="538736" y="2814824"/>
                  </a:lnTo>
                  <a:lnTo>
                    <a:pt x="0" y="2814824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06" name="pl1206"/>
            <p:cNvSpPr/>
            <p:nvPr/>
          </p:nvSpPr>
          <p:spPr>
            <a:xfrm>
              <a:off x="546595" y="1371134"/>
              <a:ext cx="8234974" cy="3195941"/>
            </a:xfrm>
            <a:custGeom>
              <a:avLst/>
              <a:pathLst>
                <a:path w="8234974" h="3195941">
                  <a:moveTo>
                    <a:pt x="0" y="2814824"/>
                  </a:moveTo>
                  <a:lnTo>
                    <a:pt x="538736" y="2814824"/>
                  </a:lnTo>
                  <a:lnTo>
                    <a:pt x="539906" y="2814740"/>
                  </a:lnTo>
                  <a:lnTo>
                    <a:pt x="547557" y="2814140"/>
                  </a:lnTo>
                  <a:lnTo>
                    <a:pt x="566702" y="2812481"/>
                  </a:lnTo>
                  <a:lnTo>
                    <a:pt x="600570" y="2809224"/>
                  </a:lnTo>
                  <a:lnTo>
                    <a:pt x="650317" y="2803886"/>
                  </a:lnTo>
                  <a:lnTo>
                    <a:pt x="714964" y="2796105"/>
                  </a:lnTo>
                  <a:lnTo>
                    <a:pt x="791735" y="2785668"/>
                  </a:lnTo>
                  <a:lnTo>
                    <a:pt x="876750" y="2772504"/>
                  </a:lnTo>
                  <a:lnTo>
                    <a:pt x="965839" y="2756641"/>
                  </a:lnTo>
                  <a:lnTo>
                    <a:pt x="1055245" y="2738143"/>
                  </a:lnTo>
                  <a:lnTo>
                    <a:pt x="1142042" y="2717049"/>
                  </a:lnTo>
                  <a:lnTo>
                    <a:pt x="1224277" y="2693325"/>
                  </a:lnTo>
                  <a:lnTo>
                    <a:pt x="1300902" y="2666836"/>
                  </a:lnTo>
                  <a:lnTo>
                    <a:pt x="1371599" y="2637336"/>
                  </a:lnTo>
                  <a:lnTo>
                    <a:pt x="1436572" y="2604464"/>
                  </a:lnTo>
                  <a:lnTo>
                    <a:pt x="1496375" y="2567754"/>
                  </a:lnTo>
                  <a:lnTo>
                    <a:pt x="1551763" y="2526656"/>
                  </a:lnTo>
                  <a:lnTo>
                    <a:pt x="1603585" y="2480575"/>
                  </a:lnTo>
                  <a:lnTo>
                    <a:pt x="1652706" y="2428937"/>
                  </a:lnTo>
                  <a:lnTo>
                    <a:pt x="1699934" y="2371314"/>
                  </a:lnTo>
                  <a:lnTo>
                    <a:pt x="1719082" y="2345686"/>
                  </a:lnTo>
                  <a:lnTo>
                    <a:pt x="1754636" y="2294730"/>
                  </a:lnTo>
                  <a:lnTo>
                    <a:pt x="1789855" y="2240021"/>
                  </a:lnTo>
                  <a:lnTo>
                    <a:pt x="1824956" y="2181482"/>
                  </a:lnTo>
                  <a:lnTo>
                    <a:pt x="1860105" y="2119099"/>
                  </a:lnTo>
                  <a:lnTo>
                    <a:pt x="1895428" y="2052926"/>
                  </a:lnTo>
                  <a:lnTo>
                    <a:pt x="1931015" y="1983092"/>
                  </a:lnTo>
                  <a:lnTo>
                    <a:pt x="1966918" y="1909804"/>
                  </a:lnTo>
                  <a:lnTo>
                    <a:pt x="2003161" y="1833349"/>
                  </a:lnTo>
                  <a:lnTo>
                    <a:pt x="2039737" y="1754094"/>
                  </a:lnTo>
                  <a:lnTo>
                    <a:pt x="2076616" y="1672479"/>
                  </a:lnTo>
                  <a:lnTo>
                    <a:pt x="2113744" y="1589008"/>
                  </a:lnTo>
                  <a:lnTo>
                    <a:pt x="2151053" y="1504240"/>
                  </a:lnTo>
                  <a:lnTo>
                    <a:pt x="2188461" y="1418772"/>
                  </a:lnTo>
                  <a:lnTo>
                    <a:pt x="2225881" y="1333222"/>
                  </a:lnTo>
                  <a:lnTo>
                    <a:pt x="2263224" y="1248209"/>
                  </a:lnTo>
                  <a:lnTo>
                    <a:pt x="2300407" y="1164337"/>
                  </a:lnTo>
                  <a:lnTo>
                    <a:pt x="2337358" y="1082178"/>
                  </a:lnTo>
                  <a:lnTo>
                    <a:pt x="2374019" y="1002250"/>
                  </a:lnTo>
                  <a:lnTo>
                    <a:pt x="2410352" y="925014"/>
                  </a:lnTo>
                  <a:lnTo>
                    <a:pt x="2446344" y="850854"/>
                  </a:lnTo>
                  <a:lnTo>
                    <a:pt x="2482011" y="780079"/>
                  </a:lnTo>
                  <a:lnTo>
                    <a:pt x="2517397" y="712919"/>
                  </a:lnTo>
                  <a:lnTo>
                    <a:pt x="2552582" y="649523"/>
                  </a:lnTo>
                  <a:lnTo>
                    <a:pt x="2587681" y="589963"/>
                  </a:lnTo>
                  <a:lnTo>
                    <a:pt x="2622850" y="534242"/>
                  </a:lnTo>
                  <a:lnTo>
                    <a:pt x="2658290" y="482300"/>
                  </a:lnTo>
                  <a:lnTo>
                    <a:pt x="2667772" y="469137"/>
                  </a:lnTo>
                  <a:lnTo>
                    <a:pt x="2714423" y="408984"/>
                  </a:lnTo>
                  <a:lnTo>
                    <a:pt x="2762669" y="354908"/>
                  </a:lnTo>
                  <a:lnTo>
                    <a:pt x="2813270" y="306592"/>
                  </a:lnTo>
                  <a:lnTo>
                    <a:pt x="2867077" y="263506"/>
                  </a:lnTo>
                  <a:lnTo>
                    <a:pt x="2924955" y="225051"/>
                  </a:lnTo>
                  <a:lnTo>
                    <a:pt x="2987708" y="190653"/>
                  </a:lnTo>
                  <a:lnTo>
                    <a:pt x="3055988" y="159808"/>
                  </a:lnTo>
                  <a:lnTo>
                    <a:pt x="3130165" y="132110"/>
                  </a:lnTo>
                  <a:lnTo>
                    <a:pt x="3210160" y="107265"/>
                  </a:lnTo>
                  <a:lnTo>
                    <a:pt x="3295251" y="85092"/>
                  </a:lnTo>
                  <a:lnTo>
                    <a:pt x="3383877" y="65519"/>
                  </a:lnTo>
                  <a:lnTo>
                    <a:pt x="3473512" y="48558"/>
                  </a:lnTo>
                  <a:lnTo>
                    <a:pt x="3560708" y="34271"/>
                  </a:lnTo>
                  <a:lnTo>
                    <a:pt x="3641395" y="22707"/>
                  </a:lnTo>
                  <a:lnTo>
                    <a:pt x="3711475" y="13844"/>
                  </a:lnTo>
                  <a:lnTo>
                    <a:pt x="3767620" y="7532"/>
                  </a:lnTo>
                  <a:lnTo>
                    <a:pt x="3808042" y="3466"/>
                  </a:lnTo>
                  <a:lnTo>
                    <a:pt x="3833000" y="1210"/>
                  </a:lnTo>
                  <a:lnTo>
                    <a:pt x="3844893" y="239"/>
                  </a:lnTo>
                  <a:lnTo>
                    <a:pt x="3848033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2" y="92"/>
                  </a:lnTo>
                  <a:lnTo>
                    <a:pt x="4395433" y="753"/>
                  </a:lnTo>
                  <a:lnTo>
                    <a:pt x="4414072" y="2582"/>
                  </a:lnTo>
                  <a:lnTo>
                    <a:pt x="4447092" y="6175"/>
                  </a:lnTo>
                  <a:lnTo>
                    <a:pt x="4495685" y="12066"/>
                  </a:lnTo>
                  <a:lnTo>
                    <a:pt x="4558987" y="20662"/>
                  </a:lnTo>
                  <a:lnTo>
                    <a:pt x="4634376" y="32208"/>
                  </a:lnTo>
                  <a:lnTo>
                    <a:pt x="4718126" y="46789"/>
                  </a:lnTo>
                  <a:lnTo>
                    <a:pt x="4806180" y="64380"/>
                  </a:lnTo>
                  <a:lnTo>
                    <a:pt x="4894833" y="84912"/>
                  </a:lnTo>
                  <a:lnTo>
                    <a:pt x="4981161" y="108337"/>
                  </a:lnTo>
                  <a:lnTo>
                    <a:pt x="5063172" y="134682"/>
                  </a:lnTo>
                  <a:lnTo>
                    <a:pt x="5139758" y="164081"/>
                  </a:lnTo>
                  <a:lnTo>
                    <a:pt x="5210534" y="196792"/>
                  </a:lnTo>
                  <a:lnTo>
                    <a:pt x="5275646" y="233197"/>
                  </a:lnTo>
                  <a:lnTo>
                    <a:pt x="5335593" y="273795"/>
                  </a:lnTo>
                  <a:lnTo>
                    <a:pt x="5391086" y="319180"/>
                  </a:lnTo>
                  <a:lnTo>
                    <a:pt x="5442943" y="370006"/>
                  </a:lnTo>
                  <a:lnTo>
                    <a:pt x="5492006" y="426916"/>
                  </a:lnTo>
                  <a:lnTo>
                    <a:pt x="5539075" y="490425"/>
                  </a:lnTo>
                  <a:lnTo>
                    <a:pt x="5567201" y="532656"/>
                  </a:lnTo>
                  <a:lnTo>
                    <a:pt x="5600969" y="587490"/>
                  </a:lnTo>
                  <a:lnTo>
                    <a:pt x="5634426" y="646160"/>
                  </a:lnTo>
                  <a:lnTo>
                    <a:pt x="5667758" y="708745"/>
                  </a:lnTo>
                  <a:lnTo>
                    <a:pt x="5701114" y="775268"/>
                  </a:lnTo>
                  <a:lnTo>
                    <a:pt x="5734608" y="845688"/>
                  </a:lnTo>
                  <a:lnTo>
                    <a:pt x="5768321" y="919898"/>
                  </a:lnTo>
                  <a:lnTo>
                    <a:pt x="5802310" y="997717"/>
                  </a:lnTo>
                  <a:lnTo>
                    <a:pt x="5836600" y="1078891"/>
                  </a:lnTo>
                  <a:lnTo>
                    <a:pt x="5871196" y="1163094"/>
                  </a:lnTo>
                  <a:lnTo>
                    <a:pt x="5906080" y="1249927"/>
                  </a:lnTo>
                  <a:lnTo>
                    <a:pt x="5941215" y="1338928"/>
                  </a:lnTo>
                  <a:lnTo>
                    <a:pt x="5976550" y="1429580"/>
                  </a:lnTo>
                  <a:lnTo>
                    <a:pt x="6012020" y="1521323"/>
                  </a:lnTo>
                  <a:lnTo>
                    <a:pt x="6047552" y="1613568"/>
                  </a:lnTo>
                  <a:lnTo>
                    <a:pt x="6083071" y="1705710"/>
                  </a:lnTo>
                  <a:lnTo>
                    <a:pt x="6118503" y="1797149"/>
                  </a:lnTo>
                  <a:lnTo>
                    <a:pt x="6153777" y="1887304"/>
                  </a:lnTo>
                  <a:lnTo>
                    <a:pt x="6188833" y="1975628"/>
                  </a:lnTo>
                  <a:lnTo>
                    <a:pt x="6223623" y="2061621"/>
                  </a:lnTo>
                  <a:lnTo>
                    <a:pt x="6258116" y="2144841"/>
                  </a:lnTo>
                  <a:lnTo>
                    <a:pt x="6292303" y="2224914"/>
                  </a:lnTo>
                  <a:lnTo>
                    <a:pt x="6326194" y="2301538"/>
                  </a:lnTo>
                  <a:lnTo>
                    <a:pt x="6359826" y="2374483"/>
                  </a:lnTo>
                  <a:lnTo>
                    <a:pt x="6393262" y="2443595"/>
                  </a:lnTo>
                  <a:lnTo>
                    <a:pt x="6426595" y="2508788"/>
                  </a:lnTo>
                  <a:lnTo>
                    <a:pt x="6459951" y="2570045"/>
                  </a:lnTo>
                  <a:lnTo>
                    <a:pt x="6493490" y="2627407"/>
                  </a:lnTo>
                  <a:lnTo>
                    <a:pt x="6515891" y="2663284"/>
                  </a:lnTo>
                  <a:lnTo>
                    <a:pt x="6562087" y="2730958"/>
                  </a:lnTo>
                  <a:lnTo>
                    <a:pt x="6609840" y="2791861"/>
                  </a:lnTo>
                  <a:lnTo>
                    <a:pt x="6659888" y="2846339"/>
                  </a:lnTo>
                  <a:lnTo>
                    <a:pt x="6713055" y="2894975"/>
                  </a:lnTo>
                  <a:lnTo>
                    <a:pt x="6770183" y="2938428"/>
                  </a:lnTo>
                  <a:lnTo>
                    <a:pt x="6832058" y="2977333"/>
                  </a:lnTo>
                  <a:lnTo>
                    <a:pt x="6899323" y="3012252"/>
                  </a:lnTo>
                  <a:lnTo>
                    <a:pt x="6972361" y="3043640"/>
                  </a:lnTo>
                  <a:lnTo>
                    <a:pt x="7051132" y="3071831"/>
                  </a:lnTo>
                  <a:lnTo>
                    <a:pt x="7134995" y="3097033"/>
                  </a:lnTo>
                  <a:lnTo>
                    <a:pt x="7222513" y="3119338"/>
                  </a:lnTo>
                  <a:lnTo>
                    <a:pt x="7311331" y="3138737"/>
                  </a:lnTo>
                  <a:lnTo>
                    <a:pt x="7398186" y="3155169"/>
                  </a:lnTo>
                  <a:lnTo>
                    <a:pt x="7479174" y="3168570"/>
                  </a:lnTo>
                  <a:lnTo>
                    <a:pt x="7550273" y="3178954"/>
                  </a:lnTo>
                  <a:lnTo>
                    <a:pt x="7608095" y="3186462"/>
                  </a:lnTo>
                  <a:lnTo>
                    <a:pt x="7650639" y="3191405"/>
                  </a:lnTo>
                  <a:lnTo>
                    <a:pt x="7677824" y="3194245"/>
                  </a:lnTo>
                  <a:lnTo>
                    <a:pt x="7691641" y="3195549"/>
                  </a:lnTo>
                  <a:lnTo>
                    <a:pt x="7695971" y="3195920"/>
                  </a:lnTo>
                  <a:lnTo>
                    <a:pt x="7696237" y="3195941"/>
                  </a:lnTo>
                  <a:lnTo>
                    <a:pt x="8234974" y="3195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7" name="pl1207"/>
            <p:cNvSpPr/>
            <p:nvPr/>
          </p:nvSpPr>
          <p:spPr>
            <a:xfrm>
              <a:off x="546595" y="1365689"/>
              <a:ext cx="8234974" cy="3195941"/>
            </a:xfrm>
            <a:custGeom>
              <a:avLst/>
              <a:pathLst>
                <a:path w="8234974" h="3195941">
                  <a:moveTo>
                    <a:pt x="8234974" y="3195941"/>
                  </a:moveTo>
                  <a:lnTo>
                    <a:pt x="7696237" y="3195941"/>
                  </a:lnTo>
                  <a:lnTo>
                    <a:pt x="7695100" y="3195848"/>
                  </a:lnTo>
                  <a:lnTo>
                    <a:pt x="7687659" y="3195187"/>
                  </a:lnTo>
                  <a:lnTo>
                    <a:pt x="7669020" y="3193359"/>
                  </a:lnTo>
                  <a:lnTo>
                    <a:pt x="7636001" y="3189766"/>
                  </a:lnTo>
                  <a:lnTo>
                    <a:pt x="7587407" y="3183875"/>
                  </a:lnTo>
                  <a:lnTo>
                    <a:pt x="7524106" y="3175279"/>
                  </a:lnTo>
                  <a:lnTo>
                    <a:pt x="7448716" y="3163733"/>
                  </a:lnTo>
                  <a:lnTo>
                    <a:pt x="7364967" y="3149152"/>
                  </a:lnTo>
                  <a:lnTo>
                    <a:pt x="7276913" y="3131560"/>
                  </a:lnTo>
                  <a:lnTo>
                    <a:pt x="7188259" y="3111028"/>
                  </a:lnTo>
                  <a:lnTo>
                    <a:pt x="7101931" y="3087603"/>
                  </a:lnTo>
                  <a:lnTo>
                    <a:pt x="7019920" y="3061259"/>
                  </a:lnTo>
                  <a:lnTo>
                    <a:pt x="6943335" y="3031860"/>
                  </a:lnTo>
                  <a:lnTo>
                    <a:pt x="6872558" y="2999148"/>
                  </a:lnTo>
                  <a:lnTo>
                    <a:pt x="6807446" y="2962743"/>
                  </a:lnTo>
                  <a:lnTo>
                    <a:pt x="6747499" y="2922145"/>
                  </a:lnTo>
                  <a:lnTo>
                    <a:pt x="6692006" y="2876760"/>
                  </a:lnTo>
                  <a:lnTo>
                    <a:pt x="6640149" y="2825935"/>
                  </a:lnTo>
                  <a:lnTo>
                    <a:pt x="6591086" y="2769025"/>
                  </a:lnTo>
                  <a:lnTo>
                    <a:pt x="6544018" y="2705516"/>
                  </a:lnTo>
                  <a:lnTo>
                    <a:pt x="6515891" y="2663284"/>
                  </a:lnTo>
                  <a:lnTo>
                    <a:pt x="6482123" y="2608451"/>
                  </a:lnTo>
                  <a:lnTo>
                    <a:pt x="6448666" y="2549781"/>
                  </a:lnTo>
                  <a:lnTo>
                    <a:pt x="6415334" y="2487195"/>
                  </a:lnTo>
                  <a:lnTo>
                    <a:pt x="6381978" y="2420672"/>
                  </a:lnTo>
                  <a:lnTo>
                    <a:pt x="6348485" y="2350252"/>
                  </a:lnTo>
                  <a:lnTo>
                    <a:pt x="6314771" y="2276043"/>
                  </a:lnTo>
                  <a:lnTo>
                    <a:pt x="6280783" y="2198224"/>
                  </a:lnTo>
                  <a:lnTo>
                    <a:pt x="6246493" y="2117049"/>
                  </a:lnTo>
                  <a:lnTo>
                    <a:pt x="6211897" y="2032847"/>
                  </a:lnTo>
                  <a:lnTo>
                    <a:pt x="6177013" y="1946014"/>
                  </a:lnTo>
                  <a:lnTo>
                    <a:pt x="6141877" y="1857013"/>
                  </a:lnTo>
                  <a:lnTo>
                    <a:pt x="6106542" y="1766360"/>
                  </a:lnTo>
                  <a:lnTo>
                    <a:pt x="6071073" y="1674617"/>
                  </a:lnTo>
                  <a:lnTo>
                    <a:pt x="6035541" y="1582373"/>
                  </a:lnTo>
                  <a:lnTo>
                    <a:pt x="6000021" y="1490231"/>
                  </a:lnTo>
                  <a:lnTo>
                    <a:pt x="5964589" y="1398791"/>
                  </a:lnTo>
                  <a:lnTo>
                    <a:pt x="5929315" y="1308636"/>
                  </a:lnTo>
                  <a:lnTo>
                    <a:pt x="5894260" y="1220312"/>
                  </a:lnTo>
                  <a:lnTo>
                    <a:pt x="5859470" y="1134320"/>
                  </a:lnTo>
                  <a:lnTo>
                    <a:pt x="5824976" y="1051100"/>
                  </a:lnTo>
                  <a:lnTo>
                    <a:pt x="5790790" y="971026"/>
                  </a:lnTo>
                  <a:lnTo>
                    <a:pt x="5756899" y="894403"/>
                  </a:lnTo>
                  <a:lnTo>
                    <a:pt x="5723267" y="821458"/>
                  </a:lnTo>
                  <a:lnTo>
                    <a:pt x="5689831" y="752346"/>
                  </a:lnTo>
                  <a:lnTo>
                    <a:pt x="5656497" y="687153"/>
                  </a:lnTo>
                  <a:lnTo>
                    <a:pt x="5623141" y="625896"/>
                  </a:lnTo>
                  <a:lnTo>
                    <a:pt x="5589602" y="568534"/>
                  </a:lnTo>
                  <a:lnTo>
                    <a:pt x="5567201" y="532656"/>
                  </a:lnTo>
                  <a:lnTo>
                    <a:pt x="5521006" y="464983"/>
                  </a:lnTo>
                  <a:lnTo>
                    <a:pt x="5473253" y="404080"/>
                  </a:lnTo>
                  <a:lnTo>
                    <a:pt x="5423205" y="349602"/>
                  </a:lnTo>
                  <a:lnTo>
                    <a:pt x="5370038" y="300965"/>
                  </a:lnTo>
                  <a:lnTo>
                    <a:pt x="5312910" y="257513"/>
                  </a:lnTo>
                  <a:lnTo>
                    <a:pt x="5251035" y="218607"/>
                  </a:lnTo>
                  <a:lnTo>
                    <a:pt x="5183769" y="183688"/>
                  </a:lnTo>
                  <a:lnTo>
                    <a:pt x="5110732" y="152300"/>
                  </a:lnTo>
                  <a:lnTo>
                    <a:pt x="5031960" y="124110"/>
                  </a:lnTo>
                  <a:lnTo>
                    <a:pt x="4948098" y="98907"/>
                  </a:lnTo>
                  <a:lnTo>
                    <a:pt x="4860579" y="76603"/>
                  </a:lnTo>
                  <a:lnTo>
                    <a:pt x="4771762" y="57203"/>
                  </a:lnTo>
                  <a:lnTo>
                    <a:pt x="4684906" y="40772"/>
                  </a:lnTo>
                  <a:lnTo>
                    <a:pt x="4603919" y="27370"/>
                  </a:lnTo>
                  <a:lnTo>
                    <a:pt x="4532820" y="16987"/>
                  </a:lnTo>
                  <a:lnTo>
                    <a:pt x="4474998" y="9478"/>
                  </a:lnTo>
                  <a:lnTo>
                    <a:pt x="4432453" y="4535"/>
                  </a:lnTo>
                  <a:lnTo>
                    <a:pt x="4405268" y="1695"/>
                  </a:lnTo>
                  <a:lnTo>
                    <a:pt x="4391451" y="392"/>
                  </a:lnTo>
                  <a:lnTo>
                    <a:pt x="4387122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9" y="83"/>
                  </a:lnTo>
                  <a:lnTo>
                    <a:pt x="3839298" y="683"/>
                  </a:lnTo>
                  <a:lnTo>
                    <a:pt x="3820153" y="2342"/>
                  </a:lnTo>
                  <a:lnTo>
                    <a:pt x="3786285" y="5599"/>
                  </a:lnTo>
                  <a:lnTo>
                    <a:pt x="3736537" y="10937"/>
                  </a:lnTo>
                  <a:lnTo>
                    <a:pt x="3671890" y="18718"/>
                  </a:lnTo>
                  <a:lnTo>
                    <a:pt x="3595119" y="29155"/>
                  </a:lnTo>
                  <a:lnTo>
                    <a:pt x="3510105" y="42319"/>
                  </a:lnTo>
                  <a:lnTo>
                    <a:pt x="3421015" y="58182"/>
                  </a:lnTo>
                  <a:lnTo>
                    <a:pt x="3331609" y="76680"/>
                  </a:lnTo>
                  <a:lnTo>
                    <a:pt x="3244813" y="97774"/>
                  </a:lnTo>
                  <a:lnTo>
                    <a:pt x="3162578" y="121499"/>
                  </a:lnTo>
                  <a:lnTo>
                    <a:pt x="3085952" y="147987"/>
                  </a:lnTo>
                  <a:lnTo>
                    <a:pt x="3015256" y="177487"/>
                  </a:lnTo>
                  <a:lnTo>
                    <a:pt x="2950283" y="210359"/>
                  </a:lnTo>
                  <a:lnTo>
                    <a:pt x="2890479" y="247069"/>
                  </a:lnTo>
                  <a:lnTo>
                    <a:pt x="2835092" y="288167"/>
                  </a:lnTo>
                  <a:lnTo>
                    <a:pt x="2783270" y="334248"/>
                  </a:lnTo>
                  <a:lnTo>
                    <a:pt x="2734149" y="385886"/>
                  </a:lnTo>
                  <a:lnTo>
                    <a:pt x="2686921" y="443509"/>
                  </a:lnTo>
                  <a:lnTo>
                    <a:pt x="2667772" y="469137"/>
                  </a:lnTo>
                  <a:lnTo>
                    <a:pt x="2632219" y="520093"/>
                  </a:lnTo>
                  <a:lnTo>
                    <a:pt x="2596999" y="574803"/>
                  </a:lnTo>
                  <a:lnTo>
                    <a:pt x="2561899" y="633341"/>
                  </a:lnTo>
                  <a:lnTo>
                    <a:pt x="2526750" y="695724"/>
                  </a:lnTo>
                  <a:lnTo>
                    <a:pt x="2491426" y="761897"/>
                  </a:lnTo>
                  <a:lnTo>
                    <a:pt x="2455840" y="831731"/>
                  </a:lnTo>
                  <a:lnTo>
                    <a:pt x="2419936" y="905019"/>
                  </a:lnTo>
                  <a:lnTo>
                    <a:pt x="2383694" y="981474"/>
                  </a:lnTo>
                  <a:lnTo>
                    <a:pt x="2347117" y="1060729"/>
                  </a:lnTo>
                  <a:lnTo>
                    <a:pt x="2310239" y="1142345"/>
                  </a:lnTo>
                  <a:lnTo>
                    <a:pt x="2273111" y="1225816"/>
                  </a:lnTo>
                  <a:lnTo>
                    <a:pt x="2235802" y="1310583"/>
                  </a:lnTo>
                  <a:lnTo>
                    <a:pt x="2198394" y="1396051"/>
                  </a:lnTo>
                  <a:lnTo>
                    <a:pt x="2160974" y="1481602"/>
                  </a:lnTo>
                  <a:lnTo>
                    <a:pt x="2123631" y="1566614"/>
                  </a:lnTo>
                  <a:lnTo>
                    <a:pt x="2086447" y="1650486"/>
                  </a:lnTo>
                  <a:lnTo>
                    <a:pt x="2049496" y="1732645"/>
                  </a:lnTo>
                  <a:lnTo>
                    <a:pt x="2012836" y="1812573"/>
                  </a:lnTo>
                  <a:lnTo>
                    <a:pt x="1976503" y="1889810"/>
                  </a:lnTo>
                  <a:lnTo>
                    <a:pt x="1940510" y="1963969"/>
                  </a:lnTo>
                  <a:lnTo>
                    <a:pt x="1904844" y="2034744"/>
                  </a:lnTo>
                  <a:lnTo>
                    <a:pt x="1869457" y="2101904"/>
                  </a:lnTo>
                  <a:lnTo>
                    <a:pt x="1834273" y="2165300"/>
                  </a:lnTo>
                  <a:lnTo>
                    <a:pt x="1799174" y="2224861"/>
                  </a:lnTo>
                  <a:lnTo>
                    <a:pt x="1764005" y="2280581"/>
                  </a:lnTo>
                  <a:lnTo>
                    <a:pt x="1728564" y="2332523"/>
                  </a:lnTo>
                  <a:lnTo>
                    <a:pt x="1719082" y="2345686"/>
                  </a:lnTo>
                  <a:lnTo>
                    <a:pt x="1672432" y="2405839"/>
                  </a:lnTo>
                  <a:lnTo>
                    <a:pt x="1624186" y="2459915"/>
                  </a:lnTo>
                  <a:lnTo>
                    <a:pt x="1573584" y="2508231"/>
                  </a:lnTo>
                  <a:lnTo>
                    <a:pt x="1519777" y="2551317"/>
                  </a:lnTo>
                  <a:lnTo>
                    <a:pt x="1461900" y="2589772"/>
                  </a:lnTo>
                  <a:lnTo>
                    <a:pt x="1399147" y="2624170"/>
                  </a:lnTo>
                  <a:lnTo>
                    <a:pt x="1330867" y="2655015"/>
                  </a:lnTo>
                  <a:lnTo>
                    <a:pt x="1256690" y="2682713"/>
                  </a:lnTo>
                  <a:lnTo>
                    <a:pt x="1176695" y="2707558"/>
                  </a:lnTo>
                  <a:lnTo>
                    <a:pt x="1091603" y="2729731"/>
                  </a:lnTo>
                  <a:lnTo>
                    <a:pt x="1002977" y="2749305"/>
                  </a:lnTo>
                  <a:lnTo>
                    <a:pt x="913342" y="2766265"/>
                  </a:lnTo>
                  <a:lnTo>
                    <a:pt x="826147" y="2780552"/>
                  </a:lnTo>
                  <a:lnTo>
                    <a:pt x="745460" y="2792116"/>
                  </a:lnTo>
                  <a:lnTo>
                    <a:pt x="675379" y="2800979"/>
                  </a:lnTo>
                  <a:lnTo>
                    <a:pt x="619234" y="2807292"/>
                  </a:lnTo>
                  <a:lnTo>
                    <a:pt x="578812" y="2811357"/>
                  </a:lnTo>
                  <a:lnTo>
                    <a:pt x="553855" y="2813614"/>
                  </a:lnTo>
                  <a:lnTo>
                    <a:pt x="541962" y="2814585"/>
                  </a:lnTo>
                  <a:lnTo>
                    <a:pt x="538822" y="2814818"/>
                  </a:lnTo>
                  <a:lnTo>
                    <a:pt x="538736" y="2814824"/>
                  </a:lnTo>
                  <a:lnTo>
                    <a:pt x="0" y="2814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8" name="pg1208"/>
            <p:cNvSpPr/>
            <p:nvPr/>
          </p:nvSpPr>
          <p:spPr>
            <a:xfrm>
              <a:off x="546595" y="2345705"/>
              <a:ext cx="8234974" cy="1943698"/>
            </a:xfrm>
            <a:custGeom>
              <a:avLst/>
              <a:pathLst>
                <a:path w="8234974" h="1943698">
                  <a:moveTo>
                    <a:pt x="0" y="1943698"/>
                  </a:moveTo>
                  <a:lnTo>
                    <a:pt x="538736" y="1943698"/>
                  </a:lnTo>
                  <a:lnTo>
                    <a:pt x="540019" y="1943665"/>
                  </a:lnTo>
                  <a:lnTo>
                    <a:pt x="548394" y="1943425"/>
                  </a:lnTo>
                  <a:lnTo>
                    <a:pt x="569280" y="1942761"/>
                  </a:lnTo>
                  <a:lnTo>
                    <a:pt x="606052" y="1941459"/>
                  </a:lnTo>
                  <a:lnTo>
                    <a:pt x="659713" y="1939331"/>
                  </a:lnTo>
                  <a:lnTo>
                    <a:pt x="728873" y="1936239"/>
                  </a:lnTo>
                  <a:lnTo>
                    <a:pt x="810211" y="1932110"/>
                  </a:lnTo>
                  <a:lnTo>
                    <a:pt x="899330" y="1926925"/>
                  </a:lnTo>
                  <a:lnTo>
                    <a:pt x="991703" y="1920701"/>
                  </a:lnTo>
                  <a:lnTo>
                    <a:pt x="1083417" y="1913462"/>
                  </a:lnTo>
                  <a:lnTo>
                    <a:pt x="1171581" y="1905218"/>
                  </a:lnTo>
                  <a:lnTo>
                    <a:pt x="1254397" y="1895941"/>
                  </a:lnTo>
                  <a:lnTo>
                    <a:pt x="1331031" y="1885562"/>
                  </a:lnTo>
                  <a:lnTo>
                    <a:pt x="1401388" y="1873963"/>
                  </a:lnTo>
                  <a:lnTo>
                    <a:pt x="1465880" y="1860982"/>
                  </a:lnTo>
                  <a:lnTo>
                    <a:pt x="1525233" y="1846416"/>
                  </a:lnTo>
                  <a:lnTo>
                    <a:pt x="1580341" y="1830033"/>
                  </a:lnTo>
                  <a:lnTo>
                    <a:pt x="1632155" y="1811596"/>
                  </a:lnTo>
                  <a:lnTo>
                    <a:pt x="1681600" y="1790901"/>
                  </a:lnTo>
                  <a:lnTo>
                    <a:pt x="1719082" y="1773103"/>
                  </a:lnTo>
                  <a:lnTo>
                    <a:pt x="1766685" y="1747937"/>
                  </a:lnTo>
                  <a:lnTo>
                    <a:pt x="1813823" y="1720296"/>
                  </a:lnTo>
                  <a:lnTo>
                    <a:pt x="1860956" y="1690142"/>
                  </a:lnTo>
                  <a:lnTo>
                    <a:pt x="1908403" y="1657512"/>
                  </a:lnTo>
                  <a:lnTo>
                    <a:pt x="1956362" y="1622534"/>
                  </a:lnTo>
                  <a:lnTo>
                    <a:pt x="2004922" y="1585427"/>
                  </a:lnTo>
                  <a:lnTo>
                    <a:pt x="2054077" y="1546504"/>
                  </a:lnTo>
                  <a:lnTo>
                    <a:pt x="2103741" y="1506163"/>
                  </a:lnTo>
                  <a:lnTo>
                    <a:pt x="2153764" y="1464874"/>
                  </a:lnTo>
                  <a:lnTo>
                    <a:pt x="2203953" y="1423157"/>
                  </a:lnTo>
                  <a:lnTo>
                    <a:pt x="2254098" y="1381554"/>
                  </a:lnTo>
                  <a:lnTo>
                    <a:pt x="2303992" y="1340602"/>
                  </a:lnTo>
                  <a:lnTo>
                    <a:pt x="2353457" y="1300802"/>
                  </a:lnTo>
                  <a:lnTo>
                    <a:pt x="2402369" y="1262596"/>
                  </a:lnTo>
                  <a:lnTo>
                    <a:pt x="2450672" y="1226349"/>
                  </a:lnTo>
                  <a:lnTo>
                    <a:pt x="2498400" y="1192334"/>
                  </a:lnTo>
                  <a:lnTo>
                    <a:pt x="2545685" y="1160733"/>
                  </a:lnTo>
                  <a:lnTo>
                    <a:pt x="2592774" y="1131632"/>
                  </a:lnTo>
                  <a:lnTo>
                    <a:pt x="2640042" y="1105038"/>
                  </a:lnTo>
                  <a:lnTo>
                    <a:pt x="2667772" y="1090721"/>
                  </a:lnTo>
                  <a:lnTo>
                    <a:pt x="2715939" y="1068184"/>
                  </a:lnTo>
                  <a:lnTo>
                    <a:pt x="2765828" y="1047998"/>
                  </a:lnTo>
                  <a:lnTo>
                    <a:pt x="2818283" y="1030031"/>
                  </a:lnTo>
                  <a:lnTo>
                    <a:pt x="2874241" y="1014067"/>
                  </a:lnTo>
                  <a:lnTo>
                    <a:pt x="2934648" y="999867"/>
                  </a:lnTo>
                  <a:lnTo>
                    <a:pt x="3000373" y="987206"/>
                  </a:lnTo>
                  <a:lnTo>
                    <a:pt x="3072086" y="975887"/>
                  </a:lnTo>
                  <a:lnTo>
                    <a:pt x="3150106" y="965758"/>
                  </a:lnTo>
                  <a:lnTo>
                    <a:pt x="3234196" y="956711"/>
                  </a:lnTo>
                  <a:lnTo>
                    <a:pt x="3323329" y="948688"/>
                  </a:lnTo>
                  <a:lnTo>
                    <a:pt x="3415474" y="941671"/>
                  </a:lnTo>
                  <a:lnTo>
                    <a:pt x="3507498" y="935672"/>
                  </a:lnTo>
                  <a:lnTo>
                    <a:pt x="3595307" y="930718"/>
                  </a:lnTo>
                  <a:lnTo>
                    <a:pt x="3674329" y="926820"/>
                  </a:lnTo>
                  <a:lnTo>
                    <a:pt x="3740319" y="923948"/>
                  </a:lnTo>
                  <a:lnTo>
                    <a:pt x="3790316" y="922015"/>
                  </a:lnTo>
                  <a:lnTo>
                    <a:pt x="3823432" y="920870"/>
                  </a:lnTo>
                  <a:lnTo>
                    <a:pt x="3841209" y="920318"/>
                  </a:lnTo>
                  <a:lnTo>
                    <a:pt x="3847500" y="920142"/>
                  </a:lnTo>
                  <a:lnTo>
                    <a:pt x="3848118" y="920126"/>
                  </a:lnTo>
                  <a:lnTo>
                    <a:pt x="4386855" y="920126"/>
                  </a:lnTo>
                  <a:lnTo>
                    <a:pt x="4388142" y="920096"/>
                  </a:lnTo>
                  <a:lnTo>
                    <a:pt x="4396541" y="919881"/>
                  </a:lnTo>
                  <a:lnTo>
                    <a:pt x="4417487" y="919286"/>
                  </a:lnTo>
                  <a:lnTo>
                    <a:pt x="4454358" y="918118"/>
                  </a:lnTo>
                  <a:lnTo>
                    <a:pt x="4508152" y="916211"/>
                  </a:lnTo>
                  <a:lnTo>
                    <a:pt x="4577463" y="913440"/>
                  </a:lnTo>
                  <a:lnTo>
                    <a:pt x="4658952" y="909740"/>
                  </a:lnTo>
                  <a:lnTo>
                    <a:pt x="4748205" y="905095"/>
                  </a:lnTo>
                  <a:lnTo>
                    <a:pt x="4840683" y="899519"/>
                  </a:lnTo>
                  <a:lnTo>
                    <a:pt x="4932469" y="893035"/>
                  </a:lnTo>
                  <a:lnTo>
                    <a:pt x="5020673" y="885650"/>
                  </a:lnTo>
                  <a:lnTo>
                    <a:pt x="5103504" y="877340"/>
                  </a:lnTo>
                  <a:lnTo>
                    <a:pt x="5180136" y="868042"/>
                  </a:lnTo>
                  <a:lnTo>
                    <a:pt x="5250480" y="857651"/>
                  </a:lnTo>
                  <a:lnTo>
                    <a:pt x="5314956" y="846019"/>
                  </a:lnTo>
                  <a:lnTo>
                    <a:pt x="5374295" y="832964"/>
                  </a:lnTo>
                  <a:lnTo>
                    <a:pt x="5429395" y="818279"/>
                  </a:lnTo>
                  <a:lnTo>
                    <a:pt x="5481212" y="801752"/>
                  </a:lnTo>
                  <a:lnTo>
                    <a:pt x="5530671" y="783199"/>
                  </a:lnTo>
                  <a:lnTo>
                    <a:pt x="5567201" y="767679"/>
                  </a:lnTo>
                  <a:lnTo>
                    <a:pt x="5615652" y="744766"/>
                  </a:lnTo>
                  <a:lnTo>
                    <a:pt x="5663632" y="719561"/>
                  </a:lnTo>
                  <a:lnTo>
                    <a:pt x="5711620" y="692029"/>
                  </a:lnTo>
                  <a:lnTo>
                    <a:pt x="5759947" y="662209"/>
                  </a:lnTo>
                  <a:lnTo>
                    <a:pt x="5808814" y="630226"/>
                  </a:lnTo>
                  <a:lnTo>
                    <a:pt x="5858307" y="596295"/>
                  </a:lnTo>
                  <a:lnTo>
                    <a:pt x="5908411" y="560718"/>
                  </a:lnTo>
                  <a:lnTo>
                    <a:pt x="5959025" y="523880"/>
                  </a:lnTo>
                  <a:lnTo>
                    <a:pt x="6009985" y="486231"/>
                  </a:lnTo>
                  <a:lnTo>
                    <a:pt x="6061082" y="448267"/>
                  </a:lnTo>
                  <a:lnTo>
                    <a:pt x="6112094" y="410498"/>
                  </a:lnTo>
                  <a:lnTo>
                    <a:pt x="6162807" y="373426"/>
                  </a:lnTo>
                  <a:lnTo>
                    <a:pt x="6213042" y="337515"/>
                  </a:lnTo>
                  <a:lnTo>
                    <a:pt x="6262684" y="303166"/>
                  </a:lnTo>
                  <a:lnTo>
                    <a:pt x="6311695" y="270702"/>
                  </a:lnTo>
                  <a:lnTo>
                    <a:pt x="6360135" y="240358"/>
                  </a:lnTo>
                  <a:lnTo>
                    <a:pt x="6408178" y="212281"/>
                  </a:lnTo>
                  <a:lnTo>
                    <a:pt x="6456123" y="186529"/>
                  </a:lnTo>
                  <a:lnTo>
                    <a:pt x="6504410" y="163083"/>
                  </a:lnTo>
                  <a:lnTo>
                    <a:pt x="6515891" y="157891"/>
                  </a:lnTo>
                  <a:lnTo>
                    <a:pt x="6564108" y="137732"/>
                  </a:lnTo>
                  <a:lnTo>
                    <a:pt x="6614053" y="119678"/>
                  </a:lnTo>
                  <a:lnTo>
                    <a:pt x="6666570" y="103610"/>
                  </a:lnTo>
                  <a:lnTo>
                    <a:pt x="6722599" y="89336"/>
                  </a:lnTo>
                  <a:lnTo>
                    <a:pt x="6783092" y="76641"/>
                  </a:lnTo>
                  <a:lnTo>
                    <a:pt x="6848917" y="65321"/>
                  </a:lnTo>
                  <a:lnTo>
                    <a:pt x="6920746" y="55204"/>
                  </a:lnTo>
                  <a:lnTo>
                    <a:pt x="6998895" y="46151"/>
                  </a:lnTo>
                  <a:lnTo>
                    <a:pt x="7083122" y="38067"/>
                  </a:lnTo>
                  <a:lnTo>
                    <a:pt x="7172389" y="30899"/>
                  </a:lnTo>
                  <a:lnTo>
                    <a:pt x="7264646" y="24631"/>
                  </a:lnTo>
                  <a:lnTo>
                    <a:pt x="7356740" y="19276"/>
                  </a:lnTo>
                  <a:lnTo>
                    <a:pt x="7444556" y="14856"/>
                  </a:lnTo>
                  <a:lnTo>
                    <a:pt x="7523504" y="11382"/>
                  </a:lnTo>
                  <a:lnTo>
                    <a:pt x="7589340" y="8827"/>
                  </a:lnTo>
                  <a:lnTo>
                    <a:pt x="7639119" y="7110"/>
                  </a:lnTo>
                  <a:lnTo>
                    <a:pt x="7671988" y="6096"/>
                  </a:lnTo>
                  <a:lnTo>
                    <a:pt x="7689535" y="5611"/>
                  </a:lnTo>
                  <a:lnTo>
                    <a:pt x="7695663" y="545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0" y="30"/>
                  </a:lnTo>
                  <a:lnTo>
                    <a:pt x="7686551" y="245"/>
                  </a:lnTo>
                  <a:lnTo>
                    <a:pt x="7665606" y="840"/>
                  </a:lnTo>
                  <a:lnTo>
                    <a:pt x="7628735" y="2007"/>
                  </a:lnTo>
                  <a:lnTo>
                    <a:pt x="7574941" y="3915"/>
                  </a:lnTo>
                  <a:lnTo>
                    <a:pt x="7505629" y="6685"/>
                  </a:lnTo>
                  <a:lnTo>
                    <a:pt x="7424140" y="10385"/>
                  </a:lnTo>
                  <a:lnTo>
                    <a:pt x="7334887" y="15031"/>
                  </a:lnTo>
                  <a:lnTo>
                    <a:pt x="7242409" y="20606"/>
                  </a:lnTo>
                  <a:lnTo>
                    <a:pt x="7150623" y="27090"/>
                  </a:lnTo>
                  <a:lnTo>
                    <a:pt x="7062419" y="34475"/>
                  </a:lnTo>
                  <a:lnTo>
                    <a:pt x="6979588" y="42785"/>
                  </a:lnTo>
                  <a:lnTo>
                    <a:pt x="6902957" y="52083"/>
                  </a:lnTo>
                  <a:lnTo>
                    <a:pt x="6832612" y="62475"/>
                  </a:lnTo>
                  <a:lnTo>
                    <a:pt x="6768136" y="74107"/>
                  </a:lnTo>
                  <a:lnTo>
                    <a:pt x="6708797" y="87161"/>
                  </a:lnTo>
                  <a:lnTo>
                    <a:pt x="6653697" y="101846"/>
                  </a:lnTo>
                  <a:lnTo>
                    <a:pt x="6601880" y="118373"/>
                  </a:lnTo>
                  <a:lnTo>
                    <a:pt x="6552421" y="136926"/>
                  </a:lnTo>
                  <a:lnTo>
                    <a:pt x="6515891" y="152446"/>
                  </a:lnTo>
                  <a:lnTo>
                    <a:pt x="6467440" y="175359"/>
                  </a:lnTo>
                  <a:lnTo>
                    <a:pt x="6419461" y="200564"/>
                  </a:lnTo>
                  <a:lnTo>
                    <a:pt x="6371473" y="228096"/>
                  </a:lnTo>
                  <a:lnTo>
                    <a:pt x="6323145" y="257916"/>
                  </a:lnTo>
                  <a:lnTo>
                    <a:pt x="6274278" y="289899"/>
                  </a:lnTo>
                  <a:lnTo>
                    <a:pt x="6224785" y="323830"/>
                  </a:lnTo>
                  <a:lnTo>
                    <a:pt x="6174682" y="359407"/>
                  </a:lnTo>
                  <a:lnTo>
                    <a:pt x="6124068" y="396245"/>
                  </a:lnTo>
                  <a:lnTo>
                    <a:pt x="6073108" y="433894"/>
                  </a:lnTo>
                  <a:lnTo>
                    <a:pt x="6022010" y="471859"/>
                  </a:lnTo>
                  <a:lnTo>
                    <a:pt x="5970998" y="509627"/>
                  </a:lnTo>
                  <a:lnTo>
                    <a:pt x="5920286" y="546699"/>
                  </a:lnTo>
                  <a:lnTo>
                    <a:pt x="5870050" y="582610"/>
                  </a:lnTo>
                  <a:lnTo>
                    <a:pt x="5820409" y="616959"/>
                  </a:lnTo>
                  <a:lnTo>
                    <a:pt x="5771398" y="649423"/>
                  </a:lnTo>
                  <a:lnTo>
                    <a:pt x="5722957" y="679767"/>
                  </a:lnTo>
                  <a:lnTo>
                    <a:pt x="5674914" y="707844"/>
                  </a:lnTo>
                  <a:lnTo>
                    <a:pt x="5626970" y="733597"/>
                  </a:lnTo>
                  <a:lnTo>
                    <a:pt x="5578682" y="757042"/>
                  </a:lnTo>
                  <a:lnTo>
                    <a:pt x="5567201" y="762234"/>
                  </a:lnTo>
                  <a:lnTo>
                    <a:pt x="5518984" y="782394"/>
                  </a:lnTo>
                  <a:lnTo>
                    <a:pt x="5469040" y="800448"/>
                  </a:lnTo>
                  <a:lnTo>
                    <a:pt x="5416523" y="816515"/>
                  </a:lnTo>
                  <a:lnTo>
                    <a:pt x="5360493" y="830789"/>
                  </a:lnTo>
                  <a:lnTo>
                    <a:pt x="5300000" y="843485"/>
                  </a:lnTo>
                  <a:lnTo>
                    <a:pt x="5234175" y="854804"/>
                  </a:lnTo>
                  <a:lnTo>
                    <a:pt x="5162346" y="864921"/>
                  </a:lnTo>
                  <a:lnTo>
                    <a:pt x="5084197" y="873974"/>
                  </a:lnTo>
                  <a:lnTo>
                    <a:pt x="4999970" y="882058"/>
                  </a:lnTo>
                  <a:lnTo>
                    <a:pt x="4910704" y="889227"/>
                  </a:lnTo>
                  <a:lnTo>
                    <a:pt x="4818446" y="895494"/>
                  </a:lnTo>
                  <a:lnTo>
                    <a:pt x="4726352" y="900849"/>
                  </a:lnTo>
                  <a:lnTo>
                    <a:pt x="4638536" y="905269"/>
                  </a:lnTo>
                  <a:lnTo>
                    <a:pt x="4559588" y="908743"/>
                  </a:lnTo>
                  <a:lnTo>
                    <a:pt x="4493753" y="911298"/>
                  </a:lnTo>
                  <a:lnTo>
                    <a:pt x="4443974" y="913015"/>
                  </a:lnTo>
                  <a:lnTo>
                    <a:pt x="4411105" y="914029"/>
                  </a:lnTo>
                  <a:lnTo>
                    <a:pt x="4393558" y="914515"/>
                  </a:lnTo>
                  <a:lnTo>
                    <a:pt x="4387429" y="914668"/>
                  </a:lnTo>
                  <a:lnTo>
                    <a:pt x="4386855" y="914681"/>
                  </a:lnTo>
                  <a:lnTo>
                    <a:pt x="3848118" y="914681"/>
                  </a:lnTo>
                  <a:lnTo>
                    <a:pt x="3846835" y="914715"/>
                  </a:lnTo>
                  <a:lnTo>
                    <a:pt x="3838461" y="914955"/>
                  </a:lnTo>
                  <a:lnTo>
                    <a:pt x="3817575" y="915618"/>
                  </a:lnTo>
                  <a:lnTo>
                    <a:pt x="3780803" y="916921"/>
                  </a:lnTo>
                  <a:lnTo>
                    <a:pt x="3727141" y="919049"/>
                  </a:lnTo>
                  <a:lnTo>
                    <a:pt x="3657981" y="922140"/>
                  </a:lnTo>
                  <a:lnTo>
                    <a:pt x="3576643" y="926269"/>
                  </a:lnTo>
                  <a:lnTo>
                    <a:pt x="3487524" y="931454"/>
                  </a:lnTo>
                  <a:lnTo>
                    <a:pt x="3395152" y="937679"/>
                  </a:lnTo>
                  <a:lnTo>
                    <a:pt x="3303437" y="944917"/>
                  </a:lnTo>
                  <a:lnTo>
                    <a:pt x="3215274" y="953162"/>
                  </a:lnTo>
                  <a:lnTo>
                    <a:pt x="3132458" y="962439"/>
                  </a:lnTo>
                  <a:lnTo>
                    <a:pt x="3055824" y="972818"/>
                  </a:lnTo>
                  <a:lnTo>
                    <a:pt x="2985467" y="984416"/>
                  </a:lnTo>
                  <a:lnTo>
                    <a:pt x="2920974" y="997397"/>
                  </a:lnTo>
                  <a:lnTo>
                    <a:pt x="2861621" y="1011964"/>
                  </a:lnTo>
                  <a:lnTo>
                    <a:pt x="2806514" y="1028347"/>
                  </a:lnTo>
                  <a:lnTo>
                    <a:pt x="2754700" y="1046784"/>
                  </a:lnTo>
                  <a:lnTo>
                    <a:pt x="2705255" y="1067479"/>
                  </a:lnTo>
                  <a:lnTo>
                    <a:pt x="2667772" y="1085277"/>
                  </a:lnTo>
                  <a:lnTo>
                    <a:pt x="2620170" y="1110443"/>
                  </a:lnTo>
                  <a:lnTo>
                    <a:pt x="2573032" y="1138083"/>
                  </a:lnTo>
                  <a:lnTo>
                    <a:pt x="2525898" y="1168238"/>
                  </a:lnTo>
                  <a:lnTo>
                    <a:pt x="2478451" y="1200867"/>
                  </a:lnTo>
                  <a:lnTo>
                    <a:pt x="2430492" y="1235845"/>
                  </a:lnTo>
                  <a:lnTo>
                    <a:pt x="2381932" y="1272952"/>
                  </a:lnTo>
                  <a:lnTo>
                    <a:pt x="2332778" y="1311876"/>
                  </a:lnTo>
                  <a:lnTo>
                    <a:pt x="2283114" y="1352217"/>
                  </a:lnTo>
                  <a:lnTo>
                    <a:pt x="2233091" y="1393505"/>
                  </a:lnTo>
                  <a:lnTo>
                    <a:pt x="2182901" y="1435222"/>
                  </a:lnTo>
                  <a:lnTo>
                    <a:pt x="2132756" y="1476825"/>
                  </a:lnTo>
                  <a:lnTo>
                    <a:pt x="2082863" y="1517778"/>
                  </a:lnTo>
                  <a:lnTo>
                    <a:pt x="2033397" y="1557578"/>
                  </a:lnTo>
                  <a:lnTo>
                    <a:pt x="1984485" y="1595783"/>
                  </a:lnTo>
                  <a:lnTo>
                    <a:pt x="1936182" y="1632031"/>
                  </a:lnTo>
                  <a:lnTo>
                    <a:pt x="1888455" y="1666045"/>
                  </a:lnTo>
                  <a:lnTo>
                    <a:pt x="1841170" y="1697647"/>
                  </a:lnTo>
                  <a:lnTo>
                    <a:pt x="1794081" y="1726747"/>
                  </a:lnTo>
                  <a:lnTo>
                    <a:pt x="1746813" y="1753341"/>
                  </a:lnTo>
                  <a:lnTo>
                    <a:pt x="1719082" y="1767658"/>
                  </a:lnTo>
                  <a:lnTo>
                    <a:pt x="1670916" y="1790195"/>
                  </a:lnTo>
                  <a:lnTo>
                    <a:pt x="1621026" y="1810382"/>
                  </a:lnTo>
                  <a:lnTo>
                    <a:pt x="1568572" y="1828349"/>
                  </a:lnTo>
                  <a:lnTo>
                    <a:pt x="1512614" y="1844313"/>
                  </a:lnTo>
                  <a:lnTo>
                    <a:pt x="1452206" y="1858512"/>
                  </a:lnTo>
                  <a:lnTo>
                    <a:pt x="1386482" y="1871174"/>
                  </a:lnTo>
                  <a:lnTo>
                    <a:pt x="1314769" y="1882493"/>
                  </a:lnTo>
                  <a:lnTo>
                    <a:pt x="1236749" y="1892622"/>
                  </a:lnTo>
                  <a:lnTo>
                    <a:pt x="1152659" y="1901668"/>
                  </a:lnTo>
                  <a:lnTo>
                    <a:pt x="1063526" y="1909691"/>
                  </a:lnTo>
                  <a:lnTo>
                    <a:pt x="971381" y="1916709"/>
                  </a:lnTo>
                  <a:lnTo>
                    <a:pt x="879357" y="1922707"/>
                  </a:lnTo>
                  <a:lnTo>
                    <a:pt x="791547" y="1927661"/>
                  </a:lnTo>
                  <a:lnTo>
                    <a:pt x="712526" y="1931560"/>
                  </a:lnTo>
                  <a:lnTo>
                    <a:pt x="646536" y="1934431"/>
                  </a:lnTo>
                  <a:lnTo>
                    <a:pt x="596539" y="1936365"/>
                  </a:lnTo>
                  <a:lnTo>
                    <a:pt x="563422" y="1937509"/>
                  </a:lnTo>
                  <a:lnTo>
                    <a:pt x="545646" y="1938061"/>
                  </a:lnTo>
                  <a:lnTo>
                    <a:pt x="539355" y="1938238"/>
                  </a:lnTo>
                  <a:lnTo>
                    <a:pt x="538736" y="1938254"/>
                  </a:lnTo>
                  <a:lnTo>
                    <a:pt x="0" y="1938254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09" name="pl1209"/>
            <p:cNvSpPr/>
            <p:nvPr/>
          </p:nvSpPr>
          <p:spPr>
            <a:xfrm>
              <a:off x="546595" y="2351150"/>
              <a:ext cx="8234974" cy="1938254"/>
            </a:xfrm>
            <a:custGeom>
              <a:avLst/>
              <a:pathLst>
                <a:path w="8234974" h="1938254">
                  <a:moveTo>
                    <a:pt x="0" y="1938254"/>
                  </a:moveTo>
                  <a:lnTo>
                    <a:pt x="538736" y="1938254"/>
                  </a:lnTo>
                  <a:lnTo>
                    <a:pt x="540019" y="1938220"/>
                  </a:lnTo>
                  <a:lnTo>
                    <a:pt x="548394" y="1937980"/>
                  </a:lnTo>
                  <a:lnTo>
                    <a:pt x="569280" y="1937316"/>
                  </a:lnTo>
                  <a:lnTo>
                    <a:pt x="606052" y="1936014"/>
                  </a:lnTo>
                  <a:lnTo>
                    <a:pt x="659713" y="1933886"/>
                  </a:lnTo>
                  <a:lnTo>
                    <a:pt x="728873" y="1930795"/>
                  </a:lnTo>
                  <a:lnTo>
                    <a:pt x="810211" y="1926665"/>
                  </a:lnTo>
                  <a:lnTo>
                    <a:pt x="899330" y="1921480"/>
                  </a:lnTo>
                  <a:lnTo>
                    <a:pt x="991703" y="1915256"/>
                  </a:lnTo>
                  <a:lnTo>
                    <a:pt x="1083417" y="1908018"/>
                  </a:lnTo>
                  <a:lnTo>
                    <a:pt x="1171581" y="1899773"/>
                  </a:lnTo>
                  <a:lnTo>
                    <a:pt x="1254397" y="1890496"/>
                  </a:lnTo>
                  <a:lnTo>
                    <a:pt x="1331031" y="1880117"/>
                  </a:lnTo>
                  <a:lnTo>
                    <a:pt x="1401388" y="1868518"/>
                  </a:lnTo>
                  <a:lnTo>
                    <a:pt x="1465880" y="1855537"/>
                  </a:lnTo>
                  <a:lnTo>
                    <a:pt x="1525233" y="1840971"/>
                  </a:lnTo>
                  <a:lnTo>
                    <a:pt x="1580341" y="1824588"/>
                  </a:lnTo>
                  <a:lnTo>
                    <a:pt x="1632155" y="1806151"/>
                  </a:lnTo>
                  <a:lnTo>
                    <a:pt x="1681600" y="1785456"/>
                  </a:lnTo>
                  <a:lnTo>
                    <a:pt x="1719082" y="1767658"/>
                  </a:lnTo>
                  <a:lnTo>
                    <a:pt x="1766685" y="1742492"/>
                  </a:lnTo>
                  <a:lnTo>
                    <a:pt x="1813823" y="1714852"/>
                  </a:lnTo>
                  <a:lnTo>
                    <a:pt x="1860956" y="1684697"/>
                  </a:lnTo>
                  <a:lnTo>
                    <a:pt x="1908403" y="1652068"/>
                  </a:lnTo>
                  <a:lnTo>
                    <a:pt x="1956362" y="1617090"/>
                  </a:lnTo>
                  <a:lnTo>
                    <a:pt x="2004922" y="1579983"/>
                  </a:lnTo>
                  <a:lnTo>
                    <a:pt x="2054077" y="1541059"/>
                  </a:lnTo>
                  <a:lnTo>
                    <a:pt x="2103741" y="1500718"/>
                  </a:lnTo>
                  <a:lnTo>
                    <a:pt x="2153764" y="1459429"/>
                  </a:lnTo>
                  <a:lnTo>
                    <a:pt x="2203953" y="1417712"/>
                  </a:lnTo>
                  <a:lnTo>
                    <a:pt x="2254098" y="1376110"/>
                  </a:lnTo>
                  <a:lnTo>
                    <a:pt x="2303992" y="1335157"/>
                  </a:lnTo>
                  <a:lnTo>
                    <a:pt x="2353457" y="1295357"/>
                  </a:lnTo>
                  <a:lnTo>
                    <a:pt x="2402369" y="1257152"/>
                  </a:lnTo>
                  <a:lnTo>
                    <a:pt x="2450672" y="1220904"/>
                  </a:lnTo>
                  <a:lnTo>
                    <a:pt x="2498400" y="1186890"/>
                  </a:lnTo>
                  <a:lnTo>
                    <a:pt x="2545685" y="1155288"/>
                  </a:lnTo>
                  <a:lnTo>
                    <a:pt x="2592774" y="1126188"/>
                  </a:lnTo>
                  <a:lnTo>
                    <a:pt x="2640042" y="1099594"/>
                  </a:lnTo>
                  <a:lnTo>
                    <a:pt x="2667772" y="1085277"/>
                  </a:lnTo>
                  <a:lnTo>
                    <a:pt x="2715939" y="1062740"/>
                  </a:lnTo>
                  <a:lnTo>
                    <a:pt x="2765828" y="1042553"/>
                  </a:lnTo>
                  <a:lnTo>
                    <a:pt x="2818283" y="1024586"/>
                  </a:lnTo>
                  <a:lnTo>
                    <a:pt x="2874241" y="1008622"/>
                  </a:lnTo>
                  <a:lnTo>
                    <a:pt x="2934648" y="994423"/>
                  </a:lnTo>
                  <a:lnTo>
                    <a:pt x="3000373" y="981761"/>
                  </a:lnTo>
                  <a:lnTo>
                    <a:pt x="3072086" y="970442"/>
                  </a:lnTo>
                  <a:lnTo>
                    <a:pt x="3150106" y="960313"/>
                  </a:lnTo>
                  <a:lnTo>
                    <a:pt x="3234196" y="951267"/>
                  </a:lnTo>
                  <a:lnTo>
                    <a:pt x="3323329" y="943244"/>
                  </a:lnTo>
                  <a:lnTo>
                    <a:pt x="3415474" y="936226"/>
                  </a:lnTo>
                  <a:lnTo>
                    <a:pt x="3507498" y="930228"/>
                  </a:lnTo>
                  <a:lnTo>
                    <a:pt x="3595307" y="925274"/>
                  </a:lnTo>
                  <a:lnTo>
                    <a:pt x="3674329" y="921375"/>
                  </a:lnTo>
                  <a:lnTo>
                    <a:pt x="3740319" y="918504"/>
                  </a:lnTo>
                  <a:lnTo>
                    <a:pt x="3790316" y="916570"/>
                  </a:lnTo>
                  <a:lnTo>
                    <a:pt x="3823432" y="915426"/>
                  </a:lnTo>
                  <a:lnTo>
                    <a:pt x="3841209" y="914874"/>
                  </a:lnTo>
                  <a:lnTo>
                    <a:pt x="3847500" y="914697"/>
                  </a:lnTo>
                  <a:lnTo>
                    <a:pt x="3848118" y="914681"/>
                  </a:lnTo>
                  <a:lnTo>
                    <a:pt x="4386855" y="914681"/>
                  </a:lnTo>
                  <a:lnTo>
                    <a:pt x="4388142" y="914651"/>
                  </a:lnTo>
                  <a:lnTo>
                    <a:pt x="4396541" y="914436"/>
                  </a:lnTo>
                  <a:lnTo>
                    <a:pt x="4417487" y="913841"/>
                  </a:lnTo>
                  <a:lnTo>
                    <a:pt x="4454358" y="912674"/>
                  </a:lnTo>
                  <a:lnTo>
                    <a:pt x="4508152" y="910766"/>
                  </a:lnTo>
                  <a:lnTo>
                    <a:pt x="4577463" y="907996"/>
                  </a:lnTo>
                  <a:lnTo>
                    <a:pt x="4658952" y="904296"/>
                  </a:lnTo>
                  <a:lnTo>
                    <a:pt x="4748205" y="899650"/>
                  </a:lnTo>
                  <a:lnTo>
                    <a:pt x="4840683" y="894074"/>
                  </a:lnTo>
                  <a:lnTo>
                    <a:pt x="4932469" y="887590"/>
                  </a:lnTo>
                  <a:lnTo>
                    <a:pt x="5020673" y="880205"/>
                  </a:lnTo>
                  <a:lnTo>
                    <a:pt x="5103504" y="871896"/>
                  </a:lnTo>
                  <a:lnTo>
                    <a:pt x="5180136" y="862598"/>
                  </a:lnTo>
                  <a:lnTo>
                    <a:pt x="5250480" y="852206"/>
                  </a:lnTo>
                  <a:lnTo>
                    <a:pt x="5314956" y="840574"/>
                  </a:lnTo>
                  <a:lnTo>
                    <a:pt x="5374295" y="827520"/>
                  </a:lnTo>
                  <a:lnTo>
                    <a:pt x="5429395" y="812835"/>
                  </a:lnTo>
                  <a:lnTo>
                    <a:pt x="5481212" y="796307"/>
                  </a:lnTo>
                  <a:lnTo>
                    <a:pt x="5530671" y="777755"/>
                  </a:lnTo>
                  <a:lnTo>
                    <a:pt x="5567201" y="762234"/>
                  </a:lnTo>
                  <a:lnTo>
                    <a:pt x="5615652" y="739322"/>
                  </a:lnTo>
                  <a:lnTo>
                    <a:pt x="5663632" y="714117"/>
                  </a:lnTo>
                  <a:lnTo>
                    <a:pt x="5711620" y="686585"/>
                  </a:lnTo>
                  <a:lnTo>
                    <a:pt x="5759947" y="656765"/>
                  </a:lnTo>
                  <a:lnTo>
                    <a:pt x="5808814" y="624782"/>
                  </a:lnTo>
                  <a:lnTo>
                    <a:pt x="5858307" y="590850"/>
                  </a:lnTo>
                  <a:lnTo>
                    <a:pt x="5908411" y="555274"/>
                  </a:lnTo>
                  <a:lnTo>
                    <a:pt x="5959025" y="518436"/>
                  </a:lnTo>
                  <a:lnTo>
                    <a:pt x="6009985" y="480787"/>
                  </a:lnTo>
                  <a:lnTo>
                    <a:pt x="6061082" y="442822"/>
                  </a:lnTo>
                  <a:lnTo>
                    <a:pt x="6112094" y="405053"/>
                  </a:lnTo>
                  <a:lnTo>
                    <a:pt x="6162807" y="367982"/>
                  </a:lnTo>
                  <a:lnTo>
                    <a:pt x="6213042" y="332071"/>
                  </a:lnTo>
                  <a:lnTo>
                    <a:pt x="6262684" y="297722"/>
                  </a:lnTo>
                  <a:lnTo>
                    <a:pt x="6311695" y="265257"/>
                  </a:lnTo>
                  <a:lnTo>
                    <a:pt x="6360135" y="234914"/>
                  </a:lnTo>
                  <a:lnTo>
                    <a:pt x="6408178" y="206836"/>
                  </a:lnTo>
                  <a:lnTo>
                    <a:pt x="6456123" y="181084"/>
                  </a:lnTo>
                  <a:lnTo>
                    <a:pt x="6504410" y="157639"/>
                  </a:lnTo>
                  <a:lnTo>
                    <a:pt x="6515891" y="152446"/>
                  </a:lnTo>
                  <a:lnTo>
                    <a:pt x="6564108" y="132287"/>
                  </a:lnTo>
                  <a:lnTo>
                    <a:pt x="6614053" y="114233"/>
                  </a:lnTo>
                  <a:lnTo>
                    <a:pt x="6666570" y="98166"/>
                  </a:lnTo>
                  <a:lnTo>
                    <a:pt x="6722599" y="83891"/>
                  </a:lnTo>
                  <a:lnTo>
                    <a:pt x="6783092" y="71196"/>
                  </a:lnTo>
                  <a:lnTo>
                    <a:pt x="6848917" y="59877"/>
                  </a:lnTo>
                  <a:lnTo>
                    <a:pt x="6920746" y="49759"/>
                  </a:lnTo>
                  <a:lnTo>
                    <a:pt x="6998895" y="40706"/>
                  </a:lnTo>
                  <a:lnTo>
                    <a:pt x="7083122" y="32622"/>
                  </a:lnTo>
                  <a:lnTo>
                    <a:pt x="7172389" y="25454"/>
                  </a:lnTo>
                  <a:lnTo>
                    <a:pt x="7264646" y="19186"/>
                  </a:lnTo>
                  <a:lnTo>
                    <a:pt x="7356740" y="13831"/>
                  </a:lnTo>
                  <a:lnTo>
                    <a:pt x="7444556" y="9412"/>
                  </a:lnTo>
                  <a:lnTo>
                    <a:pt x="7523504" y="5938"/>
                  </a:lnTo>
                  <a:lnTo>
                    <a:pt x="7589340" y="3382"/>
                  </a:lnTo>
                  <a:lnTo>
                    <a:pt x="7639119" y="1665"/>
                  </a:lnTo>
                  <a:lnTo>
                    <a:pt x="7671988" y="652"/>
                  </a:lnTo>
                  <a:lnTo>
                    <a:pt x="7689535" y="166"/>
                  </a:lnTo>
                  <a:lnTo>
                    <a:pt x="7695663" y="1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0" name="pl1210"/>
            <p:cNvSpPr/>
            <p:nvPr/>
          </p:nvSpPr>
          <p:spPr>
            <a:xfrm>
              <a:off x="546595" y="2345705"/>
              <a:ext cx="8234974" cy="1938254"/>
            </a:xfrm>
            <a:custGeom>
              <a:avLst/>
              <a:pathLst>
                <a:path w="8234974" h="1938254">
                  <a:moveTo>
                    <a:pt x="8234974" y="0"/>
                  </a:moveTo>
                  <a:lnTo>
                    <a:pt x="7696237" y="0"/>
                  </a:lnTo>
                  <a:lnTo>
                    <a:pt x="7694950" y="30"/>
                  </a:lnTo>
                  <a:lnTo>
                    <a:pt x="7686551" y="245"/>
                  </a:lnTo>
                  <a:lnTo>
                    <a:pt x="7665606" y="840"/>
                  </a:lnTo>
                  <a:lnTo>
                    <a:pt x="7628735" y="2007"/>
                  </a:lnTo>
                  <a:lnTo>
                    <a:pt x="7574941" y="3915"/>
                  </a:lnTo>
                  <a:lnTo>
                    <a:pt x="7505629" y="6685"/>
                  </a:lnTo>
                  <a:lnTo>
                    <a:pt x="7424140" y="10385"/>
                  </a:lnTo>
                  <a:lnTo>
                    <a:pt x="7334887" y="15031"/>
                  </a:lnTo>
                  <a:lnTo>
                    <a:pt x="7242409" y="20606"/>
                  </a:lnTo>
                  <a:lnTo>
                    <a:pt x="7150623" y="27090"/>
                  </a:lnTo>
                  <a:lnTo>
                    <a:pt x="7062419" y="34475"/>
                  </a:lnTo>
                  <a:lnTo>
                    <a:pt x="6979588" y="42785"/>
                  </a:lnTo>
                  <a:lnTo>
                    <a:pt x="6902957" y="52083"/>
                  </a:lnTo>
                  <a:lnTo>
                    <a:pt x="6832612" y="62475"/>
                  </a:lnTo>
                  <a:lnTo>
                    <a:pt x="6768136" y="74107"/>
                  </a:lnTo>
                  <a:lnTo>
                    <a:pt x="6708797" y="87161"/>
                  </a:lnTo>
                  <a:lnTo>
                    <a:pt x="6653697" y="101846"/>
                  </a:lnTo>
                  <a:lnTo>
                    <a:pt x="6601880" y="118373"/>
                  </a:lnTo>
                  <a:lnTo>
                    <a:pt x="6552421" y="136926"/>
                  </a:lnTo>
                  <a:lnTo>
                    <a:pt x="6515891" y="152446"/>
                  </a:lnTo>
                  <a:lnTo>
                    <a:pt x="6467440" y="175359"/>
                  </a:lnTo>
                  <a:lnTo>
                    <a:pt x="6419461" y="200564"/>
                  </a:lnTo>
                  <a:lnTo>
                    <a:pt x="6371473" y="228096"/>
                  </a:lnTo>
                  <a:lnTo>
                    <a:pt x="6323145" y="257916"/>
                  </a:lnTo>
                  <a:lnTo>
                    <a:pt x="6274278" y="289899"/>
                  </a:lnTo>
                  <a:lnTo>
                    <a:pt x="6224785" y="323830"/>
                  </a:lnTo>
                  <a:lnTo>
                    <a:pt x="6174682" y="359407"/>
                  </a:lnTo>
                  <a:lnTo>
                    <a:pt x="6124068" y="396245"/>
                  </a:lnTo>
                  <a:lnTo>
                    <a:pt x="6073108" y="433894"/>
                  </a:lnTo>
                  <a:lnTo>
                    <a:pt x="6022010" y="471859"/>
                  </a:lnTo>
                  <a:lnTo>
                    <a:pt x="5970998" y="509627"/>
                  </a:lnTo>
                  <a:lnTo>
                    <a:pt x="5920286" y="546699"/>
                  </a:lnTo>
                  <a:lnTo>
                    <a:pt x="5870050" y="582610"/>
                  </a:lnTo>
                  <a:lnTo>
                    <a:pt x="5820409" y="616959"/>
                  </a:lnTo>
                  <a:lnTo>
                    <a:pt x="5771398" y="649423"/>
                  </a:lnTo>
                  <a:lnTo>
                    <a:pt x="5722957" y="679767"/>
                  </a:lnTo>
                  <a:lnTo>
                    <a:pt x="5674914" y="707844"/>
                  </a:lnTo>
                  <a:lnTo>
                    <a:pt x="5626970" y="733597"/>
                  </a:lnTo>
                  <a:lnTo>
                    <a:pt x="5578682" y="757042"/>
                  </a:lnTo>
                  <a:lnTo>
                    <a:pt x="5567201" y="762234"/>
                  </a:lnTo>
                  <a:lnTo>
                    <a:pt x="5518984" y="782394"/>
                  </a:lnTo>
                  <a:lnTo>
                    <a:pt x="5469040" y="800448"/>
                  </a:lnTo>
                  <a:lnTo>
                    <a:pt x="5416523" y="816515"/>
                  </a:lnTo>
                  <a:lnTo>
                    <a:pt x="5360493" y="830789"/>
                  </a:lnTo>
                  <a:lnTo>
                    <a:pt x="5300000" y="843485"/>
                  </a:lnTo>
                  <a:lnTo>
                    <a:pt x="5234175" y="854804"/>
                  </a:lnTo>
                  <a:lnTo>
                    <a:pt x="5162346" y="864921"/>
                  </a:lnTo>
                  <a:lnTo>
                    <a:pt x="5084197" y="873974"/>
                  </a:lnTo>
                  <a:lnTo>
                    <a:pt x="4999970" y="882058"/>
                  </a:lnTo>
                  <a:lnTo>
                    <a:pt x="4910704" y="889227"/>
                  </a:lnTo>
                  <a:lnTo>
                    <a:pt x="4818446" y="895494"/>
                  </a:lnTo>
                  <a:lnTo>
                    <a:pt x="4726352" y="900849"/>
                  </a:lnTo>
                  <a:lnTo>
                    <a:pt x="4638536" y="905269"/>
                  </a:lnTo>
                  <a:lnTo>
                    <a:pt x="4559588" y="908743"/>
                  </a:lnTo>
                  <a:lnTo>
                    <a:pt x="4493753" y="911298"/>
                  </a:lnTo>
                  <a:lnTo>
                    <a:pt x="4443974" y="913015"/>
                  </a:lnTo>
                  <a:lnTo>
                    <a:pt x="4411105" y="914029"/>
                  </a:lnTo>
                  <a:lnTo>
                    <a:pt x="4393558" y="914515"/>
                  </a:lnTo>
                  <a:lnTo>
                    <a:pt x="4387429" y="914668"/>
                  </a:lnTo>
                  <a:lnTo>
                    <a:pt x="4386855" y="914681"/>
                  </a:lnTo>
                  <a:lnTo>
                    <a:pt x="3848118" y="914681"/>
                  </a:lnTo>
                  <a:lnTo>
                    <a:pt x="3846835" y="914715"/>
                  </a:lnTo>
                  <a:lnTo>
                    <a:pt x="3838461" y="914955"/>
                  </a:lnTo>
                  <a:lnTo>
                    <a:pt x="3817575" y="915618"/>
                  </a:lnTo>
                  <a:lnTo>
                    <a:pt x="3780803" y="916921"/>
                  </a:lnTo>
                  <a:lnTo>
                    <a:pt x="3727141" y="919049"/>
                  </a:lnTo>
                  <a:lnTo>
                    <a:pt x="3657981" y="922140"/>
                  </a:lnTo>
                  <a:lnTo>
                    <a:pt x="3576643" y="926269"/>
                  </a:lnTo>
                  <a:lnTo>
                    <a:pt x="3487524" y="931454"/>
                  </a:lnTo>
                  <a:lnTo>
                    <a:pt x="3395152" y="937679"/>
                  </a:lnTo>
                  <a:lnTo>
                    <a:pt x="3303437" y="944917"/>
                  </a:lnTo>
                  <a:lnTo>
                    <a:pt x="3215274" y="953162"/>
                  </a:lnTo>
                  <a:lnTo>
                    <a:pt x="3132458" y="962439"/>
                  </a:lnTo>
                  <a:lnTo>
                    <a:pt x="3055824" y="972818"/>
                  </a:lnTo>
                  <a:lnTo>
                    <a:pt x="2985467" y="984416"/>
                  </a:lnTo>
                  <a:lnTo>
                    <a:pt x="2920974" y="997397"/>
                  </a:lnTo>
                  <a:lnTo>
                    <a:pt x="2861621" y="1011964"/>
                  </a:lnTo>
                  <a:lnTo>
                    <a:pt x="2806514" y="1028347"/>
                  </a:lnTo>
                  <a:lnTo>
                    <a:pt x="2754700" y="1046784"/>
                  </a:lnTo>
                  <a:lnTo>
                    <a:pt x="2705255" y="1067479"/>
                  </a:lnTo>
                  <a:lnTo>
                    <a:pt x="2667772" y="1085277"/>
                  </a:lnTo>
                  <a:lnTo>
                    <a:pt x="2620170" y="1110443"/>
                  </a:lnTo>
                  <a:lnTo>
                    <a:pt x="2573032" y="1138083"/>
                  </a:lnTo>
                  <a:lnTo>
                    <a:pt x="2525898" y="1168238"/>
                  </a:lnTo>
                  <a:lnTo>
                    <a:pt x="2478451" y="1200867"/>
                  </a:lnTo>
                  <a:lnTo>
                    <a:pt x="2430492" y="1235845"/>
                  </a:lnTo>
                  <a:lnTo>
                    <a:pt x="2381932" y="1272952"/>
                  </a:lnTo>
                  <a:lnTo>
                    <a:pt x="2332778" y="1311876"/>
                  </a:lnTo>
                  <a:lnTo>
                    <a:pt x="2283114" y="1352217"/>
                  </a:lnTo>
                  <a:lnTo>
                    <a:pt x="2233091" y="1393505"/>
                  </a:lnTo>
                  <a:lnTo>
                    <a:pt x="2182901" y="1435222"/>
                  </a:lnTo>
                  <a:lnTo>
                    <a:pt x="2132756" y="1476825"/>
                  </a:lnTo>
                  <a:lnTo>
                    <a:pt x="2082863" y="1517778"/>
                  </a:lnTo>
                  <a:lnTo>
                    <a:pt x="2033397" y="1557578"/>
                  </a:lnTo>
                  <a:lnTo>
                    <a:pt x="1984485" y="1595783"/>
                  </a:lnTo>
                  <a:lnTo>
                    <a:pt x="1936182" y="1632031"/>
                  </a:lnTo>
                  <a:lnTo>
                    <a:pt x="1888455" y="1666045"/>
                  </a:lnTo>
                  <a:lnTo>
                    <a:pt x="1841170" y="1697647"/>
                  </a:lnTo>
                  <a:lnTo>
                    <a:pt x="1794081" y="1726747"/>
                  </a:lnTo>
                  <a:lnTo>
                    <a:pt x="1746813" y="1753341"/>
                  </a:lnTo>
                  <a:lnTo>
                    <a:pt x="1719082" y="1767658"/>
                  </a:lnTo>
                  <a:lnTo>
                    <a:pt x="1670916" y="1790195"/>
                  </a:lnTo>
                  <a:lnTo>
                    <a:pt x="1621026" y="1810382"/>
                  </a:lnTo>
                  <a:lnTo>
                    <a:pt x="1568572" y="1828349"/>
                  </a:lnTo>
                  <a:lnTo>
                    <a:pt x="1512614" y="1844313"/>
                  </a:lnTo>
                  <a:lnTo>
                    <a:pt x="1452206" y="1858512"/>
                  </a:lnTo>
                  <a:lnTo>
                    <a:pt x="1386482" y="1871174"/>
                  </a:lnTo>
                  <a:lnTo>
                    <a:pt x="1314769" y="1882493"/>
                  </a:lnTo>
                  <a:lnTo>
                    <a:pt x="1236749" y="1892622"/>
                  </a:lnTo>
                  <a:lnTo>
                    <a:pt x="1152659" y="1901668"/>
                  </a:lnTo>
                  <a:lnTo>
                    <a:pt x="1063526" y="1909691"/>
                  </a:lnTo>
                  <a:lnTo>
                    <a:pt x="971381" y="1916709"/>
                  </a:lnTo>
                  <a:lnTo>
                    <a:pt x="879357" y="1922707"/>
                  </a:lnTo>
                  <a:lnTo>
                    <a:pt x="791547" y="1927661"/>
                  </a:lnTo>
                  <a:lnTo>
                    <a:pt x="712526" y="1931560"/>
                  </a:lnTo>
                  <a:lnTo>
                    <a:pt x="646536" y="1934431"/>
                  </a:lnTo>
                  <a:lnTo>
                    <a:pt x="596539" y="1936365"/>
                  </a:lnTo>
                  <a:lnTo>
                    <a:pt x="563422" y="1937509"/>
                  </a:lnTo>
                  <a:lnTo>
                    <a:pt x="545646" y="1938061"/>
                  </a:lnTo>
                  <a:lnTo>
                    <a:pt x="539355" y="1938238"/>
                  </a:lnTo>
                  <a:lnTo>
                    <a:pt x="538736" y="1938254"/>
                  </a:lnTo>
                  <a:lnTo>
                    <a:pt x="0" y="19382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1" name="pg1211"/>
            <p:cNvSpPr/>
            <p:nvPr/>
          </p:nvSpPr>
          <p:spPr>
            <a:xfrm>
              <a:off x="546595" y="1425579"/>
              <a:ext cx="8234974" cy="2803935"/>
            </a:xfrm>
            <a:custGeom>
              <a:avLst/>
              <a:pathLst>
                <a:path w="8234974" h="2803935">
                  <a:moveTo>
                    <a:pt x="0" y="2803935"/>
                  </a:moveTo>
                  <a:lnTo>
                    <a:pt x="538736" y="2803935"/>
                  </a:lnTo>
                  <a:lnTo>
                    <a:pt x="539961" y="2803869"/>
                  </a:lnTo>
                  <a:lnTo>
                    <a:pt x="547961" y="2803399"/>
                  </a:lnTo>
                  <a:lnTo>
                    <a:pt x="567949" y="2802101"/>
                  </a:lnTo>
                  <a:lnTo>
                    <a:pt x="603225" y="2799552"/>
                  </a:lnTo>
                  <a:lnTo>
                    <a:pt x="654877" y="2795381"/>
                  </a:lnTo>
                  <a:lnTo>
                    <a:pt x="721729" y="2789311"/>
                  </a:lnTo>
                  <a:lnTo>
                    <a:pt x="800746" y="2781186"/>
                  </a:lnTo>
                  <a:lnTo>
                    <a:pt x="887793" y="2770961"/>
                  </a:lnTo>
                  <a:lnTo>
                    <a:pt x="978523" y="2758662"/>
                  </a:lnTo>
                  <a:lnTo>
                    <a:pt x="1069098" y="2744341"/>
                  </a:lnTo>
                  <a:lnTo>
                    <a:pt x="1156601" y="2728019"/>
                  </a:lnTo>
                  <a:lnTo>
                    <a:pt x="1239152" y="2709660"/>
                  </a:lnTo>
                  <a:lnTo>
                    <a:pt x="1315804" y="2689142"/>
                  </a:lnTo>
                  <a:lnTo>
                    <a:pt x="1386347" y="2666255"/>
                  </a:lnTo>
                  <a:lnTo>
                    <a:pt x="1451087" y="2640698"/>
                  </a:lnTo>
                  <a:lnTo>
                    <a:pt x="1510663" y="2612090"/>
                  </a:lnTo>
                  <a:lnTo>
                    <a:pt x="1565898" y="2579990"/>
                  </a:lnTo>
                  <a:lnTo>
                    <a:pt x="1617695" y="2543928"/>
                  </a:lnTo>
                  <a:lnTo>
                    <a:pt x="1666950" y="2503477"/>
                  </a:lnTo>
                  <a:lnTo>
                    <a:pt x="1714476" y="2458361"/>
                  </a:lnTo>
                  <a:lnTo>
                    <a:pt x="1719082" y="2453670"/>
                  </a:lnTo>
                  <a:lnTo>
                    <a:pt x="1758690" y="2411081"/>
                  </a:lnTo>
                  <a:lnTo>
                    <a:pt x="1797916" y="2364999"/>
                  </a:lnTo>
                  <a:lnTo>
                    <a:pt x="1837045" y="2315358"/>
                  </a:lnTo>
                  <a:lnTo>
                    <a:pt x="1876294" y="2262161"/>
                  </a:lnTo>
                  <a:lnTo>
                    <a:pt x="1915814" y="2205495"/>
                  </a:lnTo>
                  <a:lnTo>
                    <a:pt x="1955703" y="2145535"/>
                  </a:lnTo>
                  <a:lnTo>
                    <a:pt x="1996009" y="2082547"/>
                  </a:lnTo>
                  <a:lnTo>
                    <a:pt x="2036733" y="2016890"/>
                  </a:lnTo>
                  <a:lnTo>
                    <a:pt x="2077836" y="1949008"/>
                  </a:lnTo>
                  <a:lnTo>
                    <a:pt x="2119246" y="1879423"/>
                  </a:lnTo>
                  <a:lnTo>
                    <a:pt x="2160866" y="1808714"/>
                  </a:lnTo>
                  <a:lnTo>
                    <a:pt x="2202582" y="1737506"/>
                  </a:lnTo>
                  <a:lnTo>
                    <a:pt x="2244270" y="1666438"/>
                  </a:lnTo>
                  <a:lnTo>
                    <a:pt x="2285812" y="1596148"/>
                  </a:lnTo>
                  <a:lnTo>
                    <a:pt x="2327098" y="1527241"/>
                  </a:lnTo>
                  <a:lnTo>
                    <a:pt x="2368042" y="1460276"/>
                  </a:lnTo>
                  <a:lnTo>
                    <a:pt x="2408585" y="1395740"/>
                  </a:lnTo>
                  <a:lnTo>
                    <a:pt x="2448705" y="1334042"/>
                  </a:lnTo>
                  <a:lnTo>
                    <a:pt x="2488424" y="1275500"/>
                  </a:lnTo>
                  <a:lnTo>
                    <a:pt x="2527809" y="1220340"/>
                  </a:lnTo>
                  <a:lnTo>
                    <a:pt x="2566983" y="1168698"/>
                  </a:lnTo>
                  <a:lnTo>
                    <a:pt x="2606124" y="1120623"/>
                  </a:lnTo>
                  <a:lnTo>
                    <a:pt x="2645478" y="1076086"/>
                  </a:lnTo>
                  <a:lnTo>
                    <a:pt x="2667772" y="1052609"/>
                  </a:lnTo>
                  <a:lnTo>
                    <a:pt x="2715166" y="1007030"/>
                  </a:lnTo>
                  <a:lnTo>
                    <a:pt x="2764217" y="966129"/>
                  </a:lnTo>
                  <a:lnTo>
                    <a:pt x="2815724" y="929653"/>
                  </a:lnTo>
                  <a:lnTo>
                    <a:pt x="2870581" y="897183"/>
                  </a:lnTo>
                  <a:lnTo>
                    <a:pt x="2929692" y="868252"/>
                  </a:lnTo>
                  <a:lnTo>
                    <a:pt x="2993892" y="842413"/>
                  </a:lnTo>
                  <a:lnTo>
                    <a:pt x="3063844" y="819278"/>
                  </a:lnTo>
                  <a:lnTo>
                    <a:pt x="3139894" y="798538"/>
                  </a:lnTo>
                  <a:lnTo>
                    <a:pt x="3221893" y="779974"/>
                  </a:lnTo>
                  <a:lnTo>
                    <a:pt x="3308976" y="763455"/>
                  </a:lnTo>
                  <a:lnTo>
                    <a:pt x="3399361" y="748936"/>
                  </a:lnTo>
                  <a:lnTo>
                    <a:pt x="3490234" y="736437"/>
                  </a:lnTo>
                  <a:lnTo>
                    <a:pt x="3577832" y="726005"/>
                  </a:lnTo>
                  <a:lnTo>
                    <a:pt x="3657832" y="717674"/>
                  </a:lnTo>
                  <a:lnTo>
                    <a:pt x="3726040" y="711407"/>
                  </a:lnTo>
                  <a:lnTo>
                    <a:pt x="3779274" y="707059"/>
                  </a:lnTo>
                  <a:lnTo>
                    <a:pt x="3816150" y="704366"/>
                  </a:lnTo>
                  <a:lnTo>
                    <a:pt x="3837529" y="702964"/>
                  </a:lnTo>
                  <a:lnTo>
                    <a:pt x="3846505" y="702432"/>
                  </a:lnTo>
                  <a:lnTo>
                    <a:pt x="3848118" y="702344"/>
                  </a:lnTo>
                  <a:lnTo>
                    <a:pt x="4386855" y="702344"/>
                  </a:lnTo>
                  <a:lnTo>
                    <a:pt x="4388149" y="702321"/>
                  </a:lnTo>
                  <a:lnTo>
                    <a:pt x="4396589" y="702157"/>
                  </a:lnTo>
                  <a:lnTo>
                    <a:pt x="4417635" y="701701"/>
                  </a:lnTo>
                  <a:lnTo>
                    <a:pt x="4454672" y="700807"/>
                  </a:lnTo>
                  <a:lnTo>
                    <a:pt x="4508688" y="699346"/>
                  </a:lnTo>
                  <a:lnTo>
                    <a:pt x="4578252" y="697225"/>
                  </a:lnTo>
                  <a:lnTo>
                    <a:pt x="4659995" y="694393"/>
                  </a:lnTo>
                  <a:lnTo>
                    <a:pt x="4749472" y="690838"/>
                  </a:lnTo>
                  <a:lnTo>
                    <a:pt x="4842125" y="686572"/>
                  </a:lnTo>
                  <a:lnTo>
                    <a:pt x="4934031" y="681612"/>
                  </a:lnTo>
                  <a:lnTo>
                    <a:pt x="5022302" y="675963"/>
                  </a:lnTo>
                  <a:lnTo>
                    <a:pt x="5105158" y="669607"/>
                  </a:lnTo>
                  <a:lnTo>
                    <a:pt x="5181784" y="662493"/>
                  </a:lnTo>
                  <a:lnTo>
                    <a:pt x="5252107" y="654542"/>
                  </a:lnTo>
                  <a:lnTo>
                    <a:pt x="5316555" y="645638"/>
                  </a:lnTo>
                  <a:lnTo>
                    <a:pt x="5375871" y="635644"/>
                  </a:lnTo>
                  <a:lnTo>
                    <a:pt x="5430960" y="624398"/>
                  </a:lnTo>
                  <a:lnTo>
                    <a:pt x="5482782" y="611739"/>
                  </a:lnTo>
                  <a:lnTo>
                    <a:pt x="5532265" y="597528"/>
                  </a:lnTo>
                  <a:lnTo>
                    <a:pt x="5567201" y="586194"/>
                  </a:lnTo>
                  <a:lnTo>
                    <a:pt x="5617252" y="568127"/>
                  </a:lnTo>
                  <a:lnTo>
                    <a:pt x="5666818" y="548193"/>
                  </a:lnTo>
                  <a:lnTo>
                    <a:pt x="5716421" y="526367"/>
                  </a:lnTo>
                  <a:lnTo>
                    <a:pt x="5766413" y="502688"/>
                  </a:lnTo>
                  <a:lnTo>
                    <a:pt x="5816999" y="477268"/>
                  </a:lnTo>
                  <a:lnTo>
                    <a:pt x="5868257" y="450300"/>
                  </a:lnTo>
                  <a:lnTo>
                    <a:pt x="5920151" y="422051"/>
                  </a:lnTo>
                  <a:lnTo>
                    <a:pt x="5972555" y="392858"/>
                  </a:lnTo>
                  <a:lnTo>
                    <a:pt x="6025272" y="363109"/>
                  </a:lnTo>
                  <a:lnTo>
                    <a:pt x="6078066" y="333228"/>
                  </a:lnTo>
                  <a:lnTo>
                    <a:pt x="6130689" y="303644"/>
                  </a:lnTo>
                  <a:lnTo>
                    <a:pt x="6182917" y="274770"/>
                  </a:lnTo>
                  <a:lnTo>
                    <a:pt x="6234578" y="246976"/>
                  </a:lnTo>
                  <a:lnTo>
                    <a:pt x="6285577" y="220574"/>
                  </a:lnTo>
                  <a:lnTo>
                    <a:pt x="6335919" y="195804"/>
                  </a:lnTo>
                  <a:lnTo>
                    <a:pt x="6385730" y="172826"/>
                  </a:lnTo>
                  <a:lnTo>
                    <a:pt x="6435268" y="151725"/>
                  </a:lnTo>
                  <a:lnTo>
                    <a:pt x="6484948" y="132513"/>
                  </a:lnTo>
                  <a:lnTo>
                    <a:pt x="6515891" y="121594"/>
                  </a:lnTo>
                  <a:lnTo>
                    <a:pt x="6564193" y="106210"/>
                  </a:lnTo>
                  <a:lnTo>
                    <a:pt x="6614229" y="92434"/>
                  </a:lnTo>
                  <a:lnTo>
                    <a:pt x="6666850" y="80178"/>
                  </a:lnTo>
                  <a:lnTo>
                    <a:pt x="6723001" y="69291"/>
                  </a:lnTo>
                  <a:lnTo>
                    <a:pt x="6783637" y="59610"/>
                  </a:lnTo>
                  <a:lnTo>
                    <a:pt x="6849630" y="50981"/>
                  </a:lnTo>
                  <a:lnTo>
                    <a:pt x="6921653" y="43268"/>
                  </a:lnTo>
                  <a:lnTo>
                    <a:pt x="7000020" y="36369"/>
                  </a:lnTo>
                  <a:lnTo>
                    <a:pt x="7084476" y="30209"/>
                  </a:lnTo>
                  <a:lnTo>
                    <a:pt x="7173965" y="24750"/>
                  </a:lnTo>
                  <a:lnTo>
                    <a:pt x="7266410" y="19978"/>
                  </a:lnTo>
                  <a:lnTo>
                    <a:pt x="7358620" y="15905"/>
                  </a:lnTo>
                  <a:lnTo>
                    <a:pt x="7446444" y="12548"/>
                  </a:lnTo>
                  <a:lnTo>
                    <a:pt x="7525267" y="9913"/>
                  </a:lnTo>
                  <a:lnTo>
                    <a:pt x="7590841" y="7980"/>
                  </a:lnTo>
                  <a:lnTo>
                    <a:pt x="7640253" y="6685"/>
                  </a:lnTo>
                  <a:lnTo>
                    <a:pt x="7672708" y="5925"/>
                  </a:lnTo>
                  <a:lnTo>
                    <a:pt x="7689871" y="5564"/>
                  </a:lnTo>
                  <a:lnTo>
                    <a:pt x="7695734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6894" y="696966"/>
                  </a:lnTo>
                  <a:lnTo>
                    <a:pt x="3838894" y="697435"/>
                  </a:lnTo>
                  <a:lnTo>
                    <a:pt x="3818906" y="698733"/>
                  </a:lnTo>
                  <a:lnTo>
                    <a:pt x="3783630" y="701282"/>
                  </a:lnTo>
                  <a:lnTo>
                    <a:pt x="3731978" y="705453"/>
                  </a:lnTo>
                  <a:lnTo>
                    <a:pt x="3665125" y="711523"/>
                  </a:lnTo>
                  <a:lnTo>
                    <a:pt x="3586109" y="719648"/>
                  </a:lnTo>
                  <a:lnTo>
                    <a:pt x="3499062" y="729874"/>
                  </a:lnTo>
                  <a:lnTo>
                    <a:pt x="3408331" y="742172"/>
                  </a:lnTo>
                  <a:lnTo>
                    <a:pt x="3317757" y="756494"/>
                  </a:lnTo>
                  <a:lnTo>
                    <a:pt x="3230254" y="772815"/>
                  </a:lnTo>
                  <a:lnTo>
                    <a:pt x="3147703" y="791174"/>
                  </a:lnTo>
                  <a:lnTo>
                    <a:pt x="3071051" y="811692"/>
                  </a:lnTo>
                  <a:lnTo>
                    <a:pt x="3000508" y="834579"/>
                  </a:lnTo>
                  <a:lnTo>
                    <a:pt x="2935768" y="860136"/>
                  </a:lnTo>
                  <a:lnTo>
                    <a:pt x="2876192" y="888744"/>
                  </a:lnTo>
                  <a:lnTo>
                    <a:pt x="2820956" y="920845"/>
                  </a:lnTo>
                  <a:lnTo>
                    <a:pt x="2769159" y="956907"/>
                  </a:lnTo>
                  <a:lnTo>
                    <a:pt x="2719905" y="997357"/>
                  </a:lnTo>
                  <a:lnTo>
                    <a:pt x="2672379" y="1042474"/>
                  </a:lnTo>
                  <a:lnTo>
                    <a:pt x="2667772" y="1047165"/>
                  </a:lnTo>
                  <a:lnTo>
                    <a:pt x="2628164" y="1089754"/>
                  </a:lnTo>
                  <a:lnTo>
                    <a:pt x="2588939" y="1135835"/>
                  </a:lnTo>
                  <a:lnTo>
                    <a:pt x="2549809" y="1185476"/>
                  </a:lnTo>
                  <a:lnTo>
                    <a:pt x="2510561" y="1238673"/>
                  </a:lnTo>
                  <a:lnTo>
                    <a:pt x="2471041" y="1295339"/>
                  </a:lnTo>
                  <a:lnTo>
                    <a:pt x="2431151" y="1355299"/>
                  </a:lnTo>
                  <a:lnTo>
                    <a:pt x="2390845" y="1418287"/>
                  </a:lnTo>
                  <a:lnTo>
                    <a:pt x="2350122" y="1483944"/>
                  </a:lnTo>
                  <a:lnTo>
                    <a:pt x="2309019" y="1551826"/>
                  </a:lnTo>
                  <a:lnTo>
                    <a:pt x="2267608" y="1621412"/>
                  </a:lnTo>
                  <a:lnTo>
                    <a:pt x="2225988" y="1692120"/>
                  </a:lnTo>
                  <a:lnTo>
                    <a:pt x="2184273" y="1763329"/>
                  </a:lnTo>
                  <a:lnTo>
                    <a:pt x="2142584" y="1834396"/>
                  </a:lnTo>
                  <a:lnTo>
                    <a:pt x="2101043" y="1904687"/>
                  </a:lnTo>
                  <a:lnTo>
                    <a:pt x="2059757" y="1973593"/>
                  </a:lnTo>
                  <a:lnTo>
                    <a:pt x="2018813" y="2040559"/>
                  </a:lnTo>
                  <a:lnTo>
                    <a:pt x="1978270" y="2105095"/>
                  </a:lnTo>
                  <a:lnTo>
                    <a:pt x="1938150" y="2166793"/>
                  </a:lnTo>
                  <a:lnTo>
                    <a:pt x="1898431" y="2225335"/>
                  </a:lnTo>
                  <a:lnTo>
                    <a:pt x="1859045" y="2280494"/>
                  </a:lnTo>
                  <a:lnTo>
                    <a:pt x="1819871" y="2332137"/>
                  </a:lnTo>
                  <a:lnTo>
                    <a:pt x="1780730" y="2380212"/>
                  </a:lnTo>
                  <a:lnTo>
                    <a:pt x="1741377" y="2424748"/>
                  </a:lnTo>
                  <a:lnTo>
                    <a:pt x="1719082" y="2448225"/>
                  </a:lnTo>
                  <a:lnTo>
                    <a:pt x="1671689" y="2493805"/>
                  </a:lnTo>
                  <a:lnTo>
                    <a:pt x="1622638" y="2534706"/>
                  </a:lnTo>
                  <a:lnTo>
                    <a:pt x="1571130" y="2571182"/>
                  </a:lnTo>
                  <a:lnTo>
                    <a:pt x="1516273" y="2603651"/>
                  </a:lnTo>
                  <a:lnTo>
                    <a:pt x="1457163" y="2632582"/>
                  </a:lnTo>
                  <a:lnTo>
                    <a:pt x="1392963" y="2658421"/>
                  </a:lnTo>
                  <a:lnTo>
                    <a:pt x="1323011" y="2681556"/>
                  </a:lnTo>
                  <a:lnTo>
                    <a:pt x="1246960" y="2702296"/>
                  </a:lnTo>
                  <a:lnTo>
                    <a:pt x="1164961" y="2720861"/>
                  </a:lnTo>
                  <a:lnTo>
                    <a:pt x="1077878" y="2737380"/>
                  </a:lnTo>
                  <a:lnTo>
                    <a:pt x="987493" y="2751898"/>
                  </a:lnTo>
                  <a:lnTo>
                    <a:pt x="896621" y="2764398"/>
                  </a:lnTo>
                  <a:lnTo>
                    <a:pt x="809022" y="2774829"/>
                  </a:lnTo>
                  <a:lnTo>
                    <a:pt x="729023" y="2783160"/>
                  </a:lnTo>
                  <a:lnTo>
                    <a:pt x="660815" y="2789427"/>
                  </a:lnTo>
                  <a:lnTo>
                    <a:pt x="607581" y="2793775"/>
                  </a:lnTo>
                  <a:lnTo>
                    <a:pt x="570705" y="2796468"/>
                  </a:lnTo>
                  <a:lnTo>
                    <a:pt x="549326" y="2797871"/>
                  </a:lnTo>
                  <a:lnTo>
                    <a:pt x="540349" y="2798403"/>
                  </a:lnTo>
                  <a:lnTo>
                    <a:pt x="538736" y="2798490"/>
                  </a:lnTo>
                  <a:lnTo>
                    <a:pt x="0" y="279849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12" name="pl1212"/>
            <p:cNvSpPr/>
            <p:nvPr/>
          </p:nvSpPr>
          <p:spPr>
            <a:xfrm>
              <a:off x="546595" y="1431023"/>
              <a:ext cx="8234974" cy="2798490"/>
            </a:xfrm>
            <a:custGeom>
              <a:avLst/>
              <a:pathLst>
                <a:path w="8234974" h="2798490">
                  <a:moveTo>
                    <a:pt x="0" y="2798490"/>
                  </a:moveTo>
                  <a:lnTo>
                    <a:pt x="538736" y="2798490"/>
                  </a:lnTo>
                  <a:lnTo>
                    <a:pt x="539961" y="2798424"/>
                  </a:lnTo>
                  <a:lnTo>
                    <a:pt x="547961" y="2797955"/>
                  </a:lnTo>
                  <a:lnTo>
                    <a:pt x="567949" y="2796657"/>
                  </a:lnTo>
                  <a:lnTo>
                    <a:pt x="603225" y="2794108"/>
                  </a:lnTo>
                  <a:lnTo>
                    <a:pt x="654877" y="2789937"/>
                  </a:lnTo>
                  <a:lnTo>
                    <a:pt x="721729" y="2783867"/>
                  </a:lnTo>
                  <a:lnTo>
                    <a:pt x="800746" y="2775742"/>
                  </a:lnTo>
                  <a:lnTo>
                    <a:pt x="887793" y="2765516"/>
                  </a:lnTo>
                  <a:lnTo>
                    <a:pt x="978523" y="2753218"/>
                  </a:lnTo>
                  <a:lnTo>
                    <a:pt x="1069098" y="2738896"/>
                  </a:lnTo>
                  <a:lnTo>
                    <a:pt x="1156601" y="2722575"/>
                  </a:lnTo>
                  <a:lnTo>
                    <a:pt x="1239152" y="2704215"/>
                  </a:lnTo>
                  <a:lnTo>
                    <a:pt x="1315804" y="2683698"/>
                  </a:lnTo>
                  <a:lnTo>
                    <a:pt x="1386347" y="2660811"/>
                  </a:lnTo>
                  <a:lnTo>
                    <a:pt x="1451087" y="2635254"/>
                  </a:lnTo>
                  <a:lnTo>
                    <a:pt x="1510663" y="2606646"/>
                  </a:lnTo>
                  <a:lnTo>
                    <a:pt x="1565898" y="2574545"/>
                  </a:lnTo>
                  <a:lnTo>
                    <a:pt x="1617695" y="2538483"/>
                  </a:lnTo>
                  <a:lnTo>
                    <a:pt x="1666950" y="2498032"/>
                  </a:lnTo>
                  <a:lnTo>
                    <a:pt x="1714476" y="2452916"/>
                  </a:lnTo>
                  <a:lnTo>
                    <a:pt x="1719082" y="2448225"/>
                  </a:lnTo>
                  <a:lnTo>
                    <a:pt x="1758690" y="2405636"/>
                  </a:lnTo>
                  <a:lnTo>
                    <a:pt x="1797916" y="2359555"/>
                  </a:lnTo>
                  <a:lnTo>
                    <a:pt x="1837045" y="2309914"/>
                  </a:lnTo>
                  <a:lnTo>
                    <a:pt x="1876294" y="2256717"/>
                  </a:lnTo>
                  <a:lnTo>
                    <a:pt x="1915814" y="2200051"/>
                  </a:lnTo>
                  <a:lnTo>
                    <a:pt x="1955703" y="2140091"/>
                  </a:lnTo>
                  <a:lnTo>
                    <a:pt x="1996009" y="2077103"/>
                  </a:lnTo>
                  <a:lnTo>
                    <a:pt x="2036733" y="2011446"/>
                  </a:lnTo>
                  <a:lnTo>
                    <a:pt x="2077836" y="1943564"/>
                  </a:lnTo>
                  <a:lnTo>
                    <a:pt x="2119246" y="1873978"/>
                  </a:lnTo>
                  <a:lnTo>
                    <a:pt x="2160866" y="1803270"/>
                  </a:lnTo>
                  <a:lnTo>
                    <a:pt x="2202582" y="1732061"/>
                  </a:lnTo>
                  <a:lnTo>
                    <a:pt x="2244270" y="1660994"/>
                  </a:lnTo>
                  <a:lnTo>
                    <a:pt x="2285812" y="1590703"/>
                  </a:lnTo>
                  <a:lnTo>
                    <a:pt x="2327098" y="1521797"/>
                  </a:lnTo>
                  <a:lnTo>
                    <a:pt x="2368042" y="1454831"/>
                  </a:lnTo>
                  <a:lnTo>
                    <a:pt x="2408585" y="1390295"/>
                  </a:lnTo>
                  <a:lnTo>
                    <a:pt x="2448705" y="1328597"/>
                  </a:lnTo>
                  <a:lnTo>
                    <a:pt x="2488424" y="1270055"/>
                  </a:lnTo>
                  <a:lnTo>
                    <a:pt x="2527809" y="1214895"/>
                  </a:lnTo>
                  <a:lnTo>
                    <a:pt x="2566983" y="1163253"/>
                  </a:lnTo>
                  <a:lnTo>
                    <a:pt x="2606124" y="1115178"/>
                  </a:lnTo>
                  <a:lnTo>
                    <a:pt x="2645478" y="1070642"/>
                  </a:lnTo>
                  <a:lnTo>
                    <a:pt x="2667772" y="1047165"/>
                  </a:lnTo>
                  <a:lnTo>
                    <a:pt x="2715166" y="1001585"/>
                  </a:lnTo>
                  <a:lnTo>
                    <a:pt x="2764217" y="960684"/>
                  </a:lnTo>
                  <a:lnTo>
                    <a:pt x="2815724" y="924208"/>
                  </a:lnTo>
                  <a:lnTo>
                    <a:pt x="2870581" y="891739"/>
                  </a:lnTo>
                  <a:lnTo>
                    <a:pt x="2929692" y="862808"/>
                  </a:lnTo>
                  <a:lnTo>
                    <a:pt x="2993892" y="836969"/>
                  </a:lnTo>
                  <a:lnTo>
                    <a:pt x="3063844" y="813834"/>
                  </a:lnTo>
                  <a:lnTo>
                    <a:pt x="3139894" y="793094"/>
                  </a:lnTo>
                  <a:lnTo>
                    <a:pt x="3221893" y="774529"/>
                  </a:lnTo>
                  <a:lnTo>
                    <a:pt x="3308976" y="758010"/>
                  </a:lnTo>
                  <a:lnTo>
                    <a:pt x="3399361" y="743492"/>
                  </a:lnTo>
                  <a:lnTo>
                    <a:pt x="3490234" y="730992"/>
                  </a:lnTo>
                  <a:lnTo>
                    <a:pt x="3577832" y="720561"/>
                  </a:lnTo>
                  <a:lnTo>
                    <a:pt x="3657832" y="712230"/>
                  </a:lnTo>
                  <a:lnTo>
                    <a:pt x="3726040" y="705962"/>
                  </a:lnTo>
                  <a:lnTo>
                    <a:pt x="3779274" y="701615"/>
                  </a:lnTo>
                  <a:lnTo>
                    <a:pt x="3816150" y="698922"/>
                  </a:lnTo>
                  <a:lnTo>
                    <a:pt x="3837529" y="697519"/>
                  </a:lnTo>
                  <a:lnTo>
                    <a:pt x="3846505" y="696987"/>
                  </a:lnTo>
                  <a:lnTo>
                    <a:pt x="3848117" y="696900"/>
                  </a:lnTo>
                  <a:lnTo>
                    <a:pt x="3848118" y="696900"/>
                  </a:lnTo>
                  <a:lnTo>
                    <a:pt x="4386855" y="696900"/>
                  </a:lnTo>
                  <a:lnTo>
                    <a:pt x="4388149" y="696877"/>
                  </a:lnTo>
                  <a:lnTo>
                    <a:pt x="4396589" y="696712"/>
                  </a:lnTo>
                  <a:lnTo>
                    <a:pt x="4417635" y="696256"/>
                  </a:lnTo>
                  <a:lnTo>
                    <a:pt x="4454672" y="695362"/>
                  </a:lnTo>
                  <a:lnTo>
                    <a:pt x="4508688" y="693902"/>
                  </a:lnTo>
                  <a:lnTo>
                    <a:pt x="4578252" y="691781"/>
                  </a:lnTo>
                  <a:lnTo>
                    <a:pt x="4659995" y="688949"/>
                  </a:lnTo>
                  <a:lnTo>
                    <a:pt x="4749472" y="685394"/>
                  </a:lnTo>
                  <a:lnTo>
                    <a:pt x="4842125" y="681128"/>
                  </a:lnTo>
                  <a:lnTo>
                    <a:pt x="4934031" y="676168"/>
                  </a:lnTo>
                  <a:lnTo>
                    <a:pt x="5022302" y="670519"/>
                  </a:lnTo>
                  <a:lnTo>
                    <a:pt x="5105158" y="664162"/>
                  </a:lnTo>
                  <a:lnTo>
                    <a:pt x="5181784" y="657049"/>
                  </a:lnTo>
                  <a:lnTo>
                    <a:pt x="5252107" y="649097"/>
                  </a:lnTo>
                  <a:lnTo>
                    <a:pt x="5316555" y="640194"/>
                  </a:lnTo>
                  <a:lnTo>
                    <a:pt x="5375871" y="630199"/>
                  </a:lnTo>
                  <a:lnTo>
                    <a:pt x="5430960" y="618954"/>
                  </a:lnTo>
                  <a:lnTo>
                    <a:pt x="5482782" y="606294"/>
                  </a:lnTo>
                  <a:lnTo>
                    <a:pt x="5532265" y="592084"/>
                  </a:lnTo>
                  <a:lnTo>
                    <a:pt x="5567201" y="580750"/>
                  </a:lnTo>
                  <a:lnTo>
                    <a:pt x="5617252" y="562682"/>
                  </a:lnTo>
                  <a:lnTo>
                    <a:pt x="5666818" y="542749"/>
                  </a:lnTo>
                  <a:lnTo>
                    <a:pt x="5716421" y="520923"/>
                  </a:lnTo>
                  <a:lnTo>
                    <a:pt x="5766413" y="497243"/>
                  </a:lnTo>
                  <a:lnTo>
                    <a:pt x="5816999" y="471823"/>
                  </a:lnTo>
                  <a:lnTo>
                    <a:pt x="5868257" y="444855"/>
                  </a:lnTo>
                  <a:lnTo>
                    <a:pt x="5920151" y="416606"/>
                  </a:lnTo>
                  <a:lnTo>
                    <a:pt x="5972555" y="387413"/>
                  </a:lnTo>
                  <a:lnTo>
                    <a:pt x="6025272" y="357665"/>
                  </a:lnTo>
                  <a:lnTo>
                    <a:pt x="6078066" y="327784"/>
                  </a:lnTo>
                  <a:lnTo>
                    <a:pt x="6130689" y="298200"/>
                  </a:lnTo>
                  <a:lnTo>
                    <a:pt x="6182917" y="269325"/>
                  </a:lnTo>
                  <a:lnTo>
                    <a:pt x="6234578" y="241531"/>
                  </a:lnTo>
                  <a:lnTo>
                    <a:pt x="6285577" y="215129"/>
                  </a:lnTo>
                  <a:lnTo>
                    <a:pt x="6335919" y="190359"/>
                  </a:lnTo>
                  <a:lnTo>
                    <a:pt x="6385730" y="167381"/>
                  </a:lnTo>
                  <a:lnTo>
                    <a:pt x="6435268" y="146280"/>
                  </a:lnTo>
                  <a:lnTo>
                    <a:pt x="6484948" y="127069"/>
                  </a:lnTo>
                  <a:lnTo>
                    <a:pt x="6515891" y="116150"/>
                  </a:lnTo>
                  <a:lnTo>
                    <a:pt x="6564193" y="100765"/>
                  </a:lnTo>
                  <a:lnTo>
                    <a:pt x="6614229" y="86990"/>
                  </a:lnTo>
                  <a:lnTo>
                    <a:pt x="6666850" y="74733"/>
                  </a:lnTo>
                  <a:lnTo>
                    <a:pt x="6723001" y="63846"/>
                  </a:lnTo>
                  <a:lnTo>
                    <a:pt x="6783637" y="54166"/>
                  </a:lnTo>
                  <a:lnTo>
                    <a:pt x="6849630" y="45536"/>
                  </a:lnTo>
                  <a:lnTo>
                    <a:pt x="6921653" y="37824"/>
                  </a:lnTo>
                  <a:lnTo>
                    <a:pt x="7000020" y="30924"/>
                  </a:lnTo>
                  <a:lnTo>
                    <a:pt x="7084476" y="24765"/>
                  </a:lnTo>
                  <a:lnTo>
                    <a:pt x="7173965" y="19305"/>
                  </a:lnTo>
                  <a:lnTo>
                    <a:pt x="7266410" y="14534"/>
                  </a:lnTo>
                  <a:lnTo>
                    <a:pt x="7358620" y="10461"/>
                  </a:lnTo>
                  <a:lnTo>
                    <a:pt x="7446444" y="7103"/>
                  </a:lnTo>
                  <a:lnTo>
                    <a:pt x="7525267" y="4469"/>
                  </a:lnTo>
                  <a:lnTo>
                    <a:pt x="7590841" y="2535"/>
                  </a:lnTo>
                  <a:lnTo>
                    <a:pt x="7640253" y="1241"/>
                  </a:lnTo>
                  <a:lnTo>
                    <a:pt x="7672708" y="481"/>
                  </a:lnTo>
                  <a:lnTo>
                    <a:pt x="7689871" y="120"/>
                  </a:lnTo>
                  <a:lnTo>
                    <a:pt x="7695734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3" name="pl1213"/>
            <p:cNvSpPr/>
            <p:nvPr/>
          </p:nvSpPr>
          <p:spPr>
            <a:xfrm>
              <a:off x="546595" y="1425579"/>
              <a:ext cx="8234974" cy="2798490"/>
            </a:xfrm>
            <a:custGeom>
              <a:avLst/>
              <a:pathLst>
                <a:path w="8234974" h="2798490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6894" y="696966"/>
                  </a:lnTo>
                  <a:lnTo>
                    <a:pt x="3838894" y="697435"/>
                  </a:lnTo>
                  <a:lnTo>
                    <a:pt x="3818906" y="698733"/>
                  </a:lnTo>
                  <a:lnTo>
                    <a:pt x="3783630" y="701282"/>
                  </a:lnTo>
                  <a:lnTo>
                    <a:pt x="3731978" y="705453"/>
                  </a:lnTo>
                  <a:lnTo>
                    <a:pt x="3665125" y="711523"/>
                  </a:lnTo>
                  <a:lnTo>
                    <a:pt x="3586109" y="719648"/>
                  </a:lnTo>
                  <a:lnTo>
                    <a:pt x="3499062" y="729874"/>
                  </a:lnTo>
                  <a:lnTo>
                    <a:pt x="3408331" y="742172"/>
                  </a:lnTo>
                  <a:lnTo>
                    <a:pt x="3317757" y="756494"/>
                  </a:lnTo>
                  <a:lnTo>
                    <a:pt x="3230254" y="772815"/>
                  </a:lnTo>
                  <a:lnTo>
                    <a:pt x="3147703" y="791174"/>
                  </a:lnTo>
                  <a:lnTo>
                    <a:pt x="3071051" y="811692"/>
                  </a:lnTo>
                  <a:lnTo>
                    <a:pt x="3000508" y="834579"/>
                  </a:lnTo>
                  <a:lnTo>
                    <a:pt x="2935768" y="860136"/>
                  </a:lnTo>
                  <a:lnTo>
                    <a:pt x="2876192" y="888744"/>
                  </a:lnTo>
                  <a:lnTo>
                    <a:pt x="2820956" y="920845"/>
                  </a:lnTo>
                  <a:lnTo>
                    <a:pt x="2769159" y="956907"/>
                  </a:lnTo>
                  <a:lnTo>
                    <a:pt x="2719905" y="997357"/>
                  </a:lnTo>
                  <a:lnTo>
                    <a:pt x="2672379" y="1042474"/>
                  </a:lnTo>
                  <a:lnTo>
                    <a:pt x="2667772" y="1047165"/>
                  </a:lnTo>
                  <a:lnTo>
                    <a:pt x="2628164" y="1089754"/>
                  </a:lnTo>
                  <a:lnTo>
                    <a:pt x="2588939" y="1135835"/>
                  </a:lnTo>
                  <a:lnTo>
                    <a:pt x="2549809" y="1185476"/>
                  </a:lnTo>
                  <a:lnTo>
                    <a:pt x="2510561" y="1238673"/>
                  </a:lnTo>
                  <a:lnTo>
                    <a:pt x="2471041" y="1295339"/>
                  </a:lnTo>
                  <a:lnTo>
                    <a:pt x="2431151" y="1355299"/>
                  </a:lnTo>
                  <a:lnTo>
                    <a:pt x="2390845" y="1418287"/>
                  </a:lnTo>
                  <a:lnTo>
                    <a:pt x="2350122" y="1483944"/>
                  </a:lnTo>
                  <a:lnTo>
                    <a:pt x="2309019" y="1551826"/>
                  </a:lnTo>
                  <a:lnTo>
                    <a:pt x="2267608" y="1621412"/>
                  </a:lnTo>
                  <a:lnTo>
                    <a:pt x="2225988" y="1692120"/>
                  </a:lnTo>
                  <a:lnTo>
                    <a:pt x="2184273" y="1763329"/>
                  </a:lnTo>
                  <a:lnTo>
                    <a:pt x="2142584" y="1834396"/>
                  </a:lnTo>
                  <a:lnTo>
                    <a:pt x="2101043" y="1904687"/>
                  </a:lnTo>
                  <a:lnTo>
                    <a:pt x="2059757" y="1973593"/>
                  </a:lnTo>
                  <a:lnTo>
                    <a:pt x="2018813" y="2040559"/>
                  </a:lnTo>
                  <a:lnTo>
                    <a:pt x="1978270" y="2105095"/>
                  </a:lnTo>
                  <a:lnTo>
                    <a:pt x="1938150" y="2166793"/>
                  </a:lnTo>
                  <a:lnTo>
                    <a:pt x="1898431" y="2225335"/>
                  </a:lnTo>
                  <a:lnTo>
                    <a:pt x="1859045" y="2280494"/>
                  </a:lnTo>
                  <a:lnTo>
                    <a:pt x="1819871" y="2332137"/>
                  </a:lnTo>
                  <a:lnTo>
                    <a:pt x="1780730" y="2380212"/>
                  </a:lnTo>
                  <a:lnTo>
                    <a:pt x="1741377" y="2424748"/>
                  </a:lnTo>
                  <a:lnTo>
                    <a:pt x="1719082" y="2448225"/>
                  </a:lnTo>
                  <a:lnTo>
                    <a:pt x="1671689" y="2493805"/>
                  </a:lnTo>
                  <a:lnTo>
                    <a:pt x="1622638" y="2534706"/>
                  </a:lnTo>
                  <a:lnTo>
                    <a:pt x="1571130" y="2571182"/>
                  </a:lnTo>
                  <a:lnTo>
                    <a:pt x="1516273" y="2603651"/>
                  </a:lnTo>
                  <a:lnTo>
                    <a:pt x="1457163" y="2632582"/>
                  </a:lnTo>
                  <a:lnTo>
                    <a:pt x="1392963" y="2658421"/>
                  </a:lnTo>
                  <a:lnTo>
                    <a:pt x="1323011" y="2681556"/>
                  </a:lnTo>
                  <a:lnTo>
                    <a:pt x="1246960" y="2702296"/>
                  </a:lnTo>
                  <a:lnTo>
                    <a:pt x="1164961" y="2720861"/>
                  </a:lnTo>
                  <a:lnTo>
                    <a:pt x="1077878" y="2737380"/>
                  </a:lnTo>
                  <a:lnTo>
                    <a:pt x="987493" y="2751898"/>
                  </a:lnTo>
                  <a:lnTo>
                    <a:pt x="896621" y="2764398"/>
                  </a:lnTo>
                  <a:lnTo>
                    <a:pt x="809022" y="2774829"/>
                  </a:lnTo>
                  <a:lnTo>
                    <a:pt x="729023" y="2783160"/>
                  </a:lnTo>
                  <a:lnTo>
                    <a:pt x="660815" y="2789427"/>
                  </a:lnTo>
                  <a:lnTo>
                    <a:pt x="607581" y="2793775"/>
                  </a:lnTo>
                  <a:lnTo>
                    <a:pt x="570705" y="2796468"/>
                  </a:lnTo>
                  <a:lnTo>
                    <a:pt x="549326" y="2797871"/>
                  </a:lnTo>
                  <a:lnTo>
                    <a:pt x="540349" y="2798403"/>
                  </a:lnTo>
                  <a:lnTo>
                    <a:pt x="538737" y="2798490"/>
                  </a:lnTo>
                  <a:lnTo>
                    <a:pt x="538736" y="2798490"/>
                  </a:lnTo>
                  <a:lnTo>
                    <a:pt x="0" y="2798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4" name="pg1214"/>
            <p:cNvSpPr/>
            <p:nvPr/>
          </p:nvSpPr>
          <p:spPr>
            <a:xfrm>
              <a:off x="546595" y="2231370"/>
              <a:ext cx="8234974" cy="2384705"/>
            </a:xfrm>
            <a:custGeom>
              <a:avLst/>
              <a:pathLst>
                <a:path w="8234974" h="2384705">
                  <a:moveTo>
                    <a:pt x="0" y="2003588"/>
                  </a:moveTo>
                  <a:lnTo>
                    <a:pt x="538736" y="2003588"/>
                  </a:lnTo>
                  <a:lnTo>
                    <a:pt x="539968" y="2003525"/>
                  </a:lnTo>
                  <a:lnTo>
                    <a:pt x="548013" y="2003076"/>
                  </a:lnTo>
                  <a:lnTo>
                    <a:pt x="568108" y="2001835"/>
                  </a:lnTo>
                  <a:lnTo>
                    <a:pt x="603565" y="1999397"/>
                  </a:lnTo>
                  <a:lnTo>
                    <a:pt x="655459" y="1995409"/>
                  </a:lnTo>
                  <a:lnTo>
                    <a:pt x="722592" y="1989606"/>
                  </a:lnTo>
                  <a:lnTo>
                    <a:pt x="801891" y="1981840"/>
                  </a:lnTo>
                  <a:lnTo>
                    <a:pt x="889192" y="1972070"/>
                  </a:lnTo>
                  <a:lnTo>
                    <a:pt x="980126" y="1960322"/>
                  </a:lnTo>
                  <a:lnTo>
                    <a:pt x="1070843" y="1946643"/>
                  </a:lnTo>
                  <a:lnTo>
                    <a:pt x="1158431" y="1931055"/>
                  </a:lnTo>
                  <a:lnTo>
                    <a:pt x="1241017" y="1913521"/>
                  </a:lnTo>
                  <a:lnTo>
                    <a:pt x="1317670" y="1893923"/>
                  </a:lnTo>
                  <a:lnTo>
                    <a:pt x="1388191" y="1872057"/>
                  </a:lnTo>
                  <a:lnTo>
                    <a:pt x="1452901" y="1847633"/>
                  </a:lnTo>
                  <a:lnTo>
                    <a:pt x="1512449" y="1820286"/>
                  </a:lnTo>
                  <a:lnTo>
                    <a:pt x="1567668" y="1789591"/>
                  </a:lnTo>
                  <a:lnTo>
                    <a:pt x="1619464" y="1755101"/>
                  </a:lnTo>
                  <a:lnTo>
                    <a:pt x="1668739" y="1716409"/>
                  </a:lnTo>
                  <a:lnTo>
                    <a:pt x="1716306" y="1673259"/>
                  </a:lnTo>
                  <a:lnTo>
                    <a:pt x="1719082" y="1670564"/>
                  </a:lnTo>
                  <a:lnTo>
                    <a:pt x="1759366" y="1629347"/>
                  </a:lnTo>
                  <a:lnTo>
                    <a:pt x="1799260" y="1584694"/>
                  </a:lnTo>
                  <a:lnTo>
                    <a:pt x="1839063" y="1536537"/>
                  </a:lnTo>
                  <a:lnTo>
                    <a:pt x="1878998" y="1484886"/>
                  </a:lnTo>
                  <a:lnTo>
                    <a:pt x="1919223" y="1429831"/>
                  </a:lnTo>
                  <a:lnTo>
                    <a:pt x="1959836" y="1371555"/>
                  </a:lnTo>
                  <a:lnTo>
                    <a:pt x="2000883" y="1310332"/>
                  </a:lnTo>
                  <a:lnTo>
                    <a:pt x="2042358" y="1246533"/>
                  </a:lnTo>
                  <a:lnTo>
                    <a:pt x="2084218" y="1180611"/>
                  </a:lnTo>
                  <a:lnTo>
                    <a:pt x="2126381" y="1113099"/>
                  </a:lnTo>
                  <a:lnTo>
                    <a:pt x="2168742" y="1044585"/>
                  </a:lnTo>
                  <a:lnTo>
                    <a:pt x="2211179" y="975697"/>
                  </a:lnTo>
                  <a:lnTo>
                    <a:pt x="2253561" y="907078"/>
                  </a:lnTo>
                  <a:lnTo>
                    <a:pt x="2295764" y="839361"/>
                  </a:lnTo>
                  <a:lnTo>
                    <a:pt x="2337680" y="773141"/>
                  </a:lnTo>
                  <a:lnTo>
                    <a:pt x="2379222" y="708961"/>
                  </a:lnTo>
                  <a:lnTo>
                    <a:pt x="2420340" y="647290"/>
                  </a:lnTo>
                  <a:lnTo>
                    <a:pt x="2461022" y="588511"/>
                  </a:lnTo>
                  <a:lnTo>
                    <a:pt x="2501306" y="532915"/>
                  </a:lnTo>
                  <a:lnTo>
                    <a:pt x="2541279" y="480699"/>
                  </a:lnTo>
                  <a:lnTo>
                    <a:pt x="2581090" y="431968"/>
                  </a:lnTo>
                  <a:lnTo>
                    <a:pt x="2620951" y="386745"/>
                  </a:lnTo>
                  <a:lnTo>
                    <a:pt x="2661147" y="344974"/>
                  </a:lnTo>
                  <a:lnTo>
                    <a:pt x="2667772" y="338468"/>
                  </a:lnTo>
                  <a:lnTo>
                    <a:pt x="2715260" y="295052"/>
                  </a:lnTo>
                  <a:lnTo>
                    <a:pt x="2764413" y="256101"/>
                  </a:lnTo>
                  <a:lnTo>
                    <a:pt x="2816035" y="221372"/>
                  </a:lnTo>
                  <a:lnTo>
                    <a:pt x="2871025" y="190465"/>
                  </a:lnTo>
                  <a:lnTo>
                    <a:pt x="2930293" y="162932"/>
                  </a:lnTo>
                  <a:lnTo>
                    <a:pt x="2994677" y="138346"/>
                  </a:lnTo>
                  <a:lnTo>
                    <a:pt x="3064842" y="116338"/>
                  </a:lnTo>
                  <a:lnTo>
                    <a:pt x="3141131" y="96612"/>
                  </a:lnTo>
                  <a:lnTo>
                    <a:pt x="3223383" y="78960"/>
                  </a:lnTo>
                  <a:lnTo>
                    <a:pt x="3310717" y="63259"/>
                  </a:lnTo>
                  <a:lnTo>
                    <a:pt x="3401320" y="49467"/>
                  </a:lnTo>
                  <a:lnTo>
                    <a:pt x="3492340" y="37603"/>
                  </a:lnTo>
                  <a:lnTo>
                    <a:pt x="3579976" y="27714"/>
                  </a:lnTo>
                  <a:lnTo>
                    <a:pt x="3659871" y="19831"/>
                  </a:lnTo>
                  <a:lnTo>
                    <a:pt x="3727824" y="13915"/>
                  </a:lnTo>
                  <a:lnTo>
                    <a:pt x="3780674" y="9825"/>
                  </a:lnTo>
                  <a:lnTo>
                    <a:pt x="3817097" y="7305"/>
                  </a:lnTo>
                  <a:lnTo>
                    <a:pt x="3838030" y="6003"/>
                  </a:lnTo>
                  <a:lnTo>
                    <a:pt x="3846660" y="551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9" y="5517"/>
                  </a:lnTo>
                  <a:lnTo>
                    <a:pt x="4395931" y="6040"/>
                  </a:lnTo>
                  <a:lnTo>
                    <a:pt x="4415610" y="7484"/>
                  </a:lnTo>
                  <a:lnTo>
                    <a:pt x="4450371" y="10322"/>
                  </a:lnTo>
                  <a:lnTo>
                    <a:pt x="4501326" y="14967"/>
                  </a:lnTo>
                  <a:lnTo>
                    <a:pt x="4567375" y="21730"/>
                  </a:lnTo>
                  <a:lnTo>
                    <a:pt x="4645575" y="30791"/>
                  </a:lnTo>
                  <a:lnTo>
                    <a:pt x="4731887" y="42203"/>
                  </a:lnTo>
                  <a:lnTo>
                    <a:pt x="4822028" y="55938"/>
                  </a:lnTo>
                  <a:lnTo>
                    <a:pt x="4912186" y="71940"/>
                  </a:lnTo>
                  <a:lnTo>
                    <a:pt x="4999440" y="90181"/>
                  </a:lnTo>
                  <a:lnTo>
                    <a:pt x="5081883" y="110698"/>
                  </a:lnTo>
                  <a:lnTo>
                    <a:pt x="5158531" y="133619"/>
                  </a:lnTo>
                  <a:lnTo>
                    <a:pt x="5229132" y="159171"/>
                  </a:lnTo>
                  <a:lnTo>
                    <a:pt x="5293958" y="187682"/>
                  </a:lnTo>
                  <a:lnTo>
                    <a:pt x="5353616" y="219569"/>
                  </a:lnTo>
                  <a:lnTo>
                    <a:pt x="5408903" y="255320"/>
                  </a:lnTo>
                  <a:lnTo>
                    <a:pt x="5460704" y="295455"/>
                  </a:lnTo>
                  <a:lnTo>
                    <a:pt x="5509905" y="340461"/>
                  </a:lnTo>
                  <a:lnTo>
                    <a:pt x="5557317" y="390670"/>
                  </a:lnTo>
                  <a:lnTo>
                    <a:pt x="5567201" y="401988"/>
                  </a:lnTo>
                  <a:lnTo>
                    <a:pt x="5605109" y="448040"/>
                  </a:lnTo>
                  <a:lnTo>
                    <a:pt x="5642654" y="497709"/>
                  </a:lnTo>
                  <a:lnTo>
                    <a:pt x="5680092" y="551064"/>
                  </a:lnTo>
                  <a:lnTo>
                    <a:pt x="5717616" y="608110"/>
                  </a:lnTo>
                  <a:lnTo>
                    <a:pt x="5755370" y="668774"/>
                  </a:lnTo>
                  <a:lnTo>
                    <a:pt x="5793447" y="732901"/>
                  </a:lnTo>
                  <a:lnTo>
                    <a:pt x="5831898" y="800246"/>
                  </a:lnTo>
                  <a:lnTo>
                    <a:pt x="5870736" y="870482"/>
                  </a:lnTo>
                  <a:lnTo>
                    <a:pt x="5909937" y="943192"/>
                  </a:lnTo>
                  <a:lnTo>
                    <a:pt x="5949449" y="1017887"/>
                  </a:lnTo>
                  <a:lnTo>
                    <a:pt x="5989194" y="1094013"/>
                  </a:lnTo>
                  <a:lnTo>
                    <a:pt x="6029077" y="1170968"/>
                  </a:lnTo>
                  <a:lnTo>
                    <a:pt x="6068994" y="1248121"/>
                  </a:lnTo>
                  <a:lnTo>
                    <a:pt x="6108837" y="1324838"/>
                  </a:lnTo>
                  <a:lnTo>
                    <a:pt x="6148505" y="1400495"/>
                  </a:lnTo>
                  <a:lnTo>
                    <a:pt x="6187908" y="1474507"/>
                  </a:lnTo>
                  <a:lnTo>
                    <a:pt x="6226977" y="1546342"/>
                  </a:lnTo>
                  <a:lnTo>
                    <a:pt x="6265671" y="1615537"/>
                  </a:lnTo>
                  <a:lnTo>
                    <a:pt x="6303979" y="1681709"/>
                  </a:lnTo>
                  <a:lnTo>
                    <a:pt x="6341926" y="1744559"/>
                  </a:lnTo>
                  <a:lnTo>
                    <a:pt x="6379580" y="1803879"/>
                  </a:lnTo>
                  <a:lnTo>
                    <a:pt x="6417052" y="1859545"/>
                  </a:lnTo>
                  <a:lnTo>
                    <a:pt x="6454505" y="1911512"/>
                  </a:lnTo>
                  <a:lnTo>
                    <a:pt x="6492153" y="1959811"/>
                  </a:lnTo>
                  <a:lnTo>
                    <a:pt x="6515891" y="1988162"/>
                  </a:lnTo>
                  <a:lnTo>
                    <a:pt x="6563015" y="2039488"/>
                  </a:lnTo>
                  <a:lnTo>
                    <a:pt x="6611772" y="2085577"/>
                  </a:lnTo>
                  <a:lnTo>
                    <a:pt x="6662950" y="2126707"/>
                  </a:lnTo>
                  <a:lnTo>
                    <a:pt x="6717424" y="2163343"/>
                  </a:lnTo>
                  <a:lnTo>
                    <a:pt x="6776084" y="2196007"/>
                  </a:lnTo>
                  <a:lnTo>
                    <a:pt x="6839755" y="2225196"/>
                  </a:lnTo>
                  <a:lnTo>
                    <a:pt x="6909096" y="2251345"/>
                  </a:lnTo>
                  <a:lnTo>
                    <a:pt x="6984463" y="2274801"/>
                  </a:lnTo>
                  <a:lnTo>
                    <a:pt x="7065732" y="2295813"/>
                  </a:lnTo>
                  <a:lnTo>
                    <a:pt x="7152092" y="2314530"/>
                  </a:lnTo>
                  <a:lnTo>
                    <a:pt x="7241844" y="2331008"/>
                  </a:lnTo>
                  <a:lnTo>
                    <a:pt x="7332281" y="2345228"/>
                  </a:lnTo>
                  <a:lnTo>
                    <a:pt x="7419755" y="2357136"/>
                  </a:lnTo>
                  <a:lnTo>
                    <a:pt x="7500033" y="2366694"/>
                  </a:lnTo>
                  <a:lnTo>
                    <a:pt x="7568953" y="2373934"/>
                  </a:lnTo>
                  <a:lnTo>
                    <a:pt x="7623270" y="2379007"/>
                  </a:lnTo>
                  <a:lnTo>
                    <a:pt x="7661446" y="2382195"/>
                  </a:lnTo>
                  <a:lnTo>
                    <a:pt x="7684117" y="2383897"/>
                  </a:lnTo>
                  <a:lnTo>
                    <a:pt x="7694120" y="2384575"/>
                  </a:lnTo>
                  <a:lnTo>
                    <a:pt x="7696237" y="2384705"/>
                  </a:lnTo>
                  <a:lnTo>
                    <a:pt x="8234974" y="2384705"/>
                  </a:lnTo>
                  <a:lnTo>
                    <a:pt x="8234974" y="2379261"/>
                  </a:lnTo>
                  <a:lnTo>
                    <a:pt x="7696237" y="2379261"/>
                  </a:lnTo>
                  <a:lnTo>
                    <a:pt x="7695033" y="2379188"/>
                  </a:lnTo>
                  <a:lnTo>
                    <a:pt x="7687161" y="2378665"/>
                  </a:lnTo>
                  <a:lnTo>
                    <a:pt x="7667482" y="2377220"/>
                  </a:lnTo>
                  <a:lnTo>
                    <a:pt x="7632722" y="2374383"/>
                  </a:lnTo>
                  <a:lnTo>
                    <a:pt x="7581766" y="2369738"/>
                  </a:lnTo>
                  <a:lnTo>
                    <a:pt x="7515718" y="2362975"/>
                  </a:lnTo>
                  <a:lnTo>
                    <a:pt x="7437517" y="2353914"/>
                  </a:lnTo>
                  <a:lnTo>
                    <a:pt x="7351205" y="2342502"/>
                  </a:lnTo>
                  <a:lnTo>
                    <a:pt x="7261065" y="2328767"/>
                  </a:lnTo>
                  <a:lnTo>
                    <a:pt x="7170907" y="2312764"/>
                  </a:lnTo>
                  <a:lnTo>
                    <a:pt x="7083653" y="2294524"/>
                  </a:lnTo>
                  <a:lnTo>
                    <a:pt x="7001210" y="2274007"/>
                  </a:lnTo>
                  <a:lnTo>
                    <a:pt x="6924562" y="2251086"/>
                  </a:lnTo>
                  <a:lnTo>
                    <a:pt x="6853960" y="2225534"/>
                  </a:lnTo>
                  <a:lnTo>
                    <a:pt x="6789134" y="2197023"/>
                  </a:lnTo>
                  <a:lnTo>
                    <a:pt x="6729477" y="2165136"/>
                  </a:lnTo>
                  <a:lnTo>
                    <a:pt x="6674189" y="2129385"/>
                  </a:lnTo>
                  <a:lnTo>
                    <a:pt x="6622388" y="2089250"/>
                  </a:lnTo>
                  <a:lnTo>
                    <a:pt x="6573187" y="2044244"/>
                  </a:lnTo>
                  <a:lnTo>
                    <a:pt x="6525775" y="1994035"/>
                  </a:lnTo>
                  <a:lnTo>
                    <a:pt x="6515891" y="1982717"/>
                  </a:lnTo>
                  <a:lnTo>
                    <a:pt x="6477984" y="1936665"/>
                  </a:lnTo>
                  <a:lnTo>
                    <a:pt x="6440438" y="1886996"/>
                  </a:lnTo>
                  <a:lnTo>
                    <a:pt x="6403001" y="1833641"/>
                  </a:lnTo>
                  <a:lnTo>
                    <a:pt x="6365476" y="1776595"/>
                  </a:lnTo>
                  <a:lnTo>
                    <a:pt x="6327723" y="1715931"/>
                  </a:lnTo>
                  <a:lnTo>
                    <a:pt x="6289646" y="1651804"/>
                  </a:lnTo>
                  <a:lnTo>
                    <a:pt x="6251194" y="1584459"/>
                  </a:lnTo>
                  <a:lnTo>
                    <a:pt x="6212357" y="1514223"/>
                  </a:lnTo>
                  <a:lnTo>
                    <a:pt x="6173155" y="1441513"/>
                  </a:lnTo>
                  <a:lnTo>
                    <a:pt x="6133644" y="1366818"/>
                  </a:lnTo>
                  <a:lnTo>
                    <a:pt x="6093899" y="1290692"/>
                  </a:lnTo>
                  <a:lnTo>
                    <a:pt x="6054016" y="1213737"/>
                  </a:lnTo>
                  <a:lnTo>
                    <a:pt x="6014099" y="1136583"/>
                  </a:lnTo>
                  <a:lnTo>
                    <a:pt x="5974255" y="1059867"/>
                  </a:lnTo>
                  <a:lnTo>
                    <a:pt x="5934588" y="984210"/>
                  </a:lnTo>
                  <a:lnTo>
                    <a:pt x="5895185" y="910198"/>
                  </a:lnTo>
                  <a:lnTo>
                    <a:pt x="5856115" y="838363"/>
                  </a:lnTo>
                  <a:lnTo>
                    <a:pt x="5817421" y="769168"/>
                  </a:lnTo>
                  <a:lnTo>
                    <a:pt x="5779114" y="702996"/>
                  </a:lnTo>
                  <a:lnTo>
                    <a:pt x="5741167" y="640146"/>
                  </a:lnTo>
                  <a:lnTo>
                    <a:pt x="5703513" y="580826"/>
                  </a:lnTo>
                  <a:lnTo>
                    <a:pt x="5666040" y="525160"/>
                  </a:lnTo>
                  <a:lnTo>
                    <a:pt x="5628588" y="473193"/>
                  </a:lnTo>
                  <a:lnTo>
                    <a:pt x="5590940" y="424894"/>
                  </a:lnTo>
                  <a:lnTo>
                    <a:pt x="5567201" y="396543"/>
                  </a:lnTo>
                  <a:lnTo>
                    <a:pt x="5520078" y="345216"/>
                  </a:lnTo>
                  <a:lnTo>
                    <a:pt x="5471320" y="299128"/>
                  </a:lnTo>
                  <a:lnTo>
                    <a:pt x="5420143" y="257998"/>
                  </a:lnTo>
                  <a:lnTo>
                    <a:pt x="5365669" y="221362"/>
                  </a:lnTo>
                  <a:lnTo>
                    <a:pt x="5307009" y="188698"/>
                  </a:lnTo>
                  <a:lnTo>
                    <a:pt x="5243337" y="159509"/>
                  </a:lnTo>
                  <a:lnTo>
                    <a:pt x="5173996" y="133360"/>
                  </a:lnTo>
                  <a:lnTo>
                    <a:pt x="5098629" y="109904"/>
                  </a:lnTo>
                  <a:lnTo>
                    <a:pt x="5017360" y="88892"/>
                  </a:lnTo>
                  <a:lnTo>
                    <a:pt x="4931000" y="70175"/>
                  </a:lnTo>
                  <a:lnTo>
                    <a:pt x="4841248" y="53697"/>
                  </a:lnTo>
                  <a:lnTo>
                    <a:pt x="4750811" y="39477"/>
                  </a:lnTo>
                  <a:lnTo>
                    <a:pt x="4663337" y="27569"/>
                  </a:lnTo>
                  <a:lnTo>
                    <a:pt x="4583059" y="18011"/>
                  </a:lnTo>
                  <a:lnTo>
                    <a:pt x="4514140" y="10771"/>
                  </a:lnTo>
                  <a:lnTo>
                    <a:pt x="4459823" y="5698"/>
                  </a:lnTo>
                  <a:lnTo>
                    <a:pt x="4421646" y="2510"/>
                  </a:lnTo>
                  <a:lnTo>
                    <a:pt x="4398975" y="808"/>
                  </a:lnTo>
                  <a:lnTo>
                    <a:pt x="4388972" y="13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7" y="62"/>
                  </a:lnTo>
                  <a:lnTo>
                    <a:pt x="3838842" y="511"/>
                  </a:lnTo>
                  <a:lnTo>
                    <a:pt x="3818746" y="1753"/>
                  </a:lnTo>
                  <a:lnTo>
                    <a:pt x="3783290" y="4191"/>
                  </a:lnTo>
                  <a:lnTo>
                    <a:pt x="3731395" y="8179"/>
                  </a:lnTo>
                  <a:lnTo>
                    <a:pt x="3664263" y="13982"/>
                  </a:lnTo>
                  <a:lnTo>
                    <a:pt x="3584963" y="21747"/>
                  </a:lnTo>
                  <a:lnTo>
                    <a:pt x="3497662" y="31518"/>
                  </a:lnTo>
                  <a:lnTo>
                    <a:pt x="3406728" y="43266"/>
                  </a:lnTo>
                  <a:lnTo>
                    <a:pt x="3316011" y="56945"/>
                  </a:lnTo>
                  <a:lnTo>
                    <a:pt x="3228424" y="72532"/>
                  </a:lnTo>
                  <a:lnTo>
                    <a:pt x="3145838" y="90067"/>
                  </a:lnTo>
                  <a:lnTo>
                    <a:pt x="3069185" y="109665"/>
                  </a:lnTo>
                  <a:lnTo>
                    <a:pt x="2998664" y="131531"/>
                  </a:lnTo>
                  <a:lnTo>
                    <a:pt x="2933953" y="155954"/>
                  </a:lnTo>
                  <a:lnTo>
                    <a:pt x="2874405" y="183301"/>
                  </a:lnTo>
                  <a:lnTo>
                    <a:pt x="2819187" y="213996"/>
                  </a:lnTo>
                  <a:lnTo>
                    <a:pt x="2767391" y="248487"/>
                  </a:lnTo>
                  <a:lnTo>
                    <a:pt x="2718115" y="287179"/>
                  </a:lnTo>
                  <a:lnTo>
                    <a:pt x="2670549" y="330329"/>
                  </a:lnTo>
                  <a:lnTo>
                    <a:pt x="2667772" y="333024"/>
                  </a:lnTo>
                  <a:lnTo>
                    <a:pt x="2627488" y="374240"/>
                  </a:lnTo>
                  <a:lnTo>
                    <a:pt x="2587595" y="418894"/>
                  </a:lnTo>
                  <a:lnTo>
                    <a:pt x="2547792" y="467050"/>
                  </a:lnTo>
                  <a:lnTo>
                    <a:pt x="2507857" y="518702"/>
                  </a:lnTo>
                  <a:lnTo>
                    <a:pt x="2467631" y="573757"/>
                  </a:lnTo>
                  <a:lnTo>
                    <a:pt x="2427018" y="632033"/>
                  </a:lnTo>
                  <a:lnTo>
                    <a:pt x="2385972" y="693255"/>
                  </a:lnTo>
                  <a:lnTo>
                    <a:pt x="2344496" y="757055"/>
                  </a:lnTo>
                  <a:lnTo>
                    <a:pt x="2302637" y="822976"/>
                  </a:lnTo>
                  <a:lnTo>
                    <a:pt x="2260473" y="890489"/>
                  </a:lnTo>
                  <a:lnTo>
                    <a:pt x="2218112" y="959003"/>
                  </a:lnTo>
                  <a:lnTo>
                    <a:pt x="2175676" y="1027890"/>
                  </a:lnTo>
                  <a:lnTo>
                    <a:pt x="2133294" y="1096509"/>
                  </a:lnTo>
                  <a:lnTo>
                    <a:pt x="2091090" y="1164227"/>
                  </a:lnTo>
                  <a:lnTo>
                    <a:pt x="2049175" y="1230447"/>
                  </a:lnTo>
                  <a:lnTo>
                    <a:pt x="2007632" y="1294626"/>
                  </a:lnTo>
                  <a:lnTo>
                    <a:pt x="1966514" y="1356297"/>
                  </a:lnTo>
                  <a:lnTo>
                    <a:pt x="1925832" y="1415076"/>
                  </a:lnTo>
                  <a:lnTo>
                    <a:pt x="1885549" y="1470673"/>
                  </a:lnTo>
                  <a:lnTo>
                    <a:pt x="1845575" y="1522889"/>
                  </a:lnTo>
                  <a:lnTo>
                    <a:pt x="1805764" y="1571619"/>
                  </a:lnTo>
                  <a:lnTo>
                    <a:pt x="1765904" y="1616843"/>
                  </a:lnTo>
                  <a:lnTo>
                    <a:pt x="1725708" y="1658614"/>
                  </a:lnTo>
                  <a:lnTo>
                    <a:pt x="1719082" y="1665120"/>
                  </a:lnTo>
                  <a:lnTo>
                    <a:pt x="1671595" y="1708536"/>
                  </a:lnTo>
                  <a:lnTo>
                    <a:pt x="1622442" y="1747487"/>
                  </a:lnTo>
                  <a:lnTo>
                    <a:pt x="1570819" y="1782215"/>
                  </a:lnTo>
                  <a:lnTo>
                    <a:pt x="1515829" y="1813122"/>
                  </a:lnTo>
                  <a:lnTo>
                    <a:pt x="1456562" y="1840656"/>
                  </a:lnTo>
                  <a:lnTo>
                    <a:pt x="1392178" y="1865241"/>
                  </a:lnTo>
                  <a:lnTo>
                    <a:pt x="1322013" y="1887250"/>
                  </a:lnTo>
                  <a:lnTo>
                    <a:pt x="1245724" y="1906976"/>
                  </a:lnTo>
                  <a:lnTo>
                    <a:pt x="1163471" y="1924628"/>
                  </a:lnTo>
                  <a:lnTo>
                    <a:pt x="1076138" y="1940329"/>
                  </a:lnTo>
                  <a:lnTo>
                    <a:pt x="985535" y="1954121"/>
                  </a:lnTo>
                  <a:lnTo>
                    <a:pt x="894515" y="1965985"/>
                  </a:lnTo>
                  <a:lnTo>
                    <a:pt x="806879" y="1975873"/>
                  </a:lnTo>
                  <a:lnTo>
                    <a:pt x="726984" y="1983757"/>
                  </a:lnTo>
                  <a:lnTo>
                    <a:pt x="659031" y="1989673"/>
                  </a:lnTo>
                  <a:lnTo>
                    <a:pt x="606180" y="1993763"/>
                  </a:lnTo>
                  <a:lnTo>
                    <a:pt x="569758" y="1996283"/>
                  </a:lnTo>
                  <a:lnTo>
                    <a:pt x="548824" y="1997584"/>
                  </a:lnTo>
                  <a:lnTo>
                    <a:pt x="540194" y="1998069"/>
                  </a:lnTo>
                  <a:lnTo>
                    <a:pt x="538736" y="1998144"/>
                  </a:lnTo>
                  <a:lnTo>
                    <a:pt x="0" y="1998144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15" name="pl1215"/>
            <p:cNvSpPr/>
            <p:nvPr/>
          </p:nvSpPr>
          <p:spPr>
            <a:xfrm>
              <a:off x="546595" y="2236814"/>
              <a:ext cx="8234974" cy="2379261"/>
            </a:xfrm>
            <a:custGeom>
              <a:avLst/>
              <a:pathLst>
                <a:path w="8234974" h="2379261">
                  <a:moveTo>
                    <a:pt x="0" y="1998144"/>
                  </a:moveTo>
                  <a:lnTo>
                    <a:pt x="538736" y="1998144"/>
                  </a:lnTo>
                  <a:lnTo>
                    <a:pt x="539968" y="1998081"/>
                  </a:lnTo>
                  <a:lnTo>
                    <a:pt x="548013" y="1997632"/>
                  </a:lnTo>
                  <a:lnTo>
                    <a:pt x="568108" y="1996390"/>
                  </a:lnTo>
                  <a:lnTo>
                    <a:pt x="603565" y="1993953"/>
                  </a:lnTo>
                  <a:lnTo>
                    <a:pt x="655459" y="1989964"/>
                  </a:lnTo>
                  <a:lnTo>
                    <a:pt x="722592" y="1984161"/>
                  </a:lnTo>
                  <a:lnTo>
                    <a:pt x="801891" y="1976396"/>
                  </a:lnTo>
                  <a:lnTo>
                    <a:pt x="889192" y="1966625"/>
                  </a:lnTo>
                  <a:lnTo>
                    <a:pt x="980126" y="1954877"/>
                  </a:lnTo>
                  <a:lnTo>
                    <a:pt x="1070843" y="1941198"/>
                  </a:lnTo>
                  <a:lnTo>
                    <a:pt x="1158431" y="1925611"/>
                  </a:lnTo>
                  <a:lnTo>
                    <a:pt x="1241017" y="1908076"/>
                  </a:lnTo>
                  <a:lnTo>
                    <a:pt x="1317670" y="1888478"/>
                  </a:lnTo>
                  <a:lnTo>
                    <a:pt x="1388191" y="1866612"/>
                  </a:lnTo>
                  <a:lnTo>
                    <a:pt x="1452901" y="1842189"/>
                  </a:lnTo>
                  <a:lnTo>
                    <a:pt x="1512449" y="1814842"/>
                  </a:lnTo>
                  <a:lnTo>
                    <a:pt x="1567668" y="1784147"/>
                  </a:lnTo>
                  <a:lnTo>
                    <a:pt x="1619464" y="1749656"/>
                  </a:lnTo>
                  <a:lnTo>
                    <a:pt x="1668739" y="1710964"/>
                  </a:lnTo>
                  <a:lnTo>
                    <a:pt x="1716306" y="1667814"/>
                  </a:lnTo>
                  <a:lnTo>
                    <a:pt x="1719082" y="1665120"/>
                  </a:lnTo>
                  <a:lnTo>
                    <a:pt x="1759366" y="1623903"/>
                  </a:lnTo>
                  <a:lnTo>
                    <a:pt x="1799260" y="1579249"/>
                  </a:lnTo>
                  <a:lnTo>
                    <a:pt x="1839063" y="1531093"/>
                  </a:lnTo>
                  <a:lnTo>
                    <a:pt x="1878998" y="1479441"/>
                  </a:lnTo>
                  <a:lnTo>
                    <a:pt x="1919223" y="1424386"/>
                  </a:lnTo>
                  <a:lnTo>
                    <a:pt x="1959836" y="1366110"/>
                  </a:lnTo>
                  <a:lnTo>
                    <a:pt x="2000883" y="1304888"/>
                  </a:lnTo>
                  <a:lnTo>
                    <a:pt x="2042358" y="1241088"/>
                  </a:lnTo>
                  <a:lnTo>
                    <a:pt x="2084218" y="1175167"/>
                  </a:lnTo>
                  <a:lnTo>
                    <a:pt x="2126381" y="1107654"/>
                  </a:lnTo>
                  <a:lnTo>
                    <a:pt x="2168742" y="1039140"/>
                  </a:lnTo>
                  <a:lnTo>
                    <a:pt x="2211179" y="970253"/>
                  </a:lnTo>
                  <a:lnTo>
                    <a:pt x="2253561" y="901634"/>
                  </a:lnTo>
                  <a:lnTo>
                    <a:pt x="2295764" y="833916"/>
                  </a:lnTo>
                  <a:lnTo>
                    <a:pt x="2337680" y="767696"/>
                  </a:lnTo>
                  <a:lnTo>
                    <a:pt x="2379222" y="703517"/>
                  </a:lnTo>
                  <a:lnTo>
                    <a:pt x="2420340" y="641846"/>
                  </a:lnTo>
                  <a:lnTo>
                    <a:pt x="2461022" y="583067"/>
                  </a:lnTo>
                  <a:lnTo>
                    <a:pt x="2501306" y="527470"/>
                  </a:lnTo>
                  <a:lnTo>
                    <a:pt x="2541279" y="475254"/>
                  </a:lnTo>
                  <a:lnTo>
                    <a:pt x="2581090" y="426524"/>
                  </a:lnTo>
                  <a:lnTo>
                    <a:pt x="2620951" y="381300"/>
                  </a:lnTo>
                  <a:lnTo>
                    <a:pt x="2661147" y="339529"/>
                  </a:lnTo>
                  <a:lnTo>
                    <a:pt x="2667772" y="333024"/>
                  </a:lnTo>
                  <a:lnTo>
                    <a:pt x="2715260" y="289607"/>
                  </a:lnTo>
                  <a:lnTo>
                    <a:pt x="2764413" y="250656"/>
                  </a:lnTo>
                  <a:lnTo>
                    <a:pt x="2816035" y="215928"/>
                  </a:lnTo>
                  <a:lnTo>
                    <a:pt x="2871025" y="185021"/>
                  </a:lnTo>
                  <a:lnTo>
                    <a:pt x="2930293" y="157488"/>
                  </a:lnTo>
                  <a:lnTo>
                    <a:pt x="2994677" y="132902"/>
                  </a:lnTo>
                  <a:lnTo>
                    <a:pt x="3064842" y="110893"/>
                  </a:lnTo>
                  <a:lnTo>
                    <a:pt x="3141131" y="91167"/>
                  </a:lnTo>
                  <a:lnTo>
                    <a:pt x="3223383" y="73515"/>
                  </a:lnTo>
                  <a:lnTo>
                    <a:pt x="3310717" y="57814"/>
                  </a:lnTo>
                  <a:lnTo>
                    <a:pt x="3401320" y="44022"/>
                  </a:lnTo>
                  <a:lnTo>
                    <a:pt x="3492340" y="32158"/>
                  </a:lnTo>
                  <a:lnTo>
                    <a:pt x="3579976" y="22270"/>
                  </a:lnTo>
                  <a:lnTo>
                    <a:pt x="3659871" y="14386"/>
                  </a:lnTo>
                  <a:lnTo>
                    <a:pt x="3727824" y="8470"/>
                  </a:lnTo>
                  <a:lnTo>
                    <a:pt x="3780674" y="4380"/>
                  </a:lnTo>
                  <a:lnTo>
                    <a:pt x="3817097" y="1860"/>
                  </a:lnTo>
                  <a:lnTo>
                    <a:pt x="3838030" y="559"/>
                  </a:lnTo>
                  <a:lnTo>
                    <a:pt x="3846660" y="74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9" y="73"/>
                  </a:lnTo>
                  <a:lnTo>
                    <a:pt x="4395931" y="595"/>
                  </a:lnTo>
                  <a:lnTo>
                    <a:pt x="4415610" y="2040"/>
                  </a:lnTo>
                  <a:lnTo>
                    <a:pt x="4450371" y="4877"/>
                  </a:lnTo>
                  <a:lnTo>
                    <a:pt x="4501326" y="9522"/>
                  </a:lnTo>
                  <a:lnTo>
                    <a:pt x="4567375" y="16286"/>
                  </a:lnTo>
                  <a:lnTo>
                    <a:pt x="4645575" y="25346"/>
                  </a:lnTo>
                  <a:lnTo>
                    <a:pt x="4731887" y="36759"/>
                  </a:lnTo>
                  <a:lnTo>
                    <a:pt x="4822028" y="50494"/>
                  </a:lnTo>
                  <a:lnTo>
                    <a:pt x="4912186" y="66496"/>
                  </a:lnTo>
                  <a:lnTo>
                    <a:pt x="4999440" y="84737"/>
                  </a:lnTo>
                  <a:lnTo>
                    <a:pt x="5081883" y="105254"/>
                  </a:lnTo>
                  <a:lnTo>
                    <a:pt x="5158531" y="128174"/>
                  </a:lnTo>
                  <a:lnTo>
                    <a:pt x="5229132" y="153726"/>
                  </a:lnTo>
                  <a:lnTo>
                    <a:pt x="5293958" y="182237"/>
                  </a:lnTo>
                  <a:lnTo>
                    <a:pt x="5353616" y="214125"/>
                  </a:lnTo>
                  <a:lnTo>
                    <a:pt x="5408903" y="249876"/>
                  </a:lnTo>
                  <a:lnTo>
                    <a:pt x="5460704" y="290011"/>
                  </a:lnTo>
                  <a:lnTo>
                    <a:pt x="5509905" y="335016"/>
                  </a:lnTo>
                  <a:lnTo>
                    <a:pt x="5557317" y="385225"/>
                  </a:lnTo>
                  <a:lnTo>
                    <a:pt x="5567201" y="396543"/>
                  </a:lnTo>
                  <a:lnTo>
                    <a:pt x="5605109" y="442596"/>
                  </a:lnTo>
                  <a:lnTo>
                    <a:pt x="5642654" y="492264"/>
                  </a:lnTo>
                  <a:lnTo>
                    <a:pt x="5680092" y="545619"/>
                  </a:lnTo>
                  <a:lnTo>
                    <a:pt x="5717616" y="602665"/>
                  </a:lnTo>
                  <a:lnTo>
                    <a:pt x="5755370" y="663330"/>
                  </a:lnTo>
                  <a:lnTo>
                    <a:pt x="5793447" y="727456"/>
                  </a:lnTo>
                  <a:lnTo>
                    <a:pt x="5831898" y="794802"/>
                  </a:lnTo>
                  <a:lnTo>
                    <a:pt x="5870736" y="865037"/>
                  </a:lnTo>
                  <a:lnTo>
                    <a:pt x="5909937" y="937747"/>
                  </a:lnTo>
                  <a:lnTo>
                    <a:pt x="5949449" y="1012443"/>
                  </a:lnTo>
                  <a:lnTo>
                    <a:pt x="5989194" y="1088568"/>
                  </a:lnTo>
                  <a:lnTo>
                    <a:pt x="6029077" y="1165523"/>
                  </a:lnTo>
                  <a:lnTo>
                    <a:pt x="6068994" y="1242677"/>
                  </a:lnTo>
                  <a:lnTo>
                    <a:pt x="6108837" y="1319393"/>
                  </a:lnTo>
                  <a:lnTo>
                    <a:pt x="6148505" y="1395051"/>
                  </a:lnTo>
                  <a:lnTo>
                    <a:pt x="6187908" y="1469063"/>
                  </a:lnTo>
                  <a:lnTo>
                    <a:pt x="6226977" y="1540898"/>
                  </a:lnTo>
                  <a:lnTo>
                    <a:pt x="6265671" y="1610093"/>
                  </a:lnTo>
                  <a:lnTo>
                    <a:pt x="6303979" y="1676264"/>
                  </a:lnTo>
                  <a:lnTo>
                    <a:pt x="6341926" y="1739115"/>
                  </a:lnTo>
                  <a:lnTo>
                    <a:pt x="6379580" y="1798435"/>
                  </a:lnTo>
                  <a:lnTo>
                    <a:pt x="6417052" y="1854100"/>
                  </a:lnTo>
                  <a:lnTo>
                    <a:pt x="6454505" y="1906067"/>
                  </a:lnTo>
                  <a:lnTo>
                    <a:pt x="6492153" y="1954367"/>
                  </a:lnTo>
                  <a:lnTo>
                    <a:pt x="6515891" y="1982717"/>
                  </a:lnTo>
                  <a:lnTo>
                    <a:pt x="6563015" y="2034044"/>
                  </a:lnTo>
                  <a:lnTo>
                    <a:pt x="6611772" y="2080132"/>
                  </a:lnTo>
                  <a:lnTo>
                    <a:pt x="6662950" y="2121262"/>
                  </a:lnTo>
                  <a:lnTo>
                    <a:pt x="6717424" y="2157899"/>
                  </a:lnTo>
                  <a:lnTo>
                    <a:pt x="6776084" y="2190562"/>
                  </a:lnTo>
                  <a:lnTo>
                    <a:pt x="6839755" y="2219751"/>
                  </a:lnTo>
                  <a:lnTo>
                    <a:pt x="6909096" y="2245900"/>
                  </a:lnTo>
                  <a:lnTo>
                    <a:pt x="6984463" y="2269356"/>
                  </a:lnTo>
                  <a:lnTo>
                    <a:pt x="7065732" y="2290368"/>
                  </a:lnTo>
                  <a:lnTo>
                    <a:pt x="7152092" y="2309086"/>
                  </a:lnTo>
                  <a:lnTo>
                    <a:pt x="7241844" y="2325563"/>
                  </a:lnTo>
                  <a:lnTo>
                    <a:pt x="7332281" y="2339783"/>
                  </a:lnTo>
                  <a:lnTo>
                    <a:pt x="7419755" y="2351692"/>
                  </a:lnTo>
                  <a:lnTo>
                    <a:pt x="7500033" y="2361250"/>
                  </a:lnTo>
                  <a:lnTo>
                    <a:pt x="7568953" y="2368490"/>
                  </a:lnTo>
                  <a:lnTo>
                    <a:pt x="7623270" y="2373562"/>
                  </a:lnTo>
                  <a:lnTo>
                    <a:pt x="7661446" y="2376751"/>
                  </a:lnTo>
                  <a:lnTo>
                    <a:pt x="7684117" y="2378452"/>
                  </a:lnTo>
                  <a:lnTo>
                    <a:pt x="7694120" y="2379130"/>
                  </a:lnTo>
                  <a:lnTo>
                    <a:pt x="7696225" y="2379260"/>
                  </a:lnTo>
                  <a:lnTo>
                    <a:pt x="7696237" y="2379261"/>
                  </a:lnTo>
                  <a:lnTo>
                    <a:pt x="8234974" y="23792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6" name="pl1216"/>
            <p:cNvSpPr/>
            <p:nvPr/>
          </p:nvSpPr>
          <p:spPr>
            <a:xfrm>
              <a:off x="546595" y="2231370"/>
              <a:ext cx="8234974" cy="2379261"/>
            </a:xfrm>
            <a:custGeom>
              <a:avLst/>
              <a:pathLst>
                <a:path w="8234974" h="2379261">
                  <a:moveTo>
                    <a:pt x="8234974" y="2379261"/>
                  </a:moveTo>
                  <a:lnTo>
                    <a:pt x="7696237" y="2379261"/>
                  </a:lnTo>
                  <a:lnTo>
                    <a:pt x="7695033" y="2379188"/>
                  </a:lnTo>
                  <a:lnTo>
                    <a:pt x="7687161" y="2378665"/>
                  </a:lnTo>
                  <a:lnTo>
                    <a:pt x="7667482" y="2377220"/>
                  </a:lnTo>
                  <a:lnTo>
                    <a:pt x="7632722" y="2374383"/>
                  </a:lnTo>
                  <a:lnTo>
                    <a:pt x="7581766" y="2369738"/>
                  </a:lnTo>
                  <a:lnTo>
                    <a:pt x="7515718" y="2362975"/>
                  </a:lnTo>
                  <a:lnTo>
                    <a:pt x="7437517" y="2353914"/>
                  </a:lnTo>
                  <a:lnTo>
                    <a:pt x="7351205" y="2342502"/>
                  </a:lnTo>
                  <a:lnTo>
                    <a:pt x="7261065" y="2328767"/>
                  </a:lnTo>
                  <a:lnTo>
                    <a:pt x="7170907" y="2312764"/>
                  </a:lnTo>
                  <a:lnTo>
                    <a:pt x="7083653" y="2294524"/>
                  </a:lnTo>
                  <a:lnTo>
                    <a:pt x="7001210" y="2274007"/>
                  </a:lnTo>
                  <a:lnTo>
                    <a:pt x="6924562" y="2251086"/>
                  </a:lnTo>
                  <a:lnTo>
                    <a:pt x="6853960" y="2225534"/>
                  </a:lnTo>
                  <a:lnTo>
                    <a:pt x="6789134" y="2197023"/>
                  </a:lnTo>
                  <a:lnTo>
                    <a:pt x="6729477" y="2165136"/>
                  </a:lnTo>
                  <a:lnTo>
                    <a:pt x="6674189" y="2129385"/>
                  </a:lnTo>
                  <a:lnTo>
                    <a:pt x="6622388" y="2089250"/>
                  </a:lnTo>
                  <a:lnTo>
                    <a:pt x="6573187" y="2044244"/>
                  </a:lnTo>
                  <a:lnTo>
                    <a:pt x="6525775" y="1994035"/>
                  </a:lnTo>
                  <a:lnTo>
                    <a:pt x="6515891" y="1982717"/>
                  </a:lnTo>
                  <a:lnTo>
                    <a:pt x="6477984" y="1936665"/>
                  </a:lnTo>
                  <a:lnTo>
                    <a:pt x="6440438" y="1886996"/>
                  </a:lnTo>
                  <a:lnTo>
                    <a:pt x="6403001" y="1833641"/>
                  </a:lnTo>
                  <a:lnTo>
                    <a:pt x="6365476" y="1776595"/>
                  </a:lnTo>
                  <a:lnTo>
                    <a:pt x="6327723" y="1715931"/>
                  </a:lnTo>
                  <a:lnTo>
                    <a:pt x="6289646" y="1651804"/>
                  </a:lnTo>
                  <a:lnTo>
                    <a:pt x="6251194" y="1584459"/>
                  </a:lnTo>
                  <a:lnTo>
                    <a:pt x="6212357" y="1514223"/>
                  </a:lnTo>
                  <a:lnTo>
                    <a:pt x="6173155" y="1441513"/>
                  </a:lnTo>
                  <a:lnTo>
                    <a:pt x="6133644" y="1366818"/>
                  </a:lnTo>
                  <a:lnTo>
                    <a:pt x="6093899" y="1290692"/>
                  </a:lnTo>
                  <a:lnTo>
                    <a:pt x="6054016" y="1213737"/>
                  </a:lnTo>
                  <a:lnTo>
                    <a:pt x="6014099" y="1136583"/>
                  </a:lnTo>
                  <a:lnTo>
                    <a:pt x="5974255" y="1059867"/>
                  </a:lnTo>
                  <a:lnTo>
                    <a:pt x="5934588" y="984210"/>
                  </a:lnTo>
                  <a:lnTo>
                    <a:pt x="5895185" y="910198"/>
                  </a:lnTo>
                  <a:lnTo>
                    <a:pt x="5856115" y="838363"/>
                  </a:lnTo>
                  <a:lnTo>
                    <a:pt x="5817421" y="769168"/>
                  </a:lnTo>
                  <a:lnTo>
                    <a:pt x="5779114" y="702996"/>
                  </a:lnTo>
                  <a:lnTo>
                    <a:pt x="5741167" y="640146"/>
                  </a:lnTo>
                  <a:lnTo>
                    <a:pt x="5703513" y="580826"/>
                  </a:lnTo>
                  <a:lnTo>
                    <a:pt x="5666040" y="525160"/>
                  </a:lnTo>
                  <a:lnTo>
                    <a:pt x="5628588" y="473193"/>
                  </a:lnTo>
                  <a:lnTo>
                    <a:pt x="5590940" y="424894"/>
                  </a:lnTo>
                  <a:lnTo>
                    <a:pt x="5567201" y="396543"/>
                  </a:lnTo>
                  <a:lnTo>
                    <a:pt x="5520078" y="345216"/>
                  </a:lnTo>
                  <a:lnTo>
                    <a:pt x="5471320" y="299128"/>
                  </a:lnTo>
                  <a:lnTo>
                    <a:pt x="5420143" y="257998"/>
                  </a:lnTo>
                  <a:lnTo>
                    <a:pt x="5365669" y="221362"/>
                  </a:lnTo>
                  <a:lnTo>
                    <a:pt x="5307009" y="188698"/>
                  </a:lnTo>
                  <a:lnTo>
                    <a:pt x="5243337" y="159509"/>
                  </a:lnTo>
                  <a:lnTo>
                    <a:pt x="5173996" y="133360"/>
                  </a:lnTo>
                  <a:lnTo>
                    <a:pt x="5098629" y="109904"/>
                  </a:lnTo>
                  <a:lnTo>
                    <a:pt x="5017360" y="88892"/>
                  </a:lnTo>
                  <a:lnTo>
                    <a:pt x="4931000" y="70175"/>
                  </a:lnTo>
                  <a:lnTo>
                    <a:pt x="4841248" y="53697"/>
                  </a:lnTo>
                  <a:lnTo>
                    <a:pt x="4750811" y="39477"/>
                  </a:lnTo>
                  <a:lnTo>
                    <a:pt x="4663337" y="27569"/>
                  </a:lnTo>
                  <a:lnTo>
                    <a:pt x="4583059" y="18011"/>
                  </a:lnTo>
                  <a:lnTo>
                    <a:pt x="4514140" y="10771"/>
                  </a:lnTo>
                  <a:lnTo>
                    <a:pt x="4459823" y="5698"/>
                  </a:lnTo>
                  <a:lnTo>
                    <a:pt x="4421646" y="2510"/>
                  </a:lnTo>
                  <a:lnTo>
                    <a:pt x="4398975" y="808"/>
                  </a:lnTo>
                  <a:lnTo>
                    <a:pt x="4388972" y="130"/>
                  </a:lnTo>
                  <a:lnTo>
                    <a:pt x="4386867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7" y="62"/>
                  </a:lnTo>
                  <a:lnTo>
                    <a:pt x="3838842" y="511"/>
                  </a:lnTo>
                  <a:lnTo>
                    <a:pt x="3818746" y="1753"/>
                  </a:lnTo>
                  <a:lnTo>
                    <a:pt x="3783290" y="4191"/>
                  </a:lnTo>
                  <a:lnTo>
                    <a:pt x="3731395" y="8179"/>
                  </a:lnTo>
                  <a:lnTo>
                    <a:pt x="3664263" y="13982"/>
                  </a:lnTo>
                  <a:lnTo>
                    <a:pt x="3584963" y="21747"/>
                  </a:lnTo>
                  <a:lnTo>
                    <a:pt x="3497662" y="31518"/>
                  </a:lnTo>
                  <a:lnTo>
                    <a:pt x="3406728" y="43266"/>
                  </a:lnTo>
                  <a:lnTo>
                    <a:pt x="3316011" y="56945"/>
                  </a:lnTo>
                  <a:lnTo>
                    <a:pt x="3228424" y="72532"/>
                  </a:lnTo>
                  <a:lnTo>
                    <a:pt x="3145838" y="90067"/>
                  </a:lnTo>
                  <a:lnTo>
                    <a:pt x="3069185" y="109665"/>
                  </a:lnTo>
                  <a:lnTo>
                    <a:pt x="2998664" y="131531"/>
                  </a:lnTo>
                  <a:lnTo>
                    <a:pt x="2933953" y="155954"/>
                  </a:lnTo>
                  <a:lnTo>
                    <a:pt x="2874405" y="183301"/>
                  </a:lnTo>
                  <a:lnTo>
                    <a:pt x="2819187" y="213996"/>
                  </a:lnTo>
                  <a:lnTo>
                    <a:pt x="2767391" y="248487"/>
                  </a:lnTo>
                  <a:lnTo>
                    <a:pt x="2718115" y="287179"/>
                  </a:lnTo>
                  <a:lnTo>
                    <a:pt x="2670549" y="330329"/>
                  </a:lnTo>
                  <a:lnTo>
                    <a:pt x="2667772" y="333024"/>
                  </a:lnTo>
                  <a:lnTo>
                    <a:pt x="2627488" y="374240"/>
                  </a:lnTo>
                  <a:lnTo>
                    <a:pt x="2587595" y="418894"/>
                  </a:lnTo>
                  <a:lnTo>
                    <a:pt x="2547792" y="467050"/>
                  </a:lnTo>
                  <a:lnTo>
                    <a:pt x="2507857" y="518702"/>
                  </a:lnTo>
                  <a:lnTo>
                    <a:pt x="2467631" y="573757"/>
                  </a:lnTo>
                  <a:lnTo>
                    <a:pt x="2427018" y="632033"/>
                  </a:lnTo>
                  <a:lnTo>
                    <a:pt x="2385972" y="693255"/>
                  </a:lnTo>
                  <a:lnTo>
                    <a:pt x="2344496" y="757055"/>
                  </a:lnTo>
                  <a:lnTo>
                    <a:pt x="2302637" y="822976"/>
                  </a:lnTo>
                  <a:lnTo>
                    <a:pt x="2260473" y="890489"/>
                  </a:lnTo>
                  <a:lnTo>
                    <a:pt x="2218112" y="959003"/>
                  </a:lnTo>
                  <a:lnTo>
                    <a:pt x="2175676" y="1027890"/>
                  </a:lnTo>
                  <a:lnTo>
                    <a:pt x="2133294" y="1096509"/>
                  </a:lnTo>
                  <a:lnTo>
                    <a:pt x="2091090" y="1164227"/>
                  </a:lnTo>
                  <a:lnTo>
                    <a:pt x="2049175" y="1230447"/>
                  </a:lnTo>
                  <a:lnTo>
                    <a:pt x="2007632" y="1294626"/>
                  </a:lnTo>
                  <a:lnTo>
                    <a:pt x="1966514" y="1356297"/>
                  </a:lnTo>
                  <a:lnTo>
                    <a:pt x="1925832" y="1415076"/>
                  </a:lnTo>
                  <a:lnTo>
                    <a:pt x="1885549" y="1470673"/>
                  </a:lnTo>
                  <a:lnTo>
                    <a:pt x="1845575" y="1522889"/>
                  </a:lnTo>
                  <a:lnTo>
                    <a:pt x="1805764" y="1571619"/>
                  </a:lnTo>
                  <a:lnTo>
                    <a:pt x="1765904" y="1616843"/>
                  </a:lnTo>
                  <a:lnTo>
                    <a:pt x="1725708" y="1658614"/>
                  </a:lnTo>
                  <a:lnTo>
                    <a:pt x="1719082" y="1665120"/>
                  </a:lnTo>
                  <a:lnTo>
                    <a:pt x="1671595" y="1708536"/>
                  </a:lnTo>
                  <a:lnTo>
                    <a:pt x="1622442" y="1747487"/>
                  </a:lnTo>
                  <a:lnTo>
                    <a:pt x="1570819" y="1782215"/>
                  </a:lnTo>
                  <a:lnTo>
                    <a:pt x="1515829" y="1813122"/>
                  </a:lnTo>
                  <a:lnTo>
                    <a:pt x="1456562" y="1840656"/>
                  </a:lnTo>
                  <a:lnTo>
                    <a:pt x="1392178" y="1865241"/>
                  </a:lnTo>
                  <a:lnTo>
                    <a:pt x="1322013" y="1887250"/>
                  </a:lnTo>
                  <a:lnTo>
                    <a:pt x="1245724" y="1906976"/>
                  </a:lnTo>
                  <a:lnTo>
                    <a:pt x="1163471" y="1924628"/>
                  </a:lnTo>
                  <a:lnTo>
                    <a:pt x="1076138" y="1940329"/>
                  </a:lnTo>
                  <a:lnTo>
                    <a:pt x="985535" y="1954121"/>
                  </a:lnTo>
                  <a:lnTo>
                    <a:pt x="894515" y="1965985"/>
                  </a:lnTo>
                  <a:lnTo>
                    <a:pt x="806879" y="1975873"/>
                  </a:lnTo>
                  <a:lnTo>
                    <a:pt x="726984" y="1983757"/>
                  </a:lnTo>
                  <a:lnTo>
                    <a:pt x="659031" y="1989673"/>
                  </a:lnTo>
                  <a:lnTo>
                    <a:pt x="606180" y="1993763"/>
                  </a:lnTo>
                  <a:lnTo>
                    <a:pt x="569758" y="1996283"/>
                  </a:lnTo>
                  <a:lnTo>
                    <a:pt x="548824" y="1997584"/>
                  </a:lnTo>
                  <a:lnTo>
                    <a:pt x="540194" y="1998069"/>
                  </a:lnTo>
                  <a:lnTo>
                    <a:pt x="538736" y="1998144"/>
                  </a:lnTo>
                  <a:lnTo>
                    <a:pt x="538736" y="1998144"/>
                  </a:lnTo>
                  <a:lnTo>
                    <a:pt x="0" y="1998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7" name="pg1217"/>
            <p:cNvSpPr/>
            <p:nvPr/>
          </p:nvSpPr>
          <p:spPr>
            <a:xfrm>
              <a:off x="546595" y="3434612"/>
              <a:ext cx="8234974" cy="1241353"/>
            </a:xfrm>
            <a:custGeom>
              <a:avLst/>
              <a:pathLst>
                <a:path w="8234974" h="1241353">
                  <a:moveTo>
                    <a:pt x="0" y="952793"/>
                  </a:moveTo>
                  <a:lnTo>
                    <a:pt x="538736" y="952793"/>
                  </a:lnTo>
                  <a:lnTo>
                    <a:pt x="540037" y="952803"/>
                  </a:lnTo>
                  <a:lnTo>
                    <a:pt x="548526" y="952871"/>
                  </a:lnTo>
                  <a:lnTo>
                    <a:pt x="569688" y="953061"/>
                  </a:lnTo>
                  <a:lnTo>
                    <a:pt x="606917" y="953433"/>
                  </a:lnTo>
                  <a:lnTo>
                    <a:pt x="661191" y="954042"/>
                  </a:lnTo>
                  <a:lnTo>
                    <a:pt x="731049" y="954925"/>
                  </a:lnTo>
                  <a:lnTo>
                    <a:pt x="813084" y="956104"/>
                  </a:lnTo>
                  <a:lnTo>
                    <a:pt x="902819" y="957583"/>
                  </a:lnTo>
                  <a:lnTo>
                    <a:pt x="995674" y="959358"/>
                  </a:lnTo>
                  <a:lnTo>
                    <a:pt x="1087717" y="961421"/>
                  </a:lnTo>
                  <a:lnTo>
                    <a:pt x="1176065" y="963771"/>
                  </a:lnTo>
                  <a:lnTo>
                    <a:pt x="1258949" y="966415"/>
                  </a:lnTo>
                  <a:lnTo>
                    <a:pt x="1335569" y="969375"/>
                  </a:lnTo>
                  <a:lnTo>
                    <a:pt x="1405866" y="972684"/>
                  </a:lnTo>
                  <a:lnTo>
                    <a:pt x="1470283" y="976390"/>
                  </a:lnTo>
                  <a:lnTo>
                    <a:pt x="1529572" y="980552"/>
                  </a:lnTo>
                  <a:lnTo>
                    <a:pt x="1584648" y="985236"/>
                  </a:lnTo>
                  <a:lnTo>
                    <a:pt x="1636476" y="990509"/>
                  </a:lnTo>
                  <a:lnTo>
                    <a:pt x="1685988" y="996430"/>
                  </a:lnTo>
                  <a:lnTo>
                    <a:pt x="1719082" y="1000886"/>
                  </a:lnTo>
                  <a:lnTo>
                    <a:pt x="1771352" y="1008719"/>
                  </a:lnTo>
                  <a:lnTo>
                    <a:pt x="1823120" y="1017396"/>
                  </a:lnTo>
                  <a:lnTo>
                    <a:pt x="1874968" y="1026928"/>
                  </a:lnTo>
                  <a:lnTo>
                    <a:pt x="1927279" y="1037292"/>
                  </a:lnTo>
                  <a:lnTo>
                    <a:pt x="1980261" y="1048429"/>
                  </a:lnTo>
                  <a:lnTo>
                    <a:pt x="2033978" y="1060241"/>
                  </a:lnTo>
                  <a:lnTo>
                    <a:pt x="2088360" y="1072594"/>
                  </a:lnTo>
                  <a:lnTo>
                    <a:pt x="2143237" y="1085321"/>
                  </a:lnTo>
                  <a:lnTo>
                    <a:pt x="2198367" y="1098232"/>
                  </a:lnTo>
                  <a:lnTo>
                    <a:pt x="2253472" y="1111124"/>
                  </a:lnTo>
                  <a:lnTo>
                    <a:pt x="2308277" y="1123797"/>
                  </a:lnTo>
                  <a:lnTo>
                    <a:pt x="2362550" y="1136065"/>
                  </a:lnTo>
                  <a:lnTo>
                    <a:pt x="2416136" y="1147765"/>
                  </a:lnTo>
                  <a:lnTo>
                    <a:pt x="2468990" y="1158770"/>
                  </a:lnTo>
                  <a:lnTo>
                    <a:pt x="2521197" y="1168988"/>
                  </a:lnTo>
                  <a:lnTo>
                    <a:pt x="2572998" y="1178367"/>
                  </a:lnTo>
                  <a:lnTo>
                    <a:pt x="2624807" y="1186891"/>
                  </a:lnTo>
                  <a:lnTo>
                    <a:pt x="2667772" y="1193260"/>
                  </a:lnTo>
                  <a:lnTo>
                    <a:pt x="2716172" y="1199642"/>
                  </a:lnTo>
                  <a:lnTo>
                    <a:pt x="2766315" y="1205355"/>
                  </a:lnTo>
                  <a:lnTo>
                    <a:pt x="2819056" y="1210438"/>
                  </a:lnTo>
                  <a:lnTo>
                    <a:pt x="2875348" y="1214951"/>
                  </a:lnTo>
                  <a:lnTo>
                    <a:pt x="2936149" y="1218963"/>
                  </a:lnTo>
                  <a:lnTo>
                    <a:pt x="3002337" y="1222539"/>
                  </a:lnTo>
                  <a:lnTo>
                    <a:pt x="3074586" y="1225734"/>
                  </a:lnTo>
                  <a:lnTo>
                    <a:pt x="3153204" y="1228592"/>
                  </a:lnTo>
                  <a:lnTo>
                    <a:pt x="3237925" y="1231142"/>
                  </a:lnTo>
                  <a:lnTo>
                    <a:pt x="3327672" y="1233402"/>
                  </a:lnTo>
                  <a:lnTo>
                    <a:pt x="3420332" y="1235375"/>
                  </a:lnTo>
                  <a:lnTo>
                    <a:pt x="3512675" y="1237058"/>
                  </a:lnTo>
                  <a:lnTo>
                    <a:pt x="3600505" y="1238444"/>
                  </a:lnTo>
                  <a:lnTo>
                    <a:pt x="3679178" y="1239529"/>
                  </a:lnTo>
                  <a:lnTo>
                    <a:pt x="3744447" y="1240323"/>
                  </a:lnTo>
                  <a:lnTo>
                    <a:pt x="3793431" y="1240853"/>
                  </a:lnTo>
                  <a:lnTo>
                    <a:pt x="3825406" y="1241161"/>
                  </a:lnTo>
                  <a:lnTo>
                    <a:pt x="3842129" y="1241307"/>
                  </a:lnTo>
                  <a:lnTo>
                    <a:pt x="3847688" y="1241350"/>
                  </a:lnTo>
                  <a:lnTo>
                    <a:pt x="3848118" y="1241353"/>
                  </a:lnTo>
                  <a:lnTo>
                    <a:pt x="4386855" y="1241353"/>
                  </a:lnTo>
                  <a:lnTo>
                    <a:pt x="4388130" y="1241313"/>
                  </a:lnTo>
                  <a:lnTo>
                    <a:pt x="4396448" y="1241025"/>
                  </a:lnTo>
                  <a:lnTo>
                    <a:pt x="4417200" y="1240230"/>
                  </a:lnTo>
                  <a:lnTo>
                    <a:pt x="4453750" y="1238668"/>
                  </a:lnTo>
                  <a:lnTo>
                    <a:pt x="4507113" y="1236116"/>
                  </a:lnTo>
                  <a:lnTo>
                    <a:pt x="4575932" y="1232407"/>
                  </a:lnTo>
                  <a:lnTo>
                    <a:pt x="4656929" y="1227453"/>
                  </a:lnTo>
                  <a:lnTo>
                    <a:pt x="4745746" y="1221229"/>
                  </a:lnTo>
                  <a:lnTo>
                    <a:pt x="4837880" y="1213755"/>
                  </a:lnTo>
                  <a:lnTo>
                    <a:pt x="4929432" y="1205062"/>
                  </a:lnTo>
                  <a:lnTo>
                    <a:pt x="5017503" y="1195160"/>
                  </a:lnTo>
                  <a:lnTo>
                    <a:pt x="5100283" y="1184019"/>
                  </a:lnTo>
                  <a:lnTo>
                    <a:pt x="5176923" y="1171557"/>
                  </a:lnTo>
                  <a:lnTo>
                    <a:pt x="5247309" y="1157633"/>
                  </a:lnTo>
                  <a:lnTo>
                    <a:pt x="5311838" y="1142056"/>
                  </a:lnTo>
                  <a:lnTo>
                    <a:pt x="5371223" y="1124583"/>
                  </a:lnTo>
                  <a:lnTo>
                    <a:pt x="5426347" y="1104937"/>
                  </a:lnTo>
                  <a:lnTo>
                    <a:pt x="5478156" y="1082833"/>
                  </a:lnTo>
                  <a:lnTo>
                    <a:pt x="5527569" y="1058024"/>
                  </a:lnTo>
                  <a:lnTo>
                    <a:pt x="5567201" y="1035368"/>
                  </a:lnTo>
                  <a:lnTo>
                    <a:pt x="5613119" y="1006115"/>
                  </a:lnTo>
                  <a:lnTo>
                    <a:pt x="5658588" y="974085"/>
                  </a:lnTo>
                  <a:lnTo>
                    <a:pt x="5704028" y="939233"/>
                  </a:lnTo>
                  <a:lnTo>
                    <a:pt x="5749734" y="901591"/>
                  </a:lnTo>
                  <a:lnTo>
                    <a:pt x="5795897" y="861284"/>
                  </a:lnTo>
                  <a:lnTo>
                    <a:pt x="5842611" y="818535"/>
                  </a:lnTo>
                  <a:lnTo>
                    <a:pt x="5889887" y="773662"/>
                  </a:lnTo>
                  <a:lnTo>
                    <a:pt x="5937663" y="727076"/>
                  </a:lnTo>
                  <a:lnTo>
                    <a:pt x="5985818" y="679269"/>
                  </a:lnTo>
                  <a:lnTo>
                    <a:pt x="6034188" y="630789"/>
                  </a:lnTo>
                  <a:lnTo>
                    <a:pt x="6082588" y="582219"/>
                  </a:lnTo>
                  <a:lnTo>
                    <a:pt x="6130827" y="534147"/>
                  </a:lnTo>
                  <a:lnTo>
                    <a:pt x="6178733" y="487135"/>
                  </a:lnTo>
                  <a:lnTo>
                    <a:pt x="6226170" y="441694"/>
                  </a:lnTo>
                  <a:lnTo>
                    <a:pt x="6273058" y="398261"/>
                  </a:lnTo>
                  <a:lnTo>
                    <a:pt x="6319382" y="357184"/>
                  </a:lnTo>
                  <a:lnTo>
                    <a:pt x="6365212" y="318714"/>
                  </a:lnTo>
                  <a:lnTo>
                    <a:pt x="6410706" y="283006"/>
                  </a:lnTo>
                  <a:lnTo>
                    <a:pt x="6456128" y="250120"/>
                  </a:lnTo>
                  <a:lnTo>
                    <a:pt x="6501857" y="220032"/>
                  </a:lnTo>
                  <a:lnTo>
                    <a:pt x="6515891" y="211429"/>
                  </a:lnTo>
                  <a:lnTo>
                    <a:pt x="6563944" y="184277"/>
                  </a:lnTo>
                  <a:lnTo>
                    <a:pt x="6613709" y="159950"/>
                  </a:lnTo>
                  <a:lnTo>
                    <a:pt x="6666024" y="138291"/>
                  </a:lnTo>
                  <a:lnTo>
                    <a:pt x="6721819" y="119042"/>
                  </a:lnTo>
                  <a:lnTo>
                    <a:pt x="6782035" y="101916"/>
                  </a:lnTo>
                  <a:lnTo>
                    <a:pt x="6847533" y="86641"/>
                  </a:lnTo>
                  <a:lnTo>
                    <a:pt x="6918985" y="72983"/>
                  </a:lnTo>
                  <a:lnTo>
                    <a:pt x="6996714" y="60758"/>
                  </a:lnTo>
                  <a:lnTo>
                    <a:pt x="7080495" y="49835"/>
                  </a:lnTo>
                  <a:lnTo>
                    <a:pt x="7169327" y="40144"/>
                  </a:lnTo>
                  <a:lnTo>
                    <a:pt x="7261218" y="31660"/>
                  </a:lnTo>
                  <a:lnTo>
                    <a:pt x="7353081" y="24401"/>
                  </a:lnTo>
                  <a:lnTo>
                    <a:pt x="7440874" y="18396"/>
                  </a:lnTo>
                  <a:lnTo>
                    <a:pt x="7520056" y="13660"/>
                  </a:lnTo>
                  <a:lnTo>
                    <a:pt x="7586390" y="10160"/>
                  </a:lnTo>
                  <a:lnTo>
                    <a:pt x="7636876" y="7793"/>
                  </a:lnTo>
                  <a:lnTo>
                    <a:pt x="7670550" y="6382"/>
                  </a:lnTo>
                  <a:lnTo>
                    <a:pt x="7688848" y="5693"/>
                  </a:lnTo>
                  <a:lnTo>
                    <a:pt x="7695509" y="546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3" y="40"/>
                  </a:lnTo>
                  <a:lnTo>
                    <a:pt x="7686645" y="328"/>
                  </a:lnTo>
                  <a:lnTo>
                    <a:pt x="7665892" y="1123"/>
                  </a:lnTo>
                  <a:lnTo>
                    <a:pt x="7629343" y="2684"/>
                  </a:lnTo>
                  <a:lnTo>
                    <a:pt x="7575979" y="5237"/>
                  </a:lnTo>
                  <a:lnTo>
                    <a:pt x="7507160" y="8945"/>
                  </a:lnTo>
                  <a:lnTo>
                    <a:pt x="7426163" y="13900"/>
                  </a:lnTo>
                  <a:lnTo>
                    <a:pt x="7337347" y="20124"/>
                  </a:lnTo>
                  <a:lnTo>
                    <a:pt x="7245212" y="27597"/>
                  </a:lnTo>
                  <a:lnTo>
                    <a:pt x="7153661" y="36290"/>
                  </a:lnTo>
                  <a:lnTo>
                    <a:pt x="7065590" y="46192"/>
                  </a:lnTo>
                  <a:lnTo>
                    <a:pt x="6982809" y="57333"/>
                  </a:lnTo>
                  <a:lnTo>
                    <a:pt x="6906170" y="69796"/>
                  </a:lnTo>
                  <a:lnTo>
                    <a:pt x="6835784" y="83719"/>
                  </a:lnTo>
                  <a:lnTo>
                    <a:pt x="6771255" y="99297"/>
                  </a:lnTo>
                  <a:lnTo>
                    <a:pt x="6711870" y="116770"/>
                  </a:lnTo>
                  <a:lnTo>
                    <a:pt x="6656745" y="136416"/>
                  </a:lnTo>
                  <a:lnTo>
                    <a:pt x="6604937" y="158520"/>
                  </a:lnTo>
                  <a:lnTo>
                    <a:pt x="6555523" y="183328"/>
                  </a:lnTo>
                  <a:lnTo>
                    <a:pt x="6515891" y="205984"/>
                  </a:lnTo>
                  <a:lnTo>
                    <a:pt x="6469973" y="235238"/>
                  </a:lnTo>
                  <a:lnTo>
                    <a:pt x="6424504" y="267267"/>
                  </a:lnTo>
                  <a:lnTo>
                    <a:pt x="6379065" y="302120"/>
                  </a:lnTo>
                  <a:lnTo>
                    <a:pt x="6333359" y="339762"/>
                  </a:lnTo>
                  <a:lnTo>
                    <a:pt x="6287196" y="380068"/>
                  </a:lnTo>
                  <a:lnTo>
                    <a:pt x="6240482" y="422818"/>
                  </a:lnTo>
                  <a:lnTo>
                    <a:pt x="6193205" y="467691"/>
                  </a:lnTo>
                  <a:lnTo>
                    <a:pt x="6145430" y="514277"/>
                  </a:lnTo>
                  <a:lnTo>
                    <a:pt x="6097275" y="562084"/>
                  </a:lnTo>
                  <a:lnTo>
                    <a:pt x="6048904" y="610564"/>
                  </a:lnTo>
                  <a:lnTo>
                    <a:pt x="6000505" y="659134"/>
                  </a:lnTo>
                  <a:lnTo>
                    <a:pt x="5952266" y="707206"/>
                  </a:lnTo>
                  <a:lnTo>
                    <a:pt x="5904360" y="754218"/>
                  </a:lnTo>
                  <a:lnTo>
                    <a:pt x="5856922" y="799659"/>
                  </a:lnTo>
                  <a:lnTo>
                    <a:pt x="5810035" y="843092"/>
                  </a:lnTo>
                  <a:lnTo>
                    <a:pt x="5763710" y="884169"/>
                  </a:lnTo>
                  <a:lnTo>
                    <a:pt x="5717881" y="922638"/>
                  </a:lnTo>
                  <a:lnTo>
                    <a:pt x="5672387" y="958346"/>
                  </a:lnTo>
                  <a:lnTo>
                    <a:pt x="5626965" y="991233"/>
                  </a:lnTo>
                  <a:lnTo>
                    <a:pt x="5581236" y="1021320"/>
                  </a:lnTo>
                  <a:lnTo>
                    <a:pt x="5567201" y="1029924"/>
                  </a:lnTo>
                  <a:lnTo>
                    <a:pt x="5519149" y="1057076"/>
                  </a:lnTo>
                  <a:lnTo>
                    <a:pt x="5469383" y="1081403"/>
                  </a:lnTo>
                  <a:lnTo>
                    <a:pt x="5417068" y="1103061"/>
                  </a:lnTo>
                  <a:lnTo>
                    <a:pt x="5361273" y="1122311"/>
                  </a:lnTo>
                  <a:lnTo>
                    <a:pt x="5301058" y="1139437"/>
                  </a:lnTo>
                  <a:lnTo>
                    <a:pt x="5235559" y="1154712"/>
                  </a:lnTo>
                  <a:lnTo>
                    <a:pt x="5164107" y="1168369"/>
                  </a:lnTo>
                  <a:lnTo>
                    <a:pt x="5086379" y="1180595"/>
                  </a:lnTo>
                  <a:lnTo>
                    <a:pt x="5002597" y="1191517"/>
                  </a:lnTo>
                  <a:lnTo>
                    <a:pt x="4913765" y="1201209"/>
                  </a:lnTo>
                  <a:lnTo>
                    <a:pt x="4821875" y="1209693"/>
                  </a:lnTo>
                  <a:lnTo>
                    <a:pt x="4730011" y="1216952"/>
                  </a:lnTo>
                  <a:lnTo>
                    <a:pt x="4642219" y="1222957"/>
                  </a:lnTo>
                  <a:lnTo>
                    <a:pt x="4563036" y="1227693"/>
                  </a:lnTo>
                  <a:lnTo>
                    <a:pt x="4496703" y="1231192"/>
                  </a:lnTo>
                  <a:lnTo>
                    <a:pt x="4446216" y="1233559"/>
                  </a:lnTo>
                  <a:lnTo>
                    <a:pt x="4412543" y="1234971"/>
                  </a:lnTo>
                  <a:lnTo>
                    <a:pt x="4394245" y="1235660"/>
                  </a:lnTo>
                  <a:lnTo>
                    <a:pt x="4387583" y="1235886"/>
                  </a:lnTo>
                  <a:lnTo>
                    <a:pt x="4386855" y="1235909"/>
                  </a:lnTo>
                  <a:lnTo>
                    <a:pt x="3848118" y="1235909"/>
                  </a:lnTo>
                  <a:lnTo>
                    <a:pt x="3846817" y="1235899"/>
                  </a:lnTo>
                  <a:lnTo>
                    <a:pt x="3838328" y="1235831"/>
                  </a:lnTo>
                  <a:lnTo>
                    <a:pt x="3817166" y="1235641"/>
                  </a:lnTo>
                  <a:lnTo>
                    <a:pt x="3779937" y="1235268"/>
                  </a:lnTo>
                  <a:lnTo>
                    <a:pt x="3725664" y="1234660"/>
                  </a:lnTo>
                  <a:lnTo>
                    <a:pt x="3655806" y="1233777"/>
                  </a:lnTo>
                  <a:lnTo>
                    <a:pt x="3573770" y="1232598"/>
                  </a:lnTo>
                  <a:lnTo>
                    <a:pt x="3484035" y="1231119"/>
                  </a:lnTo>
                  <a:lnTo>
                    <a:pt x="3391180" y="1229344"/>
                  </a:lnTo>
                  <a:lnTo>
                    <a:pt x="3299137" y="1227281"/>
                  </a:lnTo>
                  <a:lnTo>
                    <a:pt x="3210789" y="1224931"/>
                  </a:lnTo>
                  <a:lnTo>
                    <a:pt x="3127906" y="1222287"/>
                  </a:lnTo>
                  <a:lnTo>
                    <a:pt x="3051285" y="1219327"/>
                  </a:lnTo>
                  <a:lnTo>
                    <a:pt x="2980988" y="1216018"/>
                  </a:lnTo>
                  <a:lnTo>
                    <a:pt x="2916571" y="1212312"/>
                  </a:lnTo>
                  <a:lnTo>
                    <a:pt x="2857282" y="1208150"/>
                  </a:lnTo>
                  <a:lnTo>
                    <a:pt x="2802207" y="1203466"/>
                  </a:lnTo>
                  <a:lnTo>
                    <a:pt x="2750378" y="1198192"/>
                  </a:lnTo>
                  <a:lnTo>
                    <a:pt x="2700866" y="1192272"/>
                  </a:lnTo>
                  <a:lnTo>
                    <a:pt x="2667772" y="1187815"/>
                  </a:lnTo>
                  <a:lnTo>
                    <a:pt x="2615503" y="1179983"/>
                  </a:lnTo>
                  <a:lnTo>
                    <a:pt x="2563735" y="1171306"/>
                  </a:lnTo>
                  <a:lnTo>
                    <a:pt x="2511886" y="1161774"/>
                  </a:lnTo>
                  <a:lnTo>
                    <a:pt x="2459576" y="1151410"/>
                  </a:lnTo>
                  <a:lnTo>
                    <a:pt x="2406593" y="1140273"/>
                  </a:lnTo>
                  <a:lnTo>
                    <a:pt x="2352877" y="1128461"/>
                  </a:lnTo>
                  <a:lnTo>
                    <a:pt x="2298494" y="1116107"/>
                  </a:lnTo>
                  <a:lnTo>
                    <a:pt x="2243617" y="1103381"/>
                  </a:lnTo>
                  <a:lnTo>
                    <a:pt x="2188487" y="1090470"/>
                  </a:lnTo>
                  <a:lnTo>
                    <a:pt x="2133383" y="1077578"/>
                  </a:lnTo>
                  <a:lnTo>
                    <a:pt x="2078578" y="1064905"/>
                  </a:lnTo>
                  <a:lnTo>
                    <a:pt x="2024305" y="1052637"/>
                  </a:lnTo>
                  <a:lnTo>
                    <a:pt x="1970718" y="1040937"/>
                  </a:lnTo>
                  <a:lnTo>
                    <a:pt x="1917864" y="1029932"/>
                  </a:lnTo>
                  <a:lnTo>
                    <a:pt x="1865657" y="1019714"/>
                  </a:lnTo>
                  <a:lnTo>
                    <a:pt x="1813857" y="1010335"/>
                  </a:lnTo>
                  <a:lnTo>
                    <a:pt x="1762047" y="1001810"/>
                  </a:lnTo>
                  <a:lnTo>
                    <a:pt x="1719082" y="995442"/>
                  </a:lnTo>
                  <a:lnTo>
                    <a:pt x="1670683" y="989060"/>
                  </a:lnTo>
                  <a:lnTo>
                    <a:pt x="1620540" y="983346"/>
                  </a:lnTo>
                  <a:lnTo>
                    <a:pt x="1567799" y="978264"/>
                  </a:lnTo>
                  <a:lnTo>
                    <a:pt x="1511507" y="973751"/>
                  </a:lnTo>
                  <a:lnTo>
                    <a:pt x="1450705" y="969739"/>
                  </a:lnTo>
                  <a:lnTo>
                    <a:pt x="1384517" y="966163"/>
                  </a:lnTo>
                  <a:lnTo>
                    <a:pt x="1312269" y="962968"/>
                  </a:lnTo>
                  <a:lnTo>
                    <a:pt x="1233651" y="960110"/>
                  </a:lnTo>
                  <a:lnTo>
                    <a:pt x="1148929" y="957560"/>
                  </a:lnTo>
                  <a:lnTo>
                    <a:pt x="1059183" y="955300"/>
                  </a:lnTo>
                  <a:lnTo>
                    <a:pt x="966522" y="953326"/>
                  </a:lnTo>
                  <a:lnTo>
                    <a:pt x="874180" y="951643"/>
                  </a:lnTo>
                  <a:lnTo>
                    <a:pt x="786350" y="950258"/>
                  </a:lnTo>
                  <a:lnTo>
                    <a:pt x="707676" y="949173"/>
                  </a:lnTo>
                  <a:lnTo>
                    <a:pt x="642408" y="948379"/>
                  </a:lnTo>
                  <a:lnTo>
                    <a:pt x="593424" y="947849"/>
                  </a:lnTo>
                  <a:lnTo>
                    <a:pt x="561449" y="947540"/>
                  </a:lnTo>
                  <a:lnTo>
                    <a:pt x="544726" y="947395"/>
                  </a:lnTo>
                  <a:lnTo>
                    <a:pt x="539166" y="947352"/>
                  </a:lnTo>
                  <a:lnTo>
                    <a:pt x="538736" y="947348"/>
                  </a:lnTo>
                  <a:lnTo>
                    <a:pt x="0" y="94734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18" name="pl1218"/>
            <p:cNvSpPr/>
            <p:nvPr/>
          </p:nvSpPr>
          <p:spPr>
            <a:xfrm>
              <a:off x="546595" y="3440057"/>
              <a:ext cx="8234974" cy="1235909"/>
            </a:xfrm>
            <a:custGeom>
              <a:avLst/>
              <a:pathLst>
                <a:path w="8234974" h="1235909">
                  <a:moveTo>
                    <a:pt x="0" y="947348"/>
                  </a:moveTo>
                  <a:lnTo>
                    <a:pt x="538736" y="947348"/>
                  </a:lnTo>
                  <a:lnTo>
                    <a:pt x="540037" y="947358"/>
                  </a:lnTo>
                  <a:lnTo>
                    <a:pt x="548526" y="947427"/>
                  </a:lnTo>
                  <a:lnTo>
                    <a:pt x="569688" y="947617"/>
                  </a:lnTo>
                  <a:lnTo>
                    <a:pt x="606917" y="947989"/>
                  </a:lnTo>
                  <a:lnTo>
                    <a:pt x="661191" y="948597"/>
                  </a:lnTo>
                  <a:lnTo>
                    <a:pt x="731049" y="949480"/>
                  </a:lnTo>
                  <a:lnTo>
                    <a:pt x="813084" y="950659"/>
                  </a:lnTo>
                  <a:lnTo>
                    <a:pt x="902819" y="952139"/>
                  </a:lnTo>
                  <a:lnTo>
                    <a:pt x="995674" y="953913"/>
                  </a:lnTo>
                  <a:lnTo>
                    <a:pt x="1087717" y="955977"/>
                  </a:lnTo>
                  <a:lnTo>
                    <a:pt x="1176065" y="958326"/>
                  </a:lnTo>
                  <a:lnTo>
                    <a:pt x="1258949" y="960971"/>
                  </a:lnTo>
                  <a:lnTo>
                    <a:pt x="1335569" y="963930"/>
                  </a:lnTo>
                  <a:lnTo>
                    <a:pt x="1405866" y="967239"/>
                  </a:lnTo>
                  <a:lnTo>
                    <a:pt x="1470283" y="970945"/>
                  </a:lnTo>
                  <a:lnTo>
                    <a:pt x="1529572" y="975107"/>
                  </a:lnTo>
                  <a:lnTo>
                    <a:pt x="1584648" y="979791"/>
                  </a:lnTo>
                  <a:lnTo>
                    <a:pt x="1636476" y="985065"/>
                  </a:lnTo>
                  <a:lnTo>
                    <a:pt x="1685988" y="990985"/>
                  </a:lnTo>
                  <a:lnTo>
                    <a:pt x="1719082" y="995442"/>
                  </a:lnTo>
                  <a:lnTo>
                    <a:pt x="1771352" y="1003275"/>
                  </a:lnTo>
                  <a:lnTo>
                    <a:pt x="1823120" y="1011952"/>
                  </a:lnTo>
                  <a:lnTo>
                    <a:pt x="1874968" y="1021483"/>
                  </a:lnTo>
                  <a:lnTo>
                    <a:pt x="1927279" y="1031847"/>
                  </a:lnTo>
                  <a:lnTo>
                    <a:pt x="1980261" y="1042984"/>
                  </a:lnTo>
                  <a:lnTo>
                    <a:pt x="2033978" y="1054797"/>
                  </a:lnTo>
                  <a:lnTo>
                    <a:pt x="2088360" y="1067150"/>
                  </a:lnTo>
                  <a:lnTo>
                    <a:pt x="2143237" y="1079877"/>
                  </a:lnTo>
                  <a:lnTo>
                    <a:pt x="2198367" y="1092787"/>
                  </a:lnTo>
                  <a:lnTo>
                    <a:pt x="2253472" y="1105679"/>
                  </a:lnTo>
                  <a:lnTo>
                    <a:pt x="2308277" y="1118353"/>
                  </a:lnTo>
                  <a:lnTo>
                    <a:pt x="2362550" y="1130620"/>
                  </a:lnTo>
                  <a:lnTo>
                    <a:pt x="2416136" y="1142321"/>
                  </a:lnTo>
                  <a:lnTo>
                    <a:pt x="2468990" y="1153325"/>
                  </a:lnTo>
                  <a:lnTo>
                    <a:pt x="2521197" y="1163543"/>
                  </a:lnTo>
                  <a:lnTo>
                    <a:pt x="2572998" y="1172923"/>
                  </a:lnTo>
                  <a:lnTo>
                    <a:pt x="2624807" y="1181447"/>
                  </a:lnTo>
                  <a:lnTo>
                    <a:pt x="2667772" y="1187815"/>
                  </a:lnTo>
                  <a:lnTo>
                    <a:pt x="2716172" y="1194198"/>
                  </a:lnTo>
                  <a:lnTo>
                    <a:pt x="2766315" y="1199911"/>
                  </a:lnTo>
                  <a:lnTo>
                    <a:pt x="2819056" y="1204993"/>
                  </a:lnTo>
                  <a:lnTo>
                    <a:pt x="2875348" y="1209506"/>
                  </a:lnTo>
                  <a:lnTo>
                    <a:pt x="2936149" y="1213518"/>
                  </a:lnTo>
                  <a:lnTo>
                    <a:pt x="3002337" y="1217094"/>
                  </a:lnTo>
                  <a:lnTo>
                    <a:pt x="3074586" y="1220289"/>
                  </a:lnTo>
                  <a:lnTo>
                    <a:pt x="3153204" y="1223147"/>
                  </a:lnTo>
                  <a:lnTo>
                    <a:pt x="3237925" y="1225698"/>
                  </a:lnTo>
                  <a:lnTo>
                    <a:pt x="3327672" y="1227957"/>
                  </a:lnTo>
                  <a:lnTo>
                    <a:pt x="3420332" y="1229931"/>
                  </a:lnTo>
                  <a:lnTo>
                    <a:pt x="3512675" y="1231614"/>
                  </a:lnTo>
                  <a:lnTo>
                    <a:pt x="3600505" y="1232999"/>
                  </a:lnTo>
                  <a:lnTo>
                    <a:pt x="3679178" y="1234084"/>
                  </a:lnTo>
                  <a:lnTo>
                    <a:pt x="3744447" y="1234879"/>
                  </a:lnTo>
                  <a:lnTo>
                    <a:pt x="3793431" y="1235408"/>
                  </a:lnTo>
                  <a:lnTo>
                    <a:pt x="3825406" y="1235717"/>
                  </a:lnTo>
                  <a:lnTo>
                    <a:pt x="3842129" y="1235862"/>
                  </a:lnTo>
                  <a:lnTo>
                    <a:pt x="3847688" y="1235906"/>
                  </a:lnTo>
                  <a:lnTo>
                    <a:pt x="3848118" y="1235909"/>
                  </a:lnTo>
                  <a:lnTo>
                    <a:pt x="4386855" y="1235909"/>
                  </a:lnTo>
                  <a:lnTo>
                    <a:pt x="4388130" y="1235868"/>
                  </a:lnTo>
                  <a:lnTo>
                    <a:pt x="4396448" y="1235581"/>
                  </a:lnTo>
                  <a:lnTo>
                    <a:pt x="4417200" y="1234785"/>
                  </a:lnTo>
                  <a:lnTo>
                    <a:pt x="4453750" y="1233224"/>
                  </a:lnTo>
                  <a:lnTo>
                    <a:pt x="4507113" y="1230671"/>
                  </a:lnTo>
                  <a:lnTo>
                    <a:pt x="4575932" y="1226963"/>
                  </a:lnTo>
                  <a:lnTo>
                    <a:pt x="4656929" y="1222008"/>
                  </a:lnTo>
                  <a:lnTo>
                    <a:pt x="4745746" y="1215784"/>
                  </a:lnTo>
                  <a:lnTo>
                    <a:pt x="4837880" y="1208311"/>
                  </a:lnTo>
                  <a:lnTo>
                    <a:pt x="4929432" y="1199618"/>
                  </a:lnTo>
                  <a:lnTo>
                    <a:pt x="5017503" y="1189716"/>
                  </a:lnTo>
                  <a:lnTo>
                    <a:pt x="5100283" y="1178575"/>
                  </a:lnTo>
                  <a:lnTo>
                    <a:pt x="5176923" y="1166112"/>
                  </a:lnTo>
                  <a:lnTo>
                    <a:pt x="5247309" y="1152189"/>
                  </a:lnTo>
                  <a:lnTo>
                    <a:pt x="5311838" y="1136612"/>
                  </a:lnTo>
                  <a:lnTo>
                    <a:pt x="5371223" y="1119138"/>
                  </a:lnTo>
                  <a:lnTo>
                    <a:pt x="5426347" y="1099492"/>
                  </a:lnTo>
                  <a:lnTo>
                    <a:pt x="5478156" y="1077389"/>
                  </a:lnTo>
                  <a:lnTo>
                    <a:pt x="5527569" y="1052580"/>
                  </a:lnTo>
                  <a:lnTo>
                    <a:pt x="5567201" y="1029924"/>
                  </a:lnTo>
                  <a:lnTo>
                    <a:pt x="5613119" y="1000670"/>
                  </a:lnTo>
                  <a:lnTo>
                    <a:pt x="5658588" y="968641"/>
                  </a:lnTo>
                  <a:lnTo>
                    <a:pt x="5704028" y="933788"/>
                  </a:lnTo>
                  <a:lnTo>
                    <a:pt x="5749734" y="896146"/>
                  </a:lnTo>
                  <a:lnTo>
                    <a:pt x="5795897" y="855840"/>
                  </a:lnTo>
                  <a:lnTo>
                    <a:pt x="5842611" y="813090"/>
                  </a:lnTo>
                  <a:lnTo>
                    <a:pt x="5889887" y="768217"/>
                  </a:lnTo>
                  <a:lnTo>
                    <a:pt x="5937663" y="721632"/>
                  </a:lnTo>
                  <a:lnTo>
                    <a:pt x="5985818" y="673824"/>
                  </a:lnTo>
                  <a:lnTo>
                    <a:pt x="6034188" y="625344"/>
                  </a:lnTo>
                  <a:lnTo>
                    <a:pt x="6082588" y="576774"/>
                  </a:lnTo>
                  <a:lnTo>
                    <a:pt x="6130827" y="528702"/>
                  </a:lnTo>
                  <a:lnTo>
                    <a:pt x="6178733" y="481690"/>
                  </a:lnTo>
                  <a:lnTo>
                    <a:pt x="6226170" y="436249"/>
                  </a:lnTo>
                  <a:lnTo>
                    <a:pt x="6273058" y="392816"/>
                  </a:lnTo>
                  <a:lnTo>
                    <a:pt x="6319382" y="351739"/>
                  </a:lnTo>
                  <a:lnTo>
                    <a:pt x="6365212" y="313270"/>
                  </a:lnTo>
                  <a:lnTo>
                    <a:pt x="6410706" y="277562"/>
                  </a:lnTo>
                  <a:lnTo>
                    <a:pt x="6456128" y="244676"/>
                  </a:lnTo>
                  <a:lnTo>
                    <a:pt x="6501857" y="214588"/>
                  </a:lnTo>
                  <a:lnTo>
                    <a:pt x="6515891" y="205984"/>
                  </a:lnTo>
                  <a:lnTo>
                    <a:pt x="6563944" y="178832"/>
                  </a:lnTo>
                  <a:lnTo>
                    <a:pt x="6613709" y="154505"/>
                  </a:lnTo>
                  <a:lnTo>
                    <a:pt x="6666024" y="132847"/>
                  </a:lnTo>
                  <a:lnTo>
                    <a:pt x="6721819" y="113598"/>
                  </a:lnTo>
                  <a:lnTo>
                    <a:pt x="6782035" y="96472"/>
                  </a:lnTo>
                  <a:lnTo>
                    <a:pt x="6847533" y="81197"/>
                  </a:lnTo>
                  <a:lnTo>
                    <a:pt x="6918985" y="67539"/>
                  </a:lnTo>
                  <a:lnTo>
                    <a:pt x="6996714" y="55313"/>
                  </a:lnTo>
                  <a:lnTo>
                    <a:pt x="7080495" y="44391"/>
                  </a:lnTo>
                  <a:lnTo>
                    <a:pt x="7169327" y="34699"/>
                  </a:lnTo>
                  <a:lnTo>
                    <a:pt x="7261218" y="26216"/>
                  </a:lnTo>
                  <a:lnTo>
                    <a:pt x="7353081" y="18956"/>
                  </a:lnTo>
                  <a:lnTo>
                    <a:pt x="7440874" y="12951"/>
                  </a:lnTo>
                  <a:lnTo>
                    <a:pt x="7520056" y="8216"/>
                  </a:lnTo>
                  <a:lnTo>
                    <a:pt x="7586390" y="4716"/>
                  </a:lnTo>
                  <a:lnTo>
                    <a:pt x="7636876" y="2349"/>
                  </a:lnTo>
                  <a:lnTo>
                    <a:pt x="7670550" y="938"/>
                  </a:lnTo>
                  <a:lnTo>
                    <a:pt x="7688848" y="249"/>
                  </a:lnTo>
                  <a:lnTo>
                    <a:pt x="7695509" y="2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9" name="pl1219"/>
            <p:cNvSpPr/>
            <p:nvPr/>
          </p:nvSpPr>
          <p:spPr>
            <a:xfrm>
              <a:off x="546595" y="3434612"/>
              <a:ext cx="8234974" cy="1235909"/>
            </a:xfrm>
            <a:custGeom>
              <a:avLst/>
              <a:pathLst>
                <a:path w="8234974" h="1235909">
                  <a:moveTo>
                    <a:pt x="8234974" y="0"/>
                  </a:moveTo>
                  <a:lnTo>
                    <a:pt x="7696237" y="0"/>
                  </a:lnTo>
                  <a:lnTo>
                    <a:pt x="7694963" y="40"/>
                  </a:lnTo>
                  <a:lnTo>
                    <a:pt x="7686645" y="328"/>
                  </a:lnTo>
                  <a:lnTo>
                    <a:pt x="7665892" y="1123"/>
                  </a:lnTo>
                  <a:lnTo>
                    <a:pt x="7629343" y="2684"/>
                  </a:lnTo>
                  <a:lnTo>
                    <a:pt x="7575979" y="5237"/>
                  </a:lnTo>
                  <a:lnTo>
                    <a:pt x="7507160" y="8945"/>
                  </a:lnTo>
                  <a:lnTo>
                    <a:pt x="7426163" y="13900"/>
                  </a:lnTo>
                  <a:lnTo>
                    <a:pt x="7337347" y="20124"/>
                  </a:lnTo>
                  <a:lnTo>
                    <a:pt x="7245212" y="27597"/>
                  </a:lnTo>
                  <a:lnTo>
                    <a:pt x="7153661" y="36290"/>
                  </a:lnTo>
                  <a:lnTo>
                    <a:pt x="7065590" y="46192"/>
                  </a:lnTo>
                  <a:lnTo>
                    <a:pt x="6982809" y="57333"/>
                  </a:lnTo>
                  <a:lnTo>
                    <a:pt x="6906170" y="69796"/>
                  </a:lnTo>
                  <a:lnTo>
                    <a:pt x="6835784" y="83719"/>
                  </a:lnTo>
                  <a:lnTo>
                    <a:pt x="6771255" y="99297"/>
                  </a:lnTo>
                  <a:lnTo>
                    <a:pt x="6711870" y="116770"/>
                  </a:lnTo>
                  <a:lnTo>
                    <a:pt x="6656745" y="136416"/>
                  </a:lnTo>
                  <a:lnTo>
                    <a:pt x="6604937" y="158520"/>
                  </a:lnTo>
                  <a:lnTo>
                    <a:pt x="6555523" y="183328"/>
                  </a:lnTo>
                  <a:lnTo>
                    <a:pt x="6515891" y="205984"/>
                  </a:lnTo>
                  <a:lnTo>
                    <a:pt x="6469973" y="235238"/>
                  </a:lnTo>
                  <a:lnTo>
                    <a:pt x="6424504" y="267267"/>
                  </a:lnTo>
                  <a:lnTo>
                    <a:pt x="6379065" y="302120"/>
                  </a:lnTo>
                  <a:lnTo>
                    <a:pt x="6333359" y="339762"/>
                  </a:lnTo>
                  <a:lnTo>
                    <a:pt x="6287196" y="380068"/>
                  </a:lnTo>
                  <a:lnTo>
                    <a:pt x="6240482" y="422818"/>
                  </a:lnTo>
                  <a:lnTo>
                    <a:pt x="6193205" y="467691"/>
                  </a:lnTo>
                  <a:lnTo>
                    <a:pt x="6145430" y="514277"/>
                  </a:lnTo>
                  <a:lnTo>
                    <a:pt x="6097275" y="562084"/>
                  </a:lnTo>
                  <a:lnTo>
                    <a:pt x="6048904" y="610564"/>
                  </a:lnTo>
                  <a:lnTo>
                    <a:pt x="6000505" y="659134"/>
                  </a:lnTo>
                  <a:lnTo>
                    <a:pt x="5952266" y="707206"/>
                  </a:lnTo>
                  <a:lnTo>
                    <a:pt x="5904360" y="754218"/>
                  </a:lnTo>
                  <a:lnTo>
                    <a:pt x="5856922" y="799659"/>
                  </a:lnTo>
                  <a:lnTo>
                    <a:pt x="5810035" y="843092"/>
                  </a:lnTo>
                  <a:lnTo>
                    <a:pt x="5763710" y="884169"/>
                  </a:lnTo>
                  <a:lnTo>
                    <a:pt x="5717881" y="922638"/>
                  </a:lnTo>
                  <a:lnTo>
                    <a:pt x="5672387" y="958346"/>
                  </a:lnTo>
                  <a:lnTo>
                    <a:pt x="5626965" y="991233"/>
                  </a:lnTo>
                  <a:lnTo>
                    <a:pt x="5581236" y="1021320"/>
                  </a:lnTo>
                  <a:lnTo>
                    <a:pt x="5567201" y="1029924"/>
                  </a:lnTo>
                  <a:lnTo>
                    <a:pt x="5519149" y="1057076"/>
                  </a:lnTo>
                  <a:lnTo>
                    <a:pt x="5469383" y="1081403"/>
                  </a:lnTo>
                  <a:lnTo>
                    <a:pt x="5417068" y="1103061"/>
                  </a:lnTo>
                  <a:lnTo>
                    <a:pt x="5361273" y="1122311"/>
                  </a:lnTo>
                  <a:lnTo>
                    <a:pt x="5301058" y="1139437"/>
                  </a:lnTo>
                  <a:lnTo>
                    <a:pt x="5235559" y="1154712"/>
                  </a:lnTo>
                  <a:lnTo>
                    <a:pt x="5164107" y="1168369"/>
                  </a:lnTo>
                  <a:lnTo>
                    <a:pt x="5086379" y="1180595"/>
                  </a:lnTo>
                  <a:lnTo>
                    <a:pt x="5002597" y="1191517"/>
                  </a:lnTo>
                  <a:lnTo>
                    <a:pt x="4913765" y="1201209"/>
                  </a:lnTo>
                  <a:lnTo>
                    <a:pt x="4821875" y="1209693"/>
                  </a:lnTo>
                  <a:lnTo>
                    <a:pt x="4730011" y="1216952"/>
                  </a:lnTo>
                  <a:lnTo>
                    <a:pt x="4642219" y="1222957"/>
                  </a:lnTo>
                  <a:lnTo>
                    <a:pt x="4563036" y="1227693"/>
                  </a:lnTo>
                  <a:lnTo>
                    <a:pt x="4496703" y="1231192"/>
                  </a:lnTo>
                  <a:lnTo>
                    <a:pt x="4446216" y="1233559"/>
                  </a:lnTo>
                  <a:lnTo>
                    <a:pt x="4412543" y="1234971"/>
                  </a:lnTo>
                  <a:lnTo>
                    <a:pt x="4394245" y="1235660"/>
                  </a:lnTo>
                  <a:lnTo>
                    <a:pt x="4387583" y="1235886"/>
                  </a:lnTo>
                  <a:lnTo>
                    <a:pt x="4386855" y="1235909"/>
                  </a:lnTo>
                  <a:lnTo>
                    <a:pt x="3848118" y="1235909"/>
                  </a:lnTo>
                  <a:lnTo>
                    <a:pt x="3846817" y="1235899"/>
                  </a:lnTo>
                  <a:lnTo>
                    <a:pt x="3838328" y="1235831"/>
                  </a:lnTo>
                  <a:lnTo>
                    <a:pt x="3817166" y="1235641"/>
                  </a:lnTo>
                  <a:lnTo>
                    <a:pt x="3779937" y="1235268"/>
                  </a:lnTo>
                  <a:lnTo>
                    <a:pt x="3725664" y="1234660"/>
                  </a:lnTo>
                  <a:lnTo>
                    <a:pt x="3655806" y="1233777"/>
                  </a:lnTo>
                  <a:lnTo>
                    <a:pt x="3573770" y="1232598"/>
                  </a:lnTo>
                  <a:lnTo>
                    <a:pt x="3484035" y="1231119"/>
                  </a:lnTo>
                  <a:lnTo>
                    <a:pt x="3391180" y="1229344"/>
                  </a:lnTo>
                  <a:lnTo>
                    <a:pt x="3299137" y="1227281"/>
                  </a:lnTo>
                  <a:lnTo>
                    <a:pt x="3210789" y="1224931"/>
                  </a:lnTo>
                  <a:lnTo>
                    <a:pt x="3127906" y="1222287"/>
                  </a:lnTo>
                  <a:lnTo>
                    <a:pt x="3051285" y="1219327"/>
                  </a:lnTo>
                  <a:lnTo>
                    <a:pt x="2980988" y="1216018"/>
                  </a:lnTo>
                  <a:lnTo>
                    <a:pt x="2916571" y="1212312"/>
                  </a:lnTo>
                  <a:lnTo>
                    <a:pt x="2857282" y="1208150"/>
                  </a:lnTo>
                  <a:lnTo>
                    <a:pt x="2802207" y="1203466"/>
                  </a:lnTo>
                  <a:lnTo>
                    <a:pt x="2750378" y="1198192"/>
                  </a:lnTo>
                  <a:lnTo>
                    <a:pt x="2700866" y="1192272"/>
                  </a:lnTo>
                  <a:lnTo>
                    <a:pt x="2667772" y="1187815"/>
                  </a:lnTo>
                  <a:lnTo>
                    <a:pt x="2615503" y="1179983"/>
                  </a:lnTo>
                  <a:lnTo>
                    <a:pt x="2563735" y="1171306"/>
                  </a:lnTo>
                  <a:lnTo>
                    <a:pt x="2511886" y="1161774"/>
                  </a:lnTo>
                  <a:lnTo>
                    <a:pt x="2459576" y="1151410"/>
                  </a:lnTo>
                  <a:lnTo>
                    <a:pt x="2406593" y="1140273"/>
                  </a:lnTo>
                  <a:lnTo>
                    <a:pt x="2352877" y="1128461"/>
                  </a:lnTo>
                  <a:lnTo>
                    <a:pt x="2298494" y="1116107"/>
                  </a:lnTo>
                  <a:lnTo>
                    <a:pt x="2243617" y="1103381"/>
                  </a:lnTo>
                  <a:lnTo>
                    <a:pt x="2188487" y="1090470"/>
                  </a:lnTo>
                  <a:lnTo>
                    <a:pt x="2133383" y="1077578"/>
                  </a:lnTo>
                  <a:lnTo>
                    <a:pt x="2078578" y="1064905"/>
                  </a:lnTo>
                  <a:lnTo>
                    <a:pt x="2024305" y="1052637"/>
                  </a:lnTo>
                  <a:lnTo>
                    <a:pt x="1970718" y="1040937"/>
                  </a:lnTo>
                  <a:lnTo>
                    <a:pt x="1917864" y="1029932"/>
                  </a:lnTo>
                  <a:lnTo>
                    <a:pt x="1865657" y="1019714"/>
                  </a:lnTo>
                  <a:lnTo>
                    <a:pt x="1813857" y="1010335"/>
                  </a:lnTo>
                  <a:lnTo>
                    <a:pt x="1762047" y="1001810"/>
                  </a:lnTo>
                  <a:lnTo>
                    <a:pt x="1719082" y="995442"/>
                  </a:lnTo>
                  <a:lnTo>
                    <a:pt x="1670683" y="989060"/>
                  </a:lnTo>
                  <a:lnTo>
                    <a:pt x="1620540" y="983346"/>
                  </a:lnTo>
                  <a:lnTo>
                    <a:pt x="1567799" y="978264"/>
                  </a:lnTo>
                  <a:lnTo>
                    <a:pt x="1511507" y="973751"/>
                  </a:lnTo>
                  <a:lnTo>
                    <a:pt x="1450705" y="969739"/>
                  </a:lnTo>
                  <a:lnTo>
                    <a:pt x="1384517" y="966163"/>
                  </a:lnTo>
                  <a:lnTo>
                    <a:pt x="1312269" y="962968"/>
                  </a:lnTo>
                  <a:lnTo>
                    <a:pt x="1233651" y="960110"/>
                  </a:lnTo>
                  <a:lnTo>
                    <a:pt x="1148929" y="957560"/>
                  </a:lnTo>
                  <a:lnTo>
                    <a:pt x="1059183" y="955300"/>
                  </a:lnTo>
                  <a:lnTo>
                    <a:pt x="966522" y="953326"/>
                  </a:lnTo>
                  <a:lnTo>
                    <a:pt x="874180" y="951643"/>
                  </a:lnTo>
                  <a:lnTo>
                    <a:pt x="786350" y="950258"/>
                  </a:lnTo>
                  <a:lnTo>
                    <a:pt x="707676" y="949173"/>
                  </a:lnTo>
                  <a:lnTo>
                    <a:pt x="642408" y="948379"/>
                  </a:lnTo>
                  <a:lnTo>
                    <a:pt x="593424" y="947849"/>
                  </a:lnTo>
                  <a:lnTo>
                    <a:pt x="561449" y="947540"/>
                  </a:lnTo>
                  <a:lnTo>
                    <a:pt x="544726" y="947395"/>
                  </a:lnTo>
                  <a:lnTo>
                    <a:pt x="539166" y="947352"/>
                  </a:lnTo>
                  <a:lnTo>
                    <a:pt x="538736" y="947348"/>
                  </a:lnTo>
                  <a:lnTo>
                    <a:pt x="0" y="9473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0" name="pg1220"/>
            <p:cNvSpPr/>
            <p:nvPr/>
          </p:nvSpPr>
          <p:spPr>
            <a:xfrm>
              <a:off x="546595" y="489119"/>
              <a:ext cx="8234974" cy="4573408"/>
            </a:xfrm>
            <a:custGeom>
              <a:avLst/>
              <a:pathLst>
                <a:path w="8234974" h="4573408">
                  <a:moveTo>
                    <a:pt x="0" y="3925509"/>
                  </a:moveTo>
                  <a:lnTo>
                    <a:pt x="538736" y="3925509"/>
                  </a:lnTo>
                  <a:lnTo>
                    <a:pt x="540031" y="3925530"/>
                  </a:lnTo>
                  <a:lnTo>
                    <a:pt x="548480" y="3925683"/>
                  </a:lnTo>
                  <a:lnTo>
                    <a:pt x="569544" y="3926107"/>
                  </a:lnTo>
                  <a:lnTo>
                    <a:pt x="606612" y="3926939"/>
                  </a:lnTo>
                  <a:lnTo>
                    <a:pt x="660670" y="3928299"/>
                  </a:lnTo>
                  <a:lnTo>
                    <a:pt x="730283" y="3930273"/>
                  </a:lnTo>
                  <a:lnTo>
                    <a:pt x="812073" y="3932908"/>
                  </a:lnTo>
                  <a:lnTo>
                    <a:pt x="901592" y="3936215"/>
                  </a:lnTo>
                  <a:lnTo>
                    <a:pt x="994278" y="3940184"/>
                  </a:lnTo>
                  <a:lnTo>
                    <a:pt x="1086206" y="3944799"/>
                  </a:lnTo>
                  <a:lnTo>
                    <a:pt x="1174490" y="3950055"/>
                  </a:lnTo>
                  <a:lnTo>
                    <a:pt x="1257351" y="3955969"/>
                  </a:lnTo>
                  <a:lnTo>
                    <a:pt x="1333976" y="3962587"/>
                  </a:lnTo>
                  <a:lnTo>
                    <a:pt x="1404295" y="3969986"/>
                  </a:lnTo>
                  <a:lnTo>
                    <a:pt x="1468738" y="3978270"/>
                  </a:lnTo>
                  <a:lnTo>
                    <a:pt x="1528050" y="3987571"/>
                  </a:lnTo>
                  <a:lnTo>
                    <a:pt x="1583136" y="3998036"/>
                  </a:lnTo>
                  <a:lnTo>
                    <a:pt x="1634959" y="4009817"/>
                  </a:lnTo>
                  <a:lnTo>
                    <a:pt x="1684447" y="4023041"/>
                  </a:lnTo>
                  <a:lnTo>
                    <a:pt x="1719082" y="4033492"/>
                  </a:lnTo>
                  <a:lnTo>
                    <a:pt x="1769465" y="4050407"/>
                  </a:lnTo>
                  <a:lnTo>
                    <a:pt x="1819360" y="4069080"/>
                  </a:lnTo>
                  <a:lnTo>
                    <a:pt x="1869298" y="4089536"/>
                  </a:lnTo>
                  <a:lnTo>
                    <a:pt x="1919635" y="4111737"/>
                  </a:lnTo>
                  <a:lnTo>
                    <a:pt x="1970579" y="4135574"/>
                  </a:lnTo>
                  <a:lnTo>
                    <a:pt x="2022203" y="4160862"/>
                  </a:lnTo>
                  <a:lnTo>
                    <a:pt x="2074470" y="4187345"/>
                  </a:lnTo>
                  <a:lnTo>
                    <a:pt x="2127244" y="4214701"/>
                  </a:lnTo>
                  <a:lnTo>
                    <a:pt x="2180323" y="4242560"/>
                  </a:lnTo>
                  <a:lnTo>
                    <a:pt x="2233465" y="4270519"/>
                  </a:lnTo>
                  <a:lnTo>
                    <a:pt x="2286419" y="4298172"/>
                  </a:lnTo>
                  <a:lnTo>
                    <a:pt x="2338957" y="4325129"/>
                  </a:lnTo>
                  <a:lnTo>
                    <a:pt x="2390909" y="4351043"/>
                  </a:lnTo>
                  <a:lnTo>
                    <a:pt x="2442187" y="4375622"/>
                  </a:lnTo>
                  <a:lnTo>
                    <a:pt x="2492806" y="4398648"/>
                  </a:lnTo>
                  <a:lnTo>
                    <a:pt x="2542905" y="4419974"/>
                  </a:lnTo>
                  <a:lnTo>
                    <a:pt x="2592767" y="4439527"/>
                  </a:lnTo>
                  <a:lnTo>
                    <a:pt x="2642831" y="4457302"/>
                  </a:lnTo>
                  <a:lnTo>
                    <a:pt x="2667772" y="4465425"/>
                  </a:lnTo>
                  <a:lnTo>
                    <a:pt x="2716090" y="4479732"/>
                  </a:lnTo>
                  <a:lnTo>
                    <a:pt x="2766143" y="4492542"/>
                  </a:lnTo>
                  <a:lnTo>
                    <a:pt x="2818784" y="4503940"/>
                  </a:lnTo>
                  <a:lnTo>
                    <a:pt x="2874958" y="4514063"/>
                  </a:lnTo>
                  <a:lnTo>
                    <a:pt x="2935621" y="4523064"/>
                  </a:lnTo>
                  <a:lnTo>
                    <a:pt x="3001646" y="4531088"/>
                  </a:lnTo>
                  <a:lnTo>
                    <a:pt x="3073706" y="4538259"/>
                  </a:lnTo>
                  <a:lnTo>
                    <a:pt x="3152113" y="4544674"/>
                  </a:lnTo>
                  <a:lnTo>
                    <a:pt x="3236613" y="4550400"/>
                  </a:lnTo>
                  <a:lnTo>
                    <a:pt x="3326144" y="4555476"/>
                  </a:lnTo>
                  <a:lnTo>
                    <a:pt x="3418624" y="4559910"/>
                  </a:lnTo>
                  <a:lnTo>
                    <a:pt x="3510856" y="4563696"/>
                  </a:lnTo>
                  <a:lnTo>
                    <a:pt x="3598681" y="4566815"/>
                  </a:lnTo>
                  <a:lnTo>
                    <a:pt x="3677480" y="4569263"/>
                  </a:lnTo>
                  <a:lnTo>
                    <a:pt x="3743005" y="4571058"/>
                  </a:lnTo>
                  <a:lnTo>
                    <a:pt x="3792347" y="4572259"/>
                  </a:lnTo>
                  <a:lnTo>
                    <a:pt x="3824723" y="4572964"/>
                  </a:lnTo>
                  <a:lnTo>
                    <a:pt x="3841815" y="4573298"/>
                  </a:lnTo>
                  <a:lnTo>
                    <a:pt x="3847627" y="4573400"/>
                  </a:lnTo>
                  <a:lnTo>
                    <a:pt x="3848118" y="4573408"/>
                  </a:lnTo>
                  <a:lnTo>
                    <a:pt x="4386855" y="4573408"/>
                  </a:lnTo>
                  <a:lnTo>
                    <a:pt x="4387737" y="4573306"/>
                  </a:lnTo>
                  <a:lnTo>
                    <a:pt x="4393544" y="4572578"/>
                  </a:lnTo>
                  <a:lnTo>
                    <a:pt x="4408208" y="4570567"/>
                  </a:lnTo>
                  <a:lnTo>
                    <a:pt x="4434482" y="4566606"/>
                  </a:lnTo>
                  <a:lnTo>
                    <a:pt x="4473752" y="4560078"/>
                  </a:lnTo>
                  <a:lnTo>
                    <a:pt x="4525925" y="4550472"/>
                  </a:lnTo>
                  <a:lnTo>
                    <a:pt x="4589537" y="4537435"/>
                  </a:lnTo>
                  <a:lnTo>
                    <a:pt x="4662084" y="4520783"/>
                  </a:lnTo>
                  <a:lnTo>
                    <a:pt x="4740508" y="4500476"/>
                  </a:lnTo>
                  <a:lnTo>
                    <a:pt x="4821701" y="4476567"/>
                  </a:lnTo>
                  <a:lnTo>
                    <a:pt x="4902906" y="4449135"/>
                  </a:lnTo>
                  <a:lnTo>
                    <a:pt x="4981955" y="4418226"/>
                  </a:lnTo>
                  <a:lnTo>
                    <a:pt x="5057349" y="4383805"/>
                  </a:lnTo>
                  <a:lnTo>
                    <a:pt x="5128213" y="4345728"/>
                  </a:lnTo>
                  <a:lnTo>
                    <a:pt x="5194199" y="4303727"/>
                  </a:lnTo>
                  <a:lnTo>
                    <a:pt x="5255351" y="4257406"/>
                  </a:lnTo>
                  <a:lnTo>
                    <a:pt x="5311993" y="4206249"/>
                  </a:lnTo>
                  <a:lnTo>
                    <a:pt x="5364629" y="4149634"/>
                  </a:lnTo>
                  <a:lnTo>
                    <a:pt x="5413862" y="4086862"/>
                  </a:lnTo>
                  <a:lnTo>
                    <a:pt x="5460342" y="4017200"/>
                  </a:lnTo>
                  <a:lnTo>
                    <a:pt x="5504712" y="3939973"/>
                  </a:lnTo>
                  <a:lnTo>
                    <a:pt x="5547571" y="3854689"/>
                  </a:lnTo>
                  <a:lnTo>
                    <a:pt x="5567201" y="3812081"/>
                  </a:lnTo>
                  <a:lnTo>
                    <a:pt x="5596101" y="3745400"/>
                  </a:lnTo>
                  <a:lnTo>
                    <a:pt x="5624751" y="3674724"/>
                  </a:lnTo>
                  <a:lnTo>
                    <a:pt x="5653274" y="3599972"/>
                  </a:lnTo>
                  <a:lnTo>
                    <a:pt x="5681772" y="3521107"/>
                  </a:lnTo>
                  <a:lnTo>
                    <a:pt x="5710325" y="3438135"/>
                  </a:lnTo>
                  <a:lnTo>
                    <a:pt x="5738998" y="3351111"/>
                  </a:lnTo>
                  <a:lnTo>
                    <a:pt x="5767839" y="3260146"/>
                  </a:lnTo>
                  <a:lnTo>
                    <a:pt x="5796880" y="3165404"/>
                  </a:lnTo>
                  <a:lnTo>
                    <a:pt x="5826141" y="3067106"/>
                  </a:lnTo>
                  <a:lnTo>
                    <a:pt x="5855627" y="2965529"/>
                  </a:lnTo>
                  <a:lnTo>
                    <a:pt x="5885331" y="2861006"/>
                  </a:lnTo>
                  <a:lnTo>
                    <a:pt x="5915237" y="2753921"/>
                  </a:lnTo>
                  <a:lnTo>
                    <a:pt x="5945318" y="2644705"/>
                  </a:lnTo>
                  <a:lnTo>
                    <a:pt x="5975540" y="2533829"/>
                  </a:lnTo>
                  <a:lnTo>
                    <a:pt x="6005862" y="2421794"/>
                  </a:lnTo>
                  <a:lnTo>
                    <a:pt x="6036239" y="2309127"/>
                  </a:lnTo>
                  <a:lnTo>
                    <a:pt x="6066625" y="2196366"/>
                  </a:lnTo>
                  <a:lnTo>
                    <a:pt x="6096971" y="2084050"/>
                  </a:lnTo>
                  <a:lnTo>
                    <a:pt x="6127233" y="1972710"/>
                  </a:lnTo>
                  <a:lnTo>
                    <a:pt x="6157367" y="1862859"/>
                  </a:lnTo>
                  <a:lnTo>
                    <a:pt x="6187338" y="1754979"/>
                  </a:lnTo>
                  <a:lnTo>
                    <a:pt x="6217115" y="1649515"/>
                  </a:lnTo>
                  <a:lnTo>
                    <a:pt x="6246678" y="1546869"/>
                  </a:lnTo>
                  <a:lnTo>
                    <a:pt x="6276018" y="1447391"/>
                  </a:lnTo>
                  <a:lnTo>
                    <a:pt x="6305134" y="1351378"/>
                  </a:lnTo>
                  <a:lnTo>
                    <a:pt x="6334042" y="1259073"/>
                  </a:lnTo>
                  <a:lnTo>
                    <a:pt x="6362769" y="1170657"/>
                  </a:lnTo>
                  <a:lnTo>
                    <a:pt x="6391358" y="1086261"/>
                  </a:lnTo>
                  <a:lnTo>
                    <a:pt x="6419866" y="1005958"/>
                  </a:lnTo>
                  <a:lnTo>
                    <a:pt x="6448370" y="929772"/>
                  </a:lnTo>
                  <a:lnTo>
                    <a:pt x="6476963" y="857679"/>
                  </a:lnTo>
                  <a:lnTo>
                    <a:pt x="6505760" y="789614"/>
                  </a:lnTo>
                  <a:lnTo>
                    <a:pt x="6515891" y="766771"/>
                  </a:lnTo>
                  <a:lnTo>
                    <a:pt x="6558223" y="677661"/>
                  </a:lnTo>
                  <a:lnTo>
                    <a:pt x="6601819" y="596716"/>
                  </a:lnTo>
                  <a:lnTo>
                    <a:pt x="6647235" y="523601"/>
                  </a:lnTo>
                  <a:lnTo>
                    <a:pt x="6695102" y="457703"/>
                  </a:lnTo>
                  <a:lnTo>
                    <a:pt x="6746071" y="398305"/>
                  </a:lnTo>
                  <a:lnTo>
                    <a:pt x="6800773" y="344684"/>
                  </a:lnTo>
                  <a:lnTo>
                    <a:pt x="6859767" y="296177"/>
                  </a:lnTo>
                  <a:lnTo>
                    <a:pt x="6923472" y="252217"/>
                  </a:lnTo>
                  <a:lnTo>
                    <a:pt x="6992076" y="212349"/>
                  </a:lnTo>
                  <a:lnTo>
                    <a:pt x="7065429" y="176247"/>
                  </a:lnTo>
                  <a:lnTo>
                    <a:pt x="7142919" y="143710"/>
                  </a:lnTo>
                  <a:lnTo>
                    <a:pt x="7223347" y="114653"/>
                  </a:lnTo>
                  <a:lnTo>
                    <a:pt x="7304856" y="89091"/>
                  </a:lnTo>
                  <a:lnTo>
                    <a:pt x="7384946" y="67094"/>
                  </a:lnTo>
                  <a:lnTo>
                    <a:pt x="7460630" y="48734"/>
                  </a:lnTo>
                  <a:lnTo>
                    <a:pt x="7528770" y="34023"/>
                  </a:lnTo>
                  <a:lnTo>
                    <a:pt x="7586538" y="22849"/>
                  </a:lnTo>
                  <a:lnTo>
                    <a:pt x="7631929" y="14939"/>
                  </a:lnTo>
                  <a:lnTo>
                    <a:pt x="7664185" y="9852"/>
                  </a:lnTo>
                  <a:lnTo>
                    <a:pt x="7684004" y="7012"/>
                  </a:lnTo>
                  <a:lnTo>
                    <a:pt x="7693522" y="57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55" y="102"/>
                  </a:lnTo>
                  <a:lnTo>
                    <a:pt x="7689548" y="829"/>
                  </a:lnTo>
                  <a:lnTo>
                    <a:pt x="7674884" y="2841"/>
                  </a:lnTo>
                  <a:lnTo>
                    <a:pt x="7648610" y="6801"/>
                  </a:lnTo>
                  <a:lnTo>
                    <a:pt x="7609341" y="13330"/>
                  </a:lnTo>
                  <a:lnTo>
                    <a:pt x="7557168" y="22936"/>
                  </a:lnTo>
                  <a:lnTo>
                    <a:pt x="7493555" y="35973"/>
                  </a:lnTo>
                  <a:lnTo>
                    <a:pt x="7421008" y="52625"/>
                  </a:lnTo>
                  <a:lnTo>
                    <a:pt x="7342584" y="72932"/>
                  </a:lnTo>
                  <a:lnTo>
                    <a:pt x="7261391" y="96841"/>
                  </a:lnTo>
                  <a:lnTo>
                    <a:pt x="7180186" y="124272"/>
                  </a:lnTo>
                  <a:lnTo>
                    <a:pt x="7101137" y="155181"/>
                  </a:lnTo>
                  <a:lnTo>
                    <a:pt x="7025744" y="189602"/>
                  </a:lnTo>
                  <a:lnTo>
                    <a:pt x="6954879" y="227679"/>
                  </a:lnTo>
                  <a:lnTo>
                    <a:pt x="6888894" y="269681"/>
                  </a:lnTo>
                  <a:lnTo>
                    <a:pt x="6827742" y="316002"/>
                  </a:lnTo>
                  <a:lnTo>
                    <a:pt x="6771099" y="367159"/>
                  </a:lnTo>
                  <a:lnTo>
                    <a:pt x="6718464" y="423773"/>
                  </a:lnTo>
                  <a:lnTo>
                    <a:pt x="6669230" y="486546"/>
                  </a:lnTo>
                  <a:lnTo>
                    <a:pt x="6622751" y="556207"/>
                  </a:lnTo>
                  <a:lnTo>
                    <a:pt x="6578380" y="633435"/>
                  </a:lnTo>
                  <a:lnTo>
                    <a:pt x="6535521" y="718719"/>
                  </a:lnTo>
                  <a:lnTo>
                    <a:pt x="6515891" y="761327"/>
                  </a:lnTo>
                  <a:lnTo>
                    <a:pt x="6486992" y="828008"/>
                  </a:lnTo>
                  <a:lnTo>
                    <a:pt x="6458341" y="898684"/>
                  </a:lnTo>
                  <a:lnTo>
                    <a:pt x="6429818" y="973435"/>
                  </a:lnTo>
                  <a:lnTo>
                    <a:pt x="6401321" y="1052301"/>
                  </a:lnTo>
                  <a:lnTo>
                    <a:pt x="6372768" y="1135273"/>
                  </a:lnTo>
                  <a:lnTo>
                    <a:pt x="6344095" y="1222296"/>
                  </a:lnTo>
                  <a:lnTo>
                    <a:pt x="6315254" y="1313262"/>
                  </a:lnTo>
                  <a:lnTo>
                    <a:pt x="6286212" y="1408004"/>
                  </a:lnTo>
                  <a:lnTo>
                    <a:pt x="6256952" y="1506302"/>
                  </a:lnTo>
                  <a:lnTo>
                    <a:pt x="6227466" y="1607879"/>
                  </a:lnTo>
                  <a:lnTo>
                    <a:pt x="6197761" y="1712402"/>
                  </a:lnTo>
                  <a:lnTo>
                    <a:pt x="6167855" y="1819486"/>
                  </a:lnTo>
                  <a:lnTo>
                    <a:pt x="6137775" y="1928702"/>
                  </a:lnTo>
                  <a:lnTo>
                    <a:pt x="6107553" y="2039579"/>
                  </a:lnTo>
                  <a:lnTo>
                    <a:pt x="6077231" y="2151614"/>
                  </a:lnTo>
                  <a:lnTo>
                    <a:pt x="6046854" y="2264280"/>
                  </a:lnTo>
                  <a:lnTo>
                    <a:pt x="6016468" y="2377042"/>
                  </a:lnTo>
                  <a:lnTo>
                    <a:pt x="5986121" y="2489358"/>
                  </a:lnTo>
                  <a:lnTo>
                    <a:pt x="5955860" y="2600697"/>
                  </a:lnTo>
                  <a:lnTo>
                    <a:pt x="5925725" y="2710549"/>
                  </a:lnTo>
                  <a:lnTo>
                    <a:pt x="5895755" y="2818429"/>
                  </a:lnTo>
                  <a:lnTo>
                    <a:pt x="5865978" y="2923893"/>
                  </a:lnTo>
                  <a:lnTo>
                    <a:pt x="5836414" y="3026539"/>
                  </a:lnTo>
                  <a:lnTo>
                    <a:pt x="5807075" y="3126017"/>
                  </a:lnTo>
                  <a:lnTo>
                    <a:pt x="5777958" y="3222029"/>
                  </a:lnTo>
                  <a:lnTo>
                    <a:pt x="5749050" y="3314335"/>
                  </a:lnTo>
                  <a:lnTo>
                    <a:pt x="5720323" y="3402750"/>
                  </a:lnTo>
                  <a:lnTo>
                    <a:pt x="5691735" y="3487147"/>
                  </a:lnTo>
                  <a:lnTo>
                    <a:pt x="5663226" y="3567450"/>
                  </a:lnTo>
                  <a:lnTo>
                    <a:pt x="5634722" y="3643636"/>
                  </a:lnTo>
                  <a:lnTo>
                    <a:pt x="5606129" y="3715728"/>
                  </a:lnTo>
                  <a:lnTo>
                    <a:pt x="5577332" y="3783793"/>
                  </a:lnTo>
                  <a:lnTo>
                    <a:pt x="5567201" y="3806636"/>
                  </a:lnTo>
                  <a:lnTo>
                    <a:pt x="5524869" y="3895747"/>
                  </a:lnTo>
                  <a:lnTo>
                    <a:pt x="5481274" y="3976692"/>
                  </a:lnTo>
                  <a:lnTo>
                    <a:pt x="5435857" y="4049807"/>
                  </a:lnTo>
                  <a:lnTo>
                    <a:pt x="5387990" y="4115704"/>
                  </a:lnTo>
                  <a:lnTo>
                    <a:pt x="5337022" y="4175103"/>
                  </a:lnTo>
                  <a:lnTo>
                    <a:pt x="5282320" y="4228724"/>
                  </a:lnTo>
                  <a:lnTo>
                    <a:pt x="5223325" y="4277230"/>
                  </a:lnTo>
                  <a:lnTo>
                    <a:pt x="5159621" y="4321191"/>
                  </a:lnTo>
                  <a:lnTo>
                    <a:pt x="5091017" y="4361059"/>
                  </a:lnTo>
                  <a:lnTo>
                    <a:pt x="5017663" y="4397161"/>
                  </a:lnTo>
                  <a:lnTo>
                    <a:pt x="4940173" y="4429698"/>
                  </a:lnTo>
                  <a:lnTo>
                    <a:pt x="4859745" y="4458754"/>
                  </a:lnTo>
                  <a:lnTo>
                    <a:pt x="4778236" y="4484316"/>
                  </a:lnTo>
                  <a:lnTo>
                    <a:pt x="4698147" y="4506314"/>
                  </a:lnTo>
                  <a:lnTo>
                    <a:pt x="4622462" y="4524674"/>
                  </a:lnTo>
                  <a:lnTo>
                    <a:pt x="4554322" y="4539385"/>
                  </a:lnTo>
                  <a:lnTo>
                    <a:pt x="4496555" y="4550559"/>
                  </a:lnTo>
                  <a:lnTo>
                    <a:pt x="4451163" y="4558469"/>
                  </a:lnTo>
                  <a:lnTo>
                    <a:pt x="4418907" y="4563556"/>
                  </a:lnTo>
                  <a:lnTo>
                    <a:pt x="4399089" y="4566396"/>
                  </a:lnTo>
                  <a:lnTo>
                    <a:pt x="4389570" y="4567639"/>
                  </a:lnTo>
                  <a:lnTo>
                    <a:pt x="4386855" y="4567964"/>
                  </a:lnTo>
                  <a:lnTo>
                    <a:pt x="3848118" y="4567964"/>
                  </a:lnTo>
                  <a:lnTo>
                    <a:pt x="3846824" y="4567942"/>
                  </a:lnTo>
                  <a:lnTo>
                    <a:pt x="3838375" y="4567789"/>
                  </a:lnTo>
                  <a:lnTo>
                    <a:pt x="3817310" y="4567365"/>
                  </a:lnTo>
                  <a:lnTo>
                    <a:pt x="3780242" y="4566533"/>
                  </a:lnTo>
                  <a:lnTo>
                    <a:pt x="3726184" y="4565174"/>
                  </a:lnTo>
                  <a:lnTo>
                    <a:pt x="3656572" y="4563200"/>
                  </a:lnTo>
                  <a:lnTo>
                    <a:pt x="3574782" y="4560565"/>
                  </a:lnTo>
                  <a:lnTo>
                    <a:pt x="3485262" y="4557257"/>
                  </a:lnTo>
                  <a:lnTo>
                    <a:pt x="3392577" y="4553288"/>
                  </a:lnTo>
                  <a:lnTo>
                    <a:pt x="3300648" y="4548673"/>
                  </a:lnTo>
                  <a:lnTo>
                    <a:pt x="3212364" y="4543418"/>
                  </a:lnTo>
                  <a:lnTo>
                    <a:pt x="3129504" y="4537503"/>
                  </a:lnTo>
                  <a:lnTo>
                    <a:pt x="3052878" y="4530885"/>
                  </a:lnTo>
                  <a:lnTo>
                    <a:pt x="2982560" y="4523486"/>
                  </a:lnTo>
                  <a:lnTo>
                    <a:pt x="2918117" y="4515202"/>
                  </a:lnTo>
                  <a:lnTo>
                    <a:pt x="2858805" y="4505902"/>
                  </a:lnTo>
                  <a:lnTo>
                    <a:pt x="2803719" y="4495437"/>
                  </a:lnTo>
                  <a:lnTo>
                    <a:pt x="2751896" y="4483656"/>
                  </a:lnTo>
                  <a:lnTo>
                    <a:pt x="2702408" y="4470431"/>
                  </a:lnTo>
                  <a:lnTo>
                    <a:pt x="2667772" y="4459980"/>
                  </a:lnTo>
                  <a:lnTo>
                    <a:pt x="2617390" y="4443066"/>
                  </a:lnTo>
                  <a:lnTo>
                    <a:pt x="2567494" y="4424392"/>
                  </a:lnTo>
                  <a:lnTo>
                    <a:pt x="2517557" y="4403936"/>
                  </a:lnTo>
                  <a:lnTo>
                    <a:pt x="2467219" y="4381735"/>
                  </a:lnTo>
                  <a:lnTo>
                    <a:pt x="2416276" y="4357899"/>
                  </a:lnTo>
                  <a:lnTo>
                    <a:pt x="2364651" y="4332611"/>
                  </a:lnTo>
                  <a:lnTo>
                    <a:pt x="2312385" y="4306128"/>
                  </a:lnTo>
                  <a:lnTo>
                    <a:pt x="2259611" y="4278771"/>
                  </a:lnTo>
                  <a:lnTo>
                    <a:pt x="2206531" y="4250913"/>
                  </a:lnTo>
                  <a:lnTo>
                    <a:pt x="2153389" y="4222953"/>
                  </a:lnTo>
                  <a:lnTo>
                    <a:pt x="2100436" y="4195300"/>
                  </a:lnTo>
                  <a:lnTo>
                    <a:pt x="2047898" y="4168343"/>
                  </a:lnTo>
                  <a:lnTo>
                    <a:pt x="1995945" y="4142429"/>
                  </a:lnTo>
                  <a:lnTo>
                    <a:pt x="1944668" y="4117850"/>
                  </a:lnTo>
                  <a:lnTo>
                    <a:pt x="1894049" y="4094824"/>
                  </a:lnTo>
                  <a:lnTo>
                    <a:pt x="1843949" y="4073499"/>
                  </a:lnTo>
                  <a:lnTo>
                    <a:pt x="1794088" y="4053946"/>
                  </a:lnTo>
                  <a:lnTo>
                    <a:pt x="1744024" y="4036171"/>
                  </a:lnTo>
                  <a:lnTo>
                    <a:pt x="1719082" y="4028047"/>
                  </a:lnTo>
                  <a:lnTo>
                    <a:pt x="1670765" y="4013740"/>
                  </a:lnTo>
                  <a:lnTo>
                    <a:pt x="1620711" y="4000930"/>
                  </a:lnTo>
                  <a:lnTo>
                    <a:pt x="1568070" y="3989532"/>
                  </a:lnTo>
                  <a:lnTo>
                    <a:pt x="1511896" y="3979409"/>
                  </a:lnTo>
                  <a:lnTo>
                    <a:pt x="1451233" y="3970408"/>
                  </a:lnTo>
                  <a:lnTo>
                    <a:pt x="1385209" y="3962384"/>
                  </a:lnTo>
                  <a:lnTo>
                    <a:pt x="1313149" y="3955213"/>
                  </a:lnTo>
                  <a:lnTo>
                    <a:pt x="1234741" y="3948799"/>
                  </a:lnTo>
                  <a:lnTo>
                    <a:pt x="1150242" y="3943072"/>
                  </a:lnTo>
                  <a:lnTo>
                    <a:pt x="1060711" y="3937997"/>
                  </a:lnTo>
                  <a:lnTo>
                    <a:pt x="968231" y="3933562"/>
                  </a:lnTo>
                  <a:lnTo>
                    <a:pt x="875998" y="3929776"/>
                  </a:lnTo>
                  <a:lnTo>
                    <a:pt x="788173" y="3926657"/>
                  </a:lnTo>
                  <a:lnTo>
                    <a:pt x="709375" y="3924209"/>
                  </a:lnTo>
                  <a:lnTo>
                    <a:pt x="643850" y="3922414"/>
                  </a:lnTo>
                  <a:lnTo>
                    <a:pt x="594508" y="3921213"/>
                  </a:lnTo>
                  <a:lnTo>
                    <a:pt x="562131" y="3920509"/>
                  </a:lnTo>
                  <a:lnTo>
                    <a:pt x="545040" y="3920175"/>
                  </a:lnTo>
                  <a:lnTo>
                    <a:pt x="539227" y="3920072"/>
                  </a:lnTo>
                  <a:lnTo>
                    <a:pt x="538736" y="3920064"/>
                  </a:lnTo>
                  <a:lnTo>
                    <a:pt x="0" y="3920064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21" name="pl1221"/>
            <p:cNvSpPr/>
            <p:nvPr/>
          </p:nvSpPr>
          <p:spPr>
            <a:xfrm>
              <a:off x="546595" y="494564"/>
              <a:ext cx="8234974" cy="4567964"/>
            </a:xfrm>
            <a:custGeom>
              <a:avLst/>
              <a:pathLst>
                <a:path w="8234974" h="4567964">
                  <a:moveTo>
                    <a:pt x="0" y="3920064"/>
                  </a:moveTo>
                  <a:lnTo>
                    <a:pt x="538736" y="3920064"/>
                  </a:lnTo>
                  <a:lnTo>
                    <a:pt x="540031" y="3920086"/>
                  </a:lnTo>
                  <a:lnTo>
                    <a:pt x="548480" y="3920239"/>
                  </a:lnTo>
                  <a:lnTo>
                    <a:pt x="569544" y="3920663"/>
                  </a:lnTo>
                  <a:lnTo>
                    <a:pt x="606612" y="3921495"/>
                  </a:lnTo>
                  <a:lnTo>
                    <a:pt x="660670" y="3922854"/>
                  </a:lnTo>
                  <a:lnTo>
                    <a:pt x="730283" y="3924828"/>
                  </a:lnTo>
                  <a:lnTo>
                    <a:pt x="812073" y="3927463"/>
                  </a:lnTo>
                  <a:lnTo>
                    <a:pt x="901592" y="3930771"/>
                  </a:lnTo>
                  <a:lnTo>
                    <a:pt x="994278" y="3934740"/>
                  </a:lnTo>
                  <a:lnTo>
                    <a:pt x="1086206" y="3939354"/>
                  </a:lnTo>
                  <a:lnTo>
                    <a:pt x="1174490" y="3944610"/>
                  </a:lnTo>
                  <a:lnTo>
                    <a:pt x="1257351" y="3950524"/>
                  </a:lnTo>
                  <a:lnTo>
                    <a:pt x="1333976" y="3957143"/>
                  </a:lnTo>
                  <a:lnTo>
                    <a:pt x="1404295" y="3964541"/>
                  </a:lnTo>
                  <a:lnTo>
                    <a:pt x="1468738" y="3972826"/>
                  </a:lnTo>
                  <a:lnTo>
                    <a:pt x="1528050" y="3982126"/>
                  </a:lnTo>
                  <a:lnTo>
                    <a:pt x="1583136" y="3992591"/>
                  </a:lnTo>
                  <a:lnTo>
                    <a:pt x="1634959" y="4004372"/>
                  </a:lnTo>
                  <a:lnTo>
                    <a:pt x="1684447" y="4017597"/>
                  </a:lnTo>
                  <a:lnTo>
                    <a:pt x="1719082" y="4028047"/>
                  </a:lnTo>
                  <a:lnTo>
                    <a:pt x="1769465" y="4044962"/>
                  </a:lnTo>
                  <a:lnTo>
                    <a:pt x="1819360" y="4063635"/>
                  </a:lnTo>
                  <a:lnTo>
                    <a:pt x="1869298" y="4084092"/>
                  </a:lnTo>
                  <a:lnTo>
                    <a:pt x="1919635" y="4106293"/>
                  </a:lnTo>
                  <a:lnTo>
                    <a:pt x="1970579" y="4130129"/>
                  </a:lnTo>
                  <a:lnTo>
                    <a:pt x="2022203" y="4155417"/>
                  </a:lnTo>
                  <a:lnTo>
                    <a:pt x="2074470" y="4181900"/>
                  </a:lnTo>
                  <a:lnTo>
                    <a:pt x="2127244" y="4209257"/>
                  </a:lnTo>
                  <a:lnTo>
                    <a:pt x="2180323" y="4237115"/>
                  </a:lnTo>
                  <a:lnTo>
                    <a:pt x="2233465" y="4265075"/>
                  </a:lnTo>
                  <a:lnTo>
                    <a:pt x="2286419" y="4292728"/>
                  </a:lnTo>
                  <a:lnTo>
                    <a:pt x="2338957" y="4319685"/>
                  </a:lnTo>
                  <a:lnTo>
                    <a:pt x="2390909" y="4345598"/>
                  </a:lnTo>
                  <a:lnTo>
                    <a:pt x="2442187" y="4370178"/>
                  </a:lnTo>
                  <a:lnTo>
                    <a:pt x="2492806" y="4393203"/>
                  </a:lnTo>
                  <a:lnTo>
                    <a:pt x="2542905" y="4414529"/>
                  </a:lnTo>
                  <a:lnTo>
                    <a:pt x="2592767" y="4434082"/>
                  </a:lnTo>
                  <a:lnTo>
                    <a:pt x="2642831" y="4451857"/>
                  </a:lnTo>
                  <a:lnTo>
                    <a:pt x="2667772" y="4459980"/>
                  </a:lnTo>
                  <a:lnTo>
                    <a:pt x="2716090" y="4474288"/>
                  </a:lnTo>
                  <a:lnTo>
                    <a:pt x="2766143" y="4487098"/>
                  </a:lnTo>
                  <a:lnTo>
                    <a:pt x="2818784" y="4498495"/>
                  </a:lnTo>
                  <a:lnTo>
                    <a:pt x="2874958" y="4508619"/>
                  </a:lnTo>
                  <a:lnTo>
                    <a:pt x="2935621" y="4517620"/>
                  </a:lnTo>
                  <a:lnTo>
                    <a:pt x="3001646" y="4525644"/>
                  </a:lnTo>
                  <a:lnTo>
                    <a:pt x="3073706" y="4532814"/>
                  </a:lnTo>
                  <a:lnTo>
                    <a:pt x="3152113" y="4539229"/>
                  </a:lnTo>
                  <a:lnTo>
                    <a:pt x="3236613" y="4544956"/>
                  </a:lnTo>
                  <a:lnTo>
                    <a:pt x="3326144" y="4550031"/>
                  </a:lnTo>
                  <a:lnTo>
                    <a:pt x="3418624" y="4554466"/>
                  </a:lnTo>
                  <a:lnTo>
                    <a:pt x="3510856" y="4558251"/>
                  </a:lnTo>
                  <a:lnTo>
                    <a:pt x="3598681" y="4561371"/>
                  </a:lnTo>
                  <a:lnTo>
                    <a:pt x="3677480" y="4563818"/>
                  </a:lnTo>
                  <a:lnTo>
                    <a:pt x="3743005" y="4565613"/>
                  </a:lnTo>
                  <a:lnTo>
                    <a:pt x="3792347" y="4566815"/>
                  </a:lnTo>
                  <a:lnTo>
                    <a:pt x="3824723" y="4567519"/>
                  </a:lnTo>
                  <a:lnTo>
                    <a:pt x="3841815" y="4567853"/>
                  </a:lnTo>
                  <a:lnTo>
                    <a:pt x="3847627" y="4567956"/>
                  </a:lnTo>
                  <a:lnTo>
                    <a:pt x="3848118" y="4567964"/>
                  </a:lnTo>
                  <a:lnTo>
                    <a:pt x="4386855" y="4567964"/>
                  </a:lnTo>
                  <a:lnTo>
                    <a:pt x="4387737" y="4567862"/>
                  </a:lnTo>
                  <a:lnTo>
                    <a:pt x="4393544" y="4567134"/>
                  </a:lnTo>
                  <a:lnTo>
                    <a:pt x="4408208" y="4565122"/>
                  </a:lnTo>
                  <a:lnTo>
                    <a:pt x="4434482" y="4561162"/>
                  </a:lnTo>
                  <a:lnTo>
                    <a:pt x="4473752" y="4554633"/>
                  </a:lnTo>
                  <a:lnTo>
                    <a:pt x="4525925" y="4545027"/>
                  </a:lnTo>
                  <a:lnTo>
                    <a:pt x="4589537" y="4531990"/>
                  </a:lnTo>
                  <a:lnTo>
                    <a:pt x="4662084" y="4515338"/>
                  </a:lnTo>
                  <a:lnTo>
                    <a:pt x="4740508" y="4495031"/>
                  </a:lnTo>
                  <a:lnTo>
                    <a:pt x="4821701" y="4471123"/>
                  </a:lnTo>
                  <a:lnTo>
                    <a:pt x="4902906" y="4443691"/>
                  </a:lnTo>
                  <a:lnTo>
                    <a:pt x="4981955" y="4412782"/>
                  </a:lnTo>
                  <a:lnTo>
                    <a:pt x="5057349" y="4378361"/>
                  </a:lnTo>
                  <a:lnTo>
                    <a:pt x="5128213" y="4340284"/>
                  </a:lnTo>
                  <a:lnTo>
                    <a:pt x="5194199" y="4298282"/>
                  </a:lnTo>
                  <a:lnTo>
                    <a:pt x="5255351" y="4251961"/>
                  </a:lnTo>
                  <a:lnTo>
                    <a:pt x="5311993" y="4200804"/>
                  </a:lnTo>
                  <a:lnTo>
                    <a:pt x="5364629" y="4144190"/>
                  </a:lnTo>
                  <a:lnTo>
                    <a:pt x="5413862" y="4081417"/>
                  </a:lnTo>
                  <a:lnTo>
                    <a:pt x="5460342" y="4011756"/>
                  </a:lnTo>
                  <a:lnTo>
                    <a:pt x="5504712" y="3934529"/>
                  </a:lnTo>
                  <a:lnTo>
                    <a:pt x="5547571" y="3849244"/>
                  </a:lnTo>
                  <a:lnTo>
                    <a:pt x="5567201" y="3806636"/>
                  </a:lnTo>
                  <a:lnTo>
                    <a:pt x="5596101" y="3739955"/>
                  </a:lnTo>
                  <a:lnTo>
                    <a:pt x="5624751" y="3669279"/>
                  </a:lnTo>
                  <a:lnTo>
                    <a:pt x="5653274" y="3594528"/>
                  </a:lnTo>
                  <a:lnTo>
                    <a:pt x="5681772" y="3515663"/>
                  </a:lnTo>
                  <a:lnTo>
                    <a:pt x="5710325" y="3432690"/>
                  </a:lnTo>
                  <a:lnTo>
                    <a:pt x="5738998" y="3345667"/>
                  </a:lnTo>
                  <a:lnTo>
                    <a:pt x="5767839" y="3254702"/>
                  </a:lnTo>
                  <a:lnTo>
                    <a:pt x="5796880" y="3159959"/>
                  </a:lnTo>
                  <a:lnTo>
                    <a:pt x="5826141" y="3061661"/>
                  </a:lnTo>
                  <a:lnTo>
                    <a:pt x="5855627" y="2960084"/>
                  </a:lnTo>
                  <a:lnTo>
                    <a:pt x="5885331" y="2855562"/>
                  </a:lnTo>
                  <a:lnTo>
                    <a:pt x="5915237" y="2748477"/>
                  </a:lnTo>
                  <a:lnTo>
                    <a:pt x="5945318" y="2639261"/>
                  </a:lnTo>
                  <a:lnTo>
                    <a:pt x="5975540" y="2528384"/>
                  </a:lnTo>
                  <a:lnTo>
                    <a:pt x="6005862" y="2416350"/>
                  </a:lnTo>
                  <a:lnTo>
                    <a:pt x="6036239" y="2303683"/>
                  </a:lnTo>
                  <a:lnTo>
                    <a:pt x="6066625" y="2190921"/>
                  </a:lnTo>
                  <a:lnTo>
                    <a:pt x="6096971" y="2078605"/>
                  </a:lnTo>
                  <a:lnTo>
                    <a:pt x="6127233" y="1967266"/>
                  </a:lnTo>
                  <a:lnTo>
                    <a:pt x="6157367" y="1857414"/>
                  </a:lnTo>
                  <a:lnTo>
                    <a:pt x="6187338" y="1749534"/>
                  </a:lnTo>
                  <a:lnTo>
                    <a:pt x="6217115" y="1644070"/>
                  </a:lnTo>
                  <a:lnTo>
                    <a:pt x="6246678" y="1541424"/>
                  </a:lnTo>
                  <a:lnTo>
                    <a:pt x="6276018" y="1441946"/>
                  </a:lnTo>
                  <a:lnTo>
                    <a:pt x="6305134" y="1345934"/>
                  </a:lnTo>
                  <a:lnTo>
                    <a:pt x="6334042" y="1253628"/>
                  </a:lnTo>
                  <a:lnTo>
                    <a:pt x="6362769" y="1165213"/>
                  </a:lnTo>
                  <a:lnTo>
                    <a:pt x="6391358" y="1080816"/>
                  </a:lnTo>
                  <a:lnTo>
                    <a:pt x="6419866" y="1000513"/>
                  </a:lnTo>
                  <a:lnTo>
                    <a:pt x="6448370" y="924327"/>
                  </a:lnTo>
                  <a:lnTo>
                    <a:pt x="6476963" y="852235"/>
                  </a:lnTo>
                  <a:lnTo>
                    <a:pt x="6505760" y="784170"/>
                  </a:lnTo>
                  <a:lnTo>
                    <a:pt x="6515891" y="761327"/>
                  </a:lnTo>
                  <a:lnTo>
                    <a:pt x="6558223" y="672216"/>
                  </a:lnTo>
                  <a:lnTo>
                    <a:pt x="6601819" y="591272"/>
                  </a:lnTo>
                  <a:lnTo>
                    <a:pt x="6647235" y="518156"/>
                  </a:lnTo>
                  <a:lnTo>
                    <a:pt x="6695102" y="452259"/>
                  </a:lnTo>
                  <a:lnTo>
                    <a:pt x="6746071" y="392860"/>
                  </a:lnTo>
                  <a:lnTo>
                    <a:pt x="6800773" y="339239"/>
                  </a:lnTo>
                  <a:lnTo>
                    <a:pt x="6859767" y="290733"/>
                  </a:lnTo>
                  <a:lnTo>
                    <a:pt x="6923472" y="246772"/>
                  </a:lnTo>
                  <a:lnTo>
                    <a:pt x="6992076" y="206905"/>
                  </a:lnTo>
                  <a:lnTo>
                    <a:pt x="7065429" y="170803"/>
                  </a:lnTo>
                  <a:lnTo>
                    <a:pt x="7142919" y="138265"/>
                  </a:lnTo>
                  <a:lnTo>
                    <a:pt x="7223347" y="109209"/>
                  </a:lnTo>
                  <a:lnTo>
                    <a:pt x="7304856" y="83647"/>
                  </a:lnTo>
                  <a:lnTo>
                    <a:pt x="7384946" y="61649"/>
                  </a:lnTo>
                  <a:lnTo>
                    <a:pt x="7460630" y="43289"/>
                  </a:lnTo>
                  <a:lnTo>
                    <a:pt x="7528770" y="28578"/>
                  </a:lnTo>
                  <a:lnTo>
                    <a:pt x="7586538" y="17405"/>
                  </a:lnTo>
                  <a:lnTo>
                    <a:pt x="7631929" y="9495"/>
                  </a:lnTo>
                  <a:lnTo>
                    <a:pt x="7664185" y="4407"/>
                  </a:lnTo>
                  <a:lnTo>
                    <a:pt x="7684004" y="1567"/>
                  </a:lnTo>
                  <a:lnTo>
                    <a:pt x="7693522" y="324"/>
                  </a:lnTo>
                  <a:lnTo>
                    <a:pt x="7696145" y="1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2" name="pl1222"/>
            <p:cNvSpPr/>
            <p:nvPr/>
          </p:nvSpPr>
          <p:spPr>
            <a:xfrm>
              <a:off x="546595" y="489119"/>
              <a:ext cx="8234974" cy="4567964"/>
            </a:xfrm>
            <a:custGeom>
              <a:avLst/>
              <a:pathLst>
                <a:path w="8234974" h="4567964">
                  <a:moveTo>
                    <a:pt x="8234974" y="0"/>
                  </a:moveTo>
                  <a:lnTo>
                    <a:pt x="7696237" y="0"/>
                  </a:lnTo>
                  <a:lnTo>
                    <a:pt x="7695355" y="102"/>
                  </a:lnTo>
                  <a:lnTo>
                    <a:pt x="7689548" y="829"/>
                  </a:lnTo>
                  <a:lnTo>
                    <a:pt x="7674884" y="2841"/>
                  </a:lnTo>
                  <a:lnTo>
                    <a:pt x="7648610" y="6801"/>
                  </a:lnTo>
                  <a:lnTo>
                    <a:pt x="7609341" y="13330"/>
                  </a:lnTo>
                  <a:lnTo>
                    <a:pt x="7557168" y="22936"/>
                  </a:lnTo>
                  <a:lnTo>
                    <a:pt x="7493555" y="35973"/>
                  </a:lnTo>
                  <a:lnTo>
                    <a:pt x="7421008" y="52625"/>
                  </a:lnTo>
                  <a:lnTo>
                    <a:pt x="7342584" y="72932"/>
                  </a:lnTo>
                  <a:lnTo>
                    <a:pt x="7261391" y="96841"/>
                  </a:lnTo>
                  <a:lnTo>
                    <a:pt x="7180186" y="124272"/>
                  </a:lnTo>
                  <a:lnTo>
                    <a:pt x="7101137" y="155181"/>
                  </a:lnTo>
                  <a:lnTo>
                    <a:pt x="7025744" y="189602"/>
                  </a:lnTo>
                  <a:lnTo>
                    <a:pt x="6954879" y="227679"/>
                  </a:lnTo>
                  <a:lnTo>
                    <a:pt x="6888894" y="269681"/>
                  </a:lnTo>
                  <a:lnTo>
                    <a:pt x="6827742" y="316002"/>
                  </a:lnTo>
                  <a:lnTo>
                    <a:pt x="6771099" y="367159"/>
                  </a:lnTo>
                  <a:lnTo>
                    <a:pt x="6718464" y="423773"/>
                  </a:lnTo>
                  <a:lnTo>
                    <a:pt x="6669230" y="486546"/>
                  </a:lnTo>
                  <a:lnTo>
                    <a:pt x="6622751" y="556207"/>
                  </a:lnTo>
                  <a:lnTo>
                    <a:pt x="6578380" y="633435"/>
                  </a:lnTo>
                  <a:lnTo>
                    <a:pt x="6535521" y="718719"/>
                  </a:lnTo>
                  <a:lnTo>
                    <a:pt x="6515891" y="761327"/>
                  </a:lnTo>
                  <a:lnTo>
                    <a:pt x="6486992" y="828008"/>
                  </a:lnTo>
                  <a:lnTo>
                    <a:pt x="6458341" y="898684"/>
                  </a:lnTo>
                  <a:lnTo>
                    <a:pt x="6429818" y="973435"/>
                  </a:lnTo>
                  <a:lnTo>
                    <a:pt x="6401321" y="1052301"/>
                  </a:lnTo>
                  <a:lnTo>
                    <a:pt x="6372768" y="1135273"/>
                  </a:lnTo>
                  <a:lnTo>
                    <a:pt x="6344095" y="1222296"/>
                  </a:lnTo>
                  <a:lnTo>
                    <a:pt x="6315254" y="1313262"/>
                  </a:lnTo>
                  <a:lnTo>
                    <a:pt x="6286212" y="1408004"/>
                  </a:lnTo>
                  <a:lnTo>
                    <a:pt x="6256952" y="1506302"/>
                  </a:lnTo>
                  <a:lnTo>
                    <a:pt x="6227466" y="1607879"/>
                  </a:lnTo>
                  <a:lnTo>
                    <a:pt x="6197761" y="1712402"/>
                  </a:lnTo>
                  <a:lnTo>
                    <a:pt x="6167855" y="1819486"/>
                  </a:lnTo>
                  <a:lnTo>
                    <a:pt x="6137775" y="1928702"/>
                  </a:lnTo>
                  <a:lnTo>
                    <a:pt x="6107553" y="2039579"/>
                  </a:lnTo>
                  <a:lnTo>
                    <a:pt x="6077231" y="2151614"/>
                  </a:lnTo>
                  <a:lnTo>
                    <a:pt x="6046854" y="2264280"/>
                  </a:lnTo>
                  <a:lnTo>
                    <a:pt x="6016468" y="2377042"/>
                  </a:lnTo>
                  <a:lnTo>
                    <a:pt x="5986121" y="2489358"/>
                  </a:lnTo>
                  <a:lnTo>
                    <a:pt x="5955860" y="2600697"/>
                  </a:lnTo>
                  <a:lnTo>
                    <a:pt x="5925725" y="2710549"/>
                  </a:lnTo>
                  <a:lnTo>
                    <a:pt x="5895755" y="2818429"/>
                  </a:lnTo>
                  <a:lnTo>
                    <a:pt x="5865978" y="2923893"/>
                  </a:lnTo>
                  <a:lnTo>
                    <a:pt x="5836414" y="3026539"/>
                  </a:lnTo>
                  <a:lnTo>
                    <a:pt x="5807075" y="3126017"/>
                  </a:lnTo>
                  <a:lnTo>
                    <a:pt x="5777958" y="3222029"/>
                  </a:lnTo>
                  <a:lnTo>
                    <a:pt x="5749050" y="3314335"/>
                  </a:lnTo>
                  <a:lnTo>
                    <a:pt x="5720323" y="3402750"/>
                  </a:lnTo>
                  <a:lnTo>
                    <a:pt x="5691735" y="3487147"/>
                  </a:lnTo>
                  <a:lnTo>
                    <a:pt x="5663226" y="3567450"/>
                  </a:lnTo>
                  <a:lnTo>
                    <a:pt x="5634722" y="3643636"/>
                  </a:lnTo>
                  <a:lnTo>
                    <a:pt x="5606129" y="3715728"/>
                  </a:lnTo>
                  <a:lnTo>
                    <a:pt x="5577332" y="3783793"/>
                  </a:lnTo>
                  <a:lnTo>
                    <a:pt x="5567201" y="3806636"/>
                  </a:lnTo>
                  <a:lnTo>
                    <a:pt x="5524869" y="3895747"/>
                  </a:lnTo>
                  <a:lnTo>
                    <a:pt x="5481274" y="3976692"/>
                  </a:lnTo>
                  <a:lnTo>
                    <a:pt x="5435857" y="4049807"/>
                  </a:lnTo>
                  <a:lnTo>
                    <a:pt x="5387990" y="4115704"/>
                  </a:lnTo>
                  <a:lnTo>
                    <a:pt x="5337022" y="4175103"/>
                  </a:lnTo>
                  <a:lnTo>
                    <a:pt x="5282320" y="4228724"/>
                  </a:lnTo>
                  <a:lnTo>
                    <a:pt x="5223325" y="4277230"/>
                  </a:lnTo>
                  <a:lnTo>
                    <a:pt x="5159621" y="4321191"/>
                  </a:lnTo>
                  <a:lnTo>
                    <a:pt x="5091017" y="4361059"/>
                  </a:lnTo>
                  <a:lnTo>
                    <a:pt x="5017663" y="4397161"/>
                  </a:lnTo>
                  <a:lnTo>
                    <a:pt x="4940173" y="4429698"/>
                  </a:lnTo>
                  <a:lnTo>
                    <a:pt x="4859745" y="4458754"/>
                  </a:lnTo>
                  <a:lnTo>
                    <a:pt x="4778236" y="4484316"/>
                  </a:lnTo>
                  <a:lnTo>
                    <a:pt x="4698147" y="4506314"/>
                  </a:lnTo>
                  <a:lnTo>
                    <a:pt x="4622462" y="4524674"/>
                  </a:lnTo>
                  <a:lnTo>
                    <a:pt x="4554322" y="4539385"/>
                  </a:lnTo>
                  <a:lnTo>
                    <a:pt x="4496555" y="4550559"/>
                  </a:lnTo>
                  <a:lnTo>
                    <a:pt x="4451163" y="4558469"/>
                  </a:lnTo>
                  <a:lnTo>
                    <a:pt x="4418907" y="4563556"/>
                  </a:lnTo>
                  <a:lnTo>
                    <a:pt x="4399089" y="4566396"/>
                  </a:lnTo>
                  <a:lnTo>
                    <a:pt x="4389570" y="4567639"/>
                  </a:lnTo>
                  <a:lnTo>
                    <a:pt x="4386947" y="4567953"/>
                  </a:lnTo>
                  <a:lnTo>
                    <a:pt x="4386855" y="4567964"/>
                  </a:lnTo>
                  <a:lnTo>
                    <a:pt x="3848118" y="4567964"/>
                  </a:lnTo>
                  <a:lnTo>
                    <a:pt x="3846824" y="4567942"/>
                  </a:lnTo>
                  <a:lnTo>
                    <a:pt x="3838375" y="4567789"/>
                  </a:lnTo>
                  <a:lnTo>
                    <a:pt x="3817310" y="4567365"/>
                  </a:lnTo>
                  <a:lnTo>
                    <a:pt x="3780242" y="4566533"/>
                  </a:lnTo>
                  <a:lnTo>
                    <a:pt x="3726184" y="4565174"/>
                  </a:lnTo>
                  <a:lnTo>
                    <a:pt x="3656572" y="4563200"/>
                  </a:lnTo>
                  <a:lnTo>
                    <a:pt x="3574782" y="4560565"/>
                  </a:lnTo>
                  <a:lnTo>
                    <a:pt x="3485262" y="4557257"/>
                  </a:lnTo>
                  <a:lnTo>
                    <a:pt x="3392577" y="4553288"/>
                  </a:lnTo>
                  <a:lnTo>
                    <a:pt x="3300648" y="4548673"/>
                  </a:lnTo>
                  <a:lnTo>
                    <a:pt x="3212364" y="4543418"/>
                  </a:lnTo>
                  <a:lnTo>
                    <a:pt x="3129504" y="4537503"/>
                  </a:lnTo>
                  <a:lnTo>
                    <a:pt x="3052878" y="4530885"/>
                  </a:lnTo>
                  <a:lnTo>
                    <a:pt x="2982560" y="4523486"/>
                  </a:lnTo>
                  <a:lnTo>
                    <a:pt x="2918117" y="4515202"/>
                  </a:lnTo>
                  <a:lnTo>
                    <a:pt x="2858805" y="4505902"/>
                  </a:lnTo>
                  <a:lnTo>
                    <a:pt x="2803719" y="4495437"/>
                  </a:lnTo>
                  <a:lnTo>
                    <a:pt x="2751896" y="4483656"/>
                  </a:lnTo>
                  <a:lnTo>
                    <a:pt x="2702408" y="4470431"/>
                  </a:lnTo>
                  <a:lnTo>
                    <a:pt x="2667772" y="4459980"/>
                  </a:lnTo>
                  <a:lnTo>
                    <a:pt x="2617390" y="4443066"/>
                  </a:lnTo>
                  <a:lnTo>
                    <a:pt x="2567494" y="4424392"/>
                  </a:lnTo>
                  <a:lnTo>
                    <a:pt x="2517557" y="4403936"/>
                  </a:lnTo>
                  <a:lnTo>
                    <a:pt x="2467219" y="4381735"/>
                  </a:lnTo>
                  <a:lnTo>
                    <a:pt x="2416276" y="4357899"/>
                  </a:lnTo>
                  <a:lnTo>
                    <a:pt x="2364651" y="4332611"/>
                  </a:lnTo>
                  <a:lnTo>
                    <a:pt x="2312385" y="4306128"/>
                  </a:lnTo>
                  <a:lnTo>
                    <a:pt x="2259611" y="4278771"/>
                  </a:lnTo>
                  <a:lnTo>
                    <a:pt x="2206531" y="4250913"/>
                  </a:lnTo>
                  <a:lnTo>
                    <a:pt x="2153389" y="4222953"/>
                  </a:lnTo>
                  <a:lnTo>
                    <a:pt x="2100436" y="4195300"/>
                  </a:lnTo>
                  <a:lnTo>
                    <a:pt x="2047898" y="4168343"/>
                  </a:lnTo>
                  <a:lnTo>
                    <a:pt x="1995945" y="4142429"/>
                  </a:lnTo>
                  <a:lnTo>
                    <a:pt x="1944668" y="4117850"/>
                  </a:lnTo>
                  <a:lnTo>
                    <a:pt x="1894049" y="4094824"/>
                  </a:lnTo>
                  <a:lnTo>
                    <a:pt x="1843949" y="4073499"/>
                  </a:lnTo>
                  <a:lnTo>
                    <a:pt x="1794088" y="4053946"/>
                  </a:lnTo>
                  <a:lnTo>
                    <a:pt x="1744024" y="4036171"/>
                  </a:lnTo>
                  <a:lnTo>
                    <a:pt x="1719082" y="4028047"/>
                  </a:lnTo>
                  <a:lnTo>
                    <a:pt x="1670765" y="4013740"/>
                  </a:lnTo>
                  <a:lnTo>
                    <a:pt x="1620711" y="4000930"/>
                  </a:lnTo>
                  <a:lnTo>
                    <a:pt x="1568070" y="3989532"/>
                  </a:lnTo>
                  <a:lnTo>
                    <a:pt x="1511896" y="3979409"/>
                  </a:lnTo>
                  <a:lnTo>
                    <a:pt x="1451233" y="3970408"/>
                  </a:lnTo>
                  <a:lnTo>
                    <a:pt x="1385209" y="3962384"/>
                  </a:lnTo>
                  <a:lnTo>
                    <a:pt x="1313149" y="3955213"/>
                  </a:lnTo>
                  <a:lnTo>
                    <a:pt x="1234741" y="3948799"/>
                  </a:lnTo>
                  <a:lnTo>
                    <a:pt x="1150242" y="3943072"/>
                  </a:lnTo>
                  <a:lnTo>
                    <a:pt x="1060711" y="3937997"/>
                  </a:lnTo>
                  <a:lnTo>
                    <a:pt x="968231" y="3933562"/>
                  </a:lnTo>
                  <a:lnTo>
                    <a:pt x="875998" y="3929776"/>
                  </a:lnTo>
                  <a:lnTo>
                    <a:pt x="788173" y="3926657"/>
                  </a:lnTo>
                  <a:lnTo>
                    <a:pt x="709375" y="3924209"/>
                  </a:lnTo>
                  <a:lnTo>
                    <a:pt x="643850" y="3922414"/>
                  </a:lnTo>
                  <a:lnTo>
                    <a:pt x="594508" y="3921213"/>
                  </a:lnTo>
                  <a:lnTo>
                    <a:pt x="562131" y="3920509"/>
                  </a:lnTo>
                  <a:lnTo>
                    <a:pt x="545040" y="3920175"/>
                  </a:lnTo>
                  <a:lnTo>
                    <a:pt x="539227" y="3920072"/>
                  </a:lnTo>
                  <a:lnTo>
                    <a:pt x="538736" y="3920064"/>
                  </a:lnTo>
                  <a:lnTo>
                    <a:pt x="0" y="3920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3" name="pg1223"/>
            <p:cNvSpPr/>
            <p:nvPr/>
          </p:nvSpPr>
          <p:spPr>
            <a:xfrm>
              <a:off x="546595" y="1088018"/>
              <a:ext cx="8234974" cy="3985399"/>
            </a:xfrm>
            <a:custGeom>
              <a:avLst/>
              <a:pathLst>
                <a:path w="8234974" h="3985399">
                  <a:moveTo>
                    <a:pt x="0" y="3332054"/>
                  </a:moveTo>
                  <a:lnTo>
                    <a:pt x="538736" y="3332054"/>
                  </a:lnTo>
                  <a:lnTo>
                    <a:pt x="540031" y="3332076"/>
                  </a:lnTo>
                  <a:lnTo>
                    <a:pt x="548479" y="3332231"/>
                  </a:lnTo>
                  <a:lnTo>
                    <a:pt x="569541" y="3332658"/>
                  </a:lnTo>
                  <a:lnTo>
                    <a:pt x="606606" y="3333497"/>
                  </a:lnTo>
                  <a:lnTo>
                    <a:pt x="660659" y="3334868"/>
                  </a:lnTo>
                  <a:lnTo>
                    <a:pt x="730267" y="3336858"/>
                  </a:lnTo>
                  <a:lnTo>
                    <a:pt x="812052" y="3339515"/>
                  </a:lnTo>
                  <a:lnTo>
                    <a:pt x="901566" y="3342850"/>
                  </a:lnTo>
                  <a:lnTo>
                    <a:pt x="994249" y="3346852"/>
                  </a:lnTo>
                  <a:lnTo>
                    <a:pt x="1086175" y="3351505"/>
                  </a:lnTo>
                  <a:lnTo>
                    <a:pt x="1174457" y="3356805"/>
                  </a:lnTo>
                  <a:lnTo>
                    <a:pt x="1257317" y="3362768"/>
                  </a:lnTo>
                  <a:lnTo>
                    <a:pt x="1333943" y="3369441"/>
                  </a:lnTo>
                  <a:lnTo>
                    <a:pt x="1404262" y="3376902"/>
                  </a:lnTo>
                  <a:lnTo>
                    <a:pt x="1468706" y="3385255"/>
                  </a:lnTo>
                  <a:lnTo>
                    <a:pt x="1528018" y="3394633"/>
                  </a:lnTo>
                  <a:lnTo>
                    <a:pt x="1583104" y="3405184"/>
                  </a:lnTo>
                  <a:lnTo>
                    <a:pt x="1634927" y="3417063"/>
                  </a:lnTo>
                  <a:lnTo>
                    <a:pt x="1684414" y="3430397"/>
                  </a:lnTo>
                  <a:lnTo>
                    <a:pt x="1719082" y="3440945"/>
                  </a:lnTo>
                  <a:lnTo>
                    <a:pt x="1769429" y="3457989"/>
                  </a:lnTo>
                  <a:lnTo>
                    <a:pt x="1819288" y="3476804"/>
                  </a:lnTo>
                  <a:lnTo>
                    <a:pt x="1869189" y="3497414"/>
                  </a:lnTo>
                  <a:lnTo>
                    <a:pt x="1919489" y="3519781"/>
                  </a:lnTo>
                  <a:lnTo>
                    <a:pt x="1970393" y="3543795"/>
                  </a:lnTo>
                  <a:lnTo>
                    <a:pt x="2021978" y="3569272"/>
                  </a:lnTo>
                  <a:lnTo>
                    <a:pt x="2074204" y="3595953"/>
                  </a:lnTo>
                  <a:lnTo>
                    <a:pt x="2126937" y="3623516"/>
                  </a:lnTo>
                  <a:lnTo>
                    <a:pt x="2179977" y="3651586"/>
                  </a:lnTo>
                  <a:lnTo>
                    <a:pt x="2233081" y="3679761"/>
                  </a:lnTo>
                  <a:lnTo>
                    <a:pt x="2285999" y="3707630"/>
                  </a:lnTo>
                  <a:lnTo>
                    <a:pt x="2338503" y="3734802"/>
                  </a:lnTo>
                  <a:lnTo>
                    <a:pt x="2390424" y="3760925"/>
                  </a:lnTo>
                  <a:lnTo>
                    <a:pt x="2441671" y="3785707"/>
                  </a:lnTo>
                  <a:lnTo>
                    <a:pt x="2492260" y="3808927"/>
                  </a:lnTo>
                  <a:lnTo>
                    <a:pt x="2542328" y="3830436"/>
                  </a:lnTo>
                  <a:lnTo>
                    <a:pt x="2592154" y="3850160"/>
                  </a:lnTo>
                  <a:lnTo>
                    <a:pt x="2642175" y="3868094"/>
                  </a:lnTo>
                  <a:lnTo>
                    <a:pt x="2667772" y="3876508"/>
                  </a:lnTo>
                  <a:lnTo>
                    <a:pt x="2716088" y="3890935"/>
                  </a:lnTo>
                  <a:lnTo>
                    <a:pt x="2766140" y="3903852"/>
                  </a:lnTo>
                  <a:lnTo>
                    <a:pt x="2818778" y="3915345"/>
                  </a:lnTo>
                  <a:lnTo>
                    <a:pt x="2874950" y="3925553"/>
                  </a:lnTo>
                  <a:lnTo>
                    <a:pt x="2935610" y="3934630"/>
                  </a:lnTo>
                  <a:lnTo>
                    <a:pt x="3001632" y="3942721"/>
                  </a:lnTo>
                  <a:lnTo>
                    <a:pt x="3073687" y="3949952"/>
                  </a:lnTo>
                  <a:lnTo>
                    <a:pt x="3152090" y="3956421"/>
                  </a:lnTo>
                  <a:lnTo>
                    <a:pt x="3236585" y="3962195"/>
                  </a:lnTo>
                  <a:lnTo>
                    <a:pt x="3326112" y="3967313"/>
                  </a:lnTo>
                  <a:lnTo>
                    <a:pt x="3418588" y="3971786"/>
                  </a:lnTo>
                  <a:lnTo>
                    <a:pt x="3510818" y="3975603"/>
                  </a:lnTo>
                  <a:lnTo>
                    <a:pt x="3598643" y="3978749"/>
                  </a:lnTo>
                  <a:lnTo>
                    <a:pt x="3677444" y="3981217"/>
                  </a:lnTo>
                  <a:lnTo>
                    <a:pt x="3742974" y="3983028"/>
                  </a:lnTo>
                  <a:lnTo>
                    <a:pt x="3792324" y="3984239"/>
                  </a:lnTo>
                  <a:lnTo>
                    <a:pt x="3824709" y="3984950"/>
                  </a:lnTo>
                  <a:lnTo>
                    <a:pt x="3841808" y="3985287"/>
                  </a:lnTo>
                  <a:lnTo>
                    <a:pt x="3847626" y="3985390"/>
                  </a:lnTo>
                  <a:lnTo>
                    <a:pt x="3848118" y="3985399"/>
                  </a:lnTo>
                  <a:lnTo>
                    <a:pt x="4386855" y="3985399"/>
                  </a:lnTo>
                  <a:lnTo>
                    <a:pt x="4387784" y="3985305"/>
                  </a:lnTo>
                  <a:lnTo>
                    <a:pt x="4393892" y="3984636"/>
                  </a:lnTo>
                  <a:lnTo>
                    <a:pt x="4409292" y="3982788"/>
                  </a:lnTo>
                  <a:lnTo>
                    <a:pt x="4436825" y="3979149"/>
                  </a:lnTo>
                  <a:lnTo>
                    <a:pt x="4477856" y="3973158"/>
                  </a:lnTo>
                  <a:lnTo>
                    <a:pt x="4532167" y="3964355"/>
                  </a:lnTo>
                  <a:lnTo>
                    <a:pt x="4598090" y="3952433"/>
                  </a:lnTo>
                  <a:lnTo>
                    <a:pt x="4672893" y="3937238"/>
                  </a:lnTo>
                  <a:lnTo>
                    <a:pt x="4753320" y="3918748"/>
                  </a:lnTo>
                  <a:lnTo>
                    <a:pt x="4836128" y="3897019"/>
                  </a:lnTo>
                  <a:lnTo>
                    <a:pt x="4918505" y="3872122"/>
                  </a:lnTo>
                  <a:lnTo>
                    <a:pt x="4998295" y="3844088"/>
                  </a:lnTo>
                  <a:lnTo>
                    <a:pt x="5074058" y="3812866"/>
                  </a:lnTo>
                  <a:lnTo>
                    <a:pt x="5145005" y="3778298"/>
                  </a:lnTo>
                  <a:lnTo>
                    <a:pt x="5210878" y="3740112"/>
                  </a:lnTo>
                  <a:lnTo>
                    <a:pt x="5271812" y="3697914"/>
                  </a:lnTo>
                  <a:lnTo>
                    <a:pt x="5328209" y="3651202"/>
                  </a:lnTo>
                  <a:lnTo>
                    <a:pt x="5380636" y="3599382"/>
                  </a:lnTo>
                  <a:lnTo>
                    <a:pt x="5429751" y="3541794"/>
                  </a:lnTo>
                  <a:lnTo>
                    <a:pt x="5476240" y="3477776"/>
                  </a:lnTo>
                  <a:lnTo>
                    <a:pt x="5520772" y="3406747"/>
                  </a:lnTo>
                  <a:lnTo>
                    <a:pt x="5563945" y="3328363"/>
                  </a:lnTo>
                  <a:lnTo>
                    <a:pt x="5567201" y="3322073"/>
                  </a:lnTo>
                  <a:lnTo>
                    <a:pt x="5597939" y="3260143"/>
                  </a:lnTo>
                  <a:lnTo>
                    <a:pt x="5628403" y="3194267"/>
                  </a:lnTo>
                  <a:lnTo>
                    <a:pt x="5658740" y="3124366"/>
                  </a:lnTo>
                  <a:lnTo>
                    <a:pt x="5689066" y="3050405"/>
                  </a:lnTo>
                  <a:lnTo>
                    <a:pt x="5719476" y="2972403"/>
                  </a:lnTo>
                  <a:lnTo>
                    <a:pt x="5750040" y="2890436"/>
                  </a:lnTo>
                  <a:lnTo>
                    <a:pt x="5780811" y="2804637"/>
                  </a:lnTo>
                  <a:lnTo>
                    <a:pt x="5811819" y="2715204"/>
                  </a:lnTo>
                  <a:lnTo>
                    <a:pt x="5843081" y="2622398"/>
                  </a:lnTo>
                  <a:lnTo>
                    <a:pt x="5874595" y="2526541"/>
                  </a:lnTo>
                  <a:lnTo>
                    <a:pt x="5906345" y="2428016"/>
                  </a:lnTo>
                  <a:lnTo>
                    <a:pt x="5938303" y="2327259"/>
                  </a:lnTo>
                  <a:lnTo>
                    <a:pt x="5970430" y="2224753"/>
                  </a:lnTo>
                  <a:lnTo>
                    <a:pt x="6002679" y="2121020"/>
                  </a:lnTo>
                  <a:lnTo>
                    <a:pt x="6034995" y="2016608"/>
                  </a:lnTo>
                  <a:lnTo>
                    <a:pt x="6067324" y="1912081"/>
                  </a:lnTo>
                  <a:lnTo>
                    <a:pt x="6099607" y="1808006"/>
                  </a:lnTo>
                  <a:lnTo>
                    <a:pt x="6131789" y="1704939"/>
                  </a:lnTo>
                  <a:lnTo>
                    <a:pt x="6163821" y="1603412"/>
                  </a:lnTo>
                  <a:lnTo>
                    <a:pt x="6195659" y="1503927"/>
                  </a:lnTo>
                  <a:lnTo>
                    <a:pt x="6227271" y="1406940"/>
                  </a:lnTo>
                  <a:lnTo>
                    <a:pt x="6258636" y="1312855"/>
                  </a:lnTo>
                  <a:lnTo>
                    <a:pt x="6289747" y="1222020"/>
                  </a:lnTo>
                  <a:lnTo>
                    <a:pt x="6320611" y="1134722"/>
                  </a:lnTo>
                  <a:lnTo>
                    <a:pt x="6351254" y="1051182"/>
                  </a:lnTo>
                  <a:lnTo>
                    <a:pt x="6381719" y="971561"/>
                  </a:lnTo>
                  <a:lnTo>
                    <a:pt x="6412069" y="895957"/>
                  </a:lnTo>
                  <a:lnTo>
                    <a:pt x="6442388" y="824412"/>
                  </a:lnTo>
                  <a:lnTo>
                    <a:pt x="6472785" y="756912"/>
                  </a:lnTo>
                  <a:lnTo>
                    <a:pt x="6503393" y="693396"/>
                  </a:lnTo>
                  <a:lnTo>
                    <a:pt x="6515891" y="668770"/>
                  </a:lnTo>
                  <a:lnTo>
                    <a:pt x="6558982" y="589822"/>
                  </a:lnTo>
                  <a:lnTo>
                    <a:pt x="6603390" y="518239"/>
                  </a:lnTo>
                  <a:lnTo>
                    <a:pt x="6649707" y="453703"/>
                  </a:lnTo>
                  <a:lnTo>
                    <a:pt x="6698597" y="395648"/>
                  </a:lnTo>
                  <a:lnTo>
                    <a:pt x="6750747" y="343410"/>
                  </a:lnTo>
                  <a:lnTo>
                    <a:pt x="6806819" y="296330"/>
                  </a:lnTo>
                  <a:lnTo>
                    <a:pt x="6867389" y="253807"/>
                  </a:lnTo>
                  <a:lnTo>
                    <a:pt x="6932877" y="215329"/>
                  </a:lnTo>
                  <a:lnTo>
                    <a:pt x="7003440" y="180496"/>
                  </a:lnTo>
                  <a:lnTo>
                    <a:pt x="7078855" y="149026"/>
                  </a:lnTo>
                  <a:lnTo>
                    <a:pt x="7158379" y="120751"/>
                  </a:lnTo>
                  <a:lnTo>
                    <a:pt x="7240625" y="95614"/>
                  </a:lnTo>
                  <a:lnTo>
                    <a:pt x="7323493" y="73641"/>
                  </a:lnTo>
                  <a:lnTo>
                    <a:pt x="7404212" y="54901"/>
                  </a:lnTo>
                  <a:lnTo>
                    <a:pt x="7479562" y="39454"/>
                  </a:lnTo>
                  <a:lnTo>
                    <a:pt x="7546270" y="27285"/>
                  </a:lnTo>
                  <a:lnTo>
                    <a:pt x="7601543" y="18253"/>
                  </a:lnTo>
                  <a:lnTo>
                    <a:pt x="7643616" y="12061"/>
                  </a:lnTo>
                  <a:lnTo>
                    <a:pt x="7672152" y="8262"/>
                  </a:lnTo>
                  <a:lnTo>
                    <a:pt x="7688396" y="6298"/>
                  </a:lnTo>
                  <a:lnTo>
                    <a:pt x="7695084" y="55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8" y="93"/>
                  </a:lnTo>
                  <a:lnTo>
                    <a:pt x="7689200" y="762"/>
                  </a:lnTo>
                  <a:lnTo>
                    <a:pt x="7673801" y="2610"/>
                  </a:lnTo>
                  <a:lnTo>
                    <a:pt x="7646267" y="6249"/>
                  </a:lnTo>
                  <a:lnTo>
                    <a:pt x="7605236" y="12240"/>
                  </a:lnTo>
                  <a:lnTo>
                    <a:pt x="7550925" y="21043"/>
                  </a:lnTo>
                  <a:lnTo>
                    <a:pt x="7485002" y="32965"/>
                  </a:lnTo>
                  <a:lnTo>
                    <a:pt x="7410199" y="48160"/>
                  </a:lnTo>
                  <a:lnTo>
                    <a:pt x="7329773" y="66650"/>
                  </a:lnTo>
                  <a:lnTo>
                    <a:pt x="7246964" y="88379"/>
                  </a:lnTo>
                  <a:lnTo>
                    <a:pt x="7164588" y="113276"/>
                  </a:lnTo>
                  <a:lnTo>
                    <a:pt x="7084798" y="141310"/>
                  </a:lnTo>
                  <a:lnTo>
                    <a:pt x="7009035" y="172532"/>
                  </a:lnTo>
                  <a:lnTo>
                    <a:pt x="6938088" y="207100"/>
                  </a:lnTo>
                  <a:lnTo>
                    <a:pt x="6872214" y="245286"/>
                  </a:lnTo>
                  <a:lnTo>
                    <a:pt x="6811280" y="287484"/>
                  </a:lnTo>
                  <a:lnTo>
                    <a:pt x="6754884" y="334196"/>
                  </a:lnTo>
                  <a:lnTo>
                    <a:pt x="6702457" y="386016"/>
                  </a:lnTo>
                  <a:lnTo>
                    <a:pt x="6653342" y="443604"/>
                  </a:lnTo>
                  <a:lnTo>
                    <a:pt x="6606852" y="507622"/>
                  </a:lnTo>
                  <a:lnTo>
                    <a:pt x="6562320" y="578651"/>
                  </a:lnTo>
                  <a:lnTo>
                    <a:pt x="6519147" y="657035"/>
                  </a:lnTo>
                  <a:lnTo>
                    <a:pt x="6515891" y="663325"/>
                  </a:lnTo>
                  <a:lnTo>
                    <a:pt x="6485154" y="725255"/>
                  </a:lnTo>
                  <a:lnTo>
                    <a:pt x="6454689" y="791131"/>
                  </a:lnTo>
                  <a:lnTo>
                    <a:pt x="6424353" y="861032"/>
                  </a:lnTo>
                  <a:lnTo>
                    <a:pt x="6394026" y="934993"/>
                  </a:lnTo>
                  <a:lnTo>
                    <a:pt x="6363617" y="1012995"/>
                  </a:lnTo>
                  <a:lnTo>
                    <a:pt x="6333052" y="1094962"/>
                  </a:lnTo>
                  <a:lnTo>
                    <a:pt x="6302282" y="1180761"/>
                  </a:lnTo>
                  <a:lnTo>
                    <a:pt x="6271273" y="1270194"/>
                  </a:lnTo>
                  <a:lnTo>
                    <a:pt x="6240011" y="1363000"/>
                  </a:lnTo>
                  <a:lnTo>
                    <a:pt x="6208498" y="1458857"/>
                  </a:lnTo>
                  <a:lnTo>
                    <a:pt x="6176747" y="1557382"/>
                  </a:lnTo>
                  <a:lnTo>
                    <a:pt x="6144789" y="1658139"/>
                  </a:lnTo>
                  <a:lnTo>
                    <a:pt x="6112662" y="1760645"/>
                  </a:lnTo>
                  <a:lnTo>
                    <a:pt x="6080414" y="1864378"/>
                  </a:lnTo>
                  <a:lnTo>
                    <a:pt x="6048097" y="1968790"/>
                  </a:lnTo>
                  <a:lnTo>
                    <a:pt x="6015769" y="2073317"/>
                  </a:lnTo>
                  <a:lnTo>
                    <a:pt x="5983486" y="2177392"/>
                  </a:lnTo>
                  <a:lnTo>
                    <a:pt x="5951303" y="2280459"/>
                  </a:lnTo>
                  <a:lnTo>
                    <a:pt x="5919272" y="2381986"/>
                  </a:lnTo>
                  <a:lnTo>
                    <a:pt x="5887433" y="2481471"/>
                  </a:lnTo>
                  <a:lnTo>
                    <a:pt x="5855821" y="2578458"/>
                  </a:lnTo>
                  <a:lnTo>
                    <a:pt x="5824456" y="2672543"/>
                  </a:lnTo>
                  <a:lnTo>
                    <a:pt x="5793346" y="2763378"/>
                  </a:lnTo>
                  <a:lnTo>
                    <a:pt x="5762482" y="2850676"/>
                  </a:lnTo>
                  <a:lnTo>
                    <a:pt x="5731839" y="2934216"/>
                  </a:lnTo>
                  <a:lnTo>
                    <a:pt x="5701374" y="3013837"/>
                  </a:lnTo>
                  <a:lnTo>
                    <a:pt x="5671024" y="3089441"/>
                  </a:lnTo>
                  <a:lnTo>
                    <a:pt x="5640704" y="3160986"/>
                  </a:lnTo>
                  <a:lnTo>
                    <a:pt x="5610307" y="3228486"/>
                  </a:lnTo>
                  <a:lnTo>
                    <a:pt x="5579700" y="3292002"/>
                  </a:lnTo>
                  <a:lnTo>
                    <a:pt x="5567201" y="3316628"/>
                  </a:lnTo>
                  <a:lnTo>
                    <a:pt x="5524111" y="3395576"/>
                  </a:lnTo>
                  <a:lnTo>
                    <a:pt x="5479703" y="3467159"/>
                  </a:lnTo>
                  <a:lnTo>
                    <a:pt x="5433385" y="3531695"/>
                  </a:lnTo>
                  <a:lnTo>
                    <a:pt x="5384495" y="3589750"/>
                  </a:lnTo>
                  <a:lnTo>
                    <a:pt x="5332345" y="3641988"/>
                  </a:lnTo>
                  <a:lnTo>
                    <a:pt x="5276274" y="3689068"/>
                  </a:lnTo>
                  <a:lnTo>
                    <a:pt x="5215703" y="3731591"/>
                  </a:lnTo>
                  <a:lnTo>
                    <a:pt x="5150216" y="3770069"/>
                  </a:lnTo>
                  <a:lnTo>
                    <a:pt x="5079653" y="3804902"/>
                  </a:lnTo>
                  <a:lnTo>
                    <a:pt x="5004238" y="3836372"/>
                  </a:lnTo>
                  <a:lnTo>
                    <a:pt x="4924713" y="3864647"/>
                  </a:lnTo>
                  <a:lnTo>
                    <a:pt x="4842467" y="3889784"/>
                  </a:lnTo>
                  <a:lnTo>
                    <a:pt x="4759600" y="3911757"/>
                  </a:lnTo>
                  <a:lnTo>
                    <a:pt x="4678881" y="3930497"/>
                  </a:lnTo>
                  <a:lnTo>
                    <a:pt x="4603530" y="3945944"/>
                  </a:lnTo>
                  <a:lnTo>
                    <a:pt x="4536822" y="3958113"/>
                  </a:lnTo>
                  <a:lnTo>
                    <a:pt x="4481549" y="3967145"/>
                  </a:lnTo>
                  <a:lnTo>
                    <a:pt x="4439476" y="3973337"/>
                  </a:lnTo>
                  <a:lnTo>
                    <a:pt x="4410940" y="3977136"/>
                  </a:lnTo>
                  <a:lnTo>
                    <a:pt x="4394696" y="3979100"/>
                  </a:lnTo>
                  <a:lnTo>
                    <a:pt x="4388009" y="3979837"/>
                  </a:lnTo>
                  <a:lnTo>
                    <a:pt x="4386855" y="3979954"/>
                  </a:lnTo>
                  <a:lnTo>
                    <a:pt x="3848118" y="3979954"/>
                  </a:lnTo>
                  <a:lnTo>
                    <a:pt x="3846824" y="3979932"/>
                  </a:lnTo>
                  <a:lnTo>
                    <a:pt x="3838376" y="3979778"/>
                  </a:lnTo>
                  <a:lnTo>
                    <a:pt x="3817313" y="3979350"/>
                  </a:lnTo>
                  <a:lnTo>
                    <a:pt x="3780249" y="3978511"/>
                  </a:lnTo>
                  <a:lnTo>
                    <a:pt x="3726195" y="3977141"/>
                  </a:lnTo>
                  <a:lnTo>
                    <a:pt x="3656588" y="3975151"/>
                  </a:lnTo>
                  <a:lnTo>
                    <a:pt x="3574803" y="3972494"/>
                  </a:lnTo>
                  <a:lnTo>
                    <a:pt x="3485288" y="3969158"/>
                  </a:lnTo>
                  <a:lnTo>
                    <a:pt x="3392606" y="3965156"/>
                  </a:lnTo>
                  <a:lnTo>
                    <a:pt x="3300680" y="3960503"/>
                  </a:lnTo>
                  <a:lnTo>
                    <a:pt x="3212397" y="3955204"/>
                  </a:lnTo>
                  <a:lnTo>
                    <a:pt x="3129538" y="3949240"/>
                  </a:lnTo>
                  <a:lnTo>
                    <a:pt x="3052912" y="3942567"/>
                  </a:lnTo>
                  <a:lnTo>
                    <a:pt x="2982593" y="3935107"/>
                  </a:lnTo>
                  <a:lnTo>
                    <a:pt x="2918149" y="3926754"/>
                  </a:lnTo>
                  <a:lnTo>
                    <a:pt x="2858837" y="3917376"/>
                  </a:lnTo>
                  <a:lnTo>
                    <a:pt x="2803750" y="3906824"/>
                  </a:lnTo>
                  <a:lnTo>
                    <a:pt x="2751928" y="3894945"/>
                  </a:lnTo>
                  <a:lnTo>
                    <a:pt x="2702440" y="3881611"/>
                  </a:lnTo>
                  <a:lnTo>
                    <a:pt x="2667772" y="3871063"/>
                  </a:lnTo>
                  <a:lnTo>
                    <a:pt x="2617426" y="3854019"/>
                  </a:lnTo>
                  <a:lnTo>
                    <a:pt x="2567566" y="3835205"/>
                  </a:lnTo>
                  <a:lnTo>
                    <a:pt x="2517665" y="3814595"/>
                  </a:lnTo>
                  <a:lnTo>
                    <a:pt x="2467366" y="3792228"/>
                  </a:lnTo>
                  <a:lnTo>
                    <a:pt x="2416461" y="3768213"/>
                  </a:lnTo>
                  <a:lnTo>
                    <a:pt x="2364877" y="3742737"/>
                  </a:lnTo>
                  <a:lnTo>
                    <a:pt x="2312651" y="3716055"/>
                  </a:lnTo>
                  <a:lnTo>
                    <a:pt x="2259917" y="3688493"/>
                  </a:lnTo>
                  <a:lnTo>
                    <a:pt x="2206877" y="3660422"/>
                  </a:lnTo>
                  <a:lnTo>
                    <a:pt x="2153773" y="3632247"/>
                  </a:lnTo>
                  <a:lnTo>
                    <a:pt x="2100856" y="3604378"/>
                  </a:lnTo>
                  <a:lnTo>
                    <a:pt x="2048351" y="3577207"/>
                  </a:lnTo>
                  <a:lnTo>
                    <a:pt x="1996431" y="3551084"/>
                  </a:lnTo>
                  <a:lnTo>
                    <a:pt x="1945184" y="3526301"/>
                  </a:lnTo>
                  <a:lnTo>
                    <a:pt x="1894595" y="3503082"/>
                  </a:lnTo>
                  <a:lnTo>
                    <a:pt x="1844527" y="3481573"/>
                  </a:lnTo>
                  <a:lnTo>
                    <a:pt x="1794701" y="3461848"/>
                  </a:lnTo>
                  <a:lnTo>
                    <a:pt x="1744679" y="3443914"/>
                  </a:lnTo>
                  <a:lnTo>
                    <a:pt x="1719082" y="3435501"/>
                  </a:lnTo>
                  <a:lnTo>
                    <a:pt x="1670767" y="3421074"/>
                  </a:lnTo>
                  <a:lnTo>
                    <a:pt x="1620715" y="3408156"/>
                  </a:lnTo>
                  <a:lnTo>
                    <a:pt x="1568076" y="3396663"/>
                  </a:lnTo>
                  <a:lnTo>
                    <a:pt x="1511905" y="3386455"/>
                  </a:lnTo>
                  <a:lnTo>
                    <a:pt x="1451245" y="3377378"/>
                  </a:lnTo>
                  <a:lnTo>
                    <a:pt x="1385223" y="3369287"/>
                  </a:lnTo>
                  <a:lnTo>
                    <a:pt x="1313167" y="3362056"/>
                  </a:lnTo>
                  <a:lnTo>
                    <a:pt x="1234764" y="3355588"/>
                  </a:lnTo>
                  <a:lnTo>
                    <a:pt x="1150269" y="3349813"/>
                  </a:lnTo>
                  <a:lnTo>
                    <a:pt x="1060743" y="3344695"/>
                  </a:lnTo>
                  <a:lnTo>
                    <a:pt x="968267" y="3340223"/>
                  </a:lnTo>
                  <a:lnTo>
                    <a:pt x="876037" y="3336405"/>
                  </a:lnTo>
                  <a:lnTo>
                    <a:pt x="788212" y="3333259"/>
                  </a:lnTo>
                  <a:lnTo>
                    <a:pt x="709410" y="3330791"/>
                  </a:lnTo>
                  <a:lnTo>
                    <a:pt x="643880" y="3328981"/>
                  </a:lnTo>
                  <a:lnTo>
                    <a:pt x="594531" y="3327769"/>
                  </a:lnTo>
                  <a:lnTo>
                    <a:pt x="562146" y="3327059"/>
                  </a:lnTo>
                  <a:lnTo>
                    <a:pt x="545046" y="3326722"/>
                  </a:lnTo>
                  <a:lnTo>
                    <a:pt x="539229" y="3326618"/>
                  </a:lnTo>
                  <a:lnTo>
                    <a:pt x="538736" y="3326610"/>
                  </a:lnTo>
                  <a:lnTo>
                    <a:pt x="0" y="332661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24" name="pl1224"/>
            <p:cNvSpPr/>
            <p:nvPr/>
          </p:nvSpPr>
          <p:spPr>
            <a:xfrm>
              <a:off x="546595" y="1093462"/>
              <a:ext cx="8234974" cy="3979954"/>
            </a:xfrm>
            <a:custGeom>
              <a:avLst/>
              <a:pathLst>
                <a:path w="8234974" h="3979954">
                  <a:moveTo>
                    <a:pt x="0" y="3326610"/>
                  </a:moveTo>
                  <a:lnTo>
                    <a:pt x="538736" y="3326610"/>
                  </a:lnTo>
                  <a:lnTo>
                    <a:pt x="540031" y="3326632"/>
                  </a:lnTo>
                  <a:lnTo>
                    <a:pt x="548479" y="3326786"/>
                  </a:lnTo>
                  <a:lnTo>
                    <a:pt x="569541" y="3327214"/>
                  </a:lnTo>
                  <a:lnTo>
                    <a:pt x="606606" y="3328052"/>
                  </a:lnTo>
                  <a:lnTo>
                    <a:pt x="660659" y="3329423"/>
                  </a:lnTo>
                  <a:lnTo>
                    <a:pt x="730267" y="3331413"/>
                  </a:lnTo>
                  <a:lnTo>
                    <a:pt x="812052" y="3334070"/>
                  </a:lnTo>
                  <a:lnTo>
                    <a:pt x="901566" y="3337405"/>
                  </a:lnTo>
                  <a:lnTo>
                    <a:pt x="994249" y="3341407"/>
                  </a:lnTo>
                  <a:lnTo>
                    <a:pt x="1086175" y="3346061"/>
                  </a:lnTo>
                  <a:lnTo>
                    <a:pt x="1174457" y="3351360"/>
                  </a:lnTo>
                  <a:lnTo>
                    <a:pt x="1257317" y="3357323"/>
                  </a:lnTo>
                  <a:lnTo>
                    <a:pt x="1333943" y="3363997"/>
                  </a:lnTo>
                  <a:lnTo>
                    <a:pt x="1404262" y="3371457"/>
                  </a:lnTo>
                  <a:lnTo>
                    <a:pt x="1468706" y="3379810"/>
                  </a:lnTo>
                  <a:lnTo>
                    <a:pt x="1528018" y="3389188"/>
                  </a:lnTo>
                  <a:lnTo>
                    <a:pt x="1583104" y="3399740"/>
                  </a:lnTo>
                  <a:lnTo>
                    <a:pt x="1634927" y="3411618"/>
                  </a:lnTo>
                  <a:lnTo>
                    <a:pt x="1684414" y="3424953"/>
                  </a:lnTo>
                  <a:lnTo>
                    <a:pt x="1719082" y="3435501"/>
                  </a:lnTo>
                  <a:lnTo>
                    <a:pt x="1769429" y="3452545"/>
                  </a:lnTo>
                  <a:lnTo>
                    <a:pt x="1819288" y="3471359"/>
                  </a:lnTo>
                  <a:lnTo>
                    <a:pt x="1869189" y="3491969"/>
                  </a:lnTo>
                  <a:lnTo>
                    <a:pt x="1919489" y="3514336"/>
                  </a:lnTo>
                  <a:lnTo>
                    <a:pt x="1970393" y="3538351"/>
                  </a:lnTo>
                  <a:lnTo>
                    <a:pt x="2021978" y="3563827"/>
                  </a:lnTo>
                  <a:lnTo>
                    <a:pt x="2074204" y="3590508"/>
                  </a:lnTo>
                  <a:lnTo>
                    <a:pt x="2126937" y="3618071"/>
                  </a:lnTo>
                  <a:lnTo>
                    <a:pt x="2179977" y="3646142"/>
                  </a:lnTo>
                  <a:lnTo>
                    <a:pt x="2233081" y="3674316"/>
                  </a:lnTo>
                  <a:lnTo>
                    <a:pt x="2285999" y="3702185"/>
                  </a:lnTo>
                  <a:lnTo>
                    <a:pt x="2338503" y="3729357"/>
                  </a:lnTo>
                  <a:lnTo>
                    <a:pt x="2390424" y="3755480"/>
                  </a:lnTo>
                  <a:lnTo>
                    <a:pt x="2441671" y="3780263"/>
                  </a:lnTo>
                  <a:lnTo>
                    <a:pt x="2492260" y="3803482"/>
                  </a:lnTo>
                  <a:lnTo>
                    <a:pt x="2542328" y="3824991"/>
                  </a:lnTo>
                  <a:lnTo>
                    <a:pt x="2592154" y="3844716"/>
                  </a:lnTo>
                  <a:lnTo>
                    <a:pt x="2642175" y="3862650"/>
                  </a:lnTo>
                  <a:lnTo>
                    <a:pt x="2667772" y="3871063"/>
                  </a:lnTo>
                  <a:lnTo>
                    <a:pt x="2716088" y="3885490"/>
                  </a:lnTo>
                  <a:lnTo>
                    <a:pt x="2766140" y="3898408"/>
                  </a:lnTo>
                  <a:lnTo>
                    <a:pt x="2818778" y="3909901"/>
                  </a:lnTo>
                  <a:lnTo>
                    <a:pt x="2874950" y="3920109"/>
                  </a:lnTo>
                  <a:lnTo>
                    <a:pt x="2935610" y="3929186"/>
                  </a:lnTo>
                  <a:lnTo>
                    <a:pt x="3001632" y="3937277"/>
                  </a:lnTo>
                  <a:lnTo>
                    <a:pt x="3073687" y="3944508"/>
                  </a:lnTo>
                  <a:lnTo>
                    <a:pt x="3152090" y="3950976"/>
                  </a:lnTo>
                  <a:lnTo>
                    <a:pt x="3236585" y="3956751"/>
                  </a:lnTo>
                  <a:lnTo>
                    <a:pt x="3326112" y="3961869"/>
                  </a:lnTo>
                  <a:lnTo>
                    <a:pt x="3418588" y="3966341"/>
                  </a:lnTo>
                  <a:lnTo>
                    <a:pt x="3510818" y="3970159"/>
                  </a:lnTo>
                  <a:lnTo>
                    <a:pt x="3598643" y="3973305"/>
                  </a:lnTo>
                  <a:lnTo>
                    <a:pt x="3677444" y="3975773"/>
                  </a:lnTo>
                  <a:lnTo>
                    <a:pt x="3742974" y="3977583"/>
                  </a:lnTo>
                  <a:lnTo>
                    <a:pt x="3792324" y="3978795"/>
                  </a:lnTo>
                  <a:lnTo>
                    <a:pt x="3824709" y="3979505"/>
                  </a:lnTo>
                  <a:lnTo>
                    <a:pt x="3841808" y="3979842"/>
                  </a:lnTo>
                  <a:lnTo>
                    <a:pt x="3847626" y="3979946"/>
                  </a:lnTo>
                  <a:lnTo>
                    <a:pt x="3848118" y="3979954"/>
                  </a:lnTo>
                  <a:lnTo>
                    <a:pt x="4386855" y="3979954"/>
                  </a:lnTo>
                  <a:lnTo>
                    <a:pt x="4387784" y="3979860"/>
                  </a:lnTo>
                  <a:lnTo>
                    <a:pt x="4393892" y="3979192"/>
                  </a:lnTo>
                  <a:lnTo>
                    <a:pt x="4409292" y="3977343"/>
                  </a:lnTo>
                  <a:lnTo>
                    <a:pt x="4436825" y="3973705"/>
                  </a:lnTo>
                  <a:lnTo>
                    <a:pt x="4477856" y="3967713"/>
                  </a:lnTo>
                  <a:lnTo>
                    <a:pt x="4532167" y="3958911"/>
                  </a:lnTo>
                  <a:lnTo>
                    <a:pt x="4598090" y="3946988"/>
                  </a:lnTo>
                  <a:lnTo>
                    <a:pt x="4672893" y="3931793"/>
                  </a:lnTo>
                  <a:lnTo>
                    <a:pt x="4753320" y="3913303"/>
                  </a:lnTo>
                  <a:lnTo>
                    <a:pt x="4836128" y="3891575"/>
                  </a:lnTo>
                  <a:lnTo>
                    <a:pt x="4918505" y="3866678"/>
                  </a:lnTo>
                  <a:lnTo>
                    <a:pt x="4998295" y="3838644"/>
                  </a:lnTo>
                  <a:lnTo>
                    <a:pt x="5074058" y="3807421"/>
                  </a:lnTo>
                  <a:lnTo>
                    <a:pt x="5145005" y="3772854"/>
                  </a:lnTo>
                  <a:lnTo>
                    <a:pt x="5210878" y="3734667"/>
                  </a:lnTo>
                  <a:lnTo>
                    <a:pt x="5271812" y="3692469"/>
                  </a:lnTo>
                  <a:lnTo>
                    <a:pt x="5328209" y="3645758"/>
                  </a:lnTo>
                  <a:lnTo>
                    <a:pt x="5380636" y="3593937"/>
                  </a:lnTo>
                  <a:lnTo>
                    <a:pt x="5429751" y="3536350"/>
                  </a:lnTo>
                  <a:lnTo>
                    <a:pt x="5476240" y="3472331"/>
                  </a:lnTo>
                  <a:lnTo>
                    <a:pt x="5520772" y="3401302"/>
                  </a:lnTo>
                  <a:lnTo>
                    <a:pt x="5563945" y="3322918"/>
                  </a:lnTo>
                  <a:lnTo>
                    <a:pt x="5567201" y="3316628"/>
                  </a:lnTo>
                  <a:lnTo>
                    <a:pt x="5597939" y="3254698"/>
                  </a:lnTo>
                  <a:lnTo>
                    <a:pt x="5628403" y="3188823"/>
                  </a:lnTo>
                  <a:lnTo>
                    <a:pt x="5658740" y="3118921"/>
                  </a:lnTo>
                  <a:lnTo>
                    <a:pt x="5689066" y="3044960"/>
                  </a:lnTo>
                  <a:lnTo>
                    <a:pt x="5719476" y="2966959"/>
                  </a:lnTo>
                  <a:lnTo>
                    <a:pt x="5750040" y="2884991"/>
                  </a:lnTo>
                  <a:lnTo>
                    <a:pt x="5780811" y="2799192"/>
                  </a:lnTo>
                  <a:lnTo>
                    <a:pt x="5811819" y="2709760"/>
                  </a:lnTo>
                  <a:lnTo>
                    <a:pt x="5843081" y="2616953"/>
                  </a:lnTo>
                  <a:lnTo>
                    <a:pt x="5874595" y="2521096"/>
                  </a:lnTo>
                  <a:lnTo>
                    <a:pt x="5906345" y="2422571"/>
                  </a:lnTo>
                  <a:lnTo>
                    <a:pt x="5938303" y="2321814"/>
                  </a:lnTo>
                  <a:lnTo>
                    <a:pt x="5970430" y="2219308"/>
                  </a:lnTo>
                  <a:lnTo>
                    <a:pt x="6002679" y="2115575"/>
                  </a:lnTo>
                  <a:lnTo>
                    <a:pt x="6034995" y="2011164"/>
                  </a:lnTo>
                  <a:lnTo>
                    <a:pt x="6067324" y="1906637"/>
                  </a:lnTo>
                  <a:lnTo>
                    <a:pt x="6099607" y="1802562"/>
                  </a:lnTo>
                  <a:lnTo>
                    <a:pt x="6131789" y="1699494"/>
                  </a:lnTo>
                  <a:lnTo>
                    <a:pt x="6163821" y="1597968"/>
                  </a:lnTo>
                  <a:lnTo>
                    <a:pt x="6195659" y="1498483"/>
                  </a:lnTo>
                  <a:lnTo>
                    <a:pt x="6227271" y="1401495"/>
                  </a:lnTo>
                  <a:lnTo>
                    <a:pt x="6258636" y="1307410"/>
                  </a:lnTo>
                  <a:lnTo>
                    <a:pt x="6289747" y="1216576"/>
                  </a:lnTo>
                  <a:lnTo>
                    <a:pt x="6320611" y="1129277"/>
                  </a:lnTo>
                  <a:lnTo>
                    <a:pt x="6351254" y="1045737"/>
                  </a:lnTo>
                  <a:lnTo>
                    <a:pt x="6381719" y="966116"/>
                  </a:lnTo>
                  <a:lnTo>
                    <a:pt x="6412069" y="890513"/>
                  </a:lnTo>
                  <a:lnTo>
                    <a:pt x="6442388" y="818968"/>
                  </a:lnTo>
                  <a:lnTo>
                    <a:pt x="6472785" y="751468"/>
                  </a:lnTo>
                  <a:lnTo>
                    <a:pt x="6503393" y="687951"/>
                  </a:lnTo>
                  <a:lnTo>
                    <a:pt x="6515891" y="663325"/>
                  </a:lnTo>
                  <a:lnTo>
                    <a:pt x="6558982" y="584377"/>
                  </a:lnTo>
                  <a:lnTo>
                    <a:pt x="6603390" y="512794"/>
                  </a:lnTo>
                  <a:lnTo>
                    <a:pt x="6649707" y="448259"/>
                  </a:lnTo>
                  <a:lnTo>
                    <a:pt x="6698597" y="390203"/>
                  </a:lnTo>
                  <a:lnTo>
                    <a:pt x="6750747" y="337966"/>
                  </a:lnTo>
                  <a:lnTo>
                    <a:pt x="6806819" y="290886"/>
                  </a:lnTo>
                  <a:lnTo>
                    <a:pt x="6867389" y="248362"/>
                  </a:lnTo>
                  <a:lnTo>
                    <a:pt x="6932877" y="209884"/>
                  </a:lnTo>
                  <a:lnTo>
                    <a:pt x="7003440" y="175052"/>
                  </a:lnTo>
                  <a:lnTo>
                    <a:pt x="7078855" y="143581"/>
                  </a:lnTo>
                  <a:lnTo>
                    <a:pt x="7158379" y="115306"/>
                  </a:lnTo>
                  <a:lnTo>
                    <a:pt x="7240625" y="90170"/>
                  </a:lnTo>
                  <a:lnTo>
                    <a:pt x="7323493" y="68197"/>
                  </a:lnTo>
                  <a:lnTo>
                    <a:pt x="7404212" y="49457"/>
                  </a:lnTo>
                  <a:lnTo>
                    <a:pt x="7479562" y="34010"/>
                  </a:lnTo>
                  <a:lnTo>
                    <a:pt x="7546270" y="21840"/>
                  </a:lnTo>
                  <a:lnTo>
                    <a:pt x="7601543" y="12809"/>
                  </a:lnTo>
                  <a:lnTo>
                    <a:pt x="7643616" y="6617"/>
                  </a:lnTo>
                  <a:lnTo>
                    <a:pt x="7672152" y="2818"/>
                  </a:lnTo>
                  <a:lnTo>
                    <a:pt x="7688396" y="854"/>
                  </a:lnTo>
                  <a:lnTo>
                    <a:pt x="7695084" y="117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5" name="pl1225"/>
            <p:cNvSpPr/>
            <p:nvPr/>
          </p:nvSpPr>
          <p:spPr>
            <a:xfrm>
              <a:off x="546595" y="1088018"/>
              <a:ext cx="8234974" cy="3979954"/>
            </a:xfrm>
            <a:custGeom>
              <a:avLst/>
              <a:pathLst>
                <a:path w="8234974" h="3979954">
                  <a:moveTo>
                    <a:pt x="8234974" y="0"/>
                  </a:moveTo>
                  <a:lnTo>
                    <a:pt x="7696237" y="0"/>
                  </a:lnTo>
                  <a:lnTo>
                    <a:pt x="7695308" y="93"/>
                  </a:lnTo>
                  <a:lnTo>
                    <a:pt x="7689200" y="762"/>
                  </a:lnTo>
                  <a:lnTo>
                    <a:pt x="7673801" y="2610"/>
                  </a:lnTo>
                  <a:lnTo>
                    <a:pt x="7646267" y="6249"/>
                  </a:lnTo>
                  <a:lnTo>
                    <a:pt x="7605236" y="12240"/>
                  </a:lnTo>
                  <a:lnTo>
                    <a:pt x="7550925" y="21043"/>
                  </a:lnTo>
                  <a:lnTo>
                    <a:pt x="7485002" y="32965"/>
                  </a:lnTo>
                  <a:lnTo>
                    <a:pt x="7410199" y="48160"/>
                  </a:lnTo>
                  <a:lnTo>
                    <a:pt x="7329773" y="66650"/>
                  </a:lnTo>
                  <a:lnTo>
                    <a:pt x="7246964" y="88379"/>
                  </a:lnTo>
                  <a:lnTo>
                    <a:pt x="7164588" y="113276"/>
                  </a:lnTo>
                  <a:lnTo>
                    <a:pt x="7084798" y="141310"/>
                  </a:lnTo>
                  <a:lnTo>
                    <a:pt x="7009035" y="172532"/>
                  </a:lnTo>
                  <a:lnTo>
                    <a:pt x="6938088" y="207100"/>
                  </a:lnTo>
                  <a:lnTo>
                    <a:pt x="6872214" y="245286"/>
                  </a:lnTo>
                  <a:lnTo>
                    <a:pt x="6811280" y="287484"/>
                  </a:lnTo>
                  <a:lnTo>
                    <a:pt x="6754884" y="334196"/>
                  </a:lnTo>
                  <a:lnTo>
                    <a:pt x="6702457" y="386016"/>
                  </a:lnTo>
                  <a:lnTo>
                    <a:pt x="6653342" y="443604"/>
                  </a:lnTo>
                  <a:lnTo>
                    <a:pt x="6606852" y="507622"/>
                  </a:lnTo>
                  <a:lnTo>
                    <a:pt x="6562320" y="578651"/>
                  </a:lnTo>
                  <a:lnTo>
                    <a:pt x="6519147" y="657035"/>
                  </a:lnTo>
                  <a:lnTo>
                    <a:pt x="6515891" y="663325"/>
                  </a:lnTo>
                  <a:lnTo>
                    <a:pt x="6485154" y="725255"/>
                  </a:lnTo>
                  <a:lnTo>
                    <a:pt x="6454689" y="791131"/>
                  </a:lnTo>
                  <a:lnTo>
                    <a:pt x="6424353" y="861032"/>
                  </a:lnTo>
                  <a:lnTo>
                    <a:pt x="6394026" y="934993"/>
                  </a:lnTo>
                  <a:lnTo>
                    <a:pt x="6363617" y="1012995"/>
                  </a:lnTo>
                  <a:lnTo>
                    <a:pt x="6333052" y="1094962"/>
                  </a:lnTo>
                  <a:lnTo>
                    <a:pt x="6302282" y="1180761"/>
                  </a:lnTo>
                  <a:lnTo>
                    <a:pt x="6271273" y="1270194"/>
                  </a:lnTo>
                  <a:lnTo>
                    <a:pt x="6240011" y="1363000"/>
                  </a:lnTo>
                  <a:lnTo>
                    <a:pt x="6208498" y="1458857"/>
                  </a:lnTo>
                  <a:lnTo>
                    <a:pt x="6176747" y="1557382"/>
                  </a:lnTo>
                  <a:lnTo>
                    <a:pt x="6144789" y="1658139"/>
                  </a:lnTo>
                  <a:lnTo>
                    <a:pt x="6112662" y="1760645"/>
                  </a:lnTo>
                  <a:lnTo>
                    <a:pt x="6080414" y="1864378"/>
                  </a:lnTo>
                  <a:lnTo>
                    <a:pt x="6048097" y="1968790"/>
                  </a:lnTo>
                  <a:lnTo>
                    <a:pt x="6015769" y="2073317"/>
                  </a:lnTo>
                  <a:lnTo>
                    <a:pt x="5983486" y="2177392"/>
                  </a:lnTo>
                  <a:lnTo>
                    <a:pt x="5951303" y="2280459"/>
                  </a:lnTo>
                  <a:lnTo>
                    <a:pt x="5919272" y="2381986"/>
                  </a:lnTo>
                  <a:lnTo>
                    <a:pt x="5887433" y="2481471"/>
                  </a:lnTo>
                  <a:lnTo>
                    <a:pt x="5855821" y="2578458"/>
                  </a:lnTo>
                  <a:lnTo>
                    <a:pt x="5824456" y="2672543"/>
                  </a:lnTo>
                  <a:lnTo>
                    <a:pt x="5793346" y="2763378"/>
                  </a:lnTo>
                  <a:lnTo>
                    <a:pt x="5762482" y="2850676"/>
                  </a:lnTo>
                  <a:lnTo>
                    <a:pt x="5731839" y="2934216"/>
                  </a:lnTo>
                  <a:lnTo>
                    <a:pt x="5701374" y="3013837"/>
                  </a:lnTo>
                  <a:lnTo>
                    <a:pt x="5671024" y="3089441"/>
                  </a:lnTo>
                  <a:lnTo>
                    <a:pt x="5640704" y="3160986"/>
                  </a:lnTo>
                  <a:lnTo>
                    <a:pt x="5610307" y="3228486"/>
                  </a:lnTo>
                  <a:lnTo>
                    <a:pt x="5579700" y="3292002"/>
                  </a:lnTo>
                  <a:lnTo>
                    <a:pt x="5567201" y="3316628"/>
                  </a:lnTo>
                  <a:lnTo>
                    <a:pt x="5524111" y="3395576"/>
                  </a:lnTo>
                  <a:lnTo>
                    <a:pt x="5479703" y="3467159"/>
                  </a:lnTo>
                  <a:lnTo>
                    <a:pt x="5433385" y="3531695"/>
                  </a:lnTo>
                  <a:lnTo>
                    <a:pt x="5384495" y="3589750"/>
                  </a:lnTo>
                  <a:lnTo>
                    <a:pt x="5332345" y="3641988"/>
                  </a:lnTo>
                  <a:lnTo>
                    <a:pt x="5276274" y="3689068"/>
                  </a:lnTo>
                  <a:lnTo>
                    <a:pt x="5215703" y="3731591"/>
                  </a:lnTo>
                  <a:lnTo>
                    <a:pt x="5150216" y="3770069"/>
                  </a:lnTo>
                  <a:lnTo>
                    <a:pt x="5079653" y="3804902"/>
                  </a:lnTo>
                  <a:lnTo>
                    <a:pt x="5004238" y="3836372"/>
                  </a:lnTo>
                  <a:lnTo>
                    <a:pt x="4924713" y="3864647"/>
                  </a:lnTo>
                  <a:lnTo>
                    <a:pt x="4842467" y="3889784"/>
                  </a:lnTo>
                  <a:lnTo>
                    <a:pt x="4759600" y="3911757"/>
                  </a:lnTo>
                  <a:lnTo>
                    <a:pt x="4678881" y="3930497"/>
                  </a:lnTo>
                  <a:lnTo>
                    <a:pt x="4603530" y="3945944"/>
                  </a:lnTo>
                  <a:lnTo>
                    <a:pt x="4536822" y="3958113"/>
                  </a:lnTo>
                  <a:lnTo>
                    <a:pt x="4481549" y="3967145"/>
                  </a:lnTo>
                  <a:lnTo>
                    <a:pt x="4439476" y="3973337"/>
                  </a:lnTo>
                  <a:lnTo>
                    <a:pt x="4410940" y="3977136"/>
                  </a:lnTo>
                  <a:lnTo>
                    <a:pt x="4394696" y="3979100"/>
                  </a:lnTo>
                  <a:lnTo>
                    <a:pt x="4388009" y="3979837"/>
                  </a:lnTo>
                  <a:lnTo>
                    <a:pt x="4386856" y="3979954"/>
                  </a:lnTo>
                  <a:lnTo>
                    <a:pt x="4386855" y="3979954"/>
                  </a:lnTo>
                  <a:lnTo>
                    <a:pt x="3848118" y="3979954"/>
                  </a:lnTo>
                  <a:lnTo>
                    <a:pt x="3846824" y="3979932"/>
                  </a:lnTo>
                  <a:lnTo>
                    <a:pt x="3838376" y="3979778"/>
                  </a:lnTo>
                  <a:lnTo>
                    <a:pt x="3817313" y="3979350"/>
                  </a:lnTo>
                  <a:lnTo>
                    <a:pt x="3780249" y="3978511"/>
                  </a:lnTo>
                  <a:lnTo>
                    <a:pt x="3726195" y="3977141"/>
                  </a:lnTo>
                  <a:lnTo>
                    <a:pt x="3656588" y="3975151"/>
                  </a:lnTo>
                  <a:lnTo>
                    <a:pt x="3574803" y="3972494"/>
                  </a:lnTo>
                  <a:lnTo>
                    <a:pt x="3485288" y="3969158"/>
                  </a:lnTo>
                  <a:lnTo>
                    <a:pt x="3392606" y="3965156"/>
                  </a:lnTo>
                  <a:lnTo>
                    <a:pt x="3300680" y="3960503"/>
                  </a:lnTo>
                  <a:lnTo>
                    <a:pt x="3212397" y="3955204"/>
                  </a:lnTo>
                  <a:lnTo>
                    <a:pt x="3129538" y="3949240"/>
                  </a:lnTo>
                  <a:lnTo>
                    <a:pt x="3052912" y="3942567"/>
                  </a:lnTo>
                  <a:lnTo>
                    <a:pt x="2982593" y="3935107"/>
                  </a:lnTo>
                  <a:lnTo>
                    <a:pt x="2918149" y="3926754"/>
                  </a:lnTo>
                  <a:lnTo>
                    <a:pt x="2858837" y="3917376"/>
                  </a:lnTo>
                  <a:lnTo>
                    <a:pt x="2803750" y="3906824"/>
                  </a:lnTo>
                  <a:lnTo>
                    <a:pt x="2751928" y="3894945"/>
                  </a:lnTo>
                  <a:lnTo>
                    <a:pt x="2702440" y="3881611"/>
                  </a:lnTo>
                  <a:lnTo>
                    <a:pt x="2667772" y="3871063"/>
                  </a:lnTo>
                  <a:lnTo>
                    <a:pt x="2617426" y="3854019"/>
                  </a:lnTo>
                  <a:lnTo>
                    <a:pt x="2567566" y="3835205"/>
                  </a:lnTo>
                  <a:lnTo>
                    <a:pt x="2517665" y="3814595"/>
                  </a:lnTo>
                  <a:lnTo>
                    <a:pt x="2467366" y="3792228"/>
                  </a:lnTo>
                  <a:lnTo>
                    <a:pt x="2416461" y="3768213"/>
                  </a:lnTo>
                  <a:lnTo>
                    <a:pt x="2364877" y="3742737"/>
                  </a:lnTo>
                  <a:lnTo>
                    <a:pt x="2312651" y="3716055"/>
                  </a:lnTo>
                  <a:lnTo>
                    <a:pt x="2259917" y="3688493"/>
                  </a:lnTo>
                  <a:lnTo>
                    <a:pt x="2206877" y="3660422"/>
                  </a:lnTo>
                  <a:lnTo>
                    <a:pt x="2153773" y="3632247"/>
                  </a:lnTo>
                  <a:lnTo>
                    <a:pt x="2100856" y="3604378"/>
                  </a:lnTo>
                  <a:lnTo>
                    <a:pt x="2048351" y="3577207"/>
                  </a:lnTo>
                  <a:lnTo>
                    <a:pt x="1996431" y="3551084"/>
                  </a:lnTo>
                  <a:lnTo>
                    <a:pt x="1945184" y="3526301"/>
                  </a:lnTo>
                  <a:lnTo>
                    <a:pt x="1894595" y="3503082"/>
                  </a:lnTo>
                  <a:lnTo>
                    <a:pt x="1844527" y="3481573"/>
                  </a:lnTo>
                  <a:lnTo>
                    <a:pt x="1794701" y="3461848"/>
                  </a:lnTo>
                  <a:lnTo>
                    <a:pt x="1744679" y="3443914"/>
                  </a:lnTo>
                  <a:lnTo>
                    <a:pt x="1719082" y="3435501"/>
                  </a:lnTo>
                  <a:lnTo>
                    <a:pt x="1670767" y="3421074"/>
                  </a:lnTo>
                  <a:lnTo>
                    <a:pt x="1620715" y="3408156"/>
                  </a:lnTo>
                  <a:lnTo>
                    <a:pt x="1568076" y="3396663"/>
                  </a:lnTo>
                  <a:lnTo>
                    <a:pt x="1511905" y="3386455"/>
                  </a:lnTo>
                  <a:lnTo>
                    <a:pt x="1451245" y="3377378"/>
                  </a:lnTo>
                  <a:lnTo>
                    <a:pt x="1385223" y="3369287"/>
                  </a:lnTo>
                  <a:lnTo>
                    <a:pt x="1313167" y="3362056"/>
                  </a:lnTo>
                  <a:lnTo>
                    <a:pt x="1234764" y="3355588"/>
                  </a:lnTo>
                  <a:lnTo>
                    <a:pt x="1150269" y="3349813"/>
                  </a:lnTo>
                  <a:lnTo>
                    <a:pt x="1060743" y="3344695"/>
                  </a:lnTo>
                  <a:lnTo>
                    <a:pt x="968267" y="3340223"/>
                  </a:lnTo>
                  <a:lnTo>
                    <a:pt x="876037" y="3336405"/>
                  </a:lnTo>
                  <a:lnTo>
                    <a:pt x="788212" y="3333259"/>
                  </a:lnTo>
                  <a:lnTo>
                    <a:pt x="709410" y="3330791"/>
                  </a:lnTo>
                  <a:lnTo>
                    <a:pt x="643880" y="3328981"/>
                  </a:lnTo>
                  <a:lnTo>
                    <a:pt x="594531" y="3327769"/>
                  </a:lnTo>
                  <a:lnTo>
                    <a:pt x="562146" y="3327059"/>
                  </a:lnTo>
                  <a:lnTo>
                    <a:pt x="545046" y="3326722"/>
                  </a:lnTo>
                  <a:lnTo>
                    <a:pt x="539229" y="3326618"/>
                  </a:lnTo>
                  <a:lnTo>
                    <a:pt x="538736" y="3326610"/>
                  </a:lnTo>
                  <a:lnTo>
                    <a:pt x="0" y="33266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6" name="pg1226"/>
            <p:cNvSpPr/>
            <p:nvPr/>
          </p:nvSpPr>
          <p:spPr>
            <a:xfrm>
              <a:off x="546595" y="1583470"/>
              <a:ext cx="8234974" cy="3511724"/>
            </a:xfrm>
            <a:custGeom>
              <a:avLst/>
              <a:pathLst>
                <a:path w="8234974" h="3511724">
                  <a:moveTo>
                    <a:pt x="0" y="2842046"/>
                  </a:moveTo>
                  <a:lnTo>
                    <a:pt x="538736" y="2842046"/>
                  </a:lnTo>
                  <a:lnTo>
                    <a:pt x="540031" y="2842069"/>
                  </a:lnTo>
                  <a:lnTo>
                    <a:pt x="548476" y="2842227"/>
                  </a:lnTo>
                  <a:lnTo>
                    <a:pt x="569532" y="2842665"/>
                  </a:lnTo>
                  <a:lnTo>
                    <a:pt x="606587" y="2843524"/>
                  </a:lnTo>
                  <a:lnTo>
                    <a:pt x="660626" y="2844929"/>
                  </a:lnTo>
                  <a:lnTo>
                    <a:pt x="730218" y="2846968"/>
                  </a:lnTo>
                  <a:lnTo>
                    <a:pt x="811987" y="2849691"/>
                  </a:lnTo>
                  <a:lnTo>
                    <a:pt x="901488" y="2853109"/>
                  </a:lnTo>
                  <a:lnTo>
                    <a:pt x="994159" y="2857210"/>
                  </a:lnTo>
                  <a:lnTo>
                    <a:pt x="1086078" y="2861978"/>
                  </a:lnTo>
                  <a:lnTo>
                    <a:pt x="1174356" y="2867408"/>
                  </a:lnTo>
                  <a:lnTo>
                    <a:pt x="1257215" y="2873519"/>
                  </a:lnTo>
                  <a:lnTo>
                    <a:pt x="1333841" y="2880358"/>
                  </a:lnTo>
                  <a:lnTo>
                    <a:pt x="1404161" y="2888003"/>
                  </a:lnTo>
                  <a:lnTo>
                    <a:pt x="1468607" y="2896562"/>
                  </a:lnTo>
                  <a:lnTo>
                    <a:pt x="1527920" y="2906171"/>
                  </a:lnTo>
                  <a:lnTo>
                    <a:pt x="1583007" y="2916984"/>
                  </a:lnTo>
                  <a:lnTo>
                    <a:pt x="1634830" y="2929155"/>
                  </a:lnTo>
                  <a:lnTo>
                    <a:pt x="1684316" y="2942819"/>
                  </a:lnTo>
                  <a:lnTo>
                    <a:pt x="1719082" y="2953659"/>
                  </a:lnTo>
                  <a:lnTo>
                    <a:pt x="1769319" y="2971089"/>
                  </a:lnTo>
                  <a:lnTo>
                    <a:pt x="1819070" y="2990326"/>
                  </a:lnTo>
                  <a:lnTo>
                    <a:pt x="1868860" y="3011395"/>
                  </a:lnTo>
                  <a:lnTo>
                    <a:pt x="1919046" y="3034257"/>
                  </a:lnTo>
                  <a:lnTo>
                    <a:pt x="1969832" y="3058802"/>
                  </a:lnTo>
                  <a:lnTo>
                    <a:pt x="2021295" y="3084842"/>
                  </a:lnTo>
                  <a:lnTo>
                    <a:pt x="2073398" y="3112115"/>
                  </a:lnTo>
                  <a:lnTo>
                    <a:pt x="2126010" y="3140293"/>
                  </a:lnTo>
                  <a:lnTo>
                    <a:pt x="2178930" y="3168997"/>
                  </a:lnTo>
                  <a:lnTo>
                    <a:pt x="2231919" y="3197815"/>
                  </a:lnTo>
                  <a:lnTo>
                    <a:pt x="2284727" y="3226330"/>
                  </a:lnTo>
                  <a:lnTo>
                    <a:pt x="2337130" y="3254142"/>
                  </a:lnTo>
                  <a:lnTo>
                    <a:pt x="2388954" y="3280893"/>
                  </a:lnTo>
                  <a:lnTo>
                    <a:pt x="2440109" y="3306284"/>
                  </a:lnTo>
                  <a:lnTo>
                    <a:pt x="2490606" y="3330086"/>
                  </a:lnTo>
                  <a:lnTo>
                    <a:pt x="2540579" y="3352145"/>
                  </a:lnTo>
                  <a:lnTo>
                    <a:pt x="2590297" y="3372385"/>
                  </a:lnTo>
                  <a:lnTo>
                    <a:pt x="2640192" y="3390796"/>
                  </a:lnTo>
                  <a:lnTo>
                    <a:pt x="2667772" y="3400111"/>
                  </a:lnTo>
                  <a:lnTo>
                    <a:pt x="2716083" y="3414897"/>
                  </a:lnTo>
                  <a:lnTo>
                    <a:pt x="2766129" y="3428136"/>
                  </a:lnTo>
                  <a:lnTo>
                    <a:pt x="2818761" y="3439916"/>
                  </a:lnTo>
                  <a:lnTo>
                    <a:pt x="2874925" y="3450378"/>
                  </a:lnTo>
                  <a:lnTo>
                    <a:pt x="2935576" y="3459682"/>
                  </a:lnTo>
                  <a:lnTo>
                    <a:pt x="3001587" y="3467975"/>
                  </a:lnTo>
                  <a:lnTo>
                    <a:pt x="3073631" y="3475386"/>
                  </a:lnTo>
                  <a:lnTo>
                    <a:pt x="3152021" y="3482017"/>
                  </a:lnTo>
                  <a:lnTo>
                    <a:pt x="3236501" y="3487935"/>
                  </a:lnTo>
                  <a:lnTo>
                    <a:pt x="3326014" y="3493182"/>
                  </a:lnTo>
                  <a:lnTo>
                    <a:pt x="3418479" y="3497766"/>
                  </a:lnTo>
                  <a:lnTo>
                    <a:pt x="3510702" y="3501679"/>
                  </a:lnTo>
                  <a:lnTo>
                    <a:pt x="3598526" y="3504904"/>
                  </a:lnTo>
                  <a:lnTo>
                    <a:pt x="3677335" y="3507435"/>
                  </a:lnTo>
                  <a:lnTo>
                    <a:pt x="3742882" y="3509292"/>
                  </a:lnTo>
                  <a:lnTo>
                    <a:pt x="3792254" y="3510534"/>
                  </a:lnTo>
                  <a:lnTo>
                    <a:pt x="3824665" y="3511263"/>
                  </a:lnTo>
                  <a:lnTo>
                    <a:pt x="3841788" y="3511609"/>
                  </a:lnTo>
                  <a:lnTo>
                    <a:pt x="3847622" y="3511716"/>
                  </a:lnTo>
                  <a:lnTo>
                    <a:pt x="3848118" y="3511724"/>
                  </a:lnTo>
                  <a:lnTo>
                    <a:pt x="4386855" y="3511724"/>
                  </a:lnTo>
                  <a:lnTo>
                    <a:pt x="4387821" y="3511638"/>
                  </a:lnTo>
                  <a:lnTo>
                    <a:pt x="4394165" y="3511025"/>
                  </a:lnTo>
                  <a:lnTo>
                    <a:pt x="4410142" y="3509330"/>
                  </a:lnTo>
                  <a:lnTo>
                    <a:pt x="4438658" y="3505995"/>
                  </a:lnTo>
                  <a:lnTo>
                    <a:pt x="4481058" y="3500506"/>
                  </a:lnTo>
                  <a:lnTo>
                    <a:pt x="4537019" y="3492453"/>
                  </a:lnTo>
                  <a:lnTo>
                    <a:pt x="4604710" y="3481561"/>
                  </a:lnTo>
                  <a:lnTo>
                    <a:pt x="4681220" y="3467704"/>
                  </a:lnTo>
                  <a:lnTo>
                    <a:pt x="4763141" y="3450869"/>
                  </a:lnTo>
                  <a:lnTo>
                    <a:pt x="4847134" y="3431113"/>
                  </a:lnTo>
                  <a:lnTo>
                    <a:pt x="4930351" y="3408498"/>
                  </a:lnTo>
                  <a:lnTo>
                    <a:pt x="5010652" y="3383044"/>
                  </a:lnTo>
                  <a:lnTo>
                    <a:pt x="5086649" y="3354689"/>
                  </a:lnTo>
                  <a:lnTo>
                    <a:pt x="5157622" y="3323274"/>
                  </a:lnTo>
                  <a:lnTo>
                    <a:pt x="5223386" y="3288528"/>
                  </a:lnTo>
                  <a:lnTo>
                    <a:pt x="5284144" y="3250070"/>
                  </a:lnTo>
                  <a:lnTo>
                    <a:pt x="5340355" y="3207420"/>
                  </a:lnTo>
                  <a:lnTo>
                    <a:pt x="5392638" y="3160019"/>
                  </a:lnTo>
                  <a:lnTo>
                    <a:pt x="5441688" y="3107257"/>
                  </a:lnTo>
                  <a:lnTo>
                    <a:pt x="5488219" y="3048535"/>
                  </a:lnTo>
                  <a:lnTo>
                    <a:pt x="5532912" y="2983361"/>
                  </a:lnTo>
                  <a:lnTo>
                    <a:pt x="5567201" y="2927344"/>
                  </a:lnTo>
                  <a:lnTo>
                    <a:pt x="5599677" y="2869578"/>
                  </a:lnTo>
                  <a:lnTo>
                    <a:pt x="5631858" y="2807924"/>
                  </a:lnTo>
                  <a:lnTo>
                    <a:pt x="5663912" y="2742303"/>
                  </a:lnTo>
                  <a:lnTo>
                    <a:pt x="5695974" y="2672687"/>
                  </a:lnTo>
                  <a:lnTo>
                    <a:pt x="5728149" y="2599107"/>
                  </a:lnTo>
                  <a:lnTo>
                    <a:pt x="5760515" y="2521657"/>
                  </a:lnTo>
                  <a:lnTo>
                    <a:pt x="5793126" y="2440496"/>
                  </a:lnTo>
                  <a:lnTo>
                    <a:pt x="5826011" y="2355855"/>
                  </a:lnTo>
                  <a:lnTo>
                    <a:pt x="5859181" y="2268031"/>
                  </a:lnTo>
                  <a:lnTo>
                    <a:pt x="5892625" y="2177392"/>
                  </a:lnTo>
                  <a:lnTo>
                    <a:pt x="5926316" y="2084365"/>
                  </a:lnTo>
                  <a:lnTo>
                    <a:pt x="5960213" y="1989436"/>
                  </a:lnTo>
                  <a:lnTo>
                    <a:pt x="5994264" y="1893132"/>
                  </a:lnTo>
                  <a:lnTo>
                    <a:pt x="6028407" y="1796018"/>
                  </a:lnTo>
                  <a:lnTo>
                    <a:pt x="6062576" y="1698678"/>
                  </a:lnTo>
                  <a:lnTo>
                    <a:pt x="6096703" y="1601700"/>
                  </a:lnTo>
                  <a:lnTo>
                    <a:pt x="6130724" y="1505665"/>
                  </a:lnTo>
                  <a:lnTo>
                    <a:pt x="6164578" y="1411129"/>
                  </a:lnTo>
                  <a:lnTo>
                    <a:pt x="6198215" y="1318613"/>
                  </a:lnTo>
                  <a:lnTo>
                    <a:pt x="6231598" y="1228588"/>
                  </a:lnTo>
                  <a:lnTo>
                    <a:pt x="6264702" y="1141469"/>
                  </a:lnTo>
                  <a:lnTo>
                    <a:pt x="6297522" y="1057608"/>
                  </a:lnTo>
                  <a:lnTo>
                    <a:pt x="6330073" y="977286"/>
                  </a:lnTo>
                  <a:lnTo>
                    <a:pt x="6362390" y="900718"/>
                  </a:lnTo>
                  <a:lnTo>
                    <a:pt x="6394531" y="828048"/>
                  </a:lnTo>
                  <a:lnTo>
                    <a:pt x="6426580" y="759354"/>
                  </a:lnTo>
                  <a:lnTo>
                    <a:pt x="6458650" y="694654"/>
                  </a:lnTo>
                  <a:lnTo>
                    <a:pt x="6490883" y="633906"/>
                  </a:lnTo>
                  <a:lnTo>
                    <a:pt x="6515891" y="589824"/>
                  </a:lnTo>
                  <a:lnTo>
                    <a:pt x="6559561" y="519393"/>
                  </a:lnTo>
                  <a:lnTo>
                    <a:pt x="6604591" y="455622"/>
                  </a:lnTo>
                  <a:lnTo>
                    <a:pt x="6651599" y="398213"/>
                  </a:lnTo>
                  <a:lnTo>
                    <a:pt x="6701276" y="346642"/>
                  </a:lnTo>
                  <a:lnTo>
                    <a:pt x="6754338" y="300302"/>
                  </a:lnTo>
                  <a:lnTo>
                    <a:pt x="6811468" y="258588"/>
                  </a:lnTo>
                  <a:lnTo>
                    <a:pt x="6873258" y="220956"/>
                  </a:lnTo>
                  <a:lnTo>
                    <a:pt x="6940124" y="186946"/>
                  </a:lnTo>
                  <a:lnTo>
                    <a:pt x="7012197" y="156201"/>
                  </a:lnTo>
                  <a:lnTo>
                    <a:pt x="7089190" y="128473"/>
                  </a:lnTo>
                  <a:lnTo>
                    <a:pt x="7170252" y="103624"/>
                  </a:lnTo>
                  <a:lnTo>
                    <a:pt x="7253839" y="81613"/>
                  </a:lnTo>
                  <a:lnTo>
                    <a:pt x="7337651" y="62473"/>
                  </a:lnTo>
                  <a:lnTo>
                    <a:pt x="7418711" y="46268"/>
                  </a:lnTo>
                  <a:lnTo>
                    <a:pt x="7493624" y="33045"/>
                  </a:lnTo>
                  <a:lnTo>
                    <a:pt x="7559035" y="22772"/>
                  </a:lnTo>
                  <a:lnTo>
                    <a:pt x="7612220" y="15292"/>
                  </a:lnTo>
                  <a:lnTo>
                    <a:pt x="7651639" y="10300"/>
                  </a:lnTo>
                  <a:lnTo>
                    <a:pt x="7677321" y="7359"/>
                  </a:lnTo>
                  <a:lnTo>
                    <a:pt x="7690957" y="5941"/>
                  </a:lnTo>
                  <a:lnTo>
                    <a:pt x="7695760" y="548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2" y="85"/>
                  </a:lnTo>
                  <a:lnTo>
                    <a:pt x="7688927" y="699"/>
                  </a:lnTo>
                  <a:lnTo>
                    <a:pt x="7672951" y="2394"/>
                  </a:lnTo>
                  <a:lnTo>
                    <a:pt x="7644434" y="5729"/>
                  </a:lnTo>
                  <a:lnTo>
                    <a:pt x="7602034" y="11217"/>
                  </a:lnTo>
                  <a:lnTo>
                    <a:pt x="7546073" y="19271"/>
                  </a:lnTo>
                  <a:lnTo>
                    <a:pt x="7478383" y="30162"/>
                  </a:lnTo>
                  <a:lnTo>
                    <a:pt x="7401873" y="44020"/>
                  </a:lnTo>
                  <a:lnTo>
                    <a:pt x="7319952" y="60854"/>
                  </a:lnTo>
                  <a:lnTo>
                    <a:pt x="7235959" y="80610"/>
                  </a:lnTo>
                  <a:lnTo>
                    <a:pt x="7152742" y="103225"/>
                  </a:lnTo>
                  <a:lnTo>
                    <a:pt x="7072441" y="128680"/>
                  </a:lnTo>
                  <a:lnTo>
                    <a:pt x="6996444" y="157034"/>
                  </a:lnTo>
                  <a:lnTo>
                    <a:pt x="6925470" y="188449"/>
                  </a:lnTo>
                  <a:lnTo>
                    <a:pt x="6859706" y="223196"/>
                  </a:lnTo>
                  <a:lnTo>
                    <a:pt x="6798949" y="261654"/>
                  </a:lnTo>
                  <a:lnTo>
                    <a:pt x="6742737" y="304303"/>
                  </a:lnTo>
                  <a:lnTo>
                    <a:pt x="6690454" y="351704"/>
                  </a:lnTo>
                  <a:lnTo>
                    <a:pt x="6641405" y="404466"/>
                  </a:lnTo>
                  <a:lnTo>
                    <a:pt x="6594874" y="463189"/>
                  </a:lnTo>
                  <a:lnTo>
                    <a:pt x="6550180" y="528363"/>
                  </a:lnTo>
                  <a:lnTo>
                    <a:pt x="6515891" y="584380"/>
                  </a:lnTo>
                  <a:lnTo>
                    <a:pt x="6483415" y="642145"/>
                  </a:lnTo>
                  <a:lnTo>
                    <a:pt x="6451235" y="703799"/>
                  </a:lnTo>
                  <a:lnTo>
                    <a:pt x="6419181" y="769420"/>
                  </a:lnTo>
                  <a:lnTo>
                    <a:pt x="6387119" y="839036"/>
                  </a:lnTo>
                  <a:lnTo>
                    <a:pt x="6354944" y="912616"/>
                  </a:lnTo>
                  <a:lnTo>
                    <a:pt x="6322577" y="990067"/>
                  </a:lnTo>
                  <a:lnTo>
                    <a:pt x="6289967" y="1071227"/>
                  </a:lnTo>
                  <a:lnTo>
                    <a:pt x="6257081" y="1155869"/>
                  </a:lnTo>
                  <a:lnTo>
                    <a:pt x="6223912" y="1243692"/>
                  </a:lnTo>
                  <a:lnTo>
                    <a:pt x="6190468" y="1334332"/>
                  </a:lnTo>
                  <a:lnTo>
                    <a:pt x="6156777" y="1427358"/>
                  </a:lnTo>
                  <a:lnTo>
                    <a:pt x="6122879" y="1522288"/>
                  </a:lnTo>
                  <a:lnTo>
                    <a:pt x="6088828" y="1618591"/>
                  </a:lnTo>
                  <a:lnTo>
                    <a:pt x="6054685" y="1715705"/>
                  </a:lnTo>
                  <a:lnTo>
                    <a:pt x="6020516" y="1813046"/>
                  </a:lnTo>
                  <a:lnTo>
                    <a:pt x="5986389" y="1910023"/>
                  </a:lnTo>
                  <a:lnTo>
                    <a:pt x="5952368" y="2006059"/>
                  </a:lnTo>
                  <a:lnTo>
                    <a:pt x="5918514" y="2100594"/>
                  </a:lnTo>
                  <a:lnTo>
                    <a:pt x="5884877" y="2193111"/>
                  </a:lnTo>
                  <a:lnTo>
                    <a:pt x="5851495" y="2283135"/>
                  </a:lnTo>
                  <a:lnTo>
                    <a:pt x="5818391" y="2370254"/>
                  </a:lnTo>
                  <a:lnTo>
                    <a:pt x="5785570" y="2454116"/>
                  </a:lnTo>
                  <a:lnTo>
                    <a:pt x="5753019" y="2534437"/>
                  </a:lnTo>
                  <a:lnTo>
                    <a:pt x="5720703" y="2611005"/>
                  </a:lnTo>
                  <a:lnTo>
                    <a:pt x="5688562" y="2683676"/>
                  </a:lnTo>
                  <a:lnTo>
                    <a:pt x="5656512" y="2752370"/>
                  </a:lnTo>
                  <a:lnTo>
                    <a:pt x="5624442" y="2817070"/>
                  </a:lnTo>
                  <a:lnTo>
                    <a:pt x="5592209" y="2877817"/>
                  </a:lnTo>
                  <a:lnTo>
                    <a:pt x="5567201" y="2921900"/>
                  </a:lnTo>
                  <a:lnTo>
                    <a:pt x="5523532" y="2992330"/>
                  </a:lnTo>
                  <a:lnTo>
                    <a:pt x="5478501" y="3056102"/>
                  </a:lnTo>
                  <a:lnTo>
                    <a:pt x="5431494" y="3113511"/>
                  </a:lnTo>
                  <a:lnTo>
                    <a:pt x="5381816" y="3165081"/>
                  </a:lnTo>
                  <a:lnTo>
                    <a:pt x="5328755" y="3211422"/>
                  </a:lnTo>
                  <a:lnTo>
                    <a:pt x="5271624" y="3253135"/>
                  </a:lnTo>
                  <a:lnTo>
                    <a:pt x="5209834" y="3290767"/>
                  </a:lnTo>
                  <a:lnTo>
                    <a:pt x="5142968" y="3324778"/>
                  </a:lnTo>
                  <a:lnTo>
                    <a:pt x="5070895" y="3355523"/>
                  </a:lnTo>
                  <a:lnTo>
                    <a:pt x="4993902" y="3383250"/>
                  </a:lnTo>
                  <a:lnTo>
                    <a:pt x="4912840" y="3408099"/>
                  </a:lnTo>
                  <a:lnTo>
                    <a:pt x="4829254" y="3430110"/>
                  </a:lnTo>
                  <a:lnTo>
                    <a:pt x="4745441" y="3449251"/>
                  </a:lnTo>
                  <a:lnTo>
                    <a:pt x="4664381" y="3465456"/>
                  </a:lnTo>
                  <a:lnTo>
                    <a:pt x="4589469" y="3478678"/>
                  </a:lnTo>
                  <a:lnTo>
                    <a:pt x="4524057" y="3488951"/>
                  </a:lnTo>
                  <a:lnTo>
                    <a:pt x="4470872" y="3496431"/>
                  </a:lnTo>
                  <a:lnTo>
                    <a:pt x="4431453" y="3501423"/>
                  </a:lnTo>
                  <a:lnTo>
                    <a:pt x="4405771" y="3504365"/>
                  </a:lnTo>
                  <a:lnTo>
                    <a:pt x="4392135" y="3505782"/>
                  </a:lnTo>
                  <a:lnTo>
                    <a:pt x="4387332" y="3506238"/>
                  </a:lnTo>
                  <a:lnTo>
                    <a:pt x="4386855" y="3506280"/>
                  </a:lnTo>
                  <a:lnTo>
                    <a:pt x="3848118" y="3506280"/>
                  </a:lnTo>
                  <a:lnTo>
                    <a:pt x="3846824" y="3506257"/>
                  </a:lnTo>
                  <a:lnTo>
                    <a:pt x="3838379" y="3506099"/>
                  </a:lnTo>
                  <a:lnTo>
                    <a:pt x="3817323" y="3505661"/>
                  </a:lnTo>
                  <a:lnTo>
                    <a:pt x="3780268" y="3504801"/>
                  </a:lnTo>
                  <a:lnTo>
                    <a:pt x="3726229" y="3503397"/>
                  </a:lnTo>
                  <a:lnTo>
                    <a:pt x="3656637" y="3501358"/>
                  </a:lnTo>
                  <a:lnTo>
                    <a:pt x="3574867" y="3498635"/>
                  </a:lnTo>
                  <a:lnTo>
                    <a:pt x="3485367" y="3495217"/>
                  </a:lnTo>
                  <a:lnTo>
                    <a:pt x="3392695" y="3491116"/>
                  </a:lnTo>
                  <a:lnTo>
                    <a:pt x="3300776" y="3486348"/>
                  </a:lnTo>
                  <a:lnTo>
                    <a:pt x="3212498" y="3480917"/>
                  </a:lnTo>
                  <a:lnTo>
                    <a:pt x="3129640" y="3474806"/>
                  </a:lnTo>
                  <a:lnTo>
                    <a:pt x="3053014" y="3467968"/>
                  </a:lnTo>
                  <a:lnTo>
                    <a:pt x="2982694" y="3460323"/>
                  </a:lnTo>
                  <a:lnTo>
                    <a:pt x="2918248" y="3451764"/>
                  </a:lnTo>
                  <a:lnTo>
                    <a:pt x="2858934" y="3442154"/>
                  </a:lnTo>
                  <a:lnTo>
                    <a:pt x="2803847" y="3431342"/>
                  </a:lnTo>
                  <a:lnTo>
                    <a:pt x="2752025" y="3419171"/>
                  </a:lnTo>
                  <a:lnTo>
                    <a:pt x="2702539" y="3405507"/>
                  </a:lnTo>
                  <a:lnTo>
                    <a:pt x="2667772" y="3394667"/>
                  </a:lnTo>
                  <a:lnTo>
                    <a:pt x="2617535" y="3377237"/>
                  </a:lnTo>
                  <a:lnTo>
                    <a:pt x="2567785" y="3358000"/>
                  </a:lnTo>
                  <a:lnTo>
                    <a:pt x="2517994" y="3336931"/>
                  </a:lnTo>
                  <a:lnTo>
                    <a:pt x="2467809" y="3314068"/>
                  </a:lnTo>
                  <a:lnTo>
                    <a:pt x="2417023" y="3289524"/>
                  </a:lnTo>
                  <a:lnTo>
                    <a:pt x="2365559" y="3263484"/>
                  </a:lnTo>
                  <a:lnTo>
                    <a:pt x="2313456" y="3236211"/>
                  </a:lnTo>
                  <a:lnTo>
                    <a:pt x="2260845" y="3208033"/>
                  </a:lnTo>
                  <a:lnTo>
                    <a:pt x="2207925" y="3179329"/>
                  </a:lnTo>
                  <a:lnTo>
                    <a:pt x="2154936" y="3150511"/>
                  </a:lnTo>
                  <a:lnTo>
                    <a:pt x="2102127" y="3121996"/>
                  </a:lnTo>
                  <a:lnTo>
                    <a:pt x="2049725" y="3094184"/>
                  </a:lnTo>
                  <a:lnTo>
                    <a:pt x="1997901" y="3067432"/>
                  </a:lnTo>
                  <a:lnTo>
                    <a:pt x="1946746" y="3042042"/>
                  </a:lnTo>
                  <a:lnTo>
                    <a:pt x="1896248" y="3018240"/>
                  </a:lnTo>
                  <a:lnTo>
                    <a:pt x="1846276" y="2996181"/>
                  </a:lnTo>
                  <a:lnTo>
                    <a:pt x="1796557" y="2975941"/>
                  </a:lnTo>
                  <a:lnTo>
                    <a:pt x="1746663" y="2957529"/>
                  </a:lnTo>
                  <a:lnTo>
                    <a:pt x="1719082" y="2948215"/>
                  </a:lnTo>
                  <a:lnTo>
                    <a:pt x="1670772" y="2933429"/>
                  </a:lnTo>
                  <a:lnTo>
                    <a:pt x="1620726" y="2920189"/>
                  </a:lnTo>
                  <a:lnTo>
                    <a:pt x="1568094" y="2908410"/>
                  </a:lnTo>
                  <a:lnTo>
                    <a:pt x="1511930" y="2897947"/>
                  </a:lnTo>
                  <a:lnTo>
                    <a:pt x="1451278" y="2888644"/>
                  </a:lnTo>
                  <a:lnTo>
                    <a:pt x="1385267" y="2880351"/>
                  </a:lnTo>
                  <a:lnTo>
                    <a:pt x="1313223" y="2872939"/>
                  </a:lnTo>
                  <a:lnTo>
                    <a:pt x="1234834" y="2866309"/>
                  </a:lnTo>
                  <a:lnTo>
                    <a:pt x="1150353" y="2860390"/>
                  </a:lnTo>
                  <a:lnTo>
                    <a:pt x="1060841" y="2855144"/>
                  </a:lnTo>
                  <a:lnTo>
                    <a:pt x="968376" y="2850560"/>
                  </a:lnTo>
                  <a:lnTo>
                    <a:pt x="876153" y="2846647"/>
                  </a:lnTo>
                  <a:lnTo>
                    <a:pt x="788328" y="2843421"/>
                  </a:lnTo>
                  <a:lnTo>
                    <a:pt x="709519" y="2840891"/>
                  </a:lnTo>
                  <a:lnTo>
                    <a:pt x="643973" y="2839034"/>
                  </a:lnTo>
                  <a:lnTo>
                    <a:pt x="594600" y="2837792"/>
                  </a:lnTo>
                  <a:lnTo>
                    <a:pt x="562190" y="2837063"/>
                  </a:lnTo>
                  <a:lnTo>
                    <a:pt x="545067" y="2836717"/>
                  </a:lnTo>
                  <a:lnTo>
                    <a:pt x="539233" y="2836610"/>
                  </a:lnTo>
                  <a:lnTo>
                    <a:pt x="538736" y="2836602"/>
                  </a:lnTo>
                  <a:lnTo>
                    <a:pt x="0" y="283660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27" name="pl1227"/>
            <p:cNvSpPr/>
            <p:nvPr/>
          </p:nvSpPr>
          <p:spPr>
            <a:xfrm>
              <a:off x="546595" y="1588915"/>
              <a:ext cx="8234974" cy="3506280"/>
            </a:xfrm>
            <a:custGeom>
              <a:avLst/>
              <a:pathLst>
                <a:path w="8234974" h="3506280">
                  <a:moveTo>
                    <a:pt x="0" y="2836602"/>
                  </a:moveTo>
                  <a:lnTo>
                    <a:pt x="538736" y="2836602"/>
                  </a:lnTo>
                  <a:lnTo>
                    <a:pt x="540031" y="2836624"/>
                  </a:lnTo>
                  <a:lnTo>
                    <a:pt x="548476" y="2836782"/>
                  </a:lnTo>
                  <a:lnTo>
                    <a:pt x="569532" y="2837220"/>
                  </a:lnTo>
                  <a:lnTo>
                    <a:pt x="606587" y="2838080"/>
                  </a:lnTo>
                  <a:lnTo>
                    <a:pt x="660626" y="2839484"/>
                  </a:lnTo>
                  <a:lnTo>
                    <a:pt x="730218" y="2841524"/>
                  </a:lnTo>
                  <a:lnTo>
                    <a:pt x="811987" y="2844246"/>
                  </a:lnTo>
                  <a:lnTo>
                    <a:pt x="901488" y="2847664"/>
                  </a:lnTo>
                  <a:lnTo>
                    <a:pt x="994159" y="2851765"/>
                  </a:lnTo>
                  <a:lnTo>
                    <a:pt x="1086078" y="2856533"/>
                  </a:lnTo>
                  <a:lnTo>
                    <a:pt x="1174356" y="2861964"/>
                  </a:lnTo>
                  <a:lnTo>
                    <a:pt x="1257215" y="2868075"/>
                  </a:lnTo>
                  <a:lnTo>
                    <a:pt x="1333841" y="2874913"/>
                  </a:lnTo>
                  <a:lnTo>
                    <a:pt x="1404161" y="2882558"/>
                  </a:lnTo>
                  <a:lnTo>
                    <a:pt x="1468607" y="2891118"/>
                  </a:lnTo>
                  <a:lnTo>
                    <a:pt x="1527920" y="2900727"/>
                  </a:lnTo>
                  <a:lnTo>
                    <a:pt x="1583007" y="2911539"/>
                  </a:lnTo>
                  <a:lnTo>
                    <a:pt x="1634830" y="2923711"/>
                  </a:lnTo>
                  <a:lnTo>
                    <a:pt x="1684316" y="2937374"/>
                  </a:lnTo>
                  <a:lnTo>
                    <a:pt x="1719082" y="2948215"/>
                  </a:lnTo>
                  <a:lnTo>
                    <a:pt x="1769319" y="2965645"/>
                  </a:lnTo>
                  <a:lnTo>
                    <a:pt x="1819070" y="2984881"/>
                  </a:lnTo>
                  <a:lnTo>
                    <a:pt x="1868860" y="3005950"/>
                  </a:lnTo>
                  <a:lnTo>
                    <a:pt x="1919046" y="3028813"/>
                  </a:lnTo>
                  <a:lnTo>
                    <a:pt x="1969832" y="3053358"/>
                  </a:lnTo>
                  <a:lnTo>
                    <a:pt x="2021295" y="3079398"/>
                  </a:lnTo>
                  <a:lnTo>
                    <a:pt x="2073398" y="3106671"/>
                  </a:lnTo>
                  <a:lnTo>
                    <a:pt x="2126010" y="3134849"/>
                  </a:lnTo>
                  <a:lnTo>
                    <a:pt x="2178930" y="3163552"/>
                  </a:lnTo>
                  <a:lnTo>
                    <a:pt x="2231919" y="3192370"/>
                  </a:lnTo>
                  <a:lnTo>
                    <a:pt x="2284727" y="3220885"/>
                  </a:lnTo>
                  <a:lnTo>
                    <a:pt x="2337130" y="3248698"/>
                  </a:lnTo>
                  <a:lnTo>
                    <a:pt x="2388954" y="3275449"/>
                  </a:lnTo>
                  <a:lnTo>
                    <a:pt x="2440109" y="3300840"/>
                  </a:lnTo>
                  <a:lnTo>
                    <a:pt x="2490606" y="3324641"/>
                  </a:lnTo>
                  <a:lnTo>
                    <a:pt x="2540579" y="3346700"/>
                  </a:lnTo>
                  <a:lnTo>
                    <a:pt x="2590297" y="3366940"/>
                  </a:lnTo>
                  <a:lnTo>
                    <a:pt x="2640192" y="3385352"/>
                  </a:lnTo>
                  <a:lnTo>
                    <a:pt x="2667772" y="3394667"/>
                  </a:lnTo>
                  <a:lnTo>
                    <a:pt x="2716083" y="3409453"/>
                  </a:lnTo>
                  <a:lnTo>
                    <a:pt x="2766129" y="3422692"/>
                  </a:lnTo>
                  <a:lnTo>
                    <a:pt x="2818761" y="3434471"/>
                  </a:lnTo>
                  <a:lnTo>
                    <a:pt x="2874925" y="3444934"/>
                  </a:lnTo>
                  <a:lnTo>
                    <a:pt x="2935576" y="3454237"/>
                  </a:lnTo>
                  <a:lnTo>
                    <a:pt x="3001587" y="3462530"/>
                  </a:lnTo>
                  <a:lnTo>
                    <a:pt x="3073631" y="3469942"/>
                  </a:lnTo>
                  <a:lnTo>
                    <a:pt x="3152021" y="3476572"/>
                  </a:lnTo>
                  <a:lnTo>
                    <a:pt x="3236501" y="3482491"/>
                  </a:lnTo>
                  <a:lnTo>
                    <a:pt x="3326014" y="3487737"/>
                  </a:lnTo>
                  <a:lnTo>
                    <a:pt x="3418479" y="3492321"/>
                  </a:lnTo>
                  <a:lnTo>
                    <a:pt x="3510702" y="3496235"/>
                  </a:lnTo>
                  <a:lnTo>
                    <a:pt x="3598526" y="3499460"/>
                  </a:lnTo>
                  <a:lnTo>
                    <a:pt x="3677335" y="3501990"/>
                  </a:lnTo>
                  <a:lnTo>
                    <a:pt x="3742882" y="3503847"/>
                  </a:lnTo>
                  <a:lnTo>
                    <a:pt x="3792254" y="3505090"/>
                  </a:lnTo>
                  <a:lnTo>
                    <a:pt x="3824665" y="3505819"/>
                  </a:lnTo>
                  <a:lnTo>
                    <a:pt x="3841788" y="3506165"/>
                  </a:lnTo>
                  <a:lnTo>
                    <a:pt x="3847622" y="3506271"/>
                  </a:lnTo>
                  <a:lnTo>
                    <a:pt x="3848118" y="3506280"/>
                  </a:lnTo>
                  <a:lnTo>
                    <a:pt x="4386855" y="3506280"/>
                  </a:lnTo>
                  <a:lnTo>
                    <a:pt x="4387821" y="3506194"/>
                  </a:lnTo>
                  <a:lnTo>
                    <a:pt x="4394165" y="3505580"/>
                  </a:lnTo>
                  <a:lnTo>
                    <a:pt x="4410142" y="3503885"/>
                  </a:lnTo>
                  <a:lnTo>
                    <a:pt x="4438658" y="3500550"/>
                  </a:lnTo>
                  <a:lnTo>
                    <a:pt x="4481058" y="3495062"/>
                  </a:lnTo>
                  <a:lnTo>
                    <a:pt x="4537019" y="3487008"/>
                  </a:lnTo>
                  <a:lnTo>
                    <a:pt x="4604710" y="3476117"/>
                  </a:lnTo>
                  <a:lnTo>
                    <a:pt x="4681220" y="3462259"/>
                  </a:lnTo>
                  <a:lnTo>
                    <a:pt x="4763141" y="3445425"/>
                  </a:lnTo>
                  <a:lnTo>
                    <a:pt x="4847134" y="3425669"/>
                  </a:lnTo>
                  <a:lnTo>
                    <a:pt x="4930351" y="3403054"/>
                  </a:lnTo>
                  <a:lnTo>
                    <a:pt x="5010652" y="3377599"/>
                  </a:lnTo>
                  <a:lnTo>
                    <a:pt x="5086649" y="3349245"/>
                  </a:lnTo>
                  <a:lnTo>
                    <a:pt x="5157622" y="3317830"/>
                  </a:lnTo>
                  <a:lnTo>
                    <a:pt x="5223386" y="3283083"/>
                  </a:lnTo>
                  <a:lnTo>
                    <a:pt x="5284144" y="3244625"/>
                  </a:lnTo>
                  <a:lnTo>
                    <a:pt x="5340355" y="3201976"/>
                  </a:lnTo>
                  <a:lnTo>
                    <a:pt x="5392638" y="3154575"/>
                  </a:lnTo>
                  <a:lnTo>
                    <a:pt x="5441688" y="3101813"/>
                  </a:lnTo>
                  <a:lnTo>
                    <a:pt x="5488219" y="3043090"/>
                  </a:lnTo>
                  <a:lnTo>
                    <a:pt x="5532912" y="2977916"/>
                  </a:lnTo>
                  <a:lnTo>
                    <a:pt x="5567201" y="2921900"/>
                  </a:lnTo>
                  <a:lnTo>
                    <a:pt x="5599677" y="2864134"/>
                  </a:lnTo>
                  <a:lnTo>
                    <a:pt x="5631858" y="2802480"/>
                  </a:lnTo>
                  <a:lnTo>
                    <a:pt x="5663912" y="2736859"/>
                  </a:lnTo>
                  <a:lnTo>
                    <a:pt x="5695974" y="2667243"/>
                  </a:lnTo>
                  <a:lnTo>
                    <a:pt x="5728149" y="2593663"/>
                  </a:lnTo>
                  <a:lnTo>
                    <a:pt x="5760515" y="2516212"/>
                  </a:lnTo>
                  <a:lnTo>
                    <a:pt x="5793126" y="2435052"/>
                  </a:lnTo>
                  <a:lnTo>
                    <a:pt x="5826011" y="2350410"/>
                  </a:lnTo>
                  <a:lnTo>
                    <a:pt x="5859181" y="2262587"/>
                  </a:lnTo>
                  <a:lnTo>
                    <a:pt x="5892625" y="2171947"/>
                  </a:lnTo>
                  <a:lnTo>
                    <a:pt x="5926316" y="2078921"/>
                  </a:lnTo>
                  <a:lnTo>
                    <a:pt x="5960213" y="1983991"/>
                  </a:lnTo>
                  <a:lnTo>
                    <a:pt x="5994264" y="1887688"/>
                  </a:lnTo>
                  <a:lnTo>
                    <a:pt x="6028407" y="1790574"/>
                  </a:lnTo>
                  <a:lnTo>
                    <a:pt x="6062576" y="1693233"/>
                  </a:lnTo>
                  <a:lnTo>
                    <a:pt x="6096703" y="1596256"/>
                  </a:lnTo>
                  <a:lnTo>
                    <a:pt x="6130724" y="1500220"/>
                  </a:lnTo>
                  <a:lnTo>
                    <a:pt x="6164578" y="1405685"/>
                  </a:lnTo>
                  <a:lnTo>
                    <a:pt x="6198215" y="1313168"/>
                  </a:lnTo>
                  <a:lnTo>
                    <a:pt x="6231598" y="1223144"/>
                  </a:lnTo>
                  <a:lnTo>
                    <a:pt x="6264702" y="1136025"/>
                  </a:lnTo>
                  <a:lnTo>
                    <a:pt x="6297522" y="1052163"/>
                  </a:lnTo>
                  <a:lnTo>
                    <a:pt x="6330073" y="971842"/>
                  </a:lnTo>
                  <a:lnTo>
                    <a:pt x="6362390" y="895274"/>
                  </a:lnTo>
                  <a:lnTo>
                    <a:pt x="6394531" y="822603"/>
                  </a:lnTo>
                  <a:lnTo>
                    <a:pt x="6426580" y="753909"/>
                  </a:lnTo>
                  <a:lnTo>
                    <a:pt x="6458650" y="689209"/>
                  </a:lnTo>
                  <a:lnTo>
                    <a:pt x="6490883" y="628462"/>
                  </a:lnTo>
                  <a:lnTo>
                    <a:pt x="6515891" y="584380"/>
                  </a:lnTo>
                  <a:lnTo>
                    <a:pt x="6559561" y="513949"/>
                  </a:lnTo>
                  <a:lnTo>
                    <a:pt x="6604591" y="450177"/>
                  </a:lnTo>
                  <a:lnTo>
                    <a:pt x="6651599" y="392768"/>
                  </a:lnTo>
                  <a:lnTo>
                    <a:pt x="6701276" y="341198"/>
                  </a:lnTo>
                  <a:lnTo>
                    <a:pt x="6754338" y="294857"/>
                  </a:lnTo>
                  <a:lnTo>
                    <a:pt x="6811468" y="253144"/>
                  </a:lnTo>
                  <a:lnTo>
                    <a:pt x="6873258" y="215512"/>
                  </a:lnTo>
                  <a:lnTo>
                    <a:pt x="6940124" y="181501"/>
                  </a:lnTo>
                  <a:lnTo>
                    <a:pt x="7012197" y="150756"/>
                  </a:lnTo>
                  <a:lnTo>
                    <a:pt x="7089190" y="123029"/>
                  </a:lnTo>
                  <a:lnTo>
                    <a:pt x="7170252" y="98180"/>
                  </a:lnTo>
                  <a:lnTo>
                    <a:pt x="7253839" y="76169"/>
                  </a:lnTo>
                  <a:lnTo>
                    <a:pt x="7337651" y="57028"/>
                  </a:lnTo>
                  <a:lnTo>
                    <a:pt x="7418711" y="40823"/>
                  </a:lnTo>
                  <a:lnTo>
                    <a:pt x="7493624" y="27601"/>
                  </a:lnTo>
                  <a:lnTo>
                    <a:pt x="7559035" y="17328"/>
                  </a:lnTo>
                  <a:lnTo>
                    <a:pt x="7612220" y="9848"/>
                  </a:lnTo>
                  <a:lnTo>
                    <a:pt x="7651639" y="4856"/>
                  </a:lnTo>
                  <a:lnTo>
                    <a:pt x="7677321" y="1914"/>
                  </a:lnTo>
                  <a:lnTo>
                    <a:pt x="7690957" y="497"/>
                  </a:lnTo>
                  <a:lnTo>
                    <a:pt x="7695760" y="4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8" name="pl1228"/>
            <p:cNvSpPr/>
            <p:nvPr/>
          </p:nvSpPr>
          <p:spPr>
            <a:xfrm>
              <a:off x="546595" y="1583470"/>
              <a:ext cx="8234974" cy="3506280"/>
            </a:xfrm>
            <a:custGeom>
              <a:avLst/>
              <a:pathLst>
                <a:path w="8234974" h="3506280">
                  <a:moveTo>
                    <a:pt x="8234974" y="0"/>
                  </a:moveTo>
                  <a:lnTo>
                    <a:pt x="7696237" y="0"/>
                  </a:lnTo>
                  <a:lnTo>
                    <a:pt x="7695272" y="85"/>
                  </a:lnTo>
                  <a:lnTo>
                    <a:pt x="7688927" y="699"/>
                  </a:lnTo>
                  <a:lnTo>
                    <a:pt x="7672951" y="2394"/>
                  </a:lnTo>
                  <a:lnTo>
                    <a:pt x="7644434" y="5729"/>
                  </a:lnTo>
                  <a:lnTo>
                    <a:pt x="7602034" y="11217"/>
                  </a:lnTo>
                  <a:lnTo>
                    <a:pt x="7546073" y="19271"/>
                  </a:lnTo>
                  <a:lnTo>
                    <a:pt x="7478383" y="30162"/>
                  </a:lnTo>
                  <a:lnTo>
                    <a:pt x="7401873" y="44020"/>
                  </a:lnTo>
                  <a:lnTo>
                    <a:pt x="7319952" y="60854"/>
                  </a:lnTo>
                  <a:lnTo>
                    <a:pt x="7235959" y="80610"/>
                  </a:lnTo>
                  <a:lnTo>
                    <a:pt x="7152742" y="103225"/>
                  </a:lnTo>
                  <a:lnTo>
                    <a:pt x="7072441" y="128680"/>
                  </a:lnTo>
                  <a:lnTo>
                    <a:pt x="6996444" y="157034"/>
                  </a:lnTo>
                  <a:lnTo>
                    <a:pt x="6925470" y="188449"/>
                  </a:lnTo>
                  <a:lnTo>
                    <a:pt x="6859706" y="223196"/>
                  </a:lnTo>
                  <a:lnTo>
                    <a:pt x="6798949" y="261654"/>
                  </a:lnTo>
                  <a:lnTo>
                    <a:pt x="6742737" y="304303"/>
                  </a:lnTo>
                  <a:lnTo>
                    <a:pt x="6690454" y="351704"/>
                  </a:lnTo>
                  <a:lnTo>
                    <a:pt x="6641405" y="404466"/>
                  </a:lnTo>
                  <a:lnTo>
                    <a:pt x="6594874" y="463189"/>
                  </a:lnTo>
                  <a:lnTo>
                    <a:pt x="6550180" y="528363"/>
                  </a:lnTo>
                  <a:lnTo>
                    <a:pt x="6515891" y="584380"/>
                  </a:lnTo>
                  <a:lnTo>
                    <a:pt x="6483415" y="642145"/>
                  </a:lnTo>
                  <a:lnTo>
                    <a:pt x="6451235" y="703799"/>
                  </a:lnTo>
                  <a:lnTo>
                    <a:pt x="6419181" y="769420"/>
                  </a:lnTo>
                  <a:lnTo>
                    <a:pt x="6387119" y="839036"/>
                  </a:lnTo>
                  <a:lnTo>
                    <a:pt x="6354944" y="912616"/>
                  </a:lnTo>
                  <a:lnTo>
                    <a:pt x="6322577" y="990067"/>
                  </a:lnTo>
                  <a:lnTo>
                    <a:pt x="6289967" y="1071227"/>
                  </a:lnTo>
                  <a:lnTo>
                    <a:pt x="6257081" y="1155869"/>
                  </a:lnTo>
                  <a:lnTo>
                    <a:pt x="6223912" y="1243692"/>
                  </a:lnTo>
                  <a:lnTo>
                    <a:pt x="6190468" y="1334332"/>
                  </a:lnTo>
                  <a:lnTo>
                    <a:pt x="6156777" y="1427358"/>
                  </a:lnTo>
                  <a:lnTo>
                    <a:pt x="6122879" y="1522288"/>
                  </a:lnTo>
                  <a:lnTo>
                    <a:pt x="6088828" y="1618591"/>
                  </a:lnTo>
                  <a:lnTo>
                    <a:pt x="6054685" y="1715705"/>
                  </a:lnTo>
                  <a:lnTo>
                    <a:pt x="6020516" y="1813046"/>
                  </a:lnTo>
                  <a:lnTo>
                    <a:pt x="5986389" y="1910023"/>
                  </a:lnTo>
                  <a:lnTo>
                    <a:pt x="5952368" y="2006059"/>
                  </a:lnTo>
                  <a:lnTo>
                    <a:pt x="5918514" y="2100594"/>
                  </a:lnTo>
                  <a:lnTo>
                    <a:pt x="5884877" y="2193111"/>
                  </a:lnTo>
                  <a:lnTo>
                    <a:pt x="5851495" y="2283135"/>
                  </a:lnTo>
                  <a:lnTo>
                    <a:pt x="5818391" y="2370254"/>
                  </a:lnTo>
                  <a:lnTo>
                    <a:pt x="5785570" y="2454116"/>
                  </a:lnTo>
                  <a:lnTo>
                    <a:pt x="5753019" y="2534437"/>
                  </a:lnTo>
                  <a:lnTo>
                    <a:pt x="5720703" y="2611005"/>
                  </a:lnTo>
                  <a:lnTo>
                    <a:pt x="5688562" y="2683676"/>
                  </a:lnTo>
                  <a:lnTo>
                    <a:pt x="5656512" y="2752370"/>
                  </a:lnTo>
                  <a:lnTo>
                    <a:pt x="5624442" y="2817070"/>
                  </a:lnTo>
                  <a:lnTo>
                    <a:pt x="5592209" y="2877817"/>
                  </a:lnTo>
                  <a:lnTo>
                    <a:pt x="5567201" y="2921900"/>
                  </a:lnTo>
                  <a:lnTo>
                    <a:pt x="5523532" y="2992330"/>
                  </a:lnTo>
                  <a:lnTo>
                    <a:pt x="5478501" y="3056102"/>
                  </a:lnTo>
                  <a:lnTo>
                    <a:pt x="5431494" y="3113511"/>
                  </a:lnTo>
                  <a:lnTo>
                    <a:pt x="5381816" y="3165081"/>
                  </a:lnTo>
                  <a:lnTo>
                    <a:pt x="5328755" y="3211422"/>
                  </a:lnTo>
                  <a:lnTo>
                    <a:pt x="5271624" y="3253135"/>
                  </a:lnTo>
                  <a:lnTo>
                    <a:pt x="5209834" y="3290767"/>
                  </a:lnTo>
                  <a:lnTo>
                    <a:pt x="5142968" y="3324778"/>
                  </a:lnTo>
                  <a:lnTo>
                    <a:pt x="5070895" y="3355523"/>
                  </a:lnTo>
                  <a:lnTo>
                    <a:pt x="4993902" y="3383250"/>
                  </a:lnTo>
                  <a:lnTo>
                    <a:pt x="4912840" y="3408099"/>
                  </a:lnTo>
                  <a:lnTo>
                    <a:pt x="4829254" y="3430110"/>
                  </a:lnTo>
                  <a:lnTo>
                    <a:pt x="4745441" y="3449251"/>
                  </a:lnTo>
                  <a:lnTo>
                    <a:pt x="4664381" y="3465456"/>
                  </a:lnTo>
                  <a:lnTo>
                    <a:pt x="4589469" y="3478678"/>
                  </a:lnTo>
                  <a:lnTo>
                    <a:pt x="4524057" y="3488951"/>
                  </a:lnTo>
                  <a:lnTo>
                    <a:pt x="4470872" y="3496431"/>
                  </a:lnTo>
                  <a:lnTo>
                    <a:pt x="4431453" y="3501423"/>
                  </a:lnTo>
                  <a:lnTo>
                    <a:pt x="4405771" y="3504365"/>
                  </a:lnTo>
                  <a:lnTo>
                    <a:pt x="4392135" y="3505782"/>
                  </a:lnTo>
                  <a:lnTo>
                    <a:pt x="4387332" y="3506238"/>
                  </a:lnTo>
                  <a:lnTo>
                    <a:pt x="4386855" y="3506280"/>
                  </a:lnTo>
                  <a:lnTo>
                    <a:pt x="3848118" y="3506280"/>
                  </a:lnTo>
                  <a:lnTo>
                    <a:pt x="3846824" y="3506257"/>
                  </a:lnTo>
                  <a:lnTo>
                    <a:pt x="3838379" y="3506099"/>
                  </a:lnTo>
                  <a:lnTo>
                    <a:pt x="3817323" y="3505661"/>
                  </a:lnTo>
                  <a:lnTo>
                    <a:pt x="3780268" y="3504801"/>
                  </a:lnTo>
                  <a:lnTo>
                    <a:pt x="3726229" y="3503397"/>
                  </a:lnTo>
                  <a:lnTo>
                    <a:pt x="3656637" y="3501358"/>
                  </a:lnTo>
                  <a:lnTo>
                    <a:pt x="3574867" y="3498635"/>
                  </a:lnTo>
                  <a:lnTo>
                    <a:pt x="3485367" y="3495217"/>
                  </a:lnTo>
                  <a:lnTo>
                    <a:pt x="3392695" y="3491116"/>
                  </a:lnTo>
                  <a:lnTo>
                    <a:pt x="3300776" y="3486348"/>
                  </a:lnTo>
                  <a:lnTo>
                    <a:pt x="3212498" y="3480917"/>
                  </a:lnTo>
                  <a:lnTo>
                    <a:pt x="3129640" y="3474806"/>
                  </a:lnTo>
                  <a:lnTo>
                    <a:pt x="3053014" y="3467968"/>
                  </a:lnTo>
                  <a:lnTo>
                    <a:pt x="2982694" y="3460323"/>
                  </a:lnTo>
                  <a:lnTo>
                    <a:pt x="2918248" y="3451764"/>
                  </a:lnTo>
                  <a:lnTo>
                    <a:pt x="2858934" y="3442154"/>
                  </a:lnTo>
                  <a:lnTo>
                    <a:pt x="2803847" y="3431342"/>
                  </a:lnTo>
                  <a:lnTo>
                    <a:pt x="2752025" y="3419171"/>
                  </a:lnTo>
                  <a:lnTo>
                    <a:pt x="2702539" y="3405507"/>
                  </a:lnTo>
                  <a:lnTo>
                    <a:pt x="2667772" y="3394667"/>
                  </a:lnTo>
                  <a:lnTo>
                    <a:pt x="2617535" y="3377237"/>
                  </a:lnTo>
                  <a:lnTo>
                    <a:pt x="2567785" y="3358000"/>
                  </a:lnTo>
                  <a:lnTo>
                    <a:pt x="2517994" y="3336931"/>
                  </a:lnTo>
                  <a:lnTo>
                    <a:pt x="2467809" y="3314068"/>
                  </a:lnTo>
                  <a:lnTo>
                    <a:pt x="2417023" y="3289524"/>
                  </a:lnTo>
                  <a:lnTo>
                    <a:pt x="2365559" y="3263484"/>
                  </a:lnTo>
                  <a:lnTo>
                    <a:pt x="2313456" y="3236211"/>
                  </a:lnTo>
                  <a:lnTo>
                    <a:pt x="2260845" y="3208033"/>
                  </a:lnTo>
                  <a:lnTo>
                    <a:pt x="2207925" y="3179329"/>
                  </a:lnTo>
                  <a:lnTo>
                    <a:pt x="2154936" y="3150511"/>
                  </a:lnTo>
                  <a:lnTo>
                    <a:pt x="2102127" y="3121996"/>
                  </a:lnTo>
                  <a:lnTo>
                    <a:pt x="2049725" y="3094184"/>
                  </a:lnTo>
                  <a:lnTo>
                    <a:pt x="1997901" y="3067432"/>
                  </a:lnTo>
                  <a:lnTo>
                    <a:pt x="1946746" y="3042042"/>
                  </a:lnTo>
                  <a:lnTo>
                    <a:pt x="1896248" y="3018240"/>
                  </a:lnTo>
                  <a:lnTo>
                    <a:pt x="1846276" y="2996181"/>
                  </a:lnTo>
                  <a:lnTo>
                    <a:pt x="1796557" y="2975941"/>
                  </a:lnTo>
                  <a:lnTo>
                    <a:pt x="1746663" y="2957529"/>
                  </a:lnTo>
                  <a:lnTo>
                    <a:pt x="1719082" y="2948215"/>
                  </a:lnTo>
                  <a:lnTo>
                    <a:pt x="1670772" y="2933429"/>
                  </a:lnTo>
                  <a:lnTo>
                    <a:pt x="1620726" y="2920189"/>
                  </a:lnTo>
                  <a:lnTo>
                    <a:pt x="1568094" y="2908410"/>
                  </a:lnTo>
                  <a:lnTo>
                    <a:pt x="1511930" y="2897947"/>
                  </a:lnTo>
                  <a:lnTo>
                    <a:pt x="1451278" y="2888644"/>
                  </a:lnTo>
                  <a:lnTo>
                    <a:pt x="1385267" y="2880351"/>
                  </a:lnTo>
                  <a:lnTo>
                    <a:pt x="1313223" y="2872939"/>
                  </a:lnTo>
                  <a:lnTo>
                    <a:pt x="1234834" y="2866309"/>
                  </a:lnTo>
                  <a:lnTo>
                    <a:pt x="1150353" y="2860390"/>
                  </a:lnTo>
                  <a:lnTo>
                    <a:pt x="1060841" y="2855144"/>
                  </a:lnTo>
                  <a:lnTo>
                    <a:pt x="968376" y="2850560"/>
                  </a:lnTo>
                  <a:lnTo>
                    <a:pt x="876153" y="2846647"/>
                  </a:lnTo>
                  <a:lnTo>
                    <a:pt x="788328" y="2843421"/>
                  </a:lnTo>
                  <a:lnTo>
                    <a:pt x="709519" y="2840891"/>
                  </a:lnTo>
                  <a:lnTo>
                    <a:pt x="643973" y="2839034"/>
                  </a:lnTo>
                  <a:lnTo>
                    <a:pt x="594600" y="2837792"/>
                  </a:lnTo>
                  <a:lnTo>
                    <a:pt x="562190" y="2837063"/>
                  </a:lnTo>
                  <a:lnTo>
                    <a:pt x="545067" y="2836717"/>
                  </a:lnTo>
                  <a:lnTo>
                    <a:pt x="539233" y="2836610"/>
                  </a:lnTo>
                  <a:lnTo>
                    <a:pt x="538736" y="2836602"/>
                  </a:lnTo>
                  <a:lnTo>
                    <a:pt x="0" y="28366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9" name="pg1229"/>
            <p:cNvSpPr/>
            <p:nvPr/>
          </p:nvSpPr>
          <p:spPr>
            <a:xfrm>
              <a:off x="546595" y="1953699"/>
              <a:ext cx="8234974" cy="3174163"/>
            </a:xfrm>
            <a:custGeom>
              <a:avLst/>
              <a:pathLst>
                <a:path w="8234974" h="3174163">
                  <a:moveTo>
                    <a:pt x="0" y="2477263"/>
                  </a:moveTo>
                  <a:lnTo>
                    <a:pt x="538736" y="2477263"/>
                  </a:lnTo>
                  <a:lnTo>
                    <a:pt x="540030" y="2477286"/>
                  </a:lnTo>
                  <a:lnTo>
                    <a:pt x="548470" y="2477450"/>
                  </a:lnTo>
                  <a:lnTo>
                    <a:pt x="569516" y="2477906"/>
                  </a:lnTo>
                  <a:lnTo>
                    <a:pt x="606553" y="2478800"/>
                  </a:lnTo>
                  <a:lnTo>
                    <a:pt x="660569" y="2480261"/>
                  </a:lnTo>
                  <a:lnTo>
                    <a:pt x="730134" y="2482382"/>
                  </a:lnTo>
                  <a:lnTo>
                    <a:pt x="811876" y="2485214"/>
                  </a:lnTo>
                  <a:lnTo>
                    <a:pt x="901353" y="2488769"/>
                  </a:lnTo>
                  <a:lnTo>
                    <a:pt x="994006" y="2493035"/>
                  </a:lnTo>
                  <a:lnTo>
                    <a:pt x="1085912" y="2497995"/>
                  </a:lnTo>
                  <a:lnTo>
                    <a:pt x="1174183" y="2503643"/>
                  </a:lnTo>
                  <a:lnTo>
                    <a:pt x="1257039" y="2510000"/>
                  </a:lnTo>
                  <a:lnTo>
                    <a:pt x="1333665" y="2517114"/>
                  </a:lnTo>
                  <a:lnTo>
                    <a:pt x="1403988" y="2525065"/>
                  </a:lnTo>
                  <a:lnTo>
                    <a:pt x="1468436" y="2533969"/>
                  </a:lnTo>
                  <a:lnTo>
                    <a:pt x="1527752" y="2543963"/>
                  </a:lnTo>
                  <a:lnTo>
                    <a:pt x="1582841" y="2555209"/>
                  </a:lnTo>
                  <a:lnTo>
                    <a:pt x="1634663" y="2567868"/>
                  </a:lnTo>
                  <a:lnTo>
                    <a:pt x="1684146" y="2582079"/>
                  </a:lnTo>
                  <a:lnTo>
                    <a:pt x="1719082" y="2593413"/>
                  </a:lnTo>
                  <a:lnTo>
                    <a:pt x="1769133" y="2611480"/>
                  </a:lnTo>
                  <a:lnTo>
                    <a:pt x="1818700" y="2631413"/>
                  </a:lnTo>
                  <a:lnTo>
                    <a:pt x="1868302" y="2653240"/>
                  </a:lnTo>
                  <a:lnTo>
                    <a:pt x="1918294" y="2676919"/>
                  </a:lnTo>
                  <a:lnTo>
                    <a:pt x="1968880" y="2702339"/>
                  </a:lnTo>
                  <a:lnTo>
                    <a:pt x="2020138" y="2729307"/>
                  </a:lnTo>
                  <a:lnTo>
                    <a:pt x="2072032" y="2757556"/>
                  </a:lnTo>
                  <a:lnTo>
                    <a:pt x="2124436" y="2786749"/>
                  </a:lnTo>
                  <a:lnTo>
                    <a:pt x="2177153" y="2816498"/>
                  </a:lnTo>
                  <a:lnTo>
                    <a:pt x="2229947" y="2846379"/>
                  </a:lnTo>
                  <a:lnTo>
                    <a:pt x="2282570" y="2875963"/>
                  </a:lnTo>
                  <a:lnTo>
                    <a:pt x="2334798" y="2904837"/>
                  </a:lnTo>
                  <a:lnTo>
                    <a:pt x="2386459" y="2932631"/>
                  </a:lnTo>
                  <a:lnTo>
                    <a:pt x="2437458" y="2959033"/>
                  </a:lnTo>
                  <a:lnTo>
                    <a:pt x="2487800" y="2983803"/>
                  </a:lnTo>
                  <a:lnTo>
                    <a:pt x="2537611" y="3006781"/>
                  </a:lnTo>
                  <a:lnTo>
                    <a:pt x="2587149" y="3027882"/>
                  </a:lnTo>
                  <a:lnTo>
                    <a:pt x="2636829" y="3047094"/>
                  </a:lnTo>
                  <a:lnTo>
                    <a:pt x="2667772" y="3058013"/>
                  </a:lnTo>
                  <a:lnTo>
                    <a:pt x="2716074" y="3073397"/>
                  </a:lnTo>
                  <a:lnTo>
                    <a:pt x="2766110" y="3087173"/>
                  </a:lnTo>
                  <a:lnTo>
                    <a:pt x="2818731" y="3099429"/>
                  </a:lnTo>
                  <a:lnTo>
                    <a:pt x="2874882" y="3110316"/>
                  </a:lnTo>
                  <a:lnTo>
                    <a:pt x="2935518" y="3119997"/>
                  </a:lnTo>
                  <a:lnTo>
                    <a:pt x="3001511" y="3128626"/>
                  </a:lnTo>
                  <a:lnTo>
                    <a:pt x="3073535" y="3136339"/>
                  </a:lnTo>
                  <a:lnTo>
                    <a:pt x="3151901" y="3143238"/>
                  </a:lnTo>
                  <a:lnTo>
                    <a:pt x="3236357" y="3149398"/>
                  </a:lnTo>
                  <a:lnTo>
                    <a:pt x="3325846" y="3154857"/>
                  </a:lnTo>
                  <a:lnTo>
                    <a:pt x="3418291" y="3159629"/>
                  </a:lnTo>
                  <a:lnTo>
                    <a:pt x="3510501" y="3163702"/>
                  </a:lnTo>
                  <a:lnTo>
                    <a:pt x="3598325" y="3167059"/>
                  </a:lnTo>
                  <a:lnTo>
                    <a:pt x="3677148" y="3169694"/>
                  </a:lnTo>
                  <a:lnTo>
                    <a:pt x="3742722" y="3171627"/>
                  </a:lnTo>
                  <a:lnTo>
                    <a:pt x="3792134" y="3172922"/>
                  </a:lnTo>
                  <a:lnTo>
                    <a:pt x="3824589" y="3173682"/>
                  </a:lnTo>
                  <a:lnTo>
                    <a:pt x="3841753" y="3174043"/>
                  </a:lnTo>
                  <a:lnTo>
                    <a:pt x="3847615" y="3174154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25" y="3168695"/>
                  </a:lnTo>
                  <a:lnTo>
                    <a:pt x="3838384" y="3168531"/>
                  </a:lnTo>
                  <a:lnTo>
                    <a:pt x="3817338" y="3168075"/>
                  </a:lnTo>
                  <a:lnTo>
                    <a:pt x="3780302" y="3167181"/>
                  </a:lnTo>
                  <a:lnTo>
                    <a:pt x="3726286" y="3165720"/>
                  </a:lnTo>
                  <a:lnTo>
                    <a:pt x="3656721" y="3163599"/>
                  </a:lnTo>
                  <a:lnTo>
                    <a:pt x="3574978" y="3160767"/>
                  </a:lnTo>
                  <a:lnTo>
                    <a:pt x="3485502" y="3157212"/>
                  </a:lnTo>
                  <a:lnTo>
                    <a:pt x="3392849" y="3152946"/>
                  </a:lnTo>
                  <a:lnTo>
                    <a:pt x="3300943" y="3147986"/>
                  </a:lnTo>
                  <a:lnTo>
                    <a:pt x="3212671" y="3142337"/>
                  </a:lnTo>
                  <a:lnTo>
                    <a:pt x="3129816" y="3135981"/>
                  </a:lnTo>
                  <a:lnTo>
                    <a:pt x="3053189" y="3128867"/>
                  </a:lnTo>
                  <a:lnTo>
                    <a:pt x="2982867" y="3120915"/>
                  </a:lnTo>
                  <a:lnTo>
                    <a:pt x="2918418" y="3112012"/>
                  </a:lnTo>
                  <a:lnTo>
                    <a:pt x="2859102" y="3102018"/>
                  </a:lnTo>
                  <a:lnTo>
                    <a:pt x="2804014" y="3090772"/>
                  </a:lnTo>
                  <a:lnTo>
                    <a:pt x="2752192" y="3078113"/>
                  </a:lnTo>
                  <a:lnTo>
                    <a:pt x="2702709" y="3063902"/>
                  </a:lnTo>
                  <a:lnTo>
                    <a:pt x="2667772" y="3052568"/>
                  </a:lnTo>
                  <a:lnTo>
                    <a:pt x="2617721" y="3034501"/>
                  </a:lnTo>
                  <a:lnTo>
                    <a:pt x="2568155" y="3014567"/>
                  </a:lnTo>
                  <a:lnTo>
                    <a:pt x="2518552" y="2992741"/>
                  </a:lnTo>
                  <a:lnTo>
                    <a:pt x="2468561" y="2969062"/>
                  </a:lnTo>
                  <a:lnTo>
                    <a:pt x="2417975" y="2943642"/>
                  </a:lnTo>
                  <a:lnTo>
                    <a:pt x="2366717" y="2916674"/>
                  </a:lnTo>
                  <a:lnTo>
                    <a:pt x="2314822" y="2888425"/>
                  </a:lnTo>
                  <a:lnTo>
                    <a:pt x="2262418" y="2859232"/>
                  </a:lnTo>
                  <a:lnTo>
                    <a:pt x="2209701" y="2829483"/>
                  </a:lnTo>
                  <a:lnTo>
                    <a:pt x="2156908" y="2799602"/>
                  </a:lnTo>
                  <a:lnTo>
                    <a:pt x="2104285" y="2770018"/>
                  </a:lnTo>
                  <a:lnTo>
                    <a:pt x="2052056" y="2741144"/>
                  </a:lnTo>
                  <a:lnTo>
                    <a:pt x="2000395" y="2713350"/>
                  </a:lnTo>
                  <a:lnTo>
                    <a:pt x="1949397" y="2686948"/>
                  </a:lnTo>
                  <a:lnTo>
                    <a:pt x="1899054" y="2662178"/>
                  </a:lnTo>
                  <a:lnTo>
                    <a:pt x="1849244" y="2639200"/>
                  </a:lnTo>
                  <a:lnTo>
                    <a:pt x="1799706" y="2618099"/>
                  </a:lnTo>
                  <a:lnTo>
                    <a:pt x="1750025" y="2598887"/>
                  </a:lnTo>
                  <a:lnTo>
                    <a:pt x="1719082" y="2587968"/>
                  </a:lnTo>
                  <a:lnTo>
                    <a:pt x="1670781" y="2572584"/>
                  </a:lnTo>
                  <a:lnTo>
                    <a:pt x="1620744" y="2558808"/>
                  </a:lnTo>
                  <a:lnTo>
                    <a:pt x="1568123" y="2546552"/>
                  </a:lnTo>
                  <a:lnTo>
                    <a:pt x="1511972" y="2535665"/>
                  </a:lnTo>
                  <a:lnTo>
                    <a:pt x="1451336" y="2525984"/>
                  </a:lnTo>
                  <a:lnTo>
                    <a:pt x="1385343" y="2517354"/>
                  </a:lnTo>
                  <a:lnTo>
                    <a:pt x="1313320" y="2509642"/>
                  </a:lnTo>
                  <a:lnTo>
                    <a:pt x="1234954" y="2502743"/>
                  </a:lnTo>
                  <a:lnTo>
                    <a:pt x="1150497" y="2496583"/>
                  </a:lnTo>
                  <a:lnTo>
                    <a:pt x="1061009" y="2491124"/>
                  </a:lnTo>
                  <a:lnTo>
                    <a:pt x="968564" y="2486352"/>
                  </a:lnTo>
                  <a:lnTo>
                    <a:pt x="876353" y="2482279"/>
                  </a:lnTo>
                  <a:lnTo>
                    <a:pt x="788529" y="2478922"/>
                  </a:lnTo>
                  <a:lnTo>
                    <a:pt x="709706" y="2476287"/>
                  </a:lnTo>
                  <a:lnTo>
                    <a:pt x="644132" y="2474354"/>
                  </a:lnTo>
                  <a:lnTo>
                    <a:pt x="594721" y="2473059"/>
                  </a:lnTo>
                  <a:lnTo>
                    <a:pt x="562266" y="2472299"/>
                  </a:lnTo>
                  <a:lnTo>
                    <a:pt x="545102" y="2471938"/>
                  </a:lnTo>
                  <a:lnTo>
                    <a:pt x="539240" y="2471827"/>
                  </a:lnTo>
                  <a:lnTo>
                    <a:pt x="538736" y="2471818"/>
                  </a:lnTo>
                  <a:lnTo>
                    <a:pt x="0" y="247181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546595" y="1959143"/>
              <a:ext cx="8234974" cy="3168718"/>
            </a:xfrm>
            <a:custGeom>
              <a:avLst/>
              <a:pathLst>
                <a:path w="8234974" h="3168718">
                  <a:moveTo>
                    <a:pt x="0" y="2471818"/>
                  </a:moveTo>
                  <a:lnTo>
                    <a:pt x="538736" y="2471818"/>
                  </a:lnTo>
                  <a:lnTo>
                    <a:pt x="540030" y="2471841"/>
                  </a:lnTo>
                  <a:lnTo>
                    <a:pt x="548470" y="2472006"/>
                  </a:lnTo>
                  <a:lnTo>
                    <a:pt x="569516" y="2472461"/>
                  </a:lnTo>
                  <a:lnTo>
                    <a:pt x="606553" y="2473355"/>
                  </a:lnTo>
                  <a:lnTo>
                    <a:pt x="660569" y="2474816"/>
                  </a:lnTo>
                  <a:lnTo>
                    <a:pt x="730134" y="2476937"/>
                  </a:lnTo>
                  <a:lnTo>
                    <a:pt x="811876" y="2479769"/>
                  </a:lnTo>
                  <a:lnTo>
                    <a:pt x="901353" y="2483324"/>
                  </a:lnTo>
                  <a:lnTo>
                    <a:pt x="994006" y="2487590"/>
                  </a:lnTo>
                  <a:lnTo>
                    <a:pt x="1085912" y="2492550"/>
                  </a:lnTo>
                  <a:lnTo>
                    <a:pt x="1174183" y="2498199"/>
                  </a:lnTo>
                  <a:lnTo>
                    <a:pt x="1257039" y="2504556"/>
                  </a:lnTo>
                  <a:lnTo>
                    <a:pt x="1333665" y="2511669"/>
                  </a:lnTo>
                  <a:lnTo>
                    <a:pt x="1403988" y="2519621"/>
                  </a:lnTo>
                  <a:lnTo>
                    <a:pt x="1468436" y="2528524"/>
                  </a:lnTo>
                  <a:lnTo>
                    <a:pt x="1527752" y="2538519"/>
                  </a:lnTo>
                  <a:lnTo>
                    <a:pt x="1582841" y="2549764"/>
                  </a:lnTo>
                  <a:lnTo>
                    <a:pt x="1634663" y="2562424"/>
                  </a:lnTo>
                  <a:lnTo>
                    <a:pt x="1684146" y="2576634"/>
                  </a:lnTo>
                  <a:lnTo>
                    <a:pt x="1719082" y="2587968"/>
                  </a:lnTo>
                  <a:lnTo>
                    <a:pt x="1769133" y="2606035"/>
                  </a:lnTo>
                  <a:lnTo>
                    <a:pt x="1818700" y="2625969"/>
                  </a:lnTo>
                  <a:lnTo>
                    <a:pt x="1868302" y="2647795"/>
                  </a:lnTo>
                  <a:lnTo>
                    <a:pt x="1918294" y="2671475"/>
                  </a:lnTo>
                  <a:lnTo>
                    <a:pt x="1968880" y="2696894"/>
                  </a:lnTo>
                  <a:lnTo>
                    <a:pt x="2020138" y="2723863"/>
                  </a:lnTo>
                  <a:lnTo>
                    <a:pt x="2072032" y="2752112"/>
                  </a:lnTo>
                  <a:lnTo>
                    <a:pt x="2124436" y="2781305"/>
                  </a:lnTo>
                  <a:lnTo>
                    <a:pt x="2177153" y="2811053"/>
                  </a:lnTo>
                  <a:lnTo>
                    <a:pt x="2229947" y="2840934"/>
                  </a:lnTo>
                  <a:lnTo>
                    <a:pt x="2282570" y="2870518"/>
                  </a:lnTo>
                  <a:lnTo>
                    <a:pt x="2334798" y="2899393"/>
                  </a:lnTo>
                  <a:lnTo>
                    <a:pt x="2386459" y="2927187"/>
                  </a:lnTo>
                  <a:lnTo>
                    <a:pt x="2437458" y="2953588"/>
                  </a:lnTo>
                  <a:lnTo>
                    <a:pt x="2487800" y="2978359"/>
                  </a:lnTo>
                  <a:lnTo>
                    <a:pt x="2537611" y="3001337"/>
                  </a:lnTo>
                  <a:lnTo>
                    <a:pt x="2587149" y="3022438"/>
                  </a:lnTo>
                  <a:lnTo>
                    <a:pt x="2636829" y="3041649"/>
                  </a:lnTo>
                  <a:lnTo>
                    <a:pt x="2667772" y="3052568"/>
                  </a:lnTo>
                  <a:lnTo>
                    <a:pt x="2716074" y="3067953"/>
                  </a:lnTo>
                  <a:lnTo>
                    <a:pt x="2766110" y="3081728"/>
                  </a:lnTo>
                  <a:lnTo>
                    <a:pt x="2818731" y="3093985"/>
                  </a:lnTo>
                  <a:lnTo>
                    <a:pt x="2874882" y="3104872"/>
                  </a:lnTo>
                  <a:lnTo>
                    <a:pt x="2935518" y="3114552"/>
                  </a:lnTo>
                  <a:lnTo>
                    <a:pt x="3001511" y="3123182"/>
                  </a:lnTo>
                  <a:lnTo>
                    <a:pt x="3073535" y="3130894"/>
                  </a:lnTo>
                  <a:lnTo>
                    <a:pt x="3151901" y="3137794"/>
                  </a:lnTo>
                  <a:lnTo>
                    <a:pt x="3236357" y="3143953"/>
                  </a:lnTo>
                  <a:lnTo>
                    <a:pt x="3325846" y="3149413"/>
                  </a:lnTo>
                  <a:lnTo>
                    <a:pt x="3418291" y="3154184"/>
                  </a:lnTo>
                  <a:lnTo>
                    <a:pt x="3510501" y="3158257"/>
                  </a:lnTo>
                  <a:lnTo>
                    <a:pt x="3598325" y="3161614"/>
                  </a:lnTo>
                  <a:lnTo>
                    <a:pt x="3677148" y="3164249"/>
                  </a:lnTo>
                  <a:lnTo>
                    <a:pt x="3742722" y="3166183"/>
                  </a:lnTo>
                  <a:lnTo>
                    <a:pt x="3792134" y="3167477"/>
                  </a:lnTo>
                  <a:lnTo>
                    <a:pt x="3824589" y="3168237"/>
                  </a:lnTo>
                  <a:lnTo>
                    <a:pt x="3841753" y="3168598"/>
                  </a:lnTo>
                  <a:lnTo>
                    <a:pt x="3847615" y="3168710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546595" y="1953699"/>
              <a:ext cx="8234974" cy="3168718"/>
            </a:xfrm>
            <a:custGeom>
              <a:avLst/>
              <a:pathLst>
                <a:path w="8234974" h="3168718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25" y="3168695"/>
                  </a:lnTo>
                  <a:lnTo>
                    <a:pt x="3838384" y="3168531"/>
                  </a:lnTo>
                  <a:lnTo>
                    <a:pt x="3817338" y="3168075"/>
                  </a:lnTo>
                  <a:lnTo>
                    <a:pt x="3780302" y="3167181"/>
                  </a:lnTo>
                  <a:lnTo>
                    <a:pt x="3726286" y="3165720"/>
                  </a:lnTo>
                  <a:lnTo>
                    <a:pt x="3656721" y="3163599"/>
                  </a:lnTo>
                  <a:lnTo>
                    <a:pt x="3574978" y="3160767"/>
                  </a:lnTo>
                  <a:lnTo>
                    <a:pt x="3485502" y="3157212"/>
                  </a:lnTo>
                  <a:lnTo>
                    <a:pt x="3392849" y="3152946"/>
                  </a:lnTo>
                  <a:lnTo>
                    <a:pt x="3300943" y="3147986"/>
                  </a:lnTo>
                  <a:lnTo>
                    <a:pt x="3212671" y="3142337"/>
                  </a:lnTo>
                  <a:lnTo>
                    <a:pt x="3129816" y="3135981"/>
                  </a:lnTo>
                  <a:lnTo>
                    <a:pt x="3053189" y="3128867"/>
                  </a:lnTo>
                  <a:lnTo>
                    <a:pt x="2982867" y="3120915"/>
                  </a:lnTo>
                  <a:lnTo>
                    <a:pt x="2918418" y="3112012"/>
                  </a:lnTo>
                  <a:lnTo>
                    <a:pt x="2859102" y="3102018"/>
                  </a:lnTo>
                  <a:lnTo>
                    <a:pt x="2804014" y="3090772"/>
                  </a:lnTo>
                  <a:lnTo>
                    <a:pt x="2752192" y="3078113"/>
                  </a:lnTo>
                  <a:lnTo>
                    <a:pt x="2702709" y="3063902"/>
                  </a:lnTo>
                  <a:lnTo>
                    <a:pt x="2667772" y="3052568"/>
                  </a:lnTo>
                  <a:lnTo>
                    <a:pt x="2617721" y="3034501"/>
                  </a:lnTo>
                  <a:lnTo>
                    <a:pt x="2568155" y="3014567"/>
                  </a:lnTo>
                  <a:lnTo>
                    <a:pt x="2518552" y="2992741"/>
                  </a:lnTo>
                  <a:lnTo>
                    <a:pt x="2468561" y="2969062"/>
                  </a:lnTo>
                  <a:lnTo>
                    <a:pt x="2417975" y="2943642"/>
                  </a:lnTo>
                  <a:lnTo>
                    <a:pt x="2366717" y="2916674"/>
                  </a:lnTo>
                  <a:lnTo>
                    <a:pt x="2314822" y="2888425"/>
                  </a:lnTo>
                  <a:lnTo>
                    <a:pt x="2262418" y="2859232"/>
                  </a:lnTo>
                  <a:lnTo>
                    <a:pt x="2209701" y="2829483"/>
                  </a:lnTo>
                  <a:lnTo>
                    <a:pt x="2156908" y="2799602"/>
                  </a:lnTo>
                  <a:lnTo>
                    <a:pt x="2104285" y="2770018"/>
                  </a:lnTo>
                  <a:lnTo>
                    <a:pt x="2052056" y="2741144"/>
                  </a:lnTo>
                  <a:lnTo>
                    <a:pt x="2000395" y="2713350"/>
                  </a:lnTo>
                  <a:lnTo>
                    <a:pt x="1949397" y="2686948"/>
                  </a:lnTo>
                  <a:lnTo>
                    <a:pt x="1899054" y="2662178"/>
                  </a:lnTo>
                  <a:lnTo>
                    <a:pt x="1849244" y="2639200"/>
                  </a:lnTo>
                  <a:lnTo>
                    <a:pt x="1799706" y="2618099"/>
                  </a:lnTo>
                  <a:lnTo>
                    <a:pt x="1750025" y="2598887"/>
                  </a:lnTo>
                  <a:lnTo>
                    <a:pt x="1719082" y="2587968"/>
                  </a:lnTo>
                  <a:lnTo>
                    <a:pt x="1670781" y="2572584"/>
                  </a:lnTo>
                  <a:lnTo>
                    <a:pt x="1620744" y="2558808"/>
                  </a:lnTo>
                  <a:lnTo>
                    <a:pt x="1568123" y="2546552"/>
                  </a:lnTo>
                  <a:lnTo>
                    <a:pt x="1511972" y="2535665"/>
                  </a:lnTo>
                  <a:lnTo>
                    <a:pt x="1451336" y="2525984"/>
                  </a:lnTo>
                  <a:lnTo>
                    <a:pt x="1385343" y="2517354"/>
                  </a:lnTo>
                  <a:lnTo>
                    <a:pt x="1313320" y="2509642"/>
                  </a:lnTo>
                  <a:lnTo>
                    <a:pt x="1234954" y="2502743"/>
                  </a:lnTo>
                  <a:lnTo>
                    <a:pt x="1150497" y="2496583"/>
                  </a:lnTo>
                  <a:lnTo>
                    <a:pt x="1061009" y="2491124"/>
                  </a:lnTo>
                  <a:lnTo>
                    <a:pt x="968564" y="2486352"/>
                  </a:lnTo>
                  <a:lnTo>
                    <a:pt x="876353" y="2482279"/>
                  </a:lnTo>
                  <a:lnTo>
                    <a:pt x="788529" y="2478922"/>
                  </a:lnTo>
                  <a:lnTo>
                    <a:pt x="709706" y="2476287"/>
                  </a:lnTo>
                  <a:lnTo>
                    <a:pt x="644132" y="2474354"/>
                  </a:lnTo>
                  <a:lnTo>
                    <a:pt x="594721" y="2473059"/>
                  </a:lnTo>
                  <a:lnTo>
                    <a:pt x="562266" y="2472299"/>
                  </a:lnTo>
                  <a:lnTo>
                    <a:pt x="545102" y="2471938"/>
                  </a:lnTo>
                  <a:lnTo>
                    <a:pt x="539240" y="2471827"/>
                  </a:lnTo>
                  <a:lnTo>
                    <a:pt x="538736" y="2471818"/>
                  </a:lnTo>
                  <a:lnTo>
                    <a:pt x="0" y="24718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2" name="pg1232"/>
            <p:cNvSpPr/>
            <p:nvPr/>
          </p:nvSpPr>
          <p:spPr>
            <a:xfrm>
              <a:off x="546595" y="3445501"/>
              <a:ext cx="8234974" cy="1693250"/>
            </a:xfrm>
            <a:custGeom>
              <a:avLst/>
              <a:pathLst>
                <a:path w="8234974" h="1693250">
                  <a:moveTo>
                    <a:pt x="0" y="990905"/>
                  </a:moveTo>
                  <a:lnTo>
                    <a:pt x="538736" y="990905"/>
                  </a:lnTo>
                  <a:lnTo>
                    <a:pt x="540030" y="990928"/>
                  </a:lnTo>
                  <a:lnTo>
                    <a:pt x="548469" y="991094"/>
                  </a:lnTo>
                  <a:lnTo>
                    <a:pt x="569513" y="991553"/>
                  </a:lnTo>
                  <a:lnTo>
                    <a:pt x="606546" y="992454"/>
                  </a:lnTo>
                  <a:lnTo>
                    <a:pt x="660557" y="993926"/>
                  </a:lnTo>
                  <a:lnTo>
                    <a:pt x="730116" y="996063"/>
                  </a:lnTo>
                  <a:lnTo>
                    <a:pt x="811853" y="998917"/>
                  </a:lnTo>
                  <a:lnTo>
                    <a:pt x="901325" y="1002500"/>
                  </a:lnTo>
                  <a:lnTo>
                    <a:pt x="993974" y="1006798"/>
                  </a:lnTo>
                  <a:lnTo>
                    <a:pt x="1085878" y="1011797"/>
                  </a:lnTo>
                  <a:lnTo>
                    <a:pt x="1174148" y="1017489"/>
                  </a:lnTo>
                  <a:lnTo>
                    <a:pt x="1257003" y="1023895"/>
                  </a:lnTo>
                  <a:lnTo>
                    <a:pt x="1333630" y="1031063"/>
                  </a:lnTo>
                  <a:lnTo>
                    <a:pt x="1403952" y="1039077"/>
                  </a:lnTo>
                  <a:lnTo>
                    <a:pt x="1468402" y="1048048"/>
                  </a:lnTo>
                  <a:lnTo>
                    <a:pt x="1527718" y="1058120"/>
                  </a:lnTo>
                  <a:lnTo>
                    <a:pt x="1582807" y="1069452"/>
                  </a:lnTo>
                  <a:lnTo>
                    <a:pt x="1634629" y="1082209"/>
                  </a:lnTo>
                  <a:lnTo>
                    <a:pt x="1684111" y="1096529"/>
                  </a:lnTo>
                  <a:lnTo>
                    <a:pt x="1719082" y="1107962"/>
                  </a:lnTo>
                  <a:lnTo>
                    <a:pt x="1769096" y="1126156"/>
                  </a:lnTo>
                  <a:lnTo>
                    <a:pt x="1818625" y="1146228"/>
                  </a:lnTo>
                  <a:lnTo>
                    <a:pt x="1868189" y="1168205"/>
                  </a:lnTo>
                  <a:lnTo>
                    <a:pt x="1918141" y="1192046"/>
                  </a:lnTo>
                  <a:lnTo>
                    <a:pt x="1968687" y="1217639"/>
                  </a:lnTo>
                  <a:lnTo>
                    <a:pt x="2019903" y="1244792"/>
                  </a:lnTo>
                  <a:lnTo>
                    <a:pt x="2071756" y="1273234"/>
                  </a:lnTo>
                  <a:lnTo>
                    <a:pt x="2124118" y="1302629"/>
                  </a:lnTo>
                  <a:lnTo>
                    <a:pt x="2176793" y="1332585"/>
                  </a:lnTo>
                  <a:lnTo>
                    <a:pt x="2229547" y="1362677"/>
                  </a:lnTo>
                  <a:lnTo>
                    <a:pt x="2282133" y="1392474"/>
                  </a:lnTo>
                  <a:lnTo>
                    <a:pt x="2334326" y="1421560"/>
                  </a:lnTo>
                  <a:lnTo>
                    <a:pt x="2385954" y="1449562"/>
                  </a:lnTo>
                  <a:lnTo>
                    <a:pt x="2436921" y="1476165"/>
                  </a:lnTo>
                  <a:lnTo>
                    <a:pt x="2487232" y="1501129"/>
                  </a:lnTo>
                  <a:lnTo>
                    <a:pt x="2537009" y="1524291"/>
                  </a:lnTo>
                  <a:lnTo>
                    <a:pt x="2586512" y="1545565"/>
                  </a:lnTo>
                  <a:lnTo>
                    <a:pt x="2636149" y="1564936"/>
                  </a:lnTo>
                  <a:lnTo>
                    <a:pt x="2667772" y="1576192"/>
                  </a:lnTo>
                  <a:lnTo>
                    <a:pt x="2716072" y="1591696"/>
                  </a:lnTo>
                  <a:lnTo>
                    <a:pt x="2766106" y="1605579"/>
                  </a:lnTo>
                  <a:lnTo>
                    <a:pt x="2818725" y="1617931"/>
                  </a:lnTo>
                  <a:lnTo>
                    <a:pt x="2874874" y="1628902"/>
                  </a:lnTo>
                  <a:lnTo>
                    <a:pt x="2935506" y="1638659"/>
                  </a:lnTo>
                  <a:lnTo>
                    <a:pt x="3001496" y="1647356"/>
                  </a:lnTo>
                  <a:lnTo>
                    <a:pt x="3073515" y="1655128"/>
                  </a:lnTo>
                  <a:lnTo>
                    <a:pt x="3151876" y="1662081"/>
                  </a:lnTo>
                  <a:lnTo>
                    <a:pt x="3236328" y="1668289"/>
                  </a:lnTo>
                  <a:lnTo>
                    <a:pt x="3325812" y="1673791"/>
                  </a:lnTo>
                  <a:lnTo>
                    <a:pt x="3418253" y="1678600"/>
                  </a:lnTo>
                  <a:lnTo>
                    <a:pt x="3510461" y="1682705"/>
                  </a:lnTo>
                  <a:lnTo>
                    <a:pt x="3598284" y="1686089"/>
                  </a:lnTo>
                  <a:lnTo>
                    <a:pt x="3677110" y="1688744"/>
                  </a:lnTo>
                  <a:lnTo>
                    <a:pt x="3742690" y="1690693"/>
                  </a:lnTo>
                  <a:lnTo>
                    <a:pt x="3792109" y="1691998"/>
                  </a:lnTo>
                  <a:lnTo>
                    <a:pt x="3824574" y="1692764"/>
                  </a:lnTo>
                  <a:lnTo>
                    <a:pt x="3841745" y="1693128"/>
                  </a:lnTo>
                  <a:lnTo>
                    <a:pt x="3847613" y="1693241"/>
                  </a:lnTo>
                  <a:lnTo>
                    <a:pt x="3848118" y="1693250"/>
                  </a:lnTo>
                  <a:lnTo>
                    <a:pt x="4386855" y="1693250"/>
                  </a:lnTo>
                  <a:lnTo>
                    <a:pt x="4388106" y="1693196"/>
                  </a:lnTo>
                  <a:lnTo>
                    <a:pt x="4396275" y="1692810"/>
                  </a:lnTo>
                  <a:lnTo>
                    <a:pt x="4416669" y="1691744"/>
                  </a:lnTo>
                  <a:lnTo>
                    <a:pt x="4452623" y="1689652"/>
                  </a:lnTo>
                  <a:lnTo>
                    <a:pt x="4505187" y="1686230"/>
                  </a:lnTo>
                  <a:lnTo>
                    <a:pt x="4573089" y="1681254"/>
                  </a:lnTo>
                  <a:lnTo>
                    <a:pt x="4653164" y="1674601"/>
                  </a:lnTo>
                  <a:lnTo>
                    <a:pt x="4741160" y="1666236"/>
                  </a:lnTo>
                  <a:lnTo>
                    <a:pt x="4832647" y="1656184"/>
                  </a:lnTo>
                  <a:lnTo>
                    <a:pt x="4923751" y="1644485"/>
                  </a:lnTo>
                  <a:lnTo>
                    <a:pt x="5011564" y="1631156"/>
                  </a:lnTo>
                  <a:lnTo>
                    <a:pt x="5094243" y="1616162"/>
                  </a:lnTo>
                  <a:lnTo>
                    <a:pt x="5170892" y="1599396"/>
                  </a:lnTo>
                  <a:lnTo>
                    <a:pt x="5241354" y="1580679"/>
                  </a:lnTo>
                  <a:lnTo>
                    <a:pt x="5305981" y="1559758"/>
                  </a:lnTo>
                  <a:lnTo>
                    <a:pt x="5365454" y="1536313"/>
                  </a:lnTo>
                  <a:lnTo>
                    <a:pt x="5420627" y="1509977"/>
                  </a:lnTo>
                  <a:lnTo>
                    <a:pt x="5472426" y="1480366"/>
                  </a:lnTo>
                  <a:lnTo>
                    <a:pt x="5521761" y="1447140"/>
                  </a:lnTo>
                  <a:lnTo>
                    <a:pt x="5567201" y="1411949"/>
                  </a:lnTo>
                  <a:lnTo>
                    <a:pt x="5609651" y="1375167"/>
                  </a:lnTo>
                  <a:lnTo>
                    <a:pt x="5651687" y="1335155"/>
                  </a:lnTo>
                  <a:lnTo>
                    <a:pt x="5693652" y="1291854"/>
                  </a:lnTo>
                  <a:lnTo>
                    <a:pt x="5735796" y="1245281"/>
                  </a:lnTo>
                  <a:lnTo>
                    <a:pt x="5778291" y="1195544"/>
                  </a:lnTo>
                  <a:lnTo>
                    <a:pt x="5821236" y="1142846"/>
                  </a:lnTo>
                  <a:lnTo>
                    <a:pt x="5864666" y="1087486"/>
                  </a:lnTo>
                  <a:lnTo>
                    <a:pt x="5908558" y="1029861"/>
                  </a:lnTo>
                  <a:lnTo>
                    <a:pt x="5952843" y="970452"/>
                  </a:lnTo>
                  <a:lnTo>
                    <a:pt x="5997410" y="909815"/>
                  </a:lnTo>
                  <a:lnTo>
                    <a:pt x="6042125" y="848553"/>
                  </a:lnTo>
                  <a:lnTo>
                    <a:pt x="6086837" y="787300"/>
                  </a:lnTo>
                  <a:lnTo>
                    <a:pt x="6131399" y="726687"/>
                  </a:lnTo>
                  <a:lnTo>
                    <a:pt x="6175675" y="667318"/>
                  </a:lnTo>
                  <a:lnTo>
                    <a:pt x="6219556" y="609746"/>
                  </a:lnTo>
                  <a:lnTo>
                    <a:pt x="6262973" y="554450"/>
                  </a:lnTo>
                  <a:lnTo>
                    <a:pt x="6305905" y="501825"/>
                  </a:lnTo>
                  <a:lnTo>
                    <a:pt x="6348390" y="452168"/>
                  </a:lnTo>
                  <a:lnTo>
                    <a:pt x="6390527" y="405679"/>
                  </a:lnTo>
                  <a:lnTo>
                    <a:pt x="6432490" y="362462"/>
                  </a:lnTo>
                  <a:lnTo>
                    <a:pt x="6474532" y="322535"/>
                  </a:lnTo>
                  <a:lnTo>
                    <a:pt x="6515891" y="286745"/>
                  </a:lnTo>
                  <a:lnTo>
                    <a:pt x="6563637" y="249886"/>
                  </a:lnTo>
                  <a:lnTo>
                    <a:pt x="6613069" y="216838"/>
                  </a:lnTo>
                  <a:lnTo>
                    <a:pt x="6665008" y="187392"/>
                  </a:lnTo>
                  <a:lnTo>
                    <a:pt x="6720365" y="161202"/>
                  </a:lnTo>
                  <a:lnTo>
                    <a:pt x="6780064" y="137885"/>
                  </a:lnTo>
                  <a:lnTo>
                    <a:pt x="6844956" y="117076"/>
                  </a:lnTo>
                  <a:lnTo>
                    <a:pt x="6915707" y="98457"/>
                  </a:lnTo>
                  <a:lnTo>
                    <a:pt x="6992653" y="81779"/>
                  </a:lnTo>
                  <a:lnTo>
                    <a:pt x="7075603" y="66866"/>
                  </a:lnTo>
                  <a:lnTo>
                    <a:pt x="7163623" y="53615"/>
                  </a:lnTo>
                  <a:lnTo>
                    <a:pt x="7254819" y="41994"/>
                  </a:lnTo>
                  <a:lnTo>
                    <a:pt x="7346234" y="32021"/>
                  </a:lnTo>
                  <a:lnTo>
                    <a:pt x="7433955" y="23737"/>
                  </a:lnTo>
                  <a:lnTo>
                    <a:pt x="7513543" y="17165"/>
                  </a:lnTo>
                  <a:lnTo>
                    <a:pt x="7580774" y="12267"/>
                  </a:lnTo>
                  <a:lnTo>
                    <a:pt x="7632558" y="8914"/>
                  </a:lnTo>
                  <a:lnTo>
                    <a:pt x="7667729" y="6878"/>
                  </a:lnTo>
                  <a:lnTo>
                    <a:pt x="7687448" y="5853"/>
                  </a:lnTo>
                  <a:lnTo>
                    <a:pt x="7695154" y="549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6" y="53"/>
                  </a:lnTo>
                  <a:lnTo>
                    <a:pt x="7686817" y="439"/>
                  </a:lnTo>
                  <a:lnTo>
                    <a:pt x="7666423" y="1505"/>
                  </a:lnTo>
                  <a:lnTo>
                    <a:pt x="7630469" y="3597"/>
                  </a:lnTo>
                  <a:lnTo>
                    <a:pt x="7577906" y="7019"/>
                  </a:lnTo>
                  <a:lnTo>
                    <a:pt x="7510004" y="11995"/>
                  </a:lnTo>
                  <a:lnTo>
                    <a:pt x="7429928" y="18648"/>
                  </a:lnTo>
                  <a:lnTo>
                    <a:pt x="7341932" y="27013"/>
                  </a:lnTo>
                  <a:lnTo>
                    <a:pt x="7250445" y="37066"/>
                  </a:lnTo>
                  <a:lnTo>
                    <a:pt x="7159342" y="48764"/>
                  </a:lnTo>
                  <a:lnTo>
                    <a:pt x="7071529" y="62093"/>
                  </a:lnTo>
                  <a:lnTo>
                    <a:pt x="6988850" y="77087"/>
                  </a:lnTo>
                  <a:lnTo>
                    <a:pt x="6912200" y="93853"/>
                  </a:lnTo>
                  <a:lnTo>
                    <a:pt x="6841739" y="112570"/>
                  </a:lnTo>
                  <a:lnTo>
                    <a:pt x="6777111" y="133491"/>
                  </a:lnTo>
                  <a:lnTo>
                    <a:pt x="6717639" y="156936"/>
                  </a:lnTo>
                  <a:lnTo>
                    <a:pt x="6662466" y="183272"/>
                  </a:lnTo>
                  <a:lnTo>
                    <a:pt x="6610667" y="212883"/>
                  </a:lnTo>
                  <a:lnTo>
                    <a:pt x="6561332" y="246109"/>
                  </a:lnTo>
                  <a:lnTo>
                    <a:pt x="6515891" y="281300"/>
                  </a:lnTo>
                  <a:lnTo>
                    <a:pt x="6473441" y="318082"/>
                  </a:lnTo>
                  <a:lnTo>
                    <a:pt x="6431405" y="358094"/>
                  </a:lnTo>
                  <a:lnTo>
                    <a:pt x="6389440" y="401395"/>
                  </a:lnTo>
                  <a:lnTo>
                    <a:pt x="6347296" y="447968"/>
                  </a:lnTo>
                  <a:lnTo>
                    <a:pt x="6304801" y="497705"/>
                  </a:lnTo>
                  <a:lnTo>
                    <a:pt x="6261856" y="550404"/>
                  </a:lnTo>
                  <a:lnTo>
                    <a:pt x="6218427" y="605763"/>
                  </a:lnTo>
                  <a:lnTo>
                    <a:pt x="6174534" y="663388"/>
                  </a:lnTo>
                  <a:lnTo>
                    <a:pt x="6130250" y="722797"/>
                  </a:lnTo>
                  <a:lnTo>
                    <a:pt x="6085682" y="783434"/>
                  </a:lnTo>
                  <a:lnTo>
                    <a:pt x="6040968" y="844696"/>
                  </a:lnTo>
                  <a:lnTo>
                    <a:pt x="5996255" y="905949"/>
                  </a:lnTo>
                  <a:lnTo>
                    <a:pt x="5951693" y="966562"/>
                  </a:lnTo>
                  <a:lnTo>
                    <a:pt x="5907418" y="1025931"/>
                  </a:lnTo>
                  <a:lnTo>
                    <a:pt x="5863537" y="1083503"/>
                  </a:lnTo>
                  <a:lnTo>
                    <a:pt x="5820120" y="1138799"/>
                  </a:lnTo>
                  <a:lnTo>
                    <a:pt x="5777187" y="1191424"/>
                  </a:lnTo>
                  <a:lnTo>
                    <a:pt x="5734703" y="1241081"/>
                  </a:lnTo>
                  <a:lnTo>
                    <a:pt x="5692565" y="1287570"/>
                  </a:lnTo>
                  <a:lnTo>
                    <a:pt x="5650602" y="1330787"/>
                  </a:lnTo>
                  <a:lnTo>
                    <a:pt x="5608560" y="1370714"/>
                  </a:lnTo>
                  <a:lnTo>
                    <a:pt x="5567201" y="1406504"/>
                  </a:lnTo>
                  <a:lnTo>
                    <a:pt x="5519456" y="1443363"/>
                  </a:lnTo>
                  <a:lnTo>
                    <a:pt x="5470023" y="1476411"/>
                  </a:lnTo>
                  <a:lnTo>
                    <a:pt x="5418085" y="1505857"/>
                  </a:lnTo>
                  <a:lnTo>
                    <a:pt x="5362728" y="1532047"/>
                  </a:lnTo>
                  <a:lnTo>
                    <a:pt x="5303028" y="1555364"/>
                  </a:lnTo>
                  <a:lnTo>
                    <a:pt x="5238136" y="1576174"/>
                  </a:lnTo>
                  <a:lnTo>
                    <a:pt x="5167385" y="1594792"/>
                  </a:lnTo>
                  <a:lnTo>
                    <a:pt x="5090440" y="1611470"/>
                  </a:lnTo>
                  <a:lnTo>
                    <a:pt x="5007489" y="1626383"/>
                  </a:lnTo>
                  <a:lnTo>
                    <a:pt x="4919470" y="1639634"/>
                  </a:lnTo>
                  <a:lnTo>
                    <a:pt x="4828274" y="1651255"/>
                  </a:lnTo>
                  <a:lnTo>
                    <a:pt x="4736859" y="1661228"/>
                  </a:lnTo>
                  <a:lnTo>
                    <a:pt x="4649137" y="1669512"/>
                  </a:lnTo>
                  <a:lnTo>
                    <a:pt x="4569550" y="1676084"/>
                  </a:lnTo>
                  <a:lnTo>
                    <a:pt x="4502318" y="1680982"/>
                  </a:lnTo>
                  <a:lnTo>
                    <a:pt x="4450534" y="1684335"/>
                  </a:lnTo>
                  <a:lnTo>
                    <a:pt x="4415364" y="1686371"/>
                  </a:lnTo>
                  <a:lnTo>
                    <a:pt x="4395644" y="1687397"/>
                  </a:lnTo>
                  <a:lnTo>
                    <a:pt x="4387939" y="1687759"/>
                  </a:lnTo>
                  <a:lnTo>
                    <a:pt x="4386855" y="1687805"/>
                  </a:lnTo>
                  <a:lnTo>
                    <a:pt x="3848118" y="1687805"/>
                  </a:lnTo>
                  <a:lnTo>
                    <a:pt x="3846825" y="1687782"/>
                  </a:lnTo>
                  <a:lnTo>
                    <a:pt x="3838385" y="1687616"/>
                  </a:lnTo>
                  <a:lnTo>
                    <a:pt x="3817342" y="1687157"/>
                  </a:lnTo>
                  <a:lnTo>
                    <a:pt x="3780308" y="1686256"/>
                  </a:lnTo>
                  <a:lnTo>
                    <a:pt x="3726297" y="1684784"/>
                  </a:lnTo>
                  <a:lnTo>
                    <a:pt x="3656738" y="1682646"/>
                  </a:lnTo>
                  <a:lnTo>
                    <a:pt x="3575001" y="1679793"/>
                  </a:lnTo>
                  <a:lnTo>
                    <a:pt x="3485529" y="1676210"/>
                  </a:lnTo>
                  <a:lnTo>
                    <a:pt x="3392880" y="1671911"/>
                  </a:lnTo>
                  <a:lnTo>
                    <a:pt x="3300977" y="1666913"/>
                  </a:lnTo>
                  <a:lnTo>
                    <a:pt x="3212707" y="1661221"/>
                  </a:lnTo>
                  <a:lnTo>
                    <a:pt x="3129852" y="1654815"/>
                  </a:lnTo>
                  <a:lnTo>
                    <a:pt x="3053225" y="1647646"/>
                  </a:lnTo>
                  <a:lnTo>
                    <a:pt x="2982902" y="1639633"/>
                  </a:lnTo>
                  <a:lnTo>
                    <a:pt x="2918453" y="1630661"/>
                  </a:lnTo>
                  <a:lnTo>
                    <a:pt x="2859136" y="1620590"/>
                  </a:lnTo>
                  <a:lnTo>
                    <a:pt x="2804048" y="1609257"/>
                  </a:lnTo>
                  <a:lnTo>
                    <a:pt x="2752226" y="1596501"/>
                  </a:lnTo>
                  <a:lnTo>
                    <a:pt x="2702743" y="1582181"/>
                  </a:lnTo>
                  <a:lnTo>
                    <a:pt x="2667772" y="1570748"/>
                  </a:lnTo>
                  <a:lnTo>
                    <a:pt x="2617759" y="1552554"/>
                  </a:lnTo>
                  <a:lnTo>
                    <a:pt x="2568230" y="1532482"/>
                  </a:lnTo>
                  <a:lnTo>
                    <a:pt x="2518665" y="1510505"/>
                  </a:lnTo>
                  <a:lnTo>
                    <a:pt x="2468713" y="1486663"/>
                  </a:lnTo>
                  <a:lnTo>
                    <a:pt x="2418167" y="1461070"/>
                  </a:lnTo>
                  <a:lnTo>
                    <a:pt x="2366951" y="1433918"/>
                  </a:lnTo>
                  <a:lnTo>
                    <a:pt x="2315099" y="1405476"/>
                  </a:lnTo>
                  <a:lnTo>
                    <a:pt x="2262737" y="1376081"/>
                  </a:lnTo>
                  <a:lnTo>
                    <a:pt x="2210061" y="1346125"/>
                  </a:lnTo>
                  <a:lnTo>
                    <a:pt x="2157307" y="1316033"/>
                  </a:lnTo>
                  <a:lnTo>
                    <a:pt x="2104722" y="1286236"/>
                  </a:lnTo>
                  <a:lnTo>
                    <a:pt x="2052528" y="1257150"/>
                  </a:lnTo>
                  <a:lnTo>
                    <a:pt x="2000901" y="1229148"/>
                  </a:lnTo>
                  <a:lnTo>
                    <a:pt x="1949934" y="1202545"/>
                  </a:lnTo>
                  <a:lnTo>
                    <a:pt x="1899623" y="1177580"/>
                  </a:lnTo>
                  <a:lnTo>
                    <a:pt x="1849845" y="1154419"/>
                  </a:lnTo>
                  <a:lnTo>
                    <a:pt x="1800343" y="1133145"/>
                  </a:lnTo>
                  <a:lnTo>
                    <a:pt x="1750706" y="1113773"/>
                  </a:lnTo>
                  <a:lnTo>
                    <a:pt x="1719082" y="1102518"/>
                  </a:lnTo>
                  <a:lnTo>
                    <a:pt x="1670783" y="1087013"/>
                  </a:lnTo>
                  <a:lnTo>
                    <a:pt x="1620748" y="1073131"/>
                  </a:lnTo>
                  <a:lnTo>
                    <a:pt x="1568130" y="1060779"/>
                  </a:lnTo>
                  <a:lnTo>
                    <a:pt x="1511981" y="1049807"/>
                  </a:lnTo>
                  <a:lnTo>
                    <a:pt x="1451348" y="1040051"/>
                  </a:lnTo>
                  <a:lnTo>
                    <a:pt x="1385359" y="1031354"/>
                  </a:lnTo>
                  <a:lnTo>
                    <a:pt x="1313340" y="1023582"/>
                  </a:lnTo>
                  <a:lnTo>
                    <a:pt x="1234978" y="1016628"/>
                  </a:lnTo>
                  <a:lnTo>
                    <a:pt x="1150527" y="1010421"/>
                  </a:lnTo>
                  <a:lnTo>
                    <a:pt x="1061043" y="1004919"/>
                  </a:lnTo>
                  <a:lnTo>
                    <a:pt x="968602" y="1000110"/>
                  </a:lnTo>
                  <a:lnTo>
                    <a:pt x="876394" y="996005"/>
                  </a:lnTo>
                  <a:lnTo>
                    <a:pt x="788570" y="992621"/>
                  </a:lnTo>
                  <a:lnTo>
                    <a:pt x="709745" y="989966"/>
                  </a:lnTo>
                  <a:lnTo>
                    <a:pt x="644165" y="988017"/>
                  </a:lnTo>
                  <a:lnTo>
                    <a:pt x="594745" y="986712"/>
                  </a:lnTo>
                  <a:lnTo>
                    <a:pt x="562281" y="985945"/>
                  </a:lnTo>
                  <a:lnTo>
                    <a:pt x="545109" y="985581"/>
                  </a:lnTo>
                  <a:lnTo>
                    <a:pt x="539241" y="985469"/>
                  </a:lnTo>
                  <a:lnTo>
                    <a:pt x="538736" y="985460"/>
                  </a:lnTo>
                  <a:lnTo>
                    <a:pt x="0" y="98546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546595" y="3450946"/>
              <a:ext cx="8234974" cy="1687805"/>
            </a:xfrm>
            <a:custGeom>
              <a:avLst/>
              <a:pathLst>
                <a:path w="8234974" h="1687805">
                  <a:moveTo>
                    <a:pt x="0" y="985460"/>
                  </a:moveTo>
                  <a:lnTo>
                    <a:pt x="538736" y="985460"/>
                  </a:lnTo>
                  <a:lnTo>
                    <a:pt x="540030" y="985483"/>
                  </a:lnTo>
                  <a:lnTo>
                    <a:pt x="548469" y="985649"/>
                  </a:lnTo>
                  <a:lnTo>
                    <a:pt x="569513" y="986109"/>
                  </a:lnTo>
                  <a:lnTo>
                    <a:pt x="606546" y="987009"/>
                  </a:lnTo>
                  <a:lnTo>
                    <a:pt x="660557" y="988481"/>
                  </a:lnTo>
                  <a:lnTo>
                    <a:pt x="730116" y="990619"/>
                  </a:lnTo>
                  <a:lnTo>
                    <a:pt x="811853" y="993473"/>
                  </a:lnTo>
                  <a:lnTo>
                    <a:pt x="901325" y="997055"/>
                  </a:lnTo>
                  <a:lnTo>
                    <a:pt x="993974" y="1001354"/>
                  </a:lnTo>
                  <a:lnTo>
                    <a:pt x="1085878" y="1006352"/>
                  </a:lnTo>
                  <a:lnTo>
                    <a:pt x="1174148" y="1012045"/>
                  </a:lnTo>
                  <a:lnTo>
                    <a:pt x="1257003" y="1018451"/>
                  </a:lnTo>
                  <a:lnTo>
                    <a:pt x="1333630" y="1025619"/>
                  </a:lnTo>
                  <a:lnTo>
                    <a:pt x="1403952" y="1033632"/>
                  </a:lnTo>
                  <a:lnTo>
                    <a:pt x="1468402" y="1042604"/>
                  </a:lnTo>
                  <a:lnTo>
                    <a:pt x="1527718" y="1052676"/>
                  </a:lnTo>
                  <a:lnTo>
                    <a:pt x="1582807" y="1064008"/>
                  </a:lnTo>
                  <a:lnTo>
                    <a:pt x="1634629" y="1076764"/>
                  </a:lnTo>
                  <a:lnTo>
                    <a:pt x="1684111" y="1091084"/>
                  </a:lnTo>
                  <a:lnTo>
                    <a:pt x="1719082" y="1102518"/>
                  </a:lnTo>
                  <a:lnTo>
                    <a:pt x="1769096" y="1120712"/>
                  </a:lnTo>
                  <a:lnTo>
                    <a:pt x="1818625" y="1140784"/>
                  </a:lnTo>
                  <a:lnTo>
                    <a:pt x="1868189" y="1162760"/>
                  </a:lnTo>
                  <a:lnTo>
                    <a:pt x="1918141" y="1186602"/>
                  </a:lnTo>
                  <a:lnTo>
                    <a:pt x="1968687" y="1212195"/>
                  </a:lnTo>
                  <a:lnTo>
                    <a:pt x="2019903" y="1239347"/>
                  </a:lnTo>
                  <a:lnTo>
                    <a:pt x="2071756" y="1267790"/>
                  </a:lnTo>
                  <a:lnTo>
                    <a:pt x="2124118" y="1297185"/>
                  </a:lnTo>
                  <a:lnTo>
                    <a:pt x="2176793" y="1327140"/>
                  </a:lnTo>
                  <a:lnTo>
                    <a:pt x="2229547" y="1357233"/>
                  </a:lnTo>
                  <a:lnTo>
                    <a:pt x="2282133" y="1387029"/>
                  </a:lnTo>
                  <a:lnTo>
                    <a:pt x="2334326" y="1416115"/>
                  </a:lnTo>
                  <a:lnTo>
                    <a:pt x="2385954" y="1444117"/>
                  </a:lnTo>
                  <a:lnTo>
                    <a:pt x="2436921" y="1470721"/>
                  </a:lnTo>
                  <a:lnTo>
                    <a:pt x="2487232" y="1495685"/>
                  </a:lnTo>
                  <a:lnTo>
                    <a:pt x="2537009" y="1518847"/>
                  </a:lnTo>
                  <a:lnTo>
                    <a:pt x="2586512" y="1540120"/>
                  </a:lnTo>
                  <a:lnTo>
                    <a:pt x="2636149" y="1559492"/>
                  </a:lnTo>
                  <a:lnTo>
                    <a:pt x="2667772" y="1570748"/>
                  </a:lnTo>
                  <a:lnTo>
                    <a:pt x="2716072" y="1586252"/>
                  </a:lnTo>
                  <a:lnTo>
                    <a:pt x="2766106" y="1600134"/>
                  </a:lnTo>
                  <a:lnTo>
                    <a:pt x="2818725" y="1612486"/>
                  </a:lnTo>
                  <a:lnTo>
                    <a:pt x="2874874" y="1623458"/>
                  </a:lnTo>
                  <a:lnTo>
                    <a:pt x="2935506" y="1633214"/>
                  </a:lnTo>
                  <a:lnTo>
                    <a:pt x="3001496" y="1641911"/>
                  </a:lnTo>
                  <a:lnTo>
                    <a:pt x="3073515" y="1649684"/>
                  </a:lnTo>
                  <a:lnTo>
                    <a:pt x="3151876" y="1656637"/>
                  </a:lnTo>
                  <a:lnTo>
                    <a:pt x="3236328" y="1662844"/>
                  </a:lnTo>
                  <a:lnTo>
                    <a:pt x="3325812" y="1668347"/>
                  </a:lnTo>
                  <a:lnTo>
                    <a:pt x="3418253" y="1673155"/>
                  </a:lnTo>
                  <a:lnTo>
                    <a:pt x="3510461" y="1677260"/>
                  </a:lnTo>
                  <a:lnTo>
                    <a:pt x="3598284" y="1680644"/>
                  </a:lnTo>
                  <a:lnTo>
                    <a:pt x="3677110" y="1683300"/>
                  </a:lnTo>
                  <a:lnTo>
                    <a:pt x="3742690" y="1685249"/>
                  </a:lnTo>
                  <a:lnTo>
                    <a:pt x="3792109" y="1686554"/>
                  </a:lnTo>
                  <a:lnTo>
                    <a:pt x="3824574" y="1687320"/>
                  </a:lnTo>
                  <a:lnTo>
                    <a:pt x="3841745" y="1687684"/>
                  </a:lnTo>
                  <a:lnTo>
                    <a:pt x="3847613" y="1687796"/>
                  </a:lnTo>
                  <a:lnTo>
                    <a:pt x="3848118" y="1687805"/>
                  </a:lnTo>
                  <a:lnTo>
                    <a:pt x="4386855" y="1687805"/>
                  </a:lnTo>
                  <a:lnTo>
                    <a:pt x="4388106" y="1687751"/>
                  </a:lnTo>
                  <a:lnTo>
                    <a:pt x="4396275" y="1687366"/>
                  </a:lnTo>
                  <a:lnTo>
                    <a:pt x="4416669" y="1686300"/>
                  </a:lnTo>
                  <a:lnTo>
                    <a:pt x="4452623" y="1684208"/>
                  </a:lnTo>
                  <a:lnTo>
                    <a:pt x="4505187" y="1680785"/>
                  </a:lnTo>
                  <a:lnTo>
                    <a:pt x="4573089" y="1675810"/>
                  </a:lnTo>
                  <a:lnTo>
                    <a:pt x="4653164" y="1669156"/>
                  </a:lnTo>
                  <a:lnTo>
                    <a:pt x="4741160" y="1660791"/>
                  </a:lnTo>
                  <a:lnTo>
                    <a:pt x="4832647" y="1650739"/>
                  </a:lnTo>
                  <a:lnTo>
                    <a:pt x="4923751" y="1639040"/>
                  </a:lnTo>
                  <a:lnTo>
                    <a:pt x="5011564" y="1625712"/>
                  </a:lnTo>
                  <a:lnTo>
                    <a:pt x="5094243" y="1610717"/>
                  </a:lnTo>
                  <a:lnTo>
                    <a:pt x="5170892" y="1593952"/>
                  </a:lnTo>
                  <a:lnTo>
                    <a:pt x="5241354" y="1575235"/>
                  </a:lnTo>
                  <a:lnTo>
                    <a:pt x="5305981" y="1554313"/>
                  </a:lnTo>
                  <a:lnTo>
                    <a:pt x="5365454" y="1530868"/>
                  </a:lnTo>
                  <a:lnTo>
                    <a:pt x="5420627" y="1504532"/>
                  </a:lnTo>
                  <a:lnTo>
                    <a:pt x="5472426" y="1474922"/>
                  </a:lnTo>
                  <a:lnTo>
                    <a:pt x="5521761" y="1441696"/>
                  </a:lnTo>
                  <a:lnTo>
                    <a:pt x="5567201" y="1406504"/>
                  </a:lnTo>
                  <a:lnTo>
                    <a:pt x="5609651" y="1369723"/>
                  </a:lnTo>
                  <a:lnTo>
                    <a:pt x="5651687" y="1329711"/>
                  </a:lnTo>
                  <a:lnTo>
                    <a:pt x="5693652" y="1286409"/>
                  </a:lnTo>
                  <a:lnTo>
                    <a:pt x="5735796" y="1239836"/>
                  </a:lnTo>
                  <a:lnTo>
                    <a:pt x="5778291" y="1190099"/>
                  </a:lnTo>
                  <a:lnTo>
                    <a:pt x="5821236" y="1137401"/>
                  </a:lnTo>
                  <a:lnTo>
                    <a:pt x="5864666" y="1082041"/>
                  </a:lnTo>
                  <a:lnTo>
                    <a:pt x="5908558" y="1024416"/>
                  </a:lnTo>
                  <a:lnTo>
                    <a:pt x="5952843" y="965008"/>
                  </a:lnTo>
                  <a:lnTo>
                    <a:pt x="5997410" y="904370"/>
                  </a:lnTo>
                  <a:lnTo>
                    <a:pt x="6042125" y="843109"/>
                  </a:lnTo>
                  <a:lnTo>
                    <a:pt x="6086837" y="781856"/>
                  </a:lnTo>
                  <a:lnTo>
                    <a:pt x="6131399" y="721243"/>
                  </a:lnTo>
                  <a:lnTo>
                    <a:pt x="6175675" y="661874"/>
                  </a:lnTo>
                  <a:lnTo>
                    <a:pt x="6219556" y="604301"/>
                  </a:lnTo>
                  <a:lnTo>
                    <a:pt x="6262973" y="549006"/>
                  </a:lnTo>
                  <a:lnTo>
                    <a:pt x="6305905" y="496381"/>
                  </a:lnTo>
                  <a:lnTo>
                    <a:pt x="6348390" y="446723"/>
                  </a:lnTo>
                  <a:lnTo>
                    <a:pt x="6390527" y="400234"/>
                  </a:lnTo>
                  <a:lnTo>
                    <a:pt x="6432490" y="357018"/>
                  </a:lnTo>
                  <a:lnTo>
                    <a:pt x="6474532" y="317091"/>
                  </a:lnTo>
                  <a:lnTo>
                    <a:pt x="6515891" y="281300"/>
                  </a:lnTo>
                  <a:lnTo>
                    <a:pt x="6563637" y="244441"/>
                  </a:lnTo>
                  <a:lnTo>
                    <a:pt x="6613069" y="211394"/>
                  </a:lnTo>
                  <a:lnTo>
                    <a:pt x="6665008" y="181948"/>
                  </a:lnTo>
                  <a:lnTo>
                    <a:pt x="6720365" y="155758"/>
                  </a:lnTo>
                  <a:lnTo>
                    <a:pt x="6780064" y="132441"/>
                  </a:lnTo>
                  <a:lnTo>
                    <a:pt x="6844956" y="111631"/>
                  </a:lnTo>
                  <a:lnTo>
                    <a:pt x="6915707" y="93012"/>
                  </a:lnTo>
                  <a:lnTo>
                    <a:pt x="6992653" y="76335"/>
                  </a:lnTo>
                  <a:lnTo>
                    <a:pt x="7075603" y="61421"/>
                  </a:lnTo>
                  <a:lnTo>
                    <a:pt x="7163623" y="48170"/>
                  </a:lnTo>
                  <a:lnTo>
                    <a:pt x="7254819" y="36550"/>
                  </a:lnTo>
                  <a:lnTo>
                    <a:pt x="7346234" y="26577"/>
                  </a:lnTo>
                  <a:lnTo>
                    <a:pt x="7433955" y="18293"/>
                  </a:lnTo>
                  <a:lnTo>
                    <a:pt x="7513543" y="11720"/>
                  </a:lnTo>
                  <a:lnTo>
                    <a:pt x="7580774" y="6822"/>
                  </a:lnTo>
                  <a:lnTo>
                    <a:pt x="7632558" y="3469"/>
                  </a:lnTo>
                  <a:lnTo>
                    <a:pt x="7667729" y="1434"/>
                  </a:lnTo>
                  <a:lnTo>
                    <a:pt x="7687448" y="408"/>
                  </a:lnTo>
                  <a:lnTo>
                    <a:pt x="7695154" y="4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546595" y="3445501"/>
              <a:ext cx="8234974" cy="1687805"/>
            </a:xfrm>
            <a:custGeom>
              <a:avLst/>
              <a:pathLst>
                <a:path w="8234974" h="1687805">
                  <a:moveTo>
                    <a:pt x="8234974" y="0"/>
                  </a:moveTo>
                  <a:lnTo>
                    <a:pt x="7696237" y="0"/>
                  </a:lnTo>
                  <a:lnTo>
                    <a:pt x="7694986" y="53"/>
                  </a:lnTo>
                  <a:lnTo>
                    <a:pt x="7686817" y="439"/>
                  </a:lnTo>
                  <a:lnTo>
                    <a:pt x="7666423" y="1505"/>
                  </a:lnTo>
                  <a:lnTo>
                    <a:pt x="7630469" y="3597"/>
                  </a:lnTo>
                  <a:lnTo>
                    <a:pt x="7577906" y="7019"/>
                  </a:lnTo>
                  <a:lnTo>
                    <a:pt x="7510004" y="11995"/>
                  </a:lnTo>
                  <a:lnTo>
                    <a:pt x="7429928" y="18648"/>
                  </a:lnTo>
                  <a:lnTo>
                    <a:pt x="7341932" y="27013"/>
                  </a:lnTo>
                  <a:lnTo>
                    <a:pt x="7250445" y="37066"/>
                  </a:lnTo>
                  <a:lnTo>
                    <a:pt x="7159342" y="48764"/>
                  </a:lnTo>
                  <a:lnTo>
                    <a:pt x="7071529" y="62093"/>
                  </a:lnTo>
                  <a:lnTo>
                    <a:pt x="6988850" y="77087"/>
                  </a:lnTo>
                  <a:lnTo>
                    <a:pt x="6912200" y="93853"/>
                  </a:lnTo>
                  <a:lnTo>
                    <a:pt x="6841739" y="112570"/>
                  </a:lnTo>
                  <a:lnTo>
                    <a:pt x="6777111" y="133491"/>
                  </a:lnTo>
                  <a:lnTo>
                    <a:pt x="6717639" y="156936"/>
                  </a:lnTo>
                  <a:lnTo>
                    <a:pt x="6662466" y="183272"/>
                  </a:lnTo>
                  <a:lnTo>
                    <a:pt x="6610667" y="212883"/>
                  </a:lnTo>
                  <a:lnTo>
                    <a:pt x="6561332" y="246109"/>
                  </a:lnTo>
                  <a:lnTo>
                    <a:pt x="6515891" y="281300"/>
                  </a:lnTo>
                  <a:lnTo>
                    <a:pt x="6473441" y="318082"/>
                  </a:lnTo>
                  <a:lnTo>
                    <a:pt x="6431405" y="358094"/>
                  </a:lnTo>
                  <a:lnTo>
                    <a:pt x="6389440" y="401395"/>
                  </a:lnTo>
                  <a:lnTo>
                    <a:pt x="6347296" y="447968"/>
                  </a:lnTo>
                  <a:lnTo>
                    <a:pt x="6304801" y="497705"/>
                  </a:lnTo>
                  <a:lnTo>
                    <a:pt x="6261856" y="550404"/>
                  </a:lnTo>
                  <a:lnTo>
                    <a:pt x="6218427" y="605763"/>
                  </a:lnTo>
                  <a:lnTo>
                    <a:pt x="6174534" y="663388"/>
                  </a:lnTo>
                  <a:lnTo>
                    <a:pt x="6130250" y="722797"/>
                  </a:lnTo>
                  <a:lnTo>
                    <a:pt x="6085682" y="783434"/>
                  </a:lnTo>
                  <a:lnTo>
                    <a:pt x="6040968" y="844696"/>
                  </a:lnTo>
                  <a:lnTo>
                    <a:pt x="5996255" y="905949"/>
                  </a:lnTo>
                  <a:lnTo>
                    <a:pt x="5951693" y="966562"/>
                  </a:lnTo>
                  <a:lnTo>
                    <a:pt x="5907418" y="1025931"/>
                  </a:lnTo>
                  <a:lnTo>
                    <a:pt x="5863537" y="1083503"/>
                  </a:lnTo>
                  <a:lnTo>
                    <a:pt x="5820120" y="1138799"/>
                  </a:lnTo>
                  <a:lnTo>
                    <a:pt x="5777187" y="1191424"/>
                  </a:lnTo>
                  <a:lnTo>
                    <a:pt x="5734703" y="1241081"/>
                  </a:lnTo>
                  <a:lnTo>
                    <a:pt x="5692565" y="1287570"/>
                  </a:lnTo>
                  <a:lnTo>
                    <a:pt x="5650602" y="1330787"/>
                  </a:lnTo>
                  <a:lnTo>
                    <a:pt x="5608560" y="1370714"/>
                  </a:lnTo>
                  <a:lnTo>
                    <a:pt x="5567201" y="1406504"/>
                  </a:lnTo>
                  <a:lnTo>
                    <a:pt x="5519456" y="1443363"/>
                  </a:lnTo>
                  <a:lnTo>
                    <a:pt x="5470023" y="1476411"/>
                  </a:lnTo>
                  <a:lnTo>
                    <a:pt x="5418085" y="1505857"/>
                  </a:lnTo>
                  <a:lnTo>
                    <a:pt x="5362728" y="1532047"/>
                  </a:lnTo>
                  <a:lnTo>
                    <a:pt x="5303028" y="1555364"/>
                  </a:lnTo>
                  <a:lnTo>
                    <a:pt x="5238136" y="1576174"/>
                  </a:lnTo>
                  <a:lnTo>
                    <a:pt x="5167385" y="1594792"/>
                  </a:lnTo>
                  <a:lnTo>
                    <a:pt x="5090440" y="1611470"/>
                  </a:lnTo>
                  <a:lnTo>
                    <a:pt x="5007489" y="1626383"/>
                  </a:lnTo>
                  <a:lnTo>
                    <a:pt x="4919470" y="1639634"/>
                  </a:lnTo>
                  <a:lnTo>
                    <a:pt x="4828274" y="1651255"/>
                  </a:lnTo>
                  <a:lnTo>
                    <a:pt x="4736859" y="1661228"/>
                  </a:lnTo>
                  <a:lnTo>
                    <a:pt x="4649137" y="1669512"/>
                  </a:lnTo>
                  <a:lnTo>
                    <a:pt x="4569550" y="1676084"/>
                  </a:lnTo>
                  <a:lnTo>
                    <a:pt x="4502318" y="1680982"/>
                  </a:lnTo>
                  <a:lnTo>
                    <a:pt x="4450534" y="1684335"/>
                  </a:lnTo>
                  <a:lnTo>
                    <a:pt x="4415364" y="1686371"/>
                  </a:lnTo>
                  <a:lnTo>
                    <a:pt x="4395644" y="1687397"/>
                  </a:lnTo>
                  <a:lnTo>
                    <a:pt x="4387939" y="1687759"/>
                  </a:lnTo>
                  <a:lnTo>
                    <a:pt x="4386855" y="1687805"/>
                  </a:lnTo>
                  <a:lnTo>
                    <a:pt x="3848118" y="1687805"/>
                  </a:lnTo>
                  <a:lnTo>
                    <a:pt x="3846825" y="1687782"/>
                  </a:lnTo>
                  <a:lnTo>
                    <a:pt x="3838385" y="1687616"/>
                  </a:lnTo>
                  <a:lnTo>
                    <a:pt x="3817342" y="1687157"/>
                  </a:lnTo>
                  <a:lnTo>
                    <a:pt x="3780308" y="1686256"/>
                  </a:lnTo>
                  <a:lnTo>
                    <a:pt x="3726297" y="1684784"/>
                  </a:lnTo>
                  <a:lnTo>
                    <a:pt x="3656738" y="1682646"/>
                  </a:lnTo>
                  <a:lnTo>
                    <a:pt x="3575001" y="1679793"/>
                  </a:lnTo>
                  <a:lnTo>
                    <a:pt x="3485529" y="1676210"/>
                  </a:lnTo>
                  <a:lnTo>
                    <a:pt x="3392880" y="1671911"/>
                  </a:lnTo>
                  <a:lnTo>
                    <a:pt x="3300977" y="1666913"/>
                  </a:lnTo>
                  <a:lnTo>
                    <a:pt x="3212707" y="1661221"/>
                  </a:lnTo>
                  <a:lnTo>
                    <a:pt x="3129852" y="1654815"/>
                  </a:lnTo>
                  <a:lnTo>
                    <a:pt x="3053225" y="1647646"/>
                  </a:lnTo>
                  <a:lnTo>
                    <a:pt x="2982902" y="1639633"/>
                  </a:lnTo>
                  <a:lnTo>
                    <a:pt x="2918453" y="1630661"/>
                  </a:lnTo>
                  <a:lnTo>
                    <a:pt x="2859136" y="1620590"/>
                  </a:lnTo>
                  <a:lnTo>
                    <a:pt x="2804048" y="1609257"/>
                  </a:lnTo>
                  <a:lnTo>
                    <a:pt x="2752226" y="1596501"/>
                  </a:lnTo>
                  <a:lnTo>
                    <a:pt x="2702743" y="1582181"/>
                  </a:lnTo>
                  <a:lnTo>
                    <a:pt x="2667772" y="1570748"/>
                  </a:lnTo>
                  <a:lnTo>
                    <a:pt x="2617759" y="1552554"/>
                  </a:lnTo>
                  <a:lnTo>
                    <a:pt x="2568230" y="1532482"/>
                  </a:lnTo>
                  <a:lnTo>
                    <a:pt x="2518665" y="1510505"/>
                  </a:lnTo>
                  <a:lnTo>
                    <a:pt x="2468713" y="1486663"/>
                  </a:lnTo>
                  <a:lnTo>
                    <a:pt x="2418167" y="1461070"/>
                  </a:lnTo>
                  <a:lnTo>
                    <a:pt x="2366951" y="1433918"/>
                  </a:lnTo>
                  <a:lnTo>
                    <a:pt x="2315099" y="1405476"/>
                  </a:lnTo>
                  <a:lnTo>
                    <a:pt x="2262737" y="1376081"/>
                  </a:lnTo>
                  <a:lnTo>
                    <a:pt x="2210061" y="1346125"/>
                  </a:lnTo>
                  <a:lnTo>
                    <a:pt x="2157307" y="1316033"/>
                  </a:lnTo>
                  <a:lnTo>
                    <a:pt x="2104722" y="1286236"/>
                  </a:lnTo>
                  <a:lnTo>
                    <a:pt x="2052528" y="1257150"/>
                  </a:lnTo>
                  <a:lnTo>
                    <a:pt x="2000901" y="1229148"/>
                  </a:lnTo>
                  <a:lnTo>
                    <a:pt x="1949934" y="1202545"/>
                  </a:lnTo>
                  <a:lnTo>
                    <a:pt x="1899623" y="1177580"/>
                  </a:lnTo>
                  <a:lnTo>
                    <a:pt x="1849845" y="1154419"/>
                  </a:lnTo>
                  <a:lnTo>
                    <a:pt x="1800343" y="1133145"/>
                  </a:lnTo>
                  <a:lnTo>
                    <a:pt x="1750706" y="1113773"/>
                  </a:lnTo>
                  <a:lnTo>
                    <a:pt x="1719082" y="1102518"/>
                  </a:lnTo>
                  <a:lnTo>
                    <a:pt x="1670783" y="1087013"/>
                  </a:lnTo>
                  <a:lnTo>
                    <a:pt x="1620748" y="1073131"/>
                  </a:lnTo>
                  <a:lnTo>
                    <a:pt x="1568130" y="1060779"/>
                  </a:lnTo>
                  <a:lnTo>
                    <a:pt x="1511981" y="1049807"/>
                  </a:lnTo>
                  <a:lnTo>
                    <a:pt x="1451348" y="1040051"/>
                  </a:lnTo>
                  <a:lnTo>
                    <a:pt x="1385359" y="1031354"/>
                  </a:lnTo>
                  <a:lnTo>
                    <a:pt x="1313340" y="1023582"/>
                  </a:lnTo>
                  <a:lnTo>
                    <a:pt x="1234978" y="1016628"/>
                  </a:lnTo>
                  <a:lnTo>
                    <a:pt x="1150527" y="1010421"/>
                  </a:lnTo>
                  <a:lnTo>
                    <a:pt x="1061043" y="1004919"/>
                  </a:lnTo>
                  <a:lnTo>
                    <a:pt x="968602" y="1000110"/>
                  </a:lnTo>
                  <a:lnTo>
                    <a:pt x="876394" y="996005"/>
                  </a:lnTo>
                  <a:lnTo>
                    <a:pt x="788570" y="992621"/>
                  </a:lnTo>
                  <a:lnTo>
                    <a:pt x="709745" y="989966"/>
                  </a:lnTo>
                  <a:lnTo>
                    <a:pt x="644165" y="988017"/>
                  </a:lnTo>
                  <a:lnTo>
                    <a:pt x="594745" y="986712"/>
                  </a:lnTo>
                  <a:lnTo>
                    <a:pt x="562281" y="985945"/>
                  </a:lnTo>
                  <a:lnTo>
                    <a:pt x="545109" y="985581"/>
                  </a:lnTo>
                  <a:lnTo>
                    <a:pt x="539241" y="985469"/>
                  </a:lnTo>
                  <a:lnTo>
                    <a:pt x="538736" y="985460"/>
                  </a:lnTo>
                  <a:lnTo>
                    <a:pt x="0" y="9854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5" name="pg1235"/>
            <p:cNvSpPr/>
            <p:nvPr/>
          </p:nvSpPr>
          <p:spPr>
            <a:xfrm>
              <a:off x="546595" y="3891953"/>
              <a:ext cx="8234974" cy="1252242"/>
            </a:xfrm>
            <a:custGeom>
              <a:avLst/>
              <a:pathLst>
                <a:path w="8234974" h="1252242">
                  <a:moveTo>
                    <a:pt x="0" y="549897"/>
                  </a:moveTo>
                  <a:lnTo>
                    <a:pt x="538736" y="549897"/>
                  </a:lnTo>
                  <a:lnTo>
                    <a:pt x="540030" y="549921"/>
                  </a:lnTo>
                  <a:lnTo>
                    <a:pt x="548469" y="550087"/>
                  </a:lnTo>
                  <a:lnTo>
                    <a:pt x="569513" y="550546"/>
                  </a:lnTo>
                  <a:lnTo>
                    <a:pt x="606546" y="551447"/>
                  </a:lnTo>
                  <a:lnTo>
                    <a:pt x="660557" y="552919"/>
                  </a:lnTo>
                  <a:lnTo>
                    <a:pt x="730116" y="555056"/>
                  </a:lnTo>
                  <a:lnTo>
                    <a:pt x="811853" y="557910"/>
                  </a:lnTo>
                  <a:lnTo>
                    <a:pt x="901325" y="561492"/>
                  </a:lnTo>
                  <a:lnTo>
                    <a:pt x="993974" y="565791"/>
                  </a:lnTo>
                  <a:lnTo>
                    <a:pt x="1085878" y="570789"/>
                  </a:lnTo>
                  <a:lnTo>
                    <a:pt x="1174148" y="576482"/>
                  </a:lnTo>
                  <a:lnTo>
                    <a:pt x="1257003" y="582888"/>
                  </a:lnTo>
                  <a:lnTo>
                    <a:pt x="1333630" y="590056"/>
                  </a:lnTo>
                  <a:lnTo>
                    <a:pt x="1403952" y="598069"/>
                  </a:lnTo>
                  <a:lnTo>
                    <a:pt x="1468402" y="607041"/>
                  </a:lnTo>
                  <a:lnTo>
                    <a:pt x="1527718" y="617113"/>
                  </a:lnTo>
                  <a:lnTo>
                    <a:pt x="1582807" y="628445"/>
                  </a:lnTo>
                  <a:lnTo>
                    <a:pt x="1634629" y="641202"/>
                  </a:lnTo>
                  <a:lnTo>
                    <a:pt x="1684111" y="655522"/>
                  </a:lnTo>
                  <a:lnTo>
                    <a:pt x="1719082" y="666955"/>
                  </a:lnTo>
                  <a:lnTo>
                    <a:pt x="1769096" y="685149"/>
                  </a:lnTo>
                  <a:lnTo>
                    <a:pt x="1818625" y="705221"/>
                  </a:lnTo>
                  <a:lnTo>
                    <a:pt x="1868189" y="727197"/>
                  </a:lnTo>
                  <a:lnTo>
                    <a:pt x="1918141" y="751039"/>
                  </a:lnTo>
                  <a:lnTo>
                    <a:pt x="1968687" y="776632"/>
                  </a:lnTo>
                  <a:lnTo>
                    <a:pt x="2019903" y="803785"/>
                  </a:lnTo>
                  <a:lnTo>
                    <a:pt x="2071756" y="832227"/>
                  </a:lnTo>
                  <a:lnTo>
                    <a:pt x="2124118" y="861622"/>
                  </a:lnTo>
                  <a:lnTo>
                    <a:pt x="2176793" y="891578"/>
                  </a:lnTo>
                  <a:lnTo>
                    <a:pt x="2229547" y="921670"/>
                  </a:lnTo>
                  <a:lnTo>
                    <a:pt x="2282133" y="951467"/>
                  </a:lnTo>
                  <a:lnTo>
                    <a:pt x="2334326" y="980553"/>
                  </a:lnTo>
                  <a:lnTo>
                    <a:pt x="2385954" y="1008554"/>
                  </a:lnTo>
                  <a:lnTo>
                    <a:pt x="2436921" y="1035158"/>
                  </a:lnTo>
                  <a:lnTo>
                    <a:pt x="2487232" y="1060122"/>
                  </a:lnTo>
                  <a:lnTo>
                    <a:pt x="2537009" y="1083284"/>
                  </a:lnTo>
                  <a:lnTo>
                    <a:pt x="2586512" y="1104557"/>
                  </a:lnTo>
                  <a:lnTo>
                    <a:pt x="2636149" y="1123929"/>
                  </a:lnTo>
                  <a:lnTo>
                    <a:pt x="2667772" y="1135185"/>
                  </a:lnTo>
                  <a:lnTo>
                    <a:pt x="2716072" y="1150689"/>
                  </a:lnTo>
                  <a:lnTo>
                    <a:pt x="2766106" y="1164571"/>
                  </a:lnTo>
                  <a:lnTo>
                    <a:pt x="2818725" y="1176924"/>
                  </a:lnTo>
                  <a:lnTo>
                    <a:pt x="2874874" y="1187895"/>
                  </a:lnTo>
                  <a:lnTo>
                    <a:pt x="2935506" y="1197651"/>
                  </a:lnTo>
                  <a:lnTo>
                    <a:pt x="3001496" y="1206348"/>
                  </a:lnTo>
                  <a:lnTo>
                    <a:pt x="3073515" y="1214121"/>
                  </a:lnTo>
                  <a:lnTo>
                    <a:pt x="3151876" y="1221074"/>
                  </a:lnTo>
                  <a:lnTo>
                    <a:pt x="3236328" y="1227282"/>
                  </a:lnTo>
                  <a:lnTo>
                    <a:pt x="3325812" y="1232784"/>
                  </a:lnTo>
                  <a:lnTo>
                    <a:pt x="3418253" y="1237593"/>
                  </a:lnTo>
                  <a:lnTo>
                    <a:pt x="3510461" y="1241698"/>
                  </a:lnTo>
                  <a:lnTo>
                    <a:pt x="3598284" y="1245081"/>
                  </a:lnTo>
                  <a:lnTo>
                    <a:pt x="3677110" y="1247737"/>
                  </a:lnTo>
                  <a:lnTo>
                    <a:pt x="3742690" y="1249686"/>
                  </a:lnTo>
                  <a:lnTo>
                    <a:pt x="3792109" y="1250991"/>
                  </a:lnTo>
                  <a:lnTo>
                    <a:pt x="3824574" y="1251757"/>
                  </a:lnTo>
                  <a:lnTo>
                    <a:pt x="3841745" y="1252121"/>
                  </a:lnTo>
                  <a:lnTo>
                    <a:pt x="3847613" y="1252233"/>
                  </a:lnTo>
                  <a:lnTo>
                    <a:pt x="3848118" y="1252242"/>
                  </a:lnTo>
                  <a:lnTo>
                    <a:pt x="4386855" y="1252242"/>
                  </a:lnTo>
                  <a:lnTo>
                    <a:pt x="4388129" y="1252202"/>
                  </a:lnTo>
                  <a:lnTo>
                    <a:pt x="4396444" y="1251912"/>
                  </a:lnTo>
                  <a:lnTo>
                    <a:pt x="4417189" y="1251109"/>
                  </a:lnTo>
                  <a:lnTo>
                    <a:pt x="4453726" y="1249535"/>
                  </a:lnTo>
                  <a:lnTo>
                    <a:pt x="4507073" y="1246961"/>
                  </a:lnTo>
                  <a:lnTo>
                    <a:pt x="4575873" y="1243221"/>
                  </a:lnTo>
                  <a:lnTo>
                    <a:pt x="4656851" y="1238224"/>
                  </a:lnTo>
                  <a:lnTo>
                    <a:pt x="4745650" y="1231948"/>
                  </a:lnTo>
                  <a:lnTo>
                    <a:pt x="4837772" y="1224411"/>
                  </a:lnTo>
                  <a:lnTo>
                    <a:pt x="4929314" y="1215644"/>
                  </a:lnTo>
                  <a:lnTo>
                    <a:pt x="5017379" y="1205658"/>
                  </a:lnTo>
                  <a:lnTo>
                    <a:pt x="5100158" y="1194422"/>
                  </a:lnTo>
                  <a:lnTo>
                    <a:pt x="5176798" y="1181853"/>
                  </a:lnTo>
                  <a:lnTo>
                    <a:pt x="5247185" y="1167812"/>
                  </a:lnTo>
                  <a:lnTo>
                    <a:pt x="5311716" y="1152103"/>
                  </a:lnTo>
                  <a:lnTo>
                    <a:pt x="5371103" y="1134482"/>
                  </a:lnTo>
                  <a:lnTo>
                    <a:pt x="5426229" y="1114671"/>
                  </a:lnTo>
                  <a:lnTo>
                    <a:pt x="5478037" y="1092381"/>
                  </a:lnTo>
                  <a:lnTo>
                    <a:pt x="5527449" y="1067364"/>
                  </a:lnTo>
                  <a:lnTo>
                    <a:pt x="5567201" y="1044443"/>
                  </a:lnTo>
                  <a:lnTo>
                    <a:pt x="5613033" y="1014990"/>
                  </a:lnTo>
                  <a:lnTo>
                    <a:pt x="5658417" y="982747"/>
                  </a:lnTo>
                  <a:lnTo>
                    <a:pt x="5703769" y="947668"/>
                  </a:lnTo>
                  <a:lnTo>
                    <a:pt x="5749386" y="909784"/>
                  </a:lnTo>
                  <a:lnTo>
                    <a:pt x="5795457" y="869222"/>
                  </a:lnTo>
                  <a:lnTo>
                    <a:pt x="5842077" y="826201"/>
                  </a:lnTo>
                  <a:lnTo>
                    <a:pt x="5889257" y="781042"/>
                  </a:lnTo>
                  <a:lnTo>
                    <a:pt x="5936936" y="734157"/>
                  </a:lnTo>
                  <a:lnTo>
                    <a:pt x="5984995" y="686035"/>
                  </a:lnTo>
                  <a:lnTo>
                    <a:pt x="6033271" y="637227"/>
                  </a:lnTo>
                  <a:lnTo>
                    <a:pt x="6081580" y="588318"/>
                  </a:lnTo>
                  <a:lnTo>
                    <a:pt x="6129734" y="539897"/>
                  </a:lnTo>
                  <a:lnTo>
                    <a:pt x="6177559" y="492529"/>
                  </a:lnTo>
                  <a:lnTo>
                    <a:pt x="6224920" y="446728"/>
                  </a:lnTo>
                  <a:lnTo>
                    <a:pt x="6271734" y="402935"/>
                  </a:lnTo>
                  <a:lnTo>
                    <a:pt x="6317987" y="361501"/>
                  </a:lnTo>
                  <a:lnTo>
                    <a:pt x="6363743" y="322681"/>
                  </a:lnTo>
                  <a:lnTo>
                    <a:pt x="6409158" y="286633"/>
                  </a:lnTo>
                  <a:lnTo>
                    <a:pt x="6454491" y="253420"/>
                  </a:lnTo>
                  <a:lnTo>
                    <a:pt x="6500114" y="223022"/>
                  </a:lnTo>
                  <a:lnTo>
                    <a:pt x="6515891" y="213244"/>
                  </a:lnTo>
                  <a:lnTo>
                    <a:pt x="6563937" y="185856"/>
                  </a:lnTo>
                  <a:lnTo>
                    <a:pt x="6613696" y="161317"/>
                  </a:lnTo>
                  <a:lnTo>
                    <a:pt x="6666003" y="139470"/>
                  </a:lnTo>
                  <a:lnTo>
                    <a:pt x="6721789" y="120053"/>
                  </a:lnTo>
                  <a:lnTo>
                    <a:pt x="6781994" y="102777"/>
                  </a:lnTo>
                  <a:lnTo>
                    <a:pt x="6847480" y="87368"/>
                  </a:lnTo>
                  <a:lnTo>
                    <a:pt x="6918917" y="73590"/>
                  </a:lnTo>
                  <a:lnTo>
                    <a:pt x="6996629" y="61257"/>
                  </a:lnTo>
                  <a:lnTo>
                    <a:pt x="7080393" y="50239"/>
                  </a:lnTo>
                  <a:lnTo>
                    <a:pt x="7169209" y="40461"/>
                  </a:lnTo>
                  <a:lnTo>
                    <a:pt x="7261085" y="31903"/>
                  </a:lnTo>
                  <a:lnTo>
                    <a:pt x="7352939" y="24578"/>
                  </a:lnTo>
                  <a:lnTo>
                    <a:pt x="7440730" y="18519"/>
                  </a:lnTo>
                  <a:lnTo>
                    <a:pt x="7519922" y="13740"/>
                  </a:lnTo>
                  <a:lnTo>
                    <a:pt x="7586275" y="10208"/>
                  </a:lnTo>
                  <a:lnTo>
                    <a:pt x="7636788" y="7818"/>
                  </a:lnTo>
                  <a:lnTo>
                    <a:pt x="7670493" y="6393"/>
                  </a:lnTo>
                  <a:lnTo>
                    <a:pt x="7688820" y="5696"/>
                  </a:lnTo>
                  <a:lnTo>
                    <a:pt x="7695503" y="546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3" y="40"/>
                  </a:lnTo>
                  <a:lnTo>
                    <a:pt x="7686648" y="330"/>
                  </a:lnTo>
                  <a:lnTo>
                    <a:pt x="7665903" y="1133"/>
                  </a:lnTo>
                  <a:lnTo>
                    <a:pt x="7629366" y="2707"/>
                  </a:lnTo>
                  <a:lnTo>
                    <a:pt x="7576019" y="5281"/>
                  </a:lnTo>
                  <a:lnTo>
                    <a:pt x="7507219" y="9021"/>
                  </a:lnTo>
                  <a:lnTo>
                    <a:pt x="7426242" y="14017"/>
                  </a:lnTo>
                  <a:lnTo>
                    <a:pt x="7337442" y="20294"/>
                  </a:lnTo>
                  <a:lnTo>
                    <a:pt x="7245321" y="27831"/>
                  </a:lnTo>
                  <a:lnTo>
                    <a:pt x="7153779" y="36598"/>
                  </a:lnTo>
                  <a:lnTo>
                    <a:pt x="7065713" y="46584"/>
                  </a:lnTo>
                  <a:lnTo>
                    <a:pt x="6982935" y="57820"/>
                  </a:lnTo>
                  <a:lnTo>
                    <a:pt x="6906295" y="70389"/>
                  </a:lnTo>
                  <a:lnTo>
                    <a:pt x="6835907" y="84430"/>
                  </a:lnTo>
                  <a:lnTo>
                    <a:pt x="6771376" y="100139"/>
                  </a:lnTo>
                  <a:lnTo>
                    <a:pt x="6711989" y="117760"/>
                  </a:lnTo>
                  <a:lnTo>
                    <a:pt x="6656864" y="137571"/>
                  </a:lnTo>
                  <a:lnTo>
                    <a:pt x="6605056" y="159861"/>
                  </a:lnTo>
                  <a:lnTo>
                    <a:pt x="6555644" y="184878"/>
                  </a:lnTo>
                  <a:lnTo>
                    <a:pt x="6515891" y="207799"/>
                  </a:lnTo>
                  <a:lnTo>
                    <a:pt x="6470060" y="237252"/>
                  </a:lnTo>
                  <a:lnTo>
                    <a:pt x="6424676" y="269495"/>
                  </a:lnTo>
                  <a:lnTo>
                    <a:pt x="6379323" y="304574"/>
                  </a:lnTo>
                  <a:lnTo>
                    <a:pt x="6333706" y="342458"/>
                  </a:lnTo>
                  <a:lnTo>
                    <a:pt x="6287635" y="383020"/>
                  </a:lnTo>
                  <a:lnTo>
                    <a:pt x="6241016" y="426040"/>
                  </a:lnTo>
                  <a:lnTo>
                    <a:pt x="6193836" y="471199"/>
                  </a:lnTo>
                  <a:lnTo>
                    <a:pt x="6146157" y="518085"/>
                  </a:lnTo>
                  <a:lnTo>
                    <a:pt x="6098098" y="566207"/>
                  </a:lnTo>
                  <a:lnTo>
                    <a:pt x="6049821" y="615015"/>
                  </a:lnTo>
                  <a:lnTo>
                    <a:pt x="6001512" y="663924"/>
                  </a:lnTo>
                  <a:lnTo>
                    <a:pt x="5953359" y="712345"/>
                  </a:lnTo>
                  <a:lnTo>
                    <a:pt x="5905534" y="759713"/>
                  </a:lnTo>
                  <a:lnTo>
                    <a:pt x="5858173" y="805514"/>
                  </a:lnTo>
                  <a:lnTo>
                    <a:pt x="5811359" y="849307"/>
                  </a:lnTo>
                  <a:lnTo>
                    <a:pt x="5765106" y="890741"/>
                  </a:lnTo>
                  <a:lnTo>
                    <a:pt x="5719350" y="929561"/>
                  </a:lnTo>
                  <a:lnTo>
                    <a:pt x="5673934" y="965609"/>
                  </a:lnTo>
                  <a:lnTo>
                    <a:pt x="5628602" y="998822"/>
                  </a:lnTo>
                  <a:lnTo>
                    <a:pt x="5582979" y="1029220"/>
                  </a:lnTo>
                  <a:lnTo>
                    <a:pt x="5567201" y="1038998"/>
                  </a:lnTo>
                  <a:lnTo>
                    <a:pt x="5519155" y="1066386"/>
                  </a:lnTo>
                  <a:lnTo>
                    <a:pt x="5469396" y="1090925"/>
                  </a:lnTo>
                  <a:lnTo>
                    <a:pt x="5417089" y="1112772"/>
                  </a:lnTo>
                  <a:lnTo>
                    <a:pt x="5361303" y="1132189"/>
                  </a:lnTo>
                  <a:lnTo>
                    <a:pt x="5301099" y="1149465"/>
                  </a:lnTo>
                  <a:lnTo>
                    <a:pt x="5235613" y="1164874"/>
                  </a:lnTo>
                  <a:lnTo>
                    <a:pt x="5164176" y="1178652"/>
                  </a:lnTo>
                  <a:lnTo>
                    <a:pt x="5086463" y="1190985"/>
                  </a:lnTo>
                  <a:lnTo>
                    <a:pt x="5002699" y="1202003"/>
                  </a:lnTo>
                  <a:lnTo>
                    <a:pt x="4913884" y="1211781"/>
                  </a:lnTo>
                  <a:lnTo>
                    <a:pt x="4822008" y="1220339"/>
                  </a:lnTo>
                  <a:lnTo>
                    <a:pt x="4730153" y="1227664"/>
                  </a:lnTo>
                  <a:lnTo>
                    <a:pt x="4642362" y="1233723"/>
                  </a:lnTo>
                  <a:lnTo>
                    <a:pt x="4563171" y="1238502"/>
                  </a:lnTo>
                  <a:lnTo>
                    <a:pt x="4496818" y="1242034"/>
                  </a:lnTo>
                  <a:lnTo>
                    <a:pt x="4446304" y="1244424"/>
                  </a:lnTo>
                  <a:lnTo>
                    <a:pt x="4412599" y="1245849"/>
                  </a:lnTo>
                  <a:lnTo>
                    <a:pt x="4394272" y="1246545"/>
                  </a:lnTo>
                  <a:lnTo>
                    <a:pt x="4387590" y="1246775"/>
                  </a:lnTo>
                  <a:lnTo>
                    <a:pt x="4386855" y="1246798"/>
                  </a:lnTo>
                  <a:lnTo>
                    <a:pt x="3848118" y="1246798"/>
                  </a:lnTo>
                  <a:lnTo>
                    <a:pt x="3846825" y="1246775"/>
                  </a:lnTo>
                  <a:lnTo>
                    <a:pt x="3838385" y="1246609"/>
                  </a:lnTo>
                  <a:lnTo>
                    <a:pt x="3817342" y="1246149"/>
                  </a:lnTo>
                  <a:lnTo>
                    <a:pt x="3780308" y="1245249"/>
                  </a:lnTo>
                  <a:lnTo>
                    <a:pt x="3726297" y="1243777"/>
                  </a:lnTo>
                  <a:lnTo>
                    <a:pt x="3656738" y="1241639"/>
                  </a:lnTo>
                  <a:lnTo>
                    <a:pt x="3575001" y="1238785"/>
                  </a:lnTo>
                  <a:lnTo>
                    <a:pt x="3485529" y="1235203"/>
                  </a:lnTo>
                  <a:lnTo>
                    <a:pt x="3392880" y="1230904"/>
                  </a:lnTo>
                  <a:lnTo>
                    <a:pt x="3300977" y="1225906"/>
                  </a:lnTo>
                  <a:lnTo>
                    <a:pt x="3212707" y="1220213"/>
                  </a:lnTo>
                  <a:lnTo>
                    <a:pt x="3129852" y="1213807"/>
                  </a:lnTo>
                  <a:lnTo>
                    <a:pt x="3053225" y="1206639"/>
                  </a:lnTo>
                  <a:lnTo>
                    <a:pt x="2982902" y="1198626"/>
                  </a:lnTo>
                  <a:lnTo>
                    <a:pt x="2918453" y="1189654"/>
                  </a:lnTo>
                  <a:lnTo>
                    <a:pt x="2859136" y="1179582"/>
                  </a:lnTo>
                  <a:lnTo>
                    <a:pt x="2804048" y="1168250"/>
                  </a:lnTo>
                  <a:lnTo>
                    <a:pt x="2752226" y="1155494"/>
                  </a:lnTo>
                  <a:lnTo>
                    <a:pt x="2702743" y="1141174"/>
                  </a:lnTo>
                  <a:lnTo>
                    <a:pt x="2667772" y="1129740"/>
                  </a:lnTo>
                  <a:lnTo>
                    <a:pt x="2617759" y="1111546"/>
                  </a:lnTo>
                  <a:lnTo>
                    <a:pt x="2568230" y="1091474"/>
                  </a:lnTo>
                  <a:lnTo>
                    <a:pt x="2518665" y="1069498"/>
                  </a:lnTo>
                  <a:lnTo>
                    <a:pt x="2468713" y="1045656"/>
                  </a:lnTo>
                  <a:lnTo>
                    <a:pt x="2418167" y="1020063"/>
                  </a:lnTo>
                  <a:lnTo>
                    <a:pt x="2366951" y="992911"/>
                  </a:lnTo>
                  <a:lnTo>
                    <a:pt x="2315099" y="964468"/>
                  </a:lnTo>
                  <a:lnTo>
                    <a:pt x="2262737" y="935073"/>
                  </a:lnTo>
                  <a:lnTo>
                    <a:pt x="2210061" y="905118"/>
                  </a:lnTo>
                  <a:lnTo>
                    <a:pt x="2157307" y="875025"/>
                  </a:lnTo>
                  <a:lnTo>
                    <a:pt x="2104722" y="845229"/>
                  </a:lnTo>
                  <a:lnTo>
                    <a:pt x="2052528" y="816143"/>
                  </a:lnTo>
                  <a:lnTo>
                    <a:pt x="2000901" y="788141"/>
                  </a:lnTo>
                  <a:lnTo>
                    <a:pt x="1949934" y="761537"/>
                  </a:lnTo>
                  <a:lnTo>
                    <a:pt x="1899623" y="736573"/>
                  </a:lnTo>
                  <a:lnTo>
                    <a:pt x="1849845" y="713412"/>
                  </a:lnTo>
                  <a:lnTo>
                    <a:pt x="1800343" y="692138"/>
                  </a:lnTo>
                  <a:lnTo>
                    <a:pt x="1750706" y="672766"/>
                  </a:lnTo>
                  <a:lnTo>
                    <a:pt x="1719082" y="661510"/>
                  </a:lnTo>
                  <a:lnTo>
                    <a:pt x="1670783" y="646006"/>
                  </a:lnTo>
                  <a:lnTo>
                    <a:pt x="1620748" y="632124"/>
                  </a:lnTo>
                  <a:lnTo>
                    <a:pt x="1568130" y="619772"/>
                  </a:lnTo>
                  <a:lnTo>
                    <a:pt x="1511981" y="608800"/>
                  </a:lnTo>
                  <a:lnTo>
                    <a:pt x="1451348" y="599044"/>
                  </a:lnTo>
                  <a:lnTo>
                    <a:pt x="1385359" y="590347"/>
                  </a:lnTo>
                  <a:lnTo>
                    <a:pt x="1313340" y="582575"/>
                  </a:lnTo>
                  <a:lnTo>
                    <a:pt x="1234978" y="575621"/>
                  </a:lnTo>
                  <a:lnTo>
                    <a:pt x="1150527" y="569414"/>
                  </a:lnTo>
                  <a:lnTo>
                    <a:pt x="1061043" y="563911"/>
                  </a:lnTo>
                  <a:lnTo>
                    <a:pt x="968602" y="559103"/>
                  </a:lnTo>
                  <a:lnTo>
                    <a:pt x="876394" y="554998"/>
                  </a:lnTo>
                  <a:lnTo>
                    <a:pt x="788570" y="551614"/>
                  </a:lnTo>
                  <a:lnTo>
                    <a:pt x="709745" y="548958"/>
                  </a:lnTo>
                  <a:lnTo>
                    <a:pt x="644165" y="547009"/>
                  </a:lnTo>
                  <a:lnTo>
                    <a:pt x="594745" y="545704"/>
                  </a:lnTo>
                  <a:lnTo>
                    <a:pt x="562281" y="544938"/>
                  </a:lnTo>
                  <a:lnTo>
                    <a:pt x="545109" y="544574"/>
                  </a:lnTo>
                  <a:lnTo>
                    <a:pt x="539241" y="544462"/>
                  </a:lnTo>
                  <a:lnTo>
                    <a:pt x="538736" y="544453"/>
                  </a:lnTo>
                  <a:lnTo>
                    <a:pt x="0" y="54445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546595" y="3897397"/>
              <a:ext cx="8234974" cy="1246798"/>
            </a:xfrm>
            <a:custGeom>
              <a:avLst/>
              <a:pathLst>
                <a:path w="8234974" h="1246798">
                  <a:moveTo>
                    <a:pt x="0" y="544453"/>
                  </a:moveTo>
                  <a:lnTo>
                    <a:pt x="538736" y="544453"/>
                  </a:lnTo>
                  <a:lnTo>
                    <a:pt x="540030" y="544476"/>
                  </a:lnTo>
                  <a:lnTo>
                    <a:pt x="548469" y="544642"/>
                  </a:lnTo>
                  <a:lnTo>
                    <a:pt x="569513" y="545101"/>
                  </a:lnTo>
                  <a:lnTo>
                    <a:pt x="606546" y="546002"/>
                  </a:lnTo>
                  <a:lnTo>
                    <a:pt x="660557" y="547474"/>
                  </a:lnTo>
                  <a:lnTo>
                    <a:pt x="730116" y="549612"/>
                  </a:lnTo>
                  <a:lnTo>
                    <a:pt x="811853" y="552466"/>
                  </a:lnTo>
                  <a:lnTo>
                    <a:pt x="901325" y="556048"/>
                  </a:lnTo>
                  <a:lnTo>
                    <a:pt x="993974" y="560347"/>
                  </a:lnTo>
                  <a:lnTo>
                    <a:pt x="1085878" y="565345"/>
                  </a:lnTo>
                  <a:lnTo>
                    <a:pt x="1174148" y="571037"/>
                  </a:lnTo>
                  <a:lnTo>
                    <a:pt x="1257003" y="577443"/>
                  </a:lnTo>
                  <a:lnTo>
                    <a:pt x="1333630" y="584612"/>
                  </a:lnTo>
                  <a:lnTo>
                    <a:pt x="1403952" y="592625"/>
                  </a:lnTo>
                  <a:lnTo>
                    <a:pt x="1468402" y="601597"/>
                  </a:lnTo>
                  <a:lnTo>
                    <a:pt x="1527718" y="611668"/>
                  </a:lnTo>
                  <a:lnTo>
                    <a:pt x="1582807" y="623001"/>
                  </a:lnTo>
                  <a:lnTo>
                    <a:pt x="1634629" y="635757"/>
                  </a:lnTo>
                  <a:lnTo>
                    <a:pt x="1684111" y="650077"/>
                  </a:lnTo>
                  <a:lnTo>
                    <a:pt x="1719082" y="661510"/>
                  </a:lnTo>
                  <a:lnTo>
                    <a:pt x="1769096" y="679704"/>
                  </a:lnTo>
                  <a:lnTo>
                    <a:pt x="1818625" y="699776"/>
                  </a:lnTo>
                  <a:lnTo>
                    <a:pt x="1868189" y="721753"/>
                  </a:lnTo>
                  <a:lnTo>
                    <a:pt x="1918141" y="745595"/>
                  </a:lnTo>
                  <a:lnTo>
                    <a:pt x="1968687" y="771188"/>
                  </a:lnTo>
                  <a:lnTo>
                    <a:pt x="2019903" y="798340"/>
                  </a:lnTo>
                  <a:lnTo>
                    <a:pt x="2071756" y="826782"/>
                  </a:lnTo>
                  <a:lnTo>
                    <a:pt x="2124118" y="856177"/>
                  </a:lnTo>
                  <a:lnTo>
                    <a:pt x="2176793" y="886133"/>
                  </a:lnTo>
                  <a:lnTo>
                    <a:pt x="2229547" y="916225"/>
                  </a:lnTo>
                  <a:lnTo>
                    <a:pt x="2282133" y="946022"/>
                  </a:lnTo>
                  <a:lnTo>
                    <a:pt x="2334326" y="975108"/>
                  </a:lnTo>
                  <a:lnTo>
                    <a:pt x="2385954" y="1003110"/>
                  </a:lnTo>
                  <a:lnTo>
                    <a:pt x="2436921" y="1029713"/>
                  </a:lnTo>
                  <a:lnTo>
                    <a:pt x="2487232" y="1054678"/>
                  </a:lnTo>
                  <a:lnTo>
                    <a:pt x="2537009" y="1077839"/>
                  </a:lnTo>
                  <a:lnTo>
                    <a:pt x="2586512" y="1099113"/>
                  </a:lnTo>
                  <a:lnTo>
                    <a:pt x="2636149" y="1118485"/>
                  </a:lnTo>
                  <a:lnTo>
                    <a:pt x="2667772" y="1129740"/>
                  </a:lnTo>
                  <a:lnTo>
                    <a:pt x="2716072" y="1145245"/>
                  </a:lnTo>
                  <a:lnTo>
                    <a:pt x="2766106" y="1159127"/>
                  </a:lnTo>
                  <a:lnTo>
                    <a:pt x="2818725" y="1171479"/>
                  </a:lnTo>
                  <a:lnTo>
                    <a:pt x="2874874" y="1182451"/>
                  </a:lnTo>
                  <a:lnTo>
                    <a:pt x="2935506" y="1192207"/>
                  </a:lnTo>
                  <a:lnTo>
                    <a:pt x="3001496" y="1200904"/>
                  </a:lnTo>
                  <a:lnTo>
                    <a:pt x="3073515" y="1208676"/>
                  </a:lnTo>
                  <a:lnTo>
                    <a:pt x="3151876" y="1215630"/>
                  </a:lnTo>
                  <a:lnTo>
                    <a:pt x="3236328" y="1221837"/>
                  </a:lnTo>
                  <a:lnTo>
                    <a:pt x="3325812" y="1227339"/>
                  </a:lnTo>
                  <a:lnTo>
                    <a:pt x="3418253" y="1232148"/>
                  </a:lnTo>
                  <a:lnTo>
                    <a:pt x="3510461" y="1236253"/>
                  </a:lnTo>
                  <a:lnTo>
                    <a:pt x="3598284" y="1239637"/>
                  </a:lnTo>
                  <a:lnTo>
                    <a:pt x="3677110" y="1242292"/>
                  </a:lnTo>
                  <a:lnTo>
                    <a:pt x="3742690" y="1244241"/>
                  </a:lnTo>
                  <a:lnTo>
                    <a:pt x="3792109" y="1245546"/>
                  </a:lnTo>
                  <a:lnTo>
                    <a:pt x="3824574" y="1246313"/>
                  </a:lnTo>
                  <a:lnTo>
                    <a:pt x="3841745" y="1246677"/>
                  </a:lnTo>
                  <a:lnTo>
                    <a:pt x="3847613" y="1246789"/>
                  </a:lnTo>
                  <a:lnTo>
                    <a:pt x="3848118" y="1246798"/>
                  </a:lnTo>
                  <a:lnTo>
                    <a:pt x="4386855" y="1246798"/>
                  </a:lnTo>
                  <a:lnTo>
                    <a:pt x="4388129" y="1246757"/>
                  </a:lnTo>
                  <a:lnTo>
                    <a:pt x="4396444" y="1246467"/>
                  </a:lnTo>
                  <a:lnTo>
                    <a:pt x="4417189" y="1245665"/>
                  </a:lnTo>
                  <a:lnTo>
                    <a:pt x="4453726" y="1244090"/>
                  </a:lnTo>
                  <a:lnTo>
                    <a:pt x="4507073" y="1241516"/>
                  </a:lnTo>
                  <a:lnTo>
                    <a:pt x="4575873" y="1237777"/>
                  </a:lnTo>
                  <a:lnTo>
                    <a:pt x="4656851" y="1232780"/>
                  </a:lnTo>
                  <a:lnTo>
                    <a:pt x="4745650" y="1226503"/>
                  </a:lnTo>
                  <a:lnTo>
                    <a:pt x="4837772" y="1218966"/>
                  </a:lnTo>
                  <a:lnTo>
                    <a:pt x="4929314" y="1210200"/>
                  </a:lnTo>
                  <a:lnTo>
                    <a:pt x="5017379" y="1200213"/>
                  </a:lnTo>
                  <a:lnTo>
                    <a:pt x="5100158" y="1188977"/>
                  </a:lnTo>
                  <a:lnTo>
                    <a:pt x="5176798" y="1176409"/>
                  </a:lnTo>
                  <a:lnTo>
                    <a:pt x="5247185" y="1162367"/>
                  </a:lnTo>
                  <a:lnTo>
                    <a:pt x="5311716" y="1146658"/>
                  </a:lnTo>
                  <a:lnTo>
                    <a:pt x="5371103" y="1129037"/>
                  </a:lnTo>
                  <a:lnTo>
                    <a:pt x="5426229" y="1109226"/>
                  </a:lnTo>
                  <a:lnTo>
                    <a:pt x="5478037" y="1086937"/>
                  </a:lnTo>
                  <a:lnTo>
                    <a:pt x="5527449" y="1061919"/>
                  </a:lnTo>
                  <a:lnTo>
                    <a:pt x="5567201" y="1038998"/>
                  </a:lnTo>
                  <a:lnTo>
                    <a:pt x="5613033" y="1009545"/>
                  </a:lnTo>
                  <a:lnTo>
                    <a:pt x="5658417" y="977303"/>
                  </a:lnTo>
                  <a:lnTo>
                    <a:pt x="5703769" y="942223"/>
                  </a:lnTo>
                  <a:lnTo>
                    <a:pt x="5749386" y="904340"/>
                  </a:lnTo>
                  <a:lnTo>
                    <a:pt x="5795457" y="863777"/>
                  </a:lnTo>
                  <a:lnTo>
                    <a:pt x="5842077" y="820757"/>
                  </a:lnTo>
                  <a:lnTo>
                    <a:pt x="5889257" y="775598"/>
                  </a:lnTo>
                  <a:lnTo>
                    <a:pt x="5936936" y="728712"/>
                  </a:lnTo>
                  <a:lnTo>
                    <a:pt x="5984995" y="680590"/>
                  </a:lnTo>
                  <a:lnTo>
                    <a:pt x="6033271" y="631783"/>
                  </a:lnTo>
                  <a:lnTo>
                    <a:pt x="6081580" y="582874"/>
                  </a:lnTo>
                  <a:lnTo>
                    <a:pt x="6129734" y="534453"/>
                  </a:lnTo>
                  <a:lnTo>
                    <a:pt x="6177559" y="487085"/>
                  </a:lnTo>
                  <a:lnTo>
                    <a:pt x="6224920" y="441284"/>
                  </a:lnTo>
                  <a:lnTo>
                    <a:pt x="6271734" y="397490"/>
                  </a:lnTo>
                  <a:lnTo>
                    <a:pt x="6317987" y="356056"/>
                  </a:lnTo>
                  <a:lnTo>
                    <a:pt x="6363743" y="317236"/>
                  </a:lnTo>
                  <a:lnTo>
                    <a:pt x="6409158" y="281188"/>
                  </a:lnTo>
                  <a:lnTo>
                    <a:pt x="6454491" y="247976"/>
                  </a:lnTo>
                  <a:lnTo>
                    <a:pt x="6500114" y="217577"/>
                  </a:lnTo>
                  <a:lnTo>
                    <a:pt x="6515891" y="207799"/>
                  </a:lnTo>
                  <a:lnTo>
                    <a:pt x="6563937" y="180411"/>
                  </a:lnTo>
                  <a:lnTo>
                    <a:pt x="6613696" y="155873"/>
                  </a:lnTo>
                  <a:lnTo>
                    <a:pt x="6666003" y="134025"/>
                  </a:lnTo>
                  <a:lnTo>
                    <a:pt x="6721789" y="114608"/>
                  </a:lnTo>
                  <a:lnTo>
                    <a:pt x="6781994" y="97332"/>
                  </a:lnTo>
                  <a:lnTo>
                    <a:pt x="6847480" y="81924"/>
                  </a:lnTo>
                  <a:lnTo>
                    <a:pt x="6918917" y="68146"/>
                  </a:lnTo>
                  <a:lnTo>
                    <a:pt x="6996629" y="55813"/>
                  </a:lnTo>
                  <a:lnTo>
                    <a:pt x="7080393" y="44794"/>
                  </a:lnTo>
                  <a:lnTo>
                    <a:pt x="7169209" y="35017"/>
                  </a:lnTo>
                  <a:lnTo>
                    <a:pt x="7261085" y="26458"/>
                  </a:lnTo>
                  <a:lnTo>
                    <a:pt x="7352939" y="19134"/>
                  </a:lnTo>
                  <a:lnTo>
                    <a:pt x="7440730" y="13075"/>
                  </a:lnTo>
                  <a:lnTo>
                    <a:pt x="7519922" y="8296"/>
                  </a:lnTo>
                  <a:lnTo>
                    <a:pt x="7586275" y="4763"/>
                  </a:lnTo>
                  <a:lnTo>
                    <a:pt x="7636788" y="2373"/>
                  </a:lnTo>
                  <a:lnTo>
                    <a:pt x="7670493" y="948"/>
                  </a:lnTo>
                  <a:lnTo>
                    <a:pt x="7688820" y="252"/>
                  </a:lnTo>
                  <a:lnTo>
                    <a:pt x="7695503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7" name="pl1237"/>
            <p:cNvSpPr/>
            <p:nvPr/>
          </p:nvSpPr>
          <p:spPr>
            <a:xfrm>
              <a:off x="546595" y="3891953"/>
              <a:ext cx="8234974" cy="1246798"/>
            </a:xfrm>
            <a:custGeom>
              <a:avLst/>
              <a:pathLst>
                <a:path w="8234974" h="1246798">
                  <a:moveTo>
                    <a:pt x="8234974" y="0"/>
                  </a:moveTo>
                  <a:lnTo>
                    <a:pt x="7696237" y="0"/>
                  </a:lnTo>
                  <a:lnTo>
                    <a:pt x="7694963" y="40"/>
                  </a:lnTo>
                  <a:lnTo>
                    <a:pt x="7686648" y="330"/>
                  </a:lnTo>
                  <a:lnTo>
                    <a:pt x="7665903" y="1133"/>
                  </a:lnTo>
                  <a:lnTo>
                    <a:pt x="7629366" y="2707"/>
                  </a:lnTo>
                  <a:lnTo>
                    <a:pt x="7576019" y="5281"/>
                  </a:lnTo>
                  <a:lnTo>
                    <a:pt x="7507219" y="9021"/>
                  </a:lnTo>
                  <a:lnTo>
                    <a:pt x="7426242" y="14017"/>
                  </a:lnTo>
                  <a:lnTo>
                    <a:pt x="7337442" y="20294"/>
                  </a:lnTo>
                  <a:lnTo>
                    <a:pt x="7245321" y="27831"/>
                  </a:lnTo>
                  <a:lnTo>
                    <a:pt x="7153779" y="36598"/>
                  </a:lnTo>
                  <a:lnTo>
                    <a:pt x="7065713" y="46584"/>
                  </a:lnTo>
                  <a:lnTo>
                    <a:pt x="6982935" y="57820"/>
                  </a:lnTo>
                  <a:lnTo>
                    <a:pt x="6906295" y="70389"/>
                  </a:lnTo>
                  <a:lnTo>
                    <a:pt x="6835907" y="84430"/>
                  </a:lnTo>
                  <a:lnTo>
                    <a:pt x="6771376" y="100139"/>
                  </a:lnTo>
                  <a:lnTo>
                    <a:pt x="6711989" y="117760"/>
                  </a:lnTo>
                  <a:lnTo>
                    <a:pt x="6656864" y="137571"/>
                  </a:lnTo>
                  <a:lnTo>
                    <a:pt x="6605056" y="159861"/>
                  </a:lnTo>
                  <a:lnTo>
                    <a:pt x="6555644" y="184878"/>
                  </a:lnTo>
                  <a:lnTo>
                    <a:pt x="6515891" y="207799"/>
                  </a:lnTo>
                  <a:lnTo>
                    <a:pt x="6470060" y="237252"/>
                  </a:lnTo>
                  <a:lnTo>
                    <a:pt x="6424676" y="269495"/>
                  </a:lnTo>
                  <a:lnTo>
                    <a:pt x="6379323" y="304574"/>
                  </a:lnTo>
                  <a:lnTo>
                    <a:pt x="6333706" y="342458"/>
                  </a:lnTo>
                  <a:lnTo>
                    <a:pt x="6287635" y="383020"/>
                  </a:lnTo>
                  <a:lnTo>
                    <a:pt x="6241016" y="426040"/>
                  </a:lnTo>
                  <a:lnTo>
                    <a:pt x="6193836" y="471199"/>
                  </a:lnTo>
                  <a:lnTo>
                    <a:pt x="6146157" y="518085"/>
                  </a:lnTo>
                  <a:lnTo>
                    <a:pt x="6098098" y="566207"/>
                  </a:lnTo>
                  <a:lnTo>
                    <a:pt x="6049821" y="615015"/>
                  </a:lnTo>
                  <a:lnTo>
                    <a:pt x="6001512" y="663924"/>
                  </a:lnTo>
                  <a:lnTo>
                    <a:pt x="5953359" y="712345"/>
                  </a:lnTo>
                  <a:lnTo>
                    <a:pt x="5905534" y="759713"/>
                  </a:lnTo>
                  <a:lnTo>
                    <a:pt x="5858173" y="805514"/>
                  </a:lnTo>
                  <a:lnTo>
                    <a:pt x="5811359" y="849307"/>
                  </a:lnTo>
                  <a:lnTo>
                    <a:pt x="5765106" y="890741"/>
                  </a:lnTo>
                  <a:lnTo>
                    <a:pt x="5719350" y="929561"/>
                  </a:lnTo>
                  <a:lnTo>
                    <a:pt x="5673934" y="965609"/>
                  </a:lnTo>
                  <a:lnTo>
                    <a:pt x="5628602" y="998822"/>
                  </a:lnTo>
                  <a:lnTo>
                    <a:pt x="5582979" y="1029220"/>
                  </a:lnTo>
                  <a:lnTo>
                    <a:pt x="5567201" y="1038998"/>
                  </a:lnTo>
                  <a:lnTo>
                    <a:pt x="5519155" y="1066386"/>
                  </a:lnTo>
                  <a:lnTo>
                    <a:pt x="5469396" y="1090925"/>
                  </a:lnTo>
                  <a:lnTo>
                    <a:pt x="5417089" y="1112772"/>
                  </a:lnTo>
                  <a:lnTo>
                    <a:pt x="5361303" y="1132189"/>
                  </a:lnTo>
                  <a:lnTo>
                    <a:pt x="5301099" y="1149465"/>
                  </a:lnTo>
                  <a:lnTo>
                    <a:pt x="5235613" y="1164874"/>
                  </a:lnTo>
                  <a:lnTo>
                    <a:pt x="5164176" y="1178652"/>
                  </a:lnTo>
                  <a:lnTo>
                    <a:pt x="5086463" y="1190985"/>
                  </a:lnTo>
                  <a:lnTo>
                    <a:pt x="5002699" y="1202003"/>
                  </a:lnTo>
                  <a:lnTo>
                    <a:pt x="4913884" y="1211781"/>
                  </a:lnTo>
                  <a:lnTo>
                    <a:pt x="4822008" y="1220339"/>
                  </a:lnTo>
                  <a:lnTo>
                    <a:pt x="4730153" y="1227664"/>
                  </a:lnTo>
                  <a:lnTo>
                    <a:pt x="4642362" y="1233723"/>
                  </a:lnTo>
                  <a:lnTo>
                    <a:pt x="4563171" y="1238502"/>
                  </a:lnTo>
                  <a:lnTo>
                    <a:pt x="4496818" y="1242034"/>
                  </a:lnTo>
                  <a:lnTo>
                    <a:pt x="4446304" y="1244424"/>
                  </a:lnTo>
                  <a:lnTo>
                    <a:pt x="4412599" y="1245849"/>
                  </a:lnTo>
                  <a:lnTo>
                    <a:pt x="4394272" y="1246545"/>
                  </a:lnTo>
                  <a:lnTo>
                    <a:pt x="4387590" y="1246775"/>
                  </a:lnTo>
                  <a:lnTo>
                    <a:pt x="4386855" y="1246798"/>
                  </a:lnTo>
                  <a:lnTo>
                    <a:pt x="3848118" y="1246798"/>
                  </a:lnTo>
                  <a:lnTo>
                    <a:pt x="3846825" y="1246775"/>
                  </a:lnTo>
                  <a:lnTo>
                    <a:pt x="3838385" y="1246609"/>
                  </a:lnTo>
                  <a:lnTo>
                    <a:pt x="3817342" y="1246149"/>
                  </a:lnTo>
                  <a:lnTo>
                    <a:pt x="3780308" y="1245249"/>
                  </a:lnTo>
                  <a:lnTo>
                    <a:pt x="3726297" y="1243777"/>
                  </a:lnTo>
                  <a:lnTo>
                    <a:pt x="3656738" y="1241639"/>
                  </a:lnTo>
                  <a:lnTo>
                    <a:pt x="3575001" y="1238785"/>
                  </a:lnTo>
                  <a:lnTo>
                    <a:pt x="3485529" y="1235203"/>
                  </a:lnTo>
                  <a:lnTo>
                    <a:pt x="3392880" y="1230904"/>
                  </a:lnTo>
                  <a:lnTo>
                    <a:pt x="3300977" y="1225906"/>
                  </a:lnTo>
                  <a:lnTo>
                    <a:pt x="3212707" y="1220213"/>
                  </a:lnTo>
                  <a:lnTo>
                    <a:pt x="3129852" y="1213807"/>
                  </a:lnTo>
                  <a:lnTo>
                    <a:pt x="3053225" y="1206639"/>
                  </a:lnTo>
                  <a:lnTo>
                    <a:pt x="2982902" y="1198626"/>
                  </a:lnTo>
                  <a:lnTo>
                    <a:pt x="2918453" y="1189654"/>
                  </a:lnTo>
                  <a:lnTo>
                    <a:pt x="2859136" y="1179582"/>
                  </a:lnTo>
                  <a:lnTo>
                    <a:pt x="2804048" y="1168250"/>
                  </a:lnTo>
                  <a:lnTo>
                    <a:pt x="2752226" y="1155494"/>
                  </a:lnTo>
                  <a:lnTo>
                    <a:pt x="2702743" y="1141174"/>
                  </a:lnTo>
                  <a:lnTo>
                    <a:pt x="2667772" y="1129740"/>
                  </a:lnTo>
                  <a:lnTo>
                    <a:pt x="2617759" y="1111546"/>
                  </a:lnTo>
                  <a:lnTo>
                    <a:pt x="2568230" y="1091474"/>
                  </a:lnTo>
                  <a:lnTo>
                    <a:pt x="2518665" y="1069498"/>
                  </a:lnTo>
                  <a:lnTo>
                    <a:pt x="2468713" y="1045656"/>
                  </a:lnTo>
                  <a:lnTo>
                    <a:pt x="2418167" y="1020063"/>
                  </a:lnTo>
                  <a:lnTo>
                    <a:pt x="2366951" y="992911"/>
                  </a:lnTo>
                  <a:lnTo>
                    <a:pt x="2315099" y="964468"/>
                  </a:lnTo>
                  <a:lnTo>
                    <a:pt x="2262737" y="935073"/>
                  </a:lnTo>
                  <a:lnTo>
                    <a:pt x="2210061" y="905118"/>
                  </a:lnTo>
                  <a:lnTo>
                    <a:pt x="2157307" y="875025"/>
                  </a:lnTo>
                  <a:lnTo>
                    <a:pt x="2104722" y="845229"/>
                  </a:lnTo>
                  <a:lnTo>
                    <a:pt x="2052528" y="816143"/>
                  </a:lnTo>
                  <a:lnTo>
                    <a:pt x="2000901" y="788141"/>
                  </a:lnTo>
                  <a:lnTo>
                    <a:pt x="1949934" y="761537"/>
                  </a:lnTo>
                  <a:lnTo>
                    <a:pt x="1899623" y="736573"/>
                  </a:lnTo>
                  <a:lnTo>
                    <a:pt x="1849845" y="713412"/>
                  </a:lnTo>
                  <a:lnTo>
                    <a:pt x="1800343" y="692138"/>
                  </a:lnTo>
                  <a:lnTo>
                    <a:pt x="1750706" y="672766"/>
                  </a:lnTo>
                  <a:lnTo>
                    <a:pt x="1719082" y="661510"/>
                  </a:lnTo>
                  <a:lnTo>
                    <a:pt x="1670783" y="646006"/>
                  </a:lnTo>
                  <a:lnTo>
                    <a:pt x="1620748" y="632124"/>
                  </a:lnTo>
                  <a:lnTo>
                    <a:pt x="1568130" y="619772"/>
                  </a:lnTo>
                  <a:lnTo>
                    <a:pt x="1511981" y="608800"/>
                  </a:lnTo>
                  <a:lnTo>
                    <a:pt x="1451348" y="599044"/>
                  </a:lnTo>
                  <a:lnTo>
                    <a:pt x="1385359" y="590347"/>
                  </a:lnTo>
                  <a:lnTo>
                    <a:pt x="1313340" y="582575"/>
                  </a:lnTo>
                  <a:lnTo>
                    <a:pt x="1234978" y="575621"/>
                  </a:lnTo>
                  <a:lnTo>
                    <a:pt x="1150527" y="569414"/>
                  </a:lnTo>
                  <a:lnTo>
                    <a:pt x="1061043" y="563911"/>
                  </a:lnTo>
                  <a:lnTo>
                    <a:pt x="968602" y="559103"/>
                  </a:lnTo>
                  <a:lnTo>
                    <a:pt x="876394" y="554998"/>
                  </a:lnTo>
                  <a:lnTo>
                    <a:pt x="788570" y="551614"/>
                  </a:lnTo>
                  <a:lnTo>
                    <a:pt x="709745" y="548958"/>
                  </a:lnTo>
                  <a:lnTo>
                    <a:pt x="644165" y="547009"/>
                  </a:lnTo>
                  <a:lnTo>
                    <a:pt x="594745" y="545704"/>
                  </a:lnTo>
                  <a:lnTo>
                    <a:pt x="562281" y="544938"/>
                  </a:lnTo>
                  <a:lnTo>
                    <a:pt x="545109" y="544574"/>
                  </a:lnTo>
                  <a:lnTo>
                    <a:pt x="539241" y="544462"/>
                  </a:lnTo>
                  <a:lnTo>
                    <a:pt x="538736" y="544453"/>
                  </a:lnTo>
                  <a:lnTo>
                    <a:pt x="0" y="5444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8" name="pg1238"/>
            <p:cNvSpPr/>
            <p:nvPr/>
          </p:nvSpPr>
          <p:spPr>
            <a:xfrm>
              <a:off x="546595" y="4441851"/>
              <a:ext cx="8234974" cy="773123"/>
            </a:xfrm>
            <a:custGeom>
              <a:avLst/>
              <a:pathLst>
                <a:path w="8234974" h="773123">
                  <a:moveTo>
                    <a:pt x="0" y="5444"/>
                  </a:moveTo>
                  <a:lnTo>
                    <a:pt x="538736" y="5444"/>
                  </a:lnTo>
                  <a:lnTo>
                    <a:pt x="540028" y="5469"/>
                  </a:lnTo>
                  <a:lnTo>
                    <a:pt x="548460" y="5646"/>
                  </a:lnTo>
                  <a:lnTo>
                    <a:pt x="569483" y="6137"/>
                  </a:lnTo>
                  <a:lnTo>
                    <a:pt x="606482" y="7100"/>
                  </a:lnTo>
                  <a:lnTo>
                    <a:pt x="660448" y="8673"/>
                  </a:lnTo>
                  <a:lnTo>
                    <a:pt x="729955" y="10957"/>
                  </a:lnTo>
                  <a:lnTo>
                    <a:pt x="811641" y="14007"/>
                  </a:lnTo>
                  <a:lnTo>
                    <a:pt x="901067" y="17836"/>
                  </a:lnTo>
                  <a:lnTo>
                    <a:pt x="993681" y="22431"/>
                  </a:lnTo>
                  <a:lnTo>
                    <a:pt x="1085560" y="27773"/>
                  </a:lnTo>
                  <a:lnTo>
                    <a:pt x="1173816" y="33858"/>
                  </a:lnTo>
                  <a:lnTo>
                    <a:pt x="1256666" y="40705"/>
                  </a:lnTo>
                  <a:lnTo>
                    <a:pt x="1333294" y="48368"/>
                  </a:lnTo>
                  <a:lnTo>
                    <a:pt x="1403622" y="56932"/>
                  </a:lnTo>
                  <a:lnTo>
                    <a:pt x="1468076" y="66521"/>
                  </a:lnTo>
                  <a:lnTo>
                    <a:pt x="1527397" y="77285"/>
                  </a:lnTo>
                  <a:lnTo>
                    <a:pt x="1582489" y="89395"/>
                  </a:lnTo>
                  <a:lnTo>
                    <a:pt x="1634309" y="103027"/>
                  </a:lnTo>
                  <a:lnTo>
                    <a:pt x="1683787" y="118329"/>
                  </a:lnTo>
                  <a:lnTo>
                    <a:pt x="1719082" y="130668"/>
                  </a:lnTo>
                  <a:lnTo>
                    <a:pt x="1768751" y="149990"/>
                  </a:lnTo>
                  <a:lnTo>
                    <a:pt x="1817937" y="171292"/>
                  </a:lnTo>
                  <a:lnTo>
                    <a:pt x="1867153" y="194603"/>
                  </a:lnTo>
                  <a:lnTo>
                    <a:pt x="1916746" y="219884"/>
                  </a:lnTo>
                  <a:lnTo>
                    <a:pt x="1966920" y="247017"/>
                  </a:lnTo>
                  <a:lnTo>
                    <a:pt x="2017755" y="275803"/>
                  </a:lnTo>
                  <a:lnTo>
                    <a:pt x="2069220" y="305964"/>
                  </a:lnTo>
                  <a:lnTo>
                    <a:pt x="2121196" y="337149"/>
                  </a:lnTo>
                  <a:lnTo>
                    <a:pt x="2173494" y="368949"/>
                  </a:lnTo>
                  <a:lnTo>
                    <a:pt x="2225884" y="400922"/>
                  </a:lnTo>
                  <a:lnTo>
                    <a:pt x="2278125" y="432615"/>
                  </a:lnTo>
                  <a:lnTo>
                    <a:pt x="2329994" y="463590"/>
                  </a:lnTo>
                  <a:lnTo>
                    <a:pt x="2381316" y="493451"/>
                  </a:lnTo>
                  <a:lnTo>
                    <a:pt x="2431992" y="521865"/>
                  </a:lnTo>
                  <a:lnTo>
                    <a:pt x="2482016" y="548570"/>
                  </a:lnTo>
                  <a:lnTo>
                    <a:pt x="2531495" y="573387"/>
                  </a:lnTo>
                  <a:lnTo>
                    <a:pt x="2580666" y="596219"/>
                  </a:lnTo>
                  <a:lnTo>
                    <a:pt x="2629915" y="617042"/>
                  </a:lnTo>
                  <a:lnTo>
                    <a:pt x="2667772" y="631565"/>
                  </a:lnTo>
                  <a:lnTo>
                    <a:pt x="2716055" y="648146"/>
                  </a:lnTo>
                  <a:lnTo>
                    <a:pt x="2766070" y="662992"/>
                  </a:lnTo>
                  <a:lnTo>
                    <a:pt x="2818668" y="676203"/>
                  </a:lnTo>
                  <a:lnTo>
                    <a:pt x="2874792" y="687938"/>
                  </a:lnTo>
                  <a:lnTo>
                    <a:pt x="2935395" y="698373"/>
                  </a:lnTo>
                  <a:lnTo>
                    <a:pt x="3001351" y="707675"/>
                  </a:lnTo>
                  <a:lnTo>
                    <a:pt x="3073330" y="715989"/>
                  </a:lnTo>
                  <a:lnTo>
                    <a:pt x="3151647" y="723427"/>
                  </a:lnTo>
                  <a:lnTo>
                    <a:pt x="3236052" y="730068"/>
                  </a:lnTo>
                  <a:lnTo>
                    <a:pt x="3325491" y="735954"/>
                  </a:lnTo>
                  <a:lnTo>
                    <a:pt x="3417893" y="741099"/>
                  </a:lnTo>
                  <a:lnTo>
                    <a:pt x="3510078" y="745492"/>
                  </a:lnTo>
                  <a:lnTo>
                    <a:pt x="3597900" y="749114"/>
                  </a:lnTo>
                  <a:lnTo>
                    <a:pt x="3676751" y="751958"/>
                  </a:lnTo>
                  <a:lnTo>
                    <a:pt x="3742385" y="754046"/>
                  </a:lnTo>
                  <a:lnTo>
                    <a:pt x="3791879" y="755445"/>
                  </a:lnTo>
                  <a:lnTo>
                    <a:pt x="3824428" y="756267"/>
                  </a:lnTo>
                  <a:lnTo>
                    <a:pt x="3841678" y="756659"/>
                  </a:lnTo>
                  <a:lnTo>
                    <a:pt x="3847599" y="756780"/>
                  </a:lnTo>
                  <a:lnTo>
                    <a:pt x="3848118" y="756790"/>
                  </a:lnTo>
                  <a:lnTo>
                    <a:pt x="4386855" y="756790"/>
                  </a:lnTo>
                  <a:lnTo>
                    <a:pt x="4388158" y="756790"/>
                  </a:lnTo>
                  <a:lnTo>
                    <a:pt x="4396657" y="756794"/>
                  </a:lnTo>
                  <a:lnTo>
                    <a:pt x="4417843" y="756805"/>
                  </a:lnTo>
                  <a:lnTo>
                    <a:pt x="4455112" y="756826"/>
                  </a:lnTo>
                  <a:lnTo>
                    <a:pt x="4509439" y="756861"/>
                  </a:lnTo>
                  <a:lnTo>
                    <a:pt x="4579358" y="756911"/>
                  </a:lnTo>
                  <a:lnTo>
                    <a:pt x="4661454" y="756977"/>
                  </a:lnTo>
                  <a:lnTo>
                    <a:pt x="4751243" y="757061"/>
                  </a:lnTo>
                  <a:lnTo>
                    <a:pt x="4844139" y="757162"/>
                  </a:lnTo>
                  <a:lnTo>
                    <a:pt x="4936211" y="757279"/>
                  </a:lnTo>
                  <a:lnTo>
                    <a:pt x="5024575" y="757412"/>
                  </a:lnTo>
                  <a:lnTo>
                    <a:pt x="5107464" y="757562"/>
                  </a:lnTo>
                  <a:lnTo>
                    <a:pt x="5184083" y="757729"/>
                  </a:lnTo>
                  <a:lnTo>
                    <a:pt x="5254374" y="757917"/>
                  </a:lnTo>
                  <a:lnTo>
                    <a:pt x="5318785" y="758127"/>
                  </a:lnTo>
                  <a:lnTo>
                    <a:pt x="5378069" y="758363"/>
                  </a:lnTo>
                  <a:lnTo>
                    <a:pt x="5433141" y="758628"/>
                  </a:lnTo>
                  <a:lnTo>
                    <a:pt x="5484971" y="758927"/>
                  </a:lnTo>
                  <a:lnTo>
                    <a:pt x="5534489" y="759263"/>
                  </a:lnTo>
                  <a:lnTo>
                    <a:pt x="5567201" y="759512"/>
                  </a:lnTo>
                  <a:lnTo>
                    <a:pt x="5619994" y="759960"/>
                  </a:lnTo>
                  <a:lnTo>
                    <a:pt x="5672283" y="760457"/>
                  </a:lnTo>
                  <a:lnTo>
                    <a:pt x="5724663" y="761003"/>
                  </a:lnTo>
                  <a:lnTo>
                    <a:pt x="5777522" y="761597"/>
                  </a:lnTo>
                  <a:lnTo>
                    <a:pt x="5831073" y="762236"/>
                  </a:lnTo>
                  <a:lnTo>
                    <a:pt x="5885372" y="762913"/>
                  </a:lnTo>
                  <a:lnTo>
                    <a:pt x="5940342" y="763621"/>
                  </a:lnTo>
                  <a:lnTo>
                    <a:pt x="5995801" y="764350"/>
                  </a:lnTo>
                  <a:lnTo>
                    <a:pt x="6051496" y="765089"/>
                  </a:lnTo>
                  <a:lnTo>
                    <a:pt x="6107139" y="765825"/>
                  </a:lnTo>
                  <a:lnTo>
                    <a:pt x="6162450" y="766548"/>
                  </a:lnTo>
                  <a:lnTo>
                    <a:pt x="6217196" y="767246"/>
                  </a:lnTo>
                  <a:lnTo>
                    <a:pt x="6271231" y="767910"/>
                  </a:lnTo>
                  <a:lnTo>
                    <a:pt x="6324521" y="768533"/>
                  </a:lnTo>
                  <a:lnTo>
                    <a:pt x="6377176" y="769111"/>
                  </a:lnTo>
                  <a:lnTo>
                    <a:pt x="6429468" y="769639"/>
                  </a:lnTo>
                  <a:lnTo>
                    <a:pt x="6481857" y="770119"/>
                  </a:lnTo>
                  <a:lnTo>
                    <a:pt x="6515891" y="770401"/>
                  </a:lnTo>
                  <a:lnTo>
                    <a:pt x="6564311" y="770762"/>
                  </a:lnTo>
                  <a:lnTo>
                    <a:pt x="6614476" y="771086"/>
                  </a:lnTo>
                  <a:lnTo>
                    <a:pt x="6667242" y="771374"/>
                  </a:lnTo>
                  <a:lnTo>
                    <a:pt x="6723563" y="771629"/>
                  </a:lnTo>
                  <a:lnTo>
                    <a:pt x="6784399" y="771856"/>
                  </a:lnTo>
                  <a:lnTo>
                    <a:pt x="6850628" y="772059"/>
                  </a:lnTo>
                  <a:lnTo>
                    <a:pt x="6922923" y="772240"/>
                  </a:lnTo>
                  <a:lnTo>
                    <a:pt x="7001593" y="772402"/>
                  </a:lnTo>
                  <a:lnTo>
                    <a:pt x="7086370" y="772546"/>
                  </a:lnTo>
                  <a:lnTo>
                    <a:pt x="7176169" y="772674"/>
                  </a:lnTo>
                  <a:lnTo>
                    <a:pt x="7268875" y="772785"/>
                  </a:lnTo>
                  <a:lnTo>
                    <a:pt x="7361244" y="772881"/>
                  </a:lnTo>
                  <a:lnTo>
                    <a:pt x="7449075" y="772959"/>
                  </a:lnTo>
                  <a:lnTo>
                    <a:pt x="7527717" y="773020"/>
                  </a:lnTo>
                  <a:lnTo>
                    <a:pt x="7592921" y="773065"/>
                  </a:lnTo>
                  <a:lnTo>
                    <a:pt x="7641816" y="773095"/>
                  </a:lnTo>
                  <a:lnTo>
                    <a:pt x="7673692" y="773113"/>
                  </a:lnTo>
                  <a:lnTo>
                    <a:pt x="7690324" y="773121"/>
                  </a:lnTo>
                  <a:lnTo>
                    <a:pt x="7695822" y="773123"/>
                  </a:lnTo>
                  <a:lnTo>
                    <a:pt x="7696237" y="773123"/>
                  </a:lnTo>
                  <a:lnTo>
                    <a:pt x="8234974" y="773123"/>
                  </a:lnTo>
                  <a:lnTo>
                    <a:pt x="8234974" y="767679"/>
                  </a:lnTo>
                  <a:lnTo>
                    <a:pt x="7696237" y="767679"/>
                  </a:lnTo>
                  <a:lnTo>
                    <a:pt x="7694935" y="767678"/>
                  </a:lnTo>
                  <a:lnTo>
                    <a:pt x="7686435" y="767674"/>
                  </a:lnTo>
                  <a:lnTo>
                    <a:pt x="7665250" y="767664"/>
                  </a:lnTo>
                  <a:lnTo>
                    <a:pt x="7627980" y="767643"/>
                  </a:lnTo>
                  <a:lnTo>
                    <a:pt x="7573654" y="767608"/>
                  </a:lnTo>
                  <a:lnTo>
                    <a:pt x="7503735" y="767558"/>
                  </a:lnTo>
                  <a:lnTo>
                    <a:pt x="7421638" y="767491"/>
                  </a:lnTo>
                  <a:lnTo>
                    <a:pt x="7331850" y="767407"/>
                  </a:lnTo>
                  <a:lnTo>
                    <a:pt x="7238953" y="767307"/>
                  </a:lnTo>
                  <a:lnTo>
                    <a:pt x="7146882" y="767190"/>
                  </a:lnTo>
                  <a:lnTo>
                    <a:pt x="7058518" y="767057"/>
                  </a:lnTo>
                  <a:lnTo>
                    <a:pt x="6975629" y="766907"/>
                  </a:lnTo>
                  <a:lnTo>
                    <a:pt x="6899010" y="766739"/>
                  </a:lnTo>
                  <a:lnTo>
                    <a:pt x="6828718" y="766552"/>
                  </a:lnTo>
                  <a:lnTo>
                    <a:pt x="6764308" y="766342"/>
                  </a:lnTo>
                  <a:lnTo>
                    <a:pt x="6705024" y="766106"/>
                  </a:lnTo>
                  <a:lnTo>
                    <a:pt x="6649951" y="765840"/>
                  </a:lnTo>
                  <a:lnTo>
                    <a:pt x="6598121" y="765542"/>
                  </a:lnTo>
                  <a:lnTo>
                    <a:pt x="6548603" y="765206"/>
                  </a:lnTo>
                  <a:lnTo>
                    <a:pt x="6515891" y="764957"/>
                  </a:lnTo>
                  <a:lnTo>
                    <a:pt x="6463098" y="764508"/>
                  </a:lnTo>
                  <a:lnTo>
                    <a:pt x="6410809" y="764012"/>
                  </a:lnTo>
                  <a:lnTo>
                    <a:pt x="6358430" y="763465"/>
                  </a:lnTo>
                  <a:lnTo>
                    <a:pt x="6305570" y="762871"/>
                  </a:lnTo>
                  <a:lnTo>
                    <a:pt x="6252019" y="762233"/>
                  </a:lnTo>
                  <a:lnTo>
                    <a:pt x="6197720" y="761555"/>
                  </a:lnTo>
                  <a:lnTo>
                    <a:pt x="6142750" y="760847"/>
                  </a:lnTo>
                  <a:lnTo>
                    <a:pt x="6087291" y="760118"/>
                  </a:lnTo>
                  <a:lnTo>
                    <a:pt x="6031596" y="759380"/>
                  </a:lnTo>
                  <a:lnTo>
                    <a:pt x="5975953" y="758644"/>
                  </a:lnTo>
                  <a:lnTo>
                    <a:pt x="5920642" y="757921"/>
                  </a:lnTo>
                  <a:lnTo>
                    <a:pt x="5865896" y="757223"/>
                  </a:lnTo>
                  <a:lnTo>
                    <a:pt x="5811862" y="756559"/>
                  </a:lnTo>
                  <a:lnTo>
                    <a:pt x="5758572" y="755935"/>
                  </a:lnTo>
                  <a:lnTo>
                    <a:pt x="5705917" y="755358"/>
                  </a:lnTo>
                  <a:lnTo>
                    <a:pt x="5653624" y="754829"/>
                  </a:lnTo>
                  <a:lnTo>
                    <a:pt x="5601236" y="754350"/>
                  </a:lnTo>
                  <a:lnTo>
                    <a:pt x="5567201" y="754067"/>
                  </a:lnTo>
                  <a:lnTo>
                    <a:pt x="5518782" y="753706"/>
                  </a:lnTo>
                  <a:lnTo>
                    <a:pt x="5468617" y="753383"/>
                  </a:lnTo>
                  <a:lnTo>
                    <a:pt x="5415850" y="753095"/>
                  </a:lnTo>
                  <a:lnTo>
                    <a:pt x="5359529" y="752839"/>
                  </a:lnTo>
                  <a:lnTo>
                    <a:pt x="5298693" y="752612"/>
                  </a:lnTo>
                  <a:lnTo>
                    <a:pt x="5232465" y="752410"/>
                  </a:lnTo>
                  <a:lnTo>
                    <a:pt x="5160169" y="752229"/>
                  </a:lnTo>
                  <a:lnTo>
                    <a:pt x="5081499" y="752067"/>
                  </a:lnTo>
                  <a:lnTo>
                    <a:pt x="4996723" y="751923"/>
                  </a:lnTo>
                  <a:lnTo>
                    <a:pt x="4906923" y="751795"/>
                  </a:lnTo>
                  <a:lnTo>
                    <a:pt x="4814218" y="751683"/>
                  </a:lnTo>
                  <a:lnTo>
                    <a:pt x="4721848" y="751588"/>
                  </a:lnTo>
                  <a:lnTo>
                    <a:pt x="4634017" y="751510"/>
                  </a:lnTo>
                  <a:lnTo>
                    <a:pt x="4555375" y="751448"/>
                  </a:lnTo>
                  <a:lnTo>
                    <a:pt x="4490171" y="751403"/>
                  </a:lnTo>
                  <a:lnTo>
                    <a:pt x="4441276" y="751373"/>
                  </a:lnTo>
                  <a:lnTo>
                    <a:pt x="4409400" y="751356"/>
                  </a:lnTo>
                  <a:lnTo>
                    <a:pt x="4392769" y="751348"/>
                  </a:lnTo>
                  <a:lnTo>
                    <a:pt x="4387271" y="751345"/>
                  </a:lnTo>
                  <a:lnTo>
                    <a:pt x="4386855" y="751345"/>
                  </a:lnTo>
                  <a:lnTo>
                    <a:pt x="3848118" y="751345"/>
                  </a:lnTo>
                  <a:lnTo>
                    <a:pt x="3846826" y="751320"/>
                  </a:lnTo>
                  <a:lnTo>
                    <a:pt x="3838395" y="751143"/>
                  </a:lnTo>
                  <a:lnTo>
                    <a:pt x="3817372" y="750652"/>
                  </a:lnTo>
                  <a:lnTo>
                    <a:pt x="3780372" y="749690"/>
                  </a:lnTo>
                  <a:lnTo>
                    <a:pt x="3726407" y="748117"/>
                  </a:lnTo>
                  <a:lnTo>
                    <a:pt x="3656899" y="745832"/>
                  </a:lnTo>
                  <a:lnTo>
                    <a:pt x="3575214" y="742782"/>
                  </a:lnTo>
                  <a:lnTo>
                    <a:pt x="3485787" y="738953"/>
                  </a:lnTo>
                  <a:lnTo>
                    <a:pt x="3393174" y="734358"/>
                  </a:lnTo>
                  <a:lnTo>
                    <a:pt x="3301295" y="729016"/>
                  </a:lnTo>
                  <a:lnTo>
                    <a:pt x="3213038" y="722931"/>
                  </a:lnTo>
                  <a:lnTo>
                    <a:pt x="3130188" y="716084"/>
                  </a:lnTo>
                  <a:lnTo>
                    <a:pt x="3053560" y="708422"/>
                  </a:lnTo>
                  <a:lnTo>
                    <a:pt x="2983233" y="699857"/>
                  </a:lnTo>
                  <a:lnTo>
                    <a:pt x="2918778" y="690268"/>
                  </a:lnTo>
                  <a:lnTo>
                    <a:pt x="2859457" y="679505"/>
                  </a:lnTo>
                  <a:lnTo>
                    <a:pt x="2804366" y="667394"/>
                  </a:lnTo>
                  <a:lnTo>
                    <a:pt x="2752545" y="653762"/>
                  </a:lnTo>
                  <a:lnTo>
                    <a:pt x="2703068" y="638460"/>
                  </a:lnTo>
                  <a:lnTo>
                    <a:pt x="2667772" y="626121"/>
                  </a:lnTo>
                  <a:lnTo>
                    <a:pt x="2618104" y="606800"/>
                  </a:lnTo>
                  <a:lnTo>
                    <a:pt x="2568918" y="585498"/>
                  </a:lnTo>
                  <a:lnTo>
                    <a:pt x="2519702" y="562186"/>
                  </a:lnTo>
                  <a:lnTo>
                    <a:pt x="2470109" y="536905"/>
                  </a:lnTo>
                  <a:lnTo>
                    <a:pt x="2419935" y="509772"/>
                  </a:lnTo>
                  <a:lnTo>
                    <a:pt x="2369100" y="480986"/>
                  </a:lnTo>
                  <a:lnTo>
                    <a:pt x="2317634" y="450825"/>
                  </a:lnTo>
                  <a:lnTo>
                    <a:pt x="2265658" y="419641"/>
                  </a:lnTo>
                  <a:lnTo>
                    <a:pt x="2213360" y="387840"/>
                  </a:lnTo>
                  <a:lnTo>
                    <a:pt x="2160971" y="355867"/>
                  </a:lnTo>
                  <a:lnTo>
                    <a:pt x="2108730" y="324175"/>
                  </a:lnTo>
                  <a:lnTo>
                    <a:pt x="2056861" y="293200"/>
                  </a:lnTo>
                  <a:lnTo>
                    <a:pt x="2005538" y="263338"/>
                  </a:lnTo>
                  <a:lnTo>
                    <a:pt x="1954862" y="234925"/>
                  </a:lnTo>
                  <a:lnTo>
                    <a:pt x="1904839" y="208220"/>
                  </a:lnTo>
                  <a:lnTo>
                    <a:pt x="1855360" y="183402"/>
                  </a:lnTo>
                  <a:lnTo>
                    <a:pt x="1806188" y="160570"/>
                  </a:lnTo>
                  <a:lnTo>
                    <a:pt x="1756940" y="139747"/>
                  </a:lnTo>
                  <a:lnTo>
                    <a:pt x="1719082" y="125224"/>
                  </a:lnTo>
                  <a:lnTo>
                    <a:pt x="1670800" y="108643"/>
                  </a:lnTo>
                  <a:lnTo>
                    <a:pt x="1620784" y="93797"/>
                  </a:lnTo>
                  <a:lnTo>
                    <a:pt x="1568187" y="80586"/>
                  </a:lnTo>
                  <a:lnTo>
                    <a:pt x="1512063" y="68852"/>
                  </a:lnTo>
                  <a:lnTo>
                    <a:pt x="1451459" y="58417"/>
                  </a:lnTo>
                  <a:lnTo>
                    <a:pt x="1385504" y="49114"/>
                  </a:lnTo>
                  <a:lnTo>
                    <a:pt x="1313525" y="40800"/>
                  </a:lnTo>
                  <a:lnTo>
                    <a:pt x="1235207" y="33362"/>
                  </a:lnTo>
                  <a:lnTo>
                    <a:pt x="1150803" y="26721"/>
                  </a:lnTo>
                  <a:lnTo>
                    <a:pt x="1061364" y="20835"/>
                  </a:lnTo>
                  <a:lnTo>
                    <a:pt x="968961" y="15690"/>
                  </a:lnTo>
                  <a:lnTo>
                    <a:pt x="876777" y="11297"/>
                  </a:lnTo>
                  <a:lnTo>
                    <a:pt x="788954" y="7675"/>
                  </a:lnTo>
                  <a:lnTo>
                    <a:pt x="710103" y="4831"/>
                  </a:lnTo>
                  <a:lnTo>
                    <a:pt x="644470" y="2743"/>
                  </a:lnTo>
                  <a:lnTo>
                    <a:pt x="594975" y="1344"/>
                  </a:lnTo>
                  <a:lnTo>
                    <a:pt x="562427" y="522"/>
                  </a:lnTo>
                  <a:lnTo>
                    <a:pt x="545177" y="131"/>
                  </a:lnTo>
                  <a:lnTo>
                    <a:pt x="539255" y="9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39" name="pl1239"/>
            <p:cNvSpPr/>
            <p:nvPr/>
          </p:nvSpPr>
          <p:spPr>
            <a:xfrm>
              <a:off x="546595" y="4447295"/>
              <a:ext cx="8234974" cy="767679"/>
            </a:xfrm>
            <a:custGeom>
              <a:avLst/>
              <a:pathLst>
                <a:path w="8234974" h="767679">
                  <a:moveTo>
                    <a:pt x="0" y="0"/>
                  </a:moveTo>
                  <a:lnTo>
                    <a:pt x="538736" y="0"/>
                  </a:lnTo>
                  <a:lnTo>
                    <a:pt x="540028" y="24"/>
                  </a:lnTo>
                  <a:lnTo>
                    <a:pt x="548460" y="202"/>
                  </a:lnTo>
                  <a:lnTo>
                    <a:pt x="569483" y="692"/>
                  </a:lnTo>
                  <a:lnTo>
                    <a:pt x="606482" y="1655"/>
                  </a:lnTo>
                  <a:lnTo>
                    <a:pt x="660448" y="3228"/>
                  </a:lnTo>
                  <a:lnTo>
                    <a:pt x="729955" y="5513"/>
                  </a:lnTo>
                  <a:lnTo>
                    <a:pt x="811641" y="8563"/>
                  </a:lnTo>
                  <a:lnTo>
                    <a:pt x="901067" y="12391"/>
                  </a:lnTo>
                  <a:lnTo>
                    <a:pt x="993681" y="16986"/>
                  </a:lnTo>
                  <a:lnTo>
                    <a:pt x="1085560" y="22329"/>
                  </a:lnTo>
                  <a:lnTo>
                    <a:pt x="1173816" y="28414"/>
                  </a:lnTo>
                  <a:lnTo>
                    <a:pt x="1256666" y="35261"/>
                  </a:lnTo>
                  <a:lnTo>
                    <a:pt x="1333294" y="42923"/>
                  </a:lnTo>
                  <a:lnTo>
                    <a:pt x="1403622" y="51488"/>
                  </a:lnTo>
                  <a:lnTo>
                    <a:pt x="1468076" y="61076"/>
                  </a:lnTo>
                  <a:lnTo>
                    <a:pt x="1527397" y="71840"/>
                  </a:lnTo>
                  <a:lnTo>
                    <a:pt x="1582489" y="83950"/>
                  </a:lnTo>
                  <a:lnTo>
                    <a:pt x="1634309" y="97582"/>
                  </a:lnTo>
                  <a:lnTo>
                    <a:pt x="1683787" y="112885"/>
                  </a:lnTo>
                  <a:lnTo>
                    <a:pt x="1719082" y="125224"/>
                  </a:lnTo>
                  <a:lnTo>
                    <a:pt x="1768751" y="144545"/>
                  </a:lnTo>
                  <a:lnTo>
                    <a:pt x="1817937" y="165847"/>
                  </a:lnTo>
                  <a:lnTo>
                    <a:pt x="1867153" y="189158"/>
                  </a:lnTo>
                  <a:lnTo>
                    <a:pt x="1916746" y="214439"/>
                  </a:lnTo>
                  <a:lnTo>
                    <a:pt x="1966920" y="241572"/>
                  </a:lnTo>
                  <a:lnTo>
                    <a:pt x="2017755" y="270359"/>
                  </a:lnTo>
                  <a:lnTo>
                    <a:pt x="2069220" y="300520"/>
                  </a:lnTo>
                  <a:lnTo>
                    <a:pt x="2121196" y="331704"/>
                  </a:lnTo>
                  <a:lnTo>
                    <a:pt x="2173494" y="363504"/>
                  </a:lnTo>
                  <a:lnTo>
                    <a:pt x="2225884" y="395478"/>
                  </a:lnTo>
                  <a:lnTo>
                    <a:pt x="2278125" y="427170"/>
                  </a:lnTo>
                  <a:lnTo>
                    <a:pt x="2329994" y="458145"/>
                  </a:lnTo>
                  <a:lnTo>
                    <a:pt x="2381316" y="488007"/>
                  </a:lnTo>
                  <a:lnTo>
                    <a:pt x="2431992" y="516420"/>
                  </a:lnTo>
                  <a:lnTo>
                    <a:pt x="2482016" y="543125"/>
                  </a:lnTo>
                  <a:lnTo>
                    <a:pt x="2531495" y="567943"/>
                  </a:lnTo>
                  <a:lnTo>
                    <a:pt x="2580666" y="590775"/>
                  </a:lnTo>
                  <a:lnTo>
                    <a:pt x="2629915" y="611598"/>
                  </a:lnTo>
                  <a:lnTo>
                    <a:pt x="2667772" y="626121"/>
                  </a:lnTo>
                  <a:lnTo>
                    <a:pt x="2716055" y="642701"/>
                  </a:lnTo>
                  <a:lnTo>
                    <a:pt x="2766070" y="657548"/>
                  </a:lnTo>
                  <a:lnTo>
                    <a:pt x="2818668" y="670759"/>
                  </a:lnTo>
                  <a:lnTo>
                    <a:pt x="2874792" y="682493"/>
                  </a:lnTo>
                  <a:lnTo>
                    <a:pt x="2935395" y="692928"/>
                  </a:lnTo>
                  <a:lnTo>
                    <a:pt x="3001351" y="702231"/>
                  </a:lnTo>
                  <a:lnTo>
                    <a:pt x="3073330" y="710545"/>
                  </a:lnTo>
                  <a:lnTo>
                    <a:pt x="3151647" y="717983"/>
                  </a:lnTo>
                  <a:lnTo>
                    <a:pt x="3236052" y="724623"/>
                  </a:lnTo>
                  <a:lnTo>
                    <a:pt x="3325491" y="730510"/>
                  </a:lnTo>
                  <a:lnTo>
                    <a:pt x="3417893" y="735655"/>
                  </a:lnTo>
                  <a:lnTo>
                    <a:pt x="3510078" y="740048"/>
                  </a:lnTo>
                  <a:lnTo>
                    <a:pt x="3597900" y="743670"/>
                  </a:lnTo>
                  <a:lnTo>
                    <a:pt x="3676751" y="746513"/>
                  </a:lnTo>
                  <a:lnTo>
                    <a:pt x="3742385" y="748601"/>
                  </a:lnTo>
                  <a:lnTo>
                    <a:pt x="3791879" y="750000"/>
                  </a:lnTo>
                  <a:lnTo>
                    <a:pt x="3824428" y="750823"/>
                  </a:lnTo>
                  <a:lnTo>
                    <a:pt x="3841678" y="751214"/>
                  </a:lnTo>
                  <a:lnTo>
                    <a:pt x="3847599" y="751335"/>
                  </a:lnTo>
                  <a:lnTo>
                    <a:pt x="3848118" y="751345"/>
                  </a:lnTo>
                  <a:lnTo>
                    <a:pt x="4386855" y="751345"/>
                  </a:lnTo>
                  <a:lnTo>
                    <a:pt x="4388158" y="751346"/>
                  </a:lnTo>
                  <a:lnTo>
                    <a:pt x="4396657" y="751350"/>
                  </a:lnTo>
                  <a:lnTo>
                    <a:pt x="4417843" y="751360"/>
                  </a:lnTo>
                  <a:lnTo>
                    <a:pt x="4455112" y="751382"/>
                  </a:lnTo>
                  <a:lnTo>
                    <a:pt x="4509439" y="751416"/>
                  </a:lnTo>
                  <a:lnTo>
                    <a:pt x="4579358" y="751466"/>
                  </a:lnTo>
                  <a:lnTo>
                    <a:pt x="4661454" y="751533"/>
                  </a:lnTo>
                  <a:lnTo>
                    <a:pt x="4751243" y="751617"/>
                  </a:lnTo>
                  <a:lnTo>
                    <a:pt x="4844139" y="751717"/>
                  </a:lnTo>
                  <a:lnTo>
                    <a:pt x="4936211" y="751834"/>
                  </a:lnTo>
                  <a:lnTo>
                    <a:pt x="5024575" y="751967"/>
                  </a:lnTo>
                  <a:lnTo>
                    <a:pt x="5107464" y="752117"/>
                  </a:lnTo>
                  <a:lnTo>
                    <a:pt x="5184083" y="752285"/>
                  </a:lnTo>
                  <a:lnTo>
                    <a:pt x="5254374" y="752472"/>
                  </a:lnTo>
                  <a:lnTo>
                    <a:pt x="5318785" y="752682"/>
                  </a:lnTo>
                  <a:lnTo>
                    <a:pt x="5378069" y="752918"/>
                  </a:lnTo>
                  <a:lnTo>
                    <a:pt x="5433141" y="753184"/>
                  </a:lnTo>
                  <a:lnTo>
                    <a:pt x="5484971" y="753482"/>
                  </a:lnTo>
                  <a:lnTo>
                    <a:pt x="5534489" y="753818"/>
                  </a:lnTo>
                  <a:lnTo>
                    <a:pt x="5567201" y="754067"/>
                  </a:lnTo>
                  <a:lnTo>
                    <a:pt x="5619994" y="754516"/>
                  </a:lnTo>
                  <a:lnTo>
                    <a:pt x="5672283" y="755012"/>
                  </a:lnTo>
                  <a:lnTo>
                    <a:pt x="5724663" y="755559"/>
                  </a:lnTo>
                  <a:lnTo>
                    <a:pt x="5777522" y="756153"/>
                  </a:lnTo>
                  <a:lnTo>
                    <a:pt x="5831073" y="756791"/>
                  </a:lnTo>
                  <a:lnTo>
                    <a:pt x="5885372" y="757469"/>
                  </a:lnTo>
                  <a:lnTo>
                    <a:pt x="5940342" y="758177"/>
                  </a:lnTo>
                  <a:lnTo>
                    <a:pt x="5995801" y="758906"/>
                  </a:lnTo>
                  <a:lnTo>
                    <a:pt x="6051496" y="759644"/>
                  </a:lnTo>
                  <a:lnTo>
                    <a:pt x="6107139" y="760380"/>
                  </a:lnTo>
                  <a:lnTo>
                    <a:pt x="6162450" y="761103"/>
                  </a:lnTo>
                  <a:lnTo>
                    <a:pt x="6217196" y="761801"/>
                  </a:lnTo>
                  <a:lnTo>
                    <a:pt x="6271231" y="762465"/>
                  </a:lnTo>
                  <a:lnTo>
                    <a:pt x="6324521" y="763089"/>
                  </a:lnTo>
                  <a:lnTo>
                    <a:pt x="6377176" y="763666"/>
                  </a:lnTo>
                  <a:lnTo>
                    <a:pt x="6429468" y="764195"/>
                  </a:lnTo>
                  <a:lnTo>
                    <a:pt x="6481857" y="764674"/>
                  </a:lnTo>
                  <a:lnTo>
                    <a:pt x="6515891" y="764957"/>
                  </a:lnTo>
                  <a:lnTo>
                    <a:pt x="6564311" y="765318"/>
                  </a:lnTo>
                  <a:lnTo>
                    <a:pt x="6614476" y="765641"/>
                  </a:lnTo>
                  <a:lnTo>
                    <a:pt x="6667242" y="765929"/>
                  </a:lnTo>
                  <a:lnTo>
                    <a:pt x="6723563" y="766185"/>
                  </a:lnTo>
                  <a:lnTo>
                    <a:pt x="6784399" y="766412"/>
                  </a:lnTo>
                  <a:lnTo>
                    <a:pt x="6850628" y="766614"/>
                  </a:lnTo>
                  <a:lnTo>
                    <a:pt x="6922923" y="766795"/>
                  </a:lnTo>
                  <a:lnTo>
                    <a:pt x="7001593" y="766957"/>
                  </a:lnTo>
                  <a:lnTo>
                    <a:pt x="7086370" y="767101"/>
                  </a:lnTo>
                  <a:lnTo>
                    <a:pt x="7176169" y="767229"/>
                  </a:lnTo>
                  <a:lnTo>
                    <a:pt x="7268875" y="767341"/>
                  </a:lnTo>
                  <a:lnTo>
                    <a:pt x="7361244" y="767436"/>
                  </a:lnTo>
                  <a:lnTo>
                    <a:pt x="7449075" y="767515"/>
                  </a:lnTo>
                  <a:lnTo>
                    <a:pt x="7527717" y="767576"/>
                  </a:lnTo>
                  <a:lnTo>
                    <a:pt x="7592921" y="767621"/>
                  </a:lnTo>
                  <a:lnTo>
                    <a:pt x="7641816" y="767651"/>
                  </a:lnTo>
                  <a:lnTo>
                    <a:pt x="7673692" y="767668"/>
                  </a:lnTo>
                  <a:lnTo>
                    <a:pt x="7690324" y="767676"/>
                  </a:lnTo>
                  <a:lnTo>
                    <a:pt x="7695822" y="767679"/>
                  </a:lnTo>
                  <a:lnTo>
                    <a:pt x="7696237" y="767679"/>
                  </a:lnTo>
                  <a:lnTo>
                    <a:pt x="8234974" y="76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0" name="pl1240"/>
            <p:cNvSpPr/>
            <p:nvPr/>
          </p:nvSpPr>
          <p:spPr>
            <a:xfrm>
              <a:off x="546595" y="4441851"/>
              <a:ext cx="8234974" cy="767679"/>
            </a:xfrm>
            <a:custGeom>
              <a:avLst/>
              <a:pathLst>
                <a:path w="8234974" h="767679">
                  <a:moveTo>
                    <a:pt x="8234974" y="767679"/>
                  </a:moveTo>
                  <a:lnTo>
                    <a:pt x="7696237" y="767679"/>
                  </a:lnTo>
                  <a:lnTo>
                    <a:pt x="7694935" y="767678"/>
                  </a:lnTo>
                  <a:lnTo>
                    <a:pt x="7686435" y="767674"/>
                  </a:lnTo>
                  <a:lnTo>
                    <a:pt x="7665250" y="767664"/>
                  </a:lnTo>
                  <a:lnTo>
                    <a:pt x="7627980" y="767643"/>
                  </a:lnTo>
                  <a:lnTo>
                    <a:pt x="7573654" y="767608"/>
                  </a:lnTo>
                  <a:lnTo>
                    <a:pt x="7503735" y="767558"/>
                  </a:lnTo>
                  <a:lnTo>
                    <a:pt x="7421638" y="767491"/>
                  </a:lnTo>
                  <a:lnTo>
                    <a:pt x="7331850" y="767407"/>
                  </a:lnTo>
                  <a:lnTo>
                    <a:pt x="7238953" y="767307"/>
                  </a:lnTo>
                  <a:lnTo>
                    <a:pt x="7146882" y="767190"/>
                  </a:lnTo>
                  <a:lnTo>
                    <a:pt x="7058518" y="767057"/>
                  </a:lnTo>
                  <a:lnTo>
                    <a:pt x="6975629" y="766907"/>
                  </a:lnTo>
                  <a:lnTo>
                    <a:pt x="6899010" y="766739"/>
                  </a:lnTo>
                  <a:lnTo>
                    <a:pt x="6828718" y="766552"/>
                  </a:lnTo>
                  <a:lnTo>
                    <a:pt x="6764308" y="766342"/>
                  </a:lnTo>
                  <a:lnTo>
                    <a:pt x="6705024" y="766106"/>
                  </a:lnTo>
                  <a:lnTo>
                    <a:pt x="6649951" y="765840"/>
                  </a:lnTo>
                  <a:lnTo>
                    <a:pt x="6598121" y="765542"/>
                  </a:lnTo>
                  <a:lnTo>
                    <a:pt x="6548603" y="765206"/>
                  </a:lnTo>
                  <a:lnTo>
                    <a:pt x="6515891" y="764957"/>
                  </a:lnTo>
                  <a:lnTo>
                    <a:pt x="6463098" y="764508"/>
                  </a:lnTo>
                  <a:lnTo>
                    <a:pt x="6410809" y="764012"/>
                  </a:lnTo>
                  <a:lnTo>
                    <a:pt x="6358430" y="763465"/>
                  </a:lnTo>
                  <a:lnTo>
                    <a:pt x="6305570" y="762871"/>
                  </a:lnTo>
                  <a:lnTo>
                    <a:pt x="6252019" y="762233"/>
                  </a:lnTo>
                  <a:lnTo>
                    <a:pt x="6197720" y="761555"/>
                  </a:lnTo>
                  <a:lnTo>
                    <a:pt x="6142750" y="760847"/>
                  </a:lnTo>
                  <a:lnTo>
                    <a:pt x="6087291" y="760118"/>
                  </a:lnTo>
                  <a:lnTo>
                    <a:pt x="6031596" y="759380"/>
                  </a:lnTo>
                  <a:lnTo>
                    <a:pt x="5975953" y="758644"/>
                  </a:lnTo>
                  <a:lnTo>
                    <a:pt x="5920642" y="757921"/>
                  </a:lnTo>
                  <a:lnTo>
                    <a:pt x="5865896" y="757223"/>
                  </a:lnTo>
                  <a:lnTo>
                    <a:pt x="5811862" y="756559"/>
                  </a:lnTo>
                  <a:lnTo>
                    <a:pt x="5758572" y="755935"/>
                  </a:lnTo>
                  <a:lnTo>
                    <a:pt x="5705917" y="755358"/>
                  </a:lnTo>
                  <a:lnTo>
                    <a:pt x="5653624" y="754829"/>
                  </a:lnTo>
                  <a:lnTo>
                    <a:pt x="5601236" y="754350"/>
                  </a:lnTo>
                  <a:lnTo>
                    <a:pt x="5567201" y="754067"/>
                  </a:lnTo>
                  <a:lnTo>
                    <a:pt x="5518782" y="753706"/>
                  </a:lnTo>
                  <a:lnTo>
                    <a:pt x="5468617" y="753383"/>
                  </a:lnTo>
                  <a:lnTo>
                    <a:pt x="5415850" y="753095"/>
                  </a:lnTo>
                  <a:lnTo>
                    <a:pt x="5359529" y="752839"/>
                  </a:lnTo>
                  <a:lnTo>
                    <a:pt x="5298693" y="752612"/>
                  </a:lnTo>
                  <a:lnTo>
                    <a:pt x="5232465" y="752410"/>
                  </a:lnTo>
                  <a:lnTo>
                    <a:pt x="5160169" y="752229"/>
                  </a:lnTo>
                  <a:lnTo>
                    <a:pt x="5081499" y="752067"/>
                  </a:lnTo>
                  <a:lnTo>
                    <a:pt x="4996723" y="751923"/>
                  </a:lnTo>
                  <a:lnTo>
                    <a:pt x="4906923" y="751795"/>
                  </a:lnTo>
                  <a:lnTo>
                    <a:pt x="4814218" y="751683"/>
                  </a:lnTo>
                  <a:lnTo>
                    <a:pt x="4721848" y="751588"/>
                  </a:lnTo>
                  <a:lnTo>
                    <a:pt x="4634017" y="751510"/>
                  </a:lnTo>
                  <a:lnTo>
                    <a:pt x="4555375" y="751448"/>
                  </a:lnTo>
                  <a:lnTo>
                    <a:pt x="4490171" y="751403"/>
                  </a:lnTo>
                  <a:lnTo>
                    <a:pt x="4441276" y="751373"/>
                  </a:lnTo>
                  <a:lnTo>
                    <a:pt x="4409400" y="751356"/>
                  </a:lnTo>
                  <a:lnTo>
                    <a:pt x="4392769" y="751348"/>
                  </a:lnTo>
                  <a:lnTo>
                    <a:pt x="4387271" y="751345"/>
                  </a:lnTo>
                  <a:lnTo>
                    <a:pt x="4386855" y="751345"/>
                  </a:lnTo>
                  <a:lnTo>
                    <a:pt x="3848118" y="751345"/>
                  </a:lnTo>
                  <a:lnTo>
                    <a:pt x="3846826" y="751320"/>
                  </a:lnTo>
                  <a:lnTo>
                    <a:pt x="3838395" y="751143"/>
                  </a:lnTo>
                  <a:lnTo>
                    <a:pt x="3817372" y="750652"/>
                  </a:lnTo>
                  <a:lnTo>
                    <a:pt x="3780372" y="749690"/>
                  </a:lnTo>
                  <a:lnTo>
                    <a:pt x="3726407" y="748117"/>
                  </a:lnTo>
                  <a:lnTo>
                    <a:pt x="3656899" y="745832"/>
                  </a:lnTo>
                  <a:lnTo>
                    <a:pt x="3575214" y="742782"/>
                  </a:lnTo>
                  <a:lnTo>
                    <a:pt x="3485787" y="738953"/>
                  </a:lnTo>
                  <a:lnTo>
                    <a:pt x="3393174" y="734358"/>
                  </a:lnTo>
                  <a:lnTo>
                    <a:pt x="3301295" y="729016"/>
                  </a:lnTo>
                  <a:lnTo>
                    <a:pt x="3213038" y="722931"/>
                  </a:lnTo>
                  <a:lnTo>
                    <a:pt x="3130188" y="716084"/>
                  </a:lnTo>
                  <a:lnTo>
                    <a:pt x="3053560" y="708422"/>
                  </a:lnTo>
                  <a:lnTo>
                    <a:pt x="2983233" y="699857"/>
                  </a:lnTo>
                  <a:lnTo>
                    <a:pt x="2918778" y="690268"/>
                  </a:lnTo>
                  <a:lnTo>
                    <a:pt x="2859457" y="679505"/>
                  </a:lnTo>
                  <a:lnTo>
                    <a:pt x="2804366" y="667394"/>
                  </a:lnTo>
                  <a:lnTo>
                    <a:pt x="2752545" y="653762"/>
                  </a:lnTo>
                  <a:lnTo>
                    <a:pt x="2703068" y="638460"/>
                  </a:lnTo>
                  <a:lnTo>
                    <a:pt x="2667772" y="626121"/>
                  </a:lnTo>
                  <a:lnTo>
                    <a:pt x="2618104" y="606800"/>
                  </a:lnTo>
                  <a:lnTo>
                    <a:pt x="2568918" y="585498"/>
                  </a:lnTo>
                  <a:lnTo>
                    <a:pt x="2519702" y="562186"/>
                  </a:lnTo>
                  <a:lnTo>
                    <a:pt x="2470109" y="536905"/>
                  </a:lnTo>
                  <a:lnTo>
                    <a:pt x="2419935" y="509772"/>
                  </a:lnTo>
                  <a:lnTo>
                    <a:pt x="2369100" y="480986"/>
                  </a:lnTo>
                  <a:lnTo>
                    <a:pt x="2317634" y="450825"/>
                  </a:lnTo>
                  <a:lnTo>
                    <a:pt x="2265658" y="419641"/>
                  </a:lnTo>
                  <a:lnTo>
                    <a:pt x="2213360" y="387840"/>
                  </a:lnTo>
                  <a:lnTo>
                    <a:pt x="2160971" y="355867"/>
                  </a:lnTo>
                  <a:lnTo>
                    <a:pt x="2108730" y="324175"/>
                  </a:lnTo>
                  <a:lnTo>
                    <a:pt x="2056861" y="293200"/>
                  </a:lnTo>
                  <a:lnTo>
                    <a:pt x="2005538" y="263338"/>
                  </a:lnTo>
                  <a:lnTo>
                    <a:pt x="1954862" y="234925"/>
                  </a:lnTo>
                  <a:lnTo>
                    <a:pt x="1904839" y="208220"/>
                  </a:lnTo>
                  <a:lnTo>
                    <a:pt x="1855360" y="183402"/>
                  </a:lnTo>
                  <a:lnTo>
                    <a:pt x="1806188" y="160570"/>
                  </a:lnTo>
                  <a:lnTo>
                    <a:pt x="1756940" y="139747"/>
                  </a:lnTo>
                  <a:lnTo>
                    <a:pt x="1719082" y="125224"/>
                  </a:lnTo>
                  <a:lnTo>
                    <a:pt x="1670800" y="108643"/>
                  </a:lnTo>
                  <a:lnTo>
                    <a:pt x="1620784" y="93797"/>
                  </a:lnTo>
                  <a:lnTo>
                    <a:pt x="1568187" y="80586"/>
                  </a:lnTo>
                  <a:lnTo>
                    <a:pt x="1512063" y="68852"/>
                  </a:lnTo>
                  <a:lnTo>
                    <a:pt x="1451459" y="58417"/>
                  </a:lnTo>
                  <a:lnTo>
                    <a:pt x="1385504" y="49114"/>
                  </a:lnTo>
                  <a:lnTo>
                    <a:pt x="1313525" y="40800"/>
                  </a:lnTo>
                  <a:lnTo>
                    <a:pt x="1235207" y="33362"/>
                  </a:lnTo>
                  <a:lnTo>
                    <a:pt x="1150803" y="26721"/>
                  </a:lnTo>
                  <a:lnTo>
                    <a:pt x="1061364" y="20835"/>
                  </a:lnTo>
                  <a:lnTo>
                    <a:pt x="968961" y="15690"/>
                  </a:lnTo>
                  <a:lnTo>
                    <a:pt x="876777" y="11297"/>
                  </a:lnTo>
                  <a:lnTo>
                    <a:pt x="788954" y="7675"/>
                  </a:lnTo>
                  <a:lnTo>
                    <a:pt x="710103" y="4831"/>
                  </a:lnTo>
                  <a:lnTo>
                    <a:pt x="644470" y="2743"/>
                  </a:lnTo>
                  <a:lnTo>
                    <a:pt x="594975" y="1344"/>
                  </a:lnTo>
                  <a:lnTo>
                    <a:pt x="562427" y="522"/>
                  </a:lnTo>
                  <a:lnTo>
                    <a:pt x="545177" y="131"/>
                  </a:lnTo>
                  <a:lnTo>
                    <a:pt x="539255" y="9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1" name="pg1241"/>
            <p:cNvSpPr/>
            <p:nvPr/>
          </p:nvSpPr>
          <p:spPr>
            <a:xfrm>
              <a:off x="546595" y="3380167"/>
              <a:ext cx="8234974" cy="952793"/>
            </a:xfrm>
            <a:custGeom>
              <a:avLst/>
              <a:pathLst>
                <a:path w="8234974" h="952793">
                  <a:moveTo>
                    <a:pt x="0" y="952793"/>
                  </a:moveTo>
                  <a:lnTo>
                    <a:pt x="538736" y="952793"/>
                  </a:lnTo>
                  <a:lnTo>
                    <a:pt x="540035" y="952778"/>
                  </a:lnTo>
                  <a:lnTo>
                    <a:pt x="548509" y="952669"/>
                  </a:lnTo>
                  <a:lnTo>
                    <a:pt x="569634" y="952369"/>
                  </a:lnTo>
                  <a:lnTo>
                    <a:pt x="606803" y="951780"/>
                  </a:lnTo>
                  <a:lnTo>
                    <a:pt x="660995" y="950817"/>
                  </a:lnTo>
                  <a:lnTo>
                    <a:pt x="730761" y="949420"/>
                  </a:lnTo>
                  <a:lnTo>
                    <a:pt x="812705" y="947555"/>
                  </a:lnTo>
                  <a:lnTo>
                    <a:pt x="902359" y="945214"/>
                  </a:lnTo>
                  <a:lnTo>
                    <a:pt x="995151" y="942405"/>
                  </a:lnTo>
                  <a:lnTo>
                    <a:pt x="1087151" y="939140"/>
                  </a:lnTo>
                  <a:lnTo>
                    <a:pt x="1175475" y="935421"/>
                  </a:lnTo>
                  <a:lnTo>
                    <a:pt x="1258350" y="931236"/>
                  </a:lnTo>
                  <a:lnTo>
                    <a:pt x="1334972" y="926553"/>
                  </a:lnTo>
                  <a:lnTo>
                    <a:pt x="1405277" y="921316"/>
                  </a:lnTo>
                  <a:lnTo>
                    <a:pt x="1469704" y="915452"/>
                  </a:lnTo>
                  <a:lnTo>
                    <a:pt x="1529002" y="908868"/>
                  </a:lnTo>
                  <a:lnTo>
                    <a:pt x="1584081" y="901458"/>
                  </a:lnTo>
                  <a:lnTo>
                    <a:pt x="1635907" y="893116"/>
                  </a:lnTo>
                  <a:lnTo>
                    <a:pt x="1685410" y="883750"/>
                  </a:lnTo>
                  <a:lnTo>
                    <a:pt x="1719082" y="876570"/>
                  </a:lnTo>
                  <a:lnTo>
                    <a:pt x="1770604" y="864343"/>
                  </a:lnTo>
                  <a:lnTo>
                    <a:pt x="1821631" y="850818"/>
                  </a:lnTo>
                  <a:lnTo>
                    <a:pt x="1872722" y="835976"/>
                  </a:lnTo>
                  <a:lnTo>
                    <a:pt x="1924250" y="819851"/>
                  </a:lnTo>
                  <a:lnTo>
                    <a:pt x="1976423" y="802528"/>
                  </a:lnTo>
                  <a:lnTo>
                    <a:pt x="2029310" y="784152"/>
                  </a:lnTo>
                  <a:lnTo>
                    <a:pt x="2082854" y="764924"/>
                  </a:lnTo>
                  <a:lnTo>
                    <a:pt x="2136900" y="745092"/>
                  </a:lnTo>
                  <a:lnTo>
                    <a:pt x="2191220" y="724943"/>
                  </a:lnTo>
                  <a:lnTo>
                    <a:pt x="2245552" y="704781"/>
                  </a:lnTo>
                  <a:lnTo>
                    <a:pt x="2299629" y="684913"/>
                  </a:lnTo>
                  <a:lnTo>
                    <a:pt x="2353220" y="665625"/>
                  </a:lnTo>
                  <a:lnTo>
                    <a:pt x="2406164" y="647172"/>
                  </a:lnTo>
                  <a:lnTo>
                    <a:pt x="2458395" y="629758"/>
                  </a:lnTo>
                  <a:lnTo>
                    <a:pt x="2509970" y="613531"/>
                  </a:lnTo>
                  <a:lnTo>
                    <a:pt x="2561085" y="598583"/>
                  </a:lnTo>
                  <a:lnTo>
                    <a:pt x="2612098" y="584951"/>
                  </a:lnTo>
                  <a:lnTo>
                    <a:pt x="2663554" y="572621"/>
                  </a:lnTo>
                  <a:lnTo>
                    <a:pt x="2667772" y="571676"/>
                  </a:lnTo>
                  <a:lnTo>
                    <a:pt x="2716141" y="561566"/>
                  </a:lnTo>
                  <a:lnTo>
                    <a:pt x="2766250" y="552516"/>
                  </a:lnTo>
                  <a:lnTo>
                    <a:pt x="2818954" y="544465"/>
                  </a:lnTo>
                  <a:lnTo>
                    <a:pt x="2875201" y="537315"/>
                  </a:lnTo>
                  <a:lnTo>
                    <a:pt x="2935951" y="530958"/>
                  </a:lnTo>
                  <a:lnTo>
                    <a:pt x="3002078" y="525291"/>
                  </a:lnTo>
                  <a:lnTo>
                    <a:pt x="3074256" y="520228"/>
                  </a:lnTo>
                  <a:lnTo>
                    <a:pt x="3152794" y="515700"/>
                  </a:lnTo>
                  <a:lnTo>
                    <a:pt x="3237433" y="511657"/>
                  </a:lnTo>
                  <a:lnTo>
                    <a:pt x="3327098" y="508075"/>
                  </a:lnTo>
                  <a:lnTo>
                    <a:pt x="3419691" y="504947"/>
                  </a:lnTo>
                  <a:lnTo>
                    <a:pt x="3511993" y="502277"/>
                  </a:lnTo>
                  <a:lnTo>
                    <a:pt x="3599821" y="500079"/>
                  </a:lnTo>
                  <a:lnTo>
                    <a:pt x="3678542" y="498356"/>
                  </a:lnTo>
                  <a:lnTo>
                    <a:pt x="3743907" y="497095"/>
                  </a:lnTo>
                  <a:lnTo>
                    <a:pt x="3793025" y="496252"/>
                  </a:lnTo>
                  <a:lnTo>
                    <a:pt x="3825151" y="495760"/>
                  </a:lnTo>
                  <a:lnTo>
                    <a:pt x="3842012" y="495528"/>
                  </a:lnTo>
                  <a:lnTo>
                    <a:pt x="3847666" y="495457"/>
                  </a:lnTo>
                  <a:lnTo>
                    <a:pt x="3848118" y="495452"/>
                  </a:lnTo>
                  <a:lnTo>
                    <a:pt x="4386855" y="495452"/>
                  </a:lnTo>
                  <a:lnTo>
                    <a:pt x="4388153" y="495436"/>
                  </a:lnTo>
                  <a:lnTo>
                    <a:pt x="4396623" y="495320"/>
                  </a:lnTo>
                  <a:lnTo>
                    <a:pt x="4417740" y="494998"/>
                  </a:lnTo>
                  <a:lnTo>
                    <a:pt x="4454894" y="494367"/>
                  </a:lnTo>
                  <a:lnTo>
                    <a:pt x="4509066" y="493336"/>
                  </a:lnTo>
                  <a:lnTo>
                    <a:pt x="4578810" y="491840"/>
                  </a:lnTo>
                  <a:lnTo>
                    <a:pt x="4660731" y="489842"/>
                  </a:lnTo>
                  <a:lnTo>
                    <a:pt x="4750365" y="487335"/>
                  </a:lnTo>
                  <a:lnTo>
                    <a:pt x="4843141" y="484327"/>
                  </a:lnTo>
                  <a:lnTo>
                    <a:pt x="4935131" y="480830"/>
                  </a:lnTo>
                  <a:lnTo>
                    <a:pt x="5023449" y="476847"/>
                  </a:lnTo>
                  <a:lnTo>
                    <a:pt x="5106322" y="472364"/>
                  </a:lnTo>
                  <a:lnTo>
                    <a:pt x="5182944" y="467348"/>
                  </a:lnTo>
                  <a:lnTo>
                    <a:pt x="5253251" y="461740"/>
                  </a:lnTo>
                  <a:lnTo>
                    <a:pt x="5317681" y="455460"/>
                  </a:lnTo>
                  <a:lnTo>
                    <a:pt x="5376980" y="448408"/>
                  </a:lnTo>
                  <a:lnTo>
                    <a:pt x="5432061" y="440473"/>
                  </a:lnTo>
                  <a:lnTo>
                    <a:pt x="5483887" y="431538"/>
                  </a:lnTo>
                  <a:lnTo>
                    <a:pt x="5533387" y="421509"/>
                  </a:lnTo>
                  <a:lnTo>
                    <a:pt x="5567201" y="413784"/>
                  </a:lnTo>
                  <a:lnTo>
                    <a:pt x="5618548" y="400732"/>
                  </a:lnTo>
                  <a:lnTo>
                    <a:pt x="5669400" y="386298"/>
                  </a:lnTo>
                  <a:lnTo>
                    <a:pt x="5720313" y="370462"/>
                  </a:lnTo>
                  <a:lnTo>
                    <a:pt x="5771657" y="353260"/>
                  </a:lnTo>
                  <a:lnTo>
                    <a:pt x="5823641" y="334782"/>
                  </a:lnTo>
                  <a:lnTo>
                    <a:pt x="5876333" y="315181"/>
                  </a:lnTo>
                  <a:lnTo>
                    <a:pt x="5929680" y="294667"/>
                  </a:lnTo>
                  <a:lnTo>
                    <a:pt x="5983530" y="273505"/>
                  </a:lnTo>
                  <a:lnTo>
                    <a:pt x="6037659" y="251996"/>
                  </a:lnTo>
                  <a:lnTo>
                    <a:pt x="6091808" y="230463"/>
                  </a:lnTo>
                  <a:lnTo>
                    <a:pt x="6145713" y="209232"/>
                  </a:lnTo>
                  <a:lnTo>
                    <a:pt x="6199143" y="188608"/>
                  </a:lnTo>
                  <a:lnTo>
                    <a:pt x="6251935" y="168862"/>
                  </a:lnTo>
                  <a:lnTo>
                    <a:pt x="6304020" y="150212"/>
                  </a:lnTo>
                  <a:lnTo>
                    <a:pt x="6355446" y="132819"/>
                  </a:lnTo>
                  <a:lnTo>
                    <a:pt x="6406402" y="116785"/>
                  </a:lnTo>
                  <a:lnTo>
                    <a:pt x="6457234" y="102149"/>
                  </a:lnTo>
                  <a:lnTo>
                    <a:pt x="6508467" y="88902"/>
                  </a:lnTo>
                  <a:lnTo>
                    <a:pt x="6515891" y="87112"/>
                  </a:lnTo>
                  <a:lnTo>
                    <a:pt x="6564252" y="76282"/>
                  </a:lnTo>
                  <a:lnTo>
                    <a:pt x="6614354" y="66587"/>
                  </a:lnTo>
                  <a:lnTo>
                    <a:pt x="6667048" y="57961"/>
                  </a:lnTo>
                  <a:lnTo>
                    <a:pt x="6723285" y="50301"/>
                  </a:lnTo>
                  <a:lnTo>
                    <a:pt x="6784021" y="43491"/>
                  </a:lnTo>
                  <a:lnTo>
                    <a:pt x="6850133" y="37420"/>
                  </a:lnTo>
                  <a:lnTo>
                    <a:pt x="6922294" y="31996"/>
                  </a:lnTo>
                  <a:lnTo>
                    <a:pt x="7000813" y="27143"/>
                  </a:lnTo>
                  <a:lnTo>
                    <a:pt x="7085431" y="22812"/>
                  </a:lnTo>
                  <a:lnTo>
                    <a:pt x="7175077" y="18975"/>
                  </a:lnTo>
                  <a:lnTo>
                    <a:pt x="7267653" y="15622"/>
                  </a:lnTo>
                  <a:lnTo>
                    <a:pt x="7359944" y="12762"/>
                  </a:lnTo>
                  <a:lnTo>
                    <a:pt x="7447772" y="10406"/>
                  </a:lnTo>
                  <a:lnTo>
                    <a:pt x="7526505" y="8559"/>
                  </a:lnTo>
                  <a:lnTo>
                    <a:pt x="7591893" y="7207"/>
                  </a:lnTo>
                  <a:lnTo>
                    <a:pt x="7641045" y="6303"/>
                  </a:lnTo>
                  <a:lnTo>
                    <a:pt x="7673208" y="5775"/>
                  </a:lnTo>
                  <a:lnTo>
                    <a:pt x="7690102" y="5525"/>
                  </a:lnTo>
                  <a:lnTo>
                    <a:pt x="7695779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69" y="132"/>
                  </a:lnTo>
                  <a:lnTo>
                    <a:pt x="7665353" y="454"/>
                  </a:lnTo>
                  <a:lnTo>
                    <a:pt x="7628199" y="1084"/>
                  </a:lnTo>
                  <a:lnTo>
                    <a:pt x="7574026" y="2115"/>
                  </a:lnTo>
                  <a:lnTo>
                    <a:pt x="7504283" y="3612"/>
                  </a:lnTo>
                  <a:lnTo>
                    <a:pt x="7422362" y="5609"/>
                  </a:lnTo>
                  <a:lnTo>
                    <a:pt x="7332727" y="8117"/>
                  </a:lnTo>
                  <a:lnTo>
                    <a:pt x="7239952" y="11125"/>
                  </a:lnTo>
                  <a:lnTo>
                    <a:pt x="7147962" y="14622"/>
                  </a:lnTo>
                  <a:lnTo>
                    <a:pt x="7059644" y="18605"/>
                  </a:lnTo>
                  <a:lnTo>
                    <a:pt x="6976771" y="23087"/>
                  </a:lnTo>
                  <a:lnTo>
                    <a:pt x="6900148" y="28103"/>
                  </a:lnTo>
                  <a:lnTo>
                    <a:pt x="6829841" y="33712"/>
                  </a:lnTo>
                  <a:lnTo>
                    <a:pt x="6765412" y="39992"/>
                  </a:lnTo>
                  <a:lnTo>
                    <a:pt x="6706112" y="47044"/>
                  </a:lnTo>
                  <a:lnTo>
                    <a:pt x="6651032" y="54979"/>
                  </a:lnTo>
                  <a:lnTo>
                    <a:pt x="6599206" y="63913"/>
                  </a:lnTo>
                  <a:lnTo>
                    <a:pt x="6549705" y="73943"/>
                  </a:lnTo>
                  <a:lnTo>
                    <a:pt x="6515891" y="81668"/>
                  </a:lnTo>
                  <a:lnTo>
                    <a:pt x="6464545" y="94720"/>
                  </a:lnTo>
                  <a:lnTo>
                    <a:pt x="6413693" y="109154"/>
                  </a:lnTo>
                  <a:lnTo>
                    <a:pt x="6362780" y="124989"/>
                  </a:lnTo>
                  <a:lnTo>
                    <a:pt x="6311436" y="142191"/>
                  </a:lnTo>
                  <a:lnTo>
                    <a:pt x="6259452" y="160669"/>
                  </a:lnTo>
                  <a:lnTo>
                    <a:pt x="6206760" y="180271"/>
                  </a:lnTo>
                  <a:lnTo>
                    <a:pt x="6153413" y="200784"/>
                  </a:lnTo>
                  <a:lnTo>
                    <a:pt x="6099563" y="221946"/>
                  </a:lnTo>
                  <a:lnTo>
                    <a:pt x="6045433" y="243456"/>
                  </a:lnTo>
                  <a:lnTo>
                    <a:pt x="5991284" y="264988"/>
                  </a:lnTo>
                  <a:lnTo>
                    <a:pt x="5937379" y="286220"/>
                  </a:lnTo>
                  <a:lnTo>
                    <a:pt x="5883949" y="306844"/>
                  </a:lnTo>
                  <a:lnTo>
                    <a:pt x="5831157" y="326590"/>
                  </a:lnTo>
                  <a:lnTo>
                    <a:pt x="5779073" y="345240"/>
                  </a:lnTo>
                  <a:lnTo>
                    <a:pt x="5727646" y="362632"/>
                  </a:lnTo>
                  <a:lnTo>
                    <a:pt x="5676690" y="378667"/>
                  </a:lnTo>
                  <a:lnTo>
                    <a:pt x="5625859" y="393302"/>
                  </a:lnTo>
                  <a:lnTo>
                    <a:pt x="5574625" y="406550"/>
                  </a:lnTo>
                  <a:lnTo>
                    <a:pt x="5567201" y="408340"/>
                  </a:lnTo>
                  <a:lnTo>
                    <a:pt x="5518840" y="419169"/>
                  </a:lnTo>
                  <a:lnTo>
                    <a:pt x="5468739" y="428865"/>
                  </a:lnTo>
                  <a:lnTo>
                    <a:pt x="5416045" y="437490"/>
                  </a:lnTo>
                  <a:lnTo>
                    <a:pt x="5359808" y="445150"/>
                  </a:lnTo>
                  <a:lnTo>
                    <a:pt x="5299071" y="451961"/>
                  </a:lnTo>
                  <a:lnTo>
                    <a:pt x="5232959" y="458032"/>
                  </a:lnTo>
                  <a:lnTo>
                    <a:pt x="5160799" y="463456"/>
                  </a:lnTo>
                  <a:lnTo>
                    <a:pt x="5082279" y="468308"/>
                  </a:lnTo>
                  <a:lnTo>
                    <a:pt x="4997661" y="472639"/>
                  </a:lnTo>
                  <a:lnTo>
                    <a:pt x="4908016" y="476477"/>
                  </a:lnTo>
                  <a:lnTo>
                    <a:pt x="4815439" y="479830"/>
                  </a:lnTo>
                  <a:lnTo>
                    <a:pt x="4723148" y="482690"/>
                  </a:lnTo>
                  <a:lnTo>
                    <a:pt x="4635320" y="485046"/>
                  </a:lnTo>
                  <a:lnTo>
                    <a:pt x="4556588" y="486892"/>
                  </a:lnTo>
                  <a:lnTo>
                    <a:pt x="4491199" y="488245"/>
                  </a:lnTo>
                  <a:lnTo>
                    <a:pt x="4442048" y="489149"/>
                  </a:lnTo>
                  <a:lnTo>
                    <a:pt x="4409885" y="489677"/>
                  </a:lnTo>
                  <a:lnTo>
                    <a:pt x="4392990" y="489926"/>
                  </a:lnTo>
                  <a:lnTo>
                    <a:pt x="4387313" y="490002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20" y="490023"/>
                  </a:lnTo>
                  <a:lnTo>
                    <a:pt x="3838346" y="490131"/>
                  </a:lnTo>
                  <a:lnTo>
                    <a:pt x="3817221" y="490432"/>
                  </a:lnTo>
                  <a:lnTo>
                    <a:pt x="3780052" y="491021"/>
                  </a:lnTo>
                  <a:lnTo>
                    <a:pt x="3725859" y="491983"/>
                  </a:lnTo>
                  <a:lnTo>
                    <a:pt x="3656093" y="493380"/>
                  </a:lnTo>
                  <a:lnTo>
                    <a:pt x="3574150" y="495246"/>
                  </a:lnTo>
                  <a:lnTo>
                    <a:pt x="3484496" y="497587"/>
                  </a:lnTo>
                  <a:lnTo>
                    <a:pt x="3391704" y="500395"/>
                  </a:lnTo>
                  <a:lnTo>
                    <a:pt x="3299704" y="503661"/>
                  </a:lnTo>
                  <a:lnTo>
                    <a:pt x="3211380" y="507379"/>
                  </a:lnTo>
                  <a:lnTo>
                    <a:pt x="3128505" y="511564"/>
                  </a:lnTo>
                  <a:lnTo>
                    <a:pt x="3051882" y="516248"/>
                  </a:lnTo>
                  <a:lnTo>
                    <a:pt x="2981578" y="521484"/>
                  </a:lnTo>
                  <a:lnTo>
                    <a:pt x="2917151" y="527348"/>
                  </a:lnTo>
                  <a:lnTo>
                    <a:pt x="2857853" y="533932"/>
                  </a:lnTo>
                  <a:lnTo>
                    <a:pt x="2802774" y="541342"/>
                  </a:lnTo>
                  <a:lnTo>
                    <a:pt x="2750947" y="549685"/>
                  </a:lnTo>
                  <a:lnTo>
                    <a:pt x="2701444" y="559050"/>
                  </a:lnTo>
                  <a:lnTo>
                    <a:pt x="2667772" y="566231"/>
                  </a:lnTo>
                  <a:lnTo>
                    <a:pt x="2616250" y="578457"/>
                  </a:lnTo>
                  <a:lnTo>
                    <a:pt x="2565224" y="591983"/>
                  </a:lnTo>
                  <a:lnTo>
                    <a:pt x="2514133" y="606824"/>
                  </a:lnTo>
                  <a:lnTo>
                    <a:pt x="2462605" y="622950"/>
                  </a:lnTo>
                  <a:lnTo>
                    <a:pt x="2410431" y="640273"/>
                  </a:lnTo>
                  <a:lnTo>
                    <a:pt x="2357544" y="658649"/>
                  </a:lnTo>
                  <a:lnTo>
                    <a:pt x="2304000" y="677877"/>
                  </a:lnTo>
                  <a:lnTo>
                    <a:pt x="2249955" y="697708"/>
                  </a:lnTo>
                  <a:lnTo>
                    <a:pt x="2195634" y="717858"/>
                  </a:lnTo>
                  <a:lnTo>
                    <a:pt x="2141303" y="738020"/>
                  </a:lnTo>
                  <a:lnTo>
                    <a:pt x="2087226" y="757888"/>
                  </a:lnTo>
                  <a:lnTo>
                    <a:pt x="2033634" y="777175"/>
                  </a:lnTo>
                  <a:lnTo>
                    <a:pt x="1980690" y="795628"/>
                  </a:lnTo>
                  <a:lnTo>
                    <a:pt x="1928459" y="813043"/>
                  </a:lnTo>
                  <a:lnTo>
                    <a:pt x="1876885" y="829270"/>
                  </a:lnTo>
                  <a:lnTo>
                    <a:pt x="1825770" y="844218"/>
                  </a:lnTo>
                  <a:lnTo>
                    <a:pt x="1774756" y="857850"/>
                  </a:lnTo>
                  <a:lnTo>
                    <a:pt x="1723301" y="870180"/>
                  </a:lnTo>
                  <a:lnTo>
                    <a:pt x="1719082" y="871125"/>
                  </a:lnTo>
                  <a:lnTo>
                    <a:pt x="1670714" y="881234"/>
                  </a:lnTo>
                  <a:lnTo>
                    <a:pt x="1620604" y="890284"/>
                  </a:lnTo>
                  <a:lnTo>
                    <a:pt x="1567901" y="898336"/>
                  </a:lnTo>
                  <a:lnTo>
                    <a:pt x="1511653" y="905486"/>
                  </a:lnTo>
                  <a:lnTo>
                    <a:pt x="1450904" y="911843"/>
                  </a:lnTo>
                  <a:lnTo>
                    <a:pt x="1384777" y="917509"/>
                  </a:lnTo>
                  <a:lnTo>
                    <a:pt x="1312599" y="922572"/>
                  </a:lnTo>
                  <a:lnTo>
                    <a:pt x="1234060" y="927101"/>
                  </a:lnTo>
                  <a:lnTo>
                    <a:pt x="1149422" y="931143"/>
                  </a:lnTo>
                  <a:lnTo>
                    <a:pt x="1059756" y="934725"/>
                  </a:lnTo>
                  <a:lnTo>
                    <a:pt x="967163" y="937854"/>
                  </a:lnTo>
                  <a:lnTo>
                    <a:pt x="874862" y="940523"/>
                  </a:lnTo>
                  <a:lnTo>
                    <a:pt x="787033" y="942721"/>
                  </a:lnTo>
                  <a:lnTo>
                    <a:pt x="708312" y="944444"/>
                  </a:lnTo>
                  <a:lnTo>
                    <a:pt x="642948" y="945706"/>
                  </a:lnTo>
                  <a:lnTo>
                    <a:pt x="593829" y="946548"/>
                  </a:lnTo>
                  <a:lnTo>
                    <a:pt x="561703" y="947041"/>
                  </a:lnTo>
                  <a:lnTo>
                    <a:pt x="544842" y="947273"/>
                  </a:lnTo>
                  <a:lnTo>
                    <a:pt x="539188" y="947343"/>
                  </a:lnTo>
                  <a:lnTo>
                    <a:pt x="538736" y="947348"/>
                  </a:lnTo>
                  <a:lnTo>
                    <a:pt x="0" y="94734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42" name="pl1242"/>
            <p:cNvSpPr/>
            <p:nvPr/>
          </p:nvSpPr>
          <p:spPr>
            <a:xfrm>
              <a:off x="546595" y="3385611"/>
              <a:ext cx="8234974" cy="947348"/>
            </a:xfrm>
            <a:custGeom>
              <a:avLst/>
              <a:pathLst>
                <a:path w="8234974" h="947348">
                  <a:moveTo>
                    <a:pt x="0" y="947348"/>
                  </a:moveTo>
                  <a:lnTo>
                    <a:pt x="538736" y="947348"/>
                  </a:lnTo>
                  <a:lnTo>
                    <a:pt x="540035" y="947333"/>
                  </a:lnTo>
                  <a:lnTo>
                    <a:pt x="548509" y="947225"/>
                  </a:lnTo>
                  <a:lnTo>
                    <a:pt x="569634" y="946924"/>
                  </a:lnTo>
                  <a:lnTo>
                    <a:pt x="606803" y="946335"/>
                  </a:lnTo>
                  <a:lnTo>
                    <a:pt x="660995" y="945373"/>
                  </a:lnTo>
                  <a:lnTo>
                    <a:pt x="730761" y="943976"/>
                  </a:lnTo>
                  <a:lnTo>
                    <a:pt x="812705" y="942110"/>
                  </a:lnTo>
                  <a:lnTo>
                    <a:pt x="902359" y="939769"/>
                  </a:lnTo>
                  <a:lnTo>
                    <a:pt x="995151" y="936961"/>
                  </a:lnTo>
                  <a:lnTo>
                    <a:pt x="1087151" y="933695"/>
                  </a:lnTo>
                  <a:lnTo>
                    <a:pt x="1175475" y="929977"/>
                  </a:lnTo>
                  <a:lnTo>
                    <a:pt x="1258350" y="925792"/>
                  </a:lnTo>
                  <a:lnTo>
                    <a:pt x="1334972" y="921108"/>
                  </a:lnTo>
                  <a:lnTo>
                    <a:pt x="1405277" y="915872"/>
                  </a:lnTo>
                  <a:lnTo>
                    <a:pt x="1469704" y="910008"/>
                  </a:lnTo>
                  <a:lnTo>
                    <a:pt x="1529002" y="903424"/>
                  </a:lnTo>
                  <a:lnTo>
                    <a:pt x="1584081" y="896014"/>
                  </a:lnTo>
                  <a:lnTo>
                    <a:pt x="1635907" y="887671"/>
                  </a:lnTo>
                  <a:lnTo>
                    <a:pt x="1685410" y="878306"/>
                  </a:lnTo>
                  <a:lnTo>
                    <a:pt x="1719082" y="871125"/>
                  </a:lnTo>
                  <a:lnTo>
                    <a:pt x="1770604" y="858899"/>
                  </a:lnTo>
                  <a:lnTo>
                    <a:pt x="1821631" y="845373"/>
                  </a:lnTo>
                  <a:lnTo>
                    <a:pt x="1872722" y="830532"/>
                  </a:lnTo>
                  <a:lnTo>
                    <a:pt x="1924250" y="814406"/>
                  </a:lnTo>
                  <a:lnTo>
                    <a:pt x="1976423" y="797083"/>
                  </a:lnTo>
                  <a:lnTo>
                    <a:pt x="2029310" y="778707"/>
                  </a:lnTo>
                  <a:lnTo>
                    <a:pt x="2082854" y="759479"/>
                  </a:lnTo>
                  <a:lnTo>
                    <a:pt x="2136900" y="739648"/>
                  </a:lnTo>
                  <a:lnTo>
                    <a:pt x="2191220" y="719498"/>
                  </a:lnTo>
                  <a:lnTo>
                    <a:pt x="2245552" y="699336"/>
                  </a:lnTo>
                  <a:lnTo>
                    <a:pt x="2299629" y="679468"/>
                  </a:lnTo>
                  <a:lnTo>
                    <a:pt x="2353220" y="660181"/>
                  </a:lnTo>
                  <a:lnTo>
                    <a:pt x="2406164" y="641728"/>
                  </a:lnTo>
                  <a:lnTo>
                    <a:pt x="2458395" y="624313"/>
                  </a:lnTo>
                  <a:lnTo>
                    <a:pt x="2509970" y="608086"/>
                  </a:lnTo>
                  <a:lnTo>
                    <a:pt x="2561085" y="593138"/>
                  </a:lnTo>
                  <a:lnTo>
                    <a:pt x="2612098" y="579506"/>
                  </a:lnTo>
                  <a:lnTo>
                    <a:pt x="2663554" y="567176"/>
                  </a:lnTo>
                  <a:lnTo>
                    <a:pt x="2667772" y="566231"/>
                  </a:lnTo>
                  <a:lnTo>
                    <a:pt x="2716141" y="556122"/>
                  </a:lnTo>
                  <a:lnTo>
                    <a:pt x="2766250" y="547072"/>
                  </a:lnTo>
                  <a:lnTo>
                    <a:pt x="2818954" y="539020"/>
                  </a:lnTo>
                  <a:lnTo>
                    <a:pt x="2875201" y="531870"/>
                  </a:lnTo>
                  <a:lnTo>
                    <a:pt x="2935951" y="525513"/>
                  </a:lnTo>
                  <a:lnTo>
                    <a:pt x="3002078" y="519847"/>
                  </a:lnTo>
                  <a:lnTo>
                    <a:pt x="3074256" y="514784"/>
                  </a:lnTo>
                  <a:lnTo>
                    <a:pt x="3152794" y="510255"/>
                  </a:lnTo>
                  <a:lnTo>
                    <a:pt x="3237433" y="506213"/>
                  </a:lnTo>
                  <a:lnTo>
                    <a:pt x="3327098" y="502631"/>
                  </a:lnTo>
                  <a:lnTo>
                    <a:pt x="3419691" y="499502"/>
                  </a:lnTo>
                  <a:lnTo>
                    <a:pt x="3511993" y="496833"/>
                  </a:lnTo>
                  <a:lnTo>
                    <a:pt x="3599821" y="494635"/>
                  </a:lnTo>
                  <a:lnTo>
                    <a:pt x="3678542" y="492912"/>
                  </a:lnTo>
                  <a:lnTo>
                    <a:pt x="3743907" y="491650"/>
                  </a:lnTo>
                  <a:lnTo>
                    <a:pt x="3793025" y="490808"/>
                  </a:lnTo>
                  <a:lnTo>
                    <a:pt x="3825151" y="490315"/>
                  </a:lnTo>
                  <a:lnTo>
                    <a:pt x="3842012" y="490083"/>
                  </a:lnTo>
                  <a:lnTo>
                    <a:pt x="3847666" y="490013"/>
                  </a:lnTo>
                  <a:lnTo>
                    <a:pt x="3848118" y="490008"/>
                  </a:lnTo>
                  <a:lnTo>
                    <a:pt x="4386855" y="490008"/>
                  </a:lnTo>
                  <a:lnTo>
                    <a:pt x="4388153" y="489991"/>
                  </a:lnTo>
                  <a:lnTo>
                    <a:pt x="4396623" y="489875"/>
                  </a:lnTo>
                  <a:lnTo>
                    <a:pt x="4417740" y="489553"/>
                  </a:lnTo>
                  <a:lnTo>
                    <a:pt x="4454894" y="488923"/>
                  </a:lnTo>
                  <a:lnTo>
                    <a:pt x="4509066" y="487892"/>
                  </a:lnTo>
                  <a:lnTo>
                    <a:pt x="4578810" y="486395"/>
                  </a:lnTo>
                  <a:lnTo>
                    <a:pt x="4660731" y="484398"/>
                  </a:lnTo>
                  <a:lnTo>
                    <a:pt x="4750365" y="481891"/>
                  </a:lnTo>
                  <a:lnTo>
                    <a:pt x="4843141" y="478882"/>
                  </a:lnTo>
                  <a:lnTo>
                    <a:pt x="4935131" y="475385"/>
                  </a:lnTo>
                  <a:lnTo>
                    <a:pt x="5023449" y="471402"/>
                  </a:lnTo>
                  <a:lnTo>
                    <a:pt x="5106322" y="466920"/>
                  </a:lnTo>
                  <a:lnTo>
                    <a:pt x="5182944" y="461904"/>
                  </a:lnTo>
                  <a:lnTo>
                    <a:pt x="5253251" y="456295"/>
                  </a:lnTo>
                  <a:lnTo>
                    <a:pt x="5317681" y="450015"/>
                  </a:lnTo>
                  <a:lnTo>
                    <a:pt x="5376980" y="442964"/>
                  </a:lnTo>
                  <a:lnTo>
                    <a:pt x="5432061" y="435028"/>
                  </a:lnTo>
                  <a:lnTo>
                    <a:pt x="5483887" y="426094"/>
                  </a:lnTo>
                  <a:lnTo>
                    <a:pt x="5533387" y="416064"/>
                  </a:lnTo>
                  <a:lnTo>
                    <a:pt x="5567201" y="408340"/>
                  </a:lnTo>
                  <a:lnTo>
                    <a:pt x="5618548" y="395287"/>
                  </a:lnTo>
                  <a:lnTo>
                    <a:pt x="5669400" y="380853"/>
                  </a:lnTo>
                  <a:lnTo>
                    <a:pt x="5720313" y="365018"/>
                  </a:lnTo>
                  <a:lnTo>
                    <a:pt x="5771657" y="347816"/>
                  </a:lnTo>
                  <a:lnTo>
                    <a:pt x="5823641" y="329338"/>
                  </a:lnTo>
                  <a:lnTo>
                    <a:pt x="5876333" y="309736"/>
                  </a:lnTo>
                  <a:lnTo>
                    <a:pt x="5929680" y="289223"/>
                  </a:lnTo>
                  <a:lnTo>
                    <a:pt x="5983530" y="268061"/>
                  </a:lnTo>
                  <a:lnTo>
                    <a:pt x="6037659" y="246551"/>
                  </a:lnTo>
                  <a:lnTo>
                    <a:pt x="6091808" y="225019"/>
                  </a:lnTo>
                  <a:lnTo>
                    <a:pt x="6145713" y="203787"/>
                  </a:lnTo>
                  <a:lnTo>
                    <a:pt x="6199143" y="183164"/>
                  </a:lnTo>
                  <a:lnTo>
                    <a:pt x="6251935" y="163417"/>
                  </a:lnTo>
                  <a:lnTo>
                    <a:pt x="6304020" y="144767"/>
                  </a:lnTo>
                  <a:lnTo>
                    <a:pt x="6355446" y="127375"/>
                  </a:lnTo>
                  <a:lnTo>
                    <a:pt x="6406402" y="111340"/>
                  </a:lnTo>
                  <a:lnTo>
                    <a:pt x="6457234" y="96705"/>
                  </a:lnTo>
                  <a:lnTo>
                    <a:pt x="6508467" y="83457"/>
                  </a:lnTo>
                  <a:lnTo>
                    <a:pt x="6515891" y="81668"/>
                  </a:lnTo>
                  <a:lnTo>
                    <a:pt x="6564252" y="70838"/>
                  </a:lnTo>
                  <a:lnTo>
                    <a:pt x="6614354" y="61142"/>
                  </a:lnTo>
                  <a:lnTo>
                    <a:pt x="6667048" y="52517"/>
                  </a:lnTo>
                  <a:lnTo>
                    <a:pt x="6723285" y="44857"/>
                  </a:lnTo>
                  <a:lnTo>
                    <a:pt x="6784021" y="38046"/>
                  </a:lnTo>
                  <a:lnTo>
                    <a:pt x="6850133" y="31976"/>
                  </a:lnTo>
                  <a:lnTo>
                    <a:pt x="6922294" y="26551"/>
                  </a:lnTo>
                  <a:lnTo>
                    <a:pt x="7000813" y="21699"/>
                  </a:lnTo>
                  <a:lnTo>
                    <a:pt x="7085431" y="17368"/>
                  </a:lnTo>
                  <a:lnTo>
                    <a:pt x="7175077" y="13530"/>
                  </a:lnTo>
                  <a:lnTo>
                    <a:pt x="7267653" y="10177"/>
                  </a:lnTo>
                  <a:lnTo>
                    <a:pt x="7359944" y="7317"/>
                  </a:lnTo>
                  <a:lnTo>
                    <a:pt x="7447772" y="4961"/>
                  </a:lnTo>
                  <a:lnTo>
                    <a:pt x="7526505" y="3115"/>
                  </a:lnTo>
                  <a:lnTo>
                    <a:pt x="7591893" y="1762"/>
                  </a:lnTo>
                  <a:lnTo>
                    <a:pt x="7641045" y="859"/>
                  </a:lnTo>
                  <a:lnTo>
                    <a:pt x="7673208" y="330"/>
                  </a:lnTo>
                  <a:lnTo>
                    <a:pt x="7690102" y="81"/>
                  </a:lnTo>
                  <a:lnTo>
                    <a:pt x="7695779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3" name="pl1243"/>
            <p:cNvSpPr/>
            <p:nvPr/>
          </p:nvSpPr>
          <p:spPr>
            <a:xfrm>
              <a:off x="546595" y="3380167"/>
              <a:ext cx="8234974" cy="947348"/>
            </a:xfrm>
            <a:custGeom>
              <a:avLst/>
              <a:pathLst>
                <a:path w="8234974" h="947348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69" y="132"/>
                  </a:lnTo>
                  <a:lnTo>
                    <a:pt x="7665353" y="454"/>
                  </a:lnTo>
                  <a:lnTo>
                    <a:pt x="7628199" y="1084"/>
                  </a:lnTo>
                  <a:lnTo>
                    <a:pt x="7574026" y="2115"/>
                  </a:lnTo>
                  <a:lnTo>
                    <a:pt x="7504283" y="3612"/>
                  </a:lnTo>
                  <a:lnTo>
                    <a:pt x="7422362" y="5609"/>
                  </a:lnTo>
                  <a:lnTo>
                    <a:pt x="7332727" y="8117"/>
                  </a:lnTo>
                  <a:lnTo>
                    <a:pt x="7239952" y="11125"/>
                  </a:lnTo>
                  <a:lnTo>
                    <a:pt x="7147962" y="14622"/>
                  </a:lnTo>
                  <a:lnTo>
                    <a:pt x="7059644" y="18605"/>
                  </a:lnTo>
                  <a:lnTo>
                    <a:pt x="6976771" y="23087"/>
                  </a:lnTo>
                  <a:lnTo>
                    <a:pt x="6900148" y="28103"/>
                  </a:lnTo>
                  <a:lnTo>
                    <a:pt x="6829841" y="33712"/>
                  </a:lnTo>
                  <a:lnTo>
                    <a:pt x="6765412" y="39992"/>
                  </a:lnTo>
                  <a:lnTo>
                    <a:pt x="6706112" y="47044"/>
                  </a:lnTo>
                  <a:lnTo>
                    <a:pt x="6651032" y="54979"/>
                  </a:lnTo>
                  <a:lnTo>
                    <a:pt x="6599206" y="63913"/>
                  </a:lnTo>
                  <a:lnTo>
                    <a:pt x="6549705" y="73943"/>
                  </a:lnTo>
                  <a:lnTo>
                    <a:pt x="6515891" y="81668"/>
                  </a:lnTo>
                  <a:lnTo>
                    <a:pt x="6464545" y="94720"/>
                  </a:lnTo>
                  <a:lnTo>
                    <a:pt x="6413693" y="109154"/>
                  </a:lnTo>
                  <a:lnTo>
                    <a:pt x="6362780" y="124989"/>
                  </a:lnTo>
                  <a:lnTo>
                    <a:pt x="6311436" y="142191"/>
                  </a:lnTo>
                  <a:lnTo>
                    <a:pt x="6259452" y="160669"/>
                  </a:lnTo>
                  <a:lnTo>
                    <a:pt x="6206760" y="180271"/>
                  </a:lnTo>
                  <a:lnTo>
                    <a:pt x="6153413" y="200784"/>
                  </a:lnTo>
                  <a:lnTo>
                    <a:pt x="6099563" y="221946"/>
                  </a:lnTo>
                  <a:lnTo>
                    <a:pt x="6045433" y="243456"/>
                  </a:lnTo>
                  <a:lnTo>
                    <a:pt x="5991284" y="264988"/>
                  </a:lnTo>
                  <a:lnTo>
                    <a:pt x="5937379" y="286220"/>
                  </a:lnTo>
                  <a:lnTo>
                    <a:pt x="5883949" y="306844"/>
                  </a:lnTo>
                  <a:lnTo>
                    <a:pt x="5831157" y="326590"/>
                  </a:lnTo>
                  <a:lnTo>
                    <a:pt x="5779073" y="345240"/>
                  </a:lnTo>
                  <a:lnTo>
                    <a:pt x="5727646" y="362632"/>
                  </a:lnTo>
                  <a:lnTo>
                    <a:pt x="5676690" y="378667"/>
                  </a:lnTo>
                  <a:lnTo>
                    <a:pt x="5625859" y="393302"/>
                  </a:lnTo>
                  <a:lnTo>
                    <a:pt x="5574625" y="406550"/>
                  </a:lnTo>
                  <a:lnTo>
                    <a:pt x="5567201" y="408340"/>
                  </a:lnTo>
                  <a:lnTo>
                    <a:pt x="5518840" y="419169"/>
                  </a:lnTo>
                  <a:lnTo>
                    <a:pt x="5468739" y="428865"/>
                  </a:lnTo>
                  <a:lnTo>
                    <a:pt x="5416045" y="437490"/>
                  </a:lnTo>
                  <a:lnTo>
                    <a:pt x="5359808" y="445150"/>
                  </a:lnTo>
                  <a:lnTo>
                    <a:pt x="5299071" y="451961"/>
                  </a:lnTo>
                  <a:lnTo>
                    <a:pt x="5232959" y="458032"/>
                  </a:lnTo>
                  <a:lnTo>
                    <a:pt x="5160799" y="463456"/>
                  </a:lnTo>
                  <a:lnTo>
                    <a:pt x="5082279" y="468308"/>
                  </a:lnTo>
                  <a:lnTo>
                    <a:pt x="4997661" y="472639"/>
                  </a:lnTo>
                  <a:lnTo>
                    <a:pt x="4908016" y="476477"/>
                  </a:lnTo>
                  <a:lnTo>
                    <a:pt x="4815439" y="479830"/>
                  </a:lnTo>
                  <a:lnTo>
                    <a:pt x="4723148" y="482690"/>
                  </a:lnTo>
                  <a:lnTo>
                    <a:pt x="4635320" y="485046"/>
                  </a:lnTo>
                  <a:lnTo>
                    <a:pt x="4556588" y="486892"/>
                  </a:lnTo>
                  <a:lnTo>
                    <a:pt x="4491199" y="488245"/>
                  </a:lnTo>
                  <a:lnTo>
                    <a:pt x="4442048" y="489149"/>
                  </a:lnTo>
                  <a:lnTo>
                    <a:pt x="4409885" y="489677"/>
                  </a:lnTo>
                  <a:lnTo>
                    <a:pt x="4392990" y="489926"/>
                  </a:lnTo>
                  <a:lnTo>
                    <a:pt x="4387313" y="490002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20" y="490023"/>
                  </a:lnTo>
                  <a:lnTo>
                    <a:pt x="3838346" y="490131"/>
                  </a:lnTo>
                  <a:lnTo>
                    <a:pt x="3817221" y="490432"/>
                  </a:lnTo>
                  <a:lnTo>
                    <a:pt x="3780052" y="491021"/>
                  </a:lnTo>
                  <a:lnTo>
                    <a:pt x="3725859" y="491983"/>
                  </a:lnTo>
                  <a:lnTo>
                    <a:pt x="3656093" y="493380"/>
                  </a:lnTo>
                  <a:lnTo>
                    <a:pt x="3574150" y="495246"/>
                  </a:lnTo>
                  <a:lnTo>
                    <a:pt x="3484496" y="497587"/>
                  </a:lnTo>
                  <a:lnTo>
                    <a:pt x="3391704" y="500395"/>
                  </a:lnTo>
                  <a:lnTo>
                    <a:pt x="3299704" y="503661"/>
                  </a:lnTo>
                  <a:lnTo>
                    <a:pt x="3211380" y="507379"/>
                  </a:lnTo>
                  <a:lnTo>
                    <a:pt x="3128505" y="511564"/>
                  </a:lnTo>
                  <a:lnTo>
                    <a:pt x="3051882" y="516248"/>
                  </a:lnTo>
                  <a:lnTo>
                    <a:pt x="2981578" y="521484"/>
                  </a:lnTo>
                  <a:lnTo>
                    <a:pt x="2917151" y="527348"/>
                  </a:lnTo>
                  <a:lnTo>
                    <a:pt x="2857853" y="533932"/>
                  </a:lnTo>
                  <a:lnTo>
                    <a:pt x="2802774" y="541342"/>
                  </a:lnTo>
                  <a:lnTo>
                    <a:pt x="2750947" y="549685"/>
                  </a:lnTo>
                  <a:lnTo>
                    <a:pt x="2701444" y="559050"/>
                  </a:lnTo>
                  <a:lnTo>
                    <a:pt x="2667772" y="566231"/>
                  </a:lnTo>
                  <a:lnTo>
                    <a:pt x="2616250" y="578457"/>
                  </a:lnTo>
                  <a:lnTo>
                    <a:pt x="2565224" y="591983"/>
                  </a:lnTo>
                  <a:lnTo>
                    <a:pt x="2514133" y="606824"/>
                  </a:lnTo>
                  <a:lnTo>
                    <a:pt x="2462605" y="622950"/>
                  </a:lnTo>
                  <a:lnTo>
                    <a:pt x="2410431" y="640273"/>
                  </a:lnTo>
                  <a:lnTo>
                    <a:pt x="2357544" y="658649"/>
                  </a:lnTo>
                  <a:lnTo>
                    <a:pt x="2304000" y="677877"/>
                  </a:lnTo>
                  <a:lnTo>
                    <a:pt x="2249955" y="697708"/>
                  </a:lnTo>
                  <a:lnTo>
                    <a:pt x="2195634" y="717858"/>
                  </a:lnTo>
                  <a:lnTo>
                    <a:pt x="2141303" y="738020"/>
                  </a:lnTo>
                  <a:lnTo>
                    <a:pt x="2087226" y="757888"/>
                  </a:lnTo>
                  <a:lnTo>
                    <a:pt x="2033634" y="777175"/>
                  </a:lnTo>
                  <a:lnTo>
                    <a:pt x="1980690" y="795628"/>
                  </a:lnTo>
                  <a:lnTo>
                    <a:pt x="1928459" y="813043"/>
                  </a:lnTo>
                  <a:lnTo>
                    <a:pt x="1876885" y="829270"/>
                  </a:lnTo>
                  <a:lnTo>
                    <a:pt x="1825770" y="844218"/>
                  </a:lnTo>
                  <a:lnTo>
                    <a:pt x="1774756" y="857850"/>
                  </a:lnTo>
                  <a:lnTo>
                    <a:pt x="1723301" y="870180"/>
                  </a:lnTo>
                  <a:lnTo>
                    <a:pt x="1719082" y="871125"/>
                  </a:lnTo>
                  <a:lnTo>
                    <a:pt x="1670714" y="881234"/>
                  </a:lnTo>
                  <a:lnTo>
                    <a:pt x="1620604" y="890284"/>
                  </a:lnTo>
                  <a:lnTo>
                    <a:pt x="1567901" y="898336"/>
                  </a:lnTo>
                  <a:lnTo>
                    <a:pt x="1511653" y="905486"/>
                  </a:lnTo>
                  <a:lnTo>
                    <a:pt x="1450904" y="911843"/>
                  </a:lnTo>
                  <a:lnTo>
                    <a:pt x="1384777" y="917509"/>
                  </a:lnTo>
                  <a:lnTo>
                    <a:pt x="1312599" y="922572"/>
                  </a:lnTo>
                  <a:lnTo>
                    <a:pt x="1234060" y="927101"/>
                  </a:lnTo>
                  <a:lnTo>
                    <a:pt x="1149422" y="931143"/>
                  </a:lnTo>
                  <a:lnTo>
                    <a:pt x="1059756" y="934725"/>
                  </a:lnTo>
                  <a:lnTo>
                    <a:pt x="967163" y="937854"/>
                  </a:lnTo>
                  <a:lnTo>
                    <a:pt x="874862" y="940523"/>
                  </a:lnTo>
                  <a:lnTo>
                    <a:pt x="787033" y="942721"/>
                  </a:lnTo>
                  <a:lnTo>
                    <a:pt x="708312" y="944444"/>
                  </a:lnTo>
                  <a:lnTo>
                    <a:pt x="642948" y="945706"/>
                  </a:lnTo>
                  <a:lnTo>
                    <a:pt x="593829" y="946548"/>
                  </a:lnTo>
                  <a:lnTo>
                    <a:pt x="561703" y="947041"/>
                  </a:lnTo>
                  <a:lnTo>
                    <a:pt x="544842" y="947273"/>
                  </a:lnTo>
                  <a:lnTo>
                    <a:pt x="539188" y="947343"/>
                  </a:lnTo>
                  <a:lnTo>
                    <a:pt x="538736" y="947348"/>
                  </a:lnTo>
                  <a:lnTo>
                    <a:pt x="0" y="9473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4" name="pg1244"/>
            <p:cNvSpPr/>
            <p:nvPr/>
          </p:nvSpPr>
          <p:spPr>
            <a:xfrm>
              <a:off x="546595" y="3946398"/>
              <a:ext cx="8234974" cy="778568"/>
            </a:xfrm>
            <a:custGeom>
              <a:avLst/>
              <a:pathLst>
                <a:path w="8234974" h="778568">
                  <a:moveTo>
                    <a:pt x="0" y="397450"/>
                  </a:moveTo>
                  <a:lnTo>
                    <a:pt x="538736" y="397450"/>
                  </a:lnTo>
                  <a:lnTo>
                    <a:pt x="540036" y="397438"/>
                  </a:lnTo>
                  <a:lnTo>
                    <a:pt x="548517" y="397346"/>
                  </a:lnTo>
                  <a:lnTo>
                    <a:pt x="569660" y="397092"/>
                  </a:lnTo>
                  <a:lnTo>
                    <a:pt x="606857" y="396593"/>
                  </a:lnTo>
                  <a:lnTo>
                    <a:pt x="661088" y="395779"/>
                  </a:lnTo>
                  <a:lnTo>
                    <a:pt x="730898" y="394597"/>
                  </a:lnTo>
                  <a:lnTo>
                    <a:pt x="812885" y="393019"/>
                  </a:lnTo>
                  <a:lnTo>
                    <a:pt x="902577" y="391039"/>
                  </a:lnTo>
                  <a:lnTo>
                    <a:pt x="995399" y="388664"/>
                  </a:lnTo>
                  <a:lnTo>
                    <a:pt x="1087419" y="385902"/>
                  </a:lnTo>
                  <a:lnTo>
                    <a:pt x="1175755" y="382756"/>
                  </a:lnTo>
                  <a:lnTo>
                    <a:pt x="1258634" y="379217"/>
                  </a:lnTo>
                  <a:lnTo>
                    <a:pt x="1335255" y="375255"/>
                  </a:lnTo>
                  <a:lnTo>
                    <a:pt x="1405556" y="370826"/>
                  </a:lnTo>
                  <a:lnTo>
                    <a:pt x="1469979" y="365866"/>
                  </a:lnTo>
                  <a:lnTo>
                    <a:pt x="1529272" y="360295"/>
                  </a:lnTo>
                  <a:lnTo>
                    <a:pt x="1584350" y="354027"/>
                  </a:lnTo>
                  <a:lnTo>
                    <a:pt x="1636177" y="346969"/>
                  </a:lnTo>
                  <a:lnTo>
                    <a:pt x="1685684" y="339046"/>
                  </a:lnTo>
                  <a:lnTo>
                    <a:pt x="1719082" y="333024"/>
                  </a:lnTo>
                  <a:lnTo>
                    <a:pt x="1770952" y="322616"/>
                  </a:lnTo>
                  <a:lnTo>
                    <a:pt x="1822324" y="311094"/>
                  </a:lnTo>
                  <a:lnTo>
                    <a:pt x="1873767" y="298445"/>
                  </a:lnTo>
                  <a:lnTo>
                    <a:pt x="1925659" y="284697"/>
                  </a:lnTo>
                  <a:lnTo>
                    <a:pt x="1978209" y="269926"/>
                  </a:lnTo>
                  <a:lnTo>
                    <a:pt x="2031482" y="254259"/>
                  </a:lnTo>
                  <a:lnTo>
                    <a:pt x="2085416" y="237868"/>
                  </a:lnTo>
                  <a:lnTo>
                    <a:pt x="2139849" y="220972"/>
                  </a:lnTo>
                  <a:lnTo>
                    <a:pt x="2194547" y="203818"/>
                  </a:lnTo>
                  <a:lnTo>
                    <a:pt x="2249239" y="186669"/>
                  </a:lnTo>
                  <a:lnTo>
                    <a:pt x="2303655" y="169789"/>
                  </a:lnTo>
                  <a:lnTo>
                    <a:pt x="2357565" y="153424"/>
                  </a:lnTo>
                  <a:lnTo>
                    <a:pt x="2410809" y="137790"/>
                  </a:lnTo>
                  <a:lnTo>
                    <a:pt x="2463330" y="123059"/>
                  </a:lnTo>
                  <a:lnTo>
                    <a:pt x="2515198" y="109354"/>
                  </a:lnTo>
                  <a:lnTo>
                    <a:pt x="2566630" y="96751"/>
                  </a:lnTo>
                  <a:lnTo>
                    <a:pt x="2618009" y="85276"/>
                  </a:lnTo>
                  <a:lnTo>
                    <a:pt x="2667772" y="75316"/>
                  </a:lnTo>
                  <a:lnTo>
                    <a:pt x="2716155" y="66768"/>
                  </a:lnTo>
                  <a:lnTo>
                    <a:pt x="2766281" y="59117"/>
                  </a:lnTo>
                  <a:lnTo>
                    <a:pt x="2819002" y="52310"/>
                  </a:lnTo>
                  <a:lnTo>
                    <a:pt x="2875271" y="46266"/>
                  </a:lnTo>
                  <a:lnTo>
                    <a:pt x="2936045" y="40892"/>
                  </a:lnTo>
                  <a:lnTo>
                    <a:pt x="3002201" y="36102"/>
                  </a:lnTo>
                  <a:lnTo>
                    <a:pt x="3074412" y="31822"/>
                  </a:lnTo>
                  <a:lnTo>
                    <a:pt x="3152988" y="27994"/>
                  </a:lnTo>
                  <a:lnTo>
                    <a:pt x="3237666" y="24577"/>
                  </a:lnTo>
                  <a:lnTo>
                    <a:pt x="3327370" y="21550"/>
                  </a:lnTo>
                  <a:lnTo>
                    <a:pt x="3419995" y="18906"/>
                  </a:lnTo>
                  <a:lnTo>
                    <a:pt x="3512316" y="16650"/>
                  </a:lnTo>
                  <a:lnTo>
                    <a:pt x="3600145" y="14793"/>
                  </a:lnTo>
                  <a:lnTo>
                    <a:pt x="3678844" y="13338"/>
                  </a:lnTo>
                  <a:lnTo>
                    <a:pt x="3744163" y="12273"/>
                  </a:lnTo>
                  <a:lnTo>
                    <a:pt x="3793218" y="11562"/>
                  </a:lnTo>
                  <a:lnTo>
                    <a:pt x="3825272" y="11147"/>
                  </a:lnTo>
                  <a:lnTo>
                    <a:pt x="3842068" y="10952"/>
                  </a:lnTo>
                  <a:lnTo>
                    <a:pt x="3847677" y="10893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47" y="10914"/>
                  </a:lnTo>
                  <a:lnTo>
                    <a:pt x="4396575" y="11095"/>
                  </a:lnTo>
                  <a:lnTo>
                    <a:pt x="4417591" y="11596"/>
                  </a:lnTo>
                  <a:lnTo>
                    <a:pt x="4454579" y="12579"/>
                  </a:lnTo>
                  <a:lnTo>
                    <a:pt x="4508529" y="14186"/>
                  </a:lnTo>
                  <a:lnTo>
                    <a:pt x="4578018" y="16519"/>
                  </a:lnTo>
                  <a:lnTo>
                    <a:pt x="4659686" y="19635"/>
                  </a:lnTo>
                  <a:lnTo>
                    <a:pt x="4749097" y="23546"/>
                  </a:lnTo>
                  <a:lnTo>
                    <a:pt x="4841698" y="28239"/>
                  </a:lnTo>
                  <a:lnTo>
                    <a:pt x="4933568" y="33696"/>
                  </a:lnTo>
                  <a:lnTo>
                    <a:pt x="5021820" y="39912"/>
                  </a:lnTo>
                  <a:lnTo>
                    <a:pt x="5104668" y="46906"/>
                  </a:lnTo>
                  <a:lnTo>
                    <a:pt x="5181296" y="54732"/>
                  </a:lnTo>
                  <a:lnTo>
                    <a:pt x="5251625" y="63480"/>
                  </a:lnTo>
                  <a:lnTo>
                    <a:pt x="5316082" y="73274"/>
                  </a:lnTo>
                  <a:lnTo>
                    <a:pt x="5375405" y="84268"/>
                  </a:lnTo>
                  <a:lnTo>
                    <a:pt x="5430497" y="96637"/>
                  </a:lnTo>
                  <a:lnTo>
                    <a:pt x="5482317" y="110560"/>
                  </a:lnTo>
                  <a:lnTo>
                    <a:pt x="5531793" y="126190"/>
                  </a:lnTo>
                  <a:lnTo>
                    <a:pt x="5567201" y="138835"/>
                  </a:lnTo>
                  <a:lnTo>
                    <a:pt x="5616752" y="158527"/>
                  </a:lnTo>
                  <a:lnTo>
                    <a:pt x="5665822" y="180233"/>
                  </a:lnTo>
                  <a:lnTo>
                    <a:pt x="5714919" y="203982"/>
                  </a:lnTo>
                  <a:lnTo>
                    <a:pt x="5764390" y="229735"/>
                  </a:lnTo>
                  <a:lnTo>
                    <a:pt x="5814438" y="257372"/>
                  </a:lnTo>
                  <a:lnTo>
                    <a:pt x="5865143" y="286694"/>
                  </a:lnTo>
                  <a:lnTo>
                    <a:pt x="5916477" y="317418"/>
                  </a:lnTo>
                  <a:lnTo>
                    <a:pt x="5968322" y="349190"/>
                  </a:lnTo>
                  <a:lnTo>
                    <a:pt x="6020491" y="381596"/>
                  </a:lnTo>
                  <a:lnTo>
                    <a:pt x="6072756" y="414188"/>
                  </a:lnTo>
                  <a:lnTo>
                    <a:pt x="6124879" y="446505"/>
                  </a:lnTo>
                  <a:lnTo>
                    <a:pt x="6176637" y="478103"/>
                  </a:lnTo>
                  <a:lnTo>
                    <a:pt x="6227856" y="508581"/>
                  </a:lnTo>
                  <a:lnTo>
                    <a:pt x="6278433" y="537595"/>
                  </a:lnTo>
                  <a:lnTo>
                    <a:pt x="6328358" y="564879"/>
                  </a:lnTo>
                  <a:lnTo>
                    <a:pt x="6377736" y="590249"/>
                  </a:lnTo>
                  <a:lnTo>
                    <a:pt x="6426796" y="613602"/>
                  </a:lnTo>
                  <a:lnTo>
                    <a:pt x="6475914" y="634912"/>
                  </a:lnTo>
                  <a:lnTo>
                    <a:pt x="6515891" y="650621"/>
                  </a:lnTo>
                  <a:lnTo>
                    <a:pt x="6564168" y="667560"/>
                  </a:lnTo>
                  <a:lnTo>
                    <a:pt x="6614177" y="682728"/>
                  </a:lnTo>
                  <a:lnTo>
                    <a:pt x="6666767" y="696225"/>
                  </a:lnTo>
                  <a:lnTo>
                    <a:pt x="6722882" y="708214"/>
                  </a:lnTo>
                  <a:lnTo>
                    <a:pt x="6783476" y="718875"/>
                  </a:lnTo>
                  <a:lnTo>
                    <a:pt x="6849419" y="728379"/>
                  </a:lnTo>
                  <a:lnTo>
                    <a:pt x="6921385" y="736873"/>
                  </a:lnTo>
                  <a:lnTo>
                    <a:pt x="6999687" y="744473"/>
                  </a:lnTo>
                  <a:lnTo>
                    <a:pt x="7084075" y="751258"/>
                  </a:lnTo>
                  <a:lnTo>
                    <a:pt x="7173498" y="757273"/>
                  </a:lnTo>
                  <a:lnTo>
                    <a:pt x="7265887" y="762530"/>
                  </a:lnTo>
                  <a:lnTo>
                    <a:pt x="7358064" y="767019"/>
                  </a:lnTo>
                  <a:lnTo>
                    <a:pt x="7445885" y="770720"/>
                  </a:lnTo>
                  <a:lnTo>
                    <a:pt x="7524746" y="773627"/>
                  </a:lnTo>
                  <a:lnTo>
                    <a:pt x="7590398" y="775761"/>
                  </a:lnTo>
                  <a:lnTo>
                    <a:pt x="7639918" y="777192"/>
                  </a:lnTo>
                  <a:lnTo>
                    <a:pt x="7672496" y="778033"/>
                  </a:lnTo>
                  <a:lnTo>
                    <a:pt x="7689773" y="778433"/>
                  </a:lnTo>
                  <a:lnTo>
                    <a:pt x="7695713" y="778558"/>
                  </a:lnTo>
                  <a:lnTo>
                    <a:pt x="7696237" y="778568"/>
                  </a:lnTo>
                  <a:lnTo>
                    <a:pt x="8234974" y="778568"/>
                  </a:lnTo>
                  <a:lnTo>
                    <a:pt x="8234974" y="767679"/>
                  </a:ln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2"/>
                  </a:lnTo>
                  <a:lnTo>
                    <a:pt x="3838337" y="104"/>
                  </a:lnTo>
                  <a:lnTo>
                    <a:pt x="3817195" y="358"/>
                  </a:lnTo>
                  <a:lnTo>
                    <a:pt x="3779997" y="857"/>
                  </a:lnTo>
                  <a:lnTo>
                    <a:pt x="3725767" y="1671"/>
                  </a:lnTo>
                  <a:lnTo>
                    <a:pt x="3655957" y="2853"/>
                  </a:lnTo>
                  <a:lnTo>
                    <a:pt x="3573970" y="4431"/>
                  </a:lnTo>
                  <a:lnTo>
                    <a:pt x="3484277" y="6411"/>
                  </a:lnTo>
                  <a:lnTo>
                    <a:pt x="3391456" y="8786"/>
                  </a:lnTo>
                  <a:lnTo>
                    <a:pt x="3299435" y="11548"/>
                  </a:lnTo>
                  <a:lnTo>
                    <a:pt x="3211100" y="14694"/>
                  </a:lnTo>
                  <a:lnTo>
                    <a:pt x="3128221" y="18233"/>
                  </a:lnTo>
                  <a:lnTo>
                    <a:pt x="3051599" y="22195"/>
                  </a:lnTo>
                  <a:lnTo>
                    <a:pt x="2981298" y="26624"/>
                  </a:lnTo>
                  <a:lnTo>
                    <a:pt x="2916876" y="31584"/>
                  </a:lnTo>
                  <a:lnTo>
                    <a:pt x="2857582" y="37155"/>
                  </a:lnTo>
                  <a:lnTo>
                    <a:pt x="2802505" y="43423"/>
                  </a:lnTo>
                  <a:lnTo>
                    <a:pt x="2750678" y="50481"/>
                  </a:lnTo>
                  <a:lnTo>
                    <a:pt x="2701170" y="58404"/>
                  </a:lnTo>
                  <a:lnTo>
                    <a:pt x="2667772" y="64426"/>
                  </a:lnTo>
                  <a:lnTo>
                    <a:pt x="2615902" y="74834"/>
                  </a:lnTo>
                  <a:lnTo>
                    <a:pt x="2564531" y="86356"/>
                  </a:lnTo>
                  <a:lnTo>
                    <a:pt x="2513087" y="99005"/>
                  </a:lnTo>
                  <a:lnTo>
                    <a:pt x="2461196" y="112753"/>
                  </a:lnTo>
                  <a:lnTo>
                    <a:pt x="2408645" y="127524"/>
                  </a:lnTo>
                  <a:lnTo>
                    <a:pt x="2355372" y="143191"/>
                  </a:lnTo>
                  <a:lnTo>
                    <a:pt x="2301438" y="159582"/>
                  </a:lnTo>
                  <a:lnTo>
                    <a:pt x="2247006" y="176478"/>
                  </a:lnTo>
                  <a:lnTo>
                    <a:pt x="2192308" y="193632"/>
                  </a:lnTo>
                  <a:lnTo>
                    <a:pt x="2137616" y="210781"/>
                  </a:lnTo>
                  <a:lnTo>
                    <a:pt x="2083199" y="227661"/>
                  </a:lnTo>
                  <a:lnTo>
                    <a:pt x="2029290" y="244026"/>
                  </a:lnTo>
                  <a:lnTo>
                    <a:pt x="1976046" y="259660"/>
                  </a:lnTo>
                  <a:lnTo>
                    <a:pt x="1923525" y="274391"/>
                  </a:lnTo>
                  <a:lnTo>
                    <a:pt x="1871656" y="288096"/>
                  </a:lnTo>
                  <a:lnTo>
                    <a:pt x="1820225" y="300699"/>
                  </a:lnTo>
                  <a:lnTo>
                    <a:pt x="1768845" y="312174"/>
                  </a:lnTo>
                  <a:lnTo>
                    <a:pt x="1719082" y="322134"/>
                  </a:lnTo>
                  <a:lnTo>
                    <a:pt x="1670699" y="330682"/>
                  </a:lnTo>
                  <a:lnTo>
                    <a:pt x="1620574" y="338333"/>
                  </a:lnTo>
                  <a:lnTo>
                    <a:pt x="1567852" y="345140"/>
                  </a:lnTo>
                  <a:lnTo>
                    <a:pt x="1511584" y="351184"/>
                  </a:lnTo>
                  <a:lnTo>
                    <a:pt x="1450810" y="356558"/>
                  </a:lnTo>
                  <a:lnTo>
                    <a:pt x="1384654" y="361348"/>
                  </a:lnTo>
                  <a:lnTo>
                    <a:pt x="1312442" y="365628"/>
                  </a:lnTo>
                  <a:lnTo>
                    <a:pt x="1233866" y="369456"/>
                  </a:lnTo>
                  <a:lnTo>
                    <a:pt x="1149188" y="372873"/>
                  </a:lnTo>
                  <a:lnTo>
                    <a:pt x="1059485" y="375900"/>
                  </a:lnTo>
                  <a:lnTo>
                    <a:pt x="966859" y="378544"/>
                  </a:lnTo>
                  <a:lnTo>
                    <a:pt x="874538" y="380800"/>
                  </a:lnTo>
                  <a:lnTo>
                    <a:pt x="786709" y="382657"/>
                  </a:lnTo>
                  <a:lnTo>
                    <a:pt x="708011" y="384112"/>
                  </a:lnTo>
                  <a:lnTo>
                    <a:pt x="642692" y="385177"/>
                  </a:lnTo>
                  <a:lnTo>
                    <a:pt x="593637" y="385888"/>
                  </a:lnTo>
                  <a:lnTo>
                    <a:pt x="561582" y="386303"/>
                  </a:lnTo>
                  <a:lnTo>
                    <a:pt x="544787" y="386498"/>
                  </a:lnTo>
                  <a:lnTo>
                    <a:pt x="539178" y="386557"/>
                  </a:lnTo>
                  <a:lnTo>
                    <a:pt x="538736" y="386561"/>
                  </a:lnTo>
                  <a:lnTo>
                    <a:pt x="0" y="386561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45" name="pl1245"/>
            <p:cNvSpPr/>
            <p:nvPr/>
          </p:nvSpPr>
          <p:spPr>
            <a:xfrm>
              <a:off x="546595" y="3957287"/>
              <a:ext cx="8234974" cy="767679"/>
            </a:xfrm>
            <a:custGeom>
              <a:avLst/>
              <a:pathLst>
                <a:path w="8234974" h="767679">
                  <a:moveTo>
                    <a:pt x="0" y="386561"/>
                  </a:moveTo>
                  <a:lnTo>
                    <a:pt x="538736" y="386561"/>
                  </a:lnTo>
                  <a:lnTo>
                    <a:pt x="540036" y="386549"/>
                  </a:lnTo>
                  <a:lnTo>
                    <a:pt x="548517" y="386457"/>
                  </a:lnTo>
                  <a:lnTo>
                    <a:pt x="569660" y="386203"/>
                  </a:lnTo>
                  <a:lnTo>
                    <a:pt x="606857" y="385704"/>
                  </a:lnTo>
                  <a:lnTo>
                    <a:pt x="661088" y="384890"/>
                  </a:lnTo>
                  <a:lnTo>
                    <a:pt x="730898" y="383708"/>
                  </a:lnTo>
                  <a:lnTo>
                    <a:pt x="812885" y="382130"/>
                  </a:lnTo>
                  <a:lnTo>
                    <a:pt x="902577" y="380150"/>
                  </a:lnTo>
                  <a:lnTo>
                    <a:pt x="995399" y="377774"/>
                  </a:lnTo>
                  <a:lnTo>
                    <a:pt x="1087419" y="375013"/>
                  </a:lnTo>
                  <a:lnTo>
                    <a:pt x="1175755" y="371867"/>
                  </a:lnTo>
                  <a:lnTo>
                    <a:pt x="1258634" y="368328"/>
                  </a:lnTo>
                  <a:lnTo>
                    <a:pt x="1335255" y="364366"/>
                  </a:lnTo>
                  <a:lnTo>
                    <a:pt x="1405556" y="359937"/>
                  </a:lnTo>
                  <a:lnTo>
                    <a:pt x="1469979" y="354976"/>
                  </a:lnTo>
                  <a:lnTo>
                    <a:pt x="1529272" y="349406"/>
                  </a:lnTo>
                  <a:lnTo>
                    <a:pt x="1584350" y="343138"/>
                  </a:lnTo>
                  <a:lnTo>
                    <a:pt x="1636177" y="336080"/>
                  </a:lnTo>
                  <a:lnTo>
                    <a:pt x="1685684" y="328157"/>
                  </a:lnTo>
                  <a:lnTo>
                    <a:pt x="1719082" y="322134"/>
                  </a:lnTo>
                  <a:lnTo>
                    <a:pt x="1770952" y="311726"/>
                  </a:lnTo>
                  <a:lnTo>
                    <a:pt x="1822324" y="300205"/>
                  </a:lnTo>
                  <a:lnTo>
                    <a:pt x="1873767" y="287556"/>
                  </a:lnTo>
                  <a:lnTo>
                    <a:pt x="1925659" y="273808"/>
                  </a:lnTo>
                  <a:lnTo>
                    <a:pt x="1978209" y="259037"/>
                  </a:lnTo>
                  <a:lnTo>
                    <a:pt x="2031482" y="243369"/>
                  </a:lnTo>
                  <a:lnTo>
                    <a:pt x="2085416" y="226979"/>
                  </a:lnTo>
                  <a:lnTo>
                    <a:pt x="2139849" y="210083"/>
                  </a:lnTo>
                  <a:lnTo>
                    <a:pt x="2194547" y="192929"/>
                  </a:lnTo>
                  <a:lnTo>
                    <a:pt x="2249239" y="175780"/>
                  </a:lnTo>
                  <a:lnTo>
                    <a:pt x="2303655" y="158900"/>
                  </a:lnTo>
                  <a:lnTo>
                    <a:pt x="2357565" y="142535"/>
                  </a:lnTo>
                  <a:lnTo>
                    <a:pt x="2410809" y="126901"/>
                  </a:lnTo>
                  <a:lnTo>
                    <a:pt x="2463330" y="112170"/>
                  </a:lnTo>
                  <a:lnTo>
                    <a:pt x="2515198" y="98465"/>
                  </a:lnTo>
                  <a:lnTo>
                    <a:pt x="2566630" y="85862"/>
                  </a:lnTo>
                  <a:lnTo>
                    <a:pt x="2618009" y="74387"/>
                  </a:lnTo>
                  <a:lnTo>
                    <a:pt x="2667772" y="64426"/>
                  </a:lnTo>
                  <a:lnTo>
                    <a:pt x="2716155" y="55879"/>
                  </a:lnTo>
                  <a:lnTo>
                    <a:pt x="2766281" y="48228"/>
                  </a:lnTo>
                  <a:lnTo>
                    <a:pt x="2819002" y="41421"/>
                  </a:lnTo>
                  <a:lnTo>
                    <a:pt x="2875271" y="35377"/>
                  </a:lnTo>
                  <a:lnTo>
                    <a:pt x="2936045" y="30003"/>
                  </a:lnTo>
                  <a:lnTo>
                    <a:pt x="3002201" y="25213"/>
                  </a:lnTo>
                  <a:lnTo>
                    <a:pt x="3074412" y="20933"/>
                  </a:lnTo>
                  <a:lnTo>
                    <a:pt x="3152988" y="17105"/>
                  </a:lnTo>
                  <a:lnTo>
                    <a:pt x="3237666" y="13688"/>
                  </a:lnTo>
                  <a:lnTo>
                    <a:pt x="3327370" y="10661"/>
                  </a:lnTo>
                  <a:lnTo>
                    <a:pt x="3419995" y="8017"/>
                  </a:lnTo>
                  <a:lnTo>
                    <a:pt x="3512316" y="5761"/>
                  </a:lnTo>
                  <a:lnTo>
                    <a:pt x="3600145" y="3904"/>
                  </a:lnTo>
                  <a:lnTo>
                    <a:pt x="3678844" y="2449"/>
                  </a:lnTo>
                  <a:lnTo>
                    <a:pt x="3744163" y="1384"/>
                  </a:lnTo>
                  <a:lnTo>
                    <a:pt x="3793218" y="673"/>
                  </a:lnTo>
                  <a:lnTo>
                    <a:pt x="3825272" y="258"/>
                  </a:lnTo>
                  <a:lnTo>
                    <a:pt x="3842068" y="63"/>
                  </a:lnTo>
                  <a:lnTo>
                    <a:pt x="3847677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7" y="25"/>
                  </a:lnTo>
                  <a:lnTo>
                    <a:pt x="4396575" y="206"/>
                  </a:lnTo>
                  <a:lnTo>
                    <a:pt x="4417591" y="707"/>
                  </a:lnTo>
                  <a:lnTo>
                    <a:pt x="4454579" y="1690"/>
                  </a:lnTo>
                  <a:lnTo>
                    <a:pt x="4508529" y="3297"/>
                  </a:lnTo>
                  <a:lnTo>
                    <a:pt x="4578018" y="5630"/>
                  </a:lnTo>
                  <a:lnTo>
                    <a:pt x="4659686" y="8746"/>
                  </a:lnTo>
                  <a:lnTo>
                    <a:pt x="4749097" y="12657"/>
                  </a:lnTo>
                  <a:lnTo>
                    <a:pt x="4841698" y="17350"/>
                  </a:lnTo>
                  <a:lnTo>
                    <a:pt x="4933568" y="22807"/>
                  </a:lnTo>
                  <a:lnTo>
                    <a:pt x="5021820" y="29023"/>
                  </a:lnTo>
                  <a:lnTo>
                    <a:pt x="5104668" y="36017"/>
                  </a:lnTo>
                  <a:lnTo>
                    <a:pt x="5181296" y="43843"/>
                  </a:lnTo>
                  <a:lnTo>
                    <a:pt x="5251625" y="52591"/>
                  </a:lnTo>
                  <a:lnTo>
                    <a:pt x="5316082" y="62385"/>
                  </a:lnTo>
                  <a:lnTo>
                    <a:pt x="5375405" y="73379"/>
                  </a:lnTo>
                  <a:lnTo>
                    <a:pt x="5430497" y="85748"/>
                  </a:lnTo>
                  <a:lnTo>
                    <a:pt x="5482317" y="99671"/>
                  </a:lnTo>
                  <a:lnTo>
                    <a:pt x="5531793" y="115301"/>
                  </a:lnTo>
                  <a:lnTo>
                    <a:pt x="5567201" y="127946"/>
                  </a:lnTo>
                  <a:lnTo>
                    <a:pt x="5616752" y="147638"/>
                  </a:lnTo>
                  <a:lnTo>
                    <a:pt x="5665822" y="169344"/>
                  </a:lnTo>
                  <a:lnTo>
                    <a:pt x="5714919" y="193093"/>
                  </a:lnTo>
                  <a:lnTo>
                    <a:pt x="5764390" y="218846"/>
                  </a:lnTo>
                  <a:lnTo>
                    <a:pt x="5814438" y="246483"/>
                  </a:lnTo>
                  <a:lnTo>
                    <a:pt x="5865143" y="275805"/>
                  </a:lnTo>
                  <a:lnTo>
                    <a:pt x="5916477" y="306529"/>
                  </a:lnTo>
                  <a:lnTo>
                    <a:pt x="5968322" y="338301"/>
                  </a:lnTo>
                  <a:lnTo>
                    <a:pt x="6020491" y="370707"/>
                  </a:lnTo>
                  <a:lnTo>
                    <a:pt x="6072756" y="403299"/>
                  </a:lnTo>
                  <a:lnTo>
                    <a:pt x="6124879" y="435616"/>
                  </a:lnTo>
                  <a:lnTo>
                    <a:pt x="6176637" y="467214"/>
                  </a:lnTo>
                  <a:lnTo>
                    <a:pt x="6227856" y="497692"/>
                  </a:lnTo>
                  <a:lnTo>
                    <a:pt x="6278433" y="526706"/>
                  </a:lnTo>
                  <a:lnTo>
                    <a:pt x="6328358" y="553990"/>
                  </a:lnTo>
                  <a:lnTo>
                    <a:pt x="6377736" y="579360"/>
                  </a:lnTo>
                  <a:lnTo>
                    <a:pt x="6426796" y="602713"/>
                  </a:lnTo>
                  <a:lnTo>
                    <a:pt x="6475914" y="624023"/>
                  </a:lnTo>
                  <a:lnTo>
                    <a:pt x="6515891" y="639732"/>
                  </a:lnTo>
                  <a:lnTo>
                    <a:pt x="6564168" y="656671"/>
                  </a:lnTo>
                  <a:lnTo>
                    <a:pt x="6614177" y="671839"/>
                  </a:lnTo>
                  <a:lnTo>
                    <a:pt x="6666767" y="685336"/>
                  </a:lnTo>
                  <a:lnTo>
                    <a:pt x="6722882" y="697324"/>
                  </a:lnTo>
                  <a:lnTo>
                    <a:pt x="6783476" y="707986"/>
                  </a:lnTo>
                  <a:lnTo>
                    <a:pt x="6849419" y="717490"/>
                  </a:lnTo>
                  <a:lnTo>
                    <a:pt x="6921385" y="725984"/>
                  </a:lnTo>
                  <a:lnTo>
                    <a:pt x="6999687" y="733584"/>
                  </a:lnTo>
                  <a:lnTo>
                    <a:pt x="7084075" y="740369"/>
                  </a:lnTo>
                  <a:lnTo>
                    <a:pt x="7173498" y="746384"/>
                  </a:lnTo>
                  <a:lnTo>
                    <a:pt x="7265887" y="751641"/>
                  </a:lnTo>
                  <a:lnTo>
                    <a:pt x="7358064" y="756130"/>
                  </a:lnTo>
                  <a:lnTo>
                    <a:pt x="7445885" y="759831"/>
                  </a:lnTo>
                  <a:lnTo>
                    <a:pt x="7524746" y="762738"/>
                  </a:lnTo>
                  <a:lnTo>
                    <a:pt x="7590398" y="764872"/>
                  </a:lnTo>
                  <a:lnTo>
                    <a:pt x="7639918" y="766302"/>
                  </a:lnTo>
                  <a:lnTo>
                    <a:pt x="7672496" y="767144"/>
                  </a:lnTo>
                  <a:lnTo>
                    <a:pt x="7689773" y="767544"/>
                  </a:lnTo>
                  <a:lnTo>
                    <a:pt x="7695713" y="767669"/>
                  </a:lnTo>
                  <a:lnTo>
                    <a:pt x="7696237" y="767679"/>
                  </a:lnTo>
                  <a:lnTo>
                    <a:pt x="8234974" y="76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6" name="pl1246"/>
            <p:cNvSpPr/>
            <p:nvPr/>
          </p:nvSpPr>
          <p:spPr>
            <a:xfrm>
              <a:off x="546595" y="3946398"/>
              <a:ext cx="8234974" cy="767679"/>
            </a:xfrm>
            <a:custGeom>
              <a:avLst/>
              <a:pathLst>
                <a:path w="8234974" h="767679">
                  <a:moveTo>
                    <a:pt x="8234974" y="767679"/>
                  </a:move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8" y="12"/>
                  </a:lnTo>
                  <a:lnTo>
                    <a:pt x="3838337" y="104"/>
                  </a:lnTo>
                  <a:lnTo>
                    <a:pt x="3817195" y="358"/>
                  </a:lnTo>
                  <a:lnTo>
                    <a:pt x="3779997" y="857"/>
                  </a:lnTo>
                  <a:lnTo>
                    <a:pt x="3725767" y="1671"/>
                  </a:lnTo>
                  <a:lnTo>
                    <a:pt x="3655957" y="2853"/>
                  </a:lnTo>
                  <a:lnTo>
                    <a:pt x="3573970" y="4431"/>
                  </a:lnTo>
                  <a:lnTo>
                    <a:pt x="3484277" y="6411"/>
                  </a:lnTo>
                  <a:lnTo>
                    <a:pt x="3391456" y="8786"/>
                  </a:lnTo>
                  <a:lnTo>
                    <a:pt x="3299435" y="11548"/>
                  </a:lnTo>
                  <a:lnTo>
                    <a:pt x="3211100" y="14694"/>
                  </a:lnTo>
                  <a:lnTo>
                    <a:pt x="3128221" y="18233"/>
                  </a:lnTo>
                  <a:lnTo>
                    <a:pt x="3051599" y="22195"/>
                  </a:lnTo>
                  <a:lnTo>
                    <a:pt x="2981298" y="26624"/>
                  </a:lnTo>
                  <a:lnTo>
                    <a:pt x="2916876" y="31584"/>
                  </a:lnTo>
                  <a:lnTo>
                    <a:pt x="2857582" y="37155"/>
                  </a:lnTo>
                  <a:lnTo>
                    <a:pt x="2802505" y="43423"/>
                  </a:lnTo>
                  <a:lnTo>
                    <a:pt x="2750678" y="50481"/>
                  </a:lnTo>
                  <a:lnTo>
                    <a:pt x="2701170" y="58404"/>
                  </a:lnTo>
                  <a:lnTo>
                    <a:pt x="2667772" y="64426"/>
                  </a:lnTo>
                  <a:lnTo>
                    <a:pt x="2615902" y="74834"/>
                  </a:lnTo>
                  <a:lnTo>
                    <a:pt x="2564531" y="86356"/>
                  </a:lnTo>
                  <a:lnTo>
                    <a:pt x="2513087" y="99005"/>
                  </a:lnTo>
                  <a:lnTo>
                    <a:pt x="2461196" y="112753"/>
                  </a:lnTo>
                  <a:lnTo>
                    <a:pt x="2408645" y="127524"/>
                  </a:lnTo>
                  <a:lnTo>
                    <a:pt x="2355372" y="143191"/>
                  </a:lnTo>
                  <a:lnTo>
                    <a:pt x="2301438" y="159582"/>
                  </a:lnTo>
                  <a:lnTo>
                    <a:pt x="2247006" y="176478"/>
                  </a:lnTo>
                  <a:lnTo>
                    <a:pt x="2192308" y="193632"/>
                  </a:lnTo>
                  <a:lnTo>
                    <a:pt x="2137616" y="210781"/>
                  </a:lnTo>
                  <a:lnTo>
                    <a:pt x="2083199" y="227661"/>
                  </a:lnTo>
                  <a:lnTo>
                    <a:pt x="2029290" y="244026"/>
                  </a:lnTo>
                  <a:lnTo>
                    <a:pt x="1976046" y="259660"/>
                  </a:lnTo>
                  <a:lnTo>
                    <a:pt x="1923525" y="274391"/>
                  </a:lnTo>
                  <a:lnTo>
                    <a:pt x="1871656" y="288096"/>
                  </a:lnTo>
                  <a:lnTo>
                    <a:pt x="1820225" y="300699"/>
                  </a:lnTo>
                  <a:lnTo>
                    <a:pt x="1768845" y="312174"/>
                  </a:lnTo>
                  <a:lnTo>
                    <a:pt x="1719082" y="322134"/>
                  </a:lnTo>
                  <a:lnTo>
                    <a:pt x="1670699" y="330682"/>
                  </a:lnTo>
                  <a:lnTo>
                    <a:pt x="1620574" y="338333"/>
                  </a:lnTo>
                  <a:lnTo>
                    <a:pt x="1567852" y="345140"/>
                  </a:lnTo>
                  <a:lnTo>
                    <a:pt x="1511584" y="351184"/>
                  </a:lnTo>
                  <a:lnTo>
                    <a:pt x="1450810" y="356558"/>
                  </a:lnTo>
                  <a:lnTo>
                    <a:pt x="1384654" y="361348"/>
                  </a:lnTo>
                  <a:lnTo>
                    <a:pt x="1312442" y="365628"/>
                  </a:lnTo>
                  <a:lnTo>
                    <a:pt x="1233866" y="369456"/>
                  </a:lnTo>
                  <a:lnTo>
                    <a:pt x="1149188" y="372873"/>
                  </a:lnTo>
                  <a:lnTo>
                    <a:pt x="1059485" y="375900"/>
                  </a:lnTo>
                  <a:lnTo>
                    <a:pt x="966859" y="378544"/>
                  </a:lnTo>
                  <a:lnTo>
                    <a:pt x="874538" y="380800"/>
                  </a:lnTo>
                  <a:lnTo>
                    <a:pt x="786709" y="382657"/>
                  </a:lnTo>
                  <a:lnTo>
                    <a:pt x="708011" y="384112"/>
                  </a:lnTo>
                  <a:lnTo>
                    <a:pt x="642692" y="385177"/>
                  </a:lnTo>
                  <a:lnTo>
                    <a:pt x="593637" y="385888"/>
                  </a:lnTo>
                  <a:lnTo>
                    <a:pt x="561582" y="386303"/>
                  </a:lnTo>
                  <a:lnTo>
                    <a:pt x="544787" y="386498"/>
                  </a:lnTo>
                  <a:lnTo>
                    <a:pt x="539178" y="386557"/>
                  </a:lnTo>
                  <a:lnTo>
                    <a:pt x="538736" y="386561"/>
                  </a:lnTo>
                  <a:lnTo>
                    <a:pt x="0" y="3865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7" name="pg1247"/>
            <p:cNvSpPr/>
            <p:nvPr/>
          </p:nvSpPr>
          <p:spPr>
            <a:xfrm>
              <a:off x="546595" y="4463629"/>
              <a:ext cx="8234974" cy="1116129"/>
            </a:xfrm>
            <a:custGeom>
              <a:avLst/>
              <a:pathLst>
                <a:path w="8234974" h="1116129">
                  <a:moveTo>
                    <a:pt x="0" y="5444"/>
                  </a:moveTo>
                  <a:lnTo>
                    <a:pt x="538736" y="5444"/>
                  </a:lnTo>
                  <a:lnTo>
                    <a:pt x="540016" y="5480"/>
                  </a:lnTo>
                  <a:lnTo>
                    <a:pt x="548368" y="5740"/>
                  </a:lnTo>
                  <a:lnTo>
                    <a:pt x="569202" y="6458"/>
                  </a:lnTo>
                  <a:lnTo>
                    <a:pt x="605888" y="7867"/>
                  </a:lnTo>
                  <a:lnTo>
                    <a:pt x="659433" y="10171"/>
                  </a:lnTo>
                  <a:lnTo>
                    <a:pt x="728461" y="13517"/>
                  </a:lnTo>
                  <a:lnTo>
                    <a:pt x="809666" y="17986"/>
                  </a:lnTo>
                  <a:lnTo>
                    <a:pt x="898668" y="23600"/>
                  </a:lnTo>
                  <a:lnTo>
                    <a:pt x="990948" y="30339"/>
                  </a:lnTo>
                  <a:lnTo>
                    <a:pt x="1082599" y="38177"/>
                  </a:lnTo>
                  <a:lnTo>
                    <a:pt x="1170727" y="47105"/>
                  </a:lnTo>
                  <a:lnTo>
                    <a:pt x="1253529" y="57150"/>
                  </a:lnTo>
                  <a:lnTo>
                    <a:pt x="1330165" y="68388"/>
                  </a:lnTo>
                  <a:lnTo>
                    <a:pt x="1400534" y="80946"/>
                  </a:lnTo>
                  <a:lnTo>
                    <a:pt x="1465040" y="94998"/>
                  </a:lnTo>
                  <a:lnTo>
                    <a:pt x="1524406" y="110763"/>
                  </a:lnTo>
                  <a:lnTo>
                    <a:pt x="1579520" y="128493"/>
                  </a:lnTo>
                  <a:lnTo>
                    <a:pt x="1631332" y="148444"/>
                  </a:lnTo>
                  <a:lnTo>
                    <a:pt x="1680764" y="170837"/>
                  </a:lnTo>
                  <a:lnTo>
                    <a:pt x="1719082" y="190558"/>
                  </a:lnTo>
                  <a:lnTo>
                    <a:pt x="1765996" y="217449"/>
                  </a:lnTo>
                  <a:lnTo>
                    <a:pt x="1812450" y="246946"/>
                  </a:lnTo>
                  <a:lnTo>
                    <a:pt x="1858890" y="279092"/>
                  </a:lnTo>
                  <a:lnTo>
                    <a:pt x="1905624" y="313850"/>
                  </a:lnTo>
                  <a:lnTo>
                    <a:pt x="1952846" y="351093"/>
                  </a:lnTo>
                  <a:lnTo>
                    <a:pt x="2000650" y="390600"/>
                  </a:lnTo>
                  <a:lnTo>
                    <a:pt x="2049035" y="432053"/>
                  </a:lnTo>
                  <a:lnTo>
                    <a:pt x="2097926" y="475048"/>
                  </a:lnTo>
                  <a:lnTo>
                    <a:pt x="2147186" y="519101"/>
                  </a:lnTo>
                  <a:lnTo>
                    <a:pt x="2196634" y="563681"/>
                  </a:lnTo>
                  <a:lnTo>
                    <a:pt x="2246068" y="608223"/>
                  </a:lnTo>
                  <a:lnTo>
                    <a:pt x="2295289" y="652169"/>
                  </a:lnTo>
                  <a:lnTo>
                    <a:pt x="2344122" y="694989"/>
                  </a:lnTo>
                  <a:lnTo>
                    <a:pt x="2392435" y="736212"/>
                  </a:lnTo>
                  <a:lnTo>
                    <a:pt x="2440161" y="775441"/>
                  </a:lnTo>
                  <a:lnTo>
                    <a:pt x="2487313" y="812373"/>
                  </a:lnTo>
                  <a:lnTo>
                    <a:pt x="2533995" y="846797"/>
                  </a:lnTo>
                  <a:lnTo>
                    <a:pt x="2580417" y="878600"/>
                  </a:lnTo>
                  <a:lnTo>
                    <a:pt x="2626903" y="907755"/>
                  </a:lnTo>
                  <a:lnTo>
                    <a:pt x="2667772" y="931015"/>
                  </a:lnTo>
                  <a:lnTo>
                    <a:pt x="2715894" y="955449"/>
                  </a:lnTo>
                  <a:lnTo>
                    <a:pt x="2765736" y="977337"/>
                  </a:lnTo>
                  <a:lnTo>
                    <a:pt x="2818136" y="996820"/>
                  </a:lnTo>
                  <a:lnTo>
                    <a:pt x="2874030" y="1014134"/>
                  </a:lnTo>
                  <a:lnTo>
                    <a:pt x="2934363" y="1029535"/>
                  </a:lnTo>
                  <a:lnTo>
                    <a:pt x="3000000" y="1043270"/>
                  </a:lnTo>
                  <a:lnTo>
                    <a:pt x="3071611" y="1055549"/>
                  </a:lnTo>
                  <a:lnTo>
                    <a:pt x="3149518" y="1066538"/>
                  </a:lnTo>
                  <a:lnTo>
                    <a:pt x="3233488" y="1076354"/>
                  </a:lnTo>
                  <a:lnTo>
                    <a:pt x="3322504" y="1085062"/>
                  </a:lnTo>
                  <a:lnTo>
                    <a:pt x="3414550" y="1092680"/>
                  </a:lnTo>
                  <a:lnTo>
                    <a:pt x="3506512" y="1099195"/>
                  </a:lnTo>
                  <a:lnTo>
                    <a:pt x="3594316" y="1104579"/>
                  </a:lnTo>
                  <a:lnTo>
                    <a:pt x="3673400" y="1108819"/>
                  </a:lnTo>
                  <a:lnTo>
                    <a:pt x="3739525" y="1111946"/>
                  </a:lnTo>
                  <a:lnTo>
                    <a:pt x="3789713" y="1114055"/>
                  </a:lnTo>
                  <a:lnTo>
                    <a:pt x="3823046" y="1115308"/>
                  </a:lnTo>
                  <a:lnTo>
                    <a:pt x="3841025" y="1115914"/>
                  </a:lnTo>
                  <a:lnTo>
                    <a:pt x="3847458" y="1116111"/>
                  </a:lnTo>
                  <a:lnTo>
                    <a:pt x="3848118" y="1116129"/>
                  </a:lnTo>
                  <a:lnTo>
                    <a:pt x="4386855" y="1116129"/>
                  </a:lnTo>
                  <a:lnTo>
                    <a:pt x="4388148" y="1116105"/>
                  </a:lnTo>
                  <a:lnTo>
                    <a:pt x="4396581" y="1115930"/>
                  </a:lnTo>
                  <a:lnTo>
                    <a:pt x="4417608" y="1115446"/>
                  </a:lnTo>
                  <a:lnTo>
                    <a:pt x="4454616" y="1114497"/>
                  </a:lnTo>
                  <a:lnTo>
                    <a:pt x="4508592" y="1112946"/>
                  </a:lnTo>
                  <a:lnTo>
                    <a:pt x="4578111" y="1110695"/>
                  </a:lnTo>
                  <a:lnTo>
                    <a:pt x="4659808" y="1107688"/>
                  </a:lnTo>
                  <a:lnTo>
                    <a:pt x="4749245" y="1103914"/>
                  </a:lnTo>
                  <a:lnTo>
                    <a:pt x="4841867" y="1099385"/>
                  </a:lnTo>
                  <a:lnTo>
                    <a:pt x="4933751" y="1094119"/>
                  </a:lnTo>
                  <a:lnTo>
                    <a:pt x="5022011" y="1088121"/>
                  </a:lnTo>
                  <a:lnTo>
                    <a:pt x="5104862" y="1081372"/>
                  </a:lnTo>
                  <a:lnTo>
                    <a:pt x="5181490" y="1073819"/>
                  </a:lnTo>
                  <a:lnTo>
                    <a:pt x="5251816" y="1065377"/>
                  </a:lnTo>
                  <a:lnTo>
                    <a:pt x="5316269" y="1055925"/>
                  </a:lnTo>
                  <a:lnTo>
                    <a:pt x="5375589" y="1045315"/>
                  </a:lnTo>
                  <a:lnTo>
                    <a:pt x="5430680" y="1033378"/>
                  </a:lnTo>
                  <a:lnTo>
                    <a:pt x="5482501" y="1019940"/>
                  </a:lnTo>
                  <a:lnTo>
                    <a:pt x="5531980" y="1004855"/>
                  </a:lnTo>
                  <a:lnTo>
                    <a:pt x="5567201" y="992720"/>
                  </a:lnTo>
                  <a:lnTo>
                    <a:pt x="5616947" y="973647"/>
                  </a:lnTo>
                  <a:lnTo>
                    <a:pt x="5666211" y="952616"/>
                  </a:lnTo>
                  <a:lnTo>
                    <a:pt x="5715505" y="929598"/>
                  </a:lnTo>
                  <a:lnTo>
                    <a:pt x="5765179" y="904634"/>
                  </a:lnTo>
                  <a:lnTo>
                    <a:pt x="5815436" y="877840"/>
                  </a:lnTo>
                  <a:lnTo>
                    <a:pt x="5866357" y="849413"/>
                  </a:lnTo>
                  <a:lnTo>
                    <a:pt x="5917910" y="819630"/>
                  </a:lnTo>
                  <a:lnTo>
                    <a:pt x="5969973" y="788840"/>
                  </a:lnTo>
                  <a:lnTo>
                    <a:pt x="6022355" y="757446"/>
                  </a:lnTo>
                  <a:lnTo>
                    <a:pt x="6074827" y="725887"/>
                  </a:lnTo>
                  <a:lnTo>
                    <a:pt x="6127146" y="694614"/>
                  </a:lnTo>
                  <a:lnTo>
                    <a:pt x="6179088" y="664056"/>
                  </a:lnTo>
                  <a:lnTo>
                    <a:pt x="6230479" y="634606"/>
                  </a:lnTo>
                  <a:lnTo>
                    <a:pt x="6281221" y="606594"/>
                  </a:lnTo>
                  <a:lnTo>
                    <a:pt x="6331309" y="580275"/>
                  </a:lnTo>
                  <a:lnTo>
                    <a:pt x="6380855" y="555826"/>
                  </a:lnTo>
                  <a:lnTo>
                    <a:pt x="6430100" y="533341"/>
                  </a:lnTo>
                  <a:lnTo>
                    <a:pt x="6479435" y="512841"/>
                  </a:lnTo>
                  <a:lnTo>
                    <a:pt x="6515891" y="499082"/>
                  </a:lnTo>
                  <a:lnTo>
                    <a:pt x="6564177" y="482740"/>
                  </a:lnTo>
                  <a:lnTo>
                    <a:pt x="6614197" y="468108"/>
                  </a:lnTo>
                  <a:lnTo>
                    <a:pt x="6666800" y="455088"/>
                  </a:lnTo>
                  <a:lnTo>
                    <a:pt x="6722929" y="443523"/>
                  </a:lnTo>
                  <a:lnTo>
                    <a:pt x="6783540" y="433239"/>
                  </a:lnTo>
                  <a:lnTo>
                    <a:pt x="6849503" y="424071"/>
                  </a:lnTo>
                  <a:lnTo>
                    <a:pt x="6921491" y="415877"/>
                  </a:lnTo>
                  <a:lnTo>
                    <a:pt x="6999818" y="408547"/>
                  </a:lnTo>
                  <a:lnTo>
                    <a:pt x="7084234" y="402003"/>
                  </a:lnTo>
                  <a:lnTo>
                    <a:pt x="7173683" y="396201"/>
                  </a:lnTo>
                  <a:lnTo>
                    <a:pt x="7266094" y="391131"/>
                  </a:lnTo>
                  <a:lnTo>
                    <a:pt x="7358284" y="386802"/>
                  </a:lnTo>
                  <a:lnTo>
                    <a:pt x="7446107" y="383233"/>
                  </a:lnTo>
                  <a:lnTo>
                    <a:pt x="7524952" y="380431"/>
                  </a:lnTo>
                  <a:lnTo>
                    <a:pt x="7590573" y="378374"/>
                  </a:lnTo>
                  <a:lnTo>
                    <a:pt x="7640051" y="376996"/>
                  </a:lnTo>
                  <a:lnTo>
                    <a:pt x="7672580" y="376187"/>
                  </a:lnTo>
                  <a:lnTo>
                    <a:pt x="7689812" y="375801"/>
                  </a:lnTo>
                  <a:lnTo>
                    <a:pt x="7695721" y="375682"/>
                  </a:lnTo>
                  <a:lnTo>
                    <a:pt x="7696237" y="375672"/>
                  </a:lnTo>
                  <a:lnTo>
                    <a:pt x="8234974" y="375672"/>
                  </a:lnTo>
                  <a:lnTo>
                    <a:pt x="8234974" y="370228"/>
                  </a:lnTo>
                  <a:lnTo>
                    <a:pt x="7696237" y="370228"/>
                  </a:lnTo>
                  <a:lnTo>
                    <a:pt x="7694945" y="370252"/>
                  </a:lnTo>
                  <a:lnTo>
                    <a:pt x="7686512" y="370427"/>
                  </a:lnTo>
                  <a:lnTo>
                    <a:pt x="7665484" y="370911"/>
                  </a:lnTo>
                  <a:lnTo>
                    <a:pt x="7628477" y="371860"/>
                  </a:lnTo>
                  <a:lnTo>
                    <a:pt x="7574501" y="373410"/>
                  </a:lnTo>
                  <a:lnTo>
                    <a:pt x="7504981" y="375662"/>
                  </a:lnTo>
                  <a:lnTo>
                    <a:pt x="7423284" y="378669"/>
                  </a:lnTo>
                  <a:lnTo>
                    <a:pt x="7333847" y="382443"/>
                  </a:lnTo>
                  <a:lnTo>
                    <a:pt x="7241226" y="386972"/>
                  </a:lnTo>
                  <a:lnTo>
                    <a:pt x="7149341" y="392238"/>
                  </a:lnTo>
                  <a:lnTo>
                    <a:pt x="7061082" y="398236"/>
                  </a:lnTo>
                  <a:lnTo>
                    <a:pt x="6978231" y="404985"/>
                  </a:lnTo>
                  <a:lnTo>
                    <a:pt x="6901603" y="412538"/>
                  </a:lnTo>
                  <a:lnTo>
                    <a:pt x="6831277" y="420980"/>
                  </a:lnTo>
                  <a:lnTo>
                    <a:pt x="6766823" y="430432"/>
                  </a:lnTo>
                  <a:lnTo>
                    <a:pt x="6707503" y="441042"/>
                  </a:lnTo>
                  <a:lnTo>
                    <a:pt x="6652412" y="452979"/>
                  </a:lnTo>
                  <a:lnTo>
                    <a:pt x="6600592" y="466417"/>
                  </a:lnTo>
                  <a:lnTo>
                    <a:pt x="6551113" y="481501"/>
                  </a:lnTo>
                  <a:lnTo>
                    <a:pt x="6515891" y="493637"/>
                  </a:lnTo>
                  <a:lnTo>
                    <a:pt x="6466145" y="512710"/>
                  </a:lnTo>
                  <a:lnTo>
                    <a:pt x="6416882" y="533741"/>
                  </a:lnTo>
                  <a:lnTo>
                    <a:pt x="6367587" y="556759"/>
                  </a:lnTo>
                  <a:lnTo>
                    <a:pt x="6317914" y="581723"/>
                  </a:lnTo>
                  <a:lnTo>
                    <a:pt x="6267656" y="608517"/>
                  </a:lnTo>
                  <a:lnTo>
                    <a:pt x="6216735" y="636944"/>
                  </a:lnTo>
                  <a:lnTo>
                    <a:pt x="6165183" y="666727"/>
                  </a:lnTo>
                  <a:lnTo>
                    <a:pt x="6113120" y="697517"/>
                  </a:lnTo>
                  <a:lnTo>
                    <a:pt x="6060737" y="728911"/>
                  </a:lnTo>
                  <a:lnTo>
                    <a:pt x="6008265" y="760469"/>
                  </a:lnTo>
                  <a:lnTo>
                    <a:pt x="5955947" y="791743"/>
                  </a:lnTo>
                  <a:lnTo>
                    <a:pt x="5904005" y="822301"/>
                  </a:lnTo>
                  <a:lnTo>
                    <a:pt x="5852613" y="851751"/>
                  </a:lnTo>
                  <a:lnTo>
                    <a:pt x="5801872" y="879763"/>
                  </a:lnTo>
                  <a:lnTo>
                    <a:pt x="5751784" y="906082"/>
                  </a:lnTo>
                  <a:lnTo>
                    <a:pt x="5702238" y="930531"/>
                  </a:lnTo>
                  <a:lnTo>
                    <a:pt x="5652992" y="953016"/>
                  </a:lnTo>
                  <a:lnTo>
                    <a:pt x="5603657" y="973515"/>
                  </a:lnTo>
                  <a:lnTo>
                    <a:pt x="5567201" y="987275"/>
                  </a:lnTo>
                  <a:lnTo>
                    <a:pt x="5518915" y="1003616"/>
                  </a:lnTo>
                  <a:lnTo>
                    <a:pt x="5468895" y="1018249"/>
                  </a:lnTo>
                  <a:lnTo>
                    <a:pt x="5416293" y="1031269"/>
                  </a:lnTo>
                  <a:lnTo>
                    <a:pt x="5360163" y="1042834"/>
                  </a:lnTo>
                  <a:lnTo>
                    <a:pt x="5299553" y="1053118"/>
                  </a:lnTo>
                  <a:lnTo>
                    <a:pt x="5233590" y="1062286"/>
                  </a:lnTo>
                  <a:lnTo>
                    <a:pt x="5161601" y="1070480"/>
                  </a:lnTo>
                  <a:lnTo>
                    <a:pt x="5083274" y="1077810"/>
                  </a:lnTo>
                  <a:lnTo>
                    <a:pt x="4998859" y="1084354"/>
                  </a:lnTo>
                  <a:lnTo>
                    <a:pt x="4909410" y="1090155"/>
                  </a:lnTo>
                  <a:lnTo>
                    <a:pt x="4816998" y="1095226"/>
                  </a:lnTo>
                  <a:lnTo>
                    <a:pt x="4724808" y="1099555"/>
                  </a:lnTo>
                  <a:lnTo>
                    <a:pt x="4636986" y="1103124"/>
                  </a:lnTo>
                  <a:lnTo>
                    <a:pt x="4558140" y="1105925"/>
                  </a:lnTo>
                  <a:lnTo>
                    <a:pt x="4492519" y="1107982"/>
                  </a:lnTo>
                  <a:lnTo>
                    <a:pt x="4443042" y="1109360"/>
                  </a:lnTo>
                  <a:lnTo>
                    <a:pt x="4410512" y="1110170"/>
                  </a:lnTo>
                  <a:lnTo>
                    <a:pt x="4393280" y="1110556"/>
                  </a:lnTo>
                  <a:lnTo>
                    <a:pt x="4387371" y="1110675"/>
                  </a:lnTo>
                  <a:lnTo>
                    <a:pt x="4386855" y="1110684"/>
                  </a:lnTo>
                  <a:lnTo>
                    <a:pt x="3848118" y="1110684"/>
                  </a:lnTo>
                  <a:lnTo>
                    <a:pt x="3846839" y="1110648"/>
                  </a:lnTo>
                  <a:lnTo>
                    <a:pt x="3838486" y="1110388"/>
                  </a:lnTo>
                  <a:lnTo>
                    <a:pt x="3817652" y="1109670"/>
                  </a:lnTo>
                  <a:lnTo>
                    <a:pt x="3780967" y="1108261"/>
                  </a:lnTo>
                  <a:lnTo>
                    <a:pt x="3727421" y="1105958"/>
                  </a:lnTo>
                  <a:lnTo>
                    <a:pt x="3658394" y="1102612"/>
                  </a:lnTo>
                  <a:lnTo>
                    <a:pt x="3577188" y="1098142"/>
                  </a:lnTo>
                  <a:lnTo>
                    <a:pt x="3488187" y="1092529"/>
                  </a:lnTo>
                  <a:lnTo>
                    <a:pt x="3395907" y="1085789"/>
                  </a:lnTo>
                  <a:lnTo>
                    <a:pt x="3304255" y="1077951"/>
                  </a:lnTo>
                  <a:lnTo>
                    <a:pt x="3216128" y="1069024"/>
                  </a:lnTo>
                  <a:lnTo>
                    <a:pt x="3133326" y="1058978"/>
                  </a:lnTo>
                  <a:lnTo>
                    <a:pt x="3056689" y="1047740"/>
                  </a:lnTo>
                  <a:lnTo>
                    <a:pt x="2986321" y="1035183"/>
                  </a:lnTo>
                  <a:lnTo>
                    <a:pt x="2921814" y="1021131"/>
                  </a:lnTo>
                  <a:lnTo>
                    <a:pt x="2862449" y="1005365"/>
                  </a:lnTo>
                  <a:lnTo>
                    <a:pt x="2807335" y="987635"/>
                  </a:lnTo>
                  <a:lnTo>
                    <a:pt x="2755523" y="967685"/>
                  </a:lnTo>
                  <a:lnTo>
                    <a:pt x="2706090" y="945291"/>
                  </a:lnTo>
                  <a:lnTo>
                    <a:pt x="2667772" y="925570"/>
                  </a:lnTo>
                  <a:lnTo>
                    <a:pt x="2620859" y="898680"/>
                  </a:lnTo>
                  <a:lnTo>
                    <a:pt x="2574404" y="869183"/>
                  </a:lnTo>
                  <a:lnTo>
                    <a:pt x="2527965" y="837037"/>
                  </a:lnTo>
                  <a:lnTo>
                    <a:pt x="2481231" y="802279"/>
                  </a:lnTo>
                  <a:lnTo>
                    <a:pt x="2434008" y="765036"/>
                  </a:lnTo>
                  <a:lnTo>
                    <a:pt x="2386205" y="725529"/>
                  </a:lnTo>
                  <a:lnTo>
                    <a:pt x="2337819" y="684075"/>
                  </a:lnTo>
                  <a:lnTo>
                    <a:pt x="2288928" y="641081"/>
                  </a:lnTo>
                  <a:lnTo>
                    <a:pt x="2239669" y="597027"/>
                  </a:lnTo>
                  <a:lnTo>
                    <a:pt x="2190221" y="552448"/>
                  </a:lnTo>
                  <a:lnTo>
                    <a:pt x="2140786" y="507905"/>
                  </a:lnTo>
                  <a:lnTo>
                    <a:pt x="2091565" y="463960"/>
                  </a:lnTo>
                  <a:lnTo>
                    <a:pt x="2042733" y="421139"/>
                  </a:lnTo>
                  <a:lnTo>
                    <a:pt x="1994420" y="379917"/>
                  </a:lnTo>
                  <a:lnTo>
                    <a:pt x="1946694" y="340687"/>
                  </a:lnTo>
                  <a:lnTo>
                    <a:pt x="1899542" y="303756"/>
                  </a:lnTo>
                  <a:lnTo>
                    <a:pt x="1852859" y="269332"/>
                  </a:lnTo>
                  <a:lnTo>
                    <a:pt x="1806438" y="237529"/>
                  </a:lnTo>
                  <a:lnTo>
                    <a:pt x="1759952" y="208374"/>
                  </a:lnTo>
                  <a:lnTo>
                    <a:pt x="1719082" y="185114"/>
                  </a:lnTo>
                  <a:lnTo>
                    <a:pt x="1670960" y="160680"/>
                  </a:lnTo>
                  <a:lnTo>
                    <a:pt x="1621119" y="138792"/>
                  </a:lnTo>
                  <a:lnTo>
                    <a:pt x="1568718" y="119308"/>
                  </a:lnTo>
                  <a:lnTo>
                    <a:pt x="1512824" y="101995"/>
                  </a:lnTo>
                  <a:lnTo>
                    <a:pt x="1452491" y="86593"/>
                  </a:lnTo>
                  <a:lnTo>
                    <a:pt x="1386855" y="72859"/>
                  </a:lnTo>
                  <a:lnTo>
                    <a:pt x="1315243" y="60580"/>
                  </a:lnTo>
                  <a:lnTo>
                    <a:pt x="1237337" y="49590"/>
                  </a:lnTo>
                  <a:lnTo>
                    <a:pt x="1153367" y="39774"/>
                  </a:lnTo>
                  <a:lnTo>
                    <a:pt x="1064351" y="31067"/>
                  </a:lnTo>
                  <a:lnTo>
                    <a:pt x="972304" y="23448"/>
                  </a:lnTo>
                  <a:lnTo>
                    <a:pt x="880342" y="16934"/>
                  </a:lnTo>
                  <a:lnTo>
                    <a:pt x="792539" y="11550"/>
                  </a:lnTo>
                  <a:lnTo>
                    <a:pt x="713454" y="7310"/>
                  </a:lnTo>
                  <a:lnTo>
                    <a:pt x="647330" y="4182"/>
                  </a:lnTo>
                  <a:lnTo>
                    <a:pt x="597142" y="2073"/>
                  </a:lnTo>
                  <a:lnTo>
                    <a:pt x="563809" y="821"/>
                  </a:lnTo>
                  <a:lnTo>
                    <a:pt x="545830" y="214"/>
                  </a:lnTo>
                  <a:lnTo>
                    <a:pt x="539396" y="1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48" name="pl1248"/>
            <p:cNvSpPr/>
            <p:nvPr/>
          </p:nvSpPr>
          <p:spPr>
            <a:xfrm>
              <a:off x="546595" y="4469074"/>
              <a:ext cx="8234974" cy="1110684"/>
            </a:xfrm>
            <a:custGeom>
              <a:avLst/>
              <a:pathLst>
                <a:path w="8234974" h="1110684">
                  <a:moveTo>
                    <a:pt x="0" y="0"/>
                  </a:moveTo>
                  <a:lnTo>
                    <a:pt x="538736" y="0"/>
                  </a:lnTo>
                  <a:lnTo>
                    <a:pt x="540016" y="36"/>
                  </a:lnTo>
                  <a:lnTo>
                    <a:pt x="548368" y="296"/>
                  </a:lnTo>
                  <a:lnTo>
                    <a:pt x="569202" y="1014"/>
                  </a:lnTo>
                  <a:lnTo>
                    <a:pt x="605888" y="2423"/>
                  </a:lnTo>
                  <a:lnTo>
                    <a:pt x="659433" y="4726"/>
                  </a:lnTo>
                  <a:lnTo>
                    <a:pt x="728461" y="8072"/>
                  </a:lnTo>
                  <a:lnTo>
                    <a:pt x="809666" y="12542"/>
                  </a:lnTo>
                  <a:lnTo>
                    <a:pt x="898668" y="18155"/>
                  </a:lnTo>
                  <a:lnTo>
                    <a:pt x="990948" y="24895"/>
                  </a:lnTo>
                  <a:lnTo>
                    <a:pt x="1082599" y="32733"/>
                  </a:lnTo>
                  <a:lnTo>
                    <a:pt x="1170727" y="41660"/>
                  </a:lnTo>
                  <a:lnTo>
                    <a:pt x="1253529" y="51706"/>
                  </a:lnTo>
                  <a:lnTo>
                    <a:pt x="1330165" y="62944"/>
                  </a:lnTo>
                  <a:lnTo>
                    <a:pt x="1400534" y="75501"/>
                  </a:lnTo>
                  <a:lnTo>
                    <a:pt x="1465040" y="89553"/>
                  </a:lnTo>
                  <a:lnTo>
                    <a:pt x="1524406" y="105319"/>
                  </a:lnTo>
                  <a:lnTo>
                    <a:pt x="1579520" y="123049"/>
                  </a:lnTo>
                  <a:lnTo>
                    <a:pt x="1631332" y="142999"/>
                  </a:lnTo>
                  <a:lnTo>
                    <a:pt x="1680764" y="165393"/>
                  </a:lnTo>
                  <a:lnTo>
                    <a:pt x="1719082" y="185114"/>
                  </a:lnTo>
                  <a:lnTo>
                    <a:pt x="1765996" y="212004"/>
                  </a:lnTo>
                  <a:lnTo>
                    <a:pt x="1812450" y="241501"/>
                  </a:lnTo>
                  <a:lnTo>
                    <a:pt x="1858890" y="273647"/>
                  </a:lnTo>
                  <a:lnTo>
                    <a:pt x="1905624" y="308405"/>
                  </a:lnTo>
                  <a:lnTo>
                    <a:pt x="1952846" y="345648"/>
                  </a:lnTo>
                  <a:lnTo>
                    <a:pt x="2000650" y="385155"/>
                  </a:lnTo>
                  <a:lnTo>
                    <a:pt x="2049035" y="426609"/>
                  </a:lnTo>
                  <a:lnTo>
                    <a:pt x="2097926" y="469603"/>
                  </a:lnTo>
                  <a:lnTo>
                    <a:pt x="2147186" y="513657"/>
                  </a:lnTo>
                  <a:lnTo>
                    <a:pt x="2196634" y="558236"/>
                  </a:lnTo>
                  <a:lnTo>
                    <a:pt x="2246068" y="602779"/>
                  </a:lnTo>
                  <a:lnTo>
                    <a:pt x="2295289" y="646724"/>
                  </a:lnTo>
                  <a:lnTo>
                    <a:pt x="2344122" y="689545"/>
                  </a:lnTo>
                  <a:lnTo>
                    <a:pt x="2392435" y="730767"/>
                  </a:lnTo>
                  <a:lnTo>
                    <a:pt x="2440161" y="769996"/>
                  </a:lnTo>
                  <a:lnTo>
                    <a:pt x="2487313" y="806928"/>
                  </a:lnTo>
                  <a:lnTo>
                    <a:pt x="2533995" y="841352"/>
                  </a:lnTo>
                  <a:lnTo>
                    <a:pt x="2580417" y="873155"/>
                  </a:lnTo>
                  <a:lnTo>
                    <a:pt x="2626903" y="902310"/>
                  </a:lnTo>
                  <a:lnTo>
                    <a:pt x="2667772" y="925570"/>
                  </a:lnTo>
                  <a:lnTo>
                    <a:pt x="2715894" y="950004"/>
                  </a:lnTo>
                  <a:lnTo>
                    <a:pt x="2765736" y="971892"/>
                  </a:lnTo>
                  <a:lnTo>
                    <a:pt x="2818136" y="991376"/>
                  </a:lnTo>
                  <a:lnTo>
                    <a:pt x="2874030" y="1008689"/>
                  </a:lnTo>
                  <a:lnTo>
                    <a:pt x="2934363" y="1024091"/>
                  </a:lnTo>
                  <a:lnTo>
                    <a:pt x="3000000" y="1037825"/>
                  </a:lnTo>
                  <a:lnTo>
                    <a:pt x="3071611" y="1050104"/>
                  </a:lnTo>
                  <a:lnTo>
                    <a:pt x="3149518" y="1061094"/>
                  </a:lnTo>
                  <a:lnTo>
                    <a:pt x="3233488" y="1070910"/>
                  </a:lnTo>
                  <a:lnTo>
                    <a:pt x="3322504" y="1079617"/>
                  </a:lnTo>
                  <a:lnTo>
                    <a:pt x="3414550" y="1087236"/>
                  </a:lnTo>
                  <a:lnTo>
                    <a:pt x="3506512" y="1093750"/>
                  </a:lnTo>
                  <a:lnTo>
                    <a:pt x="3594316" y="1099134"/>
                  </a:lnTo>
                  <a:lnTo>
                    <a:pt x="3673400" y="1103374"/>
                  </a:lnTo>
                  <a:lnTo>
                    <a:pt x="3739525" y="1106502"/>
                  </a:lnTo>
                  <a:lnTo>
                    <a:pt x="3789713" y="1108611"/>
                  </a:lnTo>
                  <a:lnTo>
                    <a:pt x="3823046" y="1109863"/>
                  </a:lnTo>
                  <a:lnTo>
                    <a:pt x="3841025" y="1110470"/>
                  </a:lnTo>
                  <a:lnTo>
                    <a:pt x="3847458" y="1110666"/>
                  </a:lnTo>
                  <a:lnTo>
                    <a:pt x="3848118" y="1110684"/>
                  </a:lnTo>
                  <a:lnTo>
                    <a:pt x="4386855" y="1110684"/>
                  </a:lnTo>
                  <a:lnTo>
                    <a:pt x="4388148" y="1110660"/>
                  </a:lnTo>
                  <a:lnTo>
                    <a:pt x="4396581" y="1110485"/>
                  </a:lnTo>
                  <a:lnTo>
                    <a:pt x="4417608" y="1110001"/>
                  </a:lnTo>
                  <a:lnTo>
                    <a:pt x="4454616" y="1109053"/>
                  </a:lnTo>
                  <a:lnTo>
                    <a:pt x="4508592" y="1107502"/>
                  </a:lnTo>
                  <a:lnTo>
                    <a:pt x="4578111" y="1105250"/>
                  </a:lnTo>
                  <a:lnTo>
                    <a:pt x="4659808" y="1102244"/>
                  </a:lnTo>
                  <a:lnTo>
                    <a:pt x="4749245" y="1098469"/>
                  </a:lnTo>
                  <a:lnTo>
                    <a:pt x="4841867" y="1093940"/>
                  </a:lnTo>
                  <a:lnTo>
                    <a:pt x="4933751" y="1088674"/>
                  </a:lnTo>
                  <a:lnTo>
                    <a:pt x="5022011" y="1082676"/>
                  </a:lnTo>
                  <a:lnTo>
                    <a:pt x="5104862" y="1075927"/>
                  </a:lnTo>
                  <a:lnTo>
                    <a:pt x="5181490" y="1068375"/>
                  </a:lnTo>
                  <a:lnTo>
                    <a:pt x="5251816" y="1059933"/>
                  </a:lnTo>
                  <a:lnTo>
                    <a:pt x="5316269" y="1050481"/>
                  </a:lnTo>
                  <a:lnTo>
                    <a:pt x="5375589" y="1039871"/>
                  </a:lnTo>
                  <a:lnTo>
                    <a:pt x="5430680" y="1027933"/>
                  </a:lnTo>
                  <a:lnTo>
                    <a:pt x="5482501" y="1014495"/>
                  </a:lnTo>
                  <a:lnTo>
                    <a:pt x="5531980" y="999411"/>
                  </a:lnTo>
                  <a:lnTo>
                    <a:pt x="5567201" y="987275"/>
                  </a:lnTo>
                  <a:lnTo>
                    <a:pt x="5616947" y="968202"/>
                  </a:lnTo>
                  <a:lnTo>
                    <a:pt x="5666211" y="947171"/>
                  </a:lnTo>
                  <a:lnTo>
                    <a:pt x="5715505" y="924154"/>
                  </a:lnTo>
                  <a:lnTo>
                    <a:pt x="5765179" y="899190"/>
                  </a:lnTo>
                  <a:lnTo>
                    <a:pt x="5815436" y="872395"/>
                  </a:lnTo>
                  <a:lnTo>
                    <a:pt x="5866357" y="843969"/>
                  </a:lnTo>
                  <a:lnTo>
                    <a:pt x="5917910" y="814186"/>
                  </a:lnTo>
                  <a:lnTo>
                    <a:pt x="5969973" y="783395"/>
                  </a:lnTo>
                  <a:lnTo>
                    <a:pt x="6022355" y="752001"/>
                  </a:lnTo>
                  <a:lnTo>
                    <a:pt x="6074827" y="720443"/>
                  </a:lnTo>
                  <a:lnTo>
                    <a:pt x="6127146" y="689169"/>
                  </a:lnTo>
                  <a:lnTo>
                    <a:pt x="6179088" y="658611"/>
                  </a:lnTo>
                  <a:lnTo>
                    <a:pt x="6230479" y="629161"/>
                  </a:lnTo>
                  <a:lnTo>
                    <a:pt x="6281221" y="601149"/>
                  </a:lnTo>
                  <a:lnTo>
                    <a:pt x="6331309" y="574831"/>
                  </a:lnTo>
                  <a:lnTo>
                    <a:pt x="6380855" y="550381"/>
                  </a:lnTo>
                  <a:lnTo>
                    <a:pt x="6430100" y="527896"/>
                  </a:lnTo>
                  <a:lnTo>
                    <a:pt x="6479435" y="507397"/>
                  </a:lnTo>
                  <a:lnTo>
                    <a:pt x="6515891" y="493637"/>
                  </a:lnTo>
                  <a:lnTo>
                    <a:pt x="6564177" y="477296"/>
                  </a:lnTo>
                  <a:lnTo>
                    <a:pt x="6614197" y="462664"/>
                  </a:lnTo>
                  <a:lnTo>
                    <a:pt x="6666800" y="449644"/>
                  </a:lnTo>
                  <a:lnTo>
                    <a:pt x="6722929" y="438079"/>
                  </a:lnTo>
                  <a:lnTo>
                    <a:pt x="6783540" y="427794"/>
                  </a:lnTo>
                  <a:lnTo>
                    <a:pt x="6849503" y="418626"/>
                  </a:lnTo>
                  <a:lnTo>
                    <a:pt x="6921491" y="410433"/>
                  </a:lnTo>
                  <a:lnTo>
                    <a:pt x="6999818" y="403102"/>
                  </a:lnTo>
                  <a:lnTo>
                    <a:pt x="7084234" y="396558"/>
                  </a:lnTo>
                  <a:lnTo>
                    <a:pt x="7173683" y="390757"/>
                  </a:lnTo>
                  <a:lnTo>
                    <a:pt x="7266094" y="385687"/>
                  </a:lnTo>
                  <a:lnTo>
                    <a:pt x="7358284" y="381358"/>
                  </a:lnTo>
                  <a:lnTo>
                    <a:pt x="7446107" y="377789"/>
                  </a:lnTo>
                  <a:lnTo>
                    <a:pt x="7524952" y="374987"/>
                  </a:lnTo>
                  <a:lnTo>
                    <a:pt x="7590573" y="372930"/>
                  </a:lnTo>
                  <a:lnTo>
                    <a:pt x="7640051" y="371552"/>
                  </a:lnTo>
                  <a:lnTo>
                    <a:pt x="7672580" y="370742"/>
                  </a:lnTo>
                  <a:lnTo>
                    <a:pt x="7689812" y="370357"/>
                  </a:lnTo>
                  <a:lnTo>
                    <a:pt x="7695721" y="370237"/>
                  </a:lnTo>
                  <a:lnTo>
                    <a:pt x="7696237" y="370228"/>
                  </a:lnTo>
                  <a:lnTo>
                    <a:pt x="8234974" y="370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9" name="pl1249"/>
            <p:cNvSpPr/>
            <p:nvPr/>
          </p:nvSpPr>
          <p:spPr>
            <a:xfrm>
              <a:off x="546595" y="4463629"/>
              <a:ext cx="8234974" cy="1110684"/>
            </a:xfrm>
            <a:custGeom>
              <a:avLst/>
              <a:pathLst>
                <a:path w="8234974" h="1110684">
                  <a:moveTo>
                    <a:pt x="8234974" y="370228"/>
                  </a:moveTo>
                  <a:lnTo>
                    <a:pt x="7696237" y="370228"/>
                  </a:lnTo>
                  <a:lnTo>
                    <a:pt x="7694945" y="370252"/>
                  </a:lnTo>
                  <a:lnTo>
                    <a:pt x="7686512" y="370427"/>
                  </a:lnTo>
                  <a:lnTo>
                    <a:pt x="7665484" y="370911"/>
                  </a:lnTo>
                  <a:lnTo>
                    <a:pt x="7628477" y="371860"/>
                  </a:lnTo>
                  <a:lnTo>
                    <a:pt x="7574501" y="373410"/>
                  </a:lnTo>
                  <a:lnTo>
                    <a:pt x="7504981" y="375662"/>
                  </a:lnTo>
                  <a:lnTo>
                    <a:pt x="7423284" y="378669"/>
                  </a:lnTo>
                  <a:lnTo>
                    <a:pt x="7333847" y="382443"/>
                  </a:lnTo>
                  <a:lnTo>
                    <a:pt x="7241226" y="386972"/>
                  </a:lnTo>
                  <a:lnTo>
                    <a:pt x="7149341" y="392238"/>
                  </a:lnTo>
                  <a:lnTo>
                    <a:pt x="7061082" y="398236"/>
                  </a:lnTo>
                  <a:lnTo>
                    <a:pt x="6978231" y="404985"/>
                  </a:lnTo>
                  <a:lnTo>
                    <a:pt x="6901603" y="412538"/>
                  </a:lnTo>
                  <a:lnTo>
                    <a:pt x="6831277" y="420980"/>
                  </a:lnTo>
                  <a:lnTo>
                    <a:pt x="6766823" y="430432"/>
                  </a:lnTo>
                  <a:lnTo>
                    <a:pt x="6707503" y="441042"/>
                  </a:lnTo>
                  <a:lnTo>
                    <a:pt x="6652412" y="452979"/>
                  </a:lnTo>
                  <a:lnTo>
                    <a:pt x="6600592" y="466417"/>
                  </a:lnTo>
                  <a:lnTo>
                    <a:pt x="6551113" y="481501"/>
                  </a:lnTo>
                  <a:lnTo>
                    <a:pt x="6515891" y="493637"/>
                  </a:lnTo>
                  <a:lnTo>
                    <a:pt x="6466145" y="512710"/>
                  </a:lnTo>
                  <a:lnTo>
                    <a:pt x="6416882" y="533741"/>
                  </a:lnTo>
                  <a:lnTo>
                    <a:pt x="6367587" y="556759"/>
                  </a:lnTo>
                  <a:lnTo>
                    <a:pt x="6317914" y="581723"/>
                  </a:lnTo>
                  <a:lnTo>
                    <a:pt x="6267656" y="608517"/>
                  </a:lnTo>
                  <a:lnTo>
                    <a:pt x="6216735" y="636944"/>
                  </a:lnTo>
                  <a:lnTo>
                    <a:pt x="6165183" y="666727"/>
                  </a:lnTo>
                  <a:lnTo>
                    <a:pt x="6113120" y="697517"/>
                  </a:lnTo>
                  <a:lnTo>
                    <a:pt x="6060737" y="728911"/>
                  </a:lnTo>
                  <a:lnTo>
                    <a:pt x="6008265" y="760469"/>
                  </a:lnTo>
                  <a:lnTo>
                    <a:pt x="5955947" y="791743"/>
                  </a:lnTo>
                  <a:lnTo>
                    <a:pt x="5904005" y="822301"/>
                  </a:lnTo>
                  <a:lnTo>
                    <a:pt x="5852613" y="851751"/>
                  </a:lnTo>
                  <a:lnTo>
                    <a:pt x="5801872" y="879763"/>
                  </a:lnTo>
                  <a:lnTo>
                    <a:pt x="5751784" y="906082"/>
                  </a:lnTo>
                  <a:lnTo>
                    <a:pt x="5702238" y="930531"/>
                  </a:lnTo>
                  <a:lnTo>
                    <a:pt x="5652992" y="953016"/>
                  </a:lnTo>
                  <a:lnTo>
                    <a:pt x="5603657" y="973515"/>
                  </a:lnTo>
                  <a:lnTo>
                    <a:pt x="5567201" y="987275"/>
                  </a:lnTo>
                  <a:lnTo>
                    <a:pt x="5518915" y="1003616"/>
                  </a:lnTo>
                  <a:lnTo>
                    <a:pt x="5468895" y="1018249"/>
                  </a:lnTo>
                  <a:lnTo>
                    <a:pt x="5416293" y="1031269"/>
                  </a:lnTo>
                  <a:lnTo>
                    <a:pt x="5360163" y="1042834"/>
                  </a:lnTo>
                  <a:lnTo>
                    <a:pt x="5299553" y="1053118"/>
                  </a:lnTo>
                  <a:lnTo>
                    <a:pt x="5233590" y="1062286"/>
                  </a:lnTo>
                  <a:lnTo>
                    <a:pt x="5161601" y="1070480"/>
                  </a:lnTo>
                  <a:lnTo>
                    <a:pt x="5083274" y="1077810"/>
                  </a:lnTo>
                  <a:lnTo>
                    <a:pt x="4998859" y="1084354"/>
                  </a:lnTo>
                  <a:lnTo>
                    <a:pt x="4909410" y="1090155"/>
                  </a:lnTo>
                  <a:lnTo>
                    <a:pt x="4816998" y="1095226"/>
                  </a:lnTo>
                  <a:lnTo>
                    <a:pt x="4724808" y="1099555"/>
                  </a:lnTo>
                  <a:lnTo>
                    <a:pt x="4636986" y="1103124"/>
                  </a:lnTo>
                  <a:lnTo>
                    <a:pt x="4558140" y="1105925"/>
                  </a:lnTo>
                  <a:lnTo>
                    <a:pt x="4492519" y="1107982"/>
                  </a:lnTo>
                  <a:lnTo>
                    <a:pt x="4443042" y="1109360"/>
                  </a:lnTo>
                  <a:lnTo>
                    <a:pt x="4410512" y="1110170"/>
                  </a:lnTo>
                  <a:lnTo>
                    <a:pt x="4393280" y="1110556"/>
                  </a:lnTo>
                  <a:lnTo>
                    <a:pt x="4387371" y="1110675"/>
                  </a:lnTo>
                  <a:lnTo>
                    <a:pt x="4386855" y="1110684"/>
                  </a:lnTo>
                  <a:lnTo>
                    <a:pt x="3848118" y="1110684"/>
                  </a:lnTo>
                  <a:lnTo>
                    <a:pt x="3846839" y="1110648"/>
                  </a:lnTo>
                  <a:lnTo>
                    <a:pt x="3838486" y="1110388"/>
                  </a:lnTo>
                  <a:lnTo>
                    <a:pt x="3817652" y="1109670"/>
                  </a:lnTo>
                  <a:lnTo>
                    <a:pt x="3780967" y="1108261"/>
                  </a:lnTo>
                  <a:lnTo>
                    <a:pt x="3727421" y="1105958"/>
                  </a:lnTo>
                  <a:lnTo>
                    <a:pt x="3658394" y="1102612"/>
                  </a:lnTo>
                  <a:lnTo>
                    <a:pt x="3577188" y="1098142"/>
                  </a:lnTo>
                  <a:lnTo>
                    <a:pt x="3488187" y="1092529"/>
                  </a:lnTo>
                  <a:lnTo>
                    <a:pt x="3395907" y="1085789"/>
                  </a:lnTo>
                  <a:lnTo>
                    <a:pt x="3304255" y="1077951"/>
                  </a:lnTo>
                  <a:lnTo>
                    <a:pt x="3216128" y="1069024"/>
                  </a:lnTo>
                  <a:lnTo>
                    <a:pt x="3133326" y="1058978"/>
                  </a:lnTo>
                  <a:lnTo>
                    <a:pt x="3056689" y="1047740"/>
                  </a:lnTo>
                  <a:lnTo>
                    <a:pt x="2986321" y="1035183"/>
                  </a:lnTo>
                  <a:lnTo>
                    <a:pt x="2921814" y="1021131"/>
                  </a:lnTo>
                  <a:lnTo>
                    <a:pt x="2862449" y="1005365"/>
                  </a:lnTo>
                  <a:lnTo>
                    <a:pt x="2807335" y="987635"/>
                  </a:lnTo>
                  <a:lnTo>
                    <a:pt x="2755523" y="967685"/>
                  </a:lnTo>
                  <a:lnTo>
                    <a:pt x="2706090" y="945291"/>
                  </a:lnTo>
                  <a:lnTo>
                    <a:pt x="2667772" y="925570"/>
                  </a:lnTo>
                  <a:lnTo>
                    <a:pt x="2620859" y="898680"/>
                  </a:lnTo>
                  <a:lnTo>
                    <a:pt x="2574404" y="869183"/>
                  </a:lnTo>
                  <a:lnTo>
                    <a:pt x="2527965" y="837037"/>
                  </a:lnTo>
                  <a:lnTo>
                    <a:pt x="2481231" y="802279"/>
                  </a:lnTo>
                  <a:lnTo>
                    <a:pt x="2434008" y="765036"/>
                  </a:lnTo>
                  <a:lnTo>
                    <a:pt x="2386205" y="725529"/>
                  </a:lnTo>
                  <a:lnTo>
                    <a:pt x="2337819" y="684075"/>
                  </a:lnTo>
                  <a:lnTo>
                    <a:pt x="2288928" y="641081"/>
                  </a:lnTo>
                  <a:lnTo>
                    <a:pt x="2239669" y="597027"/>
                  </a:lnTo>
                  <a:lnTo>
                    <a:pt x="2190221" y="552448"/>
                  </a:lnTo>
                  <a:lnTo>
                    <a:pt x="2140786" y="507905"/>
                  </a:lnTo>
                  <a:lnTo>
                    <a:pt x="2091565" y="463960"/>
                  </a:lnTo>
                  <a:lnTo>
                    <a:pt x="2042733" y="421139"/>
                  </a:lnTo>
                  <a:lnTo>
                    <a:pt x="1994420" y="379917"/>
                  </a:lnTo>
                  <a:lnTo>
                    <a:pt x="1946694" y="340687"/>
                  </a:lnTo>
                  <a:lnTo>
                    <a:pt x="1899542" y="303756"/>
                  </a:lnTo>
                  <a:lnTo>
                    <a:pt x="1852859" y="269332"/>
                  </a:lnTo>
                  <a:lnTo>
                    <a:pt x="1806438" y="237529"/>
                  </a:lnTo>
                  <a:lnTo>
                    <a:pt x="1759952" y="208374"/>
                  </a:lnTo>
                  <a:lnTo>
                    <a:pt x="1719082" y="185114"/>
                  </a:lnTo>
                  <a:lnTo>
                    <a:pt x="1670960" y="160680"/>
                  </a:lnTo>
                  <a:lnTo>
                    <a:pt x="1621119" y="138792"/>
                  </a:lnTo>
                  <a:lnTo>
                    <a:pt x="1568718" y="119308"/>
                  </a:lnTo>
                  <a:lnTo>
                    <a:pt x="1512824" y="101995"/>
                  </a:lnTo>
                  <a:lnTo>
                    <a:pt x="1452491" y="86593"/>
                  </a:lnTo>
                  <a:lnTo>
                    <a:pt x="1386855" y="72859"/>
                  </a:lnTo>
                  <a:lnTo>
                    <a:pt x="1315243" y="60580"/>
                  </a:lnTo>
                  <a:lnTo>
                    <a:pt x="1237337" y="49590"/>
                  </a:lnTo>
                  <a:lnTo>
                    <a:pt x="1153367" y="39774"/>
                  </a:lnTo>
                  <a:lnTo>
                    <a:pt x="1064351" y="31067"/>
                  </a:lnTo>
                  <a:lnTo>
                    <a:pt x="972304" y="23448"/>
                  </a:lnTo>
                  <a:lnTo>
                    <a:pt x="880342" y="16934"/>
                  </a:lnTo>
                  <a:lnTo>
                    <a:pt x="792539" y="11550"/>
                  </a:lnTo>
                  <a:lnTo>
                    <a:pt x="713454" y="7310"/>
                  </a:lnTo>
                  <a:lnTo>
                    <a:pt x="647330" y="4182"/>
                  </a:lnTo>
                  <a:lnTo>
                    <a:pt x="597142" y="2073"/>
                  </a:lnTo>
                  <a:lnTo>
                    <a:pt x="563809" y="821"/>
                  </a:lnTo>
                  <a:lnTo>
                    <a:pt x="545830" y="214"/>
                  </a:lnTo>
                  <a:lnTo>
                    <a:pt x="539396" y="1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0" name="pg1250"/>
            <p:cNvSpPr/>
            <p:nvPr/>
          </p:nvSpPr>
          <p:spPr>
            <a:xfrm>
              <a:off x="546595" y="1637916"/>
              <a:ext cx="8234974" cy="2553486"/>
            </a:xfrm>
            <a:custGeom>
              <a:avLst/>
              <a:pathLst>
                <a:path w="8234974" h="2553486">
                  <a:moveTo>
                    <a:pt x="0" y="2553486"/>
                  </a:moveTo>
                  <a:lnTo>
                    <a:pt x="538736" y="2553486"/>
                  </a:lnTo>
                  <a:lnTo>
                    <a:pt x="539928" y="2553409"/>
                  </a:lnTo>
                  <a:lnTo>
                    <a:pt x="547716" y="2552855"/>
                  </a:lnTo>
                  <a:lnTo>
                    <a:pt x="567195" y="2551325"/>
                  </a:lnTo>
                  <a:lnTo>
                    <a:pt x="601621" y="2548321"/>
                  </a:lnTo>
                  <a:lnTo>
                    <a:pt x="652124" y="2543400"/>
                  </a:lnTo>
                  <a:lnTo>
                    <a:pt x="717648" y="2536231"/>
                  </a:lnTo>
                  <a:lnTo>
                    <a:pt x="795316" y="2526623"/>
                  </a:lnTo>
                  <a:lnTo>
                    <a:pt x="881145" y="2514516"/>
                  </a:lnTo>
                  <a:lnTo>
                    <a:pt x="970896" y="2499938"/>
                  </a:lnTo>
                  <a:lnTo>
                    <a:pt x="1060776" y="2482948"/>
                  </a:lnTo>
                  <a:lnTo>
                    <a:pt x="1147863" y="2463578"/>
                  </a:lnTo>
                  <a:lnTo>
                    <a:pt x="1230231" y="2441792"/>
                  </a:lnTo>
                  <a:lnTo>
                    <a:pt x="1306873" y="2417459"/>
                  </a:lnTo>
                  <a:lnTo>
                    <a:pt x="1377511" y="2390342"/>
                  </a:lnTo>
                  <a:lnTo>
                    <a:pt x="1442392" y="2360101"/>
                  </a:lnTo>
                  <a:lnTo>
                    <a:pt x="1502104" y="2326297"/>
                  </a:lnTo>
                  <a:lnTo>
                    <a:pt x="1557427" y="2288418"/>
                  </a:lnTo>
                  <a:lnTo>
                    <a:pt x="1609235" y="2245914"/>
                  </a:lnTo>
                  <a:lnTo>
                    <a:pt x="1658403" y="2198262"/>
                  </a:lnTo>
                  <a:lnTo>
                    <a:pt x="1705744" y="2145095"/>
                  </a:lnTo>
                  <a:lnTo>
                    <a:pt x="1719082" y="2128812"/>
                  </a:lnTo>
                  <a:lnTo>
                    <a:pt x="1756034" y="2080791"/>
                  </a:lnTo>
                  <a:lnTo>
                    <a:pt x="1792636" y="2029093"/>
                  </a:lnTo>
                  <a:lnTo>
                    <a:pt x="1829124" y="1973647"/>
                  </a:lnTo>
                  <a:lnTo>
                    <a:pt x="1865683" y="1914443"/>
                  </a:lnTo>
                  <a:lnTo>
                    <a:pt x="1902448" y="1851547"/>
                  </a:lnTo>
                  <a:lnTo>
                    <a:pt x="1939511" y="1785104"/>
                  </a:lnTo>
                  <a:lnTo>
                    <a:pt x="1976926" y="1715341"/>
                  </a:lnTo>
                  <a:lnTo>
                    <a:pt x="2014708" y="1642573"/>
                  </a:lnTo>
                  <a:lnTo>
                    <a:pt x="2052842" y="1567194"/>
                  </a:lnTo>
                  <a:lnTo>
                    <a:pt x="2091285" y="1489676"/>
                  </a:lnTo>
                  <a:lnTo>
                    <a:pt x="2129970" y="1410554"/>
                  </a:lnTo>
                  <a:lnTo>
                    <a:pt x="2168813" y="1330414"/>
                  </a:lnTo>
                  <a:lnTo>
                    <a:pt x="2207719" y="1249875"/>
                  </a:lnTo>
                  <a:lnTo>
                    <a:pt x="2246589" y="1169568"/>
                  </a:lnTo>
                  <a:lnTo>
                    <a:pt x="2285324" y="1090117"/>
                  </a:lnTo>
                  <a:lnTo>
                    <a:pt x="2323839" y="1012118"/>
                  </a:lnTo>
                  <a:lnTo>
                    <a:pt x="2362061" y="936123"/>
                  </a:lnTo>
                  <a:lnTo>
                    <a:pt x="2399939" y="862621"/>
                  </a:lnTo>
                  <a:lnTo>
                    <a:pt x="2437451" y="792026"/>
                  </a:lnTo>
                  <a:lnTo>
                    <a:pt x="2474604" y="724676"/>
                  </a:lnTo>
                  <a:lnTo>
                    <a:pt x="2511440" y="660822"/>
                  </a:lnTo>
                  <a:lnTo>
                    <a:pt x="2548043" y="600628"/>
                  </a:lnTo>
                  <a:lnTo>
                    <a:pt x="2584534" y="544183"/>
                  </a:lnTo>
                  <a:lnTo>
                    <a:pt x="2621084" y="491495"/>
                  </a:lnTo>
                  <a:lnTo>
                    <a:pt x="2657917" y="442509"/>
                  </a:lnTo>
                  <a:lnTo>
                    <a:pt x="2667772" y="430118"/>
                  </a:lnTo>
                  <a:lnTo>
                    <a:pt x="2714719" y="375343"/>
                  </a:lnTo>
                  <a:lnTo>
                    <a:pt x="2763286" y="326136"/>
                  </a:lnTo>
                  <a:lnTo>
                    <a:pt x="2814248" y="282205"/>
                  </a:lnTo>
                  <a:lnTo>
                    <a:pt x="2868472" y="243056"/>
                  </a:lnTo>
                  <a:lnTo>
                    <a:pt x="2926839" y="208139"/>
                  </a:lnTo>
                  <a:lnTo>
                    <a:pt x="2990167" y="176924"/>
                  </a:lnTo>
                  <a:lnTo>
                    <a:pt x="3059111" y="148951"/>
                  </a:lnTo>
                  <a:lnTo>
                    <a:pt x="3134032" y="123849"/>
                  </a:lnTo>
                  <a:lnTo>
                    <a:pt x="3214825" y="101350"/>
                  </a:lnTo>
                  <a:lnTo>
                    <a:pt x="3300713" y="81295"/>
                  </a:lnTo>
                  <a:lnTo>
                    <a:pt x="3390047" y="63621"/>
                  </a:lnTo>
                  <a:lnTo>
                    <a:pt x="3480190" y="48345"/>
                  </a:lnTo>
                  <a:lnTo>
                    <a:pt x="3567569" y="35524"/>
                  </a:lnTo>
                  <a:lnTo>
                    <a:pt x="3648011" y="25200"/>
                  </a:lnTo>
                  <a:lnTo>
                    <a:pt x="3717377" y="17346"/>
                  </a:lnTo>
                  <a:lnTo>
                    <a:pt x="3772387" y="11808"/>
                  </a:lnTo>
                  <a:lnTo>
                    <a:pt x="3811406" y="8295"/>
                  </a:lnTo>
                  <a:lnTo>
                    <a:pt x="3834927" y="6391"/>
                  </a:lnTo>
                  <a:lnTo>
                    <a:pt x="3845623" y="561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6" y="5479"/>
                  </a:lnTo>
                  <a:lnTo>
                    <a:pt x="4396499" y="5730"/>
                  </a:lnTo>
                  <a:lnTo>
                    <a:pt x="4417356" y="6425"/>
                  </a:lnTo>
                  <a:lnTo>
                    <a:pt x="4454080" y="7787"/>
                  </a:lnTo>
                  <a:lnTo>
                    <a:pt x="4507677" y="10014"/>
                  </a:lnTo>
                  <a:lnTo>
                    <a:pt x="4576764" y="13249"/>
                  </a:lnTo>
                  <a:lnTo>
                    <a:pt x="4658029" y="17570"/>
                  </a:lnTo>
                  <a:lnTo>
                    <a:pt x="4747083" y="22996"/>
                  </a:lnTo>
                  <a:lnTo>
                    <a:pt x="4839404" y="29511"/>
                  </a:lnTo>
                  <a:lnTo>
                    <a:pt x="4931084" y="37087"/>
                  </a:lnTo>
                  <a:lnTo>
                    <a:pt x="5019228" y="45716"/>
                  </a:lnTo>
                  <a:lnTo>
                    <a:pt x="5102036" y="55426"/>
                  </a:lnTo>
                  <a:lnTo>
                    <a:pt x="5178671" y="66289"/>
                  </a:lnTo>
                  <a:lnTo>
                    <a:pt x="5249035" y="78428"/>
                  </a:lnTo>
                  <a:lnTo>
                    <a:pt x="5313535" y="92012"/>
                  </a:lnTo>
                  <a:lnTo>
                    <a:pt x="5372895" y="107254"/>
                  </a:lnTo>
                  <a:lnTo>
                    <a:pt x="5428006" y="124396"/>
                  </a:lnTo>
                  <a:lnTo>
                    <a:pt x="5479819" y="143686"/>
                  </a:lnTo>
                  <a:lnTo>
                    <a:pt x="5529257" y="165338"/>
                  </a:lnTo>
                  <a:lnTo>
                    <a:pt x="5567201" y="184206"/>
                  </a:lnTo>
                  <a:lnTo>
                    <a:pt x="5614417" y="210351"/>
                  </a:lnTo>
                  <a:lnTo>
                    <a:pt x="5661171" y="239045"/>
                  </a:lnTo>
                  <a:lnTo>
                    <a:pt x="5707915" y="270331"/>
                  </a:lnTo>
                  <a:lnTo>
                    <a:pt x="5754961" y="304171"/>
                  </a:lnTo>
                  <a:lnTo>
                    <a:pt x="5802507" y="340437"/>
                  </a:lnTo>
                  <a:lnTo>
                    <a:pt x="5850642" y="378909"/>
                  </a:lnTo>
                  <a:lnTo>
                    <a:pt x="5899364" y="419271"/>
                  </a:lnTo>
                  <a:lnTo>
                    <a:pt x="5948594" y="461121"/>
                  </a:lnTo>
                  <a:lnTo>
                    <a:pt x="5998189" y="503981"/>
                  </a:lnTo>
                  <a:lnTo>
                    <a:pt x="6047962" y="547323"/>
                  </a:lnTo>
                  <a:lnTo>
                    <a:pt x="6097709" y="590593"/>
                  </a:lnTo>
                  <a:lnTo>
                    <a:pt x="6147226" y="633242"/>
                  </a:lnTo>
                  <a:lnTo>
                    <a:pt x="6196337" y="674751"/>
                  </a:lnTo>
                  <a:lnTo>
                    <a:pt x="6244913" y="714661"/>
                  </a:lnTo>
                  <a:lnTo>
                    <a:pt x="6292892" y="752592"/>
                  </a:lnTo>
                  <a:lnTo>
                    <a:pt x="6340297" y="788250"/>
                  </a:lnTo>
                  <a:lnTo>
                    <a:pt x="6387242" y="821439"/>
                  </a:lnTo>
                  <a:lnTo>
                    <a:pt x="6433953" y="852058"/>
                  </a:lnTo>
                  <a:lnTo>
                    <a:pt x="6480777" y="880088"/>
                  </a:lnTo>
                  <a:lnTo>
                    <a:pt x="6515891" y="899255"/>
                  </a:lnTo>
                  <a:lnTo>
                    <a:pt x="6564033" y="922860"/>
                  </a:lnTo>
                  <a:lnTo>
                    <a:pt x="6613896" y="944004"/>
                  </a:lnTo>
                  <a:lnTo>
                    <a:pt x="6666321" y="962824"/>
                  </a:lnTo>
                  <a:lnTo>
                    <a:pt x="6722243" y="979547"/>
                  </a:lnTo>
                  <a:lnTo>
                    <a:pt x="6782610" y="994423"/>
                  </a:lnTo>
                  <a:lnTo>
                    <a:pt x="6848286" y="1007689"/>
                  </a:lnTo>
                  <a:lnTo>
                    <a:pt x="6919942" y="1019548"/>
                  </a:lnTo>
                  <a:lnTo>
                    <a:pt x="6997899" y="1030161"/>
                  </a:lnTo>
                  <a:lnTo>
                    <a:pt x="7081923" y="1039640"/>
                  </a:lnTo>
                  <a:lnTo>
                    <a:pt x="7170991" y="1048048"/>
                  </a:lnTo>
                  <a:lnTo>
                    <a:pt x="7263082" y="1055403"/>
                  </a:lnTo>
                  <a:lnTo>
                    <a:pt x="7355072" y="1061692"/>
                  </a:lnTo>
                  <a:lnTo>
                    <a:pt x="7442878" y="1066888"/>
                  </a:lnTo>
                  <a:lnTo>
                    <a:pt x="7521935" y="1070978"/>
                  </a:lnTo>
                  <a:lnTo>
                    <a:pt x="7587999" y="1073993"/>
                  </a:lnTo>
                  <a:lnTo>
                    <a:pt x="7638102" y="1076025"/>
                  </a:lnTo>
                  <a:lnTo>
                    <a:pt x="7671338" y="1077230"/>
                  </a:lnTo>
                  <a:lnTo>
                    <a:pt x="7689226" y="1077813"/>
                  </a:lnTo>
                  <a:lnTo>
                    <a:pt x="7695596" y="1078000"/>
                  </a:lnTo>
                  <a:lnTo>
                    <a:pt x="7696237" y="1078017"/>
                  </a:lnTo>
                  <a:lnTo>
                    <a:pt x="8234974" y="1078017"/>
                  </a:lnTo>
                  <a:lnTo>
                    <a:pt x="8234974" y="1072573"/>
                  </a:ln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7" y="77"/>
                  </a:lnTo>
                  <a:lnTo>
                    <a:pt x="3839138" y="630"/>
                  </a:lnTo>
                  <a:lnTo>
                    <a:pt x="3819660" y="2160"/>
                  </a:lnTo>
                  <a:lnTo>
                    <a:pt x="3785234" y="5165"/>
                  </a:lnTo>
                  <a:lnTo>
                    <a:pt x="3734731" y="10086"/>
                  </a:lnTo>
                  <a:lnTo>
                    <a:pt x="3669206" y="17255"/>
                  </a:lnTo>
                  <a:lnTo>
                    <a:pt x="3591539" y="26862"/>
                  </a:lnTo>
                  <a:lnTo>
                    <a:pt x="3505710" y="38969"/>
                  </a:lnTo>
                  <a:lnTo>
                    <a:pt x="3415959" y="53548"/>
                  </a:lnTo>
                  <a:lnTo>
                    <a:pt x="3326079" y="70538"/>
                  </a:lnTo>
                  <a:lnTo>
                    <a:pt x="3238992" y="89908"/>
                  </a:lnTo>
                  <a:lnTo>
                    <a:pt x="3156623" y="111694"/>
                  </a:lnTo>
                  <a:lnTo>
                    <a:pt x="3079982" y="136027"/>
                  </a:lnTo>
                  <a:lnTo>
                    <a:pt x="3009344" y="163143"/>
                  </a:lnTo>
                  <a:lnTo>
                    <a:pt x="2944462" y="193385"/>
                  </a:lnTo>
                  <a:lnTo>
                    <a:pt x="2884751" y="227188"/>
                  </a:lnTo>
                  <a:lnTo>
                    <a:pt x="2829427" y="265067"/>
                  </a:lnTo>
                  <a:lnTo>
                    <a:pt x="2777620" y="307572"/>
                  </a:lnTo>
                  <a:lnTo>
                    <a:pt x="2728451" y="355223"/>
                  </a:lnTo>
                  <a:lnTo>
                    <a:pt x="2681110" y="408390"/>
                  </a:lnTo>
                  <a:lnTo>
                    <a:pt x="2667772" y="424673"/>
                  </a:lnTo>
                  <a:lnTo>
                    <a:pt x="2630820" y="472695"/>
                  </a:lnTo>
                  <a:lnTo>
                    <a:pt x="2594219" y="524392"/>
                  </a:lnTo>
                  <a:lnTo>
                    <a:pt x="2557731" y="579838"/>
                  </a:lnTo>
                  <a:lnTo>
                    <a:pt x="2521172" y="639042"/>
                  </a:lnTo>
                  <a:lnTo>
                    <a:pt x="2484407" y="701938"/>
                  </a:lnTo>
                  <a:lnTo>
                    <a:pt x="2447343" y="768382"/>
                  </a:lnTo>
                  <a:lnTo>
                    <a:pt x="2409929" y="838144"/>
                  </a:lnTo>
                  <a:lnTo>
                    <a:pt x="2372147" y="910913"/>
                  </a:lnTo>
                  <a:lnTo>
                    <a:pt x="2334013" y="986291"/>
                  </a:lnTo>
                  <a:lnTo>
                    <a:pt x="2295570" y="1063809"/>
                  </a:lnTo>
                  <a:lnTo>
                    <a:pt x="2256884" y="1142931"/>
                  </a:lnTo>
                  <a:lnTo>
                    <a:pt x="2218041" y="1223071"/>
                  </a:lnTo>
                  <a:lnTo>
                    <a:pt x="2179135" y="1303611"/>
                  </a:lnTo>
                  <a:lnTo>
                    <a:pt x="2140266" y="1383918"/>
                  </a:lnTo>
                  <a:lnTo>
                    <a:pt x="2101530" y="1463369"/>
                  </a:lnTo>
                  <a:lnTo>
                    <a:pt x="2063016" y="1541367"/>
                  </a:lnTo>
                  <a:lnTo>
                    <a:pt x="2024794" y="1617362"/>
                  </a:lnTo>
                  <a:lnTo>
                    <a:pt x="1986916" y="1690865"/>
                  </a:lnTo>
                  <a:lnTo>
                    <a:pt x="1949404" y="1761459"/>
                  </a:lnTo>
                  <a:lnTo>
                    <a:pt x="1912251" y="1828809"/>
                  </a:lnTo>
                  <a:lnTo>
                    <a:pt x="1875414" y="1892664"/>
                  </a:lnTo>
                  <a:lnTo>
                    <a:pt x="1838812" y="1952857"/>
                  </a:lnTo>
                  <a:lnTo>
                    <a:pt x="1802321" y="2009303"/>
                  </a:lnTo>
                  <a:lnTo>
                    <a:pt x="1765770" y="2061990"/>
                  </a:lnTo>
                  <a:lnTo>
                    <a:pt x="1728938" y="2110977"/>
                  </a:lnTo>
                  <a:lnTo>
                    <a:pt x="1719082" y="2123368"/>
                  </a:lnTo>
                  <a:lnTo>
                    <a:pt x="1672135" y="2178143"/>
                  </a:lnTo>
                  <a:lnTo>
                    <a:pt x="1623569" y="2227349"/>
                  </a:lnTo>
                  <a:lnTo>
                    <a:pt x="1572607" y="2271280"/>
                  </a:lnTo>
                  <a:lnTo>
                    <a:pt x="1518382" y="2310429"/>
                  </a:lnTo>
                  <a:lnTo>
                    <a:pt x="1460015" y="2345347"/>
                  </a:lnTo>
                  <a:lnTo>
                    <a:pt x="1396687" y="2376561"/>
                  </a:lnTo>
                  <a:lnTo>
                    <a:pt x="1327744" y="2404534"/>
                  </a:lnTo>
                  <a:lnTo>
                    <a:pt x="1252822" y="2429637"/>
                  </a:lnTo>
                  <a:lnTo>
                    <a:pt x="1172029" y="2452136"/>
                  </a:lnTo>
                  <a:lnTo>
                    <a:pt x="1086142" y="2472191"/>
                  </a:lnTo>
                  <a:lnTo>
                    <a:pt x="996808" y="2489865"/>
                  </a:lnTo>
                  <a:lnTo>
                    <a:pt x="906665" y="2505141"/>
                  </a:lnTo>
                  <a:lnTo>
                    <a:pt x="819285" y="2517962"/>
                  </a:lnTo>
                  <a:lnTo>
                    <a:pt x="738843" y="2528285"/>
                  </a:lnTo>
                  <a:lnTo>
                    <a:pt x="669478" y="2536140"/>
                  </a:lnTo>
                  <a:lnTo>
                    <a:pt x="614468" y="2541678"/>
                  </a:lnTo>
                  <a:lnTo>
                    <a:pt x="575448" y="2545191"/>
                  </a:lnTo>
                  <a:lnTo>
                    <a:pt x="551927" y="2547094"/>
                  </a:lnTo>
                  <a:lnTo>
                    <a:pt x="541232" y="2547876"/>
                  </a:lnTo>
                  <a:lnTo>
                    <a:pt x="538736" y="2548041"/>
                  </a:lnTo>
                  <a:lnTo>
                    <a:pt x="0" y="2548041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51" name="pl1251"/>
            <p:cNvSpPr/>
            <p:nvPr/>
          </p:nvSpPr>
          <p:spPr>
            <a:xfrm>
              <a:off x="546595" y="1643360"/>
              <a:ext cx="8234974" cy="2548041"/>
            </a:xfrm>
            <a:custGeom>
              <a:avLst/>
              <a:pathLst>
                <a:path w="8234974" h="2548041">
                  <a:moveTo>
                    <a:pt x="0" y="2548041"/>
                  </a:moveTo>
                  <a:lnTo>
                    <a:pt x="538736" y="2548041"/>
                  </a:lnTo>
                  <a:lnTo>
                    <a:pt x="539928" y="2547964"/>
                  </a:lnTo>
                  <a:lnTo>
                    <a:pt x="547716" y="2547411"/>
                  </a:lnTo>
                  <a:lnTo>
                    <a:pt x="567195" y="2545881"/>
                  </a:lnTo>
                  <a:lnTo>
                    <a:pt x="601621" y="2542876"/>
                  </a:lnTo>
                  <a:lnTo>
                    <a:pt x="652124" y="2537955"/>
                  </a:lnTo>
                  <a:lnTo>
                    <a:pt x="717648" y="2530786"/>
                  </a:lnTo>
                  <a:lnTo>
                    <a:pt x="795316" y="2521179"/>
                  </a:lnTo>
                  <a:lnTo>
                    <a:pt x="881145" y="2509072"/>
                  </a:lnTo>
                  <a:lnTo>
                    <a:pt x="970896" y="2494493"/>
                  </a:lnTo>
                  <a:lnTo>
                    <a:pt x="1060776" y="2477503"/>
                  </a:lnTo>
                  <a:lnTo>
                    <a:pt x="1147863" y="2458133"/>
                  </a:lnTo>
                  <a:lnTo>
                    <a:pt x="1230231" y="2436347"/>
                  </a:lnTo>
                  <a:lnTo>
                    <a:pt x="1306873" y="2412014"/>
                  </a:lnTo>
                  <a:lnTo>
                    <a:pt x="1377511" y="2384897"/>
                  </a:lnTo>
                  <a:lnTo>
                    <a:pt x="1442392" y="2354656"/>
                  </a:lnTo>
                  <a:lnTo>
                    <a:pt x="1502104" y="2320853"/>
                  </a:lnTo>
                  <a:lnTo>
                    <a:pt x="1557427" y="2282974"/>
                  </a:lnTo>
                  <a:lnTo>
                    <a:pt x="1609235" y="2240469"/>
                  </a:lnTo>
                  <a:lnTo>
                    <a:pt x="1658403" y="2192818"/>
                  </a:lnTo>
                  <a:lnTo>
                    <a:pt x="1705744" y="2139651"/>
                  </a:lnTo>
                  <a:lnTo>
                    <a:pt x="1719082" y="2123368"/>
                  </a:lnTo>
                  <a:lnTo>
                    <a:pt x="1756034" y="2075346"/>
                  </a:lnTo>
                  <a:lnTo>
                    <a:pt x="1792636" y="2023649"/>
                  </a:lnTo>
                  <a:lnTo>
                    <a:pt x="1829124" y="1968203"/>
                  </a:lnTo>
                  <a:lnTo>
                    <a:pt x="1865683" y="1908999"/>
                  </a:lnTo>
                  <a:lnTo>
                    <a:pt x="1902448" y="1846103"/>
                  </a:lnTo>
                  <a:lnTo>
                    <a:pt x="1939511" y="1779659"/>
                  </a:lnTo>
                  <a:lnTo>
                    <a:pt x="1976926" y="1709897"/>
                  </a:lnTo>
                  <a:lnTo>
                    <a:pt x="2014708" y="1637128"/>
                  </a:lnTo>
                  <a:lnTo>
                    <a:pt x="2052842" y="1561750"/>
                  </a:lnTo>
                  <a:lnTo>
                    <a:pt x="2091285" y="1484232"/>
                  </a:lnTo>
                  <a:lnTo>
                    <a:pt x="2129970" y="1405110"/>
                  </a:lnTo>
                  <a:lnTo>
                    <a:pt x="2168813" y="1324970"/>
                  </a:lnTo>
                  <a:lnTo>
                    <a:pt x="2207719" y="1244430"/>
                  </a:lnTo>
                  <a:lnTo>
                    <a:pt x="2246589" y="1164123"/>
                  </a:lnTo>
                  <a:lnTo>
                    <a:pt x="2285324" y="1084672"/>
                  </a:lnTo>
                  <a:lnTo>
                    <a:pt x="2323839" y="1006674"/>
                  </a:lnTo>
                  <a:lnTo>
                    <a:pt x="2362061" y="930679"/>
                  </a:lnTo>
                  <a:lnTo>
                    <a:pt x="2399939" y="857176"/>
                  </a:lnTo>
                  <a:lnTo>
                    <a:pt x="2437451" y="786582"/>
                  </a:lnTo>
                  <a:lnTo>
                    <a:pt x="2474604" y="719232"/>
                  </a:lnTo>
                  <a:lnTo>
                    <a:pt x="2511440" y="655377"/>
                  </a:lnTo>
                  <a:lnTo>
                    <a:pt x="2548043" y="595184"/>
                  </a:lnTo>
                  <a:lnTo>
                    <a:pt x="2584534" y="538738"/>
                  </a:lnTo>
                  <a:lnTo>
                    <a:pt x="2621084" y="486051"/>
                  </a:lnTo>
                  <a:lnTo>
                    <a:pt x="2657917" y="437064"/>
                  </a:lnTo>
                  <a:lnTo>
                    <a:pt x="2667772" y="424673"/>
                  </a:lnTo>
                  <a:lnTo>
                    <a:pt x="2714719" y="369898"/>
                  </a:lnTo>
                  <a:lnTo>
                    <a:pt x="2763286" y="320692"/>
                  </a:lnTo>
                  <a:lnTo>
                    <a:pt x="2814248" y="276760"/>
                  </a:lnTo>
                  <a:lnTo>
                    <a:pt x="2868472" y="237612"/>
                  </a:lnTo>
                  <a:lnTo>
                    <a:pt x="2926839" y="202694"/>
                  </a:lnTo>
                  <a:lnTo>
                    <a:pt x="2990167" y="171480"/>
                  </a:lnTo>
                  <a:lnTo>
                    <a:pt x="3059111" y="143507"/>
                  </a:lnTo>
                  <a:lnTo>
                    <a:pt x="3134032" y="118404"/>
                  </a:lnTo>
                  <a:lnTo>
                    <a:pt x="3214825" y="95905"/>
                  </a:lnTo>
                  <a:lnTo>
                    <a:pt x="3300713" y="75850"/>
                  </a:lnTo>
                  <a:lnTo>
                    <a:pt x="3390047" y="58176"/>
                  </a:lnTo>
                  <a:lnTo>
                    <a:pt x="3480190" y="42900"/>
                  </a:lnTo>
                  <a:lnTo>
                    <a:pt x="3567569" y="30079"/>
                  </a:lnTo>
                  <a:lnTo>
                    <a:pt x="3648011" y="19756"/>
                  </a:lnTo>
                  <a:lnTo>
                    <a:pt x="3717377" y="11901"/>
                  </a:lnTo>
                  <a:lnTo>
                    <a:pt x="3772387" y="6363"/>
                  </a:lnTo>
                  <a:lnTo>
                    <a:pt x="3811406" y="2850"/>
                  </a:lnTo>
                  <a:lnTo>
                    <a:pt x="3834927" y="947"/>
                  </a:lnTo>
                  <a:lnTo>
                    <a:pt x="3845623" y="165"/>
                  </a:lnTo>
                  <a:lnTo>
                    <a:pt x="3848089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6" y="35"/>
                  </a:lnTo>
                  <a:lnTo>
                    <a:pt x="4396499" y="286"/>
                  </a:lnTo>
                  <a:lnTo>
                    <a:pt x="4417356" y="980"/>
                  </a:lnTo>
                  <a:lnTo>
                    <a:pt x="4454080" y="2342"/>
                  </a:lnTo>
                  <a:lnTo>
                    <a:pt x="4507677" y="4569"/>
                  </a:lnTo>
                  <a:lnTo>
                    <a:pt x="4576764" y="7804"/>
                  </a:lnTo>
                  <a:lnTo>
                    <a:pt x="4658029" y="12125"/>
                  </a:lnTo>
                  <a:lnTo>
                    <a:pt x="4747083" y="17552"/>
                  </a:lnTo>
                  <a:lnTo>
                    <a:pt x="4839404" y="24066"/>
                  </a:lnTo>
                  <a:lnTo>
                    <a:pt x="4931084" y="31642"/>
                  </a:lnTo>
                  <a:lnTo>
                    <a:pt x="5019228" y="40272"/>
                  </a:lnTo>
                  <a:lnTo>
                    <a:pt x="5102036" y="49981"/>
                  </a:lnTo>
                  <a:lnTo>
                    <a:pt x="5178671" y="60844"/>
                  </a:lnTo>
                  <a:lnTo>
                    <a:pt x="5249035" y="72983"/>
                  </a:lnTo>
                  <a:lnTo>
                    <a:pt x="5313535" y="86567"/>
                  </a:lnTo>
                  <a:lnTo>
                    <a:pt x="5372895" y="101810"/>
                  </a:lnTo>
                  <a:lnTo>
                    <a:pt x="5428006" y="118951"/>
                  </a:lnTo>
                  <a:lnTo>
                    <a:pt x="5479819" y="138241"/>
                  </a:lnTo>
                  <a:lnTo>
                    <a:pt x="5529257" y="159894"/>
                  </a:lnTo>
                  <a:lnTo>
                    <a:pt x="5567201" y="178762"/>
                  </a:lnTo>
                  <a:lnTo>
                    <a:pt x="5614417" y="204906"/>
                  </a:lnTo>
                  <a:lnTo>
                    <a:pt x="5661171" y="233601"/>
                  </a:lnTo>
                  <a:lnTo>
                    <a:pt x="5707915" y="264887"/>
                  </a:lnTo>
                  <a:lnTo>
                    <a:pt x="5754961" y="298726"/>
                  </a:lnTo>
                  <a:lnTo>
                    <a:pt x="5802507" y="334992"/>
                  </a:lnTo>
                  <a:lnTo>
                    <a:pt x="5850642" y="373464"/>
                  </a:lnTo>
                  <a:lnTo>
                    <a:pt x="5899364" y="413827"/>
                  </a:lnTo>
                  <a:lnTo>
                    <a:pt x="5948594" y="455676"/>
                  </a:lnTo>
                  <a:lnTo>
                    <a:pt x="5998189" y="498536"/>
                  </a:lnTo>
                  <a:lnTo>
                    <a:pt x="6047962" y="541878"/>
                  </a:lnTo>
                  <a:lnTo>
                    <a:pt x="6097709" y="585149"/>
                  </a:lnTo>
                  <a:lnTo>
                    <a:pt x="6147226" y="627797"/>
                  </a:lnTo>
                  <a:lnTo>
                    <a:pt x="6196337" y="669306"/>
                  </a:lnTo>
                  <a:lnTo>
                    <a:pt x="6244913" y="709217"/>
                  </a:lnTo>
                  <a:lnTo>
                    <a:pt x="6292892" y="747147"/>
                  </a:lnTo>
                  <a:lnTo>
                    <a:pt x="6340297" y="782805"/>
                  </a:lnTo>
                  <a:lnTo>
                    <a:pt x="6387242" y="815995"/>
                  </a:lnTo>
                  <a:lnTo>
                    <a:pt x="6433953" y="846613"/>
                  </a:lnTo>
                  <a:lnTo>
                    <a:pt x="6480777" y="874644"/>
                  </a:lnTo>
                  <a:lnTo>
                    <a:pt x="6515891" y="893811"/>
                  </a:lnTo>
                  <a:lnTo>
                    <a:pt x="6564033" y="917415"/>
                  </a:lnTo>
                  <a:lnTo>
                    <a:pt x="6613896" y="938559"/>
                  </a:lnTo>
                  <a:lnTo>
                    <a:pt x="6666321" y="957380"/>
                  </a:lnTo>
                  <a:lnTo>
                    <a:pt x="6722243" y="974103"/>
                  </a:lnTo>
                  <a:lnTo>
                    <a:pt x="6782610" y="988979"/>
                  </a:lnTo>
                  <a:lnTo>
                    <a:pt x="6848286" y="1002244"/>
                  </a:lnTo>
                  <a:lnTo>
                    <a:pt x="6919942" y="1014103"/>
                  </a:lnTo>
                  <a:lnTo>
                    <a:pt x="6997899" y="1024716"/>
                  </a:lnTo>
                  <a:lnTo>
                    <a:pt x="7081923" y="1034195"/>
                  </a:lnTo>
                  <a:lnTo>
                    <a:pt x="7170991" y="1042603"/>
                  </a:lnTo>
                  <a:lnTo>
                    <a:pt x="7263082" y="1049959"/>
                  </a:lnTo>
                  <a:lnTo>
                    <a:pt x="7355072" y="1056248"/>
                  </a:lnTo>
                  <a:lnTo>
                    <a:pt x="7442878" y="1061443"/>
                  </a:lnTo>
                  <a:lnTo>
                    <a:pt x="7521935" y="1065533"/>
                  </a:lnTo>
                  <a:lnTo>
                    <a:pt x="7587999" y="1068549"/>
                  </a:lnTo>
                  <a:lnTo>
                    <a:pt x="7638102" y="1070581"/>
                  </a:lnTo>
                  <a:lnTo>
                    <a:pt x="7671338" y="1071786"/>
                  </a:lnTo>
                  <a:lnTo>
                    <a:pt x="7689226" y="1072368"/>
                  </a:lnTo>
                  <a:lnTo>
                    <a:pt x="7695596" y="1072555"/>
                  </a:lnTo>
                  <a:lnTo>
                    <a:pt x="7696237" y="1072573"/>
                  </a:lnTo>
                  <a:lnTo>
                    <a:pt x="8234974" y="1072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2" name="pl1252"/>
            <p:cNvSpPr/>
            <p:nvPr/>
          </p:nvSpPr>
          <p:spPr>
            <a:xfrm>
              <a:off x="546595" y="1637916"/>
              <a:ext cx="8234974" cy="2548041"/>
            </a:xfrm>
            <a:custGeom>
              <a:avLst/>
              <a:pathLst>
                <a:path w="8234974" h="2548041">
                  <a:moveTo>
                    <a:pt x="8234974" y="1072573"/>
                  </a:move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7" y="77"/>
                  </a:lnTo>
                  <a:lnTo>
                    <a:pt x="3839138" y="630"/>
                  </a:lnTo>
                  <a:lnTo>
                    <a:pt x="3819660" y="2160"/>
                  </a:lnTo>
                  <a:lnTo>
                    <a:pt x="3785234" y="5165"/>
                  </a:lnTo>
                  <a:lnTo>
                    <a:pt x="3734731" y="10086"/>
                  </a:lnTo>
                  <a:lnTo>
                    <a:pt x="3669206" y="17255"/>
                  </a:lnTo>
                  <a:lnTo>
                    <a:pt x="3591539" y="26862"/>
                  </a:lnTo>
                  <a:lnTo>
                    <a:pt x="3505710" y="38969"/>
                  </a:lnTo>
                  <a:lnTo>
                    <a:pt x="3415959" y="53548"/>
                  </a:lnTo>
                  <a:lnTo>
                    <a:pt x="3326079" y="70538"/>
                  </a:lnTo>
                  <a:lnTo>
                    <a:pt x="3238992" y="89908"/>
                  </a:lnTo>
                  <a:lnTo>
                    <a:pt x="3156623" y="111694"/>
                  </a:lnTo>
                  <a:lnTo>
                    <a:pt x="3079982" y="136027"/>
                  </a:lnTo>
                  <a:lnTo>
                    <a:pt x="3009344" y="163143"/>
                  </a:lnTo>
                  <a:lnTo>
                    <a:pt x="2944462" y="193385"/>
                  </a:lnTo>
                  <a:lnTo>
                    <a:pt x="2884751" y="227188"/>
                  </a:lnTo>
                  <a:lnTo>
                    <a:pt x="2829427" y="265067"/>
                  </a:lnTo>
                  <a:lnTo>
                    <a:pt x="2777620" y="307572"/>
                  </a:lnTo>
                  <a:lnTo>
                    <a:pt x="2728451" y="355223"/>
                  </a:lnTo>
                  <a:lnTo>
                    <a:pt x="2681110" y="408390"/>
                  </a:lnTo>
                  <a:lnTo>
                    <a:pt x="2667772" y="424673"/>
                  </a:lnTo>
                  <a:lnTo>
                    <a:pt x="2630820" y="472695"/>
                  </a:lnTo>
                  <a:lnTo>
                    <a:pt x="2594219" y="524392"/>
                  </a:lnTo>
                  <a:lnTo>
                    <a:pt x="2557731" y="579838"/>
                  </a:lnTo>
                  <a:lnTo>
                    <a:pt x="2521172" y="639042"/>
                  </a:lnTo>
                  <a:lnTo>
                    <a:pt x="2484407" y="701938"/>
                  </a:lnTo>
                  <a:lnTo>
                    <a:pt x="2447343" y="768382"/>
                  </a:lnTo>
                  <a:lnTo>
                    <a:pt x="2409929" y="838144"/>
                  </a:lnTo>
                  <a:lnTo>
                    <a:pt x="2372147" y="910913"/>
                  </a:lnTo>
                  <a:lnTo>
                    <a:pt x="2334013" y="986291"/>
                  </a:lnTo>
                  <a:lnTo>
                    <a:pt x="2295570" y="1063809"/>
                  </a:lnTo>
                  <a:lnTo>
                    <a:pt x="2256884" y="1142931"/>
                  </a:lnTo>
                  <a:lnTo>
                    <a:pt x="2218041" y="1223071"/>
                  </a:lnTo>
                  <a:lnTo>
                    <a:pt x="2179135" y="1303611"/>
                  </a:lnTo>
                  <a:lnTo>
                    <a:pt x="2140266" y="1383918"/>
                  </a:lnTo>
                  <a:lnTo>
                    <a:pt x="2101530" y="1463369"/>
                  </a:lnTo>
                  <a:lnTo>
                    <a:pt x="2063016" y="1541367"/>
                  </a:lnTo>
                  <a:lnTo>
                    <a:pt x="2024794" y="1617362"/>
                  </a:lnTo>
                  <a:lnTo>
                    <a:pt x="1986916" y="1690865"/>
                  </a:lnTo>
                  <a:lnTo>
                    <a:pt x="1949404" y="1761459"/>
                  </a:lnTo>
                  <a:lnTo>
                    <a:pt x="1912251" y="1828809"/>
                  </a:lnTo>
                  <a:lnTo>
                    <a:pt x="1875414" y="1892664"/>
                  </a:lnTo>
                  <a:lnTo>
                    <a:pt x="1838812" y="1952857"/>
                  </a:lnTo>
                  <a:lnTo>
                    <a:pt x="1802321" y="2009303"/>
                  </a:lnTo>
                  <a:lnTo>
                    <a:pt x="1765770" y="2061990"/>
                  </a:lnTo>
                  <a:lnTo>
                    <a:pt x="1728938" y="2110977"/>
                  </a:lnTo>
                  <a:lnTo>
                    <a:pt x="1719082" y="2123368"/>
                  </a:lnTo>
                  <a:lnTo>
                    <a:pt x="1672135" y="2178143"/>
                  </a:lnTo>
                  <a:lnTo>
                    <a:pt x="1623569" y="2227349"/>
                  </a:lnTo>
                  <a:lnTo>
                    <a:pt x="1572607" y="2271280"/>
                  </a:lnTo>
                  <a:lnTo>
                    <a:pt x="1518382" y="2310429"/>
                  </a:lnTo>
                  <a:lnTo>
                    <a:pt x="1460015" y="2345347"/>
                  </a:lnTo>
                  <a:lnTo>
                    <a:pt x="1396687" y="2376561"/>
                  </a:lnTo>
                  <a:lnTo>
                    <a:pt x="1327744" y="2404534"/>
                  </a:lnTo>
                  <a:lnTo>
                    <a:pt x="1252822" y="2429637"/>
                  </a:lnTo>
                  <a:lnTo>
                    <a:pt x="1172029" y="2452136"/>
                  </a:lnTo>
                  <a:lnTo>
                    <a:pt x="1086142" y="2472191"/>
                  </a:lnTo>
                  <a:lnTo>
                    <a:pt x="996808" y="2489865"/>
                  </a:lnTo>
                  <a:lnTo>
                    <a:pt x="906665" y="2505141"/>
                  </a:lnTo>
                  <a:lnTo>
                    <a:pt x="819285" y="2517962"/>
                  </a:lnTo>
                  <a:lnTo>
                    <a:pt x="738843" y="2528285"/>
                  </a:lnTo>
                  <a:lnTo>
                    <a:pt x="669478" y="2536140"/>
                  </a:lnTo>
                  <a:lnTo>
                    <a:pt x="614468" y="2541678"/>
                  </a:lnTo>
                  <a:lnTo>
                    <a:pt x="575448" y="2545191"/>
                  </a:lnTo>
                  <a:lnTo>
                    <a:pt x="551927" y="2547094"/>
                  </a:lnTo>
                  <a:lnTo>
                    <a:pt x="541232" y="2547876"/>
                  </a:lnTo>
                  <a:lnTo>
                    <a:pt x="538765" y="2548040"/>
                  </a:lnTo>
                  <a:lnTo>
                    <a:pt x="538736" y="2548041"/>
                  </a:lnTo>
                  <a:lnTo>
                    <a:pt x="0" y="25480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3" name="pg1253"/>
            <p:cNvSpPr/>
            <p:nvPr/>
          </p:nvSpPr>
          <p:spPr>
            <a:xfrm>
              <a:off x="546595" y="1665138"/>
              <a:ext cx="8234974" cy="2537152"/>
            </a:xfrm>
            <a:custGeom>
              <a:avLst/>
              <a:pathLst>
                <a:path w="8234974" h="2537152">
                  <a:moveTo>
                    <a:pt x="0" y="2537152"/>
                  </a:moveTo>
                  <a:lnTo>
                    <a:pt x="538736" y="2537152"/>
                  </a:lnTo>
                  <a:lnTo>
                    <a:pt x="539929" y="2537075"/>
                  </a:lnTo>
                  <a:lnTo>
                    <a:pt x="547729" y="2536526"/>
                  </a:lnTo>
                  <a:lnTo>
                    <a:pt x="567234" y="2535007"/>
                  </a:lnTo>
                  <a:lnTo>
                    <a:pt x="601704" y="2532023"/>
                  </a:lnTo>
                  <a:lnTo>
                    <a:pt x="652266" y="2527138"/>
                  </a:lnTo>
                  <a:lnTo>
                    <a:pt x="717860" y="2520021"/>
                  </a:lnTo>
                  <a:lnTo>
                    <a:pt x="795597" y="2510483"/>
                  </a:lnTo>
                  <a:lnTo>
                    <a:pt x="881491" y="2498464"/>
                  </a:lnTo>
                  <a:lnTo>
                    <a:pt x="971293" y="2483993"/>
                  </a:lnTo>
                  <a:lnTo>
                    <a:pt x="1061210" y="2467129"/>
                  </a:lnTo>
                  <a:lnTo>
                    <a:pt x="1148319" y="2447903"/>
                  </a:lnTo>
                  <a:lnTo>
                    <a:pt x="1230697" y="2426279"/>
                  </a:lnTo>
                  <a:lnTo>
                    <a:pt x="1307340" y="2402126"/>
                  </a:lnTo>
                  <a:lnTo>
                    <a:pt x="1377973" y="2375209"/>
                  </a:lnTo>
                  <a:lnTo>
                    <a:pt x="1442848" y="2345188"/>
                  </a:lnTo>
                  <a:lnTo>
                    <a:pt x="1502552" y="2311628"/>
                  </a:lnTo>
                  <a:lnTo>
                    <a:pt x="1557871" y="2274020"/>
                  </a:lnTo>
                  <a:lnTo>
                    <a:pt x="1609677" y="2231816"/>
                  </a:lnTo>
                  <a:lnTo>
                    <a:pt x="1658850" y="2184501"/>
                  </a:lnTo>
                  <a:lnTo>
                    <a:pt x="1706200" y="2131710"/>
                  </a:lnTo>
                  <a:lnTo>
                    <a:pt x="1719082" y="2116108"/>
                  </a:lnTo>
                  <a:lnTo>
                    <a:pt x="1756154" y="2068336"/>
                  </a:lnTo>
                  <a:lnTo>
                    <a:pt x="1792874" y="2016894"/>
                  </a:lnTo>
                  <a:lnTo>
                    <a:pt x="1829482" y="1961712"/>
                  </a:lnTo>
                  <a:lnTo>
                    <a:pt x="1866162" y="1902779"/>
                  </a:lnTo>
                  <a:lnTo>
                    <a:pt x="1903051" y="1840164"/>
                  </a:lnTo>
                  <a:lnTo>
                    <a:pt x="1940242" y="1774011"/>
                  </a:lnTo>
                  <a:lnTo>
                    <a:pt x="1977786" y="1704552"/>
                  </a:lnTo>
                  <a:lnTo>
                    <a:pt x="2015701" y="1632101"/>
                  </a:lnTo>
                  <a:lnTo>
                    <a:pt x="2053969" y="1557056"/>
                  </a:lnTo>
                  <a:lnTo>
                    <a:pt x="2092547" y="1479892"/>
                  </a:lnTo>
                  <a:lnTo>
                    <a:pt x="2131365" y="1401145"/>
                  </a:lnTo>
                  <a:lnTo>
                    <a:pt x="2170339" y="1321404"/>
                  </a:lnTo>
                  <a:lnTo>
                    <a:pt x="2209373" y="1241289"/>
                  </a:lnTo>
                  <a:lnTo>
                    <a:pt x="2248366" y="1161433"/>
                  </a:lnTo>
                  <a:lnTo>
                    <a:pt x="2287219" y="1082459"/>
                  </a:lnTo>
                  <a:lnTo>
                    <a:pt x="2325847" y="1004963"/>
                  </a:lnTo>
                  <a:lnTo>
                    <a:pt x="2364176" y="929493"/>
                  </a:lnTo>
                  <a:lnTo>
                    <a:pt x="2402157" y="856535"/>
                  </a:lnTo>
                  <a:lnTo>
                    <a:pt x="2439769" y="786503"/>
                  </a:lnTo>
                  <a:lnTo>
                    <a:pt x="2477022" y="719725"/>
                  </a:lnTo>
                  <a:lnTo>
                    <a:pt x="2513960" y="656449"/>
                  </a:lnTo>
                  <a:lnTo>
                    <a:pt x="2550670" y="596835"/>
                  </a:lnTo>
                  <a:lnTo>
                    <a:pt x="2587278" y="540965"/>
                  </a:lnTo>
                  <a:lnTo>
                    <a:pt x="2623962" y="488842"/>
                  </a:lnTo>
                  <a:lnTo>
                    <a:pt x="2660948" y="440406"/>
                  </a:lnTo>
                  <a:lnTo>
                    <a:pt x="2667772" y="431933"/>
                  </a:lnTo>
                  <a:lnTo>
                    <a:pt x="2714742" y="377600"/>
                  </a:lnTo>
                  <a:lnTo>
                    <a:pt x="2763334" y="328795"/>
                  </a:lnTo>
                  <a:lnTo>
                    <a:pt x="2814325" y="285224"/>
                  </a:lnTo>
                  <a:lnTo>
                    <a:pt x="2868582" y="246398"/>
                  </a:lnTo>
                  <a:lnTo>
                    <a:pt x="2926988" y="211771"/>
                  </a:lnTo>
                  <a:lnTo>
                    <a:pt x="2990361" y="180818"/>
                  </a:lnTo>
                  <a:lnTo>
                    <a:pt x="3059357" y="153079"/>
                  </a:lnTo>
                  <a:lnTo>
                    <a:pt x="3134337" y="128189"/>
                  </a:lnTo>
                  <a:lnTo>
                    <a:pt x="3215192" y="105882"/>
                  </a:lnTo>
                  <a:lnTo>
                    <a:pt x="3301142" y="86000"/>
                  </a:lnTo>
                  <a:lnTo>
                    <a:pt x="3390532" y="68480"/>
                  </a:lnTo>
                  <a:lnTo>
                    <a:pt x="3480714" y="53341"/>
                  </a:lnTo>
                  <a:lnTo>
                    <a:pt x="3568106" y="40638"/>
                  </a:lnTo>
                  <a:lnTo>
                    <a:pt x="3648528" y="30414"/>
                  </a:lnTo>
                  <a:lnTo>
                    <a:pt x="3717835" y="22640"/>
                  </a:lnTo>
                  <a:lnTo>
                    <a:pt x="3772754" y="17164"/>
                  </a:lnTo>
                  <a:lnTo>
                    <a:pt x="3811663" y="13693"/>
                  </a:lnTo>
                  <a:lnTo>
                    <a:pt x="3835072" y="11817"/>
                  </a:lnTo>
                  <a:lnTo>
                    <a:pt x="3845675" y="11050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27" y="10930"/>
                  </a:lnTo>
                  <a:lnTo>
                    <a:pt x="4396431" y="11229"/>
                  </a:lnTo>
                  <a:lnTo>
                    <a:pt x="4417150" y="12055"/>
                  </a:lnTo>
                  <a:lnTo>
                    <a:pt x="4453643" y="13675"/>
                  </a:lnTo>
                  <a:lnTo>
                    <a:pt x="4506930" y="16324"/>
                  </a:lnTo>
                  <a:lnTo>
                    <a:pt x="4575662" y="20173"/>
                  </a:lnTo>
                  <a:lnTo>
                    <a:pt x="4656571" y="25316"/>
                  </a:lnTo>
                  <a:lnTo>
                    <a:pt x="4745311" y="31777"/>
                  </a:lnTo>
                  <a:lnTo>
                    <a:pt x="4837384" y="39536"/>
                  </a:lnTo>
                  <a:lnTo>
                    <a:pt x="4928894" y="48561"/>
                  </a:lnTo>
                  <a:lnTo>
                    <a:pt x="5016940" y="58841"/>
                  </a:lnTo>
                  <a:lnTo>
                    <a:pt x="5099712" y="70408"/>
                  </a:lnTo>
                  <a:lnTo>
                    <a:pt x="5176353" y="83346"/>
                  </a:lnTo>
                  <a:lnTo>
                    <a:pt x="5246746" y="97800"/>
                  </a:lnTo>
                  <a:lnTo>
                    <a:pt x="5311284" y="113969"/>
                  </a:lnTo>
                  <a:lnTo>
                    <a:pt x="5370678" y="132105"/>
                  </a:lnTo>
                  <a:lnTo>
                    <a:pt x="5425806" y="152494"/>
                  </a:lnTo>
                  <a:lnTo>
                    <a:pt x="5477614" y="175432"/>
                  </a:lnTo>
                  <a:lnTo>
                    <a:pt x="5527019" y="201177"/>
                  </a:lnTo>
                  <a:lnTo>
                    <a:pt x="5567201" y="225040"/>
                  </a:lnTo>
                  <a:lnTo>
                    <a:pt x="5612731" y="255183"/>
                  </a:lnTo>
                  <a:lnTo>
                    <a:pt x="5657816" y="288162"/>
                  </a:lnTo>
                  <a:lnTo>
                    <a:pt x="5702866" y="324026"/>
                  </a:lnTo>
                  <a:lnTo>
                    <a:pt x="5748172" y="362743"/>
                  </a:lnTo>
                  <a:lnTo>
                    <a:pt x="5793922" y="404190"/>
                  </a:lnTo>
                  <a:lnTo>
                    <a:pt x="5840212" y="448145"/>
                  </a:lnTo>
                  <a:lnTo>
                    <a:pt x="5887056" y="494290"/>
                  </a:lnTo>
                  <a:lnTo>
                    <a:pt x="5934397" y="542212"/>
                  </a:lnTo>
                  <a:lnTo>
                    <a:pt x="5982120" y="591420"/>
                  </a:lnTo>
                  <a:lnTo>
                    <a:pt x="6030069" y="641360"/>
                  </a:lnTo>
                  <a:lnTo>
                    <a:pt x="6078062" y="691442"/>
                  </a:lnTo>
                  <a:lnTo>
                    <a:pt x="6125914" y="741072"/>
                  </a:lnTo>
                  <a:lnTo>
                    <a:pt x="6173455" y="789675"/>
                  </a:lnTo>
                  <a:lnTo>
                    <a:pt x="6220547" y="836727"/>
                  </a:lnTo>
                  <a:lnTo>
                    <a:pt x="6267105" y="881775"/>
                  </a:lnTo>
                  <a:lnTo>
                    <a:pt x="6313107" y="924454"/>
                  </a:lnTo>
                  <a:lnTo>
                    <a:pt x="6358608" y="964498"/>
                  </a:lnTo>
                  <a:lnTo>
                    <a:pt x="6403751" y="1001736"/>
                  </a:lnTo>
                  <a:lnTo>
                    <a:pt x="6448775" y="1036093"/>
                  </a:lnTo>
                  <a:lnTo>
                    <a:pt x="6494033" y="1067581"/>
                  </a:lnTo>
                  <a:lnTo>
                    <a:pt x="6515891" y="1081647"/>
                  </a:lnTo>
                  <a:lnTo>
                    <a:pt x="6563915" y="1109860"/>
                  </a:lnTo>
                  <a:lnTo>
                    <a:pt x="6613649" y="1135138"/>
                  </a:lnTo>
                  <a:lnTo>
                    <a:pt x="6665928" y="1157646"/>
                  </a:lnTo>
                  <a:lnTo>
                    <a:pt x="6721681" y="1177652"/>
                  </a:lnTo>
                  <a:lnTo>
                    <a:pt x="6781848" y="1195452"/>
                  </a:lnTo>
                  <a:lnTo>
                    <a:pt x="6847289" y="1211328"/>
                  </a:lnTo>
                  <a:lnTo>
                    <a:pt x="6918674" y="1225525"/>
                  </a:lnTo>
                  <a:lnTo>
                    <a:pt x="6996328" y="1238235"/>
                  </a:lnTo>
                  <a:lnTo>
                    <a:pt x="7080030" y="1249590"/>
                  </a:lnTo>
                  <a:lnTo>
                    <a:pt x="7168786" y="1259667"/>
                  </a:lnTo>
                  <a:lnTo>
                    <a:pt x="7260611" y="1268489"/>
                  </a:lnTo>
                  <a:lnTo>
                    <a:pt x="7352433" y="1276041"/>
                  </a:lnTo>
                  <a:lnTo>
                    <a:pt x="7440220" y="1282290"/>
                  </a:lnTo>
                  <a:lnTo>
                    <a:pt x="7519443" y="1287221"/>
                  </a:lnTo>
                  <a:lnTo>
                    <a:pt x="7585863" y="1290868"/>
                  </a:lnTo>
                  <a:lnTo>
                    <a:pt x="7636474" y="1293338"/>
                  </a:lnTo>
                  <a:lnTo>
                    <a:pt x="7670290" y="1294813"/>
                  </a:lnTo>
                  <a:lnTo>
                    <a:pt x="7688721" y="1295535"/>
                  </a:lnTo>
                  <a:lnTo>
                    <a:pt x="7695479" y="1295774"/>
                  </a:lnTo>
                  <a:lnTo>
                    <a:pt x="7696237" y="1295799"/>
                  </a:lnTo>
                  <a:lnTo>
                    <a:pt x="8234974" y="1295799"/>
                  </a:lnTo>
                  <a:lnTo>
                    <a:pt x="8234974" y="1284910"/>
                  </a:ln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5" y="76"/>
                  </a:lnTo>
                  <a:lnTo>
                    <a:pt x="3839126" y="626"/>
                  </a:lnTo>
                  <a:lnTo>
                    <a:pt x="3819621" y="2145"/>
                  </a:lnTo>
                  <a:lnTo>
                    <a:pt x="3785151" y="5128"/>
                  </a:lnTo>
                  <a:lnTo>
                    <a:pt x="3734588" y="10014"/>
                  </a:lnTo>
                  <a:lnTo>
                    <a:pt x="3668995" y="17131"/>
                  </a:lnTo>
                  <a:lnTo>
                    <a:pt x="3591257" y="26669"/>
                  </a:lnTo>
                  <a:lnTo>
                    <a:pt x="3505364" y="38688"/>
                  </a:lnTo>
                  <a:lnTo>
                    <a:pt x="3415562" y="53159"/>
                  </a:lnTo>
                  <a:lnTo>
                    <a:pt x="3325645" y="70023"/>
                  </a:lnTo>
                  <a:lnTo>
                    <a:pt x="3238535" y="89249"/>
                  </a:lnTo>
                  <a:lnTo>
                    <a:pt x="3156157" y="110873"/>
                  </a:lnTo>
                  <a:lnTo>
                    <a:pt x="3079515" y="135026"/>
                  </a:lnTo>
                  <a:lnTo>
                    <a:pt x="3008881" y="161943"/>
                  </a:lnTo>
                  <a:lnTo>
                    <a:pt x="2944007" y="191964"/>
                  </a:lnTo>
                  <a:lnTo>
                    <a:pt x="2884303" y="225524"/>
                  </a:lnTo>
                  <a:lnTo>
                    <a:pt x="2828984" y="263132"/>
                  </a:lnTo>
                  <a:lnTo>
                    <a:pt x="2777178" y="305335"/>
                  </a:lnTo>
                  <a:lnTo>
                    <a:pt x="2728005" y="352651"/>
                  </a:lnTo>
                  <a:lnTo>
                    <a:pt x="2680655" y="405442"/>
                  </a:lnTo>
                  <a:lnTo>
                    <a:pt x="2667772" y="421043"/>
                  </a:lnTo>
                  <a:lnTo>
                    <a:pt x="2630700" y="468816"/>
                  </a:lnTo>
                  <a:lnTo>
                    <a:pt x="2593980" y="520257"/>
                  </a:lnTo>
                  <a:lnTo>
                    <a:pt x="2557373" y="575440"/>
                  </a:lnTo>
                  <a:lnTo>
                    <a:pt x="2520692" y="634373"/>
                  </a:lnTo>
                  <a:lnTo>
                    <a:pt x="2483803" y="696988"/>
                  </a:lnTo>
                  <a:lnTo>
                    <a:pt x="2446613" y="763141"/>
                  </a:lnTo>
                  <a:lnTo>
                    <a:pt x="2409068" y="832600"/>
                  </a:lnTo>
                  <a:lnTo>
                    <a:pt x="2371154" y="905051"/>
                  </a:lnTo>
                  <a:lnTo>
                    <a:pt x="2332885" y="980096"/>
                  </a:lnTo>
                  <a:lnTo>
                    <a:pt x="2294308" y="1057260"/>
                  </a:lnTo>
                  <a:lnTo>
                    <a:pt x="2255489" y="1136007"/>
                  </a:lnTo>
                  <a:lnTo>
                    <a:pt x="2216515" y="1215748"/>
                  </a:lnTo>
                  <a:lnTo>
                    <a:pt x="2177481" y="1295863"/>
                  </a:lnTo>
                  <a:lnTo>
                    <a:pt x="2138489" y="1375719"/>
                  </a:lnTo>
                  <a:lnTo>
                    <a:pt x="2099635" y="1454693"/>
                  </a:lnTo>
                  <a:lnTo>
                    <a:pt x="2061008" y="1532189"/>
                  </a:lnTo>
                  <a:lnTo>
                    <a:pt x="2022679" y="1607659"/>
                  </a:lnTo>
                  <a:lnTo>
                    <a:pt x="1984697" y="1680616"/>
                  </a:lnTo>
                  <a:lnTo>
                    <a:pt x="1947085" y="1750649"/>
                  </a:lnTo>
                  <a:lnTo>
                    <a:pt x="1909833" y="1817427"/>
                  </a:lnTo>
                  <a:lnTo>
                    <a:pt x="1872894" y="1880703"/>
                  </a:lnTo>
                  <a:lnTo>
                    <a:pt x="1836185" y="1940317"/>
                  </a:lnTo>
                  <a:lnTo>
                    <a:pt x="1799576" y="1996187"/>
                  </a:lnTo>
                  <a:lnTo>
                    <a:pt x="1762893" y="2048310"/>
                  </a:lnTo>
                  <a:lnTo>
                    <a:pt x="1725906" y="2096746"/>
                  </a:lnTo>
                  <a:lnTo>
                    <a:pt x="1719082" y="2105219"/>
                  </a:lnTo>
                  <a:lnTo>
                    <a:pt x="1672112" y="2159552"/>
                  </a:lnTo>
                  <a:lnTo>
                    <a:pt x="1623520" y="2208357"/>
                  </a:lnTo>
                  <a:lnTo>
                    <a:pt x="1572530" y="2251928"/>
                  </a:lnTo>
                  <a:lnTo>
                    <a:pt x="1518273" y="2290754"/>
                  </a:lnTo>
                  <a:lnTo>
                    <a:pt x="1459867" y="2325381"/>
                  </a:lnTo>
                  <a:lnTo>
                    <a:pt x="1396494" y="2356334"/>
                  </a:lnTo>
                  <a:lnTo>
                    <a:pt x="1327498" y="2384073"/>
                  </a:lnTo>
                  <a:lnTo>
                    <a:pt x="1252518" y="2408963"/>
                  </a:lnTo>
                  <a:lnTo>
                    <a:pt x="1171662" y="2431270"/>
                  </a:lnTo>
                  <a:lnTo>
                    <a:pt x="1085712" y="2451152"/>
                  </a:lnTo>
                  <a:lnTo>
                    <a:pt x="996323" y="2468672"/>
                  </a:lnTo>
                  <a:lnTo>
                    <a:pt x="906141" y="2483811"/>
                  </a:lnTo>
                  <a:lnTo>
                    <a:pt x="818748" y="2496514"/>
                  </a:lnTo>
                  <a:lnTo>
                    <a:pt x="738327" y="2506737"/>
                  </a:lnTo>
                  <a:lnTo>
                    <a:pt x="669019" y="2514512"/>
                  </a:lnTo>
                  <a:lnTo>
                    <a:pt x="614100" y="2519988"/>
                  </a:lnTo>
                  <a:lnTo>
                    <a:pt x="575191" y="2523459"/>
                  </a:lnTo>
                  <a:lnTo>
                    <a:pt x="551783" y="2525335"/>
                  </a:lnTo>
                  <a:lnTo>
                    <a:pt x="541180" y="2526102"/>
                  </a:lnTo>
                  <a:lnTo>
                    <a:pt x="538736" y="2526263"/>
                  </a:lnTo>
                  <a:lnTo>
                    <a:pt x="0" y="252626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54" name="pl1254"/>
            <p:cNvSpPr/>
            <p:nvPr/>
          </p:nvSpPr>
          <p:spPr>
            <a:xfrm>
              <a:off x="546595" y="1676027"/>
              <a:ext cx="8234974" cy="2526263"/>
            </a:xfrm>
            <a:custGeom>
              <a:avLst/>
              <a:pathLst>
                <a:path w="8234974" h="2526263">
                  <a:moveTo>
                    <a:pt x="0" y="2526263"/>
                  </a:moveTo>
                  <a:lnTo>
                    <a:pt x="538736" y="2526263"/>
                  </a:lnTo>
                  <a:lnTo>
                    <a:pt x="539929" y="2526186"/>
                  </a:lnTo>
                  <a:lnTo>
                    <a:pt x="547729" y="2525637"/>
                  </a:lnTo>
                  <a:lnTo>
                    <a:pt x="567234" y="2524118"/>
                  </a:lnTo>
                  <a:lnTo>
                    <a:pt x="601704" y="2521134"/>
                  </a:lnTo>
                  <a:lnTo>
                    <a:pt x="652266" y="2516249"/>
                  </a:lnTo>
                  <a:lnTo>
                    <a:pt x="717860" y="2509132"/>
                  </a:lnTo>
                  <a:lnTo>
                    <a:pt x="795597" y="2499594"/>
                  </a:lnTo>
                  <a:lnTo>
                    <a:pt x="881491" y="2487575"/>
                  </a:lnTo>
                  <a:lnTo>
                    <a:pt x="971293" y="2473104"/>
                  </a:lnTo>
                  <a:lnTo>
                    <a:pt x="1061210" y="2456240"/>
                  </a:lnTo>
                  <a:lnTo>
                    <a:pt x="1148319" y="2437014"/>
                  </a:lnTo>
                  <a:lnTo>
                    <a:pt x="1230697" y="2415390"/>
                  </a:lnTo>
                  <a:lnTo>
                    <a:pt x="1307340" y="2391237"/>
                  </a:lnTo>
                  <a:lnTo>
                    <a:pt x="1377973" y="2364320"/>
                  </a:lnTo>
                  <a:lnTo>
                    <a:pt x="1442848" y="2334299"/>
                  </a:lnTo>
                  <a:lnTo>
                    <a:pt x="1502552" y="2300739"/>
                  </a:lnTo>
                  <a:lnTo>
                    <a:pt x="1557871" y="2263131"/>
                  </a:lnTo>
                  <a:lnTo>
                    <a:pt x="1609677" y="2220927"/>
                  </a:lnTo>
                  <a:lnTo>
                    <a:pt x="1658850" y="2173612"/>
                  </a:lnTo>
                  <a:lnTo>
                    <a:pt x="1706200" y="2120821"/>
                  </a:lnTo>
                  <a:lnTo>
                    <a:pt x="1719082" y="2105219"/>
                  </a:lnTo>
                  <a:lnTo>
                    <a:pt x="1756154" y="2057446"/>
                  </a:lnTo>
                  <a:lnTo>
                    <a:pt x="1792874" y="2006005"/>
                  </a:lnTo>
                  <a:lnTo>
                    <a:pt x="1829482" y="1950823"/>
                  </a:lnTo>
                  <a:lnTo>
                    <a:pt x="1866162" y="1891890"/>
                  </a:lnTo>
                  <a:lnTo>
                    <a:pt x="1903051" y="1829275"/>
                  </a:lnTo>
                  <a:lnTo>
                    <a:pt x="1940242" y="1763122"/>
                  </a:lnTo>
                  <a:lnTo>
                    <a:pt x="1977786" y="1693663"/>
                  </a:lnTo>
                  <a:lnTo>
                    <a:pt x="2015701" y="1621212"/>
                  </a:lnTo>
                  <a:lnTo>
                    <a:pt x="2053969" y="1546167"/>
                  </a:lnTo>
                  <a:lnTo>
                    <a:pt x="2092547" y="1469003"/>
                  </a:lnTo>
                  <a:lnTo>
                    <a:pt x="2131365" y="1390256"/>
                  </a:lnTo>
                  <a:lnTo>
                    <a:pt x="2170339" y="1310515"/>
                  </a:lnTo>
                  <a:lnTo>
                    <a:pt x="2209373" y="1230400"/>
                  </a:lnTo>
                  <a:lnTo>
                    <a:pt x="2248366" y="1150544"/>
                  </a:lnTo>
                  <a:lnTo>
                    <a:pt x="2287219" y="1071570"/>
                  </a:lnTo>
                  <a:lnTo>
                    <a:pt x="2325847" y="994074"/>
                  </a:lnTo>
                  <a:lnTo>
                    <a:pt x="2364176" y="918604"/>
                  </a:lnTo>
                  <a:lnTo>
                    <a:pt x="2402157" y="845646"/>
                  </a:lnTo>
                  <a:lnTo>
                    <a:pt x="2439769" y="775613"/>
                  </a:lnTo>
                  <a:lnTo>
                    <a:pt x="2477022" y="708836"/>
                  </a:lnTo>
                  <a:lnTo>
                    <a:pt x="2513960" y="645560"/>
                  </a:lnTo>
                  <a:lnTo>
                    <a:pt x="2550670" y="585946"/>
                  </a:lnTo>
                  <a:lnTo>
                    <a:pt x="2587278" y="530076"/>
                  </a:lnTo>
                  <a:lnTo>
                    <a:pt x="2623962" y="477953"/>
                  </a:lnTo>
                  <a:lnTo>
                    <a:pt x="2660948" y="429517"/>
                  </a:lnTo>
                  <a:lnTo>
                    <a:pt x="2667772" y="421043"/>
                  </a:lnTo>
                  <a:lnTo>
                    <a:pt x="2714742" y="366711"/>
                  </a:lnTo>
                  <a:lnTo>
                    <a:pt x="2763334" y="317906"/>
                  </a:lnTo>
                  <a:lnTo>
                    <a:pt x="2814325" y="274335"/>
                  </a:lnTo>
                  <a:lnTo>
                    <a:pt x="2868582" y="235509"/>
                  </a:lnTo>
                  <a:lnTo>
                    <a:pt x="2926988" y="200882"/>
                  </a:lnTo>
                  <a:lnTo>
                    <a:pt x="2990361" y="169928"/>
                  </a:lnTo>
                  <a:lnTo>
                    <a:pt x="3059357" y="142190"/>
                  </a:lnTo>
                  <a:lnTo>
                    <a:pt x="3134337" y="117300"/>
                  </a:lnTo>
                  <a:lnTo>
                    <a:pt x="3215192" y="94993"/>
                  </a:lnTo>
                  <a:lnTo>
                    <a:pt x="3301142" y="75110"/>
                  </a:lnTo>
                  <a:lnTo>
                    <a:pt x="3390532" y="57591"/>
                  </a:lnTo>
                  <a:lnTo>
                    <a:pt x="3480714" y="42452"/>
                  </a:lnTo>
                  <a:lnTo>
                    <a:pt x="3568106" y="29749"/>
                  </a:lnTo>
                  <a:lnTo>
                    <a:pt x="3648528" y="19525"/>
                  </a:lnTo>
                  <a:lnTo>
                    <a:pt x="3717835" y="11751"/>
                  </a:lnTo>
                  <a:lnTo>
                    <a:pt x="3772754" y="6275"/>
                  </a:lnTo>
                  <a:lnTo>
                    <a:pt x="3811663" y="2804"/>
                  </a:lnTo>
                  <a:lnTo>
                    <a:pt x="3835072" y="928"/>
                  </a:lnTo>
                  <a:lnTo>
                    <a:pt x="3845675" y="160"/>
                  </a:lnTo>
                  <a:lnTo>
                    <a:pt x="3848092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7" y="41"/>
                  </a:lnTo>
                  <a:lnTo>
                    <a:pt x="4396431" y="340"/>
                  </a:lnTo>
                  <a:lnTo>
                    <a:pt x="4417150" y="1166"/>
                  </a:lnTo>
                  <a:lnTo>
                    <a:pt x="4453643" y="2786"/>
                  </a:lnTo>
                  <a:lnTo>
                    <a:pt x="4506930" y="5435"/>
                  </a:lnTo>
                  <a:lnTo>
                    <a:pt x="4575662" y="9284"/>
                  </a:lnTo>
                  <a:lnTo>
                    <a:pt x="4656571" y="14427"/>
                  </a:lnTo>
                  <a:lnTo>
                    <a:pt x="4745311" y="20888"/>
                  </a:lnTo>
                  <a:lnTo>
                    <a:pt x="4837384" y="28646"/>
                  </a:lnTo>
                  <a:lnTo>
                    <a:pt x="4928894" y="37672"/>
                  </a:lnTo>
                  <a:lnTo>
                    <a:pt x="5016940" y="47952"/>
                  </a:lnTo>
                  <a:lnTo>
                    <a:pt x="5099712" y="59519"/>
                  </a:lnTo>
                  <a:lnTo>
                    <a:pt x="5176353" y="72457"/>
                  </a:lnTo>
                  <a:lnTo>
                    <a:pt x="5246746" y="86911"/>
                  </a:lnTo>
                  <a:lnTo>
                    <a:pt x="5311284" y="103080"/>
                  </a:lnTo>
                  <a:lnTo>
                    <a:pt x="5370678" y="121216"/>
                  </a:lnTo>
                  <a:lnTo>
                    <a:pt x="5425806" y="141605"/>
                  </a:lnTo>
                  <a:lnTo>
                    <a:pt x="5477614" y="164543"/>
                  </a:lnTo>
                  <a:lnTo>
                    <a:pt x="5527019" y="190288"/>
                  </a:lnTo>
                  <a:lnTo>
                    <a:pt x="5567201" y="214151"/>
                  </a:lnTo>
                  <a:lnTo>
                    <a:pt x="5612731" y="244294"/>
                  </a:lnTo>
                  <a:lnTo>
                    <a:pt x="5657816" y="277273"/>
                  </a:lnTo>
                  <a:lnTo>
                    <a:pt x="5702866" y="313137"/>
                  </a:lnTo>
                  <a:lnTo>
                    <a:pt x="5748172" y="351854"/>
                  </a:lnTo>
                  <a:lnTo>
                    <a:pt x="5793922" y="393301"/>
                  </a:lnTo>
                  <a:lnTo>
                    <a:pt x="5840212" y="437256"/>
                  </a:lnTo>
                  <a:lnTo>
                    <a:pt x="5887056" y="483401"/>
                  </a:lnTo>
                  <a:lnTo>
                    <a:pt x="5934397" y="531323"/>
                  </a:lnTo>
                  <a:lnTo>
                    <a:pt x="5982120" y="580531"/>
                  </a:lnTo>
                  <a:lnTo>
                    <a:pt x="6030069" y="630471"/>
                  </a:lnTo>
                  <a:lnTo>
                    <a:pt x="6078062" y="680553"/>
                  </a:lnTo>
                  <a:lnTo>
                    <a:pt x="6125914" y="730183"/>
                  </a:lnTo>
                  <a:lnTo>
                    <a:pt x="6173455" y="778786"/>
                  </a:lnTo>
                  <a:lnTo>
                    <a:pt x="6220547" y="825837"/>
                  </a:lnTo>
                  <a:lnTo>
                    <a:pt x="6267105" y="870885"/>
                  </a:lnTo>
                  <a:lnTo>
                    <a:pt x="6313107" y="913565"/>
                  </a:lnTo>
                  <a:lnTo>
                    <a:pt x="6358608" y="953609"/>
                  </a:lnTo>
                  <a:lnTo>
                    <a:pt x="6403751" y="990847"/>
                  </a:lnTo>
                  <a:lnTo>
                    <a:pt x="6448775" y="1025204"/>
                  </a:lnTo>
                  <a:lnTo>
                    <a:pt x="6494033" y="1056692"/>
                  </a:lnTo>
                  <a:lnTo>
                    <a:pt x="6515891" y="1070758"/>
                  </a:lnTo>
                  <a:lnTo>
                    <a:pt x="6563915" y="1098971"/>
                  </a:lnTo>
                  <a:lnTo>
                    <a:pt x="6613649" y="1124249"/>
                  </a:lnTo>
                  <a:lnTo>
                    <a:pt x="6665928" y="1146757"/>
                  </a:lnTo>
                  <a:lnTo>
                    <a:pt x="6721681" y="1166762"/>
                  </a:lnTo>
                  <a:lnTo>
                    <a:pt x="6781848" y="1184562"/>
                  </a:lnTo>
                  <a:lnTo>
                    <a:pt x="6847289" y="1200439"/>
                  </a:lnTo>
                  <a:lnTo>
                    <a:pt x="6918674" y="1214636"/>
                  </a:lnTo>
                  <a:lnTo>
                    <a:pt x="6996328" y="1227345"/>
                  </a:lnTo>
                  <a:lnTo>
                    <a:pt x="7080030" y="1238701"/>
                  </a:lnTo>
                  <a:lnTo>
                    <a:pt x="7168786" y="1248778"/>
                  </a:lnTo>
                  <a:lnTo>
                    <a:pt x="7260611" y="1257600"/>
                  </a:lnTo>
                  <a:lnTo>
                    <a:pt x="7352433" y="1265152"/>
                  </a:lnTo>
                  <a:lnTo>
                    <a:pt x="7440220" y="1271401"/>
                  </a:lnTo>
                  <a:lnTo>
                    <a:pt x="7519443" y="1276332"/>
                  </a:lnTo>
                  <a:lnTo>
                    <a:pt x="7585863" y="1279979"/>
                  </a:lnTo>
                  <a:lnTo>
                    <a:pt x="7636474" y="1282449"/>
                  </a:lnTo>
                  <a:lnTo>
                    <a:pt x="7670290" y="1283924"/>
                  </a:lnTo>
                  <a:lnTo>
                    <a:pt x="7688721" y="1284646"/>
                  </a:lnTo>
                  <a:lnTo>
                    <a:pt x="7695479" y="1284885"/>
                  </a:lnTo>
                  <a:lnTo>
                    <a:pt x="7696237" y="1284910"/>
                  </a:lnTo>
                  <a:lnTo>
                    <a:pt x="8234974" y="1284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5" name="pl1255"/>
            <p:cNvSpPr/>
            <p:nvPr/>
          </p:nvSpPr>
          <p:spPr>
            <a:xfrm>
              <a:off x="546595" y="1665138"/>
              <a:ext cx="8234974" cy="2526263"/>
            </a:xfrm>
            <a:custGeom>
              <a:avLst/>
              <a:pathLst>
                <a:path w="8234974" h="2526263">
                  <a:moveTo>
                    <a:pt x="8234974" y="1284910"/>
                  </a:move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5" y="76"/>
                  </a:lnTo>
                  <a:lnTo>
                    <a:pt x="3839126" y="626"/>
                  </a:lnTo>
                  <a:lnTo>
                    <a:pt x="3819621" y="2145"/>
                  </a:lnTo>
                  <a:lnTo>
                    <a:pt x="3785151" y="5128"/>
                  </a:lnTo>
                  <a:lnTo>
                    <a:pt x="3734588" y="10014"/>
                  </a:lnTo>
                  <a:lnTo>
                    <a:pt x="3668995" y="17131"/>
                  </a:lnTo>
                  <a:lnTo>
                    <a:pt x="3591257" y="26669"/>
                  </a:lnTo>
                  <a:lnTo>
                    <a:pt x="3505364" y="38688"/>
                  </a:lnTo>
                  <a:lnTo>
                    <a:pt x="3415562" y="53159"/>
                  </a:lnTo>
                  <a:lnTo>
                    <a:pt x="3325645" y="70023"/>
                  </a:lnTo>
                  <a:lnTo>
                    <a:pt x="3238535" y="89249"/>
                  </a:lnTo>
                  <a:lnTo>
                    <a:pt x="3156157" y="110873"/>
                  </a:lnTo>
                  <a:lnTo>
                    <a:pt x="3079515" y="135026"/>
                  </a:lnTo>
                  <a:lnTo>
                    <a:pt x="3008881" y="161943"/>
                  </a:lnTo>
                  <a:lnTo>
                    <a:pt x="2944007" y="191964"/>
                  </a:lnTo>
                  <a:lnTo>
                    <a:pt x="2884303" y="225524"/>
                  </a:lnTo>
                  <a:lnTo>
                    <a:pt x="2828984" y="263132"/>
                  </a:lnTo>
                  <a:lnTo>
                    <a:pt x="2777178" y="305335"/>
                  </a:lnTo>
                  <a:lnTo>
                    <a:pt x="2728005" y="352651"/>
                  </a:lnTo>
                  <a:lnTo>
                    <a:pt x="2680655" y="405442"/>
                  </a:lnTo>
                  <a:lnTo>
                    <a:pt x="2667772" y="421043"/>
                  </a:lnTo>
                  <a:lnTo>
                    <a:pt x="2630700" y="468816"/>
                  </a:lnTo>
                  <a:lnTo>
                    <a:pt x="2593980" y="520257"/>
                  </a:lnTo>
                  <a:lnTo>
                    <a:pt x="2557373" y="575440"/>
                  </a:lnTo>
                  <a:lnTo>
                    <a:pt x="2520692" y="634373"/>
                  </a:lnTo>
                  <a:lnTo>
                    <a:pt x="2483803" y="696988"/>
                  </a:lnTo>
                  <a:lnTo>
                    <a:pt x="2446613" y="763141"/>
                  </a:lnTo>
                  <a:lnTo>
                    <a:pt x="2409068" y="832600"/>
                  </a:lnTo>
                  <a:lnTo>
                    <a:pt x="2371154" y="905051"/>
                  </a:lnTo>
                  <a:lnTo>
                    <a:pt x="2332885" y="980096"/>
                  </a:lnTo>
                  <a:lnTo>
                    <a:pt x="2294308" y="1057260"/>
                  </a:lnTo>
                  <a:lnTo>
                    <a:pt x="2255489" y="1136007"/>
                  </a:lnTo>
                  <a:lnTo>
                    <a:pt x="2216515" y="1215748"/>
                  </a:lnTo>
                  <a:lnTo>
                    <a:pt x="2177481" y="1295863"/>
                  </a:lnTo>
                  <a:lnTo>
                    <a:pt x="2138489" y="1375719"/>
                  </a:lnTo>
                  <a:lnTo>
                    <a:pt x="2099635" y="1454693"/>
                  </a:lnTo>
                  <a:lnTo>
                    <a:pt x="2061008" y="1532189"/>
                  </a:lnTo>
                  <a:lnTo>
                    <a:pt x="2022679" y="1607659"/>
                  </a:lnTo>
                  <a:lnTo>
                    <a:pt x="1984697" y="1680616"/>
                  </a:lnTo>
                  <a:lnTo>
                    <a:pt x="1947085" y="1750649"/>
                  </a:lnTo>
                  <a:lnTo>
                    <a:pt x="1909833" y="1817427"/>
                  </a:lnTo>
                  <a:lnTo>
                    <a:pt x="1872894" y="1880703"/>
                  </a:lnTo>
                  <a:lnTo>
                    <a:pt x="1836185" y="1940317"/>
                  </a:lnTo>
                  <a:lnTo>
                    <a:pt x="1799576" y="1996187"/>
                  </a:lnTo>
                  <a:lnTo>
                    <a:pt x="1762893" y="2048310"/>
                  </a:lnTo>
                  <a:lnTo>
                    <a:pt x="1725906" y="2096746"/>
                  </a:lnTo>
                  <a:lnTo>
                    <a:pt x="1719082" y="2105219"/>
                  </a:lnTo>
                  <a:lnTo>
                    <a:pt x="1672112" y="2159552"/>
                  </a:lnTo>
                  <a:lnTo>
                    <a:pt x="1623520" y="2208357"/>
                  </a:lnTo>
                  <a:lnTo>
                    <a:pt x="1572530" y="2251928"/>
                  </a:lnTo>
                  <a:lnTo>
                    <a:pt x="1518273" y="2290754"/>
                  </a:lnTo>
                  <a:lnTo>
                    <a:pt x="1459867" y="2325381"/>
                  </a:lnTo>
                  <a:lnTo>
                    <a:pt x="1396494" y="2356334"/>
                  </a:lnTo>
                  <a:lnTo>
                    <a:pt x="1327498" y="2384073"/>
                  </a:lnTo>
                  <a:lnTo>
                    <a:pt x="1252518" y="2408963"/>
                  </a:lnTo>
                  <a:lnTo>
                    <a:pt x="1171662" y="2431270"/>
                  </a:lnTo>
                  <a:lnTo>
                    <a:pt x="1085712" y="2451152"/>
                  </a:lnTo>
                  <a:lnTo>
                    <a:pt x="996323" y="2468672"/>
                  </a:lnTo>
                  <a:lnTo>
                    <a:pt x="906141" y="2483811"/>
                  </a:lnTo>
                  <a:lnTo>
                    <a:pt x="818748" y="2496514"/>
                  </a:lnTo>
                  <a:lnTo>
                    <a:pt x="738327" y="2506737"/>
                  </a:lnTo>
                  <a:lnTo>
                    <a:pt x="669019" y="2514512"/>
                  </a:lnTo>
                  <a:lnTo>
                    <a:pt x="614100" y="2519988"/>
                  </a:lnTo>
                  <a:lnTo>
                    <a:pt x="575191" y="2523459"/>
                  </a:lnTo>
                  <a:lnTo>
                    <a:pt x="551783" y="2525335"/>
                  </a:lnTo>
                  <a:lnTo>
                    <a:pt x="541180" y="2526102"/>
                  </a:lnTo>
                  <a:lnTo>
                    <a:pt x="538763" y="2526262"/>
                  </a:lnTo>
                  <a:lnTo>
                    <a:pt x="538736" y="2526263"/>
                  </a:lnTo>
                  <a:lnTo>
                    <a:pt x="0" y="25262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6" name="pg1256"/>
            <p:cNvSpPr/>
            <p:nvPr/>
          </p:nvSpPr>
          <p:spPr>
            <a:xfrm>
              <a:off x="546595" y="1719584"/>
              <a:ext cx="8234974" cy="2488152"/>
            </a:xfrm>
            <a:custGeom>
              <a:avLst/>
              <a:pathLst>
                <a:path w="8234974" h="2488152">
                  <a:moveTo>
                    <a:pt x="0" y="2488152"/>
                  </a:moveTo>
                  <a:lnTo>
                    <a:pt x="538736" y="2488152"/>
                  </a:lnTo>
                  <a:lnTo>
                    <a:pt x="539933" y="2488076"/>
                  </a:lnTo>
                  <a:lnTo>
                    <a:pt x="547754" y="2487534"/>
                  </a:lnTo>
                  <a:lnTo>
                    <a:pt x="567311" y="2486037"/>
                  </a:lnTo>
                  <a:lnTo>
                    <a:pt x="601868" y="2483096"/>
                  </a:lnTo>
                  <a:lnTo>
                    <a:pt x="652549" y="2478281"/>
                  </a:lnTo>
                  <a:lnTo>
                    <a:pt x="718279" y="2471268"/>
                  </a:lnTo>
                  <a:lnTo>
                    <a:pt x="796156" y="2461870"/>
                  </a:lnTo>
                  <a:lnTo>
                    <a:pt x="882176" y="2450029"/>
                  </a:lnTo>
                  <a:lnTo>
                    <a:pt x="972080" y="2435775"/>
                  </a:lnTo>
                  <a:lnTo>
                    <a:pt x="1062070" y="2419164"/>
                  </a:lnTo>
                  <a:lnTo>
                    <a:pt x="1149223" y="2400227"/>
                  </a:lnTo>
                  <a:lnTo>
                    <a:pt x="1231621" y="2378929"/>
                  </a:lnTo>
                  <a:lnTo>
                    <a:pt x="1308265" y="2355138"/>
                  </a:lnTo>
                  <a:lnTo>
                    <a:pt x="1378889" y="2328622"/>
                  </a:lnTo>
                  <a:lnTo>
                    <a:pt x="1443749" y="2299044"/>
                  </a:lnTo>
                  <a:lnTo>
                    <a:pt x="1503439" y="2265976"/>
                  </a:lnTo>
                  <a:lnTo>
                    <a:pt x="1558748" y="2228912"/>
                  </a:lnTo>
                  <a:lnTo>
                    <a:pt x="1610553" y="2187315"/>
                  </a:lnTo>
                  <a:lnTo>
                    <a:pt x="1659734" y="2140677"/>
                  </a:lnTo>
                  <a:lnTo>
                    <a:pt x="1707102" y="2088642"/>
                  </a:lnTo>
                  <a:lnTo>
                    <a:pt x="1719082" y="2074367"/>
                  </a:lnTo>
                  <a:lnTo>
                    <a:pt x="1756397" y="2027096"/>
                  </a:lnTo>
                  <a:lnTo>
                    <a:pt x="1793357" y="1976172"/>
                  </a:lnTo>
                  <a:lnTo>
                    <a:pt x="1830206" y="1921522"/>
                  </a:lnTo>
                  <a:lnTo>
                    <a:pt x="1867132" y="1863139"/>
                  </a:lnTo>
                  <a:lnTo>
                    <a:pt x="1904272" y="1801091"/>
                  </a:lnTo>
                  <a:lnTo>
                    <a:pt x="1941720" y="1735527"/>
                  </a:lnTo>
                  <a:lnTo>
                    <a:pt x="1979528" y="1666681"/>
                  </a:lnTo>
                  <a:lnTo>
                    <a:pt x="2017711" y="1594873"/>
                  </a:lnTo>
                  <a:lnTo>
                    <a:pt x="2056251" y="1520506"/>
                  </a:lnTo>
                  <a:lnTo>
                    <a:pt x="2095100" y="1444057"/>
                  </a:lnTo>
                  <a:lnTo>
                    <a:pt x="2134188" y="1366071"/>
                  </a:lnTo>
                  <a:lnTo>
                    <a:pt x="2173428" y="1287139"/>
                  </a:lnTo>
                  <a:lnTo>
                    <a:pt x="2212719" y="1207884"/>
                  </a:lnTo>
                  <a:lnTo>
                    <a:pt x="2251960" y="1128940"/>
                  </a:lnTo>
                  <a:lnTo>
                    <a:pt x="2291052" y="1050931"/>
                  </a:lnTo>
                  <a:lnTo>
                    <a:pt x="2329906" y="974450"/>
                  </a:lnTo>
                  <a:lnTo>
                    <a:pt x="2368452" y="900041"/>
                  </a:lnTo>
                  <a:lnTo>
                    <a:pt x="2406642" y="828183"/>
                  </a:lnTo>
                  <a:lnTo>
                    <a:pt x="2444456" y="759281"/>
                  </a:lnTo>
                  <a:lnTo>
                    <a:pt x="2481911" y="693656"/>
                  </a:lnTo>
                  <a:lnTo>
                    <a:pt x="2519056" y="631543"/>
                  </a:lnTo>
                  <a:lnTo>
                    <a:pt x="2555984" y="573092"/>
                  </a:lnTo>
                  <a:lnTo>
                    <a:pt x="2592833" y="518375"/>
                  </a:lnTo>
                  <a:lnTo>
                    <a:pt x="2629789" y="467384"/>
                  </a:lnTo>
                  <a:lnTo>
                    <a:pt x="2667095" y="420048"/>
                  </a:lnTo>
                  <a:lnTo>
                    <a:pt x="2667772" y="419229"/>
                  </a:lnTo>
                  <a:lnTo>
                    <a:pt x="2714789" y="365784"/>
                  </a:lnTo>
                  <a:lnTo>
                    <a:pt x="2763430" y="317782"/>
                  </a:lnTo>
                  <a:lnTo>
                    <a:pt x="2814477" y="274932"/>
                  </a:lnTo>
                  <a:lnTo>
                    <a:pt x="2868799" y="236754"/>
                  </a:lnTo>
                  <a:lnTo>
                    <a:pt x="2927282" y="202708"/>
                  </a:lnTo>
                  <a:lnTo>
                    <a:pt x="2990744" y="172276"/>
                  </a:lnTo>
                  <a:lnTo>
                    <a:pt x="3059844" y="145009"/>
                  </a:lnTo>
                  <a:lnTo>
                    <a:pt x="3134940" y="120543"/>
                  </a:lnTo>
                  <a:lnTo>
                    <a:pt x="3215920" y="98620"/>
                  </a:lnTo>
                  <a:lnTo>
                    <a:pt x="3301994" y="79082"/>
                  </a:lnTo>
                  <a:lnTo>
                    <a:pt x="3391493" y="61872"/>
                  </a:lnTo>
                  <a:lnTo>
                    <a:pt x="3481752" y="47006"/>
                  </a:lnTo>
                  <a:lnTo>
                    <a:pt x="3569170" y="34539"/>
                  </a:lnTo>
                  <a:lnTo>
                    <a:pt x="3649549" y="24514"/>
                  </a:lnTo>
                  <a:lnTo>
                    <a:pt x="3718741" y="16899"/>
                  </a:lnTo>
                  <a:lnTo>
                    <a:pt x="3773480" y="11544"/>
                  </a:lnTo>
                  <a:lnTo>
                    <a:pt x="3812169" y="8159"/>
                  </a:lnTo>
                  <a:lnTo>
                    <a:pt x="3835355" y="6335"/>
                  </a:lnTo>
                  <a:lnTo>
                    <a:pt x="3845776" y="559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1" y="5505"/>
                  </a:lnTo>
                  <a:lnTo>
                    <a:pt x="4396164" y="5941"/>
                  </a:lnTo>
                  <a:lnTo>
                    <a:pt x="4416325" y="7146"/>
                  </a:lnTo>
                  <a:lnTo>
                    <a:pt x="4451892" y="9513"/>
                  </a:lnTo>
                  <a:lnTo>
                    <a:pt x="4503935" y="13384"/>
                  </a:lnTo>
                  <a:lnTo>
                    <a:pt x="4571238" y="19016"/>
                  </a:lnTo>
                  <a:lnTo>
                    <a:pt x="4650710" y="26551"/>
                  </a:lnTo>
                  <a:lnTo>
                    <a:pt x="4738166" y="36031"/>
                  </a:lnTo>
                  <a:lnTo>
                    <a:pt x="4829223" y="47428"/>
                  </a:lnTo>
                  <a:lnTo>
                    <a:pt x="4920027" y="60696"/>
                  </a:lnTo>
                  <a:lnTo>
                    <a:pt x="5007665" y="75815"/>
                  </a:lnTo>
                  <a:lnTo>
                    <a:pt x="5090273" y="92822"/>
                  </a:lnTo>
                  <a:lnTo>
                    <a:pt x="5166925" y="111833"/>
                  </a:lnTo>
                  <a:lnTo>
                    <a:pt x="5237433" y="133047"/>
                  </a:lnTo>
                  <a:lnTo>
                    <a:pt x="5302126" y="156745"/>
                  </a:lnTo>
                  <a:lnTo>
                    <a:pt x="5361657" y="183286"/>
                  </a:lnTo>
                  <a:lnTo>
                    <a:pt x="5416865" y="213081"/>
                  </a:lnTo>
                  <a:lnTo>
                    <a:pt x="5468661" y="246564"/>
                  </a:lnTo>
                  <a:lnTo>
                    <a:pt x="5517949" y="284128"/>
                  </a:lnTo>
                  <a:lnTo>
                    <a:pt x="5565541" y="326018"/>
                  </a:lnTo>
                  <a:lnTo>
                    <a:pt x="5567201" y="327579"/>
                  </a:lnTo>
                  <a:lnTo>
                    <a:pt x="5607924" y="367903"/>
                  </a:lnTo>
                  <a:lnTo>
                    <a:pt x="5648252" y="411626"/>
                  </a:lnTo>
                  <a:lnTo>
                    <a:pt x="5688492" y="458813"/>
                  </a:lnTo>
                  <a:lnTo>
                    <a:pt x="5728874" y="509453"/>
                  </a:lnTo>
                  <a:lnTo>
                    <a:pt x="5769558" y="563452"/>
                  </a:lnTo>
                  <a:lnTo>
                    <a:pt x="5810642" y="620623"/>
                  </a:lnTo>
                  <a:lnTo>
                    <a:pt x="5852170" y="680685"/>
                  </a:lnTo>
                  <a:lnTo>
                    <a:pt x="5894134" y="743263"/>
                  </a:lnTo>
                  <a:lnTo>
                    <a:pt x="5936485" y="807896"/>
                  </a:lnTo>
                  <a:lnTo>
                    <a:pt x="5979137" y="874046"/>
                  </a:lnTo>
                  <a:lnTo>
                    <a:pt x="6021978" y="941120"/>
                  </a:lnTo>
                  <a:lnTo>
                    <a:pt x="6064879" y="1008486"/>
                  </a:lnTo>
                  <a:lnTo>
                    <a:pt x="6107709" y="1075504"/>
                  </a:lnTo>
                  <a:lnTo>
                    <a:pt x="6150338" y="1141544"/>
                  </a:lnTo>
                  <a:lnTo>
                    <a:pt x="6192658" y="1206017"/>
                  </a:lnTo>
                  <a:lnTo>
                    <a:pt x="6234586" y="1268392"/>
                  </a:lnTo>
                  <a:lnTo>
                    <a:pt x="6276074" y="1328213"/>
                  </a:lnTo>
                  <a:lnTo>
                    <a:pt x="6317121" y="1385116"/>
                  </a:lnTo>
                  <a:lnTo>
                    <a:pt x="6357773" y="1438826"/>
                  </a:lnTo>
                  <a:lnTo>
                    <a:pt x="6398135" y="1489165"/>
                  </a:lnTo>
                  <a:lnTo>
                    <a:pt x="6438373" y="1536047"/>
                  </a:lnTo>
                  <a:lnTo>
                    <a:pt x="6478722" y="1579468"/>
                  </a:lnTo>
                  <a:lnTo>
                    <a:pt x="6515891" y="1616119"/>
                  </a:lnTo>
                  <a:lnTo>
                    <a:pt x="6563436" y="1658163"/>
                  </a:lnTo>
                  <a:lnTo>
                    <a:pt x="6612651" y="1695877"/>
                  </a:lnTo>
                  <a:lnTo>
                    <a:pt x="6664344" y="1729499"/>
                  </a:lnTo>
                  <a:lnTo>
                    <a:pt x="6719415" y="1759416"/>
                  </a:lnTo>
                  <a:lnTo>
                    <a:pt x="6778779" y="1786065"/>
                  </a:lnTo>
                  <a:lnTo>
                    <a:pt x="6843275" y="1809857"/>
                  </a:lnTo>
                  <a:lnTo>
                    <a:pt x="6913570" y="1831153"/>
                  </a:lnTo>
                  <a:lnTo>
                    <a:pt x="6990005" y="1850238"/>
                  </a:lnTo>
                  <a:lnTo>
                    <a:pt x="7072412" y="1867314"/>
                  </a:lnTo>
                  <a:lnTo>
                    <a:pt x="7159899" y="1882499"/>
                  </a:lnTo>
                  <a:lnTo>
                    <a:pt x="7250634" y="1895833"/>
                  </a:lnTo>
                  <a:lnTo>
                    <a:pt x="7341743" y="1907296"/>
                  </a:lnTo>
                  <a:lnTo>
                    <a:pt x="7429400" y="1916844"/>
                  </a:lnTo>
                  <a:lnTo>
                    <a:pt x="7509229" y="1924448"/>
                  </a:lnTo>
                  <a:lnTo>
                    <a:pt x="7577025" y="1930146"/>
                  </a:lnTo>
                  <a:lnTo>
                    <a:pt x="7629641" y="1934076"/>
                  </a:lnTo>
                  <a:lnTo>
                    <a:pt x="7665785" y="1936490"/>
                  </a:lnTo>
                  <a:lnTo>
                    <a:pt x="7686448" y="1937730"/>
                  </a:lnTo>
                  <a:lnTo>
                    <a:pt x="7694869" y="1938186"/>
                  </a:lnTo>
                  <a:lnTo>
                    <a:pt x="7696237" y="1938254"/>
                  </a:lnTo>
                  <a:lnTo>
                    <a:pt x="8234974" y="1938254"/>
                  </a:lnTo>
                  <a:lnTo>
                    <a:pt x="8234974" y="1932809"/>
                  </a:lnTo>
                  <a:lnTo>
                    <a:pt x="7696237" y="1932809"/>
                  </a:lnTo>
                  <a:lnTo>
                    <a:pt x="7695001" y="1932748"/>
                  </a:lnTo>
                  <a:lnTo>
                    <a:pt x="7686929" y="1932312"/>
                  </a:lnTo>
                  <a:lnTo>
                    <a:pt x="7666767" y="1931107"/>
                  </a:lnTo>
                  <a:lnTo>
                    <a:pt x="7631200" y="1928741"/>
                  </a:lnTo>
                  <a:lnTo>
                    <a:pt x="7579158" y="1924869"/>
                  </a:lnTo>
                  <a:lnTo>
                    <a:pt x="7511854" y="1919237"/>
                  </a:lnTo>
                  <a:lnTo>
                    <a:pt x="7432383" y="1911702"/>
                  </a:lnTo>
                  <a:lnTo>
                    <a:pt x="7344926" y="1902222"/>
                  </a:lnTo>
                  <a:lnTo>
                    <a:pt x="7253869" y="1890826"/>
                  </a:lnTo>
                  <a:lnTo>
                    <a:pt x="7163065" y="1877557"/>
                  </a:lnTo>
                  <a:lnTo>
                    <a:pt x="7075427" y="1862438"/>
                  </a:lnTo>
                  <a:lnTo>
                    <a:pt x="6992820" y="1845431"/>
                  </a:lnTo>
                  <a:lnTo>
                    <a:pt x="6916167" y="1826420"/>
                  </a:lnTo>
                  <a:lnTo>
                    <a:pt x="6845659" y="1805206"/>
                  </a:lnTo>
                  <a:lnTo>
                    <a:pt x="6780967" y="1781508"/>
                  </a:lnTo>
                  <a:lnTo>
                    <a:pt x="6721436" y="1754967"/>
                  </a:lnTo>
                  <a:lnTo>
                    <a:pt x="6666228" y="1725173"/>
                  </a:lnTo>
                  <a:lnTo>
                    <a:pt x="6614431" y="1691689"/>
                  </a:lnTo>
                  <a:lnTo>
                    <a:pt x="6565143" y="1654125"/>
                  </a:lnTo>
                  <a:lnTo>
                    <a:pt x="6517551" y="1612235"/>
                  </a:lnTo>
                  <a:lnTo>
                    <a:pt x="6515891" y="1610674"/>
                  </a:lnTo>
                  <a:lnTo>
                    <a:pt x="6475169" y="1570350"/>
                  </a:lnTo>
                  <a:lnTo>
                    <a:pt x="6434841" y="1526627"/>
                  </a:lnTo>
                  <a:lnTo>
                    <a:pt x="6394600" y="1479440"/>
                  </a:lnTo>
                  <a:lnTo>
                    <a:pt x="6354218" y="1428800"/>
                  </a:lnTo>
                  <a:lnTo>
                    <a:pt x="6313535" y="1374801"/>
                  </a:lnTo>
                  <a:lnTo>
                    <a:pt x="6272450" y="1317630"/>
                  </a:lnTo>
                  <a:lnTo>
                    <a:pt x="6230923" y="1257568"/>
                  </a:lnTo>
                  <a:lnTo>
                    <a:pt x="6188958" y="1194990"/>
                  </a:lnTo>
                  <a:lnTo>
                    <a:pt x="6146607" y="1130357"/>
                  </a:lnTo>
                  <a:lnTo>
                    <a:pt x="6103955" y="1064207"/>
                  </a:lnTo>
                  <a:lnTo>
                    <a:pt x="6061115" y="997133"/>
                  </a:lnTo>
                  <a:lnTo>
                    <a:pt x="6018213" y="929767"/>
                  </a:lnTo>
                  <a:lnTo>
                    <a:pt x="5975384" y="862749"/>
                  </a:lnTo>
                  <a:lnTo>
                    <a:pt x="5932754" y="796709"/>
                  </a:lnTo>
                  <a:lnTo>
                    <a:pt x="5890434" y="732236"/>
                  </a:lnTo>
                  <a:lnTo>
                    <a:pt x="5848507" y="669862"/>
                  </a:lnTo>
                  <a:lnTo>
                    <a:pt x="5807018" y="610040"/>
                  </a:lnTo>
                  <a:lnTo>
                    <a:pt x="5765972" y="553137"/>
                  </a:lnTo>
                  <a:lnTo>
                    <a:pt x="5725319" y="499427"/>
                  </a:lnTo>
                  <a:lnTo>
                    <a:pt x="5684957" y="449088"/>
                  </a:lnTo>
                  <a:lnTo>
                    <a:pt x="5644719" y="402206"/>
                  </a:lnTo>
                  <a:lnTo>
                    <a:pt x="5604370" y="358785"/>
                  </a:lnTo>
                  <a:lnTo>
                    <a:pt x="5567201" y="322134"/>
                  </a:lnTo>
                  <a:lnTo>
                    <a:pt x="5519656" y="280091"/>
                  </a:lnTo>
                  <a:lnTo>
                    <a:pt x="5470441" y="242376"/>
                  </a:lnTo>
                  <a:lnTo>
                    <a:pt x="5418749" y="208754"/>
                  </a:lnTo>
                  <a:lnTo>
                    <a:pt x="5363677" y="178837"/>
                  </a:lnTo>
                  <a:lnTo>
                    <a:pt x="5304314" y="152189"/>
                  </a:lnTo>
                  <a:lnTo>
                    <a:pt x="5239817" y="128396"/>
                  </a:lnTo>
                  <a:lnTo>
                    <a:pt x="5169522" y="107100"/>
                  </a:lnTo>
                  <a:lnTo>
                    <a:pt x="5093088" y="88015"/>
                  </a:lnTo>
                  <a:lnTo>
                    <a:pt x="5010680" y="70939"/>
                  </a:lnTo>
                  <a:lnTo>
                    <a:pt x="4923194" y="55754"/>
                  </a:lnTo>
                  <a:lnTo>
                    <a:pt x="4832459" y="42421"/>
                  </a:lnTo>
                  <a:lnTo>
                    <a:pt x="4741349" y="30957"/>
                  </a:lnTo>
                  <a:lnTo>
                    <a:pt x="4653692" y="21409"/>
                  </a:lnTo>
                  <a:lnTo>
                    <a:pt x="4573863" y="13805"/>
                  </a:lnTo>
                  <a:lnTo>
                    <a:pt x="4506068" y="8108"/>
                  </a:lnTo>
                  <a:lnTo>
                    <a:pt x="4453452" y="4177"/>
                  </a:lnTo>
                  <a:lnTo>
                    <a:pt x="4417307" y="1763"/>
                  </a:lnTo>
                  <a:lnTo>
                    <a:pt x="4396645" y="524"/>
                  </a:lnTo>
                  <a:lnTo>
                    <a:pt x="4388224" y="6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2" y="75"/>
                  </a:lnTo>
                  <a:lnTo>
                    <a:pt x="3839100" y="617"/>
                  </a:lnTo>
                  <a:lnTo>
                    <a:pt x="3819543" y="2114"/>
                  </a:lnTo>
                  <a:lnTo>
                    <a:pt x="3784986" y="5055"/>
                  </a:lnTo>
                  <a:lnTo>
                    <a:pt x="3734306" y="9870"/>
                  </a:lnTo>
                  <a:lnTo>
                    <a:pt x="3668575" y="16883"/>
                  </a:lnTo>
                  <a:lnTo>
                    <a:pt x="3590698" y="26281"/>
                  </a:lnTo>
                  <a:lnTo>
                    <a:pt x="3504679" y="38122"/>
                  </a:lnTo>
                  <a:lnTo>
                    <a:pt x="3414775" y="52376"/>
                  </a:lnTo>
                  <a:lnTo>
                    <a:pt x="3324785" y="68987"/>
                  </a:lnTo>
                  <a:lnTo>
                    <a:pt x="3237632" y="87924"/>
                  </a:lnTo>
                  <a:lnTo>
                    <a:pt x="3155234" y="109222"/>
                  </a:lnTo>
                  <a:lnTo>
                    <a:pt x="3078589" y="133013"/>
                  </a:lnTo>
                  <a:lnTo>
                    <a:pt x="3007965" y="159529"/>
                  </a:lnTo>
                  <a:lnTo>
                    <a:pt x="2943106" y="189107"/>
                  </a:lnTo>
                  <a:lnTo>
                    <a:pt x="2883416" y="222175"/>
                  </a:lnTo>
                  <a:lnTo>
                    <a:pt x="2828106" y="259239"/>
                  </a:lnTo>
                  <a:lnTo>
                    <a:pt x="2776302" y="300836"/>
                  </a:lnTo>
                  <a:lnTo>
                    <a:pt x="2727121" y="347474"/>
                  </a:lnTo>
                  <a:lnTo>
                    <a:pt x="2679752" y="399509"/>
                  </a:lnTo>
                  <a:lnTo>
                    <a:pt x="2667772" y="413784"/>
                  </a:lnTo>
                  <a:lnTo>
                    <a:pt x="2630457" y="461055"/>
                  </a:lnTo>
                  <a:lnTo>
                    <a:pt x="2593497" y="511979"/>
                  </a:lnTo>
                  <a:lnTo>
                    <a:pt x="2556648" y="566629"/>
                  </a:lnTo>
                  <a:lnTo>
                    <a:pt x="2519722" y="625012"/>
                  </a:lnTo>
                  <a:lnTo>
                    <a:pt x="2482582" y="687061"/>
                  </a:lnTo>
                  <a:lnTo>
                    <a:pt x="2445134" y="752624"/>
                  </a:lnTo>
                  <a:lnTo>
                    <a:pt x="2407326" y="821470"/>
                  </a:lnTo>
                  <a:lnTo>
                    <a:pt x="2369143" y="893278"/>
                  </a:lnTo>
                  <a:lnTo>
                    <a:pt x="2330604" y="967645"/>
                  </a:lnTo>
                  <a:lnTo>
                    <a:pt x="2291754" y="1044094"/>
                  </a:lnTo>
                  <a:lnTo>
                    <a:pt x="2252666" y="1122080"/>
                  </a:lnTo>
                  <a:lnTo>
                    <a:pt x="2213427" y="1201012"/>
                  </a:lnTo>
                  <a:lnTo>
                    <a:pt x="2174135" y="1280268"/>
                  </a:lnTo>
                  <a:lnTo>
                    <a:pt x="2134894" y="1359211"/>
                  </a:lnTo>
                  <a:lnTo>
                    <a:pt x="2095802" y="1437220"/>
                  </a:lnTo>
                  <a:lnTo>
                    <a:pt x="2056948" y="1513701"/>
                  </a:lnTo>
                  <a:lnTo>
                    <a:pt x="2018403" y="1588110"/>
                  </a:lnTo>
                  <a:lnTo>
                    <a:pt x="1980213" y="1659968"/>
                  </a:lnTo>
                  <a:lnTo>
                    <a:pt x="1942398" y="1728870"/>
                  </a:lnTo>
                  <a:lnTo>
                    <a:pt x="1904944" y="1794496"/>
                  </a:lnTo>
                  <a:lnTo>
                    <a:pt x="1867799" y="1856609"/>
                  </a:lnTo>
                  <a:lnTo>
                    <a:pt x="1830870" y="1915059"/>
                  </a:lnTo>
                  <a:lnTo>
                    <a:pt x="1794022" y="1969776"/>
                  </a:lnTo>
                  <a:lnTo>
                    <a:pt x="1757066" y="2020767"/>
                  </a:lnTo>
                  <a:lnTo>
                    <a:pt x="1719759" y="2068103"/>
                  </a:lnTo>
                  <a:lnTo>
                    <a:pt x="1719082" y="2068922"/>
                  </a:lnTo>
                  <a:lnTo>
                    <a:pt x="1672066" y="2122367"/>
                  </a:lnTo>
                  <a:lnTo>
                    <a:pt x="1623424" y="2170369"/>
                  </a:lnTo>
                  <a:lnTo>
                    <a:pt x="1572378" y="2213219"/>
                  </a:lnTo>
                  <a:lnTo>
                    <a:pt x="1518055" y="2251397"/>
                  </a:lnTo>
                  <a:lnTo>
                    <a:pt x="1459573" y="2285443"/>
                  </a:lnTo>
                  <a:lnTo>
                    <a:pt x="1396110" y="2315875"/>
                  </a:lnTo>
                  <a:lnTo>
                    <a:pt x="1327011" y="2343143"/>
                  </a:lnTo>
                  <a:lnTo>
                    <a:pt x="1251914" y="2367608"/>
                  </a:lnTo>
                  <a:lnTo>
                    <a:pt x="1170934" y="2389531"/>
                  </a:lnTo>
                  <a:lnTo>
                    <a:pt x="1084861" y="2409069"/>
                  </a:lnTo>
                  <a:lnTo>
                    <a:pt x="995362" y="2426279"/>
                  </a:lnTo>
                  <a:lnTo>
                    <a:pt x="905103" y="2441145"/>
                  </a:lnTo>
                  <a:lnTo>
                    <a:pt x="817685" y="2453612"/>
                  </a:lnTo>
                  <a:lnTo>
                    <a:pt x="737306" y="2463637"/>
                  </a:lnTo>
                  <a:lnTo>
                    <a:pt x="668114" y="2471252"/>
                  </a:lnTo>
                  <a:lnTo>
                    <a:pt x="613375" y="2476607"/>
                  </a:lnTo>
                  <a:lnTo>
                    <a:pt x="574686" y="2479992"/>
                  </a:lnTo>
                  <a:lnTo>
                    <a:pt x="551500" y="2481816"/>
                  </a:lnTo>
                  <a:lnTo>
                    <a:pt x="541078" y="2482556"/>
                  </a:lnTo>
                  <a:lnTo>
                    <a:pt x="538736" y="2482707"/>
                  </a:lnTo>
                  <a:lnTo>
                    <a:pt x="0" y="2482707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57" name="pl1257"/>
            <p:cNvSpPr/>
            <p:nvPr/>
          </p:nvSpPr>
          <p:spPr>
            <a:xfrm>
              <a:off x="546595" y="1725028"/>
              <a:ext cx="8234974" cy="2482707"/>
            </a:xfrm>
            <a:custGeom>
              <a:avLst/>
              <a:pathLst>
                <a:path w="8234974" h="2482707">
                  <a:moveTo>
                    <a:pt x="0" y="2482707"/>
                  </a:moveTo>
                  <a:lnTo>
                    <a:pt x="538736" y="2482707"/>
                  </a:lnTo>
                  <a:lnTo>
                    <a:pt x="539933" y="2482631"/>
                  </a:lnTo>
                  <a:lnTo>
                    <a:pt x="547754" y="2482090"/>
                  </a:lnTo>
                  <a:lnTo>
                    <a:pt x="567311" y="2480592"/>
                  </a:lnTo>
                  <a:lnTo>
                    <a:pt x="601868" y="2477652"/>
                  </a:lnTo>
                  <a:lnTo>
                    <a:pt x="652549" y="2472837"/>
                  </a:lnTo>
                  <a:lnTo>
                    <a:pt x="718279" y="2465823"/>
                  </a:lnTo>
                  <a:lnTo>
                    <a:pt x="796156" y="2456425"/>
                  </a:lnTo>
                  <a:lnTo>
                    <a:pt x="882176" y="2444585"/>
                  </a:lnTo>
                  <a:lnTo>
                    <a:pt x="972080" y="2430330"/>
                  </a:lnTo>
                  <a:lnTo>
                    <a:pt x="1062070" y="2413719"/>
                  </a:lnTo>
                  <a:lnTo>
                    <a:pt x="1149223" y="2394783"/>
                  </a:lnTo>
                  <a:lnTo>
                    <a:pt x="1231621" y="2373484"/>
                  </a:lnTo>
                  <a:lnTo>
                    <a:pt x="1308265" y="2349693"/>
                  </a:lnTo>
                  <a:lnTo>
                    <a:pt x="1378889" y="2323177"/>
                  </a:lnTo>
                  <a:lnTo>
                    <a:pt x="1443749" y="2293600"/>
                  </a:lnTo>
                  <a:lnTo>
                    <a:pt x="1503439" y="2260531"/>
                  </a:lnTo>
                  <a:lnTo>
                    <a:pt x="1558748" y="2223468"/>
                  </a:lnTo>
                  <a:lnTo>
                    <a:pt x="1610553" y="2181870"/>
                  </a:lnTo>
                  <a:lnTo>
                    <a:pt x="1659734" y="2135232"/>
                  </a:lnTo>
                  <a:lnTo>
                    <a:pt x="1707102" y="2083198"/>
                  </a:lnTo>
                  <a:lnTo>
                    <a:pt x="1719082" y="2068922"/>
                  </a:lnTo>
                  <a:lnTo>
                    <a:pt x="1756397" y="2021652"/>
                  </a:lnTo>
                  <a:lnTo>
                    <a:pt x="1793357" y="1970728"/>
                  </a:lnTo>
                  <a:lnTo>
                    <a:pt x="1830206" y="1916077"/>
                  </a:lnTo>
                  <a:lnTo>
                    <a:pt x="1867132" y="1857694"/>
                  </a:lnTo>
                  <a:lnTo>
                    <a:pt x="1904272" y="1795646"/>
                  </a:lnTo>
                  <a:lnTo>
                    <a:pt x="1941720" y="1730082"/>
                  </a:lnTo>
                  <a:lnTo>
                    <a:pt x="1979528" y="1661236"/>
                  </a:lnTo>
                  <a:lnTo>
                    <a:pt x="2017711" y="1589429"/>
                  </a:lnTo>
                  <a:lnTo>
                    <a:pt x="2056251" y="1515061"/>
                  </a:lnTo>
                  <a:lnTo>
                    <a:pt x="2095100" y="1438613"/>
                  </a:lnTo>
                  <a:lnTo>
                    <a:pt x="2134188" y="1360626"/>
                  </a:lnTo>
                  <a:lnTo>
                    <a:pt x="2173428" y="1281694"/>
                  </a:lnTo>
                  <a:lnTo>
                    <a:pt x="2212719" y="1202439"/>
                  </a:lnTo>
                  <a:lnTo>
                    <a:pt x="2251960" y="1123495"/>
                  </a:lnTo>
                  <a:lnTo>
                    <a:pt x="2291052" y="1045486"/>
                  </a:lnTo>
                  <a:lnTo>
                    <a:pt x="2329906" y="969005"/>
                  </a:lnTo>
                  <a:lnTo>
                    <a:pt x="2368452" y="894596"/>
                  </a:lnTo>
                  <a:lnTo>
                    <a:pt x="2406642" y="822738"/>
                  </a:lnTo>
                  <a:lnTo>
                    <a:pt x="2444456" y="753836"/>
                  </a:lnTo>
                  <a:lnTo>
                    <a:pt x="2481911" y="688211"/>
                  </a:lnTo>
                  <a:lnTo>
                    <a:pt x="2519056" y="626098"/>
                  </a:lnTo>
                  <a:lnTo>
                    <a:pt x="2555984" y="567648"/>
                  </a:lnTo>
                  <a:lnTo>
                    <a:pt x="2592833" y="512930"/>
                  </a:lnTo>
                  <a:lnTo>
                    <a:pt x="2629789" y="461939"/>
                  </a:lnTo>
                  <a:lnTo>
                    <a:pt x="2667095" y="414604"/>
                  </a:lnTo>
                  <a:lnTo>
                    <a:pt x="2667772" y="413784"/>
                  </a:lnTo>
                  <a:lnTo>
                    <a:pt x="2714789" y="360340"/>
                  </a:lnTo>
                  <a:lnTo>
                    <a:pt x="2763430" y="312337"/>
                  </a:lnTo>
                  <a:lnTo>
                    <a:pt x="2814477" y="269488"/>
                  </a:lnTo>
                  <a:lnTo>
                    <a:pt x="2868799" y="231309"/>
                  </a:lnTo>
                  <a:lnTo>
                    <a:pt x="2927282" y="197263"/>
                  </a:lnTo>
                  <a:lnTo>
                    <a:pt x="2990744" y="166832"/>
                  </a:lnTo>
                  <a:lnTo>
                    <a:pt x="3059844" y="139564"/>
                  </a:lnTo>
                  <a:lnTo>
                    <a:pt x="3134940" y="115098"/>
                  </a:lnTo>
                  <a:lnTo>
                    <a:pt x="3215920" y="93175"/>
                  </a:lnTo>
                  <a:lnTo>
                    <a:pt x="3301994" y="73638"/>
                  </a:lnTo>
                  <a:lnTo>
                    <a:pt x="3391493" y="56428"/>
                  </a:lnTo>
                  <a:lnTo>
                    <a:pt x="3481752" y="41561"/>
                  </a:lnTo>
                  <a:lnTo>
                    <a:pt x="3569170" y="29095"/>
                  </a:lnTo>
                  <a:lnTo>
                    <a:pt x="3649549" y="19069"/>
                  </a:lnTo>
                  <a:lnTo>
                    <a:pt x="3718741" y="11455"/>
                  </a:lnTo>
                  <a:lnTo>
                    <a:pt x="3773480" y="6099"/>
                  </a:lnTo>
                  <a:lnTo>
                    <a:pt x="3812169" y="2714"/>
                  </a:lnTo>
                  <a:lnTo>
                    <a:pt x="3835355" y="891"/>
                  </a:lnTo>
                  <a:lnTo>
                    <a:pt x="3845776" y="151"/>
                  </a:lnTo>
                  <a:lnTo>
                    <a:pt x="3848097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1" y="61"/>
                  </a:lnTo>
                  <a:lnTo>
                    <a:pt x="4396164" y="496"/>
                  </a:lnTo>
                  <a:lnTo>
                    <a:pt x="4416325" y="1702"/>
                  </a:lnTo>
                  <a:lnTo>
                    <a:pt x="4451892" y="4068"/>
                  </a:lnTo>
                  <a:lnTo>
                    <a:pt x="4503935" y="7940"/>
                  </a:lnTo>
                  <a:lnTo>
                    <a:pt x="4571238" y="13571"/>
                  </a:lnTo>
                  <a:lnTo>
                    <a:pt x="4650710" y="21107"/>
                  </a:lnTo>
                  <a:lnTo>
                    <a:pt x="4738166" y="30586"/>
                  </a:lnTo>
                  <a:lnTo>
                    <a:pt x="4829223" y="41983"/>
                  </a:lnTo>
                  <a:lnTo>
                    <a:pt x="4920027" y="55251"/>
                  </a:lnTo>
                  <a:lnTo>
                    <a:pt x="5007665" y="70370"/>
                  </a:lnTo>
                  <a:lnTo>
                    <a:pt x="5090273" y="87378"/>
                  </a:lnTo>
                  <a:lnTo>
                    <a:pt x="5166925" y="106389"/>
                  </a:lnTo>
                  <a:lnTo>
                    <a:pt x="5237433" y="127602"/>
                  </a:lnTo>
                  <a:lnTo>
                    <a:pt x="5302126" y="151301"/>
                  </a:lnTo>
                  <a:lnTo>
                    <a:pt x="5361657" y="177841"/>
                  </a:lnTo>
                  <a:lnTo>
                    <a:pt x="5416865" y="207636"/>
                  </a:lnTo>
                  <a:lnTo>
                    <a:pt x="5468661" y="241119"/>
                  </a:lnTo>
                  <a:lnTo>
                    <a:pt x="5517949" y="278684"/>
                  </a:lnTo>
                  <a:lnTo>
                    <a:pt x="5565541" y="320574"/>
                  </a:lnTo>
                  <a:lnTo>
                    <a:pt x="5567201" y="322134"/>
                  </a:lnTo>
                  <a:lnTo>
                    <a:pt x="5607924" y="362459"/>
                  </a:lnTo>
                  <a:lnTo>
                    <a:pt x="5648252" y="406182"/>
                  </a:lnTo>
                  <a:lnTo>
                    <a:pt x="5688492" y="453369"/>
                  </a:lnTo>
                  <a:lnTo>
                    <a:pt x="5728874" y="504009"/>
                  </a:lnTo>
                  <a:lnTo>
                    <a:pt x="5769558" y="558008"/>
                  </a:lnTo>
                  <a:lnTo>
                    <a:pt x="5810642" y="615179"/>
                  </a:lnTo>
                  <a:lnTo>
                    <a:pt x="5852170" y="675241"/>
                  </a:lnTo>
                  <a:lnTo>
                    <a:pt x="5894134" y="737819"/>
                  </a:lnTo>
                  <a:lnTo>
                    <a:pt x="5936485" y="802451"/>
                  </a:lnTo>
                  <a:lnTo>
                    <a:pt x="5979137" y="868602"/>
                  </a:lnTo>
                  <a:lnTo>
                    <a:pt x="6021978" y="935675"/>
                  </a:lnTo>
                  <a:lnTo>
                    <a:pt x="6064879" y="1003042"/>
                  </a:lnTo>
                  <a:lnTo>
                    <a:pt x="6107709" y="1070059"/>
                  </a:lnTo>
                  <a:lnTo>
                    <a:pt x="6150338" y="1136100"/>
                  </a:lnTo>
                  <a:lnTo>
                    <a:pt x="6192658" y="1200572"/>
                  </a:lnTo>
                  <a:lnTo>
                    <a:pt x="6234586" y="1262947"/>
                  </a:lnTo>
                  <a:lnTo>
                    <a:pt x="6276074" y="1322769"/>
                  </a:lnTo>
                  <a:lnTo>
                    <a:pt x="6317121" y="1379671"/>
                  </a:lnTo>
                  <a:lnTo>
                    <a:pt x="6357773" y="1433381"/>
                  </a:lnTo>
                  <a:lnTo>
                    <a:pt x="6398135" y="1483721"/>
                  </a:lnTo>
                  <a:lnTo>
                    <a:pt x="6438373" y="1530603"/>
                  </a:lnTo>
                  <a:lnTo>
                    <a:pt x="6478722" y="1574024"/>
                  </a:lnTo>
                  <a:lnTo>
                    <a:pt x="6515891" y="1610674"/>
                  </a:lnTo>
                  <a:lnTo>
                    <a:pt x="6563436" y="1652718"/>
                  </a:lnTo>
                  <a:lnTo>
                    <a:pt x="6612651" y="1690433"/>
                  </a:lnTo>
                  <a:lnTo>
                    <a:pt x="6664344" y="1724054"/>
                  </a:lnTo>
                  <a:lnTo>
                    <a:pt x="6719415" y="1753972"/>
                  </a:lnTo>
                  <a:lnTo>
                    <a:pt x="6778779" y="1780620"/>
                  </a:lnTo>
                  <a:lnTo>
                    <a:pt x="6843275" y="1804413"/>
                  </a:lnTo>
                  <a:lnTo>
                    <a:pt x="6913570" y="1825709"/>
                  </a:lnTo>
                  <a:lnTo>
                    <a:pt x="6990005" y="1844794"/>
                  </a:lnTo>
                  <a:lnTo>
                    <a:pt x="7072412" y="1861870"/>
                  </a:lnTo>
                  <a:lnTo>
                    <a:pt x="7159899" y="1877054"/>
                  </a:lnTo>
                  <a:lnTo>
                    <a:pt x="7250634" y="1890388"/>
                  </a:lnTo>
                  <a:lnTo>
                    <a:pt x="7341743" y="1901852"/>
                  </a:lnTo>
                  <a:lnTo>
                    <a:pt x="7429400" y="1911400"/>
                  </a:lnTo>
                  <a:lnTo>
                    <a:pt x="7509229" y="1919004"/>
                  </a:lnTo>
                  <a:lnTo>
                    <a:pt x="7577025" y="1924701"/>
                  </a:lnTo>
                  <a:lnTo>
                    <a:pt x="7629641" y="1928631"/>
                  </a:lnTo>
                  <a:lnTo>
                    <a:pt x="7665785" y="1931045"/>
                  </a:lnTo>
                  <a:lnTo>
                    <a:pt x="7686448" y="1932285"/>
                  </a:lnTo>
                  <a:lnTo>
                    <a:pt x="7694869" y="1932741"/>
                  </a:lnTo>
                  <a:lnTo>
                    <a:pt x="7696237" y="1932809"/>
                  </a:lnTo>
                  <a:lnTo>
                    <a:pt x="7696237" y="1932809"/>
                  </a:lnTo>
                  <a:lnTo>
                    <a:pt x="8234974" y="1932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8" name="pl1258"/>
            <p:cNvSpPr/>
            <p:nvPr/>
          </p:nvSpPr>
          <p:spPr>
            <a:xfrm>
              <a:off x="546595" y="1719584"/>
              <a:ext cx="8234974" cy="2482707"/>
            </a:xfrm>
            <a:custGeom>
              <a:avLst/>
              <a:pathLst>
                <a:path w="8234974" h="2482707">
                  <a:moveTo>
                    <a:pt x="8234974" y="1932809"/>
                  </a:moveTo>
                  <a:lnTo>
                    <a:pt x="7696237" y="1932809"/>
                  </a:lnTo>
                  <a:lnTo>
                    <a:pt x="7695001" y="1932748"/>
                  </a:lnTo>
                  <a:lnTo>
                    <a:pt x="7686929" y="1932312"/>
                  </a:lnTo>
                  <a:lnTo>
                    <a:pt x="7666767" y="1931107"/>
                  </a:lnTo>
                  <a:lnTo>
                    <a:pt x="7631200" y="1928741"/>
                  </a:lnTo>
                  <a:lnTo>
                    <a:pt x="7579158" y="1924869"/>
                  </a:lnTo>
                  <a:lnTo>
                    <a:pt x="7511854" y="1919237"/>
                  </a:lnTo>
                  <a:lnTo>
                    <a:pt x="7432383" y="1911702"/>
                  </a:lnTo>
                  <a:lnTo>
                    <a:pt x="7344926" y="1902222"/>
                  </a:lnTo>
                  <a:lnTo>
                    <a:pt x="7253869" y="1890826"/>
                  </a:lnTo>
                  <a:lnTo>
                    <a:pt x="7163065" y="1877557"/>
                  </a:lnTo>
                  <a:lnTo>
                    <a:pt x="7075427" y="1862438"/>
                  </a:lnTo>
                  <a:lnTo>
                    <a:pt x="6992820" y="1845431"/>
                  </a:lnTo>
                  <a:lnTo>
                    <a:pt x="6916167" y="1826420"/>
                  </a:lnTo>
                  <a:lnTo>
                    <a:pt x="6845659" y="1805206"/>
                  </a:lnTo>
                  <a:lnTo>
                    <a:pt x="6780967" y="1781508"/>
                  </a:lnTo>
                  <a:lnTo>
                    <a:pt x="6721436" y="1754967"/>
                  </a:lnTo>
                  <a:lnTo>
                    <a:pt x="6666228" y="1725173"/>
                  </a:lnTo>
                  <a:lnTo>
                    <a:pt x="6614431" y="1691689"/>
                  </a:lnTo>
                  <a:lnTo>
                    <a:pt x="6565143" y="1654125"/>
                  </a:lnTo>
                  <a:lnTo>
                    <a:pt x="6517551" y="1612235"/>
                  </a:lnTo>
                  <a:lnTo>
                    <a:pt x="6515891" y="1610674"/>
                  </a:lnTo>
                  <a:lnTo>
                    <a:pt x="6475169" y="1570350"/>
                  </a:lnTo>
                  <a:lnTo>
                    <a:pt x="6434841" y="1526627"/>
                  </a:lnTo>
                  <a:lnTo>
                    <a:pt x="6394600" y="1479440"/>
                  </a:lnTo>
                  <a:lnTo>
                    <a:pt x="6354218" y="1428800"/>
                  </a:lnTo>
                  <a:lnTo>
                    <a:pt x="6313535" y="1374801"/>
                  </a:lnTo>
                  <a:lnTo>
                    <a:pt x="6272450" y="1317630"/>
                  </a:lnTo>
                  <a:lnTo>
                    <a:pt x="6230923" y="1257568"/>
                  </a:lnTo>
                  <a:lnTo>
                    <a:pt x="6188958" y="1194990"/>
                  </a:lnTo>
                  <a:lnTo>
                    <a:pt x="6146607" y="1130357"/>
                  </a:lnTo>
                  <a:lnTo>
                    <a:pt x="6103955" y="1064207"/>
                  </a:lnTo>
                  <a:lnTo>
                    <a:pt x="6061115" y="997133"/>
                  </a:lnTo>
                  <a:lnTo>
                    <a:pt x="6018213" y="929767"/>
                  </a:lnTo>
                  <a:lnTo>
                    <a:pt x="5975384" y="862749"/>
                  </a:lnTo>
                  <a:lnTo>
                    <a:pt x="5932754" y="796709"/>
                  </a:lnTo>
                  <a:lnTo>
                    <a:pt x="5890434" y="732236"/>
                  </a:lnTo>
                  <a:lnTo>
                    <a:pt x="5848507" y="669862"/>
                  </a:lnTo>
                  <a:lnTo>
                    <a:pt x="5807018" y="610040"/>
                  </a:lnTo>
                  <a:lnTo>
                    <a:pt x="5765972" y="553137"/>
                  </a:lnTo>
                  <a:lnTo>
                    <a:pt x="5725319" y="499427"/>
                  </a:lnTo>
                  <a:lnTo>
                    <a:pt x="5684957" y="449088"/>
                  </a:lnTo>
                  <a:lnTo>
                    <a:pt x="5644719" y="402206"/>
                  </a:lnTo>
                  <a:lnTo>
                    <a:pt x="5604370" y="358785"/>
                  </a:lnTo>
                  <a:lnTo>
                    <a:pt x="5567201" y="322134"/>
                  </a:lnTo>
                  <a:lnTo>
                    <a:pt x="5519656" y="280091"/>
                  </a:lnTo>
                  <a:lnTo>
                    <a:pt x="5470441" y="242376"/>
                  </a:lnTo>
                  <a:lnTo>
                    <a:pt x="5418749" y="208754"/>
                  </a:lnTo>
                  <a:lnTo>
                    <a:pt x="5363677" y="178837"/>
                  </a:lnTo>
                  <a:lnTo>
                    <a:pt x="5304314" y="152189"/>
                  </a:lnTo>
                  <a:lnTo>
                    <a:pt x="5239817" y="128396"/>
                  </a:lnTo>
                  <a:lnTo>
                    <a:pt x="5169522" y="107100"/>
                  </a:lnTo>
                  <a:lnTo>
                    <a:pt x="5093088" y="88015"/>
                  </a:lnTo>
                  <a:lnTo>
                    <a:pt x="5010680" y="70939"/>
                  </a:lnTo>
                  <a:lnTo>
                    <a:pt x="4923194" y="55754"/>
                  </a:lnTo>
                  <a:lnTo>
                    <a:pt x="4832459" y="42421"/>
                  </a:lnTo>
                  <a:lnTo>
                    <a:pt x="4741349" y="30957"/>
                  </a:lnTo>
                  <a:lnTo>
                    <a:pt x="4653692" y="21409"/>
                  </a:lnTo>
                  <a:lnTo>
                    <a:pt x="4573863" y="13805"/>
                  </a:lnTo>
                  <a:lnTo>
                    <a:pt x="4506068" y="8108"/>
                  </a:lnTo>
                  <a:lnTo>
                    <a:pt x="4453452" y="4177"/>
                  </a:lnTo>
                  <a:lnTo>
                    <a:pt x="4417307" y="1763"/>
                  </a:lnTo>
                  <a:lnTo>
                    <a:pt x="4396645" y="524"/>
                  </a:lnTo>
                  <a:lnTo>
                    <a:pt x="4388224" y="67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2" y="75"/>
                  </a:lnTo>
                  <a:lnTo>
                    <a:pt x="3839100" y="617"/>
                  </a:lnTo>
                  <a:lnTo>
                    <a:pt x="3819543" y="2114"/>
                  </a:lnTo>
                  <a:lnTo>
                    <a:pt x="3784986" y="5055"/>
                  </a:lnTo>
                  <a:lnTo>
                    <a:pt x="3734306" y="9870"/>
                  </a:lnTo>
                  <a:lnTo>
                    <a:pt x="3668575" y="16883"/>
                  </a:lnTo>
                  <a:lnTo>
                    <a:pt x="3590698" y="26281"/>
                  </a:lnTo>
                  <a:lnTo>
                    <a:pt x="3504679" y="38122"/>
                  </a:lnTo>
                  <a:lnTo>
                    <a:pt x="3414775" y="52376"/>
                  </a:lnTo>
                  <a:lnTo>
                    <a:pt x="3324785" y="68987"/>
                  </a:lnTo>
                  <a:lnTo>
                    <a:pt x="3237632" y="87924"/>
                  </a:lnTo>
                  <a:lnTo>
                    <a:pt x="3155234" y="109222"/>
                  </a:lnTo>
                  <a:lnTo>
                    <a:pt x="3078589" y="133013"/>
                  </a:lnTo>
                  <a:lnTo>
                    <a:pt x="3007965" y="159529"/>
                  </a:lnTo>
                  <a:lnTo>
                    <a:pt x="2943106" y="189107"/>
                  </a:lnTo>
                  <a:lnTo>
                    <a:pt x="2883416" y="222175"/>
                  </a:lnTo>
                  <a:lnTo>
                    <a:pt x="2828106" y="259239"/>
                  </a:lnTo>
                  <a:lnTo>
                    <a:pt x="2776302" y="300836"/>
                  </a:lnTo>
                  <a:lnTo>
                    <a:pt x="2727121" y="347474"/>
                  </a:lnTo>
                  <a:lnTo>
                    <a:pt x="2679752" y="399509"/>
                  </a:lnTo>
                  <a:lnTo>
                    <a:pt x="2667772" y="413784"/>
                  </a:lnTo>
                  <a:lnTo>
                    <a:pt x="2630457" y="461055"/>
                  </a:lnTo>
                  <a:lnTo>
                    <a:pt x="2593497" y="511979"/>
                  </a:lnTo>
                  <a:lnTo>
                    <a:pt x="2556648" y="566629"/>
                  </a:lnTo>
                  <a:lnTo>
                    <a:pt x="2519722" y="625012"/>
                  </a:lnTo>
                  <a:lnTo>
                    <a:pt x="2482582" y="687061"/>
                  </a:lnTo>
                  <a:lnTo>
                    <a:pt x="2445134" y="752624"/>
                  </a:lnTo>
                  <a:lnTo>
                    <a:pt x="2407326" y="821470"/>
                  </a:lnTo>
                  <a:lnTo>
                    <a:pt x="2369143" y="893278"/>
                  </a:lnTo>
                  <a:lnTo>
                    <a:pt x="2330604" y="967645"/>
                  </a:lnTo>
                  <a:lnTo>
                    <a:pt x="2291754" y="1044094"/>
                  </a:lnTo>
                  <a:lnTo>
                    <a:pt x="2252666" y="1122080"/>
                  </a:lnTo>
                  <a:lnTo>
                    <a:pt x="2213427" y="1201012"/>
                  </a:lnTo>
                  <a:lnTo>
                    <a:pt x="2174135" y="1280268"/>
                  </a:lnTo>
                  <a:lnTo>
                    <a:pt x="2134894" y="1359211"/>
                  </a:lnTo>
                  <a:lnTo>
                    <a:pt x="2095802" y="1437220"/>
                  </a:lnTo>
                  <a:lnTo>
                    <a:pt x="2056948" y="1513701"/>
                  </a:lnTo>
                  <a:lnTo>
                    <a:pt x="2018403" y="1588110"/>
                  </a:lnTo>
                  <a:lnTo>
                    <a:pt x="1980213" y="1659968"/>
                  </a:lnTo>
                  <a:lnTo>
                    <a:pt x="1942398" y="1728870"/>
                  </a:lnTo>
                  <a:lnTo>
                    <a:pt x="1904944" y="1794496"/>
                  </a:lnTo>
                  <a:lnTo>
                    <a:pt x="1867799" y="1856609"/>
                  </a:lnTo>
                  <a:lnTo>
                    <a:pt x="1830870" y="1915059"/>
                  </a:lnTo>
                  <a:lnTo>
                    <a:pt x="1794022" y="1969776"/>
                  </a:lnTo>
                  <a:lnTo>
                    <a:pt x="1757066" y="2020767"/>
                  </a:lnTo>
                  <a:lnTo>
                    <a:pt x="1719759" y="2068103"/>
                  </a:lnTo>
                  <a:lnTo>
                    <a:pt x="1719082" y="2068922"/>
                  </a:lnTo>
                  <a:lnTo>
                    <a:pt x="1672066" y="2122367"/>
                  </a:lnTo>
                  <a:lnTo>
                    <a:pt x="1623424" y="2170369"/>
                  </a:lnTo>
                  <a:lnTo>
                    <a:pt x="1572378" y="2213219"/>
                  </a:lnTo>
                  <a:lnTo>
                    <a:pt x="1518055" y="2251397"/>
                  </a:lnTo>
                  <a:lnTo>
                    <a:pt x="1459573" y="2285443"/>
                  </a:lnTo>
                  <a:lnTo>
                    <a:pt x="1396110" y="2315875"/>
                  </a:lnTo>
                  <a:lnTo>
                    <a:pt x="1327011" y="2343143"/>
                  </a:lnTo>
                  <a:lnTo>
                    <a:pt x="1251914" y="2367608"/>
                  </a:lnTo>
                  <a:lnTo>
                    <a:pt x="1170934" y="2389531"/>
                  </a:lnTo>
                  <a:lnTo>
                    <a:pt x="1084861" y="2409069"/>
                  </a:lnTo>
                  <a:lnTo>
                    <a:pt x="995362" y="2426279"/>
                  </a:lnTo>
                  <a:lnTo>
                    <a:pt x="905103" y="2441145"/>
                  </a:lnTo>
                  <a:lnTo>
                    <a:pt x="817685" y="2453612"/>
                  </a:lnTo>
                  <a:lnTo>
                    <a:pt x="737306" y="2463637"/>
                  </a:lnTo>
                  <a:lnTo>
                    <a:pt x="668114" y="2471252"/>
                  </a:lnTo>
                  <a:lnTo>
                    <a:pt x="613375" y="2476607"/>
                  </a:lnTo>
                  <a:lnTo>
                    <a:pt x="574686" y="2479992"/>
                  </a:lnTo>
                  <a:lnTo>
                    <a:pt x="551500" y="2481816"/>
                  </a:lnTo>
                  <a:lnTo>
                    <a:pt x="541078" y="2482556"/>
                  </a:lnTo>
                  <a:lnTo>
                    <a:pt x="538757" y="2482706"/>
                  </a:lnTo>
                  <a:lnTo>
                    <a:pt x="538736" y="2482707"/>
                  </a:lnTo>
                  <a:lnTo>
                    <a:pt x="0" y="2482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9" name="pg1259"/>
            <p:cNvSpPr/>
            <p:nvPr/>
          </p:nvSpPr>
          <p:spPr>
            <a:xfrm>
              <a:off x="546595" y="461896"/>
              <a:ext cx="8234974" cy="4431850"/>
            </a:xfrm>
            <a:custGeom>
              <a:avLst/>
              <a:pathLst>
                <a:path w="8234974" h="4431850">
                  <a:moveTo>
                    <a:pt x="0" y="3930953"/>
                  </a:moveTo>
                  <a:lnTo>
                    <a:pt x="538736" y="3930953"/>
                  </a:lnTo>
                  <a:lnTo>
                    <a:pt x="540034" y="3930970"/>
                  </a:lnTo>
                  <a:lnTo>
                    <a:pt x="548503" y="3931089"/>
                  </a:lnTo>
                  <a:lnTo>
                    <a:pt x="569616" y="3931417"/>
                  </a:lnTo>
                  <a:lnTo>
                    <a:pt x="606765" y="3932062"/>
                  </a:lnTo>
                  <a:lnTo>
                    <a:pt x="660931" y="3933116"/>
                  </a:lnTo>
                  <a:lnTo>
                    <a:pt x="730666" y="3934645"/>
                  </a:lnTo>
                  <a:lnTo>
                    <a:pt x="812579" y="3936687"/>
                  </a:lnTo>
                  <a:lnTo>
                    <a:pt x="902207" y="3939249"/>
                  </a:lnTo>
                  <a:lnTo>
                    <a:pt x="994977" y="3942324"/>
                  </a:lnTo>
                  <a:lnTo>
                    <a:pt x="1086963" y="3945899"/>
                  </a:lnTo>
                  <a:lnTo>
                    <a:pt x="1175279" y="3949970"/>
                  </a:lnTo>
                  <a:lnTo>
                    <a:pt x="1258151" y="3954551"/>
                  </a:lnTo>
                  <a:lnTo>
                    <a:pt x="1334774" y="3959678"/>
                  </a:lnTo>
                  <a:lnTo>
                    <a:pt x="1405082" y="3965410"/>
                  </a:lnTo>
                  <a:lnTo>
                    <a:pt x="1469512" y="3971829"/>
                  </a:lnTo>
                  <a:lnTo>
                    <a:pt x="1528813" y="3979036"/>
                  </a:lnTo>
                  <a:lnTo>
                    <a:pt x="1583893" y="3987147"/>
                  </a:lnTo>
                  <a:lnTo>
                    <a:pt x="1635719" y="3996278"/>
                  </a:lnTo>
                  <a:lnTo>
                    <a:pt x="1685219" y="4006529"/>
                  </a:lnTo>
                  <a:lnTo>
                    <a:pt x="1719082" y="4014436"/>
                  </a:lnTo>
                  <a:lnTo>
                    <a:pt x="1770368" y="4027762"/>
                  </a:lnTo>
                  <a:lnTo>
                    <a:pt x="1821160" y="4042497"/>
                  </a:lnTo>
                  <a:lnTo>
                    <a:pt x="1872012" y="4058660"/>
                  </a:lnTo>
                  <a:lnTo>
                    <a:pt x="1923293" y="4076218"/>
                  </a:lnTo>
                  <a:lnTo>
                    <a:pt x="1975211" y="4095078"/>
                  </a:lnTo>
                  <a:lnTo>
                    <a:pt x="2027836" y="4115084"/>
                  </a:lnTo>
                  <a:lnTo>
                    <a:pt x="2081115" y="4136022"/>
                  </a:lnTo>
                  <a:lnTo>
                    <a:pt x="2134897" y="4157625"/>
                  </a:lnTo>
                  <a:lnTo>
                    <a:pt x="2188961" y="4179584"/>
                  </a:lnTo>
                  <a:lnTo>
                    <a:pt x="2243047" y="4201571"/>
                  </a:lnTo>
                  <a:lnTo>
                    <a:pt x="2296893" y="4223254"/>
                  </a:lnTo>
                  <a:lnTo>
                    <a:pt x="2350267" y="4244321"/>
                  </a:lnTo>
                  <a:lnTo>
                    <a:pt x="2403007" y="4264498"/>
                  </a:lnTo>
                  <a:lnTo>
                    <a:pt x="2455041" y="4283559"/>
                  </a:lnTo>
                  <a:lnTo>
                    <a:pt x="2506416" y="4301340"/>
                  </a:lnTo>
                  <a:lnTo>
                    <a:pt x="2557318" y="4317737"/>
                  </a:lnTo>
                  <a:lnTo>
                    <a:pt x="2608087" y="4332708"/>
                  </a:lnTo>
                  <a:lnTo>
                    <a:pt x="2659244" y="4346263"/>
                  </a:lnTo>
                  <a:lnTo>
                    <a:pt x="2667772" y="4348367"/>
                  </a:lnTo>
                  <a:lnTo>
                    <a:pt x="2716131" y="4359437"/>
                  </a:lnTo>
                  <a:lnTo>
                    <a:pt x="2766229" y="4369348"/>
                  </a:lnTo>
                  <a:lnTo>
                    <a:pt x="2818920" y="4378165"/>
                  </a:lnTo>
                  <a:lnTo>
                    <a:pt x="2875153" y="4385995"/>
                  </a:lnTo>
                  <a:lnTo>
                    <a:pt x="2935886" y="4392956"/>
                  </a:lnTo>
                  <a:lnTo>
                    <a:pt x="3001992" y="4399162"/>
                  </a:lnTo>
                  <a:lnTo>
                    <a:pt x="3074146" y="4404707"/>
                  </a:lnTo>
                  <a:lnTo>
                    <a:pt x="3152659" y="4409667"/>
                  </a:lnTo>
                  <a:lnTo>
                    <a:pt x="3237270" y="4414094"/>
                  </a:lnTo>
                  <a:lnTo>
                    <a:pt x="3326909" y="4418017"/>
                  </a:lnTo>
                  <a:lnTo>
                    <a:pt x="3419479" y="4421444"/>
                  </a:lnTo>
                  <a:lnTo>
                    <a:pt x="3511767" y="4424368"/>
                  </a:lnTo>
                  <a:lnTo>
                    <a:pt x="3599595" y="4426777"/>
                  </a:lnTo>
                  <a:lnTo>
                    <a:pt x="3678332" y="4428665"/>
                  </a:lnTo>
                  <a:lnTo>
                    <a:pt x="3743728" y="4430048"/>
                  </a:lnTo>
                  <a:lnTo>
                    <a:pt x="3792891" y="4430972"/>
                  </a:lnTo>
                  <a:lnTo>
                    <a:pt x="3825067" y="4431512"/>
                  </a:lnTo>
                  <a:lnTo>
                    <a:pt x="3841973" y="4431767"/>
                  </a:lnTo>
                  <a:lnTo>
                    <a:pt x="3847659" y="4431845"/>
                  </a:lnTo>
                  <a:lnTo>
                    <a:pt x="3848118" y="4431850"/>
                  </a:lnTo>
                  <a:lnTo>
                    <a:pt x="4386855" y="4431850"/>
                  </a:lnTo>
                  <a:lnTo>
                    <a:pt x="4387749" y="4431750"/>
                  </a:lnTo>
                  <a:lnTo>
                    <a:pt x="4393629" y="4431036"/>
                  </a:lnTo>
                  <a:lnTo>
                    <a:pt x="4408471" y="4429061"/>
                  </a:lnTo>
                  <a:lnTo>
                    <a:pt x="4435050" y="4425172"/>
                  </a:lnTo>
                  <a:lnTo>
                    <a:pt x="4474747" y="4418765"/>
                  </a:lnTo>
                  <a:lnTo>
                    <a:pt x="4527442" y="4409340"/>
                  </a:lnTo>
                  <a:lnTo>
                    <a:pt x="4591619" y="4396555"/>
                  </a:lnTo>
                  <a:lnTo>
                    <a:pt x="4664721" y="4380233"/>
                  </a:lnTo>
                  <a:lnTo>
                    <a:pt x="4743640" y="4360340"/>
                  </a:lnTo>
                  <a:lnTo>
                    <a:pt x="4825235" y="4336929"/>
                  </a:lnTo>
                  <a:lnTo>
                    <a:pt x="4906735" y="4310078"/>
                  </a:lnTo>
                  <a:lnTo>
                    <a:pt x="4985973" y="4279829"/>
                  </a:lnTo>
                  <a:lnTo>
                    <a:pt x="5061463" y="4246142"/>
                  </a:lnTo>
                  <a:lnTo>
                    <a:pt x="5132354" y="4208870"/>
                  </a:lnTo>
                  <a:lnTo>
                    <a:pt x="5198315" y="4167743"/>
                  </a:lnTo>
                  <a:lnTo>
                    <a:pt x="5259415" y="4122364"/>
                  </a:lnTo>
                  <a:lnTo>
                    <a:pt x="5315997" y="4072219"/>
                  </a:lnTo>
                  <a:lnTo>
                    <a:pt x="5368580" y="4016691"/>
                  </a:lnTo>
                  <a:lnTo>
                    <a:pt x="5417781" y="3955089"/>
                  </a:lnTo>
                  <a:lnTo>
                    <a:pt x="5464259" y="3886697"/>
                  </a:lnTo>
                  <a:lnTo>
                    <a:pt x="5508663" y="3810858"/>
                  </a:lnTo>
                  <a:lnTo>
                    <a:pt x="5551594" y="3727116"/>
                  </a:lnTo>
                  <a:lnTo>
                    <a:pt x="5567201" y="3694116"/>
                  </a:lnTo>
                  <a:lnTo>
                    <a:pt x="5596515" y="3628542"/>
                  </a:lnTo>
                  <a:lnTo>
                    <a:pt x="5625574" y="3558983"/>
                  </a:lnTo>
                  <a:lnTo>
                    <a:pt x="5654506" y="3485359"/>
                  </a:lnTo>
                  <a:lnTo>
                    <a:pt x="5683415" y="3407633"/>
                  </a:lnTo>
                  <a:lnTo>
                    <a:pt x="5712386" y="3325813"/>
                  </a:lnTo>
                  <a:lnTo>
                    <a:pt x="5741484" y="3239959"/>
                  </a:lnTo>
                  <a:lnTo>
                    <a:pt x="5770759" y="3150188"/>
                  </a:lnTo>
                  <a:lnTo>
                    <a:pt x="5800242" y="3056670"/>
                  </a:lnTo>
                  <a:lnTo>
                    <a:pt x="5829952" y="2959635"/>
                  </a:lnTo>
                  <a:lnTo>
                    <a:pt x="5859894" y="2859371"/>
                  </a:lnTo>
                  <a:lnTo>
                    <a:pt x="5890058" y="2756222"/>
                  </a:lnTo>
                  <a:lnTo>
                    <a:pt x="5920427" y="2650584"/>
                  </a:lnTo>
                  <a:lnTo>
                    <a:pt x="5950970" y="2542898"/>
                  </a:lnTo>
                  <a:lnTo>
                    <a:pt x="5981650" y="2433649"/>
                  </a:lnTo>
                  <a:lnTo>
                    <a:pt x="6012424" y="2323350"/>
                  </a:lnTo>
                  <a:lnTo>
                    <a:pt x="6043245" y="2212535"/>
                  </a:lnTo>
                  <a:lnTo>
                    <a:pt x="6074064" y="2101750"/>
                  </a:lnTo>
                  <a:lnTo>
                    <a:pt x="6104830" y="1991541"/>
                  </a:lnTo>
                  <a:lnTo>
                    <a:pt x="6135497" y="1882439"/>
                  </a:lnTo>
                  <a:lnTo>
                    <a:pt x="6166023" y="1774957"/>
                  </a:lnTo>
                  <a:lnTo>
                    <a:pt x="6196370" y="1669571"/>
                  </a:lnTo>
                  <a:lnTo>
                    <a:pt x="6226511" y="1566722"/>
                  </a:lnTo>
                  <a:lnTo>
                    <a:pt x="6256427" y="1466798"/>
                  </a:lnTo>
                  <a:lnTo>
                    <a:pt x="6286112" y="1370138"/>
                  </a:lnTo>
                  <a:lnTo>
                    <a:pt x="6315571" y="1277023"/>
                  </a:lnTo>
                  <a:lnTo>
                    <a:pt x="6344824" y="1187676"/>
                  </a:lnTo>
                  <a:lnTo>
                    <a:pt x="6373905" y="1102263"/>
                  </a:lnTo>
                  <a:lnTo>
                    <a:pt x="6402866" y="1020892"/>
                  </a:lnTo>
                  <a:lnTo>
                    <a:pt x="6431773" y="943618"/>
                  </a:lnTo>
                  <a:lnTo>
                    <a:pt x="6460713" y="870445"/>
                  </a:lnTo>
                  <a:lnTo>
                    <a:pt x="6489794" y="801330"/>
                  </a:lnTo>
                  <a:lnTo>
                    <a:pt x="6515891" y="743178"/>
                  </a:lnTo>
                  <a:lnTo>
                    <a:pt x="6558409" y="656473"/>
                  </a:lnTo>
                  <a:lnTo>
                    <a:pt x="6602203" y="577748"/>
                  </a:lnTo>
                  <a:lnTo>
                    <a:pt x="6647840" y="506671"/>
                  </a:lnTo>
                  <a:lnTo>
                    <a:pt x="6695956" y="442640"/>
                  </a:lnTo>
                  <a:lnTo>
                    <a:pt x="6747213" y="384949"/>
                  </a:lnTo>
                  <a:lnTo>
                    <a:pt x="6802249" y="332890"/>
                  </a:lnTo>
                  <a:lnTo>
                    <a:pt x="6861627" y="285814"/>
                  </a:lnTo>
                  <a:lnTo>
                    <a:pt x="6925766" y="243167"/>
                  </a:lnTo>
                  <a:lnTo>
                    <a:pt x="6994848" y="204507"/>
                  </a:lnTo>
                  <a:lnTo>
                    <a:pt x="7068705" y="169518"/>
                  </a:lnTo>
                  <a:lnTo>
                    <a:pt x="7146695" y="138007"/>
                  </a:lnTo>
                  <a:lnTo>
                    <a:pt x="7227575" y="109898"/>
                  </a:lnTo>
                  <a:lnTo>
                    <a:pt x="7309429" y="85207"/>
                  </a:lnTo>
                  <a:lnTo>
                    <a:pt x="7389691" y="64004"/>
                  </a:lnTo>
                  <a:lnTo>
                    <a:pt x="7465318" y="46359"/>
                  </a:lnTo>
                  <a:lnTo>
                    <a:pt x="7533135" y="32279"/>
                  </a:lnTo>
                  <a:lnTo>
                    <a:pt x="7590318" y="21642"/>
                  </a:lnTo>
                  <a:lnTo>
                    <a:pt x="7634916" y="14169"/>
                  </a:lnTo>
                  <a:lnTo>
                    <a:pt x="7666265" y="9415"/>
                  </a:lnTo>
                  <a:lnTo>
                    <a:pt x="7685195" y="6807"/>
                  </a:lnTo>
                  <a:lnTo>
                    <a:pt x="7693986" y="570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4" y="100"/>
                  </a:lnTo>
                  <a:lnTo>
                    <a:pt x="7689464" y="814"/>
                  </a:lnTo>
                  <a:lnTo>
                    <a:pt x="7674622" y="2789"/>
                  </a:lnTo>
                  <a:lnTo>
                    <a:pt x="7648043" y="6677"/>
                  </a:lnTo>
                  <a:lnTo>
                    <a:pt x="7608345" y="13085"/>
                  </a:lnTo>
                  <a:lnTo>
                    <a:pt x="7555651" y="22510"/>
                  </a:lnTo>
                  <a:lnTo>
                    <a:pt x="7491473" y="35295"/>
                  </a:lnTo>
                  <a:lnTo>
                    <a:pt x="7418372" y="51617"/>
                  </a:lnTo>
                  <a:lnTo>
                    <a:pt x="7339452" y="71510"/>
                  </a:lnTo>
                  <a:lnTo>
                    <a:pt x="7257857" y="94920"/>
                  </a:lnTo>
                  <a:lnTo>
                    <a:pt x="7176358" y="121771"/>
                  </a:lnTo>
                  <a:lnTo>
                    <a:pt x="7097120" y="152021"/>
                  </a:lnTo>
                  <a:lnTo>
                    <a:pt x="7021629" y="185708"/>
                  </a:lnTo>
                  <a:lnTo>
                    <a:pt x="6950739" y="222979"/>
                  </a:lnTo>
                  <a:lnTo>
                    <a:pt x="6884777" y="264107"/>
                  </a:lnTo>
                  <a:lnTo>
                    <a:pt x="6823677" y="309486"/>
                  </a:lnTo>
                  <a:lnTo>
                    <a:pt x="6767095" y="359631"/>
                  </a:lnTo>
                  <a:lnTo>
                    <a:pt x="6714512" y="415158"/>
                  </a:lnTo>
                  <a:lnTo>
                    <a:pt x="6665311" y="476760"/>
                  </a:lnTo>
                  <a:lnTo>
                    <a:pt x="6618834" y="545153"/>
                  </a:lnTo>
                  <a:lnTo>
                    <a:pt x="6574429" y="620992"/>
                  </a:lnTo>
                  <a:lnTo>
                    <a:pt x="6531498" y="704734"/>
                  </a:lnTo>
                  <a:lnTo>
                    <a:pt x="6515891" y="737734"/>
                  </a:lnTo>
                  <a:lnTo>
                    <a:pt x="6486577" y="803308"/>
                  </a:lnTo>
                  <a:lnTo>
                    <a:pt x="6457518" y="872867"/>
                  </a:lnTo>
                  <a:lnTo>
                    <a:pt x="6428586" y="946490"/>
                  </a:lnTo>
                  <a:lnTo>
                    <a:pt x="6399677" y="1024217"/>
                  </a:lnTo>
                  <a:lnTo>
                    <a:pt x="6370706" y="1106037"/>
                  </a:lnTo>
                  <a:lnTo>
                    <a:pt x="6341608" y="1191890"/>
                  </a:lnTo>
                  <a:lnTo>
                    <a:pt x="6312334" y="1281662"/>
                  </a:lnTo>
                  <a:lnTo>
                    <a:pt x="6282851" y="1375180"/>
                  </a:lnTo>
                  <a:lnTo>
                    <a:pt x="6253140" y="1472215"/>
                  </a:lnTo>
                  <a:lnTo>
                    <a:pt x="6223199" y="1572479"/>
                  </a:lnTo>
                  <a:lnTo>
                    <a:pt x="6193034" y="1675628"/>
                  </a:lnTo>
                  <a:lnTo>
                    <a:pt x="6162666" y="1781266"/>
                  </a:lnTo>
                  <a:lnTo>
                    <a:pt x="6132123" y="1888951"/>
                  </a:lnTo>
                  <a:lnTo>
                    <a:pt x="6101443" y="1998201"/>
                  </a:lnTo>
                  <a:lnTo>
                    <a:pt x="6070668" y="2108500"/>
                  </a:lnTo>
                  <a:lnTo>
                    <a:pt x="6039847" y="2219315"/>
                  </a:lnTo>
                  <a:lnTo>
                    <a:pt x="6009029" y="2330100"/>
                  </a:lnTo>
                  <a:lnTo>
                    <a:pt x="5978262" y="2440309"/>
                  </a:lnTo>
                  <a:lnTo>
                    <a:pt x="5947595" y="2549411"/>
                  </a:lnTo>
                  <a:lnTo>
                    <a:pt x="5917070" y="2656893"/>
                  </a:lnTo>
                  <a:lnTo>
                    <a:pt x="5886723" y="2762278"/>
                  </a:lnTo>
                  <a:lnTo>
                    <a:pt x="5856582" y="2865128"/>
                  </a:lnTo>
                  <a:lnTo>
                    <a:pt x="5826666" y="2965052"/>
                  </a:lnTo>
                  <a:lnTo>
                    <a:pt x="5796981" y="3061712"/>
                  </a:lnTo>
                  <a:lnTo>
                    <a:pt x="5767522" y="3154827"/>
                  </a:lnTo>
                  <a:lnTo>
                    <a:pt x="5738269" y="3244174"/>
                  </a:lnTo>
                  <a:lnTo>
                    <a:pt x="5709187" y="3329587"/>
                  </a:lnTo>
                  <a:lnTo>
                    <a:pt x="5680227" y="3410958"/>
                  </a:lnTo>
                  <a:lnTo>
                    <a:pt x="5651320" y="3488232"/>
                  </a:lnTo>
                  <a:lnTo>
                    <a:pt x="5622379" y="3561405"/>
                  </a:lnTo>
                  <a:lnTo>
                    <a:pt x="5593299" y="3630520"/>
                  </a:lnTo>
                  <a:lnTo>
                    <a:pt x="5567201" y="3688671"/>
                  </a:lnTo>
                  <a:lnTo>
                    <a:pt x="5524684" y="3775377"/>
                  </a:lnTo>
                  <a:lnTo>
                    <a:pt x="5480889" y="3854102"/>
                  </a:lnTo>
                  <a:lnTo>
                    <a:pt x="5435252" y="3925179"/>
                  </a:lnTo>
                  <a:lnTo>
                    <a:pt x="5387136" y="3989210"/>
                  </a:lnTo>
                  <a:lnTo>
                    <a:pt x="5335879" y="4046901"/>
                  </a:lnTo>
                  <a:lnTo>
                    <a:pt x="5280843" y="4098960"/>
                  </a:lnTo>
                  <a:lnTo>
                    <a:pt x="5221465" y="4146036"/>
                  </a:lnTo>
                  <a:lnTo>
                    <a:pt x="5157327" y="4188683"/>
                  </a:lnTo>
                  <a:lnTo>
                    <a:pt x="5088245" y="4227343"/>
                  </a:lnTo>
                  <a:lnTo>
                    <a:pt x="5014387" y="4262332"/>
                  </a:lnTo>
                  <a:lnTo>
                    <a:pt x="4936397" y="4293842"/>
                  </a:lnTo>
                  <a:lnTo>
                    <a:pt x="4855518" y="4321952"/>
                  </a:lnTo>
                  <a:lnTo>
                    <a:pt x="4773664" y="4346643"/>
                  </a:lnTo>
                  <a:lnTo>
                    <a:pt x="4693402" y="4367846"/>
                  </a:lnTo>
                  <a:lnTo>
                    <a:pt x="4617774" y="4385490"/>
                  </a:lnTo>
                  <a:lnTo>
                    <a:pt x="4549957" y="4399571"/>
                  </a:lnTo>
                  <a:lnTo>
                    <a:pt x="4492774" y="4410208"/>
                  </a:lnTo>
                  <a:lnTo>
                    <a:pt x="4448177" y="4417681"/>
                  </a:lnTo>
                  <a:lnTo>
                    <a:pt x="4416827" y="4422435"/>
                  </a:lnTo>
                  <a:lnTo>
                    <a:pt x="4397898" y="4425043"/>
                  </a:lnTo>
                  <a:lnTo>
                    <a:pt x="4389107" y="4426147"/>
                  </a:lnTo>
                  <a:lnTo>
                    <a:pt x="4386855" y="4426406"/>
                  </a:lnTo>
                  <a:lnTo>
                    <a:pt x="3848118" y="4426406"/>
                  </a:lnTo>
                  <a:lnTo>
                    <a:pt x="3846820" y="4426389"/>
                  </a:lnTo>
                  <a:lnTo>
                    <a:pt x="3838352" y="4426270"/>
                  </a:lnTo>
                  <a:lnTo>
                    <a:pt x="3817238" y="4425942"/>
                  </a:lnTo>
                  <a:lnTo>
                    <a:pt x="3780090" y="4425297"/>
                  </a:lnTo>
                  <a:lnTo>
                    <a:pt x="3725924" y="4424243"/>
                  </a:lnTo>
                  <a:lnTo>
                    <a:pt x="3656188" y="4422714"/>
                  </a:lnTo>
                  <a:lnTo>
                    <a:pt x="3574275" y="4420672"/>
                  </a:lnTo>
                  <a:lnTo>
                    <a:pt x="3484648" y="4418110"/>
                  </a:lnTo>
                  <a:lnTo>
                    <a:pt x="3391877" y="4415035"/>
                  </a:lnTo>
                  <a:lnTo>
                    <a:pt x="3299891" y="4411460"/>
                  </a:lnTo>
                  <a:lnTo>
                    <a:pt x="3211575" y="4407389"/>
                  </a:lnTo>
                  <a:lnTo>
                    <a:pt x="3128703" y="4402808"/>
                  </a:lnTo>
                  <a:lnTo>
                    <a:pt x="3052080" y="4397681"/>
                  </a:lnTo>
                  <a:lnTo>
                    <a:pt x="2981773" y="4391949"/>
                  </a:lnTo>
                  <a:lnTo>
                    <a:pt x="2917342" y="4385530"/>
                  </a:lnTo>
                  <a:lnTo>
                    <a:pt x="2858042" y="4378323"/>
                  </a:lnTo>
                  <a:lnTo>
                    <a:pt x="2802961" y="4370212"/>
                  </a:lnTo>
                  <a:lnTo>
                    <a:pt x="2751136" y="4361081"/>
                  </a:lnTo>
                  <a:lnTo>
                    <a:pt x="2701636" y="4350830"/>
                  </a:lnTo>
                  <a:lnTo>
                    <a:pt x="2667772" y="4342923"/>
                  </a:lnTo>
                  <a:lnTo>
                    <a:pt x="2616486" y="4329597"/>
                  </a:lnTo>
                  <a:lnTo>
                    <a:pt x="2565694" y="4314862"/>
                  </a:lnTo>
                  <a:lnTo>
                    <a:pt x="2514843" y="4298699"/>
                  </a:lnTo>
                  <a:lnTo>
                    <a:pt x="2463562" y="4281141"/>
                  </a:lnTo>
                  <a:lnTo>
                    <a:pt x="2411643" y="4262281"/>
                  </a:lnTo>
                  <a:lnTo>
                    <a:pt x="2359018" y="4242275"/>
                  </a:lnTo>
                  <a:lnTo>
                    <a:pt x="2305739" y="4221337"/>
                  </a:lnTo>
                  <a:lnTo>
                    <a:pt x="2251957" y="4199734"/>
                  </a:lnTo>
                  <a:lnTo>
                    <a:pt x="2197893" y="4177775"/>
                  </a:lnTo>
                  <a:lnTo>
                    <a:pt x="2143807" y="4155788"/>
                  </a:lnTo>
                  <a:lnTo>
                    <a:pt x="2089962" y="4134105"/>
                  </a:lnTo>
                  <a:lnTo>
                    <a:pt x="2036587" y="4113038"/>
                  </a:lnTo>
                  <a:lnTo>
                    <a:pt x="1983848" y="4092861"/>
                  </a:lnTo>
                  <a:lnTo>
                    <a:pt x="1931814" y="4073800"/>
                  </a:lnTo>
                  <a:lnTo>
                    <a:pt x="1880438" y="4056019"/>
                  </a:lnTo>
                  <a:lnTo>
                    <a:pt x="1829537" y="4039622"/>
                  </a:lnTo>
                  <a:lnTo>
                    <a:pt x="1778768" y="4024651"/>
                  </a:lnTo>
                  <a:lnTo>
                    <a:pt x="1727610" y="4011096"/>
                  </a:lnTo>
                  <a:lnTo>
                    <a:pt x="1719082" y="4008992"/>
                  </a:lnTo>
                  <a:lnTo>
                    <a:pt x="1670724" y="3997922"/>
                  </a:lnTo>
                  <a:lnTo>
                    <a:pt x="1620625" y="3988011"/>
                  </a:lnTo>
                  <a:lnTo>
                    <a:pt x="1567934" y="3979194"/>
                  </a:lnTo>
                  <a:lnTo>
                    <a:pt x="1511701" y="3971364"/>
                  </a:lnTo>
                  <a:lnTo>
                    <a:pt x="1450969" y="3964402"/>
                  </a:lnTo>
                  <a:lnTo>
                    <a:pt x="1384862" y="3958197"/>
                  </a:lnTo>
                  <a:lnTo>
                    <a:pt x="1312708" y="3952652"/>
                  </a:lnTo>
                  <a:lnTo>
                    <a:pt x="1234195" y="3947692"/>
                  </a:lnTo>
                  <a:lnTo>
                    <a:pt x="1149585" y="3943265"/>
                  </a:lnTo>
                  <a:lnTo>
                    <a:pt x="1059946" y="3939342"/>
                  </a:lnTo>
                  <a:lnTo>
                    <a:pt x="967375" y="3935915"/>
                  </a:lnTo>
                  <a:lnTo>
                    <a:pt x="875087" y="3932991"/>
                  </a:lnTo>
                  <a:lnTo>
                    <a:pt x="787260" y="3930582"/>
                  </a:lnTo>
                  <a:lnTo>
                    <a:pt x="708523" y="3928694"/>
                  </a:lnTo>
                  <a:lnTo>
                    <a:pt x="643127" y="3927311"/>
                  </a:lnTo>
                  <a:lnTo>
                    <a:pt x="593964" y="3926387"/>
                  </a:lnTo>
                  <a:lnTo>
                    <a:pt x="561788" y="3925847"/>
                  </a:lnTo>
                  <a:lnTo>
                    <a:pt x="544881" y="3925592"/>
                  </a:lnTo>
                  <a:lnTo>
                    <a:pt x="539196" y="3925514"/>
                  </a:lnTo>
                  <a:lnTo>
                    <a:pt x="538736" y="3925509"/>
                  </a:lnTo>
                  <a:lnTo>
                    <a:pt x="0" y="3925509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60" name="pl1260"/>
            <p:cNvSpPr/>
            <p:nvPr/>
          </p:nvSpPr>
          <p:spPr>
            <a:xfrm>
              <a:off x="546595" y="467341"/>
              <a:ext cx="8234974" cy="4426406"/>
            </a:xfrm>
            <a:custGeom>
              <a:avLst/>
              <a:pathLst>
                <a:path w="8234974" h="4426406">
                  <a:moveTo>
                    <a:pt x="0" y="3925509"/>
                  </a:moveTo>
                  <a:lnTo>
                    <a:pt x="538736" y="3925509"/>
                  </a:lnTo>
                  <a:lnTo>
                    <a:pt x="540034" y="3925525"/>
                  </a:lnTo>
                  <a:lnTo>
                    <a:pt x="548503" y="3925644"/>
                  </a:lnTo>
                  <a:lnTo>
                    <a:pt x="569616" y="3925973"/>
                  </a:lnTo>
                  <a:lnTo>
                    <a:pt x="606765" y="3926618"/>
                  </a:lnTo>
                  <a:lnTo>
                    <a:pt x="660931" y="3927671"/>
                  </a:lnTo>
                  <a:lnTo>
                    <a:pt x="730666" y="3929201"/>
                  </a:lnTo>
                  <a:lnTo>
                    <a:pt x="812579" y="3931242"/>
                  </a:lnTo>
                  <a:lnTo>
                    <a:pt x="902207" y="3933805"/>
                  </a:lnTo>
                  <a:lnTo>
                    <a:pt x="994977" y="3936879"/>
                  </a:lnTo>
                  <a:lnTo>
                    <a:pt x="1086963" y="3940454"/>
                  </a:lnTo>
                  <a:lnTo>
                    <a:pt x="1175279" y="3944525"/>
                  </a:lnTo>
                  <a:lnTo>
                    <a:pt x="1258151" y="3949106"/>
                  </a:lnTo>
                  <a:lnTo>
                    <a:pt x="1334774" y="3954233"/>
                  </a:lnTo>
                  <a:lnTo>
                    <a:pt x="1405082" y="3959965"/>
                  </a:lnTo>
                  <a:lnTo>
                    <a:pt x="1469512" y="3966384"/>
                  </a:lnTo>
                  <a:lnTo>
                    <a:pt x="1528813" y="3973592"/>
                  </a:lnTo>
                  <a:lnTo>
                    <a:pt x="1583893" y="3981702"/>
                  </a:lnTo>
                  <a:lnTo>
                    <a:pt x="1635719" y="3990833"/>
                  </a:lnTo>
                  <a:lnTo>
                    <a:pt x="1685219" y="4001084"/>
                  </a:lnTo>
                  <a:lnTo>
                    <a:pt x="1719082" y="4008992"/>
                  </a:lnTo>
                  <a:lnTo>
                    <a:pt x="1770368" y="4022317"/>
                  </a:lnTo>
                  <a:lnTo>
                    <a:pt x="1821160" y="4037052"/>
                  </a:lnTo>
                  <a:lnTo>
                    <a:pt x="1872012" y="4053216"/>
                  </a:lnTo>
                  <a:lnTo>
                    <a:pt x="1923293" y="4070774"/>
                  </a:lnTo>
                  <a:lnTo>
                    <a:pt x="1975211" y="4089633"/>
                  </a:lnTo>
                  <a:lnTo>
                    <a:pt x="2027836" y="4109640"/>
                  </a:lnTo>
                  <a:lnTo>
                    <a:pt x="2081115" y="4130578"/>
                  </a:lnTo>
                  <a:lnTo>
                    <a:pt x="2134897" y="4152180"/>
                  </a:lnTo>
                  <a:lnTo>
                    <a:pt x="2188961" y="4174139"/>
                  </a:lnTo>
                  <a:lnTo>
                    <a:pt x="2243047" y="4196126"/>
                  </a:lnTo>
                  <a:lnTo>
                    <a:pt x="2296893" y="4217809"/>
                  </a:lnTo>
                  <a:lnTo>
                    <a:pt x="2350267" y="4238877"/>
                  </a:lnTo>
                  <a:lnTo>
                    <a:pt x="2403007" y="4259053"/>
                  </a:lnTo>
                  <a:lnTo>
                    <a:pt x="2455041" y="4278114"/>
                  </a:lnTo>
                  <a:lnTo>
                    <a:pt x="2506416" y="4295895"/>
                  </a:lnTo>
                  <a:lnTo>
                    <a:pt x="2557318" y="4312293"/>
                  </a:lnTo>
                  <a:lnTo>
                    <a:pt x="2608087" y="4327264"/>
                  </a:lnTo>
                  <a:lnTo>
                    <a:pt x="2659244" y="4340819"/>
                  </a:lnTo>
                  <a:lnTo>
                    <a:pt x="2667772" y="4342923"/>
                  </a:lnTo>
                  <a:lnTo>
                    <a:pt x="2716131" y="4353993"/>
                  </a:lnTo>
                  <a:lnTo>
                    <a:pt x="2766229" y="4363903"/>
                  </a:lnTo>
                  <a:lnTo>
                    <a:pt x="2818920" y="4372720"/>
                  </a:lnTo>
                  <a:lnTo>
                    <a:pt x="2875153" y="4380550"/>
                  </a:lnTo>
                  <a:lnTo>
                    <a:pt x="2935886" y="4387512"/>
                  </a:lnTo>
                  <a:lnTo>
                    <a:pt x="3001992" y="4393717"/>
                  </a:lnTo>
                  <a:lnTo>
                    <a:pt x="3074146" y="4399262"/>
                  </a:lnTo>
                  <a:lnTo>
                    <a:pt x="3152659" y="4404222"/>
                  </a:lnTo>
                  <a:lnTo>
                    <a:pt x="3237270" y="4408649"/>
                  </a:lnTo>
                  <a:lnTo>
                    <a:pt x="3326909" y="4412573"/>
                  </a:lnTo>
                  <a:lnTo>
                    <a:pt x="3419479" y="4416000"/>
                  </a:lnTo>
                  <a:lnTo>
                    <a:pt x="3511767" y="4418924"/>
                  </a:lnTo>
                  <a:lnTo>
                    <a:pt x="3599595" y="4421332"/>
                  </a:lnTo>
                  <a:lnTo>
                    <a:pt x="3678332" y="4423220"/>
                  </a:lnTo>
                  <a:lnTo>
                    <a:pt x="3743728" y="4424603"/>
                  </a:lnTo>
                  <a:lnTo>
                    <a:pt x="3792891" y="4425527"/>
                  </a:lnTo>
                  <a:lnTo>
                    <a:pt x="3825067" y="4426067"/>
                  </a:lnTo>
                  <a:lnTo>
                    <a:pt x="3841973" y="4426323"/>
                  </a:lnTo>
                  <a:lnTo>
                    <a:pt x="3847659" y="4426400"/>
                  </a:lnTo>
                  <a:lnTo>
                    <a:pt x="3848118" y="4426406"/>
                  </a:lnTo>
                  <a:lnTo>
                    <a:pt x="4386855" y="4426406"/>
                  </a:lnTo>
                  <a:lnTo>
                    <a:pt x="4387749" y="4426306"/>
                  </a:lnTo>
                  <a:lnTo>
                    <a:pt x="4393629" y="4425591"/>
                  </a:lnTo>
                  <a:lnTo>
                    <a:pt x="4408471" y="4423616"/>
                  </a:lnTo>
                  <a:lnTo>
                    <a:pt x="4435050" y="4419728"/>
                  </a:lnTo>
                  <a:lnTo>
                    <a:pt x="4474747" y="4413320"/>
                  </a:lnTo>
                  <a:lnTo>
                    <a:pt x="4527442" y="4403895"/>
                  </a:lnTo>
                  <a:lnTo>
                    <a:pt x="4591619" y="4391110"/>
                  </a:lnTo>
                  <a:lnTo>
                    <a:pt x="4664721" y="4374789"/>
                  </a:lnTo>
                  <a:lnTo>
                    <a:pt x="4743640" y="4354896"/>
                  </a:lnTo>
                  <a:lnTo>
                    <a:pt x="4825235" y="4331485"/>
                  </a:lnTo>
                  <a:lnTo>
                    <a:pt x="4906735" y="4304634"/>
                  </a:lnTo>
                  <a:lnTo>
                    <a:pt x="4985973" y="4274384"/>
                  </a:lnTo>
                  <a:lnTo>
                    <a:pt x="5061463" y="4240698"/>
                  </a:lnTo>
                  <a:lnTo>
                    <a:pt x="5132354" y="4203426"/>
                  </a:lnTo>
                  <a:lnTo>
                    <a:pt x="5198315" y="4162298"/>
                  </a:lnTo>
                  <a:lnTo>
                    <a:pt x="5259415" y="4116919"/>
                  </a:lnTo>
                  <a:lnTo>
                    <a:pt x="5315997" y="4066774"/>
                  </a:lnTo>
                  <a:lnTo>
                    <a:pt x="5368580" y="4011247"/>
                  </a:lnTo>
                  <a:lnTo>
                    <a:pt x="5417781" y="3949645"/>
                  </a:lnTo>
                  <a:lnTo>
                    <a:pt x="5464259" y="3881252"/>
                  </a:lnTo>
                  <a:lnTo>
                    <a:pt x="5508663" y="3805413"/>
                  </a:lnTo>
                  <a:lnTo>
                    <a:pt x="5551594" y="3721671"/>
                  </a:lnTo>
                  <a:lnTo>
                    <a:pt x="5567201" y="3688671"/>
                  </a:lnTo>
                  <a:lnTo>
                    <a:pt x="5596515" y="3623097"/>
                  </a:lnTo>
                  <a:lnTo>
                    <a:pt x="5625574" y="3553539"/>
                  </a:lnTo>
                  <a:lnTo>
                    <a:pt x="5654506" y="3479915"/>
                  </a:lnTo>
                  <a:lnTo>
                    <a:pt x="5683415" y="3402188"/>
                  </a:lnTo>
                  <a:lnTo>
                    <a:pt x="5712386" y="3320368"/>
                  </a:lnTo>
                  <a:lnTo>
                    <a:pt x="5741484" y="3234515"/>
                  </a:lnTo>
                  <a:lnTo>
                    <a:pt x="5770759" y="3144743"/>
                  </a:lnTo>
                  <a:lnTo>
                    <a:pt x="5800242" y="3051225"/>
                  </a:lnTo>
                  <a:lnTo>
                    <a:pt x="5829952" y="2954191"/>
                  </a:lnTo>
                  <a:lnTo>
                    <a:pt x="5859894" y="2853927"/>
                  </a:lnTo>
                  <a:lnTo>
                    <a:pt x="5890058" y="2750778"/>
                  </a:lnTo>
                  <a:lnTo>
                    <a:pt x="5920427" y="2645139"/>
                  </a:lnTo>
                  <a:lnTo>
                    <a:pt x="5950970" y="2537454"/>
                  </a:lnTo>
                  <a:lnTo>
                    <a:pt x="5981650" y="2428205"/>
                  </a:lnTo>
                  <a:lnTo>
                    <a:pt x="6012424" y="2317905"/>
                  </a:lnTo>
                  <a:lnTo>
                    <a:pt x="6043245" y="2207090"/>
                  </a:lnTo>
                  <a:lnTo>
                    <a:pt x="6074064" y="2096306"/>
                  </a:lnTo>
                  <a:lnTo>
                    <a:pt x="6104830" y="1986096"/>
                  </a:lnTo>
                  <a:lnTo>
                    <a:pt x="6135497" y="1876995"/>
                  </a:lnTo>
                  <a:lnTo>
                    <a:pt x="6166023" y="1769512"/>
                  </a:lnTo>
                  <a:lnTo>
                    <a:pt x="6196370" y="1664127"/>
                  </a:lnTo>
                  <a:lnTo>
                    <a:pt x="6226511" y="1561277"/>
                  </a:lnTo>
                  <a:lnTo>
                    <a:pt x="6256427" y="1461354"/>
                  </a:lnTo>
                  <a:lnTo>
                    <a:pt x="6286112" y="1364693"/>
                  </a:lnTo>
                  <a:lnTo>
                    <a:pt x="6315571" y="1271578"/>
                  </a:lnTo>
                  <a:lnTo>
                    <a:pt x="6344824" y="1182231"/>
                  </a:lnTo>
                  <a:lnTo>
                    <a:pt x="6373905" y="1096818"/>
                  </a:lnTo>
                  <a:lnTo>
                    <a:pt x="6402866" y="1015447"/>
                  </a:lnTo>
                  <a:lnTo>
                    <a:pt x="6431773" y="938173"/>
                  </a:lnTo>
                  <a:lnTo>
                    <a:pt x="6460713" y="865000"/>
                  </a:lnTo>
                  <a:lnTo>
                    <a:pt x="6489794" y="795886"/>
                  </a:lnTo>
                  <a:lnTo>
                    <a:pt x="6515891" y="737734"/>
                  </a:lnTo>
                  <a:lnTo>
                    <a:pt x="6558409" y="651028"/>
                  </a:lnTo>
                  <a:lnTo>
                    <a:pt x="6602203" y="572303"/>
                  </a:lnTo>
                  <a:lnTo>
                    <a:pt x="6647840" y="501226"/>
                  </a:lnTo>
                  <a:lnTo>
                    <a:pt x="6695956" y="437195"/>
                  </a:lnTo>
                  <a:lnTo>
                    <a:pt x="6747213" y="379504"/>
                  </a:lnTo>
                  <a:lnTo>
                    <a:pt x="6802249" y="327445"/>
                  </a:lnTo>
                  <a:lnTo>
                    <a:pt x="6861627" y="280370"/>
                  </a:lnTo>
                  <a:lnTo>
                    <a:pt x="6925766" y="237722"/>
                  </a:lnTo>
                  <a:lnTo>
                    <a:pt x="6994848" y="199063"/>
                  </a:lnTo>
                  <a:lnTo>
                    <a:pt x="7068705" y="164074"/>
                  </a:lnTo>
                  <a:lnTo>
                    <a:pt x="7146695" y="132563"/>
                  </a:lnTo>
                  <a:lnTo>
                    <a:pt x="7227575" y="104454"/>
                  </a:lnTo>
                  <a:lnTo>
                    <a:pt x="7309429" y="79762"/>
                  </a:lnTo>
                  <a:lnTo>
                    <a:pt x="7389691" y="58559"/>
                  </a:lnTo>
                  <a:lnTo>
                    <a:pt x="7465318" y="40915"/>
                  </a:lnTo>
                  <a:lnTo>
                    <a:pt x="7533135" y="26834"/>
                  </a:lnTo>
                  <a:lnTo>
                    <a:pt x="7590318" y="16198"/>
                  </a:lnTo>
                  <a:lnTo>
                    <a:pt x="7634916" y="8724"/>
                  </a:lnTo>
                  <a:lnTo>
                    <a:pt x="7666265" y="3970"/>
                  </a:lnTo>
                  <a:lnTo>
                    <a:pt x="7685195" y="1363"/>
                  </a:lnTo>
                  <a:lnTo>
                    <a:pt x="7693986" y="259"/>
                  </a:lnTo>
                  <a:lnTo>
                    <a:pt x="7696191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1" name="pl1261"/>
            <p:cNvSpPr/>
            <p:nvPr/>
          </p:nvSpPr>
          <p:spPr>
            <a:xfrm>
              <a:off x="546595" y="461896"/>
              <a:ext cx="8234974" cy="4426406"/>
            </a:xfrm>
            <a:custGeom>
              <a:avLst/>
              <a:pathLst>
                <a:path w="8234974" h="4426406">
                  <a:moveTo>
                    <a:pt x="8234974" y="0"/>
                  </a:moveTo>
                  <a:lnTo>
                    <a:pt x="7696237" y="0"/>
                  </a:lnTo>
                  <a:lnTo>
                    <a:pt x="7695344" y="100"/>
                  </a:lnTo>
                  <a:lnTo>
                    <a:pt x="7689464" y="814"/>
                  </a:lnTo>
                  <a:lnTo>
                    <a:pt x="7674622" y="2789"/>
                  </a:lnTo>
                  <a:lnTo>
                    <a:pt x="7648043" y="6677"/>
                  </a:lnTo>
                  <a:lnTo>
                    <a:pt x="7608345" y="13085"/>
                  </a:lnTo>
                  <a:lnTo>
                    <a:pt x="7555651" y="22510"/>
                  </a:lnTo>
                  <a:lnTo>
                    <a:pt x="7491473" y="35295"/>
                  </a:lnTo>
                  <a:lnTo>
                    <a:pt x="7418372" y="51617"/>
                  </a:lnTo>
                  <a:lnTo>
                    <a:pt x="7339452" y="71510"/>
                  </a:lnTo>
                  <a:lnTo>
                    <a:pt x="7257857" y="94920"/>
                  </a:lnTo>
                  <a:lnTo>
                    <a:pt x="7176358" y="121771"/>
                  </a:lnTo>
                  <a:lnTo>
                    <a:pt x="7097120" y="152021"/>
                  </a:lnTo>
                  <a:lnTo>
                    <a:pt x="7021629" y="185708"/>
                  </a:lnTo>
                  <a:lnTo>
                    <a:pt x="6950739" y="222979"/>
                  </a:lnTo>
                  <a:lnTo>
                    <a:pt x="6884777" y="264107"/>
                  </a:lnTo>
                  <a:lnTo>
                    <a:pt x="6823677" y="309486"/>
                  </a:lnTo>
                  <a:lnTo>
                    <a:pt x="6767095" y="359631"/>
                  </a:lnTo>
                  <a:lnTo>
                    <a:pt x="6714512" y="415158"/>
                  </a:lnTo>
                  <a:lnTo>
                    <a:pt x="6665311" y="476760"/>
                  </a:lnTo>
                  <a:lnTo>
                    <a:pt x="6618834" y="545153"/>
                  </a:lnTo>
                  <a:lnTo>
                    <a:pt x="6574429" y="620992"/>
                  </a:lnTo>
                  <a:lnTo>
                    <a:pt x="6531498" y="704734"/>
                  </a:lnTo>
                  <a:lnTo>
                    <a:pt x="6515891" y="737734"/>
                  </a:lnTo>
                  <a:lnTo>
                    <a:pt x="6486577" y="803308"/>
                  </a:lnTo>
                  <a:lnTo>
                    <a:pt x="6457518" y="872867"/>
                  </a:lnTo>
                  <a:lnTo>
                    <a:pt x="6428586" y="946490"/>
                  </a:lnTo>
                  <a:lnTo>
                    <a:pt x="6399677" y="1024217"/>
                  </a:lnTo>
                  <a:lnTo>
                    <a:pt x="6370706" y="1106037"/>
                  </a:lnTo>
                  <a:lnTo>
                    <a:pt x="6341608" y="1191890"/>
                  </a:lnTo>
                  <a:lnTo>
                    <a:pt x="6312334" y="1281662"/>
                  </a:lnTo>
                  <a:lnTo>
                    <a:pt x="6282851" y="1375180"/>
                  </a:lnTo>
                  <a:lnTo>
                    <a:pt x="6253140" y="1472215"/>
                  </a:lnTo>
                  <a:lnTo>
                    <a:pt x="6223199" y="1572479"/>
                  </a:lnTo>
                  <a:lnTo>
                    <a:pt x="6193034" y="1675628"/>
                  </a:lnTo>
                  <a:lnTo>
                    <a:pt x="6162666" y="1781266"/>
                  </a:lnTo>
                  <a:lnTo>
                    <a:pt x="6132123" y="1888951"/>
                  </a:lnTo>
                  <a:lnTo>
                    <a:pt x="6101443" y="1998201"/>
                  </a:lnTo>
                  <a:lnTo>
                    <a:pt x="6070668" y="2108500"/>
                  </a:lnTo>
                  <a:lnTo>
                    <a:pt x="6039847" y="2219315"/>
                  </a:lnTo>
                  <a:lnTo>
                    <a:pt x="6009029" y="2330100"/>
                  </a:lnTo>
                  <a:lnTo>
                    <a:pt x="5978262" y="2440309"/>
                  </a:lnTo>
                  <a:lnTo>
                    <a:pt x="5947595" y="2549411"/>
                  </a:lnTo>
                  <a:lnTo>
                    <a:pt x="5917070" y="2656893"/>
                  </a:lnTo>
                  <a:lnTo>
                    <a:pt x="5886723" y="2762278"/>
                  </a:lnTo>
                  <a:lnTo>
                    <a:pt x="5856582" y="2865128"/>
                  </a:lnTo>
                  <a:lnTo>
                    <a:pt x="5826666" y="2965052"/>
                  </a:lnTo>
                  <a:lnTo>
                    <a:pt x="5796981" y="3061712"/>
                  </a:lnTo>
                  <a:lnTo>
                    <a:pt x="5767522" y="3154827"/>
                  </a:lnTo>
                  <a:lnTo>
                    <a:pt x="5738269" y="3244174"/>
                  </a:lnTo>
                  <a:lnTo>
                    <a:pt x="5709187" y="3329587"/>
                  </a:lnTo>
                  <a:lnTo>
                    <a:pt x="5680227" y="3410958"/>
                  </a:lnTo>
                  <a:lnTo>
                    <a:pt x="5651320" y="3488232"/>
                  </a:lnTo>
                  <a:lnTo>
                    <a:pt x="5622379" y="3561405"/>
                  </a:lnTo>
                  <a:lnTo>
                    <a:pt x="5593299" y="3630520"/>
                  </a:lnTo>
                  <a:lnTo>
                    <a:pt x="5567201" y="3688671"/>
                  </a:lnTo>
                  <a:lnTo>
                    <a:pt x="5524684" y="3775377"/>
                  </a:lnTo>
                  <a:lnTo>
                    <a:pt x="5480889" y="3854102"/>
                  </a:lnTo>
                  <a:lnTo>
                    <a:pt x="5435252" y="3925179"/>
                  </a:lnTo>
                  <a:lnTo>
                    <a:pt x="5387136" y="3989210"/>
                  </a:lnTo>
                  <a:lnTo>
                    <a:pt x="5335879" y="4046901"/>
                  </a:lnTo>
                  <a:lnTo>
                    <a:pt x="5280843" y="4098960"/>
                  </a:lnTo>
                  <a:lnTo>
                    <a:pt x="5221465" y="4146036"/>
                  </a:lnTo>
                  <a:lnTo>
                    <a:pt x="5157327" y="4188683"/>
                  </a:lnTo>
                  <a:lnTo>
                    <a:pt x="5088245" y="4227343"/>
                  </a:lnTo>
                  <a:lnTo>
                    <a:pt x="5014387" y="4262332"/>
                  </a:lnTo>
                  <a:lnTo>
                    <a:pt x="4936397" y="4293842"/>
                  </a:lnTo>
                  <a:lnTo>
                    <a:pt x="4855518" y="4321952"/>
                  </a:lnTo>
                  <a:lnTo>
                    <a:pt x="4773664" y="4346643"/>
                  </a:lnTo>
                  <a:lnTo>
                    <a:pt x="4693402" y="4367846"/>
                  </a:lnTo>
                  <a:lnTo>
                    <a:pt x="4617774" y="4385490"/>
                  </a:lnTo>
                  <a:lnTo>
                    <a:pt x="4549957" y="4399571"/>
                  </a:lnTo>
                  <a:lnTo>
                    <a:pt x="4492774" y="4410208"/>
                  </a:lnTo>
                  <a:lnTo>
                    <a:pt x="4448177" y="4417681"/>
                  </a:lnTo>
                  <a:lnTo>
                    <a:pt x="4416827" y="4422435"/>
                  </a:lnTo>
                  <a:lnTo>
                    <a:pt x="4397898" y="4425043"/>
                  </a:lnTo>
                  <a:lnTo>
                    <a:pt x="4389107" y="4426147"/>
                  </a:lnTo>
                  <a:lnTo>
                    <a:pt x="4386902" y="4426401"/>
                  </a:lnTo>
                  <a:lnTo>
                    <a:pt x="4386855" y="4426406"/>
                  </a:lnTo>
                  <a:lnTo>
                    <a:pt x="3848118" y="4426406"/>
                  </a:lnTo>
                  <a:lnTo>
                    <a:pt x="3846820" y="4426389"/>
                  </a:lnTo>
                  <a:lnTo>
                    <a:pt x="3838352" y="4426270"/>
                  </a:lnTo>
                  <a:lnTo>
                    <a:pt x="3817238" y="4425942"/>
                  </a:lnTo>
                  <a:lnTo>
                    <a:pt x="3780090" y="4425297"/>
                  </a:lnTo>
                  <a:lnTo>
                    <a:pt x="3725924" y="4424243"/>
                  </a:lnTo>
                  <a:lnTo>
                    <a:pt x="3656188" y="4422714"/>
                  </a:lnTo>
                  <a:lnTo>
                    <a:pt x="3574275" y="4420672"/>
                  </a:lnTo>
                  <a:lnTo>
                    <a:pt x="3484648" y="4418110"/>
                  </a:lnTo>
                  <a:lnTo>
                    <a:pt x="3391877" y="4415035"/>
                  </a:lnTo>
                  <a:lnTo>
                    <a:pt x="3299891" y="4411460"/>
                  </a:lnTo>
                  <a:lnTo>
                    <a:pt x="3211575" y="4407389"/>
                  </a:lnTo>
                  <a:lnTo>
                    <a:pt x="3128703" y="4402808"/>
                  </a:lnTo>
                  <a:lnTo>
                    <a:pt x="3052080" y="4397681"/>
                  </a:lnTo>
                  <a:lnTo>
                    <a:pt x="2981773" y="4391949"/>
                  </a:lnTo>
                  <a:lnTo>
                    <a:pt x="2917342" y="4385530"/>
                  </a:lnTo>
                  <a:lnTo>
                    <a:pt x="2858042" y="4378323"/>
                  </a:lnTo>
                  <a:lnTo>
                    <a:pt x="2802961" y="4370212"/>
                  </a:lnTo>
                  <a:lnTo>
                    <a:pt x="2751136" y="4361081"/>
                  </a:lnTo>
                  <a:lnTo>
                    <a:pt x="2701636" y="4350830"/>
                  </a:lnTo>
                  <a:lnTo>
                    <a:pt x="2667772" y="4342923"/>
                  </a:lnTo>
                  <a:lnTo>
                    <a:pt x="2616486" y="4329597"/>
                  </a:lnTo>
                  <a:lnTo>
                    <a:pt x="2565694" y="4314862"/>
                  </a:lnTo>
                  <a:lnTo>
                    <a:pt x="2514843" y="4298699"/>
                  </a:lnTo>
                  <a:lnTo>
                    <a:pt x="2463562" y="4281141"/>
                  </a:lnTo>
                  <a:lnTo>
                    <a:pt x="2411643" y="4262281"/>
                  </a:lnTo>
                  <a:lnTo>
                    <a:pt x="2359018" y="4242275"/>
                  </a:lnTo>
                  <a:lnTo>
                    <a:pt x="2305739" y="4221337"/>
                  </a:lnTo>
                  <a:lnTo>
                    <a:pt x="2251957" y="4199734"/>
                  </a:lnTo>
                  <a:lnTo>
                    <a:pt x="2197893" y="4177775"/>
                  </a:lnTo>
                  <a:lnTo>
                    <a:pt x="2143807" y="4155788"/>
                  </a:lnTo>
                  <a:lnTo>
                    <a:pt x="2089962" y="4134105"/>
                  </a:lnTo>
                  <a:lnTo>
                    <a:pt x="2036587" y="4113038"/>
                  </a:lnTo>
                  <a:lnTo>
                    <a:pt x="1983848" y="4092861"/>
                  </a:lnTo>
                  <a:lnTo>
                    <a:pt x="1931814" y="4073800"/>
                  </a:lnTo>
                  <a:lnTo>
                    <a:pt x="1880438" y="4056019"/>
                  </a:lnTo>
                  <a:lnTo>
                    <a:pt x="1829537" y="4039622"/>
                  </a:lnTo>
                  <a:lnTo>
                    <a:pt x="1778768" y="4024651"/>
                  </a:lnTo>
                  <a:lnTo>
                    <a:pt x="1727610" y="4011096"/>
                  </a:lnTo>
                  <a:lnTo>
                    <a:pt x="1719082" y="4008992"/>
                  </a:lnTo>
                  <a:lnTo>
                    <a:pt x="1670724" y="3997922"/>
                  </a:lnTo>
                  <a:lnTo>
                    <a:pt x="1620625" y="3988011"/>
                  </a:lnTo>
                  <a:lnTo>
                    <a:pt x="1567934" y="3979194"/>
                  </a:lnTo>
                  <a:lnTo>
                    <a:pt x="1511701" y="3971364"/>
                  </a:lnTo>
                  <a:lnTo>
                    <a:pt x="1450969" y="3964402"/>
                  </a:lnTo>
                  <a:lnTo>
                    <a:pt x="1384862" y="3958197"/>
                  </a:lnTo>
                  <a:lnTo>
                    <a:pt x="1312708" y="3952652"/>
                  </a:lnTo>
                  <a:lnTo>
                    <a:pt x="1234195" y="3947692"/>
                  </a:lnTo>
                  <a:lnTo>
                    <a:pt x="1149585" y="3943265"/>
                  </a:lnTo>
                  <a:lnTo>
                    <a:pt x="1059946" y="3939342"/>
                  </a:lnTo>
                  <a:lnTo>
                    <a:pt x="967375" y="3935915"/>
                  </a:lnTo>
                  <a:lnTo>
                    <a:pt x="875087" y="3932991"/>
                  </a:lnTo>
                  <a:lnTo>
                    <a:pt x="787260" y="3930582"/>
                  </a:lnTo>
                  <a:lnTo>
                    <a:pt x="708523" y="3928694"/>
                  </a:lnTo>
                  <a:lnTo>
                    <a:pt x="643127" y="3927311"/>
                  </a:lnTo>
                  <a:lnTo>
                    <a:pt x="593964" y="3926387"/>
                  </a:lnTo>
                  <a:lnTo>
                    <a:pt x="561788" y="3925847"/>
                  </a:lnTo>
                  <a:lnTo>
                    <a:pt x="544881" y="3925592"/>
                  </a:lnTo>
                  <a:lnTo>
                    <a:pt x="539196" y="3925514"/>
                  </a:lnTo>
                  <a:lnTo>
                    <a:pt x="538736" y="3925509"/>
                  </a:lnTo>
                  <a:lnTo>
                    <a:pt x="0" y="39255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2" name="pg1262"/>
            <p:cNvSpPr/>
            <p:nvPr/>
          </p:nvSpPr>
          <p:spPr>
            <a:xfrm>
              <a:off x="546595" y="2416484"/>
              <a:ext cx="8234974" cy="2504485"/>
            </a:xfrm>
            <a:custGeom>
              <a:avLst/>
              <a:pathLst>
                <a:path w="8234974" h="2504485">
                  <a:moveTo>
                    <a:pt x="0" y="1981810"/>
                  </a:moveTo>
                  <a:lnTo>
                    <a:pt x="538736" y="1981810"/>
                  </a:lnTo>
                  <a:lnTo>
                    <a:pt x="540034" y="1981827"/>
                  </a:lnTo>
                  <a:lnTo>
                    <a:pt x="548500" y="1981951"/>
                  </a:lnTo>
                  <a:lnTo>
                    <a:pt x="569607" y="1982294"/>
                  </a:lnTo>
                  <a:lnTo>
                    <a:pt x="606745" y="1982967"/>
                  </a:lnTo>
                  <a:lnTo>
                    <a:pt x="660896" y="1984066"/>
                  </a:lnTo>
                  <a:lnTo>
                    <a:pt x="730615" y="1985661"/>
                  </a:lnTo>
                  <a:lnTo>
                    <a:pt x="812512" y="1987791"/>
                  </a:lnTo>
                  <a:lnTo>
                    <a:pt x="902125" y="1990464"/>
                  </a:lnTo>
                  <a:lnTo>
                    <a:pt x="994885" y="1993672"/>
                  </a:lnTo>
                  <a:lnTo>
                    <a:pt x="1086863" y="1997401"/>
                  </a:lnTo>
                  <a:lnTo>
                    <a:pt x="1175175" y="2001648"/>
                  </a:lnTo>
                  <a:lnTo>
                    <a:pt x="1258046" y="2006427"/>
                  </a:lnTo>
                  <a:lnTo>
                    <a:pt x="1334669" y="2011775"/>
                  </a:lnTo>
                  <a:lnTo>
                    <a:pt x="1404978" y="2017755"/>
                  </a:lnTo>
                  <a:lnTo>
                    <a:pt x="1469410" y="2024451"/>
                  </a:lnTo>
                  <a:lnTo>
                    <a:pt x="1528712" y="2031969"/>
                  </a:lnTo>
                  <a:lnTo>
                    <a:pt x="1583793" y="2040430"/>
                  </a:lnTo>
                  <a:lnTo>
                    <a:pt x="1635618" y="2049955"/>
                  </a:lnTo>
                  <a:lnTo>
                    <a:pt x="1685117" y="2060647"/>
                  </a:lnTo>
                  <a:lnTo>
                    <a:pt x="1719082" y="2068922"/>
                  </a:lnTo>
                  <a:lnTo>
                    <a:pt x="1770244" y="2082792"/>
                  </a:lnTo>
                  <a:lnTo>
                    <a:pt x="1820913" y="2098125"/>
                  </a:lnTo>
                  <a:lnTo>
                    <a:pt x="1871639" y="2114941"/>
                  </a:lnTo>
                  <a:lnTo>
                    <a:pt x="1922790" y="2133206"/>
                  </a:lnTo>
                  <a:lnTo>
                    <a:pt x="1974575" y="2152823"/>
                  </a:lnTo>
                  <a:lnTo>
                    <a:pt x="2027063" y="2173634"/>
                  </a:lnTo>
                  <a:lnTo>
                    <a:pt x="2080203" y="2195416"/>
                  </a:lnTo>
                  <a:lnTo>
                    <a:pt x="2133847" y="2217893"/>
                  </a:lnTo>
                  <a:lnTo>
                    <a:pt x="2187776" y="2240747"/>
                  </a:lnTo>
                  <a:lnTo>
                    <a:pt x="2241733" y="2263637"/>
                  </a:lnTo>
                  <a:lnTo>
                    <a:pt x="2295456" y="2286221"/>
                  </a:lnTo>
                  <a:lnTo>
                    <a:pt x="2348717" y="2308173"/>
                  </a:lnTo>
                  <a:lnTo>
                    <a:pt x="2401349" y="2329207"/>
                  </a:lnTo>
                  <a:lnTo>
                    <a:pt x="2453279" y="2349090"/>
                  </a:lnTo>
                  <a:lnTo>
                    <a:pt x="2504551" y="2367648"/>
                  </a:lnTo>
                  <a:lnTo>
                    <a:pt x="2555341" y="2384772"/>
                  </a:lnTo>
                  <a:lnTo>
                    <a:pt x="2605983" y="2400416"/>
                  </a:lnTo>
                  <a:lnTo>
                    <a:pt x="2656986" y="2414588"/>
                  </a:lnTo>
                  <a:lnTo>
                    <a:pt x="2667772" y="2417373"/>
                  </a:lnTo>
                  <a:lnTo>
                    <a:pt x="2716125" y="2428923"/>
                  </a:lnTo>
                  <a:lnTo>
                    <a:pt x="2766218" y="2439263"/>
                  </a:lnTo>
                  <a:lnTo>
                    <a:pt x="2818902" y="2448462"/>
                  </a:lnTo>
                  <a:lnTo>
                    <a:pt x="2875127" y="2456632"/>
                  </a:lnTo>
                  <a:lnTo>
                    <a:pt x="2935851" y="2463897"/>
                  </a:lnTo>
                  <a:lnTo>
                    <a:pt x="3001946" y="2470371"/>
                  </a:lnTo>
                  <a:lnTo>
                    <a:pt x="3074088" y="2476157"/>
                  </a:lnTo>
                  <a:lnTo>
                    <a:pt x="3152587" y="2481333"/>
                  </a:lnTo>
                  <a:lnTo>
                    <a:pt x="3237183" y="2485952"/>
                  </a:lnTo>
                  <a:lnTo>
                    <a:pt x="3326808" y="2490046"/>
                  </a:lnTo>
                  <a:lnTo>
                    <a:pt x="3419366" y="2493623"/>
                  </a:lnTo>
                  <a:lnTo>
                    <a:pt x="3511647" y="2496674"/>
                  </a:lnTo>
                  <a:lnTo>
                    <a:pt x="3599474" y="2499188"/>
                  </a:lnTo>
                  <a:lnTo>
                    <a:pt x="3678219" y="2501158"/>
                  </a:lnTo>
                  <a:lnTo>
                    <a:pt x="3743632" y="2502602"/>
                  </a:lnTo>
                  <a:lnTo>
                    <a:pt x="3792819" y="2503567"/>
                  </a:lnTo>
                  <a:lnTo>
                    <a:pt x="3825022" y="2504131"/>
                  </a:lnTo>
                  <a:lnTo>
                    <a:pt x="3841953" y="2504398"/>
                  </a:lnTo>
                  <a:lnTo>
                    <a:pt x="3847654" y="2504479"/>
                  </a:lnTo>
                  <a:lnTo>
                    <a:pt x="3848118" y="2504485"/>
                  </a:lnTo>
                  <a:lnTo>
                    <a:pt x="4386855" y="2504485"/>
                  </a:lnTo>
                  <a:lnTo>
                    <a:pt x="4388050" y="2504409"/>
                  </a:lnTo>
                  <a:lnTo>
                    <a:pt x="4395864" y="2503864"/>
                  </a:lnTo>
                  <a:lnTo>
                    <a:pt x="4415401" y="2502359"/>
                  </a:lnTo>
                  <a:lnTo>
                    <a:pt x="4449926" y="2499402"/>
                  </a:lnTo>
                  <a:lnTo>
                    <a:pt x="4500562" y="2494560"/>
                  </a:lnTo>
                  <a:lnTo>
                    <a:pt x="4566242" y="2487508"/>
                  </a:lnTo>
                  <a:lnTo>
                    <a:pt x="4644066" y="2478058"/>
                  </a:lnTo>
                  <a:lnTo>
                    <a:pt x="4730039" y="2466150"/>
                  </a:lnTo>
                  <a:lnTo>
                    <a:pt x="4819905" y="2451814"/>
                  </a:lnTo>
                  <a:lnTo>
                    <a:pt x="4909868" y="2435108"/>
                  </a:lnTo>
                  <a:lnTo>
                    <a:pt x="4997004" y="2416063"/>
                  </a:lnTo>
                  <a:lnTo>
                    <a:pt x="5079395" y="2394642"/>
                  </a:lnTo>
                  <a:lnTo>
                    <a:pt x="5156039" y="2370715"/>
                  </a:lnTo>
                  <a:lnTo>
                    <a:pt x="5226666" y="2344048"/>
                  </a:lnTo>
                  <a:lnTo>
                    <a:pt x="5291531" y="2314304"/>
                  </a:lnTo>
                  <a:lnTo>
                    <a:pt x="5351227" y="2281051"/>
                  </a:lnTo>
                  <a:lnTo>
                    <a:pt x="5406540" y="2243783"/>
                  </a:lnTo>
                  <a:lnTo>
                    <a:pt x="5458345" y="2201957"/>
                  </a:lnTo>
                  <a:lnTo>
                    <a:pt x="5507523" y="2155064"/>
                  </a:lnTo>
                  <a:lnTo>
                    <a:pt x="5554884" y="2102745"/>
                  </a:lnTo>
                  <a:lnTo>
                    <a:pt x="5567201" y="2087978"/>
                  </a:lnTo>
                  <a:lnTo>
                    <a:pt x="5604425" y="2040519"/>
                  </a:lnTo>
                  <a:lnTo>
                    <a:pt x="5641294" y="1989400"/>
                  </a:lnTo>
                  <a:lnTo>
                    <a:pt x="5678052" y="1934549"/>
                  </a:lnTo>
                  <a:lnTo>
                    <a:pt x="5714886" y="1875959"/>
                  </a:lnTo>
                  <a:lnTo>
                    <a:pt x="5751931" y="1813697"/>
                  </a:lnTo>
                  <a:lnTo>
                    <a:pt x="5789282" y="1747911"/>
                  </a:lnTo>
                  <a:lnTo>
                    <a:pt x="5826991" y="1678834"/>
                  </a:lnTo>
                  <a:lnTo>
                    <a:pt x="5865073" y="1606784"/>
                  </a:lnTo>
                  <a:lnTo>
                    <a:pt x="5903510" y="1532161"/>
                  </a:lnTo>
                  <a:lnTo>
                    <a:pt x="5942257" y="1455443"/>
                  </a:lnTo>
                  <a:lnTo>
                    <a:pt x="5981243" y="1377170"/>
                  </a:lnTo>
                  <a:lnTo>
                    <a:pt x="6020383" y="1297933"/>
                  </a:lnTo>
                  <a:lnTo>
                    <a:pt x="6059577" y="1218353"/>
                  </a:lnTo>
                  <a:lnTo>
                    <a:pt x="6098725" y="1139066"/>
                  </a:lnTo>
                  <a:lnTo>
                    <a:pt x="6137727" y="1060693"/>
                  </a:lnTo>
                  <a:lnTo>
                    <a:pt x="6176496" y="983830"/>
                  </a:lnTo>
                  <a:lnTo>
                    <a:pt x="6214960" y="909021"/>
                  </a:lnTo>
                  <a:lnTo>
                    <a:pt x="6253071" y="836750"/>
                  </a:lnTo>
                  <a:lnTo>
                    <a:pt x="6290810" y="767422"/>
                  </a:lnTo>
                  <a:lnTo>
                    <a:pt x="6328188" y="701364"/>
                  </a:lnTo>
                  <a:lnTo>
                    <a:pt x="6365255" y="638813"/>
                  </a:lnTo>
                  <a:lnTo>
                    <a:pt x="6402101" y="579926"/>
                  </a:lnTo>
                  <a:lnTo>
                    <a:pt x="6438859" y="524776"/>
                  </a:lnTo>
                  <a:lnTo>
                    <a:pt x="6475711" y="473361"/>
                  </a:lnTo>
                  <a:lnTo>
                    <a:pt x="6512896" y="425613"/>
                  </a:lnTo>
                  <a:lnTo>
                    <a:pt x="6515891" y="421951"/>
                  </a:lnTo>
                  <a:lnTo>
                    <a:pt x="6562890" y="368173"/>
                  </a:lnTo>
                  <a:lnTo>
                    <a:pt x="6611513" y="319870"/>
                  </a:lnTo>
                  <a:lnTo>
                    <a:pt x="6662539" y="276749"/>
                  </a:lnTo>
                  <a:lnTo>
                    <a:pt x="6716837" y="238328"/>
                  </a:lnTo>
                  <a:lnTo>
                    <a:pt x="6775291" y="204064"/>
                  </a:lnTo>
                  <a:lnTo>
                    <a:pt x="6838720" y="173437"/>
                  </a:lnTo>
                  <a:lnTo>
                    <a:pt x="6907781" y="145992"/>
                  </a:lnTo>
                  <a:lnTo>
                    <a:pt x="6982834" y="121368"/>
                  </a:lnTo>
                  <a:lnTo>
                    <a:pt x="7063767" y="99300"/>
                  </a:lnTo>
                  <a:lnTo>
                    <a:pt x="7149794" y="79634"/>
                  </a:lnTo>
                  <a:lnTo>
                    <a:pt x="7239253" y="62308"/>
                  </a:lnTo>
                  <a:lnTo>
                    <a:pt x="7329483" y="47339"/>
                  </a:lnTo>
                  <a:lnTo>
                    <a:pt x="7416891" y="34784"/>
                  </a:lnTo>
                  <a:lnTo>
                    <a:pt x="7497287" y="24684"/>
                  </a:lnTo>
                  <a:lnTo>
                    <a:pt x="7566522" y="17010"/>
                  </a:lnTo>
                  <a:lnTo>
                    <a:pt x="7621328" y="11609"/>
                  </a:lnTo>
                  <a:lnTo>
                    <a:pt x="7660099" y="8192"/>
                  </a:lnTo>
                  <a:lnTo>
                    <a:pt x="7683369" y="6349"/>
                  </a:lnTo>
                  <a:lnTo>
                    <a:pt x="7693858" y="559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2" y="76"/>
                  </a:lnTo>
                  <a:lnTo>
                    <a:pt x="7687229" y="620"/>
                  </a:lnTo>
                  <a:lnTo>
                    <a:pt x="7667691" y="2126"/>
                  </a:lnTo>
                  <a:lnTo>
                    <a:pt x="7633167" y="5082"/>
                  </a:lnTo>
                  <a:lnTo>
                    <a:pt x="7582530" y="9924"/>
                  </a:lnTo>
                  <a:lnTo>
                    <a:pt x="7516851" y="16977"/>
                  </a:lnTo>
                  <a:lnTo>
                    <a:pt x="7439026" y="26427"/>
                  </a:lnTo>
                  <a:lnTo>
                    <a:pt x="7353054" y="38335"/>
                  </a:lnTo>
                  <a:lnTo>
                    <a:pt x="7263187" y="52671"/>
                  </a:lnTo>
                  <a:lnTo>
                    <a:pt x="7173225" y="69377"/>
                  </a:lnTo>
                  <a:lnTo>
                    <a:pt x="7086088" y="88422"/>
                  </a:lnTo>
                  <a:lnTo>
                    <a:pt x="7003697" y="109843"/>
                  </a:lnTo>
                  <a:lnTo>
                    <a:pt x="6927054" y="133770"/>
                  </a:lnTo>
                  <a:lnTo>
                    <a:pt x="6856426" y="160436"/>
                  </a:lnTo>
                  <a:lnTo>
                    <a:pt x="6791561" y="190181"/>
                  </a:lnTo>
                  <a:lnTo>
                    <a:pt x="6731866" y="223434"/>
                  </a:lnTo>
                  <a:lnTo>
                    <a:pt x="6676553" y="260702"/>
                  </a:lnTo>
                  <a:lnTo>
                    <a:pt x="6624748" y="302528"/>
                  </a:lnTo>
                  <a:lnTo>
                    <a:pt x="6575570" y="349420"/>
                  </a:lnTo>
                  <a:lnTo>
                    <a:pt x="6528208" y="401740"/>
                  </a:lnTo>
                  <a:lnTo>
                    <a:pt x="6515891" y="416506"/>
                  </a:lnTo>
                  <a:lnTo>
                    <a:pt x="6478668" y="463966"/>
                  </a:lnTo>
                  <a:lnTo>
                    <a:pt x="6441798" y="515085"/>
                  </a:lnTo>
                  <a:lnTo>
                    <a:pt x="6405040" y="569936"/>
                  </a:lnTo>
                  <a:lnTo>
                    <a:pt x="6368207" y="628526"/>
                  </a:lnTo>
                  <a:lnTo>
                    <a:pt x="6331161" y="690788"/>
                  </a:lnTo>
                  <a:lnTo>
                    <a:pt x="6293810" y="756574"/>
                  </a:lnTo>
                  <a:lnTo>
                    <a:pt x="6256102" y="825651"/>
                  </a:lnTo>
                  <a:lnTo>
                    <a:pt x="6218020" y="897701"/>
                  </a:lnTo>
                  <a:lnTo>
                    <a:pt x="6179582" y="972323"/>
                  </a:lnTo>
                  <a:lnTo>
                    <a:pt x="6140836" y="1049042"/>
                  </a:lnTo>
                  <a:lnTo>
                    <a:pt x="6101849" y="1127315"/>
                  </a:lnTo>
                  <a:lnTo>
                    <a:pt x="6062710" y="1206552"/>
                  </a:lnTo>
                  <a:lnTo>
                    <a:pt x="6023515" y="1286131"/>
                  </a:lnTo>
                  <a:lnTo>
                    <a:pt x="5984368" y="1365419"/>
                  </a:lnTo>
                  <a:lnTo>
                    <a:pt x="5945365" y="1443792"/>
                  </a:lnTo>
                  <a:lnTo>
                    <a:pt x="5906597" y="1520655"/>
                  </a:lnTo>
                  <a:lnTo>
                    <a:pt x="5868132" y="1595463"/>
                  </a:lnTo>
                  <a:lnTo>
                    <a:pt x="5830021" y="1667735"/>
                  </a:lnTo>
                  <a:lnTo>
                    <a:pt x="5792283" y="1737063"/>
                  </a:lnTo>
                  <a:lnTo>
                    <a:pt x="5754904" y="1803121"/>
                  </a:lnTo>
                  <a:lnTo>
                    <a:pt x="5717837" y="1865671"/>
                  </a:lnTo>
                  <a:lnTo>
                    <a:pt x="5680992" y="1924558"/>
                  </a:lnTo>
                  <a:lnTo>
                    <a:pt x="5644234" y="1979709"/>
                  </a:lnTo>
                  <a:lnTo>
                    <a:pt x="5607381" y="2031124"/>
                  </a:lnTo>
                  <a:lnTo>
                    <a:pt x="5570197" y="2078872"/>
                  </a:lnTo>
                  <a:lnTo>
                    <a:pt x="5567201" y="2082534"/>
                  </a:lnTo>
                  <a:lnTo>
                    <a:pt x="5520202" y="2136311"/>
                  </a:lnTo>
                  <a:lnTo>
                    <a:pt x="5471579" y="2184615"/>
                  </a:lnTo>
                  <a:lnTo>
                    <a:pt x="5420553" y="2227735"/>
                  </a:lnTo>
                  <a:lnTo>
                    <a:pt x="5366256" y="2266157"/>
                  </a:lnTo>
                  <a:lnTo>
                    <a:pt x="5307802" y="2300421"/>
                  </a:lnTo>
                  <a:lnTo>
                    <a:pt x="5244373" y="2331048"/>
                  </a:lnTo>
                  <a:lnTo>
                    <a:pt x="5175312" y="2358492"/>
                  </a:lnTo>
                  <a:lnTo>
                    <a:pt x="5100259" y="2383117"/>
                  </a:lnTo>
                  <a:lnTo>
                    <a:pt x="5019325" y="2405184"/>
                  </a:lnTo>
                  <a:lnTo>
                    <a:pt x="4933298" y="2424851"/>
                  </a:lnTo>
                  <a:lnTo>
                    <a:pt x="4843840" y="2442177"/>
                  </a:lnTo>
                  <a:lnTo>
                    <a:pt x="4753609" y="2457146"/>
                  </a:lnTo>
                  <a:lnTo>
                    <a:pt x="4666201" y="2469701"/>
                  </a:lnTo>
                  <a:lnTo>
                    <a:pt x="4585806" y="2479800"/>
                  </a:lnTo>
                  <a:lnTo>
                    <a:pt x="4516570" y="2487475"/>
                  </a:lnTo>
                  <a:lnTo>
                    <a:pt x="4461764" y="2492876"/>
                  </a:lnTo>
                  <a:lnTo>
                    <a:pt x="4422993" y="2496292"/>
                  </a:lnTo>
                  <a:lnTo>
                    <a:pt x="4399724" y="2498136"/>
                  </a:lnTo>
                  <a:lnTo>
                    <a:pt x="4389235" y="2498886"/>
                  </a:lnTo>
                  <a:lnTo>
                    <a:pt x="4386855" y="2499041"/>
                  </a:lnTo>
                  <a:lnTo>
                    <a:pt x="3848118" y="2499041"/>
                  </a:lnTo>
                  <a:lnTo>
                    <a:pt x="3846821" y="2499023"/>
                  </a:lnTo>
                  <a:lnTo>
                    <a:pt x="3838355" y="2498899"/>
                  </a:lnTo>
                  <a:lnTo>
                    <a:pt x="3817248" y="2498557"/>
                  </a:lnTo>
                  <a:lnTo>
                    <a:pt x="3780110" y="2497884"/>
                  </a:lnTo>
                  <a:lnTo>
                    <a:pt x="3725958" y="2496785"/>
                  </a:lnTo>
                  <a:lnTo>
                    <a:pt x="3656239" y="2495189"/>
                  </a:lnTo>
                  <a:lnTo>
                    <a:pt x="3574342" y="2493060"/>
                  </a:lnTo>
                  <a:lnTo>
                    <a:pt x="3484729" y="2490386"/>
                  </a:lnTo>
                  <a:lnTo>
                    <a:pt x="3391970" y="2487179"/>
                  </a:lnTo>
                  <a:lnTo>
                    <a:pt x="3299991" y="2483450"/>
                  </a:lnTo>
                  <a:lnTo>
                    <a:pt x="3211680" y="2479203"/>
                  </a:lnTo>
                  <a:lnTo>
                    <a:pt x="3128809" y="2474424"/>
                  </a:lnTo>
                  <a:lnTo>
                    <a:pt x="3052186" y="2469075"/>
                  </a:lnTo>
                  <a:lnTo>
                    <a:pt x="2981877" y="2463096"/>
                  </a:lnTo>
                  <a:lnTo>
                    <a:pt x="2917445" y="2456400"/>
                  </a:lnTo>
                  <a:lnTo>
                    <a:pt x="2858143" y="2448881"/>
                  </a:lnTo>
                  <a:lnTo>
                    <a:pt x="2803061" y="2440421"/>
                  </a:lnTo>
                  <a:lnTo>
                    <a:pt x="2751236" y="2430896"/>
                  </a:lnTo>
                  <a:lnTo>
                    <a:pt x="2701738" y="2420203"/>
                  </a:lnTo>
                  <a:lnTo>
                    <a:pt x="2667772" y="2411928"/>
                  </a:lnTo>
                  <a:lnTo>
                    <a:pt x="2616610" y="2398059"/>
                  </a:lnTo>
                  <a:lnTo>
                    <a:pt x="2565941" y="2382726"/>
                  </a:lnTo>
                  <a:lnTo>
                    <a:pt x="2515215" y="2365910"/>
                  </a:lnTo>
                  <a:lnTo>
                    <a:pt x="2464064" y="2347645"/>
                  </a:lnTo>
                  <a:lnTo>
                    <a:pt x="2412280" y="2328027"/>
                  </a:lnTo>
                  <a:lnTo>
                    <a:pt x="2359792" y="2307216"/>
                  </a:lnTo>
                  <a:lnTo>
                    <a:pt x="2306652" y="2285434"/>
                  </a:lnTo>
                  <a:lnTo>
                    <a:pt x="2253008" y="2262957"/>
                  </a:lnTo>
                  <a:lnTo>
                    <a:pt x="2199079" y="2240103"/>
                  </a:lnTo>
                  <a:lnTo>
                    <a:pt x="2145122" y="2217213"/>
                  </a:lnTo>
                  <a:lnTo>
                    <a:pt x="2091398" y="2194630"/>
                  </a:lnTo>
                  <a:lnTo>
                    <a:pt x="2038138" y="2172678"/>
                  </a:lnTo>
                  <a:lnTo>
                    <a:pt x="1985506" y="2151644"/>
                  </a:lnTo>
                  <a:lnTo>
                    <a:pt x="1933575" y="2131761"/>
                  </a:lnTo>
                  <a:lnTo>
                    <a:pt x="1882304" y="2113203"/>
                  </a:lnTo>
                  <a:lnTo>
                    <a:pt x="1831513" y="2096078"/>
                  </a:lnTo>
                  <a:lnTo>
                    <a:pt x="1780872" y="2080435"/>
                  </a:lnTo>
                  <a:lnTo>
                    <a:pt x="1729869" y="2066263"/>
                  </a:lnTo>
                  <a:lnTo>
                    <a:pt x="1719082" y="2063478"/>
                  </a:lnTo>
                  <a:lnTo>
                    <a:pt x="1670729" y="2051928"/>
                  </a:lnTo>
                  <a:lnTo>
                    <a:pt x="1620637" y="2041588"/>
                  </a:lnTo>
                  <a:lnTo>
                    <a:pt x="1567952" y="2032388"/>
                  </a:lnTo>
                  <a:lnTo>
                    <a:pt x="1511727" y="2024218"/>
                  </a:lnTo>
                  <a:lnTo>
                    <a:pt x="1451004" y="2016954"/>
                  </a:lnTo>
                  <a:lnTo>
                    <a:pt x="1384908" y="2010479"/>
                  </a:lnTo>
                  <a:lnTo>
                    <a:pt x="1312766" y="2004693"/>
                  </a:lnTo>
                  <a:lnTo>
                    <a:pt x="1234268" y="1999518"/>
                  </a:lnTo>
                  <a:lnTo>
                    <a:pt x="1149672" y="1994898"/>
                  </a:lnTo>
                  <a:lnTo>
                    <a:pt x="1060047" y="1990804"/>
                  </a:lnTo>
                  <a:lnTo>
                    <a:pt x="967488" y="1987228"/>
                  </a:lnTo>
                  <a:lnTo>
                    <a:pt x="875208" y="1984176"/>
                  </a:lnTo>
                  <a:lnTo>
                    <a:pt x="787380" y="1981663"/>
                  </a:lnTo>
                  <a:lnTo>
                    <a:pt x="708636" y="1979692"/>
                  </a:lnTo>
                  <a:lnTo>
                    <a:pt x="643222" y="1978248"/>
                  </a:lnTo>
                  <a:lnTo>
                    <a:pt x="594035" y="1977284"/>
                  </a:lnTo>
                  <a:lnTo>
                    <a:pt x="561833" y="1976719"/>
                  </a:lnTo>
                  <a:lnTo>
                    <a:pt x="544902" y="1976453"/>
                  </a:lnTo>
                  <a:lnTo>
                    <a:pt x="539200" y="1976371"/>
                  </a:lnTo>
                  <a:lnTo>
                    <a:pt x="538736" y="1976365"/>
                  </a:lnTo>
                  <a:lnTo>
                    <a:pt x="0" y="1976365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63" name="pl1263"/>
            <p:cNvSpPr/>
            <p:nvPr/>
          </p:nvSpPr>
          <p:spPr>
            <a:xfrm>
              <a:off x="546595" y="2421929"/>
              <a:ext cx="8234974" cy="2499041"/>
            </a:xfrm>
            <a:custGeom>
              <a:avLst/>
              <a:pathLst>
                <a:path w="8234974" h="2499041">
                  <a:moveTo>
                    <a:pt x="0" y="1976365"/>
                  </a:moveTo>
                  <a:lnTo>
                    <a:pt x="538736" y="1976365"/>
                  </a:lnTo>
                  <a:lnTo>
                    <a:pt x="540034" y="1976383"/>
                  </a:lnTo>
                  <a:lnTo>
                    <a:pt x="548500" y="1976507"/>
                  </a:lnTo>
                  <a:lnTo>
                    <a:pt x="569607" y="1976850"/>
                  </a:lnTo>
                  <a:lnTo>
                    <a:pt x="606745" y="1977522"/>
                  </a:lnTo>
                  <a:lnTo>
                    <a:pt x="660896" y="1978621"/>
                  </a:lnTo>
                  <a:lnTo>
                    <a:pt x="730615" y="1980217"/>
                  </a:lnTo>
                  <a:lnTo>
                    <a:pt x="812512" y="1982347"/>
                  </a:lnTo>
                  <a:lnTo>
                    <a:pt x="902125" y="1985020"/>
                  </a:lnTo>
                  <a:lnTo>
                    <a:pt x="994885" y="1988227"/>
                  </a:lnTo>
                  <a:lnTo>
                    <a:pt x="1086863" y="1991956"/>
                  </a:lnTo>
                  <a:lnTo>
                    <a:pt x="1175175" y="1996203"/>
                  </a:lnTo>
                  <a:lnTo>
                    <a:pt x="1258046" y="2000982"/>
                  </a:lnTo>
                  <a:lnTo>
                    <a:pt x="1334669" y="2006331"/>
                  </a:lnTo>
                  <a:lnTo>
                    <a:pt x="1404978" y="2012310"/>
                  </a:lnTo>
                  <a:lnTo>
                    <a:pt x="1469410" y="2019007"/>
                  </a:lnTo>
                  <a:lnTo>
                    <a:pt x="1528712" y="2026525"/>
                  </a:lnTo>
                  <a:lnTo>
                    <a:pt x="1583793" y="2034985"/>
                  </a:lnTo>
                  <a:lnTo>
                    <a:pt x="1635618" y="2044510"/>
                  </a:lnTo>
                  <a:lnTo>
                    <a:pt x="1685117" y="2055203"/>
                  </a:lnTo>
                  <a:lnTo>
                    <a:pt x="1719082" y="2063478"/>
                  </a:lnTo>
                  <a:lnTo>
                    <a:pt x="1770244" y="2077347"/>
                  </a:lnTo>
                  <a:lnTo>
                    <a:pt x="1820913" y="2092680"/>
                  </a:lnTo>
                  <a:lnTo>
                    <a:pt x="1871639" y="2109496"/>
                  </a:lnTo>
                  <a:lnTo>
                    <a:pt x="1922790" y="2127761"/>
                  </a:lnTo>
                  <a:lnTo>
                    <a:pt x="1974575" y="2147379"/>
                  </a:lnTo>
                  <a:lnTo>
                    <a:pt x="2027063" y="2168190"/>
                  </a:lnTo>
                  <a:lnTo>
                    <a:pt x="2080203" y="2189972"/>
                  </a:lnTo>
                  <a:lnTo>
                    <a:pt x="2133847" y="2212449"/>
                  </a:lnTo>
                  <a:lnTo>
                    <a:pt x="2187776" y="2235303"/>
                  </a:lnTo>
                  <a:lnTo>
                    <a:pt x="2241733" y="2258193"/>
                  </a:lnTo>
                  <a:lnTo>
                    <a:pt x="2295456" y="2280776"/>
                  </a:lnTo>
                  <a:lnTo>
                    <a:pt x="2348717" y="2302728"/>
                  </a:lnTo>
                  <a:lnTo>
                    <a:pt x="2401349" y="2323763"/>
                  </a:lnTo>
                  <a:lnTo>
                    <a:pt x="2453279" y="2343645"/>
                  </a:lnTo>
                  <a:lnTo>
                    <a:pt x="2504551" y="2362203"/>
                  </a:lnTo>
                  <a:lnTo>
                    <a:pt x="2555341" y="2379328"/>
                  </a:lnTo>
                  <a:lnTo>
                    <a:pt x="2605983" y="2394971"/>
                  </a:lnTo>
                  <a:lnTo>
                    <a:pt x="2656986" y="2409143"/>
                  </a:lnTo>
                  <a:lnTo>
                    <a:pt x="2667772" y="2411928"/>
                  </a:lnTo>
                  <a:lnTo>
                    <a:pt x="2716125" y="2423478"/>
                  </a:lnTo>
                  <a:lnTo>
                    <a:pt x="2766218" y="2433818"/>
                  </a:lnTo>
                  <a:lnTo>
                    <a:pt x="2818902" y="2443018"/>
                  </a:lnTo>
                  <a:lnTo>
                    <a:pt x="2875127" y="2451188"/>
                  </a:lnTo>
                  <a:lnTo>
                    <a:pt x="2935851" y="2458452"/>
                  </a:lnTo>
                  <a:lnTo>
                    <a:pt x="3001946" y="2464927"/>
                  </a:lnTo>
                  <a:lnTo>
                    <a:pt x="3074088" y="2470713"/>
                  </a:lnTo>
                  <a:lnTo>
                    <a:pt x="3152587" y="2475888"/>
                  </a:lnTo>
                  <a:lnTo>
                    <a:pt x="3237183" y="2480508"/>
                  </a:lnTo>
                  <a:lnTo>
                    <a:pt x="3326808" y="2484602"/>
                  </a:lnTo>
                  <a:lnTo>
                    <a:pt x="3419366" y="2488178"/>
                  </a:lnTo>
                  <a:lnTo>
                    <a:pt x="3511647" y="2491230"/>
                  </a:lnTo>
                  <a:lnTo>
                    <a:pt x="3599474" y="2493743"/>
                  </a:lnTo>
                  <a:lnTo>
                    <a:pt x="3678219" y="2495714"/>
                  </a:lnTo>
                  <a:lnTo>
                    <a:pt x="3743632" y="2497158"/>
                  </a:lnTo>
                  <a:lnTo>
                    <a:pt x="3792819" y="2498122"/>
                  </a:lnTo>
                  <a:lnTo>
                    <a:pt x="3825022" y="2498687"/>
                  </a:lnTo>
                  <a:lnTo>
                    <a:pt x="3841953" y="2498954"/>
                  </a:lnTo>
                  <a:lnTo>
                    <a:pt x="3847654" y="2499035"/>
                  </a:lnTo>
                  <a:lnTo>
                    <a:pt x="3848118" y="2499041"/>
                  </a:lnTo>
                  <a:lnTo>
                    <a:pt x="4386855" y="2499041"/>
                  </a:lnTo>
                  <a:lnTo>
                    <a:pt x="4388050" y="2498964"/>
                  </a:lnTo>
                  <a:lnTo>
                    <a:pt x="4395864" y="2498420"/>
                  </a:lnTo>
                  <a:lnTo>
                    <a:pt x="4415401" y="2496914"/>
                  </a:lnTo>
                  <a:lnTo>
                    <a:pt x="4449926" y="2493958"/>
                  </a:lnTo>
                  <a:lnTo>
                    <a:pt x="4500562" y="2489116"/>
                  </a:lnTo>
                  <a:lnTo>
                    <a:pt x="4566242" y="2482064"/>
                  </a:lnTo>
                  <a:lnTo>
                    <a:pt x="4644066" y="2472613"/>
                  </a:lnTo>
                  <a:lnTo>
                    <a:pt x="4730039" y="2460705"/>
                  </a:lnTo>
                  <a:lnTo>
                    <a:pt x="4819905" y="2446370"/>
                  </a:lnTo>
                  <a:lnTo>
                    <a:pt x="4909868" y="2429663"/>
                  </a:lnTo>
                  <a:lnTo>
                    <a:pt x="4997004" y="2410618"/>
                  </a:lnTo>
                  <a:lnTo>
                    <a:pt x="5079395" y="2389197"/>
                  </a:lnTo>
                  <a:lnTo>
                    <a:pt x="5156039" y="2365271"/>
                  </a:lnTo>
                  <a:lnTo>
                    <a:pt x="5226666" y="2338604"/>
                  </a:lnTo>
                  <a:lnTo>
                    <a:pt x="5291531" y="2308860"/>
                  </a:lnTo>
                  <a:lnTo>
                    <a:pt x="5351227" y="2275606"/>
                  </a:lnTo>
                  <a:lnTo>
                    <a:pt x="5406540" y="2238338"/>
                  </a:lnTo>
                  <a:lnTo>
                    <a:pt x="5458345" y="2196513"/>
                  </a:lnTo>
                  <a:lnTo>
                    <a:pt x="5507523" y="2149620"/>
                  </a:lnTo>
                  <a:lnTo>
                    <a:pt x="5554884" y="2097301"/>
                  </a:lnTo>
                  <a:lnTo>
                    <a:pt x="5567201" y="2082534"/>
                  </a:lnTo>
                  <a:lnTo>
                    <a:pt x="5604425" y="2035074"/>
                  </a:lnTo>
                  <a:lnTo>
                    <a:pt x="5641294" y="1983955"/>
                  </a:lnTo>
                  <a:lnTo>
                    <a:pt x="5678052" y="1929104"/>
                  </a:lnTo>
                  <a:lnTo>
                    <a:pt x="5714886" y="1870514"/>
                  </a:lnTo>
                  <a:lnTo>
                    <a:pt x="5751931" y="1808252"/>
                  </a:lnTo>
                  <a:lnTo>
                    <a:pt x="5789282" y="1742467"/>
                  </a:lnTo>
                  <a:lnTo>
                    <a:pt x="5826991" y="1673390"/>
                  </a:lnTo>
                  <a:lnTo>
                    <a:pt x="5865073" y="1601339"/>
                  </a:lnTo>
                  <a:lnTo>
                    <a:pt x="5903510" y="1526717"/>
                  </a:lnTo>
                  <a:lnTo>
                    <a:pt x="5942257" y="1449998"/>
                  </a:lnTo>
                  <a:lnTo>
                    <a:pt x="5981243" y="1371725"/>
                  </a:lnTo>
                  <a:lnTo>
                    <a:pt x="6020383" y="1292488"/>
                  </a:lnTo>
                  <a:lnTo>
                    <a:pt x="6059577" y="1212909"/>
                  </a:lnTo>
                  <a:lnTo>
                    <a:pt x="6098725" y="1133621"/>
                  </a:lnTo>
                  <a:lnTo>
                    <a:pt x="6137727" y="1055249"/>
                  </a:lnTo>
                  <a:lnTo>
                    <a:pt x="6176496" y="978385"/>
                  </a:lnTo>
                  <a:lnTo>
                    <a:pt x="6214960" y="903577"/>
                  </a:lnTo>
                  <a:lnTo>
                    <a:pt x="6253071" y="831305"/>
                  </a:lnTo>
                  <a:lnTo>
                    <a:pt x="6290810" y="761978"/>
                  </a:lnTo>
                  <a:lnTo>
                    <a:pt x="6328188" y="695919"/>
                  </a:lnTo>
                  <a:lnTo>
                    <a:pt x="6365255" y="633369"/>
                  </a:lnTo>
                  <a:lnTo>
                    <a:pt x="6402101" y="574482"/>
                  </a:lnTo>
                  <a:lnTo>
                    <a:pt x="6438859" y="519331"/>
                  </a:lnTo>
                  <a:lnTo>
                    <a:pt x="6475711" y="467916"/>
                  </a:lnTo>
                  <a:lnTo>
                    <a:pt x="6512896" y="420168"/>
                  </a:lnTo>
                  <a:lnTo>
                    <a:pt x="6515891" y="416506"/>
                  </a:lnTo>
                  <a:lnTo>
                    <a:pt x="6562890" y="362729"/>
                  </a:lnTo>
                  <a:lnTo>
                    <a:pt x="6611513" y="314425"/>
                  </a:lnTo>
                  <a:lnTo>
                    <a:pt x="6662539" y="271305"/>
                  </a:lnTo>
                  <a:lnTo>
                    <a:pt x="6716837" y="232884"/>
                  </a:lnTo>
                  <a:lnTo>
                    <a:pt x="6775291" y="198619"/>
                  </a:lnTo>
                  <a:lnTo>
                    <a:pt x="6838720" y="167992"/>
                  </a:lnTo>
                  <a:lnTo>
                    <a:pt x="6907781" y="140548"/>
                  </a:lnTo>
                  <a:lnTo>
                    <a:pt x="6982834" y="115923"/>
                  </a:lnTo>
                  <a:lnTo>
                    <a:pt x="7063767" y="93856"/>
                  </a:lnTo>
                  <a:lnTo>
                    <a:pt x="7149794" y="74189"/>
                  </a:lnTo>
                  <a:lnTo>
                    <a:pt x="7239253" y="56863"/>
                  </a:lnTo>
                  <a:lnTo>
                    <a:pt x="7329483" y="41894"/>
                  </a:lnTo>
                  <a:lnTo>
                    <a:pt x="7416891" y="29339"/>
                  </a:lnTo>
                  <a:lnTo>
                    <a:pt x="7497287" y="19240"/>
                  </a:lnTo>
                  <a:lnTo>
                    <a:pt x="7566522" y="11565"/>
                  </a:lnTo>
                  <a:lnTo>
                    <a:pt x="7621328" y="6165"/>
                  </a:lnTo>
                  <a:lnTo>
                    <a:pt x="7660099" y="2748"/>
                  </a:lnTo>
                  <a:lnTo>
                    <a:pt x="7683369" y="905"/>
                  </a:lnTo>
                  <a:lnTo>
                    <a:pt x="7693858" y="154"/>
                  </a:lnTo>
                  <a:lnTo>
                    <a:pt x="7696214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4" name="pl1264"/>
            <p:cNvSpPr/>
            <p:nvPr/>
          </p:nvSpPr>
          <p:spPr>
            <a:xfrm>
              <a:off x="546595" y="2416484"/>
              <a:ext cx="8234974" cy="2499041"/>
            </a:xfrm>
            <a:custGeom>
              <a:avLst/>
              <a:pathLst>
                <a:path w="8234974" h="2499041">
                  <a:moveTo>
                    <a:pt x="8234974" y="0"/>
                  </a:moveTo>
                  <a:lnTo>
                    <a:pt x="7696237" y="0"/>
                  </a:lnTo>
                  <a:lnTo>
                    <a:pt x="7695042" y="76"/>
                  </a:lnTo>
                  <a:lnTo>
                    <a:pt x="7687229" y="620"/>
                  </a:lnTo>
                  <a:lnTo>
                    <a:pt x="7667691" y="2126"/>
                  </a:lnTo>
                  <a:lnTo>
                    <a:pt x="7633167" y="5082"/>
                  </a:lnTo>
                  <a:lnTo>
                    <a:pt x="7582530" y="9924"/>
                  </a:lnTo>
                  <a:lnTo>
                    <a:pt x="7516851" y="16977"/>
                  </a:lnTo>
                  <a:lnTo>
                    <a:pt x="7439026" y="26427"/>
                  </a:lnTo>
                  <a:lnTo>
                    <a:pt x="7353054" y="38335"/>
                  </a:lnTo>
                  <a:lnTo>
                    <a:pt x="7263187" y="52671"/>
                  </a:lnTo>
                  <a:lnTo>
                    <a:pt x="7173225" y="69377"/>
                  </a:lnTo>
                  <a:lnTo>
                    <a:pt x="7086088" y="88422"/>
                  </a:lnTo>
                  <a:lnTo>
                    <a:pt x="7003697" y="109843"/>
                  </a:lnTo>
                  <a:lnTo>
                    <a:pt x="6927054" y="133770"/>
                  </a:lnTo>
                  <a:lnTo>
                    <a:pt x="6856426" y="160436"/>
                  </a:lnTo>
                  <a:lnTo>
                    <a:pt x="6791561" y="190181"/>
                  </a:lnTo>
                  <a:lnTo>
                    <a:pt x="6731866" y="223434"/>
                  </a:lnTo>
                  <a:lnTo>
                    <a:pt x="6676553" y="260702"/>
                  </a:lnTo>
                  <a:lnTo>
                    <a:pt x="6624748" y="302528"/>
                  </a:lnTo>
                  <a:lnTo>
                    <a:pt x="6575570" y="349420"/>
                  </a:lnTo>
                  <a:lnTo>
                    <a:pt x="6528208" y="401740"/>
                  </a:lnTo>
                  <a:lnTo>
                    <a:pt x="6515891" y="416506"/>
                  </a:lnTo>
                  <a:lnTo>
                    <a:pt x="6478668" y="463966"/>
                  </a:lnTo>
                  <a:lnTo>
                    <a:pt x="6441798" y="515085"/>
                  </a:lnTo>
                  <a:lnTo>
                    <a:pt x="6405040" y="569936"/>
                  </a:lnTo>
                  <a:lnTo>
                    <a:pt x="6368207" y="628526"/>
                  </a:lnTo>
                  <a:lnTo>
                    <a:pt x="6331161" y="690788"/>
                  </a:lnTo>
                  <a:lnTo>
                    <a:pt x="6293810" y="756574"/>
                  </a:lnTo>
                  <a:lnTo>
                    <a:pt x="6256102" y="825651"/>
                  </a:lnTo>
                  <a:lnTo>
                    <a:pt x="6218020" y="897701"/>
                  </a:lnTo>
                  <a:lnTo>
                    <a:pt x="6179582" y="972323"/>
                  </a:lnTo>
                  <a:lnTo>
                    <a:pt x="6140836" y="1049042"/>
                  </a:lnTo>
                  <a:lnTo>
                    <a:pt x="6101849" y="1127315"/>
                  </a:lnTo>
                  <a:lnTo>
                    <a:pt x="6062710" y="1206552"/>
                  </a:lnTo>
                  <a:lnTo>
                    <a:pt x="6023515" y="1286131"/>
                  </a:lnTo>
                  <a:lnTo>
                    <a:pt x="5984368" y="1365419"/>
                  </a:lnTo>
                  <a:lnTo>
                    <a:pt x="5945365" y="1443792"/>
                  </a:lnTo>
                  <a:lnTo>
                    <a:pt x="5906597" y="1520655"/>
                  </a:lnTo>
                  <a:lnTo>
                    <a:pt x="5868132" y="1595463"/>
                  </a:lnTo>
                  <a:lnTo>
                    <a:pt x="5830021" y="1667735"/>
                  </a:lnTo>
                  <a:lnTo>
                    <a:pt x="5792283" y="1737063"/>
                  </a:lnTo>
                  <a:lnTo>
                    <a:pt x="5754904" y="1803121"/>
                  </a:lnTo>
                  <a:lnTo>
                    <a:pt x="5717837" y="1865671"/>
                  </a:lnTo>
                  <a:lnTo>
                    <a:pt x="5680992" y="1924558"/>
                  </a:lnTo>
                  <a:lnTo>
                    <a:pt x="5644234" y="1979709"/>
                  </a:lnTo>
                  <a:lnTo>
                    <a:pt x="5607381" y="2031124"/>
                  </a:lnTo>
                  <a:lnTo>
                    <a:pt x="5570197" y="2078872"/>
                  </a:lnTo>
                  <a:lnTo>
                    <a:pt x="5567201" y="2082534"/>
                  </a:lnTo>
                  <a:lnTo>
                    <a:pt x="5520202" y="2136311"/>
                  </a:lnTo>
                  <a:lnTo>
                    <a:pt x="5471579" y="2184615"/>
                  </a:lnTo>
                  <a:lnTo>
                    <a:pt x="5420553" y="2227735"/>
                  </a:lnTo>
                  <a:lnTo>
                    <a:pt x="5366256" y="2266157"/>
                  </a:lnTo>
                  <a:lnTo>
                    <a:pt x="5307802" y="2300421"/>
                  </a:lnTo>
                  <a:lnTo>
                    <a:pt x="5244373" y="2331048"/>
                  </a:lnTo>
                  <a:lnTo>
                    <a:pt x="5175312" y="2358492"/>
                  </a:lnTo>
                  <a:lnTo>
                    <a:pt x="5100259" y="2383117"/>
                  </a:lnTo>
                  <a:lnTo>
                    <a:pt x="5019325" y="2405184"/>
                  </a:lnTo>
                  <a:lnTo>
                    <a:pt x="4933298" y="2424851"/>
                  </a:lnTo>
                  <a:lnTo>
                    <a:pt x="4843840" y="2442177"/>
                  </a:lnTo>
                  <a:lnTo>
                    <a:pt x="4753609" y="2457146"/>
                  </a:lnTo>
                  <a:lnTo>
                    <a:pt x="4666201" y="2469701"/>
                  </a:lnTo>
                  <a:lnTo>
                    <a:pt x="4585806" y="2479800"/>
                  </a:lnTo>
                  <a:lnTo>
                    <a:pt x="4516570" y="2487475"/>
                  </a:lnTo>
                  <a:lnTo>
                    <a:pt x="4461764" y="2492876"/>
                  </a:lnTo>
                  <a:lnTo>
                    <a:pt x="4422993" y="2496292"/>
                  </a:lnTo>
                  <a:lnTo>
                    <a:pt x="4399724" y="2498136"/>
                  </a:lnTo>
                  <a:lnTo>
                    <a:pt x="4389235" y="2498886"/>
                  </a:lnTo>
                  <a:lnTo>
                    <a:pt x="4386878" y="2499039"/>
                  </a:lnTo>
                  <a:lnTo>
                    <a:pt x="4386855" y="2499041"/>
                  </a:lnTo>
                  <a:lnTo>
                    <a:pt x="3848118" y="2499041"/>
                  </a:lnTo>
                  <a:lnTo>
                    <a:pt x="3846821" y="2499023"/>
                  </a:lnTo>
                  <a:lnTo>
                    <a:pt x="3838355" y="2498899"/>
                  </a:lnTo>
                  <a:lnTo>
                    <a:pt x="3817248" y="2498557"/>
                  </a:lnTo>
                  <a:lnTo>
                    <a:pt x="3780110" y="2497884"/>
                  </a:lnTo>
                  <a:lnTo>
                    <a:pt x="3725958" y="2496785"/>
                  </a:lnTo>
                  <a:lnTo>
                    <a:pt x="3656239" y="2495189"/>
                  </a:lnTo>
                  <a:lnTo>
                    <a:pt x="3574342" y="2493060"/>
                  </a:lnTo>
                  <a:lnTo>
                    <a:pt x="3484729" y="2490386"/>
                  </a:lnTo>
                  <a:lnTo>
                    <a:pt x="3391970" y="2487179"/>
                  </a:lnTo>
                  <a:lnTo>
                    <a:pt x="3299991" y="2483450"/>
                  </a:lnTo>
                  <a:lnTo>
                    <a:pt x="3211680" y="2479203"/>
                  </a:lnTo>
                  <a:lnTo>
                    <a:pt x="3128809" y="2474424"/>
                  </a:lnTo>
                  <a:lnTo>
                    <a:pt x="3052186" y="2469075"/>
                  </a:lnTo>
                  <a:lnTo>
                    <a:pt x="2981877" y="2463096"/>
                  </a:lnTo>
                  <a:lnTo>
                    <a:pt x="2917445" y="2456400"/>
                  </a:lnTo>
                  <a:lnTo>
                    <a:pt x="2858143" y="2448881"/>
                  </a:lnTo>
                  <a:lnTo>
                    <a:pt x="2803061" y="2440421"/>
                  </a:lnTo>
                  <a:lnTo>
                    <a:pt x="2751236" y="2430896"/>
                  </a:lnTo>
                  <a:lnTo>
                    <a:pt x="2701738" y="2420203"/>
                  </a:lnTo>
                  <a:lnTo>
                    <a:pt x="2667772" y="2411928"/>
                  </a:lnTo>
                  <a:lnTo>
                    <a:pt x="2616610" y="2398059"/>
                  </a:lnTo>
                  <a:lnTo>
                    <a:pt x="2565941" y="2382726"/>
                  </a:lnTo>
                  <a:lnTo>
                    <a:pt x="2515215" y="2365910"/>
                  </a:lnTo>
                  <a:lnTo>
                    <a:pt x="2464064" y="2347645"/>
                  </a:lnTo>
                  <a:lnTo>
                    <a:pt x="2412280" y="2328027"/>
                  </a:lnTo>
                  <a:lnTo>
                    <a:pt x="2359792" y="2307216"/>
                  </a:lnTo>
                  <a:lnTo>
                    <a:pt x="2306652" y="2285434"/>
                  </a:lnTo>
                  <a:lnTo>
                    <a:pt x="2253008" y="2262957"/>
                  </a:lnTo>
                  <a:lnTo>
                    <a:pt x="2199079" y="2240103"/>
                  </a:lnTo>
                  <a:lnTo>
                    <a:pt x="2145122" y="2217213"/>
                  </a:lnTo>
                  <a:lnTo>
                    <a:pt x="2091398" y="2194630"/>
                  </a:lnTo>
                  <a:lnTo>
                    <a:pt x="2038138" y="2172678"/>
                  </a:lnTo>
                  <a:lnTo>
                    <a:pt x="1985506" y="2151644"/>
                  </a:lnTo>
                  <a:lnTo>
                    <a:pt x="1933575" y="2131761"/>
                  </a:lnTo>
                  <a:lnTo>
                    <a:pt x="1882304" y="2113203"/>
                  </a:lnTo>
                  <a:lnTo>
                    <a:pt x="1831513" y="2096078"/>
                  </a:lnTo>
                  <a:lnTo>
                    <a:pt x="1780872" y="2080435"/>
                  </a:lnTo>
                  <a:lnTo>
                    <a:pt x="1729869" y="2066263"/>
                  </a:lnTo>
                  <a:lnTo>
                    <a:pt x="1719082" y="2063478"/>
                  </a:lnTo>
                  <a:lnTo>
                    <a:pt x="1670729" y="2051928"/>
                  </a:lnTo>
                  <a:lnTo>
                    <a:pt x="1620637" y="2041588"/>
                  </a:lnTo>
                  <a:lnTo>
                    <a:pt x="1567952" y="2032388"/>
                  </a:lnTo>
                  <a:lnTo>
                    <a:pt x="1511727" y="2024218"/>
                  </a:lnTo>
                  <a:lnTo>
                    <a:pt x="1451004" y="2016954"/>
                  </a:lnTo>
                  <a:lnTo>
                    <a:pt x="1384908" y="2010479"/>
                  </a:lnTo>
                  <a:lnTo>
                    <a:pt x="1312766" y="2004693"/>
                  </a:lnTo>
                  <a:lnTo>
                    <a:pt x="1234268" y="1999518"/>
                  </a:lnTo>
                  <a:lnTo>
                    <a:pt x="1149672" y="1994898"/>
                  </a:lnTo>
                  <a:lnTo>
                    <a:pt x="1060047" y="1990804"/>
                  </a:lnTo>
                  <a:lnTo>
                    <a:pt x="967488" y="1987228"/>
                  </a:lnTo>
                  <a:lnTo>
                    <a:pt x="875208" y="1984176"/>
                  </a:lnTo>
                  <a:lnTo>
                    <a:pt x="787380" y="1981663"/>
                  </a:lnTo>
                  <a:lnTo>
                    <a:pt x="708636" y="1979692"/>
                  </a:lnTo>
                  <a:lnTo>
                    <a:pt x="643222" y="1978248"/>
                  </a:lnTo>
                  <a:lnTo>
                    <a:pt x="594035" y="1977284"/>
                  </a:lnTo>
                  <a:lnTo>
                    <a:pt x="561833" y="1976719"/>
                  </a:lnTo>
                  <a:lnTo>
                    <a:pt x="544902" y="1976453"/>
                  </a:lnTo>
                  <a:lnTo>
                    <a:pt x="539200" y="1976371"/>
                  </a:lnTo>
                  <a:lnTo>
                    <a:pt x="538736" y="1976365"/>
                  </a:lnTo>
                  <a:lnTo>
                    <a:pt x="0" y="19763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5" name="pg1265"/>
            <p:cNvSpPr/>
            <p:nvPr/>
          </p:nvSpPr>
          <p:spPr>
            <a:xfrm>
              <a:off x="546595" y="4398295"/>
              <a:ext cx="8234974" cy="784012"/>
            </a:xfrm>
            <a:custGeom>
              <a:avLst/>
              <a:pathLst>
                <a:path w="8234974" h="784012">
                  <a:moveTo>
                    <a:pt x="0" y="10889"/>
                  </a:moveTo>
                  <a:lnTo>
                    <a:pt x="538736" y="10889"/>
                  </a:lnTo>
                  <a:lnTo>
                    <a:pt x="540032" y="10909"/>
                  </a:lnTo>
                  <a:lnTo>
                    <a:pt x="548486" y="11053"/>
                  </a:lnTo>
                  <a:lnTo>
                    <a:pt x="569565" y="11453"/>
                  </a:lnTo>
                  <a:lnTo>
                    <a:pt x="606656" y="12236"/>
                  </a:lnTo>
                  <a:lnTo>
                    <a:pt x="660744" y="13516"/>
                  </a:lnTo>
                  <a:lnTo>
                    <a:pt x="730391" y="15375"/>
                  </a:lnTo>
                  <a:lnTo>
                    <a:pt x="812216" y="17857"/>
                  </a:lnTo>
                  <a:lnTo>
                    <a:pt x="901766" y="20972"/>
                  </a:lnTo>
                  <a:lnTo>
                    <a:pt x="994476" y="24710"/>
                  </a:lnTo>
                  <a:lnTo>
                    <a:pt x="1086421" y="29055"/>
                  </a:lnTo>
                  <a:lnTo>
                    <a:pt x="1174714" y="34004"/>
                  </a:lnTo>
                  <a:lnTo>
                    <a:pt x="1257578" y="39574"/>
                  </a:lnTo>
                  <a:lnTo>
                    <a:pt x="1334203" y="45806"/>
                  </a:lnTo>
                  <a:lnTo>
                    <a:pt x="1404518" y="52774"/>
                  </a:lnTo>
                  <a:lnTo>
                    <a:pt x="1468957" y="60576"/>
                  </a:lnTo>
                  <a:lnTo>
                    <a:pt x="1528266" y="69335"/>
                  </a:lnTo>
                  <a:lnTo>
                    <a:pt x="1583351" y="79192"/>
                  </a:lnTo>
                  <a:lnTo>
                    <a:pt x="1635174" y="90287"/>
                  </a:lnTo>
                  <a:lnTo>
                    <a:pt x="1684666" y="102743"/>
                  </a:lnTo>
                  <a:lnTo>
                    <a:pt x="1719082" y="112520"/>
                  </a:lnTo>
                  <a:lnTo>
                    <a:pt x="1769713" y="128523"/>
                  </a:lnTo>
                  <a:lnTo>
                    <a:pt x="1819855" y="146197"/>
                  </a:lnTo>
                  <a:lnTo>
                    <a:pt x="1870044" y="165567"/>
                  </a:lnTo>
                  <a:lnTo>
                    <a:pt x="1920640" y="186593"/>
                  </a:lnTo>
                  <a:lnTo>
                    <a:pt x="1971851" y="209172"/>
                  </a:lnTo>
                  <a:lnTo>
                    <a:pt x="2023751" y="233125"/>
                  </a:lnTo>
                  <a:lnTo>
                    <a:pt x="2076295" y="258205"/>
                  </a:lnTo>
                  <a:lnTo>
                    <a:pt x="2129347" y="284104"/>
                  </a:lnTo>
                  <a:lnTo>
                    <a:pt x="2182697" y="310466"/>
                  </a:lnTo>
                  <a:lnTo>
                    <a:pt x="2236100" y="336906"/>
                  </a:lnTo>
                  <a:lnTo>
                    <a:pt x="2289299" y="363036"/>
                  </a:lnTo>
                  <a:lnTo>
                    <a:pt x="2342068" y="388485"/>
                  </a:lnTo>
                  <a:lnTo>
                    <a:pt x="2394238" y="412924"/>
                  </a:lnTo>
                  <a:lnTo>
                    <a:pt x="2445724" y="436080"/>
                  </a:lnTo>
                  <a:lnTo>
                    <a:pt x="2496550" y="457747"/>
                  </a:lnTo>
                  <a:lnTo>
                    <a:pt x="2546868" y="477790"/>
                  </a:lnTo>
                  <a:lnTo>
                    <a:pt x="2596975" y="496146"/>
                  </a:lnTo>
                  <a:lnTo>
                    <a:pt x="2647332" y="512814"/>
                  </a:lnTo>
                  <a:lnTo>
                    <a:pt x="2667772" y="519045"/>
                  </a:lnTo>
                  <a:lnTo>
                    <a:pt x="2716101" y="532514"/>
                  </a:lnTo>
                  <a:lnTo>
                    <a:pt x="2766168" y="544573"/>
                  </a:lnTo>
                  <a:lnTo>
                    <a:pt x="2818823" y="555302"/>
                  </a:lnTo>
                  <a:lnTo>
                    <a:pt x="2875013" y="564831"/>
                  </a:lnTo>
                  <a:lnTo>
                    <a:pt x="2935696" y="573303"/>
                  </a:lnTo>
                  <a:lnTo>
                    <a:pt x="3001744" y="580856"/>
                  </a:lnTo>
                  <a:lnTo>
                    <a:pt x="3073831" y="587605"/>
                  </a:lnTo>
                  <a:lnTo>
                    <a:pt x="3152268" y="593643"/>
                  </a:lnTo>
                  <a:lnTo>
                    <a:pt x="3236799" y="599033"/>
                  </a:lnTo>
                  <a:lnTo>
                    <a:pt x="3326360" y="603809"/>
                  </a:lnTo>
                  <a:lnTo>
                    <a:pt x="3418866" y="607983"/>
                  </a:lnTo>
                  <a:lnTo>
                    <a:pt x="3511114" y="611545"/>
                  </a:lnTo>
                  <a:lnTo>
                    <a:pt x="3598940" y="614480"/>
                  </a:lnTo>
                  <a:lnTo>
                    <a:pt x="3677721" y="616781"/>
                  </a:lnTo>
                  <a:lnTo>
                    <a:pt x="3743210" y="618469"/>
                  </a:lnTo>
                  <a:lnTo>
                    <a:pt x="3792501" y="619598"/>
                  </a:lnTo>
                  <a:lnTo>
                    <a:pt x="3824821" y="620260"/>
                  </a:lnTo>
                  <a:lnTo>
                    <a:pt x="3841860" y="620573"/>
                  </a:lnTo>
                  <a:lnTo>
                    <a:pt x="3847636" y="620669"/>
                  </a:lnTo>
                  <a:lnTo>
                    <a:pt x="3848118" y="620676"/>
                  </a:lnTo>
                  <a:lnTo>
                    <a:pt x="4386855" y="620676"/>
                  </a:lnTo>
                  <a:lnTo>
                    <a:pt x="4388157" y="620682"/>
                  </a:lnTo>
                  <a:lnTo>
                    <a:pt x="4396653" y="620721"/>
                  </a:lnTo>
                  <a:lnTo>
                    <a:pt x="4417831" y="620828"/>
                  </a:lnTo>
                  <a:lnTo>
                    <a:pt x="4455088" y="621039"/>
                  </a:lnTo>
                  <a:lnTo>
                    <a:pt x="4509398" y="621384"/>
                  </a:lnTo>
                  <a:lnTo>
                    <a:pt x="4579297" y="621884"/>
                  </a:lnTo>
                  <a:lnTo>
                    <a:pt x="4661374" y="622552"/>
                  </a:lnTo>
                  <a:lnTo>
                    <a:pt x="4751146" y="623390"/>
                  </a:lnTo>
                  <a:lnTo>
                    <a:pt x="4844029" y="624395"/>
                  </a:lnTo>
                  <a:lnTo>
                    <a:pt x="4936092" y="625564"/>
                  </a:lnTo>
                  <a:lnTo>
                    <a:pt x="5024450" y="626895"/>
                  </a:lnTo>
                  <a:lnTo>
                    <a:pt x="5107338" y="628392"/>
                  </a:lnTo>
                  <a:lnTo>
                    <a:pt x="5183957" y="630069"/>
                  </a:lnTo>
                  <a:lnTo>
                    <a:pt x="5254250" y="631943"/>
                  </a:lnTo>
                  <a:lnTo>
                    <a:pt x="5318663" y="634043"/>
                  </a:lnTo>
                  <a:lnTo>
                    <a:pt x="5377948" y="636400"/>
                  </a:lnTo>
                  <a:lnTo>
                    <a:pt x="5433022" y="639054"/>
                  </a:lnTo>
                  <a:lnTo>
                    <a:pt x="5484851" y="642041"/>
                  </a:lnTo>
                  <a:lnTo>
                    <a:pt x="5534368" y="645395"/>
                  </a:lnTo>
                  <a:lnTo>
                    <a:pt x="5567201" y="647899"/>
                  </a:lnTo>
                  <a:lnTo>
                    <a:pt x="5619825" y="652365"/>
                  </a:lnTo>
                  <a:lnTo>
                    <a:pt x="5671945" y="657315"/>
                  </a:lnTo>
                  <a:lnTo>
                    <a:pt x="5724153" y="662755"/>
                  </a:lnTo>
                  <a:lnTo>
                    <a:pt x="5776834" y="668672"/>
                  </a:lnTo>
                  <a:lnTo>
                    <a:pt x="5830201" y="675032"/>
                  </a:lnTo>
                  <a:lnTo>
                    <a:pt x="5884312" y="681777"/>
                  </a:lnTo>
                  <a:lnTo>
                    <a:pt x="5939091" y="688829"/>
                  </a:lnTo>
                  <a:lnTo>
                    <a:pt x="5994362" y="696090"/>
                  </a:lnTo>
                  <a:lnTo>
                    <a:pt x="6049875" y="703450"/>
                  </a:lnTo>
                  <a:lnTo>
                    <a:pt x="6105344" y="710792"/>
                  </a:lnTo>
                  <a:lnTo>
                    <a:pt x="6160491" y="718002"/>
                  </a:lnTo>
                  <a:lnTo>
                    <a:pt x="6215085" y="724971"/>
                  </a:lnTo>
                  <a:lnTo>
                    <a:pt x="6268974" y="731607"/>
                  </a:lnTo>
                  <a:lnTo>
                    <a:pt x="6322123" y="737840"/>
                  </a:lnTo>
                  <a:lnTo>
                    <a:pt x="6374633" y="743617"/>
                  </a:lnTo>
                  <a:lnTo>
                    <a:pt x="6426765" y="748910"/>
                  </a:lnTo>
                  <a:lnTo>
                    <a:pt x="6478964" y="753714"/>
                  </a:lnTo>
                  <a:lnTo>
                    <a:pt x="6515891" y="756790"/>
                  </a:lnTo>
                  <a:lnTo>
                    <a:pt x="6564304" y="760403"/>
                  </a:lnTo>
                  <a:lnTo>
                    <a:pt x="6614462" y="763638"/>
                  </a:lnTo>
                  <a:lnTo>
                    <a:pt x="6667221" y="766515"/>
                  </a:lnTo>
                  <a:lnTo>
                    <a:pt x="6723532" y="769070"/>
                  </a:lnTo>
                  <a:lnTo>
                    <a:pt x="6784357" y="771342"/>
                  </a:lnTo>
                  <a:lnTo>
                    <a:pt x="6850573" y="773366"/>
                  </a:lnTo>
                  <a:lnTo>
                    <a:pt x="6922854" y="775175"/>
                  </a:lnTo>
                  <a:lnTo>
                    <a:pt x="7001507" y="776792"/>
                  </a:lnTo>
                  <a:lnTo>
                    <a:pt x="7086266" y="778236"/>
                  </a:lnTo>
                  <a:lnTo>
                    <a:pt x="7176049" y="779515"/>
                  </a:lnTo>
                  <a:lnTo>
                    <a:pt x="7268740" y="780632"/>
                  </a:lnTo>
                  <a:lnTo>
                    <a:pt x="7361101" y="781584"/>
                  </a:lnTo>
                  <a:lnTo>
                    <a:pt x="7448932" y="782368"/>
                  </a:lnTo>
                  <a:lnTo>
                    <a:pt x="7527584" y="782982"/>
                  </a:lnTo>
                  <a:lnTo>
                    <a:pt x="7592808" y="783431"/>
                  </a:lnTo>
                  <a:lnTo>
                    <a:pt x="7641731" y="783730"/>
                  </a:lnTo>
                  <a:lnTo>
                    <a:pt x="7673639" y="783904"/>
                  </a:lnTo>
                  <a:lnTo>
                    <a:pt x="7690300" y="783986"/>
                  </a:lnTo>
                  <a:lnTo>
                    <a:pt x="7695817" y="784011"/>
                  </a:lnTo>
                  <a:lnTo>
                    <a:pt x="7696237" y="784012"/>
                  </a:lnTo>
                  <a:lnTo>
                    <a:pt x="8234974" y="784012"/>
                  </a:lnTo>
                  <a:lnTo>
                    <a:pt x="8234974" y="773123"/>
                  </a:lnTo>
                  <a:lnTo>
                    <a:pt x="7696237" y="773123"/>
                  </a:lnTo>
                  <a:lnTo>
                    <a:pt x="7694935" y="773118"/>
                  </a:lnTo>
                  <a:lnTo>
                    <a:pt x="7686439" y="773079"/>
                  </a:lnTo>
                  <a:lnTo>
                    <a:pt x="7665261" y="772971"/>
                  </a:lnTo>
                  <a:lnTo>
                    <a:pt x="7628004" y="772761"/>
                  </a:lnTo>
                  <a:lnTo>
                    <a:pt x="7573695" y="772416"/>
                  </a:lnTo>
                  <a:lnTo>
                    <a:pt x="7503795" y="771916"/>
                  </a:lnTo>
                  <a:lnTo>
                    <a:pt x="7421718" y="771248"/>
                  </a:lnTo>
                  <a:lnTo>
                    <a:pt x="7331947" y="770410"/>
                  </a:lnTo>
                  <a:lnTo>
                    <a:pt x="7239063" y="769405"/>
                  </a:lnTo>
                  <a:lnTo>
                    <a:pt x="7147001" y="768236"/>
                  </a:lnTo>
                  <a:lnTo>
                    <a:pt x="7058642" y="766905"/>
                  </a:lnTo>
                  <a:lnTo>
                    <a:pt x="6975755" y="765407"/>
                  </a:lnTo>
                  <a:lnTo>
                    <a:pt x="6899135" y="763731"/>
                  </a:lnTo>
                  <a:lnTo>
                    <a:pt x="6828842" y="761857"/>
                  </a:lnTo>
                  <a:lnTo>
                    <a:pt x="6764430" y="759757"/>
                  </a:lnTo>
                  <a:lnTo>
                    <a:pt x="6705144" y="757400"/>
                  </a:lnTo>
                  <a:lnTo>
                    <a:pt x="6650070" y="754746"/>
                  </a:lnTo>
                  <a:lnTo>
                    <a:pt x="6598241" y="751758"/>
                  </a:lnTo>
                  <a:lnTo>
                    <a:pt x="6548725" y="748404"/>
                  </a:lnTo>
                  <a:lnTo>
                    <a:pt x="6515891" y="745901"/>
                  </a:lnTo>
                  <a:lnTo>
                    <a:pt x="6463268" y="741435"/>
                  </a:lnTo>
                  <a:lnTo>
                    <a:pt x="6411147" y="736485"/>
                  </a:lnTo>
                  <a:lnTo>
                    <a:pt x="6358940" y="731045"/>
                  </a:lnTo>
                  <a:lnTo>
                    <a:pt x="6306258" y="725127"/>
                  </a:lnTo>
                  <a:lnTo>
                    <a:pt x="6252891" y="718768"/>
                  </a:lnTo>
                  <a:lnTo>
                    <a:pt x="6198781" y="712023"/>
                  </a:lnTo>
                  <a:lnTo>
                    <a:pt x="6144001" y="704971"/>
                  </a:lnTo>
                  <a:lnTo>
                    <a:pt x="6088730" y="697710"/>
                  </a:lnTo>
                  <a:lnTo>
                    <a:pt x="6033218" y="690350"/>
                  </a:lnTo>
                  <a:lnTo>
                    <a:pt x="5977749" y="683007"/>
                  </a:lnTo>
                  <a:lnTo>
                    <a:pt x="5922601" y="675798"/>
                  </a:lnTo>
                  <a:lnTo>
                    <a:pt x="5868008" y="668829"/>
                  </a:lnTo>
                  <a:lnTo>
                    <a:pt x="5814118" y="662192"/>
                  </a:lnTo>
                  <a:lnTo>
                    <a:pt x="5760969" y="655960"/>
                  </a:lnTo>
                  <a:lnTo>
                    <a:pt x="5708460" y="650183"/>
                  </a:lnTo>
                  <a:lnTo>
                    <a:pt x="5656328" y="644889"/>
                  </a:lnTo>
                  <a:lnTo>
                    <a:pt x="5604129" y="640086"/>
                  </a:lnTo>
                  <a:lnTo>
                    <a:pt x="5567201" y="637010"/>
                  </a:lnTo>
                  <a:lnTo>
                    <a:pt x="5518788" y="633396"/>
                  </a:lnTo>
                  <a:lnTo>
                    <a:pt x="5468630" y="630162"/>
                  </a:lnTo>
                  <a:lnTo>
                    <a:pt x="5415872" y="627285"/>
                  </a:lnTo>
                  <a:lnTo>
                    <a:pt x="5359560" y="624730"/>
                  </a:lnTo>
                  <a:lnTo>
                    <a:pt x="5298735" y="622458"/>
                  </a:lnTo>
                  <a:lnTo>
                    <a:pt x="5232519" y="620434"/>
                  </a:lnTo>
                  <a:lnTo>
                    <a:pt x="5160239" y="618625"/>
                  </a:lnTo>
                  <a:lnTo>
                    <a:pt x="5081586" y="617007"/>
                  </a:lnTo>
                  <a:lnTo>
                    <a:pt x="4996826" y="615564"/>
                  </a:lnTo>
                  <a:lnTo>
                    <a:pt x="4907044" y="614285"/>
                  </a:lnTo>
                  <a:lnTo>
                    <a:pt x="4814353" y="613168"/>
                  </a:lnTo>
                  <a:lnTo>
                    <a:pt x="4721991" y="612215"/>
                  </a:lnTo>
                  <a:lnTo>
                    <a:pt x="4634161" y="611432"/>
                  </a:lnTo>
                  <a:lnTo>
                    <a:pt x="4555509" y="610818"/>
                  </a:lnTo>
                  <a:lnTo>
                    <a:pt x="4490284" y="610369"/>
                  </a:lnTo>
                  <a:lnTo>
                    <a:pt x="4441361" y="610070"/>
                  </a:lnTo>
                  <a:lnTo>
                    <a:pt x="4409454" y="609895"/>
                  </a:lnTo>
                  <a:lnTo>
                    <a:pt x="4392793" y="609814"/>
                  </a:lnTo>
                  <a:lnTo>
                    <a:pt x="4387275" y="609789"/>
                  </a:lnTo>
                  <a:lnTo>
                    <a:pt x="4386855" y="609787"/>
                  </a:lnTo>
                  <a:lnTo>
                    <a:pt x="3848118" y="609787"/>
                  </a:lnTo>
                  <a:lnTo>
                    <a:pt x="3846823" y="609767"/>
                  </a:lnTo>
                  <a:lnTo>
                    <a:pt x="3838368" y="609623"/>
                  </a:lnTo>
                  <a:lnTo>
                    <a:pt x="3817290" y="609223"/>
                  </a:lnTo>
                  <a:lnTo>
                    <a:pt x="3780199" y="608440"/>
                  </a:lnTo>
                  <a:lnTo>
                    <a:pt x="3726111" y="607160"/>
                  </a:lnTo>
                  <a:lnTo>
                    <a:pt x="3656463" y="605301"/>
                  </a:lnTo>
                  <a:lnTo>
                    <a:pt x="3574638" y="602819"/>
                  </a:lnTo>
                  <a:lnTo>
                    <a:pt x="3485088" y="599704"/>
                  </a:lnTo>
                  <a:lnTo>
                    <a:pt x="3392378" y="595966"/>
                  </a:lnTo>
                  <a:lnTo>
                    <a:pt x="3300434" y="591621"/>
                  </a:lnTo>
                  <a:lnTo>
                    <a:pt x="3212141" y="586672"/>
                  </a:lnTo>
                  <a:lnTo>
                    <a:pt x="3129277" y="581102"/>
                  </a:lnTo>
                  <a:lnTo>
                    <a:pt x="3052652" y="574869"/>
                  </a:lnTo>
                  <a:lnTo>
                    <a:pt x="2982337" y="567902"/>
                  </a:lnTo>
                  <a:lnTo>
                    <a:pt x="2917897" y="560100"/>
                  </a:lnTo>
                  <a:lnTo>
                    <a:pt x="2858589" y="551341"/>
                  </a:lnTo>
                  <a:lnTo>
                    <a:pt x="2803504" y="541484"/>
                  </a:lnTo>
                  <a:lnTo>
                    <a:pt x="2751680" y="530388"/>
                  </a:lnTo>
                  <a:lnTo>
                    <a:pt x="2702189" y="517933"/>
                  </a:lnTo>
                  <a:lnTo>
                    <a:pt x="2667772" y="508156"/>
                  </a:lnTo>
                  <a:lnTo>
                    <a:pt x="2617141" y="492153"/>
                  </a:lnTo>
                  <a:lnTo>
                    <a:pt x="2567000" y="474478"/>
                  </a:lnTo>
                  <a:lnTo>
                    <a:pt x="2516811" y="455109"/>
                  </a:lnTo>
                  <a:lnTo>
                    <a:pt x="2466214" y="434082"/>
                  </a:lnTo>
                  <a:lnTo>
                    <a:pt x="2415003" y="411504"/>
                  </a:lnTo>
                  <a:lnTo>
                    <a:pt x="2363104" y="387551"/>
                  </a:lnTo>
                  <a:lnTo>
                    <a:pt x="2310559" y="362471"/>
                  </a:lnTo>
                  <a:lnTo>
                    <a:pt x="2257508" y="336572"/>
                  </a:lnTo>
                  <a:lnTo>
                    <a:pt x="2204157" y="310210"/>
                  </a:lnTo>
                  <a:lnTo>
                    <a:pt x="2150755" y="283770"/>
                  </a:lnTo>
                  <a:lnTo>
                    <a:pt x="2097556" y="257640"/>
                  </a:lnTo>
                  <a:lnTo>
                    <a:pt x="2044786" y="232191"/>
                  </a:lnTo>
                  <a:lnTo>
                    <a:pt x="1992617" y="207752"/>
                  </a:lnTo>
                  <a:lnTo>
                    <a:pt x="1941131" y="184596"/>
                  </a:lnTo>
                  <a:lnTo>
                    <a:pt x="1890304" y="162929"/>
                  </a:lnTo>
                  <a:lnTo>
                    <a:pt x="1839986" y="142886"/>
                  </a:lnTo>
                  <a:lnTo>
                    <a:pt x="1789879" y="124530"/>
                  </a:lnTo>
                  <a:lnTo>
                    <a:pt x="1739522" y="107862"/>
                  </a:lnTo>
                  <a:lnTo>
                    <a:pt x="1719082" y="101631"/>
                  </a:lnTo>
                  <a:lnTo>
                    <a:pt x="1670753" y="88162"/>
                  </a:lnTo>
                  <a:lnTo>
                    <a:pt x="1620687" y="76103"/>
                  </a:lnTo>
                  <a:lnTo>
                    <a:pt x="1568032" y="65374"/>
                  </a:lnTo>
                  <a:lnTo>
                    <a:pt x="1511841" y="55845"/>
                  </a:lnTo>
                  <a:lnTo>
                    <a:pt x="1451159" y="47372"/>
                  </a:lnTo>
                  <a:lnTo>
                    <a:pt x="1385110" y="39820"/>
                  </a:lnTo>
                  <a:lnTo>
                    <a:pt x="1313024" y="33071"/>
                  </a:lnTo>
                  <a:lnTo>
                    <a:pt x="1234587" y="27033"/>
                  </a:lnTo>
                  <a:lnTo>
                    <a:pt x="1150056" y="21643"/>
                  </a:lnTo>
                  <a:lnTo>
                    <a:pt x="1060494" y="16867"/>
                  </a:lnTo>
                  <a:lnTo>
                    <a:pt x="967988" y="12693"/>
                  </a:lnTo>
                  <a:lnTo>
                    <a:pt x="875740" y="9131"/>
                  </a:lnTo>
                  <a:lnTo>
                    <a:pt x="787914" y="6196"/>
                  </a:lnTo>
                  <a:lnTo>
                    <a:pt x="709133" y="3894"/>
                  </a:lnTo>
                  <a:lnTo>
                    <a:pt x="643645" y="2206"/>
                  </a:lnTo>
                  <a:lnTo>
                    <a:pt x="594353" y="1078"/>
                  </a:lnTo>
                  <a:lnTo>
                    <a:pt x="562034" y="416"/>
                  </a:lnTo>
                  <a:lnTo>
                    <a:pt x="544995" y="103"/>
                  </a:lnTo>
                  <a:lnTo>
                    <a:pt x="539218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66" name="pl1266"/>
            <p:cNvSpPr/>
            <p:nvPr/>
          </p:nvSpPr>
          <p:spPr>
            <a:xfrm>
              <a:off x="546595" y="4409184"/>
              <a:ext cx="8234974" cy="773123"/>
            </a:xfrm>
            <a:custGeom>
              <a:avLst/>
              <a:pathLst>
                <a:path w="8234974" h="773123">
                  <a:moveTo>
                    <a:pt x="0" y="0"/>
                  </a:moveTo>
                  <a:lnTo>
                    <a:pt x="538736" y="0"/>
                  </a:lnTo>
                  <a:lnTo>
                    <a:pt x="540032" y="20"/>
                  </a:lnTo>
                  <a:lnTo>
                    <a:pt x="548486" y="164"/>
                  </a:lnTo>
                  <a:lnTo>
                    <a:pt x="569565" y="564"/>
                  </a:lnTo>
                  <a:lnTo>
                    <a:pt x="606656" y="1347"/>
                  </a:lnTo>
                  <a:lnTo>
                    <a:pt x="660744" y="2627"/>
                  </a:lnTo>
                  <a:lnTo>
                    <a:pt x="730391" y="4486"/>
                  </a:lnTo>
                  <a:lnTo>
                    <a:pt x="812216" y="6968"/>
                  </a:lnTo>
                  <a:lnTo>
                    <a:pt x="901766" y="10083"/>
                  </a:lnTo>
                  <a:lnTo>
                    <a:pt x="994476" y="13820"/>
                  </a:lnTo>
                  <a:lnTo>
                    <a:pt x="1086421" y="18166"/>
                  </a:lnTo>
                  <a:lnTo>
                    <a:pt x="1174714" y="23115"/>
                  </a:lnTo>
                  <a:lnTo>
                    <a:pt x="1257578" y="28685"/>
                  </a:lnTo>
                  <a:lnTo>
                    <a:pt x="1334203" y="34917"/>
                  </a:lnTo>
                  <a:lnTo>
                    <a:pt x="1404518" y="41885"/>
                  </a:lnTo>
                  <a:lnTo>
                    <a:pt x="1468957" y="49687"/>
                  </a:lnTo>
                  <a:lnTo>
                    <a:pt x="1528266" y="58446"/>
                  </a:lnTo>
                  <a:lnTo>
                    <a:pt x="1583351" y="68302"/>
                  </a:lnTo>
                  <a:lnTo>
                    <a:pt x="1635174" y="79398"/>
                  </a:lnTo>
                  <a:lnTo>
                    <a:pt x="1684666" y="91854"/>
                  </a:lnTo>
                  <a:lnTo>
                    <a:pt x="1719082" y="101631"/>
                  </a:lnTo>
                  <a:lnTo>
                    <a:pt x="1769713" y="117634"/>
                  </a:lnTo>
                  <a:lnTo>
                    <a:pt x="1819855" y="135308"/>
                  </a:lnTo>
                  <a:lnTo>
                    <a:pt x="1870044" y="154678"/>
                  </a:lnTo>
                  <a:lnTo>
                    <a:pt x="1920640" y="175704"/>
                  </a:lnTo>
                  <a:lnTo>
                    <a:pt x="1971851" y="198283"/>
                  </a:lnTo>
                  <a:lnTo>
                    <a:pt x="2023751" y="222235"/>
                  </a:lnTo>
                  <a:lnTo>
                    <a:pt x="2076295" y="247316"/>
                  </a:lnTo>
                  <a:lnTo>
                    <a:pt x="2129347" y="273215"/>
                  </a:lnTo>
                  <a:lnTo>
                    <a:pt x="2182697" y="299577"/>
                  </a:lnTo>
                  <a:lnTo>
                    <a:pt x="2236100" y="326017"/>
                  </a:lnTo>
                  <a:lnTo>
                    <a:pt x="2289299" y="352147"/>
                  </a:lnTo>
                  <a:lnTo>
                    <a:pt x="2342068" y="377596"/>
                  </a:lnTo>
                  <a:lnTo>
                    <a:pt x="2394238" y="402035"/>
                  </a:lnTo>
                  <a:lnTo>
                    <a:pt x="2445724" y="425191"/>
                  </a:lnTo>
                  <a:lnTo>
                    <a:pt x="2496550" y="446857"/>
                  </a:lnTo>
                  <a:lnTo>
                    <a:pt x="2546868" y="466901"/>
                  </a:lnTo>
                  <a:lnTo>
                    <a:pt x="2596975" y="485257"/>
                  </a:lnTo>
                  <a:lnTo>
                    <a:pt x="2647332" y="501925"/>
                  </a:lnTo>
                  <a:lnTo>
                    <a:pt x="2667772" y="508156"/>
                  </a:lnTo>
                  <a:lnTo>
                    <a:pt x="2716101" y="521625"/>
                  </a:lnTo>
                  <a:lnTo>
                    <a:pt x="2766168" y="533684"/>
                  </a:lnTo>
                  <a:lnTo>
                    <a:pt x="2818823" y="544413"/>
                  </a:lnTo>
                  <a:lnTo>
                    <a:pt x="2875013" y="553942"/>
                  </a:lnTo>
                  <a:lnTo>
                    <a:pt x="2935696" y="562414"/>
                  </a:lnTo>
                  <a:lnTo>
                    <a:pt x="3001744" y="569967"/>
                  </a:lnTo>
                  <a:lnTo>
                    <a:pt x="3073831" y="576716"/>
                  </a:lnTo>
                  <a:lnTo>
                    <a:pt x="3152268" y="582754"/>
                  </a:lnTo>
                  <a:lnTo>
                    <a:pt x="3236799" y="588143"/>
                  </a:lnTo>
                  <a:lnTo>
                    <a:pt x="3326360" y="592920"/>
                  </a:lnTo>
                  <a:lnTo>
                    <a:pt x="3418866" y="597094"/>
                  </a:lnTo>
                  <a:lnTo>
                    <a:pt x="3511114" y="600656"/>
                  </a:lnTo>
                  <a:lnTo>
                    <a:pt x="3598940" y="603590"/>
                  </a:lnTo>
                  <a:lnTo>
                    <a:pt x="3677721" y="605892"/>
                  </a:lnTo>
                  <a:lnTo>
                    <a:pt x="3743210" y="607580"/>
                  </a:lnTo>
                  <a:lnTo>
                    <a:pt x="3792501" y="608709"/>
                  </a:lnTo>
                  <a:lnTo>
                    <a:pt x="3824821" y="609371"/>
                  </a:lnTo>
                  <a:lnTo>
                    <a:pt x="3841860" y="609684"/>
                  </a:lnTo>
                  <a:lnTo>
                    <a:pt x="3847636" y="609780"/>
                  </a:lnTo>
                  <a:lnTo>
                    <a:pt x="3848118" y="609787"/>
                  </a:lnTo>
                  <a:lnTo>
                    <a:pt x="4386855" y="609787"/>
                  </a:lnTo>
                  <a:lnTo>
                    <a:pt x="4388157" y="609793"/>
                  </a:lnTo>
                  <a:lnTo>
                    <a:pt x="4396653" y="609832"/>
                  </a:lnTo>
                  <a:lnTo>
                    <a:pt x="4417831" y="609939"/>
                  </a:lnTo>
                  <a:lnTo>
                    <a:pt x="4455088" y="610150"/>
                  </a:lnTo>
                  <a:lnTo>
                    <a:pt x="4509398" y="610495"/>
                  </a:lnTo>
                  <a:lnTo>
                    <a:pt x="4579297" y="610995"/>
                  </a:lnTo>
                  <a:lnTo>
                    <a:pt x="4661374" y="611663"/>
                  </a:lnTo>
                  <a:lnTo>
                    <a:pt x="4751146" y="612501"/>
                  </a:lnTo>
                  <a:lnTo>
                    <a:pt x="4844029" y="613506"/>
                  </a:lnTo>
                  <a:lnTo>
                    <a:pt x="4936092" y="614675"/>
                  </a:lnTo>
                  <a:lnTo>
                    <a:pt x="5024450" y="616006"/>
                  </a:lnTo>
                  <a:lnTo>
                    <a:pt x="5107338" y="617503"/>
                  </a:lnTo>
                  <a:lnTo>
                    <a:pt x="5183957" y="619180"/>
                  </a:lnTo>
                  <a:lnTo>
                    <a:pt x="5254250" y="621054"/>
                  </a:lnTo>
                  <a:lnTo>
                    <a:pt x="5318663" y="623153"/>
                  </a:lnTo>
                  <a:lnTo>
                    <a:pt x="5377948" y="625511"/>
                  </a:lnTo>
                  <a:lnTo>
                    <a:pt x="5433022" y="628165"/>
                  </a:lnTo>
                  <a:lnTo>
                    <a:pt x="5484851" y="631152"/>
                  </a:lnTo>
                  <a:lnTo>
                    <a:pt x="5534368" y="634506"/>
                  </a:lnTo>
                  <a:lnTo>
                    <a:pt x="5567201" y="637010"/>
                  </a:lnTo>
                  <a:lnTo>
                    <a:pt x="5619825" y="641476"/>
                  </a:lnTo>
                  <a:lnTo>
                    <a:pt x="5671945" y="646426"/>
                  </a:lnTo>
                  <a:lnTo>
                    <a:pt x="5724153" y="651866"/>
                  </a:lnTo>
                  <a:lnTo>
                    <a:pt x="5776834" y="657783"/>
                  </a:lnTo>
                  <a:lnTo>
                    <a:pt x="5830201" y="664143"/>
                  </a:lnTo>
                  <a:lnTo>
                    <a:pt x="5884312" y="670888"/>
                  </a:lnTo>
                  <a:lnTo>
                    <a:pt x="5939091" y="677940"/>
                  </a:lnTo>
                  <a:lnTo>
                    <a:pt x="5994362" y="685201"/>
                  </a:lnTo>
                  <a:lnTo>
                    <a:pt x="6049875" y="692561"/>
                  </a:lnTo>
                  <a:lnTo>
                    <a:pt x="6105344" y="699903"/>
                  </a:lnTo>
                  <a:lnTo>
                    <a:pt x="6160491" y="707113"/>
                  </a:lnTo>
                  <a:lnTo>
                    <a:pt x="6215085" y="714082"/>
                  </a:lnTo>
                  <a:lnTo>
                    <a:pt x="6268974" y="720718"/>
                  </a:lnTo>
                  <a:lnTo>
                    <a:pt x="6322123" y="726950"/>
                  </a:lnTo>
                  <a:lnTo>
                    <a:pt x="6374633" y="732727"/>
                  </a:lnTo>
                  <a:lnTo>
                    <a:pt x="6426765" y="738021"/>
                  </a:lnTo>
                  <a:lnTo>
                    <a:pt x="6478964" y="742825"/>
                  </a:lnTo>
                  <a:lnTo>
                    <a:pt x="6515891" y="745901"/>
                  </a:lnTo>
                  <a:lnTo>
                    <a:pt x="6564304" y="749514"/>
                  </a:lnTo>
                  <a:lnTo>
                    <a:pt x="6614462" y="752749"/>
                  </a:lnTo>
                  <a:lnTo>
                    <a:pt x="6667221" y="755626"/>
                  </a:lnTo>
                  <a:lnTo>
                    <a:pt x="6723532" y="758181"/>
                  </a:lnTo>
                  <a:lnTo>
                    <a:pt x="6784357" y="760453"/>
                  </a:lnTo>
                  <a:lnTo>
                    <a:pt x="6850573" y="762477"/>
                  </a:lnTo>
                  <a:lnTo>
                    <a:pt x="6922854" y="764286"/>
                  </a:lnTo>
                  <a:lnTo>
                    <a:pt x="7001507" y="765903"/>
                  </a:lnTo>
                  <a:lnTo>
                    <a:pt x="7086266" y="767347"/>
                  </a:lnTo>
                  <a:lnTo>
                    <a:pt x="7176049" y="768626"/>
                  </a:lnTo>
                  <a:lnTo>
                    <a:pt x="7268740" y="769743"/>
                  </a:lnTo>
                  <a:lnTo>
                    <a:pt x="7361101" y="770695"/>
                  </a:lnTo>
                  <a:lnTo>
                    <a:pt x="7448932" y="771479"/>
                  </a:lnTo>
                  <a:lnTo>
                    <a:pt x="7527584" y="772093"/>
                  </a:lnTo>
                  <a:lnTo>
                    <a:pt x="7592808" y="772542"/>
                  </a:lnTo>
                  <a:lnTo>
                    <a:pt x="7641731" y="772841"/>
                  </a:lnTo>
                  <a:lnTo>
                    <a:pt x="7673639" y="773015"/>
                  </a:lnTo>
                  <a:lnTo>
                    <a:pt x="7690300" y="773097"/>
                  </a:lnTo>
                  <a:lnTo>
                    <a:pt x="7695817" y="773122"/>
                  </a:lnTo>
                  <a:lnTo>
                    <a:pt x="7696237" y="773123"/>
                  </a:lnTo>
                  <a:lnTo>
                    <a:pt x="8234974" y="7731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7" name="pl1267"/>
            <p:cNvSpPr/>
            <p:nvPr/>
          </p:nvSpPr>
          <p:spPr>
            <a:xfrm>
              <a:off x="546595" y="4398295"/>
              <a:ext cx="8234974" cy="773123"/>
            </a:xfrm>
            <a:custGeom>
              <a:avLst/>
              <a:pathLst>
                <a:path w="8234974" h="773123">
                  <a:moveTo>
                    <a:pt x="8234974" y="773123"/>
                  </a:moveTo>
                  <a:lnTo>
                    <a:pt x="7696237" y="773123"/>
                  </a:lnTo>
                  <a:lnTo>
                    <a:pt x="7694935" y="773118"/>
                  </a:lnTo>
                  <a:lnTo>
                    <a:pt x="7686439" y="773079"/>
                  </a:lnTo>
                  <a:lnTo>
                    <a:pt x="7665261" y="772971"/>
                  </a:lnTo>
                  <a:lnTo>
                    <a:pt x="7628004" y="772761"/>
                  </a:lnTo>
                  <a:lnTo>
                    <a:pt x="7573695" y="772416"/>
                  </a:lnTo>
                  <a:lnTo>
                    <a:pt x="7503795" y="771916"/>
                  </a:lnTo>
                  <a:lnTo>
                    <a:pt x="7421718" y="771248"/>
                  </a:lnTo>
                  <a:lnTo>
                    <a:pt x="7331947" y="770410"/>
                  </a:lnTo>
                  <a:lnTo>
                    <a:pt x="7239063" y="769405"/>
                  </a:lnTo>
                  <a:lnTo>
                    <a:pt x="7147001" y="768236"/>
                  </a:lnTo>
                  <a:lnTo>
                    <a:pt x="7058642" y="766905"/>
                  </a:lnTo>
                  <a:lnTo>
                    <a:pt x="6975755" y="765407"/>
                  </a:lnTo>
                  <a:lnTo>
                    <a:pt x="6899135" y="763731"/>
                  </a:lnTo>
                  <a:lnTo>
                    <a:pt x="6828842" y="761857"/>
                  </a:lnTo>
                  <a:lnTo>
                    <a:pt x="6764430" y="759757"/>
                  </a:lnTo>
                  <a:lnTo>
                    <a:pt x="6705144" y="757400"/>
                  </a:lnTo>
                  <a:lnTo>
                    <a:pt x="6650070" y="754746"/>
                  </a:lnTo>
                  <a:lnTo>
                    <a:pt x="6598241" y="751758"/>
                  </a:lnTo>
                  <a:lnTo>
                    <a:pt x="6548725" y="748404"/>
                  </a:lnTo>
                  <a:lnTo>
                    <a:pt x="6515891" y="745901"/>
                  </a:lnTo>
                  <a:lnTo>
                    <a:pt x="6463268" y="741435"/>
                  </a:lnTo>
                  <a:lnTo>
                    <a:pt x="6411147" y="736485"/>
                  </a:lnTo>
                  <a:lnTo>
                    <a:pt x="6358940" y="731045"/>
                  </a:lnTo>
                  <a:lnTo>
                    <a:pt x="6306258" y="725127"/>
                  </a:lnTo>
                  <a:lnTo>
                    <a:pt x="6252891" y="718768"/>
                  </a:lnTo>
                  <a:lnTo>
                    <a:pt x="6198781" y="712023"/>
                  </a:lnTo>
                  <a:lnTo>
                    <a:pt x="6144001" y="704971"/>
                  </a:lnTo>
                  <a:lnTo>
                    <a:pt x="6088730" y="697710"/>
                  </a:lnTo>
                  <a:lnTo>
                    <a:pt x="6033218" y="690350"/>
                  </a:lnTo>
                  <a:lnTo>
                    <a:pt x="5977749" y="683007"/>
                  </a:lnTo>
                  <a:lnTo>
                    <a:pt x="5922601" y="675798"/>
                  </a:lnTo>
                  <a:lnTo>
                    <a:pt x="5868008" y="668829"/>
                  </a:lnTo>
                  <a:lnTo>
                    <a:pt x="5814118" y="662192"/>
                  </a:lnTo>
                  <a:lnTo>
                    <a:pt x="5760969" y="655960"/>
                  </a:lnTo>
                  <a:lnTo>
                    <a:pt x="5708460" y="650183"/>
                  </a:lnTo>
                  <a:lnTo>
                    <a:pt x="5656328" y="644889"/>
                  </a:lnTo>
                  <a:lnTo>
                    <a:pt x="5604129" y="640086"/>
                  </a:lnTo>
                  <a:lnTo>
                    <a:pt x="5567201" y="637010"/>
                  </a:lnTo>
                  <a:lnTo>
                    <a:pt x="5518788" y="633396"/>
                  </a:lnTo>
                  <a:lnTo>
                    <a:pt x="5468630" y="630162"/>
                  </a:lnTo>
                  <a:lnTo>
                    <a:pt x="5415872" y="627285"/>
                  </a:lnTo>
                  <a:lnTo>
                    <a:pt x="5359560" y="624730"/>
                  </a:lnTo>
                  <a:lnTo>
                    <a:pt x="5298735" y="622458"/>
                  </a:lnTo>
                  <a:lnTo>
                    <a:pt x="5232519" y="620434"/>
                  </a:lnTo>
                  <a:lnTo>
                    <a:pt x="5160239" y="618625"/>
                  </a:lnTo>
                  <a:lnTo>
                    <a:pt x="5081586" y="617007"/>
                  </a:lnTo>
                  <a:lnTo>
                    <a:pt x="4996826" y="615564"/>
                  </a:lnTo>
                  <a:lnTo>
                    <a:pt x="4907044" y="614285"/>
                  </a:lnTo>
                  <a:lnTo>
                    <a:pt x="4814353" y="613168"/>
                  </a:lnTo>
                  <a:lnTo>
                    <a:pt x="4721991" y="612215"/>
                  </a:lnTo>
                  <a:lnTo>
                    <a:pt x="4634161" y="611432"/>
                  </a:lnTo>
                  <a:lnTo>
                    <a:pt x="4555509" y="610818"/>
                  </a:lnTo>
                  <a:lnTo>
                    <a:pt x="4490284" y="610369"/>
                  </a:lnTo>
                  <a:lnTo>
                    <a:pt x="4441361" y="610070"/>
                  </a:lnTo>
                  <a:lnTo>
                    <a:pt x="4409454" y="609895"/>
                  </a:lnTo>
                  <a:lnTo>
                    <a:pt x="4392793" y="609814"/>
                  </a:lnTo>
                  <a:lnTo>
                    <a:pt x="4387275" y="609789"/>
                  </a:lnTo>
                  <a:lnTo>
                    <a:pt x="4386855" y="609787"/>
                  </a:lnTo>
                  <a:lnTo>
                    <a:pt x="3848118" y="609787"/>
                  </a:lnTo>
                  <a:lnTo>
                    <a:pt x="3846823" y="609767"/>
                  </a:lnTo>
                  <a:lnTo>
                    <a:pt x="3838368" y="609623"/>
                  </a:lnTo>
                  <a:lnTo>
                    <a:pt x="3817290" y="609223"/>
                  </a:lnTo>
                  <a:lnTo>
                    <a:pt x="3780199" y="608440"/>
                  </a:lnTo>
                  <a:lnTo>
                    <a:pt x="3726111" y="607160"/>
                  </a:lnTo>
                  <a:lnTo>
                    <a:pt x="3656463" y="605301"/>
                  </a:lnTo>
                  <a:lnTo>
                    <a:pt x="3574638" y="602819"/>
                  </a:lnTo>
                  <a:lnTo>
                    <a:pt x="3485088" y="599704"/>
                  </a:lnTo>
                  <a:lnTo>
                    <a:pt x="3392378" y="595966"/>
                  </a:lnTo>
                  <a:lnTo>
                    <a:pt x="3300434" y="591621"/>
                  </a:lnTo>
                  <a:lnTo>
                    <a:pt x="3212141" y="586672"/>
                  </a:lnTo>
                  <a:lnTo>
                    <a:pt x="3129277" y="581102"/>
                  </a:lnTo>
                  <a:lnTo>
                    <a:pt x="3052652" y="574869"/>
                  </a:lnTo>
                  <a:lnTo>
                    <a:pt x="2982337" y="567902"/>
                  </a:lnTo>
                  <a:lnTo>
                    <a:pt x="2917897" y="560100"/>
                  </a:lnTo>
                  <a:lnTo>
                    <a:pt x="2858589" y="551341"/>
                  </a:lnTo>
                  <a:lnTo>
                    <a:pt x="2803504" y="541484"/>
                  </a:lnTo>
                  <a:lnTo>
                    <a:pt x="2751680" y="530388"/>
                  </a:lnTo>
                  <a:lnTo>
                    <a:pt x="2702189" y="517933"/>
                  </a:lnTo>
                  <a:lnTo>
                    <a:pt x="2667772" y="508156"/>
                  </a:lnTo>
                  <a:lnTo>
                    <a:pt x="2617141" y="492153"/>
                  </a:lnTo>
                  <a:lnTo>
                    <a:pt x="2567000" y="474478"/>
                  </a:lnTo>
                  <a:lnTo>
                    <a:pt x="2516811" y="455109"/>
                  </a:lnTo>
                  <a:lnTo>
                    <a:pt x="2466214" y="434082"/>
                  </a:lnTo>
                  <a:lnTo>
                    <a:pt x="2415003" y="411504"/>
                  </a:lnTo>
                  <a:lnTo>
                    <a:pt x="2363104" y="387551"/>
                  </a:lnTo>
                  <a:lnTo>
                    <a:pt x="2310559" y="362471"/>
                  </a:lnTo>
                  <a:lnTo>
                    <a:pt x="2257508" y="336572"/>
                  </a:lnTo>
                  <a:lnTo>
                    <a:pt x="2204157" y="310210"/>
                  </a:lnTo>
                  <a:lnTo>
                    <a:pt x="2150755" y="283770"/>
                  </a:lnTo>
                  <a:lnTo>
                    <a:pt x="2097556" y="257640"/>
                  </a:lnTo>
                  <a:lnTo>
                    <a:pt x="2044786" y="232191"/>
                  </a:lnTo>
                  <a:lnTo>
                    <a:pt x="1992617" y="207752"/>
                  </a:lnTo>
                  <a:lnTo>
                    <a:pt x="1941131" y="184596"/>
                  </a:lnTo>
                  <a:lnTo>
                    <a:pt x="1890304" y="162929"/>
                  </a:lnTo>
                  <a:lnTo>
                    <a:pt x="1839986" y="142886"/>
                  </a:lnTo>
                  <a:lnTo>
                    <a:pt x="1789879" y="124530"/>
                  </a:lnTo>
                  <a:lnTo>
                    <a:pt x="1739522" y="107862"/>
                  </a:lnTo>
                  <a:lnTo>
                    <a:pt x="1719082" y="101631"/>
                  </a:lnTo>
                  <a:lnTo>
                    <a:pt x="1670753" y="88162"/>
                  </a:lnTo>
                  <a:lnTo>
                    <a:pt x="1620687" y="76103"/>
                  </a:lnTo>
                  <a:lnTo>
                    <a:pt x="1568032" y="65374"/>
                  </a:lnTo>
                  <a:lnTo>
                    <a:pt x="1511841" y="55845"/>
                  </a:lnTo>
                  <a:lnTo>
                    <a:pt x="1451159" y="47372"/>
                  </a:lnTo>
                  <a:lnTo>
                    <a:pt x="1385110" y="39820"/>
                  </a:lnTo>
                  <a:lnTo>
                    <a:pt x="1313024" y="33071"/>
                  </a:lnTo>
                  <a:lnTo>
                    <a:pt x="1234587" y="27033"/>
                  </a:lnTo>
                  <a:lnTo>
                    <a:pt x="1150056" y="21643"/>
                  </a:lnTo>
                  <a:lnTo>
                    <a:pt x="1060494" y="16867"/>
                  </a:lnTo>
                  <a:lnTo>
                    <a:pt x="967988" y="12693"/>
                  </a:lnTo>
                  <a:lnTo>
                    <a:pt x="875740" y="9131"/>
                  </a:lnTo>
                  <a:lnTo>
                    <a:pt x="787914" y="6196"/>
                  </a:lnTo>
                  <a:lnTo>
                    <a:pt x="709133" y="3894"/>
                  </a:lnTo>
                  <a:lnTo>
                    <a:pt x="643645" y="2206"/>
                  </a:lnTo>
                  <a:lnTo>
                    <a:pt x="594353" y="1078"/>
                  </a:lnTo>
                  <a:lnTo>
                    <a:pt x="562034" y="416"/>
                  </a:lnTo>
                  <a:lnTo>
                    <a:pt x="544995" y="103"/>
                  </a:lnTo>
                  <a:lnTo>
                    <a:pt x="539218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8" name="pg1268"/>
            <p:cNvSpPr/>
            <p:nvPr/>
          </p:nvSpPr>
          <p:spPr>
            <a:xfrm>
              <a:off x="546595" y="3516280"/>
              <a:ext cx="8234974" cy="1954587"/>
            </a:xfrm>
            <a:custGeom>
              <a:avLst/>
              <a:pathLst>
                <a:path w="8234974" h="1954587">
                  <a:moveTo>
                    <a:pt x="0" y="941904"/>
                  </a:moveTo>
                  <a:lnTo>
                    <a:pt x="538736" y="941904"/>
                  </a:lnTo>
                  <a:lnTo>
                    <a:pt x="540020" y="941937"/>
                  </a:lnTo>
                  <a:lnTo>
                    <a:pt x="548397" y="942175"/>
                  </a:lnTo>
                  <a:lnTo>
                    <a:pt x="569289" y="942831"/>
                  </a:lnTo>
                  <a:lnTo>
                    <a:pt x="606071" y="944120"/>
                  </a:lnTo>
                  <a:lnTo>
                    <a:pt x="659747" y="946227"/>
                  </a:lnTo>
                  <a:lnTo>
                    <a:pt x="728922" y="949286"/>
                  </a:lnTo>
                  <a:lnTo>
                    <a:pt x="810276" y="953372"/>
                  </a:lnTo>
                  <a:lnTo>
                    <a:pt x="899410" y="958504"/>
                  </a:lnTo>
                  <a:lnTo>
                    <a:pt x="991793" y="964663"/>
                  </a:lnTo>
                  <a:lnTo>
                    <a:pt x="1083515" y="971826"/>
                  </a:lnTo>
                  <a:lnTo>
                    <a:pt x="1171683" y="979985"/>
                  </a:lnTo>
                  <a:lnTo>
                    <a:pt x="1254500" y="989166"/>
                  </a:lnTo>
                  <a:lnTo>
                    <a:pt x="1331134" y="999437"/>
                  </a:lnTo>
                  <a:lnTo>
                    <a:pt x="1401490" y="1010916"/>
                  </a:lnTo>
                  <a:lnTo>
                    <a:pt x="1465981" y="1023762"/>
                  </a:lnTo>
                  <a:lnTo>
                    <a:pt x="1525332" y="1038178"/>
                  </a:lnTo>
                  <a:lnTo>
                    <a:pt x="1580439" y="1054392"/>
                  </a:lnTo>
                  <a:lnTo>
                    <a:pt x="1632253" y="1072639"/>
                  </a:lnTo>
                  <a:lnTo>
                    <a:pt x="1681700" y="1093120"/>
                  </a:lnTo>
                  <a:lnTo>
                    <a:pt x="1719082" y="1110684"/>
                  </a:lnTo>
                  <a:lnTo>
                    <a:pt x="1766771" y="1135630"/>
                  </a:lnTo>
                  <a:lnTo>
                    <a:pt x="1813994" y="1163033"/>
                  </a:lnTo>
                  <a:lnTo>
                    <a:pt x="1861213" y="1192932"/>
                  </a:lnTo>
                  <a:lnTo>
                    <a:pt x="1908749" y="1225288"/>
                  </a:lnTo>
                  <a:lnTo>
                    <a:pt x="1956800" y="1259975"/>
                  </a:lnTo>
                  <a:lnTo>
                    <a:pt x="2005453" y="1296773"/>
                  </a:lnTo>
                  <a:lnTo>
                    <a:pt x="2054704" y="1335371"/>
                  </a:lnTo>
                  <a:lnTo>
                    <a:pt x="2104464" y="1375371"/>
                  </a:lnTo>
                  <a:lnTo>
                    <a:pt x="2154581" y="1416305"/>
                  </a:lnTo>
                  <a:lnTo>
                    <a:pt x="2204863" y="1457656"/>
                  </a:lnTo>
                  <a:lnTo>
                    <a:pt x="2255096" y="1498883"/>
                  </a:lnTo>
                  <a:lnTo>
                    <a:pt x="2305073" y="1539455"/>
                  </a:lnTo>
                  <a:lnTo>
                    <a:pt x="2354617" y="1578871"/>
                  </a:lnTo>
                  <a:lnTo>
                    <a:pt x="2403602" y="1616695"/>
                  </a:lnTo>
                  <a:lnTo>
                    <a:pt x="2451977" y="1652567"/>
                  </a:lnTo>
                  <a:lnTo>
                    <a:pt x="2499776" y="1686215"/>
                  </a:lnTo>
                  <a:lnTo>
                    <a:pt x="2547137" y="1717464"/>
                  </a:lnTo>
                  <a:lnTo>
                    <a:pt x="2594310" y="1746228"/>
                  </a:lnTo>
                  <a:lnTo>
                    <a:pt x="2641678" y="1772504"/>
                  </a:lnTo>
                  <a:lnTo>
                    <a:pt x="2667772" y="1785807"/>
                  </a:lnTo>
                  <a:lnTo>
                    <a:pt x="2715944" y="1808106"/>
                  </a:lnTo>
                  <a:lnTo>
                    <a:pt x="2765839" y="1828080"/>
                  </a:lnTo>
                  <a:lnTo>
                    <a:pt x="2818301" y="1845857"/>
                  </a:lnTo>
                  <a:lnTo>
                    <a:pt x="2874266" y="1861652"/>
                  </a:lnTo>
                  <a:lnTo>
                    <a:pt x="2934682" y="1875701"/>
                  </a:lnTo>
                  <a:lnTo>
                    <a:pt x="3000417" y="1888229"/>
                  </a:lnTo>
                  <a:lnTo>
                    <a:pt x="3072142" y="1899428"/>
                  </a:lnTo>
                  <a:lnTo>
                    <a:pt x="3150176" y="1909449"/>
                  </a:lnTo>
                  <a:lnTo>
                    <a:pt x="3234280" y="1918399"/>
                  </a:lnTo>
                  <a:lnTo>
                    <a:pt x="3323427" y="1926337"/>
                  </a:lnTo>
                  <a:lnTo>
                    <a:pt x="3415584" y="1933279"/>
                  </a:lnTo>
                  <a:lnTo>
                    <a:pt x="3507616" y="1939213"/>
                  </a:lnTo>
                  <a:lnTo>
                    <a:pt x="3595426" y="1944114"/>
                  </a:lnTo>
                  <a:lnTo>
                    <a:pt x="3674440" y="1947970"/>
                  </a:lnTo>
                  <a:lnTo>
                    <a:pt x="3740413" y="1950809"/>
                  </a:lnTo>
                  <a:lnTo>
                    <a:pt x="3790388" y="1952721"/>
                  </a:lnTo>
                  <a:lnTo>
                    <a:pt x="3823478" y="1953852"/>
                  </a:lnTo>
                  <a:lnTo>
                    <a:pt x="3841231" y="1954398"/>
                  </a:lnTo>
                  <a:lnTo>
                    <a:pt x="3847504" y="1954572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6" y="1954087"/>
                  </a:lnTo>
                  <a:lnTo>
                    <a:pt x="4416301" y="1952872"/>
                  </a:lnTo>
                  <a:lnTo>
                    <a:pt x="4451840" y="1950488"/>
                  </a:lnTo>
                  <a:lnTo>
                    <a:pt x="4503847" y="1946587"/>
                  </a:lnTo>
                  <a:lnTo>
                    <a:pt x="4571108" y="1940912"/>
                  </a:lnTo>
                  <a:lnTo>
                    <a:pt x="4650537" y="1933319"/>
                  </a:lnTo>
                  <a:lnTo>
                    <a:pt x="4737955" y="1923767"/>
                  </a:lnTo>
                  <a:lnTo>
                    <a:pt x="4828981" y="1912282"/>
                  </a:lnTo>
                  <a:lnTo>
                    <a:pt x="4919764" y="1898911"/>
                  </a:lnTo>
                  <a:lnTo>
                    <a:pt x="5007389" y="1883674"/>
                  </a:lnTo>
                  <a:lnTo>
                    <a:pt x="5089992" y="1866535"/>
                  </a:lnTo>
                  <a:lnTo>
                    <a:pt x="5166644" y="1847376"/>
                  </a:lnTo>
                  <a:lnTo>
                    <a:pt x="5237156" y="1825999"/>
                  </a:lnTo>
                  <a:lnTo>
                    <a:pt x="5301852" y="1802119"/>
                  </a:lnTo>
                  <a:lnTo>
                    <a:pt x="5361388" y="1775376"/>
                  </a:lnTo>
                  <a:lnTo>
                    <a:pt x="5416598" y="1745355"/>
                  </a:lnTo>
                  <a:lnTo>
                    <a:pt x="5468394" y="1711619"/>
                  </a:lnTo>
                  <a:lnTo>
                    <a:pt x="5517679" y="1673771"/>
                  </a:lnTo>
                  <a:lnTo>
                    <a:pt x="5565265" y="1631565"/>
                  </a:lnTo>
                  <a:lnTo>
                    <a:pt x="5567201" y="1629730"/>
                  </a:lnTo>
                  <a:lnTo>
                    <a:pt x="5607813" y="1589181"/>
                  </a:lnTo>
                  <a:lnTo>
                    <a:pt x="5648032" y="1545223"/>
                  </a:lnTo>
                  <a:lnTo>
                    <a:pt x="5688162" y="1497791"/>
                  </a:lnTo>
                  <a:lnTo>
                    <a:pt x="5728431" y="1446895"/>
                  </a:lnTo>
                  <a:lnTo>
                    <a:pt x="5768999" y="1392630"/>
                  </a:lnTo>
                  <a:lnTo>
                    <a:pt x="5809965" y="1335179"/>
                  </a:lnTo>
                  <a:lnTo>
                    <a:pt x="5851371" y="1274824"/>
                  </a:lnTo>
                  <a:lnTo>
                    <a:pt x="5893212" y="1211937"/>
                  </a:lnTo>
                  <a:lnTo>
                    <a:pt x="5935440" y="1146978"/>
                  </a:lnTo>
                  <a:lnTo>
                    <a:pt x="5977968" y="1080483"/>
                  </a:lnTo>
                  <a:lnTo>
                    <a:pt x="6020688" y="1013045"/>
                  </a:lnTo>
                  <a:lnTo>
                    <a:pt x="6063473" y="945294"/>
                  </a:lnTo>
                  <a:lnTo>
                    <a:pt x="6106190" y="877872"/>
                  </a:lnTo>
                  <a:lnTo>
                    <a:pt x="6148712" y="811409"/>
                  </a:lnTo>
                  <a:lnTo>
                    <a:pt x="6190931" y="746496"/>
                  </a:lnTo>
                  <a:lnTo>
                    <a:pt x="6232761" y="683667"/>
                  </a:lnTo>
                  <a:lnTo>
                    <a:pt x="6274157" y="623380"/>
                  </a:lnTo>
                  <a:lnTo>
                    <a:pt x="6315112" y="566006"/>
                  </a:lnTo>
                  <a:lnTo>
                    <a:pt x="6355671" y="511822"/>
                  </a:lnTo>
                  <a:lnTo>
                    <a:pt x="6395934" y="461012"/>
                  </a:lnTo>
                  <a:lnTo>
                    <a:pt x="6436063" y="413668"/>
                  </a:lnTo>
                  <a:lnTo>
                    <a:pt x="6476288" y="369796"/>
                  </a:lnTo>
                  <a:lnTo>
                    <a:pt x="6515891" y="330301"/>
                  </a:lnTo>
                  <a:lnTo>
                    <a:pt x="6563422" y="287914"/>
                  </a:lnTo>
                  <a:lnTo>
                    <a:pt x="6612621" y="249890"/>
                  </a:lnTo>
                  <a:lnTo>
                    <a:pt x="6664297" y="215991"/>
                  </a:lnTo>
                  <a:lnTo>
                    <a:pt x="6719348" y="185826"/>
                  </a:lnTo>
                  <a:lnTo>
                    <a:pt x="6778688" y="158956"/>
                  </a:lnTo>
                  <a:lnTo>
                    <a:pt x="6843157" y="134966"/>
                  </a:lnTo>
                  <a:lnTo>
                    <a:pt x="6913419" y="113491"/>
                  </a:lnTo>
                  <a:lnTo>
                    <a:pt x="6989818" y="94246"/>
                  </a:lnTo>
                  <a:lnTo>
                    <a:pt x="7072187" y="77026"/>
                  </a:lnTo>
                  <a:lnTo>
                    <a:pt x="7159636" y="61712"/>
                  </a:lnTo>
                  <a:lnTo>
                    <a:pt x="7250338" y="48264"/>
                  </a:lnTo>
                  <a:lnTo>
                    <a:pt x="7341425" y="36700"/>
                  </a:lnTo>
                  <a:lnTo>
                    <a:pt x="7429077" y="27067"/>
                  </a:lnTo>
                  <a:lnTo>
                    <a:pt x="7508923" y="19394"/>
                  </a:lnTo>
                  <a:lnTo>
                    <a:pt x="7576757" y="13642"/>
                  </a:lnTo>
                  <a:lnTo>
                    <a:pt x="7629431" y="9672"/>
                  </a:lnTo>
                  <a:lnTo>
                    <a:pt x="7665645" y="7232"/>
                  </a:lnTo>
                  <a:lnTo>
                    <a:pt x="7686374" y="5977"/>
                  </a:lnTo>
                  <a:lnTo>
                    <a:pt x="7694847" y="551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35" y="1949109"/>
                  </a:lnTo>
                  <a:lnTo>
                    <a:pt x="3838458" y="1948872"/>
                  </a:lnTo>
                  <a:lnTo>
                    <a:pt x="3817566" y="1948215"/>
                  </a:lnTo>
                  <a:lnTo>
                    <a:pt x="3780783" y="1946927"/>
                  </a:lnTo>
                  <a:lnTo>
                    <a:pt x="3727108" y="1944820"/>
                  </a:lnTo>
                  <a:lnTo>
                    <a:pt x="3657932" y="1941761"/>
                  </a:lnTo>
                  <a:lnTo>
                    <a:pt x="3576578" y="1937674"/>
                  </a:lnTo>
                  <a:lnTo>
                    <a:pt x="3487445" y="1932543"/>
                  </a:lnTo>
                  <a:lnTo>
                    <a:pt x="3395061" y="1926384"/>
                  </a:lnTo>
                  <a:lnTo>
                    <a:pt x="3303339" y="1919220"/>
                  </a:lnTo>
                  <a:lnTo>
                    <a:pt x="3215172" y="1911061"/>
                  </a:lnTo>
                  <a:lnTo>
                    <a:pt x="3132354" y="1901881"/>
                  </a:lnTo>
                  <a:lnTo>
                    <a:pt x="3055720" y="1891609"/>
                  </a:lnTo>
                  <a:lnTo>
                    <a:pt x="2985365" y="1880131"/>
                  </a:lnTo>
                  <a:lnTo>
                    <a:pt x="2920874" y="1867284"/>
                  </a:lnTo>
                  <a:lnTo>
                    <a:pt x="2861522" y="1852869"/>
                  </a:lnTo>
                  <a:lnTo>
                    <a:pt x="2806416" y="1836655"/>
                  </a:lnTo>
                  <a:lnTo>
                    <a:pt x="2754601" y="1818408"/>
                  </a:lnTo>
                  <a:lnTo>
                    <a:pt x="2705155" y="1797926"/>
                  </a:lnTo>
                  <a:lnTo>
                    <a:pt x="2667772" y="1780362"/>
                  </a:lnTo>
                  <a:lnTo>
                    <a:pt x="2620084" y="1755417"/>
                  </a:lnTo>
                  <a:lnTo>
                    <a:pt x="2572861" y="1728014"/>
                  </a:lnTo>
                  <a:lnTo>
                    <a:pt x="2525642" y="1698115"/>
                  </a:lnTo>
                  <a:lnTo>
                    <a:pt x="2478106" y="1665759"/>
                  </a:lnTo>
                  <a:lnTo>
                    <a:pt x="2430055" y="1631072"/>
                  </a:lnTo>
                  <a:lnTo>
                    <a:pt x="2381401" y="1594273"/>
                  </a:lnTo>
                  <a:lnTo>
                    <a:pt x="2332150" y="1555675"/>
                  </a:lnTo>
                  <a:lnTo>
                    <a:pt x="2282391" y="1515675"/>
                  </a:lnTo>
                  <a:lnTo>
                    <a:pt x="2232273" y="1474741"/>
                  </a:lnTo>
                  <a:lnTo>
                    <a:pt x="2181991" y="1433391"/>
                  </a:lnTo>
                  <a:lnTo>
                    <a:pt x="2131759" y="1392163"/>
                  </a:lnTo>
                  <a:lnTo>
                    <a:pt x="2081782" y="1351592"/>
                  </a:lnTo>
                  <a:lnTo>
                    <a:pt x="2032238" y="1312175"/>
                  </a:lnTo>
                  <a:lnTo>
                    <a:pt x="1983252" y="1274351"/>
                  </a:lnTo>
                  <a:lnTo>
                    <a:pt x="1934878" y="1238480"/>
                  </a:lnTo>
                  <a:lnTo>
                    <a:pt x="1887078" y="1204831"/>
                  </a:lnTo>
                  <a:lnTo>
                    <a:pt x="1839718" y="1173582"/>
                  </a:lnTo>
                  <a:lnTo>
                    <a:pt x="1792544" y="1144819"/>
                  </a:lnTo>
                  <a:lnTo>
                    <a:pt x="1745176" y="1118542"/>
                  </a:lnTo>
                  <a:lnTo>
                    <a:pt x="1719082" y="1105240"/>
                  </a:lnTo>
                  <a:lnTo>
                    <a:pt x="1670911" y="1082940"/>
                  </a:lnTo>
                  <a:lnTo>
                    <a:pt x="1621015" y="1062967"/>
                  </a:lnTo>
                  <a:lnTo>
                    <a:pt x="1568554" y="1045190"/>
                  </a:lnTo>
                  <a:lnTo>
                    <a:pt x="1512589" y="1029395"/>
                  </a:lnTo>
                  <a:lnTo>
                    <a:pt x="1452172" y="1015345"/>
                  </a:lnTo>
                  <a:lnTo>
                    <a:pt x="1386437" y="1002818"/>
                  </a:lnTo>
                  <a:lnTo>
                    <a:pt x="1314712" y="991619"/>
                  </a:lnTo>
                  <a:lnTo>
                    <a:pt x="1236679" y="981598"/>
                  </a:lnTo>
                  <a:lnTo>
                    <a:pt x="1152574" y="972648"/>
                  </a:lnTo>
                  <a:lnTo>
                    <a:pt x="1063427" y="964710"/>
                  </a:lnTo>
                  <a:lnTo>
                    <a:pt x="971271" y="957767"/>
                  </a:lnTo>
                  <a:lnTo>
                    <a:pt x="879239" y="951833"/>
                  </a:lnTo>
                  <a:lnTo>
                    <a:pt x="791429" y="946933"/>
                  </a:lnTo>
                  <a:lnTo>
                    <a:pt x="712415" y="943077"/>
                  </a:lnTo>
                  <a:lnTo>
                    <a:pt x="646441" y="940237"/>
                  </a:lnTo>
                  <a:lnTo>
                    <a:pt x="596467" y="938326"/>
                  </a:lnTo>
                  <a:lnTo>
                    <a:pt x="563376" y="937194"/>
                  </a:lnTo>
                  <a:lnTo>
                    <a:pt x="545624" y="936649"/>
                  </a:lnTo>
                  <a:lnTo>
                    <a:pt x="539350" y="936475"/>
                  </a:lnTo>
                  <a:lnTo>
                    <a:pt x="538736" y="936459"/>
                  </a:lnTo>
                  <a:lnTo>
                    <a:pt x="0" y="936459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69" name="pl1269"/>
            <p:cNvSpPr/>
            <p:nvPr/>
          </p:nvSpPr>
          <p:spPr>
            <a:xfrm>
              <a:off x="546595" y="3521725"/>
              <a:ext cx="8234974" cy="1949143"/>
            </a:xfrm>
            <a:custGeom>
              <a:avLst/>
              <a:pathLst>
                <a:path w="8234974" h="1949143">
                  <a:moveTo>
                    <a:pt x="0" y="936459"/>
                  </a:moveTo>
                  <a:lnTo>
                    <a:pt x="538736" y="936459"/>
                  </a:lnTo>
                  <a:lnTo>
                    <a:pt x="540020" y="936493"/>
                  </a:lnTo>
                  <a:lnTo>
                    <a:pt x="548397" y="936730"/>
                  </a:lnTo>
                  <a:lnTo>
                    <a:pt x="569289" y="937387"/>
                  </a:lnTo>
                  <a:lnTo>
                    <a:pt x="606071" y="938676"/>
                  </a:lnTo>
                  <a:lnTo>
                    <a:pt x="659747" y="940782"/>
                  </a:lnTo>
                  <a:lnTo>
                    <a:pt x="728922" y="943841"/>
                  </a:lnTo>
                  <a:lnTo>
                    <a:pt x="810276" y="947928"/>
                  </a:lnTo>
                  <a:lnTo>
                    <a:pt x="899410" y="953059"/>
                  </a:lnTo>
                  <a:lnTo>
                    <a:pt x="991793" y="959219"/>
                  </a:lnTo>
                  <a:lnTo>
                    <a:pt x="1083515" y="966382"/>
                  </a:lnTo>
                  <a:lnTo>
                    <a:pt x="1171683" y="974541"/>
                  </a:lnTo>
                  <a:lnTo>
                    <a:pt x="1254500" y="983721"/>
                  </a:lnTo>
                  <a:lnTo>
                    <a:pt x="1331134" y="993993"/>
                  </a:lnTo>
                  <a:lnTo>
                    <a:pt x="1401490" y="1005471"/>
                  </a:lnTo>
                  <a:lnTo>
                    <a:pt x="1465981" y="1018318"/>
                  </a:lnTo>
                  <a:lnTo>
                    <a:pt x="1525332" y="1032733"/>
                  </a:lnTo>
                  <a:lnTo>
                    <a:pt x="1580439" y="1048947"/>
                  </a:lnTo>
                  <a:lnTo>
                    <a:pt x="1632253" y="1067194"/>
                  </a:lnTo>
                  <a:lnTo>
                    <a:pt x="1681700" y="1087676"/>
                  </a:lnTo>
                  <a:lnTo>
                    <a:pt x="1719082" y="1105240"/>
                  </a:lnTo>
                  <a:lnTo>
                    <a:pt x="1766771" y="1130186"/>
                  </a:lnTo>
                  <a:lnTo>
                    <a:pt x="1813994" y="1157588"/>
                  </a:lnTo>
                  <a:lnTo>
                    <a:pt x="1861213" y="1187487"/>
                  </a:lnTo>
                  <a:lnTo>
                    <a:pt x="1908749" y="1219843"/>
                  </a:lnTo>
                  <a:lnTo>
                    <a:pt x="1956800" y="1254530"/>
                  </a:lnTo>
                  <a:lnTo>
                    <a:pt x="2005453" y="1291329"/>
                  </a:lnTo>
                  <a:lnTo>
                    <a:pt x="2054704" y="1329927"/>
                  </a:lnTo>
                  <a:lnTo>
                    <a:pt x="2104464" y="1369927"/>
                  </a:lnTo>
                  <a:lnTo>
                    <a:pt x="2154581" y="1410861"/>
                  </a:lnTo>
                  <a:lnTo>
                    <a:pt x="2204863" y="1452211"/>
                  </a:lnTo>
                  <a:lnTo>
                    <a:pt x="2255096" y="1493439"/>
                  </a:lnTo>
                  <a:lnTo>
                    <a:pt x="2305073" y="1534010"/>
                  </a:lnTo>
                  <a:lnTo>
                    <a:pt x="2354617" y="1573427"/>
                  </a:lnTo>
                  <a:lnTo>
                    <a:pt x="2403602" y="1611251"/>
                  </a:lnTo>
                  <a:lnTo>
                    <a:pt x="2451977" y="1647122"/>
                  </a:lnTo>
                  <a:lnTo>
                    <a:pt x="2499776" y="1680771"/>
                  </a:lnTo>
                  <a:lnTo>
                    <a:pt x="2547137" y="1712020"/>
                  </a:lnTo>
                  <a:lnTo>
                    <a:pt x="2594310" y="1740783"/>
                  </a:lnTo>
                  <a:lnTo>
                    <a:pt x="2641678" y="1767060"/>
                  </a:lnTo>
                  <a:lnTo>
                    <a:pt x="2667772" y="1780362"/>
                  </a:lnTo>
                  <a:lnTo>
                    <a:pt x="2715944" y="1802662"/>
                  </a:lnTo>
                  <a:lnTo>
                    <a:pt x="2765839" y="1822635"/>
                  </a:lnTo>
                  <a:lnTo>
                    <a:pt x="2818301" y="1840412"/>
                  </a:lnTo>
                  <a:lnTo>
                    <a:pt x="2874266" y="1856207"/>
                  </a:lnTo>
                  <a:lnTo>
                    <a:pt x="2934682" y="1870257"/>
                  </a:lnTo>
                  <a:lnTo>
                    <a:pt x="3000417" y="1882784"/>
                  </a:lnTo>
                  <a:lnTo>
                    <a:pt x="3072142" y="1893983"/>
                  </a:lnTo>
                  <a:lnTo>
                    <a:pt x="3150176" y="1904004"/>
                  </a:lnTo>
                  <a:lnTo>
                    <a:pt x="3234280" y="1912954"/>
                  </a:lnTo>
                  <a:lnTo>
                    <a:pt x="3323427" y="1920892"/>
                  </a:lnTo>
                  <a:lnTo>
                    <a:pt x="3415584" y="1927835"/>
                  </a:lnTo>
                  <a:lnTo>
                    <a:pt x="3507616" y="1933769"/>
                  </a:lnTo>
                  <a:lnTo>
                    <a:pt x="3595426" y="1938669"/>
                  </a:lnTo>
                  <a:lnTo>
                    <a:pt x="3674440" y="1942525"/>
                  </a:lnTo>
                  <a:lnTo>
                    <a:pt x="3740413" y="1945365"/>
                  </a:lnTo>
                  <a:lnTo>
                    <a:pt x="3790388" y="1947276"/>
                  </a:lnTo>
                  <a:lnTo>
                    <a:pt x="3823478" y="1948408"/>
                  </a:lnTo>
                  <a:lnTo>
                    <a:pt x="3841231" y="1948953"/>
                  </a:lnTo>
                  <a:lnTo>
                    <a:pt x="3847504" y="1949127"/>
                  </a:lnTo>
                  <a:lnTo>
                    <a:pt x="3848118" y="1949143"/>
                  </a:lnTo>
                  <a:lnTo>
                    <a:pt x="4386855" y="1949143"/>
                  </a:lnTo>
                  <a:lnTo>
                    <a:pt x="4388090" y="1949081"/>
                  </a:lnTo>
                  <a:lnTo>
                    <a:pt x="4396156" y="1948642"/>
                  </a:lnTo>
                  <a:lnTo>
                    <a:pt x="4416301" y="1947428"/>
                  </a:lnTo>
                  <a:lnTo>
                    <a:pt x="4451840" y="1945043"/>
                  </a:lnTo>
                  <a:lnTo>
                    <a:pt x="4503847" y="1941143"/>
                  </a:lnTo>
                  <a:lnTo>
                    <a:pt x="4571108" y="1935468"/>
                  </a:lnTo>
                  <a:lnTo>
                    <a:pt x="4650537" y="1927875"/>
                  </a:lnTo>
                  <a:lnTo>
                    <a:pt x="4737955" y="1918322"/>
                  </a:lnTo>
                  <a:lnTo>
                    <a:pt x="4828981" y="1906837"/>
                  </a:lnTo>
                  <a:lnTo>
                    <a:pt x="4919764" y="1893466"/>
                  </a:lnTo>
                  <a:lnTo>
                    <a:pt x="5007389" y="1878230"/>
                  </a:lnTo>
                  <a:lnTo>
                    <a:pt x="5089992" y="1861090"/>
                  </a:lnTo>
                  <a:lnTo>
                    <a:pt x="5166644" y="1841932"/>
                  </a:lnTo>
                  <a:lnTo>
                    <a:pt x="5237156" y="1820555"/>
                  </a:lnTo>
                  <a:lnTo>
                    <a:pt x="5301852" y="1796674"/>
                  </a:lnTo>
                  <a:lnTo>
                    <a:pt x="5361388" y="1769931"/>
                  </a:lnTo>
                  <a:lnTo>
                    <a:pt x="5416598" y="1739911"/>
                  </a:lnTo>
                  <a:lnTo>
                    <a:pt x="5468394" y="1706175"/>
                  </a:lnTo>
                  <a:lnTo>
                    <a:pt x="5517679" y="1668327"/>
                  </a:lnTo>
                  <a:lnTo>
                    <a:pt x="5565265" y="1626121"/>
                  </a:lnTo>
                  <a:lnTo>
                    <a:pt x="5567201" y="1624286"/>
                  </a:lnTo>
                  <a:lnTo>
                    <a:pt x="5607813" y="1583736"/>
                  </a:lnTo>
                  <a:lnTo>
                    <a:pt x="5648032" y="1539778"/>
                  </a:lnTo>
                  <a:lnTo>
                    <a:pt x="5688162" y="1492347"/>
                  </a:lnTo>
                  <a:lnTo>
                    <a:pt x="5728431" y="1441451"/>
                  </a:lnTo>
                  <a:lnTo>
                    <a:pt x="5768999" y="1387185"/>
                  </a:lnTo>
                  <a:lnTo>
                    <a:pt x="5809965" y="1329735"/>
                  </a:lnTo>
                  <a:lnTo>
                    <a:pt x="5851371" y="1269379"/>
                  </a:lnTo>
                  <a:lnTo>
                    <a:pt x="5893212" y="1206492"/>
                  </a:lnTo>
                  <a:lnTo>
                    <a:pt x="5935440" y="1141533"/>
                  </a:lnTo>
                  <a:lnTo>
                    <a:pt x="5977968" y="1075038"/>
                  </a:lnTo>
                  <a:lnTo>
                    <a:pt x="6020688" y="1007601"/>
                  </a:lnTo>
                  <a:lnTo>
                    <a:pt x="6063473" y="939850"/>
                  </a:lnTo>
                  <a:lnTo>
                    <a:pt x="6106190" y="872428"/>
                  </a:lnTo>
                  <a:lnTo>
                    <a:pt x="6148712" y="805964"/>
                  </a:lnTo>
                  <a:lnTo>
                    <a:pt x="6190931" y="741051"/>
                  </a:lnTo>
                  <a:lnTo>
                    <a:pt x="6232761" y="678222"/>
                  </a:lnTo>
                  <a:lnTo>
                    <a:pt x="6274157" y="617935"/>
                  </a:lnTo>
                  <a:lnTo>
                    <a:pt x="6315112" y="560561"/>
                  </a:lnTo>
                  <a:lnTo>
                    <a:pt x="6355671" y="506378"/>
                  </a:lnTo>
                  <a:lnTo>
                    <a:pt x="6395934" y="455568"/>
                  </a:lnTo>
                  <a:lnTo>
                    <a:pt x="6436063" y="408223"/>
                  </a:lnTo>
                  <a:lnTo>
                    <a:pt x="6476288" y="364352"/>
                  </a:lnTo>
                  <a:lnTo>
                    <a:pt x="6515891" y="324857"/>
                  </a:lnTo>
                  <a:lnTo>
                    <a:pt x="6563422" y="282469"/>
                  </a:lnTo>
                  <a:lnTo>
                    <a:pt x="6612621" y="244445"/>
                  </a:lnTo>
                  <a:lnTo>
                    <a:pt x="6664297" y="210547"/>
                  </a:lnTo>
                  <a:lnTo>
                    <a:pt x="6719348" y="180381"/>
                  </a:lnTo>
                  <a:lnTo>
                    <a:pt x="6778688" y="153512"/>
                  </a:lnTo>
                  <a:lnTo>
                    <a:pt x="6843157" y="129521"/>
                  </a:lnTo>
                  <a:lnTo>
                    <a:pt x="6913419" y="108047"/>
                  </a:lnTo>
                  <a:lnTo>
                    <a:pt x="6989818" y="88801"/>
                  </a:lnTo>
                  <a:lnTo>
                    <a:pt x="7072187" y="71581"/>
                  </a:lnTo>
                  <a:lnTo>
                    <a:pt x="7159636" y="56268"/>
                  </a:lnTo>
                  <a:lnTo>
                    <a:pt x="7250338" y="42820"/>
                  </a:lnTo>
                  <a:lnTo>
                    <a:pt x="7341425" y="31256"/>
                  </a:lnTo>
                  <a:lnTo>
                    <a:pt x="7429077" y="21623"/>
                  </a:lnTo>
                  <a:lnTo>
                    <a:pt x="7508923" y="13949"/>
                  </a:lnTo>
                  <a:lnTo>
                    <a:pt x="7576757" y="8197"/>
                  </a:lnTo>
                  <a:lnTo>
                    <a:pt x="7629431" y="4228"/>
                  </a:lnTo>
                  <a:lnTo>
                    <a:pt x="7665645" y="1787"/>
                  </a:lnTo>
                  <a:lnTo>
                    <a:pt x="7686374" y="532"/>
                  </a:lnTo>
                  <a:lnTo>
                    <a:pt x="7694847" y="6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0" name="pl1270"/>
            <p:cNvSpPr/>
            <p:nvPr/>
          </p:nvSpPr>
          <p:spPr>
            <a:xfrm>
              <a:off x="546595" y="3516280"/>
              <a:ext cx="8234974" cy="1949143"/>
            </a:xfrm>
            <a:custGeom>
              <a:avLst/>
              <a:pathLst>
                <a:path w="8234974" h="1949143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35" y="1949109"/>
                  </a:lnTo>
                  <a:lnTo>
                    <a:pt x="3838458" y="1948872"/>
                  </a:lnTo>
                  <a:lnTo>
                    <a:pt x="3817566" y="1948215"/>
                  </a:lnTo>
                  <a:lnTo>
                    <a:pt x="3780783" y="1946927"/>
                  </a:lnTo>
                  <a:lnTo>
                    <a:pt x="3727108" y="1944820"/>
                  </a:lnTo>
                  <a:lnTo>
                    <a:pt x="3657932" y="1941761"/>
                  </a:lnTo>
                  <a:lnTo>
                    <a:pt x="3576578" y="1937674"/>
                  </a:lnTo>
                  <a:lnTo>
                    <a:pt x="3487445" y="1932543"/>
                  </a:lnTo>
                  <a:lnTo>
                    <a:pt x="3395061" y="1926384"/>
                  </a:lnTo>
                  <a:lnTo>
                    <a:pt x="3303339" y="1919220"/>
                  </a:lnTo>
                  <a:lnTo>
                    <a:pt x="3215172" y="1911061"/>
                  </a:lnTo>
                  <a:lnTo>
                    <a:pt x="3132354" y="1901881"/>
                  </a:lnTo>
                  <a:lnTo>
                    <a:pt x="3055720" y="1891609"/>
                  </a:lnTo>
                  <a:lnTo>
                    <a:pt x="2985365" y="1880131"/>
                  </a:lnTo>
                  <a:lnTo>
                    <a:pt x="2920874" y="1867284"/>
                  </a:lnTo>
                  <a:lnTo>
                    <a:pt x="2861522" y="1852869"/>
                  </a:lnTo>
                  <a:lnTo>
                    <a:pt x="2806416" y="1836655"/>
                  </a:lnTo>
                  <a:lnTo>
                    <a:pt x="2754601" y="1818408"/>
                  </a:lnTo>
                  <a:lnTo>
                    <a:pt x="2705155" y="1797926"/>
                  </a:lnTo>
                  <a:lnTo>
                    <a:pt x="2667772" y="1780362"/>
                  </a:lnTo>
                  <a:lnTo>
                    <a:pt x="2620084" y="1755417"/>
                  </a:lnTo>
                  <a:lnTo>
                    <a:pt x="2572861" y="1728014"/>
                  </a:lnTo>
                  <a:lnTo>
                    <a:pt x="2525642" y="1698115"/>
                  </a:lnTo>
                  <a:lnTo>
                    <a:pt x="2478106" y="1665759"/>
                  </a:lnTo>
                  <a:lnTo>
                    <a:pt x="2430055" y="1631072"/>
                  </a:lnTo>
                  <a:lnTo>
                    <a:pt x="2381401" y="1594273"/>
                  </a:lnTo>
                  <a:lnTo>
                    <a:pt x="2332150" y="1555675"/>
                  </a:lnTo>
                  <a:lnTo>
                    <a:pt x="2282391" y="1515675"/>
                  </a:lnTo>
                  <a:lnTo>
                    <a:pt x="2232273" y="1474741"/>
                  </a:lnTo>
                  <a:lnTo>
                    <a:pt x="2181991" y="1433391"/>
                  </a:lnTo>
                  <a:lnTo>
                    <a:pt x="2131759" y="1392163"/>
                  </a:lnTo>
                  <a:lnTo>
                    <a:pt x="2081782" y="1351592"/>
                  </a:lnTo>
                  <a:lnTo>
                    <a:pt x="2032238" y="1312175"/>
                  </a:lnTo>
                  <a:lnTo>
                    <a:pt x="1983252" y="1274351"/>
                  </a:lnTo>
                  <a:lnTo>
                    <a:pt x="1934878" y="1238480"/>
                  </a:lnTo>
                  <a:lnTo>
                    <a:pt x="1887078" y="1204831"/>
                  </a:lnTo>
                  <a:lnTo>
                    <a:pt x="1839718" y="1173582"/>
                  </a:lnTo>
                  <a:lnTo>
                    <a:pt x="1792544" y="1144819"/>
                  </a:lnTo>
                  <a:lnTo>
                    <a:pt x="1745176" y="1118542"/>
                  </a:lnTo>
                  <a:lnTo>
                    <a:pt x="1719082" y="1105240"/>
                  </a:lnTo>
                  <a:lnTo>
                    <a:pt x="1670911" y="1082940"/>
                  </a:lnTo>
                  <a:lnTo>
                    <a:pt x="1621015" y="1062967"/>
                  </a:lnTo>
                  <a:lnTo>
                    <a:pt x="1568554" y="1045190"/>
                  </a:lnTo>
                  <a:lnTo>
                    <a:pt x="1512589" y="1029395"/>
                  </a:lnTo>
                  <a:lnTo>
                    <a:pt x="1452172" y="1015345"/>
                  </a:lnTo>
                  <a:lnTo>
                    <a:pt x="1386437" y="1002818"/>
                  </a:lnTo>
                  <a:lnTo>
                    <a:pt x="1314712" y="991619"/>
                  </a:lnTo>
                  <a:lnTo>
                    <a:pt x="1236679" y="981598"/>
                  </a:lnTo>
                  <a:lnTo>
                    <a:pt x="1152574" y="972648"/>
                  </a:lnTo>
                  <a:lnTo>
                    <a:pt x="1063427" y="964710"/>
                  </a:lnTo>
                  <a:lnTo>
                    <a:pt x="971271" y="957767"/>
                  </a:lnTo>
                  <a:lnTo>
                    <a:pt x="879239" y="951833"/>
                  </a:lnTo>
                  <a:lnTo>
                    <a:pt x="791429" y="946933"/>
                  </a:lnTo>
                  <a:lnTo>
                    <a:pt x="712415" y="943077"/>
                  </a:lnTo>
                  <a:lnTo>
                    <a:pt x="646441" y="940237"/>
                  </a:lnTo>
                  <a:lnTo>
                    <a:pt x="596467" y="938326"/>
                  </a:lnTo>
                  <a:lnTo>
                    <a:pt x="563376" y="937194"/>
                  </a:lnTo>
                  <a:lnTo>
                    <a:pt x="545624" y="936649"/>
                  </a:lnTo>
                  <a:lnTo>
                    <a:pt x="539350" y="936475"/>
                  </a:lnTo>
                  <a:lnTo>
                    <a:pt x="538736" y="936459"/>
                  </a:lnTo>
                  <a:lnTo>
                    <a:pt x="0" y="936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1" name="pg1271"/>
            <p:cNvSpPr/>
            <p:nvPr/>
          </p:nvSpPr>
          <p:spPr>
            <a:xfrm>
              <a:off x="546595" y="4458184"/>
              <a:ext cx="8234974" cy="1029016"/>
            </a:xfrm>
            <a:custGeom>
              <a:avLst/>
              <a:pathLst>
                <a:path w="8234974" h="1029016">
                  <a:moveTo>
                    <a:pt x="0" y="5444"/>
                  </a:moveTo>
                  <a:lnTo>
                    <a:pt x="538736" y="5444"/>
                  </a:lnTo>
                  <a:lnTo>
                    <a:pt x="540019" y="5478"/>
                  </a:lnTo>
                  <a:lnTo>
                    <a:pt x="548394" y="5718"/>
                  </a:lnTo>
                  <a:lnTo>
                    <a:pt x="569280" y="6381"/>
                  </a:lnTo>
                  <a:lnTo>
                    <a:pt x="606052" y="7683"/>
                  </a:lnTo>
                  <a:lnTo>
                    <a:pt x="659713" y="9812"/>
                  </a:lnTo>
                  <a:lnTo>
                    <a:pt x="728873" y="12903"/>
                  </a:lnTo>
                  <a:lnTo>
                    <a:pt x="810211" y="17032"/>
                  </a:lnTo>
                  <a:lnTo>
                    <a:pt x="899330" y="22217"/>
                  </a:lnTo>
                  <a:lnTo>
                    <a:pt x="991703" y="28441"/>
                  </a:lnTo>
                  <a:lnTo>
                    <a:pt x="1083417" y="35680"/>
                  </a:lnTo>
                  <a:lnTo>
                    <a:pt x="1171581" y="43925"/>
                  </a:lnTo>
                  <a:lnTo>
                    <a:pt x="1254397" y="53201"/>
                  </a:lnTo>
                  <a:lnTo>
                    <a:pt x="1331031" y="63581"/>
                  </a:lnTo>
                  <a:lnTo>
                    <a:pt x="1401388" y="75179"/>
                  </a:lnTo>
                  <a:lnTo>
                    <a:pt x="1465880" y="88160"/>
                  </a:lnTo>
                  <a:lnTo>
                    <a:pt x="1525233" y="102727"/>
                  </a:lnTo>
                  <a:lnTo>
                    <a:pt x="1580341" y="119109"/>
                  </a:lnTo>
                  <a:lnTo>
                    <a:pt x="1632155" y="137546"/>
                  </a:lnTo>
                  <a:lnTo>
                    <a:pt x="1681600" y="158241"/>
                  </a:lnTo>
                  <a:lnTo>
                    <a:pt x="1719082" y="176039"/>
                  </a:lnTo>
                  <a:lnTo>
                    <a:pt x="1766685" y="201206"/>
                  </a:lnTo>
                  <a:lnTo>
                    <a:pt x="1813823" y="228846"/>
                  </a:lnTo>
                  <a:lnTo>
                    <a:pt x="1860956" y="259000"/>
                  </a:lnTo>
                  <a:lnTo>
                    <a:pt x="1908403" y="291630"/>
                  </a:lnTo>
                  <a:lnTo>
                    <a:pt x="1956362" y="326608"/>
                  </a:lnTo>
                  <a:lnTo>
                    <a:pt x="2004922" y="363715"/>
                  </a:lnTo>
                  <a:lnTo>
                    <a:pt x="2054077" y="402638"/>
                  </a:lnTo>
                  <a:lnTo>
                    <a:pt x="2103741" y="442979"/>
                  </a:lnTo>
                  <a:lnTo>
                    <a:pt x="2153764" y="484268"/>
                  </a:lnTo>
                  <a:lnTo>
                    <a:pt x="2203953" y="525985"/>
                  </a:lnTo>
                  <a:lnTo>
                    <a:pt x="2254098" y="567588"/>
                  </a:lnTo>
                  <a:lnTo>
                    <a:pt x="2303992" y="608540"/>
                  </a:lnTo>
                  <a:lnTo>
                    <a:pt x="2353457" y="648341"/>
                  </a:lnTo>
                  <a:lnTo>
                    <a:pt x="2402369" y="686546"/>
                  </a:lnTo>
                  <a:lnTo>
                    <a:pt x="2450672" y="722793"/>
                  </a:lnTo>
                  <a:lnTo>
                    <a:pt x="2498400" y="756808"/>
                  </a:lnTo>
                  <a:lnTo>
                    <a:pt x="2545685" y="788410"/>
                  </a:lnTo>
                  <a:lnTo>
                    <a:pt x="2592774" y="817510"/>
                  </a:lnTo>
                  <a:lnTo>
                    <a:pt x="2640042" y="844104"/>
                  </a:lnTo>
                  <a:lnTo>
                    <a:pt x="2667772" y="858421"/>
                  </a:lnTo>
                  <a:lnTo>
                    <a:pt x="2715939" y="880958"/>
                  </a:lnTo>
                  <a:lnTo>
                    <a:pt x="2765828" y="901144"/>
                  </a:lnTo>
                  <a:lnTo>
                    <a:pt x="2818283" y="919111"/>
                  </a:lnTo>
                  <a:lnTo>
                    <a:pt x="2874241" y="935075"/>
                  </a:lnTo>
                  <a:lnTo>
                    <a:pt x="2934648" y="949275"/>
                  </a:lnTo>
                  <a:lnTo>
                    <a:pt x="3000373" y="961937"/>
                  </a:lnTo>
                  <a:lnTo>
                    <a:pt x="3072086" y="973255"/>
                  </a:lnTo>
                  <a:lnTo>
                    <a:pt x="3150106" y="983385"/>
                  </a:lnTo>
                  <a:lnTo>
                    <a:pt x="3234196" y="992431"/>
                  </a:lnTo>
                  <a:lnTo>
                    <a:pt x="3323329" y="1000454"/>
                  </a:lnTo>
                  <a:lnTo>
                    <a:pt x="3415474" y="1007472"/>
                  </a:lnTo>
                  <a:lnTo>
                    <a:pt x="3507498" y="1013470"/>
                  </a:lnTo>
                  <a:lnTo>
                    <a:pt x="3595307" y="1018424"/>
                  </a:lnTo>
                  <a:lnTo>
                    <a:pt x="3674329" y="1022322"/>
                  </a:lnTo>
                  <a:lnTo>
                    <a:pt x="3740319" y="1025194"/>
                  </a:lnTo>
                  <a:lnTo>
                    <a:pt x="3790316" y="1027128"/>
                  </a:lnTo>
                  <a:lnTo>
                    <a:pt x="3823432" y="1028272"/>
                  </a:lnTo>
                  <a:lnTo>
                    <a:pt x="3841209" y="1028824"/>
                  </a:lnTo>
                  <a:lnTo>
                    <a:pt x="3847500" y="1029001"/>
                  </a:lnTo>
                  <a:lnTo>
                    <a:pt x="3848118" y="1029016"/>
                  </a:lnTo>
                  <a:lnTo>
                    <a:pt x="4386855" y="1029016"/>
                  </a:lnTo>
                  <a:lnTo>
                    <a:pt x="4388139" y="1028984"/>
                  </a:lnTo>
                  <a:lnTo>
                    <a:pt x="4396518" y="1028749"/>
                  </a:lnTo>
                  <a:lnTo>
                    <a:pt x="4417417" y="1028099"/>
                  </a:lnTo>
                  <a:lnTo>
                    <a:pt x="4454210" y="1026823"/>
                  </a:lnTo>
                  <a:lnTo>
                    <a:pt x="4507899" y="1024739"/>
                  </a:lnTo>
                  <a:lnTo>
                    <a:pt x="4577090" y="1021711"/>
                  </a:lnTo>
                  <a:lnTo>
                    <a:pt x="4658460" y="1017668"/>
                  </a:lnTo>
                  <a:lnTo>
                    <a:pt x="4747607" y="1012591"/>
                  </a:lnTo>
                  <a:lnTo>
                    <a:pt x="4840002" y="1006496"/>
                  </a:lnTo>
                  <a:lnTo>
                    <a:pt x="4931731" y="999408"/>
                  </a:lnTo>
                  <a:lnTo>
                    <a:pt x="5019903" y="991334"/>
                  </a:lnTo>
                  <a:lnTo>
                    <a:pt x="5102722" y="982250"/>
                  </a:lnTo>
                  <a:lnTo>
                    <a:pt x="5179355" y="972087"/>
                  </a:lnTo>
                  <a:lnTo>
                    <a:pt x="5249710" y="960729"/>
                  </a:lnTo>
                  <a:lnTo>
                    <a:pt x="5314199" y="948017"/>
                  </a:lnTo>
                  <a:lnTo>
                    <a:pt x="5373549" y="933752"/>
                  </a:lnTo>
                  <a:lnTo>
                    <a:pt x="5428655" y="917707"/>
                  </a:lnTo>
                  <a:lnTo>
                    <a:pt x="5480470" y="899651"/>
                  </a:lnTo>
                  <a:lnTo>
                    <a:pt x="5529917" y="879382"/>
                  </a:lnTo>
                  <a:lnTo>
                    <a:pt x="5567201" y="862051"/>
                  </a:lnTo>
                  <a:lnTo>
                    <a:pt x="5614975" y="837327"/>
                  </a:lnTo>
                  <a:lnTo>
                    <a:pt x="5662283" y="810163"/>
                  </a:lnTo>
                  <a:lnTo>
                    <a:pt x="5709588" y="780521"/>
                  </a:lnTo>
                  <a:lnTo>
                    <a:pt x="5757213" y="748440"/>
                  </a:lnTo>
                  <a:lnTo>
                    <a:pt x="5805355" y="714046"/>
                  </a:lnTo>
                  <a:lnTo>
                    <a:pt x="5854103" y="677558"/>
                  </a:lnTo>
                  <a:lnTo>
                    <a:pt x="5903449" y="639287"/>
                  </a:lnTo>
                  <a:lnTo>
                    <a:pt x="5953305" y="599630"/>
                  </a:lnTo>
                  <a:lnTo>
                    <a:pt x="6003517" y="559053"/>
                  </a:lnTo>
                  <a:lnTo>
                    <a:pt x="6053890" y="518071"/>
                  </a:lnTo>
                  <a:lnTo>
                    <a:pt x="6104211" y="477221"/>
                  </a:lnTo>
                  <a:lnTo>
                    <a:pt x="6154271" y="437032"/>
                  </a:lnTo>
                  <a:lnTo>
                    <a:pt x="6203892" y="398000"/>
                  </a:lnTo>
                  <a:lnTo>
                    <a:pt x="6252952" y="360559"/>
                  </a:lnTo>
                  <a:lnTo>
                    <a:pt x="6301398" y="325063"/>
                  </a:lnTo>
                  <a:lnTo>
                    <a:pt x="6349269" y="291781"/>
                  </a:lnTo>
                  <a:lnTo>
                    <a:pt x="6396705" y="260885"/>
                  </a:lnTo>
                  <a:lnTo>
                    <a:pt x="6443963" y="232458"/>
                  </a:lnTo>
                  <a:lnTo>
                    <a:pt x="6491432" y="206498"/>
                  </a:lnTo>
                  <a:lnTo>
                    <a:pt x="6515891" y="194188"/>
                  </a:lnTo>
                  <a:lnTo>
                    <a:pt x="6564068" y="172126"/>
                  </a:lnTo>
                  <a:lnTo>
                    <a:pt x="6613969" y="152366"/>
                  </a:lnTo>
                  <a:lnTo>
                    <a:pt x="6666437" y="134778"/>
                  </a:lnTo>
                  <a:lnTo>
                    <a:pt x="6722410" y="119152"/>
                  </a:lnTo>
                  <a:lnTo>
                    <a:pt x="6782835" y="105253"/>
                  </a:lnTo>
                  <a:lnTo>
                    <a:pt x="6848580" y="92860"/>
                  </a:lnTo>
                  <a:lnTo>
                    <a:pt x="6920317" y="81781"/>
                  </a:lnTo>
                  <a:lnTo>
                    <a:pt x="6998364" y="71867"/>
                  </a:lnTo>
                  <a:lnTo>
                    <a:pt x="7082483" y="63013"/>
                  </a:lnTo>
                  <a:lnTo>
                    <a:pt x="7171644" y="55161"/>
                  </a:lnTo>
                  <a:lnTo>
                    <a:pt x="7263812" y="48294"/>
                  </a:lnTo>
                  <a:lnTo>
                    <a:pt x="7355851" y="42424"/>
                  </a:lnTo>
                  <a:lnTo>
                    <a:pt x="7443662" y="37577"/>
                  </a:lnTo>
                  <a:lnTo>
                    <a:pt x="7522668" y="33764"/>
                  </a:lnTo>
                  <a:lnTo>
                    <a:pt x="7588626" y="30956"/>
                  </a:lnTo>
                  <a:lnTo>
                    <a:pt x="7638578" y="29066"/>
                  </a:lnTo>
                  <a:lnTo>
                    <a:pt x="7671643" y="27948"/>
                  </a:lnTo>
                  <a:lnTo>
                    <a:pt x="7689371" y="27409"/>
                  </a:lnTo>
                  <a:lnTo>
                    <a:pt x="7695628" y="27238"/>
                  </a:lnTo>
                  <a:lnTo>
                    <a:pt x="7696237" y="27222"/>
                  </a:lnTo>
                  <a:lnTo>
                    <a:pt x="8234974" y="27222"/>
                  </a:lnTo>
                  <a:lnTo>
                    <a:pt x="8234974" y="21778"/>
                  </a:lnTo>
                  <a:lnTo>
                    <a:pt x="7696237" y="21778"/>
                  </a:lnTo>
                  <a:lnTo>
                    <a:pt x="7694953" y="21811"/>
                  </a:lnTo>
                  <a:lnTo>
                    <a:pt x="7686574" y="22046"/>
                  </a:lnTo>
                  <a:lnTo>
                    <a:pt x="7665675" y="22696"/>
                  </a:lnTo>
                  <a:lnTo>
                    <a:pt x="7628883" y="23971"/>
                  </a:lnTo>
                  <a:lnTo>
                    <a:pt x="7575194" y="26055"/>
                  </a:lnTo>
                  <a:lnTo>
                    <a:pt x="7506002" y="29083"/>
                  </a:lnTo>
                  <a:lnTo>
                    <a:pt x="7424633" y="33126"/>
                  </a:lnTo>
                  <a:lnTo>
                    <a:pt x="7335485" y="38204"/>
                  </a:lnTo>
                  <a:lnTo>
                    <a:pt x="7243091" y="44298"/>
                  </a:lnTo>
                  <a:lnTo>
                    <a:pt x="7151361" y="51386"/>
                  </a:lnTo>
                  <a:lnTo>
                    <a:pt x="7063190" y="59460"/>
                  </a:lnTo>
                  <a:lnTo>
                    <a:pt x="6980371" y="68544"/>
                  </a:lnTo>
                  <a:lnTo>
                    <a:pt x="6903737" y="78707"/>
                  </a:lnTo>
                  <a:lnTo>
                    <a:pt x="6833382" y="90065"/>
                  </a:lnTo>
                  <a:lnTo>
                    <a:pt x="6768894" y="102777"/>
                  </a:lnTo>
                  <a:lnTo>
                    <a:pt x="6709543" y="117042"/>
                  </a:lnTo>
                  <a:lnTo>
                    <a:pt x="6654437" y="133087"/>
                  </a:lnTo>
                  <a:lnTo>
                    <a:pt x="6602623" y="151144"/>
                  </a:lnTo>
                  <a:lnTo>
                    <a:pt x="6553175" y="171412"/>
                  </a:lnTo>
                  <a:lnTo>
                    <a:pt x="6515891" y="188743"/>
                  </a:lnTo>
                  <a:lnTo>
                    <a:pt x="6468117" y="213468"/>
                  </a:lnTo>
                  <a:lnTo>
                    <a:pt x="6420810" y="240631"/>
                  </a:lnTo>
                  <a:lnTo>
                    <a:pt x="6373504" y="270273"/>
                  </a:lnTo>
                  <a:lnTo>
                    <a:pt x="6325879" y="302354"/>
                  </a:lnTo>
                  <a:lnTo>
                    <a:pt x="6277737" y="336748"/>
                  </a:lnTo>
                  <a:lnTo>
                    <a:pt x="6228990" y="373236"/>
                  </a:lnTo>
                  <a:lnTo>
                    <a:pt x="6179643" y="411507"/>
                  </a:lnTo>
                  <a:lnTo>
                    <a:pt x="6129788" y="451164"/>
                  </a:lnTo>
                  <a:lnTo>
                    <a:pt x="6079576" y="491741"/>
                  </a:lnTo>
                  <a:lnTo>
                    <a:pt x="6029202" y="532723"/>
                  </a:lnTo>
                  <a:lnTo>
                    <a:pt x="5978882" y="573573"/>
                  </a:lnTo>
                  <a:lnTo>
                    <a:pt x="5928822" y="613762"/>
                  </a:lnTo>
                  <a:lnTo>
                    <a:pt x="5879200" y="652794"/>
                  </a:lnTo>
                  <a:lnTo>
                    <a:pt x="5830141" y="690236"/>
                  </a:lnTo>
                  <a:lnTo>
                    <a:pt x="5781695" y="725731"/>
                  </a:lnTo>
                  <a:lnTo>
                    <a:pt x="5733824" y="759013"/>
                  </a:lnTo>
                  <a:lnTo>
                    <a:pt x="5686387" y="789909"/>
                  </a:lnTo>
                  <a:lnTo>
                    <a:pt x="5639129" y="818337"/>
                  </a:lnTo>
                  <a:lnTo>
                    <a:pt x="5591661" y="844296"/>
                  </a:lnTo>
                  <a:lnTo>
                    <a:pt x="5567201" y="856606"/>
                  </a:lnTo>
                  <a:lnTo>
                    <a:pt x="5519024" y="878668"/>
                  </a:lnTo>
                  <a:lnTo>
                    <a:pt x="5469123" y="898428"/>
                  </a:lnTo>
                  <a:lnTo>
                    <a:pt x="5416656" y="916016"/>
                  </a:lnTo>
                  <a:lnTo>
                    <a:pt x="5360683" y="931642"/>
                  </a:lnTo>
                  <a:lnTo>
                    <a:pt x="5300257" y="945541"/>
                  </a:lnTo>
                  <a:lnTo>
                    <a:pt x="5234512" y="957934"/>
                  </a:lnTo>
                  <a:lnTo>
                    <a:pt x="5162775" y="969013"/>
                  </a:lnTo>
                  <a:lnTo>
                    <a:pt x="5084728" y="978927"/>
                  </a:lnTo>
                  <a:lnTo>
                    <a:pt x="5000610" y="987781"/>
                  </a:lnTo>
                  <a:lnTo>
                    <a:pt x="4911449" y="995633"/>
                  </a:lnTo>
                  <a:lnTo>
                    <a:pt x="4819280" y="1002501"/>
                  </a:lnTo>
                  <a:lnTo>
                    <a:pt x="4727241" y="1008370"/>
                  </a:lnTo>
                  <a:lnTo>
                    <a:pt x="4639430" y="1013217"/>
                  </a:lnTo>
                  <a:lnTo>
                    <a:pt x="4560424" y="1017030"/>
                  </a:lnTo>
                  <a:lnTo>
                    <a:pt x="4494467" y="1019838"/>
                  </a:lnTo>
                  <a:lnTo>
                    <a:pt x="4444515" y="1021728"/>
                  </a:lnTo>
                  <a:lnTo>
                    <a:pt x="4411450" y="1022846"/>
                  </a:lnTo>
                  <a:lnTo>
                    <a:pt x="4393721" y="1023385"/>
                  </a:lnTo>
                  <a:lnTo>
                    <a:pt x="4387464" y="1023557"/>
                  </a:lnTo>
                  <a:lnTo>
                    <a:pt x="4386855" y="1023572"/>
                  </a:lnTo>
                  <a:lnTo>
                    <a:pt x="3848118" y="1023572"/>
                  </a:lnTo>
                  <a:lnTo>
                    <a:pt x="3846835" y="1023538"/>
                  </a:lnTo>
                  <a:lnTo>
                    <a:pt x="3838461" y="1023298"/>
                  </a:lnTo>
                  <a:lnTo>
                    <a:pt x="3817575" y="1022635"/>
                  </a:lnTo>
                  <a:lnTo>
                    <a:pt x="3780803" y="1021333"/>
                  </a:lnTo>
                  <a:lnTo>
                    <a:pt x="3727141" y="1019204"/>
                  </a:lnTo>
                  <a:lnTo>
                    <a:pt x="3657981" y="1016113"/>
                  </a:lnTo>
                  <a:lnTo>
                    <a:pt x="3576643" y="1011984"/>
                  </a:lnTo>
                  <a:lnTo>
                    <a:pt x="3487524" y="1006799"/>
                  </a:lnTo>
                  <a:lnTo>
                    <a:pt x="3395152" y="1000575"/>
                  </a:lnTo>
                  <a:lnTo>
                    <a:pt x="3303437" y="993336"/>
                  </a:lnTo>
                  <a:lnTo>
                    <a:pt x="3215274" y="985091"/>
                  </a:lnTo>
                  <a:lnTo>
                    <a:pt x="3132458" y="975814"/>
                  </a:lnTo>
                  <a:lnTo>
                    <a:pt x="3055824" y="965435"/>
                  </a:lnTo>
                  <a:lnTo>
                    <a:pt x="2985467" y="953837"/>
                  </a:lnTo>
                  <a:lnTo>
                    <a:pt x="2920974" y="940856"/>
                  </a:lnTo>
                  <a:lnTo>
                    <a:pt x="2861621" y="926289"/>
                  </a:lnTo>
                  <a:lnTo>
                    <a:pt x="2806514" y="909906"/>
                  </a:lnTo>
                  <a:lnTo>
                    <a:pt x="2754700" y="891470"/>
                  </a:lnTo>
                  <a:lnTo>
                    <a:pt x="2705255" y="870775"/>
                  </a:lnTo>
                  <a:lnTo>
                    <a:pt x="2667772" y="852977"/>
                  </a:lnTo>
                  <a:lnTo>
                    <a:pt x="2620170" y="827810"/>
                  </a:lnTo>
                  <a:lnTo>
                    <a:pt x="2573032" y="800170"/>
                  </a:lnTo>
                  <a:lnTo>
                    <a:pt x="2525898" y="770016"/>
                  </a:lnTo>
                  <a:lnTo>
                    <a:pt x="2478451" y="737386"/>
                  </a:lnTo>
                  <a:lnTo>
                    <a:pt x="2430492" y="702408"/>
                  </a:lnTo>
                  <a:lnTo>
                    <a:pt x="2381932" y="665301"/>
                  </a:lnTo>
                  <a:lnTo>
                    <a:pt x="2332778" y="626378"/>
                  </a:lnTo>
                  <a:lnTo>
                    <a:pt x="2283114" y="586037"/>
                  </a:lnTo>
                  <a:lnTo>
                    <a:pt x="2233091" y="544748"/>
                  </a:lnTo>
                  <a:lnTo>
                    <a:pt x="2182901" y="503031"/>
                  </a:lnTo>
                  <a:lnTo>
                    <a:pt x="2132756" y="461428"/>
                  </a:lnTo>
                  <a:lnTo>
                    <a:pt x="2082863" y="420476"/>
                  </a:lnTo>
                  <a:lnTo>
                    <a:pt x="2033397" y="380675"/>
                  </a:lnTo>
                  <a:lnTo>
                    <a:pt x="1984485" y="342470"/>
                  </a:lnTo>
                  <a:lnTo>
                    <a:pt x="1936182" y="306223"/>
                  </a:lnTo>
                  <a:lnTo>
                    <a:pt x="1888455" y="272208"/>
                  </a:lnTo>
                  <a:lnTo>
                    <a:pt x="1841170" y="240606"/>
                  </a:lnTo>
                  <a:lnTo>
                    <a:pt x="1794081" y="211506"/>
                  </a:lnTo>
                  <a:lnTo>
                    <a:pt x="1746813" y="184912"/>
                  </a:lnTo>
                  <a:lnTo>
                    <a:pt x="1719082" y="170595"/>
                  </a:lnTo>
                  <a:lnTo>
                    <a:pt x="1670916" y="148058"/>
                  </a:lnTo>
                  <a:lnTo>
                    <a:pt x="1621026" y="127872"/>
                  </a:lnTo>
                  <a:lnTo>
                    <a:pt x="1568572" y="109905"/>
                  </a:lnTo>
                  <a:lnTo>
                    <a:pt x="1512614" y="93941"/>
                  </a:lnTo>
                  <a:lnTo>
                    <a:pt x="1452206" y="79741"/>
                  </a:lnTo>
                  <a:lnTo>
                    <a:pt x="1386482" y="67079"/>
                  </a:lnTo>
                  <a:lnTo>
                    <a:pt x="1314769" y="55760"/>
                  </a:lnTo>
                  <a:lnTo>
                    <a:pt x="1236749" y="45631"/>
                  </a:lnTo>
                  <a:lnTo>
                    <a:pt x="1152659" y="36585"/>
                  </a:lnTo>
                  <a:lnTo>
                    <a:pt x="1063526" y="28562"/>
                  </a:lnTo>
                  <a:lnTo>
                    <a:pt x="971381" y="21544"/>
                  </a:lnTo>
                  <a:lnTo>
                    <a:pt x="879357" y="15546"/>
                  </a:lnTo>
                  <a:lnTo>
                    <a:pt x="791547" y="10592"/>
                  </a:lnTo>
                  <a:lnTo>
                    <a:pt x="712526" y="6694"/>
                  </a:lnTo>
                  <a:lnTo>
                    <a:pt x="646536" y="3822"/>
                  </a:lnTo>
                  <a:lnTo>
                    <a:pt x="596539" y="1888"/>
                  </a:lnTo>
                  <a:lnTo>
                    <a:pt x="563422" y="744"/>
                  </a:lnTo>
                  <a:lnTo>
                    <a:pt x="545646" y="192"/>
                  </a:lnTo>
                  <a:lnTo>
                    <a:pt x="539355" y="1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72" name="pl1272"/>
            <p:cNvSpPr/>
            <p:nvPr/>
          </p:nvSpPr>
          <p:spPr>
            <a:xfrm>
              <a:off x="546595" y="4463629"/>
              <a:ext cx="8234974" cy="1023572"/>
            </a:xfrm>
            <a:custGeom>
              <a:avLst/>
              <a:pathLst>
                <a:path w="8234974" h="1023572">
                  <a:moveTo>
                    <a:pt x="0" y="0"/>
                  </a:moveTo>
                  <a:lnTo>
                    <a:pt x="538736" y="0"/>
                  </a:lnTo>
                  <a:lnTo>
                    <a:pt x="540019" y="33"/>
                  </a:lnTo>
                  <a:lnTo>
                    <a:pt x="548394" y="273"/>
                  </a:lnTo>
                  <a:lnTo>
                    <a:pt x="569280" y="937"/>
                  </a:lnTo>
                  <a:lnTo>
                    <a:pt x="606052" y="2239"/>
                  </a:lnTo>
                  <a:lnTo>
                    <a:pt x="659713" y="4367"/>
                  </a:lnTo>
                  <a:lnTo>
                    <a:pt x="728873" y="7459"/>
                  </a:lnTo>
                  <a:lnTo>
                    <a:pt x="810211" y="11588"/>
                  </a:lnTo>
                  <a:lnTo>
                    <a:pt x="899330" y="16773"/>
                  </a:lnTo>
                  <a:lnTo>
                    <a:pt x="991703" y="22997"/>
                  </a:lnTo>
                  <a:lnTo>
                    <a:pt x="1083417" y="30235"/>
                  </a:lnTo>
                  <a:lnTo>
                    <a:pt x="1171581" y="38480"/>
                  </a:lnTo>
                  <a:lnTo>
                    <a:pt x="1254397" y="47757"/>
                  </a:lnTo>
                  <a:lnTo>
                    <a:pt x="1331031" y="58136"/>
                  </a:lnTo>
                  <a:lnTo>
                    <a:pt x="1401388" y="69735"/>
                  </a:lnTo>
                  <a:lnTo>
                    <a:pt x="1465880" y="82716"/>
                  </a:lnTo>
                  <a:lnTo>
                    <a:pt x="1525233" y="97282"/>
                  </a:lnTo>
                  <a:lnTo>
                    <a:pt x="1580341" y="113665"/>
                  </a:lnTo>
                  <a:lnTo>
                    <a:pt x="1632155" y="132102"/>
                  </a:lnTo>
                  <a:lnTo>
                    <a:pt x="1681600" y="152797"/>
                  </a:lnTo>
                  <a:lnTo>
                    <a:pt x="1719082" y="170595"/>
                  </a:lnTo>
                  <a:lnTo>
                    <a:pt x="1766685" y="195761"/>
                  </a:lnTo>
                  <a:lnTo>
                    <a:pt x="1813823" y="223402"/>
                  </a:lnTo>
                  <a:lnTo>
                    <a:pt x="1860956" y="253556"/>
                  </a:lnTo>
                  <a:lnTo>
                    <a:pt x="1908403" y="286185"/>
                  </a:lnTo>
                  <a:lnTo>
                    <a:pt x="1956362" y="321163"/>
                  </a:lnTo>
                  <a:lnTo>
                    <a:pt x="2004922" y="358271"/>
                  </a:lnTo>
                  <a:lnTo>
                    <a:pt x="2054077" y="397194"/>
                  </a:lnTo>
                  <a:lnTo>
                    <a:pt x="2103741" y="437535"/>
                  </a:lnTo>
                  <a:lnTo>
                    <a:pt x="2153764" y="478824"/>
                  </a:lnTo>
                  <a:lnTo>
                    <a:pt x="2203953" y="520541"/>
                  </a:lnTo>
                  <a:lnTo>
                    <a:pt x="2254098" y="562144"/>
                  </a:lnTo>
                  <a:lnTo>
                    <a:pt x="2303992" y="603096"/>
                  </a:lnTo>
                  <a:lnTo>
                    <a:pt x="2353457" y="642896"/>
                  </a:lnTo>
                  <a:lnTo>
                    <a:pt x="2402369" y="681102"/>
                  </a:lnTo>
                  <a:lnTo>
                    <a:pt x="2450672" y="717349"/>
                  </a:lnTo>
                  <a:lnTo>
                    <a:pt x="2498400" y="751363"/>
                  </a:lnTo>
                  <a:lnTo>
                    <a:pt x="2545685" y="782965"/>
                  </a:lnTo>
                  <a:lnTo>
                    <a:pt x="2592774" y="812065"/>
                  </a:lnTo>
                  <a:lnTo>
                    <a:pt x="2640042" y="838659"/>
                  </a:lnTo>
                  <a:lnTo>
                    <a:pt x="2667772" y="852977"/>
                  </a:lnTo>
                  <a:lnTo>
                    <a:pt x="2715939" y="875514"/>
                  </a:lnTo>
                  <a:lnTo>
                    <a:pt x="2765828" y="895700"/>
                  </a:lnTo>
                  <a:lnTo>
                    <a:pt x="2818283" y="913667"/>
                  </a:lnTo>
                  <a:lnTo>
                    <a:pt x="2874241" y="929631"/>
                  </a:lnTo>
                  <a:lnTo>
                    <a:pt x="2934648" y="943830"/>
                  </a:lnTo>
                  <a:lnTo>
                    <a:pt x="3000373" y="956492"/>
                  </a:lnTo>
                  <a:lnTo>
                    <a:pt x="3072086" y="967811"/>
                  </a:lnTo>
                  <a:lnTo>
                    <a:pt x="3150106" y="977940"/>
                  </a:lnTo>
                  <a:lnTo>
                    <a:pt x="3234196" y="986986"/>
                  </a:lnTo>
                  <a:lnTo>
                    <a:pt x="3323329" y="995009"/>
                  </a:lnTo>
                  <a:lnTo>
                    <a:pt x="3415474" y="1002027"/>
                  </a:lnTo>
                  <a:lnTo>
                    <a:pt x="3507498" y="1008026"/>
                  </a:lnTo>
                  <a:lnTo>
                    <a:pt x="3595307" y="1012980"/>
                  </a:lnTo>
                  <a:lnTo>
                    <a:pt x="3674329" y="1016878"/>
                  </a:lnTo>
                  <a:lnTo>
                    <a:pt x="3740319" y="1019750"/>
                  </a:lnTo>
                  <a:lnTo>
                    <a:pt x="3790316" y="1021683"/>
                  </a:lnTo>
                  <a:lnTo>
                    <a:pt x="3823432" y="1022828"/>
                  </a:lnTo>
                  <a:lnTo>
                    <a:pt x="3841209" y="1023380"/>
                  </a:lnTo>
                  <a:lnTo>
                    <a:pt x="3847500" y="1023556"/>
                  </a:lnTo>
                  <a:lnTo>
                    <a:pt x="3848118" y="1023572"/>
                  </a:lnTo>
                  <a:lnTo>
                    <a:pt x="4386855" y="1023572"/>
                  </a:lnTo>
                  <a:lnTo>
                    <a:pt x="4388139" y="1023539"/>
                  </a:lnTo>
                  <a:lnTo>
                    <a:pt x="4396518" y="1023304"/>
                  </a:lnTo>
                  <a:lnTo>
                    <a:pt x="4417417" y="1022654"/>
                  </a:lnTo>
                  <a:lnTo>
                    <a:pt x="4454210" y="1021379"/>
                  </a:lnTo>
                  <a:lnTo>
                    <a:pt x="4507899" y="1019294"/>
                  </a:lnTo>
                  <a:lnTo>
                    <a:pt x="4577090" y="1016267"/>
                  </a:lnTo>
                  <a:lnTo>
                    <a:pt x="4658460" y="1012223"/>
                  </a:lnTo>
                  <a:lnTo>
                    <a:pt x="4747607" y="1007146"/>
                  </a:lnTo>
                  <a:lnTo>
                    <a:pt x="4840002" y="1001051"/>
                  </a:lnTo>
                  <a:lnTo>
                    <a:pt x="4931731" y="993963"/>
                  </a:lnTo>
                  <a:lnTo>
                    <a:pt x="5019903" y="985890"/>
                  </a:lnTo>
                  <a:lnTo>
                    <a:pt x="5102722" y="976806"/>
                  </a:lnTo>
                  <a:lnTo>
                    <a:pt x="5179355" y="966642"/>
                  </a:lnTo>
                  <a:lnTo>
                    <a:pt x="5249710" y="955284"/>
                  </a:lnTo>
                  <a:lnTo>
                    <a:pt x="5314199" y="942572"/>
                  </a:lnTo>
                  <a:lnTo>
                    <a:pt x="5373549" y="928307"/>
                  </a:lnTo>
                  <a:lnTo>
                    <a:pt x="5428655" y="912263"/>
                  </a:lnTo>
                  <a:lnTo>
                    <a:pt x="5480470" y="894206"/>
                  </a:lnTo>
                  <a:lnTo>
                    <a:pt x="5529917" y="873938"/>
                  </a:lnTo>
                  <a:lnTo>
                    <a:pt x="5567201" y="856606"/>
                  </a:lnTo>
                  <a:lnTo>
                    <a:pt x="5614975" y="831882"/>
                  </a:lnTo>
                  <a:lnTo>
                    <a:pt x="5662283" y="804718"/>
                  </a:lnTo>
                  <a:lnTo>
                    <a:pt x="5709588" y="775076"/>
                  </a:lnTo>
                  <a:lnTo>
                    <a:pt x="5757213" y="742995"/>
                  </a:lnTo>
                  <a:lnTo>
                    <a:pt x="5805355" y="708601"/>
                  </a:lnTo>
                  <a:lnTo>
                    <a:pt x="5854103" y="672114"/>
                  </a:lnTo>
                  <a:lnTo>
                    <a:pt x="5903449" y="633843"/>
                  </a:lnTo>
                  <a:lnTo>
                    <a:pt x="5953305" y="594186"/>
                  </a:lnTo>
                  <a:lnTo>
                    <a:pt x="6003517" y="553609"/>
                  </a:lnTo>
                  <a:lnTo>
                    <a:pt x="6053890" y="512626"/>
                  </a:lnTo>
                  <a:lnTo>
                    <a:pt x="6104211" y="471776"/>
                  </a:lnTo>
                  <a:lnTo>
                    <a:pt x="6154271" y="431588"/>
                  </a:lnTo>
                  <a:lnTo>
                    <a:pt x="6203892" y="392556"/>
                  </a:lnTo>
                  <a:lnTo>
                    <a:pt x="6252952" y="355114"/>
                  </a:lnTo>
                  <a:lnTo>
                    <a:pt x="6301398" y="319619"/>
                  </a:lnTo>
                  <a:lnTo>
                    <a:pt x="6349269" y="286337"/>
                  </a:lnTo>
                  <a:lnTo>
                    <a:pt x="6396705" y="255441"/>
                  </a:lnTo>
                  <a:lnTo>
                    <a:pt x="6443963" y="227013"/>
                  </a:lnTo>
                  <a:lnTo>
                    <a:pt x="6491432" y="201054"/>
                  </a:lnTo>
                  <a:lnTo>
                    <a:pt x="6515891" y="188743"/>
                  </a:lnTo>
                  <a:lnTo>
                    <a:pt x="6564068" y="166681"/>
                  </a:lnTo>
                  <a:lnTo>
                    <a:pt x="6613969" y="146921"/>
                  </a:lnTo>
                  <a:lnTo>
                    <a:pt x="6666437" y="129334"/>
                  </a:lnTo>
                  <a:lnTo>
                    <a:pt x="6722410" y="113707"/>
                  </a:lnTo>
                  <a:lnTo>
                    <a:pt x="6782835" y="99808"/>
                  </a:lnTo>
                  <a:lnTo>
                    <a:pt x="6848580" y="87415"/>
                  </a:lnTo>
                  <a:lnTo>
                    <a:pt x="6920317" y="76336"/>
                  </a:lnTo>
                  <a:lnTo>
                    <a:pt x="6998364" y="66422"/>
                  </a:lnTo>
                  <a:lnTo>
                    <a:pt x="7082483" y="57569"/>
                  </a:lnTo>
                  <a:lnTo>
                    <a:pt x="7171644" y="49717"/>
                  </a:lnTo>
                  <a:lnTo>
                    <a:pt x="7263812" y="42849"/>
                  </a:lnTo>
                  <a:lnTo>
                    <a:pt x="7355851" y="36979"/>
                  </a:lnTo>
                  <a:lnTo>
                    <a:pt x="7443662" y="32132"/>
                  </a:lnTo>
                  <a:lnTo>
                    <a:pt x="7522668" y="28319"/>
                  </a:lnTo>
                  <a:lnTo>
                    <a:pt x="7588626" y="25511"/>
                  </a:lnTo>
                  <a:lnTo>
                    <a:pt x="7638578" y="23621"/>
                  </a:lnTo>
                  <a:lnTo>
                    <a:pt x="7671643" y="22503"/>
                  </a:lnTo>
                  <a:lnTo>
                    <a:pt x="7689371" y="21965"/>
                  </a:lnTo>
                  <a:lnTo>
                    <a:pt x="7695628" y="21793"/>
                  </a:lnTo>
                  <a:lnTo>
                    <a:pt x="7696237" y="21778"/>
                  </a:lnTo>
                  <a:lnTo>
                    <a:pt x="8234974" y="217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3" name="pl1273"/>
            <p:cNvSpPr/>
            <p:nvPr/>
          </p:nvSpPr>
          <p:spPr>
            <a:xfrm>
              <a:off x="546595" y="4458184"/>
              <a:ext cx="8234974" cy="1023572"/>
            </a:xfrm>
            <a:custGeom>
              <a:avLst/>
              <a:pathLst>
                <a:path w="8234974" h="1023572">
                  <a:moveTo>
                    <a:pt x="8234974" y="21778"/>
                  </a:moveTo>
                  <a:lnTo>
                    <a:pt x="7696237" y="21778"/>
                  </a:lnTo>
                  <a:lnTo>
                    <a:pt x="7694953" y="21811"/>
                  </a:lnTo>
                  <a:lnTo>
                    <a:pt x="7686574" y="22046"/>
                  </a:lnTo>
                  <a:lnTo>
                    <a:pt x="7665675" y="22696"/>
                  </a:lnTo>
                  <a:lnTo>
                    <a:pt x="7628883" y="23971"/>
                  </a:lnTo>
                  <a:lnTo>
                    <a:pt x="7575194" y="26055"/>
                  </a:lnTo>
                  <a:lnTo>
                    <a:pt x="7506002" y="29083"/>
                  </a:lnTo>
                  <a:lnTo>
                    <a:pt x="7424633" y="33126"/>
                  </a:lnTo>
                  <a:lnTo>
                    <a:pt x="7335485" y="38204"/>
                  </a:lnTo>
                  <a:lnTo>
                    <a:pt x="7243091" y="44298"/>
                  </a:lnTo>
                  <a:lnTo>
                    <a:pt x="7151361" y="51386"/>
                  </a:lnTo>
                  <a:lnTo>
                    <a:pt x="7063190" y="59460"/>
                  </a:lnTo>
                  <a:lnTo>
                    <a:pt x="6980371" y="68544"/>
                  </a:lnTo>
                  <a:lnTo>
                    <a:pt x="6903737" y="78707"/>
                  </a:lnTo>
                  <a:lnTo>
                    <a:pt x="6833382" y="90065"/>
                  </a:lnTo>
                  <a:lnTo>
                    <a:pt x="6768894" y="102777"/>
                  </a:lnTo>
                  <a:lnTo>
                    <a:pt x="6709543" y="117042"/>
                  </a:lnTo>
                  <a:lnTo>
                    <a:pt x="6654437" y="133087"/>
                  </a:lnTo>
                  <a:lnTo>
                    <a:pt x="6602623" y="151144"/>
                  </a:lnTo>
                  <a:lnTo>
                    <a:pt x="6553175" y="171412"/>
                  </a:lnTo>
                  <a:lnTo>
                    <a:pt x="6515891" y="188743"/>
                  </a:lnTo>
                  <a:lnTo>
                    <a:pt x="6468117" y="213468"/>
                  </a:lnTo>
                  <a:lnTo>
                    <a:pt x="6420810" y="240631"/>
                  </a:lnTo>
                  <a:lnTo>
                    <a:pt x="6373504" y="270273"/>
                  </a:lnTo>
                  <a:lnTo>
                    <a:pt x="6325879" y="302354"/>
                  </a:lnTo>
                  <a:lnTo>
                    <a:pt x="6277737" y="336748"/>
                  </a:lnTo>
                  <a:lnTo>
                    <a:pt x="6228990" y="373236"/>
                  </a:lnTo>
                  <a:lnTo>
                    <a:pt x="6179643" y="411507"/>
                  </a:lnTo>
                  <a:lnTo>
                    <a:pt x="6129788" y="451164"/>
                  </a:lnTo>
                  <a:lnTo>
                    <a:pt x="6079576" y="491741"/>
                  </a:lnTo>
                  <a:lnTo>
                    <a:pt x="6029202" y="532723"/>
                  </a:lnTo>
                  <a:lnTo>
                    <a:pt x="5978882" y="573573"/>
                  </a:lnTo>
                  <a:lnTo>
                    <a:pt x="5928822" y="613762"/>
                  </a:lnTo>
                  <a:lnTo>
                    <a:pt x="5879200" y="652794"/>
                  </a:lnTo>
                  <a:lnTo>
                    <a:pt x="5830141" y="690236"/>
                  </a:lnTo>
                  <a:lnTo>
                    <a:pt x="5781695" y="725731"/>
                  </a:lnTo>
                  <a:lnTo>
                    <a:pt x="5733824" y="759013"/>
                  </a:lnTo>
                  <a:lnTo>
                    <a:pt x="5686387" y="789909"/>
                  </a:lnTo>
                  <a:lnTo>
                    <a:pt x="5639129" y="818337"/>
                  </a:lnTo>
                  <a:lnTo>
                    <a:pt x="5591661" y="844296"/>
                  </a:lnTo>
                  <a:lnTo>
                    <a:pt x="5567201" y="856606"/>
                  </a:lnTo>
                  <a:lnTo>
                    <a:pt x="5519024" y="878668"/>
                  </a:lnTo>
                  <a:lnTo>
                    <a:pt x="5469123" y="898428"/>
                  </a:lnTo>
                  <a:lnTo>
                    <a:pt x="5416656" y="916016"/>
                  </a:lnTo>
                  <a:lnTo>
                    <a:pt x="5360683" y="931642"/>
                  </a:lnTo>
                  <a:lnTo>
                    <a:pt x="5300257" y="945541"/>
                  </a:lnTo>
                  <a:lnTo>
                    <a:pt x="5234512" y="957934"/>
                  </a:lnTo>
                  <a:lnTo>
                    <a:pt x="5162775" y="969013"/>
                  </a:lnTo>
                  <a:lnTo>
                    <a:pt x="5084728" y="978927"/>
                  </a:lnTo>
                  <a:lnTo>
                    <a:pt x="5000610" y="987781"/>
                  </a:lnTo>
                  <a:lnTo>
                    <a:pt x="4911449" y="995633"/>
                  </a:lnTo>
                  <a:lnTo>
                    <a:pt x="4819280" y="1002501"/>
                  </a:lnTo>
                  <a:lnTo>
                    <a:pt x="4727241" y="1008370"/>
                  </a:lnTo>
                  <a:lnTo>
                    <a:pt x="4639430" y="1013217"/>
                  </a:lnTo>
                  <a:lnTo>
                    <a:pt x="4560424" y="1017030"/>
                  </a:lnTo>
                  <a:lnTo>
                    <a:pt x="4494467" y="1019838"/>
                  </a:lnTo>
                  <a:lnTo>
                    <a:pt x="4444515" y="1021728"/>
                  </a:lnTo>
                  <a:lnTo>
                    <a:pt x="4411450" y="1022846"/>
                  </a:lnTo>
                  <a:lnTo>
                    <a:pt x="4393721" y="1023385"/>
                  </a:lnTo>
                  <a:lnTo>
                    <a:pt x="4387464" y="1023557"/>
                  </a:lnTo>
                  <a:lnTo>
                    <a:pt x="4386855" y="1023572"/>
                  </a:lnTo>
                  <a:lnTo>
                    <a:pt x="3848118" y="1023572"/>
                  </a:lnTo>
                  <a:lnTo>
                    <a:pt x="3846835" y="1023538"/>
                  </a:lnTo>
                  <a:lnTo>
                    <a:pt x="3838461" y="1023298"/>
                  </a:lnTo>
                  <a:lnTo>
                    <a:pt x="3817575" y="1022635"/>
                  </a:lnTo>
                  <a:lnTo>
                    <a:pt x="3780803" y="1021333"/>
                  </a:lnTo>
                  <a:lnTo>
                    <a:pt x="3727141" y="1019204"/>
                  </a:lnTo>
                  <a:lnTo>
                    <a:pt x="3657981" y="1016113"/>
                  </a:lnTo>
                  <a:lnTo>
                    <a:pt x="3576643" y="1011984"/>
                  </a:lnTo>
                  <a:lnTo>
                    <a:pt x="3487524" y="1006799"/>
                  </a:lnTo>
                  <a:lnTo>
                    <a:pt x="3395152" y="1000575"/>
                  </a:lnTo>
                  <a:lnTo>
                    <a:pt x="3303437" y="993336"/>
                  </a:lnTo>
                  <a:lnTo>
                    <a:pt x="3215274" y="985091"/>
                  </a:lnTo>
                  <a:lnTo>
                    <a:pt x="3132458" y="975814"/>
                  </a:lnTo>
                  <a:lnTo>
                    <a:pt x="3055824" y="965435"/>
                  </a:lnTo>
                  <a:lnTo>
                    <a:pt x="2985467" y="953837"/>
                  </a:lnTo>
                  <a:lnTo>
                    <a:pt x="2920974" y="940856"/>
                  </a:lnTo>
                  <a:lnTo>
                    <a:pt x="2861621" y="926289"/>
                  </a:lnTo>
                  <a:lnTo>
                    <a:pt x="2806514" y="909906"/>
                  </a:lnTo>
                  <a:lnTo>
                    <a:pt x="2754700" y="891470"/>
                  </a:lnTo>
                  <a:lnTo>
                    <a:pt x="2705255" y="870775"/>
                  </a:lnTo>
                  <a:lnTo>
                    <a:pt x="2667772" y="852977"/>
                  </a:lnTo>
                  <a:lnTo>
                    <a:pt x="2620170" y="827810"/>
                  </a:lnTo>
                  <a:lnTo>
                    <a:pt x="2573032" y="800170"/>
                  </a:lnTo>
                  <a:lnTo>
                    <a:pt x="2525898" y="770016"/>
                  </a:lnTo>
                  <a:lnTo>
                    <a:pt x="2478451" y="737386"/>
                  </a:lnTo>
                  <a:lnTo>
                    <a:pt x="2430492" y="702408"/>
                  </a:lnTo>
                  <a:lnTo>
                    <a:pt x="2381932" y="665301"/>
                  </a:lnTo>
                  <a:lnTo>
                    <a:pt x="2332778" y="626378"/>
                  </a:lnTo>
                  <a:lnTo>
                    <a:pt x="2283114" y="586037"/>
                  </a:lnTo>
                  <a:lnTo>
                    <a:pt x="2233091" y="544748"/>
                  </a:lnTo>
                  <a:lnTo>
                    <a:pt x="2182901" y="503031"/>
                  </a:lnTo>
                  <a:lnTo>
                    <a:pt x="2132756" y="461428"/>
                  </a:lnTo>
                  <a:lnTo>
                    <a:pt x="2082863" y="420476"/>
                  </a:lnTo>
                  <a:lnTo>
                    <a:pt x="2033397" y="380675"/>
                  </a:lnTo>
                  <a:lnTo>
                    <a:pt x="1984485" y="342470"/>
                  </a:lnTo>
                  <a:lnTo>
                    <a:pt x="1936182" y="306223"/>
                  </a:lnTo>
                  <a:lnTo>
                    <a:pt x="1888455" y="272208"/>
                  </a:lnTo>
                  <a:lnTo>
                    <a:pt x="1841170" y="240606"/>
                  </a:lnTo>
                  <a:lnTo>
                    <a:pt x="1794081" y="211506"/>
                  </a:lnTo>
                  <a:lnTo>
                    <a:pt x="1746813" y="184912"/>
                  </a:lnTo>
                  <a:lnTo>
                    <a:pt x="1719082" y="170595"/>
                  </a:lnTo>
                  <a:lnTo>
                    <a:pt x="1670916" y="148058"/>
                  </a:lnTo>
                  <a:lnTo>
                    <a:pt x="1621026" y="127872"/>
                  </a:lnTo>
                  <a:lnTo>
                    <a:pt x="1568572" y="109905"/>
                  </a:lnTo>
                  <a:lnTo>
                    <a:pt x="1512614" y="93941"/>
                  </a:lnTo>
                  <a:lnTo>
                    <a:pt x="1452206" y="79741"/>
                  </a:lnTo>
                  <a:lnTo>
                    <a:pt x="1386482" y="67079"/>
                  </a:lnTo>
                  <a:lnTo>
                    <a:pt x="1314769" y="55760"/>
                  </a:lnTo>
                  <a:lnTo>
                    <a:pt x="1236749" y="45631"/>
                  </a:lnTo>
                  <a:lnTo>
                    <a:pt x="1152659" y="36585"/>
                  </a:lnTo>
                  <a:lnTo>
                    <a:pt x="1063526" y="28562"/>
                  </a:lnTo>
                  <a:lnTo>
                    <a:pt x="971381" y="21544"/>
                  </a:lnTo>
                  <a:lnTo>
                    <a:pt x="879357" y="15546"/>
                  </a:lnTo>
                  <a:lnTo>
                    <a:pt x="791547" y="10592"/>
                  </a:lnTo>
                  <a:lnTo>
                    <a:pt x="712526" y="6694"/>
                  </a:lnTo>
                  <a:lnTo>
                    <a:pt x="646536" y="3822"/>
                  </a:lnTo>
                  <a:lnTo>
                    <a:pt x="596539" y="1888"/>
                  </a:lnTo>
                  <a:lnTo>
                    <a:pt x="563422" y="744"/>
                  </a:lnTo>
                  <a:lnTo>
                    <a:pt x="545646" y="192"/>
                  </a:lnTo>
                  <a:lnTo>
                    <a:pt x="539355" y="1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4" name="pg1274"/>
            <p:cNvSpPr/>
            <p:nvPr/>
          </p:nvSpPr>
          <p:spPr>
            <a:xfrm>
              <a:off x="546595" y="1692361"/>
              <a:ext cx="8234974" cy="2656932"/>
            </a:xfrm>
            <a:custGeom>
              <a:avLst/>
              <a:pathLst>
                <a:path w="8234974" h="2656932">
                  <a:moveTo>
                    <a:pt x="0" y="2656932"/>
                  </a:moveTo>
                  <a:lnTo>
                    <a:pt x="538736" y="2656932"/>
                  </a:lnTo>
                  <a:lnTo>
                    <a:pt x="540037" y="2656922"/>
                  </a:lnTo>
                  <a:lnTo>
                    <a:pt x="548524" y="2656847"/>
                  </a:lnTo>
                  <a:lnTo>
                    <a:pt x="569681" y="2656639"/>
                  </a:lnTo>
                  <a:lnTo>
                    <a:pt x="606902" y="2656232"/>
                  </a:lnTo>
                  <a:lnTo>
                    <a:pt x="661165" y="2655566"/>
                  </a:lnTo>
                  <a:lnTo>
                    <a:pt x="731011" y="2654600"/>
                  </a:lnTo>
                  <a:lnTo>
                    <a:pt x="813035" y="2653310"/>
                  </a:lnTo>
                  <a:lnTo>
                    <a:pt x="902759" y="2651691"/>
                  </a:lnTo>
                  <a:lnTo>
                    <a:pt x="995606" y="2649749"/>
                  </a:lnTo>
                  <a:lnTo>
                    <a:pt x="1087643" y="2647492"/>
                  </a:lnTo>
                  <a:lnTo>
                    <a:pt x="1175988" y="2644921"/>
                  </a:lnTo>
                  <a:lnTo>
                    <a:pt x="1258871" y="2642028"/>
                  </a:lnTo>
                  <a:lnTo>
                    <a:pt x="1335491" y="2638790"/>
                  </a:lnTo>
                  <a:lnTo>
                    <a:pt x="1405789" y="2635169"/>
                  </a:lnTo>
                  <a:lnTo>
                    <a:pt x="1470207" y="2631114"/>
                  </a:lnTo>
                  <a:lnTo>
                    <a:pt x="1529498" y="2626561"/>
                  </a:lnTo>
                  <a:lnTo>
                    <a:pt x="1584574" y="2621437"/>
                  </a:lnTo>
                  <a:lnTo>
                    <a:pt x="1636402" y="2615667"/>
                  </a:lnTo>
                  <a:lnTo>
                    <a:pt x="1685913" y="2609189"/>
                  </a:lnTo>
                  <a:lnTo>
                    <a:pt x="1719082" y="2604302"/>
                  </a:lnTo>
                  <a:lnTo>
                    <a:pt x="1771251" y="2595747"/>
                  </a:lnTo>
                  <a:lnTo>
                    <a:pt x="1822919" y="2586273"/>
                  </a:lnTo>
                  <a:lnTo>
                    <a:pt x="1874665" y="2575867"/>
                  </a:lnTo>
                  <a:lnTo>
                    <a:pt x="1926870" y="2564553"/>
                  </a:lnTo>
                  <a:lnTo>
                    <a:pt x="1979744" y="2552396"/>
                  </a:lnTo>
                  <a:lnTo>
                    <a:pt x="2033348" y="2539502"/>
                  </a:lnTo>
                  <a:lnTo>
                    <a:pt x="2087617" y="2526016"/>
                  </a:lnTo>
                  <a:lnTo>
                    <a:pt x="2142383" y="2512120"/>
                  </a:lnTo>
                  <a:lnTo>
                    <a:pt x="2197403" y="2498020"/>
                  </a:lnTo>
                  <a:lnTo>
                    <a:pt x="2252404" y="2483937"/>
                  </a:lnTo>
                  <a:lnTo>
                    <a:pt x="2307111" y="2470088"/>
                  </a:lnTo>
                  <a:lnTo>
                    <a:pt x="2361293" y="2456677"/>
                  </a:lnTo>
                  <a:lnTo>
                    <a:pt x="2414793" y="2443881"/>
                  </a:lnTo>
                  <a:lnTo>
                    <a:pt x="2467563" y="2431840"/>
                  </a:lnTo>
                  <a:lnTo>
                    <a:pt x="2519684" y="2420654"/>
                  </a:lnTo>
                  <a:lnTo>
                    <a:pt x="2571391" y="2410382"/>
                  </a:lnTo>
                  <a:lnTo>
                    <a:pt x="2623091" y="2401042"/>
                  </a:lnTo>
                  <a:lnTo>
                    <a:pt x="2667772" y="2393780"/>
                  </a:lnTo>
                  <a:lnTo>
                    <a:pt x="2716168" y="2386796"/>
                  </a:lnTo>
                  <a:lnTo>
                    <a:pt x="2766306" y="2380544"/>
                  </a:lnTo>
                  <a:lnTo>
                    <a:pt x="2819043" y="2374983"/>
                  </a:lnTo>
                  <a:lnTo>
                    <a:pt x="2875328" y="2370044"/>
                  </a:lnTo>
                  <a:lnTo>
                    <a:pt x="2936123" y="2365654"/>
                  </a:lnTo>
                  <a:lnTo>
                    <a:pt x="3002303" y="2361741"/>
                  </a:lnTo>
                  <a:lnTo>
                    <a:pt x="3074543" y="2358244"/>
                  </a:lnTo>
                  <a:lnTo>
                    <a:pt x="3153150" y="2355117"/>
                  </a:lnTo>
                  <a:lnTo>
                    <a:pt x="3237861" y="2352326"/>
                  </a:lnTo>
                  <a:lnTo>
                    <a:pt x="3327597" y="2349853"/>
                  </a:lnTo>
                  <a:lnTo>
                    <a:pt x="3420248" y="2347693"/>
                  </a:lnTo>
                  <a:lnTo>
                    <a:pt x="3512586" y="2345851"/>
                  </a:lnTo>
                  <a:lnTo>
                    <a:pt x="3600415" y="2344335"/>
                  </a:lnTo>
                  <a:lnTo>
                    <a:pt x="3679095" y="2343147"/>
                  </a:lnTo>
                  <a:lnTo>
                    <a:pt x="3744376" y="2342278"/>
                  </a:lnTo>
                  <a:lnTo>
                    <a:pt x="3793378" y="2341698"/>
                  </a:lnTo>
                  <a:lnTo>
                    <a:pt x="3825373" y="2341359"/>
                  </a:lnTo>
                  <a:lnTo>
                    <a:pt x="3842114" y="2341200"/>
                  </a:lnTo>
                  <a:lnTo>
                    <a:pt x="3847686" y="2341153"/>
                  </a:lnTo>
                  <a:lnTo>
                    <a:pt x="3848118" y="2341149"/>
                  </a:lnTo>
                  <a:lnTo>
                    <a:pt x="4386855" y="2341149"/>
                  </a:lnTo>
                  <a:lnTo>
                    <a:pt x="4388063" y="2341077"/>
                  </a:lnTo>
                  <a:lnTo>
                    <a:pt x="4395956" y="2340563"/>
                  </a:lnTo>
                  <a:lnTo>
                    <a:pt x="4415684" y="2339140"/>
                  </a:lnTo>
                  <a:lnTo>
                    <a:pt x="4450529" y="2336348"/>
                  </a:lnTo>
                  <a:lnTo>
                    <a:pt x="4501598" y="2331775"/>
                  </a:lnTo>
                  <a:lnTo>
                    <a:pt x="4567777" y="2325118"/>
                  </a:lnTo>
                  <a:lnTo>
                    <a:pt x="4646111" y="2316201"/>
                  </a:lnTo>
                  <a:lnTo>
                    <a:pt x="4732543" y="2304972"/>
                  </a:lnTo>
                  <a:lnTo>
                    <a:pt x="4822781" y="2291458"/>
                  </a:lnTo>
                  <a:lnTo>
                    <a:pt x="4913007" y="2275715"/>
                  </a:lnTo>
                  <a:lnTo>
                    <a:pt x="5000302" y="2257770"/>
                  </a:lnTo>
                  <a:lnTo>
                    <a:pt x="5082764" y="2237586"/>
                  </a:lnTo>
                  <a:lnTo>
                    <a:pt x="5159412" y="2215036"/>
                  </a:lnTo>
                  <a:lnTo>
                    <a:pt x="5230005" y="2189895"/>
                  </a:lnTo>
                  <a:lnTo>
                    <a:pt x="5294817" y="2161838"/>
                  </a:lnTo>
                  <a:lnTo>
                    <a:pt x="5354461" y="2130455"/>
                  </a:lnTo>
                  <a:lnTo>
                    <a:pt x="5409740" y="2095264"/>
                  </a:lnTo>
                  <a:lnTo>
                    <a:pt x="5461540" y="2055754"/>
                  </a:lnTo>
                  <a:lnTo>
                    <a:pt x="5510749" y="2011447"/>
                  </a:lnTo>
                  <a:lnTo>
                    <a:pt x="5558179" y="1962018"/>
                  </a:lnTo>
                  <a:lnTo>
                    <a:pt x="5567201" y="1951865"/>
                  </a:lnTo>
                  <a:lnTo>
                    <a:pt x="5605365" y="1906336"/>
                  </a:lnTo>
                  <a:lnTo>
                    <a:pt x="5643163" y="1857209"/>
                  </a:lnTo>
                  <a:lnTo>
                    <a:pt x="5680855" y="1804412"/>
                  </a:lnTo>
                  <a:lnTo>
                    <a:pt x="5718639" y="1747944"/>
                  </a:lnTo>
                  <a:lnTo>
                    <a:pt x="5756658" y="1687879"/>
                  </a:lnTo>
                  <a:lnTo>
                    <a:pt x="5795007" y="1624375"/>
                  </a:lnTo>
                  <a:lnTo>
                    <a:pt x="5833736" y="1557679"/>
                  </a:lnTo>
                  <a:lnTo>
                    <a:pt x="5872858" y="1488126"/>
                  </a:lnTo>
                  <a:lnTo>
                    <a:pt x="5912345" y="1416135"/>
                  </a:lnTo>
                  <a:lnTo>
                    <a:pt x="5952142" y="1342201"/>
                  </a:lnTo>
                  <a:lnTo>
                    <a:pt x="5992171" y="1266883"/>
                  </a:lnTo>
                  <a:lnTo>
                    <a:pt x="6032331" y="1190786"/>
                  </a:lnTo>
                  <a:lnTo>
                    <a:pt x="6072517" y="1114543"/>
                  </a:lnTo>
                  <a:lnTo>
                    <a:pt x="6112619" y="1038791"/>
                  </a:lnTo>
                  <a:lnTo>
                    <a:pt x="6152534" y="964149"/>
                  </a:lnTo>
                  <a:lnTo>
                    <a:pt x="6192172" y="891202"/>
                  </a:lnTo>
                  <a:lnTo>
                    <a:pt x="6231466" y="820474"/>
                  </a:lnTo>
                  <a:lnTo>
                    <a:pt x="6270376" y="752422"/>
                  </a:lnTo>
                  <a:lnTo>
                    <a:pt x="6308896" y="687418"/>
                  </a:lnTo>
                  <a:lnTo>
                    <a:pt x="6347057" y="625752"/>
                  </a:lnTo>
                  <a:lnTo>
                    <a:pt x="6384934" y="567620"/>
                  </a:lnTo>
                  <a:lnTo>
                    <a:pt x="6422647" y="513135"/>
                  </a:lnTo>
                  <a:lnTo>
                    <a:pt x="6460368" y="462331"/>
                  </a:lnTo>
                  <a:lnTo>
                    <a:pt x="6498328" y="415165"/>
                  </a:lnTo>
                  <a:lnTo>
                    <a:pt x="6515891" y="394728"/>
                  </a:lnTo>
                  <a:lnTo>
                    <a:pt x="6563059" y="344297"/>
                  </a:lnTo>
                  <a:lnTo>
                    <a:pt x="6611864" y="299018"/>
                  </a:lnTo>
                  <a:lnTo>
                    <a:pt x="6663096" y="258614"/>
                  </a:lnTo>
                  <a:lnTo>
                    <a:pt x="6717632" y="222629"/>
                  </a:lnTo>
                  <a:lnTo>
                    <a:pt x="6776365" y="190549"/>
                  </a:lnTo>
                  <a:lnTo>
                    <a:pt x="6840123" y="161884"/>
                  </a:lnTo>
                  <a:lnTo>
                    <a:pt x="6909563" y="136207"/>
                  </a:lnTo>
                  <a:lnTo>
                    <a:pt x="6985041" y="113176"/>
                  </a:lnTo>
                  <a:lnTo>
                    <a:pt x="7066429" y="92548"/>
                  </a:lnTo>
                  <a:lnTo>
                    <a:pt x="7152908" y="74176"/>
                  </a:lnTo>
                  <a:lnTo>
                    <a:pt x="7242764" y="58006"/>
                  </a:lnTo>
                  <a:lnTo>
                    <a:pt x="7333272" y="44057"/>
                  </a:lnTo>
                  <a:lnTo>
                    <a:pt x="7420769" y="32382"/>
                  </a:lnTo>
                  <a:lnTo>
                    <a:pt x="7501004" y="23019"/>
                  </a:lnTo>
                  <a:lnTo>
                    <a:pt x="7569809" y="15935"/>
                  </a:lnTo>
                  <a:lnTo>
                    <a:pt x="7623951" y="10980"/>
                  </a:lnTo>
                  <a:lnTo>
                    <a:pt x="7661917" y="7872"/>
                  </a:lnTo>
                  <a:lnTo>
                    <a:pt x="7684376" y="6220"/>
                  </a:lnTo>
                  <a:lnTo>
                    <a:pt x="7694209" y="556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30" y="72"/>
                  </a:lnTo>
                  <a:lnTo>
                    <a:pt x="7687137" y="586"/>
                  </a:lnTo>
                  <a:lnTo>
                    <a:pt x="7667408" y="2008"/>
                  </a:lnTo>
                  <a:lnTo>
                    <a:pt x="7632564" y="4801"/>
                  </a:lnTo>
                  <a:lnTo>
                    <a:pt x="7581495" y="9373"/>
                  </a:lnTo>
                  <a:lnTo>
                    <a:pt x="7515315" y="16031"/>
                  </a:lnTo>
                  <a:lnTo>
                    <a:pt x="7436981" y="24947"/>
                  </a:lnTo>
                  <a:lnTo>
                    <a:pt x="7350549" y="36177"/>
                  </a:lnTo>
                  <a:lnTo>
                    <a:pt x="7260312" y="49690"/>
                  </a:lnTo>
                  <a:lnTo>
                    <a:pt x="7170085" y="65434"/>
                  </a:lnTo>
                  <a:lnTo>
                    <a:pt x="7082790" y="83378"/>
                  </a:lnTo>
                  <a:lnTo>
                    <a:pt x="7000329" y="103562"/>
                  </a:lnTo>
                  <a:lnTo>
                    <a:pt x="6923680" y="126113"/>
                  </a:lnTo>
                  <a:lnTo>
                    <a:pt x="6853088" y="151254"/>
                  </a:lnTo>
                  <a:lnTo>
                    <a:pt x="6788276" y="179311"/>
                  </a:lnTo>
                  <a:lnTo>
                    <a:pt x="6728632" y="210694"/>
                  </a:lnTo>
                  <a:lnTo>
                    <a:pt x="6673353" y="245884"/>
                  </a:lnTo>
                  <a:lnTo>
                    <a:pt x="6621553" y="285395"/>
                  </a:lnTo>
                  <a:lnTo>
                    <a:pt x="6572344" y="329702"/>
                  </a:lnTo>
                  <a:lnTo>
                    <a:pt x="6524914" y="379131"/>
                  </a:lnTo>
                  <a:lnTo>
                    <a:pt x="6515891" y="389284"/>
                  </a:lnTo>
                  <a:lnTo>
                    <a:pt x="6477728" y="434813"/>
                  </a:lnTo>
                  <a:lnTo>
                    <a:pt x="6439929" y="483940"/>
                  </a:lnTo>
                  <a:lnTo>
                    <a:pt x="6402237" y="536736"/>
                  </a:lnTo>
                  <a:lnTo>
                    <a:pt x="6364454" y="593205"/>
                  </a:lnTo>
                  <a:lnTo>
                    <a:pt x="6326435" y="653270"/>
                  </a:lnTo>
                  <a:lnTo>
                    <a:pt x="6288086" y="716774"/>
                  </a:lnTo>
                  <a:lnTo>
                    <a:pt x="6249356" y="783469"/>
                  </a:lnTo>
                  <a:lnTo>
                    <a:pt x="6210235" y="853022"/>
                  </a:lnTo>
                  <a:lnTo>
                    <a:pt x="6170748" y="925013"/>
                  </a:lnTo>
                  <a:lnTo>
                    <a:pt x="6130950" y="998947"/>
                  </a:lnTo>
                  <a:lnTo>
                    <a:pt x="6090922" y="1074265"/>
                  </a:lnTo>
                  <a:lnTo>
                    <a:pt x="6050761" y="1150362"/>
                  </a:lnTo>
                  <a:lnTo>
                    <a:pt x="6010575" y="1226606"/>
                  </a:lnTo>
                  <a:lnTo>
                    <a:pt x="5970473" y="1302358"/>
                  </a:lnTo>
                  <a:lnTo>
                    <a:pt x="5930559" y="1376999"/>
                  </a:lnTo>
                  <a:lnTo>
                    <a:pt x="5890921" y="1449947"/>
                  </a:lnTo>
                  <a:lnTo>
                    <a:pt x="5851626" y="1520675"/>
                  </a:lnTo>
                  <a:lnTo>
                    <a:pt x="5812716" y="1588727"/>
                  </a:lnTo>
                  <a:lnTo>
                    <a:pt x="5774196" y="1653730"/>
                  </a:lnTo>
                  <a:lnTo>
                    <a:pt x="5736035" y="1715397"/>
                  </a:lnTo>
                  <a:lnTo>
                    <a:pt x="5698159" y="1773529"/>
                  </a:lnTo>
                  <a:lnTo>
                    <a:pt x="5660446" y="1828014"/>
                  </a:lnTo>
                  <a:lnTo>
                    <a:pt x="5622724" y="1878818"/>
                  </a:lnTo>
                  <a:lnTo>
                    <a:pt x="5584765" y="1925984"/>
                  </a:lnTo>
                  <a:lnTo>
                    <a:pt x="5567201" y="1946420"/>
                  </a:lnTo>
                  <a:lnTo>
                    <a:pt x="5520034" y="1996851"/>
                  </a:lnTo>
                  <a:lnTo>
                    <a:pt x="5471228" y="2042131"/>
                  </a:lnTo>
                  <a:lnTo>
                    <a:pt x="5419997" y="2082534"/>
                  </a:lnTo>
                  <a:lnTo>
                    <a:pt x="5365461" y="2118520"/>
                  </a:lnTo>
                  <a:lnTo>
                    <a:pt x="5306727" y="2150600"/>
                  </a:lnTo>
                  <a:lnTo>
                    <a:pt x="5242970" y="2179265"/>
                  </a:lnTo>
                  <a:lnTo>
                    <a:pt x="5173529" y="2204942"/>
                  </a:lnTo>
                  <a:lnTo>
                    <a:pt x="5098051" y="2227972"/>
                  </a:lnTo>
                  <a:lnTo>
                    <a:pt x="5016663" y="2248601"/>
                  </a:lnTo>
                  <a:lnTo>
                    <a:pt x="4930185" y="2266973"/>
                  </a:lnTo>
                  <a:lnTo>
                    <a:pt x="4840329" y="2283143"/>
                  </a:lnTo>
                  <a:lnTo>
                    <a:pt x="4749820" y="2297091"/>
                  </a:lnTo>
                  <a:lnTo>
                    <a:pt x="4662324" y="2308766"/>
                  </a:lnTo>
                  <a:lnTo>
                    <a:pt x="4582089" y="2318129"/>
                  </a:lnTo>
                  <a:lnTo>
                    <a:pt x="4513283" y="2325214"/>
                  </a:lnTo>
                  <a:lnTo>
                    <a:pt x="4459141" y="2330169"/>
                  </a:lnTo>
                  <a:lnTo>
                    <a:pt x="4421176" y="2333277"/>
                  </a:lnTo>
                  <a:lnTo>
                    <a:pt x="4398717" y="2334929"/>
                  </a:lnTo>
                  <a:lnTo>
                    <a:pt x="4388884" y="2335582"/>
                  </a:lnTo>
                  <a:lnTo>
                    <a:pt x="4386855" y="2335705"/>
                  </a:lnTo>
                  <a:lnTo>
                    <a:pt x="3848118" y="2335705"/>
                  </a:lnTo>
                  <a:lnTo>
                    <a:pt x="3846817" y="2335715"/>
                  </a:lnTo>
                  <a:lnTo>
                    <a:pt x="3838330" y="2335790"/>
                  </a:lnTo>
                  <a:lnTo>
                    <a:pt x="3817174" y="2335998"/>
                  </a:lnTo>
                  <a:lnTo>
                    <a:pt x="3779952" y="2336405"/>
                  </a:lnTo>
                  <a:lnTo>
                    <a:pt x="3725689" y="2337071"/>
                  </a:lnTo>
                  <a:lnTo>
                    <a:pt x="3655843" y="2338037"/>
                  </a:lnTo>
                  <a:lnTo>
                    <a:pt x="3573820" y="2339327"/>
                  </a:lnTo>
                  <a:lnTo>
                    <a:pt x="3484095" y="2340946"/>
                  </a:lnTo>
                  <a:lnTo>
                    <a:pt x="3391249" y="2342887"/>
                  </a:lnTo>
                  <a:lnTo>
                    <a:pt x="3299211" y="2345145"/>
                  </a:lnTo>
                  <a:lnTo>
                    <a:pt x="3210866" y="2347716"/>
                  </a:lnTo>
                  <a:lnTo>
                    <a:pt x="3127984" y="2350609"/>
                  </a:lnTo>
                  <a:lnTo>
                    <a:pt x="3051363" y="2353847"/>
                  </a:lnTo>
                  <a:lnTo>
                    <a:pt x="2981065" y="2357468"/>
                  </a:lnTo>
                  <a:lnTo>
                    <a:pt x="2916647" y="2361522"/>
                  </a:lnTo>
                  <a:lnTo>
                    <a:pt x="2857357" y="2366076"/>
                  </a:lnTo>
                  <a:lnTo>
                    <a:pt x="2802281" y="2371200"/>
                  </a:lnTo>
                  <a:lnTo>
                    <a:pt x="2750453" y="2376970"/>
                  </a:lnTo>
                  <a:lnTo>
                    <a:pt x="2700942" y="2383448"/>
                  </a:lnTo>
                  <a:lnTo>
                    <a:pt x="2667772" y="2388335"/>
                  </a:lnTo>
                  <a:lnTo>
                    <a:pt x="2615604" y="2396889"/>
                  </a:lnTo>
                  <a:lnTo>
                    <a:pt x="2563935" y="2406364"/>
                  </a:lnTo>
                  <a:lnTo>
                    <a:pt x="2512189" y="2416770"/>
                  </a:lnTo>
                  <a:lnTo>
                    <a:pt x="2459985" y="2428084"/>
                  </a:lnTo>
                  <a:lnTo>
                    <a:pt x="2407111" y="2440241"/>
                  </a:lnTo>
                  <a:lnTo>
                    <a:pt x="2353506" y="2453135"/>
                  </a:lnTo>
                  <a:lnTo>
                    <a:pt x="2299237" y="2466621"/>
                  </a:lnTo>
                  <a:lnTo>
                    <a:pt x="2244472" y="2480517"/>
                  </a:lnTo>
                  <a:lnTo>
                    <a:pt x="2189451" y="2494616"/>
                  </a:lnTo>
                  <a:lnTo>
                    <a:pt x="2134451" y="2508700"/>
                  </a:lnTo>
                  <a:lnTo>
                    <a:pt x="2079743" y="2522549"/>
                  </a:lnTo>
                  <a:lnTo>
                    <a:pt x="2025562" y="2535960"/>
                  </a:lnTo>
                  <a:lnTo>
                    <a:pt x="1972062" y="2548756"/>
                  </a:lnTo>
                  <a:lnTo>
                    <a:pt x="1919292" y="2560797"/>
                  </a:lnTo>
                  <a:lnTo>
                    <a:pt x="1867170" y="2571983"/>
                  </a:lnTo>
                  <a:lnTo>
                    <a:pt x="1815463" y="2582255"/>
                  </a:lnTo>
                  <a:lnTo>
                    <a:pt x="1763763" y="2591595"/>
                  </a:lnTo>
                  <a:lnTo>
                    <a:pt x="1719082" y="2598857"/>
                  </a:lnTo>
                  <a:lnTo>
                    <a:pt x="1670687" y="2605841"/>
                  </a:lnTo>
                  <a:lnTo>
                    <a:pt x="1620548" y="2612093"/>
                  </a:lnTo>
                  <a:lnTo>
                    <a:pt x="1567812" y="2617654"/>
                  </a:lnTo>
                  <a:lnTo>
                    <a:pt x="1511526" y="2622593"/>
                  </a:lnTo>
                  <a:lnTo>
                    <a:pt x="1450731" y="2626983"/>
                  </a:lnTo>
                  <a:lnTo>
                    <a:pt x="1384551" y="2630896"/>
                  </a:lnTo>
                  <a:lnTo>
                    <a:pt x="1312312" y="2634393"/>
                  </a:lnTo>
                  <a:lnTo>
                    <a:pt x="1233705" y="2637520"/>
                  </a:lnTo>
                  <a:lnTo>
                    <a:pt x="1148994" y="2640311"/>
                  </a:lnTo>
                  <a:lnTo>
                    <a:pt x="1059258" y="2642784"/>
                  </a:lnTo>
                  <a:lnTo>
                    <a:pt x="966606" y="2644944"/>
                  </a:lnTo>
                  <a:lnTo>
                    <a:pt x="874269" y="2646786"/>
                  </a:lnTo>
                  <a:lnTo>
                    <a:pt x="786439" y="2648302"/>
                  </a:lnTo>
                  <a:lnTo>
                    <a:pt x="707759" y="2649490"/>
                  </a:lnTo>
                  <a:lnTo>
                    <a:pt x="642479" y="2650359"/>
                  </a:lnTo>
                  <a:lnTo>
                    <a:pt x="593477" y="2650939"/>
                  </a:lnTo>
                  <a:lnTo>
                    <a:pt x="561482" y="2651277"/>
                  </a:lnTo>
                  <a:lnTo>
                    <a:pt x="544741" y="2651436"/>
                  </a:lnTo>
                  <a:lnTo>
                    <a:pt x="539169" y="2651484"/>
                  </a:lnTo>
                  <a:lnTo>
                    <a:pt x="538736" y="2651488"/>
                  </a:lnTo>
                  <a:lnTo>
                    <a:pt x="0" y="265148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75" name="pl1275"/>
            <p:cNvSpPr/>
            <p:nvPr/>
          </p:nvSpPr>
          <p:spPr>
            <a:xfrm>
              <a:off x="546595" y="1697806"/>
              <a:ext cx="8234974" cy="2651488"/>
            </a:xfrm>
            <a:custGeom>
              <a:avLst/>
              <a:pathLst>
                <a:path w="8234974" h="2651488">
                  <a:moveTo>
                    <a:pt x="0" y="2651488"/>
                  </a:moveTo>
                  <a:lnTo>
                    <a:pt x="538736" y="2651488"/>
                  </a:lnTo>
                  <a:lnTo>
                    <a:pt x="540037" y="2651477"/>
                  </a:lnTo>
                  <a:lnTo>
                    <a:pt x="548524" y="2651402"/>
                  </a:lnTo>
                  <a:lnTo>
                    <a:pt x="569681" y="2651194"/>
                  </a:lnTo>
                  <a:lnTo>
                    <a:pt x="606902" y="2650787"/>
                  </a:lnTo>
                  <a:lnTo>
                    <a:pt x="661165" y="2650121"/>
                  </a:lnTo>
                  <a:lnTo>
                    <a:pt x="731011" y="2649155"/>
                  </a:lnTo>
                  <a:lnTo>
                    <a:pt x="813035" y="2647865"/>
                  </a:lnTo>
                  <a:lnTo>
                    <a:pt x="902759" y="2646247"/>
                  </a:lnTo>
                  <a:lnTo>
                    <a:pt x="995606" y="2644305"/>
                  </a:lnTo>
                  <a:lnTo>
                    <a:pt x="1087643" y="2642047"/>
                  </a:lnTo>
                  <a:lnTo>
                    <a:pt x="1175988" y="2639476"/>
                  </a:lnTo>
                  <a:lnTo>
                    <a:pt x="1258871" y="2636583"/>
                  </a:lnTo>
                  <a:lnTo>
                    <a:pt x="1335491" y="2633345"/>
                  </a:lnTo>
                  <a:lnTo>
                    <a:pt x="1405789" y="2629725"/>
                  </a:lnTo>
                  <a:lnTo>
                    <a:pt x="1470207" y="2625670"/>
                  </a:lnTo>
                  <a:lnTo>
                    <a:pt x="1529498" y="2621117"/>
                  </a:lnTo>
                  <a:lnTo>
                    <a:pt x="1584574" y="2615992"/>
                  </a:lnTo>
                  <a:lnTo>
                    <a:pt x="1636402" y="2610222"/>
                  </a:lnTo>
                  <a:lnTo>
                    <a:pt x="1685913" y="2603745"/>
                  </a:lnTo>
                  <a:lnTo>
                    <a:pt x="1719082" y="2598857"/>
                  </a:lnTo>
                  <a:lnTo>
                    <a:pt x="1771251" y="2590303"/>
                  </a:lnTo>
                  <a:lnTo>
                    <a:pt x="1822919" y="2580829"/>
                  </a:lnTo>
                  <a:lnTo>
                    <a:pt x="1874665" y="2570422"/>
                  </a:lnTo>
                  <a:lnTo>
                    <a:pt x="1926870" y="2559109"/>
                  </a:lnTo>
                  <a:lnTo>
                    <a:pt x="1979744" y="2546952"/>
                  </a:lnTo>
                  <a:lnTo>
                    <a:pt x="2033348" y="2534057"/>
                  </a:lnTo>
                  <a:lnTo>
                    <a:pt x="2087617" y="2520571"/>
                  </a:lnTo>
                  <a:lnTo>
                    <a:pt x="2142383" y="2506675"/>
                  </a:lnTo>
                  <a:lnTo>
                    <a:pt x="2197403" y="2492576"/>
                  </a:lnTo>
                  <a:lnTo>
                    <a:pt x="2252404" y="2478492"/>
                  </a:lnTo>
                  <a:lnTo>
                    <a:pt x="2307111" y="2464643"/>
                  </a:lnTo>
                  <a:lnTo>
                    <a:pt x="2361293" y="2451232"/>
                  </a:lnTo>
                  <a:lnTo>
                    <a:pt x="2414793" y="2438436"/>
                  </a:lnTo>
                  <a:lnTo>
                    <a:pt x="2467563" y="2426395"/>
                  </a:lnTo>
                  <a:lnTo>
                    <a:pt x="2519684" y="2415210"/>
                  </a:lnTo>
                  <a:lnTo>
                    <a:pt x="2571391" y="2404938"/>
                  </a:lnTo>
                  <a:lnTo>
                    <a:pt x="2623091" y="2395598"/>
                  </a:lnTo>
                  <a:lnTo>
                    <a:pt x="2667772" y="2388335"/>
                  </a:lnTo>
                  <a:lnTo>
                    <a:pt x="2716168" y="2381351"/>
                  </a:lnTo>
                  <a:lnTo>
                    <a:pt x="2766306" y="2375100"/>
                  </a:lnTo>
                  <a:lnTo>
                    <a:pt x="2819043" y="2369538"/>
                  </a:lnTo>
                  <a:lnTo>
                    <a:pt x="2875328" y="2364600"/>
                  </a:lnTo>
                  <a:lnTo>
                    <a:pt x="2936123" y="2360209"/>
                  </a:lnTo>
                  <a:lnTo>
                    <a:pt x="3002303" y="2356296"/>
                  </a:lnTo>
                  <a:lnTo>
                    <a:pt x="3074543" y="2352799"/>
                  </a:lnTo>
                  <a:lnTo>
                    <a:pt x="3153150" y="2349672"/>
                  </a:lnTo>
                  <a:lnTo>
                    <a:pt x="3237861" y="2346881"/>
                  </a:lnTo>
                  <a:lnTo>
                    <a:pt x="3327597" y="2344408"/>
                  </a:lnTo>
                  <a:lnTo>
                    <a:pt x="3420248" y="2342248"/>
                  </a:lnTo>
                  <a:lnTo>
                    <a:pt x="3512586" y="2340406"/>
                  </a:lnTo>
                  <a:lnTo>
                    <a:pt x="3600415" y="2338890"/>
                  </a:lnTo>
                  <a:lnTo>
                    <a:pt x="3679095" y="2337702"/>
                  </a:lnTo>
                  <a:lnTo>
                    <a:pt x="3744376" y="2336833"/>
                  </a:lnTo>
                  <a:lnTo>
                    <a:pt x="3793378" y="2336253"/>
                  </a:lnTo>
                  <a:lnTo>
                    <a:pt x="3825373" y="2335915"/>
                  </a:lnTo>
                  <a:lnTo>
                    <a:pt x="3842114" y="2335756"/>
                  </a:lnTo>
                  <a:lnTo>
                    <a:pt x="3847686" y="2335708"/>
                  </a:lnTo>
                  <a:lnTo>
                    <a:pt x="3848118" y="2335705"/>
                  </a:lnTo>
                  <a:lnTo>
                    <a:pt x="4386855" y="2335705"/>
                  </a:lnTo>
                  <a:lnTo>
                    <a:pt x="4388063" y="2335633"/>
                  </a:lnTo>
                  <a:lnTo>
                    <a:pt x="4395956" y="2335118"/>
                  </a:lnTo>
                  <a:lnTo>
                    <a:pt x="4415684" y="2333696"/>
                  </a:lnTo>
                  <a:lnTo>
                    <a:pt x="4450529" y="2330903"/>
                  </a:lnTo>
                  <a:lnTo>
                    <a:pt x="4501598" y="2326331"/>
                  </a:lnTo>
                  <a:lnTo>
                    <a:pt x="4567777" y="2319674"/>
                  </a:lnTo>
                  <a:lnTo>
                    <a:pt x="4646111" y="2310757"/>
                  </a:lnTo>
                  <a:lnTo>
                    <a:pt x="4732543" y="2299527"/>
                  </a:lnTo>
                  <a:lnTo>
                    <a:pt x="4822781" y="2286014"/>
                  </a:lnTo>
                  <a:lnTo>
                    <a:pt x="4913007" y="2270270"/>
                  </a:lnTo>
                  <a:lnTo>
                    <a:pt x="5000302" y="2252326"/>
                  </a:lnTo>
                  <a:lnTo>
                    <a:pt x="5082764" y="2232142"/>
                  </a:lnTo>
                  <a:lnTo>
                    <a:pt x="5159412" y="2209592"/>
                  </a:lnTo>
                  <a:lnTo>
                    <a:pt x="5230005" y="2184450"/>
                  </a:lnTo>
                  <a:lnTo>
                    <a:pt x="5294817" y="2156394"/>
                  </a:lnTo>
                  <a:lnTo>
                    <a:pt x="5354461" y="2125010"/>
                  </a:lnTo>
                  <a:lnTo>
                    <a:pt x="5409740" y="2089820"/>
                  </a:lnTo>
                  <a:lnTo>
                    <a:pt x="5461540" y="2050309"/>
                  </a:lnTo>
                  <a:lnTo>
                    <a:pt x="5510749" y="2006002"/>
                  </a:lnTo>
                  <a:lnTo>
                    <a:pt x="5558179" y="1956574"/>
                  </a:lnTo>
                  <a:lnTo>
                    <a:pt x="5567201" y="1946420"/>
                  </a:lnTo>
                  <a:lnTo>
                    <a:pt x="5605365" y="1900892"/>
                  </a:lnTo>
                  <a:lnTo>
                    <a:pt x="5643163" y="1851765"/>
                  </a:lnTo>
                  <a:lnTo>
                    <a:pt x="5680855" y="1798968"/>
                  </a:lnTo>
                  <a:lnTo>
                    <a:pt x="5718639" y="1742500"/>
                  </a:lnTo>
                  <a:lnTo>
                    <a:pt x="5756658" y="1682434"/>
                  </a:lnTo>
                  <a:lnTo>
                    <a:pt x="5795007" y="1618930"/>
                  </a:lnTo>
                  <a:lnTo>
                    <a:pt x="5833736" y="1552235"/>
                  </a:lnTo>
                  <a:lnTo>
                    <a:pt x="5872858" y="1482682"/>
                  </a:lnTo>
                  <a:lnTo>
                    <a:pt x="5912345" y="1410691"/>
                  </a:lnTo>
                  <a:lnTo>
                    <a:pt x="5952142" y="1336757"/>
                  </a:lnTo>
                  <a:lnTo>
                    <a:pt x="5992171" y="1261439"/>
                  </a:lnTo>
                  <a:lnTo>
                    <a:pt x="6032331" y="1185342"/>
                  </a:lnTo>
                  <a:lnTo>
                    <a:pt x="6072517" y="1109099"/>
                  </a:lnTo>
                  <a:lnTo>
                    <a:pt x="6112619" y="1033346"/>
                  </a:lnTo>
                  <a:lnTo>
                    <a:pt x="6152534" y="958705"/>
                  </a:lnTo>
                  <a:lnTo>
                    <a:pt x="6192172" y="885757"/>
                  </a:lnTo>
                  <a:lnTo>
                    <a:pt x="6231466" y="815030"/>
                  </a:lnTo>
                  <a:lnTo>
                    <a:pt x="6270376" y="746977"/>
                  </a:lnTo>
                  <a:lnTo>
                    <a:pt x="6308896" y="681974"/>
                  </a:lnTo>
                  <a:lnTo>
                    <a:pt x="6347057" y="620307"/>
                  </a:lnTo>
                  <a:lnTo>
                    <a:pt x="6384934" y="562175"/>
                  </a:lnTo>
                  <a:lnTo>
                    <a:pt x="6422647" y="507691"/>
                  </a:lnTo>
                  <a:lnTo>
                    <a:pt x="6460368" y="456886"/>
                  </a:lnTo>
                  <a:lnTo>
                    <a:pt x="6498328" y="409720"/>
                  </a:lnTo>
                  <a:lnTo>
                    <a:pt x="6515891" y="389284"/>
                  </a:lnTo>
                  <a:lnTo>
                    <a:pt x="6563059" y="338853"/>
                  </a:lnTo>
                  <a:lnTo>
                    <a:pt x="6611864" y="293573"/>
                  </a:lnTo>
                  <a:lnTo>
                    <a:pt x="6663096" y="253170"/>
                  </a:lnTo>
                  <a:lnTo>
                    <a:pt x="6717632" y="217184"/>
                  </a:lnTo>
                  <a:lnTo>
                    <a:pt x="6776365" y="185104"/>
                  </a:lnTo>
                  <a:lnTo>
                    <a:pt x="6840123" y="156439"/>
                  </a:lnTo>
                  <a:lnTo>
                    <a:pt x="6909563" y="130762"/>
                  </a:lnTo>
                  <a:lnTo>
                    <a:pt x="6985041" y="107732"/>
                  </a:lnTo>
                  <a:lnTo>
                    <a:pt x="7066429" y="87103"/>
                  </a:lnTo>
                  <a:lnTo>
                    <a:pt x="7152908" y="68731"/>
                  </a:lnTo>
                  <a:lnTo>
                    <a:pt x="7242764" y="52562"/>
                  </a:lnTo>
                  <a:lnTo>
                    <a:pt x="7333272" y="38613"/>
                  </a:lnTo>
                  <a:lnTo>
                    <a:pt x="7420769" y="26938"/>
                  </a:lnTo>
                  <a:lnTo>
                    <a:pt x="7501004" y="17575"/>
                  </a:lnTo>
                  <a:lnTo>
                    <a:pt x="7569809" y="10490"/>
                  </a:lnTo>
                  <a:lnTo>
                    <a:pt x="7623951" y="5535"/>
                  </a:lnTo>
                  <a:lnTo>
                    <a:pt x="7661917" y="2427"/>
                  </a:lnTo>
                  <a:lnTo>
                    <a:pt x="7684376" y="775"/>
                  </a:lnTo>
                  <a:lnTo>
                    <a:pt x="7694209" y="122"/>
                  </a:lnTo>
                  <a:lnTo>
                    <a:pt x="7696228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6" name="pl1276"/>
            <p:cNvSpPr/>
            <p:nvPr/>
          </p:nvSpPr>
          <p:spPr>
            <a:xfrm>
              <a:off x="546595" y="1692361"/>
              <a:ext cx="8234974" cy="2651488"/>
            </a:xfrm>
            <a:custGeom>
              <a:avLst/>
              <a:pathLst>
                <a:path w="8234974" h="2651488">
                  <a:moveTo>
                    <a:pt x="8234974" y="0"/>
                  </a:moveTo>
                  <a:lnTo>
                    <a:pt x="7696237" y="0"/>
                  </a:lnTo>
                  <a:lnTo>
                    <a:pt x="7695030" y="72"/>
                  </a:lnTo>
                  <a:lnTo>
                    <a:pt x="7687137" y="586"/>
                  </a:lnTo>
                  <a:lnTo>
                    <a:pt x="7667408" y="2008"/>
                  </a:lnTo>
                  <a:lnTo>
                    <a:pt x="7632564" y="4801"/>
                  </a:lnTo>
                  <a:lnTo>
                    <a:pt x="7581495" y="9373"/>
                  </a:lnTo>
                  <a:lnTo>
                    <a:pt x="7515315" y="16031"/>
                  </a:lnTo>
                  <a:lnTo>
                    <a:pt x="7436981" y="24947"/>
                  </a:lnTo>
                  <a:lnTo>
                    <a:pt x="7350549" y="36177"/>
                  </a:lnTo>
                  <a:lnTo>
                    <a:pt x="7260312" y="49690"/>
                  </a:lnTo>
                  <a:lnTo>
                    <a:pt x="7170085" y="65434"/>
                  </a:lnTo>
                  <a:lnTo>
                    <a:pt x="7082790" y="83378"/>
                  </a:lnTo>
                  <a:lnTo>
                    <a:pt x="7000329" y="103562"/>
                  </a:lnTo>
                  <a:lnTo>
                    <a:pt x="6923680" y="126113"/>
                  </a:lnTo>
                  <a:lnTo>
                    <a:pt x="6853088" y="151254"/>
                  </a:lnTo>
                  <a:lnTo>
                    <a:pt x="6788276" y="179311"/>
                  </a:lnTo>
                  <a:lnTo>
                    <a:pt x="6728632" y="210694"/>
                  </a:lnTo>
                  <a:lnTo>
                    <a:pt x="6673353" y="245884"/>
                  </a:lnTo>
                  <a:lnTo>
                    <a:pt x="6621553" y="285395"/>
                  </a:lnTo>
                  <a:lnTo>
                    <a:pt x="6572344" y="329702"/>
                  </a:lnTo>
                  <a:lnTo>
                    <a:pt x="6524914" y="379131"/>
                  </a:lnTo>
                  <a:lnTo>
                    <a:pt x="6515891" y="389284"/>
                  </a:lnTo>
                  <a:lnTo>
                    <a:pt x="6477728" y="434813"/>
                  </a:lnTo>
                  <a:lnTo>
                    <a:pt x="6439929" y="483940"/>
                  </a:lnTo>
                  <a:lnTo>
                    <a:pt x="6402237" y="536736"/>
                  </a:lnTo>
                  <a:lnTo>
                    <a:pt x="6364454" y="593205"/>
                  </a:lnTo>
                  <a:lnTo>
                    <a:pt x="6326435" y="653270"/>
                  </a:lnTo>
                  <a:lnTo>
                    <a:pt x="6288086" y="716774"/>
                  </a:lnTo>
                  <a:lnTo>
                    <a:pt x="6249356" y="783469"/>
                  </a:lnTo>
                  <a:lnTo>
                    <a:pt x="6210235" y="853022"/>
                  </a:lnTo>
                  <a:lnTo>
                    <a:pt x="6170748" y="925013"/>
                  </a:lnTo>
                  <a:lnTo>
                    <a:pt x="6130950" y="998947"/>
                  </a:lnTo>
                  <a:lnTo>
                    <a:pt x="6090922" y="1074265"/>
                  </a:lnTo>
                  <a:lnTo>
                    <a:pt x="6050761" y="1150362"/>
                  </a:lnTo>
                  <a:lnTo>
                    <a:pt x="6010575" y="1226606"/>
                  </a:lnTo>
                  <a:lnTo>
                    <a:pt x="5970473" y="1302358"/>
                  </a:lnTo>
                  <a:lnTo>
                    <a:pt x="5930559" y="1376999"/>
                  </a:lnTo>
                  <a:lnTo>
                    <a:pt x="5890921" y="1449947"/>
                  </a:lnTo>
                  <a:lnTo>
                    <a:pt x="5851626" y="1520675"/>
                  </a:lnTo>
                  <a:lnTo>
                    <a:pt x="5812716" y="1588727"/>
                  </a:lnTo>
                  <a:lnTo>
                    <a:pt x="5774196" y="1653730"/>
                  </a:lnTo>
                  <a:lnTo>
                    <a:pt x="5736035" y="1715397"/>
                  </a:lnTo>
                  <a:lnTo>
                    <a:pt x="5698159" y="1773529"/>
                  </a:lnTo>
                  <a:lnTo>
                    <a:pt x="5660446" y="1828014"/>
                  </a:lnTo>
                  <a:lnTo>
                    <a:pt x="5622724" y="1878818"/>
                  </a:lnTo>
                  <a:lnTo>
                    <a:pt x="5584765" y="1925984"/>
                  </a:lnTo>
                  <a:lnTo>
                    <a:pt x="5567201" y="1946420"/>
                  </a:lnTo>
                  <a:lnTo>
                    <a:pt x="5520034" y="1996851"/>
                  </a:lnTo>
                  <a:lnTo>
                    <a:pt x="5471228" y="2042131"/>
                  </a:lnTo>
                  <a:lnTo>
                    <a:pt x="5419997" y="2082534"/>
                  </a:lnTo>
                  <a:lnTo>
                    <a:pt x="5365461" y="2118520"/>
                  </a:lnTo>
                  <a:lnTo>
                    <a:pt x="5306727" y="2150600"/>
                  </a:lnTo>
                  <a:lnTo>
                    <a:pt x="5242970" y="2179265"/>
                  </a:lnTo>
                  <a:lnTo>
                    <a:pt x="5173529" y="2204942"/>
                  </a:lnTo>
                  <a:lnTo>
                    <a:pt x="5098051" y="2227972"/>
                  </a:lnTo>
                  <a:lnTo>
                    <a:pt x="5016663" y="2248601"/>
                  </a:lnTo>
                  <a:lnTo>
                    <a:pt x="4930185" y="2266973"/>
                  </a:lnTo>
                  <a:lnTo>
                    <a:pt x="4840329" y="2283143"/>
                  </a:lnTo>
                  <a:lnTo>
                    <a:pt x="4749820" y="2297091"/>
                  </a:lnTo>
                  <a:lnTo>
                    <a:pt x="4662324" y="2308766"/>
                  </a:lnTo>
                  <a:lnTo>
                    <a:pt x="4582089" y="2318129"/>
                  </a:lnTo>
                  <a:lnTo>
                    <a:pt x="4513283" y="2325214"/>
                  </a:lnTo>
                  <a:lnTo>
                    <a:pt x="4459141" y="2330169"/>
                  </a:lnTo>
                  <a:lnTo>
                    <a:pt x="4421176" y="2333277"/>
                  </a:lnTo>
                  <a:lnTo>
                    <a:pt x="4398717" y="2334929"/>
                  </a:lnTo>
                  <a:lnTo>
                    <a:pt x="4388884" y="2335582"/>
                  </a:lnTo>
                  <a:lnTo>
                    <a:pt x="4386864" y="2335704"/>
                  </a:lnTo>
                  <a:lnTo>
                    <a:pt x="4386855" y="2335705"/>
                  </a:lnTo>
                  <a:lnTo>
                    <a:pt x="3848118" y="2335705"/>
                  </a:lnTo>
                  <a:lnTo>
                    <a:pt x="3846817" y="2335715"/>
                  </a:lnTo>
                  <a:lnTo>
                    <a:pt x="3838330" y="2335790"/>
                  </a:lnTo>
                  <a:lnTo>
                    <a:pt x="3817174" y="2335998"/>
                  </a:lnTo>
                  <a:lnTo>
                    <a:pt x="3779952" y="2336405"/>
                  </a:lnTo>
                  <a:lnTo>
                    <a:pt x="3725689" y="2337071"/>
                  </a:lnTo>
                  <a:lnTo>
                    <a:pt x="3655843" y="2338037"/>
                  </a:lnTo>
                  <a:lnTo>
                    <a:pt x="3573820" y="2339327"/>
                  </a:lnTo>
                  <a:lnTo>
                    <a:pt x="3484095" y="2340946"/>
                  </a:lnTo>
                  <a:lnTo>
                    <a:pt x="3391249" y="2342887"/>
                  </a:lnTo>
                  <a:lnTo>
                    <a:pt x="3299211" y="2345145"/>
                  </a:lnTo>
                  <a:lnTo>
                    <a:pt x="3210866" y="2347716"/>
                  </a:lnTo>
                  <a:lnTo>
                    <a:pt x="3127984" y="2350609"/>
                  </a:lnTo>
                  <a:lnTo>
                    <a:pt x="3051363" y="2353847"/>
                  </a:lnTo>
                  <a:lnTo>
                    <a:pt x="2981065" y="2357468"/>
                  </a:lnTo>
                  <a:lnTo>
                    <a:pt x="2916647" y="2361522"/>
                  </a:lnTo>
                  <a:lnTo>
                    <a:pt x="2857357" y="2366076"/>
                  </a:lnTo>
                  <a:lnTo>
                    <a:pt x="2802281" y="2371200"/>
                  </a:lnTo>
                  <a:lnTo>
                    <a:pt x="2750453" y="2376970"/>
                  </a:lnTo>
                  <a:lnTo>
                    <a:pt x="2700942" y="2383448"/>
                  </a:lnTo>
                  <a:lnTo>
                    <a:pt x="2667772" y="2388335"/>
                  </a:lnTo>
                  <a:lnTo>
                    <a:pt x="2615604" y="2396889"/>
                  </a:lnTo>
                  <a:lnTo>
                    <a:pt x="2563935" y="2406364"/>
                  </a:lnTo>
                  <a:lnTo>
                    <a:pt x="2512189" y="2416770"/>
                  </a:lnTo>
                  <a:lnTo>
                    <a:pt x="2459985" y="2428084"/>
                  </a:lnTo>
                  <a:lnTo>
                    <a:pt x="2407111" y="2440241"/>
                  </a:lnTo>
                  <a:lnTo>
                    <a:pt x="2353506" y="2453135"/>
                  </a:lnTo>
                  <a:lnTo>
                    <a:pt x="2299237" y="2466621"/>
                  </a:lnTo>
                  <a:lnTo>
                    <a:pt x="2244472" y="2480517"/>
                  </a:lnTo>
                  <a:lnTo>
                    <a:pt x="2189451" y="2494616"/>
                  </a:lnTo>
                  <a:lnTo>
                    <a:pt x="2134451" y="2508700"/>
                  </a:lnTo>
                  <a:lnTo>
                    <a:pt x="2079743" y="2522549"/>
                  </a:lnTo>
                  <a:lnTo>
                    <a:pt x="2025562" y="2535960"/>
                  </a:lnTo>
                  <a:lnTo>
                    <a:pt x="1972062" y="2548756"/>
                  </a:lnTo>
                  <a:lnTo>
                    <a:pt x="1919292" y="2560797"/>
                  </a:lnTo>
                  <a:lnTo>
                    <a:pt x="1867170" y="2571983"/>
                  </a:lnTo>
                  <a:lnTo>
                    <a:pt x="1815463" y="2582255"/>
                  </a:lnTo>
                  <a:lnTo>
                    <a:pt x="1763763" y="2591595"/>
                  </a:lnTo>
                  <a:lnTo>
                    <a:pt x="1719082" y="2598857"/>
                  </a:lnTo>
                  <a:lnTo>
                    <a:pt x="1670687" y="2605841"/>
                  </a:lnTo>
                  <a:lnTo>
                    <a:pt x="1620548" y="2612093"/>
                  </a:lnTo>
                  <a:lnTo>
                    <a:pt x="1567812" y="2617654"/>
                  </a:lnTo>
                  <a:lnTo>
                    <a:pt x="1511526" y="2622593"/>
                  </a:lnTo>
                  <a:lnTo>
                    <a:pt x="1450731" y="2626983"/>
                  </a:lnTo>
                  <a:lnTo>
                    <a:pt x="1384551" y="2630896"/>
                  </a:lnTo>
                  <a:lnTo>
                    <a:pt x="1312312" y="2634393"/>
                  </a:lnTo>
                  <a:lnTo>
                    <a:pt x="1233705" y="2637520"/>
                  </a:lnTo>
                  <a:lnTo>
                    <a:pt x="1148994" y="2640311"/>
                  </a:lnTo>
                  <a:lnTo>
                    <a:pt x="1059258" y="2642784"/>
                  </a:lnTo>
                  <a:lnTo>
                    <a:pt x="966606" y="2644944"/>
                  </a:lnTo>
                  <a:lnTo>
                    <a:pt x="874269" y="2646786"/>
                  </a:lnTo>
                  <a:lnTo>
                    <a:pt x="786439" y="2648302"/>
                  </a:lnTo>
                  <a:lnTo>
                    <a:pt x="707759" y="2649490"/>
                  </a:lnTo>
                  <a:lnTo>
                    <a:pt x="642479" y="2650359"/>
                  </a:lnTo>
                  <a:lnTo>
                    <a:pt x="593477" y="2650939"/>
                  </a:lnTo>
                  <a:lnTo>
                    <a:pt x="561482" y="2651277"/>
                  </a:lnTo>
                  <a:lnTo>
                    <a:pt x="544741" y="2651436"/>
                  </a:lnTo>
                  <a:lnTo>
                    <a:pt x="539169" y="2651484"/>
                  </a:lnTo>
                  <a:lnTo>
                    <a:pt x="538736" y="2651488"/>
                  </a:lnTo>
                  <a:lnTo>
                    <a:pt x="0" y="2651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7" name="pg1277"/>
            <p:cNvSpPr/>
            <p:nvPr/>
          </p:nvSpPr>
          <p:spPr>
            <a:xfrm>
              <a:off x="546595" y="4153291"/>
              <a:ext cx="8234974" cy="593454"/>
            </a:xfrm>
            <a:custGeom>
              <a:avLst/>
              <a:pathLst>
                <a:path w="8234974" h="593454">
                  <a:moveTo>
                    <a:pt x="0" y="201447"/>
                  </a:moveTo>
                  <a:lnTo>
                    <a:pt x="538736" y="201447"/>
                  </a:lnTo>
                  <a:lnTo>
                    <a:pt x="540038" y="201441"/>
                  </a:lnTo>
                  <a:lnTo>
                    <a:pt x="548533" y="201394"/>
                  </a:lnTo>
                  <a:lnTo>
                    <a:pt x="569707" y="201265"/>
                  </a:lnTo>
                  <a:lnTo>
                    <a:pt x="606958" y="201012"/>
                  </a:lnTo>
                  <a:lnTo>
                    <a:pt x="661260" y="200598"/>
                  </a:lnTo>
                  <a:lnTo>
                    <a:pt x="731152" y="199998"/>
                  </a:lnTo>
                  <a:lnTo>
                    <a:pt x="813220" y="199197"/>
                  </a:lnTo>
                  <a:lnTo>
                    <a:pt x="902984" y="198192"/>
                  </a:lnTo>
                  <a:lnTo>
                    <a:pt x="995861" y="196985"/>
                  </a:lnTo>
                  <a:lnTo>
                    <a:pt x="1087920" y="195583"/>
                  </a:lnTo>
                  <a:lnTo>
                    <a:pt x="1176276" y="193986"/>
                  </a:lnTo>
                  <a:lnTo>
                    <a:pt x="1259163" y="192189"/>
                  </a:lnTo>
                  <a:lnTo>
                    <a:pt x="1335782" y="190178"/>
                  </a:lnTo>
                  <a:lnTo>
                    <a:pt x="1406076" y="187929"/>
                  </a:lnTo>
                  <a:lnTo>
                    <a:pt x="1470490" y="185410"/>
                  </a:lnTo>
                  <a:lnTo>
                    <a:pt x="1529776" y="182582"/>
                  </a:lnTo>
                  <a:lnTo>
                    <a:pt x="1584850" y="179398"/>
                  </a:lnTo>
                  <a:lnTo>
                    <a:pt x="1636679" y="175813"/>
                  </a:lnTo>
                  <a:lnTo>
                    <a:pt x="1686195" y="171789"/>
                  </a:lnTo>
                  <a:lnTo>
                    <a:pt x="1719082" y="168780"/>
                  </a:lnTo>
                  <a:lnTo>
                    <a:pt x="1771631" y="163429"/>
                  </a:lnTo>
                  <a:lnTo>
                    <a:pt x="1823678" y="157499"/>
                  </a:lnTo>
                  <a:lnTo>
                    <a:pt x="1875810" y="150982"/>
                  </a:lnTo>
                  <a:lnTo>
                    <a:pt x="1928413" y="143894"/>
                  </a:lnTo>
                  <a:lnTo>
                    <a:pt x="1981700" y="136277"/>
                  </a:lnTo>
                  <a:lnTo>
                    <a:pt x="2035727" y="128197"/>
                  </a:lnTo>
                  <a:lnTo>
                    <a:pt x="2090423" y="119750"/>
                  </a:lnTo>
                  <a:lnTo>
                    <a:pt x="2145611" y="111052"/>
                  </a:lnTo>
                  <a:lnTo>
                    <a:pt x="2201043" y="102233"/>
                  </a:lnTo>
                  <a:lnTo>
                    <a:pt x="2256436" y="93433"/>
                  </a:lnTo>
                  <a:lnTo>
                    <a:pt x="2311511" y="84791"/>
                  </a:lnTo>
                  <a:lnTo>
                    <a:pt x="2366038" y="76434"/>
                  </a:lnTo>
                  <a:lnTo>
                    <a:pt x="2419863" y="68473"/>
                  </a:lnTo>
                  <a:lnTo>
                    <a:pt x="2472950" y="60996"/>
                  </a:lnTo>
                  <a:lnTo>
                    <a:pt x="2525396" y="54061"/>
                  </a:lnTo>
                  <a:lnTo>
                    <a:pt x="2577458" y="47705"/>
                  </a:lnTo>
                  <a:lnTo>
                    <a:pt x="2629575" y="41935"/>
                  </a:lnTo>
                  <a:lnTo>
                    <a:pt x="2667772" y="38111"/>
                  </a:lnTo>
                  <a:lnTo>
                    <a:pt x="2716183" y="33775"/>
                  </a:lnTo>
                  <a:lnTo>
                    <a:pt x="2766337" y="29894"/>
                  </a:lnTo>
                  <a:lnTo>
                    <a:pt x="2819092" y="26441"/>
                  </a:lnTo>
                  <a:lnTo>
                    <a:pt x="2875400" y="23375"/>
                  </a:lnTo>
                  <a:lnTo>
                    <a:pt x="2936220" y="20650"/>
                  </a:lnTo>
                  <a:lnTo>
                    <a:pt x="3002430" y="18221"/>
                  </a:lnTo>
                  <a:lnTo>
                    <a:pt x="3074704" y="16050"/>
                  </a:lnTo>
                  <a:lnTo>
                    <a:pt x="3153350" y="14109"/>
                  </a:lnTo>
                  <a:lnTo>
                    <a:pt x="3238101" y="12377"/>
                  </a:lnTo>
                  <a:lnTo>
                    <a:pt x="3327876" y="10842"/>
                  </a:lnTo>
                  <a:lnTo>
                    <a:pt x="3420561" y="9501"/>
                  </a:lnTo>
                  <a:lnTo>
                    <a:pt x="3512918" y="8359"/>
                  </a:lnTo>
                  <a:lnTo>
                    <a:pt x="3600749" y="7418"/>
                  </a:lnTo>
                  <a:lnTo>
                    <a:pt x="3679405" y="6681"/>
                  </a:lnTo>
                  <a:lnTo>
                    <a:pt x="3744639" y="6142"/>
                  </a:lnTo>
                  <a:lnTo>
                    <a:pt x="3793575" y="5783"/>
                  </a:lnTo>
                  <a:lnTo>
                    <a:pt x="3825496" y="5574"/>
                  </a:lnTo>
                  <a:lnTo>
                    <a:pt x="3842170" y="5476"/>
                  </a:lnTo>
                  <a:lnTo>
                    <a:pt x="3847696" y="544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4"/>
                  </a:lnTo>
                  <a:lnTo>
                    <a:pt x="4396609" y="5603"/>
                  </a:lnTo>
                  <a:lnTo>
                    <a:pt x="4417695" y="5988"/>
                  </a:lnTo>
                  <a:lnTo>
                    <a:pt x="4454798" y="6744"/>
                  </a:lnTo>
                  <a:lnTo>
                    <a:pt x="4508903" y="7979"/>
                  </a:lnTo>
                  <a:lnTo>
                    <a:pt x="4578569" y="9772"/>
                  </a:lnTo>
                  <a:lnTo>
                    <a:pt x="4660414" y="12166"/>
                  </a:lnTo>
                  <a:lnTo>
                    <a:pt x="4749980" y="15171"/>
                  </a:lnTo>
                  <a:lnTo>
                    <a:pt x="4842703" y="18776"/>
                  </a:lnTo>
                  <a:lnTo>
                    <a:pt x="4934657" y="22968"/>
                  </a:lnTo>
                  <a:lnTo>
                    <a:pt x="5022955" y="27741"/>
                  </a:lnTo>
                  <a:lnTo>
                    <a:pt x="5105820" y="33114"/>
                  </a:lnTo>
                  <a:lnTo>
                    <a:pt x="5182445" y="39125"/>
                  </a:lnTo>
                  <a:lnTo>
                    <a:pt x="5252758" y="45846"/>
                  </a:lnTo>
                  <a:lnTo>
                    <a:pt x="5317196" y="53372"/>
                  </a:lnTo>
                  <a:lnTo>
                    <a:pt x="5376503" y="61822"/>
                  </a:lnTo>
                  <a:lnTo>
                    <a:pt x="5431587" y="71330"/>
                  </a:lnTo>
                  <a:lnTo>
                    <a:pt x="5483411" y="82034"/>
                  </a:lnTo>
                  <a:lnTo>
                    <a:pt x="5532904" y="94049"/>
                  </a:lnTo>
                  <a:lnTo>
                    <a:pt x="5567201" y="103446"/>
                  </a:lnTo>
                  <a:lnTo>
                    <a:pt x="5617970" y="118921"/>
                  </a:lnTo>
                  <a:lnTo>
                    <a:pt x="5668248" y="136018"/>
                  </a:lnTo>
                  <a:lnTo>
                    <a:pt x="5718577" y="154758"/>
                  </a:lnTo>
                  <a:lnTo>
                    <a:pt x="5769317" y="175104"/>
                  </a:lnTo>
                  <a:lnTo>
                    <a:pt x="5820677" y="196954"/>
                  </a:lnTo>
                  <a:lnTo>
                    <a:pt x="5872728" y="220132"/>
                  </a:lnTo>
                  <a:lnTo>
                    <a:pt x="5925427" y="244400"/>
                  </a:lnTo>
                  <a:lnTo>
                    <a:pt x="5978633" y="269455"/>
                  </a:lnTo>
                  <a:lnTo>
                    <a:pt x="6032133" y="294951"/>
                  </a:lnTo>
                  <a:lnTo>
                    <a:pt x="6085680" y="320514"/>
                  </a:lnTo>
                  <a:lnTo>
                    <a:pt x="6139015" y="345765"/>
                  </a:lnTo>
                  <a:lnTo>
                    <a:pt x="6191913" y="370347"/>
                  </a:lnTo>
                  <a:lnTo>
                    <a:pt x="6244202" y="393939"/>
                  </a:lnTo>
                  <a:lnTo>
                    <a:pt x="6295804" y="416279"/>
                  </a:lnTo>
                  <a:lnTo>
                    <a:pt x="6346745" y="437168"/>
                  </a:lnTo>
                  <a:lnTo>
                    <a:pt x="6397185" y="456480"/>
                  </a:lnTo>
                  <a:lnTo>
                    <a:pt x="6447429" y="474155"/>
                  </a:lnTo>
                  <a:lnTo>
                    <a:pt x="6497952" y="490195"/>
                  </a:lnTo>
                  <a:lnTo>
                    <a:pt x="6515891" y="495452"/>
                  </a:lnTo>
                  <a:lnTo>
                    <a:pt x="6564227" y="508441"/>
                  </a:lnTo>
                  <a:lnTo>
                    <a:pt x="6614300" y="520071"/>
                  </a:lnTo>
                  <a:lnTo>
                    <a:pt x="6666963" y="530418"/>
                  </a:lnTo>
                  <a:lnTo>
                    <a:pt x="6723162" y="539607"/>
                  </a:lnTo>
                  <a:lnTo>
                    <a:pt x="6783856" y="547778"/>
                  </a:lnTo>
                  <a:lnTo>
                    <a:pt x="6849917" y="555061"/>
                  </a:lnTo>
                  <a:lnTo>
                    <a:pt x="6922018" y="561569"/>
                  </a:lnTo>
                  <a:lnTo>
                    <a:pt x="7000471" y="567392"/>
                  </a:lnTo>
                  <a:lnTo>
                    <a:pt x="7085019" y="572589"/>
                  </a:lnTo>
                  <a:lnTo>
                    <a:pt x="7174598" y="577194"/>
                  </a:lnTo>
                  <a:lnTo>
                    <a:pt x="7267117" y="581219"/>
                  </a:lnTo>
                  <a:lnTo>
                    <a:pt x="7359374" y="584653"/>
                  </a:lnTo>
                  <a:lnTo>
                    <a:pt x="7447200" y="587482"/>
                  </a:lnTo>
                  <a:lnTo>
                    <a:pt x="7525972" y="589701"/>
                  </a:lnTo>
                  <a:lnTo>
                    <a:pt x="7591441" y="591328"/>
                  </a:lnTo>
                  <a:lnTo>
                    <a:pt x="7640704" y="592416"/>
                  </a:lnTo>
                  <a:lnTo>
                    <a:pt x="7672993" y="593053"/>
                  </a:lnTo>
                  <a:lnTo>
                    <a:pt x="7690004" y="593355"/>
                  </a:lnTo>
                  <a:lnTo>
                    <a:pt x="7695760" y="593447"/>
                  </a:lnTo>
                  <a:lnTo>
                    <a:pt x="7696237" y="593454"/>
                  </a:lnTo>
                  <a:lnTo>
                    <a:pt x="8234974" y="593454"/>
                  </a:lnTo>
                  <a:lnTo>
                    <a:pt x="8234974" y="588009"/>
                  </a:lnTo>
                  <a:lnTo>
                    <a:pt x="7696237" y="588009"/>
                  </a:lnTo>
                  <a:lnTo>
                    <a:pt x="7694941" y="587990"/>
                  </a:lnTo>
                  <a:lnTo>
                    <a:pt x="7686484" y="587850"/>
                  </a:lnTo>
                  <a:lnTo>
                    <a:pt x="7665398" y="587465"/>
                  </a:lnTo>
                  <a:lnTo>
                    <a:pt x="7628294" y="586709"/>
                  </a:lnTo>
                  <a:lnTo>
                    <a:pt x="7574189" y="585474"/>
                  </a:lnTo>
                  <a:lnTo>
                    <a:pt x="7504523" y="583681"/>
                  </a:lnTo>
                  <a:lnTo>
                    <a:pt x="7422679" y="581287"/>
                  </a:lnTo>
                  <a:lnTo>
                    <a:pt x="7333112" y="578283"/>
                  </a:lnTo>
                  <a:lnTo>
                    <a:pt x="7240389" y="574677"/>
                  </a:lnTo>
                  <a:lnTo>
                    <a:pt x="7148436" y="570486"/>
                  </a:lnTo>
                  <a:lnTo>
                    <a:pt x="7060138" y="565712"/>
                  </a:lnTo>
                  <a:lnTo>
                    <a:pt x="6977272" y="560340"/>
                  </a:lnTo>
                  <a:lnTo>
                    <a:pt x="6900648" y="554328"/>
                  </a:lnTo>
                  <a:lnTo>
                    <a:pt x="6830334" y="547607"/>
                  </a:lnTo>
                  <a:lnTo>
                    <a:pt x="6765897" y="540081"/>
                  </a:lnTo>
                  <a:lnTo>
                    <a:pt x="6706590" y="531631"/>
                  </a:lnTo>
                  <a:lnTo>
                    <a:pt x="6651506" y="522124"/>
                  </a:lnTo>
                  <a:lnTo>
                    <a:pt x="6599682" y="511420"/>
                  </a:lnTo>
                  <a:lnTo>
                    <a:pt x="6550189" y="499404"/>
                  </a:lnTo>
                  <a:lnTo>
                    <a:pt x="6515891" y="490008"/>
                  </a:lnTo>
                  <a:lnTo>
                    <a:pt x="6465123" y="474532"/>
                  </a:lnTo>
                  <a:lnTo>
                    <a:pt x="6414844" y="457435"/>
                  </a:lnTo>
                  <a:lnTo>
                    <a:pt x="6364516" y="438695"/>
                  </a:lnTo>
                  <a:lnTo>
                    <a:pt x="6313776" y="418349"/>
                  </a:lnTo>
                  <a:lnTo>
                    <a:pt x="6262416" y="396500"/>
                  </a:lnTo>
                  <a:lnTo>
                    <a:pt x="6210364" y="373321"/>
                  </a:lnTo>
                  <a:lnTo>
                    <a:pt x="6157665" y="349053"/>
                  </a:lnTo>
                  <a:lnTo>
                    <a:pt x="6104460" y="323998"/>
                  </a:lnTo>
                  <a:lnTo>
                    <a:pt x="6050959" y="298502"/>
                  </a:lnTo>
                  <a:lnTo>
                    <a:pt x="5997413" y="272939"/>
                  </a:lnTo>
                  <a:lnTo>
                    <a:pt x="5944077" y="247688"/>
                  </a:lnTo>
                  <a:lnTo>
                    <a:pt x="5891180" y="223106"/>
                  </a:lnTo>
                  <a:lnTo>
                    <a:pt x="5838890" y="199514"/>
                  </a:lnTo>
                  <a:lnTo>
                    <a:pt x="5787289" y="177174"/>
                  </a:lnTo>
                  <a:lnTo>
                    <a:pt x="5736347" y="156285"/>
                  </a:lnTo>
                  <a:lnTo>
                    <a:pt x="5685907" y="136973"/>
                  </a:lnTo>
                  <a:lnTo>
                    <a:pt x="5635663" y="119298"/>
                  </a:lnTo>
                  <a:lnTo>
                    <a:pt x="5585141" y="103259"/>
                  </a:lnTo>
                  <a:lnTo>
                    <a:pt x="5567201" y="98001"/>
                  </a:lnTo>
                  <a:lnTo>
                    <a:pt x="5518866" y="85012"/>
                  </a:lnTo>
                  <a:lnTo>
                    <a:pt x="5468793" y="73382"/>
                  </a:lnTo>
                  <a:lnTo>
                    <a:pt x="5416130" y="63036"/>
                  </a:lnTo>
                  <a:lnTo>
                    <a:pt x="5359930" y="53846"/>
                  </a:lnTo>
                  <a:lnTo>
                    <a:pt x="5299237" y="45676"/>
                  </a:lnTo>
                  <a:lnTo>
                    <a:pt x="5233176" y="38392"/>
                  </a:lnTo>
                  <a:lnTo>
                    <a:pt x="5161075" y="31884"/>
                  </a:lnTo>
                  <a:lnTo>
                    <a:pt x="5082621" y="26062"/>
                  </a:lnTo>
                  <a:lnTo>
                    <a:pt x="4998073" y="20865"/>
                  </a:lnTo>
                  <a:lnTo>
                    <a:pt x="4908495" y="16259"/>
                  </a:lnTo>
                  <a:lnTo>
                    <a:pt x="4815975" y="12234"/>
                  </a:lnTo>
                  <a:lnTo>
                    <a:pt x="4723719" y="8800"/>
                  </a:lnTo>
                  <a:lnTo>
                    <a:pt x="4635892" y="5971"/>
                  </a:lnTo>
                  <a:lnTo>
                    <a:pt x="4557121" y="3752"/>
                  </a:lnTo>
                  <a:lnTo>
                    <a:pt x="4491652" y="2125"/>
                  </a:lnTo>
                  <a:lnTo>
                    <a:pt x="4442388" y="1037"/>
                  </a:lnTo>
                  <a:lnTo>
                    <a:pt x="4410099" y="400"/>
                  </a:lnTo>
                  <a:lnTo>
                    <a:pt x="4393089" y="99"/>
                  </a:lnTo>
                  <a:lnTo>
                    <a:pt x="4387332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6"/>
                  </a:lnTo>
                  <a:lnTo>
                    <a:pt x="3838322" y="53"/>
                  </a:lnTo>
                  <a:lnTo>
                    <a:pt x="3817147" y="182"/>
                  </a:lnTo>
                  <a:lnTo>
                    <a:pt x="3779896" y="435"/>
                  </a:lnTo>
                  <a:lnTo>
                    <a:pt x="3725594" y="848"/>
                  </a:lnTo>
                  <a:lnTo>
                    <a:pt x="3655703" y="1449"/>
                  </a:lnTo>
                  <a:lnTo>
                    <a:pt x="3573635" y="2250"/>
                  </a:lnTo>
                  <a:lnTo>
                    <a:pt x="3483871" y="3255"/>
                  </a:lnTo>
                  <a:lnTo>
                    <a:pt x="3390993" y="4461"/>
                  </a:lnTo>
                  <a:lnTo>
                    <a:pt x="3298935" y="5864"/>
                  </a:lnTo>
                  <a:lnTo>
                    <a:pt x="3210578" y="7460"/>
                  </a:lnTo>
                  <a:lnTo>
                    <a:pt x="3127692" y="9257"/>
                  </a:lnTo>
                  <a:lnTo>
                    <a:pt x="3051072" y="11269"/>
                  </a:lnTo>
                  <a:lnTo>
                    <a:pt x="2980778" y="13518"/>
                  </a:lnTo>
                  <a:lnTo>
                    <a:pt x="2916365" y="16037"/>
                  </a:lnTo>
                  <a:lnTo>
                    <a:pt x="2857078" y="18865"/>
                  </a:lnTo>
                  <a:lnTo>
                    <a:pt x="2802004" y="22049"/>
                  </a:lnTo>
                  <a:lnTo>
                    <a:pt x="2750175" y="25633"/>
                  </a:lnTo>
                  <a:lnTo>
                    <a:pt x="2700660" y="29658"/>
                  </a:lnTo>
                  <a:lnTo>
                    <a:pt x="2667772" y="32667"/>
                  </a:lnTo>
                  <a:lnTo>
                    <a:pt x="2615223" y="38017"/>
                  </a:lnTo>
                  <a:lnTo>
                    <a:pt x="2563177" y="43948"/>
                  </a:lnTo>
                  <a:lnTo>
                    <a:pt x="2511045" y="50465"/>
                  </a:lnTo>
                  <a:lnTo>
                    <a:pt x="2458441" y="57553"/>
                  </a:lnTo>
                  <a:lnTo>
                    <a:pt x="2405155" y="65170"/>
                  </a:lnTo>
                  <a:lnTo>
                    <a:pt x="2351128" y="73249"/>
                  </a:lnTo>
                  <a:lnTo>
                    <a:pt x="2296431" y="81696"/>
                  </a:lnTo>
                  <a:lnTo>
                    <a:pt x="2241243" y="90395"/>
                  </a:lnTo>
                  <a:lnTo>
                    <a:pt x="2185811" y="99214"/>
                  </a:lnTo>
                  <a:lnTo>
                    <a:pt x="2130419" y="108014"/>
                  </a:lnTo>
                  <a:lnTo>
                    <a:pt x="2075343" y="116656"/>
                  </a:lnTo>
                  <a:lnTo>
                    <a:pt x="2020817" y="125013"/>
                  </a:lnTo>
                  <a:lnTo>
                    <a:pt x="1966991" y="132973"/>
                  </a:lnTo>
                  <a:lnTo>
                    <a:pt x="1913904" y="140451"/>
                  </a:lnTo>
                  <a:lnTo>
                    <a:pt x="1861458" y="147385"/>
                  </a:lnTo>
                  <a:lnTo>
                    <a:pt x="1809396" y="153742"/>
                  </a:lnTo>
                  <a:lnTo>
                    <a:pt x="1757280" y="159511"/>
                  </a:lnTo>
                  <a:lnTo>
                    <a:pt x="1719082" y="163336"/>
                  </a:lnTo>
                  <a:lnTo>
                    <a:pt x="1670672" y="167672"/>
                  </a:lnTo>
                  <a:lnTo>
                    <a:pt x="1620517" y="171553"/>
                  </a:lnTo>
                  <a:lnTo>
                    <a:pt x="1567762" y="175006"/>
                  </a:lnTo>
                  <a:lnTo>
                    <a:pt x="1511455" y="178071"/>
                  </a:lnTo>
                  <a:lnTo>
                    <a:pt x="1450635" y="180797"/>
                  </a:lnTo>
                  <a:lnTo>
                    <a:pt x="1384425" y="183226"/>
                  </a:lnTo>
                  <a:lnTo>
                    <a:pt x="1312151" y="185397"/>
                  </a:lnTo>
                  <a:lnTo>
                    <a:pt x="1233505" y="187338"/>
                  </a:lnTo>
                  <a:lnTo>
                    <a:pt x="1148753" y="189070"/>
                  </a:lnTo>
                  <a:lnTo>
                    <a:pt x="1058978" y="190605"/>
                  </a:lnTo>
                  <a:lnTo>
                    <a:pt x="966294" y="191945"/>
                  </a:lnTo>
                  <a:lnTo>
                    <a:pt x="873936" y="193088"/>
                  </a:lnTo>
                  <a:lnTo>
                    <a:pt x="786106" y="194029"/>
                  </a:lnTo>
                  <a:lnTo>
                    <a:pt x="707449" y="194766"/>
                  </a:lnTo>
                  <a:lnTo>
                    <a:pt x="642216" y="195304"/>
                  </a:lnTo>
                  <a:lnTo>
                    <a:pt x="593280" y="195664"/>
                  </a:lnTo>
                  <a:lnTo>
                    <a:pt x="561358" y="195873"/>
                  </a:lnTo>
                  <a:lnTo>
                    <a:pt x="544685" y="195971"/>
                  </a:lnTo>
                  <a:lnTo>
                    <a:pt x="539158" y="196001"/>
                  </a:lnTo>
                  <a:lnTo>
                    <a:pt x="538736" y="196003"/>
                  </a:lnTo>
                  <a:lnTo>
                    <a:pt x="0" y="19600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78" name="pl1278"/>
            <p:cNvSpPr/>
            <p:nvPr/>
          </p:nvSpPr>
          <p:spPr>
            <a:xfrm>
              <a:off x="546595" y="4158735"/>
              <a:ext cx="8234974" cy="588009"/>
            </a:xfrm>
            <a:custGeom>
              <a:avLst/>
              <a:pathLst>
                <a:path w="8234974" h="588009">
                  <a:moveTo>
                    <a:pt x="0" y="196003"/>
                  </a:moveTo>
                  <a:lnTo>
                    <a:pt x="538736" y="196003"/>
                  </a:lnTo>
                  <a:lnTo>
                    <a:pt x="540038" y="195996"/>
                  </a:lnTo>
                  <a:lnTo>
                    <a:pt x="548533" y="195950"/>
                  </a:lnTo>
                  <a:lnTo>
                    <a:pt x="569707" y="195821"/>
                  </a:lnTo>
                  <a:lnTo>
                    <a:pt x="606958" y="195567"/>
                  </a:lnTo>
                  <a:lnTo>
                    <a:pt x="661260" y="195154"/>
                  </a:lnTo>
                  <a:lnTo>
                    <a:pt x="731152" y="194554"/>
                  </a:lnTo>
                  <a:lnTo>
                    <a:pt x="813220" y="193752"/>
                  </a:lnTo>
                  <a:lnTo>
                    <a:pt x="902984" y="192747"/>
                  </a:lnTo>
                  <a:lnTo>
                    <a:pt x="995861" y="191541"/>
                  </a:lnTo>
                  <a:lnTo>
                    <a:pt x="1087920" y="190139"/>
                  </a:lnTo>
                  <a:lnTo>
                    <a:pt x="1176276" y="188542"/>
                  </a:lnTo>
                  <a:lnTo>
                    <a:pt x="1259163" y="186745"/>
                  </a:lnTo>
                  <a:lnTo>
                    <a:pt x="1335782" y="184733"/>
                  </a:lnTo>
                  <a:lnTo>
                    <a:pt x="1406076" y="182485"/>
                  </a:lnTo>
                  <a:lnTo>
                    <a:pt x="1470490" y="179966"/>
                  </a:lnTo>
                  <a:lnTo>
                    <a:pt x="1529776" y="177137"/>
                  </a:lnTo>
                  <a:lnTo>
                    <a:pt x="1584850" y="173953"/>
                  </a:lnTo>
                  <a:lnTo>
                    <a:pt x="1636679" y="170369"/>
                  </a:lnTo>
                  <a:lnTo>
                    <a:pt x="1686195" y="166345"/>
                  </a:lnTo>
                  <a:lnTo>
                    <a:pt x="1719082" y="163336"/>
                  </a:lnTo>
                  <a:lnTo>
                    <a:pt x="1771631" y="157985"/>
                  </a:lnTo>
                  <a:lnTo>
                    <a:pt x="1823678" y="152055"/>
                  </a:lnTo>
                  <a:lnTo>
                    <a:pt x="1875810" y="145538"/>
                  </a:lnTo>
                  <a:lnTo>
                    <a:pt x="1928413" y="138450"/>
                  </a:lnTo>
                  <a:lnTo>
                    <a:pt x="1981700" y="130832"/>
                  </a:lnTo>
                  <a:lnTo>
                    <a:pt x="2035727" y="122753"/>
                  </a:lnTo>
                  <a:lnTo>
                    <a:pt x="2090423" y="114306"/>
                  </a:lnTo>
                  <a:lnTo>
                    <a:pt x="2145611" y="105607"/>
                  </a:lnTo>
                  <a:lnTo>
                    <a:pt x="2201043" y="96788"/>
                  </a:lnTo>
                  <a:lnTo>
                    <a:pt x="2256436" y="87988"/>
                  </a:lnTo>
                  <a:lnTo>
                    <a:pt x="2311511" y="79346"/>
                  </a:lnTo>
                  <a:lnTo>
                    <a:pt x="2366038" y="70990"/>
                  </a:lnTo>
                  <a:lnTo>
                    <a:pt x="2419863" y="63029"/>
                  </a:lnTo>
                  <a:lnTo>
                    <a:pt x="2472950" y="55551"/>
                  </a:lnTo>
                  <a:lnTo>
                    <a:pt x="2525396" y="48617"/>
                  </a:lnTo>
                  <a:lnTo>
                    <a:pt x="2577458" y="42260"/>
                  </a:lnTo>
                  <a:lnTo>
                    <a:pt x="2629575" y="36491"/>
                  </a:lnTo>
                  <a:lnTo>
                    <a:pt x="2667772" y="32667"/>
                  </a:lnTo>
                  <a:lnTo>
                    <a:pt x="2716183" y="28331"/>
                  </a:lnTo>
                  <a:lnTo>
                    <a:pt x="2766337" y="24449"/>
                  </a:lnTo>
                  <a:lnTo>
                    <a:pt x="2819092" y="20997"/>
                  </a:lnTo>
                  <a:lnTo>
                    <a:pt x="2875400" y="17931"/>
                  </a:lnTo>
                  <a:lnTo>
                    <a:pt x="2936220" y="15205"/>
                  </a:lnTo>
                  <a:lnTo>
                    <a:pt x="3002430" y="12776"/>
                  </a:lnTo>
                  <a:lnTo>
                    <a:pt x="3074704" y="10606"/>
                  </a:lnTo>
                  <a:lnTo>
                    <a:pt x="3153350" y="8665"/>
                  </a:lnTo>
                  <a:lnTo>
                    <a:pt x="3238101" y="6932"/>
                  </a:lnTo>
                  <a:lnTo>
                    <a:pt x="3327876" y="5397"/>
                  </a:lnTo>
                  <a:lnTo>
                    <a:pt x="3420561" y="4057"/>
                  </a:lnTo>
                  <a:lnTo>
                    <a:pt x="3512918" y="2914"/>
                  </a:lnTo>
                  <a:lnTo>
                    <a:pt x="3600749" y="1973"/>
                  </a:lnTo>
                  <a:lnTo>
                    <a:pt x="3679405" y="1237"/>
                  </a:lnTo>
                  <a:lnTo>
                    <a:pt x="3744639" y="698"/>
                  </a:lnTo>
                  <a:lnTo>
                    <a:pt x="3793575" y="339"/>
                  </a:lnTo>
                  <a:lnTo>
                    <a:pt x="3825496" y="129"/>
                  </a:lnTo>
                  <a:lnTo>
                    <a:pt x="3842170" y="31"/>
                  </a:lnTo>
                  <a:lnTo>
                    <a:pt x="3847696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19"/>
                  </a:lnTo>
                  <a:lnTo>
                    <a:pt x="4396609" y="158"/>
                  </a:lnTo>
                  <a:lnTo>
                    <a:pt x="4417695" y="544"/>
                  </a:lnTo>
                  <a:lnTo>
                    <a:pt x="4454798" y="1299"/>
                  </a:lnTo>
                  <a:lnTo>
                    <a:pt x="4508903" y="2534"/>
                  </a:lnTo>
                  <a:lnTo>
                    <a:pt x="4578569" y="4328"/>
                  </a:lnTo>
                  <a:lnTo>
                    <a:pt x="4660414" y="6721"/>
                  </a:lnTo>
                  <a:lnTo>
                    <a:pt x="4749980" y="9726"/>
                  </a:lnTo>
                  <a:lnTo>
                    <a:pt x="4842703" y="13331"/>
                  </a:lnTo>
                  <a:lnTo>
                    <a:pt x="4934657" y="17523"/>
                  </a:lnTo>
                  <a:lnTo>
                    <a:pt x="5022955" y="22297"/>
                  </a:lnTo>
                  <a:lnTo>
                    <a:pt x="5105820" y="27669"/>
                  </a:lnTo>
                  <a:lnTo>
                    <a:pt x="5182445" y="33681"/>
                  </a:lnTo>
                  <a:lnTo>
                    <a:pt x="5252758" y="40402"/>
                  </a:lnTo>
                  <a:lnTo>
                    <a:pt x="5317196" y="47928"/>
                  </a:lnTo>
                  <a:lnTo>
                    <a:pt x="5376503" y="56377"/>
                  </a:lnTo>
                  <a:lnTo>
                    <a:pt x="5431587" y="65885"/>
                  </a:lnTo>
                  <a:lnTo>
                    <a:pt x="5483411" y="76589"/>
                  </a:lnTo>
                  <a:lnTo>
                    <a:pt x="5532904" y="88605"/>
                  </a:lnTo>
                  <a:lnTo>
                    <a:pt x="5567201" y="98001"/>
                  </a:lnTo>
                  <a:lnTo>
                    <a:pt x="5617970" y="113477"/>
                  </a:lnTo>
                  <a:lnTo>
                    <a:pt x="5668248" y="130574"/>
                  </a:lnTo>
                  <a:lnTo>
                    <a:pt x="5718577" y="149314"/>
                  </a:lnTo>
                  <a:lnTo>
                    <a:pt x="5769317" y="169660"/>
                  </a:lnTo>
                  <a:lnTo>
                    <a:pt x="5820677" y="191509"/>
                  </a:lnTo>
                  <a:lnTo>
                    <a:pt x="5872728" y="214688"/>
                  </a:lnTo>
                  <a:lnTo>
                    <a:pt x="5925427" y="238956"/>
                  </a:lnTo>
                  <a:lnTo>
                    <a:pt x="5978633" y="264011"/>
                  </a:lnTo>
                  <a:lnTo>
                    <a:pt x="6032133" y="289507"/>
                  </a:lnTo>
                  <a:lnTo>
                    <a:pt x="6085680" y="315069"/>
                  </a:lnTo>
                  <a:lnTo>
                    <a:pt x="6139015" y="340321"/>
                  </a:lnTo>
                  <a:lnTo>
                    <a:pt x="6191913" y="364902"/>
                  </a:lnTo>
                  <a:lnTo>
                    <a:pt x="6244202" y="388495"/>
                  </a:lnTo>
                  <a:lnTo>
                    <a:pt x="6295804" y="410834"/>
                  </a:lnTo>
                  <a:lnTo>
                    <a:pt x="6346745" y="431724"/>
                  </a:lnTo>
                  <a:lnTo>
                    <a:pt x="6397185" y="451036"/>
                  </a:lnTo>
                  <a:lnTo>
                    <a:pt x="6447429" y="468711"/>
                  </a:lnTo>
                  <a:lnTo>
                    <a:pt x="6497952" y="484750"/>
                  </a:lnTo>
                  <a:lnTo>
                    <a:pt x="6515891" y="490008"/>
                  </a:lnTo>
                  <a:lnTo>
                    <a:pt x="6564227" y="502997"/>
                  </a:lnTo>
                  <a:lnTo>
                    <a:pt x="6614300" y="514626"/>
                  </a:lnTo>
                  <a:lnTo>
                    <a:pt x="6666963" y="524973"/>
                  </a:lnTo>
                  <a:lnTo>
                    <a:pt x="6723162" y="534162"/>
                  </a:lnTo>
                  <a:lnTo>
                    <a:pt x="6783856" y="542333"/>
                  </a:lnTo>
                  <a:lnTo>
                    <a:pt x="6849917" y="549616"/>
                  </a:lnTo>
                  <a:lnTo>
                    <a:pt x="6922018" y="556125"/>
                  </a:lnTo>
                  <a:lnTo>
                    <a:pt x="7000471" y="561947"/>
                  </a:lnTo>
                  <a:lnTo>
                    <a:pt x="7085019" y="567144"/>
                  </a:lnTo>
                  <a:lnTo>
                    <a:pt x="7174598" y="571750"/>
                  </a:lnTo>
                  <a:lnTo>
                    <a:pt x="7267117" y="575774"/>
                  </a:lnTo>
                  <a:lnTo>
                    <a:pt x="7359374" y="579208"/>
                  </a:lnTo>
                  <a:lnTo>
                    <a:pt x="7447200" y="582038"/>
                  </a:lnTo>
                  <a:lnTo>
                    <a:pt x="7525972" y="584257"/>
                  </a:lnTo>
                  <a:lnTo>
                    <a:pt x="7591441" y="585884"/>
                  </a:lnTo>
                  <a:lnTo>
                    <a:pt x="7640704" y="586971"/>
                  </a:lnTo>
                  <a:lnTo>
                    <a:pt x="7672993" y="587608"/>
                  </a:lnTo>
                  <a:lnTo>
                    <a:pt x="7690004" y="587910"/>
                  </a:lnTo>
                  <a:lnTo>
                    <a:pt x="7695760" y="588002"/>
                  </a:lnTo>
                  <a:lnTo>
                    <a:pt x="7696237" y="588009"/>
                  </a:lnTo>
                  <a:lnTo>
                    <a:pt x="8234974" y="5880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9" name="pl1279"/>
            <p:cNvSpPr/>
            <p:nvPr/>
          </p:nvSpPr>
          <p:spPr>
            <a:xfrm>
              <a:off x="546595" y="4153291"/>
              <a:ext cx="8234974" cy="588009"/>
            </a:xfrm>
            <a:custGeom>
              <a:avLst/>
              <a:pathLst>
                <a:path w="8234974" h="588009">
                  <a:moveTo>
                    <a:pt x="8234974" y="588009"/>
                  </a:moveTo>
                  <a:lnTo>
                    <a:pt x="7696237" y="588009"/>
                  </a:lnTo>
                  <a:lnTo>
                    <a:pt x="7694941" y="587990"/>
                  </a:lnTo>
                  <a:lnTo>
                    <a:pt x="7686484" y="587850"/>
                  </a:lnTo>
                  <a:lnTo>
                    <a:pt x="7665398" y="587465"/>
                  </a:lnTo>
                  <a:lnTo>
                    <a:pt x="7628294" y="586709"/>
                  </a:lnTo>
                  <a:lnTo>
                    <a:pt x="7574189" y="585474"/>
                  </a:lnTo>
                  <a:lnTo>
                    <a:pt x="7504523" y="583681"/>
                  </a:lnTo>
                  <a:lnTo>
                    <a:pt x="7422679" y="581287"/>
                  </a:lnTo>
                  <a:lnTo>
                    <a:pt x="7333112" y="578283"/>
                  </a:lnTo>
                  <a:lnTo>
                    <a:pt x="7240389" y="574677"/>
                  </a:lnTo>
                  <a:lnTo>
                    <a:pt x="7148436" y="570486"/>
                  </a:lnTo>
                  <a:lnTo>
                    <a:pt x="7060138" y="565712"/>
                  </a:lnTo>
                  <a:lnTo>
                    <a:pt x="6977272" y="560340"/>
                  </a:lnTo>
                  <a:lnTo>
                    <a:pt x="6900648" y="554328"/>
                  </a:lnTo>
                  <a:lnTo>
                    <a:pt x="6830334" y="547607"/>
                  </a:lnTo>
                  <a:lnTo>
                    <a:pt x="6765897" y="540081"/>
                  </a:lnTo>
                  <a:lnTo>
                    <a:pt x="6706590" y="531631"/>
                  </a:lnTo>
                  <a:lnTo>
                    <a:pt x="6651506" y="522124"/>
                  </a:lnTo>
                  <a:lnTo>
                    <a:pt x="6599682" y="511420"/>
                  </a:lnTo>
                  <a:lnTo>
                    <a:pt x="6550189" y="499404"/>
                  </a:lnTo>
                  <a:lnTo>
                    <a:pt x="6515891" y="490008"/>
                  </a:lnTo>
                  <a:lnTo>
                    <a:pt x="6465123" y="474532"/>
                  </a:lnTo>
                  <a:lnTo>
                    <a:pt x="6414844" y="457435"/>
                  </a:lnTo>
                  <a:lnTo>
                    <a:pt x="6364516" y="438695"/>
                  </a:lnTo>
                  <a:lnTo>
                    <a:pt x="6313776" y="418349"/>
                  </a:lnTo>
                  <a:lnTo>
                    <a:pt x="6262416" y="396500"/>
                  </a:lnTo>
                  <a:lnTo>
                    <a:pt x="6210364" y="373321"/>
                  </a:lnTo>
                  <a:lnTo>
                    <a:pt x="6157665" y="349053"/>
                  </a:lnTo>
                  <a:lnTo>
                    <a:pt x="6104460" y="323998"/>
                  </a:lnTo>
                  <a:lnTo>
                    <a:pt x="6050959" y="298502"/>
                  </a:lnTo>
                  <a:lnTo>
                    <a:pt x="5997413" y="272939"/>
                  </a:lnTo>
                  <a:lnTo>
                    <a:pt x="5944077" y="247688"/>
                  </a:lnTo>
                  <a:lnTo>
                    <a:pt x="5891180" y="223106"/>
                  </a:lnTo>
                  <a:lnTo>
                    <a:pt x="5838890" y="199514"/>
                  </a:lnTo>
                  <a:lnTo>
                    <a:pt x="5787289" y="177174"/>
                  </a:lnTo>
                  <a:lnTo>
                    <a:pt x="5736347" y="156285"/>
                  </a:lnTo>
                  <a:lnTo>
                    <a:pt x="5685907" y="136973"/>
                  </a:lnTo>
                  <a:lnTo>
                    <a:pt x="5635663" y="119298"/>
                  </a:lnTo>
                  <a:lnTo>
                    <a:pt x="5585141" y="103259"/>
                  </a:lnTo>
                  <a:lnTo>
                    <a:pt x="5567201" y="98001"/>
                  </a:lnTo>
                  <a:lnTo>
                    <a:pt x="5518866" y="85012"/>
                  </a:lnTo>
                  <a:lnTo>
                    <a:pt x="5468793" y="73382"/>
                  </a:lnTo>
                  <a:lnTo>
                    <a:pt x="5416130" y="63036"/>
                  </a:lnTo>
                  <a:lnTo>
                    <a:pt x="5359930" y="53846"/>
                  </a:lnTo>
                  <a:lnTo>
                    <a:pt x="5299237" y="45676"/>
                  </a:lnTo>
                  <a:lnTo>
                    <a:pt x="5233176" y="38392"/>
                  </a:lnTo>
                  <a:lnTo>
                    <a:pt x="5161075" y="31884"/>
                  </a:lnTo>
                  <a:lnTo>
                    <a:pt x="5082621" y="26062"/>
                  </a:lnTo>
                  <a:lnTo>
                    <a:pt x="4998073" y="20865"/>
                  </a:lnTo>
                  <a:lnTo>
                    <a:pt x="4908495" y="16259"/>
                  </a:lnTo>
                  <a:lnTo>
                    <a:pt x="4815975" y="12234"/>
                  </a:lnTo>
                  <a:lnTo>
                    <a:pt x="4723719" y="8800"/>
                  </a:lnTo>
                  <a:lnTo>
                    <a:pt x="4635892" y="5971"/>
                  </a:lnTo>
                  <a:lnTo>
                    <a:pt x="4557121" y="3752"/>
                  </a:lnTo>
                  <a:lnTo>
                    <a:pt x="4491652" y="2125"/>
                  </a:lnTo>
                  <a:lnTo>
                    <a:pt x="4442388" y="1037"/>
                  </a:lnTo>
                  <a:lnTo>
                    <a:pt x="4410099" y="400"/>
                  </a:lnTo>
                  <a:lnTo>
                    <a:pt x="4393089" y="99"/>
                  </a:lnTo>
                  <a:lnTo>
                    <a:pt x="4387332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6"/>
                  </a:lnTo>
                  <a:lnTo>
                    <a:pt x="3838322" y="53"/>
                  </a:lnTo>
                  <a:lnTo>
                    <a:pt x="3817147" y="182"/>
                  </a:lnTo>
                  <a:lnTo>
                    <a:pt x="3779896" y="435"/>
                  </a:lnTo>
                  <a:lnTo>
                    <a:pt x="3725594" y="848"/>
                  </a:lnTo>
                  <a:lnTo>
                    <a:pt x="3655703" y="1449"/>
                  </a:lnTo>
                  <a:lnTo>
                    <a:pt x="3573635" y="2250"/>
                  </a:lnTo>
                  <a:lnTo>
                    <a:pt x="3483871" y="3255"/>
                  </a:lnTo>
                  <a:lnTo>
                    <a:pt x="3390993" y="4461"/>
                  </a:lnTo>
                  <a:lnTo>
                    <a:pt x="3298935" y="5864"/>
                  </a:lnTo>
                  <a:lnTo>
                    <a:pt x="3210578" y="7460"/>
                  </a:lnTo>
                  <a:lnTo>
                    <a:pt x="3127692" y="9257"/>
                  </a:lnTo>
                  <a:lnTo>
                    <a:pt x="3051072" y="11269"/>
                  </a:lnTo>
                  <a:lnTo>
                    <a:pt x="2980778" y="13518"/>
                  </a:lnTo>
                  <a:lnTo>
                    <a:pt x="2916365" y="16037"/>
                  </a:lnTo>
                  <a:lnTo>
                    <a:pt x="2857078" y="18865"/>
                  </a:lnTo>
                  <a:lnTo>
                    <a:pt x="2802004" y="22049"/>
                  </a:lnTo>
                  <a:lnTo>
                    <a:pt x="2750175" y="25633"/>
                  </a:lnTo>
                  <a:lnTo>
                    <a:pt x="2700660" y="29658"/>
                  </a:lnTo>
                  <a:lnTo>
                    <a:pt x="2667772" y="32667"/>
                  </a:lnTo>
                  <a:lnTo>
                    <a:pt x="2615223" y="38017"/>
                  </a:lnTo>
                  <a:lnTo>
                    <a:pt x="2563177" y="43948"/>
                  </a:lnTo>
                  <a:lnTo>
                    <a:pt x="2511045" y="50465"/>
                  </a:lnTo>
                  <a:lnTo>
                    <a:pt x="2458441" y="57553"/>
                  </a:lnTo>
                  <a:lnTo>
                    <a:pt x="2405155" y="65170"/>
                  </a:lnTo>
                  <a:lnTo>
                    <a:pt x="2351128" y="73249"/>
                  </a:lnTo>
                  <a:lnTo>
                    <a:pt x="2296431" y="81696"/>
                  </a:lnTo>
                  <a:lnTo>
                    <a:pt x="2241243" y="90395"/>
                  </a:lnTo>
                  <a:lnTo>
                    <a:pt x="2185811" y="99214"/>
                  </a:lnTo>
                  <a:lnTo>
                    <a:pt x="2130419" y="108014"/>
                  </a:lnTo>
                  <a:lnTo>
                    <a:pt x="2075343" y="116656"/>
                  </a:lnTo>
                  <a:lnTo>
                    <a:pt x="2020817" y="125013"/>
                  </a:lnTo>
                  <a:lnTo>
                    <a:pt x="1966991" y="132973"/>
                  </a:lnTo>
                  <a:lnTo>
                    <a:pt x="1913904" y="140451"/>
                  </a:lnTo>
                  <a:lnTo>
                    <a:pt x="1861458" y="147385"/>
                  </a:lnTo>
                  <a:lnTo>
                    <a:pt x="1809396" y="153742"/>
                  </a:lnTo>
                  <a:lnTo>
                    <a:pt x="1757280" y="159511"/>
                  </a:lnTo>
                  <a:lnTo>
                    <a:pt x="1719082" y="163336"/>
                  </a:lnTo>
                  <a:lnTo>
                    <a:pt x="1670672" y="167672"/>
                  </a:lnTo>
                  <a:lnTo>
                    <a:pt x="1620517" y="171553"/>
                  </a:lnTo>
                  <a:lnTo>
                    <a:pt x="1567762" y="175006"/>
                  </a:lnTo>
                  <a:lnTo>
                    <a:pt x="1511455" y="178071"/>
                  </a:lnTo>
                  <a:lnTo>
                    <a:pt x="1450635" y="180797"/>
                  </a:lnTo>
                  <a:lnTo>
                    <a:pt x="1384425" y="183226"/>
                  </a:lnTo>
                  <a:lnTo>
                    <a:pt x="1312151" y="185397"/>
                  </a:lnTo>
                  <a:lnTo>
                    <a:pt x="1233505" y="187338"/>
                  </a:lnTo>
                  <a:lnTo>
                    <a:pt x="1148753" y="189070"/>
                  </a:lnTo>
                  <a:lnTo>
                    <a:pt x="1058978" y="190605"/>
                  </a:lnTo>
                  <a:lnTo>
                    <a:pt x="966294" y="191945"/>
                  </a:lnTo>
                  <a:lnTo>
                    <a:pt x="873936" y="193088"/>
                  </a:lnTo>
                  <a:lnTo>
                    <a:pt x="786106" y="194029"/>
                  </a:lnTo>
                  <a:lnTo>
                    <a:pt x="707449" y="194766"/>
                  </a:lnTo>
                  <a:lnTo>
                    <a:pt x="642216" y="195304"/>
                  </a:lnTo>
                  <a:lnTo>
                    <a:pt x="593280" y="195664"/>
                  </a:lnTo>
                  <a:lnTo>
                    <a:pt x="561358" y="195873"/>
                  </a:lnTo>
                  <a:lnTo>
                    <a:pt x="544685" y="195971"/>
                  </a:lnTo>
                  <a:lnTo>
                    <a:pt x="539158" y="196001"/>
                  </a:lnTo>
                  <a:lnTo>
                    <a:pt x="538736" y="196003"/>
                  </a:lnTo>
                  <a:lnTo>
                    <a:pt x="0" y="1960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0" name="pg1280"/>
            <p:cNvSpPr/>
            <p:nvPr/>
          </p:nvSpPr>
          <p:spPr>
            <a:xfrm>
              <a:off x="546595" y="3205942"/>
              <a:ext cx="8234974" cy="2090701"/>
            </a:xfrm>
            <a:custGeom>
              <a:avLst/>
              <a:pathLst>
                <a:path w="8234974" h="2090701">
                  <a:moveTo>
                    <a:pt x="0" y="1246798"/>
                  </a:moveTo>
                  <a:lnTo>
                    <a:pt x="538736" y="1246798"/>
                  </a:lnTo>
                  <a:lnTo>
                    <a:pt x="540026" y="1246826"/>
                  </a:lnTo>
                  <a:lnTo>
                    <a:pt x="548439" y="1247025"/>
                  </a:lnTo>
                  <a:lnTo>
                    <a:pt x="569420" y="1247574"/>
                  </a:lnTo>
                  <a:lnTo>
                    <a:pt x="606350" y="1248653"/>
                  </a:lnTo>
                  <a:lnTo>
                    <a:pt x="660222" y="1250416"/>
                  </a:lnTo>
                  <a:lnTo>
                    <a:pt x="729623" y="1252977"/>
                  </a:lnTo>
                  <a:lnTo>
                    <a:pt x="811202" y="1256396"/>
                  </a:lnTo>
                  <a:lnTo>
                    <a:pt x="900534" y="1260689"/>
                  </a:lnTo>
                  <a:lnTo>
                    <a:pt x="993074" y="1265841"/>
                  </a:lnTo>
                  <a:lnTo>
                    <a:pt x="1084903" y="1271831"/>
                  </a:lnTo>
                  <a:lnTo>
                    <a:pt x="1173131" y="1278654"/>
                  </a:lnTo>
                  <a:lnTo>
                    <a:pt x="1255970" y="1286332"/>
                  </a:lnTo>
                  <a:lnTo>
                    <a:pt x="1332600" y="1294923"/>
                  </a:lnTo>
                  <a:lnTo>
                    <a:pt x="1402937" y="1304525"/>
                  </a:lnTo>
                  <a:lnTo>
                    <a:pt x="1467403" y="1315275"/>
                  </a:lnTo>
                  <a:lnTo>
                    <a:pt x="1526734" y="1327340"/>
                  </a:lnTo>
                  <a:lnTo>
                    <a:pt x="1581830" y="1340913"/>
                  </a:lnTo>
                  <a:lnTo>
                    <a:pt x="1633649" y="1356190"/>
                  </a:lnTo>
                  <a:lnTo>
                    <a:pt x="1683116" y="1373339"/>
                  </a:lnTo>
                  <a:lnTo>
                    <a:pt x="1719082" y="1387448"/>
                  </a:lnTo>
                  <a:lnTo>
                    <a:pt x="1768071" y="1408836"/>
                  </a:lnTo>
                  <a:lnTo>
                    <a:pt x="1816584" y="1432387"/>
                  </a:lnTo>
                  <a:lnTo>
                    <a:pt x="1865115" y="1458133"/>
                  </a:lnTo>
                  <a:lnTo>
                    <a:pt x="1914001" y="1486035"/>
                  </a:lnTo>
                  <a:lnTo>
                    <a:pt x="1963445" y="1515969"/>
                  </a:lnTo>
                  <a:lnTo>
                    <a:pt x="2013531" y="1547728"/>
                  </a:lnTo>
                  <a:lnTo>
                    <a:pt x="2064236" y="1581017"/>
                  </a:lnTo>
                  <a:lnTo>
                    <a:pt x="2115452" y="1615464"/>
                  </a:lnTo>
                  <a:lnTo>
                    <a:pt x="2167004" y="1650636"/>
                  </a:lnTo>
                  <a:lnTo>
                    <a:pt x="2218675" y="1686057"/>
                  </a:lnTo>
                  <a:lnTo>
                    <a:pt x="2270232" y="1721240"/>
                  </a:lnTo>
                  <a:lnTo>
                    <a:pt x="2321458" y="1755709"/>
                  </a:lnTo>
                  <a:lnTo>
                    <a:pt x="2372177" y="1789029"/>
                  </a:lnTo>
                  <a:lnTo>
                    <a:pt x="2422277" y="1820826"/>
                  </a:lnTo>
                  <a:lnTo>
                    <a:pt x="2471735" y="1850805"/>
                  </a:lnTo>
                  <a:lnTo>
                    <a:pt x="2520632" y="1878754"/>
                  </a:lnTo>
                  <a:lnTo>
                    <a:pt x="2569168" y="1904550"/>
                  </a:lnTo>
                  <a:lnTo>
                    <a:pt x="2617676" y="1928151"/>
                  </a:lnTo>
                  <a:lnTo>
                    <a:pt x="2666647" y="1949587"/>
                  </a:lnTo>
                  <a:lnTo>
                    <a:pt x="2667772" y="1950050"/>
                  </a:lnTo>
                  <a:lnTo>
                    <a:pt x="2716019" y="1968660"/>
                  </a:lnTo>
                  <a:lnTo>
                    <a:pt x="2765996" y="1985326"/>
                  </a:lnTo>
                  <a:lnTo>
                    <a:pt x="2818550" y="2000156"/>
                  </a:lnTo>
                  <a:lnTo>
                    <a:pt x="2874623" y="2013331"/>
                  </a:lnTo>
                  <a:lnTo>
                    <a:pt x="2935166" y="2025047"/>
                  </a:lnTo>
                  <a:lnTo>
                    <a:pt x="3001050" y="2035493"/>
                  </a:lnTo>
                  <a:lnTo>
                    <a:pt x="3072948" y="2044829"/>
                  </a:lnTo>
                  <a:lnTo>
                    <a:pt x="3151174" y="2053182"/>
                  </a:lnTo>
                  <a:lnTo>
                    <a:pt x="3235482" y="2060641"/>
                  </a:lnTo>
                  <a:lnTo>
                    <a:pt x="3324827" y="2067254"/>
                  </a:lnTo>
                  <a:lnTo>
                    <a:pt x="3417151" y="2073035"/>
                  </a:lnTo>
                  <a:lnTo>
                    <a:pt x="3509287" y="2077972"/>
                  </a:lnTo>
                  <a:lnTo>
                    <a:pt x="3597105" y="2082045"/>
                  </a:lnTo>
                  <a:lnTo>
                    <a:pt x="3676010" y="2085245"/>
                  </a:lnTo>
                  <a:lnTo>
                    <a:pt x="3741753" y="2087597"/>
                  </a:lnTo>
                  <a:lnTo>
                    <a:pt x="3791402" y="2089176"/>
                  </a:lnTo>
                  <a:lnTo>
                    <a:pt x="3824125" y="2090106"/>
                  </a:lnTo>
                  <a:lnTo>
                    <a:pt x="3841536" y="2090550"/>
                  </a:lnTo>
                  <a:lnTo>
                    <a:pt x="3847570" y="2090689"/>
                  </a:lnTo>
                  <a:lnTo>
                    <a:pt x="3848118" y="2090701"/>
                  </a:lnTo>
                  <a:lnTo>
                    <a:pt x="4386855" y="2090701"/>
                  </a:lnTo>
                  <a:lnTo>
                    <a:pt x="4388081" y="2090635"/>
                  </a:lnTo>
                  <a:lnTo>
                    <a:pt x="4396088" y="2090169"/>
                  </a:lnTo>
                  <a:lnTo>
                    <a:pt x="4416093" y="2088880"/>
                  </a:lnTo>
                  <a:lnTo>
                    <a:pt x="4451398" y="2086348"/>
                  </a:lnTo>
                  <a:lnTo>
                    <a:pt x="4503089" y="2082206"/>
                  </a:lnTo>
                  <a:lnTo>
                    <a:pt x="4569987" y="2076178"/>
                  </a:lnTo>
                  <a:lnTo>
                    <a:pt x="4649048" y="2068109"/>
                  </a:lnTo>
                  <a:lnTo>
                    <a:pt x="4736136" y="2057955"/>
                  </a:lnTo>
                  <a:lnTo>
                    <a:pt x="4826900" y="2045743"/>
                  </a:lnTo>
                  <a:lnTo>
                    <a:pt x="4917497" y="2031522"/>
                  </a:lnTo>
                  <a:lnTo>
                    <a:pt x="5005014" y="2015316"/>
                  </a:lnTo>
                  <a:lnTo>
                    <a:pt x="5087570" y="1997086"/>
                  </a:lnTo>
                  <a:lnTo>
                    <a:pt x="5164223" y="1976713"/>
                  </a:lnTo>
                  <a:lnTo>
                    <a:pt x="5234762" y="1953986"/>
                  </a:lnTo>
                  <a:lnTo>
                    <a:pt x="5299498" y="1928607"/>
                  </a:lnTo>
                  <a:lnTo>
                    <a:pt x="5359069" y="1900197"/>
                  </a:lnTo>
                  <a:lnTo>
                    <a:pt x="5414302" y="1868316"/>
                  </a:lnTo>
                  <a:lnTo>
                    <a:pt x="5466098" y="1832501"/>
                  </a:lnTo>
                  <a:lnTo>
                    <a:pt x="5515356" y="1792325"/>
                  </a:lnTo>
                  <a:lnTo>
                    <a:pt x="5562889" y="1747517"/>
                  </a:lnTo>
                  <a:lnTo>
                    <a:pt x="5567201" y="1743158"/>
                  </a:lnTo>
                  <a:lnTo>
                    <a:pt x="5606914" y="1700782"/>
                  </a:lnTo>
                  <a:lnTo>
                    <a:pt x="5646244" y="1654923"/>
                  </a:lnTo>
                  <a:lnTo>
                    <a:pt x="5685478" y="1605512"/>
                  </a:lnTo>
                  <a:lnTo>
                    <a:pt x="5724833" y="1552555"/>
                  </a:lnTo>
                  <a:lnTo>
                    <a:pt x="5764463" y="1496139"/>
                  </a:lnTo>
                  <a:lnTo>
                    <a:pt x="5804465" y="1436439"/>
                  </a:lnTo>
                  <a:lnTo>
                    <a:pt x="5844886" y="1373725"/>
                  </a:lnTo>
                  <a:lnTo>
                    <a:pt x="5885727" y="1308355"/>
                  </a:lnTo>
                  <a:lnTo>
                    <a:pt x="5926947" y="1240776"/>
                  </a:lnTo>
                  <a:lnTo>
                    <a:pt x="5968475" y="1171511"/>
                  </a:lnTo>
                  <a:lnTo>
                    <a:pt x="6010211" y="1101142"/>
                  </a:lnTo>
                  <a:lnTo>
                    <a:pt x="6052039" y="1030293"/>
                  </a:lnTo>
                  <a:lnTo>
                    <a:pt x="6093835" y="959606"/>
                  </a:lnTo>
                  <a:lnTo>
                    <a:pt x="6135480" y="889715"/>
                  </a:lnTo>
                  <a:lnTo>
                    <a:pt x="6176865" y="821226"/>
                  </a:lnTo>
                  <a:lnTo>
                    <a:pt x="6217902" y="754695"/>
                  </a:lnTo>
                  <a:lnTo>
                    <a:pt x="6258535" y="690606"/>
                  </a:lnTo>
                  <a:lnTo>
                    <a:pt x="6298743" y="629364"/>
                  </a:lnTo>
                  <a:lnTo>
                    <a:pt x="6338549" y="571284"/>
                  </a:lnTo>
                  <a:lnTo>
                    <a:pt x="6378026" y="516587"/>
                  </a:lnTo>
                  <a:lnTo>
                    <a:pt x="6417297" y="465403"/>
                  </a:lnTo>
                  <a:lnTo>
                    <a:pt x="6456548" y="417777"/>
                  </a:lnTo>
                  <a:lnTo>
                    <a:pt x="6496029" y="373678"/>
                  </a:lnTo>
                  <a:lnTo>
                    <a:pt x="6515891" y="352987"/>
                  </a:lnTo>
                  <a:lnTo>
                    <a:pt x="6563300" y="307748"/>
                  </a:lnTo>
                  <a:lnTo>
                    <a:pt x="6612367" y="267154"/>
                  </a:lnTo>
                  <a:lnTo>
                    <a:pt x="6663893" y="230954"/>
                  </a:lnTo>
                  <a:lnTo>
                    <a:pt x="6718771" y="198730"/>
                  </a:lnTo>
                  <a:lnTo>
                    <a:pt x="6777907" y="170020"/>
                  </a:lnTo>
                  <a:lnTo>
                    <a:pt x="6842137" y="144379"/>
                  </a:lnTo>
                  <a:lnTo>
                    <a:pt x="6912123" y="121421"/>
                  </a:lnTo>
                  <a:lnTo>
                    <a:pt x="6988212" y="100842"/>
                  </a:lnTo>
                  <a:lnTo>
                    <a:pt x="7070251" y="82421"/>
                  </a:lnTo>
                  <a:lnTo>
                    <a:pt x="7157375" y="66031"/>
                  </a:lnTo>
                  <a:lnTo>
                    <a:pt x="7247795" y="51627"/>
                  </a:lnTo>
                  <a:lnTo>
                    <a:pt x="7338691" y="39228"/>
                  </a:lnTo>
                  <a:lnTo>
                    <a:pt x="7426296" y="28883"/>
                  </a:lnTo>
                  <a:lnTo>
                    <a:pt x="7506279" y="20623"/>
                  </a:lnTo>
                  <a:lnTo>
                    <a:pt x="7574446" y="14412"/>
                  </a:lnTo>
                  <a:lnTo>
                    <a:pt x="7627619" y="10105"/>
                  </a:lnTo>
                  <a:lnTo>
                    <a:pt x="7664422" y="7440"/>
                  </a:lnTo>
                  <a:lnTo>
                    <a:pt x="7685729" y="6053"/>
                  </a:lnTo>
                  <a:lnTo>
                    <a:pt x="7694650" y="552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29" y="2085228"/>
                  </a:lnTo>
                  <a:lnTo>
                    <a:pt x="3838415" y="2085029"/>
                  </a:lnTo>
                  <a:lnTo>
                    <a:pt x="3817434" y="2084480"/>
                  </a:lnTo>
                  <a:lnTo>
                    <a:pt x="3780505" y="2083401"/>
                  </a:lnTo>
                  <a:lnTo>
                    <a:pt x="3726632" y="2081637"/>
                  </a:lnTo>
                  <a:lnTo>
                    <a:pt x="3657231" y="2079077"/>
                  </a:lnTo>
                  <a:lnTo>
                    <a:pt x="3575653" y="2075658"/>
                  </a:lnTo>
                  <a:lnTo>
                    <a:pt x="3486320" y="2071365"/>
                  </a:lnTo>
                  <a:lnTo>
                    <a:pt x="3393781" y="2066213"/>
                  </a:lnTo>
                  <a:lnTo>
                    <a:pt x="3301952" y="2060223"/>
                  </a:lnTo>
                  <a:lnTo>
                    <a:pt x="3213724" y="2053399"/>
                  </a:lnTo>
                  <a:lnTo>
                    <a:pt x="3130884" y="2045722"/>
                  </a:lnTo>
                  <a:lnTo>
                    <a:pt x="3054254" y="2037131"/>
                  </a:lnTo>
                  <a:lnTo>
                    <a:pt x="2983918" y="2027529"/>
                  </a:lnTo>
                  <a:lnTo>
                    <a:pt x="2919451" y="2016779"/>
                  </a:lnTo>
                  <a:lnTo>
                    <a:pt x="2860120" y="2004714"/>
                  </a:lnTo>
                  <a:lnTo>
                    <a:pt x="2805024" y="1991141"/>
                  </a:lnTo>
                  <a:lnTo>
                    <a:pt x="2753206" y="1975864"/>
                  </a:lnTo>
                  <a:lnTo>
                    <a:pt x="2703738" y="1958715"/>
                  </a:lnTo>
                  <a:lnTo>
                    <a:pt x="2667772" y="1944606"/>
                  </a:lnTo>
                  <a:lnTo>
                    <a:pt x="2618783" y="1923218"/>
                  </a:lnTo>
                  <a:lnTo>
                    <a:pt x="2570270" y="1899667"/>
                  </a:lnTo>
                  <a:lnTo>
                    <a:pt x="2521740" y="1873921"/>
                  </a:lnTo>
                  <a:lnTo>
                    <a:pt x="2472854" y="1846019"/>
                  </a:lnTo>
                  <a:lnTo>
                    <a:pt x="2423410" y="1816085"/>
                  </a:lnTo>
                  <a:lnTo>
                    <a:pt x="2373324" y="1784326"/>
                  </a:lnTo>
                  <a:lnTo>
                    <a:pt x="2322619" y="1751037"/>
                  </a:lnTo>
                  <a:lnTo>
                    <a:pt x="2271402" y="1716590"/>
                  </a:lnTo>
                  <a:lnTo>
                    <a:pt x="2219850" y="1681418"/>
                  </a:lnTo>
                  <a:lnTo>
                    <a:pt x="2168180" y="1645997"/>
                  </a:lnTo>
                  <a:lnTo>
                    <a:pt x="2116622" y="1610814"/>
                  </a:lnTo>
                  <a:lnTo>
                    <a:pt x="2065396" y="1576345"/>
                  </a:lnTo>
                  <a:lnTo>
                    <a:pt x="2014678" y="1543025"/>
                  </a:lnTo>
                  <a:lnTo>
                    <a:pt x="1964578" y="1511228"/>
                  </a:lnTo>
                  <a:lnTo>
                    <a:pt x="1915119" y="1481249"/>
                  </a:lnTo>
                  <a:lnTo>
                    <a:pt x="1866222" y="1453300"/>
                  </a:lnTo>
                  <a:lnTo>
                    <a:pt x="1817687" y="1427504"/>
                  </a:lnTo>
                  <a:lnTo>
                    <a:pt x="1769179" y="1403903"/>
                  </a:lnTo>
                  <a:lnTo>
                    <a:pt x="1720207" y="1382467"/>
                  </a:lnTo>
                  <a:lnTo>
                    <a:pt x="1719082" y="1382004"/>
                  </a:lnTo>
                  <a:lnTo>
                    <a:pt x="1670836" y="1363394"/>
                  </a:lnTo>
                  <a:lnTo>
                    <a:pt x="1620859" y="1346728"/>
                  </a:lnTo>
                  <a:lnTo>
                    <a:pt x="1568305" y="1331898"/>
                  </a:lnTo>
                  <a:lnTo>
                    <a:pt x="1512232" y="1318723"/>
                  </a:lnTo>
                  <a:lnTo>
                    <a:pt x="1451689" y="1307007"/>
                  </a:lnTo>
                  <a:lnTo>
                    <a:pt x="1385804" y="1296561"/>
                  </a:lnTo>
                  <a:lnTo>
                    <a:pt x="1313907" y="1287225"/>
                  </a:lnTo>
                  <a:lnTo>
                    <a:pt x="1235681" y="1278872"/>
                  </a:lnTo>
                  <a:lnTo>
                    <a:pt x="1151373" y="1271413"/>
                  </a:lnTo>
                  <a:lnTo>
                    <a:pt x="1062028" y="1264800"/>
                  </a:lnTo>
                  <a:lnTo>
                    <a:pt x="969704" y="1259019"/>
                  </a:lnTo>
                  <a:lnTo>
                    <a:pt x="877568" y="1254082"/>
                  </a:lnTo>
                  <a:lnTo>
                    <a:pt x="789749" y="1250008"/>
                  </a:lnTo>
                  <a:lnTo>
                    <a:pt x="710845" y="1246808"/>
                  </a:lnTo>
                  <a:lnTo>
                    <a:pt x="645102" y="1244456"/>
                  </a:lnTo>
                  <a:lnTo>
                    <a:pt x="595452" y="1242878"/>
                  </a:lnTo>
                  <a:lnTo>
                    <a:pt x="562729" y="1241948"/>
                  </a:lnTo>
                  <a:lnTo>
                    <a:pt x="545319" y="1241504"/>
                  </a:lnTo>
                  <a:lnTo>
                    <a:pt x="539285" y="1241365"/>
                  </a:lnTo>
                  <a:lnTo>
                    <a:pt x="538736" y="1241353"/>
                  </a:lnTo>
                  <a:lnTo>
                    <a:pt x="0" y="124135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81" name="pl1281"/>
            <p:cNvSpPr/>
            <p:nvPr/>
          </p:nvSpPr>
          <p:spPr>
            <a:xfrm>
              <a:off x="546595" y="3211386"/>
              <a:ext cx="8234974" cy="2085256"/>
            </a:xfrm>
            <a:custGeom>
              <a:avLst/>
              <a:pathLst>
                <a:path w="8234974" h="2085256">
                  <a:moveTo>
                    <a:pt x="0" y="1241353"/>
                  </a:moveTo>
                  <a:lnTo>
                    <a:pt x="538736" y="1241353"/>
                  </a:lnTo>
                  <a:lnTo>
                    <a:pt x="540026" y="1241381"/>
                  </a:lnTo>
                  <a:lnTo>
                    <a:pt x="548439" y="1241580"/>
                  </a:lnTo>
                  <a:lnTo>
                    <a:pt x="569420" y="1242130"/>
                  </a:lnTo>
                  <a:lnTo>
                    <a:pt x="606350" y="1243209"/>
                  </a:lnTo>
                  <a:lnTo>
                    <a:pt x="660222" y="1244972"/>
                  </a:lnTo>
                  <a:lnTo>
                    <a:pt x="729623" y="1247532"/>
                  </a:lnTo>
                  <a:lnTo>
                    <a:pt x="811202" y="1250952"/>
                  </a:lnTo>
                  <a:lnTo>
                    <a:pt x="900534" y="1255244"/>
                  </a:lnTo>
                  <a:lnTo>
                    <a:pt x="993074" y="1260396"/>
                  </a:lnTo>
                  <a:lnTo>
                    <a:pt x="1084903" y="1266387"/>
                  </a:lnTo>
                  <a:lnTo>
                    <a:pt x="1173131" y="1273210"/>
                  </a:lnTo>
                  <a:lnTo>
                    <a:pt x="1255970" y="1280888"/>
                  </a:lnTo>
                  <a:lnTo>
                    <a:pt x="1332600" y="1289479"/>
                  </a:lnTo>
                  <a:lnTo>
                    <a:pt x="1402937" y="1299081"/>
                  </a:lnTo>
                  <a:lnTo>
                    <a:pt x="1467403" y="1309830"/>
                  </a:lnTo>
                  <a:lnTo>
                    <a:pt x="1526734" y="1321895"/>
                  </a:lnTo>
                  <a:lnTo>
                    <a:pt x="1581830" y="1335468"/>
                  </a:lnTo>
                  <a:lnTo>
                    <a:pt x="1633649" y="1350745"/>
                  </a:lnTo>
                  <a:lnTo>
                    <a:pt x="1683116" y="1367894"/>
                  </a:lnTo>
                  <a:lnTo>
                    <a:pt x="1719082" y="1382004"/>
                  </a:lnTo>
                  <a:lnTo>
                    <a:pt x="1768071" y="1403391"/>
                  </a:lnTo>
                  <a:lnTo>
                    <a:pt x="1816584" y="1426942"/>
                  </a:lnTo>
                  <a:lnTo>
                    <a:pt x="1865115" y="1452689"/>
                  </a:lnTo>
                  <a:lnTo>
                    <a:pt x="1914001" y="1480590"/>
                  </a:lnTo>
                  <a:lnTo>
                    <a:pt x="1963445" y="1510525"/>
                  </a:lnTo>
                  <a:lnTo>
                    <a:pt x="2013531" y="1542284"/>
                  </a:lnTo>
                  <a:lnTo>
                    <a:pt x="2064236" y="1575572"/>
                  </a:lnTo>
                  <a:lnTo>
                    <a:pt x="2115452" y="1610020"/>
                  </a:lnTo>
                  <a:lnTo>
                    <a:pt x="2167004" y="1645191"/>
                  </a:lnTo>
                  <a:lnTo>
                    <a:pt x="2218675" y="1680613"/>
                  </a:lnTo>
                  <a:lnTo>
                    <a:pt x="2270232" y="1715796"/>
                  </a:lnTo>
                  <a:lnTo>
                    <a:pt x="2321458" y="1750264"/>
                  </a:lnTo>
                  <a:lnTo>
                    <a:pt x="2372177" y="1783584"/>
                  </a:lnTo>
                  <a:lnTo>
                    <a:pt x="2422277" y="1815381"/>
                  </a:lnTo>
                  <a:lnTo>
                    <a:pt x="2471735" y="1845360"/>
                  </a:lnTo>
                  <a:lnTo>
                    <a:pt x="2520632" y="1873309"/>
                  </a:lnTo>
                  <a:lnTo>
                    <a:pt x="2569168" y="1899106"/>
                  </a:lnTo>
                  <a:lnTo>
                    <a:pt x="2617676" y="1922706"/>
                  </a:lnTo>
                  <a:lnTo>
                    <a:pt x="2666647" y="1944142"/>
                  </a:lnTo>
                  <a:lnTo>
                    <a:pt x="2667772" y="1944606"/>
                  </a:lnTo>
                  <a:lnTo>
                    <a:pt x="2716019" y="1963216"/>
                  </a:lnTo>
                  <a:lnTo>
                    <a:pt x="2765996" y="1979881"/>
                  </a:lnTo>
                  <a:lnTo>
                    <a:pt x="2818550" y="1994712"/>
                  </a:lnTo>
                  <a:lnTo>
                    <a:pt x="2874623" y="2007886"/>
                  </a:lnTo>
                  <a:lnTo>
                    <a:pt x="2935166" y="2019603"/>
                  </a:lnTo>
                  <a:lnTo>
                    <a:pt x="3001050" y="2030048"/>
                  </a:lnTo>
                  <a:lnTo>
                    <a:pt x="3072948" y="2039384"/>
                  </a:lnTo>
                  <a:lnTo>
                    <a:pt x="3151174" y="2047738"/>
                  </a:lnTo>
                  <a:lnTo>
                    <a:pt x="3235482" y="2055196"/>
                  </a:lnTo>
                  <a:lnTo>
                    <a:pt x="3324827" y="2061809"/>
                  </a:lnTo>
                  <a:lnTo>
                    <a:pt x="3417151" y="2067590"/>
                  </a:lnTo>
                  <a:lnTo>
                    <a:pt x="3509287" y="2072528"/>
                  </a:lnTo>
                  <a:lnTo>
                    <a:pt x="3597105" y="2076601"/>
                  </a:lnTo>
                  <a:lnTo>
                    <a:pt x="3676010" y="2079801"/>
                  </a:lnTo>
                  <a:lnTo>
                    <a:pt x="3741753" y="2082153"/>
                  </a:lnTo>
                  <a:lnTo>
                    <a:pt x="3791402" y="2083731"/>
                  </a:lnTo>
                  <a:lnTo>
                    <a:pt x="3824125" y="2084661"/>
                  </a:lnTo>
                  <a:lnTo>
                    <a:pt x="3841536" y="2085105"/>
                  </a:lnTo>
                  <a:lnTo>
                    <a:pt x="3847570" y="2085244"/>
                  </a:lnTo>
                  <a:lnTo>
                    <a:pt x="3848118" y="2085256"/>
                  </a:lnTo>
                  <a:lnTo>
                    <a:pt x="4386855" y="2085256"/>
                  </a:lnTo>
                  <a:lnTo>
                    <a:pt x="4388081" y="2085191"/>
                  </a:lnTo>
                  <a:lnTo>
                    <a:pt x="4396088" y="2084725"/>
                  </a:lnTo>
                  <a:lnTo>
                    <a:pt x="4416093" y="2083435"/>
                  </a:lnTo>
                  <a:lnTo>
                    <a:pt x="4451398" y="2080904"/>
                  </a:lnTo>
                  <a:lnTo>
                    <a:pt x="4503089" y="2076761"/>
                  </a:lnTo>
                  <a:lnTo>
                    <a:pt x="4569987" y="2070733"/>
                  </a:lnTo>
                  <a:lnTo>
                    <a:pt x="4649048" y="2062665"/>
                  </a:lnTo>
                  <a:lnTo>
                    <a:pt x="4736136" y="2052511"/>
                  </a:lnTo>
                  <a:lnTo>
                    <a:pt x="4826900" y="2040299"/>
                  </a:lnTo>
                  <a:lnTo>
                    <a:pt x="4917497" y="2026078"/>
                  </a:lnTo>
                  <a:lnTo>
                    <a:pt x="5005014" y="2009871"/>
                  </a:lnTo>
                  <a:lnTo>
                    <a:pt x="5087570" y="1991642"/>
                  </a:lnTo>
                  <a:lnTo>
                    <a:pt x="5164223" y="1971268"/>
                  </a:lnTo>
                  <a:lnTo>
                    <a:pt x="5234762" y="1948542"/>
                  </a:lnTo>
                  <a:lnTo>
                    <a:pt x="5299498" y="1923162"/>
                  </a:lnTo>
                  <a:lnTo>
                    <a:pt x="5359069" y="1894752"/>
                  </a:lnTo>
                  <a:lnTo>
                    <a:pt x="5414302" y="1862872"/>
                  </a:lnTo>
                  <a:lnTo>
                    <a:pt x="5466098" y="1827056"/>
                  </a:lnTo>
                  <a:lnTo>
                    <a:pt x="5515356" y="1786881"/>
                  </a:lnTo>
                  <a:lnTo>
                    <a:pt x="5562889" y="1742072"/>
                  </a:lnTo>
                  <a:lnTo>
                    <a:pt x="5567201" y="1737713"/>
                  </a:lnTo>
                  <a:lnTo>
                    <a:pt x="5606914" y="1695338"/>
                  </a:lnTo>
                  <a:lnTo>
                    <a:pt x="5646244" y="1649479"/>
                  </a:lnTo>
                  <a:lnTo>
                    <a:pt x="5685478" y="1600068"/>
                  </a:lnTo>
                  <a:lnTo>
                    <a:pt x="5724833" y="1547111"/>
                  </a:lnTo>
                  <a:lnTo>
                    <a:pt x="5764463" y="1490694"/>
                  </a:lnTo>
                  <a:lnTo>
                    <a:pt x="5804465" y="1430995"/>
                  </a:lnTo>
                  <a:lnTo>
                    <a:pt x="5844886" y="1368280"/>
                  </a:lnTo>
                  <a:lnTo>
                    <a:pt x="5885727" y="1302910"/>
                  </a:lnTo>
                  <a:lnTo>
                    <a:pt x="5926947" y="1235332"/>
                  </a:lnTo>
                  <a:lnTo>
                    <a:pt x="5968475" y="1166067"/>
                  </a:lnTo>
                  <a:lnTo>
                    <a:pt x="6010211" y="1095698"/>
                  </a:lnTo>
                  <a:lnTo>
                    <a:pt x="6052039" y="1024849"/>
                  </a:lnTo>
                  <a:lnTo>
                    <a:pt x="6093835" y="954161"/>
                  </a:lnTo>
                  <a:lnTo>
                    <a:pt x="6135480" y="884270"/>
                  </a:lnTo>
                  <a:lnTo>
                    <a:pt x="6176865" y="815782"/>
                  </a:lnTo>
                  <a:lnTo>
                    <a:pt x="6217902" y="749250"/>
                  </a:lnTo>
                  <a:lnTo>
                    <a:pt x="6258535" y="685161"/>
                  </a:lnTo>
                  <a:lnTo>
                    <a:pt x="6298743" y="623920"/>
                  </a:lnTo>
                  <a:lnTo>
                    <a:pt x="6338549" y="565840"/>
                  </a:lnTo>
                  <a:lnTo>
                    <a:pt x="6378026" y="511142"/>
                  </a:lnTo>
                  <a:lnTo>
                    <a:pt x="6417297" y="459958"/>
                  </a:lnTo>
                  <a:lnTo>
                    <a:pt x="6456548" y="412333"/>
                  </a:lnTo>
                  <a:lnTo>
                    <a:pt x="6496029" y="368234"/>
                  </a:lnTo>
                  <a:lnTo>
                    <a:pt x="6515891" y="347542"/>
                  </a:lnTo>
                  <a:lnTo>
                    <a:pt x="6563300" y="302304"/>
                  </a:lnTo>
                  <a:lnTo>
                    <a:pt x="6612367" y="261710"/>
                  </a:lnTo>
                  <a:lnTo>
                    <a:pt x="6663893" y="225509"/>
                  </a:lnTo>
                  <a:lnTo>
                    <a:pt x="6718771" y="193286"/>
                  </a:lnTo>
                  <a:lnTo>
                    <a:pt x="6777907" y="164575"/>
                  </a:lnTo>
                  <a:lnTo>
                    <a:pt x="6842137" y="138934"/>
                  </a:lnTo>
                  <a:lnTo>
                    <a:pt x="6912123" y="115977"/>
                  </a:lnTo>
                  <a:lnTo>
                    <a:pt x="6988212" y="95397"/>
                  </a:lnTo>
                  <a:lnTo>
                    <a:pt x="7070251" y="76976"/>
                  </a:lnTo>
                  <a:lnTo>
                    <a:pt x="7157375" y="60587"/>
                  </a:lnTo>
                  <a:lnTo>
                    <a:pt x="7247795" y="46183"/>
                  </a:lnTo>
                  <a:lnTo>
                    <a:pt x="7338691" y="33784"/>
                  </a:lnTo>
                  <a:lnTo>
                    <a:pt x="7426296" y="23438"/>
                  </a:lnTo>
                  <a:lnTo>
                    <a:pt x="7506279" y="15178"/>
                  </a:lnTo>
                  <a:lnTo>
                    <a:pt x="7574446" y="8967"/>
                  </a:lnTo>
                  <a:lnTo>
                    <a:pt x="7627619" y="4661"/>
                  </a:lnTo>
                  <a:lnTo>
                    <a:pt x="7664422" y="1995"/>
                  </a:lnTo>
                  <a:lnTo>
                    <a:pt x="7685729" y="609"/>
                  </a:lnTo>
                  <a:lnTo>
                    <a:pt x="7694650" y="85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2" name="pl1282"/>
            <p:cNvSpPr/>
            <p:nvPr/>
          </p:nvSpPr>
          <p:spPr>
            <a:xfrm>
              <a:off x="546595" y="3205942"/>
              <a:ext cx="8234974" cy="2085256"/>
            </a:xfrm>
            <a:custGeom>
              <a:avLst/>
              <a:pathLst>
                <a:path w="8234974" h="2085256">
                  <a:moveTo>
                    <a:pt x="8234974" y="0"/>
                  </a:move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6" y="2085256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29" y="2085228"/>
                  </a:lnTo>
                  <a:lnTo>
                    <a:pt x="3838415" y="2085029"/>
                  </a:lnTo>
                  <a:lnTo>
                    <a:pt x="3817434" y="2084480"/>
                  </a:lnTo>
                  <a:lnTo>
                    <a:pt x="3780505" y="2083401"/>
                  </a:lnTo>
                  <a:lnTo>
                    <a:pt x="3726632" y="2081637"/>
                  </a:lnTo>
                  <a:lnTo>
                    <a:pt x="3657231" y="2079077"/>
                  </a:lnTo>
                  <a:lnTo>
                    <a:pt x="3575653" y="2075658"/>
                  </a:lnTo>
                  <a:lnTo>
                    <a:pt x="3486320" y="2071365"/>
                  </a:lnTo>
                  <a:lnTo>
                    <a:pt x="3393781" y="2066213"/>
                  </a:lnTo>
                  <a:lnTo>
                    <a:pt x="3301952" y="2060223"/>
                  </a:lnTo>
                  <a:lnTo>
                    <a:pt x="3213724" y="2053399"/>
                  </a:lnTo>
                  <a:lnTo>
                    <a:pt x="3130884" y="2045722"/>
                  </a:lnTo>
                  <a:lnTo>
                    <a:pt x="3054254" y="2037131"/>
                  </a:lnTo>
                  <a:lnTo>
                    <a:pt x="2983918" y="2027529"/>
                  </a:lnTo>
                  <a:lnTo>
                    <a:pt x="2919451" y="2016779"/>
                  </a:lnTo>
                  <a:lnTo>
                    <a:pt x="2860120" y="2004714"/>
                  </a:lnTo>
                  <a:lnTo>
                    <a:pt x="2805024" y="1991141"/>
                  </a:lnTo>
                  <a:lnTo>
                    <a:pt x="2753206" y="1975864"/>
                  </a:lnTo>
                  <a:lnTo>
                    <a:pt x="2703738" y="1958715"/>
                  </a:lnTo>
                  <a:lnTo>
                    <a:pt x="2667772" y="1944606"/>
                  </a:lnTo>
                  <a:lnTo>
                    <a:pt x="2618783" y="1923218"/>
                  </a:lnTo>
                  <a:lnTo>
                    <a:pt x="2570270" y="1899667"/>
                  </a:lnTo>
                  <a:lnTo>
                    <a:pt x="2521740" y="1873921"/>
                  </a:lnTo>
                  <a:lnTo>
                    <a:pt x="2472854" y="1846019"/>
                  </a:lnTo>
                  <a:lnTo>
                    <a:pt x="2423410" y="1816085"/>
                  </a:lnTo>
                  <a:lnTo>
                    <a:pt x="2373324" y="1784326"/>
                  </a:lnTo>
                  <a:lnTo>
                    <a:pt x="2322619" y="1751037"/>
                  </a:lnTo>
                  <a:lnTo>
                    <a:pt x="2271402" y="1716590"/>
                  </a:lnTo>
                  <a:lnTo>
                    <a:pt x="2219850" y="1681418"/>
                  </a:lnTo>
                  <a:lnTo>
                    <a:pt x="2168180" y="1645997"/>
                  </a:lnTo>
                  <a:lnTo>
                    <a:pt x="2116622" y="1610814"/>
                  </a:lnTo>
                  <a:lnTo>
                    <a:pt x="2065396" y="1576345"/>
                  </a:lnTo>
                  <a:lnTo>
                    <a:pt x="2014678" y="1543025"/>
                  </a:lnTo>
                  <a:lnTo>
                    <a:pt x="1964578" y="1511228"/>
                  </a:lnTo>
                  <a:lnTo>
                    <a:pt x="1915119" y="1481249"/>
                  </a:lnTo>
                  <a:lnTo>
                    <a:pt x="1866222" y="1453300"/>
                  </a:lnTo>
                  <a:lnTo>
                    <a:pt x="1817687" y="1427504"/>
                  </a:lnTo>
                  <a:lnTo>
                    <a:pt x="1769179" y="1403903"/>
                  </a:lnTo>
                  <a:lnTo>
                    <a:pt x="1720207" y="1382467"/>
                  </a:lnTo>
                  <a:lnTo>
                    <a:pt x="1719082" y="1382004"/>
                  </a:lnTo>
                  <a:lnTo>
                    <a:pt x="1670836" y="1363394"/>
                  </a:lnTo>
                  <a:lnTo>
                    <a:pt x="1620859" y="1346728"/>
                  </a:lnTo>
                  <a:lnTo>
                    <a:pt x="1568305" y="1331898"/>
                  </a:lnTo>
                  <a:lnTo>
                    <a:pt x="1512232" y="1318723"/>
                  </a:lnTo>
                  <a:lnTo>
                    <a:pt x="1451689" y="1307007"/>
                  </a:lnTo>
                  <a:lnTo>
                    <a:pt x="1385804" y="1296561"/>
                  </a:lnTo>
                  <a:lnTo>
                    <a:pt x="1313907" y="1287225"/>
                  </a:lnTo>
                  <a:lnTo>
                    <a:pt x="1235681" y="1278872"/>
                  </a:lnTo>
                  <a:lnTo>
                    <a:pt x="1151373" y="1271413"/>
                  </a:lnTo>
                  <a:lnTo>
                    <a:pt x="1062028" y="1264800"/>
                  </a:lnTo>
                  <a:lnTo>
                    <a:pt x="969704" y="1259019"/>
                  </a:lnTo>
                  <a:lnTo>
                    <a:pt x="877568" y="1254082"/>
                  </a:lnTo>
                  <a:lnTo>
                    <a:pt x="789749" y="1250008"/>
                  </a:lnTo>
                  <a:lnTo>
                    <a:pt x="710845" y="1246808"/>
                  </a:lnTo>
                  <a:lnTo>
                    <a:pt x="645102" y="1244456"/>
                  </a:lnTo>
                  <a:lnTo>
                    <a:pt x="595452" y="1242878"/>
                  </a:lnTo>
                  <a:lnTo>
                    <a:pt x="562729" y="1241948"/>
                  </a:lnTo>
                  <a:lnTo>
                    <a:pt x="545319" y="1241504"/>
                  </a:lnTo>
                  <a:lnTo>
                    <a:pt x="539285" y="1241365"/>
                  </a:lnTo>
                  <a:lnTo>
                    <a:pt x="538736" y="1241353"/>
                  </a:lnTo>
                  <a:lnTo>
                    <a:pt x="0" y="12413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3" name="pg1283"/>
            <p:cNvSpPr/>
            <p:nvPr/>
          </p:nvSpPr>
          <p:spPr>
            <a:xfrm>
              <a:off x="546595" y="543564"/>
              <a:ext cx="8234974" cy="3598837"/>
            </a:xfrm>
            <a:custGeom>
              <a:avLst/>
              <a:pathLst>
                <a:path w="8234974" h="3598837">
                  <a:moveTo>
                    <a:pt x="0" y="3598837"/>
                  </a:moveTo>
                  <a:lnTo>
                    <a:pt x="538736" y="3598837"/>
                  </a:lnTo>
                  <a:lnTo>
                    <a:pt x="539695" y="3598749"/>
                  </a:lnTo>
                  <a:lnTo>
                    <a:pt x="545997" y="3598125"/>
                  </a:lnTo>
                  <a:lnTo>
                    <a:pt x="561869" y="3596401"/>
                  </a:lnTo>
                  <a:lnTo>
                    <a:pt x="590208" y="3593006"/>
                  </a:lnTo>
                  <a:lnTo>
                    <a:pt x="632361" y="3587421"/>
                  </a:lnTo>
                  <a:lnTo>
                    <a:pt x="688025" y="3579222"/>
                  </a:lnTo>
                  <a:lnTo>
                    <a:pt x="755398" y="3568132"/>
                  </a:lnTo>
                  <a:lnTo>
                    <a:pt x="831603" y="3554017"/>
                  </a:lnTo>
                  <a:lnTo>
                    <a:pt x="913258" y="3536866"/>
                  </a:lnTo>
                  <a:lnTo>
                    <a:pt x="997042" y="3516732"/>
                  </a:lnTo>
                  <a:lnTo>
                    <a:pt x="1080111" y="3493681"/>
                  </a:lnTo>
                  <a:lnTo>
                    <a:pt x="1160324" y="3467734"/>
                  </a:lnTo>
                  <a:lnTo>
                    <a:pt x="1236282" y="3438833"/>
                  </a:lnTo>
                  <a:lnTo>
                    <a:pt x="1307253" y="3406816"/>
                  </a:lnTo>
                  <a:lnTo>
                    <a:pt x="1373038" y="3371411"/>
                  </a:lnTo>
                  <a:lnTo>
                    <a:pt x="1433828" y="3332236"/>
                  </a:lnTo>
                  <a:lnTo>
                    <a:pt x="1490072" y="3288807"/>
                  </a:lnTo>
                  <a:lnTo>
                    <a:pt x="1542380" y="3240554"/>
                  </a:lnTo>
                  <a:lnTo>
                    <a:pt x="1591440" y="3186859"/>
                  </a:lnTo>
                  <a:lnTo>
                    <a:pt x="1637961" y="3127110"/>
                  </a:lnTo>
                  <a:lnTo>
                    <a:pt x="1682623" y="3060800"/>
                  </a:lnTo>
                  <a:lnTo>
                    <a:pt x="1719082" y="2999938"/>
                  </a:lnTo>
                  <a:lnTo>
                    <a:pt x="1751219" y="2941380"/>
                  </a:lnTo>
                  <a:lnTo>
                    <a:pt x="1783064" y="2878922"/>
                  </a:lnTo>
                  <a:lnTo>
                    <a:pt x="1814782" y="2812484"/>
                  </a:lnTo>
                  <a:lnTo>
                    <a:pt x="1846505" y="2742037"/>
                  </a:lnTo>
                  <a:lnTo>
                    <a:pt x="1878334" y="2667611"/>
                  </a:lnTo>
                  <a:lnTo>
                    <a:pt x="1910347" y="2589294"/>
                  </a:lnTo>
                  <a:lnTo>
                    <a:pt x="1942597" y="2507242"/>
                  </a:lnTo>
                  <a:lnTo>
                    <a:pt x="1975115" y="2421678"/>
                  </a:lnTo>
                  <a:lnTo>
                    <a:pt x="2007911" y="2332893"/>
                  </a:lnTo>
                  <a:lnTo>
                    <a:pt x="2040977" y="2241245"/>
                  </a:lnTo>
                  <a:lnTo>
                    <a:pt x="2074288" y="2147153"/>
                  </a:lnTo>
                  <a:lnTo>
                    <a:pt x="2107807" y="2051093"/>
                  </a:lnTo>
                  <a:lnTo>
                    <a:pt x="2141483" y="1953586"/>
                  </a:lnTo>
                  <a:lnTo>
                    <a:pt x="2175258" y="1855186"/>
                  </a:lnTo>
                  <a:lnTo>
                    <a:pt x="2209068" y="1756472"/>
                  </a:lnTo>
                  <a:lnTo>
                    <a:pt x="2242848" y="1658029"/>
                  </a:lnTo>
                  <a:lnTo>
                    <a:pt x="2276534" y="1560435"/>
                  </a:lnTo>
                  <a:lnTo>
                    <a:pt x="2310066" y="1464248"/>
                  </a:lnTo>
                  <a:lnTo>
                    <a:pt x="2343395" y="1369993"/>
                  </a:lnTo>
                  <a:lnTo>
                    <a:pt x="2376481" y="1278147"/>
                  </a:lnTo>
                  <a:lnTo>
                    <a:pt x="2409297" y="1189134"/>
                  </a:lnTo>
                  <a:lnTo>
                    <a:pt x="2441835" y="1103319"/>
                  </a:lnTo>
                  <a:lnTo>
                    <a:pt x="2474105" y="1020995"/>
                  </a:lnTo>
                  <a:lnTo>
                    <a:pt x="2506134" y="942393"/>
                  </a:lnTo>
                  <a:lnTo>
                    <a:pt x="2537975" y="867671"/>
                  </a:lnTo>
                  <a:lnTo>
                    <a:pt x="2569702" y="796926"/>
                  </a:lnTo>
                  <a:lnTo>
                    <a:pt x="2601416" y="730188"/>
                  </a:lnTo>
                  <a:lnTo>
                    <a:pt x="2633247" y="667435"/>
                  </a:lnTo>
                  <a:lnTo>
                    <a:pt x="2665355" y="608589"/>
                  </a:lnTo>
                  <a:lnTo>
                    <a:pt x="2667772" y="604343"/>
                  </a:lnTo>
                  <a:lnTo>
                    <a:pt x="2711338" y="532324"/>
                  </a:lnTo>
                  <a:lnTo>
                    <a:pt x="2756257" y="467097"/>
                  </a:lnTo>
                  <a:lnTo>
                    <a:pt x="2803140" y="408364"/>
                  </a:lnTo>
                  <a:lnTo>
                    <a:pt x="2852676" y="355590"/>
                  </a:lnTo>
                  <a:lnTo>
                    <a:pt x="2905573" y="308156"/>
                  </a:lnTo>
                  <a:lnTo>
                    <a:pt x="2962513" y="265450"/>
                  </a:lnTo>
                  <a:lnTo>
                    <a:pt x="3024084" y="226913"/>
                  </a:lnTo>
                  <a:lnTo>
                    <a:pt x="3090701" y="192078"/>
                  </a:lnTo>
                  <a:lnTo>
                    <a:pt x="3162502" y="160579"/>
                  </a:lnTo>
                  <a:lnTo>
                    <a:pt x="3239212" y="132163"/>
                  </a:lnTo>
                  <a:lnTo>
                    <a:pt x="3320000" y="106685"/>
                  </a:lnTo>
                  <a:lnTo>
                    <a:pt x="3403349" y="84101"/>
                  </a:lnTo>
                  <a:lnTo>
                    <a:pt x="3486998" y="64444"/>
                  </a:lnTo>
                  <a:lnTo>
                    <a:pt x="3568006" y="47780"/>
                  </a:lnTo>
                  <a:lnTo>
                    <a:pt x="3643009" y="34156"/>
                  </a:lnTo>
                  <a:lnTo>
                    <a:pt x="3708666" y="23545"/>
                  </a:lnTo>
                  <a:lnTo>
                    <a:pt x="3762237" y="15792"/>
                  </a:lnTo>
                  <a:lnTo>
                    <a:pt x="3802139" y="10591"/>
                  </a:lnTo>
                  <a:lnTo>
                    <a:pt x="3828332" y="7504"/>
                  </a:lnTo>
                  <a:lnTo>
                    <a:pt x="3842426" y="5995"/>
                  </a:lnTo>
                  <a:lnTo>
                    <a:pt x="3847548" y="549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79" y="5510"/>
                  </a:lnTo>
                  <a:lnTo>
                    <a:pt x="4396077" y="5980"/>
                  </a:lnTo>
                  <a:lnTo>
                    <a:pt x="4416059" y="7282"/>
                  </a:lnTo>
                  <a:lnTo>
                    <a:pt x="4451326" y="9836"/>
                  </a:lnTo>
                  <a:lnTo>
                    <a:pt x="4502964" y="14017"/>
                  </a:lnTo>
                  <a:lnTo>
                    <a:pt x="4569802" y="20101"/>
                  </a:lnTo>
                  <a:lnTo>
                    <a:pt x="4648803" y="28244"/>
                  </a:lnTo>
                  <a:lnTo>
                    <a:pt x="4735836" y="38494"/>
                  </a:lnTo>
                  <a:lnTo>
                    <a:pt x="4826556" y="50821"/>
                  </a:lnTo>
                  <a:lnTo>
                    <a:pt x="4917123" y="65176"/>
                  </a:lnTo>
                  <a:lnTo>
                    <a:pt x="5004621" y="81536"/>
                  </a:lnTo>
                  <a:lnTo>
                    <a:pt x="5087170" y="99938"/>
                  </a:lnTo>
                  <a:lnTo>
                    <a:pt x="5163823" y="120504"/>
                  </a:lnTo>
                  <a:lnTo>
                    <a:pt x="5234366" y="143444"/>
                  </a:lnTo>
                  <a:lnTo>
                    <a:pt x="5299108" y="169061"/>
                  </a:lnTo>
                  <a:lnTo>
                    <a:pt x="5358686" y="197734"/>
                  </a:lnTo>
                  <a:lnTo>
                    <a:pt x="5413922" y="229908"/>
                  </a:lnTo>
                  <a:lnTo>
                    <a:pt x="5465719" y="266052"/>
                  </a:lnTo>
                  <a:lnTo>
                    <a:pt x="5514973" y="306595"/>
                  </a:lnTo>
                  <a:lnTo>
                    <a:pt x="5562496" y="351813"/>
                  </a:lnTo>
                  <a:lnTo>
                    <a:pt x="5567201" y="356616"/>
                  </a:lnTo>
                  <a:lnTo>
                    <a:pt x="5606774" y="399276"/>
                  </a:lnTo>
                  <a:lnTo>
                    <a:pt x="5645966" y="445431"/>
                  </a:lnTo>
                  <a:lnTo>
                    <a:pt x="5685060" y="495149"/>
                  </a:lnTo>
                  <a:lnTo>
                    <a:pt x="5724273" y="548425"/>
                  </a:lnTo>
                  <a:lnTo>
                    <a:pt x="5763757" y="605174"/>
                  </a:lnTo>
                  <a:lnTo>
                    <a:pt x="5803609" y="665221"/>
                  </a:lnTo>
                  <a:lnTo>
                    <a:pt x="5843877" y="728299"/>
                  </a:lnTo>
                  <a:lnTo>
                    <a:pt x="5884561" y="794052"/>
                  </a:lnTo>
                  <a:lnTo>
                    <a:pt x="5925625" y="862034"/>
                  </a:lnTo>
                  <a:lnTo>
                    <a:pt x="5966997" y="931726"/>
                  </a:lnTo>
                  <a:lnTo>
                    <a:pt x="6008578" y="1002547"/>
                  </a:lnTo>
                  <a:lnTo>
                    <a:pt x="6050257" y="1073875"/>
                  </a:lnTo>
                  <a:lnTo>
                    <a:pt x="6091909" y="1145069"/>
                  </a:lnTo>
                  <a:lnTo>
                    <a:pt x="6133416" y="1215492"/>
                  </a:lnTo>
                  <a:lnTo>
                    <a:pt x="6174670" y="1284537"/>
                  </a:lnTo>
                  <a:lnTo>
                    <a:pt x="6215582" y="1351647"/>
                  </a:lnTo>
                  <a:lnTo>
                    <a:pt x="6256095" y="1416331"/>
                  </a:lnTo>
                  <a:lnTo>
                    <a:pt x="6296186" y="1478181"/>
                  </a:lnTo>
                  <a:lnTo>
                    <a:pt x="6335876" y="1536877"/>
                  </a:lnTo>
                  <a:lnTo>
                    <a:pt x="6375232" y="1592190"/>
                  </a:lnTo>
                  <a:lnTo>
                    <a:pt x="6414373" y="1643985"/>
                  </a:lnTo>
                  <a:lnTo>
                    <a:pt x="6453478" y="1692210"/>
                  </a:lnTo>
                  <a:lnTo>
                    <a:pt x="6492790" y="1736892"/>
                  </a:lnTo>
                  <a:lnTo>
                    <a:pt x="6515891" y="1761306"/>
                  </a:lnTo>
                  <a:lnTo>
                    <a:pt x="6563280" y="1806999"/>
                  </a:lnTo>
                  <a:lnTo>
                    <a:pt x="6612325" y="1848003"/>
                  </a:lnTo>
                  <a:lnTo>
                    <a:pt x="6663827" y="1884570"/>
                  </a:lnTo>
                  <a:lnTo>
                    <a:pt x="6718676" y="1917122"/>
                  </a:lnTo>
                  <a:lnTo>
                    <a:pt x="6777778" y="1946127"/>
                  </a:lnTo>
                  <a:lnTo>
                    <a:pt x="6841969" y="1972032"/>
                  </a:lnTo>
                  <a:lnTo>
                    <a:pt x="6911909" y="1995226"/>
                  </a:lnTo>
                  <a:lnTo>
                    <a:pt x="6987947" y="2016019"/>
                  </a:lnTo>
                  <a:lnTo>
                    <a:pt x="7069932" y="2034632"/>
                  </a:lnTo>
                  <a:lnTo>
                    <a:pt x="7157002" y="2051194"/>
                  </a:lnTo>
                  <a:lnTo>
                    <a:pt x="7247375" y="2065751"/>
                  </a:lnTo>
                  <a:lnTo>
                    <a:pt x="7338240" y="2078284"/>
                  </a:lnTo>
                  <a:lnTo>
                    <a:pt x="7425836" y="2088744"/>
                  </a:lnTo>
                  <a:lnTo>
                    <a:pt x="7505841" y="2097099"/>
                  </a:lnTo>
                  <a:lnTo>
                    <a:pt x="7574063" y="2103384"/>
                  </a:lnTo>
                  <a:lnTo>
                    <a:pt x="7627317" y="2107746"/>
                  </a:lnTo>
                  <a:lnTo>
                    <a:pt x="7664218" y="2110448"/>
                  </a:lnTo>
                  <a:lnTo>
                    <a:pt x="7685620" y="2111856"/>
                  </a:lnTo>
                  <a:lnTo>
                    <a:pt x="7694616" y="2112391"/>
                  </a:lnTo>
                  <a:lnTo>
                    <a:pt x="7696237" y="2112479"/>
                  </a:lnTo>
                  <a:lnTo>
                    <a:pt x="8234974" y="2112479"/>
                  </a:lnTo>
                  <a:lnTo>
                    <a:pt x="8234974" y="2107034"/>
                  </a:ln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59" y="87"/>
                  </a:lnTo>
                  <a:lnTo>
                    <a:pt x="3840858" y="711"/>
                  </a:lnTo>
                  <a:lnTo>
                    <a:pt x="3824986" y="2436"/>
                  </a:lnTo>
                  <a:lnTo>
                    <a:pt x="3796647" y="5830"/>
                  </a:lnTo>
                  <a:lnTo>
                    <a:pt x="3754494" y="11416"/>
                  </a:lnTo>
                  <a:lnTo>
                    <a:pt x="3698830" y="19614"/>
                  </a:lnTo>
                  <a:lnTo>
                    <a:pt x="3631457" y="30704"/>
                  </a:lnTo>
                  <a:lnTo>
                    <a:pt x="3555252" y="44819"/>
                  </a:lnTo>
                  <a:lnTo>
                    <a:pt x="3473596" y="61970"/>
                  </a:lnTo>
                  <a:lnTo>
                    <a:pt x="3389813" y="82104"/>
                  </a:lnTo>
                  <a:lnTo>
                    <a:pt x="3306743" y="105155"/>
                  </a:lnTo>
                  <a:lnTo>
                    <a:pt x="3226530" y="131102"/>
                  </a:lnTo>
                  <a:lnTo>
                    <a:pt x="3150572" y="160003"/>
                  </a:lnTo>
                  <a:lnTo>
                    <a:pt x="3079602" y="192020"/>
                  </a:lnTo>
                  <a:lnTo>
                    <a:pt x="3013816" y="227425"/>
                  </a:lnTo>
                  <a:lnTo>
                    <a:pt x="2953027" y="266600"/>
                  </a:lnTo>
                  <a:lnTo>
                    <a:pt x="2896782" y="310029"/>
                  </a:lnTo>
                  <a:lnTo>
                    <a:pt x="2844475" y="358282"/>
                  </a:lnTo>
                  <a:lnTo>
                    <a:pt x="2795415" y="411977"/>
                  </a:lnTo>
                  <a:lnTo>
                    <a:pt x="2748894" y="471726"/>
                  </a:lnTo>
                  <a:lnTo>
                    <a:pt x="2704232" y="538037"/>
                  </a:lnTo>
                  <a:lnTo>
                    <a:pt x="2667772" y="598898"/>
                  </a:lnTo>
                  <a:lnTo>
                    <a:pt x="2635636" y="657456"/>
                  </a:lnTo>
                  <a:lnTo>
                    <a:pt x="2603791" y="719914"/>
                  </a:lnTo>
                  <a:lnTo>
                    <a:pt x="2572072" y="786352"/>
                  </a:lnTo>
                  <a:lnTo>
                    <a:pt x="2540350" y="856799"/>
                  </a:lnTo>
                  <a:lnTo>
                    <a:pt x="2508521" y="931225"/>
                  </a:lnTo>
                  <a:lnTo>
                    <a:pt x="2476507" y="1009542"/>
                  </a:lnTo>
                  <a:lnTo>
                    <a:pt x="2444257" y="1091594"/>
                  </a:lnTo>
                  <a:lnTo>
                    <a:pt x="2411740" y="1177158"/>
                  </a:lnTo>
                  <a:lnTo>
                    <a:pt x="2378944" y="1265943"/>
                  </a:lnTo>
                  <a:lnTo>
                    <a:pt x="2345878" y="1357591"/>
                  </a:lnTo>
                  <a:lnTo>
                    <a:pt x="2312566" y="1451683"/>
                  </a:lnTo>
                  <a:lnTo>
                    <a:pt x="2279047" y="1547743"/>
                  </a:lnTo>
                  <a:lnTo>
                    <a:pt x="2245371" y="1645251"/>
                  </a:lnTo>
                  <a:lnTo>
                    <a:pt x="2211596" y="1743650"/>
                  </a:lnTo>
                  <a:lnTo>
                    <a:pt x="2177786" y="1842364"/>
                  </a:lnTo>
                  <a:lnTo>
                    <a:pt x="2144006" y="1940807"/>
                  </a:lnTo>
                  <a:lnTo>
                    <a:pt x="2110321" y="2038401"/>
                  </a:lnTo>
                  <a:lnTo>
                    <a:pt x="2076788" y="2134588"/>
                  </a:lnTo>
                  <a:lnTo>
                    <a:pt x="2043459" y="2228844"/>
                  </a:lnTo>
                  <a:lnTo>
                    <a:pt x="2010374" y="2320690"/>
                  </a:lnTo>
                  <a:lnTo>
                    <a:pt x="1977557" y="2409702"/>
                  </a:lnTo>
                  <a:lnTo>
                    <a:pt x="1945019" y="2495518"/>
                  </a:lnTo>
                  <a:lnTo>
                    <a:pt x="1912750" y="2577841"/>
                  </a:lnTo>
                  <a:lnTo>
                    <a:pt x="1880721" y="2656443"/>
                  </a:lnTo>
                  <a:lnTo>
                    <a:pt x="1848880" y="2731165"/>
                  </a:lnTo>
                  <a:lnTo>
                    <a:pt x="1817153" y="2801910"/>
                  </a:lnTo>
                  <a:lnTo>
                    <a:pt x="1785438" y="2868648"/>
                  </a:lnTo>
                  <a:lnTo>
                    <a:pt x="1753608" y="2931401"/>
                  </a:lnTo>
                  <a:lnTo>
                    <a:pt x="1721500" y="2990247"/>
                  </a:lnTo>
                  <a:lnTo>
                    <a:pt x="1719082" y="2994493"/>
                  </a:lnTo>
                  <a:lnTo>
                    <a:pt x="1675517" y="3066513"/>
                  </a:lnTo>
                  <a:lnTo>
                    <a:pt x="1630598" y="3131739"/>
                  </a:lnTo>
                  <a:lnTo>
                    <a:pt x="1583714" y="3190472"/>
                  </a:lnTo>
                  <a:lnTo>
                    <a:pt x="1534179" y="3243246"/>
                  </a:lnTo>
                  <a:lnTo>
                    <a:pt x="1481281" y="3290680"/>
                  </a:lnTo>
                  <a:lnTo>
                    <a:pt x="1424341" y="3333387"/>
                  </a:lnTo>
                  <a:lnTo>
                    <a:pt x="1362771" y="3371923"/>
                  </a:lnTo>
                  <a:lnTo>
                    <a:pt x="1296153" y="3406758"/>
                  </a:lnTo>
                  <a:lnTo>
                    <a:pt x="1224352" y="3438257"/>
                  </a:lnTo>
                  <a:lnTo>
                    <a:pt x="1147642" y="3466673"/>
                  </a:lnTo>
                  <a:lnTo>
                    <a:pt x="1066855" y="3492151"/>
                  </a:lnTo>
                  <a:lnTo>
                    <a:pt x="983505" y="3514735"/>
                  </a:lnTo>
                  <a:lnTo>
                    <a:pt x="899857" y="3534392"/>
                  </a:lnTo>
                  <a:lnTo>
                    <a:pt x="818848" y="3551057"/>
                  </a:lnTo>
                  <a:lnTo>
                    <a:pt x="743846" y="3564680"/>
                  </a:lnTo>
                  <a:lnTo>
                    <a:pt x="678188" y="3575291"/>
                  </a:lnTo>
                  <a:lnTo>
                    <a:pt x="624618" y="3583045"/>
                  </a:lnTo>
                  <a:lnTo>
                    <a:pt x="584716" y="3588245"/>
                  </a:lnTo>
                  <a:lnTo>
                    <a:pt x="558523" y="3591333"/>
                  </a:lnTo>
                  <a:lnTo>
                    <a:pt x="544428" y="3592841"/>
                  </a:lnTo>
                  <a:lnTo>
                    <a:pt x="539307" y="3593341"/>
                  </a:lnTo>
                  <a:lnTo>
                    <a:pt x="538736" y="3593392"/>
                  </a:lnTo>
                  <a:lnTo>
                    <a:pt x="0" y="3593392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84" name="pl1284"/>
            <p:cNvSpPr/>
            <p:nvPr/>
          </p:nvSpPr>
          <p:spPr>
            <a:xfrm>
              <a:off x="546595" y="549009"/>
              <a:ext cx="8234974" cy="3593392"/>
            </a:xfrm>
            <a:custGeom>
              <a:avLst/>
              <a:pathLst>
                <a:path w="8234974" h="3593392">
                  <a:moveTo>
                    <a:pt x="0" y="3593392"/>
                  </a:moveTo>
                  <a:lnTo>
                    <a:pt x="538736" y="3593392"/>
                  </a:lnTo>
                  <a:lnTo>
                    <a:pt x="539695" y="3593305"/>
                  </a:lnTo>
                  <a:lnTo>
                    <a:pt x="545997" y="3592681"/>
                  </a:lnTo>
                  <a:lnTo>
                    <a:pt x="561869" y="3590956"/>
                  </a:lnTo>
                  <a:lnTo>
                    <a:pt x="590208" y="3587562"/>
                  </a:lnTo>
                  <a:lnTo>
                    <a:pt x="632361" y="3581976"/>
                  </a:lnTo>
                  <a:lnTo>
                    <a:pt x="688025" y="3573778"/>
                  </a:lnTo>
                  <a:lnTo>
                    <a:pt x="755398" y="3562688"/>
                  </a:lnTo>
                  <a:lnTo>
                    <a:pt x="831603" y="3548573"/>
                  </a:lnTo>
                  <a:lnTo>
                    <a:pt x="913258" y="3531421"/>
                  </a:lnTo>
                  <a:lnTo>
                    <a:pt x="997042" y="3511288"/>
                  </a:lnTo>
                  <a:lnTo>
                    <a:pt x="1080111" y="3488237"/>
                  </a:lnTo>
                  <a:lnTo>
                    <a:pt x="1160324" y="3462290"/>
                  </a:lnTo>
                  <a:lnTo>
                    <a:pt x="1236282" y="3433388"/>
                  </a:lnTo>
                  <a:lnTo>
                    <a:pt x="1307253" y="3401371"/>
                  </a:lnTo>
                  <a:lnTo>
                    <a:pt x="1373038" y="3365967"/>
                  </a:lnTo>
                  <a:lnTo>
                    <a:pt x="1433828" y="3326792"/>
                  </a:lnTo>
                  <a:lnTo>
                    <a:pt x="1490072" y="3283362"/>
                  </a:lnTo>
                  <a:lnTo>
                    <a:pt x="1542380" y="3235109"/>
                  </a:lnTo>
                  <a:lnTo>
                    <a:pt x="1591440" y="3181414"/>
                  </a:lnTo>
                  <a:lnTo>
                    <a:pt x="1637961" y="3121666"/>
                  </a:lnTo>
                  <a:lnTo>
                    <a:pt x="1682623" y="3055355"/>
                  </a:lnTo>
                  <a:lnTo>
                    <a:pt x="1719082" y="2994493"/>
                  </a:lnTo>
                  <a:lnTo>
                    <a:pt x="1751219" y="2935935"/>
                  </a:lnTo>
                  <a:lnTo>
                    <a:pt x="1783064" y="2873477"/>
                  </a:lnTo>
                  <a:lnTo>
                    <a:pt x="1814782" y="2807039"/>
                  </a:lnTo>
                  <a:lnTo>
                    <a:pt x="1846505" y="2736593"/>
                  </a:lnTo>
                  <a:lnTo>
                    <a:pt x="1878334" y="2662166"/>
                  </a:lnTo>
                  <a:lnTo>
                    <a:pt x="1910347" y="2583849"/>
                  </a:lnTo>
                  <a:lnTo>
                    <a:pt x="1942597" y="2501797"/>
                  </a:lnTo>
                  <a:lnTo>
                    <a:pt x="1975115" y="2416233"/>
                  </a:lnTo>
                  <a:lnTo>
                    <a:pt x="2007911" y="2327448"/>
                  </a:lnTo>
                  <a:lnTo>
                    <a:pt x="2040977" y="2235800"/>
                  </a:lnTo>
                  <a:lnTo>
                    <a:pt x="2074288" y="2141709"/>
                  </a:lnTo>
                  <a:lnTo>
                    <a:pt x="2107807" y="2045649"/>
                  </a:lnTo>
                  <a:lnTo>
                    <a:pt x="2141483" y="1948141"/>
                  </a:lnTo>
                  <a:lnTo>
                    <a:pt x="2175258" y="1849742"/>
                  </a:lnTo>
                  <a:lnTo>
                    <a:pt x="2209068" y="1751028"/>
                  </a:lnTo>
                  <a:lnTo>
                    <a:pt x="2242848" y="1652584"/>
                  </a:lnTo>
                  <a:lnTo>
                    <a:pt x="2276534" y="1554991"/>
                  </a:lnTo>
                  <a:lnTo>
                    <a:pt x="2310066" y="1458804"/>
                  </a:lnTo>
                  <a:lnTo>
                    <a:pt x="2343395" y="1364548"/>
                  </a:lnTo>
                  <a:lnTo>
                    <a:pt x="2376481" y="1272702"/>
                  </a:lnTo>
                  <a:lnTo>
                    <a:pt x="2409297" y="1183690"/>
                  </a:lnTo>
                  <a:lnTo>
                    <a:pt x="2441835" y="1097874"/>
                  </a:lnTo>
                  <a:lnTo>
                    <a:pt x="2474105" y="1015551"/>
                  </a:lnTo>
                  <a:lnTo>
                    <a:pt x="2506134" y="936948"/>
                  </a:lnTo>
                  <a:lnTo>
                    <a:pt x="2537975" y="862227"/>
                  </a:lnTo>
                  <a:lnTo>
                    <a:pt x="2569702" y="791481"/>
                  </a:lnTo>
                  <a:lnTo>
                    <a:pt x="2601416" y="724744"/>
                  </a:lnTo>
                  <a:lnTo>
                    <a:pt x="2633247" y="661990"/>
                  </a:lnTo>
                  <a:lnTo>
                    <a:pt x="2665355" y="603144"/>
                  </a:lnTo>
                  <a:lnTo>
                    <a:pt x="2667772" y="598898"/>
                  </a:lnTo>
                  <a:lnTo>
                    <a:pt x="2711338" y="526879"/>
                  </a:lnTo>
                  <a:lnTo>
                    <a:pt x="2756257" y="461653"/>
                  </a:lnTo>
                  <a:lnTo>
                    <a:pt x="2803140" y="402919"/>
                  </a:lnTo>
                  <a:lnTo>
                    <a:pt x="2852676" y="350145"/>
                  </a:lnTo>
                  <a:lnTo>
                    <a:pt x="2905573" y="302712"/>
                  </a:lnTo>
                  <a:lnTo>
                    <a:pt x="2962513" y="260005"/>
                  </a:lnTo>
                  <a:lnTo>
                    <a:pt x="3024084" y="221469"/>
                  </a:lnTo>
                  <a:lnTo>
                    <a:pt x="3090701" y="186634"/>
                  </a:lnTo>
                  <a:lnTo>
                    <a:pt x="3162502" y="155135"/>
                  </a:lnTo>
                  <a:lnTo>
                    <a:pt x="3239212" y="126718"/>
                  </a:lnTo>
                  <a:lnTo>
                    <a:pt x="3320000" y="101240"/>
                  </a:lnTo>
                  <a:lnTo>
                    <a:pt x="3403349" y="78657"/>
                  </a:lnTo>
                  <a:lnTo>
                    <a:pt x="3486998" y="58999"/>
                  </a:lnTo>
                  <a:lnTo>
                    <a:pt x="3568006" y="42335"/>
                  </a:lnTo>
                  <a:lnTo>
                    <a:pt x="3643009" y="28712"/>
                  </a:lnTo>
                  <a:lnTo>
                    <a:pt x="3708666" y="18101"/>
                  </a:lnTo>
                  <a:lnTo>
                    <a:pt x="3762237" y="10347"/>
                  </a:lnTo>
                  <a:lnTo>
                    <a:pt x="3802139" y="5146"/>
                  </a:lnTo>
                  <a:lnTo>
                    <a:pt x="3828332" y="2059"/>
                  </a:lnTo>
                  <a:lnTo>
                    <a:pt x="3842426" y="551"/>
                  </a:lnTo>
                  <a:lnTo>
                    <a:pt x="3847548" y="5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79" y="65"/>
                  </a:lnTo>
                  <a:lnTo>
                    <a:pt x="4396077" y="536"/>
                  </a:lnTo>
                  <a:lnTo>
                    <a:pt x="4416059" y="1837"/>
                  </a:lnTo>
                  <a:lnTo>
                    <a:pt x="4451326" y="4392"/>
                  </a:lnTo>
                  <a:lnTo>
                    <a:pt x="4502964" y="8572"/>
                  </a:lnTo>
                  <a:lnTo>
                    <a:pt x="4569802" y="14656"/>
                  </a:lnTo>
                  <a:lnTo>
                    <a:pt x="4648803" y="22800"/>
                  </a:lnTo>
                  <a:lnTo>
                    <a:pt x="4735836" y="33049"/>
                  </a:lnTo>
                  <a:lnTo>
                    <a:pt x="4826556" y="45376"/>
                  </a:lnTo>
                  <a:lnTo>
                    <a:pt x="4917123" y="59732"/>
                  </a:lnTo>
                  <a:lnTo>
                    <a:pt x="5004621" y="76091"/>
                  </a:lnTo>
                  <a:lnTo>
                    <a:pt x="5087170" y="94494"/>
                  </a:lnTo>
                  <a:lnTo>
                    <a:pt x="5163823" y="115060"/>
                  </a:lnTo>
                  <a:lnTo>
                    <a:pt x="5234366" y="138000"/>
                  </a:lnTo>
                  <a:lnTo>
                    <a:pt x="5299108" y="163616"/>
                  </a:lnTo>
                  <a:lnTo>
                    <a:pt x="5358686" y="192290"/>
                  </a:lnTo>
                  <a:lnTo>
                    <a:pt x="5413922" y="224464"/>
                  </a:lnTo>
                  <a:lnTo>
                    <a:pt x="5465719" y="260608"/>
                  </a:lnTo>
                  <a:lnTo>
                    <a:pt x="5514973" y="301150"/>
                  </a:lnTo>
                  <a:lnTo>
                    <a:pt x="5562496" y="346369"/>
                  </a:lnTo>
                  <a:lnTo>
                    <a:pt x="5567201" y="351172"/>
                  </a:lnTo>
                  <a:lnTo>
                    <a:pt x="5606774" y="393832"/>
                  </a:lnTo>
                  <a:lnTo>
                    <a:pt x="5645966" y="439987"/>
                  </a:lnTo>
                  <a:lnTo>
                    <a:pt x="5685060" y="489705"/>
                  </a:lnTo>
                  <a:lnTo>
                    <a:pt x="5724273" y="542981"/>
                  </a:lnTo>
                  <a:lnTo>
                    <a:pt x="5763757" y="599730"/>
                  </a:lnTo>
                  <a:lnTo>
                    <a:pt x="5803609" y="659776"/>
                  </a:lnTo>
                  <a:lnTo>
                    <a:pt x="5843877" y="722855"/>
                  </a:lnTo>
                  <a:lnTo>
                    <a:pt x="5884561" y="788607"/>
                  </a:lnTo>
                  <a:lnTo>
                    <a:pt x="5925625" y="856590"/>
                  </a:lnTo>
                  <a:lnTo>
                    <a:pt x="5966997" y="926282"/>
                  </a:lnTo>
                  <a:lnTo>
                    <a:pt x="6008578" y="997103"/>
                  </a:lnTo>
                  <a:lnTo>
                    <a:pt x="6050257" y="1068431"/>
                  </a:lnTo>
                  <a:lnTo>
                    <a:pt x="6091909" y="1139624"/>
                  </a:lnTo>
                  <a:lnTo>
                    <a:pt x="6133416" y="1210047"/>
                  </a:lnTo>
                  <a:lnTo>
                    <a:pt x="6174670" y="1279093"/>
                  </a:lnTo>
                  <a:lnTo>
                    <a:pt x="6215582" y="1346202"/>
                  </a:lnTo>
                  <a:lnTo>
                    <a:pt x="6256095" y="1410887"/>
                  </a:lnTo>
                  <a:lnTo>
                    <a:pt x="6296186" y="1472737"/>
                  </a:lnTo>
                  <a:lnTo>
                    <a:pt x="6335876" y="1531432"/>
                  </a:lnTo>
                  <a:lnTo>
                    <a:pt x="6375232" y="1586746"/>
                  </a:lnTo>
                  <a:lnTo>
                    <a:pt x="6414373" y="1638541"/>
                  </a:lnTo>
                  <a:lnTo>
                    <a:pt x="6453478" y="1686766"/>
                  </a:lnTo>
                  <a:lnTo>
                    <a:pt x="6492790" y="1731448"/>
                  </a:lnTo>
                  <a:lnTo>
                    <a:pt x="6515891" y="1755862"/>
                  </a:lnTo>
                  <a:lnTo>
                    <a:pt x="6563280" y="1801555"/>
                  </a:lnTo>
                  <a:lnTo>
                    <a:pt x="6612325" y="1842558"/>
                  </a:lnTo>
                  <a:lnTo>
                    <a:pt x="6663827" y="1879126"/>
                  </a:lnTo>
                  <a:lnTo>
                    <a:pt x="6718676" y="1911678"/>
                  </a:lnTo>
                  <a:lnTo>
                    <a:pt x="6777778" y="1940682"/>
                  </a:lnTo>
                  <a:lnTo>
                    <a:pt x="6841969" y="1966587"/>
                  </a:lnTo>
                  <a:lnTo>
                    <a:pt x="6911909" y="1989781"/>
                  </a:lnTo>
                  <a:lnTo>
                    <a:pt x="6987947" y="2010574"/>
                  </a:lnTo>
                  <a:lnTo>
                    <a:pt x="7069932" y="2029187"/>
                  </a:lnTo>
                  <a:lnTo>
                    <a:pt x="7157002" y="2045749"/>
                  </a:lnTo>
                  <a:lnTo>
                    <a:pt x="7247375" y="2060306"/>
                  </a:lnTo>
                  <a:lnTo>
                    <a:pt x="7338240" y="2072839"/>
                  </a:lnTo>
                  <a:lnTo>
                    <a:pt x="7425836" y="2083299"/>
                  </a:lnTo>
                  <a:lnTo>
                    <a:pt x="7505841" y="2091654"/>
                  </a:lnTo>
                  <a:lnTo>
                    <a:pt x="7574063" y="2097940"/>
                  </a:lnTo>
                  <a:lnTo>
                    <a:pt x="7627317" y="2102301"/>
                  </a:lnTo>
                  <a:lnTo>
                    <a:pt x="7664218" y="2105003"/>
                  </a:lnTo>
                  <a:lnTo>
                    <a:pt x="7685620" y="2106412"/>
                  </a:lnTo>
                  <a:lnTo>
                    <a:pt x="7694616" y="2106946"/>
                  </a:lnTo>
                  <a:lnTo>
                    <a:pt x="7696236" y="2107034"/>
                  </a:lnTo>
                  <a:lnTo>
                    <a:pt x="7696237" y="2107034"/>
                  </a:lnTo>
                  <a:lnTo>
                    <a:pt x="8234974" y="2107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5" name="pl1285"/>
            <p:cNvSpPr/>
            <p:nvPr/>
          </p:nvSpPr>
          <p:spPr>
            <a:xfrm>
              <a:off x="546595" y="543564"/>
              <a:ext cx="8234974" cy="3593392"/>
            </a:xfrm>
            <a:custGeom>
              <a:avLst/>
              <a:pathLst>
                <a:path w="8234974" h="3593392">
                  <a:moveTo>
                    <a:pt x="8234974" y="2107034"/>
                  </a:move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59" y="87"/>
                  </a:lnTo>
                  <a:lnTo>
                    <a:pt x="3840858" y="711"/>
                  </a:lnTo>
                  <a:lnTo>
                    <a:pt x="3824986" y="2436"/>
                  </a:lnTo>
                  <a:lnTo>
                    <a:pt x="3796647" y="5830"/>
                  </a:lnTo>
                  <a:lnTo>
                    <a:pt x="3754494" y="11416"/>
                  </a:lnTo>
                  <a:lnTo>
                    <a:pt x="3698830" y="19614"/>
                  </a:lnTo>
                  <a:lnTo>
                    <a:pt x="3631457" y="30704"/>
                  </a:lnTo>
                  <a:lnTo>
                    <a:pt x="3555252" y="44819"/>
                  </a:lnTo>
                  <a:lnTo>
                    <a:pt x="3473596" y="61970"/>
                  </a:lnTo>
                  <a:lnTo>
                    <a:pt x="3389813" y="82104"/>
                  </a:lnTo>
                  <a:lnTo>
                    <a:pt x="3306743" y="105155"/>
                  </a:lnTo>
                  <a:lnTo>
                    <a:pt x="3226530" y="131102"/>
                  </a:lnTo>
                  <a:lnTo>
                    <a:pt x="3150572" y="160003"/>
                  </a:lnTo>
                  <a:lnTo>
                    <a:pt x="3079602" y="192020"/>
                  </a:lnTo>
                  <a:lnTo>
                    <a:pt x="3013816" y="227425"/>
                  </a:lnTo>
                  <a:lnTo>
                    <a:pt x="2953027" y="266600"/>
                  </a:lnTo>
                  <a:lnTo>
                    <a:pt x="2896782" y="310029"/>
                  </a:lnTo>
                  <a:lnTo>
                    <a:pt x="2844475" y="358282"/>
                  </a:lnTo>
                  <a:lnTo>
                    <a:pt x="2795415" y="411977"/>
                  </a:lnTo>
                  <a:lnTo>
                    <a:pt x="2748894" y="471726"/>
                  </a:lnTo>
                  <a:lnTo>
                    <a:pt x="2704232" y="538037"/>
                  </a:lnTo>
                  <a:lnTo>
                    <a:pt x="2667772" y="598898"/>
                  </a:lnTo>
                  <a:lnTo>
                    <a:pt x="2635636" y="657456"/>
                  </a:lnTo>
                  <a:lnTo>
                    <a:pt x="2603791" y="719914"/>
                  </a:lnTo>
                  <a:lnTo>
                    <a:pt x="2572072" y="786352"/>
                  </a:lnTo>
                  <a:lnTo>
                    <a:pt x="2540350" y="856799"/>
                  </a:lnTo>
                  <a:lnTo>
                    <a:pt x="2508521" y="931225"/>
                  </a:lnTo>
                  <a:lnTo>
                    <a:pt x="2476507" y="1009542"/>
                  </a:lnTo>
                  <a:lnTo>
                    <a:pt x="2444257" y="1091594"/>
                  </a:lnTo>
                  <a:lnTo>
                    <a:pt x="2411740" y="1177158"/>
                  </a:lnTo>
                  <a:lnTo>
                    <a:pt x="2378944" y="1265943"/>
                  </a:lnTo>
                  <a:lnTo>
                    <a:pt x="2345878" y="1357591"/>
                  </a:lnTo>
                  <a:lnTo>
                    <a:pt x="2312566" y="1451683"/>
                  </a:lnTo>
                  <a:lnTo>
                    <a:pt x="2279047" y="1547743"/>
                  </a:lnTo>
                  <a:lnTo>
                    <a:pt x="2245371" y="1645251"/>
                  </a:lnTo>
                  <a:lnTo>
                    <a:pt x="2211596" y="1743650"/>
                  </a:lnTo>
                  <a:lnTo>
                    <a:pt x="2177786" y="1842364"/>
                  </a:lnTo>
                  <a:lnTo>
                    <a:pt x="2144006" y="1940807"/>
                  </a:lnTo>
                  <a:lnTo>
                    <a:pt x="2110321" y="2038401"/>
                  </a:lnTo>
                  <a:lnTo>
                    <a:pt x="2076788" y="2134588"/>
                  </a:lnTo>
                  <a:lnTo>
                    <a:pt x="2043459" y="2228844"/>
                  </a:lnTo>
                  <a:lnTo>
                    <a:pt x="2010374" y="2320690"/>
                  </a:lnTo>
                  <a:lnTo>
                    <a:pt x="1977557" y="2409702"/>
                  </a:lnTo>
                  <a:lnTo>
                    <a:pt x="1945019" y="2495518"/>
                  </a:lnTo>
                  <a:lnTo>
                    <a:pt x="1912750" y="2577841"/>
                  </a:lnTo>
                  <a:lnTo>
                    <a:pt x="1880721" y="2656443"/>
                  </a:lnTo>
                  <a:lnTo>
                    <a:pt x="1848880" y="2731165"/>
                  </a:lnTo>
                  <a:lnTo>
                    <a:pt x="1817153" y="2801910"/>
                  </a:lnTo>
                  <a:lnTo>
                    <a:pt x="1785438" y="2868648"/>
                  </a:lnTo>
                  <a:lnTo>
                    <a:pt x="1753608" y="2931401"/>
                  </a:lnTo>
                  <a:lnTo>
                    <a:pt x="1721500" y="2990247"/>
                  </a:lnTo>
                  <a:lnTo>
                    <a:pt x="1719082" y="2994493"/>
                  </a:lnTo>
                  <a:lnTo>
                    <a:pt x="1675517" y="3066513"/>
                  </a:lnTo>
                  <a:lnTo>
                    <a:pt x="1630598" y="3131739"/>
                  </a:lnTo>
                  <a:lnTo>
                    <a:pt x="1583714" y="3190472"/>
                  </a:lnTo>
                  <a:lnTo>
                    <a:pt x="1534179" y="3243246"/>
                  </a:lnTo>
                  <a:lnTo>
                    <a:pt x="1481281" y="3290680"/>
                  </a:lnTo>
                  <a:lnTo>
                    <a:pt x="1424341" y="3333387"/>
                  </a:lnTo>
                  <a:lnTo>
                    <a:pt x="1362771" y="3371923"/>
                  </a:lnTo>
                  <a:lnTo>
                    <a:pt x="1296153" y="3406758"/>
                  </a:lnTo>
                  <a:lnTo>
                    <a:pt x="1224352" y="3438257"/>
                  </a:lnTo>
                  <a:lnTo>
                    <a:pt x="1147642" y="3466673"/>
                  </a:lnTo>
                  <a:lnTo>
                    <a:pt x="1066855" y="3492151"/>
                  </a:lnTo>
                  <a:lnTo>
                    <a:pt x="983505" y="3514735"/>
                  </a:lnTo>
                  <a:lnTo>
                    <a:pt x="899857" y="3534392"/>
                  </a:lnTo>
                  <a:lnTo>
                    <a:pt x="818848" y="3551057"/>
                  </a:lnTo>
                  <a:lnTo>
                    <a:pt x="743846" y="3564680"/>
                  </a:lnTo>
                  <a:lnTo>
                    <a:pt x="678188" y="3575291"/>
                  </a:lnTo>
                  <a:lnTo>
                    <a:pt x="624618" y="3583045"/>
                  </a:lnTo>
                  <a:lnTo>
                    <a:pt x="584716" y="3588245"/>
                  </a:lnTo>
                  <a:lnTo>
                    <a:pt x="558523" y="3591333"/>
                  </a:lnTo>
                  <a:lnTo>
                    <a:pt x="544428" y="3592841"/>
                  </a:lnTo>
                  <a:lnTo>
                    <a:pt x="539307" y="3593341"/>
                  </a:lnTo>
                  <a:lnTo>
                    <a:pt x="538736" y="3593392"/>
                  </a:lnTo>
                  <a:lnTo>
                    <a:pt x="0" y="3593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6" name="pg1286"/>
            <p:cNvSpPr/>
            <p:nvPr/>
          </p:nvSpPr>
          <p:spPr>
            <a:xfrm>
              <a:off x="546595" y="701456"/>
              <a:ext cx="8234974" cy="3484501"/>
            </a:xfrm>
            <a:custGeom>
              <a:avLst/>
              <a:pathLst>
                <a:path w="8234974" h="3484501">
                  <a:moveTo>
                    <a:pt x="0" y="3446390"/>
                  </a:moveTo>
                  <a:lnTo>
                    <a:pt x="538736" y="3446390"/>
                  </a:lnTo>
                  <a:lnTo>
                    <a:pt x="539707" y="3446305"/>
                  </a:lnTo>
                  <a:lnTo>
                    <a:pt x="546083" y="3445700"/>
                  </a:lnTo>
                  <a:lnTo>
                    <a:pt x="562137" y="3444028"/>
                  </a:lnTo>
                  <a:lnTo>
                    <a:pt x="590786" y="3440737"/>
                  </a:lnTo>
                  <a:lnTo>
                    <a:pt x="633370" y="3435323"/>
                  </a:lnTo>
                  <a:lnTo>
                    <a:pt x="689551" y="3427380"/>
                  </a:lnTo>
                  <a:lnTo>
                    <a:pt x="757477" y="3416641"/>
                  </a:lnTo>
                  <a:lnTo>
                    <a:pt x="834213" y="3402979"/>
                  </a:lnTo>
                  <a:lnTo>
                    <a:pt x="916331" y="3386387"/>
                  </a:lnTo>
                  <a:lnTo>
                    <a:pt x="1000478" y="3366918"/>
                  </a:lnTo>
                  <a:lnTo>
                    <a:pt x="1083803" y="3344635"/>
                  </a:lnTo>
                  <a:lnTo>
                    <a:pt x="1164169" y="3319555"/>
                  </a:lnTo>
                  <a:lnTo>
                    <a:pt x="1240194" y="3291617"/>
                  </a:lnTo>
                  <a:lnTo>
                    <a:pt x="1311168" y="3260660"/>
                  </a:lnTo>
                  <a:lnTo>
                    <a:pt x="1376917" y="3226415"/>
                  </a:lnTo>
                  <a:lnTo>
                    <a:pt x="1437650" y="3188503"/>
                  </a:lnTo>
                  <a:lnTo>
                    <a:pt x="1493837" y="3146449"/>
                  </a:lnTo>
                  <a:lnTo>
                    <a:pt x="1546102" y="3099699"/>
                  </a:lnTo>
                  <a:lnTo>
                    <a:pt x="1595145" y="3047649"/>
                  </a:lnTo>
                  <a:lnTo>
                    <a:pt x="1641684" y="2989712"/>
                  </a:lnTo>
                  <a:lnTo>
                    <a:pt x="1686401" y="2925408"/>
                  </a:lnTo>
                  <a:lnTo>
                    <a:pt x="1719082" y="2872899"/>
                  </a:lnTo>
                  <a:lnTo>
                    <a:pt x="1751819" y="2815735"/>
                  </a:lnTo>
                  <a:lnTo>
                    <a:pt x="1784258" y="2754694"/>
                  </a:lnTo>
                  <a:lnTo>
                    <a:pt x="1816570" y="2689695"/>
                  </a:lnTo>
                  <a:lnTo>
                    <a:pt x="1848893" y="2620712"/>
                  </a:lnTo>
                  <a:lnTo>
                    <a:pt x="1881334" y="2547778"/>
                  </a:lnTo>
                  <a:lnTo>
                    <a:pt x="1913972" y="2470989"/>
                  </a:lnTo>
                  <a:lnTo>
                    <a:pt x="1946861" y="2390510"/>
                  </a:lnTo>
                  <a:lnTo>
                    <a:pt x="1980029" y="2306574"/>
                  </a:lnTo>
                  <a:lnTo>
                    <a:pt x="2013487" y="2219487"/>
                  </a:lnTo>
                  <a:lnTo>
                    <a:pt x="2047221" y="2129620"/>
                  </a:lnTo>
                  <a:lnTo>
                    <a:pt x="2081204" y="2037410"/>
                  </a:lnTo>
                  <a:lnTo>
                    <a:pt x="2115392" y="1943347"/>
                  </a:lnTo>
                  <a:lnTo>
                    <a:pt x="2149731" y="1847968"/>
                  </a:lnTo>
                  <a:lnTo>
                    <a:pt x="2184156" y="1751841"/>
                  </a:lnTo>
                  <a:lnTo>
                    <a:pt x="2218600" y="1655554"/>
                  </a:lnTo>
                  <a:lnTo>
                    <a:pt x="2252993" y="1559700"/>
                  </a:lnTo>
                  <a:lnTo>
                    <a:pt x="2287270" y="1464859"/>
                  </a:lnTo>
                  <a:lnTo>
                    <a:pt x="2321369" y="1371588"/>
                  </a:lnTo>
                  <a:lnTo>
                    <a:pt x="2355242" y="1280402"/>
                  </a:lnTo>
                  <a:lnTo>
                    <a:pt x="2388851" y="1191768"/>
                  </a:lnTo>
                  <a:lnTo>
                    <a:pt x="2422176" y="1106094"/>
                  </a:lnTo>
                  <a:lnTo>
                    <a:pt x="2455213" y="1023720"/>
                  </a:lnTo>
                  <a:lnTo>
                    <a:pt x="2487980" y="944920"/>
                  </a:lnTo>
                  <a:lnTo>
                    <a:pt x="2520519" y="869895"/>
                  </a:lnTo>
                  <a:lnTo>
                    <a:pt x="2552894" y="798777"/>
                  </a:lnTo>
                  <a:lnTo>
                    <a:pt x="2585197" y="731633"/>
                  </a:lnTo>
                  <a:lnTo>
                    <a:pt x="2617549" y="668468"/>
                  </a:lnTo>
                  <a:lnTo>
                    <a:pt x="2650101" y="609230"/>
                  </a:lnTo>
                  <a:lnTo>
                    <a:pt x="2667772" y="578935"/>
                  </a:lnTo>
                  <a:lnTo>
                    <a:pt x="2711519" y="509702"/>
                  </a:lnTo>
                  <a:lnTo>
                    <a:pt x="2756632" y="447026"/>
                  </a:lnTo>
                  <a:lnTo>
                    <a:pt x="2803732" y="390615"/>
                  </a:lnTo>
                  <a:lnTo>
                    <a:pt x="2853514" y="339951"/>
                  </a:lnTo>
                  <a:lnTo>
                    <a:pt x="2906698" y="294432"/>
                  </a:lnTo>
                  <a:lnTo>
                    <a:pt x="2963970" y="253466"/>
                  </a:lnTo>
                  <a:lnTo>
                    <a:pt x="3025923" y="216513"/>
                  </a:lnTo>
                  <a:lnTo>
                    <a:pt x="3092974" y="183122"/>
                  </a:lnTo>
                  <a:lnTo>
                    <a:pt x="3165248" y="152943"/>
                  </a:lnTo>
                  <a:lnTo>
                    <a:pt x="3242452" y="125732"/>
                  </a:lnTo>
                  <a:lnTo>
                    <a:pt x="3323717" y="101355"/>
                  </a:lnTo>
                  <a:lnTo>
                    <a:pt x="3407478" y="79772"/>
                  </a:lnTo>
                  <a:lnTo>
                    <a:pt x="3491410" y="61018"/>
                  </a:lnTo>
                  <a:lnTo>
                    <a:pt x="3572506" y="45156"/>
                  </a:lnTo>
                  <a:lnTo>
                    <a:pt x="3647348" y="32231"/>
                  </a:lnTo>
                  <a:lnTo>
                    <a:pt x="3712574" y="22209"/>
                  </a:lnTo>
                  <a:lnTo>
                    <a:pt x="3765470" y="14930"/>
                  </a:lnTo>
                  <a:lnTo>
                    <a:pt x="3804529" y="10091"/>
                  </a:lnTo>
                  <a:lnTo>
                    <a:pt x="3829832" y="7256"/>
                  </a:lnTo>
                  <a:lnTo>
                    <a:pt x="3843132" y="5904"/>
                  </a:lnTo>
                  <a:lnTo>
                    <a:pt x="3847704" y="548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3" y="5530"/>
                  </a:lnTo>
                  <a:lnTo>
                    <a:pt x="4394181" y="6139"/>
                  </a:lnTo>
                  <a:lnTo>
                    <a:pt x="4410189" y="7825"/>
                  </a:lnTo>
                  <a:lnTo>
                    <a:pt x="4438761" y="11141"/>
                  </a:lnTo>
                  <a:lnTo>
                    <a:pt x="4481238" y="16599"/>
                  </a:lnTo>
                  <a:lnTo>
                    <a:pt x="4537291" y="24607"/>
                  </a:lnTo>
                  <a:lnTo>
                    <a:pt x="4605080" y="35435"/>
                  </a:lnTo>
                  <a:lnTo>
                    <a:pt x="4681684" y="49211"/>
                  </a:lnTo>
                  <a:lnTo>
                    <a:pt x="4763688" y="65945"/>
                  </a:lnTo>
                  <a:lnTo>
                    <a:pt x="4847745" y="85582"/>
                  </a:lnTo>
                  <a:lnTo>
                    <a:pt x="4931007" y="108060"/>
                  </a:lnTo>
                  <a:lnTo>
                    <a:pt x="5011335" y="133358"/>
                  </a:lnTo>
                  <a:lnTo>
                    <a:pt x="5087344" y="161540"/>
                  </a:lnTo>
                  <a:lnTo>
                    <a:pt x="5158318" y="192764"/>
                  </a:lnTo>
                  <a:lnTo>
                    <a:pt x="5224076" y="227303"/>
                  </a:lnTo>
                  <a:lnTo>
                    <a:pt x="5284823" y="265535"/>
                  </a:lnTo>
                  <a:lnTo>
                    <a:pt x="5341025" y="307937"/>
                  </a:lnTo>
                  <a:lnTo>
                    <a:pt x="5393300" y="355068"/>
                  </a:lnTo>
                  <a:lnTo>
                    <a:pt x="5442347" y="407535"/>
                  </a:lnTo>
                  <a:lnTo>
                    <a:pt x="5488881" y="465932"/>
                  </a:lnTo>
                  <a:lnTo>
                    <a:pt x="5533584" y="530745"/>
                  </a:lnTo>
                  <a:lnTo>
                    <a:pt x="5567201" y="585287"/>
                  </a:lnTo>
                  <a:lnTo>
                    <a:pt x="5599785" y="642803"/>
                  </a:lnTo>
                  <a:lnTo>
                    <a:pt x="5632073" y="704202"/>
                  </a:lnTo>
                  <a:lnTo>
                    <a:pt x="5664234" y="769565"/>
                  </a:lnTo>
                  <a:lnTo>
                    <a:pt x="5696404" y="838918"/>
                  </a:lnTo>
                  <a:lnTo>
                    <a:pt x="5728689" y="912230"/>
                  </a:lnTo>
                  <a:lnTo>
                    <a:pt x="5761168" y="989407"/>
                  </a:lnTo>
                  <a:lnTo>
                    <a:pt x="5793893" y="1070285"/>
                  </a:lnTo>
                  <a:lnTo>
                    <a:pt x="5826896" y="1154634"/>
                  </a:lnTo>
                  <a:lnTo>
                    <a:pt x="5860185" y="1242152"/>
                  </a:lnTo>
                  <a:lnTo>
                    <a:pt x="5893749" y="1332471"/>
                  </a:lnTo>
                  <a:lnTo>
                    <a:pt x="5927561" y="1425159"/>
                  </a:lnTo>
                  <a:lnTo>
                    <a:pt x="5961579" y="1519730"/>
                  </a:lnTo>
                  <a:lnTo>
                    <a:pt x="5995749" y="1615650"/>
                  </a:lnTo>
                  <a:lnTo>
                    <a:pt x="6030009" y="1712355"/>
                  </a:lnTo>
                  <a:lnTo>
                    <a:pt x="6064291" y="1809259"/>
                  </a:lnTo>
                  <a:lnTo>
                    <a:pt x="6098529" y="1905772"/>
                  </a:lnTo>
                  <a:lnTo>
                    <a:pt x="6132656" y="2001312"/>
                  </a:lnTo>
                  <a:lnTo>
                    <a:pt x="6166612" y="2095324"/>
                  </a:lnTo>
                  <a:lnTo>
                    <a:pt x="6200347" y="2187288"/>
                  </a:lnTo>
                  <a:lnTo>
                    <a:pt x="6233823" y="2276736"/>
                  </a:lnTo>
                  <a:lnTo>
                    <a:pt x="6267019" y="2363255"/>
                  </a:lnTo>
                  <a:lnTo>
                    <a:pt x="6299929" y="2446499"/>
                  </a:lnTo>
                  <a:lnTo>
                    <a:pt x="6332569" y="2526189"/>
                  </a:lnTo>
                  <a:lnTo>
                    <a:pt x="6364978" y="2602116"/>
                  </a:lnTo>
                  <a:lnTo>
                    <a:pt x="6397215" y="2674141"/>
                  </a:lnTo>
                  <a:lnTo>
                    <a:pt x="6429369" y="2742190"/>
                  </a:lnTo>
                  <a:lnTo>
                    <a:pt x="6461555" y="2806252"/>
                  </a:lnTo>
                  <a:lnTo>
                    <a:pt x="6493919" y="2866370"/>
                  </a:lnTo>
                  <a:lnTo>
                    <a:pt x="6515891" y="2904658"/>
                  </a:lnTo>
                  <a:lnTo>
                    <a:pt x="6559593" y="2974591"/>
                  </a:lnTo>
                  <a:lnTo>
                    <a:pt x="6604658" y="3037906"/>
                  </a:lnTo>
                  <a:lnTo>
                    <a:pt x="6651704" y="3094900"/>
                  </a:lnTo>
                  <a:lnTo>
                    <a:pt x="6701425" y="3146093"/>
                  </a:lnTo>
                  <a:lnTo>
                    <a:pt x="6754538" y="3192092"/>
                  </a:lnTo>
                  <a:lnTo>
                    <a:pt x="6811727" y="3233494"/>
                  </a:lnTo>
                  <a:lnTo>
                    <a:pt x="6873586" y="3270843"/>
                  </a:lnTo>
                  <a:lnTo>
                    <a:pt x="6940529" y="3304595"/>
                  </a:lnTo>
                  <a:lnTo>
                    <a:pt x="7012686" y="3335105"/>
                  </a:lnTo>
                  <a:lnTo>
                    <a:pt x="7089767" y="3362617"/>
                  </a:lnTo>
                  <a:lnTo>
                    <a:pt x="7170914" y="3387269"/>
                  </a:lnTo>
                  <a:lnTo>
                    <a:pt x="7254574" y="3409102"/>
                  </a:lnTo>
                  <a:lnTo>
                    <a:pt x="7338436" y="3428081"/>
                  </a:lnTo>
                  <a:lnTo>
                    <a:pt x="7419511" y="3444143"/>
                  </a:lnTo>
                  <a:lnTo>
                    <a:pt x="7494395" y="3457241"/>
                  </a:lnTo>
                  <a:lnTo>
                    <a:pt x="7559729" y="3467409"/>
                  </a:lnTo>
                  <a:lnTo>
                    <a:pt x="7612793" y="3474805"/>
                  </a:lnTo>
                  <a:lnTo>
                    <a:pt x="7652063" y="3479733"/>
                  </a:lnTo>
                  <a:lnTo>
                    <a:pt x="7677586" y="3482630"/>
                  </a:lnTo>
                  <a:lnTo>
                    <a:pt x="7691081" y="3484020"/>
                  </a:lnTo>
                  <a:lnTo>
                    <a:pt x="7695787" y="3484462"/>
                  </a:lnTo>
                  <a:lnTo>
                    <a:pt x="7696237" y="3484501"/>
                  </a:lnTo>
                  <a:lnTo>
                    <a:pt x="8234974" y="3484501"/>
                  </a:lnTo>
                  <a:lnTo>
                    <a:pt x="8234974" y="3479057"/>
                  </a:ln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48" y="84"/>
                  </a:lnTo>
                  <a:lnTo>
                    <a:pt x="3840772" y="689"/>
                  </a:lnTo>
                  <a:lnTo>
                    <a:pt x="3824717" y="2361"/>
                  </a:lnTo>
                  <a:lnTo>
                    <a:pt x="3796069" y="5652"/>
                  </a:lnTo>
                  <a:lnTo>
                    <a:pt x="3753485" y="11066"/>
                  </a:lnTo>
                  <a:lnTo>
                    <a:pt x="3697303" y="19009"/>
                  </a:lnTo>
                  <a:lnTo>
                    <a:pt x="3629377" y="29749"/>
                  </a:lnTo>
                  <a:lnTo>
                    <a:pt x="3552641" y="43410"/>
                  </a:lnTo>
                  <a:lnTo>
                    <a:pt x="3470524" y="60002"/>
                  </a:lnTo>
                  <a:lnTo>
                    <a:pt x="3386376" y="79471"/>
                  </a:lnTo>
                  <a:lnTo>
                    <a:pt x="3303052" y="101754"/>
                  </a:lnTo>
                  <a:lnTo>
                    <a:pt x="3222686" y="126834"/>
                  </a:lnTo>
                  <a:lnTo>
                    <a:pt x="3146661" y="154772"/>
                  </a:lnTo>
                  <a:lnTo>
                    <a:pt x="3075686" y="185729"/>
                  </a:lnTo>
                  <a:lnTo>
                    <a:pt x="3009938" y="219975"/>
                  </a:lnTo>
                  <a:lnTo>
                    <a:pt x="2949205" y="257887"/>
                  </a:lnTo>
                  <a:lnTo>
                    <a:pt x="2893017" y="299940"/>
                  </a:lnTo>
                  <a:lnTo>
                    <a:pt x="2840753" y="346691"/>
                  </a:lnTo>
                  <a:lnTo>
                    <a:pt x="2791710" y="398740"/>
                  </a:lnTo>
                  <a:lnTo>
                    <a:pt x="2745171" y="456677"/>
                  </a:lnTo>
                  <a:lnTo>
                    <a:pt x="2700454" y="520981"/>
                  </a:lnTo>
                  <a:lnTo>
                    <a:pt x="2667772" y="573490"/>
                  </a:lnTo>
                  <a:lnTo>
                    <a:pt x="2635035" y="630654"/>
                  </a:lnTo>
                  <a:lnTo>
                    <a:pt x="2602597" y="691695"/>
                  </a:lnTo>
                  <a:lnTo>
                    <a:pt x="2570284" y="756694"/>
                  </a:lnTo>
                  <a:lnTo>
                    <a:pt x="2537961" y="825677"/>
                  </a:lnTo>
                  <a:lnTo>
                    <a:pt x="2505520" y="898611"/>
                  </a:lnTo>
                  <a:lnTo>
                    <a:pt x="2472882" y="975400"/>
                  </a:lnTo>
                  <a:lnTo>
                    <a:pt x="2439994" y="1055879"/>
                  </a:lnTo>
                  <a:lnTo>
                    <a:pt x="2406825" y="1139815"/>
                  </a:lnTo>
                  <a:lnTo>
                    <a:pt x="2373368" y="1226902"/>
                  </a:lnTo>
                  <a:lnTo>
                    <a:pt x="2339633" y="1316769"/>
                  </a:lnTo>
                  <a:lnTo>
                    <a:pt x="2305650" y="1408979"/>
                  </a:lnTo>
                  <a:lnTo>
                    <a:pt x="2271462" y="1503042"/>
                  </a:lnTo>
                  <a:lnTo>
                    <a:pt x="2237124" y="1598421"/>
                  </a:lnTo>
                  <a:lnTo>
                    <a:pt x="2202699" y="1694548"/>
                  </a:lnTo>
                  <a:lnTo>
                    <a:pt x="2168255" y="1790835"/>
                  </a:lnTo>
                  <a:lnTo>
                    <a:pt x="2133862" y="1886689"/>
                  </a:lnTo>
                  <a:lnTo>
                    <a:pt x="2099585" y="1981530"/>
                  </a:lnTo>
                  <a:lnTo>
                    <a:pt x="2065485" y="2074801"/>
                  </a:lnTo>
                  <a:lnTo>
                    <a:pt x="2031612" y="2165987"/>
                  </a:lnTo>
                  <a:lnTo>
                    <a:pt x="1998003" y="2254621"/>
                  </a:lnTo>
                  <a:lnTo>
                    <a:pt x="1964679" y="2340296"/>
                  </a:lnTo>
                  <a:lnTo>
                    <a:pt x="1931642" y="2422669"/>
                  </a:lnTo>
                  <a:lnTo>
                    <a:pt x="1898874" y="2501469"/>
                  </a:lnTo>
                  <a:lnTo>
                    <a:pt x="1866336" y="2576495"/>
                  </a:lnTo>
                  <a:lnTo>
                    <a:pt x="1833960" y="2647612"/>
                  </a:lnTo>
                  <a:lnTo>
                    <a:pt x="1801657" y="2714756"/>
                  </a:lnTo>
                  <a:lnTo>
                    <a:pt x="1769306" y="2777921"/>
                  </a:lnTo>
                  <a:lnTo>
                    <a:pt x="1736753" y="2837159"/>
                  </a:lnTo>
                  <a:lnTo>
                    <a:pt x="1719082" y="2867454"/>
                  </a:lnTo>
                  <a:lnTo>
                    <a:pt x="1675336" y="2936687"/>
                  </a:lnTo>
                  <a:lnTo>
                    <a:pt x="1630222" y="2999363"/>
                  </a:lnTo>
                  <a:lnTo>
                    <a:pt x="1583123" y="3055774"/>
                  </a:lnTo>
                  <a:lnTo>
                    <a:pt x="1533340" y="3106438"/>
                  </a:lnTo>
                  <a:lnTo>
                    <a:pt x="1480157" y="3151957"/>
                  </a:lnTo>
                  <a:lnTo>
                    <a:pt x="1422885" y="3192924"/>
                  </a:lnTo>
                  <a:lnTo>
                    <a:pt x="1360931" y="3229876"/>
                  </a:lnTo>
                  <a:lnTo>
                    <a:pt x="1293881" y="3263267"/>
                  </a:lnTo>
                  <a:lnTo>
                    <a:pt x="1221606" y="3293446"/>
                  </a:lnTo>
                  <a:lnTo>
                    <a:pt x="1144403" y="3320657"/>
                  </a:lnTo>
                  <a:lnTo>
                    <a:pt x="1063138" y="3345034"/>
                  </a:lnTo>
                  <a:lnTo>
                    <a:pt x="979376" y="3366617"/>
                  </a:lnTo>
                  <a:lnTo>
                    <a:pt x="895445" y="3385371"/>
                  </a:lnTo>
                  <a:lnTo>
                    <a:pt x="814349" y="3401233"/>
                  </a:lnTo>
                  <a:lnTo>
                    <a:pt x="739507" y="3414158"/>
                  </a:lnTo>
                  <a:lnTo>
                    <a:pt x="674280" y="3424180"/>
                  </a:lnTo>
                  <a:lnTo>
                    <a:pt x="621385" y="3431459"/>
                  </a:lnTo>
                  <a:lnTo>
                    <a:pt x="582325" y="3436298"/>
                  </a:lnTo>
                  <a:lnTo>
                    <a:pt x="557022" y="3439133"/>
                  </a:lnTo>
                  <a:lnTo>
                    <a:pt x="543723" y="3440485"/>
                  </a:lnTo>
                  <a:lnTo>
                    <a:pt x="539151" y="3440910"/>
                  </a:lnTo>
                  <a:lnTo>
                    <a:pt x="538736" y="3440945"/>
                  </a:lnTo>
                  <a:lnTo>
                    <a:pt x="0" y="3440945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87" name="pl1287"/>
            <p:cNvSpPr/>
            <p:nvPr/>
          </p:nvSpPr>
          <p:spPr>
            <a:xfrm>
              <a:off x="546595" y="706900"/>
              <a:ext cx="8234974" cy="3479057"/>
            </a:xfrm>
            <a:custGeom>
              <a:avLst/>
              <a:pathLst>
                <a:path w="8234974" h="3479057">
                  <a:moveTo>
                    <a:pt x="0" y="3440945"/>
                  </a:moveTo>
                  <a:lnTo>
                    <a:pt x="538736" y="3440945"/>
                  </a:lnTo>
                  <a:lnTo>
                    <a:pt x="539707" y="3440860"/>
                  </a:lnTo>
                  <a:lnTo>
                    <a:pt x="546083" y="3440255"/>
                  </a:lnTo>
                  <a:lnTo>
                    <a:pt x="562137" y="3438583"/>
                  </a:lnTo>
                  <a:lnTo>
                    <a:pt x="590786" y="3435293"/>
                  </a:lnTo>
                  <a:lnTo>
                    <a:pt x="633370" y="3429879"/>
                  </a:lnTo>
                  <a:lnTo>
                    <a:pt x="689551" y="3421936"/>
                  </a:lnTo>
                  <a:lnTo>
                    <a:pt x="757477" y="3411196"/>
                  </a:lnTo>
                  <a:lnTo>
                    <a:pt x="834213" y="3397535"/>
                  </a:lnTo>
                  <a:lnTo>
                    <a:pt x="916331" y="3380942"/>
                  </a:lnTo>
                  <a:lnTo>
                    <a:pt x="1000478" y="3361474"/>
                  </a:lnTo>
                  <a:lnTo>
                    <a:pt x="1083803" y="3339190"/>
                  </a:lnTo>
                  <a:lnTo>
                    <a:pt x="1164169" y="3314110"/>
                  </a:lnTo>
                  <a:lnTo>
                    <a:pt x="1240194" y="3286173"/>
                  </a:lnTo>
                  <a:lnTo>
                    <a:pt x="1311168" y="3255216"/>
                  </a:lnTo>
                  <a:lnTo>
                    <a:pt x="1376917" y="3220970"/>
                  </a:lnTo>
                  <a:lnTo>
                    <a:pt x="1437650" y="3183058"/>
                  </a:lnTo>
                  <a:lnTo>
                    <a:pt x="1493837" y="3141005"/>
                  </a:lnTo>
                  <a:lnTo>
                    <a:pt x="1546102" y="3094254"/>
                  </a:lnTo>
                  <a:lnTo>
                    <a:pt x="1595145" y="3042205"/>
                  </a:lnTo>
                  <a:lnTo>
                    <a:pt x="1641684" y="2984267"/>
                  </a:lnTo>
                  <a:lnTo>
                    <a:pt x="1686401" y="2919964"/>
                  </a:lnTo>
                  <a:lnTo>
                    <a:pt x="1719082" y="2867454"/>
                  </a:lnTo>
                  <a:lnTo>
                    <a:pt x="1751819" y="2810291"/>
                  </a:lnTo>
                  <a:lnTo>
                    <a:pt x="1784258" y="2749249"/>
                  </a:lnTo>
                  <a:lnTo>
                    <a:pt x="1816570" y="2684250"/>
                  </a:lnTo>
                  <a:lnTo>
                    <a:pt x="1848893" y="2615268"/>
                  </a:lnTo>
                  <a:lnTo>
                    <a:pt x="1881334" y="2542334"/>
                  </a:lnTo>
                  <a:lnTo>
                    <a:pt x="1913972" y="2465545"/>
                  </a:lnTo>
                  <a:lnTo>
                    <a:pt x="1946861" y="2385065"/>
                  </a:lnTo>
                  <a:lnTo>
                    <a:pt x="1980029" y="2301130"/>
                  </a:lnTo>
                  <a:lnTo>
                    <a:pt x="2013487" y="2214042"/>
                  </a:lnTo>
                  <a:lnTo>
                    <a:pt x="2047221" y="2124176"/>
                  </a:lnTo>
                  <a:lnTo>
                    <a:pt x="2081204" y="2031966"/>
                  </a:lnTo>
                  <a:lnTo>
                    <a:pt x="2115392" y="1937903"/>
                  </a:lnTo>
                  <a:lnTo>
                    <a:pt x="2149731" y="1842523"/>
                  </a:lnTo>
                  <a:lnTo>
                    <a:pt x="2184156" y="1746396"/>
                  </a:lnTo>
                  <a:lnTo>
                    <a:pt x="2218600" y="1650110"/>
                  </a:lnTo>
                  <a:lnTo>
                    <a:pt x="2252993" y="1554255"/>
                  </a:lnTo>
                  <a:lnTo>
                    <a:pt x="2287270" y="1459415"/>
                  </a:lnTo>
                  <a:lnTo>
                    <a:pt x="2321369" y="1366143"/>
                  </a:lnTo>
                  <a:lnTo>
                    <a:pt x="2355242" y="1274957"/>
                  </a:lnTo>
                  <a:lnTo>
                    <a:pt x="2388851" y="1186323"/>
                  </a:lnTo>
                  <a:lnTo>
                    <a:pt x="2422176" y="1100649"/>
                  </a:lnTo>
                  <a:lnTo>
                    <a:pt x="2455213" y="1018276"/>
                  </a:lnTo>
                  <a:lnTo>
                    <a:pt x="2487980" y="939475"/>
                  </a:lnTo>
                  <a:lnTo>
                    <a:pt x="2520519" y="864450"/>
                  </a:lnTo>
                  <a:lnTo>
                    <a:pt x="2552894" y="793332"/>
                  </a:lnTo>
                  <a:lnTo>
                    <a:pt x="2585197" y="726189"/>
                  </a:lnTo>
                  <a:lnTo>
                    <a:pt x="2617549" y="663023"/>
                  </a:lnTo>
                  <a:lnTo>
                    <a:pt x="2650101" y="603785"/>
                  </a:lnTo>
                  <a:lnTo>
                    <a:pt x="2667772" y="573490"/>
                  </a:lnTo>
                  <a:lnTo>
                    <a:pt x="2711519" y="504257"/>
                  </a:lnTo>
                  <a:lnTo>
                    <a:pt x="2756632" y="441582"/>
                  </a:lnTo>
                  <a:lnTo>
                    <a:pt x="2803732" y="385171"/>
                  </a:lnTo>
                  <a:lnTo>
                    <a:pt x="2853514" y="334506"/>
                  </a:lnTo>
                  <a:lnTo>
                    <a:pt x="2906698" y="288988"/>
                  </a:lnTo>
                  <a:lnTo>
                    <a:pt x="2963970" y="248021"/>
                  </a:lnTo>
                  <a:lnTo>
                    <a:pt x="3025923" y="211068"/>
                  </a:lnTo>
                  <a:lnTo>
                    <a:pt x="3092974" y="177678"/>
                  </a:lnTo>
                  <a:lnTo>
                    <a:pt x="3165248" y="147498"/>
                  </a:lnTo>
                  <a:lnTo>
                    <a:pt x="3242452" y="120287"/>
                  </a:lnTo>
                  <a:lnTo>
                    <a:pt x="3323717" y="95910"/>
                  </a:lnTo>
                  <a:lnTo>
                    <a:pt x="3407478" y="74328"/>
                  </a:lnTo>
                  <a:lnTo>
                    <a:pt x="3491410" y="55573"/>
                  </a:lnTo>
                  <a:lnTo>
                    <a:pt x="3572506" y="39711"/>
                  </a:lnTo>
                  <a:lnTo>
                    <a:pt x="3647348" y="26787"/>
                  </a:lnTo>
                  <a:lnTo>
                    <a:pt x="3712574" y="16764"/>
                  </a:lnTo>
                  <a:lnTo>
                    <a:pt x="3765470" y="9486"/>
                  </a:lnTo>
                  <a:lnTo>
                    <a:pt x="3804529" y="4647"/>
                  </a:lnTo>
                  <a:lnTo>
                    <a:pt x="3829832" y="1812"/>
                  </a:lnTo>
                  <a:lnTo>
                    <a:pt x="3843132" y="459"/>
                  </a:lnTo>
                  <a:lnTo>
                    <a:pt x="3847704" y="3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3" y="85"/>
                  </a:lnTo>
                  <a:lnTo>
                    <a:pt x="4394181" y="695"/>
                  </a:lnTo>
                  <a:lnTo>
                    <a:pt x="4410189" y="2380"/>
                  </a:lnTo>
                  <a:lnTo>
                    <a:pt x="4438761" y="5697"/>
                  </a:lnTo>
                  <a:lnTo>
                    <a:pt x="4481238" y="11155"/>
                  </a:lnTo>
                  <a:lnTo>
                    <a:pt x="4537291" y="19162"/>
                  </a:lnTo>
                  <a:lnTo>
                    <a:pt x="4605080" y="29991"/>
                  </a:lnTo>
                  <a:lnTo>
                    <a:pt x="4681684" y="43767"/>
                  </a:lnTo>
                  <a:lnTo>
                    <a:pt x="4763688" y="60501"/>
                  </a:lnTo>
                  <a:lnTo>
                    <a:pt x="4847745" y="80138"/>
                  </a:lnTo>
                  <a:lnTo>
                    <a:pt x="4931007" y="102615"/>
                  </a:lnTo>
                  <a:lnTo>
                    <a:pt x="5011335" y="127914"/>
                  </a:lnTo>
                  <a:lnTo>
                    <a:pt x="5087344" y="156095"/>
                  </a:lnTo>
                  <a:lnTo>
                    <a:pt x="5158318" y="187320"/>
                  </a:lnTo>
                  <a:lnTo>
                    <a:pt x="5224076" y="221859"/>
                  </a:lnTo>
                  <a:lnTo>
                    <a:pt x="5284823" y="260090"/>
                  </a:lnTo>
                  <a:lnTo>
                    <a:pt x="5341025" y="302492"/>
                  </a:lnTo>
                  <a:lnTo>
                    <a:pt x="5393300" y="349623"/>
                  </a:lnTo>
                  <a:lnTo>
                    <a:pt x="5442347" y="402090"/>
                  </a:lnTo>
                  <a:lnTo>
                    <a:pt x="5488881" y="460487"/>
                  </a:lnTo>
                  <a:lnTo>
                    <a:pt x="5533584" y="525300"/>
                  </a:lnTo>
                  <a:lnTo>
                    <a:pt x="5567201" y="579842"/>
                  </a:lnTo>
                  <a:lnTo>
                    <a:pt x="5599785" y="637358"/>
                  </a:lnTo>
                  <a:lnTo>
                    <a:pt x="5632073" y="698758"/>
                  </a:lnTo>
                  <a:lnTo>
                    <a:pt x="5664234" y="764121"/>
                  </a:lnTo>
                  <a:lnTo>
                    <a:pt x="5696404" y="833474"/>
                  </a:lnTo>
                  <a:lnTo>
                    <a:pt x="5728689" y="906786"/>
                  </a:lnTo>
                  <a:lnTo>
                    <a:pt x="5761168" y="983962"/>
                  </a:lnTo>
                  <a:lnTo>
                    <a:pt x="5793893" y="1064840"/>
                  </a:lnTo>
                  <a:lnTo>
                    <a:pt x="5826896" y="1149189"/>
                  </a:lnTo>
                  <a:lnTo>
                    <a:pt x="5860185" y="1236707"/>
                  </a:lnTo>
                  <a:lnTo>
                    <a:pt x="5893749" y="1327026"/>
                  </a:lnTo>
                  <a:lnTo>
                    <a:pt x="5927561" y="1419715"/>
                  </a:lnTo>
                  <a:lnTo>
                    <a:pt x="5961579" y="1514285"/>
                  </a:lnTo>
                  <a:lnTo>
                    <a:pt x="5995749" y="1610206"/>
                  </a:lnTo>
                  <a:lnTo>
                    <a:pt x="6030009" y="1706911"/>
                  </a:lnTo>
                  <a:lnTo>
                    <a:pt x="6064291" y="1803815"/>
                  </a:lnTo>
                  <a:lnTo>
                    <a:pt x="6098529" y="1900327"/>
                  </a:lnTo>
                  <a:lnTo>
                    <a:pt x="6132656" y="1995867"/>
                  </a:lnTo>
                  <a:lnTo>
                    <a:pt x="6166612" y="2089879"/>
                  </a:lnTo>
                  <a:lnTo>
                    <a:pt x="6200347" y="2181844"/>
                  </a:lnTo>
                  <a:lnTo>
                    <a:pt x="6233823" y="2271292"/>
                  </a:lnTo>
                  <a:lnTo>
                    <a:pt x="6267019" y="2357811"/>
                  </a:lnTo>
                  <a:lnTo>
                    <a:pt x="6299929" y="2441055"/>
                  </a:lnTo>
                  <a:lnTo>
                    <a:pt x="6332569" y="2520745"/>
                  </a:lnTo>
                  <a:lnTo>
                    <a:pt x="6364978" y="2596672"/>
                  </a:lnTo>
                  <a:lnTo>
                    <a:pt x="6397215" y="2668697"/>
                  </a:lnTo>
                  <a:lnTo>
                    <a:pt x="6429369" y="2736746"/>
                  </a:lnTo>
                  <a:lnTo>
                    <a:pt x="6461555" y="2800807"/>
                  </a:lnTo>
                  <a:lnTo>
                    <a:pt x="6493919" y="2860926"/>
                  </a:lnTo>
                  <a:lnTo>
                    <a:pt x="6515891" y="2899214"/>
                  </a:lnTo>
                  <a:lnTo>
                    <a:pt x="6559593" y="2969146"/>
                  </a:lnTo>
                  <a:lnTo>
                    <a:pt x="6604658" y="3032462"/>
                  </a:lnTo>
                  <a:lnTo>
                    <a:pt x="6651704" y="3089455"/>
                  </a:lnTo>
                  <a:lnTo>
                    <a:pt x="6701425" y="3140649"/>
                  </a:lnTo>
                  <a:lnTo>
                    <a:pt x="6754538" y="3186647"/>
                  </a:lnTo>
                  <a:lnTo>
                    <a:pt x="6811727" y="3228049"/>
                  </a:lnTo>
                  <a:lnTo>
                    <a:pt x="6873586" y="3265399"/>
                  </a:lnTo>
                  <a:lnTo>
                    <a:pt x="6940529" y="3299151"/>
                  </a:lnTo>
                  <a:lnTo>
                    <a:pt x="7012686" y="3329660"/>
                  </a:lnTo>
                  <a:lnTo>
                    <a:pt x="7089767" y="3357173"/>
                  </a:lnTo>
                  <a:lnTo>
                    <a:pt x="7170914" y="3381825"/>
                  </a:lnTo>
                  <a:lnTo>
                    <a:pt x="7254574" y="3403657"/>
                  </a:lnTo>
                  <a:lnTo>
                    <a:pt x="7338436" y="3422637"/>
                  </a:lnTo>
                  <a:lnTo>
                    <a:pt x="7419511" y="3438699"/>
                  </a:lnTo>
                  <a:lnTo>
                    <a:pt x="7494395" y="3451797"/>
                  </a:lnTo>
                  <a:lnTo>
                    <a:pt x="7559729" y="3461965"/>
                  </a:lnTo>
                  <a:lnTo>
                    <a:pt x="7612793" y="3469361"/>
                  </a:lnTo>
                  <a:lnTo>
                    <a:pt x="7652063" y="3474289"/>
                  </a:lnTo>
                  <a:lnTo>
                    <a:pt x="7677586" y="3477185"/>
                  </a:lnTo>
                  <a:lnTo>
                    <a:pt x="7691081" y="3478575"/>
                  </a:lnTo>
                  <a:lnTo>
                    <a:pt x="7695787" y="3479018"/>
                  </a:lnTo>
                  <a:lnTo>
                    <a:pt x="7696237" y="3479057"/>
                  </a:lnTo>
                  <a:lnTo>
                    <a:pt x="8234974" y="3479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8" name="pl1288"/>
            <p:cNvSpPr/>
            <p:nvPr/>
          </p:nvSpPr>
          <p:spPr>
            <a:xfrm>
              <a:off x="546595" y="701456"/>
              <a:ext cx="8234974" cy="3479057"/>
            </a:xfrm>
            <a:custGeom>
              <a:avLst/>
              <a:pathLst>
                <a:path w="8234974" h="3479057">
                  <a:moveTo>
                    <a:pt x="8234974" y="3479057"/>
                  </a:move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48" y="84"/>
                  </a:lnTo>
                  <a:lnTo>
                    <a:pt x="3840772" y="689"/>
                  </a:lnTo>
                  <a:lnTo>
                    <a:pt x="3824717" y="2361"/>
                  </a:lnTo>
                  <a:lnTo>
                    <a:pt x="3796069" y="5652"/>
                  </a:lnTo>
                  <a:lnTo>
                    <a:pt x="3753485" y="11066"/>
                  </a:lnTo>
                  <a:lnTo>
                    <a:pt x="3697303" y="19009"/>
                  </a:lnTo>
                  <a:lnTo>
                    <a:pt x="3629377" y="29749"/>
                  </a:lnTo>
                  <a:lnTo>
                    <a:pt x="3552641" y="43410"/>
                  </a:lnTo>
                  <a:lnTo>
                    <a:pt x="3470524" y="60002"/>
                  </a:lnTo>
                  <a:lnTo>
                    <a:pt x="3386376" y="79471"/>
                  </a:lnTo>
                  <a:lnTo>
                    <a:pt x="3303052" y="101754"/>
                  </a:lnTo>
                  <a:lnTo>
                    <a:pt x="3222686" y="126834"/>
                  </a:lnTo>
                  <a:lnTo>
                    <a:pt x="3146661" y="154772"/>
                  </a:lnTo>
                  <a:lnTo>
                    <a:pt x="3075686" y="185729"/>
                  </a:lnTo>
                  <a:lnTo>
                    <a:pt x="3009938" y="219975"/>
                  </a:lnTo>
                  <a:lnTo>
                    <a:pt x="2949205" y="257887"/>
                  </a:lnTo>
                  <a:lnTo>
                    <a:pt x="2893017" y="299940"/>
                  </a:lnTo>
                  <a:lnTo>
                    <a:pt x="2840753" y="346691"/>
                  </a:lnTo>
                  <a:lnTo>
                    <a:pt x="2791710" y="398740"/>
                  </a:lnTo>
                  <a:lnTo>
                    <a:pt x="2745171" y="456677"/>
                  </a:lnTo>
                  <a:lnTo>
                    <a:pt x="2700454" y="520981"/>
                  </a:lnTo>
                  <a:lnTo>
                    <a:pt x="2667772" y="573490"/>
                  </a:lnTo>
                  <a:lnTo>
                    <a:pt x="2635035" y="630654"/>
                  </a:lnTo>
                  <a:lnTo>
                    <a:pt x="2602597" y="691695"/>
                  </a:lnTo>
                  <a:lnTo>
                    <a:pt x="2570284" y="756694"/>
                  </a:lnTo>
                  <a:lnTo>
                    <a:pt x="2537961" y="825677"/>
                  </a:lnTo>
                  <a:lnTo>
                    <a:pt x="2505520" y="898611"/>
                  </a:lnTo>
                  <a:lnTo>
                    <a:pt x="2472882" y="975400"/>
                  </a:lnTo>
                  <a:lnTo>
                    <a:pt x="2439994" y="1055879"/>
                  </a:lnTo>
                  <a:lnTo>
                    <a:pt x="2406825" y="1139815"/>
                  </a:lnTo>
                  <a:lnTo>
                    <a:pt x="2373368" y="1226902"/>
                  </a:lnTo>
                  <a:lnTo>
                    <a:pt x="2339633" y="1316769"/>
                  </a:lnTo>
                  <a:lnTo>
                    <a:pt x="2305650" y="1408979"/>
                  </a:lnTo>
                  <a:lnTo>
                    <a:pt x="2271462" y="1503042"/>
                  </a:lnTo>
                  <a:lnTo>
                    <a:pt x="2237124" y="1598421"/>
                  </a:lnTo>
                  <a:lnTo>
                    <a:pt x="2202699" y="1694548"/>
                  </a:lnTo>
                  <a:lnTo>
                    <a:pt x="2168255" y="1790835"/>
                  </a:lnTo>
                  <a:lnTo>
                    <a:pt x="2133862" y="1886689"/>
                  </a:lnTo>
                  <a:lnTo>
                    <a:pt x="2099585" y="1981530"/>
                  </a:lnTo>
                  <a:lnTo>
                    <a:pt x="2065485" y="2074801"/>
                  </a:lnTo>
                  <a:lnTo>
                    <a:pt x="2031612" y="2165987"/>
                  </a:lnTo>
                  <a:lnTo>
                    <a:pt x="1998003" y="2254621"/>
                  </a:lnTo>
                  <a:lnTo>
                    <a:pt x="1964679" y="2340296"/>
                  </a:lnTo>
                  <a:lnTo>
                    <a:pt x="1931642" y="2422669"/>
                  </a:lnTo>
                  <a:lnTo>
                    <a:pt x="1898874" y="2501469"/>
                  </a:lnTo>
                  <a:lnTo>
                    <a:pt x="1866336" y="2576495"/>
                  </a:lnTo>
                  <a:lnTo>
                    <a:pt x="1833960" y="2647612"/>
                  </a:lnTo>
                  <a:lnTo>
                    <a:pt x="1801657" y="2714756"/>
                  </a:lnTo>
                  <a:lnTo>
                    <a:pt x="1769306" y="2777921"/>
                  </a:lnTo>
                  <a:lnTo>
                    <a:pt x="1736753" y="2837159"/>
                  </a:lnTo>
                  <a:lnTo>
                    <a:pt x="1719082" y="2867454"/>
                  </a:lnTo>
                  <a:lnTo>
                    <a:pt x="1675336" y="2936687"/>
                  </a:lnTo>
                  <a:lnTo>
                    <a:pt x="1630222" y="2999363"/>
                  </a:lnTo>
                  <a:lnTo>
                    <a:pt x="1583123" y="3055774"/>
                  </a:lnTo>
                  <a:lnTo>
                    <a:pt x="1533340" y="3106438"/>
                  </a:lnTo>
                  <a:lnTo>
                    <a:pt x="1480157" y="3151957"/>
                  </a:lnTo>
                  <a:lnTo>
                    <a:pt x="1422885" y="3192924"/>
                  </a:lnTo>
                  <a:lnTo>
                    <a:pt x="1360931" y="3229876"/>
                  </a:lnTo>
                  <a:lnTo>
                    <a:pt x="1293881" y="3263267"/>
                  </a:lnTo>
                  <a:lnTo>
                    <a:pt x="1221606" y="3293446"/>
                  </a:lnTo>
                  <a:lnTo>
                    <a:pt x="1144403" y="3320657"/>
                  </a:lnTo>
                  <a:lnTo>
                    <a:pt x="1063138" y="3345034"/>
                  </a:lnTo>
                  <a:lnTo>
                    <a:pt x="979376" y="3366617"/>
                  </a:lnTo>
                  <a:lnTo>
                    <a:pt x="895445" y="3385371"/>
                  </a:lnTo>
                  <a:lnTo>
                    <a:pt x="814349" y="3401233"/>
                  </a:lnTo>
                  <a:lnTo>
                    <a:pt x="739507" y="3414158"/>
                  </a:lnTo>
                  <a:lnTo>
                    <a:pt x="674280" y="3424180"/>
                  </a:lnTo>
                  <a:lnTo>
                    <a:pt x="621385" y="3431459"/>
                  </a:lnTo>
                  <a:lnTo>
                    <a:pt x="582325" y="3436298"/>
                  </a:lnTo>
                  <a:lnTo>
                    <a:pt x="557022" y="3439133"/>
                  </a:lnTo>
                  <a:lnTo>
                    <a:pt x="543723" y="3440485"/>
                  </a:lnTo>
                  <a:lnTo>
                    <a:pt x="539151" y="3440910"/>
                  </a:lnTo>
                  <a:lnTo>
                    <a:pt x="538736" y="3440945"/>
                  </a:lnTo>
                  <a:lnTo>
                    <a:pt x="0" y="3440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9" name="pg1289"/>
            <p:cNvSpPr/>
            <p:nvPr/>
          </p:nvSpPr>
          <p:spPr>
            <a:xfrm>
              <a:off x="546595" y="799457"/>
              <a:ext cx="8234974" cy="4998082"/>
            </a:xfrm>
            <a:custGeom>
              <a:avLst/>
              <a:pathLst>
                <a:path w="8234974" h="4998082">
                  <a:moveTo>
                    <a:pt x="0" y="3353833"/>
                  </a:moveTo>
                  <a:lnTo>
                    <a:pt x="538736" y="3353833"/>
                  </a:lnTo>
                  <a:lnTo>
                    <a:pt x="539859" y="3353737"/>
                  </a:lnTo>
                  <a:lnTo>
                    <a:pt x="547214" y="3353052"/>
                  </a:lnTo>
                  <a:lnTo>
                    <a:pt x="565642" y="3351160"/>
                  </a:lnTo>
                  <a:lnTo>
                    <a:pt x="598308" y="3347442"/>
                  </a:lnTo>
                  <a:lnTo>
                    <a:pt x="646419" y="3341344"/>
                  </a:lnTo>
                  <a:lnTo>
                    <a:pt x="709156" y="3332442"/>
                  </a:lnTo>
                  <a:lnTo>
                    <a:pt x="783964" y="3320479"/>
                  </a:lnTo>
                  <a:lnTo>
                    <a:pt x="867177" y="3305361"/>
                  </a:lnTo>
                  <a:lnTo>
                    <a:pt x="954789" y="3287114"/>
                  </a:lnTo>
                  <a:lnTo>
                    <a:pt x="1043118" y="3265808"/>
                  </a:lnTo>
                  <a:lnTo>
                    <a:pt x="1129240" y="3241496"/>
                  </a:lnTo>
                  <a:lnTo>
                    <a:pt x="1211149" y="3214153"/>
                  </a:lnTo>
                  <a:lnTo>
                    <a:pt x="1287713" y="3183646"/>
                  </a:lnTo>
                  <a:lnTo>
                    <a:pt x="1358519" y="3149715"/>
                  </a:lnTo>
                  <a:lnTo>
                    <a:pt x="1423688" y="3111971"/>
                  </a:lnTo>
                  <a:lnTo>
                    <a:pt x="1483696" y="3069906"/>
                  </a:lnTo>
                  <a:lnTo>
                    <a:pt x="1539237" y="3022909"/>
                  </a:lnTo>
                  <a:lnTo>
                    <a:pt x="1591113" y="2970306"/>
                  </a:lnTo>
                  <a:lnTo>
                    <a:pt x="1640156" y="2911427"/>
                  </a:lnTo>
                  <a:lnTo>
                    <a:pt x="1687164" y="2845724"/>
                  </a:lnTo>
                  <a:lnTo>
                    <a:pt x="1719082" y="2795768"/>
                  </a:lnTo>
                  <a:lnTo>
                    <a:pt x="1752199" y="2739471"/>
                  </a:lnTo>
                  <a:lnTo>
                    <a:pt x="1785013" y="2679311"/>
                  </a:lnTo>
                  <a:lnTo>
                    <a:pt x="1817700" y="2615209"/>
                  </a:lnTo>
                  <a:lnTo>
                    <a:pt x="1850403" y="2547139"/>
                  </a:lnTo>
                  <a:lnTo>
                    <a:pt x="1883231" y="2475137"/>
                  </a:lnTo>
                  <a:lnTo>
                    <a:pt x="1916265" y="2399304"/>
                  </a:lnTo>
                  <a:lnTo>
                    <a:pt x="1949558" y="2319809"/>
                  </a:lnTo>
                  <a:lnTo>
                    <a:pt x="1983139" y="2236894"/>
                  </a:lnTo>
                  <a:lnTo>
                    <a:pt x="2017015" y="2150873"/>
                  </a:lnTo>
                  <a:lnTo>
                    <a:pt x="2051172" y="2062126"/>
                  </a:lnTo>
                  <a:lnTo>
                    <a:pt x="2085580" y="1971100"/>
                  </a:lnTo>
                  <a:lnTo>
                    <a:pt x="2120191" y="1878295"/>
                  </a:lnTo>
                  <a:lnTo>
                    <a:pt x="2154946" y="1784257"/>
                  </a:lnTo>
                  <a:lnTo>
                    <a:pt x="2189780" y="1689561"/>
                  </a:lnTo>
                  <a:lnTo>
                    <a:pt x="2224622" y="1594804"/>
                  </a:lnTo>
                  <a:lnTo>
                    <a:pt x="2259400" y="1500579"/>
                  </a:lnTo>
                  <a:lnTo>
                    <a:pt x="2294046" y="1407469"/>
                  </a:lnTo>
                  <a:lnTo>
                    <a:pt x="2328500" y="1316028"/>
                  </a:lnTo>
                  <a:lnTo>
                    <a:pt x="2362713" y="1226766"/>
                  </a:lnTo>
                  <a:lnTo>
                    <a:pt x="2396650" y="1140140"/>
                  </a:lnTo>
                  <a:lnTo>
                    <a:pt x="2430293" y="1056547"/>
                  </a:lnTo>
                  <a:lnTo>
                    <a:pt x="2463645" y="976314"/>
                  </a:lnTo>
                  <a:lnTo>
                    <a:pt x="2496729" y="899698"/>
                  </a:lnTo>
                  <a:lnTo>
                    <a:pt x="2529594" y="826884"/>
                  </a:lnTo>
                  <a:lnTo>
                    <a:pt x="2562316" y="757986"/>
                  </a:lnTo>
                  <a:lnTo>
                    <a:pt x="2594996" y="693053"/>
                  </a:lnTo>
                  <a:lnTo>
                    <a:pt x="2627770" y="632073"/>
                  </a:lnTo>
                  <a:lnTo>
                    <a:pt x="2660806" y="574977"/>
                  </a:lnTo>
                  <a:lnTo>
                    <a:pt x="2667772" y="563509"/>
                  </a:lnTo>
                  <a:lnTo>
                    <a:pt x="2713776" y="492883"/>
                  </a:lnTo>
                  <a:lnTo>
                    <a:pt x="2761322" y="429293"/>
                  </a:lnTo>
                  <a:lnTo>
                    <a:pt x="2811137" y="372384"/>
                  </a:lnTo>
                  <a:lnTo>
                    <a:pt x="2864037" y="321554"/>
                  </a:lnTo>
                  <a:lnTo>
                    <a:pt x="2920851" y="276122"/>
                  </a:lnTo>
                  <a:lnTo>
                    <a:pt x="2982358" y="235427"/>
                  </a:lnTo>
                  <a:lnTo>
                    <a:pt x="3049200" y="198888"/>
                  </a:lnTo>
                  <a:lnTo>
                    <a:pt x="3121760" y="166031"/>
                  </a:lnTo>
                  <a:lnTo>
                    <a:pt x="3200018" y="136505"/>
                  </a:lnTo>
                  <a:lnTo>
                    <a:pt x="3283362" y="110090"/>
                  </a:lnTo>
                  <a:lnTo>
                    <a:pt x="3370409" y="86688"/>
                  </a:lnTo>
                  <a:lnTo>
                    <a:pt x="3458869" y="66302"/>
                  </a:lnTo>
                  <a:lnTo>
                    <a:pt x="3545562" y="48997"/>
                  </a:lnTo>
                  <a:lnTo>
                    <a:pt x="3626648" y="34838"/>
                  </a:lnTo>
                  <a:lnTo>
                    <a:pt x="3698146" y="23820"/>
                  </a:lnTo>
                  <a:lnTo>
                    <a:pt x="3756647" y="15803"/>
                  </a:lnTo>
                  <a:lnTo>
                    <a:pt x="3800070" y="10479"/>
                  </a:lnTo>
                  <a:lnTo>
                    <a:pt x="3828196" y="7377"/>
                  </a:lnTo>
                  <a:lnTo>
                    <a:pt x="3842849" y="5918"/>
                  </a:lnTo>
                  <a:lnTo>
                    <a:pt x="3847732" y="547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03" y="5551"/>
                  </a:lnTo>
                  <a:lnTo>
                    <a:pt x="4393292" y="6315"/>
                  </a:lnTo>
                  <a:lnTo>
                    <a:pt x="4407421" y="8427"/>
                  </a:lnTo>
                  <a:lnTo>
                    <a:pt x="4432776" y="12585"/>
                  </a:lnTo>
                  <a:lnTo>
                    <a:pt x="4470754" y="19445"/>
                  </a:lnTo>
                  <a:lnTo>
                    <a:pt x="4521350" y="29549"/>
                  </a:lnTo>
                  <a:lnTo>
                    <a:pt x="4583243" y="43282"/>
                  </a:lnTo>
                  <a:lnTo>
                    <a:pt x="4654093" y="60852"/>
                  </a:lnTo>
                  <a:lnTo>
                    <a:pt x="4730991" y="82313"/>
                  </a:lnTo>
                  <a:lnTo>
                    <a:pt x="4810932" y="107618"/>
                  </a:lnTo>
                  <a:lnTo>
                    <a:pt x="4891208" y="136682"/>
                  </a:lnTo>
                  <a:lnTo>
                    <a:pt x="4969651" y="169450"/>
                  </a:lnTo>
                  <a:lnTo>
                    <a:pt x="5044720" y="205942"/>
                  </a:lnTo>
                  <a:lnTo>
                    <a:pt x="5115485" y="246290"/>
                  </a:lnTo>
                  <a:lnTo>
                    <a:pt x="5181527" y="290751"/>
                  </a:lnTo>
                  <a:lnTo>
                    <a:pt x="5242829" y="339716"/>
                  </a:lnTo>
                  <a:lnTo>
                    <a:pt x="5299655" y="393701"/>
                  </a:lnTo>
                  <a:lnTo>
                    <a:pt x="5352458" y="453338"/>
                  </a:lnTo>
                  <a:lnTo>
                    <a:pt x="5401803" y="519346"/>
                  </a:lnTo>
                  <a:lnTo>
                    <a:pt x="5448306" y="592492"/>
                  </a:lnTo>
                  <a:lnTo>
                    <a:pt x="5492592" y="673513"/>
                  </a:lnTo>
                  <a:lnTo>
                    <a:pt x="5535253" y="762996"/>
                  </a:lnTo>
                  <a:lnTo>
                    <a:pt x="5567201" y="837550"/>
                  </a:lnTo>
                  <a:lnTo>
                    <a:pt x="5594951" y="907433"/>
                  </a:lnTo>
                  <a:lnTo>
                    <a:pt x="5622465" y="981335"/>
                  </a:lnTo>
                  <a:lnTo>
                    <a:pt x="5649855" y="1059338"/>
                  </a:lnTo>
                  <a:lnTo>
                    <a:pt x="5677211" y="1141482"/>
                  </a:lnTo>
                  <a:lnTo>
                    <a:pt x="5704607" y="1227768"/>
                  </a:lnTo>
                  <a:lnTo>
                    <a:pt x="5732103" y="1318151"/>
                  </a:lnTo>
                  <a:lnTo>
                    <a:pt x="5759745" y="1412535"/>
                  </a:lnTo>
                  <a:lnTo>
                    <a:pt x="5787564" y="1510777"/>
                  </a:lnTo>
                  <a:lnTo>
                    <a:pt x="5815582" y="1612679"/>
                  </a:lnTo>
                  <a:lnTo>
                    <a:pt x="5843806" y="1717991"/>
                  </a:lnTo>
                  <a:lnTo>
                    <a:pt x="5872236" y="1826410"/>
                  </a:lnTo>
                  <a:lnTo>
                    <a:pt x="5900859" y="1937587"/>
                  </a:lnTo>
                  <a:lnTo>
                    <a:pt x="5929657" y="2051125"/>
                  </a:lnTo>
                  <a:lnTo>
                    <a:pt x="5958601" y="2166587"/>
                  </a:lnTo>
                  <a:lnTo>
                    <a:pt x="5987660" y="2283503"/>
                  </a:lnTo>
                  <a:lnTo>
                    <a:pt x="6016794" y="2401375"/>
                  </a:lnTo>
                  <a:lnTo>
                    <a:pt x="6045965" y="2519690"/>
                  </a:lnTo>
                  <a:lnTo>
                    <a:pt x="6075129" y="2637926"/>
                  </a:lnTo>
                  <a:lnTo>
                    <a:pt x="6104245" y="2755562"/>
                  </a:lnTo>
                  <a:lnTo>
                    <a:pt x="6133272" y="2872088"/>
                  </a:lnTo>
                  <a:lnTo>
                    <a:pt x="6162176" y="2987016"/>
                  </a:lnTo>
                  <a:lnTo>
                    <a:pt x="6190923" y="3099883"/>
                  </a:lnTo>
                  <a:lnTo>
                    <a:pt x="6219489" y="3210265"/>
                  </a:lnTo>
                  <a:lnTo>
                    <a:pt x="6247858" y="3317778"/>
                  </a:lnTo>
                  <a:lnTo>
                    <a:pt x="6276019" y="3422086"/>
                  </a:lnTo>
                  <a:lnTo>
                    <a:pt x="6303975" y="3522903"/>
                  </a:lnTo>
                  <a:lnTo>
                    <a:pt x="6331738" y="3619995"/>
                  </a:lnTo>
                  <a:lnTo>
                    <a:pt x="6359332" y="3713180"/>
                  </a:lnTo>
                  <a:lnTo>
                    <a:pt x="6386792" y="3802330"/>
                  </a:lnTo>
                  <a:lnTo>
                    <a:pt x="6414169" y="3887364"/>
                  </a:lnTo>
                  <a:lnTo>
                    <a:pt x="6441527" y="3968252"/>
                  </a:lnTo>
                  <a:lnTo>
                    <a:pt x="6468944" y="4045006"/>
                  </a:lnTo>
                  <a:lnTo>
                    <a:pt x="6496517" y="4117681"/>
                  </a:lnTo>
                  <a:lnTo>
                    <a:pt x="6515891" y="4165976"/>
                  </a:lnTo>
                  <a:lnTo>
                    <a:pt x="6557658" y="4262144"/>
                  </a:lnTo>
                  <a:lnTo>
                    <a:pt x="6600647" y="4349618"/>
                  </a:lnTo>
                  <a:lnTo>
                    <a:pt x="6645395" y="4428745"/>
                  </a:lnTo>
                  <a:lnTo>
                    <a:pt x="6692504" y="4500160"/>
                  </a:lnTo>
                  <a:lnTo>
                    <a:pt x="6742599" y="4564617"/>
                  </a:lnTo>
                  <a:lnTo>
                    <a:pt x="6796292" y="4622876"/>
                  </a:lnTo>
                  <a:lnTo>
                    <a:pt x="6854125" y="4675640"/>
                  </a:lnTo>
                  <a:lnTo>
                    <a:pt x="6916516" y="4723514"/>
                  </a:lnTo>
                  <a:lnTo>
                    <a:pt x="6983673" y="4766987"/>
                  </a:lnTo>
                  <a:lnTo>
                    <a:pt x="7055494" y="4806419"/>
                  </a:lnTo>
                  <a:lnTo>
                    <a:pt x="7131453" y="4842037"/>
                  </a:lnTo>
                  <a:lnTo>
                    <a:pt x="7210484" y="4873944"/>
                  </a:lnTo>
                  <a:lnTo>
                    <a:pt x="7290898" y="4902140"/>
                  </a:lnTo>
                  <a:lnTo>
                    <a:pt x="7370388" y="4926557"/>
                  </a:lnTo>
                  <a:lnTo>
                    <a:pt x="7446150" y="4947113"/>
                  </a:lnTo>
                  <a:lnTo>
                    <a:pt x="7515161" y="4963780"/>
                  </a:lnTo>
                  <a:lnTo>
                    <a:pt x="7574601" y="4976643"/>
                  </a:lnTo>
                  <a:lnTo>
                    <a:pt x="7622332" y="4985951"/>
                  </a:lnTo>
                  <a:lnTo>
                    <a:pt x="7657319" y="4992128"/>
                  </a:lnTo>
                  <a:lnTo>
                    <a:pt x="7679885" y="4995748"/>
                  </a:lnTo>
                  <a:lnTo>
                    <a:pt x="7691742" y="4997483"/>
                  </a:lnTo>
                  <a:lnTo>
                    <a:pt x="7695850" y="4998034"/>
                  </a:lnTo>
                  <a:lnTo>
                    <a:pt x="7696237" y="4998082"/>
                  </a:lnTo>
                  <a:lnTo>
                    <a:pt x="8234974" y="4998082"/>
                  </a:lnTo>
                  <a:lnTo>
                    <a:pt x="8234974" y="4992637"/>
                  </a:ln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5" y="95"/>
                  </a:lnTo>
                  <a:lnTo>
                    <a:pt x="3839641" y="780"/>
                  </a:lnTo>
                  <a:lnTo>
                    <a:pt x="3821212" y="2672"/>
                  </a:lnTo>
                  <a:lnTo>
                    <a:pt x="3788547" y="6390"/>
                  </a:lnTo>
                  <a:lnTo>
                    <a:pt x="3740435" y="12488"/>
                  </a:lnTo>
                  <a:lnTo>
                    <a:pt x="3677698" y="21390"/>
                  </a:lnTo>
                  <a:lnTo>
                    <a:pt x="3602891" y="33353"/>
                  </a:lnTo>
                  <a:lnTo>
                    <a:pt x="3519677" y="48471"/>
                  </a:lnTo>
                  <a:lnTo>
                    <a:pt x="3432066" y="66718"/>
                  </a:lnTo>
                  <a:lnTo>
                    <a:pt x="3343737" y="88024"/>
                  </a:lnTo>
                  <a:lnTo>
                    <a:pt x="3257614" y="112336"/>
                  </a:lnTo>
                  <a:lnTo>
                    <a:pt x="3175705" y="139679"/>
                  </a:lnTo>
                  <a:lnTo>
                    <a:pt x="3099142" y="170186"/>
                  </a:lnTo>
                  <a:lnTo>
                    <a:pt x="3028335" y="204117"/>
                  </a:lnTo>
                  <a:lnTo>
                    <a:pt x="2963166" y="241861"/>
                  </a:lnTo>
                  <a:lnTo>
                    <a:pt x="2903158" y="283926"/>
                  </a:lnTo>
                  <a:lnTo>
                    <a:pt x="2847618" y="330923"/>
                  </a:lnTo>
                  <a:lnTo>
                    <a:pt x="2795742" y="383526"/>
                  </a:lnTo>
                  <a:lnTo>
                    <a:pt x="2746698" y="442405"/>
                  </a:lnTo>
                  <a:lnTo>
                    <a:pt x="2699691" y="508108"/>
                  </a:lnTo>
                  <a:lnTo>
                    <a:pt x="2667772" y="558064"/>
                  </a:lnTo>
                  <a:lnTo>
                    <a:pt x="2634656" y="614361"/>
                  </a:lnTo>
                  <a:lnTo>
                    <a:pt x="2601842" y="674521"/>
                  </a:lnTo>
                  <a:lnTo>
                    <a:pt x="2569154" y="738623"/>
                  </a:lnTo>
                  <a:lnTo>
                    <a:pt x="2536451" y="806693"/>
                  </a:lnTo>
                  <a:lnTo>
                    <a:pt x="2503623" y="878695"/>
                  </a:lnTo>
                  <a:lnTo>
                    <a:pt x="2470590" y="954528"/>
                  </a:lnTo>
                  <a:lnTo>
                    <a:pt x="2437297" y="1034023"/>
                  </a:lnTo>
                  <a:lnTo>
                    <a:pt x="2403716" y="1116938"/>
                  </a:lnTo>
                  <a:lnTo>
                    <a:pt x="2369840" y="1202959"/>
                  </a:lnTo>
                  <a:lnTo>
                    <a:pt x="2335682" y="1291706"/>
                  </a:lnTo>
                  <a:lnTo>
                    <a:pt x="2301275" y="1382732"/>
                  </a:lnTo>
                  <a:lnTo>
                    <a:pt x="2266664" y="1475537"/>
                  </a:lnTo>
                  <a:lnTo>
                    <a:pt x="2231908" y="1569575"/>
                  </a:lnTo>
                  <a:lnTo>
                    <a:pt x="2197074" y="1664271"/>
                  </a:lnTo>
                  <a:lnTo>
                    <a:pt x="2162232" y="1759028"/>
                  </a:lnTo>
                  <a:lnTo>
                    <a:pt x="2127455" y="1853253"/>
                  </a:lnTo>
                  <a:lnTo>
                    <a:pt x="2092808" y="1946363"/>
                  </a:lnTo>
                  <a:lnTo>
                    <a:pt x="2058354" y="2037804"/>
                  </a:lnTo>
                  <a:lnTo>
                    <a:pt x="2024141" y="2127067"/>
                  </a:lnTo>
                  <a:lnTo>
                    <a:pt x="1990204" y="2213692"/>
                  </a:lnTo>
                  <a:lnTo>
                    <a:pt x="1956561" y="2297285"/>
                  </a:lnTo>
                  <a:lnTo>
                    <a:pt x="1923210" y="2377518"/>
                  </a:lnTo>
                  <a:lnTo>
                    <a:pt x="1890126" y="2454134"/>
                  </a:lnTo>
                  <a:lnTo>
                    <a:pt x="1857260" y="2526948"/>
                  </a:lnTo>
                  <a:lnTo>
                    <a:pt x="1824539" y="2595846"/>
                  </a:lnTo>
                  <a:lnTo>
                    <a:pt x="1791859" y="2660779"/>
                  </a:lnTo>
                  <a:lnTo>
                    <a:pt x="1759085" y="2721759"/>
                  </a:lnTo>
                  <a:lnTo>
                    <a:pt x="1726049" y="2778855"/>
                  </a:lnTo>
                  <a:lnTo>
                    <a:pt x="1719082" y="2790323"/>
                  </a:lnTo>
                  <a:lnTo>
                    <a:pt x="1673079" y="2860949"/>
                  </a:lnTo>
                  <a:lnTo>
                    <a:pt x="1625533" y="2924539"/>
                  </a:lnTo>
                  <a:lnTo>
                    <a:pt x="1575717" y="2981448"/>
                  </a:lnTo>
                  <a:lnTo>
                    <a:pt x="1522818" y="3032278"/>
                  </a:lnTo>
                  <a:lnTo>
                    <a:pt x="1466004" y="3077710"/>
                  </a:lnTo>
                  <a:lnTo>
                    <a:pt x="1404496" y="3118405"/>
                  </a:lnTo>
                  <a:lnTo>
                    <a:pt x="1337655" y="3154944"/>
                  </a:lnTo>
                  <a:lnTo>
                    <a:pt x="1265094" y="3187801"/>
                  </a:lnTo>
                  <a:lnTo>
                    <a:pt x="1186837" y="3217327"/>
                  </a:lnTo>
                  <a:lnTo>
                    <a:pt x="1103492" y="3243742"/>
                  </a:lnTo>
                  <a:lnTo>
                    <a:pt x="1016446" y="3267144"/>
                  </a:lnTo>
                  <a:lnTo>
                    <a:pt x="927985" y="3287530"/>
                  </a:lnTo>
                  <a:lnTo>
                    <a:pt x="841293" y="3304835"/>
                  </a:lnTo>
                  <a:lnTo>
                    <a:pt x="760206" y="3318994"/>
                  </a:lnTo>
                  <a:lnTo>
                    <a:pt x="688709" y="3330012"/>
                  </a:lnTo>
                  <a:lnTo>
                    <a:pt x="630207" y="3338029"/>
                  </a:lnTo>
                  <a:lnTo>
                    <a:pt x="586785" y="3343353"/>
                  </a:lnTo>
                  <a:lnTo>
                    <a:pt x="558658" y="3346455"/>
                  </a:lnTo>
                  <a:lnTo>
                    <a:pt x="544005" y="3347914"/>
                  </a:lnTo>
                  <a:lnTo>
                    <a:pt x="539123" y="3348356"/>
                  </a:lnTo>
                  <a:lnTo>
                    <a:pt x="538736" y="3348388"/>
                  </a:lnTo>
                  <a:lnTo>
                    <a:pt x="0" y="3348388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90" name="pl1290"/>
            <p:cNvSpPr/>
            <p:nvPr/>
          </p:nvSpPr>
          <p:spPr>
            <a:xfrm>
              <a:off x="546595" y="804902"/>
              <a:ext cx="8234974" cy="4992637"/>
            </a:xfrm>
            <a:custGeom>
              <a:avLst/>
              <a:pathLst>
                <a:path w="8234974" h="4992637">
                  <a:moveTo>
                    <a:pt x="0" y="3348388"/>
                  </a:moveTo>
                  <a:lnTo>
                    <a:pt x="538736" y="3348388"/>
                  </a:lnTo>
                  <a:lnTo>
                    <a:pt x="539859" y="3348292"/>
                  </a:lnTo>
                  <a:lnTo>
                    <a:pt x="547214" y="3347608"/>
                  </a:lnTo>
                  <a:lnTo>
                    <a:pt x="565642" y="3345716"/>
                  </a:lnTo>
                  <a:lnTo>
                    <a:pt x="598308" y="3341998"/>
                  </a:lnTo>
                  <a:lnTo>
                    <a:pt x="646419" y="3335900"/>
                  </a:lnTo>
                  <a:lnTo>
                    <a:pt x="709156" y="3326997"/>
                  </a:lnTo>
                  <a:lnTo>
                    <a:pt x="783964" y="3315034"/>
                  </a:lnTo>
                  <a:lnTo>
                    <a:pt x="867177" y="3299917"/>
                  </a:lnTo>
                  <a:lnTo>
                    <a:pt x="954789" y="3281669"/>
                  </a:lnTo>
                  <a:lnTo>
                    <a:pt x="1043118" y="3260364"/>
                  </a:lnTo>
                  <a:lnTo>
                    <a:pt x="1129240" y="3236052"/>
                  </a:lnTo>
                  <a:lnTo>
                    <a:pt x="1211149" y="3208709"/>
                  </a:lnTo>
                  <a:lnTo>
                    <a:pt x="1287713" y="3178202"/>
                  </a:lnTo>
                  <a:lnTo>
                    <a:pt x="1358519" y="3144270"/>
                  </a:lnTo>
                  <a:lnTo>
                    <a:pt x="1423688" y="3106527"/>
                  </a:lnTo>
                  <a:lnTo>
                    <a:pt x="1483696" y="3064461"/>
                  </a:lnTo>
                  <a:lnTo>
                    <a:pt x="1539237" y="3017464"/>
                  </a:lnTo>
                  <a:lnTo>
                    <a:pt x="1591113" y="2964862"/>
                  </a:lnTo>
                  <a:lnTo>
                    <a:pt x="1640156" y="2905983"/>
                  </a:lnTo>
                  <a:lnTo>
                    <a:pt x="1687164" y="2840279"/>
                  </a:lnTo>
                  <a:lnTo>
                    <a:pt x="1719082" y="2790323"/>
                  </a:lnTo>
                  <a:lnTo>
                    <a:pt x="1752199" y="2734027"/>
                  </a:lnTo>
                  <a:lnTo>
                    <a:pt x="1785013" y="2673867"/>
                  </a:lnTo>
                  <a:lnTo>
                    <a:pt x="1817700" y="2609764"/>
                  </a:lnTo>
                  <a:lnTo>
                    <a:pt x="1850403" y="2541694"/>
                  </a:lnTo>
                  <a:lnTo>
                    <a:pt x="1883231" y="2469692"/>
                  </a:lnTo>
                  <a:lnTo>
                    <a:pt x="1916265" y="2393859"/>
                  </a:lnTo>
                  <a:lnTo>
                    <a:pt x="1949558" y="2314364"/>
                  </a:lnTo>
                  <a:lnTo>
                    <a:pt x="1983139" y="2231450"/>
                  </a:lnTo>
                  <a:lnTo>
                    <a:pt x="2017015" y="2145428"/>
                  </a:lnTo>
                  <a:lnTo>
                    <a:pt x="2051172" y="2056682"/>
                  </a:lnTo>
                  <a:lnTo>
                    <a:pt x="2085580" y="1965656"/>
                  </a:lnTo>
                  <a:lnTo>
                    <a:pt x="2120191" y="1872851"/>
                  </a:lnTo>
                  <a:lnTo>
                    <a:pt x="2154946" y="1778812"/>
                  </a:lnTo>
                  <a:lnTo>
                    <a:pt x="2189780" y="1684117"/>
                  </a:lnTo>
                  <a:lnTo>
                    <a:pt x="2224622" y="1589359"/>
                  </a:lnTo>
                  <a:lnTo>
                    <a:pt x="2259400" y="1495135"/>
                  </a:lnTo>
                  <a:lnTo>
                    <a:pt x="2294046" y="1402025"/>
                  </a:lnTo>
                  <a:lnTo>
                    <a:pt x="2328500" y="1310583"/>
                  </a:lnTo>
                  <a:lnTo>
                    <a:pt x="2362713" y="1221321"/>
                  </a:lnTo>
                  <a:lnTo>
                    <a:pt x="2396650" y="1134695"/>
                  </a:lnTo>
                  <a:lnTo>
                    <a:pt x="2430293" y="1051102"/>
                  </a:lnTo>
                  <a:lnTo>
                    <a:pt x="2463645" y="970870"/>
                  </a:lnTo>
                  <a:lnTo>
                    <a:pt x="2496729" y="894254"/>
                  </a:lnTo>
                  <a:lnTo>
                    <a:pt x="2529594" y="821439"/>
                  </a:lnTo>
                  <a:lnTo>
                    <a:pt x="2562316" y="752541"/>
                  </a:lnTo>
                  <a:lnTo>
                    <a:pt x="2594996" y="687609"/>
                  </a:lnTo>
                  <a:lnTo>
                    <a:pt x="2627770" y="626628"/>
                  </a:lnTo>
                  <a:lnTo>
                    <a:pt x="2660806" y="569532"/>
                  </a:lnTo>
                  <a:lnTo>
                    <a:pt x="2667772" y="558064"/>
                  </a:lnTo>
                  <a:lnTo>
                    <a:pt x="2713776" y="487438"/>
                  </a:lnTo>
                  <a:lnTo>
                    <a:pt x="2761322" y="423848"/>
                  </a:lnTo>
                  <a:lnTo>
                    <a:pt x="2811137" y="366939"/>
                  </a:lnTo>
                  <a:lnTo>
                    <a:pt x="2864037" y="316109"/>
                  </a:lnTo>
                  <a:lnTo>
                    <a:pt x="2920851" y="270677"/>
                  </a:lnTo>
                  <a:lnTo>
                    <a:pt x="2982358" y="229983"/>
                  </a:lnTo>
                  <a:lnTo>
                    <a:pt x="3049200" y="193444"/>
                  </a:lnTo>
                  <a:lnTo>
                    <a:pt x="3121760" y="160586"/>
                  </a:lnTo>
                  <a:lnTo>
                    <a:pt x="3200018" y="131060"/>
                  </a:lnTo>
                  <a:lnTo>
                    <a:pt x="3283362" y="104645"/>
                  </a:lnTo>
                  <a:lnTo>
                    <a:pt x="3370409" y="81243"/>
                  </a:lnTo>
                  <a:lnTo>
                    <a:pt x="3458869" y="60857"/>
                  </a:lnTo>
                  <a:lnTo>
                    <a:pt x="3545562" y="43553"/>
                  </a:lnTo>
                  <a:lnTo>
                    <a:pt x="3626648" y="29394"/>
                  </a:lnTo>
                  <a:lnTo>
                    <a:pt x="3698146" y="18375"/>
                  </a:lnTo>
                  <a:lnTo>
                    <a:pt x="3756647" y="10359"/>
                  </a:lnTo>
                  <a:lnTo>
                    <a:pt x="3800070" y="5034"/>
                  </a:lnTo>
                  <a:lnTo>
                    <a:pt x="3828196" y="1933"/>
                  </a:lnTo>
                  <a:lnTo>
                    <a:pt x="3842849" y="473"/>
                  </a:lnTo>
                  <a:lnTo>
                    <a:pt x="3847732" y="3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03" y="107"/>
                  </a:lnTo>
                  <a:lnTo>
                    <a:pt x="4393292" y="871"/>
                  </a:lnTo>
                  <a:lnTo>
                    <a:pt x="4407421" y="2982"/>
                  </a:lnTo>
                  <a:lnTo>
                    <a:pt x="4432776" y="7141"/>
                  </a:lnTo>
                  <a:lnTo>
                    <a:pt x="4470754" y="14000"/>
                  </a:lnTo>
                  <a:lnTo>
                    <a:pt x="4521350" y="24104"/>
                  </a:lnTo>
                  <a:lnTo>
                    <a:pt x="4583243" y="37837"/>
                  </a:lnTo>
                  <a:lnTo>
                    <a:pt x="4654093" y="55407"/>
                  </a:lnTo>
                  <a:lnTo>
                    <a:pt x="4730991" y="76868"/>
                  </a:lnTo>
                  <a:lnTo>
                    <a:pt x="4810932" y="102173"/>
                  </a:lnTo>
                  <a:lnTo>
                    <a:pt x="4891208" y="131237"/>
                  </a:lnTo>
                  <a:lnTo>
                    <a:pt x="4969651" y="164005"/>
                  </a:lnTo>
                  <a:lnTo>
                    <a:pt x="5044720" y="200498"/>
                  </a:lnTo>
                  <a:lnTo>
                    <a:pt x="5115485" y="240845"/>
                  </a:lnTo>
                  <a:lnTo>
                    <a:pt x="5181527" y="285307"/>
                  </a:lnTo>
                  <a:lnTo>
                    <a:pt x="5242829" y="334272"/>
                  </a:lnTo>
                  <a:lnTo>
                    <a:pt x="5299655" y="388257"/>
                  </a:lnTo>
                  <a:lnTo>
                    <a:pt x="5352458" y="447893"/>
                  </a:lnTo>
                  <a:lnTo>
                    <a:pt x="5401803" y="513902"/>
                  </a:lnTo>
                  <a:lnTo>
                    <a:pt x="5448306" y="587048"/>
                  </a:lnTo>
                  <a:lnTo>
                    <a:pt x="5492592" y="668069"/>
                  </a:lnTo>
                  <a:lnTo>
                    <a:pt x="5535253" y="757552"/>
                  </a:lnTo>
                  <a:lnTo>
                    <a:pt x="5567201" y="832106"/>
                  </a:lnTo>
                  <a:lnTo>
                    <a:pt x="5594951" y="901988"/>
                  </a:lnTo>
                  <a:lnTo>
                    <a:pt x="5622465" y="975891"/>
                  </a:lnTo>
                  <a:lnTo>
                    <a:pt x="5649855" y="1053893"/>
                  </a:lnTo>
                  <a:lnTo>
                    <a:pt x="5677211" y="1136037"/>
                  </a:lnTo>
                  <a:lnTo>
                    <a:pt x="5704607" y="1222324"/>
                  </a:lnTo>
                  <a:lnTo>
                    <a:pt x="5732103" y="1312706"/>
                  </a:lnTo>
                  <a:lnTo>
                    <a:pt x="5759745" y="1407091"/>
                  </a:lnTo>
                  <a:lnTo>
                    <a:pt x="5787564" y="1505333"/>
                  </a:lnTo>
                  <a:lnTo>
                    <a:pt x="5815582" y="1607234"/>
                  </a:lnTo>
                  <a:lnTo>
                    <a:pt x="5843806" y="1712546"/>
                  </a:lnTo>
                  <a:lnTo>
                    <a:pt x="5872236" y="1820966"/>
                  </a:lnTo>
                  <a:lnTo>
                    <a:pt x="5900859" y="1932143"/>
                  </a:lnTo>
                  <a:lnTo>
                    <a:pt x="5929657" y="2045681"/>
                  </a:lnTo>
                  <a:lnTo>
                    <a:pt x="5958601" y="2161143"/>
                  </a:lnTo>
                  <a:lnTo>
                    <a:pt x="5987660" y="2278058"/>
                  </a:lnTo>
                  <a:lnTo>
                    <a:pt x="6016794" y="2395930"/>
                  </a:lnTo>
                  <a:lnTo>
                    <a:pt x="6045965" y="2514245"/>
                  </a:lnTo>
                  <a:lnTo>
                    <a:pt x="6075129" y="2632481"/>
                  </a:lnTo>
                  <a:lnTo>
                    <a:pt x="6104245" y="2750117"/>
                  </a:lnTo>
                  <a:lnTo>
                    <a:pt x="6133272" y="2866644"/>
                  </a:lnTo>
                  <a:lnTo>
                    <a:pt x="6162176" y="2981571"/>
                  </a:lnTo>
                  <a:lnTo>
                    <a:pt x="6190923" y="3094438"/>
                  </a:lnTo>
                  <a:lnTo>
                    <a:pt x="6219489" y="3204820"/>
                  </a:lnTo>
                  <a:lnTo>
                    <a:pt x="6247858" y="3312333"/>
                  </a:lnTo>
                  <a:lnTo>
                    <a:pt x="6276019" y="3416641"/>
                  </a:lnTo>
                  <a:lnTo>
                    <a:pt x="6303975" y="3517458"/>
                  </a:lnTo>
                  <a:lnTo>
                    <a:pt x="6331738" y="3614550"/>
                  </a:lnTo>
                  <a:lnTo>
                    <a:pt x="6359332" y="3707736"/>
                  </a:lnTo>
                  <a:lnTo>
                    <a:pt x="6386792" y="3796885"/>
                  </a:lnTo>
                  <a:lnTo>
                    <a:pt x="6414169" y="3881920"/>
                  </a:lnTo>
                  <a:lnTo>
                    <a:pt x="6441527" y="3962807"/>
                  </a:lnTo>
                  <a:lnTo>
                    <a:pt x="6468944" y="4039562"/>
                  </a:lnTo>
                  <a:lnTo>
                    <a:pt x="6496517" y="4112236"/>
                  </a:lnTo>
                  <a:lnTo>
                    <a:pt x="6515891" y="4160531"/>
                  </a:lnTo>
                  <a:lnTo>
                    <a:pt x="6557658" y="4256699"/>
                  </a:lnTo>
                  <a:lnTo>
                    <a:pt x="6600647" y="4344173"/>
                  </a:lnTo>
                  <a:lnTo>
                    <a:pt x="6645395" y="4423300"/>
                  </a:lnTo>
                  <a:lnTo>
                    <a:pt x="6692504" y="4494716"/>
                  </a:lnTo>
                  <a:lnTo>
                    <a:pt x="6742599" y="4559173"/>
                  </a:lnTo>
                  <a:lnTo>
                    <a:pt x="6796292" y="4617432"/>
                  </a:lnTo>
                  <a:lnTo>
                    <a:pt x="6854125" y="4670195"/>
                  </a:lnTo>
                  <a:lnTo>
                    <a:pt x="6916516" y="4718069"/>
                  </a:lnTo>
                  <a:lnTo>
                    <a:pt x="6983673" y="4761543"/>
                  </a:lnTo>
                  <a:lnTo>
                    <a:pt x="7055494" y="4800975"/>
                  </a:lnTo>
                  <a:lnTo>
                    <a:pt x="7131453" y="4836592"/>
                  </a:lnTo>
                  <a:lnTo>
                    <a:pt x="7210484" y="4868499"/>
                  </a:lnTo>
                  <a:lnTo>
                    <a:pt x="7290898" y="4896695"/>
                  </a:lnTo>
                  <a:lnTo>
                    <a:pt x="7370388" y="4921112"/>
                  </a:lnTo>
                  <a:lnTo>
                    <a:pt x="7446150" y="4941669"/>
                  </a:lnTo>
                  <a:lnTo>
                    <a:pt x="7515161" y="4958335"/>
                  </a:lnTo>
                  <a:lnTo>
                    <a:pt x="7574601" y="4971198"/>
                  </a:lnTo>
                  <a:lnTo>
                    <a:pt x="7622332" y="4980506"/>
                  </a:lnTo>
                  <a:lnTo>
                    <a:pt x="7657319" y="4986683"/>
                  </a:lnTo>
                  <a:lnTo>
                    <a:pt x="7679885" y="4990304"/>
                  </a:lnTo>
                  <a:lnTo>
                    <a:pt x="7691742" y="4992039"/>
                  </a:lnTo>
                  <a:lnTo>
                    <a:pt x="7695850" y="4992589"/>
                  </a:lnTo>
                  <a:lnTo>
                    <a:pt x="7696237" y="4992637"/>
                  </a:lnTo>
                  <a:lnTo>
                    <a:pt x="8234974" y="4992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1" name="pl1291"/>
            <p:cNvSpPr/>
            <p:nvPr/>
          </p:nvSpPr>
          <p:spPr>
            <a:xfrm>
              <a:off x="546595" y="799457"/>
              <a:ext cx="8234974" cy="4992637"/>
            </a:xfrm>
            <a:custGeom>
              <a:avLst/>
              <a:pathLst>
                <a:path w="8234974" h="4992637">
                  <a:moveTo>
                    <a:pt x="8234974" y="4992637"/>
                  </a:move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5" y="95"/>
                  </a:lnTo>
                  <a:lnTo>
                    <a:pt x="3839641" y="780"/>
                  </a:lnTo>
                  <a:lnTo>
                    <a:pt x="3821212" y="2672"/>
                  </a:lnTo>
                  <a:lnTo>
                    <a:pt x="3788547" y="6390"/>
                  </a:lnTo>
                  <a:lnTo>
                    <a:pt x="3740435" y="12488"/>
                  </a:lnTo>
                  <a:lnTo>
                    <a:pt x="3677698" y="21390"/>
                  </a:lnTo>
                  <a:lnTo>
                    <a:pt x="3602891" y="33353"/>
                  </a:lnTo>
                  <a:lnTo>
                    <a:pt x="3519677" y="48471"/>
                  </a:lnTo>
                  <a:lnTo>
                    <a:pt x="3432066" y="66718"/>
                  </a:lnTo>
                  <a:lnTo>
                    <a:pt x="3343737" y="88024"/>
                  </a:lnTo>
                  <a:lnTo>
                    <a:pt x="3257614" y="112336"/>
                  </a:lnTo>
                  <a:lnTo>
                    <a:pt x="3175705" y="139679"/>
                  </a:lnTo>
                  <a:lnTo>
                    <a:pt x="3099142" y="170186"/>
                  </a:lnTo>
                  <a:lnTo>
                    <a:pt x="3028335" y="204117"/>
                  </a:lnTo>
                  <a:lnTo>
                    <a:pt x="2963166" y="241861"/>
                  </a:lnTo>
                  <a:lnTo>
                    <a:pt x="2903158" y="283926"/>
                  </a:lnTo>
                  <a:lnTo>
                    <a:pt x="2847618" y="330923"/>
                  </a:lnTo>
                  <a:lnTo>
                    <a:pt x="2795742" y="383526"/>
                  </a:lnTo>
                  <a:lnTo>
                    <a:pt x="2746698" y="442405"/>
                  </a:lnTo>
                  <a:lnTo>
                    <a:pt x="2699691" y="508108"/>
                  </a:lnTo>
                  <a:lnTo>
                    <a:pt x="2667772" y="558064"/>
                  </a:lnTo>
                  <a:lnTo>
                    <a:pt x="2634656" y="614361"/>
                  </a:lnTo>
                  <a:lnTo>
                    <a:pt x="2601842" y="674521"/>
                  </a:lnTo>
                  <a:lnTo>
                    <a:pt x="2569154" y="738623"/>
                  </a:lnTo>
                  <a:lnTo>
                    <a:pt x="2536451" y="806693"/>
                  </a:lnTo>
                  <a:lnTo>
                    <a:pt x="2503623" y="878695"/>
                  </a:lnTo>
                  <a:lnTo>
                    <a:pt x="2470590" y="954528"/>
                  </a:lnTo>
                  <a:lnTo>
                    <a:pt x="2437297" y="1034023"/>
                  </a:lnTo>
                  <a:lnTo>
                    <a:pt x="2403716" y="1116938"/>
                  </a:lnTo>
                  <a:lnTo>
                    <a:pt x="2369840" y="1202959"/>
                  </a:lnTo>
                  <a:lnTo>
                    <a:pt x="2335682" y="1291706"/>
                  </a:lnTo>
                  <a:lnTo>
                    <a:pt x="2301275" y="1382732"/>
                  </a:lnTo>
                  <a:lnTo>
                    <a:pt x="2266664" y="1475537"/>
                  </a:lnTo>
                  <a:lnTo>
                    <a:pt x="2231908" y="1569575"/>
                  </a:lnTo>
                  <a:lnTo>
                    <a:pt x="2197074" y="1664271"/>
                  </a:lnTo>
                  <a:lnTo>
                    <a:pt x="2162232" y="1759028"/>
                  </a:lnTo>
                  <a:lnTo>
                    <a:pt x="2127455" y="1853253"/>
                  </a:lnTo>
                  <a:lnTo>
                    <a:pt x="2092808" y="1946363"/>
                  </a:lnTo>
                  <a:lnTo>
                    <a:pt x="2058354" y="2037804"/>
                  </a:lnTo>
                  <a:lnTo>
                    <a:pt x="2024141" y="2127067"/>
                  </a:lnTo>
                  <a:lnTo>
                    <a:pt x="1990204" y="2213692"/>
                  </a:lnTo>
                  <a:lnTo>
                    <a:pt x="1956561" y="2297285"/>
                  </a:lnTo>
                  <a:lnTo>
                    <a:pt x="1923210" y="2377518"/>
                  </a:lnTo>
                  <a:lnTo>
                    <a:pt x="1890126" y="2454134"/>
                  </a:lnTo>
                  <a:lnTo>
                    <a:pt x="1857260" y="2526948"/>
                  </a:lnTo>
                  <a:lnTo>
                    <a:pt x="1824539" y="2595846"/>
                  </a:lnTo>
                  <a:lnTo>
                    <a:pt x="1791859" y="2660779"/>
                  </a:lnTo>
                  <a:lnTo>
                    <a:pt x="1759085" y="2721759"/>
                  </a:lnTo>
                  <a:lnTo>
                    <a:pt x="1726049" y="2778855"/>
                  </a:lnTo>
                  <a:lnTo>
                    <a:pt x="1719082" y="2790323"/>
                  </a:lnTo>
                  <a:lnTo>
                    <a:pt x="1673079" y="2860949"/>
                  </a:lnTo>
                  <a:lnTo>
                    <a:pt x="1625533" y="2924539"/>
                  </a:lnTo>
                  <a:lnTo>
                    <a:pt x="1575717" y="2981448"/>
                  </a:lnTo>
                  <a:lnTo>
                    <a:pt x="1522818" y="3032278"/>
                  </a:lnTo>
                  <a:lnTo>
                    <a:pt x="1466004" y="3077710"/>
                  </a:lnTo>
                  <a:lnTo>
                    <a:pt x="1404496" y="3118405"/>
                  </a:lnTo>
                  <a:lnTo>
                    <a:pt x="1337655" y="3154944"/>
                  </a:lnTo>
                  <a:lnTo>
                    <a:pt x="1265094" y="3187801"/>
                  </a:lnTo>
                  <a:lnTo>
                    <a:pt x="1186837" y="3217327"/>
                  </a:lnTo>
                  <a:lnTo>
                    <a:pt x="1103492" y="3243742"/>
                  </a:lnTo>
                  <a:lnTo>
                    <a:pt x="1016446" y="3267144"/>
                  </a:lnTo>
                  <a:lnTo>
                    <a:pt x="927985" y="3287530"/>
                  </a:lnTo>
                  <a:lnTo>
                    <a:pt x="841293" y="3304835"/>
                  </a:lnTo>
                  <a:lnTo>
                    <a:pt x="760206" y="3318994"/>
                  </a:lnTo>
                  <a:lnTo>
                    <a:pt x="688709" y="3330012"/>
                  </a:lnTo>
                  <a:lnTo>
                    <a:pt x="630207" y="3338029"/>
                  </a:lnTo>
                  <a:lnTo>
                    <a:pt x="586785" y="3343353"/>
                  </a:lnTo>
                  <a:lnTo>
                    <a:pt x="558658" y="3346455"/>
                  </a:lnTo>
                  <a:lnTo>
                    <a:pt x="544005" y="3347914"/>
                  </a:lnTo>
                  <a:lnTo>
                    <a:pt x="539123" y="3348356"/>
                  </a:lnTo>
                  <a:lnTo>
                    <a:pt x="538736" y="3348388"/>
                  </a:lnTo>
                  <a:lnTo>
                    <a:pt x="0" y="33483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2" name="pg1292"/>
            <p:cNvSpPr/>
            <p:nvPr/>
          </p:nvSpPr>
          <p:spPr>
            <a:xfrm>
              <a:off x="546595" y="2585265"/>
              <a:ext cx="8234974" cy="1774918"/>
            </a:xfrm>
            <a:custGeom>
              <a:avLst/>
              <a:pathLst>
                <a:path w="8234974" h="1774918">
                  <a:moveTo>
                    <a:pt x="0" y="1774918"/>
                  </a:moveTo>
                  <a:lnTo>
                    <a:pt x="538736" y="1774918"/>
                  </a:lnTo>
                  <a:lnTo>
                    <a:pt x="540039" y="1774917"/>
                  </a:lnTo>
                  <a:lnTo>
                    <a:pt x="548538" y="1774910"/>
                  </a:lnTo>
                  <a:lnTo>
                    <a:pt x="569724" y="1774892"/>
                  </a:lnTo>
                  <a:lnTo>
                    <a:pt x="606993" y="1774857"/>
                  </a:lnTo>
                  <a:lnTo>
                    <a:pt x="661319" y="1774800"/>
                  </a:lnTo>
                  <a:lnTo>
                    <a:pt x="731238" y="1774716"/>
                  </a:lnTo>
                  <a:lnTo>
                    <a:pt x="813334" y="1774605"/>
                  </a:lnTo>
                  <a:lnTo>
                    <a:pt x="903122" y="1774465"/>
                  </a:lnTo>
                  <a:lnTo>
                    <a:pt x="996018" y="1774298"/>
                  </a:lnTo>
                  <a:lnTo>
                    <a:pt x="1088090" y="1774103"/>
                  </a:lnTo>
                  <a:lnTo>
                    <a:pt x="1176453" y="1773881"/>
                  </a:lnTo>
                  <a:lnTo>
                    <a:pt x="1259343" y="1773631"/>
                  </a:lnTo>
                  <a:lnTo>
                    <a:pt x="1335962" y="1773352"/>
                  </a:lnTo>
                  <a:lnTo>
                    <a:pt x="1406253" y="1773039"/>
                  </a:lnTo>
                  <a:lnTo>
                    <a:pt x="1470664" y="1772689"/>
                  </a:lnTo>
                  <a:lnTo>
                    <a:pt x="1529947" y="1772296"/>
                  </a:lnTo>
                  <a:lnTo>
                    <a:pt x="1585020" y="1771854"/>
                  </a:lnTo>
                  <a:lnTo>
                    <a:pt x="1636850" y="1771356"/>
                  </a:lnTo>
                  <a:lnTo>
                    <a:pt x="1686368" y="1770796"/>
                  </a:lnTo>
                  <a:lnTo>
                    <a:pt x="1719082" y="1770381"/>
                  </a:lnTo>
                  <a:lnTo>
                    <a:pt x="1771872" y="1769634"/>
                  </a:lnTo>
                  <a:lnTo>
                    <a:pt x="1824158" y="1768806"/>
                  </a:lnTo>
                  <a:lnTo>
                    <a:pt x="1876535" y="1767895"/>
                  </a:lnTo>
                  <a:lnTo>
                    <a:pt x="1929391" y="1766905"/>
                  </a:lnTo>
                  <a:lnTo>
                    <a:pt x="1982939" y="1765841"/>
                  </a:lnTo>
                  <a:lnTo>
                    <a:pt x="2037234" y="1764712"/>
                  </a:lnTo>
                  <a:lnTo>
                    <a:pt x="2092200" y="1763532"/>
                  </a:lnTo>
                  <a:lnTo>
                    <a:pt x="2147656" y="1762318"/>
                  </a:lnTo>
                  <a:lnTo>
                    <a:pt x="2203348" y="1761087"/>
                  </a:lnTo>
                  <a:lnTo>
                    <a:pt x="2258988" y="1759860"/>
                  </a:lnTo>
                  <a:lnTo>
                    <a:pt x="2314296" y="1758655"/>
                  </a:lnTo>
                  <a:lnTo>
                    <a:pt x="2369039" y="1757492"/>
                  </a:lnTo>
                  <a:lnTo>
                    <a:pt x="2423071" y="1756385"/>
                  </a:lnTo>
                  <a:lnTo>
                    <a:pt x="2476358" y="1755346"/>
                  </a:lnTo>
                  <a:lnTo>
                    <a:pt x="2529011" y="1754384"/>
                  </a:lnTo>
                  <a:lnTo>
                    <a:pt x="2581300" y="1753503"/>
                  </a:lnTo>
                  <a:lnTo>
                    <a:pt x="2633686" y="1752704"/>
                  </a:lnTo>
                  <a:lnTo>
                    <a:pt x="2667772" y="1752232"/>
                  </a:lnTo>
                  <a:lnTo>
                    <a:pt x="2716192" y="1751630"/>
                  </a:lnTo>
                  <a:lnTo>
                    <a:pt x="2766357" y="1751091"/>
                  </a:lnTo>
                  <a:lnTo>
                    <a:pt x="2819123" y="1750611"/>
                  </a:lnTo>
                  <a:lnTo>
                    <a:pt x="2875444" y="1750185"/>
                  </a:lnTo>
                  <a:lnTo>
                    <a:pt x="2936279" y="1749807"/>
                  </a:lnTo>
                  <a:lnTo>
                    <a:pt x="3002508" y="1749469"/>
                  </a:lnTo>
                  <a:lnTo>
                    <a:pt x="3074803" y="1749168"/>
                  </a:lnTo>
                  <a:lnTo>
                    <a:pt x="3153473" y="1748898"/>
                  </a:lnTo>
                  <a:lnTo>
                    <a:pt x="3238249" y="1748657"/>
                  </a:lnTo>
                  <a:lnTo>
                    <a:pt x="3328048" y="1748444"/>
                  </a:lnTo>
                  <a:lnTo>
                    <a:pt x="3420753" y="1748258"/>
                  </a:lnTo>
                  <a:lnTo>
                    <a:pt x="3513123" y="1748099"/>
                  </a:lnTo>
                  <a:lnTo>
                    <a:pt x="3600954" y="1747969"/>
                  </a:lnTo>
                  <a:lnTo>
                    <a:pt x="3679596" y="1747867"/>
                  </a:lnTo>
                  <a:lnTo>
                    <a:pt x="3744801" y="1747792"/>
                  </a:lnTo>
                  <a:lnTo>
                    <a:pt x="3793696" y="1747742"/>
                  </a:lnTo>
                  <a:lnTo>
                    <a:pt x="3825572" y="1747713"/>
                  </a:lnTo>
                  <a:lnTo>
                    <a:pt x="3842204" y="1747699"/>
                  </a:lnTo>
                  <a:lnTo>
                    <a:pt x="3847703" y="1747695"/>
                  </a:lnTo>
                  <a:lnTo>
                    <a:pt x="3848118" y="1747695"/>
                  </a:lnTo>
                  <a:lnTo>
                    <a:pt x="4386855" y="1747695"/>
                  </a:lnTo>
                  <a:lnTo>
                    <a:pt x="4388103" y="1747639"/>
                  </a:lnTo>
                  <a:lnTo>
                    <a:pt x="4396252" y="1747243"/>
                  </a:lnTo>
                  <a:lnTo>
                    <a:pt x="4416596" y="1746145"/>
                  </a:lnTo>
                  <a:lnTo>
                    <a:pt x="4452468" y="1743991"/>
                  </a:lnTo>
                  <a:lnTo>
                    <a:pt x="4504920" y="1740468"/>
                  </a:lnTo>
                  <a:lnTo>
                    <a:pt x="4572695" y="1735344"/>
                  </a:lnTo>
                  <a:lnTo>
                    <a:pt x="4652643" y="1728492"/>
                  </a:lnTo>
                  <a:lnTo>
                    <a:pt x="4740525" y="1719876"/>
                  </a:lnTo>
                  <a:lnTo>
                    <a:pt x="4831920" y="1709522"/>
                  </a:lnTo>
                  <a:lnTo>
                    <a:pt x="4922961" y="1697471"/>
                  </a:lnTo>
                  <a:lnTo>
                    <a:pt x="5010737" y="1683740"/>
                  </a:lnTo>
                  <a:lnTo>
                    <a:pt x="5093401" y="1668293"/>
                  </a:lnTo>
                  <a:lnTo>
                    <a:pt x="5170052" y="1651023"/>
                  </a:lnTo>
                  <a:lnTo>
                    <a:pt x="5240523" y="1631744"/>
                  </a:lnTo>
                  <a:lnTo>
                    <a:pt x="5305165" y="1610198"/>
                  </a:lnTo>
                  <a:lnTo>
                    <a:pt x="5364649" y="1586056"/>
                  </a:lnTo>
                  <a:lnTo>
                    <a:pt x="5419830" y="1558940"/>
                  </a:lnTo>
                  <a:lnTo>
                    <a:pt x="5471628" y="1528456"/>
                  </a:lnTo>
                  <a:lnTo>
                    <a:pt x="5520953" y="1494252"/>
                  </a:lnTo>
                  <a:lnTo>
                    <a:pt x="5567201" y="1457320"/>
                  </a:lnTo>
                  <a:lnTo>
                    <a:pt x="5609256" y="1419722"/>
                  </a:lnTo>
                  <a:lnTo>
                    <a:pt x="5650902" y="1378853"/>
                  </a:lnTo>
                  <a:lnTo>
                    <a:pt x="5692473" y="1334652"/>
                  </a:lnTo>
                  <a:lnTo>
                    <a:pt x="5734214" y="1287135"/>
                  </a:lnTo>
                  <a:lnTo>
                    <a:pt x="5776294" y="1236406"/>
                  </a:lnTo>
                  <a:lnTo>
                    <a:pt x="5818813" y="1182666"/>
                  </a:lnTo>
                  <a:lnTo>
                    <a:pt x="5861807" y="1126210"/>
                  </a:lnTo>
                  <a:lnTo>
                    <a:pt x="5905258" y="1067429"/>
                  </a:lnTo>
                  <a:lnTo>
                    <a:pt x="5949101" y="1006803"/>
                  </a:lnTo>
                  <a:lnTo>
                    <a:pt x="5993232" y="944882"/>
                  </a:lnTo>
                  <a:lnTo>
                    <a:pt x="6037520" y="882270"/>
                  </a:lnTo>
                  <a:lnTo>
                    <a:pt x="6081822" y="819600"/>
                  </a:lnTo>
                  <a:lnTo>
                    <a:pt x="6125992" y="757507"/>
                  </a:lnTo>
                  <a:lnTo>
                    <a:pt x="6169895" y="696602"/>
                  </a:lnTo>
                  <a:lnTo>
                    <a:pt x="6213424" y="637449"/>
                  </a:lnTo>
                  <a:lnTo>
                    <a:pt x="6256504" y="580539"/>
                  </a:lnTo>
                  <a:lnTo>
                    <a:pt x="6299108" y="526280"/>
                  </a:lnTo>
                  <a:lnTo>
                    <a:pt x="6341263" y="474987"/>
                  </a:lnTo>
                  <a:lnTo>
                    <a:pt x="6383055" y="426876"/>
                  </a:lnTo>
                  <a:lnTo>
                    <a:pt x="6424640" y="382068"/>
                  </a:lnTo>
                  <a:lnTo>
                    <a:pt x="6466250" y="340596"/>
                  </a:lnTo>
                  <a:lnTo>
                    <a:pt x="6508202" y="302412"/>
                  </a:lnTo>
                  <a:lnTo>
                    <a:pt x="6515891" y="295819"/>
                  </a:lnTo>
                  <a:lnTo>
                    <a:pt x="6563594" y="257803"/>
                  </a:lnTo>
                  <a:lnTo>
                    <a:pt x="6612981" y="223714"/>
                  </a:lnTo>
                  <a:lnTo>
                    <a:pt x="6664867" y="193337"/>
                  </a:lnTo>
                  <a:lnTo>
                    <a:pt x="6720163" y="166317"/>
                  </a:lnTo>
                  <a:lnTo>
                    <a:pt x="6779791" y="142258"/>
                  </a:lnTo>
                  <a:lnTo>
                    <a:pt x="6844599" y="120784"/>
                  </a:lnTo>
                  <a:lnTo>
                    <a:pt x="6915253" y="101569"/>
                  </a:lnTo>
                  <a:lnTo>
                    <a:pt x="6992090" y="84356"/>
                  </a:lnTo>
                  <a:lnTo>
                    <a:pt x="7074925" y="68962"/>
                  </a:lnTo>
                  <a:lnTo>
                    <a:pt x="7162832" y="55282"/>
                  </a:lnTo>
                  <a:lnTo>
                    <a:pt x="7253930" y="43281"/>
                  </a:lnTo>
                  <a:lnTo>
                    <a:pt x="7345281" y="32978"/>
                  </a:lnTo>
                  <a:lnTo>
                    <a:pt x="7432990" y="24415"/>
                  </a:lnTo>
                  <a:lnTo>
                    <a:pt x="7512631" y="17616"/>
                  </a:lnTo>
                  <a:lnTo>
                    <a:pt x="7579983" y="12543"/>
                  </a:lnTo>
                  <a:lnTo>
                    <a:pt x="7631945" y="9065"/>
                  </a:lnTo>
                  <a:lnTo>
                    <a:pt x="7667323" y="6947"/>
                  </a:lnTo>
                  <a:lnTo>
                    <a:pt x="7687241" y="5876"/>
                  </a:lnTo>
                  <a:lnTo>
                    <a:pt x="7695097" y="549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0" y="55"/>
                  </a:lnTo>
                  <a:lnTo>
                    <a:pt x="7686841" y="452"/>
                  </a:lnTo>
                  <a:lnTo>
                    <a:pt x="7666496" y="1549"/>
                  </a:lnTo>
                  <a:lnTo>
                    <a:pt x="7630625" y="3703"/>
                  </a:lnTo>
                  <a:lnTo>
                    <a:pt x="7578172" y="7227"/>
                  </a:lnTo>
                  <a:lnTo>
                    <a:pt x="7510397" y="12350"/>
                  </a:lnTo>
                  <a:lnTo>
                    <a:pt x="7430450" y="19202"/>
                  </a:lnTo>
                  <a:lnTo>
                    <a:pt x="7342568" y="27818"/>
                  </a:lnTo>
                  <a:lnTo>
                    <a:pt x="7251172" y="38172"/>
                  </a:lnTo>
                  <a:lnTo>
                    <a:pt x="7160132" y="50224"/>
                  </a:lnTo>
                  <a:lnTo>
                    <a:pt x="7072355" y="63955"/>
                  </a:lnTo>
                  <a:lnTo>
                    <a:pt x="6989691" y="79402"/>
                  </a:lnTo>
                  <a:lnTo>
                    <a:pt x="6913041" y="96672"/>
                  </a:lnTo>
                  <a:lnTo>
                    <a:pt x="6842569" y="115950"/>
                  </a:lnTo>
                  <a:lnTo>
                    <a:pt x="6777928" y="137497"/>
                  </a:lnTo>
                  <a:lnTo>
                    <a:pt x="6718443" y="161639"/>
                  </a:lnTo>
                  <a:lnTo>
                    <a:pt x="6663263" y="188754"/>
                  </a:lnTo>
                  <a:lnTo>
                    <a:pt x="6611464" y="219238"/>
                  </a:lnTo>
                  <a:lnTo>
                    <a:pt x="6562140" y="253443"/>
                  </a:lnTo>
                  <a:lnTo>
                    <a:pt x="6515891" y="290375"/>
                  </a:lnTo>
                  <a:lnTo>
                    <a:pt x="6473836" y="327972"/>
                  </a:lnTo>
                  <a:lnTo>
                    <a:pt x="6432190" y="368841"/>
                  </a:lnTo>
                  <a:lnTo>
                    <a:pt x="6390620" y="413043"/>
                  </a:lnTo>
                  <a:lnTo>
                    <a:pt x="6348879" y="460560"/>
                  </a:lnTo>
                  <a:lnTo>
                    <a:pt x="6306799" y="511288"/>
                  </a:lnTo>
                  <a:lnTo>
                    <a:pt x="6264280" y="565028"/>
                  </a:lnTo>
                  <a:lnTo>
                    <a:pt x="6221286" y="621485"/>
                  </a:lnTo>
                  <a:lnTo>
                    <a:pt x="6177834" y="680265"/>
                  </a:lnTo>
                  <a:lnTo>
                    <a:pt x="6133992" y="740891"/>
                  </a:lnTo>
                  <a:lnTo>
                    <a:pt x="6089861" y="802813"/>
                  </a:lnTo>
                  <a:lnTo>
                    <a:pt x="6045572" y="865425"/>
                  </a:lnTo>
                  <a:lnTo>
                    <a:pt x="6001270" y="928095"/>
                  </a:lnTo>
                  <a:lnTo>
                    <a:pt x="5957101" y="990188"/>
                  </a:lnTo>
                  <a:lnTo>
                    <a:pt x="5913197" y="1051092"/>
                  </a:lnTo>
                  <a:lnTo>
                    <a:pt x="5869669" y="1110246"/>
                  </a:lnTo>
                  <a:lnTo>
                    <a:pt x="5826588" y="1167156"/>
                  </a:lnTo>
                  <a:lnTo>
                    <a:pt x="5783984" y="1221415"/>
                  </a:lnTo>
                  <a:lnTo>
                    <a:pt x="5741830" y="1272708"/>
                  </a:lnTo>
                  <a:lnTo>
                    <a:pt x="5700038" y="1320819"/>
                  </a:lnTo>
                  <a:lnTo>
                    <a:pt x="5658452" y="1365626"/>
                  </a:lnTo>
                  <a:lnTo>
                    <a:pt x="5616842" y="1407099"/>
                  </a:lnTo>
                  <a:lnTo>
                    <a:pt x="5574891" y="1445283"/>
                  </a:lnTo>
                  <a:lnTo>
                    <a:pt x="5567201" y="1451875"/>
                  </a:lnTo>
                  <a:lnTo>
                    <a:pt x="5519498" y="1489892"/>
                  </a:lnTo>
                  <a:lnTo>
                    <a:pt x="5470112" y="1523981"/>
                  </a:lnTo>
                  <a:lnTo>
                    <a:pt x="5418226" y="1554358"/>
                  </a:lnTo>
                  <a:lnTo>
                    <a:pt x="5362929" y="1581378"/>
                  </a:lnTo>
                  <a:lnTo>
                    <a:pt x="5303301" y="1605437"/>
                  </a:lnTo>
                  <a:lnTo>
                    <a:pt x="5238493" y="1626911"/>
                  </a:lnTo>
                  <a:lnTo>
                    <a:pt x="5167839" y="1646125"/>
                  </a:lnTo>
                  <a:lnTo>
                    <a:pt x="5091002" y="1663338"/>
                  </a:lnTo>
                  <a:lnTo>
                    <a:pt x="5008167" y="1678733"/>
                  </a:lnTo>
                  <a:lnTo>
                    <a:pt x="4920261" y="1692413"/>
                  </a:lnTo>
                  <a:lnTo>
                    <a:pt x="4829162" y="1704414"/>
                  </a:lnTo>
                  <a:lnTo>
                    <a:pt x="4737811" y="1714716"/>
                  </a:lnTo>
                  <a:lnTo>
                    <a:pt x="4650102" y="1723279"/>
                  </a:lnTo>
                  <a:lnTo>
                    <a:pt x="4570462" y="1730079"/>
                  </a:lnTo>
                  <a:lnTo>
                    <a:pt x="4503109" y="1735152"/>
                  </a:lnTo>
                  <a:lnTo>
                    <a:pt x="4451147" y="1738630"/>
                  </a:lnTo>
                  <a:lnTo>
                    <a:pt x="4415770" y="1740747"/>
                  </a:lnTo>
                  <a:lnTo>
                    <a:pt x="4395851" y="1741818"/>
                  </a:lnTo>
                  <a:lnTo>
                    <a:pt x="4387996" y="1742200"/>
                  </a:lnTo>
                  <a:lnTo>
                    <a:pt x="4386855" y="1742250"/>
                  </a:lnTo>
                  <a:lnTo>
                    <a:pt x="3848118" y="1742250"/>
                  </a:lnTo>
                  <a:lnTo>
                    <a:pt x="3846816" y="1742251"/>
                  </a:lnTo>
                  <a:lnTo>
                    <a:pt x="3838317" y="1742258"/>
                  </a:lnTo>
                  <a:lnTo>
                    <a:pt x="3817131" y="1742276"/>
                  </a:lnTo>
                  <a:lnTo>
                    <a:pt x="3779862" y="1742311"/>
                  </a:lnTo>
                  <a:lnTo>
                    <a:pt x="3725535" y="1742368"/>
                  </a:lnTo>
                  <a:lnTo>
                    <a:pt x="3655617" y="1742452"/>
                  </a:lnTo>
                  <a:lnTo>
                    <a:pt x="3573521" y="1742563"/>
                  </a:lnTo>
                  <a:lnTo>
                    <a:pt x="3483732" y="1742703"/>
                  </a:lnTo>
                  <a:lnTo>
                    <a:pt x="3390836" y="1742870"/>
                  </a:lnTo>
                  <a:lnTo>
                    <a:pt x="3298765" y="1743065"/>
                  </a:lnTo>
                  <a:lnTo>
                    <a:pt x="3210401" y="1743287"/>
                  </a:lnTo>
                  <a:lnTo>
                    <a:pt x="3127512" y="1743537"/>
                  </a:lnTo>
                  <a:lnTo>
                    <a:pt x="3050893" y="1743816"/>
                  </a:lnTo>
                  <a:lnTo>
                    <a:pt x="2980601" y="1744129"/>
                  </a:lnTo>
                  <a:lnTo>
                    <a:pt x="2916191" y="1744479"/>
                  </a:lnTo>
                  <a:lnTo>
                    <a:pt x="2856907" y="1744872"/>
                  </a:lnTo>
                  <a:lnTo>
                    <a:pt x="2801834" y="1745314"/>
                  </a:lnTo>
                  <a:lnTo>
                    <a:pt x="2750005" y="1745812"/>
                  </a:lnTo>
                  <a:lnTo>
                    <a:pt x="2700486" y="1746372"/>
                  </a:lnTo>
                  <a:lnTo>
                    <a:pt x="2667772" y="1746788"/>
                  </a:lnTo>
                  <a:lnTo>
                    <a:pt x="2614982" y="1747534"/>
                  </a:lnTo>
                  <a:lnTo>
                    <a:pt x="2562697" y="1748362"/>
                  </a:lnTo>
                  <a:lnTo>
                    <a:pt x="2510320" y="1749273"/>
                  </a:lnTo>
                  <a:lnTo>
                    <a:pt x="2457464" y="1750263"/>
                  </a:lnTo>
                  <a:lnTo>
                    <a:pt x="2403916" y="1751327"/>
                  </a:lnTo>
                  <a:lnTo>
                    <a:pt x="2349621" y="1752456"/>
                  </a:lnTo>
                  <a:lnTo>
                    <a:pt x="2294654" y="1753636"/>
                  </a:lnTo>
                  <a:lnTo>
                    <a:pt x="2239198" y="1754850"/>
                  </a:lnTo>
                  <a:lnTo>
                    <a:pt x="2183506" y="1756081"/>
                  </a:lnTo>
                  <a:lnTo>
                    <a:pt x="2127867" y="1757308"/>
                  </a:lnTo>
                  <a:lnTo>
                    <a:pt x="2072559" y="1758513"/>
                  </a:lnTo>
                  <a:lnTo>
                    <a:pt x="2017815" y="1759676"/>
                  </a:lnTo>
                  <a:lnTo>
                    <a:pt x="1963784" y="1760783"/>
                  </a:lnTo>
                  <a:lnTo>
                    <a:pt x="1910496" y="1761822"/>
                  </a:lnTo>
                  <a:lnTo>
                    <a:pt x="1857844" y="1762784"/>
                  </a:lnTo>
                  <a:lnTo>
                    <a:pt x="1805554" y="1763666"/>
                  </a:lnTo>
                  <a:lnTo>
                    <a:pt x="1753169" y="1764464"/>
                  </a:lnTo>
                  <a:lnTo>
                    <a:pt x="1719082" y="1764936"/>
                  </a:lnTo>
                  <a:lnTo>
                    <a:pt x="1670663" y="1765538"/>
                  </a:lnTo>
                  <a:lnTo>
                    <a:pt x="1620498" y="1766077"/>
                  </a:lnTo>
                  <a:lnTo>
                    <a:pt x="1567732" y="1766557"/>
                  </a:lnTo>
                  <a:lnTo>
                    <a:pt x="1511411" y="1766983"/>
                  </a:lnTo>
                  <a:lnTo>
                    <a:pt x="1450575" y="1767362"/>
                  </a:lnTo>
                  <a:lnTo>
                    <a:pt x="1384347" y="1767699"/>
                  </a:lnTo>
                  <a:lnTo>
                    <a:pt x="1312052" y="1768000"/>
                  </a:lnTo>
                  <a:lnTo>
                    <a:pt x="1233382" y="1768270"/>
                  </a:lnTo>
                  <a:lnTo>
                    <a:pt x="1148606" y="1768511"/>
                  </a:lnTo>
                  <a:lnTo>
                    <a:pt x="1058806" y="1768724"/>
                  </a:lnTo>
                  <a:lnTo>
                    <a:pt x="966101" y="1768910"/>
                  </a:lnTo>
                  <a:lnTo>
                    <a:pt x="873732" y="1769069"/>
                  </a:lnTo>
                  <a:lnTo>
                    <a:pt x="785901" y="1769199"/>
                  </a:lnTo>
                  <a:lnTo>
                    <a:pt x="707259" y="1769302"/>
                  </a:lnTo>
                  <a:lnTo>
                    <a:pt x="642054" y="1769376"/>
                  </a:lnTo>
                  <a:lnTo>
                    <a:pt x="593159" y="1769426"/>
                  </a:lnTo>
                  <a:lnTo>
                    <a:pt x="561282" y="1769455"/>
                  </a:lnTo>
                  <a:lnTo>
                    <a:pt x="544650" y="1769469"/>
                  </a:lnTo>
                  <a:lnTo>
                    <a:pt x="539152" y="1769473"/>
                  </a:lnTo>
                  <a:lnTo>
                    <a:pt x="538736" y="1769473"/>
                  </a:lnTo>
                  <a:lnTo>
                    <a:pt x="0" y="176947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93" name="pl1293"/>
            <p:cNvSpPr/>
            <p:nvPr/>
          </p:nvSpPr>
          <p:spPr>
            <a:xfrm>
              <a:off x="546595" y="2590709"/>
              <a:ext cx="8234974" cy="1769473"/>
            </a:xfrm>
            <a:custGeom>
              <a:avLst/>
              <a:pathLst>
                <a:path w="8234974" h="1769473">
                  <a:moveTo>
                    <a:pt x="0" y="1769473"/>
                  </a:moveTo>
                  <a:lnTo>
                    <a:pt x="538736" y="1769473"/>
                  </a:lnTo>
                  <a:lnTo>
                    <a:pt x="540039" y="1769472"/>
                  </a:lnTo>
                  <a:lnTo>
                    <a:pt x="548538" y="1769466"/>
                  </a:lnTo>
                  <a:lnTo>
                    <a:pt x="569724" y="1769448"/>
                  </a:lnTo>
                  <a:lnTo>
                    <a:pt x="606993" y="1769413"/>
                  </a:lnTo>
                  <a:lnTo>
                    <a:pt x="661319" y="1769355"/>
                  </a:lnTo>
                  <a:lnTo>
                    <a:pt x="731238" y="1769272"/>
                  </a:lnTo>
                  <a:lnTo>
                    <a:pt x="813334" y="1769160"/>
                  </a:lnTo>
                  <a:lnTo>
                    <a:pt x="903122" y="1769021"/>
                  </a:lnTo>
                  <a:lnTo>
                    <a:pt x="996018" y="1768853"/>
                  </a:lnTo>
                  <a:lnTo>
                    <a:pt x="1088090" y="1768658"/>
                  </a:lnTo>
                  <a:lnTo>
                    <a:pt x="1176453" y="1768436"/>
                  </a:lnTo>
                  <a:lnTo>
                    <a:pt x="1259343" y="1768187"/>
                  </a:lnTo>
                  <a:lnTo>
                    <a:pt x="1335962" y="1767907"/>
                  </a:lnTo>
                  <a:lnTo>
                    <a:pt x="1406253" y="1767595"/>
                  </a:lnTo>
                  <a:lnTo>
                    <a:pt x="1470664" y="1767245"/>
                  </a:lnTo>
                  <a:lnTo>
                    <a:pt x="1529947" y="1766852"/>
                  </a:lnTo>
                  <a:lnTo>
                    <a:pt x="1585020" y="1766409"/>
                  </a:lnTo>
                  <a:lnTo>
                    <a:pt x="1636850" y="1765911"/>
                  </a:lnTo>
                  <a:lnTo>
                    <a:pt x="1686368" y="1765352"/>
                  </a:lnTo>
                  <a:lnTo>
                    <a:pt x="1719082" y="1764936"/>
                  </a:lnTo>
                  <a:lnTo>
                    <a:pt x="1771872" y="1764189"/>
                  </a:lnTo>
                  <a:lnTo>
                    <a:pt x="1824158" y="1763361"/>
                  </a:lnTo>
                  <a:lnTo>
                    <a:pt x="1876535" y="1762451"/>
                  </a:lnTo>
                  <a:lnTo>
                    <a:pt x="1929391" y="1761461"/>
                  </a:lnTo>
                  <a:lnTo>
                    <a:pt x="1982939" y="1760396"/>
                  </a:lnTo>
                  <a:lnTo>
                    <a:pt x="2037234" y="1759268"/>
                  </a:lnTo>
                  <a:lnTo>
                    <a:pt x="2092200" y="1758088"/>
                  </a:lnTo>
                  <a:lnTo>
                    <a:pt x="2147656" y="1756873"/>
                  </a:lnTo>
                  <a:lnTo>
                    <a:pt x="2203348" y="1755642"/>
                  </a:lnTo>
                  <a:lnTo>
                    <a:pt x="2258988" y="1754415"/>
                  </a:lnTo>
                  <a:lnTo>
                    <a:pt x="2314296" y="1753211"/>
                  </a:lnTo>
                  <a:lnTo>
                    <a:pt x="2369039" y="1752047"/>
                  </a:lnTo>
                  <a:lnTo>
                    <a:pt x="2423071" y="1750940"/>
                  </a:lnTo>
                  <a:lnTo>
                    <a:pt x="2476358" y="1749901"/>
                  </a:lnTo>
                  <a:lnTo>
                    <a:pt x="2529011" y="1748939"/>
                  </a:lnTo>
                  <a:lnTo>
                    <a:pt x="2581300" y="1748058"/>
                  </a:lnTo>
                  <a:lnTo>
                    <a:pt x="2633686" y="1747259"/>
                  </a:lnTo>
                  <a:lnTo>
                    <a:pt x="2667772" y="1746788"/>
                  </a:lnTo>
                  <a:lnTo>
                    <a:pt x="2716192" y="1746185"/>
                  </a:lnTo>
                  <a:lnTo>
                    <a:pt x="2766357" y="1745646"/>
                  </a:lnTo>
                  <a:lnTo>
                    <a:pt x="2819123" y="1745166"/>
                  </a:lnTo>
                  <a:lnTo>
                    <a:pt x="2875444" y="1744741"/>
                  </a:lnTo>
                  <a:lnTo>
                    <a:pt x="2936279" y="1744362"/>
                  </a:lnTo>
                  <a:lnTo>
                    <a:pt x="3002508" y="1744025"/>
                  </a:lnTo>
                  <a:lnTo>
                    <a:pt x="3074803" y="1743723"/>
                  </a:lnTo>
                  <a:lnTo>
                    <a:pt x="3153473" y="1743454"/>
                  </a:lnTo>
                  <a:lnTo>
                    <a:pt x="3238249" y="1743213"/>
                  </a:lnTo>
                  <a:lnTo>
                    <a:pt x="3328048" y="1743000"/>
                  </a:lnTo>
                  <a:lnTo>
                    <a:pt x="3420753" y="1742814"/>
                  </a:lnTo>
                  <a:lnTo>
                    <a:pt x="3513123" y="1742655"/>
                  </a:lnTo>
                  <a:lnTo>
                    <a:pt x="3600954" y="1742524"/>
                  </a:lnTo>
                  <a:lnTo>
                    <a:pt x="3679596" y="1742422"/>
                  </a:lnTo>
                  <a:lnTo>
                    <a:pt x="3744801" y="1742347"/>
                  </a:lnTo>
                  <a:lnTo>
                    <a:pt x="3793696" y="1742297"/>
                  </a:lnTo>
                  <a:lnTo>
                    <a:pt x="3825572" y="1742268"/>
                  </a:lnTo>
                  <a:lnTo>
                    <a:pt x="3842204" y="1742255"/>
                  </a:lnTo>
                  <a:lnTo>
                    <a:pt x="3847703" y="1742251"/>
                  </a:lnTo>
                  <a:lnTo>
                    <a:pt x="3848118" y="1742250"/>
                  </a:lnTo>
                  <a:lnTo>
                    <a:pt x="4386855" y="1742250"/>
                  </a:lnTo>
                  <a:lnTo>
                    <a:pt x="4388103" y="1742195"/>
                  </a:lnTo>
                  <a:lnTo>
                    <a:pt x="4396252" y="1741798"/>
                  </a:lnTo>
                  <a:lnTo>
                    <a:pt x="4416596" y="1740701"/>
                  </a:lnTo>
                  <a:lnTo>
                    <a:pt x="4452468" y="1738547"/>
                  </a:lnTo>
                  <a:lnTo>
                    <a:pt x="4504920" y="1735023"/>
                  </a:lnTo>
                  <a:lnTo>
                    <a:pt x="4572695" y="1729900"/>
                  </a:lnTo>
                  <a:lnTo>
                    <a:pt x="4652643" y="1723048"/>
                  </a:lnTo>
                  <a:lnTo>
                    <a:pt x="4740525" y="1714432"/>
                  </a:lnTo>
                  <a:lnTo>
                    <a:pt x="4831920" y="1704077"/>
                  </a:lnTo>
                  <a:lnTo>
                    <a:pt x="4922961" y="1692026"/>
                  </a:lnTo>
                  <a:lnTo>
                    <a:pt x="5010737" y="1678295"/>
                  </a:lnTo>
                  <a:lnTo>
                    <a:pt x="5093401" y="1662848"/>
                  </a:lnTo>
                  <a:lnTo>
                    <a:pt x="5170052" y="1645578"/>
                  </a:lnTo>
                  <a:lnTo>
                    <a:pt x="5240523" y="1626300"/>
                  </a:lnTo>
                  <a:lnTo>
                    <a:pt x="5305165" y="1604753"/>
                  </a:lnTo>
                  <a:lnTo>
                    <a:pt x="5364649" y="1580611"/>
                  </a:lnTo>
                  <a:lnTo>
                    <a:pt x="5419830" y="1553496"/>
                  </a:lnTo>
                  <a:lnTo>
                    <a:pt x="5471628" y="1523012"/>
                  </a:lnTo>
                  <a:lnTo>
                    <a:pt x="5520953" y="1488807"/>
                  </a:lnTo>
                  <a:lnTo>
                    <a:pt x="5567201" y="1451875"/>
                  </a:lnTo>
                  <a:lnTo>
                    <a:pt x="5609256" y="1414278"/>
                  </a:lnTo>
                  <a:lnTo>
                    <a:pt x="5650902" y="1373409"/>
                  </a:lnTo>
                  <a:lnTo>
                    <a:pt x="5692473" y="1329207"/>
                  </a:lnTo>
                  <a:lnTo>
                    <a:pt x="5734214" y="1281690"/>
                  </a:lnTo>
                  <a:lnTo>
                    <a:pt x="5776294" y="1230962"/>
                  </a:lnTo>
                  <a:lnTo>
                    <a:pt x="5818813" y="1177221"/>
                  </a:lnTo>
                  <a:lnTo>
                    <a:pt x="5861807" y="1120765"/>
                  </a:lnTo>
                  <a:lnTo>
                    <a:pt x="5905258" y="1061985"/>
                  </a:lnTo>
                  <a:lnTo>
                    <a:pt x="5949101" y="1001358"/>
                  </a:lnTo>
                  <a:lnTo>
                    <a:pt x="5993232" y="939437"/>
                  </a:lnTo>
                  <a:lnTo>
                    <a:pt x="6037520" y="876825"/>
                  </a:lnTo>
                  <a:lnTo>
                    <a:pt x="6081822" y="814155"/>
                  </a:lnTo>
                  <a:lnTo>
                    <a:pt x="6125992" y="752062"/>
                  </a:lnTo>
                  <a:lnTo>
                    <a:pt x="6169895" y="691158"/>
                  </a:lnTo>
                  <a:lnTo>
                    <a:pt x="6213424" y="632004"/>
                  </a:lnTo>
                  <a:lnTo>
                    <a:pt x="6256504" y="575094"/>
                  </a:lnTo>
                  <a:lnTo>
                    <a:pt x="6299108" y="520835"/>
                  </a:lnTo>
                  <a:lnTo>
                    <a:pt x="6341263" y="469542"/>
                  </a:lnTo>
                  <a:lnTo>
                    <a:pt x="6383055" y="421431"/>
                  </a:lnTo>
                  <a:lnTo>
                    <a:pt x="6424640" y="376623"/>
                  </a:lnTo>
                  <a:lnTo>
                    <a:pt x="6466250" y="335151"/>
                  </a:lnTo>
                  <a:lnTo>
                    <a:pt x="6508202" y="296967"/>
                  </a:lnTo>
                  <a:lnTo>
                    <a:pt x="6515891" y="290375"/>
                  </a:lnTo>
                  <a:lnTo>
                    <a:pt x="6563594" y="252358"/>
                  </a:lnTo>
                  <a:lnTo>
                    <a:pt x="6612981" y="218269"/>
                  </a:lnTo>
                  <a:lnTo>
                    <a:pt x="6664867" y="187892"/>
                  </a:lnTo>
                  <a:lnTo>
                    <a:pt x="6720163" y="160872"/>
                  </a:lnTo>
                  <a:lnTo>
                    <a:pt x="6779791" y="136813"/>
                  </a:lnTo>
                  <a:lnTo>
                    <a:pt x="6844599" y="115339"/>
                  </a:lnTo>
                  <a:lnTo>
                    <a:pt x="6915253" y="96125"/>
                  </a:lnTo>
                  <a:lnTo>
                    <a:pt x="6992090" y="78911"/>
                  </a:lnTo>
                  <a:lnTo>
                    <a:pt x="7074925" y="63517"/>
                  </a:lnTo>
                  <a:lnTo>
                    <a:pt x="7162832" y="49837"/>
                  </a:lnTo>
                  <a:lnTo>
                    <a:pt x="7253930" y="37836"/>
                  </a:lnTo>
                  <a:lnTo>
                    <a:pt x="7345281" y="27534"/>
                  </a:lnTo>
                  <a:lnTo>
                    <a:pt x="7432990" y="18971"/>
                  </a:lnTo>
                  <a:lnTo>
                    <a:pt x="7512631" y="12171"/>
                  </a:lnTo>
                  <a:lnTo>
                    <a:pt x="7579983" y="7098"/>
                  </a:lnTo>
                  <a:lnTo>
                    <a:pt x="7631945" y="3620"/>
                  </a:lnTo>
                  <a:lnTo>
                    <a:pt x="7667323" y="1503"/>
                  </a:lnTo>
                  <a:lnTo>
                    <a:pt x="7687241" y="432"/>
                  </a:lnTo>
                  <a:lnTo>
                    <a:pt x="7695097" y="5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4" name="pl1294"/>
            <p:cNvSpPr/>
            <p:nvPr/>
          </p:nvSpPr>
          <p:spPr>
            <a:xfrm>
              <a:off x="546595" y="2585265"/>
              <a:ext cx="8234974" cy="1769473"/>
            </a:xfrm>
            <a:custGeom>
              <a:avLst/>
              <a:pathLst>
                <a:path w="8234974" h="1769473">
                  <a:moveTo>
                    <a:pt x="8234974" y="0"/>
                  </a:moveTo>
                  <a:lnTo>
                    <a:pt x="7696237" y="0"/>
                  </a:lnTo>
                  <a:lnTo>
                    <a:pt x="7694990" y="55"/>
                  </a:lnTo>
                  <a:lnTo>
                    <a:pt x="7686841" y="452"/>
                  </a:lnTo>
                  <a:lnTo>
                    <a:pt x="7666496" y="1549"/>
                  </a:lnTo>
                  <a:lnTo>
                    <a:pt x="7630625" y="3703"/>
                  </a:lnTo>
                  <a:lnTo>
                    <a:pt x="7578172" y="7227"/>
                  </a:lnTo>
                  <a:lnTo>
                    <a:pt x="7510397" y="12350"/>
                  </a:lnTo>
                  <a:lnTo>
                    <a:pt x="7430450" y="19202"/>
                  </a:lnTo>
                  <a:lnTo>
                    <a:pt x="7342568" y="27818"/>
                  </a:lnTo>
                  <a:lnTo>
                    <a:pt x="7251172" y="38172"/>
                  </a:lnTo>
                  <a:lnTo>
                    <a:pt x="7160132" y="50224"/>
                  </a:lnTo>
                  <a:lnTo>
                    <a:pt x="7072355" y="63955"/>
                  </a:lnTo>
                  <a:lnTo>
                    <a:pt x="6989691" y="79402"/>
                  </a:lnTo>
                  <a:lnTo>
                    <a:pt x="6913041" y="96672"/>
                  </a:lnTo>
                  <a:lnTo>
                    <a:pt x="6842569" y="115950"/>
                  </a:lnTo>
                  <a:lnTo>
                    <a:pt x="6777928" y="137497"/>
                  </a:lnTo>
                  <a:lnTo>
                    <a:pt x="6718443" y="161639"/>
                  </a:lnTo>
                  <a:lnTo>
                    <a:pt x="6663263" y="188754"/>
                  </a:lnTo>
                  <a:lnTo>
                    <a:pt x="6611464" y="219238"/>
                  </a:lnTo>
                  <a:lnTo>
                    <a:pt x="6562140" y="253443"/>
                  </a:lnTo>
                  <a:lnTo>
                    <a:pt x="6515891" y="290375"/>
                  </a:lnTo>
                  <a:lnTo>
                    <a:pt x="6473836" y="327972"/>
                  </a:lnTo>
                  <a:lnTo>
                    <a:pt x="6432190" y="368841"/>
                  </a:lnTo>
                  <a:lnTo>
                    <a:pt x="6390620" y="413043"/>
                  </a:lnTo>
                  <a:lnTo>
                    <a:pt x="6348879" y="460560"/>
                  </a:lnTo>
                  <a:lnTo>
                    <a:pt x="6306799" y="511288"/>
                  </a:lnTo>
                  <a:lnTo>
                    <a:pt x="6264280" y="565028"/>
                  </a:lnTo>
                  <a:lnTo>
                    <a:pt x="6221286" y="621485"/>
                  </a:lnTo>
                  <a:lnTo>
                    <a:pt x="6177834" y="680265"/>
                  </a:lnTo>
                  <a:lnTo>
                    <a:pt x="6133992" y="740891"/>
                  </a:lnTo>
                  <a:lnTo>
                    <a:pt x="6089861" y="802813"/>
                  </a:lnTo>
                  <a:lnTo>
                    <a:pt x="6045572" y="865425"/>
                  </a:lnTo>
                  <a:lnTo>
                    <a:pt x="6001270" y="928095"/>
                  </a:lnTo>
                  <a:lnTo>
                    <a:pt x="5957101" y="990188"/>
                  </a:lnTo>
                  <a:lnTo>
                    <a:pt x="5913197" y="1051092"/>
                  </a:lnTo>
                  <a:lnTo>
                    <a:pt x="5869669" y="1110246"/>
                  </a:lnTo>
                  <a:lnTo>
                    <a:pt x="5826588" y="1167156"/>
                  </a:lnTo>
                  <a:lnTo>
                    <a:pt x="5783984" y="1221415"/>
                  </a:lnTo>
                  <a:lnTo>
                    <a:pt x="5741830" y="1272708"/>
                  </a:lnTo>
                  <a:lnTo>
                    <a:pt x="5700038" y="1320819"/>
                  </a:lnTo>
                  <a:lnTo>
                    <a:pt x="5658452" y="1365626"/>
                  </a:lnTo>
                  <a:lnTo>
                    <a:pt x="5616842" y="1407099"/>
                  </a:lnTo>
                  <a:lnTo>
                    <a:pt x="5574891" y="1445283"/>
                  </a:lnTo>
                  <a:lnTo>
                    <a:pt x="5567201" y="1451875"/>
                  </a:lnTo>
                  <a:lnTo>
                    <a:pt x="5519498" y="1489892"/>
                  </a:lnTo>
                  <a:lnTo>
                    <a:pt x="5470112" y="1523981"/>
                  </a:lnTo>
                  <a:lnTo>
                    <a:pt x="5418226" y="1554358"/>
                  </a:lnTo>
                  <a:lnTo>
                    <a:pt x="5362929" y="1581378"/>
                  </a:lnTo>
                  <a:lnTo>
                    <a:pt x="5303301" y="1605437"/>
                  </a:lnTo>
                  <a:lnTo>
                    <a:pt x="5238493" y="1626911"/>
                  </a:lnTo>
                  <a:lnTo>
                    <a:pt x="5167839" y="1646125"/>
                  </a:lnTo>
                  <a:lnTo>
                    <a:pt x="5091002" y="1663338"/>
                  </a:lnTo>
                  <a:lnTo>
                    <a:pt x="5008167" y="1678733"/>
                  </a:lnTo>
                  <a:lnTo>
                    <a:pt x="4920261" y="1692413"/>
                  </a:lnTo>
                  <a:lnTo>
                    <a:pt x="4829162" y="1704414"/>
                  </a:lnTo>
                  <a:lnTo>
                    <a:pt x="4737811" y="1714716"/>
                  </a:lnTo>
                  <a:lnTo>
                    <a:pt x="4650102" y="1723279"/>
                  </a:lnTo>
                  <a:lnTo>
                    <a:pt x="4570462" y="1730079"/>
                  </a:lnTo>
                  <a:lnTo>
                    <a:pt x="4503109" y="1735152"/>
                  </a:lnTo>
                  <a:lnTo>
                    <a:pt x="4451147" y="1738630"/>
                  </a:lnTo>
                  <a:lnTo>
                    <a:pt x="4415770" y="1740747"/>
                  </a:lnTo>
                  <a:lnTo>
                    <a:pt x="4395851" y="1741818"/>
                  </a:lnTo>
                  <a:lnTo>
                    <a:pt x="4387996" y="1742200"/>
                  </a:lnTo>
                  <a:lnTo>
                    <a:pt x="4386855" y="1742250"/>
                  </a:lnTo>
                  <a:lnTo>
                    <a:pt x="3848118" y="1742250"/>
                  </a:lnTo>
                  <a:lnTo>
                    <a:pt x="3846816" y="1742251"/>
                  </a:lnTo>
                  <a:lnTo>
                    <a:pt x="3838317" y="1742258"/>
                  </a:lnTo>
                  <a:lnTo>
                    <a:pt x="3817131" y="1742276"/>
                  </a:lnTo>
                  <a:lnTo>
                    <a:pt x="3779862" y="1742311"/>
                  </a:lnTo>
                  <a:lnTo>
                    <a:pt x="3725535" y="1742368"/>
                  </a:lnTo>
                  <a:lnTo>
                    <a:pt x="3655617" y="1742452"/>
                  </a:lnTo>
                  <a:lnTo>
                    <a:pt x="3573521" y="1742563"/>
                  </a:lnTo>
                  <a:lnTo>
                    <a:pt x="3483732" y="1742703"/>
                  </a:lnTo>
                  <a:lnTo>
                    <a:pt x="3390836" y="1742870"/>
                  </a:lnTo>
                  <a:lnTo>
                    <a:pt x="3298765" y="1743065"/>
                  </a:lnTo>
                  <a:lnTo>
                    <a:pt x="3210401" y="1743287"/>
                  </a:lnTo>
                  <a:lnTo>
                    <a:pt x="3127512" y="1743537"/>
                  </a:lnTo>
                  <a:lnTo>
                    <a:pt x="3050893" y="1743816"/>
                  </a:lnTo>
                  <a:lnTo>
                    <a:pt x="2980601" y="1744129"/>
                  </a:lnTo>
                  <a:lnTo>
                    <a:pt x="2916191" y="1744479"/>
                  </a:lnTo>
                  <a:lnTo>
                    <a:pt x="2856907" y="1744872"/>
                  </a:lnTo>
                  <a:lnTo>
                    <a:pt x="2801834" y="1745314"/>
                  </a:lnTo>
                  <a:lnTo>
                    <a:pt x="2750005" y="1745812"/>
                  </a:lnTo>
                  <a:lnTo>
                    <a:pt x="2700486" y="1746372"/>
                  </a:lnTo>
                  <a:lnTo>
                    <a:pt x="2667772" y="1746788"/>
                  </a:lnTo>
                  <a:lnTo>
                    <a:pt x="2614982" y="1747534"/>
                  </a:lnTo>
                  <a:lnTo>
                    <a:pt x="2562697" y="1748362"/>
                  </a:lnTo>
                  <a:lnTo>
                    <a:pt x="2510320" y="1749273"/>
                  </a:lnTo>
                  <a:lnTo>
                    <a:pt x="2457464" y="1750263"/>
                  </a:lnTo>
                  <a:lnTo>
                    <a:pt x="2403916" y="1751327"/>
                  </a:lnTo>
                  <a:lnTo>
                    <a:pt x="2349621" y="1752456"/>
                  </a:lnTo>
                  <a:lnTo>
                    <a:pt x="2294654" y="1753636"/>
                  </a:lnTo>
                  <a:lnTo>
                    <a:pt x="2239198" y="1754850"/>
                  </a:lnTo>
                  <a:lnTo>
                    <a:pt x="2183506" y="1756081"/>
                  </a:lnTo>
                  <a:lnTo>
                    <a:pt x="2127867" y="1757308"/>
                  </a:lnTo>
                  <a:lnTo>
                    <a:pt x="2072559" y="1758513"/>
                  </a:lnTo>
                  <a:lnTo>
                    <a:pt x="2017815" y="1759676"/>
                  </a:lnTo>
                  <a:lnTo>
                    <a:pt x="1963784" y="1760783"/>
                  </a:lnTo>
                  <a:lnTo>
                    <a:pt x="1910496" y="1761822"/>
                  </a:lnTo>
                  <a:lnTo>
                    <a:pt x="1857844" y="1762784"/>
                  </a:lnTo>
                  <a:lnTo>
                    <a:pt x="1805554" y="1763666"/>
                  </a:lnTo>
                  <a:lnTo>
                    <a:pt x="1753169" y="1764464"/>
                  </a:lnTo>
                  <a:lnTo>
                    <a:pt x="1719082" y="1764936"/>
                  </a:lnTo>
                  <a:lnTo>
                    <a:pt x="1670663" y="1765538"/>
                  </a:lnTo>
                  <a:lnTo>
                    <a:pt x="1620498" y="1766077"/>
                  </a:lnTo>
                  <a:lnTo>
                    <a:pt x="1567732" y="1766557"/>
                  </a:lnTo>
                  <a:lnTo>
                    <a:pt x="1511411" y="1766983"/>
                  </a:lnTo>
                  <a:lnTo>
                    <a:pt x="1450575" y="1767362"/>
                  </a:lnTo>
                  <a:lnTo>
                    <a:pt x="1384347" y="1767699"/>
                  </a:lnTo>
                  <a:lnTo>
                    <a:pt x="1312052" y="1768000"/>
                  </a:lnTo>
                  <a:lnTo>
                    <a:pt x="1233382" y="1768270"/>
                  </a:lnTo>
                  <a:lnTo>
                    <a:pt x="1148606" y="1768511"/>
                  </a:lnTo>
                  <a:lnTo>
                    <a:pt x="1058806" y="1768724"/>
                  </a:lnTo>
                  <a:lnTo>
                    <a:pt x="966101" y="1768910"/>
                  </a:lnTo>
                  <a:lnTo>
                    <a:pt x="873732" y="1769069"/>
                  </a:lnTo>
                  <a:lnTo>
                    <a:pt x="785901" y="1769199"/>
                  </a:lnTo>
                  <a:lnTo>
                    <a:pt x="707259" y="1769302"/>
                  </a:lnTo>
                  <a:lnTo>
                    <a:pt x="642054" y="1769376"/>
                  </a:lnTo>
                  <a:lnTo>
                    <a:pt x="593159" y="1769426"/>
                  </a:lnTo>
                  <a:lnTo>
                    <a:pt x="561282" y="1769455"/>
                  </a:lnTo>
                  <a:lnTo>
                    <a:pt x="544650" y="1769469"/>
                  </a:lnTo>
                  <a:lnTo>
                    <a:pt x="539152" y="1769473"/>
                  </a:lnTo>
                  <a:lnTo>
                    <a:pt x="538736" y="1769473"/>
                  </a:lnTo>
                  <a:lnTo>
                    <a:pt x="0" y="17694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5" name="pg1295"/>
            <p:cNvSpPr/>
            <p:nvPr/>
          </p:nvSpPr>
          <p:spPr>
            <a:xfrm>
              <a:off x="546595" y="4360183"/>
              <a:ext cx="8234974" cy="789457"/>
            </a:xfrm>
            <a:custGeom>
              <a:avLst/>
              <a:pathLst>
                <a:path w="8234974" h="789457">
                  <a:moveTo>
                    <a:pt x="0" y="5444"/>
                  </a:moveTo>
                  <a:lnTo>
                    <a:pt x="538736" y="5444"/>
                  </a:lnTo>
                  <a:lnTo>
                    <a:pt x="540039" y="5444"/>
                  </a:lnTo>
                  <a:lnTo>
                    <a:pt x="548538" y="5444"/>
                  </a:lnTo>
                  <a:lnTo>
                    <a:pt x="569724" y="5444"/>
                  </a:lnTo>
                  <a:lnTo>
                    <a:pt x="606993" y="5444"/>
                  </a:lnTo>
                  <a:lnTo>
                    <a:pt x="661320" y="5444"/>
                  </a:lnTo>
                  <a:lnTo>
                    <a:pt x="731240" y="5444"/>
                  </a:lnTo>
                  <a:lnTo>
                    <a:pt x="813336" y="5444"/>
                  </a:lnTo>
                  <a:lnTo>
                    <a:pt x="903125" y="5444"/>
                  </a:lnTo>
                  <a:lnTo>
                    <a:pt x="996021" y="5444"/>
                  </a:lnTo>
                  <a:lnTo>
                    <a:pt x="1088093" y="5444"/>
                  </a:lnTo>
                  <a:lnTo>
                    <a:pt x="1176457" y="5444"/>
                  </a:lnTo>
                  <a:lnTo>
                    <a:pt x="1259346" y="5444"/>
                  </a:lnTo>
                  <a:lnTo>
                    <a:pt x="1335965" y="5444"/>
                  </a:lnTo>
                  <a:lnTo>
                    <a:pt x="1406257" y="5444"/>
                  </a:lnTo>
                  <a:lnTo>
                    <a:pt x="1470667" y="5444"/>
                  </a:lnTo>
                  <a:lnTo>
                    <a:pt x="1529951" y="5444"/>
                  </a:lnTo>
                  <a:lnTo>
                    <a:pt x="1585024" y="5444"/>
                  </a:lnTo>
                  <a:lnTo>
                    <a:pt x="1636853" y="5444"/>
                  </a:lnTo>
                  <a:lnTo>
                    <a:pt x="1686372" y="5444"/>
                  </a:lnTo>
                  <a:lnTo>
                    <a:pt x="1719082" y="5444"/>
                  </a:lnTo>
                  <a:lnTo>
                    <a:pt x="1771877" y="5444"/>
                  </a:lnTo>
                  <a:lnTo>
                    <a:pt x="1824168" y="5444"/>
                  </a:lnTo>
                  <a:lnTo>
                    <a:pt x="1876549" y="5444"/>
                  </a:lnTo>
                  <a:lnTo>
                    <a:pt x="1929410" y="5444"/>
                  </a:lnTo>
                  <a:lnTo>
                    <a:pt x="1982963" y="5444"/>
                  </a:lnTo>
                  <a:lnTo>
                    <a:pt x="2037264" y="5444"/>
                  </a:lnTo>
                  <a:lnTo>
                    <a:pt x="2092236" y="5444"/>
                  </a:lnTo>
                  <a:lnTo>
                    <a:pt x="2147697" y="5444"/>
                  </a:lnTo>
                  <a:lnTo>
                    <a:pt x="2203394" y="5444"/>
                  </a:lnTo>
                  <a:lnTo>
                    <a:pt x="2259039" y="5444"/>
                  </a:lnTo>
                  <a:lnTo>
                    <a:pt x="2314351" y="5444"/>
                  </a:lnTo>
                  <a:lnTo>
                    <a:pt x="2369099" y="5444"/>
                  </a:lnTo>
                  <a:lnTo>
                    <a:pt x="2423135" y="5444"/>
                  </a:lnTo>
                  <a:lnTo>
                    <a:pt x="2476426" y="5444"/>
                  </a:lnTo>
                  <a:lnTo>
                    <a:pt x="2529083" y="5444"/>
                  </a:lnTo>
                  <a:lnTo>
                    <a:pt x="2581377" y="5444"/>
                  </a:lnTo>
                  <a:lnTo>
                    <a:pt x="2633767" y="5444"/>
                  </a:lnTo>
                  <a:lnTo>
                    <a:pt x="2667772" y="5444"/>
                  </a:lnTo>
                  <a:lnTo>
                    <a:pt x="2716192" y="5444"/>
                  </a:lnTo>
                  <a:lnTo>
                    <a:pt x="2766357" y="5444"/>
                  </a:lnTo>
                  <a:lnTo>
                    <a:pt x="2819124" y="5444"/>
                  </a:lnTo>
                  <a:lnTo>
                    <a:pt x="2875444" y="5444"/>
                  </a:lnTo>
                  <a:lnTo>
                    <a:pt x="2936281" y="5444"/>
                  </a:lnTo>
                  <a:lnTo>
                    <a:pt x="3002509" y="5444"/>
                  </a:lnTo>
                  <a:lnTo>
                    <a:pt x="3074805" y="5444"/>
                  </a:lnTo>
                  <a:lnTo>
                    <a:pt x="3153475" y="5444"/>
                  </a:lnTo>
                  <a:lnTo>
                    <a:pt x="3238252" y="5444"/>
                  </a:lnTo>
                  <a:lnTo>
                    <a:pt x="3328052" y="5444"/>
                  </a:lnTo>
                  <a:lnTo>
                    <a:pt x="3420757" y="5444"/>
                  </a:lnTo>
                  <a:lnTo>
                    <a:pt x="3513127" y="5444"/>
                  </a:lnTo>
                  <a:lnTo>
                    <a:pt x="3600958" y="5444"/>
                  </a:lnTo>
                  <a:lnTo>
                    <a:pt x="3679600" y="5444"/>
                  </a:lnTo>
                  <a:lnTo>
                    <a:pt x="3744804" y="5444"/>
                  </a:lnTo>
                  <a:lnTo>
                    <a:pt x="3793698" y="5444"/>
                  </a:lnTo>
                  <a:lnTo>
                    <a:pt x="3825574" y="5444"/>
                  </a:lnTo>
                  <a:lnTo>
                    <a:pt x="3842205" y="5444"/>
                  </a:lnTo>
                  <a:lnTo>
                    <a:pt x="3847703" y="544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6" y="5470"/>
                  </a:lnTo>
                  <a:lnTo>
                    <a:pt x="4396572" y="5655"/>
                  </a:lnTo>
                  <a:lnTo>
                    <a:pt x="4417580" y="6167"/>
                  </a:lnTo>
                  <a:lnTo>
                    <a:pt x="4454556" y="7170"/>
                  </a:lnTo>
                  <a:lnTo>
                    <a:pt x="4508490" y="8811"/>
                  </a:lnTo>
                  <a:lnTo>
                    <a:pt x="4577961" y="11193"/>
                  </a:lnTo>
                  <a:lnTo>
                    <a:pt x="4659611" y="14373"/>
                  </a:lnTo>
                  <a:lnTo>
                    <a:pt x="4749005" y="18366"/>
                  </a:lnTo>
                  <a:lnTo>
                    <a:pt x="4841593" y="23158"/>
                  </a:lnTo>
                  <a:lnTo>
                    <a:pt x="4933455" y="28730"/>
                  </a:lnTo>
                  <a:lnTo>
                    <a:pt x="5021702" y="35075"/>
                  </a:lnTo>
                  <a:lnTo>
                    <a:pt x="5104549" y="42216"/>
                  </a:lnTo>
                  <a:lnTo>
                    <a:pt x="5181177" y="50207"/>
                  </a:lnTo>
                  <a:lnTo>
                    <a:pt x="5251508" y="59138"/>
                  </a:lnTo>
                  <a:lnTo>
                    <a:pt x="5315966" y="69137"/>
                  </a:lnTo>
                  <a:lnTo>
                    <a:pt x="5375291" y="80361"/>
                  </a:lnTo>
                  <a:lnTo>
                    <a:pt x="5430384" y="92989"/>
                  </a:lnTo>
                  <a:lnTo>
                    <a:pt x="5482204" y="107203"/>
                  </a:lnTo>
                  <a:lnTo>
                    <a:pt x="5531678" y="123158"/>
                  </a:lnTo>
                  <a:lnTo>
                    <a:pt x="5567201" y="136113"/>
                  </a:lnTo>
                  <a:lnTo>
                    <a:pt x="5616633" y="156173"/>
                  </a:lnTo>
                  <a:lnTo>
                    <a:pt x="5665586" y="178280"/>
                  </a:lnTo>
                  <a:lnTo>
                    <a:pt x="5714563" y="202463"/>
                  </a:lnTo>
                  <a:lnTo>
                    <a:pt x="5763910" y="228684"/>
                  </a:lnTo>
                  <a:lnTo>
                    <a:pt x="5813831" y="256822"/>
                  </a:lnTo>
                  <a:lnTo>
                    <a:pt x="5864405" y="286674"/>
                  </a:lnTo>
                  <a:lnTo>
                    <a:pt x="5915607" y="317957"/>
                  </a:lnTo>
                  <a:lnTo>
                    <a:pt x="5967319" y="350310"/>
                  </a:lnTo>
                  <a:lnTo>
                    <a:pt x="6019358" y="383318"/>
                  </a:lnTo>
                  <a:lnTo>
                    <a:pt x="6071498" y="416523"/>
                  </a:lnTo>
                  <a:lnTo>
                    <a:pt x="6123502" y="449462"/>
                  </a:lnTo>
                  <a:lnTo>
                    <a:pt x="6175148" y="481681"/>
                  </a:lnTo>
                  <a:lnTo>
                    <a:pt x="6226262" y="512772"/>
                  </a:lnTo>
                  <a:lnTo>
                    <a:pt x="6276738" y="542385"/>
                  </a:lnTo>
                  <a:lnTo>
                    <a:pt x="6326565" y="570248"/>
                  </a:lnTo>
                  <a:lnTo>
                    <a:pt x="6375841" y="596171"/>
                  </a:lnTo>
                  <a:lnTo>
                    <a:pt x="6424789" y="620046"/>
                  </a:lnTo>
                  <a:lnTo>
                    <a:pt x="6473777" y="641844"/>
                  </a:lnTo>
                  <a:lnTo>
                    <a:pt x="6515891" y="658788"/>
                  </a:lnTo>
                  <a:lnTo>
                    <a:pt x="6564161" y="676085"/>
                  </a:lnTo>
                  <a:lnTo>
                    <a:pt x="6614164" y="691574"/>
                  </a:lnTo>
                  <a:lnTo>
                    <a:pt x="6666747" y="705357"/>
                  </a:lnTo>
                  <a:lnTo>
                    <a:pt x="6722853" y="717600"/>
                  </a:lnTo>
                  <a:lnTo>
                    <a:pt x="6783436" y="728487"/>
                  </a:lnTo>
                  <a:lnTo>
                    <a:pt x="6849367" y="738193"/>
                  </a:lnTo>
                  <a:lnTo>
                    <a:pt x="6921319" y="746868"/>
                  </a:lnTo>
                  <a:lnTo>
                    <a:pt x="6999605" y="754629"/>
                  </a:lnTo>
                  <a:lnTo>
                    <a:pt x="7083977" y="761559"/>
                  </a:lnTo>
                  <a:lnTo>
                    <a:pt x="7173384" y="767702"/>
                  </a:lnTo>
                  <a:lnTo>
                    <a:pt x="7265760" y="773071"/>
                  </a:lnTo>
                  <a:lnTo>
                    <a:pt x="7357928" y="777656"/>
                  </a:lnTo>
                  <a:lnTo>
                    <a:pt x="7445749" y="781437"/>
                  </a:lnTo>
                  <a:lnTo>
                    <a:pt x="7524618" y="784406"/>
                  </a:lnTo>
                  <a:lnTo>
                    <a:pt x="7590289" y="786587"/>
                  </a:lnTo>
                  <a:lnTo>
                    <a:pt x="7639836" y="788049"/>
                  </a:lnTo>
                  <a:lnTo>
                    <a:pt x="7672444" y="788909"/>
                  </a:lnTo>
                  <a:lnTo>
                    <a:pt x="7689749" y="789319"/>
                  </a:lnTo>
                  <a:lnTo>
                    <a:pt x="7695708" y="789447"/>
                  </a:lnTo>
                  <a:lnTo>
                    <a:pt x="7696237" y="789457"/>
                  </a:lnTo>
                  <a:lnTo>
                    <a:pt x="8234974" y="789457"/>
                  </a:lnTo>
                  <a:lnTo>
                    <a:pt x="8234974" y="784012"/>
                  </a:ln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96" name="pl1296"/>
            <p:cNvSpPr/>
            <p:nvPr/>
          </p:nvSpPr>
          <p:spPr>
            <a:xfrm>
              <a:off x="546595" y="4365627"/>
              <a:ext cx="8234974" cy="784012"/>
            </a:xfrm>
            <a:custGeom>
              <a:avLst/>
              <a:pathLst>
                <a:path w="8234974" h="784012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0"/>
                  </a:lnTo>
                  <a:lnTo>
                    <a:pt x="569724" y="0"/>
                  </a:lnTo>
                  <a:lnTo>
                    <a:pt x="606993" y="0"/>
                  </a:lnTo>
                  <a:lnTo>
                    <a:pt x="661320" y="0"/>
                  </a:lnTo>
                  <a:lnTo>
                    <a:pt x="731240" y="0"/>
                  </a:lnTo>
                  <a:lnTo>
                    <a:pt x="813336" y="0"/>
                  </a:lnTo>
                  <a:lnTo>
                    <a:pt x="903125" y="0"/>
                  </a:lnTo>
                  <a:lnTo>
                    <a:pt x="996021" y="0"/>
                  </a:lnTo>
                  <a:lnTo>
                    <a:pt x="1088093" y="0"/>
                  </a:lnTo>
                  <a:lnTo>
                    <a:pt x="1176457" y="0"/>
                  </a:lnTo>
                  <a:lnTo>
                    <a:pt x="1259346" y="0"/>
                  </a:lnTo>
                  <a:lnTo>
                    <a:pt x="1335965" y="0"/>
                  </a:lnTo>
                  <a:lnTo>
                    <a:pt x="1406257" y="0"/>
                  </a:lnTo>
                  <a:lnTo>
                    <a:pt x="1470667" y="0"/>
                  </a:lnTo>
                  <a:lnTo>
                    <a:pt x="1529951" y="0"/>
                  </a:lnTo>
                  <a:lnTo>
                    <a:pt x="1585024" y="0"/>
                  </a:lnTo>
                  <a:lnTo>
                    <a:pt x="1636853" y="0"/>
                  </a:lnTo>
                  <a:lnTo>
                    <a:pt x="1686372" y="0"/>
                  </a:lnTo>
                  <a:lnTo>
                    <a:pt x="1719082" y="0"/>
                  </a:lnTo>
                  <a:lnTo>
                    <a:pt x="1771877" y="0"/>
                  </a:lnTo>
                  <a:lnTo>
                    <a:pt x="1824168" y="0"/>
                  </a:lnTo>
                  <a:lnTo>
                    <a:pt x="1876549" y="0"/>
                  </a:lnTo>
                  <a:lnTo>
                    <a:pt x="1929410" y="0"/>
                  </a:lnTo>
                  <a:lnTo>
                    <a:pt x="1982963" y="0"/>
                  </a:lnTo>
                  <a:lnTo>
                    <a:pt x="2037264" y="0"/>
                  </a:lnTo>
                  <a:lnTo>
                    <a:pt x="2092236" y="0"/>
                  </a:lnTo>
                  <a:lnTo>
                    <a:pt x="2147697" y="0"/>
                  </a:lnTo>
                  <a:lnTo>
                    <a:pt x="2203394" y="0"/>
                  </a:lnTo>
                  <a:lnTo>
                    <a:pt x="2259039" y="0"/>
                  </a:lnTo>
                  <a:lnTo>
                    <a:pt x="2314351" y="0"/>
                  </a:lnTo>
                  <a:lnTo>
                    <a:pt x="2369099" y="0"/>
                  </a:lnTo>
                  <a:lnTo>
                    <a:pt x="2423135" y="0"/>
                  </a:lnTo>
                  <a:lnTo>
                    <a:pt x="2476426" y="0"/>
                  </a:lnTo>
                  <a:lnTo>
                    <a:pt x="2529083" y="0"/>
                  </a:lnTo>
                  <a:lnTo>
                    <a:pt x="2581377" y="0"/>
                  </a:lnTo>
                  <a:lnTo>
                    <a:pt x="2633767" y="0"/>
                  </a:lnTo>
                  <a:lnTo>
                    <a:pt x="2667772" y="0"/>
                  </a:lnTo>
                  <a:lnTo>
                    <a:pt x="2716192" y="0"/>
                  </a:lnTo>
                  <a:lnTo>
                    <a:pt x="2766357" y="0"/>
                  </a:lnTo>
                  <a:lnTo>
                    <a:pt x="2819124" y="0"/>
                  </a:lnTo>
                  <a:lnTo>
                    <a:pt x="2875444" y="0"/>
                  </a:lnTo>
                  <a:lnTo>
                    <a:pt x="2936281" y="0"/>
                  </a:lnTo>
                  <a:lnTo>
                    <a:pt x="3002509" y="0"/>
                  </a:lnTo>
                  <a:lnTo>
                    <a:pt x="3074805" y="0"/>
                  </a:lnTo>
                  <a:lnTo>
                    <a:pt x="3153475" y="0"/>
                  </a:lnTo>
                  <a:lnTo>
                    <a:pt x="3238252" y="0"/>
                  </a:lnTo>
                  <a:lnTo>
                    <a:pt x="3328052" y="0"/>
                  </a:lnTo>
                  <a:lnTo>
                    <a:pt x="3420757" y="0"/>
                  </a:lnTo>
                  <a:lnTo>
                    <a:pt x="3513127" y="0"/>
                  </a:lnTo>
                  <a:lnTo>
                    <a:pt x="3600958" y="0"/>
                  </a:lnTo>
                  <a:lnTo>
                    <a:pt x="3679600" y="0"/>
                  </a:lnTo>
                  <a:lnTo>
                    <a:pt x="3744804" y="0"/>
                  </a:lnTo>
                  <a:lnTo>
                    <a:pt x="3793698" y="0"/>
                  </a:lnTo>
                  <a:lnTo>
                    <a:pt x="3825574" y="0"/>
                  </a:lnTo>
                  <a:lnTo>
                    <a:pt x="3842205" y="0"/>
                  </a:lnTo>
                  <a:lnTo>
                    <a:pt x="384770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6" y="25"/>
                  </a:lnTo>
                  <a:lnTo>
                    <a:pt x="4396572" y="210"/>
                  </a:lnTo>
                  <a:lnTo>
                    <a:pt x="4417580" y="722"/>
                  </a:lnTo>
                  <a:lnTo>
                    <a:pt x="4454556" y="1726"/>
                  </a:lnTo>
                  <a:lnTo>
                    <a:pt x="4508490" y="3366"/>
                  </a:lnTo>
                  <a:lnTo>
                    <a:pt x="4577961" y="5748"/>
                  </a:lnTo>
                  <a:lnTo>
                    <a:pt x="4659611" y="8929"/>
                  </a:lnTo>
                  <a:lnTo>
                    <a:pt x="4749005" y="12922"/>
                  </a:lnTo>
                  <a:lnTo>
                    <a:pt x="4841593" y="17713"/>
                  </a:lnTo>
                  <a:lnTo>
                    <a:pt x="4933455" y="23285"/>
                  </a:lnTo>
                  <a:lnTo>
                    <a:pt x="5021702" y="29631"/>
                  </a:lnTo>
                  <a:lnTo>
                    <a:pt x="5104549" y="36772"/>
                  </a:lnTo>
                  <a:lnTo>
                    <a:pt x="5181177" y="44762"/>
                  </a:lnTo>
                  <a:lnTo>
                    <a:pt x="5251508" y="53694"/>
                  </a:lnTo>
                  <a:lnTo>
                    <a:pt x="5315966" y="63693"/>
                  </a:lnTo>
                  <a:lnTo>
                    <a:pt x="5375291" y="74917"/>
                  </a:lnTo>
                  <a:lnTo>
                    <a:pt x="5430384" y="87544"/>
                  </a:lnTo>
                  <a:lnTo>
                    <a:pt x="5482204" y="101758"/>
                  </a:lnTo>
                  <a:lnTo>
                    <a:pt x="5531678" y="117714"/>
                  </a:lnTo>
                  <a:lnTo>
                    <a:pt x="5567201" y="130668"/>
                  </a:lnTo>
                  <a:lnTo>
                    <a:pt x="5616633" y="150728"/>
                  </a:lnTo>
                  <a:lnTo>
                    <a:pt x="5665586" y="172835"/>
                  </a:lnTo>
                  <a:lnTo>
                    <a:pt x="5714563" y="197019"/>
                  </a:lnTo>
                  <a:lnTo>
                    <a:pt x="5763910" y="223239"/>
                  </a:lnTo>
                  <a:lnTo>
                    <a:pt x="5813831" y="251377"/>
                  </a:lnTo>
                  <a:lnTo>
                    <a:pt x="5864405" y="281230"/>
                  </a:lnTo>
                  <a:lnTo>
                    <a:pt x="5915607" y="312512"/>
                  </a:lnTo>
                  <a:lnTo>
                    <a:pt x="5967319" y="344866"/>
                  </a:lnTo>
                  <a:lnTo>
                    <a:pt x="6019358" y="377873"/>
                  </a:lnTo>
                  <a:lnTo>
                    <a:pt x="6071498" y="411079"/>
                  </a:lnTo>
                  <a:lnTo>
                    <a:pt x="6123502" y="444017"/>
                  </a:lnTo>
                  <a:lnTo>
                    <a:pt x="6175148" y="476236"/>
                  </a:lnTo>
                  <a:lnTo>
                    <a:pt x="6226262" y="507327"/>
                  </a:lnTo>
                  <a:lnTo>
                    <a:pt x="6276738" y="536940"/>
                  </a:lnTo>
                  <a:lnTo>
                    <a:pt x="6326565" y="564803"/>
                  </a:lnTo>
                  <a:lnTo>
                    <a:pt x="6375841" y="590726"/>
                  </a:lnTo>
                  <a:lnTo>
                    <a:pt x="6424789" y="614601"/>
                  </a:lnTo>
                  <a:lnTo>
                    <a:pt x="6473777" y="636400"/>
                  </a:lnTo>
                  <a:lnTo>
                    <a:pt x="6515891" y="653344"/>
                  </a:lnTo>
                  <a:lnTo>
                    <a:pt x="6564161" y="670641"/>
                  </a:lnTo>
                  <a:lnTo>
                    <a:pt x="6614164" y="686130"/>
                  </a:lnTo>
                  <a:lnTo>
                    <a:pt x="6666747" y="699912"/>
                  </a:lnTo>
                  <a:lnTo>
                    <a:pt x="6722853" y="712155"/>
                  </a:lnTo>
                  <a:lnTo>
                    <a:pt x="6783436" y="723043"/>
                  </a:lnTo>
                  <a:lnTo>
                    <a:pt x="6849367" y="732749"/>
                  </a:lnTo>
                  <a:lnTo>
                    <a:pt x="6921319" y="741424"/>
                  </a:lnTo>
                  <a:lnTo>
                    <a:pt x="6999605" y="749185"/>
                  </a:lnTo>
                  <a:lnTo>
                    <a:pt x="7083977" y="756114"/>
                  </a:lnTo>
                  <a:lnTo>
                    <a:pt x="7173384" y="762257"/>
                  </a:lnTo>
                  <a:lnTo>
                    <a:pt x="7265760" y="767626"/>
                  </a:lnTo>
                  <a:lnTo>
                    <a:pt x="7357928" y="772211"/>
                  </a:lnTo>
                  <a:lnTo>
                    <a:pt x="7445749" y="775993"/>
                  </a:lnTo>
                  <a:lnTo>
                    <a:pt x="7524618" y="778962"/>
                  </a:lnTo>
                  <a:lnTo>
                    <a:pt x="7590289" y="781142"/>
                  </a:lnTo>
                  <a:lnTo>
                    <a:pt x="7639836" y="782605"/>
                  </a:lnTo>
                  <a:lnTo>
                    <a:pt x="7672444" y="783465"/>
                  </a:lnTo>
                  <a:lnTo>
                    <a:pt x="7689749" y="783874"/>
                  </a:lnTo>
                  <a:lnTo>
                    <a:pt x="7695708" y="784002"/>
                  </a:lnTo>
                  <a:lnTo>
                    <a:pt x="7696237" y="784012"/>
                  </a:lnTo>
                  <a:lnTo>
                    <a:pt x="8234974" y="784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7" name="pl1297"/>
            <p:cNvSpPr/>
            <p:nvPr/>
          </p:nvSpPr>
          <p:spPr>
            <a:xfrm>
              <a:off x="546595" y="4360183"/>
              <a:ext cx="8234974" cy="784012"/>
            </a:xfrm>
            <a:custGeom>
              <a:avLst/>
              <a:pathLst>
                <a:path w="8234974" h="784012">
                  <a:moveTo>
                    <a:pt x="8234974" y="784012"/>
                  </a:moveTo>
                  <a:lnTo>
                    <a:pt x="7696237" y="784012"/>
                  </a:lnTo>
                  <a:lnTo>
                    <a:pt x="7694946" y="783987"/>
                  </a:lnTo>
                  <a:lnTo>
                    <a:pt x="7686521" y="783802"/>
                  </a:lnTo>
                  <a:lnTo>
                    <a:pt x="7665512" y="783290"/>
                  </a:lnTo>
                  <a:lnTo>
                    <a:pt x="7628536" y="782286"/>
                  </a:lnTo>
                  <a:lnTo>
                    <a:pt x="7574602" y="780646"/>
                  </a:lnTo>
                  <a:lnTo>
                    <a:pt x="7505131" y="778264"/>
                  </a:lnTo>
                  <a:lnTo>
                    <a:pt x="7423482" y="775083"/>
                  </a:lnTo>
                  <a:lnTo>
                    <a:pt x="7334087" y="771090"/>
                  </a:lnTo>
                  <a:lnTo>
                    <a:pt x="7241499" y="766299"/>
                  </a:lnTo>
                  <a:lnTo>
                    <a:pt x="7149637" y="760727"/>
                  </a:lnTo>
                  <a:lnTo>
                    <a:pt x="7061390" y="754381"/>
                  </a:lnTo>
                  <a:lnTo>
                    <a:pt x="6978544" y="747240"/>
                  </a:lnTo>
                  <a:lnTo>
                    <a:pt x="6901915" y="739250"/>
                  </a:lnTo>
                  <a:lnTo>
                    <a:pt x="6831585" y="730318"/>
                  </a:lnTo>
                  <a:lnTo>
                    <a:pt x="6767126" y="720319"/>
                  </a:lnTo>
                  <a:lnTo>
                    <a:pt x="6707802" y="709095"/>
                  </a:lnTo>
                  <a:lnTo>
                    <a:pt x="6652709" y="696468"/>
                  </a:lnTo>
                  <a:lnTo>
                    <a:pt x="6600889" y="682254"/>
                  </a:lnTo>
                  <a:lnTo>
                    <a:pt x="6551415" y="666298"/>
                  </a:lnTo>
                  <a:lnTo>
                    <a:pt x="6515891" y="653344"/>
                  </a:lnTo>
                  <a:lnTo>
                    <a:pt x="6466459" y="633284"/>
                  </a:lnTo>
                  <a:lnTo>
                    <a:pt x="6417507" y="611177"/>
                  </a:lnTo>
                  <a:lnTo>
                    <a:pt x="6368529" y="586993"/>
                  </a:lnTo>
                  <a:lnTo>
                    <a:pt x="6319182" y="560773"/>
                  </a:lnTo>
                  <a:lnTo>
                    <a:pt x="6269262" y="532635"/>
                  </a:lnTo>
                  <a:lnTo>
                    <a:pt x="6218687" y="502782"/>
                  </a:lnTo>
                  <a:lnTo>
                    <a:pt x="6167486" y="471500"/>
                  </a:lnTo>
                  <a:lnTo>
                    <a:pt x="6115774" y="439146"/>
                  </a:lnTo>
                  <a:lnTo>
                    <a:pt x="6063735" y="406139"/>
                  </a:lnTo>
                  <a:lnTo>
                    <a:pt x="6011595" y="372933"/>
                  </a:lnTo>
                  <a:lnTo>
                    <a:pt x="5959591" y="339995"/>
                  </a:lnTo>
                  <a:lnTo>
                    <a:pt x="5907944" y="307775"/>
                  </a:lnTo>
                  <a:lnTo>
                    <a:pt x="5856831" y="276685"/>
                  </a:lnTo>
                  <a:lnTo>
                    <a:pt x="5806355" y="247072"/>
                  </a:lnTo>
                  <a:lnTo>
                    <a:pt x="5756528" y="219209"/>
                  </a:lnTo>
                  <a:lnTo>
                    <a:pt x="5707252" y="193286"/>
                  </a:lnTo>
                  <a:lnTo>
                    <a:pt x="5658303" y="169411"/>
                  </a:lnTo>
                  <a:lnTo>
                    <a:pt x="5609316" y="147612"/>
                  </a:lnTo>
                  <a:lnTo>
                    <a:pt x="5567201" y="130668"/>
                  </a:lnTo>
                  <a:lnTo>
                    <a:pt x="5518931" y="113371"/>
                  </a:lnTo>
                  <a:lnTo>
                    <a:pt x="5468928" y="97882"/>
                  </a:lnTo>
                  <a:lnTo>
                    <a:pt x="5416346" y="84099"/>
                  </a:lnTo>
                  <a:lnTo>
                    <a:pt x="5360239" y="71857"/>
                  </a:lnTo>
                  <a:lnTo>
                    <a:pt x="5299656" y="60969"/>
                  </a:lnTo>
                  <a:lnTo>
                    <a:pt x="5233725" y="51263"/>
                  </a:lnTo>
                  <a:lnTo>
                    <a:pt x="5161774" y="42588"/>
                  </a:lnTo>
                  <a:lnTo>
                    <a:pt x="5083487" y="34827"/>
                  </a:lnTo>
                  <a:lnTo>
                    <a:pt x="4999115" y="27898"/>
                  </a:lnTo>
                  <a:lnTo>
                    <a:pt x="4909709" y="21755"/>
                  </a:lnTo>
                  <a:lnTo>
                    <a:pt x="4817333" y="16386"/>
                  </a:lnTo>
                  <a:lnTo>
                    <a:pt x="4725165" y="11801"/>
                  </a:lnTo>
                  <a:lnTo>
                    <a:pt x="4637344" y="8019"/>
                  </a:lnTo>
                  <a:lnTo>
                    <a:pt x="4558474" y="5050"/>
                  </a:lnTo>
                  <a:lnTo>
                    <a:pt x="4492803" y="2869"/>
                  </a:lnTo>
                  <a:lnTo>
                    <a:pt x="4443256" y="1407"/>
                  </a:lnTo>
                  <a:lnTo>
                    <a:pt x="4410648" y="547"/>
                  </a:lnTo>
                  <a:lnTo>
                    <a:pt x="4393344" y="137"/>
                  </a:lnTo>
                  <a:lnTo>
                    <a:pt x="4387384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6" y="0"/>
                  </a:lnTo>
                  <a:lnTo>
                    <a:pt x="3838316" y="0"/>
                  </a:lnTo>
                  <a:lnTo>
                    <a:pt x="3817131" y="0"/>
                  </a:lnTo>
                  <a:lnTo>
                    <a:pt x="3779861" y="0"/>
                  </a:lnTo>
                  <a:lnTo>
                    <a:pt x="3725534" y="0"/>
                  </a:lnTo>
                  <a:lnTo>
                    <a:pt x="3655615" y="0"/>
                  </a:lnTo>
                  <a:lnTo>
                    <a:pt x="3573519" y="0"/>
                  </a:lnTo>
                  <a:lnTo>
                    <a:pt x="3483730" y="0"/>
                  </a:lnTo>
                  <a:lnTo>
                    <a:pt x="3390833" y="0"/>
                  </a:lnTo>
                  <a:lnTo>
                    <a:pt x="3298761" y="0"/>
                  </a:lnTo>
                  <a:lnTo>
                    <a:pt x="3210398" y="0"/>
                  </a:lnTo>
                  <a:lnTo>
                    <a:pt x="3127508" y="0"/>
                  </a:lnTo>
                  <a:lnTo>
                    <a:pt x="3050889" y="0"/>
                  </a:lnTo>
                  <a:lnTo>
                    <a:pt x="2980598" y="0"/>
                  </a:lnTo>
                  <a:lnTo>
                    <a:pt x="2916188" y="0"/>
                  </a:lnTo>
                  <a:lnTo>
                    <a:pt x="2856904" y="0"/>
                  </a:lnTo>
                  <a:lnTo>
                    <a:pt x="2801831" y="0"/>
                  </a:lnTo>
                  <a:lnTo>
                    <a:pt x="2750001" y="0"/>
                  </a:lnTo>
                  <a:lnTo>
                    <a:pt x="2700483" y="0"/>
                  </a:lnTo>
                  <a:lnTo>
                    <a:pt x="2667772" y="0"/>
                  </a:lnTo>
                  <a:lnTo>
                    <a:pt x="2614977" y="0"/>
                  </a:lnTo>
                  <a:lnTo>
                    <a:pt x="2562687" y="0"/>
                  </a:lnTo>
                  <a:lnTo>
                    <a:pt x="2510306" y="0"/>
                  </a:lnTo>
                  <a:lnTo>
                    <a:pt x="2457444" y="0"/>
                  </a:lnTo>
                  <a:lnTo>
                    <a:pt x="2403891" y="0"/>
                  </a:lnTo>
                  <a:lnTo>
                    <a:pt x="2349591" y="0"/>
                  </a:lnTo>
                  <a:lnTo>
                    <a:pt x="2294619" y="0"/>
                  </a:lnTo>
                  <a:lnTo>
                    <a:pt x="2239157" y="0"/>
                  </a:lnTo>
                  <a:lnTo>
                    <a:pt x="2183461" y="0"/>
                  </a:lnTo>
                  <a:lnTo>
                    <a:pt x="2127816" y="0"/>
                  </a:lnTo>
                  <a:lnTo>
                    <a:pt x="2072503" y="0"/>
                  </a:lnTo>
                  <a:lnTo>
                    <a:pt x="2017756" y="0"/>
                  </a:lnTo>
                  <a:lnTo>
                    <a:pt x="1963720" y="0"/>
                  </a:lnTo>
                  <a:lnTo>
                    <a:pt x="1910429" y="0"/>
                  </a:lnTo>
                  <a:lnTo>
                    <a:pt x="1857772" y="0"/>
                  </a:lnTo>
                  <a:lnTo>
                    <a:pt x="1805478" y="0"/>
                  </a:lnTo>
                  <a:lnTo>
                    <a:pt x="1753087" y="0"/>
                  </a:lnTo>
                  <a:lnTo>
                    <a:pt x="1719082" y="0"/>
                  </a:lnTo>
                  <a:lnTo>
                    <a:pt x="1670663" y="0"/>
                  </a:lnTo>
                  <a:lnTo>
                    <a:pt x="1620498" y="0"/>
                  </a:lnTo>
                  <a:lnTo>
                    <a:pt x="1567731" y="0"/>
                  </a:lnTo>
                  <a:lnTo>
                    <a:pt x="1511410" y="0"/>
                  </a:lnTo>
                  <a:lnTo>
                    <a:pt x="1450574" y="0"/>
                  </a:lnTo>
                  <a:lnTo>
                    <a:pt x="1384345" y="0"/>
                  </a:lnTo>
                  <a:lnTo>
                    <a:pt x="1312050" y="0"/>
                  </a:lnTo>
                  <a:lnTo>
                    <a:pt x="1233380" y="0"/>
                  </a:lnTo>
                  <a:lnTo>
                    <a:pt x="1148603" y="0"/>
                  </a:lnTo>
                  <a:lnTo>
                    <a:pt x="1058803" y="0"/>
                  </a:lnTo>
                  <a:lnTo>
                    <a:pt x="966097" y="0"/>
                  </a:lnTo>
                  <a:lnTo>
                    <a:pt x="873728" y="0"/>
                  </a:lnTo>
                  <a:lnTo>
                    <a:pt x="785897" y="0"/>
                  </a:lnTo>
                  <a:lnTo>
                    <a:pt x="707255" y="0"/>
                  </a:lnTo>
                  <a:lnTo>
                    <a:pt x="642051" y="0"/>
                  </a:lnTo>
                  <a:lnTo>
                    <a:pt x="593156" y="0"/>
                  </a:lnTo>
                  <a:lnTo>
                    <a:pt x="561281" y="0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8" name="pg1298"/>
            <p:cNvSpPr/>
            <p:nvPr/>
          </p:nvSpPr>
          <p:spPr>
            <a:xfrm>
              <a:off x="546595" y="4365627"/>
              <a:ext cx="8234974" cy="1279465"/>
            </a:xfrm>
            <a:custGeom>
              <a:avLst/>
              <a:pathLst>
                <a:path w="8234974" h="1279465">
                  <a:moveTo>
                    <a:pt x="0" y="5444"/>
                  </a:moveTo>
                  <a:lnTo>
                    <a:pt x="538736" y="5444"/>
                  </a:lnTo>
                  <a:lnTo>
                    <a:pt x="540039" y="5444"/>
                  </a:lnTo>
                  <a:lnTo>
                    <a:pt x="548538" y="5446"/>
                  </a:lnTo>
                  <a:lnTo>
                    <a:pt x="569724" y="5449"/>
                  </a:lnTo>
                  <a:lnTo>
                    <a:pt x="606993" y="5456"/>
                  </a:lnTo>
                  <a:lnTo>
                    <a:pt x="661320" y="5468"/>
                  </a:lnTo>
                  <a:lnTo>
                    <a:pt x="731240" y="5484"/>
                  </a:lnTo>
                  <a:lnTo>
                    <a:pt x="813336" y="5507"/>
                  </a:lnTo>
                  <a:lnTo>
                    <a:pt x="903125" y="5535"/>
                  </a:lnTo>
                  <a:lnTo>
                    <a:pt x="996021" y="5568"/>
                  </a:lnTo>
                  <a:lnTo>
                    <a:pt x="1088093" y="5607"/>
                  </a:lnTo>
                  <a:lnTo>
                    <a:pt x="1176457" y="5651"/>
                  </a:lnTo>
                  <a:lnTo>
                    <a:pt x="1259346" y="5701"/>
                  </a:lnTo>
                  <a:lnTo>
                    <a:pt x="1335965" y="5757"/>
                  </a:lnTo>
                  <a:lnTo>
                    <a:pt x="1406256" y="5820"/>
                  </a:lnTo>
                  <a:lnTo>
                    <a:pt x="1470667" y="5890"/>
                  </a:lnTo>
                  <a:lnTo>
                    <a:pt x="1529951" y="5968"/>
                  </a:lnTo>
                  <a:lnTo>
                    <a:pt x="1585023" y="6057"/>
                  </a:lnTo>
                  <a:lnTo>
                    <a:pt x="1636853" y="6156"/>
                  </a:lnTo>
                  <a:lnTo>
                    <a:pt x="1686372" y="6268"/>
                  </a:lnTo>
                  <a:lnTo>
                    <a:pt x="1719082" y="6351"/>
                  </a:lnTo>
                  <a:lnTo>
                    <a:pt x="1771877" y="6501"/>
                  </a:lnTo>
                  <a:lnTo>
                    <a:pt x="1824167" y="6666"/>
                  </a:lnTo>
                  <a:lnTo>
                    <a:pt x="1876548" y="6849"/>
                  </a:lnTo>
                  <a:lnTo>
                    <a:pt x="1929410" y="7047"/>
                  </a:lnTo>
                  <a:lnTo>
                    <a:pt x="1982962" y="7259"/>
                  </a:lnTo>
                  <a:lnTo>
                    <a:pt x="2037263" y="7485"/>
                  </a:lnTo>
                  <a:lnTo>
                    <a:pt x="2092234" y="7721"/>
                  </a:lnTo>
                  <a:lnTo>
                    <a:pt x="2147695" y="7964"/>
                  </a:lnTo>
                  <a:lnTo>
                    <a:pt x="2203392" y="8210"/>
                  </a:lnTo>
                  <a:lnTo>
                    <a:pt x="2259037" y="8456"/>
                  </a:lnTo>
                  <a:lnTo>
                    <a:pt x="2314349" y="8697"/>
                  </a:lnTo>
                  <a:lnTo>
                    <a:pt x="2369097" y="8929"/>
                  </a:lnTo>
                  <a:lnTo>
                    <a:pt x="2423132" y="9151"/>
                  </a:lnTo>
                  <a:lnTo>
                    <a:pt x="2476423" y="9359"/>
                  </a:lnTo>
                  <a:lnTo>
                    <a:pt x="2529080" y="9551"/>
                  </a:lnTo>
                  <a:lnTo>
                    <a:pt x="2581374" y="9727"/>
                  </a:lnTo>
                  <a:lnTo>
                    <a:pt x="2633764" y="9887"/>
                  </a:lnTo>
                  <a:lnTo>
                    <a:pt x="2667772" y="9981"/>
                  </a:lnTo>
                  <a:lnTo>
                    <a:pt x="2716192" y="10102"/>
                  </a:lnTo>
                  <a:lnTo>
                    <a:pt x="2766357" y="10209"/>
                  </a:lnTo>
                  <a:lnTo>
                    <a:pt x="2819124" y="10305"/>
                  </a:lnTo>
                  <a:lnTo>
                    <a:pt x="2875444" y="10391"/>
                  </a:lnTo>
                  <a:lnTo>
                    <a:pt x="2936281" y="10466"/>
                  </a:lnTo>
                  <a:lnTo>
                    <a:pt x="3002509" y="10534"/>
                  </a:lnTo>
                  <a:lnTo>
                    <a:pt x="3074805" y="10594"/>
                  </a:lnTo>
                  <a:lnTo>
                    <a:pt x="3153475" y="10648"/>
                  </a:lnTo>
                  <a:lnTo>
                    <a:pt x="3238252" y="10696"/>
                  </a:lnTo>
                  <a:lnTo>
                    <a:pt x="3328052" y="10739"/>
                  </a:lnTo>
                  <a:lnTo>
                    <a:pt x="3420757" y="10776"/>
                  </a:lnTo>
                  <a:lnTo>
                    <a:pt x="3513127" y="10808"/>
                  </a:lnTo>
                  <a:lnTo>
                    <a:pt x="3600958" y="10834"/>
                  </a:lnTo>
                  <a:lnTo>
                    <a:pt x="3679600" y="10854"/>
                  </a:lnTo>
                  <a:lnTo>
                    <a:pt x="3744804" y="10869"/>
                  </a:lnTo>
                  <a:lnTo>
                    <a:pt x="3793698" y="10879"/>
                  </a:lnTo>
                  <a:lnTo>
                    <a:pt x="3825574" y="10885"/>
                  </a:lnTo>
                  <a:lnTo>
                    <a:pt x="3842205" y="10888"/>
                  </a:lnTo>
                  <a:lnTo>
                    <a:pt x="3847703" y="10889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28" y="10930"/>
                  </a:lnTo>
                  <a:lnTo>
                    <a:pt x="4396437" y="11225"/>
                  </a:lnTo>
                  <a:lnTo>
                    <a:pt x="4417167" y="12041"/>
                  </a:lnTo>
                  <a:lnTo>
                    <a:pt x="4453679" y="13641"/>
                  </a:lnTo>
                  <a:lnTo>
                    <a:pt x="4506992" y="16258"/>
                  </a:lnTo>
                  <a:lnTo>
                    <a:pt x="4575753" y="20060"/>
                  </a:lnTo>
                  <a:lnTo>
                    <a:pt x="4656692" y="25141"/>
                  </a:lnTo>
                  <a:lnTo>
                    <a:pt x="4745457" y="31523"/>
                  </a:lnTo>
                  <a:lnTo>
                    <a:pt x="4837552" y="39186"/>
                  </a:lnTo>
                  <a:lnTo>
                    <a:pt x="4929075" y="48101"/>
                  </a:lnTo>
                  <a:lnTo>
                    <a:pt x="5017130" y="58255"/>
                  </a:lnTo>
                  <a:lnTo>
                    <a:pt x="5099904" y="69681"/>
                  </a:lnTo>
                  <a:lnTo>
                    <a:pt x="5176545" y="82461"/>
                  </a:lnTo>
                  <a:lnTo>
                    <a:pt x="5246936" y="96738"/>
                  </a:lnTo>
                  <a:lnTo>
                    <a:pt x="5311471" y="112710"/>
                  </a:lnTo>
                  <a:lnTo>
                    <a:pt x="5370861" y="130625"/>
                  </a:lnTo>
                  <a:lnTo>
                    <a:pt x="5425989" y="150767"/>
                  </a:lnTo>
                  <a:lnTo>
                    <a:pt x="5477796" y="173428"/>
                  </a:lnTo>
                  <a:lnTo>
                    <a:pt x="5527205" y="198861"/>
                  </a:lnTo>
                  <a:lnTo>
                    <a:pt x="5567201" y="222318"/>
                  </a:lnTo>
                  <a:lnTo>
                    <a:pt x="5612860" y="252166"/>
                  </a:lnTo>
                  <a:lnTo>
                    <a:pt x="5658073" y="284831"/>
                  </a:lnTo>
                  <a:lnTo>
                    <a:pt x="5703252" y="320361"/>
                  </a:lnTo>
                  <a:lnTo>
                    <a:pt x="5748692" y="358723"/>
                  </a:lnTo>
                  <a:lnTo>
                    <a:pt x="5794579" y="399793"/>
                  </a:lnTo>
                  <a:lnTo>
                    <a:pt x="5841011" y="443350"/>
                  </a:lnTo>
                  <a:lnTo>
                    <a:pt x="5887998" y="489075"/>
                  </a:lnTo>
                  <a:lnTo>
                    <a:pt x="5935484" y="536556"/>
                  </a:lnTo>
                  <a:lnTo>
                    <a:pt x="5983351" y="585302"/>
                  </a:lnTo>
                  <a:lnTo>
                    <a:pt x="6031440" y="634759"/>
                  </a:lnTo>
                  <a:lnTo>
                    <a:pt x="6079568" y="684341"/>
                  </a:lnTo>
                  <a:lnTo>
                    <a:pt x="6127550" y="733455"/>
                  </a:lnTo>
                  <a:lnTo>
                    <a:pt x="6175212" y="781531"/>
                  </a:lnTo>
                  <a:lnTo>
                    <a:pt x="6222420" y="828048"/>
                  </a:lnTo>
                  <a:lnTo>
                    <a:pt x="6269088" y="872560"/>
                  </a:lnTo>
                  <a:lnTo>
                    <a:pt x="6315197" y="914707"/>
                  </a:lnTo>
                  <a:lnTo>
                    <a:pt x="6360807" y="954226"/>
                  </a:lnTo>
                  <a:lnTo>
                    <a:pt x="6406066" y="990954"/>
                  </a:lnTo>
                  <a:lnTo>
                    <a:pt x="6451222" y="1024820"/>
                  </a:lnTo>
                  <a:lnTo>
                    <a:pt x="6496635" y="1055841"/>
                  </a:lnTo>
                  <a:lnTo>
                    <a:pt x="6515891" y="1068036"/>
                  </a:lnTo>
                  <a:lnTo>
                    <a:pt x="6563924" y="1095895"/>
                  </a:lnTo>
                  <a:lnTo>
                    <a:pt x="6613669" y="1120857"/>
                  </a:lnTo>
                  <a:lnTo>
                    <a:pt x="6665961" y="1143081"/>
                  </a:lnTo>
                  <a:lnTo>
                    <a:pt x="6721728" y="1162835"/>
                  </a:lnTo>
                  <a:lnTo>
                    <a:pt x="6781911" y="1180410"/>
                  </a:lnTo>
                  <a:lnTo>
                    <a:pt x="6847371" y="1196086"/>
                  </a:lnTo>
                  <a:lnTo>
                    <a:pt x="6918779" y="1210104"/>
                  </a:lnTo>
                  <a:lnTo>
                    <a:pt x="6996458" y="1222652"/>
                  </a:lnTo>
                  <a:lnTo>
                    <a:pt x="7080187" y="1233863"/>
                  </a:lnTo>
                  <a:lnTo>
                    <a:pt x="7168969" y="1243811"/>
                  </a:lnTo>
                  <a:lnTo>
                    <a:pt x="7260816" y="1252521"/>
                  </a:lnTo>
                  <a:lnTo>
                    <a:pt x="7352652" y="1259975"/>
                  </a:lnTo>
                  <a:lnTo>
                    <a:pt x="7440440" y="1266142"/>
                  </a:lnTo>
                  <a:lnTo>
                    <a:pt x="7519650" y="1271008"/>
                  </a:lnTo>
                  <a:lnTo>
                    <a:pt x="7586041" y="1274606"/>
                  </a:lnTo>
                  <a:lnTo>
                    <a:pt x="7636610" y="1277041"/>
                  </a:lnTo>
                  <a:lnTo>
                    <a:pt x="7670378" y="1278495"/>
                  </a:lnTo>
                  <a:lnTo>
                    <a:pt x="7688764" y="1279206"/>
                  </a:lnTo>
                  <a:lnTo>
                    <a:pt x="7695490" y="1279441"/>
                  </a:lnTo>
                  <a:lnTo>
                    <a:pt x="7696237" y="1279465"/>
                  </a:lnTo>
                  <a:lnTo>
                    <a:pt x="8234974" y="1279465"/>
                  </a:lnTo>
                  <a:lnTo>
                    <a:pt x="8234974" y="1274020"/>
                  </a:lnTo>
                  <a:lnTo>
                    <a:pt x="7696237" y="1274020"/>
                  </a:lnTo>
                  <a:lnTo>
                    <a:pt x="7694964" y="1273979"/>
                  </a:lnTo>
                  <a:lnTo>
                    <a:pt x="7686655" y="1273684"/>
                  </a:lnTo>
                  <a:lnTo>
                    <a:pt x="7665926" y="1272869"/>
                  </a:lnTo>
                  <a:lnTo>
                    <a:pt x="7629414" y="1271268"/>
                  </a:lnTo>
                  <a:lnTo>
                    <a:pt x="7576101" y="1268651"/>
                  </a:lnTo>
                  <a:lnTo>
                    <a:pt x="7507339" y="1264849"/>
                  </a:lnTo>
                  <a:lnTo>
                    <a:pt x="7426400" y="1259768"/>
                  </a:lnTo>
                  <a:lnTo>
                    <a:pt x="7337635" y="1253386"/>
                  </a:lnTo>
                  <a:lnTo>
                    <a:pt x="7245541" y="1245723"/>
                  </a:lnTo>
                  <a:lnTo>
                    <a:pt x="7154017" y="1236808"/>
                  </a:lnTo>
                  <a:lnTo>
                    <a:pt x="7065962" y="1226654"/>
                  </a:lnTo>
                  <a:lnTo>
                    <a:pt x="6983188" y="1215228"/>
                  </a:lnTo>
                  <a:lnTo>
                    <a:pt x="6906547" y="1202448"/>
                  </a:lnTo>
                  <a:lnTo>
                    <a:pt x="6836157" y="1188171"/>
                  </a:lnTo>
                  <a:lnTo>
                    <a:pt x="6771621" y="1172199"/>
                  </a:lnTo>
                  <a:lnTo>
                    <a:pt x="6712231" y="1154284"/>
                  </a:lnTo>
                  <a:lnTo>
                    <a:pt x="6657104" y="1134142"/>
                  </a:lnTo>
                  <a:lnTo>
                    <a:pt x="6605296" y="1111481"/>
                  </a:lnTo>
                  <a:lnTo>
                    <a:pt x="6555888" y="1086048"/>
                  </a:lnTo>
                  <a:lnTo>
                    <a:pt x="6515891" y="1062591"/>
                  </a:lnTo>
                  <a:lnTo>
                    <a:pt x="6470232" y="1032743"/>
                  </a:lnTo>
                  <a:lnTo>
                    <a:pt x="6425019" y="1000078"/>
                  </a:lnTo>
                  <a:lnTo>
                    <a:pt x="6379840" y="964548"/>
                  </a:lnTo>
                  <a:lnTo>
                    <a:pt x="6334401" y="926186"/>
                  </a:lnTo>
                  <a:lnTo>
                    <a:pt x="6288513" y="885116"/>
                  </a:lnTo>
                  <a:lnTo>
                    <a:pt x="6242082" y="841559"/>
                  </a:lnTo>
                  <a:lnTo>
                    <a:pt x="6195094" y="795834"/>
                  </a:lnTo>
                  <a:lnTo>
                    <a:pt x="6147608" y="748353"/>
                  </a:lnTo>
                  <a:lnTo>
                    <a:pt x="6099742" y="699607"/>
                  </a:lnTo>
                  <a:lnTo>
                    <a:pt x="6051653" y="650150"/>
                  </a:lnTo>
                  <a:lnTo>
                    <a:pt x="6003524" y="600568"/>
                  </a:lnTo>
                  <a:lnTo>
                    <a:pt x="5955543" y="551454"/>
                  </a:lnTo>
                  <a:lnTo>
                    <a:pt x="5907880" y="503378"/>
                  </a:lnTo>
                  <a:lnTo>
                    <a:pt x="5860672" y="456861"/>
                  </a:lnTo>
                  <a:lnTo>
                    <a:pt x="5814005" y="412349"/>
                  </a:lnTo>
                  <a:lnTo>
                    <a:pt x="5767895" y="370203"/>
                  </a:lnTo>
                  <a:lnTo>
                    <a:pt x="5722285" y="330683"/>
                  </a:lnTo>
                  <a:lnTo>
                    <a:pt x="5677026" y="293955"/>
                  </a:lnTo>
                  <a:lnTo>
                    <a:pt x="5631870" y="260089"/>
                  </a:lnTo>
                  <a:lnTo>
                    <a:pt x="5586458" y="229068"/>
                  </a:lnTo>
                  <a:lnTo>
                    <a:pt x="5567201" y="216873"/>
                  </a:lnTo>
                  <a:lnTo>
                    <a:pt x="5519168" y="189014"/>
                  </a:lnTo>
                  <a:lnTo>
                    <a:pt x="5469423" y="164052"/>
                  </a:lnTo>
                  <a:lnTo>
                    <a:pt x="5417132" y="141828"/>
                  </a:lnTo>
                  <a:lnTo>
                    <a:pt x="5361365" y="122074"/>
                  </a:lnTo>
                  <a:lnTo>
                    <a:pt x="5301182" y="104499"/>
                  </a:lnTo>
                  <a:lnTo>
                    <a:pt x="5235721" y="88823"/>
                  </a:lnTo>
                  <a:lnTo>
                    <a:pt x="5164314" y="74805"/>
                  </a:lnTo>
                  <a:lnTo>
                    <a:pt x="5086635" y="62257"/>
                  </a:lnTo>
                  <a:lnTo>
                    <a:pt x="5002905" y="51046"/>
                  </a:lnTo>
                  <a:lnTo>
                    <a:pt x="4914124" y="41098"/>
                  </a:lnTo>
                  <a:lnTo>
                    <a:pt x="4822277" y="32388"/>
                  </a:lnTo>
                  <a:lnTo>
                    <a:pt x="4730441" y="24934"/>
                  </a:lnTo>
                  <a:lnTo>
                    <a:pt x="4642652" y="18767"/>
                  </a:lnTo>
                  <a:lnTo>
                    <a:pt x="4563443" y="13901"/>
                  </a:lnTo>
                  <a:lnTo>
                    <a:pt x="4497051" y="10303"/>
                  </a:lnTo>
                  <a:lnTo>
                    <a:pt x="4446482" y="7868"/>
                  </a:lnTo>
                  <a:lnTo>
                    <a:pt x="4412715" y="6414"/>
                  </a:lnTo>
                  <a:lnTo>
                    <a:pt x="4394328" y="5703"/>
                  </a:lnTo>
                  <a:lnTo>
                    <a:pt x="4387603" y="5468"/>
                  </a:lnTo>
                  <a:lnTo>
                    <a:pt x="4386855" y="5444"/>
                  </a:lnTo>
                  <a:lnTo>
                    <a:pt x="3848118" y="5444"/>
                  </a:lnTo>
                  <a:lnTo>
                    <a:pt x="3846816" y="5444"/>
                  </a:lnTo>
                  <a:lnTo>
                    <a:pt x="3838316" y="5443"/>
                  </a:lnTo>
                  <a:lnTo>
                    <a:pt x="3817131" y="5439"/>
                  </a:lnTo>
                  <a:lnTo>
                    <a:pt x="3779861" y="5432"/>
                  </a:lnTo>
                  <a:lnTo>
                    <a:pt x="3725534" y="5420"/>
                  </a:lnTo>
                  <a:lnTo>
                    <a:pt x="3655615" y="5404"/>
                  </a:lnTo>
                  <a:lnTo>
                    <a:pt x="3573519" y="5381"/>
                  </a:lnTo>
                  <a:lnTo>
                    <a:pt x="3483730" y="5354"/>
                  </a:lnTo>
                  <a:lnTo>
                    <a:pt x="3390833" y="5320"/>
                  </a:lnTo>
                  <a:lnTo>
                    <a:pt x="3298762" y="5281"/>
                  </a:lnTo>
                  <a:lnTo>
                    <a:pt x="3210398" y="5237"/>
                  </a:lnTo>
                  <a:lnTo>
                    <a:pt x="3127509" y="5187"/>
                  </a:lnTo>
                  <a:lnTo>
                    <a:pt x="3050890" y="5131"/>
                  </a:lnTo>
                  <a:lnTo>
                    <a:pt x="2980598" y="5068"/>
                  </a:lnTo>
                  <a:lnTo>
                    <a:pt x="2916188" y="4998"/>
                  </a:lnTo>
                  <a:lnTo>
                    <a:pt x="2856904" y="4920"/>
                  </a:lnTo>
                  <a:lnTo>
                    <a:pt x="2801831" y="4831"/>
                  </a:lnTo>
                  <a:lnTo>
                    <a:pt x="2750001" y="4732"/>
                  </a:lnTo>
                  <a:lnTo>
                    <a:pt x="2700483" y="4620"/>
                  </a:lnTo>
                  <a:lnTo>
                    <a:pt x="2667772" y="4537"/>
                  </a:lnTo>
                  <a:lnTo>
                    <a:pt x="2614978" y="4387"/>
                  </a:lnTo>
                  <a:lnTo>
                    <a:pt x="2562687" y="4222"/>
                  </a:lnTo>
                  <a:lnTo>
                    <a:pt x="2510306" y="4040"/>
                  </a:lnTo>
                  <a:lnTo>
                    <a:pt x="2457445" y="3841"/>
                  </a:lnTo>
                  <a:lnTo>
                    <a:pt x="2403892" y="3629"/>
                  </a:lnTo>
                  <a:lnTo>
                    <a:pt x="2349592" y="3403"/>
                  </a:lnTo>
                  <a:lnTo>
                    <a:pt x="2294620" y="3167"/>
                  </a:lnTo>
                  <a:lnTo>
                    <a:pt x="2239159" y="2924"/>
                  </a:lnTo>
                  <a:lnTo>
                    <a:pt x="2183462" y="2678"/>
                  </a:lnTo>
                  <a:lnTo>
                    <a:pt x="2127818" y="2432"/>
                  </a:lnTo>
                  <a:lnTo>
                    <a:pt x="2072506" y="2191"/>
                  </a:lnTo>
                  <a:lnTo>
                    <a:pt x="2017758" y="1959"/>
                  </a:lnTo>
                  <a:lnTo>
                    <a:pt x="1963723" y="1737"/>
                  </a:lnTo>
                  <a:lnTo>
                    <a:pt x="1910431" y="1529"/>
                  </a:lnTo>
                  <a:lnTo>
                    <a:pt x="1857775" y="1337"/>
                  </a:lnTo>
                  <a:lnTo>
                    <a:pt x="1805481" y="1161"/>
                  </a:lnTo>
                  <a:lnTo>
                    <a:pt x="1753090" y="1001"/>
                  </a:lnTo>
                  <a:lnTo>
                    <a:pt x="1719082" y="907"/>
                  </a:lnTo>
                  <a:lnTo>
                    <a:pt x="1670663" y="786"/>
                  </a:lnTo>
                  <a:lnTo>
                    <a:pt x="1620498" y="679"/>
                  </a:lnTo>
                  <a:lnTo>
                    <a:pt x="1567731" y="583"/>
                  </a:lnTo>
                  <a:lnTo>
                    <a:pt x="1511410" y="498"/>
                  </a:lnTo>
                  <a:lnTo>
                    <a:pt x="1450574" y="422"/>
                  </a:lnTo>
                  <a:lnTo>
                    <a:pt x="1384345" y="354"/>
                  </a:lnTo>
                  <a:lnTo>
                    <a:pt x="1312050" y="294"/>
                  </a:lnTo>
                  <a:lnTo>
                    <a:pt x="1233380" y="240"/>
                  </a:lnTo>
                  <a:lnTo>
                    <a:pt x="1148603" y="192"/>
                  </a:lnTo>
                  <a:lnTo>
                    <a:pt x="1058803" y="149"/>
                  </a:lnTo>
                  <a:lnTo>
                    <a:pt x="966098" y="112"/>
                  </a:lnTo>
                  <a:lnTo>
                    <a:pt x="873728" y="80"/>
                  </a:lnTo>
                  <a:lnTo>
                    <a:pt x="785897" y="54"/>
                  </a:lnTo>
                  <a:lnTo>
                    <a:pt x="707255" y="34"/>
                  </a:lnTo>
                  <a:lnTo>
                    <a:pt x="642051" y="19"/>
                  </a:lnTo>
                  <a:lnTo>
                    <a:pt x="593156" y="9"/>
                  </a:lnTo>
                  <a:lnTo>
                    <a:pt x="561281" y="3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299" name="pl1299"/>
            <p:cNvSpPr/>
            <p:nvPr/>
          </p:nvSpPr>
          <p:spPr>
            <a:xfrm>
              <a:off x="546595" y="4371072"/>
              <a:ext cx="8234974" cy="1274020"/>
            </a:xfrm>
            <a:custGeom>
              <a:avLst/>
              <a:pathLst>
                <a:path w="8234974" h="1274020">
                  <a:moveTo>
                    <a:pt x="0" y="0"/>
                  </a:moveTo>
                  <a:lnTo>
                    <a:pt x="538736" y="0"/>
                  </a:lnTo>
                  <a:lnTo>
                    <a:pt x="540039" y="0"/>
                  </a:lnTo>
                  <a:lnTo>
                    <a:pt x="548538" y="1"/>
                  </a:lnTo>
                  <a:lnTo>
                    <a:pt x="569724" y="5"/>
                  </a:lnTo>
                  <a:lnTo>
                    <a:pt x="606993" y="12"/>
                  </a:lnTo>
                  <a:lnTo>
                    <a:pt x="661320" y="23"/>
                  </a:lnTo>
                  <a:lnTo>
                    <a:pt x="731240" y="40"/>
                  </a:lnTo>
                  <a:lnTo>
                    <a:pt x="813336" y="62"/>
                  </a:lnTo>
                  <a:lnTo>
                    <a:pt x="903125" y="90"/>
                  </a:lnTo>
                  <a:lnTo>
                    <a:pt x="996021" y="124"/>
                  </a:lnTo>
                  <a:lnTo>
                    <a:pt x="1088093" y="162"/>
                  </a:lnTo>
                  <a:lnTo>
                    <a:pt x="1176457" y="207"/>
                  </a:lnTo>
                  <a:lnTo>
                    <a:pt x="1259346" y="257"/>
                  </a:lnTo>
                  <a:lnTo>
                    <a:pt x="1335965" y="313"/>
                  </a:lnTo>
                  <a:lnTo>
                    <a:pt x="1406256" y="375"/>
                  </a:lnTo>
                  <a:lnTo>
                    <a:pt x="1470667" y="445"/>
                  </a:lnTo>
                  <a:lnTo>
                    <a:pt x="1529951" y="524"/>
                  </a:lnTo>
                  <a:lnTo>
                    <a:pt x="1585023" y="612"/>
                  </a:lnTo>
                  <a:lnTo>
                    <a:pt x="1636853" y="712"/>
                  </a:lnTo>
                  <a:lnTo>
                    <a:pt x="1686372" y="824"/>
                  </a:lnTo>
                  <a:lnTo>
                    <a:pt x="1719082" y="907"/>
                  </a:lnTo>
                  <a:lnTo>
                    <a:pt x="1771877" y="1056"/>
                  </a:lnTo>
                  <a:lnTo>
                    <a:pt x="1824167" y="1222"/>
                  </a:lnTo>
                  <a:lnTo>
                    <a:pt x="1876548" y="1404"/>
                  </a:lnTo>
                  <a:lnTo>
                    <a:pt x="1929410" y="1602"/>
                  </a:lnTo>
                  <a:lnTo>
                    <a:pt x="1982962" y="1815"/>
                  </a:lnTo>
                  <a:lnTo>
                    <a:pt x="2037263" y="2041"/>
                  </a:lnTo>
                  <a:lnTo>
                    <a:pt x="2092234" y="2277"/>
                  </a:lnTo>
                  <a:lnTo>
                    <a:pt x="2147695" y="2520"/>
                  </a:lnTo>
                  <a:lnTo>
                    <a:pt x="2203392" y="2766"/>
                  </a:lnTo>
                  <a:lnTo>
                    <a:pt x="2259037" y="3011"/>
                  </a:lnTo>
                  <a:lnTo>
                    <a:pt x="2314349" y="3252"/>
                  </a:lnTo>
                  <a:lnTo>
                    <a:pt x="2369097" y="3485"/>
                  </a:lnTo>
                  <a:lnTo>
                    <a:pt x="2423132" y="3706"/>
                  </a:lnTo>
                  <a:lnTo>
                    <a:pt x="2476423" y="3914"/>
                  </a:lnTo>
                  <a:lnTo>
                    <a:pt x="2529080" y="4107"/>
                  </a:lnTo>
                  <a:lnTo>
                    <a:pt x="2581374" y="4283"/>
                  </a:lnTo>
                  <a:lnTo>
                    <a:pt x="2633764" y="4443"/>
                  </a:lnTo>
                  <a:lnTo>
                    <a:pt x="2667772" y="4537"/>
                  </a:lnTo>
                  <a:lnTo>
                    <a:pt x="2716192" y="4657"/>
                  </a:lnTo>
                  <a:lnTo>
                    <a:pt x="2766357" y="4765"/>
                  </a:lnTo>
                  <a:lnTo>
                    <a:pt x="2819124" y="4861"/>
                  </a:lnTo>
                  <a:lnTo>
                    <a:pt x="2875444" y="4946"/>
                  </a:lnTo>
                  <a:lnTo>
                    <a:pt x="2936281" y="5022"/>
                  </a:lnTo>
                  <a:lnTo>
                    <a:pt x="3002509" y="5089"/>
                  </a:lnTo>
                  <a:lnTo>
                    <a:pt x="3074805" y="5149"/>
                  </a:lnTo>
                  <a:lnTo>
                    <a:pt x="3153475" y="5203"/>
                  </a:lnTo>
                  <a:lnTo>
                    <a:pt x="3238252" y="5252"/>
                  </a:lnTo>
                  <a:lnTo>
                    <a:pt x="3328052" y="5294"/>
                  </a:lnTo>
                  <a:lnTo>
                    <a:pt x="3420757" y="5331"/>
                  </a:lnTo>
                  <a:lnTo>
                    <a:pt x="3513127" y="5363"/>
                  </a:lnTo>
                  <a:lnTo>
                    <a:pt x="3600958" y="5389"/>
                  </a:lnTo>
                  <a:lnTo>
                    <a:pt x="3679600" y="5410"/>
                  </a:lnTo>
                  <a:lnTo>
                    <a:pt x="3744804" y="5425"/>
                  </a:lnTo>
                  <a:lnTo>
                    <a:pt x="3793698" y="5435"/>
                  </a:lnTo>
                  <a:lnTo>
                    <a:pt x="3825574" y="5440"/>
                  </a:lnTo>
                  <a:lnTo>
                    <a:pt x="3842205" y="5443"/>
                  </a:lnTo>
                  <a:lnTo>
                    <a:pt x="3847703" y="544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8" y="5485"/>
                  </a:lnTo>
                  <a:lnTo>
                    <a:pt x="4396437" y="5780"/>
                  </a:lnTo>
                  <a:lnTo>
                    <a:pt x="4417167" y="6596"/>
                  </a:lnTo>
                  <a:lnTo>
                    <a:pt x="4453679" y="8197"/>
                  </a:lnTo>
                  <a:lnTo>
                    <a:pt x="4506992" y="10814"/>
                  </a:lnTo>
                  <a:lnTo>
                    <a:pt x="4575753" y="14616"/>
                  </a:lnTo>
                  <a:lnTo>
                    <a:pt x="4656692" y="19696"/>
                  </a:lnTo>
                  <a:lnTo>
                    <a:pt x="4745457" y="26078"/>
                  </a:lnTo>
                  <a:lnTo>
                    <a:pt x="4837552" y="33742"/>
                  </a:lnTo>
                  <a:lnTo>
                    <a:pt x="4929075" y="42656"/>
                  </a:lnTo>
                  <a:lnTo>
                    <a:pt x="5017130" y="52811"/>
                  </a:lnTo>
                  <a:lnTo>
                    <a:pt x="5099904" y="64236"/>
                  </a:lnTo>
                  <a:lnTo>
                    <a:pt x="5176545" y="77016"/>
                  </a:lnTo>
                  <a:lnTo>
                    <a:pt x="5246936" y="91293"/>
                  </a:lnTo>
                  <a:lnTo>
                    <a:pt x="5311471" y="107266"/>
                  </a:lnTo>
                  <a:lnTo>
                    <a:pt x="5370861" y="125181"/>
                  </a:lnTo>
                  <a:lnTo>
                    <a:pt x="5425989" y="145323"/>
                  </a:lnTo>
                  <a:lnTo>
                    <a:pt x="5477796" y="167983"/>
                  </a:lnTo>
                  <a:lnTo>
                    <a:pt x="5527205" y="193417"/>
                  </a:lnTo>
                  <a:lnTo>
                    <a:pt x="5567201" y="216873"/>
                  </a:lnTo>
                  <a:lnTo>
                    <a:pt x="5612860" y="246722"/>
                  </a:lnTo>
                  <a:lnTo>
                    <a:pt x="5658073" y="279387"/>
                  </a:lnTo>
                  <a:lnTo>
                    <a:pt x="5703252" y="314917"/>
                  </a:lnTo>
                  <a:lnTo>
                    <a:pt x="5748692" y="353279"/>
                  </a:lnTo>
                  <a:lnTo>
                    <a:pt x="5794579" y="394349"/>
                  </a:lnTo>
                  <a:lnTo>
                    <a:pt x="5841011" y="437906"/>
                  </a:lnTo>
                  <a:lnTo>
                    <a:pt x="5887998" y="483631"/>
                  </a:lnTo>
                  <a:lnTo>
                    <a:pt x="5935484" y="531112"/>
                  </a:lnTo>
                  <a:lnTo>
                    <a:pt x="5983351" y="579857"/>
                  </a:lnTo>
                  <a:lnTo>
                    <a:pt x="6031440" y="629314"/>
                  </a:lnTo>
                  <a:lnTo>
                    <a:pt x="6079568" y="678896"/>
                  </a:lnTo>
                  <a:lnTo>
                    <a:pt x="6127550" y="728010"/>
                  </a:lnTo>
                  <a:lnTo>
                    <a:pt x="6175212" y="776086"/>
                  </a:lnTo>
                  <a:lnTo>
                    <a:pt x="6222420" y="822603"/>
                  </a:lnTo>
                  <a:lnTo>
                    <a:pt x="6269088" y="867115"/>
                  </a:lnTo>
                  <a:lnTo>
                    <a:pt x="6315197" y="909262"/>
                  </a:lnTo>
                  <a:lnTo>
                    <a:pt x="6360807" y="948781"/>
                  </a:lnTo>
                  <a:lnTo>
                    <a:pt x="6406066" y="985509"/>
                  </a:lnTo>
                  <a:lnTo>
                    <a:pt x="6451222" y="1019376"/>
                  </a:lnTo>
                  <a:lnTo>
                    <a:pt x="6496635" y="1050396"/>
                  </a:lnTo>
                  <a:lnTo>
                    <a:pt x="6515891" y="1062591"/>
                  </a:lnTo>
                  <a:lnTo>
                    <a:pt x="6563924" y="1090451"/>
                  </a:lnTo>
                  <a:lnTo>
                    <a:pt x="6613669" y="1115412"/>
                  </a:lnTo>
                  <a:lnTo>
                    <a:pt x="6665961" y="1137637"/>
                  </a:lnTo>
                  <a:lnTo>
                    <a:pt x="6721728" y="1157390"/>
                  </a:lnTo>
                  <a:lnTo>
                    <a:pt x="6781911" y="1174966"/>
                  </a:lnTo>
                  <a:lnTo>
                    <a:pt x="6847371" y="1190642"/>
                  </a:lnTo>
                  <a:lnTo>
                    <a:pt x="6918779" y="1204659"/>
                  </a:lnTo>
                  <a:lnTo>
                    <a:pt x="6996458" y="1217207"/>
                  </a:lnTo>
                  <a:lnTo>
                    <a:pt x="7080187" y="1228418"/>
                  </a:lnTo>
                  <a:lnTo>
                    <a:pt x="7168969" y="1238367"/>
                  </a:lnTo>
                  <a:lnTo>
                    <a:pt x="7260816" y="1247076"/>
                  </a:lnTo>
                  <a:lnTo>
                    <a:pt x="7352652" y="1254530"/>
                  </a:lnTo>
                  <a:lnTo>
                    <a:pt x="7440440" y="1260698"/>
                  </a:lnTo>
                  <a:lnTo>
                    <a:pt x="7519650" y="1265564"/>
                  </a:lnTo>
                  <a:lnTo>
                    <a:pt x="7586041" y="1269162"/>
                  </a:lnTo>
                  <a:lnTo>
                    <a:pt x="7636610" y="1271597"/>
                  </a:lnTo>
                  <a:lnTo>
                    <a:pt x="7670378" y="1273051"/>
                  </a:lnTo>
                  <a:lnTo>
                    <a:pt x="7688764" y="1273762"/>
                  </a:lnTo>
                  <a:lnTo>
                    <a:pt x="7695490" y="1273997"/>
                  </a:lnTo>
                  <a:lnTo>
                    <a:pt x="7696237" y="1274020"/>
                  </a:lnTo>
                  <a:lnTo>
                    <a:pt x="8234974" y="12740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0" name="pl1300"/>
            <p:cNvSpPr/>
            <p:nvPr/>
          </p:nvSpPr>
          <p:spPr>
            <a:xfrm>
              <a:off x="546595" y="4365627"/>
              <a:ext cx="8234974" cy="1274020"/>
            </a:xfrm>
            <a:custGeom>
              <a:avLst/>
              <a:pathLst>
                <a:path w="8234974" h="1274020">
                  <a:moveTo>
                    <a:pt x="8234974" y="1274020"/>
                  </a:moveTo>
                  <a:lnTo>
                    <a:pt x="7696237" y="1274020"/>
                  </a:lnTo>
                  <a:lnTo>
                    <a:pt x="7694964" y="1273979"/>
                  </a:lnTo>
                  <a:lnTo>
                    <a:pt x="7686655" y="1273684"/>
                  </a:lnTo>
                  <a:lnTo>
                    <a:pt x="7665926" y="1272869"/>
                  </a:lnTo>
                  <a:lnTo>
                    <a:pt x="7629414" y="1271268"/>
                  </a:lnTo>
                  <a:lnTo>
                    <a:pt x="7576101" y="1268651"/>
                  </a:lnTo>
                  <a:lnTo>
                    <a:pt x="7507339" y="1264849"/>
                  </a:lnTo>
                  <a:lnTo>
                    <a:pt x="7426400" y="1259768"/>
                  </a:lnTo>
                  <a:lnTo>
                    <a:pt x="7337635" y="1253386"/>
                  </a:lnTo>
                  <a:lnTo>
                    <a:pt x="7245541" y="1245723"/>
                  </a:lnTo>
                  <a:lnTo>
                    <a:pt x="7154017" y="1236808"/>
                  </a:lnTo>
                  <a:lnTo>
                    <a:pt x="7065962" y="1226654"/>
                  </a:lnTo>
                  <a:lnTo>
                    <a:pt x="6983188" y="1215228"/>
                  </a:lnTo>
                  <a:lnTo>
                    <a:pt x="6906547" y="1202448"/>
                  </a:lnTo>
                  <a:lnTo>
                    <a:pt x="6836157" y="1188171"/>
                  </a:lnTo>
                  <a:lnTo>
                    <a:pt x="6771621" y="1172199"/>
                  </a:lnTo>
                  <a:lnTo>
                    <a:pt x="6712231" y="1154284"/>
                  </a:lnTo>
                  <a:lnTo>
                    <a:pt x="6657104" y="1134142"/>
                  </a:lnTo>
                  <a:lnTo>
                    <a:pt x="6605296" y="1111481"/>
                  </a:lnTo>
                  <a:lnTo>
                    <a:pt x="6555888" y="1086048"/>
                  </a:lnTo>
                  <a:lnTo>
                    <a:pt x="6515891" y="1062591"/>
                  </a:lnTo>
                  <a:lnTo>
                    <a:pt x="6470232" y="1032743"/>
                  </a:lnTo>
                  <a:lnTo>
                    <a:pt x="6425019" y="1000078"/>
                  </a:lnTo>
                  <a:lnTo>
                    <a:pt x="6379840" y="964548"/>
                  </a:lnTo>
                  <a:lnTo>
                    <a:pt x="6334401" y="926186"/>
                  </a:lnTo>
                  <a:lnTo>
                    <a:pt x="6288513" y="885116"/>
                  </a:lnTo>
                  <a:lnTo>
                    <a:pt x="6242082" y="841559"/>
                  </a:lnTo>
                  <a:lnTo>
                    <a:pt x="6195094" y="795834"/>
                  </a:lnTo>
                  <a:lnTo>
                    <a:pt x="6147608" y="748353"/>
                  </a:lnTo>
                  <a:lnTo>
                    <a:pt x="6099742" y="699607"/>
                  </a:lnTo>
                  <a:lnTo>
                    <a:pt x="6051653" y="650150"/>
                  </a:lnTo>
                  <a:lnTo>
                    <a:pt x="6003524" y="600568"/>
                  </a:lnTo>
                  <a:lnTo>
                    <a:pt x="5955543" y="551454"/>
                  </a:lnTo>
                  <a:lnTo>
                    <a:pt x="5907880" y="503378"/>
                  </a:lnTo>
                  <a:lnTo>
                    <a:pt x="5860672" y="456861"/>
                  </a:lnTo>
                  <a:lnTo>
                    <a:pt x="5814005" y="412349"/>
                  </a:lnTo>
                  <a:lnTo>
                    <a:pt x="5767895" y="370203"/>
                  </a:lnTo>
                  <a:lnTo>
                    <a:pt x="5722285" y="330683"/>
                  </a:lnTo>
                  <a:lnTo>
                    <a:pt x="5677026" y="293955"/>
                  </a:lnTo>
                  <a:lnTo>
                    <a:pt x="5631870" y="260089"/>
                  </a:lnTo>
                  <a:lnTo>
                    <a:pt x="5586458" y="229068"/>
                  </a:lnTo>
                  <a:lnTo>
                    <a:pt x="5567201" y="216873"/>
                  </a:lnTo>
                  <a:lnTo>
                    <a:pt x="5519168" y="189014"/>
                  </a:lnTo>
                  <a:lnTo>
                    <a:pt x="5469423" y="164052"/>
                  </a:lnTo>
                  <a:lnTo>
                    <a:pt x="5417132" y="141828"/>
                  </a:lnTo>
                  <a:lnTo>
                    <a:pt x="5361365" y="122074"/>
                  </a:lnTo>
                  <a:lnTo>
                    <a:pt x="5301182" y="104499"/>
                  </a:lnTo>
                  <a:lnTo>
                    <a:pt x="5235721" y="88823"/>
                  </a:lnTo>
                  <a:lnTo>
                    <a:pt x="5164314" y="74805"/>
                  </a:lnTo>
                  <a:lnTo>
                    <a:pt x="5086635" y="62257"/>
                  </a:lnTo>
                  <a:lnTo>
                    <a:pt x="5002905" y="51046"/>
                  </a:lnTo>
                  <a:lnTo>
                    <a:pt x="4914124" y="41098"/>
                  </a:lnTo>
                  <a:lnTo>
                    <a:pt x="4822277" y="32388"/>
                  </a:lnTo>
                  <a:lnTo>
                    <a:pt x="4730441" y="24934"/>
                  </a:lnTo>
                  <a:lnTo>
                    <a:pt x="4642652" y="18767"/>
                  </a:lnTo>
                  <a:lnTo>
                    <a:pt x="4563443" y="13901"/>
                  </a:lnTo>
                  <a:lnTo>
                    <a:pt x="4497051" y="10303"/>
                  </a:lnTo>
                  <a:lnTo>
                    <a:pt x="4446482" y="7868"/>
                  </a:lnTo>
                  <a:lnTo>
                    <a:pt x="4412715" y="6414"/>
                  </a:lnTo>
                  <a:lnTo>
                    <a:pt x="4394328" y="5703"/>
                  </a:lnTo>
                  <a:lnTo>
                    <a:pt x="4387603" y="5468"/>
                  </a:lnTo>
                  <a:lnTo>
                    <a:pt x="4386855" y="5444"/>
                  </a:lnTo>
                  <a:lnTo>
                    <a:pt x="3848118" y="5444"/>
                  </a:lnTo>
                  <a:lnTo>
                    <a:pt x="3846816" y="5444"/>
                  </a:lnTo>
                  <a:lnTo>
                    <a:pt x="3838316" y="5443"/>
                  </a:lnTo>
                  <a:lnTo>
                    <a:pt x="3817131" y="5439"/>
                  </a:lnTo>
                  <a:lnTo>
                    <a:pt x="3779861" y="5432"/>
                  </a:lnTo>
                  <a:lnTo>
                    <a:pt x="3725534" y="5420"/>
                  </a:lnTo>
                  <a:lnTo>
                    <a:pt x="3655615" y="5404"/>
                  </a:lnTo>
                  <a:lnTo>
                    <a:pt x="3573519" y="5381"/>
                  </a:lnTo>
                  <a:lnTo>
                    <a:pt x="3483730" y="5354"/>
                  </a:lnTo>
                  <a:lnTo>
                    <a:pt x="3390833" y="5320"/>
                  </a:lnTo>
                  <a:lnTo>
                    <a:pt x="3298762" y="5281"/>
                  </a:lnTo>
                  <a:lnTo>
                    <a:pt x="3210398" y="5237"/>
                  </a:lnTo>
                  <a:lnTo>
                    <a:pt x="3127509" y="5187"/>
                  </a:lnTo>
                  <a:lnTo>
                    <a:pt x="3050890" y="5131"/>
                  </a:lnTo>
                  <a:lnTo>
                    <a:pt x="2980598" y="5068"/>
                  </a:lnTo>
                  <a:lnTo>
                    <a:pt x="2916188" y="4998"/>
                  </a:lnTo>
                  <a:lnTo>
                    <a:pt x="2856904" y="4920"/>
                  </a:lnTo>
                  <a:lnTo>
                    <a:pt x="2801831" y="4831"/>
                  </a:lnTo>
                  <a:lnTo>
                    <a:pt x="2750001" y="4732"/>
                  </a:lnTo>
                  <a:lnTo>
                    <a:pt x="2700483" y="4620"/>
                  </a:lnTo>
                  <a:lnTo>
                    <a:pt x="2667772" y="4537"/>
                  </a:lnTo>
                  <a:lnTo>
                    <a:pt x="2614978" y="4387"/>
                  </a:lnTo>
                  <a:lnTo>
                    <a:pt x="2562687" y="4222"/>
                  </a:lnTo>
                  <a:lnTo>
                    <a:pt x="2510306" y="4040"/>
                  </a:lnTo>
                  <a:lnTo>
                    <a:pt x="2457445" y="3841"/>
                  </a:lnTo>
                  <a:lnTo>
                    <a:pt x="2403892" y="3629"/>
                  </a:lnTo>
                  <a:lnTo>
                    <a:pt x="2349592" y="3403"/>
                  </a:lnTo>
                  <a:lnTo>
                    <a:pt x="2294620" y="3167"/>
                  </a:lnTo>
                  <a:lnTo>
                    <a:pt x="2239159" y="2924"/>
                  </a:lnTo>
                  <a:lnTo>
                    <a:pt x="2183462" y="2678"/>
                  </a:lnTo>
                  <a:lnTo>
                    <a:pt x="2127818" y="2432"/>
                  </a:lnTo>
                  <a:lnTo>
                    <a:pt x="2072506" y="2191"/>
                  </a:lnTo>
                  <a:lnTo>
                    <a:pt x="2017758" y="1959"/>
                  </a:lnTo>
                  <a:lnTo>
                    <a:pt x="1963723" y="1737"/>
                  </a:lnTo>
                  <a:lnTo>
                    <a:pt x="1910431" y="1529"/>
                  </a:lnTo>
                  <a:lnTo>
                    <a:pt x="1857775" y="1337"/>
                  </a:lnTo>
                  <a:lnTo>
                    <a:pt x="1805481" y="1161"/>
                  </a:lnTo>
                  <a:lnTo>
                    <a:pt x="1753090" y="1001"/>
                  </a:lnTo>
                  <a:lnTo>
                    <a:pt x="1719082" y="907"/>
                  </a:lnTo>
                  <a:lnTo>
                    <a:pt x="1670663" y="786"/>
                  </a:lnTo>
                  <a:lnTo>
                    <a:pt x="1620498" y="679"/>
                  </a:lnTo>
                  <a:lnTo>
                    <a:pt x="1567731" y="583"/>
                  </a:lnTo>
                  <a:lnTo>
                    <a:pt x="1511410" y="498"/>
                  </a:lnTo>
                  <a:lnTo>
                    <a:pt x="1450574" y="422"/>
                  </a:lnTo>
                  <a:lnTo>
                    <a:pt x="1384345" y="354"/>
                  </a:lnTo>
                  <a:lnTo>
                    <a:pt x="1312050" y="294"/>
                  </a:lnTo>
                  <a:lnTo>
                    <a:pt x="1233380" y="240"/>
                  </a:lnTo>
                  <a:lnTo>
                    <a:pt x="1148603" y="192"/>
                  </a:lnTo>
                  <a:lnTo>
                    <a:pt x="1058803" y="149"/>
                  </a:lnTo>
                  <a:lnTo>
                    <a:pt x="966098" y="112"/>
                  </a:lnTo>
                  <a:lnTo>
                    <a:pt x="873728" y="80"/>
                  </a:lnTo>
                  <a:lnTo>
                    <a:pt x="785897" y="54"/>
                  </a:lnTo>
                  <a:lnTo>
                    <a:pt x="707255" y="34"/>
                  </a:lnTo>
                  <a:lnTo>
                    <a:pt x="642051" y="19"/>
                  </a:lnTo>
                  <a:lnTo>
                    <a:pt x="593156" y="9"/>
                  </a:lnTo>
                  <a:lnTo>
                    <a:pt x="561281" y="3"/>
                  </a:lnTo>
                  <a:lnTo>
                    <a:pt x="544649" y="0"/>
                  </a:lnTo>
                  <a:lnTo>
                    <a:pt x="539152" y="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1" name="pg1301"/>
            <p:cNvSpPr/>
            <p:nvPr/>
          </p:nvSpPr>
          <p:spPr>
            <a:xfrm>
              <a:off x="546595" y="630677"/>
              <a:ext cx="8234974" cy="3528058"/>
            </a:xfrm>
            <a:custGeom>
              <a:avLst/>
              <a:pathLst>
                <a:path w="8234974" h="3528058">
                  <a:moveTo>
                    <a:pt x="0" y="3528058"/>
                  </a:moveTo>
                  <a:lnTo>
                    <a:pt x="538736" y="3528058"/>
                  </a:lnTo>
                  <a:lnTo>
                    <a:pt x="539861" y="3527962"/>
                  </a:lnTo>
                  <a:lnTo>
                    <a:pt x="547225" y="3527280"/>
                  </a:lnTo>
                  <a:lnTo>
                    <a:pt x="565676" y="3525395"/>
                  </a:lnTo>
                  <a:lnTo>
                    <a:pt x="598380" y="3521690"/>
                  </a:lnTo>
                  <a:lnTo>
                    <a:pt x="646543" y="3515614"/>
                  </a:lnTo>
                  <a:lnTo>
                    <a:pt x="709341" y="3506744"/>
                  </a:lnTo>
                  <a:lnTo>
                    <a:pt x="784212" y="3494824"/>
                  </a:lnTo>
                  <a:lnTo>
                    <a:pt x="867484" y="3479764"/>
                  </a:lnTo>
                  <a:lnTo>
                    <a:pt x="955143" y="3461586"/>
                  </a:lnTo>
                  <a:lnTo>
                    <a:pt x="1043508" y="3440362"/>
                  </a:lnTo>
                  <a:lnTo>
                    <a:pt x="1129653" y="3416144"/>
                  </a:lnTo>
                  <a:lnTo>
                    <a:pt x="1211573" y="3388906"/>
                  </a:lnTo>
                  <a:lnTo>
                    <a:pt x="1288139" y="3358516"/>
                  </a:lnTo>
                  <a:lnTo>
                    <a:pt x="1358942" y="3324714"/>
                  </a:lnTo>
                  <a:lnTo>
                    <a:pt x="1424105" y="3287112"/>
                  </a:lnTo>
                  <a:lnTo>
                    <a:pt x="1484107" y="3245201"/>
                  </a:lnTo>
                  <a:lnTo>
                    <a:pt x="1539642" y="3198374"/>
                  </a:lnTo>
                  <a:lnTo>
                    <a:pt x="1591516" y="3145958"/>
                  </a:lnTo>
                  <a:lnTo>
                    <a:pt x="1640561" y="3087287"/>
                  </a:lnTo>
                  <a:lnTo>
                    <a:pt x="1687575" y="3021814"/>
                  </a:lnTo>
                  <a:lnTo>
                    <a:pt x="1719082" y="2972715"/>
                  </a:lnTo>
                  <a:lnTo>
                    <a:pt x="1752267" y="2916573"/>
                  </a:lnTo>
                  <a:lnTo>
                    <a:pt x="1785148" y="2856571"/>
                  </a:lnTo>
                  <a:lnTo>
                    <a:pt x="1817903" y="2792628"/>
                  </a:lnTo>
                  <a:lnTo>
                    <a:pt x="1850675" y="2724721"/>
                  </a:lnTo>
                  <a:lnTo>
                    <a:pt x="1883572" y="2652886"/>
                  </a:lnTo>
                  <a:lnTo>
                    <a:pt x="1916677" y="2577224"/>
                  </a:lnTo>
                  <a:lnTo>
                    <a:pt x="1950043" y="2497905"/>
                  </a:lnTo>
                  <a:lnTo>
                    <a:pt x="1983698" y="2415174"/>
                  </a:lnTo>
                  <a:lnTo>
                    <a:pt x="2017649" y="2329343"/>
                  </a:lnTo>
                  <a:lnTo>
                    <a:pt x="2051883" y="2240797"/>
                  </a:lnTo>
                  <a:lnTo>
                    <a:pt x="2086366" y="2149984"/>
                  </a:lnTo>
                  <a:lnTo>
                    <a:pt x="2121053" y="2057404"/>
                  </a:lnTo>
                  <a:lnTo>
                    <a:pt x="2155884" y="1963606"/>
                  </a:lnTo>
                  <a:lnTo>
                    <a:pt x="2190791" y="1869168"/>
                  </a:lnTo>
                  <a:lnTo>
                    <a:pt x="2225704" y="1774685"/>
                  </a:lnTo>
                  <a:lnTo>
                    <a:pt x="2260551" y="1680752"/>
                  </a:lnTo>
                  <a:lnTo>
                    <a:pt x="2295263" y="1587953"/>
                  </a:lnTo>
                  <a:lnTo>
                    <a:pt x="2329781" y="1496839"/>
                  </a:lnTo>
                  <a:lnTo>
                    <a:pt x="2364055" y="1407921"/>
                  </a:lnTo>
                  <a:lnTo>
                    <a:pt x="2398050" y="1321655"/>
                  </a:lnTo>
                  <a:lnTo>
                    <a:pt x="2431750" y="1238433"/>
                  </a:lnTo>
                  <a:lnTo>
                    <a:pt x="2465158" y="1158582"/>
                  </a:lnTo>
                  <a:lnTo>
                    <a:pt x="2498299" y="1082355"/>
                  </a:lnTo>
                  <a:lnTo>
                    <a:pt x="2531224" y="1009934"/>
                  </a:lnTo>
                  <a:lnTo>
                    <a:pt x="2564008" y="941430"/>
                  </a:lnTo>
                  <a:lnTo>
                    <a:pt x="2596757" y="876889"/>
                  </a:lnTo>
                  <a:lnTo>
                    <a:pt x="2629609" y="816296"/>
                  </a:lnTo>
                  <a:lnTo>
                    <a:pt x="2662735" y="759578"/>
                  </a:lnTo>
                  <a:lnTo>
                    <a:pt x="2667772" y="751345"/>
                  </a:lnTo>
                  <a:lnTo>
                    <a:pt x="2713797" y="681034"/>
                  </a:lnTo>
                  <a:lnTo>
                    <a:pt x="2761365" y="617731"/>
                  </a:lnTo>
                  <a:lnTo>
                    <a:pt x="2811206" y="561081"/>
                  </a:lnTo>
                  <a:lnTo>
                    <a:pt x="2864134" y="510486"/>
                  </a:lnTo>
                  <a:lnTo>
                    <a:pt x="2920982" y="465265"/>
                  </a:lnTo>
                  <a:lnTo>
                    <a:pt x="2982529" y="424762"/>
                  </a:lnTo>
                  <a:lnTo>
                    <a:pt x="3049417" y="388396"/>
                  </a:lnTo>
                  <a:lnTo>
                    <a:pt x="3122029" y="355696"/>
                  </a:lnTo>
                  <a:lnTo>
                    <a:pt x="3200342" y="326313"/>
                  </a:lnTo>
                  <a:lnTo>
                    <a:pt x="3283743" y="300028"/>
                  </a:lnTo>
                  <a:lnTo>
                    <a:pt x="3370840" y="276743"/>
                  </a:lnTo>
                  <a:lnTo>
                    <a:pt x="3459340" y="256464"/>
                  </a:lnTo>
                  <a:lnTo>
                    <a:pt x="3546051" y="239253"/>
                  </a:lnTo>
                  <a:lnTo>
                    <a:pt x="3627127" y="225175"/>
                  </a:lnTo>
                  <a:lnTo>
                    <a:pt x="3698583" y="214226"/>
                  </a:lnTo>
                  <a:lnTo>
                    <a:pt x="3757011" y="206264"/>
                  </a:lnTo>
                  <a:lnTo>
                    <a:pt x="3800339" y="200982"/>
                  </a:lnTo>
                  <a:lnTo>
                    <a:pt x="3828363" y="197909"/>
                  </a:lnTo>
                  <a:lnTo>
                    <a:pt x="3842925" y="196467"/>
                  </a:lnTo>
                  <a:lnTo>
                    <a:pt x="3847746" y="196034"/>
                  </a:lnTo>
                  <a:lnTo>
                    <a:pt x="3848118" y="196003"/>
                  </a:lnTo>
                  <a:lnTo>
                    <a:pt x="4386855" y="196003"/>
                  </a:lnTo>
                  <a:lnTo>
                    <a:pt x="4388157" y="195996"/>
                  </a:lnTo>
                  <a:lnTo>
                    <a:pt x="4396652" y="195951"/>
                  </a:lnTo>
                  <a:lnTo>
                    <a:pt x="4417827" y="195826"/>
                  </a:lnTo>
                  <a:lnTo>
                    <a:pt x="4455079" y="195580"/>
                  </a:lnTo>
                  <a:lnTo>
                    <a:pt x="4509383" y="195177"/>
                  </a:lnTo>
                  <a:lnTo>
                    <a:pt x="4579275" y="194594"/>
                  </a:lnTo>
                  <a:lnTo>
                    <a:pt x="4661345" y="193815"/>
                  </a:lnTo>
                  <a:lnTo>
                    <a:pt x="4751111" y="192837"/>
                  </a:lnTo>
                  <a:lnTo>
                    <a:pt x="4843989" y="191665"/>
                  </a:lnTo>
                  <a:lnTo>
                    <a:pt x="4936048" y="190301"/>
                  </a:lnTo>
                  <a:lnTo>
                    <a:pt x="5024405" y="188749"/>
                  </a:lnTo>
                  <a:lnTo>
                    <a:pt x="5107292" y="187002"/>
                  </a:lnTo>
                  <a:lnTo>
                    <a:pt x="5183911" y="185046"/>
                  </a:lnTo>
                  <a:lnTo>
                    <a:pt x="5254205" y="182860"/>
                  </a:lnTo>
                  <a:lnTo>
                    <a:pt x="5318618" y="180411"/>
                  </a:lnTo>
                  <a:lnTo>
                    <a:pt x="5377905" y="177661"/>
                  </a:lnTo>
                  <a:lnTo>
                    <a:pt x="5432979" y="174565"/>
                  </a:lnTo>
                  <a:lnTo>
                    <a:pt x="5484808" y="171080"/>
                  </a:lnTo>
                  <a:lnTo>
                    <a:pt x="5534323" y="167168"/>
                  </a:lnTo>
                  <a:lnTo>
                    <a:pt x="5567201" y="164243"/>
                  </a:lnTo>
                  <a:lnTo>
                    <a:pt x="5619764" y="159040"/>
                  </a:lnTo>
                  <a:lnTo>
                    <a:pt x="5671823" y="153272"/>
                  </a:lnTo>
                  <a:lnTo>
                    <a:pt x="5723969" y="146934"/>
                  </a:lnTo>
                  <a:lnTo>
                    <a:pt x="5776586" y="140041"/>
                  </a:lnTo>
                  <a:lnTo>
                    <a:pt x="5829887" y="132633"/>
                  </a:lnTo>
                  <a:lnTo>
                    <a:pt x="5883929" y="124775"/>
                  </a:lnTo>
                  <a:lnTo>
                    <a:pt x="5938640" y="116560"/>
                  </a:lnTo>
                  <a:lnTo>
                    <a:pt x="5993843" y="108101"/>
                  </a:lnTo>
                  <a:lnTo>
                    <a:pt x="6049290" y="99524"/>
                  </a:lnTo>
                  <a:lnTo>
                    <a:pt x="6104696" y="90967"/>
                  </a:lnTo>
                  <a:lnTo>
                    <a:pt x="6159784" y="82563"/>
                  </a:lnTo>
                  <a:lnTo>
                    <a:pt x="6214322" y="74438"/>
                  </a:lnTo>
                  <a:lnTo>
                    <a:pt x="6268160" y="66698"/>
                  </a:lnTo>
                  <a:lnTo>
                    <a:pt x="6321258" y="59427"/>
                  </a:lnTo>
                  <a:lnTo>
                    <a:pt x="6373715" y="52686"/>
                  </a:lnTo>
                  <a:lnTo>
                    <a:pt x="6425790" y="46507"/>
                  </a:lnTo>
                  <a:lnTo>
                    <a:pt x="6477921" y="40899"/>
                  </a:lnTo>
                  <a:lnTo>
                    <a:pt x="6515891" y="37204"/>
                  </a:lnTo>
                  <a:lnTo>
                    <a:pt x="6564302" y="32988"/>
                  </a:lnTo>
                  <a:lnTo>
                    <a:pt x="6614457" y="29215"/>
                  </a:lnTo>
                  <a:lnTo>
                    <a:pt x="6667213" y="25858"/>
                  </a:lnTo>
                  <a:lnTo>
                    <a:pt x="6723521" y="22877"/>
                  </a:lnTo>
                  <a:lnTo>
                    <a:pt x="6784342" y="20227"/>
                  </a:lnTo>
                  <a:lnTo>
                    <a:pt x="6850553" y="17866"/>
                  </a:lnTo>
                  <a:lnTo>
                    <a:pt x="6922828" y="15755"/>
                  </a:lnTo>
                  <a:lnTo>
                    <a:pt x="7001475" y="13868"/>
                  </a:lnTo>
                  <a:lnTo>
                    <a:pt x="7086228" y="12184"/>
                  </a:lnTo>
                  <a:lnTo>
                    <a:pt x="7176005" y="10692"/>
                  </a:lnTo>
                  <a:lnTo>
                    <a:pt x="7268691" y="9389"/>
                  </a:lnTo>
                  <a:lnTo>
                    <a:pt x="7361049" y="8277"/>
                  </a:lnTo>
                  <a:lnTo>
                    <a:pt x="7448879" y="7363"/>
                  </a:lnTo>
                  <a:lnTo>
                    <a:pt x="7527535" y="6647"/>
                  </a:lnTo>
                  <a:lnTo>
                    <a:pt x="7592767" y="6123"/>
                  </a:lnTo>
                  <a:lnTo>
                    <a:pt x="7641701" y="5774"/>
                  </a:lnTo>
                  <a:lnTo>
                    <a:pt x="7673619" y="5570"/>
                  </a:lnTo>
                  <a:lnTo>
                    <a:pt x="7690291" y="5475"/>
                  </a:lnTo>
                  <a:lnTo>
                    <a:pt x="7695816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6"/>
                  </a:lnTo>
                  <a:lnTo>
                    <a:pt x="7686441" y="51"/>
                  </a:lnTo>
                  <a:lnTo>
                    <a:pt x="7665265" y="177"/>
                  </a:lnTo>
                  <a:lnTo>
                    <a:pt x="7628013" y="423"/>
                  </a:lnTo>
                  <a:lnTo>
                    <a:pt x="7573710" y="825"/>
                  </a:lnTo>
                  <a:lnTo>
                    <a:pt x="7503817" y="1408"/>
                  </a:lnTo>
                  <a:lnTo>
                    <a:pt x="7421747" y="2187"/>
                  </a:lnTo>
                  <a:lnTo>
                    <a:pt x="7331982" y="3165"/>
                  </a:lnTo>
                  <a:lnTo>
                    <a:pt x="7239104" y="4338"/>
                  </a:lnTo>
                  <a:lnTo>
                    <a:pt x="7147044" y="5701"/>
                  </a:lnTo>
                  <a:lnTo>
                    <a:pt x="7058687" y="7253"/>
                  </a:lnTo>
                  <a:lnTo>
                    <a:pt x="6975801" y="9000"/>
                  </a:lnTo>
                  <a:lnTo>
                    <a:pt x="6899181" y="10956"/>
                  </a:lnTo>
                  <a:lnTo>
                    <a:pt x="6828887" y="13143"/>
                  </a:lnTo>
                  <a:lnTo>
                    <a:pt x="6764474" y="15591"/>
                  </a:lnTo>
                  <a:lnTo>
                    <a:pt x="6705188" y="18342"/>
                  </a:lnTo>
                  <a:lnTo>
                    <a:pt x="6650114" y="21437"/>
                  </a:lnTo>
                  <a:lnTo>
                    <a:pt x="6598285" y="24922"/>
                  </a:lnTo>
                  <a:lnTo>
                    <a:pt x="6548769" y="28835"/>
                  </a:lnTo>
                  <a:lnTo>
                    <a:pt x="6515891" y="31759"/>
                  </a:lnTo>
                  <a:lnTo>
                    <a:pt x="6463329" y="36963"/>
                  </a:lnTo>
                  <a:lnTo>
                    <a:pt x="6411269" y="42730"/>
                  </a:lnTo>
                  <a:lnTo>
                    <a:pt x="6359124" y="49068"/>
                  </a:lnTo>
                  <a:lnTo>
                    <a:pt x="6306506" y="55961"/>
                  </a:lnTo>
                  <a:lnTo>
                    <a:pt x="6253205" y="63370"/>
                  </a:lnTo>
                  <a:lnTo>
                    <a:pt x="6199163" y="71227"/>
                  </a:lnTo>
                  <a:lnTo>
                    <a:pt x="6144452" y="79442"/>
                  </a:lnTo>
                  <a:lnTo>
                    <a:pt x="6089249" y="87902"/>
                  </a:lnTo>
                  <a:lnTo>
                    <a:pt x="6033803" y="96478"/>
                  </a:lnTo>
                  <a:lnTo>
                    <a:pt x="5978397" y="105035"/>
                  </a:lnTo>
                  <a:lnTo>
                    <a:pt x="5923308" y="113439"/>
                  </a:lnTo>
                  <a:lnTo>
                    <a:pt x="5868770" y="121564"/>
                  </a:lnTo>
                  <a:lnTo>
                    <a:pt x="5814933" y="129305"/>
                  </a:lnTo>
                  <a:lnTo>
                    <a:pt x="5761835" y="136575"/>
                  </a:lnTo>
                  <a:lnTo>
                    <a:pt x="5709377" y="143316"/>
                  </a:lnTo>
                  <a:lnTo>
                    <a:pt x="5657303" y="149495"/>
                  </a:lnTo>
                  <a:lnTo>
                    <a:pt x="5605172" y="155104"/>
                  </a:lnTo>
                  <a:lnTo>
                    <a:pt x="5567201" y="158798"/>
                  </a:lnTo>
                  <a:lnTo>
                    <a:pt x="5518790" y="163014"/>
                  </a:lnTo>
                  <a:lnTo>
                    <a:pt x="5468635" y="166788"/>
                  </a:lnTo>
                  <a:lnTo>
                    <a:pt x="5415879" y="170144"/>
                  </a:lnTo>
                  <a:lnTo>
                    <a:pt x="5359571" y="173125"/>
                  </a:lnTo>
                  <a:lnTo>
                    <a:pt x="5298750" y="175775"/>
                  </a:lnTo>
                  <a:lnTo>
                    <a:pt x="5232539" y="178137"/>
                  </a:lnTo>
                  <a:lnTo>
                    <a:pt x="5160264" y="180247"/>
                  </a:lnTo>
                  <a:lnTo>
                    <a:pt x="5081617" y="182134"/>
                  </a:lnTo>
                  <a:lnTo>
                    <a:pt x="4996864" y="183818"/>
                  </a:lnTo>
                  <a:lnTo>
                    <a:pt x="4907088" y="185310"/>
                  </a:lnTo>
                  <a:lnTo>
                    <a:pt x="4814402" y="186614"/>
                  </a:lnTo>
                  <a:lnTo>
                    <a:pt x="4722044" y="187725"/>
                  </a:lnTo>
                  <a:lnTo>
                    <a:pt x="4634213" y="188639"/>
                  </a:lnTo>
                  <a:lnTo>
                    <a:pt x="4555558" y="189355"/>
                  </a:lnTo>
                  <a:lnTo>
                    <a:pt x="4490326" y="189879"/>
                  </a:lnTo>
                  <a:lnTo>
                    <a:pt x="4441392" y="190229"/>
                  </a:lnTo>
                  <a:lnTo>
                    <a:pt x="4409473" y="190432"/>
                  </a:lnTo>
                  <a:lnTo>
                    <a:pt x="4392802" y="190528"/>
                  </a:lnTo>
                  <a:lnTo>
                    <a:pt x="4387277" y="190556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6994" y="190654"/>
                  </a:lnTo>
                  <a:lnTo>
                    <a:pt x="3839630" y="191336"/>
                  </a:lnTo>
                  <a:lnTo>
                    <a:pt x="3821179" y="193221"/>
                  </a:lnTo>
                  <a:lnTo>
                    <a:pt x="3788475" y="196926"/>
                  </a:lnTo>
                  <a:lnTo>
                    <a:pt x="3740311" y="203002"/>
                  </a:lnTo>
                  <a:lnTo>
                    <a:pt x="3677513" y="211872"/>
                  </a:lnTo>
                  <a:lnTo>
                    <a:pt x="3602643" y="223791"/>
                  </a:lnTo>
                  <a:lnTo>
                    <a:pt x="3519371" y="238852"/>
                  </a:lnTo>
                  <a:lnTo>
                    <a:pt x="3431711" y="257030"/>
                  </a:lnTo>
                  <a:lnTo>
                    <a:pt x="3343347" y="278254"/>
                  </a:lnTo>
                  <a:lnTo>
                    <a:pt x="3257202" y="302472"/>
                  </a:lnTo>
                  <a:lnTo>
                    <a:pt x="3175281" y="329710"/>
                  </a:lnTo>
                  <a:lnTo>
                    <a:pt x="3098715" y="360100"/>
                  </a:lnTo>
                  <a:lnTo>
                    <a:pt x="3027912" y="393902"/>
                  </a:lnTo>
                  <a:lnTo>
                    <a:pt x="2962749" y="431504"/>
                  </a:lnTo>
                  <a:lnTo>
                    <a:pt x="2902748" y="473415"/>
                  </a:lnTo>
                  <a:lnTo>
                    <a:pt x="2847212" y="520242"/>
                  </a:lnTo>
                  <a:lnTo>
                    <a:pt x="2795339" y="572657"/>
                  </a:lnTo>
                  <a:lnTo>
                    <a:pt x="2746293" y="631329"/>
                  </a:lnTo>
                  <a:lnTo>
                    <a:pt x="2699279" y="696802"/>
                  </a:lnTo>
                  <a:lnTo>
                    <a:pt x="2667772" y="745901"/>
                  </a:lnTo>
                  <a:lnTo>
                    <a:pt x="2634587" y="802043"/>
                  </a:lnTo>
                  <a:lnTo>
                    <a:pt x="2601706" y="862045"/>
                  </a:lnTo>
                  <a:lnTo>
                    <a:pt x="2568951" y="925988"/>
                  </a:lnTo>
                  <a:lnTo>
                    <a:pt x="2536180" y="993895"/>
                  </a:lnTo>
                  <a:lnTo>
                    <a:pt x="2503282" y="1065730"/>
                  </a:lnTo>
                  <a:lnTo>
                    <a:pt x="2470177" y="1141392"/>
                  </a:lnTo>
                  <a:lnTo>
                    <a:pt x="2436812" y="1220711"/>
                  </a:lnTo>
                  <a:lnTo>
                    <a:pt x="2403157" y="1303442"/>
                  </a:lnTo>
                  <a:lnTo>
                    <a:pt x="2369205" y="1389273"/>
                  </a:lnTo>
                  <a:lnTo>
                    <a:pt x="2334972" y="1477818"/>
                  </a:lnTo>
                  <a:lnTo>
                    <a:pt x="2300488" y="1568632"/>
                  </a:lnTo>
                  <a:lnTo>
                    <a:pt x="2265802" y="1661211"/>
                  </a:lnTo>
                  <a:lnTo>
                    <a:pt x="2230971" y="1755009"/>
                  </a:lnTo>
                  <a:lnTo>
                    <a:pt x="2196063" y="1849448"/>
                  </a:lnTo>
                  <a:lnTo>
                    <a:pt x="2161150" y="1943931"/>
                  </a:lnTo>
                  <a:lnTo>
                    <a:pt x="2126304" y="2037863"/>
                  </a:lnTo>
                  <a:lnTo>
                    <a:pt x="2091591" y="2130663"/>
                  </a:lnTo>
                  <a:lnTo>
                    <a:pt x="2057074" y="2221776"/>
                  </a:lnTo>
                  <a:lnTo>
                    <a:pt x="2022800" y="2310695"/>
                  </a:lnTo>
                  <a:lnTo>
                    <a:pt x="1988805" y="2396961"/>
                  </a:lnTo>
                  <a:lnTo>
                    <a:pt x="1955104" y="2480183"/>
                  </a:lnTo>
                  <a:lnTo>
                    <a:pt x="1921697" y="2560034"/>
                  </a:lnTo>
                  <a:lnTo>
                    <a:pt x="1888555" y="2636261"/>
                  </a:lnTo>
                  <a:lnTo>
                    <a:pt x="1855631" y="2708682"/>
                  </a:lnTo>
                  <a:lnTo>
                    <a:pt x="1822847" y="2777186"/>
                  </a:lnTo>
                  <a:lnTo>
                    <a:pt x="1790097" y="2841726"/>
                  </a:lnTo>
                  <a:lnTo>
                    <a:pt x="1757246" y="2902320"/>
                  </a:lnTo>
                  <a:lnTo>
                    <a:pt x="1724120" y="2959038"/>
                  </a:lnTo>
                  <a:lnTo>
                    <a:pt x="1719082" y="2967271"/>
                  </a:lnTo>
                  <a:lnTo>
                    <a:pt x="1673058" y="3037582"/>
                  </a:lnTo>
                  <a:lnTo>
                    <a:pt x="1625490" y="3100885"/>
                  </a:lnTo>
                  <a:lnTo>
                    <a:pt x="1575649" y="3157535"/>
                  </a:lnTo>
                  <a:lnTo>
                    <a:pt x="1522721" y="3208130"/>
                  </a:lnTo>
                  <a:lnTo>
                    <a:pt x="1465873" y="3253351"/>
                  </a:lnTo>
                  <a:lnTo>
                    <a:pt x="1404325" y="3293854"/>
                  </a:lnTo>
                  <a:lnTo>
                    <a:pt x="1337438" y="3330220"/>
                  </a:lnTo>
                  <a:lnTo>
                    <a:pt x="1264826" y="3362920"/>
                  </a:lnTo>
                  <a:lnTo>
                    <a:pt x="1186512" y="3392303"/>
                  </a:lnTo>
                  <a:lnTo>
                    <a:pt x="1103112" y="3418588"/>
                  </a:lnTo>
                  <a:lnTo>
                    <a:pt x="1016014" y="3441872"/>
                  </a:lnTo>
                  <a:lnTo>
                    <a:pt x="927515" y="3462152"/>
                  </a:lnTo>
                  <a:lnTo>
                    <a:pt x="840804" y="3479363"/>
                  </a:lnTo>
                  <a:lnTo>
                    <a:pt x="759727" y="3493440"/>
                  </a:lnTo>
                  <a:lnTo>
                    <a:pt x="688272" y="3504390"/>
                  </a:lnTo>
                  <a:lnTo>
                    <a:pt x="629843" y="3512351"/>
                  </a:lnTo>
                  <a:lnTo>
                    <a:pt x="586515" y="3517634"/>
                  </a:lnTo>
                  <a:lnTo>
                    <a:pt x="558491" y="3520707"/>
                  </a:lnTo>
                  <a:lnTo>
                    <a:pt x="543930" y="3522149"/>
                  </a:lnTo>
                  <a:lnTo>
                    <a:pt x="539108" y="3522582"/>
                  </a:lnTo>
                  <a:lnTo>
                    <a:pt x="538736" y="3522613"/>
                  </a:lnTo>
                  <a:lnTo>
                    <a:pt x="0" y="3522613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02" name="pl1302"/>
            <p:cNvSpPr/>
            <p:nvPr/>
          </p:nvSpPr>
          <p:spPr>
            <a:xfrm>
              <a:off x="546595" y="636121"/>
              <a:ext cx="8234974" cy="3522613"/>
            </a:xfrm>
            <a:custGeom>
              <a:avLst/>
              <a:pathLst>
                <a:path w="8234974" h="3522613">
                  <a:moveTo>
                    <a:pt x="0" y="3522613"/>
                  </a:moveTo>
                  <a:lnTo>
                    <a:pt x="538736" y="3522613"/>
                  </a:lnTo>
                  <a:lnTo>
                    <a:pt x="539861" y="3522518"/>
                  </a:lnTo>
                  <a:lnTo>
                    <a:pt x="547225" y="3521836"/>
                  </a:lnTo>
                  <a:lnTo>
                    <a:pt x="565676" y="3519950"/>
                  </a:lnTo>
                  <a:lnTo>
                    <a:pt x="598380" y="3516246"/>
                  </a:lnTo>
                  <a:lnTo>
                    <a:pt x="646543" y="3510169"/>
                  </a:lnTo>
                  <a:lnTo>
                    <a:pt x="709341" y="3501299"/>
                  </a:lnTo>
                  <a:lnTo>
                    <a:pt x="784212" y="3489380"/>
                  </a:lnTo>
                  <a:lnTo>
                    <a:pt x="867484" y="3474319"/>
                  </a:lnTo>
                  <a:lnTo>
                    <a:pt x="955143" y="3456141"/>
                  </a:lnTo>
                  <a:lnTo>
                    <a:pt x="1043508" y="3434917"/>
                  </a:lnTo>
                  <a:lnTo>
                    <a:pt x="1129653" y="3410699"/>
                  </a:lnTo>
                  <a:lnTo>
                    <a:pt x="1211573" y="3383462"/>
                  </a:lnTo>
                  <a:lnTo>
                    <a:pt x="1288139" y="3353072"/>
                  </a:lnTo>
                  <a:lnTo>
                    <a:pt x="1358942" y="3319269"/>
                  </a:lnTo>
                  <a:lnTo>
                    <a:pt x="1424105" y="3281667"/>
                  </a:lnTo>
                  <a:lnTo>
                    <a:pt x="1484107" y="3239757"/>
                  </a:lnTo>
                  <a:lnTo>
                    <a:pt x="1539642" y="3192929"/>
                  </a:lnTo>
                  <a:lnTo>
                    <a:pt x="1591516" y="3140514"/>
                  </a:lnTo>
                  <a:lnTo>
                    <a:pt x="1640561" y="3081842"/>
                  </a:lnTo>
                  <a:lnTo>
                    <a:pt x="1687575" y="3016369"/>
                  </a:lnTo>
                  <a:lnTo>
                    <a:pt x="1719082" y="2967271"/>
                  </a:lnTo>
                  <a:lnTo>
                    <a:pt x="1752267" y="2911129"/>
                  </a:lnTo>
                  <a:lnTo>
                    <a:pt x="1785148" y="2851126"/>
                  </a:lnTo>
                  <a:lnTo>
                    <a:pt x="1817903" y="2787184"/>
                  </a:lnTo>
                  <a:lnTo>
                    <a:pt x="1850675" y="2719277"/>
                  </a:lnTo>
                  <a:lnTo>
                    <a:pt x="1883572" y="2647441"/>
                  </a:lnTo>
                  <a:lnTo>
                    <a:pt x="1916677" y="2571779"/>
                  </a:lnTo>
                  <a:lnTo>
                    <a:pt x="1950043" y="2492461"/>
                  </a:lnTo>
                  <a:lnTo>
                    <a:pt x="1983698" y="2409729"/>
                  </a:lnTo>
                  <a:lnTo>
                    <a:pt x="2017649" y="2323899"/>
                  </a:lnTo>
                  <a:lnTo>
                    <a:pt x="2051883" y="2235353"/>
                  </a:lnTo>
                  <a:lnTo>
                    <a:pt x="2086366" y="2144539"/>
                  </a:lnTo>
                  <a:lnTo>
                    <a:pt x="2121053" y="2051960"/>
                  </a:lnTo>
                  <a:lnTo>
                    <a:pt x="2155884" y="1958162"/>
                  </a:lnTo>
                  <a:lnTo>
                    <a:pt x="2190791" y="1863724"/>
                  </a:lnTo>
                  <a:lnTo>
                    <a:pt x="2225704" y="1769240"/>
                  </a:lnTo>
                  <a:lnTo>
                    <a:pt x="2260551" y="1675308"/>
                  </a:lnTo>
                  <a:lnTo>
                    <a:pt x="2295263" y="1582509"/>
                  </a:lnTo>
                  <a:lnTo>
                    <a:pt x="2329781" y="1491395"/>
                  </a:lnTo>
                  <a:lnTo>
                    <a:pt x="2364055" y="1402477"/>
                  </a:lnTo>
                  <a:lnTo>
                    <a:pt x="2398050" y="1316210"/>
                  </a:lnTo>
                  <a:lnTo>
                    <a:pt x="2431750" y="1232989"/>
                  </a:lnTo>
                  <a:lnTo>
                    <a:pt x="2465158" y="1153138"/>
                  </a:lnTo>
                  <a:lnTo>
                    <a:pt x="2498299" y="1076911"/>
                  </a:lnTo>
                  <a:lnTo>
                    <a:pt x="2531224" y="1004489"/>
                  </a:lnTo>
                  <a:lnTo>
                    <a:pt x="2564008" y="935986"/>
                  </a:lnTo>
                  <a:lnTo>
                    <a:pt x="2596757" y="871445"/>
                  </a:lnTo>
                  <a:lnTo>
                    <a:pt x="2629609" y="810851"/>
                  </a:lnTo>
                  <a:lnTo>
                    <a:pt x="2662735" y="754133"/>
                  </a:lnTo>
                  <a:lnTo>
                    <a:pt x="2667772" y="745901"/>
                  </a:lnTo>
                  <a:lnTo>
                    <a:pt x="2713797" y="675589"/>
                  </a:lnTo>
                  <a:lnTo>
                    <a:pt x="2761365" y="612286"/>
                  </a:lnTo>
                  <a:lnTo>
                    <a:pt x="2811206" y="555637"/>
                  </a:lnTo>
                  <a:lnTo>
                    <a:pt x="2864134" y="505041"/>
                  </a:lnTo>
                  <a:lnTo>
                    <a:pt x="2920982" y="459820"/>
                  </a:lnTo>
                  <a:lnTo>
                    <a:pt x="2982529" y="419317"/>
                  </a:lnTo>
                  <a:lnTo>
                    <a:pt x="3049417" y="382952"/>
                  </a:lnTo>
                  <a:lnTo>
                    <a:pt x="3122029" y="350251"/>
                  </a:lnTo>
                  <a:lnTo>
                    <a:pt x="3200342" y="320868"/>
                  </a:lnTo>
                  <a:lnTo>
                    <a:pt x="3283743" y="294583"/>
                  </a:lnTo>
                  <a:lnTo>
                    <a:pt x="3370840" y="271299"/>
                  </a:lnTo>
                  <a:lnTo>
                    <a:pt x="3459340" y="251019"/>
                  </a:lnTo>
                  <a:lnTo>
                    <a:pt x="3546051" y="233808"/>
                  </a:lnTo>
                  <a:lnTo>
                    <a:pt x="3627127" y="219731"/>
                  </a:lnTo>
                  <a:lnTo>
                    <a:pt x="3698583" y="208782"/>
                  </a:lnTo>
                  <a:lnTo>
                    <a:pt x="3757011" y="200820"/>
                  </a:lnTo>
                  <a:lnTo>
                    <a:pt x="3800339" y="195537"/>
                  </a:lnTo>
                  <a:lnTo>
                    <a:pt x="3828363" y="192465"/>
                  </a:lnTo>
                  <a:lnTo>
                    <a:pt x="3842925" y="191023"/>
                  </a:lnTo>
                  <a:lnTo>
                    <a:pt x="3847746" y="190589"/>
                  </a:lnTo>
                  <a:lnTo>
                    <a:pt x="3848118" y="190558"/>
                  </a:lnTo>
                  <a:lnTo>
                    <a:pt x="4386855" y="190558"/>
                  </a:lnTo>
                  <a:lnTo>
                    <a:pt x="4388157" y="190552"/>
                  </a:lnTo>
                  <a:lnTo>
                    <a:pt x="4396652" y="190506"/>
                  </a:lnTo>
                  <a:lnTo>
                    <a:pt x="4417827" y="190381"/>
                  </a:lnTo>
                  <a:lnTo>
                    <a:pt x="4455079" y="190135"/>
                  </a:lnTo>
                  <a:lnTo>
                    <a:pt x="4509383" y="189733"/>
                  </a:lnTo>
                  <a:lnTo>
                    <a:pt x="4579275" y="189149"/>
                  </a:lnTo>
                  <a:lnTo>
                    <a:pt x="4661345" y="188370"/>
                  </a:lnTo>
                  <a:lnTo>
                    <a:pt x="4751111" y="187393"/>
                  </a:lnTo>
                  <a:lnTo>
                    <a:pt x="4843989" y="186220"/>
                  </a:lnTo>
                  <a:lnTo>
                    <a:pt x="4936048" y="184857"/>
                  </a:lnTo>
                  <a:lnTo>
                    <a:pt x="5024405" y="183304"/>
                  </a:lnTo>
                  <a:lnTo>
                    <a:pt x="5107292" y="181557"/>
                  </a:lnTo>
                  <a:lnTo>
                    <a:pt x="5183911" y="179602"/>
                  </a:lnTo>
                  <a:lnTo>
                    <a:pt x="5254205" y="177415"/>
                  </a:lnTo>
                  <a:lnTo>
                    <a:pt x="5318618" y="174966"/>
                  </a:lnTo>
                  <a:lnTo>
                    <a:pt x="5377905" y="172216"/>
                  </a:lnTo>
                  <a:lnTo>
                    <a:pt x="5432979" y="169121"/>
                  </a:lnTo>
                  <a:lnTo>
                    <a:pt x="5484808" y="165636"/>
                  </a:lnTo>
                  <a:lnTo>
                    <a:pt x="5534323" y="161723"/>
                  </a:lnTo>
                  <a:lnTo>
                    <a:pt x="5567201" y="158798"/>
                  </a:lnTo>
                  <a:lnTo>
                    <a:pt x="5619764" y="153595"/>
                  </a:lnTo>
                  <a:lnTo>
                    <a:pt x="5671823" y="147828"/>
                  </a:lnTo>
                  <a:lnTo>
                    <a:pt x="5723969" y="141490"/>
                  </a:lnTo>
                  <a:lnTo>
                    <a:pt x="5776586" y="134596"/>
                  </a:lnTo>
                  <a:lnTo>
                    <a:pt x="5829887" y="127188"/>
                  </a:lnTo>
                  <a:lnTo>
                    <a:pt x="5883929" y="119331"/>
                  </a:lnTo>
                  <a:lnTo>
                    <a:pt x="5938640" y="111116"/>
                  </a:lnTo>
                  <a:lnTo>
                    <a:pt x="5993843" y="102656"/>
                  </a:lnTo>
                  <a:lnTo>
                    <a:pt x="6049290" y="94080"/>
                  </a:lnTo>
                  <a:lnTo>
                    <a:pt x="6104696" y="85522"/>
                  </a:lnTo>
                  <a:lnTo>
                    <a:pt x="6159784" y="77119"/>
                  </a:lnTo>
                  <a:lnTo>
                    <a:pt x="6214322" y="68993"/>
                  </a:lnTo>
                  <a:lnTo>
                    <a:pt x="6268160" y="61253"/>
                  </a:lnTo>
                  <a:lnTo>
                    <a:pt x="6321258" y="53983"/>
                  </a:lnTo>
                  <a:lnTo>
                    <a:pt x="6373715" y="47242"/>
                  </a:lnTo>
                  <a:lnTo>
                    <a:pt x="6425790" y="41062"/>
                  </a:lnTo>
                  <a:lnTo>
                    <a:pt x="6477921" y="35454"/>
                  </a:lnTo>
                  <a:lnTo>
                    <a:pt x="6515891" y="31759"/>
                  </a:lnTo>
                  <a:lnTo>
                    <a:pt x="6564302" y="27544"/>
                  </a:lnTo>
                  <a:lnTo>
                    <a:pt x="6614457" y="23770"/>
                  </a:lnTo>
                  <a:lnTo>
                    <a:pt x="6667213" y="20413"/>
                  </a:lnTo>
                  <a:lnTo>
                    <a:pt x="6723521" y="17433"/>
                  </a:lnTo>
                  <a:lnTo>
                    <a:pt x="6784342" y="14783"/>
                  </a:lnTo>
                  <a:lnTo>
                    <a:pt x="6850553" y="12421"/>
                  </a:lnTo>
                  <a:lnTo>
                    <a:pt x="6922828" y="10311"/>
                  </a:lnTo>
                  <a:lnTo>
                    <a:pt x="7001475" y="8424"/>
                  </a:lnTo>
                  <a:lnTo>
                    <a:pt x="7086228" y="6739"/>
                  </a:lnTo>
                  <a:lnTo>
                    <a:pt x="7176005" y="5247"/>
                  </a:lnTo>
                  <a:lnTo>
                    <a:pt x="7268691" y="3944"/>
                  </a:lnTo>
                  <a:lnTo>
                    <a:pt x="7361049" y="2833"/>
                  </a:lnTo>
                  <a:lnTo>
                    <a:pt x="7448879" y="1918"/>
                  </a:lnTo>
                  <a:lnTo>
                    <a:pt x="7527535" y="1202"/>
                  </a:lnTo>
                  <a:lnTo>
                    <a:pt x="7592767" y="678"/>
                  </a:lnTo>
                  <a:lnTo>
                    <a:pt x="7641701" y="329"/>
                  </a:lnTo>
                  <a:lnTo>
                    <a:pt x="7673619" y="126"/>
                  </a:lnTo>
                  <a:lnTo>
                    <a:pt x="7690291" y="30"/>
                  </a:lnTo>
                  <a:lnTo>
                    <a:pt x="7695816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3" name="pl1303"/>
            <p:cNvSpPr/>
            <p:nvPr/>
          </p:nvSpPr>
          <p:spPr>
            <a:xfrm>
              <a:off x="546595" y="630677"/>
              <a:ext cx="8234974" cy="3522613"/>
            </a:xfrm>
            <a:custGeom>
              <a:avLst/>
              <a:pathLst>
                <a:path w="8234974" h="3522613">
                  <a:moveTo>
                    <a:pt x="8234974" y="0"/>
                  </a:moveTo>
                  <a:lnTo>
                    <a:pt x="7696237" y="0"/>
                  </a:lnTo>
                  <a:lnTo>
                    <a:pt x="7694935" y="6"/>
                  </a:lnTo>
                  <a:lnTo>
                    <a:pt x="7686441" y="51"/>
                  </a:lnTo>
                  <a:lnTo>
                    <a:pt x="7665265" y="177"/>
                  </a:lnTo>
                  <a:lnTo>
                    <a:pt x="7628013" y="423"/>
                  </a:lnTo>
                  <a:lnTo>
                    <a:pt x="7573710" y="825"/>
                  </a:lnTo>
                  <a:lnTo>
                    <a:pt x="7503817" y="1408"/>
                  </a:lnTo>
                  <a:lnTo>
                    <a:pt x="7421747" y="2187"/>
                  </a:lnTo>
                  <a:lnTo>
                    <a:pt x="7331982" y="3165"/>
                  </a:lnTo>
                  <a:lnTo>
                    <a:pt x="7239104" y="4338"/>
                  </a:lnTo>
                  <a:lnTo>
                    <a:pt x="7147044" y="5701"/>
                  </a:lnTo>
                  <a:lnTo>
                    <a:pt x="7058687" y="7253"/>
                  </a:lnTo>
                  <a:lnTo>
                    <a:pt x="6975801" y="9000"/>
                  </a:lnTo>
                  <a:lnTo>
                    <a:pt x="6899181" y="10956"/>
                  </a:lnTo>
                  <a:lnTo>
                    <a:pt x="6828887" y="13143"/>
                  </a:lnTo>
                  <a:lnTo>
                    <a:pt x="6764474" y="15591"/>
                  </a:lnTo>
                  <a:lnTo>
                    <a:pt x="6705188" y="18342"/>
                  </a:lnTo>
                  <a:lnTo>
                    <a:pt x="6650114" y="21437"/>
                  </a:lnTo>
                  <a:lnTo>
                    <a:pt x="6598285" y="24922"/>
                  </a:lnTo>
                  <a:lnTo>
                    <a:pt x="6548769" y="28835"/>
                  </a:lnTo>
                  <a:lnTo>
                    <a:pt x="6515891" y="31759"/>
                  </a:lnTo>
                  <a:lnTo>
                    <a:pt x="6463329" y="36963"/>
                  </a:lnTo>
                  <a:lnTo>
                    <a:pt x="6411269" y="42730"/>
                  </a:lnTo>
                  <a:lnTo>
                    <a:pt x="6359124" y="49068"/>
                  </a:lnTo>
                  <a:lnTo>
                    <a:pt x="6306506" y="55961"/>
                  </a:lnTo>
                  <a:lnTo>
                    <a:pt x="6253205" y="63370"/>
                  </a:lnTo>
                  <a:lnTo>
                    <a:pt x="6199163" y="71227"/>
                  </a:lnTo>
                  <a:lnTo>
                    <a:pt x="6144452" y="79442"/>
                  </a:lnTo>
                  <a:lnTo>
                    <a:pt x="6089249" y="87902"/>
                  </a:lnTo>
                  <a:lnTo>
                    <a:pt x="6033803" y="96478"/>
                  </a:lnTo>
                  <a:lnTo>
                    <a:pt x="5978397" y="105035"/>
                  </a:lnTo>
                  <a:lnTo>
                    <a:pt x="5923308" y="113439"/>
                  </a:lnTo>
                  <a:lnTo>
                    <a:pt x="5868770" y="121564"/>
                  </a:lnTo>
                  <a:lnTo>
                    <a:pt x="5814933" y="129305"/>
                  </a:lnTo>
                  <a:lnTo>
                    <a:pt x="5761835" y="136575"/>
                  </a:lnTo>
                  <a:lnTo>
                    <a:pt x="5709377" y="143316"/>
                  </a:lnTo>
                  <a:lnTo>
                    <a:pt x="5657303" y="149495"/>
                  </a:lnTo>
                  <a:lnTo>
                    <a:pt x="5605172" y="155104"/>
                  </a:lnTo>
                  <a:lnTo>
                    <a:pt x="5567201" y="158798"/>
                  </a:lnTo>
                  <a:lnTo>
                    <a:pt x="5518790" y="163014"/>
                  </a:lnTo>
                  <a:lnTo>
                    <a:pt x="5468635" y="166788"/>
                  </a:lnTo>
                  <a:lnTo>
                    <a:pt x="5415879" y="170144"/>
                  </a:lnTo>
                  <a:lnTo>
                    <a:pt x="5359571" y="173125"/>
                  </a:lnTo>
                  <a:lnTo>
                    <a:pt x="5298750" y="175775"/>
                  </a:lnTo>
                  <a:lnTo>
                    <a:pt x="5232539" y="178137"/>
                  </a:lnTo>
                  <a:lnTo>
                    <a:pt x="5160264" y="180247"/>
                  </a:lnTo>
                  <a:lnTo>
                    <a:pt x="5081617" y="182134"/>
                  </a:lnTo>
                  <a:lnTo>
                    <a:pt x="4996864" y="183818"/>
                  </a:lnTo>
                  <a:lnTo>
                    <a:pt x="4907088" y="185310"/>
                  </a:lnTo>
                  <a:lnTo>
                    <a:pt x="4814402" y="186614"/>
                  </a:lnTo>
                  <a:lnTo>
                    <a:pt x="4722044" y="187725"/>
                  </a:lnTo>
                  <a:lnTo>
                    <a:pt x="4634213" y="188639"/>
                  </a:lnTo>
                  <a:lnTo>
                    <a:pt x="4555558" y="189355"/>
                  </a:lnTo>
                  <a:lnTo>
                    <a:pt x="4490326" y="189879"/>
                  </a:lnTo>
                  <a:lnTo>
                    <a:pt x="4441392" y="190229"/>
                  </a:lnTo>
                  <a:lnTo>
                    <a:pt x="4409473" y="190432"/>
                  </a:lnTo>
                  <a:lnTo>
                    <a:pt x="4392802" y="190528"/>
                  </a:lnTo>
                  <a:lnTo>
                    <a:pt x="4387277" y="190556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6994" y="190654"/>
                  </a:lnTo>
                  <a:lnTo>
                    <a:pt x="3839630" y="191336"/>
                  </a:lnTo>
                  <a:lnTo>
                    <a:pt x="3821179" y="193221"/>
                  </a:lnTo>
                  <a:lnTo>
                    <a:pt x="3788475" y="196926"/>
                  </a:lnTo>
                  <a:lnTo>
                    <a:pt x="3740311" y="203002"/>
                  </a:lnTo>
                  <a:lnTo>
                    <a:pt x="3677513" y="211872"/>
                  </a:lnTo>
                  <a:lnTo>
                    <a:pt x="3602643" y="223791"/>
                  </a:lnTo>
                  <a:lnTo>
                    <a:pt x="3519371" y="238852"/>
                  </a:lnTo>
                  <a:lnTo>
                    <a:pt x="3431711" y="257030"/>
                  </a:lnTo>
                  <a:lnTo>
                    <a:pt x="3343347" y="278254"/>
                  </a:lnTo>
                  <a:lnTo>
                    <a:pt x="3257202" y="302472"/>
                  </a:lnTo>
                  <a:lnTo>
                    <a:pt x="3175281" y="329710"/>
                  </a:lnTo>
                  <a:lnTo>
                    <a:pt x="3098715" y="360100"/>
                  </a:lnTo>
                  <a:lnTo>
                    <a:pt x="3027912" y="393902"/>
                  </a:lnTo>
                  <a:lnTo>
                    <a:pt x="2962749" y="431504"/>
                  </a:lnTo>
                  <a:lnTo>
                    <a:pt x="2902748" y="473415"/>
                  </a:lnTo>
                  <a:lnTo>
                    <a:pt x="2847212" y="520242"/>
                  </a:lnTo>
                  <a:lnTo>
                    <a:pt x="2795339" y="572657"/>
                  </a:lnTo>
                  <a:lnTo>
                    <a:pt x="2746293" y="631329"/>
                  </a:lnTo>
                  <a:lnTo>
                    <a:pt x="2699279" y="696802"/>
                  </a:lnTo>
                  <a:lnTo>
                    <a:pt x="2667772" y="745901"/>
                  </a:lnTo>
                  <a:lnTo>
                    <a:pt x="2634587" y="802043"/>
                  </a:lnTo>
                  <a:lnTo>
                    <a:pt x="2601706" y="862045"/>
                  </a:lnTo>
                  <a:lnTo>
                    <a:pt x="2568951" y="925988"/>
                  </a:lnTo>
                  <a:lnTo>
                    <a:pt x="2536180" y="993895"/>
                  </a:lnTo>
                  <a:lnTo>
                    <a:pt x="2503282" y="1065730"/>
                  </a:lnTo>
                  <a:lnTo>
                    <a:pt x="2470177" y="1141392"/>
                  </a:lnTo>
                  <a:lnTo>
                    <a:pt x="2436812" y="1220711"/>
                  </a:lnTo>
                  <a:lnTo>
                    <a:pt x="2403157" y="1303442"/>
                  </a:lnTo>
                  <a:lnTo>
                    <a:pt x="2369205" y="1389273"/>
                  </a:lnTo>
                  <a:lnTo>
                    <a:pt x="2334972" y="1477818"/>
                  </a:lnTo>
                  <a:lnTo>
                    <a:pt x="2300488" y="1568632"/>
                  </a:lnTo>
                  <a:lnTo>
                    <a:pt x="2265802" y="1661211"/>
                  </a:lnTo>
                  <a:lnTo>
                    <a:pt x="2230971" y="1755009"/>
                  </a:lnTo>
                  <a:lnTo>
                    <a:pt x="2196063" y="1849448"/>
                  </a:lnTo>
                  <a:lnTo>
                    <a:pt x="2161150" y="1943931"/>
                  </a:lnTo>
                  <a:lnTo>
                    <a:pt x="2126304" y="2037863"/>
                  </a:lnTo>
                  <a:lnTo>
                    <a:pt x="2091591" y="2130663"/>
                  </a:lnTo>
                  <a:lnTo>
                    <a:pt x="2057074" y="2221776"/>
                  </a:lnTo>
                  <a:lnTo>
                    <a:pt x="2022800" y="2310695"/>
                  </a:lnTo>
                  <a:lnTo>
                    <a:pt x="1988805" y="2396961"/>
                  </a:lnTo>
                  <a:lnTo>
                    <a:pt x="1955104" y="2480183"/>
                  </a:lnTo>
                  <a:lnTo>
                    <a:pt x="1921697" y="2560034"/>
                  </a:lnTo>
                  <a:lnTo>
                    <a:pt x="1888555" y="2636261"/>
                  </a:lnTo>
                  <a:lnTo>
                    <a:pt x="1855631" y="2708682"/>
                  </a:lnTo>
                  <a:lnTo>
                    <a:pt x="1822847" y="2777186"/>
                  </a:lnTo>
                  <a:lnTo>
                    <a:pt x="1790097" y="2841726"/>
                  </a:lnTo>
                  <a:lnTo>
                    <a:pt x="1757246" y="2902320"/>
                  </a:lnTo>
                  <a:lnTo>
                    <a:pt x="1724120" y="2959038"/>
                  </a:lnTo>
                  <a:lnTo>
                    <a:pt x="1719082" y="2967271"/>
                  </a:lnTo>
                  <a:lnTo>
                    <a:pt x="1673058" y="3037582"/>
                  </a:lnTo>
                  <a:lnTo>
                    <a:pt x="1625490" y="3100885"/>
                  </a:lnTo>
                  <a:lnTo>
                    <a:pt x="1575649" y="3157535"/>
                  </a:lnTo>
                  <a:lnTo>
                    <a:pt x="1522721" y="3208130"/>
                  </a:lnTo>
                  <a:lnTo>
                    <a:pt x="1465873" y="3253351"/>
                  </a:lnTo>
                  <a:lnTo>
                    <a:pt x="1404325" y="3293854"/>
                  </a:lnTo>
                  <a:lnTo>
                    <a:pt x="1337438" y="3330220"/>
                  </a:lnTo>
                  <a:lnTo>
                    <a:pt x="1264826" y="3362920"/>
                  </a:lnTo>
                  <a:lnTo>
                    <a:pt x="1186512" y="3392303"/>
                  </a:lnTo>
                  <a:lnTo>
                    <a:pt x="1103112" y="3418588"/>
                  </a:lnTo>
                  <a:lnTo>
                    <a:pt x="1016014" y="3441872"/>
                  </a:lnTo>
                  <a:lnTo>
                    <a:pt x="927515" y="3462152"/>
                  </a:lnTo>
                  <a:lnTo>
                    <a:pt x="840804" y="3479363"/>
                  </a:lnTo>
                  <a:lnTo>
                    <a:pt x="759727" y="3493440"/>
                  </a:lnTo>
                  <a:lnTo>
                    <a:pt x="688272" y="3504390"/>
                  </a:lnTo>
                  <a:lnTo>
                    <a:pt x="629843" y="3512351"/>
                  </a:lnTo>
                  <a:lnTo>
                    <a:pt x="586515" y="3517634"/>
                  </a:lnTo>
                  <a:lnTo>
                    <a:pt x="558491" y="3520707"/>
                  </a:lnTo>
                  <a:lnTo>
                    <a:pt x="543930" y="3522149"/>
                  </a:lnTo>
                  <a:lnTo>
                    <a:pt x="539108" y="3522582"/>
                  </a:lnTo>
                  <a:lnTo>
                    <a:pt x="538736" y="3522613"/>
                  </a:lnTo>
                  <a:lnTo>
                    <a:pt x="0" y="3522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4" name="pg1304"/>
            <p:cNvSpPr/>
            <p:nvPr/>
          </p:nvSpPr>
          <p:spPr>
            <a:xfrm>
              <a:off x="546595" y="892015"/>
              <a:ext cx="8234974" cy="3272165"/>
            </a:xfrm>
            <a:custGeom>
              <a:avLst/>
              <a:pathLst>
                <a:path w="8234974" h="3272165">
                  <a:moveTo>
                    <a:pt x="0" y="3272165"/>
                  </a:moveTo>
                  <a:lnTo>
                    <a:pt x="538736" y="3272165"/>
                  </a:lnTo>
                  <a:lnTo>
                    <a:pt x="539867" y="3272070"/>
                  </a:lnTo>
                  <a:lnTo>
                    <a:pt x="547268" y="3271398"/>
                  </a:lnTo>
                  <a:lnTo>
                    <a:pt x="565810" y="3269540"/>
                  </a:lnTo>
                  <a:lnTo>
                    <a:pt x="598666" y="3265888"/>
                  </a:lnTo>
                  <a:lnTo>
                    <a:pt x="647037" y="3259900"/>
                  </a:lnTo>
                  <a:lnTo>
                    <a:pt x="710078" y="3251160"/>
                  </a:lnTo>
                  <a:lnTo>
                    <a:pt x="785199" y="3239419"/>
                  </a:lnTo>
                  <a:lnTo>
                    <a:pt x="868702" y="3224587"/>
                  </a:lnTo>
                  <a:lnTo>
                    <a:pt x="956552" y="3206688"/>
                  </a:lnTo>
                  <a:lnTo>
                    <a:pt x="1045057" y="3185794"/>
                  </a:lnTo>
                  <a:lnTo>
                    <a:pt x="1131291" y="3161954"/>
                  </a:lnTo>
                  <a:lnTo>
                    <a:pt x="1213255" y="3135143"/>
                  </a:lnTo>
                  <a:lnTo>
                    <a:pt x="1289831" y="3105225"/>
                  </a:lnTo>
                  <a:lnTo>
                    <a:pt x="1360621" y="3071943"/>
                  </a:lnTo>
                  <a:lnTo>
                    <a:pt x="1425760" y="3034911"/>
                  </a:lnTo>
                  <a:lnTo>
                    <a:pt x="1485735" y="2993625"/>
                  </a:lnTo>
                  <a:lnTo>
                    <a:pt x="1541250" y="2947485"/>
                  </a:lnTo>
                  <a:lnTo>
                    <a:pt x="1593115" y="2895825"/>
                  </a:lnTo>
                  <a:lnTo>
                    <a:pt x="1642169" y="2837992"/>
                  </a:lnTo>
                  <a:lnTo>
                    <a:pt x="1689209" y="2773452"/>
                  </a:lnTo>
                  <a:lnTo>
                    <a:pt x="1719082" y="2727711"/>
                  </a:lnTo>
                  <a:lnTo>
                    <a:pt x="1752544" y="2672193"/>
                  </a:lnTo>
                  <a:lnTo>
                    <a:pt x="1785698" y="2612825"/>
                  </a:lnTo>
                  <a:lnTo>
                    <a:pt x="1818727" y="2549528"/>
                  </a:lnTo>
                  <a:lnTo>
                    <a:pt x="1851775" y="2482280"/>
                  </a:lnTo>
                  <a:lnTo>
                    <a:pt x="1884955" y="2411118"/>
                  </a:lnTo>
                  <a:lnTo>
                    <a:pt x="1918349" y="2336147"/>
                  </a:lnTo>
                  <a:lnTo>
                    <a:pt x="1952009" y="2257541"/>
                  </a:lnTo>
                  <a:lnTo>
                    <a:pt x="1985965" y="2175550"/>
                  </a:lnTo>
                  <a:lnTo>
                    <a:pt x="2020223" y="2090492"/>
                  </a:lnTo>
                  <a:lnTo>
                    <a:pt x="2054765" y="2002760"/>
                  </a:lnTo>
                  <a:lnTo>
                    <a:pt x="2089557" y="1912807"/>
                  </a:lnTo>
                  <a:lnTo>
                    <a:pt x="2124551" y="1821142"/>
                  </a:lnTo>
                  <a:lnTo>
                    <a:pt x="2159685" y="1728319"/>
                  </a:lnTo>
                  <a:lnTo>
                    <a:pt x="2194890" y="1634922"/>
                  </a:lnTo>
                  <a:lnTo>
                    <a:pt x="2230091" y="1541550"/>
                  </a:lnTo>
                  <a:lnTo>
                    <a:pt x="2265216" y="1448801"/>
                  </a:lnTo>
                  <a:lnTo>
                    <a:pt x="2300196" y="1357258"/>
                  </a:lnTo>
                  <a:lnTo>
                    <a:pt x="2334969" y="1267470"/>
                  </a:lnTo>
                  <a:lnTo>
                    <a:pt x="2369489" y="1179944"/>
                  </a:lnTo>
                  <a:lnTo>
                    <a:pt x="2403721" y="1095127"/>
                  </a:lnTo>
                  <a:lnTo>
                    <a:pt x="2437652" y="1013405"/>
                  </a:lnTo>
                  <a:lnTo>
                    <a:pt x="2471289" y="935093"/>
                  </a:lnTo>
                  <a:lnTo>
                    <a:pt x="2504662" y="860433"/>
                  </a:lnTo>
                  <a:lnTo>
                    <a:pt x="2537828" y="789593"/>
                  </a:lnTo>
                  <a:lnTo>
                    <a:pt x="2570870" y="722672"/>
                  </a:lnTo>
                  <a:lnTo>
                    <a:pt x="2603904" y="659704"/>
                  </a:lnTo>
                  <a:lnTo>
                    <a:pt x="2637076" y="600659"/>
                  </a:lnTo>
                  <a:lnTo>
                    <a:pt x="2667772" y="549897"/>
                  </a:lnTo>
                  <a:lnTo>
                    <a:pt x="2713879" y="480849"/>
                  </a:lnTo>
                  <a:lnTo>
                    <a:pt x="2761537" y="418695"/>
                  </a:lnTo>
                  <a:lnTo>
                    <a:pt x="2811478" y="363086"/>
                  </a:lnTo>
                  <a:lnTo>
                    <a:pt x="2864521" y="313430"/>
                  </a:lnTo>
                  <a:lnTo>
                    <a:pt x="2921504" y="269056"/>
                  </a:lnTo>
                  <a:lnTo>
                    <a:pt x="2983210" y="229319"/>
                  </a:lnTo>
                  <a:lnTo>
                    <a:pt x="3050280" y="193647"/>
                  </a:lnTo>
                  <a:lnTo>
                    <a:pt x="3123097" y="161577"/>
                  </a:lnTo>
                  <a:lnTo>
                    <a:pt x="3201631" y="132766"/>
                  </a:lnTo>
                  <a:lnTo>
                    <a:pt x="3285255" y="107001"/>
                  </a:lnTo>
                  <a:lnTo>
                    <a:pt x="3372556" y="84187"/>
                  </a:lnTo>
                  <a:lnTo>
                    <a:pt x="3461210" y="64330"/>
                  </a:lnTo>
                  <a:lnTo>
                    <a:pt x="3547992" y="47494"/>
                  </a:lnTo>
                  <a:lnTo>
                    <a:pt x="3629027" y="33742"/>
                  </a:lnTo>
                  <a:lnTo>
                    <a:pt x="3700312" y="23066"/>
                  </a:lnTo>
                  <a:lnTo>
                    <a:pt x="3758450" y="15324"/>
                  </a:lnTo>
                  <a:lnTo>
                    <a:pt x="3801400" y="10206"/>
                  </a:lnTo>
                  <a:lnTo>
                    <a:pt x="3829019" y="7247"/>
                  </a:lnTo>
                  <a:lnTo>
                    <a:pt x="3843219" y="5873"/>
                  </a:lnTo>
                  <a:lnTo>
                    <a:pt x="3847800" y="547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8" y="5468"/>
                  </a:lnTo>
                  <a:lnTo>
                    <a:pt x="4396582" y="5642"/>
                  </a:lnTo>
                  <a:lnTo>
                    <a:pt x="4417612" y="6122"/>
                  </a:lnTo>
                  <a:lnTo>
                    <a:pt x="4454623" y="7064"/>
                  </a:lnTo>
                  <a:lnTo>
                    <a:pt x="4508604" y="8604"/>
                  </a:lnTo>
                  <a:lnTo>
                    <a:pt x="4578129" y="10839"/>
                  </a:lnTo>
                  <a:lnTo>
                    <a:pt x="4659832" y="13824"/>
                  </a:lnTo>
                  <a:lnTo>
                    <a:pt x="4749274" y="17571"/>
                  </a:lnTo>
                  <a:lnTo>
                    <a:pt x="4841900" y="22067"/>
                  </a:lnTo>
                  <a:lnTo>
                    <a:pt x="4933787" y="27295"/>
                  </a:lnTo>
                  <a:lnTo>
                    <a:pt x="5022048" y="33249"/>
                  </a:lnTo>
                  <a:lnTo>
                    <a:pt x="5104900" y="39949"/>
                  </a:lnTo>
                  <a:lnTo>
                    <a:pt x="5181527" y="47447"/>
                  </a:lnTo>
                  <a:lnTo>
                    <a:pt x="5251853" y="55828"/>
                  </a:lnTo>
                  <a:lnTo>
                    <a:pt x="5316306" y="65211"/>
                  </a:lnTo>
                  <a:lnTo>
                    <a:pt x="5375626" y="75744"/>
                  </a:lnTo>
                  <a:lnTo>
                    <a:pt x="5430716" y="87596"/>
                  </a:lnTo>
                  <a:lnTo>
                    <a:pt x="5482537" y="100936"/>
                  </a:lnTo>
                  <a:lnTo>
                    <a:pt x="5532016" y="115911"/>
                  </a:lnTo>
                  <a:lnTo>
                    <a:pt x="5567201" y="127946"/>
                  </a:lnTo>
                  <a:lnTo>
                    <a:pt x="5616986" y="146894"/>
                  </a:lnTo>
                  <a:lnTo>
                    <a:pt x="5666288" y="167789"/>
                  </a:lnTo>
                  <a:lnTo>
                    <a:pt x="5715621" y="190659"/>
                  </a:lnTo>
                  <a:lnTo>
                    <a:pt x="5765335" y="215464"/>
                  </a:lnTo>
                  <a:lnTo>
                    <a:pt x="5815634" y="242088"/>
                  </a:lnTo>
                  <a:lnTo>
                    <a:pt x="5866597" y="270335"/>
                  </a:lnTo>
                  <a:lnTo>
                    <a:pt x="5918194" y="299928"/>
                  </a:lnTo>
                  <a:lnTo>
                    <a:pt x="5970300" y="330520"/>
                  </a:lnTo>
                  <a:lnTo>
                    <a:pt x="6022725" y="361710"/>
                  </a:lnTo>
                  <a:lnTo>
                    <a:pt x="6075237" y="393061"/>
                  </a:lnTo>
                  <a:lnTo>
                    <a:pt x="6127594" y="424125"/>
                  </a:lnTo>
                  <a:lnTo>
                    <a:pt x="6179573" y="454473"/>
                  </a:lnTo>
                  <a:lnTo>
                    <a:pt x="6230998" y="483717"/>
                  </a:lnTo>
                  <a:lnTo>
                    <a:pt x="6281773" y="511528"/>
                  </a:lnTo>
                  <a:lnTo>
                    <a:pt x="6331893" y="537654"/>
                  </a:lnTo>
                  <a:lnTo>
                    <a:pt x="6381472" y="561919"/>
                  </a:lnTo>
                  <a:lnTo>
                    <a:pt x="6430754" y="584230"/>
                  </a:lnTo>
                  <a:lnTo>
                    <a:pt x="6480133" y="604568"/>
                  </a:lnTo>
                  <a:lnTo>
                    <a:pt x="6515891" y="617954"/>
                  </a:lnTo>
                  <a:lnTo>
                    <a:pt x="6564179" y="634176"/>
                  </a:lnTo>
                  <a:lnTo>
                    <a:pt x="6614202" y="648701"/>
                  </a:lnTo>
                  <a:lnTo>
                    <a:pt x="6666806" y="661626"/>
                  </a:lnTo>
                  <a:lnTo>
                    <a:pt x="6722939" y="673106"/>
                  </a:lnTo>
                  <a:lnTo>
                    <a:pt x="6783552" y="683315"/>
                  </a:lnTo>
                  <a:lnTo>
                    <a:pt x="6849519" y="692416"/>
                  </a:lnTo>
                  <a:lnTo>
                    <a:pt x="6921512" y="700549"/>
                  </a:lnTo>
                  <a:lnTo>
                    <a:pt x="6999844" y="707826"/>
                  </a:lnTo>
                  <a:lnTo>
                    <a:pt x="7084265" y="714322"/>
                  </a:lnTo>
                  <a:lnTo>
                    <a:pt x="7173719" y="720080"/>
                  </a:lnTo>
                  <a:lnTo>
                    <a:pt x="7266135" y="725113"/>
                  </a:lnTo>
                  <a:lnTo>
                    <a:pt x="7358327" y="729410"/>
                  </a:lnTo>
                  <a:lnTo>
                    <a:pt x="7446150" y="732953"/>
                  </a:lnTo>
                  <a:lnTo>
                    <a:pt x="7524993" y="735733"/>
                  </a:lnTo>
                  <a:lnTo>
                    <a:pt x="7590608" y="737775"/>
                  </a:lnTo>
                  <a:lnTo>
                    <a:pt x="7640077" y="739143"/>
                  </a:lnTo>
                  <a:lnTo>
                    <a:pt x="7672596" y="739946"/>
                  </a:lnTo>
                  <a:lnTo>
                    <a:pt x="7689820" y="740328"/>
                  </a:lnTo>
                  <a:lnTo>
                    <a:pt x="7695723" y="740447"/>
                  </a:lnTo>
                  <a:lnTo>
                    <a:pt x="7696237" y="740456"/>
                  </a:lnTo>
                  <a:lnTo>
                    <a:pt x="8234974" y="740456"/>
                  </a:lnTo>
                  <a:lnTo>
                    <a:pt x="8234974" y="735012"/>
                  </a:lnTo>
                  <a:lnTo>
                    <a:pt x="7696237" y="735012"/>
                  </a:lnTo>
                  <a:lnTo>
                    <a:pt x="7694945" y="734987"/>
                  </a:lnTo>
                  <a:lnTo>
                    <a:pt x="7686511" y="734814"/>
                  </a:lnTo>
                  <a:lnTo>
                    <a:pt x="7665481" y="734334"/>
                  </a:lnTo>
                  <a:lnTo>
                    <a:pt x="7628470" y="733391"/>
                  </a:lnTo>
                  <a:lnTo>
                    <a:pt x="7574488" y="731852"/>
                  </a:lnTo>
                  <a:lnTo>
                    <a:pt x="7504963" y="729617"/>
                  </a:lnTo>
                  <a:lnTo>
                    <a:pt x="7423260" y="726632"/>
                  </a:lnTo>
                  <a:lnTo>
                    <a:pt x="7333818" y="722885"/>
                  </a:lnTo>
                  <a:lnTo>
                    <a:pt x="7241193" y="718389"/>
                  </a:lnTo>
                  <a:lnTo>
                    <a:pt x="7149305" y="713161"/>
                  </a:lnTo>
                  <a:lnTo>
                    <a:pt x="7061044" y="707207"/>
                  </a:lnTo>
                  <a:lnTo>
                    <a:pt x="6978193" y="700507"/>
                  </a:lnTo>
                  <a:lnTo>
                    <a:pt x="6901565" y="693009"/>
                  </a:lnTo>
                  <a:lnTo>
                    <a:pt x="6831239" y="684628"/>
                  </a:lnTo>
                  <a:lnTo>
                    <a:pt x="6766786" y="675245"/>
                  </a:lnTo>
                  <a:lnTo>
                    <a:pt x="6707467" y="664711"/>
                  </a:lnTo>
                  <a:lnTo>
                    <a:pt x="6652376" y="652860"/>
                  </a:lnTo>
                  <a:lnTo>
                    <a:pt x="6600556" y="639520"/>
                  </a:lnTo>
                  <a:lnTo>
                    <a:pt x="6551076" y="624544"/>
                  </a:lnTo>
                  <a:lnTo>
                    <a:pt x="6515891" y="612510"/>
                  </a:lnTo>
                  <a:lnTo>
                    <a:pt x="6466107" y="593562"/>
                  </a:lnTo>
                  <a:lnTo>
                    <a:pt x="6416805" y="572667"/>
                  </a:lnTo>
                  <a:lnTo>
                    <a:pt x="6367471" y="549797"/>
                  </a:lnTo>
                  <a:lnTo>
                    <a:pt x="6317758" y="524991"/>
                  </a:lnTo>
                  <a:lnTo>
                    <a:pt x="6267458" y="498367"/>
                  </a:lnTo>
                  <a:lnTo>
                    <a:pt x="6216495" y="470121"/>
                  </a:lnTo>
                  <a:lnTo>
                    <a:pt x="6164899" y="440528"/>
                  </a:lnTo>
                  <a:lnTo>
                    <a:pt x="6112793" y="409935"/>
                  </a:lnTo>
                  <a:lnTo>
                    <a:pt x="6060368" y="378745"/>
                  </a:lnTo>
                  <a:lnTo>
                    <a:pt x="6007855" y="347395"/>
                  </a:lnTo>
                  <a:lnTo>
                    <a:pt x="5955498" y="316331"/>
                  </a:lnTo>
                  <a:lnTo>
                    <a:pt x="5903520" y="285983"/>
                  </a:lnTo>
                  <a:lnTo>
                    <a:pt x="5852094" y="256739"/>
                  </a:lnTo>
                  <a:lnTo>
                    <a:pt x="5801320" y="228927"/>
                  </a:lnTo>
                  <a:lnTo>
                    <a:pt x="5751200" y="202802"/>
                  </a:lnTo>
                  <a:lnTo>
                    <a:pt x="5701620" y="178537"/>
                  </a:lnTo>
                  <a:lnTo>
                    <a:pt x="5652338" y="156225"/>
                  </a:lnTo>
                  <a:lnTo>
                    <a:pt x="5602960" y="135887"/>
                  </a:lnTo>
                  <a:lnTo>
                    <a:pt x="5567201" y="122502"/>
                  </a:lnTo>
                  <a:lnTo>
                    <a:pt x="5518913" y="106280"/>
                  </a:lnTo>
                  <a:lnTo>
                    <a:pt x="5468891" y="91754"/>
                  </a:lnTo>
                  <a:lnTo>
                    <a:pt x="5416286" y="78830"/>
                  </a:lnTo>
                  <a:lnTo>
                    <a:pt x="5360154" y="67350"/>
                  </a:lnTo>
                  <a:lnTo>
                    <a:pt x="5299540" y="57141"/>
                  </a:lnTo>
                  <a:lnTo>
                    <a:pt x="5233573" y="48040"/>
                  </a:lnTo>
                  <a:lnTo>
                    <a:pt x="5161581" y="39907"/>
                  </a:lnTo>
                  <a:lnTo>
                    <a:pt x="5083248" y="32630"/>
                  </a:lnTo>
                  <a:lnTo>
                    <a:pt x="4998828" y="26134"/>
                  </a:lnTo>
                  <a:lnTo>
                    <a:pt x="4909374" y="20375"/>
                  </a:lnTo>
                  <a:lnTo>
                    <a:pt x="4816958" y="15343"/>
                  </a:lnTo>
                  <a:lnTo>
                    <a:pt x="4724765" y="11046"/>
                  </a:lnTo>
                  <a:lnTo>
                    <a:pt x="4636943" y="7503"/>
                  </a:lnTo>
                  <a:lnTo>
                    <a:pt x="4558100" y="4722"/>
                  </a:lnTo>
                  <a:lnTo>
                    <a:pt x="4492485" y="2681"/>
                  </a:lnTo>
                  <a:lnTo>
                    <a:pt x="4443016" y="1313"/>
                  </a:lnTo>
                  <a:lnTo>
                    <a:pt x="4410496" y="510"/>
                  </a:lnTo>
                  <a:lnTo>
                    <a:pt x="4393273" y="127"/>
                  </a:lnTo>
                  <a:lnTo>
                    <a:pt x="4387369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8" y="94"/>
                  </a:lnTo>
                  <a:lnTo>
                    <a:pt x="3839587" y="766"/>
                  </a:lnTo>
                  <a:lnTo>
                    <a:pt x="3821045" y="2624"/>
                  </a:lnTo>
                  <a:lnTo>
                    <a:pt x="3788189" y="6276"/>
                  </a:lnTo>
                  <a:lnTo>
                    <a:pt x="3739818" y="12264"/>
                  </a:lnTo>
                  <a:lnTo>
                    <a:pt x="3676777" y="21004"/>
                  </a:lnTo>
                  <a:lnTo>
                    <a:pt x="3601656" y="32745"/>
                  </a:lnTo>
                  <a:lnTo>
                    <a:pt x="3518153" y="47577"/>
                  </a:lnTo>
                  <a:lnTo>
                    <a:pt x="3430302" y="65476"/>
                  </a:lnTo>
                  <a:lnTo>
                    <a:pt x="3341798" y="86370"/>
                  </a:lnTo>
                  <a:lnTo>
                    <a:pt x="3255564" y="110210"/>
                  </a:lnTo>
                  <a:lnTo>
                    <a:pt x="3173600" y="137022"/>
                  </a:lnTo>
                  <a:lnTo>
                    <a:pt x="3097024" y="166939"/>
                  </a:lnTo>
                  <a:lnTo>
                    <a:pt x="3026233" y="200221"/>
                  </a:lnTo>
                  <a:lnTo>
                    <a:pt x="2961095" y="237253"/>
                  </a:lnTo>
                  <a:lnTo>
                    <a:pt x="2901120" y="278539"/>
                  </a:lnTo>
                  <a:lnTo>
                    <a:pt x="2845605" y="324679"/>
                  </a:lnTo>
                  <a:lnTo>
                    <a:pt x="2793740" y="376339"/>
                  </a:lnTo>
                  <a:lnTo>
                    <a:pt x="2744686" y="434172"/>
                  </a:lnTo>
                  <a:lnTo>
                    <a:pt x="2697646" y="498712"/>
                  </a:lnTo>
                  <a:lnTo>
                    <a:pt x="2667772" y="544453"/>
                  </a:lnTo>
                  <a:lnTo>
                    <a:pt x="2634311" y="599971"/>
                  </a:lnTo>
                  <a:lnTo>
                    <a:pt x="2601157" y="659339"/>
                  </a:lnTo>
                  <a:lnTo>
                    <a:pt x="2568128" y="722636"/>
                  </a:lnTo>
                  <a:lnTo>
                    <a:pt x="2535079" y="789884"/>
                  </a:lnTo>
                  <a:lnTo>
                    <a:pt x="2501899" y="861046"/>
                  </a:lnTo>
                  <a:lnTo>
                    <a:pt x="2468506" y="936017"/>
                  </a:lnTo>
                  <a:lnTo>
                    <a:pt x="2434845" y="1014623"/>
                  </a:lnTo>
                  <a:lnTo>
                    <a:pt x="2400889" y="1096614"/>
                  </a:lnTo>
                  <a:lnTo>
                    <a:pt x="2366632" y="1181672"/>
                  </a:lnTo>
                  <a:lnTo>
                    <a:pt x="2332090" y="1269404"/>
                  </a:lnTo>
                  <a:lnTo>
                    <a:pt x="2297297" y="1359358"/>
                  </a:lnTo>
                  <a:lnTo>
                    <a:pt x="2262303" y="1451022"/>
                  </a:lnTo>
                  <a:lnTo>
                    <a:pt x="2227169" y="1543845"/>
                  </a:lnTo>
                  <a:lnTo>
                    <a:pt x="2191965" y="1637242"/>
                  </a:lnTo>
                  <a:lnTo>
                    <a:pt x="2156764" y="1730614"/>
                  </a:lnTo>
                  <a:lnTo>
                    <a:pt x="2121639" y="1823363"/>
                  </a:lnTo>
                  <a:lnTo>
                    <a:pt x="2086659" y="1914906"/>
                  </a:lnTo>
                  <a:lnTo>
                    <a:pt x="2051885" y="2004694"/>
                  </a:lnTo>
                  <a:lnTo>
                    <a:pt x="2017366" y="2092220"/>
                  </a:lnTo>
                  <a:lnTo>
                    <a:pt x="1983134" y="2177037"/>
                  </a:lnTo>
                  <a:lnTo>
                    <a:pt x="1949202" y="2258759"/>
                  </a:lnTo>
                  <a:lnTo>
                    <a:pt x="1915565" y="2337071"/>
                  </a:lnTo>
                  <a:lnTo>
                    <a:pt x="1882192" y="2411731"/>
                  </a:lnTo>
                  <a:lnTo>
                    <a:pt x="1849027" y="2482571"/>
                  </a:lnTo>
                  <a:lnTo>
                    <a:pt x="1815984" y="2549492"/>
                  </a:lnTo>
                  <a:lnTo>
                    <a:pt x="1782951" y="2612460"/>
                  </a:lnTo>
                  <a:lnTo>
                    <a:pt x="1749779" y="2671505"/>
                  </a:lnTo>
                  <a:lnTo>
                    <a:pt x="1719082" y="2722267"/>
                  </a:lnTo>
                  <a:lnTo>
                    <a:pt x="1672975" y="2791315"/>
                  </a:lnTo>
                  <a:lnTo>
                    <a:pt x="1625318" y="2853469"/>
                  </a:lnTo>
                  <a:lnTo>
                    <a:pt x="1575377" y="2909078"/>
                  </a:lnTo>
                  <a:lnTo>
                    <a:pt x="1522333" y="2958735"/>
                  </a:lnTo>
                  <a:lnTo>
                    <a:pt x="1465350" y="3003108"/>
                  </a:lnTo>
                  <a:lnTo>
                    <a:pt x="1403645" y="3042845"/>
                  </a:lnTo>
                  <a:lnTo>
                    <a:pt x="1336575" y="3078517"/>
                  </a:lnTo>
                  <a:lnTo>
                    <a:pt x="1263758" y="3110587"/>
                  </a:lnTo>
                  <a:lnTo>
                    <a:pt x="1185223" y="3139398"/>
                  </a:lnTo>
                  <a:lnTo>
                    <a:pt x="1101599" y="3165163"/>
                  </a:lnTo>
                  <a:lnTo>
                    <a:pt x="1014298" y="3187977"/>
                  </a:lnTo>
                  <a:lnTo>
                    <a:pt x="925644" y="3207834"/>
                  </a:lnTo>
                  <a:lnTo>
                    <a:pt x="838862" y="3224670"/>
                  </a:lnTo>
                  <a:lnTo>
                    <a:pt x="757827" y="3238422"/>
                  </a:lnTo>
                  <a:lnTo>
                    <a:pt x="686542" y="3249098"/>
                  </a:lnTo>
                  <a:lnTo>
                    <a:pt x="628405" y="3256840"/>
                  </a:lnTo>
                  <a:lnTo>
                    <a:pt x="585455" y="3261958"/>
                  </a:lnTo>
                  <a:lnTo>
                    <a:pt x="557836" y="3264917"/>
                  </a:lnTo>
                  <a:lnTo>
                    <a:pt x="543635" y="3266292"/>
                  </a:lnTo>
                  <a:lnTo>
                    <a:pt x="539055" y="3266694"/>
                  </a:lnTo>
                  <a:lnTo>
                    <a:pt x="538736" y="3266720"/>
                  </a:lnTo>
                  <a:lnTo>
                    <a:pt x="0" y="326672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05" name="pl1305"/>
            <p:cNvSpPr/>
            <p:nvPr/>
          </p:nvSpPr>
          <p:spPr>
            <a:xfrm>
              <a:off x="546595" y="897459"/>
              <a:ext cx="8234974" cy="3266720"/>
            </a:xfrm>
            <a:custGeom>
              <a:avLst/>
              <a:pathLst>
                <a:path w="8234974" h="3266720">
                  <a:moveTo>
                    <a:pt x="0" y="3266720"/>
                  </a:moveTo>
                  <a:lnTo>
                    <a:pt x="538736" y="3266720"/>
                  </a:lnTo>
                  <a:lnTo>
                    <a:pt x="539867" y="3266626"/>
                  </a:lnTo>
                  <a:lnTo>
                    <a:pt x="547268" y="3265954"/>
                  </a:lnTo>
                  <a:lnTo>
                    <a:pt x="565810" y="3264095"/>
                  </a:lnTo>
                  <a:lnTo>
                    <a:pt x="598666" y="3260444"/>
                  </a:lnTo>
                  <a:lnTo>
                    <a:pt x="647037" y="3254456"/>
                  </a:lnTo>
                  <a:lnTo>
                    <a:pt x="710078" y="3245716"/>
                  </a:lnTo>
                  <a:lnTo>
                    <a:pt x="785199" y="3233975"/>
                  </a:lnTo>
                  <a:lnTo>
                    <a:pt x="868702" y="3219142"/>
                  </a:lnTo>
                  <a:lnTo>
                    <a:pt x="956552" y="3201244"/>
                  </a:lnTo>
                  <a:lnTo>
                    <a:pt x="1045057" y="3180350"/>
                  </a:lnTo>
                  <a:lnTo>
                    <a:pt x="1131291" y="3156510"/>
                  </a:lnTo>
                  <a:lnTo>
                    <a:pt x="1213255" y="3129698"/>
                  </a:lnTo>
                  <a:lnTo>
                    <a:pt x="1289831" y="3099780"/>
                  </a:lnTo>
                  <a:lnTo>
                    <a:pt x="1360621" y="3066498"/>
                  </a:lnTo>
                  <a:lnTo>
                    <a:pt x="1425760" y="3029466"/>
                  </a:lnTo>
                  <a:lnTo>
                    <a:pt x="1485735" y="2988181"/>
                  </a:lnTo>
                  <a:lnTo>
                    <a:pt x="1541250" y="2942040"/>
                  </a:lnTo>
                  <a:lnTo>
                    <a:pt x="1593115" y="2890381"/>
                  </a:lnTo>
                  <a:lnTo>
                    <a:pt x="1642169" y="2832547"/>
                  </a:lnTo>
                  <a:lnTo>
                    <a:pt x="1689209" y="2768008"/>
                  </a:lnTo>
                  <a:lnTo>
                    <a:pt x="1719082" y="2722267"/>
                  </a:lnTo>
                  <a:lnTo>
                    <a:pt x="1752544" y="2666748"/>
                  </a:lnTo>
                  <a:lnTo>
                    <a:pt x="1785698" y="2607380"/>
                  </a:lnTo>
                  <a:lnTo>
                    <a:pt x="1818727" y="2544084"/>
                  </a:lnTo>
                  <a:lnTo>
                    <a:pt x="1851775" y="2476836"/>
                  </a:lnTo>
                  <a:lnTo>
                    <a:pt x="1884955" y="2405674"/>
                  </a:lnTo>
                  <a:lnTo>
                    <a:pt x="1918349" y="2330702"/>
                  </a:lnTo>
                  <a:lnTo>
                    <a:pt x="1952009" y="2252097"/>
                  </a:lnTo>
                  <a:lnTo>
                    <a:pt x="1985965" y="2170105"/>
                  </a:lnTo>
                  <a:lnTo>
                    <a:pt x="2020223" y="2085048"/>
                  </a:lnTo>
                  <a:lnTo>
                    <a:pt x="2054765" y="1997315"/>
                  </a:lnTo>
                  <a:lnTo>
                    <a:pt x="2089557" y="1907362"/>
                  </a:lnTo>
                  <a:lnTo>
                    <a:pt x="2124551" y="1815697"/>
                  </a:lnTo>
                  <a:lnTo>
                    <a:pt x="2159685" y="1722874"/>
                  </a:lnTo>
                  <a:lnTo>
                    <a:pt x="2194890" y="1629477"/>
                  </a:lnTo>
                  <a:lnTo>
                    <a:pt x="2230091" y="1536105"/>
                  </a:lnTo>
                  <a:lnTo>
                    <a:pt x="2265216" y="1443357"/>
                  </a:lnTo>
                  <a:lnTo>
                    <a:pt x="2300196" y="1351813"/>
                  </a:lnTo>
                  <a:lnTo>
                    <a:pt x="2334969" y="1262026"/>
                  </a:lnTo>
                  <a:lnTo>
                    <a:pt x="2369489" y="1174499"/>
                  </a:lnTo>
                  <a:lnTo>
                    <a:pt x="2403721" y="1089683"/>
                  </a:lnTo>
                  <a:lnTo>
                    <a:pt x="2437652" y="1007961"/>
                  </a:lnTo>
                  <a:lnTo>
                    <a:pt x="2471289" y="929649"/>
                  </a:lnTo>
                  <a:lnTo>
                    <a:pt x="2504662" y="854988"/>
                  </a:lnTo>
                  <a:lnTo>
                    <a:pt x="2537828" y="784148"/>
                  </a:lnTo>
                  <a:lnTo>
                    <a:pt x="2570870" y="717228"/>
                  </a:lnTo>
                  <a:lnTo>
                    <a:pt x="2603904" y="654259"/>
                  </a:lnTo>
                  <a:lnTo>
                    <a:pt x="2637076" y="595215"/>
                  </a:lnTo>
                  <a:lnTo>
                    <a:pt x="2667772" y="544453"/>
                  </a:lnTo>
                  <a:lnTo>
                    <a:pt x="2713879" y="475405"/>
                  </a:lnTo>
                  <a:lnTo>
                    <a:pt x="2761537" y="413251"/>
                  </a:lnTo>
                  <a:lnTo>
                    <a:pt x="2811478" y="357642"/>
                  </a:lnTo>
                  <a:lnTo>
                    <a:pt x="2864521" y="307985"/>
                  </a:lnTo>
                  <a:lnTo>
                    <a:pt x="2921504" y="263612"/>
                  </a:lnTo>
                  <a:lnTo>
                    <a:pt x="2983210" y="223875"/>
                  </a:lnTo>
                  <a:lnTo>
                    <a:pt x="3050280" y="188203"/>
                  </a:lnTo>
                  <a:lnTo>
                    <a:pt x="3123097" y="156132"/>
                  </a:lnTo>
                  <a:lnTo>
                    <a:pt x="3201631" y="127321"/>
                  </a:lnTo>
                  <a:lnTo>
                    <a:pt x="3285255" y="101556"/>
                  </a:lnTo>
                  <a:lnTo>
                    <a:pt x="3372556" y="78742"/>
                  </a:lnTo>
                  <a:lnTo>
                    <a:pt x="3461210" y="58886"/>
                  </a:lnTo>
                  <a:lnTo>
                    <a:pt x="3547992" y="42050"/>
                  </a:lnTo>
                  <a:lnTo>
                    <a:pt x="3629027" y="28298"/>
                  </a:lnTo>
                  <a:lnTo>
                    <a:pt x="3700312" y="17622"/>
                  </a:lnTo>
                  <a:lnTo>
                    <a:pt x="3758450" y="9879"/>
                  </a:lnTo>
                  <a:lnTo>
                    <a:pt x="3801400" y="4762"/>
                  </a:lnTo>
                  <a:lnTo>
                    <a:pt x="3829019" y="1802"/>
                  </a:lnTo>
                  <a:lnTo>
                    <a:pt x="3843219" y="428"/>
                  </a:lnTo>
                  <a:lnTo>
                    <a:pt x="3847800" y="2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8" y="24"/>
                  </a:lnTo>
                  <a:lnTo>
                    <a:pt x="4396582" y="197"/>
                  </a:lnTo>
                  <a:lnTo>
                    <a:pt x="4417612" y="678"/>
                  </a:lnTo>
                  <a:lnTo>
                    <a:pt x="4454623" y="1620"/>
                  </a:lnTo>
                  <a:lnTo>
                    <a:pt x="4508604" y="3159"/>
                  </a:lnTo>
                  <a:lnTo>
                    <a:pt x="4578129" y="5395"/>
                  </a:lnTo>
                  <a:lnTo>
                    <a:pt x="4659832" y="8379"/>
                  </a:lnTo>
                  <a:lnTo>
                    <a:pt x="4749274" y="12126"/>
                  </a:lnTo>
                  <a:lnTo>
                    <a:pt x="4841900" y="16622"/>
                  </a:lnTo>
                  <a:lnTo>
                    <a:pt x="4933787" y="21850"/>
                  </a:lnTo>
                  <a:lnTo>
                    <a:pt x="5022048" y="27804"/>
                  </a:lnTo>
                  <a:lnTo>
                    <a:pt x="5104900" y="34505"/>
                  </a:lnTo>
                  <a:lnTo>
                    <a:pt x="5181527" y="42002"/>
                  </a:lnTo>
                  <a:lnTo>
                    <a:pt x="5251853" y="50383"/>
                  </a:lnTo>
                  <a:lnTo>
                    <a:pt x="5316306" y="59766"/>
                  </a:lnTo>
                  <a:lnTo>
                    <a:pt x="5375626" y="70300"/>
                  </a:lnTo>
                  <a:lnTo>
                    <a:pt x="5430716" y="82151"/>
                  </a:lnTo>
                  <a:lnTo>
                    <a:pt x="5482537" y="95492"/>
                  </a:lnTo>
                  <a:lnTo>
                    <a:pt x="5532016" y="110467"/>
                  </a:lnTo>
                  <a:lnTo>
                    <a:pt x="5567201" y="122502"/>
                  </a:lnTo>
                  <a:lnTo>
                    <a:pt x="5616986" y="141450"/>
                  </a:lnTo>
                  <a:lnTo>
                    <a:pt x="5666288" y="162345"/>
                  </a:lnTo>
                  <a:lnTo>
                    <a:pt x="5715621" y="185215"/>
                  </a:lnTo>
                  <a:lnTo>
                    <a:pt x="5765335" y="210020"/>
                  </a:lnTo>
                  <a:lnTo>
                    <a:pt x="5815634" y="236644"/>
                  </a:lnTo>
                  <a:lnTo>
                    <a:pt x="5866597" y="264890"/>
                  </a:lnTo>
                  <a:lnTo>
                    <a:pt x="5918194" y="294483"/>
                  </a:lnTo>
                  <a:lnTo>
                    <a:pt x="5970300" y="325076"/>
                  </a:lnTo>
                  <a:lnTo>
                    <a:pt x="6022725" y="356266"/>
                  </a:lnTo>
                  <a:lnTo>
                    <a:pt x="6075237" y="387616"/>
                  </a:lnTo>
                  <a:lnTo>
                    <a:pt x="6127594" y="418680"/>
                  </a:lnTo>
                  <a:lnTo>
                    <a:pt x="6179573" y="449028"/>
                  </a:lnTo>
                  <a:lnTo>
                    <a:pt x="6230998" y="478272"/>
                  </a:lnTo>
                  <a:lnTo>
                    <a:pt x="6281773" y="506084"/>
                  </a:lnTo>
                  <a:lnTo>
                    <a:pt x="6331893" y="532209"/>
                  </a:lnTo>
                  <a:lnTo>
                    <a:pt x="6381472" y="556474"/>
                  </a:lnTo>
                  <a:lnTo>
                    <a:pt x="6430754" y="578786"/>
                  </a:lnTo>
                  <a:lnTo>
                    <a:pt x="6480133" y="599124"/>
                  </a:lnTo>
                  <a:lnTo>
                    <a:pt x="6515891" y="612510"/>
                  </a:lnTo>
                  <a:lnTo>
                    <a:pt x="6564179" y="628731"/>
                  </a:lnTo>
                  <a:lnTo>
                    <a:pt x="6614202" y="643257"/>
                  </a:lnTo>
                  <a:lnTo>
                    <a:pt x="6666806" y="656181"/>
                  </a:lnTo>
                  <a:lnTo>
                    <a:pt x="6722939" y="667662"/>
                  </a:lnTo>
                  <a:lnTo>
                    <a:pt x="6783552" y="677870"/>
                  </a:lnTo>
                  <a:lnTo>
                    <a:pt x="6849519" y="686971"/>
                  </a:lnTo>
                  <a:lnTo>
                    <a:pt x="6921512" y="695104"/>
                  </a:lnTo>
                  <a:lnTo>
                    <a:pt x="6999844" y="702381"/>
                  </a:lnTo>
                  <a:lnTo>
                    <a:pt x="7084265" y="708877"/>
                  </a:lnTo>
                  <a:lnTo>
                    <a:pt x="7173719" y="714636"/>
                  </a:lnTo>
                  <a:lnTo>
                    <a:pt x="7266135" y="719669"/>
                  </a:lnTo>
                  <a:lnTo>
                    <a:pt x="7358327" y="723965"/>
                  </a:lnTo>
                  <a:lnTo>
                    <a:pt x="7446150" y="727508"/>
                  </a:lnTo>
                  <a:lnTo>
                    <a:pt x="7524993" y="730289"/>
                  </a:lnTo>
                  <a:lnTo>
                    <a:pt x="7590608" y="732330"/>
                  </a:lnTo>
                  <a:lnTo>
                    <a:pt x="7640077" y="733698"/>
                  </a:lnTo>
                  <a:lnTo>
                    <a:pt x="7672596" y="734502"/>
                  </a:lnTo>
                  <a:lnTo>
                    <a:pt x="7689820" y="734884"/>
                  </a:lnTo>
                  <a:lnTo>
                    <a:pt x="7695723" y="735002"/>
                  </a:lnTo>
                  <a:lnTo>
                    <a:pt x="7696237" y="735012"/>
                  </a:lnTo>
                  <a:lnTo>
                    <a:pt x="8234974" y="735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6" name="pl1306"/>
            <p:cNvSpPr/>
            <p:nvPr/>
          </p:nvSpPr>
          <p:spPr>
            <a:xfrm>
              <a:off x="546595" y="892015"/>
              <a:ext cx="8234974" cy="3266720"/>
            </a:xfrm>
            <a:custGeom>
              <a:avLst/>
              <a:pathLst>
                <a:path w="8234974" h="3266720">
                  <a:moveTo>
                    <a:pt x="8234974" y="735012"/>
                  </a:moveTo>
                  <a:lnTo>
                    <a:pt x="7696237" y="735012"/>
                  </a:lnTo>
                  <a:lnTo>
                    <a:pt x="7694945" y="734987"/>
                  </a:lnTo>
                  <a:lnTo>
                    <a:pt x="7686511" y="734814"/>
                  </a:lnTo>
                  <a:lnTo>
                    <a:pt x="7665481" y="734334"/>
                  </a:lnTo>
                  <a:lnTo>
                    <a:pt x="7628470" y="733391"/>
                  </a:lnTo>
                  <a:lnTo>
                    <a:pt x="7574488" y="731852"/>
                  </a:lnTo>
                  <a:lnTo>
                    <a:pt x="7504963" y="729617"/>
                  </a:lnTo>
                  <a:lnTo>
                    <a:pt x="7423260" y="726632"/>
                  </a:lnTo>
                  <a:lnTo>
                    <a:pt x="7333818" y="722885"/>
                  </a:lnTo>
                  <a:lnTo>
                    <a:pt x="7241193" y="718389"/>
                  </a:lnTo>
                  <a:lnTo>
                    <a:pt x="7149305" y="713161"/>
                  </a:lnTo>
                  <a:lnTo>
                    <a:pt x="7061044" y="707207"/>
                  </a:lnTo>
                  <a:lnTo>
                    <a:pt x="6978193" y="700507"/>
                  </a:lnTo>
                  <a:lnTo>
                    <a:pt x="6901565" y="693009"/>
                  </a:lnTo>
                  <a:lnTo>
                    <a:pt x="6831239" y="684628"/>
                  </a:lnTo>
                  <a:lnTo>
                    <a:pt x="6766786" y="675245"/>
                  </a:lnTo>
                  <a:lnTo>
                    <a:pt x="6707467" y="664711"/>
                  </a:lnTo>
                  <a:lnTo>
                    <a:pt x="6652376" y="652860"/>
                  </a:lnTo>
                  <a:lnTo>
                    <a:pt x="6600556" y="639520"/>
                  </a:lnTo>
                  <a:lnTo>
                    <a:pt x="6551076" y="624544"/>
                  </a:lnTo>
                  <a:lnTo>
                    <a:pt x="6515891" y="612510"/>
                  </a:lnTo>
                  <a:lnTo>
                    <a:pt x="6466107" y="593562"/>
                  </a:lnTo>
                  <a:lnTo>
                    <a:pt x="6416805" y="572667"/>
                  </a:lnTo>
                  <a:lnTo>
                    <a:pt x="6367471" y="549797"/>
                  </a:lnTo>
                  <a:lnTo>
                    <a:pt x="6317758" y="524991"/>
                  </a:lnTo>
                  <a:lnTo>
                    <a:pt x="6267458" y="498367"/>
                  </a:lnTo>
                  <a:lnTo>
                    <a:pt x="6216495" y="470121"/>
                  </a:lnTo>
                  <a:lnTo>
                    <a:pt x="6164899" y="440528"/>
                  </a:lnTo>
                  <a:lnTo>
                    <a:pt x="6112793" y="409935"/>
                  </a:lnTo>
                  <a:lnTo>
                    <a:pt x="6060368" y="378745"/>
                  </a:lnTo>
                  <a:lnTo>
                    <a:pt x="6007855" y="347395"/>
                  </a:lnTo>
                  <a:lnTo>
                    <a:pt x="5955498" y="316331"/>
                  </a:lnTo>
                  <a:lnTo>
                    <a:pt x="5903520" y="285983"/>
                  </a:lnTo>
                  <a:lnTo>
                    <a:pt x="5852094" y="256739"/>
                  </a:lnTo>
                  <a:lnTo>
                    <a:pt x="5801320" y="228927"/>
                  </a:lnTo>
                  <a:lnTo>
                    <a:pt x="5751200" y="202802"/>
                  </a:lnTo>
                  <a:lnTo>
                    <a:pt x="5701620" y="178537"/>
                  </a:lnTo>
                  <a:lnTo>
                    <a:pt x="5652338" y="156225"/>
                  </a:lnTo>
                  <a:lnTo>
                    <a:pt x="5602960" y="135887"/>
                  </a:lnTo>
                  <a:lnTo>
                    <a:pt x="5567201" y="122502"/>
                  </a:lnTo>
                  <a:lnTo>
                    <a:pt x="5518913" y="106280"/>
                  </a:lnTo>
                  <a:lnTo>
                    <a:pt x="5468891" y="91754"/>
                  </a:lnTo>
                  <a:lnTo>
                    <a:pt x="5416286" y="78830"/>
                  </a:lnTo>
                  <a:lnTo>
                    <a:pt x="5360154" y="67350"/>
                  </a:lnTo>
                  <a:lnTo>
                    <a:pt x="5299540" y="57141"/>
                  </a:lnTo>
                  <a:lnTo>
                    <a:pt x="5233573" y="48040"/>
                  </a:lnTo>
                  <a:lnTo>
                    <a:pt x="5161581" y="39907"/>
                  </a:lnTo>
                  <a:lnTo>
                    <a:pt x="5083248" y="32630"/>
                  </a:lnTo>
                  <a:lnTo>
                    <a:pt x="4998828" y="26134"/>
                  </a:lnTo>
                  <a:lnTo>
                    <a:pt x="4909374" y="20375"/>
                  </a:lnTo>
                  <a:lnTo>
                    <a:pt x="4816958" y="15343"/>
                  </a:lnTo>
                  <a:lnTo>
                    <a:pt x="4724765" y="11046"/>
                  </a:lnTo>
                  <a:lnTo>
                    <a:pt x="4636943" y="7503"/>
                  </a:lnTo>
                  <a:lnTo>
                    <a:pt x="4558100" y="4722"/>
                  </a:lnTo>
                  <a:lnTo>
                    <a:pt x="4492485" y="2681"/>
                  </a:lnTo>
                  <a:lnTo>
                    <a:pt x="4443016" y="1313"/>
                  </a:lnTo>
                  <a:lnTo>
                    <a:pt x="4410496" y="510"/>
                  </a:lnTo>
                  <a:lnTo>
                    <a:pt x="4393273" y="127"/>
                  </a:lnTo>
                  <a:lnTo>
                    <a:pt x="4387369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8" y="94"/>
                  </a:lnTo>
                  <a:lnTo>
                    <a:pt x="3839587" y="766"/>
                  </a:lnTo>
                  <a:lnTo>
                    <a:pt x="3821045" y="2624"/>
                  </a:lnTo>
                  <a:lnTo>
                    <a:pt x="3788189" y="6276"/>
                  </a:lnTo>
                  <a:lnTo>
                    <a:pt x="3739818" y="12264"/>
                  </a:lnTo>
                  <a:lnTo>
                    <a:pt x="3676777" y="21004"/>
                  </a:lnTo>
                  <a:lnTo>
                    <a:pt x="3601656" y="32745"/>
                  </a:lnTo>
                  <a:lnTo>
                    <a:pt x="3518153" y="47577"/>
                  </a:lnTo>
                  <a:lnTo>
                    <a:pt x="3430302" y="65476"/>
                  </a:lnTo>
                  <a:lnTo>
                    <a:pt x="3341798" y="86370"/>
                  </a:lnTo>
                  <a:lnTo>
                    <a:pt x="3255564" y="110210"/>
                  </a:lnTo>
                  <a:lnTo>
                    <a:pt x="3173600" y="137022"/>
                  </a:lnTo>
                  <a:lnTo>
                    <a:pt x="3097024" y="166939"/>
                  </a:lnTo>
                  <a:lnTo>
                    <a:pt x="3026233" y="200221"/>
                  </a:lnTo>
                  <a:lnTo>
                    <a:pt x="2961095" y="237253"/>
                  </a:lnTo>
                  <a:lnTo>
                    <a:pt x="2901120" y="278539"/>
                  </a:lnTo>
                  <a:lnTo>
                    <a:pt x="2845605" y="324679"/>
                  </a:lnTo>
                  <a:lnTo>
                    <a:pt x="2793740" y="376339"/>
                  </a:lnTo>
                  <a:lnTo>
                    <a:pt x="2744686" y="434172"/>
                  </a:lnTo>
                  <a:lnTo>
                    <a:pt x="2697646" y="498712"/>
                  </a:lnTo>
                  <a:lnTo>
                    <a:pt x="2667772" y="544453"/>
                  </a:lnTo>
                  <a:lnTo>
                    <a:pt x="2634311" y="599971"/>
                  </a:lnTo>
                  <a:lnTo>
                    <a:pt x="2601157" y="659339"/>
                  </a:lnTo>
                  <a:lnTo>
                    <a:pt x="2568128" y="722636"/>
                  </a:lnTo>
                  <a:lnTo>
                    <a:pt x="2535079" y="789884"/>
                  </a:lnTo>
                  <a:lnTo>
                    <a:pt x="2501899" y="861046"/>
                  </a:lnTo>
                  <a:lnTo>
                    <a:pt x="2468506" y="936017"/>
                  </a:lnTo>
                  <a:lnTo>
                    <a:pt x="2434845" y="1014623"/>
                  </a:lnTo>
                  <a:lnTo>
                    <a:pt x="2400889" y="1096614"/>
                  </a:lnTo>
                  <a:lnTo>
                    <a:pt x="2366632" y="1181672"/>
                  </a:lnTo>
                  <a:lnTo>
                    <a:pt x="2332090" y="1269404"/>
                  </a:lnTo>
                  <a:lnTo>
                    <a:pt x="2297297" y="1359358"/>
                  </a:lnTo>
                  <a:lnTo>
                    <a:pt x="2262303" y="1451022"/>
                  </a:lnTo>
                  <a:lnTo>
                    <a:pt x="2227169" y="1543845"/>
                  </a:lnTo>
                  <a:lnTo>
                    <a:pt x="2191965" y="1637242"/>
                  </a:lnTo>
                  <a:lnTo>
                    <a:pt x="2156764" y="1730614"/>
                  </a:lnTo>
                  <a:lnTo>
                    <a:pt x="2121639" y="1823363"/>
                  </a:lnTo>
                  <a:lnTo>
                    <a:pt x="2086659" y="1914906"/>
                  </a:lnTo>
                  <a:lnTo>
                    <a:pt x="2051885" y="2004694"/>
                  </a:lnTo>
                  <a:lnTo>
                    <a:pt x="2017366" y="2092220"/>
                  </a:lnTo>
                  <a:lnTo>
                    <a:pt x="1983134" y="2177037"/>
                  </a:lnTo>
                  <a:lnTo>
                    <a:pt x="1949202" y="2258759"/>
                  </a:lnTo>
                  <a:lnTo>
                    <a:pt x="1915565" y="2337071"/>
                  </a:lnTo>
                  <a:lnTo>
                    <a:pt x="1882192" y="2411731"/>
                  </a:lnTo>
                  <a:lnTo>
                    <a:pt x="1849027" y="2482571"/>
                  </a:lnTo>
                  <a:lnTo>
                    <a:pt x="1815984" y="2549492"/>
                  </a:lnTo>
                  <a:lnTo>
                    <a:pt x="1782951" y="2612460"/>
                  </a:lnTo>
                  <a:lnTo>
                    <a:pt x="1749779" y="2671505"/>
                  </a:lnTo>
                  <a:lnTo>
                    <a:pt x="1719082" y="2722267"/>
                  </a:lnTo>
                  <a:lnTo>
                    <a:pt x="1672975" y="2791315"/>
                  </a:lnTo>
                  <a:lnTo>
                    <a:pt x="1625318" y="2853469"/>
                  </a:lnTo>
                  <a:lnTo>
                    <a:pt x="1575377" y="2909078"/>
                  </a:lnTo>
                  <a:lnTo>
                    <a:pt x="1522333" y="2958735"/>
                  </a:lnTo>
                  <a:lnTo>
                    <a:pt x="1465350" y="3003108"/>
                  </a:lnTo>
                  <a:lnTo>
                    <a:pt x="1403645" y="3042845"/>
                  </a:lnTo>
                  <a:lnTo>
                    <a:pt x="1336575" y="3078517"/>
                  </a:lnTo>
                  <a:lnTo>
                    <a:pt x="1263758" y="3110587"/>
                  </a:lnTo>
                  <a:lnTo>
                    <a:pt x="1185223" y="3139398"/>
                  </a:lnTo>
                  <a:lnTo>
                    <a:pt x="1101599" y="3165163"/>
                  </a:lnTo>
                  <a:lnTo>
                    <a:pt x="1014298" y="3187977"/>
                  </a:lnTo>
                  <a:lnTo>
                    <a:pt x="925644" y="3207834"/>
                  </a:lnTo>
                  <a:lnTo>
                    <a:pt x="838862" y="3224670"/>
                  </a:lnTo>
                  <a:lnTo>
                    <a:pt x="757827" y="3238422"/>
                  </a:lnTo>
                  <a:lnTo>
                    <a:pt x="686542" y="3249098"/>
                  </a:lnTo>
                  <a:lnTo>
                    <a:pt x="628405" y="3256840"/>
                  </a:lnTo>
                  <a:lnTo>
                    <a:pt x="585455" y="3261958"/>
                  </a:lnTo>
                  <a:lnTo>
                    <a:pt x="557836" y="3264917"/>
                  </a:lnTo>
                  <a:lnTo>
                    <a:pt x="543635" y="3266292"/>
                  </a:lnTo>
                  <a:lnTo>
                    <a:pt x="539055" y="3266694"/>
                  </a:lnTo>
                  <a:lnTo>
                    <a:pt x="538736" y="3266720"/>
                  </a:lnTo>
                  <a:lnTo>
                    <a:pt x="0" y="32667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7" name="pg1307"/>
            <p:cNvSpPr/>
            <p:nvPr/>
          </p:nvSpPr>
          <p:spPr>
            <a:xfrm>
              <a:off x="546595" y="1011794"/>
              <a:ext cx="8234974" cy="3157829"/>
            </a:xfrm>
            <a:custGeom>
              <a:avLst/>
              <a:pathLst>
                <a:path w="8234974" h="3157829">
                  <a:moveTo>
                    <a:pt x="0" y="3157829"/>
                  </a:moveTo>
                  <a:lnTo>
                    <a:pt x="538736" y="3157829"/>
                  </a:lnTo>
                  <a:lnTo>
                    <a:pt x="539877" y="3157738"/>
                  </a:lnTo>
                  <a:lnTo>
                    <a:pt x="547343" y="3157083"/>
                  </a:lnTo>
                  <a:lnTo>
                    <a:pt x="566041" y="3155273"/>
                  </a:lnTo>
                  <a:lnTo>
                    <a:pt x="599160" y="3151717"/>
                  </a:lnTo>
                  <a:lnTo>
                    <a:pt x="647890" y="3145887"/>
                  </a:lnTo>
                  <a:lnTo>
                    <a:pt x="711350" y="3137380"/>
                  </a:lnTo>
                  <a:lnTo>
                    <a:pt x="786903" y="3125957"/>
                  </a:lnTo>
                  <a:lnTo>
                    <a:pt x="870802" y="3111532"/>
                  </a:lnTo>
                  <a:lnTo>
                    <a:pt x="958980" y="3094131"/>
                  </a:lnTo>
                  <a:lnTo>
                    <a:pt x="1047724" y="3073824"/>
                  </a:lnTo>
                  <a:lnTo>
                    <a:pt x="1134108" y="3050658"/>
                  </a:lnTo>
                  <a:lnTo>
                    <a:pt x="1216147" y="3024604"/>
                  </a:lnTo>
                  <a:lnTo>
                    <a:pt x="1292738" y="2995527"/>
                  </a:lnTo>
                  <a:lnTo>
                    <a:pt x="1363506" y="2963171"/>
                  </a:lnTo>
                  <a:lnTo>
                    <a:pt x="1428602" y="2927156"/>
                  </a:lnTo>
                  <a:lnTo>
                    <a:pt x="1488531" y="2886987"/>
                  </a:lnTo>
                  <a:lnTo>
                    <a:pt x="1544012" y="2842073"/>
                  </a:lnTo>
                  <a:lnTo>
                    <a:pt x="1595864" y="2791768"/>
                  </a:lnTo>
                  <a:lnTo>
                    <a:pt x="1644933" y="2735436"/>
                  </a:lnTo>
                  <a:lnTo>
                    <a:pt x="1692019" y="2672570"/>
                  </a:lnTo>
                  <a:lnTo>
                    <a:pt x="1719082" y="2632432"/>
                  </a:lnTo>
                  <a:lnTo>
                    <a:pt x="1753043" y="2578025"/>
                  </a:lnTo>
                  <a:lnTo>
                    <a:pt x="1786690" y="2519790"/>
                  </a:lnTo>
                  <a:lnTo>
                    <a:pt x="1820212" y="2457648"/>
                  </a:lnTo>
                  <a:lnTo>
                    <a:pt x="1853761" y="2391577"/>
                  </a:lnTo>
                  <a:lnTo>
                    <a:pt x="1887451" y="2321620"/>
                  </a:lnTo>
                  <a:lnTo>
                    <a:pt x="1921366" y="2247887"/>
                  </a:lnTo>
                  <a:lnTo>
                    <a:pt x="1955560" y="2170560"/>
                  </a:lnTo>
                  <a:lnTo>
                    <a:pt x="1990060" y="2089897"/>
                  </a:lnTo>
                  <a:lnTo>
                    <a:pt x="2024869" y="2006230"/>
                  </a:lnTo>
                  <a:lnTo>
                    <a:pt x="2059968" y="1919961"/>
                  </a:lnTo>
                  <a:lnTo>
                    <a:pt x="2095318" y="1831556"/>
                  </a:lnTo>
                  <a:lnTo>
                    <a:pt x="2130866" y="1741538"/>
                  </a:lnTo>
                  <a:lnTo>
                    <a:pt x="2166546" y="1650472"/>
                  </a:lnTo>
                  <a:lnTo>
                    <a:pt x="2202283" y="1558950"/>
                  </a:lnTo>
                  <a:lnTo>
                    <a:pt x="2238002" y="1467579"/>
                  </a:lnTo>
                  <a:lnTo>
                    <a:pt x="2273625" y="1376959"/>
                  </a:lnTo>
                  <a:lnTo>
                    <a:pt x="2309083" y="1287673"/>
                  </a:lnTo>
                  <a:lnTo>
                    <a:pt x="2344315" y="1200264"/>
                  </a:lnTo>
                  <a:lnTo>
                    <a:pt x="2379273" y="1115230"/>
                  </a:lnTo>
                  <a:lnTo>
                    <a:pt x="2413930" y="1033005"/>
                  </a:lnTo>
                  <a:lnTo>
                    <a:pt x="2448277" y="953959"/>
                  </a:lnTo>
                  <a:lnTo>
                    <a:pt x="2482327" y="878385"/>
                  </a:lnTo>
                  <a:lnTo>
                    <a:pt x="2516122" y="806505"/>
                  </a:lnTo>
                  <a:lnTo>
                    <a:pt x="2549730" y="738465"/>
                  </a:lnTo>
                  <a:lnTo>
                    <a:pt x="2583249" y="674340"/>
                  </a:lnTo>
                  <a:lnTo>
                    <a:pt x="2616812" y="614140"/>
                  </a:lnTo>
                  <a:lnTo>
                    <a:pt x="2650588" y="557815"/>
                  </a:lnTo>
                  <a:lnTo>
                    <a:pt x="2667772" y="530842"/>
                  </a:lnTo>
                  <a:lnTo>
                    <a:pt x="2714021" y="464018"/>
                  </a:lnTo>
                  <a:lnTo>
                    <a:pt x="2761833" y="403887"/>
                  </a:lnTo>
                  <a:lnTo>
                    <a:pt x="2811946" y="350107"/>
                  </a:lnTo>
                  <a:lnTo>
                    <a:pt x="2865189" y="302100"/>
                  </a:lnTo>
                  <a:lnTo>
                    <a:pt x="2922405" y="259215"/>
                  </a:lnTo>
                  <a:lnTo>
                    <a:pt x="2984383" y="220822"/>
                  </a:lnTo>
                  <a:lnTo>
                    <a:pt x="3051768" y="186367"/>
                  </a:lnTo>
                  <a:lnTo>
                    <a:pt x="3124940" y="155400"/>
                  </a:lnTo>
                  <a:lnTo>
                    <a:pt x="3203856" y="127591"/>
                  </a:lnTo>
                  <a:lnTo>
                    <a:pt x="3287864" y="102735"/>
                  </a:lnTo>
                  <a:lnTo>
                    <a:pt x="3375514" y="80744"/>
                  </a:lnTo>
                  <a:lnTo>
                    <a:pt x="3464430" y="61625"/>
                  </a:lnTo>
                  <a:lnTo>
                    <a:pt x="3551330" y="45441"/>
                  </a:lnTo>
                  <a:lnTo>
                    <a:pt x="3632286" y="32254"/>
                  </a:lnTo>
                  <a:lnTo>
                    <a:pt x="3703270" y="22049"/>
                  </a:lnTo>
                  <a:lnTo>
                    <a:pt x="3760899" y="14682"/>
                  </a:lnTo>
                  <a:lnTo>
                    <a:pt x="3803195" y="9845"/>
                  </a:lnTo>
                  <a:lnTo>
                    <a:pt x="3830116" y="7077"/>
                  </a:lnTo>
                  <a:lnTo>
                    <a:pt x="3843701" y="5815"/>
                  </a:lnTo>
                  <a:lnTo>
                    <a:pt x="3847880" y="546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2" y="5505"/>
                  </a:lnTo>
                  <a:lnTo>
                    <a:pt x="4396171" y="5937"/>
                  </a:lnTo>
                  <a:lnTo>
                    <a:pt x="4416349" y="7133"/>
                  </a:lnTo>
                  <a:lnTo>
                    <a:pt x="4451943" y="9482"/>
                  </a:lnTo>
                  <a:lnTo>
                    <a:pt x="4504022" y="13324"/>
                  </a:lnTo>
                  <a:lnTo>
                    <a:pt x="4571368" y="18913"/>
                  </a:lnTo>
                  <a:lnTo>
                    <a:pt x="4650882" y="26390"/>
                  </a:lnTo>
                  <a:lnTo>
                    <a:pt x="4738376" y="35797"/>
                  </a:lnTo>
                  <a:lnTo>
                    <a:pt x="4829464" y="47105"/>
                  </a:lnTo>
                  <a:lnTo>
                    <a:pt x="4920289" y="60270"/>
                  </a:lnTo>
                  <a:lnTo>
                    <a:pt x="5007939" y="75271"/>
                  </a:lnTo>
                  <a:lnTo>
                    <a:pt x="5090552" y="92146"/>
                  </a:lnTo>
                  <a:lnTo>
                    <a:pt x="5167204" y="111010"/>
                  </a:lnTo>
                  <a:lnTo>
                    <a:pt x="5237709" y="132059"/>
                  </a:lnTo>
                  <a:lnTo>
                    <a:pt x="5302397" y="155576"/>
                  </a:lnTo>
                  <a:lnTo>
                    <a:pt x="5361924" y="181913"/>
                  </a:lnTo>
                  <a:lnTo>
                    <a:pt x="5417129" y="211481"/>
                  </a:lnTo>
                  <a:lnTo>
                    <a:pt x="5468926" y="244711"/>
                  </a:lnTo>
                  <a:lnTo>
                    <a:pt x="5518217" y="281992"/>
                  </a:lnTo>
                  <a:lnTo>
                    <a:pt x="5565815" y="323564"/>
                  </a:lnTo>
                  <a:lnTo>
                    <a:pt x="5567201" y="324857"/>
                  </a:lnTo>
                  <a:lnTo>
                    <a:pt x="5608035" y="364955"/>
                  </a:lnTo>
                  <a:lnTo>
                    <a:pt x="5648473" y="408442"/>
                  </a:lnTo>
                  <a:lnTo>
                    <a:pt x="5688824" y="455382"/>
                  </a:lnTo>
                  <a:lnTo>
                    <a:pt x="5729319" y="505765"/>
                  </a:lnTo>
                  <a:lnTo>
                    <a:pt x="5770119" y="559495"/>
                  </a:lnTo>
                  <a:lnTo>
                    <a:pt x="5811323" y="616384"/>
                  </a:lnTo>
                  <a:lnTo>
                    <a:pt x="5852973" y="676150"/>
                  </a:lnTo>
                  <a:lnTo>
                    <a:pt x="5895061" y="738417"/>
                  </a:lnTo>
                  <a:lnTo>
                    <a:pt x="5937537" y="802721"/>
                  </a:lnTo>
                  <a:lnTo>
                    <a:pt x="5980312" y="868524"/>
                  </a:lnTo>
                  <a:lnTo>
                    <a:pt x="6023274" y="935230"/>
                  </a:lnTo>
                  <a:lnTo>
                    <a:pt x="6066293" y="1002210"/>
                  </a:lnTo>
                  <a:lnTo>
                    <a:pt x="6109235" y="1068820"/>
                  </a:lnTo>
                  <a:lnTo>
                    <a:pt x="6151972" y="1134434"/>
                  </a:lnTo>
                  <a:lnTo>
                    <a:pt x="6194394" y="1198464"/>
                  </a:lnTo>
                  <a:lnTo>
                    <a:pt x="6236419" y="1260382"/>
                  </a:lnTo>
                  <a:lnTo>
                    <a:pt x="6278001" y="1319737"/>
                  </a:lnTo>
                  <a:lnTo>
                    <a:pt x="6319140" y="1376166"/>
                  </a:lnTo>
                  <a:lnTo>
                    <a:pt x="6359886" y="1429402"/>
                  </a:lnTo>
                  <a:lnTo>
                    <a:pt x="6400348" y="1479270"/>
                  </a:lnTo>
                  <a:lnTo>
                    <a:pt x="6440695" y="1525690"/>
                  </a:lnTo>
                  <a:lnTo>
                    <a:pt x="6481171" y="1568660"/>
                  </a:lnTo>
                  <a:lnTo>
                    <a:pt x="6515891" y="1602507"/>
                  </a:lnTo>
                  <a:lnTo>
                    <a:pt x="6563450" y="1644208"/>
                  </a:lnTo>
                  <a:lnTo>
                    <a:pt x="6612680" y="1681613"/>
                  </a:lnTo>
                  <a:lnTo>
                    <a:pt x="6664390" y="1714957"/>
                  </a:lnTo>
                  <a:lnTo>
                    <a:pt x="6719482" y="1744627"/>
                  </a:lnTo>
                  <a:lnTo>
                    <a:pt x="6778869" y="1771053"/>
                  </a:lnTo>
                  <a:lnTo>
                    <a:pt x="6843393" y="1794648"/>
                  </a:lnTo>
                  <a:lnTo>
                    <a:pt x="6913720" y="1815766"/>
                  </a:lnTo>
                  <a:lnTo>
                    <a:pt x="6990190" y="1834690"/>
                  </a:lnTo>
                  <a:lnTo>
                    <a:pt x="7072636" y="1851622"/>
                  </a:lnTo>
                  <a:lnTo>
                    <a:pt x="7160160" y="1866678"/>
                  </a:lnTo>
                  <a:lnTo>
                    <a:pt x="7250928" y="1879897"/>
                  </a:lnTo>
                  <a:lnTo>
                    <a:pt x="7342059" y="1891261"/>
                  </a:lnTo>
                  <a:lnTo>
                    <a:pt x="7429721" y="1900724"/>
                  </a:lnTo>
                  <a:lnTo>
                    <a:pt x="7509533" y="1908258"/>
                  </a:lnTo>
                  <a:lnTo>
                    <a:pt x="7577290" y="1913901"/>
                  </a:lnTo>
                  <a:lnTo>
                    <a:pt x="7629848" y="1917792"/>
                  </a:lnTo>
                  <a:lnTo>
                    <a:pt x="7665924" y="1920180"/>
                  </a:lnTo>
                  <a:lnTo>
                    <a:pt x="7686520" y="1921404"/>
                  </a:lnTo>
                  <a:lnTo>
                    <a:pt x="7694890" y="1921854"/>
                  </a:lnTo>
                  <a:lnTo>
                    <a:pt x="7696237" y="1921920"/>
                  </a:lnTo>
                  <a:lnTo>
                    <a:pt x="8234974" y="1921920"/>
                  </a:lnTo>
                  <a:lnTo>
                    <a:pt x="8234974" y="1916476"/>
                  </a:ln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8" y="91"/>
                  </a:lnTo>
                  <a:lnTo>
                    <a:pt x="3839512" y="746"/>
                  </a:lnTo>
                  <a:lnTo>
                    <a:pt x="3820813" y="2556"/>
                  </a:lnTo>
                  <a:lnTo>
                    <a:pt x="3787694" y="6112"/>
                  </a:lnTo>
                  <a:lnTo>
                    <a:pt x="3738965" y="11942"/>
                  </a:lnTo>
                  <a:lnTo>
                    <a:pt x="3675505" y="20449"/>
                  </a:lnTo>
                  <a:lnTo>
                    <a:pt x="3599952" y="31872"/>
                  </a:lnTo>
                  <a:lnTo>
                    <a:pt x="3516052" y="46297"/>
                  </a:lnTo>
                  <a:lnTo>
                    <a:pt x="3427875" y="63698"/>
                  </a:lnTo>
                  <a:lnTo>
                    <a:pt x="3339131" y="84004"/>
                  </a:lnTo>
                  <a:lnTo>
                    <a:pt x="3252746" y="107171"/>
                  </a:lnTo>
                  <a:lnTo>
                    <a:pt x="3170708" y="133225"/>
                  </a:lnTo>
                  <a:lnTo>
                    <a:pt x="3094116" y="162302"/>
                  </a:lnTo>
                  <a:lnTo>
                    <a:pt x="3023349" y="194657"/>
                  </a:lnTo>
                  <a:lnTo>
                    <a:pt x="2958253" y="230672"/>
                  </a:lnTo>
                  <a:lnTo>
                    <a:pt x="2898323" y="270842"/>
                  </a:lnTo>
                  <a:lnTo>
                    <a:pt x="2842843" y="315755"/>
                  </a:lnTo>
                  <a:lnTo>
                    <a:pt x="2790991" y="366061"/>
                  </a:lnTo>
                  <a:lnTo>
                    <a:pt x="2741922" y="422393"/>
                  </a:lnTo>
                  <a:lnTo>
                    <a:pt x="2694835" y="485258"/>
                  </a:lnTo>
                  <a:lnTo>
                    <a:pt x="2667772" y="525397"/>
                  </a:lnTo>
                  <a:lnTo>
                    <a:pt x="2633812" y="579804"/>
                  </a:lnTo>
                  <a:lnTo>
                    <a:pt x="2600165" y="638039"/>
                  </a:lnTo>
                  <a:lnTo>
                    <a:pt x="2566642" y="700181"/>
                  </a:lnTo>
                  <a:lnTo>
                    <a:pt x="2533094" y="766251"/>
                  </a:lnTo>
                  <a:lnTo>
                    <a:pt x="2499403" y="836208"/>
                  </a:lnTo>
                  <a:lnTo>
                    <a:pt x="2465488" y="909942"/>
                  </a:lnTo>
                  <a:lnTo>
                    <a:pt x="2431295" y="987269"/>
                  </a:lnTo>
                  <a:lnTo>
                    <a:pt x="2396795" y="1067931"/>
                  </a:lnTo>
                  <a:lnTo>
                    <a:pt x="2361986" y="1151599"/>
                  </a:lnTo>
                  <a:lnTo>
                    <a:pt x="2326887" y="1237868"/>
                  </a:lnTo>
                  <a:lnTo>
                    <a:pt x="2291537" y="1326273"/>
                  </a:lnTo>
                  <a:lnTo>
                    <a:pt x="2255989" y="1416291"/>
                  </a:lnTo>
                  <a:lnTo>
                    <a:pt x="2220309" y="1507357"/>
                  </a:lnTo>
                  <a:lnTo>
                    <a:pt x="2184571" y="1598879"/>
                  </a:lnTo>
                  <a:lnTo>
                    <a:pt x="2148853" y="1690250"/>
                  </a:lnTo>
                  <a:lnTo>
                    <a:pt x="2113229" y="1780869"/>
                  </a:lnTo>
                  <a:lnTo>
                    <a:pt x="2077772" y="1870156"/>
                  </a:lnTo>
                  <a:lnTo>
                    <a:pt x="2042540" y="1957564"/>
                  </a:lnTo>
                  <a:lnTo>
                    <a:pt x="2007581" y="2042599"/>
                  </a:lnTo>
                  <a:lnTo>
                    <a:pt x="1972924" y="2124823"/>
                  </a:lnTo>
                  <a:lnTo>
                    <a:pt x="1938578" y="2203870"/>
                  </a:lnTo>
                  <a:lnTo>
                    <a:pt x="1904527" y="2279444"/>
                  </a:lnTo>
                  <a:lnTo>
                    <a:pt x="1870732" y="2351324"/>
                  </a:lnTo>
                  <a:lnTo>
                    <a:pt x="1837125" y="2419364"/>
                  </a:lnTo>
                  <a:lnTo>
                    <a:pt x="1803605" y="2483489"/>
                  </a:lnTo>
                  <a:lnTo>
                    <a:pt x="1770042" y="2543689"/>
                  </a:lnTo>
                  <a:lnTo>
                    <a:pt x="1736266" y="2600014"/>
                  </a:lnTo>
                  <a:lnTo>
                    <a:pt x="1719082" y="2626987"/>
                  </a:lnTo>
                  <a:lnTo>
                    <a:pt x="1672833" y="2693811"/>
                  </a:lnTo>
                  <a:lnTo>
                    <a:pt x="1625022" y="2753942"/>
                  </a:lnTo>
                  <a:lnTo>
                    <a:pt x="1574909" y="2807722"/>
                  </a:lnTo>
                  <a:lnTo>
                    <a:pt x="1521666" y="2855729"/>
                  </a:lnTo>
                  <a:lnTo>
                    <a:pt x="1464450" y="2898614"/>
                  </a:lnTo>
                  <a:lnTo>
                    <a:pt x="1402471" y="2937006"/>
                  </a:lnTo>
                  <a:lnTo>
                    <a:pt x="1335086" y="2971462"/>
                  </a:lnTo>
                  <a:lnTo>
                    <a:pt x="1261915" y="3002429"/>
                  </a:lnTo>
                  <a:lnTo>
                    <a:pt x="1182999" y="3030238"/>
                  </a:lnTo>
                  <a:lnTo>
                    <a:pt x="1098991" y="3055094"/>
                  </a:lnTo>
                  <a:lnTo>
                    <a:pt x="1011340" y="3077085"/>
                  </a:lnTo>
                  <a:lnTo>
                    <a:pt x="922424" y="3096204"/>
                  </a:lnTo>
                  <a:lnTo>
                    <a:pt x="835525" y="3112387"/>
                  </a:lnTo>
                  <a:lnTo>
                    <a:pt x="754568" y="3125575"/>
                  </a:lnTo>
                  <a:lnTo>
                    <a:pt x="683584" y="3135780"/>
                  </a:lnTo>
                  <a:lnTo>
                    <a:pt x="625956" y="3143146"/>
                  </a:lnTo>
                  <a:lnTo>
                    <a:pt x="583660" y="3147984"/>
                  </a:lnTo>
                  <a:lnTo>
                    <a:pt x="556739" y="3150752"/>
                  </a:lnTo>
                  <a:lnTo>
                    <a:pt x="543154" y="3152014"/>
                  </a:lnTo>
                  <a:lnTo>
                    <a:pt x="538974" y="3152366"/>
                  </a:lnTo>
                  <a:lnTo>
                    <a:pt x="538736" y="3152385"/>
                  </a:lnTo>
                  <a:lnTo>
                    <a:pt x="0" y="3152385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08" name="pl1308"/>
            <p:cNvSpPr/>
            <p:nvPr/>
          </p:nvSpPr>
          <p:spPr>
            <a:xfrm>
              <a:off x="546595" y="1017239"/>
              <a:ext cx="8234974" cy="3152385"/>
            </a:xfrm>
            <a:custGeom>
              <a:avLst/>
              <a:pathLst>
                <a:path w="8234974" h="3152385">
                  <a:moveTo>
                    <a:pt x="0" y="3152385"/>
                  </a:moveTo>
                  <a:lnTo>
                    <a:pt x="538736" y="3152385"/>
                  </a:lnTo>
                  <a:lnTo>
                    <a:pt x="539877" y="3152293"/>
                  </a:lnTo>
                  <a:lnTo>
                    <a:pt x="547343" y="3151639"/>
                  </a:lnTo>
                  <a:lnTo>
                    <a:pt x="566041" y="3149829"/>
                  </a:lnTo>
                  <a:lnTo>
                    <a:pt x="599160" y="3146273"/>
                  </a:lnTo>
                  <a:lnTo>
                    <a:pt x="647890" y="3140442"/>
                  </a:lnTo>
                  <a:lnTo>
                    <a:pt x="711350" y="3131936"/>
                  </a:lnTo>
                  <a:lnTo>
                    <a:pt x="786903" y="3120512"/>
                  </a:lnTo>
                  <a:lnTo>
                    <a:pt x="870802" y="3106087"/>
                  </a:lnTo>
                  <a:lnTo>
                    <a:pt x="958980" y="3088687"/>
                  </a:lnTo>
                  <a:lnTo>
                    <a:pt x="1047724" y="3068380"/>
                  </a:lnTo>
                  <a:lnTo>
                    <a:pt x="1134108" y="3045213"/>
                  </a:lnTo>
                  <a:lnTo>
                    <a:pt x="1216147" y="3019159"/>
                  </a:lnTo>
                  <a:lnTo>
                    <a:pt x="1292738" y="2990083"/>
                  </a:lnTo>
                  <a:lnTo>
                    <a:pt x="1363506" y="2957727"/>
                  </a:lnTo>
                  <a:lnTo>
                    <a:pt x="1428602" y="2921712"/>
                  </a:lnTo>
                  <a:lnTo>
                    <a:pt x="1488531" y="2881543"/>
                  </a:lnTo>
                  <a:lnTo>
                    <a:pt x="1544012" y="2836629"/>
                  </a:lnTo>
                  <a:lnTo>
                    <a:pt x="1595864" y="2786324"/>
                  </a:lnTo>
                  <a:lnTo>
                    <a:pt x="1644933" y="2729991"/>
                  </a:lnTo>
                  <a:lnTo>
                    <a:pt x="1692019" y="2667126"/>
                  </a:lnTo>
                  <a:lnTo>
                    <a:pt x="1719082" y="2626987"/>
                  </a:lnTo>
                  <a:lnTo>
                    <a:pt x="1753043" y="2572581"/>
                  </a:lnTo>
                  <a:lnTo>
                    <a:pt x="1786690" y="2514345"/>
                  </a:lnTo>
                  <a:lnTo>
                    <a:pt x="1820212" y="2452203"/>
                  </a:lnTo>
                  <a:lnTo>
                    <a:pt x="1853761" y="2386133"/>
                  </a:lnTo>
                  <a:lnTo>
                    <a:pt x="1887451" y="2316176"/>
                  </a:lnTo>
                  <a:lnTo>
                    <a:pt x="1921366" y="2242443"/>
                  </a:lnTo>
                  <a:lnTo>
                    <a:pt x="1955560" y="2165116"/>
                  </a:lnTo>
                  <a:lnTo>
                    <a:pt x="1990060" y="2084453"/>
                  </a:lnTo>
                  <a:lnTo>
                    <a:pt x="2024869" y="2000785"/>
                  </a:lnTo>
                  <a:lnTo>
                    <a:pt x="2059968" y="1914516"/>
                  </a:lnTo>
                  <a:lnTo>
                    <a:pt x="2095318" y="1826112"/>
                  </a:lnTo>
                  <a:lnTo>
                    <a:pt x="2130866" y="1736094"/>
                  </a:lnTo>
                  <a:lnTo>
                    <a:pt x="2166546" y="1645027"/>
                  </a:lnTo>
                  <a:lnTo>
                    <a:pt x="2202283" y="1553506"/>
                  </a:lnTo>
                  <a:lnTo>
                    <a:pt x="2238002" y="1462134"/>
                  </a:lnTo>
                  <a:lnTo>
                    <a:pt x="2273625" y="1371515"/>
                  </a:lnTo>
                  <a:lnTo>
                    <a:pt x="2309083" y="1282228"/>
                  </a:lnTo>
                  <a:lnTo>
                    <a:pt x="2344315" y="1194820"/>
                  </a:lnTo>
                  <a:lnTo>
                    <a:pt x="2379273" y="1109785"/>
                  </a:lnTo>
                  <a:lnTo>
                    <a:pt x="2413930" y="1027561"/>
                  </a:lnTo>
                  <a:lnTo>
                    <a:pt x="2448277" y="948514"/>
                  </a:lnTo>
                  <a:lnTo>
                    <a:pt x="2482327" y="872941"/>
                  </a:lnTo>
                  <a:lnTo>
                    <a:pt x="2516122" y="801061"/>
                  </a:lnTo>
                  <a:lnTo>
                    <a:pt x="2549730" y="733020"/>
                  </a:lnTo>
                  <a:lnTo>
                    <a:pt x="2583249" y="668895"/>
                  </a:lnTo>
                  <a:lnTo>
                    <a:pt x="2616812" y="608696"/>
                  </a:lnTo>
                  <a:lnTo>
                    <a:pt x="2650588" y="552371"/>
                  </a:lnTo>
                  <a:lnTo>
                    <a:pt x="2667772" y="525397"/>
                  </a:lnTo>
                  <a:lnTo>
                    <a:pt x="2714021" y="458573"/>
                  </a:lnTo>
                  <a:lnTo>
                    <a:pt x="2761833" y="398442"/>
                  </a:lnTo>
                  <a:lnTo>
                    <a:pt x="2811946" y="344662"/>
                  </a:lnTo>
                  <a:lnTo>
                    <a:pt x="2865189" y="296656"/>
                  </a:lnTo>
                  <a:lnTo>
                    <a:pt x="2922405" y="253771"/>
                  </a:lnTo>
                  <a:lnTo>
                    <a:pt x="2984383" y="215378"/>
                  </a:lnTo>
                  <a:lnTo>
                    <a:pt x="3051768" y="180922"/>
                  </a:lnTo>
                  <a:lnTo>
                    <a:pt x="3124940" y="149955"/>
                  </a:lnTo>
                  <a:lnTo>
                    <a:pt x="3203856" y="122147"/>
                  </a:lnTo>
                  <a:lnTo>
                    <a:pt x="3287864" y="97291"/>
                  </a:lnTo>
                  <a:lnTo>
                    <a:pt x="3375514" y="75299"/>
                  </a:lnTo>
                  <a:lnTo>
                    <a:pt x="3464430" y="56180"/>
                  </a:lnTo>
                  <a:lnTo>
                    <a:pt x="3551330" y="39997"/>
                  </a:lnTo>
                  <a:lnTo>
                    <a:pt x="3632286" y="26809"/>
                  </a:lnTo>
                  <a:lnTo>
                    <a:pt x="3703270" y="16604"/>
                  </a:lnTo>
                  <a:lnTo>
                    <a:pt x="3760899" y="9238"/>
                  </a:lnTo>
                  <a:lnTo>
                    <a:pt x="3803195" y="4401"/>
                  </a:lnTo>
                  <a:lnTo>
                    <a:pt x="3830116" y="1632"/>
                  </a:lnTo>
                  <a:lnTo>
                    <a:pt x="3843701" y="371"/>
                  </a:lnTo>
                  <a:lnTo>
                    <a:pt x="3847880" y="1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2" y="60"/>
                  </a:lnTo>
                  <a:lnTo>
                    <a:pt x="4396171" y="493"/>
                  </a:lnTo>
                  <a:lnTo>
                    <a:pt x="4416349" y="1689"/>
                  </a:lnTo>
                  <a:lnTo>
                    <a:pt x="4451943" y="4037"/>
                  </a:lnTo>
                  <a:lnTo>
                    <a:pt x="4504022" y="7879"/>
                  </a:lnTo>
                  <a:lnTo>
                    <a:pt x="4571368" y="13468"/>
                  </a:lnTo>
                  <a:lnTo>
                    <a:pt x="4650882" y="20946"/>
                  </a:lnTo>
                  <a:lnTo>
                    <a:pt x="4738376" y="30352"/>
                  </a:lnTo>
                  <a:lnTo>
                    <a:pt x="4829464" y="41660"/>
                  </a:lnTo>
                  <a:lnTo>
                    <a:pt x="4920289" y="54825"/>
                  </a:lnTo>
                  <a:lnTo>
                    <a:pt x="5007939" y="69827"/>
                  </a:lnTo>
                  <a:lnTo>
                    <a:pt x="5090552" y="86702"/>
                  </a:lnTo>
                  <a:lnTo>
                    <a:pt x="5167204" y="105565"/>
                  </a:lnTo>
                  <a:lnTo>
                    <a:pt x="5237709" y="126615"/>
                  </a:lnTo>
                  <a:lnTo>
                    <a:pt x="5302397" y="150131"/>
                  </a:lnTo>
                  <a:lnTo>
                    <a:pt x="5361924" y="176469"/>
                  </a:lnTo>
                  <a:lnTo>
                    <a:pt x="5417129" y="206037"/>
                  </a:lnTo>
                  <a:lnTo>
                    <a:pt x="5468926" y="239266"/>
                  </a:lnTo>
                  <a:lnTo>
                    <a:pt x="5518217" y="276547"/>
                  </a:lnTo>
                  <a:lnTo>
                    <a:pt x="5565815" y="318120"/>
                  </a:lnTo>
                  <a:lnTo>
                    <a:pt x="5567201" y="319412"/>
                  </a:lnTo>
                  <a:lnTo>
                    <a:pt x="5608035" y="359510"/>
                  </a:lnTo>
                  <a:lnTo>
                    <a:pt x="5648473" y="402997"/>
                  </a:lnTo>
                  <a:lnTo>
                    <a:pt x="5688824" y="449937"/>
                  </a:lnTo>
                  <a:lnTo>
                    <a:pt x="5729319" y="500320"/>
                  </a:lnTo>
                  <a:lnTo>
                    <a:pt x="5770119" y="554050"/>
                  </a:lnTo>
                  <a:lnTo>
                    <a:pt x="5811323" y="610939"/>
                  </a:lnTo>
                  <a:lnTo>
                    <a:pt x="5852973" y="670705"/>
                  </a:lnTo>
                  <a:lnTo>
                    <a:pt x="5895061" y="732972"/>
                  </a:lnTo>
                  <a:lnTo>
                    <a:pt x="5937537" y="797276"/>
                  </a:lnTo>
                  <a:lnTo>
                    <a:pt x="5980312" y="863079"/>
                  </a:lnTo>
                  <a:lnTo>
                    <a:pt x="6023274" y="929786"/>
                  </a:lnTo>
                  <a:lnTo>
                    <a:pt x="6066293" y="996765"/>
                  </a:lnTo>
                  <a:lnTo>
                    <a:pt x="6109235" y="1063376"/>
                  </a:lnTo>
                  <a:lnTo>
                    <a:pt x="6151972" y="1128990"/>
                  </a:lnTo>
                  <a:lnTo>
                    <a:pt x="6194394" y="1193020"/>
                  </a:lnTo>
                  <a:lnTo>
                    <a:pt x="6236419" y="1254938"/>
                  </a:lnTo>
                  <a:lnTo>
                    <a:pt x="6278001" y="1314293"/>
                  </a:lnTo>
                  <a:lnTo>
                    <a:pt x="6319140" y="1370722"/>
                  </a:lnTo>
                  <a:lnTo>
                    <a:pt x="6359886" y="1423957"/>
                  </a:lnTo>
                  <a:lnTo>
                    <a:pt x="6400348" y="1473826"/>
                  </a:lnTo>
                  <a:lnTo>
                    <a:pt x="6440695" y="1520245"/>
                  </a:lnTo>
                  <a:lnTo>
                    <a:pt x="6481171" y="1563216"/>
                  </a:lnTo>
                  <a:lnTo>
                    <a:pt x="6515891" y="1597063"/>
                  </a:lnTo>
                  <a:lnTo>
                    <a:pt x="6563450" y="1638763"/>
                  </a:lnTo>
                  <a:lnTo>
                    <a:pt x="6612680" y="1676168"/>
                  </a:lnTo>
                  <a:lnTo>
                    <a:pt x="6664390" y="1709512"/>
                  </a:lnTo>
                  <a:lnTo>
                    <a:pt x="6719482" y="1739182"/>
                  </a:lnTo>
                  <a:lnTo>
                    <a:pt x="6778869" y="1765609"/>
                  </a:lnTo>
                  <a:lnTo>
                    <a:pt x="6843393" y="1789203"/>
                  </a:lnTo>
                  <a:lnTo>
                    <a:pt x="6913720" y="1810321"/>
                  </a:lnTo>
                  <a:lnTo>
                    <a:pt x="6990190" y="1829246"/>
                  </a:lnTo>
                  <a:lnTo>
                    <a:pt x="7072636" y="1846178"/>
                  </a:lnTo>
                  <a:lnTo>
                    <a:pt x="7160160" y="1861233"/>
                  </a:lnTo>
                  <a:lnTo>
                    <a:pt x="7250928" y="1874452"/>
                  </a:lnTo>
                  <a:lnTo>
                    <a:pt x="7342059" y="1885816"/>
                  </a:lnTo>
                  <a:lnTo>
                    <a:pt x="7429721" y="1895279"/>
                  </a:lnTo>
                  <a:lnTo>
                    <a:pt x="7509533" y="1902814"/>
                  </a:lnTo>
                  <a:lnTo>
                    <a:pt x="7577290" y="1908457"/>
                  </a:lnTo>
                  <a:lnTo>
                    <a:pt x="7629848" y="1912347"/>
                  </a:lnTo>
                  <a:lnTo>
                    <a:pt x="7665924" y="1914735"/>
                  </a:lnTo>
                  <a:lnTo>
                    <a:pt x="7686520" y="1915960"/>
                  </a:lnTo>
                  <a:lnTo>
                    <a:pt x="7694890" y="1916409"/>
                  </a:lnTo>
                  <a:lnTo>
                    <a:pt x="7696237" y="1916476"/>
                  </a:lnTo>
                  <a:lnTo>
                    <a:pt x="7696237" y="1916476"/>
                  </a:lnTo>
                  <a:lnTo>
                    <a:pt x="8234974" y="1916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9" name="pl1309"/>
            <p:cNvSpPr/>
            <p:nvPr/>
          </p:nvSpPr>
          <p:spPr>
            <a:xfrm>
              <a:off x="546595" y="1011794"/>
              <a:ext cx="8234974" cy="3152385"/>
            </a:xfrm>
            <a:custGeom>
              <a:avLst/>
              <a:pathLst>
                <a:path w="8234974" h="3152385">
                  <a:moveTo>
                    <a:pt x="8234974" y="1916476"/>
                  </a:move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8" y="91"/>
                  </a:lnTo>
                  <a:lnTo>
                    <a:pt x="3839512" y="746"/>
                  </a:lnTo>
                  <a:lnTo>
                    <a:pt x="3820813" y="2556"/>
                  </a:lnTo>
                  <a:lnTo>
                    <a:pt x="3787694" y="6112"/>
                  </a:lnTo>
                  <a:lnTo>
                    <a:pt x="3738965" y="11942"/>
                  </a:lnTo>
                  <a:lnTo>
                    <a:pt x="3675505" y="20449"/>
                  </a:lnTo>
                  <a:lnTo>
                    <a:pt x="3599952" y="31872"/>
                  </a:lnTo>
                  <a:lnTo>
                    <a:pt x="3516052" y="46297"/>
                  </a:lnTo>
                  <a:lnTo>
                    <a:pt x="3427875" y="63698"/>
                  </a:lnTo>
                  <a:lnTo>
                    <a:pt x="3339131" y="84004"/>
                  </a:lnTo>
                  <a:lnTo>
                    <a:pt x="3252746" y="107171"/>
                  </a:lnTo>
                  <a:lnTo>
                    <a:pt x="3170708" y="133225"/>
                  </a:lnTo>
                  <a:lnTo>
                    <a:pt x="3094116" y="162302"/>
                  </a:lnTo>
                  <a:lnTo>
                    <a:pt x="3023349" y="194657"/>
                  </a:lnTo>
                  <a:lnTo>
                    <a:pt x="2958253" y="230672"/>
                  </a:lnTo>
                  <a:lnTo>
                    <a:pt x="2898323" y="270842"/>
                  </a:lnTo>
                  <a:lnTo>
                    <a:pt x="2842843" y="315755"/>
                  </a:lnTo>
                  <a:lnTo>
                    <a:pt x="2790991" y="366061"/>
                  </a:lnTo>
                  <a:lnTo>
                    <a:pt x="2741922" y="422393"/>
                  </a:lnTo>
                  <a:lnTo>
                    <a:pt x="2694835" y="485258"/>
                  </a:lnTo>
                  <a:lnTo>
                    <a:pt x="2667772" y="525397"/>
                  </a:lnTo>
                  <a:lnTo>
                    <a:pt x="2633812" y="579804"/>
                  </a:lnTo>
                  <a:lnTo>
                    <a:pt x="2600165" y="638039"/>
                  </a:lnTo>
                  <a:lnTo>
                    <a:pt x="2566642" y="700181"/>
                  </a:lnTo>
                  <a:lnTo>
                    <a:pt x="2533094" y="766251"/>
                  </a:lnTo>
                  <a:lnTo>
                    <a:pt x="2499403" y="836208"/>
                  </a:lnTo>
                  <a:lnTo>
                    <a:pt x="2465488" y="909942"/>
                  </a:lnTo>
                  <a:lnTo>
                    <a:pt x="2431295" y="987269"/>
                  </a:lnTo>
                  <a:lnTo>
                    <a:pt x="2396795" y="1067931"/>
                  </a:lnTo>
                  <a:lnTo>
                    <a:pt x="2361986" y="1151599"/>
                  </a:lnTo>
                  <a:lnTo>
                    <a:pt x="2326887" y="1237868"/>
                  </a:lnTo>
                  <a:lnTo>
                    <a:pt x="2291537" y="1326273"/>
                  </a:lnTo>
                  <a:lnTo>
                    <a:pt x="2255989" y="1416291"/>
                  </a:lnTo>
                  <a:lnTo>
                    <a:pt x="2220309" y="1507357"/>
                  </a:lnTo>
                  <a:lnTo>
                    <a:pt x="2184571" y="1598879"/>
                  </a:lnTo>
                  <a:lnTo>
                    <a:pt x="2148853" y="1690250"/>
                  </a:lnTo>
                  <a:lnTo>
                    <a:pt x="2113229" y="1780869"/>
                  </a:lnTo>
                  <a:lnTo>
                    <a:pt x="2077772" y="1870156"/>
                  </a:lnTo>
                  <a:lnTo>
                    <a:pt x="2042540" y="1957564"/>
                  </a:lnTo>
                  <a:lnTo>
                    <a:pt x="2007581" y="2042599"/>
                  </a:lnTo>
                  <a:lnTo>
                    <a:pt x="1972924" y="2124823"/>
                  </a:lnTo>
                  <a:lnTo>
                    <a:pt x="1938578" y="2203870"/>
                  </a:lnTo>
                  <a:lnTo>
                    <a:pt x="1904527" y="2279444"/>
                  </a:lnTo>
                  <a:lnTo>
                    <a:pt x="1870732" y="2351324"/>
                  </a:lnTo>
                  <a:lnTo>
                    <a:pt x="1837125" y="2419364"/>
                  </a:lnTo>
                  <a:lnTo>
                    <a:pt x="1803605" y="2483489"/>
                  </a:lnTo>
                  <a:lnTo>
                    <a:pt x="1770042" y="2543689"/>
                  </a:lnTo>
                  <a:lnTo>
                    <a:pt x="1736266" y="2600014"/>
                  </a:lnTo>
                  <a:lnTo>
                    <a:pt x="1719082" y="2626987"/>
                  </a:lnTo>
                  <a:lnTo>
                    <a:pt x="1672833" y="2693811"/>
                  </a:lnTo>
                  <a:lnTo>
                    <a:pt x="1625022" y="2753942"/>
                  </a:lnTo>
                  <a:lnTo>
                    <a:pt x="1574909" y="2807722"/>
                  </a:lnTo>
                  <a:lnTo>
                    <a:pt x="1521666" y="2855729"/>
                  </a:lnTo>
                  <a:lnTo>
                    <a:pt x="1464450" y="2898614"/>
                  </a:lnTo>
                  <a:lnTo>
                    <a:pt x="1402471" y="2937006"/>
                  </a:lnTo>
                  <a:lnTo>
                    <a:pt x="1335086" y="2971462"/>
                  </a:lnTo>
                  <a:lnTo>
                    <a:pt x="1261915" y="3002429"/>
                  </a:lnTo>
                  <a:lnTo>
                    <a:pt x="1182999" y="3030238"/>
                  </a:lnTo>
                  <a:lnTo>
                    <a:pt x="1098991" y="3055094"/>
                  </a:lnTo>
                  <a:lnTo>
                    <a:pt x="1011340" y="3077085"/>
                  </a:lnTo>
                  <a:lnTo>
                    <a:pt x="922424" y="3096204"/>
                  </a:lnTo>
                  <a:lnTo>
                    <a:pt x="835525" y="3112387"/>
                  </a:lnTo>
                  <a:lnTo>
                    <a:pt x="754568" y="3125575"/>
                  </a:lnTo>
                  <a:lnTo>
                    <a:pt x="683584" y="3135780"/>
                  </a:lnTo>
                  <a:lnTo>
                    <a:pt x="625956" y="3143146"/>
                  </a:lnTo>
                  <a:lnTo>
                    <a:pt x="583660" y="3147984"/>
                  </a:lnTo>
                  <a:lnTo>
                    <a:pt x="556739" y="3150752"/>
                  </a:lnTo>
                  <a:lnTo>
                    <a:pt x="543154" y="3152014"/>
                  </a:lnTo>
                  <a:lnTo>
                    <a:pt x="538974" y="3152366"/>
                  </a:lnTo>
                  <a:lnTo>
                    <a:pt x="538736" y="3152385"/>
                  </a:lnTo>
                  <a:lnTo>
                    <a:pt x="0" y="3152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0" name="pg1310"/>
            <p:cNvSpPr/>
            <p:nvPr/>
          </p:nvSpPr>
          <p:spPr>
            <a:xfrm>
              <a:off x="546595" y="1022683"/>
              <a:ext cx="8234974" cy="3152385"/>
            </a:xfrm>
            <a:custGeom>
              <a:avLst/>
              <a:pathLst>
                <a:path w="8234974" h="3152385">
                  <a:moveTo>
                    <a:pt x="0" y="3152385"/>
                  </a:moveTo>
                  <a:lnTo>
                    <a:pt x="538736" y="3152385"/>
                  </a:lnTo>
                  <a:lnTo>
                    <a:pt x="539877" y="3152293"/>
                  </a:lnTo>
                  <a:lnTo>
                    <a:pt x="547346" y="3151639"/>
                  </a:lnTo>
                  <a:lnTo>
                    <a:pt x="566052" y="3149832"/>
                  </a:lnTo>
                  <a:lnTo>
                    <a:pt x="599184" y="3146280"/>
                  </a:lnTo>
                  <a:lnTo>
                    <a:pt x="647930" y="3140458"/>
                  </a:lnTo>
                  <a:lnTo>
                    <a:pt x="711410" y="3131962"/>
                  </a:lnTo>
                  <a:lnTo>
                    <a:pt x="786983" y="3120554"/>
                  </a:lnTo>
                  <a:lnTo>
                    <a:pt x="870901" y="3106149"/>
                  </a:lnTo>
                  <a:lnTo>
                    <a:pt x="959094" y="3088772"/>
                  </a:lnTo>
                  <a:lnTo>
                    <a:pt x="1047849" y="3068494"/>
                  </a:lnTo>
                  <a:lnTo>
                    <a:pt x="1134241" y="3045360"/>
                  </a:lnTo>
                  <a:lnTo>
                    <a:pt x="1216283" y="3019342"/>
                  </a:lnTo>
                  <a:lnTo>
                    <a:pt x="1292875" y="2990306"/>
                  </a:lnTo>
                  <a:lnTo>
                    <a:pt x="1363641" y="2957995"/>
                  </a:lnTo>
                  <a:lnTo>
                    <a:pt x="1428735" y="2922029"/>
                  </a:lnTo>
                  <a:lnTo>
                    <a:pt x="1488663" y="2881914"/>
                  </a:lnTo>
                  <a:lnTo>
                    <a:pt x="1544142" y="2837059"/>
                  </a:lnTo>
                  <a:lnTo>
                    <a:pt x="1595993" y="2786819"/>
                  </a:lnTo>
                  <a:lnTo>
                    <a:pt x="1645063" y="2730559"/>
                  </a:lnTo>
                  <a:lnTo>
                    <a:pt x="1692151" y="2667775"/>
                  </a:lnTo>
                  <a:lnTo>
                    <a:pt x="1719082" y="2627895"/>
                  </a:lnTo>
                  <a:lnTo>
                    <a:pt x="1753067" y="2573542"/>
                  </a:lnTo>
                  <a:lnTo>
                    <a:pt x="1786738" y="2515361"/>
                  </a:lnTo>
                  <a:lnTo>
                    <a:pt x="1820284" y="2453275"/>
                  </a:lnTo>
                  <a:lnTo>
                    <a:pt x="1853858" y="2387261"/>
                  </a:lnTo>
                  <a:lnTo>
                    <a:pt x="1887573" y="2317363"/>
                  </a:lnTo>
                  <a:lnTo>
                    <a:pt x="1921513" y="2243689"/>
                  </a:lnTo>
                  <a:lnTo>
                    <a:pt x="1955733" y="2166424"/>
                  </a:lnTo>
                  <a:lnTo>
                    <a:pt x="1990259" y="2085826"/>
                  </a:lnTo>
                  <a:lnTo>
                    <a:pt x="2025095" y="2002226"/>
                  </a:lnTo>
                  <a:lnTo>
                    <a:pt x="2060221" y="1916027"/>
                  </a:lnTo>
                  <a:lnTo>
                    <a:pt x="2095598" y="1827698"/>
                  </a:lnTo>
                  <a:lnTo>
                    <a:pt x="2131173" y="1737760"/>
                  </a:lnTo>
                  <a:lnTo>
                    <a:pt x="2166879" y="1646779"/>
                  </a:lnTo>
                  <a:lnTo>
                    <a:pt x="2202643" y="1555348"/>
                  </a:lnTo>
                  <a:lnTo>
                    <a:pt x="2238386" y="1464074"/>
                  </a:lnTo>
                  <a:lnTo>
                    <a:pt x="2274034" y="1373558"/>
                  </a:lnTo>
                  <a:lnTo>
                    <a:pt x="2309514" y="1284381"/>
                  </a:lnTo>
                  <a:lnTo>
                    <a:pt x="2344768" y="1197087"/>
                  </a:lnTo>
                  <a:lnTo>
                    <a:pt x="2379748" y="1112173"/>
                  </a:lnTo>
                  <a:lnTo>
                    <a:pt x="2414426" y="1030074"/>
                  </a:lnTo>
                  <a:lnTo>
                    <a:pt x="2448792" y="951157"/>
                  </a:lnTo>
                  <a:lnTo>
                    <a:pt x="2482863" y="875715"/>
                  </a:lnTo>
                  <a:lnTo>
                    <a:pt x="2516679" y="803968"/>
                  </a:lnTo>
                  <a:lnTo>
                    <a:pt x="2550308" y="736062"/>
                  </a:lnTo>
                  <a:lnTo>
                    <a:pt x="2583851" y="672071"/>
                  </a:lnTo>
                  <a:lnTo>
                    <a:pt x="2617440" y="612004"/>
                  </a:lnTo>
                  <a:lnTo>
                    <a:pt x="2651246" y="555809"/>
                  </a:lnTo>
                  <a:lnTo>
                    <a:pt x="2667772" y="529934"/>
                  </a:lnTo>
                  <a:lnTo>
                    <a:pt x="2714028" y="463217"/>
                  </a:lnTo>
                  <a:lnTo>
                    <a:pt x="2761847" y="403182"/>
                  </a:lnTo>
                  <a:lnTo>
                    <a:pt x="2811968" y="349490"/>
                  </a:lnTo>
                  <a:lnTo>
                    <a:pt x="2865220" y="301562"/>
                  </a:lnTo>
                  <a:lnTo>
                    <a:pt x="2922447" y="258748"/>
                  </a:lnTo>
                  <a:lnTo>
                    <a:pt x="2984438" y="220419"/>
                  </a:lnTo>
                  <a:lnTo>
                    <a:pt x="3051839" y="186022"/>
                  </a:lnTo>
                  <a:lnTo>
                    <a:pt x="3125027" y="155107"/>
                  </a:lnTo>
                  <a:lnTo>
                    <a:pt x="3203961" y="127346"/>
                  </a:lnTo>
                  <a:lnTo>
                    <a:pt x="3287987" y="102534"/>
                  </a:lnTo>
                  <a:lnTo>
                    <a:pt x="3375654" y="80582"/>
                  </a:lnTo>
                  <a:lnTo>
                    <a:pt x="3464582" y="61498"/>
                  </a:lnTo>
                  <a:lnTo>
                    <a:pt x="3551487" y="45345"/>
                  </a:lnTo>
                  <a:lnTo>
                    <a:pt x="3632439" y="32184"/>
                  </a:lnTo>
                  <a:lnTo>
                    <a:pt x="3703409" y="22002"/>
                  </a:lnTo>
                  <a:lnTo>
                    <a:pt x="3761013" y="14653"/>
                  </a:lnTo>
                  <a:lnTo>
                    <a:pt x="3803278" y="9829"/>
                  </a:lnTo>
                  <a:lnTo>
                    <a:pt x="3830167" y="7069"/>
                  </a:lnTo>
                  <a:lnTo>
                    <a:pt x="3843723" y="5813"/>
                  </a:lnTo>
                  <a:lnTo>
                    <a:pt x="3847884" y="546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70" y="5513"/>
                  </a:lnTo>
                  <a:lnTo>
                    <a:pt x="4396012" y="6008"/>
                  </a:lnTo>
                  <a:lnTo>
                    <a:pt x="4415857" y="7376"/>
                  </a:lnTo>
                  <a:lnTo>
                    <a:pt x="4450897" y="10063"/>
                  </a:lnTo>
                  <a:lnTo>
                    <a:pt x="4502228" y="14460"/>
                  </a:lnTo>
                  <a:lnTo>
                    <a:pt x="4568712" y="20860"/>
                  </a:lnTo>
                  <a:lnTo>
                    <a:pt x="4647354" y="29431"/>
                  </a:lnTo>
                  <a:lnTo>
                    <a:pt x="4734065" y="40221"/>
                  </a:lnTo>
                  <a:lnTo>
                    <a:pt x="4824526" y="53203"/>
                  </a:lnTo>
                  <a:lnTo>
                    <a:pt x="4914910" y="68324"/>
                  </a:lnTo>
                  <a:lnTo>
                    <a:pt x="5002301" y="85559"/>
                  </a:lnTo>
                  <a:lnTo>
                    <a:pt x="5084803" y="104944"/>
                  </a:lnTo>
                  <a:lnTo>
                    <a:pt x="5161454" y="126604"/>
                  </a:lnTo>
                  <a:lnTo>
                    <a:pt x="5232024" y="150759"/>
                  </a:lnTo>
                  <a:lnTo>
                    <a:pt x="5296804" y="177723"/>
                  </a:lnTo>
                  <a:lnTo>
                    <a:pt x="5356417" y="207893"/>
                  </a:lnTo>
                  <a:lnTo>
                    <a:pt x="5411676" y="241735"/>
                  </a:lnTo>
                  <a:lnTo>
                    <a:pt x="5463474" y="279740"/>
                  </a:lnTo>
                  <a:lnTo>
                    <a:pt x="5512703" y="322365"/>
                  </a:lnTo>
                  <a:lnTo>
                    <a:pt x="5560176" y="369912"/>
                  </a:lnTo>
                  <a:lnTo>
                    <a:pt x="5567201" y="377487"/>
                  </a:lnTo>
                  <a:lnTo>
                    <a:pt x="5605989" y="421744"/>
                  </a:lnTo>
                  <a:lnTo>
                    <a:pt x="5644403" y="469555"/>
                  </a:lnTo>
                  <a:lnTo>
                    <a:pt x="5682716" y="520990"/>
                  </a:lnTo>
                  <a:lnTo>
                    <a:pt x="5721131" y="576049"/>
                  </a:lnTo>
                  <a:lnTo>
                    <a:pt x="5759798" y="634651"/>
                  </a:lnTo>
                  <a:lnTo>
                    <a:pt x="5798811" y="696632"/>
                  </a:lnTo>
                  <a:lnTo>
                    <a:pt x="5838221" y="761735"/>
                  </a:lnTo>
                  <a:lnTo>
                    <a:pt x="5878033" y="829616"/>
                  </a:lnTo>
                  <a:lnTo>
                    <a:pt x="5918218" y="899844"/>
                  </a:lnTo>
                  <a:lnTo>
                    <a:pt x="5958712" y="971912"/>
                  </a:lnTo>
                  <a:lnTo>
                    <a:pt x="5999430" y="1045251"/>
                  </a:lnTo>
                  <a:lnTo>
                    <a:pt x="6040264" y="1119248"/>
                  </a:lnTo>
                  <a:lnTo>
                    <a:pt x="6081102" y="1193264"/>
                  </a:lnTo>
                  <a:lnTo>
                    <a:pt x="6121830" y="1266663"/>
                  </a:lnTo>
                  <a:lnTo>
                    <a:pt x="6162341" y="1338828"/>
                  </a:lnTo>
                  <a:lnTo>
                    <a:pt x="6202548" y="1409187"/>
                  </a:lnTo>
                  <a:lnTo>
                    <a:pt x="6242385" y="1477229"/>
                  </a:lnTo>
                  <a:lnTo>
                    <a:pt x="6281820" y="1542517"/>
                  </a:lnTo>
                  <a:lnTo>
                    <a:pt x="6320857" y="1604703"/>
                  </a:lnTo>
                  <a:lnTo>
                    <a:pt x="6359543" y="1663523"/>
                  </a:lnTo>
                  <a:lnTo>
                    <a:pt x="6397970" y="1718808"/>
                  </a:lnTo>
                  <a:lnTo>
                    <a:pt x="6436284" y="1770471"/>
                  </a:lnTo>
                  <a:lnTo>
                    <a:pt x="6474685" y="1818508"/>
                  </a:lnTo>
                  <a:lnTo>
                    <a:pt x="6513439" y="1862984"/>
                  </a:lnTo>
                  <a:lnTo>
                    <a:pt x="6515891" y="1865660"/>
                  </a:lnTo>
                  <a:lnTo>
                    <a:pt x="6563161" y="1913955"/>
                  </a:lnTo>
                  <a:lnTo>
                    <a:pt x="6612077" y="1957306"/>
                  </a:lnTo>
                  <a:lnTo>
                    <a:pt x="6663433" y="1995979"/>
                  </a:lnTo>
                  <a:lnTo>
                    <a:pt x="6718114" y="2030414"/>
                  </a:lnTo>
                  <a:lnTo>
                    <a:pt x="6777018" y="2061106"/>
                  </a:lnTo>
                  <a:lnTo>
                    <a:pt x="6840976" y="2088524"/>
                  </a:lnTo>
                  <a:lnTo>
                    <a:pt x="6910647" y="2113079"/>
                  </a:lnTo>
                  <a:lnTo>
                    <a:pt x="6986383" y="2135098"/>
                  </a:lnTo>
                  <a:lnTo>
                    <a:pt x="7068047" y="2154815"/>
                  </a:lnTo>
                  <a:lnTo>
                    <a:pt x="7154799" y="2172368"/>
                  </a:lnTo>
                  <a:lnTo>
                    <a:pt x="7244895" y="2187807"/>
                  </a:lnTo>
                  <a:lnTo>
                    <a:pt x="7335570" y="2201113"/>
                  </a:lnTo>
                  <a:lnTo>
                    <a:pt x="7423114" y="2212236"/>
                  </a:lnTo>
                  <a:lnTo>
                    <a:pt x="7503246" y="2221140"/>
                  </a:lnTo>
                  <a:lnTo>
                    <a:pt x="7571784" y="2227859"/>
                  </a:lnTo>
                  <a:lnTo>
                    <a:pt x="7625518" y="2232541"/>
                  </a:lnTo>
                  <a:lnTo>
                    <a:pt x="7662992" y="2235462"/>
                  </a:lnTo>
                  <a:lnTo>
                    <a:pt x="7684962" y="2237000"/>
                  </a:lnTo>
                  <a:lnTo>
                    <a:pt x="7694404" y="2237597"/>
                  </a:lnTo>
                  <a:lnTo>
                    <a:pt x="7696237" y="2237703"/>
                  </a:lnTo>
                  <a:lnTo>
                    <a:pt x="8234974" y="2237703"/>
                  </a:lnTo>
                  <a:lnTo>
                    <a:pt x="8234974" y="2232259"/>
                  </a:lnTo>
                  <a:lnTo>
                    <a:pt x="7696237" y="2232259"/>
                  </a:lnTo>
                  <a:lnTo>
                    <a:pt x="7695022" y="2232189"/>
                  </a:lnTo>
                  <a:lnTo>
                    <a:pt x="7687081" y="2231694"/>
                  </a:lnTo>
                  <a:lnTo>
                    <a:pt x="7667235" y="2230326"/>
                  </a:lnTo>
                  <a:lnTo>
                    <a:pt x="7632196" y="2227640"/>
                  </a:lnTo>
                  <a:lnTo>
                    <a:pt x="7580864" y="2223243"/>
                  </a:lnTo>
                  <a:lnTo>
                    <a:pt x="7514380" y="2216842"/>
                  </a:lnTo>
                  <a:lnTo>
                    <a:pt x="7435738" y="2208271"/>
                  </a:lnTo>
                  <a:lnTo>
                    <a:pt x="7349027" y="2197481"/>
                  </a:lnTo>
                  <a:lnTo>
                    <a:pt x="7258567" y="2184499"/>
                  </a:lnTo>
                  <a:lnTo>
                    <a:pt x="7168182" y="2169378"/>
                  </a:lnTo>
                  <a:lnTo>
                    <a:pt x="7080792" y="2152144"/>
                  </a:lnTo>
                  <a:lnTo>
                    <a:pt x="6998290" y="2132759"/>
                  </a:lnTo>
                  <a:lnTo>
                    <a:pt x="6921639" y="2111098"/>
                  </a:lnTo>
                  <a:lnTo>
                    <a:pt x="6851069" y="2086943"/>
                  </a:lnTo>
                  <a:lnTo>
                    <a:pt x="6786289" y="2059980"/>
                  </a:lnTo>
                  <a:lnTo>
                    <a:pt x="6726676" y="2029809"/>
                  </a:lnTo>
                  <a:lnTo>
                    <a:pt x="6671417" y="1995968"/>
                  </a:lnTo>
                  <a:lnTo>
                    <a:pt x="6619619" y="1957963"/>
                  </a:lnTo>
                  <a:lnTo>
                    <a:pt x="6570389" y="1915338"/>
                  </a:lnTo>
                  <a:lnTo>
                    <a:pt x="6522917" y="1867791"/>
                  </a:lnTo>
                  <a:lnTo>
                    <a:pt x="6515891" y="1860215"/>
                  </a:lnTo>
                  <a:lnTo>
                    <a:pt x="6477104" y="1815959"/>
                  </a:lnTo>
                  <a:lnTo>
                    <a:pt x="6438689" y="1768148"/>
                  </a:lnTo>
                  <a:lnTo>
                    <a:pt x="6400377" y="1716713"/>
                  </a:lnTo>
                  <a:lnTo>
                    <a:pt x="6361961" y="1661654"/>
                  </a:lnTo>
                  <a:lnTo>
                    <a:pt x="6323295" y="1603051"/>
                  </a:lnTo>
                  <a:lnTo>
                    <a:pt x="6284281" y="1541070"/>
                  </a:lnTo>
                  <a:lnTo>
                    <a:pt x="6244872" y="1475967"/>
                  </a:lnTo>
                  <a:lnTo>
                    <a:pt x="6205059" y="1408086"/>
                  </a:lnTo>
                  <a:lnTo>
                    <a:pt x="6164875" y="1337858"/>
                  </a:lnTo>
                  <a:lnTo>
                    <a:pt x="6124380" y="1265790"/>
                  </a:lnTo>
                  <a:lnTo>
                    <a:pt x="6083663" y="1192451"/>
                  </a:lnTo>
                  <a:lnTo>
                    <a:pt x="6042828" y="1118455"/>
                  </a:lnTo>
                  <a:lnTo>
                    <a:pt x="6001990" y="1044438"/>
                  </a:lnTo>
                  <a:lnTo>
                    <a:pt x="5961263" y="971040"/>
                  </a:lnTo>
                  <a:lnTo>
                    <a:pt x="5920751" y="898875"/>
                  </a:lnTo>
                  <a:lnTo>
                    <a:pt x="5880545" y="828516"/>
                  </a:lnTo>
                  <a:lnTo>
                    <a:pt x="5840708" y="760474"/>
                  </a:lnTo>
                  <a:lnTo>
                    <a:pt x="5801273" y="695185"/>
                  </a:lnTo>
                  <a:lnTo>
                    <a:pt x="5762235" y="633000"/>
                  </a:lnTo>
                  <a:lnTo>
                    <a:pt x="5723550" y="574180"/>
                  </a:lnTo>
                  <a:lnTo>
                    <a:pt x="5685122" y="518895"/>
                  </a:lnTo>
                  <a:lnTo>
                    <a:pt x="5646809" y="467232"/>
                  </a:lnTo>
                  <a:lnTo>
                    <a:pt x="5608407" y="419195"/>
                  </a:lnTo>
                  <a:lnTo>
                    <a:pt x="5569653" y="374718"/>
                  </a:lnTo>
                  <a:lnTo>
                    <a:pt x="5567201" y="372043"/>
                  </a:lnTo>
                  <a:lnTo>
                    <a:pt x="5519932" y="323748"/>
                  </a:lnTo>
                  <a:lnTo>
                    <a:pt x="5471015" y="280396"/>
                  </a:lnTo>
                  <a:lnTo>
                    <a:pt x="5419659" y="241724"/>
                  </a:lnTo>
                  <a:lnTo>
                    <a:pt x="5364978" y="207288"/>
                  </a:lnTo>
                  <a:lnTo>
                    <a:pt x="5306074" y="176597"/>
                  </a:lnTo>
                  <a:lnTo>
                    <a:pt x="5242117" y="149179"/>
                  </a:lnTo>
                  <a:lnTo>
                    <a:pt x="5172446" y="124624"/>
                  </a:lnTo>
                  <a:lnTo>
                    <a:pt x="5096709" y="102605"/>
                  </a:lnTo>
                  <a:lnTo>
                    <a:pt x="5015045" y="82888"/>
                  </a:lnTo>
                  <a:lnTo>
                    <a:pt x="4928293" y="65335"/>
                  </a:lnTo>
                  <a:lnTo>
                    <a:pt x="4838197" y="49896"/>
                  </a:lnTo>
                  <a:lnTo>
                    <a:pt x="4747523" y="36589"/>
                  </a:lnTo>
                  <a:lnTo>
                    <a:pt x="4659978" y="25467"/>
                  </a:lnTo>
                  <a:lnTo>
                    <a:pt x="4579847" y="16563"/>
                  </a:lnTo>
                  <a:lnTo>
                    <a:pt x="4511308" y="9844"/>
                  </a:lnTo>
                  <a:lnTo>
                    <a:pt x="4457574" y="5161"/>
                  </a:lnTo>
                  <a:lnTo>
                    <a:pt x="4420100" y="2241"/>
                  </a:lnTo>
                  <a:lnTo>
                    <a:pt x="4398131" y="702"/>
                  </a:lnTo>
                  <a:lnTo>
                    <a:pt x="4388688" y="10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7" y="91"/>
                  </a:lnTo>
                  <a:lnTo>
                    <a:pt x="3839508" y="745"/>
                  </a:lnTo>
                  <a:lnTo>
                    <a:pt x="3820802" y="2552"/>
                  </a:lnTo>
                  <a:lnTo>
                    <a:pt x="3787671" y="6104"/>
                  </a:lnTo>
                  <a:lnTo>
                    <a:pt x="3738925" y="11926"/>
                  </a:lnTo>
                  <a:lnTo>
                    <a:pt x="3675445" y="20422"/>
                  </a:lnTo>
                  <a:lnTo>
                    <a:pt x="3599872" y="31830"/>
                  </a:lnTo>
                  <a:lnTo>
                    <a:pt x="3515953" y="46235"/>
                  </a:lnTo>
                  <a:lnTo>
                    <a:pt x="3427760" y="63612"/>
                  </a:lnTo>
                  <a:lnTo>
                    <a:pt x="3339005" y="83890"/>
                  </a:lnTo>
                  <a:lnTo>
                    <a:pt x="3252614" y="107024"/>
                  </a:lnTo>
                  <a:lnTo>
                    <a:pt x="3170572" y="133042"/>
                  </a:lnTo>
                  <a:lnTo>
                    <a:pt x="3093979" y="162078"/>
                  </a:lnTo>
                  <a:lnTo>
                    <a:pt x="3023213" y="194389"/>
                  </a:lnTo>
                  <a:lnTo>
                    <a:pt x="2958119" y="230355"/>
                  </a:lnTo>
                  <a:lnTo>
                    <a:pt x="2898192" y="270471"/>
                  </a:lnTo>
                  <a:lnTo>
                    <a:pt x="2842713" y="315325"/>
                  </a:lnTo>
                  <a:lnTo>
                    <a:pt x="2790862" y="365565"/>
                  </a:lnTo>
                  <a:lnTo>
                    <a:pt x="2741792" y="421825"/>
                  </a:lnTo>
                  <a:lnTo>
                    <a:pt x="2694703" y="484609"/>
                  </a:lnTo>
                  <a:lnTo>
                    <a:pt x="2667772" y="524490"/>
                  </a:lnTo>
                  <a:lnTo>
                    <a:pt x="2633787" y="578843"/>
                  </a:lnTo>
                  <a:lnTo>
                    <a:pt x="2600117" y="637023"/>
                  </a:lnTo>
                  <a:lnTo>
                    <a:pt x="2566570" y="699110"/>
                  </a:lnTo>
                  <a:lnTo>
                    <a:pt x="2532997" y="765123"/>
                  </a:lnTo>
                  <a:lnTo>
                    <a:pt x="2499282" y="835022"/>
                  </a:lnTo>
                  <a:lnTo>
                    <a:pt x="2465342" y="908695"/>
                  </a:lnTo>
                  <a:lnTo>
                    <a:pt x="2431122" y="985960"/>
                  </a:lnTo>
                  <a:lnTo>
                    <a:pt x="2396596" y="1066559"/>
                  </a:lnTo>
                  <a:lnTo>
                    <a:pt x="2361760" y="1150159"/>
                  </a:lnTo>
                  <a:lnTo>
                    <a:pt x="2326634" y="1236357"/>
                  </a:lnTo>
                  <a:lnTo>
                    <a:pt x="2291256" y="1324686"/>
                  </a:lnTo>
                  <a:lnTo>
                    <a:pt x="2255682" y="1414624"/>
                  </a:lnTo>
                  <a:lnTo>
                    <a:pt x="2219975" y="1505605"/>
                  </a:lnTo>
                  <a:lnTo>
                    <a:pt x="2184212" y="1597036"/>
                  </a:lnTo>
                  <a:lnTo>
                    <a:pt x="2148468" y="1688310"/>
                  </a:lnTo>
                  <a:lnTo>
                    <a:pt x="2112821" y="1778826"/>
                  </a:lnTo>
                  <a:lnTo>
                    <a:pt x="2077340" y="1868003"/>
                  </a:lnTo>
                  <a:lnTo>
                    <a:pt x="2042086" y="1955297"/>
                  </a:lnTo>
                  <a:lnTo>
                    <a:pt x="2007106" y="2040211"/>
                  </a:lnTo>
                  <a:lnTo>
                    <a:pt x="1972429" y="2122310"/>
                  </a:lnTo>
                  <a:lnTo>
                    <a:pt x="1938062" y="2201228"/>
                  </a:lnTo>
                  <a:lnTo>
                    <a:pt x="1903992" y="2276669"/>
                  </a:lnTo>
                  <a:lnTo>
                    <a:pt x="1870176" y="2348416"/>
                  </a:lnTo>
                  <a:lnTo>
                    <a:pt x="1836547" y="2416322"/>
                  </a:lnTo>
                  <a:lnTo>
                    <a:pt x="1803004" y="2480313"/>
                  </a:lnTo>
                  <a:lnTo>
                    <a:pt x="1769414" y="2540380"/>
                  </a:lnTo>
                  <a:lnTo>
                    <a:pt x="1735608" y="2596576"/>
                  </a:lnTo>
                  <a:lnTo>
                    <a:pt x="1719082" y="2622450"/>
                  </a:lnTo>
                  <a:lnTo>
                    <a:pt x="1672827" y="2689168"/>
                  </a:lnTo>
                  <a:lnTo>
                    <a:pt x="1625008" y="2749202"/>
                  </a:lnTo>
                  <a:lnTo>
                    <a:pt x="1574887" y="2802895"/>
                  </a:lnTo>
                  <a:lnTo>
                    <a:pt x="1521635" y="2850822"/>
                  </a:lnTo>
                  <a:lnTo>
                    <a:pt x="1464407" y="2893636"/>
                  </a:lnTo>
                  <a:lnTo>
                    <a:pt x="1402416" y="2931965"/>
                  </a:lnTo>
                  <a:lnTo>
                    <a:pt x="1335016" y="2966362"/>
                  </a:lnTo>
                  <a:lnTo>
                    <a:pt x="1261828" y="2997277"/>
                  </a:lnTo>
                  <a:lnTo>
                    <a:pt x="1182894" y="3025038"/>
                  </a:lnTo>
                  <a:lnTo>
                    <a:pt x="1098868" y="3049851"/>
                  </a:lnTo>
                  <a:lnTo>
                    <a:pt x="1011201" y="3071803"/>
                  </a:lnTo>
                  <a:lnTo>
                    <a:pt x="922273" y="3090887"/>
                  </a:lnTo>
                  <a:lnTo>
                    <a:pt x="835368" y="3107039"/>
                  </a:lnTo>
                  <a:lnTo>
                    <a:pt x="754415" y="3120200"/>
                  </a:lnTo>
                  <a:lnTo>
                    <a:pt x="683446" y="3130383"/>
                  </a:lnTo>
                  <a:lnTo>
                    <a:pt x="625841" y="3137732"/>
                  </a:lnTo>
                  <a:lnTo>
                    <a:pt x="583576" y="3142556"/>
                  </a:lnTo>
                  <a:lnTo>
                    <a:pt x="556688" y="3145315"/>
                  </a:lnTo>
                  <a:lnTo>
                    <a:pt x="543132" y="3146572"/>
                  </a:lnTo>
                  <a:lnTo>
                    <a:pt x="538971" y="3146922"/>
                  </a:lnTo>
                  <a:lnTo>
                    <a:pt x="538736" y="3146940"/>
                  </a:lnTo>
                  <a:lnTo>
                    <a:pt x="0" y="3146940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11" name="pl1311"/>
            <p:cNvSpPr/>
            <p:nvPr/>
          </p:nvSpPr>
          <p:spPr>
            <a:xfrm>
              <a:off x="546595" y="1028128"/>
              <a:ext cx="8234974" cy="3146940"/>
            </a:xfrm>
            <a:custGeom>
              <a:avLst/>
              <a:pathLst>
                <a:path w="8234974" h="3146940">
                  <a:moveTo>
                    <a:pt x="0" y="3146940"/>
                  </a:moveTo>
                  <a:lnTo>
                    <a:pt x="538736" y="3146940"/>
                  </a:lnTo>
                  <a:lnTo>
                    <a:pt x="539877" y="3146849"/>
                  </a:lnTo>
                  <a:lnTo>
                    <a:pt x="547346" y="3146195"/>
                  </a:lnTo>
                  <a:lnTo>
                    <a:pt x="566052" y="3144387"/>
                  </a:lnTo>
                  <a:lnTo>
                    <a:pt x="599184" y="3140836"/>
                  </a:lnTo>
                  <a:lnTo>
                    <a:pt x="647930" y="3135013"/>
                  </a:lnTo>
                  <a:lnTo>
                    <a:pt x="711410" y="3126518"/>
                  </a:lnTo>
                  <a:lnTo>
                    <a:pt x="786983" y="3115110"/>
                  </a:lnTo>
                  <a:lnTo>
                    <a:pt x="870901" y="3100704"/>
                  </a:lnTo>
                  <a:lnTo>
                    <a:pt x="959094" y="3083328"/>
                  </a:lnTo>
                  <a:lnTo>
                    <a:pt x="1047849" y="3063049"/>
                  </a:lnTo>
                  <a:lnTo>
                    <a:pt x="1134241" y="3039915"/>
                  </a:lnTo>
                  <a:lnTo>
                    <a:pt x="1216283" y="3013898"/>
                  </a:lnTo>
                  <a:lnTo>
                    <a:pt x="1292875" y="2984862"/>
                  </a:lnTo>
                  <a:lnTo>
                    <a:pt x="1363641" y="2952551"/>
                  </a:lnTo>
                  <a:lnTo>
                    <a:pt x="1428735" y="2916585"/>
                  </a:lnTo>
                  <a:lnTo>
                    <a:pt x="1488663" y="2876469"/>
                  </a:lnTo>
                  <a:lnTo>
                    <a:pt x="1544142" y="2831615"/>
                  </a:lnTo>
                  <a:lnTo>
                    <a:pt x="1595993" y="2781375"/>
                  </a:lnTo>
                  <a:lnTo>
                    <a:pt x="1645063" y="2725115"/>
                  </a:lnTo>
                  <a:lnTo>
                    <a:pt x="1692151" y="2662331"/>
                  </a:lnTo>
                  <a:lnTo>
                    <a:pt x="1719082" y="2622450"/>
                  </a:lnTo>
                  <a:lnTo>
                    <a:pt x="1753067" y="2568097"/>
                  </a:lnTo>
                  <a:lnTo>
                    <a:pt x="1786738" y="2509916"/>
                  </a:lnTo>
                  <a:lnTo>
                    <a:pt x="1820284" y="2447830"/>
                  </a:lnTo>
                  <a:lnTo>
                    <a:pt x="1853858" y="2381817"/>
                  </a:lnTo>
                  <a:lnTo>
                    <a:pt x="1887573" y="2311918"/>
                  </a:lnTo>
                  <a:lnTo>
                    <a:pt x="1921513" y="2238245"/>
                  </a:lnTo>
                  <a:lnTo>
                    <a:pt x="1955733" y="2160980"/>
                  </a:lnTo>
                  <a:lnTo>
                    <a:pt x="1990259" y="2080381"/>
                  </a:lnTo>
                  <a:lnTo>
                    <a:pt x="2025095" y="1996781"/>
                  </a:lnTo>
                  <a:lnTo>
                    <a:pt x="2060221" y="1910583"/>
                  </a:lnTo>
                  <a:lnTo>
                    <a:pt x="2095598" y="1822253"/>
                  </a:lnTo>
                  <a:lnTo>
                    <a:pt x="2131173" y="1732316"/>
                  </a:lnTo>
                  <a:lnTo>
                    <a:pt x="2166879" y="1641335"/>
                  </a:lnTo>
                  <a:lnTo>
                    <a:pt x="2202643" y="1549904"/>
                  </a:lnTo>
                  <a:lnTo>
                    <a:pt x="2238386" y="1458630"/>
                  </a:lnTo>
                  <a:lnTo>
                    <a:pt x="2274034" y="1368113"/>
                  </a:lnTo>
                  <a:lnTo>
                    <a:pt x="2309514" y="1278936"/>
                  </a:lnTo>
                  <a:lnTo>
                    <a:pt x="2344768" y="1191643"/>
                  </a:lnTo>
                  <a:lnTo>
                    <a:pt x="2379748" y="1106729"/>
                  </a:lnTo>
                  <a:lnTo>
                    <a:pt x="2414426" y="1024630"/>
                  </a:lnTo>
                  <a:lnTo>
                    <a:pt x="2448792" y="945712"/>
                  </a:lnTo>
                  <a:lnTo>
                    <a:pt x="2482863" y="870270"/>
                  </a:lnTo>
                  <a:lnTo>
                    <a:pt x="2516679" y="798524"/>
                  </a:lnTo>
                  <a:lnTo>
                    <a:pt x="2550308" y="730618"/>
                  </a:lnTo>
                  <a:lnTo>
                    <a:pt x="2583851" y="666627"/>
                  </a:lnTo>
                  <a:lnTo>
                    <a:pt x="2617440" y="606559"/>
                  </a:lnTo>
                  <a:lnTo>
                    <a:pt x="2651246" y="550364"/>
                  </a:lnTo>
                  <a:lnTo>
                    <a:pt x="2667772" y="524490"/>
                  </a:lnTo>
                  <a:lnTo>
                    <a:pt x="2714028" y="457772"/>
                  </a:lnTo>
                  <a:lnTo>
                    <a:pt x="2761847" y="397738"/>
                  </a:lnTo>
                  <a:lnTo>
                    <a:pt x="2811968" y="344045"/>
                  </a:lnTo>
                  <a:lnTo>
                    <a:pt x="2865220" y="296117"/>
                  </a:lnTo>
                  <a:lnTo>
                    <a:pt x="2922447" y="253304"/>
                  </a:lnTo>
                  <a:lnTo>
                    <a:pt x="2984438" y="214975"/>
                  </a:lnTo>
                  <a:lnTo>
                    <a:pt x="3051839" y="180577"/>
                  </a:lnTo>
                  <a:lnTo>
                    <a:pt x="3125027" y="149663"/>
                  </a:lnTo>
                  <a:lnTo>
                    <a:pt x="3203961" y="121902"/>
                  </a:lnTo>
                  <a:lnTo>
                    <a:pt x="3287987" y="97089"/>
                  </a:lnTo>
                  <a:lnTo>
                    <a:pt x="3375654" y="75137"/>
                  </a:lnTo>
                  <a:lnTo>
                    <a:pt x="3464582" y="56053"/>
                  </a:lnTo>
                  <a:lnTo>
                    <a:pt x="3551487" y="39901"/>
                  </a:lnTo>
                  <a:lnTo>
                    <a:pt x="3632439" y="26739"/>
                  </a:lnTo>
                  <a:lnTo>
                    <a:pt x="3703409" y="16557"/>
                  </a:lnTo>
                  <a:lnTo>
                    <a:pt x="3761013" y="9208"/>
                  </a:lnTo>
                  <a:lnTo>
                    <a:pt x="3803278" y="4384"/>
                  </a:lnTo>
                  <a:lnTo>
                    <a:pt x="3830167" y="1625"/>
                  </a:lnTo>
                  <a:lnTo>
                    <a:pt x="3843723" y="368"/>
                  </a:lnTo>
                  <a:lnTo>
                    <a:pt x="3847884" y="1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70" y="69"/>
                  </a:lnTo>
                  <a:lnTo>
                    <a:pt x="4396012" y="564"/>
                  </a:lnTo>
                  <a:lnTo>
                    <a:pt x="4415857" y="1932"/>
                  </a:lnTo>
                  <a:lnTo>
                    <a:pt x="4450897" y="4618"/>
                  </a:lnTo>
                  <a:lnTo>
                    <a:pt x="4502228" y="9015"/>
                  </a:lnTo>
                  <a:lnTo>
                    <a:pt x="4568712" y="15416"/>
                  </a:lnTo>
                  <a:lnTo>
                    <a:pt x="4647354" y="23987"/>
                  </a:lnTo>
                  <a:lnTo>
                    <a:pt x="4734065" y="34777"/>
                  </a:lnTo>
                  <a:lnTo>
                    <a:pt x="4824526" y="47759"/>
                  </a:lnTo>
                  <a:lnTo>
                    <a:pt x="4914910" y="62880"/>
                  </a:lnTo>
                  <a:lnTo>
                    <a:pt x="5002301" y="80114"/>
                  </a:lnTo>
                  <a:lnTo>
                    <a:pt x="5084803" y="99499"/>
                  </a:lnTo>
                  <a:lnTo>
                    <a:pt x="5161454" y="121160"/>
                  </a:lnTo>
                  <a:lnTo>
                    <a:pt x="5232024" y="145315"/>
                  </a:lnTo>
                  <a:lnTo>
                    <a:pt x="5296804" y="172278"/>
                  </a:lnTo>
                  <a:lnTo>
                    <a:pt x="5356417" y="202449"/>
                  </a:lnTo>
                  <a:lnTo>
                    <a:pt x="5411676" y="236290"/>
                  </a:lnTo>
                  <a:lnTo>
                    <a:pt x="5463474" y="274295"/>
                  </a:lnTo>
                  <a:lnTo>
                    <a:pt x="5512703" y="316920"/>
                  </a:lnTo>
                  <a:lnTo>
                    <a:pt x="5560176" y="364467"/>
                  </a:lnTo>
                  <a:lnTo>
                    <a:pt x="5567201" y="372043"/>
                  </a:lnTo>
                  <a:lnTo>
                    <a:pt x="5605989" y="416299"/>
                  </a:lnTo>
                  <a:lnTo>
                    <a:pt x="5644403" y="464110"/>
                  </a:lnTo>
                  <a:lnTo>
                    <a:pt x="5682716" y="515545"/>
                  </a:lnTo>
                  <a:lnTo>
                    <a:pt x="5721131" y="570604"/>
                  </a:lnTo>
                  <a:lnTo>
                    <a:pt x="5759798" y="629207"/>
                  </a:lnTo>
                  <a:lnTo>
                    <a:pt x="5798811" y="691188"/>
                  </a:lnTo>
                  <a:lnTo>
                    <a:pt x="5838221" y="756291"/>
                  </a:lnTo>
                  <a:lnTo>
                    <a:pt x="5878033" y="824172"/>
                  </a:lnTo>
                  <a:lnTo>
                    <a:pt x="5918218" y="894400"/>
                  </a:lnTo>
                  <a:lnTo>
                    <a:pt x="5958712" y="966468"/>
                  </a:lnTo>
                  <a:lnTo>
                    <a:pt x="5999430" y="1039807"/>
                  </a:lnTo>
                  <a:lnTo>
                    <a:pt x="6040264" y="1113803"/>
                  </a:lnTo>
                  <a:lnTo>
                    <a:pt x="6081102" y="1187820"/>
                  </a:lnTo>
                  <a:lnTo>
                    <a:pt x="6121830" y="1261218"/>
                  </a:lnTo>
                  <a:lnTo>
                    <a:pt x="6162341" y="1333383"/>
                  </a:lnTo>
                  <a:lnTo>
                    <a:pt x="6202548" y="1403742"/>
                  </a:lnTo>
                  <a:lnTo>
                    <a:pt x="6242385" y="1471784"/>
                  </a:lnTo>
                  <a:lnTo>
                    <a:pt x="6281820" y="1537073"/>
                  </a:lnTo>
                  <a:lnTo>
                    <a:pt x="6320857" y="1599258"/>
                  </a:lnTo>
                  <a:lnTo>
                    <a:pt x="6359543" y="1658079"/>
                  </a:lnTo>
                  <a:lnTo>
                    <a:pt x="6397970" y="1713363"/>
                  </a:lnTo>
                  <a:lnTo>
                    <a:pt x="6436284" y="1765026"/>
                  </a:lnTo>
                  <a:lnTo>
                    <a:pt x="6474685" y="1813063"/>
                  </a:lnTo>
                  <a:lnTo>
                    <a:pt x="6513439" y="1857540"/>
                  </a:lnTo>
                  <a:lnTo>
                    <a:pt x="6515891" y="1860215"/>
                  </a:lnTo>
                  <a:lnTo>
                    <a:pt x="6563161" y="1908510"/>
                  </a:lnTo>
                  <a:lnTo>
                    <a:pt x="6612077" y="1951862"/>
                  </a:lnTo>
                  <a:lnTo>
                    <a:pt x="6663433" y="1990534"/>
                  </a:lnTo>
                  <a:lnTo>
                    <a:pt x="6718114" y="2024970"/>
                  </a:lnTo>
                  <a:lnTo>
                    <a:pt x="6777018" y="2055661"/>
                  </a:lnTo>
                  <a:lnTo>
                    <a:pt x="6840976" y="2083079"/>
                  </a:lnTo>
                  <a:lnTo>
                    <a:pt x="6910647" y="2107634"/>
                  </a:lnTo>
                  <a:lnTo>
                    <a:pt x="6986383" y="2129653"/>
                  </a:lnTo>
                  <a:lnTo>
                    <a:pt x="7068047" y="2149370"/>
                  </a:lnTo>
                  <a:lnTo>
                    <a:pt x="7154799" y="2166923"/>
                  </a:lnTo>
                  <a:lnTo>
                    <a:pt x="7244895" y="2182362"/>
                  </a:lnTo>
                  <a:lnTo>
                    <a:pt x="7335570" y="2195669"/>
                  </a:lnTo>
                  <a:lnTo>
                    <a:pt x="7423114" y="2206791"/>
                  </a:lnTo>
                  <a:lnTo>
                    <a:pt x="7503246" y="2215695"/>
                  </a:lnTo>
                  <a:lnTo>
                    <a:pt x="7571784" y="2222414"/>
                  </a:lnTo>
                  <a:lnTo>
                    <a:pt x="7625518" y="2227097"/>
                  </a:lnTo>
                  <a:lnTo>
                    <a:pt x="7662992" y="2230017"/>
                  </a:lnTo>
                  <a:lnTo>
                    <a:pt x="7684962" y="2231556"/>
                  </a:lnTo>
                  <a:lnTo>
                    <a:pt x="7694404" y="2232153"/>
                  </a:lnTo>
                  <a:lnTo>
                    <a:pt x="7696233" y="2232258"/>
                  </a:lnTo>
                  <a:lnTo>
                    <a:pt x="7696237" y="2232259"/>
                  </a:lnTo>
                  <a:lnTo>
                    <a:pt x="8234974" y="2232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2" name="pl1312"/>
            <p:cNvSpPr/>
            <p:nvPr/>
          </p:nvSpPr>
          <p:spPr>
            <a:xfrm>
              <a:off x="546595" y="1022683"/>
              <a:ext cx="8234974" cy="3146940"/>
            </a:xfrm>
            <a:custGeom>
              <a:avLst/>
              <a:pathLst>
                <a:path w="8234974" h="3146940">
                  <a:moveTo>
                    <a:pt x="8234974" y="2232259"/>
                  </a:moveTo>
                  <a:lnTo>
                    <a:pt x="7696237" y="2232259"/>
                  </a:lnTo>
                  <a:lnTo>
                    <a:pt x="7695022" y="2232189"/>
                  </a:lnTo>
                  <a:lnTo>
                    <a:pt x="7687081" y="2231694"/>
                  </a:lnTo>
                  <a:lnTo>
                    <a:pt x="7667235" y="2230326"/>
                  </a:lnTo>
                  <a:lnTo>
                    <a:pt x="7632196" y="2227640"/>
                  </a:lnTo>
                  <a:lnTo>
                    <a:pt x="7580864" y="2223243"/>
                  </a:lnTo>
                  <a:lnTo>
                    <a:pt x="7514380" y="2216842"/>
                  </a:lnTo>
                  <a:lnTo>
                    <a:pt x="7435738" y="2208271"/>
                  </a:lnTo>
                  <a:lnTo>
                    <a:pt x="7349027" y="2197481"/>
                  </a:lnTo>
                  <a:lnTo>
                    <a:pt x="7258567" y="2184499"/>
                  </a:lnTo>
                  <a:lnTo>
                    <a:pt x="7168182" y="2169378"/>
                  </a:lnTo>
                  <a:lnTo>
                    <a:pt x="7080792" y="2152144"/>
                  </a:lnTo>
                  <a:lnTo>
                    <a:pt x="6998290" y="2132759"/>
                  </a:lnTo>
                  <a:lnTo>
                    <a:pt x="6921639" y="2111098"/>
                  </a:lnTo>
                  <a:lnTo>
                    <a:pt x="6851069" y="2086943"/>
                  </a:lnTo>
                  <a:lnTo>
                    <a:pt x="6786289" y="2059980"/>
                  </a:lnTo>
                  <a:lnTo>
                    <a:pt x="6726676" y="2029809"/>
                  </a:lnTo>
                  <a:lnTo>
                    <a:pt x="6671417" y="1995968"/>
                  </a:lnTo>
                  <a:lnTo>
                    <a:pt x="6619619" y="1957963"/>
                  </a:lnTo>
                  <a:lnTo>
                    <a:pt x="6570389" y="1915338"/>
                  </a:lnTo>
                  <a:lnTo>
                    <a:pt x="6522917" y="1867791"/>
                  </a:lnTo>
                  <a:lnTo>
                    <a:pt x="6515891" y="1860215"/>
                  </a:lnTo>
                  <a:lnTo>
                    <a:pt x="6477104" y="1815959"/>
                  </a:lnTo>
                  <a:lnTo>
                    <a:pt x="6438689" y="1768148"/>
                  </a:lnTo>
                  <a:lnTo>
                    <a:pt x="6400377" y="1716713"/>
                  </a:lnTo>
                  <a:lnTo>
                    <a:pt x="6361961" y="1661654"/>
                  </a:lnTo>
                  <a:lnTo>
                    <a:pt x="6323295" y="1603051"/>
                  </a:lnTo>
                  <a:lnTo>
                    <a:pt x="6284281" y="1541070"/>
                  </a:lnTo>
                  <a:lnTo>
                    <a:pt x="6244872" y="1475967"/>
                  </a:lnTo>
                  <a:lnTo>
                    <a:pt x="6205059" y="1408086"/>
                  </a:lnTo>
                  <a:lnTo>
                    <a:pt x="6164875" y="1337858"/>
                  </a:lnTo>
                  <a:lnTo>
                    <a:pt x="6124380" y="1265790"/>
                  </a:lnTo>
                  <a:lnTo>
                    <a:pt x="6083663" y="1192451"/>
                  </a:lnTo>
                  <a:lnTo>
                    <a:pt x="6042828" y="1118455"/>
                  </a:lnTo>
                  <a:lnTo>
                    <a:pt x="6001990" y="1044438"/>
                  </a:lnTo>
                  <a:lnTo>
                    <a:pt x="5961263" y="971040"/>
                  </a:lnTo>
                  <a:lnTo>
                    <a:pt x="5920751" y="898875"/>
                  </a:lnTo>
                  <a:lnTo>
                    <a:pt x="5880545" y="828516"/>
                  </a:lnTo>
                  <a:lnTo>
                    <a:pt x="5840708" y="760474"/>
                  </a:lnTo>
                  <a:lnTo>
                    <a:pt x="5801273" y="695185"/>
                  </a:lnTo>
                  <a:lnTo>
                    <a:pt x="5762235" y="633000"/>
                  </a:lnTo>
                  <a:lnTo>
                    <a:pt x="5723550" y="574180"/>
                  </a:lnTo>
                  <a:lnTo>
                    <a:pt x="5685122" y="518895"/>
                  </a:lnTo>
                  <a:lnTo>
                    <a:pt x="5646809" y="467232"/>
                  </a:lnTo>
                  <a:lnTo>
                    <a:pt x="5608407" y="419195"/>
                  </a:lnTo>
                  <a:lnTo>
                    <a:pt x="5569653" y="374718"/>
                  </a:lnTo>
                  <a:lnTo>
                    <a:pt x="5567201" y="372043"/>
                  </a:lnTo>
                  <a:lnTo>
                    <a:pt x="5519932" y="323748"/>
                  </a:lnTo>
                  <a:lnTo>
                    <a:pt x="5471015" y="280396"/>
                  </a:lnTo>
                  <a:lnTo>
                    <a:pt x="5419659" y="241724"/>
                  </a:lnTo>
                  <a:lnTo>
                    <a:pt x="5364978" y="207288"/>
                  </a:lnTo>
                  <a:lnTo>
                    <a:pt x="5306074" y="176597"/>
                  </a:lnTo>
                  <a:lnTo>
                    <a:pt x="5242117" y="149179"/>
                  </a:lnTo>
                  <a:lnTo>
                    <a:pt x="5172446" y="124624"/>
                  </a:lnTo>
                  <a:lnTo>
                    <a:pt x="5096709" y="102605"/>
                  </a:lnTo>
                  <a:lnTo>
                    <a:pt x="5015045" y="82888"/>
                  </a:lnTo>
                  <a:lnTo>
                    <a:pt x="4928293" y="65335"/>
                  </a:lnTo>
                  <a:lnTo>
                    <a:pt x="4838197" y="49896"/>
                  </a:lnTo>
                  <a:lnTo>
                    <a:pt x="4747523" y="36589"/>
                  </a:lnTo>
                  <a:lnTo>
                    <a:pt x="4659978" y="25467"/>
                  </a:lnTo>
                  <a:lnTo>
                    <a:pt x="4579847" y="16563"/>
                  </a:lnTo>
                  <a:lnTo>
                    <a:pt x="4511308" y="9844"/>
                  </a:lnTo>
                  <a:lnTo>
                    <a:pt x="4457574" y="5161"/>
                  </a:lnTo>
                  <a:lnTo>
                    <a:pt x="4420100" y="2241"/>
                  </a:lnTo>
                  <a:lnTo>
                    <a:pt x="4398131" y="702"/>
                  </a:lnTo>
                  <a:lnTo>
                    <a:pt x="4388688" y="105"/>
                  </a:lnTo>
                  <a:lnTo>
                    <a:pt x="4386859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7" y="91"/>
                  </a:lnTo>
                  <a:lnTo>
                    <a:pt x="3839508" y="745"/>
                  </a:lnTo>
                  <a:lnTo>
                    <a:pt x="3820802" y="2552"/>
                  </a:lnTo>
                  <a:lnTo>
                    <a:pt x="3787671" y="6104"/>
                  </a:lnTo>
                  <a:lnTo>
                    <a:pt x="3738925" y="11926"/>
                  </a:lnTo>
                  <a:lnTo>
                    <a:pt x="3675445" y="20422"/>
                  </a:lnTo>
                  <a:lnTo>
                    <a:pt x="3599872" y="31830"/>
                  </a:lnTo>
                  <a:lnTo>
                    <a:pt x="3515953" y="46235"/>
                  </a:lnTo>
                  <a:lnTo>
                    <a:pt x="3427760" y="63612"/>
                  </a:lnTo>
                  <a:lnTo>
                    <a:pt x="3339005" y="83890"/>
                  </a:lnTo>
                  <a:lnTo>
                    <a:pt x="3252614" y="107024"/>
                  </a:lnTo>
                  <a:lnTo>
                    <a:pt x="3170572" y="133042"/>
                  </a:lnTo>
                  <a:lnTo>
                    <a:pt x="3093979" y="162078"/>
                  </a:lnTo>
                  <a:lnTo>
                    <a:pt x="3023213" y="194389"/>
                  </a:lnTo>
                  <a:lnTo>
                    <a:pt x="2958119" y="230355"/>
                  </a:lnTo>
                  <a:lnTo>
                    <a:pt x="2898192" y="270471"/>
                  </a:lnTo>
                  <a:lnTo>
                    <a:pt x="2842713" y="315325"/>
                  </a:lnTo>
                  <a:lnTo>
                    <a:pt x="2790862" y="365565"/>
                  </a:lnTo>
                  <a:lnTo>
                    <a:pt x="2741792" y="421825"/>
                  </a:lnTo>
                  <a:lnTo>
                    <a:pt x="2694703" y="484609"/>
                  </a:lnTo>
                  <a:lnTo>
                    <a:pt x="2667772" y="524490"/>
                  </a:lnTo>
                  <a:lnTo>
                    <a:pt x="2633787" y="578843"/>
                  </a:lnTo>
                  <a:lnTo>
                    <a:pt x="2600117" y="637023"/>
                  </a:lnTo>
                  <a:lnTo>
                    <a:pt x="2566570" y="699110"/>
                  </a:lnTo>
                  <a:lnTo>
                    <a:pt x="2532997" y="765123"/>
                  </a:lnTo>
                  <a:lnTo>
                    <a:pt x="2499282" y="835022"/>
                  </a:lnTo>
                  <a:lnTo>
                    <a:pt x="2465342" y="908695"/>
                  </a:lnTo>
                  <a:lnTo>
                    <a:pt x="2431122" y="985960"/>
                  </a:lnTo>
                  <a:lnTo>
                    <a:pt x="2396596" y="1066559"/>
                  </a:lnTo>
                  <a:lnTo>
                    <a:pt x="2361760" y="1150159"/>
                  </a:lnTo>
                  <a:lnTo>
                    <a:pt x="2326634" y="1236357"/>
                  </a:lnTo>
                  <a:lnTo>
                    <a:pt x="2291256" y="1324686"/>
                  </a:lnTo>
                  <a:lnTo>
                    <a:pt x="2255682" y="1414624"/>
                  </a:lnTo>
                  <a:lnTo>
                    <a:pt x="2219975" y="1505605"/>
                  </a:lnTo>
                  <a:lnTo>
                    <a:pt x="2184212" y="1597036"/>
                  </a:lnTo>
                  <a:lnTo>
                    <a:pt x="2148468" y="1688310"/>
                  </a:lnTo>
                  <a:lnTo>
                    <a:pt x="2112821" y="1778826"/>
                  </a:lnTo>
                  <a:lnTo>
                    <a:pt x="2077340" y="1868003"/>
                  </a:lnTo>
                  <a:lnTo>
                    <a:pt x="2042086" y="1955297"/>
                  </a:lnTo>
                  <a:lnTo>
                    <a:pt x="2007106" y="2040211"/>
                  </a:lnTo>
                  <a:lnTo>
                    <a:pt x="1972429" y="2122310"/>
                  </a:lnTo>
                  <a:lnTo>
                    <a:pt x="1938062" y="2201228"/>
                  </a:lnTo>
                  <a:lnTo>
                    <a:pt x="1903992" y="2276669"/>
                  </a:lnTo>
                  <a:lnTo>
                    <a:pt x="1870176" y="2348416"/>
                  </a:lnTo>
                  <a:lnTo>
                    <a:pt x="1836547" y="2416322"/>
                  </a:lnTo>
                  <a:lnTo>
                    <a:pt x="1803004" y="2480313"/>
                  </a:lnTo>
                  <a:lnTo>
                    <a:pt x="1769414" y="2540380"/>
                  </a:lnTo>
                  <a:lnTo>
                    <a:pt x="1735608" y="2596576"/>
                  </a:lnTo>
                  <a:lnTo>
                    <a:pt x="1719082" y="2622450"/>
                  </a:lnTo>
                  <a:lnTo>
                    <a:pt x="1672827" y="2689168"/>
                  </a:lnTo>
                  <a:lnTo>
                    <a:pt x="1625008" y="2749202"/>
                  </a:lnTo>
                  <a:lnTo>
                    <a:pt x="1574887" y="2802895"/>
                  </a:lnTo>
                  <a:lnTo>
                    <a:pt x="1521635" y="2850822"/>
                  </a:lnTo>
                  <a:lnTo>
                    <a:pt x="1464407" y="2893636"/>
                  </a:lnTo>
                  <a:lnTo>
                    <a:pt x="1402416" y="2931965"/>
                  </a:lnTo>
                  <a:lnTo>
                    <a:pt x="1335016" y="2966362"/>
                  </a:lnTo>
                  <a:lnTo>
                    <a:pt x="1261828" y="2997277"/>
                  </a:lnTo>
                  <a:lnTo>
                    <a:pt x="1182894" y="3025038"/>
                  </a:lnTo>
                  <a:lnTo>
                    <a:pt x="1098868" y="3049851"/>
                  </a:lnTo>
                  <a:lnTo>
                    <a:pt x="1011201" y="3071803"/>
                  </a:lnTo>
                  <a:lnTo>
                    <a:pt x="922273" y="3090887"/>
                  </a:lnTo>
                  <a:lnTo>
                    <a:pt x="835368" y="3107039"/>
                  </a:lnTo>
                  <a:lnTo>
                    <a:pt x="754415" y="3120200"/>
                  </a:lnTo>
                  <a:lnTo>
                    <a:pt x="683446" y="3130383"/>
                  </a:lnTo>
                  <a:lnTo>
                    <a:pt x="625841" y="3137732"/>
                  </a:lnTo>
                  <a:lnTo>
                    <a:pt x="583576" y="3142556"/>
                  </a:lnTo>
                  <a:lnTo>
                    <a:pt x="556688" y="3145315"/>
                  </a:lnTo>
                  <a:lnTo>
                    <a:pt x="543132" y="3146572"/>
                  </a:lnTo>
                  <a:lnTo>
                    <a:pt x="538971" y="3146922"/>
                  </a:lnTo>
                  <a:lnTo>
                    <a:pt x="538736" y="3146940"/>
                  </a:lnTo>
                  <a:lnTo>
                    <a:pt x="0" y="31469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3" name="pg1313"/>
            <p:cNvSpPr/>
            <p:nvPr/>
          </p:nvSpPr>
          <p:spPr>
            <a:xfrm>
              <a:off x="546595" y="1044462"/>
              <a:ext cx="8234974" cy="3136051"/>
            </a:xfrm>
            <a:custGeom>
              <a:avLst/>
              <a:pathLst>
                <a:path w="8234974" h="3136051">
                  <a:moveTo>
                    <a:pt x="0" y="3136051"/>
                  </a:moveTo>
                  <a:lnTo>
                    <a:pt x="538736" y="3136051"/>
                  </a:lnTo>
                  <a:lnTo>
                    <a:pt x="539879" y="3135960"/>
                  </a:lnTo>
                  <a:lnTo>
                    <a:pt x="547357" y="3135309"/>
                  </a:lnTo>
                  <a:lnTo>
                    <a:pt x="566085" y="3133508"/>
                  </a:lnTo>
                  <a:lnTo>
                    <a:pt x="599254" y="3129971"/>
                  </a:lnTo>
                  <a:lnTo>
                    <a:pt x="648050" y="3124171"/>
                  </a:lnTo>
                  <a:lnTo>
                    <a:pt x="711589" y="3115709"/>
                  </a:lnTo>
                  <a:lnTo>
                    <a:pt x="787224" y="3104347"/>
                  </a:lnTo>
                  <a:lnTo>
                    <a:pt x="871198" y="3090001"/>
                  </a:lnTo>
                  <a:lnTo>
                    <a:pt x="959437" y="3072697"/>
                  </a:lnTo>
                  <a:lnTo>
                    <a:pt x="1048225" y="3052504"/>
                  </a:lnTo>
                  <a:lnTo>
                    <a:pt x="1134638" y="3029467"/>
                  </a:lnTo>
                  <a:lnTo>
                    <a:pt x="1216690" y="3003559"/>
                  </a:lnTo>
                  <a:lnTo>
                    <a:pt x="1293284" y="2974645"/>
                  </a:lnTo>
                  <a:lnTo>
                    <a:pt x="1364047" y="2942468"/>
                  </a:lnTo>
                  <a:lnTo>
                    <a:pt x="1429135" y="2906649"/>
                  </a:lnTo>
                  <a:lnTo>
                    <a:pt x="1489056" y="2866695"/>
                  </a:lnTo>
                  <a:lnTo>
                    <a:pt x="1544530" y="2822019"/>
                  </a:lnTo>
                  <a:lnTo>
                    <a:pt x="1596380" y="2771976"/>
                  </a:lnTo>
                  <a:lnTo>
                    <a:pt x="1645452" y="2715935"/>
                  </a:lnTo>
                  <a:lnTo>
                    <a:pt x="1692547" y="2653394"/>
                  </a:lnTo>
                  <a:lnTo>
                    <a:pt x="1719082" y="2614283"/>
                  </a:lnTo>
                  <a:lnTo>
                    <a:pt x="1753140" y="2560091"/>
                  </a:lnTo>
                  <a:lnTo>
                    <a:pt x="1786883" y="2502075"/>
                  </a:lnTo>
                  <a:lnTo>
                    <a:pt x="1820502" y="2440156"/>
                  </a:lnTo>
                  <a:lnTo>
                    <a:pt x="1854148" y="2374314"/>
                  </a:lnTo>
                  <a:lnTo>
                    <a:pt x="1887938" y="2304591"/>
                  </a:lnTo>
                  <a:lnTo>
                    <a:pt x="1921955" y="2231098"/>
                  </a:lnTo>
                  <a:lnTo>
                    <a:pt x="1956252" y="2154019"/>
                  </a:lnTo>
                  <a:lnTo>
                    <a:pt x="1990858" y="2073615"/>
                  </a:lnTo>
                  <a:lnTo>
                    <a:pt x="2025775" y="1990218"/>
                  </a:lnTo>
                  <a:lnTo>
                    <a:pt x="2060982" y="1904233"/>
                  </a:lnTo>
                  <a:lnTo>
                    <a:pt x="2096442" y="1816130"/>
                  </a:lnTo>
                  <a:lnTo>
                    <a:pt x="2132097" y="1726433"/>
                  </a:lnTo>
                  <a:lnTo>
                    <a:pt x="2167883" y="1635709"/>
                  </a:lnTo>
                  <a:lnTo>
                    <a:pt x="2203725" y="1544552"/>
                  </a:lnTo>
                  <a:lnTo>
                    <a:pt x="2239544" y="1453570"/>
                  </a:lnTo>
                  <a:lnTo>
                    <a:pt x="2275263" y="1363365"/>
                  </a:lnTo>
                  <a:lnTo>
                    <a:pt x="2310814" y="1274517"/>
                  </a:lnTo>
                  <a:lnTo>
                    <a:pt x="2346134" y="1187570"/>
                  </a:lnTo>
                  <a:lnTo>
                    <a:pt x="2381178" y="1103019"/>
                  </a:lnTo>
                  <a:lnTo>
                    <a:pt x="2415917" y="1021296"/>
                  </a:lnTo>
                  <a:lnTo>
                    <a:pt x="2450344" y="942766"/>
                  </a:lnTo>
                  <a:lnTo>
                    <a:pt x="2484476" y="867721"/>
                  </a:lnTo>
                  <a:lnTo>
                    <a:pt x="2518353" y="796376"/>
                  </a:lnTo>
                  <a:lnTo>
                    <a:pt x="2552049" y="728873"/>
                  </a:lnTo>
                  <a:lnTo>
                    <a:pt x="2585663" y="665284"/>
                  </a:lnTo>
                  <a:lnTo>
                    <a:pt x="2619332" y="605614"/>
                  </a:lnTo>
                  <a:lnTo>
                    <a:pt x="2653230" y="549808"/>
                  </a:lnTo>
                  <a:lnTo>
                    <a:pt x="2667772" y="527212"/>
                  </a:lnTo>
                  <a:lnTo>
                    <a:pt x="2714048" y="460814"/>
                  </a:lnTo>
                  <a:lnTo>
                    <a:pt x="2761888" y="401070"/>
                  </a:lnTo>
                  <a:lnTo>
                    <a:pt x="2812034" y="347639"/>
                  </a:lnTo>
                  <a:lnTo>
                    <a:pt x="2865314" y="299948"/>
                  </a:lnTo>
                  <a:lnTo>
                    <a:pt x="2922574" y="257347"/>
                  </a:lnTo>
                  <a:lnTo>
                    <a:pt x="2984604" y="219211"/>
                  </a:lnTo>
                  <a:lnTo>
                    <a:pt x="3052049" y="184988"/>
                  </a:lnTo>
                  <a:lnTo>
                    <a:pt x="3125287" y="154231"/>
                  </a:lnTo>
                  <a:lnTo>
                    <a:pt x="3204275" y="126613"/>
                  </a:lnTo>
                  <a:lnTo>
                    <a:pt x="3288355" y="101930"/>
                  </a:lnTo>
                  <a:lnTo>
                    <a:pt x="3376071" y="80096"/>
                  </a:lnTo>
                  <a:lnTo>
                    <a:pt x="3465036" y="61117"/>
                  </a:lnTo>
                  <a:lnTo>
                    <a:pt x="3551957" y="45057"/>
                  </a:lnTo>
                  <a:lnTo>
                    <a:pt x="3632897" y="31976"/>
                  </a:lnTo>
                  <a:lnTo>
                    <a:pt x="3703824" y="21860"/>
                  </a:lnTo>
                  <a:lnTo>
                    <a:pt x="3761355" y="14564"/>
                  </a:lnTo>
                  <a:lnTo>
                    <a:pt x="3803528" y="9779"/>
                  </a:lnTo>
                  <a:lnTo>
                    <a:pt x="3830318" y="7046"/>
                  </a:lnTo>
                  <a:lnTo>
                    <a:pt x="3843788" y="5805"/>
                  </a:lnTo>
                  <a:lnTo>
                    <a:pt x="3847894" y="546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4" y="5522"/>
                  </a:lnTo>
                  <a:lnTo>
                    <a:pt x="4395816" y="6082"/>
                  </a:lnTo>
                  <a:lnTo>
                    <a:pt x="4415255" y="7628"/>
                  </a:lnTo>
                  <a:lnTo>
                    <a:pt x="4449615" y="10664"/>
                  </a:lnTo>
                  <a:lnTo>
                    <a:pt x="4500028" y="15637"/>
                  </a:lnTo>
                  <a:lnTo>
                    <a:pt x="4565448" y="22883"/>
                  </a:lnTo>
                  <a:lnTo>
                    <a:pt x="4643009" y="32594"/>
                  </a:lnTo>
                  <a:lnTo>
                    <a:pt x="4728741" y="44834"/>
                  </a:lnTo>
                  <a:lnTo>
                    <a:pt x="4818414" y="59572"/>
                  </a:lnTo>
                  <a:lnTo>
                    <a:pt x="4908239" y="76751"/>
                  </a:lnTo>
                  <a:lnTo>
                    <a:pt x="4995292" y="96336"/>
                  </a:lnTo>
                  <a:lnTo>
                    <a:pt x="5077645" y="118364"/>
                  </a:lnTo>
                  <a:lnTo>
                    <a:pt x="5154285" y="142966"/>
                  </a:lnTo>
                  <a:lnTo>
                    <a:pt x="5224930" y="170380"/>
                  </a:lnTo>
                  <a:lnTo>
                    <a:pt x="5289823" y="200951"/>
                  </a:lnTo>
                  <a:lnTo>
                    <a:pt x="5349545" y="235118"/>
                  </a:lnTo>
                  <a:lnTo>
                    <a:pt x="5404876" y="273401"/>
                  </a:lnTo>
                  <a:lnTo>
                    <a:pt x="5456684" y="316355"/>
                  </a:lnTo>
                  <a:lnTo>
                    <a:pt x="5505847" y="364507"/>
                  </a:lnTo>
                  <a:lnTo>
                    <a:pt x="5553174" y="418234"/>
                  </a:lnTo>
                  <a:lnTo>
                    <a:pt x="5567201" y="435562"/>
                  </a:lnTo>
                  <a:lnTo>
                    <a:pt x="5603975" y="483954"/>
                  </a:lnTo>
                  <a:lnTo>
                    <a:pt x="5640400" y="536033"/>
                  </a:lnTo>
                  <a:lnTo>
                    <a:pt x="5676711" y="591871"/>
                  </a:lnTo>
                  <a:lnTo>
                    <a:pt x="5713090" y="651478"/>
                  </a:lnTo>
                  <a:lnTo>
                    <a:pt x="5749670" y="714791"/>
                  </a:lnTo>
                  <a:lnTo>
                    <a:pt x="5786545" y="781667"/>
                  </a:lnTo>
                  <a:lnTo>
                    <a:pt x="5823766" y="851880"/>
                  </a:lnTo>
                  <a:lnTo>
                    <a:pt x="5861351" y="925119"/>
                  </a:lnTo>
                  <a:lnTo>
                    <a:pt x="5899287" y="1000994"/>
                  </a:lnTo>
                  <a:lnTo>
                    <a:pt x="5937530" y="1079036"/>
                  </a:lnTo>
                  <a:lnTo>
                    <a:pt x="5976017" y="1158715"/>
                  </a:lnTo>
                  <a:lnTo>
                    <a:pt x="6014665" y="1239447"/>
                  </a:lnTo>
                  <a:lnTo>
                    <a:pt x="6053381" y="1320617"/>
                  </a:lnTo>
                  <a:lnTo>
                    <a:pt x="6092067" y="1401594"/>
                  </a:lnTo>
                  <a:lnTo>
                    <a:pt x="6130627" y="1481753"/>
                  </a:lnTo>
                  <a:lnTo>
                    <a:pt x="6168974" y="1560498"/>
                  </a:lnTo>
                  <a:lnTo>
                    <a:pt x="6207035" y="1637275"/>
                  </a:lnTo>
                  <a:lnTo>
                    <a:pt x="6244760" y="1711589"/>
                  </a:lnTo>
                  <a:lnTo>
                    <a:pt x="6282123" y="1783020"/>
                  </a:lnTo>
                  <a:lnTo>
                    <a:pt x="6319128" y="1851224"/>
                  </a:lnTo>
                  <a:lnTo>
                    <a:pt x="6355814" y="1915943"/>
                  </a:lnTo>
                  <a:lnTo>
                    <a:pt x="6392258" y="1977003"/>
                  </a:lnTo>
                  <a:lnTo>
                    <a:pt x="6428576" y="2034309"/>
                  </a:lnTo>
                  <a:lnTo>
                    <a:pt x="6464932" y="2087843"/>
                  </a:lnTo>
                  <a:lnTo>
                    <a:pt x="6501538" y="2137656"/>
                  </a:lnTo>
                  <a:lnTo>
                    <a:pt x="6515891" y="2156035"/>
                  </a:lnTo>
                  <a:lnTo>
                    <a:pt x="6562803" y="2211474"/>
                  </a:lnTo>
                  <a:lnTo>
                    <a:pt x="6611331" y="2261280"/>
                  </a:lnTo>
                  <a:lnTo>
                    <a:pt x="6662251" y="2305751"/>
                  </a:lnTo>
                  <a:lnTo>
                    <a:pt x="6716425" y="2345384"/>
                  </a:lnTo>
                  <a:lnTo>
                    <a:pt x="6774734" y="2380737"/>
                  </a:lnTo>
                  <a:lnTo>
                    <a:pt x="6837994" y="2412342"/>
                  </a:lnTo>
                  <a:lnTo>
                    <a:pt x="6906859" y="2440668"/>
                  </a:lnTo>
                  <a:lnTo>
                    <a:pt x="6981691" y="2466089"/>
                  </a:lnTo>
                  <a:lnTo>
                    <a:pt x="7062389" y="2488875"/>
                  </a:lnTo>
                  <a:lnTo>
                    <a:pt x="7148182" y="2509189"/>
                  </a:lnTo>
                  <a:lnTo>
                    <a:pt x="7237433" y="2527095"/>
                  </a:lnTo>
                  <a:lnTo>
                    <a:pt x="7327517" y="2542576"/>
                  </a:lnTo>
                  <a:lnTo>
                    <a:pt x="7414876" y="2555576"/>
                  </a:lnTo>
                  <a:lnTo>
                    <a:pt x="7495349" y="2566049"/>
                  </a:lnTo>
                  <a:lnTo>
                    <a:pt x="7564802" y="2574024"/>
                  </a:lnTo>
                  <a:lnTo>
                    <a:pt x="7619948" y="2579654"/>
                  </a:lnTo>
                  <a:lnTo>
                    <a:pt x="7659135" y="2583232"/>
                  </a:lnTo>
                  <a:lnTo>
                    <a:pt x="7682826" y="2585177"/>
                  </a:lnTo>
                  <a:lnTo>
                    <a:pt x="7693661" y="2585980"/>
                  </a:lnTo>
                  <a:lnTo>
                    <a:pt x="7696237" y="2586153"/>
                  </a:lnTo>
                  <a:lnTo>
                    <a:pt x="8234974" y="2586153"/>
                  </a:lnTo>
                  <a:lnTo>
                    <a:pt x="8234974" y="2580709"/>
                  </a:lnTo>
                  <a:lnTo>
                    <a:pt x="7696237" y="2580709"/>
                  </a:lnTo>
                  <a:lnTo>
                    <a:pt x="7695049" y="2580630"/>
                  </a:lnTo>
                  <a:lnTo>
                    <a:pt x="7687276" y="2580071"/>
                  </a:lnTo>
                  <a:lnTo>
                    <a:pt x="7667837" y="2578525"/>
                  </a:lnTo>
                  <a:lnTo>
                    <a:pt x="7633478" y="2575489"/>
                  </a:lnTo>
                  <a:lnTo>
                    <a:pt x="7583065" y="2570515"/>
                  </a:lnTo>
                  <a:lnTo>
                    <a:pt x="7517645" y="2563270"/>
                  </a:lnTo>
                  <a:lnTo>
                    <a:pt x="7440084" y="2553558"/>
                  </a:lnTo>
                  <a:lnTo>
                    <a:pt x="7354351" y="2541319"/>
                  </a:lnTo>
                  <a:lnTo>
                    <a:pt x="7264678" y="2526580"/>
                  </a:lnTo>
                  <a:lnTo>
                    <a:pt x="7174854" y="2509402"/>
                  </a:lnTo>
                  <a:lnTo>
                    <a:pt x="7087801" y="2489817"/>
                  </a:lnTo>
                  <a:lnTo>
                    <a:pt x="7005448" y="2467789"/>
                  </a:lnTo>
                  <a:lnTo>
                    <a:pt x="6928808" y="2443187"/>
                  </a:lnTo>
                  <a:lnTo>
                    <a:pt x="6858162" y="2415772"/>
                  </a:lnTo>
                  <a:lnTo>
                    <a:pt x="6793270" y="2385202"/>
                  </a:lnTo>
                  <a:lnTo>
                    <a:pt x="6733548" y="2351034"/>
                  </a:lnTo>
                  <a:lnTo>
                    <a:pt x="6678217" y="2312752"/>
                  </a:lnTo>
                  <a:lnTo>
                    <a:pt x="6626408" y="2269798"/>
                  </a:lnTo>
                  <a:lnTo>
                    <a:pt x="6577245" y="2221646"/>
                  </a:lnTo>
                  <a:lnTo>
                    <a:pt x="6529918" y="2167918"/>
                  </a:lnTo>
                  <a:lnTo>
                    <a:pt x="6515891" y="2150591"/>
                  </a:lnTo>
                  <a:lnTo>
                    <a:pt x="6479118" y="2102198"/>
                  </a:lnTo>
                  <a:lnTo>
                    <a:pt x="6442693" y="2050120"/>
                  </a:lnTo>
                  <a:lnTo>
                    <a:pt x="6406382" y="1994282"/>
                  </a:lnTo>
                  <a:lnTo>
                    <a:pt x="6370003" y="1934674"/>
                  </a:lnTo>
                  <a:lnTo>
                    <a:pt x="6333422" y="1871361"/>
                  </a:lnTo>
                  <a:lnTo>
                    <a:pt x="6296547" y="1804486"/>
                  </a:lnTo>
                  <a:lnTo>
                    <a:pt x="6259326" y="1734273"/>
                  </a:lnTo>
                  <a:lnTo>
                    <a:pt x="6221741" y="1661034"/>
                  </a:lnTo>
                  <a:lnTo>
                    <a:pt x="6183806" y="1585159"/>
                  </a:lnTo>
                  <a:lnTo>
                    <a:pt x="6145562" y="1507116"/>
                  </a:lnTo>
                  <a:lnTo>
                    <a:pt x="6107075" y="1427438"/>
                  </a:lnTo>
                  <a:lnTo>
                    <a:pt x="6068427" y="1346705"/>
                  </a:lnTo>
                  <a:lnTo>
                    <a:pt x="6029711" y="1265536"/>
                  </a:lnTo>
                  <a:lnTo>
                    <a:pt x="5991025" y="1184559"/>
                  </a:lnTo>
                  <a:lnTo>
                    <a:pt x="5952465" y="1104399"/>
                  </a:lnTo>
                  <a:lnTo>
                    <a:pt x="5914118" y="1025654"/>
                  </a:lnTo>
                  <a:lnTo>
                    <a:pt x="5876057" y="948878"/>
                  </a:lnTo>
                  <a:lnTo>
                    <a:pt x="5838332" y="874563"/>
                  </a:lnTo>
                  <a:lnTo>
                    <a:pt x="5800970" y="803133"/>
                  </a:lnTo>
                  <a:lnTo>
                    <a:pt x="5763965" y="734929"/>
                  </a:lnTo>
                  <a:lnTo>
                    <a:pt x="5727279" y="670209"/>
                  </a:lnTo>
                  <a:lnTo>
                    <a:pt x="5690835" y="609150"/>
                  </a:lnTo>
                  <a:lnTo>
                    <a:pt x="5654516" y="551844"/>
                  </a:lnTo>
                  <a:lnTo>
                    <a:pt x="5618160" y="498309"/>
                  </a:lnTo>
                  <a:lnTo>
                    <a:pt x="5581554" y="448497"/>
                  </a:lnTo>
                  <a:lnTo>
                    <a:pt x="5567201" y="430118"/>
                  </a:lnTo>
                  <a:lnTo>
                    <a:pt x="5520290" y="374679"/>
                  </a:lnTo>
                  <a:lnTo>
                    <a:pt x="5471761" y="324873"/>
                  </a:lnTo>
                  <a:lnTo>
                    <a:pt x="5420842" y="280402"/>
                  </a:lnTo>
                  <a:lnTo>
                    <a:pt x="5366667" y="240768"/>
                  </a:lnTo>
                  <a:lnTo>
                    <a:pt x="5308358" y="205416"/>
                  </a:lnTo>
                  <a:lnTo>
                    <a:pt x="5245099" y="173811"/>
                  </a:lnTo>
                  <a:lnTo>
                    <a:pt x="5176234" y="145485"/>
                  </a:lnTo>
                  <a:lnTo>
                    <a:pt x="5101401" y="120064"/>
                  </a:lnTo>
                  <a:lnTo>
                    <a:pt x="5020703" y="97278"/>
                  </a:lnTo>
                  <a:lnTo>
                    <a:pt x="4934910" y="76964"/>
                  </a:lnTo>
                  <a:lnTo>
                    <a:pt x="4845659" y="59058"/>
                  </a:lnTo>
                  <a:lnTo>
                    <a:pt x="4755576" y="43577"/>
                  </a:lnTo>
                  <a:lnTo>
                    <a:pt x="4668217" y="30577"/>
                  </a:lnTo>
                  <a:lnTo>
                    <a:pt x="4587743" y="20104"/>
                  </a:lnTo>
                  <a:lnTo>
                    <a:pt x="4518291" y="12128"/>
                  </a:lnTo>
                  <a:lnTo>
                    <a:pt x="4463144" y="6499"/>
                  </a:lnTo>
                  <a:lnTo>
                    <a:pt x="4423957" y="2920"/>
                  </a:lnTo>
                  <a:lnTo>
                    <a:pt x="4400266" y="976"/>
                  </a:lnTo>
                  <a:lnTo>
                    <a:pt x="4389431" y="17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6" y="91"/>
                  </a:lnTo>
                  <a:lnTo>
                    <a:pt x="3839498" y="742"/>
                  </a:lnTo>
                  <a:lnTo>
                    <a:pt x="3820770" y="2542"/>
                  </a:lnTo>
                  <a:lnTo>
                    <a:pt x="3787601" y="6080"/>
                  </a:lnTo>
                  <a:lnTo>
                    <a:pt x="3738804" y="11880"/>
                  </a:lnTo>
                  <a:lnTo>
                    <a:pt x="3675265" y="20341"/>
                  </a:lnTo>
                  <a:lnTo>
                    <a:pt x="3599631" y="31703"/>
                  </a:lnTo>
                  <a:lnTo>
                    <a:pt x="3515657" y="46049"/>
                  </a:lnTo>
                  <a:lnTo>
                    <a:pt x="3427418" y="63354"/>
                  </a:lnTo>
                  <a:lnTo>
                    <a:pt x="3338629" y="83547"/>
                  </a:lnTo>
                  <a:lnTo>
                    <a:pt x="3252217" y="106584"/>
                  </a:lnTo>
                  <a:lnTo>
                    <a:pt x="3170164" y="132492"/>
                  </a:lnTo>
                  <a:lnTo>
                    <a:pt x="3093570" y="161406"/>
                  </a:lnTo>
                  <a:lnTo>
                    <a:pt x="3022807" y="193583"/>
                  </a:lnTo>
                  <a:lnTo>
                    <a:pt x="2957720" y="229402"/>
                  </a:lnTo>
                  <a:lnTo>
                    <a:pt x="2897798" y="269355"/>
                  </a:lnTo>
                  <a:lnTo>
                    <a:pt x="2842324" y="314031"/>
                  </a:lnTo>
                  <a:lnTo>
                    <a:pt x="2790475" y="364074"/>
                  </a:lnTo>
                  <a:lnTo>
                    <a:pt x="2741403" y="420116"/>
                  </a:lnTo>
                  <a:lnTo>
                    <a:pt x="2694307" y="482656"/>
                  </a:lnTo>
                  <a:lnTo>
                    <a:pt x="2667772" y="521767"/>
                  </a:lnTo>
                  <a:lnTo>
                    <a:pt x="2633714" y="575959"/>
                  </a:lnTo>
                  <a:lnTo>
                    <a:pt x="2599972" y="633976"/>
                  </a:lnTo>
                  <a:lnTo>
                    <a:pt x="2566353" y="695894"/>
                  </a:lnTo>
                  <a:lnTo>
                    <a:pt x="2532706" y="761736"/>
                  </a:lnTo>
                  <a:lnTo>
                    <a:pt x="2498917" y="831460"/>
                  </a:lnTo>
                  <a:lnTo>
                    <a:pt x="2464900" y="904953"/>
                  </a:lnTo>
                  <a:lnTo>
                    <a:pt x="2430602" y="982031"/>
                  </a:lnTo>
                  <a:lnTo>
                    <a:pt x="2395996" y="1062436"/>
                  </a:lnTo>
                  <a:lnTo>
                    <a:pt x="2361079" y="1145833"/>
                  </a:lnTo>
                  <a:lnTo>
                    <a:pt x="2325872" y="1231818"/>
                  </a:lnTo>
                  <a:lnTo>
                    <a:pt x="2290413" y="1319921"/>
                  </a:lnTo>
                  <a:lnTo>
                    <a:pt x="2254757" y="1409618"/>
                  </a:lnTo>
                  <a:lnTo>
                    <a:pt x="2218971" y="1500342"/>
                  </a:lnTo>
                  <a:lnTo>
                    <a:pt x="2183130" y="1591499"/>
                  </a:lnTo>
                  <a:lnTo>
                    <a:pt x="2147311" y="1682481"/>
                  </a:lnTo>
                  <a:lnTo>
                    <a:pt x="2111591" y="1772686"/>
                  </a:lnTo>
                  <a:lnTo>
                    <a:pt x="2076041" y="1861534"/>
                  </a:lnTo>
                  <a:lnTo>
                    <a:pt x="2040721" y="1948481"/>
                  </a:lnTo>
                  <a:lnTo>
                    <a:pt x="2005677" y="2033032"/>
                  </a:lnTo>
                  <a:lnTo>
                    <a:pt x="1970937" y="2114755"/>
                  </a:lnTo>
                  <a:lnTo>
                    <a:pt x="1936510" y="2193285"/>
                  </a:lnTo>
                  <a:lnTo>
                    <a:pt x="1902379" y="2268330"/>
                  </a:lnTo>
                  <a:lnTo>
                    <a:pt x="1868501" y="2339675"/>
                  </a:lnTo>
                  <a:lnTo>
                    <a:pt x="1834806" y="2407178"/>
                  </a:lnTo>
                  <a:lnTo>
                    <a:pt x="1801192" y="2470766"/>
                  </a:lnTo>
                  <a:lnTo>
                    <a:pt x="1767523" y="2530437"/>
                  </a:lnTo>
                  <a:lnTo>
                    <a:pt x="1733625" y="2586243"/>
                  </a:lnTo>
                  <a:lnTo>
                    <a:pt x="1719082" y="2608839"/>
                  </a:lnTo>
                  <a:lnTo>
                    <a:pt x="1672806" y="2675237"/>
                  </a:lnTo>
                  <a:lnTo>
                    <a:pt x="1624966" y="2734981"/>
                  </a:lnTo>
                  <a:lnTo>
                    <a:pt x="1574821" y="2788411"/>
                  </a:lnTo>
                  <a:lnTo>
                    <a:pt x="1521540" y="2836103"/>
                  </a:lnTo>
                  <a:lnTo>
                    <a:pt x="1464280" y="2878703"/>
                  </a:lnTo>
                  <a:lnTo>
                    <a:pt x="1402250" y="2916840"/>
                  </a:lnTo>
                  <a:lnTo>
                    <a:pt x="1334806" y="2951063"/>
                  </a:lnTo>
                  <a:lnTo>
                    <a:pt x="1261568" y="2981820"/>
                  </a:lnTo>
                  <a:lnTo>
                    <a:pt x="1182580" y="3009437"/>
                  </a:lnTo>
                  <a:lnTo>
                    <a:pt x="1098500" y="3034120"/>
                  </a:lnTo>
                  <a:lnTo>
                    <a:pt x="1010784" y="3055955"/>
                  </a:lnTo>
                  <a:lnTo>
                    <a:pt x="921819" y="3074934"/>
                  </a:lnTo>
                  <a:lnTo>
                    <a:pt x="834898" y="3090994"/>
                  </a:lnTo>
                  <a:lnTo>
                    <a:pt x="753957" y="3104075"/>
                  </a:lnTo>
                  <a:lnTo>
                    <a:pt x="683031" y="3114191"/>
                  </a:lnTo>
                  <a:lnTo>
                    <a:pt x="625499" y="3121487"/>
                  </a:lnTo>
                  <a:lnTo>
                    <a:pt x="583327" y="3126272"/>
                  </a:lnTo>
                  <a:lnTo>
                    <a:pt x="556537" y="3129005"/>
                  </a:lnTo>
                  <a:lnTo>
                    <a:pt x="543067" y="3130246"/>
                  </a:lnTo>
                  <a:lnTo>
                    <a:pt x="538961" y="3130589"/>
                  </a:lnTo>
                  <a:lnTo>
                    <a:pt x="538736" y="3130607"/>
                  </a:lnTo>
                  <a:lnTo>
                    <a:pt x="0" y="3130607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14" name="pl1314"/>
            <p:cNvSpPr/>
            <p:nvPr/>
          </p:nvSpPr>
          <p:spPr>
            <a:xfrm>
              <a:off x="546595" y="1049906"/>
              <a:ext cx="8234974" cy="3130607"/>
            </a:xfrm>
            <a:custGeom>
              <a:avLst/>
              <a:pathLst>
                <a:path w="8234974" h="3130607">
                  <a:moveTo>
                    <a:pt x="0" y="3130607"/>
                  </a:moveTo>
                  <a:lnTo>
                    <a:pt x="538736" y="3130607"/>
                  </a:lnTo>
                  <a:lnTo>
                    <a:pt x="539879" y="3130515"/>
                  </a:lnTo>
                  <a:lnTo>
                    <a:pt x="547357" y="3129864"/>
                  </a:lnTo>
                  <a:lnTo>
                    <a:pt x="566085" y="3128064"/>
                  </a:lnTo>
                  <a:lnTo>
                    <a:pt x="599254" y="3124526"/>
                  </a:lnTo>
                  <a:lnTo>
                    <a:pt x="648050" y="3118727"/>
                  </a:lnTo>
                  <a:lnTo>
                    <a:pt x="711589" y="3110265"/>
                  </a:lnTo>
                  <a:lnTo>
                    <a:pt x="787224" y="3098903"/>
                  </a:lnTo>
                  <a:lnTo>
                    <a:pt x="871198" y="3084557"/>
                  </a:lnTo>
                  <a:lnTo>
                    <a:pt x="959437" y="3067252"/>
                  </a:lnTo>
                  <a:lnTo>
                    <a:pt x="1048225" y="3047059"/>
                  </a:lnTo>
                  <a:lnTo>
                    <a:pt x="1134638" y="3024023"/>
                  </a:lnTo>
                  <a:lnTo>
                    <a:pt x="1216690" y="2998114"/>
                  </a:lnTo>
                  <a:lnTo>
                    <a:pt x="1293284" y="2969200"/>
                  </a:lnTo>
                  <a:lnTo>
                    <a:pt x="1364047" y="2937023"/>
                  </a:lnTo>
                  <a:lnTo>
                    <a:pt x="1429135" y="2901204"/>
                  </a:lnTo>
                  <a:lnTo>
                    <a:pt x="1489056" y="2861251"/>
                  </a:lnTo>
                  <a:lnTo>
                    <a:pt x="1544530" y="2816575"/>
                  </a:lnTo>
                  <a:lnTo>
                    <a:pt x="1596380" y="2766532"/>
                  </a:lnTo>
                  <a:lnTo>
                    <a:pt x="1645452" y="2710490"/>
                  </a:lnTo>
                  <a:lnTo>
                    <a:pt x="1692547" y="2647950"/>
                  </a:lnTo>
                  <a:lnTo>
                    <a:pt x="1719082" y="2608839"/>
                  </a:lnTo>
                  <a:lnTo>
                    <a:pt x="1753140" y="2554647"/>
                  </a:lnTo>
                  <a:lnTo>
                    <a:pt x="1786883" y="2496631"/>
                  </a:lnTo>
                  <a:lnTo>
                    <a:pt x="1820502" y="2434712"/>
                  </a:lnTo>
                  <a:lnTo>
                    <a:pt x="1854148" y="2368870"/>
                  </a:lnTo>
                  <a:lnTo>
                    <a:pt x="1887938" y="2299146"/>
                  </a:lnTo>
                  <a:lnTo>
                    <a:pt x="1921955" y="2225653"/>
                  </a:lnTo>
                  <a:lnTo>
                    <a:pt x="1956252" y="2148575"/>
                  </a:lnTo>
                  <a:lnTo>
                    <a:pt x="1990858" y="2068170"/>
                  </a:lnTo>
                  <a:lnTo>
                    <a:pt x="2025775" y="1984773"/>
                  </a:lnTo>
                  <a:lnTo>
                    <a:pt x="2060982" y="1898788"/>
                  </a:lnTo>
                  <a:lnTo>
                    <a:pt x="2096442" y="1810685"/>
                  </a:lnTo>
                  <a:lnTo>
                    <a:pt x="2132097" y="1720988"/>
                  </a:lnTo>
                  <a:lnTo>
                    <a:pt x="2167883" y="1630264"/>
                  </a:lnTo>
                  <a:lnTo>
                    <a:pt x="2203725" y="1539108"/>
                  </a:lnTo>
                  <a:lnTo>
                    <a:pt x="2239544" y="1448126"/>
                  </a:lnTo>
                  <a:lnTo>
                    <a:pt x="2275263" y="1357920"/>
                  </a:lnTo>
                  <a:lnTo>
                    <a:pt x="2310814" y="1269072"/>
                  </a:lnTo>
                  <a:lnTo>
                    <a:pt x="2346134" y="1182125"/>
                  </a:lnTo>
                  <a:lnTo>
                    <a:pt x="2381178" y="1097574"/>
                  </a:lnTo>
                  <a:lnTo>
                    <a:pt x="2415917" y="1015851"/>
                  </a:lnTo>
                  <a:lnTo>
                    <a:pt x="2450344" y="937321"/>
                  </a:lnTo>
                  <a:lnTo>
                    <a:pt x="2484476" y="862276"/>
                  </a:lnTo>
                  <a:lnTo>
                    <a:pt x="2518353" y="790931"/>
                  </a:lnTo>
                  <a:lnTo>
                    <a:pt x="2552049" y="723429"/>
                  </a:lnTo>
                  <a:lnTo>
                    <a:pt x="2585663" y="659840"/>
                  </a:lnTo>
                  <a:lnTo>
                    <a:pt x="2619332" y="600169"/>
                  </a:lnTo>
                  <a:lnTo>
                    <a:pt x="2653230" y="544363"/>
                  </a:lnTo>
                  <a:lnTo>
                    <a:pt x="2667772" y="521767"/>
                  </a:lnTo>
                  <a:lnTo>
                    <a:pt x="2714048" y="455369"/>
                  </a:lnTo>
                  <a:lnTo>
                    <a:pt x="2761888" y="395625"/>
                  </a:lnTo>
                  <a:lnTo>
                    <a:pt x="2812034" y="342195"/>
                  </a:lnTo>
                  <a:lnTo>
                    <a:pt x="2865314" y="294504"/>
                  </a:lnTo>
                  <a:lnTo>
                    <a:pt x="2922574" y="251903"/>
                  </a:lnTo>
                  <a:lnTo>
                    <a:pt x="2984604" y="213766"/>
                  </a:lnTo>
                  <a:lnTo>
                    <a:pt x="3052049" y="179543"/>
                  </a:lnTo>
                  <a:lnTo>
                    <a:pt x="3125287" y="148786"/>
                  </a:lnTo>
                  <a:lnTo>
                    <a:pt x="3204275" y="121169"/>
                  </a:lnTo>
                  <a:lnTo>
                    <a:pt x="3288355" y="96486"/>
                  </a:lnTo>
                  <a:lnTo>
                    <a:pt x="3376071" y="74651"/>
                  </a:lnTo>
                  <a:lnTo>
                    <a:pt x="3465036" y="55672"/>
                  </a:lnTo>
                  <a:lnTo>
                    <a:pt x="3551957" y="39613"/>
                  </a:lnTo>
                  <a:lnTo>
                    <a:pt x="3632897" y="26531"/>
                  </a:lnTo>
                  <a:lnTo>
                    <a:pt x="3703824" y="16415"/>
                  </a:lnTo>
                  <a:lnTo>
                    <a:pt x="3761355" y="9119"/>
                  </a:lnTo>
                  <a:lnTo>
                    <a:pt x="3803528" y="4335"/>
                  </a:lnTo>
                  <a:lnTo>
                    <a:pt x="3830318" y="1602"/>
                  </a:lnTo>
                  <a:lnTo>
                    <a:pt x="3843788" y="361"/>
                  </a:lnTo>
                  <a:lnTo>
                    <a:pt x="3847894" y="1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4" y="78"/>
                  </a:lnTo>
                  <a:lnTo>
                    <a:pt x="4395816" y="637"/>
                  </a:lnTo>
                  <a:lnTo>
                    <a:pt x="4415255" y="2183"/>
                  </a:lnTo>
                  <a:lnTo>
                    <a:pt x="4449615" y="5220"/>
                  </a:lnTo>
                  <a:lnTo>
                    <a:pt x="4500028" y="10193"/>
                  </a:lnTo>
                  <a:lnTo>
                    <a:pt x="4565448" y="17438"/>
                  </a:lnTo>
                  <a:lnTo>
                    <a:pt x="4643009" y="27150"/>
                  </a:lnTo>
                  <a:lnTo>
                    <a:pt x="4728741" y="39389"/>
                  </a:lnTo>
                  <a:lnTo>
                    <a:pt x="4818414" y="54128"/>
                  </a:lnTo>
                  <a:lnTo>
                    <a:pt x="4908239" y="71307"/>
                  </a:lnTo>
                  <a:lnTo>
                    <a:pt x="4995292" y="90892"/>
                  </a:lnTo>
                  <a:lnTo>
                    <a:pt x="5077645" y="112919"/>
                  </a:lnTo>
                  <a:lnTo>
                    <a:pt x="5154285" y="137522"/>
                  </a:lnTo>
                  <a:lnTo>
                    <a:pt x="5224930" y="164936"/>
                  </a:lnTo>
                  <a:lnTo>
                    <a:pt x="5289823" y="195506"/>
                  </a:lnTo>
                  <a:lnTo>
                    <a:pt x="5349545" y="229674"/>
                  </a:lnTo>
                  <a:lnTo>
                    <a:pt x="5404876" y="267956"/>
                  </a:lnTo>
                  <a:lnTo>
                    <a:pt x="5456684" y="310910"/>
                  </a:lnTo>
                  <a:lnTo>
                    <a:pt x="5505847" y="359062"/>
                  </a:lnTo>
                  <a:lnTo>
                    <a:pt x="5553174" y="412790"/>
                  </a:lnTo>
                  <a:lnTo>
                    <a:pt x="5567201" y="430118"/>
                  </a:lnTo>
                  <a:lnTo>
                    <a:pt x="5603975" y="478510"/>
                  </a:lnTo>
                  <a:lnTo>
                    <a:pt x="5640400" y="530588"/>
                  </a:lnTo>
                  <a:lnTo>
                    <a:pt x="5676711" y="586426"/>
                  </a:lnTo>
                  <a:lnTo>
                    <a:pt x="5713090" y="646034"/>
                  </a:lnTo>
                  <a:lnTo>
                    <a:pt x="5749670" y="709347"/>
                  </a:lnTo>
                  <a:lnTo>
                    <a:pt x="5786545" y="776223"/>
                  </a:lnTo>
                  <a:lnTo>
                    <a:pt x="5823766" y="846435"/>
                  </a:lnTo>
                  <a:lnTo>
                    <a:pt x="5861351" y="919674"/>
                  </a:lnTo>
                  <a:lnTo>
                    <a:pt x="5899287" y="995549"/>
                  </a:lnTo>
                  <a:lnTo>
                    <a:pt x="5937530" y="1073592"/>
                  </a:lnTo>
                  <a:lnTo>
                    <a:pt x="5976017" y="1153271"/>
                  </a:lnTo>
                  <a:lnTo>
                    <a:pt x="6014665" y="1234003"/>
                  </a:lnTo>
                  <a:lnTo>
                    <a:pt x="6053381" y="1315172"/>
                  </a:lnTo>
                  <a:lnTo>
                    <a:pt x="6092067" y="1396149"/>
                  </a:lnTo>
                  <a:lnTo>
                    <a:pt x="6130627" y="1476309"/>
                  </a:lnTo>
                  <a:lnTo>
                    <a:pt x="6168974" y="1555054"/>
                  </a:lnTo>
                  <a:lnTo>
                    <a:pt x="6207035" y="1631830"/>
                  </a:lnTo>
                  <a:lnTo>
                    <a:pt x="6244760" y="1706145"/>
                  </a:lnTo>
                  <a:lnTo>
                    <a:pt x="6282123" y="1777575"/>
                  </a:lnTo>
                  <a:lnTo>
                    <a:pt x="6319128" y="1845780"/>
                  </a:lnTo>
                  <a:lnTo>
                    <a:pt x="6355814" y="1910499"/>
                  </a:lnTo>
                  <a:lnTo>
                    <a:pt x="6392258" y="1971558"/>
                  </a:lnTo>
                  <a:lnTo>
                    <a:pt x="6428576" y="2028865"/>
                  </a:lnTo>
                  <a:lnTo>
                    <a:pt x="6464932" y="2082399"/>
                  </a:lnTo>
                  <a:lnTo>
                    <a:pt x="6501538" y="2132211"/>
                  </a:lnTo>
                  <a:lnTo>
                    <a:pt x="6515891" y="2150591"/>
                  </a:lnTo>
                  <a:lnTo>
                    <a:pt x="6562803" y="2206029"/>
                  </a:lnTo>
                  <a:lnTo>
                    <a:pt x="6611331" y="2255835"/>
                  </a:lnTo>
                  <a:lnTo>
                    <a:pt x="6662251" y="2300307"/>
                  </a:lnTo>
                  <a:lnTo>
                    <a:pt x="6716425" y="2339940"/>
                  </a:lnTo>
                  <a:lnTo>
                    <a:pt x="6774734" y="2375292"/>
                  </a:lnTo>
                  <a:lnTo>
                    <a:pt x="6837994" y="2406897"/>
                  </a:lnTo>
                  <a:lnTo>
                    <a:pt x="6906859" y="2435223"/>
                  </a:lnTo>
                  <a:lnTo>
                    <a:pt x="6981691" y="2460644"/>
                  </a:lnTo>
                  <a:lnTo>
                    <a:pt x="7062389" y="2483430"/>
                  </a:lnTo>
                  <a:lnTo>
                    <a:pt x="7148182" y="2503745"/>
                  </a:lnTo>
                  <a:lnTo>
                    <a:pt x="7237433" y="2521650"/>
                  </a:lnTo>
                  <a:lnTo>
                    <a:pt x="7327517" y="2537132"/>
                  </a:lnTo>
                  <a:lnTo>
                    <a:pt x="7414876" y="2550131"/>
                  </a:lnTo>
                  <a:lnTo>
                    <a:pt x="7495349" y="2560604"/>
                  </a:lnTo>
                  <a:lnTo>
                    <a:pt x="7564802" y="2568580"/>
                  </a:lnTo>
                  <a:lnTo>
                    <a:pt x="7619948" y="2574210"/>
                  </a:lnTo>
                  <a:lnTo>
                    <a:pt x="7659135" y="2577788"/>
                  </a:lnTo>
                  <a:lnTo>
                    <a:pt x="7682826" y="2579732"/>
                  </a:lnTo>
                  <a:lnTo>
                    <a:pt x="7693661" y="2580535"/>
                  </a:lnTo>
                  <a:lnTo>
                    <a:pt x="7696203" y="2580707"/>
                  </a:lnTo>
                  <a:lnTo>
                    <a:pt x="7696237" y="2580709"/>
                  </a:lnTo>
                  <a:lnTo>
                    <a:pt x="8234974" y="25807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5" name="pl1315"/>
            <p:cNvSpPr/>
            <p:nvPr/>
          </p:nvSpPr>
          <p:spPr>
            <a:xfrm>
              <a:off x="546595" y="1044462"/>
              <a:ext cx="8234974" cy="3130607"/>
            </a:xfrm>
            <a:custGeom>
              <a:avLst/>
              <a:pathLst>
                <a:path w="8234974" h="3130607">
                  <a:moveTo>
                    <a:pt x="8234974" y="2580709"/>
                  </a:moveTo>
                  <a:lnTo>
                    <a:pt x="7696237" y="2580709"/>
                  </a:lnTo>
                  <a:lnTo>
                    <a:pt x="7695049" y="2580630"/>
                  </a:lnTo>
                  <a:lnTo>
                    <a:pt x="7687276" y="2580071"/>
                  </a:lnTo>
                  <a:lnTo>
                    <a:pt x="7667837" y="2578525"/>
                  </a:lnTo>
                  <a:lnTo>
                    <a:pt x="7633478" y="2575489"/>
                  </a:lnTo>
                  <a:lnTo>
                    <a:pt x="7583065" y="2570515"/>
                  </a:lnTo>
                  <a:lnTo>
                    <a:pt x="7517645" y="2563270"/>
                  </a:lnTo>
                  <a:lnTo>
                    <a:pt x="7440084" y="2553558"/>
                  </a:lnTo>
                  <a:lnTo>
                    <a:pt x="7354351" y="2541319"/>
                  </a:lnTo>
                  <a:lnTo>
                    <a:pt x="7264678" y="2526580"/>
                  </a:lnTo>
                  <a:lnTo>
                    <a:pt x="7174854" y="2509402"/>
                  </a:lnTo>
                  <a:lnTo>
                    <a:pt x="7087801" y="2489817"/>
                  </a:lnTo>
                  <a:lnTo>
                    <a:pt x="7005448" y="2467789"/>
                  </a:lnTo>
                  <a:lnTo>
                    <a:pt x="6928808" y="2443187"/>
                  </a:lnTo>
                  <a:lnTo>
                    <a:pt x="6858162" y="2415772"/>
                  </a:lnTo>
                  <a:lnTo>
                    <a:pt x="6793270" y="2385202"/>
                  </a:lnTo>
                  <a:lnTo>
                    <a:pt x="6733548" y="2351034"/>
                  </a:lnTo>
                  <a:lnTo>
                    <a:pt x="6678217" y="2312752"/>
                  </a:lnTo>
                  <a:lnTo>
                    <a:pt x="6626408" y="2269798"/>
                  </a:lnTo>
                  <a:lnTo>
                    <a:pt x="6577245" y="2221646"/>
                  </a:lnTo>
                  <a:lnTo>
                    <a:pt x="6529918" y="2167918"/>
                  </a:lnTo>
                  <a:lnTo>
                    <a:pt x="6515891" y="2150591"/>
                  </a:lnTo>
                  <a:lnTo>
                    <a:pt x="6479118" y="2102198"/>
                  </a:lnTo>
                  <a:lnTo>
                    <a:pt x="6442693" y="2050120"/>
                  </a:lnTo>
                  <a:lnTo>
                    <a:pt x="6406382" y="1994282"/>
                  </a:lnTo>
                  <a:lnTo>
                    <a:pt x="6370003" y="1934674"/>
                  </a:lnTo>
                  <a:lnTo>
                    <a:pt x="6333422" y="1871361"/>
                  </a:lnTo>
                  <a:lnTo>
                    <a:pt x="6296547" y="1804486"/>
                  </a:lnTo>
                  <a:lnTo>
                    <a:pt x="6259326" y="1734273"/>
                  </a:lnTo>
                  <a:lnTo>
                    <a:pt x="6221741" y="1661034"/>
                  </a:lnTo>
                  <a:lnTo>
                    <a:pt x="6183806" y="1585159"/>
                  </a:lnTo>
                  <a:lnTo>
                    <a:pt x="6145562" y="1507116"/>
                  </a:lnTo>
                  <a:lnTo>
                    <a:pt x="6107075" y="1427438"/>
                  </a:lnTo>
                  <a:lnTo>
                    <a:pt x="6068427" y="1346705"/>
                  </a:lnTo>
                  <a:lnTo>
                    <a:pt x="6029711" y="1265536"/>
                  </a:lnTo>
                  <a:lnTo>
                    <a:pt x="5991025" y="1184559"/>
                  </a:lnTo>
                  <a:lnTo>
                    <a:pt x="5952465" y="1104399"/>
                  </a:lnTo>
                  <a:lnTo>
                    <a:pt x="5914118" y="1025654"/>
                  </a:lnTo>
                  <a:lnTo>
                    <a:pt x="5876057" y="948878"/>
                  </a:lnTo>
                  <a:lnTo>
                    <a:pt x="5838332" y="874563"/>
                  </a:lnTo>
                  <a:lnTo>
                    <a:pt x="5800970" y="803133"/>
                  </a:lnTo>
                  <a:lnTo>
                    <a:pt x="5763965" y="734929"/>
                  </a:lnTo>
                  <a:lnTo>
                    <a:pt x="5727279" y="670209"/>
                  </a:lnTo>
                  <a:lnTo>
                    <a:pt x="5690835" y="609150"/>
                  </a:lnTo>
                  <a:lnTo>
                    <a:pt x="5654516" y="551844"/>
                  </a:lnTo>
                  <a:lnTo>
                    <a:pt x="5618160" y="498309"/>
                  </a:lnTo>
                  <a:lnTo>
                    <a:pt x="5581554" y="448497"/>
                  </a:lnTo>
                  <a:lnTo>
                    <a:pt x="5567201" y="430118"/>
                  </a:lnTo>
                  <a:lnTo>
                    <a:pt x="5520290" y="374679"/>
                  </a:lnTo>
                  <a:lnTo>
                    <a:pt x="5471761" y="324873"/>
                  </a:lnTo>
                  <a:lnTo>
                    <a:pt x="5420842" y="280402"/>
                  </a:lnTo>
                  <a:lnTo>
                    <a:pt x="5366667" y="240768"/>
                  </a:lnTo>
                  <a:lnTo>
                    <a:pt x="5308358" y="205416"/>
                  </a:lnTo>
                  <a:lnTo>
                    <a:pt x="5245099" y="173811"/>
                  </a:lnTo>
                  <a:lnTo>
                    <a:pt x="5176234" y="145485"/>
                  </a:lnTo>
                  <a:lnTo>
                    <a:pt x="5101401" y="120064"/>
                  </a:lnTo>
                  <a:lnTo>
                    <a:pt x="5020703" y="97278"/>
                  </a:lnTo>
                  <a:lnTo>
                    <a:pt x="4934910" y="76964"/>
                  </a:lnTo>
                  <a:lnTo>
                    <a:pt x="4845659" y="59058"/>
                  </a:lnTo>
                  <a:lnTo>
                    <a:pt x="4755576" y="43577"/>
                  </a:lnTo>
                  <a:lnTo>
                    <a:pt x="4668217" y="30577"/>
                  </a:lnTo>
                  <a:lnTo>
                    <a:pt x="4587743" y="20104"/>
                  </a:lnTo>
                  <a:lnTo>
                    <a:pt x="4518291" y="12128"/>
                  </a:lnTo>
                  <a:lnTo>
                    <a:pt x="4463144" y="6499"/>
                  </a:lnTo>
                  <a:lnTo>
                    <a:pt x="4423957" y="2920"/>
                  </a:lnTo>
                  <a:lnTo>
                    <a:pt x="4400266" y="976"/>
                  </a:lnTo>
                  <a:lnTo>
                    <a:pt x="4389431" y="173"/>
                  </a:lnTo>
                  <a:lnTo>
                    <a:pt x="4386889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6" y="91"/>
                  </a:lnTo>
                  <a:lnTo>
                    <a:pt x="3839498" y="742"/>
                  </a:lnTo>
                  <a:lnTo>
                    <a:pt x="3820770" y="2542"/>
                  </a:lnTo>
                  <a:lnTo>
                    <a:pt x="3787601" y="6080"/>
                  </a:lnTo>
                  <a:lnTo>
                    <a:pt x="3738804" y="11880"/>
                  </a:lnTo>
                  <a:lnTo>
                    <a:pt x="3675265" y="20341"/>
                  </a:lnTo>
                  <a:lnTo>
                    <a:pt x="3599631" y="31703"/>
                  </a:lnTo>
                  <a:lnTo>
                    <a:pt x="3515657" y="46049"/>
                  </a:lnTo>
                  <a:lnTo>
                    <a:pt x="3427418" y="63354"/>
                  </a:lnTo>
                  <a:lnTo>
                    <a:pt x="3338629" y="83547"/>
                  </a:lnTo>
                  <a:lnTo>
                    <a:pt x="3252217" y="106584"/>
                  </a:lnTo>
                  <a:lnTo>
                    <a:pt x="3170164" y="132492"/>
                  </a:lnTo>
                  <a:lnTo>
                    <a:pt x="3093570" y="161406"/>
                  </a:lnTo>
                  <a:lnTo>
                    <a:pt x="3022807" y="193583"/>
                  </a:lnTo>
                  <a:lnTo>
                    <a:pt x="2957720" y="229402"/>
                  </a:lnTo>
                  <a:lnTo>
                    <a:pt x="2897798" y="269355"/>
                  </a:lnTo>
                  <a:lnTo>
                    <a:pt x="2842324" y="314031"/>
                  </a:lnTo>
                  <a:lnTo>
                    <a:pt x="2790475" y="364074"/>
                  </a:lnTo>
                  <a:lnTo>
                    <a:pt x="2741403" y="420116"/>
                  </a:lnTo>
                  <a:lnTo>
                    <a:pt x="2694307" y="482656"/>
                  </a:lnTo>
                  <a:lnTo>
                    <a:pt x="2667772" y="521767"/>
                  </a:lnTo>
                  <a:lnTo>
                    <a:pt x="2633714" y="575959"/>
                  </a:lnTo>
                  <a:lnTo>
                    <a:pt x="2599972" y="633976"/>
                  </a:lnTo>
                  <a:lnTo>
                    <a:pt x="2566353" y="695894"/>
                  </a:lnTo>
                  <a:lnTo>
                    <a:pt x="2532706" y="761736"/>
                  </a:lnTo>
                  <a:lnTo>
                    <a:pt x="2498917" y="831460"/>
                  </a:lnTo>
                  <a:lnTo>
                    <a:pt x="2464900" y="904953"/>
                  </a:lnTo>
                  <a:lnTo>
                    <a:pt x="2430602" y="982031"/>
                  </a:lnTo>
                  <a:lnTo>
                    <a:pt x="2395996" y="1062436"/>
                  </a:lnTo>
                  <a:lnTo>
                    <a:pt x="2361079" y="1145833"/>
                  </a:lnTo>
                  <a:lnTo>
                    <a:pt x="2325872" y="1231818"/>
                  </a:lnTo>
                  <a:lnTo>
                    <a:pt x="2290413" y="1319921"/>
                  </a:lnTo>
                  <a:lnTo>
                    <a:pt x="2254757" y="1409618"/>
                  </a:lnTo>
                  <a:lnTo>
                    <a:pt x="2218971" y="1500342"/>
                  </a:lnTo>
                  <a:lnTo>
                    <a:pt x="2183130" y="1591499"/>
                  </a:lnTo>
                  <a:lnTo>
                    <a:pt x="2147311" y="1682481"/>
                  </a:lnTo>
                  <a:lnTo>
                    <a:pt x="2111591" y="1772686"/>
                  </a:lnTo>
                  <a:lnTo>
                    <a:pt x="2076041" y="1861534"/>
                  </a:lnTo>
                  <a:lnTo>
                    <a:pt x="2040721" y="1948481"/>
                  </a:lnTo>
                  <a:lnTo>
                    <a:pt x="2005677" y="2033032"/>
                  </a:lnTo>
                  <a:lnTo>
                    <a:pt x="1970937" y="2114755"/>
                  </a:lnTo>
                  <a:lnTo>
                    <a:pt x="1936510" y="2193285"/>
                  </a:lnTo>
                  <a:lnTo>
                    <a:pt x="1902379" y="2268330"/>
                  </a:lnTo>
                  <a:lnTo>
                    <a:pt x="1868501" y="2339675"/>
                  </a:lnTo>
                  <a:lnTo>
                    <a:pt x="1834806" y="2407178"/>
                  </a:lnTo>
                  <a:lnTo>
                    <a:pt x="1801192" y="2470766"/>
                  </a:lnTo>
                  <a:lnTo>
                    <a:pt x="1767523" y="2530437"/>
                  </a:lnTo>
                  <a:lnTo>
                    <a:pt x="1733625" y="2586243"/>
                  </a:lnTo>
                  <a:lnTo>
                    <a:pt x="1719082" y="2608839"/>
                  </a:lnTo>
                  <a:lnTo>
                    <a:pt x="1672806" y="2675237"/>
                  </a:lnTo>
                  <a:lnTo>
                    <a:pt x="1624966" y="2734981"/>
                  </a:lnTo>
                  <a:lnTo>
                    <a:pt x="1574821" y="2788411"/>
                  </a:lnTo>
                  <a:lnTo>
                    <a:pt x="1521540" y="2836103"/>
                  </a:lnTo>
                  <a:lnTo>
                    <a:pt x="1464280" y="2878703"/>
                  </a:lnTo>
                  <a:lnTo>
                    <a:pt x="1402250" y="2916840"/>
                  </a:lnTo>
                  <a:lnTo>
                    <a:pt x="1334806" y="2951063"/>
                  </a:lnTo>
                  <a:lnTo>
                    <a:pt x="1261568" y="2981820"/>
                  </a:lnTo>
                  <a:lnTo>
                    <a:pt x="1182580" y="3009437"/>
                  </a:lnTo>
                  <a:lnTo>
                    <a:pt x="1098500" y="3034120"/>
                  </a:lnTo>
                  <a:lnTo>
                    <a:pt x="1010784" y="3055955"/>
                  </a:lnTo>
                  <a:lnTo>
                    <a:pt x="921819" y="3074934"/>
                  </a:lnTo>
                  <a:lnTo>
                    <a:pt x="834898" y="3090994"/>
                  </a:lnTo>
                  <a:lnTo>
                    <a:pt x="753957" y="3104075"/>
                  </a:lnTo>
                  <a:lnTo>
                    <a:pt x="683031" y="3114191"/>
                  </a:lnTo>
                  <a:lnTo>
                    <a:pt x="625499" y="3121487"/>
                  </a:lnTo>
                  <a:lnTo>
                    <a:pt x="583327" y="3126272"/>
                  </a:lnTo>
                  <a:lnTo>
                    <a:pt x="556537" y="3129005"/>
                  </a:lnTo>
                  <a:lnTo>
                    <a:pt x="543067" y="3130246"/>
                  </a:lnTo>
                  <a:lnTo>
                    <a:pt x="538961" y="3130589"/>
                  </a:lnTo>
                  <a:lnTo>
                    <a:pt x="538736" y="3130607"/>
                  </a:lnTo>
                  <a:lnTo>
                    <a:pt x="0" y="3130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6" name="pg1316"/>
            <p:cNvSpPr/>
            <p:nvPr/>
          </p:nvSpPr>
          <p:spPr>
            <a:xfrm>
              <a:off x="546595" y="3107940"/>
              <a:ext cx="8234974" cy="1176019"/>
            </a:xfrm>
            <a:custGeom>
              <a:avLst/>
              <a:pathLst>
                <a:path w="8234974" h="1176019">
                  <a:moveTo>
                    <a:pt x="0" y="1176019"/>
                  </a:moveTo>
                  <a:lnTo>
                    <a:pt x="538736" y="1176019"/>
                  </a:lnTo>
                  <a:lnTo>
                    <a:pt x="540013" y="1175981"/>
                  </a:lnTo>
                  <a:lnTo>
                    <a:pt x="548350" y="1175707"/>
                  </a:lnTo>
                  <a:lnTo>
                    <a:pt x="569146" y="1174952"/>
                  </a:lnTo>
                  <a:lnTo>
                    <a:pt x="605768" y="1173470"/>
                  </a:lnTo>
                  <a:lnTo>
                    <a:pt x="659229" y="1171047"/>
                  </a:lnTo>
                  <a:lnTo>
                    <a:pt x="728159" y="1167527"/>
                  </a:lnTo>
                  <a:lnTo>
                    <a:pt x="809267" y="1162825"/>
                  </a:lnTo>
                  <a:lnTo>
                    <a:pt x="898183" y="1156919"/>
                  </a:lnTo>
                  <a:lnTo>
                    <a:pt x="990395" y="1149827"/>
                  </a:lnTo>
                  <a:lnTo>
                    <a:pt x="1082000" y="1141579"/>
                  </a:lnTo>
                  <a:lnTo>
                    <a:pt x="1170101" y="1132185"/>
                  </a:lnTo>
                  <a:lnTo>
                    <a:pt x="1252893" y="1121614"/>
                  </a:lnTo>
                  <a:lnTo>
                    <a:pt x="1329531" y="1109788"/>
                  </a:lnTo>
                  <a:lnTo>
                    <a:pt x="1399908" y="1096576"/>
                  </a:lnTo>
                  <a:lnTo>
                    <a:pt x="1464425" y="1081792"/>
                  </a:lnTo>
                  <a:lnTo>
                    <a:pt x="1523800" y="1065207"/>
                  </a:lnTo>
                  <a:lnTo>
                    <a:pt x="1578918" y="1046558"/>
                  </a:lnTo>
                  <a:lnTo>
                    <a:pt x="1630729" y="1025574"/>
                  </a:lnTo>
                  <a:lnTo>
                    <a:pt x="1680152" y="1002021"/>
                  </a:lnTo>
                  <a:lnTo>
                    <a:pt x="1719082" y="980923"/>
                  </a:lnTo>
                  <a:lnTo>
                    <a:pt x="1765519" y="952886"/>
                  </a:lnTo>
                  <a:lnTo>
                    <a:pt x="1811503" y="922158"/>
                  </a:lnTo>
                  <a:lnTo>
                    <a:pt x="1857464" y="888695"/>
                  </a:lnTo>
                  <a:lnTo>
                    <a:pt x="1903706" y="852533"/>
                  </a:lnTo>
                  <a:lnTo>
                    <a:pt x="1950421" y="813797"/>
                  </a:lnTo>
                  <a:lnTo>
                    <a:pt x="1997703" y="772710"/>
                  </a:lnTo>
                  <a:lnTo>
                    <a:pt x="2045557" y="729590"/>
                  </a:lnTo>
                  <a:lnTo>
                    <a:pt x="2093915" y="684846"/>
                  </a:lnTo>
                  <a:lnTo>
                    <a:pt x="2142646" y="638965"/>
                  </a:lnTo>
                  <a:lnTo>
                    <a:pt x="2191580" y="592489"/>
                  </a:lnTo>
                  <a:lnTo>
                    <a:pt x="2240520" y="545992"/>
                  </a:lnTo>
                  <a:lnTo>
                    <a:pt x="2289273" y="500046"/>
                  </a:lnTo>
                  <a:lnTo>
                    <a:pt x="2337665" y="455199"/>
                  </a:lnTo>
                  <a:lnTo>
                    <a:pt x="2385560" y="411941"/>
                  </a:lnTo>
                  <a:lnTo>
                    <a:pt x="2432886" y="370687"/>
                  </a:lnTo>
                  <a:lnTo>
                    <a:pt x="2479642" y="331765"/>
                  </a:lnTo>
                  <a:lnTo>
                    <a:pt x="2525914" y="295403"/>
                  </a:lnTo>
                  <a:lnTo>
                    <a:pt x="2571887" y="261735"/>
                  </a:lnTo>
                  <a:lnTo>
                    <a:pt x="2617856" y="230801"/>
                  </a:lnTo>
                  <a:lnTo>
                    <a:pt x="2664240" y="202564"/>
                  </a:lnTo>
                  <a:lnTo>
                    <a:pt x="2667772" y="200540"/>
                  </a:lnTo>
                  <a:lnTo>
                    <a:pt x="2715862" y="174804"/>
                  </a:lnTo>
                  <a:lnTo>
                    <a:pt x="2765668" y="151749"/>
                  </a:lnTo>
                  <a:lnTo>
                    <a:pt x="2818029" y="131224"/>
                  </a:lnTo>
                  <a:lnTo>
                    <a:pt x="2873877" y="112985"/>
                  </a:lnTo>
                  <a:lnTo>
                    <a:pt x="2934155" y="96758"/>
                  </a:lnTo>
                  <a:lnTo>
                    <a:pt x="2999727" y="82286"/>
                  </a:lnTo>
                  <a:lnTo>
                    <a:pt x="3071264" y="69348"/>
                  </a:lnTo>
                  <a:lnTo>
                    <a:pt x="3149088" y="57767"/>
                  </a:lnTo>
                  <a:lnTo>
                    <a:pt x="3232970" y="47422"/>
                  </a:lnTo>
                  <a:lnTo>
                    <a:pt x="3321900" y="38244"/>
                  </a:lnTo>
                  <a:lnTo>
                    <a:pt x="3413874" y="30212"/>
                  </a:lnTo>
                  <a:lnTo>
                    <a:pt x="3505790" y="23341"/>
                  </a:lnTo>
                  <a:lnTo>
                    <a:pt x="3593589" y="17661"/>
                  </a:lnTo>
                  <a:lnTo>
                    <a:pt x="3672720" y="13185"/>
                  </a:lnTo>
                  <a:lnTo>
                    <a:pt x="3738941" y="9880"/>
                  </a:lnTo>
                  <a:lnTo>
                    <a:pt x="3789269" y="7648"/>
                  </a:lnTo>
                  <a:lnTo>
                    <a:pt x="3822761" y="6320"/>
                  </a:lnTo>
                  <a:lnTo>
                    <a:pt x="3840888" y="5675"/>
                  </a:lnTo>
                  <a:lnTo>
                    <a:pt x="3847427" y="546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5"/>
                  </a:lnTo>
                  <a:lnTo>
                    <a:pt x="4396603" y="5612"/>
                  </a:lnTo>
                  <a:lnTo>
                    <a:pt x="4417678" y="6018"/>
                  </a:lnTo>
                  <a:lnTo>
                    <a:pt x="4454762" y="6815"/>
                  </a:lnTo>
                  <a:lnTo>
                    <a:pt x="4508842" y="8118"/>
                  </a:lnTo>
                  <a:lnTo>
                    <a:pt x="4578480" y="10010"/>
                  </a:lnTo>
                  <a:lnTo>
                    <a:pt x="4660295" y="12536"/>
                  </a:lnTo>
                  <a:lnTo>
                    <a:pt x="4749837" y="15706"/>
                  </a:lnTo>
                  <a:lnTo>
                    <a:pt x="4842540" y="19509"/>
                  </a:lnTo>
                  <a:lnTo>
                    <a:pt x="4934480" y="23932"/>
                  </a:lnTo>
                  <a:lnTo>
                    <a:pt x="5022770" y="28969"/>
                  </a:lnTo>
                  <a:lnTo>
                    <a:pt x="5105633" y="34637"/>
                  </a:lnTo>
                  <a:lnTo>
                    <a:pt x="5182258" y="40980"/>
                  </a:lnTo>
                  <a:lnTo>
                    <a:pt x="5252574" y="48071"/>
                  </a:lnTo>
                  <a:lnTo>
                    <a:pt x="5317015" y="56010"/>
                  </a:lnTo>
                  <a:lnTo>
                    <a:pt x="5376324" y="64924"/>
                  </a:lnTo>
                  <a:lnTo>
                    <a:pt x="5431410" y="74955"/>
                  </a:lnTo>
                  <a:lnTo>
                    <a:pt x="5483233" y="86246"/>
                  </a:lnTo>
                  <a:lnTo>
                    <a:pt x="5532723" y="98922"/>
                  </a:lnTo>
                  <a:lnTo>
                    <a:pt x="5567201" y="108890"/>
                  </a:lnTo>
                  <a:lnTo>
                    <a:pt x="5617762" y="125155"/>
                  </a:lnTo>
                  <a:lnTo>
                    <a:pt x="5667834" y="143117"/>
                  </a:lnTo>
                  <a:lnTo>
                    <a:pt x="5717952" y="162798"/>
                  </a:lnTo>
                  <a:lnTo>
                    <a:pt x="5768476" y="184163"/>
                  </a:lnTo>
                  <a:lnTo>
                    <a:pt x="5819611" y="207103"/>
                  </a:lnTo>
                  <a:lnTo>
                    <a:pt x="5871433" y="231440"/>
                  </a:lnTo>
                  <a:lnTo>
                    <a:pt x="5923899" y="256923"/>
                  </a:lnTo>
                  <a:lnTo>
                    <a:pt x="5976873" y="283241"/>
                  </a:lnTo>
                  <a:lnTo>
                    <a:pt x="6030147" y="310033"/>
                  </a:lnTo>
                  <a:lnTo>
                    <a:pt x="6083476" y="336910"/>
                  </a:lnTo>
                  <a:lnTo>
                    <a:pt x="6136606" y="363476"/>
                  </a:lnTo>
                  <a:lnTo>
                    <a:pt x="6189310" y="389358"/>
                  </a:lnTo>
                  <a:lnTo>
                    <a:pt x="6241418" y="414219"/>
                  </a:lnTo>
                  <a:lnTo>
                    <a:pt x="6292845" y="437783"/>
                  </a:lnTo>
                  <a:lnTo>
                    <a:pt x="6343613" y="459837"/>
                  </a:lnTo>
                  <a:lnTo>
                    <a:pt x="6393870" y="480247"/>
                  </a:lnTo>
                  <a:lnTo>
                    <a:pt x="6443907" y="498944"/>
                  </a:lnTo>
                  <a:lnTo>
                    <a:pt x="6494181" y="515928"/>
                  </a:lnTo>
                  <a:lnTo>
                    <a:pt x="6515891" y="522675"/>
                  </a:lnTo>
                  <a:lnTo>
                    <a:pt x="6564217" y="536383"/>
                  </a:lnTo>
                  <a:lnTo>
                    <a:pt x="6614280" y="548657"/>
                  </a:lnTo>
                  <a:lnTo>
                    <a:pt x="6666931" y="559577"/>
                  </a:lnTo>
                  <a:lnTo>
                    <a:pt x="6723117" y="569276"/>
                  </a:lnTo>
                  <a:lnTo>
                    <a:pt x="6783794" y="577899"/>
                  </a:lnTo>
                  <a:lnTo>
                    <a:pt x="6849836" y="585587"/>
                  </a:lnTo>
                  <a:lnTo>
                    <a:pt x="6921915" y="592456"/>
                  </a:lnTo>
                  <a:lnTo>
                    <a:pt x="7000344" y="598602"/>
                  </a:lnTo>
                  <a:lnTo>
                    <a:pt x="7084866" y="604088"/>
                  </a:lnTo>
                  <a:lnTo>
                    <a:pt x="7174419" y="608949"/>
                  </a:lnTo>
                  <a:lnTo>
                    <a:pt x="7266917" y="613198"/>
                  </a:lnTo>
                  <a:lnTo>
                    <a:pt x="7359161" y="616823"/>
                  </a:lnTo>
                  <a:lnTo>
                    <a:pt x="7446987" y="619811"/>
                  </a:lnTo>
                  <a:lnTo>
                    <a:pt x="7525773" y="622155"/>
                  </a:lnTo>
                  <a:lnTo>
                    <a:pt x="7591271" y="623873"/>
                  </a:lnTo>
                  <a:lnTo>
                    <a:pt x="7640577" y="625023"/>
                  </a:lnTo>
                  <a:lnTo>
                    <a:pt x="7672913" y="625696"/>
                  </a:lnTo>
                  <a:lnTo>
                    <a:pt x="7689966" y="626016"/>
                  </a:lnTo>
                  <a:lnTo>
                    <a:pt x="7695753" y="626113"/>
                  </a:lnTo>
                  <a:lnTo>
                    <a:pt x="7696237" y="626121"/>
                  </a:lnTo>
                  <a:lnTo>
                    <a:pt x="8234974" y="626121"/>
                  </a:lnTo>
                  <a:lnTo>
                    <a:pt x="8234974" y="620676"/>
                  </a:ln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1" y="38"/>
                  </a:lnTo>
                  <a:lnTo>
                    <a:pt x="3838505" y="311"/>
                  </a:lnTo>
                  <a:lnTo>
                    <a:pt x="3817709" y="1066"/>
                  </a:lnTo>
                  <a:lnTo>
                    <a:pt x="3781086" y="2548"/>
                  </a:lnTo>
                  <a:lnTo>
                    <a:pt x="3727626" y="4971"/>
                  </a:lnTo>
                  <a:lnTo>
                    <a:pt x="3658695" y="8491"/>
                  </a:lnTo>
                  <a:lnTo>
                    <a:pt x="3577587" y="13194"/>
                  </a:lnTo>
                  <a:lnTo>
                    <a:pt x="3488672" y="19100"/>
                  </a:lnTo>
                  <a:lnTo>
                    <a:pt x="3396459" y="26191"/>
                  </a:lnTo>
                  <a:lnTo>
                    <a:pt x="3304854" y="34439"/>
                  </a:lnTo>
                  <a:lnTo>
                    <a:pt x="3216753" y="43834"/>
                  </a:lnTo>
                  <a:lnTo>
                    <a:pt x="3133961" y="54405"/>
                  </a:lnTo>
                  <a:lnTo>
                    <a:pt x="3057323" y="66230"/>
                  </a:lnTo>
                  <a:lnTo>
                    <a:pt x="2986947" y="79442"/>
                  </a:lnTo>
                  <a:lnTo>
                    <a:pt x="2922430" y="94226"/>
                  </a:lnTo>
                  <a:lnTo>
                    <a:pt x="2863055" y="110811"/>
                  </a:lnTo>
                  <a:lnTo>
                    <a:pt x="2807936" y="129460"/>
                  </a:lnTo>
                  <a:lnTo>
                    <a:pt x="2756126" y="150444"/>
                  </a:lnTo>
                  <a:lnTo>
                    <a:pt x="2706702" y="173997"/>
                  </a:lnTo>
                  <a:lnTo>
                    <a:pt x="2667772" y="195095"/>
                  </a:lnTo>
                  <a:lnTo>
                    <a:pt x="2621335" y="223133"/>
                  </a:lnTo>
                  <a:lnTo>
                    <a:pt x="2575352" y="253860"/>
                  </a:lnTo>
                  <a:lnTo>
                    <a:pt x="2529391" y="287323"/>
                  </a:lnTo>
                  <a:lnTo>
                    <a:pt x="2483149" y="323485"/>
                  </a:lnTo>
                  <a:lnTo>
                    <a:pt x="2436434" y="362221"/>
                  </a:lnTo>
                  <a:lnTo>
                    <a:pt x="2389152" y="403308"/>
                  </a:lnTo>
                  <a:lnTo>
                    <a:pt x="2341297" y="446429"/>
                  </a:lnTo>
                  <a:lnTo>
                    <a:pt x="2292940" y="491173"/>
                  </a:lnTo>
                  <a:lnTo>
                    <a:pt x="2244208" y="537054"/>
                  </a:lnTo>
                  <a:lnTo>
                    <a:pt x="2195275" y="583529"/>
                  </a:lnTo>
                  <a:lnTo>
                    <a:pt x="2146334" y="630027"/>
                  </a:lnTo>
                  <a:lnTo>
                    <a:pt x="2097581" y="675972"/>
                  </a:lnTo>
                  <a:lnTo>
                    <a:pt x="2049190" y="720820"/>
                  </a:lnTo>
                  <a:lnTo>
                    <a:pt x="2001294" y="764078"/>
                  </a:lnTo>
                  <a:lnTo>
                    <a:pt x="1953968" y="805331"/>
                  </a:lnTo>
                  <a:lnTo>
                    <a:pt x="1907213" y="844253"/>
                  </a:lnTo>
                  <a:lnTo>
                    <a:pt x="1860940" y="880615"/>
                  </a:lnTo>
                  <a:lnTo>
                    <a:pt x="1814967" y="914284"/>
                  </a:lnTo>
                  <a:lnTo>
                    <a:pt x="1768999" y="945217"/>
                  </a:lnTo>
                  <a:lnTo>
                    <a:pt x="1722615" y="973454"/>
                  </a:lnTo>
                  <a:lnTo>
                    <a:pt x="1719082" y="975479"/>
                  </a:lnTo>
                  <a:lnTo>
                    <a:pt x="1670993" y="1001214"/>
                  </a:lnTo>
                  <a:lnTo>
                    <a:pt x="1621186" y="1024269"/>
                  </a:lnTo>
                  <a:lnTo>
                    <a:pt x="1568826" y="1044794"/>
                  </a:lnTo>
                  <a:lnTo>
                    <a:pt x="1512978" y="1063034"/>
                  </a:lnTo>
                  <a:lnTo>
                    <a:pt x="1452700" y="1079260"/>
                  </a:lnTo>
                  <a:lnTo>
                    <a:pt x="1387127" y="1093732"/>
                  </a:lnTo>
                  <a:lnTo>
                    <a:pt x="1315591" y="1106671"/>
                  </a:lnTo>
                  <a:lnTo>
                    <a:pt x="1237767" y="1118251"/>
                  </a:lnTo>
                  <a:lnTo>
                    <a:pt x="1153885" y="1128597"/>
                  </a:lnTo>
                  <a:lnTo>
                    <a:pt x="1064954" y="1137775"/>
                  </a:lnTo>
                  <a:lnTo>
                    <a:pt x="972980" y="1145807"/>
                  </a:lnTo>
                  <a:lnTo>
                    <a:pt x="881064" y="1152677"/>
                  </a:lnTo>
                  <a:lnTo>
                    <a:pt x="793266" y="1158357"/>
                  </a:lnTo>
                  <a:lnTo>
                    <a:pt x="714135" y="1162834"/>
                  </a:lnTo>
                  <a:lnTo>
                    <a:pt x="647913" y="1166139"/>
                  </a:lnTo>
                  <a:lnTo>
                    <a:pt x="597586" y="1168371"/>
                  </a:lnTo>
                  <a:lnTo>
                    <a:pt x="564094" y="1169698"/>
                  </a:lnTo>
                  <a:lnTo>
                    <a:pt x="545967" y="1170344"/>
                  </a:lnTo>
                  <a:lnTo>
                    <a:pt x="539427" y="1170554"/>
                  </a:lnTo>
                  <a:lnTo>
                    <a:pt x="538736" y="1170574"/>
                  </a:lnTo>
                  <a:lnTo>
                    <a:pt x="0" y="1170574"/>
                  </a:lnTo>
                  <a:close/>
                </a:path>
              </a:pathLst>
            </a:custGeom>
            <a:solidFill>
              <a:srgbClr val="67C1B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17" name="pl1317"/>
            <p:cNvSpPr/>
            <p:nvPr/>
          </p:nvSpPr>
          <p:spPr>
            <a:xfrm>
              <a:off x="546595" y="3113385"/>
              <a:ext cx="8234974" cy="1170574"/>
            </a:xfrm>
            <a:custGeom>
              <a:avLst/>
              <a:pathLst>
                <a:path w="8234974" h="1170574">
                  <a:moveTo>
                    <a:pt x="0" y="1170574"/>
                  </a:moveTo>
                  <a:lnTo>
                    <a:pt x="538736" y="1170574"/>
                  </a:lnTo>
                  <a:lnTo>
                    <a:pt x="540013" y="1170536"/>
                  </a:lnTo>
                  <a:lnTo>
                    <a:pt x="548350" y="1170263"/>
                  </a:lnTo>
                  <a:lnTo>
                    <a:pt x="569146" y="1169508"/>
                  </a:lnTo>
                  <a:lnTo>
                    <a:pt x="605768" y="1168026"/>
                  </a:lnTo>
                  <a:lnTo>
                    <a:pt x="659229" y="1165603"/>
                  </a:lnTo>
                  <a:lnTo>
                    <a:pt x="728159" y="1162083"/>
                  </a:lnTo>
                  <a:lnTo>
                    <a:pt x="809267" y="1157380"/>
                  </a:lnTo>
                  <a:lnTo>
                    <a:pt x="898183" y="1151474"/>
                  </a:lnTo>
                  <a:lnTo>
                    <a:pt x="990395" y="1144383"/>
                  </a:lnTo>
                  <a:lnTo>
                    <a:pt x="1082000" y="1136135"/>
                  </a:lnTo>
                  <a:lnTo>
                    <a:pt x="1170101" y="1126740"/>
                  </a:lnTo>
                  <a:lnTo>
                    <a:pt x="1252893" y="1116169"/>
                  </a:lnTo>
                  <a:lnTo>
                    <a:pt x="1329531" y="1104344"/>
                  </a:lnTo>
                  <a:lnTo>
                    <a:pt x="1399908" y="1091131"/>
                  </a:lnTo>
                  <a:lnTo>
                    <a:pt x="1464425" y="1076348"/>
                  </a:lnTo>
                  <a:lnTo>
                    <a:pt x="1523800" y="1059763"/>
                  </a:lnTo>
                  <a:lnTo>
                    <a:pt x="1578918" y="1041114"/>
                  </a:lnTo>
                  <a:lnTo>
                    <a:pt x="1630729" y="1020130"/>
                  </a:lnTo>
                  <a:lnTo>
                    <a:pt x="1680152" y="996577"/>
                  </a:lnTo>
                  <a:lnTo>
                    <a:pt x="1719082" y="975479"/>
                  </a:lnTo>
                  <a:lnTo>
                    <a:pt x="1765519" y="947441"/>
                  </a:lnTo>
                  <a:lnTo>
                    <a:pt x="1811503" y="916713"/>
                  </a:lnTo>
                  <a:lnTo>
                    <a:pt x="1857464" y="883251"/>
                  </a:lnTo>
                  <a:lnTo>
                    <a:pt x="1903706" y="847089"/>
                  </a:lnTo>
                  <a:lnTo>
                    <a:pt x="1950421" y="808353"/>
                  </a:lnTo>
                  <a:lnTo>
                    <a:pt x="1997703" y="767265"/>
                  </a:lnTo>
                  <a:lnTo>
                    <a:pt x="2045557" y="724145"/>
                  </a:lnTo>
                  <a:lnTo>
                    <a:pt x="2093915" y="679401"/>
                  </a:lnTo>
                  <a:lnTo>
                    <a:pt x="2142646" y="633520"/>
                  </a:lnTo>
                  <a:lnTo>
                    <a:pt x="2191580" y="587045"/>
                  </a:lnTo>
                  <a:lnTo>
                    <a:pt x="2240520" y="540547"/>
                  </a:lnTo>
                  <a:lnTo>
                    <a:pt x="2289273" y="494602"/>
                  </a:lnTo>
                  <a:lnTo>
                    <a:pt x="2337665" y="449754"/>
                  </a:lnTo>
                  <a:lnTo>
                    <a:pt x="2385560" y="406496"/>
                  </a:lnTo>
                  <a:lnTo>
                    <a:pt x="2432886" y="365243"/>
                  </a:lnTo>
                  <a:lnTo>
                    <a:pt x="2479642" y="326321"/>
                  </a:lnTo>
                  <a:lnTo>
                    <a:pt x="2525914" y="289959"/>
                  </a:lnTo>
                  <a:lnTo>
                    <a:pt x="2571887" y="256290"/>
                  </a:lnTo>
                  <a:lnTo>
                    <a:pt x="2617856" y="225357"/>
                  </a:lnTo>
                  <a:lnTo>
                    <a:pt x="2664240" y="197119"/>
                  </a:lnTo>
                  <a:lnTo>
                    <a:pt x="2667772" y="195095"/>
                  </a:lnTo>
                  <a:lnTo>
                    <a:pt x="2715862" y="169360"/>
                  </a:lnTo>
                  <a:lnTo>
                    <a:pt x="2765668" y="146305"/>
                  </a:lnTo>
                  <a:lnTo>
                    <a:pt x="2818029" y="125780"/>
                  </a:lnTo>
                  <a:lnTo>
                    <a:pt x="2873877" y="107540"/>
                  </a:lnTo>
                  <a:lnTo>
                    <a:pt x="2934155" y="91313"/>
                  </a:lnTo>
                  <a:lnTo>
                    <a:pt x="2999727" y="76842"/>
                  </a:lnTo>
                  <a:lnTo>
                    <a:pt x="3071264" y="63903"/>
                  </a:lnTo>
                  <a:lnTo>
                    <a:pt x="3149088" y="52322"/>
                  </a:lnTo>
                  <a:lnTo>
                    <a:pt x="3232970" y="41977"/>
                  </a:lnTo>
                  <a:lnTo>
                    <a:pt x="3321900" y="32799"/>
                  </a:lnTo>
                  <a:lnTo>
                    <a:pt x="3413874" y="24767"/>
                  </a:lnTo>
                  <a:lnTo>
                    <a:pt x="3505790" y="17897"/>
                  </a:lnTo>
                  <a:lnTo>
                    <a:pt x="3593589" y="12216"/>
                  </a:lnTo>
                  <a:lnTo>
                    <a:pt x="3672720" y="7740"/>
                  </a:lnTo>
                  <a:lnTo>
                    <a:pt x="3738941" y="4435"/>
                  </a:lnTo>
                  <a:lnTo>
                    <a:pt x="3789269" y="2203"/>
                  </a:lnTo>
                  <a:lnTo>
                    <a:pt x="3822761" y="876"/>
                  </a:lnTo>
                  <a:lnTo>
                    <a:pt x="3840888" y="230"/>
                  </a:lnTo>
                  <a:lnTo>
                    <a:pt x="3847427" y="2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20"/>
                  </a:lnTo>
                  <a:lnTo>
                    <a:pt x="4396603" y="167"/>
                  </a:lnTo>
                  <a:lnTo>
                    <a:pt x="4417678" y="573"/>
                  </a:lnTo>
                  <a:lnTo>
                    <a:pt x="4454762" y="1371"/>
                  </a:lnTo>
                  <a:lnTo>
                    <a:pt x="4508842" y="2674"/>
                  </a:lnTo>
                  <a:lnTo>
                    <a:pt x="4578480" y="4565"/>
                  </a:lnTo>
                  <a:lnTo>
                    <a:pt x="4660295" y="7091"/>
                  </a:lnTo>
                  <a:lnTo>
                    <a:pt x="4749837" y="10261"/>
                  </a:lnTo>
                  <a:lnTo>
                    <a:pt x="4842540" y="14065"/>
                  </a:lnTo>
                  <a:lnTo>
                    <a:pt x="4934480" y="18487"/>
                  </a:lnTo>
                  <a:lnTo>
                    <a:pt x="5022770" y="23524"/>
                  </a:lnTo>
                  <a:lnTo>
                    <a:pt x="5105633" y="29192"/>
                  </a:lnTo>
                  <a:lnTo>
                    <a:pt x="5182258" y="35535"/>
                  </a:lnTo>
                  <a:lnTo>
                    <a:pt x="5252574" y="42626"/>
                  </a:lnTo>
                  <a:lnTo>
                    <a:pt x="5317015" y="50566"/>
                  </a:lnTo>
                  <a:lnTo>
                    <a:pt x="5376324" y="59480"/>
                  </a:lnTo>
                  <a:lnTo>
                    <a:pt x="5431410" y="69510"/>
                  </a:lnTo>
                  <a:lnTo>
                    <a:pt x="5483233" y="80802"/>
                  </a:lnTo>
                  <a:lnTo>
                    <a:pt x="5532723" y="93478"/>
                  </a:lnTo>
                  <a:lnTo>
                    <a:pt x="5567201" y="103446"/>
                  </a:lnTo>
                  <a:lnTo>
                    <a:pt x="5617762" y="119710"/>
                  </a:lnTo>
                  <a:lnTo>
                    <a:pt x="5667834" y="137672"/>
                  </a:lnTo>
                  <a:lnTo>
                    <a:pt x="5717952" y="157354"/>
                  </a:lnTo>
                  <a:lnTo>
                    <a:pt x="5768476" y="178718"/>
                  </a:lnTo>
                  <a:lnTo>
                    <a:pt x="5819611" y="201658"/>
                  </a:lnTo>
                  <a:lnTo>
                    <a:pt x="5871433" y="225995"/>
                  </a:lnTo>
                  <a:lnTo>
                    <a:pt x="5923899" y="251479"/>
                  </a:lnTo>
                  <a:lnTo>
                    <a:pt x="5976873" y="277797"/>
                  </a:lnTo>
                  <a:lnTo>
                    <a:pt x="6030147" y="304589"/>
                  </a:lnTo>
                  <a:lnTo>
                    <a:pt x="6083476" y="331465"/>
                  </a:lnTo>
                  <a:lnTo>
                    <a:pt x="6136606" y="358032"/>
                  </a:lnTo>
                  <a:lnTo>
                    <a:pt x="6189310" y="383914"/>
                  </a:lnTo>
                  <a:lnTo>
                    <a:pt x="6241418" y="408775"/>
                  </a:lnTo>
                  <a:lnTo>
                    <a:pt x="6292845" y="432338"/>
                  </a:lnTo>
                  <a:lnTo>
                    <a:pt x="6343613" y="454393"/>
                  </a:lnTo>
                  <a:lnTo>
                    <a:pt x="6393870" y="474802"/>
                  </a:lnTo>
                  <a:lnTo>
                    <a:pt x="6443907" y="493500"/>
                  </a:lnTo>
                  <a:lnTo>
                    <a:pt x="6494181" y="510483"/>
                  </a:lnTo>
                  <a:lnTo>
                    <a:pt x="6515891" y="517230"/>
                  </a:lnTo>
                  <a:lnTo>
                    <a:pt x="6564217" y="530939"/>
                  </a:lnTo>
                  <a:lnTo>
                    <a:pt x="6614280" y="543212"/>
                  </a:lnTo>
                  <a:lnTo>
                    <a:pt x="6666931" y="554132"/>
                  </a:lnTo>
                  <a:lnTo>
                    <a:pt x="6723117" y="563831"/>
                  </a:lnTo>
                  <a:lnTo>
                    <a:pt x="6783794" y="572455"/>
                  </a:lnTo>
                  <a:lnTo>
                    <a:pt x="6849836" y="580142"/>
                  </a:lnTo>
                  <a:lnTo>
                    <a:pt x="6921915" y="587012"/>
                  </a:lnTo>
                  <a:lnTo>
                    <a:pt x="7000344" y="593157"/>
                  </a:lnTo>
                  <a:lnTo>
                    <a:pt x="7084866" y="598643"/>
                  </a:lnTo>
                  <a:lnTo>
                    <a:pt x="7174419" y="603505"/>
                  </a:lnTo>
                  <a:lnTo>
                    <a:pt x="7266917" y="607753"/>
                  </a:lnTo>
                  <a:lnTo>
                    <a:pt x="7359161" y="611379"/>
                  </a:lnTo>
                  <a:lnTo>
                    <a:pt x="7446987" y="614367"/>
                  </a:lnTo>
                  <a:lnTo>
                    <a:pt x="7525773" y="616710"/>
                  </a:lnTo>
                  <a:lnTo>
                    <a:pt x="7591271" y="618429"/>
                  </a:lnTo>
                  <a:lnTo>
                    <a:pt x="7640577" y="619578"/>
                  </a:lnTo>
                  <a:lnTo>
                    <a:pt x="7672913" y="620252"/>
                  </a:lnTo>
                  <a:lnTo>
                    <a:pt x="7689966" y="620571"/>
                  </a:lnTo>
                  <a:lnTo>
                    <a:pt x="7695753" y="620669"/>
                  </a:lnTo>
                  <a:lnTo>
                    <a:pt x="7696237" y="620676"/>
                  </a:lnTo>
                  <a:lnTo>
                    <a:pt x="8234974" y="620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8" name="pl1318"/>
            <p:cNvSpPr/>
            <p:nvPr/>
          </p:nvSpPr>
          <p:spPr>
            <a:xfrm>
              <a:off x="546595" y="3107940"/>
              <a:ext cx="8234974" cy="1170574"/>
            </a:xfrm>
            <a:custGeom>
              <a:avLst/>
              <a:pathLst>
                <a:path w="8234974" h="1170574">
                  <a:moveTo>
                    <a:pt x="8234974" y="620676"/>
                  </a:move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1" y="38"/>
                  </a:lnTo>
                  <a:lnTo>
                    <a:pt x="3838505" y="311"/>
                  </a:lnTo>
                  <a:lnTo>
                    <a:pt x="3817709" y="1066"/>
                  </a:lnTo>
                  <a:lnTo>
                    <a:pt x="3781086" y="2548"/>
                  </a:lnTo>
                  <a:lnTo>
                    <a:pt x="3727626" y="4971"/>
                  </a:lnTo>
                  <a:lnTo>
                    <a:pt x="3658695" y="8491"/>
                  </a:lnTo>
                  <a:lnTo>
                    <a:pt x="3577587" y="13194"/>
                  </a:lnTo>
                  <a:lnTo>
                    <a:pt x="3488672" y="19100"/>
                  </a:lnTo>
                  <a:lnTo>
                    <a:pt x="3396459" y="26191"/>
                  </a:lnTo>
                  <a:lnTo>
                    <a:pt x="3304854" y="34439"/>
                  </a:lnTo>
                  <a:lnTo>
                    <a:pt x="3216753" y="43834"/>
                  </a:lnTo>
                  <a:lnTo>
                    <a:pt x="3133961" y="54405"/>
                  </a:lnTo>
                  <a:lnTo>
                    <a:pt x="3057323" y="66230"/>
                  </a:lnTo>
                  <a:lnTo>
                    <a:pt x="2986947" y="79442"/>
                  </a:lnTo>
                  <a:lnTo>
                    <a:pt x="2922430" y="94226"/>
                  </a:lnTo>
                  <a:lnTo>
                    <a:pt x="2863055" y="110811"/>
                  </a:lnTo>
                  <a:lnTo>
                    <a:pt x="2807936" y="129460"/>
                  </a:lnTo>
                  <a:lnTo>
                    <a:pt x="2756126" y="150444"/>
                  </a:lnTo>
                  <a:lnTo>
                    <a:pt x="2706702" y="173997"/>
                  </a:lnTo>
                  <a:lnTo>
                    <a:pt x="2667772" y="195095"/>
                  </a:lnTo>
                  <a:lnTo>
                    <a:pt x="2621335" y="223133"/>
                  </a:lnTo>
                  <a:lnTo>
                    <a:pt x="2575352" y="253860"/>
                  </a:lnTo>
                  <a:lnTo>
                    <a:pt x="2529391" y="287323"/>
                  </a:lnTo>
                  <a:lnTo>
                    <a:pt x="2483149" y="323485"/>
                  </a:lnTo>
                  <a:lnTo>
                    <a:pt x="2436434" y="362221"/>
                  </a:lnTo>
                  <a:lnTo>
                    <a:pt x="2389152" y="403308"/>
                  </a:lnTo>
                  <a:lnTo>
                    <a:pt x="2341297" y="446429"/>
                  </a:lnTo>
                  <a:lnTo>
                    <a:pt x="2292940" y="491173"/>
                  </a:lnTo>
                  <a:lnTo>
                    <a:pt x="2244208" y="537054"/>
                  </a:lnTo>
                  <a:lnTo>
                    <a:pt x="2195275" y="583529"/>
                  </a:lnTo>
                  <a:lnTo>
                    <a:pt x="2146334" y="630027"/>
                  </a:lnTo>
                  <a:lnTo>
                    <a:pt x="2097581" y="675972"/>
                  </a:lnTo>
                  <a:lnTo>
                    <a:pt x="2049190" y="720820"/>
                  </a:lnTo>
                  <a:lnTo>
                    <a:pt x="2001294" y="764078"/>
                  </a:lnTo>
                  <a:lnTo>
                    <a:pt x="1953968" y="805331"/>
                  </a:lnTo>
                  <a:lnTo>
                    <a:pt x="1907213" y="844253"/>
                  </a:lnTo>
                  <a:lnTo>
                    <a:pt x="1860940" y="880615"/>
                  </a:lnTo>
                  <a:lnTo>
                    <a:pt x="1814967" y="914284"/>
                  </a:lnTo>
                  <a:lnTo>
                    <a:pt x="1768999" y="945217"/>
                  </a:lnTo>
                  <a:lnTo>
                    <a:pt x="1722615" y="973454"/>
                  </a:lnTo>
                  <a:lnTo>
                    <a:pt x="1719082" y="975479"/>
                  </a:lnTo>
                  <a:lnTo>
                    <a:pt x="1670993" y="1001214"/>
                  </a:lnTo>
                  <a:lnTo>
                    <a:pt x="1621186" y="1024269"/>
                  </a:lnTo>
                  <a:lnTo>
                    <a:pt x="1568826" y="1044794"/>
                  </a:lnTo>
                  <a:lnTo>
                    <a:pt x="1512978" y="1063034"/>
                  </a:lnTo>
                  <a:lnTo>
                    <a:pt x="1452700" y="1079260"/>
                  </a:lnTo>
                  <a:lnTo>
                    <a:pt x="1387127" y="1093732"/>
                  </a:lnTo>
                  <a:lnTo>
                    <a:pt x="1315591" y="1106671"/>
                  </a:lnTo>
                  <a:lnTo>
                    <a:pt x="1237767" y="1118251"/>
                  </a:lnTo>
                  <a:lnTo>
                    <a:pt x="1153885" y="1128597"/>
                  </a:lnTo>
                  <a:lnTo>
                    <a:pt x="1064954" y="1137775"/>
                  </a:lnTo>
                  <a:lnTo>
                    <a:pt x="972980" y="1145807"/>
                  </a:lnTo>
                  <a:lnTo>
                    <a:pt x="881064" y="1152677"/>
                  </a:lnTo>
                  <a:lnTo>
                    <a:pt x="793266" y="1158357"/>
                  </a:lnTo>
                  <a:lnTo>
                    <a:pt x="714135" y="1162834"/>
                  </a:lnTo>
                  <a:lnTo>
                    <a:pt x="647913" y="1166139"/>
                  </a:lnTo>
                  <a:lnTo>
                    <a:pt x="597586" y="1168371"/>
                  </a:lnTo>
                  <a:lnTo>
                    <a:pt x="564094" y="1169698"/>
                  </a:lnTo>
                  <a:lnTo>
                    <a:pt x="545967" y="1170344"/>
                  </a:lnTo>
                  <a:lnTo>
                    <a:pt x="539427" y="1170554"/>
                  </a:lnTo>
                  <a:lnTo>
                    <a:pt x="538736" y="1170574"/>
                  </a:lnTo>
                  <a:lnTo>
                    <a:pt x="0" y="11705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9" name="pg1319"/>
            <p:cNvSpPr/>
            <p:nvPr/>
          </p:nvSpPr>
          <p:spPr>
            <a:xfrm>
              <a:off x="546595" y="1463691"/>
              <a:ext cx="8234974" cy="3206830"/>
            </a:xfrm>
            <a:custGeom>
              <a:avLst/>
              <a:pathLst>
                <a:path w="8234974" h="3206830">
                  <a:moveTo>
                    <a:pt x="0" y="3206830"/>
                  </a:moveTo>
                  <a:lnTo>
                    <a:pt x="538736" y="3206830"/>
                  </a:lnTo>
                  <a:lnTo>
                    <a:pt x="539949" y="3206760"/>
                  </a:lnTo>
                  <a:lnTo>
                    <a:pt x="547875" y="3206259"/>
                  </a:lnTo>
                  <a:lnTo>
                    <a:pt x="567684" y="3204874"/>
                  </a:lnTo>
                  <a:lnTo>
                    <a:pt x="602663" y="3202153"/>
                  </a:lnTo>
                  <a:lnTo>
                    <a:pt x="653913" y="3197701"/>
                  </a:lnTo>
                  <a:lnTo>
                    <a:pt x="720301" y="3191218"/>
                  </a:lnTo>
                  <a:lnTo>
                    <a:pt x="798847" y="3182538"/>
                  </a:lnTo>
                  <a:lnTo>
                    <a:pt x="885471" y="3171608"/>
                  </a:lnTo>
                  <a:lnTo>
                    <a:pt x="975862" y="3158457"/>
                  </a:lnTo>
                  <a:lnTo>
                    <a:pt x="1066198" y="3143139"/>
                  </a:lnTo>
                  <a:lnTo>
                    <a:pt x="1153558" y="3125679"/>
                  </a:lnTo>
                  <a:lnTo>
                    <a:pt x="1236048" y="3106040"/>
                  </a:lnTo>
                  <a:lnTo>
                    <a:pt x="1312698" y="3084097"/>
                  </a:lnTo>
                  <a:lnTo>
                    <a:pt x="1383275" y="3059629"/>
                  </a:lnTo>
                  <a:lnTo>
                    <a:pt x="1448065" y="3032318"/>
                  </a:lnTo>
                  <a:lnTo>
                    <a:pt x="1507688" y="3001763"/>
                  </a:lnTo>
                  <a:lnTo>
                    <a:pt x="1562953" y="2967493"/>
                  </a:lnTo>
                  <a:lnTo>
                    <a:pt x="1614752" y="2929009"/>
                  </a:lnTo>
                  <a:lnTo>
                    <a:pt x="1663975" y="2885849"/>
                  </a:lnTo>
                  <a:lnTo>
                    <a:pt x="1711434" y="2837703"/>
                  </a:lnTo>
                  <a:lnTo>
                    <a:pt x="1719082" y="2829342"/>
                  </a:lnTo>
                  <a:lnTo>
                    <a:pt x="1757670" y="2784680"/>
                  </a:lnTo>
                  <a:lnTo>
                    <a:pt x="1795888" y="2736448"/>
                  </a:lnTo>
                  <a:lnTo>
                    <a:pt x="1834002" y="2684578"/>
                  </a:lnTo>
                  <a:lnTo>
                    <a:pt x="1872215" y="2629068"/>
                  </a:lnTo>
                  <a:lnTo>
                    <a:pt x="1910675" y="2569997"/>
                  </a:lnTo>
                  <a:lnTo>
                    <a:pt x="1949475" y="2507528"/>
                  </a:lnTo>
                  <a:lnTo>
                    <a:pt x="1988667" y="2441915"/>
                  </a:lnTo>
                  <a:lnTo>
                    <a:pt x="2028259" y="2373498"/>
                  </a:lnTo>
                  <a:lnTo>
                    <a:pt x="2068220" y="2302704"/>
                  </a:lnTo>
                  <a:lnTo>
                    <a:pt x="2108492" y="2230038"/>
                  </a:lnTo>
                  <a:lnTo>
                    <a:pt x="2148989" y="2156064"/>
                  </a:lnTo>
                  <a:lnTo>
                    <a:pt x="2189609" y="2081395"/>
                  </a:lnTo>
                  <a:lnTo>
                    <a:pt x="2230239" y="2006665"/>
                  </a:lnTo>
                  <a:lnTo>
                    <a:pt x="2270767" y="1932513"/>
                  </a:lnTo>
                  <a:lnTo>
                    <a:pt x="2311089" y="1859557"/>
                  </a:lnTo>
                  <a:lnTo>
                    <a:pt x="2351114" y="1788371"/>
                  </a:lnTo>
                  <a:lnTo>
                    <a:pt x="2390778" y="1719472"/>
                  </a:lnTo>
                  <a:lnTo>
                    <a:pt x="2430046" y="1653303"/>
                  </a:lnTo>
                  <a:lnTo>
                    <a:pt x="2468918" y="1590222"/>
                  </a:lnTo>
                  <a:lnTo>
                    <a:pt x="2507435" y="1530497"/>
                  </a:lnTo>
                  <a:lnTo>
                    <a:pt x="2545685" y="1474310"/>
                  </a:lnTo>
                  <a:lnTo>
                    <a:pt x="2583804" y="1421753"/>
                  </a:lnTo>
                  <a:lnTo>
                    <a:pt x="2621984" y="1372842"/>
                  </a:lnTo>
                  <a:lnTo>
                    <a:pt x="2660479" y="1327517"/>
                  </a:lnTo>
                  <a:lnTo>
                    <a:pt x="2667772" y="1319392"/>
                  </a:lnTo>
                  <a:lnTo>
                    <a:pt x="2715010" y="1270421"/>
                  </a:lnTo>
                  <a:lnTo>
                    <a:pt x="2763892" y="1226460"/>
                  </a:lnTo>
                  <a:lnTo>
                    <a:pt x="2815209" y="1187240"/>
                  </a:lnTo>
                  <a:lnTo>
                    <a:pt x="2869845" y="1152314"/>
                  </a:lnTo>
                  <a:lnTo>
                    <a:pt x="2928695" y="1121184"/>
                  </a:lnTo>
                  <a:lnTo>
                    <a:pt x="2992590" y="1093371"/>
                  </a:lnTo>
                  <a:lnTo>
                    <a:pt x="3062190" y="1068462"/>
                  </a:lnTo>
                  <a:lnTo>
                    <a:pt x="3137846" y="1046123"/>
                  </a:lnTo>
                  <a:lnTo>
                    <a:pt x="3219423" y="1026118"/>
                  </a:lnTo>
                  <a:lnTo>
                    <a:pt x="3306090" y="1008307"/>
                  </a:lnTo>
                  <a:lnTo>
                    <a:pt x="3396111" y="992637"/>
                  </a:lnTo>
                  <a:lnTo>
                    <a:pt x="3486734" y="979128"/>
                  </a:lnTo>
                  <a:lnTo>
                    <a:pt x="3574264" y="967832"/>
                  </a:lnTo>
                  <a:lnTo>
                    <a:pt x="3654428" y="958784"/>
                  </a:lnTo>
                  <a:lnTo>
                    <a:pt x="3723051" y="951950"/>
                  </a:lnTo>
                  <a:lnTo>
                    <a:pt x="3776912" y="947182"/>
                  </a:lnTo>
                  <a:lnTo>
                    <a:pt x="3814540" y="944203"/>
                  </a:lnTo>
                  <a:lnTo>
                    <a:pt x="3836662" y="942629"/>
                  </a:lnTo>
                  <a:lnTo>
                    <a:pt x="3846226" y="942015"/>
                  </a:lnTo>
                  <a:lnTo>
                    <a:pt x="3848118" y="941904"/>
                  </a:lnTo>
                  <a:lnTo>
                    <a:pt x="4386855" y="941904"/>
                  </a:lnTo>
                  <a:lnTo>
                    <a:pt x="4388142" y="941873"/>
                  </a:lnTo>
                  <a:lnTo>
                    <a:pt x="4396537" y="941654"/>
                  </a:lnTo>
                  <a:lnTo>
                    <a:pt x="4417474" y="941049"/>
                  </a:lnTo>
                  <a:lnTo>
                    <a:pt x="4454331" y="939862"/>
                  </a:lnTo>
                  <a:lnTo>
                    <a:pt x="4508106" y="937921"/>
                  </a:lnTo>
                  <a:lnTo>
                    <a:pt x="4577396" y="935102"/>
                  </a:lnTo>
                  <a:lnTo>
                    <a:pt x="4658863" y="931337"/>
                  </a:lnTo>
                  <a:lnTo>
                    <a:pt x="4748097" y="926611"/>
                  </a:lnTo>
                  <a:lnTo>
                    <a:pt x="4840560" y="920937"/>
                  </a:lnTo>
                  <a:lnTo>
                    <a:pt x="4932336" y="914340"/>
                  </a:lnTo>
                  <a:lnTo>
                    <a:pt x="5020534" y="906825"/>
                  </a:lnTo>
                  <a:lnTo>
                    <a:pt x="5103363" y="898370"/>
                  </a:lnTo>
                  <a:lnTo>
                    <a:pt x="5179995" y="888909"/>
                  </a:lnTo>
                  <a:lnTo>
                    <a:pt x="5250341" y="878336"/>
                  </a:lnTo>
                  <a:lnTo>
                    <a:pt x="5314819" y="866501"/>
                  </a:lnTo>
                  <a:lnTo>
                    <a:pt x="5374160" y="853219"/>
                  </a:lnTo>
                  <a:lnTo>
                    <a:pt x="5429262" y="838279"/>
                  </a:lnTo>
                  <a:lnTo>
                    <a:pt x="5481078" y="821464"/>
                  </a:lnTo>
                  <a:lnTo>
                    <a:pt x="5530535" y="802588"/>
                  </a:lnTo>
                  <a:lnTo>
                    <a:pt x="5567201" y="786735"/>
                  </a:lnTo>
                  <a:lnTo>
                    <a:pt x="5615526" y="763477"/>
                  </a:lnTo>
                  <a:lnTo>
                    <a:pt x="5663381" y="737899"/>
                  </a:lnTo>
                  <a:lnTo>
                    <a:pt x="5711242" y="709963"/>
                  </a:lnTo>
                  <a:lnTo>
                    <a:pt x="5759439" y="679711"/>
                  </a:lnTo>
                  <a:lnTo>
                    <a:pt x="5808171" y="647267"/>
                  </a:lnTo>
                  <a:lnTo>
                    <a:pt x="5857525" y="612847"/>
                  </a:lnTo>
                  <a:lnTo>
                    <a:pt x="5907488" y="576754"/>
                  </a:lnTo>
                  <a:lnTo>
                    <a:pt x="5957961" y="539377"/>
                  </a:lnTo>
                  <a:lnTo>
                    <a:pt x="6008782" y="501170"/>
                  </a:lnTo>
                  <a:lnTo>
                    <a:pt x="6059746" y="462630"/>
                  </a:lnTo>
                  <a:lnTo>
                    <a:pt x="6110630" y="424274"/>
                  </a:lnTo>
                  <a:lnTo>
                    <a:pt x="6161221" y="386611"/>
                  </a:lnTo>
                  <a:lnTo>
                    <a:pt x="6211343" y="350109"/>
                  </a:lnTo>
                  <a:lnTo>
                    <a:pt x="6260877" y="315176"/>
                  </a:lnTo>
                  <a:lnTo>
                    <a:pt x="6309782" y="282141"/>
                  </a:lnTo>
                  <a:lnTo>
                    <a:pt x="6358117" y="251245"/>
                  </a:lnTo>
                  <a:lnTo>
                    <a:pt x="6406046" y="222640"/>
                  </a:lnTo>
                  <a:lnTo>
                    <a:pt x="6453861" y="196388"/>
                  </a:lnTo>
                  <a:lnTo>
                    <a:pt x="6501993" y="172475"/>
                  </a:lnTo>
                  <a:lnTo>
                    <a:pt x="6515891" y="166058"/>
                  </a:lnTo>
                  <a:lnTo>
                    <a:pt x="6564101" y="145541"/>
                  </a:lnTo>
                  <a:lnTo>
                    <a:pt x="6614037" y="127167"/>
                  </a:lnTo>
                  <a:lnTo>
                    <a:pt x="6666546" y="110815"/>
                  </a:lnTo>
                  <a:lnTo>
                    <a:pt x="6722565" y="96287"/>
                  </a:lnTo>
                  <a:lnTo>
                    <a:pt x="6783046" y="83366"/>
                  </a:lnTo>
                  <a:lnTo>
                    <a:pt x="6848856" y="71845"/>
                  </a:lnTo>
                  <a:lnTo>
                    <a:pt x="6920669" y="61547"/>
                  </a:lnTo>
                  <a:lnTo>
                    <a:pt x="6998799" y="52333"/>
                  </a:lnTo>
                  <a:lnTo>
                    <a:pt x="7083007" y="44104"/>
                  </a:lnTo>
                  <a:lnTo>
                    <a:pt x="7172254" y="36808"/>
                  </a:lnTo>
                  <a:lnTo>
                    <a:pt x="7264495" y="30428"/>
                  </a:lnTo>
                  <a:lnTo>
                    <a:pt x="7356580" y="24976"/>
                  </a:lnTo>
                  <a:lnTo>
                    <a:pt x="7444394" y="20477"/>
                  </a:lnTo>
                  <a:lnTo>
                    <a:pt x="7523353" y="16939"/>
                  </a:lnTo>
                  <a:lnTo>
                    <a:pt x="7589211" y="14337"/>
                  </a:lnTo>
                  <a:lnTo>
                    <a:pt x="7639021" y="12587"/>
                  </a:lnTo>
                  <a:lnTo>
                    <a:pt x="7671926" y="11554"/>
                  </a:lnTo>
                  <a:lnTo>
                    <a:pt x="7689505" y="11059"/>
                  </a:lnTo>
                  <a:lnTo>
                    <a:pt x="7695657" y="10902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906" y="931085"/>
                  </a:lnTo>
                  <a:lnTo>
                    <a:pt x="3838979" y="931586"/>
                  </a:lnTo>
                  <a:lnTo>
                    <a:pt x="3819170" y="932971"/>
                  </a:lnTo>
                  <a:lnTo>
                    <a:pt x="3784192" y="935692"/>
                  </a:lnTo>
                  <a:lnTo>
                    <a:pt x="3732942" y="940144"/>
                  </a:lnTo>
                  <a:lnTo>
                    <a:pt x="3666553" y="946627"/>
                  </a:lnTo>
                  <a:lnTo>
                    <a:pt x="3588007" y="955307"/>
                  </a:lnTo>
                  <a:lnTo>
                    <a:pt x="3501383" y="966237"/>
                  </a:lnTo>
                  <a:lnTo>
                    <a:pt x="3410992" y="979388"/>
                  </a:lnTo>
                  <a:lnTo>
                    <a:pt x="3320657" y="994706"/>
                  </a:lnTo>
                  <a:lnTo>
                    <a:pt x="3233296" y="1012166"/>
                  </a:lnTo>
                  <a:lnTo>
                    <a:pt x="3150807" y="1031805"/>
                  </a:lnTo>
                  <a:lnTo>
                    <a:pt x="3074156" y="1053748"/>
                  </a:lnTo>
                  <a:lnTo>
                    <a:pt x="3003579" y="1078216"/>
                  </a:lnTo>
                  <a:lnTo>
                    <a:pt x="2938789" y="1105527"/>
                  </a:lnTo>
                  <a:lnTo>
                    <a:pt x="2879167" y="1136082"/>
                  </a:lnTo>
                  <a:lnTo>
                    <a:pt x="2823901" y="1170352"/>
                  </a:lnTo>
                  <a:lnTo>
                    <a:pt x="2772103" y="1208836"/>
                  </a:lnTo>
                  <a:lnTo>
                    <a:pt x="2722880" y="1251996"/>
                  </a:lnTo>
                  <a:lnTo>
                    <a:pt x="2675421" y="1300142"/>
                  </a:lnTo>
                  <a:lnTo>
                    <a:pt x="2667772" y="1308503"/>
                  </a:lnTo>
                  <a:lnTo>
                    <a:pt x="2629184" y="1353165"/>
                  </a:lnTo>
                  <a:lnTo>
                    <a:pt x="2590967" y="1401397"/>
                  </a:lnTo>
                  <a:lnTo>
                    <a:pt x="2552853" y="1453267"/>
                  </a:lnTo>
                  <a:lnTo>
                    <a:pt x="2514639" y="1508777"/>
                  </a:lnTo>
                  <a:lnTo>
                    <a:pt x="2476180" y="1567848"/>
                  </a:lnTo>
                  <a:lnTo>
                    <a:pt x="2437379" y="1630317"/>
                  </a:lnTo>
                  <a:lnTo>
                    <a:pt x="2398187" y="1695930"/>
                  </a:lnTo>
                  <a:lnTo>
                    <a:pt x="2358596" y="1764347"/>
                  </a:lnTo>
                  <a:lnTo>
                    <a:pt x="2318634" y="1835141"/>
                  </a:lnTo>
                  <a:lnTo>
                    <a:pt x="2278362" y="1907807"/>
                  </a:lnTo>
                  <a:lnTo>
                    <a:pt x="2237865" y="1981780"/>
                  </a:lnTo>
                  <a:lnTo>
                    <a:pt x="2197246" y="2056450"/>
                  </a:lnTo>
                  <a:lnTo>
                    <a:pt x="2156615" y="2131180"/>
                  </a:lnTo>
                  <a:lnTo>
                    <a:pt x="2116087" y="2205332"/>
                  </a:lnTo>
                  <a:lnTo>
                    <a:pt x="2075766" y="2278288"/>
                  </a:lnTo>
                  <a:lnTo>
                    <a:pt x="2035740" y="2349474"/>
                  </a:lnTo>
                  <a:lnTo>
                    <a:pt x="1996076" y="2418373"/>
                  </a:lnTo>
                  <a:lnTo>
                    <a:pt x="1956809" y="2484542"/>
                  </a:lnTo>
                  <a:lnTo>
                    <a:pt x="1917937" y="2547623"/>
                  </a:lnTo>
                  <a:lnTo>
                    <a:pt x="1879419" y="2607348"/>
                  </a:lnTo>
                  <a:lnTo>
                    <a:pt x="1841169" y="2663535"/>
                  </a:lnTo>
                  <a:lnTo>
                    <a:pt x="1803050" y="2716092"/>
                  </a:lnTo>
                  <a:lnTo>
                    <a:pt x="1764870" y="2765003"/>
                  </a:lnTo>
                  <a:lnTo>
                    <a:pt x="1726376" y="2810328"/>
                  </a:lnTo>
                  <a:lnTo>
                    <a:pt x="1719082" y="2818453"/>
                  </a:lnTo>
                  <a:lnTo>
                    <a:pt x="1671845" y="2867424"/>
                  </a:lnTo>
                  <a:lnTo>
                    <a:pt x="1622963" y="2911385"/>
                  </a:lnTo>
                  <a:lnTo>
                    <a:pt x="1571646" y="2950605"/>
                  </a:lnTo>
                  <a:lnTo>
                    <a:pt x="1517010" y="2985531"/>
                  </a:lnTo>
                  <a:lnTo>
                    <a:pt x="1458159" y="3016661"/>
                  </a:lnTo>
                  <a:lnTo>
                    <a:pt x="1394264" y="3044474"/>
                  </a:lnTo>
                  <a:lnTo>
                    <a:pt x="1324665" y="3069383"/>
                  </a:lnTo>
                  <a:lnTo>
                    <a:pt x="1249009" y="3091722"/>
                  </a:lnTo>
                  <a:lnTo>
                    <a:pt x="1167431" y="3111726"/>
                  </a:lnTo>
                  <a:lnTo>
                    <a:pt x="1080765" y="3129538"/>
                  </a:lnTo>
                  <a:lnTo>
                    <a:pt x="990744" y="3145208"/>
                  </a:lnTo>
                  <a:lnTo>
                    <a:pt x="900120" y="3158717"/>
                  </a:lnTo>
                  <a:lnTo>
                    <a:pt x="812590" y="3170013"/>
                  </a:lnTo>
                  <a:lnTo>
                    <a:pt x="732426" y="3179061"/>
                  </a:lnTo>
                  <a:lnTo>
                    <a:pt x="663804" y="3185895"/>
                  </a:lnTo>
                  <a:lnTo>
                    <a:pt x="609942" y="3190663"/>
                  </a:lnTo>
                  <a:lnTo>
                    <a:pt x="572315" y="3193642"/>
                  </a:lnTo>
                  <a:lnTo>
                    <a:pt x="550192" y="3195216"/>
                  </a:lnTo>
                  <a:lnTo>
                    <a:pt x="540629" y="3195830"/>
                  </a:lnTo>
                  <a:lnTo>
                    <a:pt x="538736" y="3195941"/>
                  </a:lnTo>
                  <a:lnTo>
                    <a:pt x="0" y="3195941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20" name="pl1320"/>
            <p:cNvSpPr/>
            <p:nvPr/>
          </p:nvSpPr>
          <p:spPr>
            <a:xfrm>
              <a:off x="546595" y="1474580"/>
              <a:ext cx="8234974" cy="3195941"/>
            </a:xfrm>
            <a:custGeom>
              <a:avLst/>
              <a:pathLst>
                <a:path w="8234974" h="3195941">
                  <a:moveTo>
                    <a:pt x="0" y="3195941"/>
                  </a:moveTo>
                  <a:lnTo>
                    <a:pt x="538736" y="3195941"/>
                  </a:lnTo>
                  <a:lnTo>
                    <a:pt x="539949" y="3195871"/>
                  </a:lnTo>
                  <a:lnTo>
                    <a:pt x="547875" y="3195370"/>
                  </a:lnTo>
                  <a:lnTo>
                    <a:pt x="567684" y="3193985"/>
                  </a:lnTo>
                  <a:lnTo>
                    <a:pt x="602663" y="3191264"/>
                  </a:lnTo>
                  <a:lnTo>
                    <a:pt x="653913" y="3186811"/>
                  </a:lnTo>
                  <a:lnTo>
                    <a:pt x="720301" y="3180329"/>
                  </a:lnTo>
                  <a:lnTo>
                    <a:pt x="798847" y="3171649"/>
                  </a:lnTo>
                  <a:lnTo>
                    <a:pt x="885471" y="3160719"/>
                  </a:lnTo>
                  <a:lnTo>
                    <a:pt x="975862" y="3147568"/>
                  </a:lnTo>
                  <a:lnTo>
                    <a:pt x="1066198" y="3132250"/>
                  </a:lnTo>
                  <a:lnTo>
                    <a:pt x="1153558" y="3114790"/>
                  </a:lnTo>
                  <a:lnTo>
                    <a:pt x="1236048" y="3095151"/>
                  </a:lnTo>
                  <a:lnTo>
                    <a:pt x="1312698" y="3073208"/>
                  </a:lnTo>
                  <a:lnTo>
                    <a:pt x="1383275" y="3048740"/>
                  </a:lnTo>
                  <a:lnTo>
                    <a:pt x="1448065" y="3021429"/>
                  </a:lnTo>
                  <a:lnTo>
                    <a:pt x="1507688" y="2990874"/>
                  </a:lnTo>
                  <a:lnTo>
                    <a:pt x="1562953" y="2956603"/>
                  </a:lnTo>
                  <a:lnTo>
                    <a:pt x="1614752" y="2918120"/>
                  </a:lnTo>
                  <a:lnTo>
                    <a:pt x="1663975" y="2874960"/>
                  </a:lnTo>
                  <a:lnTo>
                    <a:pt x="1711434" y="2826814"/>
                  </a:lnTo>
                  <a:lnTo>
                    <a:pt x="1719082" y="2818453"/>
                  </a:lnTo>
                  <a:lnTo>
                    <a:pt x="1757670" y="2773791"/>
                  </a:lnTo>
                  <a:lnTo>
                    <a:pt x="1795888" y="2725559"/>
                  </a:lnTo>
                  <a:lnTo>
                    <a:pt x="1834002" y="2673689"/>
                  </a:lnTo>
                  <a:lnTo>
                    <a:pt x="1872215" y="2618179"/>
                  </a:lnTo>
                  <a:lnTo>
                    <a:pt x="1910675" y="2559108"/>
                  </a:lnTo>
                  <a:lnTo>
                    <a:pt x="1949475" y="2496639"/>
                  </a:lnTo>
                  <a:lnTo>
                    <a:pt x="1988667" y="2431026"/>
                  </a:lnTo>
                  <a:lnTo>
                    <a:pt x="2028259" y="2362609"/>
                  </a:lnTo>
                  <a:lnTo>
                    <a:pt x="2068220" y="2291815"/>
                  </a:lnTo>
                  <a:lnTo>
                    <a:pt x="2108492" y="2219149"/>
                  </a:lnTo>
                  <a:lnTo>
                    <a:pt x="2148989" y="2145175"/>
                  </a:lnTo>
                  <a:lnTo>
                    <a:pt x="2189609" y="2070506"/>
                  </a:lnTo>
                  <a:lnTo>
                    <a:pt x="2230239" y="1995776"/>
                  </a:lnTo>
                  <a:lnTo>
                    <a:pt x="2270767" y="1921624"/>
                  </a:lnTo>
                  <a:lnTo>
                    <a:pt x="2311089" y="1848668"/>
                  </a:lnTo>
                  <a:lnTo>
                    <a:pt x="2351114" y="1777482"/>
                  </a:lnTo>
                  <a:lnTo>
                    <a:pt x="2390778" y="1708583"/>
                  </a:lnTo>
                  <a:lnTo>
                    <a:pt x="2430046" y="1642414"/>
                  </a:lnTo>
                  <a:lnTo>
                    <a:pt x="2468918" y="1579333"/>
                  </a:lnTo>
                  <a:lnTo>
                    <a:pt x="2507435" y="1519608"/>
                  </a:lnTo>
                  <a:lnTo>
                    <a:pt x="2545685" y="1463421"/>
                  </a:lnTo>
                  <a:lnTo>
                    <a:pt x="2583804" y="1410864"/>
                  </a:lnTo>
                  <a:lnTo>
                    <a:pt x="2621984" y="1361952"/>
                  </a:lnTo>
                  <a:lnTo>
                    <a:pt x="2660479" y="1316627"/>
                  </a:lnTo>
                  <a:lnTo>
                    <a:pt x="2667772" y="1308503"/>
                  </a:lnTo>
                  <a:lnTo>
                    <a:pt x="2715010" y="1259532"/>
                  </a:lnTo>
                  <a:lnTo>
                    <a:pt x="2763892" y="1215570"/>
                  </a:lnTo>
                  <a:lnTo>
                    <a:pt x="2815209" y="1176350"/>
                  </a:lnTo>
                  <a:lnTo>
                    <a:pt x="2869845" y="1141425"/>
                  </a:lnTo>
                  <a:lnTo>
                    <a:pt x="2928695" y="1110294"/>
                  </a:lnTo>
                  <a:lnTo>
                    <a:pt x="2992590" y="1082482"/>
                  </a:lnTo>
                  <a:lnTo>
                    <a:pt x="3062190" y="1057573"/>
                  </a:lnTo>
                  <a:lnTo>
                    <a:pt x="3137846" y="1035234"/>
                  </a:lnTo>
                  <a:lnTo>
                    <a:pt x="3219423" y="1015229"/>
                  </a:lnTo>
                  <a:lnTo>
                    <a:pt x="3306090" y="997418"/>
                  </a:lnTo>
                  <a:lnTo>
                    <a:pt x="3396111" y="981748"/>
                  </a:lnTo>
                  <a:lnTo>
                    <a:pt x="3486734" y="968239"/>
                  </a:lnTo>
                  <a:lnTo>
                    <a:pt x="3574264" y="956942"/>
                  </a:lnTo>
                  <a:lnTo>
                    <a:pt x="3654428" y="947894"/>
                  </a:lnTo>
                  <a:lnTo>
                    <a:pt x="3723051" y="941061"/>
                  </a:lnTo>
                  <a:lnTo>
                    <a:pt x="3776912" y="936293"/>
                  </a:lnTo>
                  <a:lnTo>
                    <a:pt x="3814540" y="933314"/>
                  </a:lnTo>
                  <a:lnTo>
                    <a:pt x="3836662" y="931740"/>
                  </a:lnTo>
                  <a:lnTo>
                    <a:pt x="3846226" y="931126"/>
                  </a:lnTo>
                  <a:lnTo>
                    <a:pt x="3848113" y="931015"/>
                  </a:lnTo>
                  <a:lnTo>
                    <a:pt x="3848118" y="931015"/>
                  </a:lnTo>
                  <a:lnTo>
                    <a:pt x="4386855" y="931015"/>
                  </a:lnTo>
                  <a:lnTo>
                    <a:pt x="4388142" y="930984"/>
                  </a:lnTo>
                  <a:lnTo>
                    <a:pt x="4396537" y="930765"/>
                  </a:lnTo>
                  <a:lnTo>
                    <a:pt x="4417474" y="930160"/>
                  </a:lnTo>
                  <a:lnTo>
                    <a:pt x="4454331" y="928973"/>
                  </a:lnTo>
                  <a:lnTo>
                    <a:pt x="4508106" y="927032"/>
                  </a:lnTo>
                  <a:lnTo>
                    <a:pt x="4577396" y="924213"/>
                  </a:lnTo>
                  <a:lnTo>
                    <a:pt x="4658863" y="920448"/>
                  </a:lnTo>
                  <a:lnTo>
                    <a:pt x="4748097" y="915722"/>
                  </a:lnTo>
                  <a:lnTo>
                    <a:pt x="4840560" y="910048"/>
                  </a:lnTo>
                  <a:lnTo>
                    <a:pt x="4932336" y="903451"/>
                  </a:lnTo>
                  <a:lnTo>
                    <a:pt x="5020534" y="895936"/>
                  </a:lnTo>
                  <a:lnTo>
                    <a:pt x="5103363" y="887481"/>
                  </a:lnTo>
                  <a:lnTo>
                    <a:pt x="5179995" y="878020"/>
                  </a:lnTo>
                  <a:lnTo>
                    <a:pt x="5250341" y="867447"/>
                  </a:lnTo>
                  <a:lnTo>
                    <a:pt x="5314819" y="855612"/>
                  </a:lnTo>
                  <a:lnTo>
                    <a:pt x="5374160" y="842330"/>
                  </a:lnTo>
                  <a:lnTo>
                    <a:pt x="5429262" y="827390"/>
                  </a:lnTo>
                  <a:lnTo>
                    <a:pt x="5481078" y="810574"/>
                  </a:lnTo>
                  <a:lnTo>
                    <a:pt x="5530535" y="791699"/>
                  </a:lnTo>
                  <a:lnTo>
                    <a:pt x="5567201" y="775846"/>
                  </a:lnTo>
                  <a:lnTo>
                    <a:pt x="5615526" y="752588"/>
                  </a:lnTo>
                  <a:lnTo>
                    <a:pt x="5663381" y="727009"/>
                  </a:lnTo>
                  <a:lnTo>
                    <a:pt x="5711242" y="699074"/>
                  </a:lnTo>
                  <a:lnTo>
                    <a:pt x="5759439" y="668822"/>
                  </a:lnTo>
                  <a:lnTo>
                    <a:pt x="5808171" y="636378"/>
                  </a:lnTo>
                  <a:lnTo>
                    <a:pt x="5857525" y="601957"/>
                  </a:lnTo>
                  <a:lnTo>
                    <a:pt x="5907488" y="565865"/>
                  </a:lnTo>
                  <a:lnTo>
                    <a:pt x="5957961" y="528488"/>
                  </a:lnTo>
                  <a:lnTo>
                    <a:pt x="6008782" y="490281"/>
                  </a:lnTo>
                  <a:lnTo>
                    <a:pt x="6059746" y="451740"/>
                  </a:lnTo>
                  <a:lnTo>
                    <a:pt x="6110630" y="413385"/>
                  </a:lnTo>
                  <a:lnTo>
                    <a:pt x="6161221" y="375722"/>
                  </a:lnTo>
                  <a:lnTo>
                    <a:pt x="6211343" y="339220"/>
                  </a:lnTo>
                  <a:lnTo>
                    <a:pt x="6260877" y="304287"/>
                  </a:lnTo>
                  <a:lnTo>
                    <a:pt x="6309782" y="271252"/>
                  </a:lnTo>
                  <a:lnTo>
                    <a:pt x="6358117" y="240356"/>
                  </a:lnTo>
                  <a:lnTo>
                    <a:pt x="6406046" y="211751"/>
                  </a:lnTo>
                  <a:lnTo>
                    <a:pt x="6453861" y="185499"/>
                  </a:lnTo>
                  <a:lnTo>
                    <a:pt x="6501993" y="161586"/>
                  </a:lnTo>
                  <a:lnTo>
                    <a:pt x="6515891" y="155169"/>
                  </a:lnTo>
                  <a:lnTo>
                    <a:pt x="6564101" y="134652"/>
                  </a:lnTo>
                  <a:lnTo>
                    <a:pt x="6614037" y="116278"/>
                  </a:lnTo>
                  <a:lnTo>
                    <a:pt x="6666546" y="99925"/>
                  </a:lnTo>
                  <a:lnTo>
                    <a:pt x="6722565" y="85398"/>
                  </a:lnTo>
                  <a:lnTo>
                    <a:pt x="6783046" y="72476"/>
                  </a:lnTo>
                  <a:lnTo>
                    <a:pt x="6848856" y="60956"/>
                  </a:lnTo>
                  <a:lnTo>
                    <a:pt x="6920669" y="50658"/>
                  </a:lnTo>
                  <a:lnTo>
                    <a:pt x="6998799" y="41443"/>
                  </a:lnTo>
                  <a:lnTo>
                    <a:pt x="7083007" y="33215"/>
                  </a:lnTo>
                  <a:lnTo>
                    <a:pt x="7172254" y="25919"/>
                  </a:lnTo>
                  <a:lnTo>
                    <a:pt x="7264495" y="19539"/>
                  </a:lnTo>
                  <a:lnTo>
                    <a:pt x="7356580" y="14087"/>
                  </a:lnTo>
                  <a:lnTo>
                    <a:pt x="7444394" y="9588"/>
                  </a:lnTo>
                  <a:lnTo>
                    <a:pt x="7523353" y="6050"/>
                  </a:lnTo>
                  <a:lnTo>
                    <a:pt x="7589211" y="3448"/>
                  </a:lnTo>
                  <a:lnTo>
                    <a:pt x="7639021" y="1698"/>
                  </a:lnTo>
                  <a:lnTo>
                    <a:pt x="7671926" y="665"/>
                  </a:lnTo>
                  <a:lnTo>
                    <a:pt x="7689505" y="170"/>
                  </a:lnTo>
                  <a:lnTo>
                    <a:pt x="7695657" y="1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1" name="pl1321"/>
            <p:cNvSpPr/>
            <p:nvPr/>
          </p:nvSpPr>
          <p:spPr>
            <a:xfrm>
              <a:off x="546595" y="1463691"/>
              <a:ext cx="8234974" cy="3195941"/>
            </a:xfrm>
            <a:custGeom>
              <a:avLst/>
              <a:pathLst>
                <a:path w="8234974" h="3195941">
                  <a:moveTo>
                    <a:pt x="8234974" y="0"/>
                  </a:move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906" y="931085"/>
                  </a:lnTo>
                  <a:lnTo>
                    <a:pt x="3838979" y="931586"/>
                  </a:lnTo>
                  <a:lnTo>
                    <a:pt x="3819170" y="932971"/>
                  </a:lnTo>
                  <a:lnTo>
                    <a:pt x="3784192" y="935692"/>
                  </a:lnTo>
                  <a:lnTo>
                    <a:pt x="3732942" y="940144"/>
                  </a:lnTo>
                  <a:lnTo>
                    <a:pt x="3666553" y="946627"/>
                  </a:lnTo>
                  <a:lnTo>
                    <a:pt x="3588007" y="955307"/>
                  </a:lnTo>
                  <a:lnTo>
                    <a:pt x="3501383" y="966237"/>
                  </a:lnTo>
                  <a:lnTo>
                    <a:pt x="3410992" y="979388"/>
                  </a:lnTo>
                  <a:lnTo>
                    <a:pt x="3320657" y="994706"/>
                  </a:lnTo>
                  <a:lnTo>
                    <a:pt x="3233296" y="1012166"/>
                  </a:lnTo>
                  <a:lnTo>
                    <a:pt x="3150807" y="1031805"/>
                  </a:lnTo>
                  <a:lnTo>
                    <a:pt x="3074156" y="1053748"/>
                  </a:lnTo>
                  <a:lnTo>
                    <a:pt x="3003579" y="1078216"/>
                  </a:lnTo>
                  <a:lnTo>
                    <a:pt x="2938789" y="1105527"/>
                  </a:lnTo>
                  <a:lnTo>
                    <a:pt x="2879167" y="1136082"/>
                  </a:lnTo>
                  <a:lnTo>
                    <a:pt x="2823901" y="1170352"/>
                  </a:lnTo>
                  <a:lnTo>
                    <a:pt x="2772103" y="1208836"/>
                  </a:lnTo>
                  <a:lnTo>
                    <a:pt x="2722880" y="1251996"/>
                  </a:lnTo>
                  <a:lnTo>
                    <a:pt x="2675421" y="1300142"/>
                  </a:lnTo>
                  <a:lnTo>
                    <a:pt x="2667772" y="1308503"/>
                  </a:lnTo>
                  <a:lnTo>
                    <a:pt x="2629184" y="1353165"/>
                  </a:lnTo>
                  <a:lnTo>
                    <a:pt x="2590967" y="1401397"/>
                  </a:lnTo>
                  <a:lnTo>
                    <a:pt x="2552853" y="1453267"/>
                  </a:lnTo>
                  <a:lnTo>
                    <a:pt x="2514639" y="1508777"/>
                  </a:lnTo>
                  <a:lnTo>
                    <a:pt x="2476180" y="1567848"/>
                  </a:lnTo>
                  <a:lnTo>
                    <a:pt x="2437379" y="1630317"/>
                  </a:lnTo>
                  <a:lnTo>
                    <a:pt x="2398187" y="1695930"/>
                  </a:lnTo>
                  <a:lnTo>
                    <a:pt x="2358596" y="1764347"/>
                  </a:lnTo>
                  <a:lnTo>
                    <a:pt x="2318634" y="1835141"/>
                  </a:lnTo>
                  <a:lnTo>
                    <a:pt x="2278362" y="1907807"/>
                  </a:lnTo>
                  <a:lnTo>
                    <a:pt x="2237865" y="1981780"/>
                  </a:lnTo>
                  <a:lnTo>
                    <a:pt x="2197246" y="2056450"/>
                  </a:lnTo>
                  <a:lnTo>
                    <a:pt x="2156615" y="2131180"/>
                  </a:lnTo>
                  <a:lnTo>
                    <a:pt x="2116087" y="2205332"/>
                  </a:lnTo>
                  <a:lnTo>
                    <a:pt x="2075766" y="2278288"/>
                  </a:lnTo>
                  <a:lnTo>
                    <a:pt x="2035740" y="2349474"/>
                  </a:lnTo>
                  <a:lnTo>
                    <a:pt x="1996076" y="2418373"/>
                  </a:lnTo>
                  <a:lnTo>
                    <a:pt x="1956809" y="2484542"/>
                  </a:lnTo>
                  <a:lnTo>
                    <a:pt x="1917937" y="2547623"/>
                  </a:lnTo>
                  <a:lnTo>
                    <a:pt x="1879419" y="2607348"/>
                  </a:lnTo>
                  <a:lnTo>
                    <a:pt x="1841169" y="2663535"/>
                  </a:lnTo>
                  <a:lnTo>
                    <a:pt x="1803050" y="2716092"/>
                  </a:lnTo>
                  <a:lnTo>
                    <a:pt x="1764870" y="2765003"/>
                  </a:lnTo>
                  <a:lnTo>
                    <a:pt x="1726376" y="2810328"/>
                  </a:lnTo>
                  <a:lnTo>
                    <a:pt x="1719082" y="2818453"/>
                  </a:lnTo>
                  <a:lnTo>
                    <a:pt x="1671845" y="2867424"/>
                  </a:lnTo>
                  <a:lnTo>
                    <a:pt x="1622963" y="2911385"/>
                  </a:lnTo>
                  <a:lnTo>
                    <a:pt x="1571646" y="2950605"/>
                  </a:lnTo>
                  <a:lnTo>
                    <a:pt x="1517010" y="2985531"/>
                  </a:lnTo>
                  <a:lnTo>
                    <a:pt x="1458159" y="3016661"/>
                  </a:lnTo>
                  <a:lnTo>
                    <a:pt x="1394264" y="3044474"/>
                  </a:lnTo>
                  <a:lnTo>
                    <a:pt x="1324665" y="3069383"/>
                  </a:lnTo>
                  <a:lnTo>
                    <a:pt x="1249009" y="3091722"/>
                  </a:lnTo>
                  <a:lnTo>
                    <a:pt x="1167431" y="3111726"/>
                  </a:lnTo>
                  <a:lnTo>
                    <a:pt x="1080765" y="3129538"/>
                  </a:lnTo>
                  <a:lnTo>
                    <a:pt x="990744" y="3145208"/>
                  </a:lnTo>
                  <a:lnTo>
                    <a:pt x="900120" y="3158717"/>
                  </a:lnTo>
                  <a:lnTo>
                    <a:pt x="812590" y="3170013"/>
                  </a:lnTo>
                  <a:lnTo>
                    <a:pt x="732426" y="3179061"/>
                  </a:lnTo>
                  <a:lnTo>
                    <a:pt x="663804" y="3185895"/>
                  </a:lnTo>
                  <a:lnTo>
                    <a:pt x="609942" y="3190663"/>
                  </a:lnTo>
                  <a:lnTo>
                    <a:pt x="572315" y="3193642"/>
                  </a:lnTo>
                  <a:lnTo>
                    <a:pt x="550192" y="3195216"/>
                  </a:lnTo>
                  <a:lnTo>
                    <a:pt x="540629" y="3195830"/>
                  </a:lnTo>
                  <a:lnTo>
                    <a:pt x="538742" y="3195941"/>
                  </a:lnTo>
                  <a:lnTo>
                    <a:pt x="538736" y="3195941"/>
                  </a:lnTo>
                  <a:lnTo>
                    <a:pt x="0" y="3195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2" name="pg1322"/>
            <p:cNvSpPr/>
            <p:nvPr/>
          </p:nvSpPr>
          <p:spPr>
            <a:xfrm>
              <a:off x="546595" y="1861142"/>
              <a:ext cx="8234974" cy="2814824"/>
            </a:xfrm>
            <a:custGeom>
              <a:avLst/>
              <a:pathLst>
                <a:path w="8234974" h="2814824">
                  <a:moveTo>
                    <a:pt x="0" y="2814824"/>
                  </a:moveTo>
                  <a:lnTo>
                    <a:pt x="538736" y="2814824"/>
                  </a:lnTo>
                  <a:lnTo>
                    <a:pt x="539950" y="2814754"/>
                  </a:lnTo>
                  <a:lnTo>
                    <a:pt x="547881" y="2814255"/>
                  </a:lnTo>
                  <a:lnTo>
                    <a:pt x="567702" y="2812875"/>
                  </a:lnTo>
                  <a:lnTo>
                    <a:pt x="602701" y="2810166"/>
                  </a:lnTo>
                  <a:lnTo>
                    <a:pt x="653978" y="2805732"/>
                  </a:lnTo>
                  <a:lnTo>
                    <a:pt x="720399" y="2799277"/>
                  </a:lnTo>
                  <a:lnTo>
                    <a:pt x="798977" y="2790633"/>
                  </a:lnTo>
                  <a:lnTo>
                    <a:pt x="885630" y="2779749"/>
                  </a:lnTo>
                  <a:lnTo>
                    <a:pt x="976045" y="2766655"/>
                  </a:lnTo>
                  <a:lnTo>
                    <a:pt x="1066396" y="2751402"/>
                  </a:lnTo>
                  <a:lnTo>
                    <a:pt x="1153767" y="2734017"/>
                  </a:lnTo>
                  <a:lnTo>
                    <a:pt x="1236261" y="2714463"/>
                  </a:lnTo>
                  <a:lnTo>
                    <a:pt x="1312911" y="2692614"/>
                  </a:lnTo>
                  <a:lnTo>
                    <a:pt x="1383486" y="2668250"/>
                  </a:lnTo>
                  <a:lnTo>
                    <a:pt x="1448273" y="2641055"/>
                  </a:lnTo>
                  <a:lnTo>
                    <a:pt x="1507892" y="2610628"/>
                  </a:lnTo>
                  <a:lnTo>
                    <a:pt x="1563155" y="2576500"/>
                  </a:lnTo>
                  <a:lnTo>
                    <a:pt x="1614954" y="2538175"/>
                  </a:lnTo>
                  <a:lnTo>
                    <a:pt x="1664179" y="2495193"/>
                  </a:lnTo>
                  <a:lnTo>
                    <a:pt x="1711642" y="2447247"/>
                  </a:lnTo>
                  <a:lnTo>
                    <a:pt x="1719082" y="2439151"/>
                  </a:lnTo>
                  <a:lnTo>
                    <a:pt x="1757736" y="2394623"/>
                  </a:lnTo>
                  <a:lnTo>
                    <a:pt x="1796020" y="2346531"/>
                  </a:lnTo>
                  <a:lnTo>
                    <a:pt x="1834200" y="2294805"/>
                  </a:lnTo>
                  <a:lnTo>
                    <a:pt x="1872480" y="2239445"/>
                  </a:lnTo>
                  <a:lnTo>
                    <a:pt x="1911008" y="2180530"/>
                  </a:lnTo>
                  <a:lnTo>
                    <a:pt x="1949879" y="2118223"/>
                  </a:lnTo>
                  <a:lnTo>
                    <a:pt x="1989144" y="2052779"/>
                  </a:lnTo>
                  <a:lnTo>
                    <a:pt x="2028808" y="1984539"/>
                  </a:lnTo>
                  <a:lnTo>
                    <a:pt x="2068844" y="1913934"/>
                  </a:lnTo>
                  <a:lnTo>
                    <a:pt x="2109190" y="1841466"/>
                  </a:lnTo>
                  <a:lnTo>
                    <a:pt x="2149760" y="1767703"/>
                  </a:lnTo>
                  <a:lnTo>
                    <a:pt x="2190451" y="1693257"/>
                  </a:lnTo>
                  <a:lnTo>
                    <a:pt x="2231150" y="1618764"/>
                  </a:lnTo>
                  <a:lnTo>
                    <a:pt x="2271745" y="1544862"/>
                  </a:lnTo>
                  <a:lnTo>
                    <a:pt x="2312129" y="1472168"/>
                  </a:lnTo>
                  <a:lnTo>
                    <a:pt x="2352215" y="1401257"/>
                  </a:lnTo>
                  <a:lnTo>
                    <a:pt x="2391937" y="1332643"/>
                  </a:lnTo>
                  <a:lnTo>
                    <a:pt x="2431260" y="1266767"/>
                  </a:lnTo>
                  <a:lnTo>
                    <a:pt x="2470187" y="1203983"/>
                  </a:lnTo>
                  <a:lnTo>
                    <a:pt x="2508760" y="1144559"/>
                  </a:lnTo>
                  <a:lnTo>
                    <a:pt x="2547069" y="1088673"/>
                  </a:lnTo>
                  <a:lnTo>
                    <a:pt x="2585252" y="1036414"/>
                  </a:lnTo>
                  <a:lnTo>
                    <a:pt x="2623505" y="987793"/>
                  </a:lnTo>
                  <a:lnTo>
                    <a:pt x="2662085" y="942751"/>
                  </a:lnTo>
                  <a:lnTo>
                    <a:pt x="2667772" y="936459"/>
                  </a:lnTo>
                  <a:lnTo>
                    <a:pt x="2715021" y="887714"/>
                  </a:lnTo>
                  <a:lnTo>
                    <a:pt x="2763914" y="843956"/>
                  </a:lnTo>
                  <a:lnTo>
                    <a:pt x="2815244" y="804918"/>
                  </a:lnTo>
                  <a:lnTo>
                    <a:pt x="2869895" y="770156"/>
                  </a:lnTo>
                  <a:lnTo>
                    <a:pt x="2928764" y="739172"/>
                  </a:lnTo>
                  <a:lnTo>
                    <a:pt x="2992680" y="711491"/>
                  </a:lnTo>
                  <a:lnTo>
                    <a:pt x="3062303" y="686699"/>
                  </a:lnTo>
                  <a:lnTo>
                    <a:pt x="3137986" y="664467"/>
                  </a:lnTo>
                  <a:lnTo>
                    <a:pt x="3219592" y="644559"/>
                  </a:lnTo>
                  <a:lnTo>
                    <a:pt x="3306287" y="626833"/>
                  </a:lnTo>
                  <a:lnTo>
                    <a:pt x="3396334" y="611241"/>
                  </a:lnTo>
                  <a:lnTo>
                    <a:pt x="3486974" y="597799"/>
                  </a:lnTo>
                  <a:lnTo>
                    <a:pt x="3574509" y="586560"/>
                  </a:lnTo>
                  <a:lnTo>
                    <a:pt x="3654662" y="577560"/>
                  </a:lnTo>
                  <a:lnTo>
                    <a:pt x="3723257" y="570765"/>
                  </a:lnTo>
                  <a:lnTo>
                    <a:pt x="3777076" y="566025"/>
                  </a:lnTo>
                  <a:lnTo>
                    <a:pt x="3814652" y="563066"/>
                  </a:lnTo>
                  <a:lnTo>
                    <a:pt x="3836723" y="561504"/>
                  </a:lnTo>
                  <a:lnTo>
                    <a:pt x="3846246" y="560896"/>
                  </a:lnTo>
                  <a:lnTo>
                    <a:pt x="3848118" y="560787"/>
                  </a:lnTo>
                  <a:lnTo>
                    <a:pt x="4386855" y="560787"/>
                  </a:lnTo>
                  <a:lnTo>
                    <a:pt x="4388152" y="560768"/>
                  </a:lnTo>
                  <a:lnTo>
                    <a:pt x="4396614" y="560636"/>
                  </a:lnTo>
                  <a:lnTo>
                    <a:pt x="4417711" y="560272"/>
                  </a:lnTo>
                  <a:lnTo>
                    <a:pt x="4454832" y="559558"/>
                  </a:lnTo>
                  <a:lnTo>
                    <a:pt x="4508961" y="558391"/>
                  </a:lnTo>
                  <a:lnTo>
                    <a:pt x="4578654" y="556697"/>
                  </a:lnTo>
                  <a:lnTo>
                    <a:pt x="4660526" y="554435"/>
                  </a:lnTo>
                  <a:lnTo>
                    <a:pt x="4750116" y="551596"/>
                  </a:lnTo>
                  <a:lnTo>
                    <a:pt x="4842858" y="548189"/>
                  </a:lnTo>
                  <a:lnTo>
                    <a:pt x="4934824" y="544229"/>
                  </a:lnTo>
                  <a:lnTo>
                    <a:pt x="5023129" y="539718"/>
                  </a:lnTo>
                  <a:lnTo>
                    <a:pt x="5105997" y="534642"/>
                  </a:lnTo>
                  <a:lnTo>
                    <a:pt x="5182621" y="528962"/>
                  </a:lnTo>
                  <a:lnTo>
                    <a:pt x="5252933" y="522611"/>
                  </a:lnTo>
                  <a:lnTo>
                    <a:pt x="5317367" y="515500"/>
                  </a:lnTo>
                  <a:lnTo>
                    <a:pt x="5376671" y="507516"/>
                  </a:lnTo>
                  <a:lnTo>
                    <a:pt x="5431754" y="498531"/>
                  </a:lnTo>
                  <a:lnTo>
                    <a:pt x="5483579" y="488416"/>
                  </a:lnTo>
                  <a:lnTo>
                    <a:pt x="5533075" y="477061"/>
                  </a:lnTo>
                  <a:lnTo>
                    <a:pt x="5567201" y="468229"/>
                  </a:lnTo>
                  <a:lnTo>
                    <a:pt x="5618170" y="453552"/>
                  </a:lnTo>
                  <a:lnTo>
                    <a:pt x="5668648" y="437332"/>
                  </a:lnTo>
                  <a:lnTo>
                    <a:pt x="5719179" y="419547"/>
                  </a:lnTo>
                  <a:lnTo>
                    <a:pt x="5770129" y="400234"/>
                  </a:lnTo>
                  <a:lnTo>
                    <a:pt x="5821705" y="379493"/>
                  </a:lnTo>
                  <a:lnTo>
                    <a:pt x="5873979" y="357489"/>
                  </a:lnTo>
                  <a:lnTo>
                    <a:pt x="5926903" y="334455"/>
                  </a:lnTo>
                  <a:lnTo>
                    <a:pt x="5980332" y="310681"/>
                  </a:lnTo>
                  <a:lnTo>
                    <a:pt x="6034051" y="286498"/>
                  </a:lnTo>
                  <a:lnTo>
                    <a:pt x="6087807" y="262264"/>
                  </a:lnTo>
                  <a:lnTo>
                    <a:pt x="6141341" y="238341"/>
                  </a:lnTo>
                  <a:lnTo>
                    <a:pt x="6194423" y="215069"/>
                  </a:lnTo>
                  <a:lnTo>
                    <a:pt x="6246888" y="192753"/>
                  </a:lnTo>
                  <a:lnTo>
                    <a:pt x="6298657" y="171640"/>
                  </a:lnTo>
                  <a:lnTo>
                    <a:pt x="6349767" y="151916"/>
                  </a:lnTo>
                  <a:lnTo>
                    <a:pt x="6400385" y="133699"/>
                  </a:lnTo>
                  <a:lnTo>
                    <a:pt x="6450831" y="117042"/>
                  </a:lnTo>
                  <a:lnTo>
                    <a:pt x="6501596" y="101940"/>
                  </a:lnTo>
                  <a:lnTo>
                    <a:pt x="6515891" y="98001"/>
                  </a:lnTo>
                  <a:lnTo>
                    <a:pt x="6564236" y="85731"/>
                  </a:lnTo>
                  <a:lnTo>
                    <a:pt x="6614319" y="74746"/>
                  </a:lnTo>
                  <a:lnTo>
                    <a:pt x="6666993" y="64973"/>
                  </a:lnTo>
                  <a:lnTo>
                    <a:pt x="6723206" y="56293"/>
                  </a:lnTo>
                  <a:lnTo>
                    <a:pt x="6783914" y="48576"/>
                  </a:lnTo>
                  <a:lnTo>
                    <a:pt x="6849993" y="41697"/>
                  </a:lnTo>
                  <a:lnTo>
                    <a:pt x="6922115" y="35549"/>
                  </a:lnTo>
                  <a:lnTo>
                    <a:pt x="7000592" y="30051"/>
                  </a:lnTo>
                  <a:lnTo>
                    <a:pt x="7085165" y="25142"/>
                  </a:lnTo>
                  <a:lnTo>
                    <a:pt x="7174767" y="20792"/>
                  </a:lnTo>
                  <a:lnTo>
                    <a:pt x="7267307" y="16992"/>
                  </a:lnTo>
                  <a:lnTo>
                    <a:pt x="7359575" y="13749"/>
                  </a:lnTo>
                  <a:lnTo>
                    <a:pt x="7447402" y="11078"/>
                  </a:lnTo>
                  <a:lnTo>
                    <a:pt x="7526160" y="8983"/>
                  </a:lnTo>
                  <a:lnTo>
                    <a:pt x="7591601" y="7448"/>
                  </a:lnTo>
                  <a:lnTo>
                    <a:pt x="7640825" y="6422"/>
                  </a:lnTo>
                  <a:lnTo>
                    <a:pt x="7673069" y="5821"/>
                  </a:lnTo>
                  <a:lnTo>
                    <a:pt x="7690039" y="5537"/>
                  </a:lnTo>
                  <a:lnTo>
                    <a:pt x="7695767" y="545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0" y="18"/>
                  </a:lnTo>
                  <a:lnTo>
                    <a:pt x="7686478" y="150"/>
                  </a:lnTo>
                  <a:lnTo>
                    <a:pt x="7665382" y="514"/>
                  </a:lnTo>
                  <a:lnTo>
                    <a:pt x="7628261" y="1228"/>
                  </a:lnTo>
                  <a:lnTo>
                    <a:pt x="7574132" y="2395"/>
                  </a:lnTo>
                  <a:lnTo>
                    <a:pt x="7504438" y="4089"/>
                  </a:lnTo>
                  <a:lnTo>
                    <a:pt x="7422567" y="6351"/>
                  </a:lnTo>
                  <a:lnTo>
                    <a:pt x="7332976" y="9190"/>
                  </a:lnTo>
                  <a:lnTo>
                    <a:pt x="7240235" y="12597"/>
                  </a:lnTo>
                  <a:lnTo>
                    <a:pt x="7148268" y="16557"/>
                  </a:lnTo>
                  <a:lnTo>
                    <a:pt x="7059963" y="21068"/>
                  </a:lnTo>
                  <a:lnTo>
                    <a:pt x="6977095" y="26144"/>
                  </a:lnTo>
                  <a:lnTo>
                    <a:pt x="6900471" y="31824"/>
                  </a:lnTo>
                  <a:lnTo>
                    <a:pt x="6830160" y="38175"/>
                  </a:lnTo>
                  <a:lnTo>
                    <a:pt x="6765725" y="45286"/>
                  </a:lnTo>
                  <a:lnTo>
                    <a:pt x="6706421" y="53270"/>
                  </a:lnTo>
                  <a:lnTo>
                    <a:pt x="6651338" y="62255"/>
                  </a:lnTo>
                  <a:lnTo>
                    <a:pt x="6599514" y="72370"/>
                  </a:lnTo>
                  <a:lnTo>
                    <a:pt x="6550018" y="83725"/>
                  </a:lnTo>
                  <a:lnTo>
                    <a:pt x="6515891" y="92557"/>
                  </a:lnTo>
                  <a:lnTo>
                    <a:pt x="6464922" y="107234"/>
                  </a:lnTo>
                  <a:lnTo>
                    <a:pt x="6414445" y="123454"/>
                  </a:lnTo>
                  <a:lnTo>
                    <a:pt x="6363913" y="141239"/>
                  </a:lnTo>
                  <a:lnTo>
                    <a:pt x="6312964" y="160552"/>
                  </a:lnTo>
                  <a:lnTo>
                    <a:pt x="6261387" y="181293"/>
                  </a:lnTo>
                  <a:lnTo>
                    <a:pt x="6209113" y="203297"/>
                  </a:lnTo>
                  <a:lnTo>
                    <a:pt x="6156190" y="226331"/>
                  </a:lnTo>
                  <a:lnTo>
                    <a:pt x="6102761" y="250105"/>
                  </a:lnTo>
                  <a:lnTo>
                    <a:pt x="6049041" y="274288"/>
                  </a:lnTo>
                  <a:lnTo>
                    <a:pt x="5995286" y="298522"/>
                  </a:lnTo>
                  <a:lnTo>
                    <a:pt x="5941752" y="322445"/>
                  </a:lnTo>
                  <a:lnTo>
                    <a:pt x="5888669" y="345717"/>
                  </a:lnTo>
                  <a:lnTo>
                    <a:pt x="5836205" y="368033"/>
                  </a:lnTo>
                  <a:lnTo>
                    <a:pt x="5784435" y="389146"/>
                  </a:lnTo>
                  <a:lnTo>
                    <a:pt x="5733326" y="408870"/>
                  </a:lnTo>
                  <a:lnTo>
                    <a:pt x="5682708" y="427087"/>
                  </a:lnTo>
                  <a:lnTo>
                    <a:pt x="5632262" y="443744"/>
                  </a:lnTo>
                  <a:lnTo>
                    <a:pt x="5581496" y="458846"/>
                  </a:lnTo>
                  <a:lnTo>
                    <a:pt x="5567201" y="462785"/>
                  </a:lnTo>
                  <a:lnTo>
                    <a:pt x="5518857" y="475055"/>
                  </a:lnTo>
                  <a:lnTo>
                    <a:pt x="5468774" y="486040"/>
                  </a:lnTo>
                  <a:lnTo>
                    <a:pt x="5416100" y="495813"/>
                  </a:lnTo>
                  <a:lnTo>
                    <a:pt x="5359887" y="504493"/>
                  </a:lnTo>
                  <a:lnTo>
                    <a:pt x="5299178" y="512210"/>
                  </a:lnTo>
                  <a:lnTo>
                    <a:pt x="5233099" y="519089"/>
                  </a:lnTo>
                  <a:lnTo>
                    <a:pt x="5160977" y="525237"/>
                  </a:lnTo>
                  <a:lnTo>
                    <a:pt x="5082501" y="530735"/>
                  </a:lnTo>
                  <a:lnTo>
                    <a:pt x="4997928" y="535644"/>
                  </a:lnTo>
                  <a:lnTo>
                    <a:pt x="4908326" y="539994"/>
                  </a:lnTo>
                  <a:lnTo>
                    <a:pt x="4815786" y="543794"/>
                  </a:lnTo>
                  <a:lnTo>
                    <a:pt x="4723517" y="547037"/>
                  </a:lnTo>
                  <a:lnTo>
                    <a:pt x="4635690" y="549708"/>
                  </a:lnTo>
                  <a:lnTo>
                    <a:pt x="4556932" y="551803"/>
                  </a:lnTo>
                  <a:lnTo>
                    <a:pt x="4491492" y="553338"/>
                  </a:lnTo>
                  <a:lnTo>
                    <a:pt x="4442268" y="554364"/>
                  </a:lnTo>
                  <a:lnTo>
                    <a:pt x="4410023" y="554965"/>
                  </a:lnTo>
                  <a:lnTo>
                    <a:pt x="4393054" y="555249"/>
                  </a:lnTo>
                  <a:lnTo>
                    <a:pt x="4387326" y="555335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905" y="555412"/>
                  </a:lnTo>
                  <a:lnTo>
                    <a:pt x="3838974" y="555911"/>
                  </a:lnTo>
                  <a:lnTo>
                    <a:pt x="3819152" y="557290"/>
                  </a:lnTo>
                  <a:lnTo>
                    <a:pt x="3784153" y="559999"/>
                  </a:lnTo>
                  <a:lnTo>
                    <a:pt x="3732876" y="564434"/>
                  </a:lnTo>
                  <a:lnTo>
                    <a:pt x="3666456" y="570889"/>
                  </a:lnTo>
                  <a:lnTo>
                    <a:pt x="3587877" y="579533"/>
                  </a:lnTo>
                  <a:lnTo>
                    <a:pt x="3501225" y="590416"/>
                  </a:lnTo>
                  <a:lnTo>
                    <a:pt x="3410810" y="603511"/>
                  </a:lnTo>
                  <a:lnTo>
                    <a:pt x="3320458" y="618764"/>
                  </a:lnTo>
                  <a:lnTo>
                    <a:pt x="3233088" y="636148"/>
                  </a:lnTo>
                  <a:lnTo>
                    <a:pt x="3150594" y="655702"/>
                  </a:lnTo>
                  <a:lnTo>
                    <a:pt x="3073943" y="677551"/>
                  </a:lnTo>
                  <a:lnTo>
                    <a:pt x="3003368" y="701916"/>
                  </a:lnTo>
                  <a:lnTo>
                    <a:pt x="2938582" y="729111"/>
                  </a:lnTo>
                  <a:lnTo>
                    <a:pt x="2878962" y="759538"/>
                  </a:lnTo>
                  <a:lnTo>
                    <a:pt x="2823699" y="793666"/>
                  </a:lnTo>
                  <a:lnTo>
                    <a:pt x="2771901" y="831990"/>
                  </a:lnTo>
                  <a:lnTo>
                    <a:pt x="2722676" y="874972"/>
                  </a:lnTo>
                  <a:lnTo>
                    <a:pt x="2675212" y="922919"/>
                  </a:lnTo>
                  <a:lnTo>
                    <a:pt x="2667772" y="931015"/>
                  </a:lnTo>
                  <a:lnTo>
                    <a:pt x="2629118" y="975543"/>
                  </a:lnTo>
                  <a:lnTo>
                    <a:pt x="2590835" y="1023634"/>
                  </a:lnTo>
                  <a:lnTo>
                    <a:pt x="2552655" y="1075360"/>
                  </a:lnTo>
                  <a:lnTo>
                    <a:pt x="2514375" y="1130721"/>
                  </a:lnTo>
                  <a:lnTo>
                    <a:pt x="2475847" y="1189636"/>
                  </a:lnTo>
                  <a:lnTo>
                    <a:pt x="2436975" y="1251943"/>
                  </a:lnTo>
                  <a:lnTo>
                    <a:pt x="2397711" y="1317387"/>
                  </a:lnTo>
                  <a:lnTo>
                    <a:pt x="2358046" y="1385626"/>
                  </a:lnTo>
                  <a:lnTo>
                    <a:pt x="2318010" y="1456232"/>
                  </a:lnTo>
                  <a:lnTo>
                    <a:pt x="2277665" y="1528700"/>
                  </a:lnTo>
                  <a:lnTo>
                    <a:pt x="2237094" y="1602463"/>
                  </a:lnTo>
                  <a:lnTo>
                    <a:pt x="2196403" y="1676909"/>
                  </a:lnTo>
                  <a:lnTo>
                    <a:pt x="2155704" y="1751402"/>
                  </a:lnTo>
                  <a:lnTo>
                    <a:pt x="2115110" y="1825304"/>
                  </a:lnTo>
                  <a:lnTo>
                    <a:pt x="2074725" y="1897998"/>
                  </a:lnTo>
                  <a:lnTo>
                    <a:pt x="2034640" y="1968909"/>
                  </a:lnTo>
                  <a:lnTo>
                    <a:pt x="1994918" y="2037523"/>
                  </a:lnTo>
                  <a:lnTo>
                    <a:pt x="1955595" y="2103399"/>
                  </a:lnTo>
                  <a:lnTo>
                    <a:pt x="1916668" y="2166182"/>
                  </a:lnTo>
                  <a:lnTo>
                    <a:pt x="1878095" y="2225606"/>
                  </a:lnTo>
                  <a:lnTo>
                    <a:pt x="1839786" y="2281493"/>
                  </a:lnTo>
                  <a:lnTo>
                    <a:pt x="1801602" y="2333752"/>
                  </a:lnTo>
                  <a:lnTo>
                    <a:pt x="1763349" y="2382372"/>
                  </a:lnTo>
                  <a:lnTo>
                    <a:pt x="1724769" y="2427414"/>
                  </a:lnTo>
                  <a:lnTo>
                    <a:pt x="1719082" y="2433706"/>
                  </a:lnTo>
                  <a:lnTo>
                    <a:pt x="1671834" y="2482452"/>
                  </a:lnTo>
                  <a:lnTo>
                    <a:pt x="1622941" y="2526210"/>
                  </a:lnTo>
                  <a:lnTo>
                    <a:pt x="1571610" y="2565248"/>
                  </a:lnTo>
                  <a:lnTo>
                    <a:pt x="1516959" y="2600010"/>
                  </a:lnTo>
                  <a:lnTo>
                    <a:pt x="1458091" y="2630994"/>
                  </a:lnTo>
                  <a:lnTo>
                    <a:pt x="1394175" y="2658675"/>
                  </a:lnTo>
                  <a:lnTo>
                    <a:pt x="1324552" y="2683466"/>
                  </a:lnTo>
                  <a:lnTo>
                    <a:pt x="1248869" y="2705698"/>
                  </a:lnTo>
                  <a:lnTo>
                    <a:pt x="1167262" y="2725607"/>
                  </a:lnTo>
                  <a:lnTo>
                    <a:pt x="1080567" y="2743332"/>
                  </a:lnTo>
                  <a:lnTo>
                    <a:pt x="990521" y="2758925"/>
                  </a:lnTo>
                  <a:lnTo>
                    <a:pt x="899881" y="2772367"/>
                  </a:lnTo>
                  <a:lnTo>
                    <a:pt x="812346" y="2783605"/>
                  </a:lnTo>
                  <a:lnTo>
                    <a:pt x="732192" y="2792605"/>
                  </a:lnTo>
                  <a:lnTo>
                    <a:pt x="663598" y="2799401"/>
                  </a:lnTo>
                  <a:lnTo>
                    <a:pt x="609779" y="2804140"/>
                  </a:lnTo>
                  <a:lnTo>
                    <a:pt x="572203" y="2807100"/>
                  </a:lnTo>
                  <a:lnTo>
                    <a:pt x="550132" y="2808661"/>
                  </a:lnTo>
                  <a:lnTo>
                    <a:pt x="540609" y="2809270"/>
                  </a:lnTo>
                  <a:lnTo>
                    <a:pt x="538736" y="2809379"/>
                  </a:lnTo>
                  <a:lnTo>
                    <a:pt x="0" y="280937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23" name="pl1323"/>
            <p:cNvSpPr/>
            <p:nvPr/>
          </p:nvSpPr>
          <p:spPr>
            <a:xfrm>
              <a:off x="546595" y="1866586"/>
              <a:ext cx="8234974" cy="2809379"/>
            </a:xfrm>
            <a:custGeom>
              <a:avLst/>
              <a:pathLst>
                <a:path w="8234974" h="2809379">
                  <a:moveTo>
                    <a:pt x="0" y="2809379"/>
                  </a:moveTo>
                  <a:lnTo>
                    <a:pt x="538736" y="2809379"/>
                  </a:lnTo>
                  <a:lnTo>
                    <a:pt x="539950" y="2809309"/>
                  </a:lnTo>
                  <a:lnTo>
                    <a:pt x="547881" y="2808810"/>
                  </a:lnTo>
                  <a:lnTo>
                    <a:pt x="567702" y="2807431"/>
                  </a:lnTo>
                  <a:lnTo>
                    <a:pt x="602701" y="2804722"/>
                  </a:lnTo>
                  <a:lnTo>
                    <a:pt x="653978" y="2800287"/>
                  </a:lnTo>
                  <a:lnTo>
                    <a:pt x="720399" y="2793832"/>
                  </a:lnTo>
                  <a:lnTo>
                    <a:pt x="798977" y="2785188"/>
                  </a:lnTo>
                  <a:lnTo>
                    <a:pt x="885630" y="2774305"/>
                  </a:lnTo>
                  <a:lnTo>
                    <a:pt x="976045" y="2761210"/>
                  </a:lnTo>
                  <a:lnTo>
                    <a:pt x="1066396" y="2745957"/>
                  </a:lnTo>
                  <a:lnTo>
                    <a:pt x="1153767" y="2728573"/>
                  </a:lnTo>
                  <a:lnTo>
                    <a:pt x="1236261" y="2709019"/>
                  </a:lnTo>
                  <a:lnTo>
                    <a:pt x="1312911" y="2687170"/>
                  </a:lnTo>
                  <a:lnTo>
                    <a:pt x="1383486" y="2662806"/>
                  </a:lnTo>
                  <a:lnTo>
                    <a:pt x="1448273" y="2635610"/>
                  </a:lnTo>
                  <a:lnTo>
                    <a:pt x="1507892" y="2605183"/>
                  </a:lnTo>
                  <a:lnTo>
                    <a:pt x="1563155" y="2571055"/>
                  </a:lnTo>
                  <a:lnTo>
                    <a:pt x="1614954" y="2532731"/>
                  </a:lnTo>
                  <a:lnTo>
                    <a:pt x="1664179" y="2489749"/>
                  </a:lnTo>
                  <a:lnTo>
                    <a:pt x="1711642" y="2441802"/>
                  </a:lnTo>
                  <a:lnTo>
                    <a:pt x="1719082" y="2433706"/>
                  </a:lnTo>
                  <a:lnTo>
                    <a:pt x="1757736" y="2389178"/>
                  </a:lnTo>
                  <a:lnTo>
                    <a:pt x="1796020" y="2341087"/>
                  </a:lnTo>
                  <a:lnTo>
                    <a:pt x="1834200" y="2289361"/>
                  </a:lnTo>
                  <a:lnTo>
                    <a:pt x="1872480" y="2234001"/>
                  </a:lnTo>
                  <a:lnTo>
                    <a:pt x="1911008" y="2175085"/>
                  </a:lnTo>
                  <a:lnTo>
                    <a:pt x="1949879" y="2112778"/>
                  </a:lnTo>
                  <a:lnTo>
                    <a:pt x="1989144" y="2047334"/>
                  </a:lnTo>
                  <a:lnTo>
                    <a:pt x="2028808" y="1979095"/>
                  </a:lnTo>
                  <a:lnTo>
                    <a:pt x="2068844" y="1908489"/>
                  </a:lnTo>
                  <a:lnTo>
                    <a:pt x="2109190" y="1836021"/>
                  </a:lnTo>
                  <a:lnTo>
                    <a:pt x="2149760" y="1762258"/>
                  </a:lnTo>
                  <a:lnTo>
                    <a:pt x="2190451" y="1687812"/>
                  </a:lnTo>
                  <a:lnTo>
                    <a:pt x="2231150" y="1613319"/>
                  </a:lnTo>
                  <a:lnTo>
                    <a:pt x="2271745" y="1539417"/>
                  </a:lnTo>
                  <a:lnTo>
                    <a:pt x="2312129" y="1466723"/>
                  </a:lnTo>
                  <a:lnTo>
                    <a:pt x="2352215" y="1395812"/>
                  </a:lnTo>
                  <a:lnTo>
                    <a:pt x="2391937" y="1327198"/>
                  </a:lnTo>
                  <a:lnTo>
                    <a:pt x="2431260" y="1261322"/>
                  </a:lnTo>
                  <a:lnTo>
                    <a:pt x="2470187" y="1198539"/>
                  </a:lnTo>
                  <a:lnTo>
                    <a:pt x="2508760" y="1139115"/>
                  </a:lnTo>
                  <a:lnTo>
                    <a:pt x="2547069" y="1083228"/>
                  </a:lnTo>
                  <a:lnTo>
                    <a:pt x="2585252" y="1030969"/>
                  </a:lnTo>
                  <a:lnTo>
                    <a:pt x="2623505" y="982349"/>
                  </a:lnTo>
                  <a:lnTo>
                    <a:pt x="2662085" y="937307"/>
                  </a:lnTo>
                  <a:lnTo>
                    <a:pt x="2667772" y="931015"/>
                  </a:lnTo>
                  <a:lnTo>
                    <a:pt x="2715021" y="882269"/>
                  </a:lnTo>
                  <a:lnTo>
                    <a:pt x="2763914" y="838511"/>
                  </a:lnTo>
                  <a:lnTo>
                    <a:pt x="2815244" y="799474"/>
                  </a:lnTo>
                  <a:lnTo>
                    <a:pt x="2869895" y="764711"/>
                  </a:lnTo>
                  <a:lnTo>
                    <a:pt x="2928764" y="733727"/>
                  </a:lnTo>
                  <a:lnTo>
                    <a:pt x="2992680" y="706046"/>
                  </a:lnTo>
                  <a:lnTo>
                    <a:pt x="3062303" y="681255"/>
                  </a:lnTo>
                  <a:lnTo>
                    <a:pt x="3137986" y="659023"/>
                  </a:lnTo>
                  <a:lnTo>
                    <a:pt x="3219592" y="639114"/>
                  </a:lnTo>
                  <a:lnTo>
                    <a:pt x="3306287" y="621389"/>
                  </a:lnTo>
                  <a:lnTo>
                    <a:pt x="3396334" y="605796"/>
                  </a:lnTo>
                  <a:lnTo>
                    <a:pt x="3486974" y="592354"/>
                  </a:lnTo>
                  <a:lnTo>
                    <a:pt x="3574509" y="581116"/>
                  </a:lnTo>
                  <a:lnTo>
                    <a:pt x="3654662" y="572116"/>
                  </a:lnTo>
                  <a:lnTo>
                    <a:pt x="3723257" y="565320"/>
                  </a:lnTo>
                  <a:lnTo>
                    <a:pt x="3777076" y="560581"/>
                  </a:lnTo>
                  <a:lnTo>
                    <a:pt x="3814652" y="557622"/>
                  </a:lnTo>
                  <a:lnTo>
                    <a:pt x="3836723" y="556060"/>
                  </a:lnTo>
                  <a:lnTo>
                    <a:pt x="3846246" y="555451"/>
                  </a:lnTo>
                  <a:lnTo>
                    <a:pt x="3848113" y="555342"/>
                  </a:lnTo>
                  <a:lnTo>
                    <a:pt x="3848118" y="555342"/>
                  </a:lnTo>
                  <a:lnTo>
                    <a:pt x="4386855" y="555342"/>
                  </a:lnTo>
                  <a:lnTo>
                    <a:pt x="4388152" y="555324"/>
                  </a:lnTo>
                  <a:lnTo>
                    <a:pt x="4396614" y="555192"/>
                  </a:lnTo>
                  <a:lnTo>
                    <a:pt x="4417711" y="554828"/>
                  </a:lnTo>
                  <a:lnTo>
                    <a:pt x="4454832" y="554114"/>
                  </a:lnTo>
                  <a:lnTo>
                    <a:pt x="4508961" y="552947"/>
                  </a:lnTo>
                  <a:lnTo>
                    <a:pt x="4578654" y="551252"/>
                  </a:lnTo>
                  <a:lnTo>
                    <a:pt x="4660526" y="548990"/>
                  </a:lnTo>
                  <a:lnTo>
                    <a:pt x="4750116" y="546151"/>
                  </a:lnTo>
                  <a:lnTo>
                    <a:pt x="4842858" y="542745"/>
                  </a:lnTo>
                  <a:lnTo>
                    <a:pt x="4934824" y="538784"/>
                  </a:lnTo>
                  <a:lnTo>
                    <a:pt x="5023129" y="534274"/>
                  </a:lnTo>
                  <a:lnTo>
                    <a:pt x="5105997" y="529198"/>
                  </a:lnTo>
                  <a:lnTo>
                    <a:pt x="5182621" y="523517"/>
                  </a:lnTo>
                  <a:lnTo>
                    <a:pt x="5252933" y="517167"/>
                  </a:lnTo>
                  <a:lnTo>
                    <a:pt x="5317367" y="510056"/>
                  </a:lnTo>
                  <a:lnTo>
                    <a:pt x="5376671" y="502071"/>
                  </a:lnTo>
                  <a:lnTo>
                    <a:pt x="5431754" y="493087"/>
                  </a:lnTo>
                  <a:lnTo>
                    <a:pt x="5483579" y="482972"/>
                  </a:lnTo>
                  <a:lnTo>
                    <a:pt x="5533075" y="471617"/>
                  </a:lnTo>
                  <a:lnTo>
                    <a:pt x="5567201" y="462785"/>
                  </a:lnTo>
                  <a:lnTo>
                    <a:pt x="5618170" y="448108"/>
                  </a:lnTo>
                  <a:lnTo>
                    <a:pt x="5668648" y="431887"/>
                  </a:lnTo>
                  <a:lnTo>
                    <a:pt x="5719179" y="414102"/>
                  </a:lnTo>
                  <a:lnTo>
                    <a:pt x="5770129" y="394790"/>
                  </a:lnTo>
                  <a:lnTo>
                    <a:pt x="5821705" y="374048"/>
                  </a:lnTo>
                  <a:lnTo>
                    <a:pt x="5873979" y="352045"/>
                  </a:lnTo>
                  <a:lnTo>
                    <a:pt x="5926903" y="329011"/>
                  </a:lnTo>
                  <a:lnTo>
                    <a:pt x="5980332" y="305236"/>
                  </a:lnTo>
                  <a:lnTo>
                    <a:pt x="6034051" y="281053"/>
                  </a:lnTo>
                  <a:lnTo>
                    <a:pt x="6087807" y="256820"/>
                  </a:lnTo>
                  <a:lnTo>
                    <a:pt x="6141341" y="232896"/>
                  </a:lnTo>
                  <a:lnTo>
                    <a:pt x="6194423" y="209625"/>
                  </a:lnTo>
                  <a:lnTo>
                    <a:pt x="6246888" y="187308"/>
                  </a:lnTo>
                  <a:lnTo>
                    <a:pt x="6298657" y="166195"/>
                  </a:lnTo>
                  <a:lnTo>
                    <a:pt x="6349767" y="146471"/>
                  </a:lnTo>
                  <a:lnTo>
                    <a:pt x="6400385" y="128254"/>
                  </a:lnTo>
                  <a:lnTo>
                    <a:pt x="6450831" y="111598"/>
                  </a:lnTo>
                  <a:lnTo>
                    <a:pt x="6501596" y="96495"/>
                  </a:lnTo>
                  <a:lnTo>
                    <a:pt x="6515891" y="92557"/>
                  </a:lnTo>
                  <a:lnTo>
                    <a:pt x="6564236" y="80287"/>
                  </a:lnTo>
                  <a:lnTo>
                    <a:pt x="6614319" y="69302"/>
                  </a:lnTo>
                  <a:lnTo>
                    <a:pt x="6666993" y="59529"/>
                  </a:lnTo>
                  <a:lnTo>
                    <a:pt x="6723206" y="50849"/>
                  </a:lnTo>
                  <a:lnTo>
                    <a:pt x="6783914" y="43131"/>
                  </a:lnTo>
                  <a:lnTo>
                    <a:pt x="6849993" y="36252"/>
                  </a:lnTo>
                  <a:lnTo>
                    <a:pt x="6922115" y="30105"/>
                  </a:lnTo>
                  <a:lnTo>
                    <a:pt x="7000592" y="24606"/>
                  </a:lnTo>
                  <a:lnTo>
                    <a:pt x="7085165" y="19698"/>
                  </a:lnTo>
                  <a:lnTo>
                    <a:pt x="7174767" y="15348"/>
                  </a:lnTo>
                  <a:lnTo>
                    <a:pt x="7267307" y="11548"/>
                  </a:lnTo>
                  <a:lnTo>
                    <a:pt x="7359575" y="8305"/>
                  </a:lnTo>
                  <a:lnTo>
                    <a:pt x="7447402" y="5633"/>
                  </a:lnTo>
                  <a:lnTo>
                    <a:pt x="7526160" y="3539"/>
                  </a:lnTo>
                  <a:lnTo>
                    <a:pt x="7591601" y="2003"/>
                  </a:lnTo>
                  <a:lnTo>
                    <a:pt x="7640825" y="977"/>
                  </a:lnTo>
                  <a:lnTo>
                    <a:pt x="7673069" y="377"/>
                  </a:lnTo>
                  <a:lnTo>
                    <a:pt x="7690039" y="93"/>
                  </a:lnTo>
                  <a:lnTo>
                    <a:pt x="7695767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4" name="pl1324"/>
            <p:cNvSpPr/>
            <p:nvPr/>
          </p:nvSpPr>
          <p:spPr>
            <a:xfrm>
              <a:off x="546595" y="1861142"/>
              <a:ext cx="8234974" cy="2809379"/>
            </a:xfrm>
            <a:custGeom>
              <a:avLst/>
              <a:pathLst>
                <a:path w="8234974" h="2809379">
                  <a:moveTo>
                    <a:pt x="8234974" y="0"/>
                  </a:moveTo>
                  <a:lnTo>
                    <a:pt x="7696237" y="0"/>
                  </a:lnTo>
                  <a:lnTo>
                    <a:pt x="7694940" y="18"/>
                  </a:lnTo>
                  <a:lnTo>
                    <a:pt x="7686478" y="150"/>
                  </a:lnTo>
                  <a:lnTo>
                    <a:pt x="7665382" y="514"/>
                  </a:lnTo>
                  <a:lnTo>
                    <a:pt x="7628261" y="1228"/>
                  </a:lnTo>
                  <a:lnTo>
                    <a:pt x="7574132" y="2395"/>
                  </a:lnTo>
                  <a:lnTo>
                    <a:pt x="7504438" y="4089"/>
                  </a:lnTo>
                  <a:lnTo>
                    <a:pt x="7422567" y="6351"/>
                  </a:lnTo>
                  <a:lnTo>
                    <a:pt x="7332976" y="9190"/>
                  </a:lnTo>
                  <a:lnTo>
                    <a:pt x="7240235" y="12597"/>
                  </a:lnTo>
                  <a:lnTo>
                    <a:pt x="7148268" y="16557"/>
                  </a:lnTo>
                  <a:lnTo>
                    <a:pt x="7059963" y="21068"/>
                  </a:lnTo>
                  <a:lnTo>
                    <a:pt x="6977095" y="26144"/>
                  </a:lnTo>
                  <a:lnTo>
                    <a:pt x="6900471" y="31824"/>
                  </a:lnTo>
                  <a:lnTo>
                    <a:pt x="6830160" y="38175"/>
                  </a:lnTo>
                  <a:lnTo>
                    <a:pt x="6765725" y="45286"/>
                  </a:lnTo>
                  <a:lnTo>
                    <a:pt x="6706421" y="53270"/>
                  </a:lnTo>
                  <a:lnTo>
                    <a:pt x="6651338" y="62255"/>
                  </a:lnTo>
                  <a:lnTo>
                    <a:pt x="6599514" y="72370"/>
                  </a:lnTo>
                  <a:lnTo>
                    <a:pt x="6550018" y="83725"/>
                  </a:lnTo>
                  <a:lnTo>
                    <a:pt x="6515891" y="92557"/>
                  </a:lnTo>
                  <a:lnTo>
                    <a:pt x="6464922" y="107234"/>
                  </a:lnTo>
                  <a:lnTo>
                    <a:pt x="6414445" y="123454"/>
                  </a:lnTo>
                  <a:lnTo>
                    <a:pt x="6363913" y="141239"/>
                  </a:lnTo>
                  <a:lnTo>
                    <a:pt x="6312964" y="160552"/>
                  </a:lnTo>
                  <a:lnTo>
                    <a:pt x="6261387" y="181293"/>
                  </a:lnTo>
                  <a:lnTo>
                    <a:pt x="6209113" y="203297"/>
                  </a:lnTo>
                  <a:lnTo>
                    <a:pt x="6156190" y="226331"/>
                  </a:lnTo>
                  <a:lnTo>
                    <a:pt x="6102761" y="250105"/>
                  </a:lnTo>
                  <a:lnTo>
                    <a:pt x="6049041" y="274288"/>
                  </a:lnTo>
                  <a:lnTo>
                    <a:pt x="5995286" y="298522"/>
                  </a:lnTo>
                  <a:lnTo>
                    <a:pt x="5941752" y="322445"/>
                  </a:lnTo>
                  <a:lnTo>
                    <a:pt x="5888669" y="345717"/>
                  </a:lnTo>
                  <a:lnTo>
                    <a:pt x="5836205" y="368033"/>
                  </a:lnTo>
                  <a:lnTo>
                    <a:pt x="5784435" y="389146"/>
                  </a:lnTo>
                  <a:lnTo>
                    <a:pt x="5733326" y="408870"/>
                  </a:lnTo>
                  <a:lnTo>
                    <a:pt x="5682708" y="427087"/>
                  </a:lnTo>
                  <a:lnTo>
                    <a:pt x="5632262" y="443744"/>
                  </a:lnTo>
                  <a:lnTo>
                    <a:pt x="5581496" y="458846"/>
                  </a:lnTo>
                  <a:lnTo>
                    <a:pt x="5567201" y="462785"/>
                  </a:lnTo>
                  <a:lnTo>
                    <a:pt x="5518857" y="475055"/>
                  </a:lnTo>
                  <a:lnTo>
                    <a:pt x="5468774" y="486040"/>
                  </a:lnTo>
                  <a:lnTo>
                    <a:pt x="5416100" y="495813"/>
                  </a:lnTo>
                  <a:lnTo>
                    <a:pt x="5359887" y="504493"/>
                  </a:lnTo>
                  <a:lnTo>
                    <a:pt x="5299178" y="512210"/>
                  </a:lnTo>
                  <a:lnTo>
                    <a:pt x="5233099" y="519089"/>
                  </a:lnTo>
                  <a:lnTo>
                    <a:pt x="5160977" y="525237"/>
                  </a:lnTo>
                  <a:lnTo>
                    <a:pt x="5082501" y="530735"/>
                  </a:lnTo>
                  <a:lnTo>
                    <a:pt x="4997928" y="535644"/>
                  </a:lnTo>
                  <a:lnTo>
                    <a:pt x="4908326" y="539994"/>
                  </a:lnTo>
                  <a:lnTo>
                    <a:pt x="4815786" y="543794"/>
                  </a:lnTo>
                  <a:lnTo>
                    <a:pt x="4723517" y="547037"/>
                  </a:lnTo>
                  <a:lnTo>
                    <a:pt x="4635690" y="549708"/>
                  </a:lnTo>
                  <a:lnTo>
                    <a:pt x="4556932" y="551803"/>
                  </a:lnTo>
                  <a:lnTo>
                    <a:pt x="4491492" y="553338"/>
                  </a:lnTo>
                  <a:lnTo>
                    <a:pt x="4442268" y="554364"/>
                  </a:lnTo>
                  <a:lnTo>
                    <a:pt x="4410023" y="554965"/>
                  </a:lnTo>
                  <a:lnTo>
                    <a:pt x="4393054" y="555249"/>
                  </a:lnTo>
                  <a:lnTo>
                    <a:pt x="4387326" y="555335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6905" y="555412"/>
                  </a:lnTo>
                  <a:lnTo>
                    <a:pt x="3838974" y="555911"/>
                  </a:lnTo>
                  <a:lnTo>
                    <a:pt x="3819152" y="557290"/>
                  </a:lnTo>
                  <a:lnTo>
                    <a:pt x="3784153" y="559999"/>
                  </a:lnTo>
                  <a:lnTo>
                    <a:pt x="3732876" y="564434"/>
                  </a:lnTo>
                  <a:lnTo>
                    <a:pt x="3666456" y="570889"/>
                  </a:lnTo>
                  <a:lnTo>
                    <a:pt x="3587877" y="579533"/>
                  </a:lnTo>
                  <a:lnTo>
                    <a:pt x="3501225" y="590416"/>
                  </a:lnTo>
                  <a:lnTo>
                    <a:pt x="3410810" y="603511"/>
                  </a:lnTo>
                  <a:lnTo>
                    <a:pt x="3320458" y="618764"/>
                  </a:lnTo>
                  <a:lnTo>
                    <a:pt x="3233088" y="636148"/>
                  </a:lnTo>
                  <a:lnTo>
                    <a:pt x="3150594" y="655702"/>
                  </a:lnTo>
                  <a:lnTo>
                    <a:pt x="3073943" y="677551"/>
                  </a:lnTo>
                  <a:lnTo>
                    <a:pt x="3003368" y="701916"/>
                  </a:lnTo>
                  <a:lnTo>
                    <a:pt x="2938582" y="729111"/>
                  </a:lnTo>
                  <a:lnTo>
                    <a:pt x="2878962" y="759538"/>
                  </a:lnTo>
                  <a:lnTo>
                    <a:pt x="2823699" y="793666"/>
                  </a:lnTo>
                  <a:lnTo>
                    <a:pt x="2771901" y="831990"/>
                  </a:lnTo>
                  <a:lnTo>
                    <a:pt x="2722676" y="874972"/>
                  </a:lnTo>
                  <a:lnTo>
                    <a:pt x="2675212" y="922919"/>
                  </a:lnTo>
                  <a:lnTo>
                    <a:pt x="2667772" y="931015"/>
                  </a:lnTo>
                  <a:lnTo>
                    <a:pt x="2629118" y="975543"/>
                  </a:lnTo>
                  <a:lnTo>
                    <a:pt x="2590835" y="1023634"/>
                  </a:lnTo>
                  <a:lnTo>
                    <a:pt x="2552655" y="1075360"/>
                  </a:lnTo>
                  <a:lnTo>
                    <a:pt x="2514375" y="1130721"/>
                  </a:lnTo>
                  <a:lnTo>
                    <a:pt x="2475847" y="1189636"/>
                  </a:lnTo>
                  <a:lnTo>
                    <a:pt x="2436975" y="1251943"/>
                  </a:lnTo>
                  <a:lnTo>
                    <a:pt x="2397711" y="1317387"/>
                  </a:lnTo>
                  <a:lnTo>
                    <a:pt x="2358046" y="1385626"/>
                  </a:lnTo>
                  <a:lnTo>
                    <a:pt x="2318010" y="1456232"/>
                  </a:lnTo>
                  <a:lnTo>
                    <a:pt x="2277665" y="1528700"/>
                  </a:lnTo>
                  <a:lnTo>
                    <a:pt x="2237094" y="1602463"/>
                  </a:lnTo>
                  <a:lnTo>
                    <a:pt x="2196403" y="1676909"/>
                  </a:lnTo>
                  <a:lnTo>
                    <a:pt x="2155704" y="1751402"/>
                  </a:lnTo>
                  <a:lnTo>
                    <a:pt x="2115110" y="1825304"/>
                  </a:lnTo>
                  <a:lnTo>
                    <a:pt x="2074725" y="1897998"/>
                  </a:lnTo>
                  <a:lnTo>
                    <a:pt x="2034640" y="1968909"/>
                  </a:lnTo>
                  <a:lnTo>
                    <a:pt x="1994918" y="2037523"/>
                  </a:lnTo>
                  <a:lnTo>
                    <a:pt x="1955595" y="2103399"/>
                  </a:lnTo>
                  <a:lnTo>
                    <a:pt x="1916668" y="2166182"/>
                  </a:lnTo>
                  <a:lnTo>
                    <a:pt x="1878095" y="2225606"/>
                  </a:lnTo>
                  <a:lnTo>
                    <a:pt x="1839786" y="2281493"/>
                  </a:lnTo>
                  <a:lnTo>
                    <a:pt x="1801602" y="2333752"/>
                  </a:lnTo>
                  <a:lnTo>
                    <a:pt x="1763349" y="2382372"/>
                  </a:lnTo>
                  <a:lnTo>
                    <a:pt x="1724769" y="2427414"/>
                  </a:lnTo>
                  <a:lnTo>
                    <a:pt x="1719082" y="2433706"/>
                  </a:lnTo>
                  <a:lnTo>
                    <a:pt x="1671834" y="2482452"/>
                  </a:lnTo>
                  <a:lnTo>
                    <a:pt x="1622941" y="2526210"/>
                  </a:lnTo>
                  <a:lnTo>
                    <a:pt x="1571610" y="2565248"/>
                  </a:lnTo>
                  <a:lnTo>
                    <a:pt x="1516959" y="2600010"/>
                  </a:lnTo>
                  <a:lnTo>
                    <a:pt x="1458091" y="2630994"/>
                  </a:lnTo>
                  <a:lnTo>
                    <a:pt x="1394175" y="2658675"/>
                  </a:lnTo>
                  <a:lnTo>
                    <a:pt x="1324552" y="2683466"/>
                  </a:lnTo>
                  <a:lnTo>
                    <a:pt x="1248869" y="2705698"/>
                  </a:lnTo>
                  <a:lnTo>
                    <a:pt x="1167262" y="2725607"/>
                  </a:lnTo>
                  <a:lnTo>
                    <a:pt x="1080567" y="2743332"/>
                  </a:lnTo>
                  <a:lnTo>
                    <a:pt x="990521" y="2758925"/>
                  </a:lnTo>
                  <a:lnTo>
                    <a:pt x="899881" y="2772367"/>
                  </a:lnTo>
                  <a:lnTo>
                    <a:pt x="812346" y="2783605"/>
                  </a:lnTo>
                  <a:lnTo>
                    <a:pt x="732192" y="2792605"/>
                  </a:lnTo>
                  <a:lnTo>
                    <a:pt x="663598" y="2799401"/>
                  </a:lnTo>
                  <a:lnTo>
                    <a:pt x="609779" y="2804140"/>
                  </a:lnTo>
                  <a:lnTo>
                    <a:pt x="572203" y="2807100"/>
                  </a:lnTo>
                  <a:lnTo>
                    <a:pt x="550132" y="2808661"/>
                  </a:lnTo>
                  <a:lnTo>
                    <a:pt x="540609" y="2809270"/>
                  </a:lnTo>
                  <a:lnTo>
                    <a:pt x="538741" y="2809379"/>
                  </a:lnTo>
                  <a:lnTo>
                    <a:pt x="538736" y="2809379"/>
                  </a:lnTo>
                  <a:lnTo>
                    <a:pt x="0" y="2809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5" name="pg1325"/>
            <p:cNvSpPr/>
            <p:nvPr/>
          </p:nvSpPr>
          <p:spPr>
            <a:xfrm>
              <a:off x="546595" y="2035367"/>
              <a:ext cx="8234974" cy="2646043"/>
            </a:xfrm>
            <a:custGeom>
              <a:avLst/>
              <a:pathLst>
                <a:path w="8234974" h="2646043">
                  <a:moveTo>
                    <a:pt x="0" y="2646043"/>
                  </a:moveTo>
                  <a:lnTo>
                    <a:pt x="538736" y="2646043"/>
                  </a:lnTo>
                  <a:lnTo>
                    <a:pt x="539951" y="2645974"/>
                  </a:lnTo>
                  <a:lnTo>
                    <a:pt x="547890" y="2645478"/>
                  </a:lnTo>
                  <a:lnTo>
                    <a:pt x="567729" y="2644107"/>
                  </a:lnTo>
                  <a:lnTo>
                    <a:pt x="602759" y="2641415"/>
                  </a:lnTo>
                  <a:lnTo>
                    <a:pt x="654077" y="2637008"/>
                  </a:lnTo>
                  <a:lnTo>
                    <a:pt x="720545" y="2630594"/>
                  </a:lnTo>
                  <a:lnTo>
                    <a:pt x="799171" y="2622005"/>
                  </a:lnTo>
                  <a:lnTo>
                    <a:pt x="885867" y="2611191"/>
                  </a:lnTo>
                  <a:lnTo>
                    <a:pt x="976317" y="2598181"/>
                  </a:lnTo>
                  <a:lnTo>
                    <a:pt x="1066693" y="2583027"/>
                  </a:lnTo>
                  <a:lnTo>
                    <a:pt x="1154078" y="2565755"/>
                  </a:lnTo>
                  <a:lnTo>
                    <a:pt x="1236578" y="2546328"/>
                  </a:lnTo>
                  <a:lnTo>
                    <a:pt x="1313229" y="2524620"/>
                  </a:lnTo>
                  <a:lnTo>
                    <a:pt x="1383801" y="2500413"/>
                  </a:lnTo>
                  <a:lnTo>
                    <a:pt x="1448582" y="2473391"/>
                  </a:lnTo>
                  <a:lnTo>
                    <a:pt x="1508197" y="2443157"/>
                  </a:lnTo>
                  <a:lnTo>
                    <a:pt x="1563457" y="2409244"/>
                  </a:lnTo>
                  <a:lnTo>
                    <a:pt x="1615255" y="2371158"/>
                  </a:lnTo>
                  <a:lnTo>
                    <a:pt x="1664483" y="2328444"/>
                  </a:lnTo>
                  <a:lnTo>
                    <a:pt x="1711954" y="2280797"/>
                  </a:lnTo>
                  <a:lnTo>
                    <a:pt x="1719082" y="2273093"/>
                  </a:lnTo>
                  <a:lnTo>
                    <a:pt x="1757836" y="2228768"/>
                  </a:lnTo>
                  <a:lnTo>
                    <a:pt x="1796218" y="2180887"/>
                  </a:lnTo>
                  <a:lnTo>
                    <a:pt x="1834497" y="2129378"/>
                  </a:lnTo>
                  <a:lnTo>
                    <a:pt x="1872879" y="2074244"/>
                  </a:lnTo>
                  <a:lnTo>
                    <a:pt x="1911511" y="2015563"/>
                  </a:lnTo>
                  <a:lnTo>
                    <a:pt x="1950488" y="1953500"/>
                  </a:lnTo>
                  <a:lnTo>
                    <a:pt x="1989861" y="1888312"/>
                  </a:lnTo>
                  <a:lnTo>
                    <a:pt x="2029637" y="1820341"/>
                  </a:lnTo>
                  <a:lnTo>
                    <a:pt x="2069784" y="1750018"/>
                  </a:lnTo>
                  <a:lnTo>
                    <a:pt x="2110242" y="1677850"/>
                  </a:lnTo>
                  <a:lnTo>
                    <a:pt x="2150922" y="1604404"/>
                  </a:lnTo>
                  <a:lnTo>
                    <a:pt x="2191720" y="1530295"/>
                  </a:lnTo>
                  <a:lnTo>
                    <a:pt x="2232524" y="1456159"/>
                  </a:lnTo>
                  <a:lnTo>
                    <a:pt x="2273218" y="1382634"/>
                  </a:lnTo>
                  <a:lnTo>
                    <a:pt x="2313698" y="1310337"/>
                  </a:lnTo>
                  <a:lnTo>
                    <a:pt x="2353874" y="1239839"/>
                  </a:lnTo>
                  <a:lnTo>
                    <a:pt x="2393682" y="1171654"/>
                  </a:lnTo>
                  <a:lnTo>
                    <a:pt x="2433089" y="1106218"/>
                  </a:lnTo>
                  <a:lnTo>
                    <a:pt x="2472099" y="1043883"/>
                  </a:lnTo>
                  <a:lnTo>
                    <a:pt x="2510756" y="984912"/>
                  </a:lnTo>
                  <a:lnTo>
                    <a:pt x="2549154" y="929477"/>
                  </a:lnTo>
                  <a:lnTo>
                    <a:pt x="2587435" y="877664"/>
                  </a:lnTo>
                  <a:lnTo>
                    <a:pt x="2625798" y="829481"/>
                  </a:lnTo>
                  <a:lnTo>
                    <a:pt x="2664509" y="784864"/>
                  </a:lnTo>
                  <a:lnTo>
                    <a:pt x="2667772" y="781290"/>
                  </a:lnTo>
                  <a:lnTo>
                    <a:pt x="2715037" y="732882"/>
                  </a:lnTo>
                  <a:lnTo>
                    <a:pt x="2763947" y="689430"/>
                  </a:lnTo>
                  <a:lnTo>
                    <a:pt x="2815297" y="650666"/>
                  </a:lnTo>
                  <a:lnTo>
                    <a:pt x="2869970" y="616148"/>
                  </a:lnTo>
                  <a:lnTo>
                    <a:pt x="2928865" y="585384"/>
                  </a:lnTo>
                  <a:lnTo>
                    <a:pt x="2992812" y="557900"/>
                  </a:lnTo>
                  <a:lnTo>
                    <a:pt x="3062472" y="533286"/>
                  </a:lnTo>
                  <a:lnTo>
                    <a:pt x="3138195" y="511214"/>
                  </a:lnTo>
                  <a:lnTo>
                    <a:pt x="3219845" y="491449"/>
                  </a:lnTo>
                  <a:lnTo>
                    <a:pt x="3306582" y="473853"/>
                  </a:lnTo>
                  <a:lnTo>
                    <a:pt x="3396666" y="458375"/>
                  </a:lnTo>
                  <a:lnTo>
                    <a:pt x="3487332" y="445035"/>
                  </a:lnTo>
                  <a:lnTo>
                    <a:pt x="3574874" y="433883"/>
                  </a:lnTo>
                  <a:lnTo>
                    <a:pt x="3655011" y="424955"/>
                  </a:lnTo>
                  <a:lnTo>
                    <a:pt x="3723564" y="418217"/>
                  </a:lnTo>
                  <a:lnTo>
                    <a:pt x="3777319" y="413520"/>
                  </a:lnTo>
                  <a:lnTo>
                    <a:pt x="3814818" y="410590"/>
                  </a:lnTo>
                  <a:lnTo>
                    <a:pt x="3836813" y="409046"/>
                  </a:lnTo>
                  <a:lnTo>
                    <a:pt x="3846275" y="408446"/>
                  </a:lnTo>
                  <a:lnTo>
                    <a:pt x="3848118" y="408340"/>
                  </a:lnTo>
                  <a:lnTo>
                    <a:pt x="4386855" y="408340"/>
                  </a:lnTo>
                  <a:lnTo>
                    <a:pt x="4388155" y="408326"/>
                  </a:lnTo>
                  <a:lnTo>
                    <a:pt x="4396634" y="408230"/>
                  </a:lnTo>
                  <a:lnTo>
                    <a:pt x="4417773" y="407966"/>
                  </a:lnTo>
                  <a:lnTo>
                    <a:pt x="4454964" y="407446"/>
                  </a:lnTo>
                  <a:lnTo>
                    <a:pt x="4509187" y="406598"/>
                  </a:lnTo>
                  <a:lnTo>
                    <a:pt x="4578987" y="405366"/>
                  </a:lnTo>
                  <a:lnTo>
                    <a:pt x="4660965" y="403722"/>
                  </a:lnTo>
                  <a:lnTo>
                    <a:pt x="4750649" y="401659"/>
                  </a:lnTo>
                  <a:lnTo>
                    <a:pt x="4843464" y="399183"/>
                  </a:lnTo>
                  <a:lnTo>
                    <a:pt x="4935480" y="396305"/>
                  </a:lnTo>
                  <a:lnTo>
                    <a:pt x="5023813" y="393027"/>
                  </a:lnTo>
                  <a:lnTo>
                    <a:pt x="5106691" y="389338"/>
                  </a:lnTo>
                  <a:lnTo>
                    <a:pt x="5183313" y="385210"/>
                  </a:lnTo>
                  <a:lnTo>
                    <a:pt x="5253615" y="380594"/>
                  </a:lnTo>
                  <a:lnTo>
                    <a:pt x="5318038" y="375425"/>
                  </a:lnTo>
                  <a:lnTo>
                    <a:pt x="5377333" y="369621"/>
                  </a:lnTo>
                  <a:lnTo>
                    <a:pt x="5432411" y="363089"/>
                  </a:lnTo>
                  <a:lnTo>
                    <a:pt x="5484238" y="355734"/>
                  </a:lnTo>
                  <a:lnTo>
                    <a:pt x="5533744" y="347478"/>
                  </a:lnTo>
                  <a:lnTo>
                    <a:pt x="5567201" y="341190"/>
                  </a:lnTo>
                  <a:lnTo>
                    <a:pt x="5618995" y="330359"/>
                  </a:lnTo>
                  <a:lnTo>
                    <a:pt x="5670291" y="318372"/>
                  </a:lnTo>
                  <a:lnTo>
                    <a:pt x="5721657" y="305212"/>
                  </a:lnTo>
                  <a:lnTo>
                    <a:pt x="5773470" y="290910"/>
                  </a:lnTo>
                  <a:lnTo>
                    <a:pt x="5825937" y="275544"/>
                  </a:lnTo>
                  <a:lnTo>
                    <a:pt x="5879126" y="259246"/>
                  </a:lnTo>
                  <a:lnTo>
                    <a:pt x="5932975" y="242194"/>
                  </a:lnTo>
                  <a:lnTo>
                    <a:pt x="5987323" y="224615"/>
                  </a:lnTo>
                  <a:lnTo>
                    <a:pt x="6041938" y="206764"/>
                  </a:lnTo>
                  <a:lnTo>
                    <a:pt x="6096551" y="188914"/>
                  </a:lnTo>
                  <a:lnTo>
                    <a:pt x="6150894" y="171341"/>
                  </a:lnTo>
                  <a:lnTo>
                    <a:pt x="6204734" y="154299"/>
                  </a:lnTo>
                  <a:lnTo>
                    <a:pt x="6257912" y="138012"/>
                  </a:lnTo>
                  <a:lnTo>
                    <a:pt x="6310370" y="122661"/>
                  </a:lnTo>
                  <a:lnTo>
                    <a:pt x="6362174" y="108375"/>
                  </a:lnTo>
                  <a:lnTo>
                    <a:pt x="6413536" y="95232"/>
                  </a:lnTo>
                  <a:lnTo>
                    <a:pt x="6464835" y="83261"/>
                  </a:lnTo>
                  <a:lnTo>
                    <a:pt x="6515891" y="72593"/>
                  </a:lnTo>
                  <a:lnTo>
                    <a:pt x="6564271" y="63686"/>
                  </a:lnTo>
                  <a:lnTo>
                    <a:pt x="6614393" y="55711"/>
                  </a:lnTo>
                  <a:lnTo>
                    <a:pt x="6667111" y="48617"/>
                  </a:lnTo>
                  <a:lnTo>
                    <a:pt x="6723375" y="42317"/>
                  </a:lnTo>
                  <a:lnTo>
                    <a:pt x="6784144" y="36717"/>
                  </a:lnTo>
                  <a:lnTo>
                    <a:pt x="6850293" y="31725"/>
                  </a:lnTo>
                  <a:lnTo>
                    <a:pt x="6922497" y="27264"/>
                  </a:lnTo>
                  <a:lnTo>
                    <a:pt x="7001065" y="23274"/>
                  </a:lnTo>
                  <a:lnTo>
                    <a:pt x="7085735" y="19713"/>
                  </a:lnTo>
                  <a:lnTo>
                    <a:pt x="7175430" y="16558"/>
                  </a:lnTo>
                  <a:lnTo>
                    <a:pt x="7268049" y="13802"/>
                  </a:lnTo>
                  <a:lnTo>
                    <a:pt x="7360365" y="11451"/>
                  </a:lnTo>
                  <a:lnTo>
                    <a:pt x="7448194" y="9515"/>
                  </a:lnTo>
                  <a:lnTo>
                    <a:pt x="7526898" y="7998"/>
                  </a:lnTo>
                  <a:lnTo>
                    <a:pt x="7592227" y="6888"/>
                  </a:lnTo>
                  <a:lnTo>
                    <a:pt x="7641295" y="6147"/>
                  </a:lnTo>
                  <a:lnTo>
                    <a:pt x="7673365" y="5714"/>
                  </a:lnTo>
                  <a:lnTo>
                    <a:pt x="7690175" y="5510"/>
                  </a:lnTo>
                  <a:lnTo>
                    <a:pt x="7695793" y="544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8" y="13"/>
                  </a:lnTo>
                  <a:lnTo>
                    <a:pt x="7686458" y="109"/>
                  </a:lnTo>
                  <a:lnTo>
                    <a:pt x="7665319" y="373"/>
                  </a:lnTo>
                  <a:lnTo>
                    <a:pt x="7628128" y="893"/>
                  </a:lnTo>
                  <a:lnTo>
                    <a:pt x="7573906" y="1741"/>
                  </a:lnTo>
                  <a:lnTo>
                    <a:pt x="7504105" y="2973"/>
                  </a:lnTo>
                  <a:lnTo>
                    <a:pt x="7422128" y="4617"/>
                  </a:lnTo>
                  <a:lnTo>
                    <a:pt x="7332443" y="6681"/>
                  </a:lnTo>
                  <a:lnTo>
                    <a:pt x="7239628" y="9156"/>
                  </a:lnTo>
                  <a:lnTo>
                    <a:pt x="7147612" y="12034"/>
                  </a:lnTo>
                  <a:lnTo>
                    <a:pt x="7059279" y="15312"/>
                  </a:lnTo>
                  <a:lnTo>
                    <a:pt x="6976401" y="19001"/>
                  </a:lnTo>
                  <a:lnTo>
                    <a:pt x="6899779" y="23129"/>
                  </a:lnTo>
                  <a:lnTo>
                    <a:pt x="6829477" y="27745"/>
                  </a:lnTo>
                  <a:lnTo>
                    <a:pt x="6765054" y="32914"/>
                  </a:lnTo>
                  <a:lnTo>
                    <a:pt x="6705760" y="38718"/>
                  </a:lnTo>
                  <a:lnTo>
                    <a:pt x="6650682" y="45250"/>
                  </a:lnTo>
                  <a:lnTo>
                    <a:pt x="6598855" y="52605"/>
                  </a:lnTo>
                  <a:lnTo>
                    <a:pt x="6549348" y="60861"/>
                  </a:lnTo>
                  <a:lnTo>
                    <a:pt x="6515891" y="67149"/>
                  </a:lnTo>
                  <a:lnTo>
                    <a:pt x="6464097" y="77980"/>
                  </a:lnTo>
                  <a:lnTo>
                    <a:pt x="6412801" y="89967"/>
                  </a:lnTo>
                  <a:lnTo>
                    <a:pt x="6361435" y="103127"/>
                  </a:lnTo>
                  <a:lnTo>
                    <a:pt x="6309623" y="117429"/>
                  </a:lnTo>
                  <a:lnTo>
                    <a:pt x="6257155" y="132795"/>
                  </a:lnTo>
                  <a:lnTo>
                    <a:pt x="6203967" y="149094"/>
                  </a:lnTo>
                  <a:lnTo>
                    <a:pt x="6150118" y="166145"/>
                  </a:lnTo>
                  <a:lnTo>
                    <a:pt x="6095770" y="183724"/>
                  </a:lnTo>
                  <a:lnTo>
                    <a:pt x="6041154" y="201576"/>
                  </a:lnTo>
                  <a:lnTo>
                    <a:pt x="5986541" y="219425"/>
                  </a:lnTo>
                  <a:lnTo>
                    <a:pt x="5932199" y="236998"/>
                  </a:lnTo>
                  <a:lnTo>
                    <a:pt x="5878359" y="254040"/>
                  </a:lnTo>
                  <a:lnTo>
                    <a:pt x="5825180" y="270327"/>
                  </a:lnTo>
                  <a:lnTo>
                    <a:pt x="5772723" y="285678"/>
                  </a:lnTo>
                  <a:lnTo>
                    <a:pt x="5720919" y="299964"/>
                  </a:lnTo>
                  <a:lnTo>
                    <a:pt x="5669557" y="313107"/>
                  </a:lnTo>
                  <a:lnTo>
                    <a:pt x="5618258" y="325078"/>
                  </a:lnTo>
                  <a:lnTo>
                    <a:pt x="5567201" y="335746"/>
                  </a:lnTo>
                  <a:lnTo>
                    <a:pt x="5518821" y="344653"/>
                  </a:lnTo>
                  <a:lnTo>
                    <a:pt x="5468699" y="352628"/>
                  </a:lnTo>
                  <a:lnTo>
                    <a:pt x="5415982" y="359722"/>
                  </a:lnTo>
                  <a:lnTo>
                    <a:pt x="5359718" y="366022"/>
                  </a:lnTo>
                  <a:lnTo>
                    <a:pt x="5298949" y="371622"/>
                  </a:lnTo>
                  <a:lnTo>
                    <a:pt x="5232799" y="376615"/>
                  </a:lnTo>
                  <a:lnTo>
                    <a:pt x="5160595" y="381075"/>
                  </a:lnTo>
                  <a:lnTo>
                    <a:pt x="5082027" y="385065"/>
                  </a:lnTo>
                  <a:lnTo>
                    <a:pt x="4997358" y="388626"/>
                  </a:lnTo>
                  <a:lnTo>
                    <a:pt x="4907662" y="391781"/>
                  </a:lnTo>
                  <a:lnTo>
                    <a:pt x="4815044" y="394537"/>
                  </a:lnTo>
                  <a:lnTo>
                    <a:pt x="4722727" y="396888"/>
                  </a:lnTo>
                  <a:lnTo>
                    <a:pt x="4634898" y="398824"/>
                  </a:lnTo>
                  <a:lnTo>
                    <a:pt x="4556195" y="400341"/>
                  </a:lnTo>
                  <a:lnTo>
                    <a:pt x="4490866" y="401451"/>
                  </a:lnTo>
                  <a:lnTo>
                    <a:pt x="4441797" y="402192"/>
                  </a:lnTo>
                  <a:lnTo>
                    <a:pt x="4409727" y="402625"/>
                  </a:lnTo>
                  <a:lnTo>
                    <a:pt x="4392918" y="402829"/>
                  </a:lnTo>
                  <a:lnTo>
                    <a:pt x="4387299" y="402891"/>
                  </a:lnTo>
                  <a:lnTo>
                    <a:pt x="4386855" y="402895"/>
                  </a:lnTo>
                  <a:lnTo>
                    <a:pt x="3848118" y="402895"/>
                  </a:lnTo>
                  <a:lnTo>
                    <a:pt x="3846904" y="402964"/>
                  </a:lnTo>
                  <a:lnTo>
                    <a:pt x="3838965" y="403460"/>
                  </a:lnTo>
                  <a:lnTo>
                    <a:pt x="3819125" y="404831"/>
                  </a:lnTo>
                  <a:lnTo>
                    <a:pt x="3784096" y="407523"/>
                  </a:lnTo>
                  <a:lnTo>
                    <a:pt x="3732778" y="411930"/>
                  </a:lnTo>
                  <a:lnTo>
                    <a:pt x="3666310" y="418344"/>
                  </a:lnTo>
                  <a:lnTo>
                    <a:pt x="3587684" y="426933"/>
                  </a:lnTo>
                  <a:lnTo>
                    <a:pt x="3500987" y="437747"/>
                  </a:lnTo>
                  <a:lnTo>
                    <a:pt x="3410538" y="450757"/>
                  </a:lnTo>
                  <a:lnTo>
                    <a:pt x="3320162" y="465911"/>
                  </a:lnTo>
                  <a:lnTo>
                    <a:pt x="3232776" y="483183"/>
                  </a:lnTo>
                  <a:lnTo>
                    <a:pt x="3150276" y="502610"/>
                  </a:lnTo>
                  <a:lnTo>
                    <a:pt x="3073625" y="524318"/>
                  </a:lnTo>
                  <a:lnTo>
                    <a:pt x="3003054" y="548525"/>
                  </a:lnTo>
                  <a:lnTo>
                    <a:pt x="2938273" y="575547"/>
                  </a:lnTo>
                  <a:lnTo>
                    <a:pt x="2878658" y="605781"/>
                  </a:lnTo>
                  <a:lnTo>
                    <a:pt x="2823398" y="639694"/>
                  </a:lnTo>
                  <a:lnTo>
                    <a:pt x="2771600" y="677780"/>
                  </a:lnTo>
                  <a:lnTo>
                    <a:pt x="2722372" y="720494"/>
                  </a:lnTo>
                  <a:lnTo>
                    <a:pt x="2674901" y="768141"/>
                  </a:lnTo>
                  <a:lnTo>
                    <a:pt x="2667772" y="775846"/>
                  </a:lnTo>
                  <a:lnTo>
                    <a:pt x="2629018" y="820170"/>
                  </a:lnTo>
                  <a:lnTo>
                    <a:pt x="2590637" y="868052"/>
                  </a:lnTo>
                  <a:lnTo>
                    <a:pt x="2552357" y="919560"/>
                  </a:lnTo>
                  <a:lnTo>
                    <a:pt x="2513976" y="974694"/>
                  </a:lnTo>
                  <a:lnTo>
                    <a:pt x="2475344" y="1033375"/>
                  </a:lnTo>
                  <a:lnTo>
                    <a:pt x="2436366" y="1095438"/>
                  </a:lnTo>
                  <a:lnTo>
                    <a:pt x="2396993" y="1160627"/>
                  </a:lnTo>
                  <a:lnTo>
                    <a:pt x="2357218" y="1228597"/>
                  </a:lnTo>
                  <a:lnTo>
                    <a:pt x="2317070" y="1298920"/>
                  </a:lnTo>
                  <a:lnTo>
                    <a:pt x="2276613" y="1371088"/>
                  </a:lnTo>
                  <a:lnTo>
                    <a:pt x="2235933" y="1444534"/>
                  </a:lnTo>
                  <a:lnTo>
                    <a:pt x="2195134" y="1518643"/>
                  </a:lnTo>
                  <a:lnTo>
                    <a:pt x="2154331" y="1592779"/>
                  </a:lnTo>
                  <a:lnTo>
                    <a:pt x="2113636" y="1666304"/>
                  </a:lnTo>
                  <a:lnTo>
                    <a:pt x="2073157" y="1738602"/>
                  </a:lnTo>
                  <a:lnTo>
                    <a:pt x="2032981" y="1809099"/>
                  </a:lnTo>
                  <a:lnTo>
                    <a:pt x="1993173" y="1877284"/>
                  </a:lnTo>
                  <a:lnTo>
                    <a:pt x="1953766" y="1942720"/>
                  </a:lnTo>
                  <a:lnTo>
                    <a:pt x="1914756" y="2005055"/>
                  </a:lnTo>
                  <a:lnTo>
                    <a:pt x="1876098" y="2064026"/>
                  </a:lnTo>
                  <a:lnTo>
                    <a:pt x="1837701" y="2119462"/>
                  </a:lnTo>
                  <a:lnTo>
                    <a:pt x="1799420" y="2171274"/>
                  </a:lnTo>
                  <a:lnTo>
                    <a:pt x="1761056" y="2219457"/>
                  </a:lnTo>
                  <a:lnTo>
                    <a:pt x="1722346" y="2264075"/>
                  </a:lnTo>
                  <a:lnTo>
                    <a:pt x="1719082" y="2267648"/>
                  </a:lnTo>
                  <a:lnTo>
                    <a:pt x="1671818" y="2316056"/>
                  </a:lnTo>
                  <a:lnTo>
                    <a:pt x="1622907" y="2359509"/>
                  </a:lnTo>
                  <a:lnTo>
                    <a:pt x="1571558" y="2398273"/>
                  </a:lnTo>
                  <a:lnTo>
                    <a:pt x="1516884" y="2432790"/>
                  </a:lnTo>
                  <a:lnTo>
                    <a:pt x="1457989" y="2463554"/>
                  </a:lnTo>
                  <a:lnTo>
                    <a:pt x="1394042" y="2491038"/>
                  </a:lnTo>
                  <a:lnTo>
                    <a:pt x="1324383" y="2515652"/>
                  </a:lnTo>
                  <a:lnTo>
                    <a:pt x="1248660" y="2537725"/>
                  </a:lnTo>
                  <a:lnTo>
                    <a:pt x="1167010" y="2557489"/>
                  </a:lnTo>
                  <a:lnTo>
                    <a:pt x="1080272" y="2575085"/>
                  </a:lnTo>
                  <a:lnTo>
                    <a:pt x="990189" y="2590563"/>
                  </a:lnTo>
                  <a:lnTo>
                    <a:pt x="899523" y="2603903"/>
                  </a:lnTo>
                  <a:lnTo>
                    <a:pt x="811980" y="2615055"/>
                  </a:lnTo>
                  <a:lnTo>
                    <a:pt x="731844" y="2623983"/>
                  </a:lnTo>
                  <a:lnTo>
                    <a:pt x="663291" y="2630721"/>
                  </a:lnTo>
                  <a:lnTo>
                    <a:pt x="609536" y="2635418"/>
                  </a:lnTo>
                  <a:lnTo>
                    <a:pt x="572036" y="2638348"/>
                  </a:lnTo>
                  <a:lnTo>
                    <a:pt x="550041" y="2639892"/>
                  </a:lnTo>
                  <a:lnTo>
                    <a:pt x="540579" y="2640492"/>
                  </a:lnTo>
                  <a:lnTo>
                    <a:pt x="538736" y="2640599"/>
                  </a:lnTo>
                  <a:lnTo>
                    <a:pt x="0" y="264059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26" name="pl1326"/>
            <p:cNvSpPr/>
            <p:nvPr/>
          </p:nvSpPr>
          <p:spPr>
            <a:xfrm>
              <a:off x="546595" y="2040811"/>
              <a:ext cx="8234974" cy="2640599"/>
            </a:xfrm>
            <a:custGeom>
              <a:avLst/>
              <a:pathLst>
                <a:path w="8234974" h="2640599">
                  <a:moveTo>
                    <a:pt x="0" y="2640599"/>
                  </a:moveTo>
                  <a:lnTo>
                    <a:pt x="538736" y="2640599"/>
                  </a:lnTo>
                  <a:lnTo>
                    <a:pt x="539951" y="2640529"/>
                  </a:lnTo>
                  <a:lnTo>
                    <a:pt x="547890" y="2640033"/>
                  </a:lnTo>
                  <a:lnTo>
                    <a:pt x="567729" y="2638662"/>
                  </a:lnTo>
                  <a:lnTo>
                    <a:pt x="602759" y="2635970"/>
                  </a:lnTo>
                  <a:lnTo>
                    <a:pt x="654077" y="2631564"/>
                  </a:lnTo>
                  <a:lnTo>
                    <a:pt x="720545" y="2625150"/>
                  </a:lnTo>
                  <a:lnTo>
                    <a:pt x="799171" y="2616561"/>
                  </a:lnTo>
                  <a:lnTo>
                    <a:pt x="885867" y="2605747"/>
                  </a:lnTo>
                  <a:lnTo>
                    <a:pt x="976317" y="2592737"/>
                  </a:lnTo>
                  <a:lnTo>
                    <a:pt x="1066693" y="2577583"/>
                  </a:lnTo>
                  <a:lnTo>
                    <a:pt x="1154078" y="2560311"/>
                  </a:lnTo>
                  <a:lnTo>
                    <a:pt x="1236578" y="2540883"/>
                  </a:lnTo>
                  <a:lnTo>
                    <a:pt x="1313229" y="2519176"/>
                  </a:lnTo>
                  <a:lnTo>
                    <a:pt x="1383801" y="2494968"/>
                  </a:lnTo>
                  <a:lnTo>
                    <a:pt x="1448582" y="2467947"/>
                  </a:lnTo>
                  <a:lnTo>
                    <a:pt x="1508197" y="2437712"/>
                  </a:lnTo>
                  <a:lnTo>
                    <a:pt x="1563457" y="2403799"/>
                  </a:lnTo>
                  <a:lnTo>
                    <a:pt x="1615255" y="2365714"/>
                  </a:lnTo>
                  <a:lnTo>
                    <a:pt x="1664483" y="2323000"/>
                  </a:lnTo>
                  <a:lnTo>
                    <a:pt x="1711954" y="2275352"/>
                  </a:lnTo>
                  <a:lnTo>
                    <a:pt x="1719082" y="2267648"/>
                  </a:lnTo>
                  <a:lnTo>
                    <a:pt x="1757836" y="2223323"/>
                  </a:lnTo>
                  <a:lnTo>
                    <a:pt x="1796218" y="2175442"/>
                  </a:lnTo>
                  <a:lnTo>
                    <a:pt x="1834497" y="2123934"/>
                  </a:lnTo>
                  <a:lnTo>
                    <a:pt x="1872879" y="2068800"/>
                  </a:lnTo>
                  <a:lnTo>
                    <a:pt x="1911511" y="2010118"/>
                  </a:lnTo>
                  <a:lnTo>
                    <a:pt x="1950488" y="1948056"/>
                  </a:lnTo>
                  <a:lnTo>
                    <a:pt x="1989861" y="1882867"/>
                  </a:lnTo>
                  <a:lnTo>
                    <a:pt x="2029637" y="1814896"/>
                  </a:lnTo>
                  <a:lnTo>
                    <a:pt x="2069784" y="1744574"/>
                  </a:lnTo>
                  <a:lnTo>
                    <a:pt x="2110242" y="1672405"/>
                  </a:lnTo>
                  <a:lnTo>
                    <a:pt x="2150922" y="1598960"/>
                  </a:lnTo>
                  <a:lnTo>
                    <a:pt x="2191720" y="1524851"/>
                  </a:lnTo>
                  <a:lnTo>
                    <a:pt x="2232524" y="1450715"/>
                  </a:lnTo>
                  <a:lnTo>
                    <a:pt x="2273218" y="1377190"/>
                  </a:lnTo>
                  <a:lnTo>
                    <a:pt x="2313698" y="1304892"/>
                  </a:lnTo>
                  <a:lnTo>
                    <a:pt x="2353874" y="1234395"/>
                  </a:lnTo>
                  <a:lnTo>
                    <a:pt x="2393682" y="1166210"/>
                  </a:lnTo>
                  <a:lnTo>
                    <a:pt x="2433089" y="1100774"/>
                  </a:lnTo>
                  <a:lnTo>
                    <a:pt x="2472099" y="1038439"/>
                  </a:lnTo>
                  <a:lnTo>
                    <a:pt x="2510756" y="979467"/>
                  </a:lnTo>
                  <a:lnTo>
                    <a:pt x="2549154" y="924032"/>
                  </a:lnTo>
                  <a:lnTo>
                    <a:pt x="2587435" y="872220"/>
                  </a:lnTo>
                  <a:lnTo>
                    <a:pt x="2625798" y="824037"/>
                  </a:lnTo>
                  <a:lnTo>
                    <a:pt x="2664509" y="779419"/>
                  </a:lnTo>
                  <a:lnTo>
                    <a:pt x="2667772" y="775846"/>
                  </a:lnTo>
                  <a:lnTo>
                    <a:pt x="2715037" y="727438"/>
                  </a:lnTo>
                  <a:lnTo>
                    <a:pt x="2763947" y="683985"/>
                  </a:lnTo>
                  <a:lnTo>
                    <a:pt x="2815297" y="645221"/>
                  </a:lnTo>
                  <a:lnTo>
                    <a:pt x="2869970" y="610704"/>
                  </a:lnTo>
                  <a:lnTo>
                    <a:pt x="2928865" y="579939"/>
                  </a:lnTo>
                  <a:lnTo>
                    <a:pt x="2992812" y="552455"/>
                  </a:lnTo>
                  <a:lnTo>
                    <a:pt x="3062472" y="527841"/>
                  </a:lnTo>
                  <a:lnTo>
                    <a:pt x="3138195" y="505769"/>
                  </a:lnTo>
                  <a:lnTo>
                    <a:pt x="3219845" y="486004"/>
                  </a:lnTo>
                  <a:lnTo>
                    <a:pt x="3306582" y="468408"/>
                  </a:lnTo>
                  <a:lnTo>
                    <a:pt x="3396666" y="452931"/>
                  </a:lnTo>
                  <a:lnTo>
                    <a:pt x="3487332" y="439590"/>
                  </a:lnTo>
                  <a:lnTo>
                    <a:pt x="3574874" y="428439"/>
                  </a:lnTo>
                  <a:lnTo>
                    <a:pt x="3655011" y="419511"/>
                  </a:lnTo>
                  <a:lnTo>
                    <a:pt x="3723564" y="412773"/>
                  </a:lnTo>
                  <a:lnTo>
                    <a:pt x="3777319" y="408076"/>
                  </a:lnTo>
                  <a:lnTo>
                    <a:pt x="3814818" y="405146"/>
                  </a:lnTo>
                  <a:lnTo>
                    <a:pt x="3836813" y="403602"/>
                  </a:lnTo>
                  <a:lnTo>
                    <a:pt x="3846275" y="403002"/>
                  </a:lnTo>
                  <a:lnTo>
                    <a:pt x="3848114" y="402895"/>
                  </a:lnTo>
                  <a:lnTo>
                    <a:pt x="3848118" y="402895"/>
                  </a:lnTo>
                  <a:lnTo>
                    <a:pt x="4386855" y="402895"/>
                  </a:lnTo>
                  <a:lnTo>
                    <a:pt x="4388155" y="402882"/>
                  </a:lnTo>
                  <a:lnTo>
                    <a:pt x="4396634" y="402786"/>
                  </a:lnTo>
                  <a:lnTo>
                    <a:pt x="4417773" y="402521"/>
                  </a:lnTo>
                  <a:lnTo>
                    <a:pt x="4454964" y="402002"/>
                  </a:lnTo>
                  <a:lnTo>
                    <a:pt x="4509187" y="401153"/>
                  </a:lnTo>
                  <a:lnTo>
                    <a:pt x="4578987" y="399922"/>
                  </a:lnTo>
                  <a:lnTo>
                    <a:pt x="4660965" y="398277"/>
                  </a:lnTo>
                  <a:lnTo>
                    <a:pt x="4750649" y="396214"/>
                  </a:lnTo>
                  <a:lnTo>
                    <a:pt x="4843464" y="393738"/>
                  </a:lnTo>
                  <a:lnTo>
                    <a:pt x="4935480" y="390860"/>
                  </a:lnTo>
                  <a:lnTo>
                    <a:pt x="5023813" y="387582"/>
                  </a:lnTo>
                  <a:lnTo>
                    <a:pt x="5106691" y="383894"/>
                  </a:lnTo>
                  <a:lnTo>
                    <a:pt x="5183313" y="379765"/>
                  </a:lnTo>
                  <a:lnTo>
                    <a:pt x="5253615" y="375150"/>
                  </a:lnTo>
                  <a:lnTo>
                    <a:pt x="5318038" y="369981"/>
                  </a:lnTo>
                  <a:lnTo>
                    <a:pt x="5377333" y="364176"/>
                  </a:lnTo>
                  <a:lnTo>
                    <a:pt x="5432411" y="357644"/>
                  </a:lnTo>
                  <a:lnTo>
                    <a:pt x="5484238" y="350290"/>
                  </a:lnTo>
                  <a:lnTo>
                    <a:pt x="5533744" y="342033"/>
                  </a:lnTo>
                  <a:lnTo>
                    <a:pt x="5567201" y="335746"/>
                  </a:lnTo>
                  <a:lnTo>
                    <a:pt x="5618995" y="324915"/>
                  </a:lnTo>
                  <a:lnTo>
                    <a:pt x="5670291" y="312927"/>
                  </a:lnTo>
                  <a:lnTo>
                    <a:pt x="5721657" y="299768"/>
                  </a:lnTo>
                  <a:lnTo>
                    <a:pt x="5773470" y="285466"/>
                  </a:lnTo>
                  <a:lnTo>
                    <a:pt x="5825937" y="270100"/>
                  </a:lnTo>
                  <a:lnTo>
                    <a:pt x="5879126" y="253801"/>
                  </a:lnTo>
                  <a:lnTo>
                    <a:pt x="5932975" y="236750"/>
                  </a:lnTo>
                  <a:lnTo>
                    <a:pt x="5987323" y="219170"/>
                  </a:lnTo>
                  <a:lnTo>
                    <a:pt x="6041938" y="201319"/>
                  </a:lnTo>
                  <a:lnTo>
                    <a:pt x="6096551" y="183470"/>
                  </a:lnTo>
                  <a:lnTo>
                    <a:pt x="6150894" y="165896"/>
                  </a:lnTo>
                  <a:lnTo>
                    <a:pt x="6204734" y="148854"/>
                  </a:lnTo>
                  <a:lnTo>
                    <a:pt x="6257912" y="132567"/>
                  </a:lnTo>
                  <a:lnTo>
                    <a:pt x="6310370" y="117216"/>
                  </a:lnTo>
                  <a:lnTo>
                    <a:pt x="6362174" y="102930"/>
                  </a:lnTo>
                  <a:lnTo>
                    <a:pt x="6413536" y="89787"/>
                  </a:lnTo>
                  <a:lnTo>
                    <a:pt x="6464835" y="77816"/>
                  </a:lnTo>
                  <a:lnTo>
                    <a:pt x="6515891" y="67149"/>
                  </a:lnTo>
                  <a:lnTo>
                    <a:pt x="6564271" y="58241"/>
                  </a:lnTo>
                  <a:lnTo>
                    <a:pt x="6614393" y="50267"/>
                  </a:lnTo>
                  <a:lnTo>
                    <a:pt x="6667111" y="43173"/>
                  </a:lnTo>
                  <a:lnTo>
                    <a:pt x="6723375" y="36873"/>
                  </a:lnTo>
                  <a:lnTo>
                    <a:pt x="6784144" y="31272"/>
                  </a:lnTo>
                  <a:lnTo>
                    <a:pt x="6850293" y="26280"/>
                  </a:lnTo>
                  <a:lnTo>
                    <a:pt x="6922497" y="21819"/>
                  </a:lnTo>
                  <a:lnTo>
                    <a:pt x="7001065" y="17829"/>
                  </a:lnTo>
                  <a:lnTo>
                    <a:pt x="7085735" y="14269"/>
                  </a:lnTo>
                  <a:lnTo>
                    <a:pt x="7175430" y="11113"/>
                  </a:lnTo>
                  <a:lnTo>
                    <a:pt x="7268049" y="8357"/>
                  </a:lnTo>
                  <a:lnTo>
                    <a:pt x="7360365" y="6006"/>
                  </a:lnTo>
                  <a:lnTo>
                    <a:pt x="7448194" y="4071"/>
                  </a:lnTo>
                  <a:lnTo>
                    <a:pt x="7526898" y="2554"/>
                  </a:lnTo>
                  <a:lnTo>
                    <a:pt x="7592227" y="1443"/>
                  </a:lnTo>
                  <a:lnTo>
                    <a:pt x="7641295" y="702"/>
                  </a:lnTo>
                  <a:lnTo>
                    <a:pt x="7673365" y="269"/>
                  </a:lnTo>
                  <a:lnTo>
                    <a:pt x="7690175" y="66"/>
                  </a:lnTo>
                  <a:lnTo>
                    <a:pt x="7695793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7" name="pl1327"/>
            <p:cNvSpPr/>
            <p:nvPr/>
          </p:nvSpPr>
          <p:spPr>
            <a:xfrm>
              <a:off x="546595" y="2035367"/>
              <a:ext cx="8234974" cy="2640599"/>
            </a:xfrm>
            <a:custGeom>
              <a:avLst/>
              <a:pathLst>
                <a:path w="8234974" h="2640599">
                  <a:moveTo>
                    <a:pt x="8234974" y="0"/>
                  </a:moveTo>
                  <a:lnTo>
                    <a:pt x="7696237" y="0"/>
                  </a:lnTo>
                  <a:lnTo>
                    <a:pt x="7694938" y="13"/>
                  </a:lnTo>
                  <a:lnTo>
                    <a:pt x="7686458" y="109"/>
                  </a:lnTo>
                  <a:lnTo>
                    <a:pt x="7665319" y="373"/>
                  </a:lnTo>
                  <a:lnTo>
                    <a:pt x="7628128" y="893"/>
                  </a:lnTo>
                  <a:lnTo>
                    <a:pt x="7573906" y="1741"/>
                  </a:lnTo>
                  <a:lnTo>
                    <a:pt x="7504105" y="2973"/>
                  </a:lnTo>
                  <a:lnTo>
                    <a:pt x="7422128" y="4617"/>
                  </a:lnTo>
                  <a:lnTo>
                    <a:pt x="7332443" y="6681"/>
                  </a:lnTo>
                  <a:lnTo>
                    <a:pt x="7239628" y="9156"/>
                  </a:lnTo>
                  <a:lnTo>
                    <a:pt x="7147612" y="12034"/>
                  </a:lnTo>
                  <a:lnTo>
                    <a:pt x="7059279" y="15312"/>
                  </a:lnTo>
                  <a:lnTo>
                    <a:pt x="6976401" y="19001"/>
                  </a:lnTo>
                  <a:lnTo>
                    <a:pt x="6899779" y="23129"/>
                  </a:lnTo>
                  <a:lnTo>
                    <a:pt x="6829477" y="27745"/>
                  </a:lnTo>
                  <a:lnTo>
                    <a:pt x="6765054" y="32914"/>
                  </a:lnTo>
                  <a:lnTo>
                    <a:pt x="6705760" y="38718"/>
                  </a:lnTo>
                  <a:lnTo>
                    <a:pt x="6650682" y="45250"/>
                  </a:lnTo>
                  <a:lnTo>
                    <a:pt x="6598855" y="52605"/>
                  </a:lnTo>
                  <a:lnTo>
                    <a:pt x="6549348" y="60861"/>
                  </a:lnTo>
                  <a:lnTo>
                    <a:pt x="6515891" y="67149"/>
                  </a:lnTo>
                  <a:lnTo>
                    <a:pt x="6464097" y="77980"/>
                  </a:lnTo>
                  <a:lnTo>
                    <a:pt x="6412801" y="89967"/>
                  </a:lnTo>
                  <a:lnTo>
                    <a:pt x="6361435" y="103127"/>
                  </a:lnTo>
                  <a:lnTo>
                    <a:pt x="6309623" y="117429"/>
                  </a:lnTo>
                  <a:lnTo>
                    <a:pt x="6257155" y="132795"/>
                  </a:lnTo>
                  <a:lnTo>
                    <a:pt x="6203967" y="149094"/>
                  </a:lnTo>
                  <a:lnTo>
                    <a:pt x="6150118" y="166145"/>
                  </a:lnTo>
                  <a:lnTo>
                    <a:pt x="6095770" y="183724"/>
                  </a:lnTo>
                  <a:lnTo>
                    <a:pt x="6041154" y="201576"/>
                  </a:lnTo>
                  <a:lnTo>
                    <a:pt x="5986541" y="219425"/>
                  </a:lnTo>
                  <a:lnTo>
                    <a:pt x="5932199" y="236998"/>
                  </a:lnTo>
                  <a:lnTo>
                    <a:pt x="5878359" y="254040"/>
                  </a:lnTo>
                  <a:lnTo>
                    <a:pt x="5825180" y="270327"/>
                  </a:lnTo>
                  <a:lnTo>
                    <a:pt x="5772723" y="285678"/>
                  </a:lnTo>
                  <a:lnTo>
                    <a:pt x="5720919" y="299964"/>
                  </a:lnTo>
                  <a:lnTo>
                    <a:pt x="5669557" y="313107"/>
                  </a:lnTo>
                  <a:lnTo>
                    <a:pt x="5618258" y="325078"/>
                  </a:lnTo>
                  <a:lnTo>
                    <a:pt x="5567201" y="335746"/>
                  </a:lnTo>
                  <a:lnTo>
                    <a:pt x="5518821" y="344653"/>
                  </a:lnTo>
                  <a:lnTo>
                    <a:pt x="5468699" y="352628"/>
                  </a:lnTo>
                  <a:lnTo>
                    <a:pt x="5415982" y="359722"/>
                  </a:lnTo>
                  <a:lnTo>
                    <a:pt x="5359718" y="366022"/>
                  </a:lnTo>
                  <a:lnTo>
                    <a:pt x="5298949" y="371622"/>
                  </a:lnTo>
                  <a:lnTo>
                    <a:pt x="5232799" y="376615"/>
                  </a:lnTo>
                  <a:lnTo>
                    <a:pt x="5160595" y="381075"/>
                  </a:lnTo>
                  <a:lnTo>
                    <a:pt x="5082027" y="385065"/>
                  </a:lnTo>
                  <a:lnTo>
                    <a:pt x="4997358" y="388626"/>
                  </a:lnTo>
                  <a:lnTo>
                    <a:pt x="4907662" y="391781"/>
                  </a:lnTo>
                  <a:lnTo>
                    <a:pt x="4815044" y="394537"/>
                  </a:lnTo>
                  <a:lnTo>
                    <a:pt x="4722727" y="396888"/>
                  </a:lnTo>
                  <a:lnTo>
                    <a:pt x="4634898" y="398824"/>
                  </a:lnTo>
                  <a:lnTo>
                    <a:pt x="4556195" y="400341"/>
                  </a:lnTo>
                  <a:lnTo>
                    <a:pt x="4490866" y="401451"/>
                  </a:lnTo>
                  <a:lnTo>
                    <a:pt x="4441797" y="402192"/>
                  </a:lnTo>
                  <a:lnTo>
                    <a:pt x="4409727" y="402625"/>
                  </a:lnTo>
                  <a:lnTo>
                    <a:pt x="4392918" y="402829"/>
                  </a:lnTo>
                  <a:lnTo>
                    <a:pt x="4387299" y="402891"/>
                  </a:lnTo>
                  <a:lnTo>
                    <a:pt x="4386855" y="402895"/>
                  </a:lnTo>
                  <a:lnTo>
                    <a:pt x="3848118" y="402895"/>
                  </a:lnTo>
                  <a:lnTo>
                    <a:pt x="3846904" y="402964"/>
                  </a:lnTo>
                  <a:lnTo>
                    <a:pt x="3838965" y="403460"/>
                  </a:lnTo>
                  <a:lnTo>
                    <a:pt x="3819125" y="404831"/>
                  </a:lnTo>
                  <a:lnTo>
                    <a:pt x="3784096" y="407523"/>
                  </a:lnTo>
                  <a:lnTo>
                    <a:pt x="3732778" y="411930"/>
                  </a:lnTo>
                  <a:lnTo>
                    <a:pt x="3666310" y="418344"/>
                  </a:lnTo>
                  <a:lnTo>
                    <a:pt x="3587684" y="426933"/>
                  </a:lnTo>
                  <a:lnTo>
                    <a:pt x="3500987" y="437747"/>
                  </a:lnTo>
                  <a:lnTo>
                    <a:pt x="3410538" y="450757"/>
                  </a:lnTo>
                  <a:lnTo>
                    <a:pt x="3320162" y="465911"/>
                  </a:lnTo>
                  <a:lnTo>
                    <a:pt x="3232776" y="483183"/>
                  </a:lnTo>
                  <a:lnTo>
                    <a:pt x="3150276" y="502610"/>
                  </a:lnTo>
                  <a:lnTo>
                    <a:pt x="3073625" y="524318"/>
                  </a:lnTo>
                  <a:lnTo>
                    <a:pt x="3003054" y="548525"/>
                  </a:lnTo>
                  <a:lnTo>
                    <a:pt x="2938273" y="575547"/>
                  </a:lnTo>
                  <a:lnTo>
                    <a:pt x="2878658" y="605781"/>
                  </a:lnTo>
                  <a:lnTo>
                    <a:pt x="2823398" y="639694"/>
                  </a:lnTo>
                  <a:lnTo>
                    <a:pt x="2771600" y="677780"/>
                  </a:lnTo>
                  <a:lnTo>
                    <a:pt x="2722372" y="720494"/>
                  </a:lnTo>
                  <a:lnTo>
                    <a:pt x="2674901" y="768141"/>
                  </a:lnTo>
                  <a:lnTo>
                    <a:pt x="2667772" y="775846"/>
                  </a:lnTo>
                  <a:lnTo>
                    <a:pt x="2629018" y="820170"/>
                  </a:lnTo>
                  <a:lnTo>
                    <a:pt x="2590637" y="868052"/>
                  </a:lnTo>
                  <a:lnTo>
                    <a:pt x="2552357" y="919560"/>
                  </a:lnTo>
                  <a:lnTo>
                    <a:pt x="2513976" y="974694"/>
                  </a:lnTo>
                  <a:lnTo>
                    <a:pt x="2475344" y="1033375"/>
                  </a:lnTo>
                  <a:lnTo>
                    <a:pt x="2436366" y="1095438"/>
                  </a:lnTo>
                  <a:lnTo>
                    <a:pt x="2396993" y="1160627"/>
                  </a:lnTo>
                  <a:lnTo>
                    <a:pt x="2357218" y="1228597"/>
                  </a:lnTo>
                  <a:lnTo>
                    <a:pt x="2317070" y="1298920"/>
                  </a:lnTo>
                  <a:lnTo>
                    <a:pt x="2276613" y="1371088"/>
                  </a:lnTo>
                  <a:lnTo>
                    <a:pt x="2235933" y="1444534"/>
                  </a:lnTo>
                  <a:lnTo>
                    <a:pt x="2195134" y="1518643"/>
                  </a:lnTo>
                  <a:lnTo>
                    <a:pt x="2154331" y="1592779"/>
                  </a:lnTo>
                  <a:lnTo>
                    <a:pt x="2113636" y="1666304"/>
                  </a:lnTo>
                  <a:lnTo>
                    <a:pt x="2073157" y="1738602"/>
                  </a:lnTo>
                  <a:lnTo>
                    <a:pt x="2032981" y="1809099"/>
                  </a:lnTo>
                  <a:lnTo>
                    <a:pt x="1993173" y="1877284"/>
                  </a:lnTo>
                  <a:lnTo>
                    <a:pt x="1953766" y="1942720"/>
                  </a:lnTo>
                  <a:lnTo>
                    <a:pt x="1914756" y="2005055"/>
                  </a:lnTo>
                  <a:lnTo>
                    <a:pt x="1876098" y="2064026"/>
                  </a:lnTo>
                  <a:lnTo>
                    <a:pt x="1837701" y="2119462"/>
                  </a:lnTo>
                  <a:lnTo>
                    <a:pt x="1799420" y="2171274"/>
                  </a:lnTo>
                  <a:lnTo>
                    <a:pt x="1761056" y="2219457"/>
                  </a:lnTo>
                  <a:lnTo>
                    <a:pt x="1722346" y="2264075"/>
                  </a:lnTo>
                  <a:lnTo>
                    <a:pt x="1719082" y="2267648"/>
                  </a:lnTo>
                  <a:lnTo>
                    <a:pt x="1671818" y="2316056"/>
                  </a:lnTo>
                  <a:lnTo>
                    <a:pt x="1622907" y="2359509"/>
                  </a:lnTo>
                  <a:lnTo>
                    <a:pt x="1571558" y="2398273"/>
                  </a:lnTo>
                  <a:lnTo>
                    <a:pt x="1516884" y="2432790"/>
                  </a:lnTo>
                  <a:lnTo>
                    <a:pt x="1457989" y="2463554"/>
                  </a:lnTo>
                  <a:lnTo>
                    <a:pt x="1394042" y="2491038"/>
                  </a:lnTo>
                  <a:lnTo>
                    <a:pt x="1324383" y="2515652"/>
                  </a:lnTo>
                  <a:lnTo>
                    <a:pt x="1248660" y="2537725"/>
                  </a:lnTo>
                  <a:lnTo>
                    <a:pt x="1167010" y="2557489"/>
                  </a:lnTo>
                  <a:lnTo>
                    <a:pt x="1080272" y="2575085"/>
                  </a:lnTo>
                  <a:lnTo>
                    <a:pt x="990189" y="2590563"/>
                  </a:lnTo>
                  <a:lnTo>
                    <a:pt x="899523" y="2603903"/>
                  </a:lnTo>
                  <a:lnTo>
                    <a:pt x="811980" y="2615055"/>
                  </a:lnTo>
                  <a:lnTo>
                    <a:pt x="731844" y="2623983"/>
                  </a:lnTo>
                  <a:lnTo>
                    <a:pt x="663291" y="2630721"/>
                  </a:lnTo>
                  <a:lnTo>
                    <a:pt x="609536" y="2635418"/>
                  </a:lnTo>
                  <a:lnTo>
                    <a:pt x="572036" y="2638348"/>
                  </a:lnTo>
                  <a:lnTo>
                    <a:pt x="550041" y="2639892"/>
                  </a:lnTo>
                  <a:lnTo>
                    <a:pt x="540579" y="2640492"/>
                  </a:lnTo>
                  <a:lnTo>
                    <a:pt x="538741" y="2640598"/>
                  </a:lnTo>
                  <a:lnTo>
                    <a:pt x="538736" y="2640599"/>
                  </a:lnTo>
                  <a:lnTo>
                    <a:pt x="0" y="2640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8" name="pg1328"/>
            <p:cNvSpPr/>
            <p:nvPr/>
          </p:nvSpPr>
          <p:spPr>
            <a:xfrm>
              <a:off x="546595" y="2182369"/>
              <a:ext cx="8234974" cy="3626059"/>
            </a:xfrm>
            <a:custGeom>
              <a:avLst/>
              <a:pathLst>
                <a:path w="8234974" h="3626059">
                  <a:moveTo>
                    <a:pt x="0" y="2667821"/>
                  </a:moveTo>
                  <a:lnTo>
                    <a:pt x="538736" y="2667821"/>
                  </a:lnTo>
                  <a:lnTo>
                    <a:pt x="540022" y="2667853"/>
                  </a:lnTo>
                  <a:lnTo>
                    <a:pt x="548411" y="2668078"/>
                  </a:lnTo>
                  <a:lnTo>
                    <a:pt x="569334" y="2668700"/>
                  </a:lnTo>
                  <a:lnTo>
                    <a:pt x="606166" y="2669922"/>
                  </a:lnTo>
                  <a:lnTo>
                    <a:pt x="659909" y="2671918"/>
                  </a:lnTo>
                  <a:lnTo>
                    <a:pt x="729162" y="2674817"/>
                  </a:lnTo>
                  <a:lnTo>
                    <a:pt x="810592" y="2678689"/>
                  </a:lnTo>
                  <a:lnTo>
                    <a:pt x="899794" y="2683551"/>
                  </a:lnTo>
                  <a:lnTo>
                    <a:pt x="992231" y="2689387"/>
                  </a:lnTo>
                  <a:lnTo>
                    <a:pt x="1083989" y="2696173"/>
                  </a:lnTo>
                  <a:lnTo>
                    <a:pt x="1172178" y="2703903"/>
                  </a:lnTo>
                  <a:lnTo>
                    <a:pt x="1255003" y="2712600"/>
                  </a:lnTo>
                  <a:lnTo>
                    <a:pt x="1331635" y="2722332"/>
                  </a:lnTo>
                  <a:lnTo>
                    <a:pt x="1401985" y="2733207"/>
                  </a:lnTo>
                  <a:lnTo>
                    <a:pt x="1466467" y="2745380"/>
                  </a:lnTo>
                  <a:lnTo>
                    <a:pt x="1525811" y="2759041"/>
                  </a:lnTo>
                  <a:lnTo>
                    <a:pt x="1580914" y="2774407"/>
                  </a:lnTo>
                  <a:lnTo>
                    <a:pt x="1632730" y="2791700"/>
                  </a:lnTo>
                  <a:lnTo>
                    <a:pt x="1682184" y="2811112"/>
                  </a:lnTo>
                  <a:lnTo>
                    <a:pt x="1719082" y="2827528"/>
                  </a:lnTo>
                  <a:lnTo>
                    <a:pt x="1767196" y="2851355"/>
                  </a:lnTo>
                  <a:lnTo>
                    <a:pt x="1814842" y="2877550"/>
                  </a:lnTo>
                  <a:lnTo>
                    <a:pt x="1862490" y="2906149"/>
                  </a:lnTo>
                  <a:lnTo>
                    <a:pt x="1910468" y="2937113"/>
                  </a:lnTo>
                  <a:lnTo>
                    <a:pt x="1958974" y="2970316"/>
                  </a:lnTo>
                  <a:lnTo>
                    <a:pt x="2008096" y="3005542"/>
                  </a:lnTo>
                  <a:lnTo>
                    <a:pt x="2057823" y="3042482"/>
                  </a:lnTo>
                  <a:lnTo>
                    <a:pt x="2108060" y="3080747"/>
                  </a:lnTo>
                  <a:lnTo>
                    <a:pt x="2158648" y="3119876"/>
                  </a:lnTo>
                  <a:lnTo>
                    <a:pt x="2209386" y="3159365"/>
                  </a:lnTo>
                  <a:lnTo>
                    <a:pt x="2260054" y="3198689"/>
                  </a:lnTo>
                  <a:lnTo>
                    <a:pt x="2310443" y="3237331"/>
                  </a:lnTo>
                  <a:lnTo>
                    <a:pt x="2360374" y="3274812"/>
                  </a:lnTo>
                  <a:lnTo>
                    <a:pt x="2409726" y="3310715"/>
                  </a:lnTo>
                  <a:lnTo>
                    <a:pt x="2458456" y="3344699"/>
                  </a:lnTo>
                  <a:lnTo>
                    <a:pt x="2506613" y="3376513"/>
                  </a:lnTo>
                  <a:lnTo>
                    <a:pt x="2554353" y="3405999"/>
                  </a:lnTo>
                  <a:lnTo>
                    <a:pt x="2601952" y="3433085"/>
                  </a:lnTo>
                  <a:lnTo>
                    <a:pt x="2649827" y="3457782"/>
                  </a:lnTo>
                  <a:lnTo>
                    <a:pt x="2667772" y="3466353"/>
                  </a:lnTo>
                  <a:lnTo>
                    <a:pt x="2715970" y="3487464"/>
                  </a:lnTo>
                  <a:lnTo>
                    <a:pt x="2765893" y="3506372"/>
                  </a:lnTo>
                  <a:lnTo>
                    <a:pt x="2818386" y="3523199"/>
                  </a:lnTo>
                  <a:lnTo>
                    <a:pt x="2874388" y="3538150"/>
                  </a:lnTo>
                  <a:lnTo>
                    <a:pt x="2934848" y="3551447"/>
                  </a:lnTo>
                  <a:lnTo>
                    <a:pt x="3000634" y="3563304"/>
                  </a:lnTo>
                  <a:lnTo>
                    <a:pt x="3072417" y="3573902"/>
                  </a:lnTo>
                  <a:lnTo>
                    <a:pt x="3150517" y="3583385"/>
                  </a:lnTo>
                  <a:lnTo>
                    <a:pt x="3234691" y="3591854"/>
                  </a:lnTo>
                  <a:lnTo>
                    <a:pt x="3323905" y="3599364"/>
                  </a:lnTo>
                  <a:lnTo>
                    <a:pt x="3416119" y="3605932"/>
                  </a:lnTo>
                  <a:lnTo>
                    <a:pt x="3508187" y="3611544"/>
                  </a:lnTo>
                  <a:lnTo>
                    <a:pt x="3596000" y="3616177"/>
                  </a:lnTo>
                  <a:lnTo>
                    <a:pt x="3674977" y="3619820"/>
                  </a:lnTo>
                  <a:lnTo>
                    <a:pt x="3740872" y="3622502"/>
                  </a:lnTo>
                  <a:lnTo>
                    <a:pt x="3790735" y="3624305"/>
                  </a:lnTo>
                  <a:lnTo>
                    <a:pt x="3823701" y="3625371"/>
                  </a:lnTo>
                  <a:lnTo>
                    <a:pt x="3841336" y="3625883"/>
                  </a:lnTo>
                  <a:lnTo>
                    <a:pt x="3847527" y="3626045"/>
                  </a:lnTo>
                  <a:lnTo>
                    <a:pt x="3848118" y="3626059"/>
                  </a:lnTo>
                  <a:lnTo>
                    <a:pt x="4386855" y="3626059"/>
                  </a:lnTo>
                  <a:lnTo>
                    <a:pt x="4387812" y="3625971"/>
                  </a:lnTo>
                  <a:lnTo>
                    <a:pt x="4394103" y="3625345"/>
                  </a:lnTo>
                  <a:lnTo>
                    <a:pt x="4409949" y="3623613"/>
                  </a:lnTo>
                  <a:lnTo>
                    <a:pt x="4438243" y="3620204"/>
                  </a:lnTo>
                  <a:lnTo>
                    <a:pt x="4480334" y="3614594"/>
                  </a:lnTo>
                  <a:lnTo>
                    <a:pt x="4535923" y="3606361"/>
                  </a:lnTo>
                  <a:lnTo>
                    <a:pt x="4603217" y="3595221"/>
                  </a:lnTo>
                  <a:lnTo>
                    <a:pt x="4679345" y="3581043"/>
                  </a:lnTo>
                  <a:lnTo>
                    <a:pt x="4760933" y="3563813"/>
                  </a:lnTo>
                  <a:lnTo>
                    <a:pt x="4844664" y="3543586"/>
                  </a:lnTo>
                  <a:lnTo>
                    <a:pt x="4927696" y="3520427"/>
                  </a:lnTo>
                  <a:lnTo>
                    <a:pt x="5007886" y="3494358"/>
                  </a:lnTo>
                  <a:lnTo>
                    <a:pt x="5083834" y="3465322"/>
                  </a:lnTo>
                  <a:lnTo>
                    <a:pt x="5154804" y="3433156"/>
                  </a:lnTo>
                  <a:lnTo>
                    <a:pt x="5220595" y="3397588"/>
                  </a:lnTo>
                  <a:lnTo>
                    <a:pt x="5281392" y="3358236"/>
                  </a:lnTo>
                  <a:lnTo>
                    <a:pt x="5337645" y="3314614"/>
                  </a:lnTo>
                  <a:lnTo>
                    <a:pt x="5389959" y="3266151"/>
                  </a:lnTo>
                  <a:lnTo>
                    <a:pt x="5439021" y="3212226"/>
                  </a:lnTo>
                  <a:lnTo>
                    <a:pt x="5485540" y="3152224"/>
                  </a:lnTo>
                  <a:lnTo>
                    <a:pt x="5530195" y="3085634"/>
                  </a:lnTo>
                  <a:lnTo>
                    <a:pt x="5567201" y="3023531"/>
                  </a:lnTo>
                  <a:lnTo>
                    <a:pt x="5599254" y="2964777"/>
                  </a:lnTo>
                  <a:lnTo>
                    <a:pt x="5631017" y="2902120"/>
                  </a:lnTo>
                  <a:lnTo>
                    <a:pt x="5662653" y="2835480"/>
                  </a:lnTo>
                  <a:lnTo>
                    <a:pt x="5694292" y="2764828"/>
                  </a:lnTo>
                  <a:lnTo>
                    <a:pt x="5726036" y="2690192"/>
                  </a:lnTo>
                  <a:lnTo>
                    <a:pt x="5757963" y="2611662"/>
                  </a:lnTo>
                  <a:lnTo>
                    <a:pt x="5790124" y="2529390"/>
                  </a:lnTo>
                  <a:lnTo>
                    <a:pt x="5822552" y="2443598"/>
                  </a:lnTo>
                  <a:lnTo>
                    <a:pt x="5855256" y="2354576"/>
                  </a:lnTo>
                  <a:lnTo>
                    <a:pt x="5888229" y="2262680"/>
                  </a:lnTo>
                  <a:lnTo>
                    <a:pt x="5921448" y="2168326"/>
                  </a:lnTo>
                  <a:lnTo>
                    <a:pt x="5954874" y="2071988"/>
                  </a:lnTo>
                  <a:lnTo>
                    <a:pt x="5988458" y="1974184"/>
                  </a:lnTo>
                  <a:lnTo>
                    <a:pt x="6022142" y="1875468"/>
                  </a:lnTo>
                  <a:lnTo>
                    <a:pt x="6055864" y="1776416"/>
                  </a:lnTo>
                  <a:lnTo>
                    <a:pt x="6089558" y="1677612"/>
                  </a:lnTo>
                  <a:lnTo>
                    <a:pt x="6123161" y="1579635"/>
                  </a:lnTo>
                  <a:lnTo>
                    <a:pt x="6156614" y="1483041"/>
                  </a:lnTo>
                  <a:lnTo>
                    <a:pt x="6189867" y="1388357"/>
                  </a:lnTo>
                  <a:lnTo>
                    <a:pt x="6222879" y="1296061"/>
                  </a:lnTo>
                  <a:lnTo>
                    <a:pt x="6255624" y="1206581"/>
                  </a:lnTo>
                  <a:lnTo>
                    <a:pt x="6288093" y="1120282"/>
                  </a:lnTo>
                  <a:lnTo>
                    <a:pt x="6320293" y="1037463"/>
                  </a:lnTo>
                  <a:lnTo>
                    <a:pt x="6352253" y="958357"/>
                  </a:lnTo>
                  <a:lnTo>
                    <a:pt x="6384020" y="883126"/>
                  </a:lnTo>
                  <a:lnTo>
                    <a:pt x="6415669" y="811870"/>
                  </a:lnTo>
                  <a:lnTo>
                    <a:pt x="6447298" y="744626"/>
                  </a:lnTo>
                  <a:lnTo>
                    <a:pt x="6479032" y="681371"/>
                  </a:lnTo>
                  <a:lnTo>
                    <a:pt x="6511029" y="622035"/>
                  </a:lnTo>
                  <a:lnTo>
                    <a:pt x="6515891" y="613417"/>
                  </a:lnTo>
                  <a:lnTo>
                    <a:pt x="6559431" y="541002"/>
                  </a:lnTo>
                  <a:lnTo>
                    <a:pt x="6604321" y="475414"/>
                  </a:lnTo>
                  <a:lnTo>
                    <a:pt x="6651174" y="416350"/>
                  </a:lnTo>
                  <a:lnTo>
                    <a:pt x="6700674" y="363276"/>
                  </a:lnTo>
                  <a:lnTo>
                    <a:pt x="6753530" y="315570"/>
                  </a:lnTo>
                  <a:lnTo>
                    <a:pt x="6810422" y="272615"/>
                  </a:lnTo>
                  <a:lnTo>
                    <a:pt x="6871937" y="233853"/>
                  </a:lnTo>
                  <a:lnTo>
                    <a:pt x="6938492" y="198812"/>
                  </a:lnTo>
                  <a:lnTo>
                    <a:pt x="7010225" y="167125"/>
                  </a:lnTo>
                  <a:lnTo>
                    <a:pt x="7086863" y="138536"/>
                  </a:lnTo>
                  <a:lnTo>
                    <a:pt x="7167582" y="112900"/>
                  </a:lnTo>
                  <a:lnTo>
                    <a:pt x="7250871" y="90174"/>
                  </a:lnTo>
                  <a:lnTo>
                    <a:pt x="7334478" y="70387"/>
                  </a:lnTo>
                  <a:lnTo>
                    <a:pt x="7415473" y="53607"/>
                  </a:lnTo>
                  <a:lnTo>
                    <a:pt x="7490497" y="39883"/>
                  </a:lnTo>
                  <a:lnTo>
                    <a:pt x="7556215" y="29187"/>
                  </a:lnTo>
                  <a:lnTo>
                    <a:pt x="7609882" y="21364"/>
                  </a:lnTo>
                  <a:lnTo>
                    <a:pt x="7649905" y="16110"/>
                  </a:lnTo>
                  <a:lnTo>
                    <a:pt x="7676228" y="12986"/>
                  </a:lnTo>
                  <a:lnTo>
                    <a:pt x="7690438" y="11454"/>
                  </a:lnTo>
                  <a:lnTo>
                    <a:pt x="7695641" y="10943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0" y="87"/>
                  </a:lnTo>
                  <a:lnTo>
                    <a:pt x="7688989" y="714"/>
                  </a:lnTo>
                  <a:lnTo>
                    <a:pt x="7673143" y="2446"/>
                  </a:lnTo>
                  <a:lnTo>
                    <a:pt x="7644849" y="5854"/>
                  </a:lnTo>
                  <a:lnTo>
                    <a:pt x="7602758" y="11464"/>
                  </a:lnTo>
                  <a:lnTo>
                    <a:pt x="7547169" y="19698"/>
                  </a:lnTo>
                  <a:lnTo>
                    <a:pt x="7479876" y="30837"/>
                  </a:lnTo>
                  <a:lnTo>
                    <a:pt x="7403748" y="45016"/>
                  </a:lnTo>
                  <a:lnTo>
                    <a:pt x="7322159" y="62246"/>
                  </a:lnTo>
                  <a:lnTo>
                    <a:pt x="7238429" y="82473"/>
                  </a:lnTo>
                  <a:lnTo>
                    <a:pt x="7155397" y="105632"/>
                  </a:lnTo>
                  <a:lnTo>
                    <a:pt x="7075206" y="131700"/>
                  </a:lnTo>
                  <a:lnTo>
                    <a:pt x="6999258" y="160737"/>
                  </a:lnTo>
                  <a:lnTo>
                    <a:pt x="6928288" y="192903"/>
                  </a:lnTo>
                  <a:lnTo>
                    <a:pt x="6862498" y="228470"/>
                  </a:lnTo>
                  <a:lnTo>
                    <a:pt x="6801700" y="267822"/>
                  </a:lnTo>
                  <a:lnTo>
                    <a:pt x="6745447" y="311445"/>
                  </a:lnTo>
                  <a:lnTo>
                    <a:pt x="6693133" y="359908"/>
                  </a:lnTo>
                  <a:lnTo>
                    <a:pt x="6644071" y="413833"/>
                  </a:lnTo>
                  <a:lnTo>
                    <a:pt x="6597552" y="473834"/>
                  </a:lnTo>
                  <a:lnTo>
                    <a:pt x="6552898" y="540425"/>
                  </a:lnTo>
                  <a:lnTo>
                    <a:pt x="6515891" y="602528"/>
                  </a:lnTo>
                  <a:lnTo>
                    <a:pt x="6483838" y="661282"/>
                  </a:lnTo>
                  <a:lnTo>
                    <a:pt x="6452075" y="723939"/>
                  </a:lnTo>
                  <a:lnTo>
                    <a:pt x="6420439" y="790579"/>
                  </a:lnTo>
                  <a:lnTo>
                    <a:pt x="6388800" y="861231"/>
                  </a:lnTo>
                  <a:lnTo>
                    <a:pt x="6357056" y="935866"/>
                  </a:lnTo>
                  <a:lnTo>
                    <a:pt x="6325129" y="1014397"/>
                  </a:lnTo>
                  <a:lnTo>
                    <a:pt x="6292968" y="1096669"/>
                  </a:lnTo>
                  <a:lnTo>
                    <a:pt x="6260541" y="1182461"/>
                  </a:lnTo>
                  <a:lnTo>
                    <a:pt x="6227836" y="1271483"/>
                  </a:lnTo>
                  <a:lnTo>
                    <a:pt x="6194863" y="1363379"/>
                  </a:lnTo>
                  <a:lnTo>
                    <a:pt x="6161645" y="1457733"/>
                  </a:lnTo>
                  <a:lnTo>
                    <a:pt x="6128219" y="1554071"/>
                  </a:lnTo>
                  <a:lnTo>
                    <a:pt x="6094635" y="1651875"/>
                  </a:lnTo>
                  <a:lnTo>
                    <a:pt x="6060950" y="1750591"/>
                  </a:lnTo>
                  <a:lnTo>
                    <a:pt x="6027229" y="1849643"/>
                  </a:lnTo>
                  <a:lnTo>
                    <a:pt x="5993535" y="1948446"/>
                  </a:lnTo>
                  <a:lnTo>
                    <a:pt x="5959932" y="2046424"/>
                  </a:lnTo>
                  <a:lnTo>
                    <a:pt x="5926478" y="2143017"/>
                  </a:lnTo>
                  <a:lnTo>
                    <a:pt x="5893226" y="2237702"/>
                  </a:lnTo>
                  <a:lnTo>
                    <a:pt x="5860214" y="2329997"/>
                  </a:lnTo>
                  <a:lnTo>
                    <a:pt x="5827468" y="2419477"/>
                  </a:lnTo>
                  <a:lnTo>
                    <a:pt x="5794999" y="2505777"/>
                  </a:lnTo>
                  <a:lnTo>
                    <a:pt x="5762799" y="2588595"/>
                  </a:lnTo>
                  <a:lnTo>
                    <a:pt x="5730840" y="2667702"/>
                  </a:lnTo>
                  <a:lnTo>
                    <a:pt x="5699072" y="2742933"/>
                  </a:lnTo>
                  <a:lnTo>
                    <a:pt x="5667423" y="2814189"/>
                  </a:lnTo>
                  <a:lnTo>
                    <a:pt x="5635795" y="2881433"/>
                  </a:lnTo>
                  <a:lnTo>
                    <a:pt x="5604060" y="2944687"/>
                  </a:lnTo>
                  <a:lnTo>
                    <a:pt x="5572063" y="3004023"/>
                  </a:lnTo>
                  <a:lnTo>
                    <a:pt x="5567201" y="3012642"/>
                  </a:lnTo>
                  <a:lnTo>
                    <a:pt x="5523662" y="3085057"/>
                  </a:lnTo>
                  <a:lnTo>
                    <a:pt x="5478771" y="3150645"/>
                  </a:lnTo>
                  <a:lnTo>
                    <a:pt x="5431919" y="3209709"/>
                  </a:lnTo>
                  <a:lnTo>
                    <a:pt x="5382419" y="3262783"/>
                  </a:lnTo>
                  <a:lnTo>
                    <a:pt x="5329562" y="3310489"/>
                  </a:lnTo>
                  <a:lnTo>
                    <a:pt x="5272671" y="3353444"/>
                  </a:lnTo>
                  <a:lnTo>
                    <a:pt x="5211156" y="3392206"/>
                  </a:lnTo>
                  <a:lnTo>
                    <a:pt x="5144600" y="3427247"/>
                  </a:lnTo>
                  <a:lnTo>
                    <a:pt x="5072868" y="3458934"/>
                  </a:lnTo>
                  <a:lnTo>
                    <a:pt x="4996229" y="3487523"/>
                  </a:lnTo>
                  <a:lnTo>
                    <a:pt x="4915511" y="3513158"/>
                  </a:lnTo>
                  <a:lnTo>
                    <a:pt x="4832222" y="3535885"/>
                  </a:lnTo>
                  <a:lnTo>
                    <a:pt x="4748614" y="3555672"/>
                  </a:lnTo>
                  <a:lnTo>
                    <a:pt x="4667620" y="3572451"/>
                  </a:lnTo>
                  <a:lnTo>
                    <a:pt x="4592595" y="3586175"/>
                  </a:lnTo>
                  <a:lnTo>
                    <a:pt x="4526877" y="3596872"/>
                  </a:lnTo>
                  <a:lnTo>
                    <a:pt x="4473210" y="3604695"/>
                  </a:lnTo>
                  <a:lnTo>
                    <a:pt x="4433187" y="3609948"/>
                  </a:lnTo>
                  <a:lnTo>
                    <a:pt x="4406865" y="3613073"/>
                  </a:lnTo>
                  <a:lnTo>
                    <a:pt x="4392654" y="3614605"/>
                  </a:lnTo>
                  <a:lnTo>
                    <a:pt x="4387451" y="3615116"/>
                  </a:lnTo>
                  <a:lnTo>
                    <a:pt x="4386855" y="3615170"/>
                  </a:lnTo>
                  <a:lnTo>
                    <a:pt x="3848118" y="3615170"/>
                  </a:lnTo>
                  <a:lnTo>
                    <a:pt x="3846833" y="3615139"/>
                  </a:lnTo>
                  <a:lnTo>
                    <a:pt x="3838443" y="3614914"/>
                  </a:lnTo>
                  <a:lnTo>
                    <a:pt x="3817521" y="3614291"/>
                  </a:lnTo>
                  <a:lnTo>
                    <a:pt x="3780688" y="3613070"/>
                  </a:lnTo>
                  <a:lnTo>
                    <a:pt x="3726946" y="3611074"/>
                  </a:lnTo>
                  <a:lnTo>
                    <a:pt x="3657693" y="3608174"/>
                  </a:lnTo>
                  <a:lnTo>
                    <a:pt x="3576262" y="3604302"/>
                  </a:lnTo>
                  <a:lnTo>
                    <a:pt x="3487061" y="3599441"/>
                  </a:lnTo>
                  <a:lnTo>
                    <a:pt x="3394624" y="3593605"/>
                  </a:lnTo>
                  <a:lnTo>
                    <a:pt x="3302865" y="3586818"/>
                  </a:lnTo>
                  <a:lnTo>
                    <a:pt x="3214677" y="3579089"/>
                  </a:lnTo>
                  <a:lnTo>
                    <a:pt x="3131852" y="3570391"/>
                  </a:lnTo>
                  <a:lnTo>
                    <a:pt x="3055219" y="3560660"/>
                  </a:lnTo>
                  <a:lnTo>
                    <a:pt x="2984870" y="3549784"/>
                  </a:lnTo>
                  <a:lnTo>
                    <a:pt x="2920388" y="3537612"/>
                  </a:lnTo>
                  <a:lnTo>
                    <a:pt x="2861043" y="3523951"/>
                  </a:lnTo>
                  <a:lnTo>
                    <a:pt x="2805940" y="3508585"/>
                  </a:lnTo>
                  <a:lnTo>
                    <a:pt x="2754124" y="3491291"/>
                  </a:lnTo>
                  <a:lnTo>
                    <a:pt x="2704671" y="3471879"/>
                  </a:lnTo>
                  <a:lnTo>
                    <a:pt x="2667772" y="3455464"/>
                  </a:lnTo>
                  <a:lnTo>
                    <a:pt x="2619658" y="3431637"/>
                  </a:lnTo>
                  <a:lnTo>
                    <a:pt x="2572013" y="3405442"/>
                  </a:lnTo>
                  <a:lnTo>
                    <a:pt x="2524364" y="3376843"/>
                  </a:lnTo>
                  <a:lnTo>
                    <a:pt x="2476387" y="3345879"/>
                  </a:lnTo>
                  <a:lnTo>
                    <a:pt x="2427881" y="3312675"/>
                  </a:lnTo>
                  <a:lnTo>
                    <a:pt x="2378759" y="3277450"/>
                  </a:lnTo>
                  <a:lnTo>
                    <a:pt x="2329032" y="3240509"/>
                  </a:lnTo>
                  <a:lnTo>
                    <a:pt x="2278795" y="3202245"/>
                  </a:lnTo>
                  <a:lnTo>
                    <a:pt x="2228207" y="3163115"/>
                  </a:lnTo>
                  <a:lnTo>
                    <a:pt x="2177469" y="3123626"/>
                  </a:lnTo>
                  <a:lnTo>
                    <a:pt x="2126800" y="3084303"/>
                  </a:lnTo>
                  <a:lnTo>
                    <a:pt x="2076412" y="3045661"/>
                  </a:lnTo>
                  <a:lnTo>
                    <a:pt x="2026481" y="3008179"/>
                  </a:lnTo>
                  <a:lnTo>
                    <a:pt x="1977128" y="2972277"/>
                  </a:lnTo>
                  <a:lnTo>
                    <a:pt x="1928398" y="2938293"/>
                  </a:lnTo>
                  <a:lnTo>
                    <a:pt x="1880241" y="2906478"/>
                  </a:lnTo>
                  <a:lnTo>
                    <a:pt x="1832502" y="2876993"/>
                  </a:lnTo>
                  <a:lnTo>
                    <a:pt x="1784902" y="2849906"/>
                  </a:lnTo>
                  <a:lnTo>
                    <a:pt x="1737028" y="2825209"/>
                  </a:lnTo>
                  <a:lnTo>
                    <a:pt x="1719082" y="2816639"/>
                  </a:lnTo>
                  <a:lnTo>
                    <a:pt x="1670885" y="2795527"/>
                  </a:lnTo>
                  <a:lnTo>
                    <a:pt x="1620962" y="2776620"/>
                  </a:lnTo>
                  <a:lnTo>
                    <a:pt x="1568469" y="2759792"/>
                  </a:lnTo>
                  <a:lnTo>
                    <a:pt x="1512467" y="2744841"/>
                  </a:lnTo>
                  <a:lnTo>
                    <a:pt x="1452007" y="2731544"/>
                  </a:lnTo>
                  <a:lnTo>
                    <a:pt x="1386221" y="2719688"/>
                  </a:lnTo>
                  <a:lnTo>
                    <a:pt x="1314437" y="2709090"/>
                  </a:lnTo>
                  <a:lnTo>
                    <a:pt x="1236338" y="2699606"/>
                  </a:lnTo>
                  <a:lnTo>
                    <a:pt x="1152164" y="2691137"/>
                  </a:lnTo>
                  <a:lnTo>
                    <a:pt x="1062949" y="2683627"/>
                  </a:lnTo>
                  <a:lnTo>
                    <a:pt x="970735" y="2677059"/>
                  </a:lnTo>
                  <a:lnTo>
                    <a:pt x="878668" y="2671447"/>
                  </a:lnTo>
                  <a:lnTo>
                    <a:pt x="790855" y="2666814"/>
                  </a:lnTo>
                  <a:lnTo>
                    <a:pt x="711878" y="2663171"/>
                  </a:lnTo>
                  <a:lnTo>
                    <a:pt x="645983" y="2660489"/>
                  </a:lnTo>
                  <a:lnTo>
                    <a:pt x="596119" y="2658686"/>
                  </a:lnTo>
                  <a:lnTo>
                    <a:pt x="563154" y="2657621"/>
                  </a:lnTo>
                  <a:lnTo>
                    <a:pt x="545518" y="2657109"/>
                  </a:lnTo>
                  <a:lnTo>
                    <a:pt x="539327" y="2656946"/>
                  </a:lnTo>
                  <a:lnTo>
                    <a:pt x="538736" y="2656932"/>
                  </a:lnTo>
                  <a:lnTo>
                    <a:pt x="0" y="2656932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29" name="pl1329"/>
            <p:cNvSpPr/>
            <p:nvPr/>
          </p:nvSpPr>
          <p:spPr>
            <a:xfrm>
              <a:off x="546595" y="2193258"/>
              <a:ext cx="8234974" cy="3615170"/>
            </a:xfrm>
            <a:custGeom>
              <a:avLst/>
              <a:pathLst>
                <a:path w="8234974" h="3615170">
                  <a:moveTo>
                    <a:pt x="0" y="2656932"/>
                  </a:moveTo>
                  <a:lnTo>
                    <a:pt x="538736" y="2656932"/>
                  </a:lnTo>
                  <a:lnTo>
                    <a:pt x="540022" y="2656964"/>
                  </a:lnTo>
                  <a:lnTo>
                    <a:pt x="548411" y="2657189"/>
                  </a:lnTo>
                  <a:lnTo>
                    <a:pt x="569334" y="2657811"/>
                  </a:lnTo>
                  <a:lnTo>
                    <a:pt x="606166" y="2659033"/>
                  </a:lnTo>
                  <a:lnTo>
                    <a:pt x="659909" y="2661029"/>
                  </a:lnTo>
                  <a:lnTo>
                    <a:pt x="729162" y="2663928"/>
                  </a:lnTo>
                  <a:lnTo>
                    <a:pt x="810592" y="2667800"/>
                  </a:lnTo>
                  <a:lnTo>
                    <a:pt x="899794" y="2672662"/>
                  </a:lnTo>
                  <a:lnTo>
                    <a:pt x="992231" y="2678498"/>
                  </a:lnTo>
                  <a:lnTo>
                    <a:pt x="1083989" y="2685284"/>
                  </a:lnTo>
                  <a:lnTo>
                    <a:pt x="1172178" y="2693014"/>
                  </a:lnTo>
                  <a:lnTo>
                    <a:pt x="1255003" y="2701711"/>
                  </a:lnTo>
                  <a:lnTo>
                    <a:pt x="1331635" y="2711442"/>
                  </a:lnTo>
                  <a:lnTo>
                    <a:pt x="1401985" y="2722318"/>
                  </a:lnTo>
                  <a:lnTo>
                    <a:pt x="1466467" y="2734491"/>
                  </a:lnTo>
                  <a:lnTo>
                    <a:pt x="1525811" y="2748152"/>
                  </a:lnTo>
                  <a:lnTo>
                    <a:pt x="1580914" y="2763518"/>
                  </a:lnTo>
                  <a:lnTo>
                    <a:pt x="1632730" y="2780811"/>
                  </a:lnTo>
                  <a:lnTo>
                    <a:pt x="1682184" y="2800223"/>
                  </a:lnTo>
                  <a:lnTo>
                    <a:pt x="1719082" y="2816639"/>
                  </a:lnTo>
                  <a:lnTo>
                    <a:pt x="1767196" y="2840466"/>
                  </a:lnTo>
                  <a:lnTo>
                    <a:pt x="1814842" y="2866661"/>
                  </a:lnTo>
                  <a:lnTo>
                    <a:pt x="1862490" y="2895260"/>
                  </a:lnTo>
                  <a:lnTo>
                    <a:pt x="1910468" y="2926224"/>
                  </a:lnTo>
                  <a:lnTo>
                    <a:pt x="1958974" y="2959427"/>
                  </a:lnTo>
                  <a:lnTo>
                    <a:pt x="2008096" y="2994653"/>
                  </a:lnTo>
                  <a:lnTo>
                    <a:pt x="2057823" y="3031593"/>
                  </a:lnTo>
                  <a:lnTo>
                    <a:pt x="2108060" y="3069858"/>
                  </a:lnTo>
                  <a:lnTo>
                    <a:pt x="2158648" y="3108987"/>
                  </a:lnTo>
                  <a:lnTo>
                    <a:pt x="2209386" y="3148476"/>
                  </a:lnTo>
                  <a:lnTo>
                    <a:pt x="2260054" y="3187800"/>
                  </a:lnTo>
                  <a:lnTo>
                    <a:pt x="2310443" y="3226442"/>
                  </a:lnTo>
                  <a:lnTo>
                    <a:pt x="2360374" y="3263923"/>
                  </a:lnTo>
                  <a:lnTo>
                    <a:pt x="2409726" y="3299826"/>
                  </a:lnTo>
                  <a:lnTo>
                    <a:pt x="2458456" y="3333810"/>
                  </a:lnTo>
                  <a:lnTo>
                    <a:pt x="2506613" y="3365624"/>
                  </a:lnTo>
                  <a:lnTo>
                    <a:pt x="2554353" y="3395110"/>
                  </a:lnTo>
                  <a:lnTo>
                    <a:pt x="2601952" y="3422196"/>
                  </a:lnTo>
                  <a:lnTo>
                    <a:pt x="2649827" y="3446893"/>
                  </a:lnTo>
                  <a:lnTo>
                    <a:pt x="2667772" y="3455464"/>
                  </a:lnTo>
                  <a:lnTo>
                    <a:pt x="2715970" y="3476575"/>
                  </a:lnTo>
                  <a:lnTo>
                    <a:pt x="2765893" y="3495483"/>
                  </a:lnTo>
                  <a:lnTo>
                    <a:pt x="2818386" y="3512310"/>
                  </a:lnTo>
                  <a:lnTo>
                    <a:pt x="2874388" y="3527261"/>
                  </a:lnTo>
                  <a:lnTo>
                    <a:pt x="2934848" y="3540558"/>
                  </a:lnTo>
                  <a:lnTo>
                    <a:pt x="3000634" y="3552415"/>
                  </a:lnTo>
                  <a:lnTo>
                    <a:pt x="3072417" y="3563013"/>
                  </a:lnTo>
                  <a:lnTo>
                    <a:pt x="3150517" y="3572496"/>
                  </a:lnTo>
                  <a:lnTo>
                    <a:pt x="3234691" y="3580965"/>
                  </a:lnTo>
                  <a:lnTo>
                    <a:pt x="3323905" y="3588475"/>
                  </a:lnTo>
                  <a:lnTo>
                    <a:pt x="3416119" y="3595043"/>
                  </a:lnTo>
                  <a:lnTo>
                    <a:pt x="3508187" y="3600655"/>
                  </a:lnTo>
                  <a:lnTo>
                    <a:pt x="3596000" y="3605288"/>
                  </a:lnTo>
                  <a:lnTo>
                    <a:pt x="3674977" y="3608931"/>
                  </a:lnTo>
                  <a:lnTo>
                    <a:pt x="3740872" y="3611613"/>
                  </a:lnTo>
                  <a:lnTo>
                    <a:pt x="3790735" y="3613416"/>
                  </a:lnTo>
                  <a:lnTo>
                    <a:pt x="3823701" y="3614482"/>
                  </a:lnTo>
                  <a:lnTo>
                    <a:pt x="3841336" y="3614994"/>
                  </a:lnTo>
                  <a:lnTo>
                    <a:pt x="3847527" y="3615156"/>
                  </a:lnTo>
                  <a:lnTo>
                    <a:pt x="3848118" y="3615170"/>
                  </a:lnTo>
                  <a:lnTo>
                    <a:pt x="4386855" y="3615170"/>
                  </a:lnTo>
                  <a:lnTo>
                    <a:pt x="4387812" y="3615082"/>
                  </a:lnTo>
                  <a:lnTo>
                    <a:pt x="4394103" y="3614456"/>
                  </a:lnTo>
                  <a:lnTo>
                    <a:pt x="4409949" y="3612724"/>
                  </a:lnTo>
                  <a:lnTo>
                    <a:pt x="4438243" y="3609315"/>
                  </a:lnTo>
                  <a:lnTo>
                    <a:pt x="4480334" y="3603705"/>
                  </a:lnTo>
                  <a:lnTo>
                    <a:pt x="4535923" y="3595472"/>
                  </a:lnTo>
                  <a:lnTo>
                    <a:pt x="4603217" y="3584332"/>
                  </a:lnTo>
                  <a:lnTo>
                    <a:pt x="4679345" y="3570154"/>
                  </a:lnTo>
                  <a:lnTo>
                    <a:pt x="4760933" y="3552924"/>
                  </a:lnTo>
                  <a:lnTo>
                    <a:pt x="4844664" y="3532697"/>
                  </a:lnTo>
                  <a:lnTo>
                    <a:pt x="4927696" y="3509538"/>
                  </a:lnTo>
                  <a:lnTo>
                    <a:pt x="5007886" y="3483469"/>
                  </a:lnTo>
                  <a:lnTo>
                    <a:pt x="5083834" y="3454433"/>
                  </a:lnTo>
                  <a:lnTo>
                    <a:pt x="5154804" y="3422267"/>
                  </a:lnTo>
                  <a:lnTo>
                    <a:pt x="5220595" y="3386699"/>
                  </a:lnTo>
                  <a:lnTo>
                    <a:pt x="5281392" y="3347347"/>
                  </a:lnTo>
                  <a:lnTo>
                    <a:pt x="5337645" y="3303725"/>
                  </a:lnTo>
                  <a:lnTo>
                    <a:pt x="5389959" y="3255262"/>
                  </a:lnTo>
                  <a:lnTo>
                    <a:pt x="5439021" y="3201337"/>
                  </a:lnTo>
                  <a:lnTo>
                    <a:pt x="5485540" y="3141335"/>
                  </a:lnTo>
                  <a:lnTo>
                    <a:pt x="5530195" y="3074745"/>
                  </a:lnTo>
                  <a:lnTo>
                    <a:pt x="5567201" y="3012642"/>
                  </a:lnTo>
                  <a:lnTo>
                    <a:pt x="5599254" y="2953888"/>
                  </a:lnTo>
                  <a:lnTo>
                    <a:pt x="5631017" y="2891231"/>
                  </a:lnTo>
                  <a:lnTo>
                    <a:pt x="5662653" y="2824591"/>
                  </a:lnTo>
                  <a:lnTo>
                    <a:pt x="5694292" y="2753939"/>
                  </a:lnTo>
                  <a:lnTo>
                    <a:pt x="5726036" y="2679303"/>
                  </a:lnTo>
                  <a:lnTo>
                    <a:pt x="5757963" y="2600773"/>
                  </a:lnTo>
                  <a:lnTo>
                    <a:pt x="5790124" y="2518501"/>
                  </a:lnTo>
                  <a:lnTo>
                    <a:pt x="5822552" y="2432709"/>
                  </a:lnTo>
                  <a:lnTo>
                    <a:pt x="5855256" y="2343687"/>
                  </a:lnTo>
                  <a:lnTo>
                    <a:pt x="5888229" y="2251791"/>
                  </a:lnTo>
                  <a:lnTo>
                    <a:pt x="5921448" y="2157437"/>
                  </a:lnTo>
                  <a:lnTo>
                    <a:pt x="5954874" y="2061099"/>
                  </a:lnTo>
                  <a:lnTo>
                    <a:pt x="5988458" y="1963295"/>
                  </a:lnTo>
                  <a:lnTo>
                    <a:pt x="6022142" y="1864579"/>
                  </a:lnTo>
                  <a:lnTo>
                    <a:pt x="6055864" y="1765527"/>
                  </a:lnTo>
                  <a:lnTo>
                    <a:pt x="6089558" y="1666723"/>
                  </a:lnTo>
                  <a:lnTo>
                    <a:pt x="6123161" y="1568746"/>
                  </a:lnTo>
                  <a:lnTo>
                    <a:pt x="6156614" y="1472152"/>
                  </a:lnTo>
                  <a:lnTo>
                    <a:pt x="6189867" y="1377468"/>
                  </a:lnTo>
                  <a:lnTo>
                    <a:pt x="6222879" y="1285172"/>
                  </a:lnTo>
                  <a:lnTo>
                    <a:pt x="6255624" y="1195692"/>
                  </a:lnTo>
                  <a:lnTo>
                    <a:pt x="6288093" y="1109393"/>
                  </a:lnTo>
                  <a:lnTo>
                    <a:pt x="6320293" y="1026574"/>
                  </a:lnTo>
                  <a:lnTo>
                    <a:pt x="6352253" y="947468"/>
                  </a:lnTo>
                  <a:lnTo>
                    <a:pt x="6384020" y="872237"/>
                  </a:lnTo>
                  <a:lnTo>
                    <a:pt x="6415669" y="800981"/>
                  </a:lnTo>
                  <a:lnTo>
                    <a:pt x="6447298" y="733736"/>
                  </a:lnTo>
                  <a:lnTo>
                    <a:pt x="6479032" y="670482"/>
                  </a:lnTo>
                  <a:lnTo>
                    <a:pt x="6511029" y="611146"/>
                  </a:lnTo>
                  <a:lnTo>
                    <a:pt x="6515891" y="602528"/>
                  </a:lnTo>
                  <a:lnTo>
                    <a:pt x="6559431" y="530113"/>
                  </a:lnTo>
                  <a:lnTo>
                    <a:pt x="6604321" y="464525"/>
                  </a:lnTo>
                  <a:lnTo>
                    <a:pt x="6651174" y="405461"/>
                  </a:lnTo>
                  <a:lnTo>
                    <a:pt x="6700674" y="352387"/>
                  </a:lnTo>
                  <a:lnTo>
                    <a:pt x="6753530" y="304680"/>
                  </a:lnTo>
                  <a:lnTo>
                    <a:pt x="6810422" y="261726"/>
                  </a:lnTo>
                  <a:lnTo>
                    <a:pt x="6871937" y="222964"/>
                  </a:lnTo>
                  <a:lnTo>
                    <a:pt x="6938492" y="187923"/>
                  </a:lnTo>
                  <a:lnTo>
                    <a:pt x="7010225" y="156236"/>
                  </a:lnTo>
                  <a:lnTo>
                    <a:pt x="7086863" y="127647"/>
                  </a:lnTo>
                  <a:lnTo>
                    <a:pt x="7167582" y="102011"/>
                  </a:lnTo>
                  <a:lnTo>
                    <a:pt x="7250871" y="79285"/>
                  </a:lnTo>
                  <a:lnTo>
                    <a:pt x="7334478" y="59498"/>
                  </a:lnTo>
                  <a:lnTo>
                    <a:pt x="7415473" y="42718"/>
                  </a:lnTo>
                  <a:lnTo>
                    <a:pt x="7490497" y="28994"/>
                  </a:lnTo>
                  <a:lnTo>
                    <a:pt x="7556215" y="18298"/>
                  </a:lnTo>
                  <a:lnTo>
                    <a:pt x="7609882" y="10475"/>
                  </a:lnTo>
                  <a:lnTo>
                    <a:pt x="7649905" y="5221"/>
                  </a:lnTo>
                  <a:lnTo>
                    <a:pt x="7676228" y="2097"/>
                  </a:lnTo>
                  <a:lnTo>
                    <a:pt x="7690438" y="565"/>
                  </a:lnTo>
                  <a:lnTo>
                    <a:pt x="7695641" y="5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0" name="pl1330"/>
            <p:cNvSpPr/>
            <p:nvPr/>
          </p:nvSpPr>
          <p:spPr>
            <a:xfrm>
              <a:off x="546595" y="2182369"/>
              <a:ext cx="8234974" cy="3615170"/>
            </a:xfrm>
            <a:custGeom>
              <a:avLst/>
              <a:pathLst>
                <a:path w="8234974" h="3615170">
                  <a:moveTo>
                    <a:pt x="8234974" y="0"/>
                  </a:moveTo>
                  <a:lnTo>
                    <a:pt x="7696237" y="0"/>
                  </a:lnTo>
                  <a:lnTo>
                    <a:pt x="7695280" y="87"/>
                  </a:lnTo>
                  <a:lnTo>
                    <a:pt x="7688989" y="714"/>
                  </a:lnTo>
                  <a:lnTo>
                    <a:pt x="7673143" y="2446"/>
                  </a:lnTo>
                  <a:lnTo>
                    <a:pt x="7644849" y="5854"/>
                  </a:lnTo>
                  <a:lnTo>
                    <a:pt x="7602758" y="11464"/>
                  </a:lnTo>
                  <a:lnTo>
                    <a:pt x="7547169" y="19698"/>
                  </a:lnTo>
                  <a:lnTo>
                    <a:pt x="7479876" y="30837"/>
                  </a:lnTo>
                  <a:lnTo>
                    <a:pt x="7403748" y="45016"/>
                  </a:lnTo>
                  <a:lnTo>
                    <a:pt x="7322159" y="62246"/>
                  </a:lnTo>
                  <a:lnTo>
                    <a:pt x="7238429" y="82473"/>
                  </a:lnTo>
                  <a:lnTo>
                    <a:pt x="7155397" y="105632"/>
                  </a:lnTo>
                  <a:lnTo>
                    <a:pt x="7075206" y="131700"/>
                  </a:lnTo>
                  <a:lnTo>
                    <a:pt x="6999258" y="160737"/>
                  </a:lnTo>
                  <a:lnTo>
                    <a:pt x="6928288" y="192903"/>
                  </a:lnTo>
                  <a:lnTo>
                    <a:pt x="6862498" y="228470"/>
                  </a:lnTo>
                  <a:lnTo>
                    <a:pt x="6801700" y="267822"/>
                  </a:lnTo>
                  <a:lnTo>
                    <a:pt x="6745447" y="311445"/>
                  </a:lnTo>
                  <a:lnTo>
                    <a:pt x="6693133" y="359908"/>
                  </a:lnTo>
                  <a:lnTo>
                    <a:pt x="6644071" y="413833"/>
                  </a:lnTo>
                  <a:lnTo>
                    <a:pt x="6597552" y="473834"/>
                  </a:lnTo>
                  <a:lnTo>
                    <a:pt x="6552898" y="540425"/>
                  </a:lnTo>
                  <a:lnTo>
                    <a:pt x="6515891" y="602528"/>
                  </a:lnTo>
                  <a:lnTo>
                    <a:pt x="6483838" y="661282"/>
                  </a:lnTo>
                  <a:lnTo>
                    <a:pt x="6452075" y="723939"/>
                  </a:lnTo>
                  <a:lnTo>
                    <a:pt x="6420439" y="790579"/>
                  </a:lnTo>
                  <a:lnTo>
                    <a:pt x="6388800" y="861231"/>
                  </a:lnTo>
                  <a:lnTo>
                    <a:pt x="6357056" y="935866"/>
                  </a:lnTo>
                  <a:lnTo>
                    <a:pt x="6325129" y="1014397"/>
                  </a:lnTo>
                  <a:lnTo>
                    <a:pt x="6292968" y="1096669"/>
                  </a:lnTo>
                  <a:lnTo>
                    <a:pt x="6260541" y="1182461"/>
                  </a:lnTo>
                  <a:lnTo>
                    <a:pt x="6227836" y="1271483"/>
                  </a:lnTo>
                  <a:lnTo>
                    <a:pt x="6194863" y="1363379"/>
                  </a:lnTo>
                  <a:lnTo>
                    <a:pt x="6161645" y="1457733"/>
                  </a:lnTo>
                  <a:lnTo>
                    <a:pt x="6128219" y="1554071"/>
                  </a:lnTo>
                  <a:lnTo>
                    <a:pt x="6094635" y="1651875"/>
                  </a:lnTo>
                  <a:lnTo>
                    <a:pt x="6060950" y="1750591"/>
                  </a:lnTo>
                  <a:lnTo>
                    <a:pt x="6027229" y="1849643"/>
                  </a:lnTo>
                  <a:lnTo>
                    <a:pt x="5993535" y="1948446"/>
                  </a:lnTo>
                  <a:lnTo>
                    <a:pt x="5959932" y="2046424"/>
                  </a:lnTo>
                  <a:lnTo>
                    <a:pt x="5926478" y="2143017"/>
                  </a:lnTo>
                  <a:lnTo>
                    <a:pt x="5893226" y="2237702"/>
                  </a:lnTo>
                  <a:lnTo>
                    <a:pt x="5860214" y="2329997"/>
                  </a:lnTo>
                  <a:lnTo>
                    <a:pt x="5827468" y="2419477"/>
                  </a:lnTo>
                  <a:lnTo>
                    <a:pt x="5794999" y="2505777"/>
                  </a:lnTo>
                  <a:lnTo>
                    <a:pt x="5762799" y="2588595"/>
                  </a:lnTo>
                  <a:lnTo>
                    <a:pt x="5730840" y="2667702"/>
                  </a:lnTo>
                  <a:lnTo>
                    <a:pt x="5699072" y="2742933"/>
                  </a:lnTo>
                  <a:lnTo>
                    <a:pt x="5667423" y="2814189"/>
                  </a:lnTo>
                  <a:lnTo>
                    <a:pt x="5635795" y="2881433"/>
                  </a:lnTo>
                  <a:lnTo>
                    <a:pt x="5604060" y="2944687"/>
                  </a:lnTo>
                  <a:lnTo>
                    <a:pt x="5572063" y="3004023"/>
                  </a:lnTo>
                  <a:lnTo>
                    <a:pt x="5567201" y="3012642"/>
                  </a:lnTo>
                  <a:lnTo>
                    <a:pt x="5523662" y="3085057"/>
                  </a:lnTo>
                  <a:lnTo>
                    <a:pt x="5478771" y="3150645"/>
                  </a:lnTo>
                  <a:lnTo>
                    <a:pt x="5431919" y="3209709"/>
                  </a:lnTo>
                  <a:lnTo>
                    <a:pt x="5382419" y="3262783"/>
                  </a:lnTo>
                  <a:lnTo>
                    <a:pt x="5329562" y="3310489"/>
                  </a:lnTo>
                  <a:lnTo>
                    <a:pt x="5272671" y="3353444"/>
                  </a:lnTo>
                  <a:lnTo>
                    <a:pt x="5211156" y="3392206"/>
                  </a:lnTo>
                  <a:lnTo>
                    <a:pt x="5144600" y="3427247"/>
                  </a:lnTo>
                  <a:lnTo>
                    <a:pt x="5072868" y="3458934"/>
                  </a:lnTo>
                  <a:lnTo>
                    <a:pt x="4996229" y="3487523"/>
                  </a:lnTo>
                  <a:lnTo>
                    <a:pt x="4915511" y="3513158"/>
                  </a:lnTo>
                  <a:lnTo>
                    <a:pt x="4832222" y="3535885"/>
                  </a:lnTo>
                  <a:lnTo>
                    <a:pt x="4748614" y="3555672"/>
                  </a:lnTo>
                  <a:lnTo>
                    <a:pt x="4667620" y="3572451"/>
                  </a:lnTo>
                  <a:lnTo>
                    <a:pt x="4592595" y="3586175"/>
                  </a:lnTo>
                  <a:lnTo>
                    <a:pt x="4526877" y="3596872"/>
                  </a:lnTo>
                  <a:lnTo>
                    <a:pt x="4473210" y="3604695"/>
                  </a:lnTo>
                  <a:lnTo>
                    <a:pt x="4433187" y="3609948"/>
                  </a:lnTo>
                  <a:lnTo>
                    <a:pt x="4406865" y="3613073"/>
                  </a:lnTo>
                  <a:lnTo>
                    <a:pt x="4392654" y="3614605"/>
                  </a:lnTo>
                  <a:lnTo>
                    <a:pt x="4387451" y="3615116"/>
                  </a:lnTo>
                  <a:lnTo>
                    <a:pt x="4386855" y="3615170"/>
                  </a:lnTo>
                  <a:lnTo>
                    <a:pt x="3848118" y="3615170"/>
                  </a:lnTo>
                  <a:lnTo>
                    <a:pt x="3846833" y="3615139"/>
                  </a:lnTo>
                  <a:lnTo>
                    <a:pt x="3838443" y="3614914"/>
                  </a:lnTo>
                  <a:lnTo>
                    <a:pt x="3817521" y="3614291"/>
                  </a:lnTo>
                  <a:lnTo>
                    <a:pt x="3780688" y="3613070"/>
                  </a:lnTo>
                  <a:lnTo>
                    <a:pt x="3726946" y="3611074"/>
                  </a:lnTo>
                  <a:lnTo>
                    <a:pt x="3657693" y="3608174"/>
                  </a:lnTo>
                  <a:lnTo>
                    <a:pt x="3576262" y="3604302"/>
                  </a:lnTo>
                  <a:lnTo>
                    <a:pt x="3487061" y="3599441"/>
                  </a:lnTo>
                  <a:lnTo>
                    <a:pt x="3394624" y="3593605"/>
                  </a:lnTo>
                  <a:lnTo>
                    <a:pt x="3302865" y="3586818"/>
                  </a:lnTo>
                  <a:lnTo>
                    <a:pt x="3214677" y="3579089"/>
                  </a:lnTo>
                  <a:lnTo>
                    <a:pt x="3131852" y="3570391"/>
                  </a:lnTo>
                  <a:lnTo>
                    <a:pt x="3055219" y="3560660"/>
                  </a:lnTo>
                  <a:lnTo>
                    <a:pt x="2984870" y="3549784"/>
                  </a:lnTo>
                  <a:lnTo>
                    <a:pt x="2920388" y="3537612"/>
                  </a:lnTo>
                  <a:lnTo>
                    <a:pt x="2861043" y="3523951"/>
                  </a:lnTo>
                  <a:lnTo>
                    <a:pt x="2805940" y="3508585"/>
                  </a:lnTo>
                  <a:lnTo>
                    <a:pt x="2754124" y="3491291"/>
                  </a:lnTo>
                  <a:lnTo>
                    <a:pt x="2704671" y="3471879"/>
                  </a:lnTo>
                  <a:lnTo>
                    <a:pt x="2667772" y="3455464"/>
                  </a:lnTo>
                  <a:lnTo>
                    <a:pt x="2619658" y="3431637"/>
                  </a:lnTo>
                  <a:lnTo>
                    <a:pt x="2572013" y="3405442"/>
                  </a:lnTo>
                  <a:lnTo>
                    <a:pt x="2524364" y="3376843"/>
                  </a:lnTo>
                  <a:lnTo>
                    <a:pt x="2476387" y="3345879"/>
                  </a:lnTo>
                  <a:lnTo>
                    <a:pt x="2427881" y="3312675"/>
                  </a:lnTo>
                  <a:lnTo>
                    <a:pt x="2378759" y="3277450"/>
                  </a:lnTo>
                  <a:lnTo>
                    <a:pt x="2329032" y="3240509"/>
                  </a:lnTo>
                  <a:lnTo>
                    <a:pt x="2278795" y="3202245"/>
                  </a:lnTo>
                  <a:lnTo>
                    <a:pt x="2228207" y="3163115"/>
                  </a:lnTo>
                  <a:lnTo>
                    <a:pt x="2177469" y="3123626"/>
                  </a:lnTo>
                  <a:lnTo>
                    <a:pt x="2126800" y="3084303"/>
                  </a:lnTo>
                  <a:lnTo>
                    <a:pt x="2076412" y="3045661"/>
                  </a:lnTo>
                  <a:lnTo>
                    <a:pt x="2026481" y="3008179"/>
                  </a:lnTo>
                  <a:lnTo>
                    <a:pt x="1977128" y="2972277"/>
                  </a:lnTo>
                  <a:lnTo>
                    <a:pt x="1928398" y="2938293"/>
                  </a:lnTo>
                  <a:lnTo>
                    <a:pt x="1880241" y="2906478"/>
                  </a:lnTo>
                  <a:lnTo>
                    <a:pt x="1832502" y="2876993"/>
                  </a:lnTo>
                  <a:lnTo>
                    <a:pt x="1784902" y="2849906"/>
                  </a:lnTo>
                  <a:lnTo>
                    <a:pt x="1737028" y="2825209"/>
                  </a:lnTo>
                  <a:lnTo>
                    <a:pt x="1719082" y="2816639"/>
                  </a:lnTo>
                  <a:lnTo>
                    <a:pt x="1670885" y="2795527"/>
                  </a:lnTo>
                  <a:lnTo>
                    <a:pt x="1620962" y="2776620"/>
                  </a:lnTo>
                  <a:lnTo>
                    <a:pt x="1568469" y="2759792"/>
                  </a:lnTo>
                  <a:lnTo>
                    <a:pt x="1512467" y="2744841"/>
                  </a:lnTo>
                  <a:lnTo>
                    <a:pt x="1452007" y="2731544"/>
                  </a:lnTo>
                  <a:lnTo>
                    <a:pt x="1386221" y="2719688"/>
                  </a:lnTo>
                  <a:lnTo>
                    <a:pt x="1314437" y="2709090"/>
                  </a:lnTo>
                  <a:lnTo>
                    <a:pt x="1236338" y="2699606"/>
                  </a:lnTo>
                  <a:lnTo>
                    <a:pt x="1152164" y="2691137"/>
                  </a:lnTo>
                  <a:lnTo>
                    <a:pt x="1062949" y="2683627"/>
                  </a:lnTo>
                  <a:lnTo>
                    <a:pt x="970735" y="2677059"/>
                  </a:lnTo>
                  <a:lnTo>
                    <a:pt x="878668" y="2671447"/>
                  </a:lnTo>
                  <a:lnTo>
                    <a:pt x="790855" y="2666814"/>
                  </a:lnTo>
                  <a:lnTo>
                    <a:pt x="711878" y="2663171"/>
                  </a:lnTo>
                  <a:lnTo>
                    <a:pt x="645983" y="2660489"/>
                  </a:lnTo>
                  <a:lnTo>
                    <a:pt x="596119" y="2658686"/>
                  </a:lnTo>
                  <a:lnTo>
                    <a:pt x="563154" y="2657621"/>
                  </a:lnTo>
                  <a:lnTo>
                    <a:pt x="545518" y="2657109"/>
                  </a:lnTo>
                  <a:lnTo>
                    <a:pt x="539327" y="2656946"/>
                  </a:lnTo>
                  <a:lnTo>
                    <a:pt x="538736" y="2656932"/>
                  </a:lnTo>
                  <a:lnTo>
                    <a:pt x="0" y="2656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1" name="pg1331"/>
            <p:cNvSpPr/>
            <p:nvPr/>
          </p:nvSpPr>
          <p:spPr>
            <a:xfrm>
              <a:off x="546595" y="1616138"/>
              <a:ext cx="8234974" cy="4497185"/>
            </a:xfrm>
            <a:custGeom>
              <a:avLst/>
              <a:pathLst>
                <a:path w="8234974" h="4497185">
                  <a:moveTo>
                    <a:pt x="0" y="3250386"/>
                  </a:moveTo>
                  <a:lnTo>
                    <a:pt x="538736" y="3250386"/>
                  </a:lnTo>
                  <a:lnTo>
                    <a:pt x="540010" y="3250427"/>
                  </a:lnTo>
                  <a:lnTo>
                    <a:pt x="548325" y="3250717"/>
                  </a:lnTo>
                  <a:lnTo>
                    <a:pt x="569070" y="3251520"/>
                  </a:lnTo>
                  <a:lnTo>
                    <a:pt x="605607" y="3253094"/>
                  </a:lnTo>
                  <a:lnTo>
                    <a:pt x="658954" y="3255668"/>
                  </a:lnTo>
                  <a:lnTo>
                    <a:pt x="727754" y="3259408"/>
                  </a:lnTo>
                  <a:lnTo>
                    <a:pt x="808732" y="3264404"/>
                  </a:lnTo>
                  <a:lnTo>
                    <a:pt x="897531" y="3270681"/>
                  </a:lnTo>
                  <a:lnTo>
                    <a:pt x="989653" y="3278218"/>
                  </a:lnTo>
                  <a:lnTo>
                    <a:pt x="1081195" y="3286985"/>
                  </a:lnTo>
                  <a:lnTo>
                    <a:pt x="1169260" y="3296971"/>
                  </a:lnTo>
                  <a:lnTo>
                    <a:pt x="1252039" y="3308207"/>
                  </a:lnTo>
                  <a:lnTo>
                    <a:pt x="1328679" y="3320775"/>
                  </a:lnTo>
                  <a:lnTo>
                    <a:pt x="1399067" y="3334817"/>
                  </a:lnTo>
                  <a:lnTo>
                    <a:pt x="1463598" y="3350526"/>
                  </a:lnTo>
                  <a:lnTo>
                    <a:pt x="1522984" y="3368147"/>
                  </a:lnTo>
                  <a:lnTo>
                    <a:pt x="1578110" y="3387958"/>
                  </a:lnTo>
                  <a:lnTo>
                    <a:pt x="1629918" y="3410248"/>
                  </a:lnTo>
                  <a:lnTo>
                    <a:pt x="1679330" y="3435265"/>
                  </a:lnTo>
                  <a:lnTo>
                    <a:pt x="1719082" y="3458186"/>
                  </a:lnTo>
                  <a:lnTo>
                    <a:pt x="1764914" y="3487639"/>
                  </a:lnTo>
                  <a:lnTo>
                    <a:pt x="1810298" y="3519881"/>
                  </a:lnTo>
                  <a:lnTo>
                    <a:pt x="1855650" y="3554961"/>
                  </a:lnTo>
                  <a:lnTo>
                    <a:pt x="1901267" y="3592844"/>
                  </a:lnTo>
                  <a:lnTo>
                    <a:pt x="1947338" y="3633407"/>
                  </a:lnTo>
                  <a:lnTo>
                    <a:pt x="1993958" y="3676427"/>
                  </a:lnTo>
                  <a:lnTo>
                    <a:pt x="2041138" y="3721586"/>
                  </a:lnTo>
                  <a:lnTo>
                    <a:pt x="2088817" y="3768472"/>
                  </a:lnTo>
                  <a:lnTo>
                    <a:pt x="2136876" y="3816594"/>
                  </a:lnTo>
                  <a:lnTo>
                    <a:pt x="2185152" y="3865402"/>
                  </a:lnTo>
                  <a:lnTo>
                    <a:pt x="2233462" y="3914311"/>
                  </a:lnTo>
                  <a:lnTo>
                    <a:pt x="2281615" y="3962732"/>
                  </a:lnTo>
                  <a:lnTo>
                    <a:pt x="2329440" y="4010099"/>
                  </a:lnTo>
                  <a:lnTo>
                    <a:pt x="2376801" y="4055901"/>
                  </a:lnTo>
                  <a:lnTo>
                    <a:pt x="2423615" y="4099694"/>
                  </a:lnTo>
                  <a:lnTo>
                    <a:pt x="2469868" y="4141128"/>
                  </a:lnTo>
                  <a:lnTo>
                    <a:pt x="2515624" y="4179948"/>
                  </a:lnTo>
                  <a:lnTo>
                    <a:pt x="2561039" y="4215996"/>
                  </a:lnTo>
                  <a:lnTo>
                    <a:pt x="2606372" y="4249209"/>
                  </a:lnTo>
                  <a:lnTo>
                    <a:pt x="2651995" y="4279607"/>
                  </a:lnTo>
                  <a:lnTo>
                    <a:pt x="2667772" y="4289385"/>
                  </a:lnTo>
                  <a:lnTo>
                    <a:pt x="2715818" y="4316773"/>
                  </a:lnTo>
                  <a:lnTo>
                    <a:pt x="2765577" y="4341311"/>
                  </a:lnTo>
                  <a:lnTo>
                    <a:pt x="2817884" y="4363159"/>
                  </a:lnTo>
                  <a:lnTo>
                    <a:pt x="2873670" y="4382576"/>
                  </a:lnTo>
                  <a:lnTo>
                    <a:pt x="2933875" y="4399852"/>
                  </a:lnTo>
                  <a:lnTo>
                    <a:pt x="2999361" y="4415261"/>
                  </a:lnTo>
                  <a:lnTo>
                    <a:pt x="3070798" y="4429038"/>
                  </a:lnTo>
                  <a:lnTo>
                    <a:pt x="3148510" y="4441372"/>
                  </a:lnTo>
                  <a:lnTo>
                    <a:pt x="3232274" y="4452390"/>
                  </a:lnTo>
                  <a:lnTo>
                    <a:pt x="3321090" y="4462168"/>
                  </a:lnTo>
                  <a:lnTo>
                    <a:pt x="3412966" y="4470726"/>
                  </a:lnTo>
                  <a:lnTo>
                    <a:pt x="3504820" y="4478050"/>
                  </a:lnTo>
                  <a:lnTo>
                    <a:pt x="3592611" y="4484109"/>
                  </a:lnTo>
                  <a:lnTo>
                    <a:pt x="3671803" y="4488889"/>
                  </a:lnTo>
                  <a:lnTo>
                    <a:pt x="3738156" y="4492421"/>
                  </a:lnTo>
                  <a:lnTo>
                    <a:pt x="3788669" y="4494811"/>
                  </a:lnTo>
                  <a:lnTo>
                    <a:pt x="3822374" y="4496236"/>
                  </a:lnTo>
                  <a:lnTo>
                    <a:pt x="3840701" y="4496932"/>
                  </a:lnTo>
                  <a:lnTo>
                    <a:pt x="3847384" y="4497162"/>
                  </a:lnTo>
                  <a:lnTo>
                    <a:pt x="3848118" y="4497185"/>
                  </a:lnTo>
                  <a:lnTo>
                    <a:pt x="4386855" y="4497185"/>
                  </a:lnTo>
                  <a:lnTo>
                    <a:pt x="4387743" y="4497084"/>
                  </a:lnTo>
                  <a:lnTo>
                    <a:pt x="4393590" y="4496363"/>
                  </a:lnTo>
                  <a:lnTo>
                    <a:pt x="4408349" y="4494371"/>
                  </a:lnTo>
                  <a:lnTo>
                    <a:pt x="4434788" y="4490449"/>
                  </a:lnTo>
                  <a:lnTo>
                    <a:pt x="4474288" y="4483985"/>
                  </a:lnTo>
                  <a:lnTo>
                    <a:pt x="4526742" y="4474475"/>
                  </a:lnTo>
                  <a:lnTo>
                    <a:pt x="4590660" y="4461573"/>
                  </a:lnTo>
                  <a:lnTo>
                    <a:pt x="4663506" y="4445097"/>
                  </a:lnTo>
                  <a:lnTo>
                    <a:pt x="4742198" y="4425011"/>
                  </a:lnTo>
                  <a:lnTo>
                    <a:pt x="4823608" y="4401369"/>
                  </a:lnTo>
                  <a:lnTo>
                    <a:pt x="4904973" y="4374247"/>
                  </a:lnTo>
                  <a:lnTo>
                    <a:pt x="4984124" y="4343691"/>
                  </a:lnTo>
                  <a:lnTo>
                    <a:pt x="5059571" y="4309662"/>
                  </a:lnTo>
                  <a:lnTo>
                    <a:pt x="5130450" y="4272016"/>
                  </a:lnTo>
                  <a:lnTo>
                    <a:pt x="5196422" y="4230481"/>
                  </a:lnTo>
                  <a:lnTo>
                    <a:pt x="5257547" y="4184664"/>
                  </a:lnTo>
                  <a:lnTo>
                    <a:pt x="5314157" y="4134048"/>
                  </a:lnTo>
                  <a:lnTo>
                    <a:pt x="5366764" y="4078013"/>
                  </a:lnTo>
                  <a:lnTo>
                    <a:pt x="5415979" y="4015865"/>
                  </a:lnTo>
                  <a:lnTo>
                    <a:pt x="5462457" y="3946880"/>
                  </a:lnTo>
                  <a:lnTo>
                    <a:pt x="5506846" y="3870392"/>
                  </a:lnTo>
                  <a:lnTo>
                    <a:pt x="5549743" y="3785929"/>
                  </a:lnTo>
                  <a:lnTo>
                    <a:pt x="5567201" y="3748561"/>
                  </a:lnTo>
                  <a:lnTo>
                    <a:pt x="5596322" y="3682474"/>
                  </a:lnTo>
                  <a:lnTo>
                    <a:pt x="5625190" y="3612396"/>
                  </a:lnTo>
                  <a:lnTo>
                    <a:pt x="5653931" y="3538249"/>
                  </a:lnTo>
                  <a:lnTo>
                    <a:pt x="5682648" y="3459994"/>
                  </a:lnTo>
                  <a:lnTo>
                    <a:pt x="5711424" y="3377639"/>
                  </a:lnTo>
                  <a:lnTo>
                    <a:pt x="5740324" y="3291242"/>
                  </a:lnTo>
                  <a:lnTo>
                    <a:pt x="5769396" y="3200916"/>
                  </a:lnTo>
                  <a:lnTo>
                    <a:pt x="5798673" y="3106829"/>
                  </a:lnTo>
                  <a:lnTo>
                    <a:pt x="5828174" y="3009207"/>
                  </a:lnTo>
                  <a:lnTo>
                    <a:pt x="5857903" y="2908333"/>
                  </a:lnTo>
                  <a:lnTo>
                    <a:pt x="5887852" y="2804545"/>
                  </a:lnTo>
                  <a:lnTo>
                    <a:pt x="5918005" y="2698233"/>
                  </a:lnTo>
                  <a:lnTo>
                    <a:pt x="5948332" y="2589835"/>
                  </a:lnTo>
                  <a:lnTo>
                    <a:pt x="5978799" y="2479828"/>
                  </a:lnTo>
                  <a:lnTo>
                    <a:pt x="6009362" y="2368721"/>
                  </a:lnTo>
                  <a:lnTo>
                    <a:pt x="6039977" y="2257043"/>
                  </a:lnTo>
                  <a:lnTo>
                    <a:pt x="6070594" y="2145338"/>
                  </a:lnTo>
                  <a:lnTo>
                    <a:pt x="6101165" y="2034147"/>
                  </a:lnTo>
                  <a:lnTo>
                    <a:pt x="6131643" y="1924004"/>
                  </a:lnTo>
                  <a:lnTo>
                    <a:pt x="6161986" y="1815418"/>
                  </a:lnTo>
                  <a:lnTo>
                    <a:pt x="6192158" y="1708872"/>
                  </a:lnTo>
                  <a:lnTo>
                    <a:pt x="6222130" y="1604806"/>
                  </a:lnTo>
                  <a:lnTo>
                    <a:pt x="6251882" y="1503617"/>
                  </a:lnTo>
                  <a:lnTo>
                    <a:pt x="6281406" y="1405647"/>
                  </a:lnTo>
                  <a:lnTo>
                    <a:pt x="6310705" y="1311187"/>
                  </a:lnTo>
                  <a:lnTo>
                    <a:pt x="6339797" y="1220467"/>
                  </a:lnTo>
                  <a:lnTo>
                    <a:pt x="6368713" y="1133661"/>
                  </a:lnTo>
                  <a:lnTo>
                    <a:pt x="6397498" y="1050888"/>
                  </a:lnTo>
                  <a:lnTo>
                    <a:pt x="6426218" y="972211"/>
                  </a:lnTo>
                  <a:lnTo>
                    <a:pt x="6454952" y="897644"/>
                  </a:lnTo>
                  <a:lnTo>
                    <a:pt x="6483802" y="827153"/>
                  </a:lnTo>
                  <a:lnTo>
                    <a:pt x="6512890" y="760661"/>
                  </a:lnTo>
                  <a:lnTo>
                    <a:pt x="6515891" y="754067"/>
                  </a:lnTo>
                  <a:lnTo>
                    <a:pt x="6558323" y="666249"/>
                  </a:lnTo>
                  <a:lnTo>
                    <a:pt x="6602026" y="586496"/>
                  </a:lnTo>
                  <a:lnTo>
                    <a:pt x="6647562" y="514476"/>
                  </a:lnTo>
                  <a:lnTo>
                    <a:pt x="6695563" y="449582"/>
                  </a:lnTo>
                  <a:lnTo>
                    <a:pt x="6746687" y="391102"/>
                  </a:lnTo>
                  <a:lnTo>
                    <a:pt x="6801569" y="338321"/>
                  </a:lnTo>
                  <a:lnTo>
                    <a:pt x="6860770" y="290584"/>
                  </a:lnTo>
                  <a:lnTo>
                    <a:pt x="6924709" y="247330"/>
                  </a:lnTo>
                  <a:lnTo>
                    <a:pt x="6993570" y="208113"/>
                  </a:lnTo>
                  <a:lnTo>
                    <a:pt x="7067196" y="172610"/>
                  </a:lnTo>
                  <a:lnTo>
                    <a:pt x="7144956" y="140625"/>
                  </a:lnTo>
                  <a:lnTo>
                    <a:pt x="7225628" y="112079"/>
                  </a:lnTo>
                  <a:lnTo>
                    <a:pt x="7307324" y="86986"/>
                  </a:lnTo>
                  <a:lnTo>
                    <a:pt x="7387508" y="65418"/>
                  </a:lnTo>
                  <a:lnTo>
                    <a:pt x="7463164" y="47444"/>
                  </a:lnTo>
                  <a:lnTo>
                    <a:pt x="7531132" y="33074"/>
                  </a:lnTo>
                  <a:lnTo>
                    <a:pt x="7588586" y="22191"/>
                  </a:lnTo>
                  <a:lnTo>
                    <a:pt x="7633551" y="14518"/>
                  </a:lnTo>
                  <a:lnTo>
                    <a:pt x="7665318" y="9612"/>
                  </a:lnTo>
                  <a:lnTo>
                    <a:pt x="7684656" y="6899"/>
                  </a:lnTo>
                  <a:lnTo>
                    <a:pt x="7693780" y="573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9" y="101"/>
                  </a:lnTo>
                  <a:lnTo>
                    <a:pt x="7689503" y="821"/>
                  </a:lnTo>
                  <a:lnTo>
                    <a:pt x="7674743" y="2813"/>
                  </a:lnTo>
                  <a:lnTo>
                    <a:pt x="7648304" y="6735"/>
                  </a:lnTo>
                  <a:lnTo>
                    <a:pt x="7608804" y="13200"/>
                  </a:lnTo>
                  <a:lnTo>
                    <a:pt x="7556350" y="22709"/>
                  </a:lnTo>
                  <a:lnTo>
                    <a:pt x="7492433" y="35612"/>
                  </a:lnTo>
                  <a:lnTo>
                    <a:pt x="7419586" y="52087"/>
                  </a:lnTo>
                  <a:lnTo>
                    <a:pt x="7340895" y="72173"/>
                  </a:lnTo>
                  <a:lnTo>
                    <a:pt x="7259484" y="95816"/>
                  </a:lnTo>
                  <a:lnTo>
                    <a:pt x="7178120" y="122937"/>
                  </a:lnTo>
                  <a:lnTo>
                    <a:pt x="7098968" y="153493"/>
                  </a:lnTo>
                  <a:lnTo>
                    <a:pt x="7023522" y="187522"/>
                  </a:lnTo>
                  <a:lnTo>
                    <a:pt x="6952643" y="225168"/>
                  </a:lnTo>
                  <a:lnTo>
                    <a:pt x="6886670" y="266703"/>
                  </a:lnTo>
                  <a:lnTo>
                    <a:pt x="6825546" y="312520"/>
                  </a:lnTo>
                  <a:lnTo>
                    <a:pt x="6768936" y="363137"/>
                  </a:lnTo>
                  <a:lnTo>
                    <a:pt x="6716329" y="419171"/>
                  </a:lnTo>
                  <a:lnTo>
                    <a:pt x="6667113" y="481319"/>
                  </a:lnTo>
                  <a:lnTo>
                    <a:pt x="6620635" y="550304"/>
                  </a:lnTo>
                  <a:lnTo>
                    <a:pt x="6576247" y="626792"/>
                  </a:lnTo>
                  <a:lnTo>
                    <a:pt x="6533349" y="711255"/>
                  </a:lnTo>
                  <a:lnTo>
                    <a:pt x="6515891" y="748623"/>
                  </a:lnTo>
                  <a:lnTo>
                    <a:pt x="6486771" y="814711"/>
                  </a:lnTo>
                  <a:lnTo>
                    <a:pt x="6457902" y="884788"/>
                  </a:lnTo>
                  <a:lnTo>
                    <a:pt x="6429161" y="958935"/>
                  </a:lnTo>
                  <a:lnTo>
                    <a:pt x="6400444" y="1037190"/>
                  </a:lnTo>
                  <a:lnTo>
                    <a:pt x="6371668" y="1119545"/>
                  </a:lnTo>
                  <a:lnTo>
                    <a:pt x="6342768" y="1205942"/>
                  </a:lnTo>
                  <a:lnTo>
                    <a:pt x="6313696" y="1296268"/>
                  </a:lnTo>
                  <a:lnTo>
                    <a:pt x="6284419" y="1390355"/>
                  </a:lnTo>
                  <a:lnTo>
                    <a:pt x="6254919" y="1487977"/>
                  </a:lnTo>
                  <a:lnTo>
                    <a:pt x="6225190" y="1588851"/>
                  </a:lnTo>
                  <a:lnTo>
                    <a:pt x="6195240" y="1692640"/>
                  </a:lnTo>
                  <a:lnTo>
                    <a:pt x="6165087" y="1798951"/>
                  </a:lnTo>
                  <a:lnTo>
                    <a:pt x="6134760" y="1907349"/>
                  </a:lnTo>
                  <a:lnTo>
                    <a:pt x="6104294" y="2017356"/>
                  </a:lnTo>
                  <a:lnTo>
                    <a:pt x="6073730" y="2128464"/>
                  </a:lnTo>
                  <a:lnTo>
                    <a:pt x="6043116" y="2240141"/>
                  </a:lnTo>
                  <a:lnTo>
                    <a:pt x="6012499" y="2351846"/>
                  </a:lnTo>
                  <a:lnTo>
                    <a:pt x="5981928" y="2463037"/>
                  </a:lnTo>
                  <a:lnTo>
                    <a:pt x="5951449" y="2573181"/>
                  </a:lnTo>
                  <a:lnTo>
                    <a:pt x="5921106" y="2681766"/>
                  </a:lnTo>
                  <a:lnTo>
                    <a:pt x="5890934" y="2788312"/>
                  </a:lnTo>
                  <a:lnTo>
                    <a:pt x="5860962" y="2892378"/>
                  </a:lnTo>
                  <a:lnTo>
                    <a:pt x="5831210" y="2993567"/>
                  </a:lnTo>
                  <a:lnTo>
                    <a:pt x="5801687" y="3091537"/>
                  </a:lnTo>
                  <a:lnTo>
                    <a:pt x="5772387" y="3185997"/>
                  </a:lnTo>
                  <a:lnTo>
                    <a:pt x="5743295" y="3276718"/>
                  </a:lnTo>
                  <a:lnTo>
                    <a:pt x="5714380" y="3363523"/>
                  </a:lnTo>
                  <a:lnTo>
                    <a:pt x="5685594" y="3446296"/>
                  </a:lnTo>
                  <a:lnTo>
                    <a:pt x="5656875" y="3524973"/>
                  </a:lnTo>
                  <a:lnTo>
                    <a:pt x="5628140" y="3599540"/>
                  </a:lnTo>
                  <a:lnTo>
                    <a:pt x="5599290" y="3670031"/>
                  </a:lnTo>
                  <a:lnTo>
                    <a:pt x="5570202" y="3736523"/>
                  </a:lnTo>
                  <a:lnTo>
                    <a:pt x="5567201" y="3743117"/>
                  </a:lnTo>
                  <a:lnTo>
                    <a:pt x="5524769" y="3830936"/>
                  </a:lnTo>
                  <a:lnTo>
                    <a:pt x="5481066" y="3910688"/>
                  </a:lnTo>
                  <a:lnTo>
                    <a:pt x="5435531" y="3982708"/>
                  </a:lnTo>
                  <a:lnTo>
                    <a:pt x="5387529" y="4047602"/>
                  </a:lnTo>
                  <a:lnTo>
                    <a:pt x="5336405" y="4106082"/>
                  </a:lnTo>
                  <a:lnTo>
                    <a:pt x="5281523" y="4158863"/>
                  </a:lnTo>
                  <a:lnTo>
                    <a:pt x="5222322" y="4206600"/>
                  </a:lnTo>
                  <a:lnTo>
                    <a:pt x="5158384" y="4249854"/>
                  </a:lnTo>
                  <a:lnTo>
                    <a:pt x="5089522" y="4289071"/>
                  </a:lnTo>
                  <a:lnTo>
                    <a:pt x="5015896" y="4324574"/>
                  </a:lnTo>
                  <a:lnTo>
                    <a:pt x="4938137" y="4356559"/>
                  </a:lnTo>
                  <a:lnTo>
                    <a:pt x="4857464" y="4385105"/>
                  </a:lnTo>
                  <a:lnTo>
                    <a:pt x="4775768" y="4410198"/>
                  </a:lnTo>
                  <a:lnTo>
                    <a:pt x="4695584" y="4431767"/>
                  </a:lnTo>
                  <a:lnTo>
                    <a:pt x="4619928" y="4449740"/>
                  </a:lnTo>
                  <a:lnTo>
                    <a:pt x="4551961" y="4464110"/>
                  </a:lnTo>
                  <a:lnTo>
                    <a:pt x="4494506" y="4474993"/>
                  </a:lnTo>
                  <a:lnTo>
                    <a:pt x="4449542" y="4482666"/>
                  </a:lnTo>
                  <a:lnTo>
                    <a:pt x="4417774" y="4487572"/>
                  </a:lnTo>
                  <a:lnTo>
                    <a:pt x="4398436" y="4490285"/>
                  </a:lnTo>
                  <a:lnTo>
                    <a:pt x="4389313" y="4491452"/>
                  </a:lnTo>
                  <a:lnTo>
                    <a:pt x="4386855" y="4491740"/>
                  </a:lnTo>
                  <a:lnTo>
                    <a:pt x="3848118" y="4491740"/>
                  </a:lnTo>
                  <a:lnTo>
                    <a:pt x="3846844" y="4491700"/>
                  </a:lnTo>
                  <a:lnTo>
                    <a:pt x="3838529" y="4491409"/>
                  </a:lnTo>
                  <a:lnTo>
                    <a:pt x="3817784" y="4490607"/>
                  </a:lnTo>
                  <a:lnTo>
                    <a:pt x="3781247" y="4489033"/>
                  </a:lnTo>
                  <a:lnTo>
                    <a:pt x="3727900" y="4486459"/>
                  </a:lnTo>
                  <a:lnTo>
                    <a:pt x="3659100" y="4482719"/>
                  </a:lnTo>
                  <a:lnTo>
                    <a:pt x="3578123" y="4477722"/>
                  </a:lnTo>
                  <a:lnTo>
                    <a:pt x="3489323" y="4471446"/>
                  </a:lnTo>
                  <a:lnTo>
                    <a:pt x="3397202" y="4463909"/>
                  </a:lnTo>
                  <a:lnTo>
                    <a:pt x="3305660" y="4455142"/>
                  </a:lnTo>
                  <a:lnTo>
                    <a:pt x="3217594" y="4445156"/>
                  </a:lnTo>
                  <a:lnTo>
                    <a:pt x="3134816" y="4433920"/>
                  </a:lnTo>
                  <a:lnTo>
                    <a:pt x="3058176" y="4421351"/>
                  </a:lnTo>
                  <a:lnTo>
                    <a:pt x="2987788" y="4407310"/>
                  </a:lnTo>
                  <a:lnTo>
                    <a:pt x="2923257" y="4391601"/>
                  </a:lnTo>
                  <a:lnTo>
                    <a:pt x="2863870" y="4373980"/>
                  </a:lnTo>
                  <a:lnTo>
                    <a:pt x="2808745" y="4354168"/>
                  </a:lnTo>
                  <a:lnTo>
                    <a:pt x="2756937" y="4331879"/>
                  </a:lnTo>
                  <a:lnTo>
                    <a:pt x="2707525" y="4306862"/>
                  </a:lnTo>
                  <a:lnTo>
                    <a:pt x="2667772" y="4283940"/>
                  </a:lnTo>
                  <a:lnTo>
                    <a:pt x="2621941" y="4254488"/>
                  </a:lnTo>
                  <a:lnTo>
                    <a:pt x="2576557" y="4222245"/>
                  </a:lnTo>
                  <a:lnTo>
                    <a:pt x="2531204" y="4187165"/>
                  </a:lnTo>
                  <a:lnTo>
                    <a:pt x="2485587" y="4149282"/>
                  </a:lnTo>
                  <a:lnTo>
                    <a:pt x="2439516" y="4108720"/>
                  </a:lnTo>
                  <a:lnTo>
                    <a:pt x="2392897" y="4065699"/>
                  </a:lnTo>
                  <a:lnTo>
                    <a:pt x="2345717" y="4020540"/>
                  </a:lnTo>
                  <a:lnTo>
                    <a:pt x="2298038" y="3973654"/>
                  </a:lnTo>
                  <a:lnTo>
                    <a:pt x="2249979" y="3925532"/>
                  </a:lnTo>
                  <a:lnTo>
                    <a:pt x="2201702" y="3876725"/>
                  </a:lnTo>
                  <a:lnTo>
                    <a:pt x="2153393" y="3827816"/>
                  </a:lnTo>
                  <a:lnTo>
                    <a:pt x="2105240" y="3779395"/>
                  </a:lnTo>
                  <a:lnTo>
                    <a:pt x="2057415" y="3732027"/>
                  </a:lnTo>
                  <a:lnTo>
                    <a:pt x="2010054" y="3686226"/>
                  </a:lnTo>
                  <a:lnTo>
                    <a:pt x="1963240" y="3642433"/>
                  </a:lnTo>
                  <a:lnTo>
                    <a:pt x="1916987" y="3600998"/>
                  </a:lnTo>
                  <a:lnTo>
                    <a:pt x="1871231" y="3562179"/>
                  </a:lnTo>
                  <a:lnTo>
                    <a:pt x="1825815" y="3526131"/>
                  </a:lnTo>
                  <a:lnTo>
                    <a:pt x="1780483" y="3492918"/>
                  </a:lnTo>
                  <a:lnTo>
                    <a:pt x="1734860" y="3462520"/>
                  </a:lnTo>
                  <a:lnTo>
                    <a:pt x="1719082" y="3452742"/>
                  </a:lnTo>
                  <a:lnTo>
                    <a:pt x="1671036" y="3425353"/>
                  </a:lnTo>
                  <a:lnTo>
                    <a:pt x="1621277" y="3400815"/>
                  </a:lnTo>
                  <a:lnTo>
                    <a:pt x="1568970" y="3378968"/>
                  </a:lnTo>
                  <a:lnTo>
                    <a:pt x="1513185" y="3359551"/>
                  </a:lnTo>
                  <a:lnTo>
                    <a:pt x="1452980" y="3342275"/>
                  </a:lnTo>
                  <a:lnTo>
                    <a:pt x="1387494" y="3326866"/>
                  </a:lnTo>
                  <a:lnTo>
                    <a:pt x="1316057" y="3313088"/>
                  </a:lnTo>
                  <a:lnTo>
                    <a:pt x="1238344" y="3300755"/>
                  </a:lnTo>
                  <a:lnTo>
                    <a:pt x="1154580" y="3289737"/>
                  </a:lnTo>
                  <a:lnTo>
                    <a:pt x="1065765" y="3279959"/>
                  </a:lnTo>
                  <a:lnTo>
                    <a:pt x="973889" y="3271400"/>
                  </a:lnTo>
                  <a:lnTo>
                    <a:pt x="882034" y="3264076"/>
                  </a:lnTo>
                  <a:lnTo>
                    <a:pt x="794243" y="3258017"/>
                  </a:lnTo>
                  <a:lnTo>
                    <a:pt x="715052" y="3253238"/>
                  </a:lnTo>
                  <a:lnTo>
                    <a:pt x="648699" y="3249706"/>
                  </a:lnTo>
                  <a:lnTo>
                    <a:pt x="598185" y="3247316"/>
                  </a:lnTo>
                  <a:lnTo>
                    <a:pt x="564480" y="3245890"/>
                  </a:lnTo>
                  <a:lnTo>
                    <a:pt x="546154" y="3245194"/>
                  </a:lnTo>
                  <a:lnTo>
                    <a:pt x="539471" y="3244965"/>
                  </a:lnTo>
                  <a:lnTo>
                    <a:pt x="538736" y="3244942"/>
                  </a:lnTo>
                  <a:lnTo>
                    <a:pt x="0" y="3244942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32" name="pl1332"/>
            <p:cNvSpPr/>
            <p:nvPr/>
          </p:nvSpPr>
          <p:spPr>
            <a:xfrm>
              <a:off x="546595" y="1621582"/>
              <a:ext cx="8234974" cy="4491740"/>
            </a:xfrm>
            <a:custGeom>
              <a:avLst/>
              <a:pathLst>
                <a:path w="8234974" h="4491740">
                  <a:moveTo>
                    <a:pt x="0" y="3244942"/>
                  </a:moveTo>
                  <a:lnTo>
                    <a:pt x="538736" y="3244942"/>
                  </a:lnTo>
                  <a:lnTo>
                    <a:pt x="540010" y="3244982"/>
                  </a:lnTo>
                  <a:lnTo>
                    <a:pt x="548325" y="3245273"/>
                  </a:lnTo>
                  <a:lnTo>
                    <a:pt x="569070" y="3246075"/>
                  </a:lnTo>
                  <a:lnTo>
                    <a:pt x="605607" y="3247649"/>
                  </a:lnTo>
                  <a:lnTo>
                    <a:pt x="658954" y="3250223"/>
                  </a:lnTo>
                  <a:lnTo>
                    <a:pt x="727754" y="3253963"/>
                  </a:lnTo>
                  <a:lnTo>
                    <a:pt x="808732" y="3258960"/>
                  </a:lnTo>
                  <a:lnTo>
                    <a:pt x="897531" y="3265236"/>
                  </a:lnTo>
                  <a:lnTo>
                    <a:pt x="989653" y="3272773"/>
                  </a:lnTo>
                  <a:lnTo>
                    <a:pt x="1081195" y="3281540"/>
                  </a:lnTo>
                  <a:lnTo>
                    <a:pt x="1169260" y="3291526"/>
                  </a:lnTo>
                  <a:lnTo>
                    <a:pt x="1252039" y="3302762"/>
                  </a:lnTo>
                  <a:lnTo>
                    <a:pt x="1328679" y="3315331"/>
                  </a:lnTo>
                  <a:lnTo>
                    <a:pt x="1399067" y="3329372"/>
                  </a:lnTo>
                  <a:lnTo>
                    <a:pt x="1463598" y="3345081"/>
                  </a:lnTo>
                  <a:lnTo>
                    <a:pt x="1522984" y="3362702"/>
                  </a:lnTo>
                  <a:lnTo>
                    <a:pt x="1578110" y="3382514"/>
                  </a:lnTo>
                  <a:lnTo>
                    <a:pt x="1629918" y="3404803"/>
                  </a:lnTo>
                  <a:lnTo>
                    <a:pt x="1679330" y="3429820"/>
                  </a:lnTo>
                  <a:lnTo>
                    <a:pt x="1719082" y="3452742"/>
                  </a:lnTo>
                  <a:lnTo>
                    <a:pt x="1764914" y="3482194"/>
                  </a:lnTo>
                  <a:lnTo>
                    <a:pt x="1810298" y="3514437"/>
                  </a:lnTo>
                  <a:lnTo>
                    <a:pt x="1855650" y="3549517"/>
                  </a:lnTo>
                  <a:lnTo>
                    <a:pt x="1901267" y="3587400"/>
                  </a:lnTo>
                  <a:lnTo>
                    <a:pt x="1947338" y="3627962"/>
                  </a:lnTo>
                  <a:lnTo>
                    <a:pt x="1993958" y="3670983"/>
                  </a:lnTo>
                  <a:lnTo>
                    <a:pt x="2041138" y="3716142"/>
                  </a:lnTo>
                  <a:lnTo>
                    <a:pt x="2088817" y="3763028"/>
                  </a:lnTo>
                  <a:lnTo>
                    <a:pt x="2136876" y="3811150"/>
                  </a:lnTo>
                  <a:lnTo>
                    <a:pt x="2185152" y="3859957"/>
                  </a:lnTo>
                  <a:lnTo>
                    <a:pt x="2233462" y="3908866"/>
                  </a:lnTo>
                  <a:lnTo>
                    <a:pt x="2281615" y="3957287"/>
                  </a:lnTo>
                  <a:lnTo>
                    <a:pt x="2329440" y="4004655"/>
                  </a:lnTo>
                  <a:lnTo>
                    <a:pt x="2376801" y="4050456"/>
                  </a:lnTo>
                  <a:lnTo>
                    <a:pt x="2423615" y="4094250"/>
                  </a:lnTo>
                  <a:lnTo>
                    <a:pt x="2469868" y="4135684"/>
                  </a:lnTo>
                  <a:lnTo>
                    <a:pt x="2515624" y="4174503"/>
                  </a:lnTo>
                  <a:lnTo>
                    <a:pt x="2561039" y="4210551"/>
                  </a:lnTo>
                  <a:lnTo>
                    <a:pt x="2606372" y="4243764"/>
                  </a:lnTo>
                  <a:lnTo>
                    <a:pt x="2651995" y="4274162"/>
                  </a:lnTo>
                  <a:lnTo>
                    <a:pt x="2667772" y="4283940"/>
                  </a:lnTo>
                  <a:lnTo>
                    <a:pt x="2715818" y="4311329"/>
                  </a:lnTo>
                  <a:lnTo>
                    <a:pt x="2765577" y="4335867"/>
                  </a:lnTo>
                  <a:lnTo>
                    <a:pt x="2817884" y="4357714"/>
                  </a:lnTo>
                  <a:lnTo>
                    <a:pt x="2873670" y="4377132"/>
                  </a:lnTo>
                  <a:lnTo>
                    <a:pt x="2933875" y="4394407"/>
                  </a:lnTo>
                  <a:lnTo>
                    <a:pt x="2999361" y="4409816"/>
                  </a:lnTo>
                  <a:lnTo>
                    <a:pt x="3070798" y="4423594"/>
                  </a:lnTo>
                  <a:lnTo>
                    <a:pt x="3148510" y="4435927"/>
                  </a:lnTo>
                  <a:lnTo>
                    <a:pt x="3232274" y="4446945"/>
                  </a:lnTo>
                  <a:lnTo>
                    <a:pt x="3321090" y="4456723"/>
                  </a:lnTo>
                  <a:lnTo>
                    <a:pt x="3412966" y="4465282"/>
                  </a:lnTo>
                  <a:lnTo>
                    <a:pt x="3504820" y="4472606"/>
                  </a:lnTo>
                  <a:lnTo>
                    <a:pt x="3592611" y="4478665"/>
                  </a:lnTo>
                  <a:lnTo>
                    <a:pt x="3671803" y="4483444"/>
                  </a:lnTo>
                  <a:lnTo>
                    <a:pt x="3738156" y="4486976"/>
                  </a:lnTo>
                  <a:lnTo>
                    <a:pt x="3788669" y="4489366"/>
                  </a:lnTo>
                  <a:lnTo>
                    <a:pt x="3822374" y="4490792"/>
                  </a:lnTo>
                  <a:lnTo>
                    <a:pt x="3840701" y="4491488"/>
                  </a:lnTo>
                  <a:lnTo>
                    <a:pt x="3847384" y="4491717"/>
                  </a:lnTo>
                  <a:lnTo>
                    <a:pt x="3848118" y="4491740"/>
                  </a:lnTo>
                  <a:lnTo>
                    <a:pt x="4386855" y="4491740"/>
                  </a:lnTo>
                  <a:lnTo>
                    <a:pt x="4387743" y="4491639"/>
                  </a:lnTo>
                  <a:lnTo>
                    <a:pt x="4393590" y="4490918"/>
                  </a:lnTo>
                  <a:lnTo>
                    <a:pt x="4408349" y="4488927"/>
                  </a:lnTo>
                  <a:lnTo>
                    <a:pt x="4434788" y="4485004"/>
                  </a:lnTo>
                  <a:lnTo>
                    <a:pt x="4474288" y="4478540"/>
                  </a:lnTo>
                  <a:lnTo>
                    <a:pt x="4526742" y="4469031"/>
                  </a:lnTo>
                  <a:lnTo>
                    <a:pt x="4590660" y="4456128"/>
                  </a:lnTo>
                  <a:lnTo>
                    <a:pt x="4663506" y="4439652"/>
                  </a:lnTo>
                  <a:lnTo>
                    <a:pt x="4742198" y="4419567"/>
                  </a:lnTo>
                  <a:lnTo>
                    <a:pt x="4823608" y="4395924"/>
                  </a:lnTo>
                  <a:lnTo>
                    <a:pt x="4904973" y="4368803"/>
                  </a:lnTo>
                  <a:lnTo>
                    <a:pt x="4984124" y="4338246"/>
                  </a:lnTo>
                  <a:lnTo>
                    <a:pt x="5059571" y="4304218"/>
                  </a:lnTo>
                  <a:lnTo>
                    <a:pt x="5130450" y="4266571"/>
                  </a:lnTo>
                  <a:lnTo>
                    <a:pt x="5196422" y="4225037"/>
                  </a:lnTo>
                  <a:lnTo>
                    <a:pt x="5257547" y="4179219"/>
                  </a:lnTo>
                  <a:lnTo>
                    <a:pt x="5314157" y="4128603"/>
                  </a:lnTo>
                  <a:lnTo>
                    <a:pt x="5366764" y="4072569"/>
                  </a:lnTo>
                  <a:lnTo>
                    <a:pt x="5415979" y="4010420"/>
                  </a:lnTo>
                  <a:lnTo>
                    <a:pt x="5462457" y="3941435"/>
                  </a:lnTo>
                  <a:lnTo>
                    <a:pt x="5506846" y="3864948"/>
                  </a:lnTo>
                  <a:lnTo>
                    <a:pt x="5549743" y="3780485"/>
                  </a:lnTo>
                  <a:lnTo>
                    <a:pt x="5567201" y="3743117"/>
                  </a:lnTo>
                  <a:lnTo>
                    <a:pt x="5596322" y="3677029"/>
                  </a:lnTo>
                  <a:lnTo>
                    <a:pt x="5625190" y="3606952"/>
                  </a:lnTo>
                  <a:lnTo>
                    <a:pt x="5653931" y="3532805"/>
                  </a:lnTo>
                  <a:lnTo>
                    <a:pt x="5682648" y="3454550"/>
                  </a:lnTo>
                  <a:lnTo>
                    <a:pt x="5711424" y="3372194"/>
                  </a:lnTo>
                  <a:lnTo>
                    <a:pt x="5740324" y="3285798"/>
                  </a:lnTo>
                  <a:lnTo>
                    <a:pt x="5769396" y="3195472"/>
                  </a:lnTo>
                  <a:lnTo>
                    <a:pt x="5798673" y="3101385"/>
                  </a:lnTo>
                  <a:lnTo>
                    <a:pt x="5828174" y="3003763"/>
                  </a:lnTo>
                  <a:lnTo>
                    <a:pt x="5857903" y="2902888"/>
                  </a:lnTo>
                  <a:lnTo>
                    <a:pt x="5887852" y="2799100"/>
                  </a:lnTo>
                  <a:lnTo>
                    <a:pt x="5918005" y="2692788"/>
                  </a:lnTo>
                  <a:lnTo>
                    <a:pt x="5948332" y="2584391"/>
                  </a:lnTo>
                  <a:lnTo>
                    <a:pt x="5978799" y="2474384"/>
                  </a:lnTo>
                  <a:lnTo>
                    <a:pt x="6009362" y="2363276"/>
                  </a:lnTo>
                  <a:lnTo>
                    <a:pt x="6039977" y="2251599"/>
                  </a:lnTo>
                  <a:lnTo>
                    <a:pt x="6070594" y="2139893"/>
                  </a:lnTo>
                  <a:lnTo>
                    <a:pt x="6101165" y="2028703"/>
                  </a:lnTo>
                  <a:lnTo>
                    <a:pt x="6131643" y="1918559"/>
                  </a:lnTo>
                  <a:lnTo>
                    <a:pt x="6161986" y="1809974"/>
                  </a:lnTo>
                  <a:lnTo>
                    <a:pt x="6192158" y="1703428"/>
                  </a:lnTo>
                  <a:lnTo>
                    <a:pt x="6222130" y="1599362"/>
                  </a:lnTo>
                  <a:lnTo>
                    <a:pt x="6251882" y="1498172"/>
                  </a:lnTo>
                  <a:lnTo>
                    <a:pt x="6281406" y="1400203"/>
                  </a:lnTo>
                  <a:lnTo>
                    <a:pt x="6310705" y="1305742"/>
                  </a:lnTo>
                  <a:lnTo>
                    <a:pt x="6339797" y="1215022"/>
                  </a:lnTo>
                  <a:lnTo>
                    <a:pt x="6368713" y="1128216"/>
                  </a:lnTo>
                  <a:lnTo>
                    <a:pt x="6397498" y="1045443"/>
                  </a:lnTo>
                  <a:lnTo>
                    <a:pt x="6426218" y="966767"/>
                  </a:lnTo>
                  <a:lnTo>
                    <a:pt x="6454952" y="892200"/>
                  </a:lnTo>
                  <a:lnTo>
                    <a:pt x="6483802" y="821708"/>
                  </a:lnTo>
                  <a:lnTo>
                    <a:pt x="6512890" y="755217"/>
                  </a:lnTo>
                  <a:lnTo>
                    <a:pt x="6515891" y="748623"/>
                  </a:lnTo>
                  <a:lnTo>
                    <a:pt x="6558323" y="660804"/>
                  </a:lnTo>
                  <a:lnTo>
                    <a:pt x="6602026" y="581052"/>
                  </a:lnTo>
                  <a:lnTo>
                    <a:pt x="6647562" y="509032"/>
                  </a:lnTo>
                  <a:lnTo>
                    <a:pt x="6695563" y="444138"/>
                  </a:lnTo>
                  <a:lnTo>
                    <a:pt x="6746687" y="385657"/>
                  </a:lnTo>
                  <a:lnTo>
                    <a:pt x="6801569" y="332877"/>
                  </a:lnTo>
                  <a:lnTo>
                    <a:pt x="6860770" y="285140"/>
                  </a:lnTo>
                  <a:lnTo>
                    <a:pt x="6924709" y="241886"/>
                  </a:lnTo>
                  <a:lnTo>
                    <a:pt x="6993570" y="202668"/>
                  </a:lnTo>
                  <a:lnTo>
                    <a:pt x="7067196" y="167165"/>
                  </a:lnTo>
                  <a:lnTo>
                    <a:pt x="7144956" y="135181"/>
                  </a:lnTo>
                  <a:lnTo>
                    <a:pt x="7225628" y="106635"/>
                  </a:lnTo>
                  <a:lnTo>
                    <a:pt x="7307324" y="81542"/>
                  </a:lnTo>
                  <a:lnTo>
                    <a:pt x="7387508" y="59973"/>
                  </a:lnTo>
                  <a:lnTo>
                    <a:pt x="7463164" y="41999"/>
                  </a:lnTo>
                  <a:lnTo>
                    <a:pt x="7531132" y="27629"/>
                  </a:lnTo>
                  <a:lnTo>
                    <a:pt x="7588586" y="16746"/>
                  </a:lnTo>
                  <a:lnTo>
                    <a:pt x="7633551" y="9073"/>
                  </a:lnTo>
                  <a:lnTo>
                    <a:pt x="7665318" y="4167"/>
                  </a:lnTo>
                  <a:lnTo>
                    <a:pt x="7684656" y="1454"/>
                  </a:lnTo>
                  <a:lnTo>
                    <a:pt x="7693780" y="287"/>
                  </a:lnTo>
                  <a:lnTo>
                    <a:pt x="7696172" y="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3" name="pl1333"/>
            <p:cNvSpPr/>
            <p:nvPr/>
          </p:nvSpPr>
          <p:spPr>
            <a:xfrm>
              <a:off x="546595" y="1616138"/>
              <a:ext cx="8234974" cy="4491740"/>
            </a:xfrm>
            <a:custGeom>
              <a:avLst/>
              <a:pathLst>
                <a:path w="8234974" h="4491740">
                  <a:moveTo>
                    <a:pt x="8234974" y="0"/>
                  </a:moveTo>
                  <a:lnTo>
                    <a:pt x="7696237" y="0"/>
                  </a:lnTo>
                  <a:lnTo>
                    <a:pt x="7695349" y="101"/>
                  </a:lnTo>
                  <a:lnTo>
                    <a:pt x="7689503" y="821"/>
                  </a:lnTo>
                  <a:lnTo>
                    <a:pt x="7674743" y="2813"/>
                  </a:lnTo>
                  <a:lnTo>
                    <a:pt x="7648304" y="6735"/>
                  </a:lnTo>
                  <a:lnTo>
                    <a:pt x="7608804" y="13200"/>
                  </a:lnTo>
                  <a:lnTo>
                    <a:pt x="7556350" y="22709"/>
                  </a:lnTo>
                  <a:lnTo>
                    <a:pt x="7492433" y="35612"/>
                  </a:lnTo>
                  <a:lnTo>
                    <a:pt x="7419586" y="52087"/>
                  </a:lnTo>
                  <a:lnTo>
                    <a:pt x="7340895" y="72173"/>
                  </a:lnTo>
                  <a:lnTo>
                    <a:pt x="7259484" y="95816"/>
                  </a:lnTo>
                  <a:lnTo>
                    <a:pt x="7178120" y="122937"/>
                  </a:lnTo>
                  <a:lnTo>
                    <a:pt x="7098968" y="153493"/>
                  </a:lnTo>
                  <a:lnTo>
                    <a:pt x="7023522" y="187522"/>
                  </a:lnTo>
                  <a:lnTo>
                    <a:pt x="6952643" y="225168"/>
                  </a:lnTo>
                  <a:lnTo>
                    <a:pt x="6886670" y="266703"/>
                  </a:lnTo>
                  <a:lnTo>
                    <a:pt x="6825546" y="312520"/>
                  </a:lnTo>
                  <a:lnTo>
                    <a:pt x="6768936" y="363137"/>
                  </a:lnTo>
                  <a:lnTo>
                    <a:pt x="6716329" y="419171"/>
                  </a:lnTo>
                  <a:lnTo>
                    <a:pt x="6667113" y="481319"/>
                  </a:lnTo>
                  <a:lnTo>
                    <a:pt x="6620635" y="550304"/>
                  </a:lnTo>
                  <a:lnTo>
                    <a:pt x="6576247" y="626792"/>
                  </a:lnTo>
                  <a:lnTo>
                    <a:pt x="6533349" y="711255"/>
                  </a:lnTo>
                  <a:lnTo>
                    <a:pt x="6515891" y="748623"/>
                  </a:lnTo>
                  <a:lnTo>
                    <a:pt x="6486771" y="814711"/>
                  </a:lnTo>
                  <a:lnTo>
                    <a:pt x="6457902" y="884788"/>
                  </a:lnTo>
                  <a:lnTo>
                    <a:pt x="6429161" y="958935"/>
                  </a:lnTo>
                  <a:lnTo>
                    <a:pt x="6400444" y="1037190"/>
                  </a:lnTo>
                  <a:lnTo>
                    <a:pt x="6371668" y="1119545"/>
                  </a:lnTo>
                  <a:lnTo>
                    <a:pt x="6342768" y="1205942"/>
                  </a:lnTo>
                  <a:lnTo>
                    <a:pt x="6313696" y="1296268"/>
                  </a:lnTo>
                  <a:lnTo>
                    <a:pt x="6284419" y="1390355"/>
                  </a:lnTo>
                  <a:lnTo>
                    <a:pt x="6254919" y="1487977"/>
                  </a:lnTo>
                  <a:lnTo>
                    <a:pt x="6225190" y="1588851"/>
                  </a:lnTo>
                  <a:lnTo>
                    <a:pt x="6195240" y="1692640"/>
                  </a:lnTo>
                  <a:lnTo>
                    <a:pt x="6165087" y="1798951"/>
                  </a:lnTo>
                  <a:lnTo>
                    <a:pt x="6134760" y="1907349"/>
                  </a:lnTo>
                  <a:lnTo>
                    <a:pt x="6104294" y="2017356"/>
                  </a:lnTo>
                  <a:lnTo>
                    <a:pt x="6073730" y="2128464"/>
                  </a:lnTo>
                  <a:lnTo>
                    <a:pt x="6043116" y="2240141"/>
                  </a:lnTo>
                  <a:lnTo>
                    <a:pt x="6012499" y="2351846"/>
                  </a:lnTo>
                  <a:lnTo>
                    <a:pt x="5981928" y="2463037"/>
                  </a:lnTo>
                  <a:lnTo>
                    <a:pt x="5951449" y="2573181"/>
                  </a:lnTo>
                  <a:lnTo>
                    <a:pt x="5921106" y="2681766"/>
                  </a:lnTo>
                  <a:lnTo>
                    <a:pt x="5890934" y="2788312"/>
                  </a:lnTo>
                  <a:lnTo>
                    <a:pt x="5860962" y="2892378"/>
                  </a:lnTo>
                  <a:lnTo>
                    <a:pt x="5831210" y="2993567"/>
                  </a:lnTo>
                  <a:lnTo>
                    <a:pt x="5801687" y="3091537"/>
                  </a:lnTo>
                  <a:lnTo>
                    <a:pt x="5772387" y="3185997"/>
                  </a:lnTo>
                  <a:lnTo>
                    <a:pt x="5743295" y="3276718"/>
                  </a:lnTo>
                  <a:lnTo>
                    <a:pt x="5714380" y="3363523"/>
                  </a:lnTo>
                  <a:lnTo>
                    <a:pt x="5685594" y="3446296"/>
                  </a:lnTo>
                  <a:lnTo>
                    <a:pt x="5656875" y="3524973"/>
                  </a:lnTo>
                  <a:lnTo>
                    <a:pt x="5628140" y="3599540"/>
                  </a:lnTo>
                  <a:lnTo>
                    <a:pt x="5599290" y="3670031"/>
                  </a:lnTo>
                  <a:lnTo>
                    <a:pt x="5570202" y="3736523"/>
                  </a:lnTo>
                  <a:lnTo>
                    <a:pt x="5567201" y="3743117"/>
                  </a:lnTo>
                  <a:lnTo>
                    <a:pt x="5524769" y="3830936"/>
                  </a:lnTo>
                  <a:lnTo>
                    <a:pt x="5481066" y="3910688"/>
                  </a:lnTo>
                  <a:lnTo>
                    <a:pt x="5435531" y="3982708"/>
                  </a:lnTo>
                  <a:lnTo>
                    <a:pt x="5387529" y="4047602"/>
                  </a:lnTo>
                  <a:lnTo>
                    <a:pt x="5336405" y="4106082"/>
                  </a:lnTo>
                  <a:lnTo>
                    <a:pt x="5281523" y="4158863"/>
                  </a:lnTo>
                  <a:lnTo>
                    <a:pt x="5222322" y="4206600"/>
                  </a:lnTo>
                  <a:lnTo>
                    <a:pt x="5158384" y="4249854"/>
                  </a:lnTo>
                  <a:lnTo>
                    <a:pt x="5089522" y="4289071"/>
                  </a:lnTo>
                  <a:lnTo>
                    <a:pt x="5015896" y="4324574"/>
                  </a:lnTo>
                  <a:lnTo>
                    <a:pt x="4938137" y="4356559"/>
                  </a:lnTo>
                  <a:lnTo>
                    <a:pt x="4857464" y="4385105"/>
                  </a:lnTo>
                  <a:lnTo>
                    <a:pt x="4775768" y="4410198"/>
                  </a:lnTo>
                  <a:lnTo>
                    <a:pt x="4695584" y="4431767"/>
                  </a:lnTo>
                  <a:lnTo>
                    <a:pt x="4619928" y="4449740"/>
                  </a:lnTo>
                  <a:lnTo>
                    <a:pt x="4551961" y="4464110"/>
                  </a:lnTo>
                  <a:lnTo>
                    <a:pt x="4494506" y="4474993"/>
                  </a:lnTo>
                  <a:lnTo>
                    <a:pt x="4449542" y="4482666"/>
                  </a:lnTo>
                  <a:lnTo>
                    <a:pt x="4417774" y="4487572"/>
                  </a:lnTo>
                  <a:lnTo>
                    <a:pt x="4398436" y="4490285"/>
                  </a:lnTo>
                  <a:lnTo>
                    <a:pt x="4389313" y="4491452"/>
                  </a:lnTo>
                  <a:lnTo>
                    <a:pt x="4386920" y="4491733"/>
                  </a:lnTo>
                  <a:lnTo>
                    <a:pt x="4386855" y="4491740"/>
                  </a:lnTo>
                  <a:lnTo>
                    <a:pt x="3848118" y="4491740"/>
                  </a:lnTo>
                  <a:lnTo>
                    <a:pt x="3846844" y="4491700"/>
                  </a:lnTo>
                  <a:lnTo>
                    <a:pt x="3838529" y="4491409"/>
                  </a:lnTo>
                  <a:lnTo>
                    <a:pt x="3817784" y="4490607"/>
                  </a:lnTo>
                  <a:lnTo>
                    <a:pt x="3781247" y="4489033"/>
                  </a:lnTo>
                  <a:lnTo>
                    <a:pt x="3727900" y="4486459"/>
                  </a:lnTo>
                  <a:lnTo>
                    <a:pt x="3659100" y="4482719"/>
                  </a:lnTo>
                  <a:lnTo>
                    <a:pt x="3578123" y="4477722"/>
                  </a:lnTo>
                  <a:lnTo>
                    <a:pt x="3489323" y="4471446"/>
                  </a:lnTo>
                  <a:lnTo>
                    <a:pt x="3397202" y="4463909"/>
                  </a:lnTo>
                  <a:lnTo>
                    <a:pt x="3305660" y="4455142"/>
                  </a:lnTo>
                  <a:lnTo>
                    <a:pt x="3217594" y="4445156"/>
                  </a:lnTo>
                  <a:lnTo>
                    <a:pt x="3134816" y="4433920"/>
                  </a:lnTo>
                  <a:lnTo>
                    <a:pt x="3058176" y="4421351"/>
                  </a:lnTo>
                  <a:lnTo>
                    <a:pt x="2987788" y="4407310"/>
                  </a:lnTo>
                  <a:lnTo>
                    <a:pt x="2923257" y="4391601"/>
                  </a:lnTo>
                  <a:lnTo>
                    <a:pt x="2863870" y="4373980"/>
                  </a:lnTo>
                  <a:lnTo>
                    <a:pt x="2808745" y="4354168"/>
                  </a:lnTo>
                  <a:lnTo>
                    <a:pt x="2756937" y="4331879"/>
                  </a:lnTo>
                  <a:lnTo>
                    <a:pt x="2707525" y="4306862"/>
                  </a:lnTo>
                  <a:lnTo>
                    <a:pt x="2667772" y="4283940"/>
                  </a:lnTo>
                  <a:lnTo>
                    <a:pt x="2621941" y="4254488"/>
                  </a:lnTo>
                  <a:lnTo>
                    <a:pt x="2576557" y="4222245"/>
                  </a:lnTo>
                  <a:lnTo>
                    <a:pt x="2531204" y="4187165"/>
                  </a:lnTo>
                  <a:lnTo>
                    <a:pt x="2485587" y="4149282"/>
                  </a:lnTo>
                  <a:lnTo>
                    <a:pt x="2439516" y="4108720"/>
                  </a:lnTo>
                  <a:lnTo>
                    <a:pt x="2392897" y="4065699"/>
                  </a:lnTo>
                  <a:lnTo>
                    <a:pt x="2345717" y="4020540"/>
                  </a:lnTo>
                  <a:lnTo>
                    <a:pt x="2298038" y="3973654"/>
                  </a:lnTo>
                  <a:lnTo>
                    <a:pt x="2249979" y="3925532"/>
                  </a:lnTo>
                  <a:lnTo>
                    <a:pt x="2201702" y="3876725"/>
                  </a:lnTo>
                  <a:lnTo>
                    <a:pt x="2153393" y="3827816"/>
                  </a:lnTo>
                  <a:lnTo>
                    <a:pt x="2105240" y="3779395"/>
                  </a:lnTo>
                  <a:lnTo>
                    <a:pt x="2057415" y="3732027"/>
                  </a:lnTo>
                  <a:lnTo>
                    <a:pt x="2010054" y="3686226"/>
                  </a:lnTo>
                  <a:lnTo>
                    <a:pt x="1963240" y="3642433"/>
                  </a:lnTo>
                  <a:lnTo>
                    <a:pt x="1916987" y="3600998"/>
                  </a:lnTo>
                  <a:lnTo>
                    <a:pt x="1871231" y="3562179"/>
                  </a:lnTo>
                  <a:lnTo>
                    <a:pt x="1825815" y="3526131"/>
                  </a:lnTo>
                  <a:lnTo>
                    <a:pt x="1780483" y="3492918"/>
                  </a:lnTo>
                  <a:lnTo>
                    <a:pt x="1734860" y="3462520"/>
                  </a:lnTo>
                  <a:lnTo>
                    <a:pt x="1719082" y="3452742"/>
                  </a:lnTo>
                  <a:lnTo>
                    <a:pt x="1671036" y="3425353"/>
                  </a:lnTo>
                  <a:lnTo>
                    <a:pt x="1621277" y="3400815"/>
                  </a:lnTo>
                  <a:lnTo>
                    <a:pt x="1568970" y="3378968"/>
                  </a:lnTo>
                  <a:lnTo>
                    <a:pt x="1513185" y="3359551"/>
                  </a:lnTo>
                  <a:lnTo>
                    <a:pt x="1452980" y="3342275"/>
                  </a:lnTo>
                  <a:lnTo>
                    <a:pt x="1387494" y="3326866"/>
                  </a:lnTo>
                  <a:lnTo>
                    <a:pt x="1316057" y="3313088"/>
                  </a:lnTo>
                  <a:lnTo>
                    <a:pt x="1238344" y="3300755"/>
                  </a:lnTo>
                  <a:lnTo>
                    <a:pt x="1154580" y="3289737"/>
                  </a:lnTo>
                  <a:lnTo>
                    <a:pt x="1065765" y="3279959"/>
                  </a:lnTo>
                  <a:lnTo>
                    <a:pt x="973889" y="3271400"/>
                  </a:lnTo>
                  <a:lnTo>
                    <a:pt x="882034" y="3264076"/>
                  </a:lnTo>
                  <a:lnTo>
                    <a:pt x="794243" y="3258017"/>
                  </a:lnTo>
                  <a:lnTo>
                    <a:pt x="715052" y="3253238"/>
                  </a:lnTo>
                  <a:lnTo>
                    <a:pt x="648699" y="3249706"/>
                  </a:lnTo>
                  <a:lnTo>
                    <a:pt x="598185" y="3247316"/>
                  </a:lnTo>
                  <a:lnTo>
                    <a:pt x="564480" y="3245890"/>
                  </a:lnTo>
                  <a:lnTo>
                    <a:pt x="546154" y="3245194"/>
                  </a:lnTo>
                  <a:lnTo>
                    <a:pt x="539471" y="3244965"/>
                  </a:lnTo>
                  <a:lnTo>
                    <a:pt x="538736" y="3244942"/>
                  </a:lnTo>
                  <a:lnTo>
                    <a:pt x="0" y="32449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4" name="pg1334"/>
            <p:cNvSpPr/>
            <p:nvPr/>
          </p:nvSpPr>
          <p:spPr>
            <a:xfrm>
              <a:off x="546595" y="516342"/>
              <a:ext cx="8234974" cy="5324754"/>
            </a:xfrm>
            <a:custGeom>
              <a:avLst/>
              <a:pathLst>
                <a:path w="8234974" h="5324754">
                  <a:moveTo>
                    <a:pt x="0" y="4339293"/>
                  </a:moveTo>
                  <a:lnTo>
                    <a:pt x="538736" y="4339293"/>
                  </a:lnTo>
                  <a:lnTo>
                    <a:pt x="540021" y="4339326"/>
                  </a:lnTo>
                  <a:lnTo>
                    <a:pt x="548404" y="4339557"/>
                  </a:lnTo>
                  <a:lnTo>
                    <a:pt x="569312" y="4340197"/>
                  </a:lnTo>
                  <a:lnTo>
                    <a:pt x="606120" y="4341452"/>
                  </a:lnTo>
                  <a:lnTo>
                    <a:pt x="659829" y="4343503"/>
                  </a:lnTo>
                  <a:lnTo>
                    <a:pt x="729044" y="4346482"/>
                  </a:lnTo>
                  <a:lnTo>
                    <a:pt x="810437" y="4350462"/>
                  </a:lnTo>
                  <a:lnTo>
                    <a:pt x="899604" y="4355458"/>
                  </a:lnTo>
                  <a:lnTo>
                    <a:pt x="992015" y="4361456"/>
                  </a:lnTo>
                  <a:lnTo>
                    <a:pt x="1083755" y="4368431"/>
                  </a:lnTo>
                  <a:lnTo>
                    <a:pt x="1171934" y="4376376"/>
                  </a:lnTo>
                  <a:lnTo>
                    <a:pt x="1254755" y="4385315"/>
                  </a:lnTo>
                  <a:lnTo>
                    <a:pt x="1331388" y="4395317"/>
                  </a:lnTo>
                  <a:lnTo>
                    <a:pt x="1401741" y="4406494"/>
                  </a:lnTo>
                  <a:lnTo>
                    <a:pt x="1466227" y="4419004"/>
                  </a:lnTo>
                  <a:lnTo>
                    <a:pt x="1525575" y="4433043"/>
                  </a:lnTo>
                  <a:lnTo>
                    <a:pt x="1580680" y="4448833"/>
                  </a:lnTo>
                  <a:lnTo>
                    <a:pt x="1632495" y="4466604"/>
                  </a:lnTo>
                  <a:lnTo>
                    <a:pt x="1681945" y="4486551"/>
                  </a:lnTo>
                  <a:lnTo>
                    <a:pt x="1719082" y="4503537"/>
                  </a:lnTo>
                  <a:lnTo>
                    <a:pt x="1766984" y="4527927"/>
                  </a:lnTo>
                  <a:lnTo>
                    <a:pt x="1814419" y="4554729"/>
                  </a:lnTo>
                  <a:lnTo>
                    <a:pt x="1861853" y="4583983"/>
                  </a:lnTo>
                  <a:lnTo>
                    <a:pt x="1909611" y="4615648"/>
                  </a:lnTo>
                  <a:lnTo>
                    <a:pt x="1957889" y="4649599"/>
                  </a:lnTo>
                  <a:lnTo>
                    <a:pt x="2006778" y="4685618"/>
                  </a:lnTo>
                  <a:lnTo>
                    <a:pt x="2056267" y="4723393"/>
                  </a:lnTo>
                  <a:lnTo>
                    <a:pt x="2106266" y="4762532"/>
                  </a:lnTo>
                  <a:lnTo>
                    <a:pt x="2156620" y="4802570"/>
                  </a:lnTo>
                  <a:lnTo>
                    <a:pt x="2207130" y="4842996"/>
                  </a:lnTo>
                  <a:lnTo>
                    <a:pt x="2257582" y="4883277"/>
                  </a:lnTo>
                  <a:lnTo>
                    <a:pt x="2307766" y="4922889"/>
                  </a:lnTo>
                  <a:lnTo>
                    <a:pt x="2357504" y="4961342"/>
                  </a:lnTo>
                  <a:lnTo>
                    <a:pt x="2406673" y="4998208"/>
                  </a:lnTo>
                  <a:lnTo>
                    <a:pt x="2455227" y="5033137"/>
                  </a:lnTo>
                  <a:lnTo>
                    <a:pt x="2503205" y="5065869"/>
                  </a:lnTo>
                  <a:lnTo>
                    <a:pt x="2550755" y="5096236"/>
                  </a:lnTo>
                  <a:lnTo>
                    <a:pt x="2598141" y="5124160"/>
                  </a:lnTo>
                  <a:lnTo>
                    <a:pt x="2645761" y="5149645"/>
                  </a:lnTo>
                  <a:lnTo>
                    <a:pt x="2667772" y="5160510"/>
                  </a:lnTo>
                  <a:lnTo>
                    <a:pt x="2715957" y="5182216"/>
                  </a:lnTo>
                  <a:lnTo>
                    <a:pt x="2765866" y="5201657"/>
                  </a:lnTo>
                  <a:lnTo>
                    <a:pt x="2818344" y="5218959"/>
                  </a:lnTo>
                  <a:lnTo>
                    <a:pt x="2874328" y="5234332"/>
                  </a:lnTo>
                  <a:lnTo>
                    <a:pt x="2934766" y="5248006"/>
                  </a:lnTo>
                  <a:lnTo>
                    <a:pt x="3000527" y="5260198"/>
                  </a:lnTo>
                  <a:lnTo>
                    <a:pt x="3072282" y="5271096"/>
                  </a:lnTo>
                  <a:lnTo>
                    <a:pt x="3150348" y="5280849"/>
                  </a:lnTo>
                  <a:lnTo>
                    <a:pt x="3234488" y="5289558"/>
                  </a:lnTo>
                  <a:lnTo>
                    <a:pt x="3323669" y="5297282"/>
                  </a:lnTo>
                  <a:lnTo>
                    <a:pt x="3415855" y="5304037"/>
                  </a:lnTo>
                  <a:lnTo>
                    <a:pt x="3507905" y="5309810"/>
                  </a:lnTo>
                  <a:lnTo>
                    <a:pt x="3595717" y="5314577"/>
                  </a:lnTo>
                  <a:lnTo>
                    <a:pt x="3674712" y="5318326"/>
                  </a:lnTo>
                  <a:lnTo>
                    <a:pt x="3740646" y="5321087"/>
                  </a:lnTo>
                  <a:lnTo>
                    <a:pt x="3790564" y="5322944"/>
                  </a:lnTo>
                  <a:lnTo>
                    <a:pt x="3823591" y="5324042"/>
                  </a:lnTo>
                  <a:lnTo>
                    <a:pt x="3841284" y="5324571"/>
                  </a:lnTo>
                  <a:lnTo>
                    <a:pt x="3847516" y="5324739"/>
                  </a:lnTo>
                  <a:lnTo>
                    <a:pt x="3848118" y="5324754"/>
                  </a:lnTo>
                  <a:lnTo>
                    <a:pt x="4386855" y="5324754"/>
                  </a:lnTo>
                  <a:lnTo>
                    <a:pt x="4387678" y="5324643"/>
                  </a:lnTo>
                  <a:lnTo>
                    <a:pt x="4393100" y="5323855"/>
                  </a:lnTo>
                  <a:lnTo>
                    <a:pt x="4406819" y="5321676"/>
                  </a:lnTo>
                  <a:lnTo>
                    <a:pt x="4431470" y="5317384"/>
                  </a:lnTo>
                  <a:lnTo>
                    <a:pt x="4468454" y="5310300"/>
                  </a:lnTo>
                  <a:lnTo>
                    <a:pt x="4517830" y="5299856"/>
                  </a:lnTo>
                  <a:lnTo>
                    <a:pt x="4578384" y="5285646"/>
                  </a:lnTo>
                  <a:lnTo>
                    <a:pt x="4647903" y="5267443"/>
                  </a:lnTo>
                  <a:lnTo>
                    <a:pt x="4723592" y="5245179"/>
                  </a:lnTo>
                  <a:lnTo>
                    <a:pt x="4802529" y="5218898"/>
                  </a:lnTo>
                  <a:lnTo>
                    <a:pt x="4882049" y="5188686"/>
                  </a:lnTo>
                  <a:lnTo>
                    <a:pt x="4959985" y="5154606"/>
                  </a:lnTo>
                  <a:lnTo>
                    <a:pt x="5034771" y="5116649"/>
                  </a:lnTo>
                  <a:lnTo>
                    <a:pt x="5105434" y="5074696"/>
                  </a:lnTo>
                  <a:lnTo>
                    <a:pt x="5171504" y="5028500"/>
                  </a:lnTo>
                  <a:lnTo>
                    <a:pt x="5232913" y="4977678"/>
                  </a:lnTo>
                  <a:lnTo>
                    <a:pt x="5289880" y="4921718"/>
                  </a:lnTo>
                  <a:lnTo>
                    <a:pt x="5342820" y="4859986"/>
                  </a:lnTo>
                  <a:lnTo>
                    <a:pt x="5392263" y="4791752"/>
                  </a:lnTo>
                  <a:lnTo>
                    <a:pt x="5438801" y="4716232"/>
                  </a:lnTo>
                  <a:lnTo>
                    <a:pt x="5483043" y="4632648"/>
                  </a:lnTo>
                  <a:lnTo>
                    <a:pt x="5525572" y="4540346"/>
                  </a:lnTo>
                  <a:lnTo>
                    <a:pt x="5566904" y="4438973"/>
                  </a:lnTo>
                  <a:lnTo>
                    <a:pt x="5567201" y="4438202"/>
                  </a:lnTo>
                  <a:lnTo>
                    <a:pt x="5594149" y="4365968"/>
                  </a:lnTo>
                  <a:lnTo>
                    <a:pt x="5620873" y="4289697"/>
                  </a:lnTo>
                  <a:lnTo>
                    <a:pt x="5647473" y="4209312"/>
                  </a:lnTo>
                  <a:lnTo>
                    <a:pt x="5674035" y="4124768"/>
                  </a:lnTo>
                  <a:lnTo>
                    <a:pt x="5700627" y="4036061"/>
                  </a:lnTo>
                  <a:lnTo>
                    <a:pt x="5727307" y="3943229"/>
                  </a:lnTo>
                  <a:lnTo>
                    <a:pt x="5754117" y="3846357"/>
                  </a:lnTo>
                  <a:lnTo>
                    <a:pt x="5781090" y="3745577"/>
                  </a:lnTo>
                  <a:lnTo>
                    <a:pt x="5808246" y="3641069"/>
                  </a:lnTo>
                  <a:lnTo>
                    <a:pt x="5835596" y="3533065"/>
                  </a:lnTo>
                  <a:lnTo>
                    <a:pt x="5863141" y="3421845"/>
                  </a:lnTo>
                  <a:lnTo>
                    <a:pt x="5890872" y="3307738"/>
                  </a:lnTo>
                  <a:lnTo>
                    <a:pt x="5918776" y="3191115"/>
                  </a:lnTo>
                  <a:lnTo>
                    <a:pt x="5946828" y="3072390"/>
                  </a:lnTo>
                  <a:lnTo>
                    <a:pt x="5975002" y="2952009"/>
                  </a:lnTo>
                  <a:lnTo>
                    <a:pt x="6003262" y="2830447"/>
                  </a:lnTo>
                  <a:lnTo>
                    <a:pt x="6031575" y="2708199"/>
                  </a:lnTo>
                  <a:lnTo>
                    <a:pt x="6059901" y="2585771"/>
                  </a:lnTo>
                  <a:lnTo>
                    <a:pt x="6088202" y="2463674"/>
                  </a:lnTo>
                  <a:lnTo>
                    <a:pt x="6116441" y="2342411"/>
                  </a:lnTo>
                  <a:lnTo>
                    <a:pt x="6144582" y="2222471"/>
                  </a:lnTo>
                  <a:lnTo>
                    <a:pt x="6172593" y="2104323"/>
                  </a:lnTo>
                  <a:lnTo>
                    <a:pt x="6200447" y="1988404"/>
                  </a:lnTo>
                  <a:lnTo>
                    <a:pt x="6228125" y="1875115"/>
                  </a:lnTo>
                  <a:lnTo>
                    <a:pt x="6255613" y="1764815"/>
                  </a:lnTo>
                  <a:lnTo>
                    <a:pt x="6282905" y="1657819"/>
                  </a:lnTo>
                  <a:lnTo>
                    <a:pt x="6310005" y="1554392"/>
                  </a:lnTo>
                  <a:lnTo>
                    <a:pt x="6336927" y="1454752"/>
                  </a:lnTo>
                  <a:lnTo>
                    <a:pt x="6363695" y="1359064"/>
                  </a:lnTo>
                  <a:lnTo>
                    <a:pt x="6390343" y="1267447"/>
                  </a:lnTo>
                  <a:lnTo>
                    <a:pt x="6416920" y="1179970"/>
                  </a:lnTo>
                  <a:lnTo>
                    <a:pt x="6443485" y="1096659"/>
                  </a:lnTo>
                  <a:lnTo>
                    <a:pt x="6470113" y="1017499"/>
                  </a:lnTo>
                  <a:lnTo>
                    <a:pt x="6496891" y="942433"/>
                  </a:lnTo>
                  <a:lnTo>
                    <a:pt x="6515891" y="891996"/>
                  </a:lnTo>
                  <a:lnTo>
                    <a:pt x="6557216" y="790557"/>
                  </a:lnTo>
                  <a:lnTo>
                    <a:pt x="6599734" y="698190"/>
                  </a:lnTo>
                  <a:lnTo>
                    <a:pt x="6643961" y="614545"/>
                  </a:lnTo>
                  <a:lnTo>
                    <a:pt x="6690481" y="538968"/>
                  </a:lnTo>
                  <a:lnTo>
                    <a:pt x="6739901" y="470685"/>
                  </a:lnTo>
                  <a:lnTo>
                    <a:pt x="6792813" y="408908"/>
                  </a:lnTo>
                  <a:lnTo>
                    <a:pt x="6849749" y="352908"/>
                  </a:lnTo>
                  <a:lnTo>
                    <a:pt x="6911125" y="302051"/>
                  </a:lnTo>
                  <a:lnTo>
                    <a:pt x="6977161" y="255822"/>
                  </a:lnTo>
                  <a:lnTo>
                    <a:pt x="7047791" y="213839"/>
                  </a:lnTo>
                  <a:lnTo>
                    <a:pt x="7122550" y="175854"/>
                  </a:lnTo>
                  <a:lnTo>
                    <a:pt x="7200468" y="141747"/>
                  </a:lnTo>
                  <a:lnTo>
                    <a:pt x="7279983" y="111506"/>
                  </a:lnTo>
                  <a:lnTo>
                    <a:pt x="7358934" y="85196"/>
                  </a:lnTo>
                  <a:lnTo>
                    <a:pt x="7434657" y="62903"/>
                  </a:lnTo>
                  <a:lnTo>
                    <a:pt x="7504231" y="44670"/>
                  </a:lnTo>
                  <a:lnTo>
                    <a:pt x="7564860" y="30431"/>
                  </a:lnTo>
                  <a:lnTo>
                    <a:pt x="7614323" y="19961"/>
                  </a:lnTo>
                  <a:lnTo>
                    <a:pt x="7651398" y="12855"/>
                  </a:lnTo>
                  <a:lnTo>
                    <a:pt x="7676136" y="8545"/>
                  </a:lnTo>
                  <a:lnTo>
                    <a:pt x="7689927" y="6353"/>
                  </a:lnTo>
                  <a:lnTo>
                    <a:pt x="7695397" y="555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15" y="110"/>
                  </a:lnTo>
                  <a:lnTo>
                    <a:pt x="7689993" y="899"/>
                  </a:lnTo>
                  <a:lnTo>
                    <a:pt x="7676273" y="3078"/>
                  </a:lnTo>
                  <a:lnTo>
                    <a:pt x="7651622" y="7370"/>
                  </a:lnTo>
                  <a:lnTo>
                    <a:pt x="7614638" y="14454"/>
                  </a:lnTo>
                  <a:lnTo>
                    <a:pt x="7565262" y="24897"/>
                  </a:lnTo>
                  <a:lnTo>
                    <a:pt x="7504708" y="39107"/>
                  </a:lnTo>
                  <a:lnTo>
                    <a:pt x="7435189" y="57311"/>
                  </a:lnTo>
                  <a:lnTo>
                    <a:pt x="7359500" y="79575"/>
                  </a:lnTo>
                  <a:lnTo>
                    <a:pt x="7280563" y="105856"/>
                  </a:lnTo>
                  <a:lnTo>
                    <a:pt x="7201043" y="136068"/>
                  </a:lnTo>
                  <a:lnTo>
                    <a:pt x="7123108" y="170147"/>
                  </a:lnTo>
                  <a:lnTo>
                    <a:pt x="7048321" y="208104"/>
                  </a:lnTo>
                  <a:lnTo>
                    <a:pt x="6977659" y="250057"/>
                  </a:lnTo>
                  <a:lnTo>
                    <a:pt x="6911589" y="296253"/>
                  </a:lnTo>
                  <a:lnTo>
                    <a:pt x="6850180" y="347075"/>
                  </a:lnTo>
                  <a:lnTo>
                    <a:pt x="6793212" y="403036"/>
                  </a:lnTo>
                  <a:lnTo>
                    <a:pt x="6740273" y="464768"/>
                  </a:lnTo>
                  <a:lnTo>
                    <a:pt x="6690830" y="533001"/>
                  </a:lnTo>
                  <a:lnTo>
                    <a:pt x="6644291" y="608522"/>
                  </a:lnTo>
                  <a:lnTo>
                    <a:pt x="6600049" y="692106"/>
                  </a:lnTo>
                  <a:lnTo>
                    <a:pt x="6557521" y="784407"/>
                  </a:lnTo>
                  <a:lnTo>
                    <a:pt x="6516189" y="885780"/>
                  </a:lnTo>
                  <a:lnTo>
                    <a:pt x="6515891" y="886551"/>
                  </a:lnTo>
                  <a:lnTo>
                    <a:pt x="6488943" y="958786"/>
                  </a:lnTo>
                  <a:lnTo>
                    <a:pt x="6462219" y="1035056"/>
                  </a:lnTo>
                  <a:lnTo>
                    <a:pt x="6435619" y="1115441"/>
                  </a:lnTo>
                  <a:lnTo>
                    <a:pt x="6409058" y="1199985"/>
                  </a:lnTo>
                  <a:lnTo>
                    <a:pt x="6382465" y="1288692"/>
                  </a:lnTo>
                  <a:lnTo>
                    <a:pt x="6355786" y="1381524"/>
                  </a:lnTo>
                  <a:lnTo>
                    <a:pt x="6328975" y="1478396"/>
                  </a:lnTo>
                  <a:lnTo>
                    <a:pt x="6302003" y="1579177"/>
                  </a:lnTo>
                  <a:lnTo>
                    <a:pt x="6274847" y="1683685"/>
                  </a:lnTo>
                  <a:lnTo>
                    <a:pt x="6247497" y="1791689"/>
                  </a:lnTo>
                  <a:lnTo>
                    <a:pt x="6219952" y="1902908"/>
                  </a:lnTo>
                  <a:lnTo>
                    <a:pt x="6192220" y="2017015"/>
                  </a:lnTo>
                  <a:lnTo>
                    <a:pt x="6164317" y="2133638"/>
                  </a:lnTo>
                  <a:lnTo>
                    <a:pt x="6136264" y="2252363"/>
                  </a:lnTo>
                  <a:lnTo>
                    <a:pt x="6108091" y="2372744"/>
                  </a:lnTo>
                  <a:lnTo>
                    <a:pt x="6079830" y="2494306"/>
                  </a:lnTo>
                  <a:lnTo>
                    <a:pt x="6051517" y="2616554"/>
                  </a:lnTo>
                  <a:lnTo>
                    <a:pt x="6023191" y="2738982"/>
                  </a:lnTo>
                  <a:lnTo>
                    <a:pt x="5994890" y="2861080"/>
                  </a:lnTo>
                  <a:lnTo>
                    <a:pt x="5966651" y="2982343"/>
                  </a:lnTo>
                  <a:lnTo>
                    <a:pt x="5938511" y="3102282"/>
                  </a:lnTo>
                  <a:lnTo>
                    <a:pt x="5910500" y="3220430"/>
                  </a:lnTo>
                  <a:lnTo>
                    <a:pt x="5882645" y="3336349"/>
                  </a:lnTo>
                  <a:lnTo>
                    <a:pt x="5854967" y="3449639"/>
                  </a:lnTo>
                  <a:lnTo>
                    <a:pt x="5827480" y="3559938"/>
                  </a:lnTo>
                  <a:lnTo>
                    <a:pt x="5800188" y="3666935"/>
                  </a:lnTo>
                  <a:lnTo>
                    <a:pt x="5773087" y="3770361"/>
                  </a:lnTo>
                  <a:lnTo>
                    <a:pt x="5746165" y="3870001"/>
                  </a:lnTo>
                  <a:lnTo>
                    <a:pt x="5719398" y="3965689"/>
                  </a:lnTo>
                  <a:lnTo>
                    <a:pt x="5692749" y="4057306"/>
                  </a:lnTo>
                  <a:lnTo>
                    <a:pt x="5666172" y="4144783"/>
                  </a:lnTo>
                  <a:lnTo>
                    <a:pt x="5639607" y="4228094"/>
                  </a:lnTo>
                  <a:lnTo>
                    <a:pt x="5612980" y="4307255"/>
                  </a:lnTo>
                  <a:lnTo>
                    <a:pt x="5586201" y="4382321"/>
                  </a:lnTo>
                  <a:lnTo>
                    <a:pt x="5567201" y="4432758"/>
                  </a:lnTo>
                  <a:lnTo>
                    <a:pt x="5525876" y="4534197"/>
                  </a:lnTo>
                  <a:lnTo>
                    <a:pt x="5483359" y="4626563"/>
                  </a:lnTo>
                  <a:lnTo>
                    <a:pt x="5439131" y="4710209"/>
                  </a:lnTo>
                  <a:lnTo>
                    <a:pt x="5392611" y="4785785"/>
                  </a:lnTo>
                  <a:lnTo>
                    <a:pt x="5343191" y="4854069"/>
                  </a:lnTo>
                  <a:lnTo>
                    <a:pt x="5290279" y="4915845"/>
                  </a:lnTo>
                  <a:lnTo>
                    <a:pt x="5233343" y="4971846"/>
                  </a:lnTo>
                  <a:lnTo>
                    <a:pt x="5171967" y="5022703"/>
                  </a:lnTo>
                  <a:lnTo>
                    <a:pt x="5105931" y="5068931"/>
                  </a:lnTo>
                  <a:lnTo>
                    <a:pt x="5035301" y="5110914"/>
                  </a:lnTo>
                  <a:lnTo>
                    <a:pt x="4960542" y="5148899"/>
                  </a:lnTo>
                  <a:lnTo>
                    <a:pt x="4882624" y="5183007"/>
                  </a:lnTo>
                  <a:lnTo>
                    <a:pt x="4803109" y="5213247"/>
                  </a:lnTo>
                  <a:lnTo>
                    <a:pt x="4724158" y="5239557"/>
                  </a:lnTo>
                  <a:lnTo>
                    <a:pt x="4648435" y="5261851"/>
                  </a:lnTo>
                  <a:lnTo>
                    <a:pt x="4578861" y="5280084"/>
                  </a:lnTo>
                  <a:lnTo>
                    <a:pt x="4518233" y="5294322"/>
                  </a:lnTo>
                  <a:lnTo>
                    <a:pt x="4468770" y="5304792"/>
                  </a:lnTo>
                  <a:lnTo>
                    <a:pt x="4431694" y="5311898"/>
                  </a:lnTo>
                  <a:lnTo>
                    <a:pt x="4406957" y="5316209"/>
                  </a:lnTo>
                  <a:lnTo>
                    <a:pt x="4393166" y="5318400"/>
                  </a:lnTo>
                  <a:lnTo>
                    <a:pt x="4387695" y="5319196"/>
                  </a:lnTo>
                  <a:lnTo>
                    <a:pt x="4386855" y="5319309"/>
                  </a:lnTo>
                  <a:lnTo>
                    <a:pt x="3848118" y="5319309"/>
                  </a:lnTo>
                  <a:lnTo>
                    <a:pt x="3846834" y="5319277"/>
                  </a:lnTo>
                  <a:lnTo>
                    <a:pt x="3838451" y="5319046"/>
                  </a:lnTo>
                  <a:lnTo>
                    <a:pt x="3817543" y="5318406"/>
                  </a:lnTo>
                  <a:lnTo>
                    <a:pt x="3780735" y="5317151"/>
                  </a:lnTo>
                  <a:lnTo>
                    <a:pt x="3727026" y="5315100"/>
                  </a:lnTo>
                  <a:lnTo>
                    <a:pt x="3657811" y="5312120"/>
                  </a:lnTo>
                  <a:lnTo>
                    <a:pt x="3576418" y="5308141"/>
                  </a:lnTo>
                  <a:lnTo>
                    <a:pt x="3487250" y="5303144"/>
                  </a:lnTo>
                  <a:lnTo>
                    <a:pt x="3394840" y="5297147"/>
                  </a:lnTo>
                  <a:lnTo>
                    <a:pt x="3303099" y="5290171"/>
                  </a:lnTo>
                  <a:lnTo>
                    <a:pt x="3214921" y="5282227"/>
                  </a:lnTo>
                  <a:lnTo>
                    <a:pt x="3132100" y="5273288"/>
                  </a:lnTo>
                  <a:lnTo>
                    <a:pt x="3055467" y="5263286"/>
                  </a:lnTo>
                  <a:lnTo>
                    <a:pt x="2985114" y="5252109"/>
                  </a:lnTo>
                  <a:lnTo>
                    <a:pt x="2920628" y="5239599"/>
                  </a:lnTo>
                  <a:lnTo>
                    <a:pt x="2861280" y="5225560"/>
                  </a:lnTo>
                  <a:lnTo>
                    <a:pt x="2806175" y="5209770"/>
                  </a:lnTo>
                  <a:lnTo>
                    <a:pt x="2754360" y="5191999"/>
                  </a:lnTo>
                  <a:lnTo>
                    <a:pt x="2704910" y="5172052"/>
                  </a:lnTo>
                  <a:lnTo>
                    <a:pt x="2667772" y="5155066"/>
                  </a:lnTo>
                  <a:lnTo>
                    <a:pt x="2619870" y="5130676"/>
                  </a:lnTo>
                  <a:lnTo>
                    <a:pt x="2572436" y="5103873"/>
                  </a:lnTo>
                  <a:lnTo>
                    <a:pt x="2525001" y="5074619"/>
                  </a:lnTo>
                  <a:lnTo>
                    <a:pt x="2477244" y="5042954"/>
                  </a:lnTo>
                  <a:lnTo>
                    <a:pt x="2428965" y="5009003"/>
                  </a:lnTo>
                  <a:lnTo>
                    <a:pt x="2380077" y="4972985"/>
                  </a:lnTo>
                  <a:lnTo>
                    <a:pt x="2330587" y="4935209"/>
                  </a:lnTo>
                  <a:lnTo>
                    <a:pt x="2280588" y="4896071"/>
                  </a:lnTo>
                  <a:lnTo>
                    <a:pt x="2230235" y="4856032"/>
                  </a:lnTo>
                  <a:lnTo>
                    <a:pt x="2179724" y="4815606"/>
                  </a:lnTo>
                  <a:lnTo>
                    <a:pt x="2129273" y="4775325"/>
                  </a:lnTo>
                  <a:lnTo>
                    <a:pt x="2079089" y="4735714"/>
                  </a:lnTo>
                  <a:lnTo>
                    <a:pt x="2029351" y="4697261"/>
                  </a:lnTo>
                  <a:lnTo>
                    <a:pt x="1980181" y="4660395"/>
                  </a:lnTo>
                  <a:lnTo>
                    <a:pt x="1931628" y="4625465"/>
                  </a:lnTo>
                  <a:lnTo>
                    <a:pt x="1883650" y="4592733"/>
                  </a:lnTo>
                  <a:lnTo>
                    <a:pt x="1836100" y="4562366"/>
                  </a:lnTo>
                  <a:lnTo>
                    <a:pt x="1788714" y="4534442"/>
                  </a:lnTo>
                  <a:lnTo>
                    <a:pt x="1741094" y="4508957"/>
                  </a:lnTo>
                  <a:lnTo>
                    <a:pt x="1719082" y="4498092"/>
                  </a:lnTo>
                  <a:lnTo>
                    <a:pt x="1670898" y="4476387"/>
                  </a:lnTo>
                  <a:lnTo>
                    <a:pt x="1620988" y="4456946"/>
                  </a:lnTo>
                  <a:lnTo>
                    <a:pt x="1568511" y="4439643"/>
                  </a:lnTo>
                  <a:lnTo>
                    <a:pt x="1512527" y="4424270"/>
                  </a:lnTo>
                  <a:lnTo>
                    <a:pt x="1452089" y="4410597"/>
                  </a:lnTo>
                  <a:lnTo>
                    <a:pt x="1386328" y="4398405"/>
                  </a:lnTo>
                  <a:lnTo>
                    <a:pt x="1314573" y="4387507"/>
                  </a:lnTo>
                  <a:lnTo>
                    <a:pt x="1236506" y="4377754"/>
                  </a:lnTo>
                  <a:lnTo>
                    <a:pt x="1152366" y="4369045"/>
                  </a:lnTo>
                  <a:lnTo>
                    <a:pt x="1063185" y="4361321"/>
                  </a:lnTo>
                  <a:lnTo>
                    <a:pt x="970999" y="4354566"/>
                  </a:lnTo>
                  <a:lnTo>
                    <a:pt x="878950" y="4348792"/>
                  </a:lnTo>
                  <a:lnTo>
                    <a:pt x="791138" y="4344026"/>
                  </a:lnTo>
                  <a:lnTo>
                    <a:pt x="712143" y="4340276"/>
                  </a:lnTo>
                  <a:lnTo>
                    <a:pt x="646209" y="4337516"/>
                  </a:lnTo>
                  <a:lnTo>
                    <a:pt x="596291" y="4335659"/>
                  </a:lnTo>
                  <a:lnTo>
                    <a:pt x="563263" y="4334560"/>
                  </a:lnTo>
                  <a:lnTo>
                    <a:pt x="545570" y="4334032"/>
                  </a:lnTo>
                  <a:lnTo>
                    <a:pt x="539339" y="4333864"/>
                  </a:lnTo>
                  <a:lnTo>
                    <a:pt x="538736" y="4333849"/>
                  </a:lnTo>
                  <a:lnTo>
                    <a:pt x="0" y="433384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35" name="pl1335"/>
            <p:cNvSpPr/>
            <p:nvPr/>
          </p:nvSpPr>
          <p:spPr>
            <a:xfrm>
              <a:off x="546595" y="521786"/>
              <a:ext cx="8234974" cy="5319309"/>
            </a:xfrm>
            <a:custGeom>
              <a:avLst/>
              <a:pathLst>
                <a:path w="8234974" h="5319309">
                  <a:moveTo>
                    <a:pt x="0" y="4333849"/>
                  </a:moveTo>
                  <a:lnTo>
                    <a:pt x="538736" y="4333849"/>
                  </a:lnTo>
                  <a:lnTo>
                    <a:pt x="540021" y="4333881"/>
                  </a:lnTo>
                  <a:lnTo>
                    <a:pt x="548404" y="4334112"/>
                  </a:lnTo>
                  <a:lnTo>
                    <a:pt x="569312" y="4334752"/>
                  </a:lnTo>
                  <a:lnTo>
                    <a:pt x="606120" y="4336007"/>
                  </a:lnTo>
                  <a:lnTo>
                    <a:pt x="659829" y="4338058"/>
                  </a:lnTo>
                  <a:lnTo>
                    <a:pt x="729044" y="4341038"/>
                  </a:lnTo>
                  <a:lnTo>
                    <a:pt x="810437" y="4345017"/>
                  </a:lnTo>
                  <a:lnTo>
                    <a:pt x="899604" y="4350014"/>
                  </a:lnTo>
                  <a:lnTo>
                    <a:pt x="992015" y="4356012"/>
                  </a:lnTo>
                  <a:lnTo>
                    <a:pt x="1083755" y="4362987"/>
                  </a:lnTo>
                  <a:lnTo>
                    <a:pt x="1171934" y="4370931"/>
                  </a:lnTo>
                  <a:lnTo>
                    <a:pt x="1254755" y="4379870"/>
                  </a:lnTo>
                  <a:lnTo>
                    <a:pt x="1331388" y="4389872"/>
                  </a:lnTo>
                  <a:lnTo>
                    <a:pt x="1401741" y="4401049"/>
                  </a:lnTo>
                  <a:lnTo>
                    <a:pt x="1466227" y="4413559"/>
                  </a:lnTo>
                  <a:lnTo>
                    <a:pt x="1525575" y="4427598"/>
                  </a:lnTo>
                  <a:lnTo>
                    <a:pt x="1580680" y="4443388"/>
                  </a:lnTo>
                  <a:lnTo>
                    <a:pt x="1632495" y="4461159"/>
                  </a:lnTo>
                  <a:lnTo>
                    <a:pt x="1681945" y="4481107"/>
                  </a:lnTo>
                  <a:lnTo>
                    <a:pt x="1719082" y="4498092"/>
                  </a:lnTo>
                  <a:lnTo>
                    <a:pt x="1766984" y="4522482"/>
                  </a:lnTo>
                  <a:lnTo>
                    <a:pt x="1814419" y="4549285"/>
                  </a:lnTo>
                  <a:lnTo>
                    <a:pt x="1861853" y="4578539"/>
                  </a:lnTo>
                  <a:lnTo>
                    <a:pt x="1909611" y="4610204"/>
                  </a:lnTo>
                  <a:lnTo>
                    <a:pt x="1957889" y="4644155"/>
                  </a:lnTo>
                  <a:lnTo>
                    <a:pt x="2006778" y="4680173"/>
                  </a:lnTo>
                  <a:lnTo>
                    <a:pt x="2056267" y="4717949"/>
                  </a:lnTo>
                  <a:lnTo>
                    <a:pt x="2106266" y="4757088"/>
                  </a:lnTo>
                  <a:lnTo>
                    <a:pt x="2156620" y="4797126"/>
                  </a:lnTo>
                  <a:lnTo>
                    <a:pt x="2207130" y="4837552"/>
                  </a:lnTo>
                  <a:lnTo>
                    <a:pt x="2257582" y="4877833"/>
                  </a:lnTo>
                  <a:lnTo>
                    <a:pt x="2307766" y="4917444"/>
                  </a:lnTo>
                  <a:lnTo>
                    <a:pt x="2357504" y="4955897"/>
                  </a:lnTo>
                  <a:lnTo>
                    <a:pt x="2406673" y="4992763"/>
                  </a:lnTo>
                  <a:lnTo>
                    <a:pt x="2455227" y="5027693"/>
                  </a:lnTo>
                  <a:lnTo>
                    <a:pt x="2503205" y="5060425"/>
                  </a:lnTo>
                  <a:lnTo>
                    <a:pt x="2550755" y="5090792"/>
                  </a:lnTo>
                  <a:lnTo>
                    <a:pt x="2598141" y="5118716"/>
                  </a:lnTo>
                  <a:lnTo>
                    <a:pt x="2645761" y="5144201"/>
                  </a:lnTo>
                  <a:lnTo>
                    <a:pt x="2667772" y="5155066"/>
                  </a:lnTo>
                  <a:lnTo>
                    <a:pt x="2715957" y="5176772"/>
                  </a:lnTo>
                  <a:lnTo>
                    <a:pt x="2765866" y="5196212"/>
                  </a:lnTo>
                  <a:lnTo>
                    <a:pt x="2818344" y="5213515"/>
                  </a:lnTo>
                  <a:lnTo>
                    <a:pt x="2874328" y="5228888"/>
                  </a:lnTo>
                  <a:lnTo>
                    <a:pt x="2934766" y="5242561"/>
                  </a:lnTo>
                  <a:lnTo>
                    <a:pt x="3000527" y="5254753"/>
                  </a:lnTo>
                  <a:lnTo>
                    <a:pt x="3072282" y="5265652"/>
                  </a:lnTo>
                  <a:lnTo>
                    <a:pt x="3150348" y="5275404"/>
                  </a:lnTo>
                  <a:lnTo>
                    <a:pt x="3234488" y="5284114"/>
                  </a:lnTo>
                  <a:lnTo>
                    <a:pt x="3323669" y="5291837"/>
                  </a:lnTo>
                  <a:lnTo>
                    <a:pt x="3415855" y="5298593"/>
                  </a:lnTo>
                  <a:lnTo>
                    <a:pt x="3507905" y="5304366"/>
                  </a:lnTo>
                  <a:lnTo>
                    <a:pt x="3595717" y="5309132"/>
                  </a:lnTo>
                  <a:lnTo>
                    <a:pt x="3674712" y="5312882"/>
                  </a:lnTo>
                  <a:lnTo>
                    <a:pt x="3740646" y="5315642"/>
                  </a:lnTo>
                  <a:lnTo>
                    <a:pt x="3790564" y="5317499"/>
                  </a:lnTo>
                  <a:lnTo>
                    <a:pt x="3823591" y="5318598"/>
                  </a:lnTo>
                  <a:lnTo>
                    <a:pt x="3841284" y="5319126"/>
                  </a:lnTo>
                  <a:lnTo>
                    <a:pt x="3847516" y="5319294"/>
                  </a:lnTo>
                  <a:lnTo>
                    <a:pt x="3848118" y="5319309"/>
                  </a:lnTo>
                  <a:lnTo>
                    <a:pt x="4386855" y="5319309"/>
                  </a:lnTo>
                  <a:lnTo>
                    <a:pt x="4387678" y="5319199"/>
                  </a:lnTo>
                  <a:lnTo>
                    <a:pt x="4393100" y="5318410"/>
                  </a:lnTo>
                  <a:lnTo>
                    <a:pt x="4406819" y="5316231"/>
                  </a:lnTo>
                  <a:lnTo>
                    <a:pt x="4431470" y="5311939"/>
                  </a:lnTo>
                  <a:lnTo>
                    <a:pt x="4468454" y="5304855"/>
                  </a:lnTo>
                  <a:lnTo>
                    <a:pt x="4517830" y="5294412"/>
                  </a:lnTo>
                  <a:lnTo>
                    <a:pt x="4578384" y="5280202"/>
                  </a:lnTo>
                  <a:lnTo>
                    <a:pt x="4647903" y="5261998"/>
                  </a:lnTo>
                  <a:lnTo>
                    <a:pt x="4723592" y="5239734"/>
                  </a:lnTo>
                  <a:lnTo>
                    <a:pt x="4802529" y="5213453"/>
                  </a:lnTo>
                  <a:lnTo>
                    <a:pt x="4882049" y="5183241"/>
                  </a:lnTo>
                  <a:lnTo>
                    <a:pt x="4959985" y="5149161"/>
                  </a:lnTo>
                  <a:lnTo>
                    <a:pt x="5034771" y="5111205"/>
                  </a:lnTo>
                  <a:lnTo>
                    <a:pt x="5105434" y="5069252"/>
                  </a:lnTo>
                  <a:lnTo>
                    <a:pt x="5171504" y="5023055"/>
                  </a:lnTo>
                  <a:lnTo>
                    <a:pt x="5232913" y="4972234"/>
                  </a:lnTo>
                  <a:lnTo>
                    <a:pt x="5289880" y="4916273"/>
                  </a:lnTo>
                  <a:lnTo>
                    <a:pt x="5342820" y="4854541"/>
                  </a:lnTo>
                  <a:lnTo>
                    <a:pt x="5392263" y="4786308"/>
                  </a:lnTo>
                  <a:lnTo>
                    <a:pt x="5438801" y="4710787"/>
                  </a:lnTo>
                  <a:lnTo>
                    <a:pt x="5483043" y="4627203"/>
                  </a:lnTo>
                  <a:lnTo>
                    <a:pt x="5525572" y="4534902"/>
                  </a:lnTo>
                  <a:lnTo>
                    <a:pt x="5566904" y="4433529"/>
                  </a:lnTo>
                  <a:lnTo>
                    <a:pt x="5567201" y="4432758"/>
                  </a:lnTo>
                  <a:lnTo>
                    <a:pt x="5594149" y="4360523"/>
                  </a:lnTo>
                  <a:lnTo>
                    <a:pt x="5620873" y="4284253"/>
                  </a:lnTo>
                  <a:lnTo>
                    <a:pt x="5647473" y="4203868"/>
                  </a:lnTo>
                  <a:lnTo>
                    <a:pt x="5674035" y="4119324"/>
                  </a:lnTo>
                  <a:lnTo>
                    <a:pt x="5700627" y="4030617"/>
                  </a:lnTo>
                  <a:lnTo>
                    <a:pt x="5727307" y="3937785"/>
                  </a:lnTo>
                  <a:lnTo>
                    <a:pt x="5754117" y="3840913"/>
                  </a:lnTo>
                  <a:lnTo>
                    <a:pt x="5781090" y="3740132"/>
                  </a:lnTo>
                  <a:lnTo>
                    <a:pt x="5808246" y="3635624"/>
                  </a:lnTo>
                  <a:lnTo>
                    <a:pt x="5835596" y="3527620"/>
                  </a:lnTo>
                  <a:lnTo>
                    <a:pt x="5863141" y="3416401"/>
                  </a:lnTo>
                  <a:lnTo>
                    <a:pt x="5890872" y="3302293"/>
                  </a:lnTo>
                  <a:lnTo>
                    <a:pt x="5918776" y="3185671"/>
                  </a:lnTo>
                  <a:lnTo>
                    <a:pt x="5946828" y="3066946"/>
                  </a:lnTo>
                  <a:lnTo>
                    <a:pt x="5975002" y="2946565"/>
                  </a:lnTo>
                  <a:lnTo>
                    <a:pt x="6003262" y="2825003"/>
                  </a:lnTo>
                  <a:lnTo>
                    <a:pt x="6031575" y="2702755"/>
                  </a:lnTo>
                  <a:lnTo>
                    <a:pt x="6059901" y="2580327"/>
                  </a:lnTo>
                  <a:lnTo>
                    <a:pt x="6088202" y="2458229"/>
                  </a:lnTo>
                  <a:lnTo>
                    <a:pt x="6116441" y="2336966"/>
                  </a:lnTo>
                  <a:lnTo>
                    <a:pt x="6144582" y="2217027"/>
                  </a:lnTo>
                  <a:lnTo>
                    <a:pt x="6172593" y="2098879"/>
                  </a:lnTo>
                  <a:lnTo>
                    <a:pt x="6200447" y="1982960"/>
                  </a:lnTo>
                  <a:lnTo>
                    <a:pt x="6228125" y="1869670"/>
                  </a:lnTo>
                  <a:lnTo>
                    <a:pt x="6255613" y="1759370"/>
                  </a:lnTo>
                  <a:lnTo>
                    <a:pt x="6282905" y="1652374"/>
                  </a:lnTo>
                  <a:lnTo>
                    <a:pt x="6310005" y="1548948"/>
                  </a:lnTo>
                  <a:lnTo>
                    <a:pt x="6336927" y="1449307"/>
                  </a:lnTo>
                  <a:lnTo>
                    <a:pt x="6363695" y="1353620"/>
                  </a:lnTo>
                  <a:lnTo>
                    <a:pt x="6390343" y="1262002"/>
                  </a:lnTo>
                  <a:lnTo>
                    <a:pt x="6416920" y="1174526"/>
                  </a:lnTo>
                  <a:lnTo>
                    <a:pt x="6443485" y="1091215"/>
                  </a:lnTo>
                  <a:lnTo>
                    <a:pt x="6470113" y="1012054"/>
                  </a:lnTo>
                  <a:lnTo>
                    <a:pt x="6496891" y="936988"/>
                  </a:lnTo>
                  <a:lnTo>
                    <a:pt x="6515891" y="886551"/>
                  </a:lnTo>
                  <a:lnTo>
                    <a:pt x="6557216" y="785112"/>
                  </a:lnTo>
                  <a:lnTo>
                    <a:pt x="6599734" y="692746"/>
                  </a:lnTo>
                  <a:lnTo>
                    <a:pt x="6643961" y="609100"/>
                  </a:lnTo>
                  <a:lnTo>
                    <a:pt x="6690481" y="533523"/>
                  </a:lnTo>
                  <a:lnTo>
                    <a:pt x="6739901" y="465240"/>
                  </a:lnTo>
                  <a:lnTo>
                    <a:pt x="6792813" y="403463"/>
                  </a:lnTo>
                  <a:lnTo>
                    <a:pt x="6849749" y="347463"/>
                  </a:lnTo>
                  <a:lnTo>
                    <a:pt x="6911125" y="296606"/>
                  </a:lnTo>
                  <a:lnTo>
                    <a:pt x="6977161" y="250378"/>
                  </a:lnTo>
                  <a:lnTo>
                    <a:pt x="7047791" y="208395"/>
                  </a:lnTo>
                  <a:lnTo>
                    <a:pt x="7122550" y="170410"/>
                  </a:lnTo>
                  <a:lnTo>
                    <a:pt x="7200468" y="136302"/>
                  </a:lnTo>
                  <a:lnTo>
                    <a:pt x="7279983" y="106061"/>
                  </a:lnTo>
                  <a:lnTo>
                    <a:pt x="7358934" y="79751"/>
                  </a:lnTo>
                  <a:lnTo>
                    <a:pt x="7434657" y="57458"/>
                  </a:lnTo>
                  <a:lnTo>
                    <a:pt x="7504231" y="39225"/>
                  </a:lnTo>
                  <a:lnTo>
                    <a:pt x="7564860" y="24987"/>
                  </a:lnTo>
                  <a:lnTo>
                    <a:pt x="7614323" y="14517"/>
                  </a:lnTo>
                  <a:lnTo>
                    <a:pt x="7651398" y="7411"/>
                  </a:lnTo>
                  <a:lnTo>
                    <a:pt x="7676136" y="3100"/>
                  </a:lnTo>
                  <a:lnTo>
                    <a:pt x="7689927" y="909"/>
                  </a:lnTo>
                  <a:lnTo>
                    <a:pt x="7695397" y="11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6" name="pl1336"/>
            <p:cNvSpPr/>
            <p:nvPr/>
          </p:nvSpPr>
          <p:spPr>
            <a:xfrm>
              <a:off x="546595" y="516342"/>
              <a:ext cx="8234974" cy="5319309"/>
            </a:xfrm>
            <a:custGeom>
              <a:avLst/>
              <a:pathLst>
                <a:path w="8234974" h="5319309">
                  <a:moveTo>
                    <a:pt x="8234974" y="0"/>
                  </a:moveTo>
                  <a:lnTo>
                    <a:pt x="7696237" y="0"/>
                  </a:lnTo>
                  <a:lnTo>
                    <a:pt x="7695415" y="110"/>
                  </a:lnTo>
                  <a:lnTo>
                    <a:pt x="7689993" y="899"/>
                  </a:lnTo>
                  <a:lnTo>
                    <a:pt x="7676273" y="3078"/>
                  </a:lnTo>
                  <a:lnTo>
                    <a:pt x="7651622" y="7370"/>
                  </a:lnTo>
                  <a:lnTo>
                    <a:pt x="7614638" y="14454"/>
                  </a:lnTo>
                  <a:lnTo>
                    <a:pt x="7565262" y="24897"/>
                  </a:lnTo>
                  <a:lnTo>
                    <a:pt x="7504708" y="39107"/>
                  </a:lnTo>
                  <a:lnTo>
                    <a:pt x="7435189" y="57311"/>
                  </a:lnTo>
                  <a:lnTo>
                    <a:pt x="7359500" y="79575"/>
                  </a:lnTo>
                  <a:lnTo>
                    <a:pt x="7280563" y="105856"/>
                  </a:lnTo>
                  <a:lnTo>
                    <a:pt x="7201043" y="136068"/>
                  </a:lnTo>
                  <a:lnTo>
                    <a:pt x="7123108" y="170147"/>
                  </a:lnTo>
                  <a:lnTo>
                    <a:pt x="7048321" y="208104"/>
                  </a:lnTo>
                  <a:lnTo>
                    <a:pt x="6977659" y="250057"/>
                  </a:lnTo>
                  <a:lnTo>
                    <a:pt x="6911589" y="296253"/>
                  </a:lnTo>
                  <a:lnTo>
                    <a:pt x="6850180" y="347075"/>
                  </a:lnTo>
                  <a:lnTo>
                    <a:pt x="6793212" y="403036"/>
                  </a:lnTo>
                  <a:lnTo>
                    <a:pt x="6740273" y="464768"/>
                  </a:lnTo>
                  <a:lnTo>
                    <a:pt x="6690830" y="533001"/>
                  </a:lnTo>
                  <a:lnTo>
                    <a:pt x="6644291" y="608522"/>
                  </a:lnTo>
                  <a:lnTo>
                    <a:pt x="6600049" y="692106"/>
                  </a:lnTo>
                  <a:lnTo>
                    <a:pt x="6557521" y="784407"/>
                  </a:lnTo>
                  <a:lnTo>
                    <a:pt x="6516189" y="885780"/>
                  </a:lnTo>
                  <a:lnTo>
                    <a:pt x="6515891" y="886551"/>
                  </a:lnTo>
                  <a:lnTo>
                    <a:pt x="6488943" y="958786"/>
                  </a:lnTo>
                  <a:lnTo>
                    <a:pt x="6462219" y="1035056"/>
                  </a:lnTo>
                  <a:lnTo>
                    <a:pt x="6435619" y="1115441"/>
                  </a:lnTo>
                  <a:lnTo>
                    <a:pt x="6409058" y="1199985"/>
                  </a:lnTo>
                  <a:lnTo>
                    <a:pt x="6382465" y="1288692"/>
                  </a:lnTo>
                  <a:lnTo>
                    <a:pt x="6355786" y="1381524"/>
                  </a:lnTo>
                  <a:lnTo>
                    <a:pt x="6328975" y="1478396"/>
                  </a:lnTo>
                  <a:lnTo>
                    <a:pt x="6302003" y="1579177"/>
                  </a:lnTo>
                  <a:lnTo>
                    <a:pt x="6274847" y="1683685"/>
                  </a:lnTo>
                  <a:lnTo>
                    <a:pt x="6247497" y="1791689"/>
                  </a:lnTo>
                  <a:lnTo>
                    <a:pt x="6219952" y="1902908"/>
                  </a:lnTo>
                  <a:lnTo>
                    <a:pt x="6192220" y="2017015"/>
                  </a:lnTo>
                  <a:lnTo>
                    <a:pt x="6164317" y="2133638"/>
                  </a:lnTo>
                  <a:lnTo>
                    <a:pt x="6136264" y="2252363"/>
                  </a:lnTo>
                  <a:lnTo>
                    <a:pt x="6108091" y="2372744"/>
                  </a:lnTo>
                  <a:lnTo>
                    <a:pt x="6079830" y="2494306"/>
                  </a:lnTo>
                  <a:lnTo>
                    <a:pt x="6051517" y="2616554"/>
                  </a:lnTo>
                  <a:lnTo>
                    <a:pt x="6023191" y="2738982"/>
                  </a:lnTo>
                  <a:lnTo>
                    <a:pt x="5994890" y="2861080"/>
                  </a:lnTo>
                  <a:lnTo>
                    <a:pt x="5966651" y="2982343"/>
                  </a:lnTo>
                  <a:lnTo>
                    <a:pt x="5938511" y="3102282"/>
                  </a:lnTo>
                  <a:lnTo>
                    <a:pt x="5910500" y="3220430"/>
                  </a:lnTo>
                  <a:lnTo>
                    <a:pt x="5882645" y="3336349"/>
                  </a:lnTo>
                  <a:lnTo>
                    <a:pt x="5854967" y="3449639"/>
                  </a:lnTo>
                  <a:lnTo>
                    <a:pt x="5827480" y="3559938"/>
                  </a:lnTo>
                  <a:lnTo>
                    <a:pt x="5800188" y="3666935"/>
                  </a:lnTo>
                  <a:lnTo>
                    <a:pt x="5773087" y="3770361"/>
                  </a:lnTo>
                  <a:lnTo>
                    <a:pt x="5746165" y="3870001"/>
                  </a:lnTo>
                  <a:lnTo>
                    <a:pt x="5719398" y="3965689"/>
                  </a:lnTo>
                  <a:lnTo>
                    <a:pt x="5692749" y="4057306"/>
                  </a:lnTo>
                  <a:lnTo>
                    <a:pt x="5666172" y="4144783"/>
                  </a:lnTo>
                  <a:lnTo>
                    <a:pt x="5639607" y="4228094"/>
                  </a:lnTo>
                  <a:lnTo>
                    <a:pt x="5612980" y="4307255"/>
                  </a:lnTo>
                  <a:lnTo>
                    <a:pt x="5586201" y="4382321"/>
                  </a:lnTo>
                  <a:lnTo>
                    <a:pt x="5567201" y="4432758"/>
                  </a:lnTo>
                  <a:lnTo>
                    <a:pt x="5525876" y="4534197"/>
                  </a:lnTo>
                  <a:lnTo>
                    <a:pt x="5483359" y="4626563"/>
                  </a:lnTo>
                  <a:lnTo>
                    <a:pt x="5439131" y="4710209"/>
                  </a:lnTo>
                  <a:lnTo>
                    <a:pt x="5392611" y="4785785"/>
                  </a:lnTo>
                  <a:lnTo>
                    <a:pt x="5343191" y="4854069"/>
                  </a:lnTo>
                  <a:lnTo>
                    <a:pt x="5290279" y="4915845"/>
                  </a:lnTo>
                  <a:lnTo>
                    <a:pt x="5233343" y="4971846"/>
                  </a:lnTo>
                  <a:lnTo>
                    <a:pt x="5171967" y="5022703"/>
                  </a:lnTo>
                  <a:lnTo>
                    <a:pt x="5105931" y="5068931"/>
                  </a:lnTo>
                  <a:lnTo>
                    <a:pt x="5035301" y="5110914"/>
                  </a:lnTo>
                  <a:lnTo>
                    <a:pt x="4960542" y="5148899"/>
                  </a:lnTo>
                  <a:lnTo>
                    <a:pt x="4882624" y="5183007"/>
                  </a:lnTo>
                  <a:lnTo>
                    <a:pt x="4803109" y="5213247"/>
                  </a:lnTo>
                  <a:lnTo>
                    <a:pt x="4724158" y="5239557"/>
                  </a:lnTo>
                  <a:lnTo>
                    <a:pt x="4648435" y="5261851"/>
                  </a:lnTo>
                  <a:lnTo>
                    <a:pt x="4578861" y="5280084"/>
                  </a:lnTo>
                  <a:lnTo>
                    <a:pt x="4518233" y="5294322"/>
                  </a:lnTo>
                  <a:lnTo>
                    <a:pt x="4468770" y="5304792"/>
                  </a:lnTo>
                  <a:lnTo>
                    <a:pt x="4431694" y="5311898"/>
                  </a:lnTo>
                  <a:lnTo>
                    <a:pt x="4406957" y="5316209"/>
                  </a:lnTo>
                  <a:lnTo>
                    <a:pt x="4393166" y="5318400"/>
                  </a:lnTo>
                  <a:lnTo>
                    <a:pt x="4387695" y="5319196"/>
                  </a:lnTo>
                  <a:lnTo>
                    <a:pt x="4386855" y="5319309"/>
                  </a:lnTo>
                  <a:lnTo>
                    <a:pt x="4386855" y="5319309"/>
                  </a:lnTo>
                  <a:lnTo>
                    <a:pt x="3848118" y="5319309"/>
                  </a:lnTo>
                  <a:lnTo>
                    <a:pt x="3846834" y="5319277"/>
                  </a:lnTo>
                  <a:lnTo>
                    <a:pt x="3838451" y="5319046"/>
                  </a:lnTo>
                  <a:lnTo>
                    <a:pt x="3817543" y="5318406"/>
                  </a:lnTo>
                  <a:lnTo>
                    <a:pt x="3780735" y="5317151"/>
                  </a:lnTo>
                  <a:lnTo>
                    <a:pt x="3727026" y="5315100"/>
                  </a:lnTo>
                  <a:lnTo>
                    <a:pt x="3657811" y="5312120"/>
                  </a:lnTo>
                  <a:lnTo>
                    <a:pt x="3576418" y="5308141"/>
                  </a:lnTo>
                  <a:lnTo>
                    <a:pt x="3487250" y="5303144"/>
                  </a:lnTo>
                  <a:lnTo>
                    <a:pt x="3394840" y="5297147"/>
                  </a:lnTo>
                  <a:lnTo>
                    <a:pt x="3303099" y="5290171"/>
                  </a:lnTo>
                  <a:lnTo>
                    <a:pt x="3214921" y="5282227"/>
                  </a:lnTo>
                  <a:lnTo>
                    <a:pt x="3132100" y="5273288"/>
                  </a:lnTo>
                  <a:lnTo>
                    <a:pt x="3055467" y="5263286"/>
                  </a:lnTo>
                  <a:lnTo>
                    <a:pt x="2985114" y="5252109"/>
                  </a:lnTo>
                  <a:lnTo>
                    <a:pt x="2920628" y="5239599"/>
                  </a:lnTo>
                  <a:lnTo>
                    <a:pt x="2861280" y="5225560"/>
                  </a:lnTo>
                  <a:lnTo>
                    <a:pt x="2806175" y="5209770"/>
                  </a:lnTo>
                  <a:lnTo>
                    <a:pt x="2754360" y="5191999"/>
                  </a:lnTo>
                  <a:lnTo>
                    <a:pt x="2704910" y="5172052"/>
                  </a:lnTo>
                  <a:lnTo>
                    <a:pt x="2667772" y="5155066"/>
                  </a:lnTo>
                  <a:lnTo>
                    <a:pt x="2619870" y="5130676"/>
                  </a:lnTo>
                  <a:lnTo>
                    <a:pt x="2572436" y="5103873"/>
                  </a:lnTo>
                  <a:lnTo>
                    <a:pt x="2525001" y="5074619"/>
                  </a:lnTo>
                  <a:lnTo>
                    <a:pt x="2477244" y="5042954"/>
                  </a:lnTo>
                  <a:lnTo>
                    <a:pt x="2428965" y="5009003"/>
                  </a:lnTo>
                  <a:lnTo>
                    <a:pt x="2380077" y="4972985"/>
                  </a:lnTo>
                  <a:lnTo>
                    <a:pt x="2330587" y="4935209"/>
                  </a:lnTo>
                  <a:lnTo>
                    <a:pt x="2280588" y="4896071"/>
                  </a:lnTo>
                  <a:lnTo>
                    <a:pt x="2230235" y="4856032"/>
                  </a:lnTo>
                  <a:lnTo>
                    <a:pt x="2179724" y="4815606"/>
                  </a:lnTo>
                  <a:lnTo>
                    <a:pt x="2129273" y="4775325"/>
                  </a:lnTo>
                  <a:lnTo>
                    <a:pt x="2079089" y="4735714"/>
                  </a:lnTo>
                  <a:lnTo>
                    <a:pt x="2029351" y="4697261"/>
                  </a:lnTo>
                  <a:lnTo>
                    <a:pt x="1980181" y="4660395"/>
                  </a:lnTo>
                  <a:lnTo>
                    <a:pt x="1931628" y="4625465"/>
                  </a:lnTo>
                  <a:lnTo>
                    <a:pt x="1883650" y="4592733"/>
                  </a:lnTo>
                  <a:lnTo>
                    <a:pt x="1836100" y="4562366"/>
                  </a:lnTo>
                  <a:lnTo>
                    <a:pt x="1788714" y="4534442"/>
                  </a:lnTo>
                  <a:lnTo>
                    <a:pt x="1741094" y="4508957"/>
                  </a:lnTo>
                  <a:lnTo>
                    <a:pt x="1719082" y="4498092"/>
                  </a:lnTo>
                  <a:lnTo>
                    <a:pt x="1670898" y="4476387"/>
                  </a:lnTo>
                  <a:lnTo>
                    <a:pt x="1620988" y="4456946"/>
                  </a:lnTo>
                  <a:lnTo>
                    <a:pt x="1568511" y="4439643"/>
                  </a:lnTo>
                  <a:lnTo>
                    <a:pt x="1512527" y="4424270"/>
                  </a:lnTo>
                  <a:lnTo>
                    <a:pt x="1452089" y="4410597"/>
                  </a:lnTo>
                  <a:lnTo>
                    <a:pt x="1386328" y="4398405"/>
                  </a:lnTo>
                  <a:lnTo>
                    <a:pt x="1314573" y="4387507"/>
                  </a:lnTo>
                  <a:lnTo>
                    <a:pt x="1236506" y="4377754"/>
                  </a:lnTo>
                  <a:lnTo>
                    <a:pt x="1152366" y="4369045"/>
                  </a:lnTo>
                  <a:lnTo>
                    <a:pt x="1063185" y="4361321"/>
                  </a:lnTo>
                  <a:lnTo>
                    <a:pt x="970999" y="4354566"/>
                  </a:lnTo>
                  <a:lnTo>
                    <a:pt x="878950" y="4348792"/>
                  </a:lnTo>
                  <a:lnTo>
                    <a:pt x="791138" y="4344026"/>
                  </a:lnTo>
                  <a:lnTo>
                    <a:pt x="712143" y="4340276"/>
                  </a:lnTo>
                  <a:lnTo>
                    <a:pt x="646209" y="4337516"/>
                  </a:lnTo>
                  <a:lnTo>
                    <a:pt x="596291" y="4335659"/>
                  </a:lnTo>
                  <a:lnTo>
                    <a:pt x="563263" y="4334560"/>
                  </a:lnTo>
                  <a:lnTo>
                    <a:pt x="545570" y="4334032"/>
                  </a:lnTo>
                  <a:lnTo>
                    <a:pt x="539339" y="4333864"/>
                  </a:lnTo>
                  <a:lnTo>
                    <a:pt x="538736" y="4333849"/>
                  </a:lnTo>
                  <a:lnTo>
                    <a:pt x="0" y="43338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7" name="pg1337"/>
            <p:cNvSpPr/>
            <p:nvPr/>
          </p:nvSpPr>
          <p:spPr>
            <a:xfrm>
              <a:off x="546595" y="1049906"/>
              <a:ext cx="8234974" cy="3544391"/>
            </a:xfrm>
            <a:custGeom>
              <a:avLst/>
              <a:pathLst>
                <a:path w="8234974" h="3544391">
                  <a:moveTo>
                    <a:pt x="0" y="3544391"/>
                  </a:moveTo>
                  <a:lnTo>
                    <a:pt x="538736" y="3544391"/>
                  </a:lnTo>
                  <a:lnTo>
                    <a:pt x="539909" y="3544308"/>
                  </a:lnTo>
                  <a:lnTo>
                    <a:pt x="547580" y="3543715"/>
                  </a:lnTo>
                  <a:lnTo>
                    <a:pt x="566774" y="3542074"/>
                  </a:lnTo>
                  <a:lnTo>
                    <a:pt x="600724" y="3538852"/>
                  </a:lnTo>
                  <a:lnTo>
                    <a:pt x="650582" y="3533572"/>
                  </a:lnTo>
                  <a:lnTo>
                    <a:pt x="715358" y="3525876"/>
                  </a:lnTo>
                  <a:lnTo>
                    <a:pt x="792261" y="3515555"/>
                  </a:lnTo>
                  <a:lnTo>
                    <a:pt x="877395" y="3502539"/>
                  </a:lnTo>
                  <a:lnTo>
                    <a:pt x="966583" y="3486856"/>
                  </a:lnTo>
                  <a:lnTo>
                    <a:pt x="1056059" y="3468569"/>
                  </a:lnTo>
                  <a:lnTo>
                    <a:pt x="1142899" y="3447717"/>
                  </a:lnTo>
                  <a:lnTo>
                    <a:pt x="1225154" y="3424264"/>
                  </a:lnTo>
                  <a:lnTo>
                    <a:pt x="1301783" y="3398078"/>
                  </a:lnTo>
                  <a:lnTo>
                    <a:pt x="1372470" y="3368912"/>
                  </a:lnTo>
                  <a:lnTo>
                    <a:pt x="1437430" y="3336407"/>
                  </a:lnTo>
                  <a:lnTo>
                    <a:pt x="1497220" y="3300103"/>
                  </a:lnTo>
                  <a:lnTo>
                    <a:pt x="1552598" y="3259454"/>
                  </a:lnTo>
                  <a:lnTo>
                    <a:pt x="1604417" y="3213871"/>
                  </a:lnTo>
                  <a:lnTo>
                    <a:pt x="1653545" y="3162788"/>
                  </a:lnTo>
                  <a:lnTo>
                    <a:pt x="1700789" y="3105785"/>
                  </a:lnTo>
                  <a:lnTo>
                    <a:pt x="1719082" y="3081606"/>
                  </a:lnTo>
                  <a:lnTo>
                    <a:pt x="1754827" y="3031057"/>
                  </a:lnTo>
                  <a:lnTo>
                    <a:pt x="1790236" y="2976764"/>
                  </a:lnTo>
                  <a:lnTo>
                    <a:pt x="1825527" y="2918653"/>
                  </a:lnTo>
                  <a:lnTo>
                    <a:pt x="1860869" y="2856709"/>
                  </a:lnTo>
                  <a:lnTo>
                    <a:pt x="1896390" y="2790987"/>
                  </a:lnTo>
                  <a:lnTo>
                    <a:pt x="1932179" y="2721619"/>
                  </a:lnTo>
                  <a:lnTo>
                    <a:pt x="1968289" y="2648815"/>
                  </a:lnTo>
                  <a:lnTo>
                    <a:pt x="2004743" y="2572865"/>
                  </a:lnTo>
                  <a:lnTo>
                    <a:pt x="2041532" y="2494141"/>
                  </a:lnTo>
                  <a:lnTo>
                    <a:pt x="2078625" y="2413086"/>
                  </a:lnTo>
                  <a:lnTo>
                    <a:pt x="2115967" y="2330210"/>
                  </a:lnTo>
                  <a:lnTo>
                    <a:pt x="2153487" y="2246075"/>
                  </a:lnTo>
                  <a:lnTo>
                    <a:pt x="2191102" y="2161282"/>
                  </a:lnTo>
                  <a:lnTo>
                    <a:pt x="2228722" y="2076450"/>
                  </a:lnTo>
                  <a:lnTo>
                    <a:pt x="2266259" y="1992201"/>
                  </a:lnTo>
                  <a:lnTo>
                    <a:pt x="2303627" y="1909138"/>
                  </a:lnTo>
                  <a:lnTo>
                    <a:pt x="2340754" y="1827829"/>
                  </a:lnTo>
                  <a:lnTo>
                    <a:pt x="2377583" y="1748791"/>
                  </a:lnTo>
                  <a:lnTo>
                    <a:pt x="2414079" y="1672477"/>
                  </a:lnTo>
                  <a:lnTo>
                    <a:pt x="2450232" y="1599267"/>
                  </a:lnTo>
                  <a:lnTo>
                    <a:pt x="2486058" y="1529461"/>
                  </a:lnTo>
                  <a:lnTo>
                    <a:pt x="2521607" y="1463281"/>
                  </a:lnTo>
                  <a:lnTo>
                    <a:pt x="2556966" y="1400865"/>
                  </a:lnTo>
                  <a:lnTo>
                    <a:pt x="2592254" y="1342279"/>
                  </a:lnTo>
                  <a:lnTo>
                    <a:pt x="2627638" y="1287518"/>
                  </a:lnTo>
                  <a:lnTo>
                    <a:pt x="2663328" y="1236512"/>
                  </a:lnTo>
                  <a:lnTo>
                    <a:pt x="2667772" y="1230464"/>
                  </a:lnTo>
                  <a:lnTo>
                    <a:pt x="2714467" y="1171074"/>
                  </a:lnTo>
                  <a:lnTo>
                    <a:pt x="2762760" y="1117689"/>
                  </a:lnTo>
                  <a:lnTo>
                    <a:pt x="2813414" y="1069997"/>
                  </a:lnTo>
                  <a:lnTo>
                    <a:pt x="2867282" y="1027470"/>
                  </a:lnTo>
                  <a:lnTo>
                    <a:pt x="2925231" y="989518"/>
                  </a:lnTo>
                  <a:lnTo>
                    <a:pt x="2988069" y="955574"/>
                  </a:lnTo>
                  <a:lnTo>
                    <a:pt x="3056446" y="925138"/>
                  </a:lnTo>
                  <a:lnTo>
                    <a:pt x="3130732" y="897811"/>
                  </a:lnTo>
                  <a:lnTo>
                    <a:pt x="3210845" y="873300"/>
                  </a:lnTo>
                  <a:lnTo>
                    <a:pt x="3296053" y="851430"/>
                  </a:lnTo>
                  <a:lnTo>
                    <a:pt x="3384784" y="832129"/>
                  </a:lnTo>
                  <a:lnTo>
                    <a:pt x="3474495" y="815410"/>
                  </a:lnTo>
                  <a:lnTo>
                    <a:pt x="3561719" y="801334"/>
                  </a:lnTo>
                  <a:lnTo>
                    <a:pt x="3642372" y="789950"/>
                  </a:lnTo>
                  <a:lnTo>
                    <a:pt x="3712351" y="781234"/>
                  </a:lnTo>
                  <a:lnTo>
                    <a:pt x="3768331" y="775035"/>
                  </a:lnTo>
                  <a:lnTo>
                    <a:pt x="3808548" y="771051"/>
                  </a:lnTo>
                  <a:lnTo>
                    <a:pt x="3833294" y="768848"/>
                  </a:lnTo>
                  <a:lnTo>
                    <a:pt x="3845008" y="767906"/>
                  </a:lnTo>
                  <a:lnTo>
                    <a:pt x="3848118" y="767679"/>
                  </a:lnTo>
                  <a:lnTo>
                    <a:pt x="4386855" y="767679"/>
                  </a:lnTo>
                  <a:lnTo>
                    <a:pt x="4388147" y="767654"/>
                  </a:lnTo>
                  <a:lnTo>
                    <a:pt x="4396576" y="767474"/>
                  </a:lnTo>
                  <a:lnTo>
                    <a:pt x="4417595" y="766976"/>
                  </a:lnTo>
                  <a:lnTo>
                    <a:pt x="4454586" y="766000"/>
                  </a:lnTo>
                  <a:lnTo>
                    <a:pt x="4508542" y="764404"/>
                  </a:lnTo>
                  <a:lnTo>
                    <a:pt x="4578037" y="762087"/>
                  </a:lnTo>
                  <a:lnTo>
                    <a:pt x="4659711" y="758994"/>
                  </a:lnTo>
                  <a:lnTo>
                    <a:pt x="4749127" y="755110"/>
                  </a:lnTo>
                  <a:lnTo>
                    <a:pt x="4841732" y="750450"/>
                  </a:lnTo>
                  <a:lnTo>
                    <a:pt x="4933606" y="745030"/>
                  </a:lnTo>
                  <a:lnTo>
                    <a:pt x="5021858" y="738859"/>
                  </a:lnTo>
                  <a:lnTo>
                    <a:pt x="5104707" y="731914"/>
                  </a:lnTo>
                  <a:lnTo>
                    <a:pt x="5181336" y="724142"/>
                  </a:lnTo>
                  <a:lnTo>
                    <a:pt x="5251664" y="715455"/>
                  </a:lnTo>
                  <a:lnTo>
                    <a:pt x="5316120" y="705729"/>
                  </a:lnTo>
                  <a:lnTo>
                    <a:pt x="5375442" y="694812"/>
                  </a:lnTo>
                  <a:lnTo>
                    <a:pt x="5430534" y="682529"/>
                  </a:lnTo>
                  <a:lnTo>
                    <a:pt x="5482354" y="668703"/>
                  </a:lnTo>
                  <a:lnTo>
                    <a:pt x="5531831" y="653183"/>
                  </a:lnTo>
                  <a:lnTo>
                    <a:pt x="5567201" y="640640"/>
                  </a:lnTo>
                  <a:lnTo>
                    <a:pt x="5616791" y="621071"/>
                  </a:lnTo>
                  <a:lnTo>
                    <a:pt x="5665900" y="599499"/>
                  </a:lnTo>
                  <a:lnTo>
                    <a:pt x="5715037" y="575896"/>
                  </a:lnTo>
                  <a:lnTo>
                    <a:pt x="5764548" y="550300"/>
                  </a:lnTo>
                  <a:lnTo>
                    <a:pt x="5814639" y="522830"/>
                  </a:lnTo>
                  <a:lnTo>
                    <a:pt x="5865387" y="493686"/>
                  </a:lnTo>
                  <a:lnTo>
                    <a:pt x="5916765" y="463149"/>
                  </a:lnTo>
                  <a:lnTo>
                    <a:pt x="5968654" y="431573"/>
                  </a:lnTo>
                  <a:lnTo>
                    <a:pt x="6020866" y="399368"/>
                  </a:lnTo>
                  <a:lnTo>
                    <a:pt x="6073173" y="366982"/>
                  </a:lnTo>
                  <a:lnTo>
                    <a:pt x="6125335" y="334873"/>
                  </a:lnTo>
                  <a:lnTo>
                    <a:pt x="6177131" y="303482"/>
                  </a:lnTo>
                  <a:lnTo>
                    <a:pt x="6228384" y="273210"/>
                  </a:lnTo>
                  <a:lnTo>
                    <a:pt x="6278994" y="244395"/>
                  </a:lnTo>
                  <a:lnTo>
                    <a:pt x="6328952" y="217304"/>
                  </a:lnTo>
                  <a:lnTo>
                    <a:pt x="6378364" y="192118"/>
                  </a:lnTo>
                  <a:lnTo>
                    <a:pt x="6427461" y="168939"/>
                  </a:lnTo>
                  <a:lnTo>
                    <a:pt x="6476623" y="147791"/>
                  </a:lnTo>
                  <a:lnTo>
                    <a:pt x="6515891" y="132483"/>
                  </a:lnTo>
                  <a:lnTo>
                    <a:pt x="6564170" y="115664"/>
                  </a:lnTo>
                  <a:lnTo>
                    <a:pt x="6614181" y="100603"/>
                  </a:lnTo>
                  <a:lnTo>
                    <a:pt x="6666774" y="87202"/>
                  </a:lnTo>
                  <a:lnTo>
                    <a:pt x="6722892" y="75298"/>
                  </a:lnTo>
                  <a:lnTo>
                    <a:pt x="6783489" y="64712"/>
                  </a:lnTo>
                  <a:lnTo>
                    <a:pt x="6849436" y="55275"/>
                  </a:lnTo>
                  <a:lnTo>
                    <a:pt x="6921406" y="46840"/>
                  </a:lnTo>
                  <a:lnTo>
                    <a:pt x="6999713" y="39295"/>
                  </a:lnTo>
                  <a:lnTo>
                    <a:pt x="7084107" y="32558"/>
                  </a:lnTo>
                  <a:lnTo>
                    <a:pt x="7173535" y="26586"/>
                  </a:lnTo>
                  <a:lnTo>
                    <a:pt x="7265929" y="21366"/>
                  </a:lnTo>
                  <a:lnTo>
                    <a:pt x="7358108" y="16909"/>
                  </a:lnTo>
                  <a:lnTo>
                    <a:pt x="7445930" y="13234"/>
                  </a:lnTo>
                  <a:lnTo>
                    <a:pt x="7524788" y="10349"/>
                  </a:lnTo>
                  <a:lnTo>
                    <a:pt x="7590433" y="8230"/>
                  </a:lnTo>
                  <a:lnTo>
                    <a:pt x="7639945" y="6810"/>
                  </a:lnTo>
                  <a:lnTo>
                    <a:pt x="7672513" y="5975"/>
                  </a:lnTo>
                  <a:lnTo>
                    <a:pt x="7689781" y="5577"/>
                  </a:lnTo>
                  <a:lnTo>
                    <a:pt x="7695715" y="545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5" y="25"/>
                  </a:lnTo>
                  <a:lnTo>
                    <a:pt x="7686516" y="205"/>
                  </a:lnTo>
                  <a:lnTo>
                    <a:pt x="7665498" y="702"/>
                  </a:lnTo>
                  <a:lnTo>
                    <a:pt x="7628506" y="1679"/>
                  </a:lnTo>
                  <a:lnTo>
                    <a:pt x="7574551" y="3274"/>
                  </a:lnTo>
                  <a:lnTo>
                    <a:pt x="7505055" y="5591"/>
                  </a:lnTo>
                  <a:lnTo>
                    <a:pt x="7423382" y="8685"/>
                  </a:lnTo>
                  <a:lnTo>
                    <a:pt x="7333966" y="12568"/>
                  </a:lnTo>
                  <a:lnTo>
                    <a:pt x="7241360" y="17229"/>
                  </a:lnTo>
                  <a:lnTo>
                    <a:pt x="7149487" y="22648"/>
                  </a:lnTo>
                  <a:lnTo>
                    <a:pt x="7061234" y="28820"/>
                  </a:lnTo>
                  <a:lnTo>
                    <a:pt x="6978385" y="35765"/>
                  </a:lnTo>
                  <a:lnTo>
                    <a:pt x="6901757" y="43536"/>
                  </a:lnTo>
                  <a:lnTo>
                    <a:pt x="6831429" y="52223"/>
                  </a:lnTo>
                  <a:lnTo>
                    <a:pt x="6766972" y="61949"/>
                  </a:lnTo>
                  <a:lnTo>
                    <a:pt x="6707650" y="72866"/>
                  </a:lnTo>
                  <a:lnTo>
                    <a:pt x="6652559" y="85149"/>
                  </a:lnTo>
                  <a:lnTo>
                    <a:pt x="6600738" y="98975"/>
                  </a:lnTo>
                  <a:lnTo>
                    <a:pt x="6551262" y="114496"/>
                  </a:lnTo>
                  <a:lnTo>
                    <a:pt x="6515891" y="127039"/>
                  </a:lnTo>
                  <a:lnTo>
                    <a:pt x="6466301" y="146607"/>
                  </a:lnTo>
                  <a:lnTo>
                    <a:pt x="6417192" y="168179"/>
                  </a:lnTo>
                  <a:lnTo>
                    <a:pt x="6368055" y="191783"/>
                  </a:lnTo>
                  <a:lnTo>
                    <a:pt x="6318544" y="217378"/>
                  </a:lnTo>
                  <a:lnTo>
                    <a:pt x="6268454" y="244848"/>
                  </a:lnTo>
                  <a:lnTo>
                    <a:pt x="6217705" y="273992"/>
                  </a:lnTo>
                  <a:lnTo>
                    <a:pt x="6166327" y="304529"/>
                  </a:lnTo>
                  <a:lnTo>
                    <a:pt x="6114439" y="336106"/>
                  </a:lnTo>
                  <a:lnTo>
                    <a:pt x="6062226" y="368310"/>
                  </a:lnTo>
                  <a:lnTo>
                    <a:pt x="6009919" y="400696"/>
                  </a:lnTo>
                  <a:lnTo>
                    <a:pt x="5957757" y="432805"/>
                  </a:lnTo>
                  <a:lnTo>
                    <a:pt x="5905962" y="464196"/>
                  </a:lnTo>
                  <a:lnTo>
                    <a:pt x="5854708" y="494469"/>
                  </a:lnTo>
                  <a:lnTo>
                    <a:pt x="5804098" y="523283"/>
                  </a:lnTo>
                  <a:lnTo>
                    <a:pt x="5754140" y="550374"/>
                  </a:lnTo>
                  <a:lnTo>
                    <a:pt x="5704728" y="575560"/>
                  </a:lnTo>
                  <a:lnTo>
                    <a:pt x="5655631" y="598739"/>
                  </a:lnTo>
                  <a:lnTo>
                    <a:pt x="5606470" y="619887"/>
                  </a:lnTo>
                  <a:lnTo>
                    <a:pt x="5567201" y="635195"/>
                  </a:lnTo>
                  <a:lnTo>
                    <a:pt x="5518923" y="652015"/>
                  </a:lnTo>
                  <a:lnTo>
                    <a:pt x="5468911" y="667075"/>
                  </a:lnTo>
                  <a:lnTo>
                    <a:pt x="5416319" y="680477"/>
                  </a:lnTo>
                  <a:lnTo>
                    <a:pt x="5360201" y="692381"/>
                  </a:lnTo>
                  <a:lnTo>
                    <a:pt x="5299604" y="702967"/>
                  </a:lnTo>
                  <a:lnTo>
                    <a:pt x="5233656" y="712404"/>
                  </a:lnTo>
                  <a:lnTo>
                    <a:pt x="5161686" y="720838"/>
                  </a:lnTo>
                  <a:lnTo>
                    <a:pt x="5083379" y="728384"/>
                  </a:lnTo>
                  <a:lnTo>
                    <a:pt x="4998985" y="735120"/>
                  </a:lnTo>
                  <a:lnTo>
                    <a:pt x="4909557" y="741092"/>
                  </a:lnTo>
                  <a:lnTo>
                    <a:pt x="4817163" y="746312"/>
                  </a:lnTo>
                  <a:lnTo>
                    <a:pt x="4724984" y="750769"/>
                  </a:lnTo>
                  <a:lnTo>
                    <a:pt x="4637162" y="754444"/>
                  </a:lnTo>
                  <a:lnTo>
                    <a:pt x="4558305" y="757330"/>
                  </a:lnTo>
                  <a:lnTo>
                    <a:pt x="4492659" y="759448"/>
                  </a:lnTo>
                  <a:lnTo>
                    <a:pt x="4443147" y="760868"/>
                  </a:lnTo>
                  <a:lnTo>
                    <a:pt x="4410579" y="761703"/>
                  </a:lnTo>
                  <a:lnTo>
                    <a:pt x="4393312" y="762101"/>
                  </a:lnTo>
                  <a:lnTo>
                    <a:pt x="4387377" y="762224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946" y="762317"/>
                  </a:lnTo>
                  <a:lnTo>
                    <a:pt x="3839275" y="762911"/>
                  </a:lnTo>
                  <a:lnTo>
                    <a:pt x="3820081" y="764551"/>
                  </a:lnTo>
                  <a:lnTo>
                    <a:pt x="3786131" y="767774"/>
                  </a:lnTo>
                  <a:lnTo>
                    <a:pt x="3736273" y="773053"/>
                  </a:lnTo>
                  <a:lnTo>
                    <a:pt x="3671497" y="780749"/>
                  </a:lnTo>
                  <a:lnTo>
                    <a:pt x="3594594" y="791070"/>
                  </a:lnTo>
                  <a:lnTo>
                    <a:pt x="3509459" y="804087"/>
                  </a:lnTo>
                  <a:lnTo>
                    <a:pt x="3420272" y="819770"/>
                  </a:lnTo>
                  <a:lnTo>
                    <a:pt x="3330796" y="838056"/>
                  </a:lnTo>
                  <a:lnTo>
                    <a:pt x="3243956" y="858909"/>
                  </a:lnTo>
                  <a:lnTo>
                    <a:pt x="3161700" y="882361"/>
                  </a:lnTo>
                  <a:lnTo>
                    <a:pt x="3085072" y="908548"/>
                  </a:lnTo>
                  <a:lnTo>
                    <a:pt x="3014384" y="937714"/>
                  </a:lnTo>
                  <a:lnTo>
                    <a:pt x="2949424" y="970218"/>
                  </a:lnTo>
                  <a:lnTo>
                    <a:pt x="2889635" y="1006522"/>
                  </a:lnTo>
                  <a:lnTo>
                    <a:pt x="2834257" y="1047171"/>
                  </a:lnTo>
                  <a:lnTo>
                    <a:pt x="2782437" y="1092755"/>
                  </a:lnTo>
                  <a:lnTo>
                    <a:pt x="2733310" y="1143838"/>
                  </a:lnTo>
                  <a:lnTo>
                    <a:pt x="2686066" y="1200841"/>
                  </a:lnTo>
                  <a:lnTo>
                    <a:pt x="2667772" y="1225020"/>
                  </a:lnTo>
                  <a:lnTo>
                    <a:pt x="2632027" y="1275569"/>
                  </a:lnTo>
                  <a:lnTo>
                    <a:pt x="2596618" y="1329861"/>
                  </a:lnTo>
                  <a:lnTo>
                    <a:pt x="2561327" y="1387973"/>
                  </a:lnTo>
                  <a:lnTo>
                    <a:pt x="2525985" y="1449917"/>
                  </a:lnTo>
                  <a:lnTo>
                    <a:pt x="2490464" y="1515638"/>
                  </a:lnTo>
                  <a:lnTo>
                    <a:pt x="2454676" y="1585006"/>
                  </a:lnTo>
                  <a:lnTo>
                    <a:pt x="2418566" y="1657811"/>
                  </a:lnTo>
                  <a:lnTo>
                    <a:pt x="2382112" y="1733760"/>
                  </a:lnTo>
                  <a:lnTo>
                    <a:pt x="2345322" y="1812485"/>
                  </a:lnTo>
                  <a:lnTo>
                    <a:pt x="2308229" y="1893540"/>
                  </a:lnTo>
                  <a:lnTo>
                    <a:pt x="2270887" y="1976416"/>
                  </a:lnTo>
                  <a:lnTo>
                    <a:pt x="2233367" y="2060550"/>
                  </a:lnTo>
                  <a:lnTo>
                    <a:pt x="2195753" y="2145344"/>
                  </a:lnTo>
                  <a:lnTo>
                    <a:pt x="2158132" y="2230175"/>
                  </a:lnTo>
                  <a:lnTo>
                    <a:pt x="2120596" y="2314424"/>
                  </a:lnTo>
                  <a:lnTo>
                    <a:pt x="2083228" y="2397487"/>
                  </a:lnTo>
                  <a:lnTo>
                    <a:pt x="2046101" y="2478796"/>
                  </a:lnTo>
                  <a:lnTo>
                    <a:pt x="2009271" y="2557834"/>
                  </a:lnTo>
                  <a:lnTo>
                    <a:pt x="1972775" y="2634148"/>
                  </a:lnTo>
                  <a:lnTo>
                    <a:pt x="1936623" y="2707359"/>
                  </a:lnTo>
                  <a:lnTo>
                    <a:pt x="1900797" y="2777164"/>
                  </a:lnTo>
                  <a:lnTo>
                    <a:pt x="1865247" y="2843345"/>
                  </a:lnTo>
                  <a:lnTo>
                    <a:pt x="1829889" y="2905761"/>
                  </a:lnTo>
                  <a:lnTo>
                    <a:pt x="1794600" y="2964346"/>
                  </a:lnTo>
                  <a:lnTo>
                    <a:pt x="1759216" y="3019108"/>
                  </a:lnTo>
                  <a:lnTo>
                    <a:pt x="1723527" y="3070113"/>
                  </a:lnTo>
                  <a:lnTo>
                    <a:pt x="1719082" y="3076161"/>
                  </a:lnTo>
                  <a:lnTo>
                    <a:pt x="1672388" y="3135552"/>
                  </a:lnTo>
                  <a:lnTo>
                    <a:pt x="1624095" y="3188936"/>
                  </a:lnTo>
                  <a:lnTo>
                    <a:pt x="1573441" y="3236629"/>
                  </a:lnTo>
                  <a:lnTo>
                    <a:pt x="1519572" y="3279156"/>
                  </a:lnTo>
                  <a:lnTo>
                    <a:pt x="1461623" y="3317107"/>
                  </a:lnTo>
                  <a:lnTo>
                    <a:pt x="1398786" y="3351052"/>
                  </a:lnTo>
                  <a:lnTo>
                    <a:pt x="1330408" y="3381487"/>
                  </a:lnTo>
                  <a:lnTo>
                    <a:pt x="1256122" y="3408815"/>
                  </a:lnTo>
                  <a:lnTo>
                    <a:pt x="1176010" y="3433325"/>
                  </a:lnTo>
                  <a:lnTo>
                    <a:pt x="1090801" y="3455196"/>
                  </a:lnTo>
                  <a:lnTo>
                    <a:pt x="1002071" y="3474497"/>
                  </a:lnTo>
                  <a:lnTo>
                    <a:pt x="912360" y="3491216"/>
                  </a:lnTo>
                  <a:lnTo>
                    <a:pt x="825135" y="3505292"/>
                  </a:lnTo>
                  <a:lnTo>
                    <a:pt x="744482" y="3516676"/>
                  </a:lnTo>
                  <a:lnTo>
                    <a:pt x="674504" y="3525392"/>
                  </a:lnTo>
                  <a:lnTo>
                    <a:pt x="618524" y="3531591"/>
                  </a:lnTo>
                  <a:lnTo>
                    <a:pt x="578307" y="3535574"/>
                  </a:lnTo>
                  <a:lnTo>
                    <a:pt x="553561" y="3537778"/>
                  </a:lnTo>
                  <a:lnTo>
                    <a:pt x="541847" y="3538720"/>
                  </a:lnTo>
                  <a:lnTo>
                    <a:pt x="538736" y="3538947"/>
                  </a:lnTo>
                  <a:lnTo>
                    <a:pt x="0" y="3538947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38" name="pl1338"/>
            <p:cNvSpPr/>
            <p:nvPr/>
          </p:nvSpPr>
          <p:spPr>
            <a:xfrm>
              <a:off x="546595" y="1055351"/>
              <a:ext cx="8234974" cy="3538947"/>
            </a:xfrm>
            <a:custGeom>
              <a:avLst/>
              <a:pathLst>
                <a:path w="8234974" h="3538947">
                  <a:moveTo>
                    <a:pt x="0" y="3538947"/>
                  </a:moveTo>
                  <a:lnTo>
                    <a:pt x="538736" y="3538947"/>
                  </a:lnTo>
                  <a:lnTo>
                    <a:pt x="539909" y="3538864"/>
                  </a:lnTo>
                  <a:lnTo>
                    <a:pt x="547580" y="3538270"/>
                  </a:lnTo>
                  <a:lnTo>
                    <a:pt x="566774" y="3536630"/>
                  </a:lnTo>
                  <a:lnTo>
                    <a:pt x="600724" y="3533407"/>
                  </a:lnTo>
                  <a:lnTo>
                    <a:pt x="650582" y="3528128"/>
                  </a:lnTo>
                  <a:lnTo>
                    <a:pt x="715358" y="3520432"/>
                  </a:lnTo>
                  <a:lnTo>
                    <a:pt x="792261" y="3510111"/>
                  </a:lnTo>
                  <a:lnTo>
                    <a:pt x="877395" y="3497094"/>
                  </a:lnTo>
                  <a:lnTo>
                    <a:pt x="966583" y="3481411"/>
                  </a:lnTo>
                  <a:lnTo>
                    <a:pt x="1056059" y="3463125"/>
                  </a:lnTo>
                  <a:lnTo>
                    <a:pt x="1142899" y="3442272"/>
                  </a:lnTo>
                  <a:lnTo>
                    <a:pt x="1225154" y="3418820"/>
                  </a:lnTo>
                  <a:lnTo>
                    <a:pt x="1301783" y="3392633"/>
                  </a:lnTo>
                  <a:lnTo>
                    <a:pt x="1372470" y="3363467"/>
                  </a:lnTo>
                  <a:lnTo>
                    <a:pt x="1437430" y="3330963"/>
                  </a:lnTo>
                  <a:lnTo>
                    <a:pt x="1497220" y="3294659"/>
                  </a:lnTo>
                  <a:lnTo>
                    <a:pt x="1552598" y="3254010"/>
                  </a:lnTo>
                  <a:lnTo>
                    <a:pt x="1604417" y="3208426"/>
                  </a:lnTo>
                  <a:lnTo>
                    <a:pt x="1653545" y="3157343"/>
                  </a:lnTo>
                  <a:lnTo>
                    <a:pt x="1700789" y="3100340"/>
                  </a:lnTo>
                  <a:lnTo>
                    <a:pt x="1719082" y="3076161"/>
                  </a:lnTo>
                  <a:lnTo>
                    <a:pt x="1754827" y="3025612"/>
                  </a:lnTo>
                  <a:lnTo>
                    <a:pt x="1790236" y="2971320"/>
                  </a:lnTo>
                  <a:lnTo>
                    <a:pt x="1825527" y="2913208"/>
                  </a:lnTo>
                  <a:lnTo>
                    <a:pt x="1860869" y="2851264"/>
                  </a:lnTo>
                  <a:lnTo>
                    <a:pt x="1896390" y="2785543"/>
                  </a:lnTo>
                  <a:lnTo>
                    <a:pt x="1932179" y="2716175"/>
                  </a:lnTo>
                  <a:lnTo>
                    <a:pt x="1968289" y="2643370"/>
                  </a:lnTo>
                  <a:lnTo>
                    <a:pt x="2004743" y="2567421"/>
                  </a:lnTo>
                  <a:lnTo>
                    <a:pt x="2041532" y="2488696"/>
                  </a:lnTo>
                  <a:lnTo>
                    <a:pt x="2078625" y="2407641"/>
                  </a:lnTo>
                  <a:lnTo>
                    <a:pt x="2115967" y="2324765"/>
                  </a:lnTo>
                  <a:lnTo>
                    <a:pt x="2153487" y="2240631"/>
                  </a:lnTo>
                  <a:lnTo>
                    <a:pt x="2191102" y="2155837"/>
                  </a:lnTo>
                  <a:lnTo>
                    <a:pt x="2228722" y="2071006"/>
                  </a:lnTo>
                  <a:lnTo>
                    <a:pt x="2266259" y="1986757"/>
                  </a:lnTo>
                  <a:lnTo>
                    <a:pt x="2303627" y="1903694"/>
                  </a:lnTo>
                  <a:lnTo>
                    <a:pt x="2340754" y="1822385"/>
                  </a:lnTo>
                  <a:lnTo>
                    <a:pt x="2377583" y="1743347"/>
                  </a:lnTo>
                  <a:lnTo>
                    <a:pt x="2414079" y="1667033"/>
                  </a:lnTo>
                  <a:lnTo>
                    <a:pt x="2450232" y="1593822"/>
                  </a:lnTo>
                  <a:lnTo>
                    <a:pt x="2486058" y="1524017"/>
                  </a:lnTo>
                  <a:lnTo>
                    <a:pt x="2521607" y="1457836"/>
                  </a:lnTo>
                  <a:lnTo>
                    <a:pt x="2556966" y="1395420"/>
                  </a:lnTo>
                  <a:lnTo>
                    <a:pt x="2592254" y="1336835"/>
                  </a:lnTo>
                  <a:lnTo>
                    <a:pt x="2627638" y="1282073"/>
                  </a:lnTo>
                  <a:lnTo>
                    <a:pt x="2663328" y="1231068"/>
                  </a:lnTo>
                  <a:lnTo>
                    <a:pt x="2667772" y="1225020"/>
                  </a:lnTo>
                  <a:lnTo>
                    <a:pt x="2714467" y="1165629"/>
                  </a:lnTo>
                  <a:lnTo>
                    <a:pt x="2762760" y="1112245"/>
                  </a:lnTo>
                  <a:lnTo>
                    <a:pt x="2813414" y="1064552"/>
                  </a:lnTo>
                  <a:lnTo>
                    <a:pt x="2867282" y="1022025"/>
                  </a:lnTo>
                  <a:lnTo>
                    <a:pt x="2925231" y="984074"/>
                  </a:lnTo>
                  <a:lnTo>
                    <a:pt x="2988069" y="950129"/>
                  </a:lnTo>
                  <a:lnTo>
                    <a:pt x="3056446" y="919694"/>
                  </a:lnTo>
                  <a:lnTo>
                    <a:pt x="3130732" y="892366"/>
                  </a:lnTo>
                  <a:lnTo>
                    <a:pt x="3210845" y="867856"/>
                  </a:lnTo>
                  <a:lnTo>
                    <a:pt x="3296053" y="845985"/>
                  </a:lnTo>
                  <a:lnTo>
                    <a:pt x="3384784" y="826684"/>
                  </a:lnTo>
                  <a:lnTo>
                    <a:pt x="3474495" y="809965"/>
                  </a:lnTo>
                  <a:lnTo>
                    <a:pt x="3561719" y="795889"/>
                  </a:lnTo>
                  <a:lnTo>
                    <a:pt x="3642372" y="784505"/>
                  </a:lnTo>
                  <a:lnTo>
                    <a:pt x="3712351" y="775789"/>
                  </a:lnTo>
                  <a:lnTo>
                    <a:pt x="3768331" y="769590"/>
                  </a:lnTo>
                  <a:lnTo>
                    <a:pt x="3808548" y="765607"/>
                  </a:lnTo>
                  <a:lnTo>
                    <a:pt x="3833294" y="763403"/>
                  </a:lnTo>
                  <a:lnTo>
                    <a:pt x="3845008" y="762461"/>
                  </a:lnTo>
                  <a:lnTo>
                    <a:pt x="3848044" y="762239"/>
                  </a:lnTo>
                  <a:lnTo>
                    <a:pt x="3848118" y="762234"/>
                  </a:lnTo>
                  <a:lnTo>
                    <a:pt x="4386855" y="762234"/>
                  </a:lnTo>
                  <a:lnTo>
                    <a:pt x="4388147" y="762209"/>
                  </a:lnTo>
                  <a:lnTo>
                    <a:pt x="4396576" y="762029"/>
                  </a:lnTo>
                  <a:lnTo>
                    <a:pt x="4417595" y="761531"/>
                  </a:lnTo>
                  <a:lnTo>
                    <a:pt x="4454586" y="760555"/>
                  </a:lnTo>
                  <a:lnTo>
                    <a:pt x="4508542" y="758960"/>
                  </a:lnTo>
                  <a:lnTo>
                    <a:pt x="4578037" y="756643"/>
                  </a:lnTo>
                  <a:lnTo>
                    <a:pt x="4659711" y="753549"/>
                  </a:lnTo>
                  <a:lnTo>
                    <a:pt x="4749127" y="749666"/>
                  </a:lnTo>
                  <a:lnTo>
                    <a:pt x="4841732" y="745005"/>
                  </a:lnTo>
                  <a:lnTo>
                    <a:pt x="4933606" y="739586"/>
                  </a:lnTo>
                  <a:lnTo>
                    <a:pt x="5021858" y="733414"/>
                  </a:lnTo>
                  <a:lnTo>
                    <a:pt x="5104707" y="726469"/>
                  </a:lnTo>
                  <a:lnTo>
                    <a:pt x="5181336" y="718697"/>
                  </a:lnTo>
                  <a:lnTo>
                    <a:pt x="5251664" y="710010"/>
                  </a:lnTo>
                  <a:lnTo>
                    <a:pt x="5316120" y="700285"/>
                  </a:lnTo>
                  <a:lnTo>
                    <a:pt x="5375442" y="689367"/>
                  </a:lnTo>
                  <a:lnTo>
                    <a:pt x="5430534" y="677085"/>
                  </a:lnTo>
                  <a:lnTo>
                    <a:pt x="5482354" y="663259"/>
                  </a:lnTo>
                  <a:lnTo>
                    <a:pt x="5531831" y="647738"/>
                  </a:lnTo>
                  <a:lnTo>
                    <a:pt x="5567201" y="635195"/>
                  </a:lnTo>
                  <a:lnTo>
                    <a:pt x="5616791" y="615627"/>
                  </a:lnTo>
                  <a:lnTo>
                    <a:pt x="5665900" y="594055"/>
                  </a:lnTo>
                  <a:lnTo>
                    <a:pt x="5715037" y="570451"/>
                  </a:lnTo>
                  <a:lnTo>
                    <a:pt x="5764548" y="544855"/>
                  </a:lnTo>
                  <a:lnTo>
                    <a:pt x="5814639" y="517385"/>
                  </a:lnTo>
                  <a:lnTo>
                    <a:pt x="5865387" y="488242"/>
                  </a:lnTo>
                  <a:lnTo>
                    <a:pt x="5916765" y="457705"/>
                  </a:lnTo>
                  <a:lnTo>
                    <a:pt x="5968654" y="426128"/>
                  </a:lnTo>
                  <a:lnTo>
                    <a:pt x="6020866" y="393924"/>
                  </a:lnTo>
                  <a:lnTo>
                    <a:pt x="6073173" y="361538"/>
                  </a:lnTo>
                  <a:lnTo>
                    <a:pt x="6125335" y="329428"/>
                  </a:lnTo>
                  <a:lnTo>
                    <a:pt x="6177131" y="298037"/>
                  </a:lnTo>
                  <a:lnTo>
                    <a:pt x="6228384" y="267765"/>
                  </a:lnTo>
                  <a:lnTo>
                    <a:pt x="6278994" y="238951"/>
                  </a:lnTo>
                  <a:lnTo>
                    <a:pt x="6328952" y="211860"/>
                  </a:lnTo>
                  <a:lnTo>
                    <a:pt x="6378364" y="186674"/>
                  </a:lnTo>
                  <a:lnTo>
                    <a:pt x="6427461" y="163495"/>
                  </a:lnTo>
                  <a:lnTo>
                    <a:pt x="6476623" y="142347"/>
                  </a:lnTo>
                  <a:lnTo>
                    <a:pt x="6515891" y="127039"/>
                  </a:lnTo>
                  <a:lnTo>
                    <a:pt x="6564170" y="110219"/>
                  </a:lnTo>
                  <a:lnTo>
                    <a:pt x="6614181" y="95158"/>
                  </a:lnTo>
                  <a:lnTo>
                    <a:pt x="6666774" y="81757"/>
                  </a:lnTo>
                  <a:lnTo>
                    <a:pt x="6722892" y="69853"/>
                  </a:lnTo>
                  <a:lnTo>
                    <a:pt x="6783489" y="59267"/>
                  </a:lnTo>
                  <a:lnTo>
                    <a:pt x="6849436" y="49830"/>
                  </a:lnTo>
                  <a:lnTo>
                    <a:pt x="6921406" y="41396"/>
                  </a:lnTo>
                  <a:lnTo>
                    <a:pt x="6999713" y="33850"/>
                  </a:lnTo>
                  <a:lnTo>
                    <a:pt x="7084107" y="27113"/>
                  </a:lnTo>
                  <a:lnTo>
                    <a:pt x="7173535" y="21141"/>
                  </a:lnTo>
                  <a:lnTo>
                    <a:pt x="7265929" y="15922"/>
                  </a:lnTo>
                  <a:lnTo>
                    <a:pt x="7358108" y="11465"/>
                  </a:lnTo>
                  <a:lnTo>
                    <a:pt x="7445930" y="7790"/>
                  </a:lnTo>
                  <a:lnTo>
                    <a:pt x="7524788" y="4904"/>
                  </a:lnTo>
                  <a:lnTo>
                    <a:pt x="7590433" y="2785"/>
                  </a:lnTo>
                  <a:lnTo>
                    <a:pt x="7639945" y="1365"/>
                  </a:lnTo>
                  <a:lnTo>
                    <a:pt x="7672513" y="530"/>
                  </a:lnTo>
                  <a:lnTo>
                    <a:pt x="7689781" y="133"/>
                  </a:lnTo>
                  <a:lnTo>
                    <a:pt x="7695715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9" name="pl1339"/>
            <p:cNvSpPr/>
            <p:nvPr/>
          </p:nvSpPr>
          <p:spPr>
            <a:xfrm>
              <a:off x="546595" y="1049906"/>
              <a:ext cx="8234974" cy="3538947"/>
            </a:xfrm>
            <a:custGeom>
              <a:avLst/>
              <a:pathLst>
                <a:path w="8234974" h="3538947">
                  <a:moveTo>
                    <a:pt x="8234974" y="0"/>
                  </a:moveTo>
                  <a:lnTo>
                    <a:pt x="7696237" y="0"/>
                  </a:lnTo>
                  <a:lnTo>
                    <a:pt x="7694945" y="25"/>
                  </a:lnTo>
                  <a:lnTo>
                    <a:pt x="7686516" y="205"/>
                  </a:lnTo>
                  <a:lnTo>
                    <a:pt x="7665498" y="702"/>
                  </a:lnTo>
                  <a:lnTo>
                    <a:pt x="7628506" y="1679"/>
                  </a:lnTo>
                  <a:lnTo>
                    <a:pt x="7574551" y="3274"/>
                  </a:lnTo>
                  <a:lnTo>
                    <a:pt x="7505055" y="5591"/>
                  </a:lnTo>
                  <a:lnTo>
                    <a:pt x="7423382" y="8685"/>
                  </a:lnTo>
                  <a:lnTo>
                    <a:pt x="7333966" y="12568"/>
                  </a:lnTo>
                  <a:lnTo>
                    <a:pt x="7241360" y="17229"/>
                  </a:lnTo>
                  <a:lnTo>
                    <a:pt x="7149487" y="22648"/>
                  </a:lnTo>
                  <a:lnTo>
                    <a:pt x="7061234" y="28820"/>
                  </a:lnTo>
                  <a:lnTo>
                    <a:pt x="6978385" y="35765"/>
                  </a:lnTo>
                  <a:lnTo>
                    <a:pt x="6901757" y="43536"/>
                  </a:lnTo>
                  <a:lnTo>
                    <a:pt x="6831429" y="52223"/>
                  </a:lnTo>
                  <a:lnTo>
                    <a:pt x="6766972" y="61949"/>
                  </a:lnTo>
                  <a:lnTo>
                    <a:pt x="6707650" y="72866"/>
                  </a:lnTo>
                  <a:lnTo>
                    <a:pt x="6652559" y="85149"/>
                  </a:lnTo>
                  <a:lnTo>
                    <a:pt x="6600738" y="98975"/>
                  </a:lnTo>
                  <a:lnTo>
                    <a:pt x="6551262" y="114496"/>
                  </a:lnTo>
                  <a:lnTo>
                    <a:pt x="6515891" y="127039"/>
                  </a:lnTo>
                  <a:lnTo>
                    <a:pt x="6466301" y="146607"/>
                  </a:lnTo>
                  <a:lnTo>
                    <a:pt x="6417192" y="168179"/>
                  </a:lnTo>
                  <a:lnTo>
                    <a:pt x="6368055" y="191783"/>
                  </a:lnTo>
                  <a:lnTo>
                    <a:pt x="6318544" y="217378"/>
                  </a:lnTo>
                  <a:lnTo>
                    <a:pt x="6268454" y="244848"/>
                  </a:lnTo>
                  <a:lnTo>
                    <a:pt x="6217705" y="273992"/>
                  </a:lnTo>
                  <a:lnTo>
                    <a:pt x="6166327" y="304529"/>
                  </a:lnTo>
                  <a:lnTo>
                    <a:pt x="6114439" y="336106"/>
                  </a:lnTo>
                  <a:lnTo>
                    <a:pt x="6062226" y="368310"/>
                  </a:lnTo>
                  <a:lnTo>
                    <a:pt x="6009919" y="400696"/>
                  </a:lnTo>
                  <a:lnTo>
                    <a:pt x="5957757" y="432805"/>
                  </a:lnTo>
                  <a:lnTo>
                    <a:pt x="5905962" y="464196"/>
                  </a:lnTo>
                  <a:lnTo>
                    <a:pt x="5854708" y="494469"/>
                  </a:lnTo>
                  <a:lnTo>
                    <a:pt x="5804098" y="523283"/>
                  </a:lnTo>
                  <a:lnTo>
                    <a:pt x="5754140" y="550374"/>
                  </a:lnTo>
                  <a:lnTo>
                    <a:pt x="5704728" y="575560"/>
                  </a:lnTo>
                  <a:lnTo>
                    <a:pt x="5655631" y="598739"/>
                  </a:lnTo>
                  <a:lnTo>
                    <a:pt x="5606470" y="619887"/>
                  </a:lnTo>
                  <a:lnTo>
                    <a:pt x="5567201" y="635195"/>
                  </a:lnTo>
                  <a:lnTo>
                    <a:pt x="5518923" y="652015"/>
                  </a:lnTo>
                  <a:lnTo>
                    <a:pt x="5468911" y="667075"/>
                  </a:lnTo>
                  <a:lnTo>
                    <a:pt x="5416319" y="680477"/>
                  </a:lnTo>
                  <a:lnTo>
                    <a:pt x="5360201" y="692381"/>
                  </a:lnTo>
                  <a:lnTo>
                    <a:pt x="5299604" y="702967"/>
                  </a:lnTo>
                  <a:lnTo>
                    <a:pt x="5233656" y="712404"/>
                  </a:lnTo>
                  <a:lnTo>
                    <a:pt x="5161686" y="720838"/>
                  </a:lnTo>
                  <a:lnTo>
                    <a:pt x="5083379" y="728384"/>
                  </a:lnTo>
                  <a:lnTo>
                    <a:pt x="4998985" y="735120"/>
                  </a:lnTo>
                  <a:lnTo>
                    <a:pt x="4909557" y="741092"/>
                  </a:lnTo>
                  <a:lnTo>
                    <a:pt x="4817163" y="746312"/>
                  </a:lnTo>
                  <a:lnTo>
                    <a:pt x="4724984" y="750769"/>
                  </a:lnTo>
                  <a:lnTo>
                    <a:pt x="4637162" y="754444"/>
                  </a:lnTo>
                  <a:lnTo>
                    <a:pt x="4558305" y="757330"/>
                  </a:lnTo>
                  <a:lnTo>
                    <a:pt x="4492659" y="759448"/>
                  </a:lnTo>
                  <a:lnTo>
                    <a:pt x="4443147" y="760868"/>
                  </a:lnTo>
                  <a:lnTo>
                    <a:pt x="4410579" y="761703"/>
                  </a:lnTo>
                  <a:lnTo>
                    <a:pt x="4393312" y="762101"/>
                  </a:lnTo>
                  <a:lnTo>
                    <a:pt x="4387377" y="762224"/>
                  </a:lnTo>
                  <a:lnTo>
                    <a:pt x="4386855" y="762234"/>
                  </a:lnTo>
                  <a:lnTo>
                    <a:pt x="3848118" y="762234"/>
                  </a:lnTo>
                  <a:lnTo>
                    <a:pt x="3846946" y="762317"/>
                  </a:lnTo>
                  <a:lnTo>
                    <a:pt x="3839275" y="762911"/>
                  </a:lnTo>
                  <a:lnTo>
                    <a:pt x="3820081" y="764551"/>
                  </a:lnTo>
                  <a:lnTo>
                    <a:pt x="3786131" y="767774"/>
                  </a:lnTo>
                  <a:lnTo>
                    <a:pt x="3736273" y="773053"/>
                  </a:lnTo>
                  <a:lnTo>
                    <a:pt x="3671497" y="780749"/>
                  </a:lnTo>
                  <a:lnTo>
                    <a:pt x="3594594" y="791070"/>
                  </a:lnTo>
                  <a:lnTo>
                    <a:pt x="3509459" y="804087"/>
                  </a:lnTo>
                  <a:lnTo>
                    <a:pt x="3420272" y="819770"/>
                  </a:lnTo>
                  <a:lnTo>
                    <a:pt x="3330796" y="838056"/>
                  </a:lnTo>
                  <a:lnTo>
                    <a:pt x="3243956" y="858909"/>
                  </a:lnTo>
                  <a:lnTo>
                    <a:pt x="3161700" y="882361"/>
                  </a:lnTo>
                  <a:lnTo>
                    <a:pt x="3085072" y="908548"/>
                  </a:lnTo>
                  <a:lnTo>
                    <a:pt x="3014384" y="937714"/>
                  </a:lnTo>
                  <a:lnTo>
                    <a:pt x="2949424" y="970218"/>
                  </a:lnTo>
                  <a:lnTo>
                    <a:pt x="2889635" y="1006522"/>
                  </a:lnTo>
                  <a:lnTo>
                    <a:pt x="2834257" y="1047171"/>
                  </a:lnTo>
                  <a:lnTo>
                    <a:pt x="2782437" y="1092755"/>
                  </a:lnTo>
                  <a:lnTo>
                    <a:pt x="2733310" y="1143838"/>
                  </a:lnTo>
                  <a:lnTo>
                    <a:pt x="2686066" y="1200841"/>
                  </a:lnTo>
                  <a:lnTo>
                    <a:pt x="2667772" y="1225020"/>
                  </a:lnTo>
                  <a:lnTo>
                    <a:pt x="2632027" y="1275569"/>
                  </a:lnTo>
                  <a:lnTo>
                    <a:pt x="2596618" y="1329861"/>
                  </a:lnTo>
                  <a:lnTo>
                    <a:pt x="2561327" y="1387973"/>
                  </a:lnTo>
                  <a:lnTo>
                    <a:pt x="2525985" y="1449917"/>
                  </a:lnTo>
                  <a:lnTo>
                    <a:pt x="2490464" y="1515638"/>
                  </a:lnTo>
                  <a:lnTo>
                    <a:pt x="2454676" y="1585006"/>
                  </a:lnTo>
                  <a:lnTo>
                    <a:pt x="2418566" y="1657811"/>
                  </a:lnTo>
                  <a:lnTo>
                    <a:pt x="2382112" y="1733760"/>
                  </a:lnTo>
                  <a:lnTo>
                    <a:pt x="2345322" y="1812485"/>
                  </a:lnTo>
                  <a:lnTo>
                    <a:pt x="2308229" y="1893540"/>
                  </a:lnTo>
                  <a:lnTo>
                    <a:pt x="2270887" y="1976416"/>
                  </a:lnTo>
                  <a:lnTo>
                    <a:pt x="2233367" y="2060550"/>
                  </a:lnTo>
                  <a:lnTo>
                    <a:pt x="2195753" y="2145344"/>
                  </a:lnTo>
                  <a:lnTo>
                    <a:pt x="2158132" y="2230175"/>
                  </a:lnTo>
                  <a:lnTo>
                    <a:pt x="2120596" y="2314424"/>
                  </a:lnTo>
                  <a:lnTo>
                    <a:pt x="2083228" y="2397487"/>
                  </a:lnTo>
                  <a:lnTo>
                    <a:pt x="2046101" y="2478796"/>
                  </a:lnTo>
                  <a:lnTo>
                    <a:pt x="2009271" y="2557834"/>
                  </a:lnTo>
                  <a:lnTo>
                    <a:pt x="1972775" y="2634148"/>
                  </a:lnTo>
                  <a:lnTo>
                    <a:pt x="1936623" y="2707359"/>
                  </a:lnTo>
                  <a:lnTo>
                    <a:pt x="1900797" y="2777164"/>
                  </a:lnTo>
                  <a:lnTo>
                    <a:pt x="1865247" y="2843345"/>
                  </a:lnTo>
                  <a:lnTo>
                    <a:pt x="1829889" y="2905761"/>
                  </a:lnTo>
                  <a:lnTo>
                    <a:pt x="1794600" y="2964346"/>
                  </a:lnTo>
                  <a:lnTo>
                    <a:pt x="1759216" y="3019108"/>
                  </a:lnTo>
                  <a:lnTo>
                    <a:pt x="1723527" y="3070113"/>
                  </a:lnTo>
                  <a:lnTo>
                    <a:pt x="1719082" y="3076161"/>
                  </a:lnTo>
                  <a:lnTo>
                    <a:pt x="1672388" y="3135552"/>
                  </a:lnTo>
                  <a:lnTo>
                    <a:pt x="1624095" y="3188936"/>
                  </a:lnTo>
                  <a:lnTo>
                    <a:pt x="1573441" y="3236629"/>
                  </a:lnTo>
                  <a:lnTo>
                    <a:pt x="1519572" y="3279156"/>
                  </a:lnTo>
                  <a:lnTo>
                    <a:pt x="1461623" y="3317107"/>
                  </a:lnTo>
                  <a:lnTo>
                    <a:pt x="1398786" y="3351052"/>
                  </a:lnTo>
                  <a:lnTo>
                    <a:pt x="1330408" y="3381487"/>
                  </a:lnTo>
                  <a:lnTo>
                    <a:pt x="1256122" y="3408815"/>
                  </a:lnTo>
                  <a:lnTo>
                    <a:pt x="1176010" y="3433325"/>
                  </a:lnTo>
                  <a:lnTo>
                    <a:pt x="1090801" y="3455196"/>
                  </a:lnTo>
                  <a:lnTo>
                    <a:pt x="1002071" y="3474497"/>
                  </a:lnTo>
                  <a:lnTo>
                    <a:pt x="912360" y="3491216"/>
                  </a:lnTo>
                  <a:lnTo>
                    <a:pt x="825135" y="3505292"/>
                  </a:lnTo>
                  <a:lnTo>
                    <a:pt x="744482" y="3516676"/>
                  </a:lnTo>
                  <a:lnTo>
                    <a:pt x="674504" y="3525392"/>
                  </a:lnTo>
                  <a:lnTo>
                    <a:pt x="618524" y="3531591"/>
                  </a:lnTo>
                  <a:lnTo>
                    <a:pt x="578307" y="3535574"/>
                  </a:lnTo>
                  <a:lnTo>
                    <a:pt x="553561" y="3537778"/>
                  </a:lnTo>
                  <a:lnTo>
                    <a:pt x="541847" y="3538720"/>
                  </a:lnTo>
                  <a:lnTo>
                    <a:pt x="538811" y="3538942"/>
                  </a:lnTo>
                  <a:lnTo>
                    <a:pt x="538736" y="3538947"/>
                  </a:lnTo>
                  <a:lnTo>
                    <a:pt x="0" y="35389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0" name="pg1340"/>
            <p:cNvSpPr/>
            <p:nvPr/>
          </p:nvSpPr>
          <p:spPr>
            <a:xfrm>
              <a:off x="546595" y="1844808"/>
              <a:ext cx="8234974" cy="2754934"/>
            </a:xfrm>
            <a:custGeom>
              <a:avLst/>
              <a:pathLst>
                <a:path w="8234974" h="2754934">
                  <a:moveTo>
                    <a:pt x="0" y="2754934"/>
                  </a:moveTo>
                  <a:lnTo>
                    <a:pt x="538736" y="2754934"/>
                  </a:lnTo>
                  <a:lnTo>
                    <a:pt x="539911" y="2754851"/>
                  </a:lnTo>
                  <a:lnTo>
                    <a:pt x="547597" y="2754263"/>
                  </a:lnTo>
                  <a:lnTo>
                    <a:pt x="566825" y="2752635"/>
                  </a:lnTo>
                  <a:lnTo>
                    <a:pt x="600833" y="2749438"/>
                  </a:lnTo>
                  <a:lnTo>
                    <a:pt x="650770" y="2744200"/>
                  </a:lnTo>
                  <a:lnTo>
                    <a:pt x="715637" y="2736566"/>
                  </a:lnTo>
                  <a:lnTo>
                    <a:pt x="792633" y="2726328"/>
                  </a:lnTo>
                  <a:lnTo>
                    <a:pt x="877853" y="2713418"/>
                  </a:lnTo>
                  <a:lnTo>
                    <a:pt x="967109" y="2697864"/>
                  </a:lnTo>
                  <a:lnTo>
                    <a:pt x="1056635" y="2679729"/>
                  </a:lnTo>
                  <a:lnTo>
                    <a:pt x="1143506" y="2659050"/>
                  </a:lnTo>
                  <a:lnTo>
                    <a:pt x="1225775" y="2635793"/>
                  </a:lnTo>
                  <a:lnTo>
                    <a:pt x="1302406" y="2609823"/>
                  </a:lnTo>
                  <a:lnTo>
                    <a:pt x="1373088" y="2580897"/>
                  </a:lnTo>
                  <a:lnTo>
                    <a:pt x="1438038" y="2548657"/>
                  </a:lnTo>
                  <a:lnTo>
                    <a:pt x="1497818" y="2512645"/>
                  </a:lnTo>
                  <a:lnTo>
                    <a:pt x="1553189" y="2472319"/>
                  </a:lnTo>
                  <a:lnTo>
                    <a:pt x="1605007" y="2427094"/>
                  </a:lnTo>
                  <a:lnTo>
                    <a:pt x="1654139" y="2376410"/>
                  </a:lnTo>
                  <a:lnTo>
                    <a:pt x="1701395" y="2319853"/>
                  </a:lnTo>
                  <a:lnTo>
                    <a:pt x="1719082" y="2296686"/>
                  </a:lnTo>
                  <a:lnTo>
                    <a:pt x="1754966" y="2246429"/>
                  </a:lnTo>
                  <a:lnTo>
                    <a:pt x="1790512" y="2192438"/>
                  </a:lnTo>
                  <a:lnTo>
                    <a:pt x="1825940" y="2134634"/>
                  </a:lnTo>
                  <a:lnTo>
                    <a:pt x="1861422" y="2073006"/>
                  </a:lnTo>
                  <a:lnTo>
                    <a:pt x="1897085" y="2007610"/>
                  </a:lnTo>
                  <a:lnTo>
                    <a:pt x="1933020" y="1938579"/>
                  </a:lnTo>
                  <a:lnTo>
                    <a:pt x="1969280" y="1866124"/>
                  </a:lnTo>
                  <a:lnTo>
                    <a:pt x="2005886" y="1790539"/>
                  </a:lnTo>
                  <a:lnTo>
                    <a:pt x="2042830" y="1712198"/>
                  </a:lnTo>
                  <a:lnTo>
                    <a:pt x="2080078" y="1631548"/>
                  </a:lnTo>
                  <a:lnTo>
                    <a:pt x="2117574" y="1549102"/>
                  </a:lnTo>
                  <a:lnTo>
                    <a:pt x="2155247" y="1465426"/>
                  </a:lnTo>
                  <a:lnTo>
                    <a:pt x="2193010" y="1381120"/>
                  </a:lnTo>
                  <a:lnTo>
                    <a:pt x="2230775" y="1296808"/>
                  </a:lnTo>
                  <a:lnTo>
                    <a:pt x="2268451" y="1213111"/>
                  </a:lnTo>
                  <a:lnTo>
                    <a:pt x="2305952" y="1130631"/>
                  </a:lnTo>
                  <a:lnTo>
                    <a:pt x="2343206" y="1049936"/>
                  </a:lnTo>
                  <a:lnTo>
                    <a:pt x="2380157" y="971539"/>
                  </a:lnTo>
                  <a:lnTo>
                    <a:pt x="2416771" y="895889"/>
                  </a:lnTo>
                  <a:lnTo>
                    <a:pt x="2453038" y="823362"/>
                  </a:lnTo>
                  <a:lnTo>
                    <a:pt x="2488979" y="754252"/>
                  </a:lnTo>
                  <a:lnTo>
                    <a:pt x="2524648" y="688774"/>
                  </a:lnTo>
                  <a:lnTo>
                    <a:pt x="2560133" y="627062"/>
                  </a:lnTo>
                  <a:lnTo>
                    <a:pt x="2595560" y="569174"/>
                  </a:lnTo>
                  <a:lnTo>
                    <a:pt x="2631102" y="515099"/>
                  </a:lnTo>
                  <a:lnTo>
                    <a:pt x="2666975" y="464762"/>
                  </a:lnTo>
                  <a:lnTo>
                    <a:pt x="2667772" y="463692"/>
                  </a:lnTo>
                  <a:lnTo>
                    <a:pt x="2714497" y="404848"/>
                  </a:lnTo>
                  <a:lnTo>
                    <a:pt x="2762824" y="351958"/>
                  </a:lnTo>
                  <a:lnTo>
                    <a:pt x="2813516" y="304711"/>
                  </a:lnTo>
                  <a:lnTo>
                    <a:pt x="2867427" y="262585"/>
                  </a:lnTo>
                  <a:lnTo>
                    <a:pt x="2925428" y="224993"/>
                  </a:lnTo>
                  <a:lnTo>
                    <a:pt x="2988325" y="191373"/>
                  </a:lnTo>
                  <a:lnTo>
                    <a:pt x="3056771" y="161230"/>
                  </a:lnTo>
                  <a:lnTo>
                    <a:pt x="3131135" y="134166"/>
                  </a:lnTo>
                  <a:lnTo>
                    <a:pt x="3211330" y="109896"/>
                  </a:lnTo>
                  <a:lnTo>
                    <a:pt x="3296622" y="88242"/>
                  </a:lnTo>
                  <a:lnTo>
                    <a:pt x="3385426" y="69134"/>
                  </a:lnTo>
                  <a:lnTo>
                    <a:pt x="3475191" y="52588"/>
                  </a:lnTo>
                  <a:lnTo>
                    <a:pt x="3562435" y="38662"/>
                  </a:lnTo>
                  <a:lnTo>
                    <a:pt x="3643064" y="27406"/>
                  </a:lnTo>
                  <a:lnTo>
                    <a:pt x="3712969" y="18794"/>
                  </a:lnTo>
                  <a:lnTo>
                    <a:pt x="3768832" y="12676"/>
                  </a:lnTo>
                  <a:lnTo>
                    <a:pt x="3808904" y="8750"/>
                  </a:lnTo>
                  <a:lnTo>
                    <a:pt x="3833500" y="6584"/>
                  </a:lnTo>
                  <a:lnTo>
                    <a:pt x="3845088" y="566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4" y="5459"/>
                  </a:lnTo>
                  <a:lnTo>
                    <a:pt x="4396629" y="5565"/>
                  </a:lnTo>
                  <a:lnTo>
                    <a:pt x="4417757" y="5858"/>
                  </a:lnTo>
                  <a:lnTo>
                    <a:pt x="4454931" y="6433"/>
                  </a:lnTo>
                  <a:lnTo>
                    <a:pt x="4509130" y="7373"/>
                  </a:lnTo>
                  <a:lnTo>
                    <a:pt x="4578903" y="8737"/>
                  </a:lnTo>
                  <a:lnTo>
                    <a:pt x="4660853" y="10558"/>
                  </a:lnTo>
                  <a:lnTo>
                    <a:pt x="4750514" y="12844"/>
                  </a:lnTo>
                  <a:lnTo>
                    <a:pt x="4843310" y="15586"/>
                  </a:lnTo>
                  <a:lnTo>
                    <a:pt x="4935314" y="18774"/>
                  </a:lnTo>
                  <a:lnTo>
                    <a:pt x="5023640" y="22404"/>
                  </a:lnTo>
                  <a:lnTo>
                    <a:pt x="5106515" y="26490"/>
                  </a:lnTo>
                  <a:lnTo>
                    <a:pt x="5183138" y="31063"/>
                  </a:lnTo>
                  <a:lnTo>
                    <a:pt x="5253442" y="36175"/>
                  </a:lnTo>
                  <a:lnTo>
                    <a:pt x="5317868" y="41900"/>
                  </a:lnTo>
                  <a:lnTo>
                    <a:pt x="5377165" y="48328"/>
                  </a:lnTo>
                  <a:lnTo>
                    <a:pt x="5432244" y="55563"/>
                  </a:lnTo>
                  <a:lnTo>
                    <a:pt x="5484071" y="63708"/>
                  </a:lnTo>
                  <a:lnTo>
                    <a:pt x="5533574" y="72852"/>
                  </a:lnTo>
                  <a:lnTo>
                    <a:pt x="5567201" y="79853"/>
                  </a:lnTo>
                  <a:lnTo>
                    <a:pt x="5618780" y="91802"/>
                  </a:lnTo>
                  <a:lnTo>
                    <a:pt x="5669862" y="105022"/>
                  </a:lnTo>
                  <a:lnTo>
                    <a:pt x="5721011" y="119529"/>
                  </a:lnTo>
                  <a:lnTo>
                    <a:pt x="5772597" y="135293"/>
                  </a:lnTo>
                  <a:lnTo>
                    <a:pt x="5824832" y="152228"/>
                  </a:lnTo>
                  <a:lnTo>
                    <a:pt x="5877782" y="170192"/>
                  </a:lnTo>
                  <a:lnTo>
                    <a:pt x="5931389" y="188988"/>
                  </a:lnTo>
                  <a:lnTo>
                    <a:pt x="5985498" y="208372"/>
                  </a:lnTo>
                  <a:lnTo>
                    <a:pt x="6039880" y="228065"/>
                  </a:lnTo>
                  <a:lnTo>
                    <a:pt x="6094270" y="247767"/>
                  </a:lnTo>
                  <a:lnTo>
                    <a:pt x="6148402" y="267179"/>
                  </a:lnTo>
                  <a:lnTo>
                    <a:pt x="6202045" y="286019"/>
                  </a:lnTo>
                  <a:lnTo>
                    <a:pt x="6255038" y="304040"/>
                  </a:lnTo>
                  <a:lnTo>
                    <a:pt x="6307316" y="321042"/>
                  </a:lnTo>
                  <a:lnTo>
                    <a:pt x="6358938" y="336881"/>
                  </a:lnTo>
                  <a:lnTo>
                    <a:pt x="6410105" y="351467"/>
                  </a:lnTo>
                  <a:lnTo>
                    <a:pt x="6461177" y="364766"/>
                  </a:lnTo>
                  <a:lnTo>
                    <a:pt x="6512705" y="376791"/>
                  </a:lnTo>
                  <a:lnTo>
                    <a:pt x="6515891" y="377487"/>
                  </a:lnTo>
                  <a:lnTo>
                    <a:pt x="6564262" y="387356"/>
                  </a:lnTo>
                  <a:lnTo>
                    <a:pt x="6614374" y="396191"/>
                  </a:lnTo>
                  <a:lnTo>
                    <a:pt x="6667081" y="404051"/>
                  </a:lnTo>
                  <a:lnTo>
                    <a:pt x="6723332" y="411031"/>
                  </a:lnTo>
                  <a:lnTo>
                    <a:pt x="6784085" y="417237"/>
                  </a:lnTo>
                  <a:lnTo>
                    <a:pt x="6850217" y="422768"/>
                  </a:lnTo>
                  <a:lnTo>
                    <a:pt x="6922400" y="427711"/>
                  </a:lnTo>
                  <a:lnTo>
                    <a:pt x="7000945" y="432132"/>
                  </a:lnTo>
                  <a:lnTo>
                    <a:pt x="7085590" y="436078"/>
                  </a:lnTo>
                  <a:lnTo>
                    <a:pt x="7175262" y="439575"/>
                  </a:lnTo>
                  <a:lnTo>
                    <a:pt x="7267860" y="442629"/>
                  </a:lnTo>
                  <a:lnTo>
                    <a:pt x="7360165" y="445234"/>
                  </a:lnTo>
                  <a:lnTo>
                    <a:pt x="7447994" y="447380"/>
                  </a:lnTo>
                  <a:lnTo>
                    <a:pt x="7526711" y="449062"/>
                  </a:lnTo>
                  <a:lnTo>
                    <a:pt x="7592068" y="450293"/>
                  </a:lnTo>
                  <a:lnTo>
                    <a:pt x="7641176" y="451115"/>
                  </a:lnTo>
                  <a:lnTo>
                    <a:pt x="7673290" y="451596"/>
                  </a:lnTo>
                  <a:lnTo>
                    <a:pt x="7690140" y="451822"/>
                  </a:lnTo>
                  <a:lnTo>
                    <a:pt x="7695787" y="451891"/>
                  </a:lnTo>
                  <a:lnTo>
                    <a:pt x="7696237" y="451896"/>
                  </a:lnTo>
                  <a:lnTo>
                    <a:pt x="8234974" y="451896"/>
                  </a:lnTo>
                  <a:lnTo>
                    <a:pt x="8234974" y="446451"/>
                  </a:lnTo>
                  <a:lnTo>
                    <a:pt x="7696237" y="446451"/>
                  </a:lnTo>
                  <a:lnTo>
                    <a:pt x="7694938" y="446436"/>
                  </a:lnTo>
                  <a:lnTo>
                    <a:pt x="7686463" y="446330"/>
                  </a:lnTo>
                  <a:lnTo>
                    <a:pt x="7665335" y="446037"/>
                  </a:lnTo>
                  <a:lnTo>
                    <a:pt x="7628162" y="445462"/>
                  </a:lnTo>
                  <a:lnTo>
                    <a:pt x="7573963" y="444522"/>
                  </a:lnTo>
                  <a:lnTo>
                    <a:pt x="7504190" y="443158"/>
                  </a:lnTo>
                  <a:lnTo>
                    <a:pt x="7422239" y="441337"/>
                  </a:lnTo>
                  <a:lnTo>
                    <a:pt x="7332579" y="439052"/>
                  </a:lnTo>
                  <a:lnTo>
                    <a:pt x="7239782" y="436310"/>
                  </a:lnTo>
                  <a:lnTo>
                    <a:pt x="7147778" y="433122"/>
                  </a:lnTo>
                  <a:lnTo>
                    <a:pt x="7059453" y="429491"/>
                  </a:lnTo>
                  <a:lnTo>
                    <a:pt x="6976577" y="425405"/>
                  </a:lnTo>
                  <a:lnTo>
                    <a:pt x="6899955" y="420833"/>
                  </a:lnTo>
                  <a:lnTo>
                    <a:pt x="6829650" y="415720"/>
                  </a:lnTo>
                  <a:lnTo>
                    <a:pt x="6765224" y="409995"/>
                  </a:lnTo>
                  <a:lnTo>
                    <a:pt x="6705927" y="403567"/>
                  </a:lnTo>
                  <a:lnTo>
                    <a:pt x="6650848" y="396332"/>
                  </a:lnTo>
                  <a:lnTo>
                    <a:pt x="6599022" y="388187"/>
                  </a:lnTo>
                  <a:lnTo>
                    <a:pt x="6549518" y="379044"/>
                  </a:lnTo>
                  <a:lnTo>
                    <a:pt x="6515891" y="372043"/>
                  </a:lnTo>
                  <a:lnTo>
                    <a:pt x="6464313" y="360094"/>
                  </a:lnTo>
                  <a:lnTo>
                    <a:pt x="6413230" y="346874"/>
                  </a:lnTo>
                  <a:lnTo>
                    <a:pt x="6362082" y="332366"/>
                  </a:lnTo>
                  <a:lnTo>
                    <a:pt x="6310495" y="316602"/>
                  </a:lnTo>
                  <a:lnTo>
                    <a:pt x="6258260" y="299667"/>
                  </a:lnTo>
                  <a:lnTo>
                    <a:pt x="6205310" y="281704"/>
                  </a:lnTo>
                  <a:lnTo>
                    <a:pt x="6151703" y="262907"/>
                  </a:lnTo>
                  <a:lnTo>
                    <a:pt x="6097595" y="243523"/>
                  </a:lnTo>
                  <a:lnTo>
                    <a:pt x="6043213" y="223830"/>
                  </a:lnTo>
                  <a:lnTo>
                    <a:pt x="5988823" y="204128"/>
                  </a:lnTo>
                  <a:lnTo>
                    <a:pt x="5934690" y="184716"/>
                  </a:lnTo>
                  <a:lnTo>
                    <a:pt x="5881047" y="165877"/>
                  </a:lnTo>
                  <a:lnTo>
                    <a:pt x="5828054" y="147856"/>
                  </a:lnTo>
                  <a:lnTo>
                    <a:pt x="5775776" y="130853"/>
                  </a:lnTo>
                  <a:lnTo>
                    <a:pt x="5724154" y="115015"/>
                  </a:lnTo>
                  <a:lnTo>
                    <a:pt x="5672988" y="100429"/>
                  </a:lnTo>
                  <a:lnTo>
                    <a:pt x="5621916" y="87130"/>
                  </a:lnTo>
                  <a:lnTo>
                    <a:pt x="5570388" y="75104"/>
                  </a:lnTo>
                  <a:lnTo>
                    <a:pt x="5567201" y="74408"/>
                  </a:lnTo>
                  <a:lnTo>
                    <a:pt x="5518830" y="64539"/>
                  </a:lnTo>
                  <a:lnTo>
                    <a:pt x="5468718" y="55704"/>
                  </a:lnTo>
                  <a:lnTo>
                    <a:pt x="5416012" y="47844"/>
                  </a:lnTo>
                  <a:lnTo>
                    <a:pt x="5359761" y="40864"/>
                  </a:lnTo>
                  <a:lnTo>
                    <a:pt x="5299007" y="34658"/>
                  </a:lnTo>
                  <a:lnTo>
                    <a:pt x="5232875" y="29127"/>
                  </a:lnTo>
                  <a:lnTo>
                    <a:pt x="5160692" y="24184"/>
                  </a:lnTo>
                  <a:lnTo>
                    <a:pt x="5082147" y="19763"/>
                  </a:lnTo>
                  <a:lnTo>
                    <a:pt x="4997502" y="15817"/>
                  </a:lnTo>
                  <a:lnTo>
                    <a:pt x="4907830" y="12321"/>
                  </a:lnTo>
                  <a:lnTo>
                    <a:pt x="4815232" y="9266"/>
                  </a:lnTo>
                  <a:lnTo>
                    <a:pt x="4722927" y="6661"/>
                  </a:lnTo>
                  <a:lnTo>
                    <a:pt x="4635099" y="4515"/>
                  </a:lnTo>
                  <a:lnTo>
                    <a:pt x="4556382" y="2834"/>
                  </a:lnTo>
                  <a:lnTo>
                    <a:pt x="4491024" y="1602"/>
                  </a:lnTo>
                  <a:lnTo>
                    <a:pt x="4441916" y="780"/>
                  </a:lnTo>
                  <a:lnTo>
                    <a:pt x="4409802" y="300"/>
                  </a:lnTo>
                  <a:lnTo>
                    <a:pt x="4392952" y="73"/>
                  </a:lnTo>
                  <a:lnTo>
                    <a:pt x="438730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3" y="82"/>
                  </a:lnTo>
                  <a:lnTo>
                    <a:pt x="3839258" y="671"/>
                  </a:lnTo>
                  <a:lnTo>
                    <a:pt x="3820029" y="2298"/>
                  </a:lnTo>
                  <a:lnTo>
                    <a:pt x="3786022" y="5495"/>
                  </a:lnTo>
                  <a:lnTo>
                    <a:pt x="3736085" y="10733"/>
                  </a:lnTo>
                  <a:lnTo>
                    <a:pt x="3671218" y="18368"/>
                  </a:lnTo>
                  <a:lnTo>
                    <a:pt x="3594222" y="28606"/>
                  </a:lnTo>
                  <a:lnTo>
                    <a:pt x="3509002" y="41516"/>
                  </a:lnTo>
                  <a:lnTo>
                    <a:pt x="3419745" y="57069"/>
                  </a:lnTo>
                  <a:lnTo>
                    <a:pt x="3330219" y="75204"/>
                  </a:lnTo>
                  <a:lnTo>
                    <a:pt x="3243349" y="95883"/>
                  </a:lnTo>
                  <a:lnTo>
                    <a:pt x="3161079" y="119141"/>
                  </a:lnTo>
                  <a:lnTo>
                    <a:pt x="3084449" y="145110"/>
                  </a:lnTo>
                  <a:lnTo>
                    <a:pt x="3013767" y="174037"/>
                  </a:lnTo>
                  <a:lnTo>
                    <a:pt x="2948816" y="206276"/>
                  </a:lnTo>
                  <a:lnTo>
                    <a:pt x="2889036" y="242289"/>
                  </a:lnTo>
                  <a:lnTo>
                    <a:pt x="2833665" y="282615"/>
                  </a:lnTo>
                  <a:lnTo>
                    <a:pt x="2781848" y="327840"/>
                  </a:lnTo>
                  <a:lnTo>
                    <a:pt x="2732715" y="378523"/>
                  </a:lnTo>
                  <a:lnTo>
                    <a:pt x="2685460" y="435081"/>
                  </a:lnTo>
                  <a:lnTo>
                    <a:pt x="2667772" y="458248"/>
                  </a:lnTo>
                  <a:lnTo>
                    <a:pt x="2631889" y="508504"/>
                  </a:lnTo>
                  <a:lnTo>
                    <a:pt x="2596343" y="562496"/>
                  </a:lnTo>
                  <a:lnTo>
                    <a:pt x="2560914" y="620299"/>
                  </a:lnTo>
                  <a:lnTo>
                    <a:pt x="2525433" y="681927"/>
                  </a:lnTo>
                  <a:lnTo>
                    <a:pt x="2489769" y="747323"/>
                  </a:lnTo>
                  <a:lnTo>
                    <a:pt x="2453834" y="816355"/>
                  </a:lnTo>
                  <a:lnTo>
                    <a:pt x="2417575" y="888810"/>
                  </a:lnTo>
                  <a:lnTo>
                    <a:pt x="2380969" y="964394"/>
                  </a:lnTo>
                  <a:lnTo>
                    <a:pt x="2344025" y="1042735"/>
                  </a:lnTo>
                  <a:lnTo>
                    <a:pt x="2306777" y="1123385"/>
                  </a:lnTo>
                  <a:lnTo>
                    <a:pt x="2269280" y="1205831"/>
                  </a:lnTo>
                  <a:lnTo>
                    <a:pt x="2231608" y="1289508"/>
                  </a:lnTo>
                  <a:lnTo>
                    <a:pt x="2193844" y="1373813"/>
                  </a:lnTo>
                  <a:lnTo>
                    <a:pt x="2156079" y="1458125"/>
                  </a:lnTo>
                  <a:lnTo>
                    <a:pt x="2118404" y="1541823"/>
                  </a:lnTo>
                  <a:lnTo>
                    <a:pt x="2080903" y="1624302"/>
                  </a:lnTo>
                  <a:lnTo>
                    <a:pt x="2043648" y="1704997"/>
                  </a:lnTo>
                  <a:lnTo>
                    <a:pt x="2006697" y="1783394"/>
                  </a:lnTo>
                  <a:lnTo>
                    <a:pt x="1970084" y="1859044"/>
                  </a:lnTo>
                  <a:lnTo>
                    <a:pt x="1933817" y="1931571"/>
                  </a:lnTo>
                  <a:lnTo>
                    <a:pt x="1897875" y="2000681"/>
                  </a:lnTo>
                  <a:lnTo>
                    <a:pt x="1862207" y="2066159"/>
                  </a:lnTo>
                  <a:lnTo>
                    <a:pt x="1826722" y="2127871"/>
                  </a:lnTo>
                  <a:lnTo>
                    <a:pt x="1791294" y="2185759"/>
                  </a:lnTo>
                  <a:lnTo>
                    <a:pt x="1755753" y="2239834"/>
                  </a:lnTo>
                  <a:lnTo>
                    <a:pt x="1719880" y="2290172"/>
                  </a:lnTo>
                  <a:lnTo>
                    <a:pt x="1719082" y="2291241"/>
                  </a:lnTo>
                  <a:lnTo>
                    <a:pt x="1672357" y="2350086"/>
                  </a:lnTo>
                  <a:lnTo>
                    <a:pt x="1624031" y="2402976"/>
                  </a:lnTo>
                  <a:lnTo>
                    <a:pt x="1573339" y="2450222"/>
                  </a:lnTo>
                  <a:lnTo>
                    <a:pt x="1519427" y="2492349"/>
                  </a:lnTo>
                  <a:lnTo>
                    <a:pt x="1461427" y="2529940"/>
                  </a:lnTo>
                  <a:lnTo>
                    <a:pt x="1398530" y="2563561"/>
                  </a:lnTo>
                  <a:lnTo>
                    <a:pt x="1330083" y="2593704"/>
                  </a:lnTo>
                  <a:lnTo>
                    <a:pt x="1255720" y="2620767"/>
                  </a:lnTo>
                  <a:lnTo>
                    <a:pt x="1175525" y="2645038"/>
                  </a:lnTo>
                  <a:lnTo>
                    <a:pt x="1090233" y="2666692"/>
                  </a:lnTo>
                  <a:lnTo>
                    <a:pt x="1001428" y="2685799"/>
                  </a:lnTo>
                  <a:lnTo>
                    <a:pt x="911664" y="2702345"/>
                  </a:lnTo>
                  <a:lnTo>
                    <a:pt x="824419" y="2716271"/>
                  </a:lnTo>
                  <a:lnTo>
                    <a:pt x="743790" y="2727527"/>
                  </a:lnTo>
                  <a:lnTo>
                    <a:pt x="673885" y="2736139"/>
                  </a:lnTo>
                  <a:lnTo>
                    <a:pt x="618022" y="2742257"/>
                  </a:lnTo>
                  <a:lnTo>
                    <a:pt x="577951" y="2746183"/>
                  </a:lnTo>
                  <a:lnTo>
                    <a:pt x="553355" y="2748349"/>
                  </a:lnTo>
                  <a:lnTo>
                    <a:pt x="541767" y="2749270"/>
                  </a:lnTo>
                  <a:lnTo>
                    <a:pt x="538736" y="2749489"/>
                  </a:lnTo>
                  <a:lnTo>
                    <a:pt x="0" y="274948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41" name="pl1341"/>
            <p:cNvSpPr/>
            <p:nvPr/>
          </p:nvSpPr>
          <p:spPr>
            <a:xfrm>
              <a:off x="546595" y="1850253"/>
              <a:ext cx="8234974" cy="2749489"/>
            </a:xfrm>
            <a:custGeom>
              <a:avLst/>
              <a:pathLst>
                <a:path w="8234974" h="2749489">
                  <a:moveTo>
                    <a:pt x="0" y="2749489"/>
                  </a:moveTo>
                  <a:lnTo>
                    <a:pt x="538736" y="2749489"/>
                  </a:lnTo>
                  <a:lnTo>
                    <a:pt x="539911" y="2749407"/>
                  </a:lnTo>
                  <a:lnTo>
                    <a:pt x="547597" y="2748818"/>
                  </a:lnTo>
                  <a:lnTo>
                    <a:pt x="566825" y="2747190"/>
                  </a:lnTo>
                  <a:lnTo>
                    <a:pt x="600833" y="2743993"/>
                  </a:lnTo>
                  <a:lnTo>
                    <a:pt x="650770" y="2738755"/>
                  </a:lnTo>
                  <a:lnTo>
                    <a:pt x="715637" y="2731121"/>
                  </a:lnTo>
                  <a:lnTo>
                    <a:pt x="792633" y="2720883"/>
                  </a:lnTo>
                  <a:lnTo>
                    <a:pt x="877853" y="2707973"/>
                  </a:lnTo>
                  <a:lnTo>
                    <a:pt x="967109" y="2692419"/>
                  </a:lnTo>
                  <a:lnTo>
                    <a:pt x="1056635" y="2674284"/>
                  </a:lnTo>
                  <a:lnTo>
                    <a:pt x="1143506" y="2653606"/>
                  </a:lnTo>
                  <a:lnTo>
                    <a:pt x="1225775" y="2630348"/>
                  </a:lnTo>
                  <a:lnTo>
                    <a:pt x="1302406" y="2604379"/>
                  </a:lnTo>
                  <a:lnTo>
                    <a:pt x="1373088" y="2575452"/>
                  </a:lnTo>
                  <a:lnTo>
                    <a:pt x="1438038" y="2543212"/>
                  </a:lnTo>
                  <a:lnTo>
                    <a:pt x="1497818" y="2507200"/>
                  </a:lnTo>
                  <a:lnTo>
                    <a:pt x="1553189" y="2466874"/>
                  </a:lnTo>
                  <a:lnTo>
                    <a:pt x="1605007" y="2421649"/>
                  </a:lnTo>
                  <a:lnTo>
                    <a:pt x="1654139" y="2370965"/>
                  </a:lnTo>
                  <a:lnTo>
                    <a:pt x="1701395" y="2314408"/>
                  </a:lnTo>
                  <a:lnTo>
                    <a:pt x="1719082" y="2291241"/>
                  </a:lnTo>
                  <a:lnTo>
                    <a:pt x="1754966" y="2240985"/>
                  </a:lnTo>
                  <a:lnTo>
                    <a:pt x="1790512" y="2186993"/>
                  </a:lnTo>
                  <a:lnTo>
                    <a:pt x="1825940" y="2129190"/>
                  </a:lnTo>
                  <a:lnTo>
                    <a:pt x="1861422" y="2067562"/>
                  </a:lnTo>
                  <a:lnTo>
                    <a:pt x="1897085" y="2002166"/>
                  </a:lnTo>
                  <a:lnTo>
                    <a:pt x="1933020" y="1933134"/>
                  </a:lnTo>
                  <a:lnTo>
                    <a:pt x="1969280" y="1860679"/>
                  </a:lnTo>
                  <a:lnTo>
                    <a:pt x="2005886" y="1785095"/>
                  </a:lnTo>
                  <a:lnTo>
                    <a:pt x="2042830" y="1706754"/>
                  </a:lnTo>
                  <a:lnTo>
                    <a:pt x="2080078" y="1626104"/>
                  </a:lnTo>
                  <a:lnTo>
                    <a:pt x="2117574" y="1543658"/>
                  </a:lnTo>
                  <a:lnTo>
                    <a:pt x="2155247" y="1459981"/>
                  </a:lnTo>
                  <a:lnTo>
                    <a:pt x="2193010" y="1375676"/>
                  </a:lnTo>
                  <a:lnTo>
                    <a:pt x="2230775" y="1291363"/>
                  </a:lnTo>
                  <a:lnTo>
                    <a:pt x="2268451" y="1207666"/>
                  </a:lnTo>
                  <a:lnTo>
                    <a:pt x="2305952" y="1125187"/>
                  </a:lnTo>
                  <a:lnTo>
                    <a:pt x="2343206" y="1044491"/>
                  </a:lnTo>
                  <a:lnTo>
                    <a:pt x="2380157" y="966094"/>
                  </a:lnTo>
                  <a:lnTo>
                    <a:pt x="2416771" y="890445"/>
                  </a:lnTo>
                  <a:lnTo>
                    <a:pt x="2453038" y="817917"/>
                  </a:lnTo>
                  <a:lnTo>
                    <a:pt x="2488979" y="748808"/>
                  </a:lnTo>
                  <a:lnTo>
                    <a:pt x="2524648" y="683330"/>
                  </a:lnTo>
                  <a:lnTo>
                    <a:pt x="2560133" y="621618"/>
                  </a:lnTo>
                  <a:lnTo>
                    <a:pt x="2595560" y="563730"/>
                  </a:lnTo>
                  <a:lnTo>
                    <a:pt x="2631102" y="509654"/>
                  </a:lnTo>
                  <a:lnTo>
                    <a:pt x="2666975" y="459317"/>
                  </a:lnTo>
                  <a:lnTo>
                    <a:pt x="2667772" y="458248"/>
                  </a:lnTo>
                  <a:lnTo>
                    <a:pt x="2714497" y="399403"/>
                  </a:lnTo>
                  <a:lnTo>
                    <a:pt x="2762824" y="346513"/>
                  </a:lnTo>
                  <a:lnTo>
                    <a:pt x="2813516" y="299266"/>
                  </a:lnTo>
                  <a:lnTo>
                    <a:pt x="2867427" y="257140"/>
                  </a:lnTo>
                  <a:lnTo>
                    <a:pt x="2925428" y="219549"/>
                  </a:lnTo>
                  <a:lnTo>
                    <a:pt x="2988325" y="185928"/>
                  </a:lnTo>
                  <a:lnTo>
                    <a:pt x="3056771" y="155785"/>
                  </a:lnTo>
                  <a:lnTo>
                    <a:pt x="3131135" y="128722"/>
                  </a:lnTo>
                  <a:lnTo>
                    <a:pt x="3211330" y="104451"/>
                  </a:lnTo>
                  <a:lnTo>
                    <a:pt x="3296622" y="82797"/>
                  </a:lnTo>
                  <a:lnTo>
                    <a:pt x="3385426" y="63690"/>
                  </a:lnTo>
                  <a:lnTo>
                    <a:pt x="3475191" y="47144"/>
                  </a:lnTo>
                  <a:lnTo>
                    <a:pt x="3562435" y="33218"/>
                  </a:lnTo>
                  <a:lnTo>
                    <a:pt x="3643064" y="21962"/>
                  </a:lnTo>
                  <a:lnTo>
                    <a:pt x="3712969" y="13350"/>
                  </a:lnTo>
                  <a:lnTo>
                    <a:pt x="3768832" y="7232"/>
                  </a:lnTo>
                  <a:lnTo>
                    <a:pt x="3808904" y="3306"/>
                  </a:lnTo>
                  <a:lnTo>
                    <a:pt x="3833500" y="1140"/>
                  </a:lnTo>
                  <a:lnTo>
                    <a:pt x="3845088" y="218"/>
                  </a:lnTo>
                  <a:lnTo>
                    <a:pt x="3848051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4" y="14"/>
                  </a:lnTo>
                  <a:lnTo>
                    <a:pt x="4396629" y="120"/>
                  </a:lnTo>
                  <a:lnTo>
                    <a:pt x="4417757" y="414"/>
                  </a:lnTo>
                  <a:lnTo>
                    <a:pt x="4454931" y="989"/>
                  </a:lnTo>
                  <a:lnTo>
                    <a:pt x="4509130" y="1928"/>
                  </a:lnTo>
                  <a:lnTo>
                    <a:pt x="4578903" y="3293"/>
                  </a:lnTo>
                  <a:lnTo>
                    <a:pt x="4660853" y="5114"/>
                  </a:lnTo>
                  <a:lnTo>
                    <a:pt x="4750514" y="7399"/>
                  </a:lnTo>
                  <a:lnTo>
                    <a:pt x="4843310" y="10141"/>
                  </a:lnTo>
                  <a:lnTo>
                    <a:pt x="4935314" y="13329"/>
                  </a:lnTo>
                  <a:lnTo>
                    <a:pt x="5023640" y="16960"/>
                  </a:lnTo>
                  <a:lnTo>
                    <a:pt x="5106515" y="21045"/>
                  </a:lnTo>
                  <a:lnTo>
                    <a:pt x="5183138" y="25618"/>
                  </a:lnTo>
                  <a:lnTo>
                    <a:pt x="5253442" y="30730"/>
                  </a:lnTo>
                  <a:lnTo>
                    <a:pt x="5317868" y="36455"/>
                  </a:lnTo>
                  <a:lnTo>
                    <a:pt x="5377165" y="42884"/>
                  </a:lnTo>
                  <a:lnTo>
                    <a:pt x="5432244" y="50118"/>
                  </a:lnTo>
                  <a:lnTo>
                    <a:pt x="5484071" y="58263"/>
                  </a:lnTo>
                  <a:lnTo>
                    <a:pt x="5533574" y="67407"/>
                  </a:lnTo>
                  <a:lnTo>
                    <a:pt x="5567201" y="74408"/>
                  </a:lnTo>
                  <a:lnTo>
                    <a:pt x="5618780" y="86357"/>
                  </a:lnTo>
                  <a:lnTo>
                    <a:pt x="5669862" y="99577"/>
                  </a:lnTo>
                  <a:lnTo>
                    <a:pt x="5721011" y="114085"/>
                  </a:lnTo>
                  <a:lnTo>
                    <a:pt x="5772597" y="129849"/>
                  </a:lnTo>
                  <a:lnTo>
                    <a:pt x="5824832" y="146783"/>
                  </a:lnTo>
                  <a:lnTo>
                    <a:pt x="5877782" y="164747"/>
                  </a:lnTo>
                  <a:lnTo>
                    <a:pt x="5931389" y="183543"/>
                  </a:lnTo>
                  <a:lnTo>
                    <a:pt x="5985498" y="202928"/>
                  </a:lnTo>
                  <a:lnTo>
                    <a:pt x="6039880" y="222621"/>
                  </a:lnTo>
                  <a:lnTo>
                    <a:pt x="6094270" y="242323"/>
                  </a:lnTo>
                  <a:lnTo>
                    <a:pt x="6148402" y="261735"/>
                  </a:lnTo>
                  <a:lnTo>
                    <a:pt x="6202045" y="280574"/>
                  </a:lnTo>
                  <a:lnTo>
                    <a:pt x="6255038" y="298595"/>
                  </a:lnTo>
                  <a:lnTo>
                    <a:pt x="6307316" y="315598"/>
                  </a:lnTo>
                  <a:lnTo>
                    <a:pt x="6358938" y="331436"/>
                  </a:lnTo>
                  <a:lnTo>
                    <a:pt x="6410105" y="346022"/>
                  </a:lnTo>
                  <a:lnTo>
                    <a:pt x="6461177" y="359321"/>
                  </a:lnTo>
                  <a:lnTo>
                    <a:pt x="6512705" y="371347"/>
                  </a:lnTo>
                  <a:lnTo>
                    <a:pt x="6515891" y="372043"/>
                  </a:lnTo>
                  <a:lnTo>
                    <a:pt x="6564262" y="381912"/>
                  </a:lnTo>
                  <a:lnTo>
                    <a:pt x="6614374" y="390747"/>
                  </a:lnTo>
                  <a:lnTo>
                    <a:pt x="6667081" y="398607"/>
                  </a:lnTo>
                  <a:lnTo>
                    <a:pt x="6723332" y="405587"/>
                  </a:lnTo>
                  <a:lnTo>
                    <a:pt x="6784085" y="411793"/>
                  </a:lnTo>
                  <a:lnTo>
                    <a:pt x="6850217" y="417324"/>
                  </a:lnTo>
                  <a:lnTo>
                    <a:pt x="6922400" y="422267"/>
                  </a:lnTo>
                  <a:lnTo>
                    <a:pt x="7000945" y="426688"/>
                  </a:lnTo>
                  <a:lnTo>
                    <a:pt x="7085590" y="430634"/>
                  </a:lnTo>
                  <a:lnTo>
                    <a:pt x="7175262" y="434130"/>
                  </a:lnTo>
                  <a:lnTo>
                    <a:pt x="7267860" y="437184"/>
                  </a:lnTo>
                  <a:lnTo>
                    <a:pt x="7360165" y="439790"/>
                  </a:lnTo>
                  <a:lnTo>
                    <a:pt x="7447994" y="441936"/>
                  </a:lnTo>
                  <a:lnTo>
                    <a:pt x="7526711" y="443617"/>
                  </a:lnTo>
                  <a:lnTo>
                    <a:pt x="7592068" y="444849"/>
                  </a:lnTo>
                  <a:lnTo>
                    <a:pt x="7641176" y="445671"/>
                  </a:lnTo>
                  <a:lnTo>
                    <a:pt x="7673290" y="446151"/>
                  </a:lnTo>
                  <a:lnTo>
                    <a:pt x="7690140" y="446378"/>
                  </a:lnTo>
                  <a:lnTo>
                    <a:pt x="7695787" y="446446"/>
                  </a:lnTo>
                  <a:lnTo>
                    <a:pt x="7696237" y="446451"/>
                  </a:lnTo>
                  <a:lnTo>
                    <a:pt x="8234974" y="446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2" name="pl1342"/>
            <p:cNvSpPr/>
            <p:nvPr/>
          </p:nvSpPr>
          <p:spPr>
            <a:xfrm>
              <a:off x="546595" y="1844808"/>
              <a:ext cx="8234974" cy="2749489"/>
            </a:xfrm>
            <a:custGeom>
              <a:avLst/>
              <a:pathLst>
                <a:path w="8234974" h="2749489">
                  <a:moveTo>
                    <a:pt x="8234974" y="446451"/>
                  </a:moveTo>
                  <a:lnTo>
                    <a:pt x="7696237" y="446451"/>
                  </a:lnTo>
                  <a:lnTo>
                    <a:pt x="7694938" y="446436"/>
                  </a:lnTo>
                  <a:lnTo>
                    <a:pt x="7686463" y="446330"/>
                  </a:lnTo>
                  <a:lnTo>
                    <a:pt x="7665335" y="446037"/>
                  </a:lnTo>
                  <a:lnTo>
                    <a:pt x="7628162" y="445462"/>
                  </a:lnTo>
                  <a:lnTo>
                    <a:pt x="7573963" y="444522"/>
                  </a:lnTo>
                  <a:lnTo>
                    <a:pt x="7504190" y="443158"/>
                  </a:lnTo>
                  <a:lnTo>
                    <a:pt x="7422239" y="441337"/>
                  </a:lnTo>
                  <a:lnTo>
                    <a:pt x="7332579" y="439052"/>
                  </a:lnTo>
                  <a:lnTo>
                    <a:pt x="7239782" y="436310"/>
                  </a:lnTo>
                  <a:lnTo>
                    <a:pt x="7147778" y="433122"/>
                  </a:lnTo>
                  <a:lnTo>
                    <a:pt x="7059453" y="429491"/>
                  </a:lnTo>
                  <a:lnTo>
                    <a:pt x="6976577" y="425405"/>
                  </a:lnTo>
                  <a:lnTo>
                    <a:pt x="6899955" y="420833"/>
                  </a:lnTo>
                  <a:lnTo>
                    <a:pt x="6829650" y="415720"/>
                  </a:lnTo>
                  <a:lnTo>
                    <a:pt x="6765224" y="409995"/>
                  </a:lnTo>
                  <a:lnTo>
                    <a:pt x="6705927" y="403567"/>
                  </a:lnTo>
                  <a:lnTo>
                    <a:pt x="6650848" y="396332"/>
                  </a:lnTo>
                  <a:lnTo>
                    <a:pt x="6599022" y="388187"/>
                  </a:lnTo>
                  <a:lnTo>
                    <a:pt x="6549518" y="379044"/>
                  </a:lnTo>
                  <a:lnTo>
                    <a:pt x="6515891" y="372043"/>
                  </a:lnTo>
                  <a:lnTo>
                    <a:pt x="6464313" y="360094"/>
                  </a:lnTo>
                  <a:lnTo>
                    <a:pt x="6413230" y="346874"/>
                  </a:lnTo>
                  <a:lnTo>
                    <a:pt x="6362082" y="332366"/>
                  </a:lnTo>
                  <a:lnTo>
                    <a:pt x="6310495" y="316602"/>
                  </a:lnTo>
                  <a:lnTo>
                    <a:pt x="6258260" y="299667"/>
                  </a:lnTo>
                  <a:lnTo>
                    <a:pt x="6205310" y="281704"/>
                  </a:lnTo>
                  <a:lnTo>
                    <a:pt x="6151703" y="262907"/>
                  </a:lnTo>
                  <a:lnTo>
                    <a:pt x="6097595" y="243523"/>
                  </a:lnTo>
                  <a:lnTo>
                    <a:pt x="6043213" y="223830"/>
                  </a:lnTo>
                  <a:lnTo>
                    <a:pt x="5988823" y="204128"/>
                  </a:lnTo>
                  <a:lnTo>
                    <a:pt x="5934690" y="184716"/>
                  </a:lnTo>
                  <a:lnTo>
                    <a:pt x="5881047" y="165877"/>
                  </a:lnTo>
                  <a:lnTo>
                    <a:pt x="5828054" y="147856"/>
                  </a:lnTo>
                  <a:lnTo>
                    <a:pt x="5775776" y="130853"/>
                  </a:lnTo>
                  <a:lnTo>
                    <a:pt x="5724154" y="115015"/>
                  </a:lnTo>
                  <a:lnTo>
                    <a:pt x="5672988" y="100429"/>
                  </a:lnTo>
                  <a:lnTo>
                    <a:pt x="5621916" y="87130"/>
                  </a:lnTo>
                  <a:lnTo>
                    <a:pt x="5570388" y="75104"/>
                  </a:lnTo>
                  <a:lnTo>
                    <a:pt x="5567201" y="74408"/>
                  </a:lnTo>
                  <a:lnTo>
                    <a:pt x="5518830" y="64539"/>
                  </a:lnTo>
                  <a:lnTo>
                    <a:pt x="5468718" y="55704"/>
                  </a:lnTo>
                  <a:lnTo>
                    <a:pt x="5416012" y="47844"/>
                  </a:lnTo>
                  <a:lnTo>
                    <a:pt x="5359761" y="40864"/>
                  </a:lnTo>
                  <a:lnTo>
                    <a:pt x="5299007" y="34658"/>
                  </a:lnTo>
                  <a:lnTo>
                    <a:pt x="5232875" y="29127"/>
                  </a:lnTo>
                  <a:lnTo>
                    <a:pt x="5160692" y="24184"/>
                  </a:lnTo>
                  <a:lnTo>
                    <a:pt x="5082147" y="19763"/>
                  </a:lnTo>
                  <a:lnTo>
                    <a:pt x="4997502" y="15817"/>
                  </a:lnTo>
                  <a:lnTo>
                    <a:pt x="4907830" y="12321"/>
                  </a:lnTo>
                  <a:lnTo>
                    <a:pt x="4815232" y="9266"/>
                  </a:lnTo>
                  <a:lnTo>
                    <a:pt x="4722927" y="6661"/>
                  </a:lnTo>
                  <a:lnTo>
                    <a:pt x="4635099" y="4515"/>
                  </a:lnTo>
                  <a:lnTo>
                    <a:pt x="4556382" y="2834"/>
                  </a:lnTo>
                  <a:lnTo>
                    <a:pt x="4491024" y="1602"/>
                  </a:lnTo>
                  <a:lnTo>
                    <a:pt x="4441916" y="780"/>
                  </a:lnTo>
                  <a:lnTo>
                    <a:pt x="4409802" y="300"/>
                  </a:lnTo>
                  <a:lnTo>
                    <a:pt x="4392952" y="73"/>
                  </a:lnTo>
                  <a:lnTo>
                    <a:pt x="438730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3" y="82"/>
                  </a:lnTo>
                  <a:lnTo>
                    <a:pt x="3839258" y="671"/>
                  </a:lnTo>
                  <a:lnTo>
                    <a:pt x="3820029" y="2298"/>
                  </a:lnTo>
                  <a:lnTo>
                    <a:pt x="3786022" y="5495"/>
                  </a:lnTo>
                  <a:lnTo>
                    <a:pt x="3736085" y="10733"/>
                  </a:lnTo>
                  <a:lnTo>
                    <a:pt x="3671218" y="18368"/>
                  </a:lnTo>
                  <a:lnTo>
                    <a:pt x="3594222" y="28606"/>
                  </a:lnTo>
                  <a:lnTo>
                    <a:pt x="3509002" y="41516"/>
                  </a:lnTo>
                  <a:lnTo>
                    <a:pt x="3419745" y="57069"/>
                  </a:lnTo>
                  <a:lnTo>
                    <a:pt x="3330219" y="75204"/>
                  </a:lnTo>
                  <a:lnTo>
                    <a:pt x="3243349" y="95883"/>
                  </a:lnTo>
                  <a:lnTo>
                    <a:pt x="3161079" y="119141"/>
                  </a:lnTo>
                  <a:lnTo>
                    <a:pt x="3084449" y="145110"/>
                  </a:lnTo>
                  <a:lnTo>
                    <a:pt x="3013767" y="174037"/>
                  </a:lnTo>
                  <a:lnTo>
                    <a:pt x="2948816" y="206276"/>
                  </a:lnTo>
                  <a:lnTo>
                    <a:pt x="2889036" y="242289"/>
                  </a:lnTo>
                  <a:lnTo>
                    <a:pt x="2833665" y="282615"/>
                  </a:lnTo>
                  <a:lnTo>
                    <a:pt x="2781848" y="327840"/>
                  </a:lnTo>
                  <a:lnTo>
                    <a:pt x="2732715" y="378523"/>
                  </a:lnTo>
                  <a:lnTo>
                    <a:pt x="2685460" y="435081"/>
                  </a:lnTo>
                  <a:lnTo>
                    <a:pt x="2667772" y="458248"/>
                  </a:lnTo>
                  <a:lnTo>
                    <a:pt x="2631889" y="508504"/>
                  </a:lnTo>
                  <a:lnTo>
                    <a:pt x="2596343" y="562496"/>
                  </a:lnTo>
                  <a:lnTo>
                    <a:pt x="2560914" y="620299"/>
                  </a:lnTo>
                  <a:lnTo>
                    <a:pt x="2525433" y="681927"/>
                  </a:lnTo>
                  <a:lnTo>
                    <a:pt x="2489769" y="747323"/>
                  </a:lnTo>
                  <a:lnTo>
                    <a:pt x="2453834" y="816355"/>
                  </a:lnTo>
                  <a:lnTo>
                    <a:pt x="2417575" y="888810"/>
                  </a:lnTo>
                  <a:lnTo>
                    <a:pt x="2380969" y="964394"/>
                  </a:lnTo>
                  <a:lnTo>
                    <a:pt x="2344025" y="1042735"/>
                  </a:lnTo>
                  <a:lnTo>
                    <a:pt x="2306777" y="1123385"/>
                  </a:lnTo>
                  <a:lnTo>
                    <a:pt x="2269280" y="1205831"/>
                  </a:lnTo>
                  <a:lnTo>
                    <a:pt x="2231608" y="1289508"/>
                  </a:lnTo>
                  <a:lnTo>
                    <a:pt x="2193844" y="1373813"/>
                  </a:lnTo>
                  <a:lnTo>
                    <a:pt x="2156079" y="1458125"/>
                  </a:lnTo>
                  <a:lnTo>
                    <a:pt x="2118404" y="1541823"/>
                  </a:lnTo>
                  <a:lnTo>
                    <a:pt x="2080903" y="1624302"/>
                  </a:lnTo>
                  <a:lnTo>
                    <a:pt x="2043648" y="1704997"/>
                  </a:lnTo>
                  <a:lnTo>
                    <a:pt x="2006697" y="1783394"/>
                  </a:lnTo>
                  <a:lnTo>
                    <a:pt x="1970084" y="1859044"/>
                  </a:lnTo>
                  <a:lnTo>
                    <a:pt x="1933817" y="1931571"/>
                  </a:lnTo>
                  <a:lnTo>
                    <a:pt x="1897875" y="2000681"/>
                  </a:lnTo>
                  <a:lnTo>
                    <a:pt x="1862207" y="2066159"/>
                  </a:lnTo>
                  <a:lnTo>
                    <a:pt x="1826722" y="2127871"/>
                  </a:lnTo>
                  <a:lnTo>
                    <a:pt x="1791294" y="2185759"/>
                  </a:lnTo>
                  <a:lnTo>
                    <a:pt x="1755753" y="2239834"/>
                  </a:lnTo>
                  <a:lnTo>
                    <a:pt x="1719880" y="2290172"/>
                  </a:lnTo>
                  <a:lnTo>
                    <a:pt x="1719082" y="2291241"/>
                  </a:lnTo>
                  <a:lnTo>
                    <a:pt x="1672357" y="2350086"/>
                  </a:lnTo>
                  <a:lnTo>
                    <a:pt x="1624031" y="2402976"/>
                  </a:lnTo>
                  <a:lnTo>
                    <a:pt x="1573339" y="2450222"/>
                  </a:lnTo>
                  <a:lnTo>
                    <a:pt x="1519427" y="2492349"/>
                  </a:lnTo>
                  <a:lnTo>
                    <a:pt x="1461427" y="2529940"/>
                  </a:lnTo>
                  <a:lnTo>
                    <a:pt x="1398530" y="2563561"/>
                  </a:lnTo>
                  <a:lnTo>
                    <a:pt x="1330083" y="2593704"/>
                  </a:lnTo>
                  <a:lnTo>
                    <a:pt x="1255720" y="2620767"/>
                  </a:lnTo>
                  <a:lnTo>
                    <a:pt x="1175525" y="2645038"/>
                  </a:lnTo>
                  <a:lnTo>
                    <a:pt x="1090233" y="2666692"/>
                  </a:lnTo>
                  <a:lnTo>
                    <a:pt x="1001428" y="2685799"/>
                  </a:lnTo>
                  <a:lnTo>
                    <a:pt x="911664" y="2702345"/>
                  </a:lnTo>
                  <a:lnTo>
                    <a:pt x="824419" y="2716271"/>
                  </a:lnTo>
                  <a:lnTo>
                    <a:pt x="743790" y="2727527"/>
                  </a:lnTo>
                  <a:lnTo>
                    <a:pt x="673885" y="2736139"/>
                  </a:lnTo>
                  <a:lnTo>
                    <a:pt x="618022" y="2742257"/>
                  </a:lnTo>
                  <a:lnTo>
                    <a:pt x="577951" y="2746183"/>
                  </a:lnTo>
                  <a:lnTo>
                    <a:pt x="553355" y="2748349"/>
                  </a:lnTo>
                  <a:lnTo>
                    <a:pt x="541767" y="2749270"/>
                  </a:lnTo>
                  <a:lnTo>
                    <a:pt x="538804" y="2749485"/>
                  </a:lnTo>
                  <a:lnTo>
                    <a:pt x="538736" y="2749489"/>
                  </a:lnTo>
                  <a:lnTo>
                    <a:pt x="0" y="27494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3" name="pg1343"/>
            <p:cNvSpPr/>
            <p:nvPr/>
          </p:nvSpPr>
          <p:spPr>
            <a:xfrm>
              <a:off x="546595" y="1861142"/>
              <a:ext cx="8234974" cy="2749489"/>
            </a:xfrm>
            <a:custGeom>
              <a:avLst/>
              <a:pathLst>
                <a:path w="8234974" h="2749489">
                  <a:moveTo>
                    <a:pt x="0" y="2749489"/>
                  </a:moveTo>
                  <a:lnTo>
                    <a:pt x="538736" y="2749489"/>
                  </a:lnTo>
                  <a:lnTo>
                    <a:pt x="539912" y="2749407"/>
                  </a:lnTo>
                  <a:lnTo>
                    <a:pt x="547603" y="2748820"/>
                  </a:lnTo>
                  <a:lnTo>
                    <a:pt x="566846" y="2747198"/>
                  </a:lnTo>
                  <a:lnTo>
                    <a:pt x="600877" y="2744011"/>
                  </a:lnTo>
                  <a:lnTo>
                    <a:pt x="650844" y="2738790"/>
                  </a:lnTo>
                  <a:lnTo>
                    <a:pt x="715748" y="2731180"/>
                  </a:lnTo>
                  <a:lnTo>
                    <a:pt x="792781" y="2720976"/>
                  </a:lnTo>
                  <a:lnTo>
                    <a:pt x="878035" y="2708108"/>
                  </a:lnTo>
                  <a:lnTo>
                    <a:pt x="967319" y="2692606"/>
                  </a:lnTo>
                  <a:lnTo>
                    <a:pt x="1056865" y="2674532"/>
                  </a:lnTo>
                  <a:lnTo>
                    <a:pt x="1143748" y="2653923"/>
                  </a:lnTo>
                  <a:lnTo>
                    <a:pt x="1226023" y="2630744"/>
                  </a:lnTo>
                  <a:lnTo>
                    <a:pt x="1302654" y="2604861"/>
                  </a:lnTo>
                  <a:lnTo>
                    <a:pt x="1373333" y="2576031"/>
                  </a:lnTo>
                  <a:lnTo>
                    <a:pt x="1438280" y="2543897"/>
                  </a:lnTo>
                  <a:lnTo>
                    <a:pt x="1498056" y="2508002"/>
                  </a:lnTo>
                  <a:lnTo>
                    <a:pt x="1553425" y="2467806"/>
                  </a:lnTo>
                  <a:lnTo>
                    <a:pt x="1605242" y="2422725"/>
                  </a:lnTo>
                  <a:lnTo>
                    <a:pt x="1654376" y="2372202"/>
                  </a:lnTo>
                  <a:lnTo>
                    <a:pt x="1701636" y="2315824"/>
                  </a:lnTo>
                  <a:lnTo>
                    <a:pt x="1719082" y="2293056"/>
                  </a:lnTo>
                  <a:lnTo>
                    <a:pt x="1755022" y="2242918"/>
                  </a:lnTo>
                  <a:lnTo>
                    <a:pt x="1790623" y="2189046"/>
                  </a:lnTo>
                  <a:lnTo>
                    <a:pt x="1826107" y="2131367"/>
                  </a:lnTo>
                  <a:lnTo>
                    <a:pt x="1861645" y="2069866"/>
                  </a:lnTo>
                  <a:lnTo>
                    <a:pt x="1897366" y="2004601"/>
                  </a:lnTo>
                  <a:lnTo>
                    <a:pt x="1933359" y="1935705"/>
                  </a:lnTo>
                  <a:lnTo>
                    <a:pt x="1969679" y="1863391"/>
                  </a:lnTo>
                  <a:lnTo>
                    <a:pt x="2006346" y="1787953"/>
                  </a:lnTo>
                  <a:lnTo>
                    <a:pt x="2043352" y="1709767"/>
                  </a:lnTo>
                  <a:lnTo>
                    <a:pt x="2080663" y="1629280"/>
                  </a:lnTo>
                  <a:lnTo>
                    <a:pt x="2118222" y="1547008"/>
                  </a:lnTo>
                  <a:lnTo>
                    <a:pt x="2155955" y="1463515"/>
                  </a:lnTo>
                  <a:lnTo>
                    <a:pt x="2193779" y="1379406"/>
                  </a:lnTo>
                  <a:lnTo>
                    <a:pt x="2231602" y="1295303"/>
                  </a:lnTo>
                  <a:lnTo>
                    <a:pt x="2269333" y="1211828"/>
                  </a:lnTo>
                  <a:lnTo>
                    <a:pt x="2306888" y="1129583"/>
                  </a:lnTo>
                  <a:lnTo>
                    <a:pt x="2344193" y="1049135"/>
                  </a:lnTo>
                  <a:lnTo>
                    <a:pt x="2381193" y="970996"/>
                  </a:lnTo>
                  <a:lnTo>
                    <a:pt x="2417854" y="895613"/>
                  </a:lnTo>
                  <a:lnTo>
                    <a:pt x="2454168" y="823360"/>
                  </a:lnTo>
                  <a:lnTo>
                    <a:pt x="2490155" y="754530"/>
                  </a:lnTo>
                  <a:lnTo>
                    <a:pt x="2525872" y="689334"/>
                  </a:lnTo>
                  <a:lnTo>
                    <a:pt x="2561408" y="627904"/>
                  </a:lnTo>
                  <a:lnTo>
                    <a:pt x="2596892" y="570295"/>
                  </a:lnTo>
                  <a:lnTo>
                    <a:pt x="2632497" y="516494"/>
                  </a:lnTo>
                  <a:lnTo>
                    <a:pt x="2667772" y="467322"/>
                  </a:lnTo>
                  <a:lnTo>
                    <a:pt x="2714510" y="408696"/>
                  </a:lnTo>
                  <a:lnTo>
                    <a:pt x="2762849" y="356004"/>
                  </a:lnTo>
                  <a:lnTo>
                    <a:pt x="2813556" y="308936"/>
                  </a:lnTo>
                  <a:lnTo>
                    <a:pt x="2867485" y="266970"/>
                  </a:lnTo>
                  <a:lnTo>
                    <a:pt x="2925506" y="229522"/>
                  </a:lnTo>
                  <a:lnTo>
                    <a:pt x="2988427" y="196032"/>
                  </a:lnTo>
                  <a:lnTo>
                    <a:pt x="3056901" y="166006"/>
                  </a:lnTo>
                  <a:lnTo>
                    <a:pt x="3131295" y="139048"/>
                  </a:lnTo>
                  <a:lnTo>
                    <a:pt x="3211523" y="114873"/>
                  </a:lnTo>
                  <a:lnTo>
                    <a:pt x="3296848" y="93306"/>
                  </a:lnTo>
                  <a:lnTo>
                    <a:pt x="3385682" y="74276"/>
                  </a:lnTo>
                  <a:lnTo>
                    <a:pt x="3475468" y="57799"/>
                  </a:lnTo>
                  <a:lnTo>
                    <a:pt x="3562720" y="43933"/>
                  </a:lnTo>
                  <a:lnTo>
                    <a:pt x="3643340" y="32728"/>
                  </a:lnTo>
                  <a:lnTo>
                    <a:pt x="3713215" y="24158"/>
                  </a:lnTo>
                  <a:lnTo>
                    <a:pt x="3769032" y="18072"/>
                  </a:lnTo>
                  <a:lnTo>
                    <a:pt x="3809045" y="14169"/>
                  </a:lnTo>
                  <a:lnTo>
                    <a:pt x="3833581" y="12018"/>
                  </a:lnTo>
                  <a:lnTo>
                    <a:pt x="3845119" y="11104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50" y="10910"/>
                  </a:lnTo>
                  <a:lnTo>
                    <a:pt x="4396597" y="11066"/>
                  </a:lnTo>
                  <a:lnTo>
                    <a:pt x="4417657" y="11497"/>
                  </a:lnTo>
                  <a:lnTo>
                    <a:pt x="4454718" y="12343"/>
                  </a:lnTo>
                  <a:lnTo>
                    <a:pt x="4508767" y="13725"/>
                  </a:lnTo>
                  <a:lnTo>
                    <a:pt x="4578369" y="15732"/>
                  </a:lnTo>
                  <a:lnTo>
                    <a:pt x="4660149" y="18410"/>
                  </a:lnTo>
                  <a:lnTo>
                    <a:pt x="4749659" y="21773"/>
                  </a:lnTo>
                  <a:lnTo>
                    <a:pt x="4842338" y="25808"/>
                  </a:lnTo>
                  <a:lnTo>
                    <a:pt x="4934262" y="30500"/>
                  </a:lnTo>
                  <a:lnTo>
                    <a:pt x="5022543" y="35843"/>
                  </a:lnTo>
                  <a:lnTo>
                    <a:pt x="5105402" y="41855"/>
                  </a:lnTo>
                  <a:lnTo>
                    <a:pt x="5182028" y="48584"/>
                  </a:lnTo>
                  <a:lnTo>
                    <a:pt x="5252347" y="56106"/>
                  </a:lnTo>
                  <a:lnTo>
                    <a:pt x="5316792" y="64528"/>
                  </a:lnTo>
                  <a:lnTo>
                    <a:pt x="5376104" y="73982"/>
                  </a:lnTo>
                  <a:lnTo>
                    <a:pt x="5431191" y="84621"/>
                  </a:lnTo>
                  <a:lnTo>
                    <a:pt x="5483014" y="96597"/>
                  </a:lnTo>
                  <a:lnTo>
                    <a:pt x="5532501" y="110042"/>
                  </a:lnTo>
                  <a:lnTo>
                    <a:pt x="5567201" y="120687"/>
                  </a:lnTo>
                  <a:lnTo>
                    <a:pt x="5617511" y="137860"/>
                  </a:lnTo>
                  <a:lnTo>
                    <a:pt x="5667335" y="156815"/>
                  </a:lnTo>
                  <a:lnTo>
                    <a:pt x="5717199" y="177579"/>
                  </a:lnTo>
                  <a:lnTo>
                    <a:pt x="5767461" y="200111"/>
                  </a:lnTo>
                  <a:lnTo>
                    <a:pt x="5818326" y="224303"/>
                  </a:lnTo>
                  <a:lnTo>
                    <a:pt x="5869870" y="249968"/>
                  </a:lnTo>
                  <a:lnTo>
                    <a:pt x="5922055" y="276847"/>
                  </a:lnTo>
                  <a:lnTo>
                    <a:pt x="5974749" y="304615"/>
                  </a:lnTo>
                  <a:lnTo>
                    <a:pt x="6027749" y="332897"/>
                  </a:lnTo>
                  <a:lnTo>
                    <a:pt x="6080815" y="361287"/>
                  </a:lnTo>
                  <a:lnTo>
                    <a:pt x="6133696" y="389371"/>
                  </a:lnTo>
                  <a:lnTo>
                    <a:pt x="6186166" y="416757"/>
                  </a:lnTo>
                  <a:lnTo>
                    <a:pt x="6238055" y="443090"/>
                  </a:lnTo>
                  <a:lnTo>
                    <a:pt x="6289272" y="468075"/>
                  </a:lnTo>
                  <a:lnTo>
                    <a:pt x="6339830" y="491489"/>
                  </a:lnTo>
                  <a:lnTo>
                    <a:pt x="6389866" y="513181"/>
                  </a:lnTo>
                  <a:lnTo>
                    <a:pt x="6439657" y="533077"/>
                  </a:lnTo>
                  <a:lnTo>
                    <a:pt x="6489636" y="551170"/>
                  </a:lnTo>
                  <a:lnTo>
                    <a:pt x="6515891" y="559879"/>
                  </a:lnTo>
                  <a:lnTo>
                    <a:pt x="6564205" y="574426"/>
                  </a:lnTo>
                  <a:lnTo>
                    <a:pt x="6614255" y="587450"/>
                  </a:lnTo>
                  <a:lnTo>
                    <a:pt x="6666892" y="599039"/>
                  </a:lnTo>
                  <a:lnTo>
                    <a:pt x="6723061" y="609332"/>
                  </a:lnTo>
                  <a:lnTo>
                    <a:pt x="6783718" y="618484"/>
                  </a:lnTo>
                  <a:lnTo>
                    <a:pt x="6849736" y="626643"/>
                  </a:lnTo>
                  <a:lnTo>
                    <a:pt x="6921788" y="633934"/>
                  </a:lnTo>
                  <a:lnTo>
                    <a:pt x="7000186" y="640456"/>
                  </a:lnTo>
                  <a:lnTo>
                    <a:pt x="7084676" y="646279"/>
                  </a:lnTo>
                  <a:lnTo>
                    <a:pt x="7174198" y="651440"/>
                  </a:lnTo>
                  <a:lnTo>
                    <a:pt x="7266671" y="655949"/>
                  </a:lnTo>
                  <a:lnTo>
                    <a:pt x="7358898" y="659799"/>
                  </a:lnTo>
                  <a:lnTo>
                    <a:pt x="7446723" y="662971"/>
                  </a:lnTo>
                  <a:lnTo>
                    <a:pt x="7525527" y="665460"/>
                  </a:lnTo>
                  <a:lnTo>
                    <a:pt x="7591063" y="667286"/>
                  </a:lnTo>
                  <a:lnTo>
                    <a:pt x="7640420" y="668508"/>
                  </a:lnTo>
                  <a:lnTo>
                    <a:pt x="7672813" y="669225"/>
                  </a:lnTo>
                  <a:lnTo>
                    <a:pt x="7689920" y="669564"/>
                  </a:lnTo>
                  <a:lnTo>
                    <a:pt x="7695743" y="669669"/>
                  </a:lnTo>
                  <a:lnTo>
                    <a:pt x="7696237" y="669677"/>
                  </a:lnTo>
                  <a:lnTo>
                    <a:pt x="8234974" y="669677"/>
                  </a:lnTo>
                  <a:lnTo>
                    <a:pt x="8234974" y="658788"/>
                  </a:lnTo>
                  <a:lnTo>
                    <a:pt x="7696237" y="658788"/>
                  </a:lnTo>
                  <a:lnTo>
                    <a:pt x="7694943" y="658766"/>
                  </a:lnTo>
                  <a:lnTo>
                    <a:pt x="7686496" y="658610"/>
                  </a:lnTo>
                  <a:lnTo>
                    <a:pt x="7665435" y="658179"/>
                  </a:lnTo>
                  <a:lnTo>
                    <a:pt x="7628374" y="657334"/>
                  </a:lnTo>
                  <a:lnTo>
                    <a:pt x="7574325" y="655952"/>
                  </a:lnTo>
                  <a:lnTo>
                    <a:pt x="7504723" y="653945"/>
                  </a:lnTo>
                  <a:lnTo>
                    <a:pt x="7422943" y="651266"/>
                  </a:lnTo>
                  <a:lnTo>
                    <a:pt x="7333433" y="647904"/>
                  </a:lnTo>
                  <a:lnTo>
                    <a:pt x="7240754" y="643869"/>
                  </a:lnTo>
                  <a:lnTo>
                    <a:pt x="7148831" y="639177"/>
                  </a:lnTo>
                  <a:lnTo>
                    <a:pt x="7060550" y="633834"/>
                  </a:lnTo>
                  <a:lnTo>
                    <a:pt x="6977690" y="627821"/>
                  </a:lnTo>
                  <a:lnTo>
                    <a:pt x="6901064" y="621093"/>
                  </a:lnTo>
                  <a:lnTo>
                    <a:pt x="6830745" y="613571"/>
                  </a:lnTo>
                  <a:lnTo>
                    <a:pt x="6766301" y="605149"/>
                  </a:lnTo>
                  <a:lnTo>
                    <a:pt x="6706988" y="595694"/>
                  </a:lnTo>
                  <a:lnTo>
                    <a:pt x="6651901" y="585056"/>
                  </a:lnTo>
                  <a:lnTo>
                    <a:pt x="6600079" y="573079"/>
                  </a:lnTo>
                  <a:lnTo>
                    <a:pt x="6550592" y="559635"/>
                  </a:lnTo>
                  <a:lnTo>
                    <a:pt x="6515891" y="548990"/>
                  </a:lnTo>
                  <a:lnTo>
                    <a:pt x="6465581" y="531817"/>
                  </a:lnTo>
                  <a:lnTo>
                    <a:pt x="6415758" y="512861"/>
                  </a:lnTo>
                  <a:lnTo>
                    <a:pt x="6365893" y="492098"/>
                  </a:lnTo>
                  <a:lnTo>
                    <a:pt x="6315632" y="469565"/>
                  </a:lnTo>
                  <a:lnTo>
                    <a:pt x="6264766" y="445374"/>
                  </a:lnTo>
                  <a:lnTo>
                    <a:pt x="6213222" y="419709"/>
                  </a:lnTo>
                  <a:lnTo>
                    <a:pt x="6161037" y="392830"/>
                  </a:lnTo>
                  <a:lnTo>
                    <a:pt x="6108344" y="365062"/>
                  </a:lnTo>
                  <a:lnTo>
                    <a:pt x="6055344" y="336780"/>
                  </a:lnTo>
                  <a:lnTo>
                    <a:pt x="6002278" y="308390"/>
                  </a:lnTo>
                  <a:lnTo>
                    <a:pt x="5949397" y="280305"/>
                  </a:lnTo>
                  <a:lnTo>
                    <a:pt x="5896926" y="252920"/>
                  </a:lnTo>
                  <a:lnTo>
                    <a:pt x="5845037" y="226587"/>
                  </a:lnTo>
                  <a:lnTo>
                    <a:pt x="5793821" y="201602"/>
                  </a:lnTo>
                  <a:lnTo>
                    <a:pt x="5743262" y="178188"/>
                  </a:lnTo>
                  <a:lnTo>
                    <a:pt x="5693226" y="156496"/>
                  </a:lnTo>
                  <a:lnTo>
                    <a:pt x="5643436" y="136599"/>
                  </a:lnTo>
                  <a:lnTo>
                    <a:pt x="5593456" y="118506"/>
                  </a:lnTo>
                  <a:lnTo>
                    <a:pt x="5567201" y="109798"/>
                  </a:lnTo>
                  <a:lnTo>
                    <a:pt x="5518887" y="95251"/>
                  </a:lnTo>
                  <a:lnTo>
                    <a:pt x="5468837" y="82226"/>
                  </a:lnTo>
                  <a:lnTo>
                    <a:pt x="5416201" y="70638"/>
                  </a:lnTo>
                  <a:lnTo>
                    <a:pt x="5360032" y="60345"/>
                  </a:lnTo>
                  <a:lnTo>
                    <a:pt x="5299375" y="51192"/>
                  </a:lnTo>
                  <a:lnTo>
                    <a:pt x="5233357" y="43034"/>
                  </a:lnTo>
                  <a:lnTo>
                    <a:pt x="5161305" y="35743"/>
                  </a:lnTo>
                  <a:lnTo>
                    <a:pt x="5082906" y="29220"/>
                  </a:lnTo>
                  <a:lnTo>
                    <a:pt x="4998416" y="23398"/>
                  </a:lnTo>
                  <a:lnTo>
                    <a:pt x="4908894" y="18237"/>
                  </a:lnTo>
                  <a:lnTo>
                    <a:pt x="4816422" y="13727"/>
                  </a:lnTo>
                  <a:lnTo>
                    <a:pt x="4724194" y="9878"/>
                  </a:lnTo>
                  <a:lnTo>
                    <a:pt x="4636369" y="6706"/>
                  </a:lnTo>
                  <a:lnTo>
                    <a:pt x="4557565" y="4217"/>
                  </a:lnTo>
                  <a:lnTo>
                    <a:pt x="4492030" y="2391"/>
                  </a:lnTo>
                  <a:lnTo>
                    <a:pt x="4442673" y="1169"/>
                  </a:lnTo>
                  <a:lnTo>
                    <a:pt x="4410279" y="452"/>
                  </a:lnTo>
                  <a:lnTo>
                    <a:pt x="4393172" y="112"/>
                  </a:lnTo>
                  <a:lnTo>
                    <a:pt x="4387349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2" y="82"/>
                  </a:lnTo>
                  <a:lnTo>
                    <a:pt x="3839251" y="668"/>
                  </a:lnTo>
                  <a:lnTo>
                    <a:pt x="3820009" y="2291"/>
                  </a:lnTo>
                  <a:lnTo>
                    <a:pt x="3785978" y="5478"/>
                  </a:lnTo>
                  <a:lnTo>
                    <a:pt x="3736010" y="10699"/>
                  </a:lnTo>
                  <a:lnTo>
                    <a:pt x="3671107" y="18309"/>
                  </a:lnTo>
                  <a:lnTo>
                    <a:pt x="3594073" y="28513"/>
                  </a:lnTo>
                  <a:lnTo>
                    <a:pt x="3508820" y="41381"/>
                  </a:lnTo>
                  <a:lnTo>
                    <a:pt x="3419536" y="56883"/>
                  </a:lnTo>
                  <a:lnTo>
                    <a:pt x="3329990" y="74957"/>
                  </a:lnTo>
                  <a:lnTo>
                    <a:pt x="3243107" y="95566"/>
                  </a:lnTo>
                  <a:lnTo>
                    <a:pt x="3160832" y="118745"/>
                  </a:lnTo>
                  <a:lnTo>
                    <a:pt x="3084201" y="144627"/>
                  </a:lnTo>
                  <a:lnTo>
                    <a:pt x="3013521" y="173458"/>
                  </a:lnTo>
                  <a:lnTo>
                    <a:pt x="2948575" y="205591"/>
                  </a:lnTo>
                  <a:lnTo>
                    <a:pt x="2888798" y="241486"/>
                  </a:lnTo>
                  <a:lnTo>
                    <a:pt x="2833430" y="281683"/>
                  </a:lnTo>
                  <a:lnTo>
                    <a:pt x="2781613" y="326764"/>
                  </a:lnTo>
                  <a:lnTo>
                    <a:pt x="2732479" y="377287"/>
                  </a:lnTo>
                  <a:lnTo>
                    <a:pt x="2685219" y="433665"/>
                  </a:lnTo>
                  <a:lnTo>
                    <a:pt x="2667772" y="456433"/>
                  </a:lnTo>
                  <a:lnTo>
                    <a:pt x="2631833" y="506571"/>
                  </a:lnTo>
                  <a:lnTo>
                    <a:pt x="2596232" y="560442"/>
                  </a:lnTo>
                  <a:lnTo>
                    <a:pt x="2560748" y="618122"/>
                  </a:lnTo>
                  <a:lnTo>
                    <a:pt x="2525210" y="679623"/>
                  </a:lnTo>
                  <a:lnTo>
                    <a:pt x="2489489" y="744888"/>
                  </a:lnTo>
                  <a:lnTo>
                    <a:pt x="2453496" y="813784"/>
                  </a:lnTo>
                  <a:lnTo>
                    <a:pt x="2417176" y="886098"/>
                  </a:lnTo>
                  <a:lnTo>
                    <a:pt x="2380508" y="961535"/>
                  </a:lnTo>
                  <a:lnTo>
                    <a:pt x="2343502" y="1039722"/>
                  </a:lnTo>
                  <a:lnTo>
                    <a:pt x="2306192" y="1120208"/>
                  </a:lnTo>
                  <a:lnTo>
                    <a:pt x="2268633" y="1202481"/>
                  </a:lnTo>
                  <a:lnTo>
                    <a:pt x="2230899" y="1285974"/>
                  </a:lnTo>
                  <a:lnTo>
                    <a:pt x="2193076" y="1370083"/>
                  </a:lnTo>
                  <a:lnTo>
                    <a:pt x="2155253" y="1454186"/>
                  </a:lnTo>
                  <a:lnTo>
                    <a:pt x="2117521" y="1537661"/>
                  </a:lnTo>
                  <a:lnTo>
                    <a:pt x="2079967" y="1619906"/>
                  </a:lnTo>
                  <a:lnTo>
                    <a:pt x="2042661" y="1700354"/>
                  </a:lnTo>
                  <a:lnTo>
                    <a:pt x="2005661" y="1778493"/>
                  </a:lnTo>
                  <a:lnTo>
                    <a:pt x="1969001" y="1853876"/>
                  </a:lnTo>
                  <a:lnTo>
                    <a:pt x="1932687" y="1926129"/>
                  </a:lnTo>
                  <a:lnTo>
                    <a:pt x="1896699" y="1994959"/>
                  </a:lnTo>
                  <a:lnTo>
                    <a:pt x="1860982" y="2060155"/>
                  </a:lnTo>
                  <a:lnTo>
                    <a:pt x="1825447" y="2121585"/>
                  </a:lnTo>
                  <a:lnTo>
                    <a:pt x="1789963" y="2179194"/>
                  </a:lnTo>
                  <a:lnTo>
                    <a:pt x="1754358" y="2232994"/>
                  </a:lnTo>
                  <a:lnTo>
                    <a:pt x="1719082" y="2282167"/>
                  </a:lnTo>
                  <a:lnTo>
                    <a:pt x="1672345" y="2340793"/>
                  </a:lnTo>
                  <a:lnTo>
                    <a:pt x="1624005" y="2393485"/>
                  </a:lnTo>
                  <a:lnTo>
                    <a:pt x="1573298" y="2440553"/>
                  </a:lnTo>
                  <a:lnTo>
                    <a:pt x="1519369" y="2482519"/>
                  </a:lnTo>
                  <a:lnTo>
                    <a:pt x="1461349" y="2519966"/>
                  </a:lnTo>
                  <a:lnTo>
                    <a:pt x="1398428" y="2553457"/>
                  </a:lnTo>
                  <a:lnTo>
                    <a:pt x="1329954" y="2583483"/>
                  </a:lnTo>
                  <a:lnTo>
                    <a:pt x="1255560" y="2610440"/>
                  </a:lnTo>
                  <a:lnTo>
                    <a:pt x="1175331" y="2634616"/>
                  </a:lnTo>
                  <a:lnTo>
                    <a:pt x="1090007" y="2656183"/>
                  </a:lnTo>
                  <a:lnTo>
                    <a:pt x="1001172" y="2675213"/>
                  </a:lnTo>
                  <a:lnTo>
                    <a:pt x="911387" y="2691690"/>
                  </a:lnTo>
                  <a:lnTo>
                    <a:pt x="824134" y="2705556"/>
                  </a:lnTo>
                  <a:lnTo>
                    <a:pt x="743515" y="2716761"/>
                  </a:lnTo>
                  <a:lnTo>
                    <a:pt x="673639" y="2725331"/>
                  </a:lnTo>
                  <a:lnTo>
                    <a:pt x="617823" y="2731417"/>
                  </a:lnTo>
                  <a:lnTo>
                    <a:pt x="577810" y="2735320"/>
                  </a:lnTo>
                  <a:lnTo>
                    <a:pt x="553273" y="2737471"/>
                  </a:lnTo>
                  <a:lnTo>
                    <a:pt x="541735" y="2738384"/>
                  </a:lnTo>
                  <a:lnTo>
                    <a:pt x="538736" y="2738600"/>
                  </a:lnTo>
                  <a:lnTo>
                    <a:pt x="0" y="273860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44" name="pl1344"/>
            <p:cNvSpPr/>
            <p:nvPr/>
          </p:nvSpPr>
          <p:spPr>
            <a:xfrm>
              <a:off x="546595" y="1872031"/>
              <a:ext cx="8234974" cy="2738600"/>
            </a:xfrm>
            <a:custGeom>
              <a:avLst/>
              <a:pathLst>
                <a:path w="8234974" h="2738600">
                  <a:moveTo>
                    <a:pt x="0" y="2738600"/>
                  </a:moveTo>
                  <a:lnTo>
                    <a:pt x="538736" y="2738600"/>
                  </a:lnTo>
                  <a:lnTo>
                    <a:pt x="539912" y="2738518"/>
                  </a:lnTo>
                  <a:lnTo>
                    <a:pt x="547603" y="2737931"/>
                  </a:lnTo>
                  <a:lnTo>
                    <a:pt x="566846" y="2736309"/>
                  </a:lnTo>
                  <a:lnTo>
                    <a:pt x="600877" y="2733122"/>
                  </a:lnTo>
                  <a:lnTo>
                    <a:pt x="650844" y="2727901"/>
                  </a:lnTo>
                  <a:lnTo>
                    <a:pt x="715748" y="2720291"/>
                  </a:lnTo>
                  <a:lnTo>
                    <a:pt x="792781" y="2710086"/>
                  </a:lnTo>
                  <a:lnTo>
                    <a:pt x="878035" y="2697219"/>
                  </a:lnTo>
                  <a:lnTo>
                    <a:pt x="967319" y="2681717"/>
                  </a:lnTo>
                  <a:lnTo>
                    <a:pt x="1056865" y="2663643"/>
                  </a:lnTo>
                  <a:lnTo>
                    <a:pt x="1143748" y="2643034"/>
                  </a:lnTo>
                  <a:lnTo>
                    <a:pt x="1226023" y="2619855"/>
                  </a:lnTo>
                  <a:lnTo>
                    <a:pt x="1302654" y="2593972"/>
                  </a:lnTo>
                  <a:lnTo>
                    <a:pt x="1373333" y="2565142"/>
                  </a:lnTo>
                  <a:lnTo>
                    <a:pt x="1438280" y="2533008"/>
                  </a:lnTo>
                  <a:lnTo>
                    <a:pt x="1498056" y="2497113"/>
                  </a:lnTo>
                  <a:lnTo>
                    <a:pt x="1553425" y="2456917"/>
                  </a:lnTo>
                  <a:lnTo>
                    <a:pt x="1605242" y="2411836"/>
                  </a:lnTo>
                  <a:lnTo>
                    <a:pt x="1654376" y="2361313"/>
                  </a:lnTo>
                  <a:lnTo>
                    <a:pt x="1701636" y="2304935"/>
                  </a:lnTo>
                  <a:lnTo>
                    <a:pt x="1719082" y="2282167"/>
                  </a:lnTo>
                  <a:lnTo>
                    <a:pt x="1755022" y="2232028"/>
                  </a:lnTo>
                  <a:lnTo>
                    <a:pt x="1790623" y="2178157"/>
                  </a:lnTo>
                  <a:lnTo>
                    <a:pt x="1826107" y="2120478"/>
                  </a:lnTo>
                  <a:lnTo>
                    <a:pt x="1861645" y="2058977"/>
                  </a:lnTo>
                  <a:lnTo>
                    <a:pt x="1897366" y="1993712"/>
                  </a:lnTo>
                  <a:lnTo>
                    <a:pt x="1933359" y="1924816"/>
                  </a:lnTo>
                  <a:lnTo>
                    <a:pt x="1969679" y="1852502"/>
                  </a:lnTo>
                  <a:lnTo>
                    <a:pt x="2006346" y="1777064"/>
                  </a:lnTo>
                  <a:lnTo>
                    <a:pt x="2043352" y="1698878"/>
                  </a:lnTo>
                  <a:lnTo>
                    <a:pt x="2080663" y="1618391"/>
                  </a:lnTo>
                  <a:lnTo>
                    <a:pt x="2118222" y="1536118"/>
                  </a:lnTo>
                  <a:lnTo>
                    <a:pt x="2155955" y="1452626"/>
                  </a:lnTo>
                  <a:lnTo>
                    <a:pt x="2193779" y="1368517"/>
                  </a:lnTo>
                  <a:lnTo>
                    <a:pt x="2231602" y="1284414"/>
                  </a:lnTo>
                  <a:lnTo>
                    <a:pt x="2269333" y="1200939"/>
                  </a:lnTo>
                  <a:lnTo>
                    <a:pt x="2306888" y="1118694"/>
                  </a:lnTo>
                  <a:lnTo>
                    <a:pt x="2344193" y="1038246"/>
                  </a:lnTo>
                  <a:lnTo>
                    <a:pt x="2381193" y="960107"/>
                  </a:lnTo>
                  <a:lnTo>
                    <a:pt x="2417854" y="884724"/>
                  </a:lnTo>
                  <a:lnTo>
                    <a:pt x="2454168" y="812471"/>
                  </a:lnTo>
                  <a:lnTo>
                    <a:pt x="2490155" y="743641"/>
                  </a:lnTo>
                  <a:lnTo>
                    <a:pt x="2525872" y="678445"/>
                  </a:lnTo>
                  <a:lnTo>
                    <a:pt x="2561408" y="617015"/>
                  </a:lnTo>
                  <a:lnTo>
                    <a:pt x="2596892" y="559406"/>
                  </a:lnTo>
                  <a:lnTo>
                    <a:pt x="2632497" y="505605"/>
                  </a:lnTo>
                  <a:lnTo>
                    <a:pt x="2667772" y="456433"/>
                  </a:lnTo>
                  <a:lnTo>
                    <a:pt x="2714510" y="397807"/>
                  </a:lnTo>
                  <a:lnTo>
                    <a:pt x="2762849" y="345115"/>
                  </a:lnTo>
                  <a:lnTo>
                    <a:pt x="2813556" y="298047"/>
                  </a:lnTo>
                  <a:lnTo>
                    <a:pt x="2867485" y="256081"/>
                  </a:lnTo>
                  <a:lnTo>
                    <a:pt x="2925506" y="218633"/>
                  </a:lnTo>
                  <a:lnTo>
                    <a:pt x="2988427" y="185143"/>
                  </a:lnTo>
                  <a:lnTo>
                    <a:pt x="3056901" y="155116"/>
                  </a:lnTo>
                  <a:lnTo>
                    <a:pt x="3131295" y="128159"/>
                  </a:lnTo>
                  <a:lnTo>
                    <a:pt x="3211523" y="103984"/>
                  </a:lnTo>
                  <a:lnTo>
                    <a:pt x="3296848" y="82417"/>
                  </a:lnTo>
                  <a:lnTo>
                    <a:pt x="3385682" y="63387"/>
                  </a:lnTo>
                  <a:lnTo>
                    <a:pt x="3475468" y="46910"/>
                  </a:lnTo>
                  <a:lnTo>
                    <a:pt x="3562720" y="33044"/>
                  </a:lnTo>
                  <a:lnTo>
                    <a:pt x="3643340" y="21839"/>
                  </a:lnTo>
                  <a:lnTo>
                    <a:pt x="3713215" y="13269"/>
                  </a:lnTo>
                  <a:lnTo>
                    <a:pt x="3769032" y="7182"/>
                  </a:lnTo>
                  <a:lnTo>
                    <a:pt x="3809045" y="3280"/>
                  </a:lnTo>
                  <a:lnTo>
                    <a:pt x="3833581" y="1129"/>
                  </a:lnTo>
                  <a:lnTo>
                    <a:pt x="3845119" y="215"/>
                  </a:lnTo>
                  <a:lnTo>
                    <a:pt x="3848053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0" y="21"/>
                  </a:lnTo>
                  <a:lnTo>
                    <a:pt x="4396597" y="177"/>
                  </a:lnTo>
                  <a:lnTo>
                    <a:pt x="4417657" y="608"/>
                  </a:lnTo>
                  <a:lnTo>
                    <a:pt x="4454718" y="1454"/>
                  </a:lnTo>
                  <a:lnTo>
                    <a:pt x="4508767" y="2836"/>
                  </a:lnTo>
                  <a:lnTo>
                    <a:pt x="4578369" y="4842"/>
                  </a:lnTo>
                  <a:lnTo>
                    <a:pt x="4660149" y="7521"/>
                  </a:lnTo>
                  <a:lnTo>
                    <a:pt x="4749659" y="10884"/>
                  </a:lnTo>
                  <a:lnTo>
                    <a:pt x="4842338" y="14919"/>
                  </a:lnTo>
                  <a:lnTo>
                    <a:pt x="4934262" y="19610"/>
                  </a:lnTo>
                  <a:lnTo>
                    <a:pt x="5022543" y="24954"/>
                  </a:lnTo>
                  <a:lnTo>
                    <a:pt x="5105402" y="30966"/>
                  </a:lnTo>
                  <a:lnTo>
                    <a:pt x="5182028" y="37695"/>
                  </a:lnTo>
                  <a:lnTo>
                    <a:pt x="5252347" y="45217"/>
                  </a:lnTo>
                  <a:lnTo>
                    <a:pt x="5316792" y="53639"/>
                  </a:lnTo>
                  <a:lnTo>
                    <a:pt x="5376104" y="63093"/>
                  </a:lnTo>
                  <a:lnTo>
                    <a:pt x="5431191" y="73732"/>
                  </a:lnTo>
                  <a:lnTo>
                    <a:pt x="5483014" y="85708"/>
                  </a:lnTo>
                  <a:lnTo>
                    <a:pt x="5532501" y="99152"/>
                  </a:lnTo>
                  <a:lnTo>
                    <a:pt x="5567201" y="109798"/>
                  </a:lnTo>
                  <a:lnTo>
                    <a:pt x="5617511" y="126970"/>
                  </a:lnTo>
                  <a:lnTo>
                    <a:pt x="5667335" y="145926"/>
                  </a:lnTo>
                  <a:lnTo>
                    <a:pt x="5717199" y="166690"/>
                  </a:lnTo>
                  <a:lnTo>
                    <a:pt x="5767461" y="189222"/>
                  </a:lnTo>
                  <a:lnTo>
                    <a:pt x="5818326" y="213414"/>
                  </a:lnTo>
                  <a:lnTo>
                    <a:pt x="5869870" y="239079"/>
                  </a:lnTo>
                  <a:lnTo>
                    <a:pt x="5922055" y="265958"/>
                  </a:lnTo>
                  <a:lnTo>
                    <a:pt x="5974749" y="293726"/>
                  </a:lnTo>
                  <a:lnTo>
                    <a:pt x="6027749" y="322008"/>
                  </a:lnTo>
                  <a:lnTo>
                    <a:pt x="6080815" y="350398"/>
                  </a:lnTo>
                  <a:lnTo>
                    <a:pt x="6133696" y="378482"/>
                  </a:lnTo>
                  <a:lnTo>
                    <a:pt x="6186166" y="405868"/>
                  </a:lnTo>
                  <a:lnTo>
                    <a:pt x="6238055" y="432201"/>
                  </a:lnTo>
                  <a:lnTo>
                    <a:pt x="6289272" y="457186"/>
                  </a:lnTo>
                  <a:lnTo>
                    <a:pt x="6339830" y="480600"/>
                  </a:lnTo>
                  <a:lnTo>
                    <a:pt x="6389866" y="502292"/>
                  </a:lnTo>
                  <a:lnTo>
                    <a:pt x="6439657" y="522188"/>
                  </a:lnTo>
                  <a:lnTo>
                    <a:pt x="6489636" y="540281"/>
                  </a:lnTo>
                  <a:lnTo>
                    <a:pt x="6515891" y="548990"/>
                  </a:lnTo>
                  <a:lnTo>
                    <a:pt x="6564205" y="563537"/>
                  </a:lnTo>
                  <a:lnTo>
                    <a:pt x="6614255" y="576561"/>
                  </a:lnTo>
                  <a:lnTo>
                    <a:pt x="6666892" y="588150"/>
                  </a:lnTo>
                  <a:lnTo>
                    <a:pt x="6723061" y="598443"/>
                  </a:lnTo>
                  <a:lnTo>
                    <a:pt x="6783718" y="607595"/>
                  </a:lnTo>
                  <a:lnTo>
                    <a:pt x="6849736" y="615754"/>
                  </a:lnTo>
                  <a:lnTo>
                    <a:pt x="6921788" y="623045"/>
                  </a:lnTo>
                  <a:lnTo>
                    <a:pt x="7000186" y="629567"/>
                  </a:lnTo>
                  <a:lnTo>
                    <a:pt x="7084676" y="635390"/>
                  </a:lnTo>
                  <a:lnTo>
                    <a:pt x="7174198" y="640551"/>
                  </a:lnTo>
                  <a:lnTo>
                    <a:pt x="7266671" y="645060"/>
                  </a:lnTo>
                  <a:lnTo>
                    <a:pt x="7358898" y="648910"/>
                  </a:lnTo>
                  <a:lnTo>
                    <a:pt x="7446723" y="652082"/>
                  </a:lnTo>
                  <a:lnTo>
                    <a:pt x="7525527" y="654571"/>
                  </a:lnTo>
                  <a:lnTo>
                    <a:pt x="7591063" y="656397"/>
                  </a:lnTo>
                  <a:lnTo>
                    <a:pt x="7640420" y="657619"/>
                  </a:lnTo>
                  <a:lnTo>
                    <a:pt x="7672813" y="658335"/>
                  </a:lnTo>
                  <a:lnTo>
                    <a:pt x="7689920" y="658675"/>
                  </a:lnTo>
                  <a:lnTo>
                    <a:pt x="7695743" y="658780"/>
                  </a:lnTo>
                  <a:lnTo>
                    <a:pt x="7696237" y="658788"/>
                  </a:lnTo>
                  <a:lnTo>
                    <a:pt x="8234974" y="6587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5" name="pl1345"/>
            <p:cNvSpPr/>
            <p:nvPr/>
          </p:nvSpPr>
          <p:spPr>
            <a:xfrm>
              <a:off x="546595" y="1861142"/>
              <a:ext cx="8234974" cy="2738600"/>
            </a:xfrm>
            <a:custGeom>
              <a:avLst/>
              <a:pathLst>
                <a:path w="8234974" h="2738600">
                  <a:moveTo>
                    <a:pt x="8234974" y="658788"/>
                  </a:moveTo>
                  <a:lnTo>
                    <a:pt x="7696237" y="658788"/>
                  </a:lnTo>
                  <a:lnTo>
                    <a:pt x="7694943" y="658766"/>
                  </a:lnTo>
                  <a:lnTo>
                    <a:pt x="7686496" y="658610"/>
                  </a:lnTo>
                  <a:lnTo>
                    <a:pt x="7665435" y="658179"/>
                  </a:lnTo>
                  <a:lnTo>
                    <a:pt x="7628374" y="657334"/>
                  </a:lnTo>
                  <a:lnTo>
                    <a:pt x="7574325" y="655952"/>
                  </a:lnTo>
                  <a:lnTo>
                    <a:pt x="7504723" y="653945"/>
                  </a:lnTo>
                  <a:lnTo>
                    <a:pt x="7422943" y="651266"/>
                  </a:lnTo>
                  <a:lnTo>
                    <a:pt x="7333433" y="647904"/>
                  </a:lnTo>
                  <a:lnTo>
                    <a:pt x="7240754" y="643869"/>
                  </a:lnTo>
                  <a:lnTo>
                    <a:pt x="7148831" y="639177"/>
                  </a:lnTo>
                  <a:lnTo>
                    <a:pt x="7060550" y="633834"/>
                  </a:lnTo>
                  <a:lnTo>
                    <a:pt x="6977690" y="627821"/>
                  </a:lnTo>
                  <a:lnTo>
                    <a:pt x="6901064" y="621093"/>
                  </a:lnTo>
                  <a:lnTo>
                    <a:pt x="6830745" y="613571"/>
                  </a:lnTo>
                  <a:lnTo>
                    <a:pt x="6766301" y="605149"/>
                  </a:lnTo>
                  <a:lnTo>
                    <a:pt x="6706988" y="595694"/>
                  </a:lnTo>
                  <a:lnTo>
                    <a:pt x="6651901" y="585056"/>
                  </a:lnTo>
                  <a:lnTo>
                    <a:pt x="6600079" y="573079"/>
                  </a:lnTo>
                  <a:lnTo>
                    <a:pt x="6550592" y="559635"/>
                  </a:lnTo>
                  <a:lnTo>
                    <a:pt x="6515891" y="548990"/>
                  </a:lnTo>
                  <a:lnTo>
                    <a:pt x="6465581" y="531817"/>
                  </a:lnTo>
                  <a:lnTo>
                    <a:pt x="6415758" y="512861"/>
                  </a:lnTo>
                  <a:lnTo>
                    <a:pt x="6365893" y="492098"/>
                  </a:lnTo>
                  <a:lnTo>
                    <a:pt x="6315632" y="469565"/>
                  </a:lnTo>
                  <a:lnTo>
                    <a:pt x="6264766" y="445374"/>
                  </a:lnTo>
                  <a:lnTo>
                    <a:pt x="6213222" y="419709"/>
                  </a:lnTo>
                  <a:lnTo>
                    <a:pt x="6161037" y="392830"/>
                  </a:lnTo>
                  <a:lnTo>
                    <a:pt x="6108344" y="365062"/>
                  </a:lnTo>
                  <a:lnTo>
                    <a:pt x="6055344" y="336780"/>
                  </a:lnTo>
                  <a:lnTo>
                    <a:pt x="6002278" y="308390"/>
                  </a:lnTo>
                  <a:lnTo>
                    <a:pt x="5949397" y="280305"/>
                  </a:lnTo>
                  <a:lnTo>
                    <a:pt x="5896926" y="252920"/>
                  </a:lnTo>
                  <a:lnTo>
                    <a:pt x="5845037" y="226587"/>
                  </a:lnTo>
                  <a:lnTo>
                    <a:pt x="5793821" y="201602"/>
                  </a:lnTo>
                  <a:lnTo>
                    <a:pt x="5743262" y="178188"/>
                  </a:lnTo>
                  <a:lnTo>
                    <a:pt x="5693226" y="156496"/>
                  </a:lnTo>
                  <a:lnTo>
                    <a:pt x="5643436" y="136599"/>
                  </a:lnTo>
                  <a:lnTo>
                    <a:pt x="5593456" y="118506"/>
                  </a:lnTo>
                  <a:lnTo>
                    <a:pt x="5567201" y="109798"/>
                  </a:lnTo>
                  <a:lnTo>
                    <a:pt x="5518887" y="95251"/>
                  </a:lnTo>
                  <a:lnTo>
                    <a:pt x="5468837" y="82226"/>
                  </a:lnTo>
                  <a:lnTo>
                    <a:pt x="5416201" y="70638"/>
                  </a:lnTo>
                  <a:lnTo>
                    <a:pt x="5360032" y="60345"/>
                  </a:lnTo>
                  <a:lnTo>
                    <a:pt x="5299375" y="51192"/>
                  </a:lnTo>
                  <a:lnTo>
                    <a:pt x="5233357" y="43034"/>
                  </a:lnTo>
                  <a:lnTo>
                    <a:pt x="5161305" y="35743"/>
                  </a:lnTo>
                  <a:lnTo>
                    <a:pt x="5082906" y="29220"/>
                  </a:lnTo>
                  <a:lnTo>
                    <a:pt x="4998416" y="23398"/>
                  </a:lnTo>
                  <a:lnTo>
                    <a:pt x="4908894" y="18237"/>
                  </a:lnTo>
                  <a:lnTo>
                    <a:pt x="4816422" y="13727"/>
                  </a:lnTo>
                  <a:lnTo>
                    <a:pt x="4724194" y="9878"/>
                  </a:lnTo>
                  <a:lnTo>
                    <a:pt x="4636369" y="6706"/>
                  </a:lnTo>
                  <a:lnTo>
                    <a:pt x="4557565" y="4217"/>
                  </a:lnTo>
                  <a:lnTo>
                    <a:pt x="4492030" y="2391"/>
                  </a:lnTo>
                  <a:lnTo>
                    <a:pt x="4442673" y="1169"/>
                  </a:lnTo>
                  <a:lnTo>
                    <a:pt x="4410279" y="452"/>
                  </a:lnTo>
                  <a:lnTo>
                    <a:pt x="4393172" y="112"/>
                  </a:lnTo>
                  <a:lnTo>
                    <a:pt x="4387349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2" y="82"/>
                  </a:lnTo>
                  <a:lnTo>
                    <a:pt x="3839251" y="668"/>
                  </a:lnTo>
                  <a:lnTo>
                    <a:pt x="3820009" y="2291"/>
                  </a:lnTo>
                  <a:lnTo>
                    <a:pt x="3785978" y="5478"/>
                  </a:lnTo>
                  <a:lnTo>
                    <a:pt x="3736010" y="10699"/>
                  </a:lnTo>
                  <a:lnTo>
                    <a:pt x="3671107" y="18309"/>
                  </a:lnTo>
                  <a:lnTo>
                    <a:pt x="3594073" y="28513"/>
                  </a:lnTo>
                  <a:lnTo>
                    <a:pt x="3508820" y="41381"/>
                  </a:lnTo>
                  <a:lnTo>
                    <a:pt x="3419536" y="56883"/>
                  </a:lnTo>
                  <a:lnTo>
                    <a:pt x="3329990" y="74957"/>
                  </a:lnTo>
                  <a:lnTo>
                    <a:pt x="3243107" y="95566"/>
                  </a:lnTo>
                  <a:lnTo>
                    <a:pt x="3160832" y="118745"/>
                  </a:lnTo>
                  <a:lnTo>
                    <a:pt x="3084201" y="144627"/>
                  </a:lnTo>
                  <a:lnTo>
                    <a:pt x="3013521" y="173458"/>
                  </a:lnTo>
                  <a:lnTo>
                    <a:pt x="2948575" y="205591"/>
                  </a:lnTo>
                  <a:lnTo>
                    <a:pt x="2888798" y="241486"/>
                  </a:lnTo>
                  <a:lnTo>
                    <a:pt x="2833430" y="281683"/>
                  </a:lnTo>
                  <a:lnTo>
                    <a:pt x="2781613" y="326764"/>
                  </a:lnTo>
                  <a:lnTo>
                    <a:pt x="2732479" y="377287"/>
                  </a:lnTo>
                  <a:lnTo>
                    <a:pt x="2685219" y="433665"/>
                  </a:lnTo>
                  <a:lnTo>
                    <a:pt x="2667772" y="456433"/>
                  </a:lnTo>
                  <a:lnTo>
                    <a:pt x="2631833" y="506571"/>
                  </a:lnTo>
                  <a:lnTo>
                    <a:pt x="2596232" y="560442"/>
                  </a:lnTo>
                  <a:lnTo>
                    <a:pt x="2560748" y="618122"/>
                  </a:lnTo>
                  <a:lnTo>
                    <a:pt x="2525210" y="679623"/>
                  </a:lnTo>
                  <a:lnTo>
                    <a:pt x="2489489" y="744888"/>
                  </a:lnTo>
                  <a:lnTo>
                    <a:pt x="2453496" y="813784"/>
                  </a:lnTo>
                  <a:lnTo>
                    <a:pt x="2417176" y="886098"/>
                  </a:lnTo>
                  <a:lnTo>
                    <a:pt x="2380508" y="961535"/>
                  </a:lnTo>
                  <a:lnTo>
                    <a:pt x="2343502" y="1039722"/>
                  </a:lnTo>
                  <a:lnTo>
                    <a:pt x="2306192" y="1120208"/>
                  </a:lnTo>
                  <a:lnTo>
                    <a:pt x="2268633" y="1202481"/>
                  </a:lnTo>
                  <a:lnTo>
                    <a:pt x="2230899" y="1285974"/>
                  </a:lnTo>
                  <a:lnTo>
                    <a:pt x="2193076" y="1370083"/>
                  </a:lnTo>
                  <a:lnTo>
                    <a:pt x="2155253" y="1454186"/>
                  </a:lnTo>
                  <a:lnTo>
                    <a:pt x="2117521" y="1537661"/>
                  </a:lnTo>
                  <a:lnTo>
                    <a:pt x="2079967" y="1619906"/>
                  </a:lnTo>
                  <a:lnTo>
                    <a:pt x="2042661" y="1700354"/>
                  </a:lnTo>
                  <a:lnTo>
                    <a:pt x="2005661" y="1778493"/>
                  </a:lnTo>
                  <a:lnTo>
                    <a:pt x="1969001" y="1853876"/>
                  </a:lnTo>
                  <a:lnTo>
                    <a:pt x="1932687" y="1926129"/>
                  </a:lnTo>
                  <a:lnTo>
                    <a:pt x="1896699" y="1994959"/>
                  </a:lnTo>
                  <a:lnTo>
                    <a:pt x="1860982" y="2060155"/>
                  </a:lnTo>
                  <a:lnTo>
                    <a:pt x="1825447" y="2121585"/>
                  </a:lnTo>
                  <a:lnTo>
                    <a:pt x="1789963" y="2179194"/>
                  </a:lnTo>
                  <a:lnTo>
                    <a:pt x="1754358" y="2232994"/>
                  </a:lnTo>
                  <a:lnTo>
                    <a:pt x="1719082" y="2282167"/>
                  </a:lnTo>
                  <a:lnTo>
                    <a:pt x="1672345" y="2340793"/>
                  </a:lnTo>
                  <a:lnTo>
                    <a:pt x="1624005" y="2393485"/>
                  </a:lnTo>
                  <a:lnTo>
                    <a:pt x="1573298" y="2440553"/>
                  </a:lnTo>
                  <a:lnTo>
                    <a:pt x="1519369" y="2482519"/>
                  </a:lnTo>
                  <a:lnTo>
                    <a:pt x="1461349" y="2519966"/>
                  </a:lnTo>
                  <a:lnTo>
                    <a:pt x="1398428" y="2553457"/>
                  </a:lnTo>
                  <a:lnTo>
                    <a:pt x="1329954" y="2583483"/>
                  </a:lnTo>
                  <a:lnTo>
                    <a:pt x="1255560" y="2610440"/>
                  </a:lnTo>
                  <a:lnTo>
                    <a:pt x="1175331" y="2634616"/>
                  </a:lnTo>
                  <a:lnTo>
                    <a:pt x="1090007" y="2656183"/>
                  </a:lnTo>
                  <a:lnTo>
                    <a:pt x="1001172" y="2675213"/>
                  </a:lnTo>
                  <a:lnTo>
                    <a:pt x="911387" y="2691690"/>
                  </a:lnTo>
                  <a:lnTo>
                    <a:pt x="824134" y="2705556"/>
                  </a:lnTo>
                  <a:lnTo>
                    <a:pt x="743515" y="2716761"/>
                  </a:lnTo>
                  <a:lnTo>
                    <a:pt x="673639" y="2725331"/>
                  </a:lnTo>
                  <a:lnTo>
                    <a:pt x="617823" y="2731417"/>
                  </a:lnTo>
                  <a:lnTo>
                    <a:pt x="577810" y="2735320"/>
                  </a:lnTo>
                  <a:lnTo>
                    <a:pt x="553273" y="2737471"/>
                  </a:lnTo>
                  <a:lnTo>
                    <a:pt x="541735" y="2738384"/>
                  </a:lnTo>
                  <a:lnTo>
                    <a:pt x="538801" y="2738596"/>
                  </a:lnTo>
                  <a:lnTo>
                    <a:pt x="538736" y="2738600"/>
                  </a:lnTo>
                  <a:lnTo>
                    <a:pt x="0" y="2738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6" name="pg1346"/>
            <p:cNvSpPr/>
            <p:nvPr/>
          </p:nvSpPr>
          <p:spPr>
            <a:xfrm>
              <a:off x="546595" y="1926476"/>
              <a:ext cx="8234974" cy="2689599"/>
            </a:xfrm>
            <a:custGeom>
              <a:avLst/>
              <a:pathLst>
                <a:path w="8234974" h="2689599">
                  <a:moveTo>
                    <a:pt x="0" y="2689599"/>
                  </a:moveTo>
                  <a:lnTo>
                    <a:pt x="538736" y="2689599"/>
                  </a:lnTo>
                  <a:lnTo>
                    <a:pt x="539917" y="2689519"/>
                  </a:lnTo>
                  <a:lnTo>
                    <a:pt x="547636" y="2688941"/>
                  </a:lnTo>
                  <a:lnTo>
                    <a:pt x="566947" y="2687345"/>
                  </a:lnTo>
                  <a:lnTo>
                    <a:pt x="601092" y="2684209"/>
                  </a:lnTo>
                  <a:lnTo>
                    <a:pt x="651216" y="2679072"/>
                  </a:lnTo>
                  <a:lnTo>
                    <a:pt x="716300" y="2671587"/>
                  </a:lnTo>
                  <a:lnTo>
                    <a:pt x="793517" y="2661551"/>
                  </a:lnTo>
                  <a:lnTo>
                    <a:pt x="878939" y="2648898"/>
                  </a:lnTo>
                  <a:lnTo>
                    <a:pt x="968359" y="2633657"/>
                  </a:lnTo>
                  <a:lnTo>
                    <a:pt x="1058003" y="2615889"/>
                  </a:lnTo>
                  <a:lnTo>
                    <a:pt x="1144945" y="2595630"/>
                  </a:lnTo>
                  <a:lnTo>
                    <a:pt x="1227248" y="2572844"/>
                  </a:lnTo>
                  <a:lnTo>
                    <a:pt x="1303883" y="2547400"/>
                  </a:lnTo>
                  <a:lnTo>
                    <a:pt x="1374550" y="2519053"/>
                  </a:lnTo>
                  <a:lnTo>
                    <a:pt x="1439478" y="2487454"/>
                  </a:lnTo>
                  <a:lnTo>
                    <a:pt x="1499235" y="2452148"/>
                  </a:lnTo>
                  <a:lnTo>
                    <a:pt x="1554591" y="2412605"/>
                  </a:lnTo>
                  <a:lnTo>
                    <a:pt x="1606404" y="2368249"/>
                  </a:lnTo>
                  <a:lnTo>
                    <a:pt x="1655548" y="2318534"/>
                  </a:lnTo>
                  <a:lnTo>
                    <a:pt x="1702831" y="2263059"/>
                  </a:lnTo>
                  <a:lnTo>
                    <a:pt x="1719082" y="2242240"/>
                  </a:lnTo>
                  <a:lnTo>
                    <a:pt x="1755304" y="2192696"/>
                  </a:lnTo>
                  <a:lnTo>
                    <a:pt x="1791184" y="2139434"/>
                  </a:lnTo>
                  <a:lnTo>
                    <a:pt x="1826948" y="2082380"/>
                  </a:lnTo>
                  <a:lnTo>
                    <a:pt x="1862770" y="2021522"/>
                  </a:lnTo>
                  <a:lnTo>
                    <a:pt x="1898782" y="1956918"/>
                  </a:lnTo>
                  <a:lnTo>
                    <a:pt x="1935074" y="1888707"/>
                  </a:lnTo>
                  <a:lnTo>
                    <a:pt x="1971698" y="1817104"/>
                  </a:lnTo>
                  <a:lnTo>
                    <a:pt x="2008676" y="1742410"/>
                  </a:lnTo>
                  <a:lnTo>
                    <a:pt x="2045997" y="1665005"/>
                  </a:lnTo>
                  <a:lnTo>
                    <a:pt x="2083623" y="1585345"/>
                  </a:lnTo>
                  <a:lnTo>
                    <a:pt x="2121496" y="1503949"/>
                  </a:lnTo>
                  <a:lnTo>
                    <a:pt x="2159540" y="1421390"/>
                  </a:lnTo>
                  <a:lnTo>
                    <a:pt x="2197666" y="1338275"/>
                  </a:lnTo>
                  <a:lnTo>
                    <a:pt x="2235783" y="1255230"/>
                  </a:lnTo>
                  <a:lnTo>
                    <a:pt x="2273796" y="1172878"/>
                  </a:lnTo>
                  <a:lnTo>
                    <a:pt x="2311620" y="1091820"/>
                  </a:lnTo>
                  <a:lnTo>
                    <a:pt x="2349183" y="1012618"/>
                  </a:lnTo>
                  <a:lnTo>
                    <a:pt x="2386430" y="935779"/>
                  </a:lnTo>
                  <a:lnTo>
                    <a:pt x="2423329" y="861742"/>
                  </a:lnTo>
                  <a:lnTo>
                    <a:pt x="2459876" y="790870"/>
                  </a:lnTo>
                  <a:lnTo>
                    <a:pt x="2496100" y="723445"/>
                  </a:lnTo>
                  <a:lnTo>
                    <a:pt x="2532060" y="659665"/>
                  </a:lnTo>
                  <a:lnTo>
                    <a:pt x="2567857" y="599650"/>
                  </a:lnTo>
                  <a:lnTo>
                    <a:pt x="2603630" y="543442"/>
                  </a:lnTo>
                  <a:lnTo>
                    <a:pt x="2639564" y="491016"/>
                  </a:lnTo>
                  <a:lnTo>
                    <a:pt x="2667772" y="452803"/>
                  </a:lnTo>
                  <a:lnTo>
                    <a:pt x="2714571" y="395273"/>
                  </a:lnTo>
                  <a:lnTo>
                    <a:pt x="2762976" y="343573"/>
                  </a:lnTo>
                  <a:lnTo>
                    <a:pt x="2813757" y="297398"/>
                  </a:lnTo>
                  <a:lnTo>
                    <a:pt x="2867772" y="256235"/>
                  </a:lnTo>
                  <a:lnTo>
                    <a:pt x="2925893" y="219509"/>
                  </a:lnTo>
                  <a:lnTo>
                    <a:pt x="2988932" y="186667"/>
                  </a:lnTo>
                  <a:lnTo>
                    <a:pt x="3057543" y="157227"/>
                  </a:lnTo>
                  <a:lnTo>
                    <a:pt x="3132090" y="130799"/>
                  </a:lnTo>
                  <a:lnTo>
                    <a:pt x="3212483" y="107103"/>
                  </a:lnTo>
                  <a:lnTo>
                    <a:pt x="3297971" y="85967"/>
                  </a:lnTo>
                  <a:lnTo>
                    <a:pt x="3386951" y="67326"/>
                  </a:lnTo>
                  <a:lnTo>
                    <a:pt x="3476842" y="51193"/>
                  </a:lnTo>
                  <a:lnTo>
                    <a:pt x="3564133" y="37627"/>
                  </a:lnTo>
                  <a:lnTo>
                    <a:pt x="3644702" y="26675"/>
                  </a:lnTo>
                  <a:lnTo>
                    <a:pt x="3714432" y="18312"/>
                  </a:lnTo>
                  <a:lnTo>
                    <a:pt x="3770016" y="12385"/>
                  </a:lnTo>
                  <a:lnTo>
                    <a:pt x="3809741" y="8596"/>
                  </a:lnTo>
                  <a:lnTo>
                    <a:pt x="3833981" y="6518"/>
                  </a:lnTo>
                  <a:lnTo>
                    <a:pt x="3845272" y="564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3" y="5500"/>
                  </a:lnTo>
                  <a:lnTo>
                    <a:pt x="4396249" y="5898"/>
                  </a:lnTo>
                  <a:lnTo>
                    <a:pt x="4416589" y="6998"/>
                  </a:lnTo>
                  <a:lnTo>
                    <a:pt x="4452452" y="9158"/>
                  </a:lnTo>
                  <a:lnTo>
                    <a:pt x="4504893" y="12692"/>
                  </a:lnTo>
                  <a:lnTo>
                    <a:pt x="4572655" y="17830"/>
                  </a:lnTo>
                  <a:lnTo>
                    <a:pt x="4652590" y="24702"/>
                  </a:lnTo>
                  <a:lnTo>
                    <a:pt x="4740460" y="33343"/>
                  </a:lnTo>
                  <a:lnTo>
                    <a:pt x="4831847" y="43727"/>
                  </a:lnTo>
                  <a:lnTo>
                    <a:pt x="4922881" y="55814"/>
                  </a:lnTo>
                  <a:lnTo>
                    <a:pt x="5010653" y="69585"/>
                  </a:lnTo>
                  <a:lnTo>
                    <a:pt x="5093316" y="85077"/>
                  </a:lnTo>
                  <a:lnTo>
                    <a:pt x="5169966" y="102397"/>
                  </a:lnTo>
                  <a:lnTo>
                    <a:pt x="5240439" y="121731"/>
                  </a:lnTo>
                  <a:lnTo>
                    <a:pt x="5305082" y="143340"/>
                  </a:lnTo>
                  <a:lnTo>
                    <a:pt x="5364568" y="167552"/>
                  </a:lnTo>
                  <a:lnTo>
                    <a:pt x="5419749" y="194745"/>
                  </a:lnTo>
                  <a:lnTo>
                    <a:pt x="5471547" y="225316"/>
                  </a:lnTo>
                  <a:lnTo>
                    <a:pt x="5520871" y="259618"/>
                  </a:lnTo>
                  <a:lnTo>
                    <a:pt x="5567201" y="296727"/>
                  </a:lnTo>
                  <a:lnTo>
                    <a:pt x="5609217" y="334405"/>
                  </a:lnTo>
                  <a:lnTo>
                    <a:pt x="5650824" y="375358"/>
                  </a:lnTo>
                  <a:lnTo>
                    <a:pt x="5692356" y="419649"/>
                  </a:lnTo>
                  <a:lnTo>
                    <a:pt x="5734057" y="467259"/>
                  </a:lnTo>
                  <a:lnTo>
                    <a:pt x="5776096" y="518085"/>
                  </a:lnTo>
                  <a:lnTo>
                    <a:pt x="5818572" y="571928"/>
                  </a:lnTo>
                  <a:lnTo>
                    <a:pt x="5861523" y="628492"/>
                  </a:lnTo>
                  <a:lnTo>
                    <a:pt x="5904931" y="687386"/>
                  </a:lnTo>
                  <a:lnTo>
                    <a:pt x="5948730" y="748132"/>
                  </a:lnTo>
                  <a:lnTo>
                    <a:pt x="5992817" y="810180"/>
                  </a:lnTo>
                  <a:lnTo>
                    <a:pt x="6037064" y="872925"/>
                  </a:lnTo>
                  <a:lnTo>
                    <a:pt x="6081325" y="935735"/>
                  </a:lnTo>
                  <a:lnTo>
                    <a:pt x="6125455" y="997974"/>
                  </a:lnTo>
                  <a:lnTo>
                    <a:pt x="6169322" y="1059030"/>
                  </a:lnTo>
                  <a:lnTo>
                    <a:pt x="6212815" y="1118341"/>
                  </a:lnTo>
                  <a:lnTo>
                    <a:pt x="6255862" y="1175411"/>
                  </a:lnTo>
                  <a:lnTo>
                    <a:pt x="6298434" y="1229832"/>
                  </a:lnTo>
                  <a:lnTo>
                    <a:pt x="6340555" y="1281288"/>
                  </a:lnTo>
                  <a:lnTo>
                    <a:pt x="6382314" y="1329561"/>
                  </a:lnTo>
                  <a:lnTo>
                    <a:pt x="6423862" y="1374528"/>
                  </a:lnTo>
                  <a:lnTo>
                    <a:pt x="6465430" y="1416154"/>
                  </a:lnTo>
                  <a:lnTo>
                    <a:pt x="6507331" y="1454487"/>
                  </a:lnTo>
                  <a:lnTo>
                    <a:pt x="6515891" y="1461857"/>
                  </a:lnTo>
                  <a:lnTo>
                    <a:pt x="6563590" y="1499989"/>
                  </a:lnTo>
                  <a:lnTo>
                    <a:pt x="6612972" y="1534182"/>
                  </a:lnTo>
                  <a:lnTo>
                    <a:pt x="6664853" y="1564652"/>
                  </a:lnTo>
                  <a:lnTo>
                    <a:pt x="6720143" y="1591755"/>
                  </a:lnTo>
                  <a:lnTo>
                    <a:pt x="6779764" y="1615888"/>
                  </a:lnTo>
                  <a:lnTo>
                    <a:pt x="6844563" y="1637429"/>
                  </a:lnTo>
                  <a:lnTo>
                    <a:pt x="6915207" y="1656703"/>
                  </a:lnTo>
                  <a:lnTo>
                    <a:pt x="6992033" y="1673969"/>
                  </a:lnTo>
                  <a:lnTo>
                    <a:pt x="7074857" y="1689411"/>
                  </a:lnTo>
                  <a:lnTo>
                    <a:pt x="7162752" y="1703135"/>
                  </a:lnTo>
                  <a:lnTo>
                    <a:pt x="7253840" y="1715173"/>
                  </a:lnTo>
                  <a:lnTo>
                    <a:pt x="7345185" y="1725509"/>
                  </a:lnTo>
                  <a:lnTo>
                    <a:pt x="7432892" y="1734100"/>
                  </a:lnTo>
                  <a:lnTo>
                    <a:pt x="7512538" y="1740922"/>
                  </a:lnTo>
                  <a:lnTo>
                    <a:pt x="7579903" y="1746013"/>
                  </a:lnTo>
                  <a:lnTo>
                    <a:pt x="7631883" y="1749504"/>
                  </a:lnTo>
                  <a:lnTo>
                    <a:pt x="7667281" y="1751629"/>
                  </a:lnTo>
                  <a:lnTo>
                    <a:pt x="7687220" y="1752705"/>
                  </a:lnTo>
                  <a:lnTo>
                    <a:pt x="7695091" y="1753088"/>
                  </a:lnTo>
                  <a:lnTo>
                    <a:pt x="7696237" y="1753140"/>
                  </a:lnTo>
                  <a:lnTo>
                    <a:pt x="8234974" y="1753140"/>
                  </a:lnTo>
                  <a:lnTo>
                    <a:pt x="8234974" y="1747695"/>
                  </a:lnTo>
                  <a:lnTo>
                    <a:pt x="7696237" y="1747695"/>
                  </a:lnTo>
                  <a:lnTo>
                    <a:pt x="7694990" y="1747639"/>
                  </a:lnTo>
                  <a:lnTo>
                    <a:pt x="7686843" y="1747241"/>
                  </a:lnTo>
                  <a:lnTo>
                    <a:pt x="7666504" y="1746141"/>
                  </a:lnTo>
                  <a:lnTo>
                    <a:pt x="7630641" y="1743981"/>
                  </a:lnTo>
                  <a:lnTo>
                    <a:pt x="7578199" y="1740447"/>
                  </a:lnTo>
                  <a:lnTo>
                    <a:pt x="7510437" y="1735309"/>
                  </a:lnTo>
                  <a:lnTo>
                    <a:pt x="7430503" y="1728437"/>
                  </a:lnTo>
                  <a:lnTo>
                    <a:pt x="7342632" y="1719796"/>
                  </a:lnTo>
                  <a:lnTo>
                    <a:pt x="7251246" y="1709412"/>
                  </a:lnTo>
                  <a:lnTo>
                    <a:pt x="7160212" y="1697325"/>
                  </a:lnTo>
                  <a:lnTo>
                    <a:pt x="7072439" y="1683554"/>
                  </a:lnTo>
                  <a:lnTo>
                    <a:pt x="6989777" y="1668062"/>
                  </a:lnTo>
                  <a:lnTo>
                    <a:pt x="6913126" y="1650742"/>
                  </a:lnTo>
                  <a:lnTo>
                    <a:pt x="6842654" y="1631408"/>
                  </a:lnTo>
                  <a:lnTo>
                    <a:pt x="6778011" y="1609799"/>
                  </a:lnTo>
                  <a:lnTo>
                    <a:pt x="6718525" y="1585587"/>
                  </a:lnTo>
                  <a:lnTo>
                    <a:pt x="6663344" y="1558394"/>
                  </a:lnTo>
                  <a:lnTo>
                    <a:pt x="6611546" y="1527823"/>
                  </a:lnTo>
                  <a:lnTo>
                    <a:pt x="6562222" y="1493521"/>
                  </a:lnTo>
                  <a:lnTo>
                    <a:pt x="6515891" y="1456412"/>
                  </a:lnTo>
                  <a:lnTo>
                    <a:pt x="6473875" y="1418734"/>
                  </a:lnTo>
                  <a:lnTo>
                    <a:pt x="6432268" y="1377781"/>
                  </a:lnTo>
                  <a:lnTo>
                    <a:pt x="6390737" y="1333490"/>
                  </a:lnTo>
                  <a:lnTo>
                    <a:pt x="6349036" y="1285880"/>
                  </a:lnTo>
                  <a:lnTo>
                    <a:pt x="6306997" y="1235054"/>
                  </a:lnTo>
                  <a:lnTo>
                    <a:pt x="6264520" y="1181211"/>
                  </a:lnTo>
                  <a:lnTo>
                    <a:pt x="6221569" y="1124647"/>
                  </a:lnTo>
                  <a:lnTo>
                    <a:pt x="6178161" y="1065753"/>
                  </a:lnTo>
                  <a:lnTo>
                    <a:pt x="6134362" y="1005007"/>
                  </a:lnTo>
                  <a:lnTo>
                    <a:pt x="6090275" y="942959"/>
                  </a:lnTo>
                  <a:lnTo>
                    <a:pt x="6046029" y="880214"/>
                  </a:lnTo>
                  <a:lnTo>
                    <a:pt x="6001768" y="817404"/>
                  </a:lnTo>
                  <a:lnTo>
                    <a:pt x="5957637" y="755165"/>
                  </a:lnTo>
                  <a:lnTo>
                    <a:pt x="5913771" y="694109"/>
                  </a:lnTo>
                  <a:lnTo>
                    <a:pt x="5870277" y="634798"/>
                  </a:lnTo>
                  <a:lnTo>
                    <a:pt x="5827230" y="577728"/>
                  </a:lnTo>
                  <a:lnTo>
                    <a:pt x="5784659" y="523307"/>
                  </a:lnTo>
                  <a:lnTo>
                    <a:pt x="5742537" y="471851"/>
                  </a:lnTo>
                  <a:lnTo>
                    <a:pt x="5700779" y="423578"/>
                  </a:lnTo>
                  <a:lnTo>
                    <a:pt x="5659230" y="378611"/>
                  </a:lnTo>
                  <a:lnTo>
                    <a:pt x="5617663" y="336985"/>
                  </a:lnTo>
                  <a:lnTo>
                    <a:pt x="5575761" y="298652"/>
                  </a:lnTo>
                  <a:lnTo>
                    <a:pt x="5567201" y="291282"/>
                  </a:lnTo>
                  <a:lnTo>
                    <a:pt x="5519503" y="253150"/>
                  </a:lnTo>
                  <a:lnTo>
                    <a:pt x="5470121" y="218957"/>
                  </a:lnTo>
                  <a:lnTo>
                    <a:pt x="5418240" y="188487"/>
                  </a:lnTo>
                  <a:lnTo>
                    <a:pt x="5362950" y="161384"/>
                  </a:lnTo>
                  <a:lnTo>
                    <a:pt x="5303329" y="137251"/>
                  </a:lnTo>
                  <a:lnTo>
                    <a:pt x="5238529" y="115710"/>
                  </a:lnTo>
                  <a:lnTo>
                    <a:pt x="5167885" y="96436"/>
                  </a:lnTo>
                  <a:lnTo>
                    <a:pt x="5091060" y="79170"/>
                  </a:lnTo>
                  <a:lnTo>
                    <a:pt x="5008236" y="63728"/>
                  </a:lnTo>
                  <a:lnTo>
                    <a:pt x="4920341" y="50004"/>
                  </a:lnTo>
                  <a:lnTo>
                    <a:pt x="4829252" y="37966"/>
                  </a:lnTo>
                  <a:lnTo>
                    <a:pt x="4737908" y="27630"/>
                  </a:lnTo>
                  <a:lnTo>
                    <a:pt x="4650200" y="19039"/>
                  </a:lnTo>
                  <a:lnTo>
                    <a:pt x="4570554" y="12217"/>
                  </a:lnTo>
                  <a:lnTo>
                    <a:pt x="4503190" y="7126"/>
                  </a:lnTo>
                  <a:lnTo>
                    <a:pt x="4451210" y="3635"/>
                  </a:lnTo>
                  <a:lnTo>
                    <a:pt x="4415811" y="1510"/>
                  </a:lnTo>
                  <a:lnTo>
                    <a:pt x="4395872" y="434"/>
                  </a:lnTo>
                  <a:lnTo>
                    <a:pt x="4388002" y="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19" y="658"/>
                  </a:lnTo>
                  <a:lnTo>
                    <a:pt x="3819908" y="2254"/>
                  </a:lnTo>
                  <a:lnTo>
                    <a:pt x="3785762" y="5390"/>
                  </a:lnTo>
                  <a:lnTo>
                    <a:pt x="3735639" y="10527"/>
                  </a:lnTo>
                  <a:lnTo>
                    <a:pt x="3670555" y="18012"/>
                  </a:lnTo>
                  <a:lnTo>
                    <a:pt x="3593337" y="28048"/>
                  </a:lnTo>
                  <a:lnTo>
                    <a:pt x="3507916" y="40701"/>
                  </a:lnTo>
                  <a:lnTo>
                    <a:pt x="3418496" y="55942"/>
                  </a:lnTo>
                  <a:lnTo>
                    <a:pt x="3328852" y="73710"/>
                  </a:lnTo>
                  <a:lnTo>
                    <a:pt x="3241909" y="93969"/>
                  </a:lnTo>
                  <a:lnTo>
                    <a:pt x="3159606" y="116755"/>
                  </a:lnTo>
                  <a:lnTo>
                    <a:pt x="3082972" y="142199"/>
                  </a:lnTo>
                  <a:lnTo>
                    <a:pt x="3012304" y="170546"/>
                  </a:lnTo>
                  <a:lnTo>
                    <a:pt x="2947376" y="202145"/>
                  </a:lnTo>
                  <a:lnTo>
                    <a:pt x="2887619" y="237451"/>
                  </a:lnTo>
                  <a:lnTo>
                    <a:pt x="2832264" y="276994"/>
                  </a:lnTo>
                  <a:lnTo>
                    <a:pt x="2780450" y="321350"/>
                  </a:lnTo>
                  <a:lnTo>
                    <a:pt x="2731306" y="371065"/>
                  </a:lnTo>
                  <a:lnTo>
                    <a:pt x="2684023" y="426540"/>
                  </a:lnTo>
                  <a:lnTo>
                    <a:pt x="2667772" y="447359"/>
                  </a:lnTo>
                  <a:lnTo>
                    <a:pt x="2631550" y="496903"/>
                  </a:lnTo>
                  <a:lnTo>
                    <a:pt x="2595670" y="550165"/>
                  </a:lnTo>
                  <a:lnTo>
                    <a:pt x="2559907" y="607219"/>
                  </a:lnTo>
                  <a:lnTo>
                    <a:pt x="2524084" y="668077"/>
                  </a:lnTo>
                  <a:lnTo>
                    <a:pt x="2488072" y="732681"/>
                  </a:lnTo>
                  <a:lnTo>
                    <a:pt x="2451781" y="800892"/>
                  </a:lnTo>
                  <a:lnTo>
                    <a:pt x="2415156" y="872495"/>
                  </a:lnTo>
                  <a:lnTo>
                    <a:pt x="2378179" y="947189"/>
                  </a:lnTo>
                  <a:lnTo>
                    <a:pt x="2340858" y="1024593"/>
                  </a:lnTo>
                  <a:lnTo>
                    <a:pt x="2303232" y="1104254"/>
                  </a:lnTo>
                  <a:lnTo>
                    <a:pt x="2265359" y="1185650"/>
                  </a:lnTo>
                  <a:lnTo>
                    <a:pt x="2227315" y="1268209"/>
                  </a:lnTo>
                  <a:lnTo>
                    <a:pt x="2189188" y="1351324"/>
                  </a:lnTo>
                  <a:lnTo>
                    <a:pt x="2151072" y="1434369"/>
                  </a:lnTo>
                  <a:lnTo>
                    <a:pt x="2113059" y="1516721"/>
                  </a:lnTo>
                  <a:lnTo>
                    <a:pt x="2075234" y="1597779"/>
                  </a:lnTo>
                  <a:lnTo>
                    <a:pt x="2037672" y="1676981"/>
                  </a:lnTo>
                  <a:lnTo>
                    <a:pt x="2000425" y="1753820"/>
                  </a:lnTo>
                  <a:lnTo>
                    <a:pt x="1963526" y="1827857"/>
                  </a:lnTo>
                  <a:lnTo>
                    <a:pt x="1926978" y="1898728"/>
                  </a:lnTo>
                  <a:lnTo>
                    <a:pt x="1890755" y="1966154"/>
                  </a:lnTo>
                  <a:lnTo>
                    <a:pt x="1854794" y="2029933"/>
                  </a:lnTo>
                  <a:lnTo>
                    <a:pt x="1818998" y="2089949"/>
                  </a:lnTo>
                  <a:lnTo>
                    <a:pt x="1783225" y="2146156"/>
                  </a:lnTo>
                  <a:lnTo>
                    <a:pt x="1747290" y="2198583"/>
                  </a:lnTo>
                  <a:lnTo>
                    <a:pt x="1719082" y="2236796"/>
                  </a:lnTo>
                  <a:lnTo>
                    <a:pt x="1672284" y="2294326"/>
                  </a:lnTo>
                  <a:lnTo>
                    <a:pt x="1623878" y="2346026"/>
                  </a:lnTo>
                  <a:lnTo>
                    <a:pt x="1573097" y="2392201"/>
                  </a:lnTo>
                  <a:lnTo>
                    <a:pt x="1519083" y="2433364"/>
                  </a:lnTo>
                  <a:lnTo>
                    <a:pt x="1460961" y="2470090"/>
                  </a:lnTo>
                  <a:lnTo>
                    <a:pt x="1397922" y="2502932"/>
                  </a:lnTo>
                  <a:lnTo>
                    <a:pt x="1329312" y="2532372"/>
                  </a:lnTo>
                  <a:lnTo>
                    <a:pt x="1254764" y="2558800"/>
                  </a:lnTo>
                  <a:lnTo>
                    <a:pt x="1174372" y="2582496"/>
                  </a:lnTo>
                  <a:lnTo>
                    <a:pt x="1088883" y="2603632"/>
                  </a:lnTo>
                  <a:lnTo>
                    <a:pt x="999903" y="2622273"/>
                  </a:lnTo>
                  <a:lnTo>
                    <a:pt x="910013" y="2638406"/>
                  </a:lnTo>
                  <a:lnTo>
                    <a:pt x="822722" y="2651972"/>
                  </a:lnTo>
                  <a:lnTo>
                    <a:pt x="742152" y="2662923"/>
                  </a:lnTo>
                  <a:lnTo>
                    <a:pt x="672423" y="2671287"/>
                  </a:lnTo>
                  <a:lnTo>
                    <a:pt x="616839" y="2677214"/>
                  </a:lnTo>
                  <a:lnTo>
                    <a:pt x="577114" y="2681002"/>
                  </a:lnTo>
                  <a:lnTo>
                    <a:pt x="552874" y="2683081"/>
                  </a:lnTo>
                  <a:lnTo>
                    <a:pt x="541583" y="2683955"/>
                  </a:lnTo>
                  <a:lnTo>
                    <a:pt x="538736" y="2684155"/>
                  </a:lnTo>
                  <a:lnTo>
                    <a:pt x="0" y="2684155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47" name="pl1347"/>
            <p:cNvSpPr/>
            <p:nvPr/>
          </p:nvSpPr>
          <p:spPr>
            <a:xfrm>
              <a:off x="546595" y="1931921"/>
              <a:ext cx="8234974" cy="2684155"/>
            </a:xfrm>
            <a:custGeom>
              <a:avLst/>
              <a:pathLst>
                <a:path w="8234974" h="2684155">
                  <a:moveTo>
                    <a:pt x="0" y="2684155"/>
                  </a:moveTo>
                  <a:lnTo>
                    <a:pt x="538736" y="2684155"/>
                  </a:lnTo>
                  <a:lnTo>
                    <a:pt x="539917" y="2684074"/>
                  </a:lnTo>
                  <a:lnTo>
                    <a:pt x="547636" y="2683497"/>
                  </a:lnTo>
                  <a:lnTo>
                    <a:pt x="566947" y="2681900"/>
                  </a:lnTo>
                  <a:lnTo>
                    <a:pt x="601092" y="2678764"/>
                  </a:lnTo>
                  <a:lnTo>
                    <a:pt x="651216" y="2673628"/>
                  </a:lnTo>
                  <a:lnTo>
                    <a:pt x="716300" y="2666143"/>
                  </a:lnTo>
                  <a:lnTo>
                    <a:pt x="793517" y="2656106"/>
                  </a:lnTo>
                  <a:lnTo>
                    <a:pt x="878939" y="2643453"/>
                  </a:lnTo>
                  <a:lnTo>
                    <a:pt x="968359" y="2628212"/>
                  </a:lnTo>
                  <a:lnTo>
                    <a:pt x="1058003" y="2610444"/>
                  </a:lnTo>
                  <a:lnTo>
                    <a:pt x="1144945" y="2590185"/>
                  </a:lnTo>
                  <a:lnTo>
                    <a:pt x="1227248" y="2567400"/>
                  </a:lnTo>
                  <a:lnTo>
                    <a:pt x="1303883" y="2541955"/>
                  </a:lnTo>
                  <a:lnTo>
                    <a:pt x="1374550" y="2513609"/>
                  </a:lnTo>
                  <a:lnTo>
                    <a:pt x="1439478" y="2482009"/>
                  </a:lnTo>
                  <a:lnTo>
                    <a:pt x="1499235" y="2446704"/>
                  </a:lnTo>
                  <a:lnTo>
                    <a:pt x="1554591" y="2407160"/>
                  </a:lnTo>
                  <a:lnTo>
                    <a:pt x="1606404" y="2362805"/>
                  </a:lnTo>
                  <a:lnTo>
                    <a:pt x="1655548" y="2313089"/>
                  </a:lnTo>
                  <a:lnTo>
                    <a:pt x="1702831" y="2257615"/>
                  </a:lnTo>
                  <a:lnTo>
                    <a:pt x="1719082" y="2236796"/>
                  </a:lnTo>
                  <a:lnTo>
                    <a:pt x="1755304" y="2187251"/>
                  </a:lnTo>
                  <a:lnTo>
                    <a:pt x="1791184" y="2133990"/>
                  </a:lnTo>
                  <a:lnTo>
                    <a:pt x="1826948" y="2076935"/>
                  </a:lnTo>
                  <a:lnTo>
                    <a:pt x="1862770" y="2016077"/>
                  </a:lnTo>
                  <a:lnTo>
                    <a:pt x="1898782" y="1951474"/>
                  </a:lnTo>
                  <a:lnTo>
                    <a:pt x="1935074" y="1883262"/>
                  </a:lnTo>
                  <a:lnTo>
                    <a:pt x="1971698" y="1811659"/>
                  </a:lnTo>
                  <a:lnTo>
                    <a:pt x="2008676" y="1736966"/>
                  </a:lnTo>
                  <a:lnTo>
                    <a:pt x="2045997" y="1659561"/>
                  </a:lnTo>
                  <a:lnTo>
                    <a:pt x="2083623" y="1579901"/>
                  </a:lnTo>
                  <a:lnTo>
                    <a:pt x="2121496" y="1498505"/>
                  </a:lnTo>
                  <a:lnTo>
                    <a:pt x="2159540" y="1415945"/>
                  </a:lnTo>
                  <a:lnTo>
                    <a:pt x="2197666" y="1332830"/>
                  </a:lnTo>
                  <a:lnTo>
                    <a:pt x="2235783" y="1249785"/>
                  </a:lnTo>
                  <a:lnTo>
                    <a:pt x="2273796" y="1167433"/>
                  </a:lnTo>
                  <a:lnTo>
                    <a:pt x="2311620" y="1086375"/>
                  </a:lnTo>
                  <a:lnTo>
                    <a:pt x="2349183" y="1007173"/>
                  </a:lnTo>
                  <a:lnTo>
                    <a:pt x="2386430" y="930335"/>
                  </a:lnTo>
                  <a:lnTo>
                    <a:pt x="2423329" y="856298"/>
                  </a:lnTo>
                  <a:lnTo>
                    <a:pt x="2459876" y="785426"/>
                  </a:lnTo>
                  <a:lnTo>
                    <a:pt x="2496100" y="718001"/>
                  </a:lnTo>
                  <a:lnTo>
                    <a:pt x="2532060" y="654221"/>
                  </a:lnTo>
                  <a:lnTo>
                    <a:pt x="2567857" y="594206"/>
                  </a:lnTo>
                  <a:lnTo>
                    <a:pt x="2603630" y="537998"/>
                  </a:lnTo>
                  <a:lnTo>
                    <a:pt x="2639564" y="485571"/>
                  </a:lnTo>
                  <a:lnTo>
                    <a:pt x="2667772" y="447359"/>
                  </a:lnTo>
                  <a:lnTo>
                    <a:pt x="2714571" y="389828"/>
                  </a:lnTo>
                  <a:lnTo>
                    <a:pt x="2762976" y="338129"/>
                  </a:lnTo>
                  <a:lnTo>
                    <a:pt x="2813757" y="291953"/>
                  </a:lnTo>
                  <a:lnTo>
                    <a:pt x="2867772" y="250790"/>
                  </a:lnTo>
                  <a:lnTo>
                    <a:pt x="2925893" y="214064"/>
                  </a:lnTo>
                  <a:lnTo>
                    <a:pt x="2988932" y="181223"/>
                  </a:lnTo>
                  <a:lnTo>
                    <a:pt x="3057543" y="151782"/>
                  </a:lnTo>
                  <a:lnTo>
                    <a:pt x="3132090" y="125354"/>
                  </a:lnTo>
                  <a:lnTo>
                    <a:pt x="3212483" y="101658"/>
                  </a:lnTo>
                  <a:lnTo>
                    <a:pt x="3297971" y="80523"/>
                  </a:lnTo>
                  <a:lnTo>
                    <a:pt x="3386951" y="61881"/>
                  </a:lnTo>
                  <a:lnTo>
                    <a:pt x="3476842" y="45748"/>
                  </a:lnTo>
                  <a:lnTo>
                    <a:pt x="3564133" y="32182"/>
                  </a:lnTo>
                  <a:lnTo>
                    <a:pt x="3644702" y="21231"/>
                  </a:lnTo>
                  <a:lnTo>
                    <a:pt x="3714432" y="12868"/>
                  </a:lnTo>
                  <a:lnTo>
                    <a:pt x="3770016" y="6941"/>
                  </a:lnTo>
                  <a:lnTo>
                    <a:pt x="3809741" y="3152"/>
                  </a:lnTo>
                  <a:lnTo>
                    <a:pt x="3833981" y="1074"/>
                  </a:lnTo>
                  <a:lnTo>
                    <a:pt x="3845272" y="200"/>
                  </a:lnTo>
                  <a:lnTo>
                    <a:pt x="3848066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3" y="55"/>
                  </a:lnTo>
                  <a:lnTo>
                    <a:pt x="4396249" y="453"/>
                  </a:lnTo>
                  <a:lnTo>
                    <a:pt x="4416589" y="1554"/>
                  </a:lnTo>
                  <a:lnTo>
                    <a:pt x="4452452" y="3714"/>
                  </a:lnTo>
                  <a:lnTo>
                    <a:pt x="4504893" y="7247"/>
                  </a:lnTo>
                  <a:lnTo>
                    <a:pt x="4572655" y="12385"/>
                  </a:lnTo>
                  <a:lnTo>
                    <a:pt x="4652590" y="19257"/>
                  </a:lnTo>
                  <a:lnTo>
                    <a:pt x="4740460" y="27898"/>
                  </a:lnTo>
                  <a:lnTo>
                    <a:pt x="4831847" y="38283"/>
                  </a:lnTo>
                  <a:lnTo>
                    <a:pt x="4922881" y="50369"/>
                  </a:lnTo>
                  <a:lnTo>
                    <a:pt x="5010653" y="64140"/>
                  </a:lnTo>
                  <a:lnTo>
                    <a:pt x="5093316" y="79632"/>
                  </a:lnTo>
                  <a:lnTo>
                    <a:pt x="5169966" y="96953"/>
                  </a:lnTo>
                  <a:lnTo>
                    <a:pt x="5240439" y="116287"/>
                  </a:lnTo>
                  <a:lnTo>
                    <a:pt x="5305082" y="137896"/>
                  </a:lnTo>
                  <a:lnTo>
                    <a:pt x="5364568" y="162107"/>
                  </a:lnTo>
                  <a:lnTo>
                    <a:pt x="5419749" y="189300"/>
                  </a:lnTo>
                  <a:lnTo>
                    <a:pt x="5471547" y="219871"/>
                  </a:lnTo>
                  <a:lnTo>
                    <a:pt x="5520871" y="254173"/>
                  </a:lnTo>
                  <a:lnTo>
                    <a:pt x="5567201" y="291282"/>
                  </a:lnTo>
                  <a:lnTo>
                    <a:pt x="5609217" y="328960"/>
                  </a:lnTo>
                  <a:lnTo>
                    <a:pt x="5650824" y="369914"/>
                  </a:lnTo>
                  <a:lnTo>
                    <a:pt x="5692356" y="414204"/>
                  </a:lnTo>
                  <a:lnTo>
                    <a:pt x="5734057" y="461814"/>
                  </a:lnTo>
                  <a:lnTo>
                    <a:pt x="5776096" y="512640"/>
                  </a:lnTo>
                  <a:lnTo>
                    <a:pt x="5818572" y="566483"/>
                  </a:lnTo>
                  <a:lnTo>
                    <a:pt x="5861523" y="623047"/>
                  </a:lnTo>
                  <a:lnTo>
                    <a:pt x="5904931" y="681942"/>
                  </a:lnTo>
                  <a:lnTo>
                    <a:pt x="5948730" y="742688"/>
                  </a:lnTo>
                  <a:lnTo>
                    <a:pt x="5992817" y="804736"/>
                  </a:lnTo>
                  <a:lnTo>
                    <a:pt x="6037064" y="867481"/>
                  </a:lnTo>
                  <a:lnTo>
                    <a:pt x="6081325" y="930291"/>
                  </a:lnTo>
                  <a:lnTo>
                    <a:pt x="6125455" y="992530"/>
                  </a:lnTo>
                  <a:lnTo>
                    <a:pt x="6169322" y="1053586"/>
                  </a:lnTo>
                  <a:lnTo>
                    <a:pt x="6212815" y="1112896"/>
                  </a:lnTo>
                  <a:lnTo>
                    <a:pt x="6255862" y="1169967"/>
                  </a:lnTo>
                  <a:lnTo>
                    <a:pt x="6298434" y="1224388"/>
                  </a:lnTo>
                  <a:lnTo>
                    <a:pt x="6340555" y="1275844"/>
                  </a:lnTo>
                  <a:lnTo>
                    <a:pt x="6382314" y="1324116"/>
                  </a:lnTo>
                  <a:lnTo>
                    <a:pt x="6423862" y="1369083"/>
                  </a:lnTo>
                  <a:lnTo>
                    <a:pt x="6465430" y="1410710"/>
                  </a:lnTo>
                  <a:lnTo>
                    <a:pt x="6507331" y="1449043"/>
                  </a:lnTo>
                  <a:lnTo>
                    <a:pt x="6515891" y="1456412"/>
                  </a:lnTo>
                  <a:lnTo>
                    <a:pt x="6563590" y="1494544"/>
                  </a:lnTo>
                  <a:lnTo>
                    <a:pt x="6612972" y="1528737"/>
                  </a:lnTo>
                  <a:lnTo>
                    <a:pt x="6664853" y="1559207"/>
                  </a:lnTo>
                  <a:lnTo>
                    <a:pt x="6720143" y="1586311"/>
                  </a:lnTo>
                  <a:lnTo>
                    <a:pt x="6779764" y="1610444"/>
                  </a:lnTo>
                  <a:lnTo>
                    <a:pt x="6844563" y="1631984"/>
                  </a:lnTo>
                  <a:lnTo>
                    <a:pt x="6915207" y="1651258"/>
                  </a:lnTo>
                  <a:lnTo>
                    <a:pt x="6992033" y="1668525"/>
                  </a:lnTo>
                  <a:lnTo>
                    <a:pt x="7074857" y="1683967"/>
                  </a:lnTo>
                  <a:lnTo>
                    <a:pt x="7162752" y="1697690"/>
                  </a:lnTo>
                  <a:lnTo>
                    <a:pt x="7253840" y="1709729"/>
                  </a:lnTo>
                  <a:lnTo>
                    <a:pt x="7345185" y="1720065"/>
                  </a:lnTo>
                  <a:lnTo>
                    <a:pt x="7432892" y="1728656"/>
                  </a:lnTo>
                  <a:lnTo>
                    <a:pt x="7512538" y="1735478"/>
                  </a:lnTo>
                  <a:lnTo>
                    <a:pt x="7579903" y="1740568"/>
                  </a:lnTo>
                  <a:lnTo>
                    <a:pt x="7631883" y="1744059"/>
                  </a:lnTo>
                  <a:lnTo>
                    <a:pt x="7667281" y="1746185"/>
                  </a:lnTo>
                  <a:lnTo>
                    <a:pt x="7687220" y="1747260"/>
                  </a:lnTo>
                  <a:lnTo>
                    <a:pt x="7695091" y="1747644"/>
                  </a:lnTo>
                  <a:lnTo>
                    <a:pt x="7696237" y="1747695"/>
                  </a:lnTo>
                  <a:lnTo>
                    <a:pt x="8234974" y="17476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8" name="pl1348"/>
            <p:cNvSpPr/>
            <p:nvPr/>
          </p:nvSpPr>
          <p:spPr>
            <a:xfrm>
              <a:off x="546595" y="1926476"/>
              <a:ext cx="8234974" cy="2684155"/>
            </a:xfrm>
            <a:custGeom>
              <a:avLst/>
              <a:pathLst>
                <a:path w="8234974" h="2684155">
                  <a:moveTo>
                    <a:pt x="8234974" y="1747695"/>
                  </a:moveTo>
                  <a:lnTo>
                    <a:pt x="7696237" y="1747695"/>
                  </a:lnTo>
                  <a:lnTo>
                    <a:pt x="7694990" y="1747639"/>
                  </a:lnTo>
                  <a:lnTo>
                    <a:pt x="7686843" y="1747241"/>
                  </a:lnTo>
                  <a:lnTo>
                    <a:pt x="7666504" y="1746141"/>
                  </a:lnTo>
                  <a:lnTo>
                    <a:pt x="7630641" y="1743981"/>
                  </a:lnTo>
                  <a:lnTo>
                    <a:pt x="7578199" y="1740447"/>
                  </a:lnTo>
                  <a:lnTo>
                    <a:pt x="7510437" y="1735309"/>
                  </a:lnTo>
                  <a:lnTo>
                    <a:pt x="7430503" y="1728437"/>
                  </a:lnTo>
                  <a:lnTo>
                    <a:pt x="7342632" y="1719796"/>
                  </a:lnTo>
                  <a:lnTo>
                    <a:pt x="7251246" y="1709412"/>
                  </a:lnTo>
                  <a:lnTo>
                    <a:pt x="7160212" y="1697325"/>
                  </a:lnTo>
                  <a:lnTo>
                    <a:pt x="7072439" y="1683554"/>
                  </a:lnTo>
                  <a:lnTo>
                    <a:pt x="6989777" y="1668062"/>
                  </a:lnTo>
                  <a:lnTo>
                    <a:pt x="6913126" y="1650742"/>
                  </a:lnTo>
                  <a:lnTo>
                    <a:pt x="6842654" y="1631408"/>
                  </a:lnTo>
                  <a:lnTo>
                    <a:pt x="6778011" y="1609799"/>
                  </a:lnTo>
                  <a:lnTo>
                    <a:pt x="6718525" y="1585587"/>
                  </a:lnTo>
                  <a:lnTo>
                    <a:pt x="6663344" y="1558394"/>
                  </a:lnTo>
                  <a:lnTo>
                    <a:pt x="6611546" y="1527823"/>
                  </a:lnTo>
                  <a:lnTo>
                    <a:pt x="6562222" y="1493521"/>
                  </a:lnTo>
                  <a:lnTo>
                    <a:pt x="6515891" y="1456412"/>
                  </a:lnTo>
                  <a:lnTo>
                    <a:pt x="6473875" y="1418734"/>
                  </a:lnTo>
                  <a:lnTo>
                    <a:pt x="6432268" y="1377781"/>
                  </a:lnTo>
                  <a:lnTo>
                    <a:pt x="6390737" y="1333490"/>
                  </a:lnTo>
                  <a:lnTo>
                    <a:pt x="6349036" y="1285880"/>
                  </a:lnTo>
                  <a:lnTo>
                    <a:pt x="6306997" y="1235054"/>
                  </a:lnTo>
                  <a:lnTo>
                    <a:pt x="6264520" y="1181211"/>
                  </a:lnTo>
                  <a:lnTo>
                    <a:pt x="6221569" y="1124647"/>
                  </a:lnTo>
                  <a:lnTo>
                    <a:pt x="6178161" y="1065753"/>
                  </a:lnTo>
                  <a:lnTo>
                    <a:pt x="6134362" y="1005007"/>
                  </a:lnTo>
                  <a:lnTo>
                    <a:pt x="6090275" y="942959"/>
                  </a:lnTo>
                  <a:lnTo>
                    <a:pt x="6046029" y="880214"/>
                  </a:lnTo>
                  <a:lnTo>
                    <a:pt x="6001768" y="817404"/>
                  </a:lnTo>
                  <a:lnTo>
                    <a:pt x="5957637" y="755165"/>
                  </a:lnTo>
                  <a:lnTo>
                    <a:pt x="5913771" y="694109"/>
                  </a:lnTo>
                  <a:lnTo>
                    <a:pt x="5870277" y="634798"/>
                  </a:lnTo>
                  <a:lnTo>
                    <a:pt x="5827230" y="577728"/>
                  </a:lnTo>
                  <a:lnTo>
                    <a:pt x="5784659" y="523307"/>
                  </a:lnTo>
                  <a:lnTo>
                    <a:pt x="5742537" y="471851"/>
                  </a:lnTo>
                  <a:lnTo>
                    <a:pt x="5700779" y="423578"/>
                  </a:lnTo>
                  <a:lnTo>
                    <a:pt x="5659230" y="378611"/>
                  </a:lnTo>
                  <a:lnTo>
                    <a:pt x="5617663" y="336985"/>
                  </a:lnTo>
                  <a:lnTo>
                    <a:pt x="5575761" y="298652"/>
                  </a:lnTo>
                  <a:lnTo>
                    <a:pt x="5567201" y="291282"/>
                  </a:lnTo>
                  <a:lnTo>
                    <a:pt x="5519503" y="253150"/>
                  </a:lnTo>
                  <a:lnTo>
                    <a:pt x="5470121" y="218957"/>
                  </a:lnTo>
                  <a:lnTo>
                    <a:pt x="5418240" y="188487"/>
                  </a:lnTo>
                  <a:lnTo>
                    <a:pt x="5362950" y="161384"/>
                  </a:lnTo>
                  <a:lnTo>
                    <a:pt x="5303329" y="137251"/>
                  </a:lnTo>
                  <a:lnTo>
                    <a:pt x="5238529" y="115710"/>
                  </a:lnTo>
                  <a:lnTo>
                    <a:pt x="5167885" y="96436"/>
                  </a:lnTo>
                  <a:lnTo>
                    <a:pt x="5091060" y="79170"/>
                  </a:lnTo>
                  <a:lnTo>
                    <a:pt x="5008236" y="63728"/>
                  </a:lnTo>
                  <a:lnTo>
                    <a:pt x="4920341" y="50004"/>
                  </a:lnTo>
                  <a:lnTo>
                    <a:pt x="4829252" y="37966"/>
                  </a:lnTo>
                  <a:lnTo>
                    <a:pt x="4737908" y="27630"/>
                  </a:lnTo>
                  <a:lnTo>
                    <a:pt x="4650200" y="19039"/>
                  </a:lnTo>
                  <a:lnTo>
                    <a:pt x="4570554" y="12217"/>
                  </a:lnTo>
                  <a:lnTo>
                    <a:pt x="4503190" y="7126"/>
                  </a:lnTo>
                  <a:lnTo>
                    <a:pt x="4451210" y="3635"/>
                  </a:lnTo>
                  <a:lnTo>
                    <a:pt x="4415811" y="1510"/>
                  </a:lnTo>
                  <a:lnTo>
                    <a:pt x="4395872" y="434"/>
                  </a:lnTo>
                  <a:lnTo>
                    <a:pt x="4388002" y="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19" y="658"/>
                  </a:lnTo>
                  <a:lnTo>
                    <a:pt x="3819908" y="2254"/>
                  </a:lnTo>
                  <a:lnTo>
                    <a:pt x="3785762" y="5390"/>
                  </a:lnTo>
                  <a:lnTo>
                    <a:pt x="3735639" y="10527"/>
                  </a:lnTo>
                  <a:lnTo>
                    <a:pt x="3670555" y="18012"/>
                  </a:lnTo>
                  <a:lnTo>
                    <a:pt x="3593337" y="28048"/>
                  </a:lnTo>
                  <a:lnTo>
                    <a:pt x="3507916" y="40701"/>
                  </a:lnTo>
                  <a:lnTo>
                    <a:pt x="3418496" y="55942"/>
                  </a:lnTo>
                  <a:lnTo>
                    <a:pt x="3328852" y="73710"/>
                  </a:lnTo>
                  <a:lnTo>
                    <a:pt x="3241909" y="93969"/>
                  </a:lnTo>
                  <a:lnTo>
                    <a:pt x="3159606" y="116755"/>
                  </a:lnTo>
                  <a:lnTo>
                    <a:pt x="3082972" y="142199"/>
                  </a:lnTo>
                  <a:lnTo>
                    <a:pt x="3012304" y="170546"/>
                  </a:lnTo>
                  <a:lnTo>
                    <a:pt x="2947376" y="202145"/>
                  </a:lnTo>
                  <a:lnTo>
                    <a:pt x="2887619" y="237451"/>
                  </a:lnTo>
                  <a:lnTo>
                    <a:pt x="2832264" y="276994"/>
                  </a:lnTo>
                  <a:lnTo>
                    <a:pt x="2780450" y="321350"/>
                  </a:lnTo>
                  <a:lnTo>
                    <a:pt x="2731306" y="371065"/>
                  </a:lnTo>
                  <a:lnTo>
                    <a:pt x="2684023" y="426540"/>
                  </a:lnTo>
                  <a:lnTo>
                    <a:pt x="2667772" y="447359"/>
                  </a:lnTo>
                  <a:lnTo>
                    <a:pt x="2631550" y="496903"/>
                  </a:lnTo>
                  <a:lnTo>
                    <a:pt x="2595670" y="550165"/>
                  </a:lnTo>
                  <a:lnTo>
                    <a:pt x="2559907" y="607219"/>
                  </a:lnTo>
                  <a:lnTo>
                    <a:pt x="2524084" y="668077"/>
                  </a:lnTo>
                  <a:lnTo>
                    <a:pt x="2488072" y="732681"/>
                  </a:lnTo>
                  <a:lnTo>
                    <a:pt x="2451781" y="800892"/>
                  </a:lnTo>
                  <a:lnTo>
                    <a:pt x="2415156" y="872495"/>
                  </a:lnTo>
                  <a:lnTo>
                    <a:pt x="2378179" y="947189"/>
                  </a:lnTo>
                  <a:lnTo>
                    <a:pt x="2340858" y="1024593"/>
                  </a:lnTo>
                  <a:lnTo>
                    <a:pt x="2303232" y="1104254"/>
                  </a:lnTo>
                  <a:lnTo>
                    <a:pt x="2265359" y="1185650"/>
                  </a:lnTo>
                  <a:lnTo>
                    <a:pt x="2227315" y="1268209"/>
                  </a:lnTo>
                  <a:lnTo>
                    <a:pt x="2189188" y="1351324"/>
                  </a:lnTo>
                  <a:lnTo>
                    <a:pt x="2151072" y="1434369"/>
                  </a:lnTo>
                  <a:lnTo>
                    <a:pt x="2113059" y="1516721"/>
                  </a:lnTo>
                  <a:lnTo>
                    <a:pt x="2075234" y="1597779"/>
                  </a:lnTo>
                  <a:lnTo>
                    <a:pt x="2037672" y="1676981"/>
                  </a:lnTo>
                  <a:lnTo>
                    <a:pt x="2000425" y="1753820"/>
                  </a:lnTo>
                  <a:lnTo>
                    <a:pt x="1963526" y="1827857"/>
                  </a:lnTo>
                  <a:lnTo>
                    <a:pt x="1926978" y="1898728"/>
                  </a:lnTo>
                  <a:lnTo>
                    <a:pt x="1890755" y="1966154"/>
                  </a:lnTo>
                  <a:lnTo>
                    <a:pt x="1854794" y="2029933"/>
                  </a:lnTo>
                  <a:lnTo>
                    <a:pt x="1818998" y="2089949"/>
                  </a:lnTo>
                  <a:lnTo>
                    <a:pt x="1783225" y="2146156"/>
                  </a:lnTo>
                  <a:lnTo>
                    <a:pt x="1747290" y="2198583"/>
                  </a:lnTo>
                  <a:lnTo>
                    <a:pt x="1719082" y="2236796"/>
                  </a:lnTo>
                  <a:lnTo>
                    <a:pt x="1672284" y="2294326"/>
                  </a:lnTo>
                  <a:lnTo>
                    <a:pt x="1623878" y="2346026"/>
                  </a:lnTo>
                  <a:lnTo>
                    <a:pt x="1573097" y="2392201"/>
                  </a:lnTo>
                  <a:lnTo>
                    <a:pt x="1519083" y="2433364"/>
                  </a:lnTo>
                  <a:lnTo>
                    <a:pt x="1460961" y="2470090"/>
                  </a:lnTo>
                  <a:lnTo>
                    <a:pt x="1397922" y="2502932"/>
                  </a:lnTo>
                  <a:lnTo>
                    <a:pt x="1329312" y="2532372"/>
                  </a:lnTo>
                  <a:lnTo>
                    <a:pt x="1254764" y="2558800"/>
                  </a:lnTo>
                  <a:lnTo>
                    <a:pt x="1174372" y="2582496"/>
                  </a:lnTo>
                  <a:lnTo>
                    <a:pt x="1088883" y="2603632"/>
                  </a:lnTo>
                  <a:lnTo>
                    <a:pt x="999903" y="2622273"/>
                  </a:lnTo>
                  <a:lnTo>
                    <a:pt x="910013" y="2638406"/>
                  </a:lnTo>
                  <a:lnTo>
                    <a:pt x="822722" y="2651972"/>
                  </a:lnTo>
                  <a:lnTo>
                    <a:pt x="742152" y="2662923"/>
                  </a:lnTo>
                  <a:lnTo>
                    <a:pt x="672423" y="2671287"/>
                  </a:lnTo>
                  <a:lnTo>
                    <a:pt x="616839" y="2677214"/>
                  </a:lnTo>
                  <a:lnTo>
                    <a:pt x="577114" y="2681002"/>
                  </a:lnTo>
                  <a:lnTo>
                    <a:pt x="552874" y="2683081"/>
                  </a:lnTo>
                  <a:lnTo>
                    <a:pt x="541583" y="2683955"/>
                  </a:lnTo>
                  <a:lnTo>
                    <a:pt x="538789" y="2684151"/>
                  </a:lnTo>
                  <a:lnTo>
                    <a:pt x="538736" y="2684155"/>
                  </a:lnTo>
                  <a:lnTo>
                    <a:pt x="0" y="26841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9" name="pg1349"/>
            <p:cNvSpPr/>
            <p:nvPr/>
          </p:nvSpPr>
          <p:spPr>
            <a:xfrm>
              <a:off x="546595" y="1991810"/>
              <a:ext cx="8234974" cy="2629710"/>
            </a:xfrm>
            <a:custGeom>
              <a:avLst/>
              <a:pathLst>
                <a:path w="8234974" h="2629710">
                  <a:moveTo>
                    <a:pt x="0" y="2629710"/>
                  </a:moveTo>
                  <a:lnTo>
                    <a:pt x="538736" y="2629710"/>
                  </a:lnTo>
                  <a:lnTo>
                    <a:pt x="539921" y="2629630"/>
                  </a:lnTo>
                  <a:lnTo>
                    <a:pt x="547672" y="2629063"/>
                  </a:lnTo>
                  <a:lnTo>
                    <a:pt x="567057" y="2627496"/>
                  </a:lnTo>
                  <a:lnTo>
                    <a:pt x="601327" y="2624417"/>
                  </a:lnTo>
                  <a:lnTo>
                    <a:pt x="651619" y="2619375"/>
                  </a:lnTo>
                  <a:lnTo>
                    <a:pt x="716899" y="2612028"/>
                  </a:lnTo>
                  <a:lnTo>
                    <a:pt x="794316" y="2602179"/>
                  </a:lnTo>
                  <a:lnTo>
                    <a:pt x="879919" y="2589764"/>
                  </a:lnTo>
                  <a:lnTo>
                    <a:pt x="969487" y="2574813"/>
                  </a:lnTo>
                  <a:lnTo>
                    <a:pt x="1059236" y="2557385"/>
                  </a:lnTo>
                  <a:lnTo>
                    <a:pt x="1146243" y="2537515"/>
                  </a:lnTo>
                  <a:lnTo>
                    <a:pt x="1228575" y="2515166"/>
                  </a:lnTo>
                  <a:lnTo>
                    <a:pt x="1305213" y="2490208"/>
                  </a:lnTo>
                  <a:lnTo>
                    <a:pt x="1375868" y="2462399"/>
                  </a:lnTo>
                  <a:lnTo>
                    <a:pt x="1440775" y="2431393"/>
                  </a:lnTo>
                  <a:lnTo>
                    <a:pt x="1500512" y="2396743"/>
                  </a:lnTo>
                  <a:lnTo>
                    <a:pt x="1555853" y="2357927"/>
                  </a:lnTo>
                  <a:lnTo>
                    <a:pt x="1607663" y="2314379"/>
                  </a:lnTo>
                  <a:lnTo>
                    <a:pt x="1656818" y="2265564"/>
                  </a:lnTo>
                  <a:lnTo>
                    <a:pt x="1704127" y="2211096"/>
                  </a:lnTo>
                  <a:lnTo>
                    <a:pt x="1719082" y="2192332"/>
                  </a:lnTo>
                  <a:lnTo>
                    <a:pt x="1755621" y="2143451"/>
                  </a:lnTo>
                  <a:lnTo>
                    <a:pt x="1791814" y="2090870"/>
                  </a:lnTo>
                  <a:lnTo>
                    <a:pt x="1827892" y="2034515"/>
                  </a:lnTo>
                  <a:lnTo>
                    <a:pt x="1864034" y="1974376"/>
                  </a:lnTo>
                  <a:lnTo>
                    <a:pt x="1900373" y="1910514"/>
                  </a:lnTo>
                  <a:lnTo>
                    <a:pt x="1936999" y="1843070"/>
                  </a:lnTo>
                  <a:lnTo>
                    <a:pt x="1973966" y="1772266"/>
                  </a:lnTo>
                  <a:lnTo>
                    <a:pt x="2011293" y="1698408"/>
                  </a:lnTo>
                  <a:lnTo>
                    <a:pt x="2048967" y="1621881"/>
                  </a:lnTo>
                  <a:lnTo>
                    <a:pt x="2086947" y="1543150"/>
                  </a:lnTo>
                  <a:lnTo>
                    <a:pt x="2125173" y="1462739"/>
                  </a:lnTo>
                  <a:lnTo>
                    <a:pt x="2163564" y="1381229"/>
                  </a:lnTo>
                  <a:lnTo>
                    <a:pt x="2202030" y="1299231"/>
                  </a:lnTo>
                  <a:lnTo>
                    <a:pt x="2240474" y="1217374"/>
                  </a:lnTo>
                  <a:lnTo>
                    <a:pt x="2278802" y="1136282"/>
                  </a:lnTo>
                  <a:lnTo>
                    <a:pt x="2316927" y="1056553"/>
                  </a:lnTo>
                  <a:lnTo>
                    <a:pt x="2354777" y="978747"/>
                  </a:lnTo>
                  <a:lnTo>
                    <a:pt x="2392299" y="903361"/>
                  </a:lnTo>
                  <a:lnTo>
                    <a:pt x="2429465" y="830825"/>
                  </a:lnTo>
                  <a:lnTo>
                    <a:pt x="2466275" y="761491"/>
                  </a:lnTo>
                  <a:lnTo>
                    <a:pt x="2502764" y="695626"/>
                  </a:lnTo>
                  <a:lnTo>
                    <a:pt x="2539001" y="633417"/>
                  </a:lnTo>
                  <a:lnTo>
                    <a:pt x="2575095" y="574967"/>
                  </a:lnTo>
                  <a:lnTo>
                    <a:pt x="2611200" y="520305"/>
                  </a:lnTo>
                  <a:lnTo>
                    <a:pt x="2647516" y="469392"/>
                  </a:lnTo>
                  <a:lnTo>
                    <a:pt x="2667772" y="442822"/>
                  </a:lnTo>
                  <a:lnTo>
                    <a:pt x="2714637" y="386501"/>
                  </a:lnTo>
                  <a:lnTo>
                    <a:pt x="2763114" y="335896"/>
                  </a:lnTo>
                  <a:lnTo>
                    <a:pt x="2813975" y="290706"/>
                  </a:lnTo>
                  <a:lnTo>
                    <a:pt x="2868083" y="250428"/>
                  </a:lnTo>
                  <a:lnTo>
                    <a:pt x="2926314" y="214497"/>
                  </a:lnTo>
                  <a:lnTo>
                    <a:pt x="2989481" y="182370"/>
                  </a:lnTo>
                  <a:lnTo>
                    <a:pt x="3058239" y="153575"/>
                  </a:lnTo>
                  <a:lnTo>
                    <a:pt x="3132953" y="127730"/>
                  </a:lnTo>
                  <a:lnTo>
                    <a:pt x="3213523" y="104561"/>
                  </a:lnTo>
                  <a:lnTo>
                    <a:pt x="3299189" y="83901"/>
                  </a:lnTo>
                  <a:lnTo>
                    <a:pt x="3388327" y="65685"/>
                  </a:lnTo>
                  <a:lnTo>
                    <a:pt x="3478330" y="49930"/>
                  </a:lnTo>
                  <a:lnTo>
                    <a:pt x="3565661" y="36692"/>
                  </a:lnTo>
                  <a:lnTo>
                    <a:pt x="3646176" y="26019"/>
                  </a:lnTo>
                  <a:lnTo>
                    <a:pt x="3715745" y="17881"/>
                  </a:lnTo>
                  <a:lnTo>
                    <a:pt x="3771074" y="12127"/>
                  </a:lnTo>
                  <a:lnTo>
                    <a:pt x="3810486" y="8461"/>
                  </a:lnTo>
                  <a:lnTo>
                    <a:pt x="3834407" y="6461"/>
                  </a:lnTo>
                  <a:lnTo>
                    <a:pt x="3845431" y="562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2" y="5523"/>
                  </a:lnTo>
                  <a:lnTo>
                    <a:pt x="4395804" y="6086"/>
                  </a:lnTo>
                  <a:lnTo>
                    <a:pt x="4415216" y="7643"/>
                  </a:lnTo>
                  <a:lnTo>
                    <a:pt x="4449530" y="10700"/>
                  </a:lnTo>
                  <a:lnTo>
                    <a:pt x="4499883" y="15708"/>
                  </a:lnTo>
                  <a:lnTo>
                    <a:pt x="4565233" y="23005"/>
                  </a:lnTo>
                  <a:lnTo>
                    <a:pt x="4642723" y="32785"/>
                  </a:lnTo>
                  <a:lnTo>
                    <a:pt x="4728391" y="45112"/>
                  </a:lnTo>
                  <a:lnTo>
                    <a:pt x="4818011" y="59957"/>
                  </a:lnTo>
                  <a:lnTo>
                    <a:pt x="4907798" y="77261"/>
                  </a:lnTo>
                  <a:lnTo>
                    <a:pt x="4994828" y="96989"/>
                  </a:lnTo>
                  <a:lnTo>
                    <a:pt x="5077171" y="119177"/>
                  </a:lnTo>
                  <a:lnTo>
                    <a:pt x="5153810" y="143958"/>
                  </a:lnTo>
                  <a:lnTo>
                    <a:pt x="5224460" y="171570"/>
                  </a:lnTo>
                  <a:lnTo>
                    <a:pt x="5289360" y="202358"/>
                  </a:lnTo>
                  <a:lnTo>
                    <a:pt x="5349089" y="236767"/>
                  </a:lnTo>
                  <a:lnTo>
                    <a:pt x="5404425" y="275318"/>
                  </a:lnTo>
                  <a:lnTo>
                    <a:pt x="5456235" y="318569"/>
                  </a:lnTo>
                  <a:lnTo>
                    <a:pt x="5505394" y="367054"/>
                  </a:lnTo>
                  <a:lnTo>
                    <a:pt x="5552711" y="421152"/>
                  </a:lnTo>
                  <a:lnTo>
                    <a:pt x="5567201" y="439192"/>
                  </a:lnTo>
                  <a:lnTo>
                    <a:pt x="5603857" y="487829"/>
                  </a:lnTo>
                  <a:lnTo>
                    <a:pt x="5640166" y="540160"/>
                  </a:lnTo>
                  <a:lnTo>
                    <a:pt x="5676360" y="596257"/>
                  </a:lnTo>
                  <a:lnTo>
                    <a:pt x="5712620" y="656131"/>
                  </a:lnTo>
                  <a:lnTo>
                    <a:pt x="5749079" y="719720"/>
                  </a:lnTo>
                  <a:lnTo>
                    <a:pt x="5785829" y="786881"/>
                  </a:lnTo>
                  <a:lnTo>
                    <a:pt x="5822922" y="857390"/>
                  </a:lnTo>
                  <a:lnTo>
                    <a:pt x="5860378" y="930940"/>
                  </a:lnTo>
                  <a:lnTo>
                    <a:pt x="5898182" y="1007142"/>
                  </a:lnTo>
                  <a:lnTo>
                    <a:pt x="5936293" y="1085531"/>
                  </a:lnTo>
                  <a:lnTo>
                    <a:pt x="5974649" y="1165577"/>
                  </a:lnTo>
                  <a:lnTo>
                    <a:pt x="6013168" y="1246700"/>
                  </a:lnTo>
                  <a:lnTo>
                    <a:pt x="6051759" y="1328285"/>
                  </a:lnTo>
                  <a:lnTo>
                    <a:pt x="6090324" y="1409704"/>
                  </a:lnTo>
                  <a:lnTo>
                    <a:pt x="6128767" y="1490332"/>
                  </a:lnTo>
                  <a:lnTo>
                    <a:pt x="6167003" y="1569570"/>
                  </a:lnTo>
                  <a:lnTo>
                    <a:pt x="6204958" y="1646863"/>
                  </a:lnTo>
                  <a:lnTo>
                    <a:pt x="6242581" y="1721715"/>
                  </a:lnTo>
                  <a:lnTo>
                    <a:pt x="6279845" y="1793700"/>
                  </a:lnTo>
                  <a:lnTo>
                    <a:pt x="6316752" y="1862470"/>
                  </a:lnTo>
                  <a:lnTo>
                    <a:pt x="6353339" y="1927763"/>
                  </a:lnTo>
                  <a:lnTo>
                    <a:pt x="6389679" y="1989398"/>
                  </a:lnTo>
                  <a:lnTo>
                    <a:pt x="6425885" y="2047277"/>
                  </a:lnTo>
                  <a:lnTo>
                    <a:pt x="6462114" y="2101375"/>
                  </a:lnTo>
                  <a:lnTo>
                    <a:pt x="6498574" y="2151738"/>
                  </a:lnTo>
                  <a:lnTo>
                    <a:pt x="6515891" y="2174183"/>
                  </a:lnTo>
                  <a:lnTo>
                    <a:pt x="6562779" y="2230064"/>
                  </a:lnTo>
                  <a:lnTo>
                    <a:pt x="6611282" y="2280269"/>
                  </a:lnTo>
                  <a:lnTo>
                    <a:pt x="6662173" y="2325100"/>
                  </a:lnTo>
                  <a:lnTo>
                    <a:pt x="6716314" y="2365056"/>
                  </a:lnTo>
                  <a:lnTo>
                    <a:pt x="6774584" y="2400698"/>
                  </a:lnTo>
                  <a:lnTo>
                    <a:pt x="6837797" y="2432564"/>
                  </a:lnTo>
                  <a:lnTo>
                    <a:pt x="6906609" y="2461124"/>
                  </a:lnTo>
                  <a:lnTo>
                    <a:pt x="6981382" y="2486757"/>
                  </a:lnTo>
                  <a:lnTo>
                    <a:pt x="7062017" y="2509735"/>
                  </a:lnTo>
                  <a:lnTo>
                    <a:pt x="7147747" y="2530222"/>
                  </a:lnTo>
                  <a:lnTo>
                    <a:pt x="7236941" y="2548283"/>
                  </a:lnTo>
                  <a:lnTo>
                    <a:pt x="7326985" y="2563901"/>
                  </a:lnTo>
                  <a:lnTo>
                    <a:pt x="7414330" y="2577019"/>
                  </a:lnTo>
                  <a:lnTo>
                    <a:pt x="7494824" y="2587593"/>
                  </a:lnTo>
                  <a:lnTo>
                    <a:pt x="7564335" y="2595649"/>
                  </a:lnTo>
                  <a:lnTo>
                    <a:pt x="7619572" y="2601341"/>
                  </a:lnTo>
                  <a:lnTo>
                    <a:pt x="7658872" y="2604963"/>
                  </a:lnTo>
                  <a:lnTo>
                    <a:pt x="7682677" y="2606935"/>
                  </a:lnTo>
                  <a:lnTo>
                    <a:pt x="7693606" y="2607752"/>
                  </a:lnTo>
                  <a:lnTo>
                    <a:pt x="7696237" y="2607931"/>
                  </a:lnTo>
                  <a:lnTo>
                    <a:pt x="8234974" y="2607931"/>
                  </a:lnTo>
                  <a:lnTo>
                    <a:pt x="8234974" y="2602487"/>
                  </a:ln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3" y="79"/>
                  </a:lnTo>
                  <a:lnTo>
                    <a:pt x="3839183" y="646"/>
                  </a:lnTo>
                  <a:lnTo>
                    <a:pt x="3819798" y="2213"/>
                  </a:lnTo>
                  <a:lnTo>
                    <a:pt x="3785528" y="5292"/>
                  </a:lnTo>
                  <a:lnTo>
                    <a:pt x="3735236" y="10334"/>
                  </a:lnTo>
                  <a:lnTo>
                    <a:pt x="3669956" y="17681"/>
                  </a:lnTo>
                  <a:lnTo>
                    <a:pt x="3592538" y="27530"/>
                  </a:lnTo>
                  <a:lnTo>
                    <a:pt x="3506936" y="39945"/>
                  </a:lnTo>
                  <a:lnTo>
                    <a:pt x="3417368" y="54896"/>
                  </a:lnTo>
                  <a:lnTo>
                    <a:pt x="3327619" y="72324"/>
                  </a:lnTo>
                  <a:lnTo>
                    <a:pt x="3240612" y="92194"/>
                  </a:lnTo>
                  <a:lnTo>
                    <a:pt x="3158280" y="114543"/>
                  </a:lnTo>
                  <a:lnTo>
                    <a:pt x="3081642" y="139501"/>
                  </a:lnTo>
                  <a:lnTo>
                    <a:pt x="3010987" y="167310"/>
                  </a:lnTo>
                  <a:lnTo>
                    <a:pt x="2946080" y="198316"/>
                  </a:lnTo>
                  <a:lnTo>
                    <a:pt x="2886343" y="232966"/>
                  </a:lnTo>
                  <a:lnTo>
                    <a:pt x="2831002" y="271782"/>
                  </a:lnTo>
                  <a:lnTo>
                    <a:pt x="2779191" y="315330"/>
                  </a:lnTo>
                  <a:lnTo>
                    <a:pt x="2730036" y="364145"/>
                  </a:lnTo>
                  <a:lnTo>
                    <a:pt x="2682728" y="418613"/>
                  </a:lnTo>
                  <a:lnTo>
                    <a:pt x="2667772" y="437377"/>
                  </a:lnTo>
                  <a:lnTo>
                    <a:pt x="2631233" y="486258"/>
                  </a:lnTo>
                  <a:lnTo>
                    <a:pt x="2595040" y="538839"/>
                  </a:lnTo>
                  <a:lnTo>
                    <a:pt x="2558962" y="595194"/>
                  </a:lnTo>
                  <a:lnTo>
                    <a:pt x="2522820" y="655333"/>
                  </a:lnTo>
                  <a:lnTo>
                    <a:pt x="2486482" y="719195"/>
                  </a:lnTo>
                  <a:lnTo>
                    <a:pt x="2449855" y="786639"/>
                  </a:lnTo>
                  <a:lnTo>
                    <a:pt x="2412888" y="857443"/>
                  </a:lnTo>
                  <a:lnTo>
                    <a:pt x="2375562" y="931301"/>
                  </a:lnTo>
                  <a:lnTo>
                    <a:pt x="2337888" y="1007828"/>
                  </a:lnTo>
                  <a:lnTo>
                    <a:pt x="2299907" y="1086559"/>
                  </a:lnTo>
                  <a:lnTo>
                    <a:pt x="2261681" y="1166970"/>
                  </a:lnTo>
                  <a:lnTo>
                    <a:pt x="2223290" y="1248480"/>
                  </a:lnTo>
                  <a:lnTo>
                    <a:pt x="2184824" y="1330478"/>
                  </a:lnTo>
                  <a:lnTo>
                    <a:pt x="2146380" y="1412335"/>
                  </a:lnTo>
                  <a:lnTo>
                    <a:pt x="2108052" y="1493427"/>
                  </a:lnTo>
                  <a:lnTo>
                    <a:pt x="2069927" y="1573156"/>
                  </a:lnTo>
                  <a:lnTo>
                    <a:pt x="2032077" y="1650962"/>
                  </a:lnTo>
                  <a:lnTo>
                    <a:pt x="1994556" y="1726348"/>
                  </a:lnTo>
                  <a:lnTo>
                    <a:pt x="1957390" y="1798884"/>
                  </a:lnTo>
                  <a:lnTo>
                    <a:pt x="1920579" y="1868218"/>
                  </a:lnTo>
                  <a:lnTo>
                    <a:pt x="1884091" y="1934083"/>
                  </a:lnTo>
                  <a:lnTo>
                    <a:pt x="1847854" y="1996292"/>
                  </a:lnTo>
                  <a:lnTo>
                    <a:pt x="1811759" y="2054742"/>
                  </a:lnTo>
                  <a:lnTo>
                    <a:pt x="1775655" y="2109404"/>
                  </a:lnTo>
                  <a:lnTo>
                    <a:pt x="1739339" y="2160317"/>
                  </a:lnTo>
                  <a:lnTo>
                    <a:pt x="1719082" y="2186887"/>
                  </a:lnTo>
                  <a:lnTo>
                    <a:pt x="1672218" y="2243208"/>
                  </a:lnTo>
                  <a:lnTo>
                    <a:pt x="1623741" y="2293813"/>
                  </a:lnTo>
                  <a:lnTo>
                    <a:pt x="1572879" y="2339003"/>
                  </a:lnTo>
                  <a:lnTo>
                    <a:pt x="1518771" y="2379281"/>
                  </a:lnTo>
                  <a:lnTo>
                    <a:pt x="1460541" y="2415212"/>
                  </a:lnTo>
                  <a:lnTo>
                    <a:pt x="1397374" y="2447339"/>
                  </a:lnTo>
                  <a:lnTo>
                    <a:pt x="1328615" y="2476134"/>
                  </a:lnTo>
                  <a:lnTo>
                    <a:pt x="1253902" y="2501979"/>
                  </a:lnTo>
                  <a:lnTo>
                    <a:pt x="1173331" y="2525148"/>
                  </a:lnTo>
                  <a:lnTo>
                    <a:pt x="1087665" y="2545808"/>
                  </a:lnTo>
                  <a:lnTo>
                    <a:pt x="998527" y="2564024"/>
                  </a:lnTo>
                  <a:lnTo>
                    <a:pt x="908524" y="2579779"/>
                  </a:lnTo>
                  <a:lnTo>
                    <a:pt x="821193" y="2593017"/>
                  </a:lnTo>
                  <a:lnTo>
                    <a:pt x="740679" y="2603690"/>
                  </a:lnTo>
                  <a:lnTo>
                    <a:pt x="671110" y="2611828"/>
                  </a:lnTo>
                  <a:lnTo>
                    <a:pt x="615780" y="2617582"/>
                  </a:lnTo>
                  <a:lnTo>
                    <a:pt x="576368" y="2621248"/>
                  </a:lnTo>
                  <a:lnTo>
                    <a:pt x="552448" y="2623248"/>
                  </a:lnTo>
                  <a:lnTo>
                    <a:pt x="541423" y="2624081"/>
                  </a:lnTo>
                  <a:lnTo>
                    <a:pt x="538736" y="2624265"/>
                  </a:lnTo>
                  <a:lnTo>
                    <a:pt x="0" y="2624265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50" name="pl1350"/>
            <p:cNvSpPr/>
            <p:nvPr/>
          </p:nvSpPr>
          <p:spPr>
            <a:xfrm>
              <a:off x="546595" y="1997255"/>
              <a:ext cx="8234974" cy="2624265"/>
            </a:xfrm>
            <a:custGeom>
              <a:avLst/>
              <a:pathLst>
                <a:path w="8234974" h="2624265">
                  <a:moveTo>
                    <a:pt x="0" y="2624265"/>
                  </a:moveTo>
                  <a:lnTo>
                    <a:pt x="538736" y="2624265"/>
                  </a:lnTo>
                  <a:lnTo>
                    <a:pt x="539921" y="2624186"/>
                  </a:lnTo>
                  <a:lnTo>
                    <a:pt x="547672" y="2623619"/>
                  </a:lnTo>
                  <a:lnTo>
                    <a:pt x="567057" y="2622051"/>
                  </a:lnTo>
                  <a:lnTo>
                    <a:pt x="601327" y="2618973"/>
                  </a:lnTo>
                  <a:lnTo>
                    <a:pt x="651619" y="2613930"/>
                  </a:lnTo>
                  <a:lnTo>
                    <a:pt x="716899" y="2606583"/>
                  </a:lnTo>
                  <a:lnTo>
                    <a:pt x="794316" y="2596734"/>
                  </a:lnTo>
                  <a:lnTo>
                    <a:pt x="879919" y="2584320"/>
                  </a:lnTo>
                  <a:lnTo>
                    <a:pt x="969487" y="2569368"/>
                  </a:lnTo>
                  <a:lnTo>
                    <a:pt x="1059236" y="2551940"/>
                  </a:lnTo>
                  <a:lnTo>
                    <a:pt x="1146243" y="2532070"/>
                  </a:lnTo>
                  <a:lnTo>
                    <a:pt x="1228575" y="2509722"/>
                  </a:lnTo>
                  <a:lnTo>
                    <a:pt x="1305213" y="2484763"/>
                  </a:lnTo>
                  <a:lnTo>
                    <a:pt x="1375868" y="2456954"/>
                  </a:lnTo>
                  <a:lnTo>
                    <a:pt x="1440775" y="2425948"/>
                  </a:lnTo>
                  <a:lnTo>
                    <a:pt x="1500512" y="2391299"/>
                  </a:lnTo>
                  <a:lnTo>
                    <a:pt x="1555853" y="2352482"/>
                  </a:lnTo>
                  <a:lnTo>
                    <a:pt x="1607663" y="2308934"/>
                  </a:lnTo>
                  <a:lnTo>
                    <a:pt x="1656818" y="2260119"/>
                  </a:lnTo>
                  <a:lnTo>
                    <a:pt x="1704127" y="2205651"/>
                  </a:lnTo>
                  <a:lnTo>
                    <a:pt x="1719082" y="2186887"/>
                  </a:lnTo>
                  <a:lnTo>
                    <a:pt x="1755621" y="2138006"/>
                  </a:lnTo>
                  <a:lnTo>
                    <a:pt x="1791814" y="2085426"/>
                  </a:lnTo>
                  <a:lnTo>
                    <a:pt x="1827892" y="2029071"/>
                  </a:lnTo>
                  <a:lnTo>
                    <a:pt x="1864034" y="1968931"/>
                  </a:lnTo>
                  <a:lnTo>
                    <a:pt x="1900373" y="1905070"/>
                  </a:lnTo>
                  <a:lnTo>
                    <a:pt x="1936999" y="1837626"/>
                  </a:lnTo>
                  <a:lnTo>
                    <a:pt x="1973966" y="1766822"/>
                  </a:lnTo>
                  <a:lnTo>
                    <a:pt x="2011293" y="1692963"/>
                  </a:lnTo>
                  <a:lnTo>
                    <a:pt x="2048967" y="1616437"/>
                  </a:lnTo>
                  <a:lnTo>
                    <a:pt x="2086947" y="1537705"/>
                  </a:lnTo>
                  <a:lnTo>
                    <a:pt x="2125173" y="1457295"/>
                  </a:lnTo>
                  <a:lnTo>
                    <a:pt x="2163564" y="1375785"/>
                  </a:lnTo>
                  <a:lnTo>
                    <a:pt x="2202030" y="1293787"/>
                  </a:lnTo>
                  <a:lnTo>
                    <a:pt x="2240474" y="1211930"/>
                  </a:lnTo>
                  <a:lnTo>
                    <a:pt x="2278802" y="1130837"/>
                  </a:lnTo>
                  <a:lnTo>
                    <a:pt x="2316927" y="1051109"/>
                  </a:lnTo>
                  <a:lnTo>
                    <a:pt x="2354777" y="973302"/>
                  </a:lnTo>
                  <a:lnTo>
                    <a:pt x="2392299" y="897916"/>
                  </a:lnTo>
                  <a:lnTo>
                    <a:pt x="2429465" y="825380"/>
                  </a:lnTo>
                  <a:lnTo>
                    <a:pt x="2466275" y="756046"/>
                  </a:lnTo>
                  <a:lnTo>
                    <a:pt x="2502764" y="690182"/>
                  </a:lnTo>
                  <a:lnTo>
                    <a:pt x="2539001" y="627972"/>
                  </a:lnTo>
                  <a:lnTo>
                    <a:pt x="2575095" y="569522"/>
                  </a:lnTo>
                  <a:lnTo>
                    <a:pt x="2611200" y="514860"/>
                  </a:lnTo>
                  <a:lnTo>
                    <a:pt x="2647516" y="463947"/>
                  </a:lnTo>
                  <a:lnTo>
                    <a:pt x="2667772" y="437377"/>
                  </a:lnTo>
                  <a:lnTo>
                    <a:pt x="2714637" y="381056"/>
                  </a:lnTo>
                  <a:lnTo>
                    <a:pt x="2763114" y="330451"/>
                  </a:lnTo>
                  <a:lnTo>
                    <a:pt x="2813975" y="285262"/>
                  </a:lnTo>
                  <a:lnTo>
                    <a:pt x="2868083" y="244983"/>
                  </a:lnTo>
                  <a:lnTo>
                    <a:pt x="2926314" y="209052"/>
                  </a:lnTo>
                  <a:lnTo>
                    <a:pt x="2989481" y="176926"/>
                  </a:lnTo>
                  <a:lnTo>
                    <a:pt x="3058239" y="148130"/>
                  </a:lnTo>
                  <a:lnTo>
                    <a:pt x="3132953" y="122285"/>
                  </a:lnTo>
                  <a:lnTo>
                    <a:pt x="3213523" y="99116"/>
                  </a:lnTo>
                  <a:lnTo>
                    <a:pt x="3299189" y="78456"/>
                  </a:lnTo>
                  <a:lnTo>
                    <a:pt x="3388327" y="60241"/>
                  </a:lnTo>
                  <a:lnTo>
                    <a:pt x="3478330" y="44485"/>
                  </a:lnTo>
                  <a:lnTo>
                    <a:pt x="3565661" y="31248"/>
                  </a:lnTo>
                  <a:lnTo>
                    <a:pt x="3646176" y="20574"/>
                  </a:lnTo>
                  <a:lnTo>
                    <a:pt x="3715745" y="12436"/>
                  </a:lnTo>
                  <a:lnTo>
                    <a:pt x="3771074" y="6682"/>
                  </a:lnTo>
                  <a:lnTo>
                    <a:pt x="3810486" y="3016"/>
                  </a:lnTo>
                  <a:lnTo>
                    <a:pt x="3834407" y="1016"/>
                  </a:lnTo>
                  <a:lnTo>
                    <a:pt x="3845431" y="184"/>
                  </a:lnTo>
                  <a:lnTo>
                    <a:pt x="3848077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2" y="78"/>
                  </a:lnTo>
                  <a:lnTo>
                    <a:pt x="4395804" y="641"/>
                  </a:lnTo>
                  <a:lnTo>
                    <a:pt x="4415216" y="2198"/>
                  </a:lnTo>
                  <a:lnTo>
                    <a:pt x="4449530" y="5256"/>
                  </a:lnTo>
                  <a:lnTo>
                    <a:pt x="4499883" y="10264"/>
                  </a:lnTo>
                  <a:lnTo>
                    <a:pt x="4565233" y="17560"/>
                  </a:lnTo>
                  <a:lnTo>
                    <a:pt x="4642723" y="27340"/>
                  </a:lnTo>
                  <a:lnTo>
                    <a:pt x="4728391" y="39668"/>
                  </a:lnTo>
                  <a:lnTo>
                    <a:pt x="4818011" y="54513"/>
                  </a:lnTo>
                  <a:lnTo>
                    <a:pt x="4907798" y="71816"/>
                  </a:lnTo>
                  <a:lnTo>
                    <a:pt x="4994828" y="91544"/>
                  </a:lnTo>
                  <a:lnTo>
                    <a:pt x="5077171" y="113733"/>
                  </a:lnTo>
                  <a:lnTo>
                    <a:pt x="5153810" y="138513"/>
                  </a:lnTo>
                  <a:lnTo>
                    <a:pt x="5224460" y="166125"/>
                  </a:lnTo>
                  <a:lnTo>
                    <a:pt x="5289360" y="196914"/>
                  </a:lnTo>
                  <a:lnTo>
                    <a:pt x="5349089" y="231323"/>
                  </a:lnTo>
                  <a:lnTo>
                    <a:pt x="5404425" y="269873"/>
                  </a:lnTo>
                  <a:lnTo>
                    <a:pt x="5456235" y="313125"/>
                  </a:lnTo>
                  <a:lnTo>
                    <a:pt x="5505394" y="361609"/>
                  </a:lnTo>
                  <a:lnTo>
                    <a:pt x="5552711" y="415708"/>
                  </a:lnTo>
                  <a:lnTo>
                    <a:pt x="5567201" y="433747"/>
                  </a:lnTo>
                  <a:lnTo>
                    <a:pt x="5603857" y="482385"/>
                  </a:lnTo>
                  <a:lnTo>
                    <a:pt x="5640166" y="534715"/>
                  </a:lnTo>
                  <a:lnTo>
                    <a:pt x="5676360" y="590812"/>
                  </a:lnTo>
                  <a:lnTo>
                    <a:pt x="5712620" y="650687"/>
                  </a:lnTo>
                  <a:lnTo>
                    <a:pt x="5749079" y="714275"/>
                  </a:lnTo>
                  <a:lnTo>
                    <a:pt x="5785829" y="781436"/>
                  </a:lnTo>
                  <a:lnTo>
                    <a:pt x="5822922" y="851946"/>
                  </a:lnTo>
                  <a:lnTo>
                    <a:pt x="5860378" y="925496"/>
                  </a:lnTo>
                  <a:lnTo>
                    <a:pt x="5898182" y="1001698"/>
                  </a:lnTo>
                  <a:lnTo>
                    <a:pt x="5936293" y="1080086"/>
                  </a:lnTo>
                  <a:lnTo>
                    <a:pt x="5974649" y="1160132"/>
                  </a:lnTo>
                  <a:lnTo>
                    <a:pt x="6013168" y="1241255"/>
                  </a:lnTo>
                  <a:lnTo>
                    <a:pt x="6051759" y="1322841"/>
                  </a:lnTo>
                  <a:lnTo>
                    <a:pt x="6090324" y="1404259"/>
                  </a:lnTo>
                  <a:lnTo>
                    <a:pt x="6128767" y="1484887"/>
                  </a:lnTo>
                  <a:lnTo>
                    <a:pt x="6167003" y="1564125"/>
                  </a:lnTo>
                  <a:lnTo>
                    <a:pt x="6204958" y="1641419"/>
                  </a:lnTo>
                  <a:lnTo>
                    <a:pt x="6242581" y="1716271"/>
                  </a:lnTo>
                  <a:lnTo>
                    <a:pt x="6279845" y="1788255"/>
                  </a:lnTo>
                  <a:lnTo>
                    <a:pt x="6316752" y="1857026"/>
                  </a:lnTo>
                  <a:lnTo>
                    <a:pt x="6353339" y="1922319"/>
                  </a:lnTo>
                  <a:lnTo>
                    <a:pt x="6389679" y="1983954"/>
                  </a:lnTo>
                  <a:lnTo>
                    <a:pt x="6425885" y="2041832"/>
                  </a:lnTo>
                  <a:lnTo>
                    <a:pt x="6462114" y="2095931"/>
                  </a:lnTo>
                  <a:lnTo>
                    <a:pt x="6498574" y="2146294"/>
                  </a:lnTo>
                  <a:lnTo>
                    <a:pt x="6515891" y="2168739"/>
                  </a:lnTo>
                  <a:lnTo>
                    <a:pt x="6562779" y="2224619"/>
                  </a:lnTo>
                  <a:lnTo>
                    <a:pt x="6611282" y="2274825"/>
                  </a:lnTo>
                  <a:lnTo>
                    <a:pt x="6662173" y="2319655"/>
                  </a:lnTo>
                  <a:lnTo>
                    <a:pt x="6716314" y="2359611"/>
                  </a:lnTo>
                  <a:lnTo>
                    <a:pt x="6774584" y="2395253"/>
                  </a:lnTo>
                  <a:lnTo>
                    <a:pt x="6837797" y="2427119"/>
                  </a:lnTo>
                  <a:lnTo>
                    <a:pt x="6906609" y="2455680"/>
                  </a:lnTo>
                  <a:lnTo>
                    <a:pt x="6981382" y="2481313"/>
                  </a:lnTo>
                  <a:lnTo>
                    <a:pt x="7062017" y="2504290"/>
                  </a:lnTo>
                  <a:lnTo>
                    <a:pt x="7147747" y="2524778"/>
                  </a:lnTo>
                  <a:lnTo>
                    <a:pt x="7236941" y="2542838"/>
                  </a:lnTo>
                  <a:lnTo>
                    <a:pt x="7326985" y="2558456"/>
                  </a:lnTo>
                  <a:lnTo>
                    <a:pt x="7414330" y="2571575"/>
                  </a:lnTo>
                  <a:lnTo>
                    <a:pt x="7494824" y="2582148"/>
                  </a:lnTo>
                  <a:lnTo>
                    <a:pt x="7564335" y="2590205"/>
                  </a:lnTo>
                  <a:lnTo>
                    <a:pt x="7619572" y="2595896"/>
                  </a:lnTo>
                  <a:lnTo>
                    <a:pt x="7658872" y="2599518"/>
                  </a:lnTo>
                  <a:lnTo>
                    <a:pt x="7682677" y="2601490"/>
                  </a:lnTo>
                  <a:lnTo>
                    <a:pt x="7693606" y="2602308"/>
                  </a:lnTo>
                  <a:lnTo>
                    <a:pt x="7696200" y="2602484"/>
                  </a:lnTo>
                  <a:lnTo>
                    <a:pt x="7696237" y="2602487"/>
                  </a:lnTo>
                  <a:lnTo>
                    <a:pt x="8234974" y="26024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1" name="pl1351"/>
            <p:cNvSpPr/>
            <p:nvPr/>
          </p:nvSpPr>
          <p:spPr>
            <a:xfrm>
              <a:off x="546595" y="1991810"/>
              <a:ext cx="8234974" cy="2624265"/>
            </a:xfrm>
            <a:custGeom>
              <a:avLst/>
              <a:pathLst>
                <a:path w="8234974" h="2624265">
                  <a:moveTo>
                    <a:pt x="8234974" y="2602487"/>
                  </a:move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9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3" y="79"/>
                  </a:lnTo>
                  <a:lnTo>
                    <a:pt x="3839183" y="646"/>
                  </a:lnTo>
                  <a:lnTo>
                    <a:pt x="3819798" y="2213"/>
                  </a:lnTo>
                  <a:lnTo>
                    <a:pt x="3785528" y="5292"/>
                  </a:lnTo>
                  <a:lnTo>
                    <a:pt x="3735236" y="10334"/>
                  </a:lnTo>
                  <a:lnTo>
                    <a:pt x="3669956" y="17681"/>
                  </a:lnTo>
                  <a:lnTo>
                    <a:pt x="3592538" y="27530"/>
                  </a:lnTo>
                  <a:lnTo>
                    <a:pt x="3506936" y="39945"/>
                  </a:lnTo>
                  <a:lnTo>
                    <a:pt x="3417368" y="54896"/>
                  </a:lnTo>
                  <a:lnTo>
                    <a:pt x="3327619" y="72324"/>
                  </a:lnTo>
                  <a:lnTo>
                    <a:pt x="3240612" y="92194"/>
                  </a:lnTo>
                  <a:lnTo>
                    <a:pt x="3158280" y="114543"/>
                  </a:lnTo>
                  <a:lnTo>
                    <a:pt x="3081642" y="139501"/>
                  </a:lnTo>
                  <a:lnTo>
                    <a:pt x="3010987" y="167310"/>
                  </a:lnTo>
                  <a:lnTo>
                    <a:pt x="2946080" y="198316"/>
                  </a:lnTo>
                  <a:lnTo>
                    <a:pt x="2886343" y="232966"/>
                  </a:lnTo>
                  <a:lnTo>
                    <a:pt x="2831002" y="271782"/>
                  </a:lnTo>
                  <a:lnTo>
                    <a:pt x="2779191" y="315330"/>
                  </a:lnTo>
                  <a:lnTo>
                    <a:pt x="2730036" y="364145"/>
                  </a:lnTo>
                  <a:lnTo>
                    <a:pt x="2682728" y="418613"/>
                  </a:lnTo>
                  <a:lnTo>
                    <a:pt x="2667772" y="437377"/>
                  </a:lnTo>
                  <a:lnTo>
                    <a:pt x="2631233" y="486258"/>
                  </a:lnTo>
                  <a:lnTo>
                    <a:pt x="2595040" y="538839"/>
                  </a:lnTo>
                  <a:lnTo>
                    <a:pt x="2558962" y="595194"/>
                  </a:lnTo>
                  <a:lnTo>
                    <a:pt x="2522820" y="655333"/>
                  </a:lnTo>
                  <a:lnTo>
                    <a:pt x="2486482" y="719195"/>
                  </a:lnTo>
                  <a:lnTo>
                    <a:pt x="2449855" y="786639"/>
                  </a:lnTo>
                  <a:lnTo>
                    <a:pt x="2412888" y="857443"/>
                  </a:lnTo>
                  <a:lnTo>
                    <a:pt x="2375562" y="931301"/>
                  </a:lnTo>
                  <a:lnTo>
                    <a:pt x="2337888" y="1007828"/>
                  </a:lnTo>
                  <a:lnTo>
                    <a:pt x="2299907" y="1086559"/>
                  </a:lnTo>
                  <a:lnTo>
                    <a:pt x="2261681" y="1166970"/>
                  </a:lnTo>
                  <a:lnTo>
                    <a:pt x="2223290" y="1248480"/>
                  </a:lnTo>
                  <a:lnTo>
                    <a:pt x="2184824" y="1330478"/>
                  </a:lnTo>
                  <a:lnTo>
                    <a:pt x="2146380" y="1412335"/>
                  </a:lnTo>
                  <a:lnTo>
                    <a:pt x="2108052" y="1493427"/>
                  </a:lnTo>
                  <a:lnTo>
                    <a:pt x="2069927" y="1573156"/>
                  </a:lnTo>
                  <a:lnTo>
                    <a:pt x="2032077" y="1650962"/>
                  </a:lnTo>
                  <a:lnTo>
                    <a:pt x="1994556" y="1726348"/>
                  </a:lnTo>
                  <a:lnTo>
                    <a:pt x="1957390" y="1798884"/>
                  </a:lnTo>
                  <a:lnTo>
                    <a:pt x="1920579" y="1868218"/>
                  </a:lnTo>
                  <a:lnTo>
                    <a:pt x="1884091" y="1934083"/>
                  </a:lnTo>
                  <a:lnTo>
                    <a:pt x="1847854" y="1996292"/>
                  </a:lnTo>
                  <a:lnTo>
                    <a:pt x="1811759" y="2054742"/>
                  </a:lnTo>
                  <a:lnTo>
                    <a:pt x="1775655" y="2109404"/>
                  </a:lnTo>
                  <a:lnTo>
                    <a:pt x="1739339" y="2160317"/>
                  </a:lnTo>
                  <a:lnTo>
                    <a:pt x="1719082" y="2186887"/>
                  </a:lnTo>
                  <a:lnTo>
                    <a:pt x="1672218" y="2243208"/>
                  </a:lnTo>
                  <a:lnTo>
                    <a:pt x="1623741" y="2293813"/>
                  </a:lnTo>
                  <a:lnTo>
                    <a:pt x="1572879" y="2339003"/>
                  </a:lnTo>
                  <a:lnTo>
                    <a:pt x="1518771" y="2379281"/>
                  </a:lnTo>
                  <a:lnTo>
                    <a:pt x="1460541" y="2415212"/>
                  </a:lnTo>
                  <a:lnTo>
                    <a:pt x="1397374" y="2447339"/>
                  </a:lnTo>
                  <a:lnTo>
                    <a:pt x="1328615" y="2476134"/>
                  </a:lnTo>
                  <a:lnTo>
                    <a:pt x="1253902" y="2501979"/>
                  </a:lnTo>
                  <a:lnTo>
                    <a:pt x="1173331" y="2525148"/>
                  </a:lnTo>
                  <a:lnTo>
                    <a:pt x="1087665" y="2545808"/>
                  </a:lnTo>
                  <a:lnTo>
                    <a:pt x="998527" y="2564024"/>
                  </a:lnTo>
                  <a:lnTo>
                    <a:pt x="908524" y="2579779"/>
                  </a:lnTo>
                  <a:lnTo>
                    <a:pt x="821193" y="2593017"/>
                  </a:lnTo>
                  <a:lnTo>
                    <a:pt x="740679" y="2603690"/>
                  </a:lnTo>
                  <a:lnTo>
                    <a:pt x="671110" y="2611828"/>
                  </a:lnTo>
                  <a:lnTo>
                    <a:pt x="615780" y="2617582"/>
                  </a:lnTo>
                  <a:lnTo>
                    <a:pt x="576368" y="2621248"/>
                  </a:lnTo>
                  <a:lnTo>
                    <a:pt x="552448" y="2623248"/>
                  </a:lnTo>
                  <a:lnTo>
                    <a:pt x="541423" y="2624081"/>
                  </a:lnTo>
                  <a:lnTo>
                    <a:pt x="538777" y="2624262"/>
                  </a:lnTo>
                  <a:lnTo>
                    <a:pt x="538736" y="2624265"/>
                  </a:lnTo>
                  <a:lnTo>
                    <a:pt x="0" y="2624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2" name="pg1352"/>
            <p:cNvSpPr/>
            <p:nvPr/>
          </p:nvSpPr>
          <p:spPr>
            <a:xfrm>
              <a:off x="546595" y="2024478"/>
              <a:ext cx="8234974" cy="2923714"/>
            </a:xfrm>
            <a:custGeom>
              <a:avLst/>
              <a:pathLst>
                <a:path w="8234974" h="2923714">
                  <a:moveTo>
                    <a:pt x="0" y="2602487"/>
                  </a:moveTo>
                  <a:lnTo>
                    <a:pt x="538736" y="2602487"/>
                  </a:lnTo>
                  <a:lnTo>
                    <a:pt x="539924" y="2602408"/>
                  </a:lnTo>
                  <a:lnTo>
                    <a:pt x="547688" y="2601846"/>
                  </a:lnTo>
                  <a:lnTo>
                    <a:pt x="567106" y="2600292"/>
                  </a:lnTo>
                  <a:lnTo>
                    <a:pt x="601433" y="2597240"/>
                  </a:lnTo>
                  <a:lnTo>
                    <a:pt x="651800" y="2592240"/>
                  </a:lnTo>
                  <a:lnTo>
                    <a:pt x="717168" y="2584957"/>
                  </a:lnTo>
                  <a:lnTo>
                    <a:pt x="794675" y="2575193"/>
                  </a:lnTo>
                  <a:lnTo>
                    <a:pt x="880360" y="2562888"/>
                  </a:lnTo>
                  <a:lnTo>
                    <a:pt x="969993" y="2548070"/>
                  </a:lnTo>
                  <a:lnTo>
                    <a:pt x="1059790" y="2530797"/>
                  </a:lnTo>
                  <a:lnTo>
                    <a:pt x="1146825" y="2511105"/>
                  </a:lnTo>
                  <a:lnTo>
                    <a:pt x="1229171" y="2488957"/>
                  </a:lnTo>
                  <a:lnTo>
                    <a:pt x="1305810" y="2464221"/>
                  </a:lnTo>
                  <a:lnTo>
                    <a:pt x="1376459" y="2436658"/>
                  </a:lnTo>
                  <a:lnTo>
                    <a:pt x="1441357" y="2405924"/>
                  </a:lnTo>
                  <a:lnTo>
                    <a:pt x="1501084" y="2371575"/>
                  </a:lnTo>
                  <a:lnTo>
                    <a:pt x="1556419" y="2333092"/>
                  </a:lnTo>
                  <a:lnTo>
                    <a:pt x="1608229" y="2289914"/>
                  </a:lnTo>
                  <a:lnTo>
                    <a:pt x="1657388" y="2241513"/>
                  </a:lnTo>
                  <a:lnTo>
                    <a:pt x="1704708" y="2187507"/>
                  </a:lnTo>
                  <a:lnTo>
                    <a:pt x="1719082" y="2169646"/>
                  </a:lnTo>
                  <a:lnTo>
                    <a:pt x="1755767" y="2121070"/>
                  </a:lnTo>
                  <a:lnTo>
                    <a:pt x="1792105" y="2068803"/>
                  </a:lnTo>
                  <a:lnTo>
                    <a:pt x="1828328" y="2012770"/>
                  </a:lnTo>
                  <a:lnTo>
                    <a:pt x="1864618" y="1952962"/>
                  </a:lnTo>
                  <a:lnTo>
                    <a:pt x="1901107" y="1889443"/>
                  </a:lnTo>
                  <a:lnTo>
                    <a:pt x="1937888" y="1822353"/>
                  </a:lnTo>
                  <a:lnTo>
                    <a:pt x="1975014" y="1751917"/>
                  </a:lnTo>
                  <a:lnTo>
                    <a:pt x="2012502" y="1678444"/>
                  </a:lnTo>
                  <a:lnTo>
                    <a:pt x="2050338" y="1602324"/>
                  </a:lnTo>
                  <a:lnTo>
                    <a:pt x="2088483" y="1524022"/>
                  </a:lnTo>
                  <a:lnTo>
                    <a:pt x="2126871" y="1444067"/>
                  </a:lnTo>
                  <a:lnTo>
                    <a:pt x="2165423" y="1363042"/>
                  </a:lnTo>
                  <a:lnTo>
                    <a:pt x="2204044" y="1281560"/>
                  </a:lnTo>
                  <a:lnTo>
                    <a:pt x="2242639" y="1200251"/>
                  </a:lnTo>
                  <a:lnTo>
                    <a:pt x="2281112" y="1119740"/>
                  </a:lnTo>
                  <a:lnTo>
                    <a:pt x="2319375" y="1040625"/>
                  </a:lnTo>
                  <a:lnTo>
                    <a:pt x="2357357" y="963460"/>
                  </a:lnTo>
                  <a:lnTo>
                    <a:pt x="2395006" y="888743"/>
                  </a:lnTo>
                  <a:lnTo>
                    <a:pt x="2432294" y="816896"/>
                  </a:lnTo>
                  <a:lnTo>
                    <a:pt x="2469226" y="748267"/>
                  </a:lnTo>
                  <a:lnTo>
                    <a:pt x="2505837" y="683117"/>
                  </a:lnTo>
                  <a:lnTo>
                    <a:pt x="2542203" y="621626"/>
                  </a:lnTo>
                  <a:lnTo>
                    <a:pt x="2578437" y="563890"/>
                  </a:lnTo>
                  <a:lnTo>
                    <a:pt x="2614697" y="509933"/>
                  </a:lnTo>
                  <a:lnTo>
                    <a:pt x="2651193" y="459708"/>
                  </a:lnTo>
                  <a:lnTo>
                    <a:pt x="2667772" y="438285"/>
                  </a:lnTo>
                  <a:lnTo>
                    <a:pt x="2714666" y="382515"/>
                  </a:lnTo>
                  <a:lnTo>
                    <a:pt x="2763176" y="332409"/>
                  </a:lnTo>
                  <a:lnTo>
                    <a:pt x="2814073" y="287668"/>
                  </a:lnTo>
                  <a:lnTo>
                    <a:pt x="2868223" y="247793"/>
                  </a:lnTo>
                  <a:lnTo>
                    <a:pt x="2926503" y="212223"/>
                  </a:lnTo>
                  <a:lnTo>
                    <a:pt x="2989728" y="180422"/>
                  </a:lnTo>
                  <a:lnTo>
                    <a:pt x="3058553" y="151921"/>
                  </a:lnTo>
                  <a:lnTo>
                    <a:pt x="3133341" y="126341"/>
                  </a:lnTo>
                  <a:lnTo>
                    <a:pt x="3213991" y="103411"/>
                  </a:lnTo>
                  <a:lnTo>
                    <a:pt x="3299737" y="82967"/>
                  </a:lnTo>
                  <a:lnTo>
                    <a:pt x="3388945" y="64945"/>
                  </a:lnTo>
                  <a:lnTo>
                    <a:pt x="3478999" y="49361"/>
                  </a:lnTo>
                  <a:lnTo>
                    <a:pt x="3566348" y="36272"/>
                  </a:lnTo>
                  <a:lnTo>
                    <a:pt x="3646837" y="25724"/>
                  </a:lnTo>
                  <a:lnTo>
                    <a:pt x="3716333" y="17688"/>
                  </a:lnTo>
                  <a:lnTo>
                    <a:pt x="3771548" y="12011"/>
                  </a:lnTo>
                  <a:lnTo>
                    <a:pt x="3810819" y="8401"/>
                  </a:lnTo>
                  <a:lnTo>
                    <a:pt x="3834595" y="6436"/>
                  </a:lnTo>
                  <a:lnTo>
                    <a:pt x="3845501" y="562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6" y="5530"/>
                  </a:lnTo>
                  <a:lnTo>
                    <a:pt x="4395611" y="6148"/>
                  </a:lnTo>
                  <a:lnTo>
                    <a:pt x="4414622" y="7854"/>
                  </a:lnTo>
                  <a:lnTo>
                    <a:pt x="4448266" y="11205"/>
                  </a:lnTo>
                  <a:lnTo>
                    <a:pt x="4497708" y="16698"/>
                  </a:lnTo>
                  <a:lnTo>
                    <a:pt x="4561999" y="24708"/>
                  </a:lnTo>
                  <a:lnTo>
                    <a:pt x="4638407" y="35455"/>
                  </a:lnTo>
                  <a:lnTo>
                    <a:pt x="4723089" y="49014"/>
                  </a:lnTo>
                  <a:lnTo>
                    <a:pt x="4811908" y="65359"/>
                  </a:lnTo>
                  <a:lnTo>
                    <a:pt x="4901118" y="84423"/>
                  </a:lnTo>
                  <a:lnTo>
                    <a:pt x="4987794" y="106165"/>
                  </a:lnTo>
                  <a:lnTo>
                    <a:pt x="5069972" y="130618"/>
                  </a:lnTo>
                  <a:lnTo>
                    <a:pt x="5146589" y="157917"/>
                  </a:lnTo>
                  <a:lnTo>
                    <a:pt x="5217307" y="188311"/>
                  </a:lnTo>
                  <a:lnTo>
                    <a:pt x="5282318" y="222168"/>
                  </a:lnTo>
                  <a:lnTo>
                    <a:pt x="5342158" y="259965"/>
                  </a:lnTo>
                  <a:lnTo>
                    <a:pt x="5397573" y="302262"/>
                  </a:lnTo>
                  <a:lnTo>
                    <a:pt x="5449403" y="349674"/>
                  </a:lnTo>
                  <a:lnTo>
                    <a:pt x="5498507" y="402792"/>
                  </a:lnTo>
                  <a:lnTo>
                    <a:pt x="5545691" y="462069"/>
                  </a:lnTo>
                  <a:lnTo>
                    <a:pt x="5567201" y="491822"/>
                  </a:lnTo>
                  <a:lnTo>
                    <a:pt x="5602246" y="543865"/>
                  </a:lnTo>
                  <a:lnTo>
                    <a:pt x="5636964" y="599686"/>
                  </a:lnTo>
                  <a:lnTo>
                    <a:pt x="5671561" y="659362"/>
                  </a:lnTo>
                  <a:lnTo>
                    <a:pt x="5706199" y="722911"/>
                  </a:lnTo>
                  <a:lnTo>
                    <a:pt x="5741001" y="790283"/>
                  </a:lnTo>
                  <a:lnTo>
                    <a:pt x="5776053" y="861354"/>
                  </a:lnTo>
                  <a:lnTo>
                    <a:pt x="5811410" y="935925"/>
                  </a:lnTo>
                  <a:lnTo>
                    <a:pt x="5847096" y="1013719"/>
                  </a:lnTo>
                  <a:lnTo>
                    <a:pt x="5883107" y="1094379"/>
                  </a:lnTo>
                  <a:lnTo>
                    <a:pt x="5919418" y="1177479"/>
                  </a:lnTo>
                  <a:lnTo>
                    <a:pt x="5955979" y="1262523"/>
                  </a:lnTo>
                  <a:lnTo>
                    <a:pt x="5992728" y="1348966"/>
                  </a:lnTo>
                  <a:lnTo>
                    <a:pt x="6029587" y="1436220"/>
                  </a:lnTo>
                  <a:lnTo>
                    <a:pt x="6066474" y="1523674"/>
                  </a:lnTo>
                  <a:lnTo>
                    <a:pt x="6103303" y="1610711"/>
                  </a:lnTo>
                  <a:lnTo>
                    <a:pt x="6139994" y="1696727"/>
                  </a:lnTo>
                  <a:lnTo>
                    <a:pt x="6176474" y="1781148"/>
                  </a:lnTo>
                  <a:lnTo>
                    <a:pt x="6212684" y="1863443"/>
                  </a:lnTo>
                  <a:lnTo>
                    <a:pt x="6248583" y="1943141"/>
                  </a:lnTo>
                  <a:lnTo>
                    <a:pt x="6284152" y="2019838"/>
                  </a:lnTo>
                  <a:lnTo>
                    <a:pt x="6319397" y="2093206"/>
                  </a:lnTo>
                  <a:lnTo>
                    <a:pt x="6354354" y="2162995"/>
                  </a:lnTo>
                  <a:lnTo>
                    <a:pt x="6389086" y="2229032"/>
                  </a:lnTo>
                  <a:lnTo>
                    <a:pt x="6423694" y="2291222"/>
                  </a:lnTo>
                  <a:lnTo>
                    <a:pt x="6458313" y="2349537"/>
                  </a:lnTo>
                  <a:lnTo>
                    <a:pt x="6493119" y="2404018"/>
                  </a:lnTo>
                  <a:lnTo>
                    <a:pt x="6515891" y="2437336"/>
                  </a:lnTo>
                  <a:lnTo>
                    <a:pt x="6562422" y="2499550"/>
                  </a:lnTo>
                  <a:lnTo>
                    <a:pt x="6610538" y="2555494"/>
                  </a:lnTo>
                  <a:lnTo>
                    <a:pt x="6660993" y="2605494"/>
                  </a:lnTo>
                  <a:lnTo>
                    <a:pt x="6714631" y="2650096"/>
                  </a:lnTo>
                  <a:lnTo>
                    <a:pt x="6772310" y="2689914"/>
                  </a:lnTo>
                  <a:lnTo>
                    <a:pt x="6834832" y="2725540"/>
                  </a:lnTo>
                  <a:lnTo>
                    <a:pt x="6902843" y="2757495"/>
                  </a:lnTo>
                  <a:lnTo>
                    <a:pt x="6976719" y="2786196"/>
                  </a:lnTo>
                  <a:lnTo>
                    <a:pt x="7056391" y="2811950"/>
                  </a:lnTo>
                  <a:lnTo>
                    <a:pt x="7141160" y="2834945"/>
                  </a:lnTo>
                  <a:lnTo>
                    <a:pt x="7229496" y="2855258"/>
                  </a:lnTo>
                  <a:lnTo>
                    <a:pt x="7318919" y="2872876"/>
                  </a:lnTo>
                  <a:lnTo>
                    <a:pt x="7406032" y="2887740"/>
                  </a:lnTo>
                  <a:lnTo>
                    <a:pt x="7486807" y="2899795"/>
                  </a:lnTo>
                  <a:lnTo>
                    <a:pt x="7557166" y="2909061"/>
                  </a:lnTo>
                  <a:lnTo>
                    <a:pt x="7613761" y="2915688"/>
                  </a:lnTo>
                  <a:lnTo>
                    <a:pt x="7654747" y="2919981"/>
                  </a:lnTo>
                  <a:lnTo>
                    <a:pt x="7680290" y="2922386"/>
                  </a:lnTo>
                  <a:lnTo>
                    <a:pt x="7692681" y="2923440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8270"/>
                  </a:ln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1" y="78"/>
                  </a:lnTo>
                  <a:lnTo>
                    <a:pt x="3839167" y="640"/>
                  </a:lnTo>
                  <a:lnTo>
                    <a:pt x="3819748" y="2194"/>
                  </a:lnTo>
                  <a:lnTo>
                    <a:pt x="3785422" y="5247"/>
                  </a:lnTo>
                  <a:lnTo>
                    <a:pt x="3735054" y="10246"/>
                  </a:lnTo>
                  <a:lnTo>
                    <a:pt x="3669687" y="17530"/>
                  </a:lnTo>
                  <a:lnTo>
                    <a:pt x="3592179" y="27293"/>
                  </a:lnTo>
                  <a:lnTo>
                    <a:pt x="3506495" y="39598"/>
                  </a:lnTo>
                  <a:lnTo>
                    <a:pt x="3416861" y="54417"/>
                  </a:lnTo>
                  <a:lnTo>
                    <a:pt x="3327065" y="71689"/>
                  </a:lnTo>
                  <a:lnTo>
                    <a:pt x="3240029" y="91381"/>
                  </a:lnTo>
                  <a:lnTo>
                    <a:pt x="3157684" y="113530"/>
                  </a:lnTo>
                  <a:lnTo>
                    <a:pt x="3081045" y="138266"/>
                  </a:lnTo>
                  <a:lnTo>
                    <a:pt x="3010396" y="165828"/>
                  </a:lnTo>
                  <a:lnTo>
                    <a:pt x="2945498" y="196562"/>
                  </a:lnTo>
                  <a:lnTo>
                    <a:pt x="2885770" y="230911"/>
                  </a:lnTo>
                  <a:lnTo>
                    <a:pt x="2830435" y="269394"/>
                  </a:lnTo>
                  <a:lnTo>
                    <a:pt x="2778626" y="312572"/>
                  </a:lnTo>
                  <a:lnTo>
                    <a:pt x="2729466" y="360973"/>
                  </a:lnTo>
                  <a:lnTo>
                    <a:pt x="2682146" y="414979"/>
                  </a:lnTo>
                  <a:lnTo>
                    <a:pt x="2667772" y="432840"/>
                  </a:lnTo>
                  <a:lnTo>
                    <a:pt x="2631087" y="481416"/>
                  </a:lnTo>
                  <a:lnTo>
                    <a:pt x="2594750" y="533684"/>
                  </a:lnTo>
                  <a:lnTo>
                    <a:pt x="2558526" y="589716"/>
                  </a:lnTo>
                  <a:lnTo>
                    <a:pt x="2522237" y="649524"/>
                  </a:lnTo>
                  <a:lnTo>
                    <a:pt x="2485747" y="713044"/>
                  </a:lnTo>
                  <a:lnTo>
                    <a:pt x="2448966" y="780134"/>
                  </a:lnTo>
                  <a:lnTo>
                    <a:pt x="2411841" y="850569"/>
                  </a:lnTo>
                  <a:lnTo>
                    <a:pt x="2374353" y="924042"/>
                  </a:lnTo>
                  <a:lnTo>
                    <a:pt x="2336516" y="1000162"/>
                  </a:lnTo>
                  <a:lnTo>
                    <a:pt x="2298372" y="1078465"/>
                  </a:lnTo>
                  <a:lnTo>
                    <a:pt x="2259983" y="1158419"/>
                  </a:lnTo>
                  <a:lnTo>
                    <a:pt x="2221432" y="1239445"/>
                  </a:lnTo>
                  <a:lnTo>
                    <a:pt x="2182810" y="1320926"/>
                  </a:lnTo>
                  <a:lnTo>
                    <a:pt x="2144215" y="1402235"/>
                  </a:lnTo>
                  <a:lnTo>
                    <a:pt x="2105743" y="1482746"/>
                  </a:lnTo>
                  <a:lnTo>
                    <a:pt x="2067479" y="1561861"/>
                  </a:lnTo>
                  <a:lnTo>
                    <a:pt x="2029497" y="1639026"/>
                  </a:lnTo>
                  <a:lnTo>
                    <a:pt x="1991849" y="1713744"/>
                  </a:lnTo>
                  <a:lnTo>
                    <a:pt x="1954561" y="1785590"/>
                  </a:lnTo>
                  <a:lnTo>
                    <a:pt x="1917629" y="1854219"/>
                  </a:lnTo>
                  <a:lnTo>
                    <a:pt x="1881017" y="1919369"/>
                  </a:lnTo>
                  <a:lnTo>
                    <a:pt x="1844652" y="1980860"/>
                  </a:lnTo>
                  <a:lnTo>
                    <a:pt x="1808418" y="2038596"/>
                  </a:lnTo>
                  <a:lnTo>
                    <a:pt x="1772157" y="2092553"/>
                  </a:lnTo>
                  <a:lnTo>
                    <a:pt x="1735661" y="2142779"/>
                  </a:lnTo>
                  <a:lnTo>
                    <a:pt x="1719082" y="2164202"/>
                  </a:lnTo>
                  <a:lnTo>
                    <a:pt x="1672188" y="2219972"/>
                  </a:lnTo>
                  <a:lnTo>
                    <a:pt x="1623679" y="2270077"/>
                  </a:lnTo>
                  <a:lnTo>
                    <a:pt x="1572781" y="2314818"/>
                  </a:lnTo>
                  <a:lnTo>
                    <a:pt x="1518632" y="2354694"/>
                  </a:lnTo>
                  <a:lnTo>
                    <a:pt x="1460352" y="2390263"/>
                  </a:lnTo>
                  <a:lnTo>
                    <a:pt x="1397127" y="2422064"/>
                  </a:lnTo>
                  <a:lnTo>
                    <a:pt x="1328302" y="2450566"/>
                  </a:lnTo>
                  <a:lnTo>
                    <a:pt x="1253514" y="2476146"/>
                  </a:lnTo>
                  <a:lnTo>
                    <a:pt x="1172863" y="2499076"/>
                  </a:lnTo>
                  <a:lnTo>
                    <a:pt x="1087118" y="2519520"/>
                  </a:lnTo>
                  <a:lnTo>
                    <a:pt x="997909" y="2537542"/>
                  </a:lnTo>
                  <a:lnTo>
                    <a:pt x="907855" y="2553125"/>
                  </a:lnTo>
                  <a:lnTo>
                    <a:pt x="820507" y="2566214"/>
                  </a:lnTo>
                  <a:lnTo>
                    <a:pt x="740018" y="2576762"/>
                  </a:lnTo>
                  <a:lnTo>
                    <a:pt x="670522" y="2584799"/>
                  </a:lnTo>
                  <a:lnTo>
                    <a:pt x="615307" y="2590475"/>
                  </a:lnTo>
                  <a:lnTo>
                    <a:pt x="576036" y="2594086"/>
                  </a:lnTo>
                  <a:lnTo>
                    <a:pt x="552259" y="2596051"/>
                  </a:lnTo>
                  <a:lnTo>
                    <a:pt x="541353" y="2596865"/>
                  </a:lnTo>
                  <a:lnTo>
                    <a:pt x="538736" y="2597042"/>
                  </a:lnTo>
                  <a:lnTo>
                    <a:pt x="0" y="2597042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53" name="pl1353"/>
            <p:cNvSpPr/>
            <p:nvPr/>
          </p:nvSpPr>
          <p:spPr>
            <a:xfrm>
              <a:off x="546595" y="2029922"/>
              <a:ext cx="8234974" cy="2918270"/>
            </a:xfrm>
            <a:custGeom>
              <a:avLst/>
              <a:pathLst>
                <a:path w="8234974" h="2918270">
                  <a:moveTo>
                    <a:pt x="0" y="2597042"/>
                  </a:moveTo>
                  <a:lnTo>
                    <a:pt x="538736" y="2597042"/>
                  </a:lnTo>
                  <a:lnTo>
                    <a:pt x="539924" y="2596964"/>
                  </a:lnTo>
                  <a:lnTo>
                    <a:pt x="547688" y="2596402"/>
                  </a:lnTo>
                  <a:lnTo>
                    <a:pt x="567106" y="2594847"/>
                  </a:lnTo>
                  <a:lnTo>
                    <a:pt x="601433" y="2591795"/>
                  </a:lnTo>
                  <a:lnTo>
                    <a:pt x="651800" y="2586796"/>
                  </a:lnTo>
                  <a:lnTo>
                    <a:pt x="717168" y="2579512"/>
                  </a:lnTo>
                  <a:lnTo>
                    <a:pt x="794675" y="2569749"/>
                  </a:lnTo>
                  <a:lnTo>
                    <a:pt x="880360" y="2557444"/>
                  </a:lnTo>
                  <a:lnTo>
                    <a:pt x="969993" y="2542625"/>
                  </a:lnTo>
                  <a:lnTo>
                    <a:pt x="1059790" y="2525353"/>
                  </a:lnTo>
                  <a:lnTo>
                    <a:pt x="1146825" y="2505660"/>
                  </a:lnTo>
                  <a:lnTo>
                    <a:pt x="1229171" y="2483512"/>
                  </a:lnTo>
                  <a:lnTo>
                    <a:pt x="1305810" y="2458776"/>
                  </a:lnTo>
                  <a:lnTo>
                    <a:pt x="1376459" y="2431214"/>
                  </a:lnTo>
                  <a:lnTo>
                    <a:pt x="1441357" y="2400479"/>
                  </a:lnTo>
                  <a:lnTo>
                    <a:pt x="1501084" y="2366131"/>
                  </a:lnTo>
                  <a:lnTo>
                    <a:pt x="1556419" y="2327647"/>
                  </a:lnTo>
                  <a:lnTo>
                    <a:pt x="1608229" y="2284470"/>
                  </a:lnTo>
                  <a:lnTo>
                    <a:pt x="1657388" y="2236068"/>
                  </a:lnTo>
                  <a:lnTo>
                    <a:pt x="1704708" y="2182062"/>
                  </a:lnTo>
                  <a:lnTo>
                    <a:pt x="1719082" y="2164202"/>
                  </a:lnTo>
                  <a:lnTo>
                    <a:pt x="1755767" y="2115626"/>
                  </a:lnTo>
                  <a:lnTo>
                    <a:pt x="1792105" y="2063358"/>
                  </a:lnTo>
                  <a:lnTo>
                    <a:pt x="1828328" y="2007325"/>
                  </a:lnTo>
                  <a:lnTo>
                    <a:pt x="1864618" y="1947518"/>
                  </a:lnTo>
                  <a:lnTo>
                    <a:pt x="1901107" y="1883998"/>
                  </a:lnTo>
                  <a:lnTo>
                    <a:pt x="1937888" y="1816908"/>
                  </a:lnTo>
                  <a:lnTo>
                    <a:pt x="1975014" y="1746473"/>
                  </a:lnTo>
                  <a:lnTo>
                    <a:pt x="2012502" y="1673000"/>
                  </a:lnTo>
                  <a:lnTo>
                    <a:pt x="2050338" y="1596880"/>
                  </a:lnTo>
                  <a:lnTo>
                    <a:pt x="2088483" y="1518577"/>
                  </a:lnTo>
                  <a:lnTo>
                    <a:pt x="2126871" y="1438623"/>
                  </a:lnTo>
                  <a:lnTo>
                    <a:pt x="2165423" y="1357597"/>
                  </a:lnTo>
                  <a:lnTo>
                    <a:pt x="2204044" y="1276115"/>
                  </a:lnTo>
                  <a:lnTo>
                    <a:pt x="2242639" y="1194807"/>
                  </a:lnTo>
                  <a:lnTo>
                    <a:pt x="2281112" y="1114296"/>
                  </a:lnTo>
                  <a:lnTo>
                    <a:pt x="2319375" y="1035180"/>
                  </a:lnTo>
                  <a:lnTo>
                    <a:pt x="2357357" y="958016"/>
                  </a:lnTo>
                  <a:lnTo>
                    <a:pt x="2395006" y="883298"/>
                  </a:lnTo>
                  <a:lnTo>
                    <a:pt x="2432294" y="811452"/>
                  </a:lnTo>
                  <a:lnTo>
                    <a:pt x="2469226" y="742823"/>
                  </a:lnTo>
                  <a:lnTo>
                    <a:pt x="2505837" y="677673"/>
                  </a:lnTo>
                  <a:lnTo>
                    <a:pt x="2542203" y="616181"/>
                  </a:lnTo>
                  <a:lnTo>
                    <a:pt x="2578437" y="558446"/>
                  </a:lnTo>
                  <a:lnTo>
                    <a:pt x="2614697" y="504488"/>
                  </a:lnTo>
                  <a:lnTo>
                    <a:pt x="2651193" y="454263"/>
                  </a:lnTo>
                  <a:lnTo>
                    <a:pt x="2667772" y="432840"/>
                  </a:lnTo>
                  <a:lnTo>
                    <a:pt x="2714666" y="377070"/>
                  </a:lnTo>
                  <a:lnTo>
                    <a:pt x="2763176" y="326964"/>
                  </a:lnTo>
                  <a:lnTo>
                    <a:pt x="2814073" y="282223"/>
                  </a:lnTo>
                  <a:lnTo>
                    <a:pt x="2868223" y="242348"/>
                  </a:lnTo>
                  <a:lnTo>
                    <a:pt x="2926503" y="206779"/>
                  </a:lnTo>
                  <a:lnTo>
                    <a:pt x="2989728" y="174978"/>
                  </a:lnTo>
                  <a:lnTo>
                    <a:pt x="3058553" y="146476"/>
                  </a:lnTo>
                  <a:lnTo>
                    <a:pt x="3133341" y="120896"/>
                  </a:lnTo>
                  <a:lnTo>
                    <a:pt x="3213991" y="97966"/>
                  </a:lnTo>
                  <a:lnTo>
                    <a:pt x="3299737" y="77522"/>
                  </a:lnTo>
                  <a:lnTo>
                    <a:pt x="3388945" y="59500"/>
                  </a:lnTo>
                  <a:lnTo>
                    <a:pt x="3478999" y="43916"/>
                  </a:lnTo>
                  <a:lnTo>
                    <a:pt x="3566348" y="30828"/>
                  </a:lnTo>
                  <a:lnTo>
                    <a:pt x="3646837" y="20280"/>
                  </a:lnTo>
                  <a:lnTo>
                    <a:pt x="3716333" y="12243"/>
                  </a:lnTo>
                  <a:lnTo>
                    <a:pt x="3771548" y="6567"/>
                  </a:lnTo>
                  <a:lnTo>
                    <a:pt x="3810819" y="2956"/>
                  </a:lnTo>
                  <a:lnTo>
                    <a:pt x="3834595" y="991"/>
                  </a:lnTo>
                  <a:lnTo>
                    <a:pt x="3845501" y="177"/>
                  </a:lnTo>
                  <a:lnTo>
                    <a:pt x="3848082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6" y="86"/>
                  </a:lnTo>
                  <a:lnTo>
                    <a:pt x="4395611" y="703"/>
                  </a:lnTo>
                  <a:lnTo>
                    <a:pt x="4414622" y="2409"/>
                  </a:lnTo>
                  <a:lnTo>
                    <a:pt x="4448266" y="5761"/>
                  </a:lnTo>
                  <a:lnTo>
                    <a:pt x="4497708" y="11254"/>
                  </a:lnTo>
                  <a:lnTo>
                    <a:pt x="4561999" y="19263"/>
                  </a:lnTo>
                  <a:lnTo>
                    <a:pt x="4638407" y="30010"/>
                  </a:lnTo>
                  <a:lnTo>
                    <a:pt x="4723089" y="43570"/>
                  </a:lnTo>
                  <a:lnTo>
                    <a:pt x="4811908" y="59914"/>
                  </a:lnTo>
                  <a:lnTo>
                    <a:pt x="4901118" y="78978"/>
                  </a:lnTo>
                  <a:lnTo>
                    <a:pt x="4987794" y="100721"/>
                  </a:lnTo>
                  <a:lnTo>
                    <a:pt x="5069972" y="125174"/>
                  </a:lnTo>
                  <a:lnTo>
                    <a:pt x="5146589" y="152472"/>
                  </a:lnTo>
                  <a:lnTo>
                    <a:pt x="5217307" y="182866"/>
                  </a:lnTo>
                  <a:lnTo>
                    <a:pt x="5282318" y="216724"/>
                  </a:lnTo>
                  <a:lnTo>
                    <a:pt x="5342158" y="254520"/>
                  </a:lnTo>
                  <a:lnTo>
                    <a:pt x="5397573" y="296818"/>
                  </a:lnTo>
                  <a:lnTo>
                    <a:pt x="5449403" y="344230"/>
                  </a:lnTo>
                  <a:lnTo>
                    <a:pt x="5498507" y="397348"/>
                  </a:lnTo>
                  <a:lnTo>
                    <a:pt x="5545691" y="456625"/>
                  </a:lnTo>
                  <a:lnTo>
                    <a:pt x="5567201" y="486378"/>
                  </a:lnTo>
                  <a:lnTo>
                    <a:pt x="5602246" y="538420"/>
                  </a:lnTo>
                  <a:lnTo>
                    <a:pt x="5636964" y="594241"/>
                  </a:lnTo>
                  <a:lnTo>
                    <a:pt x="5671561" y="653918"/>
                  </a:lnTo>
                  <a:lnTo>
                    <a:pt x="5706199" y="717467"/>
                  </a:lnTo>
                  <a:lnTo>
                    <a:pt x="5741001" y="784838"/>
                  </a:lnTo>
                  <a:lnTo>
                    <a:pt x="5776053" y="855909"/>
                  </a:lnTo>
                  <a:lnTo>
                    <a:pt x="5811410" y="930481"/>
                  </a:lnTo>
                  <a:lnTo>
                    <a:pt x="5847096" y="1008274"/>
                  </a:lnTo>
                  <a:lnTo>
                    <a:pt x="5883107" y="1088935"/>
                  </a:lnTo>
                  <a:lnTo>
                    <a:pt x="5919418" y="1172034"/>
                  </a:lnTo>
                  <a:lnTo>
                    <a:pt x="5955979" y="1257079"/>
                  </a:lnTo>
                  <a:lnTo>
                    <a:pt x="5992728" y="1343522"/>
                  </a:lnTo>
                  <a:lnTo>
                    <a:pt x="6029587" y="1430775"/>
                  </a:lnTo>
                  <a:lnTo>
                    <a:pt x="6066474" y="1518229"/>
                  </a:lnTo>
                  <a:lnTo>
                    <a:pt x="6103303" y="1605266"/>
                  </a:lnTo>
                  <a:lnTo>
                    <a:pt x="6139994" y="1691283"/>
                  </a:lnTo>
                  <a:lnTo>
                    <a:pt x="6176474" y="1775703"/>
                  </a:lnTo>
                  <a:lnTo>
                    <a:pt x="6212684" y="1857998"/>
                  </a:lnTo>
                  <a:lnTo>
                    <a:pt x="6248583" y="1937696"/>
                  </a:lnTo>
                  <a:lnTo>
                    <a:pt x="6284152" y="2014393"/>
                  </a:lnTo>
                  <a:lnTo>
                    <a:pt x="6319397" y="2087761"/>
                  </a:lnTo>
                  <a:lnTo>
                    <a:pt x="6354354" y="2157550"/>
                  </a:lnTo>
                  <a:lnTo>
                    <a:pt x="6389086" y="2223588"/>
                  </a:lnTo>
                  <a:lnTo>
                    <a:pt x="6423694" y="2285777"/>
                  </a:lnTo>
                  <a:lnTo>
                    <a:pt x="6458313" y="2344093"/>
                  </a:lnTo>
                  <a:lnTo>
                    <a:pt x="6493119" y="2398574"/>
                  </a:lnTo>
                  <a:lnTo>
                    <a:pt x="6515891" y="2431891"/>
                  </a:lnTo>
                  <a:lnTo>
                    <a:pt x="6562422" y="2494105"/>
                  </a:lnTo>
                  <a:lnTo>
                    <a:pt x="6610538" y="2550050"/>
                  </a:lnTo>
                  <a:lnTo>
                    <a:pt x="6660993" y="2600049"/>
                  </a:lnTo>
                  <a:lnTo>
                    <a:pt x="6714631" y="2644651"/>
                  </a:lnTo>
                  <a:lnTo>
                    <a:pt x="6772310" y="2684469"/>
                  </a:lnTo>
                  <a:lnTo>
                    <a:pt x="6834832" y="2720096"/>
                  </a:lnTo>
                  <a:lnTo>
                    <a:pt x="6902843" y="2752050"/>
                  </a:lnTo>
                  <a:lnTo>
                    <a:pt x="6976719" y="2780752"/>
                  </a:lnTo>
                  <a:lnTo>
                    <a:pt x="7056391" y="2806506"/>
                  </a:lnTo>
                  <a:lnTo>
                    <a:pt x="7141160" y="2829500"/>
                  </a:lnTo>
                  <a:lnTo>
                    <a:pt x="7229496" y="2849813"/>
                  </a:lnTo>
                  <a:lnTo>
                    <a:pt x="7318919" y="2867432"/>
                  </a:lnTo>
                  <a:lnTo>
                    <a:pt x="7406032" y="2882296"/>
                  </a:lnTo>
                  <a:lnTo>
                    <a:pt x="7486807" y="2894350"/>
                  </a:lnTo>
                  <a:lnTo>
                    <a:pt x="7557166" y="2903616"/>
                  </a:lnTo>
                  <a:lnTo>
                    <a:pt x="7613761" y="2910243"/>
                  </a:lnTo>
                  <a:lnTo>
                    <a:pt x="7654747" y="2914537"/>
                  </a:lnTo>
                  <a:lnTo>
                    <a:pt x="7680290" y="2916942"/>
                  </a:lnTo>
                  <a:lnTo>
                    <a:pt x="7692681" y="2917996"/>
                  </a:lnTo>
                  <a:lnTo>
                    <a:pt x="7696116" y="2918261"/>
                  </a:lnTo>
                  <a:lnTo>
                    <a:pt x="7696237" y="2918270"/>
                  </a:lnTo>
                  <a:lnTo>
                    <a:pt x="8234974" y="2918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4" name="pl1354"/>
            <p:cNvSpPr/>
            <p:nvPr/>
          </p:nvSpPr>
          <p:spPr>
            <a:xfrm>
              <a:off x="546595" y="2024478"/>
              <a:ext cx="8234974" cy="2918270"/>
            </a:xfrm>
            <a:custGeom>
              <a:avLst/>
              <a:pathLst>
                <a:path w="8234974" h="2918270">
                  <a:moveTo>
                    <a:pt x="8234974" y="2918270"/>
                  </a:move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976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1" y="78"/>
                  </a:lnTo>
                  <a:lnTo>
                    <a:pt x="3839167" y="640"/>
                  </a:lnTo>
                  <a:lnTo>
                    <a:pt x="3819748" y="2194"/>
                  </a:lnTo>
                  <a:lnTo>
                    <a:pt x="3785422" y="5247"/>
                  </a:lnTo>
                  <a:lnTo>
                    <a:pt x="3735054" y="10246"/>
                  </a:lnTo>
                  <a:lnTo>
                    <a:pt x="3669687" y="17530"/>
                  </a:lnTo>
                  <a:lnTo>
                    <a:pt x="3592179" y="27293"/>
                  </a:lnTo>
                  <a:lnTo>
                    <a:pt x="3506495" y="39598"/>
                  </a:lnTo>
                  <a:lnTo>
                    <a:pt x="3416861" y="54417"/>
                  </a:lnTo>
                  <a:lnTo>
                    <a:pt x="3327065" y="71689"/>
                  </a:lnTo>
                  <a:lnTo>
                    <a:pt x="3240029" y="91381"/>
                  </a:lnTo>
                  <a:lnTo>
                    <a:pt x="3157684" y="113530"/>
                  </a:lnTo>
                  <a:lnTo>
                    <a:pt x="3081045" y="138266"/>
                  </a:lnTo>
                  <a:lnTo>
                    <a:pt x="3010396" y="165828"/>
                  </a:lnTo>
                  <a:lnTo>
                    <a:pt x="2945498" y="196562"/>
                  </a:lnTo>
                  <a:lnTo>
                    <a:pt x="2885770" y="230911"/>
                  </a:lnTo>
                  <a:lnTo>
                    <a:pt x="2830435" y="269394"/>
                  </a:lnTo>
                  <a:lnTo>
                    <a:pt x="2778626" y="312572"/>
                  </a:lnTo>
                  <a:lnTo>
                    <a:pt x="2729466" y="360973"/>
                  </a:lnTo>
                  <a:lnTo>
                    <a:pt x="2682146" y="414979"/>
                  </a:lnTo>
                  <a:lnTo>
                    <a:pt x="2667772" y="432840"/>
                  </a:lnTo>
                  <a:lnTo>
                    <a:pt x="2631087" y="481416"/>
                  </a:lnTo>
                  <a:lnTo>
                    <a:pt x="2594750" y="533684"/>
                  </a:lnTo>
                  <a:lnTo>
                    <a:pt x="2558526" y="589716"/>
                  </a:lnTo>
                  <a:lnTo>
                    <a:pt x="2522237" y="649524"/>
                  </a:lnTo>
                  <a:lnTo>
                    <a:pt x="2485747" y="713044"/>
                  </a:lnTo>
                  <a:lnTo>
                    <a:pt x="2448966" y="780134"/>
                  </a:lnTo>
                  <a:lnTo>
                    <a:pt x="2411841" y="850569"/>
                  </a:lnTo>
                  <a:lnTo>
                    <a:pt x="2374353" y="924042"/>
                  </a:lnTo>
                  <a:lnTo>
                    <a:pt x="2336516" y="1000162"/>
                  </a:lnTo>
                  <a:lnTo>
                    <a:pt x="2298372" y="1078465"/>
                  </a:lnTo>
                  <a:lnTo>
                    <a:pt x="2259983" y="1158419"/>
                  </a:lnTo>
                  <a:lnTo>
                    <a:pt x="2221432" y="1239445"/>
                  </a:lnTo>
                  <a:lnTo>
                    <a:pt x="2182810" y="1320926"/>
                  </a:lnTo>
                  <a:lnTo>
                    <a:pt x="2144215" y="1402235"/>
                  </a:lnTo>
                  <a:lnTo>
                    <a:pt x="2105743" y="1482746"/>
                  </a:lnTo>
                  <a:lnTo>
                    <a:pt x="2067479" y="1561861"/>
                  </a:lnTo>
                  <a:lnTo>
                    <a:pt x="2029497" y="1639026"/>
                  </a:lnTo>
                  <a:lnTo>
                    <a:pt x="1991849" y="1713744"/>
                  </a:lnTo>
                  <a:lnTo>
                    <a:pt x="1954561" y="1785590"/>
                  </a:lnTo>
                  <a:lnTo>
                    <a:pt x="1917629" y="1854219"/>
                  </a:lnTo>
                  <a:lnTo>
                    <a:pt x="1881017" y="1919369"/>
                  </a:lnTo>
                  <a:lnTo>
                    <a:pt x="1844652" y="1980860"/>
                  </a:lnTo>
                  <a:lnTo>
                    <a:pt x="1808418" y="2038596"/>
                  </a:lnTo>
                  <a:lnTo>
                    <a:pt x="1772157" y="2092553"/>
                  </a:lnTo>
                  <a:lnTo>
                    <a:pt x="1735661" y="2142779"/>
                  </a:lnTo>
                  <a:lnTo>
                    <a:pt x="1719082" y="2164202"/>
                  </a:lnTo>
                  <a:lnTo>
                    <a:pt x="1672188" y="2219972"/>
                  </a:lnTo>
                  <a:lnTo>
                    <a:pt x="1623679" y="2270077"/>
                  </a:lnTo>
                  <a:lnTo>
                    <a:pt x="1572781" y="2314818"/>
                  </a:lnTo>
                  <a:lnTo>
                    <a:pt x="1518632" y="2354694"/>
                  </a:lnTo>
                  <a:lnTo>
                    <a:pt x="1460352" y="2390263"/>
                  </a:lnTo>
                  <a:lnTo>
                    <a:pt x="1397127" y="2422064"/>
                  </a:lnTo>
                  <a:lnTo>
                    <a:pt x="1328302" y="2450566"/>
                  </a:lnTo>
                  <a:lnTo>
                    <a:pt x="1253514" y="2476146"/>
                  </a:lnTo>
                  <a:lnTo>
                    <a:pt x="1172863" y="2499076"/>
                  </a:lnTo>
                  <a:lnTo>
                    <a:pt x="1087118" y="2519520"/>
                  </a:lnTo>
                  <a:lnTo>
                    <a:pt x="997909" y="2537542"/>
                  </a:lnTo>
                  <a:lnTo>
                    <a:pt x="907855" y="2553125"/>
                  </a:lnTo>
                  <a:lnTo>
                    <a:pt x="820507" y="2566214"/>
                  </a:lnTo>
                  <a:lnTo>
                    <a:pt x="740018" y="2576762"/>
                  </a:lnTo>
                  <a:lnTo>
                    <a:pt x="670522" y="2584799"/>
                  </a:lnTo>
                  <a:lnTo>
                    <a:pt x="615307" y="2590475"/>
                  </a:lnTo>
                  <a:lnTo>
                    <a:pt x="576036" y="2594086"/>
                  </a:lnTo>
                  <a:lnTo>
                    <a:pt x="552259" y="2596051"/>
                  </a:lnTo>
                  <a:lnTo>
                    <a:pt x="541353" y="2596865"/>
                  </a:lnTo>
                  <a:lnTo>
                    <a:pt x="538773" y="2597040"/>
                  </a:lnTo>
                  <a:lnTo>
                    <a:pt x="538736" y="2597042"/>
                  </a:lnTo>
                  <a:lnTo>
                    <a:pt x="0" y="25970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5" name="pg1355"/>
            <p:cNvSpPr/>
            <p:nvPr/>
          </p:nvSpPr>
          <p:spPr>
            <a:xfrm>
              <a:off x="546595" y="2040811"/>
              <a:ext cx="8234974" cy="3315721"/>
            </a:xfrm>
            <a:custGeom>
              <a:avLst/>
              <a:pathLst>
                <a:path w="8234974" h="3315721">
                  <a:moveTo>
                    <a:pt x="0" y="2591598"/>
                  </a:moveTo>
                  <a:lnTo>
                    <a:pt x="538736" y="2591598"/>
                  </a:lnTo>
                  <a:lnTo>
                    <a:pt x="539925" y="2591519"/>
                  </a:lnTo>
                  <a:lnTo>
                    <a:pt x="547694" y="2590959"/>
                  </a:lnTo>
                  <a:lnTo>
                    <a:pt x="567126" y="2589410"/>
                  </a:lnTo>
                  <a:lnTo>
                    <a:pt x="601475" y="2586369"/>
                  </a:lnTo>
                  <a:lnTo>
                    <a:pt x="651873" y="2581387"/>
                  </a:lnTo>
                  <a:lnTo>
                    <a:pt x="717275" y="2574129"/>
                  </a:lnTo>
                  <a:lnTo>
                    <a:pt x="794818" y="2564400"/>
                  </a:lnTo>
                  <a:lnTo>
                    <a:pt x="880535" y="2552138"/>
                  </a:lnTo>
                  <a:lnTo>
                    <a:pt x="970195" y="2537373"/>
                  </a:lnTo>
                  <a:lnTo>
                    <a:pt x="1060010" y="2520163"/>
                  </a:lnTo>
                  <a:lnTo>
                    <a:pt x="1147057" y="2500542"/>
                  </a:lnTo>
                  <a:lnTo>
                    <a:pt x="1229408" y="2478474"/>
                  </a:lnTo>
                  <a:lnTo>
                    <a:pt x="1306048" y="2453827"/>
                  </a:lnTo>
                  <a:lnTo>
                    <a:pt x="1376694" y="2426364"/>
                  </a:lnTo>
                  <a:lnTo>
                    <a:pt x="1441588" y="2395739"/>
                  </a:lnTo>
                  <a:lnTo>
                    <a:pt x="1501312" y="2361511"/>
                  </a:lnTo>
                  <a:lnTo>
                    <a:pt x="1556645" y="2323161"/>
                  </a:lnTo>
                  <a:lnTo>
                    <a:pt x="1608453" y="2280133"/>
                  </a:lnTo>
                  <a:lnTo>
                    <a:pt x="1657615" y="2231897"/>
                  </a:lnTo>
                  <a:lnTo>
                    <a:pt x="1704940" y="2178077"/>
                  </a:lnTo>
                  <a:lnTo>
                    <a:pt x="1719082" y="2160572"/>
                  </a:lnTo>
                  <a:lnTo>
                    <a:pt x="1755826" y="2112118"/>
                  </a:lnTo>
                  <a:lnTo>
                    <a:pt x="1792222" y="2059977"/>
                  </a:lnTo>
                  <a:lnTo>
                    <a:pt x="1828504" y="2004074"/>
                  </a:lnTo>
                  <a:lnTo>
                    <a:pt x="1864853" y="1944399"/>
                  </a:lnTo>
                  <a:lnTo>
                    <a:pt x="1901403" y="1881018"/>
                  </a:lnTo>
                  <a:lnTo>
                    <a:pt x="1938246" y="1814070"/>
                  </a:lnTo>
                  <a:lnTo>
                    <a:pt x="1975436" y="1743783"/>
                  </a:lnTo>
                  <a:lnTo>
                    <a:pt x="2012988" y="1670466"/>
                  </a:lnTo>
                  <a:lnTo>
                    <a:pt x="2050891" y="1594509"/>
                  </a:lnTo>
                  <a:lnTo>
                    <a:pt x="2089101" y="1516380"/>
                  </a:lnTo>
                  <a:lnTo>
                    <a:pt x="2127555" y="1436609"/>
                  </a:lnTo>
                  <a:lnTo>
                    <a:pt x="2166171" y="1355779"/>
                  </a:lnTo>
                  <a:lnTo>
                    <a:pt x="2204856" y="1274505"/>
                  </a:lnTo>
                  <a:lnTo>
                    <a:pt x="2243511" y="1193417"/>
                  </a:lnTo>
                  <a:lnTo>
                    <a:pt x="2282042" y="1113140"/>
                  </a:lnTo>
                  <a:lnTo>
                    <a:pt x="2320361" y="1034272"/>
                  </a:lnTo>
                  <a:lnTo>
                    <a:pt x="2358396" y="957366"/>
                  </a:lnTo>
                  <a:lnTo>
                    <a:pt x="2396095" y="882916"/>
                  </a:lnTo>
                  <a:lnTo>
                    <a:pt x="2433433" y="811347"/>
                  </a:lnTo>
                  <a:lnTo>
                    <a:pt x="2470413" y="743001"/>
                  </a:lnTo>
                  <a:lnTo>
                    <a:pt x="2507075" y="678138"/>
                  </a:lnTo>
                  <a:lnTo>
                    <a:pt x="2543492" y="616935"/>
                  </a:lnTo>
                  <a:lnTo>
                    <a:pt x="2579782" y="559485"/>
                  </a:lnTo>
                  <a:lnTo>
                    <a:pt x="2616106" y="505810"/>
                  </a:lnTo>
                  <a:lnTo>
                    <a:pt x="2652676" y="455860"/>
                  </a:lnTo>
                  <a:lnTo>
                    <a:pt x="2667772" y="436470"/>
                  </a:lnTo>
                  <a:lnTo>
                    <a:pt x="2714678" y="380921"/>
                  </a:lnTo>
                  <a:lnTo>
                    <a:pt x="2763200" y="331015"/>
                  </a:lnTo>
                  <a:lnTo>
                    <a:pt x="2814112" y="286453"/>
                  </a:lnTo>
                  <a:lnTo>
                    <a:pt x="2868279" y="246739"/>
                  </a:lnTo>
                  <a:lnTo>
                    <a:pt x="2926578" y="211315"/>
                  </a:lnTo>
                  <a:lnTo>
                    <a:pt x="2989826" y="179644"/>
                  </a:lnTo>
                  <a:lnTo>
                    <a:pt x="3058677" y="151260"/>
                  </a:lnTo>
                  <a:lnTo>
                    <a:pt x="3133495" y="125786"/>
                  </a:lnTo>
                  <a:lnTo>
                    <a:pt x="3214178" y="102952"/>
                  </a:lnTo>
                  <a:lnTo>
                    <a:pt x="3299955" y="82594"/>
                  </a:lnTo>
                  <a:lnTo>
                    <a:pt x="3389191" y="64650"/>
                  </a:lnTo>
                  <a:lnTo>
                    <a:pt x="3479265" y="49134"/>
                  </a:lnTo>
                  <a:lnTo>
                    <a:pt x="3566621" y="36105"/>
                  </a:lnTo>
                  <a:lnTo>
                    <a:pt x="3647099" y="25607"/>
                  </a:lnTo>
                  <a:lnTo>
                    <a:pt x="3716566" y="17611"/>
                  </a:lnTo>
                  <a:lnTo>
                    <a:pt x="3771736" y="11966"/>
                  </a:lnTo>
                  <a:lnTo>
                    <a:pt x="3810950" y="8377"/>
                  </a:lnTo>
                  <a:lnTo>
                    <a:pt x="3834670" y="6426"/>
                  </a:lnTo>
                  <a:lnTo>
                    <a:pt x="3845529" y="561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82" y="5539"/>
                  </a:lnTo>
                  <a:lnTo>
                    <a:pt x="4395358" y="6218"/>
                  </a:lnTo>
                  <a:lnTo>
                    <a:pt x="4413840" y="8094"/>
                  </a:lnTo>
                  <a:lnTo>
                    <a:pt x="4446594" y="11781"/>
                  </a:lnTo>
                  <a:lnTo>
                    <a:pt x="4494827" y="17828"/>
                  </a:lnTo>
                  <a:lnTo>
                    <a:pt x="4557707" y="26655"/>
                  </a:lnTo>
                  <a:lnTo>
                    <a:pt x="4632661" y="38516"/>
                  </a:lnTo>
                  <a:lnTo>
                    <a:pt x="4716010" y="53500"/>
                  </a:lnTo>
                  <a:lnTo>
                    <a:pt x="4803734" y="71586"/>
                  </a:lnTo>
                  <a:lnTo>
                    <a:pt x="4892145" y="92700"/>
                  </a:lnTo>
                  <a:lnTo>
                    <a:pt x="4978320" y="116793"/>
                  </a:lnTo>
                  <a:lnTo>
                    <a:pt x="5060255" y="143889"/>
                  </a:lnTo>
                  <a:lnTo>
                    <a:pt x="5136825" y="174122"/>
                  </a:lnTo>
                  <a:lnTo>
                    <a:pt x="5207623" y="207752"/>
                  </a:lnTo>
                  <a:lnTo>
                    <a:pt x="5272778" y="245165"/>
                  </a:lnTo>
                  <a:lnTo>
                    <a:pt x="5332771" y="286868"/>
                  </a:lnTo>
                  <a:lnTo>
                    <a:pt x="5388299" y="333468"/>
                  </a:lnTo>
                  <a:lnTo>
                    <a:pt x="5440170" y="385632"/>
                  </a:lnTo>
                  <a:lnTo>
                    <a:pt x="5489218" y="444026"/>
                  </a:lnTo>
                  <a:lnTo>
                    <a:pt x="5536241" y="509190"/>
                  </a:lnTo>
                  <a:lnTo>
                    <a:pt x="5567201" y="557157"/>
                  </a:lnTo>
                  <a:lnTo>
                    <a:pt x="5600478" y="613092"/>
                  </a:lnTo>
                  <a:lnTo>
                    <a:pt x="5633449" y="672884"/>
                  </a:lnTo>
                  <a:lnTo>
                    <a:pt x="5666295" y="736612"/>
                  </a:lnTo>
                  <a:lnTo>
                    <a:pt x="5699158" y="804300"/>
                  </a:lnTo>
                  <a:lnTo>
                    <a:pt x="5732149" y="875912"/>
                  </a:lnTo>
                  <a:lnTo>
                    <a:pt x="5765349" y="951346"/>
                  </a:lnTo>
                  <a:lnTo>
                    <a:pt x="5798812" y="1030428"/>
                  </a:lnTo>
                  <a:lnTo>
                    <a:pt x="5832567" y="1112915"/>
                  </a:lnTo>
                  <a:lnTo>
                    <a:pt x="5866620" y="1198489"/>
                  </a:lnTo>
                  <a:lnTo>
                    <a:pt x="5900955" y="1286765"/>
                  </a:lnTo>
                  <a:lnTo>
                    <a:pt x="5935541" y="1377294"/>
                  </a:lnTo>
                  <a:lnTo>
                    <a:pt x="5970329" y="1469571"/>
                  </a:lnTo>
                  <a:lnTo>
                    <a:pt x="6005261" y="1563046"/>
                  </a:lnTo>
                  <a:lnTo>
                    <a:pt x="6040266" y="1657139"/>
                  </a:lnTo>
                  <a:lnTo>
                    <a:pt x="6075275" y="1751255"/>
                  </a:lnTo>
                  <a:lnTo>
                    <a:pt x="6110214" y="1844795"/>
                  </a:lnTo>
                  <a:lnTo>
                    <a:pt x="6145015" y="1937178"/>
                  </a:lnTo>
                  <a:lnTo>
                    <a:pt x="6179617" y="2027853"/>
                  </a:lnTo>
                  <a:lnTo>
                    <a:pt x="6213972" y="2116310"/>
                  </a:lnTo>
                  <a:lnTo>
                    <a:pt x="6248046" y="2202095"/>
                  </a:lnTo>
                  <a:lnTo>
                    <a:pt x="6281823" y="2284819"/>
                  </a:lnTo>
                  <a:lnTo>
                    <a:pt x="6315307" y="2364160"/>
                  </a:lnTo>
                  <a:lnTo>
                    <a:pt x="6348525" y="2439866"/>
                  </a:lnTo>
                  <a:lnTo>
                    <a:pt x="6381529" y="2511762"/>
                  </a:lnTo>
                  <a:lnTo>
                    <a:pt x="6414398" y="2579739"/>
                  </a:lnTo>
                  <a:lnTo>
                    <a:pt x="6447240" y="2643757"/>
                  </a:lnTo>
                  <a:lnTo>
                    <a:pt x="6480197" y="2703834"/>
                  </a:lnTo>
                  <a:lnTo>
                    <a:pt x="6513444" y="2760048"/>
                  </a:lnTo>
                  <a:lnTo>
                    <a:pt x="6515891" y="2764008"/>
                  </a:lnTo>
                  <a:lnTo>
                    <a:pt x="6561943" y="2833899"/>
                  </a:lnTo>
                  <a:lnTo>
                    <a:pt x="6609541" y="2896820"/>
                  </a:lnTo>
                  <a:lnTo>
                    <a:pt x="6659416" y="2953123"/>
                  </a:lnTo>
                  <a:lnTo>
                    <a:pt x="6712382" y="3003406"/>
                  </a:lnTo>
                  <a:lnTo>
                    <a:pt x="6769276" y="3048344"/>
                  </a:lnTo>
                  <a:lnTo>
                    <a:pt x="6830876" y="3088592"/>
                  </a:lnTo>
                  <a:lnTo>
                    <a:pt x="6897824" y="3124726"/>
                  </a:lnTo>
                  <a:lnTo>
                    <a:pt x="6970505" y="3157217"/>
                  </a:lnTo>
                  <a:lnTo>
                    <a:pt x="7048892" y="3186409"/>
                  </a:lnTo>
                  <a:lnTo>
                    <a:pt x="7132368" y="3212521"/>
                  </a:lnTo>
                  <a:lnTo>
                    <a:pt x="7219533" y="3235649"/>
                  </a:lnTo>
                  <a:lnTo>
                    <a:pt x="7308085" y="3255787"/>
                  </a:lnTo>
                  <a:lnTo>
                    <a:pt x="7394820" y="3272873"/>
                  </a:lnTo>
                  <a:lnTo>
                    <a:pt x="7475882" y="3286841"/>
                  </a:lnTo>
                  <a:lnTo>
                    <a:pt x="7547281" y="3297699"/>
                  </a:lnTo>
                  <a:lnTo>
                    <a:pt x="7605613" y="3305588"/>
                  </a:lnTo>
                  <a:lnTo>
                    <a:pt x="7648815" y="3310815"/>
                  </a:lnTo>
                  <a:lnTo>
                    <a:pt x="7676703" y="3313850"/>
                  </a:lnTo>
                  <a:lnTo>
                    <a:pt x="7691144" y="3315269"/>
                  </a:lnTo>
                  <a:lnTo>
                    <a:pt x="7695884" y="3315692"/>
                  </a:lnTo>
                  <a:lnTo>
                    <a:pt x="7696237" y="3315721"/>
                  </a:lnTo>
                  <a:lnTo>
                    <a:pt x="8234974" y="3315721"/>
                  </a:lnTo>
                  <a:lnTo>
                    <a:pt x="8234974" y="3310276"/>
                  </a:ln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0" y="78"/>
                  </a:lnTo>
                  <a:lnTo>
                    <a:pt x="3839160" y="638"/>
                  </a:lnTo>
                  <a:lnTo>
                    <a:pt x="3819728" y="2187"/>
                  </a:lnTo>
                  <a:lnTo>
                    <a:pt x="3785380" y="5229"/>
                  </a:lnTo>
                  <a:lnTo>
                    <a:pt x="3734982" y="10211"/>
                  </a:lnTo>
                  <a:lnTo>
                    <a:pt x="3669579" y="17469"/>
                  </a:lnTo>
                  <a:lnTo>
                    <a:pt x="3592036" y="27198"/>
                  </a:lnTo>
                  <a:lnTo>
                    <a:pt x="3506320" y="39459"/>
                  </a:lnTo>
                  <a:lnTo>
                    <a:pt x="3416660" y="54224"/>
                  </a:lnTo>
                  <a:lnTo>
                    <a:pt x="3326845" y="71434"/>
                  </a:lnTo>
                  <a:lnTo>
                    <a:pt x="3239797" y="91055"/>
                  </a:lnTo>
                  <a:lnTo>
                    <a:pt x="3157447" y="113123"/>
                  </a:lnTo>
                  <a:lnTo>
                    <a:pt x="3080807" y="137770"/>
                  </a:lnTo>
                  <a:lnTo>
                    <a:pt x="3010161" y="165234"/>
                  </a:lnTo>
                  <a:lnTo>
                    <a:pt x="2945266" y="195859"/>
                  </a:lnTo>
                  <a:lnTo>
                    <a:pt x="2885542" y="230087"/>
                  </a:lnTo>
                  <a:lnTo>
                    <a:pt x="2830210" y="268436"/>
                  </a:lnTo>
                  <a:lnTo>
                    <a:pt x="2778401" y="311465"/>
                  </a:lnTo>
                  <a:lnTo>
                    <a:pt x="2729239" y="359700"/>
                  </a:lnTo>
                  <a:lnTo>
                    <a:pt x="2681915" y="413520"/>
                  </a:lnTo>
                  <a:lnTo>
                    <a:pt x="2667772" y="431025"/>
                  </a:lnTo>
                  <a:lnTo>
                    <a:pt x="2631028" y="479479"/>
                  </a:lnTo>
                  <a:lnTo>
                    <a:pt x="2594632" y="531620"/>
                  </a:lnTo>
                  <a:lnTo>
                    <a:pt x="2558351" y="587523"/>
                  </a:lnTo>
                  <a:lnTo>
                    <a:pt x="2522002" y="647198"/>
                  </a:lnTo>
                  <a:lnTo>
                    <a:pt x="2485451" y="710580"/>
                  </a:lnTo>
                  <a:lnTo>
                    <a:pt x="2448608" y="777527"/>
                  </a:lnTo>
                  <a:lnTo>
                    <a:pt x="2411419" y="847814"/>
                  </a:lnTo>
                  <a:lnTo>
                    <a:pt x="2373866" y="921131"/>
                  </a:lnTo>
                  <a:lnTo>
                    <a:pt x="2335964" y="997088"/>
                  </a:lnTo>
                  <a:lnTo>
                    <a:pt x="2297753" y="1075217"/>
                  </a:lnTo>
                  <a:lnTo>
                    <a:pt x="2259299" y="1154988"/>
                  </a:lnTo>
                  <a:lnTo>
                    <a:pt x="2220684" y="1235819"/>
                  </a:lnTo>
                  <a:lnTo>
                    <a:pt x="2181999" y="1317092"/>
                  </a:lnTo>
                  <a:lnTo>
                    <a:pt x="2143343" y="1398180"/>
                  </a:lnTo>
                  <a:lnTo>
                    <a:pt x="2104813" y="1478457"/>
                  </a:lnTo>
                  <a:lnTo>
                    <a:pt x="2066494" y="1557326"/>
                  </a:lnTo>
                  <a:lnTo>
                    <a:pt x="2028459" y="1634232"/>
                  </a:lnTo>
                  <a:lnTo>
                    <a:pt x="1990760" y="1708681"/>
                  </a:lnTo>
                  <a:lnTo>
                    <a:pt x="1953422" y="1780250"/>
                  </a:lnTo>
                  <a:lnTo>
                    <a:pt x="1916441" y="1848596"/>
                  </a:lnTo>
                  <a:lnTo>
                    <a:pt x="1879780" y="1913459"/>
                  </a:lnTo>
                  <a:lnTo>
                    <a:pt x="1843362" y="1974663"/>
                  </a:lnTo>
                  <a:lnTo>
                    <a:pt x="1807072" y="2032112"/>
                  </a:lnTo>
                  <a:lnTo>
                    <a:pt x="1770748" y="2085787"/>
                  </a:lnTo>
                  <a:lnTo>
                    <a:pt x="1734179" y="2135737"/>
                  </a:lnTo>
                  <a:lnTo>
                    <a:pt x="1719082" y="2155128"/>
                  </a:lnTo>
                  <a:lnTo>
                    <a:pt x="1672176" y="2210677"/>
                  </a:lnTo>
                  <a:lnTo>
                    <a:pt x="1623654" y="2260583"/>
                  </a:lnTo>
                  <a:lnTo>
                    <a:pt x="1572742" y="2305144"/>
                  </a:lnTo>
                  <a:lnTo>
                    <a:pt x="1518576" y="2344858"/>
                  </a:lnTo>
                  <a:lnTo>
                    <a:pt x="1460277" y="2380282"/>
                  </a:lnTo>
                  <a:lnTo>
                    <a:pt x="1397029" y="2411953"/>
                  </a:lnTo>
                  <a:lnTo>
                    <a:pt x="1328177" y="2440338"/>
                  </a:lnTo>
                  <a:lnTo>
                    <a:pt x="1253359" y="2465811"/>
                  </a:lnTo>
                  <a:lnTo>
                    <a:pt x="1172677" y="2488645"/>
                  </a:lnTo>
                  <a:lnTo>
                    <a:pt x="1086900" y="2509003"/>
                  </a:lnTo>
                  <a:lnTo>
                    <a:pt x="997663" y="2526948"/>
                  </a:lnTo>
                  <a:lnTo>
                    <a:pt x="907589" y="2542463"/>
                  </a:lnTo>
                  <a:lnTo>
                    <a:pt x="820234" y="2555492"/>
                  </a:lnTo>
                  <a:lnTo>
                    <a:pt x="739755" y="2565990"/>
                  </a:lnTo>
                  <a:lnTo>
                    <a:pt x="670288" y="2573986"/>
                  </a:lnTo>
                  <a:lnTo>
                    <a:pt x="615119" y="2579631"/>
                  </a:lnTo>
                  <a:lnTo>
                    <a:pt x="575904" y="2583220"/>
                  </a:lnTo>
                  <a:lnTo>
                    <a:pt x="552185" y="2585172"/>
                  </a:lnTo>
                  <a:lnTo>
                    <a:pt x="541326" y="2585978"/>
                  </a:lnTo>
                  <a:lnTo>
                    <a:pt x="538736" y="2586153"/>
                  </a:lnTo>
                  <a:lnTo>
                    <a:pt x="0" y="258615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56" name="pl1356"/>
            <p:cNvSpPr/>
            <p:nvPr/>
          </p:nvSpPr>
          <p:spPr>
            <a:xfrm>
              <a:off x="546595" y="2046256"/>
              <a:ext cx="8234974" cy="3310276"/>
            </a:xfrm>
            <a:custGeom>
              <a:avLst/>
              <a:pathLst>
                <a:path w="8234974" h="3310276">
                  <a:moveTo>
                    <a:pt x="0" y="2586153"/>
                  </a:moveTo>
                  <a:lnTo>
                    <a:pt x="538736" y="2586153"/>
                  </a:lnTo>
                  <a:lnTo>
                    <a:pt x="539925" y="2586075"/>
                  </a:lnTo>
                  <a:lnTo>
                    <a:pt x="547694" y="2585515"/>
                  </a:lnTo>
                  <a:lnTo>
                    <a:pt x="567126" y="2583966"/>
                  </a:lnTo>
                  <a:lnTo>
                    <a:pt x="601475" y="2580924"/>
                  </a:lnTo>
                  <a:lnTo>
                    <a:pt x="651873" y="2575942"/>
                  </a:lnTo>
                  <a:lnTo>
                    <a:pt x="717275" y="2568684"/>
                  </a:lnTo>
                  <a:lnTo>
                    <a:pt x="794818" y="2558955"/>
                  </a:lnTo>
                  <a:lnTo>
                    <a:pt x="880535" y="2546694"/>
                  </a:lnTo>
                  <a:lnTo>
                    <a:pt x="970195" y="2531928"/>
                  </a:lnTo>
                  <a:lnTo>
                    <a:pt x="1060010" y="2514719"/>
                  </a:lnTo>
                  <a:lnTo>
                    <a:pt x="1147057" y="2495098"/>
                  </a:lnTo>
                  <a:lnTo>
                    <a:pt x="1229408" y="2473030"/>
                  </a:lnTo>
                  <a:lnTo>
                    <a:pt x="1306048" y="2448383"/>
                  </a:lnTo>
                  <a:lnTo>
                    <a:pt x="1376694" y="2420919"/>
                  </a:lnTo>
                  <a:lnTo>
                    <a:pt x="1441588" y="2390294"/>
                  </a:lnTo>
                  <a:lnTo>
                    <a:pt x="1501312" y="2356066"/>
                  </a:lnTo>
                  <a:lnTo>
                    <a:pt x="1556645" y="2317717"/>
                  </a:lnTo>
                  <a:lnTo>
                    <a:pt x="1608453" y="2274688"/>
                  </a:lnTo>
                  <a:lnTo>
                    <a:pt x="1657615" y="2226453"/>
                  </a:lnTo>
                  <a:lnTo>
                    <a:pt x="1704940" y="2172632"/>
                  </a:lnTo>
                  <a:lnTo>
                    <a:pt x="1719082" y="2155128"/>
                  </a:lnTo>
                  <a:lnTo>
                    <a:pt x="1755826" y="2106674"/>
                  </a:lnTo>
                  <a:lnTo>
                    <a:pt x="1792222" y="2054533"/>
                  </a:lnTo>
                  <a:lnTo>
                    <a:pt x="1828504" y="1998629"/>
                  </a:lnTo>
                  <a:lnTo>
                    <a:pt x="1864853" y="1938955"/>
                  </a:lnTo>
                  <a:lnTo>
                    <a:pt x="1901403" y="1875573"/>
                  </a:lnTo>
                  <a:lnTo>
                    <a:pt x="1938246" y="1808626"/>
                  </a:lnTo>
                  <a:lnTo>
                    <a:pt x="1975436" y="1738339"/>
                  </a:lnTo>
                  <a:lnTo>
                    <a:pt x="2012988" y="1665021"/>
                  </a:lnTo>
                  <a:lnTo>
                    <a:pt x="2050891" y="1589065"/>
                  </a:lnTo>
                  <a:lnTo>
                    <a:pt x="2089101" y="1510935"/>
                  </a:lnTo>
                  <a:lnTo>
                    <a:pt x="2127555" y="1431164"/>
                  </a:lnTo>
                  <a:lnTo>
                    <a:pt x="2166171" y="1350334"/>
                  </a:lnTo>
                  <a:lnTo>
                    <a:pt x="2204856" y="1269060"/>
                  </a:lnTo>
                  <a:lnTo>
                    <a:pt x="2243511" y="1187973"/>
                  </a:lnTo>
                  <a:lnTo>
                    <a:pt x="2282042" y="1107696"/>
                  </a:lnTo>
                  <a:lnTo>
                    <a:pt x="2320361" y="1028827"/>
                  </a:lnTo>
                  <a:lnTo>
                    <a:pt x="2358396" y="951921"/>
                  </a:lnTo>
                  <a:lnTo>
                    <a:pt x="2396095" y="877472"/>
                  </a:lnTo>
                  <a:lnTo>
                    <a:pt x="2433433" y="805903"/>
                  </a:lnTo>
                  <a:lnTo>
                    <a:pt x="2470413" y="737557"/>
                  </a:lnTo>
                  <a:lnTo>
                    <a:pt x="2507075" y="672694"/>
                  </a:lnTo>
                  <a:lnTo>
                    <a:pt x="2543492" y="611490"/>
                  </a:lnTo>
                  <a:lnTo>
                    <a:pt x="2579782" y="554041"/>
                  </a:lnTo>
                  <a:lnTo>
                    <a:pt x="2616106" y="500365"/>
                  </a:lnTo>
                  <a:lnTo>
                    <a:pt x="2652676" y="450415"/>
                  </a:lnTo>
                  <a:lnTo>
                    <a:pt x="2667772" y="431025"/>
                  </a:lnTo>
                  <a:lnTo>
                    <a:pt x="2714678" y="375476"/>
                  </a:lnTo>
                  <a:lnTo>
                    <a:pt x="2763200" y="325570"/>
                  </a:lnTo>
                  <a:lnTo>
                    <a:pt x="2814112" y="281009"/>
                  </a:lnTo>
                  <a:lnTo>
                    <a:pt x="2868279" y="241295"/>
                  </a:lnTo>
                  <a:lnTo>
                    <a:pt x="2926578" y="205870"/>
                  </a:lnTo>
                  <a:lnTo>
                    <a:pt x="2989826" y="174200"/>
                  </a:lnTo>
                  <a:lnTo>
                    <a:pt x="3058677" y="145815"/>
                  </a:lnTo>
                  <a:lnTo>
                    <a:pt x="3133495" y="120341"/>
                  </a:lnTo>
                  <a:lnTo>
                    <a:pt x="3214178" y="97507"/>
                  </a:lnTo>
                  <a:lnTo>
                    <a:pt x="3299955" y="77150"/>
                  </a:lnTo>
                  <a:lnTo>
                    <a:pt x="3389191" y="59205"/>
                  </a:lnTo>
                  <a:lnTo>
                    <a:pt x="3479265" y="43690"/>
                  </a:lnTo>
                  <a:lnTo>
                    <a:pt x="3566621" y="30661"/>
                  </a:lnTo>
                  <a:lnTo>
                    <a:pt x="3647099" y="20163"/>
                  </a:lnTo>
                  <a:lnTo>
                    <a:pt x="3716566" y="12167"/>
                  </a:lnTo>
                  <a:lnTo>
                    <a:pt x="3771736" y="6521"/>
                  </a:lnTo>
                  <a:lnTo>
                    <a:pt x="3810950" y="2932"/>
                  </a:lnTo>
                  <a:lnTo>
                    <a:pt x="3834670" y="981"/>
                  </a:lnTo>
                  <a:lnTo>
                    <a:pt x="3845529" y="174"/>
                  </a:lnTo>
                  <a:lnTo>
                    <a:pt x="3848084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82" y="95"/>
                  </a:lnTo>
                  <a:lnTo>
                    <a:pt x="4395358" y="773"/>
                  </a:lnTo>
                  <a:lnTo>
                    <a:pt x="4413840" y="2650"/>
                  </a:lnTo>
                  <a:lnTo>
                    <a:pt x="4446594" y="6337"/>
                  </a:lnTo>
                  <a:lnTo>
                    <a:pt x="4494827" y="12384"/>
                  </a:lnTo>
                  <a:lnTo>
                    <a:pt x="4557707" y="21211"/>
                  </a:lnTo>
                  <a:lnTo>
                    <a:pt x="4632661" y="33071"/>
                  </a:lnTo>
                  <a:lnTo>
                    <a:pt x="4716010" y="48056"/>
                  </a:lnTo>
                  <a:lnTo>
                    <a:pt x="4803734" y="66141"/>
                  </a:lnTo>
                  <a:lnTo>
                    <a:pt x="4892145" y="87256"/>
                  </a:lnTo>
                  <a:lnTo>
                    <a:pt x="4978320" y="111348"/>
                  </a:lnTo>
                  <a:lnTo>
                    <a:pt x="5060255" y="138444"/>
                  </a:lnTo>
                  <a:lnTo>
                    <a:pt x="5136825" y="168678"/>
                  </a:lnTo>
                  <a:lnTo>
                    <a:pt x="5207623" y="202307"/>
                  </a:lnTo>
                  <a:lnTo>
                    <a:pt x="5272778" y="239720"/>
                  </a:lnTo>
                  <a:lnTo>
                    <a:pt x="5332771" y="281423"/>
                  </a:lnTo>
                  <a:lnTo>
                    <a:pt x="5388299" y="328023"/>
                  </a:lnTo>
                  <a:lnTo>
                    <a:pt x="5440170" y="380188"/>
                  </a:lnTo>
                  <a:lnTo>
                    <a:pt x="5489218" y="438582"/>
                  </a:lnTo>
                  <a:lnTo>
                    <a:pt x="5536241" y="503745"/>
                  </a:lnTo>
                  <a:lnTo>
                    <a:pt x="5567201" y="551712"/>
                  </a:lnTo>
                  <a:lnTo>
                    <a:pt x="5600478" y="607647"/>
                  </a:lnTo>
                  <a:lnTo>
                    <a:pt x="5633449" y="667439"/>
                  </a:lnTo>
                  <a:lnTo>
                    <a:pt x="5666295" y="731168"/>
                  </a:lnTo>
                  <a:lnTo>
                    <a:pt x="5699158" y="798856"/>
                  </a:lnTo>
                  <a:lnTo>
                    <a:pt x="5732149" y="870468"/>
                  </a:lnTo>
                  <a:lnTo>
                    <a:pt x="5765349" y="945901"/>
                  </a:lnTo>
                  <a:lnTo>
                    <a:pt x="5798812" y="1024983"/>
                  </a:lnTo>
                  <a:lnTo>
                    <a:pt x="5832567" y="1107470"/>
                  </a:lnTo>
                  <a:lnTo>
                    <a:pt x="5866620" y="1193044"/>
                  </a:lnTo>
                  <a:lnTo>
                    <a:pt x="5900955" y="1281321"/>
                  </a:lnTo>
                  <a:lnTo>
                    <a:pt x="5935541" y="1371850"/>
                  </a:lnTo>
                  <a:lnTo>
                    <a:pt x="5970329" y="1464126"/>
                  </a:lnTo>
                  <a:lnTo>
                    <a:pt x="6005261" y="1557601"/>
                  </a:lnTo>
                  <a:lnTo>
                    <a:pt x="6040266" y="1651695"/>
                  </a:lnTo>
                  <a:lnTo>
                    <a:pt x="6075275" y="1745810"/>
                  </a:lnTo>
                  <a:lnTo>
                    <a:pt x="6110214" y="1839351"/>
                  </a:lnTo>
                  <a:lnTo>
                    <a:pt x="6145015" y="1931734"/>
                  </a:lnTo>
                  <a:lnTo>
                    <a:pt x="6179617" y="2022408"/>
                  </a:lnTo>
                  <a:lnTo>
                    <a:pt x="6213972" y="2110865"/>
                  </a:lnTo>
                  <a:lnTo>
                    <a:pt x="6248046" y="2196651"/>
                  </a:lnTo>
                  <a:lnTo>
                    <a:pt x="6281823" y="2279375"/>
                  </a:lnTo>
                  <a:lnTo>
                    <a:pt x="6315307" y="2358715"/>
                  </a:lnTo>
                  <a:lnTo>
                    <a:pt x="6348525" y="2434422"/>
                  </a:lnTo>
                  <a:lnTo>
                    <a:pt x="6381529" y="2506317"/>
                  </a:lnTo>
                  <a:lnTo>
                    <a:pt x="6414398" y="2574295"/>
                  </a:lnTo>
                  <a:lnTo>
                    <a:pt x="6447240" y="2638312"/>
                  </a:lnTo>
                  <a:lnTo>
                    <a:pt x="6480197" y="2698390"/>
                  </a:lnTo>
                  <a:lnTo>
                    <a:pt x="6513444" y="2754603"/>
                  </a:lnTo>
                  <a:lnTo>
                    <a:pt x="6515891" y="2758563"/>
                  </a:lnTo>
                  <a:lnTo>
                    <a:pt x="6561943" y="2828455"/>
                  </a:lnTo>
                  <a:lnTo>
                    <a:pt x="6609541" y="2891375"/>
                  </a:lnTo>
                  <a:lnTo>
                    <a:pt x="6659416" y="2947678"/>
                  </a:lnTo>
                  <a:lnTo>
                    <a:pt x="6712382" y="2997961"/>
                  </a:lnTo>
                  <a:lnTo>
                    <a:pt x="6769276" y="3042899"/>
                  </a:lnTo>
                  <a:lnTo>
                    <a:pt x="6830876" y="3083147"/>
                  </a:lnTo>
                  <a:lnTo>
                    <a:pt x="6897824" y="3119282"/>
                  </a:lnTo>
                  <a:lnTo>
                    <a:pt x="6970505" y="3151772"/>
                  </a:lnTo>
                  <a:lnTo>
                    <a:pt x="7048892" y="3180965"/>
                  </a:lnTo>
                  <a:lnTo>
                    <a:pt x="7132368" y="3207077"/>
                  </a:lnTo>
                  <a:lnTo>
                    <a:pt x="7219533" y="3230204"/>
                  </a:lnTo>
                  <a:lnTo>
                    <a:pt x="7308085" y="3250343"/>
                  </a:lnTo>
                  <a:lnTo>
                    <a:pt x="7394820" y="3267428"/>
                  </a:lnTo>
                  <a:lnTo>
                    <a:pt x="7475882" y="3281397"/>
                  </a:lnTo>
                  <a:lnTo>
                    <a:pt x="7547281" y="3292255"/>
                  </a:lnTo>
                  <a:lnTo>
                    <a:pt x="7605613" y="3300143"/>
                  </a:lnTo>
                  <a:lnTo>
                    <a:pt x="7648815" y="3305370"/>
                  </a:lnTo>
                  <a:lnTo>
                    <a:pt x="7676703" y="3308405"/>
                  </a:lnTo>
                  <a:lnTo>
                    <a:pt x="7691144" y="3309824"/>
                  </a:lnTo>
                  <a:lnTo>
                    <a:pt x="7695884" y="3310247"/>
                  </a:lnTo>
                  <a:lnTo>
                    <a:pt x="7696237" y="3310276"/>
                  </a:lnTo>
                  <a:lnTo>
                    <a:pt x="8234974" y="3310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7" name="pl1357"/>
            <p:cNvSpPr/>
            <p:nvPr/>
          </p:nvSpPr>
          <p:spPr>
            <a:xfrm>
              <a:off x="546595" y="2040811"/>
              <a:ext cx="8234974" cy="3310276"/>
            </a:xfrm>
            <a:custGeom>
              <a:avLst/>
              <a:pathLst>
                <a:path w="8234974" h="3310276">
                  <a:moveTo>
                    <a:pt x="8234974" y="3310276"/>
                  </a:move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0" y="78"/>
                  </a:lnTo>
                  <a:lnTo>
                    <a:pt x="3839160" y="638"/>
                  </a:lnTo>
                  <a:lnTo>
                    <a:pt x="3819728" y="2187"/>
                  </a:lnTo>
                  <a:lnTo>
                    <a:pt x="3785380" y="5229"/>
                  </a:lnTo>
                  <a:lnTo>
                    <a:pt x="3734982" y="10211"/>
                  </a:lnTo>
                  <a:lnTo>
                    <a:pt x="3669579" y="17469"/>
                  </a:lnTo>
                  <a:lnTo>
                    <a:pt x="3592036" y="27198"/>
                  </a:lnTo>
                  <a:lnTo>
                    <a:pt x="3506320" y="39459"/>
                  </a:lnTo>
                  <a:lnTo>
                    <a:pt x="3416660" y="54224"/>
                  </a:lnTo>
                  <a:lnTo>
                    <a:pt x="3326845" y="71434"/>
                  </a:lnTo>
                  <a:lnTo>
                    <a:pt x="3239797" y="91055"/>
                  </a:lnTo>
                  <a:lnTo>
                    <a:pt x="3157447" y="113123"/>
                  </a:lnTo>
                  <a:lnTo>
                    <a:pt x="3080807" y="137770"/>
                  </a:lnTo>
                  <a:lnTo>
                    <a:pt x="3010161" y="165234"/>
                  </a:lnTo>
                  <a:lnTo>
                    <a:pt x="2945266" y="195859"/>
                  </a:lnTo>
                  <a:lnTo>
                    <a:pt x="2885542" y="230087"/>
                  </a:lnTo>
                  <a:lnTo>
                    <a:pt x="2830210" y="268436"/>
                  </a:lnTo>
                  <a:lnTo>
                    <a:pt x="2778401" y="311465"/>
                  </a:lnTo>
                  <a:lnTo>
                    <a:pt x="2729239" y="359700"/>
                  </a:lnTo>
                  <a:lnTo>
                    <a:pt x="2681915" y="413520"/>
                  </a:lnTo>
                  <a:lnTo>
                    <a:pt x="2667772" y="431025"/>
                  </a:lnTo>
                  <a:lnTo>
                    <a:pt x="2631028" y="479479"/>
                  </a:lnTo>
                  <a:lnTo>
                    <a:pt x="2594632" y="531620"/>
                  </a:lnTo>
                  <a:lnTo>
                    <a:pt x="2558351" y="587523"/>
                  </a:lnTo>
                  <a:lnTo>
                    <a:pt x="2522002" y="647198"/>
                  </a:lnTo>
                  <a:lnTo>
                    <a:pt x="2485451" y="710580"/>
                  </a:lnTo>
                  <a:lnTo>
                    <a:pt x="2448608" y="777527"/>
                  </a:lnTo>
                  <a:lnTo>
                    <a:pt x="2411419" y="847814"/>
                  </a:lnTo>
                  <a:lnTo>
                    <a:pt x="2373866" y="921131"/>
                  </a:lnTo>
                  <a:lnTo>
                    <a:pt x="2335964" y="997088"/>
                  </a:lnTo>
                  <a:lnTo>
                    <a:pt x="2297753" y="1075217"/>
                  </a:lnTo>
                  <a:lnTo>
                    <a:pt x="2259299" y="1154988"/>
                  </a:lnTo>
                  <a:lnTo>
                    <a:pt x="2220684" y="1235819"/>
                  </a:lnTo>
                  <a:lnTo>
                    <a:pt x="2181999" y="1317092"/>
                  </a:lnTo>
                  <a:lnTo>
                    <a:pt x="2143343" y="1398180"/>
                  </a:lnTo>
                  <a:lnTo>
                    <a:pt x="2104813" y="1478457"/>
                  </a:lnTo>
                  <a:lnTo>
                    <a:pt x="2066494" y="1557326"/>
                  </a:lnTo>
                  <a:lnTo>
                    <a:pt x="2028459" y="1634232"/>
                  </a:lnTo>
                  <a:lnTo>
                    <a:pt x="1990760" y="1708681"/>
                  </a:lnTo>
                  <a:lnTo>
                    <a:pt x="1953422" y="1780250"/>
                  </a:lnTo>
                  <a:lnTo>
                    <a:pt x="1916441" y="1848596"/>
                  </a:lnTo>
                  <a:lnTo>
                    <a:pt x="1879780" y="1913459"/>
                  </a:lnTo>
                  <a:lnTo>
                    <a:pt x="1843362" y="1974663"/>
                  </a:lnTo>
                  <a:lnTo>
                    <a:pt x="1807072" y="2032112"/>
                  </a:lnTo>
                  <a:lnTo>
                    <a:pt x="1770748" y="2085787"/>
                  </a:lnTo>
                  <a:lnTo>
                    <a:pt x="1734179" y="2135737"/>
                  </a:lnTo>
                  <a:lnTo>
                    <a:pt x="1719082" y="2155128"/>
                  </a:lnTo>
                  <a:lnTo>
                    <a:pt x="1672176" y="2210677"/>
                  </a:lnTo>
                  <a:lnTo>
                    <a:pt x="1623654" y="2260583"/>
                  </a:lnTo>
                  <a:lnTo>
                    <a:pt x="1572742" y="2305144"/>
                  </a:lnTo>
                  <a:lnTo>
                    <a:pt x="1518576" y="2344858"/>
                  </a:lnTo>
                  <a:lnTo>
                    <a:pt x="1460277" y="2380282"/>
                  </a:lnTo>
                  <a:lnTo>
                    <a:pt x="1397029" y="2411953"/>
                  </a:lnTo>
                  <a:lnTo>
                    <a:pt x="1328177" y="2440338"/>
                  </a:lnTo>
                  <a:lnTo>
                    <a:pt x="1253359" y="2465811"/>
                  </a:lnTo>
                  <a:lnTo>
                    <a:pt x="1172677" y="2488645"/>
                  </a:lnTo>
                  <a:lnTo>
                    <a:pt x="1086900" y="2509003"/>
                  </a:lnTo>
                  <a:lnTo>
                    <a:pt x="997663" y="2526948"/>
                  </a:lnTo>
                  <a:lnTo>
                    <a:pt x="907589" y="2542463"/>
                  </a:lnTo>
                  <a:lnTo>
                    <a:pt x="820234" y="2555492"/>
                  </a:lnTo>
                  <a:lnTo>
                    <a:pt x="739755" y="2565990"/>
                  </a:lnTo>
                  <a:lnTo>
                    <a:pt x="670288" y="2573986"/>
                  </a:lnTo>
                  <a:lnTo>
                    <a:pt x="615119" y="2579631"/>
                  </a:lnTo>
                  <a:lnTo>
                    <a:pt x="575904" y="2583220"/>
                  </a:lnTo>
                  <a:lnTo>
                    <a:pt x="552185" y="2585172"/>
                  </a:lnTo>
                  <a:lnTo>
                    <a:pt x="541326" y="2585978"/>
                  </a:lnTo>
                  <a:lnTo>
                    <a:pt x="538771" y="2586151"/>
                  </a:lnTo>
                  <a:lnTo>
                    <a:pt x="538736" y="2586153"/>
                  </a:lnTo>
                  <a:lnTo>
                    <a:pt x="0" y="25861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8" name="pg1358"/>
            <p:cNvSpPr/>
            <p:nvPr/>
          </p:nvSpPr>
          <p:spPr>
            <a:xfrm>
              <a:off x="546595" y="2089812"/>
              <a:ext cx="8234974" cy="3843841"/>
            </a:xfrm>
            <a:custGeom>
              <a:avLst/>
              <a:pathLst>
                <a:path w="8234974" h="3843841">
                  <a:moveTo>
                    <a:pt x="0" y="2553486"/>
                  </a:moveTo>
                  <a:lnTo>
                    <a:pt x="538736" y="2553486"/>
                  </a:lnTo>
                  <a:lnTo>
                    <a:pt x="539928" y="2553409"/>
                  </a:lnTo>
                  <a:lnTo>
                    <a:pt x="547720" y="2552856"/>
                  </a:lnTo>
                  <a:lnTo>
                    <a:pt x="567205" y="2551329"/>
                  </a:lnTo>
                  <a:lnTo>
                    <a:pt x="601642" y="2548330"/>
                  </a:lnTo>
                  <a:lnTo>
                    <a:pt x="652160" y="2543417"/>
                  </a:lnTo>
                  <a:lnTo>
                    <a:pt x="717701" y="2536262"/>
                  </a:lnTo>
                  <a:lnTo>
                    <a:pt x="795386" y="2526672"/>
                  </a:lnTo>
                  <a:lnTo>
                    <a:pt x="881231" y="2514586"/>
                  </a:lnTo>
                  <a:lnTo>
                    <a:pt x="970995" y="2500035"/>
                  </a:lnTo>
                  <a:lnTo>
                    <a:pt x="1060885" y="2483076"/>
                  </a:lnTo>
                  <a:lnTo>
                    <a:pt x="1147977" y="2463742"/>
                  </a:lnTo>
                  <a:lnTo>
                    <a:pt x="1230348" y="2441996"/>
                  </a:lnTo>
                  <a:lnTo>
                    <a:pt x="1306990" y="2417708"/>
                  </a:lnTo>
                  <a:lnTo>
                    <a:pt x="1377627" y="2390642"/>
                  </a:lnTo>
                  <a:lnTo>
                    <a:pt x="1442506" y="2360455"/>
                  </a:lnTo>
                  <a:lnTo>
                    <a:pt x="1502216" y="2326713"/>
                  </a:lnTo>
                  <a:lnTo>
                    <a:pt x="1557539" y="2288902"/>
                  </a:lnTo>
                  <a:lnTo>
                    <a:pt x="1609345" y="2246472"/>
                  </a:lnTo>
                  <a:lnTo>
                    <a:pt x="1658515" y="2198905"/>
                  </a:lnTo>
                  <a:lnTo>
                    <a:pt x="1705858" y="2145831"/>
                  </a:lnTo>
                  <a:lnTo>
                    <a:pt x="1719082" y="2129720"/>
                  </a:lnTo>
                  <a:lnTo>
                    <a:pt x="1756064" y="2081760"/>
                  </a:lnTo>
                  <a:lnTo>
                    <a:pt x="1792695" y="2030127"/>
                  </a:lnTo>
                  <a:lnTo>
                    <a:pt x="1829213" y="1974746"/>
                  </a:lnTo>
                  <a:lnTo>
                    <a:pt x="1865802" y="1915610"/>
                  </a:lnTo>
                  <a:lnTo>
                    <a:pt x="1902598" y="1852784"/>
                  </a:lnTo>
                  <a:lnTo>
                    <a:pt x="1939693" y="1786413"/>
                  </a:lnTo>
                  <a:lnTo>
                    <a:pt x="1977140" y="1716726"/>
                  </a:lnTo>
                  <a:lnTo>
                    <a:pt x="2014955" y="1644037"/>
                  </a:lnTo>
                  <a:lnTo>
                    <a:pt x="2053123" y="1568741"/>
                  </a:lnTo>
                  <a:lnTo>
                    <a:pt x="2091600" y="1491311"/>
                  </a:lnTo>
                  <a:lnTo>
                    <a:pt x="2130318" y="1412283"/>
                  </a:lnTo>
                  <a:lnTo>
                    <a:pt x="2169194" y="1332242"/>
                  </a:lnTo>
                  <a:lnTo>
                    <a:pt x="2208132" y="1251809"/>
                  </a:lnTo>
                  <a:lnTo>
                    <a:pt x="2247032" y="1171614"/>
                  </a:lnTo>
                  <a:lnTo>
                    <a:pt x="2285797" y="1092282"/>
                  </a:lnTo>
                  <a:lnTo>
                    <a:pt x="2324340" y="1014409"/>
                  </a:lnTo>
                  <a:lnTo>
                    <a:pt x="2362588" y="938545"/>
                  </a:lnTo>
                  <a:lnTo>
                    <a:pt x="2400492" y="865178"/>
                  </a:lnTo>
                  <a:lnTo>
                    <a:pt x="2438029" y="794724"/>
                  </a:lnTo>
                  <a:lnTo>
                    <a:pt x="2475206" y="727517"/>
                  </a:lnTo>
                  <a:lnTo>
                    <a:pt x="2512069" y="663806"/>
                  </a:lnTo>
                  <a:lnTo>
                    <a:pt x="2548698" y="603758"/>
                  </a:lnTo>
                  <a:lnTo>
                    <a:pt x="2585218" y="547456"/>
                  </a:lnTo>
                  <a:lnTo>
                    <a:pt x="2621801" y="494910"/>
                  </a:lnTo>
                  <a:lnTo>
                    <a:pt x="2658672" y="446061"/>
                  </a:lnTo>
                  <a:lnTo>
                    <a:pt x="2667772" y="434655"/>
                  </a:lnTo>
                  <a:lnTo>
                    <a:pt x="2714725" y="379990"/>
                  </a:lnTo>
                  <a:lnTo>
                    <a:pt x="2763298" y="330884"/>
                  </a:lnTo>
                  <a:lnTo>
                    <a:pt x="2814267" y="287043"/>
                  </a:lnTo>
                  <a:lnTo>
                    <a:pt x="2868500" y="247975"/>
                  </a:lnTo>
                  <a:lnTo>
                    <a:pt x="2926877" y="213130"/>
                  </a:lnTo>
                  <a:lnTo>
                    <a:pt x="2990216" y="181981"/>
                  </a:lnTo>
                  <a:lnTo>
                    <a:pt x="3059173" y="154066"/>
                  </a:lnTo>
                  <a:lnTo>
                    <a:pt x="3134109" y="129017"/>
                  </a:lnTo>
                  <a:lnTo>
                    <a:pt x="3214917" y="106566"/>
                  </a:lnTo>
                  <a:lnTo>
                    <a:pt x="3300820" y="86554"/>
                  </a:lnTo>
                  <a:lnTo>
                    <a:pt x="3390168" y="68919"/>
                  </a:lnTo>
                  <a:lnTo>
                    <a:pt x="3480321" y="53677"/>
                  </a:lnTo>
                  <a:lnTo>
                    <a:pt x="3567704" y="40885"/>
                  </a:lnTo>
                  <a:lnTo>
                    <a:pt x="3648141" y="30587"/>
                  </a:lnTo>
                  <a:lnTo>
                    <a:pt x="3717492" y="22752"/>
                  </a:lnTo>
                  <a:lnTo>
                    <a:pt x="3772479" y="17230"/>
                  </a:lnTo>
                  <a:lnTo>
                    <a:pt x="3811471" y="13728"/>
                  </a:lnTo>
                  <a:lnTo>
                    <a:pt x="3834964" y="11831"/>
                  </a:lnTo>
                  <a:lnTo>
                    <a:pt x="3845636" y="11053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96" y="10980"/>
                  </a:lnTo>
                  <a:lnTo>
                    <a:pt x="4393978" y="11632"/>
                  </a:lnTo>
                  <a:lnTo>
                    <a:pt x="4409559" y="13435"/>
                  </a:lnTo>
                  <a:lnTo>
                    <a:pt x="4437401" y="16984"/>
                  </a:lnTo>
                  <a:lnTo>
                    <a:pt x="4478863" y="22826"/>
                  </a:lnTo>
                  <a:lnTo>
                    <a:pt x="4533695" y="31406"/>
                  </a:lnTo>
                  <a:lnTo>
                    <a:pt x="4600177" y="43022"/>
                  </a:lnTo>
                  <a:lnTo>
                    <a:pt x="4675522" y="57817"/>
                  </a:lnTo>
                  <a:lnTo>
                    <a:pt x="4756425" y="75812"/>
                  </a:lnTo>
                  <a:lnTo>
                    <a:pt x="4839613" y="96949"/>
                  </a:lnTo>
                  <a:lnTo>
                    <a:pt x="4922261" y="121161"/>
                  </a:lnTo>
                  <a:lnTo>
                    <a:pt x="5002217" y="148420"/>
                  </a:lnTo>
                  <a:lnTo>
                    <a:pt x="5078059" y="178781"/>
                  </a:lnTo>
                  <a:lnTo>
                    <a:pt x="5149017" y="212401"/>
                  </a:lnTo>
                  <a:lnTo>
                    <a:pt x="5214858" y="249556"/>
                  </a:lnTo>
                  <a:lnTo>
                    <a:pt x="5275737" y="290635"/>
                  </a:lnTo>
                  <a:lnTo>
                    <a:pt x="5332075" y="336133"/>
                  </a:lnTo>
                  <a:lnTo>
                    <a:pt x="5384455" y="386637"/>
                  </a:lnTo>
                  <a:lnTo>
                    <a:pt x="5433546" y="442791"/>
                  </a:lnTo>
                  <a:lnTo>
                    <a:pt x="5480046" y="505240"/>
                  </a:lnTo>
                  <a:lnTo>
                    <a:pt x="5524625" y="574536"/>
                  </a:lnTo>
                  <a:lnTo>
                    <a:pt x="5567201" y="649714"/>
                  </a:lnTo>
                  <a:lnTo>
                    <a:pt x="5598451" y="710388"/>
                  </a:lnTo>
                  <a:lnTo>
                    <a:pt x="5629421" y="774991"/>
                  </a:lnTo>
                  <a:lnTo>
                    <a:pt x="5660263" y="843605"/>
                  </a:lnTo>
                  <a:lnTo>
                    <a:pt x="5691100" y="916260"/>
                  </a:lnTo>
                  <a:lnTo>
                    <a:pt x="5722029" y="992934"/>
                  </a:lnTo>
                  <a:lnTo>
                    <a:pt x="5753123" y="1073549"/>
                  </a:lnTo>
                  <a:lnTo>
                    <a:pt x="5784434" y="1157960"/>
                  </a:lnTo>
                  <a:lnTo>
                    <a:pt x="5815994" y="1245962"/>
                  </a:lnTo>
                  <a:lnTo>
                    <a:pt x="5847816" y="1337284"/>
                  </a:lnTo>
                  <a:lnTo>
                    <a:pt x="5879897" y="1431588"/>
                  </a:lnTo>
                  <a:lnTo>
                    <a:pt x="5912219" y="1528480"/>
                  </a:lnTo>
                  <a:lnTo>
                    <a:pt x="5944749" y="1627508"/>
                  </a:lnTo>
                  <a:lnTo>
                    <a:pt x="5977444" y="1728175"/>
                  </a:lnTo>
                  <a:lnTo>
                    <a:pt x="6010253" y="1829948"/>
                  </a:lnTo>
                  <a:lnTo>
                    <a:pt x="6043119" y="1932265"/>
                  </a:lnTo>
                  <a:lnTo>
                    <a:pt x="6075983" y="2034554"/>
                  </a:lnTo>
                  <a:lnTo>
                    <a:pt x="6108784" y="2136245"/>
                  </a:lnTo>
                  <a:lnTo>
                    <a:pt x="6141465" y="2236778"/>
                  </a:lnTo>
                  <a:lnTo>
                    <a:pt x="6173977" y="2335623"/>
                  </a:lnTo>
                  <a:lnTo>
                    <a:pt x="6206276" y="2432286"/>
                  </a:lnTo>
                  <a:lnTo>
                    <a:pt x="6238333" y="2526321"/>
                  </a:lnTo>
                  <a:lnTo>
                    <a:pt x="6270131" y="2617338"/>
                  </a:lnTo>
                  <a:lnTo>
                    <a:pt x="6301666" y="2705007"/>
                  </a:lnTo>
                  <a:lnTo>
                    <a:pt x="6332954" y="2789063"/>
                  </a:lnTo>
                  <a:lnTo>
                    <a:pt x="6364030" y="2869305"/>
                  </a:lnTo>
                  <a:lnTo>
                    <a:pt x="6394946" y="2945598"/>
                  </a:lnTo>
                  <a:lnTo>
                    <a:pt x="6425779" y="3017866"/>
                  </a:lnTo>
                  <a:lnTo>
                    <a:pt x="6456628" y="3086094"/>
                  </a:lnTo>
                  <a:lnTo>
                    <a:pt x="6487618" y="3150317"/>
                  </a:lnTo>
                  <a:lnTo>
                    <a:pt x="6515891" y="3205015"/>
                  </a:lnTo>
                  <a:lnTo>
                    <a:pt x="6559165" y="3281352"/>
                  </a:lnTo>
                  <a:lnTo>
                    <a:pt x="6603770" y="3350536"/>
                  </a:lnTo>
                  <a:lnTo>
                    <a:pt x="6650305" y="3412880"/>
                  </a:lnTo>
                  <a:lnTo>
                    <a:pt x="6699444" y="3468939"/>
                  </a:lnTo>
                  <a:lnTo>
                    <a:pt x="6751882" y="3519358"/>
                  </a:lnTo>
                  <a:lnTo>
                    <a:pt x="6808287" y="3564782"/>
                  </a:lnTo>
                  <a:lnTo>
                    <a:pt x="6869243" y="3605794"/>
                  </a:lnTo>
                  <a:lnTo>
                    <a:pt x="6935165" y="3642890"/>
                  </a:lnTo>
                  <a:lnTo>
                    <a:pt x="7006204" y="3676457"/>
                  </a:lnTo>
                  <a:lnTo>
                    <a:pt x="7082118" y="3706767"/>
                  </a:lnTo>
                  <a:lnTo>
                    <a:pt x="7162131" y="3733977"/>
                  </a:lnTo>
                  <a:lnTo>
                    <a:pt x="7244806" y="3758141"/>
                  </a:lnTo>
                  <a:lnTo>
                    <a:pt x="7327982" y="3779229"/>
                  </a:lnTo>
                  <a:lnTo>
                    <a:pt x="7408822" y="3797172"/>
                  </a:lnTo>
                  <a:lnTo>
                    <a:pt x="7484051" y="3811917"/>
                  </a:lnTo>
                  <a:lnTo>
                    <a:pt x="7550368" y="3823483"/>
                  </a:lnTo>
                  <a:lnTo>
                    <a:pt x="7604996" y="3832017"/>
                  </a:lnTo>
                  <a:lnTo>
                    <a:pt x="7646240" y="3837819"/>
                  </a:lnTo>
                  <a:lnTo>
                    <a:pt x="7673872" y="3841335"/>
                  </a:lnTo>
                  <a:lnTo>
                    <a:pt x="7689277" y="3843115"/>
                  </a:lnTo>
                  <a:lnTo>
                    <a:pt x="7695340" y="3843753"/>
                  </a:lnTo>
                  <a:lnTo>
                    <a:pt x="7696237" y="3843841"/>
                  </a:lnTo>
                  <a:lnTo>
                    <a:pt x="8234974" y="3843841"/>
                  </a:lnTo>
                  <a:lnTo>
                    <a:pt x="8234974" y="3832952"/>
                  </a:lnTo>
                  <a:lnTo>
                    <a:pt x="7696237" y="3832952"/>
                  </a:lnTo>
                  <a:lnTo>
                    <a:pt x="7695297" y="3832860"/>
                  </a:lnTo>
                  <a:lnTo>
                    <a:pt x="7689115" y="3832208"/>
                  </a:lnTo>
                  <a:lnTo>
                    <a:pt x="7673534" y="3830405"/>
                  </a:lnTo>
                  <a:lnTo>
                    <a:pt x="7645691" y="3826856"/>
                  </a:lnTo>
                  <a:lnTo>
                    <a:pt x="7604229" y="3821014"/>
                  </a:lnTo>
                  <a:lnTo>
                    <a:pt x="7549397" y="3812434"/>
                  </a:lnTo>
                  <a:lnTo>
                    <a:pt x="7482915" y="3800819"/>
                  </a:lnTo>
                  <a:lnTo>
                    <a:pt x="7407570" y="3786023"/>
                  </a:lnTo>
                  <a:lnTo>
                    <a:pt x="7326667" y="3768028"/>
                  </a:lnTo>
                  <a:lnTo>
                    <a:pt x="7243480" y="3746891"/>
                  </a:lnTo>
                  <a:lnTo>
                    <a:pt x="7160832" y="3722679"/>
                  </a:lnTo>
                  <a:lnTo>
                    <a:pt x="7080875" y="3695420"/>
                  </a:lnTo>
                  <a:lnTo>
                    <a:pt x="7005034" y="3665059"/>
                  </a:lnTo>
                  <a:lnTo>
                    <a:pt x="6934075" y="3631439"/>
                  </a:lnTo>
                  <a:lnTo>
                    <a:pt x="6868234" y="3594284"/>
                  </a:lnTo>
                  <a:lnTo>
                    <a:pt x="6807355" y="3553206"/>
                  </a:lnTo>
                  <a:lnTo>
                    <a:pt x="6751018" y="3507707"/>
                  </a:lnTo>
                  <a:lnTo>
                    <a:pt x="6698638" y="3457203"/>
                  </a:lnTo>
                  <a:lnTo>
                    <a:pt x="6649546" y="3401049"/>
                  </a:lnTo>
                  <a:lnTo>
                    <a:pt x="6603047" y="3338600"/>
                  </a:lnTo>
                  <a:lnTo>
                    <a:pt x="6558467" y="3269304"/>
                  </a:lnTo>
                  <a:lnTo>
                    <a:pt x="6515891" y="3194126"/>
                  </a:lnTo>
                  <a:lnTo>
                    <a:pt x="6484642" y="3133453"/>
                  </a:lnTo>
                  <a:lnTo>
                    <a:pt x="6453672" y="3068849"/>
                  </a:lnTo>
                  <a:lnTo>
                    <a:pt x="6422829" y="3000236"/>
                  </a:lnTo>
                  <a:lnTo>
                    <a:pt x="6391992" y="2927580"/>
                  </a:lnTo>
                  <a:lnTo>
                    <a:pt x="6361064" y="2850906"/>
                  </a:lnTo>
                  <a:lnTo>
                    <a:pt x="6329970" y="2770291"/>
                  </a:lnTo>
                  <a:lnTo>
                    <a:pt x="6298659" y="2685880"/>
                  </a:lnTo>
                  <a:lnTo>
                    <a:pt x="6267099" y="2597878"/>
                  </a:lnTo>
                  <a:lnTo>
                    <a:pt x="6235276" y="2506557"/>
                  </a:lnTo>
                  <a:lnTo>
                    <a:pt x="6203195" y="2412252"/>
                  </a:lnTo>
                  <a:lnTo>
                    <a:pt x="6170874" y="2315361"/>
                  </a:lnTo>
                  <a:lnTo>
                    <a:pt x="6138344" y="2216332"/>
                  </a:lnTo>
                  <a:lnTo>
                    <a:pt x="6105649" y="2115665"/>
                  </a:lnTo>
                  <a:lnTo>
                    <a:pt x="6072839" y="2013893"/>
                  </a:lnTo>
                  <a:lnTo>
                    <a:pt x="6039973" y="1911575"/>
                  </a:lnTo>
                  <a:lnTo>
                    <a:pt x="6007110" y="1809286"/>
                  </a:lnTo>
                  <a:lnTo>
                    <a:pt x="5974309" y="1707595"/>
                  </a:lnTo>
                  <a:lnTo>
                    <a:pt x="5941627" y="1607062"/>
                  </a:lnTo>
                  <a:lnTo>
                    <a:pt x="5909116" y="1508217"/>
                  </a:lnTo>
                  <a:lnTo>
                    <a:pt x="5876816" y="1411555"/>
                  </a:lnTo>
                  <a:lnTo>
                    <a:pt x="5844759" y="1317520"/>
                  </a:lnTo>
                  <a:lnTo>
                    <a:pt x="5812962" y="1226503"/>
                  </a:lnTo>
                  <a:lnTo>
                    <a:pt x="5781427" y="1138833"/>
                  </a:lnTo>
                  <a:lnTo>
                    <a:pt x="5750138" y="1054777"/>
                  </a:lnTo>
                  <a:lnTo>
                    <a:pt x="5719063" y="974535"/>
                  </a:lnTo>
                  <a:lnTo>
                    <a:pt x="5688146" y="898242"/>
                  </a:lnTo>
                  <a:lnTo>
                    <a:pt x="5657313" y="825974"/>
                  </a:lnTo>
                  <a:lnTo>
                    <a:pt x="5626465" y="757746"/>
                  </a:lnTo>
                  <a:lnTo>
                    <a:pt x="5595475" y="693523"/>
                  </a:lnTo>
                  <a:lnTo>
                    <a:pt x="5567201" y="638825"/>
                  </a:lnTo>
                  <a:lnTo>
                    <a:pt x="5523928" y="562489"/>
                  </a:lnTo>
                  <a:lnTo>
                    <a:pt x="5479322" y="493304"/>
                  </a:lnTo>
                  <a:lnTo>
                    <a:pt x="5432787" y="430960"/>
                  </a:lnTo>
                  <a:lnTo>
                    <a:pt x="5383648" y="374901"/>
                  </a:lnTo>
                  <a:lnTo>
                    <a:pt x="5331211" y="324482"/>
                  </a:lnTo>
                  <a:lnTo>
                    <a:pt x="5274805" y="279058"/>
                  </a:lnTo>
                  <a:lnTo>
                    <a:pt x="5213850" y="238046"/>
                  </a:lnTo>
                  <a:lnTo>
                    <a:pt x="5147928" y="200950"/>
                  </a:lnTo>
                  <a:lnTo>
                    <a:pt x="5076888" y="167383"/>
                  </a:lnTo>
                  <a:lnTo>
                    <a:pt x="5000974" y="137073"/>
                  </a:lnTo>
                  <a:lnTo>
                    <a:pt x="4920961" y="109863"/>
                  </a:lnTo>
                  <a:lnTo>
                    <a:pt x="4838286" y="85700"/>
                  </a:lnTo>
                  <a:lnTo>
                    <a:pt x="4755111" y="64612"/>
                  </a:lnTo>
                  <a:lnTo>
                    <a:pt x="4674270" y="46668"/>
                  </a:lnTo>
                  <a:lnTo>
                    <a:pt x="4599041" y="31923"/>
                  </a:lnTo>
                  <a:lnTo>
                    <a:pt x="4532725" y="20357"/>
                  </a:lnTo>
                  <a:lnTo>
                    <a:pt x="4478096" y="11824"/>
                  </a:lnTo>
                  <a:lnTo>
                    <a:pt x="4436853" y="6022"/>
                  </a:lnTo>
                  <a:lnTo>
                    <a:pt x="4409220" y="2505"/>
                  </a:lnTo>
                  <a:lnTo>
                    <a:pt x="4393815" y="725"/>
                  </a:lnTo>
                  <a:lnTo>
                    <a:pt x="4387752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7" y="77"/>
                  </a:lnTo>
                  <a:lnTo>
                    <a:pt x="3839135" y="629"/>
                  </a:lnTo>
                  <a:lnTo>
                    <a:pt x="3819650" y="2156"/>
                  </a:lnTo>
                  <a:lnTo>
                    <a:pt x="3785213" y="5156"/>
                  </a:lnTo>
                  <a:lnTo>
                    <a:pt x="3734695" y="10068"/>
                  </a:lnTo>
                  <a:lnTo>
                    <a:pt x="3669153" y="17224"/>
                  </a:lnTo>
                  <a:lnTo>
                    <a:pt x="3591468" y="26814"/>
                  </a:lnTo>
                  <a:lnTo>
                    <a:pt x="3505623" y="38899"/>
                  </a:lnTo>
                  <a:lnTo>
                    <a:pt x="3415859" y="53451"/>
                  </a:lnTo>
                  <a:lnTo>
                    <a:pt x="3325970" y="70409"/>
                  </a:lnTo>
                  <a:lnTo>
                    <a:pt x="3238877" y="89743"/>
                  </a:lnTo>
                  <a:lnTo>
                    <a:pt x="3156507" y="111489"/>
                  </a:lnTo>
                  <a:lnTo>
                    <a:pt x="3079865" y="135777"/>
                  </a:lnTo>
                  <a:lnTo>
                    <a:pt x="3009228" y="162844"/>
                  </a:lnTo>
                  <a:lnTo>
                    <a:pt x="2944348" y="193030"/>
                  </a:lnTo>
                  <a:lnTo>
                    <a:pt x="2884638" y="226773"/>
                  </a:lnTo>
                  <a:lnTo>
                    <a:pt x="2829316" y="264584"/>
                  </a:lnTo>
                  <a:lnTo>
                    <a:pt x="2777509" y="307014"/>
                  </a:lnTo>
                  <a:lnTo>
                    <a:pt x="2728339" y="354581"/>
                  </a:lnTo>
                  <a:lnTo>
                    <a:pt x="2680996" y="407654"/>
                  </a:lnTo>
                  <a:lnTo>
                    <a:pt x="2667772" y="423766"/>
                  </a:lnTo>
                  <a:lnTo>
                    <a:pt x="2630790" y="471725"/>
                  </a:lnTo>
                  <a:lnTo>
                    <a:pt x="2594160" y="523359"/>
                  </a:lnTo>
                  <a:lnTo>
                    <a:pt x="2557641" y="578739"/>
                  </a:lnTo>
                  <a:lnTo>
                    <a:pt x="2521052" y="637876"/>
                  </a:lnTo>
                  <a:lnTo>
                    <a:pt x="2484256" y="700702"/>
                  </a:lnTo>
                  <a:lnTo>
                    <a:pt x="2447161" y="767073"/>
                  </a:lnTo>
                  <a:lnTo>
                    <a:pt x="2409715" y="836760"/>
                  </a:lnTo>
                  <a:lnTo>
                    <a:pt x="2371899" y="909449"/>
                  </a:lnTo>
                  <a:lnTo>
                    <a:pt x="2333732" y="984744"/>
                  </a:lnTo>
                  <a:lnTo>
                    <a:pt x="2295255" y="1062174"/>
                  </a:lnTo>
                  <a:lnTo>
                    <a:pt x="2256537" y="1141203"/>
                  </a:lnTo>
                  <a:lnTo>
                    <a:pt x="2217661" y="1221243"/>
                  </a:lnTo>
                  <a:lnTo>
                    <a:pt x="2178723" y="1301677"/>
                  </a:lnTo>
                  <a:lnTo>
                    <a:pt x="2139823" y="1381872"/>
                  </a:lnTo>
                  <a:lnTo>
                    <a:pt x="2101058" y="1461204"/>
                  </a:lnTo>
                  <a:lnTo>
                    <a:pt x="2062515" y="1539077"/>
                  </a:lnTo>
                  <a:lnTo>
                    <a:pt x="2024267" y="1614941"/>
                  </a:lnTo>
                  <a:lnTo>
                    <a:pt x="1986363" y="1688307"/>
                  </a:lnTo>
                  <a:lnTo>
                    <a:pt x="1948826" y="1758762"/>
                  </a:lnTo>
                  <a:lnTo>
                    <a:pt x="1911648" y="1825969"/>
                  </a:lnTo>
                  <a:lnTo>
                    <a:pt x="1874786" y="1889679"/>
                  </a:lnTo>
                  <a:lnTo>
                    <a:pt x="1838157" y="1949728"/>
                  </a:lnTo>
                  <a:lnTo>
                    <a:pt x="1801637" y="2006029"/>
                  </a:lnTo>
                  <a:lnTo>
                    <a:pt x="1765053" y="2058576"/>
                  </a:lnTo>
                  <a:lnTo>
                    <a:pt x="1728183" y="2107424"/>
                  </a:lnTo>
                  <a:lnTo>
                    <a:pt x="1719082" y="2118831"/>
                  </a:lnTo>
                  <a:lnTo>
                    <a:pt x="1672130" y="2173495"/>
                  </a:lnTo>
                  <a:lnTo>
                    <a:pt x="1623557" y="2222601"/>
                  </a:lnTo>
                  <a:lnTo>
                    <a:pt x="1572587" y="2266443"/>
                  </a:lnTo>
                  <a:lnTo>
                    <a:pt x="1518355" y="2305511"/>
                  </a:lnTo>
                  <a:lnTo>
                    <a:pt x="1459978" y="2340355"/>
                  </a:lnTo>
                  <a:lnTo>
                    <a:pt x="1396639" y="2371505"/>
                  </a:lnTo>
                  <a:lnTo>
                    <a:pt x="1327682" y="2399419"/>
                  </a:lnTo>
                  <a:lnTo>
                    <a:pt x="1252746" y="2424469"/>
                  </a:lnTo>
                  <a:lnTo>
                    <a:pt x="1171937" y="2446919"/>
                  </a:lnTo>
                  <a:lnTo>
                    <a:pt x="1086034" y="2466932"/>
                  </a:lnTo>
                  <a:lnTo>
                    <a:pt x="996686" y="2484567"/>
                  </a:lnTo>
                  <a:lnTo>
                    <a:pt x="906533" y="2499808"/>
                  </a:lnTo>
                  <a:lnTo>
                    <a:pt x="819151" y="2512600"/>
                  </a:lnTo>
                  <a:lnTo>
                    <a:pt x="738714" y="2522898"/>
                  </a:lnTo>
                  <a:lnTo>
                    <a:pt x="669363" y="2530733"/>
                  </a:lnTo>
                  <a:lnTo>
                    <a:pt x="614376" y="2536255"/>
                  </a:lnTo>
                  <a:lnTo>
                    <a:pt x="575384" y="2539758"/>
                  </a:lnTo>
                  <a:lnTo>
                    <a:pt x="551891" y="2541654"/>
                  </a:lnTo>
                  <a:lnTo>
                    <a:pt x="541219" y="2542432"/>
                  </a:lnTo>
                  <a:lnTo>
                    <a:pt x="538736" y="2542597"/>
                  </a:lnTo>
                  <a:lnTo>
                    <a:pt x="0" y="2542597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59" name="pl1359"/>
            <p:cNvSpPr/>
            <p:nvPr/>
          </p:nvSpPr>
          <p:spPr>
            <a:xfrm>
              <a:off x="546595" y="2100701"/>
              <a:ext cx="8234974" cy="3832952"/>
            </a:xfrm>
            <a:custGeom>
              <a:avLst/>
              <a:pathLst>
                <a:path w="8234974" h="3832952">
                  <a:moveTo>
                    <a:pt x="0" y="2542597"/>
                  </a:moveTo>
                  <a:lnTo>
                    <a:pt x="538736" y="2542597"/>
                  </a:lnTo>
                  <a:lnTo>
                    <a:pt x="539928" y="2542520"/>
                  </a:lnTo>
                  <a:lnTo>
                    <a:pt x="547720" y="2541967"/>
                  </a:lnTo>
                  <a:lnTo>
                    <a:pt x="567205" y="2540440"/>
                  </a:lnTo>
                  <a:lnTo>
                    <a:pt x="601642" y="2537441"/>
                  </a:lnTo>
                  <a:lnTo>
                    <a:pt x="652160" y="2532528"/>
                  </a:lnTo>
                  <a:lnTo>
                    <a:pt x="717701" y="2525373"/>
                  </a:lnTo>
                  <a:lnTo>
                    <a:pt x="795386" y="2515782"/>
                  </a:lnTo>
                  <a:lnTo>
                    <a:pt x="881231" y="2503697"/>
                  </a:lnTo>
                  <a:lnTo>
                    <a:pt x="970995" y="2489146"/>
                  </a:lnTo>
                  <a:lnTo>
                    <a:pt x="1060885" y="2472187"/>
                  </a:lnTo>
                  <a:lnTo>
                    <a:pt x="1147977" y="2452853"/>
                  </a:lnTo>
                  <a:lnTo>
                    <a:pt x="1230348" y="2431107"/>
                  </a:lnTo>
                  <a:lnTo>
                    <a:pt x="1306990" y="2406819"/>
                  </a:lnTo>
                  <a:lnTo>
                    <a:pt x="1377627" y="2379753"/>
                  </a:lnTo>
                  <a:lnTo>
                    <a:pt x="1442506" y="2349566"/>
                  </a:lnTo>
                  <a:lnTo>
                    <a:pt x="1502216" y="2315824"/>
                  </a:lnTo>
                  <a:lnTo>
                    <a:pt x="1557539" y="2278013"/>
                  </a:lnTo>
                  <a:lnTo>
                    <a:pt x="1609345" y="2235583"/>
                  </a:lnTo>
                  <a:lnTo>
                    <a:pt x="1658515" y="2188016"/>
                  </a:lnTo>
                  <a:lnTo>
                    <a:pt x="1705858" y="2134942"/>
                  </a:lnTo>
                  <a:lnTo>
                    <a:pt x="1719082" y="2118831"/>
                  </a:lnTo>
                  <a:lnTo>
                    <a:pt x="1756064" y="2070871"/>
                  </a:lnTo>
                  <a:lnTo>
                    <a:pt x="1792695" y="2019238"/>
                  </a:lnTo>
                  <a:lnTo>
                    <a:pt x="1829213" y="1963857"/>
                  </a:lnTo>
                  <a:lnTo>
                    <a:pt x="1865802" y="1904721"/>
                  </a:lnTo>
                  <a:lnTo>
                    <a:pt x="1902598" y="1841895"/>
                  </a:lnTo>
                  <a:lnTo>
                    <a:pt x="1939693" y="1775524"/>
                  </a:lnTo>
                  <a:lnTo>
                    <a:pt x="1977140" y="1705837"/>
                  </a:lnTo>
                  <a:lnTo>
                    <a:pt x="2014955" y="1633148"/>
                  </a:lnTo>
                  <a:lnTo>
                    <a:pt x="2053123" y="1557852"/>
                  </a:lnTo>
                  <a:lnTo>
                    <a:pt x="2091600" y="1480422"/>
                  </a:lnTo>
                  <a:lnTo>
                    <a:pt x="2130318" y="1401394"/>
                  </a:lnTo>
                  <a:lnTo>
                    <a:pt x="2169194" y="1321353"/>
                  </a:lnTo>
                  <a:lnTo>
                    <a:pt x="2208132" y="1240920"/>
                  </a:lnTo>
                  <a:lnTo>
                    <a:pt x="2247032" y="1160725"/>
                  </a:lnTo>
                  <a:lnTo>
                    <a:pt x="2285797" y="1081393"/>
                  </a:lnTo>
                  <a:lnTo>
                    <a:pt x="2324340" y="1003520"/>
                  </a:lnTo>
                  <a:lnTo>
                    <a:pt x="2362588" y="927656"/>
                  </a:lnTo>
                  <a:lnTo>
                    <a:pt x="2400492" y="854289"/>
                  </a:lnTo>
                  <a:lnTo>
                    <a:pt x="2438029" y="783835"/>
                  </a:lnTo>
                  <a:lnTo>
                    <a:pt x="2475206" y="716628"/>
                  </a:lnTo>
                  <a:lnTo>
                    <a:pt x="2512069" y="652917"/>
                  </a:lnTo>
                  <a:lnTo>
                    <a:pt x="2548698" y="592869"/>
                  </a:lnTo>
                  <a:lnTo>
                    <a:pt x="2585218" y="536567"/>
                  </a:lnTo>
                  <a:lnTo>
                    <a:pt x="2621801" y="484021"/>
                  </a:lnTo>
                  <a:lnTo>
                    <a:pt x="2658672" y="435172"/>
                  </a:lnTo>
                  <a:lnTo>
                    <a:pt x="2667772" y="423766"/>
                  </a:lnTo>
                  <a:lnTo>
                    <a:pt x="2714725" y="369101"/>
                  </a:lnTo>
                  <a:lnTo>
                    <a:pt x="2763298" y="319995"/>
                  </a:lnTo>
                  <a:lnTo>
                    <a:pt x="2814267" y="276154"/>
                  </a:lnTo>
                  <a:lnTo>
                    <a:pt x="2868500" y="237086"/>
                  </a:lnTo>
                  <a:lnTo>
                    <a:pt x="2926877" y="202241"/>
                  </a:lnTo>
                  <a:lnTo>
                    <a:pt x="2990216" y="171092"/>
                  </a:lnTo>
                  <a:lnTo>
                    <a:pt x="3059173" y="143177"/>
                  </a:lnTo>
                  <a:lnTo>
                    <a:pt x="3134109" y="118128"/>
                  </a:lnTo>
                  <a:lnTo>
                    <a:pt x="3214917" y="95677"/>
                  </a:lnTo>
                  <a:lnTo>
                    <a:pt x="3300820" y="75665"/>
                  </a:lnTo>
                  <a:lnTo>
                    <a:pt x="3390168" y="58030"/>
                  </a:lnTo>
                  <a:lnTo>
                    <a:pt x="3480321" y="42788"/>
                  </a:lnTo>
                  <a:lnTo>
                    <a:pt x="3567704" y="29996"/>
                  </a:lnTo>
                  <a:lnTo>
                    <a:pt x="3648141" y="19698"/>
                  </a:lnTo>
                  <a:lnTo>
                    <a:pt x="3717492" y="11863"/>
                  </a:lnTo>
                  <a:lnTo>
                    <a:pt x="3772479" y="6341"/>
                  </a:lnTo>
                  <a:lnTo>
                    <a:pt x="3811471" y="2839"/>
                  </a:lnTo>
                  <a:lnTo>
                    <a:pt x="3834964" y="942"/>
                  </a:lnTo>
                  <a:lnTo>
                    <a:pt x="3845636" y="164"/>
                  </a:lnTo>
                  <a:lnTo>
                    <a:pt x="3848090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96" y="91"/>
                  </a:lnTo>
                  <a:lnTo>
                    <a:pt x="4393978" y="743"/>
                  </a:lnTo>
                  <a:lnTo>
                    <a:pt x="4409559" y="2546"/>
                  </a:lnTo>
                  <a:lnTo>
                    <a:pt x="4437401" y="6095"/>
                  </a:lnTo>
                  <a:lnTo>
                    <a:pt x="4478863" y="11937"/>
                  </a:lnTo>
                  <a:lnTo>
                    <a:pt x="4533695" y="20517"/>
                  </a:lnTo>
                  <a:lnTo>
                    <a:pt x="4600177" y="32132"/>
                  </a:lnTo>
                  <a:lnTo>
                    <a:pt x="4675522" y="46928"/>
                  </a:lnTo>
                  <a:lnTo>
                    <a:pt x="4756425" y="64923"/>
                  </a:lnTo>
                  <a:lnTo>
                    <a:pt x="4839613" y="86060"/>
                  </a:lnTo>
                  <a:lnTo>
                    <a:pt x="4922261" y="110272"/>
                  </a:lnTo>
                  <a:lnTo>
                    <a:pt x="5002217" y="137531"/>
                  </a:lnTo>
                  <a:lnTo>
                    <a:pt x="5078059" y="167892"/>
                  </a:lnTo>
                  <a:lnTo>
                    <a:pt x="5149017" y="201512"/>
                  </a:lnTo>
                  <a:lnTo>
                    <a:pt x="5214858" y="238667"/>
                  </a:lnTo>
                  <a:lnTo>
                    <a:pt x="5275737" y="279745"/>
                  </a:lnTo>
                  <a:lnTo>
                    <a:pt x="5332075" y="325244"/>
                  </a:lnTo>
                  <a:lnTo>
                    <a:pt x="5384455" y="375748"/>
                  </a:lnTo>
                  <a:lnTo>
                    <a:pt x="5433546" y="431902"/>
                  </a:lnTo>
                  <a:lnTo>
                    <a:pt x="5480046" y="494351"/>
                  </a:lnTo>
                  <a:lnTo>
                    <a:pt x="5524625" y="563647"/>
                  </a:lnTo>
                  <a:lnTo>
                    <a:pt x="5567201" y="638825"/>
                  </a:lnTo>
                  <a:lnTo>
                    <a:pt x="5598451" y="699498"/>
                  </a:lnTo>
                  <a:lnTo>
                    <a:pt x="5629421" y="764102"/>
                  </a:lnTo>
                  <a:lnTo>
                    <a:pt x="5660263" y="832715"/>
                  </a:lnTo>
                  <a:lnTo>
                    <a:pt x="5691100" y="905371"/>
                  </a:lnTo>
                  <a:lnTo>
                    <a:pt x="5722029" y="982045"/>
                  </a:lnTo>
                  <a:lnTo>
                    <a:pt x="5753123" y="1062660"/>
                  </a:lnTo>
                  <a:lnTo>
                    <a:pt x="5784434" y="1147071"/>
                  </a:lnTo>
                  <a:lnTo>
                    <a:pt x="5815994" y="1235073"/>
                  </a:lnTo>
                  <a:lnTo>
                    <a:pt x="5847816" y="1326394"/>
                  </a:lnTo>
                  <a:lnTo>
                    <a:pt x="5879897" y="1420699"/>
                  </a:lnTo>
                  <a:lnTo>
                    <a:pt x="5912219" y="1517591"/>
                  </a:lnTo>
                  <a:lnTo>
                    <a:pt x="5944749" y="1616619"/>
                  </a:lnTo>
                  <a:lnTo>
                    <a:pt x="5977444" y="1717286"/>
                  </a:lnTo>
                  <a:lnTo>
                    <a:pt x="6010253" y="1819059"/>
                  </a:lnTo>
                  <a:lnTo>
                    <a:pt x="6043119" y="1921376"/>
                  </a:lnTo>
                  <a:lnTo>
                    <a:pt x="6075983" y="2023665"/>
                  </a:lnTo>
                  <a:lnTo>
                    <a:pt x="6108784" y="2125356"/>
                  </a:lnTo>
                  <a:lnTo>
                    <a:pt x="6141465" y="2225889"/>
                  </a:lnTo>
                  <a:lnTo>
                    <a:pt x="6173977" y="2324734"/>
                  </a:lnTo>
                  <a:lnTo>
                    <a:pt x="6206276" y="2421396"/>
                  </a:lnTo>
                  <a:lnTo>
                    <a:pt x="6238333" y="2515432"/>
                  </a:lnTo>
                  <a:lnTo>
                    <a:pt x="6270131" y="2606448"/>
                  </a:lnTo>
                  <a:lnTo>
                    <a:pt x="6301666" y="2694118"/>
                  </a:lnTo>
                  <a:lnTo>
                    <a:pt x="6332954" y="2778174"/>
                  </a:lnTo>
                  <a:lnTo>
                    <a:pt x="6364030" y="2858416"/>
                  </a:lnTo>
                  <a:lnTo>
                    <a:pt x="6394946" y="2934709"/>
                  </a:lnTo>
                  <a:lnTo>
                    <a:pt x="6425779" y="3006977"/>
                  </a:lnTo>
                  <a:lnTo>
                    <a:pt x="6456628" y="3075205"/>
                  </a:lnTo>
                  <a:lnTo>
                    <a:pt x="6487618" y="3139428"/>
                  </a:lnTo>
                  <a:lnTo>
                    <a:pt x="6515891" y="3194126"/>
                  </a:lnTo>
                  <a:lnTo>
                    <a:pt x="6559165" y="3270463"/>
                  </a:lnTo>
                  <a:lnTo>
                    <a:pt x="6603770" y="3339647"/>
                  </a:lnTo>
                  <a:lnTo>
                    <a:pt x="6650305" y="3401991"/>
                  </a:lnTo>
                  <a:lnTo>
                    <a:pt x="6699444" y="3458050"/>
                  </a:lnTo>
                  <a:lnTo>
                    <a:pt x="6751882" y="3508469"/>
                  </a:lnTo>
                  <a:lnTo>
                    <a:pt x="6808287" y="3553893"/>
                  </a:lnTo>
                  <a:lnTo>
                    <a:pt x="6869243" y="3594905"/>
                  </a:lnTo>
                  <a:lnTo>
                    <a:pt x="6935165" y="3632001"/>
                  </a:lnTo>
                  <a:lnTo>
                    <a:pt x="7006204" y="3665568"/>
                  </a:lnTo>
                  <a:lnTo>
                    <a:pt x="7082118" y="3695878"/>
                  </a:lnTo>
                  <a:lnTo>
                    <a:pt x="7162131" y="3723088"/>
                  </a:lnTo>
                  <a:lnTo>
                    <a:pt x="7244806" y="3747252"/>
                  </a:lnTo>
                  <a:lnTo>
                    <a:pt x="7327982" y="3768340"/>
                  </a:lnTo>
                  <a:lnTo>
                    <a:pt x="7408822" y="3786283"/>
                  </a:lnTo>
                  <a:lnTo>
                    <a:pt x="7484051" y="3801028"/>
                  </a:lnTo>
                  <a:lnTo>
                    <a:pt x="7550368" y="3812594"/>
                  </a:lnTo>
                  <a:lnTo>
                    <a:pt x="7604996" y="3821127"/>
                  </a:lnTo>
                  <a:lnTo>
                    <a:pt x="7646240" y="3826929"/>
                  </a:lnTo>
                  <a:lnTo>
                    <a:pt x="7673872" y="3830446"/>
                  </a:lnTo>
                  <a:lnTo>
                    <a:pt x="7689277" y="3832226"/>
                  </a:lnTo>
                  <a:lnTo>
                    <a:pt x="7695340" y="3832864"/>
                  </a:lnTo>
                  <a:lnTo>
                    <a:pt x="7696237" y="3832952"/>
                  </a:lnTo>
                  <a:lnTo>
                    <a:pt x="8234974" y="3832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0" name="pl1360"/>
            <p:cNvSpPr/>
            <p:nvPr/>
          </p:nvSpPr>
          <p:spPr>
            <a:xfrm>
              <a:off x="546595" y="2089812"/>
              <a:ext cx="8234974" cy="3832952"/>
            </a:xfrm>
            <a:custGeom>
              <a:avLst/>
              <a:pathLst>
                <a:path w="8234974" h="3832952">
                  <a:moveTo>
                    <a:pt x="8234974" y="3832952"/>
                  </a:moveTo>
                  <a:lnTo>
                    <a:pt x="7696237" y="3832952"/>
                  </a:lnTo>
                  <a:lnTo>
                    <a:pt x="7695297" y="3832860"/>
                  </a:lnTo>
                  <a:lnTo>
                    <a:pt x="7689115" y="3832208"/>
                  </a:lnTo>
                  <a:lnTo>
                    <a:pt x="7673534" y="3830405"/>
                  </a:lnTo>
                  <a:lnTo>
                    <a:pt x="7645691" y="3826856"/>
                  </a:lnTo>
                  <a:lnTo>
                    <a:pt x="7604229" y="3821014"/>
                  </a:lnTo>
                  <a:lnTo>
                    <a:pt x="7549397" y="3812434"/>
                  </a:lnTo>
                  <a:lnTo>
                    <a:pt x="7482915" y="3800819"/>
                  </a:lnTo>
                  <a:lnTo>
                    <a:pt x="7407570" y="3786023"/>
                  </a:lnTo>
                  <a:lnTo>
                    <a:pt x="7326667" y="3768028"/>
                  </a:lnTo>
                  <a:lnTo>
                    <a:pt x="7243480" y="3746891"/>
                  </a:lnTo>
                  <a:lnTo>
                    <a:pt x="7160832" y="3722679"/>
                  </a:lnTo>
                  <a:lnTo>
                    <a:pt x="7080875" y="3695420"/>
                  </a:lnTo>
                  <a:lnTo>
                    <a:pt x="7005034" y="3665059"/>
                  </a:lnTo>
                  <a:lnTo>
                    <a:pt x="6934075" y="3631439"/>
                  </a:lnTo>
                  <a:lnTo>
                    <a:pt x="6868234" y="3594284"/>
                  </a:lnTo>
                  <a:lnTo>
                    <a:pt x="6807355" y="3553206"/>
                  </a:lnTo>
                  <a:lnTo>
                    <a:pt x="6751018" y="3507707"/>
                  </a:lnTo>
                  <a:lnTo>
                    <a:pt x="6698638" y="3457203"/>
                  </a:lnTo>
                  <a:lnTo>
                    <a:pt x="6649546" y="3401049"/>
                  </a:lnTo>
                  <a:lnTo>
                    <a:pt x="6603047" y="3338600"/>
                  </a:lnTo>
                  <a:lnTo>
                    <a:pt x="6558467" y="3269304"/>
                  </a:lnTo>
                  <a:lnTo>
                    <a:pt x="6515891" y="3194126"/>
                  </a:lnTo>
                  <a:lnTo>
                    <a:pt x="6484642" y="3133453"/>
                  </a:lnTo>
                  <a:lnTo>
                    <a:pt x="6453672" y="3068849"/>
                  </a:lnTo>
                  <a:lnTo>
                    <a:pt x="6422829" y="3000236"/>
                  </a:lnTo>
                  <a:lnTo>
                    <a:pt x="6391992" y="2927580"/>
                  </a:lnTo>
                  <a:lnTo>
                    <a:pt x="6361064" y="2850906"/>
                  </a:lnTo>
                  <a:lnTo>
                    <a:pt x="6329970" y="2770291"/>
                  </a:lnTo>
                  <a:lnTo>
                    <a:pt x="6298659" y="2685880"/>
                  </a:lnTo>
                  <a:lnTo>
                    <a:pt x="6267099" y="2597878"/>
                  </a:lnTo>
                  <a:lnTo>
                    <a:pt x="6235276" y="2506557"/>
                  </a:lnTo>
                  <a:lnTo>
                    <a:pt x="6203195" y="2412252"/>
                  </a:lnTo>
                  <a:lnTo>
                    <a:pt x="6170874" y="2315361"/>
                  </a:lnTo>
                  <a:lnTo>
                    <a:pt x="6138344" y="2216332"/>
                  </a:lnTo>
                  <a:lnTo>
                    <a:pt x="6105649" y="2115665"/>
                  </a:lnTo>
                  <a:lnTo>
                    <a:pt x="6072839" y="2013893"/>
                  </a:lnTo>
                  <a:lnTo>
                    <a:pt x="6039973" y="1911575"/>
                  </a:lnTo>
                  <a:lnTo>
                    <a:pt x="6007110" y="1809286"/>
                  </a:lnTo>
                  <a:lnTo>
                    <a:pt x="5974309" y="1707595"/>
                  </a:lnTo>
                  <a:lnTo>
                    <a:pt x="5941627" y="1607062"/>
                  </a:lnTo>
                  <a:lnTo>
                    <a:pt x="5909116" y="1508217"/>
                  </a:lnTo>
                  <a:lnTo>
                    <a:pt x="5876816" y="1411555"/>
                  </a:lnTo>
                  <a:lnTo>
                    <a:pt x="5844759" y="1317520"/>
                  </a:lnTo>
                  <a:lnTo>
                    <a:pt x="5812962" y="1226503"/>
                  </a:lnTo>
                  <a:lnTo>
                    <a:pt x="5781427" y="1138833"/>
                  </a:lnTo>
                  <a:lnTo>
                    <a:pt x="5750138" y="1054777"/>
                  </a:lnTo>
                  <a:lnTo>
                    <a:pt x="5719063" y="974535"/>
                  </a:lnTo>
                  <a:lnTo>
                    <a:pt x="5688146" y="898242"/>
                  </a:lnTo>
                  <a:lnTo>
                    <a:pt x="5657313" y="825974"/>
                  </a:lnTo>
                  <a:lnTo>
                    <a:pt x="5626465" y="757746"/>
                  </a:lnTo>
                  <a:lnTo>
                    <a:pt x="5595475" y="693523"/>
                  </a:lnTo>
                  <a:lnTo>
                    <a:pt x="5567201" y="638825"/>
                  </a:lnTo>
                  <a:lnTo>
                    <a:pt x="5523928" y="562489"/>
                  </a:lnTo>
                  <a:lnTo>
                    <a:pt x="5479322" y="493304"/>
                  </a:lnTo>
                  <a:lnTo>
                    <a:pt x="5432787" y="430960"/>
                  </a:lnTo>
                  <a:lnTo>
                    <a:pt x="5383648" y="374901"/>
                  </a:lnTo>
                  <a:lnTo>
                    <a:pt x="5331211" y="324482"/>
                  </a:lnTo>
                  <a:lnTo>
                    <a:pt x="5274805" y="279058"/>
                  </a:lnTo>
                  <a:lnTo>
                    <a:pt x="5213850" y="238046"/>
                  </a:lnTo>
                  <a:lnTo>
                    <a:pt x="5147928" y="200950"/>
                  </a:lnTo>
                  <a:lnTo>
                    <a:pt x="5076888" y="167383"/>
                  </a:lnTo>
                  <a:lnTo>
                    <a:pt x="5000974" y="137073"/>
                  </a:lnTo>
                  <a:lnTo>
                    <a:pt x="4920961" y="109863"/>
                  </a:lnTo>
                  <a:lnTo>
                    <a:pt x="4838286" y="85700"/>
                  </a:lnTo>
                  <a:lnTo>
                    <a:pt x="4755111" y="64612"/>
                  </a:lnTo>
                  <a:lnTo>
                    <a:pt x="4674270" y="46668"/>
                  </a:lnTo>
                  <a:lnTo>
                    <a:pt x="4599041" y="31923"/>
                  </a:lnTo>
                  <a:lnTo>
                    <a:pt x="4532725" y="20357"/>
                  </a:lnTo>
                  <a:lnTo>
                    <a:pt x="4478096" y="11824"/>
                  </a:lnTo>
                  <a:lnTo>
                    <a:pt x="4436853" y="6022"/>
                  </a:lnTo>
                  <a:lnTo>
                    <a:pt x="4409220" y="2505"/>
                  </a:lnTo>
                  <a:lnTo>
                    <a:pt x="4393815" y="725"/>
                  </a:lnTo>
                  <a:lnTo>
                    <a:pt x="4387752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7" y="77"/>
                  </a:lnTo>
                  <a:lnTo>
                    <a:pt x="3839135" y="629"/>
                  </a:lnTo>
                  <a:lnTo>
                    <a:pt x="3819650" y="2156"/>
                  </a:lnTo>
                  <a:lnTo>
                    <a:pt x="3785213" y="5156"/>
                  </a:lnTo>
                  <a:lnTo>
                    <a:pt x="3734695" y="10068"/>
                  </a:lnTo>
                  <a:lnTo>
                    <a:pt x="3669153" y="17224"/>
                  </a:lnTo>
                  <a:lnTo>
                    <a:pt x="3591468" y="26814"/>
                  </a:lnTo>
                  <a:lnTo>
                    <a:pt x="3505623" y="38899"/>
                  </a:lnTo>
                  <a:lnTo>
                    <a:pt x="3415859" y="53451"/>
                  </a:lnTo>
                  <a:lnTo>
                    <a:pt x="3325970" y="70409"/>
                  </a:lnTo>
                  <a:lnTo>
                    <a:pt x="3238877" y="89743"/>
                  </a:lnTo>
                  <a:lnTo>
                    <a:pt x="3156507" y="111489"/>
                  </a:lnTo>
                  <a:lnTo>
                    <a:pt x="3079865" y="135777"/>
                  </a:lnTo>
                  <a:lnTo>
                    <a:pt x="3009228" y="162844"/>
                  </a:lnTo>
                  <a:lnTo>
                    <a:pt x="2944348" y="193030"/>
                  </a:lnTo>
                  <a:lnTo>
                    <a:pt x="2884638" y="226773"/>
                  </a:lnTo>
                  <a:lnTo>
                    <a:pt x="2829316" y="264584"/>
                  </a:lnTo>
                  <a:lnTo>
                    <a:pt x="2777509" y="307014"/>
                  </a:lnTo>
                  <a:lnTo>
                    <a:pt x="2728339" y="354581"/>
                  </a:lnTo>
                  <a:lnTo>
                    <a:pt x="2680996" y="407654"/>
                  </a:lnTo>
                  <a:lnTo>
                    <a:pt x="2667772" y="423766"/>
                  </a:lnTo>
                  <a:lnTo>
                    <a:pt x="2630790" y="471725"/>
                  </a:lnTo>
                  <a:lnTo>
                    <a:pt x="2594160" y="523359"/>
                  </a:lnTo>
                  <a:lnTo>
                    <a:pt x="2557641" y="578739"/>
                  </a:lnTo>
                  <a:lnTo>
                    <a:pt x="2521052" y="637876"/>
                  </a:lnTo>
                  <a:lnTo>
                    <a:pt x="2484256" y="700702"/>
                  </a:lnTo>
                  <a:lnTo>
                    <a:pt x="2447161" y="767073"/>
                  </a:lnTo>
                  <a:lnTo>
                    <a:pt x="2409715" y="836760"/>
                  </a:lnTo>
                  <a:lnTo>
                    <a:pt x="2371899" y="909449"/>
                  </a:lnTo>
                  <a:lnTo>
                    <a:pt x="2333732" y="984744"/>
                  </a:lnTo>
                  <a:lnTo>
                    <a:pt x="2295255" y="1062174"/>
                  </a:lnTo>
                  <a:lnTo>
                    <a:pt x="2256537" y="1141203"/>
                  </a:lnTo>
                  <a:lnTo>
                    <a:pt x="2217661" y="1221243"/>
                  </a:lnTo>
                  <a:lnTo>
                    <a:pt x="2178723" y="1301677"/>
                  </a:lnTo>
                  <a:lnTo>
                    <a:pt x="2139823" y="1381872"/>
                  </a:lnTo>
                  <a:lnTo>
                    <a:pt x="2101058" y="1461204"/>
                  </a:lnTo>
                  <a:lnTo>
                    <a:pt x="2062515" y="1539077"/>
                  </a:lnTo>
                  <a:lnTo>
                    <a:pt x="2024267" y="1614941"/>
                  </a:lnTo>
                  <a:lnTo>
                    <a:pt x="1986363" y="1688307"/>
                  </a:lnTo>
                  <a:lnTo>
                    <a:pt x="1948826" y="1758762"/>
                  </a:lnTo>
                  <a:lnTo>
                    <a:pt x="1911648" y="1825969"/>
                  </a:lnTo>
                  <a:lnTo>
                    <a:pt x="1874786" y="1889679"/>
                  </a:lnTo>
                  <a:lnTo>
                    <a:pt x="1838157" y="1949728"/>
                  </a:lnTo>
                  <a:lnTo>
                    <a:pt x="1801637" y="2006029"/>
                  </a:lnTo>
                  <a:lnTo>
                    <a:pt x="1765053" y="2058576"/>
                  </a:lnTo>
                  <a:lnTo>
                    <a:pt x="1728183" y="2107424"/>
                  </a:lnTo>
                  <a:lnTo>
                    <a:pt x="1719082" y="2118831"/>
                  </a:lnTo>
                  <a:lnTo>
                    <a:pt x="1672130" y="2173495"/>
                  </a:lnTo>
                  <a:lnTo>
                    <a:pt x="1623557" y="2222601"/>
                  </a:lnTo>
                  <a:lnTo>
                    <a:pt x="1572587" y="2266443"/>
                  </a:lnTo>
                  <a:lnTo>
                    <a:pt x="1518355" y="2305511"/>
                  </a:lnTo>
                  <a:lnTo>
                    <a:pt x="1459978" y="2340355"/>
                  </a:lnTo>
                  <a:lnTo>
                    <a:pt x="1396639" y="2371505"/>
                  </a:lnTo>
                  <a:lnTo>
                    <a:pt x="1327682" y="2399419"/>
                  </a:lnTo>
                  <a:lnTo>
                    <a:pt x="1252746" y="2424469"/>
                  </a:lnTo>
                  <a:lnTo>
                    <a:pt x="1171937" y="2446919"/>
                  </a:lnTo>
                  <a:lnTo>
                    <a:pt x="1086034" y="2466932"/>
                  </a:lnTo>
                  <a:lnTo>
                    <a:pt x="996686" y="2484567"/>
                  </a:lnTo>
                  <a:lnTo>
                    <a:pt x="906533" y="2499808"/>
                  </a:lnTo>
                  <a:lnTo>
                    <a:pt x="819151" y="2512600"/>
                  </a:lnTo>
                  <a:lnTo>
                    <a:pt x="738714" y="2522898"/>
                  </a:lnTo>
                  <a:lnTo>
                    <a:pt x="669363" y="2530733"/>
                  </a:lnTo>
                  <a:lnTo>
                    <a:pt x="614376" y="2536255"/>
                  </a:lnTo>
                  <a:lnTo>
                    <a:pt x="575384" y="2539758"/>
                  </a:lnTo>
                  <a:lnTo>
                    <a:pt x="551891" y="2541654"/>
                  </a:lnTo>
                  <a:lnTo>
                    <a:pt x="541219" y="2542432"/>
                  </a:lnTo>
                  <a:lnTo>
                    <a:pt x="538765" y="2542595"/>
                  </a:lnTo>
                  <a:lnTo>
                    <a:pt x="538736" y="2542597"/>
                  </a:lnTo>
                  <a:lnTo>
                    <a:pt x="0" y="25425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1" name="pg1361"/>
            <p:cNvSpPr/>
            <p:nvPr/>
          </p:nvSpPr>
          <p:spPr>
            <a:xfrm>
              <a:off x="546595" y="4855635"/>
              <a:ext cx="8234974" cy="1099795"/>
            </a:xfrm>
            <a:custGeom>
              <a:avLst/>
              <a:pathLst>
                <a:path w="8234974" h="1099795">
                  <a:moveTo>
                    <a:pt x="0" y="5444"/>
                  </a:moveTo>
                  <a:lnTo>
                    <a:pt x="538736" y="5444"/>
                  </a:lnTo>
                  <a:lnTo>
                    <a:pt x="540017" y="5480"/>
                  </a:lnTo>
                  <a:lnTo>
                    <a:pt x="548373" y="5736"/>
                  </a:lnTo>
                  <a:lnTo>
                    <a:pt x="569217" y="6444"/>
                  </a:lnTo>
                  <a:lnTo>
                    <a:pt x="605920" y="7833"/>
                  </a:lnTo>
                  <a:lnTo>
                    <a:pt x="659487" y="10104"/>
                  </a:lnTo>
                  <a:lnTo>
                    <a:pt x="728540" y="13402"/>
                  </a:lnTo>
                  <a:lnTo>
                    <a:pt x="809772" y="17808"/>
                  </a:lnTo>
                  <a:lnTo>
                    <a:pt x="898796" y="23341"/>
                  </a:lnTo>
                  <a:lnTo>
                    <a:pt x="991094" y="29984"/>
                  </a:lnTo>
                  <a:lnTo>
                    <a:pt x="1082757" y="37710"/>
                  </a:lnTo>
                  <a:lnTo>
                    <a:pt x="1170892" y="46510"/>
                  </a:lnTo>
                  <a:lnTo>
                    <a:pt x="1253697" y="56412"/>
                  </a:lnTo>
                  <a:lnTo>
                    <a:pt x="1330333" y="67489"/>
                  </a:lnTo>
                  <a:lnTo>
                    <a:pt x="1400699" y="79867"/>
                  </a:lnTo>
                  <a:lnTo>
                    <a:pt x="1465203" y="93719"/>
                  </a:lnTo>
                  <a:lnTo>
                    <a:pt x="1524566" y="109261"/>
                  </a:lnTo>
                  <a:lnTo>
                    <a:pt x="1579679" y="126739"/>
                  </a:lnTo>
                  <a:lnTo>
                    <a:pt x="1631491" y="146407"/>
                  </a:lnTo>
                  <a:lnTo>
                    <a:pt x="1680926" y="168483"/>
                  </a:lnTo>
                  <a:lnTo>
                    <a:pt x="1719082" y="187836"/>
                  </a:lnTo>
                  <a:lnTo>
                    <a:pt x="1766125" y="214408"/>
                  </a:lnTo>
                  <a:lnTo>
                    <a:pt x="1812709" y="243563"/>
                  </a:lnTo>
                  <a:lnTo>
                    <a:pt x="1859278" y="275343"/>
                  </a:lnTo>
                  <a:lnTo>
                    <a:pt x="1906146" y="309709"/>
                  </a:lnTo>
                  <a:lnTo>
                    <a:pt x="1953507" y="346536"/>
                  </a:lnTo>
                  <a:lnTo>
                    <a:pt x="2001453" y="385603"/>
                  </a:lnTo>
                  <a:lnTo>
                    <a:pt x="2049983" y="426592"/>
                  </a:lnTo>
                  <a:lnTo>
                    <a:pt x="2099019" y="469098"/>
                  </a:lnTo>
                  <a:lnTo>
                    <a:pt x="2148423" y="512644"/>
                  </a:lnTo>
                  <a:lnTo>
                    <a:pt x="2198010" y="556695"/>
                  </a:lnTo>
                  <a:lnTo>
                    <a:pt x="2247579" y="600695"/>
                  </a:lnTo>
                  <a:lnTo>
                    <a:pt x="2296927" y="644088"/>
                  </a:lnTo>
                  <a:lnTo>
                    <a:pt x="2345879" y="686348"/>
                  </a:lnTo>
                  <a:lnTo>
                    <a:pt x="2394305" y="727010"/>
                  </a:lnTo>
                  <a:lnTo>
                    <a:pt x="2442140" y="765683"/>
                  </a:lnTo>
                  <a:lnTo>
                    <a:pt x="2489400" y="802070"/>
                  </a:lnTo>
                  <a:lnTo>
                    <a:pt x="2536195" y="835965"/>
                  </a:lnTo>
                  <a:lnTo>
                    <a:pt x="2582740" y="867260"/>
                  </a:lnTo>
                  <a:lnTo>
                    <a:pt x="2629370" y="895932"/>
                  </a:lnTo>
                  <a:lnTo>
                    <a:pt x="2667772" y="917404"/>
                  </a:lnTo>
                  <a:lnTo>
                    <a:pt x="2715903" y="941482"/>
                  </a:lnTo>
                  <a:lnTo>
                    <a:pt x="2765754" y="963051"/>
                  </a:lnTo>
                  <a:lnTo>
                    <a:pt x="2818165" y="982251"/>
                  </a:lnTo>
                  <a:lnTo>
                    <a:pt x="2874071" y="999311"/>
                  </a:lnTo>
                  <a:lnTo>
                    <a:pt x="2934418" y="1014487"/>
                  </a:lnTo>
                  <a:lnTo>
                    <a:pt x="3000072" y="1028021"/>
                  </a:lnTo>
                  <a:lnTo>
                    <a:pt x="3071703" y="1040120"/>
                  </a:lnTo>
                  <a:lnTo>
                    <a:pt x="3149631" y="1050948"/>
                  </a:lnTo>
                  <a:lnTo>
                    <a:pt x="3233625" y="1060620"/>
                  </a:lnTo>
                  <a:lnTo>
                    <a:pt x="3322663" y="1069199"/>
                  </a:lnTo>
                  <a:lnTo>
                    <a:pt x="3414729" y="1076705"/>
                  </a:lnTo>
                  <a:lnTo>
                    <a:pt x="3506703" y="1083123"/>
                  </a:lnTo>
                  <a:lnTo>
                    <a:pt x="3594507" y="1088426"/>
                  </a:lnTo>
                  <a:lnTo>
                    <a:pt x="3673580" y="1092602"/>
                  </a:lnTo>
                  <a:lnTo>
                    <a:pt x="3739678" y="1095681"/>
                  </a:lnTo>
                  <a:lnTo>
                    <a:pt x="3789829" y="1097757"/>
                  </a:lnTo>
                  <a:lnTo>
                    <a:pt x="3823121" y="1098989"/>
                  </a:lnTo>
                  <a:lnTo>
                    <a:pt x="3841061" y="1099585"/>
                  </a:lnTo>
                  <a:lnTo>
                    <a:pt x="3847467" y="1099777"/>
                  </a:lnTo>
                  <a:lnTo>
                    <a:pt x="3848118" y="1099795"/>
                  </a:lnTo>
                  <a:lnTo>
                    <a:pt x="4386855" y="1099795"/>
                  </a:lnTo>
                  <a:lnTo>
                    <a:pt x="4388148" y="1099772"/>
                  </a:lnTo>
                  <a:lnTo>
                    <a:pt x="4396586" y="1099603"/>
                  </a:lnTo>
                  <a:lnTo>
                    <a:pt x="4417625" y="1099137"/>
                  </a:lnTo>
                  <a:lnTo>
                    <a:pt x="4454651" y="1098223"/>
                  </a:lnTo>
                  <a:lnTo>
                    <a:pt x="4508652" y="1096728"/>
                  </a:lnTo>
                  <a:lnTo>
                    <a:pt x="4578200" y="1094558"/>
                  </a:lnTo>
                  <a:lnTo>
                    <a:pt x="4659926" y="1091660"/>
                  </a:lnTo>
                  <a:lnTo>
                    <a:pt x="4749389" y="1088023"/>
                  </a:lnTo>
                  <a:lnTo>
                    <a:pt x="4842030" y="1083659"/>
                  </a:lnTo>
                  <a:lnTo>
                    <a:pt x="4933928" y="1078584"/>
                  </a:lnTo>
                  <a:lnTo>
                    <a:pt x="5022195" y="1072804"/>
                  </a:lnTo>
                  <a:lnTo>
                    <a:pt x="5105049" y="1066300"/>
                  </a:lnTo>
                  <a:lnTo>
                    <a:pt x="5181676" y="1059022"/>
                  </a:lnTo>
                  <a:lnTo>
                    <a:pt x="5252000" y="1050886"/>
                  </a:lnTo>
                  <a:lnTo>
                    <a:pt x="5316450" y="1041777"/>
                  </a:lnTo>
                  <a:lnTo>
                    <a:pt x="5375768" y="1031551"/>
                  </a:lnTo>
                  <a:lnTo>
                    <a:pt x="5430857" y="1020046"/>
                  </a:lnTo>
                  <a:lnTo>
                    <a:pt x="5482678" y="1007094"/>
                  </a:lnTo>
                  <a:lnTo>
                    <a:pt x="5532160" y="992556"/>
                  </a:lnTo>
                  <a:lnTo>
                    <a:pt x="5567201" y="980923"/>
                  </a:lnTo>
                  <a:lnTo>
                    <a:pt x="5617139" y="962477"/>
                  </a:lnTo>
                  <a:lnTo>
                    <a:pt x="5666593" y="942129"/>
                  </a:lnTo>
                  <a:lnTo>
                    <a:pt x="5716081" y="919853"/>
                  </a:lnTo>
                  <a:lnTo>
                    <a:pt x="5765954" y="895688"/>
                  </a:lnTo>
                  <a:lnTo>
                    <a:pt x="5816418" y="869750"/>
                  </a:lnTo>
                  <a:lnTo>
                    <a:pt x="5867551" y="842231"/>
                  </a:lnTo>
                  <a:lnTo>
                    <a:pt x="5919319" y="813403"/>
                  </a:lnTo>
                  <a:lnTo>
                    <a:pt x="5971596" y="783606"/>
                  </a:lnTo>
                  <a:lnTo>
                    <a:pt x="6024189" y="753237"/>
                  </a:lnTo>
                  <a:lnTo>
                    <a:pt x="6076863" y="722724"/>
                  </a:lnTo>
                  <a:lnTo>
                    <a:pt x="6129373" y="692503"/>
                  </a:lnTo>
                  <a:lnTo>
                    <a:pt x="6181495" y="662995"/>
                  </a:lnTo>
                  <a:lnTo>
                    <a:pt x="6233056" y="634578"/>
                  </a:lnTo>
                  <a:lnTo>
                    <a:pt x="6283959" y="607571"/>
                  </a:lnTo>
                  <a:lnTo>
                    <a:pt x="6334207" y="582220"/>
                  </a:lnTo>
                  <a:lnTo>
                    <a:pt x="6383919" y="558691"/>
                  </a:lnTo>
                  <a:lnTo>
                    <a:pt x="6433348" y="537071"/>
                  </a:lnTo>
                  <a:lnTo>
                    <a:pt x="6482899" y="517378"/>
                  </a:lnTo>
                  <a:lnTo>
                    <a:pt x="6515891" y="505434"/>
                  </a:lnTo>
                  <a:lnTo>
                    <a:pt x="6564187" y="489690"/>
                  </a:lnTo>
                  <a:lnTo>
                    <a:pt x="6614217" y="475594"/>
                  </a:lnTo>
                  <a:lnTo>
                    <a:pt x="6666832" y="463051"/>
                  </a:lnTo>
                  <a:lnTo>
                    <a:pt x="6722975" y="451909"/>
                  </a:lnTo>
                  <a:lnTo>
                    <a:pt x="6783601" y="442002"/>
                  </a:lnTo>
                  <a:lnTo>
                    <a:pt x="6849583" y="433171"/>
                  </a:lnTo>
                  <a:lnTo>
                    <a:pt x="6921594" y="425278"/>
                  </a:lnTo>
                  <a:lnTo>
                    <a:pt x="6999946" y="418217"/>
                  </a:lnTo>
                  <a:lnTo>
                    <a:pt x="7084387" y="411913"/>
                  </a:lnTo>
                  <a:lnTo>
                    <a:pt x="7173861" y="406325"/>
                  </a:lnTo>
                  <a:lnTo>
                    <a:pt x="7266294" y="401442"/>
                  </a:lnTo>
                  <a:lnTo>
                    <a:pt x="7358497" y="397273"/>
                  </a:lnTo>
                  <a:lnTo>
                    <a:pt x="7446320" y="393836"/>
                  </a:lnTo>
                  <a:lnTo>
                    <a:pt x="7525151" y="391139"/>
                  </a:lnTo>
                  <a:lnTo>
                    <a:pt x="7590743" y="389159"/>
                  </a:lnTo>
                  <a:lnTo>
                    <a:pt x="7640179" y="387834"/>
                  </a:lnTo>
                  <a:lnTo>
                    <a:pt x="7672661" y="387055"/>
                  </a:lnTo>
                  <a:lnTo>
                    <a:pt x="7689850" y="386685"/>
                  </a:lnTo>
                  <a:lnTo>
                    <a:pt x="7695729" y="386571"/>
                  </a:lnTo>
                  <a:lnTo>
                    <a:pt x="7696237" y="386561"/>
                  </a:lnTo>
                  <a:lnTo>
                    <a:pt x="8234974" y="386561"/>
                  </a:lnTo>
                  <a:lnTo>
                    <a:pt x="8234974" y="381117"/>
                  </a:lnTo>
                  <a:lnTo>
                    <a:pt x="7696237" y="381117"/>
                  </a:lnTo>
                  <a:lnTo>
                    <a:pt x="7694944" y="381140"/>
                  </a:lnTo>
                  <a:lnTo>
                    <a:pt x="7686506" y="381309"/>
                  </a:lnTo>
                  <a:lnTo>
                    <a:pt x="7665467" y="381775"/>
                  </a:lnTo>
                  <a:lnTo>
                    <a:pt x="7628441" y="382690"/>
                  </a:lnTo>
                  <a:lnTo>
                    <a:pt x="7574440" y="384184"/>
                  </a:lnTo>
                  <a:lnTo>
                    <a:pt x="7504892" y="386354"/>
                  </a:lnTo>
                  <a:lnTo>
                    <a:pt x="7423166" y="389252"/>
                  </a:lnTo>
                  <a:lnTo>
                    <a:pt x="7333704" y="392889"/>
                  </a:lnTo>
                  <a:lnTo>
                    <a:pt x="7241063" y="397254"/>
                  </a:lnTo>
                  <a:lnTo>
                    <a:pt x="7149164" y="402329"/>
                  </a:lnTo>
                  <a:lnTo>
                    <a:pt x="7060898" y="408108"/>
                  </a:lnTo>
                  <a:lnTo>
                    <a:pt x="6978044" y="414612"/>
                  </a:lnTo>
                  <a:lnTo>
                    <a:pt x="6901417" y="421891"/>
                  </a:lnTo>
                  <a:lnTo>
                    <a:pt x="6831093" y="430026"/>
                  </a:lnTo>
                  <a:lnTo>
                    <a:pt x="6766642" y="439136"/>
                  </a:lnTo>
                  <a:lnTo>
                    <a:pt x="6707325" y="449361"/>
                  </a:lnTo>
                  <a:lnTo>
                    <a:pt x="6652236" y="460867"/>
                  </a:lnTo>
                  <a:lnTo>
                    <a:pt x="6600414" y="473818"/>
                  </a:lnTo>
                  <a:lnTo>
                    <a:pt x="6550932" y="488357"/>
                  </a:lnTo>
                  <a:lnTo>
                    <a:pt x="6515891" y="499989"/>
                  </a:lnTo>
                  <a:lnTo>
                    <a:pt x="6465954" y="518436"/>
                  </a:lnTo>
                  <a:lnTo>
                    <a:pt x="6416500" y="538783"/>
                  </a:lnTo>
                  <a:lnTo>
                    <a:pt x="6367012" y="561059"/>
                  </a:lnTo>
                  <a:lnTo>
                    <a:pt x="6317138" y="585224"/>
                  </a:lnTo>
                  <a:lnTo>
                    <a:pt x="6266674" y="611163"/>
                  </a:lnTo>
                  <a:lnTo>
                    <a:pt x="6215542" y="638682"/>
                  </a:lnTo>
                  <a:lnTo>
                    <a:pt x="6163774" y="667510"/>
                  </a:lnTo>
                  <a:lnTo>
                    <a:pt x="6111497" y="697306"/>
                  </a:lnTo>
                  <a:lnTo>
                    <a:pt x="6058904" y="727675"/>
                  </a:lnTo>
                  <a:lnTo>
                    <a:pt x="6006230" y="758189"/>
                  </a:lnTo>
                  <a:lnTo>
                    <a:pt x="5953720" y="788409"/>
                  </a:lnTo>
                  <a:lnTo>
                    <a:pt x="5901597" y="817917"/>
                  </a:lnTo>
                  <a:lnTo>
                    <a:pt x="5850036" y="846334"/>
                  </a:lnTo>
                  <a:lnTo>
                    <a:pt x="5799133" y="873341"/>
                  </a:lnTo>
                  <a:lnTo>
                    <a:pt x="5748885" y="898692"/>
                  </a:lnTo>
                  <a:lnTo>
                    <a:pt x="5699174" y="922222"/>
                  </a:lnTo>
                  <a:lnTo>
                    <a:pt x="5649744" y="943841"/>
                  </a:lnTo>
                  <a:lnTo>
                    <a:pt x="5600193" y="963534"/>
                  </a:lnTo>
                  <a:lnTo>
                    <a:pt x="5567201" y="975479"/>
                  </a:lnTo>
                  <a:lnTo>
                    <a:pt x="5518905" y="991222"/>
                  </a:lnTo>
                  <a:lnTo>
                    <a:pt x="5468875" y="1005319"/>
                  </a:lnTo>
                  <a:lnTo>
                    <a:pt x="5416261" y="1017862"/>
                  </a:lnTo>
                  <a:lnTo>
                    <a:pt x="5360118" y="1029003"/>
                  </a:lnTo>
                  <a:lnTo>
                    <a:pt x="5299491" y="1038910"/>
                  </a:lnTo>
                  <a:lnTo>
                    <a:pt x="5233509" y="1047741"/>
                  </a:lnTo>
                  <a:lnTo>
                    <a:pt x="5161499" y="1055634"/>
                  </a:lnTo>
                  <a:lnTo>
                    <a:pt x="5083147" y="1062695"/>
                  </a:lnTo>
                  <a:lnTo>
                    <a:pt x="4998706" y="1068999"/>
                  </a:lnTo>
                  <a:lnTo>
                    <a:pt x="4909231" y="1074587"/>
                  </a:lnTo>
                  <a:lnTo>
                    <a:pt x="4816799" y="1079470"/>
                  </a:lnTo>
                  <a:lnTo>
                    <a:pt x="4724596" y="1083639"/>
                  </a:lnTo>
                  <a:lnTo>
                    <a:pt x="4636772" y="1087076"/>
                  </a:lnTo>
                  <a:lnTo>
                    <a:pt x="4557941" y="1089773"/>
                  </a:lnTo>
                  <a:lnTo>
                    <a:pt x="4492350" y="1091753"/>
                  </a:lnTo>
                  <a:lnTo>
                    <a:pt x="4442914" y="1093079"/>
                  </a:lnTo>
                  <a:lnTo>
                    <a:pt x="4410432" y="1093857"/>
                  </a:lnTo>
                  <a:lnTo>
                    <a:pt x="4393243" y="1094227"/>
                  </a:lnTo>
                  <a:lnTo>
                    <a:pt x="4387363" y="1094342"/>
                  </a:lnTo>
                  <a:lnTo>
                    <a:pt x="4386855" y="1094351"/>
                  </a:lnTo>
                  <a:lnTo>
                    <a:pt x="3848118" y="1094351"/>
                  </a:lnTo>
                  <a:lnTo>
                    <a:pt x="3846838" y="1094315"/>
                  </a:lnTo>
                  <a:lnTo>
                    <a:pt x="3838481" y="1094059"/>
                  </a:lnTo>
                  <a:lnTo>
                    <a:pt x="3817637" y="1093351"/>
                  </a:lnTo>
                  <a:lnTo>
                    <a:pt x="3780935" y="1091962"/>
                  </a:lnTo>
                  <a:lnTo>
                    <a:pt x="3727367" y="1089691"/>
                  </a:lnTo>
                  <a:lnTo>
                    <a:pt x="3658314" y="1086393"/>
                  </a:lnTo>
                  <a:lnTo>
                    <a:pt x="3577083" y="1081987"/>
                  </a:lnTo>
                  <a:lnTo>
                    <a:pt x="3488059" y="1076453"/>
                  </a:lnTo>
                  <a:lnTo>
                    <a:pt x="3395761" y="1069811"/>
                  </a:lnTo>
                  <a:lnTo>
                    <a:pt x="3304097" y="1062085"/>
                  </a:lnTo>
                  <a:lnTo>
                    <a:pt x="3215963" y="1053285"/>
                  </a:lnTo>
                  <a:lnTo>
                    <a:pt x="3133158" y="1043383"/>
                  </a:lnTo>
                  <a:lnTo>
                    <a:pt x="3056522" y="1032305"/>
                  </a:lnTo>
                  <a:lnTo>
                    <a:pt x="2986155" y="1019927"/>
                  </a:lnTo>
                  <a:lnTo>
                    <a:pt x="2921652" y="1006076"/>
                  </a:lnTo>
                  <a:lnTo>
                    <a:pt x="2862289" y="990534"/>
                  </a:lnTo>
                  <a:lnTo>
                    <a:pt x="2807176" y="973056"/>
                  </a:lnTo>
                  <a:lnTo>
                    <a:pt x="2755364" y="953388"/>
                  </a:lnTo>
                  <a:lnTo>
                    <a:pt x="2705929" y="931312"/>
                  </a:lnTo>
                  <a:lnTo>
                    <a:pt x="2667772" y="911959"/>
                  </a:lnTo>
                  <a:lnTo>
                    <a:pt x="2620729" y="885387"/>
                  </a:lnTo>
                  <a:lnTo>
                    <a:pt x="2574146" y="856232"/>
                  </a:lnTo>
                  <a:lnTo>
                    <a:pt x="2527576" y="824452"/>
                  </a:lnTo>
                  <a:lnTo>
                    <a:pt x="2480708" y="790086"/>
                  </a:lnTo>
                  <a:lnTo>
                    <a:pt x="2433347" y="753258"/>
                  </a:lnTo>
                  <a:lnTo>
                    <a:pt x="2385402" y="714192"/>
                  </a:lnTo>
                  <a:lnTo>
                    <a:pt x="2336872" y="673203"/>
                  </a:lnTo>
                  <a:lnTo>
                    <a:pt x="2287835" y="630697"/>
                  </a:lnTo>
                  <a:lnTo>
                    <a:pt x="2238432" y="587151"/>
                  </a:lnTo>
                  <a:lnTo>
                    <a:pt x="2188844" y="543099"/>
                  </a:lnTo>
                  <a:lnTo>
                    <a:pt x="2139276" y="499100"/>
                  </a:lnTo>
                  <a:lnTo>
                    <a:pt x="2089928" y="455707"/>
                  </a:lnTo>
                  <a:lnTo>
                    <a:pt x="2040976" y="413447"/>
                  </a:lnTo>
                  <a:lnTo>
                    <a:pt x="1992550" y="372785"/>
                  </a:lnTo>
                  <a:lnTo>
                    <a:pt x="1944715" y="334112"/>
                  </a:lnTo>
                  <a:lnTo>
                    <a:pt x="1897455" y="297725"/>
                  </a:lnTo>
                  <a:lnTo>
                    <a:pt x="1850660" y="263830"/>
                  </a:lnTo>
                  <a:lnTo>
                    <a:pt x="1804115" y="232535"/>
                  </a:lnTo>
                  <a:lnTo>
                    <a:pt x="1757484" y="203863"/>
                  </a:lnTo>
                  <a:lnTo>
                    <a:pt x="1719082" y="182391"/>
                  </a:lnTo>
                  <a:lnTo>
                    <a:pt x="1670952" y="158313"/>
                  </a:lnTo>
                  <a:lnTo>
                    <a:pt x="1621101" y="136744"/>
                  </a:lnTo>
                  <a:lnTo>
                    <a:pt x="1568690" y="117544"/>
                  </a:lnTo>
                  <a:lnTo>
                    <a:pt x="1512783" y="100484"/>
                  </a:lnTo>
                  <a:lnTo>
                    <a:pt x="1452436" y="85307"/>
                  </a:lnTo>
                  <a:lnTo>
                    <a:pt x="1386783" y="71774"/>
                  </a:lnTo>
                  <a:lnTo>
                    <a:pt x="1315152" y="59675"/>
                  </a:lnTo>
                  <a:lnTo>
                    <a:pt x="1237223" y="48847"/>
                  </a:lnTo>
                  <a:lnTo>
                    <a:pt x="1153230" y="39175"/>
                  </a:lnTo>
                  <a:lnTo>
                    <a:pt x="1064191" y="30596"/>
                  </a:lnTo>
                  <a:lnTo>
                    <a:pt x="972126" y="23090"/>
                  </a:lnTo>
                  <a:lnTo>
                    <a:pt x="880152" y="16672"/>
                  </a:lnTo>
                  <a:lnTo>
                    <a:pt x="792347" y="11369"/>
                  </a:lnTo>
                  <a:lnTo>
                    <a:pt x="713274" y="7193"/>
                  </a:lnTo>
                  <a:lnTo>
                    <a:pt x="647176" y="4114"/>
                  </a:lnTo>
                  <a:lnTo>
                    <a:pt x="597025" y="2038"/>
                  </a:lnTo>
                  <a:lnTo>
                    <a:pt x="563734" y="806"/>
                  </a:lnTo>
                  <a:lnTo>
                    <a:pt x="545794" y="210"/>
                  </a:lnTo>
                  <a:lnTo>
                    <a:pt x="539388" y="1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62" name="pl1362"/>
            <p:cNvSpPr/>
            <p:nvPr/>
          </p:nvSpPr>
          <p:spPr>
            <a:xfrm>
              <a:off x="546595" y="4861080"/>
              <a:ext cx="8234974" cy="1094351"/>
            </a:xfrm>
            <a:custGeom>
              <a:avLst/>
              <a:pathLst>
                <a:path w="8234974" h="1094351">
                  <a:moveTo>
                    <a:pt x="0" y="0"/>
                  </a:moveTo>
                  <a:lnTo>
                    <a:pt x="538736" y="0"/>
                  </a:lnTo>
                  <a:lnTo>
                    <a:pt x="540017" y="35"/>
                  </a:lnTo>
                  <a:lnTo>
                    <a:pt x="548373" y="291"/>
                  </a:lnTo>
                  <a:lnTo>
                    <a:pt x="569217" y="999"/>
                  </a:lnTo>
                  <a:lnTo>
                    <a:pt x="605920" y="2388"/>
                  </a:lnTo>
                  <a:lnTo>
                    <a:pt x="659487" y="4659"/>
                  </a:lnTo>
                  <a:lnTo>
                    <a:pt x="728540" y="7958"/>
                  </a:lnTo>
                  <a:lnTo>
                    <a:pt x="809772" y="12364"/>
                  </a:lnTo>
                  <a:lnTo>
                    <a:pt x="898796" y="17897"/>
                  </a:lnTo>
                  <a:lnTo>
                    <a:pt x="991094" y="24540"/>
                  </a:lnTo>
                  <a:lnTo>
                    <a:pt x="1082757" y="32266"/>
                  </a:lnTo>
                  <a:lnTo>
                    <a:pt x="1170892" y="41066"/>
                  </a:lnTo>
                  <a:lnTo>
                    <a:pt x="1253697" y="50967"/>
                  </a:lnTo>
                  <a:lnTo>
                    <a:pt x="1330333" y="62045"/>
                  </a:lnTo>
                  <a:lnTo>
                    <a:pt x="1400699" y="74423"/>
                  </a:lnTo>
                  <a:lnTo>
                    <a:pt x="1465203" y="88275"/>
                  </a:lnTo>
                  <a:lnTo>
                    <a:pt x="1524566" y="103816"/>
                  </a:lnTo>
                  <a:lnTo>
                    <a:pt x="1579679" y="121294"/>
                  </a:lnTo>
                  <a:lnTo>
                    <a:pt x="1631491" y="140962"/>
                  </a:lnTo>
                  <a:lnTo>
                    <a:pt x="1680926" y="163038"/>
                  </a:lnTo>
                  <a:lnTo>
                    <a:pt x="1719082" y="182391"/>
                  </a:lnTo>
                  <a:lnTo>
                    <a:pt x="1766125" y="208964"/>
                  </a:lnTo>
                  <a:lnTo>
                    <a:pt x="1812709" y="238119"/>
                  </a:lnTo>
                  <a:lnTo>
                    <a:pt x="1859278" y="269898"/>
                  </a:lnTo>
                  <a:lnTo>
                    <a:pt x="1906146" y="304265"/>
                  </a:lnTo>
                  <a:lnTo>
                    <a:pt x="1953507" y="341092"/>
                  </a:lnTo>
                  <a:lnTo>
                    <a:pt x="2001453" y="380158"/>
                  </a:lnTo>
                  <a:lnTo>
                    <a:pt x="2049983" y="421147"/>
                  </a:lnTo>
                  <a:lnTo>
                    <a:pt x="2099019" y="463654"/>
                  </a:lnTo>
                  <a:lnTo>
                    <a:pt x="2148423" y="507199"/>
                  </a:lnTo>
                  <a:lnTo>
                    <a:pt x="2198010" y="551251"/>
                  </a:lnTo>
                  <a:lnTo>
                    <a:pt x="2247579" y="595251"/>
                  </a:lnTo>
                  <a:lnTo>
                    <a:pt x="2296927" y="638643"/>
                  </a:lnTo>
                  <a:lnTo>
                    <a:pt x="2345879" y="680903"/>
                  </a:lnTo>
                  <a:lnTo>
                    <a:pt x="2394305" y="721565"/>
                  </a:lnTo>
                  <a:lnTo>
                    <a:pt x="2442140" y="760239"/>
                  </a:lnTo>
                  <a:lnTo>
                    <a:pt x="2489400" y="796625"/>
                  </a:lnTo>
                  <a:lnTo>
                    <a:pt x="2536195" y="830520"/>
                  </a:lnTo>
                  <a:lnTo>
                    <a:pt x="2582740" y="861815"/>
                  </a:lnTo>
                  <a:lnTo>
                    <a:pt x="2629370" y="890488"/>
                  </a:lnTo>
                  <a:lnTo>
                    <a:pt x="2667772" y="911959"/>
                  </a:lnTo>
                  <a:lnTo>
                    <a:pt x="2715903" y="936038"/>
                  </a:lnTo>
                  <a:lnTo>
                    <a:pt x="2765754" y="957607"/>
                  </a:lnTo>
                  <a:lnTo>
                    <a:pt x="2818165" y="976806"/>
                  </a:lnTo>
                  <a:lnTo>
                    <a:pt x="2874071" y="993867"/>
                  </a:lnTo>
                  <a:lnTo>
                    <a:pt x="2934418" y="1009043"/>
                  </a:lnTo>
                  <a:lnTo>
                    <a:pt x="3000072" y="1022577"/>
                  </a:lnTo>
                  <a:lnTo>
                    <a:pt x="3071703" y="1034676"/>
                  </a:lnTo>
                  <a:lnTo>
                    <a:pt x="3149631" y="1045504"/>
                  </a:lnTo>
                  <a:lnTo>
                    <a:pt x="3233625" y="1055175"/>
                  </a:lnTo>
                  <a:lnTo>
                    <a:pt x="3322663" y="1063755"/>
                  </a:lnTo>
                  <a:lnTo>
                    <a:pt x="3414729" y="1071260"/>
                  </a:lnTo>
                  <a:lnTo>
                    <a:pt x="3506703" y="1077678"/>
                  </a:lnTo>
                  <a:lnTo>
                    <a:pt x="3594507" y="1082981"/>
                  </a:lnTo>
                  <a:lnTo>
                    <a:pt x="3673580" y="1087157"/>
                  </a:lnTo>
                  <a:lnTo>
                    <a:pt x="3739678" y="1090236"/>
                  </a:lnTo>
                  <a:lnTo>
                    <a:pt x="3789829" y="1092312"/>
                  </a:lnTo>
                  <a:lnTo>
                    <a:pt x="3823121" y="1093544"/>
                  </a:lnTo>
                  <a:lnTo>
                    <a:pt x="3841061" y="1094141"/>
                  </a:lnTo>
                  <a:lnTo>
                    <a:pt x="3847467" y="1094333"/>
                  </a:lnTo>
                  <a:lnTo>
                    <a:pt x="3848118" y="1094351"/>
                  </a:lnTo>
                  <a:lnTo>
                    <a:pt x="4386855" y="1094351"/>
                  </a:lnTo>
                  <a:lnTo>
                    <a:pt x="4388148" y="1094327"/>
                  </a:lnTo>
                  <a:lnTo>
                    <a:pt x="4396586" y="1094159"/>
                  </a:lnTo>
                  <a:lnTo>
                    <a:pt x="4417625" y="1093693"/>
                  </a:lnTo>
                  <a:lnTo>
                    <a:pt x="4454651" y="1092778"/>
                  </a:lnTo>
                  <a:lnTo>
                    <a:pt x="4508652" y="1091283"/>
                  </a:lnTo>
                  <a:lnTo>
                    <a:pt x="4578200" y="1089113"/>
                  </a:lnTo>
                  <a:lnTo>
                    <a:pt x="4659926" y="1086216"/>
                  </a:lnTo>
                  <a:lnTo>
                    <a:pt x="4749389" y="1082579"/>
                  </a:lnTo>
                  <a:lnTo>
                    <a:pt x="4842030" y="1078214"/>
                  </a:lnTo>
                  <a:lnTo>
                    <a:pt x="4933928" y="1073139"/>
                  </a:lnTo>
                  <a:lnTo>
                    <a:pt x="5022195" y="1067359"/>
                  </a:lnTo>
                  <a:lnTo>
                    <a:pt x="5105049" y="1060855"/>
                  </a:lnTo>
                  <a:lnTo>
                    <a:pt x="5181676" y="1053577"/>
                  </a:lnTo>
                  <a:lnTo>
                    <a:pt x="5252000" y="1045441"/>
                  </a:lnTo>
                  <a:lnTo>
                    <a:pt x="5316450" y="1036332"/>
                  </a:lnTo>
                  <a:lnTo>
                    <a:pt x="5375768" y="1026107"/>
                  </a:lnTo>
                  <a:lnTo>
                    <a:pt x="5430857" y="1014601"/>
                  </a:lnTo>
                  <a:lnTo>
                    <a:pt x="5482678" y="1001650"/>
                  </a:lnTo>
                  <a:lnTo>
                    <a:pt x="5532160" y="987111"/>
                  </a:lnTo>
                  <a:lnTo>
                    <a:pt x="5567201" y="975479"/>
                  </a:lnTo>
                  <a:lnTo>
                    <a:pt x="5617139" y="957032"/>
                  </a:lnTo>
                  <a:lnTo>
                    <a:pt x="5666593" y="936684"/>
                  </a:lnTo>
                  <a:lnTo>
                    <a:pt x="5716081" y="914409"/>
                  </a:lnTo>
                  <a:lnTo>
                    <a:pt x="5765954" y="890244"/>
                  </a:lnTo>
                  <a:lnTo>
                    <a:pt x="5816418" y="864305"/>
                  </a:lnTo>
                  <a:lnTo>
                    <a:pt x="5867551" y="836786"/>
                  </a:lnTo>
                  <a:lnTo>
                    <a:pt x="5919319" y="807958"/>
                  </a:lnTo>
                  <a:lnTo>
                    <a:pt x="5971596" y="778162"/>
                  </a:lnTo>
                  <a:lnTo>
                    <a:pt x="6024189" y="747793"/>
                  </a:lnTo>
                  <a:lnTo>
                    <a:pt x="6076863" y="717279"/>
                  </a:lnTo>
                  <a:lnTo>
                    <a:pt x="6129373" y="687058"/>
                  </a:lnTo>
                  <a:lnTo>
                    <a:pt x="6181495" y="657550"/>
                  </a:lnTo>
                  <a:lnTo>
                    <a:pt x="6233056" y="629134"/>
                  </a:lnTo>
                  <a:lnTo>
                    <a:pt x="6283959" y="602127"/>
                  </a:lnTo>
                  <a:lnTo>
                    <a:pt x="6334207" y="576776"/>
                  </a:lnTo>
                  <a:lnTo>
                    <a:pt x="6383919" y="553246"/>
                  </a:lnTo>
                  <a:lnTo>
                    <a:pt x="6433348" y="531627"/>
                  </a:lnTo>
                  <a:lnTo>
                    <a:pt x="6482899" y="511934"/>
                  </a:lnTo>
                  <a:lnTo>
                    <a:pt x="6515891" y="499989"/>
                  </a:lnTo>
                  <a:lnTo>
                    <a:pt x="6564187" y="484246"/>
                  </a:lnTo>
                  <a:lnTo>
                    <a:pt x="6614217" y="470149"/>
                  </a:lnTo>
                  <a:lnTo>
                    <a:pt x="6666832" y="457606"/>
                  </a:lnTo>
                  <a:lnTo>
                    <a:pt x="6722975" y="446465"/>
                  </a:lnTo>
                  <a:lnTo>
                    <a:pt x="6783601" y="436558"/>
                  </a:lnTo>
                  <a:lnTo>
                    <a:pt x="6849583" y="427726"/>
                  </a:lnTo>
                  <a:lnTo>
                    <a:pt x="6921594" y="419833"/>
                  </a:lnTo>
                  <a:lnTo>
                    <a:pt x="6999946" y="412772"/>
                  </a:lnTo>
                  <a:lnTo>
                    <a:pt x="7084387" y="406469"/>
                  </a:lnTo>
                  <a:lnTo>
                    <a:pt x="7173861" y="400881"/>
                  </a:lnTo>
                  <a:lnTo>
                    <a:pt x="7266294" y="395998"/>
                  </a:lnTo>
                  <a:lnTo>
                    <a:pt x="7358497" y="391829"/>
                  </a:lnTo>
                  <a:lnTo>
                    <a:pt x="7446320" y="388392"/>
                  </a:lnTo>
                  <a:lnTo>
                    <a:pt x="7525151" y="385695"/>
                  </a:lnTo>
                  <a:lnTo>
                    <a:pt x="7590743" y="383715"/>
                  </a:lnTo>
                  <a:lnTo>
                    <a:pt x="7640179" y="382389"/>
                  </a:lnTo>
                  <a:lnTo>
                    <a:pt x="7672661" y="381610"/>
                  </a:lnTo>
                  <a:lnTo>
                    <a:pt x="7689850" y="381240"/>
                  </a:lnTo>
                  <a:lnTo>
                    <a:pt x="7695729" y="381126"/>
                  </a:lnTo>
                  <a:lnTo>
                    <a:pt x="7696237" y="381117"/>
                  </a:lnTo>
                  <a:lnTo>
                    <a:pt x="8234974" y="3811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3" name="pl1363"/>
            <p:cNvSpPr/>
            <p:nvPr/>
          </p:nvSpPr>
          <p:spPr>
            <a:xfrm>
              <a:off x="546595" y="4855635"/>
              <a:ext cx="8234974" cy="1094351"/>
            </a:xfrm>
            <a:custGeom>
              <a:avLst/>
              <a:pathLst>
                <a:path w="8234974" h="1094351">
                  <a:moveTo>
                    <a:pt x="8234974" y="381117"/>
                  </a:moveTo>
                  <a:lnTo>
                    <a:pt x="7696237" y="381117"/>
                  </a:lnTo>
                  <a:lnTo>
                    <a:pt x="7694944" y="381140"/>
                  </a:lnTo>
                  <a:lnTo>
                    <a:pt x="7686506" y="381309"/>
                  </a:lnTo>
                  <a:lnTo>
                    <a:pt x="7665467" y="381775"/>
                  </a:lnTo>
                  <a:lnTo>
                    <a:pt x="7628441" y="382690"/>
                  </a:lnTo>
                  <a:lnTo>
                    <a:pt x="7574440" y="384184"/>
                  </a:lnTo>
                  <a:lnTo>
                    <a:pt x="7504892" y="386354"/>
                  </a:lnTo>
                  <a:lnTo>
                    <a:pt x="7423166" y="389252"/>
                  </a:lnTo>
                  <a:lnTo>
                    <a:pt x="7333704" y="392889"/>
                  </a:lnTo>
                  <a:lnTo>
                    <a:pt x="7241063" y="397254"/>
                  </a:lnTo>
                  <a:lnTo>
                    <a:pt x="7149164" y="402329"/>
                  </a:lnTo>
                  <a:lnTo>
                    <a:pt x="7060898" y="408108"/>
                  </a:lnTo>
                  <a:lnTo>
                    <a:pt x="6978044" y="414612"/>
                  </a:lnTo>
                  <a:lnTo>
                    <a:pt x="6901417" y="421891"/>
                  </a:lnTo>
                  <a:lnTo>
                    <a:pt x="6831093" y="430026"/>
                  </a:lnTo>
                  <a:lnTo>
                    <a:pt x="6766642" y="439136"/>
                  </a:lnTo>
                  <a:lnTo>
                    <a:pt x="6707325" y="449361"/>
                  </a:lnTo>
                  <a:lnTo>
                    <a:pt x="6652236" y="460867"/>
                  </a:lnTo>
                  <a:lnTo>
                    <a:pt x="6600414" y="473818"/>
                  </a:lnTo>
                  <a:lnTo>
                    <a:pt x="6550932" y="488357"/>
                  </a:lnTo>
                  <a:lnTo>
                    <a:pt x="6515891" y="499989"/>
                  </a:lnTo>
                  <a:lnTo>
                    <a:pt x="6465954" y="518436"/>
                  </a:lnTo>
                  <a:lnTo>
                    <a:pt x="6416500" y="538783"/>
                  </a:lnTo>
                  <a:lnTo>
                    <a:pt x="6367012" y="561059"/>
                  </a:lnTo>
                  <a:lnTo>
                    <a:pt x="6317138" y="585224"/>
                  </a:lnTo>
                  <a:lnTo>
                    <a:pt x="6266674" y="611163"/>
                  </a:lnTo>
                  <a:lnTo>
                    <a:pt x="6215542" y="638682"/>
                  </a:lnTo>
                  <a:lnTo>
                    <a:pt x="6163774" y="667510"/>
                  </a:lnTo>
                  <a:lnTo>
                    <a:pt x="6111497" y="697306"/>
                  </a:lnTo>
                  <a:lnTo>
                    <a:pt x="6058904" y="727675"/>
                  </a:lnTo>
                  <a:lnTo>
                    <a:pt x="6006230" y="758189"/>
                  </a:lnTo>
                  <a:lnTo>
                    <a:pt x="5953720" y="788409"/>
                  </a:lnTo>
                  <a:lnTo>
                    <a:pt x="5901597" y="817917"/>
                  </a:lnTo>
                  <a:lnTo>
                    <a:pt x="5850036" y="846334"/>
                  </a:lnTo>
                  <a:lnTo>
                    <a:pt x="5799133" y="873341"/>
                  </a:lnTo>
                  <a:lnTo>
                    <a:pt x="5748885" y="898692"/>
                  </a:lnTo>
                  <a:lnTo>
                    <a:pt x="5699174" y="922222"/>
                  </a:lnTo>
                  <a:lnTo>
                    <a:pt x="5649744" y="943841"/>
                  </a:lnTo>
                  <a:lnTo>
                    <a:pt x="5600193" y="963534"/>
                  </a:lnTo>
                  <a:lnTo>
                    <a:pt x="5567201" y="975479"/>
                  </a:lnTo>
                  <a:lnTo>
                    <a:pt x="5518905" y="991222"/>
                  </a:lnTo>
                  <a:lnTo>
                    <a:pt x="5468875" y="1005319"/>
                  </a:lnTo>
                  <a:lnTo>
                    <a:pt x="5416261" y="1017862"/>
                  </a:lnTo>
                  <a:lnTo>
                    <a:pt x="5360118" y="1029003"/>
                  </a:lnTo>
                  <a:lnTo>
                    <a:pt x="5299491" y="1038910"/>
                  </a:lnTo>
                  <a:lnTo>
                    <a:pt x="5233509" y="1047741"/>
                  </a:lnTo>
                  <a:lnTo>
                    <a:pt x="5161499" y="1055634"/>
                  </a:lnTo>
                  <a:lnTo>
                    <a:pt x="5083147" y="1062695"/>
                  </a:lnTo>
                  <a:lnTo>
                    <a:pt x="4998706" y="1068999"/>
                  </a:lnTo>
                  <a:lnTo>
                    <a:pt x="4909231" y="1074587"/>
                  </a:lnTo>
                  <a:lnTo>
                    <a:pt x="4816799" y="1079470"/>
                  </a:lnTo>
                  <a:lnTo>
                    <a:pt x="4724596" y="1083639"/>
                  </a:lnTo>
                  <a:lnTo>
                    <a:pt x="4636772" y="1087076"/>
                  </a:lnTo>
                  <a:lnTo>
                    <a:pt x="4557941" y="1089773"/>
                  </a:lnTo>
                  <a:lnTo>
                    <a:pt x="4492350" y="1091753"/>
                  </a:lnTo>
                  <a:lnTo>
                    <a:pt x="4442914" y="1093079"/>
                  </a:lnTo>
                  <a:lnTo>
                    <a:pt x="4410432" y="1093857"/>
                  </a:lnTo>
                  <a:lnTo>
                    <a:pt x="4393243" y="1094227"/>
                  </a:lnTo>
                  <a:lnTo>
                    <a:pt x="4387363" y="1094342"/>
                  </a:lnTo>
                  <a:lnTo>
                    <a:pt x="4386855" y="1094351"/>
                  </a:lnTo>
                  <a:lnTo>
                    <a:pt x="3848118" y="1094351"/>
                  </a:lnTo>
                  <a:lnTo>
                    <a:pt x="3846838" y="1094315"/>
                  </a:lnTo>
                  <a:lnTo>
                    <a:pt x="3838481" y="1094059"/>
                  </a:lnTo>
                  <a:lnTo>
                    <a:pt x="3817637" y="1093351"/>
                  </a:lnTo>
                  <a:lnTo>
                    <a:pt x="3780935" y="1091962"/>
                  </a:lnTo>
                  <a:lnTo>
                    <a:pt x="3727367" y="1089691"/>
                  </a:lnTo>
                  <a:lnTo>
                    <a:pt x="3658314" y="1086393"/>
                  </a:lnTo>
                  <a:lnTo>
                    <a:pt x="3577083" y="1081987"/>
                  </a:lnTo>
                  <a:lnTo>
                    <a:pt x="3488059" y="1076453"/>
                  </a:lnTo>
                  <a:lnTo>
                    <a:pt x="3395761" y="1069811"/>
                  </a:lnTo>
                  <a:lnTo>
                    <a:pt x="3304097" y="1062085"/>
                  </a:lnTo>
                  <a:lnTo>
                    <a:pt x="3215963" y="1053285"/>
                  </a:lnTo>
                  <a:lnTo>
                    <a:pt x="3133158" y="1043383"/>
                  </a:lnTo>
                  <a:lnTo>
                    <a:pt x="3056522" y="1032305"/>
                  </a:lnTo>
                  <a:lnTo>
                    <a:pt x="2986155" y="1019927"/>
                  </a:lnTo>
                  <a:lnTo>
                    <a:pt x="2921652" y="1006076"/>
                  </a:lnTo>
                  <a:lnTo>
                    <a:pt x="2862289" y="990534"/>
                  </a:lnTo>
                  <a:lnTo>
                    <a:pt x="2807176" y="973056"/>
                  </a:lnTo>
                  <a:lnTo>
                    <a:pt x="2755364" y="953388"/>
                  </a:lnTo>
                  <a:lnTo>
                    <a:pt x="2705929" y="931312"/>
                  </a:lnTo>
                  <a:lnTo>
                    <a:pt x="2667772" y="911959"/>
                  </a:lnTo>
                  <a:lnTo>
                    <a:pt x="2620729" y="885387"/>
                  </a:lnTo>
                  <a:lnTo>
                    <a:pt x="2574146" y="856232"/>
                  </a:lnTo>
                  <a:lnTo>
                    <a:pt x="2527576" y="824452"/>
                  </a:lnTo>
                  <a:lnTo>
                    <a:pt x="2480708" y="790086"/>
                  </a:lnTo>
                  <a:lnTo>
                    <a:pt x="2433347" y="753258"/>
                  </a:lnTo>
                  <a:lnTo>
                    <a:pt x="2385402" y="714192"/>
                  </a:lnTo>
                  <a:lnTo>
                    <a:pt x="2336872" y="673203"/>
                  </a:lnTo>
                  <a:lnTo>
                    <a:pt x="2287835" y="630697"/>
                  </a:lnTo>
                  <a:lnTo>
                    <a:pt x="2238432" y="587151"/>
                  </a:lnTo>
                  <a:lnTo>
                    <a:pt x="2188844" y="543099"/>
                  </a:lnTo>
                  <a:lnTo>
                    <a:pt x="2139276" y="499100"/>
                  </a:lnTo>
                  <a:lnTo>
                    <a:pt x="2089928" y="455707"/>
                  </a:lnTo>
                  <a:lnTo>
                    <a:pt x="2040976" y="413447"/>
                  </a:lnTo>
                  <a:lnTo>
                    <a:pt x="1992550" y="372785"/>
                  </a:lnTo>
                  <a:lnTo>
                    <a:pt x="1944715" y="334112"/>
                  </a:lnTo>
                  <a:lnTo>
                    <a:pt x="1897455" y="297725"/>
                  </a:lnTo>
                  <a:lnTo>
                    <a:pt x="1850660" y="263830"/>
                  </a:lnTo>
                  <a:lnTo>
                    <a:pt x="1804115" y="232535"/>
                  </a:lnTo>
                  <a:lnTo>
                    <a:pt x="1757484" y="203863"/>
                  </a:lnTo>
                  <a:lnTo>
                    <a:pt x="1719082" y="182391"/>
                  </a:lnTo>
                  <a:lnTo>
                    <a:pt x="1670952" y="158313"/>
                  </a:lnTo>
                  <a:lnTo>
                    <a:pt x="1621101" y="136744"/>
                  </a:lnTo>
                  <a:lnTo>
                    <a:pt x="1568690" y="117544"/>
                  </a:lnTo>
                  <a:lnTo>
                    <a:pt x="1512783" y="100484"/>
                  </a:lnTo>
                  <a:lnTo>
                    <a:pt x="1452436" y="85307"/>
                  </a:lnTo>
                  <a:lnTo>
                    <a:pt x="1386783" y="71774"/>
                  </a:lnTo>
                  <a:lnTo>
                    <a:pt x="1315152" y="59675"/>
                  </a:lnTo>
                  <a:lnTo>
                    <a:pt x="1237223" y="48847"/>
                  </a:lnTo>
                  <a:lnTo>
                    <a:pt x="1153230" y="39175"/>
                  </a:lnTo>
                  <a:lnTo>
                    <a:pt x="1064191" y="30596"/>
                  </a:lnTo>
                  <a:lnTo>
                    <a:pt x="972126" y="23090"/>
                  </a:lnTo>
                  <a:lnTo>
                    <a:pt x="880152" y="16672"/>
                  </a:lnTo>
                  <a:lnTo>
                    <a:pt x="792347" y="11369"/>
                  </a:lnTo>
                  <a:lnTo>
                    <a:pt x="713274" y="7193"/>
                  </a:lnTo>
                  <a:lnTo>
                    <a:pt x="647176" y="4114"/>
                  </a:lnTo>
                  <a:lnTo>
                    <a:pt x="597025" y="2038"/>
                  </a:lnTo>
                  <a:lnTo>
                    <a:pt x="563734" y="806"/>
                  </a:lnTo>
                  <a:lnTo>
                    <a:pt x="545794" y="210"/>
                  </a:lnTo>
                  <a:lnTo>
                    <a:pt x="539388" y="1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4" name="pg1364"/>
            <p:cNvSpPr/>
            <p:nvPr/>
          </p:nvSpPr>
          <p:spPr>
            <a:xfrm>
              <a:off x="546595" y="2062589"/>
              <a:ext cx="8234974" cy="2624265"/>
            </a:xfrm>
            <a:custGeom>
              <a:avLst/>
              <a:pathLst>
                <a:path w="8234974" h="2624265">
                  <a:moveTo>
                    <a:pt x="0" y="2624265"/>
                  </a:moveTo>
                  <a:lnTo>
                    <a:pt x="538736" y="2624265"/>
                  </a:lnTo>
                  <a:lnTo>
                    <a:pt x="539971" y="2624204"/>
                  </a:lnTo>
                  <a:lnTo>
                    <a:pt x="548039" y="2623766"/>
                  </a:lnTo>
                  <a:lnTo>
                    <a:pt x="568190" y="2622554"/>
                  </a:lnTo>
                  <a:lnTo>
                    <a:pt x="603739" y="2620176"/>
                  </a:lnTo>
                  <a:lnTo>
                    <a:pt x="655757" y="2616285"/>
                  </a:lnTo>
                  <a:lnTo>
                    <a:pt x="723032" y="2610624"/>
                  </a:lnTo>
                  <a:lnTo>
                    <a:pt x="802476" y="2603050"/>
                  </a:lnTo>
                  <a:lnTo>
                    <a:pt x="889906" y="2593522"/>
                  </a:lnTo>
                  <a:lnTo>
                    <a:pt x="980943" y="2582067"/>
                  </a:lnTo>
                  <a:lnTo>
                    <a:pt x="1071733" y="2568730"/>
                  </a:lnTo>
                  <a:lnTo>
                    <a:pt x="1159363" y="2553533"/>
                  </a:lnTo>
                  <a:lnTo>
                    <a:pt x="1241967" y="2536437"/>
                  </a:lnTo>
                  <a:lnTo>
                    <a:pt x="1318619" y="2517328"/>
                  </a:lnTo>
                  <a:lnTo>
                    <a:pt x="1389130" y="2496005"/>
                  </a:lnTo>
                  <a:lnTo>
                    <a:pt x="1453825" y="2472185"/>
                  </a:lnTo>
                  <a:lnTo>
                    <a:pt x="1513359" y="2445510"/>
                  </a:lnTo>
                  <a:lnTo>
                    <a:pt x="1568568" y="2415564"/>
                  </a:lnTo>
                  <a:lnTo>
                    <a:pt x="1620365" y="2381913"/>
                  </a:lnTo>
                  <a:lnTo>
                    <a:pt x="1669650" y="2344159"/>
                  </a:lnTo>
                  <a:lnTo>
                    <a:pt x="1717238" y="2302058"/>
                  </a:lnTo>
                  <a:lnTo>
                    <a:pt x="1719082" y="2300315"/>
                  </a:lnTo>
                  <a:lnTo>
                    <a:pt x="1759731" y="2259841"/>
                  </a:lnTo>
                  <a:lnTo>
                    <a:pt x="1799986" y="2215961"/>
                  </a:lnTo>
                  <a:lnTo>
                    <a:pt x="1840153" y="2168611"/>
                  </a:lnTo>
                  <a:lnTo>
                    <a:pt x="1880460" y="2117800"/>
                  </a:lnTo>
                  <a:lnTo>
                    <a:pt x="1921066" y="2063623"/>
                  </a:lnTo>
                  <a:lnTo>
                    <a:pt x="1962071" y="2006265"/>
                  </a:lnTo>
                  <a:lnTo>
                    <a:pt x="2003518" y="1946008"/>
                  </a:lnTo>
                  <a:lnTo>
                    <a:pt x="2045400" y="1883223"/>
                  </a:lnTo>
                  <a:lnTo>
                    <a:pt x="2087669" y="1818373"/>
                  </a:lnTo>
                  <a:lnTo>
                    <a:pt x="2130238" y="1751992"/>
                  </a:lnTo>
                  <a:lnTo>
                    <a:pt x="2172999" y="1684676"/>
                  </a:lnTo>
                  <a:lnTo>
                    <a:pt x="2215822" y="1617053"/>
                  </a:lnTo>
                  <a:lnTo>
                    <a:pt x="2258576" y="1549765"/>
                  </a:lnTo>
                  <a:lnTo>
                    <a:pt x="2301134" y="1483443"/>
                  </a:lnTo>
                  <a:lnTo>
                    <a:pt x="2343387" y="1418676"/>
                  </a:lnTo>
                  <a:lnTo>
                    <a:pt x="2385250" y="1355998"/>
                  </a:lnTo>
                  <a:lnTo>
                    <a:pt x="2426676" y="1295866"/>
                  </a:lnTo>
                  <a:lnTo>
                    <a:pt x="2467661" y="1238649"/>
                  </a:lnTo>
                  <a:lnTo>
                    <a:pt x="2508251" y="1184623"/>
                  </a:lnTo>
                  <a:lnTo>
                    <a:pt x="2548548" y="1133970"/>
                  </a:lnTo>
                  <a:lnTo>
                    <a:pt x="2588713" y="1086780"/>
                  </a:lnTo>
                  <a:lnTo>
                    <a:pt x="2628979" y="1043058"/>
                  </a:lnTo>
                  <a:lnTo>
                    <a:pt x="2667772" y="1004516"/>
                  </a:lnTo>
                  <a:lnTo>
                    <a:pt x="2715308" y="962243"/>
                  </a:lnTo>
                  <a:lnTo>
                    <a:pt x="2764512" y="924322"/>
                  </a:lnTo>
                  <a:lnTo>
                    <a:pt x="2816194" y="890516"/>
                  </a:lnTo>
                  <a:lnTo>
                    <a:pt x="2871252" y="860433"/>
                  </a:lnTo>
                  <a:lnTo>
                    <a:pt x="2930599" y="833638"/>
                  </a:lnTo>
                  <a:lnTo>
                    <a:pt x="2995078" y="809713"/>
                  </a:lnTo>
                  <a:lnTo>
                    <a:pt x="3065351" y="788298"/>
                  </a:lnTo>
                  <a:lnTo>
                    <a:pt x="3141761" y="769106"/>
                  </a:lnTo>
                  <a:lnTo>
                    <a:pt x="3224144" y="751934"/>
                  </a:lnTo>
                  <a:lnTo>
                    <a:pt x="3311604" y="736663"/>
                  </a:lnTo>
                  <a:lnTo>
                    <a:pt x="3402318" y="723253"/>
                  </a:lnTo>
                  <a:lnTo>
                    <a:pt x="3493413" y="711723"/>
                  </a:lnTo>
                  <a:lnTo>
                    <a:pt x="3581066" y="702118"/>
                  </a:lnTo>
                  <a:lnTo>
                    <a:pt x="3660906" y="694468"/>
                  </a:lnTo>
                  <a:lnTo>
                    <a:pt x="3728728" y="688734"/>
                  </a:lnTo>
                  <a:lnTo>
                    <a:pt x="3781382" y="684778"/>
                  </a:lnTo>
                  <a:lnTo>
                    <a:pt x="3817573" y="682346"/>
                  </a:lnTo>
                  <a:lnTo>
                    <a:pt x="3838280" y="681096"/>
                  </a:lnTo>
                  <a:lnTo>
                    <a:pt x="3846735" y="680635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4" y="680384"/>
                  </a:lnTo>
                  <a:lnTo>
                    <a:pt x="4417648" y="679943"/>
                  </a:lnTo>
                  <a:lnTo>
                    <a:pt x="4454699" y="679076"/>
                  </a:lnTo>
                  <a:lnTo>
                    <a:pt x="4508734" y="677661"/>
                  </a:lnTo>
                  <a:lnTo>
                    <a:pt x="4578320" y="675605"/>
                  </a:lnTo>
                  <a:lnTo>
                    <a:pt x="4660084" y="672860"/>
                  </a:lnTo>
                  <a:lnTo>
                    <a:pt x="4749580" y="669415"/>
                  </a:lnTo>
                  <a:lnTo>
                    <a:pt x="4842248" y="665281"/>
                  </a:lnTo>
                  <a:lnTo>
                    <a:pt x="4934164" y="660475"/>
                  </a:lnTo>
                  <a:lnTo>
                    <a:pt x="5022441" y="655000"/>
                  </a:lnTo>
                  <a:lnTo>
                    <a:pt x="5105299" y="648840"/>
                  </a:lnTo>
                  <a:lnTo>
                    <a:pt x="5181925" y="641947"/>
                  </a:lnTo>
                  <a:lnTo>
                    <a:pt x="5252246" y="634240"/>
                  </a:lnTo>
                  <a:lnTo>
                    <a:pt x="5316692" y="625612"/>
                  </a:lnTo>
                  <a:lnTo>
                    <a:pt x="5376006" y="615926"/>
                  </a:lnTo>
                  <a:lnTo>
                    <a:pt x="5431094" y="605027"/>
                  </a:lnTo>
                  <a:lnTo>
                    <a:pt x="5482916" y="592758"/>
                  </a:lnTo>
                  <a:lnTo>
                    <a:pt x="5532401" y="578985"/>
                  </a:lnTo>
                  <a:lnTo>
                    <a:pt x="5567201" y="568046"/>
                  </a:lnTo>
                  <a:lnTo>
                    <a:pt x="5617401" y="550488"/>
                  </a:lnTo>
                  <a:lnTo>
                    <a:pt x="5667115" y="531111"/>
                  </a:lnTo>
                  <a:lnTo>
                    <a:pt x="5716869" y="509890"/>
                  </a:lnTo>
                  <a:lnTo>
                    <a:pt x="5767015" y="486863"/>
                  </a:lnTo>
                  <a:lnTo>
                    <a:pt x="5817762" y="462142"/>
                  </a:lnTo>
                  <a:lnTo>
                    <a:pt x="5869185" y="435916"/>
                  </a:lnTo>
                  <a:lnTo>
                    <a:pt x="5921246" y="408447"/>
                  </a:lnTo>
                  <a:lnTo>
                    <a:pt x="5973817" y="380065"/>
                  </a:lnTo>
                  <a:lnTo>
                    <a:pt x="6026697" y="351151"/>
                  </a:lnTo>
                  <a:lnTo>
                    <a:pt x="6079647" y="322120"/>
                  </a:lnTo>
                  <a:lnTo>
                    <a:pt x="6132418" y="293390"/>
                  </a:lnTo>
                  <a:lnTo>
                    <a:pt x="6184786" y="265364"/>
                  </a:lnTo>
                  <a:lnTo>
                    <a:pt x="6236578" y="238404"/>
                  </a:lnTo>
                  <a:lnTo>
                    <a:pt x="6287702" y="212811"/>
                  </a:lnTo>
                  <a:lnTo>
                    <a:pt x="6338169" y="188816"/>
                  </a:lnTo>
                  <a:lnTo>
                    <a:pt x="6388109" y="166573"/>
                  </a:lnTo>
                  <a:lnTo>
                    <a:pt x="6437792" y="146161"/>
                  </a:lnTo>
                  <a:lnTo>
                    <a:pt x="6487644" y="127590"/>
                  </a:lnTo>
                  <a:lnTo>
                    <a:pt x="6515891" y="117964"/>
                  </a:lnTo>
                  <a:lnTo>
                    <a:pt x="6564200" y="103059"/>
                  </a:lnTo>
                  <a:lnTo>
                    <a:pt x="6614244" y="89712"/>
                  </a:lnTo>
                  <a:lnTo>
                    <a:pt x="6666874" y="77837"/>
                  </a:lnTo>
                  <a:lnTo>
                    <a:pt x="6723036" y="67290"/>
                  </a:lnTo>
                  <a:lnTo>
                    <a:pt x="6783684" y="57911"/>
                  </a:lnTo>
                  <a:lnTo>
                    <a:pt x="6849691" y="49550"/>
                  </a:lnTo>
                  <a:lnTo>
                    <a:pt x="6921731" y="42079"/>
                  </a:lnTo>
                  <a:lnTo>
                    <a:pt x="7000116" y="35395"/>
                  </a:lnTo>
                  <a:lnTo>
                    <a:pt x="7084592" y="29428"/>
                  </a:lnTo>
                  <a:lnTo>
                    <a:pt x="7174100" y="24139"/>
                  </a:lnTo>
                  <a:lnTo>
                    <a:pt x="7266561" y="19517"/>
                  </a:lnTo>
                  <a:lnTo>
                    <a:pt x="7358781" y="15572"/>
                  </a:lnTo>
                  <a:lnTo>
                    <a:pt x="7446606" y="12320"/>
                  </a:lnTo>
                  <a:lnTo>
                    <a:pt x="7525418" y="9769"/>
                  </a:lnTo>
                  <a:lnTo>
                    <a:pt x="7590969" y="7897"/>
                  </a:lnTo>
                  <a:lnTo>
                    <a:pt x="7640349" y="6644"/>
                  </a:lnTo>
                  <a:lnTo>
                    <a:pt x="7672769" y="5909"/>
                  </a:lnTo>
                  <a:lnTo>
                    <a:pt x="7689900" y="5560"/>
                  </a:lnTo>
                  <a:lnTo>
                    <a:pt x="7695739" y="545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83" y="675183"/>
                  </a:lnTo>
                  <a:lnTo>
                    <a:pt x="3838815" y="675621"/>
                  </a:lnTo>
                  <a:lnTo>
                    <a:pt x="3818664" y="676833"/>
                  </a:lnTo>
                  <a:lnTo>
                    <a:pt x="3783116" y="679211"/>
                  </a:lnTo>
                  <a:lnTo>
                    <a:pt x="3731097" y="683102"/>
                  </a:lnTo>
                  <a:lnTo>
                    <a:pt x="3663822" y="688762"/>
                  </a:lnTo>
                  <a:lnTo>
                    <a:pt x="3584379" y="696336"/>
                  </a:lnTo>
                  <a:lnTo>
                    <a:pt x="3496948" y="705864"/>
                  </a:lnTo>
                  <a:lnTo>
                    <a:pt x="3405911" y="717320"/>
                  </a:lnTo>
                  <a:lnTo>
                    <a:pt x="3315122" y="730657"/>
                  </a:lnTo>
                  <a:lnTo>
                    <a:pt x="3227492" y="745854"/>
                  </a:lnTo>
                  <a:lnTo>
                    <a:pt x="3144888" y="762950"/>
                  </a:lnTo>
                  <a:lnTo>
                    <a:pt x="3068236" y="782059"/>
                  </a:lnTo>
                  <a:lnTo>
                    <a:pt x="2997725" y="803382"/>
                  </a:lnTo>
                  <a:lnTo>
                    <a:pt x="2933030" y="827202"/>
                  </a:lnTo>
                  <a:lnTo>
                    <a:pt x="2873496" y="853877"/>
                  </a:lnTo>
                  <a:lnTo>
                    <a:pt x="2818287" y="883822"/>
                  </a:lnTo>
                  <a:lnTo>
                    <a:pt x="2766490" y="917474"/>
                  </a:lnTo>
                  <a:lnTo>
                    <a:pt x="2717204" y="955228"/>
                  </a:lnTo>
                  <a:lnTo>
                    <a:pt x="2669616" y="997329"/>
                  </a:lnTo>
                  <a:lnTo>
                    <a:pt x="2667772" y="999072"/>
                  </a:lnTo>
                  <a:lnTo>
                    <a:pt x="2627123" y="1039546"/>
                  </a:lnTo>
                  <a:lnTo>
                    <a:pt x="2586868" y="1083426"/>
                  </a:lnTo>
                  <a:lnTo>
                    <a:pt x="2546702" y="1130776"/>
                  </a:lnTo>
                  <a:lnTo>
                    <a:pt x="2506395" y="1181587"/>
                  </a:lnTo>
                  <a:lnTo>
                    <a:pt x="2465788" y="1235764"/>
                  </a:lnTo>
                  <a:lnTo>
                    <a:pt x="2424783" y="1293121"/>
                  </a:lnTo>
                  <a:lnTo>
                    <a:pt x="2383337" y="1353379"/>
                  </a:lnTo>
                  <a:lnTo>
                    <a:pt x="2341454" y="1416164"/>
                  </a:lnTo>
                  <a:lnTo>
                    <a:pt x="2299186" y="1481014"/>
                  </a:lnTo>
                  <a:lnTo>
                    <a:pt x="2256616" y="1547394"/>
                  </a:lnTo>
                  <a:lnTo>
                    <a:pt x="2213856" y="1614711"/>
                  </a:lnTo>
                  <a:lnTo>
                    <a:pt x="2171033" y="1682334"/>
                  </a:lnTo>
                  <a:lnTo>
                    <a:pt x="2128278" y="1749621"/>
                  </a:lnTo>
                  <a:lnTo>
                    <a:pt x="2085720" y="1815944"/>
                  </a:lnTo>
                  <a:lnTo>
                    <a:pt x="2043468" y="1880711"/>
                  </a:lnTo>
                  <a:lnTo>
                    <a:pt x="2001605" y="1943389"/>
                  </a:lnTo>
                  <a:lnTo>
                    <a:pt x="1960179" y="2003521"/>
                  </a:lnTo>
                  <a:lnTo>
                    <a:pt x="1919193" y="2060738"/>
                  </a:lnTo>
                  <a:lnTo>
                    <a:pt x="1878603" y="2114763"/>
                  </a:lnTo>
                  <a:lnTo>
                    <a:pt x="1838307" y="2165417"/>
                  </a:lnTo>
                  <a:lnTo>
                    <a:pt x="1798142" y="2212607"/>
                  </a:lnTo>
                  <a:lnTo>
                    <a:pt x="1757876" y="2256329"/>
                  </a:lnTo>
                  <a:lnTo>
                    <a:pt x="1719082" y="2294871"/>
                  </a:lnTo>
                  <a:lnTo>
                    <a:pt x="1671547" y="2337144"/>
                  </a:lnTo>
                  <a:lnTo>
                    <a:pt x="1622342" y="2375065"/>
                  </a:lnTo>
                  <a:lnTo>
                    <a:pt x="1570661" y="2408871"/>
                  </a:lnTo>
                  <a:lnTo>
                    <a:pt x="1515603" y="2438953"/>
                  </a:lnTo>
                  <a:lnTo>
                    <a:pt x="1456255" y="2465749"/>
                  </a:lnTo>
                  <a:lnTo>
                    <a:pt x="1391777" y="2489674"/>
                  </a:lnTo>
                  <a:lnTo>
                    <a:pt x="1321504" y="2511089"/>
                  </a:lnTo>
                  <a:lnTo>
                    <a:pt x="1245093" y="2530281"/>
                  </a:lnTo>
                  <a:lnTo>
                    <a:pt x="1162711" y="2547453"/>
                  </a:lnTo>
                  <a:lnTo>
                    <a:pt x="1075250" y="2562723"/>
                  </a:lnTo>
                  <a:lnTo>
                    <a:pt x="984537" y="2576133"/>
                  </a:lnTo>
                  <a:lnTo>
                    <a:pt x="893442" y="2587664"/>
                  </a:lnTo>
                  <a:lnTo>
                    <a:pt x="805788" y="2597268"/>
                  </a:lnTo>
                  <a:lnTo>
                    <a:pt x="725948" y="2604919"/>
                  </a:lnTo>
                  <a:lnTo>
                    <a:pt x="658127" y="2610653"/>
                  </a:lnTo>
                  <a:lnTo>
                    <a:pt x="605472" y="2614609"/>
                  </a:lnTo>
                  <a:lnTo>
                    <a:pt x="569282" y="2617041"/>
                  </a:lnTo>
                  <a:lnTo>
                    <a:pt x="548575" y="2618291"/>
                  </a:lnTo>
                  <a:lnTo>
                    <a:pt x="540119" y="2618752"/>
                  </a:lnTo>
                  <a:lnTo>
                    <a:pt x="538736" y="2618820"/>
                  </a:lnTo>
                  <a:lnTo>
                    <a:pt x="0" y="261882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65" name="pl1365"/>
            <p:cNvSpPr/>
            <p:nvPr/>
          </p:nvSpPr>
          <p:spPr>
            <a:xfrm>
              <a:off x="546595" y="2068034"/>
              <a:ext cx="8234974" cy="2618820"/>
            </a:xfrm>
            <a:custGeom>
              <a:avLst/>
              <a:pathLst>
                <a:path w="8234974" h="2618820">
                  <a:moveTo>
                    <a:pt x="0" y="2618820"/>
                  </a:moveTo>
                  <a:lnTo>
                    <a:pt x="538736" y="2618820"/>
                  </a:lnTo>
                  <a:lnTo>
                    <a:pt x="539971" y="2618759"/>
                  </a:lnTo>
                  <a:lnTo>
                    <a:pt x="548039" y="2618321"/>
                  </a:lnTo>
                  <a:lnTo>
                    <a:pt x="568190" y="2617110"/>
                  </a:lnTo>
                  <a:lnTo>
                    <a:pt x="603739" y="2614731"/>
                  </a:lnTo>
                  <a:lnTo>
                    <a:pt x="655757" y="2610840"/>
                  </a:lnTo>
                  <a:lnTo>
                    <a:pt x="723032" y="2605180"/>
                  </a:lnTo>
                  <a:lnTo>
                    <a:pt x="802476" y="2597606"/>
                  </a:lnTo>
                  <a:lnTo>
                    <a:pt x="889906" y="2588078"/>
                  </a:lnTo>
                  <a:lnTo>
                    <a:pt x="980943" y="2576622"/>
                  </a:lnTo>
                  <a:lnTo>
                    <a:pt x="1071733" y="2563285"/>
                  </a:lnTo>
                  <a:lnTo>
                    <a:pt x="1159363" y="2548088"/>
                  </a:lnTo>
                  <a:lnTo>
                    <a:pt x="1241967" y="2530992"/>
                  </a:lnTo>
                  <a:lnTo>
                    <a:pt x="1318619" y="2511883"/>
                  </a:lnTo>
                  <a:lnTo>
                    <a:pt x="1389130" y="2490561"/>
                  </a:lnTo>
                  <a:lnTo>
                    <a:pt x="1453825" y="2466741"/>
                  </a:lnTo>
                  <a:lnTo>
                    <a:pt x="1513359" y="2440065"/>
                  </a:lnTo>
                  <a:lnTo>
                    <a:pt x="1568568" y="2410120"/>
                  </a:lnTo>
                  <a:lnTo>
                    <a:pt x="1620365" y="2376468"/>
                  </a:lnTo>
                  <a:lnTo>
                    <a:pt x="1669650" y="2338715"/>
                  </a:lnTo>
                  <a:lnTo>
                    <a:pt x="1717238" y="2296614"/>
                  </a:lnTo>
                  <a:lnTo>
                    <a:pt x="1719082" y="2294871"/>
                  </a:lnTo>
                  <a:lnTo>
                    <a:pt x="1759731" y="2254396"/>
                  </a:lnTo>
                  <a:lnTo>
                    <a:pt x="1799986" y="2210516"/>
                  </a:lnTo>
                  <a:lnTo>
                    <a:pt x="1840153" y="2163166"/>
                  </a:lnTo>
                  <a:lnTo>
                    <a:pt x="1880460" y="2112355"/>
                  </a:lnTo>
                  <a:lnTo>
                    <a:pt x="1921066" y="2058178"/>
                  </a:lnTo>
                  <a:lnTo>
                    <a:pt x="1962071" y="2000821"/>
                  </a:lnTo>
                  <a:lnTo>
                    <a:pt x="2003518" y="1940563"/>
                  </a:lnTo>
                  <a:lnTo>
                    <a:pt x="2045400" y="1877779"/>
                  </a:lnTo>
                  <a:lnTo>
                    <a:pt x="2087669" y="1812928"/>
                  </a:lnTo>
                  <a:lnTo>
                    <a:pt x="2130238" y="1746548"/>
                  </a:lnTo>
                  <a:lnTo>
                    <a:pt x="2172999" y="1679231"/>
                  </a:lnTo>
                  <a:lnTo>
                    <a:pt x="2215822" y="1611608"/>
                  </a:lnTo>
                  <a:lnTo>
                    <a:pt x="2258576" y="1544321"/>
                  </a:lnTo>
                  <a:lnTo>
                    <a:pt x="2301134" y="1477998"/>
                  </a:lnTo>
                  <a:lnTo>
                    <a:pt x="2343387" y="1413231"/>
                  </a:lnTo>
                  <a:lnTo>
                    <a:pt x="2385250" y="1350553"/>
                  </a:lnTo>
                  <a:lnTo>
                    <a:pt x="2426676" y="1290421"/>
                  </a:lnTo>
                  <a:lnTo>
                    <a:pt x="2467661" y="1233204"/>
                  </a:lnTo>
                  <a:lnTo>
                    <a:pt x="2508251" y="1179179"/>
                  </a:lnTo>
                  <a:lnTo>
                    <a:pt x="2548548" y="1128525"/>
                  </a:lnTo>
                  <a:lnTo>
                    <a:pt x="2588713" y="1081335"/>
                  </a:lnTo>
                  <a:lnTo>
                    <a:pt x="2628979" y="1037614"/>
                  </a:lnTo>
                  <a:lnTo>
                    <a:pt x="2667772" y="999072"/>
                  </a:lnTo>
                  <a:lnTo>
                    <a:pt x="2715308" y="956799"/>
                  </a:lnTo>
                  <a:lnTo>
                    <a:pt x="2764512" y="918878"/>
                  </a:lnTo>
                  <a:lnTo>
                    <a:pt x="2816194" y="885072"/>
                  </a:lnTo>
                  <a:lnTo>
                    <a:pt x="2871252" y="854989"/>
                  </a:lnTo>
                  <a:lnTo>
                    <a:pt x="2930599" y="828193"/>
                  </a:lnTo>
                  <a:lnTo>
                    <a:pt x="2995078" y="804268"/>
                  </a:lnTo>
                  <a:lnTo>
                    <a:pt x="3065351" y="782853"/>
                  </a:lnTo>
                  <a:lnTo>
                    <a:pt x="3141761" y="763661"/>
                  </a:lnTo>
                  <a:lnTo>
                    <a:pt x="3224144" y="746489"/>
                  </a:lnTo>
                  <a:lnTo>
                    <a:pt x="3311604" y="731219"/>
                  </a:lnTo>
                  <a:lnTo>
                    <a:pt x="3402318" y="717809"/>
                  </a:lnTo>
                  <a:lnTo>
                    <a:pt x="3493413" y="706278"/>
                  </a:lnTo>
                  <a:lnTo>
                    <a:pt x="3581066" y="696674"/>
                  </a:lnTo>
                  <a:lnTo>
                    <a:pt x="3660906" y="689023"/>
                  </a:lnTo>
                  <a:lnTo>
                    <a:pt x="3728728" y="683290"/>
                  </a:lnTo>
                  <a:lnTo>
                    <a:pt x="3781382" y="679333"/>
                  </a:lnTo>
                  <a:lnTo>
                    <a:pt x="3817573" y="676902"/>
                  </a:lnTo>
                  <a:lnTo>
                    <a:pt x="3838280" y="675652"/>
                  </a:lnTo>
                  <a:lnTo>
                    <a:pt x="3846735" y="675191"/>
                  </a:lnTo>
                  <a:lnTo>
                    <a:pt x="3848118" y="675122"/>
                  </a:lnTo>
                  <a:lnTo>
                    <a:pt x="3848118" y="675122"/>
                  </a:lnTo>
                  <a:lnTo>
                    <a:pt x="4386855" y="675122"/>
                  </a:lnTo>
                  <a:lnTo>
                    <a:pt x="4388149" y="675099"/>
                  </a:lnTo>
                  <a:lnTo>
                    <a:pt x="4396594" y="674940"/>
                  </a:lnTo>
                  <a:lnTo>
                    <a:pt x="4417648" y="674498"/>
                  </a:lnTo>
                  <a:lnTo>
                    <a:pt x="4454699" y="673632"/>
                  </a:lnTo>
                  <a:lnTo>
                    <a:pt x="4508734" y="672216"/>
                  </a:lnTo>
                  <a:lnTo>
                    <a:pt x="4578320" y="670160"/>
                  </a:lnTo>
                  <a:lnTo>
                    <a:pt x="4660084" y="667416"/>
                  </a:lnTo>
                  <a:lnTo>
                    <a:pt x="4749580" y="663971"/>
                  </a:lnTo>
                  <a:lnTo>
                    <a:pt x="4842248" y="659837"/>
                  </a:lnTo>
                  <a:lnTo>
                    <a:pt x="4934164" y="655030"/>
                  </a:lnTo>
                  <a:lnTo>
                    <a:pt x="5022441" y="649556"/>
                  </a:lnTo>
                  <a:lnTo>
                    <a:pt x="5105299" y="643396"/>
                  </a:lnTo>
                  <a:lnTo>
                    <a:pt x="5181925" y="636502"/>
                  </a:lnTo>
                  <a:lnTo>
                    <a:pt x="5252246" y="628796"/>
                  </a:lnTo>
                  <a:lnTo>
                    <a:pt x="5316692" y="620168"/>
                  </a:lnTo>
                  <a:lnTo>
                    <a:pt x="5376006" y="610481"/>
                  </a:lnTo>
                  <a:lnTo>
                    <a:pt x="5431094" y="599582"/>
                  </a:lnTo>
                  <a:lnTo>
                    <a:pt x="5482916" y="587313"/>
                  </a:lnTo>
                  <a:lnTo>
                    <a:pt x="5532401" y="573540"/>
                  </a:lnTo>
                  <a:lnTo>
                    <a:pt x="5567201" y="562601"/>
                  </a:lnTo>
                  <a:lnTo>
                    <a:pt x="5617401" y="545043"/>
                  </a:lnTo>
                  <a:lnTo>
                    <a:pt x="5667115" y="525667"/>
                  </a:lnTo>
                  <a:lnTo>
                    <a:pt x="5716869" y="504445"/>
                  </a:lnTo>
                  <a:lnTo>
                    <a:pt x="5767015" y="481419"/>
                  </a:lnTo>
                  <a:lnTo>
                    <a:pt x="5817762" y="456698"/>
                  </a:lnTo>
                  <a:lnTo>
                    <a:pt x="5869185" y="430471"/>
                  </a:lnTo>
                  <a:lnTo>
                    <a:pt x="5921246" y="403002"/>
                  </a:lnTo>
                  <a:lnTo>
                    <a:pt x="5973817" y="374620"/>
                  </a:lnTo>
                  <a:lnTo>
                    <a:pt x="6026697" y="345707"/>
                  </a:lnTo>
                  <a:lnTo>
                    <a:pt x="6079647" y="316675"/>
                  </a:lnTo>
                  <a:lnTo>
                    <a:pt x="6132418" y="287945"/>
                  </a:lnTo>
                  <a:lnTo>
                    <a:pt x="6184786" y="259920"/>
                  </a:lnTo>
                  <a:lnTo>
                    <a:pt x="6236578" y="232960"/>
                  </a:lnTo>
                  <a:lnTo>
                    <a:pt x="6287702" y="207367"/>
                  </a:lnTo>
                  <a:lnTo>
                    <a:pt x="6338169" y="183371"/>
                  </a:lnTo>
                  <a:lnTo>
                    <a:pt x="6388109" y="161128"/>
                  </a:lnTo>
                  <a:lnTo>
                    <a:pt x="6437792" y="140716"/>
                  </a:lnTo>
                  <a:lnTo>
                    <a:pt x="6487644" y="122145"/>
                  </a:lnTo>
                  <a:lnTo>
                    <a:pt x="6515891" y="112520"/>
                  </a:lnTo>
                  <a:lnTo>
                    <a:pt x="6564200" y="97614"/>
                  </a:lnTo>
                  <a:lnTo>
                    <a:pt x="6614244" y="84268"/>
                  </a:lnTo>
                  <a:lnTo>
                    <a:pt x="6666874" y="72393"/>
                  </a:lnTo>
                  <a:lnTo>
                    <a:pt x="6723036" y="61845"/>
                  </a:lnTo>
                  <a:lnTo>
                    <a:pt x="6783684" y="52466"/>
                  </a:lnTo>
                  <a:lnTo>
                    <a:pt x="6849691" y="44106"/>
                  </a:lnTo>
                  <a:lnTo>
                    <a:pt x="6921731" y="36634"/>
                  </a:lnTo>
                  <a:lnTo>
                    <a:pt x="7000116" y="29950"/>
                  </a:lnTo>
                  <a:lnTo>
                    <a:pt x="7084592" y="23983"/>
                  </a:lnTo>
                  <a:lnTo>
                    <a:pt x="7174100" y="18694"/>
                  </a:lnTo>
                  <a:lnTo>
                    <a:pt x="7266561" y="14073"/>
                  </a:lnTo>
                  <a:lnTo>
                    <a:pt x="7358781" y="10128"/>
                  </a:lnTo>
                  <a:lnTo>
                    <a:pt x="7446606" y="6876"/>
                  </a:lnTo>
                  <a:lnTo>
                    <a:pt x="7525418" y="4325"/>
                  </a:lnTo>
                  <a:lnTo>
                    <a:pt x="7590969" y="2453"/>
                  </a:lnTo>
                  <a:lnTo>
                    <a:pt x="7640349" y="1200"/>
                  </a:lnTo>
                  <a:lnTo>
                    <a:pt x="7672769" y="464"/>
                  </a:lnTo>
                  <a:lnTo>
                    <a:pt x="7689900" y="115"/>
                  </a:lnTo>
                  <a:lnTo>
                    <a:pt x="7695739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6" name="pl1366"/>
            <p:cNvSpPr/>
            <p:nvPr/>
          </p:nvSpPr>
          <p:spPr>
            <a:xfrm>
              <a:off x="546595" y="2062589"/>
              <a:ext cx="8234974" cy="2618820"/>
            </a:xfrm>
            <a:custGeom>
              <a:avLst/>
              <a:pathLst>
                <a:path w="8234974" h="2618820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83" y="675183"/>
                  </a:lnTo>
                  <a:lnTo>
                    <a:pt x="3838815" y="675621"/>
                  </a:lnTo>
                  <a:lnTo>
                    <a:pt x="3818664" y="676833"/>
                  </a:lnTo>
                  <a:lnTo>
                    <a:pt x="3783116" y="679211"/>
                  </a:lnTo>
                  <a:lnTo>
                    <a:pt x="3731097" y="683102"/>
                  </a:lnTo>
                  <a:lnTo>
                    <a:pt x="3663822" y="688762"/>
                  </a:lnTo>
                  <a:lnTo>
                    <a:pt x="3584379" y="696336"/>
                  </a:lnTo>
                  <a:lnTo>
                    <a:pt x="3496948" y="705864"/>
                  </a:lnTo>
                  <a:lnTo>
                    <a:pt x="3405911" y="717320"/>
                  </a:lnTo>
                  <a:lnTo>
                    <a:pt x="3315122" y="730657"/>
                  </a:lnTo>
                  <a:lnTo>
                    <a:pt x="3227492" y="745854"/>
                  </a:lnTo>
                  <a:lnTo>
                    <a:pt x="3144888" y="762950"/>
                  </a:lnTo>
                  <a:lnTo>
                    <a:pt x="3068236" y="782059"/>
                  </a:lnTo>
                  <a:lnTo>
                    <a:pt x="2997725" y="803382"/>
                  </a:lnTo>
                  <a:lnTo>
                    <a:pt x="2933030" y="827202"/>
                  </a:lnTo>
                  <a:lnTo>
                    <a:pt x="2873496" y="853877"/>
                  </a:lnTo>
                  <a:lnTo>
                    <a:pt x="2818287" y="883822"/>
                  </a:lnTo>
                  <a:lnTo>
                    <a:pt x="2766490" y="917474"/>
                  </a:lnTo>
                  <a:lnTo>
                    <a:pt x="2717204" y="955228"/>
                  </a:lnTo>
                  <a:lnTo>
                    <a:pt x="2669616" y="997329"/>
                  </a:lnTo>
                  <a:lnTo>
                    <a:pt x="2667772" y="999072"/>
                  </a:lnTo>
                  <a:lnTo>
                    <a:pt x="2627123" y="1039546"/>
                  </a:lnTo>
                  <a:lnTo>
                    <a:pt x="2586868" y="1083426"/>
                  </a:lnTo>
                  <a:lnTo>
                    <a:pt x="2546702" y="1130776"/>
                  </a:lnTo>
                  <a:lnTo>
                    <a:pt x="2506395" y="1181587"/>
                  </a:lnTo>
                  <a:lnTo>
                    <a:pt x="2465788" y="1235764"/>
                  </a:lnTo>
                  <a:lnTo>
                    <a:pt x="2424783" y="1293121"/>
                  </a:lnTo>
                  <a:lnTo>
                    <a:pt x="2383337" y="1353379"/>
                  </a:lnTo>
                  <a:lnTo>
                    <a:pt x="2341454" y="1416164"/>
                  </a:lnTo>
                  <a:lnTo>
                    <a:pt x="2299186" y="1481014"/>
                  </a:lnTo>
                  <a:lnTo>
                    <a:pt x="2256616" y="1547394"/>
                  </a:lnTo>
                  <a:lnTo>
                    <a:pt x="2213856" y="1614711"/>
                  </a:lnTo>
                  <a:lnTo>
                    <a:pt x="2171033" y="1682334"/>
                  </a:lnTo>
                  <a:lnTo>
                    <a:pt x="2128278" y="1749621"/>
                  </a:lnTo>
                  <a:lnTo>
                    <a:pt x="2085720" y="1815944"/>
                  </a:lnTo>
                  <a:lnTo>
                    <a:pt x="2043468" y="1880711"/>
                  </a:lnTo>
                  <a:lnTo>
                    <a:pt x="2001605" y="1943389"/>
                  </a:lnTo>
                  <a:lnTo>
                    <a:pt x="1960179" y="2003521"/>
                  </a:lnTo>
                  <a:lnTo>
                    <a:pt x="1919193" y="2060738"/>
                  </a:lnTo>
                  <a:lnTo>
                    <a:pt x="1878603" y="2114763"/>
                  </a:lnTo>
                  <a:lnTo>
                    <a:pt x="1838307" y="2165417"/>
                  </a:lnTo>
                  <a:lnTo>
                    <a:pt x="1798142" y="2212607"/>
                  </a:lnTo>
                  <a:lnTo>
                    <a:pt x="1757876" y="2256329"/>
                  </a:lnTo>
                  <a:lnTo>
                    <a:pt x="1719082" y="2294871"/>
                  </a:lnTo>
                  <a:lnTo>
                    <a:pt x="1671547" y="2337144"/>
                  </a:lnTo>
                  <a:lnTo>
                    <a:pt x="1622342" y="2375065"/>
                  </a:lnTo>
                  <a:lnTo>
                    <a:pt x="1570661" y="2408871"/>
                  </a:lnTo>
                  <a:lnTo>
                    <a:pt x="1515603" y="2438953"/>
                  </a:lnTo>
                  <a:lnTo>
                    <a:pt x="1456255" y="2465749"/>
                  </a:lnTo>
                  <a:lnTo>
                    <a:pt x="1391777" y="2489674"/>
                  </a:lnTo>
                  <a:lnTo>
                    <a:pt x="1321504" y="2511089"/>
                  </a:lnTo>
                  <a:lnTo>
                    <a:pt x="1245093" y="2530281"/>
                  </a:lnTo>
                  <a:lnTo>
                    <a:pt x="1162711" y="2547453"/>
                  </a:lnTo>
                  <a:lnTo>
                    <a:pt x="1075250" y="2562723"/>
                  </a:lnTo>
                  <a:lnTo>
                    <a:pt x="984537" y="2576133"/>
                  </a:lnTo>
                  <a:lnTo>
                    <a:pt x="893442" y="2587664"/>
                  </a:lnTo>
                  <a:lnTo>
                    <a:pt x="805788" y="2597268"/>
                  </a:lnTo>
                  <a:lnTo>
                    <a:pt x="725948" y="2604919"/>
                  </a:lnTo>
                  <a:lnTo>
                    <a:pt x="658127" y="2610653"/>
                  </a:lnTo>
                  <a:lnTo>
                    <a:pt x="605472" y="2614609"/>
                  </a:lnTo>
                  <a:lnTo>
                    <a:pt x="569282" y="2617041"/>
                  </a:lnTo>
                  <a:lnTo>
                    <a:pt x="548575" y="2618291"/>
                  </a:lnTo>
                  <a:lnTo>
                    <a:pt x="540119" y="2618752"/>
                  </a:lnTo>
                  <a:lnTo>
                    <a:pt x="538736" y="2618820"/>
                  </a:lnTo>
                  <a:lnTo>
                    <a:pt x="538736" y="2618820"/>
                  </a:lnTo>
                  <a:lnTo>
                    <a:pt x="0" y="2618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7" name="pg1367"/>
            <p:cNvSpPr/>
            <p:nvPr/>
          </p:nvSpPr>
          <p:spPr>
            <a:xfrm>
              <a:off x="546595" y="2786712"/>
              <a:ext cx="8234974" cy="1905586"/>
            </a:xfrm>
            <a:custGeom>
              <a:avLst/>
              <a:pathLst>
                <a:path w="8234974" h="1905586">
                  <a:moveTo>
                    <a:pt x="0" y="1905586"/>
                  </a:moveTo>
                  <a:lnTo>
                    <a:pt x="538736" y="1905586"/>
                  </a:lnTo>
                  <a:lnTo>
                    <a:pt x="539974" y="1905526"/>
                  </a:lnTo>
                  <a:lnTo>
                    <a:pt x="548060" y="1905097"/>
                  </a:lnTo>
                  <a:lnTo>
                    <a:pt x="568254" y="1903910"/>
                  </a:lnTo>
                  <a:lnTo>
                    <a:pt x="603875" y="1901580"/>
                  </a:lnTo>
                  <a:lnTo>
                    <a:pt x="655991" y="1897767"/>
                  </a:lnTo>
                  <a:lnTo>
                    <a:pt x="723378" y="1892221"/>
                  </a:lnTo>
                  <a:lnTo>
                    <a:pt x="802934" y="1884802"/>
                  </a:lnTo>
                  <a:lnTo>
                    <a:pt x="890466" y="1875469"/>
                  </a:lnTo>
                  <a:lnTo>
                    <a:pt x="981583" y="1864249"/>
                  </a:lnTo>
                  <a:lnTo>
                    <a:pt x="1072429" y="1851187"/>
                  </a:lnTo>
                  <a:lnTo>
                    <a:pt x="1160092" y="1836304"/>
                  </a:lnTo>
                  <a:lnTo>
                    <a:pt x="1242710" y="1819562"/>
                  </a:lnTo>
                  <a:lnTo>
                    <a:pt x="1319362" y="1800846"/>
                  </a:lnTo>
                  <a:lnTo>
                    <a:pt x="1389864" y="1779961"/>
                  </a:lnTo>
                  <a:lnTo>
                    <a:pt x="1454547" y="1756627"/>
                  </a:lnTo>
                  <a:lnTo>
                    <a:pt x="1514070" y="1730493"/>
                  </a:lnTo>
                  <a:lnTo>
                    <a:pt x="1569273" y="1701152"/>
                  </a:lnTo>
                  <a:lnTo>
                    <a:pt x="1621070" y="1668177"/>
                  </a:lnTo>
                  <a:lnTo>
                    <a:pt x="1670364" y="1631181"/>
                  </a:lnTo>
                  <a:lnTo>
                    <a:pt x="1717969" y="1589926"/>
                  </a:lnTo>
                  <a:lnTo>
                    <a:pt x="1719082" y="1588896"/>
                  </a:lnTo>
                  <a:lnTo>
                    <a:pt x="1760028" y="1549026"/>
                  </a:lnTo>
                  <a:lnTo>
                    <a:pt x="1800576" y="1505777"/>
                  </a:lnTo>
                  <a:lnTo>
                    <a:pt x="1841039" y="1459085"/>
                  </a:lnTo>
                  <a:lnTo>
                    <a:pt x="1881648" y="1408961"/>
                  </a:lnTo>
                  <a:lnTo>
                    <a:pt x="1922565" y="1355502"/>
                  </a:lnTo>
                  <a:lnTo>
                    <a:pt x="1963889" y="1298897"/>
                  </a:lnTo>
                  <a:lnTo>
                    <a:pt x="2005661" y="1239429"/>
                  </a:lnTo>
                  <a:lnTo>
                    <a:pt x="2047874" y="1177476"/>
                  </a:lnTo>
                  <a:lnTo>
                    <a:pt x="2090475" y="1113503"/>
                  </a:lnTo>
                  <a:lnTo>
                    <a:pt x="2133374" y="1048050"/>
                  </a:lnTo>
                  <a:lnTo>
                    <a:pt x="2176458" y="981713"/>
                  </a:lnTo>
                  <a:lnTo>
                    <a:pt x="2219595" y="915124"/>
                  </a:lnTo>
                  <a:lnTo>
                    <a:pt x="2262651" y="848923"/>
                  </a:lnTo>
                  <a:lnTo>
                    <a:pt x="2305495" y="783738"/>
                  </a:lnTo>
                  <a:lnTo>
                    <a:pt x="2348020" y="720153"/>
                  </a:lnTo>
                  <a:lnTo>
                    <a:pt x="2390142" y="658694"/>
                  </a:lnTo>
                  <a:lnTo>
                    <a:pt x="2431818" y="599808"/>
                  </a:lnTo>
                  <a:lnTo>
                    <a:pt x="2473049" y="543854"/>
                  </a:lnTo>
                  <a:lnTo>
                    <a:pt x="2513890" y="491094"/>
                  </a:lnTo>
                  <a:lnTo>
                    <a:pt x="2554452" y="441697"/>
                  </a:lnTo>
                  <a:lnTo>
                    <a:pt x="2594911" y="395741"/>
                  </a:lnTo>
                  <a:lnTo>
                    <a:pt x="2635515" y="353220"/>
                  </a:lnTo>
                  <a:lnTo>
                    <a:pt x="2667772" y="322134"/>
                  </a:lnTo>
                  <a:lnTo>
                    <a:pt x="2715345" y="280778"/>
                  </a:lnTo>
                  <a:lnTo>
                    <a:pt x="2764591" y="243683"/>
                  </a:lnTo>
                  <a:lnTo>
                    <a:pt x="2816318" y="210616"/>
                  </a:lnTo>
                  <a:lnTo>
                    <a:pt x="2871429" y="181194"/>
                  </a:lnTo>
                  <a:lnTo>
                    <a:pt x="2930839" y="154989"/>
                  </a:lnTo>
                  <a:lnTo>
                    <a:pt x="2995391" y="131593"/>
                  </a:lnTo>
                  <a:lnTo>
                    <a:pt x="3065750" y="110653"/>
                  </a:lnTo>
                  <a:lnTo>
                    <a:pt x="3142256" y="91889"/>
                  </a:lnTo>
                  <a:lnTo>
                    <a:pt x="3224739" y="75102"/>
                  </a:lnTo>
                  <a:lnTo>
                    <a:pt x="3312300" y="60175"/>
                  </a:lnTo>
                  <a:lnTo>
                    <a:pt x="3403100" y="47070"/>
                  </a:lnTo>
                  <a:lnTo>
                    <a:pt x="3494253" y="35806"/>
                  </a:lnTo>
                  <a:lnTo>
                    <a:pt x="3581920" y="26428"/>
                  </a:lnTo>
                  <a:lnTo>
                    <a:pt x="3661716" y="18963"/>
                  </a:lnTo>
                  <a:lnTo>
                    <a:pt x="3729434" y="13374"/>
                  </a:lnTo>
                  <a:lnTo>
                    <a:pt x="3781934" y="9523"/>
                  </a:lnTo>
                  <a:lnTo>
                    <a:pt x="3817943" y="7161"/>
                  </a:lnTo>
                  <a:lnTo>
                    <a:pt x="3838473" y="5951"/>
                  </a:lnTo>
                  <a:lnTo>
                    <a:pt x="3846792" y="550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5" y="5493"/>
                  </a:lnTo>
                  <a:lnTo>
                    <a:pt x="4396339" y="5847"/>
                  </a:lnTo>
                  <a:lnTo>
                    <a:pt x="4416864" y="6823"/>
                  </a:lnTo>
                  <a:lnTo>
                    <a:pt x="4453037" y="8740"/>
                  </a:lnTo>
                  <a:lnTo>
                    <a:pt x="4505894" y="11874"/>
                  </a:lnTo>
                  <a:lnTo>
                    <a:pt x="4574134" y="16430"/>
                  </a:lnTo>
                  <a:lnTo>
                    <a:pt x="4654549" y="22520"/>
                  </a:lnTo>
                  <a:lnTo>
                    <a:pt x="4742848" y="30175"/>
                  </a:lnTo>
                  <a:lnTo>
                    <a:pt x="4834574" y="39370"/>
                  </a:lnTo>
                  <a:lnTo>
                    <a:pt x="4925844" y="50070"/>
                  </a:lnTo>
                  <a:lnTo>
                    <a:pt x="5013753" y="62259"/>
                  </a:lnTo>
                  <a:lnTo>
                    <a:pt x="5096471" y="75973"/>
                  </a:lnTo>
                  <a:lnTo>
                    <a:pt x="5173118" y="91309"/>
                  </a:lnTo>
                  <a:lnTo>
                    <a:pt x="5243552" y="108435"/>
                  </a:lnTo>
                  <a:lnTo>
                    <a:pt x="5308143" y="127584"/>
                  </a:lnTo>
                  <a:lnTo>
                    <a:pt x="5367583" y="149050"/>
                  </a:lnTo>
                  <a:lnTo>
                    <a:pt x="5422738" y="173172"/>
                  </a:lnTo>
                  <a:lnTo>
                    <a:pt x="5474539" y="200299"/>
                  </a:lnTo>
                  <a:lnTo>
                    <a:pt x="5523902" y="230742"/>
                  </a:lnTo>
                  <a:lnTo>
                    <a:pt x="5567201" y="261337"/>
                  </a:lnTo>
                  <a:lnTo>
                    <a:pt x="5610787" y="295738"/>
                  </a:lnTo>
                  <a:lnTo>
                    <a:pt x="5653946" y="333239"/>
                  </a:lnTo>
                  <a:lnTo>
                    <a:pt x="5697047" y="373897"/>
                  </a:lnTo>
                  <a:lnTo>
                    <a:pt x="5740354" y="417688"/>
                  </a:lnTo>
                  <a:lnTo>
                    <a:pt x="5784045" y="464497"/>
                  </a:lnTo>
                  <a:lnTo>
                    <a:pt x="5828219" y="514114"/>
                  </a:lnTo>
                  <a:lnTo>
                    <a:pt x="5872904" y="566228"/>
                  </a:lnTo>
                  <a:lnTo>
                    <a:pt x="5918067" y="620433"/>
                  </a:lnTo>
                  <a:lnTo>
                    <a:pt x="5963621" y="676240"/>
                  </a:lnTo>
                  <a:lnTo>
                    <a:pt x="6009440" y="733089"/>
                  </a:lnTo>
                  <a:lnTo>
                    <a:pt x="6055374" y="790374"/>
                  </a:lnTo>
                  <a:lnTo>
                    <a:pt x="6101258" y="847471"/>
                  </a:lnTo>
                  <a:lnTo>
                    <a:pt x="6146935" y="903763"/>
                  </a:lnTo>
                  <a:lnTo>
                    <a:pt x="6192266" y="958669"/>
                  </a:lnTo>
                  <a:lnTo>
                    <a:pt x="6237148" y="1011669"/>
                  </a:lnTo>
                  <a:lnTo>
                    <a:pt x="6281526" y="1062322"/>
                  </a:lnTo>
                  <a:lnTo>
                    <a:pt x="6325402" y="1110279"/>
                  </a:lnTo>
                  <a:lnTo>
                    <a:pt x="6368845" y="1155291"/>
                  </a:lnTo>
                  <a:lnTo>
                    <a:pt x="6412001" y="1197204"/>
                  </a:lnTo>
                  <a:lnTo>
                    <a:pt x="6455099" y="1235959"/>
                  </a:lnTo>
                  <a:lnTo>
                    <a:pt x="6498464" y="1271582"/>
                  </a:lnTo>
                  <a:lnTo>
                    <a:pt x="6515891" y="1284910"/>
                  </a:lnTo>
                  <a:lnTo>
                    <a:pt x="6563750" y="1318514"/>
                  </a:lnTo>
                  <a:lnTo>
                    <a:pt x="6613305" y="1348635"/>
                  </a:lnTo>
                  <a:lnTo>
                    <a:pt x="6665382" y="1375465"/>
                  </a:lnTo>
                  <a:lnTo>
                    <a:pt x="6720900" y="1399322"/>
                  </a:lnTo>
                  <a:lnTo>
                    <a:pt x="6780789" y="1420557"/>
                  </a:lnTo>
                  <a:lnTo>
                    <a:pt x="6845904" y="1439504"/>
                  </a:lnTo>
                  <a:lnTo>
                    <a:pt x="6916913" y="1456452"/>
                  </a:lnTo>
                  <a:lnTo>
                    <a:pt x="6994146" y="1471630"/>
                  </a:lnTo>
                  <a:lnTo>
                    <a:pt x="7077403" y="1485197"/>
                  </a:lnTo>
                  <a:lnTo>
                    <a:pt x="7165722" y="1497246"/>
                  </a:lnTo>
                  <a:lnTo>
                    <a:pt x="7257175" y="1507805"/>
                  </a:lnTo>
                  <a:lnTo>
                    <a:pt x="7348758" y="1516858"/>
                  </a:lnTo>
                  <a:lnTo>
                    <a:pt x="7436509" y="1524366"/>
                  </a:lnTo>
                  <a:lnTo>
                    <a:pt x="7515953" y="1530309"/>
                  </a:lnTo>
                  <a:lnTo>
                    <a:pt x="7582858" y="1534725"/>
                  </a:lnTo>
                  <a:lnTo>
                    <a:pt x="7634168" y="1537735"/>
                  </a:lnTo>
                  <a:lnTo>
                    <a:pt x="7668788" y="1539551"/>
                  </a:lnTo>
                  <a:lnTo>
                    <a:pt x="7687981" y="1540455"/>
                  </a:lnTo>
                  <a:lnTo>
                    <a:pt x="7695295" y="1540766"/>
                  </a:lnTo>
                  <a:lnTo>
                    <a:pt x="7696237" y="1540803"/>
                  </a:lnTo>
                  <a:lnTo>
                    <a:pt x="8234974" y="1540803"/>
                  </a:lnTo>
                  <a:lnTo>
                    <a:pt x="8234974" y="1535358"/>
                  </a:ln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0" y="60"/>
                  </a:lnTo>
                  <a:lnTo>
                    <a:pt x="3838794" y="489"/>
                  </a:lnTo>
                  <a:lnTo>
                    <a:pt x="3818600" y="1676"/>
                  </a:lnTo>
                  <a:lnTo>
                    <a:pt x="3782980" y="4006"/>
                  </a:lnTo>
                  <a:lnTo>
                    <a:pt x="3730864" y="7819"/>
                  </a:lnTo>
                  <a:lnTo>
                    <a:pt x="3663477" y="13365"/>
                  </a:lnTo>
                  <a:lnTo>
                    <a:pt x="3583921" y="20784"/>
                  </a:lnTo>
                  <a:lnTo>
                    <a:pt x="3496389" y="30117"/>
                  </a:lnTo>
                  <a:lnTo>
                    <a:pt x="3405271" y="41337"/>
                  </a:lnTo>
                  <a:lnTo>
                    <a:pt x="3314425" y="54399"/>
                  </a:lnTo>
                  <a:lnTo>
                    <a:pt x="3226762" y="69282"/>
                  </a:lnTo>
                  <a:lnTo>
                    <a:pt x="3144144" y="86024"/>
                  </a:lnTo>
                  <a:lnTo>
                    <a:pt x="3067492" y="104740"/>
                  </a:lnTo>
                  <a:lnTo>
                    <a:pt x="2996990" y="125625"/>
                  </a:lnTo>
                  <a:lnTo>
                    <a:pt x="2932307" y="148959"/>
                  </a:lnTo>
                  <a:lnTo>
                    <a:pt x="2872784" y="175093"/>
                  </a:lnTo>
                  <a:lnTo>
                    <a:pt x="2817582" y="204434"/>
                  </a:lnTo>
                  <a:lnTo>
                    <a:pt x="2765785" y="237409"/>
                  </a:lnTo>
                  <a:lnTo>
                    <a:pt x="2716491" y="274405"/>
                  </a:lnTo>
                  <a:lnTo>
                    <a:pt x="2668886" y="315660"/>
                  </a:lnTo>
                  <a:lnTo>
                    <a:pt x="2667772" y="316690"/>
                  </a:lnTo>
                  <a:lnTo>
                    <a:pt x="2626827" y="356560"/>
                  </a:lnTo>
                  <a:lnTo>
                    <a:pt x="2586278" y="399809"/>
                  </a:lnTo>
                  <a:lnTo>
                    <a:pt x="2545816" y="446501"/>
                  </a:lnTo>
                  <a:lnTo>
                    <a:pt x="2505207" y="496625"/>
                  </a:lnTo>
                  <a:lnTo>
                    <a:pt x="2464290" y="550084"/>
                  </a:lnTo>
                  <a:lnTo>
                    <a:pt x="2422966" y="606689"/>
                  </a:lnTo>
                  <a:lnTo>
                    <a:pt x="2381193" y="666157"/>
                  </a:lnTo>
                  <a:lnTo>
                    <a:pt x="2338980" y="728110"/>
                  </a:lnTo>
                  <a:lnTo>
                    <a:pt x="2296380" y="792083"/>
                  </a:lnTo>
                  <a:lnTo>
                    <a:pt x="2253480" y="857536"/>
                  </a:lnTo>
                  <a:lnTo>
                    <a:pt x="2210396" y="923873"/>
                  </a:lnTo>
                  <a:lnTo>
                    <a:pt x="2167259" y="990462"/>
                  </a:lnTo>
                  <a:lnTo>
                    <a:pt x="2124204" y="1056662"/>
                  </a:lnTo>
                  <a:lnTo>
                    <a:pt x="2081359" y="1121848"/>
                  </a:lnTo>
                  <a:lnTo>
                    <a:pt x="2038835" y="1185433"/>
                  </a:lnTo>
                  <a:lnTo>
                    <a:pt x="1996713" y="1246892"/>
                  </a:lnTo>
                  <a:lnTo>
                    <a:pt x="1955037" y="1305778"/>
                  </a:lnTo>
                  <a:lnTo>
                    <a:pt x="1913805" y="1361732"/>
                  </a:lnTo>
                  <a:lnTo>
                    <a:pt x="1872964" y="1414492"/>
                  </a:lnTo>
                  <a:lnTo>
                    <a:pt x="1832402" y="1463889"/>
                  </a:lnTo>
                  <a:lnTo>
                    <a:pt x="1791943" y="1509845"/>
                  </a:lnTo>
                  <a:lnTo>
                    <a:pt x="1751340" y="1552366"/>
                  </a:lnTo>
                  <a:lnTo>
                    <a:pt x="1719082" y="1583452"/>
                  </a:lnTo>
                  <a:lnTo>
                    <a:pt x="1671509" y="1624808"/>
                  </a:lnTo>
                  <a:lnTo>
                    <a:pt x="1622264" y="1661903"/>
                  </a:lnTo>
                  <a:lnTo>
                    <a:pt x="1570537" y="1694970"/>
                  </a:lnTo>
                  <a:lnTo>
                    <a:pt x="1515426" y="1724392"/>
                  </a:lnTo>
                  <a:lnTo>
                    <a:pt x="1456015" y="1750597"/>
                  </a:lnTo>
                  <a:lnTo>
                    <a:pt x="1391463" y="1773993"/>
                  </a:lnTo>
                  <a:lnTo>
                    <a:pt x="1321105" y="1794932"/>
                  </a:lnTo>
                  <a:lnTo>
                    <a:pt x="1244599" y="1813697"/>
                  </a:lnTo>
                  <a:lnTo>
                    <a:pt x="1162115" y="1830484"/>
                  </a:lnTo>
                  <a:lnTo>
                    <a:pt x="1074554" y="1845411"/>
                  </a:lnTo>
                  <a:lnTo>
                    <a:pt x="983754" y="1858516"/>
                  </a:lnTo>
                  <a:lnTo>
                    <a:pt x="892602" y="1869780"/>
                  </a:lnTo>
                  <a:lnTo>
                    <a:pt x="804935" y="1879158"/>
                  </a:lnTo>
                  <a:lnTo>
                    <a:pt x="725138" y="1886623"/>
                  </a:lnTo>
                  <a:lnTo>
                    <a:pt x="657421" y="1892212"/>
                  </a:lnTo>
                  <a:lnTo>
                    <a:pt x="604920" y="1896063"/>
                  </a:lnTo>
                  <a:lnTo>
                    <a:pt x="568912" y="1898425"/>
                  </a:lnTo>
                  <a:lnTo>
                    <a:pt x="548382" y="1899635"/>
                  </a:lnTo>
                  <a:lnTo>
                    <a:pt x="540062" y="1900077"/>
                  </a:lnTo>
                  <a:lnTo>
                    <a:pt x="538736" y="1900142"/>
                  </a:lnTo>
                  <a:lnTo>
                    <a:pt x="0" y="1900142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68" name="pl1368"/>
            <p:cNvSpPr/>
            <p:nvPr/>
          </p:nvSpPr>
          <p:spPr>
            <a:xfrm>
              <a:off x="546595" y="2792157"/>
              <a:ext cx="8234974" cy="1900142"/>
            </a:xfrm>
            <a:custGeom>
              <a:avLst/>
              <a:pathLst>
                <a:path w="8234974" h="1900142">
                  <a:moveTo>
                    <a:pt x="0" y="1900142"/>
                  </a:moveTo>
                  <a:lnTo>
                    <a:pt x="538736" y="1900142"/>
                  </a:lnTo>
                  <a:lnTo>
                    <a:pt x="539974" y="1900082"/>
                  </a:lnTo>
                  <a:lnTo>
                    <a:pt x="548060" y="1899653"/>
                  </a:lnTo>
                  <a:lnTo>
                    <a:pt x="568254" y="1898465"/>
                  </a:lnTo>
                  <a:lnTo>
                    <a:pt x="603875" y="1896135"/>
                  </a:lnTo>
                  <a:lnTo>
                    <a:pt x="655991" y="1892323"/>
                  </a:lnTo>
                  <a:lnTo>
                    <a:pt x="723378" y="1886777"/>
                  </a:lnTo>
                  <a:lnTo>
                    <a:pt x="802934" y="1879357"/>
                  </a:lnTo>
                  <a:lnTo>
                    <a:pt x="890466" y="1870024"/>
                  </a:lnTo>
                  <a:lnTo>
                    <a:pt x="981583" y="1858804"/>
                  </a:lnTo>
                  <a:lnTo>
                    <a:pt x="1072429" y="1845743"/>
                  </a:lnTo>
                  <a:lnTo>
                    <a:pt x="1160092" y="1830860"/>
                  </a:lnTo>
                  <a:lnTo>
                    <a:pt x="1242710" y="1814117"/>
                  </a:lnTo>
                  <a:lnTo>
                    <a:pt x="1319362" y="1795402"/>
                  </a:lnTo>
                  <a:lnTo>
                    <a:pt x="1389864" y="1774516"/>
                  </a:lnTo>
                  <a:lnTo>
                    <a:pt x="1454547" y="1751183"/>
                  </a:lnTo>
                  <a:lnTo>
                    <a:pt x="1514070" y="1725049"/>
                  </a:lnTo>
                  <a:lnTo>
                    <a:pt x="1569273" y="1695708"/>
                  </a:lnTo>
                  <a:lnTo>
                    <a:pt x="1621070" y="1662732"/>
                  </a:lnTo>
                  <a:lnTo>
                    <a:pt x="1670364" y="1625736"/>
                  </a:lnTo>
                  <a:lnTo>
                    <a:pt x="1717969" y="1584482"/>
                  </a:lnTo>
                  <a:lnTo>
                    <a:pt x="1719082" y="1583452"/>
                  </a:lnTo>
                  <a:lnTo>
                    <a:pt x="1760028" y="1543581"/>
                  </a:lnTo>
                  <a:lnTo>
                    <a:pt x="1800576" y="1500332"/>
                  </a:lnTo>
                  <a:lnTo>
                    <a:pt x="1841039" y="1453640"/>
                  </a:lnTo>
                  <a:lnTo>
                    <a:pt x="1881648" y="1403516"/>
                  </a:lnTo>
                  <a:lnTo>
                    <a:pt x="1922565" y="1350057"/>
                  </a:lnTo>
                  <a:lnTo>
                    <a:pt x="1963889" y="1293452"/>
                  </a:lnTo>
                  <a:lnTo>
                    <a:pt x="2005661" y="1233984"/>
                  </a:lnTo>
                  <a:lnTo>
                    <a:pt x="2047874" y="1172032"/>
                  </a:lnTo>
                  <a:lnTo>
                    <a:pt x="2090475" y="1108059"/>
                  </a:lnTo>
                  <a:lnTo>
                    <a:pt x="2133374" y="1042606"/>
                  </a:lnTo>
                  <a:lnTo>
                    <a:pt x="2176458" y="976269"/>
                  </a:lnTo>
                  <a:lnTo>
                    <a:pt x="2219595" y="909679"/>
                  </a:lnTo>
                  <a:lnTo>
                    <a:pt x="2262651" y="843479"/>
                  </a:lnTo>
                  <a:lnTo>
                    <a:pt x="2305495" y="778293"/>
                  </a:lnTo>
                  <a:lnTo>
                    <a:pt x="2348020" y="714708"/>
                  </a:lnTo>
                  <a:lnTo>
                    <a:pt x="2390142" y="653250"/>
                  </a:lnTo>
                  <a:lnTo>
                    <a:pt x="2431818" y="594364"/>
                  </a:lnTo>
                  <a:lnTo>
                    <a:pt x="2473049" y="538409"/>
                  </a:lnTo>
                  <a:lnTo>
                    <a:pt x="2513890" y="485649"/>
                  </a:lnTo>
                  <a:lnTo>
                    <a:pt x="2554452" y="436252"/>
                  </a:lnTo>
                  <a:lnTo>
                    <a:pt x="2594911" y="390296"/>
                  </a:lnTo>
                  <a:lnTo>
                    <a:pt x="2635515" y="347776"/>
                  </a:lnTo>
                  <a:lnTo>
                    <a:pt x="2667772" y="316690"/>
                  </a:lnTo>
                  <a:lnTo>
                    <a:pt x="2715345" y="275334"/>
                  </a:lnTo>
                  <a:lnTo>
                    <a:pt x="2764591" y="238239"/>
                  </a:lnTo>
                  <a:lnTo>
                    <a:pt x="2816318" y="205172"/>
                  </a:lnTo>
                  <a:lnTo>
                    <a:pt x="2871429" y="175750"/>
                  </a:lnTo>
                  <a:lnTo>
                    <a:pt x="2930839" y="149544"/>
                  </a:lnTo>
                  <a:lnTo>
                    <a:pt x="2995391" y="126149"/>
                  </a:lnTo>
                  <a:lnTo>
                    <a:pt x="3065750" y="105209"/>
                  </a:lnTo>
                  <a:lnTo>
                    <a:pt x="3142256" y="86445"/>
                  </a:lnTo>
                  <a:lnTo>
                    <a:pt x="3224739" y="69657"/>
                  </a:lnTo>
                  <a:lnTo>
                    <a:pt x="3312300" y="54730"/>
                  </a:lnTo>
                  <a:lnTo>
                    <a:pt x="3403100" y="41626"/>
                  </a:lnTo>
                  <a:lnTo>
                    <a:pt x="3494253" y="30362"/>
                  </a:lnTo>
                  <a:lnTo>
                    <a:pt x="3581920" y="20983"/>
                  </a:lnTo>
                  <a:lnTo>
                    <a:pt x="3661716" y="13519"/>
                  </a:lnTo>
                  <a:lnTo>
                    <a:pt x="3729434" y="7930"/>
                  </a:lnTo>
                  <a:lnTo>
                    <a:pt x="3781934" y="4078"/>
                  </a:lnTo>
                  <a:lnTo>
                    <a:pt x="3817943" y="1717"/>
                  </a:lnTo>
                  <a:lnTo>
                    <a:pt x="3838473" y="507"/>
                  </a:lnTo>
                  <a:lnTo>
                    <a:pt x="3846792" y="64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5" y="49"/>
                  </a:lnTo>
                  <a:lnTo>
                    <a:pt x="4396339" y="402"/>
                  </a:lnTo>
                  <a:lnTo>
                    <a:pt x="4416864" y="1379"/>
                  </a:lnTo>
                  <a:lnTo>
                    <a:pt x="4453037" y="3295"/>
                  </a:lnTo>
                  <a:lnTo>
                    <a:pt x="4505894" y="6429"/>
                  </a:lnTo>
                  <a:lnTo>
                    <a:pt x="4574134" y="10985"/>
                  </a:lnTo>
                  <a:lnTo>
                    <a:pt x="4654549" y="17076"/>
                  </a:lnTo>
                  <a:lnTo>
                    <a:pt x="4742848" y="24730"/>
                  </a:lnTo>
                  <a:lnTo>
                    <a:pt x="4834574" y="33926"/>
                  </a:lnTo>
                  <a:lnTo>
                    <a:pt x="4925844" y="44625"/>
                  </a:lnTo>
                  <a:lnTo>
                    <a:pt x="5013753" y="56815"/>
                  </a:lnTo>
                  <a:lnTo>
                    <a:pt x="5096471" y="70529"/>
                  </a:lnTo>
                  <a:lnTo>
                    <a:pt x="5173118" y="85865"/>
                  </a:lnTo>
                  <a:lnTo>
                    <a:pt x="5243552" y="102990"/>
                  </a:lnTo>
                  <a:lnTo>
                    <a:pt x="5308143" y="122139"/>
                  </a:lnTo>
                  <a:lnTo>
                    <a:pt x="5367583" y="143606"/>
                  </a:lnTo>
                  <a:lnTo>
                    <a:pt x="5422738" y="167727"/>
                  </a:lnTo>
                  <a:lnTo>
                    <a:pt x="5474539" y="194855"/>
                  </a:lnTo>
                  <a:lnTo>
                    <a:pt x="5523902" y="225298"/>
                  </a:lnTo>
                  <a:lnTo>
                    <a:pt x="5567201" y="255893"/>
                  </a:lnTo>
                  <a:lnTo>
                    <a:pt x="5610787" y="290293"/>
                  </a:lnTo>
                  <a:lnTo>
                    <a:pt x="5653946" y="327794"/>
                  </a:lnTo>
                  <a:lnTo>
                    <a:pt x="5697047" y="368453"/>
                  </a:lnTo>
                  <a:lnTo>
                    <a:pt x="5740354" y="412243"/>
                  </a:lnTo>
                  <a:lnTo>
                    <a:pt x="5784045" y="459053"/>
                  </a:lnTo>
                  <a:lnTo>
                    <a:pt x="5828219" y="508669"/>
                  </a:lnTo>
                  <a:lnTo>
                    <a:pt x="5872904" y="560783"/>
                  </a:lnTo>
                  <a:lnTo>
                    <a:pt x="5918067" y="614989"/>
                  </a:lnTo>
                  <a:lnTo>
                    <a:pt x="5963621" y="670796"/>
                  </a:lnTo>
                  <a:lnTo>
                    <a:pt x="6009440" y="727644"/>
                  </a:lnTo>
                  <a:lnTo>
                    <a:pt x="6055374" y="784930"/>
                  </a:lnTo>
                  <a:lnTo>
                    <a:pt x="6101258" y="842026"/>
                  </a:lnTo>
                  <a:lnTo>
                    <a:pt x="6146935" y="898318"/>
                  </a:lnTo>
                  <a:lnTo>
                    <a:pt x="6192266" y="953224"/>
                  </a:lnTo>
                  <a:lnTo>
                    <a:pt x="6237148" y="1006224"/>
                  </a:lnTo>
                  <a:lnTo>
                    <a:pt x="6281526" y="1056877"/>
                  </a:lnTo>
                  <a:lnTo>
                    <a:pt x="6325402" y="1104835"/>
                  </a:lnTo>
                  <a:lnTo>
                    <a:pt x="6368845" y="1149846"/>
                  </a:lnTo>
                  <a:lnTo>
                    <a:pt x="6412001" y="1191759"/>
                  </a:lnTo>
                  <a:lnTo>
                    <a:pt x="6455099" y="1230514"/>
                  </a:lnTo>
                  <a:lnTo>
                    <a:pt x="6498464" y="1266138"/>
                  </a:lnTo>
                  <a:lnTo>
                    <a:pt x="6515891" y="1279465"/>
                  </a:lnTo>
                  <a:lnTo>
                    <a:pt x="6563750" y="1313069"/>
                  </a:lnTo>
                  <a:lnTo>
                    <a:pt x="6613305" y="1343190"/>
                  </a:lnTo>
                  <a:lnTo>
                    <a:pt x="6665382" y="1370021"/>
                  </a:lnTo>
                  <a:lnTo>
                    <a:pt x="6720900" y="1393878"/>
                  </a:lnTo>
                  <a:lnTo>
                    <a:pt x="6780789" y="1415112"/>
                  </a:lnTo>
                  <a:lnTo>
                    <a:pt x="6845904" y="1434059"/>
                  </a:lnTo>
                  <a:lnTo>
                    <a:pt x="6916913" y="1451008"/>
                  </a:lnTo>
                  <a:lnTo>
                    <a:pt x="6994146" y="1466185"/>
                  </a:lnTo>
                  <a:lnTo>
                    <a:pt x="7077403" y="1479753"/>
                  </a:lnTo>
                  <a:lnTo>
                    <a:pt x="7165722" y="1491801"/>
                  </a:lnTo>
                  <a:lnTo>
                    <a:pt x="7257175" y="1502361"/>
                  </a:lnTo>
                  <a:lnTo>
                    <a:pt x="7348758" y="1511413"/>
                  </a:lnTo>
                  <a:lnTo>
                    <a:pt x="7436509" y="1518921"/>
                  </a:lnTo>
                  <a:lnTo>
                    <a:pt x="7515953" y="1524865"/>
                  </a:lnTo>
                  <a:lnTo>
                    <a:pt x="7582858" y="1529281"/>
                  </a:lnTo>
                  <a:lnTo>
                    <a:pt x="7634168" y="1532291"/>
                  </a:lnTo>
                  <a:lnTo>
                    <a:pt x="7668788" y="1534106"/>
                  </a:lnTo>
                  <a:lnTo>
                    <a:pt x="7687981" y="1535010"/>
                  </a:lnTo>
                  <a:lnTo>
                    <a:pt x="7695295" y="1535321"/>
                  </a:lnTo>
                  <a:lnTo>
                    <a:pt x="7696237" y="1535358"/>
                  </a:lnTo>
                  <a:lnTo>
                    <a:pt x="8234974" y="15353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9" name="pl1369"/>
            <p:cNvSpPr/>
            <p:nvPr/>
          </p:nvSpPr>
          <p:spPr>
            <a:xfrm>
              <a:off x="546595" y="2786712"/>
              <a:ext cx="8234974" cy="1900142"/>
            </a:xfrm>
            <a:custGeom>
              <a:avLst/>
              <a:pathLst>
                <a:path w="8234974" h="1900142">
                  <a:moveTo>
                    <a:pt x="8234974" y="1535358"/>
                  </a:move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0" y="60"/>
                  </a:lnTo>
                  <a:lnTo>
                    <a:pt x="3838794" y="489"/>
                  </a:lnTo>
                  <a:lnTo>
                    <a:pt x="3818600" y="1676"/>
                  </a:lnTo>
                  <a:lnTo>
                    <a:pt x="3782980" y="4006"/>
                  </a:lnTo>
                  <a:lnTo>
                    <a:pt x="3730864" y="7819"/>
                  </a:lnTo>
                  <a:lnTo>
                    <a:pt x="3663477" y="13365"/>
                  </a:lnTo>
                  <a:lnTo>
                    <a:pt x="3583921" y="20784"/>
                  </a:lnTo>
                  <a:lnTo>
                    <a:pt x="3496389" y="30117"/>
                  </a:lnTo>
                  <a:lnTo>
                    <a:pt x="3405271" y="41337"/>
                  </a:lnTo>
                  <a:lnTo>
                    <a:pt x="3314425" y="54399"/>
                  </a:lnTo>
                  <a:lnTo>
                    <a:pt x="3226762" y="69282"/>
                  </a:lnTo>
                  <a:lnTo>
                    <a:pt x="3144144" y="86024"/>
                  </a:lnTo>
                  <a:lnTo>
                    <a:pt x="3067492" y="104740"/>
                  </a:lnTo>
                  <a:lnTo>
                    <a:pt x="2996990" y="125625"/>
                  </a:lnTo>
                  <a:lnTo>
                    <a:pt x="2932307" y="148959"/>
                  </a:lnTo>
                  <a:lnTo>
                    <a:pt x="2872784" y="175093"/>
                  </a:lnTo>
                  <a:lnTo>
                    <a:pt x="2817582" y="204434"/>
                  </a:lnTo>
                  <a:lnTo>
                    <a:pt x="2765785" y="237409"/>
                  </a:lnTo>
                  <a:lnTo>
                    <a:pt x="2716491" y="274405"/>
                  </a:lnTo>
                  <a:lnTo>
                    <a:pt x="2668886" y="315660"/>
                  </a:lnTo>
                  <a:lnTo>
                    <a:pt x="2667772" y="316690"/>
                  </a:lnTo>
                  <a:lnTo>
                    <a:pt x="2626827" y="356560"/>
                  </a:lnTo>
                  <a:lnTo>
                    <a:pt x="2586278" y="399809"/>
                  </a:lnTo>
                  <a:lnTo>
                    <a:pt x="2545816" y="446501"/>
                  </a:lnTo>
                  <a:lnTo>
                    <a:pt x="2505207" y="496625"/>
                  </a:lnTo>
                  <a:lnTo>
                    <a:pt x="2464290" y="550084"/>
                  </a:lnTo>
                  <a:lnTo>
                    <a:pt x="2422966" y="606689"/>
                  </a:lnTo>
                  <a:lnTo>
                    <a:pt x="2381193" y="666157"/>
                  </a:lnTo>
                  <a:lnTo>
                    <a:pt x="2338980" y="728110"/>
                  </a:lnTo>
                  <a:lnTo>
                    <a:pt x="2296380" y="792083"/>
                  </a:lnTo>
                  <a:lnTo>
                    <a:pt x="2253480" y="857536"/>
                  </a:lnTo>
                  <a:lnTo>
                    <a:pt x="2210396" y="923873"/>
                  </a:lnTo>
                  <a:lnTo>
                    <a:pt x="2167259" y="990462"/>
                  </a:lnTo>
                  <a:lnTo>
                    <a:pt x="2124204" y="1056662"/>
                  </a:lnTo>
                  <a:lnTo>
                    <a:pt x="2081359" y="1121848"/>
                  </a:lnTo>
                  <a:lnTo>
                    <a:pt x="2038835" y="1185433"/>
                  </a:lnTo>
                  <a:lnTo>
                    <a:pt x="1996713" y="1246892"/>
                  </a:lnTo>
                  <a:lnTo>
                    <a:pt x="1955037" y="1305778"/>
                  </a:lnTo>
                  <a:lnTo>
                    <a:pt x="1913805" y="1361732"/>
                  </a:lnTo>
                  <a:lnTo>
                    <a:pt x="1872964" y="1414492"/>
                  </a:lnTo>
                  <a:lnTo>
                    <a:pt x="1832402" y="1463889"/>
                  </a:lnTo>
                  <a:lnTo>
                    <a:pt x="1791943" y="1509845"/>
                  </a:lnTo>
                  <a:lnTo>
                    <a:pt x="1751340" y="1552366"/>
                  </a:lnTo>
                  <a:lnTo>
                    <a:pt x="1719082" y="1583452"/>
                  </a:lnTo>
                  <a:lnTo>
                    <a:pt x="1671509" y="1624808"/>
                  </a:lnTo>
                  <a:lnTo>
                    <a:pt x="1622264" y="1661903"/>
                  </a:lnTo>
                  <a:lnTo>
                    <a:pt x="1570537" y="1694970"/>
                  </a:lnTo>
                  <a:lnTo>
                    <a:pt x="1515426" y="1724392"/>
                  </a:lnTo>
                  <a:lnTo>
                    <a:pt x="1456015" y="1750597"/>
                  </a:lnTo>
                  <a:lnTo>
                    <a:pt x="1391463" y="1773993"/>
                  </a:lnTo>
                  <a:lnTo>
                    <a:pt x="1321105" y="1794932"/>
                  </a:lnTo>
                  <a:lnTo>
                    <a:pt x="1244599" y="1813697"/>
                  </a:lnTo>
                  <a:lnTo>
                    <a:pt x="1162115" y="1830484"/>
                  </a:lnTo>
                  <a:lnTo>
                    <a:pt x="1074554" y="1845411"/>
                  </a:lnTo>
                  <a:lnTo>
                    <a:pt x="983754" y="1858516"/>
                  </a:lnTo>
                  <a:lnTo>
                    <a:pt x="892602" y="1869780"/>
                  </a:lnTo>
                  <a:lnTo>
                    <a:pt x="804935" y="1879158"/>
                  </a:lnTo>
                  <a:lnTo>
                    <a:pt x="725138" y="1886623"/>
                  </a:lnTo>
                  <a:lnTo>
                    <a:pt x="657421" y="1892212"/>
                  </a:lnTo>
                  <a:lnTo>
                    <a:pt x="604920" y="1896063"/>
                  </a:lnTo>
                  <a:lnTo>
                    <a:pt x="568912" y="1898425"/>
                  </a:lnTo>
                  <a:lnTo>
                    <a:pt x="548382" y="1899635"/>
                  </a:lnTo>
                  <a:lnTo>
                    <a:pt x="540062" y="1900077"/>
                  </a:lnTo>
                  <a:lnTo>
                    <a:pt x="538736" y="1900142"/>
                  </a:lnTo>
                  <a:lnTo>
                    <a:pt x="538736" y="1900142"/>
                  </a:lnTo>
                  <a:lnTo>
                    <a:pt x="0" y="19001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0" name="pg1370"/>
            <p:cNvSpPr/>
            <p:nvPr/>
          </p:nvSpPr>
          <p:spPr>
            <a:xfrm>
              <a:off x="546595" y="3369278"/>
              <a:ext cx="8234974" cy="1361133"/>
            </a:xfrm>
            <a:custGeom>
              <a:avLst/>
              <a:pathLst>
                <a:path w="8234974" h="1361133">
                  <a:moveTo>
                    <a:pt x="0" y="1361133"/>
                  </a:moveTo>
                  <a:lnTo>
                    <a:pt x="538736" y="1361133"/>
                  </a:lnTo>
                  <a:lnTo>
                    <a:pt x="540011" y="1361093"/>
                  </a:lnTo>
                  <a:lnTo>
                    <a:pt x="548334" y="1360809"/>
                  </a:lnTo>
                  <a:lnTo>
                    <a:pt x="569098" y="1360024"/>
                  </a:lnTo>
                  <a:lnTo>
                    <a:pt x="605666" y="1358482"/>
                  </a:lnTo>
                  <a:lnTo>
                    <a:pt x="659054" y="1355962"/>
                  </a:lnTo>
                  <a:lnTo>
                    <a:pt x="727901" y="1352300"/>
                  </a:lnTo>
                  <a:lnTo>
                    <a:pt x="808927" y="1347409"/>
                  </a:lnTo>
                  <a:lnTo>
                    <a:pt x="897768" y="1341264"/>
                  </a:lnTo>
                  <a:lnTo>
                    <a:pt x="989923" y="1333886"/>
                  </a:lnTo>
                  <a:lnTo>
                    <a:pt x="1081488" y="1325304"/>
                  </a:lnTo>
                  <a:lnTo>
                    <a:pt x="1169566" y="1315529"/>
                  </a:lnTo>
                  <a:lnTo>
                    <a:pt x="1252350" y="1304530"/>
                  </a:lnTo>
                  <a:lnTo>
                    <a:pt x="1328989" y="1292226"/>
                  </a:lnTo>
                  <a:lnTo>
                    <a:pt x="1399373" y="1278480"/>
                  </a:lnTo>
                  <a:lnTo>
                    <a:pt x="1463899" y="1263101"/>
                  </a:lnTo>
                  <a:lnTo>
                    <a:pt x="1523281" y="1245849"/>
                  </a:lnTo>
                  <a:lnTo>
                    <a:pt x="1578404" y="1226452"/>
                  </a:lnTo>
                  <a:lnTo>
                    <a:pt x="1630213" y="1204627"/>
                  </a:lnTo>
                  <a:lnTo>
                    <a:pt x="1679629" y="1180131"/>
                  </a:lnTo>
                  <a:lnTo>
                    <a:pt x="1719082" y="1157870"/>
                  </a:lnTo>
                  <a:lnTo>
                    <a:pt x="1765130" y="1128918"/>
                  </a:lnTo>
                  <a:lnTo>
                    <a:pt x="1810728" y="1097210"/>
                  </a:lnTo>
                  <a:lnTo>
                    <a:pt x="1856297" y="1062700"/>
                  </a:lnTo>
                  <a:lnTo>
                    <a:pt x="1902137" y="1025423"/>
                  </a:lnTo>
                  <a:lnTo>
                    <a:pt x="1948438" y="985504"/>
                  </a:lnTo>
                  <a:lnTo>
                    <a:pt x="1995294" y="943164"/>
                  </a:lnTo>
                  <a:lnTo>
                    <a:pt x="2042714" y="898723"/>
                  </a:lnTo>
                  <a:lnTo>
                    <a:pt x="2090635" y="852591"/>
                  </a:lnTo>
                  <a:lnTo>
                    <a:pt x="2138934" y="805259"/>
                  </a:lnTo>
                  <a:lnTo>
                    <a:pt x="2187445" y="757274"/>
                  </a:lnTo>
                  <a:lnTo>
                    <a:pt x="2235980" y="709216"/>
                  </a:lnTo>
                  <a:lnTo>
                    <a:pt x="2284348" y="661670"/>
                  </a:lnTo>
                  <a:lnTo>
                    <a:pt x="2332376" y="615195"/>
                  </a:lnTo>
                  <a:lnTo>
                    <a:pt x="2379928" y="570296"/>
                  </a:lnTo>
                  <a:lnTo>
                    <a:pt x="2426925" y="527405"/>
                  </a:lnTo>
                  <a:lnTo>
                    <a:pt x="2473357" y="486865"/>
                  </a:lnTo>
                  <a:lnTo>
                    <a:pt x="2519297" y="448921"/>
                  </a:lnTo>
                  <a:lnTo>
                    <a:pt x="2564910" y="413723"/>
                  </a:lnTo>
                  <a:lnTo>
                    <a:pt x="2610467" y="381327"/>
                  </a:lnTo>
                  <a:lnTo>
                    <a:pt x="2656356" y="351703"/>
                  </a:lnTo>
                  <a:lnTo>
                    <a:pt x="2667772" y="344820"/>
                  </a:lnTo>
                  <a:lnTo>
                    <a:pt x="2715834" y="318022"/>
                  </a:lnTo>
                  <a:lnTo>
                    <a:pt x="2765610" y="294013"/>
                  </a:lnTo>
                  <a:lnTo>
                    <a:pt x="2817937" y="272637"/>
                  </a:lnTo>
                  <a:lnTo>
                    <a:pt x="2873745" y="253640"/>
                  </a:lnTo>
                  <a:lnTo>
                    <a:pt x="2933977" y="236739"/>
                  </a:lnTo>
                  <a:lnTo>
                    <a:pt x="2999494" y="221665"/>
                  </a:lnTo>
                  <a:lnTo>
                    <a:pt x="3070968" y="208187"/>
                  </a:lnTo>
                  <a:lnTo>
                    <a:pt x="3148720" y="196122"/>
                  </a:lnTo>
                  <a:lnTo>
                    <a:pt x="3232527" y="185344"/>
                  </a:lnTo>
                  <a:lnTo>
                    <a:pt x="3321385" y="175781"/>
                  </a:lnTo>
                  <a:lnTo>
                    <a:pt x="3413296" y="167410"/>
                  </a:lnTo>
                  <a:lnTo>
                    <a:pt x="3505173" y="160248"/>
                  </a:lnTo>
                  <a:lnTo>
                    <a:pt x="3592967" y="154325"/>
                  </a:lnTo>
                  <a:lnTo>
                    <a:pt x="3672137" y="149654"/>
                  </a:lnTo>
                  <a:lnTo>
                    <a:pt x="3738442" y="146203"/>
                  </a:lnTo>
                  <a:lnTo>
                    <a:pt x="3788888" y="143870"/>
                  </a:lnTo>
                  <a:lnTo>
                    <a:pt x="3822515" y="142480"/>
                  </a:lnTo>
                  <a:lnTo>
                    <a:pt x="3840769" y="141802"/>
                  </a:lnTo>
                  <a:lnTo>
                    <a:pt x="3847400" y="141579"/>
                  </a:lnTo>
                  <a:lnTo>
                    <a:pt x="3848118" y="141557"/>
                  </a:lnTo>
                  <a:lnTo>
                    <a:pt x="4386855" y="141557"/>
                  </a:lnTo>
                  <a:lnTo>
                    <a:pt x="4388158" y="141553"/>
                  </a:lnTo>
                  <a:lnTo>
                    <a:pt x="4396654" y="141520"/>
                  </a:lnTo>
                  <a:lnTo>
                    <a:pt x="4417835" y="141431"/>
                  </a:lnTo>
                  <a:lnTo>
                    <a:pt x="4455095" y="141255"/>
                  </a:lnTo>
                  <a:lnTo>
                    <a:pt x="4509410" y="140968"/>
                  </a:lnTo>
                  <a:lnTo>
                    <a:pt x="4579316" y="140551"/>
                  </a:lnTo>
                  <a:lnTo>
                    <a:pt x="4661399" y="139994"/>
                  </a:lnTo>
                  <a:lnTo>
                    <a:pt x="4751176" y="139296"/>
                  </a:lnTo>
                  <a:lnTo>
                    <a:pt x="4844063" y="138458"/>
                  </a:lnTo>
                  <a:lnTo>
                    <a:pt x="4936128" y="137484"/>
                  </a:lnTo>
                  <a:lnTo>
                    <a:pt x="5024489" y="136375"/>
                  </a:lnTo>
                  <a:lnTo>
                    <a:pt x="5107377" y="135127"/>
                  </a:lnTo>
                  <a:lnTo>
                    <a:pt x="5183996" y="133730"/>
                  </a:lnTo>
                  <a:lnTo>
                    <a:pt x="5254289" y="132167"/>
                  </a:lnTo>
                  <a:lnTo>
                    <a:pt x="5318700" y="130418"/>
                  </a:lnTo>
                  <a:lnTo>
                    <a:pt x="5377986" y="128453"/>
                  </a:lnTo>
                  <a:lnTo>
                    <a:pt x="5433059" y="126241"/>
                  </a:lnTo>
                  <a:lnTo>
                    <a:pt x="5484888" y="123751"/>
                  </a:lnTo>
                  <a:lnTo>
                    <a:pt x="5534405" y="120956"/>
                  </a:lnTo>
                  <a:lnTo>
                    <a:pt x="5567201" y="118872"/>
                  </a:lnTo>
                  <a:lnTo>
                    <a:pt x="5619877" y="115147"/>
                  </a:lnTo>
                  <a:lnTo>
                    <a:pt x="5672049" y="111017"/>
                  </a:lnTo>
                  <a:lnTo>
                    <a:pt x="5724309" y="106478"/>
                  </a:lnTo>
                  <a:lnTo>
                    <a:pt x="5777045" y="101540"/>
                  </a:lnTo>
                  <a:lnTo>
                    <a:pt x="5830469" y="96234"/>
                  </a:lnTo>
                  <a:lnTo>
                    <a:pt x="5884637" y="90606"/>
                  </a:lnTo>
                  <a:lnTo>
                    <a:pt x="5939475" y="84722"/>
                  </a:lnTo>
                  <a:lnTo>
                    <a:pt x="5994804" y="78664"/>
                  </a:lnTo>
                  <a:lnTo>
                    <a:pt x="6050372" y="72524"/>
                  </a:lnTo>
                  <a:lnTo>
                    <a:pt x="6105895" y="66400"/>
                  </a:lnTo>
                  <a:lnTo>
                    <a:pt x="6161092" y="60388"/>
                  </a:lnTo>
                  <a:lnTo>
                    <a:pt x="6215733" y="54578"/>
                  </a:lnTo>
                  <a:lnTo>
                    <a:pt x="6269667" y="49045"/>
                  </a:lnTo>
                  <a:lnTo>
                    <a:pt x="6322859" y="43852"/>
                  </a:lnTo>
                  <a:lnTo>
                    <a:pt x="6375413" y="39038"/>
                  </a:lnTo>
                  <a:lnTo>
                    <a:pt x="6427595" y="34629"/>
                  </a:lnTo>
                  <a:lnTo>
                    <a:pt x="6479852" y="30629"/>
                  </a:lnTo>
                  <a:lnTo>
                    <a:pt x="6515891" y="28130"/>
                  </a:lnTo>
                  <a:lnTo>
                    <a:pt x="6564306" y="25118"/>
                  </a:lnTo>
                  <a:lnTo>
                    <a:pt x="6614467" y="22423"/>
                  </a:lnTo>
                  <a:lnTo>
                    <a:pt x="6667228" y="20025"/>
                  </a:lnTo>
                  <a:lnTo>
                    <a:pt x="6723542" y="17896"/>
                  </a:lnTo>
                  <a:lnTo>
                    <a:pt x="6784370" y="16003"/>
                  </a:lnTo>
                  <a:lnTo>
                    <a:pt x="6850590" y="14316"/>
                  </a:lnTo>
                  <a:lnTo>
                    <a:pt x="6922875" y="12808"/>
                  </a:lnTo>
                  <a:lnTo>
                    <a:pt x="7001533" y="11460"/>
                  </a:lnTo>
                  <a:lnTo>
                    <a:pt x="7086298" y="10257"/>
                  </a:lnTo>
                  <a:lnTo>
                    <a:pt x="7176086" y="9192"/>
                  </a:lnTo>
                  <a:lnTo>
                    <a:pt x="7268781" y="8261"/>
                  </a:lnTo>
                  <a:lnTo>
                    <a:pt x="7361145" y="7467"/>
                  </a:lnTo>
                  <a:lnTo>
                    <a:pt x="7448976" y="6814"/>
                  </a:lnTo>
                  <a:lnTo>
                    <a:pt x="7527625" y="6303"/>
                  </a:lnTo>
                  <a:lnTo>
                    <a:pt x="7592843" y="5929"/>
                  </a:lnTo>
                  <a:lnTo>
                    <a:pt x="7641758" y="5679"/>
                  </a:lnTo>
                  <a:lnTo>
                    <a:pt x="7673655" y="5534"/>
                  </a:lnTo>
                  <a:lnTo>
                    <a:pt x="7690307" y="5466"/>
                  </a:lnTo>
                  <a:lnTo>
                    <a:pt x="7695819" y="54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4"/>
                  </a:lnTo>
                  <a:lnTo>
                    <a:pt x="7686438" y="36"/>
                  </a:lnTo>
                  <a:lnTo>
                    <a:pt x="7665258" y="126"/>
                  </a:lnTo>
                  <a:lnTo>
                    <a:pt x="7627997" y="302"/>
                  </a:lnTo>
                  <a:lnTo>
                    <a:pt x="7573682" y="589"/>
                  </a:lnTo>
                  <a:lnTo>
                    <a:pt x="7503776" y="1006"/>
                  </a:lnTo>
                  <a:lnTo>
                    <a:pt x="7421694" y="1563"/>
                  </a:lnTo>
                  <a:lnTo>
                    <a:pt x="7331917" y="2261"/>
                  </a:lnTo>
                  <a:lnTo>
                    <a:pt x="7239029" y="3099"/>
                  </a:lnTo>
                  <a:lnTo>
                    <a:pt x="7146964" y="4073"/>
                  </a:lnTo>
                  <a:lnTo>
                    <a:pt x="7058604" y="5182"/>
                  </a:lnTo>
                  <a:lnTo>
                    <a:pt x="6975716" y="6430"/>
                  </a:lnTo>
                  <a:lnTo>
                    <a:pt x="6899097" y="7827"/>
                  </a:lnTo>
                  <a:lnTo>
                    <a:pt x="6828804" y="9389"/>
                  </a:lnTo>
                  <a:lnTo>
                    <a:pt x="6764392" y="11139"/>
                  </a:lnTo>
                  <a:lnTo>
                    <a:pt x="6705107" y="13104"/>
                  </a:lnTo>
                  <a:lnTo>
                    <a:pt x="6650034" y="15315"/>
                  </a:lnTo>
                  <a:lnTo>
                    <a:pt x="6598204" y="17806"/>
                  </a:lnTo>
                  <a:lnTo>
                    <a:pt x="6548687" y="20601"/>
                  </a:lnTo>
                  <a:lnTo>
                    <a:pt x="6515891" y="22685"/>
                  </a:lnTo>
                  <a:lnTo>
                    <a:pt x="6463216" y="26410"/>
                  </a:lnTo>
                  <a:lnTo>
                    <a:pt x="6411044" y="30540"/>
                  </a:lnTo>
                  <a:lnTo>
                    <a:pt x="6358783" y="35079"/>
                  </a:lnTo>
                  <a:lnTo>
                    <a:pt x="6306047" y="40017"/>
                  </a:lnTo>
                  <a:lnTo>
                    <a:pt x="6252623" y="45323"/>
                  </a:lnTo>
                  <a:lnTo>
                    <a:pt x="6198455" y="50951"/>
                  </a:lnTo>
                  <a:lnTo>
                    <a:pt x="6143617" y="56835"/>
                  </a:lnTo>
                  <a:lnTo>
                    <a:pt x="6088288" y="62893"/>
                  </a:lnTo>
                  <a:lnTo>
                    <a:pt x="6032720" y="69032"/>
                  </a:lnTo>
                  <a:lnTo>
                    <a:pt x="5977198" y="75157"/>
                  </a:lnTo>
                  <a:lnTo>
                    <a:pt x="5922000" y="81169"/>
                  </a:lnTo>
                  <a:lnTo>
                    <a:pt x="5867360" y="86979"/>
                  </a:lnTo>
                  <a:lnTo>
                    <a:pt x="5813426" y="92512"/>
                  </a:lnTo>
                  <a:lnTo>
                    <a:pt x="5760233" y="97705"/>
                  </a:lnTo>
                  <a:lnTo>
                    <a:pt x="5707679" y="102519"/>
                  </a:lnTo>
                  <a:lnTo>
                    <a:pt x="5655498" y="106928"/>
                  </a:lnTo>
                  <a:lnTo>
                    <a:pt x="5603241" y="110928"/>
                  </a:lnTo>
                  <a:lnTo>
                    <a:pt x="5567201" y="113427"/>
                  </a:lnTo>
                  <a:lnTo>
                    <a:pt x="5518786" y="116439"/>
                  </a:lnTo>
                  <a:lnTo>
                    <a:pt x="5468626" y="119134"/>
                  </a:lnTo>
                  <a:lnTo>
                    <a:pt x="5415865" y="121532"/>
                  </a:lnTo>
                  <a:lnTo>
                    <a:pt x="5359551" y="123661"/>
                  </a:lnTo>
                  <a:lnTo>
                    <a:pt x="5298722" y="125554"/>
                  </a:lnTo>
                  <a:lnTo>
                    <a:pt x="5232502" y="127241"/>
                  </a:lnTo>
                  <a:lnTo>
                    <a:pt x="5160217" y="128748"/>
                  </a:lnTo>
                  <a:lnTo>
                    <a:pt x="5081559" y="130096"/>
                  </a:lnTo>
                  <a:lnTo>
                    <a:pt x="4996794" y="131300"/>
                  </a:lnTo>
                  <a:lnTo>
                    <a:pt x="4907006" y="132365"/>
                  </a:lnTo>
                  <a:lnTo>
                    <a:pt x="4814311" y="133296"/>
                  </a:lnTo>
                  <a:lnTo>
                    <a:pt x="4721947" y="134090"/>
                  </a:lnTo>
                  <a:lnTo>
                    <a:pt x="4634117" y="134743"/>
                  </a:lnTo>
                  <a:lnTo>
                    <a:pt x="4555467" y="135254"/>
                  </a:lnTo>
                  <a:lnTo>
                    <a:pt x="4490249" y="135628"/>
                  </a:lnTo>
                  <a:lnTo>
                    <a:pt x="4441335" y="135878"/>
                  </a:lnTo>
                  <a:lnTo>
                    <a:pt x="4409437" y="136023"/>
                  </a:lnTo>
                  <a:lnTo>
                    <a:pt x="4392785" y="136091"/>
                  </a:lnTo>
                  <a:lnTo>
                    <a:pt x="4387274" y="136111"/>
                  </a:lnTo>
                  <a:lnTo>
                    <a:pt x="4386855" y="136113"/>
                  </a:lnTo>
                  <a:lnTo>
                    <a:pt x="3848118" y="136113"/>
                  </a:lnTo>
                  <a:lnTo>
                    <a:pt x="3846843" y="136153"/>
                  </a:lnTo>
                  <a:lnTo>
                    <a:pt x="3838520" y="136437"/>
                  </a:lnTo>
                  <a:lnTo>
                    <a:pt x="3817757" y="137222"/>
                  </a:lnTo>
                  <a:lnTo>
                    <a:pt x="3781189" y="138764"/>
                  </a:lnTo>
                  <a:lnTo>
                    <a:pt x="3727801" y="141284"/>
                  </a:lnTo>
                  <a:lnTo>
                    <a:pt x="3658953" y="144945"/>
                  </a:lnTo>
                  <a:lnTo>
                    <a:pt x="3577928" y="149837"/>
                  </a:lnTo>
                  <a:lnTo>
                    <a:pt x="3489086" y="155982"/>
                  </a:lnTo>
                  <a:lnTo>
                    <a:pt x="3396932" y="163360"/>
                  </a:lnTo>
                  <a:lnTo>
                    <a:pt x="3305367" y="171942"/>
                  </a:lnTo>
                  <a:lnTo>
                    <a:pt x="3217288" y="181717"/>
                  </a:lnTo>
                  <a:lnTo>
                    <a:pt x="3134505" y="192716"/>
                  </a:lnTo>
                  <a:lnTo>
                    <a:pt x="3057865" y="205020"/>
                  </a:lnTo>
                  <a:lnTo>
                    <a:pt x="2987482" y="218766"/>
                  </a:lnTo>
                  <a:lnTo>
                    <a:pt x="2922956" y="234145"/>
                  </a:lnTo>
                  <a:lnTo>
                    <a:pt x="2863573" y="251397"/>
                  </a:lnTo>
                  <a:lnTo>
                    <a:pt x="2808451" y="270794"/>
                  </a:lnTo>
                  <a:lnTo>
                    <a:pt x="2756642" y="292619"/>
                  </a:lnTo>
                  <a:lnTo>
                    <a:pt x="2707226" y="317114"/>
                  </a:lnTo>
                  <a:lnTo>
                    <a:pt x="2667772" y="339375"/>
                  </a:lnTo>
                  <a:lnTo>
                    <a:pt x="2621725" y="368328"/>
                  </a:lnTo>
                  <a:lnTo>
                    <a:pt x="2576127" y="400036"/>
                  </a:lnTo>
                  <a:lnTo>
                    <a:pt x="2530557" y="434546"/>
                  </a:lnTo>
                  <a:lnTo>
                    <a:pt x="2484718" y="471823"/>
                  </a:lnTo>
                  <a:lnTo>
                    <a:pt x="2438417" y="511742"/>
                  </a:lnTo>
                  <a:lnTo>
                    <a:pt x="2391561" y="554082"/>
                  </a:lnTo>
                  <a:lnTo>
                    <a:pt x="2344140" y="598523"/>
                  </a:lnTo>
                  <a:lnTo>
                    <a:pt x="2296219" y="644655"/>
                  </a:lnTo>
                  <a:lnTo>
                    <a:pt x="2247920" y="691987"/>
                  </a:lnTo>
                  <a:lnTo>
                    <a:pt x="2199409" y="739972"/>
                  </a:lnTo>
                  <a:lnTo>
                    <a:pt x="2150874" y="788030"/>
                  </a:lnTo>
                  <a:lnTo>
                    <a:pt x="2102506" y="835576"/>
                  </a:lnTo>
                  <a:lnTo>
                    <a:pt x="2054479" y="882051"/>
                  </a:lnTo>
                  <a:lnTo>
                    <a:pt x="2006926" y="926950"/>
                  </a:lnTo>
                  <a:lnTo>
                    <a:pt x="1959929" y="969841"/>
                  </a:lnTo>
                  <a:lnTo>
                    <a:pt x="1913497" y="1010381"/>
                  </a:lnTo>
                  <a:lnTo>
                    <a:pt x="1867558" y="1048324"/>
                  </a:lnTo>
                  <a:lnTo>
                    <a:pt x="1821945" y="1083522"/>
                  </a:lnTo>
                  <a:lnTo>
                    <a:pt x="1776388" y="1115919"/>
                  </a:lnTo>
                  <a:lnTo>
                    <a:pt x="1730498" y="1145543"/>
                  </a:lnTo>
                  <a:lnTo>
                    <a:pt x="1719082" y="1152426"/>
                  </a:lnTo>
                  <a:lnTo>
                    <a:pt x="1671020" y="1179224"/>
                  </a:lnTo>
                  <a:lnTo>
                    <a:pt x="1621244" y="1203233"/>
                  </a:lnTo>
                  <a:lnTo>
                    <a:pt x="1568918" y="1224609"/>
                  </a:lnTo>
                  <a:lnTo>
                    <a:pt x="1513109" y="1243605"/>
                  </a:lnTo>
                  <a:lnTo>
                    <a:pt x="1452878" y="1260507"/>
                  </a:lnTo>
                  <a:lnTo>
                    <a:pt x="1387361" y="1275581"/>
                  </a:lnTo>
                  <a:lnTo>
                    <a:pt x="1315887" y="1289059"/>
                  </a:lnTo>
                  <a:lnTo>
                    <a:pt x="1238134" y="1301124"/>
                  </a:lnTo>
                  <a:lnTo>
                    <a:pt x="1154327" y="1311902"/>
                  </a:lnTo>
                  <a:lnTo>
                    <a:pt x="1065470" y="1321465"/>
                  </a:lnTo>
                  <a:lnTo>
                    <a:pt x="973558" y="1329835"/>
                  </a:lnTo>
                  <a:lnTo>
                    <a:pt x="881681" y="1336998"/>
                  </a:lnTo>
                  <a:lnTo>
                    <a:pt x="793887" y="1342921"/>
                  </a:lnTo>
                  <a:lnTo>
                    <a:pt x="714718" y="1347592"/>
                  </a:lnTo>
                  <a:lnTo>
                    <a:pt x="648413" y="1351043"/>
                  </a:lnTo>
                  <a:lnTo>
                    <a:pt x="597967" y="1353376"/>
                  </a:lnTo>
                  <a:lnTo>
                    <a:pt x="564339" y="1354766"/>
                  </a:lnTo>
                  <a:lnTo>
                    <a:pt x="546085" y="1355444"/>
                  </a:lnTo>
                  <a:lnTo>
                    <a:pt x="539455" y="1355666"/>
                  </a:lnTo>
                  <a:lnTo>
                    <a:pt x="538736" y="1355689"/>
                  </a:lnTo>
                  <a:lnTo>
                    <a:pt x="0" y="135568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71" name="pl1371"/>
            <p:cNvSpPr/>
            <p:nvPr/>
          </p:nvSpPr>
          <p:spPr>
            <a:xfrm>
              <a:off x="546595" y="3374722"/>
              <a:ext cx="8234974" cy="1355689"/>
            </a:xfrm>
            <a:custGeom>
              <a:avLst/>
              <a:pathLst>
                <a:path w="8234974" h="1355689">
                  <a:moveTo>
                    <a:pt x="0" y="1355689"/>
                  </a:moveTo>
                  <a:lnTo>
                    <a:pt x="538736" y="1355689"/>
                  </a:lnTo>
                  <a:lnTo>
                    <a:pt x="540011" y="1355649"/>
                  </a:lnTo>
                  <a:lnTo>
                    <a:pt x="548334" y="1355365"/>
                  </a:lnTo>
                  <a:lnTo>
                    <a:pt x="569098" y="1354579"/>
                  </a:lnTo>
                  <a:lnTo>
                    <a:pt x="605666" y="1353038"/>
                  </a:lnTo>
                  <a:lnTo>
                    <a:pt x="659054" y="1350517"/>
                  </a:lnTo>
                  <a:lnTo>
                    <a:pt x="727901" y="1346856"/>
                  </a:lnTo>
                  <a:lnTo>
                    <a:pt x="808927" y="1341964"/>
                  </a:lnTo>
                  <a:lnTo>
                    <a:pt x="897768" y="1335819"/>
                  </a:lnTo>
                  <a:lnTo>
                    <a:pt x="989923" y="1328441"/>
                  </a:lnTo>
                  <a:lnTo>
                    <a:pt x="1081488" y="1319860"/>
                  </a:lnTo>
                  <a:lnTo>
                    <a:pt x="1169566" y="1310084"/>
                  </a:lnTo>
                  <a:lnTo>
                    <a:pt x="1252350" y="1299085"/>
                  </a:lnTo>
                  <a:lnTo>
                    <a:pt x="1328989" y="1286781"/>
                  </a:lnTo>
                  <a:lnTo>
                    <a:pt x="1399373" y="1273036"/>
                  </a:lnTo>
                  <a:lnTo>
                    <a:pt x="1463899" y="1257656"/>
                  </a:lnTo>
                  <a:lnTo>
                    <a:pt x="1523281" y="1240404"/>
                  </a:lnTo>
                  <a:lnTo>
                    <a:pt x="1578404" y="1221007"/>
                  </a:lnTo>
                  <a:lnTo>
                    <a:pt x="1630213" y="1199183"/>
                  </a:lnTo>
                  <a:lnTo>
                    <a:pt x="1679629" y="1174687"/>
                  </a:lnTo>
                  <a:lnTo>
                    <a:pt x="1719082" y="1152426"/>
                  </a:lnTo>
                  <a:lnTo>
                    <a:pt x="1765130" y="1123473"/>
                  </a:lnTo>
                  <a:lnTo>
                    <a:pt x="1810728" y="1091765"/>
                  </a:lnTo>
                  <a:lnTo>
                    <a:pt x="1856297" y="1057255"/>
                  </a:lnTo>
                  <a:lnTo>
                    <a:pt x="1902137" y="1019979"/>
                  </a:lnTo>
                  <a:lnTo>
                    <a:pt x="1948438" y="980059"/>
                  </a:lnTo>
                  <a:lnTo>
                    <a:pt x="1995294" y="937719"/>
                  </a:lnTo>
                  <a:lnTo>
                    <a:pt x="2042714" y="893278"/>
                  </a:lnTo>
                  <a:lnTo>
                    <a:pt x="2090635" y="847147"/>
                  </a:lnTo>
                  <a:lnTo>
                    <a:pt x="2138934" y="799814"/>
                  </a:lnTo>
                  <a:lnTo>
                    <a:pt x="2187445" y="751829"/>
                  </a:lnTo>
                  <a:lnTo>
                    <a:pt x="2235980" y="703772"/>
                  </a:lnTo>
                  <a:lnTo>
                    <a:pt x="2284348" y="656226"/>
                  </a:lnTo>
                  <a:lnTo>
                    <a:pt x="2332376" y="609750"/>
                  </a:lnTo>
                  <a:lnTo>
                    <a:pt x="2379928" y="564851"/>
                  </a:lnTo>
                  <a:lnTo>
                    <a:pt x="2426925" y="521960"/>
                  </a:lnTo>
                  <a:lnTo>
                    <a:pt x="2473357" y="481420"/>
                  </a:lnTo>
                  <a:lnTo>
                    <a:pt x="2519297" y="443477"/>
                  </a:lnTo>
                  <a:lnTo>
                    <a:pt x="2564910" y="408279"/>
                  </a:lnTo>
                  <a:lnTo>
                    <a:pt x="2610467" y="375882"/>
                  </a:lnTo>
                  <a:lnTo>
                    <a:pt x="2656356" y="346259"/>
                  </a:lnTo>
                  <a:lnTo>
                    <a:pt x="2667772" y="339375"/>
                  </a:lnTo>
                  <a:lnTo>
                    <a:pt x="2715834" y="312577"/>
                  </a:lnTo>
                  <a:lnTo>
                    <a:pt x="2765610" y="288568"/>
                  </a:lnTo>
                  <a:lnTo>
                    <a:pt x="2817937" y="267193"/>
                  </a:lnTo>
                  <a:lnTo>
                    <a:pt x="2873745" y="248196"/>
                  </a:lnTo>
                  <a:lnTo>
                    <a:pt x="2933977" y="231295"/>
                  </a:lnTo>
                  <a:lnTo>
                    <a:pt x="2999494" y="216220"/>
                  </a:lnTo>
                  <a:lnTo>
                    <a:pt x="3070968" y="202742"/>
                  </a:lnTo>
                  <a:lnTo>
                    <a:pt x="3148720" y="190678"/>
                  </a:lnTo>
                  <a:lnTo>
                    <a:pt x="3232527" y="179900"/>
                  </a:lnTo>
                  <a:lnTo>
                    <a:pt x="3321385" y="170336"/>
                  </a:lnTo>
                  <a:lnTo>
                    <a:pt x="3413296" y="161966"/>
                  </a:lnTo>
                  <a:lnTo>
                    <a:pt x="3505173" y="154804"/>
                  </a:lnTo>
                  <a:lnTo>
                    <a:pt x="3592967" y="148880"/>
                  </a:lnTo>
                  <a:lnTo>
                    <a:pt x="3672137" y="144209"/>
                  </a:lnTo>
                  <a:lnTo>
                    <a:pt x="3738442" y="140759"/>
                  </a:lnTo>
                  <a:lnTo>
                    <a:pt x="3788888" y="138426"/>
                  </a:lnTo>
                  <a:lnTo>
                    <a:pt x="3822515" y="137035"/>
                  </a:lnTo>
                  <a:lnTo>
                    <a:pt x="3840769" y="136357"/>
                  </a:lnTo>
                  <a:lnTo>
                    <a:pt x="3847400" y="136135"/>
                  </a:lnTo>
                  <a:lnTo>
                    <a:pt x="3848118" y="136113"/>
                  </a:lnTo>
                  <a:lnTo>
                    <a:pt x="4386855" y="136113"/>
                  </a:lnTo>
                  <a:lnTo>
                    <a:pt x="4388158" y="136108"/>
                  </a:lnTo>
                  <a:lnTo>
                    <a:pt x="4396654" y="136076"/>
                  </a:lnTo>
                  <a:lnTo>
                    <a:pt x="4417835" y="135986"/>
                  </a:lnTo>
                  <a:lnTo>
                    <a:pt x="4455095" y="135810"/>
                  </a:lnTo>
                  <a:lnTo>
                    <a:pt x="4509410" y="135523"/>
                  </a:lnTo>
                  <a:lnTo>
                    <a:pt x="4579316" y="135106"/>
                  </a:lnTo>
                  <a:lnTo>
                    <a:pt x="4661399" y="134550"/>
                  </a:lnTo>
                  <a:lnTo>
                    <a:pt x="4751176" y="133851"/>
                  </a:lnTo>
                  <a:lnTo>
                    <a:pt x="4844063" y="133014"/>
                  </a:lnTo>
                  <a:lnTo>
                    <a:pt x="4936128" y="132040"/>
                  </a:lnTo>
                  <a:lnTo>
                    <a:pt x="5024489" y="130930"/>
                  </a:lnTo>
                  <a:lnTo>
                    <a:pt x="5107377" y="129682"/>
                  </a:lnTo>
                  <a:lnTo>
                    <a:pt x="5183996" y="128285"/>
                  </a:lnTo>
                  <a:lnTo>
                    <a:pt x="5254289" y="126723"/>
                  </a:lnTo>
                  <a:lnTo>
                    <a:pt x="5318700" y="124973"/>
                  </a:lnTo>
                  <a:lnTo>
                    <a:pt x="5377986" y="123008"/>
                  </a:lnTo>
                  <a:lnTo>
                    <a:pt x="5433059" y="120797"/>
                  </a:lnTo>
                  <a:lnTo>
                    <a:pt x="5484888" y="118307"/>
                  </a:lnTo>
                  <a:lnTo>
                    <a:pt x="5534405" y="115511"/>
                  </a:lnTo>
                  <a:lnTo>
                    <a:pt x="5567201" y="113427"/>
                  </a:lnTo>
                  <a:lnTo>
                    <a:pt x="5619877" y="109702"/>
                  </a:lnTo>
                  <a:lnTo>
                    <a:pt x="5672049" y="105572"/>
                  </a:lnTo>
                  <a:lnTo>
                    <a:pt x="5724309" y="101033"/>
                  </a:lnTo>
                  <a:lnTo>
                    <a:pt x="5777045" y="96096"/>
                  </a:lnTo>
                  <a:lnTo>
                    <a:pt x="5830469" y="90789"/>
                  </a:lnTo>
                  <a:lnTo>
                    <a:pt x="5884637" y="85161"/>
                  </a:lnTo>
                  <a:lnTo>
                    <a:pt x="5939475" y="79278"/>
                  </a:lnTo>
                  <a:lnTo>
                    <a:pt x="5994804" y="73220"/>
                  </a:lnTo>
                  <a:lnTo>
                    <a:pt x="6050372" y="67080"/>
                  </a:lnTo>
                  <a:lnTo>
                    <a:pt x="6105895" y="60956"/>
                  </a:lnTo>
                  <a:lnTo>
                    <a:pt x="6161092" y="54944"/>
                  </a:lnTo>
                  <a:lnTo>
                    <a:pt x="6215733" y="49133"/>
                  </a:lnTo>
                  <a:lnTo>
                    <a:pt x="6269667" y="43601"/>
                  </a:lnTo>
                  <a:lnTo>
                    <a:pt x="6322859" y="38407"/>
                  </a:lnTo>
                  <a:lnTo>
                    <a:pt x="6375413" y="33594"/>
                  </a:lnTo>
                  <a:lnTo>
                    <a:pt x="6427595" y="29184"/>
                  </a:lnTo>
                  <a:lnTo>
                    <a:pt x="6479852" y="25184"/>
                  </a:lnTo>
                  <a:lnTo>
                    <a:pt x="6515891" y="22685"/>
                  </a:lnTo>
                  <a:lnTo>
                    <a:pt x="6564306" y="19674"/>
                  </a:lnTo>
                  <a:lnTo>
                    <a:pt x="6614467" y="16978"/>
                  </a:lnTo>
                  <a:lnTo>
                    <a:pt x="6667228" y="14580"/>
                  </a:lnTo>
                  <a:lnTo>
                    <a:pt x="6723542" y="12451"/>
                  </a:lnTo>
                  <a:lnTo>
                    <a:pt x="6784370" y="10558"/>
                  </a:lnTo>
                  <a:lnTo>
                    <a:pt x="6850590" y="8871"/>
                  </a:lnTo>
                  <a:lnTo>
                    <a:pt x="6922875" y="7364"/>
                  </a:lnTo>
                  <a:lnTo>
                    <a:pt x="7001533" y="6016"/>
                  </a:lnTo>
                  <a:lnTo>
                    <a:pt x="7086298" y="4813"/>
                  </a:lnTo>
                  <a:lnTo>
                    <a:pt x="7176086" y="3747"/>
                  </a:lnTo>
                  <a:lnTo>
                    <a:pt x="7268781" y="2816"/>
                  </a:lnTo>
                  <a:lnTo>
                    <a:pt x="7361145" y="2023"/>
                  </a:lnTo>
                  <a:lnTo>
                    <a:pt x="7448976" y="1369"/>
                  </a:lnTo>
                  <a:lnTo>
                    <a:pt x="7527625" y="858"/>
                  </a:lnTo>
                  <a:lnTo>
                    <a:pt x="7592843" y="484"/>
                  </a:lnTo>
                  <a:lnTo>
                    <a:pt x="7641758" y="235"/>
                  </a:lnTo>
                  <a:lnTo>
                    <a:pt x="7673655" y="89"/>
                  </a:lnTo>
                  <a:lnTo>
                    <a:pt x="7690307" y="21"/>
                  </a:lnTo>
                  <a:lnTo>
                    <a:pt x="7695819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2" name="pl1372"/>
            <p:cNvSpPr/>
            <p:nvPr/>
          </p:nvSpPr>
          <p:spPr>
            <a:xfrm>
              <a:off x="546595" y="3369278"/>
              <a:ext cx="8234974" cy="1355689"/>
            </a:xfrm>
            <a:custGeom>
              <a:avLst/>
              <a:pathLst>
                <a:path w="8234974" h="1355689">
                  <a:moveTo>
                    <a:pt x="8234974" y="0"/>
                  </a:moveTo>
                  <a:lnTo>
                    <a:pt x="7696237" y="0"/>
                  </a:lnTo>
                  <a:lnTo>
                    <a:pt x="7694935" y="4"/>
                  </a:lnTo>
                  <a:lnTo>
                    <a:pt x="7686438" y="36"/>
                  </a:lnTo>
                  <a:lnTo>
                    <a:pt x="7665258" y="126"/>
                  </a:lnTo>
                  <a:lnTo>
                    <a:pt x="7627997" y="302"/>
                  </a:lnTo>
                  <a:lnTo>
                    <a:pt x="7573682" y="589"/>
                  </a:lnTo>
                  <a:lnTo>
                    <a:pt x="7503776" y="1006"/>
                  </a:lnTo>
                  <a:lnTo>
                    <a:pt x="7421694" y="1563"/>
                  </a:lnTo>
                  <a:lnTo>
                    <a:pt x="7331917" y="2261"/>
                  </a:lnTo>
                  <a:lnTo>
                    <a:pt x="7239029" y="3099"/>
                  </a:lnTo>
                  <a:lnTo>
                    <a:pt x="7146964" y="4073"/>
                  </a:lnTo>
                  <a:lnTo>
                    <a:pt x="7058604" y="5182"/>
                  </a:lnTo>
                  <a:lnTo>
                    <a:pt x="6975716" y="6430"/>
                  </a:lnTo>
                  <a:lnTo>
                    <a:pt x="6899097" y="7827"/>
                  </a:lnTo>
                  <a:lnTo>
                    <a:pt x="6828804" y="9389"/>
                  </a:lnTo>
                  <a:lnTo>
                    <a:pt x="6764392" y="11139"/>
                  </a:lnTo>
                  <a:lnTo>
                    <a:pt x="6705107" y="13104"/>
                  </a:lnTo>
                  <a:lnTo>
                    <a:pt x="6650034" y="15315"/>
                  </a:lnTo>
                  <a:lnTo>
                    <a:pt x="6598204" y="17806"/>
                  </a:lnTo>
                  <a:lnTo>
                    <a:pt x="6548687" y="20601"/>
                  </a:lnTo>
                  <a:lnTo>
                    <a:pt x="6515891" y="22685"/>
                  </a:lnTo>
                  <a:lnTo>
                    <a:pt x="6463216" y="26410"/>
                  </a:lnTo>
                  <a:lnTo>
                    <a:pt x="6411044" y="30540"/>
                  </a:lnTo>
                  <a:lnTo>
                    <a:pt x="6358783" y="35079"/>
                  </a:lnTo>
                  <a:lnTo>
                    <a:pt x="6306047" y="40017"/>
                  </a:lnTo>
                  <a:lnTo>
                    <a:pt x="6252623" y="45323"/>
                  </a:lnTo>
                  <a:lnTo>
                    <a:pt x="6198455" y="50951"/>
                  </a:lnTo>
                  <a:lnTo>
                    <a:pt x="6143617" y="56835"/>
                  </a:lnTo>
                  <a:lnTo>
                    <a:pt x="6088288" y="62893"/>
                  </a:lnTo>
                  <a:lnTo>
                    <a:pt x="6032720" y="69032"/>
                  </a:lnTo>
                  <a:lnTo>
                    <a:pt x="5977198" y="75157"/>
                  </a:lnTo>
                  <a:lnTo>
                    <a:pt x="5922000" y="81169"/>
                  </a:lnTo>
                  <a:lnTo>
                    <a:pt x="5867360" y="86979"/>
                  </a:lnTo>
                  <a:lnTo>
                    <a:pt x="5813426" y="92512"/>
                  </a:lnTo>
                  <a:lnTo>
                    <a:pt x="5760233" y="97705"/>
                  </a:lnTo>
                  <a:lnTo>
                    <a:pt x="5707679" y="102519"/>
                  </a:lnTo>
                  <a:lnTo>
                    <a:pt x="5655498" y="106928"/>
                  </a:lnTo>
                  <a:lnTo>
                    <a:pt x="5603241" y="110928"/>
                  </a:lnTo>
                  <a:lnTo>
                    <a:pt x="5567201" y="113427"/>
                  </a:lnTo>
                  <a:lnTo>
                    <a:pt x="5518786" y="116439"/>
                  </a:lnTo>
                  <a:lnTo>
                    <a:pt x="5468626" y="119134"/>
                  </a:lnTo>
                  <a:lnTo>
                    <a:pt x="5415865" y="121532"/>
                  </a:lnTo>
                  <a:lnTo>
                    <a:pt x="5359551" y="123661"/>
                  </a:lnTo>
                  <a:lnTo>
                    <a:pt x="5298722" y="125554"/>
                  </a:lnTo>
                  <a:lnTo>
                    <a:pt x="5232502" y="127241"/>
                  </a:lnTo>
                  <a:lnTo>
                    <a:pt x="5160217" y="128748"/>
                  </a:lnTo>
                  <a:lnTo>
                    <a:pt x="5081559" y="130096"/>
                  </a:lnTo>
                  <a:lnTo>
                    <a:pt x="4996794" y="131300"/>
                  </a:lnTo>
                  <a:lnTo>
                    <a:pt x="4907006" y="132365"/>
                  </a:lnTo>
                  <a:lnTo>
                    <a:pt x="4814311" y="133296"/>
                  </a:lnTo>
                  <a:lnTo>
                    <a:pt x="4721947" y="134090"/>
                  </a:lnTo>
                  <a:lnTo>
                    <a:pt x="4634117" y="134743"/>
                  </a:lnTo>
                  <a:lnTo>
                    <a:pt x="4555467" y="135254"/>
                  </a:lnTo>
                  <a:lnTo>
                    <a:pt x="4490249" y="135628"/>
                  </a:lnTo>
                  <a:lnTo>
                    <a:pt x="4441335" y="135878"/>
                  </a:lnTo>
                  <a:lnTo>
                    <a:pt x="4409437" y="136023"/>
                  </a:lnTo>
                  <a:lnTo>
                    <a:pt x="4392785" y="136091"/>
                  </a:lnTo>
                  <a:lnTo>
                    <a:pt x="4387274" y="136111"/>
                  </a:lnTo>
                  <a:lnTo>
                    <a:pt x="4386855" y="136113"/>
                  </a:lnTo>
                  <a:lnTo>
                    <a:pt x="3848118" y="136113"/>
                  </a:lnTo>
                  <a:lnTo>
                    <a:pt x="3846843" y="136153"/>
                  </a:lnTo>
                  <a:lnTo>
                    <a:pt x="3838520" y="136437"/>
                  </a:lnTo>
                  <a:lnTo>
                    <a:pt x="3817757" y="137222"/>
                  </a:lnTo>
                  <a:lnTo>
                    <a:pt x="3781189" y="138764"/>
                  </a:lnTo>
                  <a:lnTo>
                    <a:pt x="3727801" y="141284"/>
                  </a:lnTo>
                  <a:lnTo>
                    <a:pt x="3658953" y="144945"/>
                  </a:lnTo>
                  <a:lnTo>
                    <a:pt x="3577928" y="149837"/>
                  </a:lnTo>
                  <a:lnTo>
                    <a:pt x="3489086" y="155982"/>
                  </a:lnTo>
                  <a:lnTo>
                    <a:pt x="3396932" y="163360"/>
                  </a:lnTo>
                  <a:lnTo>
                    <a:pt x="3305367" y="171942"/>
                  </a:lnTo>
                  <a:lnTo>
                    <a:pt x="3217288" y="181717"/>
                  </a:lnTo>
                  <a:lnTo>
                    <a:pt x="3134505" y="192716"/>
                  </a:lnTo>
                  <a:lnTo>
                    <a:pt x="3057865" y="205020"/>
                  </a:lnTo>
                  <a:lnTo>
                    <a:pt x="2987482" y="218766"/>
                  </a:lnTo>
                  <a:lnTo>
                    <a:pt x="2922956" y="234145"/>
                  </a:lnTo>
                  <a:lnTo>
                    <a:pt x="2863573" y="251397"/>
                  </a:lnTo>
                  <a:lnTo>
                    <a:pt x="2808451" y="270794"/>
                  </a:lnTo>
                  <a:lnTo>
                    <a:pt x="2756642" y="292619"/>
                  </a:lnTo>
                  <a:lnTo>
                    <a:pt x="2707226" y="317114"/>
                  </a:lnTo>
                  <a:lnTo>
                    <a:pt x="2667772" y="339375"/>
                  </a:lnTo>
                  <a:lnTo>
                    <a:pt x="2621725" y="368328"/>
                  </a:lnTo>
                  <a:lnTo>
                    <a:pt x="2576127" y="400036"/>
                  </a:lnTo>
                  <a:lnTo>
                    <a:pt x="2530557" y="434546"/>
                  </a:lnTo>
                  <a:lnTo>
                    <a:pt x="2484718" y="471823"/>
                  </a:lnTo>
                  <a:lnTo>
                    <a:pt x="2438417" y="511742"/>
                  </a:lnTo>
                  <a:lnTo>
                    <a:pt x="2391561" y="554082"/>
                  </a:lnTo>
                  <a:lnTo>
                    <a:pt x="2344140" y="598523"/>
                  </a:lnTo>
                  <a:lnTo>
                    <a:pt x="2296219" y="644655"/>
                  </a:lnTo>
                  <a:lnTo>
                    <a:pt x="2247920" y="691987"/>
                  </a:lnTo>
                  <a:lnTo>
                    <a:pt x="2199409" y="739972"/>
                  </a:lnTo>
                  <a:lnTo>
                    <a:pt x="2150874" y="788030"/>
                  </a:lnTo>
                  <a:lnTo>
                    <a:pt x="2102506" y="835576"/>
                  </a:lnTo>
                  <a:lnTo>
                    <a:pt x="2054479" y="882051"/>
                  </a:lnTo>
                  <a:lnTo>
                    <a:pt x="2006926" y="926950"/>
                  </a:lnTo>
                  <a:lnTo>
                    <a:pt x="1959929" y="969841"/>
                  </a:lnTo>
                  <a:lnTo>
                    <a:pt x="1913497" y="1010381"/>
                  </a:lnTo>
                  <a:lnTo>
                    <a:pt x="1867558" y="1048324"/>
                  </a:lnTo>
                  <a:lnTo>
                    <a:pt x="1821945" y="1083522"/>
                  </a:lnTo>
                  <a:lnTo>
                    <a:pt x="1776388" y="1115919"/>
                  </a:lnTo>
                  <a:lnTo>
                    <a:pt x="1730498" y="1145543"/>
                  </a:lnTo>
                  <a:lnTo>
                    <a:pt x="1719082" y="1152426"/>
                  </a:lnTo>
                  <a:lnTo>
                    <a:pt x="1671020" y="1179224"/>
                  </a:lnTo>
                  <a:lnTo>
                    <a:pt x="1621244" y="1203233"/>
                  </a:lnTo>
                  <a:lnTo>
                    <a:pt x="1568918" y="1224609"/>
                  </a:lnTo>
                  <a:lnTo>
                    <a:pt x="1513109" y="1243605"/>
                  </a:lnTo>
                  <a:lnTo>
                    <a:pt x="1452878" y="1260507"/>
                  </a:lnTo>
                  <a:lnTo>
                    <a:pt x="1387361" y="1275581"/>
                  </a:lnTo>
                  <a:lnTo>
                    <a:pt x="1315887" y="1289059"/>
                  </a:lnTo>
                  <a:lnTo>
                    <a:pt x="1238134" y="1301124"/>
                  </a:lnTo>
                  <a:lnTo>
                    <a:pt x="1154327" y="1311902"/>
                  </a:lnTo>
                  <a:lnTo>
                    <a:pt x="1065470" y="1321465"/>
                  </a:lnTo>
                  <a:lnTo>
                    <a:pt x="973558" y="1329835"/>
                  </a:lnTo>
                  <a:lnTo>
                    <a:pt x="881681" y="1336998"/>
                  </a:lnTo>
                  <a:lnTo>
                    <a:pt x="793887" y="1342921"/>
                  </a:lnTo>
                  <a:lnTo>
                    <a:pt x="714718" y="1347592"/>
                  </a:lnTo>
                  <a:lnTo>
                    <a:pt x="648413" y="1351043"/>
                  </a:lnTo>
                  <a:lnTo>
                    <a:pt x="597967" y="1353376"/>
                  </a:lnTo>
                  <a:lnTo>
                    <a:pt x="564339" y="1354766"/>
                  </a:lnTo>
                  <a:lnTo>
                    <a:pt x="546085" y="1355444"/>
                  </a:lnTo>
                  <a:lnTo>
                    <a:pt x="539455" y="1355666"/>
                  </a:lnTo>
                  <a:lnTo>
                    <a:pt x="538736" y="1355689"/>
                  </a:lnTo>
                  <a:lnTo>
                    <a:pt x="0" y="1355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3" name="pg1373"/>
            <p:cNvSpPr/>
            <p:nvPr/>
          </p:nvSpPr>
          <p:spPr>
            <a:xfrm>
              <a:off x="546595" y="4523519"/>
              <a:ext cx="8234974" cy="255893"/>
            </a:xfrm>
            <a:custGeom>
              <a:avLst/>
              <a:pathLst>
                <a:path w="8234974" h="255893">
                  <a:moveTo>
                    <a:pt x="0" y="255893"/>
                  </a:moveTo>
                  <a:lnTo>
                    <a:pt x="538736" y="255893"/>
                  </a:lnTo>
                  <a:lnTo>
                    <a:pt x="540038" y="255884"/>
                  </a:lnTo>
                  <a:lnTo>
                    <a:pt x="548529" y="255825"/>
                  </a:lnTo>
                  <a:lnTo>
                    <a:pt x="569697" y="255660"/>
                  </a:lnTo>
                  <a:lnTo>
                    <a:pt x="606936" y="255337"/>
                  </a:lnTo>
                  <a:lnTo>
                    <a:pt x="661223" y="254808"/>
                  </a:lnTo>
                  <a:lnTo>
                    <a:pt x="731096" y="254042"/>
                  </a:lnTo>
                  <a:lnTo>
                    <a:pt x="813146" y="253018"/>
                  </a:lnTo>
                  <a:lnTo>
                    <a:pt x="902895" y="251734"/>
                  </a:lnTo>
                  <a:lnTo>
                    <a:pt x="995760" y="250193"/>
                  </a:lnTo>
                  <a:lnTo>
                    <a:pt x="1087810" y="248402"/>
                  </a:lnTo>
                  <a:lnTo>
                    <a:pt x="1176162" y="246362"/>
                  </a:lnTo>
                  <a:lnTo>
                    <a:pt x="1259047" y="244067"/>
                  </a:lnTo>
                  <a:lnTo>
                    <a:pt x="1335667" y="241497"/>
                  </a:lnTo>
                  <a:lnTo>
                    <a:pt x="1405962" y="238625"/>
                  </a:lnTo>
                  <a:lnTo>
                    <a:pt x="1470378" y="235407"/>
                  </a:lnTo>
                  <a:lnTo>
                    <a:pt x="1529666" y="231794"/>
                  </a:lnTo>
                  <a:lnTo>
                    <a:pt x="1584741" y="227727"/>
                  </a:lnTo>
                  <a:lnTo>
                    <a:pt x="1636569" y="223149"/>
                  </a:lnTo>
                  <a:lnTo>
                    <a:pt x="1686083" y="218009"/>
                  </a:lnTo>
                  <a:lnTo>
                    <a:pt x="1719082" y="214151"/>
                  </a:lnTo>
                  <a:lnTo>
                    <a:pt x="1771479" y="207335"/>
                  </a:lnTo>
                  <a:lnTo>
                    <a:pt x="1823374" y="199783"/>
                  </a:lnTo>
                  <a:lnTo>
                    <a:pt x="1875351" y="191486"/>
                  </a:lnTo>
                  <a:lnTo>
                    <a:pt x="1927794" y="182462"/>
                  </a:lnTo>
                  <a:lnTo>
                    <a:pt x="1980915" y="172766"/>
                  </a:lnTo>
                  <a:lnTo>
                    <a:pt x="2034773" y="162481"/>
                  </a:lnTo>
                  <a:lnTo>
                    <a:pt x="2089298" y="151727"/>
                  </a:lnTo>
                  <a:lnTo>
                    <a:pt x="2144317" y="140650"/>
                  </a:lnTo>
                  <a:lnTo>
                    <a:pt x="2199584" y="129415"/>
                  </a:lnTo>
                  <a:lnTo>
                    <a:pt x="2254820" y="118201"/>
                  </a:lnTo>
                  <a:lnTo>
                    <a:pt x="2309748" y="107182"/>
                  </a:lnTo>
                  <a:lnTo>
                    <a:pt x="2364136" y="96520"/>
                  </a:lnTo>
                  <a:lnTo>
                    <a:pt x="2417831" y="86357"/>
                  </a:lnTo>
                  <a:lnTo>
                    <a:pt x="2470791" y="76804"/>
                  </a:lnTo>
                  <a:lnTo>
                    <a:pt x="2523107" y="67939"/>
                  </a:lnTo>
                  <a:lnTo>
                    <a:pt x="2575026" y="59807"/>
                  </a:lnTo>
                  <a:lnTo>
                    <a:pt x="2626974" y="52421"/>
                  </a:lnTo>
                  <a:lnTo>
                    <a:pt x="2667772" y="47185"/>
                  </a:lnTo>
                  <a:lnTo>
                    <a:pt x="2716177" y="41646"/>
                  </a:lnTo>
                  <a:lnTo>
                    <a:pt x="2766325" y="36687"/>
                  </a:lnTo>
                  <a:lnTo>
                    <a:pt x="2819073" y="32275"/>
                  </a:lnTo>
                  <a:lnTo>
                    <a:pt x="2875371" y="28358"/>
                  </a:lnTo>
                  <a:lnTo>
                    <a:pt x="2936182" y="24876"/>
                  </a:lnTo>
                  <a:lnTo>
                    <a:pt x="3002380" y="21772"/>
                  </a:lnTo>
                  <a:lnTo>
                    <a:pt x="3074640" y="18999"/>
                  </a:lnTo>
                  <a:lnTo>
                    <a:pt x="3153270" y="16518"/>
                  </a:lnTo>
                  <a:lnTo>
                    <a:pt x="3238006" y="14305"/>
                  </a:lnTo>
                  <a:lnTo>
                    <a:pt x="3327765" y="12343"/>
                  </a:lnTo>
                  <a:lnTo>
                    <a:pt x="3420437" y="10631"/>
                  </a:lnTo>
                  <a:lnTo>
                    <a:pt x="3512786" y="9170"/>
                  </a:lnTo>
                  <a:lnTo>
                    <a:pt x="3600617" y="7968"/>
                  </a:lnTo>
                  <a:lnTo>
                    <a:pt x="3679282" y="7026"/>
                  </a:lnTo>
                  <a:lnTo>
                    <a:pt x="3744535" y="6337"/>
                  </a:lnTo>
                  <a:lnTo>
                    <a:pt x="3793497" y="5878"/>
                  </a:lnTo>
                  <a:lnTo>
                    <a:pt x="3825447" y="5610"/>
                  </a:lnTo>
                  <a:lnTo>
                    <a:pt x="3842148" y="5484"/>
                  </a:lnTo>
                  <a:lnTo>
                    <a:pt x="3847692" y="544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2"/>
                  </a:lnTo>
                  <a:lnTo>
                    <a:pt x="4396649" y="5510"/>
                  </a:lnTo>
                  <a:lnTo>
                    <a:pt x="4417817" y="5672"/>
                  </a:lnTo>
                  <a:lnTo>
                    <a:pt x="4455058" y="5988"/>
                  </a:lnTo>
                  <a:lnTo>
                    <a:pt x="4509346" y="6505"/>
                  </a:lnTo>
                  <a:lnTo>
                    <a:pt x="4579221" y="7255"/>
                  </a:lnTo>
                  <a:lnTo>
                    <a:pt x="4661273" y="8256"/>
                  </a:lnTo>
                  <a:lnTo>
                    <a:pt x="4751024" y="9512"/>
                  </a:lnTo>
                  <a:lnTo>
                    <a:pt x="4843890" y="11020"/>
                  </a:lnTo>
                  <a:lnTo>
                    <a:pt x="4935941" y="12772"/>
                  </a:lnTo>
                  <a:lnTo>
                    <a:pt x="5024294" y="14768"/>
                  </a:lnTo>
                  <a:lnTo>
                    <a:pt x="5107179" y="17013"/>
                  </a:lnTo>
                  <a:lnTo>
                    <a:pt x="5183799" y="19527"/>
                  </a:lnTo>
                  <a:lnTo>
                    <a:pt x="5254094" y="22337"/>
                  </a:lnTo>
                  <a:lnTo>
                    <a:pt x="5318509" y="25485"/>
                  </a:lnTo>
                  <a:lnTo>
                    <a:pt x="5377797" y="29020"/>
                  </a:lnTo>
                  <a:lnTo>
                    <a:pt x="5432872" y="32998"/>
                  </a:lnTo>
                  <a:lnTo>
                    <a:pt x="5484700" y="37477"/>
                  </a:lnTo>
                  <a:lnTo>
                    <a:pt x="5534214" y="42506"/>
                  </a:lnTo>
                  <a:lnTo>
                    <a:pt x="5567201" y="46278"/>
                  </a:lnTo>
                  <a:lnTo>
                    <a:pt x="5619615" y="52948"/>
                  </a:lnTo>
                  <a:lnTo>
                    <a:pt x="5671526" y="60339"/>
                  </a:lnTo>
                  <a:lnTo>
                    <a:pt x="5723520" y="68459"/>
                  </a:lnTo>
                  <a:lnTo>
                    <a:pt x="5775982" y="77290"/>
                  </a:lnTo>
                  <a:lnTo>
                    <a:pt x="5829121" y="86780"/>
                  </a:lnTo>
                  <a:lnTo>
                    <a:pt x="5882997" y="96845"/>
                  </a:lnTo>
                  <a:lnTo>
                    <a:pt x="5937541" y="107369"/>
                  </a:lnTo>
                  <a:lnTo>
                    <a:pt x="5992578" y="118210"/>
                  </a:lnTo>
                  <a:lnTo>
                    <a:pt x="6047864" y="129204"/>
                  </a:lnTo>
                  <a:lnTo>
                    <a:pt x="6103117" y="140178"/>
                  </a:lnTo>
                  <a:lnTo>
                    <a:pt x="6158061" y="150960"/>
                  </a:lnTo>
                  <a:lnTo>
                    <a:pt x="6212465" y="161391"/>
                  </a:lnTo>
                  <a:lnTo>
                    <a:pt x="6266174" y="171334"/>
                  </a:lnTo>
                  <a:lnTo>
                    <a:pt x="6319148" y="180680"/>
                  </a:lnTo>
                  <a:lnTo>
                    <a:pt x="6371478" y="189352"/>
                  </a:lnTo>
                  <a:lnTo>
                    <a:pt x="6423413" y="197306"/>
                  </a:lnTo>
                  <a:lnTo>
                    <a:pt x="6475380" y="204530"/>
                  </a:lnTo>
                  <a:lnTo>
                    <a:pt x="6515891" y="209614"/>
                  </a:lnTo>
                  <a:lnTo>
                    <a:pt x="6564296" y="215034"/>
                  </a:lnTo>
                  <a:lnTo>
                    <a:pt x="6614445" y="219885"/>
                  </a:lnTo>
                  <a:lnTo>
                    <a:pt x="6667194" y="224200"/>
                  </a:lnTo>
                  <a:lnTo>
                    <a:pt x="6723493" y="228032"/>
                  </a:lnTo>
                  <a:lnTo>
                    <a:pt x="6784305" y="231439"/>
                  </a:lnTo>
                  <a:lnTo>
                    <a:pt x="6850504" y="234475"/>
                  </a:lnTo>
                  <a:lnTo>
                    <a:pt x="6922766" y="237188"/>
                  </a:lnTo>
                  <a:lnTo>
                    <a:pt x="7001398" y="239615"/>
                  </a:lnTo>
                  <a:lnTo>
                    <a:pt x="7086135" y="241780"/>
                  </a:lnTo>
                  <a:lnTo>
                    <a:pt x="7175896" y="243699"/>
                  </a:lnTo>
                  <a:lnTo>
                    <a:pt x="7268570" y="245374"/>
                  </a:lnTo>
                  <a:lnTo>
                    <a:pt x="7360920" y="246803"/>
                  </a:lnTo>
                  <a:lnTo>
                    <a:pt x="7448750" y="247979"/>
                  </a:lnTo>
                  <a:lnTo>
                    <a:pt x="7527415" y="248900"/>
                  </a:lnTo>
                  <a:lnTo>
                    <a:pt x="7592665" y="249574"/>
                  </a:lnTo>
                  <a:lnTo>
                    <a:pt x="7641624" y="250024"/>
                  </a:lnTo>
                  <a:lnTo>
                    <a:pt x="7673572" y="250286"/>
                  </a:lnTo>
                  <a:lnTo>
                    <a:pt x="7690269" y="250409"/>
                  </a:lnTo>
                  <a:lnTo>
                    <a:pt x="7695811" y="250445"/>
                  </a:lnTo>
                  <a:lnTo>
                    <a:pt x="7696237" y="250448"/>
                  </a:lnTo>
                  <a:lnTo>
                    <a:pt x="8234974" y="250448"/>
                  </a:lnTo>
                  <a:lnTo>
                    <a:pt x="8234974" y="245004"/>
                  </a:ln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7" y="8"/>
                  </a:lnTo>
                  <a:lnTo>
                    <a:pt x="3838325" y="67"/>
                  </a:lnTo>
                  <a:lnTo>
                    <a:pt x="3817158" y="232"/>
                  </a:lnTo>
                  <a:lnTo>
                    <a:pt x="3779918" y="555"/>
                  </a:lnTo>
                  <a:lnTo>
                    <a:pt x="3725632" y="1084"/>
                  </a:lnTo>
                  <a:lnTo>
                    <a:pt x="3655759" y="1850"/>
                  </a:lnTo>
                  <a:lnTo>
                    <a:pt x="3573708" y="2874"/>
                  </a:lnTo>
                  <a:lnTo>
                    <a:pt x="3483960" y="4158"/>
                  </a:lnTo>
                  <a:lnTo>
                    <a:pt x="3391095" y="5699"/>
                  </a:lnTo>
                  <a:lnTo>
                    <a:pt x="3299044" y="7490"/>
                  </a:lnTo>
                  <a:lnTo>
                    <a:pt x="3210693" y="9530"/>
                  </a:lnTo>
                  <a:lnTo>
                    <a:pt x="3127808" y="11826"/>
                  </a:lnTo>
                  <a:lnTo>
                    <a:pt x="3051188" y="14395"/>
                  </a:lnTo>
                  <a:lnTo>
                    <a:pt x="2980892" y="17268"/>
                  </a:lnTo>
                  <a:lnTo>
                    <a:pt x="2916477" y="20485"/>
                  </a:lnTo>
                  <a:lnTo>
                    <a:pt x="2857189" y="24098"/>
                  </a:lnTo>
                  <a:lnTo>
                    <a:pt x="2802114" y="28165"/>
                  </a:lnTo>
                  <a:lnTo>
                    <a:pt x="2750285" y="32743"/>
                  </a:lnTo>
                  <a:lnTo>
                    <a:pt x="2700772" y="37884"/>
                  </a:lnTo>
                  <a:lnTo>
                    <a:pt x="2667772" y="41741"/>
                  </a:lnTo>
                  <a:lnTo>
                    <a:pt x="2615376" y="48557"/>
                  </a:lnTo>
                  <a:lnTo>
                    <a:pt x="2563481" y="56109"/>
                  </a:lnTo>
                  <a:lnTo>
                    <a:pt x="2511504" y="64406"/>
                  </a:lnTo>
                  <a:lnTo>
                    <a:pt x="2459060" y="73430"/>
                  </a:lnTo>
                  <a:lnTo>
                    <a:pt x="2405939" y="83126"/>
                  </a:lnTo>
                  <a:lnTo>
                    <a:pt x="2352081" y="93411"/>
                  </a:lnTo>
                  <a:lnTo>
                    <a:pt x="2297556" y="104165"/>
                  </a:lnTo>
                  <a:lnTo>
                    <a:pt x="2242538" y="115243"/>
                  </a:lnTo>
                  <a:lnTo>
                    <a:pt x="2187270" y="126477"/>
                  </a:lnTo>
                  <a:lnTo>
                    <a:pt x="2132035" y="137691"/>
                  </a:lnTo>
                  <a:lnTo>
                    <a:pt x="2077107" y="148711"/>
                  </a:lnTo>
                  <a:lnTo>
                    <a:pt x="2022719" y="159372"/>
                  </a:lnTo>
                  <a:lnTo>
                    <a:pt x="1969023" y="169535"/>
                  </a:lnTo>
                  <a:lnTo>
                    <a:pt x="1916063" y="179088"/>
                  </a:lnTo>
                  <a:lnTo>
                    <a:pt x="1863748" y="187953"/>
                  </a:lnTo>
                  <a:lnTo>
                    <a:pt x="1811828" y="196085"/>
                  </a:lnTo>
                  <a:lnTo>
                    <a:pt x="1759880" y="203471"/>
                  </a:lnTo>
                  <a:lnTo>
                    <a:pt x="1719082" y="208707"/>
                  </a:lnTo>
                  <a:lnTo>
                    <a:pt x="1670678" y="214246"/>
                  </a:lnTo>
                  <a:lnTo>
                    <a:pt x="1620530" y="219206"/>
                  </a:lnTo>
                  <a:lnTo>
                    <a:pt x="1567782" y="223617"/>
                  </a:lnTo>
                  <a:lnTo>
                    <a:pt x="1511483" y="227534"/>
                  </a:lnTo>
                  <a:lnTo>
                    <a:pt x="1450673" y="231017"/>
                  </a:lnTo>
                  <a:lnTo>
                    <a:pt x="1384475" y="234120"/>
                  </a:lnTo>
                  <a:lnTo>
                    <a:pt x="1312215" y="236893"/>
                  </a:lnTo>
                  <a:lnTo>
                    <a:pt x="1233584" y="239374"/>
                  </a:lnTo>
                  <a:lnTo>
                    <a:pt x="1148849" y="241587"/>
                  </a:lnTo>
                  <a:lnTo>
                    <a:pt x="1059089" y="243549"/>
                  </a:lnTo>
                  <a:lnTo>
                    <a:pt x="966418" y="245261"/>
                  </a:lnTo>
                  <a:lnTo>
                    <a:pt x="874068" y="246722"/>
                  </a:lnTo>
                  <a:lnTo>
                    <a:pt x="786238" y="247924"/>
                  </a:lnTo>
                  <a:lnTo>
                    <a:pt x="707572" y="248866"/>
                  </a:lnTo>
                  <a:lnTo>
                    <a:pt x="642320" y="249555"/>
                  </a:lnTo>
                  <a:lnTo>
                    <a:pt x="593358" y="250014"/>
                  </a:lnTo>
                  <a:lnTo>
                    <a:pt x="561407" y="250282"/>
                  </a:lnTo>
                  <a:lnTo>
                    <a:pt x="544707" y="250408"/>
                  </a:lnTo>
                  <a:lnTo>
                    <a:pt x="539163" y="250445"/>
                  </a:lnTo>
                  <a:lnTo>
                    <a:pt x="538736" y="250448"/>
                  </a:lnTo>
                  <a:lnTo>
                    <a:pt x="0" y="250448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74" name="pl1374"/>
            <p:cNvSpPr/>
            <p:nvPr/>
          </p:nvSpPr>
          <p:spPr>
            <a:xfrm>
              <a:off x="546595" y="4528963"/>
              <a:ext cx="8234974" cy="250448"/>
            </a:xfrm>
            <a:custGeom>
              <a:avLst/>
              <a:pathLst>
                <a:path w="8234974" h="250448">
                  <a:moveTo>
                    <a:pt x="0" y="250448"/>
                  </a:moveTo>
                  <a:lnTo>
                    <a:pt x="538736" y="250448"/>
                  </a:lnTo>
                  <a:lnTo>
                    <a:pt x="540038" y="250440"/>
                  </a:lnTo>
                  <a:lnTo>
                    <a:pt x="548529" y="250380"/>
                  </a:lnTo>
                  <a:lnTo>
                    <a:pt x="569697" y="250215"/>
                  </a:lnTo>
                  <a:lnTo>
                    <a:pt x="606936" y="249892"/>
                  </a:lnTo>
                  <a:lnTo>
                    <a:pt x="661223" y="249364"/>
                  </a:lnTo>
                  <a:lnTo>
                    <a:pt x="731096" y="248597"/>
                  </a:lnTo>
                  <a:lnTo>
                    <a:pt x="813146" y="247574"/>
                  </a:lnTo>
                  <a:lnTo>
                    <a:pt x="902895" y="246289"/>
                  </a:lnTo>
                  <a:lnTo>
                    <a:pt x="995760" y="244749"/>
                  </a:lnTo>
                  <a:lnTo>
                    <a:pt x="1087810" y="242957"/>
                  </a:lnTo>
                  <a:lnTo>
                    <a:pt x="1176162" y="240918"/>
                  </a:lnTo>
                  <a:lnTo>
                    <a:pt x="1259047" y="238622"/>
                  </a:lnTo>
                  <a:lnTo>
                    <a:pt x="1335667" y="236053"/>
                  </a:lnTo>
                  <a:lnTo>
                    <a:pt x="1405962" y="233180"/>
                  </a:lnTo>
                  <a:lnTo>
                    <a:pt x="1470378" y="229963"/>
                  </a:lnTo>
                  <a:lnTo>
                    <a:pt x="1529666" y="226349"/>
                  </a:lnTo>
                  <a:lnTo>
                    <a:pt x="1584741" y="222283"/>
                  </a:lnTo>
                  <a:lnTo>
                    <a:pt x="1636569" y="217704"/>
                  </a:lnTo>
                  <a:lnTo>
                    <a:pt x="1686083" y="212564"/>
                  </a:lnTo>
                  <a:lnTo>
                    <a:pt x="1719082" y="208707"/>
                  </a:lnTo>
                  <a:lnTo>
                    <a:pt x="1771479" y="201891"/>
                  </a:lnTo>
                  <a:lnTo>
                    <a:pt x="1823374" y="194339"/>
                  </a:lnTo>
                  <a:lnTo>
                    <a:pt x="1875351" y="186041"/>
                  </a:lnTo>
                  <a:lnTo>
                    <a:pt x="1927794" y="177018"/>
                  </a:lnTo>
                  <a:lnTo>
                    <a:pt x="1980915" y="167321"/>
                  </a:lnTo>
                  <a:lnTo>
                    <a:pt x="2034773" y="157037"/>
                  </a:lnTo>
                  <a:lnTo>
                    <a:pt x="2089298" y="146282"/>
                  </a:lnTo>
                  <a:lnTo>
                    <a:pt x="2144317" y="135205"/>
                  </a:lnTo>
                  <a:lnTo>
                    <a:pt x="2199584" y="123971"/>
                  </a:lnTo>
                  <a:lnTo>
                    <a:pt x="2254820" y="112756"/>
                  </a:lnTo>
                  <a:lnTo>
                    <a:pt x="2309748" y="101737"/>
                  </a:lnTo>
                  <a:lnTo>
                    <a:pt x="2364136" y="91076"/>
                  </a:lnTo>
                  <a:lnTo>
                    <a:pt x="2417831" y="80913"/>
                  </a:lnTo>
                  <a:lnTo>
                    <a:pt x="2470791" y="71360"/>
                  </a:lnTo>
                  <a:lnTo>
                    <a:pt x="2523107" y="62495"/>
                  </a:lnTo>
                  <a:lnTo>
                    <a:pt x="2575026" y="54363"/>
                  </a:lnTo>
                  <a:lnTo>
                    <a:pt x="2626974" y="46976"/>
                  </a:lnTo>
                  <a:lnTo>
                    <a:pt x="2667772" y="41741"/>
                  </a:lnTo>
                  <a:lnTo>
                    <a:pt x="2716177" y="36201"/>
                  </a:lnTo>
                  <a:lnTo>
                    <a:pt x="2766325" y="31242"/>
                  </a:lnTo>
                  <a:lnTo>
                    <a:pt x="2819073" y="26831"/>
                  </a:lnTo>
                  <a:lnTo>
                    <a:pt x="2875371" y="22914"/>
                  </a:lnTo>
                  <a:lnTo>
                    <a:pt x="2936182" y="19431"/>
                  </a:lnTo>
                  <a:lnTo>
                    <a:pt x="3002380" y="16327"/>
                  </a:lnTo>
                  <a:lnTo>
                    <a:pt x="3074640" y="13554"/>
                  </a:lnTo>
                  <a:lnTo>
                    <a:pt x="3153270" y="11074"/>
                  </a:lnTo>
                  <a:lnTo>
                    <a:pt x="3238006" y="8860"/>
                  </a:lnTo>
                  <a:lnTo>
                    <a:pt x="3327765" y="6899"/>
                  </a:lnTo>
                  <a:lnTo>
                    <a:pt x="3420437" y="5186"/>
                  </a:lnTo>
                  <a:lnTo>
                    <a:pt x="3512786" y="3725"/>
                  </a:lnTo>
                  <a:lnTo>
                    <a:pt x="3600617" y="2523"/>
                  </a:lnTo>
                  <a:lnTo>
                    <a:pt x="3679282" y="1582"/>
                  </a:lnTo>
                  <a:lnTo>
                    <a:pt x="3744535" y="893"/>
                  </a:lnTo>
                  <a:lnTo>
                    <a:pt x="3793497" y="434"/>
                  </a:lnTo>
                  <a:lnTo>
                    <a:pt x="3825447" y="166"/>
                  </a:lnTo>
                  <a:lnTo>
                    <a:pt x="3842148" y="40"/>
                  </a:lnTo>
                  <a:lnTo>
                    <a:pt x="3847692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8"/>
                  </a:lnTo>
                  <a:lnTo>
                    <a:pt x="4396649" y="66"/>
                  </a:lnTo>
                  <a:lnTo>
                    <a:pt x="4417817" y="227"/>
                  </a:lnTo>
                  <a:lnTo>
                    <a:pt x="4455058" y="543"/>
                  </a:lnTo>
                  <a:lnTo>
                    <a:pt x="4509346" y="1060"/>
                  </a:lnTo>
                  <a:lnTo>
                    <a:pt x="4579221" y="1810"/>
                  </a:lnTo>
                  <a:lnTo>
                    <a:pt x="4661273" y="2812"/>
                  </a:lnTo>
                  <a:lnTo>
                    <a:pt x="4751024" y="4068"/>
                  </a:lnTo>
                  <a:lnTo>
                    <a:pt x="4843890" y="5575"/>
                  </a:lnTo>
                  <a:lnTo>
                    <a:pt x="4935941" y="7328"/>
                  </a:lnTo>
                  <a:lnTo>
                    <a:pt x="5024294" y="9323"/>
                  </a:lnTo>
                  <a:lnTo>
                    <a:pt x="5107179" y="11569"/>
                  </a:lnTo>
                  <a:lnTo>
                    <a:pt x="5183799" y="14082"/>
                  </a:lnTo>
                  <a:lnTo>
                    <a:pt x="5254094" y="16893"/>
                  </a:lnTo>
                  <a:lnTo>
                    <a:pt x="5318509" y="20040"/>
                  </a:lnTo>
                  <a:lnTo>
                    <a:pt x="5377797" y="23575"/>
                  </a:lnTo>
                  <a:lnTo>
                    <a:pt x="5432872" y="27553"/>
                  </a:lnTo>
                  <a:lnTo>
                    <a:pt x="5484700" y="32033"/>
                  </a:lnTo>
                  <a:lnTo>
                    <a:pt x="5534214" y="37061"/>
                  </a:lnTo>
                  <a:lnTo>
                    <a:pt x="5567201" y="40834"/>
                  </a:lnTo>
                  <a:lnTo>
                    <a:pt x="5619615" y="47503"/>
                  </a:lnTo>
                  <a:lnTo>
                    <a:pt x="5671526" y="54894"/>
                  </a:lnTo>
                  <a:lnTo>
                    <a:pt x="5723520" y="63015"/>
                  </a:lnTo>
                  <a:lnTo>
                    <a:pt x="5775982" y="71845"/>
                  </a:lnTo>
                  <a:lnTo>
                    <a:pt x="5829121" y="81335"/>
                  </a:lnTo>
                  <a:lnTo>
                    <a:pt x="5882997" y="91400"/>
                  </a:lnTo>
                  <a:lnTo>
                    <a:pt x="5937541" y="101925"/>
                  </a:lnTo>
                  <a:lnTo>
                    <a:pt x="5992578" y="112766"/>
                  </a:lnTo>
                  <a:lnTo>
                    <a:pt x="6047864" y="123759"/>
                  </a:lnTo>
                  <a:lnTo>
                    <a:pt x="6103117" y="134733"/>
                  </a:lnTo>
                  <a:lnTo>
                    <a:pt x="6158061" y="145515"/>
                  </a:lnTo>
                  <a:lnTo>
                    <a:pt x="6212465" y="155947"/>
                  </a:lnTo>
                  <a:lnTo>
                    <a:pt x="6266174" y="165890"/>
                  </a:lnTo>
                  <a:lnTo>
                    <a:pt x="6319148" y="175235"/>
                  </a:lnTo>
                  <a:lnTo>
                    <a:pt x="6371478" y="183907"/>
                  </a:lnTo>
                  <a:lnTo>
                    <a:pt x="6423413" y="191861"/>
                  </a:lnTo>
                  <a:lnTo>
                    <a:pt x="6475380" y="199086"/>
                  </a:lnTo>
                  <a:lnTo>
                    <a:pt x="6515891" y="204170"/>
                  </a:lnTo>
                  <a:lnTo>
                    <a:pt x="6564296" y="209589"/>
                  </a:lnTo>
                  <a:lnTo>
                    <a:pt x="6614445" y="214440"/>
                  </a:lnTo>
                  <a:lnTo>
                    <a:pt x="6667194" y="218756"/>
                  </a:lnTo>
                  <a:lnTo>
                    <a:pt x="6723493" y="222588"/>
                  </a:lnTo>
                  <a:lnTo>
                    <a:pt x="6784305" y="225995"/>
                  </a:lnTo>
                  <a:lnTo>
                    <a:pt x="6850504" y="229031"/>
                  </a:lnTo>
                  <a:lnTo>
                    <a:pt x="6922766" y="231744"/>
                  </a:lnTo>
                  <a:lnTo>
                    <a:pt x="7001398" y="234170"/>
                  </a:lnTo>
                  <a:lnTo>
                    <a:pt x="7086135" y="236336"/>
                  </a:lnTo>
                  <a:lnTo>
                    <a:pt x="7175896" y="238254"/>
                  </a:lnTo>
                  <a:lnTo>
                    <a:pt x="7268570" y="239930"/>
                  </a:lnTo>
                  <a:lnTo>
                    <a:pt x="7360920" y="241359"/>
                  </a:lnTo>
                  <a:lnTo>
                    <a:pt x="7448750" y="242535"/>
                  </a:lnTo>
                  <a:lnTo>
                    <a:pt x="7527415" y="243456"/>
                  </a:lnTo>
                  <a:lnTo>
                    <a:pt x="7592665" y="244130"/>
                  </a:lnTo>
                  <a:lnTo>
                    <a:pt x="7641624" y="244579"/>
                  </a:lnTo>
                  <a:lnTo>
                    <a:pt x="7673572" y="244841"/>
                  </a:lnTo>
                  <a:lnTo>
                    <a:pt x="7690269" y="244964"/>
                  </a:lnTo>
                  <a:lnTo>
                    <a:pt x="7695811" y="245001"/>
                  </a:lnTo>
                  <a:lnTo>
                    <a:pt x="7696237" y="245004"/>
                  </a:lnTo>
                  <a:lnTo>
                    <a:pt x="8234974" y="24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5" name="pl1375"/>
            <p:cNvSpPr/>
            <p:nvPr/>
          </p:nvSpPr>
          <p:spPr>
            <a:xfrm>
              <a:off x="546595" y="4523519"/>
              <a:ext cx="8234974" cy="250448"/>
            </a:xfrm>
            <a:custGeom>
              <a:avLst/>
              <a:pathLst>
                <a:path w="8234974" h="250448">
                  <a:moveTo>
                    <a:pt x="8234974" y="245004"/>
                  </a:move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17" y="8"/>
                  </a:lnTo>
                  <a:lnTo>
                    <a:pt x="3838325" y="67"/>
                  </a:lnTo>
                  <a:lnTo>
                    <a:pt x="3817158" y="232"/>
                  </a:lnTo>
                  <a:lnTo>
                    <a:pt x="3779918" y="555"/>
                  </a:lnTo>
                  <a:lnTo>
                    <a:pt x="3725632" y="1084"/>
                  </a:lnTo>
                  <a:lnTo>
                    <a:pt x="3655759" y="1850"/>
                  </a:lnTo>
                  <a:lnTo>
                    <a:pt x="3573708" y="2874"/>
                  </a:lnTo>
                  <a:lnTo>
                    <a:pt x="3483960" y="4158"/>
                  </a:lnTo>
                  <a:lnTo>
                    <a:pt x="3391095" y="5699"/>
                  </a:lnTo>
                  <a:lnTo>
                    <a:pt x="3299044" y="7490"/>
                  </a:lnTo>
                  <a:lnTo>
                    <a:pt x="3210693" y="9530"/>
                  </a:lnTo>
                  <a:lnTo>
                    <a:pt x="3127808" y="11826"/>
                  </a:lnTo>
                  <a:lnTo>
                    <a:pt x="3051188" y="14395"/>
                  </a:lnTo>
                  <a:lnTo>
                    <a:pt x="2980892" y="17268"/>
                  </a:lnTo>
                  <a:lnTo>
                    <a:pt x="2916477" y="20485"/>
                  </a:lnTo>
                  <a:lnTo>
                    <a:pt x="2857189" y="24098"/>
                  </a:lnTo>
                  <a:lnTo>
                    <a:pt x="2802114" y="28165"/>
                  </a:lnTo>
                  <a:lnTo>
                    <a:pt x="2750285" y="32743"/>
                  </a:lnTo>
                  <a:lnTo>
                    <a:pt x="2700772" y="37884"/>
                  </a:lnTo>
                  <a:lnTo>
                    <a:pt x="2667772" y="41741"/>
                  </a:lnTo>
                  <a:lnTo>
                    <a:pt x="2615376" y="48557"/>
                  </a:lnTo>
                  <a:lnTo>
                    <a:pt x="2563481" y="56109"/>
                  </a:lnTo>
                  <a:lnTo>
                    <a:pt x="2511504" y="64406"/>
                  </a:lnTo>
                  <a:lnTo>
                    <a:pt x="2459060" y="73430"/>
                  </a:lnTo>
                  <a:lnTo>
                    <a:pt x="2405939" y="83126"/>
                  </a:lnTo>
                  <a:lnTo>
                    <a:pt x="2352081" y="93411"/>
                  </a:lnTo>
                  <a:lnTo>
                    <a:pt x="2297556" y="104165"/>
                  </a:lnTo>
                  <a:lnTo>
                    <a:pt x="2242538" y="115243"/>
                  </a:lnTo>
                  <a:lnTo>
                    <a:pt x="2187270" y="126477"/>
                  </a:lnTo>
                  <a:lnTo>
                    <a:pt x="2132035" y="137691"/>
                  </a:lnTo>
                  <a:lnTo>
                    <a:pt x="2077107" y="148711"/>
                  </a:lnTo>
                  <a:lnTo>
                    <a:pt x="2022719" y="159372"/>
                  </a:lnTo>
                  <a:lnTo>
                    <a:pt x="1969023" y="169535"/>
                  </a:lnTo>
                  <a:lnTo>
                    <a:pt x="1916063" y="179088"/>
                  </a:lnTo>
                  <a:lnTo>
                    <a:pt x="1863748" y="187953"/>
                  </a:lnTo>
                  <a:lnTo>
                    <a:pt x="1811828" y="196085"/>
                  </a:lnTo>
                  <a:lnTo>
                    <a:pt x="1759880" y="203471"/>
                  </a:lnTo>
                  <a:lnTo>
                    <a:pt x="1719082" y="208707"/>
                  </a:lnTo>
                  <a:lnTo>
                    <a:pt x="1670678" y="214246"/>
                  </a:lnTo>
                  <a:lnTo>
                    <a:pt x="1620530" y="219206"/>
                  </a:lnTo>
                  <a:lnTo>
                    <a:pt x="1567782" y="223617"/>
                  </a:lnTo>
                  <a:lnTo>
                    <a:pt x="1511483" y="227534"/>
                  </a:lnTo>
                  <a:lnTo>
                    <a:pt x="1450673" y="231017"/>
                  </a:lnTo>
                  <a:lnTo>
                    <a:pt x="1384475" y="234120"/>
                  </a:lnTo>
                  <a:lnTo>
                    <a:pt x="1312215" y="236893"/>
                  </a:lnTo>
                  <a:lnTo>
                    <a:pt x="1233584" y="239374"/>
                  </a:lnTo>
                  <a:lnTo>
                    <a:pt x="1148849" y="241587"/>
                  </a:lnTo>
                  <a:lnTo>
                    <a:pt x="1059089" y="243549"/>
                  </a:lnTo>
                  <a:lnTo>
                    <a:pt x="966418" y="245261"/>
                  </a:lnTo>
                  <a:lnTo>
                    <a:pt x="874068" y="246722"/>
                  </a:lnTo>
                  <a:lnTo>
                    <a:pt x="786238" y="247924"/>
                  </a:lnTo>
                  <a:lnTo>
                    <a:pt x="707572" y="248866"/>
                  </a:lnTo>
                  <a:lnTo>
                    <a:pt x="642320" y="249555"/>
                  </a:lnTo>
                  <a:lnTo>
                    <a:pt x="593358" y="250014"/>
                  </a:lnTo>
                  <a:lnTo>
                    <a:pt x="561407" y="250282"/>
                  </a:lnTo>
                  <a:lnTo>
                    <a:pt x="544707" y="250408"/>
                  </a:lnTo>
                  <a:lnTo>
                    <a:pt x="539163" y="250445"/>
                  </a:lnTo>
                  <a:lnTo>
                    <a:pt x="538736" y="250448"/>
                  </a:lnTo>
                  <a:lnTo>
                    <a:pt x="0" y="250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6" name="pg1376"/>
            <p:cNvSpPr/>
            <p:nvPr/>
          </p:nvSpPr>
          <p:spPr>
            <a:xfrm>
              <a:off x="546595" y="1806696"/>
              <a:ext cx="8234974" cy="3871063"/>
            </a:xfrm>
            <a:custGeom>
              <a:avLst/>
              <a:pathLst>
                <a:path w="8234974" h="3871063">
                  <a:moveTo>
                    <a:pt x="0" y="3027161"/>
                  </a:moveTo>
                  <a:lnTo>
                    <a:pt x="538736" y="3027161"/>
                  </a:lnTo>
                  <a:lnTo>
                    <a:pt x="540026" y="3027188"/>
                  </a:lnTo>
                  <a:lnTo>
                    <a:pt x="548439" y="3027387"/>
                  </a:lnTo>
                  <a:lnTo>
                    <a:pt x="569420" y="3027937"/>
                  </a:lnTo>
                  <a:lnTo>
                    <a:pt x="606350" y="3029016"/>
                  </a:lnTo>
                  <a:lnTo>
                    <a:pt x="660222" y="3030779"/>
                  </a:lnTo>
                  <a:lnTo>
                    <a:pt x="729623" y="3033340"/>
                  </a:lnTo>
                  <a:lnTo>
                    <a:pt x="811202" y="3036759"/>
                  </a:lnTo>
                  <a:lnTo>
                    <a:pt x="900534" y="3041051"/>
                  </a:lnTo>
                  <a:lnTo>
                    <a:pt x="993074" y="3046203"/>
                  </a:lnTo>
                  <a:lnTo>
                    <a:pt x="1084903" y="3052194"/>
                  </a:lnTo>
                  <a:lnTo>
                    <a:pt x="1173131" y="3059017"/>
                  </a:lnTo>
                  <a:lnTo>
                    <a:pt x="1255970" y="3066695"/>
                  </a:lnTo>
                  <a:lnTo>
                    <a:pt x="1332600" y="3075286"/>
                  </a:lnTo>
                  <a:lnTo>
                    <a:pt x="1402937" y="3084888"/>
                  </a:lnTo>
                  <a:lnTo>
                    <a:pt x="1467403" y="3095637"/>
                  </a:lnTo>
                  <a:lnTo>
                    <a:pt x="1526734" y="3107702"/>
                  </a:lnTo>
                  <a:lnTo>
                    <a:pt x="1581830" y="3121275"/>
                  </a:lnTo>
                  <a:lnTo>
                    <a:pt x="1633649" y="3136552"/>
                  </a:lnTo>
                  <a:lnTo>
                    <a:pt x="1683116" y="3153702"/>
                  </a:lnTo>
                  <a:lnTo>
                    <a:pt x="1719082" y="3167811"/>
                  </a:lnTo>
                  <a:lnTo>
                    <a:pt x="1768071" y="3189199"/>
                  </a:lnTo>
                  <a:lnTo>
                    <a:pt x="1816584" y="3212749"/>
                  </a:lnTo>
                  <a:lnTo>
                    <a:pt x="1865115" y="3238496"/>
                  </a:lnTo>
                  <a:lnTo>
                    <a:pt x="1914001" y="3266397"/>
                  </a:lnTo>
                  <a:lnTo>
                    <a:pt x="1963445" y="3296332"/>
                  </a:lnTo>
                  <a:lnTo>
                    <a:pt x="2013531" y="3328091"/>
                  </a:lnTo>
                  <a:lnTo>
                    <a:pt x="2064236" y="3361380"/>
                  </a:lnTo>
                  <a:lnTo>
                    <a:pt x="2115452" y="3395827"/>
                  </a:lnTo>
                  <a:lnTo>
                    <a:pt x="2167004" y="3430999"/>
                  </a:lnTo>
                  <a:lnTo>
                    <a:pt x="2218675" y="3466420"/>
                  </a:lnTo>
                  <a:lnTo>
                    <a:pt x="2270232" y="3501603"/>
                  </a:lnTo>
                  <a:lnTo>
                    <a:pt x="2321458" y="3536072"/>
                  </a:lnTo>
                  <a:lnTo>
                    <a:pt x="2372177" y="3569391"/>
                  </a:lnTo>
                  <a:lnTo>
                    <a:pt x="2422277" y="3601188"/>
                  </a:lnTo>
                  <a:lnTo>
                    <a:pt x="2471735" y="3631167"/>
                  </a:lnTo>
                  <a:lnTo>
                    <a:pt x="2520632" y="3659117"/>
                  </a:lnTo>
                  <a:lnTo>
                    <a:pt x="2569168" y="3684913"/>
                  </a:lnTo>
                  <a:lnTo>
                    <a:pt x="2617676" y="3708514"/>
                  </a:lnTo>
                  <a:lnTo>
                    <a:pt x="2666647" y="3729950"/>
                  </a:lnTo>
                  <a:lnTo>
                    <a:pt x="2667772" y="3730413"/>
                  </a:lnTo>
                  <a:lnTo>
                    <a:pt x="2716019" y="3749023"/>
                  </a:lnTo>
                  <a:lnTo>
                    <a:pt x="2765996" y="3765688"/>
                  </a:lnTo>
                  <a:lnTo>
                    <a:pt x="2818550" y="3780519"/>
                  </a:lnTo>
                  <a:lnTo>
                    <a:pt x="2874623" y="3793693"/>
                  </a:lnTo>
                  <a:lnTo>
                    <a:pt x="2935166" y="3805410"/>
                  </a:lnTo>
                  <a:lnTo>
                    <a:pt x="3001050" y="3815855"/>
                  </a:lnTo>
                  <a:lnTo>
                    <a:pt x="3072948" y="3825192"/>
                  </a:lnTo>
                  <a:lnTo>
                    <a:pt x="3151174" y="3833545"/>
                  </a:lnTo>
                  <a:lnTo>
                    <a:pt x="3235482" y="3841004"/>
                  </a:lnTo>
                  <a:lnTo>
                    <a:pt x="3324827" y="3847616"/>
                  </a:lnTo>
                  <a:lnTo>
                    <a:pt x="3417151" y="3853397"/>
                  </a:lnTo>
                  <a:lnTo>
                    <a:pt x="3509287" y="3858335"/>
                  </a:lnTo>
                  <a:lnTo>
                    <a:pt x="3597105" y="3862408"/>
                  </a:lnTo>
                  <a:lnTo>
                    <a:pt x="3676010" y="3865608"/>
                  </a:lnTo>
                  <a:lnTo>
                    <a:pt x="3741753" y="3867960"/>
                  </a:lnTo>
                  <a:lnTo>
                    <a:pt x="3791402" y="3869538"/>
                  </a:lnTo>
                  <a:lnTo>
                    <a:pt x="3824125" y="3870468"/>
                  </a:lnTo>
                  <a:lnTo>
                    <a:pt x="3841536" y="3870913"/>
                  </a:lnTo>
                  <a:lnTo>
                    <a:pt x="3847570" y="3871052"/>
                  </a:lnTo>
                  <a:lnTo>
                    <a:pt x="3848118" y="3871063"/>
                  </a:lnTo>
                  <a:lnTo>
                    <a:pt x="4386855" y="3871063"/>
                  </a:lnTo>
                  <a:lnTo>
                    <a:pt x="4387793" y="3870971"/>
                  </a:lnTo>
                  <a:lnTo>
                    <a:pt x="4393959" y="3870315"/>
                  </a:lnTo>
                  <a:lnTo>
                    <a:pt x="4409500" y="3868502"/>
                  </a:lnTo>
                  <a:lnTo>
                    <a:pt x="4437274" y="3864933"/>
                  </a:lnTo>
                  <a:lnTo>
                    <a:pt x="4478641" y="3859057"/>
                  </a:lnTo>
                  <a:lnTo>
                    <a:pt x="4533357" y="3850427"/>
                  </a:lnTo>
                  <a:lnTo>
                    <a:pt x="4599716" y="3838742"/>
                  </a:lnTo>
                  <a:lnTo>
                    <a:pt x="4674941" y="3823857"/>
                  </a:lnTo>
                  <a:lnTo>
                    <a:pt x="4755739" y="3805751"/>
                  </a:lnTo>
                  <a:lnTo>
                    <a:pt x="4838843" y="3784480"/>
                  </a:lnTo>
                  <a:lnTo>
                    <a:pt x="4921432" y="3760114"/>
                  </a:lnTo>
                  <a:lnTo>
                    <a:pt x="5001352" y="3732681"/>
                  </a:lnTo>
                  <a:lnTo>
                    <a:pt x="5077176" y="3702127"/>
                  </a:lnTo>
                  <a:lnTo>
                    <a:pt x="5148133" y="3668293"/>
                  </a:lnTo>
                  <a:lnTo>
                    <a:pt x="5213981" y="3630906"/>
                  </a:lnTo>
                  <a:lnTo>
                    <a:pt x="5274872" y="3589576"/>
                  </a:lnTo>
                  <a:lnTo>
                    <a:pt x="5331223" y="3543805"/>
                  </a:lnTo>
                  <a:lnTo>
                    <a:pt x="5383613" y="3493004"/>
                  </a:lnTo>
                  <a:lnTo>
                    <a:pt x="5432710" y="3436526"/>
                  </a:lnTo>
                  <a:lnTo>
                    <a:pt x="5479207" y="3373723"/>
                  </a:lnTo>
                  <a:lnTo>
                    <a:pt x="5523775" y="3304035"/>
                  </a:lnTo>
                  <a:lnTo>
                    <a:pt x="5567014" y="3227147"/>
                  </a:lnTo>
                  <a:lnTo>
                    <a:pt x="5567201" y="3226793"/>
                  </a:lnTo>
                  <a:lnTo>
                    <a:pt x="5598335" y="3165838"/>
                  </a:lnTo>
                  <a:lnTo>
                    <a:pt x="5629191" y="3100949"/>
                  </a:lnTo>
                  <a:lnTo>
                    <a:pt x="5659919" y="3032046"/>
                  </a:lnTo>
                  <a:lnTo>
                    <a:pt x="5690640" y="2959098"/>
                  </a:lnTo>
                  <a:lnTo>
                    <a:pt x="5721451" y="2882125"/>
                  </a:lnTo>
                  <a:lnTo>
                    <a:pt x="5752425" y="2801206"/>
                  </a:lnTo>
                  <a:lnTo>
                    <a:pt x="5783614" y="2716483"/>
                  </a:lnTo>
                  <a:lnTo>
                    <a:pt x="5815049" y="2628159"/>
                  </a:lnTo>
                  <a:lnTo>
                    <a:pt x="5846745" y="2536503"/>
                  </a:lnTo>
                  <a:lnTo>
                    <a:pt x="5878698" y="2441849"/>
                  </a:lnTo>
                  <a:lnTo>
                    <a:pt x="5910890" y="2344589"/>
                  </a:lnTo>
                  <a:lnTo>
                    <a:pt x="5943290" y="2245171"/>
                  </a:lnTo>
                  <a:lnTo>
                    <a:pt x="5975857" y="2144088"/>
                  </a:lnTo>
                  <a:lnTo>
                    <a:pt x="6008540" y="2041874"/>
                  </a:lnTo>
                  <a:lnTo>
                    <a:pt x="6041282" y="1939084"/>
                  </a:lnTo>
                  <a:lnTo>
                    <a:pt x="6074025" y="1836289"/>
                  </a:lnTo>
                  <a:lnTo>
                    <a:pt x="6106709" y="1734061"/>
                  </a:lnTo>
                  <a:lnTo>
                    <a:pt x="6139278" y="1632956"/>
                  </a:lnTo>
                  <a:lnTo>
                    <a:pt x="6171681" y="1533507"/>
                  </a:lnTo>
                  <a:lnTo>
                    <a:pt x="6203877" y="1436208"/>
                  </a:lnTo>
                  <a:lnTo>
                    <a:pt x="6235834" y="1341509"/>
                  </a:lnTo>
                  <a:lnTo>
                    <a:pt x="6267534" y="1249802"/>
                  </a:lnTo>
                  <a:lnTo>
                    <a:pt x="6298973" y="1161422"/>
                  </a:lnTo>
                  <a:lnTo>
                    <a:pt x="6330166" y="1076638"/>
                  </a:lnTo>
                  <a:lnTo>
                    <a:pt x="6361143" y="995657"/>
                  </a:lnTo>
                  <a:lnTo>
                    <a:pt x="6391956" y="918620"/>
                  </a:lnTo>
                  <a:lnTo>
                    <a:pt x="6422678" y="845606"/>
                  </a:lnTo>
                  <a:lnTo>
                    <a:pt x="6453405" y="776638"/>
                  </a:lnTo>
                  <a:lnTo>
                    <a:pt x="6484258" y="711685"/>
                  </a:lnTo>
                  <a:lnTo>
                    <a:pt x="6515385" y="650667"/>
                  </a:lnTo>
                  <a:lnTo>
                    <a:pt x="6515891" y="649714"/>
                  </a:lnTo>
                  <a:lnTo>
                    <a:pt x="6559124" y="572795"/>
                  </a:lnTo>
                  <a:lnTo>
                    <a:pt x="6603686" y="503075"/>
                  </a:lnTo>
                  <a:lnTo>
                    <a:pt x="6650173" y="440243"/>
                  </a:lnTo>
                  <a:lnTo>
                    <a:pt x="6699257" y="383739"/>
                  </a:lnTo>
                  <a:lnTo>
                    <a:pt x="6751631" y="332915"/>
                  </a:lnTo>
                  <a:lnTo>
                    <a:pt x="6807963" y="287122"/>
                  </a:lnTo>
                  <a:lnTo>
                    <a:pt x="6868833" y="245774"/>
                  </a:lnTo>
                  <a:lnTo>
                    <a:pt x="6934659" y="208370"/>
                  </a:lnTo>
                  <a:lnTo>
                    <a:pt x="7005593" y="174522"/>
                  </a:lnTo>
                  <a:lnTo>
                    <a:pt x="7081397" y="143954"/>
                  </a:lnTo>
                  <a:lnTo>
                    <a:pt x="7161302" y="116507"/>
                  </a:lnTo>
                  <a:lnTo>
                    <a:pt x="7243883" y="92128"/>
                  </a:lnTo>
                  <a:lnTo>
                    <a:pt x="7326991" y="70843"/>
                  </a:lnTo>
                  <a:lnTo>
                    <a:pt x="7407806" y="52723"/>
                  </a:lnTo>
                  <a:lnTo>
                    <a:pt x="7483063" y="37823"/>
                  </a:lnTo>
                  <a:lnTo>
                    <a:pt x="7549467" y="26125"/>
                  </a:lnTo>
                  <a:lnTo>
                    <a:pt x="7604240" y="17482"/>
                  </a:lnTo>
                  <a:lnTo>
                    <a:pt x="7645667" y="11594"/>
                  </a:lnTo>
                  <a:lnTo>
                    <a:pt x="7673499" y="8017"/>
                  </a:lnTo>
                  <a:lnTo>
                    <a:pt x="7689088" y="6197"/>
                  </a:lnTo>
                  <a:lnTo>
                    <a:pt x="7695287" y="553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9" y="91"/>
                  </a:lnTo>
                  <a:lnTo>
                    <a:pt x="7689134" y="747"/>
                  </a:lnTo>
                  <a:lnTo>
                    <a:pt x="7673593" y="2561"/>
                  </a:lnTo>
                  <a:lnTo>
                    <a:pt x="7645819" y="6129"/>
                  </a:lnTo>
                  <a:lnTo>
                    <a:pt x="7604452" y="12006"/>
                  </a:lnTo>
                  <a:lnTo>
                    <a:pt x="7549735" y="20636"/>
                  </a:lnTo>
                  <a:lnTo>
                    <a:pt x="7483377" y="32320"/>
                  </a:lnTo>
                  <a:lnTo>
                    <a:pt x="7408151" y="47206"/>
                  </a:lnTo>
                  <a:lnTo>
                    <a:pt x="7327353" y="65312"/>
                  </a:lnTo>
                  <a:lnTo>
                    <a:pt x="7244249" y="86583"/>
                  </a:lnTo>
                  <a:lnTo>
                    <a:pt x="7161661" y="110949"/>
                  </a:lnTo>
                  <a:lnTo>
                    <a:pt x="7081740" y="138382"/>
                  </a:lnTo>
                  <a:lnTo>
                    <a:pt x="7005916" y="168936"/>
                  </a:lnTo>
                  <a:lnTo>
                    <a:pt x="6934960" y="202769"/>
                  </a:lnTo>
                  <a:lnTo>
                    <a:pt x="6869111" y="240156"/>
                  </a:lnTo>
                  <a:lnTo>
                    <a:pt x="6808220" y="281487"/>
                  </a:lnTo>
                  <a:lnTo>
                    <a:pt x="6751870" y="327258"/>
                  </a:lnTo>
                  <a:lnTo>
                    <a:pt x="6699479" y="378059"/>
                  </a:lnTo>
                  <a:lnTo>
                    <a:pt x="6650383" y="434536"/>
                  </a:lnTo>
                  <a:lnTo>
                    <a:pt x="6603886" y="497340"/>
                  </a:lnTo>
                  <a:lnTo>
                    <a:pt x="6559317" y="567028"/>
                  </a:lnTo>
                  <a:lnTo>
                    <a:pt x="6516079" y="643915"/>
                  </a:lnTo>
                  <a:lnTo>
                    <a:pt x="6515891" y="644269"/>
                  </a:lnTo>
                  <a:lnTo>
                    <a:pt x="6484757" y="705225"/>
                  </a:lnTo>
                  <a:lnTo>
                    <a:pt x="6453902" y="770114"/>
                  </a:lnTo>
                  <a:lnTo>
                    <a:pt x="6423174" y="839016"/>
                  </a:lnTo>
                  <a:lnTo>
                    <a:pt x="6392452" y="911965"/>
                  </a:lnTo>
                  <a:lnTo>
                    <a:pt x="6361641" y="988938"/>
                  </a:lnTo>
                  <a:lnTo>
                    <a:pt x="6330667" y="1069856"/>
                  </a:lnTo>
                  <a:lnTo>
                    <a:pt x="6299478" y="1154580"/>
                  </a:lnTo>
                  <a:lnTo>
                    <a:pt x="6268043" y="1242904"/>
                  </a:lnTo>
                  <a:lnTo>
                    <a:pt x="6236348" y="1334560"/>
                  </a:lnTo>
                  <a:lnTo>
                    <a:pt x="6204395" y="1429214"/>
                  </a:lnTo>
                  <a:lnTo>
                    <a:pt x="6172203" y="1526474"/>
                  </a:lnTo>
                  <a:lnTo>
                    <a:pt x="6139802" y="1625892"/>
                  </a:lnTo>
                  <a:lnTo>
                    <a:pt x="6107235" y="1726974"/>
                  </a:lnTo>
                  <a:lnTo>
                    <a:pt x="6074553" y="1829189"/>
                  </a:lnTo>
                  <a:lnTo>
                    <a:pt x="6041810" y="1931979"/>
                  </a:lnTo>
                  <a:lnTo>
                    <a:pt x="6009068" y="2034773"/>
                  </a:lnTo>
                  <a:lnTo>
                    <a:pt x="5976384" y="2137002"/>
                  </a:lnTo>
                  <a:lnTo>
                    <a:pt x="5943815" y="2238107"/>
                  </a:lnTo>
                  <a:lnTo>
                    <a:pt x="5911411" y="2337556"/>
                  </a:lnTo>
                  <a:lnTo>
                    <a:pt x="5879215" y="2434855"/>
                  </a:lnTo>
                  <a:lnTo>
                    <a:pt x="5847258" y="2529554"/>
                  </a:lnTo>
                  <a:lnTo>
                    <a:pt x="5815559" y="2621261"/>
                  </a:lnTo>
                  <a:lnTo>
                    <a:pt x="5784119" y="2709641"/>
                  </a:lnTo>
                  <a:lnTo>
                    <a:pt x="5752927" y="2794424"/>
                  </a:lnTo>
                  <a:lnTo>
                    <a:pt x="5721950" y="2875406"/>
                  </a:lnTo>
                  <a:lnTo>
                    <a:pt x="5691136" y="2952443"/>
                  </a:lnTo>
                  <a:lnTo>
                    <a:pt x="5660414" y="3025457"/>
                  </a:lnTo>
                  <a:lnTo>
                    <a:pt x="5629687" y="3094425"/>
                  </a:lnTo>
                  <a:lnTo>
                    <a:pt x="5598835" y="3159378"/>
                  </a:lnTo>
                  <a:lnTo>
                    <a:pt x="5567707" y="3220396"/>
                  </a:lnTo>
                  <a:lnTo>
                    <a:pt x="5567201" y="3221349"/>
                  </a:lnTo>
                  <a:lnTo>
                    <a:pt x="5523968" y="3298268"/>
                  </a:lnTo>
                  <a:lnTo>
                    <a:pt x="5479406" y="3367988"/>
                  </a:lnTo>
                  <a:lnTo>
                    <a:pt x="5432919" y="3430820"/>
                  </a:lnTo>
                  <a:lnTo>
                    <a:pt x="5383836" y="3487324"/>
                  </a:lnTo>
                  <a:lnTo>
                    <a:pt x="5331461" y="3538148"/>
                  </a:lnTo>
                  <a:lnTo>
                    <a:pt x="5275130" y="3583941"/>
                  </a:lnTo>
                  <a:lnTo>
                    <a:pt x="5214259" y="3625289"/>
                  </a:lnTo>
                  <a:lnTo>
                    <a:pt x="5148434" y="3662692"/>
                  </a:lnTo>
                  <a:lnTo>
                    <a:pt x="5077499" y="3696541"/>
                  </a:lnTo>
                  <a:lnTo>
                    <a:pt x="5001695" y="3727109"/>
                  </a:lnTo>
                  <a:lnTo>
                    <a:pt x="4921790" y="3754556"/>
                  </a:lnTo>
                  <a:lnTo>
                    <a:pt x="4839209" y="3778935"/>
                  </a:lnTo>
                  <a:lnTo>
                    <a:pt x="4756102" y="3800219"/>
                  </a:lnTo>
                  <a:lnTo>
                    <a:pt x="4675287" y="3818339"/>
                  </a:lnTo>
                  <a:lnTo>
                    <a:pt x="4600029" y="3833240"/>
                  </a:lnTo>
                  <a:lnTo>
                    <a:pt x="4533625" y="3844938"/>
                  </a:lnTo>
                  <a:lnTo>
                    <a:pt x="4478853" y="3853581"/>
                  </a:lnTo>
                  <a:lnTo>
                    <a:pt x="4437425" y="3859468"/>
                  </a:lnTo>
                  <a:lnTo>
                    <a:pt x="4409593" y="3863046"/>
                  </a:lnTo>
                  <a:lnTo>
                    <a:pt x="4394004" y="3864866"/>
                  </a:lnTo>
                  <a:lnTo>
                    <a:pt x="4387805" y="3865526"/>
                  </a:lnTo>
                  <a:lnTo>
                    <a:pt x="4386855" y="3865619"/>
                  </a:lnTo>
                  <a:lnTo>
                    <a:pt x="3848118" y="3865619"/>
                  </a:lnTo>
                  <a:lnTo>
                    <a:pt x="3846829" y="3865591"/>
                  </a:lnTo>
                  <a:lnTo>
                    <a:pt x="3838415" y="3865392"/>
                  </a:lnTo>
                  <a:lnTo>
                    <a:pt x="3817434" y="3864842"/>
                  </a:lnTo>
                  <a:lnTo>
                    <a:pt x="3780505" y="3863763"/>
                  </a:lnTo>
                  <a:lnTo>
                    <a:pt x="3726632" y="3862000"/>
                  </a:lnTo>
                  <a:lnTo>
                    <a:pt x="3657231" y="3859440"/>
                  </a:lnTo>
                  <a:lnTo>
                    <a:pt x="3575653" y="3856020"/>
                  </a:lnTo>
                  <a:lnTo>
                    <a:pt x="3486320" y="3851728"/>
                  </a:lnTo>
                  <a:lnTo>
                    <a:pt x="3393781" y="3846576"/>
                  </a:lnTo>
                  <a:lnTo>
                    <a:pt x="3301952" y="3840585"/>
                  </a:lnTo>
                  <a:lnTo>
                    <a:pt x="3213724" y="3833762"/>
                  </a:lnTo>
                  <a:lnTo>
                    <a:pt x="3130884" y="3826084"/>
                  </a:lnTo>
                  <a:lnTo>
                    <a:pt x="3054254" y="3817493"/>
                  </a:lnTo>
                  <a:lnTo>
                    <a:pt x="2983918" y="3807891"/>
                  </a:lnTo>
                  <a:lnTo>
                    <a:pt x="2919451" y="3797142"/>
                  </a:lnTo>
                  <a:lnTo>
                    <a:pt x="2860120" y="3785077"/>
                  </a:lnTo>
                  <a:lnTo>
                    <a:pt x="2805024" y="3771504"/>
                  </a:lnTo>
                  <a:lnTo>
                    <a:pt x="2753206" y="3756227"/>
                  </a:lnTo>
                  <a:lnTo>
                    <a:pt x="2703738" y="3739078"/>
                  </a:lnTo>
                  <a:lnTo>
                    <a:pt x="2667772" y="3724968"/>
                  </a:lnTo>
                  <a:lnTo>
                    <a:pt x="2618783" y="3703581"/>
                  </a:lnTo>
                  <a:lnTo>
                    <a:pt x="2570270" y="3680030"/>
                  </a:lnTo>
                  <a:lnTo>
                    <a:pt x="2521740" y="3654283"/>
                  </a:lnTo>
                  <a:lnTo>
                    <a:pt x="2472854" y="3626382"/>
                  </a:lnTo>
                  <a:lnTo>
                    <a:pt x="2423410" y="3596447"/>
                  </a:lnTo>
                  <a:lnTo>
                    <a:pt x="2373324" y="3564689"/>
                  </a:lnTo>
                  <a:lnTo>
                    <a:pt x="2322619" y="3531400"/>
                  </a:lnTo>
                  <a:lnTo>
                    <a:pt x="2271402" y="3496952"/>
                  </a:lnTo>
                  <a:lnTo>
                    <a:pt x="2219850" y="3461781"/>
                  </a:lnTo>
                  <a:lnTo>
                    <a:pt x="2168180" y="3426359"/>
                  </a:lnTo>
                  <a:lnTo>
                    <a:pt x="2116622" y="3391177"/>
                  </a:lnTo>
                  <a:lnTo>
                    <a:pt x="2065396" y="3356708"/>
                  </a:lnTo>
                  <a:lnTo>
                    <a:pt x="2014678" y="3323388"/>
                  </a:lnTo>
                  <a:lnTo>
                    <a:pt x="1964578" y="3291591"/>
                  </a:lnTo>
                  <a:lnTo>
                    <a:pt x="1915119" y="3261612"/>
                  </a:lnTo>
                  <a:lnTo>
                    <a:pt x="1866222" y="3233663"/>
                  </a:lnTo>
                  <a:lnTo>
                    <a:pt x="1817687" y="3207866"/>
                  </a:lnTo>
                  <a:lnTo>
                    <a:pt x="1769179" y="3184266"/>
                  </a:lnTo>
                  <a:lnTo>
                    <a:pt x="1720207" y="3162830"/>
                  </a:lnTo>
                  <a:lnTo>
                    <a:pt x="1719082" y="3162366"/>
                  </a:lnTo>
                  <a:lnTo>
                    <a:pt x="1670836" y="3143756"/>
                  </a:lnTo>
                  <a:lnTo>
                    <a:pt x="1620859" y="3127091"/>
                  </a:lnTo>
                  <a:lnTo>
                    <a:pt x="1568305" y="3112260"/>
                  </a:lnTo>
                  <a:lnTo>
                    <a:pt x="1512232" y="3099086"/>
                  </a:lnTo>
                  <a:lnTo>
                    <a:pt x="1451689" y="3087370"/>
                  </a:lnTo>
                  <a:lnTo>
                    <a:pt x="1385804" y="3076924"/>
                  </a:lnTo>
                  <a:lnTo>
                    <a:pt x="1313907" y="3067588"/>
                  </a:lnTo>
                  <a:lnTo>
                    <a:pt x="1235681" y="3059234"/>
                  </a:lnTo>
                  <a:lnTo>
                    <a:pt x="1151373" y="3051776"/>
                  </a:lnTo>
                  <a:lnTo>
                    <a:pt x="1062028" y="3045163"/>
                  </a:lnTo>
                  <a:lnTo>
                    <a:pt x="969704" y="3039382"/>
                  </a:lnTo>
                  <a:lnTo>
                    <a:pt x="877568" y="3034444"/>
                  </a:lnTo>
                  <a:lnTo>
                    <a:pt x="789749" y="3030371"/>
                  </a:lnTo>
                  <a:lnTo>
                    <a:pt x="710845" y="3027171"/>
                  </a:lnTo>
                  <a:lnTo>
                    <a:pt x="645102" y="3024819"/>
                  </a:lnTo>
                  <a:lnTo>
                    <a:pt x="595452" y="3023241"/>
                  </a:lnTo>
                  <a:lnTo>
                    <a:pt x="562729" y="3022311"/>
                  </a:lnTo>
                  <a:lnTo>
                    <a:pt x="545319" y="3021867"/>
                  </a:lnTo>
                  <a:lnTo>
                    <a:pt x="539285" y="3021728"/>
                  </a:lnTo>
                  <a:lnTo>
                    <a:pt x="538736" y="3021716"/>
                  </a:lnTo>
                  <a:lnTo>
                    <a:pt x="0" y="302171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77" name="pl1377"/>
            <p:cNvSpPr/>
            <p:nvPr/>
          </p:nvSpPr>
          <p:spPr>
            <a:xfrm>
              <a:off x="546595" y="1812141"/>
              <a:ext cx="8234974" cy="3865619"/>
            </a:xfrm>
            <a:custGeom>
              <a:avLst/>
              <a:pathLst>
                <a:path w="8234974" h="3865619">
                  <a:moveTo>
                    <a:pt x="0" y="3021716"/>
                  </a:moveTo>
                  <a:lnTo>
                    <a:pt x="538736" y="3021716"/>
                  </a:lnTo>
                  <a:lnTo>
                    <a:pt x="540026" y="3021744"/>
                  </a:lnTo>
                  <a:lnTo>
                    <a:pt x="548439" y="3021943"/>
                  </a:lnTo>
                  <a:lnTo>
                    <a:pt x="569420" y="3022493"/>
                  </a:lnTo>
                  <a:lnTo>
                    <a:pt x="606350" y="3023571"/>
                  </a:lnTo>
                  <a:lnTo>
                    <a:pt x="660222" y="3025335"/>
                  </a:lnTo>
                  <a:lnTo>
                    <a:pt x="729623" y="3027895"/>
                  </a:lnTo>
                  <a:lnTo>
                    <a:pt x="811202" y="3031314"/>
                  </a:lnTo>
                  <a:lnTo>
                    <a:pt x="900534" y="3035607"/>
                  </a:lnTo>
                  <a:lnTo>
                    <a:pt x="993074" y="3040759"/>
                  </a:lnTo>
                  <a:lnTo>
                    <a:pt x="1084903" y="3046750"/>
                  </a:lnTo>
                  <a:lnTo>
                    <a:pt x="1173131" y="3053573"/>
                  </a:lnTo>
                  <a:lnTo>
                    <a:pt x="1255970" y="3061250"/>
                  </a:lnTo>
                  <a:lnTo>
                    <a:pt x="1332600" y="3069841"/>
                  </a:lnTo>
                  <a:lnTo>
                    <a:pt x="1402937" y="3079444"/>
                  </a:lnTo>
                  <a:lnTo>
                    <a:pt x="1467403" y="3090193"/>
                  </a:lnTo>
                  <a:lnTo>
                    <a:pt x="1526734" y="3102258"/>
                  </a:lnTo>
                  <a:lnTo>
                    <a:pt x="1581830" y="3115831"/>
                  </a:lnTo>
                  <a:lnTo>
                    <a:pt x="1633649" y="3131108"/>
                  </a:lnTo>
                  <a:lnTo>
                    <a:pt x="1683116" y="3148257"/>
                  </a:lnTo>
                  <a:lnTo>
                    <a:pt x="1719082" y="3162366"/>
                  </a:lnTo>
                  <a:lnTo>
                    <a:pt x="1768071" y="3183754"/>
                  </a:lnTo>
                  <a:lnTo>
                    <a:pt x="1816584" y="3207305"/>
                  </a:lnTo>
                  <a:lnTo>
                    <a:pt x="1865115" y="3233051"/>
                  </a:lnTo>
                  <a:lnTo>
                    <a:pt x="1914001" y="3260953"/>
                  </a:lnTo>
                  <a:lnTo>
                    <a:pt x="1963445" y="3290887"/>
                  </a:lnTo>
                  <a:lnTo>
                    <a:pt x="2013531" y="3322646"/>
                  </a:lnTo>
                  <a:lnTo>
                    <a:pt x="2064236" y="3355935"/>
                  </a:lnTo>
                  <a:lnTo>
                    <a:pt x="2115452" y="3390382"/>
                  </a:lnTo>
                  <a:lnTo>
                    <a:pt x="2167004" y="3425554"/>
                  </a:lnTo>
                  <a:lnTo>
                    <a:pt x="2218675" y="3460976"/>
                  </a:lnTo>
                  <a:lnTo>
                    <a:pt x="2270232" y="3496158"/>
                  </a:lnTo>
                  <a:lnTo>
                    <a:pt x="2321458" y="3530627"/>
                  </a:lnTo>
                  <a:lnTo>
                    <a:pt x="2372177" y="3563947"/>
                  </a:lnTo>
                  <a:lnTo>
                    <a:pt x="2422277" y="3595744"/>
                  </a:lnTo>
                  <a:lnTo>
                    <a:pt x="2471735" y="3625723"/>
                  </a:lnTo>
                  <a:lnTo>
                    <a:pt x="2520632" y="3653672"/>
                  </a:lnTo>
                  <a:lnTo>
                    <a:pt x="2569168" y="3679468"/>
                  </a:lnTo>
                  <a:lnTo>
                    <a:pt x="2617676" y="3703069"/>
                  </a:lnTo>
                  <a:lnTo>
                    <a:pt x="2666647" y="3724505"/>
                  </a:lnTo>
                  <a:lnTo>
                    <a:pt x="2667772" y="3724968"/>
                  </a:lnTo>
                  <a:lnTo>
                    <a:pt x="2716019" y="3743578"/>
                  </a:lnTo>
                  <a:lnTo>
                    <a:pt x="2765996" y="3760244"/>
                  </a:lnTo>
                  <a:lnTo>
                    <a:pt x="2818550" y="3775074"/>
                  </a:lnTo>
                  <a:lnTo>
                    <a:pt x="2874623" y="3788249"/>
                  </a:lnTo>
                  <a:lnTo>
                    <a:pt x="2935166" y="3799965"/>
                  </a:lnTo>
                  <a:lnTo>
                    <a:pt x="3001050" y="3810411"/>
                  </a:lnTo>
                  <a:lnTo>
                    <a:pt x="3072948" y="3819747"/>
                  </a:lnTo>
                  <a:lnTo>
                    <a:pt x="3151174" y="3828101"/>
                  </a:lnTo>
                  <a:lnTo>
                    <a:pt x="3235482" y="3835559"/>
                  </a:lnTo>
                  <a:lnTo>
                    <a:pt x="3324827" y="3842172"/>
                  </a:lnTo>
                  <a:lnTo>
                    <a:pt x="3417151" y="3847953"/>
                  </a:lnTo>
                  <a:lnTo>
                    <a:pt x="3509287" y="3852890"/>
                  </a:lnTo>
                  <a:lnTo>
                    <a:pt x="3597105" y="3856964"/>
                  </a:lnTo>
                  <a:lnTo>
                    <a:pt x="3676010" y="3860164"/>
                  </a:lnTo>
                  <a:lnTo>
                    <a:pt x="3741753" y="3862516"/>
                  </a:lnTo>
                  <a:lnTo>
                    <a:pt x="3791402" y="3864094"/>
                  </a:lnTo>
                  <a:lnTo>
                    <a:pt x="3824125" y="3865024"/>
                  </a:lnTo>
                  <a:lnTo>
                    <a:pt x="3841536" y="3865468"/>
                  </a:lnTo>
                  <a:lnTo>
                    <a:pt x="3847570" y="3865607"/>
                  </a:lnTo>
                  <a:lnTo>
                    <a:pt x="3848118" y="3865619"/>
                  </a:lnTo>
                  <a:lnTo>
                    <a:pt x="4386855" y="3865619"/>
                  </a:lnTo>
                  <a:lnTo>
                    <a:pt x="4387793" y="3865527"/>
                  </a:lnTo>
                  <a:lnTo>
                    <a:pt x="4393959" y="3864871"/>
                  </a:lnTo>
                  <a:lnTo>
                    <a:pt x="4409500" y="3863058"/>
                  </a:lnTo>
                  <a:lnTo>
                    <a:pt x="4437274" y="3859489"/>
                  </a:lnTo>
                  <a:lnTo>
                    <a:pt x="4478641" y="3853613"/>
                  </a:lnTo>
                  <a:lnTo>
                    <a:pt x="4533357" y="3844983"/>
                  </a:lnTo>
                  <a:lnTo>
                    <a:pt x="4599716" y="3833298"/>
                  </a:lnTo>
                  <a:lnTo>
                    <a:pt x="4674941" y="3818412"/>
                  </a:lnTo>
                  <a:lnTo>
                    <a:pt x="4755739" y="3800306"/>
                  </a:lnTo>
                  <a:lnTo>
                    <a:pt x="4838843" y="3779036"/>
                  </a:lnTo>
                  <a:lnTo>
                    <a:pt x="4921432" y="3754670"/>
                  </a:lnTo>
                  <a:lnTo>
                    <a:pt x="5001352" y="3727236"/>
                  </a:lnTo>
                  <a:lnTo>
                    <a:pt x="5077176" y="3696682"/>
                  </a:lnTo>
                  <a:lnTo>
                    <a:pt x="5148133" y="3662849"/>
                  </a:lnTo>
                  <a:lnTo>
                    <a:pt x="5213981" y="3625462"/>
                  </a:lnTo>
                  <a:lnTo>
                    <a:pt x="5274872" y="3584132"/>
                  </a:lnTo>
                  <a:lnTo>
                    <a:pt x="5331223" y="3538360"/>
                  </a:lnTo>
                  <a:lnTo>
                    <a:pt x="5383613" y="3487559"/>
                  </a:lnTo>
                  <a:lnTo>
                    <a:pt x="5432710" y="3431082"/>
                  </a:lnTo>
                  <a:lnTo>
                    <a:pt x="5479207" y="3368279"/>
                  </a:lnTo>
                  <a:lnTo>
                    <a:pt x="5523775" y="3298590"/>
                  </a:lnTo>
                  <a:lnTo>
                    <a:pt x="5567014" y="3221703"/>
                  </a:lnTo>
                  <a:lnTo>
                    <a:pt x="5567201" y="3221349"/>
                  </a:lnTo>
                  <a:lnTo>
                    <a:pt x="5598335" y="3160393"/>
                  </a:lnTo>
                  <a:lnTo>
                    <a:pt x="5629191" y="3095504"/>
                  </a:lnTo>
                  <a:lnTo>
                    <a:pt x="5659919" y="3026602"/>
                  </a:lnTo>
                  <a:lnTo>
                    <a:pt x="5690640" y="2953653"/>
                  </a:lnTo>
                  <a:lnTo>
                    <a:pt x="5721451" y="2876680"/>
                  </a:lnTo>
                  <a:lnTo>
                    <a:pt x="5752425" y="2795762"/>
                  </a:lnTo>
                  <a:lnTo>
                    <a:pt x="5783614" y="2711038"/>
                  </a:lnTo>
                  <a:lnTo>
                    <a:pt x="5815049" y="2622714"/>
                  </a:lnTo>
                  <a:lnTo>
                    <a:pt x="5846745" y="2531059"/>
                  </a:lnTo>
                  <a:lnTo>
                    <a:pt x="5878698" y="2436405"/>
                  </a:lnTo>
                  <a:lnTo>
                    <a:pt x="5910890" y="2339145"/>
                  </a:lnTo>
                  <a:lnTo>
                    <a:pt x="5943290" y="2239726"/>
                  </a:lnTo>
                  <a:lnTo>
                    <a:pt x="5975857" y="2138644"/>
                  </a:lnTo>
                  <a:lnTo>
                    <a:pt x="6008540" y="2036429"/>
                  </a:lnTo>
                  <a:lnTo>
                    <a:pt x="6041282" y="1933639"/>
                  </a:lnTo>
                  <a:lnTo>
                    <a:pt x="6074025" y="1830845"/>
                  </a:lnTo>
                  <a:lnTo>
                    <a:pt x="6106709" y="1728616"/>
                  </a:lnTo>
                  <a:lnTo>
                    <a:pt x="6139278" y="1627511"/>
                  </a:lnTo>
                  <a:lnTo>
                    <a:pt x="6171681" y="1528062"/>
                  </a:lnTo>
                  <a:lnTo>
                    <a:pt x="6203877" y="1430764"/>
                  </a:lnTo>
                  <a:lnTo>
                    <a:pt x="6235834" y="1336064"/>
                  </a:lnTo>
                  <a:lnTo>
                    <a:pt x="6267534" y="1244357"/>
                  </a:lnTo>
                  <a:lnTo>
                    <a:pt x="6298973" y="1155977"/>
                  </a:lnTo>
                  <a:lnTo>
                    <a:pt x="6330166" y="1071194"/>
                  </a:lnTo>
                  <a:lnTo>
                    <a:pt x="6361143" y="990213"/>
                  </a:lnTo>
                  <a:lnTo>
                    <a:pt x="6391956" y="913175"/>
                  </a:lnTo>
                  <a:lnTo>
                    <a:pt x="6422678" y="840161"/>
                  </a:lnTo>
                  <a:lnTo>
                    <a:pt x="6453405" y="771194"/>
                  </a:lnTo>
                  <a:lnTo>
                    <a:pt x="6484258" y="706240"/>
                  </a:lnTo>
                  <a:lnTo>
                    <a:pt x="6515385" y="645222"/>
                  </a:lnTo>
                  <a:lnTo>
                    <a:pt x="6515891" y="644269"/>
                  </a:lnTo>
                  <a:lnTo>
                    <a:pt x="6559124" y="567350"/>
                  </a:lnTo>
                  <a:lnTo>
                    <a:pt x="6603686" y="497631"/>
                  </a:lnTo>
                  <a:lnTo>
                    <a:pt x="6650173" y="434798"/>
                  </a:lnTo>
                  <a:lnTo>
                    <a:pt x="6699257" y="378295"/>
                  </a:lnTo>
                  <a:lnTo>
                    <a:pt x="6751631" y="327470"/>
                  </a:lnTo>
                  <a:lnTo>
                    <a:pt x="6807963" y="281678"/>
                  </a:lnTo>
                  <a:lnTo>
                    <a:pt x="6868833" y="240329"/>
                  </a:lnTo>
                  <a:lnTo>
                    <a:pt x="6934659" y="202926"/>
                  </a:lnTo>
                  <a:lnTo>
                    <a:pt x="7005593" y="169077"/>
                  </a:lnTo>
                  <a:lnTo>
                    <a:pt x="7081397" y="138509"/>
                  </a:lnTo>
                  <a:lnTo>
                    <a:pt x="7161302" y="111062"/>
                  </a:lnTo>
                  <a:lnTo>
                    <a:pt x="7243883" y="86683"/>
                  </a:lnTo>
                  <a:lnTo>
                    <a:pt x="7326991" y="65399"/>
                  </a:lnTo>
                  <a:lnTo>
                    <a:pt x="7407806" y="47279"/>
                  </a:lnTo>
                  <a:lnTo>
                    <a:pt x="7483063" y="32379"/>
                  </a:lnTo>
                  <a:lnTo>
                    <a:pt x="7549467" y="20680"/>
                  </a:lnTo>
                  <a:lnTo>
                    <a:pt x="7604240" y="12037"/>
                  </a:lnTo>
                  <a:lnTo>
                    <a:pt x="7645667" y="6150"/>
                  </a:lnTo>
                  <a:lnTo>
                    <a:pt x="7673499" y="2572"/>
                  </a:lnTo>
                  <a:lnTo>
                    <a:pt x="7689088" y="752"/>
                  </a:lnTo>
                  <a:lnTo>
                    <a:pt x="7695287" y="9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8" name="pl1378"/>
            <p:cNvSpPr/>
            <p:nvPr/>
          </p:nvSpPr>
          <p:spPr>
            <a:xfrm>
              <a:off x="546595" y="1806696"/>
              <a:ext cx="8234974" cy="3865619"/>
            </a:xfrm>
            <a:custGeom>
              <a:avLst/>
              <a:pathLst>
                <a:path w="8234974" h="3865619">
                  <a:moveTo>
                    <a:pt x="8234974" y="0"/>
                  </a:moveTo>
                  <a:lnTo>
                    <a:pt x="7696237" y="0"/>
                  </a:lnTo>
                  <a:lnTo>
                    <a:pt x="7695299" y="91"/>
                  </a:lnTo>
                  <a:lnTo>
                    <a:pt x="7689134" y="747"/>
                  </a:lnTo>
                  <a:lnTo>
                    <a:pt x="7673593" y="2561"/>
                  </a:lnTo>
                  <a:lnTo>
                    <a:pt x="7645819" y="6129"/>
                  </a:lnTo>
                  <a:lnTo>
                    <a:pt x="7604452" y="12006"/>
                  </a:lnTo>
                  <a:lnTo>
                    <a:pt x="7549735" y="20636"/>
                  </a:lnTo>
                  <a:lnTo>
                    <a:pt x="7483377" y="32320"/>
                  </a:lnTo>
                  <a:lnTo>
                    <a:pt x="7408151" y="47206"/>
                  </a:lnTo>
                  <a:lnTo>
                    <a:pt x="7327353" y="65312"/>
                  </a:lnTo>
                  <a:lnTo>
                    <a:pt x="7244249" y="86583"/>
                  </a:lnTo>
                  <a:lnTo>
                    <a:pt x="7161661" y="110949"/>
                  </a:lnTo>
                  <a:lnTo>
                    <a:pt x="7081740" y="138382"/>
                  </a:lnTo>
                  <a:lnTo>
                    <a:pt x="7005916" y="168936"/>
                  </a:lnTo>
                  <a:lnTo>
                    <a:pt x="6934960" y="202769"/>
                  </a:lnTo>
                  <a:lnTo>
                    <a:pt x="6869111" y="240156"/>
                  </a:lnTo>
                  <a:lnTo>
                    <a:pt x="6808220" y="281487"/>
                  </a:lnTo>
                  <a:lnTo>
                    <a:pt x="6751870" y="327258"/>
                  </a:lnTo>
                  <a:lnTo>
                    <a:pt x="6699479" y="378059"/>
                  </a:lnTo>
                  <a:lnTo>
                    <a:pt x="6650383" y="434536"/>
                  </a:lnTo>
                  <a:lnTo>
                    <a:pt x="6603886" y="497340"/>
                  </a:lnTo>
                  <a:lnTo>
                    <a:pt x="6559317" y="567028"/>
                  </a:lnTo>
                  <a:lnTo>
                    <a:pt x="6516079" y="643915"/>
                  </a:lnTo>
                  <a:lnTo>
                    <a:pt x="6515891" y="644269"/>
                  </a:lnTo>
                  <a:lnTo>
                    <a:pt x="6484757" y="705225"/>
                  </a:lnTo>
                  <a:lnTo>
                    <a:pt x="6453902" y="770114"/>
                  </a:lnTo>
                  <a:lnTo>
                    <a:pt x="6423174" y="839016"/>
                  </a:lnTo>
                  <a:lnTo>
                    <a:pt x="6392452" y="911965"/>
                  </a:lnTo>
                  <a:lnTo>
                    <a:pt x="6361641" y="988938"/>
                  </a:lnTo>
                  <a:lnTo>
                    <a:pt x="6330667" y="1069856"/>
                  </a:lnTo>
                  <a:lnTo>
                    <a:pt x="6299478" y="1154580"/>
                  </a:lnTo>
                  <a:lnTo>
                    <a:pt x="6268043" y="1242904"/>
                  </a:lnTo>
                  <a:lnTo>
                    <a:pt x="6236348" y="1334560"/>
                  </a:lnTo>
                  <a:lnTo>
                    <a:pt x="6204395" y="1429214"/>
                  </a:lnTo>
                  <a:lnTo>
                    <a:pt x="6172203" y="1526474"/>
                  </a:lnTo>
                  <a:lnTo>
                    <a:pt x="6139802" y="1625892"/>
                  </a:lnTo>
                  <a:lnTo>
                    <a:pt x="6107235" y="1726974"/>
                  </a:lnTo>
                  <a:lnTo>
                    <a:pt x="6074553" y="1829189"/>
                  </a:lnTo>
                  <a:lnTo>
                    <a:pt x="6041810" y="1931979"/>
                  </a:lnTo>
                  <a:lnTo>
                    <a:pt x="6009068" y="2034773"/>
                  </a:lnTo>
                  <a:lnTo>
                    <a:pt x="5976384" y="2137002"/>
                  </a:lnTo>
                  <a:lnTo>
                    <a:pt x="5943815" y="2238107"/>
                  </a:lnTo>
                  <a:lnTo>
                    <a:pt x="5911411" y="2337556"/>
                  </a:lnTo>
                  <a:lnTo>
                    <a:pt x="5879215" y="2434855"/>
                  </a:lnTo>
                  <a:lnTo>
                    <a:pt x="5847258" y="2529554"/>
                  </a:lnTo>
                  <a:lnTo>
                    <a:pt x="5815559" y="2621261"/>
                  </a:lnTo>
                  <a:lnTo>
                    <a:pt x="5784119" y="2709641"/>
                  </a:lnTo>
                  <a:lnTo>
                    <a:pt x="5752927" y="2794424"/>
                  </a:lnTo>
                  <a:lnTo>
                    <a:pt x="5721950" y="2875406"/>
                  </a:lnTo>
                  <a:lnTo>
                    <a:pt x="5691136" y="2952443"/>
                  </a:lnTo>
                  <a:lnTo>
                    <a:pt x="5660414" y="3025457"/>
                  </a:lnTo>
                  <a:lnTo>
                    <a:pt x="5629687" y="3094425"/>
                  </a:lnTo>
                  <a:lnTo>
                    <a:pt x="5598835" y="3159378"/>
                  </a:lnTo>
                  <a:lnTo>
                    <a:pt x="5567707" y="3220396"/>
                  </a:lnTo>
                  <a:lnTo>
                    <a:pt x="5567201" y="3221349"/>
                  </a:lnTo>
                  <a:lnTo>
                    <a:pt x="5523968" y="3298268"/>
                  </a:lnTo>
                  <a:lnTo>
                    <a:pt x="5479406" y="3367988"/>
                  </a:lnTo>
                  <a:lnTo>
                    <a:pt x="5432919" y="3430820"/>
                  </a:lnTo>
                  <a:lnTo>
                    <a:pt x="5383836" y="3487324"/>
                  </a:lnTo>
                  <a:lnTo>
                    <a:pt x="5331461" y="3538148"/>
                  </a:lnTo>
                  <a:lnTo>
                    <a:pt x="5275130" y="3583941"/>
                  </a:lnTo>
                  <a:lnTo>
                    <a:pt x="5214259" y="3625289"/>
                  </a:lnTo>
                  <a:lnTo>
                    <a:pt x="5148434" y="3662692"/>
                  </a:lnTo>
                  <a:lnTo>
                    <a:pt x="5077499" y="3696541"/>
                  </a:lnTo>
                  <a:lnTo>
                    <a:pt x="5001695" y="3727109"/>
                  </a:lnTo>
                  <a:lnTo>
                    <a:pt x="4921790" y="3754556"/>
                  </a:lnTo>
                  <a:lnTo>
                    <a:pt x="4839209" y="3778935"/>
                  </a:lnTo>
                  <a:lnTo>
                    <a:pt x="4756102" y="3800219"/>
                  </a:lnTo>
                  <a:lnTo>
                    <a:pt x="4675287" y="3818339"/>
                  </a:lnTo>
                  <a:lnTo>
                    <a:pt x="4600029" y="3833240"/>
                  </a:lnTo>
                  <a:lnTo>
                    <a:pt x="4533625" y="3844938"/>
                  </a:lnTo>
                  <a:lnTo>
                    <a:pt x="4478853" y="3853581"/>
                  </a:lnTo>
                  <a:lnTo>
                    <a:pt x="4437425" y="3859468"/>
                  </a:lnTo>
                  <a:lnTo>
                    <a:pt x="4409593" y="3863046"/>
                  </a:lnTo>
                  <a:lnTo>
                    <a:pt x="4394004" y="3864866"/>
                  </a:lnTo>
                  <a:lnTo>
                    <a:pt x="4387805" y="3865526"/>
                  </a:lnTo>
                  <a:lnTo>
                    <a:pt x="4386855" y="3865619"/>
                  </a:lnTo>
                  <a:lnTo>
                    <a:pt x="4386855" y="3865619"/>
                  </a:lnTo>
                  <a:lnTo>
                    <a:pt x="3848118" y="3865619"/>
                  </a:lnTo>
                  <a:lnTo>
                    <a:pt x="3846829" y="3865591"/>
                  </a:lnTo>
                  <a:lnTo>
                    <a:pt x="3838415" y="3865392"/>
                  </a:lnTo>
                  <a:lnTo>
                    <a:pt x="3817434" y="3864842"/>
                  </a:lnTo>
                  <a:lnTo>
                    <a:pt x="3780505" y="3863763"/>
                  </a:lnTo>
                  <a:lnTo>
                    <a:pt x="3726632" y="3862000"/>
                  </a:lnTo>
                  <a:lnTo>
                    <a:pt x="3657231" y="3859440"/>
                  </a:lnTo>
                  <a:lnTo>
                    <a:pt x="3575653" y="3856020"/>
                  </a:lnTo>
                  <a:lnTo>
                    <a:pt x="3486320" y="3851728"/>
                  </a:lnTo>
                  <a:lnTo>
                    <a:pt x="3393781" y="3846576"/>
                  </a:lnTo>
                  <a:lnTo>
                    <a:pt x="3301952" y="3840585"/>
                  </a:lnTo>
                  <a:lnTo>
                    <a:pt x="3213724" y="3833762"/>
                  </a:lnTo>
                  <a:lnTo>
                    <a:pt x="3130884" y="3826084"/>
                  </a:lnTo>
                  <a:lnTo>
                    <a:pt x="3054254" y="3817493"/>
                  </a:lnTo>
                  <a:lnTo>
                    <a:pt x="2983918" y="3807891"/>
                  </a:lnTo>
                  <a:lnTo>
                    <a:pt x="2919451" y="3797142"/>
                  </a:lnTo>
                  <a:lnTo>
                    <a:pt x="2860120" y="3785077"/>
                  </a:lnTo>
                  <a:lnTo>
                    <a:pt x="2805024" y="3771504"/>
                  </a:lnTo>
                  <a:lnTo>
                    <a:pt x="2753206" y="3756227"/>
                  </a:lnTo>
                  <a:lnTo>
                    <a:pt x="2703738" y="3739078"/>
                  </a:lnTo>
                  <a:lnTo>
                    <a:pt x="2667772" y="3724968"/>
                  </a:lnTo>
                  <a:lnTo>
                    <a:pt x="2618783" y="3703581"/>
                  </a:lnTo>
                  <a:lnTo>
                    <a:pt x="2570270" y="3680030"/>
                  </a:lnTo>
                  <a:lnTo>
                    <a:pt x="2521740" y="3654283"/>
                  </a:lnTo>
                  <a:lnTo>
                    <a:pt x="2472854" y="3626382"/>
                  </a:lnTo>
                  <a:lnTo>
                    <a:pt x="2423410" y="3596447"/>
                  </a:lnTo>
                  <a:lnTo>
                    <a:pt x="2373324" y="3564689"/>
                  </a:lnTo>
                  <a:lnTo>
                    <a:pt x="2322619" y="3531400"/>
                  </a:lnTo>
                  <a:lnTo>
                    <a:pt x="2271402" y="3496952"/>
                  </a:lnTo>
                  <a:lnTo>
                    <a:pt x="2219850" y="3461781"/>
                  </a:lnTo>
                  <a:lnTo>
                    <a:pt x="2168180" y="3426359"/>
                  </a:lnTo>
                  <a:lnTo>
                    <a:pt x="2116622" y="3391177"/>
                  </a:lnTo>
                  <a:lnTo>
                    <a:pt x="2065396" y="3356708"/>
                  </a:lnTo>
                  <a:lnTo>
                    <a:pt x="2014678" y="3323388"/>
                  </a:lnTo>
                  <a:lnTo>
                    <a:pt x="1964578" y="3291591"/>
                  </a:lnTo>
                  <a:lnTo>
                    <a:pt x="1915119" y="3261612"/>
                  </a:lnTo>
                  <a:lnTo>
                    <a:pt x="1866222" y="3233663"/>
                  </a:lnTo>
                  <a:lnTo>
                    <a:pt x="1817687" y="3207866"/>
                  </a:lnTo>
                  <a:lnTo>
                    <a:pt x="1769179" y="3184266"/>
                  </a:lnTo>
                  <a:lnTo>
                    <a:pt x="1720207" y="3162830"/>
                  </a:lnTo>
                  <a:lnTo>
                    <a:pt x="1719082" y="3162366"/>
                  </a:lnTo>
                  <a:lnTo>
                    <a:pt x="1670836" y="3143756"/>
                  </a:lnTo>
                  <a:lnTo>
                    <a:pt x="1620859" y="3127091"/>
                  </a:lnTo>
                  <a:lnTo>
                    <a:pt x="1568305" y="3112260"/>
                  </a:lnTo>
                  <a:lnTo>
                    <a:pt x="1512232" y="3099086"/>
                  </a:lnTo>
                  <a:lnTo>
                    <a:pt x="1451689" y="3087370"/>
                  </a:lnTo>
                  <a:lnTo>
                    <a:pt x="1385804" y="3076924"/>
                  </a:lnTo>
                  <a:lnTo>
                    <a:pt x="1313907" y="3067588"/>
                  </a:lnTo>
                  <a:lnTo>
                    <a:pt x="1235681" y="3059234"/>
                  </a:lnTo>
                  <a:lnTo>
                    <a:pt x="1151373" y="3051776"/>
                  </a:lnTo>
                  <a:lnTo>
                    <a:pt x="1062028" y="3045163"/>
                  </a:lnTo>
                  <a:lnTo>
                    <a:pt x="969704" y="3039382"/>
                  </a:lnTo>
                  <a:lnTo>
                    <a:pt x="877568" y="3034444"/>
                  </a:lnTo>
                  <a:lnTo>
                    <a:pt x="789749" y="3030371"/>
                  </a:lnTo>
                  <a:lnTo>
                    <a:pt x="710845" y="3027171"/>
                  </a:lnTo>
                  <a:lnTo>
                    <a:pt x="645102" y="3024819"/>
                  </a:lnTo>
                  <a:lnTo>
                    <a:pt x="595452" y="3023241"/>
                  </a:lnTo>
                  <a:lnTo>
                    <a:pt x="562729" y="3022311"/>
                  </a:lnTo>
                  <a:lnTo>
                    <a:pt x="545319" y="3021867"/>
                  </a:lnTo>
                  <a:lnTo>
                    <a:pt x="539285" y="3021728"/>
                  </a:lnTo>
                  <a:lnTo>
                    <a:pt x="538736" y="3021716"/>
                  </a:lnTo>
                  <a:lnTo>
                    <a:pt x="0" y="30217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9" name="pg1379"/>
            <p:cNvSpPr/>
            <p:nvPr/>
          </p:nvSpPr>
          <p:spPr>
            <a:xfrm>
              <a:off x="546595" y="4147846"/>
              <a:ext cx="8234974" cy="1568025"/>
            </a:xfrm>
            <a:custGeom>
              <a:avLst/>
              <a:pathLst>
                <a:path w="8234974" h="1568025">
                  <a:moveTo>
                    <a:pt x="0" y="691455"/>
                  </a:moveTo>
                  <a:lnTo>
                    <a:pt x="538736" y="691455"/>
                  </a:lnTo>
                  <a:lnTo>
                    <a:pt x="540025" y="691484"/>
                  </a:lnTo>
                  <a:lnTo>
                    <a:pt x="548432" y="691691"/>
                  </a:lnTo>
                  <a:lnTo>
                    <a:pt x="569397" y="692261"/>
                  </a:lnTo>
                  <a:lnTo>
                    <a:pt x="606300" y="693381"/>
                  </a:lnTo>
                  <a:lnTo>
                    <a:pt x="660137" y="695211"/>
                  </a:lnTo>
                  <a:lnTo>
                    <a:pt x="729497" y="697869"/>
                  </a:lnTo>
                  <a:lnTo>
                    <a:pt x="811035" y="701418"/>
                  </a:lnTo>
                  <a:lnTo>
                    <a:pt x="900332" y="705873"/>
                  </a:lnTo>
                  <a:lnTo>
                    <a:pt x="992844" y="711221"/>
                  </a:lnTo>
                  <a:lnTo>
                    <a:pt x="1084653" y="717440"/>
                  </a:lnTo>
                  <a:lnTo>
                    <a:pt x="1172870" y="724522"/>
                  </a:lnTo>
                  <a:lnTo>
                    <a:pt x="1255706" y="732492"/>
                  </a:lnTo>
                  <a:lnTo>
                    <a:pt x="1332337" y="741410"/>
                  </a:lnTo>
                  <a:lnTo>
                    <a:pt x="1402677" y="751377"/>
                  </a:lnTo>
                  <a:lnTo>
                    <a:pt x="1467147" y="762534"/>
                  </a:lnTo>
                  <a:lnTo>
                    <a:pt x="1526482" y="775056"/>
                  </a:lnTo>
                  <a:lnTo>
                    <a:pt x="1581580" y="789143"/>
                  </a:lnTo>
                  <a:lnTo>
                    <a:pt x="1633398" y="804998"/>
                  </a:lnTo>
                  <a:lnTo>
                    <a:pt x="1682861" y="822796"/>
                  </a:lnTo>
                  <a:lnTo>
                    <a:pt x="1719082" y="837550"/>
                  </a:lnTo>
                  <a:lnTo>
                    <a:pt x="1767825" y="859648"/>
                  </a:lnTo>
                  <a:lnTo>
                    <a:pt x="1816093" y="883969"/>
                  </a:lnTo>
                  <a:lnTo>
                    <a:pt x="1864375" y="910548"/>
                  </a:lnTo>
                  <a:lnTo>
                    <a:pt x="1913005" y="939344"/>
                  </a:lnTo>
                  <a:lnTo>
                    <a:pt x="1962184" y="970234"/>
                  </a:lnTo>
                  <a:lnTo>
                    <a:pt x="2011998" y="1003006"/>
                  </a:lnTo>
                  <a:lnTo>
                    <a:pt x="2062427" y="1037362"/>
                  </a:lnTo>
                  <a:lnTo>
                    <a:pt x="2113368" y="1072924"/>
                  </a:lnTo>
                  <a:lnTo>
                    <a:pt x="2164648" y="1109250"/>
                  </a:lnTo>
                  <a:lnTo>
                    <a:pt x="2216057" y="1145855"/>
                  </a:lnTo>
                  <a:lnTo>
                    <a:pt x="2267364" y="1182241"/>
                  </a:lnTo>
                  <a:lnTo>
                    <a:pt x="2318356" y="1217918"/>
                  </a:lnTo>
                  <a:lnTo>
                    <a:pt x="2368853" y="1252440"/>
                  </a:lnTo>
                  <a:lnTo>
                    <a:pt x="2418743" y="1285419"/>
                  </a:lnTo>
                  <a:lnTo>
                    <a:pt x="2467997" y="1316547"/>
                  </a:lnTo>
                  <a:lnTo>
                    <a:pt x="2516684" y="1345602"/>
                  </a:lnTo>
                  <a:lnTo>
                    <a:pt x="2564993" y="1372450"/>
                  </a:lnTo>
                  <a:lnTo>
                    <a:pt x="2613240" y="1397041"/>
                  </a:lnTo>
                  <a:lnTo>
                    <a:pt x="2661894" y="1419401"/>
                  </a:lnTo>
                  <a:lnTo>
                    <a:pt x="2667772" y="1421930"/>
                  </a:lnTo>
                  <a:lnTo>
                    <a:pt x="2716005" y="1441256"/>
                  </a:lnTo>
                  <a:lnTo>
                    <a:pt x="2765968" y="1458562"/>
                  </a:lnTo>
                  <a:lnTo>
                    <a:pt x="2818505" y="1473964"/>
                  </a:lnTo>
                  <a:lnTo>
                    <a:pt x="2874558" y="1487646"/>
                  </a:lnTo>
                  <a:lnTo>
                    <a:pt x="2935079" y="1499815"/>
                  </a:lnTo>
                  <a:lnTo>
                    <a:pt x="3000937" y="1510663"/>
                  </a:lnTo>
                  <a:lnTo>
                    <a:pt x="3072803" y="1520360"/>
                  </a:lnTo>
                  <a:lnTo>
                    <a:pt x="3150994" y="1529037"/>
                  </a:lnTo>
                  <a:lnTo>
                    <a:pt x="3235266" y="1536784"/>
                  </a:lnTo>
                  <a:lnTo>
                    <a:pt x="3324575" y="1543653"/>
                  </a:lnTo>
                  <a:lnTo>
                    <a:pt x="3416869" y="1549659"/>
                  </a:lnTo>
                  <a:lnTo>
                    <a:pt x="3508986" y="1554789"/>
                  </a:lnTo>
                  <a:lnTo>
                    <a:pt x="3596803" y="1559022"/>
                  </a:lnTo>
                  <a:lnTo>
                    <a:pt x="3675728" y="1562348"/>
                  </a:lnTo>
                  <a:lnTo>
                    <a:pt x="3741513" y="1564794"/>
                  </a:lnTo>
                  <a:lnTo>
                    <a:pt x="3791220" y="1566436"/>
                  </a:lnTo>
                  <a:lnTo>
                    <a:pt x="3824010" y="1567404"/>
                  </a:lnTo>
                  <a:lnTo>
                    <a:pt x="3841482" y="1567867"/>
                  </a:lnTo>
                  <a:lnTo>
                    <a:pt x="3847558" y="1568013"/>
                  </a:lnTo>
                  <a:lnTo>
                    <a:pt x="3848118" y="1568025"/>
                  </a:lnTo>
                  <a:lnTo>
                    <a:pt x="4386855" y="1568025"/>
                  </a:lnTo>
                  <a:lnTo>
                    <a:pt x="4388113" y="1567975"/>
                  </a:lnTo>
                  <a:lnTo>
                    <a:pt x="4396328" y="1567616"/>
                  </a:lnTo>
                  <a:lnTo>
                    <a:pt x="4416831" y="1566623"/>
                  </a:lnTo>
                  <a:lnTo>
                    <a:pt x="4452965" y="1564675"/>
                  </a:lnTo>
                  <a:lnTo>
                    <a:pt x="4505772" y="1561489"/>
                  </a:lnTo>
                  <a:lnTo>
                    <a:pt x="4573953" y="1556858"/>
                  </a:lnTo>
                  <a:lnTo>
                    <a:pt x="4654310" y="1550666"/>
                  </a:lnTo>
                  <a:lnTo>
                    <a:pt x="4742557" y="1542884"/>
                  </a:lnTo>
                  <a:lnTo>
                    <a:pt x="4834242" y="1533534"/>
                  </a:lnTo>
                  <a:lnTo>
                    <a:pt x="4925483" y="1522655"/>
                  </a:lnTo>
                  <a:lnTo>
                    <a:pt x="5013376" y="1510261"/>
                  </a:lnTo>
                  <a:lnTo>
                    <a:pt x="5096087" y="1496317"/>
                  </a:lnTo>
                  <a:lnTo>
                    <a:pt x="5172734" y="1480724"/>
                  </a:lnTo>
                  <a:lnTo>
                    <a:pt x="5243173" y="1463312"/>
                  </a:lnTo>
                  <a:lnTo>
                    <a:pt x="5307771" y="1443844"/>
                  </a:lnTo>
                  <a:lnTo>
                    <a:pt x="5367216" y="1422021"/>
                  </a:lnTo>
                  <a:lnTo>
                    <a:pt x="5422374" y="1397501"/>
                  </a:lnTo>
                  <a:lnTo>
                    <a:pt x="5474175" y="1369926"/>
                  </a:lnTo>
                  <a:lnTo>
                    <a:pt x="5523533" y="1338982"/>
                  </a:lnTo>
                  <a:lnTo>
                    <a:pt x="5567201" y="1307595"/>
                  </a:lnTo>
                  <a:lnTo>
                    <a:pt x="5610581" y="1272759"/>
                  </a:lnTo>
                  <a:lnTo>
                    <a:pt x="5653537" y="1234797"/>
                  </a:lnTo>
                  <a:lnTo>
                    <a:pt x="5696431" y="1193652"/>
                  </a:lnTo>
                  <a:lnTo>
                    <a:pt x="5739527" y="1149349"/>
                  </a:lnTo>
                  <a:lnTo>
                    <a:pt x="5783001" y="1102000"/>
                  </a:lnTo>
                  <a:lnTo>
                    <a:pt x="5826952" y="1051814"/>
                  </a:lnTo>
                  <a:lnTo>
                    <a:pt x="5871409" y="999100"/>
                  </a:lnTo>
                  <a:lnTo>
                    <a:pt x="5916341" y="944263"/>
                  </a:lnTo>
                  <a:lnTo>
                    <a:pt x="5961665" y="887792"/>
                  </a:lnTo>
                  <a:lnTo>
                    <a:pt x="6007258" y="830244"/>
                  </a:lnTo>
                  <a:lnTo>
                    <a:pt x="6052972" y="772228"/>
                  </a:lnTo>
                  <a:lnTo>
                    <a:pt x="6098645" y="714368"/>
                  </a:lnTo>
                  <a:lnTo>
                    <a:pt x="6144121" y="657285"/>
                  </a:lnTo>
                  <a:lnTo>
                    <a:pt x="6189262" y="601564"/>
                  </a:lnTo>
                  <a:lnTo>
                    <a:pt x="6233964" y="547732"/>
                  </a:lnTo>
                  <a:lnTo>
                    <a:pt x="6278169" y="496237"/>
                  </a:lnTo>
                  <a:lnTo>
                    <a:pt x="6321873" y="447437"/>
                  </a:lnTo>
                  <a:lnTo>
                    <a:pt x="6365141" y="401589"/>
                  </a:lnTo>
                  <a:lnTo>
                    <a:pt x="6408109" y="358857"/>
                  </a:lnTo>
                  <a:lnTo>
                    <a:pt x="6450996" y="319305"/>
                  </a:lnTo>
                  <a:lnTo>
                    <a:pt x="6494111" y="282917"/>
                  </a:lnTo>
                  <a:lnTo>
                    <a:pt x="6515891" y="265874"/>
                  </a:lnTo>
                  <a:lnTo>
                    <a:pt x="6563730" y="231687"/>
                  </a:lnTo>
                  <a:lnTo>
                    <a:pt x="6613264" y="201043"/>
                  </a:lnTo>
                  <a:lnTo>
                    <a:pt x="6665318" y="173744"/>
                  </a:lnTo>
                  <a:lnTo>
                    <a:pt x="6720808" y="149470"/>
                  </a:lnTo>
                  <a:lnTo>
                    <a:pt x="6780664" y="127863"/>
                  </a:lnTo>
                  <a:lnTo>
                    <a:pt x="6845741" y="108583"/>
                  </a:lnTo>
                  <a:lnTo>
                    <a:pt x="6916705" y="91336"/>
                  </a:lnTo>
                  <a:lnTo>
                    <a:pt x="6993888" y="75890"/>
                  </a:lnTo>
                  <a:lnTo>
                    <a:pt x="7077092" y="62083"/>
                  </a:lnTo>
                  <a:lnTo>
                    <a:pt x="7165360" y="49819"/>
                  </a:lnTo>
                  <a:lnTo>
                    <a:pt x="7256769" y="39070"/>
                  </a:lnTo>
                  <a:lnTo>
                    <a:pt x="7348323" y="29854"/>
                  </a:lnTo>
                  <a:lnTo>
                    <a:pt x="7436069" y="22208"/>
                  </a:lnTo>
                  <a:lnTo>
                    <a:pt x="7515538" y="16153"/>
                  </a:lnTo>
                  <a:lnTo>
                    <a:pt x="7582500" y="11652"/>
                  </a:lnTo>
                  <a:lnTo>
                    <a:pt x="7633892" y="8581"/>
                  </a:lnTo>
                  <a:lnTo>
                    <a:pt x="7668607" y="6727"/>
                  </a:lnTo>
                  <a:lnTo>
                    <a:pt x="7687891" y="5802"/>
                  </a:lnTo>
                  <a:lnTo>
                    <a:pt x="7695272" y="548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9" y="50"/>
                  </a:lnTo>
                  <a:lnTo>
                    <a:pt x="7686765" y="409"/>
                  </a:lnTo>
                  <a:lnTo>
                    <a:pt x="7666262" y="1401"/>
                  </a:lnTo>
                  <a:lnTo>
                    <a:pt x="7630127" y="3350"/>
                  </a:lnTo>
                  <a:lnTo>
                    <a:pt x="7577320" y="6536"/>
                  </a:lnTo>
                  <a:lnTo>
                    <a:pt x="7509139" y="11167"/>
                  </a:lnTo>
                  <a:lnTo>
                    <a:pt x="7428783" y="17359"/>
                  </a:lnTo>
                  <a:lnTo>
                    <a:pt x="7340536" y="25141"/>
                  </a:lnTo>
                  <a:lnTo>
                    <a:pt x="7248850" y="34491"/>
                  </a:lnTo>
                  <a:lnTo>
                    <a:pt x="7157609" y="45370"/>
                  </a:lnTo>
                  <a:lnTo>
                    <a:pt x="7069716" y="57764"/>
                  </a:lnTo>
                  <a:lnTo>
                    <a:pt x="6987005" y="71708"/>
                  </a:lnTo>
                  <a:lnTo>
                    <a:pt x="6910358" y="87301"/>
                  </a:lnTo>
                  <a:lnTo>
                    <a:pt x="6839919" y="104713"/>
                  </a:lnTo>
                  <a:lnTo>
                    <a:pt x="6775322" y="124181"/>
                  </a:lnTo>
                  <a:lnTo>
                    <a:pt x="6715876" y="146003"/>
                  </a:lnTo>
                  <a:lnTo>
                    <a:pt x="6660718" y="170524"/>
                  </a:lnTo>
                  <a:lnTo>
                    <a:pt x="6608917" y="198099"/>
                  </a:lnTo>
                  <a:lnTo>
                    <a:pt x="6559559" y="229043"/>
                  </a:lnTo>
                  <a:lnTo>
                    <a:pt x="6515891" y="260430"/>
                  </a:lnTo>
                  <a:lnTo>
                    <a:pt x="6472512" y="295266"/>
                  </a:lnTo>
                  <a:lnTo>
                    <a:pt x="6429556" y="333228"/>
                  </a:lnTo>
                  <a:lnTo>
                    <a:pt x="6386661" y="374373"/>
                  </a:lnTo>
                  <a:lnTo>
                    <a:pt x="6343565" y="418676"/>
                  </a:lnTo>
                  <a:lnTo>
                    <a:pt x="6300091" y="466025"/>
                  </a:lnTo>
                  <a:lnTo>
                    <a:pt x="6256141" y="516211"/>
                  </a:lnTo>
                  <a:lnTo>
                    <a:pt x="6211683" y="568924"/>
                  </a:lnTo>
                  <a:lnTo>
                    <a:pt x="6166751" y="623762"/>
                  </a:lnTo>
                  <a:lnTo>
                    <a:pt x="6121427" y="680233"/>
                  </a:lnTo>
                  <a:lnTo>
                    <a:pt x="6075834" y="737780"/>
                  </a:lnTo>
                  <a:lnTo>
                    <a:pt x="6030121" y="795797"/>
                  </a:lnTo>
                  <a:lnTo>
                    <a:pt x="5984448" y="853657"/>
                  </a:lnTo>
                  <a:lnTo>
                    <a:pt x="5938972" y="910740"/>
                  </a:lnTo>
                  <a:lnTo>
                    <a:pt x="5893831" y="966461"/>
                  </a:lnTo>
                  <a:lnTo>
                    <a:pt x="5849129" y="1020293"/>
                  </a:lnTo>
                  <a:lnTo>
                    <a:pt x="5804924" y="1071788"/>
                  </a:lnTo>
                  <a:lnTo>
                    <a:pt x="5761219" y="1120588"/>
                  </a:lnTo>
                  <a:lnTo>
                    <a:pt x="5717951" y="1166435"/>
                  </a:lnTo>
                  <a:lnTo>
                    <a:pt x="5674983" y="1209168"/>
                  </a:lnTo>
                  <a:lnTo>
                    <a:pt x="5632097" y="1248720"/>
                  </a:lnTo>
                  <a:lnTo>
                    <a:pt x="5588981" y="1285108"/>
                  </a:lnTo>
                  <a:lnTo>
                    <a:pt x="5567201" y="1302151"/>
                  </a:lnTo>
                  <a:lnTo>
                    <a:pt x="5519362" y="1336337"/>
                  </a:lnTo>
                  <a:lnTo>
                    <a:pt x="5469828" y="1366982"/>
                  </a:lnTo>
                  <a:lnTo>
                    <a:pt x="5417775" y="1394281"/>
                  </a:lnTo>
                  <a:lnTo>
                    <a:pt x="5362285" y="1418555"/>
                  </a:lnTo>
                  <a:lnTo>
                    <a:pt x="5302428" y="1440162"/>
                  </a:lnTo>
                  <a:lnTo>
                    <a:pt x="5237352" y="1459442"/>
                  </a:lnTo>
                  <a:lnTo>
                    <a:pt x="5166388" y="1476689"/>
                  </a:lnTo>
                  <a:lnTo>
                    <a:pt x="5089204" y="1492134"/>
                  </a:lnTo>
                  <a:lnTo>
                    <a:pt x="5006000" y="1505942"/>
                  </a:lnTo>
                  <a:lnTo>
                    <a:pt x="4917733" y="1518206"/>
                  </a:lnTo>
                  <a:lnTo>
                    <a:pt x="4826324" y="1528954"/>
                  </a:lnTo>
                  <a:lnTo>
                    <a:pt x="4734770" y="1538171"/>
                  </a:lnTo>
                  <a:lnTo>
                    <a:pt x="4647023" y="1545817"/>
                  </a:lnTo>
                  <a:lnTo>
                    <a:pt x="4567554" y="1551872"/>
                  </a:lnTo>
                  <a:lnTo>
                    <a:pt x="4500592" y="1556373"/>
                  </a:lnTo>
                  <a:lnTo>
                    <a:pt x="4449200" y="1559443"/>
                  </a:lnTo>
                  <a:lnTo>
                    <a:pt x="4414485" y="1561297"/>
                  </a:lnTo>
                  <a:lnTo>
                    <a:pt x="4395201" y="1562223"/>
                  </a:lnTo>
                  <a:lnTo>
                    <a:pt x="4387821" y="1562543"/>
                  </a:lnTo>
                  <a:lnTo>
                    <a:pt x="4386855" y="1562581"/>
                  </a:lnTo>
                  <a:lnTo>
                    <a:pt x="3848118" y="1562581"/>
                  </a:lnTo>
                  <a:lnTo>
                    <a:pt x="3846830" y="1562552"/>
                  </a:lnTo>
                  <a:lnTo>
                    <a:pt x="3838423" y="1562346"/>
                  </a:lnTo>
                  <a:lnTo>
                    <a:pt x="3817458" y="1561775"/>
                  </a:lnTo>
                  <a:lnTo>
                    <a:pt x="3780555" y="1560655"/>
                  </a:lnTo>
                  <a:lnTo>
                    <a:pt x="3726718" y="1558825"/>
                  </a:lnTo>
                  <a:lnTo>
                    <a:pt x="3657358" y="1556168"/>
                  </a:lnTo>
                  <a:lnTo>
                    <a:pt x="3575819" y="1552619"/>
                  </a:lnTo>
                  <a:lnTo>
                    <a:pt x="3486523" y="1548163"/>
                  </a:lnTo>
                  <a:lnTo>
                    <a:pt x="3394011" y="1542815"/>
                  </a:lnTo>
                  <a:lnTo>
                    <a:pt x="3302201" y="1536597"/>
                  </a:lnTo>
                  <a:lnTo>
                    <a:pt x="3213984" y="1529514"/>
                  </a:lnTo>
                  <a:lnTo>
                    <a:pt x="3131149" y="1521544"/>
                  </a:lnTo>
                  <a:lnTo>
                    <a:pt x="3054518" y="1512626"/>
                  </a:lnTo>
                  <a:lnTo>
                    <a:pt x="2984178" y="1502659"/>
                  </a:lnTo>
                  <a:lnTo>
                    <a:pt x="2919707" y="1491502"/>
                  </a:lnTo>
                  <a:lnTo>
                    <a:pt x="2860373" y="1478980"/>
                  </a:lnTo>
                  <a:lnTo>
                    <a:pt x="2805275" y="1464893"/>
                  </a:lnTo>
                  <a:lnTo>
                    <a:pt x="2753457" y="1449038"/>
                  </a:lnTo>
                  <a:lnTo>
                    <a:pt x="2703993" y="1431240"/>
                  </a:lnTo>
                  <a:lnTo>
                    <a:pt x="2667772" y="1416486"/>
                  </a:lnTo>
                  <a:lnTo>
                    <a:pt x="2619030" y="1394388"/>
                  </a:lnTo>
                  <a:lnTo>
                    <a:pt x="2570762" y="1370067"/>
                  </a:lnTo>
                  <a:lnTo>
                    <a:pt x="2522480" y="1343488"/>
                  </a:lnTo>
                  <a:lnTo>
                    <a:pt x="2473850" y="1314692"/>
                  </a:lnTo>
                  <a:lnTo>
                    <a:pt x="2424670" y="1283802"/>
                  </a:lnTo>
                  <a:lnTo>
                    <a:pt x="2374857" y="1251030"/>
                  </a:lnTo>
                  <a:lnTo>
                    <a:pt x="2324427" y="1216674"/>
                  </a:lnTo>
                  <a:lnTo>
                    <a:pt x="2273487" y="1181112"/>
                  </a:lnTo>
                  <a:lnTo>
                    <a:pt x="2222206" y="1144786"/>
                  </a:lnTo>
                  <a:lnTo>
                    <a:pt x="2170798" y="1108181"/>
                  </a:lnTo>
                  <a:lnTo>
                    <a:pt x="2119490" y="1071795"/>
                  </a:lnTo>
                  <a:lnTo>
                    <a:pt x="2068499" y="1036118"/>
                  </a:lnTo>
                  <a:lnTo>
                    <a:pt x="2018001" y="1001596"/>
                  </a:lnTo>
                  <a:lnTo>
                    <a:pt x="1968111" y="968617"/>
                  </a:lnTo>
                  <a:lnTo>
                    <a:pt x="1918858" y="937489"/>
                  </a:lnTo>
                  <a:lnTo>
                    <a:pt x="1870171" y="908434"/>
                  </a:lnTo>
                  <a:lnTo>
                    <a:pt x="1821862" y="881586"/>
                  </a:lnTo>
                  <a:lnTo>
                    <a:pt x="1773615" y="856995"/>
                  </a:lnTo>
                  <a:lnTo>
                    <a:pt x="1724960" y="834636"/>
                  </a:lnTo>
                  <a:lnTo>
                    <a:pt x="1719082" y="832106"/>
                  </a:lnTo>
                  <a:lnTo>
                    <a:pt x="1670849" y="812780"/>
                  </a:lnTo>
                  <a:lnTo>
                    <a:pt x="1620887" y="795474"/>
                  </a:lnTo>
                  <a:lnTo>
                    <a:pt x="1568350" y="780072"/>
                  </a:lnTo>
                  <a:lnTo>
                    <a:pt x="1512296" y="766390"/>
                  </a:lnTo>
                  <a:lnTo>
                    <a:pt x="1451776" y="754222"/>
                  </a:lnTo>
                  <a:lnTo>
                    <a:pt x="1385918" y="743373"/>
                  </a:lnTo>
                  <a:lnTo>
                    <a:pt x="1314052" y="733676"/>
                  </a:lnTo>
                  <a:lnTo>
                    <a:pt x="1235860" y="724999"/>
                  </a:lnTo>
                  <a:lnTo>
                    <a:pt x="1151589" y="717252"/>
                  </a:lnTo>
                  <a:lnTo>
                    <a:pt x="1062279" y="710383"/>
                  </a:lnTo>
                  <a:lnTo>
                    <a:pt x="969986" y="704378"/>
                  </a:lnTo>
                  <a:lnTo>
                    <a:pt x="877869" y="699247"/>
                  </a:lnTo>
                  <a:lnTo>
                    <a:pt x="790051" y="695015"/>
                  </a:lnTo>
                  <a:lnTo>
                    <a:pt x="711127" y="691688"/>
                  </a:lnTo>
                  <a:lnTo>
                    <a:pt x="645342" y="689242"/>
                  </a:lnTo>
                  <a:lnTo>
                    <a:pt x="595634" y="687600"/>
                  </a:lnTo>
                  <a:lnTo>
                    <a:pt x="562845" y="686632"/>
                  </a:lnTo>
                  <a:lnTo>
                    <a:pt x="545373" y="686169"/>
                  </a:lnTo>
                  <a:lnTo>
                    <a:pt x="539296" y="686023"/>
                  </a:lnTo>
                  <a:lnTo>
                    <a:pt x="538736" y="686011"/>
                  </a:lnTo>
                  <a:lnTo>
                    <a:pt x="0" y="686011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80" name="pl1380"/>
            <p:cNvSpPr/>
            <p:nvPr/>
          </p:nvSpPr>
          <p:spPr>
            <a:xfrm>
              <a:off x="546595" y="4153291"/>
              <a:ext cx="8234974" cy="1562581"/>
            </a:xfrm>
            <a:custGeom>
              <a:avLst/>
              <a:pathLst>
                <a:path w="8234974" h="1562581">
                  <a:moveTo>
                    <a:pt x="0" y="686011"/>
                  </a:moveTo>
                  <a:lnTo>
                    <a:pt x="538736" y="686011"/>
                  </a:lnTo>
                  <a:lnTo>
                    <a:pt x="540025" y="686040"/>
                  </a:lnTo>
                  <a:lnTo>
                    <a:pt x="548432" y="686246"/>
                  </a:lnTo>
                  <a:lnTo>
                    <a:pt x="569397" y="686817"/>
                  </a:lnTo>
                  <a:lnTo>
                    <a:pt x="606300" y="687936"/>
                  </a:lnTo>
                  <a:lnTo>
                    <a:pt x="660137" y="689766"/>
                  </a:lnTo>
                  <a:lnTo>
                    <a:pt x="729497" y="692424"/>
                  </a:lnTo>
                  <a:lnTo>
                    <a:pt x="811035" y="695973"/>
                  </a:lnTo>
                  <a:lnTo>
                    <a:pt x="900332" y="700429"/>
                  </a:lnTo>
                  <a:lnTo>
                    <a:pt x="992844" y="705776"/>
                  </a:lnTo>
                  <a:lnTo>
                    <a:pt x="1084653" y="711995"/>
                  </a:lnTo>
                  <a:lnTo>
                    <a:pt x="1172870" y="719078"/>
                  </a:lnTo>
                  <a:lnTo>
                    <a:pt x="1255706" y="727048"/>
                  </a:lnTo>
                  <a:lnTo>
                    <a:pt x="1332337" y="735965"/>
                  </a:lnTo>
                  <a:lnTo>
                    <a:pt x="1402677" y="745932"/>
                  </a:lnTo>
                  <a:lnTo>
                    <a:pt x="1467147" y="757089"/>
                  </a:lnTo>
                  <a:lnTo>
                    <a:pt x="1526482" y="769612"/>
                  </a:lnTo>
                  <a:lnTo>
                    <a:pt x="1581580" y="783699"/>
                  </a:lnTo>
                  <a:lnTo>
                    <a:pt x="1633398" y="799554"/>
                  </a:lnTo>
                  <a:lnTo>
                    <a:pt x="1682861" y="817352"/>
                  </a:lnTo>
                  <a:lnTo>
                    <a:pt x="1719082" y="832106"/>
                  </a:lnTo>
                  <a:lnTo>
                    <a:pt x="1767825" y="854203"/>
                  </a:lnTo>
                  <a:lnTo>
                    <a:pt x="1816093" y="878524"/>
                  </a:lnTo>
                  <a:lnTo>
                    <a:pt x="1864375" y="905103"/>
                  </a:lnTo>
                  <a:lnTo>
                    <a:pt x="1913005" y="933899"/>
                  </a:lnTo>
                  <a:lnTo>
                    <a:pt x="1962184" y="964789"/>
                  </a:lnTo>
                  <a:lnTo>
                    <a:pt x="2011998" y="997562"/>
                  </a:lnTo>
                  <a:lnTo>
                    <a:pt x="2062427" y="1031918"/>
                  </a:lnTo>
                  <a:lnTo>
                    <a:pt x="2113368" y="1067480"/>
                  </a:lnTo>
                  <a:lnTo>
                    <a:pt x="2164648" y="1103805"/>
                  </a:lnTo>
                  <a:lnTo>
                    <a:pt x="2216057" y="1140411"/>
                  </a:lnTo>
                  <a:lnTo>
                    <a:pt x="2267364" y="1176796"/>
                  </a:lnTo>
                  <a:lnTo>
                    <a:pt x="2318356" y="1212474"/>
                  </a:lnTo>
                  <a:lnTo>
                    <a:pt x="2368853" y="1246996"/>
                  </a:lnTo>
                  <a:lnTo>
                    <a:pt x="2418743" y="1279975"/>
                  </a:lnTo>
                  <a:lnTo>
                    <a:pt x="2467997" y="1311103"/>
                  </a:lnTo>
                  <a:lnTo>
                    <a:pt x="2516684" y="1340158"/>
                  </a:lnTo>
                  <a:lnTo>
                    <a:pt x="2564993" y="1367006"/>
                  </a:lnTo>
                  <a:lnTo>
                    <a:pt x="2613240" y="1391597"/>
                  </a:lnTo>
                  <a:lnTo>
                    <a:pt x="2661894" y="1413956"/>
                  </a:lnTo>
                  <a:lnTo>
                    <a:pt x="2667772" y="1416486"/>
                  </a:lnTo>
                  <a:lnTo>
                    <a:pt x="2716005" y="1435811"/>
                  </a:lnTo>
                  <a:lnTo>
                    <a:pt x="2765968" y="1453118"/>
                  </a:lnTo>
                  <a:lnTo>
                    <a:pt x="2818505" y="1468519"/>
                  </a:lnTo>
                  <a:lnTo>
                    <a:pt x="2874558" y="1482202"/>
                  </a:lnTo>
                  <a:lnTo>
                    <a:pt x="2935079" y="1494370"/>
                  </a:lnTo>
                  <a:lnTo>
                    <a:pt x="3000937" y="1505219"/>
                  </a:lnTo>
                  <a:lnTo>
                    <a:pt x="3072803" y="1514916"/>
                  </a:lnTo>
                  <a:lnTo>
                    <a:pt x="3150994" y="1523592"/>
                  </a:lnTo>
                  <a:lnTo>
                    <a:pt x="3235266" y="1531339"/>
                  </a:lnTo>
                  <a:lnTo>
                    <a:pt x="3324575" y="1538208"/>
                  </a:lnTo>
                  <a:lnTo>
                    <a:pt x="3416869" y="1544214"/>
                  </a:lnTo>
                  <a:lnTo>
                    <a:pt x="3508986" y="1549344"/>
                  </a:lnTo>
                  <a:lnTo>
                    <a:pt x="3596803" y="1553577"/>
                  </a:lnTo>
                  <a:lnTo>
                    <a:pt x="3675728" y="1556903"/>
                  </a:lnTo>
                  <a:lnTo>
                    <a:pt x="3741513" y="1559349"/>
                  </a:lnTo>
                  <a:lnTo>
                    <a:pt x="3791220" y="1560991"/>
                  </a:lnTo>
                  <a:lnTo>
                    <a:pt x="3824010" y="1561959"/>
                  </a:lnTo>
                  <a:lnTo>
                    <a:pt x="3841482" y="1562423"/>
                  </a:lnTo>
                  <a:lnTo>
                    <a:pt x="3847558" y="1562568"/>
                  </a:lnTo>
                  <a:lnTo>
                    <a:pt x="3848118" y="1562581"/>
                  </a:lnTo>
                  <a:lnTo>
                    <a:pt x="4386855" y="1562581"/>
                  </a:lnTo>
                  <a:lnTo>
                    <a:pt x="4388113" y="1562531"/>
                  </a:lnTo>
                  <a:lnTo>
                    <a:pt x="4396328" y="1562172"/>
                  </a:lnTo>
                  <a:lnTo>
                    <a:pt x="4416831" y="1561179"/>
                  </a:lnTo>
                  <a:lnTo>
                    <a:pt x="4452965" y="1559231"/>
                  </a:lnTo>
                  <a:lnTo>
                    <a:pt x="4505772" y="1556045"/>
                  </a:lnTo>
                  <a:lnTo>
                    <a:pt x="4573953" y="1551413"/>
                  </a:lnTo>
                  <a:lnTo>
                    <a:pt x="4654310" y="1545222"/>
                  </a:lnTo>
                  <a:lnTo>
                    <a:pt x="4742557" y="1537439"/>
                  </a:lnTo>
                  <a:lnTo>
                    <a:pt x="4834242" y="1528090"/>
                  </a:lnTo>
                  <a:lnTo>
                    <a:pt x="4925483" y="1517210"/>
                  </a:lnTo>
                  <a:lnTo>
                    <a:pt x="5013376" y="1504816"/>
                  </a:lnTo>
                  <a:lnTo>
                    <a:pt x="5096087" y="1490872"/>
                  </a:lnTo>
                  <a:lnTo>
                    <a:pt x="5172734" y="1475279"/>
                  </a:lnTo>
                  <a:lnTo>
                    <a:pt x="5243173" y="1457868"/>
                  </a:lnTo>
                  <a:lnTo>
                    <a:pt x="5307771" y="1438400"/>
                  </a:lnTo>
                  <a:lnTo>
                    <a:pt x="5367216" y="1416577"/>
                  </a:lnTo>
                  <a:lnTo>
                    <a:pt x="5422374" y="1392057"/>
                  </a:lnTo>
                  <a:lnTo>
                    <a:pt x="5474175" y="1364482"/>
                  </a:lnTo>
                  <a:lnTo>
                    <a:pt x="5523533" y="1333537"/>
                  </a:lnTo>
                  <a:lnTo>
                    <a:pt x="5567201" y="1302151"/>
                  </a:lnTo>
                  <a:lnTo>
                    <a:pt x="5610581" y="1267314"/>
                  </a:lnTo>
                  <a:lnTo>
                    <a:pt x="5653537" y="1229352"/>
                  </a:lnTo>
                  <a:lnTo>
                    <a:pt x="5696431" y="1188208"/>
                  </a:lnTo>
                  <a:lnTo>
                    <a:pt x="5739527" y="1143904"/>
                  </a:lnTo>
                  <a:lnTo>
                    <a:pt x="5783001" y="1096555"/>
                  </a:lnTo>
                  <a:lnTo>
                    <a:pt x="5826952" y="1046369"/>
                  </a:lnTo>
                  <a:lnTo>
                    <a:pt x="5871409" y="993656"/>
                  </a:lnTo>
                  <a:lnTo>
                    <a:pt x="5916341" y="938819"/>
                  </a:lnTo>
                  <a:lnTo>
                    <a:pt x="5961665" y="882347"/>
                  </a:lnTo>
                  <a:lnTo>
                    <a:pt x="6007258" y="824800"/>
                  </a:lnTo>
                  <a:lnTo>
                    <a:pt x="6052972" y="766783"/>
                  </a:lnTo>
                  <a:lnTo>
                    <a:pt x="6098645" y="708923"/>
                  </a:lnTo>
                  <a:lnTo>
                    <a:pt x="6144121" y="651840"/>
                  </a:lnTo>
                  <a:lnTo>
                    <a:pt x="6189262" y="596119"/>
                  </a:lnTo>
                  <a:lnTo>
                    <a:pt x="6233964" y="542287"/>
                  </a:lnTo>
                  <a:lnTo>
                    <a:pt x="6278169" y="490793"/>
                  </a:lnTo>
                  <a:lnTo>
                    <a:pt x="6321873" y="441992"/>
                  </a:lnTo>
                  <a:lnTo>
                    <a:pt x="6365141" y="396145"/>
                  </a:lnTo>
                  <a:lnTo>
                    <a:pt x="6408109" y="353412"/>
                  </a:lnTo>
                  <a:lnTo>
                    <a:pt x="6450996" y="313860"/>
                  </a:lnTo>
                  <a:lnTo>
                    <a:pt x="6494111" y="277472"/>
                  </a:lnTo>
                  <a:lnTo>
                    <a:pt x="6515891" y="260430"/>
                  </a:lnTo>
                  <a:lnTo>
                    <a:pt x="6563730" y="226243"/>
                  </a:lnTo>
                  <a:lnTo>
                    <a:pt x="6613264" y="195598"/>
                  </a:lnTo>
                  <a:lnTo>
                    <a:pt x="6665318" y="168300"/>
                  </a:lnTo>
                  <a:lnTo>
                    <a:pt x="6720808" y="144025"/>
                  </a:lnTo>
                  <a:lnTo>
                    <a:pt x="6780664" y="122418"/>
                  </a:lnTo>
                  <a:lnTo>
                    <a:pt x="6845741" y="103138"/>
                  </a:lnTo>
                  <a:lnTo>
                    <a:pt x="6916705" y="85891"/>
                  </a:lnTo>
                  <a:lnTo>
                    <a:pt x="6993888" y="70446"/>
                  </a:lnTo>
                  <a:lnTo>
                    <a:pt x="7077092" y="56638"/>
                  </a:lnTo>
                  <a:lnTo>
                    <a:pt x="7165360" y="44375"/>
                  </a:lnTo>
                  <a:lnTo>
                    <a:pt x="7256769" y="33626"/>
                  </a:lnTo>
                  <a:lnTo>
                    <a:pt x="7348323" y="24409"/>
                  </a:lnTo>
                  <a:lnTo>
                    <a:pt x="7436069" y="16764"/>
                  </a:lnTo>
                  <a:lnTo>
                    <a:pt x="7515538" y="10708"/>
                  </a:lnTo>
                  <a:lnTo>
                    <a:pt x="7582500" y="6207"/>
                  </a:lnTo>
                  <a:lnTo>
                    <a:pt x="7633892" y="3137"/>
                  </a:lnTo>
                  <a:lnTo>
                    <a:pt x="7668607" y="1283"/>
                  </a:lnTo>
                  <a:lnTo>
                    <a:pt x="7687891" y="358"/>
                  </a:lnTo>
                  <a:lnTo>
                    <a:pt x="7695272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1" name="pl1381"/>
            <p:cNvSpPr/>
            <p:nvPr/>
          </p:nvSpPr>
          <p:spPr>
            <a:xfrm>
              <a:off x="546595" y="4147846"/>
              <a:ext cx="8234974" cy="1562581"/>
            </a:xfrm>
            <a:custGeom>
              <a:avLst/>
              <a:pathLst>
                <a:path w="8234974" h="1562581">
                  <a:moveTo>
                    <a:pt x="8234974" y="0"/>
                  </a:moveTo>
                  <a:lnTo>
                    <a:pt x="7696237" y="0"/>
                  </a:lnTo>
                  <a:lnTo>
                    <a:pt x="7694979" y="50"/>
                  </a:lnTo>
                  <a:lnTo>
                    <a:pt x="7686765" y="409"/>
                  </a:lnTo>
                  <a:lnTo>
                    <a:pt x="7666262" y="1401"/>
                  </a:lnTo>
                  <a:lnTo>
                    <a:pt x="7630127" y="3350"/>
                  </a:lnTo>
                  <a:lnTo>
                    <a:pt x="7577320" y="6536"/>
                  </a:lnTo>
                  <a:lnTo>
                    <a:pt x="7509139" y="11167"/>
                  </a:lnTo>
                  <a:lnTo>
                    <a:pt x="7428783" y="17359"/>
                  </a:lnTo>
                  <a:lnTo>
                    <a:pt x="7340536" y="25141"/>
                  </a:lnTo>
                  <a:lnTo>
                    <a:pt x="7248850" y="34491"/>
                  </a:lnTo>
                  <a:lnTo>
                    <a:pt x="7157609" y="45370"/>
                  </a:lnTo>
                  <a:lnTo>
                    <a:pt x="7069716" y="57764"/>
                  </a:lnTo>
                  <a:lnTo>
                    <a:pt x="6987005" y="71708"/>
                  </a:lnTo>
                  <a:lnTo>
                    <a:pt x="6910358" y="87301"/>
                  </a:lnTo>
                  <a:lnTo>
                    <a:pt x="6839919" y="104713"/>
                  </a:lnTo>
                  <a:lnTo>
                    <a:pt x="6775322" y="124181"/>
                  </a:lnTo>
                  <a:lnTo>
                    <a:pt x="6715876" y="146003"/>
                  </a:lnTo>
                  <a:lnTo>
                    <a:pt x="6660718" y="170524"/>
                  </a:lnTo>
                  <a:lnTo>
                    <a:pt x="6608917" y="198099"/>
                  </a:lnTo>
                  <a:lnTo>
                    <a:pt x="6559559" y="229043"/>
                  </a:lnTo>
                  <a:lnTo>
                    <a:pt x="6515891" y="260430"/>
                  </a:lnTo>
                  <a:lnTo>
                    <a:pt x="6472512" y="295266"/>
                  </a:lnTo>
                  <a:lnTo>
                    <a:pt x="6429556" y="333228"/>
                  </a:lnTo>
                  <a:lnTo>
                    <a:pt x="6386661" y="374373"/>
                  </a:lnTo>
                  <a:lnTo>
                    <a:pt x="6343565" y="418676"/>
                  </a:lnTo>
                  <a:lnTo>
                    <a:pt x="6300091" y="466025"/>
                  </a:lnTo>
                  <a:lnTo>
                    <a:pt x="6256141" y="516211"/>
                  </a:lnTo>
                  <a:lnTo>
                    <a:pt x="6211683" y="568924"/>
                  </a:lnTo>
                  <a:lnTo>
                    <a:pt x="6166751" y="623762"/>
                  </a:lnTo>
                  <a:lnTo>
                    <a:pt x="6121427" y="680233"/>
                  </a:lnTo>
                  <a:lnTo>
                    <a:pt x="6075834" y="737780"/>
                  </a:lnTo>
                  <a:lnTo>
                    <a:pt x="6030121" y="795797"/>
                  </a:lnTo>
                  <a:lnTo>
                    <a:pt x="5984448" y="853657"/>
                  </a:lnTo>
                  <a:lnTo>
                    <a:pt x="5938972" y="910740"/>
                  </a:lnTo>
                  <a:lnTo>
                    <a:pt x="5893831" y="966461"/>
                  </a:lnTo>
                  <a:lnTo>
                    <a:pt x="5849129" y="1020293"/>
                  </a:lnTo>
                  <a:lnTo>
                    <a:pt x="5804924" y="1071788"/>
                  </a:lnTo>
                  <a:lnTo>
                    <a:pt x="5761219" y="1120588"/>
                  </a:lnTo>
                  <a:lnTo>
                    <a:pt x="5717951" y="1166435"/>
                  </a:lnTo>
                  <a:lnTo>
                    <a:pt x="5674983" y="1209168"/>
                  </a:lnTo>
                  <a:lnTo>
                    <a:pt x="5632097" y="1248720"/>
                  </a:lnTo>
                  <a:lnTo>
                    <a:pt x="5588981" y="1285108"/>
                  </a:lnTo>
                  <a:lnTo>
                    <a:pt x="5567201" y="1302151"/>
                  </a:lnTo>
                  <a:lnTo>
                    <a:pt x="5519362" y="1336337"/>
                  </a:lnTo>
                  <a:lnTo>
                    <a:pt x="5469828" y="1366982"/>
                  </a:lnTo>
                  <a:lnTo>
                    <a:pt x="5417775" y="1394281"/>
                  </a:lnTo>
                  <a:lnTo>
                    <a:pt x="5362285" y="1418555"/>
                  </a:lnTo>
                  <a:lnTo>
                    <a:pt x="5302428" y="1440162"/>
                  </a:lnTo>
                  <a:lnTo>
                    <a:pt x="5237352" y="1459442"/>
                  </a:lnTo>
                  <a:lnTo>
                    <a:pt x="5166388" y="1476689"/>
                  </a:lnTo>
                  <a:lnTo>
                    <a:pt x="5089204" y="1492134"/>
                  </a:lnTo>
                  <a:lnTo>
                    <a:pt x="5006000" y="1505942"/>
                  </a:lnTo>
                  <a:lnTo>
                    <a:pt x="4917733" y="1518206"/>
                  </a:lnTo>
                  <a:lnTo>
                    <a:pt x="4826324" y="1528954"/>
                  </a:lnTo>
                  <a:lnTo>
                    <a:pt x="4734770" y="1538171"/>
                  </a:lnTo>
                  <a:lnTo>
                    <a:pt x="4647023" y="1545817"/>
                  </a:lnTo>
                  <a:lnTo>
                    <a:pt x="4567554" y="1551872"/>
                  </a:lnTo>
                  <a:lnTo>
                    <a:pt x="4500592" y="1556373"/>
                  </a:lnTo>
                  <a:lnTo>
                    <a:pt x="4449200" y="1559443"/>
                  </a:lnTo>
                  <a:lnTo>
                    <a:pt x="4414485" y="1561297"/>
                  </a:lnTo>
                  <a:lnTo>
                    <a:pt x="4395201" y="1562223"/>
                  </a:lnTo>
                  <a:lnTo>
                    <a:pt x="4387821" y="1562543"/>
                  </a:lnTo>
                  <a:lnTo>
                    <a:pt x="4386855" y="1562581"/>
                  </a:lnTo>
                  <a:lnTo>
                    <a:pt x="3848118" y="1562581"/>
                  </a:lnTo>
                  <a:lnTo>
                    <a:pt x="3846830" y="1562552"/>
                  </a:lnTo>
                  <a:lnTo>
                    <a:pt x="3838423" y="1562346"/>
                  </a:lnTo>
                  <a:lnTo>
                    <a:pt x="3817458" y="1561775"/>
                  </a:lnTo>
                  <a:lnTo>
                    <a:pt x="3780555" y="1560655"/>
                  </a:lnTo>
                  <a:lnTo>
                    <a:pt x="3726718" y="1558825"/>
                  </a:lnTo>
                  <a:lnTo>
                    <a:pt x="3657358" y="1556168"/>
                  </a:lnTo>
                  <a:lnTo>
                    <a:pt x="3575819" y="1552619"/>
                  </a:lnTo>
                  <a:lnTo>
                    <a:pt x="3486523" y="1548163"/>
                  </a:lnTo>
                  <a:lnTo>
                    <a:pt x="3394011" y="1542815"/>
                  </a:lnTo>
                  <a:lnTo>
                    <a:pt x="3302201" y="1536597"/>
                  </a:lnTo>
                  <a:lnTo>
                    <a:pt x="3213984" y="1529514"/>
                  </a:lnTo>
                  <a:lnTo>
                    <a:pt x="3131149" y="1521544"/>
                  </a:lnTo>
                  <a:lnTo>
                    <a:pt x="3054518" y="1512626"/>
                  </a:lnTo>
                  <a:lnTo>
                    <a:pt x="2984178" y="1502659"/>
                  </a:lnTo>
                  <a:lnTo>
                    <a:pt x="2919707" y="1491502"/>
                  </a:lnTo>
                  <a:lnTo>
                    <a:pt x="2860373" y="1478980"/>
                  </a:lnTo>
                  <a:lnTo>
                    <a:pt x="2805275" y="1464893"/>
                  </a:lnTo>
                  <a:lnTo>
                    <a:pt x="2753457" y="1449038"/>
                  </a:lnTo>
                  <a:lnTo>
                    <a:pt x="2703993" y="1431240"/>
                  </a:lnTo>
                  <a:lnTo>
                    <a:pt x="2667772" y="1416486"/>
                  </a:lnTo>
                  <a:lnTo>
                    <a:pt x="2619030" y="1394388"/>
                  </a:lnTo>
                  <a:lnTo>
                    <a:pt x="2570762" y="1370067"/>
                  </a:lnTo>
                  <a:lnTo>
                    <a:pt x="2522480" y="1343488"/>
                  </a:lnTo>
                  <a:lnTo>
                    <a:pt x="2473850" y="1314692"/>
                  </a:lnTo>
                  <a:lnTo>
                    <a:pt x="2424670" y="1283802"/>
                  </a:lnTo>
                  <a:lnTo>
                    <a:pt x="2374857" y="1251030"/>
                  </a:lnTo>
                  <a:lnTo>
                    <a:pt x="2324427" y="1216674"/>
                  </a:lnTo>
                  <a:lnTo>
                    <a:pt x="2273487" y="1181112"/>
                  </a:lnTo>
                  <a:lnTo>
                    <a:pt x="2222206" y="1144786"/>
                  </a:lnTo>
                  <a:lnTo>
                    <a:pt x="2170798" y="1108181"/>
                  </a:lnTo>
                  <a:lnTo>
                    <a:pt x="2119490" y="1071795"/>
                  </a:lnTo>
                  <a:lnTo>
                    <a:pt x="2068499" y="1036118"/>
                  </a:lnTo>
                  <a:lnTo>
                    <a:pt x="2018001" y="1001596"/>
                  </a:lnTo>
                  <a:lnTo>
                    <a:pt x="1968111" y="968617"/>
                  </a:lnTo>
                  <a:lnTo>
                    <a:pt x="1918858" y="937489"/>
                  </a:lnTo>
                  <a:lnTo>
                    <a:pt x="1870171" y="908434"/>
                  </a:lnTo>
                  <a:lnTo>
                    <a:pt x="1821862" y="881586"/>
                  </a:lnTo>
                  <a:lnTo>
                    <a:pt x="1773615" y="856995"/>
                  </a:lnTo>
                  <a:lnTo>
                    <a:pt x="1724960" y="834636"/>
                  </a:lnTo>
                  <a:lnTo>
                    <a:pt x="1719082" y="832106"/>
                  </a:lnTo>
                  <a:lnTo>
                    <a:pt x="1670849" y="812780"/>
                  </a:lnTo>
                  <a:lnTo>
                    <a:pt x="1620887" y="795474"/>
                  </a:lnTo>
                  <a:lnTo>
                    <a:pt x="1568350" y="780072"/>
                  </a:lnTo>
                  <a:lnTo>
                    <a:pt x="1512296" y="766390"/>
                  </a:lnTo>
                  <a:lnTo>
                    <a:pt x="1451776" y="754222"/>
                  </a:lnTo>
                  <a:lnTo>
                    <a:pt x="1385918" y="743373"/>
                  </a:lnTo>
                  <a:lnTo>
                    <a:pt x="1314052" y="733676"/>
                  </a:lnTo>
                  <a:lnTo>
                    <a:pt x="1235860" y="724999"/>
                  </a:lnTo>
                  <a:lnTo>
                    <a:pt x="1151589" y="717252"/>
                  </a:lnTo>
                  <a:lnTo>
                    <a:pt x="1062279" y="710383"/>
                  </a:lnTo>
                  <a:lnTo>
                    <a:pt x="969986" y="704378"/>
                  </a:lnTo>
                  <a:lnTo>
                    <a:pt x="877869" y="699247"/>
                  </a:lnTo>
                  <a:lnTo>
                    <a:pt x="790051" y="695015"/>
                  </a:lnTo>
                  <a:lnTo>
                    <a:pt x="711127" y="691688"/>
                  </a:lnTo>
                  <a:lnTo>
                    <a:pt x="645342" y="689242"/>
                  </a:lnTo>
                  <a:lnTo>
                    <a:pt x="595634" y="687600"/>
                  </a:lnTo>
                  <a:lnTo>
                    <a:pt x="562845" y="686632"/>
                  </a:lnTo>
                  <a:lnTo>
                    <a:pt x="545373" y="686169"/>
                  </a:lnTo>
                  <a:lnTo>
                    <a:pt x="539296" y="686023"/>
                  </a:lnTo>
                  <a:lnTo>
                    <a:pt x="538736" y="686011"/>
                  </a:lnTo>
                  <a:lnTo>
                    <a:pt x="0" y="6860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2" name="pg1382"/>
            <p:cNvSpPr/>
            <p:nvPr/>
          </p:nvSpPr>
          <p:spPr>
            <a:xfrm>
              <a:off x="546595" y="1180575"/>
              <a:ext cx="8234974" cy="3517169"/>
            </a:xfrm>
            <a:custGeom>
              <a:avLst/>
              <a:pathLst>
                <a:path w="8234974" h="3517169">
                  <a:moveTo>
                    <a:pt x="0" y="3517169"/>
                  </a:moveTo>
                  <a:lnTo>
                    <a:pt x="538736" y="3517169"/>
                  </a:lnTo>
                  <a:lnTo>
                    <a:pt x="539977" y="3517110"/>
                  </a:lnTo>
                  <a:lnTo>
                    <a:pt x="548081" y="3516689"/>
                  </a:lnTo>
                  <a:lnTo>
                    <a:pt x="568317" y="3515527"/>
                  </a:lnTo>
                  <a:lnTo>
                    <a:pt x="604009" y="3513245"/>
                  </a:lnTo>
                  <a:lnTo>
                    <a:pt x="656220" y="3509511"/>
                  </a:lnTo>
                  <a:lnTo>
                    <a:pt x="723717" y="3504081"/>
                  </a:lnTo>
                  <a:lnTo>
                    <a:pt x="803384" y="3496817"/>
                  </a:lnTo>
                  <a:lnTo>
                    <a:pt x="891015" y="3487680"/>
                  </a:lnTo>
                  <a:lnTo>
                    <a:pt x="982212" y="3476697"/>
                  </a:lnTo>
                  <a:lnTo>
                    <a:pt x="1073113" y="3463912"/>
                  </a:lnTo>
                  <a:lnTo>
                    <a:pt x="1160808" y="3449345"/>
                  </a:lnTo>
                  <a:lnTo>
                    <a:pt x="1243439" y="3432957"/>
                  </a:lnTo>
                  <a:lnTo>
                    <a:pt x="1320091" y="3414638"/>
                  </a:lnTo>
                  <a:lnTo>
                    <a:pt x="1390584" y="3394193"/>
                  </a:lnTo>
                  <a:lnTo>
                    <a:pt x="1455255" y="3371348"/>
                  </a:lnTo>
                  <a:lnTo>
                    <a:pt x="1514768" y="3345759"/>
                  </a:lnTo>
                  <a:lnTo>
                    <a:pt x="1569964" y="3317027"/>
                  </a:lnTo>
                  <a:lnTo>
                    <a:pt x="1621761" y="3284732"/>
                  </a:lnTo>
                  <a:lnTo>
                    <a:pt x="1671064" y="3248499"/>
                  </a:lnTo>
                  <a:lnTo>
                    <a:pt x="1718685" y="3208097"/>
                  </a:lnTo>
                  <a:lnTo>
                    <a:pt x="1719082" y="3207738"/>
                  </a:lnTo>
                  <a:lnTo>
                    <a:pt x="1760329" y="3168481"/>
                  </a:lnTo>
                  <a:lnTo>
                    <a:pt x="1801175" y="3125873"/>
                  </a:lnTo>
                  <a:lnTo>
                    <a:pt x="1841937" y="3079852"/>
                  </a:lnTo>
                  <a:lnTo>
                    <a:pt x="1882853" y="3030428"/>
                  </a:lnTo>
                  <a:lnTo>
                    <a:pt x="1924085" y="2977702"/>
                  </a:lnTo>
                  <a:lnTo>
                    <a:pt x="1965732" y="2921865"/>
                  </a:lnTo>
                  <a:lnTo>
                    <a:pt x="2007835" y="2863204"/>
                  </a:lnTo>
                  <a:lnTo>
                    <a:pt x="2050384" y="2802101"/>
                  </a:lnTo>
                  <a:lnTo>
                    <a:pt x="2093321" y="2739025"/>
                  </a:lnTo>
                  <a:lnTo>
                    <a:pt x="2136555" y="2674519"/>
                  </a:lnTo>
                  <a:lnTo>
                    <a:pt x="2179966" y="2609183"/>
                  </a:lnTo>
                  <a:lnTo>
                    <a:pt x="2223421" y="2543647"/>
                  </a:lnTo>
                  <a:lnTo>
                    <a:pt x="2266780" y="2478553"/>
                  </a:lnTo>
                  <a:lnTo>
                    <a:pt x="2309914" y="2414523"/>
                  </a:lnTo>
                  <a:lnTo>
                    <a:pt x="2352712" y="2352138"/>
                  </a:lnTo>
                  <a:lnTo>
                    <a:pt x="2395095" y="2291913"/>
                  </a:lnTo>
                  <a:lnTo>
                    <a:pt x="2437024" y="2234287"/>
                  </a:lnTo>
                  <a:lnTo>
                    <a:pt x="2478505" y="2179605"/>
                  </a:lnTo>
                  <a:lnTo>
                    <a:pt x="2519602" y="2128119"/>
                  </a:lnTo>
                  <a:lnTo>
                    <a:pt x="2560436" y="2079983"/>
                  </a:lnTo>
                  <a:lnTo>
                    <a:pt x="2601199" y="2035263"/>
                  </a:lnTo>
                  <a:lnTo>
                    <a:pt x="2642154" y="1993942"/>
                  </a:lnTo>
                  <a:lnTo>
                    <a:pt x="2667772" y="1970013"/>
                  </a:lnTo>
                  <a:lnTo>
                    <a:pt x="2715382" y="1929576"/>
                  </a:lnTo>
                  <a:lnTo>
                    <a:pt x="2764667" y="1893308"/>
                  </a:lnTo>
                  <a:lnTo>
                    <a:pt x="2816439" y="1860982"/>
                  </a:lnTo>
                  <a:lnTo>
                    <a:pt x="2871603" y="1832221"/>
                  </a:lnTo>
                  <a:lnTo>
                    <a:pt x="2931075" y="1806607"/>
                  </a:lnTo>
                  <a:lnTo>
                    <a:pt x="2995700" y="1783741"/>
                  </a:lnTo>
                  <a:lnTo>
                    <a:pt x="3066142" y="1763277"/>
                  </a:lnTo>
                  <a:lnTo>
                    <a:pt x="3142741" y="1744940"/>
                  </a:lnTo>
                  <a:lnTo>
                    <a:pt x="3225324" y="1728537"/>
                  </a:lnTo>
                  <a:lnTo>
                    <a:pt x="3312983" y="1713954"/>
                  </a:lnTo>
                  <a:lnTo>
                    <a:pt x="3403868" y="1701155"/>
                  </a:lnTo>
                  <a:lnTo>
                    <a:pt x="3495077" y="1690156"/>
                  </a:lnTo>
                  <a:lnTo>
                    <a:pt x="3582757" y="1681004"/>
                  </a:lnTo>
                  <a:lnTo>
                    <a:pt x="3662510" y="1673724"/>
                  </a:lnTo>
                  <a:lnTo>
                    <a:pt x="3730125" y="1668278"/>
                  </a:lnTo>
                  <a:lnTo>
                    <a:pt x="3782473" y="1664531"/>
                  </a:lnTo>
                  <a:lnTo>
                    <a:pt x="3818303" y="1662238"/>
                  </a:lnTo>
                  <a:lnTo>
                    <a:pt x="3838660" y="1661068"/>
                  </a:lnTo>
                  <a:lnTo>
                    <a:pt x="3846847" y="1660643"/>
                  </a:lnTo>
                  <a:lnTo>
                    <a:pt x="3848118" y="1660582"/>
                  </a:lnTo>
                  <a:lnTo>
                    <a:pt x="4386855" y="1660582"/>
                  </a:lnTo>
                  <a:lnTo>
                    <a:pt x="4388108" y="1660529"/>
                  </a:lnTo>
                  <a:lnTo>
                    <a:pt x="4396289" y="1660151"/>
                  </a:lnTo>
                  <a:lnTo>
                    <a:pt x="4416712" y="1659104"/>
                  </a:lnTo>
                  <a:lnTo>
                    <a:pt x="4452715" y="1657049"/>
                  </a:lnTo>
                  <a:lnTo>
                    <a:pt x="4505343" y="1653688"/>
                  </a:lnTo>
                  <a:lnTo>
                    <a:pt x="4573320" y="1648802"/>
                  </a:lnTo>
                  <a:lnTo>
                    <a:pt x="4653470" y="1642268"/>
                  </a:lnTo>
                  <a:lnTo>
                    <a:pt x="4741534" y="1634054"/>
                  </a:lnTo>
                  <a:lnTo>
                    <a:pt x="4833074" y="1624184"/>
                  </a:lnTo>
                  <a:lnTo>
                    <a:pt x="4924214" y="1612698"/>
                  </a:lnTo>
                  <a:lnTo>
                    <a:pt x="5012048" y="1599612"/>
                  </a:lnTo>
                  <a:lnTo>
                    <a:pt x="5094736" y="1584890"/>
                  </a:lnTo>
                  <a:lnTo>
                    <a:pt x="5171385" y="1568429"/>
                  </a:lnTo>
                  <a:lnTo>
                    <a:pt x="5241840" y="1550051"/>
                  </a:lnTo>
                  <a:lnTo>
                    <a:pt x="5306460" y="1529506"/>
                  </a:lnTo>
                  <a:lnTo>
                    <a:pt x="5365925" y="1506482"/>
                  </a:lnTo>
                  <a:lnTo>
                    <a:pt x="5421094" y="1480617"/>
                  </a:lnTo>
                  <a:lnTo>
                    <a:pt x="5472894" y="1451534"/>
                  </a:lnTo>
                  <a:lnTo>
                    <a:pt x="5522235" y="1418899"/>
                  </a:lnTo>
                  <a:lnTo>
                    <a:pt x="5567201" y="1384726"/>
                  </a:lnTo>
                  <a:lnTo>
                    <a:pt x="5609891" y="1348442"/>
                  </a:lnTo>
                  <a:lnTo>
                    <a:pt x="5652164" y="1308955"/>
                  </a:lnTo>
                  <a:lnTo>
                    <a:pt x="5694368" y="1266204"/>
                  </a:lnTo>
                  <a:lnTo>
                    <a:pt x="5736758" y="1220209"/>
                  </a:lnTo>
                  <a:lnTo>
                    <a:pt x="5779505" y="1171081"/>
                  </a:lnTo>
                  <a:lnTo>
                    <a:pt x="5822709" y="1119022"/>
                  </a:lnTo>
                  <a:lnTo>
                    <a:pt x="5866403" y="1064335"/>
                  </a:lnTo>
                  <a:lnTo>
                    <a:pt x="5910563" y="1007419"/>
                  </a:lnTo>
                  <a:lnTo>
                    <a:pt x="5955116" y="948759"/>
                  </a:lnTo>
                  <a:lnTo>
                    <a:pt x="5999948" y="888908"/>
                  </a:lnTo>
                  <a:lnTo>
                    <a:pt x="6044921" y="828474"/>
                  </a:lnTo>
                  <a:lnTo>
                    <a:pt x="6089882" y="768088"/>
                  </a:lnTo>
                  <a:lnTo>
                    <a:pt x="6134681" y="708379"/>
                  </a:lnTo>
                  <a:lnTo>
                    <a:pt x="6179181" y="649946"/>
                  </a:lnTo>
                  <a:lnTo>
                    <a:pt x="6223274" y="593335"/>
                  </a:lnTo>
                  <a:lnTo>
                    <a:pt x="6266895" y="539020"/>
                  </a:lnTo>
                  <a:lnTo>
                    <a:pt x="6310027" y="487384"/>
                  </a:lnTo>
                  <a:lnTo>
                    <a:pt x="6352713" y="438714"/>
                  </a:lnTo>
                  <a:lnTo>
                    <a:pt x="6395061" y="393202"/>
                  </a:lnTo>
                  <a:lnTo>
                    <a:pt x="6437258" y="350941"/>
                  </a:lnTo>
                  <a:lnTo>
                    <a:pt x="6479569" y="311940"/>
                  </a:lnTo>
                  <a:lnTo>
                    <a:pt x="6515891" y="281300"/>
                  </a:lnTo>
                  <a:lnTo>
                    <a:pt x="6563662" y="245137"/>
                  </a:lnTo>
                  <a:lnTo>
                    <a:pt x="6613122" y="212715"/>
                  </a:lnTo>
                  <a:lnTo>
                    <a:pt x="6665091" y="183828"/>
                  </a:lnTo>
                  <a:lnTo>
                    <a:pt x="6720483" y="158138"/>
                  </a:lnTo>
                  <a:lnTo>
                    <a:pt x="6780225" y="135266"/>
                  </a:lnTo>
                  <a:lnTo>
                    <a:pt x="6845166" y="114855"/>
                  </a:lnTo>
                  <a:lnTo>
                    <a:pt x="6915974" y="96594"/>
                  </a:lnTo>
                  <a:lnTo>
                    <a:pt x="6992983" y="80238"/>
                  </a:lnTo>
                  <a:lnTo>
                    <a:pt x="7076001" y="65613"/>
                  </a:lnTo>
                  <a:lnTo>
                    <a:pt x="7164087" y="52620"/>
                  </a:lnTo>
                  <a:lnTo>
                    <a:pt x="7255340" y="41227"/>
                  </a:lnTo>
                  <a:lnTo>
                    <a:pt x="7346792" y="31451"/>
                  </a:lnTo>
                  <a:lnTo>
                    <a:pt x="7434521" y="23334"/>
                  </a:lnTo>
                  <a:lnTo>
                    <a:pt x="7514077" y="16898"/>
                  </a:lnTo>
                  <a:lnTo>
                    <a:pt x="7581237" y="12104"/>
                  </a:lnTo>
                  <a:lnTo>
                    <a:pt x="7632916" y="8825"/>
                  </a:lnTo>
                  <a:lnTo>
                    <a:pt x="7667965" y="6838"/>
                  </a:lnTo>
                  <a:lnTo>
                    <a:pt x="7687568" y="5839"/>
                  </a:lnTo>
                  <a:lnTo>
                    <a:pt x="7695186" y="548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78" y="1655197"/>
                  </a:lnTo>
                  <a:lnTo>
                    <a:pt x="3838774" y="1655617"/>
                  </a:lnTo>
                  <a:lnTo>
                    <a:pt x="3818537" y="1656780"/>
                  </a:lnTo>
                  <a:lnTo>
                    <a:pt x="3782846" y="1659062"/>
                  </a:lnTo>
                  <a:lnTo>
                    <a:pt x="3730635" y="1662795"/>
                  </a:lnTo>
                  <a:lnTo>
                    <a:pt x="3663138" y="1668226"/>
                  </a:lnTo>
                  <a:lnTo>
                    <a:pt x="3583471" y="1675490"/>
                  </a:lnTo>
                  <a:lnTo>
                    <a:pt x="3495840" y="1684626"/>
                  </a:lnTo>
                  <a:lnTo>
                    <a:pt x="3404643" y="1695609"/>
                  </a:lnTo>
                  <a:lnTo>
                    <a:pt x="3313742" y="1708394"/>
                  </a:lnTo>
                  <a:lnTo>
                    <a:pt x="3226047" y="1722962"/>
                  </a:lnTo>
                  <a:lnTo>
                    <a:pt x="3143415" y="1739349"/>
                  </a:lnTo>
                  <a:lnTo>
                    <a:pt x="3066764" y="1757669"/>
                  </a:lnTo>
                  <a:lnTo>
                    <a:pt x="2996270" y="1778114"/>
                  </a:lnTo>
                  <a:lnTo>
                    <a:pt x="2931599" y="1800958"/>
                  </a:lnTo>
                  <a:lnTo>
                    <a:pt x="2872087" y="1826547"/>
                  </a:lnTo>
                  <a:lnTo>
                    <a:pt x="2816891" y="1855280"/>
                  </a:lnTo>
                  <a:lnTo>
                    <a:pt x="2765094" y="1887574"/>
                  </a:lnTo>
                  <a:lnTo>
                    <a:pt x="2715791" y="1923807"/>
                  </a:lnTo>
                  <a:lnTo>
                    <a:pt x="2668170" y="1964209"/>
                  </a:lnTo>
                  <a:lnTo>
                    <a:pt x="2667772" y="1964569"/>
                  </a:lnTo>
                  <a:lnTo>
                    <a:pt x="2626526" y="2003826"/>
                  </a:lnTo>
                  <a:lnTo>
                    <a:pt x="2585680" y="2046433"/>
                  </a:lnTo>
                  <a:lnTo>
                    <a:pt x="2544917" y="2092455"/>
                  </a:lnTo>
                  <a:lnTo>
                    <a:pt x="2504002" y="2141878"/>
                  </a:lnTo>
                  <a:lnTo>
                    <a:pt x="2462770" y="2194604"/>
                  </a:lnTo>
                  <a:lnTo>
                    <a:pt x="2421123" y="2250441"/>
                  </a:lnTo>
                  <a:lnTo>
                    <a:pt x="2379019" y="2309102"/>
                  </a:lnTo>
                  <a:lnTo>
                    <a:pt x="2336471" y="2370205"/>
                  </a:lnTo>
                  <a:lnTo>
                    <a:pt x="2293533" y="2433281"/>
                  </a:lnTo>
                  <a:lnTo>
                    <a:pt x="2250300" y="2497787"/>
                  </a:lnTo>
                  <a:lnTo>
                    <a:pt x="2206888" y="2563124"/>
                  </a:lnTo>
                  <a:lnTo>
                    <a:pt x="2163434" y="2628660"/>
                  </a:lnTo>
                  <a:lnTo>
                    <a:pt x="2120075" y="2693754"/>
                  </a:lnTo>
                  <a:lnTo>
                    <a:pt x="2076941" y="2757783"/>
                  </a:lnTo>
                  <a:lnTo>
                    <a:pt x="2034143" y="2820169"/>
                  </a:lnTo>
                  <a:lnTo>
                    <a:pt x="1991759" y="2880393"/>
                  </a:lnTo>
                  <a:lnTo>
                    <a:pt x="1949831" y="2938019"/>
                  </a:lnTo>
                  <a:lnTo>
                    <a:pt x="1908349" y="2992701"/>
                  </a:lnTo>
                  <a:lnTo>
                    <a:pt x="1867253" y="3044188"/>
                  </a:lnTo>
                  <a:lnTo>
                    <a:pt x="1826418" y="3092324"/>
                  </a:lnTo>
                  <a:lnTo>
                    <a:pt x="1785656" y="3137043"/>
                  </a:lnTo>
                  <a:lnTo>
                    <a:pt x="1744700" y="3178364"/>
                  </a:lnTo>
                  <a:lnTo>
                    <a:pt x="1719082" y="3202293"/>
                  </a:lnTo>
                  <a:lnTo>
                    <a:pt x="1671473" y="3242730"/>
                  </a:lnTo>
                  <a:lnTo>
                    <a:pt x="1622187" y="3278998"/>
                  </a:lnTo>
                  <a:lnTo>
                    <a:pt x="1570415" y="3311324"/>
                  </a:lnTo>
                  <a:lnTo>
                    <a:pt x="1515251" y="3340085"/>
                  </a:lnTo>
                  <a:lnTo>
                    <a:pt x="1455779" y="3365699"/>
                  </a:lnTo>
                  <a:lnTo>
                    <a:pt x="1391155" y="3388565"/>
                  </a:lnTo>
                  <a:lnTo>
                    <a:pt x="1320713" y="3409030"/>
                  </a:lnTo>
                  <a:lnTo>
                    <a:pt x="1244113" y="3427366"/>
                  </a:lnTo>
                  <a:lnTo>
                    <a:pt x="1161530" y="3443769"/>
                  </a:lnTo>
                  <a:lnTo>
                    <a:pt x="1073871" y="3458352"/>
                  </a:lnTo>
                  <a:lnTo>
                    <a:pt x="982987" y="3471152"/>
                  </a:lnTo>
                  <a:lnTo>
                    <a:pt x="891777" y="3482150"/>
                  </a:lnTo>
                  <a:lnTo>
                    <a:pt x="804098" y="3491303"/>
                  </a:lnTo>
                  <a:lnTo>
                    <a:pt x="724345" y="3498583"/>
                  </a:lnTo>
                  <a:lnTo>
                    <a:pt x="656730" y="3504028"/>
                  </a:lnTo>
                  <a:lnTo>
                    <a:pt x="604382" y="3507775"/>
                  </a:lnTo>
                  <a:lnTo>
                    <a:pt x="568551" y="3510068"/>
                  </a:lnTo>
                  <a:lnTo>
                    <a:pt x="548195" y="3511239"/>
                  </a:lnTo>
                  <a:lnTo>
                    <a:pt x="540008" y="3511664"/>
                  </a:lnTo>
                  <a:lnTo>
                    <a:pt x="538736" y="3511724"/>
                  </a:lnTo>
                  <a:lnTo>
                    <a:pt x="0" y="3511724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83" name="pl1383"/>
            <p:cNvSpPr/>
            <p:nvPr/>
          </p:nvSpPr>
          <p:spPr>
            <a:xfrm>
              <a:off x="546595" y="1186019"/>
              <a:ext cx="8234974" cy="3511724"/>
            </a:xfrm>
            <a:custGeom>
              <a:avLst/>
              <a:pathLst>
                <a:path w="8234974" h="3511724">
                  <a:moveTo>
                    <a:pt x="0" y="3511724"/>
                  </a:moveTo>
                  <a:lnTo>
                    <a:pt x="538736" y="3511724"/>
                  </a:lnTo>
                  <a:lnTo>
                    <a:pt x="539977" y="3511665"/>
                  </a:lnTo>
                  <a:lnTo>
                    <a:pt x="548081" y="3511245"/>
                  </a:lnTo>
                  <a:lnTo>
                    <a:pt x="568317" y="3510082"/>
                  </a:lnTo>
                  <a:lnTo>
                    <a:pt x="604009" y="3507800"/>
                  </a:lnTo>
                  <a:lnTo>
                    <a:pt x="656220" y="3504067"/>
                  </a:lnTo>
                  <a:lnTo>
                    <a:pt x="723717" y="3498636"/>
                  </a:lnTo>
                  <a:lnTo>
                    <a:pt x="803384" y="3491372"/>
                  </a:lnTo>
                  <a:lnTo>
                    <a:pt x="891015" y="3482235"/>
                  </a:lnTo>
                  <a:lnTo>
                    <a:pt x="982212" y="3471253"/>
                  </a:lnTo>
                  <a:lnTo>
                    <a:pt x="1073113" y="3458468"/>
                  </a:lnTo>
                  <a:lnTo>
                    <a:pt x="1160808" y="3443900"/>
                  </a:lnTo>
                  <a:lnTo>
                    <a:pt x="1243439" y="3427513"/>
                  </a:lnTo>
                  <a:lnTo>
                    <a:pt x="1320091" y="3409193"/>
                  </a:lnTo>
                  <a:lnTo>
                    <a:pt x="1390584" y="3388748"/>
                  </a:lnTo>
                  <a:lnTo>
                    <a:pt x="1455255" y="3365904"/>
                  </a:lnTo>
                  <a:lnTo>
                    <a:pt x="1514768" y="3340315"/>
                  </a:lnTo>
                  <a:lnTo>
                    <a:pt x="1569964" y="3311582"/>
                  </a:lnTo>
                  <a:lnTo>
                    <a:pt x="1621761" y="3279288"/>
                  </a:lnTo>
                  <a:lnTo>
                    <a:pt x="1671064" y="3243054"/>
                  </a:lnTo>
                  <a:lnTo>
                    <a:pt x="1718685" y="3202653"/>
                  </a:lnTo>
                  <a:lnTo>
                    <a:pt x="1719082" y="3202293"/>
                  </a:lnTo>
                  <a:lnTo>
                    <a:pt x="1760329" y="3163036"/>
                  </a:lnTo>
                  <a:lnTo>
                    <a:pt x="1801175" y="3120429"/>
                  </a:lnTo>
                  <a:lnTo>
                    <a:pt x="1841937" y="3074407"/>
                  </a:lnTo>
                  <a:lnTo>
                    <a:pt x="1882853" y="3024984"/>
                  </a:lnTo>
                  <a:lnTo>
                    <a:pt x="1924085" y="2972258"/>
                  </a:lnTo>
                  <a:lnTo>
                    <a:pt x="1965732" y="2916421"/>
                  </a:lnTo>
                  <a:lnTo>
                    <a:pt x="2007835" y="2857760"/>
                  </a:lnTo>
                  <a:lnTo>
                    <a:pt x="2050384" y="2796657"/>
                  </a:lnTo>
                  <a:lnTo>
                    <a:pt x="2093321" y="2733581"/>
                  </a:lnTo>
                  <a:lnTo>
                    <a:pt x="2136555" y="2669075"/>
                  </a:lnTo>
                  <a:lnTo>
                    <a:pt x="2179966" y="2603738"/>
                  </a:lnTo>
                  <a:lnTo>
                    <a:pt x="2223421" y="2538202"/>
                  </a:lnTo>
                  <a:lnTo>
                    <a:pt x="2266780" y="2473108"/>
                  </a:lnTo>
                  <a:lnTo>
                    <a:pt x="2309914" y="2409079"/>
                  </a:lnTo>
                  <a:lnTo>
                    <a:pt x="2352712" y="2346693"/>
                  </a:lnTo>
                  <a:lnTo>
                    <a:pt x="2395095" y="2286469"/>
                  </a:lnTo>
                  <a:lnTo>
                    <a:pt x="2437024" y="2228842"/>
                  </a:lnTo>
                  <a:lnTo>
                    <a:pt x="2478505" y="2174161"/>
                  </a:lnTo>
                  <a:lnTo>
                    <a:pt x="2519602" y="2122674"/>
                  </a:lnTo>
                  <a:lnTo>
                    <a:pt x="2560436" y="2074538"/>
                  </a:lnTo>
                  <a:lnTo>
                    <a:pt x="2601199" y="2029819"/>
                  </a:lnTo>
                  <a:lnTo>
                    <a:pt x="2642154" y="1988498"/>
                  </a:lnTo>
                  <a:lnTo>
                    <a:pt x="2667772" y="1964569"/>
                  </a:lnTo>
                  <a:lnTo>
                    <a:pt x="2715382" y="1924132"/>
                  </a:lnTo>
                  <a:lnTo>
                    <a:pt x="2764667" y="1887864"/>
                  </a:lnTo>
                  <a:lnTo>
                    <a:pt x="2816439" y="1855538"/>
                  </a:lnTo>
                  <a:lnTo>
                    <a:pt x="2871603" y="1826777"/>
                  </a:lnTo>
                  <a:lnTo>
                    <a:pt x="2931075" y="1801163"/>
                  </a:lnTo>
                  <a:lnTo>
                    <a:pt x="2995700" y="1778297"/>
                  </a:lnTo>
                  <a:lnTo>
                    <a:pt x="3066142" y="1757832"/>
                  </a:lnTo>
                  <a:lnTo>
                    <a:pt x="3142741" y="1739496"/>
                  </a:lnTo>
                  <a:lnTo>
                    <a:pt x="3225324" y="1723093"/>
                  </a:lnTo>
                  <a:lnTo>
                    <a:pt x="3312983" y="1708510"/>
                  </a:lnTo>
                  <a:lnTo>
                    <a:pt x="3403868" y="1695710"/>
                  </a:lnTo>
                  <a:lnTo>
                    <a:pt x="3495077" y="1684712"/>
                  </a:lnTo>
                  <a:lnTo>
                    <a:pt x="3582757" y="1675559"/>
                  </a:lnTo>
                  <a:lnTo>
                    <a:pt x="3662510" y="1668279"/>
                  </a:lnTo>
                  <a:lnTo>
                    <a:pt x="3730125" y="1662834"/>
                  </a:lnTo>
                  <a:lnTo>
                    <a:pt x="3782473" y="1659087"/>
                  </a:lnTo>
                  <a:lnTo>
                    <a:pt x="3818303" y="1656794"/>
                  </a:lnTo>
                  <a:lnTo>
                    <a:pt x="3838660" y="1655623"/>
                  </a:lnTo>
                  <a:lnTo>
                    <a:pt x="3846847" y="1655198"/>
                  </a:lnTo>
                  <a:lnTo>
                    <a:pt x="3848118" y="1655138"/>
                  </a:lnTo>
                  <a:lnTo>
                    <a:pt x="3848118" y="1655138"/>
                  </a:lnTo>
                  <a:lnTo>
                    <a:pt x="4386855" y="1655138"/>
                  </a:lnTo>
                  <a:lnTo>
                    <a:pt x="4388108" y="1655085"/>
                  </a:lnTo>
                  <a:lnTo>
                    <a:pt x="4396289" y="1654706"/>
                  </a:lnTo>
                  <a:lnTo>
                    <a:pt x="4416712" y="1653659"/>
                  </a:lnTo>
                  <a:lnTo>
                    <a:pt x="4452715" y="1651604"/>
                  </a:lnTo>
                  <a:lnTo>
                    <a:pt x="4505343" y="1648244"/>
                  </a:lnTo>
                  <a:lnTo>
                    <a:pt x="4573320" y="1643357"/>
                  </a:lnTo>
                  <a:lnTo>
                    <a:pt x="4653470" y="1636823"/>
                  </a:lnTo>
                  <a:lnTo>
                    <a:pt x="4741534" y="1628609"/>
                  </a:lnTo>
                  <a:lnTo>
                    <a:pt x="4833074" y="1618740"/>
                  </a:lnTo>
                  <a:lnTo>
                    <a:pt x="4924214" y="1607254"/>
                  </a:lnTo>
                  <a:lnTo>
                    <a:pt x="5012048" y="1594168"/>
                  </a:lnTo>
                  <a:lnTo>
                    <a:pt x="5094736" y="1579446"/>
                  </a:lnTo>
                  <a:lnTo>
                    <a:pt x="5171385" y="1562985"/>
                  </a:lnTo>
                  <a:lnTo>
                    <a:pt x="5241840" y="1544606"/>
                  </a:lnTo>
                  <a:lnTo>
                    <a:pt x="5306460" y="1524062"/>
                  </a:lnTo>
                  <a:lnTo>
                    <a:pt x="5365925" y="1501037"/>
                  </a:lnTo>
                  <a:lnTo>
                    <a:pt x="5421094" y="1475172"/>
                  </a:lnTo>
                  <a:lnTo>
                    <a:pt x="5472894" y="1446089"/>
                  </a:lnTo>
                  <a:lnTo>
                    <a:pt x="5522235" y="1413454"/>
                  </a:lnTo>
                  <a:lnTo>
                    <a:pt x="5567201" y="1379281"/>
                  </a:lnTo>
                  <a:lnTo>
                    <a:pt x="5609891" y="1342998"/>
                  </a:lnTo>
                  <a:lnTo>
                    <a:pt x="5652164" y="1303510"/>
                  </a:lnTo>
                  <a:lnTo>
                    <a:pt x="5694368" y="1260759"/>
                  </a:lnTo>
                  <a:lnTo>
                    <a:pt x="5736758" y="1214765"/>
                  </a:lnTo>
                  <a:lnTo>
                    <a:pt x="5779505" y="1165636"/>
                  </a:lnTo>
                  <a:lnTo>
                    <a:pt x="5822709" y="1113577"/>
                  </a:lnTo>
                  <a:lnTo>
                    <a:pt x="5866403" y="1058891"/>
                  </a:lnTo>
                  <a:lnTo>
                    <a:pt x="5910563" y="1001975"/>
                  </a:lnTo>
                  <a:lnTo>
                    <a:pt x="5955116" y="943314"/>
                  </a:lnTo>
                  <a:lnTo>
                    <a:pt x="5999948" y="883464"/>
                  </a:lnTo>
                  <a:lnTo>
                    <a:pt x="6044921" y="823030"/>
                  </a:lnTo>
                  <a:lnTo>
                    <a:pt x="6089882" y="762644"/>
                  </a:lnTo>
                  <a:lnTo>
                    <a:pt x="6134681" y="702934"/>
                  </a:lnTo>
                  <a:lnTo>
                    <a:pt x="6179181" y="644501"/>
                  </a:lnTo>
                  <a:lnTo>
                    <a:pt x="6223274" y="587891"/>
                  </a:lnTo>
                  <a:lnTo>
                    <a:pt x="6266895" y="533575"/>
                  </a:lnTo>
                  <a:lnTo>
                    <a:pt x="6310027" y="481939"/>
                  </a:lnTo>
                  <a:lnTo>
                    <a:pt x="6352713" y="433270"/>
                  </a:lnTo>
                  <a:lnTo>
                    <a:pt x="6395061" y="387757"/>
                  </a:lnTo>
                  <a:lnTo>
                    <a:pt x="6437258" y="345497"/>
                  </a:lnTo>
                  <a:lnTo>
                    <a:pt x="6479569" y="306495"/>
                  </a:lnTo>
                  <a:lnTo>
                    <a:pt x="6515891" y="275856"/>
                  </a:lnTo>
                  <a:lnTo>
                    <a:pt x="6563662" y="239693"/>
                  </a:lnTo>
                  <a:lnTo>
                    <a:pt x="6613122" y="207270"/>
                  </a:lnTo>
                  <a:lnTo>
                    <a:pt x="6665091" y="178384"/>
                  </a:lnTo>
                  <a:lnTo>
                    <a:pt x="6720483" y="152693"/>
                  </a:lnTo>
                  <a:lnTo>
                    <a:pt x="6780225" y="129822"/>
                  </a:lnTo>
                  <a:lnTo>
                    <a:pt x="6845166" y="109411"/>
                  </a:lnTo>
                  <a:lnTo>
                    <a:pt x="6915974" y="91150"/>
                  </a:lnTo>
                  <a:lnTo>
                    <a:pt x="6992983" y="74793"/>
                  </a:lnTo>
                  <a:lnTo>
                    <a:pt x="7076001" y="60168"/>
                  </a:lnTo>
                  <a:lnTo>
                    <a:pt x="7164087" y="47175"/>
                  </a:lnTo>
                  <a:lnTo>
                    <a:pt x="7255340" y="35782"/>
                  </a:lnTo>
                  <a:lnTo>
                    <a:pt x="7346792" y="26007"/>
                  </a:lnTo>
                  <a:lnTo>
                    <a:pt x="7434521" y="17890"/>
                  </a:lnTo>
                  <a:lnTo>
                    <a:pt x="7514077" y="11453"/>
                  </a:lnTo>
                  <a:lnTo>
                    <a:pt x="7581237" y="6659"/>
                  </a:lnTo>
                  <a:lnTo>
                    <a:pt x="7632916" y="3381"/>
                  </a:lnTo>
                  <a:lnTo>
                    <a:pt x="7667965" y="1393"/>
                  </a:lnTo>
                  <a:lnTo>
                    <a:pt x="7687568" y="394"/>
                  </a:lnTo>
                  <a:lnTo>
                    <a:pt x="7695186" y="4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4" name="pl1384"/>
            <p:cNvSpPr/>
            <p:nvPr/>
          </p:nvSpPr>
          <p:spPr>
            <a:xfrm>
              <a:off x="546595" y="1180575"/>
              <a:ext cx="8234974" cy="3511724"/>
            </a:xfrm>
            <a:custGeom>
              <a:avLst/>
              <a:pathLst>
                <a:path w="8234974" h="3511724">
                  <a:moveTo>
                    <a:pt x="8234974" y="0"/>
                  </a:moveTo>
                  <a:lnTo>
                    <a:pt x="7696237" y="0"/>
                  </a:lnTo>
                  <a:lnTo>
                    <a:pt x="7694984" y="52"/>
                  </a:lnTo>
                  <a:lnTo>
                    <a:pt x="7686803" y="431"/>
                  </a:lnTo>
                  <a:lnTo>
                    <a:pt x="7666380" y="1478"/>
                  </a:lnTo>
                  <a:lnTo>
                    <a:pt x="7630378" y="3533"/>
                  </a:lnTo>
                  <a:lnTo>
                    <a:pt x="7577749" y="6894"/>
                  </a:lnTo>
                  <a:lnTo>
                    <a:pt x="7509773" y="11780"/>
                  </a:lnTo>
                  <a:lnTo>
                    <a:pt x="7429622" y="18314"/>
                  </a:lnTo>
                  <a:lnTo>
                    <a:pt x="7341559" y="26528"/>
                  </a:lnTo>
                  <a:lnTo>
                    <a:pt x="7250019" y="36398"/>
                  </a:lnTo>
                  <a:lnTo>
                    <a:pt x="7158879" y="47884"/>
                  </a:lnTo>
                  <a:lnTo>
                    <a:pt x="7071044" y="60970"/>
                  </a:lnTo>
                  <a:lnTo>
                    <a:pt x="6988356" y="75692"/>
                  </a:lnTo>
                  <a:lnTo>
                    <a:pt x="6911707" y="92153"/>
                  </a:lnTo>
                  <a:lnTo>
                    <a:pt x="6841252" y="110531"/>
                  </a:lnTo>
                  <a:lnTo>
                    <a:pt x="6776632" y="131075"/>
                  </a:lnTo>
                  <a:lnTo>
                    <a:pt x="6717167" y="154100"/>
                  </a:lnTo>
                  <a:lnTo>
                    <a:pt x="6661998" y="179965"/>
                  </a:lnTo>
                  <a:lnTo>
                    <a:pt x="6610199" y="209048"/>
                  </a:lnTo>
                  <a:lnTo>
                    <a:pt x="6560858" y="241683"/>
                  </a:lnTo>
                  <a:lnTo>
                    <a:pt x="6515891" y="275856"/>
                  </a:lnTo>
                  <a:lnTo>
                    <a:pt x="6473202" y="312139"/>
                  </a:lnTo>
                  <a:lnTo>
                    <a:pt x="6430929" y="351627"/>
                  </a:lnTo>
                  <a:lnTo>
                    <a:pt x="6388724" y="394378"/>
                  </a:lnTo>
                  <a:lnTo>
                    <a:pt x="6346335" y="440372"/>
                  </a:lnTo>
                  <a:lnTo>
                    <a:pt x="6303588" y="489501"/>
                  </a:lnTo>
                  <a:lnTo>
                    <a:pt x="6260384" y="541560"/>
                  </a:lnTo>
                  <a:lnTo>
                    <a:pt x="6216689" y="596247"/>
                  </a:lnTo>
                  <a:lnTo>
                    <a:pt x="6172529" y="653162"/>
                  </a:lnTo>
                  <a:lnTo>
                    <a:pt x="6127977" y="711823"/>
                  </a:lnTo>
                  <a:lnTo>
                    <a:pt x="6083145" y="771674"/>
                  </a:lnTo>
                  <a:lnTo>
                    <a:pt x="6038172" y="832107"/>
                  </a:lnTo>
                  <a:lnTo>
                    <a:pt x="5993210" y="892494"/>
                  </a:lnTo>
                  <a:lnTo>
                    <a:pt x="5948412" y="952203"/>
                  </a:lnTo>
                  <a:lnTo>
                    <a:pt x="5903912" y="1010636"/>
                  </a:lnTo>
                  <a:lnTo>
                    <a:pt x="5859818" y="1067247"/>
                  </a:lnTo>
                  <a:lnTo>
                    <a:pt x="5816197" y="1121562"/>
                  </a:lnTo>
                  <a:lnTo>
                    <a:pt x="5773065" y="1173198"/>
                  </a:lnTo>
                  <a:lnTo>
                    <a:pt x="5730380" y="1221868"/>
                  </a:lnTo>
                  <a:lnTo>
                    <a:pt x="5688031" y="1267380"/>
                  </a:lnTo>
                  <a:lnTo>
                    <a:pt x="5645835" y="1309641"/>
                  </a:lnTo>
                  <a:lnTo>
                    <a:pt x="5603524" y="1348642"/>
                  </a:lnTo>
                  <a:lnTo>
                    <a:pt x="5567201" y="1379281"/>
                  </a:lnTo>
                  <a:lnTo>
                    <a:pt x="5519431" y="1415445"/>
                  </a:lnTo>
                  <a:lnTo>
                    <a:pt x="5469971" y="1447867"/>
                  </a:lnTo>
                  <a:lnTo>
                    <a:pt x="5418002" y="1476753"/>
                  </a:lnTo>
                  <a:lnTo>
                    <a:pt x="5362609" y="1502444"/>
                  </a:lnTo>
                  <a:lnTo>
                    <a:pt x="5302868" y="1525316"/>
                  </a:lnTo>
                  <a:lnTo>
                    <a:pt x="5237926" y="1545727"/>
                  </a:lnTo>
                  <a:lnTo>
                    <a:pt x="5167118" y="1563988"/>
                  </a:lnTo>
                  <a:lnTo>
                    <a:pt x="5090110" y="1580344"/>
                  </a:lnTo>
                  <a:lnTo>
                    <a:pt x="5007091" y="1594969"/>
                  </a:lnTo>
                  <a:lnTo>
                    <a:pt x="4919005" y="1607962"/>
                  </a:lnTo>
                  <a:lnTo>
                    <a:pt x="4827752" y="1619355"/>
                  </a:lnTo>
                  <a:lnTo>
                    <a:pt x="4736300" y="1629131"/>
                  </a:lnTo>
                  <a:lnTo>
                    <a:pt x="4648571" y="1637248"/>
                  </a:lnTo>
                  <a:lnTo>
                    <a:pt x="4569015" y="1643684"/>
                  </a:lnTo>
                  <a:lnTo>
                    <a:pt x="4501856" y="1648478"/>
                  </a:lnTo>
                  <a:lnTo>
                    <a:pt x="4450176" y="1651756"/>
                  </a:lnTo>
                  <a:lnTo>
                    <a:pt x="4415127" y="1653744"/>
                  </a:lnTo>
                  <a:lnTo>
                    <a:pt x="4395525" y="1654743"/>
                  </a:lnTo>
                  <a:lnTo>
                    <a:pt x="4387906" y="1655094"/>
                  </a:lnTo>
                  <a:lnTo>
                    <a:pt x="4386855" y="1655138"/>
                  </a:lnTo>
                  <a:lnTo>
                    <a:pt x="3848118" y="1655138"/>
                  </a:lnTo>
                  <a:lnTo>
                    <a:pt x="3846878" y="1655197"/>
                  </a:lnTo>
                  <a:lnTo>
                    <a:pt x="3838774" y="1655617"/>
                  </a:lnTo>
                  <a:lnTo>
                    <a:pt x="3818537" y="1656780"/>
                  </a:lnTo>
                  <a:lnTo>
                    <a:pt x="3782846" y="1659062"/>
                  </a:lnTo>
                  <a:lnTo>
                    <a:pt x="3730635" y="1662795"/>
                  </a:lnTo>
                  <a:lnTo>
                    <a:pt x="3663138" y="1668226"/>
                  </a:lnTo>
                  <a:lnTo>
                    <a:pt x="3583471" y="1675490"/>
                  </a:lnTo>
                  <a:lnTo>
                    <a:pt x="3495840" y="1684626"/>
                  </a:lnTo>
                  <a:lnTo>
                    <a:pt x="3404643" y="1695609"/>
                  </a:lnTo>
                  <a:lnTo>
                    <a:pt x="3313742" y="1708394"/>
                  </a:lnTo>
                  <a:lnTo>
                    <a:pt x="3226047" y="1722962"/>
                  </a:lnTo>
                  <a:lnTo>
                    <a:pt x="3143415" y="1739349"/>
                  </a:lnTo>
                  <a:lnTo>
                    <a:pt x="3066764" y="1757669"/>
                  </a:lnTo>
                  <a:lnTo>
                    <a:pt x="2996270" y="1778114"/>
                  </a:lnTo>
                  <a:lnTo>
                    <a:pt x="2931599" y="1800958"/>
                  </a:lnTo>
                  <a:lnTo>
                    <a:pt x="2872087" y="1826547"/>
                  </a:lnTo>
                  <a:lnTo>
                    <a:pt x="2816891" y="1855280"/>
                  </a:lnTo>
                  <a:lnTo>
                    <a:pt x="2765094" y="1887574"/>
                  </a:lnTo>
                  <a:lnTo>
                    <a:pt x="2715791" y="1923807"/>
                  </a:lnTo>
                  <a:lnTo>
                    <a:pt x="2668170" y="1964209"/>
                  </a:lnTo>
                  <a:lnTo>
                    <a:pt x="2667772" y="1964569"/>
                  </a:lnTo>
                  <a:lnTo>
                    <a:pt x="2626526" y="2003826"/>
                  </a:lnTo>
                  <a:lnTo>
                    <a:pt x="2585680" y="2046433"/>
                  </a:lnTo>
                  <a:lnTo>
                    <a:pt x="2544917" y="2092455"/>
                  </a:lnTo>
                  <a:lnTo>
                    <a:pt x="2504002" y="2141878"/>
                  </a:lnTo>
                  <a:lnTo>
                    <a:pt x="2462770" y="2194604"/>
                  </a:lnTo>
                  <a:lnTo>
                    <a:pt x="2421123" y="2250441"/>
                  </a:lnTo>
                  <a:lnTo>
                    <a:pt x="2379019" y="2309102"/>
                  </a:lnTo>
                  <a:lnTo>
                    <a:pt x="2336471" y="2370205"/>
                  </a:lnTo>
                  <a:lnTo>
                    <a:pt x="2293533" y="2433281"/>
                  </a:lnTo>
                  <a:lnTo>
                    <a:pt x="2250300" y="2497787"/>
                  </a:lnTo>
                  <a:lnTo>
                    <a:pt x="2206888" y="2563124"/>
                  </a:lnTo>
                  <a:lnTo>
                    <a:pt x="2163434" y="2628660"/>
                  </a:lnTo>
                  <a:lnTo>
                    <a:pt x="2120075" y="2693754"/>
                  </a:lnTo>
                  <a:lnTo>
                    <a:pt x="2076941" y="2757783"/>
                  </a:lnTo>
                  <a:lnTo>
                    <a:pt x="2034143" y="2820169"/>
                  </a:lnTo>
                  <a:lnTo>
                    <a:pt x="1991759" y="2880393"/>
                  </a:lnTo>
                  <a:lnTo>
                    <a:pt x="1949831" y="2938019"/>
                  </a:lnTo>
                  <a:lnTo>
                    <a:pt x="1908349" y="2992701"/>
                  </a:lnTo>
                  <a:lnTo>
                    <a:pt x="1867253" y="3044188"/>
                  </a:lnTo>
                  <a:lnTo>
                    <a:pt x="1826418" y="3092324"/>
                  </a:lnTo>
                  <a:lnTo>
                    <a:pt x="1785656" y="3137043"/>
                  </a:lnTo>
                  <a:lnTo>
                    <a:pt x="1744700" y="3178364"/>
                  </a:lnTo>
                  <a:lnTo>
                    <a:pt x="1719082" y="3202293"/>
                  </a:lnTo>
                  <a:lnTo>
                    <a:pt x="1671473" y="3242730"/>
                  </a:lnTo>
                  <a:lnTo>
                    <a:pt x="1622187" y="3278998"/>
                  </a:lnTo>
                  <a:lnTo>
                    <a:pt x="1570415" y="3311324"/>
                  </a:lnTo>
                  <a:lnTo>
                    <a:pt x="1515251" y="3340085"/>
                  </a:lnTo>
                  <a:lnTo>
                    <a:pt x="1455779" y="3365699"/>
                  </a:lnTo>
                  <a:lnTo>
                    <a:pt x="1391155" y="3388565"/>
                  </a:lnTo>
                  <a:lnTo>
                    <a:pt x="1320713" y="3409030"/>
                  </a:lnTo>
                  <a:lnTo>
                    <a:pt x="1244113" y="3427366"/>
                  </a:lnTo>
                  <a:lnTo>
                    <a:pt x="1161530" y="3443769"/>
                  </a:lnTo>
                  <a:lnTo>
                    <a:pt x="1073871" y="3458352"/>
                  </a:lnTo>
                  <a:lnTo>
                    <a:pt x="982987" y="3471152"/>
                  </a:lnTo>
                  <a:lnTo>
                    <a:pt x="891777" y="3482150"/>
                  </a:lnTo>
                  <a:lnTo>
                    <a:pt x="804098" y="3491303"/>
                  </a:lnTo>
                  <a:lnTo>
                    <a:pt x="724345" y="3498583"/>
                  </a:lnTo>
                  <a:lnTo>
                    <a:pt x="656730" y="3504028"/>
                  </a:lnTo>
                  <a:lnTo>
                    <a:pt x="604382" y="3507775"/>
                  </a:lnTo>
                  <a:lnTo>
                    <a:pt x="568551" y="3510068"/>
                  </a:lnTo>
                  <a:lnTo>
                    <a:pt x="548195" y="3511239"/>
                  </a:lnTo>
                  <a:lnTo>
                    <a:pt x="540008" y="3511664"/>
                  </a:lnTo>
                  <a:lnTo>
                    <a:pt x="538736" y="3511724"/>
                  </a:lnTo>
                  <a:lnTo>
                    <a:pt x="538736" y="3511724"/>
                  </a:lnTo>
                  <a:lnTo>
                    <a:pt x="0" y="35117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5" name="pg1385"/>
            <p:cNvSpPr/>
            <p:nvPr/>
          </p:nvSpPr>
          <p:spPr>
            <a:xfrm>
              <a:off x="546595" y="1872031"/>
              <a:ext cx="8234974" cy="2831157"/>
            </a:xfrm>
            <a:custGeom>
              <a:avLst/>
              <a:pathLst>
                <a:path w="8234974" h="2831157">
                  <a:moveTo>
                    <a:pt x="0" y="2831157"/>
                  </a:moveTo>
                  <a:lnTo>
                    <a:pt x="538736" y="2831157"/>
                  </a:lnTo>
                  <a:lnTo>
                    <a:pt x="539977" y="2831099"/>
                  </a:lnTo>
                  <a:lnTo>
                    <a:pt x="548083" y="2830679"/>
                  </a:lnTo>
                  <a:lnTo>
                    <a:pt x="568325" y="2829520"/>
                  </a:lnTo>
                  <a:lnTo>
                    <a:pt x="604026" y="2827244"/>
                  </a:lnTo>
                  <a:lnTo>
                    <a:pt x="656248" y="2823520"/>
                  </a:lnTo>
                  <a:lnTo>
                    <a:pt x="723759" y="2818104"/>
                  </a:lnTo>
                  <a:lnTo>
                    <a:pt x="803439" y="2810860"/>
                  </a:lnTo>
                  <a:lnTo>
                    <a:pt x="891083" y="2801748"/>
                  </a:lnTo>
                  <a:lnTo>
                    <a:pt x="982289" y="2790794"/>
                  </a:lnTo>
                  <a:lnTo>
                    <a:pt x="1073197" y="2778044"/>
                  </a:lnTo>
                  <a:lnTo>
                    <a:pt x="1160896" y="2763516"/>
                  </a:lnTo>
                  <a:lnTo>
                    <a:pt x="1243529" y="2747173"/>
                  </a:lnTo>
                  <a:lnTo>
                    <a:pt x="1320181" y="2728904"/>
                  </a:lnTo>
                  <a:lnTo>
                    <a:pt x="1390673" y="2708514"/>
                  </a:lnTo>
                  <a:lnTo>
                    <a:pt x="1455343" y="2685730"/>
                  </a:lnTo>
                  <a:lnTo>
                    <a:pt x="1514854" y="2660210"/>
                  </a:lnTo>
                  <a:lnTo>
                    <a:pt x="1570049" y="2631554"/>
                  </a:lnTo>
                  <a:lnTo>
                    <a:pt x="1621846" y="2599345"/>
                  </a:lnTo>
                  <a:lnTo>
                    <a:pt x="1671150" y="2563207"/>
                  </a:lnTo>
                  <a:lnTo>
                    <a:pt x="1718773" y="2522912"/>
                  </a:lnTo>
                  <a:lnTo>
                    <a:pt x="1719082" y="2522634"/>
                  </a:lnTo>
                  <a:lnTo>
                    <a:pt x="1760367" y="2483454"/>
                  </a:lnTo>
                  <a:lnTo>
                    <a:pt x="1801250" y="2440928"/>
                  </a:lnTo>
                  <a:lnTo>
                    <a:pt x="1842051" y="2394991"/>
                  </a:lnTo>
                  <a:lnTo>
                    <a:pt x="1883005" y="2345656"/>
                  </a:lnTo>
                  <a:lnTo>
                    <a:pt x="1924276" y="2293023"/>
                  </a:lnTo>
                  <a:lnTo>
                    <a:pt x="1965964" y="2237283"/>
                  </a:lnTo>
                  <a:lnTo>
                    <a:pt x="2008109" y="2178724"/>
                  </a:lnTo>
                  <a:lnTo>
                    <a:pt x="2050700" y="2117729"/>
                  </a:lnTo>
                  <a:lnTo>
                    <a:pt x="2093680" y="2054766"/>
                  </a:lnTo>
                  <a:lnTo>
                    <a:pt x="2136956" y="1990380"/>
                  </a:lnTo>
                  <a:lnTo>
                    <a:pt x="2180408" y="1925169"/>
                  </a:lnTo>
                  <a:lnTo>
                    <a:pt x="2223902" y="1859767"/>
                  </a:lnTo>
                  <a:lnTo>
                    <a:pt x="2267300" y="1794813"/>
                  </a:lnTo>
                  <a:lnTo>
                    <a:pt x="2310470" y="1730929"/>
                  </a:lnTo>
                  <a:lnTo>
                    <a:pt x="2353303" y="1668694"/>
                  </a:lnTo>
                  <a:lnTo>
                    <a:pt x="2395719" y="1608625"/>
                  </a:lnTo>
                  <a:lnTo>
                    <a:pt x="2437679" y="1551158"/>
                  </a:lnTo>
                  <a:lnTo>
                    <a:pt x="2479192" y="1496635"/>
                  </a:lnTo>
                  <a:lnTo>
                    <a:pt x="2520321" y="1445309"/>
                  </a:lnTo>
                  <a:lnTo>
                    <a:pt x="2561190" y="1397331"/>
                  </a:lnTo>
                  <a:lnTo>
                    <a:pt x="2601991" y="1352766"/>
                  </a:lnTo>
                  <a:lnTo>
                    <a:pt x="2642992" y="1311594"/>
                  </a:lnTo>
                  <a:lnTo>
                    <a:pt x="2667772" y="1288539"/>
                  </a:lnTo>
                  <a:lnTo>
                    <a:pt x="2715387" y="1248217"/>
                  </a:lnTo>
                  <a:lnTo>
                    <a:pt x="2764677" y="1212053"/>
                  </a:lnTo>
                  <a:lnTo>
                    <a:pt x="2816455" y="1179819"/>
                  </a:lnTo>
                  <a:lnTo>
                    <a:pt x="2871625" y="1151141"/>
                  </a:lnTo>
                  <a:lnTo>
                    <a:pt x="2931104" y="1125601"/>
                  </a:lnTo>
                  <a:lnTo>
                    <a:pt x="2995738" y="1102801"/>
                  </a:lnTo>
                  <a:lnTo>
                    <a:pt x="3066190" y="1082396"/>
                  </a:lnTo>
                  <a:lnTo>
                    <a:pt x="3142801" y="1064113"/>
                  </a:lnTo>
                  <a:lnTo>
                    <a:pt x="3225397" y="1047758"/>
                  </a:lnTo>
                  <a:lnTo>
                    <a:pt x="3313068" y="1033218"/>
                  </a:lnTo>
                  <a:lnTo>
                    <a:pt x="3403963" y="1020456"/>
                  </a:lnTo>
                  <a:lnTo>
                    <a:pt x="3495179" y="1009491"/>
                  </a:lnTo>
                  <a:lnTo>
                    <a:pt x="3582860" y="1000367"/>
                  </a:lnTo>
                  <a:lnTo>
                    <a:pt x="3662608" y="993110"/>
                  </a:lnTo>
                  <a:lnTo>
                    <a:pt x="3730210" y="987683"/>
                  </a:lnTo>
                  <a:lnTo>
                    <a:pt x="3782540" y="983949"/>
                  </a:lnTo>
                  <a:lnTo>
                    <a:pt x="3818348" y="981664"/>
                  </a:lnTo>
                  <a:lnTo>
                    <a:pt x="3838683" y="980498"/>
                  </a:lnTo>
                  <a:lnTo>
                    <a:pt x="3846853" y="980076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6" y="979755"/>
                  </a:lnTo>
                  <a:lnTo>
                    <a:pt x="4417439" y="979122"/>
                  </a:lnTo>
                  <a:lnTo>
                    <a:pt x="4454257" y="977880"/>
                  </a:lnTo>
                  <a:lnTo>
                    <a:pt x="4507980" y="975851"/>
                  </a:lnTo>
                  <a:lnTo>
                    <a:pt x="4577210" y="972904"/>
                  </a:lnTo>
                  <a:lnTo>
                    <a:pt x="4658618" y="968967"/>
                  </a:lnTo>
                  <a:lnTo>
                    <a:pt x="4747800" y="964025"/>
                  </a:lnTo>
                  <a:lnTo>
                    <a:pt x="4840221" y="958092"/>
                  </a:lnTo>
                  <a:lnTo>
                    <a:pt x="4931969" y="951192"/>
                  </a:lnTo>
                  <a:lnTo>
                    <a:pt x="5020151" y="943333"/>
                  </a:lnTo>
                  <a:lnTo>
                    <a:pt x="5102974" y="934491"/>
                  </a:lnTo>
                  <a:lnTo>
                    <a:pt x="5179607" y="924597"/>
                  </a:lnTo>
                  <a:lnTo>
                    <a:pt x="5249958" y="913541"/>
                  </a:lnTo>
                  <a:lnTo>
                    <a:pt x="5314443" y="901165"/>
                  </a:lnTo>
                  <a:lnTo>
                    <a:pt x="5373789" y="887278"/>
                  </a:lnTo>
                  <a:lnTo>
                    <a:pt x="5428893" y="871657"/>
                  </a:lnTo>
                  <a:lnTo>
                    <a:pt x="5480709" y="854077"/>
                  </a:lnTo>
                  <a:lnTo>
                    <a:pt x="5530160" y="834344"/>
                  </a:lnTo>
                  <a:lnTo>
                    <a:pt x="5567201" y="817587"/>
                  </a:lnTo>
                  <a:lnTo>
                    <a:pt x="5615188" y="793421"/>
                  </a:lnTo>
                  <a:lnTo>
                    <a:pt x="5662707" y="766861"/>
                  </a:lnTo>
                  <a:lnTo>
                    <a:pt x="5710227" y="737868"/>
                  </a:lnTo>
                  <a:lnTo>
                    <a:pt x="5758073" y="706482"/>
                  </a:lnTo>
                  <a:lnTo>
                    <a:pt x="5806443" y="672828"/>
                  </a:lnTo>
                  <a:lnTo>
                    <a:pt x="5855425" y="637126"/>
                  </a:lnTo>
                  <a:lnTo>
                    <a:pt x="5905009" y="599683"/>
                  </a:lnTo>
                  <a:lnTo>
                    <a:pt x="5955104" y="560892"/>
                  </a:lnTo>
                  <a:lnTo>
                    <a:pt x="6005551" y="521216"/>
                  </a:lnTo>
                  <a:lnTo>
                    <a:pt x="6056153" y="481163"/>
                  </a:lnTo>
                  <a:lnTo>
                    <a:pt x="6106692" y="441264"/>
                  </a:lnTo>
                  <a:lnTo>
                    <a:pt x="6156957" y="402039"/>
                  </a:lnTo>
                  <a:lnTo>
                    <a:pt x="6206773" y="363974"/>
                  </a:lnTo>
                  <a:lnTo>
                    <a:pt x="6256016" y="327492"/>
                  </a:lnTo>
                  <a:lnTo>
                    <a:pt x="6304640" y="292941"/>
                  </a:lnTo>
                  <a:lnTo>
                    <a:pt x="6352690" y="260575"/>
                  </a:lnTo>
                  <a:lnTo>
                    <a:pt x="6400315" y="230561"/>
                  </a:lnTo>
                  <a:lnTo>
                    <a:pt x="6447787" y="202972"/>
                  </a:lnTo>
                  <a:lnTo>
                    <a:pt x="6495508" y="177803"/>
                  </a:lnTo>
                  <a:lnTo>
                    <a:pt x="6515891" y="167873"/>
                  </a:lnTo>
                  <a:lnTo>
                    <a:pt x="6564081" y="146405"/>
                  </a:lnTo>
                  <a:lnTo>
                    <a:pt x="6613996" y="127177"/>
                  </a:lnTo>
                  <a:lnTo>
                    <a:pt x="6666480" y="110065"/>
                  </a:lnTo>
                  <a:lnTo>
                    <a:pt x="6722471" y="94861"/>
                  </a:lnTo>
                  <a:lnTo>
                    <a:pt x="6782918" y="81338"/>
                  </a:lnTo>
                  <a:lnTo>
                    <a:pt x="6848689" y="69280"/>
                  </a:lnTo>
                  <a:lnTo>
                    <a:pt x="6920455" y="58501"/>
                  </a:lnTo>
                  <a:lnTo>
                    <a:pt x="6998535" y="48857"/>
                  </a:lnTo>
                  <a:lnTo>
                    <a:pt x="7082689" y="40243"/>
                  </a:lnTo>
                  <a:lnTo>
                    <a:pt x="7171883" y="32605"/>
                  </a:lnTo>
                  <a:lnTo>
                    <a:pt x="7264081" y="25925"/>
                  </a:lnTo>
                  <a:lnTo>
                    <a:pt x="7356137" y="20216"/>
                  </a:lnTo>
                  <a:lnTo>
                    <a:pt x="7443950" y="15503"/>
                  </a:lnTo>
                  <a:lnTo>
                    <a:pt x="7522938" y="11796"/>
                  </a:lnTo>
                  <a:lnTo>
                    <a:pt x="7588856" y="9067"/>
                  </a:lnTo>
                  <a:lnTo>
                    <a:pt x="7638752" y="7232"/>
                  </a:lnTo>
                  <a:lnTo>
                    <a:pt x="7671754" y="6146"/>
                  </a:lnTo>
                  <a:lnTo>
                    <a:pt x="7689424" y="5625"/>
                  </a:lnTo>
                  <a:lnTo>
                    <a:pt x="7695640" y="545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77" y="974630"/>
                  </a:lnTo>
                  <a:lnTo>
                    <a:pt x="3838771" y="975049"/>
                  </a:lnTo>
                  <a:lnTo>
                    <a:pt x="3818529" y="976209"/>
                  </a:lnTo>
                  <a:lnTo>
                    <a:pt x="3782829" y="978485"/>
                  </a:lnTo>
                  <a:lnTo>
                    <a:pt x="3730606" y="982208"/>
                  </a:lnTo>
                  <a:lnTo>
                    <a:pt x="3663096" y="987624"/>
                  </a:lnTo>
                  <a:lnTo>
                    <a:pt x="3583415" y="994869"/>
                  </a:lnTo>
                  <a:lnTo>
                    <a:pt x="3495772" y="1003981"/>
                  </a:lnTo>
                  <a:lnTo>
                    <a:pt x="3404565" y="1014934"/>
                  </a:lnTo>
                  <a:lnTo>
                    <a:pt x="3313657" y="1027684"/>
                  </a:lnTo>
                  <a:lnTo>
                    <a:pt x="3225958" y="1042212"/>
                  </a:lnTo>
                  <a:lnTo>
                    <a:pt x="3143325" y="1058555"/>
                  </a:lnTo>
                  <a:lnTo>
                    <a:pt x="3066674" y="1076825"/>
                  </a:lnTo>
                  <a:lnTo>
                    <a:pt x="2996181" y="1097215"/>
                  </a:lnTo>
                  <a:lnTo>
                    <a:pt x="2931512" y="1119998"/>
                  </a:lnTo>
                  <a:lnTo>
                    <a:pt x="2872001" y="1145519"/>
                  </a:lnTo>
                  <a:lnTo>
                    <a:pt x="2816805" y="1174175"/>
                  </a:lnTo>
                  <a:lnTo>
                    <a:pt x="2765008" y="1206384"/>
                  </a:lnTo>
                  <a:lnTo>
                    <a:pt x="2715704" y="1242521"/>
                  </a:lnTo>
                  <a:lnTo>
                    <a:pt x="2668081" y="1282816"/>
                  </a:lnTo>
                  <a:lnTo>
                    <a:pt x="2667772" y="1283095"/>
                  </a:lnTo>
                  <a:lnTo>
                    <a:pt x="2626488" y="1322274"/>
                  </a:lnTo>
                  <a:lnTo>
                    <a:pt x="2585605" y="1364800"/>
                  </a:lnTo>
                  <a:lnTo>
                    <a:pt x="2544804" y="1410738"/>
                  </a:lnTo>
                  <a:lnTo>
                    <a:pt x="2503850" y="1460072"/>
                  </a:lnTo>
                  <a:lnTo>
                    <a:pt x="2462578" y="1512706"/>
                  </a:lnTo>
                  <a:lnTo>
                    <a:pt x="2420890" y="1568446"/>
                  </a:lnTo>
                  <a:lnTo>
                    <a:pt x="2378745" y="1627005"/>
                  </a:lnTo>
                  <a:lnTo>
                    <a:pt x="2336155" y="1688000"/>
                  </a:lnTo>
                  <a:lnTo>
                    <a:pt x="2293175" y="1750962"/>
                  </a:lnTo>
                  <a:lnTo>
                    <a:pt x="2249899" y="1815348"/>
                  </a:lnTo>
                  <a:lnTo>
                    <a:pt x="2206446" y="1880559"/>
                  </a:lnTo>
                  <a:lnTo>
                    <a:pt x="2162952" y="1945961"/>
                  </a:lnTo>
                  <a:lnTo>
                    <a:pt x="2119555" y="2010916"/>
                  </a:lnTo>
                  <a:lnTo>
                    <a:pt x="2076385" y="2074800"/>
                  </a:lnTo>
                  <a:lnTo>
                    <a:pt x="2033552" y="2137034"/>
                  </a:lnTo>
                  <a:lnTo>
                    <a:pt x="1991136" y="2197103"/>
                  </a:lnTo>
                  <a:lnTo>
                    <a:pt x="1949175" y="2254571"/>
                  </a:lnTo>
                  <a:lnTo>
                    <a:pt x="1907663" y="2309093"/>
                  </a:lnTo>
                  <a:lnTo>
                    <a:pt x="1866534" y="2360420"/>
                  </a:lnTo>
                  <a:lnTo>
                    <a:pt x="1825665" y="2408398"/>
                  </a:lnTo>
                  <a:lnTo>
                    <a:pt x="1784864" y="2452963"/>
                  </a:lnTo>
                  <a:lnTo>
                    <a:pt x="1743863" y="2494134"/>
                  </a:lnTo>
                  <a:lnTo>
                    <a:pt x="1719082" y="2517189"/>
                  </a:lnTo>
                  <a:lnTo>
                    <a:pt x="1671468" y="2557511"/>
                  </a:lnTo>
                  <a:lnTo>
                    <a:pt x="1622178" y="2593676"/>
                  </a:lnTo>
                  <a:lnTo>
                    <a:pt x="1570400" y="2625909"/>
                  </a:lnTo>
                  <a:lnTo>
                    <a:pt x="1515230" y="2654587"/>
                  </a:lnTo>
                  <a:lnTo>
                    <a:pt x="1455750" y="2680127"/>
                  </a:lnTo>
                  <a:lnTo>
                    <a:pt x="1391117" y="2702927"/>
                  </a:lnTo>
                  <a:lnTo>
                    <a:pt x="1320664" y="2723332"/>
                  </a:lnTo>
                  <a:lnTo>
                    <a:pt x="1244053" y="2741615"/>
                  </a:lnTo>
                  <a:lnTo>
                    <a:pt x="1161458" y="2757970"/>
                  </a:lnTo>
                  <a:lnTo>
                    <a:pt x="1073787" y="2772510"/>
                  </a:lnTo>
                  <a:lnTo>
                    <a:pt x="982892" y="2785272"/>
                  </a:lnTo>
                  <a:lnTo>
                    <a:pt x="891676" y="2796237"/>
                  </a:lnTo>
                  <a:lnTo>
                    <a:pt x="803995" y="2805361"/>
                  </a:lnTo>
                  <a:lnTo>
                    <a:pt x="724247" y="2812618"/>
                  </a:lnTo>
                  <a:lnTo>
                    <a:pt x="656645" y="2818046"/>
                  </a:lnTo>
                  <a:lnTo>
                    <a:pt x="604315" y="2821780"/>
                  </a:lnTo>
                  <a:lnTo>
                    <a:pt x="568507" y="2824064"/>
                  </a:lnTo>
                  <a:lnTo>
                    <a:pt x="548172" y="2825230"/>
                  </a:lnTo>
                  <a:lnTo>
                    <a:pt x="540001" y="2825653"/>
                  </a:lnTo>
                  <a:lnTo>
                    <a:pt x="538736" y="2825713"/>
                  </a:lnTo>
                  <a:lnTo>
                    <a:pt x="0" y="282571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86" name="pl1386"/>
            <p:cNvSpPr/>
            <p:nvPr/>
          </p:nvSpPr>
          <p:spPr>
            <a:xfrm>
              <a:off x="546595" y="1877475"/>
              <a:ext cx="8234974" cy="2825713"/>
            </a:xfrm>
            <a:custGeom>
              <a:avLst/>
              <a:pathLst>
                <a:path w="8234974" h="2825713">
                  <a:moveTo>
                    <a:pt x="0" y="2825713"/>
                  </a:moveTo>
                  <a:lnTo>
                    <a:pt x="538736" y="2825713"/>
                  </a:lnTo>
                  <a:lnTo>
                    <a:pt x="539977" y="2825654"/>
                  </a:lnTo>
                  <a:lnTo>
                    <a:pt x="548083" y="2825235"/>
                  </a:lnTo>
                  <a:lnTo>
                    <a:pt x="568325" y="2824075"/>
                  </a:lnTo>
                  <a:lnTo>
                    <a:pt x="604026" y="2821799"/>
                  </a:lnTo>
                  <a:lnTo>
                    <a:pt x="656248" y="2818076"/>
                  </a:lnTo>
                  <a:lnTo>
                    <a:pt x="723759" y="2812660"/>
                  </a:lnTo>
                  <a:lnTo>
                    <a:pt x="803439" y="2805415"/>
                  </a:lnTo>
                  <a:lnTo>
                    <a:pt x="891083" y="2796303"/>
                  </a:lnTo>
                  <a:lnTo>
                    <a:pt x="982289" y="2785350"/>
                  </a:lnTo>
                  <a:lnTo>
                    <a:pt x="1073197" y="2772600"/>
                  </a:lnTo>
                  <a:lnTo>
                    <a:pt x="1160896" y="2758072"/>
                  </a:lnTo>
                  <a:lnTo>
                    <a:pt x="1243529" y="2741729"/>
                  </a:lnTo>
                  <a:lnTo>
                    <a:pt x="1320181" y="2723459"/>
                  </a:lnTo>
                  <a:lnTo>
                    <a:pt x="1390673" y="2703069"/>
                  </a:lnTo>
                  <a:lnTo>
                    <a:pt x="1455343" y="2680286"/>
                  </a:lnTo>
                  <a:lnTo>
                    <a:pt x="1514854" y="2654765"/>
                  </a:lnTo>
                  <a:lnTo>
                    <a:pt x="1570049" y="2626109"/>
                  </a:lnTo>
                  <a:lnTo>
                    <a:pt x="1621846" y="2593900"/>
                  </a:lnTo>
                  <a:lnTo>
                    <a:pt x="1671150" y="2557763"/>
                  </a:lnTo>
                  <a:lnTo>
                    <a:pt x="1718773" y="2517468"/>
                  </a:lnTo>
                  <a:lnTo>
                    <a:pt x="1719082" y="2517189"/>
                  </a:lnTo>
                  <a:lnTo>
                    <a:pt x="1760367" y="2478010"/>
                  </a:lnTo>
                  <a:lnTo>
                    <a:pt x="1801250" y="2435483"/>
                  </a:lnTo>
                  <a:lnTo>
                    <a:pt x="1842051" y="2389546"/>
                  </a:lnTo>
                  <a:lnTo>
                    <a:pt x="1883005" y="2340211"/>
                  </a:lnTo>
                  <a:lnTo>
                    <a:pt x="1924276" y="2287578"/>
                  </a:lnTo>
                  <a:lnTo>
                    <a:pt x="1965964" y="2231838"/>
                  </a:lnTo>
                  <a:lnTo>
                    <a:pt x="2008109" y="2173279"/>
                  </a:lnTo>
                  <a:lnTo>
                    <a:pt x="2050700" y="2112284"/>
                  </a:lnTo>
                  <a:lnTo>
                    <a:pt x="2093680" y="2049322"/>
                  </a:lnTo>
                  <a:lnTo>
                    <a:pt x="2136956" y="1984935"/>
                  </a:lnTo>
                  <a:lnTo>
                    <a:pt x="2180408" y="1919725"/>
                  </a:lnTo>
                  <a:lnTo>
                    <a:pt x="2223902" y="1854322"/>
                  </a:lnTo>
                  <a:lnTo>
                    <a:pt x="2267300" y="1789368"/>
                  </a:lnTo>
                  <a:lnTo>
                    <a:pt x="2310470" y="1725484"/>
                  </a:lnTo>
                  <a:lnTo>
                    <a:pt x="2353303" y="1663250"/>
                  </a:lnTo>
                  <a:lnTo>
                    <a:pt x="2395719" y="1603181"/>
                  </a:lnTo>
                  <a:lnTo>
                    <a:pt x="2437679" y="1545713"/>
                  </a:lnTo>
                  <a:lnTo>
                    <a:pt x="2479192" y="1491191"/>
                  </a:lnTo>
                  <a:lnTo>
                    <a:pt x="2520321" y="1439864"/>
                  </a:lnTo>
                  <a:lnTo>
                    <a:pt x="2561190" y="1391886"/>
                  </a:lnTo>
                  <a:lnTo>
                    <a:pt x="2601991" y="1347321"/>
                  </a:lnTo>
                  <a:lnTo>
                    <a:pt x="2642992" y="1306150"/>
                  </a:lnTo>
                  <a:lnTo>
                    <a:pt x="2667772" y="1283095"/>
                  </a:lnTo>
                  <a:lnTo>
                    <a:pt x="2715387" y="1242772"/>
                  </a:lnTo>
                  <a:lnTo>
                    <a:pt x="2764677" y="1206608"/>
                  </a:lnTo>
                  <a:lnTo>
                    <a:pt x="2816455" y="1174374"/>
                  </a:lnTo>
                  <a:lnTo>
                    <a:pt x="2871625" y="1145696"/>
                  </a:lnTo>
                  <a:lnTo>
                    <a:pt x="2931104" y="1120156"/>
                  </a:lnTo>
                  <a:lnTo>
                    <a:pt x="2995738" y="1097356"/>
                  </a:lnTo>
                  <a:lnTo>
                    <a:pt x="3066190" y="1076952"/>
                  </a:lnTo>
                  <a:lnTo>
                    <a:pt x="3142801" y="1058669"/>
                  </a:lnTo>
                  <a:lnTo>
                    <a:pt x="3225397" y="1042313"/>
                  </a:lnTo>
                  <a:lnTo>
                    <a:pt x="3313068" y="1027774"/>
                  </a:lnTo>
                  <a:lnTo>
                    <a:pt x="3403963" y="1015012"/>
                  </a:lnTo>
                  <a:lnTo>
                    <a:pt x="3495179" y="1004047"/>
                  </a:lnTo>
                  <a:lnTo>
                    <a:pt x="3582860" y="994923"/>
                  </a:lnTo>
                  <a:lnTo>
                    <a:pt x="3662608" y="987666"/>
                  </a:lnTo>
                  <a:lnTo>
                    <a:pt x="3730210" y="982238"/>
                  </a:lnTo>
                  <a:lnTo>
                    <a:pt x="3782540" y="978504"/>
                  </a:lnTo>
                  <a:lnTo>
                    <a:pt x="3818348" y="976220"/>
                  </a:lnTo>
                  <a:lnTo>
                    <a:pt x="3838683" y="975054"/>
                  </a:lnTo>
                  <a:lnTo>
                    <a:pt x="3846853" y="974631"/>
                  </a:lnTo>
                  <a:lnTo>
                    <a:pt x="3848118" y="974571"/>
                  </a:lnTo>
                  <a:lnTo>
                    <a:pt x="3848118" y="974571"/>
                  </a:lnTo>
                  <a:lnTo>
                    <a:pt x="4386855" y="974571"/>
                  </a:lnTo>
                  <a:lnTo>
                    <a:pt x="4388140" y="974539"/>
                  </a:lnTo>
                  <a:lnTo>
                    <a:pt x="4396526" y="974310"/>
                  </a:lnTo>
                  <a:lnTo>
                    <a:pt x="4417439" y="973677"/>
                  </a:lnTo>
                  <a:lnTo>
                    <a:pt x="4454257" y="972436"/>
                  </a:lnTo>
                  <a:lnTo>
                    <a:pt x="4507980" y="970407"/>
                  </a:lnTo>
                  <a:lnTo>
                    <a:pt x="4577210" y="967459"/>
                  </a:lnTo>
                  <a:lnTo>
                    <a:pt x="4658618" y="963523"/>
                  </a:lnTo>
                  <a:lnTo>
                    <a:pt x="4747800" y="958580"/>
                  </a:lnTo>
                  <a:lnTo>
                    <a:pt x="4840221" y="952647"/>
                  </a:lnTo>
                  <a:lnTo>
                    <a:pt x="4931969" y="945747"/>
                  </a:lnTo>
                  <a:lnTo>
                    <a:pt x="5020151" y="937889"/>
                  </a:lnTo>
                  <a:lnTo>
                    <a:pt x="5102974" y="929046"/>
                  </a:lnTo>
                  <a:lnTo>
                    <a:pt x="5179607" y="919153"/>
                  </a:lnTo>
                  <a:lnTo>
                    <a:pt x="5249958" y="908096"/>
                  </a:lnTo>
                  <a:lnTo>
                    <a:pt x="5314443" y="895721"/>
                  </a:lnTo>
                  <a:lnTo>
                    <a:pt x="5373789" y="881833"/>
                  </a:lnTo>
                  <a:lnTo>
                    <a:pt x="5428893" y="866212"/>
                  </a:lnTo>
                  <a:lnTo>
                    <a:pt x="5480709" y="848632"/>
                  </a:lnTo>
                  <a:lnTo>
                    <a:pt x="5530160" y="828899"/>
                  </a:lnTo>
                  <a:lnTo>
                    <a:pt x="5567201" y="812143"/>
                  </a:lnTo>
                  <a:lnTo>
                    <a:pt x="5615188" y="787977"/>
                  </a:lnTo>
                  <a:lnTo>
                    <a:pt x="5662707" y="761416"/>
                  </a:lnTo>
                  <a:lnTo>
                    <a:pt x="5710227" y="732423"/>
                  </a:lnTo>
                  <a:lnTo>
                    <a:pt x="5758073" y="701037"/>
                  </a:lnTo>
                  <a:lnTo>
                    <a:pt x="5806443" y="667384"/>
                  </a:lnTo>
                  <a:lnTo>
                    <a:pt x="5855425" y="631681"/>
                  </a:lnTo>
                  <a:lnTo>
                    <a:pt x="5905009" y="594238"/>
                  </a:lnTo>
                  <a:lnTo>
                    <a:pt x="5955104" y="555447"/>
                  </a:lnTo>
                  <a:lnTo>
                    <a:pt x="6005551" y="515771"/>
                  </a:lnTo>
                  <a:lnTo>
                    <a:pt x="6056153" y="475718"/>
                  </a:lnTo>
                  <a:lnTo>
                    <a:pt x="6106692" y="435819"/>
                  </a:lnTo>
                  <a:lnTo>
                    <a:pt x="6156957" y="396594"/>
                  </a:lnTo>
                  <a:lnTo>
                    <a:pt x="6206773" y="358529"/>
                  </a:lnTo>
                  <a:lnTo>
                    <a:pt x="6256016" y="322048"/>
                  </a:lnTo>
                  <a:lnTo>
                    <a:pt x="6304640" y="287496"/>
                  </a:lnTo>
                  <a:lnTo>
                    <a:pt x="6352690" y="255131"/>
                  </a:lnTo>
                  <a:lnTo>
                    <a:pt x="6400315" y="225116"/>
                  </a:lnTo>
                  <a:lnTo>
                    <a:pt x="6447787" y="197528"/>
                  </a:lnTo>
                  <a:lnTo>
                    <a:pt x="6495508" y="172358"/>
                  </a:lnTo>
                  <a:lnTo>
                    <a:pt x="6515891" y="162428"/>
                  </a:lnTo>
                  <a:lnTo>
                    <a:pt x="6564081" y="140960"/>
                  </a:lnTo>
                  <a:lnTo>
                    <a:pt x="6613996" y="121733"/>
                  </a:lnTo>
                  <a:lnTo>
                    <a:pt x="6666480" y="104620"/>
                  </a:lnTo>
                  <a:lnTo>
                    <a:pt x="6722471" y="89416"/>
                  </a:lnTo>
                  <a:lnTo>
                    <a:pt x="6782918" y="75893"/>
                  </a:lnTo>
                  <a:lnTo>
                    <a:pt x="6848689" y="63835"/>
                  </a:lnTo>
                  <a:lnTo>
                    <a:pt x="6920455" y="53057"/>
                  </a:lnTo>
                  <a:lnTo>
                    <a:pt x="6998535" y="43412"/>
                  </a:lnTo>
                  <a:lnTo>
                    <a:pt x="7082689" y="34799"/>
                  </a:lnTo>
                  <a:lnTo>
                    <a:pt x="7171883" y="27160"/>
                  </a:lnTo>
                  <a:lnTo>
                    <a:pt x="7264081" y="20480"/>
                  </a:lnTo>
                  <a:lnTo>
                    <a:pt x="7356137" y="14772"/>
                  </a:lnTo>
                  <a:lnTo>
                    <a:pt x="7443950" y="10058"/>
                  </a:lnTo>
                  <a:lnTo>
                    <a:pt x="7522938" y="6352"/>
                  </a:lnTo>
                  <a:lnTo>
                    <a:pt x="7588856" y="3623"/>
                  </a:lnTo>
                  <a:lnTo>
                    <a:pt x="7638752" y="1787"/>
                  </a:lnTo>
                  <a:lnTo>
                    <a:pt x="7671754" y="702"/>
                  </a:lnTo>
                  <a:lnTo>
                    <a:pt x="7689424" y="180"/>
                  </a:lnTo>
                  <a:lnTo>
                    <a:pt x="7695640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7" name="pl1387"/>
            <p:cNvSpPr/>
            <p:nvPr/>
          </p:nvSpPr>
          <p:spPr>
            <a:xfrm>
              <a:off x="546595" y="1872031"/>
              <a:ext cx="8234974" cy="2825713"/>
            </a:xfrm>
            <a:custGeom>
              <a:avLst/>
              <a:pathLst>
                <a:path w="8234974" h="2825713">
                  <a:moveTo>
                    <a:pt x="8234974" y="0"/>
                  </a:move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77" y="974630"/>
                  </a:lnTo>
                  <a:lnTo>
                    <a:pt x="3838771" y="975049"/>
                  </a:lnTo>
                  <a:lnTo>
                    <a:pt x="3818529" y="976209"/>
                  </a:lnTo>
                  <a:lnTo>
                    <a:pt x="3782829" y="978485"/>
                  </a:lnTo>
                  <a:lnTo>
                    <a:pt x="3730606" y="982208"/>
                  </a:lnTo>
                  <a:lnTo>
                    <a:pt x="3663096" y="987624"/>
                  </a:lnTo>
                  <a:lnTo>
                    <a:pt x="3583415" y="994869"/>
                  </a:lnTo>
                  <a:lnTo>
                    <a:pt x="3495772" y="1003981"/>
                  </a:lnTo>
                  <a:lnTo>
                    <a:pt x="3404565" y="1014934"/>
                  </a:lnTo>
                  <a:lnTo>
                    <a:pt x="3313657" y="1027684"/>
                  </a:lnTo>
                  <a:lnTo>
                    <a:pt x="3225958" y="1042212"/>
                  </a:lnTo>
                  <a:lnTo>
                    <a:pt x="3143325" y="1058555"/>
                  </a:lnTo>
                  <a:lnTo>
                    <a:pt x="3066674" y="1076825"/>
                  </a:lnTo>
                  <a:lnTo>
                    <a:pt x="2996181" y="1097215"/>
                  </a:lnTo>
                  <a:lnTo>
                    <a:pt x="2931512" y="1119998"/>
                  </a:lnTo>
                  <a:lnTo>
                    <a:pt x="2872001" y="1145519"/>
                  </a:lnTo>
                  <a:lnTo>
                    <a:pt x="2816805" y="1174175"/>
                  </a:lnTo>
                  <a:lnTo>
                    <a:pt x="2765008" y="1206384"/>
                  </a:lnTo>
                  <a:lnTo>
                    <a:pt x="2715704" y="1242521"/>
                  </a:lnTo>
                  <a:lnTo>
                    <a:pt x="2668081" y="1282816"/>
                  </a:lnTo>
                  <a:lnTo>
                    <a:pt x="2667772" y="1283095"/>
                  </a:lnTo>
                  <a:lnTo>
                    <a:pt x="2626488" y="1322274"/>
                  </a:lnTo>
                  <a:lnTo>
                    <a:pt x="2585605" y="1364800"/>
                  </a:lnTo>
                  <a:lnTo>
                    <a:pt x="2544804" y="1410738"/>
                  </a:lnTo>
                  <a:lnTo>
                    <a:pt x="2503850" y="1460072"/>
                  </a:lnTo>
                  <a:lnTo>
                    <a:pt x="2462578" y="1512706"/>
                  </a:lnTo>
                  <a:lnTo>
                    <a:pt x="2420890" y="1568446"/>
                  </a:lnTo>
                  <a:lnTo>
                    <a:pt x="2378745" y="1627005"/>
                  </a:lnTo>
                  <a:lnTo>
                    <a:pt x="2336155" y="1688000"/>
                  </a:lnTo>
                  <a:lnTo>
                    <a:pt x="2293175" y="1750962"/>
                  </a:lnTo>
                  <a:lnTo>
                    <a:pt x="2249899" y="1815348"/>
                  </a:lnTo>
                  <a:lnTo>
                    <a:pt x="2206446" y="1880559"/>
                  </a:lnTo>
                  <a:lnTo>
                    <a:pt x="2162952" y="1945961"/>
                  </a:lnTo>
                  <a:lnTo>
                    <a:pt x="2119555" y="2010916"/>
                  </a:lnTo>
                  <a:lnTo>
                    <a:pt x="2076385" y="2074800"/>
                  </a:lnTo>
                  <a:lnTo>
                    <a:pt x="2033552" y="2137034"/>
                  </a:lnTo>
                  <a:lnTo>
                    <a:pt x="1991136" y="2197103"/>
                  </a:lnTo>
                  <a:lnTo>
                    <a:pt x="1949175" y="2254571"/>
                  </a:lnTo>
                  <a:lnTo>
                    <a:pt x="1907663" y="2309093"/>
                  </a:lnTo>
                  <a:lnTo>
                    <a:pt x="1866534" y="2360420"/>
                  </a:lnTo>
                  <a:lnTo>
                    <a:pt x="1825665" y="2408398"/>
                  </a:lnTo>
                  <a:lnTo>
                    <a:pt x="1784864" y="2452963"/>
                  </a:lnTo>
                  <a:lnTo>
                    <a:pt x="1743863" y="2494134"/>
                  </a:lnTo>
                  <a:lnTo>
                    <a:pt x="1719082" y="2517189"/>
                  </a:lnTo>
                  <a:lnTo>
                    <a:pt x="1671468" y="2557511"/>
                  </a:lnTo>
                  <a:lnTo>
                    <a:pt x="1622178" y="2593676"/>
                  </a:lnTo>
                  <a:lnTo>
                    <a:pt x="1570400" y="2625909"/>
                  </a:lnTo>
                  <a:lnTo>
                    <a:pt x="1515230" y="2654587"/>
                  </a:lnTo>
                  <a:lnTo>
                    <a:pt x="1455750" y="2680127"/>
                  </a:lnTo>
                  <a:lnTo>
                    <a:pt x="1391117" y="2702927"/>
                  </a:lnTo>
                  <a:lnTo>
                    <a:pt x="1320664" y="2723332"/>
                  </a:lnTo>
                  <a:lnTo>
                    <a:pt x="1244053" y="2741615"/>
                  </a:lnTo>
                  <a:lnTo>
                    <a:pt x="1161458" y="2757970"/>
                  </a:lnTo>
                  <a:lnTo>
                    <a:pt x="1073787" y="2772510"/>
                  </a:lnTo>
                  <a:lnTo>
                    <a:pt x="982892" y="2785272"/>
                  </a:lnTo>
                  <a:lnTo>
                    <a:pt x="891676" y="2796237"/>
                  </a:lnTo>
                  <a:lnTo>
                    <a:pt x="803995" y="2805361"/>
                  </a:lnTo>
                  <a:lnTo>
                    <a:pt x="724247" y="2812618"/>
                  </a:lnTo>
                  <a:lnTo>
                    <a:pt x="656645" y="2818046"/>
                  </a:lnTo>
                  <a:lnTo>
                    <a:pt x="604315" y="2821780"/>
                  </a:lnTo>
                  <a:lnTo>
                    <a:pt x="568507" y="2824064"/>
                  </a:lnTo>
                  <a:lnTo>
                    <a:pt x="548172" y="2825230"/>
                  </a:lnTo>
                  <a:lnTo>
                    <a:pt x="540001" y="2825653"/>
                  </a:lnTo>
                  <a:lnTo>
                    <a:pt x="538736" y="2825713"/>
                  </a:lnTo>
                  <a:lnTo>
                    <a:pt x="538736" y="2825713"/>
                  </a:lnTo>
                  <a:lnTo>
                    <a:pt x="0" y="2825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8" name="pg1388"/>
            <p:cNvSpPr/>
            <p:nvPr/>
          </p:nvSpPr>
          <p:spPr>
            <a:xfrm>
              <a:off x="546595" y="2329372"/>
              <a:ext cx="8234974" cy="2379261"/>
            </a:xfrm>
            <a:custGeom>
              <a:avLst/>
              <a:pathLst>
                <a:path w="8234974" h="2379261">
                  <a:moveTo>
                    <a:pt x="0" y="2379261"/>
                  </a:moveTo>
                  <a:lnTo>
                    <a:pt x="538736" y="2379261"/>
                  </a:lnTo>
                  <a:lnTo>
                    <a:pt x="539978" y="2379203"/>
                  </a:lnTo>
                  <a:lnTo>
                    <a:pt x="548091" y="2378787"/>
                  </a:lnTo>
                  <a:lnTo>
                    <a:pt x="568348" y="2377636"/>
                  </a:lnTo>
                  <a:lnTo>
                    <a:pt x="604075" y="2375379"/>
                  </a:lnTo>
                  <a:lnTo>
                    <a:pt x="656333" y="2371685"/>
                  </a:lnTo>
                  <a:lnTo>
                    <a:pt x="723884" y="2366313"/>
                  </a:lnTo>
                  <a:lnTo>
                    <a:pt x="803606" y="2359126"/>
                  </a:lnTo>
                  <a:lnTo>
                    <a:pt x="891286" y="2350088"/>
                  </a:lnTo>
                  <a:lnTo>
                    <a:pt x="982521" y="2339225"/>
                  </a:lnTo>
                  <a:lnTo>
                    <a:pt x="1073449" y="2326579"/>
                  </a:lnTo>
                  <a:lnTo>
                    <a:pt x="1161160" y="2312170"/>
                  </a:lnTo>
                  <a:lnTo>
                    <a:pt x="1243798" y="2295960"/>
                  </a:lnTo>
                  <a:lnTo>
                    <a:pt x="1320450" y="2277840"/>
                  </a:lnTo>
                  <a:lnTo>
                    <a:pt x="1390939" y="2257615"/>
                  </a:lnTo>
                  <a:lnTo>
                    <a:pt x="1455604" y="2235017"/>
                  </a:lnTo>
                  <a:lnTo>
                    <a:pt x="1515111" y="2209701"/>
                  </a:lnTo>
                  <a:lnTo>
                    <a:pt x="1570304" y="2181275"/>
                  </a:lnTo>
                  <a:lnTo>
                    <a:pt x="1622101" y="2149323"/>
                  </a:lnTo>
                  <a:lnTo>
                    <a:pt x="1671408" y="2113473"/>
                  </a:lnTo>
                  <a:lnTo>
                    <a:pt x="1719082" y="2073460"/>
                  </a:lnTo>
                  <a:lnTo>
                    <a:pt x="1760481" y="2034513"/>
                  </a:lnTo>
                  <a:lnTo>
                    <a:pt x="1801477" y="1992231"/>
                  </a:lnTo>
                  <a:lnTo>
                    <a:pt x="1842391" y="1946549"/>
                  </a:lnTo>
                  <a:lnTo>
                    <a:pt x="1883462" y="1897481"/>
                  </a:lnTo>
                  <a:lnTo>
                    <a:pt x="1924853" y="1845127"/>
                  </a:lnTo>
                  <a:lnTo>
                    <a:pt x="1966663" y="1789680"/>
                  </a:lnTo>
                  <a:lnTo>
                    <a:pt x="2008934" y="1731429"/>
                  </a:lnTo>
                  <a:lnTo>
                    <a:pt x="2051652" y="1670759"/>
                  </a:lnTo>
                  <a:lnTo>
                    <a:pt x="2094759" y="1608138"/>
                  </a:lnTo>
                  <a:lnTo>
                    <a:pt x="2138162" y="1544114"/>
                  </a:lnTo>
                  <a:lnTo>
                    <a:pt x="2181738" y="1479284"/>
                  </a:lnTo>
                  <a:lnTo>
                    <a:pt x="2225352" y="1414283"/>
                  </a:lnTo>
                  <a:lnTo>
                    <a:pt x="2268865" y="1349750"/>
                  </a:lnTo>
                  <a:lnTo>
                    <a:pt x="2312144" y="1286305"/>
                  </a:lnTo>
                  <a:lnTo>
                    <a:pt x="2355080" y="1224526"/>
                  </a:lnTo>
                  <a:lnTo>
                    <a:pt x="2397595" y="1164925"/>
                  </a:lnTo>
                  <a:lnTo>
                    <a:pt x="2439651" y="1107933"/>
                  </a:lnTo>
                  <a:lnTo>
                    <a:pt x="2481258" y="1053892"/>
                  </a:lnTo>
                  <a:lnTo>
                    <a:pt x="2522485" y="1003045"/>
                  </a:lnTo>
                  <a:lnTo>
                    <a:pt x="2563458" y="955541"/>
                  </a:lnTo>
                  <a:lnTo>
                    <a:pt x="2604376" y="911440"/>
                  </a:lnTo>
                  <a:lnTo>
                    <a:pt x="2645513" y="870718"/>
                  </a:lnTo>
                  <a:lnTo>
                    <a:pt x="2667772" y="850254"/>
                  </a:lnTo>
                  <a:lnTo>
                    <a:pt x="2715400" y="810277"/>
                  </a:lnTo>
                  <a:lnTo>
                    <a:pt x="2764705" y="774423"/>
                  </a:lnTo>
                  <a:lnTo>
                    <a:pt x="2816500" y="742468"/>
                  </a:lnTo>
                  <a:lnTo>
                    <a:pt x="2871689" y="714038"/>
                  </a:lnTo>
                  <a:lnTo>
                    <a:pt x="2931191" y="688720"/>
                  </a:lnTo>
                  <a:lnTo>
                    <a:pt x="2995852" y="666119"/>
                  </a:lnTo>
                  <a:lnTo>
                    <a:pt x="3066335" y="645893"/>
                  </a:lnTo>
                  <a:lnTo>
                    <a:pt x="3142980" y="627770"/>
                  </a:lnTo>
                  <a:lnTo>
                    <a:pt x="3225613" y="611559"/>
                  </a:lnTo>
                  <a:lnTo>
                    <a:pt x="3313320" y="597148"/>
                  </a:lnTo>
                  <a:lnTo>
                    <a:pt x="3404246" y="584501"/>
                  </a:lnTo>
                  <a:lnTo>
                    <a:pt x="3495483" y="573635"/>
                  </a:lnTo>
                  <a:lnTo>
                    <a:pt x="3583169" y="564595"/>
                  </a:lnTo>
                  <a:lnTo>
                    <a:pt x="3662900" y="557407"/>
                  </a:lnTo>
                  <a:lnTo>
                    <a:pt x="3730464" y="552033"/>
                  </a:lnTo>
                  <a:lnTo>
                    <a:pt x="3782738" y="548338"/>
                  </a:lnTo>
                  <a:lnTo>
                    <a:pt x="3818480" y="546079"/>
                  </a:lnTo>
                  <a:lnTo>
                    <a:pt x="3838751" y="544928"/>
                  </a:lnTo>
                  <a:lnTo>
                    <a:pt x="3846873" y="544511"/>
                  </a:lnTo>
                  <a:lnTo>
                    <a:pt x="3848118" y="544453"/>
                  </a:lnTo>
                  <a:lnTo>
                    <a:pt x="4386855" y="544453"/>
                  </a:lnTo>
                  <a:lnTo>
                    <a:pt x="4388152" y="544435"/>
                  </a:lnTo>
                  <a:lnTo>
                    <a:pt x="4396616" y="544307"/>
                  </a:lnTo>
                  <a:lnTo>
                    <a:pt x="4417718" y="543954"/>
                  </a:lnTo>
                  <a:lnTo>
                    <a:pt x="4454848" y="543260"/>
                  </a:lnTo>
                  <a:lnTo>
                    <a:pt x="4508988" y="542127"/>
                  </a:lnTo>
                  <a:lnTo>
                    <a:pt x="4578695" y="540482"/>
                  </a:lnTo>
                  <a:lnTo>
                    <a:pt x="4660579" y="538286"/>
                  </a:lnTo>
                  <a:lnTo>
                    <a:pt x="4750181" y="535530"/>
                  </a:lnTo>
                  <a:lnTo>
                    <a:pt x="4842932" y="532223"/>
                  </a:lnTo>
                  <a:lnTo>
                    <a:pt x="4934904" y="528378"/>
                  </a:lnTo>
                  <a:lnTo>
                    <a:pt x="5023213" y="524000"/>
                  </a:lnTo>
                  <a:lnTo>
                    <a:pt x="5106082" y="519072"/>
                  </a:lnTo>
                  <a:lnTo>
                    <a:pt x="5182706" y="513558"/>
                  </a:lnTo>
                  <a:lnTo>
                    <a:pt x="5253016" y="507392"/>
                  </a:lnTo>
                  <a:lnTo>
                    <a:pt x="5317449" y="500489"/>
                  </a:lnTo>
                  <a:lnTo>
                    <a:pt x="5376752" y="492737"/>
                  </a:lnTo>
                  <a:lnTo>
                    <a:pt x="5431834" y="484015"/>
                  </a:lnTo>
                  <a:lnTo>
                    <a:pt x="5483659" y="474195"/>
                  </a:lnTo>
                  <a:lnTo>
                    <a:pt x="5533156" y="463171"/>
                  </a:lnTo>
                  <a:lnTo>
                    <a:pt x="5567201" y="454618"/>
                  </a:lnTo>
                  <a:lnTo>
                    <a:pt x="5618268" y="440344"/>
                  </a:lnTo>
                  <a:lnTo>
                    <a:pt x="5668842" y="424566"/>
                  </a:lnTo>
                  <a:lnTo>
                    <a:pt x="5719472" y="407263"/>
                  </a:lnTo>
                  <a:lnTo>
                    <a:pt x="5770523" y="388473"/>
                  </a:lnTo>
                  <a:lnTo>
                    <a:pt x="5822205" y="368291"/>
                  </a:lnTo>
                  <a:lnTo>
                    <a:pt x="5874587" y="346882"/>
                  </a:lnTo>
                  <a:lnTo>
                    <a:pt x="5927620" y="324472"/>
                  </a:lnTo>
                  <a:lnTo>
                    <a:pt x="5981157" y="301344"/>
                  </a:lnTo>
                  <a:lnTo>
                    <a:pt x="6034983" y="277823"/>
                  </a:lnTo>
                  <a:lnTo>
                    <a:pt x="6088840" y="254260"/>
                  </a:lnTo>
                  <a:lnTo>
                    <a:pt x="6142470" y="231005"/>
                  </a:lnTo>
                  <a:lnTo>
                    <a:pt x="6195642" y="208392"/>
                  </a:lnTo>
                  <a:lnTo>
                    <a:pt x="6248192" y="186716"/>
                  </a:lnTo>
                  <a:lnTo>
                    <a:pt x="6300042" y="166218"/>
                  </a:lnTo>
                  <a:lnTo>
                    <a:pt x="6351233" y="147077"/>
                  </a:lnTo>
                  <a:lnTo>
                    <a:pt x="6401939" y="129406"/>
                  </a:lnTo>
                  <a:lnTo>
                    <a:pt x="6452483" y="113257"/>
                  </a:lnTo>
                  <a:lnTo>
                    <a:pt x="6503368" y="98621"/>
                  </a:lnTo>
                  <a:lnTo>
                    <a:pt x="6515891" y="95279"/>
                  </a:lnTo>
                  <a:lnTo>
                    <a:pt x="6564240" y="83369"/>
                  </a:lnTo>
                  <a:lnTo>
                    <a:pt x="6614328" y="72706"/>
                  </a:lnTo>
                  <a:lnTo>
                    <a:pt x="6667007" y="63220"/>
                  </a:lnTo>
                  <a:lnTo>
                    <a:pt x="6723226" y="54795"/>
                  </a:lnTo>
                  <a:lnTo>
                    <a:pt x="6783942" y="47304"/>
                  </a:lnTo>
                  <a:lnTo>
                    <a:pt x="6850030" y="40627"/>
                  </a:lnTo>
                  <a:lnTo>
                    <a:pt x="6922162" y="34661"/>
                  </a:lnTo>
                  <a:lnTo>
                    <a:pt x="7000650" y="29323"/>
                  </a:lnTo>
                  <a:lnTo>
                    <a:pt x="7085234" y="24559"/>
                  </a:lnTo>
                  <a:lnTo>
                    <a:pt x="7174848" y="20338"/>
                  </a:lnTo>
                  <a:lnTo>
                    <a:pt x="7267397" y="16649"/>
                  </a:lnTo>
                  <a:lnTo>
                    <a:pt x="7359672" y="13502"/>
                  </a:lnTo>
                  <a:lnTo>
                    <a:pt x="7447499" y="10909"/>
                  </a:lnTo>
                  <a:lnTo>
                    <a:pt x="7526250" y="8877"/>
                  </a:lnTo>
                  <a:lnTo>
                    <a:pt x="7591677" y="7387"/>
                  </a:lnTo>
                  <a:lnTo>
                    <a:pt x="7640882" y="6392"/>
                  </a:lnTo>
                  <a:lnTo>
                    <a:pt x="7673105" y="5809"/>
                  </a:lnTo>
                  <a:lnTo>
                    <a:pt x="7690055" y="5534"/>
                  </a:lnTo>
                  <a:lnTo>
                    <a:pt x="7695770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0" y="17"/>
                  </a:lnTo>
                  <a:lnTo>
                    <a:pt x="7686476" y="145"/>
                  </a:lnTo>
                  <a:lnTo>
                    <a:pt x="7665374" y="499"/>
                  </a:lnTo>
                  <a:lnTo>
                    <a:pt x="7628244" y="1192"/>
                  </a:lnTo>
                  <a:lnTo>
                    <a:pt x="7574104" y="2325"/>
                  </a:lnTo>
                  <a:lnTo>
                    <a:pt x="7504397" y="3970"/>
                  </a:lnTo>
                  <a:lnTo>
                    <a:pt x="7422513" y="6166"/>
                  </a:lnTo>
                  <a:lnTo>
                    <a:pt x="7332911" y="8922"/>
                  </a:lnTo>
                  <a:lnTo>
                    <a:pt x="7240161" y="12229"/>
                  </a:lnTo>
                  <a:lnTo>
                    <a:pt x="7148188" y="16074"/>
                  </a:lnTo>
                  <a:lnTo>
                    <a:pt x="7059880" y="20453"/>
                  </a:lnTo>
                  <a:lnTo>
                    <a:pt x="6977010" y="25380"/>
                  </a:lnTo>
                  <a:lnTo>
                    <a:pt x="6900387" y="30895"/>
                  </a:lnTo>
                  <a:lnTo>
                    <a:pt x="6830077" y="37060"/>
                  </a:lnTo>
                  <a:lnTo>
                    <a:pt x="6765643" y="43964"/>
                  </a:lnTo>
                  <a:lnTo>
                    <a:pt x="6706340" y="51715"/>
                  </a:lnTo>
                  <a:lnTo>
                    <a:pt x="6651258" y="60438"/>
                  </a:lnTo>
                  <a:lnTo>
                    <a:pt x="6599433" y="70258"/>
                  </a:lnTo>
                  <a:lnTo>
                    <a:pt x="6549936" y="81282"/>
                  </a:lnTo>
                  <a:lnTo>
                    <a:pt x="6515891" y="89834"/>
                  </a:lnTo>
                  <a:lnTo>
                    <a:pt x="6464825" y="104109"/>
                  </a:lnTo>
                  <a:lnTo>
                    <a:pt x="6414250" y="119887"/>
                  </a:lnTo>
                  <a:lnTo>
                    <a:pt x="6363621" y="137189"/>
                  </a:lnTo>
                  <a:lnTo>
                    <a:pt x="6312569" y="155980"/>
                  </a:lnTo>
                  <a:lnTo>
                    <a:pt x="6260888" y="176161"/>
                  </a:lnTo>
                  <a:lnTo>
                    <a:pt x="6208506" y="197570"/>
                  </a:lnTo>
                  <a:lnTo>
                    <a:pt x="6155473" y="219980"/>
                  </a:lnTo>
                  <a:lnTo>
                    <a:pt x="6101935" y="243108"/>
                  </a:lnTo>
                  <a:lnTo>
                    <a:pt x="6048110" y="266629"/>
                  </a:lnTo>
                  <a:lnTo>
                    <a:pt x="5994252" y="290193"/>
                  </a:lnTo>
                  <a:lnTo>
                    <a:pt x="5940623" y="313448"/>
                  </a:lnTo>
                  <a:lnTo>
                    <a:pt x="5887450" y="336060"/>
                  </a:lnTo>
                  <a:lnTo>
                    <a:pt x="5834901" y="357737"/>
                  </a:lnTo>
                  <a:lnTo>
                    <a:pt x="5783050" y="378235"/>
                  </a:lnTo>
                  <a:lnTo>
                    <a:pt x="5731859" y="397376"/>
                  </a:lnTo>
                  <a:lnTo>
                    <a:pt x="5681154" y="415046"/>
                  </a:lnTo>
                  <a:lnTo>
                    <a:pt x="5630609" y="431196"/>
                  </a:lnTo>
                  <a:lnTo>
                    <a:pt x="5579724" y="445832"/>
                  </a:lnTo>
                  <a:lnTo>
                    <a:pt x="5567201" y="449174"/>
                  </a:lnTo>
                  <a:lnTo>
                    <a:pt x="5518852" y="461083"/>
                  </a:lnTo>
                  <a:lnTo>
                    <a:pt x="5468765" y="471746"/>
                  </a:lnTo>
                  <a:lnTo>
                    <a:pt x="5416085" y="481233"/>
                  </a:lnTo>
                  <a:lnTo>
                    <a:pt x="5359866" y="489658"/>
                  </a:lnTo>
                  <a:lnTo>
                    <a:pt x="5299150" y="497148"/>
                  </a:lnTo>
                  <a:lnTo>
                    <a:pt x="5233063" y="503825"/>
                  </a:lnTo>
                  <a:lnTo>
                    <a:pt x="5160931" y="509792"/>
                  </a:lnTo>
                  <a:lnTo>
                    <a:pt x="5082443" y="515129"/>
                  </a:lnTo>
                  <a:lnTo>
                    <a:pt x="4997858" y="519893"/>
                  </a:lnTo>
                  <a:lnTo>
                    <a:pt x="4908245" y="524115"/>
                  </a:lnTo>
                  <a:lnTo>
                    <a:pt x="4815695" y="527803"/>
                  </a:lnTo>
                  <a:lnTo>
                    <a:pt x="4723420" y="530950"/>
                  </a:lnTo>
                  <a:lnTo>
                    <a:pt x="4635593" y="533543"/>
                  </a:lnTo>
                  <a:lnTo>
                    <a:pt x="4556842" y="535575"/>
                  </a:lnTo>
                  <a:lnTo>
                    <a:pt x="4491415" y="537065"/>
                  </a:lnTo>
                  <a:lnTo>
                    <a:pt x="4442210" y="538060"/>
                  </a:lnTo>
                  <a:lnTo>
                    <a:pt x="4409987" y="538643"/>
                  </a:lnTo>
                  <a:lnTo>
                    <a:pt x="4393037" y="538918"/>
                  </a:lnTo>
                  <a:lnTo>
                    <a:pt x="4387322" y="539002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76" y="539067"/>
                  </a:lnTo>
                  <a:lnTo>
                    <a:pt x="3838764" y="539483"/>
                  </a:lnTo>
                  <a:lnTo>
                    <a:pt x="3818506" y="540633"/>
                  </a:lnTo>
                  <a:lnTo>
                    <a:pt x="3782780" y="542891"/>
                  </a:lnTo>
                  <a:lnTo>
                    <a:pt x="3730522" y="546584"/>
                  </a:lnTo>
                  <a:lnTo>
                    <a:pt x="3662971" y="551957"/>
                  </a:lnTo>
                  <a:lnTo>
                    <a:pt x="3583249" y="559143"/>
                  </a:lnTo>
                  <a:lnTo>
                    <a:pt x="3495569" y="568181"/>
                  </a:lnTo>
                  <a:lnTo>
                    <a:pt x="3404334" y="579045"/>
                  </a:lnTo>
                  <a:lnTo>
                    <a:pt x="3313405" y="591691"/>
                  </a:lnTo>
                  <a:lnTo>
                    <a:pt x="3225694" y="606100"/>
                  </a:lnTo>
                  <a:lnTo>
                    <a:pt x="3143056" y="622309"/>
                  </a:lnTo>
                  <a:lnTo>
                    <a:pt x="3066405" y="640430"/>
                  </a:lnTo>
                  <a:lnTo>
                    <a:pt x="2995916" y="660654"/>
                  </a:lnTo>
                  <a:lnTo>
                    <a:pt x="2931250" y="683253"/>
                  </a:lnTo>
                  <a:lnTo>
                    <a:pt x="2871744" y="708568"/>
                  </a:lnTo>
                  <a:lnTo>
                    <a:pt x="2816550" y="736995"/>
                  </a:lnTo>
                  <a:lnTo>
                    <a:pt x="2764753" y="768947"/>
                  </a:lnTo>
                  <a:lnTo>
                    <a:pt x="2715446" y="804796"/>
                  </a:lnTo>
                  <a:lnTo>
                    <a:pt x="2667772" y="844810"/>
                  </a:lnTo>
                  <a:lnTo>
                    <a:pt x="2626374" y="883756"/>
                  </a:lnTo>
                  <a:lnTo>
                    <a:pt x="2585378" y="926038"/>
                  </a:lnTo>
                  <a:lnTo>
                    <a:pt x="2544463" y="971720"/>
                  </a:lnTo>
                  <a:lnTo>
                    <a:pt x="2503393" y="1020788"/>
                  </a:lnTo>
                  <a:lnTo>
                    <a:pt x="2462002" y="1073142"/>
                  </a:lnTo>
                  <a:lnTo>
                    <a:pt x="2420191" y="1128589"/>
                  </a:lnTo>
                  <a:lnTo>
                    <a:pt x="2377921" y="1186840"/>
                  </a:lnTo>
                  <a:lnTo>
                    <a:pt x="2335203" y="1247511"/>
                  </a:lnTo>
                  <a:lnTo>
                    <a:pt x="2292095" y="1310131"/>
                  </a:lnTo>
                  <a:lnTo>
                    <a:pt x="2248693" y="1374156"/>
                  </a:lnTo>
                  <a:lnTo>
                    <a:pt x="2205116" y="1438985"/>
                  </a:lnTo>
                  <a:lnTo>
                    <a:pt x="2161502" y="1503986"/>
                  </a:lnTo>
                  <a:lnTo>
                    <a:pt x="2117990" y="1568519"/>
                  </a:lnTo>
                  <a:lnTo>
                    <a:pt x="2074711" y="1631964"/>
                  </a:lnTo>
                  <a:lnTo>
                    <a:pt x="2031774" y="1693743"/>
                  </a:lnTo>
                  <a:lnTo>
                    <a:pt x="1989259" y="1753344"/>
                  </a:lnTo>
                  <a:lnTo>
                    <a:pt x="1947204" y="1810336"/>
                  </a:lnTo>
                  <a:lnTo>
                    <a:pt x="1905596" y="1864378"/>
                  </a:lnTo>
                  <a:lnTo>
                    <a:pt x="1864370" y="1915225"/>
                  </a:lnTo>
                  <a:lnTo>
                    <a:pt x="1823397" y="1962728"/>
                  </a:lnTo>
                  <a:lnTo>
                    <a:pt x="1782479" y="2006830"/>
                  </a:lnTo>
                  <a:lnTo>
                    <a:pt x="1741341" y="2047552"/>
                  </a:lnTo>
                  <a:lnTo>
                    <a:pt x="1719082" y="2068015"/>
                  </a:lnTo>
                  <a:lnTo>
                    <a:pt x="1671454" y="2107992"/>
                  </a:lnTo>
                  <a:lnTo>
                    <a:pt x="1622149" y="2143846"/>
                  </a:lnTo>
                  <a:lnTo>
                    <a:pt x="1570355" y="2175801"/>
                  </a:lnTo>
                  <a:lnTo>
                    <a:pt x="1515166" y="2204231"/>
                  </a:lnTo>
                  <a:lnTo>
                    <a:pt x="1455663" y="2229549"/>
                  </a:lnTo>
                  <a:lnTo>
                    <a:pt x="1391003" y="2252150"/>
                  </a:lnTo>
                  <a:lnTo>
                    <a:pt x="1320520" y="2272377"/>
                  </a:lnTo>
                  <a:lnTo>
                    <a:pt x="1243874" y="2290499"/>
                  </a:lnTo>
                  <a:lnTo>
                    <a:pt x="1161242" y="2306711"/>
                  </a:lnTo>
                  <a:lnTo>
                    <a:pt x="1073535" y="2321121"/>
                  </a:lnTo>
                  <a:lnTo>
                    <a:pt x="982608" y="2333769"/>
                  </a:lnTo>
                  <a:lnTo>
                    <a:pt x="891371" y="2344634"/>
                  </a:lnTo>
                  <a:lnTo>
                    <a:pt x="803686" y="2353674"/>
                  </a:lnTo>
                  <a:lnTo>
                    <a:pt x="723955" y="2360862"/>
                  </a:lnTo>
                  <a:lnTo>
                    <a:pt x="656390" y="2366236"/>
                  </a:lnTo>
                  <a:lnTo>
                    <a:pt x="604117" y="2369931"/>
                  </a:lnTo>
                  <a:lnTo>
                    <a:pt x="568375" y="2372190"/>
                  </a:lnTo>
                  <a:lnTo>
                    <a:pt x="548104" y="2373341"/>
                  </a:lnTo>
                  <a:lnTo>
                    <a:pt x="539982" y="2373758"/>
                  </a:lnTo>
                  <a:lnTo>
                    <a:pt x="538736" y="2373816"/>
                  </a:lnTo>
                  <a:lnTo>
                    <a:pt x="0" y="237381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89" name="pl1389"/>
            <p:cNvSpPr/>
            <p:nvPr/>
          </p:nvSpPr>
          <p:spPr>
            <a:xfrm>
              <a:off x="546595" y="2334816"/>
              <a:ext cx="8234974" cy="2373816"/>
            </a:xfrm>
            <a:custGeom>
              <a:avLst/>
              <a:pathLst>
                <a:path w="8234974" h="2373816">
                  <a:moveTo>
                    <a:pt x="0" y="2373816"/>
                  </a:moveTo>
                  <a:lnTo>
                    <a:pt x="538736" y="2373816"/>
                  </a:lnTo>
                  <a:lnTo>
                    <a:pt x="539978" y="2373758"/>
                  </a:lnTo>
                  <a:lnTo>
                    <a:pt x="548091" y="2373342"/>
                  </a:lnTo>
                  <a:lnTo>
                    <a:pt x="568348" y="2372192"/>
                  </a:lnTo>
                  <a:lnTo>
                    <a:pt x="604075" y="2369934"/>
                  </a:lnTo>
                  <a:lnTo>
                    <a:pt x="656333" y="2366240"/>
                  </a:lnTo>
                  <a:lnTo>
                    <a:pt x="723884" y="2360868"/>
                  </a:lnTo>
                  <a:lnTo>
                    <a:pt x="803606" y="2353682"/>
                  </a:lnTo>
                  <a:lnTo>
                    <a:pt x="891286" y="2344644"/>
                  </a:lnTo>
                  <a:lnTo>
                    <a:pt x="982521" y="2333780"/>
                  </a:lnTo>
                  <a:lnTo>
                    <a:pt x="1073449" y="2321134"/>
                  </a:lnTo>
                  <a:lnTo>
                    <a:pt x="1161160" y="2306725"/>
                  </a:lnTo>
                  <a:lnTo>
                    <a:pt x="1243798" y="2290516"/>
                  </a:lnTo>
                  <a:lnTo>
                    <a:pt x="1320450" y="2272395"/>
                  </a:lnTo>
                  <a:lnTo>
                    <a:pt x="1390939" y="2252171"/>
                  </a:lnTo>
                  <a:lnTo>
                    <a:pt x="1455604" y="2229572"/>
                  </a:lnTo>
                  <a:lnTo>
                    <a:pt x="1515111" y="2204257"/>
                  </a:lnTo>
                  <a:lnTo>
                    <a:pt x="1570304" y="2175830"/>
                  </a:lnTo>
                  <a:lnTo>
                    <a:pt x="1622101" y="2143878"/>
                  </a:lnTo>
                  <a:lnTo>
                    <a:pt x="1671408" y="2108028"/>
                  </a:lnTo>
                  <a:lnTo>
                    <a:pt x="1719038" y="2068055"/>
                  </a:lnTo>
                  <a:lnTo>
                    <a:pt x="1719082" y="2068015"/>
                  </a:lnTo>
                  <a:lnTo>
                    <a:pt x="1760481" y="2029069"/>
                  </a:lnTo>
                  <a:lnTo>
                    <a:pt x="1801477" y="1986786"/>
                  </a:lnTo>
                  <a:lnTo>
                    <a:pt x="1842391" y="1941104"/>
                  </a:lnTo>
                  <a:lnTo>
                    <a:pt x="1883462" y="1892036"/>
                  </a:lnTo>
                  <a:lnTo>
                    <a:pt x="1924853" y="1839683"/>
                  </a:lnTo>
                  <a:lnTo>
                    <a:pt x="1966663" y="1784236"/>
                  </a:lnTo>
                  <a:lnTo>
                    <a:pt x="2008934" y="1725985"/>
                  </a:lnTo>
                  <a:lnTo>
                    <a:pt x="2051652" y="1665314"/>
                  </a:lnTo>
                  <a:lnTo>
                    <a:pt x="2094759" y="1602694"/>
                  </a:lnTo>
                  <a:lnTo>
                    <a:pt x="2138162" y="1538669"/>
                  </a:lnTo>
                  <a:lnTo>
                    <a:pt x="2181738" y="1473840"/>
                  </a:lnTo>
                  <a:lnTo>
                    <a:pt x="2225352" y="1408839"/>
                  </a:lnTo>
                  <a:lnTo>
                    <a:pt x="2268865" y="1344306"/>
                  </a:lnTo>
                  <a:lnTo>
                    <a:pt x="2312144" y="1280861"/>
                  </a:lnTo>
                  <a:lnTo>
                    <a:pt x="2355080" y="1219082"/>
                  </a:lnTo>
                  <a:lnTo>
                    <a:pt x="2397595" y="1159480"/>
                  </a:lnTo>
                  <a:lnTo>
                    <a:pt x="2439651" y="1102489"/>
                  </a:lnTo>
                  <a:lnTo>
                    <a:pt x="2481258" y="1048447"/>
                  </a:lnTo>
                  <a:lnTo>
                    <a:pt x="2522485" y="997600"/>
                  </a:lnTo>
                  <a:lnTo>
                    <a:pt x="2563458" y="950096"/>
                  </a:lnTo>
                  <a:lnTo>
                    <a:pt x="2604376" y="905995"/>
                  </a:lnTo>
                  <a:lnTo>
                    <a:pt x="2645513" y="865273"/>
                  </a:lnTo>
                  <a:lnTo>
                    <a:pt x="2667772" y="844810"/>
                  </a:lnTo>
                  <a:lnTo>
                    <a:pt x="2715400" y="804833"/>
                  </a:lnTo>
                  <a:lnTo>
                    <a:pt x="2764705" y="768979"/>
                  </a:lnTo>
                  <a:lnTo>
                    <a:pt x="2816500" y="737023"/>
                  </a:lnTo>
                  <a:lnTo>
                    <a:pt x="2871689" y="708594"/>
                  </a:lnTo>
                  <a:lnTo>
                    <a:pt x="2931191" y="683276"/>
                  </a:lnTo>
                  <a:lnTo>
                    <a:pt x="2995852" y="660674"/>
                  </a:lnTo>
                  <a:lnTo>
                    <a:pt x="3066335" y="640448"/>
                  </a:lnTo>
                  <a:lnTo>
                    <a:pt x="3142980" y="622325"/>
                  </a:lnTo>
                  <a:lnTo>
                    <a:pt x="3225613" y="606114"/>
                  </a:lnTo>
                  <a:lnTo>
                    <a:pt x="3313320" y="591704"/>
                  </a:lnTo>
                  <a:lnTo>
                    <a:pt x="3404246" y="579056"/>
                  </a:lnTo>
                  <a:lnTo>
                    <a:pt x="3495483" y="568190"/>
                  </a:lnTo>
                  <a:lnTo>
                    <a:pt x="3583169" y="559151"/>
                  </a:lnTo>
                  <a:lnTo>
                    <a:pt x="3662900" y="551963"/>
                  </a:lnTo>
                  <a:lnTo>
                    <a:pt x="3730464" y="546589"/>
                  </a:lnTo>
                  <a:lnTo>
                    <a:pt x="3782738" y="542893"/>
                  </a:lnTo>
                  <a:lnTo>
                    <a:pt x="3818480" y="540634"/>
                  </a:lnTo>
                  <a:lnTo>
                    <a:pt x="3838751" y="539483"/>
                  </a:lnTo>
                  <a:lnTo>
                    <a:pt x="3846873" y="539067"/>
                  </a:lnTo>
                  <a:lnTo>
                    <a:pt x="3848118" y="539008"/>
                  </a:lnTo>
                  <a:lnTo>
                    <a:pt x="3848118" y="539008"/>
                  </a:lnTo>
                  <a:lnTo>
                    <a:pt x="4386855" y="539008"/>
                  </a:lnTo>
                  <a:lnTo>
                    <a:pt x="4388152" y="538990"/>
                  </a:lnTo>
                  <a:lnTo>
                    <a:pt x="4396616" y="538863"/>
                  </a:lnTo>
                  <a:lnTo>
                    <a:pt x="4417718" y="538509"/>
                  </a:lnTo>
                  <a:lnTo>
                    <a:pt x="4454848" y="537816"/>
                  </a:lnTo>
                  <a:lnTo>
                    <a:pt x="4508988" y="536683"/>
                  </a:lnTo>
                  <a:lnTo>
                    <a:pt x="4578695" y="535038"/>
                  </a:lnTo>
                  <a:lnTo>
                    <a:pt x="4660579" y="532842"/>
                  </a:lnTo>
                  <a:lnTo>
                    <a:pt x="4750181" y="530086"/>
                  </a:lnTo>
                  <a:lnTo>
                    <a:pt x="4842932" y="526779"/>
                  </a:lnTo>
                  <a:lnTo>
                    <a:pt x="4934904" y="522934"/>
                  </a:lnTo>
                  <a:lnTo>
                    <a:pt x="5023213" y="518555"/>
                  </a:lnTo>
                  <a:lnTo>
                    <a:pt x="5106082" y="513628"/>
                  </a:lnTo>
                  <a:lnTo>
                    <a:pt x="5182706" y="508113"/>
                  </a:lnTo>
                  <a:lnTo>
                    <a:pt x="5253016" y="501948"/>
                  </a:lnTo>
                  <a:lnTo>
                    <a:pt x="5317449" y="495044"/>
                  </a:lnTo>
                  <a:lnTo>
                    <a:pt x="5376752" y="487293"/>
                  </a:lnTo>
                  <a:lnTo>
                    <a:pt x="5431834" y="478570"/>
                  </a:lnTo>
                  <a:lnTo>
                    <a:pt x="5483659" y="468750"/>
                  </a:lnTo>
                  <a:lnTo>
                    <a:pt x="5533156" y="457726"/>
                  </a:lnTo>
                  <a:lnTo>
                    <a:pt x="5567201" y="449174"/>
                  </a:lnTo>
                  <a:lnTo>
                    <a:pt x="5618268" y="434899"/>
                  </a:lnTo>
                  <a:lnTo>
                    <a:pt x="5668842" y="419121"/>
                  </a:lnTo>
                  <a:lnTo>
                    <a:pt x="5719472" y="401819"/>
                  </a:lnTo>
                  <a:lnTo>
                    <a:pt x="5770523" y="383028"/>
                  </a:lnTo>
                  <a:lnTo>
                    <a:pt x="5822205" y="362847"/>
                  </a:lnTo>
                  <a:lnTo>
                    <a:pt x="5874587" y="341437"/>
                  </a:lnTo>
                  <a:lnTo>
                    <a:pt x="5927620" y="319027"/>
                  </a:lnTo>
                  <a:lnTo>
                    <a:pt x="5981157" y="295899"/>
                  </a:lnTo>
                  <a:lnTo>
                    <a:pt x="6034983" y="272379"/>
                  </a:lnTo>
                  <a:lnTo>
                    <a:pt x="6088840" y="248815"/>
                  </a:lnTo>
                  <a:lnTo>
                    <a:pt x="6142470" y="225560"/>
                  </a:lnTo>
                  <a:lnTo>
                    <a:pt x="6195642" y="202947"/>
                  </a:lnTo>
                  <a:lnTo>
                    <a:pt x="6248192" y="181271"/>
                  </a:lnTo>
                  <a:lnTo>
                    <a:pt x="6300042" y="160773"/>
                  </a:lnTo>
                  <a:lnTo>
                    <a:pt x="6351233" y="141632"/>
                  </a:lnTo>
                  <a:lnTo>
                    <a:pt x="6401939" y="123962"/>
                  </a:lnTo>
                  <a:lnTo>
                    <a:pt x="6452483" y="107812"/>
                  </a:lnTo>
                  <a:lnTo>
                    <a:pt x="6503368" y="93176"/>
                  </a:lnTo>
                  <a:lnTo>
                    <a:pt x="6515891" y="89834"/>
                  </a:lnTo>
                  <a:lnTo>
                    <a:pt x="6564240" y="77924"/>
                  </a:lnTo>
                  <a:lnTo>
                    <a:pt x="6614328" y="67262"/>
                  </a:lnTo>
                  <a:lnTo>
                    <a:pt x="6667007" y="57775"/>
                  </a:lnTo>
                  <a:lnTo>
                    <a:pt x="6723226" y="49350"/>
                  </a:lnTo>
                  <a:lnTo>
                    <a:pt x="6783942" y="41860"/>
                  </a:lnTo>
                  <a:lnTo>
                    <a:pt x="6850030" y="35183"/>
                  </a:lnTo>
                  <a:lnTo>
                    <a:pt x="6922162" y="29216"/>
                  </a:lnTo>
                  <a:lnTo>
                    <a:pt x="7000650" y="23879"/>
                  </a:lnTo>
                  <a:lnTo>
                    <a:pt x="7085234" y="19115"/>
                  </a:lnTo>
                  <a:lnTo>
                    <a:pt x="7174848" y="14893"/>
                  </a:lnTo>
                  <a:lnTo>
                    <a:pt x="7267397" y="11205"/>
                  </a:lnTo>
                  <a:lnTo>
                    <a:pt x="7359672" y="8057"/>
                  </a:lnTo>
                  <a:lnTo>
                    <a:pt x="7447499" y="5465"/>
                  </a:lnTo>
                  <a:lnTo>
                    <a:pt x="7526250" y="3432"/>
                  </a:lnTo>
                  <a:lnTo>
                    <a:pt x="7591677" y="1943"/>
                  </a:lnTo>
                  <a:lnTo>
                    <a:pt x="7640882" y="947"/>
                  </a:lnTo>
                  <a:lnTo>
                    <a:pt x="7673105" y="365"/>
                  </a:lnTo>
                  <a:lnTo>
                    <a:pt x="7690055" y="90"/>
                  </a:lnTo>
                  <a:lnTo>
                    <a:pt x="769577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0" name="pl1390"/>
            <p:cNvSpPr/>
            <p:nvPr/>
          </p:nvSpPr>
          <p:spPr>
            <a:xfrm>
              <a:off x="546595" y="2329372"/>
              <a:ext cx="8234974" cy="2373816"/>
            </a:xfrm>
            <a:custGeom>
              <a:avLst/>
              <a:pathLst>
                <a:path w="8234974" h="2373816">
                  <a:moveTo>
                    <a:pt x="8234974" y="0"/>
                  </a:moveTo>
                  <a:lnTo>
                    <a:pt x="7696237" y="0"/>
                  </a:lnTo>
                  <a:lnTo>
                    <a:pt x="7694940" y="17"/>
                  </a:lnTo>
                  <a:lnTo>
                    <a:pt x="7686476" y="145"/>
                  </a:lnTo>
                  <a:lnTo>
                    <a:pt x="7665374" y="499"/>
                  </a:lnTo>
                  <a:lnTo>
                    <a:pt x="7628244" y="1192"/>
                  </a:lnTo>
                  <a:lnTo>
                    <a:pt x="7574104" y="2325"/>
                  </a:lnTo>
                  <a:lnTo>
                    <a:pt x="7504397" y="3970"/>
                  </a:lnTo>
                  <a:lnTo>
                    <a:pt x="7422513" y="6166"/>
                  </a:lnTo>
                  <a:lnTo>
                    <a:pt x="7332911" y="8922"/>
                  </a:lnTo>
                  <a:lnTo>
                    <a:pt x="7240161" y="12229"/>
                  </a:lnTo>
                  <a:lnTo>
                    <a:pt x="7148188" y="16074"/>
                  </a:lnTo>
                  <a:lnTo>
                    <a:pt x="7059880" y="20453"/>
                  </a:lnTo>
                  <a:lnTo>
                    <a:pt x="6977010" y="25380"/>
                  </a:lnTo>
                  <a:lnTo>
                    <a:pt x="6900387" y="30895"/>
                  </a:lnTo>
                  <a:lnTo>
                    <a:pt x="6830077" y="37060"/>
                  </a:lnTo>
                  <a:lnTo>
                    <a:pt x="6765643" y="43964"/>
                  </a:lnTo>
                  <a:lnTo>
                    <a:pt x="6706340" y="51715"/>
                  </a:lnTo>
                  <a:lnTo>
                    <a:pt x="6651258" y="60438"/>
                  </a:lnTo>
                  <a:lnTo>
                    <a:pt x="6599433" y="70258"/>
                  </a:lnTo>
                  <a:lnTo>
                    <a:pt x="6549936" y="81282"/>
                  </a:lnTo>
                  <a:lnTo>
                    <a:pt x="6515891" y="89834"/>
                  </a:lnTo>
                  <a:lnTo>
                    <a:pt x="6464825" y="104109"/>
                  </a:lnTo>
                  <a:lnTo>
                    <a:pt x="6414250" y="119887"/>
                  </a:lnTo>
                  <a:lnTo>
                    <a:pt x="6363621" y="137189"/>
                  </a:lnTo>
                  <a:lnTo>
                    <a:pt x="6312569" y="155980"/>
                  </a:lnTo>
                  <a:lnTo>
                    <a:pt x="6260888" y="176161"/>
                  </a:lnTo>
                  <a:lnTo>
                    <a:pt x="6208506" y="197570"/>
                  </a:lnTo>
                  <a:lnTo>
                    <a:pt x="6155473" y="219980"/>
                  </a:lnTo>
                  <a:lnTo>
                    <a:pt x="6101935" y="243108"/>
                  </a:lnTo>
                  <a:lnTo>
                    <a:pt x="6048110" y="266629"/>
                  </a:lnTo>
                  <a:lnTo>
                    <a:pt x="5994252" y="290193"/>
                  </a:lnTo>
                  <a:lnTo>
                    <a:pt x="5940623" y="313448"/>
                  </a:lnTo>
                  <a:lnTo>
                    <a:pt x="5887450" y="336060"/>
                  </a:lnTo>
                  <a:lnTo>
                    <a:pt x="5834901" y="357737"/>
                  </a:lnTo>
                  <a:lnTo>
                    <a:pt x="5783050" y="378235"/>
                  </a:lnTo>
                  <a:lnTo>
                    <a:pt x="5731859" y="397376"/>
                  </a:lnTo>
                  <a:lnTo>
                    <a:pt x="5681154" y="415046"/>
                  </a:lnTo>
                  <a:lnTo>
                    <a:pt x="5630609" y="431196"/>
                  </a:lnTo>
                  <a:lnTo>
                    <a:pt x="5579724" y="445832"/>
                  </a:lnTo>
                  <a:lnTo>
                    <a:pt x="5567201" y="449174"/>
                  </a:lnTo>
                  <a:lnTo>
                    <a:pt x="5518852" y="461083"/>
                  </a:lnTo>
                  <a:lnTo>
                    <a:pt x="5468765" y="471746"/>
                  </a:lnTo>
                  <a:lnTo>
                    <a:pt x="5416085" y="481233"/>
                  </a:lnTo>
                  <a:lnTo>
                    <a:pt x="5359866" y="489658"/>
                  </a:lnTo>
                  <a:lnTo>
                    <a:pt x="5299150" y="497148"/>
                  </a:lnTo>
                  <a:lnTo>
                    <a:pt x="5233063" y="503825"/>
                  </a:lnTo>
                  <a:lnTo>
                    <a:pt x="5160931" y="509792"/>
                  </a:lnTo>
                  <a:lnTo>
                    <a:pt x="5082443" y="515129"/>
                  </a:lnTo>
                  <a:lnTo>
                    <a:pt x="4997858" y="519893"/>
                  </a:lnTo>
                  <a:lnTo>
                    <a:pt x="4908245" y="524115"/>
                  </a:lnTo>
                  <a:lnTo>
                    <a:pt x="4815695" y="527803"/>
                  </a:lnTo>
                  <a:lnTo>
                    <a:pt x="4723420" y="530950"/>
                  </a:lnTo>
                  <a:lnTo>
                    <a:pt x="4635593" y="533543"/>
                  </a:lnTo>
                  <a:lnTo>
                    <a:pt x="4556842" y="535575"/>
                  </a:lnTo>
                  <a:lnTo>
                    <a:pt x="4491415" y="537065"/>
                  </a:lnTo>
                  <a:lnTo>
                    <a:pt x="4442210" y="538060"/>
                  </a:lnTo>
                  <a:lnTo>
                    <a:pt x="4409987" y="538643"/>
                  </a:lnTo>
                  <a:lnTo>
                    <a:pt x="4393037" y="538918"/>
                  </a:lnTo>
                  <a:lnTo>
                    <a:pt x="4387322" y="539002"/>
                  </a:lnTo>
                  <a:lnTo>
                    <a:pt x="4386855" y="539008"/>
                  </a:lnTo>
                  <a:lnTo>
                    <a:pt x="3848118" y="539008"/>
                  </a:lnTo>
                  <a:lnTo>
                    <a:pt x="3846876" y="539067"/>
                  </a:lnTo>
                  <a:lnTo>
                    <a:pt x="3838764" y="539483"/>
                  </a:lnTo>
                  <a:lnTo>
                    <a:pt x="3818506" y="540633"/>
                  </a:lnTo>
                  <a:lnTo>
                    <a:pt x="3782780" y="542891"/>
                  </a:lnTo>
                  <a:lnTo>
                    <a:pt x="3730522" y="546584"/>
                  </a:lnTo>
                  <a:lnTo>
                    <a:pt x="3662971" y="551957"/>
                  </a:lnTo>
                  <a:lnTo>
                    <a:pt x="3583249" y="559143"/>
                  </a:lnTo>
                  <a:lnTo>
                    <a:pt x="3495569" y="568181"/>
                  </a:lnTo>
                  <a:lnTo>
                    <a:pt x="3404334" y="579045"/>
                  </a:lnTo>
                  <a:lnTo>
                    <a:pt x="3313405" y="591691"/>
                  </a:lnTo>
                  <a:lnTo>
                    <a:pt x="3225694" y="606100"/>
                  </a:lnTo>
                  <a:lnTo>
                    <a:pt x="3143056" y="622309"/>
                  </a:lnTo>
                  <a:lnTo>
                    <a:pt x="3066405" y="640430"/>
                  </a:lnTo>
                  <a:lnTo>
                    <a:pt x="2995916" y="660654"/>
                  </a:lnTo>
                  <a:lnTo>
                    <a:pt x="2931250" y="683253"/>
                  </a:lnTo>
                  <a:lnTo>
                    <a:pt x="2871744" y="708568"/>
                  </a:lnTo>
                  <a:lnTo>
                    <a:pt x="2816550" y="736995"/>
                  </a:lnTo>
                  <a:lnTo>
                    <a:pt x="2764753" y="768947"/>
                  </a:lnTo>
                  <a:lnTo>
                    <a:pt x="2715446" y="804796"/>
                  </a:lnTo>
                  <a:lnTo>
                    <a:pt x="2667817" y="844770"/>
                  </a:lnTo>
                  <a:lnTo>
                    <a:pt x="2667772" y="844810"/>
                  </a:lnTo>
                  <a:lnTo>
                    <a:pt x="2626374" y="883756"/>
                  </a:lnTo>
                  <a:lnTo>
                    <a:pt x="2585378" y="926038"/>
                  </a:lnTo>
                  <a:lnTo>
                    <a:pt x="2544463" y="971720"/>
                  </a:lnTo>
                  <a:lnTo>
                    <a:pt x="2503393" y="1020788"/>
                  </a:lnTo>
                  <a:lnTo>
                    <a:pt x="2462002" y="1073142"/>
                  </a:lnTo>
                  <a:lnTo>
                    <a:pt x="2420191" y="1128589"/>
                  </a:lnTo>
                  <a:lnTo>
                    <a:pt x="2377921" y="1186840"/>
                  </a:lnTo>
                  <a:lnTo>
                    <a:pt x="2335203" y="1247511"/>
                  </a:lnTo>
                  <a:lnTo>
                    <a:pt x="2292095" y="1310131"/>
                  </a:lnTo>
                  <a:lnTo>
                    <a:pt x="2248693" y="1374156"/>
                  </a:lnTo>
                  <a:lnTo>
                    <a:pt x="2205116" y="1438985"/>
                  </a:lnTo>
                  <a:lnTo>
                    <a:pt x="2161502" y="1503986"/>
                  </a:lnTo>
                  <a:lnTo>
                    <a:pt x="2117990" y="1568519"/>
                  </a:lnTo>
                  <a:lnTo>
                    <a:pt x="2074711" y="1631964"/>
                  </a:lnTo>
                  <a:lnTo>
                    <a:pt x="2031774" y="1693743"/>
                  </a:lnTo>
                  <a:lnTo>
                    <a:pt x="1989259" y="1753344"/>
                  </a:lnTo>
                  <a:lnTo>
                    <a:pt x="1947204" y="1810336"/>
                  </a:lnTo>
                  <a:lnTo>
                    <a:pt x="1905596" y="1864378"/>
                  </a:lnTo>
                  <a:lnTo>
                    <a:pt x="1864370" y="1915225"/>
                  </a:lnTo>
                  <a:lnTo>
                    <a:pt x="1823397" y="1962728"/>
                  </a:lnTo>
                  <a:lnTo>
                    <a:pt x="1782479" y="2006830"/>
                  </a:lnTo>
                  <a:lnTo>
                    <a:pt x="1741341" y="2047552"/>
                  </a:lnTo>
                  <a:lnTo>
                    <a:pt x="1719082" y="2068015"/>
                  </a:lnTo>
                  <a:lnTo>
                    <a:pt x="1671454" y="2107992"/>
                  </a:lnTo>
                  <a:lnTo>
                    <a:pt x="1622149" y="2143846"/>
                  </a:lnTo>
                  <a:lnTo>
                    <a:pt x="1570355" y="2175801"/>
                  </a:lnTo>
                  <a:lnTo>
                    <a:pt x="1515166" y="2204231"/>
                  </a:lnTo>
                  <a:lnTo>
                    <a:pt x="1455663" y="2229549"/>
                  </a:lnTo>
                  <a:lnTo>
                    <a:pt x="1391003" y="2252150"/>
                  </a:lnTo>
                  <a:lnTo>
                    <a:pt x="1320520" y="2272377"/>
                  </a:lnTo>
                  <a:lnTo>
                    <a:pt x="1243874" y="2290499"/>
                  </a:lnTo>
                  <a:lnTo>
                    <a:pt x="1161242" y="2306711"/>
                  </a:lnTo>
                  <a:lnTo>
                    <a:pt x="1073535" y="2321121"/>
                  </a:lnTo>
                  <a:lnTo>
                    <a:pt x="982608" y="2333769"/>
                  </a:lnTo>
                  <a:lnTo>
                    <a:pt x="891371" y="2344634"/>
                  </a:lnTo>
                  <a:lnTo>
                    <a:pt x="803686" y="2353674"/>
                  </a:lnTo>
                  <a:lnTo>
                    <a:pt x="723955" y="2360862"/>
                  </a:lnTo>
                  <a:lnTo>
                    <a:pt x="656390" y="2366236"/>
                  </a:lnTo>
                  <a:lnTo>
                    <a:pt x="604117" y="2369931"/>
                  </a:lnTo>
                  <a:lnTo>
                    <a:pt x="568375" y="2372190"/>
                  </a:lnTo>
                  <a:lnTo>
                    <a:pt x="548104" y="2373341"/>
                  </a:lnTo>
                  <a:lnTo>
                    <a:pt x="539982" y="2373758"/>
                  </a:lnTo>
                  <a:lnTo>
                    <a:pt x="538736" y="2373816"/>
                  </a:lnTo>
                  <a:lnTo>
                    <a:pt x="538736" y="2373816"/>
                  </a:lnTo>
                  <a:lnTo>
                    <a:pt x="0" y="23738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1" name="pg1391"/>
            <p:cNvSpPr/>
            <p:nvPr/>
          </p:nvSpPr>
          <p:spPr>
            <a:xfrm>
              <a:off x="546595" y="1289466"/>
              <a:ext cx="8234974" cy="3244942"/>
            </a:xfrm>
            <a:custGeom>
              <a:avLst/>
              <a:pathLst>
                <a:path w="8234974" h="3244942">
                  <a:moveTo>
                    <a:pt x="0" y="3244942"/>
                  </a:moveTo>
                  <a:lnTo>
                    <a:pt x="538736" y="3244942"/>
                  </a:lnTo>
                  <a:lnTo>
                    <a:pt x="539869" y="3244848"/>
                  </a:lnTo>
                  <a:lnTo>
                    <a:pt x="547286" y="3244180"/>
                  </a:lnTo>
                  <a:lnTo>
                    <a:pt x="565865" y="3242333"/>
                  </a:lnTo>
                  <a:lnTo>
                    <a:pt x="598784" y="3238704"/>
                  </a:lnTo>
                  <a:lnTo>
                    <a:pt x="647241" y="3232753"/>
                  </a:lnTo>
                  <a:lnTo>
                    <a:pt x="710383" y="3224068"/>
                  </a:lnTo>
                  <a:lnTo>
                    <a:pt x="785607" y="3212402"/>
                  </a:lnTo>
                  <a:lnTo>
                    <a:pt x="869206" y="3197666"/>
                  </a:lnTo>
                  <a:lnTo>
                    <a:pt x="957135" y="3179885"/>
                  </a:lnTo>
                  <a:lnTo>
                    <a:pt x="1045697" y="3159129"/>
                  </a:lnTo>
                  <a:lnTo>
                    <a:pt x="1131967" y="3135448"/>
                  </a:lnTo>
                  <a:lnTo>
                    <a:pt x="1213950" y="3108816"/>
                  </a:lnTo>
                  <a:lnTo>
                    <a:pt x="1290529" y="3079097"/>
                  </a:lnTo>
                  <a:lnTo>
                    <a:pt x="1361314" y="3046033"/>
                  </a:lnTo>
                  <a:lnTo>
                    <a:pt x="1426442" y="3009241"/>
                  </a:lnTo>
                  <a:lnTo>
                    <a:pt x="1486407" y="2968219"/>
                  </a:lnTo>
                  <a:lnTo>
                    <a:pt x="1541913" y="2922367"/>
                  </a:lnTo>
                  <a:lnTo>
                    <a:pt x="1593775" y="2871027"/>
                  </a:lnTo>
                  <a:lnTo>
                    <a:pt x="1642833" y="2813547"/>
                  </a:lnTo>
                  <a:lnTo>
                    <a:pt x="1689883" y="2749401"/>
                  </a:lnTo>
                  <a:lnTo>
                    <a:pt x="1719082" y="2705026"/>
                  </a:lnTo>
                  <a:lnTo>
                    <a:pt x="1752661" y="2649770"/>
                  </a:lnTo>
                  <a:lnTo>
                    <a:pt x="1785931" y="2590669"/>
                  </a:lnTo>
                  <a:lnTo>
                    <a:pt x="1819075" y="2527644"/>
                  </a:lnTo>
                  <a:lnTo>
                    <a:pt x="1852241" y="2460674"/>
                  </a:lnTo>
                  <a:lnTo>
                    <a:pt x="1885541" y="2389795"/>
                  </a:lnTo>
                  <a:lnTo>
                    <a:pt x="1919056" y="2315115"/>
                  </a:lnTo>
                  <a:lnTo>
                    <a:pt x="1952842" y="2236811"/>
                  </a:lnTo>
                  <a:lnTo>
                    <a:pt x="1986926" y="2155131"/>
                  </a:lnTo>
                  <a:lnTo>
                    <a:pt x="2021312" y="2070401"/>
                  </a:lnTo>
                  <a:lnTo>
                    <a:pt x="2055985" y="1983012"/>
                  </a:lnTo>
                  <a:lnTo>
                    <a:pt x="2090908" y="1893422"/>
                  </a:lnTo>
                  <a:lnTo>
                    <a:pt x="2126032" y="1802144"/>
                  </a:lnTo>
                  <a:lnTo>
                    <a:pt x="2161295" y="1709733"/>
                  </a:lnTo>
                  <a:lnTo>
                    <a:pt x="2196624" y="1616777"/>
                  </a:lnTo>
                  <a:lnTo>
                    <a:pt x="2231947" y="1523874"/>
                  </a:lnTo>
                  <a:lnTo>
                    <a:pt x="2267190" y="1431626"/>
                  </a:lnTo>
                  <a:lnTo>
                    <a:pt x="2302282" y="1340613"/>
                  </a:lnTo>
                  <a:lnTo>
                    <a:pt x="2337163" y="1251385"/>
                  </a:lnTo>
                  <a:lnTo>
                    <a:pt x="2371786" y="1164445"/>
                  </a:lnTo>
                  <a:lnTo>
                    <a:pt x="2406118" y="1080240"/>
                  </a:lnTo>
                  <a:lnTo>
                    <a:pt x="2440147" y="999149"/>
                  </a:lnTo>
                  <a:lnTo>
                    <a:pt x="2473881" y="921484"/>
                  </a:lnTo>
                  <a:lnTo>
                    <a:pt x="2507353" y="847480"/>
                  </a:lnTo>
                  <a:lnTo>
                    <a:pt x="2540621" y="777303"/>
                  </a:lnTo>
                  <a:lnTo>
                    <a:pt x="2573774" y="711046"/>
                  </a:lnTo>
                  <a:lnTo>
                    <a:pt x="2606930" y="648735"/>
                  </a:lnTo>
                  <a:lnTo>
                    <a:pt x="2640240" y="590337"/>
                  </a:lnTo>
                  <a:lnTo>
                    <a:pt x="2667772" y="545360"/>
                  </a:lnTo>
                  <a:lnTo>
                    <a:pt x="2713913" y="476840"/>
                  </a:lnTo>
                  <a:lnTo>
                    <a:pt x="2761608" y="415166"/>
                  </a:lnTo>
                  <a:lnTo>
                    <a:pt x="2811590" y="359992"/>
                  </a:lnTo>
                  <a:lnTo>
                    <a:pt x="2864681" y="310727"/>
                  </a:lnTo>
                  <a:lnTo>
                    <a:pt x="2921720" y="266708"/>
                  </a:lnTo>
                  <a:lnTo>
                    <a:pt x="2983491" y="227291"/>
                  </a:lnTo>
                  <a:lnTo>
                    <a:pt x="3050637" y="191908"/>
                  </a:lnTo>
                  <a:lnTo>
                    <a:pt x="3123539" y="160100"/>
                  </a:lnTo>
                  <a:lnTo>
                    <a:pt x="3202165" y="131528"/>
                  </a:lnTo>
                  <a:lnTo>
                    <a:pt x="3285881" y="105979"/>
                  </a:lnTo>
                  <a:lnTo>
                    <a:pt x="3373266" y="83361"/>
                  </a:lnTo>
                  <a:lnTo>
                    <a:pt x="3461983" y="63680"/>
                  </a:lnTo>
                  <a:lnTo>
                    <a:pt x="3548794" y="47000"/>
                  </a:lnTo>
                  <a:lnTo>
                    <a:pt x="3629811" y="33383"/>
                  </a:lnTo>
                  <a:lnTo>
                    <a:pt x="3701025" y="22820"/>
                  </a:lnTo>
                  <a:lnTo>
                    <a:pt x="3759041" y="15168"/>
                  </a:lnTo>
                  <a:lnTo>
                    <a:pt x="3801834" y="10118"/>
                  </a:lnTo>
                  <a:lnTo>
                    <a:pt x="3829286" y="7205"/>
                  </a:lnTo>
                  <a:lnTo>
                    <a:pt x="3843338" y="5858"/>
                  </a:lnTo>
                  <a:lnTo>
                    <a:pt x="3847821" y="546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8" y="5506"/>
                  </a:lnTo>
                  <a:lnTo>
                    <a:pt x="4396143" y="5951"/>
                  </a:lnTo>
                  <a:lnTo>
                    <a:pt x="4416260" y="7181"/>
                  </a:lnTo>
                  <a:lnTo>
                    <a:pt x="4451754" y="9594"/>
                  </a:lnTo>
                  <a:lnTo>
                    <a:pt x="4503698" y="13544"/>
                  </a:lnTo>
                  <a:lnTo>
                    <a:pt x="4570888" y="19290"/>
                  </a:lnTo>
                  <a:lnTo>
                    <a:pt x="4650245" y="26979"/>
                  </a:lnTo>
                  <a:lnTo>
                    <a:pt x="4737599" y="36653"/>
                  </a:lnTo>
                  <a:lnTo>
                    <a:pt x="4828574" y="48284"/>
                  </a:lnTo>
                  <a:lnTo>
                    <a:pt x="4919321" y="61827"/>
                  </a:lnTo>
                  <a:lnTo>
                    <a:pt x="5006925" y="77258"/>
                  </a:lnTo>
                  <a:lnTo>
                    <a:pt x="5089518" y="94617"/>
                  </a:lnTo>
                  <a:lnTo>
                    <a:pt x="5166171" y="114020"/>
                  </a:lnTo>
                  <a:lnTo>
                    <a:pt x="5236688" y="135670"/>
                  </a:lnTo>
                  <a:lnTo>
                    <a:pt x="5301392" y="159852"/>
                  </a:lnTo>
                  <a:lnTo>
                    <a:pt x="5360935" y="186931"/>
                  </a:lnTo>
                  <a:lnTo>
                    <a:pt x="5416149" y="217327"/>
                  </a:lnTo>
                  <a:lnTo>
                    <a:pt x="5467946" y="251483"/>
                  </a:lnTo>
                  <a:lnTo>
                    <a:pt x="5517225" y="289801"/>
                  </a:lnTo>
                  <a:lnTo>
                    <a:pt x="5564800" y="332533"/>
                  </a:lnTo>
                  <a:lnTo>
                    <a:pt x="5567201" y="334838"/>
                  </a:lnTo>
                  <a:lnTo>
                    <a:pt x="5607630" y="375760"/>
                  </a:lnTo>
                  <a:lnTo>
                    <a:pt x="5647668" y="420106"/>
                  </a:lnTo>
                  <a:lnTo>
                    <a:pt x="5687615" y="467942"/>
                  </a:lnTo>
                  <a:lnTo>
                    <a:pt x="5727698" y="519260"/>
                  </a:lnTo>
                  <a:lnTo>
                    <a:pt x="5768075" y="573966"/>
                  </a:lnTo>
                  <a:lnTo>
                    <a:pt x="5808844" y="631877"/>
                  </a:lnTo>
                  <a:lnTo>
                    <a:pt x="5850050" y="692717"/>
                  </a:lnTo>
                  <a:lnTo>
                    <a:pt x="5891687" y="756114"/>
                  </a:lnTo>
                  <a:lnTo>
                    <a:pt x="5933709" y="821610"/>
                  </a:lnTo>
                  <a:lnTo>
                    <a:pt x="5976035" y="888673"/>
                  </a:lnTo>
                  <a:lnTo>
                    <a:pt x="6018555" y="956712"/>
                  </a:lnTo>
                  <a:lnTo>
                    <a:pt x="6061145" y="1025097"/>
                  </a:lnTo>
                  <a:lnTo>
                    <a:pt x="6103675" y="1093187"/>
                  </a:lnTo>
                  <a:lnTo>
                    <a:pt x="6146020" y="1160350"/>
                  </a:lnTo>
                  <a:lnTo>
                    <a:pt x="6188070" y="1225992"/>
                  </a:lnTo>
                  <a:lnTo>
                    <a:pt x="6229740" y="1289574"/>
                  </a:lnTo>
                  <a:lnTo>
                    <a:pt x="6270981" y="1350632"/>
                  </a:lnTo>
                  <a:lnTo>
                    <a:pt x="6311784" y="1408788"/>
                  </a:lnTo>
                  <a:lnTo>
                    <a:pt x="6352189" y="1463758"/>
                  </a:lnTo>
                  <a:lnTo>
                    <a:pt x="6392291" y="1515350"/>
                  </a:lnTo>
                  <a:lnTo>
                    <a:pt x="6432242" y="1563465"/>
                  </a:lnTo>
                  <a:lnTo>
                    <a:pt x="6472262" y="1608087"/>
                  </a:lnTo>
                  <a:lnTo>
                    <a:pt x="6512647" y="1649278"/>
                  </a:lnTo>
                  <a:lnTo>
                    <a:pt x="6515891" y="1652416"/>
                  </a:lnTo>
                  <a:lnTo>
                    <a:pt x="6563398" y="1695375"/>
                  </a:lnTo>
                  <a:lnTo>
                    <a:pt x="6612572" y="1733914"/>
                  </a:lnTo>
                  <a:lnTo>
                    <a:pt x="6664218" y="1768274"/>
                  </a:lnTo>
                  <a:lnTo>
                    <a:pt x="6719235" y="1798852"/>
                  </a:lnTo>
                  <a:lnTo>
                    <a:pt x="6778535" y="1826090"/>
                  </a:lnTo>
                  <a:lnTo>
                    <a:pt x="6842957" y="1850411"/>
                  </a:lnTo>
                  <a:lnTo>
                    <a:pt x="6913165" y="1872182"/>
                  </a:lnTo>
                  <a:lnTo>
                    <a:pt x="6989503" y="1891695"/>
                  </a:lnTo>
                  <a:lnTo>
                    <a:pt x="7071808" y="1909155"/>
                  </a:lnTo>
                  <a:lnTo>
                    <a:pt x="7159193" y="1924684"/>
                  </a:lnTo>
                  <a:lnTo>
                    <a:pt x="7249841" y="1938323"/>
                  </a:lnTo>
                  <a:lnTo>
                    <a:pt x="7340891" y="1950053"/>
                  </a:lnTo>
                  <a:lnTo>
                    <a:pt x="7428534" y="1959828"/>
                  </a:lnTo>
                  <a:lnTo>
                    <a:pt x="7508407" y="1967618"/>
                  </a:lnTo>
                  <a:lnTo>
                    <a:pt x="7576307" y="1973461"/>
                  </a:lnTo>
                  <a:lnTo>
                    <a:pt x="7629079" y="1977497"/>
                  </a:lnTo>
                  <a:lnTo>
                    <a:pt x="7665408" y="1979982"/>
                  </a:lnTo>
                  <a:lnTo>
                    <a:pt x="7686250" y="1981263"/>
                  </a:lnTo>
                  <a:lnTo>
                    <a:pt x="7694810" y="1981738"/>
                  </a:lnTo>
                  <a:lnTo>
                    <a:pt x="7696237" y="1981810"/>
                  </a:lnTo>
                  <a:lnTo>
                    <a:pt x="8234974" y="1981810"/>
                  </a:lnTo>
                  <a:lnTo>
                    <a:pt x="8234974" y="1976365"/>
                  </a:ln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5" y="93"/>
                  </a:lnTo>
                  <a:lnTo>
                    <a:pt x="3839569" y="761"/>
                  </a:lnTo>
                  <a:lnTo>
                    <a:pt x="3820989" y="2608"/>
                  </a:lnTo>
                  <a:lnTo>
                    <a:pt x="3788070" y="6237"/>
                  </a:lnTo>
                  <a:lnTo>
                    <a:pt x="3739614" y="12188"/>
                  </a:lnTo>
                  <a:lnTo>
                    <a:pt x="3676472" y="20873"/>
                  </a:lnTo>
                  <a:lnTo>
                    <a:pt x="3601247" y="32539"/>
                  </a:lnTo>
                  <a:lnTo>
                    <a:pt x="3517649" y="47276"/>
                  </a:lnTo>
                  <a:lnTo>
                    <a:pt x="3429720" y="65057"/>
                  </a:lnTo>
                  <a:lnTo>
                    <a:pt x="3341158" y="85812"/>
                  </a:lnTo>
                  <a:lnTo>
                    <a:pt x="3254887" y="109493"/>
                  </a:lnTo>
                  <a:lnTo>
                    <a:pt x="3172905" y="136126"/>
                  </a:lnTo>
                  <a:lnTo>
                    <a:pt x="3096325" y="165845"/>
                  </a:lnTo>
                  <a:lnTo>
                    <a:pt x="3025540" y="198908"/>
                  </a:lnTo>
                  <a:lnTo>
                    <a:pt x="2960412" y="235700"/>
                  </a:lnTo>
                  <a:lnTo>
                    <a:pt x="2900448" y="276722"/>
                  </a:lnTo>
                  <a:lnTo>
                    <a:pt x="2844941" y="322574"/>
                  </a:lnTo>
                  <a:lnTo>
                    <a:pt x="2793079" y="373914"/>
                  </a:lnTo>
                  <a:lnTo>
                    <a:pt x="2744022" y="431395"/>
                  </a:lnTo>
                  <a:lnTo>
                    <a:pt x="2696971" y="495540"/>
                  </a:lnTo>
                  <a:lnTo>
                    <a:pt x="2667772" y="539916"/>
                  </a:lnTo>
                  <a:lnTo>
                    <a:pt x="2634194" y="595172"/>
                  </a:lnTo>
                  <a:lnTo>
                    <a:pt x="2600924" y="654273"/>
                  </a:lnTo>
                  <a:lnTo>
                    <a:pt x="2567779" y="717297"/>
                  </a:lnTo>
                  <a:lnTo>
                    <a:pt x="2534614" y="784268"/>
                  </a:lnTo>
                  <a:lnTo>
                    <a:pt x="2501314" y="855146"/>
                  </a:lnTo>
                  <a:lnTo>
                    <a:pt x="2467798" y="929826"/>
                  </a:lnTo>
                  <a:lnTo>
                    <a:pt x="2434013" y="1008131"/>
                  </a:lnTo>
                  <a:lnTo>
                    <a:pt x="2399929" y="1089810"/>
                  </a:lnTo>
                  <a:lnTo>
                    <a:pt x="2365543" y="1174541"/>
                  </a:lnTo>
                  <a:lnTo>
                    <a:pt x="2330870" y="1261930"/>
                  </a:lnTo>
                  <a:lnTo>
                    <a:pt x="2295946" y="1351519"/>
                  </a:lnTo>
                  <a:lnTo>
                    <a:pt x="2260822" y="1442797"/>
                  </a:lnTo>
                  <a:lnTo>
                    <a:pt x="2225560" y="1535208"/>
                  </a:lnTo>
                  <a:lnTo>
                    <a:pt x="2190230" y="1628165"/>
                  </a:lnTo>
                  <a:lnTo>
                    <a:pt x="2154907" y="1721067"/>
                  </a:lnTo>
                  <a:lnTo>
                    <a:pt x="2119665" y="1813315"/>
                  </a:lnTo>
                  <a:lnTo>
                    <a:pt x="2084573" y="1904328"/>
                  </a:lnTo>
                  <a:lnTo>
                    <a:pt x="2049691" y="1993556"/>
                  </a:lnTo>
                  <a:lnTo>
                    <a:pt x="2015068" y="2080496"/>
                  </a:lnTo>
                  <a:lnTo>
                    <a:pt x="1980736" y="2164702"/>
                  </a:lnTo>
                  <a:lnTo>
                    <a:pt x="1946707" y="2245792"/>
                  </a:lnTo>
                  <a:lnTo>
                    <a:pt x="1912973" y="2323458"/>
                  </a:lnTo>
                  <a:lnTo>
                    <a:pt x="1879502" y="2397461"/>
                  </a:lnTo>
                  <a:lnTo>
                    <a:pt x="1846233" y="2467638"/>
                  </a:lnTo>
                  <a:lnTo>
                    <a:pt x="1813080" y="2533896"/>
                  </a:lnTo>
                  <a:lnTo>
                    <a:pt x="1779925" y="2596207"/>
                  </a:lnTo>
                  <a:lnTo>
                    <a:pt x="1746614" y="2654605"/>
                  </a:lnTo>
                  <a:lnTo>
                    <a:pt x="1719082" y="2699581"/>
                  </a:lnTo>
                  <a:lnTo>
                    <a:pt x="1672941" y="2768101"/>
                  </a:lnTo>
                  <a:lnTo>
                    <a:pt x="1625247" y="2829775"/>
                  </a:lnTo>
                  <a:lnTo>
                    <a:pt x="1575265" y="2884950"/>
                  </a:lnTo>
                  <a:lnTo>
                    <a:pt x="1522173" y="2934214"/>
                  </a:lnTo>
                  <a:lnTo>
                    <a:pt x="1465134" y="2978233"/>
                  </a:lnTo>
                  <a:lnTo>
                    <a:pt x="1403363" y="3017651"/>
                  </a:lnTo>
                  <a:lnTo>
                    <a:pt x="1336218" y="3053033"/>
                  </a:lnTo>
                  <a:lnTo>
                    <a:pt x="1263316" y="3084842"/>
                  </a:lnTo>
                  <a:lnTo>
                    <a:pt x="1184690" y="3113414"/>
                  </a:lnTo>
                  <a:lnTo>
                    <a:pt x="1100974" y="3138963"/>
                  </a:lnTo>
                  <a:lnTo>
                    <a:pt x="1013589" y="3161580"/>
                  </a:lnTo>
                  <a:lnTo>
                    <a:pt x="924872" y="3181261"/>
                  </a:lnTo>
                  <a:lnTo>
                    <a:pt x="838061" y="3197941"/>
                  </a:lnTo>
                  <a:lnTo>
                    <a:pt x="757044" y="3211558"/>
                  </a:lnTo>
                  <a:lnTo>
                    <a:pt x="685830" y="3222121"/>
                  </a:lnTo>
                  <a:lnTo>
                    <a:pt x="627814" y="3229773"/>
                  </a:lnTo>
                  <a:lnTo>
                    <a:pt x="585020" y="3234823"/>
                  </a:lnTo>
                  <a:lnTo>
                    <a:pt x="557569" y="3237736"/>
                  </a:lnTo>
                  <a:lnTo>
                    <a:pt x="543517" y="3239083"/>
                  </a:lnTo>
                  <a:lnTo>
                    <a:pt x="539034" y="3239473"/>
                  </a:lnTo>
                  <a:lnTo>
                    <a:pt x="538736" y="3239497"/>
                  </a:lnTo>
                  <a:lnTo>
                    <a:pt x="0" y="3239497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92" name="pl1392"/>
            <p:cNvSpPr/>
            <p:nvPr/>
          </p:nvSpPr>
          <p:spPr>
            <a:xfrm>
              <a:off x="546595" y="1294910"/>
              <a:ext cx="8234974" cy="3239497"/>
            </a:xfrm>
            <a:custGeom>
              <a:avLst/>
              <a:pathLst>
                <a:path w="8234974" h="3239497">
                  <a:moveTo>
                    <a:pt x="0" y="3239497"/>
                  </a:moveTo>
                  <a:lnTo>
                    <a:pt x="538736" y="3239497"/>
                  </a:lnTo>
                  <a:lnTo>
                    <a:pt x="539869" y="3239404"/>
                  </a:lnTo>
                  <a:lnTo>
                    <a:pt x="547286" y="3238736"/>
                  </a:lnTo>
                  <a:lnTo>
                    <a:pt x="565865" y="3236889"/>
                  </a:lnTo>
                  <a:lnTo>
                    <a:pt x="598784" y="3233260"/>
                  </a:lnTo>
                  <a:lnTo>
                    <a:pt x="647241" y="3227309"/>
                  </a:lnTo>
                  <a:lnTo>
                    <a:pt x="710383" y="3218624"/>
                  </a:lnTo>
                  <a:lnTo>
                    <a:pt x="785607" y="3206958"/>
                  </a:lnTo>
                  <a:lnTo>
                    <a:pt x="869206" y="3192221"/>
                  </a:lnTo>
                  <a:lnTo>
                    <a:pt x="957135" y="3174440"/>
                  </a:lnTo>
                  <a:lnTo>
                    <a:pt x="1045697" y="3153685"/>
                  </a:lnTo>
                  <a:lnTo>
                    <a:pt x="1131967" y="3130004"/>
                  </a:lnTo>
                  <a:lnTo>
                    <a:pt x="1213950" y="3103371"/>
                  </a:lnTo>
                  <a:lnTo>
                    <a:pt x="1290529" y="3073652"/>
                  </a:lnTo>
                  <a:lnTo>
                    <a:pt x="1361314" y="3040589"/>
                  </a:lnTo>
                  <a:lnTo>
                    <a:pt x="1426442" y="3003797"/>
                  </a:lnTo>
                  <a:lnTo>
                    <a:pt x="1486407" y="2962774"/>
                  </a:lnTo>
                  <a:lnTo>
                    <a:pt x="1541913" y="2916923"/>
                  </a:lnTo>
                  <a:lnTo>
                    <a:pt x="1593775" y="2865583"/>
                  </a:lnTo>
                  <a:lnTo>
                    <a:pt x="1642833" y="2808102"/>
                  </a:lnTo>
                  <a:lnTo>
                    <a:pt x="1689883" y="2743957"/>
                  </a:lnTo>
                  <a:lnTo>
                    <a:pt x="1719082" y="2699581"/>
                  </a:lnTo>
                  <a:lnTo>
                    <a:pt x="1752661" y="2644325"/>
                  </a:lnTo>
                  <a:lnTo>
                    <a:pt x="1785931" y="2585224"/>
                  </a:lnTo>
                  <a:lnTo>
                    <a:pt x="1819075" y="2522200"/>
                  </a:lnTo>
                  <a:lnTo>
                    <a:pt x="1852241" y="2455229"/>
                  </a:lnTo>
                  <a:lnTo>
                    <a:pt x="1885541" y="2384351"/>
                  </a:lnTo>
                  <a:lnTo>
                    <a:pt x="1919056" y="2309671"/>
                  </a:lnTo>
                  <a:lnTo>
                    <a:pt x="1952842" y="2231366"/>
                  </a:lnTo>
                  <a:lnTo>
                    <a:pt x="1986926" y="2149687"/>
                  </a:lnTo>
                  <a:lnTo>
                    <a:pt x="2021312" y="2064956"/>
                  </a:lnTo>
                  <a:lnTo>
                    <a:pt x="2055985" y="1977567"/>
                  </a:lnTo>
                  <a:lnTo>
                    <a:pt x="2090908" y="1887978"/>
                  </a:lnTo>
                  <a:lnTo>
                    <a:pt x="2126032" y="1796699"/>
                  </a:lnTo>
                  <a:lnTo>
                    <a:pt x="2161295" y="1704289"/>
                  </a:lnTo>
                  <a:lnTo>
                    <a:pt x="2196624" y="1611332"/>
                  </a:lnTo>
                  <a:lnTo>
                    <a:pt x="2231947" y="1518430"/>
                  </a:lnTo>
                  <a:lnTo>
                    <a:pt x="2267190" y="1426181"/>
                  </a:lnTo>
                  <a:lnTo>
                    <a:pt x="2302282" y="1335169"/>
                  </a:lnTo>
                  <a:lnTo>
                    <a:pt x="2337163" y="1245941"/>
                  </a:lnTo>
                  <a:lnTo>
                    <a:pt x="2371786" y="1159001"/>
                  </a:lnTo>
                  <a:lnTo>
                    <a:pt x="2406118" y="1074795"/>
                  </a:lnTo>
                  <a:lnTo>
                    <a:pt x="2440147" y="993704"/>
                  </a:lnTo>
                  <a:lnTo>
                    <a:pt x="2473881" y="916039"/>
                  </a:lnTo>
                  <a:lnTo>
                    <a:pt x="2507353" y="842036"/>
                  </a:lnTo>
                  <a:lnTo>
                    <a:pt x="2540621" y="771859"/>
                  </a:lnTo>
                  <a:lnTo>
                    <a:pt x="2573774" y="705601"/>
                  </a:lnTo>
                  <a:lnTo>
                    <a:pt x="2606930" y="643290"/>
                  </a:lnTo>
                  <a:lnTo>
                    <a:pt x="2640240" y="584892"/>
                  </a:lnTo>
                  <a:lnTo>
                    <a:pt x="2667772" y="539916"/>
                  </a:lnTo>
                  <a:lnTo>
                    <a:pt x="2713913" y="471395"/>
                  </a:lnTo>
                  <a:lnTo>
                    <a:pt x="2761608" y="409722"/>
                  </a:lnTo>
                  <a:lnTo>
                    <a:pt x="2811590" y="354547"/>
                  </a:lnTo>
                  <a:lnTo>
                    <a:pt x="2864681" y="305283"/>
                  </a:lnTo>
                  <a:lnTo>
                    <a:pt x="2921720" y="261263"/>
                  </a:lnTo>
                  <a:lnTo>
                    <a:pt x="2983491" y="221846"/>
                  </a:lnTo>
                  <a:lnTo>
                    <a:pt x="3050637" y="186463"/>
                  </a:lnTo>
                  <a:lnTo>
                    <a:pt x="3123539" y="154655"/>
                  </a:lnTo>
                  <a:lnTo>
                    <a:pt x="3202165" y="126083"/>
                  </a:lnTo>
                  <a:lnTo>
                    <a:pt x="3285881" y="100534"/>
                  </a:lnTo>
                  <a:lnTo>
                    <a:pt x="3373266" y="77916"/>
                  </a:lnTo>
                  <a:lnTo>
                    <a:pt x="3461983" y="58236"/>
                  </a:lnTo>
                  <a:lnTo>
                    <a:pt x="3548794" y="41556"/>
                  </a:lnTo>
                  <a:lnTo>
                    <a:pt x="3629811" y="27939"/>
                  </a:lnTo>
                  <a:lnTo>
                    <a:pt x="3701025" y="17376"/>
                  </a:lnTo>
                  <a:lnTo>
                    <a:pt x="3759041" y="9724"/>
                  </a:lnTo>
                  <a:lnTo>
                    <a:pt x="3801834" y="4673"/>
                  </a:lnTo>
                  <a:lnTo>
                    <a:pt x="3829286" y="1760"/>
                  </a:lnTo>
                  <a:lnTo>
                    <a:pt x="3843338" y="414"/>
                  </a:lnTo>
                  <a:lnTo>
                    <a:pt x="3847821" y="2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8" y="62"/>
                  </a:lnTo>
                  <a:lnTo>
                    <a:pt x="4396143" y="506"/>
                  </a:lnTo>
                  <a:lnTo>
                    <a:pt x="4416260" y="1736"/>
                  </a:lnTo>
                  <a:lnTo>
                    <a:pt x="4451754" y="4150"/>
                  </a:lnTo>
                  <a:lnTo>
                    <a:pt x="4503698" y="8100"/>
                  </a:lnTo>
                  <a:lnTo>
                    <a:pt x="4570888" y="13846"/>
                  </a:lnTo>
                  <a:lnTo>
                    <a:pt x="4650245" y="21535"/>
                  </a:lnTo>
                  <a:lnTo>
                    <a:pt x="4737599" y="31208"/>
                  </a:lnTo>
                  <a:lnTo>
                    <a:pt x="4828574" y="42840"/>
                  </a:lnTo>
                  <a:lnTo>
                    <a:pt x="4919321" y="56382"/>
                  </a:lnTo>
                  <a:lnTo>
                    <a:pt x="5006925" y="71814"/>
                  </a:lnTo>
                  <a:lnTo>
                    <a:pt x="5089518" y="89173"/>
                  </a:lnTo>
                  <a:lnTo>
                    <a:pt x="5166171" y="108576"/>
                  </a:lnTo>
                  <a:lnTo>
                    <a:pt x="5236688" y="130225"/>
                  </a:lnTo>
                  <a:lnTo>
                    <a:pt x="5301392" y="154408"/>
                  </a:lnTo>
                  <a:lnTo>
                    <a:pt x="5360935" y="181487"/>
                  </a:lnTo>
                  <a:lnTo>
                    <a:pt x="5416149" y="211883"/>
                  </a:lnTo>
                  <a:lnTo>
                    <a:pt x="5467946" y="246039"/>
                  </a:lnTo>
                  <a:lnTo>
                    <a:pt x="5517225" y="284356"/>
                  </a:lnTo>
                  <a:lnTo>
                    <a:pt x="5564800" y="327088"/>
                  </a:lnTo>
                  <a:lnTo>
                    <a:pt x="5567201" y="329394"/>
                  </a:lnTo>
                  <a:lnTo>
                    <a:pt x="5607630" y="370315"/>
                  </a:lnTo>
                  <a:lnTo>
                    <a:pt x="5647668" y="414661"/>
                  </a:lnTo>
                  <a:lnTo>
                    <a:pt x="5687615" y="462497"/>
                  </a:lnTo>
                  <a:lnTo>
                    <a:pt x="5727698" y="513815"/>
                  </a:lnTo>
                  <a:lnTo>
                    <a:pt x="5768075" y="568521"/>
                  </a:lnTo>
                  <a:lnTo>
                    <a:pt x="5808844" y="626433"/>
                  </a:lnTo>
                  <a:lnTo>
                    <a:pt x="5850050" y="687272"/>
                  </a:lnTo>
                  <a:lnTo>
                    <a:pt x="5891687" y="750669"/>
                  </a:lnTo>
                  <a:lnTo>
                    <a:pt x="5933709" y="816165"/>
                  </a:lnTo>
                  <a:lnTo>
                    <a:pt x="5976035" y="883229"/>
                  </a:lnTo>
                  <a:lnTo>
                    <a:pt x="6018555" y="951267"/>
                  </a:lnTo>
                  <a:lnTo>
                    <a:pt x="6061145" y="1019653"/>
                  </a:lnTo>
                  <a:lnTo>
                    <a:pt x="6103675" y="1087743"/>
                  </a:lnTo>
                  <a:lnTo>
                    <a:pt x="6146020" y="1154906"/>
                  </a:lnTo>
                  <a:lnTo>
                    <a:pt x="6188070" y="1220548"/>
                  </a:lnTo>
                  <a:lnTo>
                    <a:pt x="6229740" y="1284129"/>
                  </a:lnTo>
                  <a:lnTo>
                    <a:pt x="6270981" y="1345187"/>
                  </a:lnTo>
                  <a:lnTo>
                    <a:pt x="6311784" y="1403344"/>
                  </a:lnTo>
                  <a:lnTo>
                    <a:pt x="6352189" y="1458313"/>
                  </a:lnTo>
                  <a:lnTo>
                    <a:pt x="6392291" y="1509906"/>
                  </a:lnTo>
                  <a:lnTo>
                    <a:pt x="6432242" y="1558020"/>
                  </a:lnTo>
                  <a:lnTo>
                    <a:pt x="6472262" y="1602643"/>
                  </a:lnTo>
                  <a:lnTo>
                    <a:pt x="6512647" y="1643833"/>
                  </a:lnTo>
                  <a:lnTo>
                    <a:pt x="6515891" y="1646971"/>
                  </a:lnTo>
                  <a:lnTo>
                    <a:pt x="6563398" y="1689930"/>
                  </a:lnTo>
                  <a:lnTo>
                    <a:pt x="6612572" y="1728470"/>
                  </a:lnTo>
                  <a:lnTo>
                    <a:pt x="6664218" y="1762829"/>
                  </a:lnTo>
                  <a:lnTo>
                    <a:pt x="6719235" y="1793407"/>
                  </a:lnTo>
                  <a:lnTo>
                    <a:pt x="6778535" y="1820645"/>
                  </a:lnTo>
                  <a:lnTo>
                    <a:pt x="6842957" y="1844967"/>
                  </a:lnTo>
                  <a:lnTo>
                    <a:pt x="6913165" y="1866738"/>
                  </a:lnTo>
                  <a:lnTo>
                    <a:pt x="6989503" y="1886250"/>
                  </a:lnTo>
                  <a:lnTo>
                    <a:pt x="7071808" y="1903710"/>
                  </a:lnTo>
                  <a:lnTo>
                    <a:pt x="7159193" y="1919239"/>
                  </a:lnTo>
                  <a:lnTo>
                    <a:pt x="7249841" y="1932878"/>
                  </a:lnTo>
                  <a:lnTo>
                    <a:pt x="7340891" y="1944609"/>
                  </a:lnTo>
                  <a:lnTo>
                    <a:pt x="7428534" y="1954384"/>
                  </a:lnTo>
                  <a:lnTo>
                    <a:pt x="7508407" y="1962174"/>
                  </a:lnTo>
                  <a:lnTo>
                    <a:pt x="7576307" y="1968017"/>
                  </a:lnTo>
                  <a:lnTo>
                    <a:pt x="7629079" y="1972053"/>
                  </a:lnTo>
                  <a:lnTo>
                    <a:pt x="7665408" y="1974537"/>
                  </a:lnTo>
                  <a:lnTo>
                    <a:pt x="7686250" y="1975818"/>
                  </a:lnTo>
                  <a:lnTo>
                    <a:pt x="7694810" y="1976293"/>
                  </a:lnTo>
                  <a:lnTo>
                    <a:pt x="7696237" y="1976365"/>
                  </a:lnTo>
                  <a:lnTo>
                    <a:pt x="7696237" y="1976365"/>
                  </a:lnTo>
                  <a:lnTo>
                    <a:pt x="8234974" y="19763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3" name="pl1393"/>
            <p:cNvSpPr/>
            <p:nvPr/>
          </p:nvSpPr>
          <p:spPr>
            <a:xfrm>
              <a:off x="546595" y="1289466"/>
              <a:ext cx="8234974" cy="3239497"/>
            </a:xfrm>
            <a:custGeom>
              <a:avLst/>
              <a:pathLst>
                <a:path w="8234974" h="3239497">
                  <a:moveTo>
                    <a:pt x="8234974" y="1976365"/>
                  </a:move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5" y="93"/>
                  </a:lnTo>
                  <a:lnTo>
                    <a:pt x="3839569" y="761"/>
                  </a:lnTo>
                  <a:lnTo>
                    <a:pt x="3820989" y="2608"/>
                  </a:lnTo>
                  <a:lnTo>
                    <a:pt x="3788070" y="6237"/>
                  </a:lnTo>
                  <a:lnTo>
                    <a:pt x="3739614" y="12188"/>
                  </a:lnTo>
                  <a:lnTo>
                    <a:pt x="3676472" y="20873"/>
                  </a:lnTo>
                  <a:lnTo>
                    <a:pt x="3601247" y="32539"/>
                  </a:lnTo>
                  <a:lnTo>
                    <a:pt x="3517649" y="47276"/>
                  </a:lnTo>
                  <a:lnTo>
                    <a:pt x="3429720" y="65057"/>
                  </a:lnTo>
                  <a:lnTo>
                    <a:pt x="3341158" y="85812"/>
                  </a:lnTo>
                  <a:lnTo>
                    <a:pt x="3254887" y="109493"/>
                  </a:lnTo>
                  <a:lnTo>
                    <a:pt x="3172905" y="136126"/>
                  </a:lnTo>
                  <a:lnTo>
                    <a:pt x="3096325" y="165845"/>
                  </a:lnTo>
                  <a:lnTo>
                    <a:pt x="3025540" y="198908"/>
                  </a:lnTo>
                  <a:lnTo>
                    <a:pt x="2960412" y="235700"/>
                  </a:lnTo>
                  <a:lnTo>
                    <a:pt x="2900448" y="276722"/>
                  </a:lnTo>
                  <a:lnTo>
                    <a:pt x="2844941" y="322574"/>
                  </a:lnTo>
                  <a:lnTo>
                    <a:pt x="2793079" y="373914"/>
                  </a:lnTo>
                  <a:lnTo>
                    <a:pt x="2744022" y="431395"/>
                  </a:lnTo>
                  <a:lnTo>
                    <a:pt x="2696971" y="495540"/>
                  </a:lnTo>
                  <a:lnTo>
                    <a:pt x="2667772" y="539916"/>
                  </a:lnTo>
                  <a:lnTo>
                    <a:pt x="2634194" y="595172"/>
                  </a:lnTo>
                  <a:lnTo>
                    <a:pt x="2600924" y="654273"/>
                  </a:lnTo>
                  <a:lnTo>
                    <a:pt x="2567779" y="717297"/>
                  </a:lnTo>
                  <a:lnTo>
                    <a:pt x="2534614" y="784268"/>
                  </a:lnTo>
                  <a:lnTo>
                    <a:pt x="2501314" y="855146"/>
                  </a:lnTo>
                  <a:lnTo>
                    <a:pt x="2467798" y="929826"/>
                  </a:lnTo>
                  <a:lnTo>
                    <a:pt x="2434013" y="1008131"/>
                  </a:lnTo>
                  <a:lnTo>
                    <a:pt x="2399929" y="1089810"/>
                  </a:lnTo>
                  <a:lnTo>
                    <a:pt x="2365543" y="1174541"/>
                  </a:lnTo>
                  <a:lnTo>
                    <a:pt x="2330870" y="1261930"/>
                  </a:lnTo>
                  <a:lnTo>
                    <a:pt x="2295946" y="1351519"/>
                  </a:lnTo>
                  <a:lnTo>
                    <a:pt x="2260822" y="1442797"/>
                  </a:lnTo>
                  <a:lnTo>
                    <a:pt x="2225560" y="1535208"/>
                  </a:lnTo>
                  <a:lnTo>
                    <a:pt x="2190230" y="1628165"/>
                  </a:lnTo>
                  <a:lnTo>
                    <a:pt x="2154907" y="1721067"/>
                  </a:lnTo>
                  <a:lnTo>
                    <a:pt x="2119665" y="1813315"/>
                  </a:lnTo>
                  <a:lnTo>
                    <a:pt x="2084573" y="1904328"/>
                  </a:lnTo>
                  <a:lnTo>
                    <a:pt x="2049691" y="1993556"/>
                  </a:lnTo>
                  <a:lnTo>
                    <a:pt x="2015068" y="2080496"/>
                  </a:lnTo>
                  <a:lnTo>
                    <a:pt x="1980736" y="2164702"/>
                  </a:lnTo>
                  <a:lnTo>
                    <a:pt x="1946707" y="2245792"/>
                  </a:lnTo>
                  <a:lnTo>
                    <a:pt x="1912973" y="2323458"/>
                  </a:lnTo>
                  <a:lnTo>
                    <a:pt x="1879502" y="2397461"/>
                  </a:lnTo>
                  <a:lnTo>
                    <a:pt x="1846233" y="2467638"/>
                  </a:lnTo>
                  <a:lnTo>
                    <a:pt x="1813080" y="2533896"/>
                  </a:lnTo>
                  <a:lnTo>
                    <a:pt x="1779925" y="2596207"/>
                  </a:lnTo>
                  <a:lnTo>
                    <a:pt x="1746614" y="2654605"/>
                  </a:lnTo>
                  <a:lnTo>
                    <a:pt x="1719082" y="2699581"/>
                  </a:lnTo>
                  <a:lnTo>
                    <a:pt x="1672941" y="2768101"/>
                  </a:lnTo>
                  <a:lnTo>
                    <a:pt x="1625247" y="2829775"/>
                  </a:lnTo>
                  <a:lnTo>
                    <a:pt x="1575265" y="2884950"/>
                  </a:lnTo>
                  <a:lnTo>
                    <a:pt x="1522173" y="2934214"/>
                  </a:lnTo>
                  <a:lnTo>
                    <a:pt x="1465134" y="2978233"/>
                  </a:lnTo>
                  <a:lnTo>
                    <a:pt x="1403363" y="3017651"/>
                  </a:lnTo>
                  <a:lnTo>
                    <a:pt x="1336218" y="3053033"/>
                  </a:lnTo>
                  <a:lnTo>
                    <a:pt x="1263316" y="3084842"/>
                  </a:lnTo>
                  <a:lnTo>
                    <a:pt x="1184690" y="3113414"/>
                  </a:lnTo>
                  <a:lnTo>
                    <a:pt x="1100974" y="3138963"/>
                  </a:lnTo>
                  <a:lnTo>
                    <a:pt x="1013589" y="3161580"/>
                  </a:lnTo>
                  <a:lnTo>
                    <a:pt x="924872" y="3181261"/>
                  </a:lnTo>
                  <a:lnTo>
                    <a:pt x="838061" y="3197941"/>
                  </a:lnTo>
                  <a:lnTo>
                    <a:pt x="757044" y="3211558"/>
                  </a:lnTo>
                  <a:lnTo>
                    <a:pt x="685830" y="3222121"/>
                  </a:lnTo>
                  <a:lnTo>
                    <a:pt x="627814" y="3229773"/>
                  </a:lnTo>
                  <a:lnTo>
                    <a:pt x="585020" y="3234823"/>
                  </a:lnTo>
                  <a:lnTo>
                    <a:pt x="557569" y="3237736"/>
                  </a:lnTo>
                  <a:lnTo>
                    <a:pt x="543517" y="3239083"/>
                  </a:lnTo>
                  <a:lnTo>
                    <a:pt x="539034" y="3239473"/>
                  </a:lnTo>
                  <a:lnTo>
                    <a:pt x="538736" y="3239497"/>
                  </a:lnTo>
                  <a:lnTo>
                    <a:pt x="0" y="32394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4" name="pg1394"/>
            <p:cNvSpPr/>
            <p:nvPr/>
          </p:nvSpPr>
          <p:spPr>
            <a:xfrm>
              <a:off x="546595" y="1333022"/>
              <a:ext cx="8234974" cy="3206830"/>
            </a:xfrm>
            <a:custGeom>
              <a:avLst/>
              <a:pathLst>
                <a:path w="8234974" h="3206830">
                  <a:moveTo>
                    <a:pt x="0" y="3206830"/>
                  </a:moveTo>
                  <a:lnTo>
                    <a:pt x="538736" y="3206830"/>
                  </a:lnTo>
                  <a:lnTo>
                    <a:pt x="539873" y="3206737"/>
                  </a:lnTo>
                  <a:lnTo>
                    <a:pt x="547311" y="3206075"/>
                  </a:lnTo>
                  <a:lnTo>
                    <a:pt x="565942" y="3204244"/>
                  </a:lnTo>
                  <a:lnTo>
                    <a:pt x="598949" y="3200647"/>
                  </a:lnTo>
                  <a:lnTo>
                    <a:pt x="647526" y="3194749"/>
                  </a:lnTo>
                  <a:lnTo>
                    <a:pt x="710807" y="3186141"/>
                  </a:lnTo>
                  <a:lnTo>
                    <a:pt x="786176" y="3174580"/>
                  </a:lnTo>
                  <a:lnTo>
                    <a:pt x="869907" y="3159980"/>
                  </a:lnTo>
                  <a:lnTo>
                    <a:pt x="957945" y="3142364"/>
                  </a:lnTo>
                  <a:lnTo>
                    <a:pt x="1046588" y="3121804"/>
                  </a:lnTo>
                  <a:lnTo>
                    <a:pt x="1132908" y="3098347"/>
                  </a:lnTo>
                  <a:lnTo>
                    <a:pt x="1214916" y="3071967"/>
                  </a:lnTo>
                  <a:lnTo>
                    <a:pt x="1291501" y="3042527"/>
                  </a:lnTo>
                  <a:lnTo>
                    <a:pt x="1362278" y="3009772"/>
                  </a:lnTo>
                  <a:lnTo>
                    <a:pt x="1427392" y="2973318"/>
                  </a:lnTo>
                  <a:lnTo>
                    <a:pt x="1487341" y="2932667"/>
                  </a:lnTo>
                  <a:lnTo>
                    <a:pt x="1542836" y="2887224"/>
                  </a:lnTo>
                  <a:lnTo>
                    <a:pt x="1594694" y="2836333"/>
                  </a:lnTo>
                  <a:lnTo>
                    <a:pt x="1643756" y="2779352"/>
                  </a:lnTo>
                  <a:lnTo>
                    <a:pt x="1690822" y="2715763"/>
                  </a:lnTo>
                  <a:lnTo>
                    <a:pt x="1719082" y="2673266"/>
                  </a:lnTo>
                  <a:lnTo>
                    <a:pt x="1752827" y="2618379"/>
                  </a:lnTo>
                  <a:lnTo>
                    <a:pt x="1786260" y="2559655"/>
                  </a:lnTo>
                  <a:lnTo>
                    <a:pt x="1819568" y="2497015"/>
                  </a:lnTo>
                  <a:lnTo>
                    <a:pt x="1852900" y="2430435"/>
                  </a:lnTo>
                  <a:lnTo>
                    <a:pt x="1886370" y="2359958"/>
                  </a:lnTo>
                  <a:lnTo>
                    <a:pt x="1920058" y="2285689"/>
                  </a:lnTo>
                  <a:lnTo>
                    <a:pt x="1954021" y="2207809"/>
                  </a:lnTo>
                  <a:lnTo>
                    <a:pt x="1988285" y="2126571"/>
                  </a:lnTo>
                  <a:lnTo>
                    <a:pt x="2022855" y="2042303"/>
                  </a:lnTo>
                  <a:lnTo>
                    <a:pt x="2057712" y="1955400"/>
                  </a:lnTo>
                  <a:lnTo>
                    <a:pt x="2092821" y="1866324"/>
                  </a:lnTo>
                  <a:lnTo>
                    <a:pt x="2128129" y="1775593"/>
                  </a:lnTo>
                  <a:lnTo>
                    <a:pt x="2163573" y="1683766"/>
                  </a:lnTo>
                  <a:lnTo>
                    <a:pt x="2199080" y="1591432"/>
                  </a:lnTo>
                  <a:lnTo>
                    <a:pt x="2234574" y="1499195"/>
                  </a:lnTo>
                  <a:lnTo>
                    <a:pt x="2269982" y="1407654"/>
                  </a:lnTo>
                  <a:lnTo>
                    <a:pt x="2305233" y="1317391"/>
                  </a:lnTo>
                  <a:lnTo>
                    <a:pt x="2340267" y="1228953"/>
                  </a:lnTo>
                  <a:lnTo>
                    <a:pt x="2375036" y="1142842"/>
                  </a:lnTo>
                  <a:lnTo>
                    <a:pt x="2409510" y="1059498"/>
                  </a:lnTo>
                  <a:lnTo>
                    <a:pt x="2443676" y="979297"/>
                  </a:lnTo>
                  <a:lnTo>
                    <a:pt x="2477548" y="902542"/>
                  </a:lnTo>
                  <a:lnTo>
                    <a:pt x="2511159" y="829464"/>
                  </a:lnTo>
                  <a:lnTo>
                    <a:pt x="2544574" y="760219"/>
                  </a:lnTo>
                  <a:lnTo>
                    <a:pt x="2577885" y="694893"/>
                  </a:lnTo>
                  <a:lnTo>
                    <a:pt x="2611215" y="633504"/>
                  </a:lnTo>
                  <a:lnTo>
                    <a:pt x="2644725" y="576012"/>
                  </a:lnTo>
                  <a:lnTo>
                    <a:pt x="2667772" y="539008"/>
                  </a:lnTo>
                  <a:lnTo>
                    <a:pt x="2713961" y="471229"/>
                  </a:lnTo>
                  <a:lnTo>
                    <a:pt x="2761707" y="410229"/>
                  </a:lnTo>
                  <a:lnTo>
                    <a:pt x="2811746" y="355664"/>
                  </a:lnTo>
                  <a:lnTo>
                    <a:pt x="2864904" y="306949"/>
                  </a:lnTo>
                  <a:lnTo>
                    <a:pt x="2922021" y="263426"/>
                  </a:lnTo>
                  <a:lnTo>
                    <a:pt x="2983883" y="224456"/>
                  </a:lnTo>
                  <a:lnTo>
                    <a:pt x="3051134" y="189479"/>
                  </a:lnTo>
                  <a:lnTo>
                    <a:pt x="3124154" y="158039"/>
                  </a:lnTo>
                  <a:lnTo>
                    <a:pt x="3202908" y="129800"/>
                  </a:lnTo>
                  <a:lnTo>
                    <a:pt x="3286752" y="104555"/>
                  </a:lnTo>
                  <a:lnTo>
                    <a:pt x="3374254" y="82211"/>
                  </a:lnTo>
                  <a:lnTo>
                    <a:pt x="3463059" y="62776"/>
                  </a:lnTo>
                  <a:lnTo>
                    <a:pt x="3549909" y="46314"/>
                  </a:lnTo>
                  <a:lnTo>
                    <a:pt x="3630900" y="32885"/>
                  </a:lnTo>
                  <a:lnTo>
                    <a:pt x="3702013" y="22480"/>
                  </a:lnTo>
                  <a:lnTo>
                    <a:pt x="3759860" y="14953"/>
                  </a:lnTo>
                  <a:lnTo>
                    <a:pt x="3802435" y="9997"/>
                  </a:lnTo>
                  <a:lnTo>
                    <a:pt x="3829653" y="7148"/>
                  </a:lnTo>
                  <a:lnTo>
                    <a:pt x="3843500" y="5839"/>
                  </a:lnTo>
                  <a:lnTo>
                    <a:pt x="3847848" y="546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7" y="5530"/>
                  </a:lnTo>
                  <a:lnTo>
                    <a:pt x="4395622" y="6144"/>
                  </a:lnTo>
                  <a:lnTo>
                    <a:pt x="4414654" y="7843"/>
                  </a:lnTo>
                  <a:lnTo>
                    <a:pt x="4448333" y="11180"/>
                  </a:lnTo>
                  <a:lnTo>
                    <a:pt x="4497824" y="16649"/>
                  </a:lnTo>
                  <a:lnTo>
                    <a:pt x="4562172" y="24622"/>
                  </a:lnTo>
                  <a:lnTo>
                    <a:pt x="4638637" y="35321"/>
                  </a:lnTo>
                  <a:lnTo>
                    <a:pt x="4723373" y="48819"/>
                  </a:lnTo>
                  <a:lnTo>
                    <a:pt x="4812235" y="65088"/>
                  </a:lnTo>
                  <a:lnTo>
                    <a:pt x="4901476" y="84063"/>
                  </a:lnTo>
                  <a:lnTo>
                    <a:pt x="4988171" y="105704"/>
                  </a:lnTo>
                  <a:lnTo>
                    <a:pt x="5070359" y="130043"/>
                  </a:lnTo>
                  <a:lnTo>
                    <a:pt x="5146977" y="157214"/>
                  </a:lnTo>
                  <a:lnTo>
                    <a:pt x="5217692" y="187468"/>
                  </a:lnTo>
                  <a:lnTo>
                    <a:pt x="5282697" y="221172"/>
                  </a:lnTo>
                  <a:lnTo>
                    <a:pt x="5342531" y="258798"/>
                  </a:lnTo>
                  <a:lnTo>
                    <a:pt x="5397942" y="300908"/>
                  </a:lnTo>
                  <a:lnTo>
                    <a:pt x="5449770" y="348112"/>
                  </a:lnTo>
                  <a:lnTo>
                    <a:pt x="5498877" y="400999"/>
                  </a:lnTo>
                  <a:lnTo>
                    <a:pt x="5546068" y="460017"/>
                  </a:lnTo>
                  <a:lnTo>
                    <a:pt x="5567201" y="489100"/>
                  </a:lnTo>
                  <a:lnTo>
                    <a:pt x="5602325" y="540973"/>
                  </a:lnTo>
                  <a:lnTo>
                    <a:pt x="5637121" y="596620"/>
                  </a:lnTo>
                  <a:lnTo>
                    <a:pt x="5671796" y="656119"/>
                  </a:lnTo>
                  <a:lnTo>
                    <a:pt x="5706514" y="719486"/>
                  </a:lnTo>
                  <a:lnTo>
                    <a:pt x="5741397" y="786671"/>
                  </a:lnTo>
                  <a:lnTo>
                    <a:pt x="5776532" y="857549"/>
                  </a:lnTo>
                  <a:lnTo>
                    <a:pt x="5811974" y="931921"/>
                  </a:lnTo>
                  <a:lnTo>
                    <a:pt x="5847746" y="1009506"/>
                  </a:lnTo>
                  <a:lnTo>
                    <a:pt x="5883845" y="1089948"/>
                  </a:lnTo>
                  <a:lnTo>
                    <a:pt x="5920244" y="1172817"/>
                  </a:lnTo>
                  <a:lnTo>
                    <a:pt x="5956894" y="1257617"/>
                  </a:lnTo>
                  <a:lnTo>
                    <a:pt x="5993730" y="1343799"/>
                  </a:lnTo>
                  <a:lnTo>
                    <a:pt x="6030674" y="1430775"/>
                  </a:lnTo>
                  <a:lnTo>
                    <a:pt x="6067644" y="1517933"/>
                  </a:lnTo>
                  <a:lnTo>
                    <a:pt x="6104554" y="1604655"/>
                  </a:lnTo>
                  <a:lnTo>
                    <a:pt x="6141322" y="1690338"/>
                  </a:lnTo>
                  <a:lnTo>
                    <a:pt x="6177875" y="1774406"/>
                  </a:lnTo>
                  <a:lnTo>
                    <a:pt x="6214155" y="1856332"/>
                  </a:lnTo>
                  <a:lnTo>
                    <a:pt x="6250122" y="1935645"/>
                  </a:lnTo>
                  <a:lnTo>
                    <a:pt x="6285757" y="2011945"/>
                  </a:lnTo>
                  <a:lnTo>
                    <a:pt x="6321068" y="2084907"/>
                  </a:lnTo>
                  <a:lnTo>
                    <a:pt x="6356091" y="2154284"/>
                  </a:lnTo>
                  <a:lnTo>
                    <a:pt x="6390893" y="2219907"/>
                  </a:lnTo>
                  <a:lnTo>
                    <a:pt x="6425576" y="2281683"/>
                  </a:lnTo>
                  <a:lnTo>
                    <a:pt x="6460279" y="2339590"/>
                  </a:lnTo>
                  <a:lnTo>
                    <a:pt x="6495182" y="2393670"/>
                  </a:lnTo>
                  <a:lnTo>
                    <a:pt x="6515891" y="2423725"/>
                  </a:lnTo>
                  <a:lnTo>
                    <a:pt x="6562441" y="2485614"/>
                  </a:lnTo>
                  <a:lnTo>
                    <a:pt x="6610578" y="2541264"/>
                  </a:lnTo>
                  <a:lnTo>
                    <a:pt x="6661056" y="2590999"/>
                  </a:lnTo>
                  <a:lnTo>
                    <a:pt x="6714721" y="2635362"/>
                  </a:lnTo>
                  <a:lnTo>
                    <a:pt x="6772432" y="2674965"/>
                  </a:lnTo>
                  <a:lnTo>
                    <a:pt x="6834990" y="2710397"/>
                  </a:lnTo>
                  <a:lnTo>
                    <a:pt x="6903045" y="2742177"/>
                  </a:lnTo>
                  <a:lnTo>
                    <a:pt x="6976968" y="2770720"/>
                  </a:lnTo>
                  <a:lnTo>
                    <a:pt x="7056692" y="2796331"/>
                  </a:lnTo>
                  <a:lnTo>
                    <a:pt x="7141512" y="2819195"/>
                  </a:lnTo>
                  <a:lnTo>
                    <a:pt x="7229894" y="2839391"/>
                  </a:lnTo>
                  <a:lnTo>
                    <a:pt x="7319352" y="2856906"/>
                  </a:lnTo>
                  <a:lnTo>
                    <a:pt x="7406478" y="2871678"/>
                  </a:lnTo>
                  <a:lnTo>
                    <a:pt x="7487239" y="2883655"/>
                  </a:lnTo>
                  <a:lnTo>
                    <a:pt x="7557554" y="2892857"/>
                  </a:lnTo>
                  <a:lnTo>
                    <a:pt x="7614078" y="2899434"/>
                  </a:lnTo>
                  <a:lnTo>
                    <a:pt x="7654974" y="2903691"/>
                  </a:lnTo>
                  <a:lnTo>
                    <a:pt x="7680424" y="2906072"/>
                  </a:lnTo>
                  <a:lnTo>
                    <a:pt x="7692735" y="2907112"/>
                  </a:lnTo>
                  <a:lnTo>
                    <a:pt x="7696237" y="2907381"/>
                  </a:lnTo>
                  <a:lnTo>
                    <a:pt x="8234974" y="2907381"/>
                  </a:lnTo>
                  <a:lnTo>
                    <a:pt x="8234974" y="2901936"/>
                  </a:lnTo>
                  <a:lnTo>
                    <a:pt x="7696237" y="2901936"/>
                  </a:lnTo>
                  <a:lnTo>
                    <a:pt x="7695075" y="2901850"/>
                  </a:lnTo>
                  <a:lnTo>
                    <a:pt x="7687471" y="2901236"/>
                  </a:lnTo>
                  <a:lnTo>
                    <a:pt x="7668439" y="2899537"/>
                  </a:lnTo>
                  <a:lnTo>
                    <a:pt x="7634759" y="2896200"/>
                  </a:lnTo>
                  <a:lnTo>
                    <a:pt x="7585269" y="2890731"/>
                  </a:lnTo>
                  <a:lnTo>
                    <a:pt x="7520920" y="2882758"/>
                  </a:lnTo>
                  <a:lnTo>
                    <a:pt x="7444455" y="2872059"/>
                  </a:lnTo>
                  <a:lnTo>
                    <a:pt x="7359720" y="2858562"/>
                  </a:lnTo>
                  <a:lnTo>
                    <a:pt x="7270858" y="2842292"/>
                  </a:lnTo>
                  <a:lnTo>
                    <a:pt x="7181616" y="2823317"/>
                  </a:lnTo>
                  <a:lnTo>
                    <a:pt x="7094921" y="2801676"/>
                  </a:lnTo>
                  <a:lnTo>
                    <a:pt x="7012734" y="2777338"/>
                  </a:lnTo>
                  <a:lnTo>
                    <a:pt x="6936115" y="2750166"/>
                  </a:lnTo>
                  <a:lnTo>
                    <a:pt x="6865400" y="2719912"/>
                  </a:lnTo>
                  <a:lnTo>
                    <a:pt x="6800396" y="2686209"/>
                  </a:lnTo>
                  <a:lnTo>
                    <a:pt x="6740561" y="2648582"/>
                  </a:lnTo>
                  <a:lnTo>
                    <a:pt x="6685151" y="2606472"/>
                  </a:lnTo>
                  <a:lnTo>
                    <a:pt x="6633322" y="2559269"/>
                  </a:lnTo>
                  <a:lnTo>
                    <a:pt x="6584216" y="2506382"/>
                  </a:lnTo>
                  <a:lnTo>
                    <a:pt x="6537025" y="2447363"/>
                  </a:lnTo>
                  <a:lnTo>
                    <a:pt x="6515891" y="2418280"/>
                  </a:lnTo>
                  <a:lnTo>
                    <a:pt x="6480767" y="2366407"/>
                  </a:lnTo>
                  <a:lnTo>
                    <a:pt x="6445971" y="2310760"/>
                  </a:lnTo>
                  <a:lnTo>
                    <a:pt x="6411296" y="2251261"/>
                  </a:lnTo>
                  <a:lnTo>
                    <a:pt x="6376579" y="2187894"/>
                  </a:lnTo>
                  <a:lnTo>
                    <a:pt x="6341696" y="2120709"/>
                  </a:lnTo>
                  <a:lnTo>
                    <a:pt x="6306561" y="2049831"/>
                  </a:lnTo>
                  <a:lnTo>
                    <a:pt x="6271119" y="1975459"/>
                  </a:lnTo>
                  <a:lnTo>
                    <a:pt x="6235347" y="1897874"/>
                  </a:lnTo>
                  <a:lnTo>
                    <a:pt x="6199247" y="1817432"/>
                  </a:lnTo>
                  <a:lnTo>
                    <a:pt x="6162848" y="1734564"/>
                  </a:lnTo>
                  <a:lnTo>
                    <a:pt x="6126199" y="1649763"/>
                  </a:lnTo>
                  <a:lnTo>
                    <a:pt x="6089363" y="1563581"/>
                  </a:lnTo>
                  <a:lnTo>
                    <a:pt x="6052418" y="1476605"/>
                  </a:lnTo>
                  <a:lnTo>
                    <a:pt x="6015448" y="1389447"/>
                  </a:lnTo>
                  <a:lnTo>
                    <a:pt x="5978539" y="1302725"/>
                  </a:lnTo>
                  <a:lnTo>
                    <a:pt x="5941771" y="1217042"/>
                  </a:lnTo>
                  <a:lnTo>
                    <a:pt x="5905217" y="1132974"/>
                  </a:lnTo>
                  <a:lnTo>
                    <a:pt x="5868937" y="1051049"/>
                  </a:lnTo>
                  <a:lnTo>
                    <a:pt x="5832970" y="971735"/>
                  </a:lnTo>
                  <a:lnTo>
                    <a:pt x="5797335" y="895435"/>
                  </a:lnTo>
                  <a:lnTo>
                    <a:pt x="5762025" y="822473"/>
                  </a:lnTo>
                  <a:lnTo>
                    <a:pt x="5727002" y="753096"/>
                  </a:lnTo>
                  <a:lnTo>
                    <a:pt x="5692200" y="687473"/>
                  </a:lnTo>
                  <a:lnTo>
                    <a:pt x="5657517" y="625697"/>
                  </a:lnTo>
                  <a:lnTo>
                    <a:pt x="5622814" y="567791"/>
                  </a:lnTo>
                  <a:lnTo>
                    <a:pt x="5587911" y="513710"/>
                  </a:lnTo>
                  <a:lnTo>
                    <a:pt x="5567201" y="483656"/>
                  </a:lnTo>
                  <a:lnTo>
                    <a:pt x="5520651" y="421766"/>
                  </a:lnTo>
                  <a:lnTo>
                    <a:pt x="5472515" y="366116"/>
                  </a:lnTo>
                  <a:lnTo>
                    <a:pt x="5422036" y="316382"/>
                  </a:lnTo>
                  <a:lnTo>
                    <a:pt x="5368371" y="272019"/>
                  </a:lnTo>
                  <a:lnTo>
                    <a:pt x="5310660" y="232415"/>
                  </a:lnTo>
                  <a:lnTo>
                    <a:pt x="5248102" y="196983"/>
                  </a:lnTo>
                  <a:lnTo>
                    <a:pt x="5180048" y="165204"/>
                  </a:lnTo>
                  <a:lnTo>
                    <a:pt x="5106124" y="136660"/>
                  </a:lnTo>
                  <a:lnTo>
                    <a:pt x="5026400" y="111050"/>
                  </a:lnTo>
                  <a:lnTo>
                    <a:pt x="4941581" y="88185"/>
                  </a:lnTo>
                  <a:lnTo>
                    <a:pt x="4853198" y="67989"/>
                  </a:lnTo>
                  <a:lnTo>
                    <a:pt x="4763741" y="50474"/>
                  </a:lnTo>
                  <a:lnTo>
                    <a:pt x="4676614" y="35702"/>
                  </a:lnTo>
                  <a:lnTo>
                    <a:pt x="4595853" y="23725"/>
                  </a:lnTo>
                  <a:lnTo>
                    <a:pt x="4525538" y="14523"/>
                  </a:lnTo>
                  <a:lnTo>
                    <a:pt x="4469014" y="7946"/>
                  </a:lnTo>
                  <a:lnTo>
                    <a:pt x="4428118" y="3690"/>
                  </a:lnTo>
                  <a:lnTo>
                    <a:pt x="4402669" y="1308"/>
                  </a:lnTo>
                  <a:lnTo>
                    <a:pt x="4390357" y="26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2" y="92"/>
                  </a:lnTo>
                  <a:lnTo>
                    <a:pt x="3839544" y="754"/>
                  </a:lnTo>
                  <a:lnTo>
                    <a:pt x="3820912" y="2585"/>
                  </a:lnTo>
                  <a:lnTo>
                    <a:pt x="3787905" y="6183"/>
                  </a:lnTo>
                  <a:lnTo>
                    <a:pt x="3739329" y="12081"/>
                  </a:lnTo>
                  <a:lnTo>
                    <a:pt x="3676047" y="20688"/>
                  </a:lnTo>
                  <a:lnTo>
                    <a:pt x="3600678" y="32249"/>
                  </a:lnTo>
                  <a:lnTo>
                    <a:pt x="3516948" y="46850"/>
                  </a:lnTo>
                  <a:lnTo>
                    <a:pt x="3428909" y="64465"/>
                  </a:lnTo>
                  <a:lnTo>
                    <a:pt x="3340267" y="85025"/>
                  </a:lnTo>
                  <a:lnTo>
                    <a:pt x="3253946" y="108482"/>
                  </a:lnTo>
                  <a:lnTo>
                    <a:pt x="3171939" y="134863"/>
                  </a:lnTo>
                  <a:lnTo>
                    <a:pt x="3095354" y="164302"/>
                  </a:lnTo>
                  <a:lnTo>
                    <a:pt x="3024577" y="197058"/>
                  </a:lnTo>
                  <a:lnTo>
                    <a:pt x="2959463" y="233511"/>
                  </a:lnTo>
                  <a:lnTo>
                    <a:pt x="2899513" y="274163"/>
                  </a:lnTo>
                  <a:lnTo>
                    <a:pt x="2844018" y="319606"/>
                  </a:lnTo>
                  <a:lnTo>
                    <a:pt x="2792161" y="370496"/>
                  </a:lnTo>
                  <a:lnTo>
                    <a:pt x="2743099" y="427478"/>
                  </a:lnTo>
                  <a:lnTo>
                    <a:pt x="2696032" y="491067"/>
                  </a:lnTo>
                  <a:lnTo>
                    <a:pt x="2667772" y="533564"/>
                  </a:lnTo>
                  <a:lnTo>
                    <a:pt x="2634028" y="588450"/>
                  </a:lnTo>
                  <a:lnTo>
                    <a:pt x="2600595" y="647174"/>
                  </a:lnTo>
                  <a:lnTo>
                    <a:pt x="2567286" y="709815"/>
                  </a:lnTo>
                  <a:lnTo>
                    <a:pt x="2533954" y="776394"/>
                  </a:lnTo>
                  <a:lnTo>
                    <a:pt x="2500485" y="846872"/>
                  </a:lnTo>
                  <a:lnTo>
                    <a:pt x="2466796" y="921140"/>
                  </a:lnTo>
                  <a:lnTo>
                    <a:pt x="2432834" y="999020"/>
                  </a:lnTo>
                  <a:lnTo>
                    <a:pt x="2398569" y="1080258"/>
                  </a:lnTo>
                  <a:lnTo>
                    <a:pt x="2364000" y="1164527"/>
                  </a:lnTo>
                  <a:lnTo>
                    <a:pt x="2329142" y="1251430"/>
                  </a:lnTo>
                  <a:lnTo>
                    <a:pt x="2294033" y="1340505"/>
                  </a:lnTo>
                  <a:lnTo>
                    <a:pt x="2258725" y="1431236"/>
                  </a:lnTo>
                  <a:lnTo>
                    <a:pt x="2223282" y="1523063"/>
                  </a:lnTo>
                  <a:lnTo>
                    <a:pt x="2187775" y="1615397"/>
                  </a:lnTo>
                  <a:lnTo>
                    <a:pt x="2152280" y="1707635"/>
                  </a:lnTo>
                  <a:lnTo>
                    <a:pt x="2116872" y="1799176"/>
                  </a:lnTo>
                  <a:lnTo>
                    <a:pt x="2081621" y="1889439"/>
                  </a:lnTo>
                  <a:lnTo>
                    <a:pt x="2046587" y="1977876"/>
                  </a:lnTo>
                  <a:lnTo>
                    <a:pt x="2011818" y="2063988"/>
                  </a:lnTo>
                  <a:lnTo>
                    <a:pt x="1977345" y="2147332"/>
                  </a:lnTo>
                  <a:lnTo>
                    <a:pt x="1943178" y="2227533"/>
                  </a:lnTo>
                  <a:lnTo>
                    <a:pt x="1909307" y="2304287"/>
                  </a:lnTo>
                  <a:lnTo>
                    <a:pt x="1875695" y="2377365"/>
                  </a:lnTo>
                  <a:lnTo>
                    <a:pt x="1842280" y="2446610"/>
                  </a:lnTo>
                  <a:lnTo>
                    <a:pt x="1808970" y="2511937"/>
                  </a:lnTo>
                  <a:lnTo>
                    <a:pt x="1775639" y="2573326"/>
                  </a:lnTo>
                  <a:lnTo>
                    <a:pt x="1742129" y="2630817"/>
                  </a:lnTo>
                  <a:lnTo>
                    <a:pt x="1719082" y="2667821"/>
                  </a:lnTo>
                  <a:lnTo>
                    <a:pt x="1672894" y="2735601"/>
                  </a:lnTo>
                  <a:lnTo>
                    <a:pt x="1625148" y="2796600"/>
                  </a:lnTo>
                  <a:lnTo>
                    <a:pt x="1575108" y="2851166"/>
                  </a:lnTo>
                  <a:lnTo>
                    <a:pt x="1521950" y="2899880"/>
                  </a:lnTo>
                  <a:lnTo>
                    <a:pt x="1464834" y="2943404"/>
                  </a:lnTo>
                  <a:lnTo>
                    <a:pt x="1402972" y="2982373"/>
                  </a:lnTo>
                  <a:lnTo>
                    <a:pt x="1335721" y="3017351"/>
                  </a:lnTo>
                  <a:lnTo>
                    <a:pt x="1262700" y="3048791"/>
                  </a:lnTo>
                  <a:lnTo>
                    <a:pt x="1183947" y="3077029"/>
                  </a:lnTo>
                  <a:lnTo>
                    <a:pt x="1100103" y="3102275"/>
                  </a:lnTo>
                  <a:lnTo>
                    <a:pt x="1012601" y="3124618"/>
                  </a:lnTo>
                  <a:lnTo>
                    <a:pt x="923796" y="3144053"/>
                  </a:lnTo>
                  <a:lnTo>
                    <a:pt x="836946" y="3160516"/>
                  </a:lnTo>
                  <a:lnTo>
                    <a:pt x="755955" y="3173944"/>
                  </a:lnTo>
                  <a:lnTo>
                    <a:pt x="684841" y="3184350"/>
                  </a:lnTo>
                  <a:lnTo>
                    <a:pt x="626995" y="3191876"/>
                  </a:lnTo>
                  <a:lnTo>
                    <a:pt x="584420" y="3196833"/>
                  </a:lnTo>
                  <a:lnTo>
                    <a:pt x="557201" y="3199682"/>
                  </a:lnTo>
                  <a:lnTo>
                    <a:pt x="543355" y="3200991"/>
                  </a:lnTo>
                  <a:lnTo>
                    <a:pt x="539007" y="3201364"/>
                  </a:lnTo>
                  <a:lnTo>
                    <a:pt x="538736" y="3201386"/>
                  </a:lnTo>
                  <a:lnTo>
                    <a:pt x="0" y="320138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95" name="pl1395"/>
            <p:cNvSpPr/>
            <p:nvPr/>
          </p:nvSpPr>
          <p:spPr>
            <a:xfrm>
              <a:off x="546595" y="1338466"/>
              <a:ext cx="8234974" cy="3201386"/>
            </a:xfrm>
            <a:custGeom>
              <a:avLst/>
              <a:pathLst>
                <a:path w="8234974" h="3201386">
                  <a:moveTo>
                    <a:pt x="0" y="3201386"/>
                  </a:moveTo>
                  <a:lnTo>
                    <a:pt x="538736" y="3201386"/>
                  </a:lnTo>
                  <a:lnTo>
                    <a:pt x="539873" y="3201293"/>
                  </a:lnTo>
                  <a:lnTo>
                    <a:pt x="547311" y="3200631"/>
                  </a:lnTo>
                  <a:lnTo>
                    <a:pt x="565942" y="3198800"/>
                  </a:lnTo>
                  <a:lnTo>
                    <a:pt x="598949" y="3195203"/>
                  </a:lnTo>
                  <a:lnTo>
                    <a:pt x="647526" y="3189304"/>
                  </a:lnTo>
                  <a:lnTo>
                    <a:pt x="710807" y="3180697"/>
                  </a:lnTo>
                  <a:lnTo>
                    <a:pt x="786176" y="3169136"/>
                  </a:lnTo>
                  <a:lnTo>
                    <a:pt x="869907" y="3154535"/>
                  </a:lnTo>
                  <a:lnTo>
                    <a:pt x="957945" y="3136920"/>
                  </a:lnTo>
                  <a:lnTo>
                    <a:pt x="1046588" y="3116360"/>
                  </a:lnTo>
                  <a:lnTo>
                    <a:pt x="1132908" y="3092903"/>
                  </a:lnTo>
                  <a:lnTo>
                    <a:pt x="1214916" y="3066522"/>
                  </a:lnTo>
                  <a:lnTo>
                    <a:pt x="1291501" y="3037083"/>
                  </a:lnTo>
                  <a:lnTo>
                    <a:pt x="1362278" y="3004327"/>
                  </a:lnTo>
                  <a:lnTo>
                    <a:pt x="1427392" y="2967874"/>
                  </a:lnTo>
                  <a:lnTo>
                    <a:pt x="1487341" y="2927223"/>
                  </a:lnTo>
                  <a:lnTo>
                    <a:pt x="1542836" y="2881779"/>
                  </a:lnTo>
                  <a:lnTo>
                    <a:pt x="1594694" y="2830889"/>
                  </a:lnTo>
                  <a:lnTo>
                    <a:pt x="1643756" y="2773907"/>
                  </a:lnTo>
                  <a:lnTo>
                    <a:pt x="1690822" y="2710318"/>
                  </a:lnTo>
                  <a:lnTo>
                    <a:pt x="1719082" y="2667821"/>
                  </a:lnTo>
                  <a:lnTo>
                    <a:pt x="1752827" y="2612935"/>
                  </a:lnTo>
                  <a:lnTo>
                    <a:pt x="1786260" y="2554211"/>
                  </a:lnTo>
                  <a:lnTo>
                    <a:pt x="1819568" y="2491570"/>
                  </a:lnTo>
                  <a:lnTo>
                    <a:pt x="1852900" y="2424991"/>
                  </a:lnTo>
                  <a:lnTo>
                    <a:pt x="1886370" y="2354513"/>
                  </a:lnTo>
                  <a:lnTo>
                    <a:pt x="1920058" y="2280245"/>
                  </a:lnTo>
                  <a:lnTo>
                    <a:pt x="1954021" y="2202365"/>
                  </a:lnTo>
                  <a:lnTo>
                    <a:pt x="1988285" y="2121127"/>
                  </a:lnTo>
                  <a:lnTo>
                    <a:pt x="2022855" y="2036858"/>
                  </a:lnTo>
                  <a:lnTo>
                    <a:pt x="2057712" y="1949955"/>
                  </a:lnTo>
                  <a:lnTo>
                    <a:pt x="2092821" y="1860880"/>
                  </a:lnTo>
                  <a:lnTo>
                    <a:pt x="2128129" y="1770149"/>
                  </a:lnTo>
                  <a:lnTo>
                    <a:pt x="2163573" y="1678322"/>
                  </a:lnTo>
                  <a:lnTo>
                    <a:pt x="2199080" y="1585988"/>
                  </a:lnTo>
                  <a:lnTo>
                    <a:pt x="2234574" y="1493750"/>
                  </a:lnTo>
                  <a:lnTo>
                    <a:pt x="2269982" y="1402209"/>
                  </a:lnTo>
                  <a:lnTo>
                    <a:pt x="2305233" y="1311946"/>
                  </a:lnTo>
                  <a:lnTo>
                    <a:pt x="2340267" y="1223509"/>
                  </a:lnTo>
                  <a:lnTo>
                    <a:pt x="2375036" y="1137397"/>
                  </a:lnTo>
                  <a:lnTo>
                    <a:pt x="2409510" y="1054053"/>
                  </a:lnTo>
                  <a:lnTo>
                    <a:pt x="2443676" y="973852"/>
                  </a:lnTo>
                  <a:lnTo>
                    <a:pt x="2477548" y="897098"/>
                  </a:lnTo>
                  <a:lnTo>
                    <a:pt x="2511159" y="824020"/>
                  </a:lnTo>
                  <a:lnTo>
                    <a:pt x="2544574" y="754775"/>
                  </a:lnTo>
                  <a:lnTo>
                    <a:pt x="2577885" y="689448"/>
                  </a:lnTo>
                  <a:lnTo>
                    <a:pt x="2611215" y="628059"/>
                  </a:lnTo>
                  <a:lnTo>
                    <a:pt x="2644725" y="570568"/>
                  </a:lnTo>
                  <a:lnTo>
                    <a:pt x="2667772" y="533564"/>
                  </a:lnTo>
                  <a:lnTo>
                    <a:pt x="2713961" y="465784"/>
                  </a:lnTo>
                  <a:lnTo>
                    <a:pt x="2761707" y="404785"/>
                  </a:lnTo>
                  <a:lnTo>
                    <a:pt x="2811746" y="350219"/>
                  </a:lnTo>
                  <a:lnTo>
                    <a:pt x="2864904" y="301505"/>
                  </a:lnTo>
                  <a:lnTo>
                    <a:pt x="2922021" y="257981"/>
                  </a:lnTo>
                  <a:lnTo>
                    <a:pt x="2983883" y="219012"/>
                  </a:lnTo>
                  <a:lnTo>
                    <a:pt x="3051134" y="184035"/>
                  </a:lnTo>
                  <a:lnTo>
                    <a:pt x="3124154" y="152594"/>
                  </a:lnTo>
                  <a:lnTo>
                    <a:pt x="3202908" y="124356"/>
                  </a:lnTo>
                  <a:lnTo>
                    <a:pt x="3286752" y="99110"/>
                  </a:lnTo>
                  <a:lnTo>
                    <a:pt x="3374254" y="76767"/>
                  </a:lnTo>
                  <a:lnTo>
                    <a:pt x="3463059" y="57332"/>
                  </a:lnTo>
                  <a:lnTo>
                    <a:pt x="3549909" y="40870"/>
                  </a:lnTo>
                  <a:lnTo>
                    <a:pt x="3630900" y="27441"/>
                  </a:lnTo>
                  <a:lnTo>
                    <a:pt x="3702013" y="17035"/>
                  </a:lnTo>
                  <a:lnTo>
                    <a:pt x="3759860" y="9509"/>
                  </a:lnTo>
                  <a:lnTo>
                    <a:pt x="3802435" y="4552"/>
                  </a:lnTo>
                  <a:lnTo>
                    <a:pt x="3829653" y="1703"/>
                  </a:lnTo>
                  <a:lnTo>
                    <a:pt x="3843500" y="394"/>
                  </a:lnTo>
                  <a:lnTo>
                    <a:pt x="3847848" y="2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7" y="86"/>
                  </a:lnTo>
                  <a:lnTo>
                    <a:pt x="4395622" y="700"/>
                  </a:lnTo>
                  <a:lnTo>
                    <a:pt x="4414654" y="2399"/>
                  </a:lnTo>
                  <a:lnTo>
                    <a:pt x="4448333" y="5736"/>
                  </a:lnTo>
                  <a:lnTo>
                    <a:pt x="4497824" y="11204"/>
                  </a:lnTo>
                  <a:lnTo>
                    <a:pt x="4562172" y="19178"/>
                  </a:lnTo>
                  <a:lnTo>
                    <a:pt x="4638637" y="29876"/>
                  </a:lnTo>
                  <a:lnTo>
                    <a:pt x="4723373" y="43374"/>
                  </a:lnTo>
                  <a:lnTo>
                    <a:pt x="4812235" y="59643"/>
                  </a:lnTo>
                  <a:lnTo>
                    <a:pt x="4901476" y="78619"/>
                  </a:lnTo>
                  <a:lnTo>
                    <a:pt x="4988171" y="100259"/>
                  </a:lnTo>
                  <a:lnTo>
                    <a:pt x="5070359" y="124598"/>
                  </a:lnTo>
                  <a:lnTo>
                    <a:pt x="5146977" y="151770"/>
                  </a:lnTo>
                  <a:lnTo>
                    <a:pt x="5217692" y="182024"/>
                  </a:lnTo>
                  <a:lnTo>
                    <a:pt x="5282697" y="215727"/>
                  </a:lnTo>
                  <a:lnTo>
                    <a:pt x="5342531" y="253353"/>
                  </a:lnTo>
                  <a:lnTo>
                    <a:pt x="5397942" y="295463"/>
                  </a:lnTo>
                  <a:lnTo>
                    <a:pt x="5449770" y="342667"/>
                  </a:lnTo>
                  <a:lnTo>
                    <a:pt x="5498877" y="395554"/>
                  </a:lnTo>
                  <a:lnTo>
                    <a:pt x="5546068" y="454573"/>
                  </a:lnTo>
                  <a:lnTo>
                    <a:pt x="5567201" y="483656"/>
                  </a:lnTo>
                  <a:lnTo>
                    <a:pt x="5602325" y="535528"/>
                  </a:lnTo>
                  <a:lnTo>
                    <a:pt x="5637121" y="591176"/>
                  </a:lnTo>
                  <a:lnTo>
                    <a:pt x="5671796" y="650675"/>
                  </a:lnTo>
                  <a:lnTo>
                    <a:pt x="5706514" y="714042"/>
                  </a:lnTo>
                  <a:lnTo>
                    <a:pt x="5741397" y="781226"/>
                  </a:lnTo>
                  <a:lnTo>
                    <a:pt x="5776532" y="852105"/>
                  </a:lnTo>
                  <a:lnTo>
                    <a:pt x="5811974" y="926476"/>
                  </a:lnTo>
                  <a:lnTo>
                    <a:pt x="5847746" y="1004062"/>
                  </a:lnTo>
                  <a:lnTo>
                    <a:pt x="5883845" y="1084504"/>
                  </a:lnTo>
                  <a:lnTo>
                    <a:pt x="5920244" y="1167372"/>
                  </a:lnTo>
                  <a:lnTo>
                    <a:pt x="5956894" y="1252172"/>
                  </a:lnTo>
                  <a:lnTo>
                    <a:pt x="5993730" y="1338355"/>
                  </a:lnTo>
                  <a:lnTo>
                    <a:pt x="6030674" y="1425331"/>
                  </a:lnTo>
                  <a:lnTo>
                    <a:pt x="6067644" y="1512489"/>
                  </a:lnTo>
                  <a:lnTo>
                    <a:pt x="6104554" y="1599211"/>
                  </a:lnTo>
                  <a:lnTo>
                    <a:pt x="6141322" y="1684893"/>
                  </a:lnTo>
                  <a:lnTo>
                    <a:pt x="6177875" y="1768962"/>
                  </a:lnTo>
                  <a:lnTo>
                    <a:pt x="6214155" y="1850887"/>
                  </a:lnTo>
                  <a:lnTo>
                    <a:pt x="6250122" y="1930200"/>
                  </a:lnTo>
                  <a:lnTo>
                    <a:pt x="6285757" y="2006501"/>
                  </a:lnTo>
                  <a:lnTo>
                    <a:pt x="6321068" y="2079463"/>
                  </a:lnTo>
                  <a:lnTo>
                    <a:pt x="6356091" y="2148840"/>
                  </a:lnTo>
                  <a:lnTo>
                    <a:pt x="6390893" y="2214462"/>
                  </a:lnTo>
                  <a:lnTo>
                    <a:pt x="6425576" y="2276238"/>
                  </a:lnTo>
                  <a:lnTo>
                    <a:pt x="6460279" y="2334145"/>
                  </a:lnTo>
                  <a:lnTo>
                    <a:pt x="6495182" y="2388225"/>
                  </a:lnTo>
                  <a:lnTo>
                    <a:pt x="6515891" y="2418280"/>
                  </a:lnTo>
                  <a:lnTo>
                    <a:pt x="6562441" y="2480169"/>
                  </a:lnTo>
                  <a:lnTo>
                    <a:pt x="6610578" y="2535820"/>
                  </a:lnTo>
                  <a:lnTo>
                    <a:pt x="6661056" y="2585554"/>
                  </a:lnTo>
                  <a:lnTo>
                    <a:pt x="6714721" y="2629917"/>
                  </a:lnTo>
                  <a:lnTo>
                    <a:pt x="6772432" y="2669520"/>
                  </a:lnTo>
                  <a:lnTo>
                    <a:pt x="6834990" y="2704953"/>
                  </a:lnTo>
                  <a:lnTo>
                    <a:pt x="6903045" y="2736732"/>
                  </a:lnTo>
                  <a:lnTo>
                    <a:pt x="6976968" y="2765275"/>
                  </a:lnTo>
                  <a:lnTo>
                    <a:pt x="7056692" y="2790886"/>
                  </a:lnTo>
                  <a:lnTo>
                    <a:pt x="7141512" y="2813751"/>
                  </a:lnTo>
                  <a:lnTo>
                    <a:pt x="7229894" y="2833947"/>
                  </a:lnTo>
                  <a:lnTo>
                    <a:pt x="7319352" y="2851461"/>
                  </a:lnTo>
                  <a:lnTo>
                    <a:pt x="7406478" y="2866234"/>
                  </a:lnTo>
                  <a:lnTo>
                    <a:pt x="7487239" y="2878211"/>
                  </a:lnTo>
                  <a:lnTo>
                    <a:pt x="7557554" y="2887413"/>
                  </a:lnTo>
                  <a:lnTo>
                    <a:pt x="7614078" y="2893989"/>
                  </a:lnTo>
                  <a:lnTo>
                    <a:pt x="7654974" y="2898246"/>
                  </a:lnTo>
                  <a:lnTo>
                    <a:pt x="7680424" y="2900628"/>
                  </a:lnTo>
                  <a:lnTo>
                    <a:pt x="7692735" y="2901668"/>
                  </a:lnTo>
                  <a:lnTo>
                    <a:pt x="7696123" y="2901928"/>
                  </a:lnTo>
                  <a:lnTo>
                    <a:pt x="7696237" y="2901936"/>
                  </a:lnTo>
                  <a:lnTo>
                    <a:pt x="8234974" y="29019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6" name="pl1396"/>
            <p:cNvSpPr/>
            <p:nvPr/>
          </p:nvSpPr>
          <p:spPr>
            <a:xfrm>
              <a:off x="546595" y="1333022"/>
              <a:ext cx="8234974" cy="3201386"/>
            </a:xfrm>
            <a:custGeom>
              <a:avLst/>
              <a:pathLst>
                <a:path w="8234974" h="3201386">
                  <a:moveTo>
                    <a:pt x="8234974" y="2901936"/>
                  </a:moveTo>
                  <a:lnTo>
                    <a:pt x="7696237" y="2901936"/>
                  </a:lnTo>
                  <a:lnTo>
                    <a:pt x="7695075" y="2901850"/>
                  </a:lnTo>
                  <a:lnTo>
                    <a:pt x="7687471" y="2901236"/>
                  </a:lnTo>
                  <a:lnTo>
                    <a:pt x="7668439" y="2899537"/>
                  </a:lnTo>
                  <a:lnTo>
                    <a:pt x="7634759" y="2896200"/>
                  </a:lnTo>
                  <a:lnTo>
                    <a:pt x="7585269" y="2890731"/>
                  </a:lnTo>
                  <a:lnTo>
                    <a:pt x="7520920" y="2882758"/>
                  </a:lnTo>
                  <a:lnTo>
                    <a:pt x="7444455" y="2872059"/>
                  </a:lnTo>
                  <a:lnTo>
                    <a:pt x="7359720" y="2858562"/>
                  </a:lnTo>
                  <a:lnTo>
                    <a:pt x="7270858" y="2842292"/>
                  </a:lnTo>
                  <a:lnTo>
                    <a:pt x="7181616" y="2823317"/>
                  </a:lnTo>
                  <a:lnTo>
                    <a:pt x="7094921" y="2801676"/>
                  </a:lnTo>
                  <a:lnTo>
                    <a:pt x="7012734" y="2777338"/>
                  </a:lnTo>
                  <a:lnTo>
                    <a:pt x="6936115" y="2750166"/>
                  </a:lnTo>
                  <a:lnTo>
                    <a:pt x="6865400" y="2719912"/>
                  </a:lnTo>
                  <a:lnTo>
                    <a:pt x="6800396" y="2686209"/>
                  </a:lnTo>
                  <a:lnTo>
                    <a:pt x="6740561" y="2648582"/>
                  </a:lnTo>
                  <a:lnTo>
                    <a:pt x="6685151" y="2606472"/>
                  </a:lnTo>
                  <a:lnTo>
                    <a:pt x="6633322" y="2559269"/>
                  </a:lnTo>
                  <a:lnTo>
                    <a:pt x="6584216" y="2506382"/>
                  </a:lnTo>
                  <a:lnTo>
                    <a:pt x="6537025" y="2447363"/>
                  </a:lnTo>
                  <a:lnTo>
                    <a:pt x="6515891" y="2418280"/>
                  </a:lnTo>
                  <a:lnTo>
                    <a:pt x="6480767" y="2366407"/>
                  </a:lnTo>
                  <a:lnTo>
                    <a:pt x="6445971" y="2310760"/>
                  </a:lnTo>
                  <a:lnTo>
                    <a:pt x="6411296" y="2251261"/>
                  </a:lnTo>
                  <a:lnTo>
                    <a:pt x="6376579" y="2187894"/>
                  </a:lnTo>
                  <a:lnTo>
                    <a:pt x="6341696" y="2120709"/>
                  </a:lnTo>
                  <a:lnTo>
                    <a:pt x="6306561" y="2049831"/>
                  </a:lnTo>
                  <a:lnTo>
                    <a:pt x="6271119" y="1975459"/>
                  </a:lnTo>
                  <a:lnTo>
                    <a:pt x="6235347" y="1897874"/>
                  </a:lnTo>
                  <a:lnTo>
                    <a:pt x="6199247" y="1817432"/>
                  </a:lnTo>
                  <a:lnTo>
                    <a:pt x="6162848" y="1734564"/>
                  </a:lnTo>
                  <a:lnTo>
                    <a:pt x="6126199" y="1649763"/>
                  </a:lnTo>
                  <a:lnTo>
                    <a:pt x="6089363" y="1563581"/>
                  </a:lnTo>
                  <a:lnTo>
                    <a:pt x="6052418" y="1476605"/>
                  </a:lnTo>
                  <a:lnTo>
                    <a:pt x="6015448" y="1389447"/>
                  </a:lnTo>
                  <a:lnTo>
                    <a:pt x="5978539" y="1302725"/>
                  </a:lnTo>
                  <a:lnTo>
                    <a:pt x="5941771" y="1217042"/>
                  </a:lnTo>
                  <a:lnTo>
                    <a:pt x="5905217" y="1132974"/>
                  </a:lnTo>
                  <a:lnTo>
                    <a:pt x="5868937" y="1051049"/>
                  </a:lnTo>
                  <a:lnTo>
                    <a:pt x="5832970" y="971735"/>
                  </a:lnTo>
                  <a:lnTo>
                    <a:pt x="5797335" y="895435"/>
                  </a:lnTo>
                  <a:lnTo>
                    <a:pt x="5762025" y="822473"/>
                  </a:lnTo>
                  <a:lnTo>
                    <a:pt x="5727002" y="753096"/>
                  </a:lnTo>
                  <a:lnTo>
                    <a:pt x="5692200" y="687473"/>
                  </a:lnTo>
                  <a:lnTo>
                    <a:pt x="5657517" y="625697"/>
                  </a:lnTo>
                  <a:lnTo>
                    <a:pt x="5622814" y="567791"/>
                  </a:lnTo>
                  <a:lnTo>
                    <a:pt x="5587911" y="513710"/>
                  </a:lnTo>
                  <a:lnTo>
                    <a:pt x="5567201" y="483656"/>
                  </a:lnTo>
                  <a:lnTo>
                    <a:pt x="5520651" y="421766"/>
                  </a:lnTo>
                  <a:lnTo>
                    <a:pt x="5472515" y="366116"/>
                  </a:lnTo>
                  <a:lnTo>
                    <a:pt x="5422036" y="316382"/>
                  </a:lnTo>
                  <a:lnTo>
                    <a:pt x="5368371" y="272019"/>
                  </a:lnTo>
                  <a:lnTo>
                    <a:pt x="5310660" y="232415"/>
                  </a:lnTo>
                  <a:lnTo>
                    <a:pt x="5248102" y="196983"/>
                  </a:lnTo>
                  <a:lnTo>
                    <a:pt x="5180048" y="165204"/>
                  </a:lnTo>
                  <a:lnTo>
                    <a:pt x="5106124" y="136660"/>
                  </a:lnTo>
                  <a:lnTo>
                    <a:pt x="5026400" y="111050"/>
                  </a:lnTo>
                  <a:lnTo>
                    <a:pt x="4941581" y="88185"/>
                  </a:lnTo>
                  <a:lnTo>
                    <a:pt x="4853198" y="67989"/>
                  </a:lnTo>
                  <a:lnTo>
                    <a:pt x="4763741" y="50474"/>
                  </a:lnTo>
                  <a:lnTo>
                    <a:pt x="4676614" y="35702"/>
                  </a:lnTo>
                  <a:lnTo>
                    <a:pt x="4595853" y="23725"/>
                  </a:lnTo>
                  <a:lnTo>
                    <a:pt x="4525538" y="14523"/>
                  </a:lnTo>
                  <a:lnTo>
                    <a:pt x="4469014" y="7946"/>
                  </a:lnTo>
                  <a:lnTo>
                    <a:pt x="4428118" y="3690"/>
                  </a:lnTo>
                  <a:lnTo>
                    <a:pt x="4402669" y="1308"/>
                  </a:lnTo>
                  <a:lnTo>
                    <a:pt x="4390357" y="268"/>
                  </a:lnTo>
                  <a:lnTo>
                    <a:pt x="4386970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2" y="92"/>
                  </a:lnTo>
                  <a:lnTo>
                    <a:pt x="3839544" y="754"/>
                  </a:lnTo>
                  <a:lnTo>
                    <a:pt x="3820912" y="2585"/>
                  </a:lnTo>
                  <a:lnTo>
                    <a:pt x="3787905" y="6183"/>
                  </a:lnTo>
                  <a:lnTo>
                    <a:pt x="3739329" y="12081"/>
                  </a:lnTo>
                  <a:lnTo>
                    <a:pt x="3676047" y="20688"/>
                  </a:lnTo>
                  <a:lnTo>
                    <a:pt x="3600678" y="32249"/>
                  </a:lnTo>
                  <a:lnTo>
                    <a:pt x="3516948" y="46850"/>
                  </a:lnTo>
                  <a:lnTo>
                    <a:pt x="3428909" y="64465"/>
                  </a:lnTo>
                  <a:lnTo>
                    <a:pt x="3340267" y="85025"/>
                  </a:lnTo>
                  <a:lnTo>
                    <a:pt x="3253946" y="108482"/>
                  </a:lnTo>
                  <a:lnTo>
                    <a:pt x="3171939" y="134863"/>
                  </a:lnTo>
                  <a:lnTo>
                    <a:pt x="3095354" y="164302"/>
                  </a:lnTo>
                  <a:lnTo>
                    <a:pt x="3024577" y="197058"/>
                  </a:lnTo>
                  <a:lnTo>
                    <a:pt x="2959463" y="233511"/>
                  </a:lnTo>
                  <a:lnTo>
                    <a:pt x="2899513" y="274163"/>
                  </a:lnTo>
                  <a:lnTo>
                    <a:pt x="2844018" y="319606"/>
                  </a:lnTo>
                  <a:lnTo>
                    <a:pt x="2792161" y="370496"/>
                  </a:lnTo>
                  <a:lnTo>
                    <a:pt x="2743099" y="427478"/>
                  </a:lnTo>
                  <a:lnTo>
                    <a:pt x="2696032" y="491067"/>
                  </a:lnTo>
                  <a:lnTo>
                    <a:pt x="2667772" y="533564"/>
                  </a:lnTo>
                  <a:lnTo>
                    <a:pt x="2634028" y="588450"/>
                  </a:lnTo>
                  <a:lnTo>
                    <a:pt x="2600595" y="647174"/>
                  </a:lnTo>
                  <a:lnTo>
                    <a:pt x="2567286" y="709815"/>
                  </a:lnTo>
                  <a:lnTo>
                    <a:pt x="2533954" y="776394"/>
                  </a:lnTo>
                  <a:lnTo>
                    <a:pt x="2500485" y="846872"/>
                  </a:lnTo>
                  <a:lnTo>
                    <a:pt x="2466796" y="921140"/>
                  </a:lnTo>
                  <a:lnTo>
                    <a:pt x="2432834" y="999020"/>
                  </a:lnTo>
                  <a:lnTo>
                    <a:pt x="2398569" y="1080258"/>
                  </a:lnTo>
                  <a:lnTo>
                    <a:pt x="2364000" y="1164527"/>
                  </a:lnTo>
                  <a:lnTo>
                    <a:pt x="2329142" y="1251430"/>
                  </a:lnTo>
                  <a:lnTo>
                    <a:pt x="2294033" y="1340505"/>
                  </a:lnTo>
                  <a:lnTo>
                    <a:pt x="2258725" y="1431236"/>
                  </a:lnTo>
                  <a:lnTo>
                    <a:pt x="2223282" y="1523063"/>
                  </a:lnTo>
                  <a:lnTo>
                    <a:pt x="2187775" y="1615397"/>
                  </a:lnTo>
                  <a:lnTo>
                    <a:pt x="2152280" y="1707635"/>
                  </a:lnTo>
                  <a:lnTo>
                    <a:pt x="2116872" y="1799176"/>
                  </a:lnTo>
                  <a:lnTo>
                    <a:pt x="2081621" y="1889439"/>
                  </a:lnTo>
                  <a:lnTo>
                    <a:pt x="2046587" y="1977876"/>
                  </a:lnTo>
                  <a:lnTo>
                    <a:pt x="2011818" y="2063988"/>
                  </a:lnTo>
                  <a:lnTo>
                    <a:pt x="1977345" y="2147332"/>
                  </a:lnTo>
                  <a:lnTo>
                    <a:pt x="1943178" y="2227533"/>
                  </a:lnTo>
                  <a:lnTo>
                    <a:pt x="1909307" y="2304287"/>
                  </a:lnTo>
                  <a:lnTo>
                    <a:pt x="1875695" y="2377365"/>
                  </a:lnTo>
                  <a:lnTo>
                    <a:pt x="1842280" y="2446610"/>
                  </a:lnTo>
                  <a:lnTo>
                    <a:pt x="1808970" y="2511937"/>
                  </a:lnTo>
                  <a:lnTo>
                    <a:pt x="1775639" y="2573326"/>
                  </a:lnTo>
                  <a:lnTo>
                    <a:pt x="1742129" y="2630817"/>
                  </a:lnTo>
                  <a:lnTo>
                    <a:pt x="1719082" y="2667821"/>
                  </a:lnTo>
                  <a:lnTo>
                    <a:pt x="1672894" y="2735601"/>
                  </a:lnTo>
                  <a:lnTo>
                    <a:pt x="1625148" y="2796600"/>
                  </a:lnTo>
                  <a:lnTo>
                    <a:pt x="1575108" y="2851166"/>
                  </a:lnTo>
                  <a:lnTo>
                    <a:pt x="1521950" y="2899880"/>
                  </a:lnTo>
                  <a:lnTo>
                    <a:pt x="1464834" y="2943404"/>
                  </a:lnTo>
                  <a:lnTo>
                    <a:pt x="1402972" y="2982373"/>
                  </a:lnTo>
                  <a:lnTo>
                    <a:pt x="1335721" y="3017351"/>
                  </a:lnTo>
                  <a:lnTo>
                    <a:pt x="1262700" y="3048791"/>
                  </a:lnTo>
                  <a:lnTo>
                    <a:pt x="1183947" y="3077029"/>
                  </a:lnTo>
                  <a:lnTo>
                    <a:pt x="1100103" y="3102275"/>
                  </a:lnTo>
                  <a:lnTo>
                    <a:pt x="1012601" y="3124618"/>
                  </a:lnTo>
                  <a:lnTo>
                    <a:pt x="923796" y="3144053"/>
                  </a:lnTo>
                  <a:lnTo>
                    <a:pt x="836946" y="3160516"/>
                  </a:lnTo>
                  <a:lnTo>
                    <a:pt x="755955" y="3173944"/>
                  </a:lnTo>
                  <a:lnTo>
                    <a:pt x="684841" y="3184350"/>
                  </a:lnTo>
                  <a:lnTo>
                    <a:pt x="626995" y="3191876"/>
                  </a:lnTo>
                  <a:lnTo>
                    <a:pt x="584420" y="3196833"/>
                  </a:lnTo>
                  <a:lnTo>
                    <a:pt x="557201" y="3199682"/>
                  </a:lnTo>
                  <a:lnTo>
                    <a:pt x="543355" y="3200991"/>
                  </a:lnTo>
                  <a:lnTo>
                    <a:pt x="539007" y="3201364"/>
                  </a:lnTo>
                  <a:lnTo>
                    <a:pt x="538736" y="3201386"/>
                  </a:lnTo>
                  <a:lnTo>
                    <a:pt x="0" y="32013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7" name="pg1397"/>
            <p:cNvSpPr/>
            <p:nvPr/>
          </p:nvSpPr>
          <p:spPr>
            <a:xfrm>
              <a:off x="546595" y="1398356"/>
              <a:ext cx="8234974" cy="3511724"/>
            </a:xfrm>
            <a:custGeom>
              <a:avLst/>
              <a:pathLst>
                <a:path w="8234974" h="3511724">
                  <a:moveTo>
                    <a:pt x="0" y="3152385"/>
                  </a:moveTo>
                  <a:lnTo>
                    <a:pt x="538736" y="3152385"/>
                  </a:lnTo>
                  <a:lnTo>
                    <a:pt x="539878" y="3152293"/>
                  </a:lnTo>
                  <a:lnTo>
                    <a:pt x="547350" y="3151640"/>
                  </a:lnTo>
                  <a:lnTo>
                    <a:pt x="566063" y="3149835"/>
                  </a:lnTo>
                  <a:lnTo>
                    <a:pt x="599207" y="3146288"/>
                  </a:lnTo>
                  <a:lnTo>
                    <a:pt x="647970" y="3140473"/>
                  </a:lnTo>
                  <a:lnTo>
                    <a:pt x="711470" y="3131989"/>
                  </a:lnTo>
                  <a:lnTo>
                    <a:pt x="787063" y="3120596"/>
                  </a:lnTo>
                  <a:lnTo>
                    <a:pt x="871000" y="3106211"/>
                  </a:lnTo>
                  <a:lnTo>
                    <a:pt x="959208" y="3088858"/>
                  </a:lnTo>
                  <a:lnTo>
                    <a:pt x="1047975" y="3068608"/>
                  </a:lnTo>
                  <a:lnTo>
                    <a:pt x="1134374" y="3045507"/>
                  </a:lnTo>
                  <a:lnTo>
                    <a:pt x="1216419" y="3019526"/>
                  </a:lnTo>
                  <a:lnTo>
                    <a:pt x="1293012" y="2990530"/>
                  </a:lnTo>
                  <a:lnTo>
                    <a:pt x="1363777" y="2958263"/>
                  </a:lnTo>
                  <a:lnTo>
                    <a:pt x="1428869" y="2922347"/>
                  </a:lnTo>
                  <a:lnTo>
                    <a:pt x="1488794" y="2882285"/>
                  </a:lnTo>
                  <a:lnTo>
                    <a:pt x="1544271" y="2837490"/>
                  </a:lnTo>
                  <a:lnTo>
                    <a:pt x="1596122" y="2787316"/>
                  </a:lnTo>
                  <a:lnTo>
                    <a:pt x="1645193" y="2731128"/>
                  </a:lnTo>
                  <a:lnTo>
                    <a:pt x="1692284" y="2668425"/>
                  </a:lnTo>
                  <a:lnTo>
                    <a:pt x="1719082" y="2628802"/>
                  </a:lnTo>
                  <a:lnTo>
                    <a:pt x="1753091" y="2574503"/>
                  </a:lnTo>
                  <a:lnTo>
                    <a:pt x="1786786" y="2516377"/>
                  </a:lnTo>
                  <a:lnTo>
                    <a:pt x="1820357" y="2454346"/>
                  </a:lnTo>
                  <a:lnTo>
                    <a:pt x="1853954" y="2388390"/>
                  </a:lnTo>
                  <a:lnTo>
                    <a:pt x="1887694" y="2318550"/>
                  </a:lnTo>
                  <a:lnTo>
                    <a:pt x="1921660" y="2244936"/>
                  </a:lnTo>
                  <a:lnTo>
                    <a:pt x="1955905" y="2167733"/>
                  </a:lnTo>
                  <a:lnTo>
                    <a:pt x="1990458" y="2087199"/>
                  </a:lnTo>
                  <a:lnTo>
                    <a:pt x="2025321" y="2003667"/>
                  </a:lnTo>
                  <a:lnTo>
                    <a:pt x="2060474" y="1917539"/>
                  </a:lnTo>
                  <a:lnTo>
                    <a:pt x="2095879" y="1829285"/>
                  </a:lnTo>
                  <a:lnTo>
                    <a:pt x="2131481" y="1739428"/>
                  </a:lnTo>
                  <a:lnTo>
                    <a:pt x="2167213" y="1648532"/>
                  </a:lnTo>
                  <a:lnTo>
                    <a:pt x="2203003" y="1557193"/>
                  </a:lnTo>
                  <a:lnTo>
                    <a:pt x="2238771" y="1466016"/>
                  </a:lnTo>
                  <a:lnTo>
                    <a:pt x="2274443" y="1375603"/>
                  </a:lnTo>
                  <a:lnTo>
                    <a:pt x="2309947" y="1286535"/>
                  </a:lnTo>
                  <a:lnTo>
                    <a:pt x="2345223" y="1199357"/>
                  </a:lnTo>
                  <a:lnTo>
                    <a:pt x="2380224" y="1114564"/>
                  </a:lnTo>
                  <a:lnTo>
                    <a:pt x="2414922" y="1032590"/>
                  </a:lnTo>
                  <a:lnTo>
                    <a:pt x="2449309" y="953802"/>
                  </a:lnTo>
                  <a:lnTo>
                    <a:pt x="2483400" y="878492"/>
                  </a:lnTo>
                  <a:lnTo>
                    <a:pt x="2517236" y="806879"/>
                  </a:lnTo>
                  <a:lnTo>
                    <a:pt x="2550887" y="739108"/>
                  </a:lnTo>
                  <a:lnTo>
                    <a:pt x="2584454" y="675250"/>
                  </a:lnTo>
                  <a:lnTo>
                    <a:pt x="2618070" y="615315"/>
                  </a:lnTo>
                  <a:lnTo>
                    <a:pt x="2651906" y="559250"/>
                  </a:lnTo>
                  <a:lnTo>
                    <a:pt x="2667772" y="534471"/>
                  </a:lnTo>
                  <a:lnTo>
                    <a:pt x="2714035" y="467860"/>
                  </a:lnTo>
                  <a:lnTo>
                    <a:pt x="2761860" y="407922"/>
                  </a:lnTo>
                  <a:lnTo>
                    <a:pt x="2811990" y="354317"/>
                  </a:lnTo>
                  <a:lnTo>
                    <a:pt x="2865251" y="306468"/>
                  </a:lnTo>
                  <a:lnTo>
                    <a:pt x="2922490" y="263726"/>
                  </a:lnTo>
                  <a:lnTo>
                    <a:pt x="2984494" y="225461"/>
                  </a:lnTo>
                  <a:lnTo>
                    <a:pt x="3051909" y="191122"/>
                  </a:lnTo>
                  <a:lnTo>
                    <a:pt x="3125114" y="160260"/>
                  </a:lnTo>
                  <a:lnTo>
                    <a:pt x="3204065" y="132546"/>
                  </a:lnTo>
                  <a:lnTo>
                    <a:pt x="3288110" y="107777"/>
                  </a:lnTo>
                  <a:lnTo>
                    <a:pt x="3375793" y="85864"/>
                  </a:lnTo>
                  <a:lnTo>
                    <a:pt x="3464733" y="66815"/>
                  </a:lnTo>
                  <a:lnTo>
                    <a:pt x="3551644" y="50694"/>
                  </a:lnTo>
                  <a:lnTo>
                    <a:pt x="3632592" y="37559"/>
                  </a:lnTo>
                  <a:lnTo>
                    <a:pt x="3703547" y="27399"/>
                  </a:lnTo>
                  <a:lnTo>
                    <a:pt x="3761128" y="20068"/>
                  </a:lnTo>
                  <a:lnTo>
                    <a:pt x="3803362" y="15257"/>
                  </a:lnTo>
                  <a:lnTo>
                    <a:pt x="3830217" y="12506"/>
                  </a:lnTo>
                  <a:lnTo>
                    <a:pt x="3843744" y="11255"/>
                  </a:lnTo>
                  <a:lnTo>
                    <a:pt x="3847887" y="10907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821" y="10974"/>
                  </a:lnTo>
                  <a:lnTo>
                    <a:pt x="4394168" y="11587"/>
                  </a:lnTo>
                  <a:lnTo>
                    <a:pt x="4410151" y="13280"/>
                  </a:lnTo>
                  <a:lnTo>
                    <a:pt x="4438679" y="16612"/>
                  </a:lnTo>
                  <a:lnTo>
                    <a:pt x="4481094" y="22094"/>
                  </a:lnTo>
                  <a:lnTo>
                    <a:pt x="4537074" y="30138"/>
                  </a:lnTo>
                  <a:lnTo>
                    <a:pt x="4604784" y="41017"/>
                  </a:lnTo>
                  <a:lnTo>
                    <a:pt x="4681313" y="54859"/>
                  </a:lnTo>
                  <a:lnTo>
                    <a:pt x="4763250" y="71673"/>
                  </a:lnTo>
                  <a:lnTo>
                    <a:pt x="4847256" y="91405"/>
                  </a:lnTo>
                  <a:lnTo>
                    <a:pt x="4930482" y="113993"/>
                  </a:lnTo>
                  <a:lnTo>
                    <a:pt x="5010789" y="139416"/>
                  </a:lnTo>
                  <a:lnTo>
                    <a:pt x="5086788" y="167736"/>
                  </a:lnTo>
                  <a:lnTo>
                    <a:pt x="5157761" y="199113"/>
                  </a:lnTo>
                  <a:lnTo>
                    <a:pt x="5223524" y="233818"/>
                  </a:lnTo>
                  <a:lnTo>
                    <a:pt x="5284280" y="272231"/>
                  </a:lnTo>
                  <a:lnTo>
                    <a:pt x="5340489" y="314831"/>
                  </a:lnTo>
                  <a:lnTo>
                    <a:pt x="5392771" y="362178"/>
                  </a:lnTo>
                  <a:lnTo>
                    <a:pt x="5441820" y="414881"/>
                  </a:lnTo>
                  <a:lnTo>
                    <a:pt x="5488351" y="473539"/>
                  </a:lnTo>
                  <a:lnTo>
                    <a:pt x="5533047" y="538641"/>
                  </a:lnTo>
                  <a:lnTo>
                    <a:pt x="5567201" y="594361"/>
                  </a:lnTo>
                  <a:lnTo>
                    <a:pt x="5599699" y="652077"/>
                  </a:lnTo>
                  <a:lnTo>
                    <a:pt x="5631901" y="713680"/>
                  </a:lnTo>
                  <a:lnTo>
                    <a:pt x="5663976" y="779250"/>
                  </a:lnTo>
                  <a:lnTo>
                    <a:pt x="5696060" y="848813"/>
                  </a:lnTo>
                  <a:lnTo>
                    <a:pt x="5728256" y="922340"/>
                  </a:lnTo>
                  <a:lnTo>
                    <a:pt x="5760645" y="999736"/>
                  </a:lnTo>
                  <a:lnTo>
                    <a:pt x="5793279" y="1080840"/>
                  </a:lnTo>
                  <a:lnTo>
                    <a:pt x="5826188" y="1165423"/>
                  </a:lnTo>
                  <a:lnTo>
                    <a:pt x="5859381" y="1253186"/>
                  </a:lnTo>
                  <a:lnTo>
                    <a:pt x="5892849" y="1343761"/>
                  </a:lnTo>
                  <a:lnTo>
                    <a:pt x="5926564" y="1436720"/>
                  </a:lnTo>
                  <a:lnTo>
                    <a:pt x="5960485" y="1531578"/>
                  </a:lnTo>
                  <a:lnTo>
                    <a:pt x="5994560" y="1627805"/>
                  </a:lnTo>
                  <a:lnTo>
                    <a:pt x="6028726" y="1724838"/>
                  </a:lnTo>
                  <a:lnTo>
                    <a:pt x="6062918" y="1822091"/>
                  </a:lnTo>
                  <a:lnTo>
                    <a:pt x="6097067" y="1918976"/>
                  </a:lnTo>
                  <a:lnTo>
                    <a:pt x="6131109" y="2014913"/>
                  </a:lnTo>
                  <a:lnTo>
                    <a:pt x="6164983" y="2109344"/>
                  </a:lnTo>
                  <a:lnTo>
                    <a:pt x="6198640" y="2201750"/>
                  </a:lnTo>
                  <a:lnTo>
                    <a:pt x="6232041" y="2291660"/>
                  </a:lnTo>
                  <a:lnTo>
                    <a:pt x="6265164" y="2378659"/>
                  </a:lnTo>
                  <a:lnTo>
                    <a:pt x="6298002" y="2462397"/>
                  </a:lnTo>
                  <a:lnTo>
                    <a:pt x="6330571" y="2542593"/>
                  </a:lnTo>
                  <a:lnTo>
                    <a:pt x="6362905" y="2619033"/>
                  </a:lnTo>
                  <a:lnTo>
                    <a:pt x="6395066" y="2691574"/>
                  </a:lnTo>
                  <a:lnTo>
                    <a:pt x="6427136" y="2760139"/>
                  </a:lnTo>
                  <a:lnTo>
                    <a:pt x="6459229" y="2824712"/>
                  </a:lnTo>
                  <a:lnTo>
                    <a:pt x="6491488" y="2885333"/>
                  </a:lnTo>
                  <a:lnTo>
                    <a:pt x="6515891" y="2928251"/>
                  </a:lnTo>
                  <a:lnTo>
                    <a:pt x="6559567" y="2998583"/>
                  </a:lnTo>
                  <a:lnTo>
                    <a:pt x="6604605" y="3062263"/>
                  </a:lnTo>
                  <a:lnTo>
                    <a:pt x="6651620" y="3119589"/>
                  </a:lnTo>
                  <a:lnTo>
                    <a:pt x="6701306" y="3171084"/>
                  </a:lnTo>
                  <a:lnTo>
                    <a:pt x="6754378" y="3217356"/>
                  </a:lnTo>
                  <a:lnTo>
                    <a:pt x="6811520" y="3259007"/>
                  </a:lnTo>
                  <a:lnTo>
                    <a:pt x="6873324" y="3296583"/>
                  </a:lnTo>
                  <a:lnTo>
                    <a:pt x="6940205" y="3330542"/>
                  </a:lnTo>
                  <a:lnTo>
                    <a:pt x="7012295" y="3361240"/>
                  </a:lnTo>
                  <a:lnTo>
                    <a:pt x="7089306" y="3388924"/>
                  </a:lnTo>
                  <a:lnTo>
                    <a:pt x="7170385" y="3413734"/>
                  </a:lnTo>
                  <a:lnTo>
                    <a:pt x="7253986" y="3435709"/>
                  </a:lnTo>
                  <a:lnTo>
                    <a:pt x="7337808" y="3454818"/>
                  </a:lnTo>
                  <a:lnTo>
                    <a:pt x="7418871" y="3470994"/>
                  </a:lnTo>
                  <a:lnTo>
                    <a:pt x="7493778" y="3484191"/>
                  </a:lnTo>
                  <a:lnTo>
                    <a:pt x="7559175" y="3494443"/>
                  </a:lnTo>
                  <a:lnTo>
                    <a:pt x="7612335" y="3501906"/>
                  </a:lnTo>
                  <a:lnTo>
                    <a:pt x="7651724" y="3506886"/>
                  </a:lnTo>
                  <a:lnTo>
                    <a:pt x="7677375" y="3509818"/>
                  </a:lnTo>
                  <a:lnTo>
                    <a:pt x="7690982" y="3511230"/>
                  </a:lnTo>
                  <a:lnTo>
                    <a:pt x="7695766" y="3511683"/>
                  </a:lnTo>
                  <a:lnTo>
                    <a:pt x="7696237" y="3511724"/>
                  </a:lnTo>
                  <a:lnTo>
                    <a:pt x="8234974" y="3511724"/>
                  </a:lnTo>
                  <a:lnTo>
                    <a:pt x="8234974" y="3500835"/>
                  </a:lnTo>
                  <a:lnTo>
                    <a:pt x="7696237" y="3500835"/>
                  </a:lnTo>
                  <a:lnTo>
                    <a:pt x="7695271" y="3500749"/>
                  </a:lnTo>
                  <a:lnTo>
                    <a:pt x="7688924" y="3500137"/>
                  </a:lnTo>
                  <a:lnTo>
                    <a:pt x="7672941" y="3498444"/>
                  </a:lnTo>
                  <a:lnTo>
                    <a:pt x="7644414" y="3495112"/>
                  </a:lnTo>
                  <a:lnTo>
                    <a:pt x="7601998" y="3489630"/>
                  </a:lnTo>
                  <a:lnTo>
                    <a:pt x="7546019" y="3481585"/>
                  </a:lnTo>
                  <a:lnTo>
                    <a:pt x="7478309" y="3470706"/>
                  </a:lnTo>
                  <a:lnTo>
                    <a:pt x="7401780" y="3456865"/>
                  </a:lnTo>
                  <a:lnTo>
                    <a:pt x="7319842" y="3440051"/>
                  </a:lnTo>
                  <a:lnTo>
                    <a:pt x="7235836" y="3420318"/>
                  </a:lnTo>
                  <a:lnTo>
                    <a:pt x="7152610" y="3397731"/>
                  </a:lnTo>
                  <a:lnTo>
                    <a:pt x="7072304" y="3372307"/>
                  </a:lnTo>
                  <a:lnTo>
                    <a:pt x="6996304" y="3343988"/>
                  </a:lnTo>
                  <a:lnTo>
                    <a:pt x="6925331" y="3312611"/>
                  </a:lnTo>
                  <a:lnTo>
                    <a:pt x="6859568" y="3277905"/>
                  </a:lnTo>
                  <a:lnTo>
                    <a:pt x="6798813" y="3239493"/>
                  </a:lnTo>
                  <a:lnTo>
                    <a:pt x="6742603" y="3196893"/>
                  </a:lnTo>
                  <a:lnTo>
                    <a:pt x="6690322" y="3149546"/>
                  </a:lnTo>
                  <a:lnTo>
                    <a:pt x="6641273" y="3096842"/>
                  </a:lnTo>
                  <a:lnTo>
                    <a:pt x="6594741" y="3038185"/>
                  </a:lnTo>
                  <a:lnTo>
                    <a:pt x="6550046" y="2973082"/>
                  </a:lnTo>
                  <a:lnTo>
                    <a:pt x="6515891" y="2917362"/>
                  </a:lnTo>
                  <a:lnTo>
                    <a:pt x="6483394" y="2859646"/>
                  </a:lnTo>
                  <a:lnTo>
                    <a:pt x="6451192" y="2798043"/>
                  </a:lnTo>
                  <a:lnTo>
                    <a:pt x="6419116" y="2732474"/>
                  </a:lnTo>
                  <a:lnTo>
                    <a:pt x="6387033" y="2662910"/>
                  </a:lnTo>
                  <a:lnTo>
                    <a:pt x="6354836" y="2589384"/>
                  </a:lnTo>
                  <a:lnTo>
                    <a:pt x="6322447" y="2511988"/>
                  </a:lnTo>
                  <a:lnTo>
                    <a:pt x="6289814" y="2430884"/>
                  </a:lnTo>
                  <a:lnTo>
                    <a:pt x="6256905" y="2346300"/>
                  </a:lnTo>
                  <a:lnTo>
                    <a:pt x="6223712" y="2258538"/>
                  </a:lnTo>
                  <a:lnTo>
                    <a:pt x="6190244" y="2167962"/>
                  </a:lnTo>
                  <a:lnTo>
                    <a:pt x="6156528" y="2075003"/>
                  </a:lnTo>
                  <a:lnTo>
                    <a:pt x="6122607" y="1980145"/>
                  </a:lnTo>
                  <a:lnTo>
                    <a:pt x="6088532" y="1883918"/>
                  </a:lnTo>
                  <a:lnTo>
                    <a:pt x="6054366" y="1786886"/>
                  </a:lnTo>
                  <a:lnTo>
                    <a:pt x="6020175" y="1689632"/>
                  </a:lnTo>
                  <a:lnTo>
                    <a:pt x="5986025" y="1592747"/>
                  </a:lnTo>
                  <a:lnTo>
                    <a:pt x="5951983" y="1496811"/>
                  </a:lnTo>
                  <a:lnTo>
                    <a:pt x="5918109" y="1402380"/>
                  </a:lnTo>
                  <a:lnTo>
                    <a:pt x="5884452" y="1309973"/>
                  </a:lnTo>
                  <a:lnTo>
                    <a:pt x="5851051" y="1220064"/>
                  </a:lnTo>
                  <a:lnTo>
                    <a:pt x="5817929" y="1133065"/>
                  </a:lnTo>
                  <a:lnTo>
                    <a:pt x="5785090" y="1049326"/>
                  </a:lnTo>
                  <a:lnTo>
                    <a:pt x="5752522" y="969131"/>
                  </a:lnTo>
                  <a:lnTo>
                    <a:pt x="5720187" y="892691"/>
                  </a:lnTo>
                  <a:lnTo>
                    <a:pt x="5688027" y="820149"/>
                  </a:lnTo>
                  <a:lnTo>
                    <a:pt x="5655956" y="751584"/>
                  </a:lnTo>
                  <a:lnTo>
                    <a:pt x="5623863" y="687011"/>
                  </a:lnTo>
                  <a:lnTo>
                    <a:pt x="5591605" y="626390"/>
                  </a:lnTo>
                  <a:lnTo>
                    <a:pt x="5567201" y="583472"/>
                  </a:lnTo>
                  <a:lnTo>
                    <a:pt x="5523525" y="513141"/>
                  </a:lnTo>
                  <a:lnTo>
                    <a:pt x="5478488" y="449460"/>
                  </a:lnTo>
                  <a:lnTo>
                    <a:pt x="5431473" y="392135"/>
                  </a:lnTo>
                  <a:lnTo>
                    <a:pt x="5381786" y="340640"/>
                  </a:lnTo>
                  <a:lnTo>
                    <a:pt x="5328715" y="294367"/>
                  </a:lnTo>
                  <a:lnTo>
                    <a:pt x="5271572" y="252716"/>
                  </a:lnTo>
                  <a:lnTo>
                    <a:pt x="5209768" y="215141"/>
                  </a:lnTo>
                  <a:lnTo>
                    <a:pt x="5142887" y="181182"/>
                  </a:lnTo>
                  <a:lnTo>
                    <a:pt x="5070797" y="150484"/>
                  </a:lnTo>
                  <a:lnTo>
                    <a:pt x="4993787" y="122799"/>
                  </a:lnTo>
                  <a:lnTo>
                    <a:pt x="4912707" y="97990"/>
                  </a:lnTo>
                  <a:lnTo>
                    <a:pt x="4829106" y="76015"/>
                  </a:lnTo>
                  <a:lnTo>
                    <a:pt x="4745284" y="56906"/>
                  </a:lnTo>
                  <a:lnTo>
                    <a:pt x="4664221" y="40730"/>
                  </a:lnTo>
                  <a:lnTo>
                    <a:pt x="4589314" y="27532"/>
                  </a:lnTo>
                  <a:lnTo>
                    <a:pt x="4523918" y="17280"/>
                  </a:lnTo>
                  <a:lnTo>
                    <a:pt x="4470757" y="9817"/>
                  </a:lnTo>
                  <a:lnTo>
                    <a:pt x="4431368" y="4838"/>
                  </a:lnTo>
                  <a:lnTo>
                    <a:pt x="4405718" y="1906"/>
                  </a:lnTo>
                  <a:lnTo>
                    <a:pt x="4392110" y="494"/>
                  </a:lnTo>
                  <a:lnTo>
                    <a:pt x="4387327" y="4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7" y="91"/>
                  </a:lnTo>
                  <a:lnTo>
                    <a:pt x="3839505" y="744"/>
                  </a:lnTo>
                  <a:lnTo>
                    <a:pt x="3820791" y="2549"/>
                  </a:lnTo>
                  <a:lnTo>
                    <a:pt x="3787648" y="6096"/>
                  </a:lnTo>
                  <a:lnTo>
                    <a:pt x="3738885" y="11911"/>
                  </a:lnTo>
                  <a:lnTo>
                    <a:pt x="3675385" y="20395"/>
                  </a:lnTo>
                  <a:lnTo>
                    <a:pt x="3599791" y="31788"/>
                  </a:lnTo>
                  <a:lnTo>
                    <a:pt x="3515854" y="46173"/>
                  </a:lnTo>
                  <a:lnTo>
                    <a:pt x="3427646" y="63526"/>
                  </a:lnTo>
                  <a:lnTo>
                    <a:pt x="3338880" y="83776"/>
                  </a:lnTo>
                  <a:lnTo>
                    <a:pt x="3252481" y="106878"/>
                  </a:lnTo>
                  <a:lnTo>
                    <a:pt x="3170436" y="132859"/>
                  </a:lnTo>
                  <a:lnTo>
                    <a:pt x="3093843" y="161854"/>
                  </a:lnTo>
                  <a:lnTo>
                    <a:pt x="3023078" y="194121"/>
                  </a:lnTo>
                  <a:lnTo>
                    <a:pt x="2957986" y="230038"/>
                  </a:lnTo>
                  <a:lnTo>
                    <a:pt x="2898060" y="270099"/>
                  </a:lnTo>
                  <a:lnTo>
                    <a:pt x="2842583" y="314894"/>
                  </a:lnTo>
                  <a:lnTo>
                    <a:pt x="2790732" y="365069"/>
                  </a:lnTo>
                  <a:lnTo>
                    <a:pt x="2741662" y="421256"/>
                  </a:lnTo>
                  <a:lnTo>
                    <a:pt x="2694571" y="483959"/>
                  </a:lnTo>
                  <a:lnTo>
                    <a:pt x="2667772" y="523582"/>
                  </a:lnTo>
                  <a:lnTo>
                    <a:pt x="2633763" y="577882"/>
                  </a:lnTo>
                  <a:lnTo>
                    <a:pt x="2600069" y="636008"/>
                  </a:lnTo>
                  <a:lnTo>
                    <a:pt x="2566498" y="698038"/>
                  </a:lnTo>
                  <a:lnTo>
                    <a:pt x="2532900" y="763995"/>
                  </a:lnTo>
                  <a:lnTo>
                    <a:pt x="2499160" y="833835"/>
                  </a:lnTo>
                  <a:lnTo>
                    <a:pt x="2465195" y="907448"/>
                  </a:lnTo>
                  <a:lnTo>
                    <a:pt x="2430949" y="984651"/>
                  </a:lnTo>
                  <a:lnTo>
                    <a:pt x="2396396" y="1065185"/>
                  </a:lnTo>
                  <a:lnTo>
                    <a:pt x="2361533" y="1148718"/>
                  </a:lnTo>
                  <a:lnTo>
                    <a:pt x="2326380" y="1234845"/>
                  </a:lnTo>
                  <a:lnTo>
                    <a:pt x="2290976" y="1323099"/>
                  </a:lnTo>
                  <a:lnTo>
                    <a:pt x="2255374" y="1412957"/>
                  </a:lnTo>
                  <a:lnTo>
                    <a:pt x="2219641" y="1503852"/>
                  </a:lnTo>
                  <a:lnTo>
                    <a:pt x="2183852" y="1595192"/>
                  </a:lnTo>
                  <a:lnTo>
                    <a:pt x="2148083" y="1686369"/>
                  </a:lnTo>
                  <a:lnTo>
                    <a:pt x="2112412" y="1776781"/>
                  </a:lnTo>
                  <a:lnTo>
                    <a:pt x="2076908" y="1865849"/>
                  </a:lnTo>
                  <a:lnTo>
                    <a:pt x="2041632" y="1953027"/>
                  </a:lnTo>
                  <a:lnTo>
                    <a:pt x="2006631" y="2037820"/>
                  </a:lnTo>
                  <a:lnTo>
                    <a:pt x="1971933" y="2119794"/>
                  </a:lnTo>
                  <a:lnTo>
                    <a:pt x="1937546" y="2198583"/>
                  </a:lnTo>
                  <a:lnTo>
                    <a:pt x="1903455" y="2273892"/>
                  </a:lnTo>
                  <a:lnTo>
                    <a:pt x="1869619" y="2345505"/>
                  </a:lnTo>
                  <a:lnTo>
                    <a:pt x="1835967" y="2413277"/>
                  </a:lnTo>
                  <a:lnTo>
                    <a:pt x="1802401" y="2477134"/>
                  </a:lnTo>
                  <a:lnTo>
                    <a:pt x="1768785" y="2537069"/>
                  </a:lnTo>
                  <a:lnTo>
                    <a:pt x="1734949" y="2593134"/>
                  </a:lnTo>
                  <a:lnTo>
                    <a:pt x="1719082" y="2617913"/>
                  </a:lnTo>
                  <a:lnTo>
                    <a:pt x="1672820" y="2684524"/>
                  </a:lnTo>
                  <a:lnTo>
                    <a:pt x="1624994" y="2744462"/>
                  </a:lnTo>
                  <a:lnTo>
                    <a:pt x="1574865" y="2798067"/>
                  </a:lnTo>
                  <a:lnTo>
                    <a:pt x="1521603" y="2845916"/>
                  </a:lnTo>
                  <a:lnTo>
                    <a:pt x="1464365" y="2888659"/>
                  </a:lnTo>
                  <a:lnTo>
                    <a:pt x="1402361" y="2926923"/>
                  </a:lnTo>
                  <a:lnTo>
                    <a:pt x="1334946" y="2961263"/>
                  </a:lnTo>
                  <a:lnTo>
                    <a:pt x="1261741" y="2992125"/>
                  </a:lnTo>
                  <a:lnTo>
                    <a:pt x="1182789" y="3019838"/>
                  </a:lnTo>
                  <a:lnTo>
                    <a:pt x="1098745" y="3044607"/>
                  </a:lnTo>
                  <a:lnTo>
                    <a:pt x="1011062" y="3066520"/>
                  </a:lnTo>
                  <a:lnTo>
                    <a:pt x="922121" y="3085569"/>
                  </a:lnTo>
                  <a:lnTo>
                    <a:pt x="835211" y="3101691"/>
                  </a:lnTo>
                  <a:lnTo>
                    <a:pt x="754262" y="3114825"/>
                  </a:lnTo>
                  <a:lnTo>
                    <a:pt x="683307" y="3124985"/>
                  </a:lnTo>
                  <a:lnTo>
                    <a:pt x="625727" y="3132317"/>
                  </a:lnTo>
                  <a:lnTo>
                    <a:pt x="583493" y="3137128"/>
                  </a:lnTo>
                  <a:lnTo>
                    <a:pt x="556637" y="3139878"/>
                  </a:lnTo>
                  <a:lnTo>
                    <a:pt x="543110" y="3141130"/>
                  </a:lnTo>
                  <a:lnTo>
                    <a:pt x="538968" y="3141478"/>
                  </a:lnTo>
                  <a:lnTo>
                    <a:pt x="538736" y="3141496"/>
                  </a:lnTo>
                  <a:lnTo>
                    <a:pt x="0" y="314149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398" name="pl1398"/>
            <p:cNvSpPr/>
            <p:nvPr/>
          </p:nvSpPr>
          <p:spPr>
            <a:xfrm>
              <a:off x="546595" y="1409245"/>
              <a:ext cx="8234974" cy="3500835"/>
            </a:xfrm>
            <a:custGeom>
              <a:avLst/>
              <a:pathLst>
                <a:path w="8234974" h="3500835">
                  <a:moveTo>
                    <a:pt x="0" y="3141496"/>
                  </a:moveTo>
                  <a:lnTo>
                    <a:pt x="538736" y="3141496"/>
                  </a:lnTo>
                  <a:lnTo>
                    <a:pt x="539878" y="3141404"/>
                  </a:lnTo>
                  <a:lnTo>
                    <a:pt x="547350" y="3140751"/>
                  </a:lnTo>
                  <a:lnTo>
                    <a:pt x="566063" y="3138946"/>
                  </a:lnTo>
                  <a:lnTo>
                    <a:pt x="599207" y="3135399"/>
                  </a:lnTo>
                  <a:lnTo>
                    <a:pt x="647970" y="3129584"/>
                  </a:lnTo>
                  <a:lnTo>
                    <a:pt x="711470" y="3121100"/>
                  </a:lnTo>
                  <a:lnTo>
                    <a:pt x="787063" y="3109707"/>
                  </a:lnTo>
                  <a:lnTo>
                    <a:pt x="871000" y="3095322"/>
                  </a:lnTo>
                  <a:lnTo>
                    <a:pt x="959208" y="3077969"/>
                  </a:lnTo>
                  <a:lnTo>
                    <a:pt x="1047975" y="3057719"/>
                  </a:lnTo>
                  <a:lnTo>
                    <a:pt x="1134374" y="3034618"/>
                  </a:lnTo>
                  <a:lnTo>
                    <a:pt x="1216419" y="3008637"/>
                  </a:lnTo>
                  <a:lnTo>
                    <a:pt x="1293012" y="2979641"/>
                  </a:lnTo>
                  <a:lnTo>
                    <a:pt x="1363777" y="2947374"/>
                  </a:lnTo>
                  <a:lnTo>
                    <a:pt x="1428869" y="2911457"/>
                  </a:lnTo>
                  <a:lnTo>
                    <a:pt x="1488794" y="2871396"/>
                  </a:lnTo>
                  <a:lnTo>
                    <a:pt x="1544271" y="2826601"/>
                  </a:lnTo>
                  <a:lnTo>
                    <a:pt x="1596122" y="2776427"/>
                  </a:lnTo>
                  <a:lnTo>
                    <a:pt x="1645193" y="2720239"/>
                  </a:lnTo>
                  <a:lnTo>
                    <a:pt x="1692284" y="2657536"/>
                  </a:lnTo>
                  <a:lnTo>
                    <a:pt x="1719082" y="2617913"/>
                  </a:lnTo>
                  <a:lnTo>
                    <a:pt x="1753091" y="2563614"/>
                  </a:lnTo>
                  <a:lnTo>
                    <a:pt x="1786786" y="2505488"/>
                  </a:lnTo>
                  <a:lnTo>
                    <a:pt x="1820357" y="2443457"/>
                  </a:lnTo>
                  <a:lnTo>
                    <a:pt x="1853954" y="2377501"/>
                  </a:lnTo>
                  <a:lnTo>
                    <a:pt x="1887694" y="2307660"/>
                  </a:lnTo>
                  <a:lnTo>
                    <a:pt x="1921660" y="2234047"/>
                  </a:lnTo>
                  <a:lnTo>
                    <a:pt x="1955905" y="2156844"/>
                  </a:lnTo>
                  <a:lnTo>
                    <a:pt x="1990458" y="2076310"/>
                  </a:lnTo>
                  <a:lnTo>
                    <a:pt x="2025321" y="1992778"/>
                  </a:lnTo>
                  <a:lnTo>
                    <a:pt x="2060474" y="1906650"/>
                  </a:lnTo>
                  <a:lnTo>
                    <a:pt x="2095879" y="1818396"/>
                  </a:lnTo>
                  <a:lnTo>
                    <a:pt x="2131481" y="1728539"/>
                  </a:lnTo>
                  <a:lnTo>
                    <a:pt x="2167213" y="1637643"/>
                  </a:lnTo>
                  <a:lnTo>
                    <a:pt x="2203003" y="1546304"/>
                  </a:lnTo>
                  <a:lnTo>
                    <a:pt x="2238771" y="1455127"/>
                  </a:lnTo>
                  <a:lnTo>
                    <a:pt x="2274443" y="1364714"/>
                  </a:lnTo>
                  <a:lnTo>
                    <a:pt x="2309947" y="1275646"/>
                  </a:lnTo>
                  <a:lnTo>
                    <a:pt x="2345223" y="1188468"/>
                  </a:lnTo>
                  <a:lnTo>
                    <a:pt x="2380224" y="1103675"/>
                  </a:lnTo>
                  <a:lnTo>
                    <a:pt x="2414922" y="1021701"/>
                  </a:lnTo>
                  <a:lnTo>
                    <a:pt x="2449309" y="942912"/>
                  </a:lnTo>
                  <a:lnTo>
                    <a:pt x="2483400" y="867603"/>
                  </a:lnTo>
                  <a:lnTo>
                    <a:pt x="2517236" y="795990"/>
                  </a:lnTo>
                  <a:lnTo>
                    <a:pt x="2550887" y="728218"/>
                  </a:lnTo>
                  <a:lnTo>
                    <a:pt x="2584454" y="664361"/>
                  </a:lnTo>
                  <a:lnTo>
                    <a:pt x="2618070" y="604426"/>
                  </a:lnTo>
                  <a:lnTo>
                    <a:pt x="2651906" y="548361"/>
                  </a:lnTo>
                  <a:lnTo>
                    <a:pt x="2667772" y="523582"/>
                  </a:lnTo>
                  <a:lnTo>
                    <a:pt x="2714035" y="456971"/>
                  </a:lnTo>
                  <a:lnTo>
                    <a:pt x="2761860" y="397033"/>
                  </a:lnTo>
                  <a:lnTo>
                    <a:pt x="2811990" y="343428"/>
                  </a:lnTo>
                  <a:lnTo>
                    <a:pt x="2865251" y="295579"/>
                  </a:lnTo>
                  <a:lnTo>
                    <a:pt x="2922490" y="252837"/>
                  </a:lnTo>
                  <a:lnTo>
                    <a:pt x="2984494" y="214572"/>
                  </a:lnTo>
                  <a:lnTo>
                    <a:pt x="3051909" y="180233"/>
                  </a:lnTo>
                  <a:lnTo>
                    <a:pt x="3125114" y="149371"/>
                  </a:lnTo>
                  <a:lnTo>
                    <a:pt x="3204065" y="121657"/>
                  </a:lnTo>
                  <a:lnTo>
                    <a:pt x="3288110" y="96888"/>
                  </a:lnTo>
                  <a:lnTo>
                    <a:pt x="3375793" y="74975"/>
                  </a:lnTo>
                  <a:lnTo>
                    <a:pt x="3464733" y="55926"/>
                  </a:lnTo>
                  <a:lnTo>
                    <a:pt x="3551644" y="39804"/>
                  </a:lnTo>
                  <a:lnTo>
                    <a:pt x="3632592" y="26670"/>
                  </a:lnTo>
                  <a:lnTo>
                    <a:pt x="3703547" y="16510"/>
                  </a:lnTo>
                  <a:lnTo>
                    <a:pt x="3761128" y="9179"/>
                  </a:lnTo>
                  <a:lnTo>
                    <a:pt x="3803362" y="4368"/>
                  </a:lnTo>
                  <a:lnTo>
                    <a:pt x="3830217" y="1617"/>
                  </a:lnTo>
                  <a:lnTo>
                    <a:pt x="3843744" y="366"/>
                  </a:lnTo>
                  <a:lnTo>
                    <a:pt x="3847887" y="1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1" y="85"/>
                  </a:lnTo>
                  <a:lnTo>
                    <a:pt x="4394168" y="698"/>
                  </a:lnTo>
                  <a:lnTo>
                    <a:pt x="4410151" y="2391"/>
                  </a:lnTo>
                  <a:lnTo>
                    <a:pt x="4438679" y="5723"/>
                  </a:lnTo>
                  <a:lnTo>
                    <a:pt x="4481094" y="11205"/>
                  </a:lnTo>
                  <a:lnTo>
                    <a:pt x="4537074" y="19249"/>
                  </a:lnTo>
                  <a:lnTo>
                    <a:pt x="4604784" y="30128"/>
                  </a:lnTo>
                  <a:lnTo>
                    <a:pt x="4681313" y="43969"/>
                  </a:lnTo>
                  <a:lnTo>
                    <a:pt x="4763250" y="60784"/>
                  </a:lnTo>
                  <a:lnTo>
                    <a:pt x="4847256" y="80516"/>
                  </a:lnTo>
                  <a:lnTo>
                    <a:pt x="4930482" y="103104"/>
                  </a:lnTo>
                  <a:lnTo>
                    <a:pt x="5010789" y="128527"/>
                  </a:lnTo>
                  <a:lnTo>
                    <a:pt x="5086788" y="156847"/>
                  </a:lnTo>
                  <a:lnTo>
                    <a:pt x="5157761" y="188224"/>
                  </a:lnTo>
                  <a:lnTo>
                    <a:pt x="5223524" y="222929"/>
                  </a:lnTo>
                  <a:lnTo>
                    <a:pt x="5284280" y="261342"/>
                  </a:lnTo>
                  <a:lnTo>
                    <a:pt x="5340489" y="303942"/>
                  </a:lnTo>
                  <a:lnTo>
                    <a:pt x="5392771" y="351289"/>
                  </a:lnTo>
                  <a:lnTo>
                    <a:pt x="5441820" y="403992"/>
                  </a:lnTo>
                  <a:lnTo>
                    <a:pt x="5488351" y="462650"/>
                  </a:lnTo>
                  <a:lnTo>
                    <a:pt x="5533047" y="527752"/>
                  </a:lnTo>
                  <a:lnTo>
                    <a:pt x="5567201" y="583472"/>
                  </a:lnTo>
                  <a:lnTo>
                    <a:pt x="5599699" y="641188"/>
                  </a:lnTo>
                  <a:lnTo>
                    <a:pt x="5631901" y="702791"/>
                  </a:lnTo>
                  <a:lnTo>
                    <a:pt x="5663976" y="768361"/>
                  </a:lnTo>
                  <a:lnTo>
                    <a:pt x="5696060" y="837924"/>
                  </a:lnTo>
                  <a:lnTo>
                    <a:pt x="5728256" y="911451"/>
                  </a:lnTo>
                  <a:lnTo>
                    <a:pt x="5760645" y="988847"/>
                  </a:lnTo>
                  <a:lnTo>
                    <a:pt x="5793279" y="1069951"/>
                  </a:lnTo>
                  <a:lnTo>
                    <a:pt x="5826188" y="1154534"/>
                  </a:lnTo>
                  <a:lnTo>
                    <a:pt x="5859381" y="1242297"/>
                  </a:lnTo>
                  <a:lnTo>
                    <a:pt x="5892849" y="1332872"/>
                  </a:lnTo>
                  <a:lnTo>
                    <a:pt x="5926564" y="1425831"/>
                  </a:lnTo>
                  <a:lnTo>
                    <a:pt x="5960485" y="1520689"/>
                  </a:lnTo>
                  <a:lnTo>
                    <a:pt x="5994560" y="1616916"/>
                  </a:lnTo>
                  <a:lnTo>
                    <a:pt x="6028726" y="1713949"/>
                  </a:lnTo>
                  <a:lnTo>
                    <a:pt x="6062918" y="1811202"/>
                  </a:lnTo>
                  <a:lnTo>
                    <a:pt x="6097067" y="1908087"/>
                  </a:lnTo>
                  <a:lnTo>
                    <a:pt x="6131109" y="2004024"/>
                  </a:lnTo>
                  <a:lnTo>
                    <a:pt x="6164983" y="2098455"/>
                  </a:lnTo>
                  <a:lnTo>
                    <a:pt x="6198640" y="2190861"/>
                  </a:lnTo>
                  <a:lnTo>
                    <a:pt x="6232041" y="2280771"/>
                  </a:lnTo>
                  <a:lnTo>
                    <a:pt x="6265164" y="2367770"/>
                  </a:lnTo>
                  <a:lnTo>
                    <a:pt x="6298002" y="2451508"/>
                  </a:lnTo>
                  <a:lnTo>
                    <a:pt x="6330571" y="2531704"/>
                  </a:lnTo>
                  <a:lnTo>
                    <a:pt x="6362905" y="2608144"/>
                  </a:lnTo>
                  <a:lnTo>
                    <a:pt x="6395066" y="2680685"/>
                  </a:lnTo>
                  <a:lnTo>
                    <a:pt x="6427136" y="2749250"/>
                  </a:lnTo>
                  <a:lnTo>
                    <a:pt x="6459229" y="2813823"/>
                  </a:lnTo>
                  <a:lnTo>
                    <a:pt x="6491488" y="2874444"/>
                  </a:lnTo>
                  <a:lnTo>
                    <a:pt x="6515891" y="2917362"/>
                  </a:lnTo>
                  <a:lnTo>
                    <a:pt x="6559567" y="2987694"/>
                  </a:lnTo>
                  <a:lnTo>
                    <a:pt x="6604605" y="3051374"/>
                  </a:lnTo>
                  <a:lnTo>
                    <a:pt x="6651620" y="3108700"/>
                  </a:lnTo>
                  <a:lnTo>
                    <a:pt x="6701306" y="3160195"/>
                  </a:lnTo>
                  <a:lnTo>
                    <a:pt x="6754378" y="3206467"/>
                  </a:lnTo>
                  <a:lnTo>
                    <a:pt x="6811520" y="3248118"/>
                  </a:lnTo>
                  <a:lnTo>
                    <a:pt x="6873324" y="3285694"/>
                  </a:lnTo>
                  <a:lnTo>
                    <a:pt x="6940205" y="3319652"/>
                  </a:lnTo>
                  <a:lnTo>
                    <a:pt x="7012295" y="3350351"/>
                  </a:lnTo>
                  <a:lnTo>
                    <a:pt x="7089306" y="3378035"/>
                  </a:lnTo>
                  <a:lnTo>
                    <a:pt x="7170385" y="3402845"/>
                  </a:lnTo>
                  <a:lnTo>
                    <a:pt x="7253986" y="3424820"/>
                  </a:lnTo>
                  <a:lnTo>
                    <a:pt x="7337808" y="3443928"/>
                  </a:lnTo>
                  <a:lnTo>
                    <a:pt x="7418871" y="3460105"/>
                  </a:lnTo>
                  <a:lnTo>
                    <a:pt x="7493778" y="3473302"/>
                  </a:lnTo>
                  <a:lnTo>
                    <a:pt x="7559175" y="3483554"/>
                  </a:lnTo>
                  <a:lnTo>
                    <a:pt x="7612335" y="3491017"/>
                  </a:lnTo>
                  <a:lnTo>
                    <a:pt x="7651724" y="3495997"/>
                  </a:lnTo>
                  <a:lnTo>
                    <a:pt x="7677375" y="3498929"/>
                  </a:lnTo>
                  <a:lnTo>
                    <a:pt x="7690982" y="3500341"/>
                  </a:lnTo>
                  <a:lnTo>
                    <a:pt x="7695766" y="3500794"/>
                  </a:lnTo>
                  <a:lnTo>
                    <a:pt x="7696237" y="3500835"/>
                  </a:lnTo>
                  <a:lnTo>
                    <a:pt x="8234974" y="3500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9" name="pl1399"/>
            <p:cNvSpPr/>
            <p:nvPr/>
          </p:nvSpPr>
          <p:spPr>
            <a:xfrm>
              <a:off x="546595" y="1398356"/>
              <a:ext cx="8234974" cy="3500835"/>
            </a:xfrm>
            <a:custGeom>
              <a:avLst/>
              <a:pathLst>
                <a:path w="8234974" h="3500835">
                  <a:moveTo>
                    <a:pt x="8234974" y="3500835"/>
                  </a:moveTo>
                  <a:lnTo>
                    <a:pt x="7696237" y="3500835"/>
                  </a:lnTo>
                  <a:lnTo>
                    <a:pt x="7695271" y="3500749"/>
                  </a:lnTo>
                  <a:lnTo>
                    <a:pt x="7688924" y="3500137"/>
                  </a:lnTo>
                  <a:lnTo>
                    <a:pt x="7672941" y="3498444"/>
                  </a:lnTo>
                  <a:lnTo>
                    <a:pt x="7644414" y="3495112"/>
                  </a:lnTo>
                  <a:lnTo>
                    <a:pt x="7601998" y="3489630"/>
                  </a:lnTo>
                  <a:lnTo>
                    <a:pt x="7546019" y="3481585"/>
                  </a:lnTo>
                  <a:lnTo>
                    <a:pt x="7478309" y="3470706"/>
                  </a:lnTo>
                  <a:lnTo>
                    <a:pt x="7401780" y="3456865"/>
                  </a:lnTo>
                  <a:lnTo>
                    <a:pt x="7319842" y="3440051"/>
                  </a:lnTo>
                  <a:lnTo>
                    <a:pt x="7235836" y="3420318"/>
                  </a:lnTo>
                  <a:lnTo>
                    <a:pt x="7152610" y="3397731"/>
                  </a:lnTo>
                  <a:lnTo>
                    <a:pt x="7072304" y="3372307"/>
                  </a:lnTo>
                  <a:lnTo>
                    <a:pt x="6996304" y="3343988"/>
                  </a:lnTo>
                  <a:lnTo>
                    <a:pt x="6925331" y="3312611"/>
                  </a:lnTo>
                  <a:lnTo>
                    <a:pt x="6859568" y="3277905"/>
                  </a:lnTo>
                  <a:lnTo>
                    <a:pt x="6798813" y="3239493"/>
                  </a:lnTo>
                  <a:lnTo>
                    <a:pt x="6742603" y="3196893"/>
                  </a:lnTo>
                  <a:lnTo>
                    <a:pt x="6690322" y="3149546"/>
                  </a:lnTo>
                  <a:lnTo>
                    <a:pt x="6641273" y="3096842"/>
                  </a:lnTo>
                  <a:lnTo>
                    <a:pt x="6594741" y="3038185"/>
                  </a:lnTo>
                  <a:lnTo>
                    <a:pt x="6550046" y="2973082"/>
                  </a:lnTo>
                  <a:lnTo>
                    <a:pt x="6515891" y="2917362"/>
                  </a:lnTo>
                  <a:lnTo>
                    <a:pt x="6483394" y="2859646"/>
                  </a:lnTo>
                  <a:lnTo>
                    <a:pt x="6451192" y="2798043"/>
                  </a:lnTo>
                  <a:lnTo>
                    <a:pt x="6419116" y="2732474"/>
                  </a:lnTo>
                  <a:lnTo>
                    <a:pt x="6387033" y="2662910"/>
                  </a:lnTo>
                  <a:lnTo>
                    <a:pt x="6354836" y="2589384"/>
                  </a:lnTo>
                  <a:lnTo>
                    <a:pt x="6322447" y="2511988"/>
                  </a:lnTo>
                  <a:lnTo>
                    <a:pt x="6289814" y="2430884"/>
                  </a:lnTo>
                  <a:lnTo>
                    <a:pt x="6256905" y="2346300"/>
                  </a:lnTo>
                  <a:lnTo>
                    <a:pt x="6223712" y="2258538"/>
                  </a:lnTo>
                  <a:lnTo>
                    <a:pt x="6190244" y="2167962"/>
                  </a:lnTo>
                  <a:lnTo>
                    <a:pt x="6156528" y="2075003"/>
                  </a:lnTo>
                  <a:lnTo>
                    <a:pt x="6122607" y="1980145"/>
                  </a:lnTo>
                  <a:lnTo>
                    <a:pt x="6088532" y="1883918"/>
                  </a:lnTo>
                  <a:lnTo>
                    <a:pt x="6054366" y="1786886"/>
                  </a:lnTo>
                  <a:lnTo>
                    <a:pt x="6020175" y="1689632"/>
                  </a:lnTo>
                  <a:lnTo>
                    <a:pt x="5986025" y="1592747"/>
                  </a:lnTo>
                  <a:lnTo>
                    <a:pt x="5951983" y="1496811"/>
                  </a:lnTo>
                  <a:lnTo>
                    <a:pt x="5918109" y="1402380"/>
                  </a:lnTo>
                  <a:lnTo>
                    <a:pt x="5884452" y="1309973"/>
                  </a:lnTo>
                  <a:lnTo>
                    <a:pt x="5851051" y="1220064"/>
                  </a:lnTo>
                  <a:lnTo>
                    <a:pt x="5817929" y="1133065"/>
                  </a:lnTo>
                  <a:lnTo>
                    <a:pt x="5785090" y="1049326"/>
                  </a:lnTo>
                  <a:lnTo>
                    <a:pt x="5752522" y="969131"/>
                  </a:lnTo>
                  <a:lnTo>
                    <a:pt x="5720187" y="892691"/>
                  </a:lnTo>
                  <a:lnTo>
                    <a:pt x="5688027" y="820149"/>
                  </a:lnTo>
                  <a:lnTo>
                    <a:pt x="5655956" y="751584"/>
                  </a:lnTo>
                  <a:lnTo>
                    <a:pt x="5623863" y="687011"/>
                  </a:lnTo>
                  <a:lnTo>
                    <a:pt x="5591605" y="626390"/>
                  </a:lnTo>
                  <a:lnTo>
                    <a:pt x="5567201" y="583472"/>
                  </a:lnTo>
                  <a:lnTo>
                    <a:pt x="5523525" y="513141"/>
                  </a:lnTo>
                  <a:lnTo>
                    <a:pt x="5478488" y="449460"/>
                  </a:lnTo>
                  <a:lnTo>
                    <a:pt x="5431473" y="392135"/>
                  </a:lnTo>
                  <a:lnTo>
                    <a:pt x="5381786" y="340640"/>
                  </a:lnTo>
                  <a:lnTo>
                    <a:pt x="5328715" y="294367"/>
                  </a:lnTo>
                  <a:lnTo>
                    <a:pt x="5271572" y="252716"/>
                  </a:lnTo>
                  <a:lnTo>
                    <a:pt x="5209768" y="215141"/>
                  </a:lnTo>
                  <a:lnTo>
                    <a:pt x="5142887" y="181182"/>
                  </a:lnTo>
                  <a:lnTo>
                    <a:pt x="5070797" y="150484"/>
                  </a:lnTo>
                  <a:lnTo>
                    <a:pt x="4993787" y="122799"/>
                  </a:lnTo>
                  <a:lnTo>
                    <a:pt x="4912707" y="97990"/>
                  </a:lnTo>
                  <a:lnTo>
                    <a:pt x="4829106" y="76015"/>
                  </a:lnTo>
                  <a:lnTo>
                    <a:pt x="4745284" y="56906"/>
                  </a:lnTo>
                  <a:lnTo>
                    <a:pt x="4664221" y="40730"/>
                  </a:lnTo>
                  <a:lnTo>
                    <a:pt x="4589314" y="27532"/>
                  </a:lnTo>
                  <a:lnTo>
                    <a:pt x="4523918" y="17280"/>
                  </a:lnTo>
                  <a:lnTo>
                    <a:pt x="4470757" y="9817"/>
                  </a:lnTo>
                  <a:lnTo>
                    <a:pt x="4431368" y="4838"/>
                  </a:lnTo>
                  <a:lnTo>
                    <a:pt x="4405718" y="1906"/>
                  </a:lnTo>
                  <a:lnTo>
                    <a:pt x="4392110" y="494"/>
                  </a:lnTo>
                  <a:lnTo>
                    <a:pt x="4387327" y="4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7" y="91"/>
                  </a:lnTo>
                  <a:lnTo>
                    <a:pt x="3839505" y="744"/>
                  </a:lnTo>
                  <a:lnTo>
                    <a:pt x="3820791" y="2549"/>
                  </a:lnTo>
                  <a:lnTo>
                    <a:pt x="3787648" y="6096"/>
                  </a:lnTo>
                  <a:lnTo>
                    <a:pt x="3738885" y="11911"/>
                  </a:lnTo>
                  <a:lnTo>
                    <a:pt x="3675385" y="20395"/>
                  </a:lnTo>
                  <a:lnTo>
                    <a:pt x="3599791" y="31788"/>
                  </a:lnTo>
                  <a:lnTo>
                    <a:pt x="3515854" y="46173"/>
                  </a:lnTo>
                  <a:lnTo>
                    <a:pt x="3427646" y="63526"/>
                  </a:lnTo>
                  <a:lnTo>
                    <a:pt x="3338880" y="83776"/>
                  </a:lnTo>
                  <a:lnTo>
                    <a:pt x="3252481" y="106878"/>
                  </a:lnTo>
                  <a:lnTo>
                    <a:pt x="3170436" y="132859"/>
                  </a:lnTo>
                  <a:lnTo>
                    <a:pt x="3093843" y="161854"/>
                  </a:lnTo>
                  <a:lnTo>
                    <a:pt x="3023078" y="194121"/>
                  </a:lnTo>
                  <a:lnTo>
                    <a:pt x="2957986" y="230038"/>
                  </a:lnTo>
                  <a:lnTo>
                    <a:pt x="2898060" y="270099"/>
                  </a:lnTo>
                  <a:lnTo>
                    <a:pt x="2842583" y="314894"/>
                  </a:lnTo>
                  <a:lnTo>
                    <a:pt x="2790732" y="365069"/>
                  </a:lnTo>
                  <a:lnTo>
                    <a:pt x="2741662" y="421256"/>
                  </a:lnTo>
                  <a:lnTo>
                    <a:pt x="2694571" y="483959"/>
                  </a:lnTo>
                  <a:lnTo>
                    <a:pt x="2667772" y="523582"/>
                  </a:lnTo>
                  <a:lnTo>
                    <a:pt x="2633763" y="577882"/>
                  </a:lnTo>
                  <a:lnTo>
                    <a:pt x="2600069" y="636008"/>
                  </a:lnTo>
                  <a:lnTo>
                    <a:pt x="2566498" y="698038"/>
                  </a:lnTo>
                  <a:lnTo>
                    <a:pt x="2532900" y="763995"/>
                  </a:lnTo>
                  <a:lnTo>
                    <a:pt x="2499160" y="833835"/>
                  </a:lnTo>
                  <a:lnTo>
                    <a:pt x="2465195" y="907448"/>
                  </a:lnTo>
                  <a:lnTo>
                    <a:pt x="2430949" y="984651"/>
                  </a:lnTo>
                  <a:lnTo>
                    <a:pt x="2396396" y="1065185"/>
                  </a:lnTo>
                  <a:lnTo>
                    <a:pt x="2361533" y="1148718"/>
                  </a:lnTo>
                  <a:lnTo>
                    <a:pt x="2326380" y="1234845"/>
                  </a:lnTo>
                  <a:lnTo>
                    <a:pt x="2290976" y="1323099"/>
                  </a:lnTo>
                  <a:lnTo>
                    <a:pt x="2255374" y="1412957"/>
                  </a:lnTo>
                  <a:lnTo>
                    <a:pt x="2219641" y="1503852"/>
                  </a:lnTo>
                  <a:lnTo>
                    <a:pt x="2183852" y="1595192"/>
                  </a:lnTo>
                  <a:lnTo>
                    <a:pt x="2148083" y="1686369"/>
                  </a:lnTo>
                  <a:lnTo>
                    <a:pt x="2112412" y="1776781"/>
                  </a:lnTo>
                  <a:lnTo>
                    <a:pt x="2076908" y="1865849"/>
                  </a:lnTo>
                  <a:lnTo>
                    <a:pt x="2041632" y="1953027"/>
                  </a:lnTo>
                  <a:lnTo>
                    <a:pt x="2006631" y="2037820"/>
                  </a:lnTo>
                  <a:lnTo>
                    <a:pt x="1971933" y="2119794"/>
                  </a:lnTo>
                  <a:lnTo>
                    <a:pt x="1937546" y="2198583"/>
                  </a:lnTo>
                  <a:lnTo>
                    <a:pt x="1903455" y="2273892"/>
                  </a:lnTo>
                  <a:lnTo>
                    <a:pt x="1869619" y="2345505"/>
                  </a:lnTo>
                  <a:lnTo>
                    <a:pt x="1835967" y="2413277"/>
                  </a:lnTo>
                  <a:lnTo>
                    <a:pt x="1802401" y="2477134"/>
                  </a:lnTo>
                  <a:lnTo>
                    <a:pt x="1768785" y="2537069"/>
                  </a:lnTo>
                  <a:lnTo>
                    <a:pt x="1734949" y="2593134"/>
                  </a:lnTo>
                  <a:lnTo>
                    <a:pt x="1719082" y="2617913"/>
                  </a:lnTo>
                  <a:lnTo>
                    <a:pt x="1672820" y="2684524"/>
                  </a:lnTo>
                  <a:lnTo>
                    <a:pt x="1624994" y="2744462"/>
                  </a:lnTo>
                  <a:lnTo>
                    <a:pt x="1574865" y="2798067"/>
                  </a:lnTo>
                  <a:lnTo>
                    <a:pt x="1521603" y="2845916"/>
                  </a:lnTo>
                  <a:lnTo>
                    <a:pt x="1464365" y="2888659"/>
                  </a:lnTo>
                  <a:lnTo>
                    <a:pt x="1402361" y="2926923"/>
                  </a:lnTo>
                  <a:lnTo>
                    <a:pt x="1334946" y="2961263"/>
                  </a:lnTo>
                  <a:lnTo>
                    <a:pt x="1261741" y="2992125"/>
                  </a:lnTo>
                  <a:lnTo>
                    <a:pt x="1182789" y="3019838"/>
                  </a:lnTo>
                  <a:lnTo>
                    <a:pt x="1098745" y="3044607"/>
                  </a:lnTo>
                  <a:lnTo>
                    <a:pt x="1011062" y="3066520"/>
                  </a:lnTo>
                  <a:lnTo>
                    <a:pt x="922121" y="3085569"/>
                  </a:lnTo>
                  <a:lnTo>
                    <a:pt x="835211" y="3101691"/>
                  </a:lnTo>
                  <a:lnTo>
                    <a:pt x="754262" y="3114825"/>
                  </a:lnTo>
                  <a:lnTo>
                    <a:pt x="683307" y="3124985"/>
                  </a:lnTo>
                  <a:lnTo>
                    <a:pt x="625727" y="3132317"/>
                  </a:lnTo>
                  <a:lnTo>
                    <a:pt x="583493" y="3137128"/>
                  </a:lnTo>
                  <a:lnTo>
                    <a:pt x="556637" y="3139878"/>
                  </a:lnTo>
                  <a:lnTo>
                    <a:pt x="543110" y="3141130"/>
                  </a:lnTo>
                  <a:lnTo>
                    <a:pt x="538968" y="3141478"/>
                  </a:lnTo>
                  <a:lnTo>
                    <a:pt x="538736" y="3141496"/>
                  </a:lnTo>
                  <a:lnTo>
                    <a:pt x="0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0" name="pg1400"/>
            <p:cNvSpPr/>
            <p:nvPr/>
          </p:nvSpPr>
          <p:spPr>
            <a:xfrm>
              <a:off x="546595" y="1469135"/>
              <a:ext cx="8234974" cy="4410072"/>
            </a:xfrm>
            <a:custGeom>
              <a:avLst/>
              <a:pathLst>
                <a:path w="8234974" h="4410072">
                  <a:moveTo>
                    <a:pt x="0" y="3092495"/>
                  </a:moveTo>
                  <a:lnTo>
                    <a:pt x="538736" y="3092495"/>
                  </a:lnTo>
                  <a:lnTo>
                    <a:pt x="539883" y="3092405"/>
                  </a:lnTo>
                  <a:lnTo>
                    <a:pt x="547389" y="3091761"/>
                  </a:lnTo>
                  <a:lnTo>
                    <a:pt x="566183" y="3089982"/>
                  </a:lnTo>
                  <a:lnTo>
                    <a:pt x="599462" y="3086487"/>
                  </a:lnTo>
                  <a:lnTo>
                    <a:pt x="648410" y="3080756"/>
                  </a:lnTo>
                  <a:lnTo>
                    <a:pt x="712126" y="3072397"/>
                  </a:lnTo>
                  <a:lnTo>
                    <a:pt x="787941" y="3061175"/>
                  </a:lnTo>
                  <a:lnTo>
                    <a:pt x="872082" y="3047007"/>
                  </a:lnTo>
                  <a:lnTo>
                    <a:pt x="960457" y="3029920"/>
                  </a:lnTo>
                  <a:lnTo>
                    <a:pt x="1049346" y="3009984"/>
                  </a:lnTo>
                  <a:lnTo>
                    <a:pt x="1135821" y="2987242"/>
                  </a:lnTo>
                  <a:lnTo>
                    <a:pt x="1217903" y="2961664"/>
                  </a:lnTo>
                  <a:lnTo>
                    <a:pt x="1294503" y="2933117"/>
                  </a:lnTo>
                  <a:lnTo>
                    <a:pt x="1365256" y="2901345"/>
                  </a:lnTo>
                  <a:lnTo>
                    <a:pt x="1430326" y="2865972"/>
                  </a:lnTo>
                  <a:lnTo>
                    <a:pt x="1490228" y="2826508"/>
                  </a:lnTo>
                  <a:lnTo>
                    <a:pt x="1545688" y="2782370"/>
                  </a:lnTo>
                  <a:lnTo>
                    <a:pt x="1597533" y="2732923"/>
                  </a:lnTo>
                  <a:lnTo>
                    <a:pt x="1646612" y="2677542"/>
                  </a:lnTo>
                  <a:lnTo>
                    <a:pt x="1693727" y="2615739"/>
                  </a:lnTo>
                  <a:lnTo>
                    <a:pt x="1719082" y="2578894"/>
                  </a:lnTo>
                  <a:lnTo>
                    <a:pt x="1753362" y="2525189"/>
                  </a:lnTo>
                  <a:lnTo>
                    <a:pt x="1787323" y="2467670"/>
                  </a:lnTo>
                  <a:lnTo>
                    <a:pt x="1821161" y="2406258"/>
                  </a:lnTo>
                  <a:lnTo>
                    <a:pt x="1855030" y="2340934"/>
                  </a:lnTo>
                  <a:lnTo>
                    <a:pt x="1889046" y="2271741"/>
                  </a:lnTo>
                  <a:lnTo>
                    <a:pt x="1923295" y="2198794"/>
                  </a:lnTo>
                  <a:lnTo>
                    <a:pt x="1957830" y="2122280"/>
                  </a:lnTo>
                  <a:lnTo>
                    <a:pt x="1992678" y="2042462"/>
                  </a:lnTo>
                  <a:lnTo>
                    <a:pt x="2027840" y="1959680"/>
                  </a:lnTo>
                  <a:lnTo>
                    <a:pt x="2063295" y="1874343"/>
                  </a:lnTo>
                  <a:lnTo>
                    <a:pt x="2099001" y="1786927"/>
                  </a:lnTo>
                  <a:lnTo>
                    <a:pt x="2134902" y="1697960"/>
                  </a:lnTo>
                  <a:lnTo>
                    <a:pt x="2170930" y="1608014"/>
                  </a:lnTo>
                  <a:lnTo>
                    <a:pt x="2207007" y="1517689"/>
                  </a:lnTo>
                  <a:lnTo>
                    <a:pt x="2243054" y="1427593"/>
                  </a:lnTo>
                  <a:lnTo>
                    <a:pt x="2278993" y="1338330"/>
                  </a:lnTo>
                  <a:lnTo>
                    <a:pt x="2314753" y="1250479"/>
                  </a:lnTo>
                  <a:lnTo>
                    <a:pt x="2350275" y="1164582"/>
                  </a:lnTo>
                  <a:lnTo>
                    <a:pt x="2385512" y="1081127"/>
                  </a:lnTo>
                  <a:lnTo>
                    <a:pt x="2420438" y="1000542"/>
                  </a:lnTo>
                  <a:lnTo>
                    <a:pt x="2455049" y="923184"/>
                  </a:lnTo>
                  <a:lnTo>
                    <a:pt x="2489365" y="849335"/>
                  </a:lnTo>
                  <a:lnTo>
                    <a:pt x="2523432" y="779200"/>
                  </a:lnTo>
                  <a:lnTo>
                    <a:pt x="2557328" y="712913"/>
                  </a:lnTo>
                  <a:lnTo>
                    <a:pt x="2591161" y="650533"/>
                  </a:lnTo>
                  <a:lnTo>
                    <a:pt x="2625075" y="592057"/>
                  </a:lnTo>
                  <a:lnTo>
                    <a:pt x="2659255" y="537419"/>
                  </a:lnTo>
                  <a:lnTo>
                    <a:pt x="2667772" y="524490"/>
                  </a:lnTo>
                  <a:lnTo>
                    <a:pt x="2714108" y="459052"/>
                  </a:lnTo>
                  <a:lnTo>
                    <a:pt x="2762013" y="400180"/>
                  </a:lnTo>
                  <a:lnTo>
                    <a:pt x="2812231" y="347538"/>
                  </a:lnTo>
                  <a:lnTo>
                    <a:pt x="2865595" y="300557"/>
                  </a:lnTo>
                  <a:lnTo>
                    <a:pt x="2922953" y="258597"/>
                  </a:lnTo>
                  <a:lnTo>
                    <a:pt x="2985098" y="221038"/>
                  </a:lnTo>
                  <a:lnTo>
                    <a:pt x="3052676" y="187338"/>
                  </a:lnTo>
                  <a:lnTo>
                    <a:pt x="3126063" y="157055"/>
                  </a:lnTo>
                  <a:lnTo>
                    <a:pt x="3205211" y="129867"/>
                  </a:lnTo>
                  <a:lnTo>
                    <a:pt x="3289453" y="105574"/>
                  </a:lnTo>
                  <a:lnTo>
                    <a:pt x="3377315" y="84091"/>
                  </a:lnTo>
                  <a:lnTo>
                    <a:pt x="3466389" y="65427"/>
                  </a:lnTo>
                  <a:lnTo>
                    <a:pt x="3553357" y="49645"/>
                  </a:lnTo>
                  <a:lnTo>
                    <a:pt x="3634261" y="36802"/>
                  </a:lnTo>
                  <a:lnTo>
                    <a:pt x="3705057" y="26885"/>
                  </a:lnTo>
                  <a:lnTo>
                    <a:pt x="3762371" y="19746"/>
                  </a:lnTo>
                  <a:lnTo>
                    <a:pt x="3804267" y="15078"/>
                  </a:lnTo>
                  <a:lnTo>
                    <a:pt x="3830764" y="12423"/>
                  </a:lnTo>
                  <a:lnTo>
                    <a:pt x="3843978" y="11228"/>
                  </a:lnTo>
                  <a:lnTo>
                    <a:pt x="3847922" y="10903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51" y="10988"/>
                  </a:lnTo>
                  <a:lnTo>
                    <a:pt x="4393645" y="11700"/>
                  </a:lnTo>
                  <a:lnTo>
                    <a:pt x="4408521" y="13668"/>
                  </a:lnTo>
                  <a:lnTo>
                    <a:pt x="4435159" y="17542"/>
                  </a:lnTo>
                  <a:lnTo>
                    <a:pt x="4474939" y="23926"/>
                  </a:lnTo>
                  <a:lnTo>
                    <a:pt x="4527733" y="33315"/>
                  </a:lnTo>
                  <a:lnTo>
                    <a:pt x="4592018" y="46051"/>
                  </a:lnTo>
                  <a:lnTo>
                    <a:pt x="4665226" y="62307"/>
                  </a:lnTo>
                  <a:lnTo>
                    <a:pt x="4744239" y="82119"/>
                  </a:lnTo>
                  <a:lnTo>
                    <a:pt x="4825911" y="105432"/>
                  </a:lnTo>
                  <a:lnTo>
                    <a:pt x="4907466" y="132169"/>
                  </a:lnTo>
                  <a:lnTo>
                    <a:pt x="4986740" y="162289"/>
                  </a:lnTo>
                  <a:lnTo>
                    <a:pt x="5062249" y="195832"/>
                  </a:lnTo>
                  <a:lnTo>
                    <a:pt x="5133143" y="232946"/>
                  </a:lnTo>
                  <a:lnTo>
                    <a:pt x="5199100" y="273903"/>
                  </a:lnTo>
                  <a:lnTo>
                    <a:pt x="5260190" y="319097"/>
                  </a:lnTo>
                  <a:lnTo>
                    <a:pt x="5316761" y="369043"/>
                  </a:lnTo>
                  <a:lnTo>
                    <a:pt x="5369333" y="424357"/>
                  </a:lnTo>
                  <a:lnTo>
                    <a:pt x="5418528" y="485728"/>
                  </a:lnTo>
                  <a:lnTo>
                    <a:pt x="5465006" y="553871"/>
                  </a:lnTo>
                  <a:lnTo>
                    <a:pt x="5509418" y="629435"/>
                  </a:lnTo>
                  <a:lnTo>
                    <a:pt x="5552362" y="712872"/>
                  </a:lnTo>
                  <a:lnTo>
                    <a:pt x="5567201" y="744086"/>
                  </a:lnTo>
                  <a:lnTo>
                    <a:pt x="5596597" y="809444"/>
                  </a:lnTo>
                  <a:lnTo>
                    <a:pt x="5625736" y="878786"/>
                  </a:lnTo>
                  <a:lnTo>
                    <a:pt x="5654749" y="952190"/>
                  </a:lnTo>
                  <a:lnTo>
                    <a:pt x="5683739" y="1029695"/>
                  </a:lnTo>
                  <a:lnTo>
                    <a:pt x="5712792" y="1111290"/>
                  </a:lnTo>
                  <a:lnTo>
                    <a:pt x="5741974" y="1196915"/>
                  </a:lnTo>
                  <a:lnTo>
                    <a:pt x="5771334" y="1286454"/>
                  </a:lnTo>
                  <a:lnTo>
                    <a:pt x="5800904" y="1379733"/>
                  </a:lnTo>
                  <a:lnTo>
                    <a:pt x="5830703" y="1476521"/>
                  </a:lnTo>
                  <a:lnTo>
                    <a:pt x="5860735" y="1576528"/>
                  </a:lnTo>
                  <a:lnTo>
                    <a:pt x="5890990" y="1679408"/>
                  </a:lnTo>
                  <a:lnTo>
                    <a:pt x="5921450" y="1784763"/>
                  </a:lnTo>
                  <a:lnTo>
                    <a:pt x="5952083" y="1892148"/>
                  </a:lnTo>
                  <a:lnTo>
                    <a:pt x="5982854" y="2001078"/>
                  </a:lnTo>
                  <a:lnTo>
                    <a:pt x="6013717" y="2111037"/>
                  </a:lnTo>
                  <a:lnTo>
                    <a:pt x="6044626" y="2221489"/>
                  </a:lnTo>
                  <a:lnTo>
                    <a:pt x="6075529" y="2331885"/>
                  </a:lnTo>
                  <a:lnTo>
                    <a:pt x="6106377" y="2441682"/>
                  </a:lnTo>
                  <a:lnTo>
                    <a:pt x="6137124" y="2550344"/>
                  </a:lnTo>
                  <a:lnTo>
                    <a:pt x="6167726" y="2657362"/>
                  </a:lnTo>
                  <a:lnTo>
                    <a:pt x="6198147" y="2762259"/>
                  </a:lnTo>
                  <a:lnTo>
                    <a:pt x="6228359" y="2864597"/>
                  </a:lnTo>
                  <a:lnTo>
                    <a:pt x="6258344" y="2963988"/>
                  </a:lnTo>
                  <a:lnTo>
                    <a:pt x="6288097" y="3060098"/>
                  </a:lnTo>
                  <a:lnTo>
                    <a:pt x="6317623" y="3152649"/>
                  </a:lnTo>
                  <a:lnTo>
                    <a:pt x="6346945" y="3241420"/>
                  </a:lnTo>
                  <a:lnTo>
                    <a:pt x="6376097" y="3326250"/>
                  </a:lnTo>
                  <a:lnTo>
                    <a:pt x="6405131" y="3407033"/>
                  </a:lnTo>
                  <a:lnTo>
                    <a:pt x="6434119" y="3483721"/>
                  </a:lnTo>
                  <a:lnTo>
                    <a:pt x="6463147" y="3556311"/>
                  </a:lnTo>
                  <a:lnTo>
                    <a:pt x="6492327" y="3624851"/>
                  </a:lnTo>
                  <a:lnTo>
                    <a:pt x="6515891" y="3676875"/>
                  </a:lnTo>
                  <a:lnTo>
                    <a:pt x="6558444" y="3763115"/>
                  </a:lnTo>
                  <a:lnTo>
                    <a:pt x="6602277" y="3841411"/>
                  </a:lnTo>
                  <a:lnTo>
                    <a:pt x="6647956" y="3912094"/>
                  </a:lnTo>
                  <a:lnTo>
                    <a:pt x="6696120" y="3975764"/>
                  </a:lnTo>
                  <a:lnTo>
                    <a:pt x="6747432" y="4033126"/>
                  </a:lnTo>
                  <a:lnTo>
                    <a:pt x="6802532" y="4084883"/>
                  </a:lnTo>
                  <a:lnTo>
                    <a:pt x="6861983" y="4131683"/>
                  </a:lnTo>
                  <a:lnTo>
                    <a:pt x="6926205" y="4174077"/>
                  </a:lnTo>
                  <a:lnTo>
                    <a:pt x="6995378" y="4212504"/>
                  </a:lnTo>
                  <a:lnTo>
                    <a:pt x="7069333" y="4247279"/>
                  </a:lnTo>
                  <a:lnTo>
                    <a:pt x="7147418" y="4278593"/>
                  </a:lnTo>
                  <a:lnTo>
                    <a:pt x="7228384" y="4306520"/>
                  </a:lnTo>
                  <a:lnTo>
                    <a:pt x="7310302" y="4331044"/>
                  </a:lnTo>
                  <a:lnTo>
                    <a:pt x="7390596" y="4352095"/>
                  </a:lnTo>
                  <a:lnTo>
                    <a:pt x="7466211" y="4369603"/>
                  </a:lnTo>
                  <a:lnTo>
                    <a:pt x="7533964" y="4383564"/>
                  </a:lnTo>
                  <a:lnTo>
                    <a:pt x="7591033" y="4394099"/>
                  </a:lnTo>
                  <a:lnTo>
                    <a:pt x="7635477" y="4401490"/>
                  </a:lnTo>
                  <a:lnTo>
                    <a:pt x="7666653" y="4406181"/>
                  </a:lnTo>
                  <a:lnTo>
                    <a:pt x="7685414" y="4408746"/>
                  </a:lnTo>
                  <a:lnTo>
                    <a:pt x="7694068" y="4409824"/>
                  </a:lnTo>
                  <a:lnTo>
                    <a:pt x="7696237" y="4410072"/>
                  </a:lnTo>
                  <a:lnTo>
                    <a:pt x="8234974" y="4410072"/>
                  </a:lnTo>
                  <a:lnTo>
                    <a:pt x="8234974" y="4399183"/>
                  </a:ln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1" y="90"/>
                  </a:lnTo>
                  <a:lnTo>
                    <a:pt x="3839466" y="733"/>
                  </a:lnTo>
                  <a:lnTo>
                    <a:pt x="3820672" y="2512"/>
                  </a:lnTo>
                  <a:lnTo>
                    <a:pt x="3787392" y="6008"/>
                  </a:lnTo>
                  <a:lnTo>
                    <a:pt x="3738444" y="11738"/>
                  </a:lnTo>
                  <a:lnTo>
                    <a:pt x="3674729" y="20097"/>
                  </a:lnTo>
                  <a:lnTo>
                    <a:pt x="3598913" y="31320"/>
                  </a:lnTo>
                  <a:lnTo>
                    <a:pt x="3514773" y="45488"/>
                  </a:lnTo>
                  <a:lnTo>
                    <a:pt x="3426397" y="62574"/>
                  </a:lnTo>
                  <a:lnTo>
                    <a:pt x="3337509" y="82511"/>
                  </a:lnTo>
                  <a:lnTo>
                    <a:pt x="3251034" y="105253"/>
                  </a:lnTo>
                  <a:lnTo>
                    <a:pt x="3168951" y="130830"/>
                  </a:lnTo>
                  <a:lnTo>
                    <a:pt x="3092351" y="159377"/>
                  </a:lnTo>
                  <a:lnTo>
                    <a:pt x="3021598" y="191149"/>
                  </a:lnTo>
                  <a:lnTo>
                    <a:pt x="2956529" y="226522"/>
                  </a:lnTo>
                  <a:lnTo>
                    <a:pt x="2896626" y="265987"/>
                  </a:lnTo>
                  <a:lnTo>
                    <a:pt x="2841167" y="310124"/>
                  </a:lnTo>
                  <a:lnTo>
                    <a:pt x="2789322" y="359572"/>
                  </a:lnTo>
                  <a:lnTo>
                    <a:pt x="2740243" y="414952"/>
                  </a:lnTo>
                  <a:lnTo>
                    <a:pt x="2693127" y="476756"/>
                  </a:lnTo>
                  <a:lnTo>
                    <a:pt x="2667772" y="513601"/>
                  </a:lnTo>
                  <a:lnTo>
                    <a:pt x="2633493" y="567305"/>
                  </a:lnTo>
                  <a:lnTo>
                    <a:pt x="2599532" y="624825"/>
                  </a:lnTo>
                  <a:lnTo>
                    <a:pt x="2565693" y="686237"/>
                  </a:lnTo>
                  <a:lnTo>
                    <a:pt x="2531825" y="751561"/>
                  </a:lnTo>
                  <a:lnTo>
                    <a:pt x="2497808" y="820754"/>
                  </a:lnTo>
                  <a:lnTo>
                    <a:pt x="2463560" y="893701"/>
                  </a:lnTo>
                  <a:lnTo>
                    <a:pt x="2429025" y="970215"/>
                  </a:lnTo>
                  <a:lnTo>
                    <a:pt x="2394177" y="1050032"/>
                  </a:lnTo>
                  <a:lnTo>
                    <a:pt x="2359015" y="1132814"/>
                  </a:lnTo>
                  <a:lnTo>
                    <a:pt x="2323560" y="1218151"/>
                  </a:lnTo>
                  <a:lnTo>
                    <a:pt x="2287853" y="1305568"/>
                  </a:lnTo>
                  <a:lnTo>
                    <a:pt x="2251952" y="1394535"/>
                  </a:lnTo>
                  <a:lnTo>
                    <a:pt x="2215925" y="1484480"/>
                  </a:lnTo>
                  <a:lnTo>
                    <a:pt x="2179848" y="1574805"/>
                  </a:lnTo>
                  <a:lnTo>
                    <a:pt x="2143801" y="1664901"/>
                  </a:lnTo>
                  <a:lnTo>
                    <a:pt x="2107862" y="1754164"/>
                  </a:lnTo>
                  <a:lnTo>
                    <a:pt x="2072101" y="1842015"/>
                  </a:lnTo>
                  <a:lnTo>
                    <a:pt x="2036580" y="1927913"/>
                  </a:lnTo>
                  <a:lnTo>
                    <a:pt x="2001343" y="2011367"/>
                  </a:lnTo>
                  <a:lnTo>
                    <a:pt x="1966416" y="2091952"/>
                  </a:lnTo>
                  <a:lnTo>
                    <a:pt x="1931805" y="2169310"/>
                  </a:lnTo>
                  <a:lnTo>
                    <a:pt x="1897490" y="2243160"/>
                  </a:lnTo>
                  <a:lnTo>
                    <a:pt x="1863423" y="2313294"/>
                  </a:lnTo>
                  <a:lnTo>
                    <a:pt x="1829527" y="2379582"/>
                  </a:lnTo>
                  <a:lnTo>
                    <a:pt x="1795694" y="2441961"/>
                  </a:lnTo>
                  <a:lnTo>
                    <a:pt x="1761779" y="2500438"/>
                  </a:lnTo>
                  <a:lnTo>
                    <a:pt x="1727599" y="2555076"/>
                  </a:lnTo>
                  <a:lnTo>
                    <a:pt x="1719082" y="2568005"/>
                  </a:lnTo>
                  <a:lnTo>
                    <a:pt x="1672747" y="2633443"/>
                  </a:lnTo>
                  <a:lnTo>
                    <a:pt x="1624842" y="2692314"/>
                  </a:lnTo>
                  <a:lnTo>
                    <a:pt x="1574624" y="2744956"/>
                  </a:lnTo>
                  <a:lnTo>
                    <a:pt x="1521260" y="2791937"/>
                  </a:lnTo>
                  <a:lnTo>
                    <a:pt x="1463901" y="2833898"/>
                  </a:lnTo>
                  <a:lnTo>
                    <a:pt x="1401756" y="2871456"/>
                  </a:lnTo>
                  <a:lnTo>
                    <a:pt x="1334179" y="2905157"/>
                  </a:lnTo>
                  <a:lnTo>
                    <a:pt x="1260791" y="2935440"/>
                  </a:lnTo>
                  <a:lnTo>
                    <a:pt x="1181643" y="2962628"/>
                  </a:lnTo>
                  <a:lnTo>
                    <a:pt x="1097401" y="2986921"/>
                  </a:lnTo>
                  <a:lnTo>
                    <a:pt x="1009540" y="3008404"/>
                  </a:lnTo>
                  <a:lnTo>
                    <a:pt x="920466" y="3027068"/>
                  </a:lnTo>
                  <a:lnTo>
                    <a:pt x="833498" y="3042850"/>
                  </a:lnTo>
                  <a:lnTo>
                    <a:pt x="752594" y="3055692"/>
                  </a:lnTo>
                  <a:lnTo>
                    <a:pt x="681798" y="3065609"/>
                  </a:lnTo>
                  <a:lnTo>
                    <a:pt x="624483" y="3072748"/>
                  </a:lnTo>
                  <a:lnTo>
                    <a:pt x="582588" y="3077416"/>
                  </a:lnTo>
                  <a:lnTo>
                    <a:pt x="556091" y="3080071"/>
                  </a:lnTo>
                  <a:lnTo>
                    <a:pt x="542876" y="3081267"/>
                  </a:lnTo>
                  <a:lnTo>
                    <a:pt x="538933" y="3081591"/>
                  </a:lnTo>
                  <a:lnTo>
                    <a:pt x="538736" y="3081606"/>
                  </a:lnTo>
                  <a:lnTo>
                    <a:pt x="0" y="308160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01" name="pl1401"/>
            <p:cNvSpPr/>
            <p:nvPr/>
          </p:nvSpPr>
          <p:spPr>
            <a:xfrm>
              <a:off x="546595" y="1480024"/>
              <a:ext cx="8234974" cy="4399183"/>
            </a:xfrm>
            <a:custGeom>
              <a:avLst/>
              <a:pathLst>
                <a:path w="8234974" h="4399183">
                  <a:moveTo>
                    <a:pt x="0" y="3081606"/>
                  </a:moveTo>
                  <a:lnTo>
                    <a:pt x="538736" y="3081606"/>
                  </a:lnTo>
                  <a:lnTo>
                    <a:pt x="539883" y="3081516"/>
                  </a:lnTo>
                  <a:lnTo>
                    <a:pt x="547389" y="3080872"/>
                  </a:lnTo>
                  <a:lnTo>
                    <a:pt x="566183" y="3079093"/>
                  </a:lnTo>
                  <a:lnTo>
                    <a:pt x="599462" y="3075598"/>
                  </a:lnTo>
                  <a:lnTo>
                    <a:pt x="648410" y="3069867"/>
                  </a:lnTo>
                  <a:lnTo>
                    <a:pt x="712126" y="3061508"/>
                  </a:lnTo>
                  <a:lnTo>
                    <a:pt x="787941" y="3050285"/>
                  </a:lnTo>
                  <a:lnTo>
                    <a:pt x="872082" y="3036118"/>
                  </a:lnTo>
                  <a:lnTo>
                    <a:pt x="960457" y="3019031"/>
                  </a:lnTo>
                  <a:lnTo>
                    <a:pt x="1049346" y="2999095"/>
                  </a:lnTo>
                  <a:lnTo>
                    <a:pt x="1135821" y="2976352"/>
                  </a:lnTo>
                  <a:lnTo>
                    <a:pt x="1217903" y="2950775"/>
                  </a:lnTo>
                  <a:lnTo>
                    <a:pt x="1294503" y="2922228"/>
                  </a:lnTo>
                  <a:lnTo>
                    <a:pt x="1365256" y="2890456"/>
                  </a:lnTo>
                  <a:lnTo>
                    <a:pt x="1430326" y="2855083"/>
                  </a:lnTo>
                  <a:lnTo>
                    <a:pt x="1490228" y="2815619"/>
                  </a:lnTo>
                  <a:lnTo>
                    <a:pt x="1545688" y="2771481"/>
                  </a:lnTo>
                  <a:lnTo>
                    <a:pt x="1597533" y="2722034"/>
                  </a:lnTo>
                  <a:lnTo>
                    <a:pt x="1646612" y="2666653"/>
                  </a:lnTo>
                  <a:lnTo>
                    <a:pt x="1693727" y="2604850"/>
                  </a:lnTo>
                  <a:lnTo>
                    <a:pt x="1719082" y="2568005"/>
                  </a:lnTo>
                  <a:lnTo>
                    <a:pt x="1753362" y="2514300"/>
                  </a:lnTo>
                  <a:lnTo>
                    <a:pt x="1787323" y="2456781"/>
                  </a:lnTo>
                  <a:lnTo>
                    <a:pt x="1821161" y="2395369"/>
                  </a:lnTo>
                  <a:lnTo>
                    <a:pt x="1855030" y="2330044"/>
                  </a:lnTo>
                  <a:lnTo>
                    <a:pt x="1889046" y="2260852"/>
                  </a:lnTo>
                  <a:lnTo>
                    <a:pt x="1923295" y="2187905"/>
                  </a:lnTo>
                  <a:lnTo>
                    <a:pt x="1957830" y="2111391"/>
                  </a:lnTo>
                  <a:lnTo>
                    <a:pt x="1992678" y="2031573"/>
                  </a:lnTo>
                  <a:lnTo>
                    <a:pt x="2027840" y="1948791"/>
                  </a:lnTo>
                  <a:lnTo>
                    <a:pt x="2063295" y="1863454"/>
                  </a:lnTo>
                  <a:lnTo>
                    <a:pt x="2099001" y="1776038"/>
                  </a:lnTo>
                  <a:lnTo>
                    <a:pt x="2134902" y="1687071"/>
                  </a:lnTo>
                  <a:lnTo>
                    <a:pt x="2170930" y="1597125"/>
                  </a:lnTo>
                  <a:lnTo>
                    <a:pt x="2207007" y="1506800"/>
                  </a:lnTo>
                  <a:lnTo>
                    <a:pt x="2243054" y="1416704"/>
                  </a:lnTo>
                  <a:lnTo>
                    <a:pt x="2278993" y="1327441"/>
                  </a:lnTo>
                  <a:lnTo>
                    <a:pt x="2314753" y="1239590"/>
                  </a:lnTo>
                  <a:lnTo>
                    <a:pt x="2350275" y="1153693"/>
                  </a:lnTo>
                  <a:lnTo>
                    <a:pt x="2385512" y="1070238"/>
                  </a:lnTo>
                  <a:lnTo>
                    <a:pt x="2420438" y="989653"/>
                  </a:lnTo>
                  <a:lnTo>
                    <a:pt x="2455049" y="912295"/>
                  </a:lnTo>
                  <a:lnTo>
                    <a:pt x="2489365" y="838445"/>
                  </a:lnTo>
                  <a:lnTo>
                    <a:pt x="2523432" y="768311"/>
                  </a:lnTo>
                  <a:lnTo>
                    <a:pt x="2557328" y="702024"/>
                  </a:lnTo>
                  <a:lnTo>
                    <a:pt x="2591161" y="639644"/>
                  </a:lnTo>
                  <a:lnTo>
                    <a:pt x="2625075" y="581168"/>
                  </a:lnTo>
                  <a:lnTo>
                    <a:pt x="2659255" y="526530"/>
                  </a:lnTo>
                  <a:lnTo>
                    <a:pt x="2667772" y="513601"/>
                  </a:lnTo>
                  <a:lnTo>
                    <a:pt x="2714108" y="448163"/>
                  </a:lnTo>
                  <a:lnTo>
                    <a:pt x="2762013" y="389291"/>
                  </a:lnTo>
                  <a:lnTo>
                    <a:pt x="2812231" y="336649"/>
                  </a:lnTo>
                  <a:lnTo>
                    <a:pt x="2865595" y="289668"/>
                  </a:lnTo>
                  <a:lnTo>
                    <a:pt x="2922953" y="247708"/>
                  </a:lnTo>
                  <a:lnTo>
                    <a:pt x="2985098" y="210149"/>
                  </a:lnTo>
                  <a:lnTo>
                    <a:pt x="3052676" y="176449"/>
                  </a:lnTo>
                  <a:lnTo>
                    <a:pt x="3126063" y="146166"/>
                  </a:lnTo>
                  <a:lnTo>
                    <a:pt x="3205211" y="118978"/>
                  </a:lnTo>
                  <a:lnTo>
                    <a:pt x="3289453" y="94685"/>
                  </a:lnTo>
                  <a:lnTo>
                    <a:pt x="3377315" y="73201"/>
                  </a:lnTo>
                  <a:lnTo>
                    <a:pt x="3466389" y="54538"/>
                  </a:lnTo>
                  <a:lnTo>
                    <a:pt x="3553357" y="38755"/>
                  </a:lnTo>
                  <a:lnTo>
                    <a:pt x="3634261" y="25913"/>
                  </a:lnTo>
                  <a:lnTo>
                    <a:pt x="3705057" y="15996"/>
                  </a:lnTo>
                  <a:lnTo>
                    <a:pt x="3762371" y="8857"/>
                  </a:lnTo>
                  <a:lnTo>
                    <a:pt x="3804267" y="4189"/>
                  </a:lnTo>
                  <a:lnTo>
                    <a:pt x="3830764" y="1534"/>
                  </a:lnTo>
                  <a:lnTo>
                    <a:pt x="3843978" y="339"/>
                  </a:lnTo>
                  <a:lnTo>
                    <a:pt x="3847922" y="1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51" y="99"/>
                  </a:lnTo>
                  <a:lnTo>
                    <a:pt x="4393645" y="811"/>
                  </a:lnTo>
                  <a:lnTo>
                    <a:pt x="4408521" y="2779"/>
                  </a:lnTo>
                  <a:lnTo>
                    <a:pt x="4435159" y="6653"/>
                  </a:lnTo>
                  <a:lnTo>
                    <a:pt x="4474939" y="13037"/>
                  </a:lnTo>
                  <a:lnTo>
                    <a:pt x="4527733" y="22426"/>
                  </a:lnTo>
                  <a:lnTo>
                    <a:pt x="4592018" y="35162"/>
                  </a:lnTo>
                  <a:lnTo>
                    <a:pt x="4665226" y="51418"/>
                  </a:lnTo>
                  <a:lnTo>
                    <a:pt x="4744239" y="71230"/>
                  </a:lnTo>
                  <a:lnTo>
                    <a:pt x="4825911" y="94543"/>
                  </a:lnTo>
                  <a:lnTo>
                    <a:pt x="4907466" y="121280"/>
                  </a:lnTo>
                  <a:lnTo>
                    <a:pt x="4986740" y="151400"/>
                  </a:lnTo>
                  <a:lnTo>
                    <a:pt x="5062249" y="184943"/>
                  </a:lnTo>
                  <a:lnTo>
                    <a:pt x="5133143" y="222057"/>
                  </a:lnTo>
                  <a:lnTo>
                    <a:pt x="5199100" y="263014"/>
                  </a:lnTo>
                  <a:lnTo>
                    <a:pt x="5260190" y="308208"/>
                  </a:lnTo>
                  <a:lnTo>
                    <a:pt x="5316761" y="358154"/>
                  </a:lnTo>
                  <a:lnTo>
                    <a:pt x="5369333" y="413468"/>
                  </a:lnTo>
                  <a:lnTo>
                    <a:pt x="5418528" y="474839"/>
                  </a:lnTo>
                  <a:lnTo>
                    <a:pt x="5465006" y="542981"/>
                  </a:lnTo>
                  <a:lnTo>
                    <a:pt x="5509418" y="618546"/>
                  </a:lnTo>
                  <a:lnTo>
                    <a:pt x="5552362" y="701983"/>
                  </a:lnTo>
                  <a:lnTo>
                    <a:pt x="5567201" y="733197"/>
                  </a:lnTo>
                  <a:lnTo>
                    <a:pt x="5596597" y="798555"/>
                  </a:lnTo>
                  <a:lnTo>
                    <a:pt x="5625736" y="867897"/>
                  </a:lnTo>
                  <a:lnTo>
                    <a:pt x="5654749" y="941301"/>
                  </a:lnTo>
                  <a:lnTo>
                    <a:pt x="5683739" y="1018806"/>
                  </a:lnTo>
                  <a:lnTo>
                    <a:pt x="5712792" y="1100401"/>
                  </a:lnTo>
                  <a:lnTo>
                    <a:pt x="5741974" y="1186026"/>
                  </a:lnTo>
                  <a:lnTo>
                    <a:pt x="5771334" y="1275565"/>
                  </a:lnTo>
                  <a:lnTo>
                    <a:pt x="5800904" y="1368844"/>
                  </a:lnTo>
                  <a:lnTo>
                    <a:pt x="5830703" y="1465632"/>
                  </a:lnTo>
                  <a:lnTo>
                    <a:pt x="5860735" y="1565639"/>
                  </a:lnTo>
                  <a:lnTo>
                    <a:pt x="5890990" y="1668519"/>
                  </a:lnTo>
                  <a:lnTo>
                    <a:pt x="5921450" y="1773874"/>
                  </a:lnTo>
                  <a:lnTo>
                    <a:pt x="5952083" y="1881259"/>
                  </a:lnTo>
                  <a:lnTo>
                    <a:pt x="5982854" y="1990189"/>
                  </a:lnTo>
                  <a:lnTo>
                    <a:pt x="6013717" y="2100148"/>
                  </a:lnTo>
                  <a:lnTo>
                    <a:pt x="6044626" y="2210600"/>
                  </a:lnTo>
                  <a:lnTo>
                    <a:pt x="6075529" y="2320996"/>
                  </a:lnTo>
                  <a:lnTo>
                    <a:pt x="6106377" y="2430793"/>
                  </a:lnTo>
                  <a:lnTo>
                    <a:pt x="6137124" y="2539455"/>
                  </a:lnTo>
                  <a:lnTo>
                    <a:pt x="6167726" y="2646473"/>
                  </a:lnTo>
                  <a:lnTo>
                    <a:pt x="6198147" y="2751370"/>
                  </a:lnTo>
                  <a:lnTo>
                    <a:pt x="6228359" y="2853708"/>
                  </a:lnTo>
                  <a:lnTo>
                    <a:pt x="6258344" y="2953099"/>
                  </a:lnTo>
                  <a:lnTo>
                    <a:pt x="6288097" y="3049209"/>
                  </a:lnTo>
                  <a:lnTo>
                    <a:pt x="6317623" y="3141760"/>
                  </a:lnTo>
                  <a:lnTo>
                    <a:pt x="6346945" y="3230531"/>
                  </a:lnTo>
                  <a:lnTo>
                    <a:pt x="6376097" y="3315361"/>
                  </a:lnTo>
                  <a:lnTo>
                    <a:pt x="6405131" y="3396144"/>
                  </a:lnTo>
                  <a:lnTo>
                    <a:pt x="6434119" y="3472831"/>
                  </a:lnTo>
                  <a:lnTo>
                    <a:pt x="6463147" y="3545422"/>
                  </a:lnTo>
                  <a:lnTo>
                    <a:pt x="6492327" y="3613962"/>
                  </a:lnTo>
                  <a:lnTo>
                    <a:pt x="6515891" y="3665986"/>
                  </a:lnTo>
                  <a:lnTo>
                    <a:pt x="6558444" y="3752226"/>
                  </a:lnTo>
                  <a:lnTo>
                    <a:pt x="6602277" y="3830522"/>
                  </a:lnTo>
                  <a:lnTo>
                    <a:pt x="6647956" y="3901205"/>
                  </a:lnTo>
                  <a:lnTo>
                    <a:pt x="6696120" y="3964875"/>
                  </a:lnTo>
                  <a:lnTo>
                    <a:pt x="6747432" y="4022237"/>
                  </a:lnTo>
                  <a:lnTo>
                    <a:pt x="6802532" y="4073994"/>
                  </a:lnTo>
                  <a:lnTo>
                    <a:pt x="6861983" y="4120794"/>
                  </a:lnTo>
                  <a:lnTo>
                    <a:pt x="6926205" y="4163188"/>
                  </a:lnTo>
                  <a:lnTo>
                    <a:pt x="6995378" y="4201615"/>
                  </a:lnTo>
                  <a:lnTo>
                    <a:pt x="7069333" y="4236390"/>
                  </a:lnTo>
                  <a:lnTo>
                    <a:pt x="7147418" y="4267704"/>
                  </a:lnTo>
                  <a:lnTo>
                    <a:pt x="7228384" y="4295631"/>
                  </a:lnTo>
                  <a:lnTo>
                    <a:pt x="7310302" y="4320155"/>
                  </a:lnTo>
                  <a:lnTo>
                    <a:pt x="7390596" y="4341206"/>
                  </a:lnTo>
                  <a:lnTo>
                    <a:pt x="7466211" y="4358714"/>
                  </a:lnTo>
                  <a:lnTo>
                    <a:pt x="7533964" y="4372675"/>
                  </a:lnTo>
                  <a:lnTo>
                    <a:pt x="7591033" y="4383210"/>
                  </a:lnTo>
                  <a:lnTo>
                    <a:pt x="7635477" y="4390601"/>
                  </a:lnTo>
                  <a:lnTo>
                    <a:pt x="7666653" y="4395292"/>
                  </a:lnTo>
                  <a:lnTo>
                    <a:pt x="7685414" y="4397857"/>
                  </a:lnTo>
                  <a:lnTo>
                    <a:pt x="7694068" y="4398935"/>
                  </a:lnTo>
                  <a:lnTo>
                    <a:pt x="7696197" y="4399179"/>
                  </a:lnTo>
                  <a:lnTo>
                    <a:pt x="7696237" y="4399183"/>
                  </a:lnTo>
                  <a:lnTo>
                    <a:pt x="8234974" y="4399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2" name="pl1402"/>
            <p:cNvSpPr/>
            <p:nvPr/>
          </p:nvSpPr>
          <p:spPr>
            <a:xfrm>
              <a:off x="546595" y="1469135"/>
              <a:ext cx="8234974" cy="4399183"/>
            </a:xfrm>
            <a:custGeom>
              <a:avLst/>
              <a:pathLst>
                <a:path w="8234974" h="4399183">
                  <a:moveTo>
                    <a:pt x="8234974" y="4399183"/>
                  </a:move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1" y="90"/>
                  </a:lnTo>
                  <a:lnTo>
                    <a:pt x="3839466" y="733"/>
                  </a:lnTo>
                  <a:lnTo>
                    <a:pt x="3820672" y="2512"/>
                  </a:lnTo>
                  <a:lnTo>
                    <a:pt x="3787392" y="6008"/>
                  </a:lnTo>
                  <a:lnTo>
                    <a:pt x="3738444" y="11738"/>
                  </a:lnTo>
                  <a:lnTo>
                    <a:pt x="3674729" y="20097"/>
                  </a:lnTo>
                  <a:lnTo>
                    <a:pt x="3598913" y="31320"/>
                  </a:lnTo>
                  <a:lnTo>
                    <a:pt x="3514773" y="45488"/>
                  </a:lnTo>
                  <a:lnTo>
                    <a:pt x="3426397" y="62574"/>
                  </a:lnTo>
                  <a:lnTo>
                    <a:pt x="3337509" y="82511"/>
                  </a:lnTo>
                  <a:lnTo>
                    <a:pt x="3251034" y="105253"/>
                  </a:lnTo>
                  <a:lnTo>
                    <a:pt x="3168951" y="130830"/>
                  </a:lnTo>
                  <a:lnTo>
                    <a:pt x="3092351" y="159377"/>
                  </a:lnTo>
                  <a:lnTo>
                    <a:pt x="3021598" y="191149"/>
                  </a:lnTo>
                  <a:lnTo>
                    <a:pt x="2956529" y="226522"/>
                  </a:lnTo>
                  <a:lnTo>
                    <a:pt x="2896626" y="265987"/>
                  </a:lnTo>
                  <a:lnTo>
                    <a:pt x="2841167" y="310124"/>
                  </a:lnTo>
                  <a:lnTo>
                    <a:pt x="2789322" y="359572"/>
                  </a:lnTo>
                  <a:lnTo>
                    <a:pt x="2740243" y="414952"/>
                  </a:lnTo>
                  <a:lnTo>
                    <a:pt x="2693127" y="476756"/>
                  </a:lnTo>
                  <a:lnTo>
                    <a:pt x="2667772" y="513601"/>
                  </a:lnTo>
                  <a:lnTo>
                    <a:pt x="2633493" y="567305"/>
                  </a:lnTo>
                  <a:lnTo>
                    <a:pt x="2599532" y="624825"/>
                  </a:lnTo>
                  <a:lnTo>
                    <a:pt x="2565693" y="686237"/>
                  </a:lnTo>
                  <a:lnTo>
                    <a:pt x="2531825" y="751561"/>
                  </a:lnTo>
                  <a:lnTo>
                    <a:pt x="2497808" y="820754"/>
                  </a:lnTo>
                  <a:lnTo>
                    <a:pt x="2463560" y="893701"/>
                  </a:lnTo>
                  <a:lnTo>
                    <a:pt x="2429025" y="970215"/>
                  </a:lnTo>
                  <a:lnTo>
                    <a:pt x="2394177" y="1050032"/>
                  </a:lnTo>
                  <a:lnTo>
                    <a:pt x="2359015" y="1132814"/>
                  </a:lnTo>
                  <a:lnTo>
                    <a:pt x="2323560" y="1218151"/>
                  </a:lnTo>
                  <a:lnTo>
                    <a:pt x="2287853" y="1305568"/>
                  </a:lnTo>
                  <a:lnTo>
                    <a:pt x="2251952" y="1394535"/>
                  </a:lnTo>
                  <a:lnTo>
                    <a:pt x="2215925" y="1484480"/>
                  </a:lnTo>
                  <a:lnTo>
                    <a:pt x="2179848" y="1574805"/>
                  </a:lnTo>
                  <a:lnTo>
                    <a:pt x="2143801" y="1664901"/>
                  </a:lnTo>
                  <a:lnTo>
                    <a:pt x="2107862" y="1754164"/>
                  </a:lnTo>
                  <a:lnTo>
                    <a:pt x="2072101" y="1842015"/>
                  </a:lnTo>
                  <a:lnTo>
                    <a:pt x="2036580" y="1927913"/>
                  </a:lnTo>
                  <a:lnTo>
                    <a:pt x="2001343" y="2011367"/>
                  </a:lnTo>
                  <a:lnTo>
                    <a:pt x="1966416" y="2091952"/>
                  </a:lnTo>
                  <a:lnTo>
                    <a:pt x="1931805" y="2169310"/>
                  </a:lnTo>
                  <a:lnTo>
                    <a:pt x="1897490" y="2243160"/>
                  </a:lnTo>
                  <a:lnTo>
                    <a:pt x="1863423" y="2313294"/>
                  </a:lnTo>
                  <a:lnTo>
                    <a:pt x="1829527" y="2379582"/>
                  </a:lnTo>
                  <a:lnTo>
                    <a:pt x="1795694" y="2441961"/>
                  </a:lnTo>
                  <a:lnTo>
                    <a:pt x="1761779" y="2500438"/>
                  </a:lnTo>
                  <a:lnTo>
                    <a:pt x="1727599" y="2555076"/>
                  </a:lnTo>
                  <a:lnTo>
                    <a:pt x="1719082" y="2568005"/>
                  </a:lnTo>
                  <a:lnTo>
                    <a:pt x="1672747" y="2633443"/>
                  </a:lnTo>
                  <a:lnTo>
                    <a:pt x="1624842" y="2692314"/>
                  </a:lnTo>
                  <a:lnTo>
                    <a:pt x="1574624" y="2744956"/>
                  </a:lnTo>
                  <a:lnTo>
                    <a:pt x="1521260" y="2791937"/>
                  </a:lnTo>
                  <a:lnTo>
                    <a:pt x="1463901" y="2833898"/>
                  </a:lnTo>
                  <a:lnTo>
                    <a:pt x="1401756" y="2871456"/>
                  </a:lnTo>
                  <a:lnTo>
                    <a:pt x="1334179" y="2905157"/>
                  </a:lnTo>
                  <a:lnTo>
                    <a:pt x="1260791" y="2935440"/>
                  </a:lnTo>
                  <a:lnTo>
                    <a:pt x="1181643" y="2962628"/>
                  </a:lnTo>
                  <a:lnTo>
                    <a:pt x="1097401" y="2986921"/>
                  </a:lnTo>
                  <a:lnTo>
                    <a:pt x="1009540" y="3008404"/>
                  </a:lnTo>
                  <a:lnTo>
                    <a:pt x="920466" y="3027068"/>
                  </a:lnTo>
                  <a:lnTo>
                    <a:pt x="833498" y="3042850"/>
                  </a:lnTo>
                  <a:lnTo>
                    <a:pt x="752594" y="3055692"/>
                  </a:lnTo>
                  <a:lnTo>
                    <a:pt x="681798" y="3065609"/>
                  </a:lnTo>
                  <a:lnTo>
                    <a:pt x="624483" y="3072748"/>
                  </a:lnTo>
                  <a:lnTo>
                    <a:pt x="582588" y="3077416"/>
                  </a:lnTo>
                  <a:lnTo>
                    <a:pt x="556091" y="3080071"/>
                  </a:lnTo>
                  <a:lnTo>
                    <a:pt x="542876" y="3081267"/>
                  </a:lnTo>
                  <a:lnTo>
                    <a:pt x="538933" y="3081591"/>
                  </a:lnTo>
                  <a:lnTo>
                    <a:pt x="538736" y="3081606"/>
                  </a:lnTo>
                  <a:lnTo>
                    <a:pt x="0" y="30816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3" name="pg1403"/>
            <p:cNvSpPr/>
            <p:nvPr/>
          </p:nvSpPr>
          <p:spPr>
            <a:xfrm>
              <a:off x="546595" y="3396500"/>
              <a:ext cx="8234974" cy="1704139"/>
            </a:xfrm>
            <a:custGeom>
              <a:avLst/>
              <a:pathLst>
                <a:path w="8234974" h="1704139">
                  <a:moveTo>
                    <a:pt x="0" y="1328466"/>
                  </a:moveTo>
                  <a:lnTo>
                    <a:pt x="538736" y="1328466"/>
                  </a:lnTo>
                  <a:lnTo>
                    <a:pt x="540007" y="1328423"/>
                  </a:lnTo>
                  <a:lnTo>
                    <a:pt x="548301" y="1328117"/>
                  </a:lnTo>
                  <a:lnTo>
                    <a:pt x="568996" y="1327272"/>
                  </a:lnTo>
                  <a:lnTo>
                    <a:pt x="605450" y="1325612"/>
                  </a:lnTo>
                  <a:lnTo>
                    <a:pt x="658685" y="1322899"/>
                  </a:lnTo>
                  <a:lnTo>
                    <a:pt x="727357" y="1318957"/>
                  </a:lnTo>
                  <a:lnTo>
                    <a:pt x="808207" y="1313689"/>
                  </a:lnTo>
                  <a:lnTo>
                    <a:pt x="896893" y="1307070"/>
                  </a:lnTo>
                  <a:lnTo>
                    <a:pt x="988925" y="1299122"/>
                  </a:lnTo>
                  <a:lnTo>
                    <a:pt x="1080405" y="1289877"/>
                  </a:lnTo>
                  <a:lnTo>
                    <a:pt x="1168435" y="1279345"/>
                  </a:lnTo>
                  <a:lnTo>
                    <a:pt x="1251200" y="1267495"/>
                  </a:lnTo>
                  <a:lnTo>
                    <a:pt x="1327842" y="1254240"/>
                  </a:lnTo>
                  <a:lnTo>
                    <a:pt x="1398240" y="1239435"/>
                  </a:lnTo>
                  <a:lnTo>
                    <a:pt x="1462785" y="1222872"/>
                  </a:lnTo>
                  <a:lnTo>
                    <a:pt x="1522184" y="1204297"/>
                  </a:lnTo>
                  <a:lnTo>
                    <a:pt x="1577316" y="1183414"/>
                  </a:lnTo>
                  <a:lnTo>
                    <a:pt x="1629122" y="1159923"/>
                  </a:lnTo>
                  <a:lnTo>
                    <a:pt x="1678523" y="1133556"/>
                  </a:lnTo>
                  <a:lnTo>
                    <a:pt x="1719082" y="1108870"/>
                  </a:lnTo>
                  <a:lnTo>
                    <a:pt x="1764354" y="1078145"/>
                  </a:lnTo>
                  <a:lnTo>
                    <a:pt x="1809184" y="1044545"/>
                  </a:lnTo>
                  <a:lnTo>
                    <a:pt x="1853975" y="1008021"/>
                  </a:lnTo>
                  <a:lnTo>
                    <a:pt x="1899015" y="968603"/>
                  </a:lnTo>
                  <a:lnTo>
                    <a:pt x="1944492" y="926414"/>
                  </a:lnTo>
                  <a:lnTo>
                    <a:pt x="1990501" y="881673"/>
                  </a:lnTo>
                  <a:lnTo>
                    <a:pt x="2037058" y="834701"/>
                  </a:lnTo>
                  <a:lnTo>
                    <a:pt x="2084110" y="785907"/>
                  </a:lnTo>
                  <a:lnTo>
                    <a:pt x="2131546" y="735787"/>
                  </a:lnTo>
                  <a:lnTo>
                    <a:pt x="2179214" y="684894"/>
                  </a:lnTo>
                  <a:lnTo>
                    <a:pt x="2226936" y="633822"/>
                  </a:lnTo>
                  <a:lnTo>
                    <a:pt x="2274530" y="583172"/>
                  </a:lnTo>
                  <a:lnTo>
                    <a:pt x="2321827" y="533524"/>
                  </a:lnTo>
                  <a:lnTo>
                    <a:pt x="2368690" y="485412"/>
                  </a:lnTo>
                  <a:lnTo>
                    <a:pt x="2415028" y="439298"/>
                  </a:lnTo>
                  <a:lnTo>
                    <a:pt x="2460815" y="395556"/>
                  </a:lnTo>
                  <a:lnTo>
                    <a:pt x="2506099" y="354467"/>
                  </a:lnTo>
                  <a:lnTo>
                    <a:pt x="2551011" y="316210"/>
                  </a:lnTo>
                  <a:lnTo>
                    <a:pt x="2595777" y="280869"/>
                  </a:lnTo>
                  <a:lnTo>
                    <a:pt x="2640729" y="248442"/>
                  </a:lnTo>
                  <a:lnTo>
                    <a:pt x="2667772" y="230485"/>
                  </a:lnTo>
                  <a:lnTo>
                    <a:pt x="2715776" y="201566"/>
                  </a:lnTo>
                  <a:lnTo>
                    <a:pt x="2765488" y="175653"/>
                  </a:lnTo>
                  <a:lnTo>
                    <a:pt x="2817743" y="152580"/>
                  </a:lnTo>
                  <a:lnTo>
                    <a:pt x="2873467" y="132071"/>
                  </a:lnTo>
                  <a:lnTo>
                    <a:pt x="2933600" y="113822"/>
                  </a:lnTo>
                  <a:lnTo>
                    <a:pt x="2999002" y="97544"/>
                  </a:lnTo>
                  <a:lnTo>
                    <a:pt x="3070341" y="82988"/>
                  </a:lnTo>
                  <a:lnTo>
                    <a:pt x="3147944" y="69957"/>
                  </a:lnTo>
                  <a:lnTo>
                    <a:pt x="3231593" y="58313"/>
                  </a:lnTo>
                  <a:lnTo>
                    <a:pt x="3320295" y="47979"/>
                  </a:lnTo>
                  <a:lnTo>
                    <a:pt x="3412075" y="38930"/>
                  </a:lnTo>
                  <a:lnTo>
                    <a:pt x="3503869" y="31184"/>
                  </a:lnTo>
                  <a:lnTo>
                    <a:pt x="3591652" y="24771"/>
                  </a:lnTo>
                  <a:lnTo>
                    <a:pt x="3670902" y="19710"/>
                  </a:lnTo>
                  <a:lnTo>
                    <a:pt x="3737382" y="15964"/>
                  </a:lnTo>
                  <a:lnTo>
                    <a:pt x="3788078" y="13425"/>
                  </a:lnTo>
                  <a:lnTo>
                    <a:pt x="3821992" y="11907"/>
                  </a:lnTo>
                  <a:lnTo>
                    <a:pt x="3840515" y="11162"/>
                  </a:lnTo>
                  <a:lnTo>
                    <a:pt x="3847339" y="10914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06" y="10943"/>
                  </a:lnTo>
                  <a:lnTo>
                    <a:pt x="4396273" y="11329"/>
                  </a:lnTo>
                  <a:lnTo>
                    <a:pt x="4416662" y="12398"/>
                  </a:lnTo>
                  <a:lnTo>
                    <a:pt x="4452608" y="14497"/>
                  </a:lnTo>
                  <a:lnTo>
                    <a:pt x="4505160" y="17929"/>
                  </a:lnTo>
                  <a:lnTo>
                    <a:pt x="4573050" y="22919"/>
                  </a:lnTo>
                  <a:lnTo>
                    <a:pt x="4653113" y="29593"/>
                  </a:lnTo>
                  <a:lnTo>
                    <a:pt x="4741098" y="37983"/>
                  </a:lnTo>
                  <a:lnTo>
                    <a:pt x="4832575" y="48066"/>
                  </a:lnTo>
                  <a:lnTo>
                    <a:pt x="4923673" y="59800"/>
                  </a:lnTo>
                  <a:lnTo>
                    <a:pt x="5011482" y="73169"/>
                  </a:lnTo>
                  <a:lnTo>
                    <a:pt x="5094160" y="88208"/>
                  </a:lnTo>
                  <a:lnTo>
                    <a:pt x="5170809" y="105025"/>
                  </a:lnTo>
                  <a:lnTo>
                    <a:pt x="5241272" y="123798"/>
                  </a:lnTo>
                  <a:lnTo>
                    <a:pt x="5305901" y="144782"/>
                  </a:lnTo>
                  <a:lnTo>
                    <a:pt x="5365374" y="168297"/>
                  </a:lnTo>
                  <a:lnTo>
                    <a:pt x="5420548" y="194711"/>
                  </a:lnTo>
                  <a:lnTo>
                    <a:pt x="5472347" y="224409"/>
                  </a:lnTo>
                  <a:lnTo>
                    <a:pt x="5521681" y="257734"/>
                  </a:lnTo>
                  <a:lnTo>
                    <a:pt x="5567201" y="293097"/>
                  </a:lnTo>
                  <a:lnTo>
                    <a:pt x="5609611" y="329961"/>
                  </a:lnTo>
                  <a:lnTo>
                    <a:pt x="5651608" y="370059"/>
                  </a:lnTo>
                  <a:lnTo>
                    <a:pt x="5693533" y="413452"/>
                  </a:lnTo>
                  <a:lnTo>
                    <a:pt x="5735637" y="460120"/>
                  </a:lnTo>
                  <a:lnTo>
                    <a:pt x="5778090" y="509957"/>
                  </a:lnTo>
                  <a:lnTo>
                    <a:pt x="5820992" y="562761"/>
                  </a:lnTo>
                  <a:lnTo>
                    <a:pt x="5864378" y="618232"/>
                  </a:lnTo>
                  <a:lnTo>
                    <a:pt x="5908226" y="675974"/>
                  </a:lnTo>
                  <a:lnTo>
                    <a:pt x="5952466" y="735506"/>
                  </a:lnTo>
                  <a:lnTo>
                    <a:pt x="5996989" y="796274"/>
                  </a:lnTo>
                  <a:lnTo>
                    <a:pt x="6041661" y="857672"/>
                  </a:lnTo>
                  <a:lnTo>
                    <a:pt x="6086333" y="919068"/>
                  </a:lnTo>
                  <a:lnTo>
                    <a:pt x="6130855" y="979831"/>
                  </a:lnTo>
                  <a:lnTo>
                    <a:pt x="6175093" y="1039355"/>
                  </a:lnTo>
                  <a:lnTo>
                    <a:pt x="6218939" y="1097086"/>
                  </a:lnTo>
                  <a:lnTo>
                    <a:pt x="6262322" y="1152544"/>
                  </a:lnTo>
                  <a:lnTo>
                    <a:pt x="6305222" y="1205334"/>
                  </a:lnTo>
                  <a:lnTo>
                    <a:pt x="6347673" y="1255155"/>
                  </a:lnTo>
                  <a:lnTo>
                    <a:pt x="6389775" y="1301807"/>
                  </a:lnTo>
                  <a:lnTo>
                    <a:pt x="6431700" y="1345183"/>
                  </a:lnTo>
                  <a:lnTo>
                    <a:pt x="6473698" y="1385264"/>
                  </a:lnTo>
                  <a:lnTo>
                    <a:pt x="6515891" y="1421930"/>
                  </a:lnTo>
                  <a:lnTo>
                    <a:pt x="6563633" y="1458905"/>
                  </a:lnTo>
                  <a:lnTo>
                    <a:pt x="6613061" y="1492057"/>
                  </a:lnTo>
                  <a:lnTo>
                    <a:pt x="6664994" y="1521596"/>
                  </a:lnTo>
                  <a:lnTo>
                    <a:pt x="6720345" y="1547869"/>
                  </a:lnTo>
                  <a:lnTo>
                    <a:pt x="6780037" y="1571261"/>
                  </a:lnTo>
                  <a:lnTo>
                    <a:pt x="6844921" y="1592137"/>
                  </a:lnTo>
                  <a:lnTo>
                    <a:pt x="6915663" y="1610815"/>
                  </a:lnTo>
                  <a:lnTo>
                    <a:pt x="6992597" y="1627546"/>
                  </a:lnTo>
                  <a:lnTo>
                    <a:pt x="7075536" y="1642508"/>
                  </a:lnTo>
                  <a:lnTo>
                    <a:pt x="7163545" y="1655802"/>
                  </a:lnTo>
                  <a:lnTo>
                    <a:pt x="7254731" y="1667460"/>
                  </a:lnTo>
                  <a:lnTo>
                    <a:pt x="7346140" y="1677466"/>
                  </a:lnTo>
                  <a:lnTo>
                    <a:pt x="7433860" y="1685778"/>
                  </a:lnTo>
                  <a:lnTo>
                    <a:pt x="7513453" y="1692373"/>
                  </a:lnTo>
                  <a:lnTo>
                    <a:pt x="7580696" y="1697288"/>
                  </a:lnTo>
                  <a:lnTo>
                    <a:pt x="7632498" y="1700654"/>
                  </a:lnTo>
                  <a:lnTo>
                    <a:pt x="7667689" y="1702698"/>
                  </a:lnTo>
                  <a:lnTo>
                    <a:pt x="7687428" y="1703728"/>
                  </a:lnTo>
                  <a:lnTo>
                    <a:pt x="7695148" y="1704092"/>
                  </a:lnTo>
                  <a:lnTo>
                    <a:pt x="7696237" y="1704139"/>
                  </a:lnTo>
                  <a:lnTo>
                    <a:pt x="8234974" y="1704139"/>
                  </a:lnTo>
                  <a:lnTo>
                    <a:pt x="8234974" y="1693250"/>
                  </a:ln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8" y="42"/>
                  </a:lnTo>
                  <a:lnTo>
                    <a:pt x="3838553" y="348"/>
                  </a:lnTo>
                  <a:lnTo>
                    <a:pt x="3817859" y="1194"/>
                  </a:lnTo>
                  <a:lnTo>
                    <a:pt x="3781405" y="2853"/>
                  </a:lnTo>
                  <a:lnTo>
                    <a:pt x="3728169" y="5566"/>
                  </a:lnTo>
                  <a:lnTo>
                    <a:pt x="3659497" y="9509"/>
                  </a:lnTo>
                  <a:lnTo>
                    <a:pt x="3578648" y="14777"/>
                  </a:lnTo>
                  <a:lnTo>
                    <a:pt x="3489962" y="21395"/>
                  </a:lnTo>
                  <a:lnTo>
                    <a:pt x="3397930" y="29343"/>
                  </a:lnTo>
                  <a:lnTo>
                    <a:pt x="3306449" y="38589"/>
                  </a:lnTo>
                  <a:lnTo>
                    <a:pt x="3218419" y="49121"/>
                  </a:lnTo>
                  <a:lnTo>
                    <a:pt x="3135654" y="60970"/>
                  </a:lnTo>
                  <a:lnTo>
                    <a:pt x="3059013" y="74225"/>
                  </a:lnTo>
                  <a:lnTo>
                    <a:pt x="2988614" y="89031"/>
                  </a:lnTo>
                  <a:lnTo>
                    <a:pt x="2924069" y="105593"/>
                  </a:lnTo>
                  <a:lnTo>
                    <a:pt x="2864671" y="124169"/>
                  </a:lnTo>
                  <a:lnTo>
                    <a:pt x="2809539" y="145051"/>
                  </a:lnTo>
                  <a:lnTo>
                    <a:pt x="2757732" y="168543"/>
                  </a:lnTo>
                  <a:lnTo>
                    <a:pt x="2708332" y="194909"/>
                  </a:lnTo>
                  <a:lnTo>
                    <a:pt x="2667772" y="219596"/>
                  </a:lnTo>
                  <a:lnTo>
                    <a:pt x="2622500" y="250320"/>
                  </a:lnTo>
                  <a:lnTo>
                    <a:pt x="2577671" y="283920"/>
                  </a:lnTo>
                  <a:lnTo>
                    <a:pt x="2532880" y="320445"/>
                  </a:lnTo>
                  <a:lnTo>
                    <a:pt x="2487839" y="359863"/>
                  </a:lnTo>
                  <a:lnTo>
                    <a:pt x="2442363" y="402052"/>
                  </a:lnTo>
                  <a:lnTo>
                    <a:pt x="2396354" y="446792"/>
                  </a:lnTo>
                  <a:lnTo>
                    <a:pt x="2349796" y="493765"/>
                  </a:lnTo>
                  <a:lnTo>
                    <a:pt x="2302744" y="542558"/>
                  </a:lnTo>
                  <a:lnTo>
                    <a:pt x="2255308" y="592679"/>
                  </a:lnTo>
                  <a:lnTo>
                    <a:pt x="2207641" y="643571"/>
                  </a:lnTo>
                  <a:lnTo>
                    <a:pt x="2159919" y="694643"/>
                  </a:lnTo>
                  <a:lnTo>
                    <a:pt x="2112324" y="745293"/>
                  </a:lnTo>
                  <a:lnTo>
                    <a:pt x="2065027" y="794941"/>
                  </a:lnTo>
                  <a:lnTo>
                    <a:pt x="2018165" y="843053"/>
                  </a:lnTo>
                  <a:lnTo>
                    <a:pt x="1971827" y="889168"/>
                  </a:lnTo>
                  <a:lnTo>
                    <a:pt x="1926039" y="932909"/>
                  </a:lnTo>
                  <a:lnTo>
                    <a:pt x="1880755" y="973998"/>
                  </a:lnTo>
                  <a:lnTo>
                    <a:pt x="1835844" y="1012256"/>
                  </a:lnTo>
                  <a:lnTo>
                    <a:pt x="1791078" y="1047596"/>
                  </a:lnTo>
                  <a:lnTo>
                    <a:pt x="1746126" y="1080023"/>
                  </a:lnTo>
                  <a:lnTo>
                    <a:pt x="1719082" y="1097981"/>
                  </a:lnTo>
                  <a:lnTo>
                    <a:pt x="1671079" y="1126899"/>
                  </a:lnTo>
                  <a:lnTo>
                    <a:pt x="1621366" y="1152812"/>
                  </a:lnTo>
                  <a:lnTo>
                    <a:pt x="1569112" y="1175885"/>
                  </a:lnTo>
                  <a:lnTo>
                    <a:pt x="1513387" y="1196394"/>
                  </a:lnTo>
                  <a:lnTo>
                    <a:pt x="1453254" y="1214643"/>
                  </a:lnTo>
                  <a:lnTo>
                    <a:pt x="1387853" y="1230921"/>
                  </a:lnTo>
                  <a:lnTo>
                    <a:pt x="1316513" y="1245478"/>
                  </a:lnTo>
                  <a:lnTo>
                    <a:pt x="1238911" y="1258509"/>
                  </a:lnTo>
                  <a:lnTo>
                    <a:pt x="1155262" y="1270153"/>
                  </a:lnTo>
                  <a:lnTo>
                    <a:pt x="1066559" y="1280487"/>
                  </a:lnTo>
                  <a:lnTo>
                    <a:pt x="974779" y="1289535"/>
                  </a:lnTo>
                  <a:lnTo>
                    <a:pt x="882986" y="1297282"/>
                  </a:lnTo>
                  <a:lnTo>
                    <a:pt x="795203" y="1303694"/>
                  </a:lnTo>
                  <a:lnTo>
                    <a:pt x="715952" y="1308756"/>
                  </a:lnTo>
                  <a:lnTo>
                    <a:pt x="649472" y="1312502"/>
                  </a:lnTo>
                  <a:lnTo>
                    <a:pt x="598776" y="1315040"/>
                  </a:lnTo>
                  <a:lnTo>
                    <a:pt x="564863" y="1316558"/>
                  </a:lnTo>
                  <a:lnTo>
                    <a:pt x="546339" y="1317303"/>
                  </a:lnTo>
                  <a:lnTo>
                    <a:pt x="539515" y="1317551"/>
                  </a:lnTo>
                  <a:lnTo>
                    <a:pt x="538736" y="1317577"/>
                  </a:lnTo>
                  <a:lnTo>
                    <a:pt x="0" y="1317577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04" name="pl1404"/>
            <p:cNvSpPr/>
            <p:nvPr/>
          </p:nvSpPr>
          <p:spPr>
            <a:xfrm>
              <a:off x="546595" y="3407389"/>
              <a:ext cx="8234974" cy="1693250"/>
            </a:xfrm>
            <a:custGeom>
              <a:avLst/>
              <a:pathLst>
                <a:path w="8234974" h="1693250">
                  <a:moveTo>
                    <a:pt x="0" y="1317577"/>
                  </a:moveTo>
                  <a:lnTo>
                    <a:pt x="538736" y="1317577"/>
                  </a:lnTo>
                  <a:lnTo>
                    <a:pt x="540007" y="1317534"/>
                  </a:lnTo>
                  <a:lnTo>
                    <a:pt x="548301" y="1317228"/>
                  </a:lnTo>
                  <a:lnTo>
                    <a:pt x="568996" y="1316383"/>
                  </a:lnTo>
                  <a:lnTo>
                    <a:pt x="605450" y="1314723"/>
                  </a:lnTo>
                  <a:lnTo>
                    <a:pt x="658685" y="1312010"/>
                  </a:lnTo>
                  <a:lnTo>
                    <a:pt x="727357" y="1308068"/>
                  </a:lnTo>
                  <a:lnTo>
                    <a:pt x="808207" y="1302800"/>
                  </a:lnTo>
                  <a:lnTo>
                    <a:pt x="896893" y="1296181"/>
                  </a:lnTo>
                  <a:lnTo>
                    <a:pt x="988925" y="1288233"/>
                  </a:lnTo>
                  <a:lnTo>
                    <a:pt x="1080405" y="1278988"/>
                  </a:lnTo>
                  <a:lnTo>
                    <a:pt x="1168435" y="1268456"/>
                  </a:lnTo>
                  <a:lnTo>
                    <a:pt x="1251200" y="1256606"/>
                  </a:lnTo>
                  <a:lnTo>
                    <a:pt x="1327842" y="1243351"/>
                  </a:lnTo>
                  <a:lnTo>
                    <a:pt x="1398240" y="1228546"/>
                  </a:lnTo>
                  <a:lnTo>
                    <a:pt x="1462785" y="1211983"/>
                  </a:lnTo>
                  <a:lnTo>
                    <a:pt x="1522184" y="1193407"/>
                  </a:lnTo>
                  <a:lnTo>
                    <a:pt x="1577316" y="1172525"/>
                  </a:lnTo>
                  <a:lnTo>
                    <a:pt x="1629122" y="1149034"/>
                  </a:lnTo>
                  <a:lnTo>
                    <a:pt x="1678523" y="1122667"/>
                  </a:lnTo>
                  <a:lnTo>
                    <a:pt x="1719082" y="1097981"/>
                  </a:lnTo>
                  <a:lnTo>
                    <a:pt x="1764354" y="1067256"/>
                  </a:lnTo>
                  <a:lnTo>
                    <a:pt x="1809184" y="1033656"/>
                  </a:lnTo>
                  <a:lnTo>
                    <a:pt x="1853975" y="997132"/>
                  </a:lnTo>
                  <a:lnTo>
                    <a:pt x="1899015" y="957714"/>
                  </a:lnTo>
                  <a:lnTo>
                    <a:pt x="1944492" y="915524"/>
                  </a:lnTo>
                  <a:lnTo>
                    <a:pt x="1990501" y="870784"/>
                  </a:lnTo>
                  <a:lnTo>
                    <a:pt x="2037058" y="823811"/>
                  </a:lnTo>
                  <a:lnTo>
                    <a:pt x="2084110" y="775018"/>
                  </a:lnTo>
                  <a:lnTo>
                    <a:pt x="2131546" y="724898"/>
                  </a:lnTo>
                  <a:lnTo>
                    <a:pt x="2179214" y="674005"/>
                  </a:lnTo>
                  <a:lnTo>
                    <a:pt x="2226936" y="622933"/>
                  </a:lnTo>
                  <a:lnTo>
                    <a:pt x="2274530" y="572283"/>
                  </a:lnTo>
                  <a:lnTo>
                    <a:pt x="2321827" y="522635"/>
                  </a:lnTo>
                  <a:lnTo>
                    <a:pt x="2368690" y="474523"/>
                  </a:lnTo>
                  <a:lnTo>
                    <a:pt x="2415028" y="428409"/>
                  </a:lnTo>
                  <a:lnTo>
                    <a:pt x="2460815" y="384667"/>
                  </a:lnTo>
                  <a:lnTo>
                    <a:pt x="2506099" y="343578"/>
                  </a:lnTo>
                  <a:lnTo>
                    <a:pt x="2551011" y="305321"/>
                  </a:lnTo>
                  <a:lnTo>
                    <a:pt x="2595777" y="269980"/>
                  </a:lnTo>
                  <a:lnTo>
                    <a:pt x="2640729" y="237553"/>
                  </a:lnTo>
                  <a:lnTo>
                    <a:pt x="2667772" y="219596"/>
                  </a:lnTo>
                  <a:lnTo>
                    <a:pt x="2715776" y="190677"/>
                  </a:lnTo>
                  <a:lnTo>
                    <a:pt x="2765488" y="164764"/>
                  </a:lnTo>
                  <a:lnTo>
                    <a:pt x="2817743" y="141691"/>
                  </a:lnTo>
                  <a:lnTo>
                    <a:pt x="2873467" y="121182"/>
                  </a:lnTo>
                  <a:lnTo>
                    <a:pt x="2933600" y="102933"/>
                  </a:lnTo>
                  <a:lnTo>
                    <a:pt x="2999002" y="86655"/>
                  </a:lnTo>
                  <a:lnTo>
                    <a:pt x="3070341" y="72099"/>
                  </a:lnTo>
                  <a:lnTo>
                    <a:pt x="3147944" y="59067"/>
                  </a:lnTo>
                  <a:lnTo>
                    <a:pt x="3231593" y="47424"/>
                  </a:lnTo>
                  <a:lnTo>
                    <a:pt x="3320295" y="37089"/>
                  </a:lnTo>
                  <a:lnTo>
                    <a:pt x="3412075" y="28041"/>
                  </a:lnTo>
                  <a:lnTo>
                    <a:pt x="3503869" y="20294"/>
                  </a:lnTo>
                  <a:lnTo>
                    <a:pt x="3591652" y="13882"/>
                  </a:lnTo>
                  <a:lnTo>
                    <a:pt x="3670902" y="8820"/>
                  </a:lnTo>
                  <a:lnTo>
                    <a:pt x="3737382" y="5075"/>
                  </a:lnTo>
                  <a:lnTo>
                    <a:pt x="3788078" y="2536"/>
                  </a:lnTo>
                  <a:lnTo>
                    <a:pt x="3821992" y="1018"/>
                  </a:lnTo>
                  <a:lnTo>
                    <a:pt x="3840515" y="273"/>
                  </a:lnTo>
                  <a:lnTo>
                    <a:pt x="3847339" y="2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6" y="54"/>
                  </a:lnTo>
                  <a:lnTo>
                    <a:pt x="4396273" y="440"/>
                  </a:lnTo>
                  <a:lnTo>
                    <a:pt x="4416662" y="1509"/>
                  </a:lnTo>
                  <a:lnTo>
                    <a:pt x="4452608" y="3608"/>
                  </a:lnTo>
                  <a:lnTo>
                    <a:pt x="4505160" y="7040"/>
                  </a:lnTo>
                  <a:lnTo>
                    <a:pt x="4573050" y="12030"/>
                  </a:lnTo>
                  <a:lnTo>
                    <a:pt x="4653113" y="18704"/>
                  </a:lnTo>
                  <a:lnTo>
                    <a:pt x="4741098" y="27094"/>
                  </a:lnTo>
                  <a:lnTo>
                    <a:pt x="4832575" y="37177"/>
                  </a:lnTo>
                  <a:lnTo>
                    <a:pt x="4923673" y="48911"/>
                  </a:lnTo>
                  <a:lnTo>
                    <a:pt x="5011482" y="62280"/>
                  </a:lnTo>
                  <a:lnTo>
                    <a:pt x="5094160" y="77319"/>
                  </a:lnTo>
                  <a:lnTo>
                    <a:pt x="5170809" y="94136"/>
                  </a:lnTo>
                  <a:lnTo>
                    <a:pt x="5241272" y="112909"/>
                  </a:lnTo>
                  <a:lnTo>
                    <a:pt x="5305901" y="133893"/>
                  </a:lnTo>
                  <a:lnTo>
                    <a:pt x="5365374" y="157408"/>
                  </a:lnTo>
                  <a:lnTo>
                    <a:pt x="5420548" y="183822"/>
                  </a:lnTo>
                  <a:lnTo>
                    <a:pt x="5472347" y="213520"/>
                  </a:lnTo>
                  <a:lnTo>
                    <a:pt x="5521681" y="246845"/>
                  </a:lnTo>
                  <a:lnTo>
                    <a:pt x="5567201" y="282208"/>
                  </a:lnTo>
                  <a:lnTo>
                    <a:pt x="5609611" y="319072"/>
                  </a:lnTo>
                  <a:lnTo>
                    <a:pt x="5651608" y="359170"/>
                  </a:lnTo>
                  <a:lnTo>
                    <a:pt x="5693533" y="402563"/>
                  </a:lnTo>
                  <a:lnTo>
                    <a:pt x="5735637" y="449231"/>
                  </a:lnTo>
                  <a:lnTo>
                    <a:pt x="5778090" y="499068"/>
                  </a:lnTo>
                  <a:lnTo>
                    <a:pt x="5820992" y="551872"/>
                  </a:lnTo>
                  <a:lnTo>
                    <a:pt x="5864378" y="607343"/>
                  </a:lnTo>
                  <a:lnTo>
                    <a:pt x="5908226" y="665085"/>
                  </a:lnTo>
                  <a:lnTo>
                    <a:pt x="5952466" y="724617"/>
                  </a:lnTo>
                  <a:lnTo>
                    <a:pt x="5996989" y="785385"/>
                  </a:lnTo>
                  <a:lnTo>
                    <a:pt x="6041661" y="846783"/>
                  </a:lnTo>
                  <a:lnTo>
                    <a:pt x="6086333" y="908179"/>
                  </a:lnTo>
                  <a:lnTo>
                    <a:pt x="6130855" y="968942"/>
                  </a:lnTo>
                  <a:lnTo>
                    <a:pt x="6175093" y="1028466"/>
                  </a:lnTo>
                  <a:lnTo>
                    <a:pt x="6218939" y="1086197"/>
                  </a:lnTo>
                  <a:lnTo>
                    <a:pt x="6262322" y="1141655"/>
                  </a:lnTo>
                  <a:lnTo>
                    <a:pt x="6305222" y="1194445"/>
                  </a:lnTo>
                  <a:lnTo>
                    <a:pt x="6347673" y="1244266"/>
                  </a:lnTo>
                  <a:lnTo>
                    <a:pt x="6389775" y="1290918"/>
                  </a:lnTo>
                  <a:lnTo>
                    <a:pt x="6431700" y="1334293"/>
                  </a:lnTo>
                  <a:lnTo>
                    <a:pt x="6473698" y="1374375"/>
                  </a:lnTo>
                  <a:lnTo>
                    <a:pt x="6515891" y="1411041"/>
                  </a:lnTo>
                  <a:lnTo>
                    <a:pt x="6563633" y="1448016"/>
                  </a:lnTo>
                  <a:lnTo>
                    <a:pt x="6613061" y="1481168"/>
                  </a:lnTo>
                  <a:lnTo>
                    <a:pt x="6664994" y="1510707"/>
                  </a:lnTo>
                  <a:lnTo>
                    <a:pt x="6720345" y="1536980"/>
                  </a:lnTo>
                  <a:lnTo>
                    <a:pt x="6780037" y="1560371"/>
                  </a:lnTo>
                  <a:lnTo>
                    <a:pt x="6844921" y="1581248"/>
                  </a:lnTo>
                  <a:lnTo>
                    <a:pt x="6915663" y="1599926"/>
                  </a:lnTo>
                  <a:lnTo>
                    <a:pt x="6992597" y="1616657"/>
                  </a:lnTo>
                  <a:lnTo>
                    <a:pt x="7075536" y="1631619"/>
                  </a:lnTo>
                  <a:lnTo>
                    <a:pt x="7163545" y="1644912"/>
                  </a:lnTo>
                  <a:lnTo>
                    <a:pt x="7254731" y="1656571"/>
                  </a:lnTo>
                  <a:lnTo>
                    <a:pt x="7346140" y="1666577"/>
                  </a:lnTo>
                  <a:lnTo>
                    <a:pt x="7433860" y="1674889"/>
                  </a:lnTo>
                  <a:lnTo>
                    <a:pt x="7513453" y="1681484"/>
                  </a:lnTo>
                  <a:lnTo>
                    <a:pt x="7580696" y="1686399"/>
                  </a:lnTo>
                  <a:lnTo>
                    <a:pt x="7632498" y="1689765"/>
                  </a:lnTo>
                  <a:lnTo>
                    <a:pt x="7667689" y="1691809"/>
                  </a:lnTo>
                  <a:lnTo>
                    <a:pt x="7687428" y="1692839"/>
                  </a:lnTo>
                  <a:lnTo>
                    <a:pt x="7695148" y="1693203"/>
                  </a:lnTo>
                  <a:lnTo>
                    <a:pt x="7696237" y="1693250"/>
                  </a:lnTo>
                  <a:lnTo>
                    <a:pt x="8234974" y="1693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5" name="pl1405"/>
            <p:cNvSpPr/>
            <p:nvPr/>
          </p:nvSpPr>
          <p:spPr>
            <a:xfrm>
              <a:off x="546595" y="3396500"/>
              <a:ext cx="8234974" cy="1693250"/>
            </a:xfrm>
            <a:custGeom>
              <a:avLst/>
              <a:pathLst>
                <a:path w="8234974" h="1693250">
                  <a:moveTo>
                    <a:pt x="8234974" y="1693250"/>
                  </a:move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48" y="42"/>
                  </a:lnTo>
                  <a:lnTo>
                    <a:pt x="3838553" y="348"/>
                  </a:lnTo>
                  <a:lnTo>
                    <a:pt x="3817859" y="1194"/>
                  </a:lnTo>
                  <a:lnTo>
                    <a:pt x="3781405" y="2853"/>
                  </a:lnTo>
                  <a:lnTo>
                    <a:pt x="3728169" y="5566"/>
                  </a:lnTo>
                  <a:lnTo>
                    <a:pt x="3659497" y="9509"/>
                  </a:lnTo>
                  <a:lnTo>
                    <a:pt x="3578648" y="14777"/>
                  </a:lnTo>
                  <a:lnTo>
                    <a:pt x="3489962" y="21395"/>
                  </a:lnTo>
                  <a:lnTo>
                    <a:pt x="3397930" y="29343"/>
                  </a:lnTo>
                  <a:lnTo>
                    <a:pt x="3306449" y="38589"/>
                  </a:lnTo>
                  <a:lnTo>
                    <a:pt x="3218419" y="49121"/>
                  </a:lnTo>
                  <a:lnTo>
                    <a:pt x="3135654" y="60970"/>
                  </a:lnTo>
                  <a:lnTo>
                    <a:pt x="3059013" y="74225"/>
                  </a:lnTo>
                  <a:lnTo>
                    <a:pt x="2988614" y="89031"/>
                  </a:lnTo>
                  <a:lnTo>
                    <a:pt x="2924069" y="105593"/>
                  </a:lnTo>
                  <a:lnTo>
                    <a:pt x="2864671" y="124169"/>
                  </a:lnTo>
                  <a:lnTo>
                    <a:pt x="2809539" y="145051"/>
                  </a:lnTo>
                  <a:lnTo>
                    <a:pt x="2757732" y="168543"/>
                  </a:lnTo>
                  <a:lnTo>
                    <a:pt x="2708332" y="194909"/>
                  </a:lnTo>
                  <a:lnTo>
                    <a:pt x="2667772" y="219596"/>
                  </a:lnTo>
                  <a:lnTo>
                    <a:pt x="2622500" y="250320"/>
                  </a:lnTo>
                  <a:lnTo>
                    <a:pt x="2577671" y="283920"/>
                  </a:lnTo>
                  <a:lnTo>
                    <a:pt x="2532880" y="320445"/>
                  </a:lnTo>
                  <a:lnTo>
                    <a:pt x="2487839" y="359863"/>
                  </a:lnTo>
                  <a:lnTo>
                    <a:pt x="2442363" y="402052"/>
                  </a:lnTo>
                  <a:lnTo>
                    <a:pt x="2396354" y="446792"/>
                  </a:lnTo>
                  <a:lnTo>
                    <a:pt x="2349796" y="493765"/>
                  </a:lnTo>
                  <a:lnTo>
                    <a:pt x="2302744" y="542558"/>
                  </a:lnTo>
                  <a:lnTo>
                    <a:pt x="2255308" y="592679"/>
                  </a:lnTo>
                  <a:lnTo>
                    <a:pt x="2207641" y="643571"/>
                  </a:lnTo>
                  <a:lnTo>
                    <a:pt x="2159919" y="694643"/>
                  </a:lnTo>
                  <a:lnTo>
                    <a:pt x="2112324" y="745293"/>
                  </a:lnTo>
                  <a:lnTo>
                    <a:pt x="2065027" y="794941"/>
                  </a:lnTo>
                  <a:lnTo>
                    <a:pt x="2018165" y="843053"/>
                  </a:lnTo>
                  <a:lnTo>
                    <a:pt x="1971827" y="889168"/>
                  </a:lnTo>
                  <a:lnTo>
                    <a:pt x="1926039" y="932909"/>
                  </a:lnTo>
                  <a:lnTo>
                    <a:pt x="1880755" y="973998"/>
                  </a:lnTo>
                  <a:lnTo>
                    <a:pt x="1835844" y="1012256"/>
                  </a:lnTo>
                  <a:lnTo>
                    <a:pt x="1791078" y="1047596"/>
                  </a:lnTo>
                  <a:lnTo>
                    <a:pt x="1746126" y="1080023"/>
                  </a:lnTo>
                  <a:lnTo>
                    <a:pt x="1719082" y="1097981"/>
                  </a:lnTo>
                  <a:lnTo>
                    <a:pt x="1671079" y="1126899"/>
                  </a:lnTo>
                  <a:lnTo>
                    <a:pt x="1621366" y="1152812"/>
                  </a:lnTo>
                  <a:lnTo>
                    <a:pt x="1569112" y="1175885"/>
                  </a:lnTo>
                  <a:lnTo>
                    <a:pt x="1513387" y="1196394"/>
                  </a:lnTo>
                  <a:lnTo>
                    <a:pt x="1453254" y="1214643"/>
                  </a:lnTo>
                  <a:lnTo>
                    <a:pt x="1387853" y="1230921"/>
                  </a:lnTo>
                  <a:lnTo>
                    <a:pt x="1316513" y="1245478"/>
                  </a:lnTo>
                  <a:lnTo>
                    <a:pt x="1238911" y="1258509"/>
                  </a:lnTo>
                  <a:lnTo>
                    <a:pt x="1155262" y="1270153"/>
                  </a:lnTo>
                  <a:lnTo>
                    <a:pt x="1066559" y="1280487"/>
                  </a:lnTo>
                  <a:lnTo>
                    <a:pt x="974779" y="1289535"/>
                  </a:lnTo>
                  <a:lnTo>
                    <a:pt x="882986" y="1297282"/>
                  </a:lnTo>
                  <a:lnTo>
                    <a:pt x="795203" y="1303694"/>
                  </a:lnTo>
                  <a:lnTo>
                    <a:pt x="715952" y="1308756"/>
                  </a:lnTo>
                  <a:lnTo>
                    <a:pt x="649472" y="1312502"/>
                  </a:lnTo>
                  <a:lnTo>
                    <a:pt x="598776" y="1315040"/>
                  </a:lnTo>
                  <a:lnTo>
                    <a:pt x="564863" y="1316558"/>
                  </a:lnTo>
                  <a:lnTo>
                    <a:pt x="546339" y="1317303"/>
                  </a:lnTo>
                  <a:lnTo>
                    <a:pt x="539515" y="1317551"/>
                  </a:lnTo>
                  <a:lnTo>
                    <a:pt x="538736" y="1317577"/>
                  </a:lnTo>
                  <a:lnTo>
                    <a:pt x="0" y="1317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6" name="pg1406"/>
            <p:cNvSpPr/>
            <p:nvPr/>
          </p:nvSpPr>
          <p:spPr>
            <a:xfrm>
              <a:off x="546595" y="1431023"/>
              <a:ext cx="8234974" cy="3217719"/>
            </a:xfrm>
            <a:custGeom>
              <a:avLst/>
              <a:pathLst>
                <a:path w="8234974" h="3217719">
                  <a:moveTo>
                    <a:pt x="0" y="3217719"/>
                  </a:moveTo>
                  <a:lnTo>
                    <a:pt x="538736" y="3217719"/>
                  </a:lnTo>
                  <a:lnTo>
                    <a:pt x="539930" y="3217643"/>
                  </a:lnTo>
                  <a:lnTo>
                    <a:pt x="547735" y="3217095"/>
                  </a:lnTo>
                  <a:lnTo>
                    <a:pt x="567253" y="3215581"/>
                  </a:lnTo>
                  <a:lnTo>
                    <a:pt x="601745" y="3212609"/>
                  </a:lnTo>
                  <a:lnTo>
                    <a:pt x="652337" y="3207740"/>
                  </a:lnTo>
                  <a:lnTo>
                    <a:pt x="717965" y="3200649"/>
                  </a:lnTo>
                  <a:lnTo>
                    <a:pt x="795738" y="3191146"/>
                  </a:lnTo>
                  <a:lnTo>
                    <a:pt x="881663" y="3179172"/>
                  </a:lnTo>
                  <a:lnTo>
                    <a:pt x="971491" y="3164755"/>
                  </a:lnTo>
                  <a:lnTo>
                    <a:pt x="1061426" y="3147954"/>
                  </a:lnTo>
                  <a:lnTo>
                    <a:pt x="1148546" y="3128800"/>
                  </a:lnTo>
                  <a:lnTo>
                    <a:pt x="1230929" y="3107257"/>
                  </a:lnTo>
                  <a:lnTo>
                    <a:pt x="1307573" y="3083195"/>
                  </a:lnTo>
                  <a:lnTo>
                    <a:pt x="1378204" y="3056377"/>
                  </a:lnTo>
                  <a:lnTo>
                    <a:pt x="1443074" y="3026467"/>
                  </a:lnTo>
                  <a:lnTo>
                    <a:pt x="1502775" y="2993030"/>
                  </a:lnTo>
                  <a:lnTo>
                    <a:pt x="1558091" y="2955557"/>
                  </a:lnTo>
                  <a:lnTo>
                    <a:pt x="1609897" y="2913505"/>
                  </a:lnTo>
                  <a:lnTo>
                    <a:pt x="1659072" y="2866358"/>
                  </a:lnTo>
                  <a:lnTo>
                    <a:pt x="1706427" y="2813755"/>
                  </a:lnTo>
                  <a:lnTo>
                    <a:pt x="1719082" y="2798490"/>
                  </a:lnTo>
                  <a:lnTo>
                    <a:pt x="1756215" y="2750842"/>
                  </a:lnTo>
                  <a:lnTo>
                    <a:pt x="1792994" y="2699530"/>
                  </a:lnTo>
                  <a:lnTo>
                    <a:pt x="1829662" y="2644479"/>
                  </a:lnTo>
                  <a:lnTo>
                    <a:pt x="1866403" y="2585683"/>
                  </a:lnTo>
                  <a:lnTo>
                    <a:pt x="1903355" y="2523209"/>
                  </a:lnTo>
                  <a:lnTo>
                    <a:pt x="1940609" y="2457203"/>
                  </a:lnTo>
                  <a:lnTo>
                    <a:pt x="1978219" y="2387896"/>
                  </a:lnTo>
                  <a:lnTo>
                    <a:pt x="2016201" y="2315605"/>
                  </a:lnTo>
                  <a:lnTo>
                    <a:pt x="2054536" y="2240728"/>
                  </a:lnTo>
                  <a:lnTo>
                    <a:pt x="2093181" y="2163742"/>
                  </a:lnTo>
                  <a:lnTo>
                    <a:pt x="2132067" y="2085184"/>
                  </a:lnTo>
                  <a:lnTo>
                    <a:pt x="2171107" y="2005644"/>
                  </a:lnTo>
                  <a:lnTo>
                    <a:pt x="2210205" y="1925742"/>
                  </a:lnTo>
                  <a:lnTo>
                    <a:pt x="2249259" y="1846113"/>
                  </a:lnTo>
                  <a:lnTo>
                    <a:pt x="2288172" y="1767379"/>
                  </a:lnTo>
                  <a:lnTo>
                    <a:pt x="2326856" y="1690135"/>
                  </a:lnTo>
                  <a:lnTo>
                    <a:pt x="2365239" y="1614929"/>
                  </a:lnTo>
                  <a:lnTo>
                    <a:pt x="2403272" y="1542245"/>
                  </a:lnTo>
                  <a:lnTo>
                    <a:pt x="2440935" y="1472494"/>
                  </a:lnTo>
                  <a:lnTo>
                    <a:pt x="2478237" y="1406004"/>
                  </a:lnTo>
                  <a:lnTo>
                    <a:pt x="2515227" y="1343017"/>
                  </a:lnTo>
                  <a:lnTo>
                    <a:pt x="2551991" y="1283694"/>
                  </a:lnTo>
                  <a:lnTo>
                    <a:pt x="2588659" y="1228111"/>
                  </a:lnTo>
                  <a:lnTo>
                    <a:pt x="2625409" y="1176272"/>
                  </a:lnTo>
                  <a:lnTo>
                    <a:pt x="2662475" y="1128111"/>
                  </a:lnTo>
                  <a:lnTo>
                    <a:pt x="2667772" y="1121574"/>
                  </a:lnTo>
                  <a:lnTo>
                    <a:pt x="2714754" y="1067463"/>
                  </a:lnTo>
                  <a:lnTo>
                    <a:pt x="2763358" y="1018858"/>
                  </a:lnTo>
                  <a:lnTo>
                    <a:pt x="2814363" y="975467"/>
                  </a:lnTo>
                  <a:lnTo>
                    <a:pt x="2868636" y="936803"/>
                  </a:lnTo>
                  <a:lnTo>
                    <a:pt x="2927062" y="902322"/>
                  </a:lnTo>
                  <a:lnTo>
                    <a:pt x="2990457" y="871498"/>
                  </a:lnTo>
                  <a:lnTo>
                    <a:pt x="3059479" y="843878"/>
                  </a:lnTo>
                  <a:lnTo>
                    <a:pt x="3134488" y="819094"/>
                  </a:lnTo>
                  <a:lnTo>
                    <a:pt x="3215375" y="796883"/>
                  </a:lnTo>
                  <a:lnTo>
                    <a:pt x="3301356" y="777086"/>
                  </a:lnTo>
                  <a:lnTo>
                    <a:pt x="3390773" y="759644"/>
                  </a:lnTo>
                  <a:lnTo>
                    <a:pt x="3480975" y="744574"/>
                  </a:lnTo>
                  <a:lnTo>
                    <a:pt x="3568373" y="731930"/>
                  </a:lnTo>
                  <a:lnTo>
                    <a:pt x="3648784" y="721756"/>
                  </a:lnTo>
                  <a:lnTo>
                    <a:pt x="3718063" y="714021"/>
                  </a:lnTo>
                  <a:lnTo>
                    <a:pt x="3772937" y="708575"/>
                  </a:lnTo>
                  <a:lnTo>
                    <a:pt x="3811791" y="705127"/>
                  </a:lnTo>
                  <a:lnTo>
                    <a:pt x="3835143" y="703263"/>
                  </a:lnTo>
                  <a:lnTo>
                    <a:pt x="3845701" y="702503"/>
                  </a:lnTo>
                  <a:lnTo>
                    <a:pt x="3848118" y="702344"/>
                  </a:lnTo>
                  <a:lnTo>
                    <a:pt x="4386855" y="702344"/>
                  </a:lnTo>
                  <a:lnTo>
                    <a:pt x="4388149" y="702321"/>
                  </a:lnTo>
                  <a:lnTo>
                    <a:pt x="4396589" y="702157"/>
                  </a:lnTo>
                  <a:lnTo>
                    <a:pt x="4417635" y="701701"/>
                  </a:lnTo>
                  <a:lnTo>
                    <a:pt x="4454672" y="700807"/>
                  </a:lnTo>
                  <a:lnTo>
                    <a:pt x="4508688" y="699346"/>
                  </a:lnTo>
                  <a:lnTo>
                    <a:pt x="4578252" y="697225"/>
                  </a:lnTo>
                  <a:lnTo>
                    <a:pt x="4659995" y="694393"/>
                  </a:lnTo>
                  <a:lnTo>
                    <a:pt x="4749472" y="690838"/>
                  </a:lnTo>
                  <a:lnTo>
                    <a:pt x="4842125" y="686572"/>
                  </a:lnTo>
                  <a:lnTo>
                    <a:pt x="4934031" y="681612"/>
                  </a:lnTo>
                  <a:lnTo>
                    <a:pt x="5022302" y="675963"/>
                  </a:lnTo>
                  <a:lnTo>
                    <a:pt x="5105158" y="669607"/>
                  </a:lnTo>
                  <a:lnTo>
                    <a:pt x="5181784" y="662493"/>
                  </a:lnTo>
                  <a:lnTo>
                    <a:pt x="5252107" y="654542"/>
                  </a:lnTo>
                  <a:lnTo>
                    <a:pt x="5316555" y="645638"/>
                  </a:lnTo>
                  <a:lnTo>
                    <a:pt x="5375871" y="635644"/>
                  </a:lnTo>
                  <a:lnTo>
                    <a:pt x="5430960" y="624398"/>
                  </a:lnTo>
                  <a:lnTo>
                    <a:pt x="5482782" y="611739"/>
                  </a:lnTo>
                  <a:lnTo>
                    <a:pt x="5532265" y="597528"/>
                  </a:lnTo>
                  <a:lnTo>
                    <a:pt x="5567201" y="586194"/>
                  </a:lnTo>
                  <a:lnTo>
                    <a:pt x="5617252" y="568127"/>
                  </a:lnTo>
                  <a:lnTo>
                    <a:pt x="5666818" y="548193"/>
                  </a:lnTo>
                  <a:lnTo>
                    <a:pt x="5716421" y="526367"/>
                  </a:lnTo>
                  <a:lnTo>
                    <a:pt x="5766413" y="502688"/>
                  </a:lnTo>
                  <a:lnTo>
                    <a:pt x="5816999" y="477268"/>
                  </a:lnTo>
                  <a:lnTo>
                    <a:pt x="5868257" y="450300"/>
                  </a:lnTo>
                  <a:lnTo>
                    <a:pt x="5920151" y="422051"/>
                  </a:lnTo>
                  <a:lnTo>
                    <a:pt x="5972555" y="392858"/>
                  </a:lnTo>
                  <a:lnTo>
                    <a:pt x="6025272" y="363109"/>
                  </a:lnTo>
                  <a:lnTo>
                    <a:pt x="6078066" y="333228"/>
                  </a:lnTo>
                  <a:lnTo>
                    <a:pt x="6130689" y="303644"/>
                  </a:lnTo>
                  <a:lnTo>
                    <a:pt x="6182917" y="274770"/>
                  </a:lnTo>
                  <a:lnTo>
                    <a:pt x="6234578" y="246976"/>
                  </a:lnTo>
                  <a:lnTo>
                    <a:pt x="6285577" y="220574"/>
                  </a:lnTo>
                  <a:lnTo>
                    <a:pt x="6335919" y="195804"/>
                  </a:lnTo>
                  <a:lnTo>
                    <a:pt x="6385730" y="172826"/>
                  </a:lnTo>
                  <a:lnTo>
                    <a:pt x="6435268" y="151725"/>
                  </a:lnTo>
                  <a:lnTo>
                    <a:pt x="6484948" y="132513"/>
                  </a:lnTo>
                  <a:lnTo>
                    <a:pt x="6515891" y="121594"/>
                  </a:lnTo>
                  <a:lnTo>
                    <a:pt x="6564193" y="106210"/>
                  </a:lnTo>
                  <a:lnTo>
                    <a:pt x="6614229" y="92434"/>
                  </a:lnTo>
                  <a:lnTo>
                    <a:pt x="6666850" y="80178"/>
                  </a:lnTo>
                  <a:lnTo>
                    <a:pt x="6723001" y="69291"/>
                  </a:lnTo>
                  <a:lnTo>
                    <a:pt x="6783637" y="59610"/>
                  </a:lnTo>
                  <a:lnTo>
                    <a:pt x="6849630" y="50981"/>
                  </a:lnTo>
                  <a:lnTo>
                    <a:pt x="6921653" y="43268"/>
                  </a:lnTo>
                  <a:lnTo>
                    <a:pt x="7000020" y="36369"/>
                  </a:lnTo>
                  <a:lnTo>
                    <a:pt x="7084476" y="30209"/>
                  </a:lnTo>
                  <a:lnTo>
                    <a:pt x="7173965" y="24750"/>
                  </a:lnTo>
                  <a:lnTo>
                    <a:pt x="7266410" y="19978"/>
                  </a:lnTo>
                  <a:lnTo>
                    <a:pt x="7358620" y="15905"/>
                  </a:lnTo>
                  <a:lnTo>
                    <a:pt x="7446444" y="12548"/>
                  </a:lnTo>
                  <a:lnTo>
                    <a:pt x="7525267" y="9913"/>
                  </a:lnTo>
                  <a:lnTo>
                    <a:pt x="7590841" y="7980"/>
                  </a:lnTo>
                  <a:lnTo>
                    <a:pt x="7640253" y="6685"/>
                  </a:lnTo>
                  <a:lnTo>
                    <a:pt x="7672708" y="5925"/>
                  </a:lnTo>
                  <a:lnTo>
                    <a:pt x="7689871" y="5564"/>
                  </a:lnTo>
                  <a:lnTo>
                    <a:pt x="7695734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6924" y="696977"/>
                  </a:lnTo>
                  <a:lnTo>
                    <a:pt x="3839119" y="697524"/>
                  </a:lnTo>
                  <a:lnTo>
                    <a:pt x="3819601" y="699038"/>
                  </a:lnTo>
                  <a:lnTo>
                    <a:pt x="3785109" y="702010"/>
                  </a:lnTo>
                  <a:lnTo>
                    <a:pt x="3734517" y="706879"/>
                  </a:lnTo>
                  <a:lnTo>
                    <a:pt x="3668889" y="713970"/>
                  </a:lnTo>
                  <a:lnTo>
                    <a:pt x="3591117" y="723473"/>
                  </a:lnTo>
                  <a:lnTo>
                    <a:pt x="3505192" y="735447"/>
                  </a:lnTo>
                  <a:lnTo>
                    <a:pt x="3415364" y="749864"/>
                  </a:lnTo>
                  <a:lnTo>
                    <a:pt x="3325429" y="766665"/>
                  </a:lnTo>
                  <a:lnTo>
                    <a:pt x="3238308" y="785819"/>
                  </a:lnTo>
                  <a:lnTo>
                    <a:pt x="3155925" y="807362"/>
                  </a:lnTo>
                  <a:lnTo>
                    <a:pt x="3079282" y="831425"/>
                  </a:lnTo>
                  <a:lnTo>
                    <a:pt x="3008651" y="858242"/>
                  </a:lnTo>
                  <a:lnTo>
                    <a:pt x="2943780" y="888152"/>
                  </a:lnTo>
                  <a:lnTo>
                    <a:pt x="2884080" y="921589"/>
                  </a:lnTo>
                  <a:lnTo>
                    <a:pt x="2828763" y="959062"/>
                  </a:lnTo>
                  <a:lnTo>
                    <a:pt x="2776958" y="1001114"/>
                  </a:lnTo>
                  <a:lnTo>
                    <a:pt x="2727783" y="1048261"/>
                  </a:lnTo>
                  <a:lnTo>
                    <a:pt x="2680428" y="1100864"/>
                  </a:lnTo>
                  <a:lnTo>
                    <a:pt x="2667772" y="1116129"/>
                  </a:lnTo>
                  <a:lnTo>
                    <a:pt x="2630640" y="1163777"/>
                  </a:lnTo>
                  <a:lnTo>
                    <a:pt x="2593860" y="1215089"/>
                  </a:lnTo>
                  <a:lnTo>
                    <a:pt x="2557193" y="1270140"/>
                  </a:lnTo>
                  <a:lnTo>
                    <a:pt x="2520451" y="1328936"/>
                  </a:lnTo>
                  <a:lnTo>
                    <a:pt x="2483500" y="1391410"/>
                  </a:lnTo>
                  <a:lnTo>
                    <a:pt x="2446245" y="1457416"/>
                  </a:lnTo>
                  <a:lnTo>
                    <a:pt x="2408635" y="1526723"/>
                  </a:lnTo>
                  <a:lnTo>
                    <a:pt x="2370654" y="1599014"/>
                  </a:lnTo>
                  <a:lnTo>
                    <a:pt x="2332318" y="1673891"/>
                  </a:lnTo>
                  <a:lnTo>
                    <a:pt x="2293673" y="1750877"/>
                  </a:lnTo>
                  <a:lnTo>
                    <a:pt x="2254788" y="1829435"/>
                  </a:lnTo>
                  <a:lnTo>
                    <a:pt x="2215748" y="1908976"/>
                  </a:lnTo>
                  <a:lnTo>
                    <a:pt x="2176650" y="1988877"/>
                  </a:lnTo>
                  <a:lnTo>
                    <a:pt x="2137595" y="2068506"/>
                  </a:lnTo>
                  <a:lnTo>
                    <a:pt x="2098682" y="2147240"/>
                  </a:lnTo>
                  <a:lnTo>
                    <a:pt x="2059999" y="2224484"/>
                  </a:lnTo>
                  <a:lnTo>
                    <a:pt x="2021616" y="2299690"/>
                  </a:lnTo>
                  <a:lnTo>
                    <a:pt x="1983582" y="2372374"/>
                  </a:lnTo>
                  <a:lnTo>
                    <a:pt x="1945920" y="2442125"/>
                  </a:lnTo>
                  <a:lnTo>
                    <a:pt x="1908617" y="2508615"/>
                  </a:lnTo>
                  <a:lnTo>
                    <a:pt x="1871627" y="2571602"/>
                  </a:lnTo>
                  <a:lnTo>
                    <a:pt x="1834864" y="2630925"/>
                  </a:lnTo>
                  <a:lnTo>
                    <a:pt x="1798196" y="2686508"/>
                  </a:lnTo>
                  <a:lnTo>
                    <a:pt x="1761445" y="2738347"/>
                  </a:lnTo>
                  <a:lnTo>
                    <a:pt x="1724380" y="2786508"/>
                  </a:lnTo>
                  <a:lnTo>
                    <a:pt x="1719082" y="2793046"/>
                  </a:lnTo>
                  <a:lnTo>
                    <a:pt x="1672101" y="2847156"/>
                  </a:lnTo>
                  <a:lnTo>
                    <a:pt x="1623496" y="2895761"/>
                  </a:lnTo>
                  <a:lnTo>
                    <a:pt x="1572492" y="2939152"/>
                  </a:lnTo>
                  <a:lnTo>
                    <a:pt x="1518218" y="2977816"/>
                  </a:lnTo>
                  <a:lnTo>
                    <a:pt x="1459793" y="3012298"/>
                  </a:lnTo>
                  <a:lnTo>
                    <a:pt x="1396398" y="3043121"/>
                  </a:lnTo>
                  <a:lnTo>
                    <a:pt x="1327375" y="3070741"/>
                  </a:lnTo>
                  <a:lnTo>
                    <a:pt x="1252366" y="3095525"/>
                  </a:lnTo>
                  <a:lnTo>
                    <a:pt x="1171479" y="3117736"/>
                  </a:lnTo>
                  <a:lnTo>
                    <a:pt x="1085499" y="3137533"/>
                  </a:lnTo>
                  <a:lnTo>
                    <a:pt x="996081" y="3154975"/>
                  </a:lnTo>
                  <a:lnTo>
                    <a:pt x="905880" y="3170046"/>
                  </a:lnTo>
                  <a:lnTo>
                    <a:pt x="818481" y="3182689"/>
                  </a:lnTo>
                  <a:lnTo>
                    <a:pt x="738070" y="3192863"/>
                  </a:lnTo>
                  <a:lnTo>
                    <a:pt x="668792" y="3200598"/>
                  </a:lnTo>
                  <a:lnTo>
                    <a:pt x="613918" y="3206044"/>
                  </a:lnTo>
                  <a:lnTo>
                    <a:pt x="575064" y="3209493"/>
                  </a:lnTo>
                  <a:lnTo>
                    <a:pt x="551711" y="3211356"/>
                  </a:lnTo>
                  <a:lnTo>
                    <a:pt x="541154" y="3212116"/>
                  </a:lnTo>
                  <a:lnTo>
                    <a:pt x="538736" y="3212275"/>
                  </a:lnTo>
                  <a:lnTo>
                    <a:pt x="0" y="3212275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07" name="pl1407"/>
            <p:cNvSpPr/>
            <p:nvPr/>
          </p:nvSpPr>
          <p:spPr>
            <a:xfrm>
              <a:off x="546595" y="1436468"/>
              <a:ext cx="8234974" cy="3212275"/>
            </a:xfrm>
            <a:custGeom>
              <a:avLst/>
              <a:pathLst>
                <a:path w="8234974" h="3212275">
                  <a:moveTo>
                    <a:pt x="0" y="3212275"/>
                  </a:moveTo>
                  <a:lnTo>
                    <a:pt x="538736" y="3212275"/>
                  </a:lnTo>
                  <a:lnTo>
                    <a:pt x="539930" y="3212198"/>
                  </a:lnTo>
                  <a:lnTo>
                    <a:pt x="547735" y="3211651"/>
                  </a:lnTo>
                  <a:lnTo>
                    <a:pt x="567253" y="3210137"/>
                  </a:lnTo>
                  <a:lnTo>
                    <a:pt x="601745" y="3207164"/>
                  </a:lnTo>
                  <a:lnTo>
                    <a:pt x="652337" y="3202296"/>
                  </a:lnTo>
                  <a:lnTo>
                    <a:pt x="717965" y="3195205"/>
                  </a:lnTo>
                  <a:lnTo>
                    <a:pt x="795738" y="3185702"/>
                  </a:lnTo>
                  <a:lnTo>
                    <a:pt x="881663" y="3173727"/>
                  </a:lnTo>
                  <a:lnTo>
                    <a:pt x="971491" y="3159310"/>
                  </a:lnTo>
                  <a:lnTo>
                    <a:pt x="1061426" y="3142509"/>
                  </a:lnTo>
                  <a:lnTo>
                    <a:pt x="1148546" y="3123356"/>
                  </a:lnTo>
                  <a:lnTo>
                    <a:pt x="1230929" y="3101813"/>
                  </a:lnTo>
                  <a:lnTo>
                    <a:pt x="1307573" y="3077750"/>
                  </a:lnTo>
                  <a:lnTo>
                    <a:pt x="1378204" y="3050933"/>
                  </a:lnTo>
                  <a:lnTo>
                    <a:pt x="1443074" y="3021023"/>
                  </a:lnTo>
                  <a:lnTo>
                    <a:pt x="1502775" y="2987585"/>
                  </a:lnTo>
                  <a:lnTo>
                    <a:pt x="1558091" y="2950113"/>
                  </a:lnTo>
                  <a:lnTo>
                    <a:pt x="1609897" y="2908060"/>
                  </a:lnTo>
                  <a:lnTo>
                    <a:pt x="1659072" y="2860914"/>
                  </a:lnTo>
                  <a:lnTo>
                    <a:pt x="1706427" y="2808311"/>
                  </a:lnTo>
                  <a:lnTo>
                    <a:pt x="1719082" y="2793046"/>
                  </a:lnTo>
                  <a:lnTo>
                    <a:pt x="1756215" y="2745398"/>
                  </a:lnTo>
                  <a:lnTo>
                    <a:pt x="1792994" y="2694085"/>
                  </a:lnTo>
                  <a:lnTo>
                    <a:pt x="1829662" y="2639035"/>
                  </a:lnTo>
                  <a:lnTo>
                    <a:pt x="1866403" y="2580239"/>
                  </a:lnTo>
                  <a:lnTo>
                    <a:pt x="1903355" y="2517764"/>
                  </a:lnTo>
                  <a:lnTo>
                    <a:pt x="1940609" y="2451758"/>
                  </a:lnTo>
                  <a:lnTo>
                    <a:pt x="1978219" y="2382451"/>
                  </a:lnTo>
                  <a:lnTo>
                    <a:pt x="2016201" y="2310160"/>
                  </a:lnTo>
                  <a:lnTo>
                    <a:pt x="2054536" y="2235284"/>
                  </a:lnTo>
                  <a:lnTo>
                    <a:pt x="2093181" y="2158297"/>
                  </a:lnTo>
                  <a:lnTo>
                    <a:pt x="2132067" y="2079739"/>
                  </a:lnTo>
                  <a:lnTo>
                    <a:pt x="2171107" y="2000199"/>
                  </a:lnTo>
                  <a:lnTo>
                    <a:pt x="2210205" y="1920298"/>
                  </a:lnTo>
                  <a:lnTo>
                    <a:pt x="2249259" y="1840668"/>
                  </a:lnTo>
                  <a:lnTo>
                    <a:pt x="2288172" y="1761934"/>
                  </a:lnTo>
                  <a:lnTo>
                    <a:pt x="2326856" y="1684691"/>
                  </a:lnTo>
                  <a:lnTo>
                    <a:pt x="2365239" y="1609485"/>
                  </a:lnTo>
                  <a:lnTo>
                    <a:pt x="2403272" y="1536801"/>
                  </a:lnTo>
                  <a:lnTo>
                    <a:pt x="2440935" y="1467049"/>
                  </a:lnTo>
                  <a:lnTo>
                    <a:pt x="2478237" y="1400559"/>
                  </a:lnTo>
                  <a:lnTo>
                    <a:pt x="2515227" y="1337573"/>
                  </a:lnTo>
                  <a:lnTo>
                    <a:pt x="2551991" y="1278250"/>
                  </a:lnTo>
                  <a:lnTo>
                    <a:pt x="2588659" y="1222667"/>
                  </a:lnTo>
                  <a:lnTo>
                    <a:pt x="2625409" y="1170828"/>
                  </a:lnTo>
                  <a:lnTo>
                    <a:pt x="2662475" y="1122667"/>
                  </a:lnTo>
                  <a:lnTo>
                    <a:pt x="2667772" y="1116129"/>
                  </a:lnTo>
                  <a:lnTo>
                    <a:pt x="2714754" y="1062019"/>
                  </a:lnTo>
                  <a:lnTo>
                    <a:pt x="2763358" y="1013414"/>
                  </a:lnTo>
                  <a:lnTo>
                    <a:pt x="2814363" y="970023"/>
                  </a:lnTo>
                  <a:lnTo>
                    <a:pt x="2868636" y="931359"/>
                  </a:lnTo>
                  <a:lnTo>
                    <a:pt x="2927062" y="896877"/>
                  </a:lnTo>
                  <a:lnTo>
                    <a:pt x="2990457" y="866054"/>
                  </a:lnTo>
                  <a:lnTo>
                    <a:pt x="3059479" y="838433"/>
                  </a:lnTo>
                  <a:lnTo>
                    <a:pt x="3134488" y="813649"/>
                  </a:lnTo>
                  <a:lnTo>
                    <a:pt x="3215375" y="791438"/>
                  </a:lnTo>
                  <a:lnTo>
                    <a:pt x="3301356" y="771642"/>
                  </a:lnTo>
                  <a:lnTo>
                    <a:pt x="3390773" y="754200"/>
                  </a:lnTo>
                  <a:lnTo>
                    <a:pt x="3480975" y="739129"/>
                  </a:lnTo>
                  <a:lnTo>
                    <a:pt x="3568373" y="726485"/>
                  </a:lnTo>
                  <a:lnTo>
                    <a:pt x="3648784" y="716311"/>
                  </a:lnTo>
                  <a:lnTo>
                    <a:pt x="3718063" y="708577"/>
                  </a:lnTo>
                  <a:lnTo>
                    <a:pt x="3772937" y="703131"/>
                  </a:lnTo>
                  <a:lnTo>
                    <a:pt x="3811791" y="699682"/>
                  </a:lnTo>
                  <a:lnTo>
                    <a:pt x="3835143" y="697819"/>
                  </a:lnTo>
                  <a:lnTo>
                    <a:pt x="3845701" y="697058"/>
                  </a:lnTo>
                  <a:lnTo>
                    <a:pt x="3848093" y="696901"/>
                  </a:lnTo>
                  <a:lnTo>
                    <a:pt x="3848118" y="696900"/>
                  </a:lnTo>
                  <a:lnTo>
                    <a:pt x="4386855" y="696900"/>
                  </a:lnTo>
                  <a:lnTo>
                    <a:pt x="4388149" y="696877"/>
                  </a:lnTo>
                  <a:lnTo>
                    <a:pt x="4396589" y="696712"/>
                  </a:lnTo>
                  <a:lnTo>
                    <a:pt x="4417635" y="696256"/>
                  </a:lnTo>
                  <a:lnTo>
                    <a:pt x="4454672" y="695362"/>
                  </a:lnTo>
                  <a:lnTo>
                    <a:pt x="4508688" y="693902"/>
                  </a:lnTo>
                  <a:lnTo>
                    <a:pt x="4578252" y="691781"/>
                  </a:lnTo>
                  <a:lnTo>
                    <a:pt x="4659995" y="688949"/>
                  </a:lnTo>
                  <a:lnTo>
                    <a:pt x="4749472" y="685394"/>
                  </a:lnTo>
                  <a:lnTo>
                    <a:pt x="4842125" y="681128"/>
                  </a:lnTo>
                  <a:lnTo>
                    <a:pt x="4934031" y="676168"/>
                  </a:lnTo>
                  <a:lnTo>
                    <a:pt x="5022302" y="670519"/>
                  </a:lnTo>
                  <a:lnTo>
                    <a:pt x="5105158" y="664162"/>
                  </a:lnTo>
                  <a:lnTo>
                    <a:pt x="5181784" y="657049"/>
                  </a:lnTo>
                  <a:lnTo>
                    <a:pt x="5252107" y="649097"/>
                  </a:lnTo>
                  <a:lnTo>
                    <a:pt x="5316555" y="640194"/>
                  </a:lnTo>
                  <a:lnTo>
                    <a:pt x="5375871" y="630199"/>
                  </a:lnTo>
                  <a:lnTo>
                    <a:pt x="5430960" y="618954"/>
                  </a:lnTo>
                  <a:lnTo>
                    <a:pt x="5482782" y="606294"/>
                  </a:lnTo>
                  <a:lnTo>
                    <a:pt x="5532265" y="592084"/>
                  </a:lnTo>
                  <a:lnTo>
                    <a:pt x="5567201" y="580750"/>
                  </a:lnTo>
                  <a:lnTo>
                    <a:pt x="5617252" y="562682"/>
                  </a:lnTo>
                  <a:lnTo>
                    <a:pt x="5666818" y="542749"/>
                  </a:lnTo>
                  <a:lnTo>
                    <a:pt x="5716421" y="520923"/>
                  </a:lnTo>
                  <a:lnTo>
                    <a:pt x="5766413" y="497243"/>
                  </a:lnTo>
                  <a:lnTo>
                    <a:pt x="5816999" y="471823"/>
                  </a:lnTo>
                  <a:lnTo>
                    <a:pt x="5868257" y="444855"/>
                  </a:lnTo>
                  <a:lnTo>
                    <a:pt x="5920151" y="416606"/>
                  </a:lnTo>
                  <a:lnTo>
                    <a:pt x="5972555" y="387413"/>
                  </a:lnTo>
                  <a:lnTo>
                    <a:pt x="6025272" y="357665"/>
                  </a:lnTo>
                  <a:lnTo>
                    <a:pt x="6078066" y="327784"/>
                  </a:lnTo>
                  <a:lnTo>
                    <a:pt x="6130689" y="298200"/>
                  </a:lnTo>
                  <a:lnTo>
                    <a:pt x="6182917" y="269325"/>
                  </a:lnTo>
                  <a:lnTo>
                    <a:pt x="6234578" y="241531"/>
                  </a:lnTo>
                  <a:lnTo>
                    <a:pt x="6285577" y="215129"/>
                  </a:lnTo>
                  <a:lnTo>
                    <a:pt x="6335919" y="190359"/>
                  </a:lnTo>
                  <a:lnTo>
                    <a:pt x="6385730" y="167381"/>
                  </a:lnTo>
                  <a:lnTo>
                    <a:pt x="6435268" y="146280"/>
                  </a:lnTo>
                  <a:lnTo>
                    <a:pt x="6484948" y="127069"/>
                  </a:lnTo>
                  <a:lnTo>
                    <a:pt x="6515891" y="116150"/>
                  </a:lnTo>
                  <a:lnTo>
                    <a:pt x="6564193" y="100765"/>
                  </a:lnTo>
                  <a:lnTo>
                    <a:pt x="6614229" y="86990"/>
                  </a:lnTo>
                  <a:lnTo>
                    <a:pt x="6666850" y="74733"/>
                  </a:lnTo>
                  <a:lnTo>
                    <a:pt x="6723001" y="63846"/>
                  </a:lnTo>
                  <a:lnTo>
                    <a:pt x="6783637" y="54166"/>
                  </a:lnTo>
                  <a:lnTo>
                    <a:pt x="6849630" y="45536"/>
                  </a:lnTo>
                  <a:lnTo>
                    <a:pt x="6921653" y="37824"/>
                  </a:lnTo>
                  <a:lnTo>
                    <a:pt x="7000020" y="30924"/>
                  </a:lnTo>
                  <a:lnTo>
                    <a:pt x="7084476" y="24765"/>
                  </a:lnTo>
                  <a:lnTo>
                    <a:pt x="7173965" y="19305"/>
                  </a:lnTo>
                  <a:lnTo>
                    <a:pt x="7266410" y="14534"/>
                  </a:lnTo>
                  <a:lnTo>
                    <a:pt x="7358620" y="10461"/>
                  </a:lnTo>
                  <a:lnTo>
                    <a:pt x="7446444" y="7103"/>
                  </a:lnTo>
                  <a:lnTo>
                    <a:pt x="7525267" y="4469"/>
                  </a:lnTo>
                  <a:lnTo>
                    <a:pt x="7590841" y="2535"/>
                  </a:lnTo>
                  <a:lnTo>
                    <a:pt x="7640253" y="1241"/>
                  </a:lnTo>
                  <a:lnTo>
                    <a:pt x="7672708" y="481"/>
                  </a:lnTo>
                  <a:lnTo>
                    <a:pt x="7689871" y="120"/>
                  </a:lnTo>
                  <a:lnTo>
                    <a:pt x="7695734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8" name="pl1408"/>
            <p:cNvSpPr/>
            <p:nvPr/>
          </p:nvSpPr>
          <p:spPr>
            <a:xfrm>
              <a:off x="546595" y="1431023"/>
              <a:ext cx="8234974" cy="3212275"/>
            </a:xfrm>
            <a:custGeom>
              <a:avLst/>
              <a:pathLst>
                <a:path w="8234974" h="3212275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6924" y="696977"/>
                  </a:lnTo>
                  <a:lnTo>
                    <a:pt x="3839119" y="697524"/>
                  </a:lnTo>
                  <a:lnTo>
                    <a:pt x="3819601" y="699038"/>
                  </a:lnTo>
                  <a:lnTo>
                    <a:pt x="3785109" y="702010"/>
                  </a:lnTo>
                  <a:lnTo>
                    <a:pt x="3734517" y="706879"/>
                  </a:lnTo>
                  <a:lnTo>
                    <a:pt x="3668889" y="713970"/>
                  </a:lnTo>
                  <a:lnTo>
                    <a:pt x="3591117" y="723473"/>
                  </a:lnTo>
                  <a:lnTo>
                    <a:pt x="3505192" y="735447"/>
                  </a:lnTo>
                  <a:lnTo>
                    <a:pt x="3415364" y="749864"/>
                  </a:lnTo>
                  <a:lnTo>
                    <a:pt x="3325429" y="766665"/>
                  </a:lnTo>
                  <a:lnTo>
                    <a:pt x="3238308" y="785819"/>
                  </a:lnTo>
                  <a:lnTo>
                    <a:pt x="3155925" y="807362"/>
                  </a:lnTo>
                  <a:lnTo>
                    <a:pt x="3079282" y="831425"/>
                  </a:lnTo>
                  <a:lnTo>
                    <a:pt x="3008651" y="858242"/>
                  </a:lnTo>
                  <a:lnTo>
                    <a:pt x="2943780" y="888152"/>
                  </a:lnTo>
                  <a:lnTo>
                    <a:pt x="2884080" y="921589"/>
                  </a:lnTo>
                  <a:lnTo>
                    <a:pt x="2828763" y="959062"/>
                  </a:lnTo>
                  <a:lnTo>
                    <a:pt x="2776958" y="1001114"/>
                  </a:lnTo>
                  <a:lnTo>
                    <a:pt x="2727783" y="1048261"/>
                  </a:lnTo>
                  <a:lnTo>
                    <a:pt x="2680428" y="1100864"/>
                  </a:lnTo>
                  <a:lnTo>
                    <a:pt x="2667772" y="1116129"/>
                  </a:lnTo>
                  <a:lnTo>
                    <a:pt x="2630640" y="1163777"/>
                  </a:lnTo>
                  <a:lnTo>
                    <a:pt x="2593860" y="1215089"/>
                  </a:lnTo>
                  <a:lnTo>
                    <a:pt x="2557193" y="1270140"/>
                  </a:lnTo>
                  <a:lnTo>
                    <a:pt x="2520451" y="1328936"/>
                  </a:lnTo>
                  <a:lnTo>
                    <a:pt x="2483500" y="1391410"/>
                  </a:lnTo>
                  <a:lnTo>
                    <a:pt x="2446245" y="1457416"/>
                  </a:lnTo>
                  <a:lnTo>
                    <a:pt x="2408635" y="1526723"/>
                  </a:lnTo>
                  <a:lnTo>
                    <a:pt x="2370654" y="1599014"/>
                  </a:lnTo>
                  <a:lnTo>
                    <a:pt x="2332318" y="1673891"/>
                  </a:lnTo>
                  <a:lnTo>
                    <a:pt x="2293673" y="1750877"/>
                  </a:lnTo>
                  <a:lnTo>
                    <a:pt x="2254788" y="1829435"/>
                  </a:lnTo>
                  <a:lnTo>
                    <a:pt x="2215748" y="1908976"/>
                  </a:lnTo>
                  <a:lnTo>
                    <a:pt x="2176650" y="1988877"/>
                  </a:lnTo>
                  <a:lnTo>
                    <a:pt x="2137595" y="2068506"/>
                  </a:lnTo>
                  <a:lnTo>
                    <a:pt x="2098682" y="2147240"/>
                  </a:lnTo>
                  <a:lnTo>
                    <a:pt x="2059999" y="2224484"/>
                  </a:lnTo>
                  <a:lnTo>
                    <a:pt x="2021616" y="2299690"/>
                  </a:lnTo>
                  <a:lnTo>
                    <a:pt x="1983582" y="2372374"/>
                  </a:lnTo>
                  <a:lnTo>
                    <a:pt x="1945920" y="2442125"/>
                  </a:lnTo>
                  <a:lnTo>
                    <a:pt x="1908617" y="2508615"/>
                  </a:lnTo>
                  <a:lnTo>
                    <a:pt x="1871627" y="2571602"/>
                  </a:lnTo>
                  <a:lnTo>
                    <a:pt x="1834864" y="2630925"/>
                  </a:lnTo>
                  <a:lnTo>
                    <a:pt x="1798196" y="2686508"/>
                  </a:lnTo>
                  <a:lnTo>
                    <a:pt x="1761445" y="2738347"/>
                  </a:lnTo>
                  <a:lnTo>
                    <a:pt x="1724380" y="2786508"/>
                  </a:lnTo>
                  <a:lnTo>
                    <a:pt x="1719082" y="2793046"/>
                  </a:lnTo>
                  <a:lnTo>
                    <a:pt x="1672101" y="2847156"/>
                  </a:lnTo>
                  <a:lnTo>
                    <a:pt x="1623496" y="2895761"/>
                  </a:lnTo>
                  <a:lnTo>
                    <a:pt x="1572492" y="2939152"/>
                  </a:lnTo>
                  <a:lnTo>
                    <a:pt x="1518218" y="2977816"/>
                  </a:lnTo>
                  <a:lnTo>
                    <a:pt x="1459793" y="3012298"/>
                  </a:lnTo>
                  <a:lnTo>
                    <a:pt x="1396398" y="3043121"/>
                  </a:lnTo>
                  <a:lnTo>
                    <a:pt x="1327375" y="3070741"/>
                  </a:lnTo>
                  <a:lnTo>
                    <a:pt x="1252366" y="3095525"/>
                  </a:lnTo>
                  <a:lnTo>
                    <a:pt x="1171479" y="3117736"/>
                  </a:lnTo>
                  <a:lnTo>
                    <a:pt x="1085499" y="3137533"/>
                  </a:lnTo>
                  <a:lnTo>
                    <a:pt x="996081" y="3154975"/>
                  </a:lnTo>
                  <a:lnTo>
                    <a:pt x="905880" y="3170046"/>
                  </a:lnTo>
                  <a:lnTo>
                    <a:pt x="818481" y="3182689"/>
                  </a:lnTo>
                  <a:lnTo>
                    <a:pt x="738070" y="3192863"/>
                  </a:lnTo>
                  <a:lnTo>
                    <a:pt x="668792" y="3200598"/>
                  </a:lnTo>
                  <a:lnTo>
                    <a:pt x="613918" y="3206044"/>
                  </a:lnTo>
                  <a:lnTo>
                    <a:pt x="575064" y="3209493"/>
                  </a:lnTo>
                  <a:lnTo>
                    <a:pt x="551711" y="3211356"/>
                  </a:lnTo>
                  <a:lnTo>
                    <a:pt x="541154" y="3212116"/>
                  </a:lnTo>
                  <a:lnTo>
                    <a:pt x="538761" y="3212273"/>
                  </a:lnTo>
                  <a:lnTo>
                    <a:pt x="538736" y="3212275"/>
                  </a:lnTo>
                  <a:lnTo>
                    <a:pt x="0" y="3212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9" name="pg1409"/>
            <p:cNvSpPr/>
            <p:nvPr/>
          </p:nvSpPr>
          <p:spPr>
            <a:xfrm>
              <a:off x="546595" y="2307593"/>
              <a:ext cx="8234974" cy="3136051"/>
            </a:xfrm>
            <a:custGeom>
              <a:avLst/>
              <a:pathLst>
                <a:path w="8234974" h="3136051">
                  <a:moveTo>
                    <a:pt x="0" y="2346594"/>
                  </a:moveTo>
                  <a:lnTo>
                    <a:pt x="538736" y="2346594"/>
                  </a:lnTo>
                  <a:lnTo>
                    <a:pt x="539943" y="2346522"/>
                  </a:lnTo>
                  <a:lnTo>
                    <a:pt x="547834" y="2346006"/>
                  </a:lnTo>
                  <a:lnTo>
                    <a:pt x="567556" y="2344581"/>
                  </a:lnTo>
                  <a:lnTo>
                    <a:pt x="602390" y="2341783"/>
                  </a:lnTo>
                  <a:lnTo>
                    <a:pt x="653445" y="2337201"/>
                  </a:lnTo>
                  <a:lnTo>
                    <a:pt x="719608" y="2330531"/>
                  </a:lnTo>
                  <a:lnTo>
                    <a:pt x="797926" y="2321596"/>
                  </a:lnTo>
                  <a:lnTo>
                    <a:pt x="884343" y="2310344"/>
                  </a:lnTo>
                  <a:lnTo>
                    <a:pt x="974568" y="2296802"/>
                  </a:lnTo>
                  <a:lnTo>
                    <a:pt x="1064786" y="2281026"/>
                  </a:lnTo>
                  <a:lnTo>
                    <a:pt x="1152076" y="2263044"/>
                  </a:lnTo>
                  <a:lnTo>
                    <a:pt x="1234535" y="2242819"/>
                  </a:lnTo>
                  <a:lnTo>
                    <a:pt x="1311184" y="2220222"/>
                  </a:lnTo>
                  <a:lnTo>
                    <a:pt x="1381777" y="2195029"/>
                  </a:lnTo>
                  <a:lnTo>
                    <a:pt x="1446591" y="2166916"/>
                  </a:lnTo>
                  <a:lnTo>
                    <a:pt x="1506237" y="2135469"/>
                  </a:lnTo>
                  <a:lnTo>
                    <a:pt x="1561517" y="2100208"/>
                  </a:lnTo>
                  <a:lnTo>
                    <a:pt x="1613317" y="2060620"/>
                  </a:lnTo>
                  <a:lnTo>
                    <a:pt x="1662525" y="2016225"/>
                  </a:lnTo>
                  <a:lnTo>
                    <a:pt x="1709953" y="1966698"/>
                  </a:lnTo>
                  <a:lnTo>
                    <a:pt x="1719082" y="1956402"/>
                  </a:lnTo>
                  <a:lnTo>
                    <a:pt x="1757214" y="1910807"/>
                  </a:lnTo>
                  <a:lnTo>
                    <a:pt x="1794980" y="1861612"/>
                  </a:lnTo>
                  <a:lnTo>
                    <a:pt x="1832640" y="1808745"/>
                  </a:lnTo>
                  <a:lnTo>
                    <a:pt x="1870391" y="1752204"/>
                  </a:lnTo>
                  <a:lnTo>
                    <a:pt x="1908377" y="1692063"/>
                  </a:lnTo>
                  <a:lnTo>
                    <a:pt x="1946691" y="1628481"/>
                  </a:lnTo>
                  <a:lnTo>
                    <a:pt x="1985386" y="1561704"/>
                  </a:lnTo>
                  <a:lnTo>
                    <a:pt x="2024472" y="1492065"/>
                  </a:lnTo>
                  <a:lnTo>
                    <a:pt x="2063923" y="1419983"/>
                  </a:lnTo>
                  <a:lnTo>
                    <a:pt x="2103685" y="1345953"/>
                  </a:lnTo>
                  <a:lnTo>
                    <a:pt x="2143677" y="1270533"/>
                  </a:lnTo>
                  <a:lnTo>
                    <a:pt x="2183803" y="1194329"/>
                  </a:lnTo>
                  <a:lnTo>
                    <a:pt x="2223955" y="1117971"/>
                  </a:lnTo>
                  <a:lnTo>
                    <a:pt x="2264024" y="1042097"/>
                  </a:lnTo>
                  <a:lnTo>
                    <a:pt x="2303908" y="967328"/>
                  </a:lnTo>
                  <a:lnTo>
                    <a:pt x="2343517" y="894246"/>
                  </a:lnTo>
                  <a:lnTo>
                    <a:pt x="2382782" y="823379"/>
                  </a:lnTo>
                  <a:lnTo>
                    <a:pt x="2421666" y="755183"/>
                  </a:lnTo>
                  <a:lnTo>
                    <a:pt x="2460159" y="690033"/>
                  </a:lnTo>
                  <a:lnTo>
                    <a:pt x="2498293" y="628218"/>
                  </a:lnTo>
                  <a:lnTo>
                    <a:pt x="2536141" y="569937"/>
                  </a:lnTo>
                  <a:lnTo>
                    <a:pt x="2573824" y="515305"/>
                  </a:lnTo>
                  <a:lnTo>
                    <a:pt x="2611511" y="464355"/>
                  </a:lnTo>
                  <a:lnTo>
                    <a:pt x="2649431" y="417047"/>
                  </a:lnTo>
                  <a:lnTo>
                    <a:pt x="2667772" y="395636"/>
                  </a:lnTo>
                  <a:lnTo>
                    <a:pt x="2714934" y="345093"/>
                  </a:lnTo>
                  <a:lnTo>
                    <a:pt x="2763734" y="299712"/>
                  </a:lnTo>
                  <a:lnTo>
                    <a:pt x="2814958" y="259218"/>
                  </a:lnTo>
                  <a:lnTo>
                    <a:pt x="2869487" y="223151"/>
                  </a:lnTo>
                  <a:lnTo>
                    <a:pt x="2928211" y="190997"/>
                  </a:lnTo>
                  <a:lnTo>
                    <a:pt x="2991958" y="162267"/>
                  </a:lnTo>
                  <a:lnTo>
                    <a:pt x="3061386" y="136531"/>
                  </a:lnTo>
                  <a:lnTo>
                    <a:pt x="3136851" y="113447"/>
                  </a:lnTo>
                  <a:lnTo>
                    <a:pt x="3218224" y="92771"/>
                  </a:lnTo>
                  <a:lnTo>
                    <a:pt x="3304687" y="74356"/>
                  </a:lnTo>
                  <a:lnTo>
                    <a:pt x="3394531" y="58148"/>
                  </a:lnTo>
                  <a:lnTo>
                    <a:pt x="3485030" y="44165"/>
                  </a:lnTo>
                  <a:lnTo>
                    <a:pt x="3572524" y="32461"/>
                  </a:lnTo>
                  <a:lnTo>
                    <a:pt x="3652764" y="23074"/>
                  </a:lnTo>
                  <a:lnTo>
                    <a:pt x="3721584" y="15970"/>
                  </a:lnTo>
                  <a:lnTo>
                    <a:pt x="3775748" y="11000"/>
                  </a:lnTo>
                  <a:lnTo>
                    <a:pt x="3813740" y="7882"/>
                  </a:lnTo>
                  <a:lnTo>
                    <a:pt x="3836225" y="6224"/>
                  </a:lnTo>
                  <a:lnTo>
                    <a:pt x="3846079" y="556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8" y="5535"/>
                  </a:lnTo>
                  <a:lnTo>
                    <a:pt x="4395476" y="6186"/>
                  </a:lnTo>
                  <a:lnTo>
                    <a:pt x="4414204" y="7987"/>
                  </a:lnTo>
                  <a:lnTo>
                    <a:pt x="4447373" y="11524"/>
                  </a:lnTo>
                  <a:lnTo>
                    <a:pt x="4496169" y="17324"/>
                  </a:lnTo>
                  <a:lnTo>
                    <a:pt x="4559708" y="25786"/>
                  </a:lnTo>
                  <a:lnTo>
                    <a:pt x="4635342" y="37148"/>
                  </a:lnTo>
                  <a:lnTo>
                    <a:pt x="4719317" y="51494"/>
                  </a:lnTo>
                  <a:lnTo>
                    <a:pt x="4807556" y="68798"/>
                  </a:lnTo>
                  <a:lnTo>
                    <a:pt x="4896344" y="88992"/>
                  </a:lnTo>
                  <a:lnTo>
                    <a:pt x="4982757" y="112028"/>
                  </a:lnTo>
                  <a:lnTo>
                    <a:pt x="5064809" y="137936"/>
                  </a:lnTo>
                  <a:lnTo>
                    <a:pt x="5141403" y="166851"/>
                  </a:lnTo>
                  <a:lnTo>
                    <a:pt x="5212166" y="199028"/>
                  </a:lnTo>
                  <a:lnTo>
                    <a:pt x="5277254" y="234846"/>
                  </a:lnTo>
                  <a:lnTo>
                    <a:pt x="5337175" y="274800"/>
                  </a:lnTo>
                  <a:lnTo>
                    <a:pt x="5392649" y="319476"/>
                  </a:lnTo>
                  <a:lnTo>
                    <a:pt x="5444499" y="369519"/>
                  </a:lnTo>
                  <a:lnTo>
                    <a:pt x="5493571" y="425560"/>
                  </a:lnTo>
                  <a:lnTo>
                    <a:pt x="5540666" y="488101"/>
                  </a:lnTo>
                  <a:lnTo>
                    <a:pt x="5567201" y="527212"/>
                  </a:lnTo>
                  <a:lnTo>
                    <a:pt x="5601259" y="581404"/>
                  </a:lnTo>
                  <a:lnTo>
                    <a:pt x="5635002" y="639420"/>
                  </a:lnTo>
                  <a:lnTo>
                    <a:pt x="5668621" y="701339"/>
                  </a:lnTo>
                  <a:lnTo>
                    <a:pt x="5702267" y="767181"/>
                  </a:lnTo>
                  <a:lnTo>
                    <a:pt x="5736057" y="836904"/>
                  </a:lnTo>
                  <a:lnTo>
                    <a:pt x="5770073" y="910397"/>
                  </a:lnTo>
                  <a:lnTo>
                    <a:pt x="5804371" y="987476"/>
                  </a:lnTo>
                  <a:lnTo>
                    <a:pt x="5838977" y="1067881"/>
                  </a:lnTo>
                  <a:lnTo>
                    <a:pt x="5873894" y="1151278"/>
                  </a:lnTo>
                  <a:lnTo>
                    <a:pt x="5909101" y="1237262"/>
                  </a:lnTo>
                  <a:lnTo>
                    <a:pt x="5944560" y="1325365"/>
                  </a:lnTo>
                  <a:lnTo>
                    <a:pt x="5980216" y="1415062"/>
                  </a:lnTo>
                  <a:lnTo>
                    <a:pt x="6016002" y="1505787"/>
                  </a:lnTo>
                  <a:lnTo>
                    <a:pt x="6051844" y="1596943"/>
                  </a:lnTo>
                  <a:lnTo>
                    <a:pt x="6087662" y="1687925"/>
                  </a:lnTo>
                  <a:lnTo>
                    <a:pt x="6123382" y="1778130"/>
                  </a:lnTo>
                  <a:lnTo>
                    <a:pt x="6158933" y="1866979"/>
                  </a:lnTo>
                  <a:lnTo>
                    <a:pt x="6194253" y="1953925"/>
                  </a:lnTo>
                  <a:lnTo>
                    <a:pt x="6229297" y="2038477"/>
                  </a:lnTo>
                  <a:lnTo>
                    <a:pt x="6264036" y="2120200"/>
                  </a:lnTo>
                  <a:lnTo>
                    <a:pt x="6298463" y="2198729"/>
                  </a:lnTo>
                  <a:lnTo>
                    <a:pt x="6332595" y="2273775"/>
                  </a:lnTo>
                  <a:lnTo>
                    <a:pt x="6366472" y="2345120"/>
                  </a:lnTo>
                  <a:lnTo>
                    <a:pt x="6400168" y="2412622"/>
                  </a:lnTo>
                  <a:lnTo>
                    <a:pt x="6433782" y="2476211"/>
                  </a:lnTo>
                  <a:lnTo>
                    <a:pt x="6467451" y="2535881"/>
                  </a:lnTo>
                  <a:lnTo>
                    <a:pt x="6501348" y="2591687"/>
                  </a:lnTo>
                  <a:lnTo>
                    <a:pt x="6515891" y="2614283"/>
                  </a:lnTo>
                  <a:lnTo>
                    <a:pt x="6562167" y="2680682"/>
                  </a:lnTo>
                  <a:lnTo>
                    <a:pt x="6610007" y="2740426"/>
                  </a:lnTo>
                  <a:lnTo>
                    <a:pt x="6660153" y="2793856"/>
                  </a:lnTo>
                  <a:lnTo>
                    <a:pt x="6713433" y="2841547"/>
                  </a:lnTo>
                  <a:lnTo>
                    <a:pt x="6770693" y="2884148"/>
                  </a:lnTo>
                  <a:lnTo>
                    <a:pt x="6832723" y="2922284"/>
                  </a:lnTo>
                  <a:lnTo>
                    <a:pt x="6900168" y="2956507"/>
                  </a:lnTo>
                  <a:lnTo>
                    <a:pt x="6973406" y="2987264"/>
                  </a:lnTo>
                  <a:lnTo>
                    <a:pt x="7052394" y="3014882"/>
                  </a:lnTo>
                  <a:lnTo>
                    <a:pt x="7136474" y="3039565"/>
                  </a:lnTo>
                  <a:lnTo>
                    <a:pt x="7224190" y="3061400"/>
                  </a:lnTo>
                  <a:lnTo>
                    <a:pt x="7313155" y="3080378"/>
                  </a:lnTo>
                  <a:lnTo>
                    <a:pt x="7400076" y="3096438"/>
                  </a:lnTo>
                  <a:lnTo>
                    <a:pt x="7481016" y="3109519"/>
                  </a:lnTo>
                  <a:lnTo>
                    <a:pt x="7551943" y="3119635"/>
                  </a:lnTo>
                  <a:lnTo>
                    <a:pt x="7609474" y="3126931"/>
                  </a:lnTo>
                  <a:lnTo>
                    <a:pt x="7651647" y="3131716"/>
                  </a:lnTo>
                  <a:lnTo>
                    <a:pt x="7678437" y="3134449"/>
                  </a:lnTo>
                  <a:lnTo>
                    <a:pt x="7691907" y="3135690"/>
                  </a:lnTo>
                  <a:lnTo>
                    <a:pt x="7696013" y="3136034"/>
                  </a:lnTo>
                  <a:lnTo>
                    <a:pt x="7696237" y="3136051"/>
                  </a:lnTo>
                  <a:lnTo>
                    <a:pt x="8234974" y="3136051"/>
                  </a:lnTo>
                  <a:lnTo>
                    <a:pt x="8234974" y="3130607"/>
                  </a:ln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1" y="72"/>
                  </a:lnTo>
                  <a:lnTo>
                    <a:pt x="3839021" y="587"/>
                  </a:lnTo>
                  <a:lnTo>
                    <a:pt x="3819298" y="2012"/>
                  </a:lnTo>
                  <a:lnTo>
                    <a:pt x="3784464" y="4811"/>
                  </a:lnTo>
                  <a:lnTo>
                    <a:pt x="3733409" y="9392"/>
                  </a:lnTo>
                  <a:lnTo>
                    <a:pt x="3667246" y="16063"/>
                  </a:lnTo>
                  <a:lnTo>
                    <a:pt x="3588929" y="24997"/>
                  </a:lnTo>
                  <a:lnTo>
                    <a:pt x="3502512" y="36250"/>
                  </a:lnTo>
                  <a:lnTo>
                    <a:pt x="3412286" y="49791"/>
                  </a:lnTo>
                  <a:lnTo>
                    <a:pt x="3322069" y="65567"/>
                  </a:lnTo>
                  <a:lnTo>
                    <a:pt x="3234778" y="83549"/>
                  </a:lnTo>
                  <a:lnTo>
                    <a:pt x="3152319" y="103774"/>
                  </a:lnTo>
                  <a:lnTo>
                    <a:pt x="3075671" y="126371"/>
                  </a:lnTo>
                  <a:lnTo>
                    <a:pt x="3005077" y="151564"/>
                  </a:lnTo>
                  <a:lnTo>
                    <a:pt x="2940263" y="179678"/>
                  </a:lnTo>
                  <a:lnTo>
                    <a:pt x="2880618" y="211124"/>
                  </a:lnTo>
                  <a:lnTo>
                    <a:pt x="2825338" y="246385"/>
                  </a:lnTo>
                  <a:lnTo>
                    <a:pt x="2773537" y="285974"/>
                  </a:lnTo>
                  <a:lnTo>
                    <a:pt x="2724329" y="330369"/>
                  </a:lnTo>
                  <a:lnTo>
                    <a:pt x="2676902" y="379895"/>
                  </a:lnTo>
                  <a:lnTo>
                    <a:pt x="2667772" y="390191"/>
                  </a:lnTo>
                  <a:lnTo>
                    <a:pt x="2629641" y="435786"/>
                  </a:lnTo>
                  <a:lnTo>
                    <a:pt x="2591875" y="484981"/>
                  </a:lnTo>
                  <a:lnTo>
                    <a:pt x="2554214" y="537848"/>
                  </a:lnTo>
                  <a:lnTo>
                    <a:pt x="2516463" y="594389"/>
                  </a:lnTo>
                  <a:lnTo>
                    <a:pt x="2478478" y="654530"/>
                  </a:lnTo>
                  <a:lnTo>
                    <a:pt x="2440163" y="718112"/>
                  </a:lnTo>
                  <a:lnTo>
                    <a:pt x="2401469" y="784889"/>
                  </a:lnTo>
                  <a:lnTo>
                    <a:pt x="2362383" y="854528"/>
                  </a:lnTo>
                  <a:lnTo>
                    <a:pt x="2322932" y="926610"/>
                  </a:lnTo>
                  <a:lnTo>
                    <a:pt x="2283170" y="1000640"/>
                  </a:lnTo>
                  <a:lnTo>
                    <a:pt x="2243178" y="1076060"/>
                  </a:lnTo>
                  <a:lnTo>
                    <a:pt x="2203052" y="1152265"/>
                  </a:lnTo>
                  <a:lnTo>
                    <a:pt x="2162899" y="1228623"/>
                  </a:lnTo>
                  <a:lnTo>
                    <a:pt x="2122830" y="1304496"/>
                  </a:lnTo>
                  <a:lnTo>
                    <a:pt x="2082947" y="1379266"/>
                  </a:lnTo>
                  <a:lnTo>
                    <a:pt x="2043338" y="1452347"/>
                  </a:lnTo>
                  <a:lnTo>
                    <a:pt x="2004072" y="1523214"/>
                  </a:lnTo>
                  <a:lnTo>
                    <a:pt x="1965189" y="1591410"/>
                  </a:lnTo>
                  <a:lnTo>
                    <a:pt x="1926696" y="1656560"/>
                  </a:lnTo>
                  <a:lnTo>
                    <a:pt x="1888562" y="1718375"/>
                  </a:lnTo>
                  <a:lnTo>
                    <a:pt x="1850713" y="1776656"/>
                  </a:lnTo>
                  <a:lnTo>
                    <a:pt x="1813031" y="1831288"/>
                  </a:lnTo>
                  <a:lnTo>
                    <a:pt x="1775344" y="1882238"/>
                  </a:lnTo>
                  <a:lnTo>
                    <a:pt x="1737424" y="1929546"/>
                  </a:lnTo>
                  <a:lnTo>
                    <a:pt x="1719082" y="1950958"/>
                  </a:lnTo>
                  <a:lnTo>
                    <a:pt x="1671920" y="2001501"/>
                  </a:lnTo>
                  <a:lnTo>
                    <a:pt x="1623121" y="2046881"/>
                  </a:lnTo>
                  <a:lnTo>
                    <a:pt x="1571896" y="2087376"/>
                  </a:lnTo>
                  <a:lnTo>
                    <a:pt x="1517368" y="2123443"/>
                  </a:lnTo>
                  <a:lnTo>
                    <a:pt x="1458643" y="2155596"/>
                  </a:lnTo>
                  <a:lnTo>
                    <a:pt x="1394896" y="2184326"/>
                  </a:lnTo>
                  <a:lnTo>
                    <a:pt x="1325468" y="2210062"/>
                  </a:lnTo>
                  <a:lnTo>
                    <a:pt x="1250004" y="2233146"/>
                  </a:lnTo>
                  <a:lnTo>
                    <a:pt x="1168631" y="2253822"/>
                  </a:lnTo>
                  <a:lnTo>
                    <a:pt x="1082167" y="2272238"/>
                  </a:lnTo>
                  <a:lnTo>
                    <a:pt x="992324" y="2288446"/>
                  </a:lnTo>
                  <a:lnTo>
                    <a:pt x="901824" y="2302428"/>
                  </a:lnTo>
                  <a:lnTo>
                    <a:pt x="814331" y="2314132"/>
                  </a:lnTo>
                  <a:lnTo>
                    <a:pt x="734090" y="2323520"/>
                  </a:lnTo>
                  <a:lnTo>
                    <a:pt x="665270" y="2330623"/>
                  </a:lnTo>
                  <a:lnTo>
                    <a:pt x="611107" y="2335593"/>
                  </a:lnTo>
                  <a:lnTo>
                    <a:pt x="573115" y="2338711"/>
                  </a:lnTo>
                  <a:lnTo>
                    <a:pt x="550630" y="2340369"/>
                  </a:lnTo>
                  <a:lnTo>
                    <a:pt x="540776" y="2341025"/>
                  </a:lnTo>
                  <a:lnTo>
                    <a:pt x="538736" y="2341149"/>
                  </a:lnTo>
                  <a:lnTo>
                    <a:pt x="0" y="234114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10" name="pl1410"/>
            <p:cNvSpPr/>
            <p:nvPr/>
          </p:nvSpPr>
          <p:spPr>
            <a:xfrm>
              <a:off x="546595" y="2313038"/>
              <a:ext cx="8234974" cy="3130607"/>
            </a:xfrm>
            <a:custGeom>
              <a:avLst/>
              <a:pathLst>
                <a:path w="8234974" h="3130607">
                  <a:moveTo>
                    <a:pt x="0" y="2341149"/>
                  </a:moveTo>
                  <a:lnTo>
                    <a:pt x="538736" y="2341149"/>
                  </a:lnTo>
                  <a:lnTo>
                    <a:pt x="539943" y="2341077"/>
                  </a:lnTo>
                  <a:lnTo>
                    <a:pt x="547834" y="2340562"/>
                  </a:lnTo>
                  <a:lnTo>
                    <a:pt x="567556" y="2339136"/>
                  </a:lnTo>
                  <a:lnTo>
                    <a:pt x="602390" y="2336338"/>
                  </a:lnTo>
                  <a:lnTo>
                    <a:pt x="653445" y="2331757"/>
                  </a:lnTo>
                  <a:lnTo>
                    <a:pt x="719608" y="2325086"/>
                  </a:lnTo>
                  <a:lnTo>
                    <a:pt x="797926" y="2316151"/>
                  </a:lnTo>
                  <a:lnTo>
                    <a:pt x="884343" y="2304899"/>
                  </a:lnTo>
                  <a:lnTo>
                    <a:pt x="974568" y="2291358"/>
                  </a:lnTo>
                  <a:lnTo>
                    <a:pt x="1064786" y="2275582"/>
                  </a:lnTo>
                  <a:lnTo>
                    <a:pt x="1152076" y="2257600"/>
                  </a:lnTo>
                  <a:lnTo>
                    <a:pt x="1234535" y="2237374"/>
                  </a:lnTo>
                  <a:lnTo>
                    <a:pt x="1311184" y="2214778"/>
                  </a:lnTo>
                  <a:lnTo>
                    <a:pt x="1381777" y="2189585"/>
                  </a:lnTo>
                  <a:lnTo>
                    <a:pt x="1446591" y="2161471"/>
                  </a:lnTo>
                  <a:lnTo>
                    <a:pt x="1506237" y="2130025"/>
                  </a:lnTo>
                  <a:lnTo>
                    <a:pt x="1561517" y="2094764"/>
                  </a:lnTo>
                  <a:lnTo>
                    <a:pt x="1613317" y="2055175"/>
                  </a:lnTo>
                  <a:lnTo>
                    <a:pt x="1662525" y="2010780"/>
                  </a:lnTo>
                  <a:lnTo>
                    <a:pt x="1709953" y="1961254"/>
                  </a:lnTo>
                  <a:lnTo>
                    <a:pt x="1719082" y="1950958"/>
                  </a:lnTo>
                  <a:lnTo>
                    <a:pt x="1757214" y="1905363"/>
                  </a:lnTo>
                  <a:lnTo>
                    <a:pt x="1794980" y="1856168"/>
                  </a:lnTo>
                  <a:lnTo>
                    <a:pt x="1832640" y="1803301"/>
                  </a:lnTo>
                  <a:lnTo>
                    <a:pt x="1870391" y="1746760"/>
                  </a:lnTo>
                  <a:lnTo>
                    <a:pt x="1908377" y="1686619"/>
                  </a:lnTo>
                  <a:lnTo>
                    <a:pt x="1946691" y="1623037"/>
                  </a:lnTo>
                  <a:lnTo>
                    <a:pt x="1985386" y="1556259"/>
                  </a:lnTo>
                  <a:lnTo>
                    <a:pt x="2024472" y="1486620"/>
                  </a:lnTo>
                  <a:lnTo>
                    <a:pt x="2063923" y="1414539"/>
                  </a:lnTo>
                  <a:lnTo>
                    <a:pt x="2103685" y="1340509"/>
                  </a:lnTo>
                  <a:lnTo>
                    <a:pt x="2143677" y="1265089"/>
                  </a:lnTo>
                  <a:lnTo>
                    <a:pt x="2183803" y="1188884"/>
                  </a:lnTo>
                  <a:lnTo>
                    <a:pt x="2223955" y="1112526"/>
                  </a:lnTo>
                  <a:lnTo>
                    <a:pt x="2264024" y="1036652"/>
                  </a:lnTo>
                  <a:lnTo>
                    <a:pt x="2303908" y="961883"/>
                  </a:lnTo>
                  <a:lnTo>
                    <a:pt x="2343517" y="888802"/>
                  </a:lnTo>
                  <a:lnTo>
                    <a:pt x="2382782" y="817935"/>
                  </a:lnTo>
                  <a:lnTo>
                    <a:pt x="2421666" y="749739"/>
                  </a:lnTo>
                  <a:lnTo>
                    <a:pt x="2460159" y="684589"/>
                  </a:lnTo>
                  <a:lnTo>
                    <a:pt x="2498293" y="622774"/>
                  </a:lnTo>
                  <a:lnTo>
                    <a:pt x="2536141" y="564493"/>
                  </a:lnTo>
                  <a:lnTo>
                    <a:pt x="2573824" y="509860"/>
                  </a:lnTo>
                  <a:lnTo>
                    <a:pt x="2611511" y="458910"/>
                  </a:lnTo>
                  <a:lnTo>
                    <a:pt x="2649431" y="411603"/>
                  </a:lnTo>
                  <a:lnTo>
                    <a:pt x="2667772" y="390191"/>
                  </a:lnTo>
                  <a:lnTo>
                    <a:pt x="2714934" y="339648"/>
                  </a:lnTo>
                  <a:lnTo>
                    <a:pt x="2763734" y="294267"/>
                  </a:lnTo>
                  <a:lnTo>
                    <a:pt x="2814958" y="253773"/>
                  </a:lnTo>
                  <a:lnTo>
                    <a:pt x="2869487" y="217706"/>
                  </a:lnTo>
                  <a:lnTo>
                    <a:pt x="2928211" y="185553"/>
                  </a:lnTo>
                  <a:lnTo>
                    <a:pt x="2991958" y="156823"/>
                  </a:lnTo>
                  <a:lnTo>
                    <a:pt x="3061386" y="131087"/>
                  </a:lnTo>
                  <a:lnTo>
                    <a:pt x="3136851" y="108003"/>
                  </a:lnTo>
                  <a:lnTo>
                    <a:pt x="3218224" y="87326"/>
                  </a:lnTo>
                  <a:lnTo>
                    <a:pt x="3304687" y="68911"/>
                  </a:lnTo>
                  <a:lnTo>
                    <a:pt x="3394531" y="52703"/>
                  </a:lnTo>
                  <a:lnTo>
                    <a:pt x="3485030" y="38720"/>
                  </a:lnTo>
                  <a:lnTo>
                    <a:pt x="3572524" y="27016"/>
                  </a:lnTo>
                  <a:lnTo>
                    <a:pt x="3652764" y="17629"/>
                  </a:lnTo>
                  <a:lnTo>
                    <a:pt x="3721584" y="10525"/>
                  </a:lnTo>
                  <a:lnTo>
                    <a:pt x="3775748" y="5555"/>
                  </a:lnTo>
                  <a:lnTo>
                    <a:pt x="3813740" y="2438"/>
                  </a:lnTo>
                  <a:lnTo>
                    <a:pt x="3836225" y="779"/>
                  </a:lnTo>
                  <a:lnTo>
                    <a:pt x="3846079" y="123"/>
                  </a:lnTo>
                  <a:lnTo>
                    <a:pt x="3848109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8" y="91"/>
                  </a:lnTo>
                  <a:lnTo>
                    <a:pt x="4395476" y="742"/>
                  </a:lnTo>
                  <a:lnTo>
                    <a:pt x="4414204" y="2542"/>
                  </a:lnTo>
                  <a:lnTo>
                    <a:pt x="4447373" y="6080"/>
                  </a:lnTo>
                  <a:lnTo>
                    <a:pt x="4496169" y="11880"/>
                  </a:lnTo>
                  <a:lnTo>
                    <a:pt x="4559708" y="20341"/>
                  </a:lnTo>
                  <a:lnTo>
                    <a:pt x="4635342" y="31703"/>
                  </a:lnTo>
                  <a:lnTo>
                    <a:pt x="4719317" y="46049"/>
                  </a:lnTo>
                  <a:lnTo>
                    <a:pt x="4807556" y="63354"/>
                  </a:lnTo>
                  <a:lnTo>
                    <a:pt x="4896344" y="83547"/>
                  </a:lnTo>
                  <a:lnTo>
                    <a:pt x="4982757" y="106584"/>
                  </a:lnTo>
                  <a:lnTo>
                    <a:pt x="5064809" y="132492"/>
                  </a:lnTo>
                  <a:lnTo>
                    <a:pt x="5141403" y="161406"/>
                  </a:lnTo>
                  <a:lnTo>
                    <a:pt x="5212166" y="193583"/>
                  </a:lnTo>
                  <a:lnTo>
                    <a:pt x="5277254" y="229402"/>
                  </a:lnTo>
                  <a:lnTo>
                    <a:pt x="5337175" y="269355"/>
                  </a:lnTo>
                  <a:lnTo>
                    <a:pt x="5392649" y="314031"/>
                  </a:lnTo>
                  <a:lnTo>
                    <a:pt x="5444499" y="364074"/>
                  </a:lnTo>
                  <a:lnTo>
                    <a:pt x="5493571" y="420116"/>
                  </a:lnTo>
                  <a:lnTo>
                    <a:pt x="5540666" y="482656"/>
                  </a:lnTo>
                  <a:lnTo>
                    <a:pt x="5567201" y="521767"/>
                  </a:lnTo>
                  <a:lnTo>
                    <a:pt x="5601259" y="575959"/>
                  </a:lnTo>
                  <a:lnTo>
                    <a:pt x="5635002" y="633976"/>
                  </a:lnTo>
                  <a:lnTo>
                    <a:pt x="5668621" y="695894"/>
                  </a:lnTo>
                  <a:lnTo>
                    <a:pt x="5702267" y="761736"/>
                  </a:lnTo>
                  <a:lnTo>
                    <a:pt x="5736057" y="831460"/>
                  </a:lnTo>
                  <a:lnTo>
                    <a:pt x="5770073" y="904953"/>
                  </a:lnTo>
                  <a:lnTo>
                    <a:pt x="5804371" y="982031"/>
                  </a:lnTo>
                  <a:lnTo>
                    <a:pt x="5838977" y="1062436"/>
                  </a:lnTo>
                  <a:lnTo>
                    <a:pt x="5873894" y="1145833"/>
                  </a:lnTo>
                  <a:lnTo>
                    <a:pt x="5909101" y="1231818"/>
                  </a:lnTo>
                  <a:lnTo>
                    <a:pt x="5944560" y="1319921"/>
                  </a:lnTo>
                  <a:lnTo>
                    <a:pt x="5980216" y="1409618"/>
                  </a:lnTo>
                  <a:lnTo>
                    <a:pt x="6016002" y="1500342"/>
                  </a:lnTo>
                  <a:lnTo>
                    <a:pt x="6051844" y="1591499"/>
                  </a:lnTo>
                  <a:lnTo>
                    <a:pt x="6087662" y="1682481"/>
                  </a:lnTo>
                  <a:lnTo>
                    <a:pt x="6123382" y="1772686"/>
                  </a:lnTo>
                  <a:lnTo>
                    <a:pt x="6158933" y="1861534"/>
                  </a:lnTo>
                  <a:lnTo>
                    <a:pt x="6194253" y="1948481"/>
                  </a:lnTo>
                  <a:lnTo>
                    <a:pt x="6229297" y="2033032"/>
                  </a:lnTo>
                  <a:lnTo>
                    <a:pt x="6264036" y="2114755"/>
                  </a:lnTo>
                  <a:lnTo>
                    <a:pt x="6298463" y="2193285"/>
                  </a:lnTo>
                  <a:lnTo>
                    <a:pt x="6332595" y="2268330"/>
                  </a:lnTo>
                  <a:lnTo>
                    <a:pt x="6366472" y="2339675"/>
                  </a:lnTo>
                  <a:lnTo>
                    <a:pt x="6400168" y="2407178"/>
                  </a:lnTo>
                  <a:lnTo>
                    <a:pt x="6433782" y="2470766"/>
                  </a:lnTo>
                  <a:lnTo>
                    <a:pt x="6467451" y="2530437"/>
                  </a:lnTo>
                  <a:lnTo>
                    <a:pt x="6501348" y="2586243"/>
                  </a:lnTo>
                  <a:lnTo>
                    <a:pt x="6515891" y="2608839"/>
                  </a:lnTo>
                  <a:lnTo>
                    <a:pt x="6562167" y="2675237"/>
                  </a:lnTo>
                  <a:lnTo>
                    <a:pt x="6610007" y="2734981"/>
                  </a:lnTo>
                  <a:lnTo>
                    <a:pt x="6660153" y="2788411"/>
                  </a:lnTo>
                  <a:lnTo>
                    <a:pt x="6713433" y="2836103"/>
                  </a:lnTo>
                  <a:lnTo>
                    <a:pt x="6770693" y="2878703"/>
                  </a:lnTo>
                  <a:lnTo>
                    <a:pt x="6832723" y="2916840"/>
                  </a:lnTo>
                  <a:lnTo>
                    <a:pt x="6900168" y="2951063"/>
                  </a:lnTo>
                  <a:lnTo>
                    <a:pt x="6973406" y="2981820"/>
                  </a:lnTo>
                  <a:lnTo>
                    <a:pt x="7052394" y="3009437"/>
                  </a:lnTo>
                  <a:lnTo>
                    <a:pt x="7136474" y="3034120"/>
                  </a:lnTo>
                  <a:lnTo>
                    <a:pt x="7224190" y="3055955"/>
                  </a:lnTo>
                  <a:lnTo>
                    <a:pt x="7313155" y="3074934"/>
                  </a:lnTo>
                  <a:lnTo>
                    <a:pt x="7400076" y="3090994"/>
                  </a:lnTo>
                  <a:lnTo>
                    <a:pt x="7481016" y="3104075"/>
                  </a:lnTo>
                  <a:lnTo>
                    <a:pt x="7551943" y="3114191"/>
                  </a:lnTo>
                  <a:lnTo>
                    <a:pt x="7609474" y="3121487"/>
                  </a:lnTo>
                  <a:lnTo>
                    <a:pt x="7651647" y="3126272"/>
                  </a:lnTo>
                  <a:lnTo>
                    <a:pt x="7678437" y="3129005"/>
                  </a:lnTo>
                  <a:lnTo>
                    <a:pt x="7691907" y="3130246"/>
                  </a:lnTo>
                  <a:lnTo>
                    <a:pt x="7696013" y="3130589"/>
                  </a:lnTo>
                  <a:lnTo>
                    <a:pt x="7696237" y="3130607"/>
                  </a:lnTo>
                  <a:lnTo>
                    <a:pt x="8234974" y="3130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1" name="pl1411"/>
            <p:cNvSpPr/>
            <p:nvPr/>
          </p:nvSpPr>
          <p:spPr>
            <a:xfrm>
              <a:off x="546595" y="2307593"/>
              <a:ext cx="8234974" cy="3130607"/>
            </a:xfrm>
            <a:custGeom>
              <a:avLst/>
              <a:pathLst>
                <a:path w="8234974" h="3130607">
                  <a:moveTo>
                    <a:pt x="8234974" y="3130607"/>
                  </a:move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1" y="72"/>
                  </a:lnTo>
                  <a:lnTo>
                    <a:pt x="3839021" y="587"/>
                  </a:lnTo>
                  <a:lnTo>
                    <a:pt x="3819298" y="2012"/>
                  </a:lnTo>
                  <a:lnTo>
                    <a:pt x="3784464" y="4811"/>
                  </a:lnTo>
                  <a:lnTo>
                    <a:pt x="3733409" y="9392"/>
                  </a:lnTo>
                  <a:lnTo>
                    <a:pt x="3667246" y="16063"/>
                  </a:lnTo>
                  <a:lnTo>
                    <a:pt x="3588929" y="24997"/>
                  </a:lnTo>
                  <a:lnTo>
                    <a:pt x="3502512" y="36250"/>
                  </a:lnTo>
                  <a:lnTo>
                    <a:pt x="3412286" y="49791"/>
                  </a:lnTo>
                  <a:lnTo>
                    <a:pt x="3322069" y="65567"/>
                  </a:lnTo>
                  <a:lnTo>
                    <a:pt x="3234778" y="83549"/>
                  </a:lnTo>
                  <a:lnTo>
                    <a:pt x="3152319" y="103774"/>
                  </a:lnTo>
                  <a:lnTo>
                    <a:pt x="3075671" y="126371"/>
                  </a:lnTo>
                  <a:lnTo>
                    <a:pt x="3005077" y="151564"/>
                  </a:lnTo>
                  <a:lnTo>
                    <a:pt x="2940263" y="179678"/>
                  </a:lnTo>
                  <a:lnTo>
                    <a:pt x="2880618" y="211124"/>
                  </a:lnTo>
                  <a:lnTo>
                    <a:pt x="2825338" y="246385"/>
                  </a:lnTo>
                  <a:lnTo>
                    <a:pt x="2773537" y="285974"/>
                  </a:lnTo>
                  <a:lnTo>
                    <a:pt x="2724329" y="330369"/>
                  </a:lnTo>
                  <a:lnTo>
                    <a:pt x="2676902" y="379895"/>
                  </a:lnTo>
                  <a:lnTo>
                    <a:pt x="2667772" y="390191"/>
                  </a:lnTo>
                  <a:lnTo>
                    <a:pt x="2629641" y="435786"/>
                  </a:lnTo>
                  <a:lnTo>
                    <a:pt x="2591875" y="484981"/>
                  </a:lnTo>
                  <a:lnTo>
                    <a:pt x="2554214" y="537848"/>
                  </a:lnTo>
                  <a:lnTo>
                    <a:pt x="2516463" y="594389"/>
                  </a:lnTo>
                  <a:lnTo>
                    <a:pt x="2478478" y="654530"/>
                  </a:lnTo>
                  <a:lnTo>
                    <a:pt x="2440163" y="718112"/>
                  </a:lnTo>
                  <a:lnTo>
                    <a:pt x="2401469" y="784889"/>
                  </a:lnTo>
                  <a:lnTo>
                    <a:pt x="2362383" y="854528"/>
                  </a:lnTo>
                  <a:lnTo>
                    <a:pt x="2322932" y="926610"/>
                  </a:lnTo>
                  <a:lnTo>
                    <a:pt x="2283170" y="1000640"/>
                  </a:lnTo>
                  <a:lnTo>
                    <a:pt x="2243178" y="1076060"/>
                  </a:lnTo>
                  <a:lnTo>
                    <a:pt x="2203052" y="1152265"/>
                  </a:lnTo>
                  <a:lnTo>
                    <a:pt x="2162899" y="1228623"/>
                  </a:lnTo>
                  <a:lnTo>
                    <a:pt x="2122830" y="1304496"/>
                  </a:lnTo>
                  <a:lnTo>
                    <a:pt x="2082947" y="1379266"/>
                  </a:lnTo>
                  <a:lnTo>
                    <a:pt x="2043338" y="1452347"/>
                  </a:lnTo>
                  <a:lnTo>
                    <a:pt x="2004072" y="1523214"/>
                  </a:lnTo>
                  <a:lnTo>
                    <a:pt x="1965189" y="1591410"/>
                  </a:lnTo>
                  <a:lnTo>
                    <a:pt x="1926696" y="1656560"/>
                  </a:lnTo>
                  <a:lnTo>
                    <a:pt x="1888562" y="1718375"/>
                  </a:lnTo>
                  <a:lnTo>
                    <a:pt x="1850713" y="1776656"/>
                  </a:lnTo>
                  <a:lnTo>
                    <a:pt x="1813031" y="1831288"/>
                  </a:lnTo>
                  <a:lnTo>
                    <a:pt x="1775344" y="1882238"/>
                  </a:lnTo>
                  <a:lnTo>
                    <a:pt x="1737424" y="1929546"/>
                  </a:lnTo>
                  <a:lnTo>
                    <a:pt x="1719082" y="1950958"/>
                  </a:lnTo>
                  <a:lnTo>
                    <a:pt x="1671920" y="2001501"/>
                  </a:lnTo>
                  <a:lnTo>
                    <a:pt x="1623121" y="2046881"/>
                  </a:lnTo>
                  <a:lnTo>
                    <a:pt x="1571896" y="2087376"/>
                  </a:lnTo>
                  <a:lnTo>
                    <a:pt x="1517368" y="2123443"/>
                  </a:lnTo>
                  <a:lnTo>
                    <a:pt x="1458643" y="2155596"/>
                  </a:lnTo>
                  <a:lnTo>
                    <a:pt x="1394896" y="2184326"/>
                  </a:lnTo>
                  <a:lnTo>
                    <a:pt x="1325468" y="2210062"/>
                  </a:lnTo>
                  <a:lnTo>
                    <a:pt x="1250004" y="2233146"/>
                  </a:lnTo>
                  <a:lnTo>
                    <a:pt x="1168631" y="2253822"/>
                  </a:lnTo>
                  <a:lnTo>
                    <a:pt x="1082167" y="2272238"/>
                  </a:lnTo>
                  <a:lnTo>
                    <a:pt x="992324" y="2288446"/>
                  </a:lnTo>
                  <a:lnTo>
                    <a:pt x="901824" y="2302428"/>
                  </a:lnTo>
                  <a:lnTo>
                    <a:pt x="814331" y="2314132"/>
                  </a:lnTo>
                  <a:lnTo>
                    <a:pt x="734090" y="2323520"/>
                  </a:lnTo>
                  <a:lnTo>
                    <a:pt x="665270" y="2330623"/>
                  </a:lnTo>
                  <a:lnTo>
                    <a:pt x="611107" y="2335593"/>
                  </a:lnTo>
                  <a:lnTo>
                    <a:pt x="573115" y="2338711"/>
                  </a:lnTo>
                  <a:lnTo>
                    <a:pt x="550630" y="2340369"/>
                  </a:lnTo>
                  <a:lnTo>
                    <a:pt x="540776" y="2341025"/>
                  </a:lnTo>
                  <a:lnTo>
                    <a:pt x="538746" y="2341149"/>
                  </a:lnTo>
                  <a:lnTo>
                    <a:pt x="538736" y="2341149"/>
                  </a:lnTo>
                  <a:lnTo>
                    <a:pt x="0" y="2341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2" name="pg1412"/>
            <p:cNvSpPr/>
            <p:nvPr/>
          </p:nvSpPr>
          <p:spPr>
            <a:xfrm>
              <a:off x="546595" y="2362039"/>
              <a:ext cx="8234974" cy="3609726"/>
            </a:xfrm>
            <a:custGeom>
              <a:avLst/>
              <a:pathLst>
                <a:path w="8234974" h="3609726">
                  <a:moveTo>
                    <a:pt x="0" y="2297593"/>
                  </a:moveTo>
                  <a:lnTo>
                    <a:pt x="538736" y="2297593"/>
                  </a:lnTo>
                  <a:lnTo>
                    <a:pt x="539947" y="2297522"/>
                  </a:lnTo>
                  <a:lnTo>
                    <a:pt x="547860" y="2297016"/>
                  </a:lnTo>
                  <a:lnTo>
                    <a:pt x="567639" y="2295616"/>
                  </a:lnTo>
                  <a:lnTo>
                    <a:pt x="602566" y="2292868"/>
                  </a:lnTo>
                  <a:lnTo>
                    <a:pt x="653747" y="2288369"/>
                  </a:lnTo>
                  <a:lnTo>
                    <a:pt x="720056" y="2281819"/>
                  </a:lnTo>
                  <a:lnTo>
                    <a:pt x="798521" y="2273047"/>
                  </a:lnTo>
                  <a:lnTo>
                    <a:pt x="885071" y="2262002"/>
                  </a:lnTo>
                  <a:lnTo>
                    <a:pt x="975404" y="2248711"/>
                  </a:lnTo>
                  <a:lnTo>
                    <a:pt x="1065698" y="2233229"/>
                  </a:lnTo>
                  <a:lnTo>
                    <a:pt x="1153034" y="2215582"/>
                  </a:lnTo>
                  <a:lnTo>
                    <a:pt x="1235512" y="2195733"/>
                  </a:lnTo>
                  <a:lnTo>
                    <a:pt x="1312162" y="2173556"/>
                  </a:lnTo>
                  <a:lnTo>
                    <a:pt x="1382745" y="2148827"/>
                  </a:lnTo>
                  <a:lnTo>
                    <a:pt x="1447543" y="2121229"/>
                  </a:lnTo>
                  <a:lnTo>
                    <a:pt x="1507174" y="2090354"/>
                  </a:lnTo>
                  <a:lnTo>
                    <a:pt x="1562445" y="2055728"/>
                  </a:lnTo>
                  <a:lnTo>
                    <a:pt x="1614244" y="2016848"/>
                  </a:lnTo>
                  <a:lnTo>
                    <a:pt x="1663461" y="1973245"/>
                  </a:lnTo>
                  <a:lnTo>
                    <a:pt x="1710909" y="1924604"/>
                  </a:lnTo>
                  <a:lnTo>
                    <a:pt x="1719082" y="1915568"/>
                  </a:lnTo>
                  <a:lnTo>
                    <a:pt x="1757506" y="1870570"/>
                  </a:lnTo>
                  <a:lnTo>
                    <a:pt x="1795561" y="1821992"/>
                  </a:lnTo>
                  <a:lnTo>
                    <a:pt x="1833511" y="1769762"/>
                  </a:lnTo>
                  <a:lnTo>
                    <a:pt x="1871558" y="1713881"/>
                  </a:lnTo>
                  <a:lnTo>
                    <a:pt x="1909847" y="1654424"/>
                  </a:lnTo>
                  <a:lnTo>
                    <a:pt x="1948472" y="1591554"/>
                  </a:lnTo>
                  <a:lnTo>
                    <a:pt x="1987485" y="1525520"/>
                  </a:lnTo>
                  <a:lnTo>
                    <a:pt x="2026894" y="1456662"/>
                  </a:lnTo>
                  <a:lnTo>
                    <a:pt x="2066672" y="1385404"/>
                  </a:lnTo>
                  <a:lnTo>
                    <a:pt x="2106760" y="1312246"/>
                  </a:lnTo>
                  <a:lnTo>
                    <a:pt x="2147075" y="1237750"/>
                  </a:lnTo>
                  <a:lnTo>
                    <a:pt x="2187517" y="1162527"/>
                  </a:lnTo>
                  <a:lnTo>
                    <a:pt x="2227976" y="1087210"/>
                  </a:lnTo>
                  <a:lnTo>
                    <a:pt x="2268339" y="1012437"/>
                  </a:lnTo>
                  <a:lnTo>
                    <a:pt x="2308503" y="938827"/>
                  </a:lnTo>
                  <a:lnTo>
                    <a:pt x="2348379" y="866959"/>
                  </a:lnTo>
                  <a:lnTo>
                    <a:pt x="2387900" y="797353"/>
                  </a:lnTo>
                  <a:lnTo>
                    <a:pt x="2427029" y="730456"/>
                  </a:lnTo>
                  <a:lnTo>
                    <a:pt x="2465765" y="666632"/>
                  </a:lnTo>
                  <a:lnTo>
                    <a:pt x="2504144" y="606157"/>
                  </a:lnTo>
                  <a:lnTo>
                    <a:pt x="2542248" y="549220"/>
                  </a:lnTo>
                  <a:lnTo>
                    <a:pt x="2580209" y="495921"/>
                  </a:lnTo>
                  <a:lnTo>
                    <a:pt x="2618209" y="446280"/>
                  </a:lnTo>
                  <a:lnTo>
                    <a:pt x="2656494" y="400248"/>
                  </a:lnTo>
                  <a:lnTo>
                    <a:pt x="2667772" y="387469"/>
                  </a:lnTo>
                  <a:lnTo>
                    <a:pt x="2714983" y="337936"/>
                  </a:lnTo>
                  <a:lnTo>
                    <a:pt x="2763836" y="293467"/>
                  </a:lnTo>
                  <a:lnTo>
                    <a:pt x="2815120" y="253791"/>
                  </a:lnTo>
                  <a:lnTo>
                    <a:pt x="2869718" y="218458"/>
                  </a:lnTo>
                  <a:lnTo>
                    <a:pt x="2928524" y="186962"/>
                  </a:lnTo>
                  <a:lnTo>
                    <a:pt x="2992366" y="158822"/>
                  </a:lnTo>
                  <a:lnTo>
                    <a:pt x="3061905" y="133617"/>
                  </a:lnTo>
                  <a:lnTo>
                    <a:pt x="3137493" y="111012"/>
                  </a:lnTo>
                  <a:lnTo>
                    <a:pt x="3218998" y="90767"/>
                  </a:lnTo>
                  <a:lnTo>
                    <a:pt x="3305593" y="72740"/>
                  </a:lnTo>
                  <a:lnTo>
                    <a:pt x="3395551" y="56878"/>
                  </a:lnTo>
                  <a:lnTo>
                    <a:pt x="3486131" y="43200"/>
                  </a:lnTo>
                  <a:lnTo>
                    <a:pt x="3573648" y="31758"/>
                  </a:lnTo>
                  <a:lnTo>
                    <a:pt x="3653839" y="22589"/>
                  </a:lnTo>
                  <a:lnTo>
                    <a:pt x="3722532" y="15660"/>
                  </a:lnTo>
                  <a:lnTo>
                    <a:pt x="3776501" y="10820"/>
                  </a:lnTo>
                  <a:lnTo>
                    <a:pt x="3814258" y="7792"/>
                  </a:lnTo>
                  <a:lnTo>
                    <a:pt x="3836508" y="6188"/>
                  </a:lnTo>
                  <a:lnTo>
                    <a:pt x="3846174" y="555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13" y="5532"/>
                  </a:lnTo>
                  <a:lnTo>
                    <a:pt x="4394110" y="6157"/>
                  </a:lnTo>
                  <a:lnTo>
                    <a:pt x="4409968" y="7885"/>
                  </a:lnTo>
                  <a:lnTo>
                    <a:pt x="4438285" y="11287"/>
                  </a:lnTo>
                  <a:lnTo>
                    <a:pt x="4480407" y="16885"/>
                  </a:lnTo>
                  <a:lnTo>
                    <a:pt x="4536034" y="25101"/>
                  </a:lnTo>
                  <a:lnTo>
                    <a:pt x="4603367" y="36215"/>
                  </a:lnTo>
                  <a:lnTo>
                    <a:pt x="4679534" y="50362"/>
                  </a:lnTo>
                  <a:lnTo>
                    <a:pt x="4761155" y="67553"/>
                  </a:lnTo>
                  <a:lnTo>
                    <a:pt x="4844912" y="87733"/>
                  </a:lnTo>
                  <a:lnTo>
                    <a:pt x="4927963" y="110838"/>
                  </a:lnTo>
                  <a:lnTo>
                    <a:pt x="5008165" y="136846"/>
                  </a:lnTo>
                  <a:lnTo>
                    <a:pt x="5084118" y="165815"/>
                  </a:lnTo>
                  <a:lnTo>
                    <a:pt x="5155088" y="197907"/>
                  </a:lnTo>
                  <a:lnTo>
                    <a:pt x="5220876" y="233393"/>
                  </a:lnTo>
                  <a:lnTo>
                    <a:pt x="5281670" y="272656"/>
                  </a:lnTo>
                  <a:lnTo>
                    <a:pt x="5337918" y="316183"/>
                  </a:lnTo>
                  <a:lnTo>
                    <a:pt x="5390229" y="364541"/>
                  </a:lnTo>
                  <a:lnTo>
                    <a:pt x="5439290" y="418350"/>
                  </a:lnTo>
                  <a:lnTo>
                    <a:pt x="5485810" y="478226"/>
                  </a:lnTo>
                  <a:lnTo>
                    <a:pt x="5530468" y="544677"/>
                  </a:lnTo>
                  <a:lnTo>
                    <a:pt x="5567201" y="606158"/>
                  </a:lnTo>
                  <a:lnTo>
                    <a:pt x="5599296" y="664814"/>
                  </a:lnTo>
                  <a:lnTo>
                    <a:pt x="5631100" y="727372"/>
                  </a:lnTo>
                  <a:lnTo>
                    <a:pt x="5662777" y="793911"/>
                  </a:lnTo>
                  <a:lnTo>
                    <a:pt x="5694457" y="864460"/>
                  </a:lnTo>
                  <a:lnTo>
                    <a:pt x="5726244" y="938991"/>
                  </a:lnTo>
                  <a:lnTo>
                    <a:pt x="5758214" y="1017415"/>
                  </a:lnTo>
                  <a:lnTo>
                    <a:pt x="5790420" y="1099577"/>
                  </a:lnTo>
                  <a:lnTo>
                    <a:pt x="5822892" y="1185255"/>
                  </a:lnTo>
                  <a:lnTo>
                    <a:pt x="5855642" y="1274159"/>
                  </a:lnTo>
                  <a:lnTo>
                    <a:pt x="5888662" y="1365931"/>
                  </a:lnTo>
                  <a:lnTo>
                    <a:pt x="5921927" y="1460154"/>
                  </a:lnTo>
                  <a:lnTo>
                    <a:pt x="5955399" y="1556353"/>
                  </a:lnTo>
                  <a:lnTo>
                    <a:pt x="5989029" y="1654009"/>
                  </a:lnTo>
                  <a:lnTo>
                    <a:pt x="6022759" y="1752567"/>
                  </a:lnTo>
                  <a:lnTo>
                    <a:pt x="6056524" y="1851450"/>
                  </a:lnTo>
                  <a:lnTo>
                    <a:pt x="6090261" y="1950074"/>
                  </a:lnTo>
                  <a:lnTo>
                    <a:pt x="6123906" y="2047860"/>
                  </a:lnTo>
                  <a:lnTo>
                    <a:pt x="6157398" y="2144251"/>
                  </a:lnTo>
                  <a:lnTo>
                    <a:pt x="6190689" y="2238721"/>
                  </a:lnTo>
                  <a:lnTo>
                    <a:pt x="6223738" y="2330792"/>
                  </a:lnTo>
                  <a:lnTo>
                    <a:pt x="6256519" y="2420038"/>
                  </a:lnTo>
                  <a:lnTo>
                    <a:pt x="6289022" y="2506096"/>
                  </a:lnTo>
                  <a:lnTo>
                    <a:pt x="6321257" y="2588667"/>
                  </a:lnTo>
                  <a:lnTo>
                    <a:pt x="6353251" y="2667522"/>
                  </a:lnTo>
                  <a:lnTo>
                    <a:pt x="6385055" y="2742498"/>
                  </a:lnTo>
                  <a:lnTo>
                    <a:pt x="6416743" y="2813499"/>
                  </a:lnTo>
                  <a:lnTo>
                    <a:pt x="6448415" y="2880490"/>
                  </a:lnTo>
                  <a:lnTo>
                    <a:pt x="6480197" y="2943494"/>
                  </a:lnTo>
                  <a:lnTo>
                    <a:pt x="6512249" y="3002585"/>
                  </a:lnTo>
                  <a:lnTo>
                    <a:pt x="6515891" y="3009012"/>
                  </a:lnTo>
                  <a:lnTo>
                    <a:pt x="6559444" y="3081229"/>
                  </a:lnTo>
                  <a:lnTo>
                    <a:pt x="6604349" y="3146636"/>
                  </a:lnTo>
                  <a:lnTo>
                    <a:pt x="6651217" y="3205535"/>
                  </a:lnTo>
                  <a:lnTo>
                    <a:pt x="6700734" y="3258459"/>
                  </a:lnTo>
                  <a:lnTo>
                    <a:pt x="6753611" y="3306029"/>
                  </a:lnTo>
                  <a:lnTo>
                    <a:pt x="6810527" y="3348860"/>
                  </a:lnTo>
                  <a:lnTo>
                    <a:pt x="6872070" y="3387509"/>
                  </a:lnTo>
                  <a:lnTo>
                    <a:pt x="6938656" y="3422447"/>
                  </a:lnTo>
                  <a:lnTo>
                    <a:pt x="7010423" y="3454040"/>
                  </a:lnTo>
                  <a:lnTo>
                    <a:pt x="7087097" y="3482543"/>
                  </a:lnTo>
                  <a:lnTo>
                    <a:pt x="7167850" y="3508100"/>
                  </a:lnTo>
                  <a:lnTo>
                    <a:pt x="7251170" y="3530755"/>
                  </a:lnTo>
                  <a:lnTo>
                    <a:pt x="7334798" y="3550477"/>
                  </a:lnTo>
                  <a:lnTo>
                    <a:pt x="7415799" y="3567199"/>
                  </a:lnTo>
                  <a:lnTo>
                    <a:pt x="7490813" y="3580872"/>
                  </a:lnTo>
                  <a:lnTo>
                    <a:pt x="7556501" y="3591526"/>
                  </a:lnTo>
                  <a:lnTo>
                    <a:pt x="7610119" y="3599314"/>
                  </a:lnTo>
                  <a:lnTo>
                    <a:pt x="7650082" y="3604541"/>
                  </a:lnTo>
                  <a:lnTo>
                    <a:pt x="7676339" y="3607647"/>
                  </a:lnTo>
                  <a:lnTo>
                    <a:pt x="7690492" y="3609167"/>
                  </a:lnTo>
                  <a:lnTo>
                    <a:pt x="7695654" y="3609673"/>
                  </a:lnTo>
                  <a:lnTo>
                    <a:pt x="7696237" y="3609726"/>
                  </a:lnTo>
                  <a:lnTo>
                    <a:pt x="8234974" y="3609726"/>
                  </a:lnTo>
                  <a:lnTo>
                    <a:pt x="8234974" y="3604281"/>
                  </a:ln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36" y="2292148"/>
                  </a:lnTo>
                  <a:lnTo>
                    <a:pt x="0" y="2292148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13" name="pl1413"/>
            <p:cNvSpPr/>
            <p:nvPr/>
          </p:nvSpPr>
          <p:spPr>
            <a:xfrm>
              <a:off x="546595" y="2367483"/>
              <a:ext cx="8234974" cy="3604281"/>
            </a:xfrm>
            <a:custGeom>
              <a:avLst/>
              <a:pathLst>
                <a:path w="8234974" h="3604281">
                  <a:moveTo>
                    <a:pt x="0" y="2292148"/>
                  </a:moveTo>
                  <a:lnTo>
                    <a:pt x="538736" y="2292148"/>
                  </a:lnTo>
                  <a:lnTo>
                    <a:pt x="539947" y="2292078"/>
                  </a:lnTo>
                  <a:lnTo>
                    <a:pt x="547860" y="2291571"/>
                  </a:lnTo>
                  <a:lnTo>
                    <a:pt x="567639" y="2290172"/>
                  </a:lnTo>
                  <a:lnTo>
                    <a:pt x="602566" y="2287423"/>
                  </a:lnTo>
                  <a:lnTo>
                    <a:pt x="653747" y="2282924"/>
                  </a:lnTo>
                  <a:lnTo>
                    <a:pt x="720056" y="2276375"/>
                  </a:lnTo>
                  <a:lnTo>
                    <a:pt x="798521" y="2267603"/>
                  </a:lnTo>
                  <a:lnTo>
                    <a:pt x="885071" y="2256557"/>
                  </a:lnTo>
                  <a:lnTo>
                    <a:pt x="975404" y="2243267"/>
                  </a:lnTo>
                  <a:lnTo>
                    <a:pt x="1065698" y="2227784"/>
                  </a:lnTo>
                  <a:lnTo>
                    <a:pt x="1153034" y="2210137"/>
                  </a:lnTo>
                  <a:lnTo>
                    <a:pt x="1235512" y="2190288"/>
                  </a:lnTo>
                  <a:lnTo>
                    <a:pt x="1312162" y="2168111"/>
                  </a:lnTo>
                  <a:lnTo>
                    <a:pt x="1382745" y="2143383"/>
                  </a:lnTo>
                  <a:lnTo>
                    <a:pt x="1447543" y="2115784"/>
                  </a:lnTo>
                  <a:lnTo>
                    <a:pt x="1507174" y="2084909"/>
                  </a:lnTo>
                  <a:lnTo>
                    <a:pt x="1562445" y="2050284"/>
                  </a:lnTo>
                  <a:lnTo>
                    <a:pt x="1614244" y="2011403"/>
                  </a:lnTo>
                  <a:lnTo>
                    <a:pt x="1663461" y="1967800"/>
                  </a:lnTo>
                  <a:lnTo>
                    <a:pt x="1710909" y="1919159"/>
                  </a:lnTo>
                  <a:lnTo>
                    <a:pt x="1719082" y="1910124"/>
                  </a:lnTo>
                  <a:lnTo>
                    <a:pt x="1757506" y="1865125"/>
                  </a:lnTo>
                  <a:lnTo>
                    <a:pt x="1795561" y="1816547"/>
                  </a:lnTo>
                  <a:lnTo>
                    <a:pt x="1833511" y="1764318"/>
                  </a:lnTo>
                  <a:lnTo>
                    <a:pt x="1871558" y="1708436"/>
                  </a:lnTo>
                  <a:lnTo>
                    <a:pt x="1909847" y="1648980"/>
                  </a:lnTo>
                  <a:lnTo>
                    <a:pt x="1948472" y="1586109"/>
                  </a:lnTo>
                  <a:lnTo>
                    <a:pt x="1987485" y="1520076"/>
                  </a:lnTo>
                  <a:lnTo>
                    <a:pt x="2026894" y="1451218"/>
                  </a:lnTo>
                  <a:lnTo>
                    <a:pt x="2066672" y="1379959"/>
                  </a:lnTo>
                  <a:lnTo>
                    <a:pt x="2106760" y="1306801"/>
                  </a:lnTo>
                  <a:lnTo>
                    <a:pt x="2147075" y="1232305"/>
                  </a:lnTo>
                  <a:lnTo>
                    <a:pt x="2187517" y="1157082"/>
                  </a:lnTo>
                  <a:lnTo>
                    <a:pt x="2227976" y="1081765"/>
                  </a:lnTo>
                  <a:lnTo>
                    <a:pt x="2268339" y="1006993"/>
                  </a:lnTo>
                  <a:lnTo>
                    <a:pt x="2308503" y="933383"/>
                  </a:lnTo>
                  <a:lnTo>
                    <a:pt x="2348379" y="861515"/>
                  </a:lnTo>
                  <a:lnTo>
                    <a:pt x="2387900" y="791908"/>
                  </a:lnTo>
                  <a:lnTo>
                    <a:pt x="2427029" y="725011"/>
                  </a:lnTo>
                  <a:lnTo>
                    <a:pt x="2465765" y="661187"/>
                  </a:lnTo>
                  <a:lnTo>
                    <a:pt x="2504144" y="600713"/>
                  </a:lnTo>
                  <a:lnTo>
                    <a:pt x="2542248" y="543775"/>
                  </a:lnTo>
                  <a:lnTo>
                    <a:pt x="2580209" y="490476"/>
                  </a:lnTo>
                  <a:lnTo>
                    <a:pt x="2618209" y="440836"/>
                  </a:lnTo>
                  <a:lnTo>
                    <a:pt x="2656494" y="394803"/>
                  </a:lnTo>
                  <a:lnTo>
                    <a:pt x="2667772" y="382024"/>
                  </a:lnTo>
                  <a:lnTo>
                    <a:pt x="2714983" y="332491"/>
                  </a:lnTo>
                  <a:lnTo>
                    <a:pt x="2763836" y="288022"/>
                  </a:lnTo>
                  <a:lnTo>
                    <a:pt x="2815120" y="248347"/>
                  </a:lnTo>
                  <a:lnTo>
                    <a:pt x="2869718" y="213013"/>
                  </a:lnTo>
                  <a:lnTo>
                    <a:pt x="2928524" y="181517"/>
                  </a:lnTo>
                  <a:lnTo>
                    <a:pt x="2992366" y="153377"/>
                  </a:lnTo>
                  <a:lnTo>
                    <a:pt x="3061905" y="128172"/>
                  </a:lnTo>
                  <a:lnTo>
                    <a:pt x="3137493" y="105567"/>
                  </a:lnTo>
                  <a:lnTo>
                    <a:pt x="3218998" y="85323"/>
                  </a:lnTo>
                  <a:lnTo>
                    <a:pt x="3305593" y="67296"/>
                  </a:lnTo>
                  <a:lnTo>
                    <a:pt x="3395551" y="51434"/>
                  </a:lnTo>
                  <a:lnTo>
                    <a:pt x="3486131" y="37756"/>
                  </a:lnTo>
                  <a:lnTo>
                    <a:pt x="3573648" y="26314"/>
                  </a:lnTo>
                  <a:lnTo>
                    <a:pt x="3653839" y="17145"/>
                  </a:lnTo>
                  <a:lnTo>
                    <a:pt x="3722532" y="10215"/>
                  </a:lnTo>
                  <a:lnTo>
                    <a:pt x="3776501" y="5375"/>
                  </a:lnTo>
                  <a:lnTo>
                    <a:pt x="3814258" y="2347"/>
                  </a:lnTo>
                  <a:lnTo>
                    <a:pt x="3836508" y="744"/>
                  </a:lnTo>
                  <a:lnTo>
                    <a:pt x="3846174" y="115"/>
                  </a:lnTo>
                  <a:lnTo>
                    <a:pt x="3848112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13" y="87"/>
                  </a:lnTo>
                  <a:lnTo>
                    <a:pt x="4394110" y="712"/>
                  </a:lnTo>
                  <a:lnTo>
                    <a:pt x="4409968" y="2441"/>
                  </a:lnTo>
                  <a:lnTo>
                    <a:pt x="4438285" y="5842"/>
                  </a:lnTo>
                  <a:lnTo>
                    <a:pt x="4480407" y="11440"/>
                  </a:lnTo>
                  <a:lnTo>
                    <a:pt x="4536034" y="19656"/>
                  </a:lnTo>
                  <a:lnTo>
                    <a:pt x="4603367" y="30771"/>
                  </a:lnTo>
                  <a:lnTo>
                    <a:pt x="4679534" y="44917"/>
                  </a:lnTo>
                  <a:lnTo>
                    <a:pt x="4761155" y="62108"/>
                  </a:lnTo>
                  <a:lnTo>
                    <a:pt x="4844912" y="82289"/>
                  </a:lnTo>
                  <a:lnTo>
                    <a:pt x="4927963" y="105394"/>
                  </a:lnTo>
                  <a:lnTo>
                    <a:pt x="5008165" y="131401"/>
                  </a:lnTo>
                  <a:lnTo>
                    <a:pt x="5084118" y="160371"/>
                  </a:lnTo>
                  <a:lnTo>
                    <a:pt x="5155088" y="192462"/>
                  </a:lnTo>
                  <a:lnTo>
                    <a:pt x="5220876" y="227948"/>
                  </a:lnTo>
                  <a:lnTo>
                    <a:pt x="5281670" y="267212"/>
                  </a:lnTo>
                  <a:lnTo>
                    <a:pt x="5337918" y="310738"/>
                  </a:lnTo>
                  <a:lnTo>
                    <a:pt x="5390229" y="359096"/>
                  </a:lnTo>
                  <a:lnTo>
                    <a:pt x="5439290" y="412906"/>
                  </a:lnTo>
                  <a:lnTo>
                    <a:pt x="5485810" y="472781"/>
                  </a:lnTo>
                  <a:lnTo>
                    <a:pt x="5530468" y="539232"/>
                  </a:lnTo>
                  <a:lnTo>
                    <a:pt x="5567201" y="600713"/>
                  </a:lnTo>
                  <a:lnTo>
                    <a:pt x="5599296" y="659369"/>
                  </a:lnTo>
                  <a:lnTo>
                    <a:pt x="5631100" y="721927"/>
                  </a:lnTo>
                  <a:lnTo>
                    <a:pt x="5662777" y="788466"/>
                  </a:lnTo>
                  <a:lnTo>
                    <a:pt x="5694457" y="859015"/>
                  </a:lnTo>
                  <a:lnTo>
                    <a:pt x="5726244" y="933546"/>
                  </a:lnTo>
                  <a:lnTo>
                    <a:pt x="5758214" y="1011970"/>
                  </a:lnTo>
                  <a:lnTo>
                    <a:pt x="5790420" y="1094133"/>
                  </a:lnTo>
                  <a:lnTo>
                    <a:pt x="5822892" y="1179811"/>
                  </a:lnTo>
                  <a:lnTo>
                    <a:pt x="5855642" y="1268714"/>
                  </a:lnTo>
                  <a:lnTo>
                    <a:pt x="5888662" y="1360487"/>
                  </a:lnTo>
                  <a:lnTo>
                    <a:pt x="5921927" y="1454709"/>
                  </a:lnTo>
                  <a:lnTo>
                    <a:pt x="5955399" y="1550909"/>
                  </a:lnTo>
                  <a:lnTo>
                    <a:pt x="5989029" y="1648565"/>
                  </a:lnTo>
                  <a:lnTo>
                    <a:pt x="6022759" y="1747123"/>
                  </a:lnTo>
                  <a:lnTo>
                    <a:pt x="6056524" y="1846006"/>
                  </a:lnTo>
                  <a:lnTo>
                    <a:pt x="6090261" y="1944629"/>
                  </a:lnTo>
                  <a:lnTo>
                    <a:pt x="6123906" y="2042416"/>
                  </a:lnTo>
                  <a:lnTo>
                    <a:pt x="6157398" y="2138806"/>
                  </a:lnTo>
                  <a:lnTo>
                    <a:pt x="6190689" y="2233276"/>
                  </a:lnTo>
                  <a:lnTo>
                    <a:pt x="6223738" y="2325347"/>
                  </a:lnTo>
                  <a:lnTo>
                    <a:pt x="6256519" y="2414594"/>
                  </a:lnTo>
                  <a:lnTo>
                    <a:pt x="6289022" y="2500652"/>
                  </a:lnTo>
                  <a:lnTo>
                    <a:pt x="6321257" y="2583223"/>
                  </a:lnTo>
                  <a:lnTo>
                    <a:pt x="6353251" y="2662078"/>
                  </a:lnTo>
                  <a:lnTo>
                    <a:pt x="6385055" y="2737054"/>
                  </a:lnTo>
                  <a:lnTo>
                    <a:pt x="6416743" y="2808055"/>
                  </a:lnTo>
                  <a:lnTo>
                    <a:pt x="6448415" y="2875046"/>
                  </a:lnTo>
                  <a:lnTo>
                    <a:pt x="6480197" y="2938050"/>
                  </a:lnTo>
                  <a:lnTo>
                    <a:pt x="6512249" y="2997141"/>
                  </a:lnTo>
                  <a:lnTo>
                    <a:pt x="6515891" y="3003568"/>
                  </a:lnTo>
                  <a:lnTo>
                    <a:pt x="6559444" y="3075785"/>
                  </a:lnTo>
                  <a:lnTo>
                    <a:pt x="6604349" y="3141192"/>
                  </a:lnTo>
                  <a:lnTo>
                    <a:pt x="6651217" y="3200091"/>
                  </a:lnTo>
                  <a:lnTo>
                    <a:pt x="6700734" y="3253015"/>
                  </a:lnTo>
                  <a:lnTo>
                    <a:pt x="6753611" y="3300585"/>
                  </a:lnTo>
                  <a:lnTo>
                    <a:pt x="6810527" y="3343415"/>
                  </a:lnTo>
                  <a:lnTo>
                    <a:pt x="6872070" y="3382065"/>
                  </a:lnTo>
                  <a:lnTo>
                    <a:pt x="6938656" y="3417003"/>
                  </a:lnTo>
                  <a:lnTo>
                    <a:pt x="7010423" y="3448596"/>
                  </a:lnTo>
                  <a:lnTo>
                    <a:pt x="7087097" y="3477098"/>
                  </a:lnTo>
                  <a:lnTo>
                    <a:pt x="7167850" y="3502655"/>
                  </a:lnTo>
                  <a:lnTo>
                    <a:pt x="7251170" y="3525310"/>
                  </a:lnTo>
                  <a:lnTo>
                    <a:pt x="7334798" y="3545032"/>
                  </a:lnTo>
                  <a:lnTo>
                    <a:pt x="7415799" y="3561754"/>
                  </a:lnTo>
                  <a:lnTo>
                    <a:pt x="7490813" y="3575428"/>
                  </a:lnTo>
                  <a:lnTo>
                    <a:pt x="7556501" y="3586081"/>
                  </a:lnTo>
                  <a:lnTo>
                    <a:pt x="7610119" y="3593870"/>
                  </a:lnTo>
                  <a:lnTo>
                    <a:pt x="7650082" y="3599097"/>
                  </a:lnTo>
                  <a:lnTo>
                    <a:pt x="7676339" y="3602203"/>
                  </a:lnTo>
                  <a:lnTo>
                    <a:pt x="7690492" y="3603723"/>
                  </a:lnTo>
                  <a:lnTo>
                    <a:pt x="7695654" y="3604228"/>
                  </a:lnTo>
                  <a:lnTo>
                    <a:pt x="7696237" y="3604281"/>
                  </a:lnTo>
                  <a:lnTo>
                    <a:pt x="8234974" y="3604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4" name="pl1414"/>
            <p:cNvSpPr/>
            <p:nvPr/>
          </p:nvSpPr>
          <p:spPr>
            <a:xfrm>
              <a:off x="546595" y="2362039"/>
              <a:ext cx="8234974" cy="3604281"/>
            </a:xfrm>
            <a:custGeom>
              <a:avLst/>
              <a:pathLst>
                <a:path w="8234974" h="3604281">
                  <a:moveTo>
                    <a:pt x="8234974" y="3604281"/>
                  </a:move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8" y="70"/>
                  </a:lnTo>
                  <a:lnTo>
                    <a:pt x="3838994" y="577"/>
                  </a:lnTo>
                  <a:lnTo>
                    <a:pt x="3819216" y="1976"/>
                  </a:lnTo>
                  <a:lnTo>
                    <a:pt x="3784288" y="4724"/>
                  </a:lnTo>
                  <a:lnTo>
                    <a:pt x="3733108" y="9223"/>
                  </a:lnTo>
                  <a:lnTo>
                    <a:pt x="3666799" y="15773"/>
                  </a:lnTo>
                  <a:lnTo>
                    <a:pt x="3588334" y="24545"/>
                  </a:lnTo>
                  <a:lnTo>
                    <a:pt x="3501783" y="35590"/>
                  </a:lnTo>
                  <a:lnTo>
                    <a:pt x="3411451" y="48881"/>
                  </a:lnTo>
                  <a:lnTo>
                    <a:pt x="3321157" y="64364"/>
                  </a:lnTo>
                  <a:lnTo>
                    <a:pt x="3233821" y="82010"/>
                  </a:lnTo>
                  <a:lnTo>
                    <a:pt x="3151342" y="101860"/>
                  </a:lnTo>
                  <a:lnTo>
                    <a:pt x="3074692" y="124037"/>
                  </a:lnTo>
                  <a:lnTo>
                    <a:pt x="3004110" y="148765"/>
                  </a:lnTo>
                  <a:lnTo>
                    <a:pt x="2939311" y="176363"/>
                  </a:lnTo>
                  <a:lnTo>
                    <a:pt x="2879680" y="207239"/>
                  </a:lnTo>
                  <a:lnTo>
                    <a:pt x="2824410" y="241864"/>
                  </a:lnTo>
                  <a:lnTo>
                    <a:pt x="2772611" y="280745"/>
                  </a:lnTo>
                  <a:lnTo>
                    <a:pt x="2723393" y="324348"/>
                  </a:lnTo>
                  <a:lnTo>
                    <a:pt x="2675945" y="372989"/>
                  </a:lnTo>
                  <a:lnTo>
                    <a:pt x="2667772" y="382024"/>
                  </a:lnTo>
                  <a:lnTo>
                    <a:pt x="2629349" y="427022"/>
                  </a:lnTo>
                  <a:lnTo>
                    <a:pt x="2591294" y="475601"/>
                  </a:lnTo>
                  <a:lnTo>
                    <a:pt x="2553343" y="527830"/>
                  </a:lnTo>
                  <a:lnTo>
                    <a:pt x="2515296" y="583712"/>
                  </a:lnTo>
                  <a:lnTo>
                    <a:pt x="2477008" y="643168"/>
                  </a:lnTo>
                  <a:lnTo>
                    <a:pt x="2438382" y="706039"/>
                  </a:lnTo>
                  <a:lnTo>
                    <a:pt x="2399370" y="772072"/>
                  </a:lnTo>
                  <a:lnTo>
                    <a:pt x="2359960" y="840930"/>
                  </a:lnTo>
                  <a:lnTo>
                    <a:pt x="2320183" y="912188"/>
                  </a:lnTo>
                  <a:lnTo>
                    <a:pt x="2280094" y="985347"/>
                  </a:lnTo>
                  <a:lnTo>
                    <a:pt x="2239779" y="1059842"/>
                  </a:lnTo>
                  <a:lnTo>
                    <a:pt x="2199337" y="1135066"/>
                  </a:lnTo>
                  <a:lnTo>
                    <a:pt x="2158879" y="1210383"/>
                  </a:lnTo>
                  <a:lnTo>
                    <a:pt x="2118516" y="1285155"/>
                  </a:lnTo>
                  <a:lnTo>
                    <a:pt x="2078351" y="1358765"/>
                  </a:lnTo>
                  <a:lnTo>
                    <a:pt x="2038476" y="1430633"/>
                  </a:lnTo>
                  <a:lnTo>
                    <a:pt x="1998955" y="1500239"/>
                  </a:lnTo>
                  <a:lnTo>
                    <a:pt x="1959825" y="1567137"/>
                  </a:lnTo>
                  <a:lnTo>
                    <a:pt x="1921090" y="1630961"/>
                  </a:lnTo>
                  <a:lnTo>
                    <a:pt x="1882711" y="1691435"/>
                  </a:lnTo>
                  <a:lnTo>
                    <a:pt x="1844606" y="1748372"/>
                  </a:lnTo>
                  <a:lnTo>
                    <a:pt x="1806646" y="1801672"/>
                  </a:lnTo>
                  <a:lnTo>
                    <a:pt x="1768645" y="1851312"/>
                  </a:lnTo>
                  <a:lnTo>
                    <a:pt x="1730361" y="1897345"/>
                  </a:lnTo>
                  <a:lnTo>
                    <a:pt x="1719082" y="1910124"/>
                  </a:lnTo>
                  <a:lnTo>
                    <a:pt x="1671871" y="1959657"/>
                  </a:lnTo>
                  <a:lnTo>
                    <a:pt x="1623019" y="2004126"/>
                  </a:lnTo>
                  <a:lnTo>
                    <a:pt x="1571734" y="2043801"/>
                  </a:lnTo>
                  <a:lnTo>
                    <a:pt x="1517137" y="2079135"/>
                  </a:lnTo>
                  <a:lnTo>
                    <a:pt x="1458331" y="2110631"/>
                  </a:lnTo>
                  <a:lnTo>
                    <a:pt x="1394488" y="2138771"/>
                  </a:lnTo>
                  <a:lnTo>
                    <a:pt x="1324950" y="2163976"/>
                  </a:lnTo>
                  <a:lnTo>
                    <a:pt x="1249362" y="2186580"/>
                  </a:lnTo>
                  <a:lnTo>
                    <a:pt x="1167856" y="2206825"/>
                  </a:lnTo>
                  <a:lnTo>
                    <a:pt x="1081262" y="2224852"/>
                  </a:lnTo>
                  <a:lnTo>
                    <a:pt x="991303" y="2240714"/>
                  </a:lnTo>
                  <a:lnTo>
                    <a:pt x="900724" y="2254392"/>
                  </a:lnTo>
                  <a:lnTo>
                    <a:pt x="813207" y="2265834"/>
                  </a:lnTo>
                  <a:lnTo>
                    <a:pt x="733015" y="2275003"/>
                  </a:lnTo>
                  <a:lnTo>
                    <a:pt x="664322" y="2281933"/>
                  </a:lnTo>
                  <a:lnTo>
                    <a:pt x="610353" y="2286773"/>
                  </a:lnTo>
                  <a:lnTo>
                    <a:pt x="572597" y="2289800"/>
                  </a:lnTo>
                  <a:lnTo>
                    <a:pt x="550346" y="2291404"/>
                  </a:lnTo>
                  <a:lnTo>
                    <a:pt x="540680" y="2292033"/>
                  </a:lnTo>
                  <a:lnTo>
                    <a:pt x="538743" y="2292148"/>
                  </a:lnTo>
                  <a:lnTo>
                    <a:pt x="538736" y="2292148"/>
                  </a:lnTo>
                  <a:lnTo>
                    <a:pt x="0" y="2292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5" name="pg1415"/>
            <p:cNvSpPr/>
            <p:nvPr/>
          </p:nvSpPr>
          <p:spPr>
            <a:xfrm>
              <a:off x="546595" y="603454"/>
              <a:ext cx="8234974" cy="4132401"/>
            </a:xfrm>
            <a:custGeom>
              <a:avLst/>
              <a:pathLst>
                <a:path w="8234974" h="4132401">
                  <a:moveTo>
                    <a:pt x="0" y="4132401"/>
                  </a:moveTo>
                  <a:lnTo>
                    <a:pt x="538736" y="4132401"/>
                  </a:lnTo>
                  <a:lnTo>
                    <a:pt x="540023" y="4132371"/>
                  </a:lnTo>
                  <a:lnTo>
                    <a:pt x="548424" y="4132157"/>
                  </a:lnTo>
                  <a:lnTo>
                    <a:pt x="569372" y="4131566"/>
                  </a:lnTo>
                  <a:lnTo>
                    <a:pt x="606248" y="4130405"/>
                  </a:lnTo>
                  <a:lnTo>
                    <a:pt x="660048" y="4128509"/>
                  </a:lnTo>
                  <a:lnTo>
                    <a:pt x="729366" y="4125754"/>
                  </a:lnTo>
                  <a:lnTo>
                    <a:pt x="810863" y="4122076"/>
                  </a:lnTo>
                  <a:lnTo>
                    <a:pt x="900122" y="4117457"/>
                  </a:lnTo>
                  <a:lnTo>
                    <a:pt x="992605" y="4111914"/>
                  </a:lnTo>
                  <a:lnTo>
                    <a:pt x="1084395" y="4105468"/>
                  </a:lnTo>
                  <a:lnTo>
                    <a:pt x="1172600" y="4098126"/>
                  </a:lnTo>
                  <a:lnTo>
                    <a:pt x="1255432" y="4089865"/>
                  </a:lnTo>
                  <a:lnTo>
                    <a:pt x="1332063" y="4080621"/>
                  </a:lnTo>
                  <a:lnTo>
                    <a:pt x="1402407" y="4070290"/>
                  </a:lnTo>
                  <a:lnTo>
                    <a:pt x="1466882" y="4058726"/>
                  </a:lnTo>
                  <a:lnTo>
                    <a:pt x="1526221" y="4045747"/>
                  </a:lnTo>
                  <a:lnTo>
                    <a:pt x="1581321" y="4031148"/>
                  </a:lnTo>
                  <a:lnTo>
                    <a:pt x="1633138" y="4014716"/>
                  </a:lnTo>
                  <a:lnTo>
                    <a:pt x="1682597" y="3996272"/>
                  </a:lnTo>
                  <a:lnTo>
                    <a:pt x="1719082" y="3980861"/>
                  </a:lnTo>
                  <a:lnTo>
                    <a:pt x="1767575" y="3958065"/>
                  </a:lnTo>
                  <a:lnTo>
                    <a:pt x="1815596" y="3932985"/>
                  </a:lnTo>
                  <a:lnTo>
                    <a:pt x="1863626" y="3905588"/>
                  </a:lnTo>
                  <a:lnTo>
                    <a:pt x="1911997" y="3875913"/>
                  </a:lnTo>
                  <a:lnTo>
                    <a:pt x="1960909" y="3844085"/>
                  </a:lnTo>
                  <a:lnTo>
                    <a:pt x="2010448" y="3810317"/>
                  </a:lnTo>
                  <a:lnTo>
                    <a:pt x="2060598" y="3774913"/>
                  </a:lnTo>
                  <a:lnTo>
                    <a:pt x="2111259" y="3738256"/>
                  </a:lnTo>
                  <a:lnTo>
                    <a:pt x="2162265" y="3700795"/>
                  </a:lnTo>
                  <a:lnTo>
                    <a:pt x="2213408" y="3663022"/>
                  </a:lnTo>
                  <a:lnTo>
                    <a:pt x="2264462" y="3625450"/>
                  </a:lnTo>
                  <a:lnTo>
                    <a:pt x="2315215" y="3588577"/>
                  </a:lnTo>
                  <a:lnTo>
                    <a:pt x="2365488" y="3552863"/>
                  </a:lnTo>
                  <a:lnTo>
                    <a:pt x="2415165" y="3518709"/>
                  </a:lnTo>
                  <a:lnTo>
                    <a:pt x="2464211" y="3486435"/>
                  </a:lnTo>
                  <a:lnTo>
                    <a:pt x="2512687" y="3456276"/>
                  </a:lnTo>
                  <a:lnTo>
                    <a:pt x="2560768" y="3428374"/>
                  </a:lnTo>
                  <a:lnTo>
                    <a:pt x="2608755" y="3402788"/>
                  </a:lnTo>
                  <a:lnTo>
                    <a:pt x="2657095" y="3379498"/>
                  </a:lnTo>
                  <a:lnTo>
                    <a:pt x="2667772" y="3374703"/>
                  </a:lnTo>
                  <a:lnTo>
                    <a:pt x="2715991" y="3354663"/>
                  </a:lnTo>
                  <a:lnTo>
                    <a:pt x="2765939" y="3336716"/>
                  </a:lnTo>
                  <a:lnTo>
                    <a:pt x="2818458" y="3320743"/>
                  </a:lnTo>
                  <a:lnTo>
                    <a:pt x="2874492" y="3306554"/>
                  </a:lnTo>
                  <a:lnTo>
                    <a:pt x="2934989" y="3293934"/>
                  </a:lnTo>
                  <a:lnTo>
                    <a:pt x="3000818" y="3282682"/>
                  </a:lnTo>
                  <a:lnTo>
                    <a:pt x="3072653" y="3272624"/>
                  </a:lnTo>
                  <a:lnTo>
                    <a:pt x="3150808" y="3263625"/>
                  </a:lnTo>
                  <a:lnTo>
                    <a:pt x="3235042" y="3255589"/>
                  </a:lnTo>
                  <a:lnTo>
                    <a:pt x="3324314" y="3248464"/>
                  </a:lnTo>
                  <a:lnTo>
                    <a:pt x="3416577" y="3242233"/>
                  </a:lnTo>
                  <a:lnTo>
                    <a:pt x="3508674" y="3236910"/>
                  </a:lnTo>
                  <a:lnTo>
                    <a:pt x="3596490" y="3232518"/>
                  </a:lnTo>
                  <a:lnTo>
                    <a:pt x="3675435" y="3229065"/>
                  </a:lnTo>
                  <a:lnTo>
                    <a:pt x="3741263" y="3226525"/>
                  </a:lnTo>
                  <a:lnTo>
                    <a:pt x="3791032" y="3224819"/>
                  </a:lnTo>
                  <a:lnTo>
                    <a:pt x="3823889" y="3223812"/>
                  </a:lnTo>
                  <a:lnTo>
                    <a:pt x="3841425" y="3223329"/>
                  </a:lnTo>
                  <a:lnTo>
                    <a:pt x="3847546" y="3223177"/>
                  </a:lnTo>
                  <a:lnTo>
                    <a:pt x="3848118" y="3223164"/>
                  </a:lnTo>
                  <a:lnTo>
                    <a:pt x="4386855" y="3223164"/>
                  </a:lnTo>
                  <a:lnTo>
                    <a:pt x="4387990" y="3223071"/>
                  </a:lnTo>
                  <a:lnTo>
                    <a:pt x="4395419" y="3222406"/>
                  </a:lnTo>
                  <a:lnTo>
                    <a:pt x="4414028" y="3220568"/>
                  </a:lnTo>
                  <a:lnTo>
                    <a:pt x="4446998" y="3216957"/>
                  </a:lnTo>
                  <a:lnTo>
                    <a:pt x="4495523" y="3211036"/>
                  </a:lnTo>
                  <a:lnTo>
                    <a:pt x="4558744" y="3202396"/>
                  </a:lnTo>
                  <a:lnTo>
                    <a:pt x="4634052" y="3190789"/>
                  </a:lnTo>
                  <a:lnTo>
                    <a:pt x="4717726" y="3176130"/>
                  </a:lnTo>
                  <a:lnTo>
                    <a:pt x="4805718" y="3158444"/>
                  </a:lnTo>
                  <a:lnTo>
                    <a:pt x="4894326" y="3137800"/>
                  </a:lnTo>
                  <a:lnTo>
                    <a:pt x="4980625" y="3114247"/>
                  </a:lnTo>
                  <a:lnTo>
                    <a:pt x="5062621" y="3087758"/>
                  </a:lnTo>
                  <a:lnTo>
                    <a:pt x="5139204" y="3058198"/>
                  </a:lnTo>
                  <a:lnTo>
                    <a:pt x="5209985" y="3025311"/>
                  </a:lnTo>
                  <a:lnTo>
                    <a:pt x="5275105" y="2988712"/>
                  </a:lnTo>
                  <a:lnTo>
                    <a:pt x="5335061" y="2947901"/>
                  </a:lnTo>
                  <a:lnTo>
                    <a:pt x="5390561" y="2902282"/>
                  </a:lnTo>
                  <a:lnTo>
                    <a:pt x="5442420" y="2851199"/>
                  </a:lnTo>
                  <a:lnTo>
                    <a:pt x="5491480" y="2794003"/>
                  </a:lnTo>
                  <a:lnTo>
                    <a:pt x="5538540" y="2730174"/>
                  </a:lnTo>
                  <a:lnTo>
                    <a:pt x="5567201" y="2686877"/>
                  </a:lnTo>
                  <a:lnTo>
                    <a:pt x="5600874" y="2631832"/>
                  </a:lnTo>
                  <a:lnTo>
                    <a:pt x="5634237" y="2572946"/>
                  </a:lnTo>
                  <a:lnTo>
                    <a:pt x="5667475" y="2510140"/>
                  </a:lnTo>
                  <a:lnTo>
                    <a:pt x="5700736" y="2443393"/>
                  </a:lnTo>
                  <a:lnTo>
                    <a:pt x="5734132" y="2372743"/>
                  </a:lnTo>
                  <a:lnTo>
                    <a:pt x="5767746" y="2298298"/>
                  </a:lnTo>
                  <a:lnTo>
                    <a:pt x="5801633" y="2220235"/>
                  </a:lnTo>
                  <a:lnTo>
                    <a:pt x="5835819" y="2138808"/>
                  </a:lnTo>
                  <a:lnTo>
                    <a:pt x="5870310" y="2054340"/>
                  </a:lnTo>
                  <a:lnTo>
                    <a:pt x="5905088" y="1967228"/>
                  </a:lnTo>
                  <a:lnTo>
                    <a:pt x="5940117" y="1877932"/>
                  </a:lnTo>
                  <a:lnTo>
                    <a:pt x="5975346" y="1786965"/>
                  </a:lnTo>
                  <a:lnTo>
                    <a:pt x="6010712" y="1694887"/>
                  </a:lnTo>
                  <a:lnTo>
                    <a:pt x="6046142" y="1602286"/>
                  </a:lnTo>
                  <a:lnTo>
                    <a:pt x="6081563" y="1509762"/>
                  </a:lnTo>
                  <a:lnTo>
                    <a:pt x="6116900" y="1417917"/>
                  </a:lnTo>
                  <a:lnTo>
                    <a:pt x="6152083" y="1327332"/>
                  </a:lnTo>
                  <a:lnTo>
                    <a:pt x="6187051" y="1238554"/>
                  </a:lnTo>
                  <a:lnTo>
                    <a:pt x="6221757" y="1152087"/>
                  </a:lnTo>
                  <a:lnTo>
                    <a:pt x="6256170" y="1068373"/>
                  </a:lnTo>
                  <a:lnTo>
                    <a:pt x="6290278" y="987789"/>
                  </a:lnTo>
                  <a:lnTo>
                    <a:pt x="6324090" y="910644"/>
                  </a:lnTo>
                  <a:lnTo>
                    <a:pt x="6357641" y="837169"/>
                  </a:lnTo>
                  <a:lnTo>
                    <a:pt x="6390993" y="767524"/>
                  </a:lnTo>
                  <a:lnTo>
                    <a:pt x="6424236" y="701798"/>
                  </a:lnTo>
                  <a:lnTo>
                    <a:pt x="6457490" y="640013"/>
                  </a:lnTo>
                  <a:lnTo>
                    <a:pt x="6490914" y="582133"/>
                  </a:lnTo>
                  <a:lnTo>
                    <a:pt x="6515891" y="541731"/>
                  </a:lnTo>
                  <a:lnTo>
                    <a:pt x="6562059" y="473633"/>
                  </a:lnTo>
                  <a:lnTo>
                    <a:pt x="6609783" y="412345"/>
                  </a:lnTo>
                  <a:lnTo>
                    <a:pt x="6659798" y="357518"/>
                  </a:lnTo>
                  <a:lnTo>
                    <a:pt x="6712928" y="308568"/>
                  </a:lnTo>
                  <a:lnTo>
                    <a:pt x="6770011" y="264832"/>
                  </a:lnTo>
                  <a:lnTo>
                    <a:pt x="6831834" y="225670"/>
                  </a:lnTo>
                  <a:lnTo>
                    <a:pt x="6899040" y="190519"/>
                  </a:lnTo>
                  <a:lnTo>
                    <a:pt x="6972010" y="158921"/>
                  </a:lnTo>
                  <a:lnTo>
                    <a:pt x="7050709" y="130540"/>
                  </a:lnTo>
                  <a:lnTo>
                    <a:pt x="7134498" y="105164"/>
                  </a:lnTo>
                  <a:lnTo>
                    <a:pt x="7221950" y="82703"/>
                  </a:lnTo>
                  <a:lnTo>
                    <a:pt x="7310718" y="63163"/>
                  </a:lnTo>
                  <a:lnTo>
                    <a:pt x="7397551" y="46607"/>
                  </a:lnTo>
                  <a:lnTo>
                    <a:pt x="7478553" y="33098"/>
                  </a:lnTo>
                  <a:lnTo>
                    <a:pt x="7549710" y="22625"/>
                  </a:lnTo>
                  <a:lnTo>
                    <a:pt x="7607629" y="15045"/>
                  </a:lnTo>
                  <a:lnTo>
                    <a:pt x="7650298" y="10048"/>
                  </a:lnTo>
                  <a:lnTo>
                    <a:pt x="7677616" y="7172"/>
                  </a:lnTo>
                  <a:lnTo>
                    <a:pt x="7691550" y="5847"/>
                  </a:lnTo>
                  <a:lnTo>
                    <a:pt x="7695955" y="546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2" y="93"/>
                  </a:lnTo>
                  <a:lnTo>
                    <a:pt x="7687673" y="757"/>
                  </a:lnTo>
                  <a:lnTo>
                    <a:pt x="7669064" y="2595"/>
                  </a:lnTo>
                  <a:lnTo>
                    <a:pt x="7636095" y="6206"/>
                  </a:lnTo>
                  <a:lnTo>
                    <a:pt x="7587570" y="12127"/>
                  </a:lnTo>
                  <a:lnTo>
                    <a:pt x="7524348" y="20768"/>
                  </a:lnTo>
                  <a:lnTo>
                    <a:pt x="7449041" y="32374"/>
                  </a:lnTo>
                  <a:lnTo>
                    <a:pt x="7365367" y="47033"/>
                  </a:lnTo>
                  <a:lnTo>
                    <a:pt x="7277375" y="64719"/>
                  </a:lnTo>
                  <a:lnTo>
                    <a:pt x="7188767" y="85363"/>
                  </a:lnTo>
                  <a:lnTo>
                    <a:pt x="7102468" y="108916"/>
                  </a:lnTo>
                  <a:lnTo>
                    <a:pt x="7020471" y="135405"/>
                  </a:lnTo>
                  <a:lnTo>
                    <a:pt x="6943888" y="164965"/>
                  </a:lnTo>
                  <a:lnTo>
                    <a:pt x="6873108" y="197852"/>
                  </a:lnTo>
                  <a:lnTo>
                    <a:pt x="6807988" y="234452"/>
                  </a:lnTo>
                  <a:lnTo>
                    <a:pt x="6748032" y="275262"/>
                  </a:lnTo>
                  <a:lnTo>
                    <a:pt x="6692532" y="320881"/>
                  </a:lnTo>
                  <a:lnTo>
                    <a:pt x="6640673" y="371965"/>
                  </a:lnTo>
                  <a:lnTo>
                    <a:pt x="6591612" y="429161"/>
                  </a:lnTo>
                  <a:lnTo>
                    <a:pt x="6544553" y="492989"/>
                  </a:lnTo>
                  <a:lnTo>
                    <a:pt x="6515891" y="536286"/>
                  </a:lnTo>
                  <a:lnTo>
                    <a:pt x="6482218" y="591331"/>
                  </a:lnTo>
                  <a:lnTo>
                    <a:pt x="6448855" y="650217"/>
                  </a:lnTo>
                  <a:lnTo>
                    <a:pt x="6415617" y="713023"/>
                  </a:lnTo>
                  <a:lnTo>
                    <a:pt x="6382357" y="779770"/>
                  </a:lnTo>
                  <a:lnTo>
                    <a:pt x="6348960" y="850420"/>
                  </a:lnTo>
                  <a:lnTo>
                    <a:pt x="6315346" y="924865"/>
                  </a:lnTo>
                  <a:lnTo>
                    <a:pt x="6281460" y="1002928"/>
                  </a:lnTo>
                  <a:lnTo>
                    <a:pt x="6247273" y="1084356"/>
                  </a:lnTo>
                  <a:lnTo>
                    <a:pt x="6212782" y="1168823"/>
                  </a:lnTo>
                  <a:lnTo>
                    <a:pt x="6178004" y="1255935"/>
                  </a:lnTo>
                  <a:lnTo>
                    <a:pt x="6142975" y="1345231"/>
                  </a:lnTo>
                  <a:lnTo>
                    <a:pt x="6107746" y="1436198"/>
                  </a:lnTo>
                  <a:lnTo>
                    <a:pt x="6072381" y="1528276"/>
                  </a:lnTo>
                  <a:lnTo>
                    <a:pt x="6036950" y="1620878"/>
                  </a:lnTo>
                  <a:lnTo>
                    <a:pt x="6001529" y="1713401"/>
                  </a:lnTo>
                  <a:lnTo>
                    <a:pt x="5966192" y="1805246"/>
                  </a:lnTo>
                  <a:lnTo>
                    <a:pt x="5931010" y="1895832"/>
                  </a:lnTo>
                  <a:lnTo>
                    <a:pt x="5896041" y="1984609"/>
                  </a:lnTo>
                  <a:lnTo>
                    <a:pt x="5861335" y="2071076"/>
                  </a:lnTo>
                  <a:lnTo>
                    <a:pt x="5826922" y="2154791"/>
                  </a:lnTo>
                  <a:lnTo>
                    <a:pt x="5792815" y="2235374"/>
                  </a:lnTo>
                  <a:lnTo>
                    <a:pt x="5759003" y="2312519"/>
                  </a:lnTo>
                  <a:lnTo>
                    <a:pt x="5725451" y="2385994"/>
                  </a:lnTo>
                  <a:lnTo>
                    <a:pt x="5692099" y="2455640"/>
                  </a:lnTo>
                  <a:lnTo>
                    <a:pt x="5658857" y="2521366"/>
                  </a:lnTo>
                  <a:lnTo>
                    <a:pt x="5625602" y="2583150"/>
                  </a:lnTo>
                  <a:lnTo>
                    <a:pt x="5592178" y="2641030"/>
                  </a:lnTo>
                  <a:lnTo>
                    <a:pt x="5567201" y="2681433"/>
                  </a:lnTo>
                  <a:lnTo>
                    <a:pt x="5521033" y="2749530"/>
                  </a:lnTo>
                  <a:lnTo>
                    <a:pt x="5473309" y="2810819"/>
                  </a:lnTo>
                  <a:lnTo>
                    <a:pt x="5423294" y="2865645"/>
                  </a:lnTo>
                  <a:lnTo>
                    <a:pt x="5370165" y="2914596"/>
                  </a:lnTo>
                  <a:lnTo>
                    <a:pt x="5313081" y="2958332"/>
                  </a:lnTo>
                  <a:lnTo>
                    <a:pt x="5251258" y="2997493"/>
                  </a:lnTo>
                  <a:lnTo>
                    <a:pt x="5184052" y="3032644"/>
                  </a:lnTo>
                  <a:lnTo>
                    <a:pt x="5111082" y="3064242"/>
                  </a:lnTo>
                  <a:lnTo>
                    <a:pt x="5032384" y="3092624"/>
                  </a:lnTo>
                  <a:lnTo>
                    <a:pt x="4948594" y="3117999"/>
                  </a:lnTo>
                  <a:lnTo>
                    <a:pt x="4861142" y="3140460"/>
                  </a:lnTo>
                  <a:lnTo>
                    <a:pt x="4772375" y="3160000"/>
                  </a:lnTo>
                  <a:lnTo>
                    <a:pt x="4685541" y="3176556"/>
                  </a:lnTo>
                  <a:lnTo>
                    <a:pt x="4604539" y="3190065"/>
                  </a:lnTo>
                  <a:lnTo>
                    <a:pt x="4533383" y="3200538"/>
                  </a:lnTo>
                  <a:lnTo>
                    <a:pt x="4475464" y="3208118"/>
                  </a:lnTo>
                  <a:lnTo>
                    <a:pt x="4432795" y="3213115"/>
                  </a:lnTo>
                  <a:lnTo>
                    <a:pt x="4405477" y="3215991"/>
                  </a:lnTo>
                  <a:lnTo>
                    <a:pt x="4391543" y="3217316"/>
                  </a:lnTo>
                  <a:lnTo>
                    <a:pt x="4387137" y="3217697"/>
                  </a:lnTo>
                  <a:lnTo>
                    <a:pt x="4386855" y="3217719"/>
                  </a:lnTo>
                  <a:lnTo>
                    <a:pt x="3848118" y="3217719"/>
                  </a:lnTo>
                  <a:lnTo>
                    <a:pt x="3846831" y="3217749"/>
                  </a:lnTo>
                  <a:lnTo>
                    <a:pt x="3838431" y="3217963"/>
                  </a:lnTo>
                  <a:lnTo>
                    <a:pt x="3817482" y="3218554"/>
                  </a:lnTo>
                  <a:lnTo>
                    <a:pt x="3780607" y="3219715"/>
                  </a:lnTo>
                  <a:lnTo>
                    <a:pt x="3726807" y="3221611"/>
                  </a:lnTo>
                  <a:lnTo>
                    <a:pt x="3657488" y="3224366"/>
                  </a:lnTo>
                  <a:lnTo>
                    <a:pt x="3575992" y="3228044"/>
                  </a:lnTo>
                  <a:lnTo>
                    <a:pt x="3486732" y="3232663"/>
                  </a:lnTo>
                  <a:lnTo>
                    <a:pt x="3394250" y="3238206"/>
                  </a:lnTo>
                  <a:lnTo>
                    <a:pt x="3302460" y="3244652"/>
                  </a:lnTo>
                  <a:lnTo>
                    <a:pt x="3214254" y="3251994"/>
                  </a:lnTo>
                  <a:lnTo>
                    <a:pt x="3131423" y="3260255"/>
                  </a:lnTo>
                  <a:lnTo>
                    <a:pt x="3054791" y="3269499"/>
                  </a:lnTo>
                  <a:lnTo>
                    <a:pt x="2984448" y="3279830"/>
                  </a:lnTo>
                  <a:lnTo>
                    <a:pt x="2919972" y="3291394"/>
                  </a:lnTo>
                  <a:lnTo>
                    <a:pt x="2860634" y="3304373"/>
                  </a:lnTo>
                  <a:lnTo>
                    <a:pt x="2805534" y="3318972"/>
                  </a:lnTo>
                  <a:lnTo>
                    <a:pt x="2753717" y="3335404"/>
                  </a:lnTo>
                  <a:lnTo>
                    <a:pt x="2704257" y="3353849"/>
                  </a:lnTo>
                  <a:lnTo>
                    <a:pt x="2667772" y="3369259"/>
                  </a:lnTo>
                  <a:lnTo>
                    <a:pt x="2619279" y="3392056"/>
                  </a:lnTo>
                  <a:lnTo>
                    <a:pt x="2571258" y="3417135"/>
                  </a:lnTo>
                  <a:lnTo>
                    <a:pt x="2523228" y="3444533"/>
                  </a:lnTo>
                  <a:lnTo>
                    <a:pt x="2474858" y="3474208"/>
                  </a:lnTo>
                  <a:lnTo>
                    <a:pt x="2425946" y="3506036"/>
                  </a:lnTo>
                  <a:lnTo>
                    <a:pt x="2376407" y="3539803"/>
                  </a:lnTo>
                  <a:lnTo>
                    <a:pt x="2326256" y="3575207"/>
                  </a:lnTo>
                  <a:lnTo>
                    <a:pt x="2275595" y="3611864"/>
                  </a:lnTo>
                  <a:lnTo>
                    <a:pt x="2224589" y="3649326"/>
                  </a:lnTo>
                  <a:lnTo>
                    <a:pt x="2173447" y="3687098"/>
                  </a:lnTo>
                  <a:lnTo>
                    <a:pt x="2122392" y="3724670"/>
                  </a:lnTo>
                  <a:lnTo>
                    <a:pt x="2071640" y="3761543"/>
                  </a:lnTo>
                  <a:lnTo>
                    <a:pt x="2021367" y="3797257"/>
                  </a:lnTo>
                  <a:lnTo>
                    <a:pt x="1971689" y="3831411"/>
                  </a:lnTo>
                  <a:lnTo>
                    <a:pt x="1922644" y="3863685"/>
                  </a:lnTo>
                  <a:lnTo>
                    <a:pt x="1874168" y="3893844"/>
                  </a:lnTo>
                  <a:lnTo>
                    <a:pt x="1826087" y="3921746"/>
                  </a:lnTo>
                  <a:lnTo>
                    <a:pt x="1778099" y="3947332"/>
                  </a:lnTo>
                  <a:lnTo>
                    <a:pt x="1729759" y="3970622"/>
                  </a:lnTo>
                  <a:lnTo>
                    <a:pt x="1719082" y="3975417"/>
                  </a:lnTo>
                  <a:lnTo>
                    <a:pt x="1670863" y="3995457"/>
                  </a:lnTo>
                  <a:lnTo>
                    <a:pt x="1620916" y="4013404"/>
                  </a:lnTo>
                  <a:lnTo>
                    <a:pt x="1568396" y="4029377"/>
                  </a:lnTo>
                  <a:lnTo>
                    <a:pt x="1512363" y="4043567"/>
                  </a:lnTo>
                  <a:lnTo>
                    <a:pt x="1451866" y="4056187"/>
                  </a:lnTo>
                  <a:lnTo>
                    <a:pt x="1386036" y="4067439"/>
                  </a:lnTo>
                  <a:lnTo>
                    <a:pt x="1314202" y="4077496"/>
                  </a:lnTo>
                  <a:lnTo>
                    <a:pt x="1236046" y="4086495"/>
                  </a:lnTo>
                  <a:lnTo>
                    <a:pt x="1151813" y="4094531"/>
                  </a:lnTo>
                  <a:lnTo>
                    <a:pt x="1062541" y="4101657"/>
                  </a:lnTo>
                  <a:lnTo>
                    <a:pt x="970278" y="4107887"/>
                  </a:lnTo>
                  <a:lnTo>
                    <a:pt x="878180" y="4113210"/>
                  </a:lnTo>
                  <a:lnTo>
                    <a:pt x="790364" y="4117603"/>
                  </a:lnTo>
                  <a:lnTo>
                    <a:pt x="711419" y="4121055"/>
                  </a:lnTo>
                  <a:lnTo>
                    <a:pt x="645592" y="4123595"/>
                  </a:lnTo>
                  <a:lnTo>
                    <a:pt x="595823" y="4125302"/>
                  </a:lnTo>
                  <a:lnTo>
                    <a:pt x="562965" y="4126308"/>
                  </a:lnTo>
                  <a:lnTo>
                    <a:pt x="545429" y="4126791"/>
                  </a:lnTo>
                  <a:lnTo>
                    <a:pt x="539308" y="4126943"/>
                  </a:lnTo>
                  <a:lnTo>
                    <a:pt x="538736" y="4126956"/>
                  </a:lnTo>
                  <a:lnTo>
                    <a:pt x="0" y="412695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16" name="pl1416"/>
            <p:cNvSpPr/>
            <p:nvPr/>
          </p:nvSpPr>
          <p:spPr>
            <a:xfrm>
              <a:off x="546595" y="608899"/>
              <a:ext cx="8234974" cy="4126956"/>
            </a:xfrm>
            <a:custGeom>
              <a:avLst/>
              <a:pathLst>
                <a:path w="8234974" h="4126956">
                  <a:moveTo>
                    <a:pt x="0" y="4126956"/>
                  </a:moveTo>
                  <a:lnTo>
                    <a:pt x="538736" y="4126956"/>
                  </a:lnTo>
                  <a:lnTo>
                    <a:pt x="540023" y="4126926"/>
                  </a:lnTo>
                  <a:lnTo>
                    <a:pt x="548424" y="4126713"/>
                  </a:lnTo>
                  <a:lnTo>
                    <a:pt x="569372" y="4126121"/>
                  </a:lnTo>
                  <a:lnTo>
                    <a:pt x="606248" y="4124961"/>
                  </a:lnTo>
                  <a:lnTo>
                    <a:pt x="660048" y="4123064"/>
                  </a:lnTo>
                  <a:lnTo>
                    <a:pt x="729366" y="4120310"/>
                  </a:lnTo>
                  <a:lnTo>
                    <a:pt x="810863" y="4116631"/>
                  </a:lnTo>
                  <a:lnTo>
                    <a:pt x="900122" y="4112013"/>
                  </a:lnTo>
                  <a:lnTo>
                    <a:pt x="992605" y="4106470"/>
                  </a:lnTo>
                  <a:lnTo>
                    <a:pt x="1084395" y="4100024"/>
                  </a:lnTo>
                  <a:lnTo>
                    <a:pt x="1172600" y="4092682"/>
                  </a:lnTo>
                  <a:lnTo>
                    <a:pt x="1255432" y="4084420"/>
                  </a:lnTo>
                  <a:lnTo>
                    <a:pt x="1332063" y="4075177"/>
                  </a:lnTo>
                  <a:lnTo>
                    <a:pt x="1402407" y="4064846"/>
                  </a:lnTo>
                  <a:lnTo>
                    <a:pt x="1466882" y="4053282"/>
                  </a:lnTo>
                  <a:lnTo>
                    <a:pt x="1526221" y="4040303"/>
                  </a:lnTo>
                  <a:lnTo>
                    <a:pt x="1581321" y="4025704"/>
                  </a:lnTo>
                  <a:lnTo>
                    <a:pt x="1633138" y="4009272"/>
                  </a:lnTo>
                  <a:lnTo>
                    <a:pt x="1682597" y="3990827"/>
                  </a:lnTo>
                  <a:lnTo>
                    <a:pt x="1719082" y="3975417"/>
                  </a:lnTo>
                  <a:lnTo>
                    <a:pt x="1767575" y="3952620"/>
                  </a:lnTo>
                  <a:lnTo>
                    <a:pt x="1815596" y="3927540"/>
                  </a:lnTo>
                  <a:lnTo>
                    <a:pt x="1863626" y="3900143"/>
                  </a:lnTo>
                  <a:lnTo>
                    <a:pt x="1911997" y="3870468"/>
                  </a:lnTo>
                  <a:lnTo>
                    <a:pt x="1960909" y="3838640"/>
                  </a:lnTo>
                  <a:lnTo>
                    <a:pt x="2010448" y="3804873"/>
                  </a:lnTo>
                  <a:lnTo>
                    <a:pt x="2060598" y="3769469"/>
                  </a:lnTo>
                  <a:lnTo>
                    <a:pt x="2111259" y="3732811"/>
                  </a:lnTo>
                  <a:lnTo>
                    <a:pt x="2162265" y="3695350"/>
                  </a:lnTo>
                  <a:lnTo>
                    <a:pt x="2213408" y="3657578"/>
                  </a:lnTo>
                  <a:lnTo>
                    <a:pt x="2264462" y="3620006"/>
                  </a:lnTo>
                  <a:lnTo>
                    <a:pt x="2315215" y="3583132"/>
                  </a:lnTo>
                  <a:lnTo>
                    <a:pt x="2365488" y="3547419"/>
                  </a:lnTo>
                  <a:lnTo>
                    <a:pt x="2415165" y="3513264"/>
                  </a:lnTo>
                  <a:lnTo>
                    <a:pt x="2464211" y="3480991"/>
                  </a:lnTo>
                  <a:lnTo>
                    <a:pt x="2512687" y="3450831"/>
                  </a:lnTo>
                  <a:lnTo>
                    <a:pt x="2560768" y="3422930"/>
                  </a:lnTo>
                  <a:lnTo>
                    <a:pt x="2608755" y="3397344"/>
                  </a:lnTo>
                  <a:lnTo>
                    <a:pt x="2657095" y="3374054"/>
                  </a:lnTo>
                  <a:lnTo>
                    <a:pt x="2667772" y="3369259"/>
                  </a:lnTo>
                  <a:lnTo>
                    <a:pt x="2715991" y="3349219"/>
                  </a:lnTo>
                  <a:lnTo>
                    <a:pt x="2765939" y="3331271"/>
                  </a:lnTo>
                  <a:lnTo>
                    <a:pt x="2818458" y="3315299"/>
                  </a:lnTo>
                  <a:lnTo>
                    <a:pt x="2874492" y="3301109"/>
                  </a:lnTo>
                  <a:lnTo>
                    <a:pt x="2934989" y="3288489"/>
                  </a:lnTo>
                  <a:lnTo>
                    <a:pt x="3000818" y="3277237"/>
                  </a:lnTo>
                  <a:lnTo>
                    <a:pt x="3072653" y="3267180"/>
                  </a:lnTo>
                  <a:lnTo>
                    <a:pt x="3150808" y="3258180"/>
                  </a:lnTo>
                  <a:lnTo>
                    <a:pt x="3235042" y="3250144"/>
                  </a:lnTo>
                  <a:lnTo>
                    <a:pt x="3324314" y="3243019"/>
                  </a:lnTo>
                  <a:lnTo>
                    <a:pt x="3416577" y="3236789"/>
                  </a:lnTo>
                  <a:lnTo>
                    <a:pt x="3508674" y="3231466"/>
                  </a:lnTo>
                  <a:lnTo>
                    <a:pt x="3596490" y="3227073"/>
                  </a:lnTo>
                  <a:lnTo>
                    <a:pt x="3675435" y="3223620"/>
                  </a:lnTo>
                  <a:lnTo>
                    <a:pt x="3741263" y="3221080"/>
                  </a:lnTo>
                  <a:lnTo>
                    <a:pt x="3791032" y="3219374"/>
                  </a:lnTo>
                  <a:lnTo>
                    <a:pt x="3823889" y="3218367"/>
                  </a:lnTo>
                  <a:lnTo>
                    <a:pt x="3841425" y="3217884"/>
                  </a:lnTo>
                  <a:lnTo>
                    <a:pt x="3847546" y="3217732"/>
                  </a:lnTo>
                  <a:lnTo>
                    <a:pt x="3848118" y="3217719"/>
                  </a:lnTo>
                  <a:lnTo>
                    <a:pt x="4386855" y="3217719"/>
                  </a:lnTo>
                  <a:lnTo>
                    <a:pt x="4387990" y="3217626"/>
                  </a:lnTo>
                  <a:lnTo>
                    <a:pt x="4395419" y="3216961"/>
                  </a:lnTo>
                  <a:lnTo>
                    <a:pt x="4414028" y="3215124"/>
                  </a:lnTo>
                  <a:lnTo>
                    <a:pt x="4446998" y="3211513"/>
                  </a:lnTo>
                  <a:lnTo>
                    <a:pt x="4495523" y="3205592"/>
                  </a:lnTo>
                  <a:lnTo>
                    <a:pt x="4558744" y="3196951"/>
                  </a:lnTo>
                  <a:lnTo>
                    <a:pt x="4634052" y="3185345"/>
                  </a:lnTo>
                  <a:lnTo>
                    <a:pt x="4717726" y="3170686"/>
                  </a:lnTo>
                  <a:lnTo>
                    <a:pt x="4805718" y="3152999"/>
                  </a:lnTo>
                  <a:lnTo>
                    <a:pt x="4894326" y="3132355"/>
                  </a:lnTo>
                  <a:lnTo>
                    <a:pt x="4980625" y="3108802"/>
                  </a:lnTo>
                  <a:lnTo>
                    <a:pt x="5062621" y="3082313"/>
                  </a:lnTo>
                  <a:lnTo>
                    <a:pt x="5139204" y="3052754"/>
                  </a:lnTo>
                  <a:lnTo>
                    <a:pt x="5209985" y="3019866"/>
                  </a:lnTo>
                  <a:lnTo>
                    <a:pt x="5275105" y="2983267"/>
                  </a:lnTo>
                  <a:lnTo>
                    <a:pt x="5335061" y="2942457"/>
                  </a:lnTo>
                  <a:lnTo>
                    <a:pt x="5390561" y="2896838"/>
                  </a:lnTo>
                  <a:lnTo>
                    <a:pt x="5442420" y="2845754"/>
                  </a:lnTo>
                  <a:lnTo>
                    <a:pt x="5491480" y="2788558"/>
                  </a:lnTo>
                  <a:lnTo>
                    <a:pt x="5538540" y="2724730"/>
                  </a:lnTo>
                  <a:lnTo>
                    <a:pt x="5567201" y="2681433"/>
                  </a:lnTo>
                  <a:lnTo>
                    <a:pt x="5600874" y="2626387"/>
                  </a:lnTo>
                  <a:lnTo>
                    <a:pt x="5634237" y="2567501"/>
                  </a:lnTo>
                  <a:lnTo>
                    <a:pt x="5667475" y="2504696"/>
                  </a:lnTo>
                  <a:lnTo>
                    <a:pt x="5700736" y="2437949"/>
                  </a:lnTo>
                  <a:lnTo>
                    <a:pt x="5734132" y="2367299"/>
                  </a:lnTo>
                  <a:lnTo>
                    <a:pt x="5767746" y="2292853"/>
                  </a:lnTo>
                  <a:lnTo>
                    <a:pt x="5801633" y="2214791"/>
                  </a:lnTo>
                  <a:lnTo>
                    <a:pt x="5835819" y="2133363"/>
                  </a:lnTo>
                  <a:lnTo>
                    <a:pt x="5870310" y="2048896"/>
                  </a:lnTo>
                  <a:lnTo>
                    <a:pt x="5905088" y="1961784"/>
                  </a:lnTo>
                  <a:lnTo>
                    <a:pt x="5940117" y="1872487"/>
                  </a:lnTo>
                  <a:lnTo>
                    <a:pt x="5975346" y="1781521"/>
                  </a:lnTo>
                  <a:lnTo>
                    <a:pt x="6010712" y="1689443"/>
                  </a:lnTo>
                  <a:lnTo>
                    <a:pt x="6046142" y="1596841"/>
                  </a:lnTo>
                  <a:lnTo>
                    <a:pt x="6081563" y="1504318"/>
                  </a:lnTo>
                  <a:lnTo>
                    <a:pt x="6116900" y="1412472"/>
                  </a:lnTo>
                  <a:lnTo>
                    <a:pt x="6152083" y="1321887"/>
                  </a:lnTo>
                  <a:lnTo>
                    <a:pt x="6187051" y="1233110"/>
                  </a:lnTo>
                  <a:lnTo>
                    <a:pt x="6221757" y="1146642"/>
                  </a:lnTo>
                  <a:lnTo>
                    <a:pt x="6256170" y="1062928"/>
                  </a:lnTo>
                  <a:lnTo>
                    <a:pt x="6290278" y="982345"/>
                  </a:lnTo>
                  <a:lnTo>
                    <a:pt x="6324090" y="905199"/>
                  </a:lnTo>
                  <a:lnTo>
                    <a:pt x="6357641" y="831724"/>
                  </a:lnTo>
                  <a:lnTo>
                    <a:pt x="6390993" y="762079"/>
                  </a:lnTo>
                  <a:lnTo>
                    <a:pt x="6424236" y="696353"/>
                  </a:lnTo>
                  <a:lnTo>
                    <a:pt x="6457490" y="634569"/>
                  </a:lnTo>
                  <a:lnTo>
                    <a:pt x="6490914" y="576689"/>
                  </a:lnTo>
                  <a:lnTo>
                    <a:pt x="6515891" y="536286"/>
                  </a:lnTo>
                  <a:lnTo>
                    <a:pt x="6562059" y="468189"/>
                  </a:lnTo>
                  <a:lnTo>
                    <a:pt x="6609783" y="406900"/>
                  </a:lnTo>
                  <a:lnTo>
                    <a:pt x="6659798" y="352074"/>
                  </a:lnTo>
                  <a:lnTo>
                    <a:pt x="6712928" y="303123"/>
                  </a:lnTo>
                  <a:lnTo>
                    <a:pt x="6770011" y="259387"/>
                  </a:lnTo>
                  <a:lnTo>
                    <a:pt x="6831834" y="220226"/>
                  </a:lnTo>
                  <a:lnTo>
                    <a:pt x="6899040" y="185075"/>
                  </a:lnTo>
                  <a:lnTo>
                    <a:pt x="6972010" y="153477"/>
                  </a:lnTo>
                  <a:lnTo>
                    <a:pt x="7050709" y="125095"/>
                  </a:lnTo>
                  <a:lnTo>
                    <a:pt x="7134498" y="99720"/>
                  </a:lnTo>
                  <a:lnTo>
                    <a:pt x="7221950" y="77258"/>
                  </a:lnTo>
                  <a:lnTo>
                    <a:pt x="7310718" y="57718"/>
                  </a:lnTo>
                  <a:lnTo>
                    <a:pt x="7397551" y="41163"/>
                  </a:lnTo>
                  <a:lnTo>
                    <a:pt x="7478553" y="27653"/>
                  </a:lnTo>
                  <a:lnTo>
                    <a:pt x="7549710" y="17180"/>
                  </a:lnTo>
                  <a:lnTo>
                    <a:pt x="7607629" y="9600"/>
                  </a:lnTo>
                  <a:lnTo>
                    <a:pt x="7650298" y="4604"/>
                  </a:lnTo>
                  <a:lnTo>
                    <a:pt x="7677616" y="1728"/>
                  </a:lnTo>
                  <a:lnTo>
                    <a:pt x="7691550" y="403"/>
                  </a:lnTo>
                  <a:lnTo>
                    <a:pt x="7695955" y="2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7" name="pl1417"/>
            <p:cNvSpPr/>
            <p:nvPr/>
          </p:nvSpPr>
          <p:spPr>
            <a:xfrm>
              <a:off x="546595" y="603454"/>
              <a:ext cx="8234974" cy="4126956"/>
            </a:xfrm>
            <a:custGeom>
              <a:avLst/>
              <a:pathLst>
                <a:path w="8234974" h="4126956">
                  <a:moveTo>
                    <a:pt x="8234974" y="0"/>
                  </a:moveTo>
                  <a:lnTo>
                    <a:pt x="7696237" y="0"/>
                  </a:lnTo>
                  <a:lnTo>
                    <a:pt x="7695102" y="93"/>
                  </a:lnTo>
                  <a:lnTo>
                    <a:pt x="7687673" y="757"/>
                  </a:lnTo>
                  <a:lnTo>
                    <a:pt x="7669064" y="2595"/>
                  </a:lnTo>
                  <a:lnTo>
                    <a:pt x="7636095" y="6206"/>
                  </a:lnTo>
                  <a:lnTo>
                    <a:pt x="7587570" y="12127"/>
                  </a:lnTo>
                  <a:lnTo>
                    <a:pt x="7524348" y="20768"/>
                  </a:lnTo>
                  <a:lnTo>
                    <a:pt x="7449041" y="32374"/>
                  </a:lnTo>
                  <a:lnTo>
                    <a:pt x="7365367" y="47033"/>
                  </a:lnTo>
                  <a:lnTo>
                    <a:pt x="7277375" y="64719"/>
                  </a:lnTo>
                  <a:lnTo>
                    <a:pt x="7188767" y="85363"/>
                  </a:lnTo>
                  <a:lnTo>
                    <a:pt x="7102468" y="108916"/>
                  </a:lnTo>
                  <a:lnTo>
                    <a:pt x="7020471" y="135405"/>
                  </a:lnTo>
                  <a:lnTo>
                    <a:pt x="6943888" y="164965"/>
                  </a:lnTo>
                  <a:lnTo>
                    <a:pt x="6873108" y="197852"/>
                  </a:lnTo>
                  <a:lnTo>
                    <a:pt x="6807988" y="234452"/>
                  </a:lnTo>
                  <a:lnTo>
                    <a:pt x="6748032" y="275262"/>
                  </a:lnTo>
                  <a:lnTo>
                    <a:pt x="6692532" y="320881"/>
                  </a:lnTo>
                  <a:lnTo>
                    <a:pt x="6640673" y="371965"/>
                  </a:lnTo>
                  <a:lnTo>
                    <a:pt x="6591612" y="429161"/>
                  </a:lnTo>
                  <a:lnTo>
                    <a:pt x="6544553" y="492989"/>
                  </a:lnTo>
                  <a:lnTo>
                    <a:pt x="6515891" y="536286"/>
                  </a:lnTo>
                  <a:lnTo>
                    <a:pt x="6482218" y="591331"/>
                  </a:lnTo>
                  <a:lnTo>
                    <a:pt x="6448855" y="650217"/>
                  </a:lnTo>
                  <a:lnTo>
                    <a:pt x="6415617" y="713023"/>
                  </a:lnTo>
                  <a:lnTo>
                    <a:pt x="6382357" y="779770"/>
                  </a:lnTo>
                  <a:lnTo>
                    <a:pt x="6348960" y="850420"/>
                  </a:lnTo>
                  <a:lnTo>
                    <a:pt x="6315346" y="924865"/>
                  </a:lnTo>
                  <a:lnTo>
                    <a:pt x="6281460" y="1002928"/>
                  </a:lnTo>
                  <a:lnTo>
                    <a:pt x="6247273" y="1084356"/>
                  </a:lnTo>
                  <a:lnTo>
                    <a:pt x="6212782" y="1168823"/>
                  </a:lnTo>
                  <a:lnTo>
                    <a:pt x="6178004" y="1255935"/>
                  </a:lnTo>
                  <a:lnTo>
                    <a:pt x="6142975" y="1345231"/>
                  </a:lnTo>
                  <a:lnTo>
                    <a:pt x="6107746" y="1436198"/>
                  </a:lnTo>
                  <a:lnTo>
                    <a:pt x="6072381" y="1528276"/>
                  </a:lnTo>
                  <a:lnTo>
                    <a:pt x="6036950" y="1620878"/>
                  </a:lnTo>
                  <a:lnTo>
                    <a:pt x="6001529" y="1713401"/>
                  </a:lnTo>
                  <a:lnTo>
                    <a:pt x="5966192" y="1805246"/>
                  </a:lnTo>
                  <a:lnTo>
                    <a:pt x="5931010" y="1895832"/>
                  </a:lnTo>
                  <a:lnTo>
                    <a:pt x="5896041" y="1984609"/>
                  </a:lnTo>
                  <a:lnTo>
                    <a:pt x="5861335" y="2071076"/>
                  </a:lnTo>
                  <a:lnTo>
                    <a:pt x="5826922" y="2154791"/>
                  </a:lnTo>
                  <a:lnTo>
                    <a:pt x="5792815" y="2235374"/>
                  </a:lnTo>
                  <a:lnTo>
                    <a:pt x="5759003" y="2312519"/>
                  </a:lnTo>
                  <a:lnTo>
                    <a:pt x="5725451" y="2385994"/>
                  </a:lnTo>
                  <a:lnTo>
                    <a:pt x="5692099" y="2455640"/>
                  </a:lnTo>
                  <a:lnTo>
                    <a:pt x="5658857" y="2521366"/>
                  </a:lnTo>
                  <a:lnTo>
                    <a:pt x="5625602" y="2583150"/>
                  </a:lnTo>
                  <a:lnTo>
                    <a:pt x="5592178" y="2641030"/>
                  </a:lnTo>
                  <a:lnTo>
                    <a:pt x="5567201" y="2681433"/>
                  </a:lnTo>
                  <a:lnTo>
                    <a:pt x="5521033" y="2749530"/>
                  </a:lnTo>
                  <a:lnTo>
                    <a:pt x="5473309" y="2810819"/>
                  </a:lnTo>
                  <a:lnTo>
                    <a:pt x="5423294" y="2865645"/>
                  </a:lnTo>
                  <a:lnTo>
                    <a:pt x="5370165" y="2914596"/>
                  </a:lnTo>
                  <a:lnTo>
                    <a:pt x="5313081" y="2958332"/>
                  </a:lnTo>
                  <a:lnTo>
                    <a:pt x="5251258" y="2997493"/>
                  </a:lnTo>
                  <a:lnTo>
                    <a:pt x="5184052" y="3032644"/>
                  </a:lnTo>
                  <a:lnTo>
                    <a:pt x="5111082" y="3064242"/>
                  </a:lnTo>
                  <a:lnTo>
                    <a:pt x="5032384" y="3092624"/>
                  </a:lnTo>
                  <a:lnTo>
                    <a:pt x="4948594" y="3117999"/>
                  </a:lnTo>
                  <a:lnTo>
                    <a:pt x="4861142" y="3140460"/>
                  </a:lnTo>
                  <a:lnTo>
                    <a:pt x="4772375" y="3160000"/>
                  </a:lnTo>
                  <a:lnTo>
                    <a:pt x="4685541" y="3176556"/>
                  </a:lnTo>
                  <a:lnTo>
                    <a:pt x="4604539" y="3190065"/>
                  </a:lnTo>
                  <a:lnTo>
                    <a:pt x="4533383" y="3200538"/>
                  </a:lnTo>
                  <a:lnTo>
                    <a:pt x="4475464" y="3208118"/>
                  </a:lnTo>
                  <a:lnTo>
                    <a:pt x="4432795" y="3213115"/>
                  </a:lnTo>
                  <a:lnTo>
                    <a:pt x="4405477" y="3215991"/>
                  </a:lnTo>
                  <a:lnTo>
                    <a:pt x="4391543" y="3217316"/>
                  </a:lnTo>
                  <a:lnTo>
                    <a:pt x="4387137" y="3217697"/>
                  </a:lnTo>
                  <a:lnTo>
                    <a:pt x="4386855" y="3217719"/>
                  </a:lnTo>
                  <a:lnTo>
                    <a:pt x="3848118" y="3217719"/>
                  </a:lnTo>
                  <a:lnTo>
                    <a:pt x="3846831" y="3217749"/>
                  </a:lnTo>
                  <a:lnTo>
                    <a:pt x="3838431" y="3217963"/>
                  </a:lnTo>
                  <a:lnTo>
                    <a:pt x="3817482" y="3218554"/>
                  </a:lnTo>
                  <a:lnTo>
                    <a:pt x="3780607" y="3219715"/>
                  </a:lnTo>
                  <a:lnTo>
                    <a:pt x="3726807" y="3221611"/>
                  </a:lnTo>
                  <a:lnTo>
                    <a:pt x="3657488" y="3224366"/>
                  </a:lnTo>
                  <a:lnTo>
                    <a:pt x="3575992" y="3228044"/>
                  </a:lnTo>
                  <a:lnTo>
                    <a:pt x="3486732" y="3232663"/>
                  </a:lnTo>
                  <a:lnTo>
                    <a:pt x="3394250" y="3238206"/>
                  </a:lnTo>
                  <a:lnTo>
                    <a:pt x="3302460" y="3244652"/>
                  </a:lnTo>
                  <a:lnTo>
                    <a:pt x="3214254" y="3251994"/>
                  </a:lnTo>
                  <a:lnTo>
                    <a:pt x="3131423" y="3260255"/>
                  </a:lnTo>
                  <a:lnTo>
                    <a:pt x="3054791" y="3269499"/>
                  </a:lnTo>
                  <a:lnTo>
                    <a:pt x="2984448" y="3279830"/>
                  </a:lnTo>
                  <a:lnTo>
                    <a:pt x="2919972" y="3291394"/>
                  </a:lnTo>
                  <a:lnTo>
                    <a:pt x="2860634" y="3304373"/>
                  </a:lnTo>
                  <a:lnTo>
                    <a:pt x="2805534" y="3318972"/>
                  </a:lnTo>
                  <a:lnTo>
                    <a:pt x="2753717" y="3335404"/>
                  </a:lnTo>
                  <a:lnTo>
                    <a:pt x="2704257" y="3353849"/>
                  </a:lnTo>
                  <a:lnTo>
                    <a:pt x="2667772" y="3369259"/>
                  </a:lnTo>
                  <a:lnTo>
                    <a:pt x="2619279" y="3392056"/>
                  </a:lnTo>
                  <a:lnTo>
                    <a:pt x="2571258" y="3417135"/>
                  </a:lnTo>
                  <a:lnTo>
                    <a:pt x="2523228" y="3444533"/>
                  </a:lnTo>
                  <a:lnTo>
                    <a:pt x="2474858" y="3474208"/>
                  </a:lnTo>
                  <a:lnTo>
                    <a:pt x="2425946" y="3506036"/>
                  </a:lnTo>
                  <a:lnTo>
                    <a:pt x="2376407" y="3539803"/>
                  </a:lnTo>
                  <a:lnTo>
                    <a:pt x="2326256" y="3575207"/>
                  </a:lnTo>
                  <a:lnTo>
                    <a:pt x="2275595" y="3611864"/>
                  </a:lnTo>
                  <a:lnTo>
                    <a:pt x="2224589" y="3649326"/>
                  </a:lnTo>
                  <a:lnTo>
                    <a:pt x="2173447" y="3687098"/>
                  </a:lnTo>
                  <a:lnTo>
                    <a:pt x="2122392" y="3724670"/>
                  </a:lnTo>
                  <a:lnTo>
                    <a:pt x="2071640" y="3761543"/>
                  </a:lnTo>
                  <a:lnTo>
                    <a:pt x="2021367" y="3797257"/>
                  </a:lnTo>
                  <a:lnTo>
                    <a:pt x="1971689" y="3831411"/>
                  </a:lnTo>
                  <a:lnTo>
                    <a:pt x="1922644" y="3863685"/>
                  </a:lnTo>
                  <a:lnTo>
                    <a:pt x="1874168" y="3893844"/>
                  </a:lnTo>
                  <a:lnTo>
                    <a:pt x="1826087" y="3921746"/>
                  </a:lnTo>
                  <a:lnTo>
                    <a:pt x="1778099" y="3947332"/>
                  </a:lnTo>
                  <a:lnTo>
                    <a:pt x="1729759" y="3970622"/>
                  </a:lnTo>
                  <a:lnTo>
                    <a:pt x="1719082" y="3975417"/>
                  </a:lnTo>
                  <a:lnTo>
                    <a:pt x="1670863" y="3995457"/>
                  </a:lnTo>
                  <a:lnTo>
                    <a:pt x="1620916" y="4013404"/>
                  </a:lnTo>
                  <a:lnTo>
                    <a:pt x="1568396" y="4029377"/>
                  </a:lnTo>
                  <a:lnTo>
                    <a:pt x="1512363" y="4043567"/>
                  </a:lnTo>
                  <a:lnTo>
                    <a:pt x="1451866" y="4056187"/>
                  </a:lnTo>
                  <a:lnTo>
                    <a:pt x="1386036" y="4067439"/>
                  </a:lnTo>
                  <a:lnTo>
                    <a:pt x="1314202" y="4077496"/>
                  </a:lnTo>
                  <a:lnTo>
                    <a:pt x="1236046" y="4086495"/>
                  </a:lnTo>
                  <a:lnTo>
                    <a:pt x="1151813" y="4094531"/>
                  </a:lnTo>
                  <a:lnTo>
                    <a:pt x="1062541" y="4101657"/>
                  </a:lnTo>
                  <a:lnTo>
                    <a:pt x="970278" y="4107887"/>
                  </a:lnTo>
                  <a:lnTo>
                    <a:pt x="878180" y="4113210"/>
                  </a:lnTo>
                  <a:lnTo>
                    <a:pt x="790364" y="4117603"/>
                  </a:lnTo>
                  <a:lnTo>
                    <a:pt x="711419" y="4121055"/>
                  </a:lnTo>
                  <a:lnTo>
                    <a:pt x="645592" y="4123595"/>
                  </a:lnTo>
                  <a:lnTo>
                    <a:pt x="595823" y="4125302"/>
                  </a:lnTo>
                  <a:lnTo>
                    <a:pt x="562965" y="4126308"/>
                  </a:lnTo>
                  <a:lnTo>
                    <a:pt x="545429" y="4126791"/>
                  </a:lnTo>
                  <a:lnTo>
                    <a:pt x="539308" y="4126943"/>
                  </a:lnTo>
                  <a:lnTo>
                    <a:pt x="538736" y="4126956"/>
                  </a:lnTo>
                  <a:lnTo>
                    <a:pt x="0" y="41269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8" name="pg1418"/>
            <p:cNvSpPr/>
            <p:nvPr/>
          </p:nvSpPr>
          <p:spPr>
            <a:xfrm>
              <a:off x="546595" y="3902842"/>
              <a:ext cx="8234974" cy="849347"/>
            </a:xfrm>
            <a:custGeom>
              <a:avLst/>
              <a:pathLst>
                <a:path w="8234974" h="849347">
                  <a:moveTo>
                    <a:pt x="0" y="849347"/>
                  </a:moveTo>
                  <a:lnTo>
                    <a:pt x="538736" y="849347"/>
                  </a:lnTo>
                  <a:lnTo>
                    <a:pt x="540026" y="849319"/>
                  </a:lnTo>
                  <a:lnTo>
                    <a:pt x="548442" y="849123"/>
                  </a:lnTo>
                  <a:lnTo>
                    <a:pt x="569428" y="848580"/>
                  </a:lnTo>
                  <a:lnTo>
                    <a:pt x="606366" y="847515"/>
                  </a:lnTo>
                  <a:lnTo>
                    <a:pt x="660250" y="845774"/>
                  </a:lnTo>
                  <a:lnTo>
                    <a:pt x="729664" y="843246"/>
                  </a:lnTo>
                  <a:lnTo>
                    <a:pt x="811256" y="839870"/>
                  </a:lnTo>
                  <a:lnTo>
                    <a:pt x="900600" y="835632"/>
                  </a:lnTo>
                  <a:lnTo>
                    <a:pt x="993149" y="830545"/>
                  </a:lnTo>
                  <a:lnTo>
                    <a:pt x="1084984" y="824631"/>
                  </a:lnTo>
                  <a:lnTo>
                    <a:pt x="1173215" y="817894"/>
                  </a:lnTo>
                  <a:lnTo>
                    <a:pt x="1256056" y="810314"/>
                  </a:lnTo>
                  <a:lnTo>
                    <a:pt x="1332686" y="801832"/>
                  </a:lnTo>
                  <a:lnTo>
                    <a:pt x="1403021" y="792352"/>
                  </a:lnTo>
                  <a:lnTo>
                    <a:pt x="1467486" y="781739"/>
                  </a:lnTo>
                  <a:lnTo>
                    <a:pt x="1526816" y="769826"/>
                  </a:lnTo>
                  <a:lnTo>
                    <a:pt x="1581911" y="756425"/>
                  </a:lnTo>
                  <a:lnTo>
                    <a:pt x="1633730" y="741341"/>
                  </a:lnTo>
                  <a:lnTo>
                    <a:pt x="1683199" y="724408"/>
                  </a:lnTo>
                  <a:lnTo>
                    <a:pt x="1719082" y="710511"/>
                  </a:lnTo>
                  <a:lnTo>
                    <a:pt x="1768153" y="689362"/>
                  </a:lnTo>
                  <a:lnTo>
                    <a:pt x="1816746" y="666071"/>
                  </a:lnTo>
                  <a:lnTo>
                    <a:pt x="1865359" y="640605"/>
                  </a:lnTo>
                  <a:lnTo>
                    <a:pt x="1914330" y="613005"/>
                  </a:lnTo>
                  <a:lnTo>
                    <a:pt x="1963862" y="583393"/>
                  </a:lnTo>
                  <a:lnTo>
                    <a:pt x="2014037" y="551976"/>
                  </a:lnTo>
                  <a:lnTo>
                    <a:pt x="2064834" y="519047"/>
                  </a:lnTo>
                  <a:lnTo>
                    <a:pt x="2116141" y="484976"/>
                  </a:lnTo>
                  <a:lnTo>
                    <a:pt x="2167783" y="450193"/>
                  </a:lnTo>
                  <a:lnTo>
                    <a:pt x="2219540" y="415170"/>
                  </a:lnTo>
                  <a:lnTo>
                    <a:pt x="2271179" y="380392"/>
                  </a:lnTo>
                  <a:lnTo>
                    <a:pt x="2322483" y="346329"/>
                  </a:lnTo>
                  <a:lnTo>
                    <a:pt x="2373274" y="313412"/>
                  </a:lnTo>
                  <a:lnTo>
                    <a:pt x="2423444" y="282010"/>
                  </a:lnTo>
                  <a:lnTo>
                    <a:pt x="2472970" y="252416"/>
                  </a:lnTo>
                  <a:lnTo>
                    <a:pt x="2521936" y="224835"/>
                  </a:lnTo>
                  <a:lnTo>
                    <a:pt x="2570547" y="199388"/>
                  </a:lnTo>
                  <a:lnTo>
                    <a:pt x="2619143" y="176117"/>
                  </a:lnTo>
                  <a:lnTo>
                    <a:pt x="2667772" y="155169"/>
                  </a:lnTo>
                  <a:lnTo>
                    <a:pt x="2716023" y="136797"/>
                  </a:lnTo>
                  <a:lnTo>
                    <a:pt x="2766005" y="120346"/>
                  </a:lnTo>
                  <a:lnTo>
                    <a:pt x="2818564" y="105705"/>
                  </a:lnTo>
                  <a:lnTo>
                    <a:pt x="2874643" y="92700"/>
                  </a:lnTo>
                  <a:lnTo>
                    <a:pt x="2935194" y="81135"/>
                  </a:lnTo>
                  <a:lnTo>
                    <a:pt x="3001088" y="70823"/>
                  </a:lnTo>
                  <a:lnTo>
                    <a:pt x="3072995" y="61607"/>
                  </a:lnTo>
                  <a:lnTo>
                    <a:pt x="3151232" y="53362"/>
                  </a:lnTo>
                  <a:lnTo>
                    <a:pt x="3235552" y="45999"/>
                  </a:lnTo>
                  <a:lnTo>
                    <a:pt x="3324909" y="39472"/>
                  </a:lnTo>
                  <a:lnTo>
                    <a:pt x="3417243" y="33766"/>
                  </a:lnTo>
                  <a:lnTo>
                    <a:pt x="3509384" y="28892"/>
                  </a:lnTo>
                  <a:lnTo>
                    <a:pt x="3597204" y="24872"/>
                  </a:lnTo>
                  <a:lnTo>
                    <a:pt x="3676101" y="21714"/>
                  </a:lnTo>
                  <a:lnTo>
                    <a:pt x="3741831" y="19394"/>
                  </a:lnTo>
                  <a:lnTo>
                    <a:pt x="3791461" y="17837"/>
                  </a:lnTo>
                  <a:lnTo>
                    <a:pt x="3824163" y="16920"/>
                  </a:lnTo>
                  <a:lnTo>
                    <a:pt x="3841554" y="16481"/>
                  </a:lnTo>
                  <a:lnTo>
                    <a:pt x="3847574" y="16344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53" y="16350"/>
                  </a:lnTo>
                  <a:lnTo>
                    <a:pt x="4396621" y="16470"/>
                  </a:lnTo>
                  <a:lnTo>
                    <a:pt x="4417733" y="16802"/>
                  </a:lnTo>
                  <a:lnTo>
                    <a:pt x="4454879" y="17454"/>
                  </a:lnTo>
                  <a:lnTo>
                    <a:pt x="4509041" y="18519"/>
                  </a:lnTo>
                  <a:lnTo>
                    <a:pt x="4578773" y="20065"/>
                  </a:lnTo>
                  <a:lnTo>
                    <a:pt x="4660682" y="22129"/>
                  </a:lnTo>
                  <a:lnTo>
                    <a:pt x="4750306" y="24719"/>
                  </a:lnTo>
                  <a:lnTo>
                    <a:pt x="4843073" y="27827"/>
                  </a:lnTo>
                  <a:lnTo>
                    <a:pt x="4935058" y="31440"/>
                  </a:lnTo>
                  <a:lnTo>
                    <a:pt x="5023373" y="35555"/>
                  </a:lnTo>
                  <a:lnTo>
                    <a:pt x="5106244" y="40186"/>
                  </a:lnTo>
                  <a:lnTo>
                    <a:pt x="5182867" y="45368"/>
                  </a:lnTo>
                  <a:lnTo>
                    <a:pt x="5253175" y="51162"/>
                  </a:lnTo>
                  <a:lnTo>
                    <a:pt x="5317606" y="57650"/>
                  </a:lnTo>
                  <a:lnTo>
                    <a:pt x="5376907" y="64935"/>
                  </a:lnTo>
                  <a:lnTo>
                    <a:pt x="5431988" y="73133"/>
                  </a:lnTo>
                  <a:lnTo>
                    <a:pt x="5483813" y="82363"/>
                  </a:lnTo>
                  <a:lnTo>
                    <a:pt x="5533313" y="92724"/>
                  </a:lnTo>
                  <a:lnTo>
                    <a:pt x="5567201" y="100723"/>
                  </a:lnTo>
                  <a:lnTo>
                    <a:pt x="5618457" y="114185"/>
                  </a:lnTo>
                  <a:lnTo>
                    <a:pt x="5669218" y="129070"/>
                  </a:lnTo>
                  <a:lnTo>
                    <a:pt x="5720039" y="145397"/>
                  </a:lnTo>
                  <a:lnTo>
                    <a:pt x="5771287" y="163133"/>
                  </a:lnTo>
                  <a:lnTo>
                    <a:pt x="5823173" y="182183"/>
                  </a:lnTo>
                  <a:lnTo>
                    <a:pt x="5875764" y="202391"/>
                  </a:lnTo>
                  <a:lnTo>
                    <a:pt x="5929009" y="223541"/>
                  </a:lnTo>
                  <a:lnTo>
                    <a:pt x="5982757" y="245362"/>
                  </a:lnTo>
                  <a:lnTo>
                    <a:pt x="6036787" y="267546"/>
                  </a:lnTo>
                  <a:lnTo>
                    <a:pt x="6090841" y="289759"/>
                  </a:lnTo>
                  <a:lnTo>
                    <a:pt x="6144657" y="311668"/>
                  </a:lnTo>
                  <a:lnTo>
                    <a:pt x="6198003" y="332957"/>
                  </a:lnTo>
                  <a:lnTo>
                    <a:pt x="6250716" y="353348"/>
                  </a:lnTo>
                  <a:lnTo>
                    <a:pt x="6302724" y="372615"/>
                  </a:lnTo>
                  <a:lnTo>
                    <a:pt x="6354074" y="390590"/>
                  </a:lnTo>
                  <a:lnTo>
                    <a:pt x="6404948" y="407169"/>
                  </a:lnTo>
                  <a:lnTo>
                    <a:pt x="6455686" y="422308"/>
                  </a:lnTo>
                  <a:lnTo>
                    <a:pt x="6506805" y="436016"/>
                  </a:lnTo>
                  <a:lnTo>
                    <a:pt x="6515891" y="438285"/>
                  </a:lnTo>
                  <a:lnTo>
                    <a:pt x="6564248" y="449474"/>
                  </a:lnTo>
                  <a:lnTo>
                    <a:pt x="6614345" y="459492"/>
                  </a:lnTo>
                  <a:lnTo>
                    <a:pt x="6667035" y="468405"/>
                  </a:lnTo>
                  <a:lnTo>
                    <a:pt x="6723266" y="476320"/>
                  </a:lnTo>
                  <a:lnTo>
                    <a:pt x="6783996" y="483357"/>
                  </a:lnTo>
                  <a:lnTo>
                    <a:pt x="6850100" y="489630"/>
                  </a:lnTo>
                  <a:lnTo>
                    <a:pt x="6922251" y="495235"/>
                  </a:lnTo>
                  <a:lnTo>
                    <a:pt x="7000760" y="500249"/>
                  </a:lnTo>
                  <a:lnTo>
                    <a:pt x="7085368" y="504724"/>
                  </a:lnTo>
                  <a:lnTo>
                    <a:pt x="7175003" y="508690"/>
                  </a:lnTo>
                  <a:lnTo>
                    <a:pt x="7267571" y="512155"/>
                  </a:lnTo>
                  <a:lnTo>
                    <a:pt x="7359856" y="515111"/>
                  </a:lnTo>
                  <a:lnTo>
                    <a:pt x="7447684" y="517545"/>
                  </a:lnTo>
                  <a:lnTo>
                    <a:pt x="7526423" y="519454"/>
                  </a:lnTo>
                  <a:lnTo>
                    <a:pt x="7591823" y="520852"/>
                  </a:lnTo>
                  <a:lnTo>
                    <a:pt x="7640992" y="521786"/>
                  </a:lnTo>
                  <a:lnTo>
                    <a:pt x="7673175" y="522333"/>
                  </a:lnTo>
                  <a:lnTo>
                    <a:pt x="7690087" y="522591"/>
                  </a:lnTo>
                  <a:lnTo>
                    <a:pt x="7695776" y="522669"/>
                  </a:lnTo>
                  <a:lnTo>
                    <a:pt x="7696237" y="522675"/>
                  </a:lnTo>
                  <a:lnTo>
                    <a:pt x="8234974" y="522675"/>
                  </a:lnTo>
                  <a:lnTo>
                    <a:pt x="8234974" y="506341"/>
                  </a:lnTo>
                  <a:lnTo>
                    <a:pt x="7696237" y="506341"/>
                  </a:lnTo>
                  <a:lnTo>
                    <a:pt x="7694939" y="506324"/>
                  </a:lnTo>
                  <a:lnTo>
                    <a:pt x="7686471" y="506204"/>
                  </a:lnTo>
                  <a:lnTo>
                    <a:pt x="7665360" y="505872"/>
                  </a:lnTo>
                  <a:lnTo>
                    <a:pt x="7628213" y="505220"/>
                  </a:lnTo>
                  <a:lnTo>
                    <a:pt x="7574051" y="504155"/>
                  </a:lnTo>
                  <a:lnTo>
                    <a:pt x="7504320" y="502609"/>
                  </a:lnTo>
                  <a:lnTo>
                    <a:pt x="7422411" y="500546"/>
                  </a:lnTo>
                  <a:lnTo>
                    <a:pt x="7332787" y="497955"/>
                  </a:lnTo>
                  <a:lnTo>
                    <a:pt x="7240019" y="494848"/>
                  </a:lnTo>
                  <a:lnTo>
                    <a:pt x="7148035" y="491234"/>
                  </a:lnTo>
                  <a:lnTo>
                    <a:pt x="7059720" y="487119"/>
                  </a:lnTo>
                  <a:lnTo>
                    <a:pt x="6976848" y="482489"/>
                  </a:lnTo>
                  <a:lnTo>
                    <a:pt x="6900225" y="477306"/>
                  </a:lnTo>
                  <a:lnTo>
                    <a:pt x="6829917" y="471512"/>
                  </a:lnTo>
                  <a:lnTo>
                    <a:pt x="6765487" y="465024"/>
                  </a:lnTo>
                  <a:lnTo>
                    <a:pt x="6706186" y="457739"/>
                  </a:lnTo>
                  <a:lnTo>
                    <a:pt x="6651105" y="449541"/>
                  </a:lnTo>
                  <a:lnTo>
                    <a:pt x="6599279" y="440311"/>
                  </a:lnTo>
                  <a:lnTo>
                    <a:pt x="6549780" y="429950"/>
                  </a:lnTo>
                  <a:lnTo>
                    <a:pt x="6515891" y="421951"/>
                  </a:lnTo>
                  <a:lnTo>
                    <a:pt x="6464636" y="408489"/>
                  </a:lnTo>
                  <a:lnTo>
                    <a:pt x="6413874" y="393604"/>
                  </a:lnTo>
                  <a:lnTo>
                    <a:pt x="6363054" y="377277"/>
                  </a:lnTo>
                  <a:lnTo>
                    <a:pt x="6311805" y="359541"/>
                  </a:lnTo>
                  <a:lnTo>
                    <a:pt x="6259920" y="340492"/>
                  </a:lnTo>
                  <a:lnTo>
                    <a:pt x="6207329" y="320284"/>
                  </a:lnTo>
                  <a:lnTo>
                    <a:pt x="6154084" y="299134"/>
                  </a:lnTo>
                  <a:lnTo>
                    <a:pt x="6100336" y="277312"/>
                  </a:lnTo>
                  <a:lnTo>
                    <a:pt x="6046305" y="255129"/>
                  </a:lnTo>
                  <a:lnTo>
                    <a:pt x="5992251" y="232915"/>
                  </a:lnTo>
                  <a:lnTo>
                    <a:pt x="5938436" y="211007"/>
                  </a:lnTo>
                  <a:lnTo>
                    <a:pt x="5885089" y="189718"/>
                  </a:lnTo>
                  <a:lnTo>
                    <a:pt x="5832376" y="169326"/>
                  </a:lnTo>
                  <a:lnTo>
                    <a:pt x="5780368" y="150060"/>
                  </a:lnTo>
                  <a:lnTo>
                    <a:pt x="5729018" y="132085"/>
                  </a:lnTo>
                  <a:lnTo>
                    <a:pt x="5678144" y="115505"/>
                  </a:lnTo>
                  <a:lnTo>
                    <a:pt x="5627407" y="100367"/>
                  </a:lnTo>
                  <a:lnTo>
                    <a:pt x="5576288" y="86658"/>
                  </a:lnTo>
                  <a:lnTo>
                    <a:pt x="5567201" y="84390"/>
                  </a:lnTo>
                  <a:lnTo>
                    <a:pt x="5518844" y="73200"/>
                  </a:lnTo>
                  <a:lnTo>
                    <a:pt x="5468747" y="63182"/>
                  </a:lnTo>
                  <a:lnTo>
                    <a:pt x="5416058" y="54270"/>
                  </a:lnTo>
                  <a:lnTo>
                    <a:pt x="5359827" y="46354"/>
                  </a:lnTo>
                  <a:lnTo>
                    <a:pt x="5299097" y="39317"/>
                  </a:lnTo>
                  <a:lnTo>
                    <a:pt x="5232993" y="33044"/>
                  </a:lnTo>
                  <a:lnTo>
                    <a:pt x="5160841" y="27439"/>
                  </a:lnTo>
                  <a:lnTo>
                    <a:pt x="5082332" y="22425"/>
                  </a:lnTo>
                  <a:lnTo>
                    <a:pt x="4997725" y="17950"/>
                  </a:lnTo>
                  <a:lnTo>
                    <a:pt x="4908090" y="13984"/>
                  </a:lnTo>
                  <a:lnTo>
                    <a:pt x="4815522" y="10520"/>
                  </a:lnTo>
                  <a:lnTo>
                    <a:pt x="4723236" y="7564"/>
                  </a:lnTo>
                  <a:lnTo>
                    <a:pt x="4635408" y="5129"/>
                  </a:lnTo>
                  <a:lnTo>
                    <a:pt x="4556670" y="3220"/>
                  </a:lnTo>
                  <a:lnTo>
                    <a:pt x="4491269" y="1822"/>
                  </a:lnTo>
                  <a:lnTo>
                    <a:pt x="4442100" y="888"/>
                  </a:lnTo>
                  <a:lnTo>
                    <a:pt x="4409918" y="342"/>
                  </a:lnTo>
                  <a:lnTo>
                    <a:pt x="4393005" y="84"/>
                  </a:lnTo>
                  <a:lnTo>
                    <a:pt x="438731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9" y="27"/>
                  </a:lnTo>
                  <a:lnTo>
                    <a:pt x="3838413" y="223"/>
                  </a:lnTo>
                  <a:lnTo>
                    <a:pt x="3817427" y="766"/>
                  </a:lnTo>
                  <a:lnTo>
                    <a:pt x="3780488" y="1831"/>
                  </a:lnTo>
                  <a:lnTo>
                    <a:pt x="3726604" y="3572"/>
                  </a:lnTo>
                  <a:lnTo>
                    <a:pt x="3657190" y="6101"/>
                  </a:lnTo>
                  <a:lnTo>
                    <a:pt x="3575598" y="9476"/>
                  </a:lnTo>
                  <a:lnTo>
                    <a:pt x="3486254" y="13715"/>
                  </a:lnTo>
                  <a:lnTo>
                    <a:pt x="3393706" y="18801"/>
                  </a:lnTo>
                  <a:lnTo>
                    <a:pt x="3301871" y="24716"/>
                  </a:lnTo>
                  <a:lnTo>
                    <a:pt x="3213639" y="31452"/>
                  </a:lnTo>
                  <a:lnTo>
                    <a:pt x="3130798" y="39032"/>
                  </a:lnTo>
                  <a:lnTo>
                    <a:pt x="3054169" y="47514"/>
                  </a:lnTo>
                  <a:lnTo>
                    <a:pt x="2983833" y="56995"/>
                  </a:lnTo>
                  <a:lnTo>
                    <a:pt x="2919368" y="67608"/>
                  </a:lnTo>
                  <a:lnTo>
                    <a:pt x="2860039" y="79520"/>
                  </a:lnTo>
                  <a:lnTo>
                    <a:pt x="2804943" y="92921"/>
                  </a:lnTo>
                  <a:lnTo>
                    <a:pt x="2753124" y="108006"/>
                  </a:lnTo>
                  <a:lnTo>
                    <a:pt x="2703656" y="124938"/>
                  </a:lnTo>
                  <a:lnTo>
                    <a:pt x="2667772" y="138835"/>
                  </a:lnTo>
                  <a:lnTo>
                    <a:pt x="2618702" y="159984"/>
                  </a:lnTo>
                  <a:lnTo>
                    <a:pt x="2570108" y="183275"/>
                  </a:lnTo>
                  <a:lnTo>
                    <a:pt x="2521495" y="208741"/>
                  </a:lnTo>
                  <a:lnTo>
                    <a:pt x="2472525" y="236341"/>
                  </a:lnTo>
                  <a:lnTo>
                    <a:pt x="2422993" y="265953"/>
                  </a:lnTo>
                  <a:lnTo>
                    <a:pt x="2372817" y="297370"/>
                  </a:lnTo>
                  <a:lnTo>
                    <a:pt x="2322021" y="330299"/>
                  </a:lnTo>
                  <a:lnTo>
                    <a:pt x="2270713" y="364370"/>
                  </a:lnTo>
                  <a:lnTo>
                    <a:pt x="2219072" y="399153"/>
                  </a:lnTo>
                  <a:lnTo>
                    <a:pt x="2167315" y="434176"/>
                  </a:lnTo>
                  <a:lnTo>
                    <a:pt x="2115675" y="468954"/>
                  </a:lnTo>
                  <a:lnTo>
                    <a:pt x="2064372" y="503017"/>
                  </a:lnTo>
                  <a:lnTo>
                    <a:pt x="2013580" y="535934"/>
                  </a:lnTo>
                  <a:lnTo>
                    <a:pt x="1963411" y="567336"/>
                  </a:lnTo>
                  <a:lnTo>
                    <a:pt x="1913885" y="596931"/>
                  </a:lnTo>
                  <a:lnTo>
                    <a:pt x="1864918" y="624512"/>
                  </a:lnTo>
                  <a:lnTo>
                    <a:pt x="1816307" y="649958"/>
                  </a:lnTo>
                  <a:lnTo>
                    <a:pt x="1767712" y="673230"/>
                  </a:lnTo>
                  <a:lnTo>
                    <a:pt x="1719082" y="694178"/>
                  </a:lnTo>
                  <a:lnTo>
                    <a:pt x="1670831" y="712549"/>
                  </a:lnTo>
                  <a:lnTo>
                    <a:pt x="1620849" y="729001"/>
                  </a:lnTo>
                  <a:lnTo>
                    <a:pt x="1568290" y="743641"/>
                  </a:lnTo>
                  <a:lnTo>
                    <a:pt x="1512211" y="756646"/>
                  </a:lnTo>
                  <a:lnTo>
                    <a:pt x="1451660" y="768212"/>
                  </a:lnTo>
                  <a:lnTo>
                    <a:pt x="1385767" y="778523"/>
                  </a:lnTo>
                  <a:lnTo>
                    <a:pt x="1313860" y="787739"/>
                  </a:lnTo>
                  <a:lnTo>
                    <a:pt x="1235622" y="795985"/>
                  </a:lnTo>
                  <a:lnTo>
                    <a:pt x="1151302" y="803347"/>
                  </a:lnTo>
                  <a:lnTo>
                    <a:pt x="1061946" y="809874"/>
                  </a:lnTo>
                  <a:lnTo>
                    <a:pt x="969612" y="815580"/>
                  </a:lnTo>
                  <a:lnTo>
                    <a:pt x="877470" y="820454"/>
                  </a:lnTo>
                  <a:lnTo>
                    <a:pt x="789651" y="824474"/>
                  </a:lnTo>
                  <a:lnTo>
                    <a:pt x="710753" y="827632"/>
                  </a:lnTo>
                  <a:lnTo>
                    <a:pt x="645024" y="829953"/>
                  </a:lnTo>
                  <a:lnTo>
                    <a:pt x="595393" y="831510"/>
                  </a:lnTo>
                  <a:lnTo>
                    <a:pt x="562692" y="832427"/>
                  </a:lnTo>
                  <a:lnTo>
                    <a:pt x="545301" y="832865"/>
                  </a:lnTo>
                  <a:lnTo>
                    <a:pt x="539281" y="833002"/>
                  </a:lnTo>
                  <a:lnTo>
                    <a:pt x="538736" y="833013"/>
                  </a:lnTo>
                  <a:lnTo>
                    <a:pt x="0" y="83301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19" name="pl1419"/>
            <p:cNvSpPr/>
            <p:nvPr/>
          </p:nvSpPr>
          <p:spPr>
            <a:xfrm>
              <a:off x="546595" y="3919176"/>
              <a:ext cx="8234974" cy="833013"/>
            </a:xfrm>
            <a:custGeom>
              <a:avLst/>
              <a:pathLst>
                <a:path w="8234974" h="833013">
                  <a:moveTo>
                    <a:pt x="0" y="833013"/>
                  </a:moveTo>
                  <a:lnTo>
                    <a:pt x="538736" y="833013"/>
                  </a:lnTo>
                  <a:lnTo>
                    <a:pt x="540026" y="832986"/>
                  </a:lnTo>
                  <a:lnTo>
                    <a:pt x="548442" y="832789"/>
                  </a:lnTo>
                  <a:lnTo>
                    <a:pt x="569428" y="832246"/>
                  </a:lnTo>
                  <a:lnTo>
                    <a:pt x="606366" y="831181"/>
                  </a:lnTo>
                  <a:lnTo>
                    <a:pt x="660250" y="829440"/>
                  </a:lnTo>
                  <a:lnTo>
                    <a:pt x="729664" y="826912"/>
                  </a:lnTo>
                  <a:lnTo>
                    <a:pt x="811256" y="823536"/>
                  </a:lnTo>
                  <a:lnTo>
                    <a:pt x="900600" y="819298"/>
                  </a:lnTo>
                  <a:lnTo>
                    <a:pt x="993149" y="814212"/>
                  </a:lnTo>
                  <a:lnTo>
                    <a:pt x="1084984" y="808297"/>
                  </a:lnTo>
                  <a:lnTo>
                    <a:pt x="1173215" y="801561"/>
                  </a:lnTo>
                  <a:lnTo>
                    <a:pt x="1256056" y="793980"/>
                  </a:lnTo>
                  <a:lnTo>
                    <a:pt x="1332686" y="785498"/>
                  </a:lnTo>
                  <a:lnTo>
                    <a:pt x="1403021" y="776018"/>
                  </a:lnTo>
                  <a:lnTo>
                    <a:pt x="1467486" y="765405"/>
                  </a:lnTo>
                  <a:lnTo>
                    <a:pt x="1526816" y="753493"/>
                  </a:lnTo>
                  <a:lnTo>
                    <a:pt x="1581911" y="740091"/>
                  </a:lnTo>
                  <a:lnTo>
                    <a:pt x="1633730" y="725007"/>
                  </a:lnTo>
                  <a:lnTo>
                    <a:pt x="1683199" y="708074"/>
                  </a:lnTo>
                  <a:lnTo>
                    <a:pt x="1719082" y="694178"/>
                  </a:lnTo>
                  <a:lnTo>
                    <a:pt x="1768153" y="673029"/>
                  </a:lnTo>
                  <a:lnTo>
                    <a:pt x="1816746" y="649737"/>
                  </a:lnTo>
                  <a:lnTo>
                    <a:pt x="1865359" y="624272"/>
                  </a:lnTo>
                  <a:lnTo>
                    <a:pt x="1914330" y="596672"/>
                  </a:lnTo>
                  <a:lnTo>
                    <a:pt x="1963862" y="567060"/>
                  </a:lnTo>
                  <a:lnTo>
                    <a:pt x="2014037" y="535643"/>
                  </a:lnTo>
                  <a:lnTo>
                    <a:pt x="2064834" y="502714"/>
                  </a:lnTo>
                  <a:lnTo>
                    <a:pt x="2116141" y="468642"/>
                  </a:lnTo>
                  <a:lnTo>
                    <a:pt x="2167783" y="433860"/>
                  </a:lnTo>
                  <a:lnTo>
                    <a:pt x="2219540" y="398837"/>
                  </a:lnTo>
                  <a:lnTo>
                    <a:pt x="2271179" y="364058"/>
                  </a:lnTo>
                  <a:lnTo>
                    <a:pt x="2322483" y="329995"/>
                  </a:lnTo>
                  <a:lnTo>
                    <a:pt x="2373274" y="297078"/>
                  </a:lnTo>
                  <a:lnTo>
                    <a:pt x="2423444" y="265677"/>
                  </a:lnTo>
                  <a:lnTo>
                    <a:pt x="2472970" y="236082"/>
                  </a:lnTo>
                  <a:lnTo>
                    <a:pt x="2521936" y="208501"/>
                  </a:lnTo>
                  <a:lnTo>
                    <a:pt x="2570547" y="183055"/>
                  </a:lnTo>
                  <a:lnTo>
                    <a:pt x="2619143" y="159783"/>
                  </a:lnTo>
                  <a:lnTo>
                    <a:pt x="2667772" y="138835"/>
                  </a:lnTo>
                  <a:lnTo>
                    <a:pt x="2716023" y="120464"/>
                  </a:lnTo>
                  <a:lnTo>
                    <a:pt x="2766005" y="104012"/>
                  </a:lnTo>
                  <a:lnTo>
                    <a:pt x="2818564" y="89372"/>
                  </a:lnTo>
                  <a:lnTo>
                    <a:pt x="2874643" y="76367"/>
                  </a:lnTo>
                  <a:lnTo>
                    <a:pt x="2935194" y="64801"/>
                  </a:lnTo>
                  <a:lnTo>
                    <a:pt x="3001088" y="54490"/>
                  </a:lnTo>
                  <a:lnTo>
                    <a:pt x="3072995" y="45274"/>
                  </a:lnTo>
                  <a:lnTo>
                    <a:pt x="3151232" y="37028"/>
                  </a:lnTo>
                  <a:lnTo>
                    <a:pt x="3235552" y="29666"/>
                  </a:lnTo>
                  <a:lnTo>
                    <a:pt x="3324909" y="23138"/>
                  </a:lnTo>
                  <a:lnTo>
                    <a:pt x="3417243" y="17432"/>
                  </a:lnTo>
                  <a:lnTo>
                    <a:pt x="3509384" y="12559"/>
                  </a:lnTo>
                  <a:lnTo>
                    <a:pt x="3597204" y="8539"/>
                  </a:lnTo>
                  <a:lnTo>
                    <a:pt x="3676101" y="5381"/>
                  </a:lnTo>
                  <a:lnTo>
                    <a:pt x="3741831" y="3060"/>
                  </a:lnTo>
                  <a:lnTo>
                    <a:pt x="3791461" y="1503"/>
                  </a:lnTo>
                  <a:lnTo>
                    <a:pt x="3824163" y="586"/>
                  </a:lnTo>
                  <a:lnTo>
                    <a:pt x="3841554" y="148"/>
                  </a:lnTo>
                  <a:lnTo>
                    <a:pt x="3847574" y="1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6"/>
                  </a:lnTo>
                  <a:lnTo>
                    <a:pt x="4396621" y="136"/>
                  </a:lnTo>
                  <a:lnTo>
                    <a:pt x="4417733" y="469"/>
                  </a:lnTo>
                  <a:lnTo>
                    <a:pt x="4454879" y="1120"/>
                  </a:lnTo>
                  <a:lnTo>
                    <a:pt x="4509041" y="2185"/>
                  </a:lnTo>
                  <a:lnTo>
                    <a:pt x="4578773" y="3731"/>
                  </a:lnTo>
                  <a:lnTo>
                    <a:pt x="4660682" y="5795"/>
                  </a:lnTo>
                  <a:lnTo>
                    <a:pt x="4750306" y="8385"/>
                  </a:lnTo>
                  <a:lnTo>
                    <a:pt x="4843073" y="11493"/>
                  </a:lnTo>
                  <a:lnTo>
                    <a:pt x="4935058" y="15106"/>
                  </a:lnTo>
                  <a:lnTo>
                    <a:pt x="5023373" y="19221"/>
                  </a:lnTo>
                  <a:lnTo>
                    <a:pt x="5106244" y="23852"/>
                  </a:lnTo>
                  <a:lnTo>
                    <a:pt x="5182867" y="29034"/>
                  </a:lnTo>
                  <a:lnTo>
                    <a:pt x="5253175" y="34828"/>
                  </a:lnTo>
                  <a:lnTo>
                    <a:pt x="5317606" y="41317"/>
                  </a:lnTo>
                  <a:lnTo>
                    <a:pt x="5376907" y="48602"/>
                  </a:lnTo>
                  <a:lnTo>
                    <a:pt x="5431988" y="56800"/>
                  </a:lnTo>
                  <a:lnTo>
                    <a:pt x="5483813" y="66030"/>
                  </a:lnTo>
                  <a:lnTo>
                    <a:pt x="5533313" y="76391"/>
                  </a:lnTo>
                  <a:lnTo>
                    <a:pt x="5567201" y="84390"/>
                  </a:lnTo>
                  <a:lnTo>
                    <a:pt x="5618457" y="97852"/>
                  </a:lnTo>
                  <a:lnTo>
                    <a:pt x="5669218" y="112737"/>
                  </a:lnTo>
                  <a:lnTo>
                    <a:pt x="5720039" y="129064"/>
                  </a:lnTo>
                  <a:lnTo>
                    <a:pt x="5771287" y="146799"/>
                  </a:lnTo>
                  <a:lnTo>
                    <a:pt x="5823173" y="165849"/>
                  </a:lnTo>
                  <a:lnTo>
                    <a:pt x="5875764" y="186057"/>
                  </a:lnTo>
                  <a:lnTo>
                    <a:pt x="5929009" y="207207"/>
                  </a:lnTo>
                  <a:lnTo>
                    <a:pt x="5982757" y="229029"/>
                  </a:lnTo>
                  <a:lnTo>
                    <a:pt x="6036787" y="251212"/>
                  </a:lnTo>
                  <a:lnTo>
                    <a:pt x="6090841" y="273425"/>
                  </a:lnTo>
                  <a:lnTo>
                    <a:pt x="6144657" y="295334"/>
                  </a:lnTo>
                  <a:lnTo>
                    <a:pt x="6198003" y="316623"/>
                  </a:lnTo>
                  <a:lnTo>
                    <a:pt x="6250716" y="337014"/>
                  </a:lnTo>
                  <a:lnTo>
                    <a:pt x="6302724" y="356281"/>
                  </a:lnTo>
                  <a:lnTo>
                    <a:pt x="6354074" y="374256"/>
                  </a:lnTo>
                  <a:lnTo>
                    <a:pt x="6404948" y="390835"/>
                  </a:lnTo>
                  <a:lnTo>
                    <a:pt x="6455686" y="405974"/>
                  </a:lnTo>
                  <a:lnTo>
                    <a:pt x="6506805" y="419683"/>
                  </a:lnTo>
                  <a:lnTo>
                    <a:pt x="6515891" y="421951"/>
                  </a:lnTo>
                  <a:lnTo>
                    <a:pt x="6564248" y="433141"/>
                  </a:lnTo>
                  <a:lnTo>
                    <a:pt x="6614345" y="443159"/>
                  </a:lnTo>
                  <a:lnTo>
                    <a:pt x="6667035" y="452071"/>
                  </a:lnTo>
                  <a:lnTo>
                    <a:pt x="6723266" y="459986"/>
                  </a:lnTo>
                  <a:lnTo>
                    <a:pt x="6783996" y="467024"/>
                  </a:lnTo>
                  <a:lnTo>
                    <a:pt x="6850100" y="473296"/>
                  </a:lnTo>
                  <a:lnTo>
                    <a:pt x="6922251" y="478902"/>
                  </a:lnTo>
                  <a:lnTo>
                    <a:pt x="7000760" y="483916"/>
                  </a:lnTo>
                  <a:lnTo>
                    <a:pt x="7085368" y="488391"/>
                  </a:lnTo>
                  <a:lnTo>
                    <a:pt x="7175003" y="492357"/>
                  </a:lnTo>
                  <a:lnTo>
                    <a:pt x="7267571" y="495821"/>
                  </a:lnTo>
                  <a:lnTo>
                    <a:pt x="7359856" y="498777"/>
                  </a:lnTo>
                  <a:lnTo>
                    <a:pt x="7447684" y="501212"/>
                  </a:lnTo>
                  <a:lnTo>
                    <a:pt x="7526423" y="503120"/>
                  </a:lnTo>
                  <a:lnTo>
                    <a:pt x="7591823" y="504519"/>
                  </a:lnTo>
                  <a:lnTo>
                    <a:pt x="7640992" y="505453"/>
                  </a:lnTo>
                  <a:lnTo>
                    <a:pt x="7673175" y="505999"/>
                  </a:lnTo>
                  <a:lnTo>
                    <a:pt x="7690087" y="506257"/>
                  </a:lnTo>
                  <a:lnTo>
                    <a:pt x="7695776" y="506335"/>
                  </a:lnTo>
                  <a:lnTo>
                    <a:pt x="7696237" y="506341"/>
                  </a:lnTo>
                  <a:lnTo>
                    <a:pt x="8234974" y="506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0" name="pl1420"/>
            <p:cNvSpPr/>
            <p:nvPr/>
          </p:nvSpPr>
          <p:spPr>
            <a:xfrm>
              <a:off x="546595" y="3902842"/>
              <a:ext cx="8234974" cy="833013"/>
            </a:xfrm>
            <a:custGeom>
              <a:avLst/>
              <a:pathLst>
                <a:path w="8234974" h="833013">
                  <a:moveTo>
                    <a:pt x="8234974" y="506341"/>
                  </a:moveTo>
                  <a:lnTo>
                    <a:pt x="7696237" y="506341"/>
                  </a:lnTo>
                  <a:lnTo>
                    <a:pt x="7694939" y="506324"/>
                  </a:lnTo>
                  <a:lnTo>
                    <a:pt x="7686471" y="506204"/>
                  </a:lnTo>
                  <a:lnTo>
                    <a:pt x="7665360" y="505872"/>
                  </a:lnTo>
                  <a:lnTo>
                    <a:pt x="7628213" y="505220"/>
                  </a:lnTo>
                  <a:lnTo>
                    <a:pt x="7574051" y="504155"/>
                  </a:lnTo>
                  <a:lnTo>
                    <a:pt x="7504320" y="502609"/>
                  </a:lnTo>
                  <a:lnTo>
                    <a:pt x="7422411" y="500546"/>
                  </a:lnTo>
                  <a:lnTo>
                    <a:pt x="7332787" y="497955"/>
                  </a:lnTo>
                  <a:lnTo>
                    <a:pt x="7240019" y="494848"/>
                  </a:lnTo>
                  <a:lnTo>
                    <a:pt x="7148035" y="491234"/>
                  </a:lnTo>
                  <a:lnTo>
                    <a:pt x="7059720" y="487119"/>
                  </a:lnTo>
                  <a:lnTo>
                    <a:pt x="6976848" y="482489"/>
                  </a:lnTo>
                  <a:lnTo>
                    <a:pt x="6900225" y="477306"/>
                  </a:lnTo>
                  <a:lnTo>
                    <a:pt x="6829917" y="471512"/>
                  </a:lnTo>
                  <a:lnTo>
                    <a:pt x="6765487" y="465024"/>
                  </a:lnTo>
                  <a:lnTo>
                    <a:pt x="6706186" y="457739"/>
                  </a:lnTo>
                  <a:lnTo>
                    <a:pt x="6651105" y="449541"/>
                  </a:lnTo>
                  <a:lnTo>
                    <a:pt x="6599279" y="440311"/>
                  </a:lnTo>
                  <a:lnTo>
                    <a:pt x="6549780" y="429950"/>
                  </a:lnTo>
                  <a:lnTo>
                    <a:pt x="6515891" y="421951"/>
                  </a:lnTo>
                  <a:lnTo>
                    <a:pt x="6464636" y="408489"/>
                  </a:lnTo>
                  <a:lnTo>
                    <a:pt x="6413874" y="393604"/>
                  </a:lnTo>
                  <a:lnTo>
                    <a:pt x="6363054" y="377277"/>
                  </a:lnTo>
                  <a:lnTo>
                    <a:pt x="6311805" y="359541"/>
                  </a:lnTo>
                  <a:lnTo>
                    <a:pt x="6259920" y="340492"/>
                  </a:lnTo>
                  <a:lnTo>
                    <a:pt x="6207329" y="320284"/>
                  </a:lnTo>
                  <a:lnTo>
                    <a:pt x="6154084" y="299134"/>
                  </a:lnTo>
                  <a:lnTo>
                    <a:pt x="6100336" y="277312"/>
                  </a:lnTo>
                  <a:lnTo>
                    <a:pt x="6046305" y="255129"/>
                  </a:lnTo>
                  <a:lnTo>
                    <a:pt x="5992251" y="232915"/>
                  </a:lnTo>
                  <a:lnTo>
                    <a:pt x="5938436" y="211007"/>
                  </a:lnTo>
                  <a:lnTo>
                    <a:pt x="5885089" y="189718"/>
                  </a:lnTo>
                  <a:lnTo>
                    <a:pt x="5832376" y="169326"/>
                  </a:lnTo>
                  <a:lnTo>
                    <a:pt x="5780368" y="150060"/>
                  </a:lnTo>
                  <a:lnTo>
                    <a:pt x="5729018" y="132085"/>
                  </a:lnTo>
                  <a:lnTo>
                    <a:pt x="5678144" y="115505"/>
                  </a:lnTo>
                  <a:lnTo>
                    <a:pt x="5627407" y="100367"/>
                  </a:lnTo>
                  <a:lnTo>
                    <a:pt x="5576288" y="86658"/>
                  </a:lnTo>
                  <a:lnTo>
                    <a:pt x="5567201" y="84390"/>
                  </a:lnTo>
                  <a:lnTo>
                    <a:pt x="5518844" y="73200"/>
                  </a:lnTo>
                  <a:lnTo>
                    <a:pt x="5468747" y="63182"/>
                  </a:lnTo>
                  <a:lnTo>
                    <a:pt x="5416058" y="54270"/>
                  </a:lnTo>
                  <a:lnTo>
                    <a:pt x="5359827" y="46354"/>
                  </a:lnTo>
                  <a:lnTo>
                    <a:pt x="5299097" y="39317"/>
                  </a:lnTo>
                  <a:lnTo>
                    <a:pt x="5232993" y="33044"/>
                  </a:lnTo>
                  <a:lnTo>
                    <a:pt x="5160841" y="27439"/>
                  </a:lnTo>
                  <a:lnTo>
                    <a:pt x="5082332" y="22425"/>
                  </a:lnTo>
                  <a:lnTo>
                    <a:pt x="4997725" y="17950"/>
                  </a:lnTo>
                  <a:lnTo>
                    <a:pt x="4908090" y="13984"/>
                  </a:lnTo>
                  <a:lnTo>
                    <a:pt x="4815522" y="10520"/>
                  </a:lnTo>
                  <a:lnTo>
                    <a:pt x="4723236" y="7564"/>
                  </a:lnTo>
                  <a:lnTo>
                    <a:pt x="4635408" y="5129"/>
                  </a:lnTo>
                  <a:lnTo>
                    <a:pt x="4556670" y="3220"/>
                  </a:lnTo>
                  <a:lnTo>
                    <a:pt x="4491269" y="1822"/>
                  </a:lnTo>
                  <a:lnTo>
                    <a:pt x="4442100" y="888"/>
                  </a:lnTo>
                  <a:lnTo>
                    <a:pt x="4409918" y="342"/>
                  </a:lnTo>
                  <a:lnTo>
                    <a:pt x="4393005" y="84"/>
                  </a:lnTo>
                  <a:lnTo>
                    <a:pt x="438731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9" y="27"/>
                  </a:lnTo>
                  <a:lnTo>
                    <a:pt x="3838413" y="223"/>
                  </a:lnTo>
                  <a:lnTo>
                    <a:pt x="3817427" y="766"/>
                  </a:lnTo>
                  <a:lnTo>
                    <a:pt x="3780488" y="1831"/>
                  </a:lnTo>
                  <a:lnTo>
                    <a:pt x="3726604" y="3572"/>
                  </a:lnTo>
                  <a:lnTo>
                    <a:pt x="3657190" y="6101"/>
                  </a:lnTo>
                  <a:lnTo>
                    <a:pt x="3575598" y="9476"/>
                  </a:lnTo>
                  <a:lnTo>
                    <a:pt x="3486254" y="13715"/>
                  </a:lnTo>
                  <a:lnTo>
                    <a:pt x="3393706" y="18801"/>
                  </a:lnTo>
                  <a:lnTo>
                    <a:pt x="3301871" y="24716"/>
                  </a:lnTo>
                  <a:lnTo>
                    <a:pt x="3213639" y="31452"/>
                  </a:lnTo>
                  <a:lnTo>
                    <a:pt x="3130798" y="39032"/>
                  </a:lnTo>
                  <a:lnTo>
                    <a:pt x="3054169" y="47514"/>
                  </a:lnTo>
                  <a:lnTo>
                    <a:pt x="2983833" y="56995"/>
                  </a:lnTo>
                  <a:lnTo>
                    <a:pt x="2919368" y="67608"/>
                  </a:lnTo>
                  <a:lnTo>
                    <a:pt x="2860039" y="79520"/>
                  </a:lnTo>
                  <a:lnTo>
                    <a:pt x="2804943" y="92921"/>
                  </a:lnTo>
                  <a:lnTo>
                    <a:pt x="2753124" y="108006"/>
                  </a:lnTo>
                  <a:lnTo>
                    <a:pt x="2703656" y="124938"/>
                  </a:lnTo>
                  <a:lnTo>
                    <a:pt x="2667772" y="138835"/>
                  </a:lnTo>
                  <a:lnTo>
                    <a:pt x="2618702" y="159984"/>
                  </a:lnTo>
                  <a:lnTo>
                    <a:pt x="2570108" y="183275"/>
                  </a:lnTo>
                  <a:lnTo>
                    <a:pt x="2521495" y="208741"/>
                  </a:lnTo>
                  <a:lnTo>
                    <a:pt x="2472525" y="236341"/>
                  </a:lnTo>
                  <a:lnTo>
                    <a:pt x="2422993" y="265953"/>
                  </a:lnTo>
                  <a:lnTo>
                    <a:pt x="2372817" y="297370"/>
                  </a:lnTo>
                  <a:lnTo>
                    <a:pt x="2322021" y="330299"/>
                  </a:lnTo>
                  <a:lnTo>
                    <a:pt x="2270713" y="364370"/>
                  </a:lnTo>
                  <a:lnTo>
                    <a:pt x="2219072" y="399153"/>
                  </a:lnTo>
                  <a:lnTo>
                    <a:pt x="2167315" y="434176"/>
                  </a:lnTo>
                  <a:lnTo>
                    <a:pt x="2115675" y="468954"/>
                  </a:lnTo>
                  <a:lnTo>
                    <a:pt x="2064372" y="503017"/>
                  </a:lnTo>
                  <a:lnTo>
                    <a:pt x="2013580" y="535934"/>
                  </a:lnTo>
                  <a:lnTo>
                    <a:pt x="1963411" y="567336"/>
                  </a:lnTo>
                  <a:lnTo>
                    <a:pt x="1913885" y="596931"/>
                  </a:lnTo>
                  <a:lnTo>
                    <a:pt x="1864918" y="624512"/>
                  </a:lnTo>
                  <a:lnTo>
                    <a:pt x="1816307" y="649958"/>
                  </a:lnTo>
                  <a:lnTo>
                    <a:pt x="1767712" y="673230"/>
                  </a:lnTo>
                  <a:lnTo>
                    <a:pt x="1719082" y="694178"/>
                  </a:lnTo>
                  <a:lnTo>
                    <a:pt x="1670831" y="712549"/>
                  </a:lnTo>
                  <a:lnTo>
                    <a:pt x="1620849" y="729001"/>
                  </a:lnTo>
                  <a:lnTo>
                    <a:pt x="1568290" y="743641"/>
                  </a:lnTo>
                  <a:lnTo>
                    <a:pt x="1512211" y="756646"/>
                  </a:lnTo>
                  <a:lnTo>
                    <a:pt x="1451660" y="768212"/>
                  </a:lnTo>
                  <a:lnTo>
                    <a:pt x="1385767" y="778523"/>
                  </a:lnTo>
                  <a:lnTo>
                    <a:pt x="1313860" y="787739"/>
                  </a:lnTo>
                  <a:lnTo>
                    <a:pt x="1235622" y="795985"/>
                  </a:lnTo>
                  <a:lnTo>
                    <a:pt x="1151302" y="803347"/>
                  </a:lnTo>
                  <a:lnTo>
                    <a:pt x="1061946" y="809874"/>
                  </a:lnTo>
                  <a:lnTo>
                    <a:pt x="969612" y="815580"/>
                  </a:lnTo>
                  <a:lnTo>
                    <a:pt x="877470" y="820454"/>
                  </a:lnTo>
                  <a:lnTo>
                    <a:pt x="789651" y="824474"/>
                  </a:lnTo>
                  <a:lnTo>
                    <a:pt x="710753" y="827632"/>
                  </a:lnTo>
                  <a:lnTo>
                    <a:pt x="645024" y="829953"/>
                  </a:lnTo>
                  <a:lnTo>
                    <a:pt x="595393" y="831510"/>
                  </a:lnTo>
                  <a:lnTo>
                    <a:pt x="562692" y="832427"/>
                  </a:lnTo>
                  <a:lnTo>
                    <a:pt x="545301" y="832865"/>
                  </a:lnTo>
                  <a:lnTo>
                    <a:pt x="539281" y="833002"/>
                  </a:lnTo>
                  <a:lnTo>
                    <a:pt x="538736" y="833013"/>
                  </a:lnTo>
                  <a:lnTo>
                    <a:pt x="0" y="833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1" name="pg1421"/>
            <p:cNvSpPr/>
            <p:nvPr/>
          </p:nvSpPr>
          <p:spPr>
            <a:xfrm>
              <a:off x="546595" y="4490852"/>
              <a:ext cx="8234974" cy="1067128"/>
            </a:xfrm>
            <a:custGeom>
              <a:avLst/>
              <a:pathLst>
                <a:path w="8234974" h="1067128">
                  <a:moveTo>
                    <a:pt x="0" y="326672"/>
                  </a:moveTo>
                  <a:lnTo>
                    <a:pt x="538736" y="326672"/>
                  </a:lnTo>
                  <a:lnTo>
                    <a:pt x="540029" y="326696"/>
                  </a:lnTo>
                  <a:lnTo>
                    <a:pt x="548462" y="326871"/>
                  </a:lnTo>
                  <a:lnTo>
                    <a:pt x="569490" y="327355"/>
                  </a:lnTo>
                  <a:lnTo>
                    <a:pt x="606497" y="328304"/>
                  </a:lnTo>
                  <a:lnTo>
                    <a:pt x="660473" y="329854"/>
                  </a:lnTo>
                  <a:lnTo>
                    <a:pt x="729992" y="332106"/>
                  </a:lnTo>
                  <a:lnTo>
                    <a:pt x="811689" y="335112"/>
                  </a:lnTo>
                  <a:lnTo>
                    <a:pt x="901126" y="338887"/>
                  </a:lnTo>
                  <a:lnTo>
                    <a:pt x="993748" y="343416"/>
                  </a:lnTo>
                  <a:lnTo>
                    <a:pt x="1085632" y="348682"/>
                  </a:lnTo>
                  <a:lnTo>
                    <a:pt x="1173892" y="354680"/>
                  </a:lnTo>
                  <a:lnTo>
                    <a:pt x="1256743" y="361429"/>
                  </a:lnTo>
                  <a:lnTo>
                    <a:pt x="1333371" y="368981"/>
                  </a:lnTo>
                  <a:lnTo>
                    <a:pt x="1403697" y="377424"/>
                  </a:lnTo>
                  <a:lnTo>
                    <a:pt x="1468150" y="386875"/>
                  </a:lnTo>
                  <a:lnTo>
                    <a:pt x="1527471" y="397485"/>
                  </a:lnTo>
                  <a:lnTo>
                    <a:pt x="1582561" y="409423"/>
                  </a:lnTo>
                  <a:lnTo>
                    <a:pt x="1634382" y="422861"/>
                  </a:lnTo>
                  <a:lnTo>
                    <a:pt x="1683861" y="437945"/>
                  </a:lnTo>
                  <a:lnTo>
                    <a:pt x="1719082" y="450081"/>
                  </a:lnTo>
                  <a:lnTo>
                    <a:pt x="1768828" y="469154"/>
                  </a:lnTo>
                  <a:lnTo>
                    <a:pt x="1818092" y="490185"/>
                  </a:lnTo>
                  <a:lnTo>
                    <a:pt x="1867386" y="513202"/>
                  </a:lnTo>
                  <a:lnTo>
                    <a:pt x="1917060" y="538166"/>
                  </a:lnTo>
                  <a:lnTo>
                    <a:pt x="1967317" y="564961"/>
                  </a:lnTo>
                  <a:lnTo>
                    <a:pt x="2018238" y="593387"/>
                  </a:lnTo>
                  <a:lnTo>
                    <a:pt x="2069791" y="623170"/>
                  </a:lnTo>
                  <a:lnTo>
                    <a:pt x="2121854" y="653961"/>
                  </a:lnTo>
                  <a:lnTo>
                    <a:pt x="2174237" y="685355"/>
                  </a:lnTo>
                  <a:lnTo>
                    <a:pt x="2226708" y="716913"/>
                  </a:lnTo>
                  <a:lnTo>
                    <a:pt x="2279027" y="748187"/>
                  </a:lnTo>
                  <a:lnTo>
                    <a:pt x="2330969" y="778745"/>
                  </a:lnTo>
                  <a:lnTo>
                    <a:pt x="2382360" y="808195"/>
                  </a:lnTo>
                  <a:lnTo>
                    <a:pt x="2433102" y="836207"/>
                  </a:lnTo>
                  <a:lnTo>
                    <a:pt x="2483190" y="862525"/>
                  </a:lnTo>
                  <a:lnTo>
                    <a:pt x="2532736" y="886975"/>
                  </a:lnTo>
                  <a:lnTo>
                    <a:pt x="2581981" y="909460"/>
                  </a:lnTo>
                  <a:lnTo>
                    <a:pt x="2631316" y="929959"/>
                  </a:lnTo>
                  <a:lnTo>
                    <a:pt x="2667772" y="943719"/>
                  </a:lnTo>
                  <a:lnTo>
                    <a:pt x="2716059" y="960060"/>
                  </a:lnTo>
                  <a:lnTo>
                    <a:pt x="2766079" y="974693"/>
                  </a:lnTo>
                  <a:lnTo>
                    <a:pt x="2818681" y="987712"/>
                  </a:lnTo>
                  <a:lnTo>
                    <a:pt x="2874810" y="999278"/>
                  </a:lnTo>
                  <a:lnTo>
                    <a:pt x="2935421" y="1009562"/>
                  </a:lnTo>
                  <a:lnTo>
                    <a:pt x="3001384" y="1018730"/>
                  </a:lnTo>
                  <a:lnTo>
                    <a:pt x="3073372" y="1026923"/>
                  </a:lnTo>
                  <a:lnTo>
                    <a:pt x="3151700" y="1034254"/>
                  </a:lnTo>
                  <a:lnTo>
                    <a:pt x="3236115" y="1040798"/>
                  </a:lnTo>
                  <a:lnTo>
                    <a:pt x="3325564" y="1046599"/>
                  </a:lnTo>
                  <a:lnTo>
                    <a:pt x="3417975" y="1051669"/>
                  </a:lnTo>
                  <a:lnTo>
                    <a:pt x="3510165" y="1055998"/>
                  </a:lnTo>
                  <a:lnTo>
                    <a:pt x="3597988" y="1059567"/>
                  </a:lnTo>
                  <a:lnTo>
                    <a:pt x="3676833" y="1062369"/>
                  </a:lnTo>
                  <a:lnTo>
                    <a:pt x="3742454" y="1064426"/>
                  </a:lnTo>
                  <a:lnTo>
                    <a:pt x="3791932" y="1065804"/>
                  </a:lnTo>
                  <a:lnTo>
                    <a:pt x="3824461" y="1066614"/>
                  </a:lnTo>
                  <a:lnTo>
                    <a:pt x="3841693" y="1066999"/>
                  </a:lnTo>
                  <a:lnTo>
                    <a:pt x="3847602" y="1067119"/>
                  </a:lnTo>
                  <a:lnTo>
                    <a:pt x="3848118" y="1067128"/>
                  </a:lnTo>
                  <a:lnTo>
                    <a:pt x="4386855" y="1067128"/>
                  </a:lnTo>
                  <a:lnTo>
                    <a:pt x="4388137" y="1067093"/>
                  </a:lnTo>
                  <a:lnTo>
                    <a:pt x="4396502" y="1066845"/>
                  </a:lnTo>
                  <a:lnTo>
                    <a:pt x="4417366" y="1066157"/>
                  </a:lnTo>
                  <a:lnTo>
                    <a:pt x="4454101" y="1064808"/>
                  </a:lnTo>
                  <a:lnTo>
                    <a:pt x="4507712" y="1062603"/>
                  </a:lnTo>
                  <a:lnTo>
                    <a:pt x="4576816" y="1059400"/>
                  </a:lnTo>
                  <a:lnTo>
                    <a:pt x="4658097" y="1055122"/>
                  </a:lnTo>
                  <a:lnTo>
                    <a:pt x="4747166" y="1049749"/>
                  </a:lnTo>
                  <a:lnTo>
                    <a:pt x="4839499" y="1043299"/>
                  </a:lnTo>
                  <a:lnTo>
                    <a:pt x="4931186" y="1035798"/>
                  </a:lnTo>
                  <a:lnTo>
                    <a:pt x="5019334" y="1027254"/>
                  </a:lnTo>
                  <a:lnTo>
                    <a:pt x="5102144" y="1017640"/>
                  </a:lnTo>
                  <a:lnTo>
                    <a:pt x="5178779" y="1006884"/>
                  </a:lnTo>
                  <a:lnTo>
                    <a:pt x="5249141" y="994865"/>
                  </a:lnTo>
                  <a:lnTo>
                    <a:pt x="5313640" y="981415"/>
                  </a:lnTo>
                  <a:lnTo>
                    <a:pt x="5372998" y="966323"/>
                  </a:lnTo>
                  <a:lnTo>
                    <a:pt x="5428109" y="949349"/>
                  </a:lnTo>
                  <a:lnTo>
                    <a:pt x="5479922" y="930248"/>
                  </a:lnTo>
                  <a:lnTo>
                    <a:pt x="5529361" y="908809"/>
                  </a:lnTo>
                  <a:lnTo>
                    <a:pt x="5567201" y="890181"/>
                  </a:lnTo>
                  <a:lnTo>
                    <a:pt x="5614503" y="864252"/>
                  </a:lnTo>
                  <a:lnTo>
                    <a:pt x="5661343" y="835789"/>
                  </a:lnTo>
                  <a:lnTo>
                    <a:pt x="5708173" y="804752"/>
                  </a:lnTo>
                  <a:lnTo>
                    <a:pt x="5755309" y="771179"/>
                  </a:lnTo>
                  <a:lnTo>
                    <a:pt x="5802946" y="735196"/>
                  </a:lnTo>
                  <a:lnTo>
                    <a:pt x="5851176" y="697024"/>
                  </a:lnTo>
                  <a:lnTo>
                    <a:pt x="5899995" y="656978"/>
                  </a:lnTo>
                  <a:lnTo>
                    <a:pt x="5949321" y="615460"/>
                  </a:lnTo>
                  <a:lnTo>
                    <a:pt x="5999011" y="572945"/>
                  </a:lnTo>
                  <a:lnTo>
                    <a:pt x="6048878" y="529961"/>
                  </a:lnTo>
                  <a:lnTo>
                    <a:pt x="6098713" y="487058"/>
                  </a:lnTo>
                  <a:lnTo>
                    <a:pt x="6148314" y="444784"/>
                  </a:lnTo>
                  <a:lnTo>
                    <a:pt x="6197504" y="403652"/>
                  </a:lnTo>
                  <a:lnTo>
                    <a:pt x="6246155" y="364119"/>
                  </a:lnTo>
                  <a:lnTo>
                    <a:pt x="6294207" y="326562"/>
                  </a:lnTo>
                  <a:lnTo>
                    <a:pt x="6341683" y="291268"/>
                  </a:lnTo>
                  <a:lnTo>
                    <a:pt x="6388703" y="258431"/>
                  </a:lnTo>
                  <a:lnTo>
                    <a:pt x="6435498" y="228151"/>
                  </a:lnTo>
                  <a:lnTo>
                    <a:pt x="6482420" y="200440"/>
                  </a:lnTo>
                  <a:lnTo>
                    <a:pt x="6515891" y="182391"/>
                  </a:lnTo>
                  <a:lnTo>
                    <a:pt x="6564039" y="159024"/>
                  </a:lnTo>
                  <a:lnTo>
                    <a:pt x="6613908" y="138093"/>
                  </a:lnTo>
                  <a:lnTo>
                    <a:pt x="6666339" y="119462"/>
                  </a:lnTo>
                  <a:lnTo>
                    <a:pt x="6722270" y="102907"/>
                  </a:lnTo>
                  <a:lnTo>
                    <a:pt x="6782645" y="88182"/>
                  </a:lnTo>
                  <a:lnTo>
                    <a:pt x="6848332" y="75050"/>
                  </a:lnTo>
                  <a:lnTo>
                    <a:pt x="6920001" y="63311"/>
                  </a:lnTo>
                  <a:lnTo>
                    <a:pt x="6997973" y="52806"/>
                  </a:lnTo>
                  <a:lnTo>
                    <a:pt x="7082011" y="43423"/>
                  </a:lnTo>
                  <a:lnTo>
                    <a:pt x="7171094" y="35100"/>
                  </a:lnTo>
                  <a:lnTo>
                    <a:pt x="7263197" y="27820"/>
                  </a:lnTo>
                  <a:lnTo>
                    <a:pt x="7355195" y="21596"/>
                  </a:lnTo>
                  <a:lnTo>
                    <a:pt x="7443002" y="16454"/>
                  </a:lnTo>
                  <a:lnTo>
                    <a:pt x="7522051" y="12406"/>
                  </a:lnTo>
                  <a:lnTo>
                    <a:pt x="7588098" y="9423"/>
                  </a:lnTo>
                  <a:lnTo>
                    <a:pt x="7638177" y="7413"/>
                  </a:lnTo>
                  <a:lnTo>
                    <a:pt x="7671386" y="6222"/>
                  </a:lnTo>
                  <a:lnTo>
                    <a:pt x="7689249" y="5646"/>
                  </a:lnTo>
                  <a:lnTo>
                    <a:pt x="7695601" y="54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6" y="34"/>
                  </a:lnTo>
                  <a:lnTo>
                    <a:pt x="7686591" y="283"/>
                  </a:lnTo>
                  <a:lnTo>
                    <a:pt x="7665727" y="970"/>
                  </a:lnTo>
                  <a:lnTo>
                    <a:pt x="7628992" y="2319"/>
                  </a:lnTo>
                  <a:lnTo>
                    <a:pt x="7575380" y="4525"/>
                  </a:lnTo>
                  <a:lnTo>
                    <a:pt x="7506277" y="7728"/>
                  </a:lnTo>
                  <a:lnTo>
                    <a:pt x="7424996" y="12006"/>
                  </a:lnTo>
                  <a:lnTo>
                    <a:pt x="7335927" y="17379"/>
                  </a:lnTo>
                  <a:lnTo>
                    <a:pt x="7243594" y="23829"/>
                  </a:lnTo>
                  <a:lnTo>
                    <a:pt x="7151906" y="31330"/>
                  </a:lnTo>
                  <a:lnTo>
                    <a:pt x="7063758" y="39874"/>
                  </a:lnTo>
                  <a:lnTo>
                    <a:pt x="6980948" y="49488"/>
                  </a:lnTo>
                  <a:lnTo>
                    <a:pt x="6904313" y="60243"/>
                  </a:lnTo>
                  <a:lnTo>
                    <a:pt x="6833951" y="72262"/>
                  </a:lnTo>
                  <a:lnTo>
                    <a:pt x="6769453" y="85713"/>
                  </a:lnTo>
                  <a:lnTo>
                    <a:pt x="6710094" y="100805"/>
                  </a:lnTo>
                  <a:lnTo>
                    <a:pt x="6654984" y="117778"/>
                  </a:lnTo>
                  <a:lnTo>
                    <a:pt x="6603171" y="136879"/>
                  </a:lnTo>
                  <a:lnTo>
                    <a:pt x="6553731" y="158319"/>
                  </a:lnTo>
                  <a:lnTo>
                    <a:pt x="6515891" y="176947"/>
                  </a:lnTo>
                  <a:lnTo>
                    <a:pt x="6468590" y="202876"/>
                  </a:lnTo>
                  <a:lnTo>
                    <a:pt x="6421750" y="231338"/>
                  </a:lnTo>
                  <a:lnTo>
                    <a:pt x="6374919" y="262375"/>
                  </a:lnTo>
                  <a:lnTo>
                    <a:pt x="6327784" y="295949"/>
                  </a:lnTo>
                  <a:lnTo>
                    <a:pt x="6280146" y="331932"/>
                  </a:lnTo>
                  <a:lnTo>
                    <a:pt x="6231917" y="370104"/>
                  </a:lnTo>
                  <a:lnTo>
                    <a:pt x="6183098" y="410150"/>
                  </a:lnTo>
                  <a:lnTo>
                    <a:pt x="6133771" y="451668"/>
                  </a:lnTo>
                  <a:lnTo>
                    <a:pt x="6084081" y="494182"/>
                  </a:lnTo>
                  <a:lnTo>
                    <a:pt x="6034215" y="537167"/>
                  </a:lnTo>
                  <a:lnTo>
                    <a:pt x="5984379" y="580070"/>
                  </a:lnTo>
                  <a:lnTo>
                    <a:pt x="5934778" y="622344"/>
                  </a:lnTo>
                  <a:lnTo>
                    <a:pt x="5885588" y="663476"/>
                  </a:lnTo>
                  <a:lnTo>
                    <a:pt x="5836937" y="703009"/>
                  </a:lnTo>
                  <a:lnTo>
                    <a:pt x="5788886" y="740566"/>
                  </a:lnTo>
                  <a:lnTo>
                    <a:pt x="5741410" y="775860"/>
                  </a:lnTo>
                  <a:lnTo>
                    <a:pt x="5694389" y="808697"/>
                  </a:lnTo>
                  <a:lnTo>
                    <a:pt x="5647594" y="838977"/>
                  </a:lnTo>
                  <a:lnTo>
                    <a:pt x="5600672" y="866688"/>
                  </a:lnTo>
                  <a:lnTo>
                    <a:pt x="5567201" y="884736"/>
                  </a:lnTo>
                  <a:lnTo>
                    <a:pt x="5519054" y="908104"/>
                  </a:lnTo>
                  <a:lnTo>
                    <a:pt x="5469185" y="929035"/>
                  </a:lnTo>
                  <a:lnTo>
                    <a:pt x="5416753" y="947666"/>
                  </a:lnTo>
                  <a:lnTo>
                    <a:pt x="5360823" y="964221"/>
                  </a:lnTo>
                  <a:lnTo>
                    <a:pt x="5300447" y="978946"/>
                  </a:lnTo>
                  <a:lnTo>
                    <a:pt x="5234760" y="992077"/>
                  </a:lnTo>
                  <a:lnTo>
                    <a:pt x="5163091" y="1003816"/>
                  </a:lnTo>
                  <a:lnTo>
                    <a:pt x="5085120" y="1014322"/>
                  </a:lnTo>
                  <a:lnTo>
                    <a:pt x="5001081" y="1023705"/>
                  </a:lnTo>
                  <a:lnTo>
                    <a:pt x="4911998" y="1032027"/>
                  </a:lnTo>
                  <a:lnTo>
                    <a:pt x="4819895" y="1039308"/>
                  </a:lnTo>
                  <a:lnTo>
                    <a:pt x="4727898" y="1045532"/>
                  </a:lnTo>
                  <a:lnTo>
                    <a:pt x="4640091" y="1050674"/>
                  </a:lnTo>
                  <a:lnTo>
                    <a:pt x="4561042" y="1054721"/>
                  </a:lnTo>
                  <a:lnTo>
                    <a:pt x="4494994" y="1057705"/>
                  </a:lnTo>
                  <a:lnTo>
                    <a:pt x="4444915" y="1059715"/>
                  </a:lnTo>
                  <a:lnTo>
                    <a:pt x="4411706" y="1060906"/>
                  </a:lnTo>
                  <a:lnTo>
                    <a:pt x="4393843" y="1061482"/>
                  </a:lnTo>
                  <a:lnTo>
                    <a:pt x="4387491" y="1061667"/>
                  </a:lnTo>
                  <a:lnTo>
                    <a:pt x="4386855" y="1061684"/>
                  </a:lnTo>
                  <a:lnTo>
                    <a:pt x="3848118" y="1061684"/>
                  </a:lnTo>
                  <a:lnTo>
                    <a:pt x="3846826" y="1061659"/>
                  </a:lnTo>
                  <a:lnTo>
                    <a:pt x="3838393" y="1061484"/>
                  </a:lnTo>
                  <a:lnTo>
                    <a:pt x="3817365" y="1061001"/>
                  </a:lnTo>
                  <a:lnTo>
                    <a:pt x="3780358" y="1060052"/>
                  </a:lnTo>
                  <a:lnTo>
                    <a:pt x="3726382" y="1058501"/>
                  </a:lnTo>
                  <a:lnTo>
                    <a:pt x="3656862" y="1056249"/>
                  </a:lnTo>
                  <a:lnTo>
                    <a:pt x="3575165" y="1053243"/>
                  </a:lnTo>
                  <a:lnTo>
                    <a:pt x="3485728" y="1049469"/>
                  </a:lnTo>
                  <a:lnTo>
                    <a:pt x="3393107" y="1044940"/>
                  </a:lnTo>
                  <a:lnTo>
                    <a:pt x="3301222" y="1039673"/>
                  </a:lnTo>
                  <a:lnTo>
                    <a:pt x="3212963" y="1033676"/>
                  </a:lnTo>
                  <a:lnTo>
                    <a:pt x="3130112" y="1026926"/>
                  </a:lnTo>
                  <a:lnTo>
                    <a:pt x="3053484" y="1019374"/>
                  </a:lnTo>
                  <a:lnTo>
                    <a:pt x="2983158" y="1010932"/>
                  </a:lnTo>
                  <a:lnTo>
                    <a:pt x="2918704" y="1001480"/>
                  </a:lnTo>
                  <a:lnTo>
                    <a:pt x="2859384" y="990870"/>
                  </a:lnTo>
                  <a:lnTo>
                    <a:pt x="2804293" y="978932"/>
                  </a:lnTo>
                  <a:lnTo>
                    <a:pt x="2752473" y="965494"/>
                  </a:lnTo>
                  <a:lnTo>
                    <a:pt x="2702994" y="950410"/>
                  </a:lnTo>
                  <a:lnTo>
                    <a:pt x="2667772" y="938274"/>
                  </a:lnTo>
                  <a:lnTo>
                    <a:pt x="2618026" y="919202"/>
                  </a:lnTo>
                  <a:lnTo>
                    <a:pt x="2568763" y="898171"/>
                  </a:lnTo>
                  <a:lnTo>
                    <a:pt x="2519468" y="875153"/>
                  </a:lnTo>
                  <a:lnTo>
                    <a:pt x="2469795" y="850189"/>
                  </a:lnTo>
                  <a:lnTo>
                    <a:pt x="2419537" y="823395"/>
                  </a:lnTo>
                  <a:lnTo>
                    <a:pt x="2368617" y="794968"/>
                  </a:lnTo>
                  <a:lnTo>
                    <a:pt x="2317064" y="765185"/>
                  </a:lnTo>
                  <a:lnTo>
                    <a:pt x="2265001" y="734394"/>
                  </a:lnTo>
                  <a:lnTo>
                    <a:pt x="2212618" y="703001"/>
                  </a:lnTo>
                  <a:lnTo>
                    <a:pt x="2160146" y="671442"/>
                  </a:lnTo>
                  <a:lnTo>
                    <a:pt x="2107828" y="640168"/>
                  </a:lnTo>
                  <a:lnTo>
                    <a:pt x="2055886" y="609611"/>
                  </a:lnTo>
                  <a:lnTo>
                    <a:pt x="2004494" y="580161"/>
                  </a:lnTo>
                  <a:lnTo>
                    <a:pt x="1953753" y="552148"/>
                  </a:lnTo>
                  <a:lnTo>
                    <a:pt x="1903665" y="525830"/>
                  </a:lnTo>
                  <a:lnTo>
                    <a:pt x="1854119" y="501380"/>
                  </a:lnTo>
                  <a:lnTo>
                    <a:pt x="1804873" y="478896"/>
                  </a:lnTo>
                  <a:lnTo>
                    <a:pt x="1755538" y="458396"/>
                  </a:lnTo>
                  <a:lnTo>
                    <a:pt x="1719082" y="444636"/>
                  </a:lnTo>
                  <a:lnTo>
                    <a:pt x="1670796" y="428295"/>
                  </a:lnTo>
                  <a:lnTo>
                    <a:pt x="1620776" y="413663"/>
                  </a:lnTo>
                  <a:lnTo>
                    <a:pt x="1568174" y="400643"/>
                  </a:lnTo>
                  <a:lnTo>
                    <a:pt x="1512044" y="389078"/>
                  </a:lnTo>
                  <a:lnTo>
                    <a:pt x="1451434" y="378794"/>
                  </a:lnTo>
                  <a:lnTo>
                    <a:pt x="1385471" y="369626"/>
                  </a:lnTo>
                  <a:lnTo>
                    <a:pt x="1313483" y="361432"/>
                  </a:lnTo>
                  <a:lnTo>
                    <a:pt x="1235155" y="354102"/>
                  </a:lnTo>
                  <a:lnTo>
                    <a:pt x="1150740" y="347557"/>
                  </a:lnTo>
                  <a:lnTo>
                    <a:pt x="1061291" y="341756"/>
                  </a:lnTo>
                  <a:lnTo>
                    <a:pt x="968879" y="336686"/>
                  </a:lnTo>
                  <a:lnTo>
                    <a:pt x="876690" y="332357"/>
                  </a:lnTo>
                  <a:lnTo>
                    <a:pt x="788867" y="328788"/>
                  </a:lnTo>
                  <a:lnTo>
                    <a:pt x="710021" y="325986"/>
                  </a:lnTo>
                  <a:lnTo>
                    <a:pt x="644400" y="323929"/>
                  </a:lnTo>
                  <a:lnTo>
                    <a:pt x="594923" y="322551"/>
                  </a:lnTo>
                  <a:lnTo>
                    <a:pt x="562393" y="321741"/>
                  </a:lnTo>
                  <a:lnTo>
                    <a:pt x="545162" y="321356"/>
                  </a:lnTo>
                  <a:lnTo>
                    <a:pt x="539252" y="321237"/>
                  </a:lnTo>
                  <a:lnTo>
                    <a:pt x="538736" y="321227"/>
                  </a:lnTo>
                  <a:lnTo>
                    <a:pt x="0" y="321227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22" name="pl1422"/>
            <p:cNvSpPr/>
            <p:nvPr/>
          </p:nvSpPr>
          <p:spPr>
            <a:xfrm>
              <a:off x="546595" y="4496296"/>
              <a:ext cx="8234974" cy="1061684"/>
            </a:xfrm>
            <a:custGeom>
              <a:avLst/>
              <a:pathLst>
                <a:path w="8234974" h="1061684">
                  <a:moveTo>
                    <a:pt x="0" y="321227"/>
                  </a:moveTo>
                  <a:lnTo>
                    <a:pt x="538736" y="321227"/>
                  </a:lnTo>
                  <a:lnTo>
                    <a:pt x="540029" y="321251"/>
                  </a:lnTo>
                  <a:lnTo>
                    <a:pt x="548462" y="321426"/>
                  </a:lnTo>
                  <a:lnTo>
                    <a:pt x="569490" y="321910"/>
                  </a:lnTo>
                  <a:lnTo>
                    <a:pt x="606497" y="322859"/>
                  </a:lnTo>
                  <a:lnTo>
                    <a:pt x="660473" y="324410"/>
                  </a:lnTo>
                  <a:lnTo>
                    <a:pt x="729992" y="326661"/>
                  </a:lnTo>
                  <a:lnTo>
                    <a:pt x="811689" y="329668"/>
                  </a:lnTo>
                  <a:lnTo>
                    <a:pt x="901126" y="333442"/>
                  </a:lnTo>
                  <a:lnTo>
                    <a:pt x="993748" y="337971"/>
                  </a:lnTo>
                  <a:lnTo>
                    <a:pt x="1085632" y="343237"/>
                  </a:lnTo>
                  <a:lnTo>
                    <a:pt x="1173892" y="349235"/>
                  </a:lnTo>
                  <a:lnTo>
                    <a:pt x="1256743" y="355984"/>
                  </a:lnTo>
                  <a:lnTo>
                    <a:pt x="1333371" y="363537"/>
                  </a:lnTo>
                  <a:lnTo>
                    <a:pt x="1403697" y="371979"/>
                  </a:lnTo>
                  <a:lnTo>
                    <a:pt x="1468150" y="381431"/>
                  </a:lnTo>
                  <a:lnTo>
                    <a:pt x="1527471" y="392041"/>
                  </a:lnTo>
                  <a:lnTo>
                    <a:pt x="1582561" y="403978"/>
                  </a:lnTo>
                  <a:lnTo>
                    <a:pt x="1634382" y="417416"/>
                  </a:lnTo>
                  <a:lnTo>
                    <a:pt x="1683861" y="432501"/>
                  </a:lnTo>
                  <a:lnTo>
                    <a:pt x="1719082" y="444636"/>
                  </a:lnTo>
                  <a:lnTo>
                    <a:pt x="1768828" y="463709"/>
                  </a:lnTo>
                  <a:lnTo>
                    <a:pt x="1818092" y="484740"/>
                  </a:lnTo>
                  <a:lnTo>
                    <a:pt x="1867386" y="507758"/>
                  </a:lnTo>
                  <a:lnTo>
                    <a:pt x="1917060" y="532722"/>
                  </a:lnTo>
                  <a:lnTo>
                    <a:pt x="1967317" y="559516"/>
                  </a:lnTo>
                  <a:lnTo>
                    <a:pt x="2018238" y="587943"/>
                  </a:lnTo>
                  <a:lnTo>
                    <a:pt x="2069791" y="617726"/>
                  </a:lnTo>
                  <a:lnTo>
                    <a:pt x="2121854" y="648516"/>
                  </a:lnTo>
                  <a:lnTo>
                    <a:pt x="2174237" y="679910"/>
                  </a:lnTo>
                  <a:lnTo>
                    <a:pt x="2226708" y="711469"/>
                  </a:lnTo>
                  <a:lnTo>
                    <a:pt x="2279027" y="742743"/>
                  </a:lnTo>
                  <a:lnTo>
                    <a:pt x="2330969" y="773300"/>
                  </a:lnTo>
                  <a:lnTo>
                    <a:pt x="2382360" y="802750"/>
                  </a:lnTo>
                  <a:lnTo>
                    <a:pt x="2433102" y="830762"/>
                  </a:lnTo>
                  <a:lnTo>
                    <a:pt x="2483190" y="857081"/>
                  </a:lnTo>
                  <a:lnTo>
                    <a:pt x="2532736" y="881530"/>
                  </a:lnTo>
                  <a:lnTo>
                    <a:pt x="2581981" y="904015"/>
                  </a:lnTo>
                  <a:lnTo>
                    <a:pt x="2631316" y="924515"/>
                  </a:lnTo>
                  <a:lnTo>
                    <a:pt x="2667772" y="938274"/>
                  </a:lnTo>
                  <a:lnTo>
                    <a:pt x="2716059" y="954616"/>
                  </a:lnTo>
                  <a:lnTo>
                    <a:pt x="2766079" y="969248"/>
                  </a:lnTo>
                  <a:lnTo>
                    <a:pt x="2818681" y="982268"/>
                  </a:lnTo>
                  <a:lnTo>
                    <a:pt x="2874810" y="993833"/>
                  </a:lnTo>
                  <a:lnTo>
                    <a:pt x="2935421" y="1004117"/>
                  </a:lnTo>
                  <a:lnTo>
                    <a:pt x="3001384" y="1013285"/>
                  </a:lnTo>
                  <a:lnTo>
                    <a:pt x="3073372" y="1021479"/>
                  </a:lnTo>
                  <a:lnTo>
                    <a:pt x="3151700" y="1028809"/>
                  </a:lnTo>
                  <a:lnTo>
                    <a:pt x="3236115" y="1035353"/>
                  </a:lnTo>
                  <a:lnTo>
                    <a:pt x="3325564" y="1041155"/>
                  </a:lnTo>
                  <a:lnTo>
                    <a:pt x="3417975" y="1046225"/>
                  </a:lnTo>
                  <a:lnTo>
                    <a:pt x="3510165" y="1050554"/>
                  </a:lnTo>
                  <a:lnTo>
                    <a:pt x="3597988" y="1054123"/>
                  </a:lnTo>
                  <a:lnTo>
                    <a:pt x="3676833" y="1056925"/>
                  </a:lnTo>
                  <a:lnTo>
                    <a:pt x="3742454" y="1058982"/>
                  </a:lnTo>
                  <a:lnTo>
                    <a:pt x="3791932" y="1060360"/>
                  </a:lnTo>
                  <a:lnTo>
                    <a:pt x="3824461" y="1061169"/>
                  </a:lnTo>
                  <a:lnTo>
                    <a:pt x="3841693" y="1061555"/>
                  </a:lnTo>
                  <a:lnTo>
                    <a:pt x="3847602" y="1061674"/>
                  </a:lnTo>
                  <a:lnTo>
                    <a:pt x="3848118" y="1061684"/>
                  </a:lnTo>
                  <a:lnTo>
                    <a:pt x="4386855" y="1061684"/>
                  </a:lnTo>
                  <a:lnTo>
                    <a:pt x="4388137" y="1061649"/>
                  </a:lnTo>
                  <a:lnTo>
                    <a:pt x="4396502" y="1061400"/>
                  </a:lnTo>
                  <a:lnTo>
                    <a:pt x="4417366" y="1060713"/>
                  </a:lnTo>
                  <a:lnTo>
                    <a:pt x="4454101" y="1059364"/>
                  </a:lnTo>
                  <a:lnTo>
                    <a:pt x="4507712" y="1057159"/>
                  </a:lnTo>
                  <a:lnTo>
                    <a:pt x="4576816" y="1053955"/>
                  </a:lnTo>
                  <a:lnTo>
                    <a:pt x="4658097" y="1049677"/>
                  </a:lnTo>
                  <a:lnTo>
                    <a:pt x="4747166" y="1044304"/>
                  </a:lnTo>
                  <a:lnTo>
                    <a:pt x="4839499" y="1037854"/>
                  </a:lnTo>
                  <a:lnTo>
                    <a:pt x="4931186" y="1030353"/>
                  </a:lnTo>
                  <a:lnTo>
                    <a:pt x="5019334" y="1021809"/>
                  </a:lnTo>
                  <a:lnTo>
                    <a:pt x="5102144" y="1012195"/>
                  </a:lnTo>
                  <a:lnTo>
                    <a:pt x="5178779" y="1001440"/>
                  </a:lnTo>
                  <a:lnTo>
                    <a:pt x="5249141" y="989421"/>
                  </a:lnTo>
                  <a:lnTo>
                    <a:pt x="5313640" y="975970"/>
                  </a:lnTo>
                  <a:lnTo>
                    <a:pt x="5372998" y="960878"/>
                  </a:lnTo>
                  <a:lnTo>
                    <a:pt x="5428109" y="943905"/>
                  </a:lnTo>
                  <a:lnTo>
                    <a:pt x="5479922" y="924804"/>
                  </a:lnTo>
                  <a:lnTo>
                    <a:pt x="5529361" y="903364"/>
                  </a:lnTo>
                  <a:lnTo>
                    <a:pt x="5567201" y="884736"/>
                  </a:lnTo>
                  <a:lnTo>
                    <a:pt x="5614503" y="858807"/>
                  </a:lnTo>
                  <a:lnTo>
                    <a:pt x="5661343" y="830345"/>
                  </a:lnTo>
                  <a:lnTo>
                    <a:pt x="5708173" y="799308"/>
                  </a:lnTo>
                  <a:lnTo>
                    <a:pt x="5755309" y="765734"/>
                  </a:lnTo>
                  <a:lnTo>
                    <a:pt x="5802946" y="729751"/>
                  </a:lnTo>
                  <a:lnTo>
                    <a:pt x="5851176" y="691579"/>
                  </a:lnTo>
                  <a:lnTo>
                    <a:pt x="5899995" y="651533"/>
                  </a:lnTo>
                  <a:lnTo>
                    <a:pt x="5949321" y="610015"/>
                  </a:lnTo>
                  <a:lnTo>
                    <a:pt x="5999011" y="567501"/>
                  </a:lnTo>
                  <a:lnTo>
                    <a:pt x="6048878" y="524516"/>
                  </a:lnTo>
                  <a:lnTo>
                    <a:pt x="6098713" y="481614"/>
                  </a:lnTo>
                  <a:lnTo>
                    <a:pt x="6148314" y="439339"/>
                  </a:lnTo>
                  <a:lnTo>
                    <a:pt x="6197504" y="398208"/>
                  </a:lnTo>
                  <a:lnTo>
                    <a:pt x="6246155" y="358674"/>
                  </a:lnTo>
                  <a:lnTo>
                    <a:pt x="6294207" y="321117"/>
                  </a:lnTo>
                  <a:lnTo>
                    <a:pt x="6341683" y="285824"/>
                  </a:lnTo>
                  <a:lnTo>
                    <a:pt x="6388703" y="252987"/>
                  </a:lnTo>
                  <a:lnTo>
                    <a:pt x="6435498" y="222706"/>
                  </a:lnTo>
                  <a:lnTo>
                    <a:pt x="6482420" y="194996"/>
                  </a:lnTo>
                  <a:lnTo>
                    <a:pt x="6515891" y="176947"/>
                  </a:lnTo>
                  <a:lnTo>
                    <a:pt x="6564039" y="153579"/>
                  </a:lnTo>
                  <a:lnTo>
                    <a:pt x="6613908" y="132648"/>
                  </a:lnTo>
                  <a:lnTo>
                    <a:pt x="6666339" y="114017"/>
                  </a:lnTo>
                  <a:lnTo>
                    <a:pt x="6722270" y="97463"/>
                  </a:lnTo>
                  <a:lnTo>
                    <a:pt x="6782645" y="82737"/>
                  </a:lnTo>
                  <a:lnTo>
                    <a:pt x="6848332" y="69606"/>
                  </a:lnTo>
                  <a:lnTo>
                    <a:pt x="6920001" y="57867"/>
                  </a:lnTo>
                  <a:lnTo>
                    <a:pt x="6997973" y="47361"/>
                  </a:lnTo>
                  <a:lnTo>
                    <a:pt x="7082011" y="37978"/>
                  </a:lnTo>
                  <a:lnTo>
                    <a:pt x="7171094" y="29656"/>
                  </a:lnTo>
                  <a:lnTo>
                    <a:pt x="7263197" y="22375"/>
                  </a:lnTo>
                  <a:lnTo>
                    <a:pt x="7355195" y="16151"/>
                  </a:lnTo>
                  <a:lnTo>
                    <a:pt x="7443002" y="11009"/>
                  </a:lnTo>
                  <a:lnTo>
                    <a:pt x="7522051" y="6962"/>
                  </a:lnTo>
                  <a:lnTo>
                    <a:pt x="7588098" y="3979"/>
                  </a:lnTo>
                  <a:lnTo>
                    <a:pt x="7638177" y="1969"/>
                  </a:lnTo>
                  <a:lnTo>
                    <a:pt x="7671386" y="777"/>
                  </a:lnTo>
                  <a:lnTo>
                    <a:pt x="7689249" y="201"/>
                  </a:lnTo>
                  <a:lnTo>
                    <a:pt x="7695601" y="1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3" name="pl1423"/>
            <p:cNvSpPr/>
            <p:nvPr/>
          </p:nvSpPr>
          <p:spPr>
            <a:xfrm>
              <a:off x="546595" y="4490852"/>
              <a:ext cx="8234974" cy="1061684"/>
            </a:xfrm>
            <a:custGeom>
              <a:avLst/>
              <a:pathLst>
                <a:path w="8234974" h="1061684">
                  <a:moveTo>
                    <a:pt x="8234974" y="0"/>
                  </a:moveTo>
                  <a:lnTo>
                    <a:pt x="7696237" y="0"/>
                  </a:lnTo>
                  <a:lnTo>
                    <a:pt x="7694956" y="34"/>
                  </a:lnTo>
                  <a:lnTo>
                    <a:pt x="7686591" y="283"/>
                  </a:lnTo>
                  <a:lnTo>
                    <a:pt x="7665727" y="970"/>
                  </a:lnTo>
                  <a:lnTo>
                    <a:pt x="7628992" y="2319"/>
                  </a:lnTo>
                  <a:lnTo>
                    <a:pt x="7575380" y="4525"/>
                  </a:lnTo>
                  <a:lnTo>
                    <a:pt x="7506277" y="7728"/>
                  </a:lnTo>
                  <a:lnTo>
                    <a:pt x="7424996" y="12006"/>
                  </a:lnTo>
                  <a:lnTo>
                    <a:pt x="7335927" y="17379"/>
                  </a:lnTo>
                  <a:lnTo>
                    <a:pt x="7243594" y="23829"/>
                  </a:lnTo>
                  <a:lnTo>
                    <a:pt x="7151906" y="31330"/>
                  </a:lnTo>
                  <a:lnTo>
                    <a:pt x="7063758" y="39874"/>
                  </a:lnTo>
                  <a:lnTo>
                    <a:pt x="6980948" y="49488"/>
                  </a:lnTo>
                  <a:lnTo>
                    <a:pt x="6904313" y="60243"/>
                  </a:lnTo>
                  <a:lnTo>
                    <a:pt x="6833951" y="72262"/>
                  </a:lnTo>
                  <a:lnTo>
                    <a:pt x="6769453" y="85713"/>
                  </a:lnTo>
                  <a:lnTo>
                    <a:pt x="6710094" y="100805"/>
                  </a:lnTo>
                  <a:lnTo>
                    <a:pt x="6654984" y="117778"/>
                  </a:lnTo>
                  <a:lnTo>
                    <a:pt x="6603171" y="136879"/>
                  </a:lnTo>
                  <a:lnTo>
                    <a:pt x="6553731" y="158319"/>
                  </a:lnTo>
                  <a:lnTo>
                    <a:pt x="6515891" y="176947"/>
                  </a:lnTo>
                  <a:lnTo>
                    <a:pt x="6468590" y="202876"/>
                  </a:lnTo>
                  <a:lnTo>
                    <a:pt x="6421750" y="231338"/>
                  </a:lnTo>
                  <a:lnTo>
                    <a:pt x="6374919" y="262375"/>
                  </a:lnTo>
                  <a:lnTo>
                    <a:pt x="6327784" y="295949"/>
                  </a:lnTo>
                  <a:lnTo>
                    <a:pt x="6280146" y="331932"/>
                  </a:lnTo>
                  <a:lnTo>
                    <a:pt x="6231917" y="370104"/>
                  </a:lnTo>
                  <a:lnTo>
                    <a:pt x="6183098" y="410150"/>
                  </a:lnTo>
                  <a:lnTo>
                    <a:pt x="6133771" y="451668"/>
                  </a:lnTo>
                  <a:lnTo>
                    <a:pt x="6084081" y="494182"/>
                  </a:lnTo>
                  <a:lnTo>
                    <a:pt x="6034215" y="537167"/>
                  </a:lnTo>
                  <a:lnTo>
                    <a:pt x="5984379" y="580070"/>
                  </a:lnTo>
                  <a:lnTo>
                    <a:pt x="5934778" y="622344"/>
                  </a:lnTo>
                  <a:lnTo>
                    <a:pt x="5885588" y="663476"/>
                  </a:lnTo>
                  <a:lnTo>
                    <a:pt x="5836937" y="703009"/>
                  </a:lnTo>
                  <a:lnTo>
                    <a:pt x="5788886" y="740566"/>
                  </a:lnTo>
                  <a:lnTo>
                    <a:pt x="5741410" y="775860"/>
                  </a:lnTo>
                  <a:lnTo>
                    <a:pt x="5694389" y="808697"/>
                  </a:lnTo>
                  <a:lnTo>
                    <a:pt x="5647594" y="838977"/>
                  </a:lnTo>
                  <a:lnTo>
                    <a:pt x="5600672" y="866688"/>
                  </a:lnTo>
                  <a:lnTo>
                    <a:pt x="5567201" y="884736"/>
                  </a:lnTo>
                  <a:lnTo>
                    <a:pt x="5519054" y="908104"/>
                  </a:lnTo>
                  <a:lnTo>
                    <a:pt x="5469185" y="929035"/>
                  </a:lnTo>
                  <a:lnTo>
                    <a:pt x="5416753" y="947666"/>
                  </a:lnTo>
                  <a:lnTo>
                    <a:pt x="5360823" y="964221"/>
                  </a:lnTo>
                  <a:lnTo>
                    <a:pt x="5300447" y="978946"/>
                  </a:lnTo>
                  <a:lnTo>
                    <a:pt x="5234760" y="992077"/>
                  </a:lnTo>
                  <a:lnTo>
                    <a:pt x="5163091" y="1003816"/>
                  </a:lnTo>
                  <a:lnTo>
                    <a:pt x="5085120" y="1014322"/>
                  </a:lnTo>
                  <a:lnTo>
                    <a:pt x="5001081" y="1023705"/>
                  </a:lnTo>
                  <a:lnTo>
                    <a:pt x="4911998" y="1032027"/>
                  </a:lnTo>
                  <a:lnTo>
                    <a:pt x="4819895" y="1039308"/>
                  </a:lnTo>
                  <a:lnTo>
                    <a:pt x="4727898" y="1045532"/>
                  </a:lnTo>
                  <a:lnTo>
                    <a:pt x="4640091" y="1050674"/>
                  </a:lnTo>
                  <a:lnTo>
                    <a:pt x="4561042" y="1054721"/>
                  </a:lnTo>
                  <a:lnTo>
                    <a:pt x="4494994" y="1057705"/>
                  </a:lnTo>
                  <a:lnTo>
                    <a:pt x="4444915" y="1059715"/>
                  </a:lnTo>
                  <a:lnTo>
                    <a:pt x="4411706" y="1060906"/>
                  </a:lnTo>
                  <a:lnTo>
                    <a:pt x="4393843" y="1061482"/>
                  </a:lnTo>
                  <a:lnTo>
                    <a:pt x="4387491" y="1061667"/>
                  </a:lnTo>
                  <a:lnTo>
                    <a:pt x="4386855" y="1061684"/>
                  </a:lnTo>
                  <a:lnTo>
                    <a:pt x="3848118" y="1061684"/>
                  </a:lnTo>
                  <a:lnTo>
                    <a:pt x="3846826" y="1061659"/>
                  </a:lnTo>
                  <a:lnTo>
                    <a:pt x="3838393" y="1061484"/>
                  </a:lnTo>
                  <a:lnTo>
                    <a:pt x="3817365" y="1061001"/>
                  </a:lnTo>
                  <a:lnTo>
                    <a:pt x="3780358" y="1060052"/>
                  </a:lnTo>
                  <a:lnTo>
                    <a:pt x="3726382" y="1058501"/>
                  </a:lnTo>
                  <a:lnTo>
                    <a:pt x="3656862" y="1056249"/>
                  </a:lnTo>
                  <a:lnTo>
                    <a:pt x="3575165" y="1053243"/>
                  </a:lnTo>
                  <a:lnTo>
                    <a:pt x="3485728" y="1049469"/>
                  </a:lnTo>
                  <a:lnTo>
                    <a:pt x="3393107" y="1044940"/>
                  </a:lnTo>
                  <a:lnTo>
                    <a:pt x="3301222" y="1039673"/>
                  </a:lnTo>
                  <a:lnTo>
                    <a:pt x="3212963" y="1033676"/>
                  </a:lnTo>
                  <a:lnTo>
                    <a:pt x="3130112" y="1026926"/>
                  </a:lnTo>
                  <a:lnTo>
                    <a:pt x="3053484" y="1019374"/>
                  </a:lnTo>
                  <a:lnTo>
                    <a:pt x="2983158" y="1010932"/>
                  </a:lnTo>
                  <a:lnTo>
                    <a:pt x="2918704" y="1001480"/>
                  </a:lnTo>
                  <a:lnTo>
                    <a:pt x="2859384" y="990870"/>
                  </a:lnTo>
                  <a:lnTo>
                    <a:pt x="2804293" y="978932"/>
                  </a:lnTo>
                  <a:lnTo>
                    <a:pt x="2752473" y="965494"/>
                  </a:lnTo>
                  <a:lnTo>
                    <a:pt x="2702994" y="950410"/>
                  </a:lnTo>
                  <a:lnTo>
                    <a:pt x="2667772" y="938274"/>
                  </a:lnTo>
                  <a:lnTo>
                    <a:pt x="2618026" y="919202"/>
                  </a:lnTo>
                  <a:lnTo>
                    <a:pt x="2568763" y="898171"/>
                  </a:lnTo>
                  <a:lnTo>
                    <a:pt x="2519468" y="875153"/>
                  </a:lnTo>
                  <a:lnTo>
                    <a:pt x="2469795" y="850189"/>
                  </a:lnTo>
                  <a:lnTo>
                    <a:pt x="2419537" y="823395"/>
                  </a:lnTo>
                  <a:lnTo>
                    <a:pt x="2368617" y="794968"/>
                  </a:lnTo>
                  <a:lnTo>
                    <a:pt x="2317064" y="765185"/>
                  </a:lnTo>
                  <a:lnTo>
                    <a:pt x="2265001" y="734394"/>
                  </a:lnTo>
                  <a:lnTo>
                    <a:pt x="2212618" y="703001"/>
                  </a:lnTo>
                  <a:lnTo>
                    <a:pt x="2160146" y="671442"/>
                  </a:lnTo>
                  <a:lnTo>
                    <a:pt x="2107828" y="640168"/>
                  </a:lnTo>
                  <a:lnTo>
                    <a:pt x="2055886" y="609611"/>
                  </a:lnTo>
                  <a:lnTo>
                    <a:pt x="2004494" y="580161"/>
                  </a:lnTo>
                  <a:lnTo>
                    <a:pt x="1953753" y="552148"/>
                  </a:lnTo>
                  <a:lnTo>
                    <a:pt x="1903665" y="525830"/>
                  </a:lnTo>
                  <a:lnTo>
                    <a:pt x="1854119" y="501380"/>
                  </a:lnTo>
                  <a:lnTo>
                    <a:pt x="1804873" y="478896"/>
                  </a:lnTo>
                  <a:lnTo>
                    <a:pt x="1755538" y="458396"/>
                  </a:lnTo>
                  <a:lnTo>
                    <a:pt x="1719082" y="444636"/>
                  </a:lnTo>
                  <a:lnTo>
                    <a:pt x="1670796" y="428295"/>
                  </a:lnTo>
                  <a:lnTo>
                    <a:pt x="1620776" y="413663"/>
                  </a:lnTo>
                  <a:lnTo>
                    <a:pt x="1568174" y="400643"/>
                  </a:lnTo>
                  <a:lnTo>
                    <a:pt x="1512044" y="389078"/>
                  </a:lnTo>
                  <a:lnTo>
                    <a:pt x="1451434" y="378794"/>
                  </a:lnTo>
                  <a:lnTo>
                    <a:pt x="1385471" y="369626"/>
                  </a:lnTo>
                  <a:lnTo>
                    <a:pt x="1313483" y="361432"/>
                  </a:lnTo>
                  <a:lnTo>
                    <a:pt x="1235155" y="354102"/>
                  </a:lnTo>
                  <a:lnTo>
                    <a:pt x="1150740" y="347557"/>
                  </a:lnTo>
                  <a:lnTo>
                    <a:pt x="1061291" y="341756"/>
                  </a:lnTo>
                  <a:lnTo>
                    <a:pt x="968879" y="336686"/>
                  </a:lnTo>
                  <a:lnTo>
                    <a:pt x="876690" y="332357"/>
                  </a:lnTo>
                  <a:lnTo>
                    <a:pt x="788867" y="328788"/>
                  </a:lnTo>
                  <a:lnTo>
                    <a:pt x="710021" y="325986"/>
                  </a:lnTo>
                  <a:lnTo>
                    <a:pt x="644400" y="323929"/>
                  </a:lnTo>
                  <a:lnTo>
                    <a:pt x="594923" y="322551"/>
                  </a:lnTo>
                  <a:lnTo>
                    <a:pt x="562393" y="321741"/>
                  </a:lnTo>
                  <a:lnTo>
                    <a:pt x="545162" y="321356"/>
                  </a:lnTo>
                  <a:lnTo>
                    <a:pt x="539252" y="321237"/>
                  </a:lnTo>
                  <a:lnTo>
                    <a:pt x="538736" y="321227"/>
                  </a:lnTo>
                  <a:lnTo>
                    <a:pt x="0" y="3212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4" name="pg1424"/>
            <p:cNvSpPr/>
            <p:nvPr/>
          </p:nvSpPr>
          <p:spPr>
            <a:xfrm>
              <a:off x="546595" y="4817524"/>
              <a:ext cx="8234974" cy="898348"/>
            </a:xfrm>
            <a:custGeom>
              <a:avLst/>
              <a:pathLst>
                <a:path w="8234974" h="898348">
                  <a:moveTo>
                    <a:pt x="0" y="5444"/>
                  </a:moveTo>
                  <a:lnTo>
                    <a:pt x="538736" y="5444"/>
                  </a:lnTo>
                  <a:lnTo>
                    <a:pt x="540027" y="5470"/>
                  </a:lnTo>
                  <a:lnTo>
                    <a:pt x="548451" y="5656"/>
                  </a:lnTo>
                  <a:lnTo>
                    <a:pt x="569458" y="6171"/>
                  </a:lnTo>
                  <a:lnTo>
                    <a:pt x="606429" y="7182"/>
                  </a:lnTo>
                  <a:lnTo>
                    <a:pt x="660358" y="8834"/>
                  </a:lnTo>
                  <a:lnTo>
                    <a:pt x="729823" y="11232"/>
                  </a:lnTo>
                  <a:lnTo>
                    <a:pt x="811466" y="14434"/>
                  </a:lnTo>
                  <a:lnTo>
                    <a:pt x="900855" y="18454"/>
                  </a:lnTo>
                  <a:lnTo>
                    <a:pt x="993439" y="23279"/>
                  </a:lnTo>
                  <a:lnTo>
                    <a:pt x="1085298" y="28889"/>
                  </a:lnTo>
                  <a:lnTo>
                    <a:pt x="1173543" y="35278"/>
                  </a:lnTo>
                  <a:lnTo>
                    <a:pt x="1256389" y="42468"/>
                  </a:lnTo>
                  <a:lnTo>
                    <a:pt x="1333018" y="50513"/>
                  </a:lnTo>
                  <a:lnTo>
                    <a:pt x="1403349" y="59505"/>
                  </a:lnTo>
                  <a:lnTo>
                    <a:pt x="1467808" y="69573"/>
                  </a:lnTo>
                  <a:lnTo>
                    <a:pt x="1527133" y="80873"/>
                  </a:lnTo>
                  <a:lnTo>
                    <a:pt x="1582226" y="93587"/>
                  </a:lnTo>
                  <a:lnTo>
                    <a:pt x="1634046" y="107898"/>
                  </a:lnTo>
                  <a:lnTo>
                    <a:pt x="1683520" y="123962"/>
                  </a:lnTo>
                  <a:lnTo>
                    <a:pt x="1719082" y="137020"/>
                  </a:lnTo>
                  <a:lnTo>
                    <a:pt x="1768475" y="157202"/>
                  </a:lnTo>
                  <a:lnTo>
                    <a:pt x="1817388" y="179442"/>
                  </a:lnTo>
                  <a:lnTo>
                    <a:pt x="1866325" y="203770"/>
                  </a:lnTo>
                  <a:lnTo>
                    <a:pt x="1915631" y="230145"/>
                  </a:lnTo>
                  <a:lnTo>
                    <a:pt x="1965508" y="258449"/>
                  </a:lnTo>
                  <a:lnTo>
                    <a:pt x="2016039" y="288477"/>
                  </a:lnTo>
                  <a:lnTo>
                    <a:pt x="2067196" y="319945"/>
                  </a:lnTo>
                  <a:lnTo>
                    <a:pt x="2118864" y="352492"/>
                  </a:lnTo>
                  <a:lnTo>
                    <a:pt x="2170859" y="385698"/>
                  </a:lnTo>
                  <a:lnTo>
                    <a:pt x="2222957" y="419108"/>
                  </a:lnTo>
                  <a:lnTo>
                    <a:pt x="2274921" y="452252"/>
                  </a:lnTo>
                  <a:lnTo>
                    <a:pt x="2326530" y="484678"/>
                  </a:lnTo>
                  <a:lnTo>
                    <a:pt x="2377608" y="515972"/>
                  </a:lnTo>
                  <a:lnTo>
                    <a:pt x="2428050" y="545785"/>
                  </a:lnTo>
                  <a:lnTo>
                    <a:pt x="2477844" y="573841"/>
                  </a:lnTo>
                  <a:lnTo>
                    <a:pt x="2527086" y="599948"/>
                  </a:lnTo>
                  <a:lnTo>
                    <a:pt x="2575997" y="623997"/>
                  </a:lnTo>
                  <a:lnTo>
                    <a:pt x="2624941" y="645959"/>
                  </a:lnTo>
                  <a:lnTo>
                    <a:pt x="2667772" y="663325"/>
                  </a:lnTo>
                  <a:lnTo>
                    <a:pt x="2716040" y="680742"/>
                  </a:lnTo>
                  <a:lnTo>
                    <a:pt x="2766041" y="696338"/>
                  </a:lnTo>
                  <a:lnTo>
                    <a:pt x="2818621" y="710216"/>
                  </a:lnTo>
                  <a:lnTo>
                    <a:pt x="2874724" y="722544"/>
                  </a:lnTo>
                  <a:lnTo>
                    <a:pt x="2935304" y="733506"/>
                  </a:lnTo>
                  <a:lnTo>
                    <a:pt x="3001231" y="743280"/>
                  </a:lnTo>
                  <a:lnTo>
                    <a:pt x="3073178" y="752015"/>
                  </a:lnTo>
                  <a:lnTo>
                    <a:pt x="3151459" y="759830"/>
                  </a:lnTo>
                  <a:lnTo>
                    <a:pt x="3235825" y="766807"/>
                  </a:lnTo>
                  <a:lnTo>
                    <a:pt x="3325226" y="772993"/>
                  </a:lnTo>
                  <a:lnTo>
                    <a:pt x="3417598" y="778399"/>
                  </a:lnTo>
                  <a:lnTo>
                    <a:pt x="3509763" y="783016"/>
                  </a:lnTo>
                  <a:lnTo>
                    <a:pt x="3597584" y="786824"/>
                  </a:lnTo>
                  <a:lnTo>
                    <a:pt x="3676456" y="789814"/>
                  </a:lnTo>
                  <a:lnTo>
                    <a:pt x="3742133" y="792010"/>
                  </a:lnTo>
                  <a:lnTo>
                    <a:pt x="3791690" y="793483"/>
                  </a:lnTo>
                  <a:lnTo>
                    <a:pt x="3824308" y="794349"/>
                  </a:lnTo>
                  <a:lnTo>
                    <a:pt x="3841621" y="794762"/>
                  </a:lnTo>
                  <a:lnTo>
                    <a:pt x="3847588" y="794891"/>
                  </a:lnTo>
                  <a:lnTo>
                    <a:pt x="3848118" y="794901"/>
                  </a:lnTo>
                  <a:lnTo>
                    <a:pt x="4386855" y="794901"/>
                  </a:lnTo>
                  <a:lnTo>
                    <a:pt x="4388158" y="794905"/>
                  </a:lnTo>
                  <a:lnTo>
                    <a:pt x="4396656" y="794930"/>
                  </a:lnTo>
                  <a:lnTo>
                    <a:pt x="4417838" y="794998"/>
                  </a:lnTo>
                  <a:lnTo>
                    <a:pt x="4455103" y="795131"/>
                  </a:lnTo>
                  <a:lnTo>
                    <a:pt x="4509423" y="795350"/>
                  </a:lnTo>
                  <a:lnTo>
                    <a:pt x="4579334" y="795667"/>
                  </a:lnTo>
                  <a:lnTo>
                    <a:pt x="4661422" y="796090"/>
                  </a:lnTo>
                  <a:lnTo>
                    <a:pt x="4751205" y="796620"/>
                  </a:lnTo>
                  <a:lnTo>
                    <a:pt x="4844096" y="797257"/>
                  </a:lnTo>
                  <a:lnTo>
                    <a:pt x="4936164" y="797997"/>
                  </a:lnTo>
                  <a:lnTo>
                    <a:pt x="5024526" y="798841"/>
                  </a:lnTo>
                  <a:lnTo>
                    <a:pt x="5107414" y="799789"/>
                  </a:lnTo>
                  <a:lnTo>
                    <a:pt x="5184033" y="800851"/>
                  </a:lnTo>
                  <a:lnTo>
                    <a:pt x="5254325" y="802039"/>
                  </a:lnTo>
                  <a:lnTo>
                    <a:pt x="5318737" y="803368"/>
                  </a:lnTo>
                  <a:lnTo>
                    <a:pt x="5378021" y="804862"/>
                  </a:lnTo>
                  <a:lnTo>
                    <a:pt x="5433094" y="806543"/>
                  </a:lnTo>
                  <a:lnTo>
                    <a:pt x="5484924" y="808436"/>
                  </a:lnTo>
                  <a:lnTo>
                    <a:pt x="5534441" y="810560"/>
                  </a:lnTo>
                  <a:lnTo>
                    <a:pt x="5567201" y="812143"/>
                  </a:lnTo>
                  <a:lnTo>
                    <a:pt x="5619927" y="814977"/>
                  </a:lnTo>
                  <a:lnTo>
                    <a:pt x="5672149" y="818119"/>
                  </a:lnTo>
                  <a:lnTo>
                    <a:pt x="5724460" y="821572"/>
                  </a:lnTo>
                  <a:lnTo>
                    <a:pt x="5777249" y="825329"/>
                  </a:lnTo>
                  <a:lnTo>
                    <a:pt x="5830727" y="829367"/>
                  </a:lnTo>
                  <a:lnTo>
                    <a:pt x="5884951" y="833650"/>
                  </a:lnTo>
                  <a:lnTo>
                    <a:pt x="5939845" y="838127"/>
                  </a:lnTo>
                  <a:lnTo>
                    <a:pt x="5995230" y="842736"/>
                  </a:lnTo>
                  <a:lnTo>
                    <a:pt x="6050853" y="847407"/>
                  </a:lnTo>
                  <a:lnTo>
                    <a:pt x="6106427" y="852065"/>
                  </a:lnTo>
                  <a:lnTo>
                    <a:pt x="6161673" y="856638"/>
                  </a:lnTo>
                  <a:lnTo>
                    <a:pt x="6216358" y="861056"/>
                  </a:lnTo>
                  <a:lnTo>
                    <a:pt x="6270335" y="865262"/>
                  </a:lnTo>
                  <a:lnTo>
                    <a:pt x="6323569" y="869209"/>
                  </a:lnTo>
                  <a:lnTo>
                    <a:pt x="6376166" y="872866"/>
                  </a:lnTo>
                  <a:lnTo>
                    <a:pt x="6428395" y="876216"/>
                  </a:lnTo>
                  <a:lnTo>
                    <a:pt x="6480708" y="879254"/>
                  </a:lnTo>
                  <a:lnTo>
                    <a:pt x="6515891" y="881107"/>
                  </a:lnTo>
                  <a:lnTo>
                    <a:pt x="6564308" y="883395"/>
                  </a:lnTo>
                  <a:lnTo>
                    <a:pt x="6614471" y="885444"/>
                  </a:lnTo>
                  <a:lnTo>
                    <a:pt x="6667234" y="887267"/>
                  </a:lnTo>
                  <a:lnTo>
                    <a:pt x="6723551" y="888885"/>
                  </a:lnTo>
                  <a:lnTo>
                    <a:pt x="6784383" y="890323"/>
                  </a:lnTo>
                  <a:lnTo>
                    <a:pt x="6850606" y="891605"/>
                  </a:lnTo>
                  <a:lnTo>
                    <a:pt x="6922896" y="892751"/>
                  </a:lnTo>
                  <a:lnTo>
                    <a:pt x="7001559" y="893776"/>
                  </a:lnTo>
                  <a:lnTo>
                    <a:pt x="7086329" y="894690"/>
                  </a:lnTo>
                  <a:lnTo>
                    <a:pt x="7176122" y="895500"/>
                  </a:lnTo>
                  <a:lnTo>
                    <a:pt x="7268821" y="896207"/>
                  </a:lnTo>
                  <a:lnTo>
                    <a:pt x="7361188" y="896810"/>
                  </a:lnTo>
                  <a:lnTo>
                    <a:pt x="7449019" y="897307"/>
                  </a:lnTo>
                  <a:lnTo>
                    <a:pt x="7527665" y="897695"/>
                  </a:lnTo>
                  <a:lnTo>
                    <a:pt x="7592877" y="897980"/>
                  </a:lnTo>
                  <a:lnTo>
                    <a:pt x="7641783" y="898169"/>
                  </a:lnTo>
                  <a:lnTo>
                    <a:pt x="7673671" y="898279"/>
                  </a:lnTo>
                  <a:lnTo>
                    <a:pt x="7690314" y="898331"/>
                  </a:lnTo>
                  <a:lnTo>
                    <a:pt x="7695820" y="898347"/>
                  </a:lnTo>
                  <a:lnTo>
                    <a:pt x="7696237" y="898348"/>
                  </a:lnTo>
                  <a:lnTo>
                    <a:pt x="8234974" y="898348"/>
                  </a:lnTo>
                  <a:lnTo>
                    <a:pt x="8234974" y="892903"/>
                  </a:lnTo>
                  <a:lnTo>
                    <a:pt x="7696237" y="892903"/>
                  </a:lnTo>
                  <a:lnTo>
                    <a:pt x="7694935" y="892900"/>
                  </a:lnTo>
                  <a:lnTo>
                    <a:pt x="7686437" y="892875"/>
                  </a:lnTo>
                  <a:lnTo>
                    <a:pt x="7665254" y="892807"/>
                  </a:lnTo>
                  <a:lnTo>
                    <a:pt x="7627990" y="892673"/>
                  </a:lnTo>
                  <a:lnTo>
                    <a:pt x="7573670" y="892455"/>
                  </a:lnTo>
                  <a:lnTo>
                    <a:pt x="7503758" y="892138"/>
                  </a:lnTo>
                  <a:lnTo>
                    <a:pt x="7421670" y="891715"/>
                  </a:lnTo>
                  <a:lnTo>
                    <a:pt x="7331888" y="891184"/>
                  </a:lnTo>
                  <a:lnTo>
                    <a:pt x="7238997" y="890547"/>
                  </a:lnTo>
                  <a:lnTo>
                    <a:pt x="7146929" y="889807"/>
                  </a:lnTo>
                  <a:lnTo>
                    <a:pt x="7058567" y="888964"/>
                  </a:lnTo>
                  <a:lnTo>
                    <a:pt x="6975678" y="888015"/>
                  </a:lnTo>
                  <a:lnTo>
                    <a:pt x="6899059" y="886953"/>
                  </a:lnTo>
                  <a:lnTo>
                    <a:pt x="6828767" y="885766"/>
                  </a:lnTo>
                  <a:lnTo>
                    <a:pt x="6764356" y="884436"/>
                  </a:lnTo>
                  <a:lnTo>
                    <a:pt x="6705071" y="882943"/>
                  </a:lnTo>
                  <a:lnTo>
                    <a:pt x="6649998" y="881262"/>
                  </a:lnTo>
                  <a:lnTo>
                    <a:pt x="6598169" y="879369"/>
                  </a:lnTo>
                  <a:lnTo>
                    <a:pt x="6548651" y="877244"/>
                  </a:lnTo>
                  <a:lnTo>
                    <a:pt x="6515891" y="875662"/>
                  </a:lnTo>
                  <a:lnTo>
                    <a:pt x="6463165" y="872828"/>
                  </a:lnTo>
                  <a:lnTo>
                    <a:pt x="6410944" y="869686"/>
                  </a:lnTo>
                  <a:lnTo>
                    <a:pt x="6358632" y="866232"/>
                  </a:lnTo>
                  <a:lnTo>
                    <a:pt x="6305843" y="862475"/>
                  </a:lnTo>
                  <a:lnTo>
                    <a:pt x="6252365" y="858437"/>
                  </a:lnTo>
                  <a:lnTo>
                    <a:pt x="6198141" y="854155"/>
                  </a:lnTo>
                  <a:lnTo>
                    <a:pt x="6143247" y="849678"/>
                  </a:lnTo>
                  <a:lnTo>
                    <a:pt x="6087862" y="845069"/>
                  </a:lnTo>
                  <a:lnTo>
                    <a:pt x="6032240" y="840398"/>
                  </a:lnTo>
                  <a:lnTo>
                    <a:pt x="5976666" y="835739"/>
                  </a:lnTo>
                  <a:lnTo>
                    <a:pt x="5921420" y="831167"/>
                  </a:lnTo>
                  <a:lnTo>
                    <a:pt x="5866734" y="826749"/>
                  </a:lnTo>
                  <a:lnTo>
                    <a:pt x="5812758" y="822543"/>
                  </a:lnTo>
                  <a:lnTo>
                    <a:pt x="5759524" y="818596"/>
                  </a:lnTo>
                  <a:lnTo>
                    <a:pt x="5706926" y="814938"/>
                  </a:lnTo>
                  <a:lnTo>
                    <a:pt x="5654697" y="811588"/>
                  </a:lnTo>
                  <a:lnTo>
                    <a:pt x="5602384" y="808550"/>
                  </a:lnTo>
                  <a:lnTo>
                    <a:pt x="5567201" y="806698"/>
                  </a:lnTo>
                  <a:lnTo>
                    <a:pt x="5518784" y="804409"/>
                  </a:lnTo>
                  <a:lnTo>
                    <a:pt x="5468622" y="802360"/>
                  </a:lnTo>
                  <a:lnTo>
                    <a:pt x="5415859" y="800538"/>
                  </a:lnTo>
                  <a:lnTo>
                    <a:pt x="5359542" y="798920"/>
                  </a:lnTo>
                  <a:lnTo>
                    <a:pt x="5298710" y="797481"/>
                  </a:lnTo>
                  <a:lnTo>
                    <a:pt x="5232486" y="796199"/>
                  </a:lnTo>
                  <a:lnTo>
                    <a:pt x="5160197" y="795054"/>
                  </a:lnTo>
                  <a:lnTo>
                    <a:pt x="5081534" y="794029"/>
                  </a:lnTo>
                  <a:lnTo>
                    <a:pt x="4996764" y="793115"/>
                  </a:lnTo>
                  <a:lnTo>
                    <a:pt x="4906971" y="792305"/>
                  </a:lnTo>
                  <a:lnTo>
                    <a:pt x="4814271" y="791597"/>
                  </a:lnTo>
                  <a:lnTo>
                    <a:pt x="4721905" y="790994"/>
                  </a:lnTo>
                  <a:lnTo>
                    <a:pt x="4634074" y="790498"/>
                  </a:lnTo>
                  <a:lnTo>
                    <a:pt x="4555428" y="790109"/>
                  </a:lnTo>
                  <a:lnTo>
                    <a:pt x="4490216" y="789825"/>
                  </a:lnTo>
                  <a:lnTo>
                    <a:pt x="4441310" y="789636"/>
                  </a:lnTo>
                  <a:lnTo>
                    <a:pt x="4409421" y="789525"/>
                  </a:lnTo>
                  <a:lnTo>
                    <a:pt x="4392778" y="789474"/>
                  </a:lnTo>
                  <a:lnTo>
                    <a:pt x="4387272" y="789458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25" name="pl1425"/>
            <p:cNvSpPr/>
            <p:nvPr/>
          </p:nvSpPr>
          <p:spPr>
            <a:xfrm>
              <a:off x="546595" y="4822968"/>
              <a:ext cx="8234974" cy="892903"/>
            </a:xfrm>
            <a:custGeom>
              <a:avLst/>
              <a:pathLst>
                <a:path w="8234974" h="892903">
                  <a:moveTo>
                    <a:pt x="0" y="0"/>
                  </a:moveTo>
                  <a:lnTo>
                    <a:pt x="538736" y="0"/>
                  </a:lnTo>
                  <a:lnTo>
                    <a:pt x="540027" y="26"/>
                  </a:lnTo>
                  <a:lnTo>
                    <a:pt x="548451" y="212"/>
                  </a:lnTo>
                  <a:lnTo>
                    <a:pt x="569458" y="727"/>
                  </a:lnTo>
                  <a:lnTo>
                    <a:pt x="606429" y="1738"/>
                  </a:lnTo>
                  <a:lnTo>
                    <a:pt x="660358" y="3389"/>
                  </a:lnTo>
                  <a:lnTo>
                    <a:pt x="729823" y="5787"/>
                  </a:lnTo>
                  <a:lnTo>
                    <a:pt x="811466" y="8990"/>
                  </a:lnTo>
                  <a:lnTo>
                    <a:pt x="900855" y="13010"/>
                  </a:lnTo>
                  <a:lnTo>
                    <a:pt x="993439" y="17834"/>
                  </a:lnTo>
                  <a:lnTo>
                    <a:pt x="1085298" y="23444"/>
                  </a:lnTo>
                  <a:lnTo>
                    <a:pt x="1173543" y="29834"/>
                  </a:lnTo>
                  <a:lnTo>
                    <a:pt x="1256389" y="37023"/>
                  </a:lnTo>
                  <a:lnTo>
                    <a:pt x="1333018" y="45068"/>
                  </a:lnTo>
                  <a:lnTo>
                    <a:pt x="1403349" y="54061"/>
                  </a:lnTo>
                  <a:lnTo>
                    <a:pt x="1467808" y="64128"/>
                  </a:lnTo>
                  <a:lnTo>
                    <a:pt x="1527133" y="75429"/>
                  </a:lnTo>
                  <a:lnTo>
                    <a:pt x="1582226" y="88142"/>
                  </a:lnTo>
                  <a:lnTo>
                    <a:pt x="1634046" y="102453"/>
                  </a:lnTo>
                  <a:lnTo>
                    <a:pt x="1683520" y="118518"/>
                  </a:lnTo>
                  <a:lnTo>
                    <a:pt x="1719082" y="131576"/>
                  </a:lnTo>
                  <a:lnTo>
                    <a:pt x="1768475" y="151758"/>
                  </a:lnTo>
                  <a:lnTo>
                    <a:pt x="1817388" y="173998"/>
                  </a:lnTo>
                  <a:lnTo>
                    <a:pt x="1866325" y="198325"/>
                  </a:lnTo>
                  <a:lnTo>
                    <a:pt x="1915631" y="224701"/>
                  </a:lnTo>
                  <a:lnTo>
                    <a:pt x="1965508" y="253004"/>
                  </a:lnTo>
                  <a:lnTo>
                    <a:pt x="2016039" y="283033"/>
                  </a:lnTo>
                  <a:lnTo>
                    <a:pt x="2067196" y="314501"/>
                  </a:lnTo>
                  <a:lnTo>
                    <a:pt x="2118864" y="347047"/>
                  </a:lnTo>
                  <a:lnTo>
                    <a:pt x="2170859" y="380254"/>
                  </a:lnTo>
                  <a:lnTo>
                    <a:pt x="2222957" y="413663"/>
                  </a:lnTo>
                  <a:lnTo>
                    <a:pt x="2274921" y="446808"/>
                  </a:lnTo>
                  <a:lnTo>
                    <a:pt x="2326530" y="479233"/>
                  </a:lnTo>
                  <a:lnTo>
                    <a:pt x="2377608" y="510528"/>
                  </a:lnTo>
                  <a:lnTo>
                    <a:pt x="2428050" y="540341"/>
                  </a:lnTo>
                  <a:lnTo>
                    <a:pt x="2477844" y="568396"/>
                  </a:lnTo>
                  <a:lnTo>
                    <a:pt x="2527086" y="594503"/>
                  </a:lnTo>
                  <a:lnTo>
                    <a:pt x="2575997" y="618553"/>
                  </a:lnTo>
                  <a:lnTo>
                    <a:pt x="2624941" y="640514"/>
                  </a:lnTo>
                  <a:lnTo>
                    <a:pt x="2667772" y="657881"/>
                  </a:lnTo>
                  <a:lnTo>
                    <a:pt x="2716040" y="675297"/>
                  </a:lnTo>
                  <a:lnTo>
                    <a:pt x="2766041" y="690893"/>
                  </a:lnTo>
                  <a:lnTo>
                    <a:pt x="2818621" y="704771"/>
                  </a:lnTo>
                  <a:lnTo>
                    <a:pt x="2874724" y="717099"/>
                  </a:lnTo>
                  <a:lnTo>
                    <a:pt x="2935304" y="728062"/>
                  </a:lnTo>
                  <a:lnTo>
                    <a:pt x="3001231" y="737835"/>
                  </a:lnTo>
                  <a:lnTo>
                    <a:pt x="3073178" y="746570"/>
                  </a:lnTo>
                  <a:lnTo>
                    <a:pt x="3151459" y="754385"/>
                  </a:lnTo>
                  <a:lnTo>
                    <a:pt x="3235825" y="761362"/>
                  </a:lnTo>
                  <a:lnTo>
                    <a:pt x="3325226" y="767548"/>
                  </a:lnTo>
                  <a:lnTo>
                    <a:pt x="3417598" y="772955"/>
                  </a:lnTo>
                  <a:lnTo>
                    <a:pt x="3509763" y="777572"/>
                  </a:lnTo>
                  <a:lnTo>
                    <a:pt x="3597584" y="781380"/>
                  </a:lnTo>
                  <a:lnTo>
                    <a:pt x="3676456" y="784370"/>
                  </a:lnTo>
                  <a:lnTo>
                    <a:pt x="3742133" y="786566"/>
                  </a:lnTo>
                  <a:lnTo>
                    <a:pt x="3791690" y="788039"/>
                  </a:lnTo>
                  <a:lnTo>
                    <a:pt x="3824308" y="788905"/>
                  </a:lnTo>
                  <a:lnTo>
                    <a:pt x="3841621" y="789318"/>
                  </a:lnTo>
                  <a:lnTo>
                    <a:pt x="3847588" y="789446"/>
                  </a:lnTo>
                  <a:lnTo>
                    <a:pt x="3848118" y="789457"/>
                  </a:lnTo>
                  <a:lnTo>
                    <a:pt x="4386855" y="789457"/>
                  </a:lnTo>
                  <a:lnTo>
                    <a:pt x="4388158" y="789460"/>
                  </a:lnTo>
                  <a:lnTo>
                    <a:pt x="4396656" y="789485"/>
                  </a:lnTo>
                  <a:lnTo>
                    <a:pt x="4417838" y="789553"/>
                  </a:lnTo>
                  <a:lnTo>
                    <a:pt x="4455103" y="789687"/>
                  </a:lnTo>
                  <a:lnTo>
                    <a:pt x="4509423" y="789905"/>
                  </a:lnTo>
                  <a:lnTo>
                    <a:pt x="4579334" y="790222"/>
                  </a:lnTo>
                  <a:lnTo>
                    <a:pt x="4661422" y="790645"/>
                  </a:lnTo>
                  <a:lnTo>
                    <a:pt x="4751205" y="791176"/>
                  </a:lnTo>
                  <a:lnTo>
                    <a:pt x="4844096" y="791813"/>
                  </a:lnTo>
                  <a:lnTo>
                    <a:pt x="4936164" y="792553"/>
                  </a:lnTo>
                  <a:lnTo>
                    <a:pt x="5024526" y="793396"/>
                  </a:lnTo>
                  <a:lnTo>
                    <a:pt x="5107414" y="794345"/>
                  </a:lnTo>
                  <a:lnTo>
                    <a:pt x="5184033" y="795407"/>
                  </a:lnTo>
                  <a:lnTo>
                    <a:pt x="5254325" y="796594"/>
                  </a:lnTo>
                  <a:lnTo>
                    <a:pt x="5318737" y="797924"/>
                  </a:lnTo>
                  <a:lnTo>
                    <a:pt x="5378021" y="799417"/>
                  </a:lnTo>
                  <a:lnTo>
                    <a:pt x="5433094" y="801098"/>
                  </a:lnTo>
                  <a:lnTo>
                    <a:pt x="5484924" y="802991"/>
                  </a:lnTo>
                  <a:lnTo>
                    <a:pt x="5534441" y="805116"/>
                  </a:lnTo>
                  <a:lnTo>
                    <a:pt x="5567201" y="806698"/>
                  </a:lnTo>
                  <a:lnTo>
                    <a:pt x="5619927" y="809532"/>
                  </a:lnTo>
                  <a:lnTo>
                    <a:pt x="5672149" y="812674"/>
                  </a:lnTo>
                  <a:lnTo>
                    <a:pt x="5724460" y="816128"/>
                  </a:lnTo>
                  <a:lnTo>
                    <a:pt x="5777249" y="819885"/>
                  </a:lnTo>
                  <a:lnTo>
                    <a:pt x="5830727" y="823923"/>
                  </a:lnTo>
                  <a:lnTo>
                    <a:pt x="5884951" y="828205"/>
                  </a:lnTo>
                  <a:lnTo>
                    <a:pt x="5939845" y="832682"/>
                  </a:lnTo>
                  <a:lnTo>
                    <a:pt x="5995230" y="837291"/>
                  </a:lnTo>
                  <a:lnTo>
                    <a:pt x="6050853" y="841962"/>
                  </a:lnTo>
                  <a:lnTo>
                    <a:pt x="6106427" y="846621"/>
                  </a:lnTo>
                  <a:lnTo>
                    <a:pt x="6161673" y="851193"/>
                  </a:lnTo>
                  <a:lnTo>
                    <a:pt x="6216358" y="855611"/>
                  </a:lnTo>
                  <a:lnTo>
                    <a:pt x="6270335" y="859817"/>
                  </a:lnTo>
                  <a:lnTo>
                    <a:pt x="6323569" y="863764"/>
                  </a:lnTo>
                  <a:lnTo>
                    <a:pt x="6376166" y="867422"/>
                  </a:lnTo>
                  <a:lnTo>
                    <a:pt x="6428395" y="870772"/>
                  </a:lnTo>
                  <a:lnTo>
                    <a:pt x="6480708" y="873810"/>
                  </a:lnTo>
                  <a:lnTo>
                    <a:pt x="6515891" y="875662"/>
                  </a:lnTo>
                  <a:lnTo>
                    <a:pt x="6564308" y="877951"/>
                  </a:lnTo>
                  <a:lnTo>
                    <a:pt x="6614471" y="880000"/>
                  </a:lnTo>
                  <a:lnTo>
                    <a:pt x="6667234" y="881822"/>
                  </a:lnTo>
                  <a:lnTo>
                    <a:pt x="6723551" y="883440"/>
                  </a:lnTo>
                  <a:lnTo>
                    <a:pt x="6784383" y="884879"/>
                  </a:lnTo>
                  <a:lnTo>
                    <a:pt x="6850606" y="886161"/>
                  </a:lnTo>
                  <a:lnTo>
                    <a:pt x="6922896" y="887306"/>
                  </a:lnTo>
                  <a:lnTo>
                    <a:pt x="7001559" y="888331"/>
                  </a:lnTo>
                  <a:lnTo>
                    <a:pt x="7086329" y="889245"/>
                  </a:lnTo>
                  <a:lnTo>
                    <a:pt x="7176122" y="890055"/>
                  </a:lnTo>
                  <a:lnTo>
                    <a:pt x="7268821" y="890763"/>
                  </a:lnTo>
                  <a:lnTo>
                    <a:pt x="7361188" y="891366"/>
                  </a:lnTo>
                  <a:lnTo>
                    <a:pt x="7449019" y="891862"/>
                  </a:lnTo>
                  <a:lnTo>
                    <a:pt x="7527665" y="892251"/>
                  </a:lnTo>
                  <a:lnTo>
                    <a:pt x="7592877" y="892535"/>
                  </a:lnTo>
                  <a:lnTo>
                    <a:pt x="7641783" y="892724"/>
                  </a:lnTo>
                  <a:lnTo>
                    <a:pt x="7673671" y="892835"/>
                  </a:lnTo>
                  <a:lnTo>
                    <a:pt x="7690314" y="892887"/>
                  </a:lnTo>
                  <a:lnTo>
                    <a:pt x="7695820" y="892902"/>
                  </a:lnTo>
                  <a:lnTo>
                    <a:pt x="7696237" y="892903"/>
                  </a:lnTo>
                  <a:lnTo>
                    <a:pt x="8234974" y="892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6" name="pl1426"/>
            <p:cNvSpPr/>
            <p:nvPr/>
          </p:nvSpPr>
          <p:spPr>
            <a:xfrm>
              <a:off x="546595" y="4817524"/>
              <a:ext cx="8234974" cy="892903"/>
            </a:xfrm>
            <a:custGeom>
              <a:avLst/>
              <a:pathLst>
                <a:path w="8234974" h="892903">
                  <a:moveTo>
                    <a:pt x="8234974" y="892903"/>
                  </a:moveTo>
                  <a:lnTo>
                    <a:pt x="7696237" y="892903"/>
                  </a:lnTo>
                  <a:lnTo>
                    <a:pt x="7694935" y="892900"/>
                  </a:lnTo>
                  <a:lnTo>
                    <a:pt x="7686437" y="892875"/>
                  </a:lnTo>
                  <a:lnTo>
                    <a:pt x="7665254" y="892807"/>
                  </a:lnTo>
                  <a:lnTo>
                    <a:pt x="7627990" y="892673"/>
                  </a:lnTo>
                  <a:lnTo>
                    <a:pt x="7573670" y="892455"/>
                  </a:lnTo>
                  <a:lnTo>
                    <a:pt x="7503758" y="892138"/>
                  </a:lnTo>
                  <a:lnTo>
                    <a:pt x="7421670" y="891715"/>
                  </a:lnTo>
                  <a:lnTo>
                    <a:pt x="7331888" y="891184"/>
                  </a:lnTo>
                  <a:lnTo>
                    <a:pt x="7238997" y="890547"/>
                  </a:lnTo>
                  <a:lnTo>
                    <a:pt x="7146929" y="889807"/>
                  </a:lnTo>
                  <a:lnTo>
                    <a:pt x="7058567" y="888964"/>
                  </a:lnTo>
                  <a:lnTo>
                    <a:pt x="6975678" y="888015"/>
                  </a:lnTo>
                  <a:lnTo>
                    <a:pt x="6899059" y="886953"/>
                  </a:lnTo>
                  <a:lnTo>
                    <a:pt x="6828767" y="885766"/>
                  </a:lnTo>
                  <a:lnTo>
                    <a:pt x="6764356" y="884436"/>
                  </a:lnTo>
                  <a:lnTo>
                    <a:pt x="6705071" y="882943"/>
                  </a:lnTo>
                  <a:lnTo>
                    <a:pt x="6649998" y="881262"/>
                  </a:lnTo>
                  <a:lnTo>
                    <a:pt x="6598169" y="879369"/>
                  </a:lnTo>
                  <a:lnTo>
                    <a:pt x="6548651" y="877244"/>
                  </a:lnTo>
                  <a:lnTo>
                    <a:pt x="6515891" y="875662"/>
                  </a:lnTo>
                  <a:lnTo>
                    <a:pt x="6463165" y="872828"/>
                  </a:lnTo>
                  <a:lnTo>
                    <a:pt x="6410944" y="869686"/>
                  </a:lnTo>
                  <a:lnTo>
                    <a:pt x="6358632" y="866232"/>
                  </a:lnTo>
                  <a:lnTo>
                    <a:pt x="6305843" y="862475"/>
                  </a:lnTo>
                  <a:lnTo>
                    <a:pt x="6252365" y="858437"/>
                  </a:lnTo>
                  <a:lnTo>
                    <a:pt x="6198141" y="854155"/>
                  </a:lnTo>
                  <a:lnTo>
                    <a:pt x="6143247" y="849678"/>
                  </a:lnTo>
                  <a:lnTo>
                    <a:pt x="6087862" y="845069"/>
                  </a:lnTo>
                  <a:lnTo>
                    <a:pt x="6032240" y="840398"/>
                  </a:lnTo>
                  <a:lnTo>
                    <a:pt x="5976666" y="835739"/>
                  </a:lnTo>
                  <a:lnTo>
                    <a:pt x="5921420" y="831167"/>
                  </a:lnTo>
                  <a:lnTo>
                    <a:pt x="5866734" y="826749"/>
                  </a:lnTo>
                  <a:lnTo>
                    <a:pt x="5812758" y="822543"/>
                  </a:lnTo>
                  <a:lnTo>
                    <a:pt x="5759524" y="818596"/>
                  </a:lnTo>
                  <a:lnTo>
                    <a:pt x="5706926" y="814938"/>
                  </a:lnTo>
                  <a:lnTo>
                    <a:pt x="5654697" y="811588"/>
                  </a:lnTo>
                  <a:lnTo>
                    <a:pt x="5602384" y="808550"/>
                  </a:lnTo>
                  <a:lnTo>
                    <a:pt x="5567201" y="806698"/>
                  </a:lnTo>
                  <a:lnTo>
                    <a:pt x="5518784" y="804409"/>
                  </a:lnTo>
                  <a:lnTo>
                    <a:pt x="5468622" y="802360"/>
                  </a:lnTo>
                  <a:lnTo>
                    <a:pt x="5415859" y="800538"/>
                  </a:lnTo>
                  <a:lnTo>
                    <a:pt x="5359542" y="798920"/>
                  </a:lnTo>
                  <a:lnTo>
                    <a:pt x="5298710" y="797481"/>
                  </a:lnTo>
                  <a:lnTo>
                    <a:pt x="5232486" y="796199"/>
                  </a:lnTo>
                  <a:lnTo>
                    <a:pt x="5160197" y="795054"/>
                  </a:lnTo>
                  <a:lnTo>
                    <a:pt x="5081534" y="794029"/>
                  </a:lnTo>
                  <a:lnTo>
                    <a:pt x="4996764" y="793115"/>
                  </a:lnTo>
                  <a:lnTo>
                    <a:pt x="4906971" y="792305"/>
                  </a:lnTo>
                  <a:lnTo>
                    <a:pt x="4814271" y="791597"/>
                  </a:lnTo>
                  <a:lnTo>
                    <a:pt x="4721905" y="790994"/>
                  </a:lnTo>
                  <a:lnTo>
                    <a:pt x="4634074" y="790498"/>
                  </a:lnTo>
                  <a:lnTo>
                    <a:pt x="4555428" y="790109"/>
                  </a:lnTo>
                  <a:lnTo>
                    <a:pt x="4490216" y="789825"/>
                  </a:lnTo>
                  <a:lnTo>
                    <a:pt x="4441310" y="789636"/>
                  </a:lnTo>
                  <a:lnTo>
                    <a:pt x="4409421" y="789525"/>
                  </a:lnTo>
                  <a:lnTo>
                    <a:pt x="4392778" y="789474"/>
                  </a:lnTo>
                  <a:lnTo>
                    <a:pt x="4387272" y="789458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7" name="pg1427"/>
            <p:cNvSpPr/>
            <p:nvPr/>
          </p:nvSpPr>
          <p:spPr>
            <a:xfrm>
              <a:off x="546595" y="4822968"/>
              <a:ext cx="8234974" cy="1323021"/>
            </a:xfrm>
            <a:custGeom>
              <a:avLst/>
              <a:pathLst>
                <a:path w="8234974" h="1323021">
                  <a:moveTo>
                    <a:pt x="0" y="5444"/>
                  </a:moveTo>
                  <a:lnTo>
                    <a:pt x="538736" y="5444"/>
                  </a:lnTo>
                  <a:lnTo>
                    <a:pt x="540027" y="5470"/>
                  </a:lnTo>
                  <a:lnTo>
                    <a:pt x="548451" y="5656"/>
                  </a:lnTo>
                  <a:lnTo>
                    <a:pt x="569458" y="6171"/>
                  </a:lnTo>
                  <a:lnTo>
                    <a:pt x="606429" y="7182"/>
                  </a:lnTo>
                  <a:lnTo>
                    <a:pt x="660358" y="8834"/>
                  </a:lnTo>
                  <a:lnTo>
                    <a:pt x="729823" y="11232"/>
                  </a:lnTo>
                  <a:lnTo>
                    <a:pt x="811466" y="14434"/>
                  </a:lnTo>
                  <a:lnTo>
                    <a:pt x="900855" y="18454"/>
                  </a:lnTo>
                  <a:lnTo>
                    <a:pt x="993439" y="23279"/>
                  </a:lnTo>
                  <a:lnTo>
                    <a:pt x="1085298" y="28889"/>
                  </a:lnTo>
                  <a:lnTo>
                    <a:pt x="1173543" y="35278"/>
                  </a:lnTo>
                  <a:lnTo>
                    <a:pt x="1256389" y="42468"/>
                  </a:lnTo>
                  <a:lnTo>
                    <a:pt x="1333018" y="50513"/>
                  </a:lnTo>
                  <a:lnTo>
                    <a:pt x="1403349" y="59505"/>
                  </a:lnTo>
                  <a:lnTo>
                    <a:pt x="1467808" y="69573"/>
                  </a:lnTo>
                  <a:lnTo>
                    <a:pt x="1527133" y="80873"/>
                  </a:lnTo>
                  <a:lnTo>
                    <a:pt x="1582226" y="93587"/>
                  </a:lnTo>
                  <a:lnTo>
                    <a:pt x="1634046" y="107898"/>
                  </a:lnTo>
                  <a:lnTo>
                    <a:pt x="1683520" y="123962"/>
                  </a:lnTo>
                  <a:lnTo>
                    <a:pt x="1719082" y="137020"/>
                  </a:lnTo>
                  <a:lnTo>
                    <a:pt x="1768475" y="157202"/>
                  </a:lnTo>
                  <a:lnTo>
                    <a:pt x="1817388" y="179442"/>
                  </a:lnTo>
                  <a:lnTo>
                    <a:pt x="1866325" y="203770"/>
                  </a:lnTo>
                  <a:lnTo>
                    <a:pt x="1915631" y="230145"/>
                  </a:lnTo>
                  <a:lnTo>
                    <a:pt x="1965508" y="258449"/>
                  </a:lnTo>
                  <a:lnTo>
                    <a:pt x="2016039" y="288477"/>
                  </a:lnTo>
                  <a:lnTo>
                    <a:pt x="2067196" y="319945"/>
                  </a:lnTo>
                  <a:lnTo>
                    <a:pt x="2118864" y="352492"/>
                  </a:lnTo>
                  <a:lnTo>
                    <a:pt x="2170859" y="385698"/>
                  </a:lnTo>
                  <a:lnTo>
                    <a:pt x="2222957" y="419108"/>
                  </a:lnTo>
                  <a:lnTo>
                    <a:pt x="2274921" y="452252"/>
                  </a:lnTo>
                  <a:lnTo>
                    <a:pt x="2326530" y="484678"/>
                  </a:lnTo>
                  <a:lnTo>
                    <a:pt x="2377608" y="515972"/>
                  </a:lnTo>
                  <a:lnTo>
                    <a:pt x="2428050" y="545785"/>
                  </a:lnTo>
                  <a:lnTo>
                    <a:pt x="2477844" y="573841"/>
                  </a:lnTo>
                  <a:lnTo>
                    <a:pt x="2527086" y="599948"/>
                  </a:lnTo>
                  <a:lnTo>
                    <a:pt x="2575997" y="623997"/>
                  </a:lnTo>
                  <a:lnTo>
                    <a:pt x="2624941" y="645959"/>
                  </a:lnTo>
                  <a:lnTo>
                    <a:pt x="2667772" y="663325"/>
                  </a:lnTo>
                  <a:lnTo>
                    <a:pt x="2716040" y="680742"/>
                  </a:lnTo>
                  <a:lnTo>
                    <a:pt x="2766041" y="696338"/>
                  </a:lnTo>
                  <a:lnTo>
                    <a:pt x="2818621" y="710216"/>
                  </a:lnTo>
                  <a:lnTo>
                    <a:pt x="2874724" y="722544"/>
                  </a:lnTo>
                  <a:lnTo>
                    <a:pt x="2935304" y="733506"/>
                  </a:lnTo>
                  <a:lnTo>
                    <a:pt x="3001231" y="743280"/>
                  </a:lnTo>
                  <a:lnTo>
                    <a:pt x="3073178" y="752015"/>
                  </a:lnTo>
                  <a:lnTo>
                    <a:pt x="3151459" y="759830"/>
                  </a:lnTo>
                  <a:lnTo>
                    <a:pt x="3235825" y="766807"/>
                  </a:lnTo>
                  <a:lnTo>
                    <a:pt x="3325226" y="772993"/>
                  </a:lnTo>
                  <a:lnTo>
                    <a:pt x="3417598" y="778399"/>
                  </a:lnTo>
                  <a:lnTo>
                    <a:pt x="3509763" y="783016"/>
                  </a:lnTo>
                  <a:lnTo>
                    <a:pt x="3597584" y="786824"/>
                  </a:lnTo>
                  <a:lnTo>
                    <a:pt x="3676456" y="789814"/>
                  </a:lnTo>
                  <a:lnTo>
                    <a:pt x="3742133" y="792010"/>
                  </a:lnTo>
                  <a:lnTo>
                    <a:pt x="3791690" y="793483"/>
                  </a:lnTo>
                  <a:lnTo>
                    <a:pt x="3824308" y="794349"/>
                  </a:lnTo>
                  <a:lnTo>
                    <a:pt x="3841621" y="794762"/>
                  </a:lnTo>
                  <a:lnTo>
                    <a:pt x="3847588" y="794891"/>
                  </a:lnTo>
                  <a:lnTo>
                    <a:pt x="3848118" y="794901"/>
                  </a:lnTo>
                  <a:lnTo>
                    <a:pt x="4386855" y="794901"/>
                  </a:lnTo>
                  <a:lnTo>
                    <a:pt x="4388153" y="794919"/>
                  </a:lnTo>
                  <a:lnTo>
                    <a:pt x="4396618" y="795044"/>
                  </a:lnTo>
                  <a:lnTo>
                    <a:pt x="4417723" y="795391"/>
                  </a:lnTo>
                  <a:lnTo>
                    <a:pt x="4454859" y="796070"/>
                  </a:lnTo>
                  <a:lnTo>
                    <a:pt x="4509006" y="797180"/>
                  </a:lnTo>
                  <a:lnTo>
                    <a:pt x="4578721" y="798793"/>
                  </a:lnTo>
                  <a:lnTo>
                    <a:pt x="4660614" y="800944"/>
                  </a:lnTo>
                  <a:lnTo>
                    <a:pt x="4750224" y="803645"/>
                  </a:lnTo>
                  <a:lnTo>
                    <a:pt x="4842980" y="806886"/>
                  </a:lnTo>
                  <a:lnTo>
                    <a:pt x="4934957" y="810654"/>
                  </a:lnTo>
                  <a:lnTo>
                    <a:pt x="5023267" y="814944"/>
                  </a:lnTo>
                  <a:lnTo>
                    <a:pt x="5106137" y="819773"/>
                  </a:lnTo>
                  <a:lnTo>
                    <a:pt x="5182761" y="825177"/>
                  </a:lnTo>
                  <a:lnTo>
                    <a:pt x="5253070" y="831218"/>
                  </a:lnTo>
                  <a:lnTo>
                    <a:pt x="5317503" y="837984"/>
                  </a:lnTo>
                  <a:lnTo>
                    <a:pt x="5376805" y="845580"/>
                  </a:lnTo>
                  <a:lnTo>
                    <a:pt x="5431887" y="854128"/>
                  </a:lnTo>
                  <a:lnTo>
                    <a:pt x="5483712" y="863751"/>
                  </a:lnTo>
                  <a:lnTo>
                    <a:pt x="5533210" y="874554"/>
                  </a:lnTo>
                  <a:lnTo>
                    <a:pt x="5567201" y="882921"/>
                  </a:lnTo>
                  <a:lnTo>
                    <a:pt x="5618332" y="896926"/>
                  </a:lnTo>
                  <a:lnTo>
                    <a:pt x="5668969" y="912408"/>
                  </a:lnTo>
                  <a:lnTo>
                    <a:pt x="5719663" y="929386"/>
                  </a:lnTo>
                  <a:lnTo>
                    <a:pt x="5770782" y="947827"/>
                  </a:lnTo>
                  <a:lnTo>
                    <a:pt x="5822532" y="967633"/>
                  </a:lnTo>
                  <a:lnTo>
                    <a:pt x="5874985" y="988644"/>
                  </a:lnTo>
                  <a:lnTo>
                    <a:pt x="5928089" y="1010635"/>
                  </a:lnTo>
                  <a:lnTo>
                    <a:pt x="5981698" y="1033330"/>
                  </a:lnTo>
                  <a:lnTo>
                    <a:pt x="6035593" y="1056406"/>
                  </a:lnTo>
                  <a:lnTo>
                    <a:pt x="6089517" y="1079522"/>
                  </a:lnTo>
                  <a:lnTo>
                    <a:pt x="6143209" y="1102329"/>
                  </a:lnTo>
                  <a:lnTo>
                    <a:pt x="6196441" y="1124502"/>
                  </a:lnTo>
                  <a:lnTo>
                    <a:pt x="6249046" y="1145750"/>
                  </a:lnTo>
                  <a:lnTo>
                    <a:pt x="6300950" y="1165838"/>
                  </a:lnTo>
                  <a:lnTo>
                    <a:pt x="6352194" y="1184590"/>
                  </a:lnTo>
                  <a:lnTo>
                    <a:pt x="6402957" y="1201897"/>
                  </a:lnTo>
                  <a:lnTo>
                    <a:pt x="6453566" y="1217709"/>
                  </a:lnTo>
                  <a:lnTo>
                    <a:pt x="6504530" y="1232035"/>
                  </a:lnTo>
                  <a:lnTo>
                    <a:pt x="6515891" y="1235001"/>
                  </a:lnTo>
                  <a:lnTo>
                    <a:pt x="6564243" y="1246671"/>
                  </a:lnTo>
                  <a:lnTo>
                    <a:pt x="6614334" y="1257119"/>
                  </a:lnTo>
                  <a:lnTo>
                    <a:pt x="6667017" y="1266414"/>
                  </a:lnTo>
                  <a:lnTo>
                    <a:pt x="6723240" y="1274669"/>
                  </a:lnTo>
                  <a:lnTo>
                    <a:pt x="6783961" y="1282009"/>
                  </a:lnTo>
                  <a:lnTo>
                    <a:pt x="6850054" y="1288551"/>
                  </a:lnTo>
                  <a:lnTo>
                    <a:pt x="6922192" y="1294397"/>
                  </a:lnTo>
                  <a:lnTo>
                    <a:pt x="7000687" y="1299627"/>
                  </a:lnTo>
                  <a:lnTo>
                    <a:pt x="7085280" y="1304294"/>
                  </a:lnTo>
                  <a:lnTo>
                    <a:pt x="7174901" y="1308431"/>
                  </a:lnTo>
                  <a:lnTo>
                    <a:pt x="7267456" y="1312045"/>
                  </a:lnTo>
                  <a:lnTo>
                    <a:pt x="7359735" y="1315128"/>
                  </a:lnTo>
                  <a:lnTo>
                    <a:pt x="7447562" y="1317668"/>
                  </a:lnTo>
                  <a:lnTo>
                    <a:pt x="7526309" y="1319659"/>
                  </a:lnTo>
                  <a:lnTo>
                    <a:pt x="7591727" y="1321118"/>
                  </a:lnTo>
                  <a:lnTo>
                    <a:pt x="7640920" y="1322093"/>
                  </a:lnTo>
                  <a:lnTo>
                    <a:pt x="7673129" y="1322664"/>
                  </a:lnTo>
                  <a:lnTo>
                    <a:pt x="7690066" y="1322933"/>
                  </a:lnTo>
                  <a:lnTo>
                    <a:pt x="7695772" y="1323015"/>
                  </a:lnTo>
                  <a:lnTo>
                    <a:pt x="7696237" y="1323021"/>
                  </a:lnTo>
                  <a:lnTo>
                    <a:pt x="8234974" y="1323021"/>
                  </a:lnTo>
                  <a:lnTo>
                    <a:pt x="8234974" y="1317577"/>
                  </a:lnTo>
                  <a:lnTo>
                    <a:pt x="7696237" y="1317577"/>
                  </a:lnTo>
                  <a:lnTo>
                    <a:pt x="7694940" y="1317559"/>
                  </a:lnTo>
                  <a:lnTo>
                    <a:pt x="7686474" y="1317434"/>
                  </a:lnTo>
                  <a:lnTo>
                    <a:pt x="7665369" y="1317088"/>
                  </a:lnTo>
                  <a:lnTo>
                    <a:pt x="7628234" y="1316408"/>
                  </a:lnTo>
                  <a:lnTo>
                    <a:pt x="7574086" y="1315298"/>
                  </a:lnTo>
                  <a:lnTo>
                    <a:pt x="7504371" y="1313686"/>
                  </a:lnTo>
                  <a:lnTo>
                    <a:pt x="7422478" y="1311534"/>
                  </a:lnTo>
                  <a:lnTo>
                    <a:pt x="7332869" y="1308833"/>
                  </a:lnTo>
                  <a:lnTo>
                    <a:pt x="7240112" y="1305592"/>
                  </a:lnTo>
                  <a:lnTo>
                    <a:pt x="7148136" y="1301825"/>
                  </a:lnTo>
                  <a:lnTo>
                    <a:pt x="7059825" y="1297534"/>
                  </a:lnTo>
                  <a:lnTo>
                    <a:pt x="6976955" y="1292705"/>
                  </a:lnTo>
                  <a:lnTo>
                    <a:pt x="6900332" y="1287301"/>
                  </a:lnTo>
                  <a:lnTo>
                    <a:pt x="6830022" y="1281260"/>
                  </a:lnTo>
                  <a:lnTo>
                    <a:pt x="6765590" y="1274495"/>
                  </a:lnTo>
                  <a:lnTo>
                    <a:pt x="6706288" y="1266899"/>
                  </a:lnTo>
                  <a:lnTo>
                    <a:pt x="6651206" y="1258351"/>
                  </a:lnTo>
                  <a:lnTo>
                    <a:pt x="6599381" y="1248727"/>
                  </a:lnTo>
                  <a:lnTo>
                    <a:pt x="6549883" y="1237924"/>
                  </a:lnTo>
                  <a:lnTo>
                    <a:pt x="6515891" y="1229557"/>
                  </a:lnTo>
                  <a:lnTo>
                    <a:pt x="6464761" y="1215552"/>
                  </a:lnTo>
                  <a:lnTo>
                    <a:pt x="6414123" y="1200071"/>
                  </a:lnTo>
                  <a:lnTo>
                    <a:pt x="6363429" y="1183092"/>
                  </a:lnTo>
                  <a:lnTo>
                    <a:pt x="6312311" y="1164652"/>
                  </a:lnTo>
                  <a:lnTo>
                    <a:pt x="6260560" y="1144845"/>
                  </a:lnTo>
                  <a:lnTo>
                    <a:pt x="6208108" y="1123835"/>
                  </a:lnTo>
                  <a:lnTo>
                    <a:pt x="6155003" y="1101843"/>
                  </a:lnTo>
                  <a:lnTo>
                    <a:pt x="6101394" y="1079148"/>
                  </a:lnTo>
                  <a:lnTo>
                    <a:pt x="6047500" y="1056072"/>
                  </a:lnTo>
                  <a:lnTo>
                    <a:pt x="5993576" y="1032957"/>
                  </a:lnTo>
                  <a:lnTo>
                    <a:pt x="5939883" y="1010149"/>
                  </a:lnTo>
                  <a:lnTo>
                    <a:pt x="5886652" y="987977"/>
                  </a:lnTo>
                  <a:lnTo>
                    <a:pt x="5834047" y="966728"/>
                  </a:lnTo>
                  <a:lnTo>
                    <a:pt x="5782143" y="946640"/>
                  </a:lnTo>
                  <a:lnTo>
                    <a:pt x="5730898" y="927888"/>
                  </a:lnTo>
                  <a:lnTo>
                    <a:pt x="5680136" y="910582"/>
                  </a:lnTo>
                  <a:lnTo>
                    <a:pt x="5629526" y="894769"/>
                  </a:lnTo>
                  <a:lnTo>
                    <a:pt x="5578563" y="880443"/>
                  </a:lnTo>
                  <a:lnTo>
                    <a:pt x="5567201" y="877477"/>
                  </a:lnTo>
                  <a:lnTo>
                    <a:pt x="5518850" y="865807"/>
                  </a:lnTo>
                  <a:lnTo>
                    <a:pt x="5468759" y="855359"/>
                  </a:lnTo>
                  <a:lnTo>
                    <a:pt x="5416076" y="846064"/>
                  </a:lnTo>
                  <a:lnTo>
                    <a:pt x="5359853" y="837809"/>
                  </a:lnTo>
                  <a:lnTo>
                    <a:pt x="5299132" y="830469"/>
                  </a:lnTo>
                  <a:lnTo>
                    <a:pt x="5233039" y="823927"/>
                  </a:lnTo>
                  <a:lnTo>
                    <a:pt x="5160900" y="818081"/>
                  </a:lnTo>
                  <a:lnTo>
                    <a:pt x="5082405" y="812852"/>
                  </a:lnTo>
                  <a:lnTo>
                    <a:pt x="4997813" y="808184"/>
                  </a:lnTo>
                  <a:lnTo>
                    <a:pt x="4908192" y="804047"/>
                  </a:lnTo>
                  <a:lnTo>
                    <a:pt x="4815636" y="800434"/>
                  </a:lnTo>
                  <a:lnTo>
                    <a:pt x="4723358" y="797350"/>
                  </a:lnTo>
                  <a:lnTo>
                    <a:pt x="4635530" y="794810"/>
                  </a:lnTo>
                  <a:lnTo>
                    <a:pt x="4556783" y="792819"/>
                  </a:lnTo>
                  <a:lnTo>
                    <a:pt x="4491366" y="791360"/>
                  </a:lnTo>
                  <a:lnTo>
                    <a:pt x="4442173" y="790385"/>
                  </a:lnTo>
                  <a:lnTo>
                    <a:pt x="4409964" y="789815"/>
                  </a:lnTo>
                  <a:lnTo>
                    <a:pt x="4393026" y="789545"/>
                  </a:lnTo>
                  <a:lnTo>
                    <a:pt x="4387320" y="789463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28" name="pl1428"/>
            <p:cNvSpPr/>
            <p:nvPr/>
          </p:nvSpPr>
          <p:spPr>
            <a:xfrm>
              <a:off x="546595" y="4828413"/>
              <a:ext cx="8234974" cy="1317577"/>
            </a:xfrm>
            <a:custGeom>
              <a:avLst/>
              <a:pathLst>
                <a:path w="8234974" h="1317577">
                  <a:moveTo>
                    <a:pt x="0" y="0"/>
                  </a:moveTo>
                  <a:lnTo>
                    <a:pt x="538736" y="0"/>
                  </a:lnTo>
                  <a:lnTo>
                    <a:pt x="540027" y="26"/>
                  </a:lnTo>
                  <a:lnTo>
                    <a:pt x="548451" y="212"/>
                  </a:lnTo>
                  <a:lnTo>
                    <a:pt x="569458" y="727"/>
                  </a:lnTo>
                  <a:lnTo>
                    <a:pt x="606429" y="1738"/>
                  </a:lnTo>
                  <a:lnTo>
                    <a:pt x="660358" y="3389"/>
                  </a:lnTo>
                  <a:lnTo>
                    <a:pt x="729823" y="5787"/>
                  </a:lnTo>
                  <a:lnTo>
                    <a:pt x="811466" y="8990"/>
                  </a:lnTo>
                  <a:lnTo>
                    <a:pt x="900855" y="13010"/>
                  </a:lnTo>
                  <a:lnTo>
                    <a:pt x="993439" y="17834"/>
                  </a:lnTo>
                  <a:lnTo>
                    <a:pt x="1085298" y="23444"/>
                  </a:lnTo>
                  <a:lnTo>
                    <a:pt x="1173543" y="29834"/>
                  </a:lnTo>
                  <a:lnTo>
                    <a:pt x="1256389" y="37023"/>
                  </a:lnTo>
                  <a:lnTo>
                    <a:pt x="1333018" y="45068"/>
                  </a:lnTo>
                  <a:lnTo>
                    <a:pt x="1403349" y="54061"/>
                  </a:lnTo>
                  <a:lnTo>
                    <a:pt x="1467808" y="64128"/>
                  </a:lnTo>
                  <a:lnTo>
                    <a:pt x="1527133" y="75429"/>
                  </a:lnTo>
                  <a:lnTo>
                    <a:pt x="1582226" y="88142"/>
                  </a:lnTo>
                  <a:lnTo>
                    <a:pt x="1634046" y="102453"/>
                  </a:lnTo>
                  <a:lnTo>
                    <a:pt x="1683520" y="118518"/>
                  </a:lnTo>
                  <a:lnTo>
                    <a:pt x="1719082" y="131576"/>
                  </a:lnTo>
                  <a:lnTo>
                    <a:pt x="1768475" y="151758"/>
                  </a:lnTo>
                  <a:lnTo>
                    <a:pt x="1817388" y="173998"/>
                  </a:lnTo>
                  <a:lnTo>
                    <a:pt x="1866325" y="198325"/>
                  </a:lnTo>
                  <a:lnTo>
                    <a:pt x="1915631" y="224701"/>
                  </a:lnTo>
                  <a:lnTo>
                    <a:pt x="1965508" y="253004"/>
                  </a:lnTo>
                  <a:lnTo>
                    <a:pt x="2016039" y="283033"/>
                  </a:lnTo>
                  <a:lnTo>
                    <a:pt x="2067196" y="314501"/>
                  </a:lnTo>
                  <a:lnTo>
                    <a:pt x="2118864" y="347047"/>
                  </a:lnTo>
                  <a:lnTo>
                    <a:pt x="2170859" y="380254"/>
                  </a:lnTo>
                  <a:lnTo>
                    <a:pt x="2222957" y="413663"/>
                  </a:lnTo>
                  <a:lnTo>
                    <a:pt x="2274921" y="446808"/>
                  </a:lnTo>
                  <a:lnTo>
                    <a:pt x="2326530" y="479233"/>
                  </a:lnTo>
                  <a:lnTo>
                    <a:pt x="2377608" y="510528"/>
                  </a:lnTo>
                  <a:lnTo>
                    <a:pt x="2428050" y="540341"/>
                  </a:lnTo>
                  <a:lnTo>
                    <a:pt x="2477844" y="568396"/>
                  </a:lnTo>
                  <a:lnTo>
                    <a:pt x="2527086" y="594503"/>
                  </a:lnTo>
                  <a:lnTo>
                    <a:pt x="2575997" y="618553"/>
                  </a:lnTo>
                  <a:lnTo>
                    <a:pt x="2624941" y="640514"/>
                  </a:lnTo>
                  <a:lnTo>
                    <a:pt x="2667772" y="657881"/>
                  </a:lnTo>
                  <a:lnTo>
                    <a:pt x="2716040" y="675297"/>
                  </a:lnTo>
                  <a:lnTo>
                    <a:pt x="2766041" y="690893"/>
                  </a:lnTo>
                  <a:lnTo>
                    <a:pt x="2818621" y="704771"/>
                  </a:lnTo>
                  <a:lnTo>
                    <a:pt x="2874724" y="717099"/>
                  </a:lnTo>
                  <a:lnTo>
                    <a:pt x="2935304" y="728062"/>
                  </a:lnTo>
                  <a:lnTo>
                    <a:pt x="3001231" y="737835"/>
                  </a:lnTo>
                  <a:lnTo>
                    <a:pt x="3073178" y="746570"/>
                  </a:lnTo>
                  <a:lnTo>
                    <a:pt x="3151459" y="754385"/>
                  </a:lnTo>
                  <a:lnTo>
                    <a:pt x="3235825" y="761362"/>
                  </a:lnTo>
                  <a:lnTo>
                    <a:pt x="3325226" y="767548"/>
                  </a:lnTo>
                  <a:lnTo>
                    <a:pt x="3417598" y="772955"/>
                  </a:lnTo>
                  <a:lnTo>
                    <a:pt x="3509763" y="777572"/>
                  </a:lnTo>
                  <a:lnTo>
                    <a:pt x="3597584" y="781380"/>
                  </a:lnTo>
                  <a:lnTo>
                    <a:pt x="3676456" y="784370"/>
                  </a:lnTo>
                  <a:lnTo>
                    <a:pt x="3742133" y="786566"/>
                  </a:lnTo>
                  <a:lnTo>
                    <a:pt x="3791690" y="788039"/>
                  </a:lnTo>
                  <a:lnTo>
                    <a:pt x="3824308" y="788905"/>
                  </a:lnTo>
                  <a:lnTo>
                    <a:pt x="3841621" y="789318"/>
                  </a:lnTo>
                  <a:lnTo>
                    <a:pt x="3847588" y="789446"/>
                  </a:lnTo>
                  <a:lnTo>
                    <a:pt x="3848118" y="789457"/>
                  </a:lnTo>
                  <a:lnTo>
                    <a:pt x="4386855" y="789457"/>
                  </a:lnTo>
                  <a:lnTo>
                    <a:pt x="4388153" y="789474"/>
                  </a:lnTo>
                  <a:lnTo>
                    <a:pt x="4396618" y="789600"/>
                  </a:lnTo>
                  <a:lnTo>
                    <a:pt x="4417723" y="789946"/>
                  </a:lnTo>
                  <a:lnTo>
                    <a:pt x="4454859" y="790626"/>
                  </a:lnTo>
                  <a:lnTo>
                    <a:pt x="4509006" y="791736"/>
                  </a:lnTo>
                  <a:lnTo>
                    <a:pt x="4578721" y="793348"/>
                  </a:lnTo>
                  <a:lnTo>
                    <a:pt x="4660614" y="795500"/>
                  </a:lnTo>
                  <a:lnTo>
                    <a:pt x="4750224" y="798201"/>
                  </a:lnTo>
                  <a:lnTo>
                    <a:pt x="4842980" y="801441"/>
                  </a:lnTo>
                  <a:lnTo>
                    <a:pt x="4934957" y="805209"/>
                  </a:lnTo>
                  <a:lnTo>
                    <a:pt x="5023267" y="809500"/>
                  </a:lnTo>
                  <a:lnTo>
                    <a:pt x="5106137" y="814329"/>
                  </a:lnTo>
                  <a:lnTo>
                    <a:pt x="5182761" y="819732"/>
                  </a:lnTo>
                  <a:lnTo>
                    <a:pt x="5253070" y="825774"/>
                  </a:lnTo>
                  <a:lnTo>
                    <a:pt x="5317503" y="832539"/>
                  </a:lnTo>
                  <a:lnTo>
                    <a:pt x="5376805" y="840135"/>
                  </a:lnTo>
                  <a:lnTo>
                    <a:pt x="5431887" y="848683"/>
                  </a:lnTo>
                  <a:lnTo>
                    <a:pt x="5483712" y="858306"/>
                  </a:lnTo>
                  <a:lnTo>
                    <a:pt x="5533210" y="869110"/>
                  </a:lnTo>
                  <a:lnTo>
                    <a:pt x="5567201" y="877477"/>
                  </a:lnTo>
                  <a:lnTo>
                    <a:pt x="5618332" y="891481"/>
                  </a:lnTo>
                  <a:lnTo>
                    <a:pt x="5668969" y="906963"/>
                  </a:lnTo>
                  <a:lnTo>
                    <a:pt x="5719663" y="923942"/>
                  </a:lnTo>
                  <a:lnTo>
                    <a:pt x="5770782" y="942382"/>
                  </a:lnTo>
                  <a:lnTo>
                    <a:pt x="5822532" y="962188"/>
                  </a:lnTo>
                  <a:lnTo>
                    <a:pt x="5874985" y="983199"/>
                  </a:lnTo>
                  <a:lnTo>
                    <a:pt x="5928089" y="1005191"/>
                  </a:lnTo>
                  <a:lnTo>
                    <a:pt x="5981698" y="1027885"/>
                  </a:lnTo>
                  <a:lnTo>
                    <a:pt x="6035593" y="1050962"/>
                  </a:lnTo>
                  <a:lnTo>
                    <a:pt x="6089517" y="1074077"/>
                  </a:lnTo>
                  <a:lnTo>
                    <a:pt x="6143209" y="1096884"/>
                  </a:lnTo>
                  <a:lnTo>
                    <a:pt x="6196441" y="1119057"/>
                  </a:lnTo>
                  <a:lnTo>
                    <a:pt x="6249046" y="1140306"/>
                  </a:lnTo>
                  <a:lnTo>
                    <a:pt x="6300950" y="1160394"/>
                  </a:lnTo>
                  <a:lnTo>
                    <a:pt x="6352194" y="1179146"/>
                  </a:lnTo>
                  <a:lnTo>
                    <a:pt x="6402957" y="1196452"/>
                  </a:lnTo>
                  <a:lnTo>
                    <a:pt x="6453566" y="1212264"/>
                  </a:lnTo>
                  <a:lnTo>
                    <a:pt x="6504530" y="1226591"/>
                  </a:lnTo>
                  <a:lnTo>
                    <a:pt x="6515891" y="1229557"/>
                  </a:lnTo>
                  <a:lnTo>
                    <a:pt x="6564243" y="1241227"/>
                  </a:lnTo>
                  <a:lnTo>
                    <a:pt x="6614334" y="1251675"/>
                  </a:lnTo>
                  <a:lnTo>
                    <a:pt x="6667017" y="1260970"/>
                  </a:lnTo>
                  <a:lnTo>
                    <a:pt x="6723240" y="1269225"/>
                  </a:lnTo>
                  <a:lnTo>
                    <a:pt x="6783961" y="1276564"/>
                  </a:lnTo>
                  <a:lnTo>
                    <a:pt x="6850054" y="1283107"/>
                  </a:lnTo>
                  <a:lnTo>
                    <a:pt x="6922192" y="1288953"/>
                  </a:lnTo>
                  <a:lnTo>
                    <a:pt x="7000687" y="1294182"/>
                  </a:lnTo>
                  <a:lnTo>
                    <a:pt x="7085280" y="1298850"/>
                  </a:lnTo>
                  <a:lnTo>
                    <a:pt x="7174901" y="1302986"/>
                  </a:lnTo>
                  <a:lnTo>
                    <a:pt x="7267456" y="1306600"/>
                  </a:lnTo>
                  <a:lnTo>
                    <a:pt x="7359735" y="1309684"/>
                  </a:lnTo>
                  <a:lnTo>
                    <a:pt x="7447562" y="1312223"/>
                  </a:lnTo>
                  <a:lnTo>
                    <a:pt x="7526309" y="1314215"/>
                  </a:lnTo>
                  <a:lnTo>
                    <a:pt x="7591727" y="1315674"/>
                  </a:lnTo>
                  <a:lnTo>
                    <a:pt x="7640920" y="1316649"/>
                  </a:lnTo>
                  <a:lnTo>
                    <a:pt x="7673129" y="1317219"/>
                  </a:lnTo>
                  <a:lnTo>
                    <a:pt x="7690066" y="1317489"/>
                  </a:lnTo>
                  <a:lnTo>
                    <a:pt x="7695772" y="1317571"/>
                  </a:lnTo>
                  <a:lnTo>
                    <a:pt x="7696237" y="1317577"/>
                  </a:lnTo>
                  <a:lnTo>
                    <a:pt x="8234974" y="1317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9" name="pl1429"/>
            <p:cNvSpPr/>
            <p:nvPr/>
          </p:nvSpPr>
          <p:spPr>
            <a:xfrm>
              <a:off x="546595" y="4822968"/>
              <a:ext cx="8234974" cy="1317577"/>
            </a:xfrm>
            <a:custGeom>
              <a:avLst/>
              <a:pathLst>
                <a:path w="8234974" h="1317577">
                  <a:moveTo>
                    <a:pt x="8234974" y="1317577"/>
                  </a:moveTo>
                  <a:lnTo>
                    <a:pt x="7696237" y="1317577"/>
                  </a:lnTo>
                  <a:lnTo>
                    <a:pt x="7694940" y="1317559"/>
                  </a:lnTo>
                  <a:lnTo>
                    <a:pt x="7686474" y="1317434"/>
                  </a:lnTo>
                  <a:lnTo>
                    <a:pt x="7665369" y="1317088"/>
                  </a:lnTo>
                  <a:lnTo>
                    <a:pt x="7628234" y="1316408"/>
                  </a:lnTo>
                  <a:lnTo>
                    <a:pt x="7574086" y="1315298"/>
                  </a:lnTo>
                  <a:lnTo>
                    <a:pt x="7504371" y="1313686"/>
                  </a:lnTo>
                  <a:lnTo>
                    <a:pt x="7422478" y="1311534"/>
                  </a:lnTo>
                  <a:lnTo>
                    <a:pt x="7332869" y="1308833"/>
                  </a:lnTo>
                  <a:lnTo>
                    <a:pt x="7240112" y="1305592"/>
                  </a:lnTo>
                  <a:lnTo>
                    <a:pt x="7148136" y="1301825"/>
                  </a:lnTo>
                  <a:lnTo>
                    <a:pt x="7059825" y="1297534"/>
                  </a:lnTo>
                  <a:lnTo>
                    <a:pt x="6976955" y="1292705"/>
                  </a:lnTo>
                  <a:lnTo>
                    <a:pt x="6900332" y="1287301"/>
                  </a:lnTo>
                  <a:lnTo>
                    <a:pt x="6830022" y="1281260"/>
                  </a:lnTo>
                  <a:lnTo>
                    <a:pt x="6765590" y="1274495"/>
                  </a:lnTo>
                  <a:lnTo>
                    <a:pt x="6706288" y="1266899"/>
                  </a:lnTo>
                  <a:lnTo>
                    <a:pt x="6651206" y="1258351"/>
                  </a:lnTo>
                  <a:lnTo>
                    <a:pt x="6599381" y="1248727"/>
                  </a:lnTo>
                  <a:lnTo>
                    <a:pt x="6549883" y="1237924"/>
                  </a:lnTo>
                  <a:lnTo>
                    <a:pt x="6515891" y="1229557"/>
                  </a:lnTo>
                  <a:lnTo>
                    <a:pt x="6464761" y="1215552"/>
                  </a:lnTo>
                  <a:lnTo>
                    <a:pt x="6414123" y="1200071"/>
                  </a:lnTo>
                  <a:lnTo>
                    <a:pt x="6363429" y="1183092"/>
                  </a:lnTo>
                  <a:lnTo>
                    <a:pt x="6312311" y="1164652"/>
                  </a:lnTo>
                  <a:lnTo>
                    <a:pt x="6260560" y="1144845"/>
                  </a:lnTo>
                  <a:lnTo>
                    <a:pt x="6208108" y="1123835"/>
                  </a:lnTo>
                  <a:lnTo>
                    <a:pt x="6155003" y="1101843"/>
                  </a:lnTo>
                  <a:lnTo>
                    <a:pt x="6101394" y="1079148"/>
                  </a:lnTo>
                  <a:lnTo>
                    <a:pt x="6047500" y="1056072"/>
                  </a:lnTo>
                  <a:lnTo>
                    <a:pt x="5993576" y="1032957"/>
                  </a:lnTo>
                  <a:lnTo>
                    <a:pt x="5939883" y="1010149"/>
                  </a:lnTo>
                  <a:lnTo>
                    <a:pt x="5886652" y="987977"/>
                  </a:lnTo>
                  <a:lnTo>
                    <a:pt x="5834047" y="966728"/>
                  </a:lnTo>
                  <a:lnTo>
                    <a:pt x="5782143" y="946640"/>
                  </a:lnTo>
                  <a:lnTo>
                    <a:pt x="5730898" y="927888"/>
                  </a:lnTo>
                  <a:lnTo>
                    <a:pt x="5680136" y="910582"/>
                  </a:lnTo>
                  <a:lnTo>
                    <a:pt x="5629526" y="894769"/>
                  </a:lnTo>
                  <a:lnTo>
                    <a:pt x="5578563" y="880443"/>
                  </a:lnTo>
                  <a:lnTo>
                    <a:pt x="5567201" y="877477"/>
                  </a:lnTo>
                  <a:lnTo>
                    <a:pt x="5518850" y="865807"/>
                  </a:lnTo>
                  <a:lnTo>
                    <a:pt x="5468759" y="855359"/>
                  </a:lnTo>
                  <a:lnTo>
                    <a:pt x="5416076" y="846064"/>
                  </a:lnTo>
                  <a:lnTo>
                    <a:pt x="5359853" y="837809"/>
                  </a:lnTo>
                  <a:lnTo>
                    <a:pt x="5299132" y="830469"/>
                  </a:lnTo>
                  <a:lnTo>
                    <a:pt x="5233039" y="823927"/>
                  </a:lnTo>
                  <a:lnTo>
                    <a:pt x="5160900" y="818081"/>
                  </a:lnTo>
                  <a:lnTo>
                    <a:pt x="5082405" y="812852"/>
                  </a:lnTo>
                  <a:lnTo>
                    <a:pt x="4997813" y="808184"/>
                  </a:lnTo>
                  <a:lnTo>
                    <a:pt x="4908192" y="804047"/>
                  </a:lnTo>
                  <a:lnTo>
                    <a:pt x="4815636" y="800434"/>
                  </a:lnTo>
                  <a:lnTo>
                    <a:pt x="4723358" y="797350"/>
                  </a:lnTo>
                  <a:lnTo>
                    <a:pt x="4635530" y="794810"/>
                  </a:lnTo>
                  <a:lnTo>
                    <a:pt x="4556783" y="792819"/>
                  </a:lnTo>
                  <a:lnTo>
                    <a:pt x="4491366" y="791360"/>
                  </a:lnTo>
                  <a:lnTo>
                    <a:pt x="4442173" y="790385"/>
                  </a:lnTo>
                  <a:lnTo>
                    <a:pt x="4409964" y="789815"/>
                  </a:lnTo>
                  <a:lnTo>
                    <a:pt x="4393026" y="789545"/>
                  </a:lnTo>
                  <a:lnTo>
                    <a:pt x="4387320" y="789463"/>
                  </a:lnTo>
                  <a:lnTo>
                    <a:pt x="4386855" y="789457"/>
                  </a:lnTo>
                  <a:lnTo>
                    <a:pt x="3848118" y="789457"/>
                  </a:lnTo>
                  <a:lnTo>
                    <a:pt x="3846827" y="789431"/>
                  </a:lnTo>
                  <a:lnTo>
                    <a:pt x="3838403" y="789245"/>
                  </a:lnTo>
                  <a:lnTo>
                    <a:pt x="3817397" y="788730"/>
                  </a:lnTo>
                  <a:lnTo>
                    <a:pt x="3780425" y="787719"/>
                  </a:lnTo>
                  <a:lnTo>
                    <a:pt x="3726497" y="786067"/>
                  </a:lnTo>
                  <a:lnTo>
                    <a:pt x="3657031" y="783669"/>
                  </a:lnTo>
                  <a:lnTo>
                    <a:pt x="3575388" y="780467"/>
                  </a:lnTo>
                  <a:lnTo>
                    <a:pt x="3485999" y="776447"/>
                  </a:lnTo>
                  <a:lnTo>
                    <a:pt x="3393415" y="771622"/>
                  </a:lnTo>
                  <a:lnTo>
                    <a:pt x="3301556" y="766012"/>
                  </a:lnTo>
                  <a:lnTo>
                    <a:pt x="3213311" y="759623"/>
                  </a:lnTo>
                  <a:lnTo>
                    <a:pt x="3130465" y="752433"/>
                  </a:lnTo>
                  <a:lnTo>
                    <a:pt x="3053837" y="744388"/>
                  </a:lnTo>
                  <a:lnTo>
                    <a:pt x="2983506" y="735396"/>
                  </a:lnTo>
                  <a:lnTo>
                    <a:pt x="2919046" y="725328"/>
                  </a:lnTo>
                  <a:lnTo>
                    <a:pt x="2859721" y="714028"/>
                  </a:lnTo>
                  <a:lnTo>
                    <a:pt x="2804628" y="701314"/>
                  </a:lnTo>
                  <a:lnTo>
                    <a:pt x="2752808" y="687003"/>
                  </a:lnTo>
                  <a:lnTo>
                    <a:pt x="2703335" y="670939"/>
                  </a:lnTo>
                  <a:lnTo>
                    <a:pt x="2667772" y="657881"/>
                  </a:lnTo>
                  <a:lnTo>
                    <a:pt x="2618380" y="637699"/>
                  </a:lnTo>
                  <a:lnTo>
                    <a:pt x="2569467" y="615459"/>
                  </a:lnTo>
                  <a:lnTo>
                    <a:pt x="2520529" y="591131"/>
                  </a:lnTo>
                  <a:lnTo>
                    <a:pt x="2471224" y="564756"/>
                  </a:lnTo>
                  <a:lnTo>
                    <a:pt x="2421346" y="536452"/>
                  </a:lnTo>
                  <a:lnTo>
                    <a:pt x="2370816" y="506424"/>
                  </a:lnTo>
                  <a:lnTo>
                    <a:pt x="2319659" y="474956"/>
                  </a:lnTo>
                  <a:lnTo>
                    <a:pt x="2267991" y="442409"/>
                  </a:lnTo>
                  <a:lnTo>
                    <a:pt x="2215996" y="409203"/>
                  </a:lnTo>
                  <a:lnTo>
                    <a:pt x="2163898" y="375793"/>
                  </a:lnTo>
                  <a:lnTo>
                    <a:pt x="2111934" y="342649"/>
                  </a:lnTo>
                  <a:lnTo>
                    <a:pt x="2060325" y="310223"/>
                  </a:lnTo>
                  <a:lnTo>
                    <a:pt x="2009247" y="278929"/>
                  </a:lnTo>
                  <a:lnTo>
                    <a:pt x="1958804" y="249116"/>
                  </a:lnTo>
                  <a:lnTo>
                    <a:pt x="1909010" y="221060"/>
                  </a:lnTo>
                  <a:lnTo>
                    <a:pt x="1859769" y="194953"/>
                  </a:lnTo>
                  <a:lnTo>
                    <a:pt x="1810857" y="170904"/>
                  </a:lnTo>
                  <a:lnTo>
                    <a:pt x="1761913" y="148942"/>
                  </a:lnTo>
                  <a:lnTo>
                    <a:pt x="1719082" y="131576"/>
                  </a:lnTo>
                  <a:lnTo>
                    <a:pt x="1670814" y="114159"/>
                  </a:lnTo>
                  <a:lnTo>
                    <a:pt x="1620814" y="98563"/>
                  </a:lnTo>
                  <a:lnTo>
                    <a:pt x="1568234" y="84685"/>
                  </a:lnTo>
                  <a:lnTo>
                    <a:pt x="1512130" y="72357"/>
                  </a:lnTo>
                  <a:lnTo>
                    <a:pt x="1451551" y="61395"/>
                  </a:lnTo>
                  <a:lnTo>
                    <a:pt x="1385623" y="51621"/>
                  </a:lnTo>
                  <a:lnTo>
                    <a:pt x="1313677" y="42886"/>
                  </a:lnTo>
                  <a:lnTo>
                    <a:pt x="1235396" y="35071"/>
                  </a:lnTo>
                  <a:lnTo>
                    <a:pt x="1151030" y="28094"/>
                  </a:lnTo>
                  <a:lnTo>
                    <a:pt x="1061628" y="21908"/>
                  </a:lnTo>
                  <a:lnTo>
                    <a:pt x="969257" y="16502"/>
                  </a:lnTo>
                  <a:lnTo>
                    <a:pt x="877092" y="11885"/>
                  </a:lnTo>
                  <a:lnTo>
                    <a:pt x="789271" y="8077"/>
                  </a:lnTo>
                  <a:lnTo>
                    <a:pt x="710398" y="5087"/>
                  </a:lnTo>
                  <a:lnTo>
                    <a:pt x="644721" y="2891"/>
                  </a:lnTo>
                  <a:lnTo>
                    <a:pt x="595165" y="1418"/>
                  </a:lnTo>
                  <a:lnTo>
                    <a:pt x="562547" y="552"/>
                  </a:lnTo>
                  <a:lnTo>
                    <a:pt x="545233" y="139"/>
                  </a:lnTo>
                  <a:lnTo>
                    <a:pt x="539267" y="10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0" name="pg1430"/>
            <p:cNvSpPr/>
            <p:nvPr/>
          </p:nvSpPr>
          <p:spPr>
            <a:xfrm>
              <a:off x="546595" y="3184163"/>
              <a:ext cx="8234974" cy="1622471"/>
            </a:xfrm>
            <a:custGeom>
              <a:avLst/>
              <a:pathLst>
                <a:path w="8234974" h="1622471">
                  <a:moveTo>
                    <a:pt x="0" y="1600693"/>
                  </a:moveTo>
                  <a:lnTo>
                    <a:pt x="538736" y="1600693"/>
                  </a:lnTo>
                  <a:lnTo>
                    <a:pt x="540039" y="1600693"/>
                  </a:lnTo>
                  <a:lnTo>
                    <a:pt x="548538" y="1600698"/>
                  </a:lnTo>
                  <a:lnTo>
                    <a:pt x="569724" y="1600713"/>
                  </a:lnTo>
                  <a:lnTo>
                    <a:pt x="606993" y="1600741"/>
                  </a:lnTo>
                  <a:lnTo>
                    <a:pt x="661320" y="1600787"/>
                  </a:lnTo>
                  <a:lnTo>
                    <a:pt x="731239" y="1600854"/>
                  </a:lnTo>
                  <a:lnTo>
                    <a:pt x="813334" y="1600943"/>
                  </a:lnTo>
                  <a:lnTo>
                    <a:pt x="903123" y="1601054"/>
                  </a:lnTo>
                  <a:lnTo>
                    <a:pt x="996019" y="1601189"/>
                  </a:lnTo>
                  <a:lnTo>
                    <a:pt x="1088091" y="1601344"/>
                  </a:lnTo>
                  <a:lnTo>
                    <a:pt x="1176455" y="1601522"/>
                  </a:lnTo>
                  <a:lnTo>
                    <a:pt x="1259344" y="1601722"/>
                  </a:lnTo>
                  <a:lnTo>
                    <a:pt x="1335963" y="1601945"/>
                  </a:lnTo>
                  <a:lnTo>
                    <a:pt x="1406254" y="1602195"/>
                  </a:lnTo>
                  <a:lnTo>
                    <a:pt x="1470665" y="1602475"/>
                  </a:lnTo>
                  <a:lnTo>
                    <a:pt x="1529949" y="1602790"/>
                  </a:lnTo>
                  <a:lnTo>
                    <a:pt x="1585021" y="1603144"/>
                  </a:lnTo>
                  <a:lnTo>
                    <a:pt x="1636851" y="1603542"/>
                  </a:lnTo>
                  <a:lnTo>
                    <a:pt x="1686370" y="1603990"/>
                  </a:lnTo>
                  <a:lnTo>
                    <a:pt x="1719082" y="1604322"/>
                  </a:lnTo>
                  <a:lnTo>
                    <a:pt x="1771874" y="1604920"/>
                  </a:lnTo>
                  <a:lnTo>
                    <a:pt x="1824161" y="1605582"/>
                  </a:lnTo>
                  <a:lnTo>
                    <a:pt x="1876540" y="1606310"/>
                  </a:lnTo>
                  <a:lnTo>
                    <a:pt x="1929398" y="1607103"/>
                  </a:lnTo>
                  <a:lnTo>
                    <a:pt x="1982948" y="1607954"/>
                  </a:lnTo>
                  <a:lnTo>
                    <a:pt x="2037245" y="1608857"/>
                  </a:lnTo>
                  <a:lnTo>
                    <a:pt x="2092213" y="1609801"/>
                  </a:lnTo>
                  <a:lnTo>
                    <a:pt x="2147671" y="1610773"/>
                  </a:lnTo>
                  <a:lnTo>
                    <a:pt x="2203365" y="1611757"/>
                  </a:lnTo>
                  <a:lnTo>
                    <a:pt x="2259006" y="1612739"/>
                  </a:lnTo>
                  <a:lnTo>
                    <a:pt x="2314316" y="1613703"/>
                  </a:lnTo>
                  <a:lnTo>
                    <a:pt x="2369061" y="1614634"/>
                  </a:lnTo>
                  <a:lnTo>
                    <a:pt x="2423094" y="1615519"/>
                  </a:lnTo>
                  <a:lnTo>
                    <a:pt x="2476383" y="1616350"/>
                  </a:lnTo>
                  <a:lnTo>
                    <a:pt x="2529037" y="1617120"/>
                  </a:lnTo>
                  <a:lnTo>
                    <a:pt x="2581328" y="1617825"/>
                  </a:lnTo>
                  <a:lnTo>
                    <a:pt x="2633715" y="1618464"/>
                  </a:lnTo>
                  <a:lnTo>
                    <a:pt x="2667772" y="1618841"/>
                  </a:lnTo>
                  <a:lnTo>
                    <a:pt x="2716192" y="1619323"/>
                  </a:lnTo>
                  <a:lnTo>
                    <a:pt x="2766357" y="1619754"/>
                  </a:lnTo>
                  <a:lnTo>
                    <a:pt x="2819123" y="1620138"/>
                  </a:lnTo>
                  <a:lnTo>
                    <a:pt x="2875444" y="1620479"/>
                  </a:lnTo>
                  <a:lnTo>
                    <a:pt x="2936280" y="1620781"/>
                  </a:lnTo>
                  <a:lnTo>
                    <a:pt x="3002509" y="1621051"/>
                  </a:lnTo>
                  <a:lnTo>
                    <a:pt x="3074804" y="1621293"/>
                  </a:lnTo>
                  <a:lnTo>
                    <a:pt x="3153473" y="1621508"/>
                  </a:lnTo>
                  <a:lnTo>
                    <a:pt x="3238250" y="1621701"/>
                  </a:lnTo>
                  <a:lnTo>
                    <a:pt x="3328050" y="1621871"/>
                  </a:lnTo>
                  <a:lnTo>
                    <a:pt x="3420755" y="1622020"/>
                  </a:lnTo>
                  <a:lnTo>
                    <a:pt x="3513124" y="1622147"/>
                  </a:lnTo>
                  <a:lnTo>
                    <a:pt x="3600955" y="1622252"/>
                  </a:lnTo>
                  <a:lnTo>
                    <a:pt x="3679597" y="1622333"/>
                  </a:lnTo>
                  <a:lnTo>
                    <a:pt x="3744802" y="1622393"/>
                  </a:lnTo>
                  <a:lnTo>
                    <a:pt x="3793697" y="1622433"/>
                  </a:lnTo>
                  <a:lnTo>
                    <a:pt x="3825573" y="1622456"/>
                  </a:lnTo>
                  <a:lnTo>
                    <a:pt x="3842205" y="1622467"/>
                  </a:lnTo>
                  <a:lnTo>
                    <a:pt x="3847703" y="1622470"/>
                  </a:lnTo>
                  <a:lnTo>
                    <a:pt x="3848118" y="1622471"/>
                  </a:lnTo>
                  <a:lnTo>
                    <a:pt x="4386855" y="1622471"/>
                  </a:lnTo>
                  <a:lnTo>
                    <a:pt x="4388110" y="1622419"/>
                  </a:lnTo>
                  <a:lnTo>
                    <a:pt x="4396305" y="1622048"/>
                  </a:lnTo>
                  <a:lnTo>
                    <a:pt x="4416762" y="1621024"/>
                  </a:lnTo>
                  <a:lnTo>
                    <a:pt x="4452819" y="1619012"/>
                  </a:lnTo>
                  <a:lnTo>
                    <a:pt x="4505522" y="1615723"/>
                  </a:lnTo>
                  <a:lnTo>
                    <a:pt x="4573584" y="1610942"/>
                  </a:lnTo>
                  <a:lnTo>
                    <a:pt x="4653821" y="1604548"/>
                  </a:lnTo>
                  <a:lnTo>
                    <a:pt x="4741961" y="1596511"/>
                  </a:lnTo>
                  <a:lnTo>
                    <a:pt x="4833562" y="1586855"/>
                  </a:lnTo>
                  <a:lnTo>
                    <a:pt x="4924744" y="1575618"/>
                  </a:lnTo>
                  <a:lnTo>
                    <a:pt x="5012603" y="1562816"/>
                  </a:lnTo>
                  <a:lnTo>
                    <a:pt x="5095301" y="1548414"/>
                  </a:lnTo>
                  <a:lnTo>
                    <a:pt x="5171949" y="1532309"/>
                  </a:lnTo>
                  <a:lnTo>
                    <a:pt x="5242398" y="1514328"/>
                  </a:lnTo>
                  <a:lnTo>
                    <a:pt x="5307008" y="1494225"/>
                  </a:lnTo>
                  <a:lnTo>
                    <a:pt x="5366465" y="1471694"/>
                  </a:lnTo>
                  <a:lnTo>
                    <a:pt x="5421629" y="1446380"/>
                  </a:lnTo>
                  <a:lnTo>
                    <a:pt x="5473429" y="1417916"/>
                  </a:lnTo>
                  <a:lnTo>
                    <a:pt x="5522778" y="1385974"/>
                  </a:lnTo>
                  <a:lnTo>
                    <a:pt x="5567201" y="1352966"/>
                  </a:lnTo>
                  <a:lnTo>
                    <a:pt x="5610173" y="1317272"/>
                  </a:lnTo>
                  <a:lnTo>
                    <a:pt x="5652725" y="1278405"/>
                  </a:lnTo>
                  <a:lnTo>
                    <a:pt x="5695212" y="1236307"/>
                  </a:lnTo>
                  <a:lnTo>
                    <a:pt x="5737890" y="1191000"/>
                  </a:lnTo>
                  <a:lnTo>
                    <a:pt x="5780934" y="1142593"/>
                  </a:lnTo>
                  <a:lnTo>
                    <a:pt x="5824443" y="1091294"/>
                  </a:lnTo>
                  <a:lnTo>
                    <a:pt x="5868450" y="1037408"/>
                  </a:lnTo>
                  <a:lnTo>
                    <a:pt x="5912925" y="981336"/>
                  </a:lnTo>
                  <a:lnTo>
                    <a:pt x="5957793" y="923563"/>
                  </a:lnTo>
                  <a:lnTo>
                    <a:pt x="6002937" y="864648"/>
                  </a:lnTo>
                  <a:lnTo>
                    <a:pt x="6048213" y="805197"/>
                  </a:lnTo>
                  <a:lnTo>
                    <a:pt x="6093466" y="745838"/>
                  </a:lnTo>
                  <a:lnTo>
                    <a:pt x="6138543" y="687198"/>
                  </a:lnTo>
                  <a:lnTo>
                    <a:pt x="6183306" y="629871"/>
                  </a:lnTo>
                  <a:lnTo>
                    <a:pt x="6227649" y="574395"/>
                  </a:lnTo>
                  <a:lnTo>
                    <a:pt x="6271510" y="521234"/>
                  </a:lnTo>
                  <a:lnTo>
                    <a:pt x="6314876" y="470759"/>
                  </a:lnTo>
                  <a:lnTo>
                    <a:pt x="6357799" y="423248"/>
                  </a:lnTo>
                  <a:lnTo>
                    <a:pt x="6400399" y="378878"/>
                  </a:lnTo>
                  <a:lnTo>
                    <a:pt x="6442874" y="337733"/>
                  </a:lnTo>
                  <a:lnTo>
                    <a:pt x="6485508" y="299809"/>
                  </a:lnTo>
                  <a:lnTo>
                    <a:pt x="6515891" y="274948"/>
                  </a:lnTo>
                  <a:lnTo>
                    <a:pt x="6563690" y="239598"/>
                  </a:lnTo>
                  <a:lnTo>
                    <a:pt x="6613181" y="207907"/>
                  </a:lnTo>
                  <a:lnTo>
                    <a:pt x="6665185" y="179674"/>
                  </a:lnTo>
                  <a:lnTo>
                    <a:pt x="6720619" y="154566"/>
                  </a:lnTo>
                  <a:lnTo>
                    <a:pt x="6780408" y="132215"/>
                  </a:lnTo>
                  <a:lnTo>
                    <a:pt x="6845406" y="112269"/>
                  </a:lnTo>
                  <a:lnTo>
                    <a:pt x="6916279" y="94426"/>
                  </a:lnTo>
                  <a:lnTo>
                    <a:pt x="6993361" y="78444"/>
                  </a:lnTo>
                  <a:lnTo>
                    <a:pt x="7076457" y="64156"/>
                  </a:lnTo>
                  <a:lnTo>
                    <a:pt x="7164619" y="51463"/>
                  </a:lnTo>
                  <a:lnTo>
                    <a:pt x="7255937" y="40335"/>
                  </a:lnTo>
                  <a:lnTo>
                    <a:pt x="7347432" y="30791"/>
                  </a:lnTo>
                  <a:lnTo>
                    <a:pt x="7435168" y="22868"/>
                  </a:lnTo>
                  <a:lnTo>
                    <a:pt x="7514688" y="16589"/>
                  </a:lnTo>
                  <a:lnTo>
                    <a:pt x="7581766" y="11916"/>
                  </a:lnTo>
                  <a:lnTo>
                    <a:pt x="7633325" y="8724"/>
                  </a:lnTo>
                  <a:lnTo>
                    <a:pt x="7668235" y="6792"/>
                  </a:lnTo>
                  <a:lnTo>
                    <a:pt x="7687704" y="5823"/>
                  </a:lnTo>
                  <a:lnTo>
                    <a:pt x="7695222" y="548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2" y="51"/>
                  </a:lnTo>
                  <a:lnTo>
                    <a:pt x="7686787" y="422"/>
                  </a:lnTo>
                  <a:lnTo>
                    <a:pt x="7666331" y="1447"/>
                  </a:lnTo>
                  <a:lnTo>
                    <a:pt x="7630273" y="3458"/>
                  </a:lnTo>
                  <a:lnTo>
                    <a:pt x="7577570" y="6747"/>
                  </a:lnTo>
                  <a:lnTo>
                    <a:pt x="7509508" y="11529"/>
                  </a:lnTo>
                  <a:lnTo>
                    <a:pt x="7429271" y="17922"/>
                  </a:lnTo>
                  <a:lnTo>
                    <a:pt x="7341131" y="25959"/>
                  </a:lnTo>
                  <a:lnTo>
                    <a:pt x="7249531" y="35615"/>
                  </a:lnTo>
                  <a:lnTo>
                    <a:pt x="7158348" y="46852"/>
                  </a:lnTo>
                  <a:lnTo>
                    <a:pt x="7070489" y="59654"/>
                  </a:lnTo>
                  <a:lnTo>
                    <a:pt x="6987792" y="74056"/>
                  </a:lnTo>
                  <a:lnTo>
                    <a:pt x="6911143" y="90161"/>
                  </a:lnTo>
                  <a:lnTo>
                    <a:pt x="6840695" y="108143"/>
                  </a:lnTo>
                  <a:lnTo>
                    <a:pt x="6776084" y="128245"/>
                  </a:lnTo>
                  <a:lnTo>
                    <a:pt x="6716627" y="150777"/>
                  </a:lnTo>
                  <a:lnTo>
                    <a:pt x="6661463" y="176090"/>
                  </a:lnTo>
                  <a:lnTo>
                    <a:pt x="6609663" y="204554"/>
                  </a:lnTo>
                  <a:lnTo>
                    <a:pt x="6560315" y="236496"/>
                  </a:lnTo>
                  <a:lnTo>
                    <a:pt x="6515891" y="269504"/>
                  </a:lnTo>
                  <a:lnTo>
                    <a:pt x="6472920" y="305198"/>
                  </a:lnTo>
                  <a:lnTo>
                    <a:pt x="6430367" y="344065"/>
                  </a:lnTo>
                  <a:lnTo>
                    <a:pt x="6387881" y="386163"/>
                  </a:lnTo>
                  <a:lnTo>
                    <a:pt x="6345202" y="431471"/>
                  </a:lnTo>
                  <a:lnTo>
                    <a:pt x="6302158" y="479877"/>
                  </a:lnTo>
                  <a:lnTo>
                    <a:pt x="6258649" y="531176"/>
                  </a:lnTo>
                  <a:lnTo>
                    <a:pt x="6214643" y="585062"/>
                  </a:lnTo>
                  <a:lnTo>
                    <a:pt x="6170167" y="641134"/>
                  </a:lnTo>
                  <a:lnTo>
                    <a:pt x="6125299" y="698907"/>
                  </a:lnTo>
                  <a:lnTo>
                    <a:pt x="6080155" y="757822"/>
                  </a:lnTo>
                  <a:lnTo>
                    <a:pt x="6034879" y="817274"/>
                  </a:lnTo>
                  <a:lnTo>
                    <a:pt x="5989626" y="876632"/>
                  </a:lnTo>
                  <a:lnTo>
                    <a:pt x="5944550" y="935272"/>
                  </a:lnTo>
                  <a:lnTo>
                    <a:pt x="5899787" y="992599"/>
                  </a:lnTo>
                  <a:lnTo>
                    <a:pt x="5855443" y="1048075"/>
                  </a:lnTo>
                  <a:lnTo>
                    <a:pt x="5811583" y="1101237"/>
                  </a:lnTo>
                  <a:lnTo>
                    <a:pt x="5768217" y="1151711"/>
                  </a:lnTo>
                  <a:lnTo>
                    <a:pt x="5725294" y="1199222"/>
                  </a:lnTo>
                  <a:lnTo>
                    <a:pt x="5682694" y="1243592"/>
                  </a:lnTo>
                  <a:lnTo>
                    <a:pt x="5640218" y="1284737"/>
                  </a:lnTo>
                  <a:lnTo>
                    <a:pt x="5597584" y="1322661"/>
                  </a:lnTo>
                  <a:lnTo>
                    <a:pt x="5567201" y="1347522"/>
                  </a:lnTo>
                  <a:lnTo>
                    <a:pt x="5519402" y="1382872"/>
                  </a:lnTo>
                  <a:lnTo>
                    <a:pt x="5469911" y="1414563"/>
                  </a:lnTo>
                  <a:lnTo>
                    <a:pt x="5417907" y="1442796"/>
                  </a:lnTo>
                  <a:lnTo>
                    <a:pt x="5362474" y="1467904"/>
                  </a:lnTo>
                  <a:lnTo>
                    <a:pt x="5302684" y="1490255"/>
                  </a:lnTo>
                  <a:lnTo>
                    <a:pt x="5237686" y="1510201"/>
                  </a:lnTo>
                  <a:lnTo>
                    <a:pt x="5166813" y="1528044"/>
                  </a:lnTo>
                  <a:lnTo>
                    <a:pt x="5089731" y="1544026"/>
                  </a:lnTo>
                  <a:lnTo>
                    <a:pt x="5006636" y="1558314"/>
                  </a:lnTo>
                  <a:lnTo>
                    <a:pt x="4918474" y="1571007"/>
                  </a:lnTo>
                  <a:lnTo>
                    <a:pt x="4827155" y="1582135"/>
                  </a:lnTo>
                  <a:lnTo>
                    <a:pt x="4735661" y="1591680"/>
                  </a:lnTo>
                  <a:lnTo>
                    <a:pt x="4647924" y="1599602"/>
                  </a:lnTo>
                  <a:lnTo>
                    <a:pt x="4568404" y="1605881"/>
                  </a:lnTo>
                  <a:lnTo>
                    <a:pt x="4501327" y="1610554"/>
                  </a:lnTo>
                  <a:lnTo>
                    <a:pt x="4449767" y="1613746"/>
                  </a:lnTo>
                  <a:lnTo>
                    <a:pt x="4414858" y="1615679"/>
                  </a:lnTo>
                  <a:lnTo>
                    <a:pt x="4395389" y="1616647"/>
                  </a:lnTo>
                  <a:lnTo>
                    <a:pt x="4387870" y="1616984"/>
                  </a:lnTo>
                  <a:lnTo>
                    <a:pt x="4386855" y="1617026"/>
                  </a:lnTo>
                  <a:lnTo>
                    <a:pt x="3848118" y="1617026"/>
                  </a:lnTo>
                  <a:lnTo>
                    <a:pt x="3846816" y="1617025"/>
                  </a:lnTo>
                  <a:lnTo>
                    <a:pt x="3838317" y="1617020"/>
                  </a:lnTo>
                  <a:lnTo>
                    <a:pt x="3817131" y="1617006"/>
                  </a:lnTo>
                  <a:lnTo>
                    <a:pt x="3779862" y="1616978"/>
                  </a:lnTo>
                  <a:lnTo>
                    <a:pt x="3725535" y="1616932"/>
                  </a:lnTo>
                  <a:lnTo>
                    <a:pt x="3655616" y="1616865"/>
                  </a:lnTo>
                  <a:lnTo>
                    <a:pt x="3573520" y="1616776"/>
                  </a:lnTo>
                  <a:lnTo>
                    <a:pt x="3483731" y="1616664"/>
                  </a:lnTo>
                  <a:lnTo>
                    <a:pt x="3390835" y="1616530"/>
                  </a:lnTo>
                  <a:lnTo>
                    <a:pt x="3298764" y="1616374"/>
                  </a:lnTo>
                  <a:lnTo>
                    <a:pt x="3210400" y="1616197"/>
                  </a:lnTo>
                  <a:lnTo>
                    <a:pt x="3127511" y="1615997"/>
                  </a:lnTo>
                  <a:lnTo>
                    <a:pt x="3050892" y="1615773"/>
                  </a:lnTo>
                  <a:lnTo>
                    <a:pt x="2980600" y="1615523"/>
                  </a:lnTo>
                  <a:lnTo>
                    <a:pt x="2916190" y="1615243"/>
                  </a:lnTo>
                  <a:lnTo>
                    <a:pt x="2856906" y="1614929"/>
                  </a:lnTo>
                  <a:lnTo>
                    <a:pt x="2801833" y="1614575"/>
                  </a:lnTo>
                  <a:lnTo>
                    <a:pt x="2750003" y="1614176"/>
                  </a:lnTo>
                  <a:lnTo>
                    <a:pt x="2700485" y="1613729"/>
                  </a:lnTo>
                  <a:lnTo>
                    <a:pt x="2667772" y="1613396"/>
                  </a:lnTo>
                  <a:lnTo>
                    <a:pt x="2614980" y="1612799"/>
                  </a:lnTo>
                  <a:lnTo>
                    <a:pt x="2562693" y="1612137"/>
                  </a:lnTo>
                  <a:lnTo>
                    <a:pt x="2510315" y="1611408"/>
                  </a:lnTo>
                  <a:lnTo>
                    <a:pt x="2457457" y="1610616"/>
                  </a:lnTo>
                  <a:lnTo>
                    <a:pt x="2403907" y="1609765"/>
                  </a:lnTo>
                  <a:lnTo>
                    <a:pt x="2349610" y="1608862"/>
                  </a:lnTo>
                  <a:lnTo>
                    <a:pt x="2294641" y="1607918"/>
                  </a:lnTo>
                  <a:lnTo>
                    <a:pt x="2239184" y="1606946"/>
                  </a:lnTo>
                  <a:lnTo>
                    <a:pt x="2183490" y="1605961"/>
                  </a:lnTo>
                  <a:lnTo>
                    <a:pt x="2127848" y="1604979"/>
                  </a:lnTo>
                  <a:lnTo>
                    <a:pt x="2072539" y="1604016"/>
                  </a:lnTo>
                  <a:lnTo>
                    <a:pt x="2017794" y="1603085"/>
                  </a:lnTo>
                  <a:lnTo>
                    <a:pt x="1963761" y="1602199"/>
                  </a:lnTo>
                  <a:lnTo>
                    <a:pt x="1910472" y="1601368"/>
                  </a:lnTo>
                  <a:lnTo>
                    <a:pt x="1857818" y="1600599"/>
                  </a:lnTo>
                  <a:lnTo>
                    <a:pt x="1805527" y="1599894"/>
                  </a:lnTo>
                  <a:lnTo>
                    <a:pt x="1753140" y="1599255"/>
                  </a:lnTo>
                  <a:lnTo>
                    <a:pt x="1719082" y="1598878"/>
                  </a:lnTo>
                  <a:lnTo>
                    <a:pt x="1670663" y="1598396"/>
                  </a:lnTo>
                  <a:lnTo>
                    <a:pt x="1620498" y="1597965"/>
                  </a:lnTo>
                  <a:lnTo>
                    <a:pt x="1567731" y="1597581"/>
                  </a:lnTo>
                  <a:lnTo>
                    <a:pt x="1511411" y="1597240"/>
                  </a:lnTo>
                  <a:lnTo>
                    <a:pt x="1450575" y="1596937"/>
                  </a:lnTo>
                  <a:lnTo>
                    <a:pt x="1384346" y="1596667"/>
                  </a:lnTo>
                  <a:lnTo>
                    <a:pt x="1312051" y="1596426"/>
                  </a:lnTo>
                  <a:lnTo>
                    <a:pt x="1233381" y="1596210"/>
                  </a:lnTo>
                  <a:lnTo>
                    <a:pt x="1148604" y="1596018"/>
                  </a:lnTo>
                  <a:lnTo>
                    <a:pt x="1058805" y="1595847"/>
                  </a:lnTo>
                  <a:lnTo>
                    <a:pt x="966100" y="1595699"/>
                  </a:lnTo>
                  <a:lnTo>
                    <a:pt x="873730" y="1595572"/>
                  </a:lnTo>
                  <a:lnTo>
                    <a:pt x="785899" y="1595467"/>
                  </a:lnTo>
                  <a:lnTo>
                    <a:pt x="707257" y="1595385"/>
                  </a:lnTo>
                  <a:lnTo>
                    <a:pt x="642053" y="1595325"/>
                  </a:lnTo>
                  <a:lnTo>
                    <a:pt x="593158" y="1595286"/>
                  </a:lnTo>
                  <a:lnTo>
                    <a:pt x="561282" y="1595262"/>
                  </a:lnTo>
                  <a:lnTo>
                    <a:pt x="544650" y="1595251"/>
                  </a:lnTo>
                  <a:lnTo>
                    <a:pt x="539152" y="1595248"/>
                  </a:lnTo>
                  <a:lnTo>
                    <a:pt x="538736" y="1595248"/>
                  </a:lnTo>
                  <a:lnTo>
                    <a:pt x="0" y="1595248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31" name="pl1431"/>
            <p:cNvSpPr/>
            <p:nvPr/>
          </p:nvSpPr>
          <p:spPr>
            <a:xfrm>
              <a:off x="546595" y="3189608"/>
              <a:ext cx="8234974" cy="1617026"/>
            </a:xfrm>
            <a:custGeom>
              <a:avLst/>
              <a:pathLst>
                <a:path w="8234974" h="1617026">
                  <a:moveTo>
                    <a:pt x="0" y="1595248"/>
                  </a:moveTo>
                  <a:lnTo>
                    <a:pt x="538736" y="1595248"/>
                  </a:lnTo>
                  <a:lnTo>
                    <a:pt x="540039" y="1595249"/>
                  </a:lnTo>
                  <a:lnTo>
                    <a:pt x="548538" y="1595254"/>
                  </a:lnTo>
                  <a:lnTo>
                    <a:pt x="569724" y="1595268"/>
                  </a:lnTo>
                  <a:lnTo>
                    <a:pt x="606993" y="1595296"/>
                  </a:lnTo>
                  <a:lnTo>
                    <a:pt x="661320" y="1595342"/>
                  </a:lnTo>
                  <a:lnTo>
                    <a:pt x="731239" y="1595409"/>
                  </a:lnTo>
                  <a:lnTo>
                    <a:pt x="813334" y="1595498"/>
                  </a:lnTo>
                  <a:lnTo>
                    <a:pt x="903123" y="1595610"/>
                  </a:lnTo>
                  <a:lnTo>
                    <a:pt x="996019" y="1595744"/>
                  </a:lnTo>
                  <a:lnTo>
                    <a:pt x="1088091" y="1595900"/>
                  </a:lnTo>
                  <a:lnTo>
                    <a:pt x="1176455" y="1596077"/>
                  </a:lnTo>
                  <a:lnTo>
                    <a:pt x="1259344" y="1596277"/>
                  </a:lnTo>
                  <a:lnTo>
                    <a:pt x="1335963" y="1596501"/>
                  </a:lnTo>
                  <a:lnTo>
                    <a:pt x="1406254" y="1596751"/>
                  </a:lnTo>
                  <a:lnTo>
                    <a:pt x="1470665" y="1597031"/>
                  </a:lnTo>
                  <a:lnTo>
                    <a:pt x="1529949" y="1597345"/>
                  </a:lnTo>
                  <a:lnTo>
                    <a:pt x="1585021" y="1597699"/>
                  </a:lnTo>
                  <a:lnTo>
                    <a:pt x="1636851" y="1598098"/>
                  </a:lnTo>
                  <a:lnTo>
                    <a:pt x="1686370" y="1598545"/>
                  </a:lnTo>
                  <a:lnTo>
                    <a:pt x="1719082" y="1598878"/>
                  </a:lnTo>
                  <a:lnTo>
                    <a:pt x="1771874" y="1599475"/>
                  </a:lnTo>
                  <a:lnTo>
                    <a:pt x="1824161" y="1600138"/>
                  </a:lnTo>
                  <a:lnTo>
                    <a:pt x="1876540" y="1600866"/>
                  </a:lnTo>
                  <a:lnTo>
                    <a:pt x="1929398" y="1601658"/>
                  </a:lnTo>
                  <a:lnTo>
                    <a:pt x="1982948" y="1602510"/>
                  </a:lnTo>
                  <a:lnTo>
                    <a:pt x="2037245" y="1603413"/>
                  </a:lnTo>
                  <a:lnTo>
                    <a:pt x="2092213" y="1604357"/>
                  </a:lnTo>
                  <a:lnTo>
                    <a:pt x="2147671" y="1605328"/>
                  </a:lnTo>
                  <a:lnTo>
                    <a:pt x="2203365" y="1606313"/>
                  </a:lnTo>
                  <a:lnTo>
                    <a:pt x="2259006" y="1607295"/>
                  </a:lnTo>
                  <a:lnTo>
                    <a:pt x="2314316" y="1608258"/>
                  </a:lnTo>
                  <a:lnTo>
                    <a:pt x="2369061" y="1609189"/>
                  </a:lnTo>
                  <a:lnTo>
                    <a:pt x="2423094" y="1610075"/>
                  </a:lnTo>
                  <a:lnTo>
                    <a:pt x="2476383" y="1610906"/>
                  </a:lnTo>
                  <a:lnTo>
                    <a:pt x="2529037" y="1611676"/>
                  </a:lnTo>
                  <a:lnTo>
                    <a:pt x="2581328" y="1612380"/>
                  </a:lnTo>
                  <a:lnTo>
                    <a:pt x="2633715" y="1613019"/>
                  </a:lnTo>
                  <a:lnTo>
                    <a:pt x="2667772" y="1613396"/>
                  </a:lnTo>
                  <a:lnTo>
                    <a:pt x="2716192" y="1613878"/>
                  </a:lnTo>
                  <a:lnTo>
                    <a:pt x="2766357" y="1614310"/>
                  </a:lnTo>
                  <a:lnTo>
                    <a:pt x="2819123" y="1614693"/>
                  </a:lnTo>
                  <a:lnTo>
                    <a:pt x="2875444" y="1615034"/>
                  </a:lnTo>
                  <a:lnTo>
                    <a:pt x="2936280" y="1615337"/>
                  </a:lnTo>
                  <a:lnTo>
                    <a:pt x="3002509" y="1615607"/>
                  </a:lnTo>
                  <a:lnTo>
                    <a:pt x="3074804" y="1615848"/>
                  </a:lnTo>
                  <a:lnTo>
                    <a:pt x="3153473" y="1616064"/>
                  </a:lnTo>
                  <a:lnTo>
                    <a:pt x="3238250" y="1616256"/>
                  </a:lnTo>
                  <a:lnTo>
                    <a:pt x="3328050" y="1616427"/>
                  </a:lnTo>
                  <a:lnTo>
                    <a:pt x="3420755" y="1616576"/>
                  </a:lnTo>
                  <a:lnTo>
                    <a:pt x="3513124" y="1616703"/>
                  </a:lnTo>
                  <a:lnTo>
                    <a:pt x="3600955" y="1616807"/>
                  </a:lnTo>
                  <a:lnTo>
                    <a:pt x="3679597" y="1616889"/>
                  </a:lnTo>
                  <a:lnTo>
                    <a:pt x="3744802" y="1616949"/>
                  </a:lnTo>
                  <a:lnTo>
                    <a:pt x="3793697" y="1616989"/>
                  </a:lnTo>
                  <a:lnTo>
                    <a:pt x="3825573" y="1617012"/>
                  </a:lnTo>
                  <a:lnTo>
                    <a:pt x="3842205" y="1617023"/>
                  </a:lnTo>
                  <a:lnTo>
                    <a:pt x="3847703" y="1617026"/>
                  </a:lnTo>
                  <a:lnTo>
                    <a:pt x="3848118" y="1617026"/>
                  </a:lnTo>
                  <a:lnTo>
                    <a:pt x="4386855" y="1617026"/>
                  </a:lnTo>
                  <a:lnTo>
                    <a:pt x="4388110" y="1616974"/>
                  </a:lnTo>
                  <a:lnTo>
                    <a:pt x="4396305" y="1616604"/>
                  </a:lnTo>
                  <a:lnTo>
                    <a:pt x="4416762" y="1615579"/>
                  </a:lnTo>
                  <a:lnTo>
                    <a:pt x="4452819" y="1613568"/>
                  </a:lnTo>
                  <a:lnTo>
                    <a:pt x="4505522" y="1610279"/>
                  </a:lnTo>
                  <a:lnTo>
                    <a:pt x="4573584" y="1605497"/>
                  </a:lnTo>
                  <a:lnTo>
                    <a:pt x="4653821" y="1599104"/>
                  </a:lnTo>
                  <a:lnTo>
                    <a:pt x="4741961" y="1591067"/>
                  </a:lnTo>
                  <a:lnTo>
                    <a:pt x="4833562" y="1581411"/>
                  </a:lnTo>
                  <a:lnTo>
                    <a:pt x="4924744" y="1570174"/>
                  </a:lnTo>
                  <a:lnTo>
                    <a:pt x="5012603" y="1557372"/>
                  </a:lnTo>
                  <a:lnTo>
                    <a:pt x="5095301" y="1542969"/>
                  </a:lnTo>
                  <a:lnTo>
                    <a:pt x="5171949" y="1526864"/>
                  </a:lnTo>
                  <a:lnTo>
                    <a:pt x="5242398" y="1508883"/>
                  </a:lnTo>
                  <a:lnTo>
                    <a:pt x="5307008" y="1488780"/>
                  </a:lnTo>
                  <a:lnTo>
                    <a:pt x="5366465" y="1466249"/>
                  </a:lnTo>
                  <a:lnTo>
                    <a:pt x="5421629" y="1440935"/>
                  </a:lnTo>
                  <a:lnTo>
                    <a:pt x="5473429" y="1412471"/>
                  </a:lnTo>
                  <a:lnTo>
                    <a:pt x="5522778" y="1380530"/>
                  </a:lnTo>
                  <a:lnTo>
                    <a:pt x="5567201" y="1347522"/>
                  </a:lnTo>
                  <a:lnTo>
                    <a:pt x="5610173" y="1311827"/>
                  </a:lnTo>
                  <a:lnTo>
                    <a:pt x="5652725" y="1272960"/>
                  </a:lnTo>
                  <a:lnTo>
                    <a:pt x="5695212" y="1230863"/>
                  </a:lnTo>
                  <a:lnTo>
                    <a:pt x="5737890" y="1185555"/>
                  </a:lnTo>
                  <a:lnTo>
                    <a:pt x="5780934" y="1137149"/>
                  </a:lnTo>
                  <a:lnTo>
                    <a:pt x="5824443" y="1085850"/>
                  </a:lnTo>
                  <a:lnTo>
                    <a:pt x="5868450" y="1031964"/>
                  </a:lnTo>
                  <a:lnTo>
                    <a:pt x="5912925" y="975891"/>
                  </a:lnTo>
                  <a:lnTo>
                    <a:pt x="5957793" y="918119"/>
                  </a:lnTo>
                  <a:lnTo>
                    <a:pt x="6002937" y="859204"/>
                  </a:lnTo>
                  <a:lnTo>
                    <a:pt x="6048213" y="799752"/>
                  </a:lnTo>
                  <a:lnTo>
                    <a:pt x="6093466" y="740394"/>
                  </a:lnTo>
                  <a:lnTo>
                    <a:pt x="6138543" y="681754"/>
                  </a:lnTo>
                  <a:lnTo>
                    <a:pt x="6183306" y="624427"/>
                  </a:lnTo>
                  <a:lnTo>
                    <a:pt x="6227649" y="568951"/>
                  </a:lnTo>
                  <a:lnTo>
                    <a:pt x="6271510" y="515789"/>
                  </a:lnTo>
                  <a:lnTo>
                    <a:pt x="6314876" y="465314"/>
                  </a:lnTo>
                  <a:lnTo>
                    <a:pt x="6357799" y="417803"/>
                  </a:lnTo>
                  <a:lnTo>
                    <a:pt x="6400399" y="373433"/>
                  </a:lnTo>
                  <a:lnTo>
                    <a:pt x="6442874" y="332288"/>
                  </a:lnTo>
                  <a:lnTo>
                    <a:pt x="6485508" y="294365"/>
                  </a:lnTo>
                  <a:lnTo>
                    <a:pt x="6515891" y="269504"/>
                  </a:lnTo>
                  <a:lnTo>
                    <a:pt x="6563690" y="234154"/>
                  </a:lnTo>
                  <a:lnTo>
                    <a:pt x="6613181" y="202463"/>
                  </a:lnTo>
                  <a:lnTo>
                    <a:pt x="6665185" y="174229"/>
                  </a:lnTo>
                  <a:lnTo>
                    <a:pt x="6720619" y="149121"/>
                  </a:lnTo>
                  <a:lnTo>
                    <a:pt x="6780408" y="126770"/>
                  </a:lnTo>
                  <a:lnTo>
                    <a:pt x="6845406" y="106825"/>
                  </a:lnTo>
                  <a:lnTo>
                    <a:pt x="6916279" y="88981"/>
                  </a:lnTo>
                  <a:lnTo>
                    <a:pt x="6993361" y="73000"/>
                  </a:lnTo>
                  <a:lnTo>
                    <a:pt x="7076457" y="58711"/>
                  </a:lnTo>
                  <a:lnTo>
                    <a:pt x="7164619" y="46019"/>
                  </a:lnTo>
                  <a:lnTo>
                    <a:pt x="7255937" y="34891"/>
                  </a:lnTo>
                  <a:lnTo>
                    <a:pt x="7347432" y="25346"/>
                  </a:lnTo>
                  <a:lnTo>
                    <a:pt x="7435168" y="17423"/>
                  </a:lnTo>
                  <a:lnTo>
                    <a:pt x="7514688" y="11144"/>
                  </a:lnTo>
                  <a:lnTo>
                    <a:pt x="7581766" y="6471"/>
                  </a:lnTo>
                  <a:lnTo>
                    <a:pt x="7633325" y="3279"/>
                  </a:lnTo>
                  <a:lnTo>
                    <a:pt x="7668235" y="1347"/>
                  </a:lnTo>
                  <a:lnTo>
                    <a:pt x="7687704" y="379"/>
                  </a:lnTo>
                  <a:lnTo>
                    <a:pt x="7695222" y="4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2" name="pl1432"/>
            <p:cNvSpPr/>
            <p:nvPr/>
          </p:nvSpPr>
          <p:spPr>
            <a:xfrm>
              <a:off x="546595" y="3184163"/>
              <a:ext cx="8234974" cy="1617026"/>
            </a:xfrm>
            <a:custGeom>
              <a:avLst/>
              <a:pathLst>
                <a:path w="8234974" h="1617026">
                  <a:moveTo>
                    <a:pt x="8234974" y="0"/>
                  </a:moveTo>
                  <a:lnTo>
                    <a:pt x="7696237" y="0"/>
                  </a:lnTo>
                  <a:lnTo>
                    <a:pt x="7694982" y="51"/>
                  </a:lnTo>
                  <a:lnTo>
                    <a:pt x="7686787" y="422"/>
                  </a:lnTo>
                  <a:lnTo>
                    <a:pt x="7666331" y="1447"/>
                  </a:lnTo>
                  <a:lnTo>
                    <a:pt x="7630273" y="3458"/>
                  </a:lnTo>
                  <a:lnTo>
                    <a:pt x="7577570" y="6747"/>
                  </a:lnTo>
                  <a:lnTo>
                    <a:pt x="7509508" y="11529"/>
                  </a:lnTo>
                  <a:lnTo>
                    <a:pt x="7429271" y="17922"/>
                  </a:lnTo>
                  <a:lnTo>
                    <a:pt x="7341131" y="25959"/>
                  </a:lnTo>
                  <a:lnTo>
                    <a:pt x="7249531" y="35615"/>
                  </a:lnTo>
                  <a:lnTo>
                    <a:pt x="7158348" y="46852"/>
                  </a:lnTo>
                  <a:lnTo>
                    <a:pt x="7070489" y="59654"/>
                  </a:lnTo>
                  <a:lnTo>
                    <a:pt x="6987792" y="74056"/>
                  </a:lnTo>
                  <a:lnTo>
                    <a:pt x="6911143" y="90161"/>
                  </a:lnTo>
                  <a:lnTo>
                    <a:pt x="6840695" y="108143"/>
                  </a:lnTo>
                  <a:lnTo>
                    <a:pt x="6776084" y="128245"/>
                  </a:lnTo>
                  <a:lnTo>
                    <a:pt x="6716627" y="150777"/>
                  </a:lnTo>
                  <a:lnTo>
                    <a:pt x="6661463" y="176090"/>
                  </a:lnTo>
                  <a:lnTo>
                    <a:pt x="6609663" y="204554"/>
                  </a:lnTo>
                  <a:lnTo>
                    <a:pt x="6560315" y="236496"/>
                  </a:lnTo>
                  <a:lnTo>
                    <a:pt x="6515891" y="269504"/>
                  </a:lnTo>
                  <a:lnTo>
                    <a:pt x="6472920" y="305198"/>
                  </a:lnTo>
                  <a:lnTo>
                    <a:pt x="6430367" y="344065"/>
                  </a:lnTo>
                  <a:lnTo>
                    <a:pt x="6387881" y="386163"/>
                  </a:lnTo>
                  <a:lnTo>
                    <a:pt x="6345202" y="431471"/>
                  </a:lnTo>
                  <a:lnTo>
                    <a:pt x="6302158" y="479877"/>
                  </a:lnTo>
                  <a:lnTo>
                    <a:pt x="6258649" y="531176"/>
                  </a:lnTo>
                  <a:lnTo>
                    <a:pt x="6214643" y="585062"/>
                  </a:lnTo>
                  <a:lnTo>
                    <a:pt x="6170167" y="641134"/>
                  </a:lnTo>
                  <a:lnTo>
                    <a:pt x="6125299" y="698907"/>
                  </a:lnTo>
                  <a:lnTo>
                    <a:pt x="6080155" y="757822"/>
                  </a:lnTo>
                  <a:lnTo>
                    <a:pt x="6034879" y="817274"/>
                  </a:lnTo>
                  <a:lnTo>
                    <a:pt x="5989626" y="876632"/>
                  </a:lnTo>
                  <a:lnTo>
                    <a:pt x="5944550" y="935272"/>
                  </a:lnTo>
                  <a:lnTo>
                    <a:pt x="5899787" y="992599"/>
                  </a:lnTo>
                  <a:lnTo>
                    <a:pt x="5855443" y="1048075"/>
                  </a:lnTo>
                  <a:lnTo>
                    <a:pt x="5811583" y="1101237"/>
                  </a:lnTo>
                  <a:lnTo>
                    <a:pt x="5768217" y="1151711"/>
                  </a:lnTo>
                  <a:lnTo>
                    <a:pt x="5725294" y="1199222"/>
                  </a:lnTo>
                  <a:lnTo>
                    <a:pt x="5682694" y="1243592"/>
                  </a:lnTo>
                  <a:lnTo>
                    <a:pt x="5640218" y="1284737"/>
                  </a:lnTo>
                  <a:lnTo>
                    <a:pt x="5597584" y="1322661"/>
                  </a:lnTo>
                  <a:lnTo>
                    <a:pt x="5567201" y="1347522"/>
                  </a:lnTo>
                  <a:lnTo>
                    <a:pt x="5519402" y="1382872"/>
                  </a:lnTo>
                  <a:lnTo>
                    <a:pt x="5469911" y="1414563"/>
                  </a:lnTo>
                  <a:lnTo>
                    <a:pt x="5417907" y="1442796"/>
                  </a:lnTo>
                  <a:lnTo>
                    <a:pt x="5362474" y="1467904"/>
                  </a:lnTo>
                  <a:lnTo>
                    <a:pt x="5302684" y="1490255"/>
                  </a:lnTo>
                  <a:lnTo>
                    <a:pt x="5237686" y="1510201"/>
                  </a:lnTo>
                  <a:lnTo>
                    <a:pt x="5166813" y="1528044"/>
                  </a:lnTo>
                  <a:lnTo>
                    <a:pt x="5089731" y="1544026"/>
                  </a:lnTo>
                  <a:lnTo>
                    <a:pt x="5006636" y="1558314"/>
                  </a:lnTo>
                  <a:lnTo>
                    <a:pt x="4918474" y="1571007"/>
                  </a:lnTo>
                  <a:lnTo>
                    <a:pt x="4827155" y="1582135"/>
                  </a:lnTo>
                  <a:lnTo>
                    <a:pt x="4735661" y="1591680"/>
                  </a:lnTo>
                  <a:lnTo>
                    <a:pt x="4647924" y="1599602"/>
                  </a:lnTo>
                  <a:lnTo>
                    <a:pt x="4568404" y="1605881"/>
                  </a:lnTo>
                  <a:lnTo>
                    <a:pt x="4501327" y="1610554"/>
                  </a:lnTo>
                  <a:lnTo>
                    <a:pt x="4449767" y="1613746"/>
                  </a:lnTo>
                  <a:lnTo>
                    <a:pt x="4414858" y="1615679"/>
                  </a:lnTo>
                  <a:lnTo>
                    <a:pt x="4395389" y="1616647"/>
                  </a:lnTo>
                  <a:lnTo>
                    <a:pt x="4387870" y="1616984"/>
                  </a:lnTo>
                  <a:lnTo>
                    <a:pt x="4386855" y="1617026"/>
                  </a:lnTo>
                  <a:lnTo>
                    <a:pt x="3848118" y="1617026"/>
                  </a:lnTo>
                  <a:lnTo>
                    <a:pt x="3846816" y="1617025"/>
                  </a:lnTo>
                  <a:lnTo>
                    <a:pt x="3838317" y="1617020"/>
                  </a:lnTo>
                  <a:lnTo>
                    <a:pt x="3817131" y="1617006"/>
                  </a:lnTo>
                  <a:lnTo>
                    <a:pt x="3779862" y="1616978"/>
                  </a:lnTo>
                  <a:lnTo>
                    <a:pt x="3725535" y="1616932"/>
                  </a:lnTo>
                  <a:lnTo>
                    <a:pt x="3655616" y="1616865"/>
                  </a:lnTo>
                  <a:lnTo>
                    <a:pt x="3573520" y="1616776"/>
                  </a:lnTo>
                  <a:lnTo>
                    <a:pt x="3483731" y="1616664"/>
                  </a:lnTo>
                  <a:lnTo>
                    <a:pt x="3390835" y="1616530"/>
                  </a:lnTo>
                  <a:lnTo>
                    <a:pt x="3298764" y="1616374"/>
                  </a:lnTo>
                  <a:lnTo>
                    <a:pt x="3210400" y="1616197"/>
                  </a:lnTo>
                  <a:lnTo>
                    <a:pt x="3127511" y="1615997"/>
                  </a:lnTo>
                  <a:lnTo>
                    <a:pt x="3050892" y="1615773"/>
                  </a:lnTo>
                  <a:lnTo>
                    <a:pt x="2980600" y="1615523"/>
                  </a:lnTo>
                  <a:lnTo>
                    <a:pt x="2916190" y="1615243"/>
                  </a:lnTo>
                  <a:lnTo>
                    <a:pt x="2856906" y="1614929"/>
                  </a:lnTo>
                  <a:lnTo>
                    <a:pt x="2801833" y="1614575"/>
                  </a:lnTo>
                  <a:lnTo>
                    <a:pt x="2750003" y="1614176"/>
                  </a:lnTo>
                  <a:lnTo>
                    <a:pt x="2700485" y="1613729"/>
                  </a:lnTo>
                  <a:lnTo>
                    <a:pt x="2667772" y="1613396"/>
                  </a:lnTo>
                  <a:lnTo>
                    <a:pt x="2614980" y="1612799"/>
                  </a:lnTo>
                  <a:lnTo>
                    <a:pt x="2562693" y="1612137"/>
                  </a:lnTo>
                  <a:lnTo>
                    <a:pt x="2510315" y="1611408"/>
                  </a:lnTo>
                  <a:lnTo>
                    <a:pt x="2457457" y="1610616"/>
                  </a:lnTo>
                  <a:lnTo>
                    <a:pt x="2403907" y="1609765"/>
                  </a:lnTo>
                  <a:lnTo>
                    <a:pt x="2349610" y="1608862"/>
                  </a:lnTo>
                  <a:lnTo>
                    <a:pt x="2294641" y="1607918"/>
                  </a:lnTo>
                  <a:lnTo>
                    <a:pt x="2239184" y="1606946"/>
                  </a:lnTo>
                  <a:lnTo>
                    <a:pt x="2183490" y="1605961"/>
                  </a:lnTo>
                  <a:lnTo>
                    <a:pt x="2127848" y="1604979"/>
                  </a:lnTo>
                  <a:lnTo>
                    <a:pt x="2072539" y="1604016"/>
                  </a:lnTo>
                  <a:lnTo>
                    <a:pt x="2017794" y="1603085"/>
                  </a:lnTo>
                  <a:lnTo>
                    <a:pt x="1963761" y="1602199"/>
                  </a:lnTo>
                  <a:lnTo>
                    <a:pt x="1910472" y="1601368"/>
                  </a:lnTo>
                  <a:lnTo>
                    <a:pt x="1857818" y="1600599"/>
                  </a:lnTo>
                  <a:lnTo>
                    <a:pt x="1805527" y="1599894"/>
                  </a:lnTo>
                  <a:lnTo>
                    <a:pt x="1753140" y="1599255"/>
                  </a:lnTo>
                  <a:lnTo>
                    <a:pt x="1719082" y="1598878"/>
                  </a:lnTo>
                  <a:lnTo>
                    <a:pt x="1670663" y="1598396"/>
                  </a:lnTo>
                  <a:lnTo>
                    <a:pt x="1620498" y="1597965"/>
                  </a:lnTo>
                  <a:lnTo>
                    <a:pt x="1567731" y="1597581"/>
                  </a:lnTo>
                  <a:lnTo>
                    <a:pt x="1511411" y="1597240"/>
                  </a:lnTo>
                  <a:lnTo>
                    <a:pt x="1450575" y="1596937"/>
                  </a:lnTo>
                  <a:lnTo>
                    <a:pt x="1384346" y="1596667"/>
                  </a:lnTo>
                  <a:lnTo>
                    <a:pt x="1312051" y="1596426"/>
                  </a:lnTo>
                  <a:lnTo>
                    <a:pt x="1233381" y="1596210"/>
                  </a:lnTo>
                  <a:lnTo>
                    <a:pt x="1148604" y="1596018"/>
                  </a:lnTo>
                  <a:lnTo>
                    <a:pt x="1058805" y="1595847"/>
                  </a:lnTo>
                  <a:lnTo>
                    <a:pt x="966100" y="1595699"/>
                  </a:lnTo>
                  <a:lnTo>
                    <a:pt x="873730" y="1595572"/>
                  </a:lnTo>
                  <a:lnTo>
                    <a:pt x="785899" y="1595467"/>
                  </a:lnTo>
                  <a:lnTo>
                    <a:pt x="707257" y="1595385"/>
                  </a:lnTo>
                  <a:lnTo>
                    <a:pt x="642053" y="1595325"/>
                  </a:lnTo>
                  <a:lnTo>
                    <a:pt x="593158" y="1595286"/>
                  </a:lnTo>
                  <a:lnTo>
                    <a:pt x="561282" y="1595262"/>
                  </a:lnTo>
                  <a:lnTo>
                    <a:pt x="544650" y="1595251"/>
                  </a:lnTo>
                  <a:lnTo>
                    <a:pt x="539152" y="1595248"/>
                  </a:lnTo>
                  <a:lnTo>
                    <a:pt x="538736" y="1595248"/>
                  </a:lnTo>
                  <a:lnTo>
                    <a:pt x="0" y="15952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3" name="pg1433"/>
            <p:cNvSpPr/>
            <p:nvPr/>
          </p:nvSpPr>
          <p:spPr>
            <a:xfrm>
              <a:off x="546595" y="1039017"/>
              <a:ext cx="8234974" cy="3528058"/>
            </a:xfrm>
            <a:custGeom>
              <a:avLst/>
              <a:pathLst>
                <a:path w="8234974" h="3528058">
                  <a:moveTo>
                    <a:pt x="0" y="3528058"/>
                  </a:moveTo>
                  <a:lnTo>
                    <a:pt x="538736" y="3528058"/>
                  </a:lnTo>
                  <a:lnTo>
                    <a:pt x="539889" y="3527969"/>
                  </a:lnTo>
                  <a:lnTo>
                    <a:pt x="547430" y="3527336"/>
                  </a:lnTo>
                  <a:lnTo>
                    <a:pt x="566312" y="3525586"/>
                  </a:lnTo>
                  <a:lnTo>
                    <a:pt x="599738" y="3522147"/>
                  </a:lnTo>
                  <a:lnTo>
                    <a:pt x="648886" y="3516510"/>
                  </a:lnTo>
                  <a:lnTo>
                    <a:pt x="712834" y="3508290"/>
                  </a:lnTo>
                  <a:lnTo>
                    <a:pt x="788888" y="3497255"/>
                  </a:lnTo>
                  <a:lnTo>
                    <a:pt x="873248" y="3483328"/>
                  </a:lnTo>
                  <a:lnTo>
                    <a:pt x="961803" y="3466536"/>
                  </a:lnTo>
                  <a:lnTo>
                    <a:pt x="1050822" y="3446945"/>
                  </a:lnTo>
                  <a:lnTo>
                    <a:pt x="1137379" y="3424599"/>
                  </a:lnTo>
                  <a:lnTo>
                    <a:pt x="1219501" y="3399468"/>
                  </a:lnTo>
                  <a:lnTo>
                    <a:pt x="1296108" y="3371416"/>
                  </a:lnTo>
                  <a:lnTo>
                    <a:pt x="1366847" y="3340190"/>
                  </a:lnTo>
                  <a:lnTo>
                    <a:pt x="1431893" y="3305417"/>
                  </a:lnTo>
                  <a:lnTo>
                    <a:pt x="1491770" y="3266613"/>
                  </a:lnTo>
                  <a:lnTo>
                    <a:pt x="1547212" y="3223204"/>
                  </a:lnTo>
                  <a:lnTo>
                    <a:pt x="1599050" y="3174561"/>
                  </a:lnTo>
                  <a:lnTo>
                    <a:pt x="1648139" y="3120074"/>
                  </a:lnTo>
                  <a:lnTo>
                    <a:pt x="1695282" y="3059269"/>
                  </a:lnTo>
                  <a:lnTo>
                    <a:pt x="1719082" y="3025346"/>
                  </a:lnTo>
                  <a:lnTo>
                    <a:pt x="1753663" y="2972298"/>
                  </a:lnTo>
                  <a:lnTo>
                    <a:pt x="1787922" y="2915450"/>
                  </a:lnTo>
                  <a:lnTo>
                    <a:pt x="1822058" y="2854724"/>
                  </a:lnTo>
                  <a:lnTo>
                    <a:pt x="1856229" y="2790101"/>
                  </a:lnTo>
                  <a:lnTo>
                    <a:pt x="1890554" y="2721627"/>
                  </a:lnTo>
                  <a:lnTo>
                    <a:pt x="1925118" y="2649419"/>
                  </a:lnTo>
                  <a:lnTo>
                    <a:pt x="1959976" y="2573670"/>
                  </a:lnTo>
                  <a:lnTo>
                    <a:pt x="1995153" y="2494650"/>
                  </a:lnTo>
                  <a:lnTo>
                    <a:pt x="2030649" y="2412703"/>
                  </a:lnTo>
                  <a:lnTo>
                    <a:pt x="2066440" y="2328246"/>
                  </a:lnTo>
                  <a:lnTo>
                    <a:pt x="2102483" y="2241763"/>
                  </a:lnTo>
                  <a:lnTo>
                    <a:pt x="2138718" y="2153788"/>
                  </a:lnTo>
                  <a:lnTo>
                    <a:pt x="2175073" y="2064902"/>
                  </a:lnTo>
                  <a:lnTo>
                    <a:pt x="2211469" y="1975706"/>
                  </a:lnTo>
                  <a:lnTo>
                    <a:pt x="2247825" y="1886814"/>
                  </a:lnTo>
                  <a:lnTo>
                    <a:pt x="2284061" y="1798829"/>
                  </a:lnTo>
                  <a:lnTo>
                    <a:pt x="2320106" y="1712331"/>
                  </a:lnTo>
                  <a:lnTo>
                    <a:pt x="2355900" y="1627854"/>
                  </a:lnTo>
                  <a:lnTo>
                    <a:pt x="2391398" y="1545884"/>
                  </a:lnTo>
                  <a:lnTo>
                    <a:pt x="2426578" y="1466837"/>
                  </a:lnTo>
                  <a:lnTo>
                    <a:pt x="2461439" y="1391059"/>
                  </a:lnTo>
                  <a:lnTo>
                    <a:pt x="2496005" y="1318820"/>
                  </a:lnTo>
                  <a:lnTo>
                    <a:pt x="2530332" y="1250313"/>
                  </a:lnTo>
                  <a:lnTo>
                    <a:pt x="2564504" y="1185657"/>
                  </a:lnTo>
                  <a:lnTo>
                    <a:pt x="2598640" y="1124897"/>
                  </a:lnTo>
                  <a:lnTo>
                    <a:pt x="2632897" y="1068016"/>
                  </a:lnTo>
                  <a:lnTo>
                    <a:pt x="2667474" y="1014937"/>
                  </a:lnTo>
                  <a:lnTo>
                    <a:pt x="2667772" y="1014498"/>
                  </a:lnTo>
                  <a:lnTo>
                    <a:pt x="2714187" y="950345"/>
                  </a:lnTo>
                  <a:lnTo>
                    <a:pt x="2762177" y="892641"/>
                  </a:lnTo>
                  <a:lnTo>
                    <a:pt x="2812491" y="841053"/>
                  </a:lnTo>
                  <a:lnTo>
                    <a:pt x="2865966" y="795022"/>
                  </a:lnTo>
                  <a:lnTo>
                    <a:pt x="2923453" y="753917"/>
                  </a:lnTo>
                  <a:lnTo>
                    <a:pt x="2985750" y="717130"/>
                  </a:lnTo>
                  <a:lnTo>
                    <a:pt x="3053503" y="684127"/>
                  </a:lnTo>
                  <a:lnTo>
                    <a:pt x="3127087" y="654476"/>
                  </a:lnTo>
                  <a:lnTo>
                    <a:pt x="3206447" y="627862"/>
                  </a:lnTo>
                  <a:lnTo>
                    <a:pt x="3290902" y="604088"/>
                  </a:lnTo>
                  <a:lnTo>
                    <a:pt x="3378956" y="583074"/>
                  </a:lnTo>
                  <a:lnTo>
                    <a:pt x="3468172" y="564829"/>
                  </a:lnTo>
                  <a:lnTo>
                    <a:pt x="3555200" y="549415"/>
                  </a:lnTo>
                  <a:lnTo>
                    <a:pt x="3636054" y="536890"/>
                  </a:lnTo>
                  <a:lnTo>
                    <a:pt x="3706675" y="527235"/>
                  </a:lnTo>
                  <a:lnTo>
                    <a:pt x="3763701" y="520303"/>
                  </a:lnTo>
                  <a:lnTo>
                    <a:pt x="3805230" y="515787"/>
                  </a:lnTo>
                  <a:lnTo>
                    <a:pt x="3831341" y="513235"/>
                  </a:lnTo>
                  <a:lnTo>
                    <a:pt x="3844221" y="512098"/>
                  </a:lnTo>
                  <a:lnTo>
                    <a:pt x="3847955" y="511798"/>
                  </a:lnTo>
                  <a:lnTo>
                    <a:pt x="3848118" y="511786"/>
                  </a:lnTo>
                  <a:lnTo>
                    <a:pt x="4386855" y="511786"/>
                  </a:lnTo>
                  <a:lnTo>
                    <a:pt x="4388153" y="511769"/>
                  </a:lnTo>
                  <a:lnTo>
                    <a:pt x="4396621" y="511649"/>
                  </a:lnTo>
                  <a:lnTo>
                    <a:pt x="4417733" y="511317"/>
                  </a:lnTo>
                  <a:lnTo>
                    <a:pt x="4454879" y="510665"/>
                  </a:lnTo>
                  <a:lnTo>
                    <a:pt x="4509041" y="509600"/>
                  </a:lnTo>
                  <a:lnTo>
                    <a:pt x="4578773" y="508054"/>
                  </a:lnTo>
                  <a:lnTo>
                    <a:pt x="4660682" y="505990"/>
                  </a:lnTo>
                  <a:lnTo>
                    <a:pt x="4750306" y="503400"/>
                  </a:lnTo>
                  <a:lnTo>
                    <a:pt x="4843073" y="500292"/>
                  </a:lnTo>
                  <a:lnTo>
                    <a:pt x="4935058" y="496679"/>
                  </a:lnTo>
                  <a:lnTo>
                    <a:pt x="5023373" y="492564"/>
                  </a:lnTo>
                  <a:lnTo>
                    <a:pt x="5106244" y="487933"/>
                  </a:lnTo>
                  <a:lnTo>
                    <a:pt x="5182867" y="482751"/>
                  </a:lnTo>
                  <a:lnTo>
                    <a:pt x="5253175" y="476957"/>
                  </a:lnTo>
                  <a:lnTo>
                    <a:pt x="5317606" y="470469"/>
                  </a:lnTo>
                  <a:lnTo>
                    <a:pt x="5376907" y="463184"/>
                  </a:lnTo>
                  <a:lnTo>
                    <a:pt x="5431988" y="454985"/>
                  </a:lnTo>
                  <a:lnTo>
                    <a:pt x="5483813" y="445756"/>
                  </a:lnTo>
                  <a:lnTo>
                    <a:pt x="5533313" y="435395"/>
                  </a:lnTo>
                  <a:lnTo>
                    <a:pt x="5567201" y="427395"/>
                  </a:lnTo>
                  <a:lnTo>
                    <a:pt x="5618457" y="413934"/>
                  </a:lnTo>
                  <a:lnTo>
                    <a:pt x="5669218" y="399049"/>
                  </a:lnTo>
                  <a:lnTo>
                    <a:pt x="5720039" y="382721"/>
                  </a:lnTo>
                  <a:lnTo>
                    <a:pt x="5771287" y="364986"/>
                  </a:lnTo>
                  <a:lnTo>
                    <a:pt x="5823173" y="345936"/>
                  </a:lnTo>
                  <a:lnTo>
                    <a:pt x="5875764" y="325728"/>
                  </a:lnTo>
                  <a:lnTo>
                    <a:pt x="5929009" y="304578"/>
                  </a:lnTo>
                  <a:lnTo>
                    <a:pt x="5982757" y="282757"/>
                  </a:lnTo>
                  <a:lnTo>
                    <a:pt x="6036787" y="260573"/>
                  </a:lnTo>
                  <a:lnTo>
                    <a:pt x="6090841" y="238360"/>
                  </a:lnTo>
                  <a:lnTo>
                    <a:pt x="6144657" y="216451"/>
                  </a:lnTo>
                  <a:lnTo>
                    <a:pt x="6198003" y="195162"/>
                  </a:lnTo>
                  <a:lnTo>
                    <a:pt x="6250716" y="174771"/>
                  </a:lnTo>
                  <a:lnTo>
                    <a:pt x="6302724" y="155504"/>
                  </a:lnTo>
                  <a:lnTo>
                    <a:pt x="6354074" y="137529"/>
                  </a:lnTo>
                  <a:lnTo>
                    <a:pt x="6404948" y="120950"/>
                  </a:lnTo>
                  <a:lnTo>
                    <a:pt x="6455686" y="105811"/>
                  </a:lnTo>
                  <a:lnTo>
                    <a:pt x="6506805" y="92102"/>
                  </a:lnTo>
                  <a:lnTo>
                    <a:pt x="6515891" y="89834"/>
                  </a:lnTo>
                  <a:lnTo>
                    <a:pt x="6564248" y="78644"/>
                  </a:lnTo>
                  <a:lnTo>
                    <a:pt x="6614345" y="68626"/>
                  </a:lnTo>
                  <a:lnTo>
                    <a:pt x="6667035" y="59714"/>
                  </a:lnTo>
                  <a:lnTo>
                    <a:pt x="6723266" y="51799"/>
                  </a:lnTo>
                  <a:lnTo>
                    <a:pt x="6783996" y="44762"/>
                  </a:lnTo>
                  <a:lnTo>
                    <a:pt x="6850100" y="38489"/>
                  </a:lnTo>
                  <a:lnTo>
                    <a:pt x="6922251" y="32884"/>
                  </a:lnTo>
                  <a:lnTo>
                    <a:pt x="7000760" y="27870"/>
                  </a:lnTo>
                  <a:lnTo>
                    <a:pt x="7085368" y="23394"/>
                  </a:lnTo>
                  <a:lnTo>
                    <a:pt x="7175003" y="19429"/>
                  </a:lnTo>
                  <a:lnTo>
                    <a:pt x="7267571" y="15964"/>
                  </a:lnTo>
                  <a:lnTo>
                    <a:pt x="7359856" y="13008"/>
                  </a:lnTo>
                  <a:lnTo>
                    <a:pt x="7447684" y="10573"/>
                  </a:lnTo>
                  <a:lnTo>
                    <a:pt x="7526423" y="8665"/>
                  </a:lnTo>
                  <a:lnTo>
                    <a:pt x="7591823" y="7267"/>
                  </a:lnTo>
                  <a:lnTo>
                    <a:pt x="7640992" y="6333"/>
                  </a:lnTo>
                  <a:lnTo>
                    <a:pt x="7673175" y="5786"/>
                  </a:lnTo>
                  <a:lnTo>
                    <a:pt x="7690087" y="5528"/>
                  </a:lnTo>
                  <a:lnTo>
                    <a:pt x="7695776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966" y="506430"/>
                  </a:lnTo>
                  <a:lnTo>
                    <a:pt x="3839424" y="507063"/>
                  </a:lnTo>
                  <a:lnTo>
                    <a:pt x="3820543" y="508813"/>
                  </a:lnTo>
                  <a:lnTo>
                    <a:pt x="3787116" y="512252"/>
                  </a:lnTo>
                  <a:lnTo>
                    <a:pt x="3737969" y="517888"/>
                  </a:lnTo>
                  <a:lnTo>
                    <a:pt x="3674021" y="526109"/>
                  </a:lnTo>
                  <a:lnTo>
                    <a:pt x="3597966" y="537144"/>
                  </a:lnTo>
                  <a:lnTo>
                    <a:pt x="3513606" y="551070"/>
                  </a:lnTo>
                  <a:lnTo>
                    <a:pt x="3425051" y="567863"/>
                  </a:lnTo>
                  <a:lnTo>
                    <a:pt x="3336032" y="587454"/>
                  </a:lnTo>
                  <a:lnTo>
                    <a:pt x="3249475" y="609799"/>
                  </a:lnTo>
                  <a:lnTo>
                    <a:pt x="3167354" y="634931"/>
                  </a:lnTo>
                  <a:lnTo>
                    <a:pt x="3090746" y="662983"/>
                  </a:lnTo>
                  <a:lnTo>
                    <a:pt x="3020007" y="694209"/>
                  </a:lnTo>
                  <a:lnTo>
                    <a:pt x="2954962" y="728982"/>
                  </a:lnTo>
                  <a:lnTo>
                    <a:pt x="2895084" y="767786"/>
                  </a:lnTo>
                  <a:lnTo>
                    <a:pt x="2839643" y="811195"/>
                  </a:lnTo>
                  <a:lnTo>
                    <a:pt x="2787804" y="859838"/>
                  </a:lnTo>
                  <a:lnTo>
                    <a:pt x="2738716" y="914325"/>
                  </a:lnTo>
                  <a:lnTo>
                    <a:pt x="2691573" y="975130"/>
                  </a:lnTo>
                  <a:lnTo>
                    <a:pt x="2667772" y="1009053"/>
                  </a:lnTo>
                  <a:lnTo>
                    <a:pt x="2633192" y="1062100"/>
                  </a:lnTo>
                  <a:lnTo>
                    <a:pt x="2598933" y="1118948"/>
                  </a:lnTo>
                  <a:lnTo>
                    <a:pt x="2564796" y="1179675"/>
                  </a:lnTo>
                  <a:lnTo>
                    <a:pt x="2530625" y="1244298"/>
                  </a:lnTo>
                  <a:lnTo>
                    <a:pt x="2496300" y="1312772"/>
                  </a:lnTo>
                  <a:lnTo>
                    <a:pt x="2461736" y="1384980"/>
                  </a:lnTo>
                  <a:lnTo>
                    <a:pt x="2426878" y="1460728"/>
                  </a:lnTo>
                  <a:lnTo>
                    <a:pt x="2391701" y="1539749"/>
                  </a:lnTo>
                  <a:lnTo>
                    <a:pt x="2356205" y="1621696"/>
                  </a:lnTo>
                  <a:lnTo>
                    <a:pt x="2320414" y="1706153"/>
                  </a:lnTo>
                  <a:lnTo>
                    <a:pt x="2284371" y="1792636"/>
                  </a:lnTo>
                  <a:lnTo>
                    <a:pt x="2248136" y="1880610"/>
                  </a:lnTo>
                  <a:lnTo>
                    <a:pt x="2211781" y="1969497"/>
                  </a:lnTo>
                  <a:lnTo>
                    <a:pt x="2175385" y="2058693"/>
                  </a:lnTo>
                  <a:lnTo>
                    <a:pt x="2139029" y="2147585"/>
                  </a:lnTo>
                  <a:lnTo>
                    <a:pt x="2102793" y="2235569"/>
                  </a:lnTo>
                  <a:lnTo>
                    <a:pt x="2066748" y="2322068"/>
                  </a:lnTo>
                  <a:lnTo>
                    <a:pt x="2030955" y="2406544"/>
                  </a:lnTo>
                  <a:lnTo>
                    <a:pt x="1995456" y="2488515"/>
                  </a:lnTo>
                  <a:lnTo>
                    <a:pt x="1960277" y="2567562"/>
                  </a:lnTo>
                  <a:lnTo>
                    <a:pt x="1925416" y="2643340"/>
                  </a:lnTo>
                  <a:lnTo>
                    <a:pt x="1890849" y="2715579"/>
                  </a:lnTo>
                  <a:lnTo>
                    <a:pt x="1856523" y="2784085"/>
                  </a:lnTo>
                  <a:lnTo>
                    <a:pt x="1822351" y="2848742"/>
                  </a:lnTo>
                  <a:lnTo>
                    <a:pt x="1788215" y="2909502"/>
                  </a:lnTo>
                  <a:lnTo>
                    <a:pt x="1753958" y="2966383"/>
                  </a:lnTo>
                  <a:lnTo>
                    <a:pt x="1719381" y="3019462"/>
                  </a:lnTo>
                  <a:lnTo>
                    <a:pt x="1719082" y="3019901"/>
                  </a:lnTo>
                  <a:lnTo>
                    <a:pt x="1672668" y="3084054"/>
                  </a:lnTo>
                  <a:lnTo>
                    <a:pt x="1624678" y="3141758"/>
                  </a:lnTo>
                  <a:lnTo>
                    <a:pt x="1574364" y="3193346"/>
                  </a:lnTo>
                  <a:lnTo>
                    <a:pt x="1520889" y="3239377"/>
                  </a:lnTo>
                  <a:lnTo>
                    <a:pt x="1463401" y="3280482"/>
                  </a:lnTo>
                  <a:lnTo>
                    <a:pt x="1401105" y="3317269"/>
                  </a:lnTo>
                  <a:lnTo>
                    <a:pt x="1333352" y="3350272"/>
                  </a:lnTo>
                  <a:lnTo>
                    <a:pt x="1259767" y="3379922"/>
                  </a:lnTo>
                  <a:lnTo>
                    <a:pt x="1180407" y="3406537"/>
                  </a:lnTo>
                  <a:lnTo>
                    <a:pt x="1095953" y="3430311"/>
                  </a:lnTo>
                  <a:lnTo>
                    <a:pt x="1007899" y="3451325"/>
                  </a:lnTo>
                  <a:lnTo>
                    <a:pt x="918683" y="3469570"/>
                  </a:lnTo>
                  <a:lnTo>
                    <a:pt x="831655" y="3484984"/>
                  </a:lnTo>
                  <a:lnTo>
                    <a:pt x="750801" y="3497509"/>
                  </a:lnTo>
                  <a:lnTo>
                    <a:pt x="680179" y="3507164"/>
                  </a:lnTo>
                  <a:lnTo>
                    <a:pt x="623153" y="3514095"/>
                  </a:lnTo>
                  <a:lnTo>
                    <a:pt x="581625" y="3518611"/>
                  </a:lnTo>
                  <a:lnTo>
                    <a:pt x="555513" y="3521164"/>
                  </a:lnTo>
                  <a:lnTo>
                    <a:pt x="542634" y="3522301"/>
                  </a:lnTo>
                  <a:lnTo>
                    <a:pt x="538899" y="3522601"/>
                  </a:lnTo>
                  <a:lnTo>
                    <a:pt x="538736" y="3522613"/>
                  </a:lnTo>
                  <a:lnTo>
                    <a:pt x="0" y="352261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34" name="pl1434"/>
            <p:cNvSpPr/>
            <p:nvPr/>
          </p:nvSpPr>
          <p:spPr>
            <a:xfrm>
              <a:off x="546595" y="1044462"/>
              <a:ext cx="8234974" cy="3522613"/>
            </a:xfrm>
            <a:custGeom>
              <a:avLst/>
              <a:pathLst>
                <a:path w="8234974" h="3522613">
                  <a:moveTo>
                    <a:pt x="0" y="3522613"/>
                  </a:moveTo>
                  <a:lnTo>
                    <a:pt x="538736" y="3522613"/>
                  </a:lnTo>
                  <a:lnTo>
                    <a:pt x="539889" y="3522524"/>
                  </a:lnTo>
                  <a:lnTo>
                    <a:pt x="547430" y="3521891"/>
                  </a:lnTo>
                  <a:lnTo>
                    <a:pt x="566312" y="3520141"/>
                  </a:lnTo>
                  <a:lnTo>
                    <a:pt x="599738" y="3516702"/>
                  </a:lnTo>
                  <a:lnTo>
                    <a:pt x="648886" y="3511066"/>
                  </a:lnTo>
                  <a:lnTo>
                    <a:pt x="712834" y="3502845"/>
                  </a:lnTo>
                  <a:lnTo>
                    <a:pt x="788888" y="3491811"/>
                  </a:lnTo>
                  <a:lnTo>
                    <a:pt x="873248" y="3477884"/>
                  </a:lnTo>
                  <a:lnTo>
                    <a:pt x="961803" y="3461091"/>
                  </a:lnTo>
                  <a:lnTo>
                    <a:pt x="1050822" y="3441501"/>
                  </a:lnTo>
                  <a:lnTo>
                    <a:pt x="1137379" y="3419155"/>
                  </a:lnTo>
                  <a:lnTo>
                    <a:pt x="1219501" y="3394023"/>
                  </a:lnTo>
                  <a:lnTo>
                    <a:pt x="1296108" y="3365972"/>
                  </a:lnTo>
                  <a:lnTo>
                    <a:pt x="1366847" y="3334746"/>
                  </a:lnTo>
                  <a:lnTo>
                    <a:pt x="1431893" y="3299973"/>
                  </a:lnTo>
                  <a:lnTo>
                    <a:pt x="1491770" y="3261169"/>
                  </a:lnTo>
                  <a:lnTo>
                    <a:pt x="1547212" y="3217759"/>
                  </a:lnTo>
                  <a:lnTo>
                    <a:pt x="1599050" y="3169116"/>
                  </a:lnTo>
                  <a:lnTo>
                    <a:pt x="1648139" y="3114630"/>
                  </a:lnTo>
                  <a:lnTo>
                    <a:pt x="1695282" y="3053824"/>
                  </a:lnTo>
                  <a:lnTo>
                    <a:pt x="1719082" y="3019901"/>
                  </a:lnTo>
                  <a:lnTo>
                    <a:pt x="1753663" y="2966854"/>
                  </a:lnTo>
                  <a:lnTo>
                    <a:pt x="1787922" y="2910006"/>
                  </a:lnTo>
                  <a:lnTo>
                    <a:pt x="1822058" y="2849280"/>
                  </a:lnTo>
                  <a:lnTo>
                    <a:pt x="1856229" y="2784656"/>
                  </a:lnTo>
                  <a:lnTo>
                    <a:pt x="1890554" y="2716182"/>
                  </a:lnTo>
                  <a:lnTo>
                    <a:pt x="1925118" y="2643975"/>
                  </a:lnTo>
                  <a:lnTo>
                    <a:pt x="1959976" y="2568226"/>
                  </a:lnTo>
                  <a:lnTo>
                    <a:pt x="1995153" y="2489205"/>
                  </a:lnTo>
                  <a:lnTo>
                    <a:pt x="2030649" y="2407258"/>
                  </a:lnTo>
                  <a:lnTo>
                    <a:pt x="2066440" y="2322802"/>
                  </a:lnTo>
                  <a:lnTo>
                    <a:pt x="2102483" y="2236318"/>
                  </a:lnTo>
                  <a:lnTo>
                    <a:pt x="2138718" y="2148344"/>
                  </a:lnTo>
                  <a:lnTo>
                    <a:pt x="2175073" y="2059457"/>
                  </a:lnTo>
                  <a:lnTo>
                    <a:pt x="2211469" y="1970261"/>
                  </a:lnTo>
                  <a:lnTo>
                    <a:pt x="2247825" y="1881369"/>
                  </a:lnTo>
                  <a:lnTo>
                    <a:pt x="2284061" y="1793385"/>
                  </a:lnTo>
                  <a:lnTo>
                    <a:pt x="2320106" y="1706886"/>
                  </a:lnTo>
                  <a:lnTo>
                    <a:pt x="2355900" y="1622410"/>
                  </a:lnTo>
                  <a:lnTo>
                    <a:pt x="2391398" y="1540439"/>
                  </a:lnTo>
                  <a:lnTo>
                    <a:pt x="2426578" y="1461392"/>
                  </a:lnTo>
                  <a:lnTo>
                    <a:pt x="2461439" y="1385614"/>
                  </a:lnTo>
                  <a:lnTo>
                    <a:pt x="2496005" y="1313376"/>
                  </a:lnTo>
                  <a:lnTo>
                    <a:pt x="2530332" y="1244869"/>
                  </a:lnTo>
                  <a:lnTo>
                    <a:pt x="2564504" y="1180212"/>
                  </a:lnTo>
                  <a:lnTo>
                    <a:pt x="2598640" y="1119452"/>
                  </a:lnTo>
                  <a:lnTo>
                    <a:pt x="2632897" y="1062571"/>
                  </a:lnTo>
                  <a:lnTo>
                    <a:pt x="2667474" y="1009492"/>
                  </a:lnTo>
                  <a:lnTo>
                    <a:pt x="2667772" y="1009053"/>
                  </a:lnTo>
                  <a:lnTo>
                    <a:pt x="2714187" y="944901"/>
                  </a:lnTo>
                  <a:lnTo>
                    <a:pt x="2762177" y="887196"/>
                  </a:lnTo>
                  <a:lnTo>
                    <a:pt x="2812491" y="835609"/>
                  </a:lnTo>
                  <a:lnTo>
                    <a:pt x="2865966" y="789577"/>
                  </a:lnTo>
                  <a:lnTo>
                    <a:pt x="2923453" y="748472"/>
                  </a:lnTo>
                  <a:lnTo>
                    <a:pt x="2985750" y="711686"/>
                  </a:lnTo>
                  <a:lnTo>
                    <a:pt x="3053503" y="678683"/>
                  </a:lnTo>
                  <a:lnTo>
                    <a:pt x="3127087" y="649032"/>
                  </a:lnTo>
                  <a:lnTo>
                    <a:pt x="3206447" y="622417"/>
                  </a:lnTo>
                  <a:lnTo>
                    <a:pt x="3290902" y="598644"/>
                  </a:lnTo>
                  <a:lnTo>
                    <a:pt x="3378956" y="577629"/>
                  </a:lnTo>
                  <a:lnTo>
                    <a:pt x="3468172" y="559384"/>
                  </a:lnTo>
                  <a:lnTo>
                    <a:pt x="3555200" y="543971"/>
                  </a:lnTo>
                  <a:lnTo>
                    <a:pt x="3636054" y="531445"/>
                  </a:lnTo>
                  <a:lnTo>
                    <a:pt x="3706675" y="521790"/>
                  </a:lnTo>
                  <a:lnTo>
                    <a:pt x="3763701" y="514859"/>
                  </a:lnTo>
                  <a:lnTo>
                    <a:pt x="3805230" y="510343"/>
                  </a:lnTo>
                  <a:lnTo>
                    <a:pt x="3831341" y="507790"/>
                  </a:lnTo>
                  <a:lnTo>
                    <a:pt x="3844221" y="506653"/>
                  </a:lnTo>
                  <a:lnTo>
                    <a:pt x="3847955" y="506353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4"/>
                  </a:lnTo>
                  <a:lnTo>
                    <a:pt x="4396621" y="506204"/>
                  </a:lnTo>
                  <a:lnTo>
                    <a:pt x="4417733" y="505872"/>
                  </a:lnTo>
                  <a:lnTo>
                    <a:pt x="4454879" y="505220"/>
                  </a:lnTo>
                  <a:lnTo>
                    <a:pt x="4509041" y="504155"/>
                  </a:lnTo>
                  <a:lnTo>
                    <a:pt x="4578773" y="502609"/>
                  </a:lnTo>
                  <a:lnTo>
                    <a:pt x="4660682" y="500546"/>
                  </a:lnTo>
                  <a:lnTo>
                    <a:pt x="4750306" y="497955"/>
                  </a:lnTo>
                  <a:lnTo>
                    <a:pt x="4843073" y="494848"/>
                  </a:lnTo>
                  <a:lnTo>
                    <a:pt x="4935058" y="491234"/>
                  </a:lnTo>
                  <a:lnTo>
                    <a:pt x="5023373" y="487119"/>
                  </a:lnTo>
                  <a:lnTo>
                    <a:pt x="5106244" y="482489"/>
                  </a:lnTo>
                  <a:lnTo>
                    <a:pt x="5182867" y="477306"/>
                  </a:lnTo>
                  <a:lnTo>
                    <a:pt x="5253175" y="471512"/>
                  </a:lnTo>
                  <a:lnTo>
                    <a:pt x="5317606" y="465024"/>
                  </a:lnTo>
                  <a:lnTo>
                    <a:pt x="5376907" y="457739"/>
                  </a:lnTo>
                  <a:lnTo>
                    <a:pt x="5431988" y="449541"/>
                  </a:lnTo>
                  <a:lnTo>
                    <a:pt x="5483813" y="440311"/>
                  </a:lnTo>
                  <a:lnTo>
                    <a:pt x="5533313" y="429950"/>
                  </a:lnTo>
                  <a:lnTo>
                    <a:pt x="5567201" y="421951"/>
                  </a:lnTo>
                  <a:lnTo>
                    <a:pt x="5618457" y="408489"/>
                  </a:lnTo>
                  <a:lnTo>
                    <a:pt x="5669218" y="393604"/>
                  </a:lnTo>
                  <a:lnTo>
                    <a:pt x="5720039" y="377277"/>
                  </a:lnTo>
                  <a:lnTo>
                    <a:pt x="5771287" y="359541"/>
                  </a:lnTo>
                  <a:lnTo>
                    <a:pt x="5823173" y="340492"/>
                  </a:lnTo>
                  <a:lnTo>
                    <a:pt x="5875764" y="320284"/>
                  </a:lnTo>
                  <a:lnTo>
                    <a:pt x="5929009" y="299134"/>
                  </a:lnTo>
                  <a:lnTo>
                    <a:pt x="5982757" y="277312"/>
                  </a:lnTo>
                  <a:lnTo>
                    <a:pt x="6036787" y="255129"/>
                  </a:lnTo>
                  <a:lnTo>
                    <a:pt x="6090841" y="232915"/>
                  </a:lnTo>
                  <a:lnTo>
                    <a:pt x="6144657" y="211007"/>
                  </a:lnTo>
                  <a:lnTo>
                    <a:pt x="6198003" y="189718"/>
                  </a:lnTo>
                  <a:lnTo>
                    <a:pt x="6250716" y="169326"/>
                  </a:lnTo>
                  <a:lnTo>
                    <a:pt x="6302724" y="150060"/>
                  </a:lnTo>
                  <a:lnTo>
                    <a:pt x="6354074" y="132085"/>
                  </a:lnTo>
                  <a:lnTo>
                    <a:pt x="6404948" y="115505"/>
                  </a:lnTo>
                  <a:lnTo>
                    <a:pt x="6455686" y="100367"/>
                  </a:lnTo>
                  <a:lnTo>
                    <a:pt x="6506805" y="86658"/>
                  </a:lnTo>
                  <a:lnTo>
                    <a:pt x="6515891" y="84390"/>
                  </a:lnTo>
                  <a:lnTo>
                    <a:pt x="6564248" y="73200"/>
                  </a:lnTo>
                  <a:lnTo>
                    <a:pt x="6614345" y="63182"/>
                  </a:lnTo>
                  <a:lnTo>
                    <a:pt x="6667035" y="54270"/>
                  </a:lnTo>
                  <a:lnTo>
                    <a:pt x="6723266" y="46354"/>
                  </a:lnTo>
                  <a:lnTo>
                    <a:pt x="6783996" y="39317"/>
                  </a:lnTo>
                  <a:lnTo>
                    <a:pt x="6850100" y="33044"/>
                  </a:lnTo>
                  <a:lnTo>
                    <a:pt x="6922251" y="27439"/>
                  </a:lnTo>
                  <a:lnTo>
                    <a:pt x="7000760" y="22425"/>
                  </a:lnTo>
                  <a:lnTo>
                    <a:pt x="7085368" y="17950"/>
                  </a:lnTo>
                  <a:lnTo>
                    <a:pt x="7175003" y="13984"/>
                  </a:lnTo>
                  <a:lnTo>
                    <a:pt x="7267571" y="10520"/>
                  </a:lnTo>
                  <a:lnTo>
                    <a:pt x="7359856" y="7564"/>
                  </a:lnTo>
                  <a:lnTo>
                    <a:pt x="7447684" y="5129"/>
                  </a:lnTo>
                  <a:lnTo>
                    <a:pt x="7526423" y="3220"/>
                  </a:lnTo>
                  <a:lnTo>
                    <a:pt x="7591823" y="1822"/>
                  </a:lnTo>
                  <a:lnTo>
                    <a:pt x="7640992" y="888"/>
                  </a:lnTo>
                  <a:lnTo>
                    <a:pt x="7673175" y="342"/>
                  </a:lnTo>
                  <a:lnTo>
                    <a:pt x="7690087" y="84"/>
                  </a:lnTo>
                  <a:lnTo>
                    <a:pt x="7695776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5" name="pl1435"/>
            <p:cNvSpPr/>
            <p:nvPr/>
          </p:nvSpPr>
          <p:spPr>
            <a:xfrm>
              <a:off x="546595" y="1039017"/>
              <a:ext cx="8234974" cy="3522613"/>
            </a:xfrm>
            <a:custGeom>
              <a:avLst/>
              <a:pathLst>
                <a:path w="8234974" h="3522613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966" y="506430"/>
                  </a:lnTo>
                  <a:lnTo>
                    <a:pt x="3839424" y="507063"/>
                  </a:lnTo>
                  <a:lnTo>
                    <a:pt x="3820543" y="508813"/>
                  </a:lnTo>
                  <a:lnTo>
                    <a:pt x="3787116" y="512252"/>
                  </a:lnTo>
                  <a:lnTo>
                    <a:pt x="3737969" y="517888"/>
                  </a:lnTo>
                  <a:lnTo>
                    <a:pt x="3674021" y="526109"/>
                  </a:lnTo>
                  <a:lnTo>
                    <a:pt x="3597966" y="537144"/>
                  </a:lnTo>
                  <a:lnTo>
                    <a:pt x="3513606" y="551070"/>
                  </a:lnTo>
                  <a:lnTo>
                    <a:pt x="3425051" y="567863"/>
                  </a:lnTo>
                  <a:lnTo>
                    <a:pt x="3336032" y="587454"/>
                  </a:lnTo>
                  <a:lnTo>
                    <a:pt x="3249475" y="609799"/>
                  </a:lnTo>
                  <a:lnTo>
                    <a:pt x="3167354" y="634931"/>
                  </a:lnTo>
                  <a:lnTo>
                    <a:pt x="3090746" y="662983"/>
                  </a:lnTo>
                  <a:lnTo>
                    <a:pt x="3020007" y="694209"/>
                  </a:lnTo>
                  <a:lnTo>
                    <a:pt x="2954962" y="728982"/>
                  </a:lnTo>
                  <a:lnTo>
                    <a:pt x="2895084" y="767786"/>
                  </a:lnTo>
                  <a:lnTo>
                    <a:pt x="2839643" y="811195"/>
                  </a:lnTo>
                  <a:lnTo>
                    <a:pt x="2787804" y="859838"/>
                  </a:lnTo>
                  <a:lnTo>
                    <a:pt x="2738716" y="914325"/>
                  </a:lnTo>
                  <a:lnTo>
                    <a:pt x="2691573" y="975130"/>
                  </a:lnTo>
                  <a:lnTo>
                    <a:pt x="2667772" y="1009053"/>
                  </a:lnTo>
                  <a:lnTo>
                    <a:pt x="2633192" y="1062100"/>
                  </a:lnTo>
                  <a:lnTo>
                    <a:pt x="2598933" y="1118948"/>
                  </a:lnTo>
                  <a:lnTo>
                    <a:pt x="2564796" y="1179675"/>
                  </a:lnTo>
                  <a:lnTo>
                    <a:pt x="2530625" y="1244298"/>
                  </a:lnTo>
                  <a:lnTo>
                    <a:pt x="2496300" y="1312772"/>
                  </a:lnTo>
                  <a:lnTo>
                    <a:pt x="2461736" y="1384980"/>
                  </a:lnTo>
                  <a:lnTo>
                    <a:pt x="2426878" y="1460728"/>
                  </a:lnTo>
                  <a:lnTo>
                    <a:pt x="2391701" y="1539749"/>
                  </a:lnTo>
                  <a:lnTo>
                    <a:pt x="2356205" y="1621696"/>
                  </a:lnTo>
                  <a:lnTo>
                    <a:pt x="2320414" y="1706153"/>
                  </a:lnTo>
                  <a:lnTo>
                    <a:pt x="2284371" y="1792636"/>
                  </a:lnTo>
                  <a:lnTo>
                    <a:pt x="2248136" y="1880610"/>
                  </a:lnTo>
                  <a:lnTo>
                    <a:pt x="2211781" y="1969497"/>
                  </a:lnTo>
                  <a:lnTo>
                    <a:pt x="2175385" y="2058693"/>
                  </a:lnTo>
                  <a:lnTo>
                    <a:pt x="2139029" y="2147585"/>
                  </a:lnTo>
                  <a:lnTo>
                    <a:pt x="2102793" y="2235569"/>
                  </a:lnTo>
                  <a:lnTo>
                    <a:pt x="2066748" y="2322068"/>
                  </a:lnTo>
                  <a:lnTo>
                    <a:pt x="2030955" y="2406544"/>
                  </a:lnTo>
                  <a:lnTo>
                    <a:pt x="1995456" y="2488515"/>
                  </a:lnTo>
                  <a:lnTo>
                    <a:pt x="1960277" y="2567562"/>
                  </a:lnTo>
                  <a:lnTo>
                    <a:pt x="1925416" y="2643340"/>
                  </a:lnTo>
                  <a:lnTo>
                    <a:pt x="1890849" y="2715579"/>
                  </a:lnTo>
                  <a:lnTo>
                    <a:pt x="1856523" y="2784085"/>
                  </a:lnTo>
                  <a:lnTo>
                    <a:pt x="1822351" y="2848742"/>
                  </a:lnTo>
                  <a:lnTo>
                    <a:pt x="1788215" y="2909502"/>
                  </a:lnTo>
                  <a:lnTo>
                    <a:pt x="1753958" y="2966383"/>
                  </a:lnTo>
                  <a:lnTo>
                    <a:pt x="1719381" y="3019462"/>
                  </a:lnTo>
                  <a:lnTo>
                    <a:pt x="1719082" y="3019901"/>
                  </a:lnTo>
                  <a:lnTo>
                    <a:pt x="1672668" y="3084054"/>
                  </a:lnTo>
                  <a:lnTo>
                    <a:pt x="1624678" y="3141758"/>
                  </a:lnTo>
                  <a:lnTo>
                    <a:pt x="1574364" y="3193346"/>
                  </a:lnTo>
                  <a:lnTo>
                    <a:pt x="1520889" y="3239377"/>
                  </a:lnTo>
                  <a:lnTo>
                    <a:pt x="1463401" y="3280482"/>
                  </a:lnTo>
                  <a:lnTo>
                    <a:pt x="1401105" y="3317269"/>
                  </a:lnTo>
                  <a:lnTo>
                    <a:pt x="1333352" y="3350272"/>
                  </a:lnTo>
                  <a:lnTo>
                    <a:pt x="1259767" y="3379922"/>
                  </a:lnTo>
                  <a:lnTo>
                    <a:pt x="1180407" y="3406537"/>
                  </a:lnTo>
                  <a:lnTo>
                    <a:pt x="1095953" y="3430311"/>
                  </a:lnTo>
                  <a:lnTo>
                    <a:pt x="1007899" y="3451325"/>
                  </a:lnTo>
                  <a:lnTo>
                    <a:pt x="918683" y="3469570"/>
                  </a:lnTo>
                  <a:lnTo>
                    <a:pt x="831655" y="3484984"/>
                  </a:lnTo>
                  <a:lnTo>
                    <a:pt x="750801" y="3497509"/>
                  </a:lnTo>
                  <a:lnTo>
                    <a:pt x="680179" y="3507164"/>
                  </a:lnTo>
                  <a:lnTo>
                    <a:pt x="623153" y="3514095"/>
                  </a:lnTo>
                  <a:lnTo>
                    <a:pt x="581625" y="3518611"/>
                  </a:lnTo>
                  <a:lnTo>
                    <a:pt x="555513" y="3521164"/>
                  </a:lnTo>
                  <a:lnTo>
                    <a:pt x="542634" y="3522301"/>
                  </a:lnTo>
                  <a:lnTo>
                    <a:pt x="538899" y="3522601"/>
                  </a:lnTo>
                  <a:lnTo>
                    <a:pt x="538736" y="3522613"/>
                  </a:lnTo>
                  <a:lnTo>
                    <a:pt x="0" y="3522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6" name="pg1436"/>
            <p:cNvSpPr/>
            <p:nvPr/>
          </p:nvSpPr>
          <p:spPr>
            <a:xfrm>
              <a:off x="546595" y="1643360"/>
              <a:ext cx="8234974" cy="2929159"/>
            </a:xfrm>
            <a:custGeom>
              <a:avLst/>
              <a:pathLst>
                <a:path w="8234974" h="2929159">
                  <a:moveTo>
                    <a:pt x="0" y="2929159"/>
                  </a:moveTo>
                  <a:lnTo>
                    <a:pt x="538736" y="2929159"/>
                  </a:lnTo>
                  <a:lnTo>
                    <a:pt x="539897" y="2929072"/>
                  </a:lnTo>
                  <a:lnTo>
                    <a:pt x="547489" y="2928454"/>
                  </a:lnTo>
                  <a:lnTo>
                    <a:pt x="566493" y="2926746"/>
                  </a:lnTo>
                  <a:lnTo>
                    <a:pt x="600124" y="2923389"/>
                  </a:lnTo>
                  <a:lnTo>
                    <a:pt x="649550" y="2917888"/>
                  </a:lnTo>
                  <a:lnTo>
                    <a:pt x="713823" y="2909867"/>
                  </a:lnTo>
                  <a:lnTo>
                    <a:pt x="790211" y="2899104"/>
                  </a:lnTo>
                  <a:lnTo>
                    <a:pt x="874875" y="2885524"/>
                  </a:lnTo>
                  <a:lnTo>
                    <a:pt x="963680" y="2869154"/>
                  </a:lnTo>
                  <a:lnTo>
                    <a:pt x="1052879" y="2850060"/>
                  </a:lnTo>
                  <a:lnTo>
                    <a:pt x="1139549" y="2828284"/>
                  </a:lnTo>
                  <a:lnTo>
                    <a:pt x="1221724" y="2803793"/>
                  </a:lnTo>
                  <a:lnTo>
                    <a:pt x="1298340" y="2776453"/>
                  </a:lnTo>
                  <a:lnTo>
                    <a:pt x="1369060" y="2746012"/>
                  </a:lnTo>
                  <a:lnTo>
                    <a:pt x="1434072" y="2712103"/>
                  </a:lnTo>
                  <a:lnTo>
                    <a:pt x="1493915" y="2674250"/>
                  </a:lnTo>
                  <a:lnTo>
                    <a:pt x="1549331" y="2631890"/>
                  </a:lnTo>
                  <a:lnTo>
                    <a:pt x="1601161" y="2584409"/>
                  </a:lnTo>
                  <a:lnTo>
                    <a:pt x="1650264" y="2531214"/>
                  </a:lnTo>
                  <a:lnTo>
                    <a:pt x="1697446" y="2471851"/>
                  </a:lnTo>
                  <a:lnTo>
                    <a:pt x="1719082" y="2441873"/>
                  </a:lnTo>
                  <a:lnTo>
                    <a:pt x="1754101" y="2389774"/>
                  </a:lnTo>
                  <a:lnTo>
                    <a:pt x="1788793" y="2333896"/>
                  </a:lnTo>
                  <a:lnTo>
                    <a:pt x="1823364" y="2274160"/>
                  </a:lnTo>
                  <a:lnTo>
                    <a:pt x="1857976" y="2210551"/>
                  </a:lnTo>
                  <a:lnTo>
                    <a:pt x="1892750" y="2143117"/>
                  </a:lnTo>
                  <a:lnTo>
                    <a:pt x="1927775" y="2071982"/>
                  </a:lnTo>
                  <a:lnTo>
                    <a:pt x="1963104" y="1997344"/>
                  </a:lnTo>
                  <a:lnTo>
                    <a:pt x="1998761" y="1919482"/>
                  </a:lnTo>
                  <a:lnTo>
                    <a:pt x="2034743" y="1838748"/>
                  </a:lnTo>
                  <a:lnTo>
                    <a:pt x="2071024" y="1755572"/>
                  </a:lnTo>
                  <a:lnTo>
                    <a:pt x="2107557" y="1670447"/>
                  </a:lnTo>
                  <a:lnTo>
                    <a:pt x="2144276" y="1583917"/>
                  </a:lnTo>
                  <a:lnTo>
                    <a:pt x="2181107" y="1496571"/>
                  </a:lnTo>
                  <a:lnTo>
                    <a:pt x="2217966" y="1409019"/>
                  </a:lnTo>
                  <a:lnTo>
                    <a:pt x="2254769" y="1321877"/>
                  </a:lnTo>
                  <a:lnTo>
                    <a:pt x="2291434" y="1235750"/>
                  </a:lnTo>
                  <a:lnTo>
                    <a:pt x="2327890" y="1151212"/>
                  </a:lnTo>
                  <a:lnTo>
                    <a:pt x="2364076" y="1068795"/>
                  </a:lnTo>
                  <a:lnTo>
                    <a:pt x="2399953" y="988969"/>
                  </a:lnTo>
                  <a:lnTo>
                    <a:pt x="2435500" y="912140"/>
                  </a:lnTo>
                  <a:lnTo>
                    <a:pt x="2470724" y="838637"/>
                  </a:lnTo>
                  <a:lnTo>
                    <a:pt x="2505658" y="768711"/>
                  </a:lnTo>
                  <a:lnTo>
                    <a:pt x="2540367" y="702535"/>
                  </a:lnTo>
                  <a:lnTo>
                    <a:pt x="2574950" y="640208"/>
                  </a:lnTo>
                  <a:lnTo>
                    <a:pt x="2609541" y="581756"/>
                  </a:lnTo>
                  <a:lnTo>
                    <a:pt x="2644316" y="527142"/>
                  </a:lnTo>
                  <a:lnTo>
                    <a:pt x="2667772" y="492730"/>
                  </a:lnTo>
                  <a:lnTo>
                    <a:pt x="2714297" y="430408"/>
                  </a:lnTo>
                  <a:lnTo>
                    <a:pt x="2762406" y="374366"/>
                  </a:lnTo>
                  <a:lnTo>
                    <a:pt x="2812853" y="324277"/>
                  </a:lnTo>
                  <a:lnTo>
                    <a:pt x="2866482" y="279596"/>
                  </a:lnTo>
                  <a:lnTo>
                    <a:pt x="2924151" y="239706"/>
                  </a:lnTo>
                  <a:lnTo>
                    <a:pt x="2986660" y="204015"/>
                  </a:lnTo>
                  <a:lnTo>
                    <a:pt x="3054657" y="172003"/>
                  </a:lnTo>
                  <a:lnTo>
                    <a:pt x="3128517" y="143248"/>
                  </a:lnTo>
                  <a:lnTo>
                    <a:pt x="3208172" y="117446"/>
                  </a:lnTo>
                  <a:lnTo>
                    <a:pt x="3292923" y="94408"/>
                  </a:lnTo>
                  <a:lnTo>
                    <a:pt x="3381243" y="74057"/>
                  </a:lnTo>
                  <a:lnTo>
                    <a:pt x="3470656" y="56403"/>
                  </a:lnTo>
                  <a:lnTo>
                    <a:pt x="3557764" y="41509"/>
                  </a:lnTo>
                  <a:lnTo>
                    <a:pt x="3638543" y="29428"/>
                  </a:lnTo>
                  <a:lnTo>
                    <a:pt x="3708917" y="20141"/>
                  </a:lnTo>
                  <a:lnTo>
                    <a:pt x="3765536" y="13497"/>
                  </a:lnTo>
                  <a:lnTo>
                    <a:pt x="3806552" y="9192"/>
                  </a:lnTo>
                  <a:lnTo>
                    <a:pt x="3832126" y="6778"/>
                  </a:lnTo>
                  <a:lnTo>
                    <a:pt x="3844544" y="572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6" y="5479"/>
                  </a:lnTo>
                  <a:lnTo>
                    <a:pt x="4396499" y="5730"/>
                  </a:lnTo>
                  <a:lnTo>
                    <a:pt x="4417356" y="6425"/>
                  </a:lnTo>
                  <a:lnTo>
                    <a:pt x="4454080" y="7787"/>
                  </a:lnTo>
                  <a:lnTo>
                    <a:pt x="4507677" y="10014"/>
                  </a:lnTo>
                  <a:lnTo>
                    <a:pt x="4576764" y="13249"/>
                  </a:lnTo>
                  <a:lnTo>
                    <a:pt x="4658029" y="17570"/>
                  </a:lnTo>
                  <a:lnTo>
                    <a:pt x="4747083" y="22996"/>
                  </a:lnTo>
                  <a:lnTo>
                    <a:pt x="4839404" y="29511"/>
                  </a:lnTo>
                  <a:lnTo>
                    <a:pt x="4931084" y="37087"/>
                  </a:lnTo>
                  <a:lnTo>
                    <a:pt x="5019228" y="45716"/>
                  </a:lnTo>
                  <a:lnTo>
                    <a:pt x="5102036" y="55426"/>
                  </a:lnTo>
                  <a:lnTo>
                    <a:pt x="5178671" y="66289"/>
                  </a:lnTo>
                  <a:lnTo>
                    <a:pt x="5249035" y="78428"/>
                  </a:lnTo>
                  <a:lnTo>
                    <a:pt x="5313535" y="92012"/>
                  </a:lnTo>
                  <a:lnTo>
                    <a:pt x="5372895" y="107254"/>
                  </a:lnTo>
                  <a:lnTo>
                    <a:pt x="5428006" y="124396"/>
                  </a:lnTo>
                  <a:lnTo>
                    <a:pt x="5479819" y="143686"/>
                  </a:lnTo>
                  <a:lnTo>
                    <a:pt x="5529257" y="165338"/>
                  </a:lnTo>
                  <a:lnTo>
                    <a:pt x="5567201" y="184206"/>
                  </a:lnTo>
                  <a:lnTo>
                    <a:pt x="5614417" y="210351"/>
                  </a:lnTo>
                  <a:lnTo>
                    <a:pt x="5661171" y="239045"/>
                  </a:lnTo>
                  <a:lnTo>
                    <a:pt x="5707915" y="270331"/>
                  </a:lnTo>
                  <a:lnTo>
                    <a:pt x="5754961" y="304171"/>
                  </a:lnTo>
                  <a:lnTo>
                    <a:pt x="5802507" y="340437"/>
                  </a:lnTo>
                  <a:lnTo>
                    <a:pt x="5850642" y="378909"/>
                  </a:lnTo>
                  <a:lnTo>
                    <a:pt x="5899364" y="419271"/>
                  </a:lnTo>
                  <a:lnTo>
                    <a:pt x="5948594" y="461121"/>
                  </a:lnTo>
                  <a:lnTo>
                    <a:pt x="5998189" y="503981"/>
                  </a:lnTo>
                  <a:lnTo>
                    <a:pt x="6047962" y="547323"/>
                  </a:lnTo>
                  <a:lnTo>
                    <a:pt x="6097709" y="590593"/>
                  </a:lnTo>
                  <a:lnTo>
                    <a:pt x="6147226" y="633242"/>
                  </a:lnTo>
                  <a:lnTo>
                    <a:pt x="6196337" y="674751"/>
                  </a:lnTo>
                  <a:lnTo>
                    <a:pt x="6244913" y="714661"/>
                  </a:lnTo>
                  <a:lnTo>
                    <a:pt x="6292892" y="752592"/>
                  </a:lnTo>
                  <a:lnTo>
                    <a:pt x="6340297" y="788250"/>
                  </a:lnTo>
                  <a:lnTo>
                    <a:pt x="6387242" y="821439"/>
                  </a:lnTo>
                  <a:lnTo>
                    <a:pt x="6433953" y="852058"/>
                  </a:lnTo>
                  <a:lnTo>
                    <a:pt x="6480777" y="880088"/>
                  </a:lnTo>
                  <a:lnTo>
                    <a:pt x="6515891" y="899255"/>
                  </a:lnTo>
                  <a:lnTo>
                    <a:pt x="6564033" y="922860"/>
                  </a:lnTo>
                  <a:lnTo>
                    <a:pt x="6613896" y="944004"/>
                  </a:lnTo>
                  <a:lnTo>
                    <a:pt x="6666321" y="962824"/>
                  </a:lnTo>
                  <a:lnTo>
                    <a:pt x="6722243" y="979547"/>
                  </a:lnTo>
                  <a:lnTo>
                    <a:pt x="6782610" y="994423"/>
                  </a:lnTo>
                  <a:lnTo>
                    <a:pt x="6848286" y="1007689"/>
                  </a:lnTo>
                  <a:lnTo>
                    <a:pt x="6919942" y="1019548"/>
                  </a:lnTo>
                  <a:lnTo>
                    <a:pt x="6997899" y="1030161"/>
                  </a:lnTo>
                  <a:lnTo>
                    <a:pt x="7081923" y="1039640"/>
                  </a:lnTo>
                  <a:lnTo>
                    <a:pt x="7170991" y="1048048"/>
                  </a:lnTo>
                  <a:lnTo>
                    <a:pt x="7263082" y="1055403"/>
                  </a:lnTo>
                  <a:lnTo>
                    <a:pt x="7355072" y="1061692"/>
                  </a:lnTo>
                  <a:lnTo>
                    <a:pt x="7442878" y="1066888"/>
                  </a:lnTo>
                  <a:lnTo>
                    <a:pt x="7521935" y="1070978"/>
                  </a:lnTo>
                  <a:lnTo>
                    <a:pt x="7587999" y="1073993"/>
                  </a:lnTo>
                  <a:lnTo>
                    <a:pt x="7638102" y="1076025"/>
                  </a:lnTo>
                  <a:lnTo>
                    <a:pt x="7671338" y="1077230"/>
                  </a:lnTo>
                  <a:lnTo>
                    <a:pt x="7689226" y="1077813"/>
                  </a:lnTo>
                  <a:lnTo>
                    <a:pt x="7695596" y="1078000"/>
                  </a:lnTo>
                  <a:lnTo>
                    <a:pt x="7696237" y="1078017"/>
                  </a:lnTo>
                  <a:lnTo>
                    <a:pt x="8234974" y="1078017"/>
                  </a:lnTo>
                  <a:lnTo>
                    <a:pt x="8234974" y="1072573"/>
                  </a:ln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8" y="86"/>
                  </a:lnTo>
                  <a:lnTo>
                    <a:pt x="3839366" y="704"/>
                  </a:lnTo>
                  <a:lnTo>
                    <a:pt x="3820362" y="2413"/>
                  </a:lnTo>
                  <a:lnTo>
                    <a:pt x="3786730" y="5769"/>
                  </a:lnTo>
                  <a:lnTo>
                    <a:pt x="3737304" y="11270"/>
                  </a:lnTo>
                  <a:lnTo>
                    <a:pt x="3673032" y="19291"/>
                  </a:lnTo>
                  <a:lnTo>
                    <a:pt x="3596644" y="30055"/>
                  </a:lnTo>
                  <a:lnTo>
                    <a:pt x="3511979" y="43635"/>
                  </a:lnTo>
                  <a:lnTo>
                    <a:pt x="3423175" y="60004"/>
                  </a:lnTo>
                  <a:lnTo>
                    <a:pt x="3333975" y="79098"/>
                  </a:lnTo>
                  <a:lnTo>
                    <a:pt x="3247306" y="100874"/>
                  </a:lnTo>
                  <a:lnTo>
                    <a:pt x="3165131" y="125365"/>
                  </a:lnTo>
                  <a:lnTo>
                    <a:pt x="3088514" y="152706"/>
                  </a:lnTo>
                  <a:lnTo>
                    <a:pt x="3017795" y="183146"/>
                  </a:lnTo>
                  <a:lnTo>
                    <a:pt x="2952783" y="217055"/>
                  </a:lnTo>
                  <a:lnTo>
                    <a:pt x="2892940" y="254908"/>
                  </a:lnTo>
                  <a:lnTo>
                    <a:pt x="2837524" y="297268"/>
                  </a:lnTo>
                  <a:lnTo>
                    <a:pt x="2785693" y="344749"/>
                  </a:lnTo>
                  <a:lnTo>
                    <a:pt x="2736590" y="397944"/>
                  </a:lnTo>
                  <a:lnTo>
                    <a:pt x="2689409" y="457307"/>
                  </a:lnTo>
                  <a:lnTo>
                    <a:pt x="2667772" y="487285"/>
                  </a:lnTo>
                  <a:lnTo>
                    <a:pt x="2632753" y="539384"/>
                  </a:lnTo>
                  <a:lnTo>
                    <a:pt x="2598061" y="595263"/>
                  </a:lnTo>
                  <a:lnTo>
                    <a:pt x="2563490" y="654998"/>
                  </a:lnTo>
                  <a:lnTo>
                    <a:pt x="2528879" y="718608"/>
                  </a:lnTo>
                  <a:lnTo>
                    <a:pt x="2494104" y="786041"/>
                  </a:lnTo>
                  <a:lnTo>
                    <a:pt x="2459080" y="857176"/>
                  </a:lnTo>
                  <a:lnTo>
                    <a:pt x="2423751" y="931814"/>
                  </a:lnTo>
                  <a:lnTo>
                    <a:pt x="2388094" y="1009677"/>
                  </a:lnTo>
                  <a:lnTo>
                    <a:pt x="2352111" y="1090410"/>
                  </a:lnTo>
                  <a:lnTo>
                    <a:pt x="2315830" y="1173586"/>
                  </a:lnTo>
                  <a:lnTo>
                    <a:pt x="2279298" y="1258712"/>
                  </a:lnTo>
                  <a:lnTo>
                    <a:pt x="2242578" y="1345241"/>
                  </a:lnTo>
                  <a:lnTo>
                    <a:pt x="2205748" y="1432587"/>
                  </a:lnTo>
                  <a:lnTo>
                    <a:pt x="2168889" y="1520139"/>
                  </a:lnTo>
                  <a:lnTo>
                    <a:pt x="2132086" y="1607281"/>
                  </a:lnTo>
                  <a:lnTo>
                    <a:pt x="2095420" y="1693409"/>
                  </a:lnTo>
                  <a:lnTo>
                    <a:pt x="2058965" y="1777946"/>
                  </a:lnTo>
                  <a:lnTo>
                    <a:pt x="2022778" y="1860364"/>
                  </a:lnTo>
                  <a:lnTo>
                    <a:pt x="1986902" y="1940189"/>
                  </a:lnTo>
                  <a:lnTo>
                    <a:pt x="1951355" y="2017018"/>
                  </a:lnTo>
                  <a:lnTo>
                    <a:pt x="1916131" y="2090522"/>
                  </a:lnTo>
                  <a:lnTo>
                    <a:pt x="1881197" y="2160448"/>
                  </a:lnTo>
                  <a:lnTo>
                    <a:pt x="1846488" y="2226623"/>
                  </a:lnTo>
                  <a:lnTo>
                    <a:pt x="1811905" y="2288950"/>
                  </a:lnTo>
                  <a:lnTo>
                    <a:pt x="1777314" y="2347402"/>
                  </a:lnTo>
                  <a:lnTo>
                    <a:pt x="1742539" y="2402016"/>
                  </a:lnTo>
                  <a:lnTo>
                    <a:pt x="1719082" y="2436429"/>
                  </a:lnTo>
                  <a:lnTo>
                    <a:pt x="1672558" y="2498750"/>
                  </a:lnTo>
                  <a:lnTo>
                    <a:pt x="1624449" y="2554793"/>
                  </a:lnTo>
                  <a:lnTo>
                    <a:pt x="1574001" y="2604881"/>
                  </a:lnTo>
                  <a:lnTo>
                    <a:pt x="1520372" y="2649563"/>
                  </a:lnTo>
                  <a:lnTo>
                    <a:pt x="1462704" y="2689452"/>
                  </a:lnTo>
                  <a:lnTo>
                    <a:pt x="1400195" y="2725143"/>
                  </a:lnTo>
                  <a:lnTo>
                    <a:pt x="1332197" y="2757156"/>
                  </a:lnTo>
                  <a:lnTo>
                    <a:pt x="1258338" y="2785910"/>
                  </a:lnTo>
                  <a:lnTo>
                    <a:pt x="1178683" y="2811712"/>
                  </a:lnTo>
                  <a:lnTo>
                    <a:pt x="1093932" y="2834750"/>
                  </a:lnTo>
                  <a:lnTo>
                    <a:pt x="1005611" y="2855102"/>
                  </a:lnTo>
                  <a:lnTo>
                    <a:pt x="916199" y="2872755"/>
                  </a:lnTo>
                  <a:lnTo>
                    <a:pt x="829091" y="2887649"/>
                  </a:lnTo>
                  <a:lnTo>
                    <a:pt x="748311" y="2899730"/>
                  </a:lnTo>
                  <a:lnTo>
                    <a:pt x="677938" y="2909018"/>
                  </a:lnTo>
                  <a:lnTo>
                    <a:pt x="621319" y="2915661"/>
                  </a:lnTo>
                  <a:lnTo>
                    <a:pt x="580303" y="2919967"/>
                  </a:lnTo>
                  <a:lnTo>
                    <a:pt x="554729" y="2922380"/>
                  </a:lnTo>
                  <a:lnTo>
                    <a:pt x="542311" y="2923438"/>
                  </a:lnTo>
                  <a:lnTo>
                    <a:pt x="538736" y="2923714"/>
                  </a:lnTo>
                  <a:lnTo>
                    <a:pt x="0" y="2923714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37" name="pl1437"/>
            <p:cNvSpPr/>
            <p:nvPr/>
          </p:nvSpPr>
          <p:spPr>
            <a:xfrm>
              <a:off x="546595" y="1648805"/>
              <a:ext cx="8234974" cy="2923714"/>
            </a:xfrm>
            <a:custGeom>
              <a:avLst/>
              <a:pathLst>
                <a:path w="8234974" h="2923714">
                  <a:moveTo>
                    <a:pt x="0" y="2923714"/>
                  </a:moveTo>
                  <a:lnTo>
                    <a:pt x="538736" y="2923714"/>
                  </a:lnTo>
                  <a:lnTo>
                    <a:pt x="539897" y="2923628"/>
                  </a:lnTo>
                  <a:lnTo>
                    <a:pt x="547489" y="2923010"/>
                  </a:lnTo>
                  <a:lnTo>
                    <a:pt x="566493" y="2921301"/>
                  </a:lnTo>
                  <a:lnTo>
                    <a:pt x="600124" y="2917945"/>
                  </a:lnTo>
                  <a:lnTo>
                    <a:pt x="649550" y="2912444"/>
                  </a:lnTo>
                  <a:lnTo>
                    <a:pt x="713823" y="2904422"/>
                  </a:lnTo>
                  <a:lnTo>
                    <a:pt x="790211" y="2893659"/>
                  </a:lnTo>
                  <a:lnTo>
                    <a:pt x="874875" y="2880079"/>
                  </a:lnTo>
                  <a:lnTo>
                    <a:pt x="963680" y="2863709"/>
                  </a:lnTo>
                  <a:lnTo>
                    <a:pt x="1052879" y="2844616"/>
                  </a:lnTo>
                  <a:lnTo>
                    <a:pt x="1139549" y="2822840"/>
                  </a:lnTo>
                  <a:lnTo>
                    <a:pt x="1221724" y="2798349"/>
                  </a:lnTo>
                  <a:lnTo>
                    <a:pt x="1298340" y="2771008"/>
                  </a:lnTo>
                  <a:lnTo>
                    <a:pt x="1369060" y="2740567"/>
                  </a:lnTo>
                  <a:lnTo>
                    <a:pt x="1434072" y="2706658"/>
                  </a:lnTo>
                  <a:lnTo>
                    <a:pt x="1493915" y="2668806"/>
                  </a:lnTo>
                  <a:lnTo>
                    <a:pt x="1549331" y="2626445"/>
                  </a:lnTo>
                  <a:lnTo>
                    <a:pt x="1601161" y="2578965"/>
                  </a:lnTo>
                  <a:lnTo>
                    <a:pt x="1650264" y="2525770"/>
                  </a:lnTo>
                  <a:lnTo>
                    <a:pt x="1697446" y="2466407"/>
                  </a:lnTo>
                  <a:lnTo>
                    <a:pt x="1719082" y="2436429"/>
                  </a:lnTo>
                  <a:lnTo>
                    <a:pt x="1754101" y="2384330"/>
                  </a:lnTo>
                  <a:lnTo>
                    <a:pt x="1788793" y="2328451"/>
                  </a:lnTo>
                  <a:lnTo>
                    <a:pt x="1823364" y="2268715"/>
                  </a:lnTo>
                  <a:lnTo>
                    <a:pt x="1857976" y="2205106"/>
                  </a:lnTo>
                  <a:lnTo>
                    <a:pt x="1892750" y="2137673"/>
                  </a:lnTo>
                  <a:lnTo>
                    <a:pt x="1927775" y="2066537"/>
                  </a:lnTo>
                  <a:lnTo>
                    <a:pt x="1963104" y="1991900"/>
                  </a:lnTo>
                  <a:lnTo>
                    <a:pt x="1998761" y="1914037"/>
                  </a:lnTo>
                  <a:lnTo>
                    <a:pt x="2034743" y="1833304"/>
                  </a:lnTo>
                  <a:lnTo>
                    <a:pt x="2071024" y="1750128"/>
                  </a:lnTo>
                  <a:lnTo>
                    <a:pt x="2107557" y="1665002"/>
                  </a:lnTo>
                  <a:lnTo>
                    <a:pt x="2144276" y="1578473"/>
                  </a:lnTo>
                  <a:lnTo>
                    <a:pt x="2181107" y="1491127"/>
                  </a:lnTo>
                  <a:lnTo>
                    <a:pt x="2217966" y="1403575"/>
                  </a:lnTo>
                  <a:lnTo>
                    <a:pt x="2254769" y="1316433"/>
                  </a:lnTo>
                  <a:lnTo>
                    <a:pt x="2291434" y="1230305"/>
                  </a:lnTo>
                  <a:lnTo>
                    <a:pt x="2327890" y="1145768"/>
                  </a:lnTo>
                  <a:lnTo>
                    <a:pt x="2364076" y="1063350"/>
                  </a:lnTo>
                  <a:lnTo>
                    <a:pt x="2399953" y="983525"/>
                  </a:lnTo>
                  <a:lnTo>
                    <a:pt x="2435500" y="906696"/>
                  </a:lnTo>
                  <a:lnTo>
                    <a:pt x="2470724" y="833192"/>
                  </a:lnTo>
                  <a:lnTo>
                    <a:pt x="2505658" y="763266"/>
                  </a:lnTo>
                  <a:lnTo>
                    <a:pt x="2540367" y="697091"/>
                  </a:lnTo>
                  <a:lnTo>
                    <a:pt x="2574950" y="634764"/>
                  </a:lnTo>
                  <a:lnTo>
                    <a:pt x="2609541" y="576312"/>
                  </a:lnTo>
                  <a:lnTo>
                    <a:pt x="2644316" y="521697"/>
                  </a:lnTo>
                  <a:lnTo>
                    <a:pt x="2667772" y="487285"/>
                  </a:lnTo>
                  <a:lnTo>
                    <a:pt x="2714297" y="424964"/>
                  </a:lnTo>
                  <a:lnTo>
                    <a:pt x="2762406" y="368921"/>
                  </a:lnTo>
                  <a:lnTo>
                    <a:pt x="2812853" y="318833"/>
                  </a:lnTo>
                  <a:lnTo>
                    <a:pt x="2866482" y="274151"/>
                  </a:lnTo>
                  <a:lnTo>
                    <a:pt x="2924151" y="234262"/>
                  </a:lnTo>
                  <a:lnTo>
                    <a:pt x="2986660" y="198571"/>
                  </a:lnTo>
                  <a:lnTo>
                    <a:pt x="3054657" y="166558"/>
                  </a:lnTo>
                  <a:lnTo>
                    <a:pt x="3128517" y="137804"/>
                  </a:lnTo>
                  <a:lnTo>
                    <a:pt x="3208172" y="112002"/>
                  </a:lnTo>
                  <a:lnTo>
                    <a:pt x="3292923" y="88964"/>
                  </a:lnTo>
                  <a:lnTo>
                    <a:pt x="3381243" y="68612"/>
                  </a:lnTo>
                  <a:lnTo>
                    <a:pt x="3470656" y="50959"/>
                  </a:lnTo>
                  <a:lnTo>
                    <a:pt x="3557764" y="36065"/>
                  </a:lnTo>
                  <a:lnTo>
                    <a:pt x="3638543" y="23984"/>
                  </a:lnTo>
                  <a:lnTo>
                    <a:pt x="3708917" y="14696"/>
                  </a:lnTo>
                  <a:lnTo>
                    <a:pt x="3765536" y="8053"/>
                  </a:lnTo>
                  <a:lnTo>
                    <a:pt x="3806552" y="3747"/>
                  </a:lnTo>
                  <a:lnTo>
                    <a:pt x="3832126" y="1334"/>
                  </a:lnTo>
                  <a:lnTo>
                    <a:pt x="3844544" y="276"/>
                  </a:lnTo>
                  <a:lnTo>
                    <a:pt x="3847995" y="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6" y="35"/>
                  </a:lnTo>
                  <a:lnTo>
                    <a:pt x="4396499" y="286"/>
                  </a:lnTo>
                  <a:lnTo>
                    <a:pt x="4417356" y="980"/>
                  </a:lnTo>
                  <a:lnTo>
                    <a:pt x="4454080" y="2342"/>
                  </a:lnTo>
                  <a:lnTo>
                    <a:pt x="4507677" y="4569"/>
                  </a:lnTo>
                  <a:lnTo>
                    <a:pt x="4576764" y="7804"/>
                  </a:lnTo>
                  <a:lnTo>
                    <a:pt x="4658029" y="12125"/>
                  </a:lnTo>
                  <a:lnTo>
                    <a:pt x="4747083" y="17552"/>
                  </a:lnTo>
                  <a:lnTo>
                    <a:pt x="4839404" y="24066"/>
                  </a:lnTo>
                  <a:lnTo>
                    <a:pt x="4931084" y="31642"/>
                  </a:lnTo>
                  <a:lnTo>
                    <a:pt x="5019228" y="40272"/>
                  </a:lnTo>
                  <a:lnTo>
                    <a:pt x="5102036" y="49981"/>
                  </a:lnTo>
                  <a:lnTo>
                    <a:pt x="5178671" y="60844"/>
                  </a:lnTo>
                  <a:lnTo>
                    <a:pt x="5249035" y="72983"/>
                  </a:lnTo>
                  <a:lnTo>
                    <a:pt x="5313535" y="86567"/>
                  </a:lnTo>
                  <a:lnTo>
                    <a:pt x="5372895" y="101810"/>
                  </a:lnTo>
                  <a:lnTo>
                    <a:pt x="5428006" y="118951"/>
                  </a:lnTo>
                  <a:lnTo>
                    <a:pt x="5479819" y="138241"/>
                  </a:lnTo>
                  <a:lnTo>
                    <a:pt x="5529257" y="159894"/>
                  </a:lnTo>
                  <a:lnTo>
                    <a:pt x="5567201" y="178762"/>
                  </a:lnTo>
                  <a:lnTo>
                    <a:pt x="5614417" y="204906"/>
                  </a:lnTo>
                  <a:lnTo>
                    <a:pt x="5661171" y="233601"/>
                  </a:lnTo>
                  <a:lnTo>
                    <a:pt x="5707915" y="264887"/>
                  </a:lnTo>
                  <a:lnTo>
                    <a:pt x="5754961" y="298726"/>
                  </a:lnTo>
                  <a:lnTo>
                    <a:pt x="5802507" y="334992"/>
                  </a:lnTo>
                  <a:lnTo>
                    <a:pt x="5850642" y="373464"/>
                  </a:lnTo>
                  <a:lnTo>
                    <a:pt x="5899364" y="413827"/>
                  </a:lnTo>
                  <a:lnTo>
                    <a:pt x="5948594" y="455676"/>
                  </a:lnTo>
                  <a:lnTo>
                    <a:pt x="5998189" y="498536"/>
                  </a:lnTo>
                  <a:lnTo>
                    <a:pt x="6047962" y="541878"/>
                  </a:lnTo>
                  <a:lnTo>
                    <a:pt x="6097709" y="585149"/>
                  </a:lnTo>
                  <a:lnTo>
                    <a:pt x="6147226" y="627797"/>
                  </a:lnTo>
                  <a:lnTo>
                    <a:pt x="6196337" y="669306"/>
                  </a:lnTo>
                  <a:lnTo>
                    <a:pt x="6244913" y="709217"/>
                  </a:lnTo>
                  <a:lnTo>
                    <a:pt x="6292892" y="747147"/>
                  </a:lnTo>
                  <a:lnTo>
                    <a:pt x="6340297" y="782805"/>
                  </a:lnTo>
                  <a:lnTo>
                    <a:pt x="6387242" y="815995"/>
                  </a:lnTo>
                  <a:lnTo>
                    <a:pt x="6433953" y="846613"/>
                  </a:lnTo>
                  <a:lnTo>
                    <a:pt x="6480777" y="874644"/>
                  </a:lnTo>
                  <a:lnTo>
                    <a:pt x="6515891" y="893811"/>
                  </a:lnTo>
                  <a:lnTo>
                    <a:pt x="6564033" y="917415"/>
                  </a:lnTo>
                  <a:lnTo>
                    <a:pt x="6613896" y="938559"/>
                  </a:lnTo>
                  <a:lnTo>
                    <a:pt x="6666321" y="957380"/>
                  </a:lnTo>
                  <a:lnTo>
                    <a:pt x="6722243" y="974103"/>
                  </a:lnTo>
                  <a:lnTo>
                    <a:pt x="6782610" y="988979"/>
                  </a:lnTo>
                  <a:lnTo>
                    <a:pt x="6848286" y="1002244"/>
                  </a:lnTo>
                  <a:lnTo>
                    <a:pt x="6919942" y="1014103"/>
                  </a:lnTo>
                  <a:lnTo>
                    <a:pt x="6997899" y="1024716"/>
                  </a:lnTo>
                  <a:lnTo>
                    <a:pt x="7081923" y="1034195"/>
                  </a:lnTo>
                  <a:lnTo>
                    <a:pt x="7170991" y="1042603"/>
                  </a:lnTo>
                  <a:lnTo>
                    <a:pt x="7263082" y="1049959"/>
                  </a:lnTo>
                  <a:lnTo>
                    <a:pt x="7355072" y="1056248"/>
                  </a:lnTo>
                  <a:lnTo>
                    <a:pt x="7442878" y="1061443"/>
                  </a:lnTo>
                  <a:lnTo>
                    <a:pt x="7521935" y="1065533"/>
                  </a:lnTo>
                  <a:lnTo>
                    <a:pt x="7587999" y="1068549"/>
                  </a:lnTo>
                  <a:lnTo>
                    <a:pt x="7638102" y="1070581"/>
                  </a:lnTo>
                  <a:lnTo>
                    <a:pt x="7671338" y="1071786"/>
                  </a:lnTo>
                  <a:lnTo>
                    <a:pt x="7689226" y="1072368"/>
                  </a:lnTo>
                  <a:lnTo>
                    <a:pt x="7695596" y="1072555"/>
                  </a:lnTo>
                  <a:lnTo>
                    <a:pt x="7696237" y="1072573"/>
                  </a:lnTo>
                  <a:lnTo>
                    <a:pt x="8234974" y="1072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8" name="pl1438"/>
            <p:cNvSpPr/>
            <p:nvPr/>
          </p:nvSpPr>
          <p:spPr>
            <a:xfrm>
              <a:off x="546595" y="1643360"/>
              <a:ext cx="8234974" cy="2923714"/>
            </a:xfrm>
            <a:custGeom>
              <a:avLst/>
              <a:pathLst>
                <a:path w="8234974" h="2923714">
                  <a:moveTo>
                    <a:pt x="8234974" y="1072573"/>
                  </a:move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8" y="86"/>
                  </a:lnTo>
                  <a:lnTo>
                    <a:pt x="3839366" y="704"/>
                  </a:lnTo>
                  <a:lnTo>
                    <a:pt x="3820362" y="2413"/>
                  </a:lnTo>
                  <a:lnTo>
                    <a:pt x="3786730" y="5769"/>
                  </a:lnTo>
                  <a:lnTo>
                    <a:pt x="3737304" y="11270"/>
                  </a:lnTo>
                  <a:lnTo>
                    <a:pt x="3673032" y="19291"/>
                  </a:lnTo>
                  <a:lnTo>
                    <a:pt x="3596644" y="30055"/>
                  </a:lnTo>
                  <a:lnTo>
                    <a:pt x="3511979" y="43635"/>
                  </a:lnTo>
                  <a:lnTo>
                    <a:pt x="3423175" y="60004"/>
                  </a:lnTo>
                  <a:lnTo>
                    <a:pt x="3333975" y="79098"/>
                  </a:lnTo>
                  <a:lnTo>
                    <a:pt x="3247306" y="100874"/>
                  </a:lnTo>
                  <a:lnTo>
                    <a:pt x="3165131" y="125365"/>
                  </a:lnTo>
                  <a:lnTo>
                    <a:pt x="3088514" y="152706"/>
                  </a:lnTo>
                  <a:lnTo>
                    <a:pt x="3017795" y="183146"/>
                  </a:lnTo>
                  <a:lnTo>
                    <a:pt x="2952783" y="217055"/>
                  </a:lnTo>
                  <a:lnTo>
                    <a:pt x="2892940" y="254908"/>
                  </a:lnTo>
                  <a:lnTo>
                    <a:pt x="2837524" y="297268"/>
                  </a:lnTo>
                  <a:lnTo>
                    <a:pt x="2785693" y="344749"/>
                  </a:lnTo>
                  <a:lnTo>
                    <a:pt x="2736590" y="397944"/>
                  </a:lnTo>
                  <a:lnTo>
                    <a:pt x="2689409" y="457307"/>
                  </a:lnTo>
                  <a:lnTo>
                    <a:pt x="2667772" y="487285"/>
                  </a:lnTo>
                  <a:lnTo>
                    <a:pt x="2632753" y="539384"/>
                  </a:lnTo>
                  <a:lnTo>
                    <a:pt x="2598061" y="595263"/>
                  </a:lnTo>
                  <a:lnTo>
                    <a:pt x="2563490" y="654998"/>
                  </a:lnTo>
                  <a:lnTo>
                    <a:pt x="2528879" y="718608"/>
                  </a:lnTo>
                  <a:lnTo>
                    <a:pt x="2494104" y="786041"/>
                  </a:lnTo>
                  <a:lnTo>
                    <a:pt x="2459080" y="857176"/>
                  </a:lnTo>
                  <a:lnTo>
                    <a:pt x="2423751" y="931814"/>
                  </a:lnTo>
                  <a:lnTo>
                    <a:pt x="2388094" y="1009677"/>
                  </a:lnTo>
                  <a:lnTo>
                    <a:pt x="2352111" y="1090410"/>
                  </a:lnTo>
                  <a:lnTo>
                    <a:pt x="2315830" y="1173586"/>
                  </a:lnTo>
                  <a:lnTo>
                    <a:pt x="2279298" y="1258712"/>
                  </a:lnTo>
                  <a:lnTo>
                    <a:pt x="2242578" y="1345241"/>
                  </a:lnTo>
                  <a:lnTo>
                    <a:pt x="2205748" y="1432587"/>
                  </a:lnTo>
                  <a:lnTo>
                    <a:pt x="2168889" y="1520139"/>
                  </a:lnTo>
                  <a:lnTo>
                    <a:pt x="2132086" y="1607281"/>
                  </a:lnTo>
                  <a:lnTo>
                    <a:pt x="2095420" y="1693409"/>
                  </a:lnTo>
                  <a:lnTo>
                    <a:pt x="2058965" y="1777946"/>
                  </a:lnTo>
                  <a:lnTo>
                    <a:pt x="2022778" y="1860364"/>
                  </a:lnTo>
                  <a:lnTo>
                    <a:pt x="1986902" y="1940189"/>
                  </a:lnTo>
                  <a:lnTo>
                    <a:pt x="1951355" y="2017018"/>
                  </a:lnTo>
                  <a:lnTo>
                    <a:pt x="1916131" y="2090522"/>
                  </a:lnTo>
                  <a:lnTo>
                    <a:pt x="1881197" y="2160448"/>
                  </a:lnTo>
                  <a:lnTo>
                    <a:pt x="1846488" y="2226623"/>
                  </a:lnTo>
                  <a:lnTo>
                    <a:pt x="1811905" y="2288950"/>
                  </a:lnTo>
                  <a:lnTo>
                    <a:pt x="1777314" y="2347402"/>
                  </a:lnTo>
                  <a:lnTo>
                    <a:pt x="1742539" y="2402016"/>
                  </a:lnTo>
                  <a:lnTo>
                    <a:pt x="1719082" y="2436429"/>
                  </a:lnTo>
                  <a:lnTo>
                    <a:pt x="1672558" y="2498750"/>
                  </a:lnTo>
                  <a:lnTo>
                    <a:pt x="1624449" y="2554793"/>
                  </a:lnTo>
                  <a:lnTo>
                    <a:pt x="1574001" y="2604881"/>
                  </a:lnTo>
                  <a:lnTo>
                    <a:pt x="1520372" y="2649563"/>
                  </a:lnTo>
                  <a:lnTo>
                    <a:pt x="1462704" y="2689452"/>
                  </a:lnTo>
                  <a:lnTo>
                    <a:pt x="1400195" y="2725143"/>
                  </a:lnTo>
                  <a:lnTo>
                    <a:pt x="1332197" y="2757156"/>
                  </a:lnTo>
                  <a:lnTo>
                    <a:pt x="1258338" y="2785910"/>
                  </a:lnTo>
                  <a:lnTo>
                    <a:pt x="1178683" y="2811712"/>
                  </a:lnTo>
                  <a:lnTo>
                    <a:pt x="1093932" y="2834750"/>
                  </a:lnTo>
                  <a:lnTo>
                    <a:pt x="1005611" y="2855102"/>
                  </a:lnTo>
                  <a:lnTo>
                    <a:pt x="916199" y="2872755"/>
                  </a:lnTo>
                  <a:lnTo>
                    <a:pt x="829091" y="2887649"/>
                  </a:lnTo>
                  <a:lnTo>
                    <a:pt x="748311" y="2899730"/>
                  </a:lnTo>
                  <a:lnTo>
                    <a:pt x="677938" y="2909018"/>
                  </a:lnTo>
                  <a:lnTo>
                    <a:pt x="621319" y="2915661"/>
                  </a:lnTo>
                  <a:lnTo>
                    <a:pt x="580303" y="2919967"/>
                  </a:lnTo>
                  <a:lnTo>
                    <a:pt x="554729" y="2922380"/>
                  </a:lnTo>
                  <a:lnTo>
                    <a:pt x="542311" y="2923438"/>
                  </a:lnTo>
                  <a:lnTo>
                    <a:pt x="538859" y="2923706"/>
                  </a:lnTo>
                  <a:lnTo>
                    <a:pt x="538736" y="2923714"/>
                  </a:lnTo>
                  <a:lnTo>
                    <a:pt x="0" y="2923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9" name="pg1439"/>
            <p:cNvSpPr/>
            <p:nvPr/>
          </p:nvSpPr>
          <p:spPr>
            <a:xfrm>
              <a:off x="546595" y="1746806"/>
              <a:ext cx="8234974" cy="2831157"/>
            </a:xfrm>
            <a:custGeom>
              <a:avLst/>
              <a:pathLst>
                <a:path w="8234974" h="2831157">
                  <a:moveTo>
                    <a:pt x="0" y="2831157"/>
                  </a:moveTo>
                  <a:lnTo>
                    <a:pt x="538736" y="2831157"/>
                  </a:lnTo>
                  <a:lnTo>
                    <a:pt x="539905" y="2831073"/>
                  </a:lnTo>
                  <a:lnTo>
                    <a:pt x="547550" y="2830471"/>
                  </a:lnTo>
                  <a:lnTo>
                    <a:pt x="566681" y="2828808"/>
                  </a:lnTo>
                  <a:lnTo>
                    <a:pt x="600526" y="2825540"/>
                  </a:lnTo>
                  <a:lnTo>
                    <a:pt x="650241" y="2820186"/>
                  </a:lnTo>
                  <a:lnTo>
                    <a:pt x="714851" y="2812381"/>
                  </a:lnTo>
                  <a:lnTo>
                    <a:pt x="791584" y="2801910"/>
                  </a:lnTo>
                  <a:lnTo>
                    <a:pt x="876564" y="2788704"/>
                  </a:lnTo>
                  <a:lnTo>
                    <a:pt x="965626" y="2772790"/>
                  </a:lnTo>
                  <a:lnTo>
                    <a:pt x="1055011" y="2754233"/>
                  </a:lnTo>
                  <a:lnTo>
                    <a:pt x="1141795" y="2733070"/>
                  </a:lnTo>
                  <a:lnTo>
                    <a:pt x="1224025" y="2709268"/>
                  </a:lnTo>
                  <a:lnTo>
                    <a:pt x="1300649" y="2682694"/>
                  </a:lnTo>
                  <a:lnTo>
                    <a:pt x="1371348" y="2653099"/>
                  </a:lnTo>
                  <a:lnTo>
                    <a:pt x="1436325" y="2620122"/>
                  </a:lnTo>
                  <a:lnTo>
                    <a:pt x="1496132" y="2583296"/>
                  </a:lnTo>
                  <a:lnTo>
                    <a:pt x="1551523" y="2542071"/>
                  </a:lnTo>
                  <a:lnTo>
                    <a:pt x="1603345" y="2495848"/>
                  </a:lnTo>
                  <a:lnTo>
                    <a:pt x="1652465" y="2444053"/>
                  </a:lnTo>
                  <a:lnTo>
                    <a:pt x="1699688" y="2386254"/>
                  </a:lnTo>
                  <a:lnTo>
                    <a:pt x="1719082" y="2360205"/>
                  </a:lnTo>
                  <a:lnTo>
                    <a:pt x="1754581" y="2309133"/>
                  </a:lnTo>
                  <a:lnTo>
                    <a:pt x="1789747" y="2254305"/>
                  </a:lnTo>
                  <a:lnTo>
                    <a:pt x="1824794" y="2195645"/>
                  </a:lnTo>
                  <a:lnTo>
                    <a:pt x="1859888" y="2133138"/>
                  </a:lnTo>
                  <a:lnTo>
                    <a:pt x="1895156" y="2066838"/>
                  </a:lnTo>
                  <a:lnTo>
                    <a:pt x="1930685" y="1996871"/>
                  </a:lnTo>
                  <a:lnTo>
                    <a:pt x="1966530" y="1923446"/>
                  </a:lnTo>
                  <a:lnTo>
                    <a:pt x="2002713" y="1846848"/>
                  </a:lnTo>
                  <a:lnTo>
                    <a:pt x="2039229" y="1767443"/>
                  </a:lnTo>
                  <a:lnTo>
                    <a:pt x="2076047" y="1685668"/>
                  </a:lnTo>
                  <a:lnTo>
                    <a:pt x="2113114" y="1602029"/>
                  </a:lnTo>
                  <a:lnTo>
                    <a:pt x="2150363" y="1517082"/>
                  </a:lnTo>
                  <a:lnTo>
                    <a:pt x="2187713" y="1431423"/>
                  </a:lnTo>
                  <a:lnTo>
                    <a:pt x="2225076" y="1345669"/>
                  </a:lnTo>
                  <a:lnTo>
                    <a:pt x="2262364" y="1260440"/>
                  </a:lnTo>
                  <a:lnTo>
                    <a:pt x="2299495" y="1176339"/>
                  </a:lnTo>
                  <a:lnTo>
                    <a:pt x="2336396" y="1093938"/>
                  </a:lnTo>
                  <a:lnTo>
                    <a:pt x="2373008" y="1013758"/>
                  </a:lnTo>
                  <a:lnTo>
                    <a:pt x="2409295" y="936259"/>
                  </a:lnTo>
                  <a:lnTo>
                    <a:pt x="2445242" y="861830"/>
                  </a:lnTo>
                  <a:lnTo>
                    <a:pt x="2480864" y="790780"/>
                  </a:lnTo>
                  <a:lnTo>
                    <a:pt x="2516204" y="723341"/>
                  </a:lnTo>
                  <a:lnTo>
                    <a:pt x="2551340" y="659665"/>
                  </a:lnTo>
                  <a:lnTo>
                    <a:pt x="2586385" y="599827"/>
                  </a:lnTo>
                  <a:lnTo>
                    <a:pt x="2621494" y="543833"/>
                  </a:lnTo>
                  <a:lnTo>
                    <a:pt x="2656865" y="491624"/>
                  </a:lnTo>
                  <a:lnTo>
                    <a:pt x="2667772" y="476396"/>
                  </a:lnTo>
                  <a:lnTo>
                    <a:pt x="2714411" y="416026"/>
                  </a:lnTo>
                  <a:lnTo>
                    <a:pt x="2762643" y="361752"/>
                  </a:lnTo>
                  <a:lnTo>
                    <a:pt x="2813229" y="313259"/>
                  </a:lnTo>
                  <a:lnTo>
                    <a:pt x="2867018" y="270013"/>
                  </a:lnTo>
                  <a:lnTo>
                    <a:pt x="2924875" y="231414"/>
                  </a:lnTo>
                  <a:lnTo>
                    <a:pt x="2987604" y="196887"/>
                  </a:lnTo>
                  <a:lnTo>
                    <a:pt x="3055856" y="165925"/>
                  </a:lnTo>
                  <a:lnTo>
                    <a:pt x="3130001" y="138121"/>
                  </a:lnTo>
                  <a:lnTo>
                    <a:pt x="3209963" y="113180"/>
                  </a:lnTo>
                  <a:lnTo>
                    <a:pt x="3295021" y="90921"/>
                  </a:lnTo>
                  <a:lnTo>
                    <a:pt x="3383617" y="71270"/>
                  </a:lnTo>
                  <a:lnTo>
                    <a:pt x="3473230" y="54240"/>
                  </a:lnTo>
                  <a:lnTo>
                    <a:pt x="3560417" y="39892"/>
                  </a:lnTo>
                  <a:lnTo>
                    <a:pt x="3641113" y="28277"/>
                  </a:lnTo>
                  <a:lnTo>
                    <a:pt x="3711223" y="19372"/>
                  </a:lnTo>
                  <a:lnTo>
                    <a:pt x="3767416" y="13027"/>
                  </a:lnTo>
                  <a:lnTo>
                    <a:pt x="3807896" y="8938"/>
                  </a:lnTo>
                  <a:lnTo>
                    <a:pt x="3832915" y="6666"/>
                  </a:lnTo>
                  <a:lnTo>
                    <a:pt x="3844859" y="568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8" y="5514"/>
                  </a:lnTo>
                  <a:lnTo>
                    <a:pt x="4395997" y="6014"/>
                  </a:lnTo>
                  <a:lnTo>
                    <a:pt x="4415812" y="7397"/>
                  </a:lnTo>
                  <a:lnTo>
                    <a:pt x="4450801" y="10111"/>
                  </a:lnTo>
                  <a:lnTo>
                    <a:pt x="4502064" y="14555"/>
                  </a:lnTo>
                  <a:lnTo>
                    <a:pt x="4568469" y="21023"/>
                  </a:lnTo>
                  <a:lnTo>
                    <a:pt x="4647031" y="29686"/>
                  </a:lnTo>
                  <a:lnTo>
                    <a:pt x="4733670" y="40592"/>
                  </a:lnTo>
                  <a:lnTo>
                    <a:pt x="4824073" y="53715"/>
                  </a:lnTo>
                  <a:lnTo>
                    <a:pt x="4914416" y="69001"/>
                  </a:lnTo>
                  <a:lnTo>
                    <a:pt x="5001782" y="86423"/>
                  </a:lnTo>
                  <a:lnTo>
                    <a:pt x="5084273" y="106019"/>
                  </a:lnTo>
                  <a:lnTo>
                    <a:pt x="5160924" y="127915"/>
                  </a:lnTo>
                  <a:lnTo>
                    <a:pt x="5231500" y="152332"/>
                  </a:lnTo>
                  <a:lnTo>
                    <a:pt x="5296288" y="179584"/>
                  </a:lnTo>
                  <a:lnTo>
                    <a:pt x="5355909" y="210076"/>
                  </a:lnTo>
                  <a:lnTo>
                    <a:pt x="5411173" y="244275"/>
                  </a:lnTo>
                  <a:lnTo>
                    <a:pt x="5462972" y="282679"/>
                  </a:lnTo>
                  <a:lnTo>
                    <a:pt x="5512196" y="325750"/>
                  </a:lnTo>
                  <a:lnTo>
                    <a:pt x="5559657" y="373796"/>
                  </a:lnTo>
                  <a:lnTo>
                    <a:pt x="5567201" y="382024"/>
                  </a:lnTo>
                  <a:lnTo>
                    <a:pt x="5605822" y="426620"/>
                  </a:lnTo>
                  <a:lnTo>
                    <a:pt x="5644073" y="474781"/>
                  </a:lnTo>
                  <a:lnTo>
                    <a:pt x="5682220" y="526580"/>
                  </a:lnTo>
                  <a:lnTo>
                    <a:pt x="5720467" y="582015"/>
                  </a:lnTo>
                  <a:lnTo>
                    <a:pt x="5758960" y="641008"/>
                  </a:lnTo>
                  <a:lnTo>
                    <a:pt x="5797796" y="703396"/>
                  </a:lnTo>
                  <a:lnTo>
                    <a:pt x="5837024" y="768925"/>
                  </a:lnTo>
                  <a:lnTo>
                    <a:pt x="5876652" y="837253"/>
                  </a:lnTo>
                  <a:lnTo>
                    <a:pt x="5916651" y="907953"/>
                  </a:lnTo>
                  <a:lnTo>
                    <a:pt x="5956960" y="980520"/>
                  </a:lnTo>
                  <a:lnTo>
                    <a:pt x="5997493" y="1054388"/>
                  </a:lnTo>
                  <a:lnTo>
                    <a:pt x="6038149" y="1128946"/>
                  </a:lnTo>
                  <a:lnTo>
                    <a:pt x="6078813" y="1203558"/>
                  </a:lnTo>
                  <a:lnTo>
                    <a:pt x="6119375" y="1277585"/>
                  </a:lnTo>
                  <a:lnTo>
                    <a:pt x="6159728" y="1350410"/>
                  </a:lnTo>
                  <a:lnTo>
                    <a:pt x="6199783" y="1421459"/>
                  </a:lnTo>
                  <a:lnTo>
                    <a:pt x="6239476" y="1490215"/>
                  </a:lnTo>
                  <a:lnTo>
                    <a:pt x="6278771" y="1556238"/>
                  </a:lnTo>
                  <a:lnTo>
                    <a:pt x="6317671" y="1619170"/>
                  </a:lnTo>
                  <a:lnTo>
                    <a:pt x="6356216" y="1678745"/>
                  </a:lnTo>
                  <a:lnTo>
                    <a:pt x="6394495" y="1734782"/>
                  </a:lnTo>
                  <a:lnTo>
                    <a:pt x="6432647" y="1787190"/>
                  </a:lnTo>
                  <a:lnTo>
                    <a:pt x="6470863" y="1835956"/>
                  </a:lnTo>
                  <a:lnTo>
                    <a:pt x="6509400" y="1881139"/>
                  </a:lnTo>
                  <a:lnTo>
                    <a:pt x="6515891" y="1888345"/>
                  </a:lnTo>
                  <a:lnTo>
                    <a:pt x="6563134" y="1937204"/>
                  </a:lnTo>
                  <a:lnTo>
                    <a:pt x="6612022" y="1981063"/>
                  </a:lnTo>
                  <a:lnTo>
                    <a:pt x="6663346" y="2020192"/>
                  </a:lnTo>
                  <a:lnTo>
                    <a:pt x="6717989" y="2055036"/>
                  </a:lnTo>
                  <a:lnTo>
                    <a:pt x="6776849" y="2086093"/>
                  </a:lnTo>
                  <a:lnTo>
                    <a:pt x="6840754" y="2113840"/>
                  </a:lnTo>
                  <a:lnTo>
                    <a:pt x="6910365" y="2138690"/>
                  </a:lnTo>
                  <a:lnTo>
                    <a:pt x="6986035" y="2160976"/>
                  </a:lnTo>
                  <a:lnTo>
                    <a:pt x="7067627" y="2180932"/>
                  </a:lnTo>
                  <a:lnTo>
                    <a:pt x="7154308" y="2198701"/>
                  </a:lnTo>
                  <a:lnTo>
                    <a:pt x="7244341" y="2214332"/>
                  </a:lnTo>
                  <a:lnTo>
                    <a:pt x="7334973" y="2227807"/>
                  </a:lnTo>
                  <a:lnTo>
                    <a:pt x="7422506" y="2239075"/>
                  </a:lnTo>
                  <a:lnTo>
                    <a:pt x="7502664" y="2248099"/>
                  </a:lnTo>
                  <a:lnTo>
                    <a:pt x="7571273" y="2254914"/>
                  </a:lnTo>
                  <a:lnTo>
                    <a:pt x="7625113" y="2259668"/>
                  </a:lnTo>
                  <a:lnTo>
                    <a:pt x="7662715" y="2262636"/>
                  </a:lnTo>
                  <a:lnTo>
                    <a:pt x="7684811" y="2264204"/>
                  </a:lnTo>
                  <a:lnTo>
                    <a:pt x="7694355" y="2264816"/>
                  </a:lnTo>
                  <a:lnTo>
                    <a:pt x="7696237" y="2264926"/>
                  </a:lnTo>
                  <a:lnTo>
                    <a:pt x="8234974" y="2264926"/>
                  </a:lnTo>
                  <a:lnTo>
                    <a:pt x="8234974" y="2259481"/>
                  </a:ln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0" y="84"/>
                  </a:lnTo>
                  <a:lnTo>
                    <a:pt x="3839305" y="685"/>
                  </a:lnTo>
                  <a:lnTo>
                    <a:pt x="3820173" y="2349"/>
                  </a:lnTo>
                  <a:lnTo>
                    <a:pt x="3786329" y="5617"/>
                  </a:lnTo>
                  <a:lnTo>
                    <a:pt x="3736613" y="10971"/>
                  </a:lnTo>
                  <a:lnTo>
                    <a:pt x="3672003" y="18776"/>
                  </a:lnTo>
                  <a:lnTo>
                    <a:pt x="3595270" y="29246"/>
                  </a:lnTo>
                  <a:lnTo>
                    <a:pt x="3510290" y="42452"/>
                  </a:lnTo>
                  <a:lnTo>
                    <a:pt x="3421229" y="58366"/>
                  </a:lnTo>
                  <a:lnTo>
                    <a:pt x="3331843" y="76924"/>
                  </a:lnTo>
                  <a:lnTo>
                    <a:pt x="3245059" y="98087"/>
                  </a:lnTo>
                  <a:lnTo>
                    <a:pt x="3162830" y="121889"/>
                  </a:lnTo>
                  <a:lnTo>
                    <a:pt x="3086205" y="148463"/>
                  </a:lnTo>
                  <a:lnTo>
                    <a:pt x="3015507" y="178058"/>
                  </a:lnTo>
                  <a:lnTo>
                    <a:pt x="2950529" y="211035"/>
                  </a:lnTo>
                  <a:lnTo>
                    <a:pt x="2890722" y="247860"/>
                  </a:lnTo>
                  <a:lnTo>
                    <a:pt x="2835332" y="289086"/>
                  </a:lnTo>
                  <a:lnTo>
                    <a:pt x="2783509" y="335309"/>
                  </a:lnTo>
                  <a:lnTo>
                    <a:pt x="2734390" y="387104"/>
                  </a:lnTo>
                  <a:lnTo>
                    <a:pt x="2687167" y="444903"/>
                  </a:lnTo>
                  <a:lnTo>
                    <a:pt x="2667772" y="470952"/>
                  </a:lnTo>
                  <a:lnTo>
                    <a:pt x="2632273" y="522024"/>
                  </a:lnTo>
                  <a:lnTo>
                    <a:pt x="2597108" y="576851"/>
                  </a:lnTo>
                  <a:lnTo>
                    <a:pt x="2562061" y="635511"/>
                  </a:lnTo>
                  <a:lnTo>
                    <a:pt x="2526967" y="698019"/>
                  </a:lnTo>
                  <a:lnTo>
                    <a:pt x="2491699" y="764319"/>
                  </a:lnTo>
                  <a:lnTo>
                    <a:pt x="2456170" y="834285"/>
                  </a:lnTo>
                  <a:lnTo>
                    <a:pt x="2420325" y="907711"/>
                  </a:lnTo>
                  <a:lnTo>
                    <a:pt x="2384141" y="984309"/>
                  </a:lnTo>
                  <a:lnTo>
                    <a:pt x="2347626" y="1063714"/>
                  </a:lnTo>
                  <a:lnTo>
                    <a:pt x="2310808" y="1145489"/>
                  </a:lnTo>
                  <a:lnTo>
                    <a:pt x="2273740" y="1229128"/>
                  </a:lnTo>
                  <a:lnTo>
                    <a:pt x="2236491" y="1314075"/>
                  </a:lnTo>
                  <a:lnTo>
                    <a:pt x="2199142" y="1399734"/>
                  </a:lnTo>
                  <a:lnTo>
                    <a:pt x="2161779" y="1485488"/>
                  </a:lnTo>
                  <a:lnTo>
                    <a:pt x="2124490" y="1570717"/>
                  </a:lnTo>
                  <a:lnTo>
                    <a:pt x="2087359" y="1654818"/>
                  </a:lnTo>
                  <a:lnTo>
                    <a:pt x="2050459" y="1737219"/>
                  </a:lnTo>
                  <a:lnTo>
                    <a:pt x="2013846" y="1817398"/>
                  </a:lnTo>
                  <a:lnTo>
                    <a:pt x="1977560" y="1894897"/>
                  </a:lnTo>
                  <a:lnTo>
                    <a:pt x="1941612" y="1969327"/>
                  </a:lnTo>
                  <a:lnTo>
                    <a:pt x="1905991" y="2040377"/>
                  </a:lnTo>
                  <a:lnTo>
                    <a:pt x="1870651" y="2107815"/>
                  </a:lnTo>
                  <a:lnTo>
                    <a:pt x="1835515" y="2171492"/>
                  </a:lnTo>
                  <a:lnTo>
                    <a:pt x="1800469" y="2231330"/>
                  </a:lnTo>
                  <a:lnTo>
                    <a:pt x="1765360" y="2287324"/>
                  </a:lnTo>
                  <a:lnTo>
                    <a:pt x="1729989" y="2339533"/>
                  </a:lnTo>
                  <a:lnTo>
                    <a:pt x="1719082" y="2354761"/>
                  </a:lnTo>
                  <a:lnTo>
                    <a:pt x="1672444" y="2415131"/>
                  </a:lnTo>
                  <a:lnTo>
                    <a:pt x="1624212" y="2469404"/>
                  </a:lnTo>
                  <a:lnTo>
                    <a:pt x="1573625" y="2517897"/>
                  </a:lnTo>
                  <a:lnTo>
                    <a:pt x="1519836" y="2561144"/>
                  </a:lnTo>
                  <a:lnTo>
                    <a:pt x="1461980" y="2599742"/>
                  </a:lnTo>
                  <a:lnTo>
                    <a:pt x="1399251" y="2634270"/>
                  </a:lnTo>
                  <a:lnTo>
                    <a:pt x="1330998" y="2665232"/>
                  </a:lnTo>
                  <a:lnTo>
                    <a:pt x="1256853" y="2693035"/>
                  </a:lnTo>
                  <a:lnTo>
                    <a:pt x="1176891" y="2717976"/>
                  </a:lnTo>
                  <a:lnTo>
                    <a:pt x="1091834" y="2740236"/>
                  </a:lnTo>
                  <a:lnTo>
                    <a:pt x="1003238" y="2759887"/>
                  </a:lnTo>
                  <a:lnTo>
                    <a:pt x="913625" y="2776916"/>
                  </a:lnTo>
                  <a:lnTo>
                    <a:pt x="826437" y="2791264"/>
                  </a:lnTo>
                  <a:lnTo>
                    <a:pt x="745741" y="2802879"/>
                  </a:lnTo>
                  <a:lnTo>
                    <a:pt x="675631" y="2811784"/>
                  </a:lnTo>
                  <a:lnTo>
                    <a:pt x="619439" y="2818130"/>
                  </a:lnTo>
                  <a:lnTo>
                    <a:pt x="578958" y="2822219"/>
                  </a:lnTo>
                  <a:lnTo>
                    <a:pt x="553940" y="2824491"/>
                  </a:lnTo>
                  <a:lnTo>
                    <a:pt x="541995" y="2825470"/>
                  </a:lnTo>
                  <a:lnTo>
                    <a:pt x="538736" y="2825713"/>
                  </a:lnTo>
                  <a:lnTo>
                    <a:pt x="0" y="282571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40" name="pl1440"/>
            <p:cNvSpPr/>
            <p:nvPr/>
          </p:nvSpPr>
          <p:spPr>
            <a:xfrm>
              <a:off x="546595" y="1752251"/>
              <a:ext cx="8234974" cy="2825713"/>
            </a:xfrm>
            <a:custGeom>
              <a:avLst/>
              <a:pathLst>
                <a:path w="8234974" h="2825713">
                  <a:moveTo>
                    <a:pt x="0" y="2825713"/>
                  </a:moveTo>
                  <a:lnTo>
                    <a:pt x="538736" y="2825713"/>
                  </a:lnTo>
                  <a:lnTo>
                    <a:pt x="539905" y="2825628"/>
                  </a:lnTo>
                  <a:lnTo>
                    <a:pt x="547550" y="2825027"/>
                  </a:lnTo>
                  <a:lnTo>
                    <a:pt x="566681" y="2823363"/>
                  </a:lnTo>
                  <a:lnTo>
                    <a:pt x="600526" y="2820096"/>
                  </a:lnTo>
                  <a:lnTo>
                    <a:pt x="650241" y="2814741"/>
                  </a:lnTo>
                  <a:lnTo>
                    <a:pt x="714851" y="2806936"/>
                  </a:lnTo>
                  <a:lnTo>
                    <a:pt x="791584" y="2796466"/>
                  </a:lnTo>
                  <a:lnTo>
                    <a:pt x="876564" y="2783260"/>
                  </a:lnTo>
                  <a:lnTo>
                    <a:pt x="965626" y="2767346"/>
                  </a:lnTo>
                  <a:lnTo>
                    <a:pt x="1055011" y="2748788"/>
                  </a:lnTo>
                  <a:lnTo>
                    <a:pt x="1141795" y="2727625"/>
                  </a:lnTo>
                  <a:lnTo>
                    <a:pt x="1224025" y="2703823"/>
                  </a:lnTo>
                  <a:lnTo>
                    <a:pt x="1300649" y="2677249"/>
                  </a:lnTo>
                  <a:lnTo>
                    <a:pt x="1371348" y="2647654"/>
                  </a:lnTo>
                  <a:lnTo>
                    <a:pt x="1436325" y="2614677"/>
                  </a:lnTo>
                  <a:lnTo>
                    <a:pt x="1496132" y="2577852"/>
                  </a:lnTo>
                  <a:lnTo>
                    <a:pt x="1551523" y="2536626"/>
                  </a:lnTo>
                  <a:lnTo>
                    <a:pt x="1603345" y="2490404"/>
                  </a:lnTo>
                  <a:lnTo>
                    <a:pt x="1652465" y="2438608"/>
                  </a:lnTo>
                  <a:lnTo>
                    <a:pt x="1699688" y="2380809"/>
                  </a:lnTo>
                  <a:lnTo>
                    <a:pt x="1719082" y="2354761"/>
                  </a:lnTo>
                  <a:lnTo>
                    <a:pt x="1754581" y="2303689"/>
                  </a:lnTo>
                  <a:lnTo>
                    <a:pt x="1789747" y="2248861"/>
                  </a:lnTo>
                  <a:lnTo>
                    <a:pt x="1824794" y="2190201"/>
                  </a:lnTo>
                  <a:lnTo>
                    <a:pt x="1859888" y="2127694"/>
                  </a:lnTo>
                  <a:lnTo>
                    <a:pt x="1895156" y="2061393"/>
                  </a:lnTo>
                  <a:lnTo>
                    <a:pt x="1930685" y="1991427"/>
                  </a:lnTo>
                  <a:lnTo>
                    <a:pt x="1966530" y="1918002"/>
                  </a:lnTo>
                  <a:lnTo>
                    <a:pt x="2002713" y="1841404"/>
                  </a:lnTo>
                  <a:lnTo>
                    <a:pt x="2039229" y="1761998"/>
                  </a:lnTo>
                  <a:lnTo>
                    <a:pt x="2076047" y="1680224"/>
                  </a:lnTo>
                  <a:lnTo>
                    <a:pt x="2113114" y="1596584"/>
                  </a:lnTo>
                  <a:lnTo>
                    <a:pt x="2150363" y="1511637"/>
                  </a:lnTo>
                  <a:lnTo>
                    <a:pt x="2187713" y="1425978"/>
                  </a:lnTo>
                  <a:lnTo>
                    <a:pt x="2225076" y="1340224"/>
                  </a:lnTo>
                  <a:lnTo>
                    <a:pt x="2262364" y="1254995"/>
                  </a:lnTo>
                  <a:lnTo>
                    <a:pt x="2299495" y="1170895"/>
                  </a:lnTo>
                  <a:lnTo>
                    <a:pt x="2336396" y="1088494"/>
                  </a:lnTo>
                  <a:lnTo>
                    <a:pt x="2373008" y="1008314"/>
                  </a:lnTo>
                  <a:lnTo>
                    <a:pt x="2409295" y="930815"/>
                  </a:lnTo>
                  <a:lnTo>
                    <a:pt x="2445242" y="856385"/>
                  </a:lnTo>
                  <a:lnTo>
                    <a:pt x="2480864" y="785336"/>
                  </a:lnTo>
                  <a:lnTo>
                    <a:pt x="2516204" y="717897"/>
                  </a:lnTo>
                  <a:lnTo>
                    <a:pt x="2551340" y="654221"/>
                  </a:lnTo>
                  <a:lnTo>
                    <a:pt x="2586385" y="594383"/>
                  </a:lnTo>
                  <a:lnTo>
                    <a:pt x="2621494" y="538388"/>
                  </a:lnTo>
                  <a:lnTo>
                    <a:pt x="2656865" y="486179"/>
                  </a:lnTo>
                  <a:lnTo>
                    <a:pt x="2667772" y="470952"/>
                  </a:lnTo>
                  <a:lnTo>
                    <a:pt x="2714411" y="410581"/>
                  </a:lnTo>
                  <a:lnTo>
                    <a:pt x="2762643" y="356308"/>
                  </a:lnTo>
                  <a:lnTo>
                    <a:pt x="2813229" y="307815"/>
                  </a:lnTo>
                  <a:lnTo>
                    <a:pt x="2867018" y="264568"/>
                  </a:lnTo>
                  <a:lnTo>
                    <a:pt x="2924875" y="225970"/>
                  </a:lnTo>
                  <a:lnTo>
                    <a:pt x="2987604" y="191442"/>
                  </a:lnTo>
                  <a:lnTo>
                    <a:pt x="3055856" y="160480"/>
                  </a:lnTo>
                  <a:lnTo>
                    <a:pt x="3130001" y="132677"/>
                  </a:lnTo>
                  <a:lnTo>
                    <a:pt x="3209963" y="107736"/>
                  </a:lnTo>
                  <a:lnTo>
                    <a:pt x="3295021" y="85477"/>
                  </a:lnTo>
                  <a:lnTo>
                    <a:pt x="3383617" y="65825"/>
                  </a:lnTo>
                  <a:lnTo>
                    <a:pt x="3473230" y="48796"/>
                  </a:lnTo>
                  <a:lnTo>
                    <a:pt x="3560417" y="34448"/>
                  </a:lnTo>
                  <a:lnTo>
                    <a:pt x="3641113" y="22833"/>
                  </a:lnTo>
                  <a:lnTo>
                    <a:pt x="3711223" y="13928"/>
                  </a:lnTo>
                  <a:lnTo>
                    <a:pt x="3767416" y="7582"/>
                  </a:lnTo>
                  <a:lnTo>
                    <a:pt x="3807896" y="3493"/>
                  </a:lnTo>
                  <a:lnTo>
                    <a:pt x="3832915" y="1221"/>
                  </a:lnTo>
                  <a:lnTo>
                    <a:pt x="3844859" y="242"/>
                  </a:lnTo>
                  <a:lnTo>
                    <a:pt x="3848029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8" y="70"/>
                  </a:lnTo>
                  <a:lnTo>
                    <a:pt x="4395997" y="569"/>
                  </a:lnTo>
                  <a:lnTo>
                    <a:pt x="4415812" y="1952"/>
                  </a:lnTo>
                  <a:lnTo>
                    <a:pt x="4450801" y="4667"/>
                  </a:lnTo>
                  <a:lnTo>
                    <a:pt x="4502064" y="9110"/>
                  </a:lnTo>
                  <a:lnTo>
                    <a:pt x="4568469" y="15579"/>
                  </a:lnTo>
                  <a:lnTo>
                    <a:pt x="4647031" y="24241"/>
                  </a:lnTo>
                  <a:lnTo>
                    <a:pt x="4733670" y="35148"/>
                  </a:lnTo>
                  <a:lnTo>
                    <a:pt x="4824073" y="48270"/>
                  </a:lnTo>
                  <a:lnTo>
                    <a:pt x="4914416" y="63556"/>
                  </a:lnTo>
                  <a:lnTo>
                    <a:pt x="5001782" y="80978"/>
                  </a:lnTo>
                  <a:lnTo>
                    <a:pt x="5084273" y="100575"/>
                  </a:lnTo>
                  <a:lnTo>
                    <a:pt x="5160924" y="122471"/>
                  </a:lnTo>
                  <a:lnTo>
                    <a:pt x="5231500" y="146887"/>
                  </a:lnTo>
                  <a:lnTo>
                    <a:pt x="5296288" y="174140"/>
                  </a:lnTo>
                  <a:lnTo>
                    <a:pt x="5355909" y="204631"/>
                  </a:lnTo>
                  <a:lnTo>
                    <a:pt x="5411173" y="238830"/>
                  </a:lnTo>
                  <a:lnTo>
                    <a:pt x="5462972" y="277235"/>
                  </a:lnTo>
                  <a:lnTo>
                    <a:pt x="5512196" y="320306"/>
                  </a:lnTo>
                  <a:lnTo>
                    <a:pt x="5559657" y="368352"/>
                  </a:lnTo>
                  <a:lnTo>
                    <a:pt x="5567201" y="376580"/>
                  </a:lnTo>
                  <a:lnTo>
                    <a:pt x="5605822" y="421175"/>
                  </a:lnTo>
                  <a:lnTo>
                    <a:pt x="5644073" y="469337"/>
                  </a:lnTo>
                  <a:lnTo>
                    <a:pt x="5682220" y="521135"/>
                  </a:lnTo>
                  <a:lnTo>
                    <a:pt x="5720467" y="576570"/>
                  </a:lnTo>
                  <a:lnTo>
                    <a:pt x="5758960" y="635564"/>
                  </a:lnTo>
                  <a:lnTo>
                    <a:pt x="5797796" y="697951"/>
                  </a:lnTo>
                  <a:lnTo>
                    <a:pt x="5837024" y="763480"/>
                  </a:lnTo>
                  <a:lnTo>
                    <a:pt x="5876652" y="831809"/>
                  </a:lnTo>
                  <a:lnTo>
                    <a:pt x="5916651" y="902508"/>
                  </a:lnTo>
                  <a:lnTo>
                    <a:pt x="5956960" y="975075"/>
                  </a:lnTo>
                  <a:lnTo>
                    <a:pt x="5997493" y="1048944"/>
                  </a:lnTo>
                  <a:lnTo>
                    <a:pt x="6038149" y="1123502"/>
                  </a:lnTo>
                  <a:lnTo>
                    <a:pt x="6078813" y="1198113"/>
                  </a:lnTo>
                  <a:lnTo>
                    <a:pt x="6119375" y="1272140"/>
                  </a:lnTo>
                  <a:lnTo>
                    <a:pt x="6159728" y="1344966"/>
                  </a:lnTo>
                  <a:lnTo>
                    <a:pt x="6199783" y="1416014"/>
                  </a:lnTo>
                  <a:lnTo>
                    <a:pt x="6239476" y="1484770"/>
                  </a:lnTo>
                  <a:lnTo>
                    <a:pt x="6278771" y="1550793"/>
                  </a:lnTo>
                  <a:lnTo>
                    <a:pt x="6317671" y="1613726"/>
                  </a:lnTo>
                  <a:lnTo>
                    <a:pt x="6356216" y="1673300"/>
                  </a:lnTo>
                  <a:lnTo>
                    <a:pt x="6394495" y="1729337"/>
                  </a:lnTo>
                  <a:lnTo>
                    <a:pt x="6432647" y="1781745"/>
                  </a:lnTo>
                  <a:lnTo>
                    <a:pt x="6470863" y="1830511"/>
                  </a:lnTo>
                  <a:lnTo>
                    <a:pt x="6509400" y="1875695"/>
                  </a:lnTo>
                  <a:lnTo>
                    <a:pt x="6515891" y="1882901"/>
                  </a:lnTo>
                  <a:lnTo>
                    <a:pt x="6563134" y="1931759"/>
                  </a:lnTo>
                  <a:lnTo>
                    <a:pt x="6612022" y="1975619"/>
                  </a:lnTo>
                  <a:lnTo>
                    <a:pt x="6663346" y="2014748"/>
                  </a:lnTo>
                  <a:lnTo>
                    <a:pt x="6717989" y="2049592"/>
                  </a:lnTo>
                  <a:lnTo>
                    <a:pt x="6776849" y="2080649"/>
                  </a:lnTo>
                  <a:lnTo>
                    <a:pt x="6840754" y="2108395"/>
                  </a:lnTo>
                  <a:lnTo>
                    <a:pt x="6910365" y="2133246"/>
                  </a:lnTo>
                  <a:lnTo>
                    <a:pt x="6986035" y="2155531"/>
                  </a:lnTo>
                  <a:lnTo>
                    <a:pt x="7067627" y="2175488"/>
                  </a:lnTo>
                  <a:lnTo>
                    <a:pt x="7154308" y="2193256"/>
                  </a:lnTo>
                  <a:lnTo>
                    <a:pt x="7244341" y="2208888"/>
                  </a:lnTo>
                  <a:lnTo>
                    <a:pt x="7334973" y="2222363"/>
                  </a:lnTo>
                  <a:lnTo>
                    <a:pt x="7422506" y="2233631"/>
                  </a:lnTo>
                  <a:lnTo>
                    <a:pt x="7502664" y="2242655"/>
                  </a:lnTo>
                  <a:lnTo>
                    <a:pt x="7571273" y="2249469"/>
                  </a:lnTo>
                  <a:lnTo>
                    <a:pt x="7625113" y="2254223"/>
                  </a:lnTo>
                  <a:lnTo>
                    <a:pt x="7662715" y="2257192"/>
                  </a:lnTo>
                  <a:lnTo>
                    <a:pt x="7684811" y="2258760"/>
                  </a:lnTo>
                  <a:lnTo>
                    <a:pt x="7694355" y="2259371"/>
                  </a:lnTo>
                  <a:lnTo>
                    <a:pt x="7696232" y="2259481"/>
                  </a:lnTo>
                  <a:lnTo>
                    <a:pt x="7696237" y="2259481"/>
                  </a:lnTo>
                  <a:lnTo>
                    <a:pt x="8234974" y="2259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1" name="pl1441"/>
            <p:cNvSpPr/>
            <p:nvPr/>
          </p:nvSpPr>
          <p:spPr>
            <a:xfrm>
              <a:off x="546595" y="1746806"/>
              <a:ext cx="8234974" cy="2825713"/>
            </a:xfrm>
            <a:custGeom>
              <a:avLst/>
              <a:pathLst>
                <a:path w="8234974" h="2825713">
                  <a:moveTo>
                    <a:pt x="8234974" y="2259481"/>
                  </a:move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6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0" y="84"/>
                  </a:lnTo>
                  <a:lnTo>
                    <a:pt x="3839305" y="685"/>
                  </a:lnTo>
                  <a:lnTo>
                    <a:pt x="3820173" y="2349"/>
                  </a:lnTo>
                  <a:lnTo>
                    <a:pt x="3786329" y="5617"/>
                  </a:lnTo>
                  <a:lnTo>
                    <a:pt x="3736613" y="10971"/>
                  </a:lnTo>
                  <a:lnTo>
                    <a:pt x="3672003" y="18776"/>
                  </a:lnTo>
                  <a:lnTo>
                    <a:pt x="3595270" y="29246"/>
                  </a:lnTo>
                  <a:lnTo>
                    <a:pt x="3510290" y="42452"/>
                  </a:lnTo>
                  <a:lnTo>
                    <a:pt x="3421229" y="58366"/>
                  </a:lnTo>
                  <a:lnTo>
                    <a:pt x="3331843" y="76924"/>
                  </a:lnTo>
                  <a:lnTo>
                    <a:pt x="3245059" y="98087"/>
                  </a:lnTo>
                  <a:lnTo>
                    <a:pt x="3162830" y="121889"/>
                  </a:lnTo>
                  <a:lnTo>
                    <a:pt x="3086205" y="148463"/>
                  </a:lnTo>
                  <a:lnTo>
                    <a:pt x="3015507" y="178058"/>
                  </a:lnTo>
                  <a:lnTo>
                    <a:pt x="2950529" y="211035"/>
                  </a:lnTo>
                  <a:lnTo>
                    <a:pt x="2890722" y="247860"/>
                  </a:lnTo>
                  <a:lnTo>
                    <a:pt x="2835332" y="289086"/>
                  </a:lnTo>
                  <a:lnTo>
                    <a:pt x="2783509" y="335309"/>
                  </a:lnTo>
                  <a:lnTo>
                    <a:pt x="2734390" y="387104"/>
                  </a:lnTo>
                  <a:lnTo>
                    <a:pt x="2687167" y="444903"/>
                  </a:lnTo>
                  <a:lnTo>
                    <a:pt x="2667772" y="470952"/>
                  </a:lnTo>
                  <a:lnTo>
                    <a:pt x="2632273" y="522024"/>
                  </a:lnTo>
                  <a:lnTo>
                    <a:pt x="2597108" y="576851"/>
                  </a:lnTo>
                  <a:lnTo>
                    <a:pt x="2562061" y="635511"/>
                  </a:lnTo>
                  <a:lnTo>
                    <a:pt x="2526967" y="698019"/>
                  </a:lnTo>
                  <a:lnTo>
                    <a:pt x="2491699" y="764319"/>
                  </a:lnTo>
                  <a:lnTo>
                    <a:pt x="2456170" y="834285"/>
                  </a:lnTo>
                  <a:lnTo>
                    <a:pt x="2420325" y="907711"/>
                  </a:lnTo>
                  <a:lnTo>
                    <a:pt x="2384141" y="984309"/>
                  </a:lnTo>
                  <a:lnTo>
                    <a:pt x="2347626" y="1063714"/>
                  </a:lnTo>
                  <a:lnTo>
                    <a:pt x="2310808" y="1145489"/>
                  </a:lnTo>
                  <a:lnTo>
                    <a:pt x="2273740" y="1229128"/>
                  </a:lnTo>
                  <a:lnTo>
                    <a:pt x="2236491" y="1314075"/>
                  </a:lnTo>
                  <a:lnTo>
                    <a:pt x="2199142" y="1399734"/>
                  </a:lnTo>
                  <a:lnTo>
                    <a:pt x="2161779" y="1485488"/>
                  </a:lnTo>
                  <a:lnTo>
                    <a:pt x="2124490" y="1570717"/>
                  </a:lnTo>
                  <a:lnTo>
                    <a:pt x="2087359" y="1654818"/>
                  </a:lnTo>
                  <a:lnTo>
                    <a:pt x="2050459" y="1737219"/>
                  </a:lnTo>
                  <a:lnTo>
                    <a:pt x="2013846" y="1817398"/>
                  </a:lnTo>
                  <a:lnTo>
                    <a:pt x="1977560" y="1894897"/>
                  </a:lnTo>
                  <a:lnTo>
                    <a:pt x="1941612" y="1969327"/>
                  </a:lnTo>
                  <a:lnTo>
                    <a:pt x="1905991" y="2040377"/>
                  </a:lnTo>
                  <a:lnTo>
                    <a:pt x="1870651" y="2107815"/>
                  </a:lnTo>
                  <a:lnTo>
                    <a:pt x="1835515" y="2171492"/>
                  </a:lnTo>
                  <a:lnTo>
                    <a:pt x="1800469" y="2231330"/>
                  </a:lnTo>
                  <a:lnTo>
                    <a:pt x="1765360" y="2287324"/>
                  </a:lnTo>
                  <a:lnTo>
                    <a:pt x="1729989" y="2339533"/>
                  </a:lnTo>
                  <a:lnTo>
                    <a:pt x="1719082" y="2354761"/>
                  </a:lnTo>
                  <a:lnTo>
                    <a:pt x="1672444" y="2415131"/>
                  </a:lnTo>
                  <a:lnTo>
                    <a:pt x="1624212" y="2469404"/>
                  </a:lnTo>
                  <a:lnTo>
                    <a:pt x="1573625" y="2517897"/>
                  </a:lnTo>
                  <a:lnTo>
                    <a:pt x="1519836" y="2561144"/>
                  </a:lnTo>
                  <a:lnTo>
                    <a:pt x="1461980" y="2599742"/>
                  </a:lnTo>
                  <a:lnTo>
                    <a:pt x="1399251" y="2634270"/>
                  </a:lnTo>
                  <a:lnTo>
                    <a:pt x="1330998" y="2665232"/>
                  </a:lnTo>
                  <a:lnTo>
                    <a:pt x="1256853" y="2693035"/>
                  </a:lnTo>
                  <a:lnTo>
                    <a:pt x="1176891" y="2717976"/>
                  </a:lnTo>
                  <a:lnTo>
                    <a:pt x="1091834" y="2740236"/>
                  </a:lnTo>
                  <a:lnTo>
                    <a:pt x="1003238" y="2759887"/>
                  </a:lnTo>
                  <a:lnTo>
                    <a:pt x="913625" y="2776916"/>
                  </a:lnTo>
                  <a:lnTo>
                    <a:pt x="826437" y="2791264"/>
                  </a:lnTo>
                  <a:lnTo>
                    <a:pt x="745741" y="2802879"/>
                  </a:lnTo>
                  <a:lnTo>
                    <a:pt x="675631" y="2811784"/>
                  </a:lnTo>
                  <a:lnTo>
                    <a:pt x="619439" y="2818130"/>
                  </a:lnTo>
                  <a:lnTo>
                    <a:pt x="578958" y="2822219"/>
                  </a:lnTo>
                  <a:lnTo>
                    <a:pt x="553940" y="2824491"/>
                  </a:lnTo>
                  <a:lnTo>
                    <a:pt x="541995" y="2825470"/>
                  </a:lnTo>
                  <a:lnTo>
                    <a:pt x="538825" y="2825707"/>
                  </a:lnTo>
                  <a:lnTo>
                    <a:pt x="538736" y="2825713"/>
                  </a:lnTo>
                  <a:lnTo>
                    <a:pt x="0" y="2825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2" name="pg1442"/>
            <p:cNvSpPr/>
            <p:nvPr/>
          </p:nvSpPr>
          <p:spPr>
            <a:xfrm>
              <a:off x="546595" y="1768585"/>
              <a:ext cx="8234974" cy="2814824"/>
            </a:xfrm>
            <a:custGeom>
              <a:avLst/>
              <a:pathLst>
                <a:path w="8234974" h="2814824">
                  <a:moveTo>
                    <a:pt x="0" y="2814824"/>
                  </a:moveTo>
                  <a:lnTo>
                    <a:pt x="538736" y="2814824"/>
                  </a:lnTo>
                  <a:lnTo>
                    <a:pt x="539906" y="2814740"/>
                  </a:lnTo>
                  <a:lnTo>
                    <a:pt x="547560" y="2814141"/>
                  </a:lnTo>
                  <a:lnTo>
                    <a:pt x="566712" y="2812485"/>
                  </a:lnTo>
                  <a:lnTo>
                    <a:pt x="600592" y="2809232"/>
                  </a:lnTo>
                  <a:lnTo>
                    <a:pt x="650355" y="2803903"/>
                  </a:lnTo>
                  <a:lnTo>
                    <a:pt x="715021" y="2796134"/>
                  </a:lnTo>
                  <a:lnTo>
                    <a:pt x="791811" y="2785713"/>
                  </a:lnTo>
                  <a:lnTo>
                    <a:pt x="876842" y="2772570"/>
                  </a:lnTo>
                  <a:lnTo>
                    <a:pt x="965946" y="2756733"/>
                  </a:lnTo>
                  <a:lnTo>
                    <a:pt x="1055362" y="2738265"/>
                  </a:lnTo>
                  <a:lnTo>
                    <a:pt x="1142165" y="2717206"/>
                  </a:lnTo>
                  <a:lnTo>
                    <a:pt x="1224403" y="2693520"/>
                  </a:lnTo>
                  <a:lnTo>
                    <a:pt x="1301029" y="2667075"/>
                  </a:lnTo>
                  <a:lnTo>
                    <a:pt x="1371724" y="2637622"/>
                  </a:lnTo>
                  <a:lnTo>
                    <a:pt x="1436695" y="2604802"/>
                  </a:lnTo>
                  <a:lnTo>
                    <a:pt x="1496496" y="2568150"/>
                  </a:lnTo>
                  <a:lnTo>
                    <a:pt x="1551883" y="2527116"/>
                  </a:lnTo>
                  <a:lnTo>
                    <a:pt x="1603704" y="2481106"/>
                  </a:lnTo>
                  <a:lnTo>
                    <a:pt x="1652826" y="2429547"/>
                  </a:lnTo>
                  <a:lnTo>
                    <a:pt x="1700056" y="2372012"/>
                  </a:lnTo>
                  <a:lnTo>
                    <a:pt x="1719082" y="2346594"/>
                  </a:lnTo>
                  <a:lnTo>
                    <a:pt x="1754663" y="2295695"/>
                  </a:lnTo>
                  <a:lnTo>
                    <a:pt x="1789909" y="2241045"/>
                  </a:lnTo>
                  <a:lnTo>
                    <a:pt x="1825037" y="2182567"/>
                  </a:lnTo>
                  <a:lnTo>
                    <a:pt x="1860213" y="2120247"/>
                  </a:lnTo>
                  <a:lnTo>
                    <a:pt x="1895565" y="2054138"/>
                  </a:lnTo>
                  <a:lnTo>
                    <a:pt x="1931180" y="1984371"/>
                  </a:lnTo>
                  <a:lnTo>
                    <a:pt x="1967113" y="1911151"/>
                  </a:lnTo>
                  <a:lnTo>
                    <a:pt x="2003386" y="1834768"/>
                  </a:lnTo>
                  <a:lnTo>
                    <a:pt x="2039992" y="1755588"/>
                  </a:lnTo>
                  <a:lnTo>
                    <a:pt x="2076901" y="1674052"/>
                  </a:lnTo>
                  <a:lnTo>
                    <a:pt x="2114060" y="1590666"/>
                  </a:lnTo>
                  <a:lnTo>
                    <a:pt x="2151399" y="1505988"/>
                  </a:lnTo>
                  <a:lnTo>
                    <a:pt x="2188836" y="1420616"/>
                  </a:lnTo>
                  <a:lnTo>
                    <a:pt x="2226284" y="1335168"/>
                  </a:lnTo>
                  <a:lnTo>
                    <a:pt x="2263655" y="1250263"/>
                  </a:lnTo>
                  <a:lnTo>
                    <a:pt x="2300865" y="1166507"/>
                  </a:lnTo>
                  <a:lnTo>
                    <a:pt x="2337841" y="1084468"/>
                  </a:lnTo>
                  <a:lnTo>
                    <a:pt x="2374525" y="1004667"/>
                  </a:lnTo>
                  <a:lnTo>
                    <a:pt x="2410881" y="927562"/>
                  </a:lnTo>
                  <a:lnTo>
                    <a:pt x="2446897" y="853537"/>
                  </a:lnTo>
                  <a:lnTo>
                    <a:pt x="2482586" y="782901"/>
                  </a:lnTo>
                  <a:lnTo>
                    <a:pt x="2517995" y="715880"/>
                  </a:lnTo>
                  <a:lnTo>
                    <a:pt x="2553205" y="652623"/>
                  </a:lnTo>
                  <a:lnTo>
                    <a:pt x="2588330" y="593202"/>
                  </a:lnTo>
                  <a:lnTo>
                    <a:pt x="2623530" y="537619"/>
                  </a:lnTo>
                  <a:lnTo>
                    <a:pt x="2659005" y="485811"/>
                  </a:lnTo>
                  <a:lnTo>
                    <a:pt x="2667772" y="473674"/>
                  </a:lnTo>
                  <a:lnTo>
                    <a:pt x="2714429" y="413630"/>
                  </a:lnTo>
                  <a:lnTo>
                    <a:pt x="2762682" y="359652"/>
                  </a:lnTo>
                  <a:lnTo>
                    <a:pt x="2813291" y="311426"/>
                  </a:lnTo>
                  <a:lnTo>
                    <a:pt x="2867107" y="268419"/>
                  </a:lnTo>
                  <a:lnTo>
                    <a:pt x="2924994" y="230036"/>
                  </a:lnTo>
                  <a:lnTo>
                    <a:pt x="2987760" y="195703"/>
                  </a:lnTo>
                  <a:lnTo>
                    <a:pt x="3056054" y="164916"/>
                  </a:lnTo>
                  <a:lnTo>
                    <a:pt x="3130246" y="137272"/>
                  </a:lnTo>
                  <a:lnTo>
                    <a:pt x="3210258" y="112474"/>
                  </a:lnTo>
                  <a:lnTo>
                    <a:pt x="3295366" y="90344"/>
                  </a:lnTo>
                  <a:lnTo>
                    <a:pt x="3384007" y="70810"/>
                  </a:lnTo>
                  <a:lnTo>
                    <a:pt x="3473653" y="53884"/>
                  </a:lnTo>
                  <a:lnTo>
                    <a:pt x="3560853" y="39627"/>
                  </a:lnTo>
                  <a:lnTo>
                    <a:pt x="3641535" y="28089"/>
                  </a:lnTo>
                  <a:lnTo>
                    <a:pt x="3711601" y="19247"/>
                  </a:lnTo>
                  <a:lnTo>
                    <a:pt x="3767723" y="12951"/>
                  </a:lnTo>
                  <a:lnTo>
                    <a:pt x="3808115" y="8897"/>
                  </a:lnTo>
                  <a:lnTo>
                    <a:pt x="3833042" y="6648"/>
                  </a:lnTo>
                  <a:lnTo>
                    <a:pt x="3844910" y="568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2" y="5520"/>
                  </a:lnTo>
                  <a:lnTo>
                    <a:pt x="4395873" y="6061"/>
                  </a:lnTo>
                  <a:lnTo>
                    <a:pt x="4415430" y="7559"/>
                  </a:lnTo>
                  <a:lnTo>
                    <a:pt x="4449987" y="10499"/>
                  </a:lnTo>
                  <a:lnTo>
                    <a:pt x="4500668" y="15315"/>
                  </a:lnTo>
                  <a:lnTo>
                    <a:pt x="4566398" y="22328"/>
                  </a:lnTo>
                  <a:lnTo>
                    <a:pt x="4644275" y="31726"/>
                  </a:lnTo>
                  <a:lnTo>
                    <a:pt x="4730295" y="43566"/>
                  </a:lnTo>
                  <a:lnTo>
                    <a:pt x="4820199" y="57821"/>
                  </a:lnTo>
                  <a:lnTo>
                    <a:pt x="4910189" y="74432"/>
                  </a:lnTo>
                  <a:lnTo>
                    <a:pt x="4997342" y="93368"/>
                  </a:lnTo>
                  <a:lnTo>
                    <a:pt x="5079740" y="114667"/>
                  </a:lnTo>
                  <a:lnTo>
                    <a:pt x="5156384" y="138458"/>
                  </a:lnTo>
                  <a:lnTo>
                    <a:pt x="5227008" y="164974"/>
                  </a:lnTo>
                  <a:lnTo>
                    <a:pt x="5291868" y="194551"/>
                  </a:lnTo>
                  <a:lnTo>
                    <a:pt x="5351558" y="227620"/>
                  </a:lnTo>
                  <a:lnTo>
                    <a:pt x="5406867" y="264683"/>
                  </a:lnTo>
                  <a:lnTo>
                    <a:pt x="5458672" y="306281"/>
                  </a:lnTo>
                  <a:lnTo>
                    <a:pt x="5507853" y="352919"/>
                  </a:lnTo>
                  <a:lnTo>
                    <a:pt x="5555221" y="404954"/>
                  </a:lnTo>
                  <a:lnTo>
                    <a:pt x="5567201" y="419229"/>
                  </a:lnTo>
                  <a:lnTo>
                    <a:pt x="5604516" y="466499"/>
                  </a:lnTo>
                  <a:lnTo>
                    <a:pt x="5641476" y="517423"/>
                  </a:lnTo>
                  <a:lnTo>
                    <a:pt x="5678325" y="572074"/>
                  </a:lnTo>
                  <a:lnTo>
                    <a:pt x="5715251" y="630457"/>
                  </a:lnTo>
                  <a:lnTo>
                    <a:pt x="5752391" y="692505"/>
                  </a:lnTo>
                  <a:lnTo>
                    <a:pt x="5789839" y="758069"/>
                  </a:lnTo>
                  <a:lnTo>
                    <a:pt x="5827647" y="826915"/>
                  </a:lnTo>
                  <a:lnTo>
                    <a:pt x="5865830" y="898723"/>
                  </a:lnTo>
                  <a:lnTo>
                    <a:pt x="5904370" y="973090"/>
                  </a:lnTo>
                  <a:lnTo>
                    <a:pt x="5943219" y="1049538"/>
                  </a:lnTo>
                  <a:lnTo>
                    <a:pt x="5982307" y="1127525"/>
                  </a:lnTo>
                  <a:lnTo>
                    <a:pt x="6021547" y="1206457"/>
                  </a:lnTo>
                  <a:lnTo>
                    <a:pt x="6060838" y="1285712"/>
                  </a:lnTo>
                  <a:lnTo>
                    <a:pt x="6100079" y="1364656"/>
                  </a:lnTo>
                  <a:lnTo>
                    <a:pt x="6139171" y="1442665"/>
                  </a:lnTo>
                  <a:lnTo>
                    <a:pt x="6178025" y="1519146"/>
                  </a:lnTo>
                  <a:lnTo>
                    <a:pt x="6216571" y="1593555"/>
                  </a:lnTo>
                  <a:lnTo>
                    <a:pt x="6254761" y="1665413"/>
                  </a:lnTo>
                  <a:lnTo>
                    <a:pt x="6292575" y="1734315"/>
                  </a:lnTo>
                  <a:lnTo>
                    <a:pt x="6330030" y="1799940"/>
                  </a:lnTo>
                  <a:lnTo>
                    <a:pt x="6367175" y="1862053"/>
                  </a:lnTo>
                  <a:lnTo>
                    <a:pt x="6404103" y="1920503"/>
                  </a:lnTo>
                  <a:lnTo>
                    <a:pt x="6440952" y="1975221"/>
                  </a:lnTo>
                  <a:lnTo>
                    <a:pt x="6477908" y="2026212"/>
                  </a:lnTo>
                  <a:lnTo>
                    <a:pt x="6515214" y="2073547"/>
                  </a:lnTo>
                  <a:lnTo>
                    <a:pt x="6515891" y="2074367"/>
                  </a:lnTo>
                  <a:lnTo>
                    <a:pt x="6562907" y="2127811"/>
                  </a:lnTo>
                  <a:lnTo>
                    <a:pt x="6611549" y="2175814"/>
                  </a:lnTo>
                  <a:lnTo>
                    <a:pt x="6662596" y="2218663"/>
                  </a:lnTo>
                  <a:lnTo>
                    <a:pt x="6716918" y="2256842"/>
                  </a:lnTo>
                  <a:lnTo>
                    <a:pt x="6775401" y="2290888"/>
                  </a:lnTo>
                  <a:lnTo>
                    <a:pt x="6838863" y="2321319"/>
                  </a:lnTo>
                  <a:lnTo>
                    <a:pt x="6907963" y="2348587"/>
                  </a:lnTo>
                  <a:lnTo>
                    <a:pt x="6983059" y="2373053"/>
                  </a:lnTo>
                  <a:lnTo>
                    <a:pt x="7064039" y="2394976"/>
                  </a:lnTo>
                  <a:lnTo>
                    <a:pt x="7150113" y="2414513"/>
                  </a:lnTo>
                  <a:lnTo>
                    <a:pt x="7239612" y="2431723"/>
                  </a:lnTo>
                  <a:lnTo>
                    <a:pt x="7329871" y="2446590"/>
                  </a:lnTo>
                  <a:lnTo>
                    <a:pt x="7417288" y="2459056"/>
                  </a:lnTo>
                  <a:lnTo>
                    <a:pt x="7497668" y="2469082"/>
                  </a:lnTo>
                  <a:lnTo>
                    <a:pt x="7566860" y="2476696"/>
                  </a:lnTo>
                  <a:lnTo>
                    <a:pt x="7621599" y="2482052"/>
                  </a:lnTo>
                  <a:lnTo>
                    <a:pt x="7660288" y="2485437"/>
                  </a:lnTo>
                  <a:lnTo>
                    <a:pt x="7683474" y="2487260"/>
                  </a:lnTo>
                  <a:lnTo>
                    <a:pt x="7693895" y="2488000"/>
                  </a:lnTo>
                  <a:lnTo>
                    <a:pt x="7696237" y="2488152"/>
                  </a:lnTo>
                  <a:lnTo>
                    <a:pt x="8234974" y="2488152"/>
                  </a:lnTo>
                  <a:lnTo>
                    <a:pt x="8234974" y="2482707"/>
                  </a:ln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8" y="83"/>
                  </a:lnTo>
                  <a:lnTo>
                    <a:pt x="3839295" y="682"/>
                  </a:lnTo>
                  <a:lnTo>
                    <a:pt x="3820142" y="2338"/>
                  </a:lnTo>
                  <a:lnTo>
                    <a:pt x="3786262" y="5591"/>
                  </a:lnTo>
                  <a:lnTo>
                    <a:pt x="3736499" y="10920"/>
                  </a:lnTo>
                  <a:lnTo>
                    <a:pt x="3671834" y="18689"/>
                  </a:lnTo>
                  <a:lnTo>
                    <a:pt x="3595044" y="29110"/>
                  </a:lnTo>
                  <a:lnTo>
                    <a:pt x="3510012" y="42253"/>
                  </a:lnTo>
                  <a:lnTo>
                    <a:pt x="3420909" y="58090"/>
                  </a:lnTo>
                  <a:lnTo>
                    <a:pt x="3331493" y="76558"/>
                  </a:lnTo>
                  <a:lnTo>
                    <a:pt x="3244690" y="97618"/>
                  </a:lnTo>
                  <a:lnTo>
                    <a:pt x="3162452" y="121303"/>
                  </a:lnTo>
                  <a:lnTo>
                    <a:pt x="3085826" y="147749"/>
                  </a:lnTo>
                  <a:lnTo>
                    <a:pt x="3015131" y="177201"/>
                  </a:lnTo>
                  <a:lnTo>
                    <a:pt x="2950159" y="210021"/>
                  </a:lnTo>
                  <a:lnTo>
                    <a:pt x="2890358" y="246673"/>
                  </a:lnTo>
                  <a:lnTo>
                    <a:pt x="2834972" y="287707"/>
                  </a:lnTo>
                  <a:lnTo>
                    <a:pt x="2783150" y="333717"/>
                  </a:lnTo>
                  <a:lnTo>
                    <a:pt x="2734028" y="385276"/>
                  </a:lnTo>
                  <a:lnTo>
                    <a:pt x="2686798" y="442811"/>
                  </a:lnTo>
                  <a:lnTo>
                    <a:pt x="2667772" y="468229"/>
                  </a:lnTo>
                  <a:lnTo>
                    <a:pt x="2632192" y="519128"/>
                  </a:lnTo>
                  <a:lnTo>
                    <a:pt x="2596945" y="573778"/>
                  </a:lnTo>
                  <a:lnTo>
                    <a:pt x="2561818" y="632256"/>
                  </a:lnTo>
                  <a:lnTo>
                    <a:pt x="2526641" y="694576"/>
                  </a:lnTo>
                  <a:lnTo>
                    <a:pt x="2491290" y="760685"/>
                  </a:lnTo>
                  <a:lnTo>
                    <a:pt x="2455675" y="830453"/>
                  </a:lnTo>
                  <a:lnTo>
                    <a:pt x="2419742" y="903672"/>
                  </a:lnTo>
                  <a:lnTo>
                    <a:pt x="2383469" y="980055"/>
                  </a:lnTo>
                  <a:lnTo>
                    <a:pt x="2346862" y="1059235"/>
                  </a:lnTo>
                  <a:lnTo>
                    <a:pt x="2309953" y="1140771"/>
                  </a:lnTo>
                  <a:lnTo>
                    <a:pt x="2272795" y="1224157"/>
                  </a:lnTo>
                  <a:lnTo>
                    <a:pt x="2235456" y="1308835"/>
                  </a:lnTo>
                  <a:lnTo>
                    <a:pt x="2198019" y="1394207"/>
                  </a:lnTo>
                  <a:lnTo>
                    <a:pt x="2160570" y="1479656"/>
                  </a:lnTo>
                  <a:lnTo>
                    <a:pt x="2123200" y="1564560"/>
                  </a:lnTo>
                  <a:lnTo>
                    <a:pt x="2085990" y="1648316"/>
                  </a:lnTo>
                  <a:lnTo>
                    <a:pt x="2049014" y="1730355"/>
                  </a:lnTo>
                  <a:lnTo>
                    <a:pt x="2012329" y="1810156"/>
                  </a:lnTo>
                  <a:lnTo>
                    <a:pt x="1975973" y="1887262"/>
                  </a:lnTo>
                  <a:lnTo>
                    <a:pt x="1939958" y="1961286"/>
                  </a:lnTo>
                  <a:lnTo>
                    <a:pt x="1904269" y="2031923"/>
                  </a:lnTo>
                  <a:lnTo>
                    <a:pt x="1868859" y="2098943"/>
                  </a:lnTo>
                  <a:lnTo>
                    <a:pt x="1833650" y="2162200"/>
                  </a:lnTo>
                  <a:lnTo>
                    <a:pt x="1798524" y="2221621"/>
                  </a:lnTo>
                  <a:lnTo>
                    <a:pt x="1763325" y="2277205"/>
                  </a:lnTo>
                  <a:lnTo>
                    <a:pt x="1727849" y="2329013"/>
                  </a:lnTo>
                  <a:lnTo>
                    <a:pt x="1719082" y="2341149"/>
                  </a:lnTo>
                  <a:lnTo>
                    <a:pt x="1672425" y="2401194"/>
                  </a:lnTo>
                  <a:lnTo>
                    <a:pt x="1624173" y="2455171"/>
                  </a:lnTo>
                  <a:lnTo>
                    <a:pt x="1573564" y="2503397"/>
                  </a:lnTo>
                  <a:lnTo>
                    <a:pt x="1519748" y="2546404"/>
                  </a:lnTo>
                  <a:lnTo>
                    <a:pt x="1461860" y="2584787"/>
                  </a:lnTo>
                  <a:lnTo>
                    <a:pt x="1399095" y="2619120"/>
                  </a:lnTo>
                  <a:lnTo>
                    <a:pt x="1330801" y="2649907"/>
                  </a:lnTo>
                  <a:lnTo>
                    <a:pt x="1256609" y="2677552"/>
                  </a:lnTo>
                  <a:lnTo>
                    <a:pt x="1176597" y="2702349"/>
                  </a:lnTo>
                  <a:lnTo>
                    <a:pt x="1091488" y="2724479"/>
                  </a:lnTo>
                  <a:lnTo>
                    <a:pt x="1002847" y="2744013"/>
                  </a:lnTo>
                  <a:lnTo>
                    <a:pt x="913201" y="2760939"/>
                  </a:lnTo>
                  <a:lnTo>
                    <a:pt x="826002" y="2775196"/>
                  </a:lnTo>
                  <a:lnTo>
                    <a:pt x="745320" y="2786734"/>
                  </a:lnTo>
                  <a:lnTo>
                    <a:pt x="675253" y="2795576"/>
                  </a:lnTo>
                  <a:lnTo>
                    <a:pt x="619132" y="2801872"/>
                  </a:lnTo>
                  <a:lnTo>
                    <a:pt x="578740" y="2805926"/>
                  </a:lnTo>
                  <a:lnTo>
                    <a:pt x="553812" y="2808175"/>
                  </a:lnTo>
                  <a:lnTo>
                    <a:pt x="541945" y="2809142"/>
                  </a:lnTo>
                  <a:lnTo>
                    <a:pt x="538736" y="2809379"/>
                  </a:lnTo>
                  <a:lnTo>
                    <a:pt x="0" y="280937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43" name="pl1443"/>
            <p:cNvSpPr/>
            <p:nvPr/>
          </p:nvSpPr>
          <p:spPr>
            <a:xfrm>
              <a:off x="546595" y="1774029"/>
              <a:ext cx="8234974" cy="2809379"/>
            </a:xfrm>
            <a:custGeom>
              <a:avLst/>
              <a:pathLst>
                <a:path w="8234974" h="2809379">
                  <a:moveTo>
                    <a:pt x="0" y="2809379"/>
                  </a:moveTo>
                  <a:lnTo>
                    <a:pt x="538736" y="2809379"/>
                  </a:lnTo>
                  <a:lnTo>
                    <a:pt x="539906" y="2809295"/>
                  </a:lnTo>
                  <a:lnTo>
                    <a:pt x="547560" y="2808696"/>
                  </a:lnTo>
                  <a:lnTo>
                    <a:pt x="566712" y="2807040"/>
                  </a:lnTo>
                  <a:lnTo>
                    <a:pt x="600592" y="2803788"/>
                  </a:lnTo>
                  <a:lnTo>
                    <a:pt x="650355" y="2798458"/>
                  </a:lnTo>
                  <a:lnTo>
                    <a:pt x="715021" y="2790689"/>
                  </a:lnTo>
                  <a:lnTo>
                    <a:pt x="791811" y="2780269"/>
                  </a:lnTo>
                  <a:lnTo>
                    <a:pt x="876842" y="2767126"/>
                  </a:lnTo>
                  <a:lnTo>
                    <a:pt x="965946" y="2751289"/>
                  </a:lnTo>
                  <a:lnTo>
                    <a:pt x="1055362" y="2732821"/>
                  </a:lnTo>
                  <a:lnTo>
                    <a:pt x="1142165" y="2711761"/>
                  </a:lnTo>
                  <a:lnTo>
                    <a:pt x="1224403" y="2688075"/>
                  </a:lnTo>
                  <a:lnTo>
                    <a:pt x="1301029" y="2661630"/>
                  </a:lnTo>
                  <a:lnTo>
                    <a:pt x="1371724" y="2632178"/>
                  </a:lnTo>
                  <a:lnTo>
                    <a:pt x="1436695" y="2599358"/>
                  </a:lnTo>
                  <a:lnTo>
                    <a:pt x="1496496" y="2562706"/>
                  </a:lnTo>
                  <a:lnTo>
                    <a:pt x="1551883" y="2521672"/>
                  </a:lnTo>
                  <a:lnTo>
                    <a:pt x="1603704" y="2475661"/>
                  </a:lnTo>
                  <a:lnTo>
                    <a:pt x="1652826" y="2424102"/>
                  </a:lnTo>
                  <a:lnTo>
                    <a:pt x="1700056" y="2366567"/>
                  </a:lnTo>
                  <a:lnTo>
                    <a:pt x="1719082" y="2341149"/>
                  </a:lnTo>
                  <a:lnTo>
                    <a:pt x="1754663" y="2290251"/>
                  </a:lnTo>
                  <a:lnTo>
                    <a:pt x="1789909" y="2235601"/>
                  </a:lnTo>
                  <a:lnTo>
                    <a:pt x="1825037" y="2177123"/>
                  </a:lnTo>
                  <a:lnTo>
                    <a:pt x="1860213" y="2114802"/>
                  </a:lnTo>
                  <a:lnTo>
                    <a:pt x="1895565" y="2048694"/>
                  </a:lnTo>
                  <a:lnTo>
                    <a:pt x="1931180" y="1978926"/>
                  </a:lnTo>
                  <a:lnTo>
                    <a:pt x="1967113" y="1905707"/>
                  </a:lnTo>
                  <a:lnTo>
                    <a:pt x="2003386" y="1829324"/>
                  </a:lnTo>
                  <a:lnTo>
                    <a:pt x="2039992" y="1750144"/>
                  </a:lnTo>
                  <a:lnTo>
                    <a:pt x="2076901" y="1668608"/>
                  </a:lnTo>
                  <a:lnTo>
                    <a:pt x="2114060" y="1585221"/>
                  </a:lnTo>
                  <a:lnTo>
                    <a:pt x="2151399" y="1500543"/>
                  </a:lnTo>
                  <a:lnTo>
                    <a:pt x="2188836" y="1415171"/>
                  </a:lnTo>
                  <a:lnTo>
                    <a:pt x="2226284" y="1329723"/>
                  </a:lnTo>
                  <a:lnTo>
                    <a:pt x="2263655" y="1244819"/>
                  </a:lnTo>
                  <a:lnTo>
                    <a:pt x="2300865" y="1161062"/>
                  </a:lnTo>
                  <a:lnTo>
                    <a:pt x="2337841" y="1079024"/>
                  </a:lnTo>
                  <a:lnTo>
                    <a:pt x="2374525" y="999223"/>
                  </a:lnTo>
                  <a:lnTo>
                    <a:pt x="2410881" y="922117"/>
                  </a:lnTo>
                  <a:lnTo>
                    <a:pt x="2446897" y="848092"/>
                  </a:lnTo>
                  <a:lnTo>
                    <a:pt x="2482586" y="777456"/>
                  </a:lnTo>
                  <a:lnTo>
                    <a:pt x="2517995" y="710436"/>
                  </a:lnTo>
                  <a:lnTo>
                    <a:pt x="2553205" y="647179"/>
                  </a:lnTo>
                  <a:lnTo>
                    <a:pt x="2588330" y="587758"/>
                  </a:lnTo>
                  <a:lnTo>
                    <a:pt x="2623530" y="532174"/>
                  </a:lnTo>
                  <a:lnTo>
                    <a:pt x="2659005" y="480366"/>
                  </a:lnTo>
                  <a:lnTo>
                    <a:pt x="2667772" y="468229"/>
                  </a:lnTo>
                  <a:lnTo>
                    <a:pt x="2714429" y="408185"/>
                  </a:lnTo>
                  <a:lnTo>
                    <a:pt x="2762682" y="354208"/>
                  </a:lnTo>
                  <a:lnTo>
                    <a:pt x="2813291" y="305981"/>
                  </a:lnTo>
                  <a:lnTo>
                    <a:pt x="2867107" y="262975"/>
                  </a:lnTo>
                  <a:lnTo>
                    <a:pt x="2924994" y="224592"/>
                  </a:lnTo>
                  <a:lnTo>
                    <a:pt x="2987760" y="190258"/>
                  </a:lnTo>
                  <a:lnTo>
                    <a:pt x="3056054" y="159472"/>
                  </a:lnTo>
                  <a:lnTo>
                    <a:pt x="3130246" y="131827"/>
                  </a:lnTo>
                  <a:lnTo>
                    <a:pt x="3210258" y="107030"/>
                  </a:lnTo>
                  <a:lnTo>
                    <a:pt x="3295366" y="84900"/>
                  </a:lnTo>
                  <a:lnTo>
                    <a:pt x="3384007" y="65365"/>
                  </a:lnTo>
                  <a:lnTo>
                    <a:pt x="3473653" y="48440"/>
                  </a:lnTo>
                  <a:lnTo>
                    <a:pt x="3560853" y="34182"/>
                  </a:lnTo>
                  <a:lnTo>
                    <a:pt x="3641535" y="22644"/>
                  </a:lnTo>
                  <a:lnTo>
                    <a:pt x="3711601" y="13803"/>
                  </a:lnTo>
                  <a:lnTo>
                    <a:pt x="3767723" y="7506"/>
                  </a:lnTo>
                  <a:lnTo>
                    <a:pt x="3808115" y="3452"/>
                  </a:lnTo>
                  <a:lnTo>
                    <a:pt x="3833042" y="1204"/>
                  </a:lnTo>
                  <a:lnTo>
                    <a:pt x="3844910" y="237"/>
                  </a:lnTo>
                  <a:lnTo>
                    <a:pt x="3848034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2" y="75"/>
                  </a:lnTo>
                  <a:lnTo>
                    <a:pt x="4395873" y="617"/>
                  </a:lnTo>
                  <a:lnTo>
                    <a:pt x="4415430" y="2114"/>
                  </a:lnTo>
                  <a:lnTo>
                    <a:pt x="4449987" y="5055"/>
                  </a:lnTo>
                  <a:lnTo>
                    <a:pt x="4500668" y="9870"/>
                  </a:lnTo>
                  <a:lnTo>
                    <a:pt x="4566398" y="16883"/>
                  </a:lnTo>
                  <a:lnTo>
                    <a:pt x="4644275" y="26281"/>
                  </a:lnTo>
                  <a:lnTo>
                    <a:pt x="4730295" y="38122"/>
                  </a:lnTo>
                  <a:lnTo>
                    <a:pt x="4820199" y="52376"/>
                  </a:lnTo>
                  <a:lnTo>
                    <a:pt x="4910189" y="68987"/>
                  </a:lnTo>
                  <a:lnTo>
                    <a:pt x="4997342" y="87924"/>
                  </a:lnTo>
                  <a:lnTo>
                    <a:pt x="5079740" y="109222"/>
                  </a:lnTo>
                  <a:lnTo>
                    <a:pt x="5156384" y="133013"/>
                  </a:lnTo>
                  <a:lnTo>
                    <a:pt x="5227008" y="159529"/>
                  </a:lnTo>
                  <a:lnTo>
                    <a:pt x="5291868" y="189107"/>
                  </a:lnTo>
                  <a:lnTo>
                    <a:pt x="5351558" y="222175"/>
                  </a:lnTo>
                  <a:lnTo>
                    <a:pt x="5406867" y="259239"/>
                  </a:lnTo>
                  <a:lnTo>
                    <a:pt x="5458672" y="300836"/>
                  </a:lnTo>
                  <a:lnTo>
                    <a:pt x="5507853" y="347474"/>
                  </a:lnTo>
                  <a:lnTo>
                    <a:pt x="5555221" y="399509"/>
                  </a:lnTo>
                  <a:lnTo>
                    <a:pt x="5567201" y="413784"/>
                  </a:lnTo>
                  <a:lnTo>
                    <a:pt x="5604516" y="461055"/>
                  </a:lnTo>
                  <a:lnTo>
                    <a:pt x="5641476" y="511979"/>
                  </a:lnTo>
                  <a:lnTo>
                    <a:pt x="5678325" y="566629"/>
                  </a:lnTo>
                  <a:lnTo>
                    <a:pt x="5715251" y="625012"/>
                  </a:lnTo>
                  <a:lnTo>
                    <a:pt x="5752391" y="687061"/>
                  </a:lnTo>
                  <a:lnTo>
                    <a:pt x="5789839" y="752624"/>
                  </a:lnTo>
                  <a:lnTo>
                    <a:pt x="5827647" y="821470"/>
                  </a:lnTo>
                  <a:lnTo>
                    <a:pt x="5865830" y="893278"/>
                  </a:lnTo>
                  <a:lnTo>
                    <a:pt x="5904370" y="967645"/>
                  </a:lnTo>
                  <a:lnTo>
                    <a:pt x="5943219" y="1044094"/>
                  </a:lnTo>
                  <a:lnTo>
                    <a:pt x="5982307" y="1122080"/>
                  </a:lnTo>
                  <a:lnTo>
                    <a:pt x="6021547" y="1201012"/>
                  </a:lnTo>
                  <a:lnTo>
                    <a:pt x="6060838" y="1280268"/>
                  </a:lnTo>
                  <a:lnTo>
                    <a:pt x="6100079" y="1359211"/>
                  </a:lnTo>
                  <a:lnTo>
                    <a:pt x="6139171" y="1437220"/>
                  </a:lnTo>
                  <a:lnTo>
                    <a:pt x="6178025" y="1513701"/>
                  </a:lnTo>
                  <a:lnTo>
                    <a:pt x="6216571" y="1588110"/>
                  </a:lnTo>
                  <a:lnTo>
                    <a:pt x="6254761" y="1659968"/>
                  </a:lnTo>
                  <a:lnTo>
                    <a:pt x="6292575" y="1728870"/>
                  </a:lnTo>
                  <a:lnTo>
                    <a:pt x="6330030" y="1794496"/>
                  </a:lnTo>
                  <a:lnTo>
                    <a:pt x="6367175" y="1856609"/>
                  </a:lnTo>
                  <a:lnTo>
                    <a:pt x="6404103" y="1915059"/>
                  </a:lnTo>
                  <a:lnTo>
                    <a:pt x="6440952" y="1969776"/>
                  </a:lnTo>
                  <a:lnTo>
                    <a:pt x="6477908" y="2020767"/>
                  </a:lnTo>
                  <a:lnTo>
                    <a:pt x="6515214" y="2068103"/>
                  </a:lnTo>
                  <a:lnTo>
                    <a:pt x="6515891" y="2068922"/>
                  </a:lnTo>
                  <a:lnTo>
                    <a:pt x="6562907" y="2122367"/>
                  </a:lnTo>
                  <a:lnTo>
                    <a:pt x="6611549" y="2170369"/>
                  </a:lnTo>
                  <a:lnTo>
                    <a:pt x="6662596" y="2213219"/>
                  </a:lnTo>
                  <a:lnTo>
                    <a:pt x="6716918" y="2251397"/>
                  </a:lnTo>
                  <a:lnTo>
                    <a:pt x="6775401" y="2285443"/>
                  </a:lnTo>
                  <a:lnTo>
                    <a:pt x="6838863" y="2315875"/>
                  </a:lnTo>
                  <a:lnTo>
                    <a:pt x="6907963" y="2343143"/>
                  </a:lnTo>
                  <a:lnTo>
                    <a:pt x="6983059" y="2367608"/>
                  </a:lnTo>
                  <a:lnTo>
                    <a:pt x="7064039" y="2389531"/>
                  </a:lnTo>
                  <a:lnTo>
                    <a:pt x="7150113" y="2409069"/>
                  </a:lnTo>
                  <a:lnTo>
                    <a:pt x="7239612" y="2426279"/>
                  </a:lnTo>
                  <a:lnTo>
                    <a:pt x="7329871" y="2441145"/>
                  </a:lnTo>
                  <a:lnTo>
                    <a:pt x="7417288" y="2453612"/>
                  </a:lnTo>
                  <a:lnTo>
                    <a:pt x="7497668" y="2463637"/>
                  </a:lnTo>
                  <a:lnTo>
                    <a:pt x="7566860" y="2471252"/>
                  </a:lnTo>
                  <a:lnTo>
                    <a:pt x="7621599" y="2476607"/>
                  </a:lnTo>
                  <a:lnTo>
                    <a:pt x="7660288" y="2479992"/>
                  </a:lnTo>
                  <a:lnTo>
                    <a:pt x="7683474" y="2481816"/>
                  </a:lnTo>
                  <a:lnTo>
                    <a:pt x="7693895" y="2482556"/>
                  </a:lnTo>
                  <a:lnTo>
                    <a:pt x="7696216" y="2482706"/>
                  </a:lnTo>
                  <a:lnTo>
                    <a:pt x="7696237" y="2482707"/>
                  </a:lnTo>
                  <a:lnTo>
                    <a:pt x="8234974" y="2482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4" name="pl1444"/>
            <p:cNvSpPr/>
            <p:nvPr/>
          </p:nvSpPr>
          <p:spPr>
            <a:xfrm>
              <a:off x="546595" y="1768585"/>
              <a:ext cx="8234974" cy="2809379"/>
            </a:xfrm>
            <a:custGeom>
              <a:avLst/>
              <a:pathLst>
                <a:path w="8234974" h="2809379">
                  <a:moveTo>
                    <a:pt x="8234974" y="2482707"/>
                  </a:move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76" y="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8" y="83"/>
                  </a:lnTo>
                  <a:lnTo>
                    <a:pt x="3839295" y="682"/>
                  </a:lnTo>
                  <a:lnTo>
                    <a:pt x="3820142" y="2338"/>
                  </a:lnTo>
                  <a:lnTo>
                    <a:pt x="3786262" y="5591"/>
                  </a:lnTo>
                  <a:lnTo>
                    <a:pt x="3736499" y="10920"/>
                  </a:lnTo>
                  <a:lnTo>
                    <a:pt x="3671834" y="18689"/>
                  </a:lnTo>
                  <a:lnTo>
                    <a:pt x="3595044" y="29110"/>
                  </a:lnTo>
                  <a:lnTo>
                    <a:pt x="3510012" y="42253"/>
                  </a:lnTo>
                  <a:lnTo>
                    <a:pt x="3420909" y="58090"/>
                  </a:lnTo>
                  <a:lnTo>
                    <a:pt x="3331493" y="76558"/>
                  </a:lnTo>
                  <a:lnTo>
                    <a:pt x="3244690" y="97618"/>
                  </a:lnTo>
                  <a:lnTo>
                    <a:pt x="3162452" y="121303"/>
                  </a:lnTo>
                  <a:lnTo>
                    <a:pt x="3085826" y="147749"/>
                  </a:lnTo>
                  <a:lnTo>
                    <a:pt x="3015131" y="177201"/>
                  </a:lnTo>
                  <a:lnTo>
                    <a:pt x="2950159" y="210021"/>
                  </a:lnTo>
                  <a:lnTo>
                    <a:pt x="2890358" y="246673"/>
                  </a:lnTo>
                  <a:lnTo>
                    <a:pt x="2834972" y="287707"/>
                  </a:lnTo>
                  <a:lnTo>
                    <a:pt x="2783150" y="333717"/>
                  </a:lnTo>
                  <a:lnTo>
                    <a:pt x="2734028" y="385276"/>
                  </a:lnTo>
                  <a:lnTo>
                    <a:pt x="2686798" y="442811"/>
                  </a:lnTo>
                  <a:lnTo>
                    <a:pt x="2667772" y="468229"/>
                  </a:lnTo>
                  <a:lnTo>
                    <a:pt x="2632192" y="519128"/>
                  </a:lnTo>
                  <a:lnTo>
                    <a:pt x="2596945" y="573778"/>
                  </a:lnTo>
                  <a:lnTo>
                    <a:pt x="2561818" y="632256"/>
                  </a:lnTo>
                  <a:lnTo>
                    <a:pt x="2526641" y="694576"/>
                  </a:lnTo>
                  <a:lnTo>
                    <a:pt x="2491290" y="760685"/>
                  </a:lnTo>
                  <a:lnTo>
                    <a:pt x="2455675" y="830453"/>
                  </a:lnTo>
                  <a:lnTo>
                    <a:pt x="2419742" y="903672"/>
                  </a:lnTo>
                  <a:lnTo>
                    <a:pt x="2383469" y="980055"/>
                  </a:lnTo>
                  <a:lnTo>
                    <a:pt x="2346862" y="1059235"/>
                  </a:lnTo>
                  <a:lnTo>
                    <a:pt x="2309953" y="1140771"/>
                  </a:lnTo>
                  <a:lnTo>
                    <a:pt x="2272795" y="1224157"/>
                  </a:lnTo>
                  <a:lnTo>
                    <a:pt x="2235456" y="1308835"/>
                  </a:lnTo>
                  <a:lnTo>
                    <a:pt x="2198019" y="1394207"/>
                  </a:lnTo>
                  <a:lnTo>
                    <a:pt x="2160570" y="1479656"/>
                  </a:lnTo>
                  <a:lnTo>
                    <a:pt x="2123200" y="1564560"/>
                  </a:lnTo>
                  <a:lnTo>
                    <a:pt x="2085990" y="1648316"/>
                  </a:lnTo>
                  <a:lnTo>
                    <a:pt x="2049014" y="1730355"/>
                  </a:lnTo>
                  <a:lnTo>
                    <a:pt x="2012329" y="1810156"/>
                  </a:lnTo>
                  <a:lnTo>
                    <a:pt x="1975973" y="1887262"/>
                  </a:lnTo>
                  <a:lnTo>
                    <a:pt x="1939958" y="1961286"/>
                  </a:lnTo>
                  <a:lnTo>
                    <a:pt x="1904269" y="2031923"/>
                  </a:lnTo>
                  <a:lnTo>
                    <a:pt x="1868859" y="2098943"/>
                  </a:lnTo>
                  <a:lnTo>
                    <a:pt x="1833650" y="2162200"/>
                  </a:lnTo>
                  <a:lnTo>
                    <a:pt x="1798524" y="2221621"/>
                  </a:lnTo>
                  <a:lnTo>
                    <a:pt x="1763325" y="2277205"/>
                  </a:lnTo>
                  <a:lnTo>
                    <a:pt x="1727849" y="2329013"/>
                  </a:lnTo>
                  <a:lnTo>
                    <a:pt x="1719082" y="2341149"/>
                  </a:lnTo>
                  <a:lnTo>
                    <a:pt x="1672425" y="2401194"/>
                  </a:lnTo>
                  <a:lnTo>
                    <a:pt x="1624173" y="2455171"/>
                  </a:lnTo>
                  <a:lnTo>
                    <a:pt x="1573564" y="2503397"/>
                  </a:lnTo>
                  <a:lnTo>
                    <a:pt x="1519748" y="2546404"/>
                  </a:lnTo>
                  <a:lnTo>
                    <a:pt x="1461860" y="2584787"/>
                  </a:lnTo>
                  <a:lnTo>
                    <a:pt x="1399095" y="2619120"/>
                  </a:lnTo>
                  <a:lnTo>
                    <a:pt x="1330801" y="2649907"/>
                  </a:lnTo>
                  <a:lnTo>
                    <a:pt x="1256609" y="2677552"/>
                  </a:lnTo>
                  <a:lnTo>
                    <a:pt x="1176597" y="2702349"/>
                  </a:lnTo>
                  <a:lnTo>
                    <a:pt x="1091488" y="2724479"/>
                  </a:lnTo>
                  <a:lnTo>
                    <a:pt x="1002847" y="2744013"/>
                  </a:lnTo>
                  <a:lnTo>
                    <a:pt x="913201" y="2760939"/>
                  </a:lnTo>
                  <a:lnTo>
                    <a:pt x="826002" y="2775196"/>
                  </a:lnTo>
                  <a:lnTo>
                    <a:pt x="745320" y="2786734"/>
                  </a:lnTo>
                  <a:lnTo>
                    <a:pt x="675253" y="2795576"/>
                  </a:lnTo>
                  <a:lnTo>
                    <a:pt x="619132" y="2801872"/>
                  </a:lnTo>
                  <a:lnTo>
                    <a:pt x="578740" y="2805926"/>
                  </a:lnTo>
                  <a:lnTo>
                    <a:pt x="553812" y="2808175"/>
                  </a:lnTo>
                  <a:lnTo>
                    <a:pt x="541945" y="2809142"/>
                  </a:lnTo>
                  <a:lnTo>
                    <a:pt x="538820" y="2809373"/>
                  </a:lnTo>
                  <a:lnTo>
                    <a:pt x="538736" y="2809379"/>
                  </a:lnTo>
                  <a:lnTo>
                    <a:pt x="0" y="2809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5" name="pg1445"/>
            <p:cNvSpPr/>
            <p:nvPr/>
          </p:nvSpPr>
          <p:spPr>
            <a:xfrm>
              <a:off x="546595" y="1801252"/>
              <a:ext cx="8234974" cy="3544391"/>
            </a:xfrm>
            <a:custGeom>
              <a:avLst/>
              <a:pathLst>
                <a:path w="8234974" h="3544391">
                  <a:moveTo>
                    <a:pt x="0" y="2787601"/>
                  </a:moveTo>
                  <a:lnTo>
                    <a:pt x="538736" y="2787601"/>
                  </a:lnTo>
                  <a:lnTo>
                    <a:pt x="539909" y="2787518"/>
                  </a:lnTo>
                  <a:lnTo>
                    <a:pt x="547577" y="2786924"/>
                  </a:lnTo>
                  <a:lnTo>
                    <a:pt x="566764" y="2785280"/>
                  </a:lnTo>
                  <a:lnTo>
                    <a:pt x="600702" y="2782053"/>
                  </a:lnTo>
                  <a:lnTo>
                    <a:pt x="650544" y="2776765"/>
                  </a:lnTo>
                  <a:lnTo>
                    <a:pt x="715302" y="2769057"/>
                  </a:lnTo>
                  <a:lnTo>
                    <a:pt x="792186" y="2758719"/>
                  </a:lnTo>
                  <a:lnTo>
                    <a:pt x="877303" y="2745682"/>
                  </a:lnTo>
                  <a:lnTo>
                    <a:pt x="966477" y="2729973"/>
                  </a:lnTo>
                  <a:lnTo>
                    <a:pt x="1055943" y="2711656"/>
                  </a:lnTo>
                  <a:lnTo>
                    <a:pt x="1142777" y="2690769"/>
                  </a:lnTo>
                  <a:lnTo>
                    <a:pt x="1225029" y="2667277"/>
                  </a:lnTo>
                  <a:lnTo>
                    <a:pt x="1301657" y="2641048"/>
                  </a:lnTo>
                  <a:lnTo>
                    <a:pt x="1372346" y="2611834"/>
                  </a:lnTo>
                  <a:lnTo>
                    <a:pt x="1437308" y="2579277"/>
                  </a:lnTo>
                  <a:lnTo>
                    <a:pt x="1497100" y="2542914"/>
                  </a:lnTo>
                  <a:lnTo>
                    <a:pt x="1552479" y="2502201"/>
                  </a:lnTo>
                  <a:lnTo>
                    <a:pt x="1604299" y="2456546"/>
                  </a:lnTo>
                  <a:lnTo>
                    <a:pt x="1653426" y="2405384"/>
                  </a:lnTo>
                  <a:lnTo>
                    <a:pt x="1700667" y="2348292"/>
                  </a:lnTo>
                  <a:lnTo>
                    <a:pt x="1719082" y="2323908"/>
                  </a:lnTo>
                  <a:lnTo>
                    <a:pt x="1754800" y="2273301"/>
                  </a:lnTo>
                  <a:lnTo>
                    <a:pt x="1790182" y="2218948"/>
                  </a:lnTo>
                  <a:lnTo>
                    <a:pt x="1825445" y="2160776"/>
                  </a:lnTo>
                  <a:lnTo>
                    <a:pt x="1860759" y="2098768"/>
                  </a:lnTo>
                  <a:lnTo>
                    <a:pt x="1896252" y="2032982"/>
                  </a:lnTo>
                  <a:lnTo>
                    <a:pt x="1932012" y="1963547"/>
                  </a:lnTo>
                  <a:lnTo>
                    <a:pt x="1968092" y="1890673"/>
                  </a:lnTo>
                  <a:lnTo>
                    <a:pt x="2004515" y="1814651"/>
                  </a:lnTo>
                  <a:lnTo>
                    <a:pt x="2041274" y="1735851"/>
                  </a:lnTo>
                  <a:lnTo>
                    <a:pt x="2078337" y="1654715"/>
                  </a:lnTo>
                  <a:lnTo>
                    <a:pt x="2115648" y="1571753"/>
                  </a:lnTo>
                  <a:lnTo>
                    <a:pt x="2153137" y="1487528"/>
                  </a:lnTo>
                  <a:lnTo>
                    <a:pt x="2190723" y="1402638"/>
                  </a:lnTo>
                  <a:lnTo>
                    <a:pt x="2228314" y="1317703"/>
                  </a:lnTo>
                  <a:lnTo>
                    <a:pt x="2265823" y="1233344"/>
                  </a:lnTo>
                  <a:lnTo>
                    <a:pt x="2303164" y="1150165"/>
                  </a:lnTo>
                  <a:lnTo>
                    <a:pt x="2340266" y="1068734"/>
                  </a:lnTo>
                  <a:lnTo>
                    <a:pt x="2377071" y="989568"/>
                  </a:lnTo>
                  <a:lnTo>
                    <a:pt x="2413544" y="913122"/>
                  </a:lnTo>
                  <a:lnTo>
                    <a:pt x="2449673" y="839775"/>
                  </a:lnTo>
                  <a:lnTo>
                    <a:pt x="2485476" y="769831"/>
                  </a:lnTo>
                  <a:lnTo>
                    <a:pt x="2521003" y="703510"/>
                  </a:lnTo>
                  <a:lnTo>
                    <a:pt x="2556336" y="640954"/>
                  </a:lnTo>
                  <a:lnTo>
                    <a:pt x="2591597" y="582229"/>
                  </a:lnTo>
                  <a:lnTo>
                    <a:pt x="2626950" y="527330"/>
                  </a:lnTo>
                  <a:lnTo>
                    <a:pt x="2662603" y="476191"/>
                  </a:lnTo>
                  <a:lnTo>
                    <a:pt x="2667772" y="469137"/>
                  </a:lnTo>
                  <a:lnTo>
                    <a:pt x="2714460" y="409637"/>
                  </a:lnTo>
                  <a:lnTo>
                    <a:pt x="2762747" y="356154"/>
                  </a:lnTo>
                  <a:lnTo>
                    <a:pt x="2813394" y="308372"/>
                  </a:lnTo>
                  <a:lnTo>
                    <a:pt x="2867253" y="265766"/>
                  </a:lnTo>
                  <a:lnTo>
                    <a:pt x="2925192" y="227742"/>
                  </a:lnTo>
                  <a:lnTo>
                    <a:pt x="2988017" y="193733"/>
                  </a:lnTo>
                  <a:lnTo>
                    <a:pt x="3056381" y="163238"/>
                  </a:lnTo>
                  <a:lnTo>
                    <a:pt x="3130651" y="135858"/>
                  </a:lnTo>
                  <a:lnTo>
                    <a:pt x="3210747" y="111300"/>
                  </a:lnTo>
                  <a:lnTo>
                    <a:pt x="3295939" y="89386"/>
                  </a:lnTo>
                  <a:lnTo>
                    <a:pt x="3384655" y="70046"/>
                  </a:lnTo>
                  <a:lnTo>
                    <a:pt x="3474355" y="53293"/>
                  </a:lnTo>
                  <a:lnTo>
                    <a:pt x="3561575" y="39187"/>
                  </a:lnTo>
                  <a:lnTo>
                    <a:pt x="3642233" y="27777"/>
                  </a:lnTo>
                  <a:lnTo>
                    <a:pt x="3712226" y="19040"/>
                  </a:lnTo>
                  <a:lnTo>
                    <a:pt x="3768230" y="12825"/>
                  </a:lnTo>
                  <a:lnTo>
                    <a:pt x="3808476" y="8830"/>
                  </a:lnTo>
                  <a:lnTo>
                    <a:pt x="3833252" y="6619"/>
                  </a:lnTo>
                  <a:lnTo>
                    <a:pt x="3844992" y="56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18" y="5531"/>
                  </a:lnTo>
                  <a:lnTo>
                    <a:pt x="4394147" y="6148"/>
                  </a:lnTo>
                  <a:lnTo>
                    <a:pt x="4410084" y="7854"/>
                  </a:lnTo>
                  <a:lnTo>
                    <a:pt x="4438534" y="11212"/>
                  </a:lnTo>
                  <a:lnTo>
                    <a:pt x="4480842" y="16737"/>
                  </a:lnTo>
                  <a:lnTo>
                    <a:pt x="4536692" y="24845"/>
                  </a:lnTo>
                  <a:lnTo>
                    <a:pt x="4604264" y="35811"/>
                  </a:lnTo>
                  <a:lnTo>
                    <a:pt x="4680660" y="49766"/>
                  </a:lnTo>
                  <a:lnTo>
                    <a:pt x="4762482" y="66720"/>
                  </a:lnTo>
                  <a:lnTo>
                    <a:pt x="4846397" y="86618"/>
                  </a:lnTo>
                  <a:lnTo>
                    <a:pt x="4929559" y="109398"/>
                  </a:lnTo>
                  <a:lnTo>
                    <a:pt x="5009827" y="135038"/>
                  </a:lnTo>
                  <a:lnTo>
                    <a:pt x="5085810" y="163598"/>
                  </a:lnTo>
                  <a:lnTo>
                    <a:pt x="5156782" y="195240"/>
                  </a:lnTo>
                  <a:lnTo>
                    <a:pt x="5222554" y="230235"/>
                  </a:lnTo>
                  <a:lnTo>
                    <a:pt x="5283324" y="268964"/>
                  </a:lnTo>
                  <a:lnTo>
                    <a:pt x="5339548" y="311907"/>
                  </a:lnTo>
                  <a:lnTo>
                    <a:pt x="5391840" y="359630"/>
                  </a:lnTo>
                  <a:lnTo>
                    <a:pt x="5440893" y="412744"/>
                  </a:lnTo>
                  <a:lnTo>
                    <a:pt x="5487420" y="471854"/>
                  </a:lnTo>
                  <a:lnTo>
                    <a:pt x="5532102" y="537458"/>
                  </a:lnTo>
                  <a:lnTo>
                    <a:pt x="5567201" y="595269"/>
                  </a:lnTo>
                  <a:lnTo>
                    <a:pt x="5599549" y="653333"/>
                  </a:lnTo>
                  <a:lnTo>
                    <a:pt x="5631603" y="715290"/>
                  </a:lnTo>
                  <a:lnTo>
                    <a:pt x="5663530" y="781219"/>
                  </a:lnTo>
                  <a:lnTo>
                    <a:pt x="5695463" y="851148"/>
                  </a:lnTo>
                  <a:lnTo>
                    <a:pt x="5727507" y="925048"/>
                  </a:lnTo>
                  <a:lnTo>
                    <a:pt x="5759740" y="1002825"/>
                  </a:lnTo>
                  <a:lnTo>
                    <a:pt x="5792214" y="1084322"/>
                  </a:lnTo>
                  <a:lnTo>
                    <a:pt x="5824960" y="1169312"/>
                  </a:lnTo>
                  <a:lnTo>
                    <a:pt x="5857988" y="1257499"/>
                  </a:lnTo>
                  <a:lnTo>
                    <a:pt x="5891289" y="1348519"/>
                  </a:lnTo>
                  <a:lnTo>
                    <a:pt x="5924837" y="1441948"/>
                  </a:lnTo>
                  <a:lnTo>
                    <a:pt x="5958591" y="1537305"/>
                  </a:lnTo>
                  <a:lnTo>
                    <a:pt x="5992500" y="1634064"/>
                  </a:lnTo>
                  <a:lnTo>
                    <a:pt x="6026504" y="1731664"/>
                  </a:lnTo>
                  <a:lnTo>
                    <a:pt x="6060538" y="1829523"/>
                  </a:lnTo>
                  <a:lnTo>
                    <a:pt x="6094534" y="1927055"/>
                  </a:lnTo>
                  <a:lnTo>
                    <a:pt x="6128428" y="2023679"/>
                  </a:lnTo>
                  <a:lnTo>
                    <a:pt x="6162160" y="2118839"/>
                  </a:lnTo>
                  <a:lnTo>
                    <a:pt x="6195681" y="2212012"/>
                  </a:lnTo>
                  <a:lnTo>
                    <a:pt x="6228952" y="2302724"/>
                  </a:lnTo>
                  <a:lnTo>
                    <a:pt x="6261947" y="2390557"/>
                  </a:lnTo>
                  <a:lnTo>
                    <a:pt x="6294661" y="2475155"/>
                  </a:lnTo>
                  <a:lnTo>
                    <a:pt x="6327105" y="2556231"/>
                  </a:lnTo>
                  <a:lnTo>
                    <a:pt x="6359313" y="2633565"/>
                  </a:lnTo>
                  <a:lnTo>
                    <a:pt x="6391340" y="2707007"/>
                  </a:lnTo>
                  <a:lnTo>
                    <a:pt x="6423266" y="2776473"/>
                  </a:lnTo>
                  <a:lnTo>
                    <a:pt x="6455201" y="2841938"/>
                  </a:lnTo>
                  <a:lnTo>
                    <a:pt x="6487279" y="2903439"/>
                  </a:lnTo>
                  <a:lnTo>
                    <a:pt x="6515891" y="2954567"/>
                  </a:lnTo>
                  <a:lnTo>
                    <a:pt x="6559522" y="3025594"/>
                  </a:lnTo>
                  <a:lnTo>
                    <a:pt x="6604511" y="3089912"/>
                  </a:lnTo>
                  <a:lnTo>
                    <a:pt x="6651472" y="3147819"/>
                  </a:lnTo>
                  <a:lnTo>
                    <a:pt x="6701096" y="3199841"/>
                  </a:lnTo>
                  <a:lnTo>
                    <a:pt x="6754097" y="3246592"/>
                  </a:lnTo>
                  <a:lnTo>
                    <a:pt x="6811156" y="3288678"/>
                  </a:lnTo>
                  <a:lnTo>
                    <a:pt x="6872864" y="3326650"/>
                  </a:lnTo>
                  <a:lnTo>
                    <a:pt x="6939637" y="3360969"/>
                  </a:lnTo>
                  <a:lnTo>
                    <a:pt x="7011608" y="3391997"/>
                  </a:lnTo>
                  <a:lnTo>
                    <a:pt x="7088496" y="3419983"/>
                  </a:lnTo>
                  <a:lnTo>
                    <a:pt x="7169455" y="3445068"/>
                  </a:lnTo>
                  <a:lnTo>
                    <a:pt x="7252953" y="3467294"/>
                  </a:lnTo>
                  <a:lnTo>
                    <a:pt x="7336705" y="3486628"/>
                  </a:lnTo>
                  <a:lnTo>
                    <a:pt x="7417746" y="3503004"/>
                  </a:lnTo>
                  <a:lnTo>
                    <a:pt x="7492693" y="3516377"/>
                  </a:lnTo>
                  <a:lnTo>
                    <a:pt x="7558197" y="3526776"/>
                  </a:lnTo>
                  <a:lnTo>
                    <a:pt x="7611526" y="3534358"/>
                  </a:lnTo>
                  <a:lnTo>
                    <a:pt x="7651126" y="3539428"/>
                  </a:lnTo>
                  <a:lnTo>
                    <a:pt x="7676999" y="3542423"/>
                  </a:lnTo>
                  <a:lnTo>
                    <a:pt x="7690806" y="3543874"/>
                  </a:lnTo>
                  <a:lnTo>
                    <a:pt x="7695727" y="3544346"/>
                  </a:lnTo>
                  <a:lnTo>
                    <a:pt x="7696237" y="3544391"/>
                  </a:lnTo>
                  <a:lnTo>
                    <a:pt x="8234974" y="3544391"/>
                  </a:lnTo>
                  <a:lnTo>
                    <a:pt x="8234974" y="3538947"/>
                  </a:lnTo>
                  <a:lnTo>
                    <a:pt x="7696237" y="3538947"/>
                  </a:lnTo>
                  <a:lnTo>
                    <a:pt x="7695274" y="3538860"/>
                  </a:lnTo>
                  <a:lnTo>
                    <a:pt x="7688946" y="3538243"/>
                  </a:lnTo>
                  <a:lnTo>
                    <a:pt x="7673008" y="3536537"/>
                  </a:lnTo>
                  <a:lnTo>
                    <a:pt x="7644558" y="3533179"/>
                  </a:lnTo>
                  <a:lnTo>
                    <a:pt x="7602250" y="3527654"/>
                  </a:lnTo>
                  <a:lnTo>
                    <a:pt x="7546401" y="3519546"/>
                  </a:lnTo>
                  <a:lnTo>
                    <a:pt x="7478828" y="3508579"/>
                  </a:lnTo>
                  <a:lnTo>
                    <a:pt x="7402432" y="3494625"/>
                  </a:lnTo>
                  <a:lnTo>
                    <a:pt x="7320611" y="3477671"/>
                  </a:lnTo>
                  <a:lnTo>
                    <a:pt x="7236695" y="3457772"/>
                  </a:lnTo>
                  <a:lnTo>
                    <a:pt x="7153534" y="3434993"/>
                  </a:lnTo>
                  <a:lnTo>
                    <a:pt x="7073265" y="3409353"/>
                  </a:lnTo>
                  <a:lnTo>
                    <a:pt x="6997283" y="3380792"/>
                  </a:lnTo>
                  <a:lnTo>
                    <a:pt x="6926310" y="3349150"/>
                  </a:lnTo>
                  <a:lnTo>
                    <a:pt x="6860538" y="3314156"/>
                  </a:lnTo>
                  <a:lnTo>
                    <a:pt x="6799769" y="3275427"/>
                  </a:lnTo>
                  <a:lnTo>
                    <a:pt x="6743545" y="3232484"/>
                  </a:lnTo>
                  <a:lnTo>
                    <a:pt x="6691253" y="3184761"/>
                  </a:lnTo>
                  <a:lnTo>
                    <a:pt x="6642199" y="3131647"/>
                  </a:lnTo>
                  <a:lnTo>
                    <a:pt x="6595672" y="3072536"/>
                  </a:lnTo>
                  <a:lnTo>
                    <a:pt x="6550991" y="3006933"/>
                  </a:lnTo>
                  <a:lnTo>
                    <a:pt x="6515891" y="2949122"/>
                  </a:lnTo>
                  <a:lnTo>
                    <a:pt x="6483544" y="2891058"/>
                  </a:lnTo>
                  <a:lnTo>
                    <a:pt x="6451490" y="2829101"/>
                  </a:lnTo>
                  <a:lnTo>
                    <a:pt x="6419563" y="2763171"/>
                  </a:lnTo>
                  <a:lnTo>
                    <a:pt x="6387629" y="2693242"/>
                  </a:lnTo>
                  <a:lnTo>
                    <a:pt x="6355585" y="2619343"/>
                  </a:lnTo>
                  <a:lnTo>
                    <a:pt x="6323353" y="2541566"/>
                  </a:lnTo>
                  <a:lnTo>
                    <a:pt x="6290879" y="2460068"/>
                  </a:lnTo>
                  <a:lnTo>
                    <a:pt x="6258132" y="2375079"/>
                  </a:lnTo>
                  <a:lnTo>
                    <a:pt x="6225104" y="2286892"/>
                  </a:lnTo>
                  <a:lnTo>
                    <a:pt x="6191803" y="2195872"/>
                  </a:lnTo>
                  <a:lnTo>
                    <a:pt x="6158256" y="2102443"/>
                  </a:lnTo>
                  <a:lnTo>
                    <a:pt x="6124501" y="2007086"/>
                  </a:lnTo>
                  <a:lnTo>
                    <a:pt x="6090592" y="1910327"/>
                  </a:lnTo>
                  <a:lnTo>
                    <a:pt x="6056588" y="1812727"/>
                  </a:lnTo>
                  <a:lnTo>
                    <a:pt x="6022555" y="1714867"/>
                  </a:lnTo>
                  <a:lnTo>
                    <a:pt x="5988559" y="1617336"/>
                  </a:lnTo>
                  <a:lnTo>
                    <a:pt x="5954665" y="1520712"/>
                  </a:lnTo>
                  <a:lnTo>
                    <a:pt x="5920932" y="1425552"/>
                  </a:lnTo>
                  <a:lnTo>
                    <a:pt x="5887411" y="1332379"/>
                  </a:lnTo>
                  <a:lnTo>
                    <a:pt x="5854141" y="1241667"/>
                  </a:lnTo>
                  <a:lnTo>
                    <a:pt x="5821145" y="1153834"/>
                  </a:lnTo>
                  <a:lnTo>
                    <a:pt x="5788431" y="1069235"/>
                  </a:lnTo>
                  <a:lnTo>
                    <a:pt x="5755987" y="988160"/>
                  </a:lnTo>
                  <a:lnTo>
                    <a:pt x="5723780" y="910825"/>
                  </a:lnTo>
                  <a:lnTo>
                    <a:pt x="5691753" y="837383"/>
                  </a:lnTo>
                  <a:lnTo>
                    <a:pt x="5659826" y="767918"/>
                  </a:lnTo>
                  <a:lnTo>
                    <a:pt x="5627892" y="702452"/>
                  </a:lnTo>
                  <a:lnTo>
                    <a:pt x="5595813" y="640952"/>
                  </a:lnTo>
                  <a:lnTo>
                    <a:pt x="5567201" y="589824"/>
                  </a:lnTo>
                  <a:lnTo>
                    <a:pt x="5523570" y="518796"/>
                  </a:lnTo>
                  <a:lnTo>
                    <a:pt x="5478582" y="454478"/>
                  </a:lnTo>
                  <a:lnTo>
                    <a:pt x="5431620" y="396572"/>
                  </a:lnTo>
                  <a:lnTo>
                    <a:pt x="5381996" y="344550"/>
                  </a:lnTo>
                  <a:lnTo>
                    <a:pt x="5328996" y="297799"/>
                  </a:lnTo>
                  <a:lnTo>
                    <a:pt x="5271937" y="255713"/>
                  </a:lnTo>
                  <a:lnTo>
                    <a:pt x="5210229" y="217741"/>
                  </a:lnTo>
                  <a:lnTo>
                    <a:pt x="5143455" y="183422"/>
                  </a:lnTo>
                  <a:lnTo>
                    <a:pt x="5071484" y="152394"/>
                  </a:lnTo>
                  <a:lnTo>
                    <a:pt x="4994597" y="124407"/>
                  </a:lnTo>
                  <a:lnTo>
                    <a:pt x="4913637" y="99323"/>
                  </a:lnTo>
                  <a:lnTo>
                    <a:pt x="4830139" y="77097"/>
                  </a:lnTo>
                  <a:lnTo>
                    <a:pt x="4746388" y="57763"/>
                  </a:lnTo>
                  <a:lnTo>
                    <a:pt x="4665347" y="41386"/>
                  </a:lnTo>
                  <a:lnTo>
                    <a:pt x="4590400" y="28014"/>
                  </a:lnTo>
                  <a:lnTo>
                    <a:pt x="4524896" y="17615"/>
                  </a:lnTo>
                  <a:lnTo>
                    <a:pt x="4471566" y="10033"/>
                  </a:lnTo>
                  <a:lnTo>
                    <a:pt x="4431966" y="4963"/>
                  </a:lnTo>
                  <a:lnTo>
                    <a:pt x="4406093" y="1968"/>
                  </a:lnTo>
                  <a:lnTo>
                    <a:pt x="4392287" y="516"/>
                  </a:lnTo>
                  <a:lnTo>
                    <a:pt x="4387366" y="4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8" y="677"/>
                  </a:lnTo>
                  <a:lnTo>
                    <a:pt x="3820091" y="2320"/>
                  </a:lnTo>
                  <a:lnTo>
                    <a:pt x="3786153" y="5548"/>
                  </a:lnTo>
                  <a:lnTo>
                    <a:pt x="3736310" y="10836"/>
                  </a:lnTo>
                  <a:lnTo>
                    <a:pt x="3671553" y="18544"/>
                  </a:lnTo>
                  <a:lnTo>
                    <a:pt x="3594669" y="28881"/>
                  </a:lnTo>
                  <a:lnTo>
                    <a:pt x="3509551" y="41919"/>
                  </a:lnTo>
                  <a:lnTo>
                    <a:pt x="3420378" y="57628"/>
                  </a:lnTo>
                  <a:lnTo>
                    <a:pt x="3330912" y="75944"/>
                  </a:lnTo>
                  <a:lnTo>
                    <a:pt x="3244078" y="96832"/>
                  </a:lnTo>
                  <a:lnTo>
                    <a:pt x="3161825" y="120323"/>
                  </a:lnTo>
                  <a:lnTo>
                    <a:pt x="3085197" y="146553"/>
                  </a:lnTo>
                  <a:lnTo>
                    <a:pt x="3014508" y="175767"/>
                  </a:lnTo>
                  <a:lnTo>
                    <a:pt x="2949546" y="208324"/>
                  </a:lnTo>
                  <a:lnTo>
                    <a:pt x="2889755" y="244686"/>
                  </a:lnTo>
                  <a:lnTo>
                    <a:pt x="2834376" y="285399"/>
                  </a:lnTo>
                  <a:lnTo>
                    <a:pt x="2782556" y="331054"/>
                  </a:lnTo>
                  <a:lnTo>
                    <a:pt x="2733429" y="382217"/>
                  </a:lnTo>
                  <a:lnTo>
                    <a:pt x="2686187" y="439309"/>
                  </a:lnTo>
                  <a:lnTo>
                    <a:pt x="2667772" y="463692"/>
                  </a:lnTo>
                  <a:lnTo>
                    <a:pt x="2632055" y="514300"/>
                  </a:lnTo>
                  <a:lnTo>
                    <a:pt x="2596673" y="568652"/>
                  </a:lnTo>
                  <a:lnTo>
                    <a:pt x="2561410" y="626825"/>
                  </a:lnTo>
                  <a:lnTo>
                    <a:pt x="2526095" y="688832"/>
                  </a:lnTo>
                  <a:lnTo>
                    <a:pt x="2490603" y="754618"/>
                  </a:lnTo>
                  <a:lnTo>
                    <a:pt x="2454843" y="824053"/>
                  </a:lnTo>
                  <a:lnTo>
                    <a:pt x="2418763" y="896927"/>
                  </a:lnTo>
                  <a:lnTo>
                    <a:pt x="2382339" y="972949"/>
                  </a:lnTo>
                  <a:lnTo>
                    <a:pt x="2345580" y="1051750"/>
                  </a:lnTo>
                  <a:lnTo>
                    <a:pt x="2308518" y="1132886"/>
                  </a:lnTo>
                  <a:lnTo>
                    <a:pt x="2271207" y="1215847"/>
                  </a:lnTo>
                  <a:lnTo>
                    <a:pt x="2233717" y="1300073"/>
                  </a:lnTo>
                  <a:lnTo>
                    <a:pt x="2196132" y="1384963"/>
                  </a:lnTo>
                  <a:lnTo>
                    <a:pt x="2158541" y="1469898"/>
                  </a:lnTo>
                  <a:lnTo>
                    <a:pt x="2121032" y="1554256"/>
                  </a:lnTo>
                  <a:lnTo>
                    <a:pt x="2083690" y="1637435"/>
                  </a:lnTo>
                  <a:lnTo>
                    <a:pt x="2046588" y="1718867"/>
                  </a:lnTo>
                  <a:lnTo>
                    <a:pt x="2009783" y="1798032"/>
                  </a:lnTo>
                  <a:lnTo>
                    <a:pt x="1973311" y="1874479"/>
                  </a:lnTo>
                  <a:lnTo>
                    <a:pt x="1937181" y="1947825"/>
                  </a:lnTo>
                  <a:lnTo>
                    <a:pt x="1901378" y="2017770"/>
                  </a:lnTo>
                  <a:lnTo>
                    <a:pt x="1865852" y="2084091"/>
                  </a:lnTo>
                  <a:lnTo>
                    <a:pt x="1830519" y="2146646"/>
                  </a:lnTo>
                  <a:lnTo>
                    <a:pt x="1795257" y="2205372"/>
                  </a:lnTo>
                  <a:lnTo>
                    <a:pt x="1759905" y="2260270"/>
                  </a:lnTo>
                  <a:lnTo>
                    <a:pt x="1724251" y="2311410"/>
                  </a:lnTo>
                  <a:lnTo>
                    <a:pt x="1719082" y="2318464"/>
                  </a:lnTo>
                  <a:lnTo>
                    <a:pt x="1672394" y="2377963"/>
                  </a:lnTo>
                  <a:lnTo>
                    <a:pt x="1624108" y="2431447"/>
                  </a:lnTo>
                  <a:lnTo>
                    <a:pt x="1573461" y="2479228"/>
                  </a:lnTo>
                  <a:lnTo>
                    <a:pt x="1519602" y="2521835"/>
                  </a:lnTo>
                  <a:lnTo>
                    <a:pt x="1461663" y="2559858"/>
                  </a:lnTo>
                  <a:lnTo>
                    <a:pt x="1398837" y="2593868"/>
                  </a:lnTo>
                  <a:lnTo>
                    <a:pt x="1330474" y="2624362"/>
                  </a:lnTo>
                  <a:lnTo>
                    <a:pt x="1256203" y="2651743"/>
                  </a:lnTo>
                  <a:lnTo>
                    <a:pt x="1176107" y="2676301"/>
                  </a:lnTo>
                  <a:lnTo>
                    <a:pt x="1090916" y="2698214"/>
                  </a:lnTo>
                  <a:lnTo>
                    <a:pt x="1002200" y="2717554"/>
                  </a:lnTo>
                  <a:lnTo>
                    <a:pt x="912500" y="2734307"/>
                  </a:lnTo>
                  <a:lnTo>
                    <a:pt x="825279" y="2748414"/>
                  </a:lnTo>
                  <a:lnTo>
                    <a:pt x="744621" y="2759824"/>
                  </a:lnTo>
                  <a:lnTo>
                    <a:pt x="674628" y="2768560"/>
                  </a:lnTo>
                  <a:lnTo>
                    <a:pt x="618625" y="2774776"/>
                  </a:lnTo>
                  <a:lnTo>
                    <a:pt x="578378" y="2778771"/>
                  </a:lnTo>
                  <a:lnTo>
                    <a:pt x="553603" y="2780982"/>
                  </a:lnTo>
                  <a:lnTo>
                    <a:pt x="541863" y="2781928"/>
                  </a:lnTo>
                  <a:lnTo>
                    <a:pt x="538736" y="2782156"/>
                  </a:lnTo>
                  <a:lnTo>
                    <a:pt x="0" y="278215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46" name="pl1446"/>
            <p:cNvSpPr/>
            <p:nvPr/>
          </p:nvSpPr>
          <p:spPr>
            <a:xfrm>
              <a:off x="546595" y="1806696"/>
              <a:ext cx="8234974" cy="3538947"/>
            </a:xfrm>
            <a:custGeom>
              <a:avLst/>
              <a:pathLst>
                <a:path w="8234974" h="3538947">
                  <a:moveTo>
                    <a:pt x="0" y="2782156"/>
                  </a:moveTo>
                  <a:lnTo>
                    <a:pt x="538736" y="2782156"/>
                  </a:lnTo>
                  <a:lnTo>
                    <a:pt x="539909" y="2782073"/>
                  </a:lnTo>
                  <a:lnTo>
                    <a:pt x="547577" y="2781479"/>
                  </a:lnTo>
                  <a:lnTo>
                    <a:pt x="566764" y="2779836"/>
                  </a:lnTo>
                  <a:lnTo>
                    <a:pt x="600702" y="2776608"/>
                  </a:lnTo>
                  <a:lnTo>
                    <a:pt x="650544" y="2771320"/>
                  </a:lnTo>
                  <a:lnTo>
                    <a:pt x="715302" y="2763612"/>
                  </a:lnTo>
                  <a:lnTo>
                    <a:pt x="792186" y="2753274"/>
                  </a:lnTo>
                  <a:lnTo>
                    <a:pt x="877303" y="2740237"/>
                  </a:lnTo>
                  <a:lnTo>
                    <a:pt x="966477" y="2724528"/>
                  </a:lnTo>
                  <a:lnTo>
                    <a:pt x="1055943" y="2706211"/>
                  </a:lnTo>
                  <a:lnTo>
                    <a:pt x="1142777" y="2685324"/>
                  </a:lnTo>
                  <a:lnTo>
                    <a:pt x="1225029" y="2661833"/>
                  </a:lnTo>
                  <a:lnTo>
                    <a:pt x="1301657" y="2635603"/>
                  </a:lnTo>
                  <a:lnTo>
                    <a:pt x="1372346" y="2606389"/>
                  </a:lnTo>
                  <a:lnTo>
                    <a:pt x="1437308" y="2573832"/>
                  </a:lnTo>
                  <a:lnTo>
                    <a:pt x="1497100" y="2537470"/>
                  </a:lnTo>
                  <a:lnTo>
                    <a:pt x="1552479" y="2496756"/>
                  </a:lnTo>
                  <a:lnTo>
                    <a:pt x="1604299" y="2451102"/>
                  </a:lnTo>
                  <a:lnTo>
                    <a:pt x="1653426" y="2399939"/>
                  </a:lnTo>
                  <a:lnTo>
                    <a:pt x="1700667" y="2342847"/>
                  </a:lnTo>
                  <a:lnTo>
                    <a:pt x="1719082" y="2318464"/>
                  </a:lnTo>
                  <a:lnTo>
                    <a:pt x="1754800" y="2267856"/>
                  </a:lnTo>
                  <a:lnTo>
                    <a:pt x="1790182" y="2213504"/>
                  </a:lnTo>
                  <a:lnTo>
                    <a:pt x="1825445" y="2155331"/>
                  </a:lnTo>
                  <a:lnTo>
                    <a:pt x="1860759" y="2093324"/>
                  </a:lnTo>
                  <a:lnTo>
                    <a:pt x="1896252" y="2027538"/>
                  </a:lnTo>
                  <a:lnTo>
                    <a:pt x="1932012" y="1958103"/>
                  </a:lnTo>
                  <a:lnTo>
                    <a:pt x="1968092" y="1885229"/>
                  </a:lnTo>
                  <a:lnTo>
                    <a:pt x="2004515" y="1809207"/>
                  </a:lnTo>
                  <a:lnTo>
                    <a:pt x="2041274" y="1730406"/>
                  </a:lnTo>
                  <a:lnTo>
                    <a:pt x="2078337" y="1649270"/>
                  </a:lnTo>
                  <a:lnTo>
                    <a:pt x="2115648" y="1566309"/>
                  </a:lnTo>
                  <a:lnTo>
                    <a:pt x="2153137" y="1482083"/>
                  </a:lnTo>
                  <a:lnTo>
                    <a:pt x="2190723" y="1397193"/>
                  </a:lnTo>
                  <a:lnTo>
                    <a:pt x="2228314" y="1312258"/>
                  </a:lnTo>
                  <a:lnTo>
                    <a:pt x="2265823" y="1227900"/>
                  </a:lnTo>
                  <a:lnTo>
                    <a:pt x="2303164" y="1144720"/>
                  </a:lnTo>
                  <a:lnTo>
                    <a:pt x="2340266" y="1063289"/>
                  </a:lnTo>
                  <a:lnTo>
                    <a:pt x="2377071" y="984124"/>
                  </a:lnTo>
                  <a:lnTo>
                    <a:pt x="2413544" y="907677"/>
                  </a:lnTo>
                  <a:lnTo>
                    <a:pt x="2449673" y="834331"/>
                  </a:lnTo>
                  <a:lnTo>
                    <a:pt x="2485476" y="764386"/>
                  </a:lnTo>
                  <a:lnTo>
                    <a:pt x="2521003" y="698065"/>
                  </a:lnTo>
                  <a:lnTo>
                    <a:pt x="2556336" y="635509"/>
                  </a:lnTo>
                  <a:lnTo>
                    <a:pt x="2591597" y="576784"/>
                  </a:lnTo>
                  <a:lnTo>
                    <a:pt x="2626950" y="521886"/>
                  </a:lnTo>
                  <a:lnTo>
                    <a:pt x="2662603" y="470746"/>
                  </a:lnTo>
                  <a:lnTo>
                    <a:pt x="2667772" y="463692"/>
                  </a:lnTo>
                  <a:lnTo>
                    <a:pt x="2714460" y="404193"/>
                  </a:lnTo>
                  <a:lnTo>
                    <a:pt x="2762747" y="350709"/>
                  </a:lnTo>
                  <a:lnTo>
                    <a:pt x="2813394" y="302928"/>
                  </a:lnTo>
                  <a:lnTo>
                    <a:pt x="2867253" y="260321"/>
                  </a:lnTo>
                  <a:lnTo>
                    <a:pt x="2925192" y="222298"/>
                  </a:lnTo>
                  <a:lnTo>
                    <a:pt x="2988017" y="188288"/>
                  </a:lnTo>
                  <a:lnTo>
                    <a:pt x="3056381" y="157794"/>
                  </a:lnTo>
                  <a:lnTo>
                    <a:pt x="3130651" y="130413"/>
                  </a:lnTo>
                  <a:lnTo>
                    <a:pt x="3210747" y="105855"/>
                  </a:lnTo>
                  <a:lnTo>
                    <a:pt x="3295939" y="83942"/>
                  </a:lnTo>
                  <a:lnTo>
                    <a:pt x="3384655" y="64602"/>
                  </a:lnTo>
                  <a:lnTo>
                    <a:pt x="3474355" y="47848"/>
                  </a:lnTo>
                  <a:lnTo>
                    <a:pt x="3561575" y="33742"/>
                  </a:lnTo>
                  <a:lnTo>
                    <a:pt x="3642233" y="22332"/>
                  </a:lnTo>
                  <a:lnTo>
                    <a:pt x="3712226" y="13596"/>
                  </a:lnTo>
                  <a:lnTo>
                    <a:pt x="3768230" y="7380"/>
                  </a:lnTo>
                  <a:lnTo>
                    <a:pt x="3808476" y="3385"/>
                  </a:lnTo>
                  <a:lnTo>
                    <a:pt x="3833252" y="1174"/>
                  </a:lnTo>
                  <a:lnTo>
                    <a:pt x="3844992" y="228"/>
                  </a:lnTo>
                  <a:lnTo>
                    <a:pt x="3848042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18" y="86"/>
                  </a:lnTo>
                  <a:lnTo>
                    <a:pt x="4394147" y="703"/>
                  </a:lnTo>
                  <a:lnTo>
                    <a:pt x="4410084" y="2409"/>
                  </a:lnTo>
                  <a:lnTo>
                    <a:pt x="4438534" y="5767"/>
                  </a:lnTo>
                  <a:lnTo>
                    <a:pt x="4480842" y="11292"/>
                  </a:lnTo>
                  <a:lnTo>
                    <a:pt x="4536692" y="19400"/>
                  </a:lnTo>
                  <a:lnTo>
                    <a:pt x="4604264" y="30367"/>
                  </a:lnTo>
                  <a:lnTo>
                    <a:pt x="4680660" y="44321"/>
                  </a:lnTo>
                  <a:lnTo>
                    <a:pt x="4762482" y="61276"/>
                  </a:lnTo>
                  <a:lnTo>
                    <a:pt x="4846397" y="81174"/>
                  </a:lnTo>
                  <a:lnTo>
                    <a:pt x="4929559" y="103953"/>
                  </a:lnTo>
                  <a:lnTo>
                    <a:pt x="5009827" y="129593"/>
                  </a:lnTo>
                  <a:lnTo>
                    <a:pt x="5085810" y="158154"/>
                  </a:lnTo>
                  <a:lnTo>
                    <a:pt x="5156782" y="189796"/>
                  </a:lnTo>
                  <a:lnTo>
                    <a:pt x="5222554" y="224791"/>
                  </a:lnTo>
                  <a:lnTo>
                    <a:pt x="5283324" y="263519"/>
                  </a:lnTo>
                  <a:lnTo>
                    <a:pt x="5339548" y="306463"/>
                  </a:lnTo>
                  <a:lnTo>
                    <a:pt x="5391840" y="354185"/>
                  </a:lnTo>
                  <a:lnTo>
                    <a:pt x="5440893" y="407300"/>
                  </a:lnTo>
                  <a:lnTo>
                    <a:pt x="5487420" y="466410"/>
                  </a:lnTo>
                  <a:lnTo>
                    <a:pt x="5532102" y="532013"/>
                  </a:lnTo>
                  <a:lnTo>
                    <a:pt x="5567201" y="589824"/>
                  </a:lnTo>
                  <a:lnTo>
                    <a:pt x="5599549" y="647888"/>
                  </a:lnTo>
                  <a:lnTo>
                    <a:pt x="5631603" y="709846"/>
                  </a:lnTo>
                  <a:lnTo>
                    <a:pt x="5663530" y="775775"/>
                  </a:lnTo>
                  <a:lnTo>
                    <a:pt x="5695463" y="845704"/>
                  </a:lnTo>
                  <a:lnTo>
                    <a:pt x="5727507" y="919603"/>
                  </a:lnTo>
                  <a:lnTo>
                    <a:pt x="5759740" y="997381"/>
                  </a:lnTo>
                  <a:lnTo>
                    <a:pt x="5792214" y="1078878"/>
                  </a:lnTo>
                  <a:lnTo>
                    <a:pt x="5824960" y="1163868"/>
                  </a:lnTo>
                  <a:lnTo>
                    <a:pt x="5857988" y="1252054"/>
                  </a:lnTo>
                  <a:lnTo>
                    <a:pt x="5891289" y="1343075"/>
                  </a:lnTo>
                  <a:lnTo>
                    <a:pt x="5924837" y="1436504"/>
                  </a:lnTo>
                  <a:lnTo>
                    <a:pt x="5958591" y="1531861"/>
                  </a:lnTo>
                  <a:lnTo>
                    <a:pt x="5992500" y="1628619"/>
                  </a:lnTo>
                  <a:lnTo>
                    <a:pt x="6026504" y="1726219"/>
                  </a:lnTo>
                  <a:lnTo>
                    <a:pt x="6060538" y="1824079"/>
                  </a:lnTo>
                  <a:lnTo>
                    <a:pt x="6094534" y="1921611"/>
                  </a:lnTo>
                  <a:lnTo>
                    <a:pt x="6128428" y="2018235"/>
                  </a:lnTo>
                  <a:lnTo>
                    <a:pt x="6162160" y="2113394"/>
                  </a:lnTo>
                  <a:lnTo>
                    <a:pt x="6195681" y="2206567"/>
                  </a:lnTo>
                  <a:lnTo>
                    <a:pt x="6228952" y="2297280"/>
                  </a:lnTo>
                  <a:lnTo>
                    <a:pt x="6261947" y="2385112"/>
                  </a:lnTo>
                  <a:lnTo>
                    <a:pt x="6294661" y="2469711"/>
                  </a:lnTo>
                  <a:lnTo>
                    <a:pt x="6327105" y="2550787"/>
                  </a:lnTo>
                  <a:lnTo>
                    <a:pt x="6359313" y="2628121"/>
                  </a:lnTo>
                  <a:lnTo>
                    <a:pt x="6391340" y="2701563"/>
                  </a:lnTo>
                  <a:lnTo>
                    <a:pt x="6423266" y="2771028"/>
                  </a:lnTo>
                  <a:lnTo>
                    <a:pt x="6455201" y="2836494"/>
                  </a:lnTo>
                  <a:lnTo>
                    <a:pt x="6487279" y="2897994"/>
                  </a:lnTo>
                  <a:lnTo>
                    <a:pt x="6515891" y="2949122"/>
                  </a:lnTo>
                  <a:lnTo>
                    <a:pt x="6559522" y="3020150"/>
                  </a:lnTo>
                  <a:lnTo>
                    <a:pt x="6604511" y="3084468"/>
                  </a:lnTo>
                  <a:lnTo>
                    <a:pt x="6651472" y="3142374"/>
                  </a:lnTo>
                  <a:lnTo>
                    <a:pt x="6701096" y="3194397"/>
                  </a:lnTo>
                  <a:lnTo>
                    <a:pt x="6754097" y="3241147"/>
                  </a:lnTo>
                  <a:lnTo>
                    <a:pt x="6811156" y="3283234"/>
                  </a:lnTo>
                  <a:lnTo>
                    <a:pt x="6872864" y="3321205"/>
                  </a:lnTo>
                  <a:lnTo>
                    <a:pt x="6939637" y="3355525"/>
                  </a:lnTo>
                  <a:lnTo>
                    <a:pt x="7011608" y="3386553"/>
                  </a:lnTo>
                  <a:lnTo>
                    <a:pt x="7088496" y="3414539"/>
                  </a:lnTo>
                  <a:lnTo>
                    <a:pt x="7169455" y="3439624"/>
                  </a:lnTo>
                  <a:lnTo>
                    <a:pt x="7252953" y="3461849"/>
                  </a:lnTo>
                  <a:lnTo>
                    <a:pt x="7336705" y="3481183"/>
                  </a:lnTo>
                  <a:lnTo>
                    <a:pt x="7417746" y="3497560"/>
                  </a:lnTo>
                  <a:lnTo>
                    <a:pt x="7492693" y="3510932"/>
                  </a:lnTo>
                  <a:lnTo>
                    <a:pt x="7558197" y="3521331"/>
                  </a:lnTo>
                  <a:lnTo>
                    <a:pt x="7611526" y="3528914"/>
                  </a:lnTo>
                  <a:lnTo>
                    <a:pt x="7651126" y="3533983"/>
                  </a:lnTo>
                  <a:lnTo>
                    <a:pt x="7676999" y="3536979"/>
                  </a:lnTo>
                  <a:lnTo>
                    <a:pt x="7690806" y="3538430"/>
                  </a:lnTo>
                  <a:lnTo>
                    <a:pt x="7695727" y="3538901"/>
                  </a:lnTo>
                  <a:lnTo>
                    <a:pt x="7696237" y="3538947"/>
                  </a:lnTo>
                  <a:lnTo>
                    <a:pt x="8234974" y="35389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7" name="pl1447"/>
            <p:cNvSpPr/>
            <p:nvPr/>
          </p:nvSpPr>
          <p:spPr>
            <a:xfrm>
              <a:off x="546595" y="1801252"/>
              <a:ext cx="8234974" cy="3538947"/>
            </a:xfrm>
            <a:custGeom>
              <a:avLst/>
              <a:pathLst>
                <a:path w="8234974" h="3538947">
                  <a:moveTo>
                    <a:pt x="8234974" y="3538947"/>
                  </a:moveTo>
                  <a:lnTo>
                    <a:pt x="7696237" y="3538947"/>
                  </a:lnTo>
                  <a:lnTo>
                    <a:pt x="7695274" y="3538860"/>
                  </a:lnTo>
                  <a:lnTo>
                    <a:pt x="7688946" y="3538243"/>
                  </a:lnTo>
                  <a:lnTo>
                    <a:pt x="7673008" y="3536537"/>
                  </a:lnTo>
                  <a:lnTo>
                    <a:pt x="7644558" y="3533179"/>
                  </a:lnTo>
                  <a:lnTo>
                    <a:pt x="7602250" y="3527654"/>
                  </a:lnTo>
                  <a:lnTo>
                    <a:pt x="7546401" y="3519546"/>
                  </a:lnTo>
                  <a:lnTo>
                    <a:pt x="7478828" y="3508579"/>
                  </a:lnTo>
                  <a:lnTo>
                    <a:pt x="7402432" y="3494625"/>
                  </a:lnTo>
                  <a:lnTo>
                    <a:pt x="7320611" y="3477671"/>
                  </a:lnTo>
                  <a:lnTo>
                    <a:pt x="7236695" y="3457772"/>
                  </a:lnTo>
                  <a:lnTo>
                    <a:pt x="7153534" y="3434993"/>
                  </a:lnTo>
                  <a:lnTo>
                    <a:pt x="7073265" y="3409353"/>
                  </a:lnTo>
                  <a:lnTo>
                    <a:pt x="6997283" y="3380792"/>
                  </a:lnTo>
                  <a:lnTo>
                    <a:pt x="6926310" y="3349150"/>
                  </a:lnTo>
                  <a:lnTo>
                    <a:pt x="6860538" y="3314156"/>
                  </a:lnTo>
                  <a:lnTo>
                    <a:pt x="6799769" y="3275427"/>
                  </a:lnTo>
                  <a:lnTo>
                    <a:pt x="6743545" y="3232484"/>
                  </a:lnTo>
                  <a:lnTo>
                    <a:pt x="6691253" y="3184761"/>
                  </a:lnTo>
                  <a:lnTo>
                    <a:pt x="6642199" y="3131647"/>
                  </a:lnTo>
                  <a:lnTo>
                    <a:pt x="6595672" y="3072536"/>
                  </a:lnTo>
                  <a:lnTo>
                    <a:pt x="6550991" y="3006933"/>
                  </a:lnTo>
                  <a:lnTo>
                    <a:pt x="6515891" y="2949122"/>
                  </a:lnTo>
                  <a:lnTo>
                    <a:pt x="6483544" y="2891058"/>
                  </a:lnTo>
                  <a:lnTo>
                    <a:pt x="6451490" y="2829101"/>
                  </a:lnTo>
                  <a:lnTo>
                    <a:pt x="6419563" y="2763171"/>
                  </a:lnTo>
                  <a:lnTo>
                    <a:pt x="6387629" y="2693242"/>
                  </a:lnTo>
                  <a:lnTo>
                    <a:pt x="6355585" y="2619343"/>
                  </a:lnTo>
                  <a:lnTo>
                    <a:pt x="6323353" y="2541566"/>
                  </a:lnTo>
                  <a:lnTo>
                    <a:pt x="6290879" y="2460068"/>
                  </a:lnTo>
                  <a:lnTo>
                    <a:pt x="6258132" y="2375079"/>
                  </a:lnTo>
                  <a:lnTo>
                    <a:pt x="6225104" y="2286892"/>
                  </a:lnTo>
                  <a:lnTo>
                    <a:pt x="6191803" y="2195872"/>
                  </a:lnTo>
                  <a:lnTo>
                    <a:pt x="6158256" y="2102443"/>
                  </a:lnTo>
                  <a:lnTo>
                    <a:pt x="6124501" y="2007086"/>
                  </a:lnTo>
                  <a:lnTo>
                    <a:pt x="6090592" y="1910327"/>
                  </a:lnTo>
                  <a:lnTo>
                    <a:pt x="6056588" y="1812727"/>
                  </a:lnTo>
                  <a:lnTo>
                    <a:pt x="6022555" y="1714867"/>
                  </a:lnTo>
                  <a:lnTo>
                    <a:pt x="5988559" y="1617336"/>
                  </a:lnTo>
                  <a:lnTo>
                    <a:pt x="5954665" y="1520712"/>
                  </a:lnTo>
                  <a:lnTo>
                    <a:pt x="5920932" y="1425552"/>
                  </a:lnTo>
                  <a:lnTo>
                    <a:pt x="5887411" y="1332379"/>
                  </a:lnTo>
                  <a:lnTo>
                    <a:pt x="5854141" y="1241667"/>
                  </a:lnTo>
                  <a:lnTo>
                    <a:pt x="5821145" y="1153834"/>
                  </a:lnTo>
                  <a:lnTo>
                    <a:pt x="5788431" y="1069235"/>
                  </a:lnTo>
                  <a:lnTo>
                    <a:pt x="5755987" y="988160"/>
                  </a:lnTo>
                  <a:lnTo>
                    <a:pt x="5723780" y="910825"/>
                  </a:lnTo>
                  <a:lnTo>
                    <a:pt x="5691753" y="837383"/>
                  </a:lnTo>
                  <a:lnTo>
                    <a:pt x="5659826" y="767918"/>
                  </a:lnTo>
                  <a:lnTo>
                    <a:pt x="5627892" y="702452"/>
                  </a:lnTo>
                  <a:lnTo>
                    <a:pt x="5595813" y="640952"/>
                  </a:lnTo>
                  <a:lnTo>
                    <a:pt x="5567201" y="589824"/>
                  </a:lnTo>
                  <a:lnTo>
                    <a:pt x="5523570" y="518796"/>
                  </a:lnTo>
                  <a:lnTo>
                    <a:pt x="5478582" y="454478"/>
                  </a:lnTo>
                  <a:lnTo>
                    <a:pt x="5431620" y="396572"/>
                  </a:lnTo>
                  <a:lnTo>
                    <a:pt x="5381996" y="344550"/>
                  </a:lnTo>
                  <a:lnTo>
                    <a:pt x="5328996" y="297799"/>
                  </a:lnTo>
                  <a:lnTo>
                    <a:pt x="5271937" y="255713"/>
                  </a:lnTo>
                  <a:lnTo>
                    <a:pt x="5210229" y="217741"/>
                  </a:lnTo>
                  <a:lnTo>
                    <a:pt x="5143455" y="183422"/>
                  </a:lnTo>
                  <a:lnTo>
                    <a:pt x="5071484" y="152394"/>
                  </a:lnTo>
                  <a:lnTo>
                    <a:pt x="4994597" y="124407"/>
                  </a:lnTo>
                  <a:lnTo>
                    <a:pt x="4913637" y="99323"/>
                  </a:lnTo>
                  <a:lnTo>
                    <a:pt x="4830139" y="77097"/>
                  </a:lnTo>
                  <a:lnTo>
                    <a:pt x="4746388" y="57763"/>
                  </a:lnTo>
                  <a:lnTo>
                    <a:pt x="4665347" y="41386"/>
                  </a:lnTo>
                  <a:lnTo>
                    <a:pt x="4590400" y="28014"/>
                  </a:lnTo>
                  <a:lnTo>
                    <a:pt x="4524896" y="17615"/>
                  </a:lnTo>
                  <a:lnTo>
                    <a:pt x="4471566" y="10033"/>
                  </a:lnTo>
                  <a:lnTo>
                    <a:pt x="4431966" y="4963"/>
                  </a:lnTo>
                  <a:lnTo>
                    <a:pt x="4406093" y="1968"/>
                  </a:lnTo>
                  <a:lnTo>
                    <a:pt x="4392287" y="516"/>
                  </a:lnTo>
                  <a:lnTo>
                    <a:pt x="4387366" y="4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8" y="677"/>
                  </a:lnTo>
                  <a:lnTo>
                    <a:pt x="3820091" y="2320"/>
                  </a:lnTo>
                  <a:lnTo>
                    <a:pt x="3786153" y="5548"/>
                  </a:lnTo>
                  <a:lnTo>
                    <a:pt x="3736310" y="10836"/>
                  </a:lnTo>
                  <a:lnTo>
                    <a:pt x="3671553" y="18544"/>
                  </a:lnTo>
                  <a:lnTo>
                    <a:pt x="3594669" y="28881"/>
                  </a:lnTo>
                  <a:lnTo>
                    <a:pt x="3509551" y="41919"/>
                  </a:lnTo>
                  <a:lnTo>
                    <a:pt x="3420378" y="57628"/>
                  </a:lnTo>
                  <a:lnTo>
                    <a:pt x="3330912" y="75944"/>
                  </a:lnTo>
                  <a:lnTo>
                    <a:pt x="3244078" y="96832"/>
                  </a:lnTo>
                  <a:lnTo>
                    <a:pt x="3161825" y="120323"/>
                  </a:lnTo>
                  <a:lnTo>
                    <a:pt x="3085197" y="146553"/>
                  </a:lnTo>
                  <a:lnTo>
                    <a:pt x="3014508" y="175767"/>
                  </a:lnTo>
                  <a:lnTo>
                    <a:pt x="2949546" y="208324"/>
                  </a:lnTo>
                  <a:lnTo>
                    <a:pt x="2889755" y="244686"/>
                  </a:lnTo>
                  <a:lnTo>
                    <a:pt x="2834376" y="285399"/>
                  </a:lnTo>
                  <a:lnTo>
                    <a:pt x="2782556" y="331054"/>
                  </a:lnTo>
                  <a:lnTo>
                    <a:pt x="2733429" y="382217"/>
                  </a:lnTo>
                  <a:lnTo>
                    <a:pt x="2686187" y="439309"/>
                  </a:lnTo>
                  <a:lnTo>
                    <a:pt x="2667772" y="463692"/>
                  </a:lnTo>
                  <a:lnTo>
                    <a:pt x="2632055" y="514300"/>
                  </a:lnTo>
                  <a:lnTo>
                    <a:pt x="2596673" y="568652"/>
                  </a:lnTo>
                  <a:lnTo>
                    <a:pt x="2561410" y="626825"/>
                  </a:lnTo>
                  <a:lnTo>
                    <a:pt x="2526095" y="688832"/>
                  </a:lnTo>
                  <a:lnTo>
                    <a:pt x="2490603" y="754618"/>
                  </a:lnTo>
                  <a:lnTo>
                    <a:pt x="2454843" y="824053"/>
                  </a:lnTo>
                  <a:lnTo>
                    <a:pt x="2418763" y="896927"/>
                  </a:lnTo>
                  <a:lnTo>
                    <a:pt x="2382339" y="972949"/>
                  </a:lnTo>
                  <a:lnTo>
                    <a:pt x="2345580" y="1051750"/>
                  </a:lnTo>
                  <a:lnTo>
                    <a:pt x="2308518" y="1132886"/>
                  </a:lnTo>
                  <a:lnTo>
                    <a:pt x="2271207" y="1215847"/>
                  </a:lnTo>
                  <a:lnTo>
                    <a:pt x="2233717" y="1300073"/>
                  </a:lnTo>
                  <a:lnTo>
                    <a:pt x="2196132" y="1384963"/>
                  </a:lnTo>
                  <a:lnTo>
                    <a:pt x="2158541" y="1469898"/>
                  </a:lnTo>
                  <a:lnTo>
                    <a:pt x="2121032" y="1554256"/>
                  </a:lnTo>
                  <a:lnTo>
                    <a:pt x="2083690" y="1637435"/>
                  </a:lnTo>
                  <a:lnTo>
                    <a:pt x="2046588" y="1718867"/>
                  </a:lnTo>
                  <a:lnTo>
                    <a:pt x="2009783" y="1798032"/>
                  </a:lnTo>
                  <a:lnTo>
                    <a:pt x="1973311" y="1874479"/>
                  </a:lnTo>
                  <a:lnTo>
                    <a:pt x="1937181" y="1947825"/>
                  </a:lnTo>
                  <a:lnTo>
                    <a:pt x="1901378" y="2017770"/>
                  </a:lnTo>
                  <a:lnTo>
                    <a:pt x="1865852" y="2084091"/>
                  </a:lnTo>
                  <a:lnTo>
                    <a:pt x="1830519" y="2146646"/>
                  </a:lnTo>
                  <a:lnTo>
                    <a:pt x="1795257" y="2205372"/>
                  </a:lnTo>
                  <a:lnTo>
                    <a:pt x="1759905" y="2260270"/>
                  </a:lnTo>
                  <a:lnTo>
                    <a:pt x="1724251" y="2311410"/>
                  </a:lnTo>
                  <a:lnTo>
                    <a:pt x="1719082" y="2318464"/>
                  </a:lnTo>
                  <a:lnTo>
                    <a:pt x="1672394" y="2377963"/>
                  </a:lnTo>
                  <a:lnTo>
                    <a:pt x="1624108" y="2431447"/>
                  </a:lnTo>
                  <a:lnTo>
                    <a:pt x="1573461" y="2479228"/>
                  </a:lnTo>
                  <a:lnTo>
                    <a:pt x="1519602" y="2521835"/>
                  </a:lnTo>
                  <a:lnTo>
                    <a:pt x="1461663" y="2559858"/>
                  </a:lnTo>
                  <a:lnTo>
                    <a:pt x="1398837" y="2593868"/>
                  </a:lnTo>
                  <a:lnTo>
                    <a:pt x="1330474" y="2624362"/>
                  </a:lnTo>
                  <a:lnTo>
                    <a:pt x="1256203" y="2651743"/>
                  </a:lnTo>
                  <a:lnTo>
                    <a:pt x="1176107" y="2676301"/>
                  </a:lnTo>
                  <a:lnTo>
                    <a:pt x="1090916" y="2698214"/>
                  </a:lnTo>
                  <a:lnTo>
                    <a:pt x="1002200" y="2717554"/>
                  </a:lnTo>
                  <a:lnTo>
                    <a:pt x="912500" y="2734307"/>
                  </a:lnTo>
                  <a:lnTo>
                    <a:pt x="825279" y="2748414"/>
                  </a:lnTo>
                  <a:lnTo>
                    <a:pt x="744621" y="2759824"/>
                  </a:lnTo>
                  <a:lnTo>
                    <a:pt x="674628" y="2768560"/>
                  </a:lnTo>
                  <a:lnTo>
                    <a:pt x="618625" y="2774776"/>
                  </a:lnTo>
                  <a:lnTo>
                    <a:pt x="578378" y="2778771"/>
                  </a:lnTo>
                  <a:lnTo>
                    <a:pt x="553603" y="2780982"/>
                  </a:lnTo>
                  <a:lnTo>
                    <a:pt x="541863" y="2781928"/>
                  </a:lnTo>
                  <a:lnTo>
                    <a:pt x="538813" y="2782151"/>
                  </a:lnTo>
                  <a:lnTo>
                    <a:pt x="538736" y="2782156"/>
                  </a:lnTo>
                  <a:lnTo>
                    <a:pt x="0" y="27821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8" name="pg1448"/>
            <p:cNvSpPr/>
            <p:nvPr/>
          </p:nvSpPr>
          <p:spPr>
            <a:xfrm>
              <a:off x="546595" y="4784856"/>
              <a:ext cx="8234974" cy="402895"/>
            </a:xfrm>
            <a:custGeom>
              <a:avLst/>
              <a:pathLst>
                <a:path w="8234974" h="402895">
                  <a:moveTo>
                    <a:pt x="0" y="5444"/>
                  </a:moveTo>
                  <a:lnTo>
                    <a:pt x="538736" y="5444"/>
                  </a:lnTo>
                  <a:lnTo>
                    <a:pt x="540038" y="5452"/>
                  </a:lnTo>
                  <a:lnTo>
                    <a:pt x="548530" y="5508"/>
                  </a:lnTo>
                  <a:lnTo>
                    <a:pt x="569700" y="5662"/>
                  </a:lnTo>
                  <a:lnTo>
                    <a:pt x="606943" y="5964"/>
                  </a:lnTo>
                  <a:lnTo>
                    <a:pt x="661235" y="6458"/>
                  </a:lnTo>
                  <a:lnTo>
                    <a:pt x="731114" y="7174"/>
                  </a:lnTo>
                  <a:lnTo>
                    <a:pt x="813170" y="8131"/>
                  </a:lnTo>
                  <a:lnTo>
                    <a:pt x="902924" y="9332"/>
                  </a:lnTo>
                  <a:lnTo>
                    <a:pt x="995793" y="10772"/>
                  </a:lnTo>
                  <a:lnTo>
                    <a:pt x="1087846" y="12447"/>
                  </a:lnTo>
                  <a:lnTo>
                    <a:pt x="1176199" y="14354"/>
                  </a:lnTo>
                  <a:lnTo>
                    <a:pt x="1259085" y="16500"/>
                  </a:lnTo>
                  <a:lnTo>
                    <a:pt x="1335705" y="18902"/>
                  </a:lnTo>
                  <a:lnTo>
                    <a:pt x="1406000" y="21588"/>
                  </a:lnTo>
                  <a:lnTo>
                    <a:pt x="1470414" y="24595"/>
                  </a:lnTo>
                  <a:lnTo>
                    <a:pt x="1529702" y="27973"/>
                  </a:lnTo>
                  <a:lnTo>
                    <a:pt x="1584776" y="31775"/>
                  </a:lnTo>
                  <a:lnTo>
                    <a:pt x="1636605" y="36056"/>
                  </a:lnTo>
                  <a:lnTo>
                    <a:pt x="1686119" y="40861"/>
                  </a:lnTo>
                  <a:lnTo>
                    <a:pt x="1719082" y="44463"/>
                  </a:lnTo>
                  <a:lnTo>
                    <a:pt x="1771528" y="50841"/>
                  </a:lnTo>
                  <a:lnTo>
                    <a:pt x="1823472" y="57908"/>
                  </a:lnTo>
                  <a:lnTo>
                    <a:pt x="1875500" y="65674"/>
                  </a:lnTo>
                  <a:lnTo>
                    <a:pt x="1927995" y="74119"/>
                  </a:lnTo>
                  <a:lnTo>
                    <a:pt x="1981169" y="83194"/>
                  </a:lnTo>
                  <a:lnTo>
                    <a:pt x="2035082" y="92820"/>
                  </a:lnTo>
                  <a:lnTo>
                    <a:pt x="2089663" y="102884"/>
                  </a:lnTo>
                  <a:lnTo>
                    <a:pt x="2144736" y="113251"/>
                  </a:lnTo>
                  <a:lnTo>
                    <a:pt x="2200057" y="123763"/>
                  </a:lnTo>
                  <a:lnTo>
                    <a:pt x="2255343" y="134255"/>
                  </a:lnTo>
                  <a:lnTo>
                    <a:pt x="2310319" y="144563"/>
                  </a:lnTo>
                  <a:lnTo>
                    <a:pt x="2364752" y="154534"/>
                  </a:lnTo>
                  <a:lnTo>
                    <a:pt x="2418490" y="164037"/>
                  </a:lnTo>
                  <a:lnTo>
                    <a:pt x="2471491" y="172967"/>
                  </a:lnTo>
                  <a:lnTo>
                    <a:pt x="2523849" y="181253"/>
                  </a:lnTo>
                  <a:lnTo>
                    <a:pt x="2575814" y="188851"/>
                  </a:lnTo>
                  <a:lnTo>
                    <a:pt x="2627817" y="195752"/>
                  </a:lnTo>
                  <a:lnTo>
                    <a:pt x="2667772" y="200540"/>
                  </a:lnTo>
                  <a:lnTo>
                    <a:pt x="2716179" y="205719"/>
                  </a:lnTo>
                  <a:lnTo>
                    <a:pt x="2766329" y="210354"/>
                  </a:lnTo>
                  <a:lnTo>
                    <a:pt x="2819079" y="214478"/>
                  </a:lnTo>
                  <a:lnTo>
                    <a:pt x="2875381" y="218140"/>
                  </a:lnTo>
                  <a:lnTo>
                    <a:pt x="2936194" y="221395"/>
                  </a:lnTo>
                  <a:lnTo>
                    <a:pt x="3002396" y="224297"/>
                  </a:lnTo>
                  <a:lnTo>
                    <a:pt x="3074661" y="226889"/>
                  </a:lnTo>
                  <a:lnTo>
                    <a:pt x="3153296" y="229208"/>
                  </a:lnTo>
                  <a:lnTo>
                    <a:pt x="3238037" y="231277"/>
                  </a:lnTo>
                  <a:lnTo>
                    <a:pt x="3327801" y="233110"/>
                  </a:lnTo>
                  <a:lnTo>
                    <a:pt x="3420477" y="234711"/>
                  </a:lnTo>
                  <a:lnTo>
                    <a:pt x="3512829" y="236077"/>
                  </a:lnTo>
                  <a:lnTo>
                    <a:pt x="3600660" y="237200"/>
                  </a:lnTo>
                  <a:lnTo>
                    <a:pt x="3679322" y="238080"/>
                  </a:lnTo>
                  <a:lnTo>
                    <a:pt x="3744569" y="238724"/>
                  </a:lnTo>
                  <a:lnTo>
                    <a:pt x="3793522" y="239154"/>
                  </a:lnTo>
                  <a:lnTo>
                    <a:pt x="3825463" y="239404"/>
                  </a:lnTo>
                  <a:lnTo>
                    <a:pt x="3842155" y="239521"/>
                  </a:lnTo>
                  <a:lnTo>
                    <a:pt x="3847693" y="239557"/>
                  </a:lnTo>
                  <a:lnTo>
                    <a:pt x="3848118" y="239559"/>
                  </a:lnTo>
                  <a:lnTo>
                    <a:pt x="4386855" y="239559"/>
                  </a:lnTo>
                  <a:lnTo>
                    <a:pt x="4388157" y="239564"/>
                  </a:lnTo>
                  <a:lnTo>
                    <a:pt x="4396653" y="239603"/>
                  </a:lnTo>
                  <a:lnTo>
                    <a:pt x="4417831" y="239711"/>
                  </a:lnTo>
                  <a:lnTo>
                    <a:pt x="4455088" y="239922"/>
                  </a:lnTo>
                  <a:lnTo>
                    <a:pt x="4509398" y="240266"/>
                  </a:lnTo>
                  <a:lnTo>
                    <a:pt x="4579297" y="240767"/>
                  </a:lnTo>
                  <a:lnTo>
                    <a:pt x="4661374" y="241435"/>
                  </a:lnTo>
                  <a:lnTo>
                    <a:pt x="4751146" y="242273"/>
                  </a:lnTo>
                  <a:lnTo>
                    <a:pt x="4844029" y="243278"/>
                  </a:lnTo>
                  <a:lnTo>
                    <a:pt x="4936092" y="244446"/>
                  </a:lnTo>
                  <a:lnTo>
                    <a:pt x="5024450" y="245777"/>
                  </a:lnTo>
                  <a:lnTo>
                    <a:pt x="5107338" y="247275"/>
                  </a:lnTo>
                  <a:lnTo>
                    <a:pt x="5183957" y="248951"/>
                  </a:lnTo>
                  <a:lnTo>
                    <a:pt x="5254250" y="250826"/>
                  </a:lnTo>
                  <a:lnTo>
                    <a:pt x="5318663" y="252925"/>
                  </a:lnTo>
                  <a:lnTo>
                    <a:pt x="5377948" y="255283"/>
                  </a:lnTo>
                  <a:lnTo>
                    <a:pt x="5433022" y="257936"/>
                  </a:lnTo>
                  <a:lnTo>
                    <a:pt x="5484851" y="260924"/>
                  </a:lnTo>
                  <a:lnTo>
                    <a:pt x="5534368" y="264278"/>
                  </a:lnTo>
                  <a:lnTo>
                    <a:pt x="5567201" y="266782"/>
                  </a:lnTo>
                  <a:lnTo>
                    <a:pt x="5619825" y="271247"/>
                  </a:lnTo>
                  <a:lnTo>
                    <a:pt x="5671945" y="276197"/>
                  </a:lnTo>
                  <a:lnTo>
                    <a:pt x="5724153" y="281638"/>
                  </a:lnTo>
                  <a:lnTo>
                    <a:pt x="5776834" y="287555"/>
                  </a:lnTo>
                  <a:lnTo>
                    <a:pt x="5830201" y="293915"/>
                  </a:lnTo>
                  <a:lnTo>
                    <a:pt x="5884312" y="300660"/>
                  </a:lnTo>
                  <a:lnTo>
                    <a:pt x="5939091" y="307711"/>
                  </a:lnTo>
                  <a:lnTo>
                    <a:pt x="5994362" y="314972"/>
                  </a:lnTo>
                  <a:lnTo>
                    <a:pt x="6049875" y="322332"/>
                  </a:lnTo>
                  <a:lnTo>
                    <a:pt x="6105344" y="329675"/>
                  </a:lnTo>
                  <a:lnTo>
                    <a:pt x="6160491" y="336884"/>
                  </a:lnTo>
                  <a:lnTo>
                    <a:pt x="6215085" y="343853"/>
                  </a:lnTo>
                  <a:lnTo>
                    <a:pt x="6268974" y="350490"/>
                  </a:lnTo>
                  <a:lnTo>
                    <a:pt x="6322123" y="356722"/>
                  </a:lnTo>
                  <a:lnTo>
                    <a:pt x="6374633" y="362499"/>
                  </a:lnTo>
                  <a:lnTo>
                    <a:pt x="6426765" y="367793"/>
                  </a:lnTo>
                  <a:lnTo>
                    <a:pt x="6478964" y="372596"/>
                  </a:lnTo>
                  <a:lnTo>
                    <a:pt x="6515891" y="375672"/>
                  </a:lnTo>
                  <a:lnTo>
                    <a:pt x="6564304" y="379286"/>
                  </a:lnTo>
                  <a:lnTo>
                    <a:pt x="6614462" y="382521"/>
                  </a:lnTo>
                  <a:lnTo>
                    <a:pt x="6667221" y="385398"/>
                  </a:lnTo>
                  <a:lnTo>
                    <a:pt x="6723532" y="387953"/>
                  </a:lnTo>
                  <a:lnTo>
                    <a:pt x="6784357" y="390224"/>
                  </a:lnTo>
                  <a:lnTo>
                    <a:pt x="6850573" y="392249"/>
                  </a:lnTo>
                  <a:lnTo>
                    <a:pt x="6922854" y="394057"/>
                  </a:lnTo>
                  <a:lnTo>
                    <a:pt x="7001507" y="395675"/>
                  </a:lnTo>
                  <a:lnTo>
                    <a:pt x="7086266" y="397119"/>
                  </a:lnTo>
                  <a:lnTo>
                    <a:pt x="7176049" y="398398"/>
                  </a:lnTo>
                  <a:lnTo>
                    <a:pt x="7268740" y="399514"/>
                  </a:lnTo>
                  <a:lnTo>
                    <a:pt x="7361101" y="400467"/>
                  </a:lnTo>
                  <a:lnTo>
                    <a:pt x="7448932" y="401251"/>
                  </a:lnTo>
                  <a:lnTo>
                    <a:pt x="7527584" y="401864"/>
                  </a:lnTo>
                  <a:lnTo>
                    <a:pt x="7592808" y="402313"/>
                  </a:lnTo>
                  <a:lnTo>
                    <a:pt x="7641731" y="402613"/>
                  </a:lnTo>
                  <a:lnTo>
                    <a:pt x="7673639" y="402787"/>
                  </a:lnTo>
                  <a:lnTo>
                    <a:pt x="7690300" y="402869"/>
                  </a:lnTo>
                  <a:lnTo>
                    <a:pt x="7695817" y="402893"/>
                  </a:lnTo>
                  <a:lnTo>
                    <a:pt x="7696237" y="402895"/>
                  </a:lnTo>
                  <a:lnTo>
                    <a:pt x="8234974" y="402895"/>
                  </a:lnTo>
                  <a:lnTo>
                    <a:pt x="8234974" y="397450"/>
                  </a:lnTo>
                  <a:lnTo>
                    <a:pt x="7696237" y="397450"/>
                  </a:lnTo>
                  <a:lnTo>
                    <a:pt x="7694935" y="397445"/>
                  </a:lnTo>
                  <a:lnTo>
                    <a:pt x="7686439" y="397406"/>
                  </a:lnTo>
                  <a:lnTo>
                    <a:pt x="7665261" y="397299"/>
                  </a:lnTo>
                  <a:lnTo>
                    <a:pt x="7628004" y="397088"/>
                  </a:lnTo>
                  <a:lnTo>
                    <a:pt x="7573695" y="396743"/>
                  </a:lnTo>
                  <a:lnTo>
                    <a:pt x="7503795" y="396243"/>
                  </a:lnTo>
                  <a:lnTo>
                    <a:pt x="7421718" y="395575"/>
                  </a:lnTo>
                  <a:lnTo>
                    <a:pt x="7331947" y="394737"/>
                  </a:lnTo>
                  <a:lnTo>
                    <a:pt x="7239063" y="393732"/>
                  </a:lnTo>
                  <a:lnTo>
                    <a:pt x="7147001" y="392563"/>
                  </a:lnTo>
                  <a:lnTo>
                    <a:pt x="7058642" y="391232"/>
                  </a:lnTo>
                  <a:lnTo>
                    <a:pt x="6975755" y="389734"/>
                  </a:lnTo>
                  <a:lnTo>
                    <a:pt x="6899135" y="388058"/>
                  </a:lnTo>
                  <a:lnTo>
                    <a:pt x="6828842" y="386184"/>
                  </a:lnTo>
                  <a:lnTo>
                    <a:pt x="6764430" y="384084"/>
                  </a:lnTo>
                  <a:lnTo>
                    <a:pt x="6705144" y="381727"/>
                  </a:lnTo>
                  <a:lnTo>
                    <a:pt x="6650070" y="379073"/>
                  </a:lnTo>
                  <a:lnTo>
                    <a:pt x="6598241" y="376086"/>
                  </a:lnTo>
                  <a:lnTo>
                    <a:pt x="6548725" y="372731"/>
                  </a:lnTo>
                  <a:lnTo>
                    <a:pt x="6515891" y="370228"/>
                  </a:lnTo>
                  <a:lnTo>
                    <a:pt x="6463268" y="365762"/>
                  </a:lnTo>
                  <a:lnTo>
                    <a:pt x="6411147" y="360812"/>
                  </a:lnTo>
                  <a:lnTo>
                    <a:pt x="6358940" y="355372"/>
                  </a:lnTo>
                  <a:lnTo>
                    <a:pt x="6306258" y="349455"/>
                  </a:lnTo>
                  <a:lnTo>
                    <a:pt x="6252891" y="343095"/>
                  </a:lnTo>
                  <a:lnTo>
                    <a:pt x="6198781" y="336350"/>
                  </a:lnTo>
                  <a:lnTo>
                    <a:pt x="6144001" y="329298"/>
                  </a:lnTo>
                  <a:lnTo>
                    <a:pt x="6088730" y="322037"/>
                  </a:lnTo>
                  <a:lnTo>
                    <a:pt x="6033218" y="314677"/>
                  </a:lnTo>
                  <a:lnTo>
                    <a:pt x="5977749" y="307334"/>
                  </a:lnTo>
                  <a:lnTo>
                    <a:pt x="5922601" y="300125"/>
                  </a:lnTo>
                  <a:lnTo>
                    <a:pt x="5868008" y="293156"/>
                  </a:lnTo>
                  <a:lnTo>
                    <a:pt x="5814118" y="286519"/>
                  </a:lnTo>
                  <a:lnTo>
                    <a:pt x="5760969" y="280287"/>
                  </a:lnTo>
                  <a:lnTo>
                    <a:pt x="5708460" y="274510"/>
                  </a:lnTo>
                  <a:lnTo>
                    <a:pt x="5656328" y="269217"/>
                  </a:lnTo>
                  <a:lnTo>
                    <a:pt x="5604129" y="264413"/>
                  </a:lnTo>
                  <a:lnTo>
                    <a:pt x="5567201" y="261337"/>
                  </a:lnTo>
                  <a:lnTo>
                    <a:pt x="5518788" y="257724"/>
                  </a:lnTo>
                  <a:lnTo>
                    <a:pt x="5468630" y="254489"/>
                  </a:lnTo>
                  <a:lnTo>
                    <a:pt x="5415872" y="251612"/>
                  </a:lnTo>
                  <a:lnTo>
                    <a:pt x="5359560" y="249057"/>
                  </a:lnTo>
                  <a:lnTo>
                    <a:pt x="5298735" y="246785"/>
                  </a:lnTo>
                  <a:lnTo>
                    <a:pt x="5232519" y="244761"/>
                  </a:lnTo>
                  <a:lnTo>
                    <a:pt x="5160239" y="242952"/>
                  </a:lnTo>
                  <a:lnTo>
                    <a:pt x="5081586" y="241335"/>
                  </a:lnTo>
                  <a:lnTo>
                    <a:pt x="4996826" y="239891"/>
                  </a:lnTo>
                  <a:lnTo>
                    <a:pt x="4907044" y="238612"/>
                  </a:lnTo>
                  <a:lnTo>
                    <a:pt x="4814353" y="237495"/>
                  </a:lnTo>
                  <a:lnTo>
                    <a:pt x="4721991" y="236543"/>
                  </a:lnTo>
                  <a:lnTo>
                    <a:pt x="4634161" y="235759"/>
                  </a:lnTo>
                  <a:lnTo>
                    <a:pt x="4555509" y="235145"/>
                  </a:lnTo>
                  <a:lnTo>
                    <a:pt x="4490284" y="234696"/>
                  </a:lnTo>
                  <a:lnTo>
                    <a:pt x="4441361" y="234397"/>
                  </a:lnTo>
                  <a:lnTo>
                    <a:pt x="4409454" y="234222"/>
                  </a:lnTo>
                  <a:lnTo>
                    <a:pt x="4392793" y="234141"/>
                  </a:lnTo>
                  <a:lnTo>
                    <a:pt x="4387275" y="234116"/>
                  </a:lnTo>
                  <a:lnTo>
                    <a:pt x="4386855" y="234114"/>
                  </a:lnTo>
                  <a:lnTo>
                    <a:pt x="3848118" y="234114"/>
                  </a:lnTo>
                  <a:lnTo>
                    <a:pt x="3846817" y="234107"/>
                  </a:lnTo>
                  <a:lnTo>
                    <a:pt x="3838324" y="234051"/>
                  </a:lnTo>
                  <a:lnTo>
                    <a:pt x="3817154" y="233897"/>
                  </a:lnTo>
                  <a:lnTo>
                    <a:pt x="3779911" y="233595"/>
                  </a:lnTo>
                  <a:lnTo>
                    <a:pt x="3725620" y="233101"/>
                  </a:lnTo>
                  <a:lnTo>
                    <a:pt x="3655741" y="232384"/>
                  </a:lnTo>
                  <a:lnTo>
                    <a:pt x="3573684" y="231427"/>
                  </a:lnTo>
                  <a:lnTo>
                    <a:pt x="3483931" y="230227"/>
                  </a:lnTo>
                  <a:lnTo>
                    <a:pt x="3391062" y="228786"/>
                  </a:lnTo>
                  <a:lnTo>
                    <a:pt x="3299009" y="227112"/>
                  </a:lnTo>
                  <a:lnTo>
                    <a:pt x="3210655" y="225205"/>
                  </a:lnTo>
                  <a:lnTo>
                    <a:pt x="3127770" y="223059"/>
                  </a:lnTo>
                  <a:lnTo>
                    <a:pt x="3051150" y="220657"/>
                  </a:lnTo>
                  <a:lnTo>
                    <a:pt x="2980855" y="217971"/>
                  </a:lnTo>
                  <a:lnTo>
                    <a:pt x="2916440" y="214963"/>
                  </a:lnTo>
                  <a:lnTo>
                    <a:pt x="2857153" y="211585"/>
                  </a:lnTo>
                  <a:lnTo>
                    <a:pt x="2802078" y="207783"/>
                  </a:lnTo>
                  <a:lnTo>
                    <a:pt x="2750250" y="203503"/>
                  </a:lnTo>
                  <a:lnTo>
                    <a:pt x="2700735" y="198697"/>
                  </a:lnTo>
                  <a:lnTo>
                    <a:pt x="2667772" y="195095"/>
                  </a:lnTo>
                  <a:lnTo>
                    <a:pt x="2615326" y="188718"/>
                  </a:lnTo>
                  <a:lnTo>
                    <a:pt x="2563382" y="181650"/>
                  </a:lnTo>
                  <a:lnTo>
                    <a:pt x="2511355" y="173885"/>
                  </a:lnTo>
                  <a:lnTo>
                    <a:pt x="2458860" y="165440"/>
                  </a:lnTo>
                  <a:lnTo>
                    <a:pt x="2405685" y="156364"/>
                  </a:lnTo>
                  <a:lnTo>
                    <a:pt x="2351772" y="146739"/>
                  </a:lnTo>
                  <a:lnTo>
                    <a:pt x="2297192" y="136674"/>
                  </a:lnTo>
                  <a:lnTo>
                    <a:pt x="2242118" y="126308"/>
                  </a:lnTo>
                  <a:lnTo>
                    <a:pt x="2186798" y="115796"/>
                  </a:lnTo>
                  <a:lnTo>
                    <a:pt x="2131511" y="105304"/>
                  </a:lnTo>
                  <a:lnTo>
                    <a:pt x="2076535" y="94996"/>
                  </a:lnTo>
                  <a:lnTo>
                    <a:pt x="2022102" y="85025"/>
                  </a:lnTo>
                  <a:lnTo>
                    <a:pt x="1968365" y="75522"/>
                  </a:lnTo>
                  <a:lnTo>
                    <a:pt x="1915364" y="66591"/>
                  </a:lnTo>
                  <a:lnTo>
                    <a:pt x="1863006" y="58306"/>
                  </a:lnTo>
                  <a:lnTo>
                    <a:pt x="1811040" y="50707"/>
                  </a:lnTo>
                  <a:lnTo>
                    <a:pt x="1759038" y="43807"/>
                  </a:lnTo>
                  <a:lnTo>
                    <a:pt x="1719082" y="39019"/>
                  </a:lnTo>
                  <a:lnTo>
                    <a:pt x="1670676" y="33840"/>
                  </a:lnTo>
                  <a:lnTo>
                    <a:pt x="1620526" y="29204"/>
                  </a:lnTo>
                  <a:lnTo>
                    <a:pt x="1567775" y="25080"/>
                  </a:lnTo>
                  <a:lnTo>
                    <a:pt x="1511474" y="21419"/>
                  </a:lnTo>
                  <a:lnTo>
                    <a:pt x="1450661" y="18163"/>
                  </a:lnTo>
                  <a:lnTo>
                    <a:pt x="1384458" y="15262"/>
                  </a:lnTo>
                  <a:lnTo>
                    <a:pt x="1312194" y="12669"/>
                  </a:lnTo>
                  <a:lnTo>
                    <a:pt x="1233558" y="10351"/>
                  </a:lnTo>
                  <a:lnTo>
                    <a:pt x="1148818" y="8282"/>
                  </a:lnTo>
                  <a:lnTo>
                    <a:pt x="1059053" y="6448"/>
                  </a:lnTo>
                  <a:lnTo>
                    <a:pt x="966377" y="4847"/>
                  </a:lnTo>
                  <a:lnTo>
                    <a:pt x="874025" y="3482"/>
                  </a:lnTo>
                  <a:lnTo>
                    <a:pt x="786195" y="2358"/>
                  </a:lnTo>
                  <a:lnTo>
                    <a:pt x="707532" y="1478"/>
                  </a:lnTo>
                  <a:lnTo>
                    <a:pt x="642286" y="834"/>
                  </a:lnTo>
                  <a:lnTo>
                    <a:pt x="593332" y="405"/>
                  </a:lnTo>
                  <a:lnTo>
                    <a:pt x="561391" y="155"/>
                  </a:lnTo>
                  <a:lnTo>
                    <a:pt x="544700" y="37"/>
                  </a:lnTo>
                  <a:lnTo>
                    <a:pt x="539161" y="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49" name="pl1449"/>
            <p:cNvSpPr/>
            <p:nvPr/>
          </p:nvSpPr>
          <p:spPr>
            <a:xfrm>
              <a:off x="546595" y="4790301"/>
              <a:ext cx="8234974" cy="397450"/>
            </a:xfrm>
            <a:custGeom>
              <a:avLst/>
              <a:pathLst>
                <a:path w="8234974" h="397450">
                  <a:moveTo>
                    <a:pt x="0" y="0"/>
                  </a:moveTo>
                  <a:lnTo>
                    <a:pt x="538736" y="0"/>
                  </a:lnTo>
                  <a:lnTo>
                    <a:pt x="540038" y="7"/>
                  </a:lnTo>
                  <a:lnTo>
                    <a:pt x="548530" y="63"/>
                  </a:lnTo>
                  <a:lnTo>
                    <a:pt x="569700" y="217"/>
                  </a:lnTo>
                  <a:lnTo>
                    <a:pt x="606943" y="519"/>
                  </a:lnTo>
                  <a:lnTo>
                    <a:pt x="661235" y="1013"/>
                  </a:lnTo>
                  <a:lnTo>
                    <a:pt x="731114" y="1730"/>
                  </a:lnTo>
                  <a:lnTo>
                    <a:pt x="813170" y="2687"/>
                  </a:lnTo>
                  <a:lnTo>
                    <a:pt x="902924" y="3887"/>
                  </a:lnTo>
                  <a:lnTo>
                    <a:pt x="995793" y="5328"/>
                  </a:lnTo>
                  <a:lnTo>
                    <a:pt x="1087846" y="7002"/>
                  </a:lnTo>
                  <a:lnTo>
                    <a:pt x="1176199" y="8909"/>
                  </a:lnTo>
                  <a:lnTo>
                    <a:pt x="1259085" y="11055"/>
                  </a:lnTo>
                  <a:lnTo>
                    <a:pt x="1335705" y="13457"/>
                  </a:lnTo>
                  <a:lnTo>
                    <a:pt x="1406000" y="16143"/>
                  </a:lnTo>
                  <a:lnTo>
                    <a:pt x="1470414" y="19151"/>
                  </a:lnTo>
                  <a:lnTo>
                    <a:pt x="1529702" y="22529"/>
                  </a:lnTo>
                  <a:lnTo>
                    <a:pt x="1584776" y="26331"/>
                  </a:lnTo>
                  <a:lnTo>
                    <a:pt x="1636605" y="30611"/>
                  </a:lnTo>
                  <a:lnTo>
                    <a:pt x="1686119" y="35417"/>
                  </a:lnTo>
                  <a:lnTo>
                    <a:pt x="1719082" y="39019"/>
                  </a:lnTo>
                  <a:lnTo>
                    <a:pt x="1771528" y="45396"/>
                  </a:lnTo>
                  <a:lnTo>
                    <a:pt x="1823472" y="52464"/>
                  </a:lnTo>
                  <a:lnTo>
                    <a:pt x="1875500" y="60229"/>
                  </a:lnTo>
                  <a:lnTo>
                    <a:pt x="1927995" y="68674"/>
                  </a:lnTo>
                  <a:lnTo>
                    <a:pt x="1981169" y="77750"/>
                  </a:lnTo>
                  <a:lnTo>
                    <a:pt x="2035082" y="87375"/>
                  </a:lnTo>
                  <a:lnTo>
                    <a:pt x="2089663" y="97440"/>
                  </a:lnTo>
                  <a:lnTo>
                    <a:pt x="2144736" y="107806"/>
                  </a:lnTo>
                  <a:lnTo>
                    <a:pt x="2200057" y="118318"/>
                  </a:lnTo>
                  <a:lnTo>
                    <a:pt x="2255343" y="128810"/>
                  </a:lnTo>
                  <a:lnTo>
                    <a:pt x="2310319" y="139118"/>
                  </a:lnTo>
                  <a:lnTo>
                    <a:pt x="2364752" y="149089"/>
                  </a:lnTo>
                  <a:lnTo>
                    <a:pt x="2418490" y="158592"/>
                  </a:lnTo>
                  <a:lnTo>
                    <a:pt x="2471491" y="167523"/>
                  </a:lnTo>
                  <a:lnTo>
                    <a:pt x="2523849" y="175808"/>
                  </a:lnTo>
                  <a:lnTo>
                    <a:pt x="2575814" y="183407"/>
                  </a:lnTo>
                  <a:lnTo>
                    <a:pt x="2627817" y="190307"/>
                  </a:lnTo>
                  <a:lnTo>
                    <a:pt x="2667772" y="195095"/>
                  </a:lnTo>
                  <a:lnTo>
                    <a:pt x="2716179" y="200274"/>
                  </a:lnTo>
                  <a:lnTo>
                    <a:pt x="2766329" y="204910"/>
                  </a:lnTo>
                  <a:lnTo>
                    <a:pt x="2819079" y="209034"/>
                  </a:lnTo>
                  <a:lnTo>
                    <a:pt x="2875381" y="212695"/>
                  </a:lnTo>
                  <a:lnTo>
                    <a:pt x="2936194" y="215951"/>
                  </a:lnTo>
                  <a:lnTo>
                    <a:pt x="3002396" y="218852"/>
                  </a:lnTo>
                  <a:lnTo>
                    <a:pt x="3074661" y="221445"/>
                  </a:lnTo>
                  <a:lnTo>
                    <a:pt x="3153296" y="223763"/>
                  </a:lnTo>
                  <a:lnTo>
                    <a:pt x="3238037" y="225832"/>
                  </a:lnTo>
                  <a:lnTo>
                    <a:pt x="3327801" y="227666"/>
                  </a:lnTo>
                  <a:lnTo>
                    <a:pt x="3420477" y="229267"/>
                  </a:lnTo>
                  <a:lnTo>
                    <a:pt x="3512829" y="230632"/>
                  </a:lnTo>
                  <a:lnTo>
                    <a:pt x="3600660" y="231756"/>
                  </a:lnTo>
                  <a:lnTo>
                    <a:pt x="3679322" y="232636"/>
                  </a:lnTo>
                  <a:lnTo>
                    <a:pt x="3744569" y="233280"/>
                  </a:lnTo>
                  <a:lnTo>
                    <a:pt x="3793522" y="233709"/>
                  </a:lnTo>
                  <a:lnTo>
                    <a:pt x="3825463" y="233959"/>
                  </a:lnTo>
                  <a:lnTo>
                    <a:pt x="3842155" y="234077"/>
                  </a:lnTo>
                  <a:lnTo>
                    <a:pt x="3847693" y="234112"/>
                  </a:lnTo>
                  <a:lnTo>
                    <a:pt x="3848118" y="234114"/>
                  </a:lnTo>
                  <a:lnTo>
                    <a:pt x="4386855" y="234114"/>
                  </a:lnTo>
                  <a:lnTo>
                    <a:pt x="4388157" y="234120"/>
                  </a:lnTo>
                  <a:lnTo>
                    <a:pt x="4396653" y="234159"/>
                  </a:lnTo>
                  <a:lnTo>
                    <a:pt x="4417831" y="234266"/>
                  </a:lnTo>
                  <a:lnTo>
                    <a:pt x="4455088" y="234477"/>
                  </a:lnTo>
                  <a:lnTo>
                    <a:pt x="4509398" y="234822"/>
                  </a:lnTo>
                  <a:lnTo>
                    <a:pt x="4579297" y="235322"/>
                  </a:lnTo>
                  <a:lnTo>
                    <a:pt x="4661374" y="235990"/>
                  </a:lnTo>
                  <a:lnTo>
                    <a:pt x="4751146" y="236828"/>
                  </a:lnTo>
                  <a:lnTo>
                    <a:pt x="4844029" y="237833"/>
                  </a:lnTo>
                  <a:lnTo>
                    <a:pt x="4936092" y="239002"/>
                  </a:lnTo>
                  <a:lnTo>
                    <a:pt x="5024450" y="240333"/>
                  </a:lnTo>
                  <a:lnTo>
                    <a:pt x="5107338" y="241831"/>
                  </a:lnTo>
                  <a:lnTo>
                    <a:pt x="5183957" y="243507"/>
                  </a:lnTo>
                  <a:lnTo>
                    <a:pt x="5254250" y="245381"/>
                  </a:lnTo>
                  <a:lnTo>
                    <a:pt x="5318663" y="247481"/>
                  </a:lnTo>
                  <a:lnTo>
                    <a:pt x="5377948" y="249838"/>
                  </a:lnTo>
                  <a:lnTo>
                    <a:pt x="5433022" y="252492"/>
                  </a:lnTo>
                  <a:lnTo>
                    <a:pt x="5484851" y="255479"/>
                  </a:lnTo>
                  <a:lnTo>
                    <a:pt x="5534368" y="258834"/>
                  </a:lnTo>
                  <a:lnTo>
                    <a:pt x="5567201" y="261337"/>
                  </a:lnTo>
                  <a:lnTo>
                    <a:pt x="5619825" y="265803"/>
                  </a:lnTo>
                  <a:lnTo>
                    <a:pt x="5671945" y="270753"/>
                  </a:lnTo>
                  <a:lnTo>
                    <a:pt x="5724153" y="276193"/>
                  </a:lnTo>
                  <a:lnTo>
                    <a:pt x="5776834" y="282110"/>
                  </a:lnTo>
                  <a:lnTo>
                    <a:pt x="5830201" y="288470"/>
                  </a:lnTo>
                  <a:lnTo>
                    <a:pt x="5884312" y="295215"/>
                  </a:lnTo>
                  <a:lnTo>
                    <a:pt x="5939091" y="302267"/>
                  </a:lnTo>
                  <a:lnTo>
                    <a:pt x="5994362" y="309528"/>
                  </a:lnTo>
                  <a:lnTo>
                    <a:pt x="6049875" y="316888"/>
                  </a:lnTo>
                  <a:lnTo>
                    <a:pt x="6105344" y="324230"/>
                  </a:lnTo>
                  <a:lnTo>
                    <a:pt x="6160491" y="331440"/>
                  </a:lnTo>
                  <a:lnTo>
                    <a:pt x="6215085" y="338409"/>
                  </a:lnTo>
                  <a:lnTo>
                    <a:pt x="6268974" y="345046"/>
                  </a:lnTo>
                  <a:lnTo>
                    <a:pt x="6322123" y="351278"/>
                  </a:lnTo>
                  <a:lnTo>
                    <a:pt x="6374633" y="357055"/>
                  </a:lnTo>
                  <a:lnTo>
                    <a:pt x="6426765" y="362348"/>
                  </a:lnTo>
                  <a:lnTo>
                    <a:pt x="6478964" y="367152"/>
                  </a:lnTo>
                  <a:lnTo>
                    <a:pt x="6515891" y="370228"/>
                  </a:lnTo>
                  <a:lnTo>
                    <a:pt x="6564304" y="373841"/>
                  </a:lnTo>
                  <a:lnTo>
                    <a:pt x="6614462" y="377076"/>
                  </a:lnTo>
                  <a:lnTo>
                    <a:pt x="6667221" y="379953"/>
                  </a:lnTo>
                  <a:lnTo>
                    <a:pt x="6723532" y="382508"/>
                  </a:lnTo>
                  <a:lnTo>
                    <a:pt x="6784357" y="384780"/>
                  </a:lnTo>
                  <a:lnTo>
                    <a:pt x="6850573" y="386804"/>
                  </a:lnTo>
                  <a:lnTo>
                    <a:pt x="6922854" y="388613"/>
                  </a:lnTo>
                  <a:lnTo>
                    <a:pt x="7001507" y="390230"/>
                  </a:lnTo>
                  <a:lnTo>
                    <a:pt x="7086266" y="391674"/>
                  </a:lnTo>
                  <a:lnTo>
                    <a:pt x="7176049" y="392953"/>
                  </a:lnTo>
                  <a:lnTo>
                    <a:pt x="7268740" y="394070"/>
                  </a:lnTo>
                  <a:lnTo>
                    <a:pt x="7361101" y="395022"/>
                  </a:lnTo>
                  <a:lnTo>
                    <a:pt x="7448932" y="395806"/>
                  </a:lnTo>
                  <a:lnTo>
                    <a:pt x="7527584" y="396420"/>
                  </a:lnTo>
                  <a:lnTo>
                    <a:pt x="7592808" y="396869"/>
                  </a:lnTo>
                  <a:lnTo>
                    <a:pt x="7641731" y="397168"/>
                  </a:lnTo>
                  <a:lnTo>
                    <a:pt x="7673639" y="397343"/>
                  </a:lnTo>
                  <a:lnTo>
                    <a:pt x="7690300" y="397424"/>
                  </a:lnTo>
                  <a:lnTo>
                    <a:pt x="7695817" y="397449"/>
                  </a:lnTo>
                  <a:lnTo>
                    <a:pt x="7696237" y="397450"/>
                  </a:lnTo>
                  <a:lnTo>
                    <a:pt x="8234974" y="3974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0" name="pl1450"/>
            <p:cNvSpPr/>
            <p:nvPr/>
          </p:nvSpPr>
          <p:spPr>
            <a:xfrm>
              <a:off x="546595" y="4784856"/>
              <a:ext cx="8234974" cy="397450"/>
            </a:xfrm>
            <a:custGeom>
              <a:avLst/>
              <a:pathLst>
                <a:path w="8234974" h="397450">
                  <a:moveTo>
                    <a:pt x="8234974" y="397450"/>
                  </a:moveTo>
                  <a:lnTo>
                    <a:pt x="7696237" y="397450"/>
                  </a:lnTo>
                  <a:lnTo>
                    <a:pt x="7694935" y="397445"/>
                  </a:lnTo>
                  <a:lnTo>
                    <a:pt x="7686439" y="397406"/>
                  </a:lnTo>
                  <a:lnTo>
                    <a:pt x="7665261" y="397299"/>
                  </a:lnTo>
                  <a:lnTo>
                    <a:pt x="7628004" y="397088"/>
                  </a:lnTo>
                  <a:lnTo>
                    <a:pt x="7573695" y="396743"/>
                  </a:lnTo>
                  <a:lnTo>
                    <a:pt x="7503795" y="396243"/>
                  </a:lnTo>
                  <a:lnTo>
                    <a:pt x="7421718" y="395575"/>
                  </a:lnTo>
                  <a:lnTo>
                    <a:pt x="7331947" y="394737"/>
                  </a:lnTo>
                  <a:lnTo>
                    <a:pt x="7239063" y="393732"/>
                  </a:lnTo>
                  <a:lnTo>
                    <a:pt x="7147001" y="392563"/>
                  </a:lnTo>
                  <a:lnTo>
                    <a:pt x="7058642" y="391232"/>
                  </a:lnTo>
                  <a:lnTo>
                    <a:pt x="6975755" y="389734"/>
                  </a:lnTo>
                  <a:lnTo>
                    <a:pt x="6899135" y="388058"/>
                  </a:lnTo>
                  <a:lnTo>
                    <a:pt x="6828842" y="386184"/>
                  </a:lnTo>
                  <a:lnTo>
                    <a:pt x="6764430" y="384084"/>
                  </a:lnTo>
                  <a:lnTo>
                    <a:pt x="6705144" y="381727"/>
                  </a:lnTo>
                  <a:lnTo>
                    <a:pt x="6650070" y="379073"/>
                  </a:lnTo>
                  <a:lnTo>
                    <a:pt x="6598241" y="376086"/>
                  </a:lnTo>
                  <a:lnTo>
                    <a:pt x="6548725" y="372731"/>
                  </a:lnTo>
                  <a:lnTo>
                    <a:pt x="6515891" y="370228"/>
                  </a:lnTo>
                  <a:lnTo>
                    <a:pt x="6463268" y="365762"/>
                  </a:lnTo>
                  <a:lnTo>
                    <a:pt x="6411147" y="360812"/>
                  </a:lnTo>
                  <a:lnTo>
                    <a:pt x="6358940" y="355372"/>
                  </a:lnTo>
                  <a:lnTo>
                    <a:pt x="6306258" y="349455"/>
                  </a:lnTo>
                  <a:lnTo>
                    <a:pt x="6252891" y="343095"/>
                  </a:lnTo>
                  <a:lnTo>
                    <a:pt x="6198781" y="336350"/>
                  </a:lnTo>
                  <a:lnTo>
                    <a:pt x="6144001" y="329298"/>
                  </a:lnTo>
                  <a:lnTo>
                    <a:pt x="6088730" y="322037"/>
                  </a:lnTo>
                  <a:lnTo>
                    <a:pt x="6033218" y="314677"/>
                  </a:lnTo>
                  <a:lnTo>
                    <a:pt x="5977749" y="307334"/>
                  </a:lnTo>
                  <a:lnTo>
                    <a:pt x="5922601" y="300125"/>
                  </a:lnTo>
                  <a:lnTo>
                    <a:pt x="5868008" y="293156"/>
                  </a:lnTo>
                  <a:lnTo>
                    <a:pt x="5814118" y="286519"/>
                  </a:lnTo>
                  <a:lnTo>
                    <a:pt x="5760969" y="280287"/>
                  </a:lnTo>
                  <a:lnTo>
                    <a:pt x="5708460" y="274510"/>
                  </a:lnTo>
                  <a:lnTo>
                    <a:pt x="5656328" y="269217"/>
                  </a:lnTo>
                  <a:lnTo>
                    <a:pt x="5604129" y="264413"/>
                  </a:lnTo>
                  <a:lnTo>
                    <a:pt x="5567201" y="261337"/>
                  </a:lnTo>
                  <a:lnTo>
                    <a:pt x="5518788" y="257724"/>
                  </a:lnTo>
                  <a:lnTo>
                    <a:pt x="5468630" y="254489"/>
                  </a:lnTo>
                  <a:lnTo>
                    <a:pt x="5415872" y="251612"/>
                  </a:lnTo>
                  <a:lnTo>
                    <a:pt x="5359560" y="249057"/>
                  </a:lnTo>
                  <a:lnTo>
                    <a:pt x="5298735" y="246785"/>
                  </a:lnTo>
                  <a:lnTo>
                    <a:pt x="5232519" y="244761"/>
                  </a:lnTo>
                  <a:lnTo>
                    <a:pt x="5160239" y="242952"/>
                  </a:lnTo>
                  <a:lnTo>
                    <a:pt x="5081586" y="241335"/>
                  </a:lnTo>
                  <a:lnTo>
                    <a:pt x="4996826" y="239891"/>
                  </a:lnTo>
                  <a:lnTo>
                    <a:pt x="4907044" y="238612"/>
                  </a:lnTo>
                  <a:lnTo>
                    <a:pt x="4814353" y="237495"/>
                  </a:lnTo>
                  <a:lnTo>
                    <a:pt x="4721991" y="236543"/>
                  </a:lnTo>
                  <a:lnTo>
                    <a:pt x="4634161" y="235759"/>
                  </a:lnTo>
                  <a:lnTo>
                    <a:pt x="4555509" y="235145"/>
                  </a:lnTo>
                  <a:lnTo>
                    <a:pt x="4490284" y="234696"/>
                  </a:lnTo>
                  <a:lnTo>
                    <a:pt x="4441361" y="234397"/>
                  </a:lnTo>
                  <a:lnTo>
                    <a:pt x="4409454" y="234222"/>
                  </a:lnTo>
                  <a:lnTo>
                    <a:pt x="4392793" y="234141"/>
                  </a:lnTo>
                  <a:lnTo>
                    <a:pt x="4387275" y="234116"/>
                  </a:lnTo>
                  <a:lnTo>
                    <a:pt x="4386855" y="234114"/>
                  </a:lnTo>
                  <a:lnTo>
                    <a:pt x="3848118" y="234114"/>
                  </a:lnTo>
                  <a:lnTo>
                    <a:pt x="3846817" y="234107"/>
                  </a:lnTo>
                  <a:lnTo>
                    <a:pt x="3838324" y="234051"/>
                  </a:lnTo>
                  <a:lnTo>
                    <a:pt x="3817154" y="233897"/>
                  </a:lnTo>
                  <a:lnTo>
                    <a:pt x="3779911" y="233595"/>
                  </a:lnTo>
                  <a:lnTo>
                    <a:pt x="3725620" y="233101"/>
                  </a:lnTo>
                  <a:lnTo>
                    <a:pt x="3655741" y="232384"/>
                  </a:lnTo>
                  <a:lnTo>
                    <a:pt x="3573684" y="231427"/>
                  </a:lnTo>
                  <a:lnTo>
                    <a:pt x="3483931" y="230227"/>
                  </a:lnTo>
                  <a:lnTo>
                    <a:pt x="3391062" y="228786"/>
                  </a:lnTo>
                  <a:lnTo>
                    <a:pt x="3299009" y="227112"/>
                  </a:lnTo>
                  <a:lnTo>
                    <a:pt x="3210655" y="225205"/>
                  </a:lnTo>
                  <a:lnTo>
                    <a:pt x="3127770" y="223059"/>
                  </a:lnTo>
                  <a:lnTo>
                    <a:pt x="3051150" y="220657"/>
                  </a:lnTo>
                  <a:lnTo>
                    <a:pt x="2980855" y="217971"/>
                  </a:lnTo>
                  <a:lnTo>
                    <a:pt x="2916440" y="214963"/>
                  </a:lnTo>
                  <a:lnTo>
                    <a:pt x="2857153" y="211585"/>
                  </a:lnTo>
                  <a:lnTo>
                    <a:pt x="2802078" y="207783"/>
                  </a:lnTo>
                  <a:lnTo>
                    <a:pt x="2750250" y="203503"/>
                  </a:lnTo>
                  <a:lnTo>
                    <a:pt x="2700735" y="198697"/>
                  </a:lnTo>
                  <a:lnTo>
                    <a:pt x="2667772" y="195095"/>
                  </a:lnTo>
                  <a:lnTo>
                    <a:pt x="2615326" y="188718"/>
                  </a:lnTo>
                  <a:lnTo>
                    <a:pt x="2563382" y="181650"/>
                  </a:lnTo>
                  <a:lnTo>
                    <a:pt x="2511355" y="173885"/>
                  </a:lnTo>
                  <a:lnTo>
                    <a:pt x="2458860" y="165440"/>
                  </a:lnTo>
                  <a:lnTo>
                    <a:pt x="2405685" y="156364"/>
                  </a:lnTo>
                  <a:lnTo>
                    <a:pt x="2351772" y="146739"/>
                  </a:lnTo>
                  <a:lnTo>
                    <a:pt x="2297192" y="136674"/>
                  </a:lnTo>
                  <a:lnTo>
                    <a:pt x="2242118" y="126308"/>
                  </a:lnTo>
                  <a:lnTo>
                    <a:pt x="2186798" y="115796"/>
                  </a:lnTo>
                  <a:lnTo>
                    <a:pt x="2131511" y="105304"/>
                  </a:lnTo>
                  <a:lnTo>
                    <a:pt x="2076535" y="94996"/>
                  </a:lnTo>
                  <a:lnTo>
                    <a:pt x="2022102" y="85025"/>
                  </a:lnTo>
                  <a:lnTo>
                    <a:pt x="1968365" y="75522"/>
                  </a:lnTo>
                  <a:lnTo>
                    <a:pt x="1915364" y="66591"/>
                  </a:lnTo>
                  <a:lnTo>
                    <a:pt x="1863006" y="58306"/>
                  </a:lnTo>
                  <a:lnTo>
                    <a:pt x="1811040" y="50707"/>
                  </a:lnTo>
                  <a:lnTo>
                    <a:pt x="1759038" y="43807"/>
                  </a:lnTo>
                  <a:lnTo>
                    <a:pt x="1719082" y="39019"/>
                  </a:lnTo>
                  <a:lnTo>
                    <a:pt x="1670676" y="33840"/>
                  </a:lnTo>
                  <a:lnTo>
                    <a:pt x="1620526" y="29204"/>
                  </a:lnTo>
                  <a:lnTo>
                    <a:pt x="1567775" y="25080"/>
                  </a:lnTo>
                  <a:lnTo>
                    <a:pt x="1511474" y="21419"/>
                  </a:lnTo>
                  <a:lnTo>
                    <a:pt x="1450661" y="18163"/>
                  </a:lnTo>
                  <a:lnTo>
                    <a:pt x="1384458" y="15262"/>
                  </a:lnTo>
                  <a:lnTo>
                    <a:pt x="1312194" y="12669"/>
                  </a:lnTo>
                  <a:lnTo>
                    <a:pt x="1233558" y="10351"/>
                  </a:lnTo>
                  <a:lnTo>
                    <a:pt x="1148818" y="8282"/>
                  </a:lnTo>
                  <a:lnTo>
                    <a:pt x="1059053" y="6448"/>
                  </a:lnTo>
                  <a:lnTo>
                    <a:pt x="966377" y="4847"/>
                  </a:lnTo>
                  <a:lnTo>
                    <a:pt x="874025" y="3482"/>
                  </a:lnTo>
                  <a:lnTo>
                    <a:pt x="786195" y="2358"/>
                  </a:lnTo>
                  <a:lnTo>
                    <a:pt x="707532" y="1478"/>
                  </a:lnTo>
                  <a:lnTo>
                    <a:pt x="642286" y="834"/>
                  </a:lnTo>
                  <a:lnTo>
                    <a:pt x="593332" y="405"/>
                  </a:lnTo>
                  <a:lnTo>
                    <a:pt x="561391" y="155"/>
                  </a:lnTo>
                  <a:lnTo>
                    <a:pt x="544700" y="37"/>
                  </a:lnTo>
                  <a:lnTo>
                    <a:pt x="539161" y="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1" name="pg1451"/>
            <p:cNvSpPr/>
            <p:nvPr/>
          </p:nvSpPr>
          <p:spPr>
            <a:xfrm>
              <a:off x="546595" y="3521725"/>
              <a:ext cx="8234974" cy="1954587"/>
            </a:xfrm>
            <a:custGeom>
              <a:avLst/>
              <a:pathLst>
                <a:path w="8234974" h="1954587">
                  <a:moveTo>
                    <a:pt x="0" y="1290354"/>
                  </a:moveTo>
                  <a:lnTo>
                    <a:pt x="538736" y="1290354"/>
                  </a:lnTo>
                  <a:lnTo>
                    <a:pt x="540031" y="1290376"/>
                  </a:lnTo>
                  <a:lnTo>
                    <a:pt x="548477" y="1290533"/>
                  </a:lnTo>
                  <a:lnTo>
                    <a:pt x="569535" y="1290968"/>
                  </a:lnTo>
                  <a:lnTo>
                    <a:pt x="606593" y="1291820"/>
                  </a:lnTo>
                  <a:lnTo>
                    <a:pt x="660637" y="1293214"/>
                  </a:lnTo>
                  <a:lnTo>
                    <a:pt x="730234" y="1295237"/>
                  </a:lnTo>
                  <a:lnTo>
                    <a:pt x="812009" y="1297937"/>
                  </a:lnTo>
                  <a:lnTo>
                    <a:pt x="901514" y="1301327"/>
                  </a:lnTo>
                  <a:lnTo>
                    <a:pt x="994189" y="1305395"/>
                  </a:lnTo>
                  <a:lnTo>
                    <a:pt x="1086111" y="1310125"/>
                  </a:lnTo>
                  <a:lnTo>
                    <a:pt x="1174390" y="1315512"/>
                  </a:lnTo>
                  <a:lnTo>
                    <a:pt x="1257249" y="1321574"/>
                  </a:lnTo>
                  <a:lnTo>
                    <a:pt x="1333875" y="1328358"/>
                  </a:lnTo>
                  <a:lnTo>
                    <a:pt x="1404195" y="1335941"/>
                  </a:lnTo>
                  <a:lnTo>
                    <a:pt x="1468640" y="1344432"/>
                  </a:lnTo>
                  <a:lnTo>
                    <a:pt x="1527953" y="1353964"/>
                  </a:lnTo>
                  <a:lnTo>
                    <a:pt x="1583040" y="1364689"/>
                  </a:lnTo>
                  <a:lnTo>
                    <a:pt x="1634862" y="1376763"/>
                  </a:lnTo>
                  <a:lnTo>
                    <a:pt x="1684349" y="1390317"/>
                  </a:lnTo>
                  <a:lnTo>
                    <a:pt x="1719082" y="1401060"/>
                  </a:lnTo>
                  <a:lnTo>
                    <a:pt x="1769356" y="1418361"/>
                  </a:lnTo>
                  <a:lnTo>
                    <a:pt x="1819143" y="1437457"/>
                  </a:lnTo>
                  <a:lnTo>
                    <a:pt x="1868971" y="1458374"/>
                  </a:lnTo>
                  <a:lnTo>
                    <a:pt x="1919194" y="1481072"/>
                  </a:lnTo>
                  <a:lnTo>
                    <a:pt x="1970020" y="1505440"/>
                  </a:lnTo>
                  <a:lnTo>
                    <a:pt x="2021524" y="1531293"/>
                  </a:lnTo>
                  <a:lnTo>
                    <a:pt x="2073668" y="1558369"/>
                  </a:lnTo>
                  <a:lnTo>
                    <a:pt x="2126320" y="1586342"/>
                  </a:lnTo>
                  <a:lnTo>
                    <a:pt x="2179281" y="1614835"/>
                  </a:lnTo>
                  <a:lnTo>
                    <a:pt x="2232308" y="1643439"/>
                  </a:lnTo>
                  <a:lnTo>
                    <a:pt x="2285153" y="1671740"/>
                  </a:lnTo>
                  <a:lnTo>
                    <a:pt x="2337590" y="1699339"/>
                  </a:lnTo>
                  <a:lnTo>
                    <a:pt x="2389446" y="1725881"/>
                  </a:lnTo>
                  <a:lnTo>
                    <a:pt x="2440632" y="1751069"/>
                  </a:lnTo>
                  <a:lnTo>
                    <a:pt x="2491160" y="1774676"/>
                  </a:lnTo>
                  <a:lnTo>
                    <a:pt x="2541164" y="1796552"/>
                  </a:lnTo>
                  <a:lnTo>
                    <a:pt x="2590919" y="1816620"/>
                  </a:lnTo>
                  <a:lnTo>
                    <a:pt x="2640856" y="1834873"/>
                  </a:lnTo>
                  <a:lnTo>
                    <a:pt x="2667772" y="1843882"/>
                  </a:lnTo>
                  <a:lnTo>
                    <a:pt x="2716084" y="1858548"/>
                  </a:lnTo>
                  <a:lnTo>
                    <a:pt x="2766133" y="1871680"/>
                  </a:lnTo>
                  <a:lnTo>
                    <a:pt x="2818767" y="1883364"/>
                  </a:lnTo>
                  <a:lnTo>
                    <a:pt x="2874933" y="1893742"/>
                  </a:lnTo>
                  <a:lnTo>
                    <a:pt x="2935588" y="1902970"/>
                  </a:lnTo>
                  <a:lnTo>
                    <a:pt x="3001602" y="1911196"/>
                  </a:lnTo>
                  <a:lnTo>
                    <a:pt x="3073650" y="1918547"/>
                  </a:lnTo>
                  <a:lnTo>
                    <a:pt x="3152044" y="1925123"/>
                  </a:lnTo>
                  <a:lnTo>
                    <a:pt x="3236530" y="1930994"/>
                  </a:lnTo>
                  <a:lnTo>
                    <a:pt x="3326047" y="1936197"/>
                  </a:lnTo>
                  <a:lnTo>
                    <a:pt x="3418516" y="1940744"/>
                  </a:lnTo>
                  <a:lnTo>
                    <a:pt x="3510741" y="1944626"/>
                  </a:lnTo>
                  <a:lnTo>
                    <a:pt x="3598565" y="1947824"/>
                  </a:lnTo>
                  <a:lnTo>
                    <a:pt x="3677372" y="1950334"/>
                  </a:lnTo>
                  <a:lnTo>
                    <a:pt x="3742913" y="1952175"/>
                  </a:lnTo>
                  <a:lnTo>
                    <a:pt x="3792278" y="1953408"/>
                  </a:lnTo>
                  <a:lnTo>
                    <a:pt x="3824680" y="1954131"/>
                  </a:lnTo>
                  <a:lnTo>
                    <a:pt x="3841795" y="1954474"/>
                  </a:lnTo>
                  <a:lnTo>
                    <a:pt x="3847623" y="1954579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6" y="1954087"/>
                  </a:lnTo>
                  <a:lnTo>
                    <a:pt x="4416301" y="1952872"/>
                  </a:lnTo>
                  <a:lnTo>
                    <a:pt x="4451840" y="1950488"/>
                  </a:lnTo>
                  <a:lnTo>
                    <a:pt x="4503847" y="1946587"/>
                  </a:lnTo>
                  <a:lnTo>
                    <a:pt x="4571108" y="1940912"/>
                  </a:lnTo>
                  <a:lnTo>
                    <a:pt x="4650537" y="1933319"/>
                  </a:lnTo>
                  <a:lnTo>
                    <a:pt x="4737955" y="1923767"/>
                  </a:lnTo>
                  <a:lnTo>
                    <a:pt x="4828981" y="1912282"/>
                  </a:lnTo>
                  <a:lnTo>
                    <a:pt x="4919764" y="1898911"/>
                  </a:lnTo>
                  <a:lnTo>
                    <a:pt x="5007389" y="1883674"/>
                  </a:lnTo>
                  <a:lnTo>
                    <a:pt x="5089992" y="1866535"/>
                  </a:lnTo>
                  <a:lnTo>
                    <a:pt x="5166644" y="1847376"/>
                  </a:lnTo>
                  <a:lnTo>
                    <a:pt x="5237156" y="1825999"/>
                  </a:lnTo>
                  <a:lnTo>
                    <a:pt x="5301852" y="1802119"/>
                  </a:lnTo>
                  <a:lnTo>
                    <a:pt x="5361388" y="1775376"/>
                  </a:lnTo>
                  <a:lnTo>
                    <a:pt x="5416598" y="1745355"/>
                  </a:lnTo>
                  <a:lnTo>
                    <a:pt x="5468394" y="1711619"/>
                  </a:lnTo>
                  <a:lnTo>
                    <a:pt x="5517679" y="1673771"/>
                  </a:lnTo>
                  <a:lnTo>
                    <a:pt x="5565265" y="1631565"/>
                  </a:lnTo>
                  <a:lnTo>
                    <a:pt x="5567201" y="1629730"/>
                  </a:lnTo>
                  <a:lnTo>
                    <a:pt x="5607813" y="1589181"/>
                  </a:lnTo>
                  <a:lnTo>
                    <a:pt x="5648032" y="1545223"/>
                  </a:lnTo>
                  <a:lnTo>
                    <a:pt x="5688162" y="1497791"/>
                  </a:lnTo>
                  <a:lnTo>
                    <a:pt x="5728431" y="1446895"/>
                  </a:lnTo>
                  <a:lnTo>
                    <a:pt x="5768999" y="1392630"/>
                  </a:lnTo>
                  <a:lnTo>
                    <a:pt x="5809965" y="1335179"/>
                  </a:lnTo>
                  <a:lnTo>
                    <a:pt x="5851371" y="1274824"/>
                  </a:lnTo>
                  <a:lnTo>
                    <a:pt x="5893212" y="1211937"/>
                  </a:lnTo>
                  <a:lnTo>
                    <a:pt x="5935440" y="1146978"/>
                  </a:lnTo>
                  <a:lnTo>
                    <a:pt x="5977968" y="1080483"/>
                  </a:lnTo>
                  <a:lnTo>
                    <a:pt x="6020688" y="1013045"/>
                  </a:lnTo>
                  <a:lnTo>
                    <a:pt x="6063473" y="945294"/>
                  </a:lnTo>
                  <a:lnTo>
                    <a:pt x="6106190" y="877872"/>
                  </a:lnTo>
                  <a:lnTo>
                    <a:pt x="6148712" y="811409"/>
                  </a:lnTo>
                  <a:lnTo>
                    <a:pt x="6190931" y="746496"/>
                  </a:lnTo>
                  <a:lnTo>
                    <a:pt x="6232761" y="683667"/>
                  </a:lnTo>
                  <a:lnTo>
                    <a:pt x="6274157" y="623380"/>
                  </a:lnTo>
                  <a:lnTo>
                    <a:pt x="6315112" y="566006"/>
                  </a:lnTo>
                  <a:lnTo>
                    <a:pt x="6355671" y="511822"/>
                  </a:lnTo>
                  <a:lnTo>
                    <a:pt x="6395934" y="461012"/>
                  </a:lnTo>
                  <a:lnTo>
                    <a:pt x="6436063" y="413668"/>
                  </a:lnTo>
                  <a:lnTo>
                    <a:pt x="6476288" y="369796"/>
                  </a:lnTo>
                  <a:lnTo>
                    <a:pt x="6515891" y="330301"/>
                  </a:lnTo>
                  <a:lnTo>
                    <a:pt x="6563422" y="287914"/>
                  </a:lnTo>
                  <a:lnTo>
                    <a:pt x="6612621" y="249890"/>
                  </a:lnTo>
                  <a:lnTo>
                    <a:pt x="6664297" y="215991"/>
                  </a:lnTo>
                  <a:lnTo>
                    <a:pt x="6719348" y="185826"/>
                  </a:lnTo>
                  <a:lnTo>
                    <a:pt x="6778688" y="158956"/>
                  </a:lnTo>
                  <a:lnTo>
                    <a:pt x="6843157" y="134966"/>
                  </a:lnTo>
                  <a:lnTo>
                    <a:pt x="6913419" y="113491"/>
                  </a:lnTo>
                  <a:lnTo>
                    <a:pt x="6989818" y="94246"/>
                  </a:lnTo>
                  <a:lnTo>
                    <a:pt x="7072187" y="77026"/>
                  </a:lnTo>
                  <a:lnTo>
                    <a:pt x="7159636" y="61712"/>
                  </a:lnTo>
                  <a:lnTo>
                    <a:pt x="7250338" y="48264"/>
                  </a:lnTo>
                  <a:lnTo>
                    <a:pt x="7341425" y="36700"/>
                  </a:lnTo>
                  <a:lnTo>
                    <a:pt x="7429077" y="27067"/>
                  </a:lnTo>
                  <a:lnTo>
                    <a:pt x="7508923" y="19394"/>
                  </a:lnTo>
                  <a:lnTo>
                    <a:pt x="7576757" y="13642"/>
                  </a:lnTo>
                  <a:lnTo>
                    <a:pt x="7629431" y="9672"/>
                  </a:lnTo>
                  <a:lnTo>
                    <a:pt x="7665645" y="7232"/>
                  </a:lnTo>
                  <a:lnTo>
                    <a:pt x="7686374" y="5977"/>
                  </a:lnTo>
                  <a:lnTo>
                    <a:pt x="7694847" y="551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24" y="1949121"/>
                  </a:lnTo>
                  <a:lnTo>
                    <a:pt x="3838378" y="1948964"/>
                  </a:lnTo>
                  <a:lnTo>
                    <a:pt x="3817320" y="1948529"/>
                  </a:lnTo>
                  <a:lnTo>
                    <a:pt x="3780262" y="1947676"/>
                  </a:lnTo>
                  <a:lnTo>
                    <a:pt x="3726217" y="1946283"/>
                  </a:lnTo>
                  <a:lnTo>
                    <a:pt x="3656620" y="1944260"/>
                  </a:lnTo>
                  <a:lnTo>
                    <a:pt x="3574846" y="1941559"/>
                  </a:lnTo>
                  <a:lnTo>
                    <a:pt x="3485340" y="1938169"/>
                  </a:lnTo>
                  <a:lnTo>
                    <a:pt x="3392665" y="1934101"/>
                  </a:lnTo>
                  <a:lnTo>
                    <a:pt x="3300744" y="1929371"/>
                  </a:lnTo>
                  <a:lnTo>
                    <a:pt x="3212464" y="1923985"/>
                  </a:lnTo>
                  <a:lnTo>
                    <a:pt x="3129605" y="1917923"/>
                  </a:lnTo>
                  <a:lnTo>
                    <a:pt x="3052979" y="1911139"/>
                  </a:lnTo>
                  <a:lnTo>
                    <a:pt x="2982660" y="1903556"/>
                  </a:lnTo>
                  <a:lnTo>
                    <a:pt x="2918215" y="1895065"/>
                  </a:lnTo>
                  <a:lnTo>
                    <a:pt x="2858902" y="1885533"/>
                  </a:lnTo>
                  <a:lnTo>
                    <a:pt x="2803815" y="1874808"/>
                  </a:lnTo>
                  <a:lnTo>
                    <a:pt x="2751992" y="1862734"/>
                  </a:lnTo>
                  <a:lnTo>
                    <a:pt x="2702506" y="1849180"/>
                  </a:lnTo>
                  <a:lnTo>
                    <a:pt x="2667772" y="1838437"/>
                  </a:lnTo>
                  <a:lnTo>
                    <a:pt x="2617499" y="1821136"/>
                  </a:lnTo>
                  <a:lnTo>
                    <a:pt x="2567712" y="1802039"/>
                  </a:lnTo>
                  <a:lnTo>
                    <a:pt x="2517884" y="1781123"/>
                  </a:lnTo>
                  <a:lnTo>
                    <a:pt x="2467661" y="1758425"/>
                  </a:lnTo>
                  <a:lnTo>
                    <a:pt x="2416835" y="1734057"/>
                  </a:lnTo>
                  <a:lnTo>
                    <a:pt x="2365331" y="1708204"/>
                  </a:lnTo>
                  <a:lnTo>
                    <a:pt x="2313187" y="1681128"/>
                  </a:lnTo>
                  <a:lnTo>
                    <a:pt x="2260534" y="1653154"/>
                  </a:lnTo>
                  <a:lnTo>
                    <a:pt x="2207574" y="1624661"/>
                  </a:lnTo>
                  <a:lnTo>
                    <a:pt x="2154546" y="1596057"/>
                  </a:lnTo>
                  <a:lnTo>
                    <a:pt x="2101702" y="1567757"/>
                  </a:lnTo>
                  <a:lnTo>
                    <a:pt x="2049265" y="1540158"/>
                  </a:lnTo>
                  <a:lnTo>
                    <a:pt x="1997408" y="1513616"/>
                  </a:lnTo>
                  <a:lnTo>
                    <a:pt x="1946223" y="1488428"/>
                  </a:lnTo>
                  <a:lnTo>
                    <a:pt x="1895695" y="1464820"/>
                  </a:lnTo>
                  <a:lnTo>
                    <a:pt x="1845690" y="1442944"/>
                  </a:lnTo>
                  <a:lnTo>
                    <a:pt x="1795936" y="1422876"/>
                  </a:lnTo>
                  <a:lnTo>
                    <a:pt x="1745999" y="1404624"/>
                  </a:lnTo>
                  <a:lnTo>
                    <a:pt x="1719082" y="1395615"/>
                  </a:lnTo>
                  <a:lnTo>
                    <a:pt x="1670770" y="1380949"/>
                  </a:lnTo>
                  <a:lnTo>
                    <a:pt x="1620722" y="1367817"/>
                  </a:lnTo>
                  <a:lnTo>
                    <a:pt x="1568088" y="1356133"/>
                  </a:lnTo>
                  <a:lnTo>
                    <a:pt x="1511921" y="1345755"/>
                  </a:lnTo>
                  <a:lnTo>
                    <a:pt x="1451267" y="1336527"/>
                  </a:lnTo>
                  <a:lnTo>
                    <a:pt x="1385252" y="1328301"/>
                  </a:lnTo>
                  <a:lnTo>
                    <a:pt x="1313204" y="1320950"/>
                  </a:lnTo>
                  <a:lnTo>
                    <a:pt x="1234810" y="1314374"/>
                  </a:lnTo>
                  <a:lnTo>
                    <a:pt x="1150325" y="1308503"/>
                  </a:lnTo>
                  <a:lnTo>
                    <a:pt x="1060808" y="1303299"/>
                  </a:lnTo>
                  <a:lnTo>
                    <a:pt x="968339" y="1298752"/>
                  </a:lnTo>
                  <a:lnTo>
                    <a:pt x="876114" y="1294871"/>
                  </a:lnTo>
                  <a:lnTo>
                    <a:pt x="788289" y="1291672"/>
                  </a:lnTo>
                  <a:lnTo>
                    <a:pt x="709483" y="1289163"/>
                  </a:lnTo>
                  <a:lnTo>
                    <a:pt x="643942" y="1287321"/>
                  </a:lnTo>
                  <a:lnTo>
                    <a:pt x="594577" y="1286089"/>
                  </a:lnTo>
                  <a:lnTo>
                    <a:pt x="562175" y="1285366"/>
                  </a:lnTo>
                  <a:lnTo>
                    <a:pt x="545060" y="1285023"/>
                  </a:lnTo>
                  <a:lnTo>
                    <a:pt x="539231" y="1284918"/>
                  </a:lnTo>
                  <a:lnTo>
                    <a:pt x="538736" y="1284910"/>
                  </a:lnTo>
                  <a:lnTo>
                    <a:pt x="0" y="128491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52" name="pl1452"/>
            <p:cNvSpPr/>
            <p:nvPr/>
          </p:nvSpPr>
          <p:spPr>
            <a:xfrm>
              <a:off x="546595" y="3527169"/>
              <a:ext cx="8234974" cy="1949143"/>
            </a:xfrm>
            <a:custGeom>
              <a:avLst/>
              <a:pathLst>
                <a:path w="8234974" h="1949143">
                  <a:moveTo>
                    <a:pt x="0" y="1284910"/>
                  </a:moveTo>
                  <a:lnTo>
                    <a:pt x="538736" y="1284910"/>
                  </a:lnTo>
                  <a:lnTo>
                    <a:pt x="540031" y="1284932"/>
                  </a:lnTo>
                  <a:lnTo>
                    <a:pt x="548477" y="1285089"/>
                  </a:lnTo>
                  <a:lnTo>
                    <a:pt x="569535" y="1285523"/>
                  </a:lnTo>
                  <a:lnTo>
                    <a:pt x="606593" y="1286376"/>
                  </a:lnTo>
                  <a:lnTo>
                    <a:pt x="660637" y="1287769"/>
                  </a:lnTo>
                  <a:lnTo>
                    <a:pt x="730234" y="1289792"/>
                  </a:lnTo>
                  <a:lnTo>
                    <a:pt x="812009" y="1292493"/>
                  </a:lnTo>
                  <a:lnTo>
                    <a:pt x="901514" y="1295883"/>
                  </a:lnTo>
                  <a:lnTo>
                    <a:pt x="994189" y="1299951"/>
                  </a:lnTo>
                  <a:lnTo>
                    <a:pt x="1086111" y="1304681"/>
                  </a:lnTo>
                  <a:lnTo>
                    <a:pt x="1174390" y="1310068"/>
                  </a:lnTo>
                  <a:lnTo>
                    <a:pt x="1257249" y="1316130"/>
                  </a:lnTo>
                  <a:lnTo>
                    <a:pt x="1333875" y="1322913"/>
                  </a:lnTo>
                  <a:lnTo>
                    <a:pt x="1404195" y="1330496"/>
                  </a:lnTo>
                  <a:lnTo>
                    <a:pt x="1468640" y="1338987"/>
                  </a:lnTo>
                  <a:lnTo>
                    <a:pt x="1527953" y="1348519"/>
                  </a:lnTo>
                  <a:lnTo>
                    <a:pt x="1583040" y="1359245"/>
                  </a:lnTo>
                  <a:lnTo>
                    <a:pt x="1634862" y="1371319"/>
                  </a:lnTo>
                  <a:lnTo>
                    <a:pt x="1684349" y="1384872"/>
                  </a:lnTo>
                  <a:lnTo>
                    <a:pt x="1719082" y="1395615"/>
                  </a:lnTo>
                  <a:lnTo>
                    <a:pt x="1769356" y="1412917"/>
                  </a:lnTo>
                  <a:lnTo>
                    <a:pt x="1819143" y="1432013"/>
                  </a:lnTo>
                  <a:lnTo>
                    <a:pt x="1868971" y="1452929"/>
                  </a:lnTo>
                  <a:lnTo>
                    <a:pt x="1919194" y="1475627"/>
                  </a:lnTo>
                  <a:lnTo>
                    <a:pt x="1970020" y="1499996"/>
                  </a:lnTo>
                  <a:lnTo>
                    <a:pt x="2021524" y="1525848"/>
                  </a:lnTo>
                  <a:lnTo>
                    <a:pt x="2073668" y="1552924"/>
                  </a:lnTo>
                  <a:lnTo>
                    <a:pt x="2126320" y="1580898"/>
                  </a:lnTo>
                  <a:lnTo>
                    <a:pt x="2179281" y="1609391"/>
                  </a:lnTo>
                  <a:lnTo>
                    <a:pt x="2232308" y="1637995"/>
                  </a:lnTo>
                  <a:lnTo>
                    <a:pt x="2285153" y="1666295"/>
                  </a:lnTo>
                  <a:lnTo>
                    <a:pt x="2337590" y="1693894"/>
                  </a:lnTo>
                  <a:lnTo>
                    <a:pt x="2389446" y="1720436"/>
                  </a:lnTo>
                  <a:lnTo>
                    <a:pt x="2440632" y="1745624"/>
                  </a:lnTo>
                  <a:lnTo>
                    <a:pt x="2491160" y="1769232"/>
                  </a:lnTo>
                  <a:lnTo>
                    <a:pt x="2541164" y="1791108"/>
                  </a:lnTo>
                  <a:lnTo>
                    <a:pt x="2590919" y="1811176"/>
                  </a:lnTo>
                  <a:lnTo>
                    <a:pt x="2640856" y="1829428"/>
                  </a:lnTo>
                  <a:lnTo>
                    <a:pt x="2667772" y="1838437"/>
                  </a:lnTo>
                  <a:lnTo>
                    <a:pt x="2716084" y="1853104"/>
                  </a:lnTo>
                  <a:lnTo>
                    <a:pt x="2766133" y="1866236"/>
                  </a:lnTo>
                  <a:lnTo>
                    <a:pt x="2818767" y="1877920"/>
                  </a:lnTo>
                  <a:lnTo>
                    <a:pt x="2874933" y="1888297"/>
                  </a:lnTo>
                  <a:lnTo>
                    <a:pt x="2935588" y="1897525"/>
                  </a:lnTo>
                  <a:lnTo>
                    <a:pt x="3001602" y="1905751"/>
                  </a:lnTo>
                  <a:lnTo>
                    <a:pt x="3073650" y="1913102"/>
                  </a:lnTo>
                  <a:lnTo>
                    <a:pt x="3152044" y="1919679"/>
                  </a:lnTo>
                  <a:lnTo>
                    <a:pt x="3236530" y="1925549"/>
                  </a:lnTo>
                  <a:lnTo>
                    <a:pt x="3326047" y="1930753"/>
                  </a:lnTo>
                  <a:lnTo>
                    <a:pt x="3418516" y="1935300"/>
                  </a:lnTo>
                  <a:lnTo>
                    <a:pt x="3510741" y="1939181"/>
                  </a:lnTo>
                  <a:lnTo>
                    <a:pt x="3598565" y="1942380"/>
                  </a:lnTo>
                  <a:lnTo>
                    <a:pt x="3677372" y="1944890"/>
                  </a:lnTo>
                  <a:lnTo>
                    <a:pt x="3742913" y="1946731"/>
                  </a:lnTo>
                  <a:lnTo>
                    <a:pt x="3792278" y="1947963"/>
                  </a:lnTo>
                  <a:lnTo>
                    <a:pt x="3824680" y="1948686"/>
                  </a:lnTo>
                  <a:lnTo>
                    <a:pt x="3841795" y="1949029"/>
                  </a:lnTo>
                  <a:lnTo>
                    <a:pt x="3847623" y="1949135"/>
                  </a:lnTo>
                  <a:lnTo>
                    <a:pt x="3848118" y="1949143"/>
                  </a:lnTo>
                  <a:lnTo>
                    <a:pt x="4386855" y="1949143"/>
                  </a:lnTo>
                  <a:lnTo>
                    <a:pt x="4388090" y="1949081"/>
                  </a:lnTo>
                  <a:lnTo>
                    <a:pt x="4396156" y="1948642"/>
                  </a:lnTo>
                  <a:lnTo>
                    <a:pt x="4416301" y="1947428"/>
                  </a:lnTo>
                  <a:lnTo>
                    <a:pt x="4451840" y="1945043"/>
                  </a:lnTo>
                  <a:lnTo>
                    <a:pt x="4503847" y="1941143"/>
                  </a:lnTo>
                  <a:lnTo>
                    <a:pt x="4571108" y="1935468"/>
                  </a:lnTo>
                  <a:lnTo>
                    <a:pt x="4650537" y="1927875"/>
                  </a:lnTo>
                  <a:lnTo>
                    <a:pt x="4737955" y="1918322"/>
                  </a:lnTo>
                  <a:lnTo>
                    <a:pt x="4828981" y="1906837"/>
                  </a:lnTo>
                  <a:lnTo>
                    <a:pt x="4919764" y="1893466"/>
                  </a:lnTo>
                  <a:lnTo>
                    <a:pt x="5007389" y="1878230"/>
                  </a:lnTo>
                  <a:lnTo>
                    <a:pt x="5089992" y="1861090"/>
                  </a:lnTo>
                  <a:lnTo>
                    <a:pt x="5166644" y="1841932"/>
                  </a:lnTo>
                  <a:lnTo>
                    <a:pt x="5237156" y="1820555"/>
                  </a:lnTo>
                  <a:lnTo>
                    <a:pt x="5301852" y="1796674"/>
                  </a:lnTo>
                  <a:lnTo>
                    <a:pt x="5361388" y="1769931"/>
                  </a:lnTo>
                  <a:lnTo>
                    <a:pt x="5416598" y="1739911"/>
                  </a:lnTo>
                  <a:lnTo>
                    <a:pt x="5468394" y="1706175"/>
                  </a:lnTo>
                  <a:lnTo>
                    <a:pt x="5517679" y="1668327"/>
                  </a:lnTo>
                  <a:lnTo>
                    <a:pt x="5565265" y="1626121"/>
                  </a:lnTo>
                  <a:lnTo>
                    <a:pt x="5567201" y="1624286"/>
                  </a:lnTo>
                  <a:lnTo>
                    <a:pt x="5607813" y="1583736"/>
                  </a:lnTo>
                  <a:lnTo>
                    <a:pt x="5648032" y="1539778"/>
                  </a:lnTo>
                  <a:lnTo>
                    <a:pt x="5688162" y="1492347"/>
                  </a:lnTo>
                  <a:lnTo>
                    <a:pt x="5728431" y="1441451"/>
                  </a:lnTo>
                  <a:lnTo>
                    <a:pt x="5768999" y="1387185"/>
                  </a:lnTo>
                  <a:lnTo>
                    <a:pt x="5809965" y="1329735"/>
                  </a:lnTo>
                  <a:lnTo>
                    <a:pt x="5851371" y="1269379"/>
                  </a:lnTo>
                  <a:lnTo>
                    <a:pt x="5893212" y="1206492"/>
                  </a:lnTo>
                  <a:lnTo>
                    <a:pt x="5935440" y="1141533"/>
                  </a:lnTo>
                  <a:lnTo>
                    <a:pt x="5977968" y="1075038"/>
                  </a:lnTo>
                  <a:lnTo>
                    <a:pt x="6020688" y="1007601"/>
                  </a:lnTo>
                  <a:lnTo>
                    <a:pt x="6063473" y="939850"/>
                  </a:lnTo>
                  <a:lnTo>
                    <a:pt x="6106190" y="872428"/>
                  </a:lnTo>
                  <a:lnTo>
                    <a:pt x="6148712" y="805964"/>
                  </a:lnTo>
                  <a:lnTo>
                    <a:pt x="6190931" y="741051"/>
                  </a:lnTo>
                  <a:lnTo>
                    <a:pt x="6232761" y="678222"/>
                  </a:lnTo>
                  <a:lnTo>
                    <a:pt x="6274157" y="617935"/>
                  </a:lnTo>
                  <a:lnTo>
                    <a:pt x="6315112" y="560561"/>
                  </a:lnTo>
                  <a:lnTo>
                    <a:pt x="6355671" y="506378"/>
                  </a:lnTo>
                  <a:lnTo>
                    <a:pt x="6395934" y="455568"/>
                  </a:lnTo>
                  <a:lnTo>
                    <a:pt x="6436063" y="408223"/>
                  </a:lnTo>
                  <a:lnTo>
                    <a:pt x="6476288" y="364352"/>
                  </a:lnTo>
                  <a:lnTo>
                    <a:pt x="6515891" y="324857"/>
                  </a:lnTo>
                  <a:lnTo>
                    <a:pt x="6563422" y="282469"/>
                  </a:lnTo>
                  <a:lnTo>
                    <a:pt x="6612621" y="244445"/>
                  </a:lnTo>
                  <a:lnTo>
                    <a:pt x="6664297" y="210547"/>
                  </a:lnTo>
                  <a:lnTo>
                    <a:pt x="6719348" y="180381"/>
                  </a:lnTo>
                  <a:lnTo>
                    <a:pt x="6778688" y="153512"/>
                  </a:lnTo>
                  <a:lnTo>
                    <a:pt x="6843157" y="129521"/>
                  </a:lnTo>
                  <a:lnTo>
                    <a:pt x="6913419" y="108047"/>
                  </a:lnTo>
                  <a:lnTo>
                    <a:pt x="6989818" y="88801"/>
                  </a:lnTo>
                  <a:lnTo>
                    <a:pt x="7072187" y="71581"/>
                  </a:lnTo>
                  <a:lnTo>
                    <a:pt x="7159636" y="56268"/>
                  </a:lnTo>
                  <a:lnTo>
                    <a:pt x="7250338" y="42820"/>
                  </a:lnTo>
                  <a:lnTo>
                    <a:pt x="7341425" y="31256"/>
                  </a:lnTo>
                  <a:lnTo>
                    <a:pt x="7429077" y="21623"/>
                  </a:lnTo>
                  <a:lnTo>
                    <a:pt x="7508923" y="13949"/>
                  </a:lnTo>
                  <a:lnTo>
                    <a:pt x="7576757" y="8197"/>
                  </a:lnTo>
                  <a:lnTo>
                    <a:pt x="7629431" y="4228"/>
                  </a:lnTo>
                  <a:lnTo>
                    <a:pt x="7665645" y="1787"/>
                  </a:lnTo>
                  <a:lnTo>
                    <a:pt x="7686374" y="532"/>
                  </a:lnTo>
                  <a:lnTo>
                    <a:pt x="7694847" y="6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3" name="pl1453"/>
            <p:cNvSpPr/>
            <p:nvPr/>
          </p:nvSpPr>
          <p:spPr>
            <a:xfrm>
              <a:off x="546595" y="3521725"/>
              <a:ext cx="8234974" cy="1949143"/>
            </a:xfrm>
            <a:custGeom>
              <a:avLst/>
              <a:pathLst>
                <a:path w="8234974" h="1949143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824" y="1949121"/>
                  </a:lnTo>
                  <a:lnTo>
                    <a:pt x="3838378" y="1948964"/>
                  </a:lnTo>
                  <a:lnTo>
                    <a:pt x="3817320" y="1948529"/>
                  </a:lnTo>
                  <a:lnTo>
                    <a:pt x="3780262" y="1947676"/>
                  </a:lnTo>
                  <a:lnTo>
                    <a:pt x="3726217" y="1946283"/>
                  </a:lnTo>
                  <a:lnTo>
                    <a:pt x="3656620" y="1944260"/>
                  </a:lnTo>
                  <a:lnTo>
                    <a:pt x="3574846" y="1941559"/>
                  </a:lnTo>
                  <a:lnTo>
                    <a:pt x="3485340" y="1938169"/>
                  </a:lnTo>
                  <a:lnTo>
                    <a:pt x="3392665" y="1934101"/>
                  </a:lnTo>
                  <a:lnTo>
                    <a:pt x="3300744" y="1929371"/>
                  </a:lnTo>
                  <a:lnTo>
                    <a:pt x="3212464" y="1923985"/>
                  </a:lnTo>
                  <a:lnTo>
                    <a:pt x="3129605" y="1917923"/>
                  </a:lnTo>
                  <a:lnTo>
                    <a:pt x="3052979" y="1911139"/>
                  </a:lnTo>
                  <a:lnTo>
                    <a:pt x="2982660" y="1903556"/>
                  </a:lnTo>
                  <a:lnTo>
                    <a:pt x="2918215" y="1895065"/>
                  </a:lnTo>
                  <a:lnTo>
                    <a:pt x="2858902" y="1885533"/>
                  </a:lnTo>
                  <a:lnTo>
                    <a:pt x="2803815" y="1874808"/>
                  </a:lnTo>
                  <a:lnTo>
                    <a:pt x="2751992" y="1862734"/>
                  </a:lnTo>
                  <a:lnTo>
                    <a:pt x="2702506" y="1849180"/>
                  </a:lnTo>
                  <a:lnTo>
                    <a:pt x="2667772" y="1838437"/>
                  </a:lnTo>
                  <a:lnTo>
                    <a:pt x="2617499" y="1821136"/>
                  </a:lnTo>
                  <a:lnTo>
                    <a:pt x="2567712" y="1802039"/>
                  </a:lnTo>
                  <a:lnTo>
                    <a:pt x="2517884" y="1781123"/>
                  </a:lnTo>
                  <a:lnTo>
                    <a:pt x="2467661" y="1758425"/>
                  </a:lnTo>
                  <a:lnTo>
                    <a:pt x="2416835" y="1734057"/>
                  </a:lnTo>
                  <a:lnTo>
                    <a:pt x="2365331" y="1708204"/>
                  </a:lnTo>
                  <a:lnTo>
                    <a:pt x="2313187" y="1681128"/>
                  </a:lnTo>
                  <a:lnTo>
                    <a:pt x="2260534" y="1653154"/>
                  </a:lnTo>
                  <a:lnTo>
                    <a:pt x="2207574" y="1624661"/>
                  </a:lnTo>
                  <a:lnTo>
                    <a:pt x="2154546" y="1596057"/>
                  </a:lnTo>
                  <a:lnTo>
                    <a:pt x="2101702" y="1567757"/>
                  </a:lnTo>
                  <a:lnTo>
                    <a:pt x="2049265" y="1540158"/>
                  </a:lnTo>
                  <a:lnTo>
                    <a:pt x="1997408" y="1513616"/>
                  </a:lnTo>
                  <a:lnTo>
                    <a:pt x="1946223" y="1488428"/>
                  </a:lnTo>
                  <a:lnTo>
                    <a:pt x="1895695" y="1464820"/>
                  </a:lnTo>
                  <a:lnTo>
                    <a:pt x="1845690" y="1442944"/>
                  </a:lnTo>
                  <a:lnTo>
                    <a:pt x="1795936" y="1422876"/>
                  </a:lnTo>
                  <a:lnTo>
                    <a:pt x="1745999" y="1404624"/>
                  </a:lnTo>
                  <a:lnTo>
                    <a:pt x="1719082" y="1395615"/>
                  </a:lnTo>
                  <a:lnTo>
                    <a:pt x="1670770" y="1380949"/>
                  </a:lnTo>
                  <a:lnTo>
                    <a:pt x="1620722" y="1367817"/>
                  </a:lnTo>
                  <a:lnTo>
                    <a:pt x="1568088" y="1356133"/>
                  </a:lnTo>
                  <a:lnTo>
                    <a:pt x="1511921" y="1345755"/>
                  </a:lnTo>
                  <a:lnTo>
                    <a:pt x="1451267" y="1336527"/>
                  </a:lnTo>
                  <a:lnTo>
                    <a:pt x="1385252" y="1328301"/>
                  </a:lnTo>
                  <a:lnTo>
                    <a:pt x="1313204" y="1320950"/>
                  </a:lnTo>
                  <a:lnTo>
                    <a:pt x="1234810" y="1314374"/>
                  </a:lnTo>
                  <a:lnTo>
                    <a:pt x="1150325" y="1308503"/>
                  </a:lnTo>
                  <a:lnTo>
                    <a:pt x="1060808" y="1303299"/>
                  </a:lnTo>
                  <a:lnTo>
                    <a:pt x="968339" y="1298752"/>
                  </a:lnTo>
                  <a:lnTo>
                    <a:pt x="876114" y="1294871"/>
                  </a:lnTo>
                  <a:lnTo>
                    <a:pt x="788289" y="1291672"/>
                  </a:lnTo>
                  <a:lnTo>
                    <a:pt x="709483" y="1289163"/>
                  </a:lnTo>
                  <a:lnTo>
                    <a:pt x="643942" y="1287321"/>
                  </a:lnTo>
                  <a:lnTo>
                    <a:pt x="594577" y="1286089"/>
                  </a:lnTo>
                  <a:lnTo>
                    <a:pt x="562175" y="1285366"/>
                  </a:lnTo>
                  <a:lnTo>
                    <a:pt x="545060" y="1285023"/>
                  </a:lnTo>
                  <a:lnTo>
                    <a:pt x="539231" y="1284918"/>
                  </a:lnTo>
                  <a:lnTo>
                    <a:pt x="538736" y="1284910"/>
                  </a:lnTo>
                  <a:lnTo>
                    <a:pt x="0" y="1284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4" name="pg1454"/>
            <p:cNvSpPr/>
            <p:nvPr/>
          </p:nvSpPr>
          <p:spPr>
            <a:xfrm>
              <a:off x="546595" y="4866525"/>
              <a:ext cx="8234974" cy="1317577"/>
            </a:xfrm>
            <a:custGeom>
              <a:avLst/>
              <a:pathLst>
                <a:path w="8234974" h="1317577">
                  <a:moveTo>
                    <a:pt x="0" y="5444"/>
                  </a:moveTo>
                  <a:lnTo>
                    <a:pt x="538736" y="5444"/>
                  </a:lnTo>
                  <a:lnTo>
                    <a:pt x="540007" y="5487"/>
                  </a:lnTo>
                  <a:lnTo>
                    <a:pt x="548303" y="5791"/>
                  </a:lnTo>
                  <a:lnTo>
                    <a:pt x="569002" y="6634"/>
                  </a:lnTo>
                  <a:lnTo>
                    <a:pt x="605462" y="8287"/>
                  </a:lnTo>
                  <a:lnTo>
                    <a:pt x="658706" y="10989"/>
                  </a:lnTo>
                  <a:lnTo>
                    <a:pt x="727389" y="14916"/>
                  </a:lnTo>
                  <a:lnTo>
                    <a:pt x="808248" y="20163"/>
                  </a:lnTo>
                  <a:lnTo>
                    <a:pt x="896943" y="26755"/>
                  </a:lnTo>
                  <a:lnTo>
                    <a:pt x="988982" y="34672"/>
                  </a:lnTo>
                  <a:lnTo>
                    <a:pt x="1080467" y="43881"/>
                  </a:lnTo>
                  <a:lnTo>
                    <a:pt x="1168500" y="54371"/>
                  </a:lnTo>
                  <a:lnTo>
                    <a:pt x="1251266" y="66173"/>
                  </a:lnTo>
                  <a:lnTo>
                    <a:pt x="1327908" y="79375"/>
                  </a:lnTo>
                  <a:lnTo>
                    <a:pt x="1398305" y="94122"/>
                  </a:lnTo>
                  <a:lnTo>
                    <a:pt x="1462849" y="110619"/>
                  </a:lnTo>
                  <a:lnTo>
                    <a:pt x="1522247" y="129122"/>
                  </a:lnTo>
                  <a:lnTo>
                    <a:pt x="1577378" y="149922"/>
                  </a:lnTo>
                  <a:lnTo>
                    <a:pt x="1629185" y="173322"/>
                  </a:lnTo>
                  <a:lnTo>
                    <a:pt x="1678586" y="199584"/>
                  </a:lnTo>
                  <a:lnTo>
                    <a:pt x="1719082" y="224133"/>
                  </a:lnTo>
                  <a:lnTo>
                    <a:pt x="1764397" y="254761"/>
                  </a:lnTo>
                  <a:lnTo>
                    <a:pt x="1809269" y="288258"/>
                  </a:lnTo>
                  <a:lnTo>
                    <a:pt x="1854103" y="324673"/>
                  </a:lnTo>
                  <a:lnTo>
                    <a:pt x="1899188" y="363975"/>
                  </a:lnTo>
                  <a:lnTo>
                    <a:pt x="1944710" y="406042"/>
                  </a:lnTo>
                  <a:lnTo>
                    <a:pt x="1990766" y="450652"/>
                  </a:lnTo>
                  <a:lnTo>
                    <a:pt x="2037371" y="497488"/>
                  </a:lnTo>
                  <a:lnTo>
                    <a:pt x="2084471" y="546137"/>
                  </a:lnTo>
                  <a:lnTo>
                    <a:pt x="2131955" y="596107"/>
                  </a:lnTo>
                  <a:lnTo>
                    <a:pt x="2179669" y="646842"/>
                  </a:lnTo>
                  <a:lnTo>
                    <a:pt x="2227436" y="697750"/>
                  </a:lnTo>
                  <a:lnTo>
                    <a:pt x="2275074" y="748231"/>
                  </a:lnTo>
                  <a:lnTo>
                    <a:pt x="2322411" y="797705"/>
                  </a:lnTo>
                  <a:lnTo>
                    <a:pt x="2369312" y="845641"/>
                  </a:lnTo>
                  <a:lnTo>
                    <a:pt x="2415687" y="891579"/>
                  </a:lnTo>
                  <a:lnTo>
                    <a:pt x="2461510" y="935143"/>
                  </a:lnTo>
                  <a:lnTo>
                    <a:pt x="2506830" y="976059"/>
                  </a:lnTo>
                  <a:lnTo>
                    <a:pt x="2551780" y="1014146"/>
                  </a:lnTo>
                  <a:lnTo>
                    <a:pt x="2596588" y="1049323"/>
                  </a:lnTo>
                  <a:lnTo>
                    <a:pt x="2641591" y="1081593"/>
                  </a:lnTo>
                  <a:lnTo>
                    <a:pt x="2667772" y="1098888"/>
                  </a:lnTo>
                  <a:lnTo>
                    <a:pt x="2715779" y="1127689"/>
                  </a:lnTo>
                  <a:lnTo>
                    <a:pt x="2765495" y="1153496"/>
                  </a:lnTo>
                  <a:lnTo>
                    <a:pt x="2817754" y="1176475"/>
                  </a:lnTo>
                  <a:lnTo>
                    <a:pt x="2873483" y="1196900"/>
                  </a:lnTo>
                  <a:lnTo>
                    <a:pt x="2933622" y="1215074"/>
                  </a:lnTo>
                  <a:lnTo>
                    <a:pt x="2999030" y="1231286"/>
                  </a:lnTo>
                  <a:lnTo>
                    <a:pt x="3070377" y="1245782"/>
                  </a:lnTo>
                  <a:lnTo>
                    <a:pt x="3147989" y="1258760"/>
                  </a:lnTo>
                  <a:lnTo>
                    <a:pt x="3231646" y="1270355"/>
                  </a:lnTo>
                  <a:lnTo>
                    <a:pt x="3320358" y="1280647"/>
                  </a:lnTo>
                  <a:lnTo>
                    <a:pt x="3412146" y="1289658"/>
                  </a:lnTo>
                  <a:lnTo>
                    <a:pt x="3503944" y="1297372"/>
                  </a:lnTo>
                  <a:lnTo>
                    <a:pt x="3591727" y="1303756"/>
                  </a:lnTo>
                  <a:lnTo>
                    <a:pt x="3670973" y="1308796"/>
                  </a:lnTo>
                  <a:lnTo>
                    <a:pt x="3737443" y="1312526"/>
                  </a:lnTo>
                  <a:lnTo>
                    <a:pt x="3788125" y="1315053"/>
                  </a:lnTo>
                  <a:lnTo>
                    <a:pt x="3822022" y="1316564"/>
                  </a:lnTo>
                  <a:lnTo>
                    <a:pt x="3840530" y="1317305"/>
                  </a:lnTo>
                  <a:lnTo>
                    <a:pt x="3847343" y="1317551"/>
                  </a:lnTo>
                  <a:lnTo>
                    <a:pt x="3848118" y="1317577"/>
                  </a:lnTo>
                  <a:lnTo>
                    <a:pt x="4386855" y="1317577"/>
                  </a:lnTo>
                  <a:lnTo>
                    <a:pt x="4388142" y="1317547"/>
                  </a:lnTo>
                  <a:lnTo>
                    <a:pt x="4396541" y="1317332"/>
                  </a:lnTo>
                  <a:lnTo>
                    <a:pt x="4417487" y="1316737"/>
                  </a:lnTo>
                  <a:lnTo>
                    <a:pt x="4454358" y="1315569"/>
                  </a:lnTo>
                  <a:lnTo>
                    <a:pt x="4508152" y="1313662"/>
                  </a:lnTo>
                  <a:lnTo>
                    <a:pt x="4577463" y="1310891"/>
                  </a:lnTo>
                  <a:lnTo>
                    <a:pt x="4658952" y="1307191"/>
                  </a:lnTo>
                  <a:lnTo>
                    <a:pt x="4748205" y="1302546"/>
                  </a:lnTo>
                  <a:lnTo>
                    <a:pt x="4840683" y="1296970"/>
                  </a:lnTo>
                  <a:lnTo>
                    <a:pt x="4932469" y="1290486"/>
                  </a:lnTo>
                  <a:lnTo>
                    <a:pt x="5020673" y="1283101"/>
                  </a:lnTo>
                  <a:lnTo>
                    <a:pt x="5103504" y="1274791"/>
                  </a:lnTo>
                  <a:lnTo>
                    <a:pt x="5180136" y="1265493"/>
                  </a:lnTo>
                  <a:lnTo>
                    <a:pt x="5250480" y="1255102"/>
                  </a:lnTo>
                  <a:lnTo>
                    <a:pt x="5314956" y="1243470"/>
                  </a:lnTo>
                  <a:lnTo>
                    <a:pt x="5374295" y="1230415"/>
                  </a:lnTo>
                  <a:lnTo>
                    <a:pt x="5429395" y="1215730"/>
                  </a:lnTo>
                  <a:lnTo>
                    <a:pt x="5481212" y="1199203"/>
                  </a:lnTo>
                  <a:lnTo>
                    <a:pt x="5530671" y="1180650"/>
                  </a:lnTo>
                  <a:lnTo>
                    <a:pt x="5567201" y="1165130"/>
                  </a:lnTo>
                  <a:lnTo>
                    <a:pt x="5615652" y="1142217"/>
                  </a:lnTo>
                  <a:lnTo>
                    <a:pt x="5663632" y="1117012"/>
                  </a:lnTo>
                  <a:lnTo>
                    <a:pt x="5711620" y="1089480"/>
                  </a:lnTo>
                  <a:lnTo>
                    <a:pt x="5759947" y="1059660"/>
                  </a:lnTo>
                  <a:lnTo>
                    <a:pt x="5808814" y="1027677"/>
                  </a:lnTo>
                  <a:lnTo>
                    <a:pt x="5858307" y="993746"/>
                  </a:lnTo>
                  <a:lnTo>
                    <a:pt x="5908411" y="958169"/>
                  </a:lnTo>
                  <a:lnTo>
                    <a:pt x="5959025" y="921331"/>
                  </a:lnTo>
                  <a:lnTo>
                    <a:pt x="6009985" y="883682"/>
                  </a:lnTo>
                  <a:lnTo>
                    <a:pt x="6061082" y="845718"/>
                  </a:lnTo>
                  <a:lnTo>
                    <a:pt x="6112094" y="807949"/>
                  </a:lnTo>
                  <a:lnTo>
                    <a:pt x="6162807" y="770877"/>
                  </a:lnTo>
                  <a:lnTo>
                    <a:pt x="6213042" y="734966"/>
                  </a:lnTo>
                  <a:lnTo>
                    <a:pt x="6262684" y="700617"/>
                  </a:lnTo>
                  <a:lnTo>
                    <a:pt x="6311695" y="668153"/>
                  </a:lnTo>
                  <a:lnTo>
                    <a:pt x="6360135" y="637809"/>
                  </a:lnTo>
                  <a:lnTo>
                    <a:pt x="6408178" y="609732"/>
                  </a:lnTo>
                  <a:lnTo>
                    <a:pt x="6456123" y="583980"/>
                  </a:lnTo>
                  <a:lnTo>
                    <a:pt x="6504410" y="560534"/>
                  </a:lnTo>
                  <a:lnTo>
                    <a:pt x="6515891" y="555342"/>
                  </a:lnTo>
                  <a:lnTo>
                    <a:pt x="6564108" y="535183"/>
                  </a:lnTo>
                  <a:lnTo>
                    <a:pt x="6614053" y="517129"/>
                  </a:lnTo>
                  <a:lnTo>
                    <a:pt x="6666570" y="501061"/>
                  </a:lnTo>
                  <a:lnTo>
                    <a:pt x="6722599" y="486787"/>
                  </a:lnTo>
                  <a:lnTo>
                    <a:pt x="6783092" y="474092"/>
                  </a:lnTo>
                  <a:lnTo>
                    <a:pt x="6848917" y="462772"/>
                  </a:lnTo>
                  <a:lnTo>
                    <a:pt x="6920746" y="452655"/>
                  </a:lnTo>
                  <a:lnTo>
                    <a:pt x="6998895" y="443602"/>
                  </a:lnTo>
                  <a:lnTo>
                    <a:pt x="7083122" y="435518"/>
                  </a:lnTo>
                  <a:lnTo>
                    <a:pt x="7172389" y="428350"/>
                  </a:lnTo>
                  <a:lnTo>
                    <a:pt x="7264646" y="422082"/>
                  </a:lnTo>
                  <a:lnTo>
                    <a:pt x="7356740" y="416727"/>
                  </a:lnTo>
                  <a:lnTo>
                    <a:pt x="7444556" y="412307"/>
                  </a:lnTo>
                  <a:lnTo>
                    <a:pt x="7523504" y="408833"/>
                  </a:lnTo>
                  <a:lnTo>
                    <a:pt x="7589340" y="406278"/>
                  </a:lnTo>
                  <a:lnTo>
                    <a:pt x="7639119" y="404561"/>
                  </a:lnTo>
                  <a:lnTo>
                    <a:pt x="7671988" y="403547"/>
                  </a:lnTo>
                  <a:lnTo>
                    <a:pt x="7689535" y="403062"/>
                  </a:lnTo>
                  <a:lnTo>
                    <a:pt x="7695663" y="402908"/>
                  </a:lnTo>
                  <a:lnTo>
                    <a:pt x="7696237" y="402895"/>
                  </a:lnTo>
                  <a:lnTo>
                    <a:pt x="8234974" y="402895"/>
                  </a:lnTo>
                  <a:lnTo>
                    <a:pt x="8234974" y="397450"/>
                  </a:lnTo>
                  <a:lnTo>
                    <a:pt x="7696237" y="397450"/>
                  </a:lnTo>
                  <a:lnTo>
                    <a:pt x="7694950" y="397481"/>
                  </a:lnTo>
                  <a:lnTo>
                    <a:pt x="7686551" y="397696"/>
                  </a:lnTo>
                  <a:lnTo>
                    <a:pt x="7665606" y="398291"/>
                  </a:lnTo>
                  <a:lnTo>
                    <a:pt x="7628735" y="399458"/>
                  </a:lnTo>
                  <a:lnTo>
                    <a:pt x="7574941" y="401366"/>
                  </a:lnTo>
                  <a:lnTo>
                    <a:pt x="7505629" y="404136"/>
                  </a:lnTo>
                  <a:lnTo>
                    <a:pt x="7424140" y="407836"/>
                  </a:lnTo>
                  <a:lnTo>
                    <a:pt x="7334887" y="412482"/>
                  </a:lnTo>
                  <a:lnTo>
                    <a:pt x="7242409" y="418057"/>
                  </a:lnTo>
                  <a:lnTo>
                    <a:pt x="7150623" y="424541"/>
                  </a:lnTo>
                  <a:lnTo>
                    <a:pt x="7062419" y="431926"/>
                  </a:lnTo>
                  <a:lnTo>
                    <a:pt x="6979588" y="440236"/>
                  </a:lnTo>
                  <a:lnTo>
                    <a:pt x="6902957" y="449534"/>
                  </a:lnTo>
                  <a:lnTo>
                    <a:pt x="6832612" y="459926"/>
                  </a:lnTo>
                  <a:lnTo>
                    <a:pt x="6768136" y="471558"/>
                  </a:lnTo>
                  <a:lnTo>
                    <a:pt x="6708797" y="484612"/>
                  </a:lnTo>
                  <a:lnTo>
                    <a:pt x="6653697" y="499297"/>
                  </a:lnTo>
                  <a:lnTo>
                    <a:pt x="6601880" y="515824"/>
                  </a:lnTo>
                  <a:lnTo>
                    <a:pt x="6552421" y="534377"/>
                  </a:lnTo>
                  <a:lnTo>
                    <a:pt x="6515891" y="549897"/>
                  </a:lnTo>
                  <a:lnTo>
                    <a:pt x="6467440" y="572810"/>
                  </a:lnTo>
                  <a:lnTo>
                    <a:pt x="6419461" y="598015"/>
                  </a:lnTo>
                  <a:lnTo>
                    <a:pt x="6371473" y="625547"/>
                  </a:lnTo>
                  <a:lnTo>
                    <a:pt x="6323145" y="655367"/>
                  </a:lnTo>
                  <a:lnTo>
                    <a:pt x="6274278" y="687350"/>
                  </a:lnTo>
                  <a:lnTo>
                    <a:pt x="6224785" y="721281"/>
                  </a:lnTo>
                  <a:lnTo>
                    <a:pt x="6174682" y="756858"/>
                  </a:lnTo>
                  <a:lnTo>
                    <a:pt x="6124068" y="793696"/>
                  </a:lnTo>
                  <a:lnTo>
                    <a:pt x="6073108" y="831345"/>
                  </a:lnTo>
                  <a:lnTo>
                    <a:pt x="6022010" y="869310"/>
                  </a:lnTo>
                  <a:lnTo>
                    <a:pt x="5970998" y="907078"/>
                  </a:lnTo>
                  <a:lnTo>
                    <a:pt x="5920286" y="944150"/>
                  </a:lnTo>
                  <a:lnTo>
                    <a:pt x="5870050" y="980061"/>
                  </a:lnTo>
                  <a:lnTo>
                    <a:pt x="5820409" y="1014410"/>
                  </a:lnTo>
                  <a:lnTo>
                    <a:pt x="5771398" y="1046874"/>
                  </a:lnTo>
                  <a:lnTo>
                    <a:pt x="5722957" y="1077218"/>
                  </a:lnTo>
                  <a:lnTo>
                    <a:pt x="5674914" y="1105295"/>
                  </a:lnTo>
                  <a:lnTo>
                    <a:pt x="5626970" y="1131048"/>
                  </a:lnTo>
                  <a:lnTo>
                    <a:pt x="5578682" y="1154493"/>
                  </a:lnTo>
                  <a:lnTo>
                    <a:pt x="5567201" y="1159685"/>
                  </a:lnTo>
                  <a:lnTo>
                    <a:pt x="5518984" y="1179845"/>
                  </a:lnTo>
                  <a:lnTo>
                    <a:pt x="5469040" y="1197899"/>
                  </a:lnTo>
                  <a:lnTo>
                    <a:pt x="5416523" y="1213966"/>
                  </a:lnTo>
                  <a:lnTo>
                    <a:pt x="5360493" y="1228240"/>
                  </a:lnTo>
                  <a:lnTo>
                    <a:pt x="5300000" y="1240936"/>
                  </a:lnTo>
                  <a:lnTo>
                    <a:pt x="5234175" y="1252255"/>
                  </a:lnTo>
                  <a:lnTo>
                    <a:pt x="5162346" y="1262372"/>
                  </a:lnTo>
                  <a:lnTo>
                    <a:pt x="5084197" y="1271425"/>
                  </a:lnTo>
                  <a:lnTo>
                    <a:pt x="4999970" y="1279509"/>
                  </a:lnTo>
                  <a:lnTo>
                    <a:pt x="4910704" y="1286678"/>
                  </a:lnTo>
                  <a:lnTo>
                    <a:pt x="4818446" y="1292945"/>
                  </a:lnTo>
                  <a:lnTo>
                    <a:pt x="4726352" y="1298300"/>
                  </a:lnTo>
                  <a:lnTo>
                    <a:pt x="4638536" y="1302720"/>
                  </a:lnTo>
                  <a:lnTo>
                    <a:pt x="4559588" y="1306194"/>
                  </a:lnTo>
                  <a:lnTo>
                    <a:pt x="4493753" y="1308749"/>
                  </a:lnTo>
                  <a:lnTo>
                    <a:pt x="4443974" y="1310466"/>
                  </a:lnTo>
                  <a:lnTo>
                    <a:pt x="4411105" y="1311480"/>
                  </a:lnTo>
                  <a:lnTo>
                    <a:pt x="4393558" y="1311966"/>
                  </a:lnTo>
                  <a:lnTo>
                    <a:pt x="4387429" y="1312119"/>
                  </a:lnTo>
                  <a:lnTo>
                    <a:pt x="4386855" y="1312132"/>
                  </a:lnTo>
                  <a:lnTo>
                    <a:pt x="3848118" y="1312132"/>
                  </a:lnTo>
                  <a:lnTo>
                    <a:pt x="3846847" y="1312090"/>
                  </a:lnTo>
                  <a:lnTo>
                    <a:pt x="3838551" y="1311785"/>
                  </a:lnTo>
                  <a:lnTo>
                    <a:pt x="3817853" y="1310943"/>
                  </a:lnTo>
                  <a:lnTo>
                    <a:pt x="3781392" y="1309290"/>
                  </a:lnTo>
                  <a:lnTo>
                    <a:pt x="3728148" y="1306587"/>
                  </a:lnTo>
                  <a:lnTo>
                    <a:pt x="3659466" y="1302660"/>
                  </a:lnTo>
                  <a:lnTo>
                    <a:pt x="3578606" y="1297413"/>
                  </a:lnTo>
                  <a:lnTo>
                    <a:pt x="3489911" y="1290821"/>
                  </a:lnTo>
                  <a:lnTo>
                    <a:pt x="3397873" y="1282905"/>
                  </a:lnTo>
                  <a:lnTo>
                    <a:pt x="3306387" y="1273696"/>
                  </a:lnTo>
                  <a:lnTo>
                    <a:pt x="3218354" y="1263206"/>
                  </a:lnTo>
                  <a:lnTo>
                    <a:pt x="3135588" y="1251403"/>
                  </a:lnTo>
                  <a:lnTo>
                    <a:pt x="3058947" y="1238201"/>
                  </a:lnTo>
                  <a:lnTo>
                    <a:pt x="2988549" y="1223454"/>
                  </a:lnTo>
                  <a:lnTo>
                    <a:pt x="2924005" y="1206957"/>
                  </a:lnTo>
                  <a:lnTo>
                    <a:pt x="2864608" y="1188454"/>
                  </a:lnTo>
                  <a:lnTo>
                    <a:pt x="2809476" y="1167654"/>
                  </a:lnTo>
                  <a:lnTo>
                    <a:pt x="2757670" y="1144255"/>
                  </a:lnTo>
                  <a:lnTo>
                    <a:pt x="2708268" y="1117992"/>
                  </a:lnTo>
                  <a:lnTo>
                    <a:pt x="2667772" y="1093443"/>
                  </a:lnTo>
                  <a:lnTo>
                    <a:pt x="2622457" y="1062815"/>
                  </a:lnTo>
                  <a:lnTo>
                    <a:pt x="2577585" y="1029318"/>
                  </a:lnTo>
                  <a:lnTo>
                    <a:pt x="2532751" y="992903"/>
                  </a:lnTo>
                  <a:lnTo>
                    <a:pt x="2487667" y="953601"/>
                  </a:lnTo>
                  <a:lnTo>
                    <a:pt x="2442144" y="911535"/>
                  </a:lnTo>
                  <a:lnTo>
                    <a:pt x="2396089" y="866924"/>
                  </a:lnTo>
                  <a:lnTo>
                    <a:pt x="2349484" y="820088"/>
                  </a:lnTo>
                  <a:lnTo>
                    <a:pt x="2302384" y="771439"/>
                  </a:lnTo>
                  <a:lnTo>
                    <a:pt x="2254900" y="721469"/>
                  </a:lnTo>
                  <a:lnTo>
                    <a:pt x="2207186" y="670735"/>
                  </a:lnTo>
                  <a:lnTo>
                    <a:pt x="2159418" y="619826"/>
                  </a:lnTo>
                  <a:lnTo>
                    <a:pt x="2111781" y="569345"/>
                  </a:lnTo>
                  <a:lnTo>
                    <a:pt x="2064443" y="519871"/>
                  </a:lnTo>
                  <a:lnTo>
                    <a:pt x="2017543" y="471935"/>
                  </a:lnTo>
                  <a:lnTo>
                    <a:pt x="1971168" y="425998"/>
                  </a:lnTo>
                  <a:lnTo>
                    <a:pt x="1925344" y="382433"/>
                  </a:lnTo>
                  <a:lnTo>
                    <a:pt x="1880025" y="341518"/>
                  </a:lnTo>
                  <a:lnTo>
                    <a:pt x="1835075" y="303430"/>
                  </a:lnTo>
                  <a:lnTo>
                    <a:pt x="1790266" y="268253"/>
                  </a:lnTo>
                  <a:lnTo>
                    <a:pt x="1745263" y="235983"/>
                  </a:lnTo>
                  <a:lnTo>
                    <a:pt x="1719082" y="218688"/>
                  </a:lnTo>
                  <a:lnTo>
                    <a:pt x="1671076" y="189887"/>
                  </a:lnTo>
                  <a:lnTo>
                    <a:pt x="1621359" y="164080"/>
                  </a:lnTo>
                  <a:lnTo>
                    <a:pt x="1569101" y="141101"/>
                  </a:lnTo>
                  <a:lnTo>
                    <a:pt x="1513371" y="120676"/>
                  </a:lnTo>
                  <a:lnTo>
                    <a:pt x="1453233" y="102502"/>
                  </a:lnTo>
                  <a:lnTo>
                    <a:pt x="1387825" y="86291"/>
                  </a:lnTo>
                  <a:lnTo>
                    <a:pt x="1316478" y="71794"/>
                  </a:lnTo>
                  <a:lnTo>
                    <a:pt x="1238866" y="58817"/>
                  </a:lnTo>
                  <a:lnTo>
                    <a:pt x="1155208" y="47221"/>
                  </a:lnTo>
                  <a:lnTo>
                    <a:pt x="1066497" y="36930"/>
                  </a:lnTo>
                  <a:lnTo>
                    <a:pt x="974709" y="27919"/>
                  </a:lnTo>
                  <a:lnTo>
                    <a:pt x="882911" y="20205"/>
                  </a:lnTo>
                  <a:lnTo>
                    <a:pt x="795127" y="13820"/>
                  </a:lnTo>
                  <a:lnTo>
                    <a:pt x="715881" y="8780"/>
                  </a:lnTo>
                  <a:lnTo>
                    <a:pt x="649411" y="5050"/>
                  </a:lnTo>
                  <a:lnTo>
                    <a:pt x="598730" y="2523"/>
                  </a:lnTo>
                  <a:lnTo>
                    <a:pt x="564833" y="1013"/>
                  </a:lnTo>
                  <a:lnTo>
                    <a:pt x="546325" y="272"/>
                  </a:lnTo>
                  <a:lnTo>
                    <a:pt x="539512" y="2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55" name="pl1455"/>
            <p:cNvSpPr/>
            <p:nvPr/>
          </p:nvSpPr>
          <p:spPr>
            <a:xfrm>
              <a:off x="546595" y="4871969"/>
              <a:ext cx="8234974" cy="1312132"/>
            </a:xfrm>
            <a:custGeom>
              <a:avLst/>
              <a:pathLst>
                <a:path w="8234974" h="1312132">
                  <a:moveTo>
                    <a:pt x="0" y="0"/>
                  </a:moveTo>
                  <a:lnTo>
                    <a:pt x="538736" y="0"/>
                  </a:lnTo>
                  <a:lnTo>
                    <a:pt x="540007" y="42"/>
                  </a:lnTo>
                  <a:lnTo>
                    <a:pt x="548303" y="347"/>
                  </a:lnTo>
                  <a:lnTo>
                    <a:pt x="569002" y="1189"/>
                  </a:lnTo>
                  <a:lnTo>
                    <a:pt x="605462" y="2842"/>
                  </a:lnTo>
                  <a:lnTo>
                    <a:pt x="658706" y="5544"/>
                  </a:lnTo>
                  <a:lnTo>
                    <a:pt x="727389" y="9471"/>
                  </a:lnTo>
                  <a:lnTo>
                    <a:pt x="808248" y="14719"/>
                  </a:lnTo>
                  <a:lnTo>
                    <a:pt x="896943" y="21311"/>
                  </a:lnTo>
                  <a:lnTo>
                    <a:pt x="988982" y="29227"/>
                  </a:lnTo>
                  <a:lnTo>
                    <a:pt x="1080467" y="38436"/>
                  </a:lnTo>
                  <a:lnTo>
                    <a:pt x="1168500" y="48926"/>
                  </a:lnTo>
                  <a:lnTo>
                    <a:pt x="1251266" y="60729"/>
                  </a:lnTo>
                  <a:lnTo>
                    <a:pt x="1327908" y="73931"/>
                  </a:lnTo>
                  <a:lnTo>
                    <a:pt x="1398305" y="88678"/>
                  </a:lnTo>
                  <a:lnTo>
                    <a:pt x="1462849" y="105175"/>
                  </a:lnTo>
                  <a:lnTo>
                    <a:pt x="1522247" y="123677"/>
                  </a:lnTo>
                  <a:lnTo>
                    <a:pt x="1577378" y="144477"/>
                  </a:lnTo>
                  <a:lnTo>
                    <a:pt x="1629185" y="167877"/>
                  </a:lnTo>
                  <a:lnTo>
                    <a:pt x="1678586" y="194140"/>
                  </a:lnTo>
                  <a:lnTo>
                    <a:pt x="1719082" y="218688"/>
                  </a:lnTo>
                  <a:lnTo>
                    <a:pt x="1764397" y="249316"/>
                  </a:lnTo>
                  <a:lnTo>
                    <a:pt x="1809269" y="282813"/>
                  </a:lnTo>
                  <a:lnTo>
                    <a:pt x="1854103" y="319229"/>
                  </a:lnTo>
                  <a:lnTo>
                    <a:pt x="1899188" y="358531"/>
                  </a:lnTo>
                  <a:lnTo>
                    <a:pt x="1944710" y="400597"/>
                  </a:lnTo>
                  <a:lnTo>
                    <a:pt x="1990766" y="445208"/>
                  </a:lnTo>
                  <a:lnTo>
                    <a:pt x="2037371" y="492043"/>
                  </a:lnTo>
                  <a:lnTo>
                    <a:pt x="2084471" y="540693"/>
                  </a:lnTo>
                  <a:lnTo>
                    <a:pt x="2131955" y="590662"/>
                  </a:lnTo>
                  <a:lnTo>
                    <a:pt x="2179669" y="641397"/>
                  </a:lnTo>
                  <a:lnTo>
                    <a:pt x="2227436" y="692305"/>
                  </a:lnTo>
                  <a:lnTo>
                    <a:pt x="2275074" y="742786"/>
                  </a:lnTo>
                  <a:lnTo>
                    <a:pt x="2322411" y="792261"/>
                  </a:lnTo>
                  <a:lnTo>
                    <a:pt x="2369312" y="840197"/>
                  </a:lnTo>
                  <a:lnTo>
                    <a:pt x="2415687" y="886134"/>
                  </a:lnTo>
                  <a:lnTo>
                    <a:pt x="2461510" y="929699"/>
                  </a:lnTo>
                  <a:lnTo>
                    <a:pt x="2506830" y="970614"/>
                  </a:lnTo>
                  <a:lnTo>
                    <a:pt x="2551780" y="1008702"/>
                  </a:lnTo>
                  <a:lnTo>
                    <a:pt x="2596588" y="1043878"/>
                  </a:lnTo>
                  <a:lnTo>
                    <a:pt x="2641591" y="1076148"/>
                  </a:lnTo>
                  <a:lnTo>
                    <a:pt x="2667772" y="1093443"/>
                  </a:lnTo>
                  <a:lnTo>
                    <a:pt x="2715779" y="1122245"/>
                  </a:lnTo>
                  <a:lnTo>
                    <a:pt x="2765495" y="1148052"/>
                  </a:lnTo>
                  <a:lnTo>
                    <a:pt x="2817754" y="1171031"/>
                  </a:lnTo>
                  <a:lnTo>
                    <a:pt x="2873483" y="1191456"/>
                  </a:lnTo>
                  <a:lnTo>
                    <a:pt x="2933622" y="1209630"/>
                  </a:lnTo>
                  <a:lnTo>
                    <a:pt x="2999030" y="1225841"/>
                  </a:lnTo>
                  <a:lnTo>
                    <a:pt x="3070377" y="1240338"/>
                  </a:lnTo>
                  <a:lnTo>
                    <a:pt x="3147989" y="1253315"/>
                  </a:lnTo>
                  <a:lnTo>
                    <a:pt x="3231646" y="1264911"/>
                  </a:lnTo>
                  <a:lnTo>
                    <a:pt x="3320358" y="1275202"/>
                  </a:lnTo>
                  <a:lnTo>
                    <a:pt x="3412146" y="1284213"/>
                  </a:lnTo>
                  <a:lnTo>
                    <a:pt x="3503944" y="1291927"/>
                  </a:lnTo>
                  <a:lnTo>
                    <a:pt x="3591727" y="1298312"/>
                  </a:lnTo>
                  <a:lnTo>
                    <a:pt x="3670973" y="1303352"/>
                  </a:lnTo>
                  <a:lnTo>
                    <a:pt x="3737443" y="1307081"/>
                  </a:lnTo>
                  <a:lnTo>
                    <a:pt x="3788125" y="1309608"/>
                  </a:lnTo>
                  <a:lnTo>
                    <a:pt x="3822022" y="1311119"/>
                  </a:lnTo>
                  <a:lnTo>
                    <a:pt x="3840530" y="1311860"/>
                  </a:lnTo>
                  <a:lnTo>
                    <a:pt x="3847343" y="1312107"/>
                  </a:lnTo>
                  <a:lnTo>
                    <a:pt x="3848118" y="1312132"/>
                  </a:lnTo>
                  <a:lnTo>
                    <a:pt x="4386855" y="1312132"/>
                  </a:lnTo>
                  <a:lnTo>
                    <a:pt x="4388142" y="1312102"/>
                  </a:lnTo>
                  <a:lnTo>
                    <a:pt x="4396541" y="1311887"/>
                  </a:lnTo>
                  <a:lnTo>
                    <a:pt x="4417487" y="1311292"/>
                  </a:lnTo>
                  <a:lnTo>
                    <a:pt x="4454358" y="1310125"/>
                  </a:lnTo>
                  <a:lnTo>
                    <a:pt x="4508152" y="1308217"/>
                  </a:lnTo>
                  <a:lnTo>
                    <a:pt x="4577463" y="1305447"/>
                  </a:lnTo>
                  <a:lnTo>
                    <a:pt x="4658952" y="1301747"/>
                  </a:lnTo>
                  <a:lnTo>
                    <a:pt x="4748205" y="1297101"/>
                  </a:lnTo>
                  <a:lnTo>
                    <a:pt x="4840683" y="1291525"/>
                  </a:lnTo>
                  <a:lnTo>
                    <a:pt x="4932469" y="1285041"/>
                  </a:lnTo>
                  <a:lnTo>
                    <a:pt x="5020673" y="1277656"/>
                  </a:lnTo>
                  <a:lnTo>
                    <a:pt x="5103504" y="1269347"/>
                  </a:lnTo>
                  <a:lnTo>
                    <a:pt x="5180136" y="1260049"/>
                  </a:lnTo>
                  <a:lnTo>
                    <a:pt x="5250480" y="1249657"/>
                  </a:lnTo>
                  <a:lnTo>
                    <a:pt x="5314956" y="1238025"/>
                  </a:lnTo>
                  <a:lnTo>
                    <a:pt x="5374295" y="1224971"/>
                  </a:lnTo>
                  <a:lnTo>
                    <a:pt x="5429395" y="1210286"/>
                  </a:lnTo>
                  <a:lnTo>
                    <a:pt x="5481212" y="1193758"/>
                  </a:lnTo>
                  <a:lnTo>
                    <a:pt x="5530671" y="1175206"/>
                  </a:lnTo>
                  <a:lnTo>
                    <a:pt x="5567201" y="1159685"/>
                  </a:lnTo>
                  <a:lnTo>
                    <a:pt x="5615652" y="1136773"/>
                  </a:lnTo>
                  <a:lnTo>
                    <a:pt x="5663632" y="1111568"/>
                  </a:lnTo>
                  <a:lnTo>
                    <a:pt x="5711620" y="1084036"/>
                  </a:lnTo>
                  <a:lnTo>
                    <a:pt x="5759947" y="1054216"/>
                  </a:lnTo>
                  <a:lnTo>
                    <a:pt x="5808814" y="1022233"/>
                  </a:lnTo>
                  <a:lnTo>
                    <a:pt x="5858307" y="988301"/>
                  </a:lnTo>
                  <a:lnTo>
                    <a:pt x="5908411" y="952725"/>
                  </a:lnTo>
                  <a:lnTo>
                    <a:pt x="5959025" y="915887"/>
                  </a:lnTo>
                  <a:lnTo>
                    <a:pt x="6009985" y="878238"/>
                  </a:lnTo>
                  <a:lnTo>
                    <a:pt x="6061082" y="840273"/>
                  </a:lnTo>
                  <a:lnTo>
                    <a:pt x="6112094" y="802504"/>
                  </a:lnTo>
                  <a:lnTo>
                    <a:pt x="6162807" y="765433"/>
                  </a:lnTo>
                  <a:lnTo>
                    <a:pt x="6213042" y="729522"/>
                  </a:lnTo>
                  <a:lnTo>
                    <a:pt x="6262684" y="695173"/>
                  </a:lnTo>
                  <a:lnTo>
                    <a:pt x="6311695" y="662708"/>
                  </a:lnTo>
                  <a:lnTo>
                    <a:pt x="6360135" y="632365"/>
                  </a:lnTo>
                  <a:lnTo>
                    <a:pt x="6408178" y="604287"/>
                  </a:lnTo>
                  <a:lnTo>
                    <a:pt x="6456123" y="578535"/>
                  </a:lnTo>
                  <a:lnTo>
                    <a:pt x="6504410" y="555090"/>
                  </a:lnTo>
                  <a:lnTo>
                    <a:pt x="6515891" y="549897"/>
                  </a:lnTo>
                  <a:lnTo>
                    <a:pt x="6564108" y="529738"/>
                  </a:lnTo>
                  <a:lnTo>
                    <a:pt x="6614053" y="511684"/>
                  </a:lnTo>
                  <a:lnTo>
                    <a:pt x="6666570" y="495617"/>
                  </a:lnTo>
                  <a:lnTo>
                    <a:pt x="6722599" y="481342"/>
                  </a:lnTo>
                  <a:lnTo>
                    <a:pt x="6783092" y="468647"/>
                  </a:lnTo>
                  <a:lnTo>
                    <a:pt x="6848917" y="457328"/>
                  </a:lnTo>
                  <a:lnTo>
                    <a:pt x="6920746" y="447210"/>
                  </a:lnTo>
                  <a:lnTo>
                    <a:pt x="6998895" y="438157"/>
                  </a:lnTo>
                  <a:lnTo>
                    <a:pt x="7083122" y="430073"/>
                  </a:lnTo>
                  <a:lnTo>
                    <a:pt x="7172389" y="422905"/>
                  </a:lnTo>
                  <a:lnTo>
                    <a:pt x="7264646" y="416637"/>
                  </a:lnTo>
                  <a:lnTo>
                    <a:pt x="7356740" y="411282"/>
                  </a:lnTo>
                  <a:lnTo>
                    <a:pt x="7444556" y="406863"/>
                  </a:lnTo>
                  <a:lnTo>
                    <a:pt x="7523504" y="403389"/>
                  </a:lnTo>
                  <a:lnTo>
                    <a:pt x="7589340" y="400833"/>
                  </a:lnTo>
                  <a:lnTo>
                    <a:pt x="7639119" y="399116"/>
                  </a:lnTo>
                  <a:lnTo>
                    <a:pt x="7671988" y="398103"/>
                  </a:lnTo>
                  <a:lnTo>
                    <a:pt x="7689535" y="397617"/>
                  </a:lnTo>
                  <a:lnTo>
                    <a:pt x="7695663" y="397464"/>
                  </a:lnTo>
                  <a:lnTo>
                    <a:pt x="7696237" y="397450"/>
                  </a:lnTo>
                  <a:lnTo>
                    <a:pt x="8234974" y="3974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6" name="pl1456"/>
            <p:cNvSpPr/>
            <p:nvPr/>
          </p:nvSpPr>
          <p:spPr>
            <a:xfrm>
              <a:off x="546595" y="4866525"/>
              <a:ext cx="8234974" cy="1312132"/>
            </a:xfrm>
            <a:custGeom>
              <a:avLst/>
              <a:pathLst>
                <a:path w="8234974" h="1312132">
                  <a:moveTo>
                    <a:pt x="8234974" y="397450"/>
                  </a:moveTo>
                  <a:lnTo>
                    <a:pt x="7696237" y="397450"/>
                  </a:lnTo>
                  <a:lnTo>
                    <a:pt x="7694950" y="397481"/>
                  </a:lnTo>
                  <a:lnTo>
                    <a:pt x="7686551" y="397696"/>
                  </a:lnTo>
                  <a:lnTo>
                    <a:pt x="7665606" y="398291"/>
                  </a:lnTo>
                  <a:lnTo>
                    <a:pt x="7628735" y="399458"/>
                  </a:lnTo>
                  <a:lnTo>
                    <a:pt x="7574941" y="401366"/>
                  </a:lnTo>
                  <a:lnTo>
                    <a:pt x="7505629" y="404136"/>
                  </a:lnTo>
                  <a:lnTo>
                    <a:pt x="7424140" y="407836"/>
                  </a:lnTo>
                  <a:lnTo>
                    <a:pt x="7334887" y="412482"/>
                  </a:lnTo>
                  <a:lnTo>
                    <a:pt x="7242409" y="418057"/>
                  </a:lnTo>
                  <a:lnTo>
                    <a:pt x="7150623" y="424541"/>
                  </a:lnTo>
                  <a:lnTo>
                    <a:pt x="7062419" y="431926"/>
                  </a:lnTo>
                  <a:lnTo>
                    <a:pt x="6979588" y="440236"/>
                  </a:lnTo>
                  <a:lnTo>
                    <a:pt x="6902957" y="449534"/>
                  </a:lnTo>
                  <a:lnTo>
                    <a:pt x="6832612" y="459926"/>
                  </a:lnTo>
                  <a:lnTo>
                    <a:pt x="6768136" y="471558"/>
                  </a:lnTo>
                  <a:lnTo>
                    <a:pt x="6708797" y="484612"/>
                  </a:lnTo>
                  <a:lnTo>
                    <a:pt x="6653697" y="499297"/>
                  </a:lnTo>
                  <a:lnTo>
                    <a:pt x="6601880" y="515824"/>
                  </a:lnTo>
                  <a:lnTo>
                    <a:pt x="6552421" y="534377"/>
                  </a:lnTo>
                  <a:lnTo>
                    <a:pt x="6515891" y="549897"/>
                  </a:lnTo>
                  <a:lnTo>
                    <a:pt x="6467440" y="572810"/>
                  </a:lnTo>
                  <a:lnTo>
                    <a:pt x="6419461" y="598015"/>
                  </a:lnTo>
                  <a:lnTo>
                    <a:pt x="6371473" y="625547"/>
                  </a:lnTo>
                  <a:lnTo>
                    <a:pt x="6323145" y="655367"/>
                  </a:lnTo>
                  <a:lnTo>
                    <a:pt x="6274278" y="687350"/>
                  </a:lnTo>
                  <a:lnTo>
                    <a:pt x="6224785" y="721281"/>
                  </a:lnTo>
                  <a:lnTo>
                    <a:pt x="6174682" y="756858"/>
                  </a:lnTo>
                  <a:lnTo>
                    <a:pt x="6124068" y="793696"/>
                  </a:lnTo>
                  <a:lnTo>
                    <a:pt x="6073108" y="831345"/>
                  </a:lnTo>
                  <a:lnTo>
                    <a:pt x="6022010" y="869310"/>
                  </a:lnTo>
                  <a:lnTo>
                    <a:pt x="5970998" y="907078"/>
                  </a:lnTo>
                  <a:lnTo>
                    <a:pt x="5920286" y="944150"/>
                  </a:lnTo>
                  <a:lnTo>
                    <a:pt x="5870050" y="980061"/>
                  </a:lnTo>
                  <a:lnTo>
                    <a:pt x="5820409" y="1014410"/>
                  </a:lnTo>
                  <a:lnTo>
                    <a:pt x="5771398" y="1046874"/>
                  </a:lnTo>
                  <a:lnTo>
                    <a:pt x="5722957" y="1077218"/>
                  </a:lnTo>
                  <a:lnTo>
                    <a:pt x="5674914" y="1105295"/>
                  </a:lnTo>
                  <a:lnTo>
                    <a:pt x="5626970" y="1131048"/>
                  </a:lnTo>
                  <a:lnTo>
                    <a:pt x="5578682" y="1154493"/>
                  </a:lnTo>
                  <a:lnTo>
                    <a:pt x="5567201" y="1159685"/>
                  </a:lnTo>
                  <a:lnTo>
                    <a:pt x="5518984" y="1179845"/>
                  </a:lnTo>
                  <a:lnTo>
                    <a:pt x="5469040" y="1197899"/>
                  </a:lnTo>
                  <a:lnTo>
                    <a:pt x="5416523" y="1213966"/>
                  </a:lnTo>
                  <a:lnTo>
                    <a:pt x="5360493" y="1228240"/>
                  </a:lnTo>
                  <a:lnTo>
                    <a:pt x="5300000" y="1240936"/>
                  </a:lnTo>
                  <a:lnTo>
                    <a:pt x="5234175" y="1252255"/>
                  </a:lnTo>
                  <a:lnTo>
                    <a:pt x="5162346" y="1262372"/>
                  </a:lnTo>
                  <a:lnTo>
                    <a:pt x="5084197" y="1271425"/>
                  </a:lnTo>
                  <a:lnTo>
                    <a:pt x="4999970" y="1279509"/>
                  </a:lnTo>
                  <a:lnTo>
                    <a:pt x="4910704" y="1286678"/>
                  </a:lnTo>
                  <a:lnTo>
                    <a:pt x="4818446" y="1292945"/>
                  </a:lnTo>
                  <a:lnTo>
                    <a:pt x="4726352" y="1298300"/>
                  </a:lnTo>
                  <a:lnTo>
                    <a:pt x="4638536" y="1302720"/>
                  </a:lnTo>
                  <a:lnTo>
                    <a:pt x="4559588" y="1306194"/>
                  </a:lnTo>
                  <a:lnTo>
                    <a:pt x="4493753" y="1308749"/>
                  </a:lnTo>
                  <a:lnTo>
                    <a:pt x="4443974" y="1310466"/>
                  </a:lnTo>
                  <a:lnTo>
                    <a:pt x="4411105" y="1311480"/>
                  </a:lnTo>
                  <a:lnTo>
                    <a:pt x="4393558" y="1311966"/>
                  </a:lnTo>
                  <a:lnTo>
                    <a:pt x="4387429" y="1312119"/>
                  </a:lnTo>
                  <a:lnTo>
                    <a:pt x="4386855" y="1312132"/>
                  </a:lnTo>
                  <a:lnTo>
                    <a:pt x="3848118" y="1312132"/>
                  </a:lnTo>
                  <a:lnTo>
                    <a:pt x="3846847" y="1312090"/>
                  </a:lnTo>
                  <a:lnTo>
                    <a:pt x="3838551" y="1311785"/>
                  </a:lnTo>
                  <a:lnTo>
                    <a:pt x="3817853" y="1310943"/>
                  </a:lnTo>
                  <a:lnTo>
                    <a:pt x="3781392" y="1309290"/>
                  </a:lnTo>
                  <a:lnTo>
                    <a:pt x="3728148" y="1306587"/>
                  </a:lnTo>
                  <a:lnTo>
                    <a:pt x="3659466" y="1302660"/>
                  </a:lnTo>
                  <a:lnTo>
                    <a:pt x="3578606" y="1297413"/>
                  </a:lnTo>
                  <a:lnTo>
                    <a:pt x="3489911" y="1290821"/>
                  </a:lnTo>
                  <a:lnTo>
                    <a:pt x="3397873" y="1282905"/>
                  </a:lnTo>
                  <a:lnTo>
                    <a:pt x="3306387" y="1273696"/>
                  </a:lnTo>
                  <a:lnTo>
                    <a:pt x="3218354" y="1263206"/>
                  </a:lnTo>
                  <a:lnTo>
                    <a:pt x="3135588" y="1251403"/>
                  </a:lnTo>
                  <a:lnTo>
                    <a:pt x="3058947" y="1238201"/>
                  </a:lnTo>
                  <a:lnTo>
                    <a:pt x="2988549" y="1223454"/>
                  </a:lnTo>
                  <a:lnTo>
                    <a:pt x="2924005" y="1206957"/>
                  </a:lnTo>
                  <a:lnTo>
                    <a:pt x="2864608" y="1188454"/>
                  </a:lnTo>
                  <a:lnTo>
                    <a:pt x="2809476" y="1167654"/>
                  </a:lnTo>
                  <a:lnTo>
                    <a:pt x="2757670" y="1144255"/>
                  </a:lnTo>
                  <a:lnTo>
                    <a:pt x="2708268" y="1117992"/>
                  </a:lnTo>
                  <a:lnTo>
                    <a:pt x="2667772" y="1093443"/>
                  </a:lnTo>
                  <a:lnTo>
                    <a:pt x="2622457" y="1062815"/>
                  </a:lnTo>
                  <a:lnTo>
                    <a:pt x="2577585" y="1029318"/>
                  </a:lnTo>
                  <a:lnTo>
                    <a:pt x="2532751" y="992903"/>
                  </a:lnTo>
                  <a:lnTo>
                    <a:pt x="2487667" y="953601"/>
                  </a:lnTo>
                  <a:lnTo>
                    <a:pt x="2442144" y="911535"/>
                  </a:lnTo>
                  <a:lnTo>
                    <a:pt x="2396089" y="866924"/>
                  </a:lnTo>
                  <a:lnTo>
                    <a:pt x="2349484" y="820088"/>
                  </a:lnTo>
                  <a:lnTo>
                    <a:pt x="2302384" y="771439"/>
                  </a:lnTo>
                  <a:lnTo>
                    <a:pt x="2254900" y="721469"/>
                  </a:lnTo>
                  <a:lnTo>
                    <a:pt x="2207186" y="670735"/>
                  </a:lnTo>
                  <a:lnTo>
                    <a:pt x="2159418" y="619826"/>
                  </a:lnTo>
                  <a:lnTo>
                    <a:pt x="2111781" y="569345"/>
                  </a:lnTo>
                  <a:lnTo>
                    <a:pt x="2064443" y="519871"/>
                  </a:lnTo>
                  <a:lnTo>
                    <a:pt x="2017543" y="471935"/>
                  </a:lnTo>
                  <a:lnTo>
                    <a:pt x="1971168" y="425998"/>
                  </a:lnTo>
                  <a:lnTo>
                    <a:pt x="1925344" y="382433"/>
                  </a:lnTo>
                  <a:lnTo>
                    <a:pt x="1880025" y="341518"/>
                  </a:lnTo>
                  <a:lnTo>
                    <a:pt x="1835075" y="303430"/>
                  </a:lnTo>
                  <a:lnTo>
                    <a:pt x="1790266" y="268253"/>
                  </a:lnTo>
                  <a:lnTo>
                    <a:pt x="1745263" y="235983"/>
                  </a:lnTo>
                  <a:lnTo>
                    <a:pt x="1719082" y="218688"/>
                  </a:lnTo>
                  <a:lnTo>
                    <a:pt x="1671076" y="189887"/>
                  </a:lnTo>
                  <a:lnTo>
                    <a:pt x="1621359" y="164080"/>
                  </a:lnTo>
                  <a:lnTo>
                    <a:pt x="1569101" y="141101"/>
                  </a:lnTo>
                  <a:lnTo>
                    <a:pt x="1513371" y="120676"/>
                  </a:lnTo>
                  <a:lnTo>
                    <a:pt x="1453233" y="102502"/>
                  </a:lnTo>
                  <a:lnTo>
                    <a:pt x="1387825" y="86291"/>
                  </a:lnTo>
                  <a:lnTo>
                    <a:pt x="1316478" y="71794"/>
                  </a:lnTo>
                  <a:lnTo>
                    <a:pt x="1238866" y="58817"/>
                  </a:lnTo>
                  <a:lnTo>
                    <a:pt x="1155208" y="47221"/>
                  </a:lnTo>
                  <a:lnTo>
                    <a:pt x="1066497" y="36930"/>
                  </a:lnTo>
                  <a:lnTo>
                    <a:pt x="974709" y="27919"/>
                  </a:lnTo>
                  <a:lnTo>
                    <a:pt x="882911" y="20205"/>
                  </a:lnTo>
                  <a:lnTo>
                    <a:pt x="795127" y="13820"/>
                  </a:lnTo>
                  <a:lnTo>
                    <a:pt x="715881" y="8780"/>
                  </a:lnTo>
                  <a:lnTo>
                    <a:pt x="649411" y="5050"/>
                  </a:lnTo>
                  <a:lnTo>
                    <a:pt x="598730" y="2523"/>
                  </a:lnTo>
                  <a:lnTo>
                    <a:pt x="564833" y="1013"/>
                  </a:lnTo>
                  <a:lnTo>
                    <a:pt x="546325" y="272"/>
                  </a:lnTo>
                  <a:lnTo>
                    <a:pt x="539512" y="2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7" name="pg1457"/>
            <p:cNvSpPr/>
            <p:nvPr/>
          </p:nvSpPr>
          <p:spPr>
            <a:xfrm>
              <a:off x="546595" y="2813935"/>
              <a:ext cx="8234974" cy="1943698"/>
            </a:xfrm>
            <a:custGeom>
              <a:avLst/>
              <a:pathLst>
                <a:path w="8234974" h="1943698">
                  <a:moveTo>
                    <a:pt x="0" y="1943698"/>
                  </a:moveTo>
                  <a:lnTo>
                    <a:pt x="538736" y="1943698"/>
                  </a:lnTo>
                  <a:lnTo>
                    <a:pt x="540030" y="1943676"/>
                  </a:lnTo>
                  <a:lnTo>
                    <a:pt x="548474" y="1943515"/>
                  </a:lnTo>
                  <a:lnTo>
                    <a:pt x="569526" y="1943070"/>
                  </a:lnTo>
                  <a:lnTo>
                    <a:pt x="606573" y="1942196"/>
                  </a:lnTo>
                  <a:lnTo>
                    <a:pt x="660603" y="1940769"/>
                  </a:lnTo>
                  <a:lnTo>
                    <a:pt x="730184" y="1938697"/>
                  </a:lnTo>
                  <a:lnTo>
                    <a:pt x="811943" y="1935931"/>
                  </a:lnTo>
                  <a:lnTo>
                    <a:pt x="901435" y="1932458"/>
                  </a:lnTo>
                  <a:lnTo>
                    <a:pt x="994099" y="1928291"/>
                  </a:lnTo>
                  <a:lnTo>
                    <a:pt x="1086012" y="1923446"/>
                  </a:lnTo>
                  <a:lnTo>
                    <a:pt x="1174288" y="1917928"/>
                  </a:lnTo>
                  <a:lnTo>
                    <a:pt x="1257145" y="1911719"/>
                  </a:lnTo>
                  <a:lnTo>
                    <a:pt x="1333772" y="1904771"/>
                  </a:lnTo>
                  <a:lnTo>
                    <a:pt x="1404093" y="1897003"/>
                  </a:lnTo>
                  <a:lnTo>
                    <a:pt x="1468539" y="1888306"/>
                  </a:lnTo>
                  <a:lnTo>
                    <a:pt x="1527854" y="1878542"/>
                  </a:lnTo>
                  <a:lnTo>
                    <a:pt x="1582942" y="1867557"/>
                  </a:lnTo>
                  <a:lnTo>
                    <a:pt x="1634764" y="1855190"/>
                  </a:lnTo>
                  <a:lnTo>
                    <a:pt x="1684249" y="1841308"/>
                  </a:lnTo>
                  <a:lnTo>
                    <a:pt x="1719082" y="1830270"/>
                  </a:lnTo>
                  <a:lnTo>
                    <a:pt x="1769245" y="1812585"/>
                  </a:lnTo>
                  <a:lnTo>
                    <a:pt x="1818923" y="1793068"/>
                  </a:lnTo>
                  <a:lnTo>
                    <a:pt x="1868639" y="1771695"/>
                  </a:lnTo>
                  <a:lnTo>
                    <a:pt x="1918747" y="1748504"/>
                  </a:lnTo>
                  <a:lnTo>
                    <a:pt x="1969453" y="1723608"/>
                  </a:lnTo>
                  <a:lnTo>
                    <a:pt x="2020835" y="1697196"/>
                  </a:lnTo>
                  <a:lnTo>
                    <a:pt x="2072855" y="1669531"/>
                  </a:lnTo>
                  <a:lnTo>
                    <a:pt x="2125384" y="1640945"/>
                  </a:lnTo>
                  <a:lnTo>
                    <a:pt x="2178224" y="1611822"/>
                  </a:lnTo>
                  <a:lnTo>
                    <a:pt x="2231135" y="1582578"/>
                  </a:lnTo>
                  <a:lnTo>
                    <a:pt x="2283870" y="1553634"/>
                  </a:lnTo>
                  <a:lnTo>
                    <a:pt x="2336203" y="1525395"/>
                  </a:lnTo>
                  <a:lnTo>
                    <a:pt x="2387963" y="1498226"/>
                  </a:lnTo>
                  <a:lnTo>
                    <a:pt x="2439056" y="1472431"/>
                  </a:lnTo>
                  <a:lnTo>
                    <a:pt x="2489491" y="1448242"/>
                  </a:lnTo>
                  <a:lnTo>
                    <a:pt x="2539399" y="1425815"/>
                  </a:lnTo>
                  <a:lnTo>
                    <a:pt x="2589046" y="1405231"/>
                  </a:lnTo>
                  <a:lnTo>
                    <a:pt x="2638855" y="1386500"/>
                  </a:lnTo>
                  <a:lnTo>
                    <a:pt x="2667772" y="1376559"/>
                  </a:lnTo>
                  <a:lnTo>
                    <a:pt x="2716079" y="1361534"/>
                  </a:lnTo>
                  <a:lnTo>
                    <a:pt x="2766122" y="1348080"/>
                  </a:lnTo>
                  <a:lnTo>
                    <a:pt x="2818749" y="1336110"/>
                  </a:lnTo>
                  <a:lnTo>
                    <a:pt x="2874908" y="1325477"/>
                  </a:lnTo>
                  <a:lnTo>
                    <a:pt x="2935553" y="1316023"/>
                  </a:lnTo>
                  <a:lnTo>
                    <a:pt x="3001557" y="1307595"/>
                  </a:lnTo>
                  <a:lnTo>
                    <a:pt x="3073593" y="1300064"/>
                  </a:lnTo>
                  <a:lnTo>
                    <a:pt x="3151973" y="1293326"/>
                  </a:lnTo>
                  <a:lnTo>
                    <a:pt x="3236444" y="1287311"/>
                  </a:lnTo>
                  <a:lnTo>
                    <a:pt x="3325948" y="1281979"/>
                  </a:lnTo>
                  <a:lnTo>
                    <a:pt x="3418405" y="1277320"/>
                  </a:lnTo>
                  <a:lnTo>
                    <a:pt x="3510623" y="1273343"/>
                  </a:lnTo>
                  <a:lnTo>
                    <a:pt x="3598447" y="1270065"/>
                  </a:lnTo>
                  <a:lnTo>
                    <a:pt x="3677261" y="1267492"/>
                  </a:lnTo>
                  <a:lnTo>
                    <a:pt x="3742819" y="1265605"/>
                  </a:lnTo>
                  <a:lnTo>
                    <a:pt x="3792207" y="1264342"/>
                  </a:lnTo>
                  <a:lnTo>
                    <a:pt x="3824635" y="1263600"/>
                  </a:lnTo>
                  <a:lnTo>
                    <a:pt x="3841774" y="1263248"/>
                  </a:lnTo>
                  <a:lnTo>
                    <a:pt x="3847619" y="1263140"/>
                  </a:lnTo>
                  <a:lnTo>
                    <a:pt x="3848118" y="1263131"/>
                  </a:lnTo>
                  <a:lnTo>
                    <a:pt x="4386855" y="1263131"/>
                  </a:lnTo>
                  <a:lnTo>
                    <a:pt x="4388129" y="1263090"/>
                  </a:lnTo>
                  <a:lnTo>
                    <a:pt x="4396441" y="1262798"/>
                  </a:lnTo>
                  <a:lnTo>
                    <a:pt x="4417178" y="1261989"/>
                  </a:lnTo>
                  <a:lnTo>
                    <a:pt x="4453703" y="1260401"/>
                  </a:lnTo>
                  <a:lnTo>
                    <a:pt x="4507033" y="1257806"/>
                  </a:lnTo>
                  <a:lnTo>
                    <a:pt x="4575813" y="1254035"/>
                  </a:lnTo>
                  <a:lnTo>
                    <a:pt x="4656772" y="1248996"/>
                  </a:lnTo>
                  <a:lnTo>
                    <a:pt x="4745554" y="1242667"/>
                  </a:lnTo>
                  <a:lnTo>
                    <a:pt x="4837662" y="1235067"/>
                  </a:lnTo>
                  <a:lnTo>
                    <a:pt x="4929195" y="1226226"/>
                  </a:lnTo>
                  <a:lnTo>
                    <a:pt x="5017255" y="1216156"/>
                  </a:lnTo>
                  <a:lnTo>
                    <a:pt x="5100032" y="1204825"/>
                  </a:lnTo>
                  <a:lnTo>
                    <a:pt x="5176672" y="1192151"/>
                  </a:lnTo>
                  <a:lnTo>
                    <a:pt x="5247061" y="1177991"/>
                  </a:lnTo>
                  <a:lnTo>
                    <a:pt x="5311594" y="1162151"/>
                  </a:lnTo>
                  <a:lnTo>
                    <a:pt x="5370983" y="1144382"/>
                  </a:lnTo>
                  <a:lnTo>
                    <a:pt x="5426109" y="1124406"/>
                  </a:lnTo>
                  <a:lnTo>
                    <a:pt x="5477917" y="1101931"/>
                  </a:lnTo>
                  <a:lnTo>
                    <a:pt x="5527327" y="1076705"/>
                  </a:lnTo>
                  <a:lnTo>
                    <a:pt x="5567201" y="1053517"/>
                  </a:lnTo>
                  <a:lnTo>
                    <a:pt x="5612947" y="1023866"/>
                  </a:lnTo>
                  <a:lnTo>
                    <a:pt x="5658245" y="991411"/>
                  </a:lnTo>
                  <a:lnTo>
                    <a:pt x="5703511" y="956106"/>
                  </a:lnTo>
                  <a:lnTo>
                    <a:pt x="5749039" y="917983"/>
                  </a:lnTo>
                  <a:lnTo>
                    <a:pt x="5795018" y="877166"/>
                  </a:lnTo>
                  <a:lnTo>
                    <a:pt x="5841543" y="833876"/>
                  </a:lnTo>
                  <a:lnTo>
                    <a:pt x="5888627" y="788433"/>
                  </a:lnTo>
                  <a:lnTo>
                    <a:pt x="5936210" y="741249"/>
                  </a:lnTo>
                  <a:lnTo>
                    <a:pt x="5984172" y="692814"/>
                  </a:lnTo>
                  <a:lnTo>
                    <a:pt x="6032355" y="643681"/>
                  </a:lnTo>
                  <a:lnTo>
                    <a:pt x="6080574" y="594435"/>
                  </a:lnTo>
                  <a:lnTo>
                    <a:pt x="6128641" y="545666"/>
                  </a:lnTo>
                  <a:lnTo>
                    <a:pt x="6176385" y="497944"/>
                  </a:lnTo>
                  <a:lnTo>
                    <a:pt x="6223670" y="451784"/>
                  </a:lnTo>
                  <a:lnTo>
                    <a:pt x="6270411" y="407631"/>
                  </a:lnTo>
                  <a:lnTo>
                    <a:pt x="6316592" y="365840"/>
                  </a:lnTo>
                  <a:lnTo>
                    <a:pt x="6362275" y="326671"/>
                  </a:lnTo>
                  <a:lnTo>
                    <a:pt x="6407612" y="290283"/>
                  </a:lnTo>
                  <a:lnTo>
                    <a:pt x="6452856" y="256743"/>
                  </a:lnTo>
                  <a:lnTo>
                    <a:pt x="6498373" y="226034"/>
                  </a:lnTo>
                  <a:lnTo>
                    <a:pt x="6515891" y="215059"/>
                  </a:lnTo>
                  <a:lnTo>
                    <a:pt x="6563931" y="187435"/>
                  </a:lnTo>
                  <a:lnTo>
                    <a:pt x="6613683" y="162685"/>
                  </a:lnTo>
                  <a:lnTo>
                    <a:pt x="6665982" y="140649"/>
                  </a:lnTo>
                  <a:lnTo>
                    <a:pt x="6721758" y="121063"/>
                  </a:lnTo>
                  <a:lnTo>
                    <a:pt x="6781952" y="103638"/>
                  </a:lnTo>
                  <a:lnTo>
                    <a:pt x="6847426" y="88095"/>
                  </a:lnTo>
                  <a:lnTo>
                    <a:pt x="6918848" y="74198"/>
                  </a:lnTo>
                  <a:lnTo>
                    <a:pt x="6996544" y="61757"/>
                  </a:lnTo>
                  <a:lnTo>
                    <a:pt x="7080291" y="50642"/>
                  </a:lnTo>
                  <a:lnTo>
                    <a:pt x="7169089" y="40779"/>
                  </a:lnTo>
                  <a:lnTo>
                    <a:pt x="7260951" y="32145"/>
                  </a:lnTo>
                  <a:lnTo>
                    <a:pt x="7352796" y="24756"/>
                  </a:lnTo>
                  <a:lnTo>
                    <a:pt x="7440586" y="18643"/>
                  </a:lnTo>
                  <a:lnTo>
                    <a:pt x="7519786" y="13820"/>
                  </a:lnTo>
                  <a:lnTo>
                    <a:pt x="7586158" y="10255"/>
                  </a:lnTo>
                  <a:lnTo>
                    <a:pt x="7636700" y="7843"/>
                  </a:lnTo>
                  <a:lnTo>
                    <a:pt x="7670436" y="6403"/>
                  </a:lnTo>
                  <a:lnTo>
                    <a:pt x="7688792" y="5700"/>
                  </a:lnTo>
                  <a:lnTo>
                    <a:pt x="7695496" y="546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4" y="40"/>
                  </a:lnTo>
                  <a:lnTo>
                    <a:pt x="7686652" y="333"/>
                  </a:lnTo>
                  <a:lnTo>
                    <a:pt x="7665915" y="1142"/>
                  </a:lnTo>
                  <a:lnTo>
                    <a:pt x="7629390" y="2730"/>
                  </a:lnTo>
                  <a:lnTo>
                    <a:pt x="7576060" y="5325"/>
                  </a:lnTo>
                  <a:lnTo>
                    <a:pt x="7507279" y="9096"/>
                  </a:lnTo>
                  <a:lnTo>
                    <a:pt x="7426321" y="14135"/>
                  </a:lnTo>
                  <a:lnTo>
                    <a:pt x="7337538" y="20464"/>
                  </a:lnTo>
                  <a:lnTo>
                    <a:pt x="7245430" y="28064"/>
                  </a:lnTo>
                  <a:lnTo>
                    <a:pt x="7153897" y="36905"/>
                  </a:lnTo>
                  <a:lnTo>
                    <a:pt x="7065837" y="46975"/>
                  </a:lnTo>
                  <a:lnTo>
                    <a:pt x="6983061" y="58306"/>
                  </a:lnTo>
                  <a:lnTo>
                    <a:pt x="6906421" y="70980"/>
                  </a:lnTo>
                  <a:lnTo>
                    <a:pt x="6836031" y="85140"/>
                  </a:lnTo>
                  <a:lnTo>
                    <a:pt x="6771498" y="100980"/>
                  </a:lnTo>
                  <a:lnTo>
                    <a:pt x="6712110" y="118749"/>
                  </a:lnTo>
                  <a:lnTo>
                    <a:pt x="6656983" y="138725"/>
                  </a:lnTo>
                  <a:lnTo>
                    <a:pt x="6605175" y="161200"/>
                  </a:lnTo>
                  <a:lnTo>
                    <a:pt x="6555765" y="186426"/>
                  </a:lnTo>
                  <a:lnTo>
                    <a:pt x="6515891" y="209614"/>
                  </a:lnTo>
                  <a:lnTo>
                    <a:pt x="6470146" y="239265"/>
                  </a:lnTo>
                  <a:lnTo>
                    <a:pt x="6424848" y="271720"/>
                  </a:lnTo>
                  <a:lnTo>
                    <a:pt x="6379582" y="307025"/>
                  </a:lnTo>
                  <a:lnTo>
                    <a:pt x="6334054" y="345148"/>
                  </a:lnTo>
                  <a:lnTo>
                    <a:pt x="6288075" y="385965"/>
                  </a:lnTo>
                  <a:lnTo>
                    <a:pt x="6241549" y="429255"/>
                  </a:lnTo>
                  <a:lnTo>
                    <a:pt x="6194465" y="474698"/>
                  </a:lnTo>
                  <a:lnTo>
                    <a:pt x="6146883" y="521882"/>
                  </a:lnTo>
                  <a:lnTo>
                    <a:pt x="6098920" y="570317"/>
                  </a:lnTo>
                  <a:lnTo>
                    <a:pt x="6050737" y="619450"/>
                  </a:lnTo>
                  <a:lnTo>
                    <a:pt x="6002518" y="668696"/>
                  </a:lnTo>
                  <a:lnTo>
                    <a:pt x="5954451" y="717465"/>
                  </a:lnTo>
                  <a:lnTo>
                    <a:pt x="5906707" y="765187"/>
                  </a:lnTo>
                  <a:lnTo>
                    <a:pt x="5859423" y="811347"/>
                  </a:lnTo>
                  <a:lnTo>
                    <a:pt x="5812682" y="855500"/>
                  </a:lnTo>
                  <a:lnTo>
                    <a:pt x="5766501" y="897291"/>
                  </a:lnTo>
                  <a:lnTo>
                    <a:pt x="5720818" y="936460"/>
                  </a:lnTo>
                  <a:lnTo>
                    <a:pt x="5675481" y="972848"/>
                  </a:lnTo>
                  <a:lnTo>
                    <a:pt x="5630237" y="1006388"/>
                  </a:lnTo>
                  <a:lnTo>
                    <a:pt x="5584720" y="1037097"/>
                  </a:lnTo>
                  <a:lnTo>
                    <a:pt x="5567201" y="1048072"/>
                  </a:lnTo>
                  <a:lnTo>
                    <a:pt x="5519162" y="1075696"/>
                  </a:lnTo>
                  <a:lnTo>
                    <a:pt x="5469410" y="1100446"/>
                  </a:lnTo>
                  <a:lnTo>
                    <a:pt x="5417110" y="1122482"/>
                  </a:lnTo>
                  <a:lnTo>
                    <a:pt x="5361334" y="1142068"/>
                  </a:lnTo>
                  <a:lnTo>
                    <a:pt x="5301140" y="1159493"/>
                  </a:lnTo>
                  <a:lnTo>
                    <a:pt x="5235667" y="1175036"/>
                  </a:lnTo>
                  <a:lnTo>
                    <a:pt x="5164244" y="1188933"/>
                  </a:lnTo>
                  <a:lnTo>
                    <a:pt x="5086549" y="1201374"/>
                  </a:lnTo>
                  <a:lnTo>
                    <a:pt x="5002802" y="1212489"/>
                  </a:lnTo>
                  <a:lnTo>
                    <a:pt x="4914003" y="1222352"/>
                  </a:lnTo>
                  <a:lnTo>
                    <a:pt x="4822142" y="1230986"/>
                  </a:lnTo>
                  <a:lnTo>
                    <a:pt x="4730296" y="1238375"/>
                  </a:lnTo>
                  <a:lnTo>
                    <a:pt x="4642506" y="1244488"/>
                  </a:lnTo>
                  <a:lnTo>
                    <a:pt x="4563306" y="1249311"/>
                  </a:lnTo>
                  <a:lnTo>
                    <a:pt x="4496934" y="1252876"/>
                  </a:lnTo>
                  <a:lnTo>
                    <a:pt x="4446393" y="1255288"/>
                  </a:lnTo>
                  <a:lnTo>
                    <a:pt x="4412657" y="1256728"/>
                  </a:lnTo>
                  <a:lnTo>
                    <a:pt x="4394300" y="1257431"/>
                  </a:lnTo>
                  <a:lnTo>
                    <a:pt x="4387596" y="1257663"/>
                  </a:lnTo>
                  <a:lnTo>
                    <a:pt x="4386855" y="1257687"/>
                  </a:lnTo>
                  <a:lnTo>
                    <a:pt x="3848118" y="1257687"/>
                  </a:lnTo>
                  <a:lnTo>
                    <a:pt x="3846824" y="1257709"/>
                  </a:lnTo>
                  <a:lnTo>
                    <a:pt x="3838381" y="1257870"/>
                  </a:lnTo>
                  <a:lnTo>
                    <a:pt x="3817329" y="1258315"/>
                  </a:lnTo>
                  <a:lnTo>
                    <a:pt x="3780281" y="1259189"/>
                  </a:lnTo>
                  <a:lnTo>
                    <a:pt x="3726251" y="1260616"/>
                  </a:lnTo>
                  <a:lnTo>
                    <a:pt x="3656670" y="1262688"/>
                  </a:lnTo>
                  <a:lnTo>
                    <a:pt x="3574911" y="1265454"/>
                  </a:lnTo>
                  <a:lnTo>
                    <a:pt x="3485420" y="1268927"/>
                  </a:lnTo>
                  <a:lnTo>
                    <a:pt x="3392756" y="1273094"/>
                  </a:lnTo>
                  <a:lnTo>
                    <a:pt x="3300842" y="1277939"/>
                  </a:lnTo>
                  <a:lnTo>
                    <a:pt x="3212567" y="1283457"/>
                  </a:lnTo>
                  <a:lnTo>
                    <a:pt x="3129709" y="1289666"/>
                  </a:lnTo>
                  <a:lnTo>
                    <a:pt x="3053083" y="1296615"/>
                  </a:lnTo>
                  <a:lnTo>
                    <a:pt x="2982762" y="1304382"/>
                  </a:lnTo>
                  <a:lnTo>
                    <a:pt x="2918315" y="1313079"/>
                  </a:lnTo>
                  <a:lnTo>
                    <a:pt x="2859001" y="1322843"/>
                  </a:lnTo>
                  <a:lnTo>
                    <a:pt x="2803913" y="1333828"/>
                  </a:lnTo>
                  <a:lnTo>
                    <a:pt x="2752091" y="1346195"/>
                  </a:lnTo>
                  <a:lnTo>
                    <a:pt x="2702606" y="1360077"/>
                  </a:lnTo>
                  <a:lnTo>
                    <a:pt x="2667772" y="1371115"/>
                  </a:lnTo>
                  <a:lnTo>
                    <a:pt x="2617609" y="1388800"/>
                  </a:lnTo>
                  <a:lnTo>
                    <a:pt x="2567932" y="1408317"/>
                  </a:lnTo>
                  <a:lnTo>
                    <a:pt x="2518216" y="1429690"/>
                  </a:lnTo>
                  <a:lnTo>
                    <a:pt x="2468108" y="1452881"/>
                  </a:lnTo>
                  <a:lnTo>
                    <a:pt x="2417401" y="1477777"/>
                  </a:lnTo>
                  <a:lnTo>
                    <a:pt x="2366019" y="1504189"/>
                  </a:lnTo>
                  <a:lnTo>
                    <a:pt x="2313999" y="1531854"/>
                  </a:lnTo>
                  <a:lnTo>
                    <a:pt x="2261470" y="1560440"/>
                  </a:lnTo>
                  <a:lnTo>
                    <a:pt x="2208631" y="1589563"/>
                  </a:lnTo>
                  <a:lnTo>
                    <a:pt x="2155720" y="1618808"/>
                  </a:lnTo>
                  <a:lnTo>
                    <a:pt x="2102985" y="1647751"/>
                  </a:lnTo>
                  <a:lnTo>
                    <a:pt x="2050651" y="1675990"/>
                  </a:lnTo>
                  <a:lnTo>
                    <a:pt x="1998892" y="1703159"/>
                  </a:lnTo>
                  <a:lnTo>
                    <a:pt x="1947799" y="1728954"/>
                  </a:lnTo>
                  <a:lnTo>
                    <a:pt x="1897363" y="1753143"/>
                  </a:lnTo>
                  <a:lnTo>
                    <a:pt x="1847456" y="1775570"/>
                  </a:lnTo>
                  <a:lnTo>
                    <a:pt x="1797809" y="1796154"/>
                  </a:lnTo>
                  <a:lnTo>
                    <a:pt x="1748000" y="1814885"/>
                  </a:lnTo>
                  <a:lnTo>
                    <a:pt x="1719082" y="1824826"/>
                  </a:lnTo>
                  <a:lnTo>
                    <a:pt x="1670775" y="1839851"/>
                  </a:lnTo>
                  <a:lnTo>
                    <a:pt x="1620733" y="1853305"/>
                  </a:lnTo>
                  <a:lnTo>
                    <a:pt x="1568105" y="1865275"/>
                  </a:lnTo>
                  <a:lnTo>
                    <a:pt x="1511946" y="1875908"/>
                  </a:lnTo>
                  <a:lnTo>
                    <a:pt x="1451301" y="1885362"/>
                  </a:lnTo>
                  <a:lnTo>
                    <a:pt x="1385297" y="1893790"/>
                  </a:lnTo>
                  <a:lnTo>
                    <a:pt x="1313262" y="1901322"/>
                  </a:lnTo>
                  <a:lnTo>
                    <a:pt x="1234881" y="1908060"/>
                  </a:lnTo>
                  <a:lnTo>
                    <a:pt x="1150410" y="1914075"/>
                  </a:lnTo>
                  <a:lnTo>
                    <a:pt x="1060907" y="1919406"/>
                  </a:lnTo>
                  <a:lnTo>
                    <a:pt x="968450" y="1924065"/>
                  </a:lnTo>
                  <a:lnTo>
                    <a:pt x="876232" y="1928042"/>
                  </a:lnTo>
                  <a:lnTo>
                    <a:pt x="788408" y="1931320"/>
                  </a:lnTo>
                  <a:lnTo>
                    <a:pt x="709593" y="1933893"/>
                  </a:lnTo>
                  <a:lnTo>
                    <a:pt x="644036" y="1935780"/>
                  </a:lnTo>
                  <a:lnTo>
                    <a:pt x="594648" y="1937043"/>
                  </a:lnTo>
                  <a:lnTo>
                    <a:pt x="562220" y="1937785"/>
                  </a:lnTo>
                  <a:lnTo>
                    <a:pt x="545081" y="1938137"/>
                  </a:lnTo>
                  <a:lnTo>
                    <a:pt x="539236" y="1938245"/>
                  </a:lnTo>
                  <a:lnTo>
                    <a:pt x="538736" y="1938254"/>
                  </a:lnTo>
                  <a:lnTo>
                    <a:pt x="0" y="1938254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58" name="pl1458"/>
            <p:cNvSpPr/>
            <p:nvPr/>
          </p:nvSpPr>
          <p:spPr>
            <a:xfrm>
              <a:off x="546595" y="2819380"/>
              <a:ext cx="8234974" cy="1938254"/>
            </a:xfrm>
            <a:custGeom>
              <a:avLst/>
              <a:pathLst>
                <a:path w="8234974" h="1938254">
                  <a:moveTo>
                    <a:pt x="0" y="1938254"/>
                  </a:moveTo>
                  <a:lnTo>
                    <a:pt x="538736" y="1938254"/>
                  </a:lnTo>
                  <a:lnTo>
                    <a:pt x="540030" y="1938231"/>
                  </a:lnTo>
                  <a:lnTo>
                    <a:pt x="548474" y="1938070"/>
                  </a:lnTo>
                  <a:lnTo>
                    <a:pt x="569526" y="1937625"/>
                  </a:lnTo>
                  <a:lnTo>
                    <a:pt x="606573" y="1936752"/>
                  </a:lnTo>
                  <a:lnTo>
                    <a:pt x="660603" y="1935325"/>
                  </a:lnTo>
                  <a:lnTo>
                    <a:pt x="730184" y="1933253"/>
                  </a:lnTo>
                  <a:lnTo>
                    <a:pt x="811943" y="1930486"/>
                  </a:lnTo>
                  <a:lnTo>
                    <a:pt x="901435" y="1927014"/>
                  </a:lnTo>
                  <a:lnTo>
                    <a:pt x="994099" y="1922847"/>
                  </a:lnTo>
                  <a:lnTo>
                    <a:pt x="1086012" y="1918002"/>
                  </a:lnTo>
                  <a:lnTo>
                    <a:pt x="1174288" y="1912484"/>
                  </a:lnTo>
                  <a:lnTo>
                    <a:pt x="1257145" y="1906275"/>
                  </a:lnTo>
                  <a:lnTo>
                    <a:pt x="1333772" y="1899326"/>
                  </a:lnTo>
                  <a:lnTo>
                    <a:pt x="1404093" y="1891558"/>
                  </a:lnTo>
                  <a:lnTo>
                    <a:pt x="1468539" y="1882861"/>
                  </a:lnTo>
                  <a:lnTo>
                    <a:pt x="1527854" y="1873098"/>
                  </a:lnTo>
                  <a:lnTo>
                    <a:pt x="1582942" y="1862112"/>
                  </a:lnTo>
                  <a:lnTo>
                    <a:pt x="1634764" y="1849745"/>
                  </a:lnTo>
                  <a:lnTo>
                    <a:pt x="1684249" y="1835863"/>
                  </a:lnTo>
                  <a:lnTo>
                    <a:pt x="1719082" y="1824826"/>
                  </a:lnTo>
                  <a:lnTo>
                    <a:pt x="1769245" y="1807140"/>
                  </a:lnTo>
                  <a:lnTo>
                    <a:pt x="1818923" y="1787624"/>
                  </a:lnTo>
                  <a:lnTo>
                    <a:pt x="1868639" y="1766251"/>
                  </a:lnTo>
                  <a:lnTo>
                    <a:pt x="1918747" y="1743060"/>
                  </a:lnTo>
                  <a:lnTo>
                    <a:pt x="1969453" y="1718164"/>
                  </a:lnTo>
                  <a:lnTo>
                    <a:pt x="2020835" y="1691751"/>
                  </a:lnTo>
                  <a:lnTo>
                    <a:pt x="2072855" y="1664086"/>
                  </a:lnTo>
                  <a:lnTo>
                    <a:pt x="2125384" y="1635500"/>
                  </a:lnTo>
                  <a:lnTo>
                    <a:pt x="2178224" y="1606378"/>
                  </a:lnTo>
                  <a:lnTo>
                    <a:pt x="2231135" y="1577133"/>
                  </a:lnTo>
                  <a:lnTo>
                    <a:pt x="2283870" y="1548189"/>
                  </a:lnTo>
                  <a:lnTo>
                    <a:pt x="2336203" y="1519951"/>
                  </a:lnTo>
                  <a:lnTo>
                    <a:pt x="2387963" y="1492782"/>
                  </a:lnTo>
                  <a:lnTo>
                    <a:pt x="2439056" y="1466986"/>
                  </a:lnTo>
                  <a:lnTo>
                    <a:pt x="2489491" y="1442797"/>
                  </a:lnTo>
                  <a:lnTo>
                    <a:pt x="2539399" y="1420371"/>
                  </a:lnTo>
                  <a:lnTo>
                    <a:pt x="2589046" y="1399787"/>
                  </a:lnTo>
                  <a:lnTo>
                    <a:pt x="2638855" y="1381056"/>
                  </a:lnTo>
                  <a:lnTo>
                    <a:pt x="2667772" y="1371115"/>
                  </a:lnTo>
                  <a:lnTo>
                    <a:pt x="2716079" y="1356089"/>
                  </a:lnTo>
                  <a:lnTo>
                    <a:pt x="2766122" y="1342636"/>
                  </a:lnTo>
                  <a:lnTo>
                    <a:pt x="2818749" y="1330665"/>
                  </a:lnTo>
                  <a:lnTo>
                    <a:pt x="2874908" y="1320033"/>
                  </a:lnTo>
                  <a:lnTo>
                    <a:pt x="2935553" y="1310579"/>
                  </a:lnTo>
                  <a:lnTo>
                    <a:pt x="3001557" y="1302151"/>
                  </a:lnTo>
                  <a:lnTo>
                    <a:pt x="3073593" y="1294619"/>
                  </a:lnTo>
                  <a:lnTo>
                    <a:pt x="3151973" y="1287881"/>
                  </a:lnTo>
                  <a:lnTo>
                    <a:pt x="3236444" y="1281866"/>
                  </a:lnTo>
                  <a:lnTo>
                    <a:pt x="3325948" y="1276534"/>
                  </a:lnTo>
                  <a:lnTo>
                    <a:pt x="3418405" y="1271875"/>
                  </a:lnTo>
                  <a:lnTo>
                    <a:pt x="3510623" y="1267898"/>
                  </a:lnTo>
                  <a:lnTo>
                    <a:pt x="3598447" y="1264620"/>
                  </a:lnTo>
                  <a:lnTo>
                    <a:pt x="3677261" y="1262048"/>
                  </a:lnTo>
                  <a:lnTo>
                    <a:pt x="3742819" y="1260161"/>
                  </a:lnTo>
                  <a:lnTo>
                    <a:pt x="3792207" y="1258897"/>
                  </a:lnTo>
                  <a:lnTo>
                    <a:pt x="3824635" y="1258156"/>
                  </a:lnTo>
                  <a:lnTo>
                    <a:pt x="3841774" y="1257804"/>
                  </a:lnTo>
                  <a:lnTo>
                    <a:pt x="3847619" y="1257695"/>
                  </a:lnTo>
                  <a:lnTo>
                    <a:pt x="3848118" y="1257687"/>
                  </a:lnTo>
                  <a:lnTo>
                    <a:pt x="4386855" y="1257687"/>
                  </a:lnTo>
                  <a:lnTo>
                    <a:pt x="4388129" y="1257646"/>
                  </a:lnTo>
                  <a:lnTo>
                    <a:pt x="4396441" y="1257353"/>
                  </a:lnTo>
                  <a:lnTo>
                    <a:pt x="4417178" y="1256544"/>
                  </a:lnTo>
                  <a:lnTo>
                    <a:pt x="4453703" y="1254957"/>
                  </a:lnTo>
                  <a:lnTo>
                    <a:pt x="4507033" y="1252361"/>
                  </a:lnTo>
                  <a:lnTo>
                    <a:pt x="4575813" y="1248590"/>
                  </a:lnTo>
                  <a:lnTo>
                    <a:pt x="4656772" y="1243552"/>
                  </a:lnTo>
                  <a:lnTo>
                    <a:pt x="4745554" y="1237222"/>
                  </a:lnTo>
                  <a:lnTo>
                    <a:pt x="4837662" y="1229622"/>
                  </a:lnTo>
                  <a:lnTo>
                    <a:pt x="4929195" y="1220781"/>
                  </a:lnTo>
                  <a:lnTo>
                    <a:pt x="5017255" y="1210711"/>
                  </a:lnTo>
                  <a:lnTo>
                    <a:pt x="5100032" y="1199380"/>
                  </a:lnTo>
                  <a:lnTo>
                    <a:pt x="5176672" y="1186706"/>
                  </a:lnTo>
                  <a:lnTo>
                    <a:pt x="5247061" y="1172547"/>
                  </a:lnTo>
                  <a:lnTo>
                    <a:pt x="5311594" y="1156706"/>
                  </a:lnTo>
                  <a:lnTo>
                    <a:pt x="5370983" y="1138938"/>
                  </a:lnTo>
                  <a:lnTo>
                    <a:pt x="5426109" y="1118961"/>
                  </a:lnTo>
                  <a:lnTo>
                    <a:pt x="5477917" y="1096486"/>
                  </a:lnTo>
                  <a:lnTo>
                    <a:pt x="5527327" y="1071260"/>
                  </a:lnTo>
                  <a:lnTo>
                    <a:pt x="5567201" y="1048072"/>
                  </a:lnTo>
                  <a:lnTo>
                    <a:pt x="5612947" y="1018421"/>
                  </a:lnTo>
                  <a:lnTo>
                    <a:pt x="5658245" y="985967"/>
                  </a:lnTo>
                  <a:lnTo>
                    <a:pt x="5703511" y="950661"/>
                  </a:lnTo>
                  <a:lnTo>
                    <a:pt x="5749039" y="912538"/>
                  </a:lnTo>
                  <a:lnTo>
                    <a:pt x="5795018" y="871721"/>
                  </a:lnTo>
                  <a:lnTo>
                    <a:pt x="5841543" y="828432"/>
                  </a:lnTo>
                  <a:lnTo>
                    <a:pt x="5888627" y="782989"/>
                  </a:lnTo>
                  <a:lnTo>
                    <a:pt x="5936210" y="735804"/>
                  </a:lnTo>
                  <a:lnTo>
                    <a:pt x="5984172" y="687370"/>
                  </a:lnTo>
                  <a:lnTo>
                    <a:pt x="6032355" y="638236"/>
                  </a:lnTo>
                  <a:lnTo>
                    <a:pt x="6080574" y="588990"/>
                  </a:lnTo>
                  <a:lnTo>
                    <a:pt x="6128641" y="540222"/>
                  </a:lnTo>
                  <a:lnTo>
                    <a:pt x="6176385" y="492499"/>
                  </a:lnTo>
                  <a:lnTo>
                    <a:pt x="6223670" y="446339"/>
                  </a:lnTo>
                  <a:lnTo>
                    <a:pt x="6270411" y="402186"/>
                  </a:lnTo>
                  <a:lnTo>
                    <a:pt x="6316592" y="360396"/>
                  </a:lnTo>
                  <a:lnTo>
                    <a:pt x="6362275" y="321226"/>
                  </a:lnTo>
                  <a:lnTo>
                    <a:pt x="6407612" y="284838"/>
                  </a:lnTo>
                  <a:lnTo>
                    <a:pt x="6452856" y="251298"/>
                  </a:lnTo>
                  <a:lnTo>
                    <a:pt x="6498373" y="220589"/>
                  </a:lnTo>
                  <a:lnTo>
                    <a:pt x="6515891" y="209614"/>
                  </a:lnTo>
                  <a:lnTo>
                    <a:pt x="6563931" y="181990"/>
                  </a:lnTo>
                  <a:lnTo>
                    <a:pt x="6613683" y="157240"/>
                  </a:lnTo>
                  <a:lnTo>
                    <a:pt x="6665982" y="135204"/>
                  </a:lnTo>
                  <a:lnTo>
                    <a:pt x="6721758" y="115619"/>
                  </a:lnTo>
                  <a:lnTo>
                    <a:pt x="6781952" y="98193"/>
                  </a:lnTo>
                  <a:lnTo>
                    <a:pt x="6847426" y="82651"/>
                  </a:lnTo>
                  <a:lnTo>
                    <a:pt x="6918848" y="68753"/>
                  </a:lnTo>
                  <a:lnTo>
                    <a:pt x="6996544" y="56313"/>
                  </a:lnTo>
                  <a:lnTo>
                    <a:pt x="7080291" y="45198"/>
                  </a:lnTo>
                  <a:lnTo>
                    <a:pt x="7169089" y="35335"/>
                  </a:lnTo>
                  <a:lnTo>
                    <a:pt x="7260951" y="26701"/>
                  </a:lnTo>
                  <a:lnTo>
                    <a:pt x="7352796" y="19312"/>
                  </a:lnTo>
                  <a:lnTo>
                    <a:pt x="7440586" y="13198"/>
                  </a:lnTo>
                  <a:lnTo>
                    <a:pt x="7519786" y="8376"/>
                  </a:lnTo>
                  <a:lnTo>
                    <a:pt x="7586158" y="4811"/>
                  </a:lnTo>
                  <a:lnTo>
                    <a:pt x="7636700" y="2398"/>
                  </a:lnTo>
                  <a:lnTo>
                    <a:pt x="7670436" y="959"/>
                  </a:lnTo>
                  <a:lnTo>
                    <a:pt x="7688792" y="255"/>
                  </a:lnTo>
                  <a:lnTo>
                    <a:pt x="7695496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9" name="pl1459"/>
            <p:cNvSpPr/>
            <p:nvPr/>
          </p:nvSpPr>
          <p:spPr>
            <a:xfrm>
              <a:off x="546595" y="2813935"/>
              <a:ext cx="8234974" cy="1938254"/>
            </a:xfrm>
            <a:custGeom>
              <a:avLst/>
              <a:pathLst>
                <a:path w="8234974" h="1938254">
                  <a:moveTo>
                    <a:pt x="8234974" y="0"/>
                  </a:moveTo>
                  <a:lnTo>
                    <a:pt x="7696237" y="0"/>
                  </a:lnTo>
                  <a:lnTo>
                    <a:pt x="7694964" y="40"/>
                  </a:lnTo>
                  <a:lnTo>
                    <a:pt x="7686652" y="333"/>
                  </a:lnTo>
                  <a:lnTo>
                    <a:pt x="7665915" y="1142"/>
                  </a:lnTo>
                  <a:lnTo>
                    <a:pt x="7629390" y="2730"/>
                  </a:lnTo>
                  <a:lnTo>
                    <a:pt x="7576060" y="5325"/>
                  </a:lnTo>
                  <a:lnTo>
                    <a:pt x="7507279" y="9096"/>
                  </a:lnTo>
                  <a:lnTo>
                    <a:pt x="7426321" y="14135"/>
                  </a:lnTo>
                  <a:lnTo>
                    <a:pt x="7337538" y="20464"/>
                  </a:lnTo>
                  <a:lnTo>
                    <a:pt x="7245430" y="28064"/>
                  </a:lnTo>
                  <a:lnTo>
                    <a:pt x="7153897" y="36905"/>
                  </a:lnTo>
                  <a:lnTo>
                    <a:pt x="7065837" y="46975"/>
                  </a:lnTo>
                  <a:lnTo>
                    <a:pt x="6983061" y="58306"/>
                  </a:lnTo>
                  <a:lnTo>
                    <a:pt x="6906421" y="70980"/>
                  </a:lnTo>
                  <a:lnTo>
                    <a:pt x="6836031" y="85140"/>
                  </a:lnTo>
                  <a:lnTo>
                    <a:pt x="6771498" y="100980"/>
                  </a:lnTo>
                  <a:lnTo>
                    <a:pt x="6712110" y="118749"/>
                  </a:lnTo>
                  <a:lnTo>
                    <a:pt x="6656983" y="138725"/>
                  </a:lnTo>
                  <a:lnTo>
                    <a:pt x="6605175" y="161200"/>
                  </a:lnTo>
                  <a:lnTo>
                    <a:pt x="6555765" y="186426"/>
                  </a:lnTo>
                  <a:lnTo>
                    <a:pt x="6515891" y="209614"/>
                  </a:lnTo>
                  <a:lnTo>
                    <a:pt x="6470146" y="239265"/>
                  </a:lnTo>
                  <a:lnTo>
                    <a:pt x="6424848" y="271720"/>
                  </a:lnTo>
                  <a:lnTo>
                    <a:pt x="6379582" y="307025"/>
                  </a:lnTo>
                  <a:lnTo>
                    <a:pt x="6334054" y="345148"/>
                  </a:lnTo>
                  <a:lnTo>
                    <a:pt x="6288075" y="385965"/>
                  </a:lnTo>
                  <a:lnTo>
                    <a:pt x="6241549" y="429255"/>
                  </a:lnTo>
                  <a:lnTo>
                    <a:pt x="6194465" y="474698"/>
                  </a:lnTo>
                  <a:lnTo>
                    <a:pt x="6146883" y="521882"/>
                  </a:lnTo>
                  <a:lnTo>
                    <a:pt x="6098920" y="570317"/>
                  </a:lnTo>
                  <a:lnTo>
                    <a:pt x="6050737" y="619450"/>
                  </a:lnTo>
                  <a:lnTo>
                    <a:pt x="6002518" y="668696"/>
                  </a:lnTo>
                  <a:lnTo>
                    <a:pt x="5954451" y="717465"/>
                  </a:lnTo>
                  <a:lnTo>
                    <a:pt x="5906707" y="765187"/>
                  </a:lnTo>
                  <a:lnTo>
                    <a:pt x="5859423" y="811347"/>
                  </a:lnTo>
                  <a:lnTo>
                    <a:pt x="5812682" y="855500"/>
                  </a:lnTo>
                  <a:lnTo>
                    <a:pt x="5766501" y="897291"/>
                  </a:lnTo>
                  <a:lnTo>
                    <a:pt x="5720818" y="936460"/>
                  </a:lnTo>
                  <a:lnTo>
                    <a:pt x="5675481" y="972848"/>
                  </a:lnTo>
                  <a:lnTo>
                    <a:pt x="5630237" y="1006388"/>
                  </a:lnTo>
                  <a:lnTo>
                    <a:pt x="5584720" y="1037097"/>
                  </a:lnTo>
                  <a:lnTo>
                    <a:pt x="5567201" y="1048072"/>
                  </a:lnTo>
                  <a:lnTo>
                    <a:pt x="5519162" y="1075696"/>
                  </a:lnTo>
                  <a:lnTo>
                    <a:pt x="5469410" y="1100446"/>
                  </a:lnTo>
                  <a:lnTo>
                    <a:pt x="5417110" y="1122482"/>
                  </a:lnTo>
                  <a:lnTo>
                    <a:pt x="5361334" y="1142068"/>
                  </a:lnTo>
                  <a:lnTo>
                    <a:pt x="5301140" y="1159493"/>
                  </a:lnTo>
                  <a:lnTo>
                    <a:pt x="5235667" y="1175036"/>
                  </a:lnTo>
                  <a:lnTo>
                    <a:pt x="5164244" y="1188933"/>
                  </a:lnTo>
                  <a:lnTo>
                    <a:pt x="5086549" y="1201374"/>
                  </a:lnTo>
                  <a:lnTo>
                    <a:pt x="5002802" y="1212489"/>
                  </a:lnTo>
                  <a:lnTo>
                    <a:pt x="4914003" y="1222352"/>
                  </a:lnTo>
                  <a:lnTo>
                    <a:pt x="4822142" y="1230986"/>
                  </a:lnTo>
                  <a:lnTo>
                    <a:pt x="4730296" y="1238375"/>
                  </a:lnTo>
                  <a:lnTo>
                    <a:pt x="4642506" y="1244488"/>
                  </a:lnTo>
                  <a:lnTo>
                    <a:pt x="4563306" y="1249311"/>
                  </a:lnTo>
                  <a:lnTo>
                    <a:pt x="4496934" y="1252876"/>
                  </a:lnTo>
                  <a:lnTo>
                    <a:pt x="4446393" y="1255288"/>
                  </a:lnTo>
                  <a:lnTo>
                    <a:pt x="4412657" y="1256728"/>
                  </a:lnTo>
                  <a:lnTo>
                    <a:pt x="4394300" y="1257431"/>
                  </a:lnTo>
                  <a:lnTo>
                    <a:pt x="4387596" y="1257663"/>
                  </a:lnTo>
                  <a:lnTo>
                    <a:pt x="4386855" y="1257687"/>
                  </a:lnTo>
                  <a:lnTo>
                    <a:pt x="3848118" y="1257687"/>
                  </a:lnTo>
                  <a:lnTo>
                    <a:pt x="3846824" y="1257709"/>
                  </a:lnTo>
                  <a:lnTo>
                    <a:pt x="3838381" y="1257870"/>
                  </a:lnTo>
                  <a:lnTo>
                    <a:pt x="3817329" y="1258315"/>
                  </a:lnTo>
                  <a:lnTo>
                    <a:pt x="3780281" y="1259189"/>
                  </a:lnTo>
                  <a:lnTo>
                    <a:pt x="3726251" y="1260616"/>
                  </a:lnTo>
                  <a:lnTo>
                    <a:pt x="3656670" y="1262688"/>
                  </a:lnTo>
                  <a:lnTo>
                    <a:pt x="3574911" y="1265454"/>
                  </a:lnTo>
                  <a:lnTo>
                    <a:pt x="3485420" y="1268927"/>
                  </a:lnTo>
                  <a:lnTo>
                    <a:pt x="3392756" y="1273094"/>
                  </a:lnTo>
                  <a:lnTo>
                    <a:pt x="3300842" y="1277939"/>
                  </a:lnTo>
                  <a:lnTo>
                    <a:pt x="3212567" y="1283457"/>
                  </a:lnTo>
                  <a:lnTo>
                    <a:pt x="3129709" y="1289666"/>
                  </a:lnTo>
                  <a:lnTo>
                    <a:pt x="3053083" y="1296615"/>
                  </a:lnTo>
                  <a:lnTo>
                    <a:pt x="2982762" y="1304382"/>
                  </a:lnTo>
                  <a:lnTo>
                    <a:pt x="2918315" y="1313079"/>
                  </a:lnTo>
                  <a:lnTo>
                    <a:pt x="2859001" y="1322843"/>
                  </a:lnTo>
                  <a:lnTo>
                    <a:pt x="2803913" y="1333828"/>
                  </a:lnTo>
                  <a:lnTo>
                    <a:pt x="2752091" y="1346195"/>
                  </a:lnTo>
                  <a:lnTo>
                    <a:pt x="2702606" y="1360077"/>
                  </a:lnTo>
                  <a:lnTo>
                    <a:pt x="2667772" y="1371115"/>
                  </a:lnTo>
                  <a:lnTo>
                    <a:pt x="2617609" y="1388800"/>
                  </a:lnTo>
                  <a:lnTo>
                    <a:pt x="2567932" y="1408317"/>
                  </a:lnTo>
                  <a:lnTo>
                    <a:pt x="2518216" y="1429690"/>
                  </a:lnTo>
                  <a:lnTo>
                    <a:pt x="2468108" y="1452881"/>
                  </a:lnTo>
                  <a:lnTo>
                    <a:pt x="2417401" y="1477777"/>
                  </a:lnTo>
                  <a:lnTo>
                    <a:pt x="2366019" y="1504189"/>
                  </a:lnTo>
                  <a:lnTo>
                    <a:pt x="2313999" y="1531854"/>
                  </a:lnTo>
                  <a:lnTo>
                    <a:pt x="2261470" y="1560440"/>
                  </a:lnTo>
                  <a:lnTo>
                    <a:pt x="2208631" y="1589563"/>
                  </a:lnTo>
                  <a:lnTo>
                    <a:pt x="2155720" y="1618808"/>
                  </a:lnTo>
                  <a:lnTo>
                    <a:pt x="2102985" y="1647751"/>
                  </a:lnTo>
                  <a:lnTo>
                    <a:pt x="2050651" y="1675990"/>
                  </a:lnTo>
                  <a:lnTo>
                    <a:pt x="1998892" y="1703159"/>
                  </a:lnTo>
                  <a:lnTo>
                    <a:pt x="1947799" y="1728954"/>
                  </a:lnTo>
                  <a:lnTo>
                    <a:pt x="1897363" y="1753143"/>
                  </a:lnTo>
                  <a:lnTo>
                    <a:pt x="1847456" y="1775570"/>
                  </a:lnTo>
                  <a:lnTo>
                    <a:pt x="1797809" y="1796154"/>
                  </a:lnTo>
                  <a:lnTo>
                    <a:pt x="1748000" y="1814885"/>
                  </a:lnTo>
                  <a:lnTo>
                    <a:pt x="1719082" y="1824826"/>
                  </a:lnTo>
                  <a:lnTo>
                    <a:pt x="1670775" y="1839851"/>
                  </a:lnTo>
                  <a:lnTo>
                    <a:pt x="1620733" y="1853305"/>
                  </a:lnTo>
                  <a:lnTo>
                    <a:pt x="1568105" y="1865275"/>
                  </a:lnTo>
                  <a:lnTo>
                    <a:pt x="1511946" y="1875908"/>
                  </a:lnTo>
                  <a:lnTo>
                    <a:pt x="1451301" y="1885362"/>
                  </a:lnTo>
                  <a:lnTo>
                    <a:pt x="1385297" y="1893790"/>
                  </a:lnTo>
                  <a:lnTo>
                    <a:pt x="1313262" y="1901322"/>
                  </a:lnTo>
                  <a:lnTo>
                    <a:pt x="1234881" y="1908060"/>
                  </a:lnTo>
                  <a:lnTo>
                    <a:pt x="1150410" y="1914075"/>
                  </a:lnTo>
                  <a:lnTo>
                    <a:pt x="1060907" y="1919406"/>
                  </a:lnTo>
                  <a:lnTo>
                    <a:pt x="968450" y="1924065"/>
                  </a:lnTo>
                  <a:lnTo>
                    <a:pt x="876232" y="1928042"/>
                  </a:lnTo>
                  <a:lnTo>
                    <a:pt x="788408" y="1931320"/>
                  </a:lnTo>
                  <a:lnTo>
                    <a:pt x="709593" y="1933893"/>
                  </a:lnTo>
                  <a:lnTo>
                    <a:pt x="644036" y="1935780"/>
                  </a:lnTo>
                  <a:lnTo>
                    <a:pt x="594648" y="1937043"/>
                  </a:lnTo>
                  <a:lnTo>
                    <a:pt x="562220" y="1937785"/>
                  </a:lnTo>
                  <a:lnTo>
                    <a:pt x="545081" y="1938137"/>
                  </a:lnTo>
                  <a:lnTo>
                    <a:pt x="539236" y="1938245"/>
                  </a:lnTo>
                  <a:lnTo>
                    <a:pt x="538736" y="1938254"/>
                  </a:lnTo>
                  <a:lnTo>
                    <a:pt x="0" y="19382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0" name="pg1460"/>
            <p:cNvSpPr/>
            <p:nvPr/>
          </p:nvSpPr>
          <p:spPr>
            <a:xfrm>
              <a:off x="546595" y="505453"/>
              <a:ext cx="8234974" cy="4720411"/>
            </a:xfrm>
            <a:custGeom>
              <a:avLst/>
              <a:pathLst>
                <a:path w="8234974" h="4720411">
                  <a:moveTo>
                    <a:pt x="0" y="4290292"/>
                  </a:moveTo>
                  <a:lnTo>
                    <a:pt x="538736" y="4290292"/>
                  </a:lnTo>
                  <a:lnTo>
                    <a:pt x="540035" y="4290307"/>
                  </a:lnTo>
                  <a:lnTo>
                    <a:pt x="548512" y="4290409"/>
                  </a:lnTo>
                  <a:lnTo>
                    <a:pt x="569644" y="4290691"/>
                  </a:lnTo>
                  <a:lnTo>
                    <a:pt x="606825" y="4291246"/>
                  </a:lnTo>
                  <a:lnTo>
                    <a:pt x="661033" y="4292151"/>
                  </a:lnTo>
                  <a:lnTo>
                    <a:pt x="730816" y="4293466"/>
                  </a:lnTo>
                  <a:lnTo>
                    <a:pt x="812777" y="4295220"/>
                  </a:lnTo>
                  <a:lnTo>
                    <a:pt x="902447" y="4297423"/>
                  </a:lnTo>
                  <a:lnTo>
                    <a:pt x="995251" y="4300065"/>
                  </a:lnTo>
                  <a:lnTo>
                    <a:pt x="1087259" y="4303137"/>
                  </a:lnTo>
                  <a:lnTo>
                    <a:pt x="1175588" y="4306635"/>
                  </a:lnTo>
                  <a:lnTo>
                    <a:pt x="1258465" y="4310572"/>
                  </a:lnTo>
                  <a:lnTo>
                    <a:pt x="1335087" y="4314978"/>
                  </a:lnTo>
                  <a:lnTo>
                    <a:pt x="1405390" y="4319904"/>
                  </a:lnTo>
                  <a:lnTo>
                    <a:pt x="1469815" y="4325421"/>
                  </a:lnTo>
                  <a:lnTo>
                    <a:pt x="1529111" y="4331615"/>
                  </a:lnTo>
                  <a:lnTo>
                    <a:pt x="1584190" y="4338587"/>
                  </a:lnTo>
                  <a:lnTo>
                    <a:pt x="1636016" y="4346435"/>
                  </a:lnTo>
                  <a:lnTo>
                    <a:pt x="1685521" y="4355246"/>
                  </a:lnTo>
                  <a:lnTo>
                    <a:pt x="1719082" y="4361979"/>
                  </a:lnTo>
                  <a:lnTo>
                    <a:pt x="1770744" y="4373510"/>
                  </a:lnTo>
                  <a:lnTo>
                    <a:pt x="1821908" y="4386270"/>
                  </a:lnTo>
                  <a:lnTo>
                    <a:pt x="1873140" y="4400275"/>
                  </a:lnTo>
                  <a:lnTo>
                    <a:pt x="1924814" y="4415493"/>
                  </a:lnTo>
                  <a:lnTo>
                    <a:pt x="1977138" y="4431842"/>
                  </a:lnTo>
                  <a:lnTo>
                    <a:pt x="2030180" y="4449185"/>
                  </a:lnTo>
                  <a:lnTo>
                    <a:pt x="2083880" y="4467330"/>
                  </a:lnTo>
                  <a:lnTo>
                    <a:pt x="2138081" y="4486041"/>
                  </a:lnTo>
                  <a:lnTo>
                    <a:pt x="2192552" y="4505046"/>
                  </a:lnTo>
                  <a:lnTo>
                    <a:pt x="2247028" y="4524055"/>
                  </a:lnTo>
                  <a:lnTo>
                    <a:pt x="2301241" y="4542780"/>
                  </a:lnTo>
                  <a:lnTo>
                    <a:pt x="2354960" y="4560947"/>
                  </a:lnTo>
                  <a:lnTo>
                    <a:pt x="2408025" y="4578319"/>
                  </a:lnTo>
                  <a:lnTo>
                    <a:pt x="2460372" y="4594702"/>
                  </a:lnTo>
                  <a:lnTo>
                    <a:pt x="2512064" y="4609958"/>
                  </a:lnTo>
                  <a:lnTo>
                    <a:pt x="2563305" y="4624003"/>
                  </a:lnTo>
                  <a:lnTo>
                    <a:pt x="2614464" y="4636803"/>
                  </a:lnTo>
                  <a:lnTo>
                    <a:pt x="2666099" y="4648373"/>
                  </a:lnTo>
                  <a:lnTo>
                    <a:pt x="2667772" y="4648724"/>
                  </a:lnTo>
                  <a:lnTo>
                    <a:pt x="2716147" y="4658233"/>
                  </a:lnTo>
                  <a:lnTo>
                    <a:pt x="2766263" y="4666745"/>
                  </a:lnTo>
                  <a:lnTo>
                    <a:pt x="2818974" y="4674318"/>
                  </a:lnTo>
                  <a:lnTo>
                    <a:pt x="2875229" y="4681043"/>
                  </a:lnTo>
                  <a:lnTo>
                    <a:pt x="2935989" y="4687022"/>
                  </a:lnTo>
                  <a:lnTo>
                    <a:pt x="3002128" y="4692351"/>
                  </a:lnTo>
                  <a:lnTo>
                    <a:pt x="3074319" y="4697113"/>
                  </a:lnTo>
                  <a:lnTo>
                    <a:pt x="3152873" y="4701372"/>
                  </a:lnTo>
                  <a:lnTo>
                    <a:pt x="3237527" y="4705174"/>
                  </a:lnTo>
                  <a:lnTo>
                    <a:pt x="3327208" y="4708542"/>
                  </a:lnTo>
                  <a:lnTo>
                    <a:pt x="3419814" y="4711485"/>
                  </a:lnTo>
                  <a:lnTo>
                    <a:pt x="3512124" y="4713995"/>
                  </a:lnTo>
                  <a:lnTo>
                    <a:pt x="3599952" y="4716062"/>
                  </a:lnTo>
                  <a:lnTo>
                    <a:pt x="3678664" y="4717681"/>
                  </a:lnTo>
                  <a:lnTo>
                    <a:pt x="3744010" y="4718868"/>
                  </a:lnTo>
                  <a:lnTo>
                    <a:pt x="3793103" y="4719659"/>
                  </a:lnTo>
                  <a:lnTo>
                    <a:pt x="3825200" y="4720122"/>
                  </a:lnTo>
                  <a:lnTo>
                    <a:pt x="3842035" y="4720340"/>
                  </a:lnTo>
                  <a:lnTo>
                    <a:pt x="3847670" y="4720406"/>
                  </a:lnTo>
                  <a:lnTo>
                    <a:pt x="3848118" y="4720411"/>
                  </a:lnTo>
                  <a:lnTo>
                    <a:pt x="4386855" y="4720411"/>
                  </a:lnTo>
                  <a:lnTo>
                    <a:pt x="4387726" y="4720307"/>
                  </a:lnTo>
                  <a:lnTo>
                    <a:pt x="4393457" y="4719566"/>
                  </a:lnTo>
                  <a:lnTo>
                    <a:pt x="4407935" y="4717518"/>
                  </a:lnTo>
                  <a:lnTo>
                    <a:pt x="4433892" y="4713486"/>
                  </a:lnTo>
                  <a:lnTo>
                    <a:pt x="4472715" y="4706837"/>
                  </a:lnTo>
                  <a:lnTo>
                    <a:pt x="4524344" y="4697052"/>
                  </a:lnTo>
                  <a:lnTo>
                    <a:pt x="4587365" y="4683764"/>
                  </a:lnTo>
                  <a:lnTo>
                    <a:pt x="4659329" y="4666781"/>
                  </a:lnTo>
                  <a:lnTo>
                    <a:pt x="4737232" y="4646060"/>
                  </a:lnTo>
                  <a:lnTo>
                    <a:pt x="4817999" y="4621652"/>
                  </a:lnTo>
                  <a:lnTo>
                    <a:pt x="4898890" y="4593637"/>
                  </a:lnTo>
                  <a:lnTo>
                    <a:pt x="4977736" y="4562064"/>
                  </a:lnTo>
                  <a:lnTo>
                    <a:pt x="5053022" y="4526904"/>
                  </a:lnTo>
                  <a:lnTo>
                    <a:pt x="5123856" y="4488017"/>
                  </a:lnTo>
                  <a:lnTo>
                    <a:pt x="5189864" y="4445137"/>
                  </a:lnTo>
                  <a:lnTo>
                    <a:pt x="5251069" y="4397870"/>
                  </a:lnTo>
                  <a:lnTo>
                    <a:pt x="5307775" y="4345699"/>
                  </a:lnTo>
                  <a:lnTo>
                    <a:pt x="5360467" y="4287999"/>
                  </a:lnTo>
                  <a:lnTo>
                    <a:pt x="5409737" y="4224060"/>
                  </a:lnTo>
                  <a:lnTo>
                    <a:pt x="5456221" y="4153139"/>
                  </a:lnTo>
                  <a:lnTo>
                    <a:pt x="5500559" y="4074537"/>
                  </a:lnTo>
                  <a:lnTo>
                    <a:pt x="5543346" y="3987728"/>
                  </a:lnTo>
                  <a:lnTo>
                    <a:pt x="5567201" y="3934583"/>
                  </a:lnTo>
                  <a:lnTo>
                    <a:pt x="5595688" y="3866774"/>
                  </a:lnTo>
                  <a:lnTo>
                    <a:pt x="5623930" y="3794960"/>
                  </a:lnTo>
                  <a:lnTo>
                    <a:pt x="5652046" y="3719062"/>
                  </a:lnTo>
                  <a:lnTo>
                    <a:pt x="5680133" y="3639040"/>
                  </a:lnTo>
                  <a:lnTo>
                    <a:pt x="5708270" y="3554897"/>
                  </a:lnTo>
                  <a:lnTo>
                    <a:pt x="5736519" y="3466686"/>
                  </a:lnTo>
                  <a:lnTo>
                    <a:pt x="5764929" y="3374512"/>
                  </a:lnTo>
                  <a:lnTo>
                    <a:pt x="5793530" y="3278530"/>
                  </a:lnTo>
                  <a:lnTo>
                    <a:pt x="5822344" y="3178954"/>
                  </a:lnTo>
                  <a:lnTo>
                    <a:pt x="5851375" y="3076052"/>
                  </a:lnTo>
                  <a:lnTo>
                    <a:pt x="5880621" y="2970144"/>
                  </a:lnTo>
                  <a:lnTo>
                    <a:pt x="5910066" y="2861603"/>
                  </a:lnTo>
                  <a:lnTo>
                    <a:pt x="5939686" y="2750847"/>
                  </a:lnTo>
                  <a:lnTo>
                    <a:pt x="5969450" y="2638335"/>
                  </a:lnTo>
                  <a:lnTo>
                    <a:pt x="5999319" y="2524558"/>
                  </a:lnTo>
                  <a:lnTo>
                    <a:pt x="6029251" y="2410032"/>
                  </a:lnTo>
                  <a:lnTo>
                    <a:pt x="6059203" y="2295287"/>
                  </a:lnTo>
                  <a:lnTo>
                    <a:pt x="6089127" y="2180857"/>
                  </a:lnTo>
                  <a:lnTo>
                    <a:pt x="6118980" y="2067269"/>
                  </a:lnTo>
                  <a:lnTo>
                    <a:pt x="6148721" y="1955037"/>
                  </a:lnTo>
                  <a:lnTo>
                    <a:pt x="6178312" y="1844644"/>
                  </a:lnTo>
                  <a:lnTo>
                    <a:pt x="6207722" y="1736545"/>
                  </a:lnTo>
                  <a:lnTo>
                    <a:pt x="6236931" y="1631149"/>
                  </a:lnTo>
                  <a:lnTo>
                    <a:pt x="6265923" y="1528820"/>
                  </a:lnTo>
                  <a:lnTo>
                    <a:pt x="6294698" y="1429870"/>
                  </a:lnTo>
                  <a:lnTo>
                    <a:pt x="6323263" y="1334556"/>
                  </a:lnTo>
                  <a:lnTo>
                    <a:pt x="6351641" y="1243081"/>
                  </a:lnTo>
                  <a:lnTo>
                    <a:pt x="6379867" y="1155592"/>
                  </a:lnTo>
                  <a:lnTo>
                    <a:pt x="6407990" y="1072185"/>
                  </a:lnTo>
                  <a:lnTo>
                    <a:pt x="6436076" y="992902"/>
                  </a:lnTo>
                  <a:lnTo>
                    <a:pt x="6464206" y="917739"/>
                  </a:lnTo>
                  <a:lnTo>
                    <a:pt x="6492483" y="846650"/>
                  </a:lnTo>
                  <a:lnTo>
                    <a:pt x="6515891" y="791272"/>
                  </a:lnTo>
                  <a:lnTo>
                    <a:pt x="6558029" y="699692"/>
                  </a:lnTo>
                  <a:lnTo>
                    <a:pt x="6601416" y="616465"/>
                  </a:lnTo>
                  <a:lnTo>
                    <a:pt x="6646602" y="541251"/>
                  </a:lnTo>
                  <a:lnTo>
                    <a:pt x="6694208" y="473430"/>
                  </a:lnTo>
                  <a:lnTo>
                    <a:pt x="6744876" y="412269"/>
                  </a:lnTo>
                  <a:lnTo>
                    <a:pt x="6799229" y="357035"/>
                  </a:lnTo>
                  <a:lnTo>
                    <a:pt x="6857823" y="307048"/>
                  </a:lnTo>
                  <a:lnTo>
                    <a:pt x="6921074" y="261728"/>
                  </a:lnTo>
                  <a:lnTo>
                    <a:pt x="6989179" y="220610"/>
                  </a:lnTo>
                  <a:lnTo>
                    <a:pt x="7062006" y="183353"/>
                  </a:lnTo>
                  <a:lnTo>
                    <a:pt x="7138970" y="149749"/>
                  </a:lnTo>
                  <a:lnTo>
                    <a:pt x="7218921" y="119708"/>
                  </a:lnTo>
                  <a:lnTo>
                    <a:pt x="7300062" y="93238"/>
                  </a:lnTo>
                  <a:lnTo>
                    <a:pt x="7379957" y="70409"/>
                  </a:lnTo>
                  <a:lnTo>
                    <a:pt x="7455685" y="51297"/>
                  </a:lnTo>
                  <a:lnTo>
                    <a:pt x="7524143" y="35919"/>
                  </a:lnTo>
                  <a:lnTo>
                    <a:pt x="7582504" y="24174"/>
                  </a:lnTo>
                  <a:lnTo>
                    <a:pt x="7628714" y="15795"/>
                  </a:lnTo>
                  <a:lnTo>
                    <a:pt x="7661915" y="10346"/>
                  </a:lnTo>
                  <a:lnTo>
                    <a:pt x="7682672" y="7250"/>
                  </a:lnTo>
                  <a:lnTo>
                    <a:pt x="7692975" y="5849"/>
                  </a:lnTo>
                  <a:lnTo>
                    <a:pt x="7696073" y="546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819" y="4714952"/>
                  </a:lnTo>
                  <a:lnTo>
                    <a:pt x="3838342" y="4714850"/>
                  </a:lnTo>
                  <a:lnTo>
                    <a:pt x="3817210" y="4714567"/>
                  </a:lnTo>
                  <a:lnTo>
                    <a:pt x="3780030" y="4714013"/>
                  </a:lnTo>
                  <a:lnTo>
                    <a:pt x="3725822" y="4713107"/>
                  </a:lnTo>
                  <a:lnTo>
                    <a:pt x="3656038" y="4711793"/>
                  </a:lnTo>
                  <a:lnTo>
                    <a:pt x="3574077" y="4710038"/>
                  </a:lnTo>
                  <a:lnTo>
                    <a:pt x="3484407" y="4707836"/>
                  </a:lnTo>
                  <a:lnTo>
                    <a:pt x="3391604" y="4705194"/>
                  </a:lnTo>
                  <a:lnTo>
                    <a:pt x="3299595" y="4702122"/>
                  </a:lnTo>
                  <a:lnTo>
                    <a:pt x="3211267" y="4698623"/>
                  </a:lnTo>
                  <a:lnTo>
                    <a:pt x="3128390" y="4694687"/>
                  </a:lnTo>
                  <a:lnTo>
                    <a:pt x="3051768" y="4690281"/>
                  </a:lnTo>
                  <a:lnTo>
                    <a:pt x="2981465" y="4685354"/>
                  </a:lnTo>
                  <a:lnTo>
                    <a:pt x="2917040" y="4679838"/>
                  </a:lnTo>
                  <a:lnTo>
                    <a:pt x="2857744" y="4673643"/>
                  </a:lnTo>
                  <a:lnTo>
                    <a:pt x="2802665" y="4666672"/>
                  </a:lnTo>
                  <a:lnTo>
                    <a:pt x="2750838" y="4658823"/>
                  </a:lnTo>
                  <a:lnTo>
                    <a:pt x="2701333" y="4650012"/>
                  </a:lnTo>
                  <a:lnTo>
                    <a:pt x="2667772" y="4643280"/>
                  </a:lnTo>
                  <a:lnTo>
                    <a:pt x="2616111" y="4631748"/>
                  </a:lnTo>
                  <a:lnTo>
                    <a:pt x="2564946" y="4618988"/>
                  </a:lnTo>
                  <a:lnTo>
                    <a:pt x="2513714" y="4604984"/>
                  </a:lnTo>
                  <a:lnTo>
                    <a:pt x="2462041" y="4589766"/>
                  </a:lnTo>
                  <a:lnTo>
                    <a:pt x="2409716" y="4573416"/>
                  </a:lnTo>
                  <a:lnTo>
                    <a:pt x="2356675" y="4556074"/>
                  </a:lnTo>
                  <a:lnTo>
                    <a:pt x="2302975" y="4537929"/>
                  </a:lnTo>
                  <a:lnTo>
                    <a:pt x="2248774" y="4519218"/>
                  </a:lnTo>
                  <a:lnTo>
                    <a:pt x="2194302" y="4500213"/>
                  </a:lnTo>
                  <a:lnTo>
                    <a:pt x="2139826" y="4481203"/>
                  </a:lnTo>
                  <a:lnTo>
                    <a:pt x="2085613" y="4462479"/>
                  </a:lnTo>
                  <a:lnTo>
                    <a:pt x="2031894" y="4444312"/>
                  </a:lnTo>
                  <a:lnTo>
                    <a:pt x="1978830" y="4426940"/>
                  </a:lnTo>
                  <a:lnTo>
                    <a:pt x="1926483" y="4410556"/>
                  </a:lnTo>
                  <a:lnTo>
                    <a:pt x="1874791" y="4395300"/>
                  </a:lnTo>
                  <a:lnTo>
                    <a:pt x="1823550" y="4381256"/>
                  </a:lnTo>
                  <a:lnTo>
                    <a:pt x="1772390" y="4368456"/>
                  </a:lnTo>
                  <a:lnTo>
                    <a:pt x="1720756" y="4356886"/>
                  </a:lnTo>
                  <a:lnTo>
                    <a:pt x="1719082" y="4356534"/>
                  </a:lnTo>
                  <a:lnTo>
                    <a:pt x="1670708" y="4347026"/>
                  </a:lnTo>
                  <a:lnTo>
                    <a:pt x="1620592" y="4338513"/>
                  </a:lnTo>
                  <a:lnTo>
                    <a:pt x="1567881" y="4330941"/>
                  </a:lnTo>
                  <a:lnTo>
                    <a:pt x="1511625" y="4324216"/>
                  </a:lnTo>
                  <a:lnTo>
                    <a:pt x="1450866" y="4318237"/>
                  </a:lnTo>
                  <a:lnTo>
                    <a:pt x="1384727" y="4312907"/>
                  </a:lnTo>
                  <a:lnTo>
                    <a:pt x="1312536" y="4308146"/>
                  </a:lnTo>
                  <a:lnTo>
                    <a:pt x="1233982" y="4303886"/>
                  </a:lnTo>
                  <a:lnTo>
                    <a:pt x="1149327" y="4300085"/>
                  </a:lnTo>
                  <a:lnTo>
                    <a:pt x="1059646" y="4296716"/>
                  </a:lnTo>
                  <a:lnTo>
                    <a:pt x="967040" y="4293774"/>
                  </a:lnTo>
                  <a:lnTo>
                    <a:pt x="874731" y="4291264"/>
                  </a:lnTo>
                  <a:lnTo>
                    <a:pt x="786902" y="4289197"/>
                  </a:lnTo>
                  <a:lnTo>
                    <a:pt x="708190" y="4287577"/>
                  </a:lnTo>
                  <a:lnTo>
                    <a:pt x="642844" y="4286391"/>
                  </a:lnTo>
                  <a:lnTo>
                    <a:pt x="593751" y="4285599"/>
                  </a:lnTo>
                  <a:lnTo>
                    <a:pt x="561654" y="4285137"/>
                  </a:lnTo>
                  <a:lnTo>
                    <a:pt x="544820" y="4284919"/>
                  </a:lnTo>
                  <a:lnTo>
                    <a:pt x="539184" y="4284853"/>
                  </a:lnTo>
                  <a:lnTo>
                    <a:pt x="538736" y="4284848"/>
                  </a:lnTo>
                  <a:lnTo>
                    <a:pt x="0" y="4284848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61" name="pl1461"/>
            <p:cNvSpPr/>
            <p:nvPr/>
          </p:nvSpPr>
          <p:spPr>
            <a:xfrm>
              <a:off x="546595" y="510897"/>
              <a:ext cx="8234974" cy="4714966"/>
            </a:xfrm>
            <a:custGeom>
              <a:avLst/>
              <a:pathLst>
                <a:path w="8234974" h="4714966">
                  <a:moveTo>
                    <a:pt x="0" y="4284848"/>
                  </a:moveTo>
                  <a:lnTo>
                    <a:pt x="538736" y="4284848"/>
                  </a:lnTo>
                  <a:lnTo>
                    <a:pt x="540035" y="4284862"/>
                  </a:lnTo>
                  <a:lnTo>
                    <a:pt x="548512" y="4284964"/>
                  </a:lnTo>
                  <a:lnTo>
                    <a:pt x="569644" y="4285247"/>
                  </a:lnTo>
                  <a:lnTo>
                    <a:pt x="606825" y="4285801"/>
                  </a:lnTo>
                  <a:lnTo>
                    <a:pt x="661033" y="4286707"/>
                  </a:lnTo>
                  <a:lnTo>
                    <a:pt x="730816" y="4288021"/>
                  </a:lnTo>
                  <a:lnTo>
                    <a:pt x="812777" y="4289776"/>
                  </a:lnTo>
                  <a:lnTo>
                    <a:pt x="902447" y="4291978"/>
                  </a:lnTo>
                  <a:lnTo>
                    <a:pt x="995251" y="4294620"/>
                  </a:lnTo>
                  <a:lnTo>
                    <a:pt x="1087259" y="4297692"/>
                  </a:lnTo>
                  <a:lnTo>
                    <a:pt x="1175588" y="4301191"/>
                  </a:lnTo>
                  <a:lnTo>
                    <a:pt x="1258465" y="4305127"/>
                  </a:lnTo>
                  <a:lnTo>
                    <a:pt x="1335087" y="4309533"/>
                  </a:lnTo>
                  <a:lnTo>
                    <a:pt x="1405390" y="4314460"/>
                  </a:lnTo>
                  <a:lnTo>
                    <a:pt x="1469815" y="4319976"/>
                  </a:lnTo>
                  <a:lnTo>
                    <a:pt x="1529111" y="4326171"/>
                  </a:lnTo>
                  <a:lnTo>
                    <a:pt x="1584190" y="4333142"/>
                  </a:lnTo>
                  <a:lnTo>
                    <a:pt x="1636016" y="4340991"/>
                  </a:lnTo>
                  <a:lnTo>
                    <a:pt x="1685521" y="4349802"/>
                  </a:lnTo>
                  <a:lnTo>
                    <a:pt x="1719082" y="4356534"/>
                  </a:lnTo>
                  <a:lnTo>
                    <a:pt x="1770744" y="4368066"/>
                  </a:lnTo>
                  <a:lnTo>
                    <a:pt x="1821908" y="4380826"/>
                  </a:lnTo>
                  <a:lnTo>
                    <a:pt x="1873140" y="4394830"/>
                  </a:lnTo>
                  <a:lnTo>
                    <a:pt x="1924814" y="4410048"/>
                  </a:lnTo>
                  <a:lnTo>
                    <a:pt x="1977138" y="4426398"/>
                  </a:lnTo>
                  <a:lnTo>
                    <a:pt x="2030180" y="4443740"/>
                  </a:lnTo>
                  <a:lnTo>
                    <a:pt x="2083880" y="4461885"/>
                  </a:lnTo>
                  <a:lnTo>
                    <a:pt x="2138081" y="4480596"/>
                  </a:lnTo>
                  <a:lnTo>
                    <a:pt x="2192552" y="4499601"/>
                  </a:lnTo>
                  <a:lnTo>
                    <a:pt x="2247028" y="4518611"/>
                  </a:lnTo>
                  <a:lnTo>
                    <a:pt x="2301241" y="4537335"/>
                  </a:lnTo>
                  <a:lnTo>
                    <a:pt x="2354960" y="4555502"/>
                  </a:lnTo>
                  <a:lnTo>
                    <a:pt x="2408025" y="4572874"/>
                  </a:lnTo>
                  <a:lnTo>
                    <a:pt x="2460372" y="4589258"/>
                  </a:lnTo>
                  <a:lnTo>
                    <a:pt x="2512064" y="4604514"/>
                  </a:lnTo>
                  <a:lnTo>
                    <a:pt x="2563305" y="4618558"/>
                  </a:lnTo>
                  <a:lnTo>
                    <a:pt x="2614464" y="4631358"/>
                  </a:lnTo>
                  <a:lnTo>
                    <a:pt x="2666099" y="4642928"/>
                  </a:lnTo>
                  <a:lnTo>
                    <a:pt x="2667772" y="4643280"/>
                  </a:lnTo>
                  <a:lnTo>
                    <a:pt x="2716147" y="4652788"/>
                  </a:lnTo>
                  <a:lnTo>
                    <a:pt x="2766263" y="4661301"/>
                  </a:lnTo>
                  <a:lnTo>
                    <a:pt x="2818974" y="4668873"/>
                  </a:lnTo>
                  <a:lnTo>
                    <a:pt x="2875229" y="4675598"/>
                  </a:lnTo>
                  <a:lnTo>
                    <a:pt x="2935989" y="4681577"/>
                  </a:lnTo>
                  <a:lnTo>
                    <a:pt x="3002128" y="4686907"/>
                  </a:lnTo>
                  <a:lnTo>
                    <a:pt x="3074319" y="4691668"/>
                  </a:lnTo>
                  <a:lnTo>
                    <a:pt x="3152873" y="4695928"/>
                  </a:lnTo>
                  <a:lnTo>
                    <a:pt x="3237527" y="4699729"/>
                  </a:lnTo>
                  <a:lnTo>
                    <a:pt x="3327208" y="4703098"/>
                  </a:lnTo>
                  <a:lnTo>
                    <a:pt x="3419814" y="4706040"/>
                  </a:lnTo>
                  <a:lnTo>
                    <a:pt x="3512124" y="4708550"/>
                  </a:lnTo>
                  <a:lnTo>
                    <a:pt x="3599952" y="4710617"/>
                  </a:lnTo>
                  <a:lnTo>
                    <a:pt x="3678664" y="4712237"/>
                  </a:lnTo>
                  <a:lnTo>
                    <a:pt x="3744010" y="4713423"/>
                  </a:lnTo>
                  <a:lnTo>
                    <a:pt x="3793103" y="4714215"/>
                  </a:lnTo>
                  <a:lnTo>
                    <a:pt x="3825200" y="4714677"/>
                  </a:lnTo>
                  <a:lnTo>
                    <a:pt x="3842035" y="4714895"/>
                  </a:lnTo>
                  <a:lnTo>
                    <a:pt x="3847670" y="4714961"/>
                  </a:lnTo>
                  <a:lnTo>
                    <a:pt x="3848118" y="4714966"/>
                  </a:lnTo>
                  <a:lnTo>
                    <a:pt x="4386855" y="4714966"/>
                  </a:lnTo>
                  <a:lnTo>
                    <a:pt x="4387726" y="4714862"/>
                  </a:lnTo>
                  <a:lnTo>
                    <a:pt x="4393457" y="4714121"/>
                  </a:lnTo>
                  <a:lnTo>
                    <a:pt x="4407935" y="4712074"/>
                  </a:lnTo>
                  <a:lnTo>
                    <a:pt x="4433892" y="4708041"/>
                  </a:lnTo>
                  <a:lnTo>
                    <a:pt x="4472715" y="4701393"/>
                  </a:lnTo>
                  <a:lnTo>
                    <a:pt x="4524344" y="4691607"/>
                  </a:lnTo>
                  <a:lnTo>
                    <a:pt x="4587365" y="4678319"/>
                  </a:lnTo>
                  <a:lnTo>
                    <a:pt x="4659329" y="4661337"/>
                  </a:lnTo>
                  <a:lnTo>
                    <a:pt x="4737232" y="4640616"/>
                  </a:lnTo>
                  <a:lnTo>
                    <a:pt x="4817999" y="4616207"/>
                  </a:lnTo>
                  <a:lnTo>
                    <a:pt x="4898890" y="4588192"/>
                  </a:lnTo>
                  <a:lnTo>
                    <a:pt x="4977736" y="4556620"/>
                  </a:lnTo>
                  <a:lnTo>
                    <a:pt x="5053022" y="4521460"/>
                  </a:lnTo>
                  <a:lnTo>
                    <a:pt x="5123856" y="4482572"/>
                  </a:lnTo>
                  <a:lnTo>
                    <a:pt x="5189864" y="4439692"/>
                  </a:lnTo>
                  <a:lnTo>
                    <a:pt x="5251069" y="4392425"/>
                  </a:lnTo>
                  <a:lnTo>
                    <a:pt x="5307775" y="4340255"/>
                  </a:lnTo>
                  <a:lnTo>
                    <a:pt x="5360467" y="4282554"/>
                  </a:lnTo>
                  <a:lnTo>
                    <a:pt x="5409737" y="4218616"/>
                  </a:lnTo>
                  <a:lnTo>
                    <a:pt x="5456221" y="4147695"/>
                  </a:lnTo>
                  <a:lnTo>
                    <a:pt x="5500559" y="4069093"/>
                  </a:lnTo>
                  <a:lnTo>
                    <a:pt x="5543346" y="3982283"/>
                  </a:lnTo>
                  <a:lnTo>
                    <a:pt x="5567201" y="3929138"/>
                  </a:lnTo>
                  <a:lnTo>
                    <a:pt x="5595688" y="3861329"/>
                  </a:lnTo>
                  <a:lnTo>
                    <a:pt x="5623930" y="3789516"/>
                  </a:lnTo>
                  <a:lnTo>
                    <a:pt x="5652046" y="3713618"/>
                  </a:lnTo>
                  <a:lnTo>
                    <a:pt x="5680133" y="3633595"/>
                  </a:lnTo>
                  <a:lnTo>
                    <a:pt x="5708270" y="3549453"/>
                  </a:lnTo>
                  <a:lnTo>
                    <a:pt x="5736519" y="3461242"/>
                  </a:lnTo>
                  <a:lnTo>
                    <a:pt x="5764929" y="3369067"/>
                  </a:lnTo>
                  <a:lnTo>
                    <a:pt x="5793530" y="3273086"/>
                  </a:lnTo>
                  <a:lnTo>
                    <a:pt x="5822344" y="3173510"/>
                  </a:lnTo>
                  <a:lnTo>
                    <a:pt x="5851375" y="3070607"/>
                  </a:lnTo>
                  <a:lnTo>
                    <a:pt x="5880621" y="2964699"/>
                  </a:lnTo>
                  <a:lnTo>
                    <a:pt x="5910066" y="2856158"/>
                  </a:lnTo>
                  <a:lnTo>
                    <a:pt x="5939686" y="2745402"/>
                  </a:lnTo>
                  <a:lnTo>
                    <a:pt x="5969450" y="2632890"/>
                  </a:lnTo>
                  <a:lnTo>
                    <a:pt x="5999319" y="2519114"/>
                  </a:lnTo>
                  <a:lnTo>
                    <a:pt x="6029251" y="2404588"/>
                  </a:lnTo>
                  <a:lnTo>
                    <a:pt x="6059203" y="2289843"/>
                  </a:lnTo>
                  <a:lnTo>
                    <a:pt x="6089127" y="2175412"/>
                  </a:lnTo>
                  <a:lnTo>
                    <a:pt x="6118980" y="2061825"/>
                  </a:lnTo>
                  <a:lnTo>
                    <a:pt x="6148721" y="1949592"/>
                  </a:lnTo>
                  <a:lnTo>
                    <a:pt x="6178312" y="1839200"/>
                  </a:lnTo>
                  <a:lnTo>
                    <a:pt x="6207722" y="1731101"/>
                  </a:lnTo>
                  <a:lnTo>
                    <a:pt x="6236931" y="1625705"/>
                  </a:lnTo>
                  <a:lnTo>
                    <a:pt x="6265923" y="1523376"/>
                  </a:lnTo>
                  <a:lnTo>
                    <a:pt x="6294698" y="1424425"/>
                  </a:lnTo>
                  <a:lnTo>
                    <a:pt x="6323263" y="1329111"/>
                  </a:lnTo>
                  <a:lnTo>
                    <a:pt x="6351641" y="1237636"/>
                  </a:lnTo>
                  <a:lnTo>
                    <a:pt x="6379867" y="1150148"/>
                  </a:lnTo>
                  <a:lnTo>
                    <a:pt x="6407990" y="1066740"/>
                  </a:lnTo>
                  <a:lnTo>
                    <a:pt x="6436076" y="987457"/>
                  </a:lnTo>
                  <a:lnTo>
                    <a:pt x="6464206" y="912295"/>
                  </a:lnTo>
                  <a:lnTo>
                    <a:pt x="6492483" y="841205"/>
                  </a:lnTo>
                  <a:lnTo>
                    <a:pt x="6515891" y="785827"/>
                  </a:lnTo>
                  <a:lnTo>
                    <a:pt x="6558029" y="694247"/>
                  </a:lnTo>
                  <a:lnTo>
                    <a:pt x="6601416" y="611020"/>
                  </a:lnTo>
                  <a:lnTo>
                    <a:pt x="6646602" y="535806"/>
                  </a:lnTo>
                  <a:lnTo>
                    <a:pt x="6694208" y="467985"/>
                  </a:lnTo>
                  <a:lnTo>
                    <a:pt x="6744876" y="406825"/>
                  </a:lnTo>
                  <a:lnTo>
                    <a:pt x="6799229" y="351590"/>
                  </a:lnTo>
                  <a:lnTo>
                    <a:pt x="6857823" y="301604"/>
                  </a:lnTo>
                  <a:lnTo>
                    <a:pt x="6921074" y="256284"/>
                  </a:lnTo>
                  <a:lnTo>
                    <a:pt x="6989179" y="215165"/>
                  </a:lnTo>
                  <a:lnTo>
                    <a:pt x="7062006" y="177909"/>
                  </a:lnTo>
                  <a:lnTo>
                    <a:pt x="7138970" y="144305"/>
                  </a:lnTo>
                  <a:lnTo>
                    <a:pt x="7218921" y="114263"/>
                  </a:lnTo>
                  <a:lnTo>
                    <a:pt x="7300062" y="87793"/>
                  </a:lnTo>
                  <a:lnTo>
                    <a:pt x="7379957" y="64964"/>
                  </a:lnTo>
                  <a:lnTo>
                    <a:pt x="7455685" y="45852"/>
                  </a:lnTo>
                  <a:lnTo>
                    <a:pt x="7524143" y="30475"/>
                  </a:lnTo>
                  <a:lnTo>
                    <a:pt x="7582504" y="18730"/>
                  </a:lnTo>
                  <a:lnTo>
                    <a:pt x="7628714" y="10350"/>
                  </a:lnTo>
                  <a:lnTo>
                    <a:pt x="7661915" y="4901"/>
                  </a:lnTo>
                  <a:lnTo>
                    <a:pt x="7682672" y="1806"/>
                  </a:lnTo>
                  <a:lnTo>
                    <a:pt x="7692975" y="405"/>
                  </a:lnTo>
                  <a:lnTo>
                    <a:pt x="7696073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2" name="pl1462"/>
            <p:cNvSpPr/>
            <p:nvPr/>
          </p:nvSpPr>
          <p:spPr>
            <a:xfrm>
              <a:off x="546595" y="505453"/>
              <a:ext cx="8234974" cy="4714966"/>
            </a:xfrm>
            <a:custGeom>
              <a:avLst/>
              <a:pathLst>
                <a:path w="8234974" h="4714966">
                  <a:moveTo>
                    <a:pt x="8234974" y="0"/>
                  </a:move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819" y="4714952"/>
                  </a:lnTo>
                  <a:lnTo>
                    <a:pt x="3838342" y="4714850"/>
                  </a:lnTo>
                  <a:lnTo>
                    <a:pt x="3817210" y="4714567"/>
                  </a:lnTo>
                  <a:lnTo>
                    <a:pt x="3780030" y="4714013"/>
                  </a:lnTo>
                  <a:lnTo>
                    <a:pt x="3725822" y="4713107"/>
                  </a:lnTo>
                  <a:lnTo>
                    <a:pt x="3656038" y="4711793"/>
                  </a:lnTo>
                  <a:lnTo>
                    <a:pt x="3574077" y="4710038"/>
                  </a:lnTo>
                  <a:lnTo>
                    <a:pt x="3484407" y="4707836"/>
                  </a:lnTo>
                  <a:lnTo>
                    <a:pt x="3391604" y="4705194"/>
                  </a:lnTo>
                  <a:lnTo>
                    <a:pt x="3299595" y="4702122"/>
                  </a:lnTo>
                  <a:lnTo>
                    <a:pt x="3211267" y="4698623"/>
                  </a:lnTo>
                  <a:lnTo>
                    <a:pt x="3128390" y="4694687"/>
                  </a:lnTo>
                  <a:lnTo>
                    <a:pt x="3051768" y="4690281"/>
                  </a:lnTo>
                  <a:lnTo>
                    <a:pt x="2981465" y="4685354"/>
                  </a:lnTo>
                  <a:lnTo>
                    <a:pt x="2917040" y="4679838"/>
                  </a:lnTo>
                  <a:lnTo>
                    <a:pt x="2857744" y="4673643"/>
                  </a:lnTo>
                  <a:lnTo>
                    <a:pt x="2802665" y="4666672"/>
                  </a:lnTo>
                  <a:lnTo>
                    <a:pt x="2750838" y="4658823"/>
                  </a:lnTo>
                  <a:lnTo>
                    <a:pt x="2701333" y="4650012"/>
                  </a:lnTo>
                  <a:lnTo>
                    <a:pt x="2667772" y="4643280"/>
                  </a:lnTo>
                  <a:lnTo>
                    <a:pt x="2616111" y="4631748"/>
                  </a:lnTo>
                  <a:lnTo>
                    <a:pt x="2564946" y="4618988"/>
                  </a:lnTo>
                  <a:lnTo>
                    <a:pt x="2513714" y="4604984"/>
                  </a:lnTo>
                  <a:lnTo>
                    <a:pt x="2462041" y="4589766"/>
                  </a:lnTo>
                  <a:lnTo>
                    <a:pt x="2409716" y="4573416"/>
                  </a:lnTo>
                  <a:lnTo>
                    <a:pt x="2356675" y="4556074"/>
                  </a:lnTo>
                  <a:lnTo>
                    <a:pt x="2302975" y="4537929"/>
                  </a:lnTo>
                  <a:lnTo>
                    <a:pt x="2248774" y="4519218"/>
                  </a:lnTo>
                  <a:lnTo>
                    <a:pt x="2194302" y="4500213"/>
                  </a:lnTo>
                  <a:lnTo>
                    <a:pt x="2139826" y="4481203"/>
                  </a:lnTo>
                  <a:lnTo>
                    <a:pt x="2085613" y="4462479"/>
                  </a:lnTo>
                  <a:lnTo>
                    <a:pt x="2031894" y="4444312"/>
                  </a:lnTo>
                  <a:lnTo>
                    <a:pt x="1978830" y="4426940"/>
                  </a:lnTo>
                  <a:lnTo>
                    <a:pt x="1926483" y="4410556"/>
                  </a:lnTo>
                  <a:lnTo>
                    <a:pt x="1874791" y="4395300"/>
                  </a:lnTo>
                  <a:lnTo>
                    <a:pt x="1823550" y="4381256"/>
                  </a:lnTo>
                  <a:lnTo>
                    <a:pt x="1772390" y="4368456"/>
                  </a:lnTo>
                  <a:lnTo>
                    <a:pt x="1720756" y="4356886"/>
                  </a:lnTo>
                  <a:lnTo>
                    <a:pt x="1719082" y="4356534"/>
                  </a:lnTo>
                  <a:lnTo>
                    <a:pt x="1670708" y="4347026"/>
                  </a:lnTo>
                  <a:lnTo>
                    <a:pt x="1620592" y="4338513"/>
                  </a:lnTo>
                  <a:lnTo>
                    <a:pt x="1567881" y="4330941"/>
                  </a:lnTo>
                  <a:lnTo>
                    <a:pt x="1511625" y="4324216"/>
                  </a:lnTo>
                  <a:lnTo>
                    <a:pt x="1450866" y="4318237"/>
                  </a:lnTo>
                  <a:lnTo>
                    <a:pt x="1384727" y="4312907"/>
                  </a:lnTo>
                  <a:lnTo>
                    <a:pt x="1312536" y="4308146"/>
                  </a:lnTo>
                  <a:lnTo>
                    <a:pt x="1233982" y="4303886"/>
                  </a:lnTo>
                  <a:lnTo>
                    <a:pt x="1149327" y="4300085"/>
                  </a:lnTo>
                  <a:lnTo>
                    <a:pt x="1059646" y="4296716"/>
                  </a:lnTo>
                  <a:lnTo>
                    <a:pt x="967040" y="4293774"/>
                  </a:lnTo>
                  <a:lnTo>
                    <a:pt x="874731" y="4291264"/>
                  </a:lnTo>
                  <a:lnTo>
                    <a:pt x="786902" y="4289197"/>
                  </a:lnTo>
                  <a:lnTo>
                    <a:pt x="708190" y="4287577"/>
                  </a:lnTo>
                  <a:lnTo>
                    <a:pt x="642844" y="4286391"/>
                  </a:lnTo>
                  <a:lnTo>
                    <a:pt x="593751" y="4285599"/>
                  </a:lnTo>
                  <a:lnTo>
                    <a:pt x="561654" y="4285137"/>
                  </a:lnTo>
                  <a:lnTo>
                    <a:pt x="544820" y="4284919"/>
                  </a:lnTo>
                  <a:lnTo>
                    <a:pt x="539184" y="4284853"/>
                  </a:lnTo>
                  <a:lnTo>
                    <a:pt x="538736" y="4284848"/>
                  </a:lnTo>
                  <a:lnTo>
                    <a:pt x="0" y="4284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3" name="pg1463"/>
            <p:cNvSpPr/>
            <p:nvPr/>
          </p:nvSpPr>
          <p:spPr>
            <a:xfrm>
              <a:off x="546595" y="892015"/>
              <a:ext cx="8234974" cy="4371960"/>
            </a:xfrm>
            <a:custGeom>
              <a:avLst/>
              <a:pathLst>
                <a:path w="8234974" h="4371960">
                  <a:moveTo>
                    <a:pt x="0" y="3909175"/>
                  </a:moveTo>
                  <a:lnTo>
                    <a:pt x="538736" y="3909175"/>
                  </a:lnTo>
                  <a:lnTo>
                    <a:pt x="540035" y="3909190"/>
                  </a:lnTo>
                  <a:lnTo>
                    <a:pt x="548508" y="3909300"/>
                  </a:lnTo>
                  <a:lnTo>
                    <a:pt x="569632" y="3909604"/>
                  </a:lnTo>
                  <a:lnTo>
                    <a:pt x="606798" y="3910200"/>
                  </a:lnTo>
                  <a:lnTo>
                    <a:pt x="660988" y="3911174"/>
                  </a:lnTo>
                  <a:lnTo>
                    <a:pt x="730750" y="3912588"/>
                  </a:lnTo>
                  <a:lnTo>
                    <a:pt x="812690" y="3914475"/>
                  </a:lnTo>
                  <a:lnTo>
                    <a:pt x="902341" y="3916844"/>
                  </a:lnTo>
                  <a:lnTo>
                    <a:pt x="995130" y="3919686"/>
                  </a:lnTo>
                  <a:lnTo>
                    <a:pt x="1087128" y="3922990"/>
                  </a:lnTo>
                  <a:lnTo>
                    <a:pt x="1175451" y="3926753"/>
                  </a:lnTo>
                  <a:lnTo>
                    <a:pt x="1258326" y="3930987"/>
                  </a:lnTo>
                  <a:lnTo>
                    <a:pt x="1334948" y="3935726"/>
                  </a:lnTo>
                  <a:lnTo>
                    <a:pt x="1405254" y="3941024"/>
                  </a:lnTo>
                  <a:lnTo>
                    <a:pt x="1469681" y="3946958"/>
                  </a:lnTo>
                  <a:lnTo>
                    <a:pt x="1528979" y="3953620"/>
                  </a:lnTo>
                  <a:lnTo>
                    <a:pt x="1584059" y="3961118"/>
                  </a:lnTo>
                  <a:lnTo>
                    <a:pt x="1635885" y="3969559"/>
                  </a:lnTo>
                  <a:lnTo>
                    <a:pt x="1685387" y="3979035"/>
                  </a:lnTo>
                  <a:lnTo>
                    <a:pt x="1719082" y="3986306"/>
                  </a:lnTo>
                  <a:lnTo>
                    <a:pt x="1770576" y="3998670"/>
                  </a:lnTo>
                  <a:lnTo>
                    <a:pt x="1821574" y="4012348"/>
                  </a:lnTo>
                  <a:lnTo>
                    <a:pt x="1872636" y="4027356"/>
                  </a:lnTo>
                  <a:lnTo>
                    <a:pt x="1924133" y="4043662"/>
                  </a:lnTo>
                  <a:lnTo>
                    <a:pt x="1976276" y="4061179"/>
                  </a:lnTo>
                  <a:lnTo>
                    <a:pt x="2029132" y="4079760"/>
                  </a:lnTo>
                  <a:lnTo>
                    <a:pt x="2082643" y="4099203"/>
                  </a:lnTo>
                  <a:lnTo>
                    <a:pt x="2136657" y="4119258"/>
                  </a:lnTo>
                  <a:lnTo>
                    <a:pt x="2190946" y="4139635"/>
                  </a:lnTo>
                  <a:lnTo>
                    <a:pt x="2245248" y="4160026"/>
                  </a:lnTo>
                  <a:lnTo>
                    <a:pt x="2299297" y="4180122"/>
                  </a:lnTo>
                  <a:lnTo>
                    <a:pt x="2352862" y="4199633"/>
                  </a:lnTo>
                  <a:lnTo>
                    <a:pt x="2405782" y="4218302"/>
                  </a:lnTo>
                  <a:lnTo>
                    <a:pt x="2457989" y="4235922"/>
                  </a:lnTo>
                  <a:lnTo>
                    <a:pt x="2509539" y="4252344"/>
                  </a:lnTo>
                  <a:lnTo>
                    <a:pt x="2560628" y="4267472"/>
                  </a:lnTo>
                  <a:lnTo>
                    <a:pt x="2611612" y="4281271"/>
                  </a:lnTo>
                  <a:lnTo>
                    <a:pt x="2663031" y="4293754"/>
                  </a:lnTo>
                  <a:lnTo>
                    <a:pt x="2667772" y="4294830"/>
                  </a:lnTo>
                  <a:lnTo>
                    <a:pt x="2716140" y="4305059"/>
                  </a:lnTo>
                  <a:lnTo>
                    <a:pt x="2766248" y="4314217"/>
                  </a:lnTo>
                  <a:lnTo>
                    <a:pt x="2818950" y="4322364"/>
                  </a:lnTo>
                  <a:lnTo>
                    <a:pt x="2875196" y="4329599"/>
                  </a:lnTo>
                  <a:lnTo>
                    <a:pt x="2935943" y="4336031"/>
                  </a:lnTo>
                  <a:lnTo>
                    <a:pt x="3002068" y="4341765"/>
                  </a:lnTo>
                  <a:lnTo>
                    <a:pt x="3074243" y="4346888"/>
                  </a:lnTo>
                  <a:lnTo>
                    <a:pt x="3152778" y="4351471"/>
                  </a:lnTo>
                  <a:lnTo>
                    <a:pt x="3237413" y="4355561"/>
                  </a:lnTo>
                  <a:lnTo>
                    <a:pt x="3327076" y="4359186"/>
                  </a:lnTo>
                  <a:lnTo>
                    <a:pt x="3419666" y="4362352"/>
                  </a:lnTo>
                  <a:lnTo>
                    <a:pt x="3511966" y="4365053"/>
                  </a:lnTo>
                  <a:lnTo>
                    <a:pt x="3599794" y="4367278"/>
                  </a:lnTo>
                  <a:lnTo>
                    <a:pt x="3678517" y="4369021"/>
                  </a:lnTo>
                  <a:lnTo>
                    <a:pt x="3743885" y="4370298"/>
                  </a:lnTo>
                  <a:lnTo>
                    <a:pt x="3793009" y="4371151"/>
                  </a:lnTo>
                  <a:lnTo>
                    <a:pt x="3825141" y="4371649"/>
                  </a:lnTo>
                  <a:lnTo>
                    <a:pt x="3842008" y="4371884"/>
                  </a:lnTo>
                  <a:lnTo>
                    <a:pt x="3847665" y="4371955"/>
                  </a:lnTo>
                  <a:lnTo>
                    <a:pt x="3848118" y="4371960"/>
                  </a:lnTo>
                  <a:lnTo>
                    <a:pt x="4386855" y="4371960"/>
                  </a:lnTo>
                  <a:lnTo>
                    <a:pt x="4387753" y="4371861"/>
                  </a:lnTo>
                  <a:lnTo>
                    <a:pt x="4393664" y="4371152"/>
                  </a:lnTo>
                  <a:lnTo>
                    <a:pt x="4408581" y="4369193"/>
                  </a:lnTo>
                  <a:lnTo>
                    <a:pt x="4435290" y="4365337"/>
                  </a:lnTo>
                  <a:lnTo>
                    <a:pt x="4475168" y="4358981"/>
                  </a:lnTo>
                  <a:lnTo>
                    <a:pt x="4528081" y="4349636"/>
                  </a:lnTo>
                  <a:lnTo>
                    <a:pt x="4592497" y="4336960"/>
                  </a:lnTo>
                  <a:lnTo>
                    <a:pt x="4665831" y="4320782"/>
                  </a:lnTo>
                  <a:lnTo>
                    <a:pt x="4744957" y="4301069"/>
                  </a:lnTo>
                  <a:lnTo>
                    <a:pt x="4826720" y="4277874"/>
                  </a:lnTo>
                  <a:lnTo>
                    <a:pt x="4908342" y="4251274"/>
                  </a:lnTo>
                  <a:lnTo>
                    <a:pt x="4987658" y="4221310"/>
                  </a:lnTo>
                  <a:lnTo>
                    <a:pt x="5063188" y="4187941"/>
                  </a:lnTo>
                  <a:lnTo>
                    <a:pt x="5134088" y="4151017"/>
                  </a:lnTo>
                  <a:lnTo>
                    <a:pt x="5200038" y="4110267"/>
                  </a:lnTo>
                  <a:lnTo>
                    <a:pt x="5261117" y="4065296"/>
                  </a:lnTo>
                  <a:lnTo>
                    <a:pt x="5317673" y="4015591"/>
                  </a:lnTo>
                  <a:lnTo>
                    <a:pt x="5370234" y="3960536"/>
                  </a:lnTo>
                  <a:lnTo>
                    <a:pt x="5419422" y="3899443"/>
                  </a:lnTo>
                  <a:lnTo>
                    <a:pt x="5465900" y="3831604"/>
                  </a:lnTo>
                  <a:lnTo>
                    <a:pt x="5510320" y="3756372"/>
                  </a:lnTo>
                  <a:lnTo>
                    <a:pt x="5553282" y="3673305"/>
                  </a:lnTo>
                  <a:lnTo>
                    <a:pt x="5567201" y="3644208"/>
                  </a:lnTo>
                  <a:lnTo>
                    <a:pt x="5596695" y="3579109"/>
                  </a:lnTo>
                  <a:lnTo>
                    <a:pt x="5625933" y="3510030"/>
                  </a:lnTo>
                  <a:lnTo>
                    <a:pt x="5655042" y="3436890"/>
                  </a:lnTo>
                  <a:lnTo>
                    <a:pt x="5684131" y="3359653"/>
                  </a:lnTo>
                  <a:lnTo>
                    <a:pt x="5713284" y="3278328"/>
                  </a:lnTo>
                  <a:lnTo>
                    <a:pt x="5742567" y="3192978"/>
                  </a:lnTo>
                  <a:lnTo>
                    <a:pt x="5772030" y="3103721"/>
                  </a:lnTo>
                  <a:lnTo>
                    <a:pt x="5801706" y="3010730"/>
                  </a:lnTo>
                  <a:lnTo>
                    <a:pt x="5831613" y="2914240"/>
                  </a:lnTo>
                  <a:lnTo>
                    <a:pt x="5861753" y="2814543"/>
                  </a:lnTo>
                  <a:lnTo>
                    <a:pt x="5892118" y="2711988"/>
                  </a:lnTo>
                  <a:lnTo>
                    <a:pt x="5922688" y="2606975"/>
                  </a:lnTo>
                  <a:lnTo>
                    <a:pt x="5953432" y="2499952"/>
                  </a:lnTo>
                  <a:lnTo>
                    <a:pt x="5984311" y="2391408"/>
                  </a:lnTo>
                  <a:lnTo>
                    <a:pt x="6015282" y="2281861"/>
                  </a:lnTo>
                  <a:lnTo>
                    <a:pt x="6046296" y="2171849"/>
                  </a:lnTo>
                  <a:lnTo>
                    <a:pt x="6077302" y="2061921"/>
                  </a:lnTo>
                  <a:lnTo>
                    <a:pt x="6108250" y="1952624"/>
                  </a:lnTo>
                  <a:lnTo>
                    <a:pt x="6139092" y="1844492"/>
                  </a:lnTo>
                  <a:lnTo>
                    <a:pt x="6169786" y="1738035"/>
                  </a:lnTo>
                  <a:lnTo>
                    <a:pt x="6200296" y="1633729"/>
                  </a:lnTo>
                  <a:lnTo>
                    <a:pt x="6230594" y="1532009"/>
                  </a:lnTo>
                  <a:lnTo>
                    <a:pt x="6260663" y="1433260"/>
                  </a:lnTo>
                  <a:lnTo>
                    <a:pt x="6290498" y="1337813"/>
                  </a:lnTo>
                  <a:lnTo>
                    <a:pt x="6320106" y="1245944"/>
                  </a:lnTo>
                  <a:lnTo>
                    <a:pt x="6349510" y="1157867"/>
                  </a:lnTo>
                  <a:lnTo>
                    <a:pt x="6378748" y="1073740"/>
                  </a:lnTo>
                  <a:lnTo>
                    <a:pt x="6407873" y="993663"/>
                  </a:lnTo>
                  <a:lnTo>
                    <a:pt x="6436958" y="917681"/>
                  </a:lnTo>
                  <a:lnTo>
                    <a:pt x="6466094" y="845791"/>
                  </a:lnTo>
                  <a:lnTo>
                    <a:pt x="6495395" y="777942"/>
                  </a:lnTo>
                  <a:lnTo>
                    <a:pt x="6515891" y="733197"/>
                  </a:lnTo>
                  <a:lnTo>
                    <a:pt x="6558487" y="647517"/>
                  </a:lnTo>
                  <a:lnTo>
                    <a:pt x="6602365" y="569737"/>
                  </a:lnTo>
                  <a:lnTo>
                    <a:pt x="6648094" y="499527"/>
                  </a:lnTo>
                  <a:lnTo>
                    <a:pt x="6696316" y="436290"/>
                  </a:lnTo>
                  <a:lnTo>
                    <a:pt x="6747694" y="379325"/>
                  </a:lnTo>
                  <a:lnTo>
                    <a:pt x="6802870" y="327929"/>
                  </a:lnTo>
                  <a:lnTo>
                    <a:pt x="6862410" y="281461"/>
                  </a:lnTo>
                  <a:lnTo>
                    <a:pt x="6926732" y="239371"/>
                  </a:lnTo>
                  <a:lnTo>
                    <a:pt x="6996014" y="201223"/>
                  </a:lnTo>
                  <a:lnTo>
                    <a:pt x="7070084" y="166705"/>
                  </a:lnTo>
                  <a:lnTo>
                    <a:pt x="7148284" y="135629"/>
                  </a:lnTo>
                  <a:lnTo>
                    <a:pt x="7229352" y="107919"/>
                  </a:lnTo>
                  <a:lnTo>
                    <a:pt x="7311348" y="83595"/>
                  </a:lnTo>
                  <a:lnTo>
                    <a:pt x="7391680" y="62726"/>
                  </a:lnTo>
                  <a:lnTo>
                    <a:pt x="7467278" y="45382"/>
                  </a:lnTo>
                  <a:lnTo>
                    <a:pt x="7534954" y="31565"/>
                  </a:lnTo>
                  <a:lnTo>
                    <a:pt x="7591886" y="21151"/>
                  </a:lnTo>
                  <a:lnTo>
                    <a:pt x="7636146" y="13858"/>
                  </a:lnTo>
                  <a:lnTo>
                    <a:pt x="7667114" y="9241"/>
                  </a:lnTo>
                  <a:lnTo>
                    <a:pt x="7685672" y="6727"/>
                  </a:lnTo>
                  <a:lnTo>
                    <a:pt x="7694164" y="567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39" y="99"/>
                  </a:lnTo>
                  <a:lnTo>
                    <a:pt x="7689428" y="808"/>
                  </a:lnTo>
                  <a:lnTo>
                    <a:pt x="7674511" y="2766"/>
                  </a:lnTo>
                  <a:lnTo>
                    <a:pt x="7647803" y="6623"/>
                  </a:lnTo>
                  <a:lnTo>
                    <a:pt x="7607925" y="12978"/>
                  </a:lnTo>
                  <a:lnTo>
                    <a:pt x="7555011" y="22324"/>
                  </a:lnTo>
                  <a:lnTo>
                    <a:pt x="7490596" y="35000"/>
                  </a:lnTo>
                  <a:lnTo>
                    <a:pt x="7417262" y="51178"/>
                  </a:lnTo>
                  <a:lnTo>
                    <a:pt x="7338135" y="70891"/>
                  </a:lnTo>
                  <a:lnTo>
                    <a:pt x="7256373" y="94086"/>
                  </a:lnTo>
                  <a:lnTo>
                    <a:pt x="7174751" y="120686"/>
                  </a:lnTo>
                  <a:lnTo>
                    <a:pt x="7095435" y="150650"/>
                  </a:lnTo>
                  <a:lnTo>
                    <a:pt x="7019905" y="184019"/>
                  </a:lnTo>
                  <a:lnTo>
                    <a:pt x="6949005" y="220943"/>
                  </a:lnTo>
                  <a:lnTo>
                    <a:pt x="6883054" y="261693"/>
                  </a:lnTo>
                  <a:lnTo>
                    <a:pt x="6821976" y="306664"/>
                  </a:lnTo>
                  <a:lnTo>
                    <a:pt x="6765419" y="356369"/>
                  </a:lnTo>
                  <a:lnTo>
                    <a:pt x="6712858" y="411424"/>
                  </a:lnTo>
                  <a:lnTo>
                    <a:pt x="6663670" y="472517"/>
                  </a:lnTo>
                  <a:lnTo>
                    <a:pt x="6617193" y="540356"/>
                  </a:lnTo>
                  <a:lnTo>
                    <a:pt x="6572772" y="615588"/>
                  </a:lnTo>
                  <a:lnTo>
                    <a:pt x="6529810" y="698655"/>
                  </a:lnTo>
                  <a:lnTo>
                    <a:pt x="6515891" y="727752"/>
                  </a:lnTo>
                  <a:lnTo>
                    <a:pt x="6486397" y="792851"/>
                  </a:lnTo>
                  <a:lnTo>
                    <a:pt x="6457160" y="861930"/>
                  </a:lnTo>
                  <a:lnTo>
                    <a:pt x="6428050" y="935070"/>
                  </a:lnTo>
                  <a:lnTo>
                    <a:pt x="6398962" y="1012307"/>
                  </a:lnTo>
                  <a:lnTo>
                    <a:pt x="6369809" y="1093632"/>
                  </a:lnTo>
                  <a:lnTo>
                    <a:pt x="6340525" y="1178982"/>
                  </a:lnTo>
                  <a:lnTo>
                    <a:pt x="6311062" y="1268239"/>
                  </a:lnTo>
                  <a:lnTo>
                    <a:pt x="6281386" y="1361230"/>
                  </a:lnTo>
                  <a:lnTo>
                    <a:pt x="6251480" y="1457720"/>
                  </a:lnTo>
                  <a:lnTo>
                    <a:pt x="6221340" y="1557417"/>
                  </a:lnTo>
                  <a:lnTo>
                    <a:pt x="6190974" y="1659972"/>
                  </a:lnTo>
                  <a:lnTo>
                    <a:pt x="6160405" y="1764985"/>
                  </a:lnTo>
                  <a:lnTo>
                    <a:pt x="6129661" y="1872008"/>
                  </a:lnTo>
                  <a:lnTo>
                    <a:pt x="6098781" y="1980552"/>
                  </a:lnTo>
                  <a:lnTo>
                    <a:pt x="6067810" y="2090099"/>
                  </a:lnTo>
                  <a:lnTo>
                    <a:pt x="6036797" y="2200111"/>
                  </a:lnTo>
                  <a:lnTo>
                    <a:pt x="6005791" y="2310039"/>
                  </a:lnTo>
                  <a:lnTo>
                    <a:pt x="5974843" y="2419336"/>
                  </a:lnTo>
                  <a:lnTo>
                    <a:pt x="5944000" y="2527468"/>
                  </a:lnTo>
                  <a:lnTo>
                    <a:pt x="5913306" y="2633925"/>
                  </a:lnTo>
                  <a:lnTo>
                    <a:pt x="5882796" y="2738231"/>
                  </a:lnTo>
                  <a:lnTo>
                    <a:pt x="5852498" y="2839951"/>
                  </a:lnTo>
                  <a:lnTo>
                    <a:pt x="5822429" y="2938700"/>
                  </a:lnTo>
                  <a:lnTo>
                    <a:pt x="5792594" y="3034147"/>
                  </a:lnTo>
                  <a:lnTo>
                    <a:pt x="5762986" y="3126016"/>
                  </a:lnTo>
                  <a:lnTo>
                    <a:pt x="5733582" y="3214093"/>
                  </a:lnTo>
                  <a:lnTo>
                    <a:pt x="5704345" y="3298220"/>
                  </a:lnTo>
                  <a:lnTo>
                    <a:pt x="5675219" y="3378297"/>
                  </a:lnTo>
                  <a:lnTo>
                    <a:pt x="5646134" y="3454279"/>
                  </a:lnTo>
                  <a:lnTo>
                    <a:pt x="5616998" y="3526169"/>
                  </a:lnTo>
                  <a:lnTo>
                    <a:pt x="5587697" y="3594018"/>
                  </a:lnTo>
                  <a:lnTo>
                    <a:pt x="5567201" y="3638763"/>
                  </a:lnTo>
                  <a:lnTo>
                    <a:pt x="5524606" y="3724443"/>
                  </a:lnTo>
                  <a:lnTo>
                    <a:pt x="5480728" y="3802223"/>
                  </a:lnTo>
                  <a:lnTo>
                    <a:pt x="5434998" y="3872433"/>
                  </a:lnTo>
                  <a:lnTo>
                    <a:pt x="5386777" y="3935670"/>
                  </a:lnTo>
                  <a:lnTo>
                    <a:pt x="5335399" y="3992635"/>
                  </a:lnTo>
                  <a:lnTo>
                    <a:pt x="5280222" y="4044031"/>
                  </a:lnTo>
                  <a:lnTo>
                    <a:pt x="5220682" y="4090499"/>
                  </a:lnTo>
                  <a:lnTo>
                    <a:pt x="5156361" y="4132589"/>
                  </a:lnTo>
                  <a:lnTo>
                    <a:pt x="5087078" y="4170737"/>
                  </a:lnTo>
                  <a:lnTo>
                    <a:pt x="5013008" y="4205255"/>
                  </a:lnTo>
                  <a:lnTo>
                    <a:pt x="4934808" y="4236331"/>
                  </a:lnTo>
                  <a:lnTo>
                    <a:pt x="4853740" y="4264041"/>
                  </a:lnTo>
                  <a:lnTo>
                    <a:pt x="4771744" y="4288365"/>
                  </a:lnTo>
                  <a:lnTo>
                    <a:pt x="4691413" y="4309233"/>
                  </a:lnTo>
                  <a:lnTo>
                    <a:pt x="4615814" y="4326578"/>
                  </a:lnTo>
                  <a:lnTo>
                    <a:pt x="4548138" y="4340395"/>
                  </a:lnTo>
                  <a:lnTo>
                    <a:pt x="4491206" y="4350809"/>
                  </a:lnTo>
                  <a:lnTo>
                    <a:pt x="4446946" y="4358102"/>
                  </a:lnTo>
                  <a:lnTo>
                    <a:pt x="4415978" y="4362719"/>
                  </a:lnTo>
                  <a:lnTo>
                    <a:pt x="4397420" y="4365233"/>
                  </a:lnTo>
                  <a:lnTo>
                    <a:pt x="4388928" y="4366281"/>
                  </a:lnTo>
                  <a:lnTo>
                    <a:pt x="4386855" y="4366516"/>
                  </a:lnTo>
                  <a:lnTo>
                    <a:pt x="3848118" y="4366516"/>
                  </a:lnTo>
                  <a:lnTo>
                    <a:pt x="3846820" y="4366501"/>
                  </a:lnTo>
                  <a:lnTo>
                    <a:pt x="3838346" y="4366391"/>
                  </a:lnTo>
                  <a:lnTo>
                    <a:pt x="3817223" y="4366087"/>
                  </a:lnTo>
                  <a:lnTo>
                    <a:pt x="3780056" y="4365491"/>
                  </a:lnTo>
                  <a:lnTo>
                    <a:pt x="3725867" y="4364517"/>
                  </a:lnTo>
                  <a:lnTo>
                    <a:pt x="3656105" y="4363103"/>
                  </a:lnTo>
                  <a:lnTo>
                    <a:pt x="3574165" y="4361216"/>
                  </a:lnTo>
                  <a:lnTo>
                    <a:pt x="3484514" y="4358847"/>
                  </a:lnTo>
                  <a:lnTo>
                    <a:pt x="3391725" y="4356005"/>
                  </a:lnTo>
                  <a:lnTo>
                    <a:pt x="3299726" y="4352701"/>
                  </a:lnTo>
                  <a:lnTo>
                    <a:pt x="3211403" y="4348938"/>
                  </a:lnTo>
                  <a:lnTo>
                    <a:pt x="3128529" y="4344704"/>
                  </a:lnTo>
                  <a:lnTo>
                    <a:pt x="3051906" y="4339965"/>
                  </a:lnTo>
                  <a:lnTo>
                    <a:pt x="2981601" y="4334667"/>
                  </a:lnTo>
                  <a:lnTo>
                    <a:pt x="2917174" y="4328733"/>
                  </a:lnTo>
                  <a:lnTo>
                    <a:pt x="2857876" y="4322071"/>
                  </a:lnTo>
                  <a:lnTo>
                    <a:pt x="2802796" y="4314573"/>
                  </a:lnTo>
                  <a:lnTo>
                    <a:pt x="2750970" y="4306132"/>
                  </a:lnTo>
                  <a:lnTo>
                    <a:pt x="2701467" y="4296656"/>
                  </a:lnTo>
                  <a:lnTo>
                    <a:pt x="2667772" y="4289385"/>
                  </a:lnTo>
                  <a:lnTo>
                    <a:pt x="2616279" y="4277021"/>
                  </a:lnTo>
                  <a:lnTo>
                    <a:pt x="2565281" y="4263343"/>
                  </a:lnTo>
                  <a:lnTo>
                    <a:pt x="2514219" y="4248335"/>
                  </a:lnTo>
                  <a:lnTo>
                    <a:pt x="2462721" y="4232029"/>
                  </a:lnTo>
                  <a:lnTo>
                    <a:pt x="2410578" y="4214512"/>
                  </a:lnTo>
                  <a:lnTo>
                    <a:pt x="2357723" y="4195931"/>
                  </a:lnTo>
                  <a:lnTo>
                    <a:pt x="2304211" y="4176488"/>
                  </a:lnTo>
                  <a:lnTo>
                    <a:pt x="2250198" y="4156433"/>
                  </a:lnTo>
                  <a:lnTo>
                    <a:pt x="2195908" y="4136056"/>
                  </a:lnTo>
                  <a:lnTo>
                    <a:pt x="2141606" y="4115665"/>
                  </a:lnTo>
                  <a:lnTo>
                    <a:pt x="2087558" y="4095569"/>
                  </a:lnTo>
                  <a:lnTo>
                    <a:pt x="2033992" y="4076058"/>
                  </a:lnTo>
                  <a:lnTo>
                    <a:pt x="1981073" y="4057389"/>
                  </a:lnTo>
                  <a:lnTo>
                    <a:pt x="1928866" y="4039768"/>
                  </a:lnTo>
                  <a:lnTo>
                    <a:pt x="1877316" y="4023347"/>
                  </a:lnTo>
                  <a:lnTo>
                    <a:pt x="1826227" y="4008219"/>
                  </a:lnTo>
                  <a:lnTo>
                    <a:pt x="1775243" y="3994420"/>
                  </a:lnTo>
                  <a:lnTo>
                    <a:pt x="1723824" y="3981937"/>
                  </a:lnTo>
                  <a:lnTo>
                    <a:pt x="1719082" y="3980861"/>
                  </a:lnTo>
                  <a:lnTo>
                    <a:pt x="1670715" y="3970632"/>
                  </a:lnTo>
                  <a:lnTo>
                    <a:pt x="1620607" y="3961474"/>
                  </a:lnTo>
                  <a:lnTo>
                    <a:pt x="1567905" y="3953327"/>
                  </a:lnTo>
                  <a:lnTo>
                    <a:pt x="1511659" y="3946092"/>
                  </a:lnTo>
                  <a:lnTo>
                    <a:pt x="1450911" y="3939660"/>
                  </a:lnTo>
                  <a:lnTo>
                    <a:pt x="1384787" y="3933926"/>
                  </a:lnTo>
                  <a:lnTo>
                    <a:pt x="1312612" y="3928803"/>
                  </a:lnTo>
                  <a:lnTo>
                    <a:pt x="1234076" y="3924220"/>
                  </a:lnTo>
                  <a:lnTo>
                    <a:pt x="1149441" y="3920130"/>
                  </a:lnTo>
                  <a:lnTo>
                    <a:pt x="1059779" y="3916505"/>
                  </a:lnTo>
                  <a:lnTo>
                    <a:pt x="967189" y="3913339"/>
                  </a:lnTo>
                  <a:lnTo>
                    <a:pt x="874889" y="3910638"/>
                  </a:lnTo>
                  <a:lnTo>
                    <a:pt x="787060" y="3908413"/>
                  </a:lnTo>
                  <a:lnTo>
                    <a:pt x="708338" y="3906670"/>
                  </a:lnTo>
                  <a:lnTo>
                    <a:pt x="642969" y="3905393"/>
                  </a:lnTo>
                  <a:lnTo>
                    <a:pt x="593845" y="3904540"/>
                  </a:lnTo>
                  <a:lnTo>
                    <a:pt x="561713" y="3904042"/>
                  </a:lnTo>
                  <a:lnTo>
                    <a:pt x="544847" y="3903807"/>
                  </a:lnTo>
                  <a:lnTo>
                    <a:pt x="539189" y="3903736"/>
                  </a:lnTo>
                  <a:lnTo>
                    <a:pt x="538736" y="3903731"/>
                  </a:lnTo>
                  <a:lnTo>
                    <a:pt x="0" y="3903731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64" name="pl1464"/>
            <p:cNvSpPr/>
            <p:nvPr/>
          </p:nvSpPr>
          <p:spPr>
            <a:xfrm>
              <a:off x="546595" y="897459"/>
              <a:ext cx="8234974" cy="4366516"/>
            </a:xfrm>
            <a:custGeom>
              <a:avLst/>
              <a:pathLst>
                <a:path w="8234974" h="4366516">
                  <a:moveTo>
                    <a:pt x="0" y="3903731"/>
                  </a:moveTo>
                  <a:lnTo>
                    <a:pt x="538736" y="3903731"/>
                  </a:lnTo>
                  <a:lnTo>
                    <a:pt x="540035" y="3903746"/>
                  </a:lnTo>
                  <a:lnTo>
                    <a:pt x="548508" y="3903856"/>
                  </a:lnTo>
                  <a:lnTo>
                    <a:pt x="569632" y="3904160"/>
                  </a:lnTo>
                  <a:lnTo>
                    <a:pt x="606798" y="3904756"/>
                  </a:lnTo>
                  <a:lnTo>
                    <a:pt x="660988" y="3905729"/>
                  </a:lnTo>
                  <a:lnTo>
                    <a:pt x="730750" y="3907143"/>
                  </a:lnTo>
                  <a:lnTo>
                    <a:pt x="812690" y="3909031"/>
                  </a:lnTo>
                  <a:lnTo>
                    <a:pt x="902341" y="3911399"/>
                  </a:lnTo>
                  <a:lnTo>
                    <a:pt x="995130" y="3914241"/>
                  </a:lnTo>
                  <a:lnTo>
                    <a:pt x="1087128" y="3917545"/>
                  </a:lnTo>
                  <a:lnTo>
                    <a:pt x="1175451" y="3921308"/>
                  </a:lnTo>
                  <a:lnTo>
                    <a:pt x="1258326" y="3925542"/>
                  </a:lnTo>
                  <a:lnTo>
                    <a:pt x="1334948" y="3930281"/>
                  </a:lnTo>
                  <a:lnTo>
                    <a:pt x="1405254" y="3935580"/>
                  </a:lnTo>
                  <a:lnTo>
                    <a:pt x="1469681" y="3941513"/>
                  </a:lnTo>
                  <a:lnTo>
                    <a:pt x="1528979" y="3948176"/>
                  </a:lnTo>
                  <a:lnTo>
                    <a:pt x="1584059" y="3955673"/>
                  </a:lnTo>
                  <a:lnTo>
                    <a:pt x="1635885" y="3964114"/>
                  </a:lnTo>
                  <a:lnTo>
                    <a:pt x="1685387" y="3973590"/>
                  </a:lnTo>
                  <a:lnTo>
                    <a:pt x="1719082" y="3980861"/>
                  </a:lnTo>
                  <a:lnTo>
                    <a:pt x="1770576" y="3993226"/>
                  </a:lnTo>
                  <a:lnTo>
                    <a:pt x="1821574" y="4006903"/>
                  </a:lnTo>
                  <a:lnTo>
                    <a:pt x="1872636" y="4021911"/>
                  </a:lnTo>
                  <a:lnTo>
                    <a:pt x="1924133" y="4038218"/>
                  </a:lnTo>
                  <a:lnTo>
                    <a:pt x="1976276" y="4055734"/>
                  </a:lnTo>
                  <a:lnTo>
                    <a:pt x="2029132" y="4074315"/>
                  </a:lnTo>
                  <a:lnTo>
                    <a:pt x="2082643" y="4093759"/>
                  </a:lnTo>
                  <a:lnTo>
                    <a:pt x="2136657" y="4113813"/>
                  </a:lnTo>
                  <a:lnTo>
                    <a:pt x="2190946" y="4134190"/>
                  </a:lnTo>
                  <a:lnTo>
                    <a:pt x="2245248" y="4154581"/>
                  </a:lnTo>
                  <a:lnTo>
                    <a:pt x="2299297" y="4174678"/>
                  </a:lnTo>
                  <a:lnTo>
                    <a:pt x="2352862" y="4194188"/>
                  </a:lnTo>
                  <a:lnTo>
                    <a:pt x="2405782" y="4212857"/>
                  </a:lnTo>
                  <a:lnTo>
                    <a:pt x="2457989" y="4230478"/>
                  </a:lnTo>
                  <a:lnTo>
                    <a:pt x="2509539" y="4246899"/>
                  </a:lnTo>
                  <a:lnTo>
                    <a:pt x="2560628" y="4262028"/>
                  </a:lnTo>
                  <a:lnTo>
                    <a:pt x="2611612" y="4275827"/>
                  </a:lnTo>
                  <a:lnTo>
                    <a:pt x="2663031" y="4288309"/>
                  </a:lnTo>
                  <a:lnTo>
                    <a:pt x="2667772" y="4289385"/>
                  </a:lnTo>
                  <a:lnTo>
                    <a:pt x="2716140" y="4299614"/>
                  </a:lnTo>
                  <a:lnTo>
                    <a:pt x="2766248" y="4308772"/>
                  </a:lnTo>
                  <a:lnTo>
                    <a:pt x="2818950" y="4316919"/>
                  </a:lnTo>
                  <a:lnTo>
                    <a:pt x="2875196" y="4324154"/>
                  </a:lnTo>
                  <a:lnTo>
                    <a:pt x="2935943" y="4330587"/>
                  </a:lnTo>
                  <a:lnTo>
                    <a:pt x="3002068" y="4336321"/>
                  </a:lnTo>
                  <a:lnTo>
                    <a:pt x="3074243" y="4341444"/>
                  </a:lnTo>
                  <a:lnTo>
                    <a:pt x="3152778" y="4346027"/>
                  </a:lnTo>
                  <a:lnTo>
                    <a:pt x="3237413" y="4350117"/>
                  </a:lnTo>
                  <a:lnTo>
                    <a:pt x="3327076" y="4353741"/>
                  </a:lnTo>
                  <a:lnTo>
                    <a:pt x="3419666" y="4356908"/>
                  </a:lnTo>
                  <a:lnTo>
                    <a:pt x="3511966" y="4359609"/>
                  </a:lnTo>
                  <a:lnTo>
                    <a:pt x="3599794" y="4361833"/>
                  </a:lnTo>
                  <a:lnTo>
                    <a:pt x="3678517" y="4363576"/>
                  </a:lnTo>
                  <a:lnTo>
                    <a:pt x="3743885" y="4364853"/>
                  </a:lnTo>
                  <a:lnTo>
                    <a:pt x="3793009" y="4365706"/>
                  </a:lnTo>
                  <a:lnTo>
                    <a:pt x="3825141" y="4366204"/>
                  </a:lnTo>
                  <a:lnTo>
                    <a:pt x="3842008" y="4366439"/>
                  </a:lnTo>
                  <a:lnTo>
                    <a:pt x="3847665" y="4366511"/>
                  </a:lnTo>
                  <a:lnTo>
                    <a:pt x="3848118" y="4366516"/>
                  </a:lnTo>
                  <a:lnTo>
                    <a:pt x="4386855" y="4366516"/>
                  </a:lnTo>
                  <a:lnTo>
                    <a:pt x="4387753" y="4366416"/>
                  </a:lnTo>
                  <a:lnTo>
                    <a:pt x="4393664" y="4365708"/>
                  </a:lnTo>
                  <a:lnTo>
                    <a:pt x="4408581" y="4363749"/>
                  </a:lnTo>
                  <a:lnTo>
                    <a:pt x="4435290" y="4359892"/>
                  </a:lnTo>
                  <a:lnTo>
                    <a:pt x="4475168" y="4353537"/>
                  </a:lnTo>
                  <a:lnTo>
                    <a:pt x="4528081" y="4344191"/>
                  </a:lnTo>
                  <a:lnTo>
                    <a:pt x="4592497" y="4331516"/>
                  </a:lnTo>
                  <a:lnTo>
                    <a:pt x="4665831" y="4315338"/>
                  </a:lnTo>
                  <a:lnTo>
                    <a:pt x="4744957" y="4295624"/>
                  </a:lnTo>
                  <a:lnTo>
                    <a:pt x="4826720" y="4272430"/>
                  </a:lnTo>
                  <a:lnTo>
                    <a:pt x="4908342" y="4245830"/>
                  </a:lnTo>
                  <a:lnTo>
                    <a:pt x="4987658" y="4215865"/>
                  </a:lnTo>
                  <a:lnTo>
                    <a:pt x="5063188" y="4182496"/>
                  </a:lnTo>
                  <a:lnTo>
                    <a:pt x="5134088" y="4145572"/>
                  </a:lnTo>
                  <a:lnTo>
                    <a:pt x="5200038" y="4104823"/>
                  </a:lnTo>
                  <a:lnTo>
                    <a:pt x="5261117" y="4059852"/>
                  </a:lnTo>
                  <a:lnTo>
                    <a:pt x="5317673" y="4010146"/>
                  </a:lnTo>
                  <a:lnTo>
                    <a:pt x="5370234" y="3955091"/>
                  </a:lnTo>
                  <a:lnTo>
                    <a:pt x="5419422" y="3893999"/>
                  </a:lnTo>
                  <a:lnTo>
                    <a:pt x="5465900" y="3826160"/>
                  </a:lnTo>
                  <a:lnTo>
                    <a:pt x="5510320" y="3750927"/>
                  </a:lnTo>
                  <a:lnTo>
                    <a:pt x="5553282" y="3667860"/>
                  </a:lnTo>
                  <a:lnTo>
                    <a:pt x="5567201" y="3638763"/>
                  </a:lnTo>
                  <a:lnTo>
                    <a:pt x="5596695" y="3573664"/>
                  </a:lnTo>
                  <a:lnTo>
                    <a:pt x="5625933" y="3504585"/>
                  </a:lnTo>
                  <a:lnTo>
                    <a:pt x="5655042" y="3431446"/>
                  </a:lnTo>
                  <a:lnTo>
                    <a:pt x="5684131" y="3354208"/>
                  </a:lnTo>
                  <a:lnTo>
                    <a:pt x="5713284" y="3272884"/>
                  </a:lnTo>
                  <a:lnTo>
                    <a:pt x="5742567" y="3187534"/>
                  </a:lnTo>
                  <a:lnTo>
                    <a:pt x="5772030" y="3098276"/>
                  </a:lnTo>
                  <a:lnTo>
                    <a:pt x="5801706" y="3005285"/>
                  </a:lnTo>
                  <a:lnTo>
                    <a:pt x="5831613" y="2908796"/>
                  </a:lnTo>
                  <a:lnTo>
                    <a:pt x="5861753" y="2809099"/>
                  </a:lnTo>
                  <a:lnTo>
                    <a:pt x="5892118" y="2706543"/>
                  </a:lnTo>
                  <a:lnTo>
                    <a:pt x="5922688" y="2601530"/>
                  </a:lnTo>
                  <a:lnTo>
                    <a:pt x="5953432" y="2494508"/>
                  </a:lnTo>
                  <a:lnTo>
                    <a:pt x="5984311" y="2385964"/>
                  </a:lnTo>
                  <a:lnTo>
                    <a:pt x="6015282" y="2276416"/>
                  </a:lnTo>
                  <a:lnTo>
                    <a:pt x="6046296" y="2166404"/>
                  </a:lnTo>
                  <a:lnTo>
                    <a:pt x="6077302" y="2056476"/>
                  </a:lnTo>
                  <a:lnTo>
                    <a:pt x="6108250" y="1947180"/>
                  </a:lnTo>
                  <a:lnTo>
                    <a:pt x="6139092" y="1839048"/>
                  </a:lnTo>
                  <a:lnTo>
                    <a:pt x="6169786" y="1732591"/>
                  </a:lnTo>
                  <a:lnTo>
                    <a:pt x="6200296" y="1628285"/>
                  </a:lnTo>
                  <a:lnTo>
                    <a:pt x="6230594" y="1526564"/>
                  </a:lnTo>
                  <a:lnTo>
                    <a:pt x="6260663" y="1427815"/>
                  </a:lnTo>
                  <a:lnTo>
                    <a:pt x="6290498" y="1332368"/>
                  </a:lnTo>
                  <a:lnTo>
                    <a:pt x="6320106" y="1240499"/>
                  </a:lnTo>
                  <a:lnTo>
                    <a:pt x="6349510" y="1152422"/>
                  </a:lnTo>
                  <a:lnTo>
                    <a:pt x="6378748" y="1068295"/>
                  </a:lnTo>
                  <a:lnTo>
                    <a:pt x="6407873" y="988218"/>
                  </a:lnTo>
                  <a:lnTo>
                    <a:pt x="6436958" y="912237"/>
                  </a:lnTo>
                  <a:lnTo>
                    <a:pt x="6466094" y="840347"/>
                  </a:lnTo>
                  <a:lnTo>
                    <a:pt x="6495395" y="772497"/>
                  </a:lnTo>
                  <a:lnTo>
                    <a:pt x="6515891" y="727752"/>
                  </a:lnTo>
                  <a:lnTo>
                    <a:pt x="6558487" y="642072"/>
                  </a:lnTo>
                  <a:lnTo>
                    <a:pt x="6602365" y="564292"/>
                  </a:lnTo>
                  <a:lnTo>
                    <a:pt x="6648094" y="494083"/>
                  </a:lnTo>
                  <a:lnTo>
                    <a:pt x="6696316" y="430846"/>
                  </a:lnTo>
                  <a:lnTo>
                    <a:pt x="6747694" y="373880"/>
                  </a:lnTo>
                  <a:lnTo>
                    <a:pt x="6802870" y="322485"/>
                  </a:lnTo>
                  <a:lnTo>
                    <a:pt x="6862410" y="276016"/>
                  </a:lnTo>
                  <a:lnTo>
                    <a:pt x="6926732" y="233926"/>
                  </a:lnTo>
                  <a:lnTo>
                    <a:pt x="6996014" y="195778"/>
                  </a:lnTo>
                  <a:lnTo>
                    <a:pt x="7070084" y="161260"/>
                  </a:lnTo>
                  <a:lnTo>
                    <a:pt x="7148284" y="130184"/>
                  </a:lnTo>
                  <a:lnTo>
                    <a:pt x="7229352" y="102475"/>
                  </a:lnTo>
                  <a:lnTo>
                    <a:pt x="7311348" y="78150"/>
                  </a:lnTo>
                  <a:lnTo>
                    <a:pt x="7391680" y="57282"/>
                  </a:lnTo>
                  <a:lnTo>
                    <a:pt x="7467278" y="39938"/>
                  </a:lnTo>
                  <a:lnTo>
                    <a:pt x="7534954" y="26120"/>
                  </a:lnTo>
                  <a:lnTo>
                    <a:pt x="7591886" y="15707"/>
                  </a:lnTo>
                  <a:lnTo>
                    <a:pt x="7636146" y="8414"/>
                  </a:lnTo>
                  <a:lnTo>
                    <a:pt x="7667114" y="3796"/>
                  </a:lnTo>
                  <a:lnTo>
                    <a:pt x="7685672" y="1283"/>
                  </a:lnTo>
                  <a:lnTo>
                    <a:pt x="7694164" y="234"/>
                  </a:lnTo>
                  <a:lnTo>
                    <a:pt x="7696204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5" name="pl1465"/>
            <p:cNvSpPr/>
            <p:nvPr/>
          </p:nvSpPr>
          <p:spPr>
            <a:xfrm>
              <a:off x="546595" y="892015"/>
              <a:ext cx="8234974" cy="4366516"/>
            </a:xfrm>
            <a:custGeom>
              <a:avLst/>
              <a:pathLst>
                <a:path w="8234974" h="4366516">
                  <a:moveTo>
                    <a:pt x="8234974" y="0"/>
                  </a:moveTo>
                  <a:lnTo>
                    <a:pt x="7696237" y="0"/>
                  </a:lnTo>
                  <a:lnTo>
                    <a:pt x="7695339" y="99"/>
                  </a:lnTo>
                  <a:lnTo>
                    <a:pt x="7689428" y="808"/>
                  </a:lnTo>
                  <a:lnTo>
                    <a:pt x="7674511" y="2766"/>
                  </a:lnTo>
                  <a:lnTo>
                    <a:pt x="7647803" y="6623"/>
                  </a:lnTo>
                  <a:lnTo>
                    <a:pt x="7607925" y="12978"/>
                  </a:lnTo>
                  <a:lnTo>
                    <a:pt x="7555011" y="22324"/>
                  </a:lnTo>
                  <a:lnTo>
                    <a:pt x="7490596" y="35000"/>
                  </a:lnTo>
                  <a:lnTo>
                    <a:pt x="7417262" y="51178"/>
                  </a:lnTo>
                  <a:lnTo>
                    <a:pt x="7338135" y="70891"/>
                  </a:lnTo>
                  <a:lnTo>
                    <a:pt x="7256373" y="94086"/>
                  </a:lnTo>
                  <a:lnTo>
                    <a:pt x="7174751" y="120686"/>
                  </a:lnTo>
                  <a:lnTo>
                    <a:pt x="7095435" y="150650"/>
                  </a:lnTo>
                  <a:lnTo>
                    <a:pt x="7019905" y="184019"/>
                  </a:lnTo>
                  <a:lnTo>
                    <a:pt x="6949005" y="220943"/>
                  </a:lnTo>
                  <a:lnTo>
                    <a:pt x="6883054" y="261693"/>
                  </a:lnTo>
                  <a:lnTo>
                    <a:pt x="6821976" y="306664"/>
                  </a:lnTo>
                  <a:lnTo>
                    <a:pt x="6765419" y="356369"/>
                  </a:lnTo>
                  <a:lnTo>
                    <a:pt x="6712858" y="411424"/>
                  </a:lnTo>
                  <a:lnTo>
                    <a:pt x="6663670" y="472517"/>
                  </a:lnTo>
                  <a:lnTo>
                    <a:pt x="6617193" y="540356"/>
                  </a:lnTo>
                  <a:lnTo>
                    <a:pt x="6572772" y="615588"/>
                  </a:lnTo>
                  <a:lnTo>
                    <a:pt x="6529810" y="698655"/>
                  </a:lnTo>
                  <a:lnTo>
                    <a:pt x="6515891" y="727752"/>
                  </a:lnTo>
                  <a:lnTo>
                    <a:pt x="6486397" y="792851"/>
                  </a:lnTo>
                  <a:lnTo>
                    <a:pt x="6457160" y="861930"/>
                  </a:lnTo>
                  <a:lnTo>
                    <a:pt x="6428050" y="935070"/>
                  </a:lnTo>
                  <a:lnTo>
                    <a:pt x="6398962" y="1012307"/>
                  </a:lnTo>
                  <a:lnTo>
                    <a:pt x="6369809" y="1093632"/>
                  </a:lnTo>
                  <a:lnTo>
                    <a:pt x="6340525" y="1178982"/>
                  </a:lnTo>
                  <a:lnTo>
                    <a:pt x="6311062" y="1268239"/>
                  </a:lnTo>
                  <a:lnTo>
                    <a:pt x="6281386" y="1361230"/>
                  </a:lnTo>
                  <a:lnTo>
                    <a:pt x="6251480" y="1457720"/>
                  </a:lnTo>
                  <a:lnTo>
                    <a:pt x="6221340" y="1557417"/>
                  </a:lnTo>
                  <a:lnTo>
                    <a:pt x="6190974" y="1659972"/>
                  </a:lnTo>
                  <a:lnTo>
                    <a:pt x="6160405" y="1764985"/>
                  </a:lnTo>
                  <a:lnTo>
                    <a:pt x="6129661" y="1872008"/>
                  </a:lnTo>
                  <a:lnTo>
                    <a:pt x="6098781" y="1980552"/>
                  </a:lnTo>
                  <a:lnTo>
                    <a:pt x="6067810" y="2090099"/>
                  </a:lnTo>
                  <a:lnTo>
                    <a:pt x="6036797" y="2200111"/>
                  </a:lnTo>
                  <a:lnTo>
                    <a:pt x="6005791" y="2310039"/>
                  </a:lnTo>
                  <a:lnTo>
                    <a:pt x="5974843" y="2419336"/>
                  </a:lnTo>
                  <a:lnTo>
                    <a:pt x="5944000" y="2527468"/>
                  </a:lnTo>
                  <a:lnTo>
                    <a:pt x="5913306" y="2633925"/>
                  </a:lnTo>
                  <a:lnTo>
                    <a:pt x="5882796" y="2738231"/>
                  </a:lnTo>
                  <a:lnTo>
                    <a:pt x="5852498" y="2839951"/>
                  </a:lnTo>
                  <a:lnTo>
                    <a:pt x="5822429" y="2938700"/>
                  </a:lnTo>
                  <a:lnTo>
                    <a:pt x="5792594" y="3034147"/>
                  </a:lnTo>
                  <a:lnTo>
                    <a:pt x="5762986" y="3126016"/>
                  </a:lnTo>
                  <a:lnTo>
                    <a:pt x="5733582" y="3214093"/>
                  </a:lnTo>
                  <a:lnTo>
                    <a:pt x="5704345" y="3298220"/>
                  </a:lnTo>
                  <a:lnTo>
                    <a:pt x="5675219" y="3378297"/>
                  </a:lnTo>
                  <a:lnTo>
                    <a:pt x="5646134" y="3454279"/>
                  </a:lnTo>
                  <a:lnTo>
                    <a:pt x="5616998" y="3526169"/>
                  </a:lnTo>
                  <a:lnTo>
                    <a:pt x="5587697" y="3594018"/>
                  </a:lnTo>
                  <a:lnTo>
                    <a:pt x="5567201" y="3638763"/>
                  </a:lnTo>
                  <a:lnTo>
                    <a:pt x="5524606" y="3724443"/>
                  </a:lnTo>
                  <a:lnTo>
                    <a:pt x="5480728" y="3802223"/>
                  </a:lnTo>
                  <a:lnTo>
                    <a:pt x="5434998" y="3872433"/>
                  </a:lnTo>
                  <a:lnTo>
                    <a:pt x="5386777" y="3935670"/>
                  </a:lnTo>
                  <a:lnTo>
                    <a:pt x="5335399" y="3992635"/>
                  </a:lnTo>
                  <a:lnTo>
                    <a:pt x="5280222" y="4044031"/>
                  </a:lnTo>
                  <a:lnTo>
                    <a:pt x="5220682" y="4090499"/>
                  </a:lnTo>
                  <a:lnTo>
                    <a:pt x="5156361" y="4132589"/>
                  </a:lnTo>
                  <a:lnTo>
                    <a:pt x="5087078" y="4170737"/>
                  </a:lnTo>
                  <a:lnTo>
                    <a:pt x="5013008" y="4205255"/>
                  </a:lnTo>
                  <a:lnTo>
                    <a:pt x="4934808" y="4236331"/>
                  </a:lnTo>
                  <a:lnTo>
                    <a:pt x="4853740" y="4264041"/>
                  </a:lnTo>
                  <a:lnTo>
                    <a:pt x="4771744" y="4288365"/>
                  </a:lnTo>
                  <a:lnTo>
                    <a:pt x="4691413" y="4309233"/>
                  </a:lnTo>
                  <a:lnTo>
                    <a:pt x="4615814" y="4326578"/>
                  </a:lnTo>
                  <a:lnTo>
                    <a:pt x="4548138" y="4340395"/>
                  </a:lnTo>
                  <a:lnTo>
                    <a:pt x="4491206" y="4350809"/>
                  </a:lnTo>
                  <a:lnTo>
                    <a:pt x="4446946" y="4358102"/>
                  </a:lnTo>
                  <a:lnTo>
                    <a:pt x="4415978" y="4362719"/>
                  </a:lnTo>
                  <a:lnTo>
                    <a:pt x="4397420" y="4365233"/>
                  </a:lnTo>
                  <a:lnTo>
                    <a:pt x="4388928" y="4366281"/>
                  </a:lnTo>
                  <a:lnTo>
                    <a:pt x="4386888" y="4366512"/>
                  </a:lnTo>
                  <a:lnTo>
                    <a:pt x="4386855" y="4366516"/>
                  </a:lnTo>
                  <a:lnTo>
                    <a:pt x="3848118" y="4366516"/>
                  </a:lnTo>
                  <a:lnTo>
                    <a:pt x="3846820" y="4366501"/>
                  </a:lnTo>
                  <a:lnTo>
                    <a:pt x="3838346" y="4366391"/>
                  </a:lnTo>
                  <a:lnTo>
                    <a:pt x="3817223" y="4366087"/>
                  </a:lnTo>
                  <a:lnTo>
                    <a:pt x="3780056" y="4365491"/>
                  </a:lnTo>
                  <a:lnTo>
                    <a:pt x="3725867" y="4364517"/>
                  </a:lnTo>
                  <a:lnTo>
                    <a:pt x="3656105" y="4363103"/>
                  </a:lnTo>
                  <a:lnTo>
                    <a:pt x="3574165" y="4361216"/>
                  </a:lnTo>
                  <a:lnTo>
                    <a:pt x="3484514" y="4358847"/>
                  </a:lnTo>
                  <a:lnTo>
                    <a:pt x="3391725" y="4356005"/>
                  </a:lnTo>
                  <a:lnTo>
                    <a:pt x="3299726" y="4352701"/>
                  </a:lnTo>
                  <a:lnTo>
                    <a:pt x="3211403" y="4348938"/>
                  </a:lnTo>
                  <a:lnTo>
                    <a:pt x="3128529" y="4344704"/>
                  </a:lnTo>
                  <a:lnTo>
                    <a:pt x="3051906" y="4339965"/>
                  </a:lnTo>
                  <a:lnTo>
                    <a:pt x="2981601" y="4334667"/>
                  </a:lnTo>
                  <a:lnTo>
                    <a:pt x="2917174" y="4328733"/>
                  </a:lnTo>
                  <a:lnTo>
                    <a:pt x="2857876" y="4322071"/>
                  </a:lnTo>
                  <a:lnTo>
                    <a:pt x="2802796" y="4314573"/>
                  </a:lnTo>
                  <a:lnTo>
                    <a:pt x="2750970" y="4306132"/>
                  </a:lnTo>
                  <a:lnTo>
                    <a:pt x="2701467" y="4296656"/>
                  </a:lnTo>
                  <a:lnTo>
                    <a:pt x="2667772" y="4289385"/>
                  </a:lnTo>
                  <a:lnTo>
                    <a:pt x="2616279" y="4277021"/>
                  </a:lnTo>
                  <a:lnTo>
                    <a:pt x="2565281" y="4263343"/>
                  </a:lnTo>
                  <a:lnTo>
                    <a:pt x="2514219" y="4248335"/>
                  </a:lnTo>
                  <a:lnTo>
                    <a:pt x="2462721" y="4232029"/>
                  </a:lnTo>
                  <a:lnTo>
                    <a:pt x="2410578" y="4214512"/>
                  </a:lnTo>
                  <a:lnTo>
                    <a:pt x="2357723" y="4195931"/>
                  </a:lnTo>
                  <a:lnTo>
                    <a:pt x="2304211" y="4176488"/>
                  </a:lnTo>
                  <a:lnTo>
                    <a:pt x="2250198" y="4156433"/>
                  </a:lnTo>
                  <a:lnTo>
                    <a:pt x="2195908" y="4136056"/>
                  </a:lnTo>
                  <a:lnTo>
                    <a:pt x="2141606" y="4115665"/>
                  </a:lnTo>
                  <a:lnTo>
                    <a:pt x="2087558" y="4095569"/>
                  </a:lnTo>
                  <a:lnTo>
                    <a:pt x="2033992" y="4076058"/>
                  </a:lnTo>
                  <a:lnTo>
                    <a:pt x="1981073" y="4057389"/>
                  </a:lnTo>
                  <a:lnTo>
                    <a:pt x="1928866" y="4039768"/>
                  </a:lnTo>
                  <a:lnTo>
                    <a:pt x="1877316" y="4023347"/>
                  </a:lnTo>
                  <a:lnTo>
                    <a:pt x="1826227" y="4008219"/>
                  </a:lnTo>
                  <a:lnTo>
                    <a:pt x="1775243" y="3994420"/>
                  </a:lnTo>
                  <a:lnTo>
                    <a:pt x="1723824" y="3981937"/>
                  </a:lnTo>
                  <a:lnTo>
                    <a:pt x="1719082" y="3980861"/>
                  </a:lnTo>
                  <a:lnTo>
                    <a:pt x="1670715" y="3970632"/>
                  </a:lnTo>
                  <a:lnTo>
                    <a:pt x="1620607" y="3961474"/>
                  </a:lnTo>
                  <a:lnTo>
                    <a:pt x="1567905" y="3953327"/>
                  </a:lnTo>
                  <a:lnTo>
                    <a:pt x="1511659" y="3946092"/>
                  </a:lnTo>
                  <a:lnTo>
                    <a:pt x="1450911" y="3939660"/>
                  </a:lnTo>
                  <a:lnTo>
                    <a:pt x="1384787" y="3933926"/>
                  </a:lnTo>
                  <a:lnTo>
                    <a:pt x="1312612" y="3928803"/>
                  </a:lnTo>
                  <a:lnTo>
                    <a:pt x="1234076" y="3924220"/>
                  </a:lnTo>
                  <a:lnTo>
                    <a:pt x="1149441" y="3920130"/>
                  </a:lnTo>
                  <a:lnTo>
                    <a:pt x="1059779" y="3916505"/>
                  </a:lnTo>
                  <a:lnTo>
                    <a:pt x="967189" y="3913339"/>
                  </a:lnTo>
                  <a:lnTo>
                    <a:pt x="874889" y="3910638"/>
                  </a:lnTo>
                  <a:lnTo>
                    <a:pt x="787060" y="3908413"/>
                  </a:lnTo>
                  <a:lnTo>
                    <a:pt x="708338" y="3906670"/>
                  </a:lnTo>
                  <a:lnTo>
                    <a:pt x="642969" y="3905393"/>
                  </a:lnTo>
                  <a:lnTo>
                    <a:pt x="593845" y="3904540"/>
                  </a:lnTo>
                  <a:lnTo>
                    <a:pt x="561713" y="3904042"/>
                  </a:lnTo>
                  <a:lnTo>
                    <a:pt x="544847" y="3903807"/>
                  </a:lnTo>
                  <a:lnTo>
                    <a:pt x="539189" y="3903736"/>
                  </a:lnTo>
                  <a:lnTo>
                    <a:pt x="538736" y="3903731"/>
                  </a:lnTo>
                  <a:lnTo>
                    <a:pt x="0" y="39037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6" name="pg1466"/>
            <p:cNvSpPr/>
            <p:nvPr/>
          </p:nvSpPr>
          <p:spPr>
            <a:xfrm>
              <a:off x="546595" y="3456390"/>
              <a:ext cx="8234974" cy="1862030"/>
            </a:xfrm>
            <a:custGeom>
              <a:avLst/>
              <a:pathLst>
                <a:path w="8234974" h="1862030">
                  <a:moveTo>
                    <a:pt x="0" y="1350244"/>
                  </a:moveTo>
                  <a:lnTo>
                    <a:pt x="538736" y="1350244"/>
                  </a:lnTo>
                  <a:lnTo>
                    <a:pt x="540034" y="1350261"/>
                  </a:lnTo>
                  <a:lnTo>
                    <a:pt x="548501" y="1350382"/>
                  </a:lnTo>
                  <a:lnTo>
                    <a:pt x="569611" y="1350718"/>
                  </a:lnTo>
                  <a:lnTo>
                    <a:pt x="606755" y="1351377"/>
                  </a:lnTo>
                  <a:lnTo>
                    <a:pt x="660914" y="1352453"/>
                  </a:lnTo>
                  <a:lnTo>
                    <a:pt x="730641" y="1354016"/>
                  </a:lnTo>
                  <a:lnTo>
                    <a:pt x="812546" y="1356101"/>
                  </a:lnTo>
                  <a:lnTo>
                    <a:pt x="902167" y="1358719"/>
                  </a:lnTo>
                  <a:lnTo>
                    <a:pt x="994931" y="1361860"/>
                  </a:lnTo>
                  <a:lnTo>
                    <a:pt x="1086914" y="1365512"/>
                  </a:lnTo>
                  <a:lnTo>
                    <a:pt x="1175228" y="1369671"/>
                  </a:lnTo>
                  <a:lnTo>
                    <a:pt x="1258099" y="1374351"/>
                  </a:lnTo>
                  <a:lnTo>
                    <a:pt x="1334722" y="1379589"/>
                  </a:lnTo>
                  <a:lnTo>
                    <a:pt x="1405031" y="1385445"/>
                  </a:lnTo>
                  <a:lnTo>
                    <a:pt x="1469462" y="1392003"/>
                  </a:lnTo>
                  <a:lnTo>
                    <a:pt x="1528763" y="1399365"/>
                  </a:lnTo>
                  <a:lnTo>
                    <a:pt x="1583844" y="1407651"/>
                  </a:lnTo>
                  <a:lnTo>
                    <a:pt x="1635669" y="1416979"/>
                  </a:lnTo>
                  <a:lnTo>
                    <a:pt x="1685168" y="1427451"/>
                  </a:lnTo>
                  <a:lnTo>
                    <a:pt x="1719082" y="1435542"/>
                  </a:lnTo>
                  <a:lnTo>
                    <a:pt x="1770307" y="1449140"/>
                  </a:lnTo>
                  <a:lnTo>
                    <a:pt x="1821038" y="1464174"/>
                  </a:lnTo>
                  <a:lnTo>
                    <a:pt x="1871827" y="1480665"/>
                  </a:lnTo>
                  <a:lnTo>
                    <a:pt x="1923043" y="1498577"/>
                  </a:lnTo>
                  <a:lnTo>
                    <a:pt x="1974895" y="1517817"/>
                  </a:lnTo>
                  <a:lnTo>
                    <a:pt x="2027452" y="1538226"/>
                  </a:lnTo>
                  <a:lnTo>
                    <a:pt x="2080662" y="1559587"/>
                  </a:lnTo>
                  <a:lnTo>
                    <a:pt x="2134376" y="1581628"/>
                  </a:lnTo>
                  <a:lnTo>
                    <a:pt x="2188373" y="1604035"/>
                  </a:lnTo>
                  <a:lnTo>
                    <a:pt x="2242395" y="1626474"/>
                  </a:lnTo>
                  <a:lnTo>
                    <a:pt x="2296180" y="1648608"/>
                  </a:lnTo>
                  <a:lnTo>
                    <a:pt x="2349498" y="1670118"/>
                  </a:lnTo>
                  <a:lnTo>
                    <a:pt x="2402184" y="1690724"/>
                  </a:lnTo>
                  <a:lnTo>
                    <a:pt x="2454167" y="1710196"/>
                  </a:lnTo>
                  <a:lnTo>
                    <a:pt x="2505491" y="1728366"/>
                  </a:lnTo>
                  <a:lnTo>
                    <a:pt x="2556337" y="1745127"/>
                  </a:lnTo>
                  <a:lnTo>
                    <a:pt x="2607043" y="1760434"/>
                  </a:lnTo>
                  <a:lnTo>
                    <a:pt x="2658123" y="1774296"/>
                  </a:lnTo>
                  <a:lnTo>
                    <a:pt x="2667772" y="1776732"/>
                  </a:lnTo>
                  <a:lnTo>
                    <a:pt x="2716128" y="1788042"/>
                  </a:lnTo>
                  <a:lnTo>
                    <a:pt x="2766224" y="1798168"/>
                  </a:lnTo>
                  <a:lnTo>
                    <a:pt x="2818911" y="1807176"/>
                  </a:lnTo>
                  <a:lnTo>
                    <a:pt x="2875140" y="1815176"/>
                  </a:lnTo>
                  <a:lnTo>
                    <a:pt x="2935868" y="1822289"/>
                  </a:lnTo>
                  <a:lnTo>
                    <a:pt x="3001970" y="1828629"/>
                  </a:lnTo>
                  <a:lnTo>
                    <a:pt x="3074118" y="1834295"/>
                  </a:lnTo>
                  <a:lnTo>
                    <a:pt x="3152623" y="1839362"/>
                  </a:lnTo>
                  <a:lnTo>
                    <a:pt x="3237227" y="1843886"/>
                  </a:lnTo>
                  <a:lnTo>
                    <a:pt x="3326859" y="1847894"/>
                  </a:lnTo>
                  <a:lnTo>
                    <a:pt x="3419423" y="1851396"/>
                  </a:lnTo>
                  <a:lnTo>
                    <a:pt x="3511708" y="1854384"/>
                  </a:lnTo>
                  <a:lnTo>
                    <a:pt x="3599535" y="1856845"/>
                  </a:lnTo>
                  <a:lnTo>
                    <a:pt x="3678276" y="1858774"/>
                  </a:lnTo>
                  <a:lnTo>
                    <a:pt x="3743681" y="1860187"/>
                  </a:lnTo>
                  <a:lnTo>
                    <a:pt x="3792856" y="1861132"/>
                  </a:lnTo>
                  <a:lnTo>
                    <a:pt x="3825044" y="1861684"/>
                  </a:lnTo>
                  <a:lnTo>
                    <a:pt x="3841963" y="1861945"/>
                  </a:lnTo>
                  <a:lnTo>
                    <a:pt x="3847657" y="1862024"/>
                  </a:lnTo>
                  <a:lnTo>
                    <a:pt x="3848118" y="1862030"/>
                  </a:lnTo>
                  <a:lnTo>
                    <a:pt x="4386855" y="1862030"/>
                  </a:lnTo>
                  <a:lnTo>
                    <a:pt x="4388096" y="1861971"/>
                  </a:lnTo>
                  <a:lnTo>
                    <a:pt x="4396200" y="1861551"/>
                  </a:lnTo>
                  <a:lnTo>
                    <a:pt x="4416436" y="1860388"/>
                  </a:lnTo>
                  <a:lnTo>
                    <a:pt x="4452128" y="1858106"/>
                  </a:lnTo>
                  <a:lnTo>
                    <a:pt x="4504339" y="1854373"/>
                  </a:lnTo>
                  <a:lnTo>
                    <a:pt x="4571836" y="1848942"/>
                  </a:lnTo>
                  <a:lnTo>
                    <a:pt x="4651503" y="1841678"/>
                  </a:lnTo>
                  <a:lnTo>
                    <a:pt x="4739134" y="1832542"/>
                  </a:lnTo>
                  <a:lnTo>
                    <a:pt x="4830330" y="1821559"/>
                  </a:lnTo>
                  <a:lnTo>
                    <a:pt x="4921232" y="1808774"/>
                  </a:lnTo>
                  <a:lnTo>
                    <a:pt x="5008927" y="1794206"/>
                  </a:lnTo>
                  <a:lnTo>
                    <a:pt x="5091558" y="1777819"/>
                  </a:lnTo>
                  <a:lnTo>
                    <a:pt x="5168210" y="1759499"/>
                  </a:lnTo>
                  <a:lnTo>
                    <a:pt x="5238703" y="1739054"/>
                  </a:lnTo>
                  <a:lnTo>
                    <a:pt x="5303374" y="1716210"/>
                  </a:lnTo>
                  <a:lnTo>
                    <a:pt x="5362887" y="1690621"/>
                  </a:lnTo>
                  <a:lnTo>
                    <a:pt x="5418083" y="1661888"/>
                  </a:lnTo>
                  <a:lnTo>
                    <a:pt x="5469880" y="1629594"/>
                  </a:lnTo>
                  <a:lnTo>
                    <a:pt x="5519183" y="1593361"/>
                  </a:lnTo>
                  <a:lnTo>
                    <a:pt x="5566804" y="1552959"/>
                  </a:lnTo>
                  <a:lnTo>
                    <a:pt x="5567201" y="1552599"/>
                  </a:lnTo>
                  <a:lnTo>
                    <a:pt x="5608448" y="1513342"/>
                  </a:lnTo>
                  <a:lnTo>
                    <a:pt x="5649293" y="1470735"/>
                  </a:lnTo>
                  <a:lnTo>
                    <a:pt x="5690056" y="1424713"/>
                  </a:lnTo>
                  <a:lnTo>
                    <a:pt x="5730972" y="1375290"/>
                  </a:lnTo>
                  <a:lnTo>
                    <a:pt x="5772204" y="1322564"/>
                  </a:lnTo>
                  <a:lnTo>
                    <a:pt x="5813851" y="1266727"/>
                  </a:lnTo>
                  <a:lnTo>
                    <a:pt x="5855954" y="1208066"/>
                  </a:lnTo>
                  <a:lnTo>
                    <a:pt x="5898503" y="1146963"/>
                  </a:lnTo>
                  <a:lnTo>
                    <a:pt x="5941440" y="1083887"/>
                  </a:lnTo>
                  <a:lnTo>
                    <a:pt x="5984674" y="1019381"/>
                  </a:lnTo>
                  <a:lnTo>
                    <a:pt x="6028085" y="954044"/>
                  </a:lnTo>
                  <a:lnTo>
                    <a:pt x="6071540" y="888508"/>
                  </a:lnTo>
                  <a:lnTo>
                    <a:pt x="6114899" y="823415"/>
                  </a:lnTo>
                  <a:lnTo>
                    <a:pt x="6158032" y="759385"/>
                  </a:lnTo>
                  <a:lnTo>
                    <a:pt x="6200831" y="696999"/>
                  </a:lnTo>
                  <a:lnTo>
                    <a:pt x="6243214" y="636775"/>
                  </a:lnTo>
                  <a:lnTo>
                    <a:pt x="6285143" y="579149"/>
                  </a:lnTo>
                  <a:lnTo>
                    <a:pt x="6326624" y="524467"/>
                  </a:lnTo>
                  <a:lnTo>
                    <a:pt x="6367721" y="472980"/>
                  </a:lnTo>
                  <a:lnTo>
                    <a:pt x="6408555" y="424844"/>
                  </a:lnTo>
                  <a:lnTo>
                    <a:pt x="6449317" y="380125"/>
                  </a:lnTo>
                  <a:lnTo>
                    <a:pt x="6490273" y="338804"/>
                  </a:lnTo>
                  <a:lnTo>
                    <a:pt x="6515891" y="314875"/>
                  </a:lnTo>
                  <a:lnTo>
                    <a:pt x="6563501" y="274438"/>
                  </a:lnTo>
                  <a:lnTo>
                    <a:pt x="6612786" y="238170"/>
                  </a:lnTo>
                  <a:lnTo>
                    <a:pt x="6664558" y="205844"/>
                  </a:lnTo>
                  <a:lnTo>
                    <a:pt x="6719722" y="177083"/>
                  </a:lnTo>
                  <a:lnTo>
                    <a:pt x="6779194" y="151469"/>
                  </a:lnTo>
                  <a:lnTo>
                    <a:pt x="6843819" y="128603"/>
                  </a:lnTo>
                  <a:lnTo>
                    <a:pt x="6914261" y="108139"/>
                  </a:lnTo>
                  <a:lnTo>
                    <a:pt x="6990860" y="89802"/>
                  </a:lnTo>
                  <a:lnTo>
                    <a:pt x="7073443" y="73399"/>
                  </a:lnTo>
                  <a:lnTo>
                    <a:pt x="7161102" y="58816"/>
                  </a:lnTo>
                  <a:lnTo>
                    <a:pt x="7251987" y="46016"/>
                  </a:lnTo>
                  <a:lnTo>
                    <a:pt x="7343196" y="35018"/>
                  </a:lnTo>
                  <a:lnTo>
                    <a:pt x="7430876" y="25865"/>
                  </a:lnTo>
                  <a:lnTo>
                    <a:pt x="7510629" y="18585"/>
                  </a:lnTo>
                  <a:lnTo>
                    <a:pt x="7578244" y="13140"/>
                  </a:lnTo>
                  <a:lnTo>
                    <a:pt x="7630592" y="9393"/>
                  </a:lnTo>
                  <a:lnTo>
                    <a:pt x="7666422" y="7100"/>
                  </a:lnTo>
                  <a:lnTo>
                    <a:pt x="7686779" y="5930"/>
                  </a:lnTo>
                  <a:lnTo>
                    <a:pt x="7694965" y="550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7" y="58"/>
                  </a:lnTo>
                  <a:lnTo>
                    <a:pt x="7686893" y="479"/>
                  </a:lnTo>
                  <a:lnTo>
                    <a:pt x="7666656" y="1641"/>
                  </a:lnTo>
                  <a:lnTo>
                    <a:pt x="7630965" y="3923"/>
                  </a:lnTo>
                  <a:lnTo>
                    <a:pt x="7578754" y="7657"/>
                  </a:lnTo>
                  <a:lnTo>
                    <a:pt x="7511257" y="13087"/>
                  </a:lnTo>
                  <a:lnTo>
                    <a:pt x="7431590" y="20351"/>
                  </a:lnTo>
                  <a:lnTo>
                    <a:pt x="7343959" y="29488"/>
                  </a:lnTo>
                  <a:lnTo>
                    <a:pt x="7252762" y="40471"/>
                  </a:lnTo>
                  <a:lnTo>
                    <a:pt x="7161861" y="53256"/>
                  </a:lnTo>
                  <a:lnTo>
                    <a:pt x="7074165" y="67823"/>
                  </a:lnTo>
                  <a:lnTo>
                    <a:pt x="6991534" y="84211"/>
                  </a:lnTo>
                  <a:lnTo>
                    <a:pt x="6914883" y="102530"/>
                  </a:lnTo>
                  <a:lnTo>
                    <a:pt x="6844389" y="122975"/>
                  </a:lnTo>
                  <a:lnTo>
                    <a:pt x="6779718" y="145820"/>
                  </a:lnTo>
                  <a:lnTo>
                    <a:pt x="6720206" y="171409"/>
                  </a:lnTo>
                  <a:lnTo>
                    <a:pt x="6665010" y="200141"/>
                  </a:lnTo>
                  <a:lnTo>
                    <a:pt x="6613213" y="232436"/>
                  </a:lnTo>
                  <a:lnTo>
                    <a:pt x="6563910" y="268669"/>
                  </a:lnTo>
                  <a:lnTo>
                    <a:pt x="6516289" y="309071"/>
                  </a:lnTo>
                  <a:lnTo>
                    <a:pt x="6515891" y="309431"/>
                  </a:lnTo>
                  <a:lnTo>
                    <a:pt x="6474645" y="348687"/>
                  </a:lnTo>
                  <a:lnTo>
                    <a:pt x="6433799" y="391295"/>
                  </a:lnTo>
                  <a:lnTo>
                    <a:pt x="6393036" y="437317"/>
                  </a:lnTo>
                  <a:lnTo>
                    <a:pt x="6352121" y="486740"/>
                  </a:lnTo>
                  <a:lnTo>
                    <a:pt x="6310889" y="539466"/>
                  </a:lnTo>
                  <a:lnTo>
                    <a:pt x="6269242" y="595303"/>
                  </a:lnTo>
                  <a:lnTo>
                    <a:pt x="6227138" y="653964"/>
                  </a:lnTo>
                  <a:lnTo>
                    <a:pt x="6184590" y="715067"/>
                  </a:lnTo>
                  <a:lnTo>
                    <a:pt x="6141652" y="778143"/>
                  </a:lnTo>
                  <a:lnTo>
                    <a:pt x="6098419" y="842649"/>
                  </a:lnTo>
                  <a:lnTo>
                    <a:pt x="6055007" y="907986"/>
                  </a:lnTo>
                  <a:lnTo>
                    <a:pt x="6011553" y="973521"/>
                  </a:lnTo>
                  <a:lnTo>
                    <a:pt x="5968194" y="1038615"/>
                  </a:lnTo>
                  <a:lnTo>
                    <a:pt x="5925060" y="1102645"/>
                  </a:lnTo>
                  <a:lnTo>
                    <a:pt x="5882262" y="1165030"/>
                  </a:lnTo>
                  <a:lnTo>
                    <a:pt x="5839878" y="1225255"/>
                  </a:lnTo>
                  <a:lnTo>
                    <a:pt x="5797950" y="1282881"/>
                  </a:lnTo>
                  <a:lnTo>
                    <a:pt x="5756468" y="1337563"/>
                  </a:lnTo>
                  <a:lnTo>
                    <a:pt x="5715372" y="1389050"/>
                  </a:lnTo>
                  <a:lnTo>
                    <a:pt x="5674537" y="1437185"/>
                  </a:lnTo>
                  <a:lnTo>
                    <a:pt x="5633775" y="1481905"/>
                  </a:lnTo>
                  <a:lnTo>
                    <a:pt x="5592819" y="1523226"/>
                  </a:lnTo>
                  <a:lnTo>
                    <a:pt x="5567201" y="1547155"/>
                  </a:lnTo>
                  <a:lnTo>
                    <a:pt x="5519591" y="1587592"/>
                  </a:lnTo>
                  <a:lnTo>
                    <a:pt x="5470306" y="1623860"/>
                  </a:lnTo>
                  <a:lnTo>
                    <a:pt x="5418534" y="1656186"/>
                  </a:lnTo>
                  <a:lnTo>
                    <a:pt x="5363370" y="1684947"/>
                  </a:lnTo>
                  <a:lnTo>
                    <a:pt x="5303898" y="1710561"/>
                  </a:lnTo>
                  <a:lnTo>
                    <a:pt x="5239274" y="1733427"/>
                  </a:lnTo>
                  <a:lnTo>
                    <a:pt x="5168832" y="1753891"/>
                  </a:lnTo>
                  <a:lnTo>
                    <a:pt x="5092232" y="1772228"/>
                  </a:lnTo>
                  <a:lnTo>
                    <a:pt x="5009649" y="1788631"/>
                  </a:lnTo>
                  <a:lnTo>
                    <a:pt x="4921990" y="1803214"/>
                  </a:lnTo>
                  <a:lnTo>
                    <a:pt x="4831105" y="1816014"/>
                  </a:lnTo>
                  <a:lnTo>
                    <a:pt x="4739896" y="1827012"/>
                  </a:lnTo>
                  <a:lnTo>
                    <a:pt x="4652217" y="1836164"/>
                  </a:lnTo>
                  <a:lnTo>
                    <a:pt x="4572464" y="1843444"/>
                  </a:lnTo>
                  <a:lnTo>
                    <a:pt x="4504849" y="1848890"/>
                  </a:lnTo>
                  <a:lnTo>
                    <a:pt x="4452500" y="1852637"/>
                  </a:lnTo>
                  <a:lnTo>
                    <a:pt x="4416670" y="1854930"/>
                  </a:lnTo>
                  <a:lnTo>
                    <a:pt x="4396314" y="1856100"/>
                  </a:lnTo>
                  <a:lnTo>
                    <a:pt x="4388127" y="1856525"/>
                  </a:lnTo>
                  <a:lnTo>
                    <a:pt x="4386855" y="1856586"/>
                  </a:lnTo>
                  <a:lnTo>
                    <a:pt x="3848118" y="1856586"/>
                  </a:lnTo>
                  <a:lnTo>
                    <a:pt x="3846821" y="1856569"/>
                  </a:lnTo>
                  <a:lnTo>
                    <a:pt x="3838353" y="1856447"/>
                  </a:lnTo>
                  <a:lnTo>
                    <a:pt x="3817243" y="1856112"/>
                  </a:lnTo>
                  <a:lnTo>
                    <a:pt x="3780100" y="1855453"/>
                  </a:lnTo>
                  <a:lnTo>
                    <a:pt x="3725941" y="1854377"/>
                  </a:lnTo>
                  <a:lnTo>
                    <a:pt x="3656213" y="1852814"/>
                  </a:lnTo>
                  <a:lnTo>
                    <a:pt x="3574308" y="1850728"/>
                  </a:lnTo>
                  <a:lnTo>
                    <a:pt x="3484688" y="1848110"/>
                  </a:lnTo>
                  <a:lnTo>
                    <a:pt x="3391923" y="1844969"/>
                  </a:lnTo>
                  <a:lnTo>
                    <a:pt x="3299941" y="1841317"/>
                  </a:lnTo>
                  <a:lnTo>
                    <a:pt x="3211627" y="1837158"/>
                  </a:lnTo>
                  <a:lnTo>
                    <a:pt x="3128756" y="1832478"/>
                  </a:lnTo>
                  <a:lnTo>
                    <a:pt x="3052132" y="1827240"/>
                  </a:lnTo>
                  <a:lnTo>
                    <a:pt x="2981824" y="1821385"/>
                  </a:lnTo>
                  <a:lnTo>
                    <a:pt x="2917393" y="1814827"/>
                  </a:lnTo>
                  <a:lnTo>
                    <a:pt x="2858092" y="1807464"/>
                  </a:lnTo>
                  <a:lnTo>
                    <a:pt x="2803011" y="1799179"/>
                  </a:lnTo>
                  <a:lnTo>
                    <a:pt x="2751185" y="1789851"/>
                  </a:lnTo>
                  <a:lnTo>
                    <a:pt x="2701686" y="1779379"/>
                  </a:lnTo>
                  <a:lnTo>
                    <a:pt x="2667772" y="1771288"/>
                  </a:lnTo>
                  <a:lnTo>
                    <a:pt x="2616548" y="1757690"/>
                  </a:lnTo>
                  <a:lnTo>
                    <a:pt x="2565817" y="1742655"/>
                  </a:lnTo>
                  <a:lnTo>
                    <a:pt x="2515028" y="1726165"/>
                  </a:lnTo>
                  <a:lnTo>
                    <a:pt x="2463811" y="1708253"/>
                  </a:lnTo>
                  <a:lnTo>
                    <a:pt x="2411959" y="1689013"/>
                  </a:lnTo>
                  <a:lnTo>
                    <a:pt x="2359402" y="1668604"/>
                  </a:lnTo>
                  <a:lnTo>
                    <a:pt x="2306192" y="1647243"/>
                  </a:lnTo>
                  <a:lnTo>
                    <a:pt x="2252479" y="1625202"/>
                  </a:lnTo>
                  <a:lnTo>
                    <a:pt x="2198482" y="1602795"/>
                  </a:lnTo>
                  <a:lnTo>
                    <a:pt x="2144460" y="1580355"/>
                  </a:lnTo>
                  <a:lnTo>
                    <a:pt x="2090675" y="1558221"/>
                  </a:lnTo>
                  <a:lnTo>
                    <a:pt x="2037356" y="1536711"/>
                  </a:lnTo>
                  <a:lnTo>
                    <a:pt x="1984670" y="1516105"/>
                  </a:lnTo>
                  <a:lnTo>
                    <a:pt x="1932688" y="1496633"/>
                  </a:lnTo>
                  <a:lnTo>
                    <a:pt x="1881364" y="1478464"/>
                  </a:lnTo>
                  <a:lnTo>
                    <a:pt x="1830518" y="1461703"/>
                  </a:lnTo>
                  <a:lnTo>
                    <a:pt x="1779812" y="1446396"/>
                  </a:lnTo>
                  <a:lnTo>
                    <a:pt x="1728731" y="1432533"/>
                  </a:lnTo>
                  <a:lnTo>
                    <a:pt x="1719082" y="1430097"/>
                  </a:lnTo>
                  <a:lnTo>
                    <a:pt x="1670727" y="1418787"/>
                  </a:lnTo>
                  <a:lnTo>
                    <a:pt x="1620631" y="1408662"/>
                  </a:lnTo>
                  <a:lnTo>
                    <a:pt x="1567943" y="1399654"/>
                  </a:lnTo>
                  <a:lnTo>
                    <a:pt x="1511714" y="1391654"/>
                  </a:lnTo>
                  <a:lnTo>
                    <a:pt x="1450986" y="1384541"/>
                  </a:lnTo>
                  <a:lnTo>
                    <a:pt x="1384885" y="1378201"/>
                  </a:lnTo>
                  <a:lnTo>
                    <a:pt x="1312737" y="1372535"/>
                  </a:lnTo>
                  <a:lnTo>
                    <a:pt x="1234231" y="1367467"/>
                  </a:lnTo>
                  <a:lnTo>
                    <a:pt x="1149628" y="1362944"/>
                  </a:lnTo>
                  <a:lnTo>
                    <a:pt x="1059996" y="1358935"/>
                  </a:lnTo>
                  <a:lnTo>
                    <a:pt x="967431" y="1355434"/>
                  </a:lnTo>
                  <a:lnTo>
                    <a:pt x="875147" y="1352446"/>
                  </a:lnTo>
                  <a:lnTo>
                    <a:pt x="787319" y="1349985"/>
                  </a:lnTo>
                  <a:lnTo>
                    <a:pt x="708579" y="1348056"/>
                  </a:lnTo>
                  <a:lnTo>
                    <a:pt x="643174" y="1346642"/>
                  </a:lnTo>
                  <a:lnTo>
                    <a:pt x="593999" y="1345698"/>
                  </a:lnTo>
                  <a:lnTo>
                    <a:pt x="561810" y="1345145"/>
                  </a:lnTo>
                  <a:lnTo>
                    <a:pt x="544892" y="1344885"/>
                  </a:lnTo>
                  <a:lnTo>
                    <a:pt x="539198" y="1344805"/>
                  </a:lnTo>
                  <a:lnTo>
                    <a:pt x="538736" y="1344799"/>
                  </a:lnTo>
                  <a:lnTo>
                    <a:pt x="0" y="1344799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67" name="pl1467"/>
            <p:cNvSpPr/>
            <p:nvPr/>
          </p:nvSpPr>
          <p:spPr>
            <a:xfrm>
              <a:off x="546595" y="3461835"/>
              <a:ext cx="8234974" cy="1856586"/>
            </a:xfrm>
            <a:custGeom>
              <a:avLst/>
              <a:pathLst>
                <a:path w="8234974" h="1856586">
                  <a:moveTo>
                    <a:pt x="0" y="1344799"/>
                  </a:moveTo>
                  <a:lnTo>
                    <a:pt x="538736" y="1344799"/>
                  </a:lnTo>
                  <a:lnTo>
                    <a:pt x="540034" y="1344816"/>
                  </a:lnTo>
                  <a:lnTo>
                    <a:pt x="548501" y="1344938"/>
                  </a:lnTo>
                  <a:lnTo>
                    <a:pt x="569611" y="1345274"/>
                  </a:lnTo>
                  <a:lnTo>
                    <a:pt x="606755" y="1345932"/>
                  </a:lnTo>
                  <a:lnTo>
                    <a:pt x="660914" y="1347008"/>
                  </a:lnTo>
                  <a:lnTo>
                    <a:pt x="730641" y="1348571"/>
                  </a:lnTo>
                  <a:lnTo>
                    <a:pt x="812546" y="1350657"/>
                  </a:lnTo>
                  <a:lnTo>
                    <a:pt x="902167" y="1353275"/>
                  </a:lnTo>
                  <a:lnTo>
                    <a:pt x="994931" y="1356416"/>
                  </a:lnTo>
                  <a:lnTo>
                    <a:pt x="1086914" y="1360068"/>
                  </a:lnTo>
                  <a:lnTo>
                    <a:pt x="1175228" y="1364227"/>
                  </a:lnTo>
                  <a:lnTo>
                    <a:pt x="1258099" y="1368907"/>
                  </a:lnTo>
                  <a:lnTo>
                    <a:pt x="1334722" y="1374145"/>
                  </a:lnTo>
                  <a:lnTo>
                    <a:pt x="1405031" y="1380001"/>
                  </a:lnTo>
                  <a:lnTo>
                    <a:pt x="1469462" y="1386558"/>
                  </a:lnTo>
                  <a:lnTo>
                    <a:pt x="1528763" y="1393921"/>
                  </a:lnTo>
                  <a:lnTo>
                    <a:pt x="1583844" y="1402206"/>
                  </a:lnTo>
                  <a:lnTo>
                    <a:pt x="1635669" y="1411535"/>
                  </a:lnTo>
                  <a:lnTo>
                    <a:pt x="1685168" y="1422006"/>
                  </a:lnTo>
                  <a:lnTo>
                    <a:pt x="1719082" y="1430097"/>
                  </a:lnTo>
                  <a:lnTo>
                    <a:pt x="1770307" y="1443695"/>
                  </a:lnTo>
                  <a:lnTo>
                    <a:pt x="1821038" y="1458730"/>
                  </a:lnTo>
                  <a:lnTo>
                    <a:pt x="1871827" y="1475220"/>
                  </a:lnTo>
                  <a:lnTo>
                    <a:pt x="1923043" y="1493132"/>
                  </a:lnTo>
                  <a:lnTo>
                    <a:pt x="1974895" y="1512372"/>
                  </a:lnTo>
                  <a:lnTo>
                    <a:pt x="2027452" y="1532781"/>
                  </a:lnTo>
                  <a:lnTo>
                    <a:pt x="2080662" y="1554143"/>
                  </a:lnTo>
                  <a:lnTo>
                    <a:pt x="2134376" y="1576183"/>
                  </a:lnTo>
                  <a:lnTo>
                    <a:pt x="2188373" y="1598591"/>
                  </a:lnTo>
                  <a:lnTo>
                    <a:pt x="2242395" y="1621030"/>
                  </a:lnTo>
                  <a:lnTo>
                    <a:pt x="2296180" y="1643164"/>
                  </a:lnTo>
                  <a:lnTo>
                    <a:pt x="2349498" y="1664674"/>
                  </a:lnTo>
                  <a:lnTo>
                    <a:pt x="2402184" y="1685280"/>
                  </a:lnTo>
                  <a:lnTo>
                    <a:pt x="2454167" y="1704752"/>
                  </a:lnTo>
                  <a:lnTo>
                    <a:pt x="2505491" y="1722921"/>
                  </a:lnTo>
                  <a:lnTo>
                    <a:pt x="2556337" y="1739682"/>
                  </a:lnTo>
                  <a:lnTo>
                    <a:pt x="2607043" y="1754989"/>
                  </a:lnTo>
                  <a:lnTo>
                    <a:pt x="2658123" y="1768852"/>
                  </a:lnTo>
                  <a:lnTo>
                    <a:pt x="2667772" y="1771288"/>
                  </a:lnTo>
                  <a:lnTo>
                    <a:pt x="2716128" y="1782598"/>
                  </a:lnTo>
                  <a:lnTo>
                    <a:pt x="2766224" y="1792723"/>
                  </a:lnTo>
                  <a:lnTo>
                    <a:pt x="2818911" y="1801731"/>
                  </a:lnTo>
                  <a:lnTo>
                    <a:pt x="2875140" y="1809732"/>
                  </a:lnTo>
                  <a:lnTo>
                    <a:pt x="2935868" y="1816844"/>
                  </a:lnTo>
                  <a:lnTo>
                    <a:pt x="3001970" y="1823185"/>
                  </a:lnTo>
                  <a:lnTo>
                    <a:pt x="3074118" y="1828850"/>
                  </a:lnTo>
                  <a:lnTo>
                    <a:pt x="3152623" y="1833918"/>
                  </a:lnTo>
                  <a:lnTo>
                    <a:pt x="3237227" y="1838441"/>
                  </a:lnTo>
                  <a:lnTo>
                    <a:pt x="3326859" y="1842450"/>
                  </a:lnTo>
                  <a:lnTo>
                    <a:pt x="3419423" y="1845952"/>
                  </a:lnTo>
                  <a:lnTo>
                    <a:pt x="3511708" y="1848939"/>
                  </a:lnTo>
                  <a:lnTo>
                    <a:pt x="3599535" y="1851400"/>
                  </a:lnTo>
                  <a:lnTo>
                    <a:pt x="3678276" y="1853329"/>
                  </a:lnTo>
                  <a:lnTo>
                    <a:pt x="3743681" y="1854743"/>
                  </a:lnTo>
                  <a:lnTo>
                    <a:pt x="3792856" y="1855687"/>
                  </a:lnTo>
                  <a:lnTo>
                    <a:pt x="3825044" y="1856240"/>
                  </a:lnTo>
                  <a:lnTo>
                    <a:pt x="3841963" y="1856500"/>
                  </a:lnTo>
                  <a:lnTo>
                    <a:pt x="3847657" y="1856580"/>
                  </a:lnTo>
                  <a:lnTo>
                    <a:pt x="3848118" y="1856586"/>
                  </a:lnTo>
                  <a:lnTo>
                    <a:pt x="4386855" y="1856586"/>
                  </a:lnTo>
                  <a:lnTo>
                    <a:pt x="4388096" y="1856527"/>
                  </a:lnTo>
                  <a:lnTo>
                    <a:pt x="4396200" y="1856106"/>
                  </a:lnTo>
                  <a:lnTo>
                    <a:pt x="4416436" y="1854944"/>
                  </a:lnTo>
                  <a:lnTo>
                    <a:pt x="4452128" y="1852662"/>
                  </a:lnTo>
                  <a:lnTo>
                    <a:pt x="4504339" y="1848928"/>
                  </a:lnTo>
                  <a:lnTo>
                    <a:pt x="4571836" y="1843498"/>
                  </a:lnTo>
                  <a:lnTo>
                    <a:pt x="4651503" y="1836234"/>
                  </a:lnTo>
                  <a:lnTo>
                    <a:pt x="4739134" y="1827097"/>
                  </a:lnTo>
                  <a:lnTo>
                    <a:pt x="4830330" y="1816114"/>
                  </a:lnTo>
                  <a:lnTo>
                    <a:pt x="4921232" y="1803329"/>
                  </a:lnTo>
                  <a:lnTo>
                    <a:pt x="5008927" y="1788762"/>
                  </a:lnTo>
                  <a:lnTo>
                    <a:pt x="5091558" y="1772374"/>
                  </a:lnTo>
                  <a:lnTo>
                    <a:pt x="5168210" y="1754055"/>
                  </a:lnTo>
                  <a:lnTo>
                    <a:pt x="5238703" y="1733610"/>
                  </a:lnTo>
                  <a:lnTo>
                    <a:pt x="5303374" y="1710765"/>
                  </a:lnTo>
                  <a:lnTo>
                    <a:pt x="5362887" y="1685176"/>
                  </a:lnTo>
                  <a:lnTo>
                    <a:pt x="5418083" y="1656444"/>
                  </a:lnTo>
                  <a:lnTo>
                    <a:pt x="5469880" y="1624149"/>
                  </a:lnTo>
                  <a:lnTo>
                    <a:pt x="5519183" y="1587916"/>
                  </a:lnTo>
                  <a:lnTo>
                    <a:pt x="5566804" y="1547514"/>
                  </a:lnTo>
                  <a:lnTo>
                    <a:pt x="5567201" y="1547155"/>
                  </a:lnTo>
                  <a:lnTo>
                    <a:pt x="5608448" y="1507898"/>
                  </a:lnTo>
                  <a:lnTo>
                    <a:pt x="5649293" y="1465290"/>
                  </a:lnTo>
                  <a:lnTo>
                    <a:pt x="5690056" y="1419269"/>
                  </a:lnTo>
                  <a:lnTo>
                    <a:pt x="5730972" y="1369845"/>
                  </a:lnTo>
                  <a:lnTo>
                    <a:pt x="5772204" y="1317119"/>
                  </a:lnTo>
                  <a:lnTo>
                    <a:pt x="5813851" y="1261282"/>
                  </a:lnTo>
                  <a:lnTo>
                    <a:pt x="5855954" y="1202621"/>
                  </a:lnTo>
                  <a:lnTo>
                    <a:pt x="5898503" y="1141518"/>
                  </a:lnTo>
                  <a:lnTo>
                    <a:pt x="5941440" y="1078443"/>
                  </a:lnTo>
                  <a:lnTo>
                    <a:pt x="5984674" y="1013937"/>
                  </a:lnTo>
                  <a:lnTo>
                    <a:pt x="6028085" y="948600"/>
                  </a:lnTo>
                  <a:lnTo>
                    <a:pt x="6071540" y="883064"/>
                  </a:lnTo>
                  <a:lnTo>
                    <a:pt x="6114899" y="817970"/>
                  </a:lnTo>
                  <a:lnTo>
                    <a:pt x="6158032" y="753940"/>
                  </a:lnTo>
                  <a:lnTo>
                    <a:pt x="6200831" y="691555"/>
                  </a:lnTo>
                  <a:lnTo>
                    <a:pt x="6243214" y="631330"/>
                  </a:lnTo>
                  <a:lnTo>
                    <a:pt x="6285143" y="573704"/>
                  </a:lnTo>
                  <a:lnTo>
                    <a:pt x="6326624" y="519022"/>
                  </a:lnTo>
                  <a:lnTo>
                    <a:pt x="6367721" y="467536"/>
                  </a:lnTo>
                  <a:lnTo>
                    <a:pt x="6408555" y="419400"/>
                  </a:lnTo>
                  <a:lnTo>
                    <a:pt x="6449317" y="374680"/>
                  </a:lnTo>
                  <a:lnTo>
                    <a:pt x="6490273" y="333359"/>
                  </a:lnTo>
                  <a:lnTo>
                    <a:pt x="6515891" y="309431"/>
                  </a:lnTo>
                  <a:lnTo>
                    <a:pt x="6563501" y="268993"/>
                  </a:lnTo>
                  <a:lnTo>
                    <a:pt x="6612786" y="232725"/>
                  </a:lnTo>
                  <a:lnTo>
                    <a:pt x="6664558" y="200399"/>
                  </a:lnTo>
                  <a:lnTo>
                    <a:pt x="6719722" y="171638"/>
                  </a:lnTo>
                  <a:lnTo>
                    <a:pt x="6779194" y="146024"/>
                  </a:lnTo>
                  <a:lnTo>
                    <a:pt x="6843819" y="123158"/>
                  </a:lnTo>
                  <a:lnTo>
                    <a:pt x="6914261" y="102694"/>
                  </a:lnTo>
                  <a:lnTo>
                    <a:pt x="6990860" y="84357"/>
                  </a:lnTo>
                  <a:lnTo>
                    <a:pt x="7073443" y="67954"/>
                  </a:lnTo>
                  <a:lnTo>
                    <a:pt x="7161102" y="53372"/>
                  </a:lnTo>
                  <a:lnTo>
                    <a:pt x="7251987" y="40572"/>
                  </a:lnTo>
                  <a:lnTo>
                    <a:pt x="7343196" y="29573"/>
                  </a:lnTo>
                  <a:lnTo>
                    <a:pt x="7430876" y="20421"/>
                  </a:lnTo>
                  <a:lnTo>
                    <a:pt x="7510629" y="13141"/>
                  </a:lnTo>
                  <a:lnTo>
                    <a:pt x="7578244" y="7696"/>
                  </a:lnTo>
                  <a:lnTo>
                    <a:pt x="7630592" y="3949"/>
                  </a:lnTo>
                  <a:lnTo>
                    <a:pt x="7666422" y="1655"/>
                  </a:lnTo>
                  <a:lnTo>
                    <a:pt x="7686779" y="485"/>
                  </a:lnTo>
                  <a:lnTo>
                    <a:pt x="7694965" y="60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8" name="pl1468"/>
            <p:cNvSpPr/>
            <p:nvPr/>
          </p:nvSpPr>
          <p:spPr>
            <a:xfrm>
              <a:off x="546595" y="3456390"/>
              <a:ext cx="8234974" cy="1856586"/>
            </a:xfrm>
            <a:custGeom>
              <a:avLst/>
              <a:pathLst>
                <a:path w="8234974" h="1856586">
                  <a:moveTo>
                    <a:pt x="8234974" y="0"/>
                  </a:moveTo>
                  <a:lnTo>
                    <a:pt x="7696237" y="0"/>
                  </a:lnTo>
                  <a:lnTo>
                    <a:pt x="7694997" y="58"/>
                  </a:lnTo>
                  <a:lnTo>
                    <a:pt x="7686893" y="479"/>
                  </a:lnTo>
                  <a:lnTo>
                    <a:pt x="7666656" y="1641"/>
                  </a:lnTo>
                  <a:lnTo>
                    <a:pt x="7630965" y="3923"/>
                  </a:lnTo>
                  <a:lnTo>
                    <a:pt x="7578754" y="7657"/>
                  </a:lnTo>
                  <a:lnTo>
                    <a:pt x="7511257" y="13087"/>
                  </a:lnTo>
                  <a:lnTo>
                    <a:pt x="7431590" y="20351"/>
                  </a:lnTo>
                  <a:lnTo>
                    <a:pt x="7343959" y="29488"/>
                  </a:lnTo>
                  <a:lnTo>
                    <a:pt x="7252762" y="40471"/>
                  </a:lnTo>
                  <a:lnTo>
                    <a:pt x="7161861" y="53256"/>
                  </a:lnTo>
                  <a:lnTo>
                    <a:pt x="7074165" y="67823"/>
                  </a:lnTo>
                  <a:lnTo>
                    <a:pt x="6991534" y="84211"/>
                  </a:lnTo>
                  <a:lnTo>
                    <a:pt x="6914883" y="102530"/>
                  </a:lnTo>
                  <a:lnTo>
                    <a:pt x="6844389" y="122975"/>
                  </a:lnTo>
                  <a:lnTo>
                    <a:pt x="6779718" y="145820"/>
                  </a:lnTo>
                  <a:lnTo>
                    <a:pt x="6720206" y="171409"/>
                  </a:lnTo>
                  <a:lnTo>
                    <a:pt x="6665010" y="200141"/>
                  </a:lnTo>
                  <a:lnTo>
                    <a:pt x="6613213" y="232436"/>
                  </a:lnTo>
                  <a:lnTo>
                    <a:pt x="6563910" y="268669"/>
                  </a:lnTo>
                  <a:lnTo>
                    <a:pt x="6516289" y="309071"/>
                  </a:lnTo>
                  <a:lnTo>
                    <a:pt x="6515891" y="309431"/>
                  </a:lnTo>
                  <a:lnTo>
                    <a:pt x="6474645" y="348687"/>
                  </a:lnTo>
                  <a:lnTo>
                    <a:pt x="6433799" y="391295"/>
                  </a:lnTo>
                  <a:lnTo>
                    <a:pt x="6393036" y="437317"/>
                  </a:lnTo>
                  <a:lnTo>
                    <a:pt x="6352121" y="486740"/>
                  </a:lnTo>
                  <a:lnTo>
                    <a:pt x="6310889" y="539466"/>
                  </a:lnTo>
                  <a:lnTo>
                    <a:pt x="6269242" y="595303"/>
                  </a:lnTo>
                  <a:lnTo>
                    <a:pt x="6227138" y="653964"/>
                  </a:lnTo>
                  <a:lnTo>
                    <a:pt x="6184590" y="715067"/>
                  </a:lnTo>
                  <a:lnTo>
                    <a:pt x="6141652" y="778143"/>
                  </a:lnTo>
                  <a:lnTo>
                    <a:pt x="6098419" y="842649"/>
                  </a:lnTo>
                  <a:lnTo>
                    <a:pt x="6055007" y="907986"/>
                  </a:lnTo>
                  <a:lnTo>
                    <a:pt x="6011553" y="973521"/>
                  </a:lnTo>
                  <a:lnTo>
                    <a:pt x="5968194" y="1038615"/>
                  </a:lnTo>
                  <a:lnTo>
                    <a:pt x="5925060" y="1102645"/>
                  </a:lnTo>
                  <a:lnTo>
                    <a:pt x="5882262" y="1165030"/>
                  </a:lnTo>
                  <a:lnTo>
                    <a:pt x="5839878" y="1225255"/>
                  </a:lnTo>
                  <a:lnTo>
                    <a:pt x="5797950" y="1282881"/>
                  </a:lnTo>
                  <a:lnTo>
                    <a:pt x="5756468" y="1337563"/>
                  </a:lnTo>
                  <a:lnTo>
                    <a:pt x="5715372" y="1389050"/>
                  </a:lnTo>
                  <a:lnTo>
                    <a:pt x="5674537" y="1437185"/>
                  </a:lnTo>
                  <a:lnTo>
                    <a:pt x="5633775" y="1481905"/>
                  </a:lnTo>
                  <a:lnTo>
                    <a:pt x="5592819" y="1523226"/>
                  </a:lnTo>
                  <a:lnTo>
                    <a:pt x="5567201" y="1547155"/>
                  </a:lnTo>
                  <a:lnTo>
                    <a:pt x="5519591" y="1587592"/>
                  </a:lnTo>
                  <a:lnTo>
                    <a:pt x="5470306" y="1623860"/>
                  </a:lnTo>
                  <a:lnTo>
                    <a:pt x="5418534" y="1656186"/>
                  </a:lnTo>
                  <a:lnTo>
                    <a:pt x="5363370" y="1684947"/>
                  </a:lnTo>
                  <a:lnTo>
                    <a:pt x="5303898" y="1710561"/>
                  </a:lnTo>
                  <a:lnTo>
                    <a:pt x="5239274" y="1733427"/>
                  </a:lnTo>
                  <a:lnTo>
                    <a:pt x="5168832" y="1753891"/>
                  </a:lnTo>
                  <a:lnTo>
                    <a:pt x="5092232" y="1772228"/>
                  </a:lnTo>
                  <a:lnTo>
                    <a:pt x="5009649" y="1788631"/>
                  </a:lnTo>
                  <a:lnTo>
                    <a:pt x="4921990" y="1803214"/>
                  </a:lnTo>
                  <a:lnTo>
                    <a:pt x="4831105" y="1816014"/>
                  </a:lnTo>
                  <a:lnTo>
                    <a:pt x="4739896" y="1827012"/>
                  </a:lnTo>
                  <a:lnTo>
                    <a:pt x="4652217" y="1836164"/>
                  </a:lnTo>
                  <a:lnTo>
                    <a:pt x="4572464" y="1843444"/>
                  </a:lnTo>
                  <a:lnTo>
                    <a:pt x="4504849" y="1848890"/>
                  </a:lnTo>
                  <a:lnTo>
                    <a:pt x="4452500" y="1852637"/>
                  </a:lnTo>
                  <a:lnTo>
                    <a:pt x="4416670" y="1854930"/>
                  </a:lnTo>
                  <a:lnTo>
                    <a:pt x="4396314" y="1856100"/>
                  </a:lnTo>
                  <a:lnTo>
                    <a:pt x="4388127" y="1856525"/>
                  </a:lnTo>
                  <a:lnTo>
                    <a:pt x="4386855" y="1856586"/>
                  </a:lnTo>
                  <a:lnTo>
                    <a:pt x="4386855" y="1856586"/>
                  </a:lnTo>
                  <a:lnTo>
                    <a:pt x="3848118" y="1856586"/>
                  </a:lnTo>
                  <a:lnTo>
                    <a:pt x="3846821" y="1856569"/>
                  </a:lnTo>
                  <a:lnTo>
                    <a:pt x="3838353" y="1856447"/>
                  </a:lnTo>
                  <a:lnTo>
                    <a:pt x="3817243" y="1856112"/>
                  </a:lnTo>
                  <a:lnTo>
                    <a:pt x="3780100" y="1855453"/>
                  </a:lnTo>
                  <a:lnTo>
                    <a:pt x="3725941" y="1854377"/>
                  </a:lnTo>
                  <a:lnTo>
                    <a:pt x="3656213" y="1852814"/>
                  </a:lnTo>
                  <a:lnTo>
                    <a:pt x="3574308" y="1850728"/>
                  </a:lnTo>
                  <a:lnTo>
                    <a:pt x="3484688" y="1848110"/>
                  </a:lnTo>
                  <a:lnTo>
                    <a:pt x="3391923" y="1844969"/>
                  </a:lnTo>
                  <a:lnTo>
                    <a:pt x="3299941" y="1841317"/>
                  </a:lnTo>
                  <a:lnTo>
                    <a:pt x="3211627" y="1837158"/>
                  </a:lnTo>
                  <a:lnTo>
                    <a:pt x="3128756" y="1832478"/>
                  </a:lnTo>
                  <a:lnTo>
                    <a:pt x="3052132" y="1827240"/>
                  </a:lnTo>
                  <a:lnTo>
                    <a:pt x="2981824" y="1821385"/>
                  </a:lnTo>
                  <a:lnTo>
                    <a:pt x="2917393" y="1814827"/>
                  </a:lnTo>
                  <a:lnTo>
                    <a:pt x="2858092" y="1807464"/>
                  </a:lnTo>
                  <a:lnTo>
                    <a:pt x="2803011" y="1799179"/>
                  </a:lnTo>
                  <a:lnTo>
                    <a:pt x="2751185" y="1789851"/>
                  </a:lnTo>
                  <a:lnTo>
                    <a:pt x="2701686" y="1779379"/>
                  </a:lnTo>
                  <a:lnTo>
                    <a:pt x="2667772" y="1771288"/>
                  </a:lnTo>
                  <a:lnTo>
                    <a:pt x="2616548" y="1757690"/>
                  </a:lnTo>
                  <a:lnTo>
                    <a:pt x="2565817" y="1742655"/>
                  </a:lnTo>
                  <a:lnTo>
                    <a:pt x="2515028" y="1726165"/>
                  </a:lnTo>
                  <a:lnTo>
                    <a:pt x="2463811" y="1708253"/>
                  </a:lnTo>
                  <a:lnTo>
                    <a:pt x="2411959" y="1689013"/>
                  </a:lnTo>
                  <a:lnTo>
                    <a:pt x="2359402" y="1668604"/>
                  </a:lnTo>
                  <a:lnTo>
                    <a:pt x="2306192" y="1647243"/>
                  </a:lnTo>
                  <a:lnTo>
                    <a:pt x="2252479" y="1625202"/>
                  </a:lnTo>
                  <a:lnTo>
                    <a:pt x="2198482" y="1602795"/>
                  </a:lnTo>
                  <a:lnTo>
                    <a:pt x="2144460" y="1580355"/>
                  </a:lnTo>
                  <a:lnTo>
                    <a:pt x="2090675" y="1558221"/>
                  </a:lnTo>
                  <a:lnTo>
                    <a:pt x="2037356" y="1536711"/>
                  </a:lnTo>
                  <a:lnTo>
                    <a:pt x="1984670" y="1516105"/>
                  </a:lnTo>
                  <a:lnTo>
                    <a:pt x="1932688" y="1496633"/>
                  </a:lnTo>
                  <a:lnTo>
                    <a:pt x="1881364" y="1478464"/>
                  </a:lnTo>
                  <a:lnTo>
                    <a:pt x="1830518" y="1461703"/>
                  </a:lnTo>
                  <a:lnTo>
                    <a:pt x="1779812" y="1446396"/>
                  </a:lnTo>
                  <a:lnTo>
                    <a:pt x="1728731" y="1432533"/>
                  </a:lnTo>
                  <a:lnTo>
                    <a:pt x="1719082" y="1430097"/>
                  </a:lnTo>
                  <a:lnTo>
                    <a:pt x="1670727" y="1418787"/>
                  </a:lnTo>
                  <a:lnTo>
                    <a:pt x="1620631" y="1408662"/>
                  </a:lnTo>
                  <a:lnTo>
                    <a:pt x="1567943" y="1399654"/>
                  </a:lnTo>
                  <a:lnTo>
                    <a:pt x="1511714" y="1391654"/>
                  </a:lnTo>
                  <a:lnTo>
                    <a:pt x="1450986" y="1384541"/>
                  </a:lnTo>
                  <a:lnTo>
                    <a:pt x="1384885" y="1378201"/>
                  </a:lnTo>
                  <a:lnTo>
                    <a:pt x="1312737" y="1372535"/>
                  </a:lnTo>
                  <a:lnTo>
                    <a:pt x="1234231" y="1367467"/>
                  </a:lnTo>
                  <a:lnTo>
                    <a:pt x="1149628" y="1362944"/>
                  </a:lnTo>
                  <a:lnTo>
                    <a:pt x="1059996" y="1358935"/>
                  </a:lnTo>
                  <a:lnTo>
                    <a:pt x="967431" y="1355434"/>
                  </a:lnTo>
                  <a:lnTo>
                    <a:pt x="875147" y="1352446"/>
                  </a:lnTo>
                  <a:lnTo>
                    <a:pt x="787319" y="1349985"/>
                  </a:lnTo>
                  <a:lnTo>
                    <a:pt x="708579" y="1348056"/>
                  </a:lnTo>
                  <a:lnTo>
                    <a:pt x="643174" y="1346642"/>
                  </a:lnTo>
                  <a:lnTo>
                    <a:pt x="593999" y="1345698"/>
                  </a:lnTo>
                  <a:lnTo>
                    <a:pt x="561810" y="1345145"/>
                  </a:lnTo>
                  <a:lnTo>
                    <a:pt x="544892" y="1344885"/>
                  </a:lnTo>
                  <a:lnTo>
                    <a:pt x="539198" y="1344805"/>
                  </a:lnTo>
                  <a:lnTo>
                    <a:pt x="538736" y="1344799"/>
                  </a:lnTo>
                  <a:lnTo>
                    <a:pt x="0" y="1344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9" name="pg1469"/>
            <p:cNvSpPr/>
            <p:nvPr/>
          </p:nvSpPr>
          <p:spPr>
            <a:xfrm>
              <a:off x="546595" y="549009"/>
              <a:ext cx="8234974" cy="3963620"/>
            </a:xfrm>
            <a:custGeom>
              <a:avLst/>
              <a:pathLst>
                <a:path w="8234974" h="3963620">
                  <a:moveTo>
                    <a:pt x="0" y="3963620"/>
                  </a:moveTo>
                  <a:lnTo>
                    <a:pt x="538736" y="3963620"/>
                  </a:lnTo>
                  <a:lnTo>
                    <a:pt x="539667" y="3963527"/>
                  </a:lnTo>
                  <a:lnTo>
                    <a:pt x="545786" y="3962861"/>
                  </a:lnTo>
                  <a:lnTo>
                    <a:pt x="561213" y="3961019"/>
                  </a:lnTo>
                  <a:lnTo>
                    <a:pt x="588792" y="3957394"/>
                  </a:lnTo>
                  <a:lnTo>
                    <a:pt x="629887" y="3951424"/>
                  </a:lnTo>
                  <a:lnTo>
                    <a:pt x="684276" y="3942654"/>
                  </a:lnTo>
                  <a:lnTo>
                    <a:pt x="750282" y="3930776"/>
                  </a:lnTo>
                  <a:lnTo>
                    <a:pt x="825166" y="3915639"/>
                  </a:lnTo>
                  <a:lnTo>
                    <a:pt x="905664" y="3897222"/>
                  </a:lnTo>
                  <a:lnTo>
                    <a:pt x="988529" y="3875579"/>
                  </a:lnTo>
                  <a:lnTo>
                    <a:pt x="1070946" y="3850783"/>
                  </a:lnTo>
                  <a:lnTo>
                    <a:pt x="1150762" y="3822862"/>
                  </a:lnTo>
                  <a:lnTo>
                    <a:pt x="1226536" y="3791766"/>
                  </a:lnTo>
                  <a:lnTo>
                    <a:pt x="1297485" y="3757337"/>
                  </a:lnTo>
                  <a:lnTo>
                    <a:pt x="1363354" y="3719301"/>
                  </a:lnTo>
                  <a:lnTo>
                    <a:pt x="1424280" y="3677267"/>
                  </a:lnTo>
                  <a:lnTo>
                    <a:pt x="1480668" y="3630732"/>
                  </a:lnTo>
                  <a:lnTo>
                    <a:pt x="1533088" y="3579103"/>
                  </a:lnTo>
                  <a:lnTo>
                    <a:pt x="1582199" y="3521725"/>
                  </a:lnTo>
                  <a:lnTo>
                    <a:pt x="1628690" y="3457935"/>
                  </a:lnTo>
                  <a:lnTo>
                    <a:pt x="1673229" y="3387158"/>
                  </a:lnTo>
                  <a:lnTo>
                    <a:pt x="1716414" y="3309055"/>
                  </a:lnTo>
                  <a:lnTo>
                    <a:pt x="1719082" y="3303924"/>
                  </a:lnTo>
                  <a:lnTo>
                    <a:pt x="1749894" y="3242179"/>
                  </a:lnTo>
                  <a:lnTo>
                    <a:pt x="1780432" y="3176490"/>
                  </a:lnTo>
                  <a:lnTo>
                    <a:pt x="1810842" y="3106777"/>
                  </a:lnTo>
                  <a:lnTo>
                    <a:pt x="1841243" y="3033007"/>
                  </a:lnTo>
                  <a:lnTo>
                    <a:pt x="1871728" y="2955200"/>
                  </a:lnTo>
                  <a:lnTo>
                    <a:pt x="1902369" y="2873430"/>
                  </a:lnTo>
                  <a:lnTo>
                    <a:pt x="1933218" y="2787834"/>
                  </a:lnTo>
                  <a:lnTo>
                    <a:pt x="1964307" y="2698610"/>
                  </a:lnTo>
                  <a:lnTo>
                    <a:pt x="1995650" y="2606021"/>
                  </a:lnTo>
                  <a:lnTo>
                    <a:pt x="2027246" y="2510391"/>
                  </a:lnTo>
                  <a:lnTo>
                    <a:pt x="2059079" y="2412104"/>
                  </a:lnTo>
                  <a:lnTo>
                    <a:pt x="2091120" y="2311598"/>
                  </a:lnTo>
                  <a:lnTo>
                    <a:pt x="2123330" y="2209360"/>
                  </a:lnTo>
                  <a:lnTo>
                    <a:pt x="2155660" y="2105913"/>
                  </a:lnTo>
                  <a:lnTo>
                    <a:pt x="2188057" y="2001806"/>
                  </a:lnTo>
                  <a:lnTo>
                    <a:pt x="2220463" y="1897606"/>
                  </a:lnTo>
                  <a:lnTo>
                    <a:pt x="2252822" y="1793878"/>
                  </a:lnTo>
                  <a:lnTo>
                    <a:pt x="2285077" y="1691179"/>
                  </a:lnTo>
                  <a:lnTo>
                    <a:pt x="2317179" y="1590044"/>
                  </a:lnTo>
                  <a:lnTo>
                    <a:pt x="2349085" y="1490971"/>
                  </a:lnTo>
                  <a:lnTo>
                    <a:pt x="2380762" y="1394415"/>
                  </a:lnTo>
                  <a:lnTo>
                    <a:pt x="2412190" y="1300779"/>
                  </a:lnTo>
                  <a:lnTo>
                    <a:pt x="2443362" y="1210408"/>
                  </a:lnTo>
                  <a:lnTo>
                    <a:pt x="2474288" y="1123584"/>
                  </a:lnTo>
                  <a:lnTo>
                    <a:pt x="2504993" y="1040529"/>
                  </a:lnTo>
                  <a:lnTo>
                    <a:pt x="2535523" y="961397"/>
                  </a:lnTo>
                  <a:lnTo>
                    <a:pt x="2565942" y="886284"/>
                  </a:lnTo>
                  <a:lnTo>
                    <a:pt x="2596337" y="815228"/>
                  </a:lnTo>
                  <a:lnTo>
                    <a:pt x="2626818" y="748213"/>
                  </a:lnTo>
                  <a:lnTo>
                    <a:pt x="2657521" y="685172"/>
                  </a:lnTo>
                  <a:lnTo>
                    <a:pt x="2667772" y="665140"/>
                  </a:lnTo>
                  <a:lnTo>
                    <a:pt x="2710890" y="586577"/>
                  </a:lnTo>
                  <a:lnTo>
                    <a:pt x="2755328" y="515348"/>
                  </a:lnTo>
                  <a:lnTo>
                    <a:pt x="2801677" y="451136"/>
                  </a:lnTo>
                  <a:lnTo>
                    <a:pt x="2850604" y="393375"/>
                  </a:lnTo>
                  <a:lnTo>
                    <a:pt x="2902797" y="341407"/>
                  </a:lnTo>
                  <a:lnTo>
                    <a:pt x="2958919" y="294572"/>
                  </a:lnTo>
                  <a:lnTo>
                    <a:pt x="3019547" y="252271"/>
                  </a:lnTo>
                  <a:lnTo>
                    <a:pt x="3085099" y="213998"/>
                  </a:lnTo>
                  <a:lnTo>
                    <a:pt x="3155733" y="179353"/>
                  </a:lnTo>
                  <a:lnTo>
                    <a:pt x="3231222" y="148054"/>
                  </a:lnTo>
                  <a:lnTo>
                    <a:pt x="3310820" y="119937"/>
                  </a:lnTo>
                  <a:lnTo>
                    <a:pt x="3393130" y="94945"/>
                  </a:lnTo>
                  <a:lnTo>
                    <a:pt x="3476044" y="73103"/>
                  </a:lnTo>
                  <a:lnTo>
                    <a:pt x="3556782" y="54482"/>
                  </a:lnTo>
                  <a:lnTo>
                    <a:pt x="3632115" y="39139"/>
                  </a:lnTo>
                  <a:lnTo>
                    <a:pt x="3698766" y="27060"/>
                  </a:lnTo>
                  <a:lnTo>
                    <a:pt x="3753944" y="18103"/>
                  </a:lnTo>
                  <a:lnTo>
                    <a:pt x="3795894" y="11970"/>
                  </a:lnTo>
                  <a:lnTo>
                    <a:pt x="3824295" y="8214"/>
                  </a:lnTo>
                  <a:lnTo>
                    <a:pt x="3840413" y="6278"/>
                  </a:lnTo>
                  <a:lnTo>
                    <a:pt x="3847006" y="555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79" y="5510"/>
                  </a:lnTo>
                  <a:lnTo>
                    <a:pt x="4396077" y="5980"/>
                  </a:lnTo>
                  <a:lnTo>
                    <a:pt x="4416059" y="7282"/>
                  </a:lnTo>
                  <a:lnTo>
                    <a:pt x="4451326" y="9836"/>
                  </a:lnTo>
                  <a:lnTo>
                    <a:pt x="4502964" y="14017"/>
                  </a:lnTo>
                  <a:lnTo>
                    <a:pt x="4569802" y="20101"/>
                  </a:lnTo>
                  <a:lnTo>
                    <a:pt x="4648803" y="28244"/>
                  </a:lnTo>
                  <a:lnTo>
                    <a:pt x="4735836" y="38494"/>
                  </a:lnTo>
                  <a:lnTo>
                    <a:pt x="4826556" y="50821"/>
                  </a:lnTo>
                  <a:lnTo>
                    <a:pt x="4917123" y="65176"/>
                  </a:lnTo>
                  <a:lnTo>
                    <a:pt x="5004621" y="81536"/>
                  </a:lnTo>
                  <a:lnTo>
                    <a:pt x="5087170" y="99938"/>
                  </a:lnTo>
                  <a:lnTo>
                    <a:pt x="5163823" y="120504"/>
                  </a:lnTo>
                  <a:lnTo>
                    <a:pt x="5234366" y="143444"/>
                  </a:lnTo>
                  <a:lnTo>
                    <a:pt x="5299108" y="169061"/>
                  </a:lnTo>
                  <a:lnTo>
                    <a:pt x="5358686" y="197734"/>
                  </a:lnTo>
                  <a:lnTo>
                    <a:pt x="5413922" y="229908"/>
                  </a:lnTo>
                  <a:lnTo>
                    <a:pt x="5465719" y="266052"/>
                  </a:lnTo>
                  <a:lnTo>
                    <a:pt x="5514973" y="306595"/>
                  </a:lnTo>
                  <a:lnTo>
                    <a:pt x="5562496" y="351813"/>
                  </a:lnTo>
                  <a:lnTo>
                    <a:pt x="5567201" y="356616"/>
                  </a:lnTo>
                  <a:lnTo>
                    <a:pt x="5606774" y="399276"/>
                  </a:lnTo>
                  <a:lnTo>
                    <a:pt x="5645966" y="445431"/>
                  </a:lnTo>
                  <a:lnTo>
                    <a:pt x="5685060" y="495149"/>
                  </a:lnTo>
                  <a:lnTo>
                    <a:pt x="5724273" y="548425"/>
                  </a:lnTo>
                  <a:lnTo>
                    <a:pt x="5763757" y="605174"/>
                  </a:lnTo>
                  <a:lnTo>
                    <a:pt x="5803609" y="665221"/>
                  </a:lnTo>
                  <a:lnTo>
                    <a:pt x="5843877" y="728299"/>
                  </a:lnTo>
                  <a:lnTo>
                    <a:pt x="5884561" y="794052"/>
                  </a:lnTo>
                  <a:lnTo>
                    <a:pt x="5925625" y="862034"/>
                  </a:lnTo>
                  <a:lnTo>
                    <a:pt x="5966997" y="931726"/>
                  </a:lnTo>
                  <a:lnTo>
                    <a:pt x="6008578" y="1002547"/>
                  </a:lnTo>
                  <a:lnTo>
                    <a:pt x="6050257" y="1073875"/>
                  </a:lnTo>
                  <a:lnTo>
                    <a:pt x="6091909" y="1145069"/>
                  </a:lnTo>
                  <a:lnTo>
                    <a:pt x="6133416" y="1215492"/>
                  </a:lnTo>
                  <a:lnTo>
                    <a:pt x="6174670" y="1284537"/>
                  </a:lnTo>
                  <a:lnTo>
                    <a:pt x="6215582" y="1351647"/>
                  </a:lnTo>
                  <a:lnTo>
                    <a:pt x="6256095" y="1416331"/>
                  </a:lnTo>
                  <a:lnTo>
                    <a:pt x="6296186" y="1478181"/>
                  </a:lnTo>
                  <a:lnTo>
                    <a:pt x="6335876" y="1536877"/>
                  </a:lnTo>
                  <a:lnTo>
                    <a:pt x="6375232" y="1592190"/>
                  </a:lnTo>
                  <a:lnTo>
                    <a:pt x="6414373" y="1643985"/>
                  </a:lnTo>
                  <a:lnTo>
                    <a:pt x="6453478" y="1692210"/>
                  </a:lnTo>
                  <a:lnTo>
                    <a:pt x="6492790" y="1736892"/>
                  </a:lnTo>
                  <a:lnTo>
                    <a:pt x="6515891" y="1761306"/>
                  </a:lnTo>
                  <a:lnTo>
                    <a:pt x="6563280" y="1806999"/>
                  </a:lnTo>
                  <a:lnTo>
                    <a:pt x="6612325" y="1848003"/>
                  </a:lnTo>
                  <a:lnTo>
                    <a:pt x="6663827" y="1884570"/>
                  </a:lnTo>
                  <a:lnTo>
                    <a:pt x="6718676" y="1917122"/>
                  </a:lnTo>
                  <a:lnTo>
                    <a:pt x="6777778" y="1946127"/>
                  </a:lnTo>
                  <a:lnTo>
                    <a:pt x="6841969" y="1972032"/>
                  </a:lnTo>
                  <a:lnTo>
                    <a:pt x="6911909" y="1995226"/>
                  </a:lnTo>
                  <a:lnTo>
                    <a:pt x="6987947" y="2016019"/>
                  </a:lnTo>
                  <a:lnTo>
                    <a:pt x="7069932" y="2034632"/>
                  </a:lnTo>
                  <a:lnTo>
                    <a:pt x="7157002" y="2051194"/>
                  </a:lnTo>
                  <a:lnTo>
                    <a:pt x="7247375" y="2065751"/>
                  </a:lnTo>
                  <a:lnTo>
                    <a:pt x="7338240" y="2078284"/>
                  </a:lnTo>
                  <a:lnTo>
                    <a:pt x="7425836" y="2088744"/>
                  </a:lnTo>
                  <a:lnTo>
                    <a:pt x="7505841" y="2097099"/>
                  </a:lnTo>
                  <a:lnTo>
                    <a:pt x="7574063" y="2103384"/>
                  </a:lnTo>
                  <a:lnTo>
                    <a:pt x="7627317" y="2107746"/>
                  </a:lnTo>
                  <a:lnTo>
                    <a:pt x="7664218" y="2110448"/>
                  </a:lnTo>
                  <a:lnTo>
                    <a:pt x="7685620" y="2111856"/>
                  </a:lnTo>
                  <a:lnTo>
                    <a:pt x="7694616" y="2112391"/>
                  </a:lnTo>
                  <a:lnTo>
                    <a:pt x="7696237" y="2112479"/>
                  </a:lnTo>
                  <a:lnTo>
                    <a:pt x="8234974" y="2112479"/>
                  </a:lnTo>
                  <a:lnTo>
                    <a:pt x="8234974" y="2107034"/>
                  </a:ln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8" y="93"/>
                  </a:lnTo>
                  <a:lnTo>
                    <a:pt x="3841069" y="759"/>
                  </a:lnTo>
                  <a:lnTo>
                    <a:pt x="3825642" y="2601"/>
                  </a:lnTo>
                  <a:lnTo>
                    <a:pt x="3798063" y="6226"/>
                  </a:lnTo>
                  <a:lnTo>
                    <a:pt x="3756967" y="12196"/>
                  </a:lnTo>
                  <a:lnTo>
                    <a:pt x="3702579" y="20966"/>
                  </a:lnTo>
                  <a:lnTo>
                    <a:pt x="3636573" y="32844"/>
                  </a:lnTo>
                  <a:lnTo>
                    <a:pt x="3561688" y="47981"/>
                  </a:lnTo>
                  <a:lnTo>
                    <a:pt x="3481191" y="66398"/>
                  </a:lnTo>
                  <a:lnTo>
                    <a:pt x="3398326" y="88041"/>
                  </a:lnTo>
                  <a:lnTo>
                    <a:pt x="3315908" y="112837"/>
                  </a:lnTo>
                  <a:lnTo>
                    <a:pt x="3236093" y="140758"/>
                  </a:lnTo>
                  <a:lnTo>
                    <a:pt x="3160318" y="171854"/>
                  </a:lnTo>
                  <a:lnTo>
                    <a:pt x="3089369" y="206283"/>
                  </a:lnTo>
                  <a:lnTo>
                    <a:pt x="3023500" y="244319"/>
                  </a:lnTo>
                  <a:lnTo>
                    <a:pt x="2962575" y="286353"/>
                  </a:lnTo>
                  <a:lnTo>
                    <a:pt x="2906187" y="332888"/>
                  </a:lnTo>
                  <a:lnTo>
                    <a:pt x="2853767" y="384517"/>
                  </a:lnTo>
                  <a:lnTo>
                    <a:pt x="2804656" y="441895"/>
                  </a:lnTo>
                  <a:lnTo>
                    <a:pt x="2758165" y="505685"/>
                  </a:lnTo>
                  <a:lnTo>
                    <a:pt x="2713626" y="576462"/>
                  </a:lnTo>
                  <a:lnTo>
                    <a:pt x="2670441" y="654565"/>
                  </a:lnTo>
                  <a:lnTo>
                    <a:pt x="2667772" y="659696"/>
                  </a:lnTo>
                  <a:lnTo>
                    <a:pt x="2636960" y="721441"/>
                  </a:lnTo>
                  <a:lnTo>
                    <a:pt x="2606422" y="787130"/>
                  </a:lnTo>
                  <a:lnTo>
                    <a:pt x="2576012" y="856843"/>
                  </a:lnTo>
                  <a:lnTo>
                    <a:pt x="2545612" y="930613"/>
                  </a:lnTo>
                  <a:lnTo>
                    <a:pt x="2515127" y="1008420"/>
                  </a:lnTo>
                  <a:lnTo>
                    <a:pt x="2484486" y="1090190"/>
                  </a:lnTo>
                  <a:lnTo>
                    <a:pt x="2453637" y="1175786"/>
                  </a:lnTo>
                  <a:lnTo>
                    <a:pt x="2422548" y="1265010"/>
                  </a:lnTo>
                  <a:lnTo>
                    <a:pt x="2391205" y="1357599"/>
                  </a:lnTo>
                  <a:lnTo>
                    <a:pt x="2359609" y="1453229"/>
                  </a:lnTo>
                  <a:lnTo>
                    <a:pt x="2327775" y="1551516"/>
                  </a:lnTo>
                  <a:lnTo>
                    <a:pt x="2295734" y="1652022"/>
                  </a:lnTo>
                  <a:lnTo>
                    <a:pt x="2263525" y="1754260"/>
                  </a:lnTo>
                  <a:lnTo>
                    <a:pt x="2231195" y="1857707"/>
                  </a:lnTo>
                  <a:lnTo>
                    <a:pt x="2198798" y="1961814"/>
                  </a:lnTo>
                  <a:lnTo>
                    <a:pt x="2166391" y="2066014"/>
                  </a:lnTo>
                  <a:lnTo>
                    <a:pt x="2134033" y="2169742"/>
                  </a:lnTo>
                  <a:lnTo>
                    <a:pt x="2101778" y="2272440"/>
                  </a:lnTo>
                  <a:lnTo>
                    <a:pt x="2069676" y="2373576"/>
                  </a:lnTo>
                  <a:lnTo>
                    <a:pt x="2037770" y="2472649"/>
                  </a:lnTo>
                  <a:lnTo>
                    <a:pt x="2006093" y="2569205"/>
                  </a:lnTo>
                  <a:lnTo>
                    <a:pt x="1974665" y="2662841"/>
                  </a:lnTo>
                  <a:lnTo>
                    <a:pt x="1943493" y="2753212"/>
                  </a:lnTo>
                  <a:lnTo>
                    <a:pt x="1912567" y="2840036"/>
                  </a:lnTo>
                  <a:lnTo>
                    <a:pt x="1881862" y="2923091"/>
                  </a:lnTo>
                  <a:lnTo>
                    <a:pt x="1851332" y="3002223"/>
                  </a:lnTo>
                  <a:lnTo>
                    <a:pt x="1820913" y="3077336"/>
                  </a:lnTo>
                  <a:lnTo>
                    <a:pt x="1790518" y="3148391"/>
                  </a:lnTo>
                  <a:lnTo>
                    <a:pt x="1760037" y="3215407"/>
                  </a:lnTo>
                  <a:lnTo>
                    <a:pt x="1729334" y="3278448"/>
                  </a:lnTo>
                  <a:lnTo>
                    <a:pt x="1719082" y="3298480"/>
                  </a:lnTo>
                  <a:lnTo>
                    <a:pt x="1675965" y="3377043"/>
                  </a:lnTo>
                  <a:lnTo>
                    <a:pt x="1631527" y="3448272"/>
                  </a:lnTo>
                  <a:lnTo>
                    <a:pt x="1585177" y="3512484"/>
                  </a:lnTo>
                  <a:lnTo>
                    <a:pt x="1536250" y="3570244"/>
                  </a:lnTo>
                  <a:lnTo>
                    <a:pt x="1484057" y="3622213"/>
                  </a:lnTo>
                  <a:lnTo>
                    <a:pt x="1427936" y="3669048"/>
                  </a:lnTo>
                  <a:lnTo>
                    <a:pt x="1367308" y="3711348"/>
                  </a:lnTo>
                  <a:lnTo>
                    <a:pt x="1301756" y="3749622"/>
                  </a:lnTo>
                  <a:lnTo>
                    <a:pt x="1231122" y="3784267"/>
                  </a:lnTo>
                  <a:lnTo>
                    <a:pt x="1155632" y="3815566"/>
                  </a:lnTo>
                  <a:lnTo>
                    <a:pt x="1076035" y="3843683"/>
                  </a:lnTo>
                  <a:lnTo>
                    <a:pt x="993725" y="3868675"/>
                  </a:lnTo>
                  <a:lnTo>
                    <a:pt x="910811" y="3890517"/>
                  </a:lnTo>
                  <a:lnTo>
                    <a:pt x="830073" y="3909138"/>
                  </a:lnTo>
                  <a:lnTo>
                    <a:pt x="754739" y="3924481"/>
                  </a:lnTo>
                  <a:lnTo>
                    <a:pt x="688089" y="3936560"/>
                  </a:lnTo>
                  <a:lnTo>
                    <a:pt x="632911" y="3945517"/>
                  </a:lnTo>
                  <a:lnTo>
                    <a:pt x="590961" y="3951650"/>
                  </a:lnTo>
                  <a:lnTo>
                    <a:pt x="562560" y="3955406"/>
                  </a:lnTo>
                  <a:lnTo>
                    <a:pt x="546442" y="3957342"/>
                  </a:lnTo>
                  <a:lnTo>
                    <a:pt x="539849" y="3958064"/>
                  </a:lnTo>
                  <a:lnTo>
                    <a:pt x="538736" y="3958176"/>
                  </a:lnTo>
                  <a:lnTo>
                    <a:pt x="0" y="3958176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70" name="pl1470"/>
            <p:cNvSpPr/>
            <p:nvPr/>
          </p:nvSpPr>
          <p:spPr>
            <a:xfrm>
              <a:off x="546595" y="554453"/>
              <a:ext cx="8234974" cy="3958176"/>
            </a:xfrm>
            <a:custGeom>
              <a:avLst/>
              <a:pathLst>
                <a:path w="8234974" h="3958176">
                  <a:moveTo>
                    <a:pt x="0" y="3958176"/>
                  </a:moveTo>
                  <a:lnTo>
                    <a:pt x="538736" y="3958176"/>
                  </a:lnTo>
                  <a:lnTo>
                    <a:pt x="539667" y="3958082"/>
                  </a:lnTo>
                  <a:lnTo>
                    <a:pt x="545786" y="3957416"/>
                  </a:lnTo>
                  <a:lnTo>
                    <a:pt x="561213" y="3955574"/>
                  </a:lnTo>
                  <a:lnTo>
                    <a:pt x="588792" y="3951949"/>
                  </a:lnTo>
                  <a:lnTo>
                    <a:pt x="629887" y="3945979"/>
                  </a:lnTo>
                  <a:lnTo>
                    <a:pt x="684276" y="3937209"/>
                  </a:lnTo>
                  <a:lnTo>
                    <a:pt x="750282" y="3925331"/>
                  </a:lnTo>
                  <a:lnTo>
                    <a:pt x="825166" y="3910194"/>
                  </a:lnTo>
                  <a:lnTo>
                    <a:pt x="905664" y="3891777"/>
                  </a:lnTo>
                  <a:lnTo>
                    <a:pt x="988529" y="3870135"/>
                  </a:lnTo>
                  <a:lnTo>
                    <a:pt x="1070946" y="3845338"/>
                  </a:lnTo>
                  <a:lnTo>
                    <a:pt x="1150762" y="3817417"/>
                  </a:lnTo>
                  <a:lnTo>
                    <a:pt x="1226536" y="3786321"/>
                  </a:lnTo>
                  <a:lnTo>
                    <a:pt x="1297485" y="3751892"/>
                  </a:lnTo>
                  <a:lnTo>
                    <a:pt x="1363354" y="3713856"/>
                  </a:lnTo>
                  <a:lnTo>
                    <a:pt x="1424280" y="3671822"/>
                  </a:lnTo>
                  <a:lnTo>
                    <a:pt x="1480668" y="3625288"/>
                  </a:lnTo>
                  <a:lnTo>
                    <a:pt x="1533088" y="3573659"/>
                  </a:lnTo>
                  <a:lnTo>
                    <a:pt x="1582199" y="3516280"/>
                  </a:lnTo>
                  <a:lnTo>
                    <a:pt x="1628690" y="3452490"/>
                  </a:lnTo>
                  <a:lnTo>
                    <a:pt x="1673229" y="3381713"/>
                  </a:lnTo>
                  <a:lnTo>
                    <a:pt x="1716414" y="3303610"/>
                  </a:lnTo>
                  <a:lnTo>
                    <a:pt x="1719082" y="3298480"/>
                  </a:lnTo>
                  <a:lnTo>
                    <a:pt x="1749894" y="3236734"/>
                  </a:lnTo>
                  <a:lnTo>
                    <a:pt x="1780432" y="3171045"/>
                  </a:lnTo>
                  <a:lnTo>
                    <a:pt x="1810842" y="3101332"/>
                  </a:lnTo>
                  <a:lnTo>
                    <a:pt x="1841243" y="3027563"/>
                  </a:lnTo>
                  <a:lnTo>
                    <a:pt x="1871728" y="2949755"/>
                  </a:lnTo>
                  <a:lnTo>
                    <a:pt x="1902369" y="2867985"/>
                  </a:lnTo>
                  <a:lnTo>
                    <a:pt x="1933218" y="2782389"/>
                  </a:lnTo>
                  <a:lnTo>
                    <a:pt x="1964307" y="2693166"/>
                  </a:lnTo>
                  <a:lnTo>
                    <a:pt x="1995650" y="2600576"/>
                  </a:lnTo>
                  <a:lnTo>
                    <a:pt x="2027246" y="2504946"/>
                  </a:lnTo>
                  <a:lnTo>
                    <a:pt x="2059079" y="2406659"/>
                  </a:lnTo>
                  <a:lnTo>
                    <a:pt x="2091120" y="2306154"/>
                  </a:lnTo>
                  <a:lnTo>
                    <a:pt x="2123330" y="2203916"/>
                  </a:lnTo>
                  <a:lnTo>
                    <a:pt x="2155660" y="2100468"/>
                  </a:lnTo>
                  <a:lnTo>
                    <a:pt x="2188057" y="1996362"/>
                  </a:lnTo>
                  <a:lnTo>
                    <a:pt x="2220463" y="1892161"/>
                  </a:lnTo>
                  <a:lnTo>
                    <a:pt x="2252822" y="1788433"/>
                  </a:lnTo>
                  <a:lnTo>
                    <a:pt x="2285077" y="1685735"/>
                  </a:lnTo>
                  <a:lnTo>
                    <a:pt x="2317179" y="1584600"/>
                  </a:lnTo>
                  <a:lnTo>
                    <a:pt x="2349085" y="1485526"/>
                  </a:lnTo>
                  <a:lnTo>
                    <a:pt x="2380762" y="1388970"/>
                  </a:lnTo>
                  <a:lnTo>
                    <a:pt x="2412190" y="1295334"/>
                  </a:lnTo>
                  <a:lnTo>
                    <a:pt x="2443362" y="1204963"/>
                  </a:lnTo>
                  <a:lnTo>
                    <a:pt x="2474288" y="1118140"/>
                  </a:lnTo>
                  <a:lnTo>
                    <a:pt x="2504993" y="1035084"/>
                  </a:lnTo>
                  <a:lnTo>
                    <a:pt x="2535523" y="955952"/>
                  </a:lnTo>
                  <a:lnTo>
                    <a:pt x="2565942" y="880840"/>
                  </a:lnTo>
                  <a:lnTo>
                    <a:pt x="2596337" y="809784"/>
                  </a:lnTo>
                  <a:lnTo>
                    <a:pt x="2626818" y="742768"/>
                  </a:lnTo>
                  <a:lnTo>
                    <a:pt x="2657521" y="679727"/>
                  </a:lnTo>
                  <a:lnTo>
                    <a:pt x="2667772" y="659696"/>
                  </a:lnTo>
                  <a:lnTo>
                    <a:pt x="2710890" y="581133"/>
                  </a:lnTo>
                  <a:lnTo>
                    <a:pt x="2755328" y="509903"/>
                  </a:lnTo>
                  <a:lnTo>
                    <a:pt x="2801677" y="445691"/>
                  </a:lnTo>
                  <a:lnTo>
                    <a:pt x="2850604" y="387931"/>
                  </a:lnTo>
                  <a:lnTo>
                    <a:pt x="2902797" y="335962"/>
                  </a:lnTo>
                  <a:lnTo>
                    <a:pt x="2958919" y="289127"/>
                  </a:lnTo>
                  <a:lnTo>
                    <a:pt x="3019547" y="246827"/>
                  </a:lnTo>
                  <a:lnTo>
                    <a:pt x="3085099" y="208554"/>
                  </a:lnTo>
                  <a:lnTo>
                    <a:pt x="3155733" y="173908"/>
                  </a:lnTo>
                  <a:lnTo>
                    <a:pt x="3231222" y="142610"/>
                  </a:lnTo>
                  <a:lnTo>
                    <a:pt x="3310820" y="114492"/>
                  </a:lnTo>
                  <a:lnTo>
                    <a:pt x="3393130" y="89500"/>
                  </a:lnTo>
                  <a:lnTo>
                    <a:pt x="3476044" y="67659"/>
                  </a:lnTo>
                  <a:lnTo>
                    <a:pt x="3556782" y="49037"/>
                  </a:lnTo>
                  <a:lnTo>
                    <a:pt x="3632115" y="33695"/>
                  </a:lnTo>
                  <a:lnTo>
                    <a:pt x="3698766" y="21616"/>
                  </a:lnTo>
                  <a:lnTo>
                    <a:pt x="3753944" y="12659"/>
                  </a:lnTo>
                  <a:lnTo>
                    <a:pt x="3795894" y="6526"/>
                  </a:lnTo>
                  <a:lnTo>
                    <a:pt x="3824295" y="2769"/>
                  </a:lnTo>
                  <a:lnTo>
                    <a:pt x="3840413" y="834"/>
                  </a:lnTo>
                  <a:lnTo>
                    <a:pt x="3847006" y="112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79" y="65"/>
                  </a:lnTo>
                  <a:lnTo>
                    <a:pt x="4396077" y="536"/>
                  </a:lnTo>
                  <a:lnTo>
                    <a:pt x="4416059" y="1837"/>
                  </a:lnTo>
                  <a:lnTo>
                    <a:pt x="4451326" y="4392"/>
                  </a:lnTo>
                  <a:lnTo>
                    <a:pt x="4502964" y="8572"/>
                  </a:lnTo>
                  <a:lnTo>
                    <a:pt x="4569802" y="14656"/>
                  </a:lnTo>
                  <a:lnTo>
                    <a:pt x="4648803" y="22800"/>
                  </a:lnTo>
                  <a:lnTo>
                    <a:pt x="4735836" y="33049"/>
                  </a:lnTo>
                  <a:lnTo>
                    <a:pt x="4826556" y="45376"/>
                  </a:lnTo>
                  <a:lnTo>
                    <a:pt x="4917123" y="59732"/>
                  </a:lnTo>
                  <a:lnTo>
                    <a:pt x="5004621" y="76091"/>
                  </a:lnTo>
                  <a:lnTo>
                    <a:pt x="5087170" y="94494"/>
                  </a:lnTo>
                  <a:lnTo>
                    <a:pt x="5163823" y="115060"/>
                  </a:lnTo>
                  <a:lnTo>
                    <a:pt x="5234366" y="138000"/>
                  </a:lnTo>
                  <a:lnTo>
                    <a:pt x="5299108" y="163616"/>
                  </a:lnTo>
                  <a:lnTo>
                    <a:pt x="5358686" y="192290"/>
                  </a:lnTo>
                  <a:lnTo>
                    <a:pt x="5413922" y="224464"/>
                  </a:lnTo>
                  <a:lnTo>
                    <a:pt x="5465719" y="260608"/>
                  </a:lnTo>
                  <a:lnTo>
                    <a:pt x="5514973" y="301150"/>
                  </a:lnTo>
                  <a:lnTo>
                    <a:pt x="5562496" y="346369"/>
                  </a:lnTo>
                  <a:lnTo>
                    <a:pt x="5567201" y="351172"/>
                  </a:lnTo>
                  <a:lnTo>
                    <a:pt x="5606774" y="393832"/>
                  </a:lnTo>
                  <a:lnTo>
                    <a:pt x="5645966" y="439987"/>
                  </a:lnTo>
                  <a:lnTo>
                    <a:pt x="5685060" y="489705"/>
                  </a:lnTo>
                  <a:lnTo>
                    <a:pt x="5724273" y="542981"/>
                  </a:lnTo>
                  <a:lnTo>
                    <a:pt x="5763757" y="599730"/>
                  </a:lnTo>
                  <a:lnTo>
                    <a:pt x="5803609" y="659776"/>
                  </a:lnTo>
                  <a:lnTo>
                    <a:pt x="5843877" y="722855"/>
                  </a:lnTo>
                  <a:lnTo>
                    <a:pt x="5884561" y="788607"/>
                  </a:lnTo>
                  <a:lnTo>
                    <a:pt x="5925625" y="856590"/>
                  </a:lnTo>
                  <a:lnTo>
                    <a:pt x="5966997" y="926282"/>
                  </a:lnTo>
                  <a:lnTo>
                    <a:pt x="6008578" y="997103"/>
                  </a:lnTo>
                  <a:lnTo>
                    <a:pt x="6050257" y="1068431"/>
                  </a:lnTo>
                  <a:lnTo>
                    <a:pt x="6091909" y="1139624"/>
                  </a:lnTo>
                  <a:lnTo>
                    <a:pt x="6133416" y="1210047"/>
                  </a:lnTo>
                  <a:lnTo>
                    <a:pt x="6174670" y="1279093"/>
                  </a:lnTo>
                  <a:lnTo>
                    <a:pt x="6215582" y="1346202"/>
                  </a:lnTo>
                  <a:lnTo>
                    <a:pt x="6256095" y="1410887"/>
                  </a:lnTo>
                  <a:lnTo>
                    <a:pt x="6296186" y="1472737"/>
                  </a:lnTo>
                  <a:lnTo>
                    <a:pt x="6335876" y="1531432"/>
                  </a:lnTo>
                  <a:lnTo>
                    <a:pt x="6375232" y="1586746"/>
                  </a:lnTo>
                  <a:lnTo>
                    <a:pt x="6414373" y="1638541"/>
                  </a:lnTo>
                  <a:lnTo>
                    <a:pt x="6453478" y="1686766"/>
                  </a:lnTo>
                  <a:lnTo>
                    <a:pt x="6492790" y="1731448"/>
                  </a:lnTo>
                  <a:lnTo>
                    <a:pt x="6515891" y="1755862"/>
                  </a:lnTo>
                  <a:lnTo>
                    <a:pt x="6563280" y="1801555"/>
                  </a:lnTo>
                  <a:lnTo>
                    <a:pt x="6612325" y="1842558"/>
                  </a:lnTo>
                  <a:lnTo>
                    <a:pt x="6663827" y="1879126"/>
                  </a:lnTo>
                  <a:lnTo>
                    <a:pt x="6718676" y="1911678"/>
                  </a:lnTo>
                  <a:lnTo>
                    <a:pt x="6777778" y="1940682"/>
                  </a:lnTo>
                  <a:lnTo>
                    <a:pt x="6841969" y="1966587"/>
                  </a:lnTo>
                  <a:lnTo>
                    <a:pt x="6911909" y="1989781"/>
                  </a:lnTo>
                  <a:lnTo>
                    <a:pt x="6987947" y="2010574"/>
                  </a:lnTo>
                  <a:lnTo>
                    <a:pt x="7069932" y="2029187"/>
                  </a:lnTo>
                  <a:lnTo>
                    <a:pt x="7157002" y="2045749"/>
                  </a:lnTo>
                  <a:lnTo>
                    <a:pt x="7247375" y="2060306"/>
                  </a:lnTo>
                  <a:lnTo>
                    <a:pt x="7338240" y="2072839"/>
                  </a:lnTo>
                  <a:lnTo>
                    <a:pt x="7425836" y="2083299"/>
                  </a:lnTo>
                  <a:lnTo>
                    <a:pt x="7505841" y="2091654"/>
                  </a:lnTo>
                  <a:lnTo>
                    <a:pt x="7574063" y="2097940"/>
                  </a:lnTo>
                  <a:lnTo>
                    <a:pt x="7627317" y="2102301"/>
                  </a:lnTo>
                  <a:lnTo>
                    <a:pt x="7664218" y="2105003"/>
                  </a:lnTo>
                  <a:lnTo>
                    <a:pt x="7685620" y="2106412"/>
                  </a:lnTo>
                  <a:lnTo>
                    <a:pt x="7694616" y="2106946"/>
                  </a:lnTo>
                  <a:lnTo>
                    <a:pt x="7696236" y="2107034"/>
                  </a:lnTo>
                  <a:lnTo>
                    <a:pt x="7696237" y="2107034"/>
                  </a:lnTo>
                  <a:lnTo>
                    <a:pt x="8234974" y="2107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1" name="pl1471"/>
            <p:cNvSpPr/>
            <p:nvPr/>
          </p:nvSpPr>
          <p:spPr>
            <a:xfrm>
              <a:off x="546595" y="549009"/>
              <a:ext cx="8234974" cy="3958176"/>
            </a:xfrm>
            <a:custGeom>
              <a:avLst/>
              <a:pathLst>
                <a:path w="8234974" h="3958176">
                  <a:moveTo>
                    <a:pt x="8234974" y="2107034"/>
                  </a:move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8" y="93"/>
                  </a:lnTo>
                  <a:lnTo>
                    <a:pt x="3841069" y="759"/>
                  </a:lnTo>
                  <a:lnTo>
                    <a:pt x="3825642" y="2601"/>
                  </a:lnTo>
                  <a:lnTo>
                    <a:pt x="3798063" y="6226"/>
                  </a:lnTo>
                  <a:lnTo>
                    <a:pt x="3756967" y="12196"/>
                  </a:lnTo>
                  <a:lnTo>
                    <a:pt x="3702579" y="20966"/>
                  </a:lnTo>
                  <a:lnTo>
                    <a:pt x="3636573" y="32844"/>
                  </a:lnTo>
                  <a:lnTo>
                    <a:pt x="3561688" y="47981"/>
                  </a:lnTo>
                  <a:lnTo>
                    <a:pt x="3481191" y="66398"/>
                  </a:lnTo>
                  <a:lnTo>
                    <a:pt x="3398326" y="88041"/>
                  </a:lnTo>
                  <a:lnTo>
                    <a:pt x="3315908" y="112837"/>
                  </a:lnTo>
                  <a:lnTo>
                    <a:pt x="3236093" y="140758"/>
                  </a:lnTo>
                  <a:lnTo>
                    <a:pt x="3160318" y="171854"/>
                  </a:lnTo>
                  <a:lnTo>
                    <a:pt x="3089369" y="206283"/>
                  </a:lnTo>
                  <a:lnTo>
                    <a:pt x="3023500" y="244319"/>
                  </a:lnTo>
                  <a:lnTo>
                    <a:pt x="2962575" y="286353"/>
                  </a:lnTo>
                  <a:lnTo>
                    <a:pt x="2906187" y="332888"/>
                  </a:lnTo>
                  <a:lnTo>
                    <a:pt x="2853767" y="384517"/>
                  </a:lnTo>
                  <a:lnTo>
                    <a:pt x="2804656" y="441895"/>
                  </a:lnTo>
                  <a:lnTo>
                    <a:pt x="2758165" y="505685"/>
                  </a:lnTo>
                  <a:lnTo>
                    <a:pt x="2713626" y="576462"/>
                  </a:lnTo>
                  <a:lnTo>
                    <a:pt x="2670441" y="654565"/>
                  </a:lnTo>
                  <a:lnTo>
                    <a:pt x="2667772" y="659696"/>
                  </a:lnTo>
                  <a:lnTo>
                    <a:pt x="2636960" y="721441"/>
                  </a:lnTo>
                  <a:lnTo>
                    <a:pt x="2606422" y="787130"/>
                  </a:lnTo>
                  <a:lnTo>
                    <a:pt x="2576012" y="856843"/>
                  </a:lnTo>
                  <a:lnTo>
                    <a:pt x="2545612" y="930613"/>
                  </a:lnTo>
                  <a:lnTo>
                    <a:pt x="2515127" y="1008420"/>
                  </a:lnTo>
                  <a:lnTo>
                    <a:pt x="2484486" y="1090190"/>
                  </a:lnTo>
                  <a:lnTo>
                    <a:pt x="2453637" y="1175786"/>
                  </a:lnTo>
                  <a:lnTo>
                    <a:pt x="2422548" y="1265010"/>
                  </a:lnTo>
                  <a:lnTo>
                    <a:pt x="2391205" y="1357599"/>
                  </a:lnTo>
                  <a:lnTo>
                    <a:pt x="2359609" y="1453229"/>
                  </a:lnTo>
                  <a:lnTo>
                    <a:pt x="2327775" y="1551516"/>
                  </a:lnTo>
                  <a:lnTo>
                    <a:pt x="2295734" y="1652022"/>
                  </a:lnTo>
                  <a:lnTo>
                    <a:pt x="2263525" y="1754260"/>
                  </a:lnTo>
                  <a:lnTo>
                    <a:pt x="2231195" y="1857707"/>
                  </a:lnTo>
                  <a:lnTo>
                    <a:pt x="2198798" y="1961814"/>
                  </a:lnTo>
                  <a:lnTo>
                    <a:pt x="2166391" y="2066014"/>
                  </a:lnTo>
                  <a:lnTo>
                    <a:pt x="2134033" y="2169742"/>
                  </a:lnTo>
                  <a:lnTo>
                    <a:pt x="2101778" y="2272440"/>
                  </a:lnTo>
                  <a:lnTo>
                    <a:pt x="2069676" y="2373576"/>
                  </a:lnTo>
                  <a:lnTo>
                    <a:pt x="2037770" y="2472649"/>
                  </a:lnTo>
                  <a:lnTo>
                    <a:pt x="2006093" y="2569205"/>
                  </a:lnTo>
                  <a:lnTo>
                    <a:pt x="1974665" y="2662841"/>
                  </a:lnTo>
                  <a:lnTo>
                    <a:pt x="1943493" y="2753212"/>
                  </a:lnTo>
                  <a:lnTo>
                    <a:pt x="1912567" y="2840036"/>
                  </a:lnTo>
                  <a:lnTo>
                    <a:pt x="1881862" y="2923091"/>
                  </a:lnTo>
                  <a:lnTo>
                    <a:pt x="1851332" y="3002223"/>
                  </a:lnTo>
                  <a:lnTo>
                    <a:pt x="1820913" y="3077336"/>
                  </a:lnTo>
                  <a:lnTo>
                    <a:pt x="1790518" y="3148391"/>
                  </a:lnTo>
                  <a:lnTo>
                    <a:pt x="1760037" y="3215407"/>
                  </a:lnTo>
                  <a:lnTo>
                    <a:pt x="1729334" y="3278448"/>
                  </a:lnTo>
                  <a:lnTo>
                    <a:pt x="1719082" y="3298480"/>
                  </a:lnTo>
                  <a:lnTo>
                    <a:pt x="1675965" y="3377043"/>
                  </a:lnTo>
                  <a:lnTo>
                    <a:pt x="1631527" y="3448272"/>
                  </a:lnTo>
                  <a:lnTo>
                    <a:pt x="1585177" y="3512484"/>
                  </a:lnTo>
                  <a:lnTo>
                    <a:pt x="1536250" y="3570244"/>
                  </a:lnTo>
                  <a:lnTo>
                    <a:pt x="1484057" y="3622213"/>
                  </a:lnTo>
                  <a:lnTo>
                    <a:pt x="1427936" y="3669048"/>
                  </a:lnTo>
                  <a:lnTo>
                    <a:pt x="1367308" y="3711348"/>
                  </a:lnTo>
                  <a:lnTo>
                    <a:pt x="1301756" y="3749622"/>
                  </a:lnTo>
                  <a:lnTo>
                    <a:pt x="1231122" y="3784267"/>
                  </a:lnTo>
                  <a:lnTo>
                    <a:pt x="1155632" y="3815566"/>
                  </a:lnTo>
                  <a:lnTo>
                    <a:pt x="1076035" y="3843683"/>
                  </a:lnTo>
                  <a:lnTo>
                    <a:pt x="993725" y="3868675"/>
                  </a:lnTo>
                  <a:lnTo>
                    <a:pt x="910811" y="3890517"/>
                  </a:lnTo>
                  <a:lnTo>
                    <a:pt x="830073" y="3909138"/>
                  </a:lnTo>
                  <a:lnTo>
                    <a:pt x="754739" y="3924481"/>
                  </a:lnTo>
                  <a:lnTo>
                    <a:pt x="688089" y="3936560"/>
                  </a:lnTo>
                  <a:lnTo>
                    <a:pt x="632911" y="3945517"/>
                  </a:lnTo>
                  <a:lnTo>
                    <a:pt x="590961" y="3951650"/>
                  </a:lnTo>
                  <a:lnTo>
                    <a:pt x="562560" y="3955406"/>
                  </a:lnTo>
                  <a:lnTo>
                    <a:pt x="546442" y="3957342"/>
                  </a:lnTo>
                  <a:lnTo>
                    <a:pt x="539849" y="3958064"/>
                  </a:lnTo>
                  <a:lnTo>
                    <a:pt x="538736" y="3958176"/>
                  </a:lnTo>
                  <a:lnTo>
                    <a:pt x="538736" y="3958176"/>
                  </a:lnTo>
                  <a:lnTo>
                    <a:pt x="0" y="3958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2" name="pg1472"/>
            <p:cNvSpPr/>
            <p:nvPr/>
          </p:nvSpPr>
          <p:spPr>
            <a:xfrm>
              <a:off x="546595" y="657900"/>
              <a:ext cx="8234974" cy="3860174"/>
            </a:xfrm>
            <a:custGeom>
              <a:avLst/>
              <a:pathLst>
                <a:path w="8234974" h="3860174">
                  <a:moveTo>
                    <a:pt x="0" y="3860174"/>
                  </a:moveTo>
                  <a:lnTo>
                    <a:pt x="538736" y="3860174"/>
                  </a:lnTo>
                  <a:lnTo>
                    <a:pt x="539675" y="3860082"/>
                  </a:lnTo>
                  <a:lnTo>
                    <a:pt x="545846" y="3859428"/>
                  </a:lnTo>
                  <a:lnTo>
                    <a:pt x="561400" y="3857618"/>
                  </a:lnTo>
                  <a:lnTo>
                    <a:pt x="589197" y="3854056"/>
                  </a:lnTo>
                  <a:lnTo>
                    <a:pt x="630596" y="3848191"/>
                  </a:lnTo>
                  <a:lnTo>
                    <a:pt x="685351" y="3839578"/>
                  </a:lnTo>
                  <a:lnTo>
                    <a:pt x="751751" y="3827916"/>
                  </a:lnTo>
                  <a:lnTo>
                    <a:pt x="827016" y="3813060"/>
                  </a:lnTo>
                  <a:lnTo>
                    <a:pt x="907849" y="3794991"/>
                  </a:lnTo>
                  <a:lnTo>
                    <a:pt x="990981" y="3773765"/>
                  </a:lnTo>
                  <a:lnTo>
                    <a:pt x="1073589" y="3749450"/>
                  </a:lnTo>
                  <a:lnTo>
                    <a:pt x="1153522" y="3722075"/>
                  </a:lnTo>
                  <a:lnTo>
                    <a:pt x="1229352" y="3691585"/>
                  </a:lnTo>
                  <a:lnTo>
                    <a:pt x="1300309" y="3657822"/>
                  </a:lnTo>
                  <a:lnTo>
                    <a:pt x="1366155" y="3620513"/>
                  </a:lnTo>
                  <a:lnTo>
                    <a:pt x="1427042" y="3579266"/>
                  </a:lnTo>
                  <a:lnTo>
                    <a:pt x="1483388" y="3533585"/>
                  </a:lnTo>
                  <a:lnTo>
                    <a:pt x="1535775" y="3482883"/>
                  </a:lnTo>
                  <a:lnTo>
                    <a:pt x="1584870" y="3426513"/>
                  </a:lnTo>
                  <a:lnTo>
                    <a:pt x="1631368" y="3363828"/>
                  </a:lnTo>
                  <a:lnTo>
                    <a:pt x="1675940" y="3294270"/>
                  </a:lnTo>
                  <a:lnTo>
                    <a:pt x="1719082" y="3217719"/>
                  </a:lnTo>
                  <a:lnTo>
                    <a:pt x="1750255" y="3156858"/>
                  </a:lnTo>
                  <a:lnTo>
                    <a:pt x="1781148" y="3092064"/>
                  </a:lnTo>
                  <a:lnTo>
                    <a:pt x="1811914" y="3023257"/>
                  </a:lnTo>
                  <a:lnTo>
                    <a:pt x="1842674" y="2950406"/>
                  </a:lnTo>
                  <a:lnTo>
                    <a:pt x="1873524" y="2873532"/>
                  </a:lnTo>
                  <a:lnTo>
                    <a:pt x="1904538" y="2792715"/>
                  </a:lnTo>
                  <a:lnTo>
                    <a:pt x="1935767" y="2708095"/>
                  </a:lnTo>
                  <a:lnTo>
                    <a:pt x="1967244" y="2619878"/>
                  </a:lnTo>
                  <a:lnTo>
                    <a:pt x="1998982" y="2528334"/>
                  </a:lnTo>
                  <a:lnTo>
                    <a:pt x="2030977" y="2433796"/>
                  </a:lnTo>
                  <a:lnTo>
                    <a:pt x="2063212" y="2336658"/>
                  </a:lnTo>
                  <a:lnTo>
                    <a:pt x="2095656" y="2237370"/>
                  </a:lnTo>
                  <a:lnTo>
                    <a:pt x="2128265" y="2136425"/>
                  </a:lnTo>
                  <a:lnTo>
                    <a:pt x="2160990" y="2034358"/>
                  </a:lnTo>
                  <a:lnTo>
                    <a:pt x="2193773" y="1931725"/>
                  </a:lnTo>
                  <a:lnTo>
                    <a:pt x="2226556" y="1829098"/>
                  </a:lnTo>
                  <a:lnTo>
                    <a:pt x="2259279" y="1727048"/>
                  </a:lnTo>
                  <a:lnTo>
                    <a:pt x="2291886" y="1626134"/>
                  </a:lnTo>
                  <a:lnTo>
                    <a:pt x="2324325" y="1526885"/>
                  </a:lnTo>
                  <a:lnTo>
                    <a:pt x="2356555" y="1429798"/>
                  </a:lnTo>
                  <a:lnTo>
                    <a:pt x="2388546" y="1335320"/>
                  </a:lnTo>
                  <a:lnTo>
                    <a:pt x="2420278" y="1243842"/>
                  </a:lnTo>
                  <a:lnTo>
                    <a:pt x="2451749" y="1155699"/>
                  </a:lnTo>
                  <a:lnTo>
                    <a:pt x="2482973" y="1071157"/>
                  </a:lnTo>
                  <a:lnTo>
                    <a:pt x="2513983" y="990422"/>
                  </a:lnTo>
                  <a:lnTo>
                    <a:pt x="2544831" y="913632"/>
                  </a:lnTo>
                  <a:lnTo>
                    <a:pt x="2575589" y="840867"/>
                  </a:lnTo>
                  <a:lnTo>
                    <a:pt x="2606357" y="772146"/>
                  </a:lnTo>
                  <a:lnTo>
                    <a:pt x="2637255" y="707436"/>
                  </a:lnTo>
                  <a:lnTo>
                    <a:pt x="2667772" y="647899"/>
                  </a:lnTo>
                  <a:lnTo>
                    <a:pt x="2711019" y="571174"/>
                  </a:lnTo>
                  <a:lnTo>
                    <a:pt x="2755595" y="501633"/>
                  </a:lnTo>
                  <a:lnTo>
                    <a:pt x="2802098" y="438963"/>
                  </a:lnTo>
                  <a:lnTo>
                    <a:pt x="2851200" y="382608"/>
                  </a:lnTo>
                  <a:lnTo>
                    <a:pt x="2903596" y="331918"/>
                  </a:lnTo>
                  <a:lnTo>
                    <a:pt x="2959952" y="286249"/>
                  </a:lnTo>
                  <a:lnTo>
                    <a:pt x="3020851" y="245012"/>
                  </a:lnTo>
                  <a:lnTo>
                    <a:pt x="3086709" y="207711"/>
                  </a:lnTo>
                  <a:lnTo>
                    <a:pt x="3157678" y="173957"/>
                  </a:lnTo>
                  <a:lnTo>
                    <a:pt x="3233519" y="143475"/>
                  </a:lnTo>
                  <a:lnTo>
                    <a:pt x="3313460" y="116106"/>
                  </a:lnTo>
                  <a:lnTo>
                    <a:pt x="3396072" y="91799"/>
                  </a:lnTo>
                  <a:lnTo>
                    <a:pt x="3479203" y="70580"/>
                  </a:lnTo>
                  <a:lnTo>
                    <a:pt x="3560026" y="52519"/>
                  </a:lnTo>
                  <a:lnTo>
                    <a:pt x="3635274" y="37671"/>
                  </a:lnTo>
                  <a:lnTo>
                    <a:pt x="3701649" y="26017"/>
                  </a:lnTo>
                  <a:lnTo>
                    <a:pt x="3756374" y="17410"/>
                  </a:lnTo>
                  <a:lnTo>
                    <a:pt x="3797740" y="11551"/>
                  </a:lnTo>
                  <a:lnTo>
                    <a:pt x="3825505" y="7994"/>
                  </a:lnTo>
                  <a:lnTo>
                    <a:pt x="3841033" y="6188"/>
                  </a:lnTo>
                  <a:lnTo>
                    <a:pt x="3847186" y="553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5" y="5531"/>
                  </a:lnTo>
                  <a:lnTo>
                    <a:pt x="4395601" y="6151"/>
                  </a:lnTo>
                  <a:lnTo>
                    <a:pt x="4414591" y="7864"/>
                  </a:lnTo>
                  <a:lnTo>
                    <a:pt x="4448198" y="11231"/>
                  </a:lnTo>
                  <a:lnTo>
                    <a:pt x="4497591" y="16748"/>
                  </a:lnTo>
                  <a:lnTo>
                    <a:pt x="4561826" y="24792"/>
                  </a:lnTo>
                  <a:lnTo>
                    <a:pt x="4638175" y="35588"/>
                  </a:lnTo>
                  <a:lnTo>
                    <a:pt x="4722805" y="49209"/>
                  </a:lnTo>
                  <a:lnTo>
                    <a:pt x="4811580" y="65629"/>
                  </a:lnTo>
                  <a:lnTo>
                    <a:pt x="4900759" y="84781"/>
                  </a:lnTo>
                  <a:lnTo>
                    <a:pt x="4987415" y="106625"/>
                  </a:lnTo>
                  <a:lnTo>
                    <a:pt x="5069584" y="131192"/>
                  </a:lnTo>
                  <a:lnTo>
                    <a:pt x="5146199" y="158617"/>
                  </a:lnTo>
                  <a:lnTo>
                    <a:pt x="5216921" y="189151"/>
                  </a:lnTo>
                  <a:lnTo>
                    <a:pt x="5281937" y="223162"/>
                  </a:lnTo>
                  <a:lnTo>
                    <a:pt x="5341784" y="261128"/>
                  </a:lnTo>
                  <a:lnTo>
                    <a:pt x="5397203" y="303613"/>
                  </a:lnTo>
                  <a:lnTo>
                    <a:pt x="5449034" y="351231"/>
                  </a:lnTo>
                  <a:lnTo>
                    <a:pt x="5498136" y="404580"/>
                  </a:lnTo>
                  <a:lnTo>
                    <a:pt x="5545313" y="464114"/>
                  </a:lnTo>
                  <a:lnTo>
                    <a:pt x="5567201" y="494545"/>
                  </a:lnTo>
                  <a:lnTo>
                    <a:pt x="5602168" y="546756"/>
                  </a:lnTo>
                  <a:lnTo>
                    <a:pt x="5636808" y="602750"/>
                  </a:lnTo>
                  <a:lnTo>
                    <a:pt x="5671327" y="662603"/>
                  </a:lnTo>
                  <a:lnTo>
                    <a:pt x="5705886" y="726333"/>
                  </a:lnTo>
                  <a:lnTo>
                    <a:pt x="5740607" y="793891"/>
                  </a:lnTo>
                  <a:lnTo>
                    <a:pt x="5775577" y="865154"/>
                  </a:lnTo>
                  <a:lnTo>
                    <a:pt x="5810849" y="939924"/>
                  </a:lnTo>
                  <a:lnTo>
                    <a:pt x="5846449" y="1017924"/>
                  </a:lnTo>
                  <a:lnTo>
                    <a:pt x="5882373" y="1098802"/>
                  </a:lnTo>
                  <a:lnTo>
                    <a:pt x="5918596" y="1182131"/>
                  </a:lnTo>
                  <a:lnTo>
                    <a:pt x="5955070" y="1267419"/>
                  </a:lnTo>
                  <a:lnTo>
                    <a:pt x="5991732" y="1354121"/>
                  </a:lnTo>
                  <a:lnTo>
                    <a:pt x="6028506" y="1441650"/>
                  </a:lnTo>
                  <a:lnTo>
                    <a:pt x="6065310" y="1529399"/>
                  </a:lnTo>
                  <a:lnTo>
                    <a:pt x="6102060" y="1616749"/>
                  </a:lnTo>
                  <a:lnTo>
                    <a:pt x="6138674" y="1703098"/>
                  </a:lnTo>
                  <a:lnTo>
                    <a:pt x="6175080" y="1787869"/>
                  </a:lnTo>
                  <a:lnTo>
                    <a:pt x="6211220" y="1870532"/>
                  </a:lnTo>
                  <a:lnTo>
                    <a:pt x="6247052" y="1950612"/>
                  </a:lnTo>
                  <a:lnTo>
                    <a:pt x="6282555" y="2027705"/>
                  </a:lnTo>
                  <a:lnTo>
                    <a:pt x="6317736" y="2101478"/>
                  </a:lnTo>
                  <a:lnTo>
                    <a:pt x="6352626" y="2171678"/>
                  </a:lnTo>
                  <a:lnTo>
                    <a:pt x="6387289" y="2238129"/>
                  </a:lnTo>
                  <a:lnTo>
                    <a:pt x="6421822" y="2300731"/>
                  </a:lnTo>
                  <a:lnTo>
                    <a:pt x="6456358" y="2359455"/>
                  </a:lnTo>
                  <a:lnTo>
                    <a:pt x="6491070" y="2414337"/>
                  </a:lnTo>
                  <a:lnTo>
                    <a:pt x="6515891" y="2450947"/>
                  </a:lnTo>
                  <a:lnTo>
                    <a:pt x="6562403" y="2513485"/>
                  </a:lnTo>
                  <a:lnTo>
                    <a:pt x="6610498" y="2569723"/>
                  </a:lnTo>
                  <a:lnTo>
                    <a:pt x="6660930" y="2619989"/>
                  </a:lnTo>
                  <a:lnTo>
                    <a:pt x="6714541" y="2664829"/>
                  </a:lnTo>
                  <a:lnTo>
                    <a:pt x="6772188" y="2704862"/>
                  </a:lnTo>
                  <a:lnTo>
                    <a:pt x="6834672" y="2740682"/>
                  </a:lnTo>
                  <a:lnTo>
                    <a:pt x="6902641" y="2772811"/>
                  </a:lnTo>
                  <a:lnTo>
                    <a:pt x="6976469" y="2801671"/>
                  </a:lnTo>
                  <a:lnTo>
                    <a:pt x="7056090" y="2827569"/>
                  </a:lnTo>
                  <a:lnTo>
                    <a:pt x="7140806" y="2850693"/>
                  </a:lnTo>
                  <a:lnTo>
                    <a:pt x="7229096" y="2871123"/>
                  </a:lnTo>
                  <a:lnTo>
                    <a:pt x="7318485" y="2888846"/>
                  </a:lnTo>
                  <a:lnTo>
                    <a:pt x="7405584" y="2903801"/>
                  </a:lnTo>
                  <a:lnTo>
                    <a:pt x="7486372" y="2915934"/>
                  </a:lnTo>
                  <a:lnTo>
                    <a:pt x="7556775" y="2925264"/>
                  </a:lnTo>
                  <a:lnTo>
                    <a:pt x="7613442" y="2931941"/>
                  </a:lnTo>
                  <a:lnTo>
                    <a:pt x="7654518" y="2936271"/>
                  </a:lnTo>
                  <a:lnTo>
                    <a:pt x="7680155" y="2938700"/>
                  </a:lnTo>
                  <a:lnTo>
                    <a:pt x="7692626" y="2939768"/>
                  </a:lnTo>
                  <a:lnTo>
                    <a:pt x="7696110" y="2940039"/>
                  </a:lnTo>
                  <a:lnTo>
                    <a:pt x="7696237" y="2940048"/>
                  </a:lnTo>
                  <a:lnTo>
                    <a:pt x="8234974" y="2940048"/>
                  </a:lnTo>
                  <a:lnTo>
                    <a:pt x="8234974" y="2934603"/>
                  </a:ln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0" y="91"/>
                  </a:lnTo>
                  <a:lnTo>
                    <a:pt x="3841008" y="746"/>
                  </a:lnTo>
                  <a:lnTo>
                    <a:pt x="3825454" y="2556"/>
                  </a:lnTo>
                  <a:lnTo>
                    <a:pt x="3797657" y="6118"/>
                  </a:lnTo>
                  <a:lnTo>
                    <a:pt x="3756259" y="11983"/>
                  </a:lnTo>
                  <a:lnTo>
                    <a:pt x="3701504" y="20596"/>
                  </a:lnTo>
                  <a:lnTo>
                    <a:pt x="3635104" y="32258"/>
                  </a:lnTo>
                  <a:lnTo>
                    <a:pt x="3559838" y="47114"/>
                  </a:lnTo>
                  <a:lnTo>
                    <a:pt x="3479006" y="65183"/>
                  </a:lnTo>
                  <a:lnTo>
                    <a:pt x="3395873" y="86409"/>
                  </a:lnTo>
                  <a:lnTo>
                    <a:pt x="3313265" y="110724"/>
                  </a:lnTo>
                  <a:lnTo>
                    <a:pt x="3233332" y="138099"/>
                  </a:lnTo>
                  <a:lnTo>
                    <a:pt x="3157503" y="168589"/>
                  </a:lnTo>
                  <a:lnTo>
                    <a:pt x="3086545" y="202351"/>
                  </a:lnTo>
                  <a:lnTo>
                    <a:pt x="3020700" y="239661"/>
                  </a:lnTo>
                  <a:lnTo>
                    <a:pt x="2959812" y="280908"/>
                  </a:lnTo>
                  <a:lnTo>
                    <a:pt x="2903466" y="326588"/>
                  </a:lnTo>
                  <a:lnTo>
                    <a:pt x="2851079" y="377291"/>
                  </a:lnTo>
                  <a:lnTo>
                    <a:pt x="2801985" y="433660"/>
                  </a:lnTo>
                  <a:lnTo>
                    <a:pt x="2755487" y="496346"/>
                  </a:lnTo>
                  <a:lnTo>
                    <a:pt x="2710914" y="565904"/>
                  </a:lnTo>
                  <a:lnTo>
                    <a:pt x="2667772" y="642455"/>
                  </a:lnTo>
                  <a:lnTo>
                    <a:pt x="2636600" y="703316"/>
                  </a:lnTo>
                  <a:lnTo>
                    <a:pt x="2605706" y="768110"/>
                  </a:lnTo>
                  <a:lnTo>
                    <a:pt x="2574940" y="836917"/>
                  </a:lnTo>
                  <a:lnTo>
                    <a:pt x="2544181" y="909767"/>
                  </a:lnTo>
                  <a:lnTo>
                    <a:pt x="2513330" y="986641"/>
                  </a:lnTo>
                  <a:lnTo>
                    <a:pt x="2482317" y="1067459"/>
                  </a:lnTo>
                  <a:lnTo>
                    <a:pt x="2451087" y="1152078"/>
                  </a:lnTo>
                  <a:lnTo>
                    <a:pt x="2419611" y="1240296"/>
                  </a:lnTo>
                  <a:lnTo>
                    <a:pt x="2387873" y="1331840"/>
                  </a:lnTo>
                  <a:lnTo>
                    <a:pt x="2355877" y="1426378"/>
                  </a:lnTo>
                  <a:lnTo>
                    <a:pt x="2323642" y="1523515"/>
                  </a:lnTo>
                  <a:lnTo>
                    <a:pt x="2291199" y="1622804"/>
                  </a:lnTo>
                  <a:lnTo>
                    <a:pt x="2258589" y="1723748"/>
                  </a:lnTo>
                  <a:lnTo>
                    <a:pt x="2225865" y="1825816"/>
                  </a:lnTo>
                  <a:lnTo>
                    <a:pt x="2193081" y="1928449"/>
                  </a:lnTo>
                  <a:lnTo>
                    <a:pt x="2160298" y="2031076"/>
                  </a:lnTo>
                  <a:lnTo>
                    <a:pt x="2127575" y="2133125"/>
                  </a:lnTo>
                  <a:lnTo>
                    <a:pt x="2094969" y="2234040"/>
                  </a:lnTo>
                  <a:lnTo>
                    <a:pt x="2062530" y="2333288"/>
                  </a:lnTo>
                  <a:lnTo>
                    <a:pt x="2030299" y="2430376"/>
                  </a:lnTo>
                  <a:lnTo>
                    <a:pt x="1998309" y="2524854"/>
                  </a:lnTo>
                  <a:lnTo>
                    <a:pt x="1966577" y="2616331"/>
                  </a:lnTo>
                  <a:lnTo>
                    <a:pt x="1935106" y="2704475"/>
                  </a:lnTo>
                  <a:lnTo>
                    <a:pt x="1903881" y="2789017"/>
                  </a:lnTo>
                  <a:lnTo>
                    <a:pt x="1872871" y="2869752"/>
                  </a:lnTo>
                  <a:lnTo>
                    <a:pt x="1842024" y="2946541"/>
                  </a:lnTo>
                  <a:lnTo>
                    <a:pt x="1811265" y="3019307"/>
                  </a:lnTo>
                  <a:lnTo>
                    <a:pt x="1780498" y="3088028"/>
                  </a:lnTo>
                  <a:lnTo>
                    <a:pt x="1749600" y="3152738"/>
                  </a:lnTo>
                  <a:lnTo>
                    <a:pt x="1719082" y="3212275"/>
                  </a:lnTo>
                  <a:lnTo>
                    <a:pt x="1675836" y="3289000"/>
                  </a:lnTo>
                  <a:lnTo>
                    <a:pt x="1631259" y="3358541"/>
                  </a:lnTo>
                  <a:lnTo>
                    <a:pt x="1584756" y="3421211"/>
                  </a:lnTo>
                  <a:lnTo>
                    <a:pt x="1535654" y="3477566"/>
                  </a:lnTo>
                  <a:lnTo>
                    <a:pt x="1483259" y="3528256"/>
                  </a:lnTo>
                  <a:lnTo>
                    <a:pt x="1426902" y="3573925"/>
                  </a:lnTo>
                  <a:lnTo>
                    <a:pt x="1366004" y="3615162"/>
                  </a:lnTo>
                  <a:lnTo>
                    <a:pt x="1300146" y="3652462"/>
                  </a:lnTo>
                  <a:lnTo>
                    <a:pt x="1229176" y="3686217"/>
                  </a:lnTo>
                  <a:lnTo>
                    <a:pt x="1153336" y="3716699"/>
                  </a:lnTo>
                  <a:lnTo>
                    <a:pt x="1073395" y="3744067"/>
                  </a:lnTo>
                  <a:lnTo>
                    <a:pt x="990782" y="3768375"/>
                  </a:lnTo>
                  <a:lnTo>
                    <a:pt x="907652" y="3789593"/>
                  </a:lnTo>
                  <a:lnTo>
                    <a:pt x="826828" y="3807655"/>
                  </a:lnTo>
                  <a:lnTo>
                    <a:pt x="751580" y="3822503"/>
                  </a:lnTo>
                  <a:lnTo>
                    <a:pt x="685205" y="3834157"/>
                  </a:lnTo>
                  <a:lnTo>
                    <a:pt x="630481" y="3842764"/>
                  </a:lnTo>
                  <a:lnTo>
                    <a:pt x="589115" y="3848622"/>
                  </a:lnTo>
                  <a:lnTo>
                    <a:pt x="561349" y="3852180"/>
                  </a:lnTo>
                  <a:lnTo>
                    <a:pt x="545822" y="3853986"/>
                  </a:lnTo>
                  <a:lnTo>
                    <a:pt x="539668" y="3854639"/>
                  </a:lnTo>
                  <a:lnTo>
                    <a:pt x="538736" y="3854730"/>
                  </a:lnTo>
                  <a:lnTo>
                    <a:pt x="0" y="3854730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73" name="pl1473"/>
            <p:cNvSpPr/>
            <p:nvPr/>
          </p:nvSpPr>
          <p:spPr>
            <a:xfrm>
              <a:off x="546595" y="663344"/>
              <a:ext cx="8234974" cy="3854730"/>
            </a:xfrm>
            <a:custGeom>
              <a:avLst/>
              <a:pathLst>
                <a:path w="8234974" h="3854730">
                  <a:moveTo>
                    <a:pt x="0" y="3854730"/>
                  </a:moveTo>
                  <a:lnTo>
                    <a:pt x="538736" y="3854730"/>
                  </a:lnTo>
                  <a:lnTo>
                    <a:pt x="539675" y="3854638"/>
                  </a:lnTo>
                  <a:lnTo>
                    <a:pt x="545846" y="3853983"/>
                  </a:lnTo>
                  <a:lnTo>
                    <a:pt x="561400" y="3852173"/>
                  </a:lnTo>
                  <a:lnTo>
                    <a:pt x="589197" y="3848611"/>
                  </a:lnTo>
                  <a:lnTo>
                    <a:pt x="630596" y="3842746"/>
                  </a:lnTo>
                  <a:lnTo>
                    <a:pt x="685351" y="3834133"/>
                  </a:lnTo>
                  <a:lnTo>
                    <a:pt x="751751" y="3822471"/>
                  </a:lnTo>
                  <a:lnTo>
                    <a:pt x="827016" y="3807615"/>
                  </a:lnTo>
                  <a:lnTo>
                    <a:pt x="907849" y="3789546"/>
                  </a:lnTo>
                  <a:lnTo>
                    <a:pt x="990981" y="3768320"/>
                  </a:lnTo>
                  <a:lnTo>
                    <a:pt x="1073589" y="3744006"/>
                  </a:lnTo>
                  <a:lnTo>
                    <a:pt x="1153522" y="3716630"/>
                  </a:lnTo>
                  <a:lnTo>
                    <a:pt x="1229352" y="3686140"/>
                  </a:lnTo>
                  <a:lnTo>
                    <a:pt x="1300309" y="3652378"/>
                  </a:lnTo>
                  <a:lnTo>
                    <a:pt x="1366155" y="3615068"/>
                  </a:lnTo>
                  <a:lnTo>
                    <a:pt x="1427042" y="3573822"/>
                  </a:lnTo>
                  <a:lnTo>
                    <a:pt x="1483388" y="3528141"/>
                  </a:lnTo>
                  <a:lnTo>
                    <a:pt x="1535775" y="3477439"/>
                  </a:lnTo>
                  <a:lnTo>
                    <a:pt x="1584870" y="3421069"/>
                  </a:lnTo>
                  <a:lnTo>
                    <a:pt x="1631368" y="3358383"/>
                  </a:lnTo>
                  <a:lnTo>
                    <a:pt x="1675940" y="3288825"/>
                  </a:lnTo>
                  <a:lnTo>
                    <a:pt x="1719082" y="3212275"/>
                  </a:lnTo>
                  <a:lnTo>
                    <a:pt x="1750255" y="3151413"/>
                  </a:lnTo>
                  <a:lnTo>
                    <a:pt x="1781148" y="3086619"/>
                  </a:lnTo>
                  <a:lnTo>
                    <a:pt x="1811914" y="3017813"/>
                  </a:lnTo>
                  <a:lnTo>
                    <a:pt x="1842674" y="2944962"/>
                  </a:lnTo>
                  <a:lnTo>
                    <a:pt x="1873524" y="2868088"/>
                  </a:lnTo>
                  <a:lnTo>
                    <a:pt x="1904538" y="2787271"/>
                  </a:lnTo>
                  <a:lnTo>
                    <a:pt x="1935767" y="2702651"/>
                  </a:lnTo>
                  <a:lnTo>
                    <a:pt x="1967244" y="2614434"/>
                  </a:lnTo>
                  <a:lnTo>
                    <a:pt x="1998982" y="2522889"/>
                  </a:lnTo>
                  <a:lnTo>
                    <a:pt x="2030977" y="2428351"/>
                  </a:lnTo>
                  <a:lnTo>
                    <a:pt x="2063212" y="2331214"/>
                  </a:lnTo>
                  <a:lnTo>
                    <a:pt x="2095656" y="2231925"/>
                  </a:lnTo>
                  <a:lnTo>
                    <a:pt x="2128265" y="2130981"/>
                  </a:lnTo>
                  <a:lnTo>
                    <a:pt x="2160990" y="2028913"/>
                  </a:lnTo>
                  <a:lnTo>
                    <a:pt x="2193773" y="1926280"/>
                  </a:lnTo>
                  <a:lnTo>
                    <a:pt x="2226556" y="1823654"/>
                  </a:lnTo>
                  <a:lnTo>
                    <a:pt x="2259279" y="1721604"/>
                  </a:lnTo>
                  <a:lnTo>
                    <a:pt x="2291886" y="1620689"/>
                  </a:lnTo>
                  <a:lnTo>
                    <a:pt x="2324325" y="1521441"/>
                  </a:lnTo>
                  <a:lnTo>
                    <a:pt x="2356555" y="1424354"/>
                  </a:lnTo>
                  <a:lnTo>
                    <a:pt x="2388546" y="1329875"/>
                  </a:lnTo>
                  <a:lnTo>
                    <a:pt x="2420278" y="1238398"/>
                  </a:lnTo>
                  <a:lnTo>
                    <a:pt x="2451749" y="1150254"/>
                  </a:lnTo>
                  <a:lnTo>
                    <a:pt x="2482973" y="1065713"/>
                  </a:lnTo>
                  <a:lnTo>
                    <a:pt x="2513983" y="984977"/>
                  </a:lnTo>
                  <a:lnTo>
                    <a:pt x="2544831" y="908188"/>
                  </a:lnTo>
                  <a:lnTo>
                    <a:pt x="2575589" y="835422"/>
                  </a:lnTo>
                  <a:lnTo>
                    <a:pt x="2606357" y="766701"/>
                  </a:lnTo>
                  <a:lnTo>
                    <a:pt x="2637255" y="701991"/>
                  </a:lnTo>
                  <a:lnTo>
                    <a:pt x="2667772" y="642455"/>
                  </a:lnTo>
                  <a:lnTo>
                    <a:pt x="2711019" y="565729"/>
                  </a:lnTo>
                  <a:lnTo>
                    <a:pt x="2755595" y="496188"/>
                  </a:lnTo>
                  <a:lnTo>
                    <a:pt x="2802098" y="433518"/>
                  </a:lnTo>
                  <a:lnTo>
                    <a:pt x="2851200" y="377163"/>
                  </a:lnTo>
                  <a:lnTo>
                    <a:pt x="2903596" y="326473"/>
                  </a:lnTo>
                  <a:lnTo>
                    <a:pt x="2959952" y="280804"/>
                  </a:lnTo>
                  <a:lnTo>
                    <a:pt x="3020851" y="239567"/>
                  </a:lnTo>
                  <a:lnTo>
                    <a:pt x="3086709" y="202267"/>
                  </a:lnTo>
                  <a:lnTo>
                    <a:pt x="3157678" y="168512"/>
                  </a:lnTo>
                  <a:lnTo>
                    <a:pt x="3233519" y="138030"/>
                  </a:lnTo>
                  <a:lnTo>
                    <a:pt x="3313460" y="110662"/>
                  </a:lnTo>
                  <a:lnTo>
                    <a:pt x="3396072" y="86355"/>
                  </a:lnTo>
                  <a:lnTo>
                    <a:pt x="3479203" y="65136"/>
                  </a:lnTo>
                  <a:lnTo>
                    <a:pt x="3560026" y="47075"/>
                  </a:lnTo>
                  <a:lnTo>
                    <a:pt x="3635274" y="32226"/>
                  </a:lnTo>
                  <a:lnTo>
                    <a:pt x="3701649" y="20572"/>
                  </a:lnTo>
                  <a:lnTo>
                    <a:pt x="3756374" y="11966"/>
                  </a:lnTo>
                  <a:lnTo>
                    <a:pt x="3797740" y="6107"/>
                  </a:lnTo>
                  <a:lnTo>
                    <a:pt x="3825505" y="2550"/>
                  </a:lnTo>
                  <a:lnTo>
                    <a:pt x="3841033" y="743"/>
                  </a:lnTo>
                  <a:lnTo>
                    <a:pt x="3847186" y="9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5" y="86"/>
                  </a:lnTo>
                  <a:lnTo>
                    <a:pt x="4395601" y="706"/>
                  </a:lnTo>
                  <a:lnTo>
                    <a:pt x="4414591" y="2420"/>
                  </a:lnTo>
                  <a:lnTo>
                    <a:pt x="4448198" y="5786"/>
                  </a:lnTo>
                  <a:lnTo>
                    <a:pt x="4497591" y="11303"/>
                  </a:lnTo>
                  <a:lnTo>
                    <a:pt x="4561826" y="19348"/>
                  </a:lnTo>
                  <a:lnTo>
                    <a:pt x="4638175" y="30143"/>
                  </a:lnTo>
                  <a:lnTo>
                    <a:pt x="4722805" y="43765"/>
                  </a:lnTo>
                  <a:lnTo>
                    <a:pt x="4811580" y="60184"/>
                  </a:lnTo>
                  <a:lnTo>
                    <a:pt x="4900759" y="79337"/>
                  </a:lnTo>
                  <a:lnTo>
                    <a:pt x="4987415" y="101181"/>
                  </a:lnTo>
                  <a:lnTo>
                    <a:pt x="5069584" y="125747"/>
                  </a:lnTo>
                  <a:lnTo>
                    <a:pt x="5146199" y="153172"/>
                  </a:lnTo>
                  <a:lnTo>
                    <a:pt x="5216921" y="183706"/>
                  </a:lnTo>
                  <a:lnTo>
                    <a:pt x="5281937" y="217718"/>
                  </a:lnTo>
                  <a:lnTo>
                    <a:pt x="5341784" y="255683"/>
                  </a:lnTo>
                  <a:lnTo>
                    <a:pt x="5397203" y="298168"/>
                  </a:lnTo>
                  <a:lnTo>
                    <a:pt x="5449034" y="345787"/>
                  </a:lnTo>
                  <a:lnTo>
                    <a:pt x="5498136" y="399135"/>
                  </a:lnTo>
                  <a:lnTo>
                    <a:pt x="5545313" y="458670"/>
                  </a:lnTo>
                  <a:lnTo>
                    <a:pt x="5567201" y="489100"/>
                  </a:lnTo>
                  <a:lnTo>
                    <a:pt x="5602168" y="541312"/>
                  </a:lnTo>
                  <a:lnTo>
                    <a:pt x="5636808" y="597306"/>
                  </a:lnTo>
                  <a:lnTo>
                    <a:pt x="5671327" y="657159"/>
                  </a:lnTo>
                  <a:lnTo>
                    <a:pt x="5705886" y="720889"/>
                  </a:lnTo>
                  <a:lnTo>
                    <a:pt x="5740607" y="788446"/>
                  </a:lnTo>
                  <a:lnTo>
                    <a:pt x="5775577" y="859709"/>
                  </a:lnTo>
                  <a:lnTo>
                    <a:pt x="5810849" y="934479"/>
                  </a:lnTo>
                  <a:lnTo>
                    <a:pt x="5846449" y="1012480"/>
                  </a:lnTo>
                  <a:lnTo>
                    <a:pt x="5882373" y="1093358"/>
                  </a:lnTo>
                  <a:lnTo>
                    <a:pt x="5918596" y="1176686"/>
                  </a:lnTo>
                  <a:lnTo>
                    <a:pt x="5955070" y="1261974"/>
                  </a:lnTo>
                  <a:lnTo>
                    <a:pt x="5991732" y="1348676"/>
                  </a:lnTo>
                  <a:lnTo>
                    <a:pt x="6028506" y="1436206"/>
                  </a:lnTo>
                  <a:lnTo>
                    <a:pt x="6065310" y="1523954"/>
                  </a:lnTo>
                  <a:lnTo>
                    <a:pt x="6102060" y="1611305"/>
                  </a:lnTo>
                  <a:lnTo>
                    <a:pt x="6138674" y="1697653"/>
                  </a:lnTo>
                  <a:lnTo>
                    <a:pt x="6175080" y="1782425"/>
                  </a:lnTo>
                  <a:lnTo>
                    <a:pt x="6211220" y="1865087"/>
                  </a:lnTo>
                  <a:lnTo>
                    <a:pt x="6247052" y="1945168"/>
                  </a:lnTo>
                  <a:lnTo>
                    <a:pt x="6282555" y="2022260"/>
                  </a:lnTo>
                  <a:lnTo>
                    <a:pt x="6317736" y="2096033"/>
                  </a:lnTo>
                  <a:lnTo>
                    <a:pt x="6352626" y="2166233"/>
                  </a:lnTo>
                  <a:lnTo>
                    <a:pt x="6387289" y="2232684"/>
                  </a:lnTo>
                  <a:lnTo>
                    <a:pt x="6421822" y="2295287"/>
                  </a:lnTo>
                  <a:lnTo>
                    <a:pt x="6456358" y="2354011"/>
                  </a:lnTo>
                  <a:lnTo>
                    <a:pt x="6491070" y="2408892"/>
                  </a:lnTo>
                  <a:lnTo>
                    <a:pt x="6515891" y="2445503"/>
                  </a:lnTo>
                  <a:lnTo>
                    <a:pt x="6562403" y="2508040"/>
                  </a:lnTo>
                  <a:lnTo>
                    <a:pt x="6610498" y="2564279"/>
                  </a:lnTo>
                  <a:lnTo>
                    <a:pt x="6660930" y="2614544"/>
                  </a:lnTo>
                  <a:lnTo>
                    <a:pt x="6714541" y="2659385"/>
                  </a:lnTo>
                  <a:lnTo>
                    <a:pt x="6772188" y="2699417"/>
                  </a:lnTo>
                  <a:lnTo>
                    <a:pt x="6834672" y="2735237"/>
                  </a:lnTo>
                  <a:lnTo>
                    <a:pt x="6902641" y="2767367"/>
                  </a:lnTo>
                  <a:lnTo>
                    <a:pt x="6976469" y="2796226"/>
                  </a:lnTo>
                  <a:lnTo>
                    <a:pt x="7056090" y="2822124"/>
                  </a:lnTo>
                  <a:lnTo>
                    <a:pt x="7140806" y="2845249"/>
                  </a:lnTo>
                  <a:lnTo>
                    <a:pt x="7229096" y="2865678"/>
                  </a:lnTo>
                  <a:lnTo>
                    <a:pt x="7318485" y="2883401"/>
                  </a:lnTo>
                  <a:lnTo>
                    <a:pt x="7405584" y="2898356"/>
                  </a:lnTo>
                  <a:lnTo>
                    <a:pt x="7486372" y="2910489"/>
                  </a:lnTo>
                  <a:lnTo>
                    <a:pt x="7556775" y="2919819"/>
                  </a:lnTo>
                  <a:lnTo>
                    <a:pt x="7613442" y="2926497"/>
                  </a:lnTo>
                  <a:lnTo>
                    <a:pt x="7654518" y="2930826"/>
                  </a:lnTo>
                  <a:lnTo>
                    <a:pt x="7680155" y="2933256"/>
                  </a:lnTo>
                  <a:lnTo>
                    <a:pt x="7692626" y="2934323"/>
                  </a:lnTo>
                  <a:lnTo>
                    <a:pt x="7696110" y="2934594"/>
                  </a:lnTo>
                  <a:lnTo>
                    <a:pt x="7696237" y="2934603"/>
                  </a:lnTo>
                  <a:lnTo>
                    <a:pt x="8234974" y="2934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4" name="pl1474"/>
            <p:cNvSpPr/>
            <p:nvPr/>
          </p:nvSpPr>
          <p:spPr>
            <a:xfrm>
              <a:off x="546595" y="657900"/>
              <a:ext cx="8234974" cy="3854730"/>
            </a:xfrm>
            <a:custGeom>
              <a:avLst/>
              <a:pathLst>
                <a:path w="8234974" h="3854730">
                  <a:moveTo>
                    <a:pt x="8234974" y="2934603"/>
                  </a:move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0" y="91"/>
                  </a:lnTo>
                  <a:lnTo>
                    <a:pt x="3841008" y="746"/>
                  </a:lnTo>
                  <a:lnTo>
                    <a:pt x="3825454" y="2556"/>
                  </a:lnTo>
                  <a:lnTo>
                    <a:pt x="3797657" y="6118"/>
                  </a:lnTo>
                  <a:lnTo>
                    <a:pt x="3756259" y="11983"/>
                  </a:lnTo>
                  <a:lnTo>
                    <a:pt x="3701504" y="20596"/>
                  </a:lnTo>
                  <a:lnTo>
                    <a:pt x="3635104" y="32258"/>
                  </a:lnTo>
                  <a:lnTo>
                    <a:pt x="3559838" y="47114"/>
                  </a:lnTo>
                  <a:lnTo>
                    <a:pt x="3479006" y="65183"/>
                  </a:lnTo>
                  <a:lnTo>
                    <a:pt x="3395873" y="86409"/>
                  </a:lnTo>
                  <a:lnTo>
                    <a:pt x="3313265" y="110724"/>
                  </a:lnTo>
                  <a:lnTo>
                    <a:pt x="3233332" y="138099"/>
                  </a:lnTo>
                  <a:lnTo>
                    <a:pt x="3157503" y="168589"/>
                  </a:lnTo>
                  <a:lnTo>
                    <a:pt x="3086545" y="202351"/>
                  </a:lnTo>
                  <a:lnTo>
                    <a:pt x="3020700" y="239661"/>
                  </a:lnTo>
                  <a:lnTo>
                    <a:pt x="2959812" y="280908"/>
                  </a:lnTo>
                  <a:lnTo>
                    <a:pt x="2903466" y="326588"/>
                  </a:lnTo>
                  <a:lnTo>
                    <a:pt x="2851079" y="377291"/>
                  </a:lnTo>
                  <a:lnTo>
                    <a:pt x="2801985" y="433660"/>
                  </a:lnTo>
                  <a:lnTo>
                    <a:pt x="2755487" y="496346"/>
                  </a:lnTo>
                  <a:lnTo>
                    <a:pt x="2710914" y="565904"/>
                  </a:lnTo>
                  <a:lnTo>
                    <a:pt x="2667772" y="642455"/>
                  </a:lnTo>
                  <a:lnTo>
                    <a:pt x="2636600" y="703316"/>
                  </a:lnTo>
                  <a:lnTo>
                    <a:pt x="2605706" y="768110"/>
                  </a:lnTo>
                  <a:lnTo>
                    <a:pt x="2574940" y="836917"/>
                  </a:lnTo>
                  <a:lnTo>
                    <a:pt x="2544181" y="909767"/>
                  </a:lnTo>
                  <a:lnTo>
                    <a:pt x="2513330" y="986641"/>
                  </a:lnTo>
                  <a:lnTo>
                    <a:pt x="2482317" y="1067459"/>
                  </a:lnTo>
                  <a:lnTo>
                    <a:pt x="2451087" y="1152078"/>
                  </a:lnTo>
                  <a:lnTo>
                    <a:pt x="2419611" y="1240296"/>
                  </a:lnTo>
                  <a:lnTo>
                    <a:pt x="2387873" y="1331840"/>
                  </a:lnTo>
                  <a:lnTo>
                    <a:pt x="2355877" y="1426378"/>
                  </a:lnTo>
                  <a:lnTo>
                    <a:pt x="2323642" y="1523515"/>
                  </a:lnTo>
                  <a:lnTo>
                    <a:pt x="2291199" y="1622804"/>
                  </a:lnTo>
                  <a:lnTo>
                    <a:pt x="2258589" y="1723748"/>
                  </a:lnTo>
                  <a:lnTo>
                    <a:pt x="2225865" y="1825816"/>
                  </a:lnTo>
                  <a:lnTo>
                    <a:pt x="2193081" y="1928449"/>
                  </a:lnTo>
                  <a:lnTo>
                    <a:pt x="2160298" y="2031076"/>
                  </a:lnTo>
                  <a:lnTo>
                    <a:pt x="2127575" y="2133125"/>
                  </a:lnTo>
                  <a:lnTo>
                    <a:pt x="2094969" y="2234040"/>
                  </a:lnTo>
                  <a:lnTo>
                    <a:pt x="2062530" y="2333288"/>
                  </a:lnTo>
                  <a:lnTo>
                    <a:pt x="2030299" y="2430376"/>
                  </a:lnTo>
                  <a:lnTo>
                    <a:pt x="1998309" y="2524854"/>
                  </a:lnTo>
                  <a:lnTo>
                    <a:pt x="1966577" y="2616331"/>
                  </a:lnTo>
                  <a:lnTo>
                    <a:pt x="1935106" y="2704475"/>
                  </a:lnTo>
                  <a:lnTo>
                    <a:pt x="1903881" y="2789017"/>
                  </a:lnTo>
                  <a:lnTo>
                    <a:pt x="1872871" y="2869752"/>
                  </a:lnTo>
                  <a:lnTo>
                    <a:pt x="1842024" y="2946541"/>
                  </a:lnTo>
                  <a:lnTo>
                    <a:pt x="1811265" y="3019307"/>
                  </a:lnTo>
                  <a:lnTo>
                    <a:pt x="1780498" y="3088028"/>
                  </a:lnTo>
                  <a:lnTo>
                    <a:pt x="1749600" y="3152738"/>
                  </a:lnTo>
                  <a:lnTo>
                    <a:pt x="1719082" y="3212275"/>
                  </a:lnTo>
                  <a:lnTo>
                    <a:pt x="1675836" y="3289000"/>
                  </a:lnTo>
                  <a:lnTo>
                    <a:pt x="1631259" y="3358541"/>
                  </a:lnTo>
                  <a:lnTo>
                    <a:pt x="1584756" y="3421211"/>
                  </a:lnTo>
                  <a:lnTo>
                    <a:pt x="1535654" y="3477566"/>
                  </a:lnTo>
                  <a:lnTo>
                    <a:pt x="1483259" y="3528256"/>
                  </a:lnTo>
                  <a:lnTo>
                    <a:pt x="1426902" y="3573925"/>
                  </a:lnTo>
                  <a:lnTo>
                    <a:pt x="1366004" y="3615162"/>
                  </a:lnTo>
                  <a:lnTo>
                    <a:pt x="1300146" y="3652462"/>
                  </a:lnTo>
                  <a:lnTo>
                    <a:pt x="1229176" y="3686217"/>
                  </a:lnTo>
                  <a:lnTo>
                    <a:pt x="1153336" y="3716699"/>
                  </a:lnTo>
                  <a:lnTo>
                    <a:pt x="1073395" y="3744067"/>
                  </a:lnTo>
                  <a:lnTo>
                    <a:pt x="990782" y="3768375"/>
                  </a:lnTo>
                  <a:lnTo>
                    <a:pt x="907652" y="3789593"/>
                  </a:lnTo>
                  <a:lnTo>
                    <a:pt x="826828" y="3807655"/>
                  </a:lnTo>
                  <a:lnTo>
                    <a:pt x="751580" y="3822503"/>
                  </a:lnTo>
                  <a:lnTo>
                    <a:pt x="685205" y="3834157"/>
                  </a:lnTo>
                  <a:lnTo>
                    <a:pt x="630481" y="3842764"/>
                  </a:lnTo>
                  <a:lnTo>
                    <a:pt x="589115" y="3848622"/>
                  </a:lnTo>
                  <a:lnTo>
                    <a:pt x="561349" y="3852180"/>
                  </a:lnTo>
                  <a:lnTo>
                    <a:pt x="545822" y="3853986"/>
                  </a:lnTo>
                  <a:lnTo>
                    <a:pt x="539668" y="3854639"/>
                  </a:lnTo>
                  <a:lnTo>
                    <a:pt x="538736" y="3854730"/>
                  </a:lnTo>
                  <a:lnTo>
                    <a:pt x="0" y="3854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5" name="pg1475"/>
            <p:cNvSpPr/>
            <p:nvPr/>
          </p:nvSpPr>
          <p:spPr>
            <a:xfrm>
              <a:off x="546595" y="1921032"/>
              <a:ext cx="8234974" cy="2842046"/>
            </a:xfrm>
            <a:custGeom>
              <a:avLst/>
              <a:pathLst>
                <a:path w="8234974" h="2842046">
                  <a:moveTo>
                    <a:pt x="0" y="2842046"/>
                  </a:moveTo>
                  <a:lnTo>
                    <a:pt x="538736" y="2842046"/>
                  </a:lnTo>
                  <a:lnTo>
                    <a:pt x="540035" y="2842031"/>
                  </a:lnTo>
                  <a:lnTo>
                    <a:pt x="548508" y="2841921"/>
                  </a:lnTo>
                  <a:lnTo>
                    <a:pt x="569632" y="2841617"/>
                  </a:lnTo>
                  <a:lnTo>
                    <a:pt x="606798" y="2841021"/>
                  </a:lnTo>
                  <a:lnTo>
                    <a:pt x="660988" y="2840047"/>
                  </a:lnTo>
                  <a:lnTo>
                    <a:pt x="730750" y="2838634"/>
                  </a:lnTo>
                  <a:lnTo>
                    <a:pt x="812690" y="2836746"/>
                  </a:lnTo>
                  <a:lnTo>
                    <a:pt x="902341" y="2834378"/>
                  </a:lnTo>
                  <a:lnTo>
                    <a:pt x="995130" y="2831536"/>
                  </a:lnTo>
                  <a:lnTo>
                    <a:pt x="1087128" y="2828232"/>
                  </a:lnTo>
                  <a:lnTo>
                    <a:pt x="1175451" y="2824469"/>
                  </a:lnTo>
                  <a:lnTo>
                    <a:pt x="1258326" y="2820234"/>
                  </a:lnTo>
                  <a:lnTo>
                    <a:pt x="1334948" y="2815495"/>
                  </a:lnTo>
                  <a:lnTo>
                    <a:pt x="1405254" y="2810197"/>
                  </a:lnTo>
                  <a:lnTo>
                    <a:pt x="1469681" y="2804264"/>
                  </a:lnTo>
                  <a:lnTo>
                    <a:pt x="1528979" y="2797601"/>
                  </a:lnTo>
                  <a:lnTo>
                    <a:pt x="1584059" y="2790104"/>
                  </a:lnTo>
                  <a:lnTo>
                    <a:pt x="1635885" y="2781663"/>
                  </a:lnTo>
                  <a:lnTo>
                    <a:pt x="1685387" y="2772187"/>
                  </a:lnTo>
                  <a:lnTo>
                    <a:pt x="1719082" y="2764915"/>
                  </a:lnTo>
                  <a:lnTo>
                    <a:pt x="1770576" y="2752551"/>
                  </a:lnTo>
                  <a:lnTo>
                    <a:pt x="1821574" y="2738873"/>
                  </a:lnTo>
                  <a:lnTo>
                    <a:pt x="1872636" y="2723865"/>
                  </a:lnTo>
                  <a:lnTo>
                    <a:pt x="1924133" y="2707559"/>
                  </a:lnTo>
                  <a:lnTo>
                    <a:pt x="1976276" y="2690043"/>
                  </a:lnTo>
                  <a:lnTo>
                    <a:pt x="2029132" y="2671462"/>
                  </a:lnTo>
                  <a:lnTo>
                    <a:pt x="2082643" y="2652018"/>
                  </a:lnTo>
                  <a:lnTo>
                    <a:pt x="2136657" y="2631964"/>
                  </a:lnTo>
                  <a:lnTo>
                    <a:pt x="2190946" y="2611587"/>
                  </a:lnTo>
                  <a:lnTo>
                    <a:pt x="2245248" y="2591195"/>
                  </a:lnTo>
                  <a:lnTo>
                    <a:pt x="2299297" y="2571099"/>
                  </a:lnTo>
                  <a:lnTo>
                    <a:pt x="2352862" y="2551589"/>
                  </a:lnTo>
                  <a:lnTo>
                    <a:pt x="2405782" y="2532920"/>
                  </a:lnTo>
                  <a:lnTo>
                    <a:pt x="2457989" y="2515299"/>
                  </a:lnTo>
                  <a:lnTo>
                    <a:pt x="2509539" y="2498878"/>
                  </a:lnTo>
                  <a:lnTo>
                    <a:pt x="2560628" y="2483749"/>
                  </a:lnTo>
                  <a:lnTo>
                    <a:pt x="2611612" y="2469950"/>
                  </a:lnTo>
                  <a:lnTo>
                    <a:pt x="2663031" y="2457468"/>
                  </a:lnTo>
                  <a:lnTo>
                    <a:pt x="2667772" y="2456392"/>
                  </a:lnTo>
                  <a:lnTo>
                    <a:pt x="2716140" y="2446163"/>
                  </a:lnTo>
                  <a:lnTo>
                    <a:pt x="2766248" y="2437005"/>
                  </a:lnTo>
                  <a:lnTo>
                    <a:pt x="2818950" y="2428858"/>
                  </a:lnTo>
                  <a:lnTo>
                    <a:pt x="2875196" y="2421623"/>
                  </a:lnTo>
                  <a:lnTo>
                    <a:pt x="2935943" y="2415190"/>
                  </a:lnTo>
                  <a:lnTo>
                    <a:pt x="3002068" y="2409456"/>
                  </a:lnTo>
                  <a:lnTo>
                    <a:pt x="3074243" y="2404333"/>
                  </a:lnTo>
                  <a:lnTo>
                    <a:pt x="3152778" y="2399750"/>
                  </a:lnTo>
                  <a:lnTo>
                    <a:pt x="3237413" y="2395660"/>
                  </a:lnTo>
                  <a:lnTo>
                    <a:pt x="3327076" y="2392035"/>
                  </a:lnTo>
                  <a:lnTo>
                    <a:pt x="3419666" y="2388869"/>
                  </a:lnTo>
                  <a:lnTo>
                    <a:pt x="3511966" y="2386168"/>
                  </a:lnTo>
                  <a:lnTo>
                    <a:pt x="3599794" y="2383944"/>
                  </a:lnTo>
                  <a:lnTo>
                    <a:pt x="3678517" y="2382200"/>
                  </a:lnTo>
                  <a:lnTo>
                    <a:pt x="3743885" y="2380923"/>
                  </a:lnTo>
                  <a:lnTo>
                    <a:pt x="3793009" y="2380071"/>
                  </a:lnTo>
                  <a:lnTo>
                    <a:pt x="3825141" y="2379572"/>
                  </a:lnTo>
                  <a:lnTo>
                    <a:pt x="3842008" y="2379337"/>
                  </a:lnTo>
                  <a:lnTo>
                    <a:pt x="3847665" y="2379266"/>
                  </a:lnTo>
                  <a:lnTo>
                    <a:pt x="3848118" y="2379261"/>
                  </a:lnTo>
                  <a:lnTo>
                    <a:pt x="4386855" y="2379261"/>
                  </a:lnTo>
                  <a:lnTo>
                    <a:pt x="4388060" y="2379188"/>
                  </a:lnTo>
                  <a:lnTo>
                    <a:pt x="4395935" y="2378666"/>
                  </a:lnTo>
                  <a:lnTo>
                    <a:pt x="4415619" y="2377224"/>
                  </a:lnTo>
                  <a:lnTo>
                    <a:pt x="4450391" y="2374393"/>
                  </a:lnTo>
                  <a:lnTo>
                    <a:pt x="4501360" y="2369757"/>
                  </a:lnTo>
                  <a:lnTo>
                    <a:pt x="4567425" y="2363006"/>
                  </a:lnTo>
                  <a:lnTo>
                    <a:pt x="4645643" y="2353964"/>
                  </a:lnTo>
                  <a:lnTo>
                    <a:pt x="4731970" y="2342574"/>
                  </a:lnTo>
                  <a:lnTo>
                    <a:pt x="4822123" y="2328867"/>
                  </a:lnTo>
                  <a:lnTo>
                    <a:pt x="4912289" y="2312897"/>
                  </a:lnTo>
                  <a:lnTo>
                    <a:pt x="4999548" y="2294693"/>
                  </a:lnTo>
                  <a:lnTo>
                    <a:pt x="5081994" y="2274218"/>
                  </a:lnTo>
                  <a:lnTo>
                    <a:pt x="5158642" y="2251343"/>
                  </a:lnTo>
                  <a:lnTo>
                    <a:pt x="5229242" y="2225842"/>
                  </a:lnTo>
                  <a:lnTo>
                    <a:pt x="5294066" y="2197388"/>
                  </a:lnTo>
                  <a:lnTo>
                    <a:pt x="5353722" y="2165563"/>
                  </a:lnTo>
                  <a:lnTo>
                    <a:pt x="5409008" y="2129882"/>
                  </a:lnTo>
                  <a:lnTo>
                    <a:pt x="5460810" y="2089825"/>
                  </a:lnTo>
                  <a:lnTo>
                    <a:pt x="5510011" y="2044906"/>
                  </a:lnTo>
                  <a:lnTo>
                    <a:pt x="5557425" y="1994794"/>
                  </a:lnTo>
                  <a:lnTo>
                    <a:pt x="5567201" y="1983625"/>
                  </a:lnTo>
                  <a:lnTo>
                    <a:pt x="5605141" y="1937637"/>
                  </a:lnTo>
                  <a:lnTo>
                    <a:pt x="5642717" y="1888036"/>
                  </a:lnTo>
                  <a:lnTo>
                    <a:pt x="5680187" y="1834750"/>
                  </a:lnTo>
                  <a:lnTo>
                    <a:pt x="5717743" y="1777776"/>
                  </a:lnTo>
                  <a:lnTo>
                    <a:pt x="5755530" y="1717186"/>
                  </a:lnTo>
                  <a:lnTo>
                    <a:pt x="5793640" y="1653137"/>
                  </a:lnTo>
                  <a:lnTo>
                    <a:pt x="5832126" y="1585872"/>
                  </a:lnTo>
                  <a:lnTo>
                    <a:pt x="5870999" y="1515721"/>
                  </a:lnTo>
                  <a:lnTo>
                    <a:pt x="5910236" y="1443100"/>
                  </a:lnTo>
                  <a:lnTo>
                    <a:pt x="5949783" y="1368499"/>
                  </a:lnTo>
                  <a:lnTo>
                    <a:pt x="5989563" y="1292474"/>
                  </a:lnTo>
                  <a:lnTo>
                    <a:pt x="6029481" y="1215625"/>
                  </a:lnTo>
                  <a:lnTo>
                    <a:pt x="6069431" y="1138584"/>
                  </a:lnTo>
                  <a:lnTo>
                    <a:pt x="6109307" y="1061988"/>
                  </a:lnTo>
                  <a:lnTo>
                    <a:pt x="6149005" y="986457"/>
                  </a:lnTo>
                  <a:lnTo>
                    <a:pt x="6188437" y="912577"/>
                  </a:lnTo>
                  <a:lnTo>
                    <a:pt x="6227535" y="840879"/>
                  </a:lnTo>
                  <a:lnTo>
                    <a:pt x="6266256" y="771826"/>
                  </a:lnTo>
                  <a:lnTo>
                    <a:pt x="6304589" y="705800"/>
                  </a:lnTo>
                  <a:lnTo>
                    <a:pt x="6342563" y="643097"/>
                  </a:lnTo>
                  <a:lnTo>
                    <a:pt x="6380245" y="583925"/>
                  </a:lnTo>
                  <a:lnTo>
                    <a:pt x="6417747" y="528407"/>
                  </a:lnTo>
                  <a:lnTo>
                    <a:pt x="6455232" y="476585"/>
                  </a:lnTo>
                  <a:lnTo>
                    <a:pt x="6492919" y="428428"/>
                  </a:lnTo>
                  <a:lnTo>
                    <a:pt x="6515891" y="401080"/>
                  </a:lnTo>
                  <a:lnTo>
                    <a:pt x="6563020" y="349865"/>
                  </a:lnTo>
                  <a:lnTo>
                    <a:pt x="6611784" y="303878"/>
                  </a:lnTo>
                  <a:lnTo>
                    <a:pt x="6662968" y="262839"/>
                  </a:lnTo>
                  <a:lnTo>
                    <a:pt x="6717450" y="226284"/>
                  </a:lnTo>
                  <a:lnTo>
                    <a:pt x="6776119" y="193693"/>
                  </a:lnTo>
                  <a:lnTo>
                    <a:pt x="6839802" y="164569"/>
                  </a:lnTo>
                  <a:lnTo>
                    <a:pt x="6909155" y="138480"/>
                  </a:lnTo>
                  <a:lnTo>
                    <a:pt x="6984536" y="115077"/>
                  </a:lnTo>
                  <a:lnTo>
                    <a:pt x="7065820" y="94113"/>
                  </a:lnTo>
                  <a:lnTo>
                    <a:pt x="7152195" y="75438"/>
                  </a:lnTo>
                  <a:lnTo>
                    <a:pt x="7241960" y="59000"/>
                  </a:lnTo>
                  <a:lnTo>
                    <a:pt x="7332406" y="44813"/>
                  </a:lnTo>
                  <a:lnTo>
                    <a:pt x="7419883" y="32934"/>
                  </a:lnTo>
                  <a:lnTo>
                    <a:pt x="7500155" y="23400"/>
                  </a:lnTo>
                  <a:lnTo>
                    <a:pt x="7569061" y="16180"/>
                  </a:lnTo>
                  <a:lnTo>
                    <a:pt x="7623356" y="11122"/>
                  </a:lnTo>
                  <a:lnTo>
                    <a:pt x="7661506" y="7944"/>
                  </a:lnTo>
                  <a:lnTo>
                    <a:pt x="7684150" y="6249"/>
                  </a:lnTo>
                  <a:lnTo>
                    <a:pt x="7694132" y="557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33" y="73"/>
                  </a:lnTo>
                  <a:lnTo>
                    <a:pt x="7687158" y="594"/>
                  </a:lnTo>
                  <a:lnTo>
                    <a:pt x="7667473" y="2036"/>
                  </a:lnTo>
                  <a:lnTo>
                    <a:pt x="7632702" y="4868"/>
                  </a:lnTo>
                  <a:lnTo>
                    <a:pt x="7581732" y="9504"/>
                  </a:lnTo>
                  <a:lnTo>
                    <a:pt x="7515667" y="16254"/>
                  </a:lnTo>
                  <a:lnTo>
                    <a:pt x="7437450" y="25297"/>
                  </a:lnTo>
                  <a:lnTo>
                    <a:pt x="7351123" y="36686"/>
                  </a:lnTo>
                  <a:lnTo>
                    <a:pt x="7260970" y="50393"/>
                  </a:lnTo>
                  <a:lnTo>
                    <a:pt x="7170804" y="66364"/>
                  </a:lnTo>
                  <a:lnTo>
                    <a:pt x="7083544" y="84568"/>
                  </a:lnTo>
                  <a:lnTo>
                    <a:pt x="7001099" y="105043"/>
                  </a:lnTo>
                  <a:lnTo>
                    <a:pt x="6924451" y="127917"/>
                  </a:lnTo>
                  <a:lnTo>
                    <a:pt x="6853851" y="153418"/>
                  </a:lnTo>
                  <a:lnTo>
                    <a:pt x="6789026" y="181873"/>
                  </a:lnTo>
                  <a:lnTo>
                    <a:pt x="6729371" y="213697"/>
                  </a:lnTo>
                  <a:lnTo>
                    <a:pt x="6674084" y="249378"/>
                  </a:lnTo>
                  <a:lnTo>
                    <a:pt x="6622283" y="289436"/>
                  </a:lnTo>
                  <a:lnTo>
                    <a:pt x="6573081" y="334354"/>
                  </a:lnTo>
                  <a:lnTo>
                    <a:pt x="6525667" y="384466"/>
                  </a:lnTo>
                  <a:lnTo>
                    <a:pt x="6515891" y="395636"/>
                  </a:lnTo>
                  <a:lnTo>
                    <a:pt x="6477952" y="441623"/>
                  </a:lnTo>
                  <a:lnTo>
                    <a:pt x="6440375" y="491224"/>
                  </a:lnTo>
                  <a:lnTo>
                    <a:pt x="6402906" y="544510"/>
                  </a:lnTo>
                  <a:lnTo>
                    <a:pt x="6365349" y="601485"/>
                  </a:lnTo>
                  <a:lnTo>
                    <a:pt x="6327563" y="662074"/>
                  </a:lnTo>
                  <a:lnTo>
                    <a:pt x="6289452" y="726124"/>
                  </a:lnTo>
                  <a:lnTo>
                    <a:pt x="6250966" y="793389"/>
                  </a:lnTo>
                  <a:lnTo>
                    <a:pt x="6212093" y="863539"/>
                  </a:lnTo>
                  <a:lnTo>
                    <a:pt x="6172856" y="936161"/>
                  </a:lnTo>
                  <a:lnTo>
                    <a:pt x="6133309" y="1010761"/>
                  </a:lnTo>
                  <a:lnTo>
                    <a:pt x="6093529" y="1086787"/>
                  </a:lnTo>
                  <a:lnTo>
                    <a:pt x="6053611" y="1163635"/>
                  </a:lnTo>
                  <a:lnTo>
                    <a:pt x="6013661" y="1240676"/>
                  </a:lnTo>
                  <a:lnTo>
                    <a:pt x="5973786" y="1317273"/>
                  </a:lnTo>
                  <a:lnTo>
                    <a:pt x="5934087" y="1392804"/>
                  </a:lnTo>
                  <a:lnTo>
                    <a:pt x="5894655" y="1466684"/>
                  </a:lnTo>
                  <a:lnTo>
                    <a:pt x="5855557" y="1538381"/>
                  </a:lnTo>
                  <a:lnTo>
                    <a:pt x="5816837" y="1607434"/>
                  </a:lnTo>
                  <a:lnTo>
                    <a:pt x="5778503" y="1673460"/>
                  </a:lnTo>
                  <a:lnTo>
                    <a:pt x="5740529" y="1736163"/>
                  </a:lnTo>
                  <a:lnTo>
                    <a:pt x="5702848" y="1795335"/>
                  </a:lnTo>
                  <a:lnTo>
                    <a:pt x="5665345" y="1850853"/>
                  </a:lnTo>
                  <a:lnTo>
                    <a:pt x="5627860" y="1902675"/>
                  </a:lnTo>
                  <a:lnTo>
                    <a:pt x="5590174" y="1950833"/>
                  </a:lnTo>
                  <a:lnTo>
                    <a:pt x="5567201" y="1978180"/>
                  </a:lnTo>
                  <a:lnTo>
                    <a:pt x="5520072" y="2029395"/>
                  </a:lnTo>
                  <a:lnTo>
                    <a:pt x="5471309" y="2075382"/>
                  </a:lnTo>
                  <a:lnTo>
                    <a:pt x="5420124" y="2116422"/>
                  </a:lnTo>
                  <a:lnTo>
                    <a:pt x="5365643" y="2152977"/>
                  </a:lnTo>
                  <a:lnTo>
                    <a:pt x="5306973" y="2185567"/>
                  </a:lnTo>
                  <a:lnTo>
                    <a:pt x="5243291" y="2214691"/>
                  </a:lnTo>
                  <a:lnTo>
                    <a:pt x="5173937" y="2240781"/>
                  </a:lnTo>
                  <a:lnTo>
                    <a:pt x="5098557" y="2264184"/>
                  </a:lnTo>
                  <a:lnTo>
                    <a:pt x="5017273" y="2285148"/>
                  </a:lnTo>
                  <a:lnTo>
                    <a:pt x="4930898" y="2303822"/>
                  </a:lnTo>
                  <a:lnTo>
                    <a:pt x="4841132" y="2320261"/>
                  </a:lnTo>
                  <a:lnTo>
                    <a:pt x="4750687" y="2334447"/>
                  </a:lnTo>
                  <a:lnTo>
                    <a:pt x="4663210" y="2346326"/>
                  </a:lnTo>
                  <a:lnTo>
                    <a:pt x="4582937" y="2355860"/>
                  </a:lnTo>
                  <a:lnTo>
                    <a:pt x="4514032" y="2363081"/>
                  </a:lnTo>
                  <a:lnTo>
                    <a:pt x="4459737" y="2368138"/>
                  </a:lnTo>
                  <a:lnTo>
                    <a:pt x="4421587" y="2371317"/>
                  </a:lnTo>
                  <a:lnTo>
                    <a:pt x="4398943" y="2373012"/>
                  </a:lnTo>
                  <a:lnTo>
                    <a:pt x="4388961" y="2373687"/>
                  </a:lnTo>
                  <a:lnTo>
                    <a:pt x="4386855" y="2373816"/>
                  </a:lnTo>
                  <a:lnTo>
                    <a:pt x="3848118" y="2373816"/>
                  </a:lnTo>
                  <a:lnTo>
                    <a:pt x="3846820" y="2373832"/>
                  </a:lnTo>
                  <a:lnTo>
                    <a:pt x="3838346" y="2373942"/>
                  </a:lnTo>
                  <a:lnTo>
                    <a:pt x="3817223" y="2374245"/>
                  </a:lnTo>
                  <a:lnTo>
                    <a:pt x="3780056" y="2374841"/>
                  </a:lnTo>
                  <a:lnTo>
                    <a:pt x="3725867" y="2375815"/>
                  </a:lnTo>
                  <a:lnTo>
                    <a:pt x="3656105" y="2377229"/>
                  </a:lnTo>
                  <a:lnTo>
                    <a:pt x="3574165" y="2379117"/>
                  </a:lnTo>
                  <a:lnTo>
                    <a:pt x="3484514" y="2381485"/>
                  </a:lnTo>
                  <a:lnTo>
                    <a:pt x="3391725" y="2384327"/>
                  </a:lnTo>
                  <a:lnTo>
                    <a:pt x="3299726" y="2387631"/>
                  </a:lnTo>
                  <a:lnTo>
                    <a:pt x="3211403" y="2391394"/>
                  </a:lnTo>
                  <a:lnTo>
                    <a:pt x="3128529" y="2395628"/>
                  </a:lnTo>
                  <a:lnTo>
                    <a:pt x="3051906" y="2400367"/>
                  </a:lnTo>
                  <a:lnTo>
                    <a:pt x="2981601" y="2405666"/>
                  </a:lnTo>
                  <a:lnTo>
                    <a:pt x="2917174" y="2411599"/>
                  </a:lnTo>
                  <a:lnTo>
                    <a:pt x="2857876" y="2418261"/>
                  </a:lnTo>
                  <a:lnTo>
                    <a:pt x="2802796" y="2425759"/>
                  </a:lnTo>
                  <a:lnTo>
                    <a:pt x="2750970" y="2434200"/>
                  </a:lnTo>
                  <a:lnTo>
                    <a:pt x="2701467" y="2443676"/>
                  </a:lnTo>
                  <a:lnTo>
                    <a:pt x="2667772" y="2450947"/>
                  </a:lnTo>
                  <a:lnTo>
                    <a:pt x="2616279" y="2463312"/>
                  </a:lnTo>
                  <a:lnTo>
                    <a:pt x="2565281" y="2476989"/>
                  </a:lnTo>
                  <a:lnTo>
                    <a:pt x="2514219" y="2491997"/>
                  </a:lnTo>
                  <a:lnTo>
                    <a:pt x="2462721" y="2508303"/>
                  </a:lnTo>
                  <a:lnTo>
                    <a:pt x="2410578" y="2525820"/>
                  </a:lnTo>
                  <a:lnTo>
                    <a:pt x="2357723" y="2544401"/>
                  </a:lnTo>
                  <a:lnTo>
                    <a:pt x="2304211" y="2563845"/>
                  </a:lnTo>
                  <a:lnTo>
                    <a:pt x="2250198" y="2583899"/>
                  </a:lnTo>
                  <a:lnTo>
                    <a:pt x="2195908" y="2604276"/>
                  </a:lnTo>
                  <a:lnTo>
                    <a:pt x="2141606" y="2624667"/>
                  </a:lnTo>
                  <a:lnTo>
                    <a:pt x="2087558" y="2644764"/>
                  </a:lnTo>
                  <a:lnTo>
                    <a:pt x="2033992" y="2664274"/>
                  </a:lnTo>
                  <a:lnTo>
                    <a:pt x="1981073" y="2682943"/>
                  </a:lnTo>
                  <a:lnTo>
                    <a:pt x="1928866" y="2700564"/>
                  </a:lnTo>
                  <a:lnTo>
                    <a:pt x="1877316" y="2716985"/>
                  </a:lnTo>
                  <a:lnTo>
                    <a:pt x="1826227" y="2732114"/>
                  </a:lnTo>
                  <a:lnTo>
                    <a:pt x="1775243" y="2745913"/>
                  </a:lnTo>
                  <a:lnTo>
                    <a:pt x="1723824" y="2758395"/>
                  </a:lnTo>
                  <a:lnTo>
                    <a:pt x="1719082" y="2759471"/>
                  </a:lnTo>
                  <a:lnTo>
                    <a:pt x="1670715" y="2769700"/>
                  </a:lnTo>
                  <a:lnTo>
                    <a:pt x="1620607" y="2778858"/>
                  </a:lnTo>
                  <a:lnTo>
                    <a:pt x="1567905" y="2787005"/>
                  </a:lnTo>
                  <a:lnTo>
                    <a:pt x="1511659" y="2794240"/>
                  </a:lnTo>
                  <a:lnTo>
                    <a:pt x="1450911" y="2800673"/>
                  </a:lnTo>
                  <a:lnTo>
                    <a:pt x="1384787" y="2806406"/>
                  </a:lnTo>
                  <a:lnTo>
                    <a:pt x="1312612" y="2811530"/>
                  </a:lnTo>
                  <a:lnTo>
                    <a:pt x="1234076" y="2816112"/>
                  </a:lnTo>
                  <a:lnTo>
                    <a:pt x="1149441" y="2820203"/>
                  </a:lnTo>
                  <a:lnTo>
                    <a:pt x="1059779" y="2823827"/>
                  </a:lnTo>
                  <a:lnTo>
                    <a:pt x="967189" y="2826993"/>
                  </a:lnTo>
                  <a:lnTo>
                    <a:pt x="874889" y="2829695"/>
                  </a:lnTo>
                  <a:lnTo>
                    <a:pt x="787060" y="2831919"/>
                  </a:lnTo>
                  <a:lnTo>
                    <a:pt x="708338" y="2833662"/>
                  </a:lnTo>
                  <a:lnTo>
                    <a:pt x="642969" y="2834939"/>
                  </a:lnTo>
                  <a:lnTo>
                    <a:pt x="593845" y="2835792"/>
                  </a:lnTo>
                  <a:lnTo>
                    <a:pt x="561713" y="2836290"/>
                  </a:lnTo>
                  <a:lnTo>
                    <a:pt x="544847" y="2836525"/>
                  </a:lnTo>
                  <a:lnTo>
                    <a:pt x="539189" y="2836597"/>
                  </a:lnTo>
                  <a:lnTo>
                    <a:pt x="538736" y="2836602"/>
                  </a:lnTo>
                  <a:lnTo>
                    <a:pt x="0" y="2836602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76" name="pl1476"/>
            <p:cNvSpPr/>
            <p:nvPr/>
          </p:nvSpPr>
          <p:spPr>
            <a:xfrm>
              <a:off x="546595" y="1926476"/>
              <a:ext cx="8234974" cy="2836602"/>
            </a:xfrm>
            <a:custGeom>
              <a:avLst/>
              <a:pathLst>
                <a:path w="8234974" h="2836602">
                  <a:moveTo>
                    <a:pt x="0" y="2836602"/>
                  </a:moveTo>
                  <a:lnTo>
                    <a:pt x="538736" y="2836602"/>
                  </a:lnTo>
                  <a:lnTo>
                    <a:pt x="540035" y="2836586"/>
                  </a:lnTo>
                  <a:lnTo>
                    <a:pt x="548508" y="2836477"/>
                  </a:lnTo>
                  <a:lnTo>
                    <a:pt x="569632" y="2836173"/>
                  </a:lnTo>
                  <a:lnTo>
                    <a:pt x="606798" y="2835577"/>
                  </a:lnTo>
                  <a:lnTo>
                    <a:pt x="660988" y="2834603"/>
                  </a:lnTo>
                  <a:lnTo>
                    <a:pt x="730750" y="2833189"/>
                  </a:lnTo>
                  <a:lnTo>
                    <a:pt x="812690" y="2831302"/>
                  </a:lnTo>
                  <a:lnTo>
                    <a:pt x="902341" y="2828933"/>
                  </a:lnTo>
                  <a:lnTo>
                    <a:pt x="995130" y="2826091"/>
                  </a:lnTo>
                  <a:lnTo>
                    <a:pt x="1087128" y="2822787"/>
                  </a:lnTo>
                  <a:lnTo>
                    <a:pt x="1175451" y="2819024"/>
                  </a:lnTo>
                  <a:lnTo>
                    <a:pt x="1258326" y="2814790"/>
                  </a:lnTo>
                  <a:lnTo>
                    <a:pt x="1334948" y="2810051"/>
                  </a:lnTo>
                  <a:lnTo>
                    <a:pt x="1405254" y="2804752"/>
                  </a:lnTo>
                  <a:lnTo>
                    <a:pt x="1469681" y="2798819"/>
                  </a:lnTo>
                  <a:lnTo>
                    <a:pt x="1528979" y="2792157"/>
                  </a:lnTo>
                  <a:lnTo>
                    <a:pt x="1584059" y="2784659"/>
                  </a:lnTo>
                  <a:lnTo>
                    <a:pt x="1635885" y="2776218"/>
                  </a:lnTo>
                  <a:lnTo>
                    <a:pt x="1685387" y="2766742"/>
                  </a:lnTo>
                  <a:lnTo>
                    <a:pt x="1719082" y="2759471"/>
                  </a:lnTo>
                  <a:lnTo>
                    <a:pt x="1770576" y="2747107"/>
                  </a:lnTo>
                  <a:lnTo>
                    <a:pt x="1821574" y="2733429"/>
                  </a:lnTo>
                  <a:lnTo>
                    <a:pt x="1872636" y="2718421"/>
                  </a:lnTo>
                  <a:lnTo>
                    <a:pt x="1924133" y="2702115"/>
                  </a:lnTo>
                  <a:lnTo>
                    <a:pt x="1976276" y="2684598"/>
                  </a:lnTo>
                  <a:lnTo>
                    <a:pt x="2029132" y="2666017"/>
                  </a:lnTo>
                  <a:lnTo>
                    <a:pt x="2082643" y="2646574"/>
                  </a:lnTo>
                  <a:lnTo>
                    <a:pt x="2136657" y="2626519"/>
                  </a:lnTo>
                  <a:lnTo>
                    <a:pt x="2190946" y="2606142"/>
                  </a:lnTo>
                  <a:lnTo>
                    <a:pt x="2245248" y="2585751"/>
                  </a:lnTo>
                  <a:lnTo>
                    <a:pt x="2299297" y="2565655"/>
                  </a:lnTo>
                  <a:lnTo>
                    <a:pt x="2352862" y="2546144"/>
                  </a:lnTo>
                  <a:lnTo>
                    <a:pt x="2405782" y="2527475"/>
                  </a:lnTo>
                  <a:lnTo>
                    <a:pt x="2457989" y="2509854"/>
                  </a:lnTo>
                  <a:lnTo>
                    <a:pt x="2509539" y="2493433"/>
                  </a:lnTo>
                  <a:lnTo>
                    <a:pt x="2560628" y="2478305"/>
                  </a:lnTo>
                  <a:lnTo>
                    <a:pt x="2611612" y="2464506"/>
                  </a:lnTo>
                  <a:lnTo>
                    <a:pt x="2663031" y="2452023"/>
                  </a:lnTo>
                  <a:lnTo>
                    <a:pt x="2667772" y="2450947"/>
                  </a:lnTo>
                  <a:lnTo>
                    <a:pt x="2716140" y="2440718"/>
                  </a:lnTo>
                  <a:lnTo>
                    <a:pt x="2766248" y="2431560"/>
                  </a:lnTo>
                  <a:lnTo>
                    <a:pt x="2818950" y="2423413"/>
                  </a:lnTo>
                  <a:lnTo>
                    <a:pt x="2875196" y="2416178"/>
                  </a:lnTo>
                  <a:lnTo>
                    <a:pt x="2935943" y="2409745"/>
                  </a:lnTo>
                  <a:lnTo>
                    <a:pt x="3002068" y="2404012"/>
                  </a:lnTo>
                  <a:lnTo>
                    <a:pt x="3074243" y="2398888"/>
                  </a:lnTo>
                  <a:lnTo>
                    <a:pt x="3152778" y="2394306"/>
                  </a:lnTo>
                  <a:lnTo>
                    <a:pt x="3237413" y="2390215"/>
                  </a:lnTo>
                  <a:lnTo>
                    <a:pt x="3327076" y="2386591"/>
                  </a:lnTo>
                  <a:lnTo>
                    <a:pt x="3419666" y="2383425"/>
                  </a:lnTo>
                  <a:lnTo>
                    <a:pt x="3511966" y="2380724"/>
                  </a:lnTo>
                  <a:lnTo>
                    <a:pt x="3599794" y="2378499"/>
                  </a:lnTo>
                  <a:lnTo>
                    <a:pt x="3678517" y="2376756"/>
                  </a:lnTo>
                  <a:lnTo>
                    <a:pt x="3743885" y="2375479"/>
                  </a:lnTo>
                  <a:lnTo>
                    <a:pt x="3793009" y="2374626"/>
                  </a:lnTo>
                  <a:lnTo>
                    <a:pt x="3825141" y="2374128"/>
                  </a:lnTo>
                  <a:lnTo>
                    <a:pt x="3842008" y="2373893"/>
                  </a:lnTo>
                  <a:lnTo>
                    <a:pt x="3847665" y="2373822"/>
                  </a:lnTo>
                  <a:lnTo>
                    <a:pt x="3848118" y="2373816"/>
                  </a:lnTo>
                  <a:lnTo>
                    <a:pt x="4386855" y="2373816"/>
                  </a:lnTo>
                  <a:lnTo>
                    <a:pt x="4388060" y="2373743"/>
                  </a:lnTo>
                  <a:lnTo>
                    <a:pt x="4395935" y="2373222"/>
                  </a:lnTo>
                  <a:lnTo>
                    <a:pt x="4415619" y="2371780"/>
                  </a:lnTo>
                  <a:lnTo>
                    <a:pt x="4450391" y="2368948"/>
                  </a:lnTo>
                  <a:lnTo>
                    <a:pt x="4501360" y="2364312"/>
                  </a:lnTo>
                  <a:lnTo>
                    <a:pt x="4567425" y="2357562"/>
                  </a:lnTo>
                  <a:lnTo>
                    <a:pt x="4645643" y="2348519"/>
                  </a:lnTo>
                  <a:lnTo>
                    <a:pt x="4731970" y="2337130"/>
                  </a:lnTo>
                  <a:lnTo>
                    <a:pt x="4822123" y="2323422"/>
                  </a:lnTo>
                  <a:lnTo>
                    <a:pt x="4912289" y="2307452"/>
                  </a:lnTo>
                  <a:lnTo>
                    <a:pt x="4999548" y="2289248"/>
                  </a:lnTo>
                  <a:lnTo>
                    <a:pt x="5081994" y="2268773"/>
                  </a:lnTo>
                  <a:lnTo>
                    <a:pt x="5158642" y="2245899"/>
                  </a:lnTo>
                  <a:lnTo>
                    <a:pt x="5229242" y="2220398"/>
                  </a:lnTo>
                  <a:lnTo>
                    <a:pt x="5294066" y="2191943"/>
                  </a:lnTo>
                  <a:lnTo>
                    <a:pt x="5353722" y="2160119"/>
                  </a:lnTo>
                  <a:lnTo>
                    <a:pt x="5409008" y="2124438"/>
                  </a:lnTo>
                  <a:lnTo>
                    <a:pt x="5460810" y="2084380"/>
                  </a:lnTo>
                  <a:lnTo>
                    <a:pt x="5510011" y="2039462"/>
                  </a:lnTo>
                  <a:lnTo>
                    <a:pt x="5557425" y="1989350"/>
                  </a:lnTo>
                  <a:lnTo>
                    <a:pt x="5567201" y="1978180"/>
                  </a:lnTo>
                  <a:lnTo>
                    <a:pt x="5605141" y="1932193"/>
                  </a:lnTo>
                  <a:lnTo>
                    <a:pt x="5642717" y="1882592"/>
                  </a:lnTo>
                  <a:lnTo>
                    <a:pt x="5680187" y="1829306"/>
                  </a:lnTo>
                  <a:lnTo>
                    <a:pt x="5717743" y="1772331"/>
                  </a:lnTo>
                  <a:lnTo>
                    <a:pt x="5755530" y="1711741"/>
                  </a:lnTo>
                  <a:lnTo>
                    <a:pt x="5793640" y="1647692"/>
                  </a:lnTo>
                  <a:lnTo>
                    <a:pt x="5832126" y="1580427"/>
                  </a:lnTo>
                  <a:lnTo>
                    <a:pt x="5870999" y="1510276"/>
                  </a:lnTo>
                  <a:lnTo>
                    <a:pt x="5910236" y="1437655"/>
                  </a:lnTo>
                  <a:lnTo>
                    <a:pt x="5949783" y="1363055"/>
                  </a:lnTo>
                  <a:lnTo>
                    <a:pt x="5989563" y="1287029"/>
                  </a:lnTo>
                  <a:lnTo>
                    <a:pt x="6029481" y="1210181"/>
                  </a:lnTo>
                  <a:lnTo>
                    <a:pt x="6069431" y="1133140"/>
                  </a:lnTo>
                  <a:lnTo>
                    <a:pt x="6109307" y="1056543"/>
                  </a:lnTo>
                  <a:lnTo>
                    <a:pt x="6149005" y="981012"/>
                  </a:lnTo>
                  <a:lnTo>
                    <a:pt x="6188437" y="907132"/>
                  </a:lnTo>
                  <a:lnTo>
                    <a:pt x="6227535" y="835435"/>
                  </a:lnTo>
                  <a:lnTo>
                    <a:pt x="6266256" y="766382"/>
                  </a:lnTo>
                  <a:lnTo>
                    <a:pt x="6304589" y="700356"/>
                  </a:lnTo>
                  <a:lnTo>
                    <a:pt x="6342563" y="637653"/>
                  </a:lnTo>
                  <a:lnTo>
                    <a:pt x="6380245" y="578481"/>
                  </a:lnTo>
                  <a:lnTo>
                    <a:pt x="6417747" y="522963"/>
                  </a:lnTo>
                  <a:lnTo>
                    <a:pt x="6455232" y="471141"/>
                  </a:lnTo>
                  <a:lnTo>
                    <a:pt x="6492919" y="422983"/>
                  </a:lnTo>
                  <a:lnTo>
                    <a:pt x="6515891" y="395636"/>
                  </a:lnTo>
                  <a:lnTo>
                    <a:pt x="6563020" y="344421"/>
                  </a:lnTo>
                  <a:lnTo>
                    <a:pt x="6611784" y="298433"/>
                  </a:lnTo>
                  <a:lnTo>
                    <a:pt x="6662968" y="257394"/>
                  </a:lnTo>
                  <a:lnTo>
                    <a:pt x="6717450" y="220839"/>
                  </a:lnTo>
                  <a:lnTo>
                    <a:pt x="6776119" y="188248"/>
                  </a:lnTo>
                  <a:lnTo>
                    <a:pt x="6839802" y="159125"/>
                  </a:lnTo>
                  <a:lnTo>
                    <a:pt x="6909155" y="133035"/>
                  </a:lnTo>
                  <a:lnTo>
                    <a:pt x="6984536" y="109632"/>
                  </a:lnTo>
                  <a:lnTo>
                    <a:pt x="7065820" y="88668"/>
                  </a:lnTo>
                  <a:lnTo>
                    <a:pt x="7152195" y="69994"/>
                  </a:lnTo>
                  <a:lnTo>
                    <a:pt x="7241960" y="53555"/>
                  </a:lnTo>
                  <a:lnTo>
                    <a:pt x="7332406" y="39369"/>
                  </a:lnTo>
                  <a:lnTo>
                    <a:pt x="7419883" y="27490"/>
                  </a:lnTo>
                  <a:lnTo>
                    <a:pt x="7500155" y="17956"/>
                  </a:lnTo>
                  <a:lnTo>
                    <a:pt x="7569061" y="10735"/>
                  </a:lnTo>
                  <a:lnTo>
                    <a:pt x="7623356" y="5678"/>
                  </a:lnTo>
                  <a:lnTo>
                    <a:pt x="7661506" y="2499"/>
                  </a:lnTo>
                  <a:lnTo>
                    <a:pt x="7684150" y="804"/>
                  </a:lnTo>
                  <a:lnTo>
                    <a:pt x="7694132" y="129"/>
                  </a:lnTo>
                  <a:lnTo>
                    <a:pt x="769622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7" name="pl1477"/>
            <p:cNvSpPr/>
            <p:nvPr/>
          </p:nvSpPr>
          <p:spPr>
            <a:xfrm>
              <a:off x="546595" y="1921032"/>
              <a:ext cx="8234974" cy="2836602"/>
            </a:xfrm>
            <a:custGeom>
              <a:avLst/>
              <a:pathLst>
                <a:path w="8234974" h="2836602">
                  <a:moveTo>
                    <a:pt x="8234974" y="0"/>
                  </a:moveTo>
                  <a:lnTo>
                    <a:pt x="7696237" y="0"/>
                  </a:lnTo>
                  <a:lnTo>
                    <a:pt x="7695033" y="73"/>
                  </a:lnTo>
                  <a:lnTo>
                    <a:pt x="7687158" y="594"/>
                  </a:lnTo>
                  <a:lnTo>
                    <a:pt x="7667473" y="2036"/>
                  </a:lnTo>
                  <a:lnTo>
                    <a:pt x="7632702" y="4868"/>
                  </a:lnTo>
                  <a:lnTo>
                    <a:pt x="7581732" y="9504"/>
                  </a:lnTo>
                  <a:lnTo>
                    <a:pt x="7515667" y="16254"/>
                  </a:lnTo>
                  <a:lnTo>
                    <a:pt x="7437450" y="25297"/>
                  </a:lnTo>
                  <a:lnTo>
                    <a:pt x="7351123" y="36686"/>
                  </a:lnTo>
                  <a:lnTo>
                    <a:pt x="7260970" y="50393"/>
                  </a:lnTo>
                  <a:lnTo>
                    <a:pt x="7170804" y="66364"/>
                  </a:lnTo>
                  <a:lnTo>
                    <a:pt x="7083544" y="84568"/>
                  </a:lnTo>
                  <a:lnTo>
                    <a:pt x="7001099" y="105043"/>
                  </a:lnTo>
                  <a:lnTo>
                    <a:pt x="6924451" y="127917"/>
                  </a:lnTo>
                  <a:lnTo>
                    <a:pt x="6853851" y="153418"/>
                  </a:lnTo>
                  <a:lnTo>
                    <a:pt x="6789026" y="181873"/>
                  </a:lnTo>
                  <a:lnTo>
                    <a:pt x="6729371" y="213697"/>
                  </a:lnTo>
                  <a:lnTo>
                    <a:pt x="6674084" y="249378"/>
                  </a:lnTo>
                  <a:lnTo>
                    <a:pt x="6622283" y="289436"/>
                  </a:lnTo>
                  <a:lnTo>
                    <a:pt x="6573081" y="334354"/>
                  </a:lnTo>
                  <a:lnTo>
                    <a:pt x="6525667" y="384466"/>
                  </a:lnTo>
                  <a:lnTo>
                    <a:pt x="6515891" y="395636"/>
                  </a:lnTo>
                  <a:lnTo>
                    <a:pt x="6477952" y="441623"/>
                  </a:lnTo>
                  <a:lnTo>
                    <a:pt x="6440375" y="491224"/>
                  </a:lnTo>
                  <a:lnTo>
                    <a:pt x="6402906" y="544510"/>
                  </a:lnTo>
                  <a:lnTo>
                    <a:pt x="6365349" y="601485"/>
                  </a:lnTo>
                  <a:lnTo>
                    <a:pt x="6327563" y="662074"/>
                  </a:lnTo>
                  <a:lnTo>
                    <a:pt x="6289452" y="726124"/>
                  </a:lnTo>
                  <a:lnTo>
                    <a:pt x="6250966" y="793389"/>
                  </a:lnTo>
                  <a:lnTo>
                    <a:pt x="6212093" y="863539"/>
                  </a:lnTo>
                  <a:lnTo>
                    <a:pt x="6172856" y="936161"/>
                  </a:lnTo>
                  <a:lnTo>
                    <a:pt x="6133309" y="1010761"/>
                  </a:lnTo>
                  <a:lnTo>
                    <a:pt x="6093529" y="1086787"/>
                  </a:lnTo>
                  <a:lnTo>
                    <a:pt x="6053611" y="1163635"/>
                  </a:lnTo>
                  <a:lnTo>
                    <a:pt x="6013661" y="1240676"/>
                  </a:lnTo>
                  <a:lnTo>
                    <a:pt x="5973786" y="1317273"/>
                  </a:lnTo>
                  <a:lnTo>
                    <a:pt x="5934087" y="1392804"/>
                  </a:lnTo>
                  <a:lnTo>
                    <a:pt x="5894655" y="1466684"/>
                  </a:lnTo>
                  <a:lnTo>
                    <a:pt x="5855557" y="1538381"/>
                  </a:lnTo>
                  <a:lnTo>
                    <a:pt x="5816837" y="1607434"/>
                  </a:lnTo>
                  <a:lnTo>
                    <a:pt x="5778503" y="1673460"/>
                  </a:lnTo>
                  <a:lnTo>
                    <a:pt x="5740529" y="1736163"/>
                  </a:lnTo>
                  <a:lnTo>
                    <a:pt x="5702848" y="1795335"/>
                  </a:lnTo>
                  <a:lnTo>
                    <a:pt x="5665345" y="1850853"/>
                  </a:lnTo>
                  <a:lnTo>
                    <a:pt x="5627860" y="1902675"/>
                  </a:lnTo>
                  <a:lnTo>
                    <a:pt x="5590174" y="1950833"/>
                  </a:lnTo>
                  <a:lnTo>
                    <a:pt x="5567201" y="1978180"/>
                  </a:lnTo>
                  <a:lnTo>
                    <a:pt x="5520072" y="2029395"/>
                  </a:lnTo>
                  <a:lnTo>
                    <a:pt x="5471309" y="2075382"/>
                  </a:lnTo>
                  <a:lnTo>
                    <a:pt x="5420124" y="2116422"/>
                  </a:lnTo>
                  <a:lnTo>
                    <a:pt x="5365643" y="2152977"/>
                  </a:lnTo>
                  <a:lnTo>
                    <a:pt x="5306973" y="2185567"/>
                  </a:lnTo>
                  <a:lnTo>
                    <a:pt x="5243291" y="2214691"/>
                  </a:lnTo>
                  <a:lnTo>
                    <a:pt x="5173937" y="2240781"/>
                  </a:lnTo>
                  <a:lnTo>
                    <a:pt x="5098557" y="2264184"/>
                  </a:lnTo>
                  <a:lnTo>
                    <a:pt x="5017273" y="2285148"/>
                  </a:lnTo>
                  <a:lnTo>
                    <a:pt x="4930898" y="2303822"/>
                  </a:lnTo>
                  <a:lnTo>
                    <a:pt x="4841132" y="2320261"/>
                  </a:lnTo>
                  <a:lnTo>
                    <a:pt x="4750687" y="2334447"/>
                  </a:lnTo>
                  <a:lnTo>
                    <a:pt x="4663210" y="2346326"/>
                  </a:lnTo>
                  <a:lnTo>
                    <a:pt x="4582937" y="2355860"/>
                  </a:lnTo>
                  <a:lnTo>
                    <a:pt x="4514032" y="2363081"/>
                  </a:lnTo>
                  <a:lnTo>
                    <a:pt x="4459737" y="2368138"/>
                  </a:lnTo>
                  <a:lnTo>
                    <a:pt x="4421587" y="2371317"/>
                  </a:lnTo>
                  <a:lnTo>
                    <a:pt x="4398943" y="2373012"/>
                  </a:lnTo>
                  <a:lnTo>
                    <a:pt x="4388961" y="2373687"/>
                  </a:lnTo>
                  <a:lnTo>
                    <a:pt x="4386867" y="2373816"/>
                  </a:lnTo>
                  <a:lnTo>
                    <a:pt x="4386855" y="2373816"/>
                  </a:lnTo>
                  <a:lnTo>
                    <a:pt x="3848118" y="2373816"/>
                  </a:lnTo>
                  <a:lnTo>
                    <a:pt x="3846820" y="2373832"/>
                  </a:lnTo>
                  <a:lnTo>
                    <a:pt x="3838346" y="2373942"/>
                  </a:lnTo>
                  <a:lnTo>
                    <a:pt x="3817223" y="2374245"/>
                  </a:lnTo>
                  <a:lnTo>
                    <a:pt x="3780056" y="2374841"/>
                  </a:lnTo>
                  <a:lnTo>
                    <a:pt x="3725867" y="2375815"/>
                  </a:lnTo>
                  <a:lnTo>
                    <a:pt x="3656105" y="2377229"/>
                  </a:lnTo>
                  <a:lnTo>
                    <a:pt x="3574165" y="2379117"/>
                  </a:lnTo>
                  <a:lnTo>
                    <a:pt x="3484514" y="2381485"/>
                  </a:lnTo>
                  <a:lnTo>
                    <a:pt x="3391725" y="2384327"/>
                  </a:lnTo>
                  <a:lnTo>
                    <a:pt x="3299726" y="2387631"/>
                  </a:lnTo>
                  <a:lnTo>
                    <a:pt x="3211403" y="2391394"/>
                  </a:lnTo>
                  <a:lnTo>
                    <a:pt x="3128529" y="2395628"/>
                  </a:lnTo>
                  <a:lnTo>
                    <a:pt x="3051906" y="2400367"/>
                  </a:lnTo>
                  <a:lnTo>
                    <a:pt x="2981601" y="2405666"/>
                  </a:lnTo>
                  <a:lnTo>
                    <a:pt x="2917174" y="2411599"/>
                  </a:lnTo>
                  <a:lnTo>
                    <a:pt x="2857876" y="2418261"/>
                  </a:lnTo>
                  <a:lnTo>
                    <a:pt x="2802796" y="2425759"/>
                  </a:lnTo>
                  <a:lnTo>
                    <a:pt x="2750970" y="2434200"/>
                  </a:lnTo>
                  <a:lnTo>
                    <a:pt x="2701467" y="2443676"/>
                  </a:lnTo>
                  <a:lnTo>
                    <a:pt x="2667772" y="2450947"/>
                  </a:lnTo>
                  <a:lnTo>
                    <a:pt x="2616279" y="2463312"/>
                  </a:lnTo>
                  <a:lnTo>
                    <a:pt x="2565281" y="2476989"/>
                  </a:lnTo>
                  <a:lnTo>
                    <a:pt x="2514219" y="2491997"/>
                  </a:lnTo>
                  <a:lnTo>
                    <a:pt x="2462721" y="2508303"/>
                  </a:lnTo>
                  <a:lnTo>
                    <a:pt x="2410578" y="2525820"/>
                  </a:lnTo>
                  <a:lnTo>
                    <a:pt x="2357723" y="2544401"/>
                  </a:lnTo>
                  <a:lnTo>
                    <a:pt x="2304211" y="2563845"/>
                  </a:lnTo>
                  <a:lnTo>
                    <a:pt x="2250198" y="2583899"/>
                  </a:lnTo>
                  <a:lnTo>
                    <a:pt x="2195908" y="2604276"/>
                  </a:lnTo>
                  <a:lnTo>
                    <a:pt x="2141606" y="2624667"/>
                  </a:lnTo>
                  <a:lnTo>
                    <a:pt x="2087558" y="2644764"/>
                  </a:lnTo>
                  <a:lnTo>
                    <a:pt x="2033992" y="2664274"/>
                  </a:lnTo>
                  <a:lnTo>
                    <a:pt x="1981073" y="2682943"/>
                  </a:lnTo>
                  <a:lnTo>
                    <a:pt x="1928866" y="2700564"/>
                  </a:lnTo>
                  <a:lnTo>
                    <a:pt x="1877316" y="2716985"/>
                  </a:lnTo>
                  <a:lnTo>
                    <a:pt x="1826227" y="2732114"/>
                  </a:lnTo>
                  <a:lnTo>
                    <a:pt x="1775243" y="2745913"/>
                  </a:lnTo>
                  <a:lnTo>
                    <a:pt x="1723824" y="2758395"/>
                  </a:lnTo>
                  <a:lnTo>
                    <a:pt x="1719082" y="2759471"/>
                  </a:lnTo>
                  <a:lnTo>
                    <a:pt x="1670715" y="2769700"/>
                  </a:lnTo>
                  <a:lnTo>
                    <a:pt x="1620607" y="2778858"/>
                  </a:lnTo>
                  <a:lnTo>
                    <a:pt x="1567905" y="2787005"/>
                  </a:lnTo>
                  <a:lnTo>
                    <a:pt x="1511659" y="2794240"/>
                  </a:lnTo>
                  <a:lnTo>
                    <a:pt x="1450911" y="2800673"/>
                  </a:lnTo>
                  <a:lnTo>
                    <a:pt x="1384787" y="2806406"/>
                  </a:lnTo>
                  <a:lnTo>
                    <a:pt x="1312612" y="2811530"/>
                  </a:lnTo>
                  <a:lnTo>
                    <a:pt x="1234076" y="2816112"/>
                  </a:lnTo>
                  <a:lnTo>
                    <a:pt x="1149441" y="2820203"/>
                  </a:lnTo>
                  <a:lnTo>
                    <a:pt x="1059779" y="2823827"/>
                  </a:lnTo>
                  <a:lnTo>
                    <a:pt x="967189" y="2826993"/>
                  </a:lnTo>
                  <a:lnTo>
                    <a:pt x="874889" y="2829695"/>
                  </a:lnTo>
                  <a:lnTo>
                    <a:pt x="787060" y="2831919"/>
                  </a:lnTo>
                  <a:lnTo>
                    <a:pt x="708338" y="2833662"/>
                  </a:lnTo>
                  <a:lnTo>
                    <a:pt x="642969" y="2834939"/>
                  </a:lnTo>
                  <a:lnTo>
                    <a:pt x="593845" y="2835792"/>
                  </a:lnTo>
                  <a:lnTo>
                    <a:pt x="561713" y="2836290"/>
                  </a:lnTo>
                  <a:lnTo>
                    <a:pt x="544847" y="2836525"/>
                  </a:lnTo>
                  <a:lnTo>
                    <a:pt x="539189" y="2836597"/>
                  </a:lnTo>
                  <a:lnTo>
                    <a:pt x="538736" y="2836602"/>
                  </a:lnTo>
                  <a:lnTo>
                    <a:pt x="0" y="28366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8" name="pg1478"/>
            <p:cNvSpPr/>
            <p:nvPr/>
          </p:nvSpPr>
          <p:spPr>
            <a:xfrm>
              <a:off x="546595" y="2117035"/>
              <a:ext cx="8234974" cy="2651488"/>
            </a:xfrm>
            <a:custGeom>
              <a:avLst/>
              <a:pathLst>
                <a:path w="8234974" h="2651488">
                  <a:moveTo>
                    <a:pt x="0" y="2651488"/>
                  </a:moveTo>
                  <a:lnTo>
                    <a:pt x="538736" y="2651488"/>
                  </a:lnTo>
                  <a:lnTo>
                    <a:pt x="540035" y="2651473"/>
                  </a:lnTo>
                  <a:lnTo>
                    <a:pt x="548511" y="2651368"/>
                  </a:lnTo>
                  <a:lnTo>
                    <a:pt x="569640" y="2651079"/>
                  </a:lnTo>
                  <a:lnTo>
                    <a:pt x="606816" y="2650511"/>
                  </a:lnTo>
                  <a:lnTo>
                    <a:pt x="661018" y="2649582"/>
                  </a:lnTo>
                  <a:lnTo>
                    <a:pt x="730795" y="2648235"/>
                  </a:lnTo>
                  <a:lnTo>
                    <a:pt x="812749" y="2646436"/>
                  </a:lnTo>
                  <a:lnTo>
                    <a:pt x="902413" y="2644178"/>
                  </a:lnTo>
                  <a:lnTo>
                    <a:pt x="995211" y="2641469"/>
                  </a:lnTo>
                  <a:lnTo>
                    <a:pt x="1087217" y="2638320"/>
                  </a:lnTo>
                  <a:lnTo>
                    <a:pt x="1175544" y="2634733"/>
                  </a:lnTo>
                  <a:lnTo>
                    <a:pt x="1258419" y="2630697"/>
                  </a:lnTo>
                  <a:lnTo>
                    <a:pt x="1335042" y="2626180"/>
                  </a:lnTo>
                  <a:lnTo>
                    <a:pt x="1405346" y="2621130"/>
                  </a:lnTo>
                  <a:lnTo>
                    <a:pt x="1469771" y="2615474"/>
                  </a:lnTo>
                  <a:lnTo>
                    <a:pt x="1529068" y="2609124"/>
                  </a:lnTo>
                  <a:lnTo>
                    <a:pt x="1584147" y="2601977"/>
                  </a:lnTo>
                  <a:lnTo>
                    <a:pt x="1635973" y="2593931"/>
                  </a:lnTo>
                  <a:lnTo>
                    <a:pt x="1685478" y="2584898"/>
                  </a:lnTo>
                  <a:lnTo>
                    <a:pt x="1719082" y="2577986"/>
                  </a:lnTo>
                  <a:lnTo>
                    <a:pt x="1770689" y="2566176"/>
                  </a:lnTo>
                  <a:lnTo>
                    <a:pt x="1821799" y="2553110"/>
                  </a:lnTo>
                  <a:lnTo>
                    <a:pt x="1872975" y="2538769"/>
                  </a:lnTo>
                  <a:lnTo>
                    <a:pt x="1924591" y="2523187"/>
                  </a:lnTo>
                  <a:lnTo>
                    <a:pt x="1976856" y="2506447"/>
                  </a:lnTo>
                  <a:lnTo>
                    <a:pt x="2029837" y="2488690"/>
                  </a:lnTo>
                  <a:lnTo>
                    <a:pt x="2083476" y="2470110"/>
                  </a:lnTo>
                  <a:lnTo>
                    <a:pt x="2137615" y="2450950"/>
                  </a:lnTo>
                  <a:lnTo>
                    <a:pt x="2192027" y="2431486"/>
                  </a:lnTo>
                  <a:lnTo>
                    <a:pt x="2246446" y="2412014"/>
                  </a:lnTo>
                  <a:lnTo>
                    <a:pt x="2300606" y="2392831"/>
                  </a:lnTo>
                  <a:lnTo>
                    <a:pt x="2354275" y="2374216"/>
                  </a:lnTo>
                  <a:lnTo>
                    <a:pt x="2407291" y="2356411"/>
                  </a:lnTo>
                  <a:lnTo>
                    <a:pt x="2459593" y="2339615"/>
                  </a:lnTo>
                  <a:lnTo>
                    <a:pt x="2511238" y="2323970"/>
                  </a:lnTo>
                  <a:lnTo>
                    <a:pt x="2562430" y="2309565"/>
                  </a:lnTo>
                  <a:lnTo>
                    <a:pt x="2613531" y="2296432"/>
                  </a:lnTo>
                  <a:lnTo>
                    <a:pt x="2665095" y="2284559"/>
                  </a:lnTo>
                  <a:lnTo>
                    <a:pt x="2667772" y="2283982"/>
                  </a:lnTo>
                  <a:lnTo>
                    <a:pt x="2716144" y="2274233"/>
                  </a:lnTo>
                  <a:lnTo>
                    <a:pt x="2766258" y="2265505"/>
                  </a:lnTo>
                  <a:lnTo>
                    <a:pt x="2818966" y="2257741"/>
                  </a:lnTo>
                  <a:lnTo>
                    <a:pt x="2875218" y="2250846"/>
                  </a:lnTo>
                  <a:lnTo>
                    <a:pt x="2935974" y="2244716"/>
                  </a:lnTo>
                  <a:lnTo>
                    <a:pt x="3002108" y="2239252"/>
                  </a:lnTo>
                  <a:lnTo>
                    <a:pt x="3074294" y="2234369"/>
                  </a:lnTo>
                  <a:lnTo>
                    <a:pt x="3152842" y="2230002"/>
                  </a:lnTo>
                  <a:lnTo>
                    <a:pt x="3237490" y="2226104"/>
                  </a:lnTo>
                  <a:lnTo>
                    <a:pt x="3327165" y="2222651"/>
                  </a:lnTo>
                  <a:lnTo>
                    <a:pt x="3419766" y="2219634"/>
                  </a:lnTo>
                  <a:lnTo>
                    <a:pt x="3512072" y="2217060"/>
                  </a:lnTo>
                  <a:lnTo>
                    <a:pt x="3599901" y="2214940"/>
                  </a:lnTo>
                  <a:lnTo>
                    <a:pt x="3678616" y="2213280"/>
                  </a:lnTo>
                  <a:lnTo>
                    <a:pt x="3743970" y="2212063"/>
                  </a:lnTo>
                  <a:lnTo>
                    <a:pt x="3793073" y="2211251"/>
                  </a:lnTo>
                  <a:lnTo>
                    <a:pt x="3825181" y="2210777"/>
                  </a:lnTo>
                  <a:lnTo>
                    <a:pt x="3842026" y="2210553"/>
                  </a:lnTo>
                  <a:lnTo>
                    <a:pt x="3847669" y="2210485"/>
                  </a:lnTo>
                  <a:lnTo>
                    <a:pt x="3848118" y="2210480"/>
                  </a:lnTo>
                  <a:lnTo>
                    <a:pt x="4386855" y="2210480"/>
                  </a:lnTo>
                  <a:lnTo>
                    <a:pt x="4388072" y="2210412"/>
                  </a:lnTo>
                  <a:lnTo>
                    <a:pt x="4396026" y="2209922"/>
                  </a:lnTo>
                  <a:lnTo>
                    <a:pt x="4415902" y="2208569"/>
                  </a:lnTo>
                  <a:lnTo>
                    <a:pt x="4450991" y="2205911"/>
                  </a:lnTo>
                  <a:lnTo>
                    <a:pt x="4502391" y="2201560"/>
                  </a:lnTo>
                  <a:lnTo>
                    <a:pt x="4568953" y="2195228"/>
                  </a:lnTo>
                  <a:lnTo>
                    <a:pt x="4647675" y="2186749"/>
                  </a:lnTo>
                  <a:lnTo>
                    <a:pt x="4734457" y="2176075"/>
                  </a:lnTo>
                  <a:lnTo>
                    <a:pt x="4824975" y="2163235"/>
                  </a:lnTo>
                  <a:lnTo>
                    <a:pt x="4915400" y="2148279"/>
                  </a:lnTo>
                  <a:lnTo>
                    <a:pt x="5002814" y="2131234"/>
                  </a:lnTo>
                  <a:lnTo>
                    <a:pt x="5085327" y="2112061"/>
                  </a:lnTo>
                  <a:lnTo>
                    <a:pt x="5161978" y="2090637"/>
                  </a:lnTo>
                  <a:lnTo>
                    <a:pt x="5232543" y="2066744"/>
                  </a:lnTo>
                  <a:lnTo>
                    <a:pt x="5297314" y="2040071"/>
                  </a:lnTo>
                  <a:lnTo>
                    <a:pt x="5356919" y="2010223"/>
                  </a:lnTo>
                  <a:lnTo>
                    <a:pt x="5412173" y="1976741"/>
                  </a:lnTo>
                  <a:lnTo>
                    <a:pt x="5463971" y="1939137"/>
                  </a:lnTo>
                  <a:lnTo>
                    <a:pt x="5513205" y="1896961"/>
                  </a:lnTo>
                  <a:lnTo>
                    <a:pt x="5560689" y="1849915"/>
                  </a:lnTo>
                  <a:lnTo>
                    <a:pt x="5567201" y="1842974"/>
                  </a:lnTo>
                  <a:lnTo>
                    <a:pt x="5606157" y="1799059"/>
                  </a:lnTo>
                  <a:lnTo>
                    <a:pt x="5644737" y="1751602"/>
                  </a:lnTo>
                  <a:lnTo>
                    <a:pt x="5683217" y="1700534"/>
                  </a:lnTo>
                  <a:lnTo>
                    <a:pt x="5721803" y="1645855"/>
                  </a:lnTo>
                  <a:lnTo>
                    <a:pt x="5760644" y="1587647"/>
                  </a:lnTo>
                  <a:lnTo>
                    <a:pt x="5799836" y="1526078"/>
                  </a:lnTo>
                  <a:lnTo>
                    <a:pt x="5839429" y="1461406"/>
                  </a:lnTo>
                  <a:lnTo>
                    <a:pt x="5879428" y="1393978"/>
                  </a:lnTo>
                  <a:lnTo>
                    <a:pt x="5919800" y="1324227"/>
                  </a:lnTo>
                  <a:lnTo>
                    <a:pt x="5960482" y="1252664"/>
                  </a:lnTo>
                  <a:lnTo>
                    <a:pt x="6001384" y="1179861"/>
                  </a:lnTo>
                  <a:lnTo>
                    <a:pt x="6042400" y="1106433"/>
                  </a:lnTo>
                  <a:lnTo>
                    <a:pt x="6083413" y="1033018"/>
                  </a:lnTo>
                  <a:lnTo>
                    <a:pt x="6124308" y="960254"/>
                  </a:lnTo>
                  <a:lnTo>
                    <a:pt x="6164979" y="888755"/>
                  </a:lnTo>
                  <a:lnTo>
                    <a:pt x="6205337" y="819092"/>
                  </a:lnTo>
                  <a:lnTo>
                    <a:pt x="6245319" y="751770"/>
                  </a:lnTo>
                  <a:lnTo>
                    <a:pt x="6284895" y="687220"/>
                  </a:lnTo>
                  <a:lnTo>
                    <a:pt x="6324071" y="625787"/>
                  </a:lnTo>
                  <a:lnTo>
                    <a:pt x="6362899" y="567723"/>
                  </a:lnTo>
                  <a:lnTo>
                    <a:pt x="6401477" y="513194"/>
                  </a:lnTo>
                  <a:lnTo>
                    <a:pt x="6439957" y="462276"/>
                  </a:lnTo>
                  <a:lnTo>
                    <a:pt x="6478547" y="414968"/>
                  </a:lnTo>
                  <a:lnTo>
                    <a:pt x="6515891" y="372950"/>
                  </a:lnTo>
                  <a:lnTo>
                    <a:pt x="6563187" y="325219"/>
                  </a:lnTo>
                  <a:lnTo>
                    <a:pt x="6612132" y="282377"/>
                  </a:lnTo>
                  <a:lnTo>
                    <a:pt x="6663520" y="244161"/>
                  </a:lnTo>
                  <a:lnTo>
                    <a:pt x="6718239" y="210134"/>
                  </a:lnTo>
                  <a:lnTo>
                    <a:pt x="6777186" y="179809"/>
                  </a:lnTo>
                  <a:lnTo>
                    <a:pt x="6841195" y="152720"/>
                  </a:lnTo>
                  <a:lnTo>
                    <a:pt x="6910926" y="128460"/>
                  </a:lnTo>
                  <a:lnTo>
                    <a:pt x="6986729" y="106708"/>
                  </a:lnTo>
                  <a:lnTo>
                    <a:pt x="7068464" y="87231"/>
                  </a:lnTo>
                  <a:lnTo>
                    <a:pt x="7155286" y="69893"/>
                  </a:lnTo>
                  <a:lnTo>
                    <a:pt x="7245444" y="54646"/>
                  </a:lnTo>
                  <a:lnTo>
                    <a:pt x="7336161" y="41508"/>
                  </a:lnTo>
                  <a:lnTo>
                    <a:pt x="7423717" y="30530"/>
                  </a:lnTo>
                  <a:lnTo>
                    <a:pt x="7503821" y="21746"/>
                  </a:lnTo>
                  <a:lnTo>
                    <a:pt x="7572290" y="15122"/>
                  </a:lnTo>
                  <a:lnTo>
                    <a:pt x="7625918" y="10510"/>
                  </a:lnTo>
                  <a:lnTo>
                    <a:pt x="7663266" y="7638"/>
                  </a:lnTo>
                  <a:lnTo>
                    <a:pt x="7685110" y="6129"/>
                  </a:lnTo>
                  <a:lnTo>
                    <a:pt x="7694452" y="55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0" y="68"/>
                  </a:lnTo>
                  <a:lnTo>
                    <a:pt x="7687066" y="558"/>
                  </a:lnTo>
                  <a:lnTo>
                    <a:pt x="7667191" y="1911"/>
                  </a:lnTo>
                  <a:lnTo>
                    <a:pt x="7632101" y="4569"/>
                  </a:lnTo>
                  <a:lnTo>
                    <a:pt x="7580701" y="8920"/>
                  </a:lnTo>
                  <a:lnTo>
                    <a:pt x="7514140" y="15252"/>
                  </a:lnTo>
                  <a:lnTo>
                    <a:pt x="7435418" y="23731"/>
                  </a:lnTo>
                  <a:lnTo>
                    <a:pt x="7348636" y="34404"/>
                  </a:lnTo>
                  <a:lnTo>
                    <a:pt x="7258117" y="47245"/>
                  </a:lnTo>
                  <a:lnTo>
                    <a:pt x="7167692" y="62201"/>
                  </a:lnTo>
                  <a:lnTo>
                    <a:pt x="7080278" y="79246"/>
                  </a:lnTo>
                  <a:lnTo>
                    <a:pt x="6997765" y="98419"/>
                  </a:lnTo>
                  <a:lnTo>
                    <a:pt x="6921114" y="119843"/>
                  </a:lnTo>
                  <a:lnTo>
                    <a:pt x="6850550" y="143736"/>
                  </a:lnTo>
                  <a:lnTo>
                    <a:pt x="6785778" y="170409"/>
                  </a:lnTo>
                  <a:lnTo>
                    <a:pt x="6726173" y="200257"/>
                  </a:lnTo>
                  <a:lnTo>
                    <a:pt x="6670919" y="233739"/>
                  </a:lnTo>
                  <a:lnTo>
                    <a:pt x="6619122" y="271343"/>
                  </a:lnTo>
                  <a:lnTo>
                    <a:pt x="6569887" y="313519"/>
                  </a:lnTo>
                  <a:lnTo>
                    <a:pt x="6522403" y="360565"/>
                  </a:lnTo>
                  <a:lnTo>
                    <a:pt x="6515891" y="367506"/>
                  </a:lnTo>
                  <a:lnTo>
                    <a:pt x="6476936" y="411421"/>
                  </a:lnTo>
                  <a:lnTo>
                    <a:pt x="6438355" y="458877"/>
                  </a:lnTo>
                  <a:lnTo>
                    <a:pt x="6399876" y="509946"/>
                  </a:lnTo>
                  <a:lnTo>
                    <a:pt x="6361290" y="564625"/>
                  </a:lnTo>
                  <a:lnTo>
                    <a:pt x="6322449" y="622832"/>
                  </a:lnTo>
                  <a:lnTo>
                    <a:pt x="6283257" y="684401"/>
                  </a:lnTo>
                  <a:lnTo>
                    <a:pt x="6243664" y="749074"/>
                  </a:lnTo>
                  <a:lnTo>
                    <a:pt x="6203665" y="816502"/>
                  </a:lnTo>
                  <a:lnTo>
                    <a:pt x="6163292" y="886253"/>
                  </a:lnTo>
                  <a:lnTo>
                    <a:pt x="6122610" y="957816"/>
                  </a:lnTo>
                  <a:lnTo>
                    <a:pt x="6081708" y="1030619"/>
                  </a:lnTo>
                  <a:lnTo>
                    <a:pt x="6040693" y="1104047"/>
                  </a:lnTo>
                  <a:lnTo>
                    <a:pt x="5999680" y="1177462"/>
                  </a:lnTo>
                  <a:lnTo>
                    <a:pt x="5958785" y="1250226"/>
                  </a:lnTo>
                  <a:lnTo>
                    <a:pt x="5918114" y="1321724"/>
                  </a:lnTo>
                  <a:lnTo>
                    <a:pt x="5877756" y="1391388"/>
                  </a:lnTo>
                  <a:lnTo>
                    <a:pt x="5837773" y="1458710"/>
                  </a:lnTo>
                  <a:lnTo>
                    <a:pt x="5798198" y="1523259"/>
                  </a:lnTo>
                  <a:lnTo>
                    <a:pt x="5759021" y="1584693"/>
                  </a:lnTo>
                  <a:lnTo>
                    <a:pt x="5720193" y="1642757"/>
                  </a:lnTo>
                  <a:lnTo>
                    <a:pt x="5681615" y="1697286"/>
                  </a:lnTo>
                  <a:lnTo>
                    <a:pt x="5643136" y="1748204"/>
                  </a:lnTo>
                  <a:lnTo>
                    <a:pt x="5604545" y="1795512"/>
                  </a:lnTo>
                  <a:lnTo>
                    <a:pt x="5567201" y="1837530"/>
                  </a:lnTo>
                  <a:lnTo>
                    <a:pt x="5519905" y="1885261"/>
                  </a:lnTo>
                  <a:lnTo>
                    <a:pt x="5470960" y="1928103"/>
                  </a:lnTo>
                  <a:lnTo>
                    <a:pt x="5419572" y="1966319"/>
                  </a:lnTo>
                  <a:lnTo>
                    <a:pt x="5364854" y="2000345"/>
                  </a:lnTo>
                  <a:lnTo>
                    <a:pt x="5305906" y="2030670"/>
                  </a:lnTo>
                  <a:lnTo>
                    <a:pt x="5241897" y="2057760"/>
                  </a:lnTo>
                  <a:lnTo>
                    <a:pt x="5172167" y="2082019"/>
                  </a:lnTo>
                  <a:lnTo>
                    <a:pt x="5096363" y="2103772"/>
                  </a:lnTo>
                  <a:lnTo>
                    <a:pt x="5014628" y="2123249"/>
                  </a:lnTo>
                  <a:lnTo>
                    <a:pt x="4927806" y="2140586"/>
                  </a:lnTo>
                  <a:lnTo>
                    <a:pt x="4837649" y="2155833"/>
                  </a:lnTo>
                  <a:lnTo>
                    <a:pt x="4746932" y="2168972"/>
                  </a:lnTo>
                  <a:lnTo>
                    <a:pt x="4659375" y="2179950"/>
                  </a:lnTo>
                  <a:lnTo>
                    <a:pt x="4579271" y="2188733"/>
                  </a:lnTo>
                  <a:lnTo>
                    <a:pt x="4510802" y="2195358"/>
                  </a:lnTo>
                  <a:lnTo>
                    <a:pt x="4457174" y="2199970"/>
                  </a:lnTo>
                  <a:lnTo>
                    <a:pt x="4419827" y="2202842"/>
                  </a:lnTo>
                  <a:lnTo>
                    <a:pt x="4397983" y="2204351"/>
                  </a:lnTo>
                  <a:lnTo>
                    <a:pt x="4388640" y="2204934"/>
                  </a:lnTo>
                  <a:lnTo>
                    <a:pt x="4386855" y="2205036"/>
                  </a:lnTo>
                  <a:lnTo>
                    <a:pt x="3848118" y="2205036"/>
                  </a:lnTo>
                  <a:lnTo>
                    <a:pt x="3846819" y="2205050"/>
                  </a:lnTo>
                  <a:lnTo>
                    <a:pt x="3838344" y="2205155"/>
                  </a:lnTo>
                  <a:lnTo>
                    <a:pt x="3817214" y="2205445"/>
                  </a:lnTo>
                  <a:lnTo>
                    <a:pt x="3780038" y="2206013"/>
                  </a:lnTo>
                  <a:lnTo>
                    <a:pt x="3725837" y="2206941"/>
                  </a:lnTo>
                  <a:lnTo>
                    <a:pt x="3656060" y="2208289"/>
                  </a:lnTo>
                  <a:lnTo>
                    <a:pt x="3574106" y="2210088"/>
                  </a:lnTo>
                  <a:lnTo>
                    <a:pt x="3484442" y="2212346"/>
                  </a:lnTo>
                  <a:lnTo>
                    <a:pt x="3391643" y="2215055"/>
                  </a:lnTo>
                  <a:lnTo>
                    <a:pt x="3299638" y="2218204"/>
                  </a:lnTo>
                  <a:lnTo>
                    <a:pt x="3211311" y="2221790"/>
                  </a:lnTo>
                  <a:lnTo>
                    <a:pt x="3128435" y="2225826"/>
                  </a:lnTo>
                  <a:lnTo>
                    <a:pt x="3051813" y="2230343"/>
                  </a:lnTo>
                  <a:lnTo>
                    <a:pt x="2981509" y="2235394"/>
                  </a:lnTo>
                  <a:lnTo>
                    <a:pt x="2917083" y="2241049"/>
                  </a:lnTo>
                  <a:lnTo>
                    <a:pt x="2857787" y="2247400"/>
                  </a:lnTo>
                  <a:lnTo>
                    <a:pt x="2802708" y="2254547"/>
                  </a:lnTo>
                  <a:lnTo>
                    <a:pt x="2750881" y="2262593"/>
                  </a:lnTo>
                  <a:lnTo>
                    <a:pt x="2701377" y="2271626"/>
                  </a:lnTo>
                  <a:lnTo>
                    <a:pt x="2667772" y="2278537"/>
                  </a:lnTo>
                  <a:lnTo>
                    <a:pt x="2616166" y="2290347"/>
                  </a:lnTo>
                  <a:lnTo>
                    <a:pt x="2565056" y="2303414"/>
                  </a:lnTo>
                  <a:lnTo>
                    <a:pt x="2513879" y="2317754"/>
                  </a:lnTo>
                  <a:lnTo>
                    <a:pt x="2462263" y="2333337"/>
                  </a:lnTo>
                  <a:lnTo>
                    <a:pt x="2409998" y="2350077"/>
                  </a:lnTo>
                  <a:lnTo>
                    <a:pt x="2357018" y="2367834"/>
                  </a:lnTo>
                  <a:lnTo>
                    <a:pt x="2303379" y="2386413"/>
                  </a:lnTo>
                  <a:lnTo>
                    <a:pt x="2249240" y="2405574"/>
                  </a:lnTo>
                  <a:lnTo>
                    <a:pt x="2194827" y="2425038"/>
                  </a:lnTo>
                  <a:lnTo>
                    <a:pt x="2140408" y="2444509"/>
                  </a:lnTo>
                  <a:lnTo>
                    <a:pt x="2086249" y="2463692"/>
                  </a:lnTo>
                  <a:lnTo>
                    <a:pt x="2032580" y="2482308"/>
                  </a:lnTo>
                  <a:lnTo>
                    <a:pt x="1979563" y="2500113"/>
                  </a:lnTo>
                  <a:lnTo>
                    <a:pt x="1927262" y="2516909"/>
                  </a:lnTo>
                  <a:lnTo>
                    <a:pt x="1875616" y="2532553"/>
                  </a:lnTo>
                  <a:lnTo>
                    <a:pt x="1824425" y="2546959"/>
                  </a:lnTo>
                  <a:lnTo>
                    <a:pt x="1773323" y="2560091"/>
                  </a:lnTo>
                  <a:lnTo>
                    <a:pt x="1721760" y="2571965"/>
                  </a:lnTo>
                  <a:lnTo>
                    <a:pt x="1719082" y="2572542"/>
                  </a:lnTo>
                  <a:lnTo>
                    <a:pt x="1670710" y="2582291"/>
                  </a:lnTo>
                  <a:lnTo>
                    <a:pt x="1620597" y="2591018"/>
                  </a:lnTo>
                  <a:lnTo>
                    <a:pt x="1567889" y="2598782"/>
                  </a:lnTo>
                  <a:lnTo>
                    <a:pt x="1511636" y="2605677"/>
                  </a:lnTo>
                  <a:lnTo>
                    <a:pt x="1450880" y="2611808"/>
                  </a:lnTo>
                  <a:lnTo>
                    <a:pt x="1384746" y="2617272"/>
                  </a:lnTo>
                  <a:lnTo>
                    <a:pt x="1312560" y="2622154"/>
                  </a:lnTo>
                  <a:lnTo>
                    <a:pt x="1234013" y="2626521"/>
                  </a:lnTo>
                  <a:lnTo>
                    <a:pt x="1149364" y="2630419"/>
                  </a:lnTo>
                  <a:lnTo>
                    <a:pt x="1059690" y="2633873"/>
                  </a:lnTo>
                  <a:lnTo>
                    <a:pt x="967089" y="2636890"/>
                  </a:lnTo>
                  <a:lnTo>
                    <a:pt x="874782" y="2639464"/>
                  </a:lnTo>
                  <a:lnTo>
                    <a:pt x="786954" y="2641583"/>
                  </a:lnTo>
                  <a:lnTo>
                    <a:pt x="708238" y="2643244"/>
                  </a:lnTo>
                  <a:lnTo>
                    <a:pt x="642885" y="2644460"/>
                  </a:lnTo>
                  <a:lnTo>
                    <a:pt x="593782" y="2645272"/>
                  </a:lnTo>
                  <a:lnTo>
                    <a:pt x="561674" y="2645747"/>
                  </a:lnTo>
                  <a:lnTo>
                    <a:pt x="544829" y="2645970"/>
                  </a:lnTo>
                  <a:lnTo>
                    <a:pt x="539186" y="2646038"/>
                  </a:lnTo>
                  <a:lnTo>
                    <a:pt x="538736" y="2646043"/>
                  </a:lnTo>
                  <a:lnTo>
                    <a:pt x="0" y="264604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79" name="pl1479"/>
            <p:cNvSpPr/>
            <p:nvPr/>
          </p:nvSpPr>
          <p:spPr>
            <a:xfrm>
              <a:off x="546595" y="2122479"/>
              <a:ext cx="8234974" cy="2646043"/>
            </a:xfrm>
            <a:custGeom>
              <a:avLst/>
              <a:pathLst>
                <a:path w="8234974" h="2646043">
                  <a:moveTo>
                    <a:pt x="0" y="2646043"/>
                  </a:moveTo>
                  <a:lnTo>
                    <a:pt x="538736" y="2646043"/>
                  </a:lnTo>
                  <a:lnTo>
                    <a:pt x="540035" y="2646028"/>
                  </a:lnTo>
                  <a:lnTo>
                    <a:pt x="548511" y="2645924"/>
                  </a:lnTo>
                  <a:lnTo>
                    <a:pt x="569640" y="2645634"/>
                  </a:lnTo>
                  <a:lnTo>
                    <a:pt x="606816" y="2645066"/>
                  </a:lnTo>
                  <a:lnTo>
                    <a:pt x="661018" y="2644138"/>
                  </a:lnTo>
                  <a:lnTo>
                    <a:pt x="730795" y="2642790"/>
                  </a:lnTo>
                  <a:lnTo>
                    <a:pt x="812749" y="2640991"/>
                  </a:lnTo>
                  <a:lnTo>
                    <a:pt x="902413" y="2638733"/>
                  </a:lnTo>
                  <a:lnTo>
                    <a:pt x="995211" y="2636024"/>
                  </a:lnTo>
                  <a:lnTo>
                    <a:pt x="1087217" y="2632875"/>
                  </a:lnTo>
                  <a:lnTo>
                    <a:pt x="1175544" y="2629289"/>
                  </a:lnTo>
                  <a:lnTo>
                    <a:pt x="1258419" y="2625253"/>
                  </a:lnTo>
                  <a:lnTo>
                    <a:pt x="1335042" y="2620736"/>
                  </a:lnTo>
                  <a:lnTo>
                    <a:pt x="1405346" y="2615685"/>
                  </a:lnTo>
                  <a:lnTo>
                    <a:pt x="1469771" y="2610030"/>
                  </a:lnTo>
                  <a:lnTo>
                    <a:pt x="1529068" y="2603679"/>
                  </a:lnTo>
                  <a:lnTo>
                    <a:pt x="1584147" y="2596532"/>
                  </a:lnTo>
                  <a:lnTo>
                    <a:pt x="1635973" y="2588486"/>
                  </a:lnTo>
                  <a:lnTo>
                    <a:pt x="1685478" y="2579453"/>
                  </a:lnTo>
                  <a:lnTo>
                    <a:pt x="1719082" y="2572542"/>
                  </a:lnTo>
                  <a:lnTo>
                    <a:pt x="1770689" y="2560732"/>
                  </a:lnTo>
                  <a:lnTo>
                    <a:pt x="1821799" y="2547665"/>
                  </a:lnTo>
                  <a:lnTo>
                    <a:pt x="1872975" y="2533325"/>
                  </a:lnTo>
                  <a:lnTo>
                    <a:pt x="1924591" y="2517742"/>
                  </a:lnTo>
                  <a:lnTo>
                    <a:pt x="1976856" y="2501002"/>
                  </a:lnTo>
                  <a:lnTo>
                    <a:pt x="2029837" y="2483245"/>
                  </a:lnTo>
                  <a:lnTo>
                    <a:pt x="2083476" y="2464666"/>
                  </a:lnTo>
                  <a:lnTo>
                    <a:pt x="2137615" y="2445505"/>
                  </a:lnTo>
                  <a:lnTo>
                    <a:pt x="2192027" y="2426041"/>
                  </a:lnTo>
                  <a:lnTo>
                    <a:pt x="2246446" y="2406570"/>
                  </a:lnTo>
                  <a:lnTo>
                    <a:pt x="2300606" y="2387387"/>
                  </a:lnTo>
                  <a:lnTo>
                    <a:pt x="2354275" y="2368771"/>
                  </a:lnTo>
                  <a:lnTo>
                    <a:pt x="2407291" y="2350966"/>
                  </a:lnTo>
                  <a:lnTo>
                    <a:pt x="2459593" y="2334170"/>
                  </a:lnTo>
                  <a:lnTo>
                    <a:pt x="2511238" y="2318526"/>
                  </a:lnTo>
                  <a:lnTo>
                    <a:pt x="2562430" y="2304120"/>
                  </a:lnTo>
                  <a:lnTo>
                    <a:pt x="2613531" y="2290988"/>
                  </a:lnTo>
                  <a:lnTo>
                    <a:pt x="2665095" y="2279114"/>
                  </a:lnTo>
                  <a:lnTo>
                    <a:pt x="2667772" y="2278537"/>
                  </a:lnTo>
                  <a:lnTo>
                    <a:pt x="2716144" y="2268788"/>
                  </a:lnTo>
                  <a:lnTo>
                    <a:pt x="2766258" y="2260061"/>
                  </a:lnTo>
                  <a:lnTo>
                    <a:pt x="2818966" y="2252297"/>
                  </a:lnTo>
                  <a:lnTo>
                    <a:pt x="2875218" y="2245401"/>
                  </a:lnTo>
                  <a:lnTo>
                    <a:pt x="2935974" y="2239271"/>
                  </a:lnTo>
                  <a:lnTo>
                    <a:pt x="3002108" y="2233807"/>
                  </a:lnTo>
                  <a:lnTo>
                    <a:pt x="3074294" y="2228925"/>
                  </a:lnTo>
                  <a:lnTo>
                    <a:pt x="3152842" y="2224558"/>
                  </a:lnTo>
                  <a:lnTo>
                    <a:pt x="3237490" y="2220660"/>
                  </a:lnTo>
                  <a:lnTo>
                    <a:pt x="3327165" y="2217206"/>
                  </a:lnTo>
                  <a:lnTo>
                    <a:pt x="3419766" y="2214189"/>
                  </a:lnTo>
                  <a:lnTo>
                    <a:pt x="3512072" y="2211615"/>
                  </a:lnTo>
                  <a:lnTo>
                    <a:pt x="3599901" y="2209496"/>
                  </a:lnTo>
                  <a:lnTo>
                    <a:pt x="3678616" y="2207835"/>
                  </a:lnTo>
                  <a:lnTo>
                    <a:pt x="3743970" y="2206619"/>
                  </a:lnTo>
                  <a:lnTo>
                    <a:pt x="3793073" y="2205807"/>
                  </a:lnTo>
                  <a:lnTo>
                    <a:pt x="3825181" y="2205332"/>
                  </a:lnTo>
                  <a:lnTo>
                    <a:pt x="3842026" y="2205108"/>
                  </a:lnTo>
                  <a:lnTo>
                    <a:pt x="3847669" y="2205041"/>
                  </a:lnTo>
                  <a:lnTo>
                    <a:pt x="3848118" y="2205036"/>
                  </a:lnTo>
                  <a:lnTo>
                    <a:pt x="4386855" y="2205036"/>
                  </a:lnTo>
                  <a:lnTo>
                    <a:pt x="4388072" y="2204967"/>
                  </a:lnTo>
                  <a:lnTo>
                    <a:pt x="4396026" y="2204478"/>
                  </a:lnTo>
                  <a:lnTo>
                    <a:pt x="4415902" y="2203124"/>
                  </a:lnTo>
                  <a:lnTo>
                    <a:pt x="4450991" y="2200466"/>
                  </a:lnTo>
                  <a:lnTo>
                    <a:pt x="4502391" y="2196116"/>
                  </a:lnTo>
                  <a:lnTo>
                    <a:pt x="4568953" y="2189783"/>
                  </a:lnTo>
                  <a:lnTo>
                    <a:pt x="4647675" y="2181305"/>
                  </a:lnTo>
                  <a:lnTo>
                    <a:pt x="4734457" y="2170631"/>
                  </a:lnTo>
                  <a:lnTo>
                    <a:pt x="4824975" y="2157790"/>
                  </a:lnTo>
                  <a:lnTo>
                    <a:pt x="4915400" y="2142835"/>
                  </a:lnTo>
                  <a:lnTo>
                    <a:pt x="5002814" y="2125789"/>
                  </a:lnTo>
                  <a:lnTo>
                    <a:pt x="5085327" y="2106616"/>
                  </a:lnTo>
                  <a:lnTo>
                    <a:pt x="5161978" y="2085192"/>
                  </a:lnTo>
                  <a:lnTo>
                    <a:pt x="5232543" y="2061299"/>
                  </a:lnTo>
                  <a:lnTo>
                    <a:pt x="5297314" y="2034626"/>
                  </a:lnTo>
                  <a:lnTo>
                    <a:pt x="5356919" y="2004779"/>
                  </a:lnTo>
                  <a:lnTo>
                    <a:pt x="5412173" y="1971297"/>
                  </a:lnTo>
                  <a:lnTo>
                    <a:pt x="5463971" y="1933692"/>
                  </a:lnTo>
                  <a:lnTo>
                    <a:pt x="5513205" y="1891516"/>
                  </a:lnTo>
                  <a:lnTo>
                    <a:pt x="5560689" y="1844470"/>
                  </a:lnTo>
                  <a:lnTo>
                    <a:pt x="5567201" y="1837530"/>
                  </a:lnTo>
                  <a:lnTo>
                    <a:pt x="5606157" y="1793615"/>
                  </a:lnTo>
                  <a:lnTo>
                    <a:pt x="5644737" y="1746158"/>
                  </a:lnTo>
                  <a:lnTo>
                    <a:pt x="5683217" y="1695089"/>
                  </a:lnTo>
                  <a:lnTo>
                    <a:pt x="5721803" y="1640411"/>
                  </a:lnTo>
                  <a:lnTo>
                    <a:pt x="5760644" y="1582203"/>
                  </a:lnTo>
                  <a:lnTo>
                    <a:pt x="5799836" y="1520634"/>
                  </a:lnTo>
                  <a:lnTo>
                    <a:pt x="5839429" y="1455961"/>
                  </a:lnTo>
                  <a:lnTo>
                    <a:pt x="5879428" y="1388533"/>
                  </a:lnTo>
                  <a:lnTo>
                    <a:pt x="5919800" y="1318783"/>
                  </a:lnTo>
                  <a:lnTo>
                    <a:pt x="5960482" y="1247220"/>
                  </a:lnTo>
                  <a:lnTo>
                    <a:pt x="6001384" y="1174416"/>
                  </a:lnTo>
                  <a:lnTo>
                    <a:pt x="6042400" y="1100988"/>
                  </a:lnTo>
                  <a:lnTo>
                    <a:pt x="6083413" y="1027573"/>
                  </a:lnTo>
                  <a:lnTo>
                    <a:pt x="6124308" y="954809"/>
                  </a:lnTo>
                  <a:lnTo>
                    <a:pt x="6164979" y="883311"/>
                  </a:lnTo>
                  <a:lnTo>
                    <a:pt x="6205337" y="813647"/>
                  </a:lnTo>
                  <a:lnTo>
                    <a:pt x="6245319" y="746326"/>
                  </a:lnTo>
                  <a:lnTo>
                    <a:pt x="6284895" y="681776"/>
                  </a:lnTo>
                  <a:lnTo>
                    <a:pt x="6324071" y="620342"/>
                  </a:lnTo>
                  <a:lnTo>
                    <a:pt x="6362899" y="562279"/>
                  </a:lnTo>
                  <a:lnTo>
                    <a:pt x="6401477" y="507749"/>
                  </a:lnTo>
                  <a:lnTo>
                    <a:pt x="6439957" y="456831"/>
                  </a:lnTo>
                  <a:lnTo>
                    <a:pt x="6478547" y="409524"/>
                  </a:lnTo>
                  <a:lnTo>
                    <a:pt x="6515891" y="367506"/>
                  </a:lnTo>
                  <a:lnTo>
                    <a:pt x="6563187" y="319775"/>
                  </a:lnTo>
                  <a:lnTo>
                    <a:pt x="6612132" y="276933"/>
                  </a:lnTo>
                  <a:lnTo>
                    <a:pt x="6663520" y="238717"/>
                  </a:lnTo>
                  <a:lnTo>
                    <a:pt x="6718239" y="204690"/>
                  </a:lnTo>
                  <a:lnTo>
                    <a:pt x="6777186" y="174365"/>
                  </a:lnTo>
                  <a:lnTo>
                    <a:pt x="6841195" y="147275"/>
                  </a:lnTo>
                  <a:lnTo>
                    <a:pt x="6910926" y="123016"/>
                  </a:lnTo>
                  <a:lnTo>
                    <a:pt x="6986729" y="101263"/>
                  </a:lnTo>
                  <a:lnTo>
                    <a:pt x="7068464" y="81786"/>
                  </a:lnTo>
                  <a:lnTo>
                    <a:pt x="7155286" y="64449"/>
                  </a:lnTo>
                  <a:lnTo>
                    <a:pt x="7245444" y="49202"/>
                  </a:lnTo>
                  <a:lnTo>
                    <a:pt x="7336161" y="36064"/>
                  </a:lnTo>
                  <a:lnTo>
                    <a:pt x="7423717" y="25085"/>
                  </a:lnTo>
                  <a:lnTo>
                    <a:pt x="7503821" y="16302"/>
                  </a:lnTo>
                  <a:lnTo>
                    <a:pt x="7572290" y="9678"/>
                  </a:lnTo>
                  <a:lnTo>
                    <a:pt x="7625918" y="5066"/>
                  </a:lnTo>
                  <a:lnTo>
                    <a:pt x="7663266" y="2194"/>
                  </a:lnTo>
                  <a:lnTo>
                    <a:pt x="7685110" y="684"/>
                  </a:lnTo>
                  <a:lnTo>
                    <a:pt x="7694452" y="101"/>
                  </a:lnTo>
                  <a:lnTo>
                    <a:pt x="7696234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0" name="pl1480"/>
            <p:cNvSpPr/>
            <p:nvPr/>
          </p:nvSpPr>
          <p:spPr>
            <a:xfrm>
              <a:off x="546595" y="2117035"/>
              <a:ext cx="8234974" cy="2646043"/>
            </a:xfrm>
            <a:custGeom>
              <a:avLst/>
              <a:pathLst>
                <a:path w="8234974" h="2646043">
                  <a:moveTo>
                    <a:pt x="8234974" y="0"/>
                  </a:moveTo>
                  <a:lnTo>
                    <a:pt x="7696237" y="0"/>
                  </a:lnTo>
                  <a:lnTo>
                    <a:pt x="7695020" y="68"/>
                  </a:lnTo>
                  <a:lnTo>
                    <a:pt x="7687066" y="558"/>
                  </a:lnTo>
                  <a:lnTo>
                    <a:pt x="7667191" y="1911"/>
                  </a:lnTo>
                  <a:lnTo>
                    <a:pt x="7632101" y="4569"/>
                  </a:lnTo>
                  <a:lnTo>
                    <a:pt x="7580701" y="8920"/>
                  </a:lnTo>
                  <a:lnTo>
                    <a:pt x="7514140" y="15252"/>
                  </a:lnTo>
                  <a:lnTo>
                    <a:pt x="7435418" y="23731"/>
                  </a:lnTo>
                  <a:lnTo>
                    <a:pt x="7348636" y="34404"/>
                  </a:lnTo>
                  <a:lnTo>
                    <a:pt x="7258117" y="47245"/>
                  </a:lnTo>
                  <a:lnTo>
                    <a:pt x="7167692" y="62201"/>
                  </a:lnTo>
                  <a:lnTo>
                    <a:pt x="7080278" y="79246"/>
                  </a:lnTo>
                  <a:lnTo>
                    <a:pt x="6997765" y="98419"/>
                  </a:lnTo>
                  <a:lnTo>
                    <a:pt x="6921114" y="119843"/>
                  </a:lnTo>
                  <a:lnTo>
                    <a:pt x="6850550" y="143736"/>
                  </a:lnTo>
                  <a:lnTo>
                    <a:pt x="6785778" y="170409"/>
                  </a:lnTo>
                  <a:lnTo>
                    <a:pt x="6726173" y="200257"/>
                  </a:lnTo>
                  <a:lnTo>
                    <a:pt x="6670919" y="233739"/>
                  </a:lnTo>
                  <a:lnTo>
                    <a:pt x="6619122" y="271343"/>
                  </a:lnTo>
                  <a:lnTo>
                    <a:pt x="6569887" y="313519"/>
                  </a:lnTo>
                  <a:lnTo>
                    <a:pt x="6522403" y="360565"/>
                  </a:lnTo>
                  <a:lnTo>
                    <a:pt x="6515891" y="367506"/>
                  </a:lnTo>
                  <a:lnTo>
                    <a:pt x="6476936" y="411421"/>
                  </a:lnTo>
                  <a:lnTo>
                    <a:pt x="6438355" y="458877"/>
                  </a:lnTo>
                  <a:lnTo>
                    <a:pt x="6399876" y="509946"/>
                  </a:lnTo>
                  <a:lnTo>
                    <a:pt x="6361290" y="564625"/>
                  </a:lnTo>
                  <a:lnTo>
                    <a:pt x="6322449" y="622832"/>
                  </a:lnTo>
                  <a:lnTo>
                    <a:pt x="6283257" y="684401"/>
                  </a:lnTo>
                  <a:lnTo>
                    <a:pt x="6243664" y="749074"/>
                  </a:lnTo>
                  <a:lnTo>
                    <a:pt x="6203665" y="816502"/>
                  </a:lnTo>
                  <a:lnTo>
                    <a:pt x="6163292" y="886253"/>
                  </a:lnTo>
                  <a:lnTo>
                    <a:pt x="6122610" y="957816"/>
                  </a:lnTo>
                  <a:lnTo>
                    <a:pt x="6081708" y="1030619"/>
                  </a:lnTo>
                  <a:lnTo>
                    <a:pt x="6040693" y="1104047"/>
                  </a:lnTo>
                  <a:lnTo>
                    <a:pt x="5999680" y="1177462"/>
                  </a:lnTo>
                  <a:lnTo>
                    <a:pt x="5958785" y="1250226"/>
                  </a:lnTo>
                  <a:lnTo>
                    <a:pt x="5918114" y="1321724"/>
                  </a:lnTo>
                  <a:lnTo>
                    <a:pt x="5877756" y="1391388"/>
                  </a:lnTo>
                  <a:lnTo>
                    <a:pt x="5837773" y="1458710"/>
                  </a:lnTo>
                  <a:lnTo>
                    <a:pt x="5798198" y="1523259"/>
                  </a:lnTo>
                  <a:lnTo>
                    <a:pt x="5759021" y="1584693"/>
                  </a:lnTo>
                  <a:lnTo>
                    <a:pt x="5720193" y="1642757"/>
                  </a:lnTo>
                  <a:lnTo>
                    <a:pt x="5681615" y="1697286"/>
                  </a:lnTo>
                  <a:lnTo>
                    <a:pt x="5643136" y="1748204"/>
                  </a:lnTo>
                  <a:lnTo>
                    <a:pt x="5604545" y="1795512"/>
                  </a:lnTo>
                  <a:lnTo>
                    <a:pt x="5567201" y="1837530"/>
                  </a:lnTo>
                  <a:lnTo>
                    <a:pt x="5519905" y="1885261"/>
                  </a:lnTo>
                  <a:lnTo>
                    <a:pt x="5470960" y="1928103"/>
                  </a:lnTo>
                  <a:lnTo>
                    <a:pt x="5419572" y="1966319"/>
                  </a:lnTo>
                  <a:lnTo>
                    <a:pt x="5364854" y="2000345"/>
                  </a:lnTo>
                  <a:lnTo>
                    <a:pt x="5305906" y="2030670"/>
                  </a:lnTo>
                  <a:lnTo>
                    <a:pt x="5241897" y="2057760"/>
                  </a:lnTo>
                  <a:lnTo>
                    <a:pt x="5172167" y="2082019"/>
                  </a:lnTo>
                  <a:lnTo>
                    <a:pt x="5096363" y="2103772"/>
                  </a:lnTo>
                  <a:lnTo>
                    <a:pt x="5014628" y="2123249"/>
                  </a:lnTo>
                  <a:lnTo>
                    <a:pt x="4927806" y="2140586"/>
                  </a:lnTo>
                  <a:lnTo>
                    <a:pt x="4837649" y="2155833"/>
                  </a:lnTo>
                  <a:lnTo>
                    <a:pt x="4746932" y="2168972"/>
                  </a:lnTo>
                  <a:lnTo>
                    <a:pt x="4659375" y="2179950"/>
                  </a:lnTo>
                  <a:lnTo>
                    <a:pt x="4579271" y="2188733"/>
                  </a:lnTo>
                  <a:lnTo>
                    <a:pt x="4510802" y="2195358"/>
                  </a:lnTo>
                  <a:lnTo>
                    <a:pt x="4457174" y="2199970"/>
                  </a:lnTo>
                  <a:lnTo>
                    <a:pt x="4419827" y="2202842"/>
                  </a:lnTo>
                  <a:lnTo>
                    <a:pt x="4397983" y="2204351"/>
                  </a:lnTo>
                  <a:lnTo>
                    <a:pt x="4388640" y="2204934"/>
                  </a:lnTo>
                  <a:lnTo>
                    <a:pt x="4386859" y="2205036"/>
                  </a:lnTo>
                  <a:lnTo>
                    <a:pt x="4386855" y="2205036"/>
                  </a:lnTo>
                  <a:lnTo>
                    <a:pt x="3848118" y="2205036"/>
                  </a:lnTo>
                  <a:lnTo>
                    <a:pt x="3846819" y="2205050"/>
                  </a:lnTo>
                  <a:lnTo>
                    <a:pt x="3838344" y="2205155"/>
                  </a:lnTo>
                  <a:lnTo>
                    <a:pt x="3817214" y="2205445"/>
                  </a:lnTo>
                  <a:lnTo>
                    <a:pt x="3780038" y="2206013"/>
                  </a:lnTo>
                  <a:lnTo>
                    <a:pt x="3725837" y="2206941"/>
                  </a:lnTo>
                  <a:lnTo>
                    <a:pt x="3656060" y="2208289"/>
                  </a:lnTo>
                  <a:lnTo>
                    <a:pt x="3574106" y="2210088"/>
                  </a:lnTo>
                  <a:lnTo>
                    <a:pt x="3484442" y="2212346"/>
                  </a:lnTo>
                  <a:lnTo>
                    <a:pt x="3391643" y="2215055"/>
                  </a:lnTo>
                  <a:lnTo>
                    <a:pt x="3299638" y="2218204"/>
                  </a:lnTo>
                  <a:lnTo>
                    <a:pt x="3211311" y="2221790"/>
                  </a:lnTo>
                  <a:lnTo>
                    <a:pt x="3128435" y="2225826"/>
                  </a:lnTo>
                  <a:lnTo>
                    <a:pt x="3051813" y="2230343"/>
                  </a:lnTo>
                  <a:lnTo>
                    <a:pt x="2981509" y="2235394"/>
                  </a:lnTo>
                  <a:lnTo>
                    <a:pt x="2917083" y="2241049"/>
                  </a:lnTo>
                  <a:lnTo>
                    <a:pt x="2857787" y="2247400"/>
                  </a:lnTo>
                  <a:lnTo>
                    <a:pt x="2802708" y="2254547"/>
                  </a:lnTo>
                  <a:lnTo>
                    <a:pt x="2750881" y="2262593"/>
                  </a:lnTo>
                  <a:lnTo>
                    <a:pt x="2701377" y="2271626"/>
                  </a:lnTo>
                  <a:lnTo>
                    <a:pt x="2667772" y="2278537"/>
                  </a:lnTo>
                  <a:lnTo>
                    <a:pt x="2616166" y="2290347"/>
                  </a:lnTo>
                  <a:lnTo>
                    <a:pt x="2565056" y="2303414"/>
                  </a:lnTo>
                  <a:lnTo>
                    <a:pt x="2513879" y="2317754"/>
                  </a:lnTo>
                  <a:lnTo>
                    <a:pt x="2462263" y="2333337"/>
                  </a:lnTo>
                  <a:lnTo>
                    <a:pt x="2409998" y="2350077"/>
                  </a:lnTo>
                  <a:lnTo>
                    <a:pt x="2357018" y="2367834"/>
                  </a:lnTo>
                  <a:lnTo>
                    <a:pt x="2303379" y="2386413"/>
                  </a:lnTo>
                  <a:lnTo>
                    <a:pt x="2249240" y="2405574"/>
                  </a:lnTo>
                  <a:lnTo>
                    <a:pt x="2194827" y="2425038"/>
                  </a:lnTo>
                  <a:lnTo>
                    <a:pt x="2140408" y="2444509"/>
                  </a:lnTo>
                  <a:lnTo>
                    <a:pt x="2086249" y="2463692"/>
                  </a:lnTo>
                  <a:lnTo>
                    <a:pt x="2032580" y="2482308"/>
                  </a:lnTo>
                  <a:lnTo>
                    <a:pt x="1979563" y="2500113"/>
                  </a:lnTo>
                  <a:lnTo>
                    <a:pt x="1927262" y="2516909"/>
                  </a:lnTo>
                  <a:lnTo>
                    <a:pt x="1875616" y="2532553"/>
                  </a:lnTo>
                  <a:lnTo>
                    <a:pt x="1824425" y="2546959"/>
                  </a:lnTo>
                  <a:lnTo>
                    <a:pt x="1773323" y="2560091"/>
                  </a:lnTo>
                  <a:lnTo>
                    <a:pt x="1721760" y="2571965"/>
                  </a:lnTo>
                  <a:lnTo>
                    <a:pt x="1719082" y="2572542"/>
                  </a:lnTo>
                  <a:lnTo>
                    <a:pt x="1670710" y="2582291"/>
                  </a:lnTo>
                  <a:lnTo>
                    <a:pt x="1620597" y="2591018"/>
                  </a:lnTo>
                  <a:lnTo>
                    <a:pt x="1567889" y="2598782"/>
                  </a:lnTo>
                  <a:lnTo>
                    <a:pt x="1511636" y="2605677"/>
                  </a:lnTo>
                  <a:lnTo>
                    <a:pt x="1450880" y="2611808"/>
                  </a:lnTo>
                  <a:lnTo>
                    <a:pt x="1384746" y="2617272"/>
                  </a:lnTo>
                  <a:lnTo>
                    <a:pt x="1312560" y="2622154"/>
                  </a:lnTo>
                  <a:lnTo>
                    <a:pt x="1234013" y="2626521"/>
                  </a:lnTo>
                  <a:lnTo>
                    <a:pt x="1149364" y="2630419"/>
                  </a:lnTo>
                  <a:lnTo>
                    <a:pt x="1059690" y="2633873"/>
                  </a:lnTo>
                  <a:lnTo>
                    <a:pt x="967089" y="2636890"/>
                  </a:lnTo>
                  <a:lnTo>
                    <a:pt x="874782" y="2639464"/>
                  </a:lnTo>
                  <a:lnTo>
                    <a:pt x="786954" y="2641583"/>
                  </a:lnTo>
                  <a:lnTo>
                    <a:pt x="708238" y="2643244"/>
                  </a:lnTo>
                  <a:lnTo>
                    <a:pt x="642885" y="2644460"/>
                  </a:lnTo>
                  <a:lnTo>
                    <a:pt x="593782" y="2645272"/>
                  </a:lnTo>
                  <a:lnTo>
                    <a:pt x="561674" y="2645747"/>
                  </a:lnTo>
                  <a:lnTo>
                    <a:pt x="544829" y="2645970"/>
                  </a:lnTo>
                  <a:lnTo>
                    <a:pt x="539186" y="2646038"/>
                  </a:lnTo>
                  <a:lnTo>
                    <a:pt x="538736" y="2646043"/>
                  </a:lnTo>
                  <a:lnTo>
                    <a:pt x="0" y="26460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1" name="pg1481"/>
            <p:cNvSpPr/>
            <p:nvPr/>
          </p:nvSpPr>
          <p:spPr>
            <a:xfrm>
              <a:off x="546595" y="2590709"/>
              <a:ext cx="8234974" cy="2183258"/>
            </a:xfrm>
            <a:custGeom>
              <a:avLst/>
              <a:pathLst>
                <a:path w="8234974" h="2183258">
                  <a:moveTo>
                    <a:pt x="0" y="2183258"/>
                  </a:moveTo>
                  <a:lnTo>
                    <a:pt x="538736" y="2183258"/>
                  </a:lnTo>
                  <a:lnTo>
                    <a:pt x="540035" y="2183243"/>
                  </a:lnTo>
                  <a:lnTo>
                    <a:pt x="548512" y="2183140"/>
                  </a:lnTo>
                  <a:lnTo>
                    <a:pt x="569642" y="2182854"/>
                  </a:lnTo>
                  <a:lnTo>
                    <a:pt x="606821" y="2182293"/>
                  </a:lnTo>
                  <a:lnTo>
                    <a:pt x="661025" y="2181376"/>
                  </a:lnTo>
                  <a:lnTo>
                    <a:pt x="730806" y="2180045"/>
                  </a:lnTo>
                  <a:lnTo>
                    <a:pt x="812763" y="2178268"/>
                  </a:lnTo>
                  <a:lnTo>
                    <a:pt x="902430" y="2176038"/>
                  </a:lnTo>
                  <a:lnTo>
                    <a:pt x="995231" y="2173362"/>
                  </a:lnTo>
                  <a:lnTo>
                    <a:pt x="1087238" y="2170252"/>
                  </a:lnTo>
                  <a:lnTo>
                    <a:pt x="1175566" y="2166709"/>
                  </a:lnTo>
                  <a:lnTo>
                    <a:pt x="1258442" y="2162723"/>
                  </a:lnTo>
                  <a:lnTo>
                    <a:pt x="1335064" y="2158261"/>
                  </a:lnTo>
                  <a:lnTo>
                    <a:pt x="1405368" y="2153273"/>
                  </a:lnTo>
                  <a:lnTo>
                    <a:pt x="1469793" y="2147687"/>
                  </a:lnTo>
                  <a:lnTo>
                    <a:pt x="1529090" y="2141414"/>
                  </a:lnTo>
                  <a:lnTo>
                    <a:pt x="1584169" y="2134355"/>
                  </a:lnTo>
                  <a:lnTo>
                    <a:pt x="1635995" y="2126408"/>
                  </a:lnTo>
                  <a:lnTo>
                    <a:pt x="1685500" y="2117486"/>
                  </a:lnTo>
                  <a:lnTo>
                    <a:pt x="1719082" y="2110664"/>
                  </a:lnTo>
                  <a:lnTo>
                    <a:pt x="1770716" y="2098993"/>
                  </a:lnTo>
                  <a:lnTo>
                    <a:pt x="1821854" y="2086080"/>
                  </a:lnTo>
                  <a:lnTo>
                    <a:pt x="1873058" y="2071907"/>
                  </a:lnTo>
                  <a:lnTo>
                    <a:pt x="1924703" y="2056506"/>
                  </a:lnTo>
                  <a:lnTo>
                    <a:pt x="1976998" y="2039962"/>
                  </a:lnTo>
                  <a:lnTo>
                    <a:pt x="2030009" y="2022412"/>
                  </a:lnTo>
                  <a:lnTo>
                    <a:pt x="2083679" y="2004049"/>
                  </a:lnTo>
                  <a:lnTo>
                    <a:pt x="2137849" y="1985113"/>
                  </a:lnTo>
                  <a:lnTo>
                    <a:pt x="2192291" y="1965879"/>
                  </a:lnTo>
                  <a:lnTo>
                    <a:pt x="2246739" y="1946638"/>
                  </a:lnTo>
                  <a:lnTo>
                    <a:pt x="2300925" y="1927684"/>
                  </a:lnTo>
                  <a:lnTo>
                    <a:pt x="2354619" y="1909292"/>
                  </a:lnTo>
                  <a:lnTo>
                    <a:pt x="2407660" y="1891704"/>
                  </a:lnTo>
                  <a:lnTo>
                    <a:pt x="2459984" y="1875114"/>
                  </a:lnTo>
                  <a:lnTo>
                    <a:pt x="2511653" y="1859664"/>
                  </a:lnTo>
                  <a:lnTo>
                    <a:pt x="2562870" y="1845439"/>
                  </a:lnTo>
                  <a:lnTo>
                    <a:pt x="2614000" y="1832473"/>
                  </a:lnTo>
                  <a:lnTo>
                    <a:pt x="2665599" y="1820751"/>
                  </a:lnTo>
                  <a:lnTo>
                    <a:pt x="2667772" y="1820289"/>
                  </a:lnTo>
                  <a:lnTo>
                    <a:pt x="2716146" y="1810660"/>
                  </a:lnTo>
                  <a:lnTo>
                    <a:pt x="2766260" y="1802040"/>
                  </a:lnTo>
                  <a:lnTo>
                    <a:pt x="2818970" y="1794372"/>
                  </a:lnTo>
                  <a:lnTo>
                    <a:pt x="2875224" y="1787562"/>
                  </a:lnTo>
                  <a:lnTo>
                    <a:pt x="2935982" y="1781507"/>
                  </a:lnTo>
                  <a:lnTo>
                    <a:pt x="3002118" y="1776110"/>
                  </a:lnTo>
                  <a:lnTo>
                    <a:pt x="3074307" y="1771288"/>
                  </a:lnTo>
                  <a:lnTo>
                    <a:pt x="3152858" y="1766975"/>
                  </a:lnTo>
                  <a:lnTo>
                    <a:pt x="3237509" y="1763125"/>
                  </a:lnTo>
                  <a:lnTo>
                    <a:pt x="3327187" y="1759714"/>
                  </a:lnTo>
                  <a:lnTo>
                    <a:pt x="3419790" y="1756734"/>
                  </a:lnTo>
                  <a:lnTo>
                    <a:pt x="3512098" y="1754193"/>
                  </a:lnTo>
                  <a:lnTo>
                    <a:pt x="3599927" y="1752099"/>
                  </a:lnTo>
                  <a:lnTo>
                    <a:pt x="3678640" y="1750459"/>
                  </a:lnTo>
                  <a:lnTo>
                    <a:pt x="3743990" y="1749258"/>
                  </a:lnTo>
                  <a:lnTo>
                    <a:pt x="3793088" y="1748456"/>
                  </a:lnTo>
                  <a:lnTo>
                    <a:pt x="3825191" y="1747987"/>
                  </a:lnTo>
                  <a:lnTo>
                    <a:pt x="3842030" y="1747767"/>
                  </a:lnTo>
                  <a:lnTo>
                    <a:pt x="3847670" y="1747700"/>
                  </a:lnTo>
                  <a:lnTo>
                    <a:pt x="3848118" y="1747695"/>
                  </a:lnTo>
                  <a:lnTo>
                    <a:pt x="4386855" y="1747695"/>
                  </a:lnTo>
                  <a:lnTo>
                    <a:pt x="4388103" y="1747639"/>
                  </a:lnTo>
                  <a:lnTo>
                    <a:pt x="4396252" y="1747243"/>
                  </a:lnTo>
                  <a:lnTo>
                    <a:pt x="4416596" y="1746145"/>
                  </a:lnTo>
                  <a:lnTo>
                    <a:pt x="4452468" y="1743991"/>
                  </a:lnTo>
                  <a:lnTo>
                    <a:pt x="4504920" y="1740468"/>
                  </a:lnTo>
                  <a:lnTo>
                    <a:pt x="4572695" y="1735344"/>
                  </a:lnTo>
                  <a:lnTo>
                    <a:pt x="4652643" y="1728492"/>
                  </a:lnTo>
                  <a:lnTo>
                    <a:pt x="4740525" y="1719876"/>
                  </a:lnTo>
                  <a:lnTo>
                    <a:pt x="4831920" y="1709522"/>
                  </a:lnTo>
                  <a:lnTo>
                    <a:pt x="4922961" y="1697471"/>
                  </a:lnTo>
                  <a:lnTo>
                    <a:pt x="5010737" y="1683740"/>
                  </a:lnTo>
                  <a:lnTo>
                    <a:pt x="5093401" y="1668293"/>
                  </a:lnTo>
                  <a:lnTo>
                    <a:pt x="5170052" y="1651023"/>
                  </a:lnTo>
                  <a:lnTo>
                    <a:pt x="5240523" y="1631744"/>
                  </a:lnTo>
                  <a:lnTo>
                    <a:pt x="5305165" y="1610198"/>
                  </a:lnTo>
                  <a:lnTo>
                    <a:pt x="5364649" y="1586056"/>
                  </a:lnTo>
                  <a:lnTo>
                    <a:pt x="5419830" y="1558940"/>
                  </a:lnTo>
                  <a:lnTo>
                    <a:pt x="5471628" y="1528456"/>
                  </a:lnTo>
                  <a:lnTo>
                    <a:pt x="5520953" y="1494252"/>
                  </a:lnTo>
                  <a:lnTo>
                    <a:pt x="5567201" y="1457320"/>
                  </a:lnTo>
                  <a:lnTo>
                    <a:pt x="5609256" y="1419722"/>
                  </a:lnTo>
                  <a:lnTo>
                    <a:pt x="5650902" y="1378853"/>
                  </a:lnTo>
                  <a:lnTo>
                    <a:pt x="5692473" y="1334652"/>
                  </a:lnTo>
                  <a:lnTo>
                    <a:pt x="5734214" y="1287135"/>
                  </a:lnTo>
                  <a:lnTo>
                    <a:pt x="5776294" y="1236406"/>
                  </a:lnTo>
                  <a:lnTo>
                    <a:pt x="5818813" y="1182666"/>
                  </a:lnTo>
                  <a:lnTo>
                    <a:pt x="5861807" y="1126210"/>
                  </a:lnTo>
                  <a:lnTo>
                    <a:pt x="5905258" y="1067429"/>
                  </a:lnTo>
                  <a:lnTo>
                    <a:pt x="5949101" y="1006803"/>
                  </a:lnTo>
                  <a:lnTo>
                    <a:pt x="5993232" y="944882"/>
                  </a:lnTo>
                  <a:lnTo>
                    <a:pt x="6037520" y="882270"/>
                  </a:lnTo>
                  <a:lnTo>
                    <a:pt x="6081822" y="819600"/>
                  </a:lnTo>
                  <a:lnTo>
                    <a:pt x="6125992" y="757507"/>
                  </a:lnTo>
                  <a:lnTo>
                    <a:pt x="6169895" y="696602"/>
                  </a:lnTo>
                  <a:lnTo>
                    <a:pt x="6213424" y="637449"/>
                  </a:lnTo>
                  <a:lnTo>
                    <a:pt x="6256504" y="580539"/>
                  </a:lnTo>
                  <a:lnTo>
                    <a:pt x="6299108" y="526280"/>
                  </a:lnTo>
                  <a:lnTo>
                    <a:pt x="6341263" y="474987"/>
                  </a:lnTo>
                  <a:lnTo>
                    <a:pt x="6383055" y="426876"/>
                  </a:lnTo>
                  <a:lnTo>
                    <a:pt x="6424640" y="382068"/>
                  </a:lnTo>
                  <a:lnTo>
                    <a:pt x="6466250" y="340596"/>
                  </a:lnTo>
                  <a:lnTo>
                    <a:pt x="6508202" y="302412"/>
                  </a:lnTo>
                  <a:lnTo>
                    <a:pt x="6515891" y="295819"/>
                  </a:lnTo>
                  <a:lnTo>
                    <a:pt x="6563594" y="257803"/>
                  </a:lnTo>
                  <a:lnTo>
                    <a:pt x="6612981" y="223714"/>
                  </a:lnTo>
                  <a:lnTo>
                    <a:pt x="6664867" y="193337"/>
                  </a:lnTo>
                  <a:lnTo>
                    <a:pt x="6720163" y="166317"/>
                  </a:lnTo>
                  <a:lnTo>
                    <a:pt x="6779791" y="142258"/>
                  </a:lnTo>
                  <a:lnTo>
                    <a:pt x="6844599" y="120784"/>
                  </a:lnTo>
                  <a:lnTo>
                    <a:pt x="6915253" y="101569"/>
                  </a:lnTo>
                  <a:lnTo>
                    <a:pt x="6992090" y="84356"/>
                  </a:lnTo>
                  <a:lnTo>
                    <a:pt x="7074925" y="68962"/>
                  </a:lnTo>
                  <a:lnTo>
                    <a:pt x="7162832" y="55282"/>
                  </a:lnTo>
                  <a:lnTo>
                    <a:pt x="7253930" y="43281"/>
                  </a:lnTo>
                  <a:lnTo>
                    <a:pt x="7345281" y="32978"/>
                  </a:lnTo>
                  <a:lnTo>
                    <a:pt x="7432990" y="24415"/>
                  </a:lnTo>
                  <a:lnTo>
                    <a:pt x="7512631" y="17616"/>
                  </a:lnTo>
                  <a:lnTo>
                    <a:pt x="7579983" y="12543"/>
                  </a:lnTo>
                  <a:lnTo>
                    <a:pt x="7631945" y="9065"/>
                  </a:lnTo>
                  <a:lnTo>
                    <a:pt x="7667323" y="6947"/>
                  </a:lnTo>
                  <a:lnTo>
                    <a:pt x="7687241" y="5876"/>
                  </a:lnTo>
                  <a:lnTo>
                    <a:pt x="7695097" y="549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0" y="55"/>
                  </a:lnTo>
                  <a:lnTo>
                    <a:pt x="7686841" y="452"/>
                  </a:lnTo>
                  <a:lnTo>
                    <a:pt x="7666496" y="1549"/>
                  </a:lnTo>
                  <a:lnTo>
                    <a:pt x="7630625" y="3703"/>
                  </a:lnTo>
                  <a:lnTo>
                    <a:pt x="7578172" y="7227"/>
                  </a:lnTo>
                  <a:lnTo>
                    <a:pt x="7510397" y="12350"/>
                  </a:lnTo>
                  <a:lnTo>
                    <a:pt x="7430450" y="19202"/>
                  </a:lnTo>
                  <a:lnTo>
                    <a:pt x="7342568" y="27818"/>
                  </a:lnTo>
                  <a:lnTo>
                    <a:pt x="7251172" y="38172"/>
                  </a:lnTo>
                  <a:lnTo>
                    <a:pt x="7160132" y="50224"/>
                  </a:lnTo>
                  <a:lnTo>
                    <a:pt x="7072355" y="63955"/>
                  </a:lnTo>
                  <a:lnTo>
                    <a:pt x="6989691" y="79402"/>
                  </a:lnTo>
                  <a:lnTo>
                    <a:pt x="6913041" y="96672"/>
                  </a:lnTo>
                  <a:lnTo>
                    <a:pt x="6842569" y="115950"/>
                  </a:lnTo>
                  <a:lnTo>
                    <a:pt x="6777928" y="137497"/>
                  </a:lnTo>
                  <a:lnTo>
                    <a:pt x="6718443" y="161639"/>
                  </a:lnTo>
                  <a:lnTo>
                    <a:pt x="6663263" y="188754"/>
                  </a:lnTo>
                  <a:lnTo>
                    <a:pt x="6611464" y="219238"/>
                  </a:lnTo>
                  <a:lnTo>
                    <a:pt x="6562140" y="253443"/>
                  </a:lnTo>
                  <a:lnTo>
                    <a:pt x="6515891" y="290375"/>
                  </a:lnTo>
                  <a:lnTo>
                    <a:pt x="6473836" y="327972"/>
                  </a:lnTo>
                  <a:lnTo>
                    <a:pt x="6432190" y="368841"/>
                  </a:lnTo>
                  <a:lnTo>
                    <a:pt x="6390620" y="413043"/>
                  </a:lnTo>
                  <a:lnTo>
                    <a:pt x="6348879" y="460560"/>
                  </a:lnTo>
                  <a:lnTo>
                    <a:pt x="6306799" y="511288"/>
                  </a:lnTo>
                  <a:lnTo>
                    <a:pt x="6264280" y="565028"/>
                  </a:lnTo>
                  <a:lnTo>
                    <a:pt x="6221286" y="621485"/>
                  </a:lnTo>
                  <a:lnTo>
                    <a:pt x="6177834" y="680265"/>
                  </a:lnTo>
                  <a:lnTo>
                    <a:pt x="6133992" y="740891"/>
                  </a:lnTo>
                  <a:lnTo>
                    <a:pt x="6089861" y="802813"/>
                  </a:lnTo>
                  <a:lnTo>
                    <a:pt x="6045572" y="865425"/>
                  </a:lnTo>
                  <a:lnTo>
                    <a:pt x="6001270" y="928095"/>
                  </a:lnTo>
                  <a:lnTo>
                    <a:pt x="5957101" y="990188"/>
                  </a:lnTo>
                  <a:lnTo>
                    <a:pt x="5913197" y="1051092"/>
                  </a:lnTo>
                  <a:lnTo>
                    <a:pt x="5869669" y="1110246"/>
                  </a:lnTo>
                  <a:lnTo>
                    <a:pt x="5826588" y="1167156"/>
                  </a:lnTo>
                  <a:lnTo>
                    <a:pt x="5783984" y="1221415"/>
                  </a:lnTo>
                  <a:lnTo>
                    <a:pt x="5741830" y="1272708"/>
                  </a:lnTo>
                  <a:lnTo>
                    <a:pt x="5700038" y="1320819"/>
                  </a:lnTo>
                  <a:lnTo>
                    <a:pt x="5658452" y="1365626"/>
                  </a:lnTo>
                  <a:lnTo>
                    <a:pt x="5616842" y="1407099"/>
                  </a:lnTo>
                  <a:lnTo>
                    <a:pt x="5574891" y="1445283"/>
                  </a:lnTo>
                  <a:lnTo>
                    <a:pt x="5567201" y="1451875"/>
                  </a:lnTo>
                  <a:lnTo>
                    <a:pt x="5519498" y="1489892"/>
                  </a:lnTo>
                  <a:lnTo>
                    <a:pt x="5470112" y="1523981"/>
                  </a:lnTo>
                  <a:lnTo>
                    <a:pt x="5418226" y="1554358"/>
                  </a:lnTo>
                  <a:lnTo>
                    <a:pt x="5362929" y="1581378"/>
                  </a:lnTo>
                  <a:lnTo>
                    <a:pt x="5303301" y="1605437"/>
                  </a:lnTo>
                  <a:lnTo>
                    <a:pt x="5238493" y="1626911"/>
                  </a:lnTo>
                  <a:lnTo>
                    <a:pt x="5167839" y="1646125"/>
                  </a:lnTo>
                  <a:lnTo>
                    <a:pt x="5091002" y="1663338"/>
                  </a:lnTo>
                  <a:lnTo>
                    <a:pt x="5008167" y="1678733"/>
                  </a:lnTo>
                  <a:lnTo>
                    <a:pt x="4920261" y="1692413"/>
                  </a:lnTo>
                  <a:lnTo>
                    <a:pt x="4829162" y="1704414"/>
                  </a:lnTo>
                  <a:lnTo>
                    <a:pt x="4737811" y="1714716"/>
                  </a:lnTo>
                  <a:lnTo>
                    <a:pt x="4650102" y="1723279"/>
                  </a:lnTo>
                  <a:lnTo>
                    <a:pt x="4570462" y="1730079"/>
                  </a:lnTo>
                  <a:lnTo>
                    <a:pt x="4503109" y="1735152"/>
                  </a:lnTo>
                  <a:lnTo>
                    <a:pt x="4451147" y="1738630"/>
                  </a:lnTo>
                  <a:lnTo>
                    <a:pt x="4415770" y="1740747"/>
                  </a:lnTo>
                  <a:lnTo>
                    <a:pt x="4395851" y="1741818"/>
                  </a:lnTo>
                  <a:lnTo>
                    <a:pt x="4387996" y="1742200"/>
                  </a:lnTo>
                  <a:lnTo>
                    <a:pt x="4386855" y="1742250"/>
                  </a:lnTo>
                  <a:lnTo>
                    <a:pt x="3848118" y="1742250"/>
                  </a:lnTo>
                  <a:lnTo>
                    <a:pt x="3846819" y="1742265"/>
                  </a:lnTo>
                  <a:lnTo>
                    <a:pt x="3838343" y="1742368"/>
                  </a:lnTo>
                  <a:lnTo>
                    <a:pt x="3817212" y="1742654"/>
                  </a:lnTo>
                  <a:lnTo>
                    <a:pt x="3780034" y="1743216"/>
                  </a:lnTo>
                  <a:lnTo>
                    <a:pt x="3725829" y="1744132"/>
                  </a:lnTo>
                  <a:lnTo>
                    <a:pt x="3656049" y="1745464"/>
                  </a:lnTo>
                  <a:lnTo>
                    <a:pt x="3574091" y="1747241"/>
                  </a:lnTo>
                  <a:lnTo>
                    <a:pt x="3484425" y="1749470"/>
                  </a:lnTo>
                  <a:lnTo>
                    <a:pt x="3391623" y="1752146"/>
                  </a:lnTo>
                  <a:lnTo>
                    <a:pt x="3299616" y="1755257"/>
                  </a:lnTo>
                  <a:lnTo>
                    <a:pt x="3211289" y="1758799"/>
                  </a:lnTo>
                  <a:lnTo>
                    <a:pt x="3128412" y="1762785"/>
                  </a:lnTo>
                  <a:lnTo>
                    <a:pt x="3051790" y="1767247"/>
                  </a:lnTo>
                  <a:lnTo>
                    <a:pt x="2981487" y="1772235"/>
                  </a:lnTo>
                  <a:lnTo>
                    <a:pt x="2917061" y="1777821"/>
                  </a:lnTo>
                  <a:lnTo>
                    <a:pt x="2857765" y="1784094"/>
                  </a:lnTo>
                  <a:lnTo>
                    <a:pt x="2802686" y="1791153"/>
                  </a:lnTo>
                  <a:lnTo>
                    <a:pt x="2750860" y="1799101"/>
                  </a:lnTo>
                  <a:lnTo>
                    <a:pt x="2701355" y="1808022"/>
                  </a:lnTo>
                  <a:lnTo>
                    <a:pt x="2667772" y="1814844"/>
                  </a:lnTo>
                  <a:lnTo>
                    <a:pt x="2616138" y="1826515"/>
                  </a:lnTo>
                  <a:lnTo>
                    <a:pt x="2565001" y="1839429"/>
                  </a:lnTo>
                  <a:lnTo>
                    <a:pt x="2513796" y="1853601"/>
                  </a:lnTo>
                  <a:lnTo>
                    <a:pt x="2462151" y="1869002"/>
                  </a:lnTo>
                  <a:lnTo>
                    <a:pt x="2409856" y="1885547"/>
                  </a:lnTo>
                  <a:lnTo>
                    <a:pt x="2356845" y="1903097"/>
                  </a:lnTo>
                  <a:lnTo>
                    <a:pt x="2303176" y="1921459"/>
                  </a:lnTo>
                  <a:lnTo>
                    <a:pt x="2249006" y="1940395"/>
                  </a:lnTo>
                  <a:lnTo>
                    <a:pt x="2194564" y="1959630"/>
                  </a:lnTo>
                  <a:lnTo>
                    <a:pt x="2140116" y="1978870"/>
                  </a:lnTo>
                  <a:lnTo>
                    <a:pt x="2085930" y="1997824"/>
                  </a:lnTo>
                  <a:lnTo>
                    <a:pt x="2032235" y="2016216"/>
                  </a:lnTo>
                  <a:lnTo>
                    <a:pt x="1979195" y="2033804"/>
                  </a:lnTo>
                  <a:lnTo>
                    <a:pt x="1926870" y="2050394"/>
                  </a:lnTo>
                  <a:lnTo>
                    <a:pt x="1875202" y="2065844"/>
                  </a:lnTo>
                  <a:lnTo>
                    <a:pt x="1823985" y="2080069"/>
                  </a:lnTo>
                  <a:lnTo>
                    <a:pt x="1772855" y="2093035"/>
                  </a:lnTo>
                  <a:lnTo>
                    <a:pt x="1721255" y="2104757"/>
                  </a:lnTo>
                  <a:lnTo>
                    <a:pt x="1719082" y="2105219"/>
                  </a:lnTo>
                  <a:lnTo>
                    <a:pt x="1670709" y="2114848"/>
                  </a:lnTo>
                  <a:lnTo>
                    <a:pt x="1620594" y="2123468"/>
                  </a:lnTo>
                  <a:lnTo>
                    <a:pt x="1567885" y="2131136"/>
                  </a:lnTo>
                  <a:lnTo>
                    <a:pt x="1511631" y="2137947"/>
                  </a:lnTo>
                  <a:lnTo>
                    <a:pt x="1450873" y="2144001"/>
                  </a:lnTo>
                  <a:lnTo>
                    <a:pt x="1384737" y="2149398"/>
                  </a:lnTo>
                  <a:lnTo>
                    <a:pt x="1312548" y="2154220"/>
                  </a:lnTo>
                  <a:lnTo>
                    <a:pt x="1233997" y="2158533"/>
                  </a:lnTo>
                  <a:lnTo>
                    <a:pt x="1149346" y="2162383"/>
                  </a:lnTo>
                  <a:lnTo>
                    <a:pt x="1059668" y="2165794"/>
                  </a:lnTo>
                  <a:lnTo>
                    <a:pt x="967064" y="2168774"/>
                  </a:lnTo>
                  <a:lnTo>
                    <a:pt x="874757" y="2171316"/>
                  </a:lnTo>
                  <a:lnTo>
                    <a:pt x="786928" y="2173409"/>
                  </a:lnTo>
                  <a:lnTo>
                    <a:pt x="708214" y="2175049"/>
                  </a:lnTo>
                  <a:lnTo>
                    <a:pt x="642864" y="2176250"/>
                  </a:lnTo>
                  <a:lnTo>
                    <a:pt x="593767" y="2177052"/>
                  </a:lnTo>
                  <a:lnTo>
                    <a:pt x="561664" y="2177521"/>
                  </a:lnTo>
                  <a:lnTo>
                    <a:pt x="544824" y="2177741"/>
                  </a:lnTo>
                  <a:lnTo>
                    <a:pt x="539185" y="2177808"/>
                  </a:lnTo>
                  <a:lnTo>
                    <a:pt x="538736" y="2177813"/>
                  </a:lnTo>
                  <a:lnTo>
                    <a:pt x="0" y="217781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82" name="pl1482"/>
            <p:cNvSpPr/>
            <p:nvPr/>
          </p:nvSpPr>
          <p:spPr>
            <a:xfrm>
              <a:off x="546595" y="2596154"/>
              <a:ext cx="8234974" cy="2177813"/>
            </a:xfrm>
            <a:custGeom>
              <a:avLst/>
              <a:pathLst>
                <a:path w="8234974" h="2177813">
                  <a:moveTo>
                    <a:pt x="0" y="2177813"/>
                  </a:moveTo>
                  <a:lnTo>
                    <a:pt x="538736" y="2177813"/>
                  </a:lnTo>
                  <a:lnTo>
                    <a:pt x="540035" y="2177799"/>
                  </a:lnTo>
                  <a:lnTo>
                    <a:pt x="548512" y="2177695"/>
                  </a:lnTo>
                  <a:lnTo>
                    <a:pt x="569642" y="2177409"/>
                  </a:lnTo>
                  <a:lnTo>
                    <a:pt x="606821" y="2176848"/>
                  </a:lnTo>
                  <a:lnTo>
                    <a:pt x="661025" y="2175931"/>
                  </a:lnTo>
                  <a:lnTo>
                    <a:pt x="730806" y="2174600"/>
                  </a:lnTo>
                  <a:lnTo>
                    <a:pt x="812763" y="2172823"/>
                  </a:lnTo>
                  <a:lnTo>
                    <a:pt x="902430" y="2170593"/>
                  </a:lnTo>
                  <a:lnTo>
                    <a:pt x="995231" y="2167918"/>
                  </a:lnTo>
                  <a:lnTo>
                    <a:pt x="1087238" y="2164807"/>
                  </a:lnTo>
                  <a:lnTo>
                    <a:pt x="1175566" y="2161265"/>
                  </a:lnTo>
                  <a:lnTo>
                    <a:pt x="1258442" y="2157278"/>
                  </a:lnTo>
                  <a:lnTo>
                    <a:pt x="1335064" y="2152817"/>
                  </a:lnTo>
                  <a:lnTo>
                    <a:pt x="1405368" y="2147828"/>
                  </a:lnTo>
                  <a:lnTo>
                    <a:pt x="1469793" y="2142242"/>
                  </a:lnTo>
                  <a:lnTo>
                    <a:pt x="1529090" y="2135970"/>
                  </a:lnTo>
                  <a:lnTo>
                    <a:pt x="1584169" y="2128911"/>
                  </a:lnTo>
                  <a:lnTo>
                    <a:pt x="1635995" y="2120963"/>
                  </a:lnTo>
                  <a:lnTo>
                    <a:pt x="1685500" y="2112041"/>
                  </a:lnTo>
                  <a:lnTo>
                    <a:pt x="1719082" y="2105219"/>
                  </a:lnTo>
                  <a:lnTo>
                    <a:pt x="1770716" y="2093549"/>
                  </a:lnTo>
                  <a:lnTo>
                    <a:pt x="1821854" y="2080635"/>
                  </a:lnTo>
                  <a:lnTo>
                    <a:pt x="1873058" y="2066462"/>
                  </a:lnTo>
                  <a:lnTo>
                    <a:pt x="1924703" y="2051062"/>
                  </a:lnTo>
                  <a:lnTo>
                    <a:pt x="1976998" y="2034517"/>
                  </a:lnTo>
                  <a:lnTo>
                    <a:pt x="2030009" y="2016967"/>
                  </a:lnTo>
                  <a:lnTo>
                    <a:pt x="2083679" y="1998604"/>
                  </a:lnTo>
                  <a:lnTo>
                    <a:pt x="2137849" y="1979669"/>
                  </a:lnTo>
                  <a:lnTo>
                    <a:pt x="2192291" y="1960434"/>
                  </a:lnTo>
                  <a:lnTo>
                    <a:pt x="2246739" y="1941193"/>
                  </a:lnTo>
                  <a:lnTo>
                    <a:pt x="2300925" y="1922239"/>
                  </a:lnTo>
                  <a:lnTo>
                    <a:pt x="2354619" y="1903848"/>
                  </a:lnTo>
                  <a:lnTo>
                    <a:pt x="2407660" y="1886260"/>
                  </a:lnTo>
                  <a:lnTo>
                    <a:pt x="2459984" y="1869670"/>
                  </a:lnTo>
                  <a:lnTo>
                    <a:pt x="2511653" y="1854219"/>
                  </a:lnTo>
                  <a:lnTo>
                    <a:pt x="2562870" y="1839995"/>
                  </a:lnTo>
                  <a:lnTo>
                    <a:pt x="2614000" y="1827028"/>
                  </a:lnTo>
                  <a:lnTo>
                    <a:pt x="2665599" y="1815307"/>
                  </a:lnTo>
                  <a:lnTo>
                    <a:pt x="2667772" y="1814844"/>
                  </a:lnTo>
                  <a:lnTo>
                    <a:pt x="2716146" y="1805216"/>
                  </a:lnTo>
                  <a:lnTo>
                    <a:pt x="2766260" y="1796596"/>
                  </a:lnTo>
                  <a:lnTo>
                    <a:pt x="2818970" y="1788927"/>
                  </a:lnTo>
                  <a:lnTo>
                    <a:pt x="2875224" y="1782117"/>
                  </a:lnTo>
                  <a:lnTo>
                    <a:pt x="2935982" y="1776062"/>
                  </a:lnTo>
                  <a:lnTo>
                    <a:pt x="3002118" y="1770666"/>
                  </a:lnTo>
                  <a:lnTo>
                    <a:pt x="3074307" y="1765844"/>
                  </a:lnTo>
                  <a:lnTo>
                    <a:pt x="3152858" y="1761531"/>
                  </a:lnTo>
                  <a:lnTo>
                    <a:pt x="3237509" y="1757681"/>
                  </a:lnTo>
                  <a:lnTo>
                    <a:pt x="3327187" y="1754270"/>
                  </a:lnTo>
                  <a:lnTo>
                    <a:pt x="3419790" y="1751290"/>
                  </a:lnTo>
                  <a:lnTo>
                    <a:pt x="3512098" y="1748748"/>
                  </a:lnTo>
                  <a:lnTo>
                    <a:pt x="3599927" y="1746655"/>
                  </a:lnTo>
                  <a:lnTo>
                    <a:pt x="3678640" y="1745015"/>
                  </a:lnTo>
                  <a:lnTo>
                    <a:pt x="3743990" y="1743813"/>
                  </a:lnTo>
                  <a:lnTo>
                    <a:pt x="3793088" y="1743012"/>
                  </a:lnTo>
                  <a:lnTo>
                    <a:pt x="3825191" y="1742543"/>
                  </a:lnTo>
                  <a:lnTo>
                    <a:pt x="3842030" y="1742322"/>
                  </a:lnTo>
                  <a:lnTo>
                    <a:pt x="3847670" y="1742255"/>
                  </a:lnTo>
                  <a:lnTo>
                    <a:pt x="3848118" y="1742250"/>
                  </a:lnTo>
                  <a:lnTo>
                    <a:pt x="4386855" y="1742250"/>
                  </a:lnTo>
                  <a:lnTo>
                    <a:pt x="4388103" y="1742195"/>
                  </a:lnTo>
                  <a:lnTo>
                    <a:pt x="4396252" y="1741798"/>
                  </a:lnTo>
                  <a:lnTo>
                    <a:pt x="4416596" y="1740701"/>
                  </a:lnTo>
                  <a:lnTo>
                    <a:pt x="4452468" y="1738547"/>
                  </a:lnTo>
                  <a:lnTo>
                    <a:pt x="4504920" y="1735023"/>
                  </a:lnTo>
                  <a:lnTo>
                    <a:pt x="4572695" y="1729900"/>
                  </a:lnTo>
                  <a:lnTo>
                    <a:pt x="4652643" y="1723048"/>
                  </a:lnTo>
                  <a:lnTo>
                    <a:pt x="4740525" y="1714432"/>
                  </a:lnTo>
                  <a:lnTo>
                    <a:pt x="4831920" y="1704077"/>
                  </a:lnTo>
                  <a:lnTo>
                    <a:pt x="4922961" y="1692026"/>
                  </a:lnTo>
                  <a:lnTo>
                    <a:pt x="5010737" y="1678295"/>
                  </a:lnTo>
                  <a:lnTo>
                    <a:pt x="5093401" y="1662848"/>
                  </a:lnTo>
                  <a:lnTo>
                    <a:pt x="5170052" y="1645578"/>
                  </a:lnTo>
                  <a:lnTo>
                    <a:pt x="5240523" y="1626300"/>
                  </a:lnTo>
                  <a:lnTo>
                    <a:pt x="5305165" y="1604753"/>
                  </a:lnTo>
                  <a:lnTo>
                    <a:pt x="5364649" y="1580611"/>
                  </a:lnTo>
                  <a:lnTo>
                    <a:pt x="5419830" y="1553496"/>
                  </a:lnTo>
                  <a:lnTo>
                    <a:pt x="5471628" y="1523012"/>
                  </a:lnTo>
                  <a:lnTo>
                    <a:pt x="5520953" y="1488807"/>
                  </a:lnTo>
                  <a:lnTo>
                    <a:pt x="5567201" y="1451875"/>
                  </a:lnTo>
                  <a:lnTo>
                    <a:pt x="5609256" y="1414278"/>
                  </a:lnTo>
                  <a:lnTo>
                    <a:pt x="5650902" y="1373409"/>
                  </a:lnTo>
                  <a:lnTo>
                    <a:pt x="5692473" y="1329207"/>
                  </a:lnTo>
                  <a:lnTo>
                    <a:pt x="5734214" y="1281690"/>
                  </a:lnTo>
                  <a:lnTo>
                    <a:pt x="5776294" y="1230962"/>
                  </a:lnTo>
                  <a:lnTo>
                    <a:pt x="5818813" y="1177221"/>
                  </a:lnTo>
                  <a:lnTo>
                    <a:pt x="5861807" y="1120765"/>
                  </a:lnTo>
                  <a:lnTo>
                    <a:pt x="5905258" y="1061985"/>
                  </a:lnTo>
                  <a:lnTo>
                    <a:pt x="5949101" y="1001358"/>
                  </a:lnTo>
                  <a:lnTo>
                    <a:pt x="5993232" y="939437"/>
                  </a:lnTo>
                  <a:lnTo>
                    <a:pt x="6037520" y="876825"/>
                  </a:lnTo>
                  <a:lnTo>
                    <a:pt x="6081822" y="814155"/>
                  </a:lnTo>
                  <a:lnTo>
                    <a:pt x="6125992" y="752062"/>
                  </a:lnTo>
                  <a:lnTo>
                    <a:pt x="6169895" y="691158"/>
                  </a:lnTo>
                  <a:lnTo>
                    <a:pt x="6213424" y="632004"/>
                  </a:lnTo>
                  <a:lnTo>
                    <a:pt x="6256504" y="575094"/>
                  </a:lnTo>
                  <a:lnTo>
                    <a:pt x="6299108" y="520835"/>
                  </a:lnTo>
                  <a:lnTo>
                    <a:pt x="6341263" y="469542"/>
                  </a:lnTo>
                  <a:lnTo>
                    <a:pt x="6383055" y="421431"/>
                  </a:lnTo>
                  <a:lnTo>
                    <a:pt x="6424640" y="376623"/>
                  </a:lnTo>
                  <a:lnTo>
                    <a:pt x="6466250" y="335151"/>
                  </a:lnTo>
                  <a:lnTo>
                    <a:pt x="6508202" y="296967"/>
                  </a:lnTo>
                  <a:lnTo>
                    <a:pt x="6515891" y="290375"/>
                  </a:lnTo>
                  <a:lnTo>
                    <a:pt x="6563594" y="252358"/>
                  </a:lnTo>
                  <a:lnTo>
                    <a:pt x="6612981" y="218269"/>
                  </a:lnTo>
                  <a:lnTo>
                    <a:pt x="6664867" y="187892"/>
                  </a:lnTo>
                  <a:lnTo>
                    <a:pt x="6720163" y="160872"/>
                  </a:lnTo>
                  <a:lnTo>
                    <a:pt x="6779791" y="136813"/>
                  </a:lnTo>
                  <a:lnTo>
                    <a:pt x="6844599" y="115339"/>
                  </a:lnTo>
                  <a:lnTo>
                    <a:pt x="6915253" y="96125"/>
                  </a:lnTo>
                  <a:lnTo>
                    <a:pt x="6992090" y="78911"/>
                  </a:lnTo>
                  <a:lnTo>
                    <a:pt x="7074925" y="63517"/>
                  </a:lnTo>
                  <a:lnTo>
                    <a:pt x="7162832" y="49837"/>
                  </a:lnTo>
                  <a:lnTo>
                    <a:pt x="7253930" y="37836"/>
                  </a:lnTo>
                  <a:lnTo>
                    <a:pt x="7345281" y="27534"/>
                  </a:lnTo>
                  <a:lnTo>
                    <a:pt x="7432990" y="18971"/>
                  </a:lnTo>
                  <a:lnTo>
                    <a:pt x="7512631" y="12171"/>
                  </a:lnTo>
                  <a:lnTo>
                    <a:pt x="7579983" y="7098"/>
                  </a:lnTo>
                  <a:lnTo>
                    <a:pt x="7631945" y="3620"/>
                  </a:lnTo>
                  <a:lnTo>
                    <a:pt x="7667323" y="1503"/>
                  </a:lnTo>
                  <a:lnTo>
                    <a:pt x="7687241" y="432"/>
                  </a:lnTo>
                  <a:lnTo>
                    <a:pt x="7695097" y="5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3" name="pl1483"/>
            <p:cNvSpPr/>
            <p:nvPr/>
          </p:nvSpPr>
          <p:spPr>
            <a:xfrm>
              <a:off x="546595" y="2590709"/>
              <a:ext cx="8234974" cy="2177813"/>
            </a:xfrm>
            <a:custGeom>
              <a:avLst/>
              <a:pathLst>
                <a:path w="8234974" h="2177813">
                  <a:moveTo>
                    <a:pt x="8234974" y="0"/>
                  </a:moveTo>
                  <a:lnTo>
                    <a:pt x="7696237" y="0"/>
                  </a:lnTo>
                  <a:lnTo>
                    <a:pt x="7694990" y="55"/>
                  </a:lnTo>
                  <a:lnTo>
                    <a:pt x="7686841" y="452"/>
                  </a:lnTo>
                  <a:lnTo>
                    <a:pt x="7666496" y="1549"/>
                  </a:lnTo>
                  <a:lnTo>
                    <a:pt x="7630625" y="3703"/>
                  </a:lnTo>
                  <a:lnTo>
                    <a:pt x="7578172" y="7227"/>
                  </a:lnTo>
                  <a:lnTo>
                    <a:pt x="7510397" y="12350"/>
                  </a:lnTo>
                  <a:lnTo>
                    <a:pt x="7430450" y="19202"/>
                  </a:lnTo>
                  <a:lnTo>
                    <a:pt x="7342568" y="27818"/>
                  </a:lnTo>
                  <a:lnTo>
                    <a:pt x="7251172" y="38172"/>
                  </a:lnTo>
                  <a:lnTo>
                    <a:pt x="7160132" y="50224"/>
                  </a:lnTo>
                  <a:lnTo>
                    <a:pt x="7072355" y="63955"/>
                  </a:lnTo>
                  <a:lnTo>
                    <a:pt x="6989691" y="79402"/>
                  </a:lnTo>
                  <a:lnTo>
                    <a:pt x="6913041" y="96672"/>
                  </a:lnTo>
                  <a:lnTo>
                    <a:pt x="6842569" y="115950"/>
                  </a:lnTo>
                  <a:lnTo>
                    <a:pt x="6777928" y="137497"/>
                  </a:lnTo>
                  <a:lnTo>
                    <a:pt x="6718443" y="161639"/>
                  </a:lnTo>
                  <a:lnTo>
                    <a:pt x="6663263" y="188754"/>
                  </a:lnTo>
                  <a:lnTo>
                    <a:pt x="6611464" y="219238"/>
                  </a:lnTo>
                  <a:lnTo>
                    <a:pt x="6562140" y="253443"/>
                  </a:lnTo>
                  <a:lnTo>
                    <a:pt x="6515891" y="290375"/>
                  </a:lnTo>
                  <a:lnTo>
                    <a:pt x="6473836" y="327972"/>
                  </a:lnTo>
                  <a:lnTo>
                    <a:pt x="6432190" y="368841"/>
                  </a:lnTo>
                  <a:lnTo>
                    <a:pt x="6390620" y="413043"/>
                  </a:lnTo>
                  <a:lnTo>
                    <a:pt x="6348879" y="460560"/>
                  </a:lnTo>
                  <a:lnTo>
                    <a:pt x="6306799" y="511288"/>
                  </a:lnTo>
                  <a:lnTo>
                    <a:pt x="6264280" y="565028"/>
                  </a:lnTo>
                  <a:lnTo>
                    <a:pt x="6221286" y="621485"/>
                  </a:lnTo>
                  <a:lnTo>
                    <a:pt x="6177834" y="680265"/>
                  </a:lnTo>
                  <a:lnTo>
                    <a:pt x="6133992" y="740891"/>
                  </a:lnTo>
                  <a:lnTo>
                    <a:pt x="6089861" y="802813"/>
                  </a:lnTo>
                  <a:lnTo>
                    <a:pt x="6045572" y="865425"/>
                  </a:lnTo>
                  <a:lnTo>
                    <a:pt x="6001270" y="928095"/>
                  </a:lnTo>
                  <a:lnTo>
                    <a:pt x="5957101" y="990188"/>
                  </a:lnTo>
                  <a:lnTo>
                    <a:pt x="5913197" y="1051092"/>
                  </a:lnTo>
                  <a:lnTo>
                    <a:pt x="5869669" y="1110246"/>
                  </a:lnTo>
                  <a:lnTo>
                    <a:pt x="5826588" y="1167156"/>
                  </a:lnTo>
                  <a:lnTo>
                    <a:pt x="5783984" y="1221415"/>
                  </a:lnTo>
                  <a:lnTo>
                    <a:pt x="5741830" y="1272708"/>
                  </a:lnTo>
                  <a:lnTo>
                    <a:pt x="5700038" y="1320819"/>
                  </a:lnTo>
                  <a:lnTo>
                    <a:pt x="5658452" y="1365626"/>
                  </a:lnTo>
                  <a:lnTo>
                    <a:pt x="5616842" y="1407099"/>
                  </a:lnTo>
                  <a:lnTo>
                    <a:pt x="5574891" y="1445283"/>
                  </a:lnTo>
                  <a:lnTo>
                    <a:pt x="5567201" y="1451875"/>
                  </a:lnTo>
                  <a:lnTo>
                    <a:pt x="5519498" y="1489892"/>
                  </a:lnTo>
                  <a:lnTo>
                    <a:pt x="5470112" y="1523981"/>
                  </a:lnTo>
                  <a:lnTo>
                    <a:pt x="5418226" y="1554358"/>
                  </a:lnTo>
                  <a:lnTo>
                    <a:pt x="5362929" y="1581378"/>
                  </a:lnTo>
                  <a:lnTo>
                    <a:pt x="5303301" y="1605437"/>
                  </a:lnTo>
                  <a:lnTo>
                    <a:pt x="5238493" y="1626911"/>
                  </a:lnTo>
                  <a:lnTo>
                    <a:pt x="5167839" y="1646125"/>
                  </a:lnTo>
                  <a:lnTo>
                    <a:pt x="5091002" y="1663338"/>
                  </a:lnTo>
                  <a:lnTo>
                    <a:pt x="5008167" y="1678733"/>
                  </a:lnTo>
                  <a:lnTo>
                    <a:pt x="4920261" y="1692413"/>
                  </a:lnTo>
                  <a:lnTo>
                    <a:pt x="4829162" y="1704414"/>
                  </a:lnTo>
                  <a:lnTo>
                    <a:pt x="4737811" y="1714716"/>
                  </a:lnTo>
                  <a:lnTo>
                    <a:pt x="4650102" y="1723279"/>
                  </a:lnTo>
                  <a:lnTo>
                    <a:pt x="4570462" y="1730079"/>
                  </a:lnTo>
                  <a:lnTo>
                    <a:pt x="4503109" y="1735152"/>
                  </a:lnTo>
                  <a:lnTo>
                    <a:pt x="4451147" y="1738630"/>
                  </a:lnTo>
                  <a:lnTo>
                    <a:pt x="4415770" y="1740747"/>
                  </a:lnTo>
                  <a:lnTo>
                    <a:pt x="4395851" y="1741818"/>
                  </a:lnTo>
                  <a:lnTo>
                    <a:pt x="4387996" y="1742200"/>
                  </a:lnTo>
                  <a:lnTo>
                    <a:pt x="4386855" y="1742250"/>
                  </a:lnTo>
                  <a:lnTo>
                    <a:pt x="3848118" y="1742250"/>
                  </a:lnTo>
                  <a:lnTo>
                    <a:pt x="3846819" y="1742265"/>
                  </a:lnTo>
                  <a:lnTo>
                    <a:pt x="3838343" y="1742368"/>
                  </a:lnTo>
                  <a:lnTo>
                    <a:pt x="3817212" y="1742654"/>
                  </a:lnTo>
                  <a:lnTo>
                    <a:pt x="3780034" y="1743216"/>
                  </a:lnTo>
                  <a:lnTo>
                    <a:pt x="3725829" y="1744132"/>
                  </a:lnTo>
                  <a:lnTo>
                    <a:pt x="3656049" y="1745464"/>
                  </a:lnTo>
                  <a:lnTo>
                    <a:pt x="3574091" y="1747241"/>
                  </a:lnTo>
                  <a:lnTo>
                    <a:pt x="3484425" y="1749470"/>
                  </a:lnTo>
                  <a:lnTo>
                    <a:pt x="3391623" y="1752146"/>
                  </a:lnTo>
                  <a:lnTo>
                    <a:pt x="3299616" y="1755257"/>
                  </a:lnTo>
                  <a:lnTo>
                    <a:pt x="3211289" y="1758799"/>
                  </a:lnTo>
                  <a:lnTo>
                    <a:pt x="3128412" y="1762785"/>
                  </a:lnTo>
                  <a:lnTo>
                    <a:pt x="3051790" y="1767247"/>
                  </a:lnTo>
                  <a:lnTo>
                    <a:pt x="2981487" y="1772235"/>
                  </a:lnTo>
                  <a:lnTo>
                    <a:pt x="2917061" y="1777821"/>
                  </a:lnTo>
                  <a:lnTo>
                    <a:pt x="2857765" y="1784094"/>
                  </a:lnTo>
                  <a:lnTo>
                    <a:pt x="2802686" y="1791153"/>
                  </a:lnTo>
                  <a:lnTo>
                    <a:pt x="2750860" y="1799101"/>
                  </a:lnTo>
                  <a:lnTo>
                    <a:pt x="2701355" y="1808022"/>
                  </a:lnTo>
                  <a:lnTo>
                    <a:pt x="2667772" y="1814844"/>
                  </a:lnTo>
                  <a:lnTo>
                    <a:pt x="2616138" y="1826515"/>
                  </a:lnTo>
                  <a:lnTo>
                    <a:pt x="2565001" y="1839429"/>
                  </a:lnTo>
                  <a:lnTo>
                    <a:pt x="2513796" y="1853601"/>
                  </a:lnTo>
                  <a:lnTo>
                    <a:pt x="2462151" y="1869002"/>
                  </a:lnTo>
                  <a:lnTo>
                    <a:pt x="2409856" y="1885547"/>
                  </a:lnTo>
                  <a:lnTo>
                    <a:pt x="2356845" y="1903097"/>
                  </a:lnTo>
                  <a:lnTo>
                    <a:pt x="2303176" y="1921459"/>
                  </a:lnTo>
                  <a:lnTo>
                    <a:pt x="2249006" y="1940395"/>
                  </a:lnTo>
                  <a:lnTo>
                    <a:pt x="2194564" y="1959630"/>
                  </a:lnTo>
                  <a:lnTo>
                    <a:pt x="2140116" y="1978870"/>
                  </a:lnTo>
                  <a:lnTo>
                    <a:pt x="2085930" y="1997824"/>
                  </a:lnTo>
                  <a:lnTo>
                    <a:pt x="2032235" y="2016216"/>
                  </a:lnTo>
                  <a:lnTo>
                    <a:pt x="1979195" y="2033804"/>
                  </a:lnTo>
                  <a:lnTo>
                    <a:pt x="1926870" y="2050394"/>
                  </a:lnTo>
                  <a:lnTo>
                    <a:pt x="1875202" y="2065844"/>
                  </a:lnTo>
                  <a:lnTo>
                    <a:pt x="1823985" y="2080069"/>
                  </a:lnTo>
                  <a:lnTo>
                    <a:pt x="1772855" y="2093035"/>
                  </a:lnTo>
                  <a:lnTo>
                    <a:pt x="1721255" y="2104757"/>
                  </a:lnTo>
                  <a:lnTo>
                    <a:pt x="1719082" y="2105219"/>
                  </a:lnTo>
                  <a:lnTo>
                    <a:pt x="1670709" y="2114848"/>
                  </a:lnTo>
                  <a:lnTo>
                    <a:pt x="1620594" y="2123468"/>
                  </a:lnTo>
                  <a:lnTo>
                    <a:pt x="1567885" y="2131136"/>
                  </a:lnTo>
                  <a:lnTo>
                    <a:pt x="1511631" y="2137947"/>
                  </a:lnTo>
                  <a:lnTo>
                    <a:pt x="1450873" y="2144001"/>
                  </a:lnTo>
                  <a:lnTo>
                    <a:pt x="1384737" y="2149398"/>
                  </a:lnTo>
                  <a:lnTo>
                    <a:pt x="1312548" y="2154220"/>
                  </a:lnTo>
                  <a:lnTo>
                    <a:pt x="1233997" y="2158533"/>
                  </a:lnTo>
                  <a:lnTo>
                    <a:pt x="1149346" y="2162383"/>
                  </a:lnTo>
                  <a:lnTo>
                    <a:pt x="1059668" y="2165794"/>
                  </a:lnTo>
                  <a:lnTo>
                    <a:pt x="967064" y="2168774"/>
                  </a:lnTo>
                  <a:lnTo>
                    <a:pt x="874757" y="2171316"/>
                  </a:lnTo>
                  <a:lnTo>
                    <a:pt x="786928" y="2173409"/>
                  </a:lnTo>
                  <a:lnTo>
                    <a:pt x="708214" y="2175049"/>
                  </a:lnTo>
                  <a:lnTo>
                    <a:pt x="642864" y="2176250"/>
                  </a:lnTo>
                  <a:lnTo>
                    <a:pt x="593767" y="2177052"/>
                  </a:lnTo>
                  <a:lnTo>
                    <a:pt x="561664" y="2177521"/>
                  </a:lnTo>
                  <a:lnTo>
                    <a:pt x="544824" y="2177741"/>
                  </a:lnTo>
                  <a:lnTo>
                    <a:pt x="539185" y="2177808"/>
                  </a:lnTo>
                  <a:lnTo>
                    <a:pt x="538736" y="2177813"/>
                  </a:lnTo>
                  <a:lnTo>
                    <a:pt x="0" y="21778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4" name="pg1484"/>
            <p:cNvSpPr/>
            <p:nvPr/>
          </p:nvSpPr>
          <p:spPr>
            <a:xfrm>
              <a:off x="546595" y="881125"/>
              <a:ext cx="8234974" cy="3642393"/>
            </a:xfrm>
            <a:custGeom>
              <a:avLst/>
              <a:pathLst>
                <a:path w="8234974" h="3642393">
                  <a:moveTo>
                    <a:pt x="0" y="3642393"/>
                  </a:moveTo>
                  <a:lnTo>
                    <a:pt x="538736" y="3642393"/>
                  </a:lnTo>
                  <a:lnTo>
                    <a:pt x="539692" y="3642305"/>
                  </a:lnTo>
                  <a:lnTo>
                    <a:pt x="545972" y="3641675"/>
                  </a:lnTo>
                  <a:lnTo>
                    <a:pt x="561791" y="3639936"/>
                  </a:lnTo>
                  <a:lnTo>
                    <a:pt x="590041" y="3636513"/>
                  </a:lnTo>
                  <a:lnTo>
                    <a:pt x="632070" y="3630879"/>
                  </a:lnTo>
                  <a:lnTo>
                    <a:pt x="687584" y="3622610"/>
                  </a:lnTo>
                  <a:lnTo>
                    <a:pt x="754797" y="3611422"/>
                  </a:lnTo>
                  <a:lnTo>
                    <a:pt x="830848" y="3597181"/>
                  </a:lnTo>
                  <a:lnTo>
                    <a:pt x="912369" y="3579872"/>
                  </a:lnTo>
                  <a:lnTo>
                    <a:pt x="996046" y="3559553"/>
                  </a:lnTo>
                  <a:lnTo>
                    <a:pt x="1079041" y="3536286"/>
                  </a:lnTo>
                  <a:lnTo>
                    <a:pt x="1159209" y="3510096"/>
                  </a:lnTo>
                  <a:lnTo>
                    <a:pt x="1235146" y="3480925"/>
                  </a:lnTo>
                  <a:lnTo>
                    <a:pt x="1306116" y="3448610"/>
                  </a:lnTo>
                  <a:lnTo>
                    <a:pt x="1371911" y="3412881"/>
                  </a:lnTo>
                  <a:lnTo>
                    <a:pt x="1432717" y="3373353"/>
                  </a:lnTo>
                  <a:lnTo>
                    <a:pt x="1488978" y="3329539"/>
                  </a:lnTo>
                  <a:lnTo>
                    <a:pt x="1541298" y="3280867"/>
                  </a:lnTo>
                  <a:lnTo>
                    <a:pt x="1590363" y="3226713"/>
                  </a:lnTo>
                  <a:lnTo>
                    <a:pt x="1636880" y="3166460"/>
                  </a:lnTo>
                  <a:lnTo>
                    <a:pt x="1681527" y="3099591"/>
                  </a:lnTo>
                  <a:lnTo>
                    <a:pt x="1719082" y="3036235"/>
                  </a:lnTo>
                  <a:lnTo>
                    <a:pt x="1751052" y="2977285"/>
                  </a:lnTo>
                  <a:lnTo>
                    <a:pt x="1782734" y="2914430"/>
                  </a:lnTo>
                  <a:lnTo>
                    <a:pt x="1814288" y="2847589"/>
                  </a:lnTo>
                  <a:lnTo>
                    <a:pt x="1845844" y="2776733"/>
                  </a:lnTo>
                  <a:lnTo>
                    <a:pt x="1877504" y="2701889"/>
                  </a:lnTo>
                  <a:lnTo>
                    <a:pt x="1909345" y="2623146"/>
                  </a:lnTo>
                  <a:lnTo>
                    <a:pt x="1941418" y="2540655"/>
                  </a:lnTo>
                  <a:lnTo>
                    <a:pt x="1973756" y="2454637"/>
                  </a:lnTo>
                  <a:lnTo>
                    <a:pt x="2006369" y="2365379"/>
                  </a:lnTo>
                  <a:lnTo>
                    <a:pt x="2039250" y="2273236"/>
                  </a:lnTo>
                  <a:lnTo>
                    <a:pt x="2072376" y="2178622"/>
                  </a:lnTo>
                  <a:lnTo>
                    <a:pt x="2105710" y="2082007"/>
                  </a:lnTo>
                  <a:lnTo>
                    <a:pt x="2139202" y="1983909"/>
                  </a:lnTo>
                  <a:lnTo>
                    <a:pt x="2172796" y="1884879"/>
                  </a:lnTo>
                  <a:lnTo>
                    <a:pt x="2206430" y="1785491"/>
                  </a:lnTo>
                  <a:lnTo>
                    <a:pt x="2240039" y="1686329"/>
                  </a:lnTo>
                  <a:lnTo>
                    <a:pt x="2273560" y="1587970"/>
                  </a:lnTo>
                  <a:lnTo>
                    <a:pt x="2306934" y="1490972"/>
                  </a:lnTo>
                  <a:lnTo>
                    <a:pt x="2340111" y="1395861"/>
                  </a:lnTo>
                  <a:lnTo>
                    <a:pt x="2373050" y="1303119"/>
                  </a:lnTo>
                  <a:lnTo>
                    <a:pt x="2405725" y="1213173"/>
                  </a:lnTo>
                  <a:lnTo>
                    <a:pt x="2438125" y="1126393"/>
                  </a:lnTo>
                  <a:lnTo>
                    <a:pt x="2470257" y="1043080"/>
                  </a:lnTo>
                  <a:lnTo>
                    <a:pt x="2502146" y="963471"/>
                  </a:lnTo>
                  <a:lnTo>
                    <a:pt x="2533842" y="887732"/>
                  </a:lnTo>
                  <a:lnTo>
                    <a:pt x="2565414" y="815968"/>
                  </a:lnTo>
                  <a:lnTo>
                    <a:pt x="2596958" y="748216"/>
                  </a:lnTo>
                  <a:lnTo>
                    <a:pt x="2628597" y="684462"/>
                  </a:lnTo>
                  <a:lnTo>
                    <a:pt x="2660486" y="624637"/>
                  </a:lnTo>
                  <a:lnTo>
                    <a:pt x="2667772" y="611602"/>
                  </a:lnTo>
                  <a:lnTo>
                    <a:pt x="2711286" y="538792"/>
                  </a:lnTo>
                  <a:lnTo>
                    <a:pt x="2756148" y="472842"/>
                  </a:lnTo>
                  <a:lnTo>
                    <a:pt x="2802969" y="413449"/>
                  </a:lnTo>
                  <a:lnTo>
                    <a:pt x="2852433" y="360074"/>
                  </a:lnTo>
                  <a:lnTo>
                    <a:pt x="2905248" y="312096"/>
                  </a:lnTo>
                  <a:lnTo>
                    <a:pt x="2962092" y="268894"/>
                  </a:lnTo>
                  <a:lnTo>
                    <a:pt x="3023552" y="229906"/>
                  </a:lnTo>
                  <a:lnTo>
                    <a:pt x="3090044" y="194659"/>
                  </a:lnTo>
                  <a:lnTo>
                    <a:pt x="3161708" y="162784"/>
                  </a:lnTo>
                  <a:lnTo>
                    <a:pt x="3238275" y="134023"/>
                  </a:lnTo>
                  <a:lnTo>
                    <a:pt x="3318924" y="108230"/>
                  </a:lnTo>
                  <a:lnTo>
                    <a:pt x="3402153" y="85360"/>
                  </a:lnTo>
                  <a:lnTo>
                    <a:pt x="3485718" y="65443"/>
                  </a:lnTo>
                  <a:lnTo>
                    <a:pt x="3566699" y="48548"/>
                  </a:lnTo>
                  <a:lnTo>
                    <a:pt x="3641745" y="34723"/>
                  </a:lnTo>
                  <a:lnTo>
                    <a:pt x="3707524" y="23941"/>
                  </a:lnTo>
                  <a:lnTo>
                    <a:pt x="3761287" y="16049"/>
                  </a:lnTo>
                  <a:lnTo>
                    <a:pt x="3801432" y="10742"/>
                  </a:lnTo>
                  <a:lnTo>
                    <a:pt x="3827883" y="7579"/>
                  </a:lnTo>
                  <a:lnTo>
                    <a:pt x="3842211" y="6024"/>
                  </a:lnTo>
                  <a:lnTo>
                    <a:pt x="3847496" y="550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3" y="5461"/>
                  </a:lnTo>
                  <a:lnTo>
                    <a:pt x="4396622" y="5580"/>
                  </a:lnTo>
                  <a:lnTo>
                    <a:pt x="4417735" y="5908"/>
                  </a:lnTo>
                  <a:lnTo>
                    <a:pt x="4454884" y="6553"/>
                  </a:lnTo>
                  <a:lnTo>
                    <a:pt x="4509050" y="7606"/>
                  </a:lnTo>
                  <a:lnTo>
                    <a:pt x="4578785" y="9136"/>
                  </a:lnTo>
                  <a:lnTo>
                    <a:pt x="4660698" y="11178"/>
                  </a:lnTo>
                  <a:lnTo>
                    <a:pt x="4750326" y="13740"/>
                  </a:lnTo>
                  <a:lnTo>
                    <a:pt x="4843096" y="16815"/>
                  </a:lnTo>
                  <a:lnTo>
                    <a:pt x="4935082" y="20389"/>
                  </a:lnTo>
                  <a:lnTo>
                    <a:pt x="5023398" y="24460"/>
                  </a:lnTo>
                  <a:lnTo>
                    <a:pt x="5106270" y="29042"/>
                  </a:lnTo>
                  <a:lnTo>
                    <a:pt x="5182893" y="34169"/>
                  </a:lnTo>
                  <a:lnTo>
                    <a:pt x="5253201" y="39901"/>
                  </a:lnTo>
                  <a:lnTo>
                    <a:pt x="5317631" y="46320"/>
                  </a:lnTo>
                  <a:lnTo>
                    <a:pt x="5376932" y="53527"/>
                  </a:lnTo>
                  <a:lnTo>
                    <a:pt x="5432012" y="61638"/>
                  </a:lnTo>
                  <a:lnTo>
                    <a:pt x="5483838" y="70769"/>
                  </a:lnTo>
                  <a:lnTo>
                    <a:pt x="5533338" y="81019"/>
                  </a:lnTo>
                  <a:lnTo>
                    <a:pt x="5567201" y="88927"/>
                  </a:lnTo>
                  <a:lnTo>
                    <a:pt x="5618487" y="102252"/>
                  </a:lnTo>
                  <a:lnTo>
                    <a:pt x="5669279" y="116988"/>
                  </a:lnTo>
                  <a:lnTo>
                    <a:pt x="5720131" y="133151"/>
                  </a:lnTo>
                  <a:lnTo>
                    <a:pt x="5771411" y="150709"/>
                  </a:lnTo>
                  <a:lnTo>
                    <a:pt x="5823330" y="169569"/>
                  </a:lnTo>
                  <a:lnTo>
                    <a:pt x="5875955" y="189575"/>
                  </a:lnTo>
                  <a:lnTo>
                    <a:pt x="5929234" y="210513"/>
                  </a:lnTo>
                  <a:lnTo>
                    <a:pt x="5983016" y="232116"/>
                  </a:lnTo>
                  <a:lnTo>
                    <a:pt x="6037080" y="254075"/>
                  </a:lnTo>
                  <a:lnTo>
                    <a:pt x="6091166" y="276061"/>
                  </a:lnTo>
                  <a:lnTo>
                    <a:pt x="6145012" y="297745"/>
                  </a:lnTo>
                  <a:lnTo>
                    <a:pt x="6198386" y="318812"/>
                  </a:lnTo>
                  <a:lnTo>
                    <a:pt x="6251126" y="338989"/>
                  </a:lnTo>
                  <a:lnTo>
                    <a:pt x="6303160" y="358050"/>
                  </a:lnTo>
                  <a:lnTo>
                    <a:pt x="6354535" y="375831"/>
                  </a:lnTo>
                  <a:lnTo>
                    <a:pt x="6405437" y="392228"/>
                  </a:lnTo>
                  <a:lnTo>
                    <a:pt x="6456206" y="407199"/>
                  </a:lnTo>
                  <a:lnTo>
                    <a:pt x="6507363" y="420754"/>
                  </a:lnTo>
                  <a:lnTo>
                    <a:pt x="6515891" y="422858"/>
                  </a:lnTo>
                  <a:lnTo>
                    <a:pt x="6564250" y="433928"/>
                  </a:lnTo>
                  <a:lnTo>
                    <a:pt x="6614348" y="443839"/>
                  </a:lnTo>
                  <a:lnTo>
                    <a:pt x="6667039" y="452655"/>
                  </a:lnTo>
                  <a:lnTo>
                    <a:pt x="6723272" y="460486"/>
                  </a:lnTo>
                  <a:lnTo>
                    <a:pt x="6784004" y="467447"/>
                  </a:lnTo>
                  <a:lnTo>
                    <a:pt x="6850111" y="473653"/>
                  </a:lnTo>
                  <a:lnTo>
                    <a:pt x="6922265" y="479198"/>
                  </a:lnTo>
                  <a:lnTo>
                    <a:pt x="7000778" y="484158"/>
                  </a:lnTo>
                  <a:lnTo>
                    <a:pt x="7085389" y="488585"/>
                  </a:lnTo>
                  <a:lnTo>
                    <a:pt x="7175028" y="492508"/>
                  </a:lnTo>
                  <a:lnTo>
                    <a:pt x="7267598" y="495935"/>
                  </a:lnTo>
                  <a:lnTo>
                    <a:pt x="7359886" y="498859"/>
                  </a:lnTo>
                  <a:lnTo>
                    <a:pt x="7447714" y="501268"/>
                  </a:lnTo>
                  <a:lnTo>
                    <a:pt x="7526450" y="503155"/>
                  </a:lnTo>
                  <a:lnTo>
                    <a:pt x="7591847" y="504539"/>
                  </a:lnTo>
                  <a:lnTo>
                    <a:pt x="7641010" y="505462"/>
                  </a:lnTo>
                  <a:lnTo>
                    <a:pt x="7673186" y="506003"/>
                  </a:lnTo>
                  <a:lnTo>
                    <a:pt x="7690092" y="506258"/>
                  </a:lnTo>
                  <a:lnTo>
                    <a:pt x="7695777" y="506335"/>
                  </a:lnTo>
                  <a:lnTo>
                    <a:pt x="7696237" y="506341"/>
                  </a:lnTo>
                  <a:lnTo>
                    <a:pt x="8234974" y="506341"/>
                  </a:lnTo>
                  <a:lnTo>
                    <a:pt x="8234974" y="500897"/>
                  </a:lnTo>
                  <a:lnTo>
                    <a:pt x="7696237" y="500897"/>
                  </a:lnTo>
                  <a:lnTo>
                    <a:pt x="7694939" y="500880"/>
                  </a:lnTo>
                  <a:lnTo>
                    <a:pt x="7686470" y="500761"/>
                  </a:lnTo>
                  <a:lnTo>
                    <a:pt x="7665357" y="500433"/>
                  </a:lnTo>
                  <a:lnTo>
                    <a:pt x="7628208" y="499788"/>
                  </a:lnTo>
                  <a:lnTo>
                    <a:pt x="7574043" y="498734"/>
                  </a:lnTo>
                  <a:lnTo>
                    <a:pt x="7504307" y="497205"/>
                  </a:lnTo>
                  <a:lnTo>
                    <a:pt x="7422394" y="495163"/>
                  </a:lnTo>
                  <a:lnTo>
                    <a:pt x="7332767" y="492600"/>
                  </a:lnTo>
                  <a:lnTo>
                    <a:pt x="7239996" y="489526"/>
                  </a:lnTo>
                  <a:lnTo>
                    <a:pt x="7148010" y="485951"/>
                  </a:lnTo>
                  <a:lnTo>
                    <a:pt x="7059694" y="481880"/>
                  </a:lnTo>
                  <a:lnTo>
                    <a:pt x="6976822" y="477299"/>
                  </a:lnTo>
                  <a:lnTo>
                    <a:pt x="6900199" y="472172"/>
                  </a:lnTo>
                  <a:lnTo>
                    <a:pt x="6829892" y="466440"/>
                  </a:lnTo>
                  <a:lnTo>
                    <a:pt x="6765461" y="460021"/>
                  </a:lnTo>
                  <a:lnTo>
                    <a:pt x="6706161" y="452814"/>
                  </a:lnTo>
                  <a:lnTo>
                    <a:pt x="6651080" y="444703"/>
                  </a:lnTo>
                  <a:lnTo>
                    <a:pt x="6599255" y="435572"/>
                  </a:lnTo>
                  <a:lnTo>
                    <a:pt x="6549755" y="425321"/>
                  </a:lnTo>
                  <a:lnTo>
                    <a:pt x="6515891" y="417414"/>
                  </a:lnTo>
                  <a:lnTo>
                    <a:pt x="6464605" y="404088"/>
                  </a:lnTo>
                  <a:lnTo>
                    <a:pt x="6413813" y="389353"/>
                  </a:lnTo>
                  <a:lnTo>
                    <a:pt x="6362962" y="373190"/>
                  </a:lnTo>
                  <a:lnTo>
                    <a:pt x="6311681" y="355632"/>
                  </a:lnTo>
                  <a:lnTo>
                    <a:pt x="6259762" y="336772"/>
                  </a:lnTo>
                  <a:lnTo>
                    <a:pt x="6207137" y="316766"/>
                  </a:lnTo>
                  <a:lnTo>
                    <a:pt x="6153858" y="295827"/>
                  </a:lnTo>
                  <a:lnTo>
                    <a:pt x="6100076" y="274225"/>
                  </a:lnTo>
                  <a:lnTo>
                    <a:pt x="6046012" y="252266"/>
                  </a:lnTo>
                  <a:lnTo>
                    <a:pt x="5991926" y="230279"/>
                  </a:lnTo>
                  <a:lnTo>
                    <a:pt x="5938081" y="208596"/>
                  </a:lnTo>
                  <a:lnTo>
                    <a:pt x="5884706" y="187529"/>
                  </a:lnTo>
                  <a:lnTo>
                    <a:pt x="5831967" y="167352"/>
                  </a:lnTo>
                  <a:lnTo>
                    <a:pt x="5779933" y="148291"/>
                  </a:lnTo>
                  <a:lnTo>
                    <a:pt x="5728557" y="130510"/>
                  </a:lnTo>
                  <a:lnTo>
                    <a:pt x="5677656" y="114112"/>
                  </a:lnTo>
                  <a:lnTo>
                    <a:pt x="5626887" y="99141"/>
                  </a:lnTo>
                  <a:lnTo>
                    <a:pt x="5575729" y="85587"/>
                  </a:lnTo>
                  <a:lnTo>
                    <a:pt x="5567201" y="83482"/>
                  </a:lnTo>
                  <a:lnTo>
                    <a:pt x="5518843" y="72413"/>
                  </a:lnTo>
                  <a:lnTo>
                    <a:pt x="5468744" y="62502"/>
                  </a:lnTo>
                  <a:lnTo>
                    <a:pt x="5416053" y="53685"/>
                  </a:lnTo>
                  <a:lnTo>
                    <a:pt x="5359820" y="45855"/>
                  </a:lnTo>
                  <a:lnTo>
                    <a:pt x="5299088" y="38893"/>
                  </a:lnTo>
                  <a:lnTo>
                    <a:pt x="5232981" y="32688"/>
                  </a:lnTo>
                  <a:lnTo>
                    <a:pt x="5160827" y="27143"/>
                  </a:lnTo>
                  <a:lnTo>
                    <a:pt x="5082314" y="22183"/>
                  </a:lnTo>
                  <a:lnTo>
                    <a:pt x="4997704" y="17756"/>
                  </a:lnTo>
                  <a:lnTo>
                    <a:pt x="4908065" y="13833"/>
                  </a:lnTo>
                  <a:lnTo>
                    <a:pt x="4815494" y="10405"/>
                  </a:lnTo>
                  <a:lnTo>
                    <a:pt x="4723206" y="7481"/>
                  </a:lnTo>
                  <a:lnTo>
                    <a:pt x="4635378" y="5073"/>
                  </a:lnTo>
                  <a:lnTo>
                    <a:pt x="4556642" y="3185"/>
                  </a:lnTo>
                  <a:lnTo>
                    <a:pt x="4491246" y="1802"/>
                  </a:lnTo>
                  <a:lnTo>
                    <a:pt x="4442082" y="878"/>
                  </a:lnTo>
                  <a:lnTo>
                    <a:pt x="4409907" y="338"/>
                  </a:lnTo>
                  <a:lnTo>
                    <a:pt x="4393000" y="83"/>
                  </a:lnTo>
                  <a:lnTo>
                    <a:pt x="4387315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3" y="88"/>
                  </a:lnTo>
                  <a:lnTo>
                    <a:pt x="3840883" y="717"/>
                  </a:lnTo>
                  <a:lnTo>
                    <a:pt x="3825063" y="2456"/>
                  </a:lnTo>
                  <a:lnTo>
                    <a:pt x="3796814" y="5879"/>
                  </a:lnTo>
                  <a:lnTo>
                    <a:pt x="3754785" y="11513"/>
                  </a:lnTo>
                  <a:lnTo>
                    <a:pt x="3699271" y="19782"/>
                  </a:lnTo>
                  <a:lnTo>
                    <a:pt x="3632057" y="30970"/>
                  </a:lnTo>
                  <a:lnTo>
                    <a:pt x="3556007" y="45212"/>
                  </a:lnTo>
                  <a:lnTo>
                    <a:pt x="3474486" y="62520"/>
                  </a:lnTo>
                  <a:lnTo>
                    <a:pt x="3390808" y="82840"/>
                  </a:lnTo>
                  <a:lnTo>
                    <a:pt x="3307814" y="106106"/>
                  </a:lnTo>
                  <a:lnTo>
                    <a:pt x="3227646" y="132296"/>
                  </a:lnTo>
                  <a:lnTo>
                    <a:pt x="3151708" y="161468"/>
                  </a:lnTo>
                  <a:lnTo>
                    <a:pt x="3080739" y="193782"/>
                  </a:lnTo>
                  <a:lnTo>
                    <a:pt x="3014943" y="229511"/>
                  </a:lnTo>
                  <a:lnTo>
                    <a:pt x="2954138" y="269039"/>
                  </a:lnTo>
                  <a:lnTo>
                    <a:pt x="2897877" y="312854"/>
                  </a:lnTo>
                  <a:lnTo>
                    <a:pt x="2845556" y="361526"/>
                  </a:lnTo>
                  <a:lnTo>
                    <a:pt x="2796491" y="415679"/>
                  </a:lnTo>
                  <a:lnTo>
                    <a:pt x="2749974" y="475932"/>
                  </a:lnTo>
                  <a:lnTo>
                    <a:pt x="2705328" y="542801"/>
                  </a:lnTo>
                  <a:lnTo>
                    <a:pt x="2667772" y="606158"/>
                  </a:lnTo>
                  <a:lnTo>
                    <a:pt x="2635802" y="665107"/>
                  </a:lnTo>
                  <a:lnTo>
                    <a:pt x="2604121" y="727962"/>
                  </a:lnTo>
                  <a:lnTo>
                    <a:pt x="2572567" y="794803"/>
                  </a:lnTo>
                  <a:lnTo>
                    <a:pt x="2541011" y="865659"/>
                  </a:lnTo>
                  <a:lnTo>
                    <a:pt x="2509351" y="940503"/>
                  </a:lnTo>
                  <a:lnTo>
                    <a:pt x="2477510" y="1019247"/>
                  </a:lnTo>
                  <a:lnTo>
                    <a:pt x="2445436" y="1101738"/>
                  </a:lnTo>
                  <a:lnTo>
                    <a:pt x="2413099" y="1187755"/>
                  </a:lnTo>
                  <a:lnTo>
                    <a:pt x="2380486" y="1277013"/>
                  </a:lnTo>
                  <a:lnTo>
                    <a:pt x="2347604" y="1369156"/>
                  </a:lnTo>
                  <a:lnTo>
                    <a:pt x="2314478" y="1463771"/>
                  </a:lnTo>
                  <a:lnTo>
                    <a:pt x="2281145" y="1560385"/>
                  </a:lnTo>
                  <a:lnTo>
                    <a:pt x="2247652" y="1658484"/>
                  </a:lnTo>
                  <a:lnTo>
                    <a:pt x="2214058" y="1757514"/>
                  </a:lnTo>
                  <a:lnTo>
                    <a:pt x="2180424" y="1856901"/>
                  </a:lnTo>
                  <a:lnTo>
                    <a:pt x="2146815" y="1956063"/>
                  </a:lnTo>
                  <a:lnTo>
                    <a:pt x="2113294" y="2054422"/>
                  </a:lnTo>
                  <a:lnTo>
                    <a:pt x="2079920" y="2151420"/>
                  </a:lnTo>
                  <a:lnTo>
                    <a:pt x="2046744" y="2246531"/>
                  </a:lnTo>
                  <a:lnTo>
                    <a:pt x="2013804" y="2339274"/>
                  </a:lnTo>
                  <a:lnTo>
                    <a:pt x="1981129" y="2429219"/>
                  </a:lnTo>
                  <a:lnTo>
                    <a:pt x="1948729" y="2516000"/>
                  </a:lnTo>
                  <a:lnTo>
                    <a:pt x="1916598" y="2599312"/>
                  </a:lnTo>
                  <a:lnTo>
                    <a:pt x="1884708" y="2678922"/>
                  </a:lnTo>
                  <a:lnTo>
                    <a:pt x="1853013" y="2754660"/>
                  </a:lnTo>
                  <a:lnTo>
                    <a:pt x="1821441" y="2826425"/>
                  </a:lnTo>
                  <a:lnTo>
                    <a:pt x="1789897" y="2894176"/>
                  </a:lnTo>
                  <a:lnTo>
                    <a:pt x="1758257" y="2957930"/>
                  </a:lnTo>
                  <a:lnTo>
                    <a:pt x="1726369" y="3017756"/>
                  </a:lnTo>
                  <a:lnTo>
                    <a:pt x="1719082" y="3030790"/>
                  </a:lnTo>
                  <a:lnTo>
                    <a:pt x="1675569" y="3103600"/>
                  </a:lnTo>
                  <a:lnTo>
                    <a:pt x="1630707" y="3169550"/>
                  </a:lnTo>
                  <a:lnTo>
                    <a:pt x="1583886" y="3228944"/>
                  </a:lnTo>
                  <a:lnTo>
                    <a:pt x="1534421" y="3282318"/>
                  </a:lnTo>
                  <a:lnTo>
                    <a:pt x="1481606" y="3330297"/>
                  </a:lnTo>
                  <a:lnTo>
                    <a:pt x="1424763" y="3373499"/>
                  </a:lnTo>
                  <a:lnTo>
                    <a:pt x="1363303" y="3412486"/>
                  </a:lnTo>
                  <a:lnTo>
                    <a:pt x="1296811" y="3447733"/>
                  </a:lnTo>
                  <a:lnTo>
                    <a:pt x="1225146" y="3479609"/>
                  </a:lnTo>
                  <a:lnTo>
                    <a:pt x="1148579" y="3508370"/>
                  </a:lnTo>
                  <a:lnTo>
                    <a:pt x="1067931" y="3534163"/>
                  </a:lnTo>
                  <a:lnTo>
                    <a:pt x="984702" y="3557033"/>
                  </a:lnTo>
                  <a:lnTo>
                    <a:pt x="901136" y="3576949"/>
                  </a:lnTo>
                  <a:lnTo>
                    <a:pt x="820156" y="3593844"/>
                  </a:lnTo>
                  <a:lnTo>
                    <a:pt x="745109" y="3607669"/>
                  </a:lnTo>
                  <a:lnTo>
                    <a:pt x="679331" y="3618451"/>
                  </a:lnTo>
                  <a:lnTo>
                    <a:pt x="625567" y="3626344"/>
                  </a:lnTo>
                  <a:lnTo>
                    <a:pt x="585423" y="3631651"/>
                  </a:lnTo>
                  <a:lnTo>
                    <a:pt x="558971" y="3634813"/>
                  </a:lnTo>
                  <a:lnTo>
                    <a:pt x="544644" y="3636368"/>
                  </a:lnTo>
                  <a:lnTo>
                    <a:pt x="539359" y="3636891"/>
                  </a:lnTo>
                  <a:lnTo>
                    <a:pt x="538736" y="3636948"/>
                  </a:lnTo>
                  <a:lnTo>
                    <a:pt x="0" y="3636948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85" name="pl1485"/>
            <p:cNvSpPr/>
            <p:nvPr/>
          </p:nvSpPr>
          <p:spPr>
            <a:xfrm>
              <a:off x="546595" y="886570"/>
              <a:ext cx="8234974" cy="3636948"/>
            </a:xfrm>
            <a:custGeom>
              <a:avLst/>
              <a:pathLst>
                <a:path w="8234974" h="3636948">
                  <a:moveTo>
                    <a:pt x="0" y="3636948"/>
                  </a:moveTo>
                  <a:lnTo>
                    <a:pt x="538736" y="3636948"/>
                  </a:lnTo>
                  <a:lnTo>
                    <a:pt x="539692" y="3636860"/>
                  </a:lnTo>
                  <a:lnTo>
                    <a:pt x="545972" y="3636231"/>
                  </a:lnTo>
                  <a:lnTo>
                    <a:pt x="561791" y="3634492"/>
                  </a:lnTo>
                  <a:lnTo>
                    <a:pt x="590041" y="3631069"/>
                  </a:lnTo>
                  <a:lnTo>
                    <a:pt x="632070" y="3625435"/>
                  </a:lnTo>
                  <a:lnTo>
                    <a:pt x="687584" y="3617166"/>
                  </a:lnTo>
                  <a:lnTo>
                    <a:pt x="754797" y="3605978"/>
                  </a:lnTo>
                  <a:lnTo>
                    <a:pt x="830848" y="3591736"/>
                  </a:lnTo>
                  <a:lnTo>
                    <a:pt x="912369" y="3574428"/>
                  </a:lnTo>
                  <a:lnTo>
                    <a:pt x="996046" y="3554108"/>
                  </a:lnTo>
                  <a:lnTo>
                    <a:pt x="1079041" y="3530842"/>
                  </a:lnTo>
                  <a:lnTo>
                    <a:pt x="1159209" y="3504652"/>
                  </a:lnTo>
                  <a:lnTo>
                    <a:pt x="1235146" y="3475480"/>
                  </a:lnTo>
                  <a:lnTo>
                    <a:pt x="1306116" y="3443166"/>
                  </a:lnTo>
                  <a:lnTo>
                    <a:pt x="1371911" y="3407437"/>
                  </a:lnTo>
                  <a:lnTo>
                    <a:pt x="1432717" y="3367908"/>
                  </a:lnTo>
                  <a:lnTo>
                    <a:pt x="1488978" y="3324094"/>
                  </a:lnTo>
                  <a:lnTo>
                    <a:pt x="1541298" y="3275422"/>
                  </a:lnTo>
                  <a:lnTo>
                    <a:pt x="1590363" y="3221269"/>
                  </a:lnTo>
                  <a:lnTo>
                    <a:pt x="1636880" y="3161016"/>
                  </a:lnTo>
                  <a:lnTo>
                    <a:pt x="1681527" y="3094147"/>
                  </a:lnTo>
                  <a:lnTo>
                    <a:pt x="1719082" y="3030790"/>
                  </a:lnTo>
                  <a:lnTo>
                    <a:pt x="1751052" y="2971841"/>
                  </a:lnTo>
                  <a:lnTo>
                    <a:pt x="1782734" y="2908986"/>
                  </a:lnTo>
                  <a:lnTo>
                    <a:pt x="1814288" y="2842145"/>
                  </a:lnTo>
                  <a:lnTo>
                    <a:pt x="1845844" y="2771289"/>
                  </a:lnTo>
                  <a:lnTo>
                    <a:pt x="1877504" y="2696445"/>
                  </a:lnTo>
                  <a:lnTo>
                    <a:pt x="1909345" y="2617701"/>
                  </a:lnTo>
                  <a:lnTo>
                    <a:pt x="1941418" y="2535210"/>
                  </a:lnTo>
                  <a:lnTo>
                    <a:pt x="1973756" y="2449192"/>
                  </a:lnTo>
                  <a:lnTo>
                    <a:pt x="2006369" y="2359935"/>
                  </a:lnTo>
                  <a:lnTo>
                    <a:pt x="2039250" y="2267791"/>
                  </a:lnTo>
                  <a:lnTo>
                    <a:pt x="2072376" y="2173177"/>
                  </a:lnTo>
                  <a:lnTo>
                    <a:pt x="2105710" y="2076563"/>
                  </a:lnTo>
                  <a:lnTo>
                    <a:pt x="2139202" y="1978464"/>
                  </a:lnTo>
                  <a:lnTo>
                    <a:pt x="2172796" y="1879434"/>
                  </a:lnTo>
                  <a:lnTo>
                    <a:pt x="2206430" y="1780047"/>
                  </a:lnTo>
                  <a:lnTo>
                    <a:pt x="2240039" y="1680884"/>
                  </a:lnTo>
                  <a:lnTo>
                    <a:pt x="2273560" y="1582525"/>
                  </a:lnTo>
                  <a:lnTo>
                    <a:pt x="2306934" y="1485528"/>
                  </a:lnTo>
                  <a:lnTo>
                    <a:pt x="2340111" y="1390417"/>
                  </a:lnTo>
                  <a:lnTo>
                    <a:pt x="2373050" y="1297674"/>
                  </a:lnTo>
                  <a:lnTo>
                    <a:pt x="2405725" y="1207729"/>
                  </a:lnTo>
                  <a:lnTo>
                    <a:pt x="2438125" y="1120948"/>
                  </a:lnTo>
                  <a:lnTo>
                    <a:pt x="2470257" y="1037636"/>
                  </a:lnTo>
                  <a:lnTo>
                    <a:pt x="2502146" y="958026"/>
                  </a:lnTo>
                  <a:lnTo>
                    <a:pt x="2533842" y="882288"/>
                  </a:lnTo>
                  <a:lnTo>
                    <a:pt x="2565414" y="810523"/>
                  </a:lnTo>
                  <a:lnTo>
                    <a:pt x="2596958" y="742772"/>
                  </a:lnTo>
                  <a:lnTo>
                    <a:pt x="2628597" y="679018"/>
                  </a:lnTo>
                  <a:lnTo>
                    <a:pt x="2660486" y="619192"/>
                  </a:lnTo>
                  <a:lnTo>
                    <a:pt x="2667772" y="606158"/>
                  </a:lnTo>
                  <a:lnTo>
                    <a:pt x="2711286" y="533348"/>
                  </a:lnTo>
                  <a:lnTo>
                    <a:pt x="2756148" y="467398"/>
                  </a:lnTo>
                  <a:lnTo>
                    <a:pt x="2802969" y="408004"/>
                  </a:lnTo>
                  <a:lnTo>
                    <a:pt x="2852433" y="354630"/>
                  </a:lnTo>
                  <a:lnTo>
                    <a:pt x="2905248" y="306651"/>
                  </a:lnTo>
                  <a:lnTo>
                    <a:pt x="2962092" y="263449"/>
                  </a:lnTo>
                  <a:lnTo>
                    <a:pt x="3023552" y="224461"/>
                  </a:lnTo>
                  <a:lnTo>
                    <a:pt x="3090044" y="189215"/>
                  </a:lnTo>
                  <a:lnTo>
                    <a:pt x="3161708" y="157339"/>
                  </a:lnTo>
                  <a:lnTo>
                    <a:pt x="3238275" y="128578"/>
                  </a:lnTo>
                  <a:lnTo>
                    <a:pt x="3318924" y="102785"/>
                  </a:lnTo>
                  <a:lnTo>
                    <a:pt x="3402153" y="79915"/>
                  </a:lnTo>
                  <a:lnTo>
                    <a:pt x="3485718" y="59999"/>
                  </a:lnTo>
                  <a:lnTo>
                    <a:pt x="3566699" y="43103"/>
                  </a:lnTo>
                  <a:lnTo>
                    <a:pt x="3641745" y="29278"/>
                  </a:lnTo>
                  <a:lnTo>
                    <a:pt x="3707524" y="18497"/>
                  </a:lnTo>
                  <a:lnTo>
                    <a:pt x="3761287" y="10604"/>
                  </a:lnTo>
                  <a:lnTo>
                    <a:pt x="3801432" y="5297"/>
                  </a:lnTo>
                  <a:lnTo>
                    <a:pt x="3827883" y="2135"/>
                  </a:lnTo>
                  <a:lnTo>
                    <a:pt x="3842211" y="580"/>
                  </a:lnTo>
                  <a:lnTo>
                    <a:pt x="3847496" y="5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6"/>
                  </a:lnTo>
                  <a:lnTo>
                    <a:pt x="4396622" y="135"/>
                  </a:lnTo>
                  <a:lnTo>
                    <a:pt x="4417735" y="464"/>
                  </a:lnTo>
                  <a:lnTo>
                    <a:pt x="4454884" y="1108"/>
                  </a:lnTo>
                  <a:lnTo>
                    <a:pt x="4509050" y="2162"/>
                  </a:lnTo>
                  <a:lnTo>
                    <a:pt x="4578785" y="3691"/>
                  </a:lnTo>
                  <a:lnTo>
                    <a:pt x="4660698" y="5733"/>
                  </a:lnTo>
                  <a:lnTo>
                    <a:pt x="4750326" y="8296"/>
                  </a:lnTo>
                  <a:lnTo>
                    <a:pt x="4843096" y="11370"/>
                  </a:lnTo>
                  <a:lnTo>
                    <a:pt x="4935082" y="14945"/>
                  </a:lnTo>
                  <a:lnTo>
                    <a:pt x="5023398" y="19016"/>
                  </a:lnTo>
                  <a:lnTo>
                    <a:pt x="5106270" y="23597"/>
                  </a:lnTo>
                  <a:lnTo>
                    <a:pt x="5182893" y="28724"/>
                  </a:lnTo>
                  <a:lnTo>
                    <a:pt x="5253201" y="34456"/>
                  </a:lnTo>
                  <a:lnTo>
                    <a:pt x="5317631" y="40875"/>
                  </a:lnTo>
                  <a:lnTo>
                    <a:pt x="5376932" y="48082"/>
                  </a:lnTo>
                  <a:lnTo>
                    <a:pt x="5432012" y="56193"/>
                  </a:lnTo>
                  <a:lnTo>
                    <a:pt x="5483838" y="65324"/>
                  </a:lnTo>
                  <a:lnTo>
                    <a:pt x="5533338" y="75575"/>
                  </a:lnTo>
                  <a:lnTo>
                    <a:pt x="5567201" y="83482"/>
                  </a:lnTo>
                  <a:lnTo>
                    <a:pt x="5618487" y="96808"/>
                  </a:lnTo>
                  <a:lnTo>
                    <a:pt x="5669279" y="111543"/>
                  </a:lnTo>
                  <a:lnTo>
                    <a:pt x="5720131" y="127707"/>
                  </a:lnTo>
                  <a:lnTo>
                    <a:pt x="5771411" y="145265"/>
                  </a:lnTo>
                  <a:lnTo>
                    <a:pt x="5823330" y="164124"/>
                  </a:lnTo>
                  <a:lnTo>
                    <a:pt x="5875955" y="184131"/>
                  </a:lnTo>
                  <a:lnTo>
                    <a:pt x="5929234" y="205069"/>
                  </a:lnTo>
                  <a:lnTo>
                    <a:pt x="5983016" y="226671"/>
                  </a:lnTo>
                  <a:lnTo>
                    <a:pt x="6037080" y="248630"/>
                  </a:lnTo>
                  <a:lnTo>
                    <a:pt x="6091166" y="270617"/>
                  </a:lnTo>
                  <a:lnTo>
                    <a:pt x="6145012" y="292300"/>
                  </a:lnTo>
                  <a:lnTo>
                    <a:pt x="6198386" y="313368"/>
                  </a:lnTo>
                  <a:lnTo>
                    <a:pt x="6251126" y="333544"/>
                  </a:lnTo>
                  <a:lnTo>
                    <a:pt x="6303160" y="352605"/>
                  </a:lnTo>
                  <a:lnTo>
                    <a:pt x="6354535" y="370386"/>
                  </a:lnTo>
                  <a:lnTo>
                    <a:pt x="6405437" y="386784"/>
                  </a:lnTo>
                  <a:lnTo>
                    <a:pt x="6456206" y="401755"/>
                  </a:lnTo>
                  <a:lnTo>
                    <a:pt x="6507363" y="415309"/>
                  </a:lnTo>
                  <a:lnTo>
                    <a:pt x="6515891" y="417414"/>
                  </a:lnTo>
                  <a:lnTo>
                    <a:pt x="6564250" y="428484"/>
                  </a:lnTo>
                  <a:lnTo>
                    <a:pt x="6614348" y="438394"/>
                  </a:lnTo>
                  <a:lnTo>
                    <a:pt x="6667039" y="447211"/>
                  </a:lnTo>
                  <a:lnTo>
                    <a:pt x="6723272" y="455041"/>
                  </a:lnTo>
                  <a:lnTo>
                    <a:pt x="6784004" y="462003"/>
                  </a:lnTo>
                  <a:lnTo>
                    <a:pt x="6850111" y="468208"/>
                  </a:lnTo>
                  <a:lnTo>
                    <a:pt x="6922265" y="473753"/>
                  </a:lnTo>
                  <a:lnTo>
                    <a:pt x="7000778" y="478713"/>
                  </a:lnTo>
                  <a:lnTo>
                    <a:pt x="7085389" y="483140"/>
                  </a:lnTo>
                  <a:lnTo>
                    <a:pt x="7175028" y="487063"/>
                  </a:lnTo>
                  <a:lnTo>
                    <a:pt x="7267598" y="490491"/>
                  </a:lnTo>
                  <a:lnTo>
                    <a:pt x="7359886" y="493415"/>
                  </a:lnTo>
                  <a:lnTo>
                    <a:pt x="7447714" y="495823"/>
                  </a:lnTo>
                  <a:lnTo>
                    <a:pt x="7526450" y="497711"/>
                  </a:lnTo>
                  <a:lnTo>
                    <a:pt x="7591847" y="499094"/>
                  </a:lnTo>
                  <a:lnTo>
                    <a:pt x="7641010" y="500018"/>
                  </a:lnTo>
                  <a:lnTo>
                    <a:pt x="7673186" y="500558"/>
                  </a:lnTo>
                  <a:lnTo>
                    <a:pt x="7690092" y="500813"/>
                  </a:lnTo>
                  <a:lnTo>
                    <a:pt x="7695777" y="500891"/>
                  </a:lnTo>
                  <a:lnTo>
                    <a:pt x="7696237" y="500897"/>
                  </a:lnTo>
                  <a:lnTo>
                    <a:pt x="8234974" y="500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6" name="pl1486"/>
            <p:cNvSpPr/>
            <p:nvPr/>
          </p:nvSpPr>
          <p:spPr>
            <a:xfrm>
              <a:off x="546595" y="881125"/>
              <a:ext cx="8234974" cy="3636948"/>
            </a:xfrm>
            <a:custGeom>
              <a:avLst/>
              <a:pathLst>
                <a:path w="8234974" h="3636948">
                  <a:moveTo>
                    <a:pt x="8234974" y="500897"/>
                  </a:moveTo>
                  <a:lnTo>
                    <a:pt x="7696237" y="500897"/>
                  </a:lnTo>
                  <a:lnTo>
                    <a:pt x="7694939" y="500880"/>
                  </a:lnTo>
                  <a:lnTo>
                    <a:pt x="7686470" y="500761"/>
                  </a:lnTo>
                  <a:lnTo>
                    <a:pt x="7665357" y="500433"/>
                  </a:lnTo>
                  <a:lnTo>
                    <a:pt x="7628208" y="499788"/>
                  </a:lnTo>
                  <a:lnTo>
                    <a:pt x="7574043" y="498734"/>
                  </a:lnTo>
                  <a:lnTo>
                    <a:pt x="7504307" y="497205"/>
                  </a:lnTo>
                  <a:lnTo>
                    <a:pt x="7422394" y="495163"/>
                  </a:lnTo>
                  <a:lnTo>
                    <a:pt x="7332767" y="492600"/>
                  </a:lnTo>
                  <a:lnTo>
                    <a:pt x="7239996" y="489526"/>
                  </a:lnTo>
                  <a:lnTo>
                    <a:pt x="7148010" y="485951"/>
                  </a:lnTo>
                  <a:lnTo>
                    <a:pt x="7059694" y="481880"/>
                  </a:lnTo>
                  <a:lnTo>
                    <a:pt x="6976822" y="477299"/>
                  </a:lnTo>
                  <a:lnTo>
                    <a:pt x="6900199" y="472172"/>
                  </a:lnTo>
                  <a:lnTo>
                    <a:pt x="6829892" y="466440"/>
                  </a:lnTo>
                  <a:lnTo>
                    <a:pt x="6765461" y="460021"/>
                  </a:lnTo>
                  <a:lnTo>
                    <a:pt x="6706161" y="452814"/>
                  </a:lnTo>
                  <a:lnTo>
                    <a:pt x="6651080" y="444703"/>
                  </a:lnTo>
                  <a:lnTo>
                    <a:pt x="6599255" y="435572"/>
                  </a:lnTo>
                  <a:lnTo>
                    <a:pt x="6549755" y="425321"/>
                  </a:lnTo>
                  <a:lnTo>
                    <a:pt x="6515891" y="417414"/>
                  </a:lnTo>
                  <a:lnTo>
                    <a:pt x="6464605" y="404088"/>
                  </a:lnTo>
                  <a:lnTo>
                    <a:pt x="6413813" y="389353"/>
                  </a:lnTo>
                  <a:lnTo>
                    <a:pt x="6362962" y="373190"/>
                  </a:lnTo>
                  <a:lnTo>
                    <a:pt x="6311681" y="355632"/>
                  </a:lnTo>
                  <a:lnTo>
                    <a:pt x="6259762" y="336772"/>
                  </a:lnTo>
                  <a:lnTo>
                    <a:pt x="6207137" y="316766"/>
                  </a:lnTo>
                  <a:lnTo>
                    <a:pt x="6153858" y="295827"/>
                  </a:lnTo>
                  <a:lnTo>
                    <a:pt x="6100076" y="274225"/>
                  </a:lnTo>
                  <a:lnTo>
                    <a:pt x="6046012" y="252266"/>
                  </a:lnTo>
                  <a:lnTo>
                    <a:pt x="5991926" y="230279"/>
                  </a:lnTo>
                  <a:lnTo>
                    <a:pt x="5938081" y="208596"/>
                  </a:lnTo>
                  <a:lnTo>
                    <a:pt x="5884706" y="187529"/>
                  </a:lnTo>
                  <a:lnTo>
                    <a:pt x="5831967" y="167352"/>
                  </a:lnTo>
                  <a:lnTo>
                    <a:pt x="5779933" y="148291"/>
                  </a:lnTo>
                  <a:lnTo>
                    <a:pt x="5728557" y="130510"/>
                  </a:lnTo>
                  <a:lnTo>
                    <a:pt x="5677656" y="114112"/>
                  </a:lnTo>
                  <a:lnTo>
                    <a:pt x="5626887" y="99141"/>
                  </a:lnTo>
                  <a:lnTo>
                    <a:pt x="5575729" y="85587"/>
                  </a:lnTo>
                  <a:lnTo>
                    <a:pt x="5567201" y="83482"/>
                  </a:lnTo>
                  <a:lnTo>
                    <a:pt x="5518843" y="72413"/>
                  </a:lnTo>
                  <a:lnTo>
                    <a:pt x="5468744" y="62502"/>
                  </a:lnTo>
                  <a:lnTo>
                    <a:pt x="5416053" y="53685"/>
                  </a:lnTo>
                  <a:lnTo>
                    <a:pt x="5359820" y="45855"/>
                  </a:lnTo>
                  <a:lnTo>
                    <a:pt x="5299088" y="38893"/>
                  </a:lnTo>
                  <a:lnTo>
                    <a:pt x="5232981" y="32688"/>
                  </a:lnTo>
                  <a:lnTo>
                    <a:pt x="5160827" y="27143"/>
                  </a:lnTo>
                  <a:lnTo>
                    <a:pt x="5082314" y="22183"/>
                  </a:lnTo>
                  <a:lnTo>
                    <a:pt x="4997704" y="17756"/>
                  </a:lnTo>
                  <a:lnTo>
                    <a:pt x="4908065" y="13833"/>
                  </a:lnTo>
                  <a:lnTo>
                    <a:pt x="4815494" y="10405"/>
                  </a:lnTo>
                  <a:lnTo>
                    <a:pt x="4723206" y="7481"/>
                  </a:lnTo>
                  <a:lnTo>
                    <a:pt x="4635378" y="5073"/>
                  </a:lnTo>
                  <a:lnTo>
                    <a:pt x="4556642" y="3185"/>
                  </a:lnTo>
                  <a:lnTo>
                    <a:pt x="4491246" y="1802"/>
                  </a:lnTo>
                  <a:lnTo>
                    <a:pt x="4442082" y="878"/>
                  </a:lnTo>
                  <a:lnTo>
                    <a:pt x="4409907" y="338"/>
                  </a:lnTo>
                  <a:lnTo>
                    <a:pt x="4393000" y="83"/>
                  </a:lnTo>
                  <a:lnTo>
                    <a:pt x="4387315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3" y="88"/>
                  </a:lnTo>
                  <a:lnTo>
                    <a:pt x="3840883" y="717"/>
                  </a:lnTo>
                  <a:lnTo>
                    <a:pt x="3825063" y="2456"/>
                  </a:lnTo>
                  <a:lnTo>
                    <a:pt x="3796814" y="5879"/>
                  </a:lnTo>
                  <a:lnTo>
                    <a:pt x="3754785" y="11513"/>
                  </a:lnTo>
                  <a:lnTo>
                    <a:pt x="3699271" y="19782"/>
                  </a:lnTo>
                  <a:lnTo>
                    <a:pt x="3632057" y="30970"/>
                  </a:lnTo>
                  <a:lnTo>
                    <a:pt x="3556007" y="45212"/>
                  </a:lnTo>
                  <a:lnTo>
                    <a:pt x="3474486" y="62520"/>
                  </a:lnTo>
                  <a:lnTo>
                    <a:pt x="3390808" y="82840"/>
                  </a:lnTo>
                  <a:lnTo>
                    <a:pt x="3307814" y="106106"/>
                  </a:lnTo>
                  <a:lnTo>
                    <a:pt x="3227646" y="132296"/>
                  </a:lnTo>
                  <a:lnTo>
                    <a:pt x="3151708" y="161468"/>
                  </a:lnTo>
                  <a:lnTo>
                    <a:pt x="3080739" y="193782"/>
                  </a:lnTo>
                  <a:lnTo>
                    <a:pt x="3014943" y="229511"/>
                  </a:lnTo>
                  <a:lnTo>
                    <a:pt x="2954138" y="269039"/>
                  </a:lnTo>
                  <a:lnTo>
                    <a:pt x="2897877" y="312854"/>
                  </a:lnTo>
                  <a:lnTo>
                    <a:pt x="2845556" y="361526"/>
                  </a:lnTo>
                  <a:lnTo>
                    <a:pt x="2796491" y="415679"/>
                  </a:lnTo>
                  <a:lnTo>
                    <a:pt x="2749974" y="475932"/>
                  </a:lnTo>
                  <a:lnTo>
                    <a:pt x="2705328" y="542801"/>
                  </a:lnTo>
                  <a:lnTo>
                    <a:pt x="2667772" y="606158"/>
                  </a:lnTo>
                  <a:lnTo>
                    <a:pt x="2635802" y="665107"/>
                  </a:lnTo>
                  <a:lnTo>
                    <a:pt x="2604121" y="727962"/>
                  </a:lnTo>
                  <a:lnTo>
                    <a:pt x="2572567" y="794803"/>
                  </a:lnTo>
                  <a:lnTo>
                    <a:pt x="2541011" y="865659"/>
                  </a:lnTo>
                  <a:lnTo>
                    <a:pt x="2509351" y="940503"/>
                  </a:lnTo>
                  <a:lnTo>
                    <a:pt x="2477510" y="1019247"/>
                  </a:lnTo>
                  <a:lnTo>
                    <a:pt x="2445436" y="1101738"/>
                  </a:lnTo>
                  <a:lnTo>
                    <a:pt x="2413099" y="1187755"/>
                  </a:lnTo>
                  <a:lnTo>
                    <a:pt x="2380486" y="1277013"/>
                  </a:lnTo>
                  <a:lnTo>
                    <a:pt x="2347604" y="1369156"/>
                  </a:lnTo>
                  <a:lnTo>
                    <a:pt x="2314478" y="1463771"/>
                  </a:lnTo>
                  <a:lnTo>
                    <a:pt x="2281145" y="1560385"/>
                  </a:lnTo>
                  <a:lnTo>
                    <a:pt x="2247652" y="1658484"/>
                  </a:lnTo>
                  <a:lnTo>
                    <a:pt x="2214058" y="1757514"/>
                  </a:lnTo>
                  <a:lnTo>
                    <a:pt x="2180424" y="1856901"/>
                  </a:lnTo>
                  <a:lnTo>
                    <a:pt x="2146815" y="1956063"/>
                  </a:lnTo>
                  <a:lnTo>
                    <a:pt x="2113294" y="2054422"/>
                  </a:lnTo>
                  <a:lnTo>
                    <a:pt x="2079920" y="2151420"/>
                  </a:lnTo>
                  <a:lnTo>
                    <a:pt x="2046744" y="2246531"/>
                  </a:lnTo>
                  <a:lnTo>
                    <a:pt x="2013804" y="2339274"/>
                  </a:lnTo>
                  <a:lnTo>
                    <a:pt x="1981129" y="2429219"/>
                  </a:lnTo>
                  <a:lnTo>
                    <a:pt x="1948729" y="2516000"/>
                  </a:lnTo>
                  <a:lnTo>
                    <a:pt x="1916598" y="2599312"/>
                  </a:lnTo>
                  <a:lnTo>
                    <a:pt x="1884708" y="2678922"/>
                  </a:lnTo>
                  <a:lnTo>
                    <a:pt x="1853013" y="2754660"/>
                  </a:lnTo>
                  <a:lnTo>
                    <a:pt x="1821441" y="2826425"/>
                  </a:lnTo>
                  <a:lnTo>
                    <a:pt x="1789897" y="2894176"/>
                  </a:lnTo>
                  <a:lnTo>
                    <a:pt x="1758257" y="2957930"/>
                  </a:lnTo>
                  <a:lnTo>
                    <a:pt x="1726369" y="3017756"/>
                  </a:lnTo>
                  <a:lnTo>
                    <a:pt x="1719082" y="3030790"/>
                  </a:lnTo>
                  <a:lnTo>
                    <a:pt x="1675569" y="3103600"/>
                  </a:lnTo>
                  <a:lnTo>
                    <a:pt x="1630707" y="3169550"/>
                  </a:lnTo>
                  <a:lnTo>
                    <a:pt x="1583886" y="3228944"/>
                  </a:lnTo>
                  <a:lnTo>
                    <a:pt x="1534421" y="3282318"/>
                  </a:lnTo>
                  <a:lnTo>
                    <a:pt x="1481606" y="3330297"/>
                  </a:lnTo>
                  <a:lnTo>
                    <a:pt x="1424763" y="3373499"/>
                  </a:lnTo>
                  <a:lnTo>
                    <a:pt x="1363303" y="3412486"/>
                  </a:lnTo>
                  <a:lnTo>
                    <a:pt x="1296811" y="3447733"/>
                  </a:lnTo>
                  <a:lnTo>
                    <a:pt x="1225146" y="3479609"/>
                  </a:lnTo>
                  <a:lnTo>
                    <a:pt x="1148579" y="3508370"/>
                  </a:lnTo>
                  <a:lnTo>
                    <a:pt x="1067931" y="3534163"/>
                  </a:lnTo>
                  <a:lnTo>
                    <a:pt x="984702" y="3557033"/>
                  </a:lnTo>
                  <a:lnTo>
                    <a:pt x="901136" y="3576949"/>
                  </a:lnTo>
                  <a:lnTo>
                    <a:pt x="820156" y="3593844"/>
                  </a:lnTo>
                  <a:lnTo>
                    <a:pt x="745109" y="3607669"/>
                  </a:lnTo>
                  <a:lnTo>
                    <a:pt x="679331" y="3618451"/>
                  </a:lnTo>
                  <a:lnTo>
                    <a:pt x="625567" y="3626344"/>
                  </a:lnTo>
                  <a:lnTo>
                    <a:pt x="585423" y="3631651"/>
                  </a:lnTo>
                  <a:lnTo>
                    <a:pt x="558971" y="3634813"/>
                  </a:lnTo>
                  <a:lnTo>
                    <a:pt x="544644" y="3636368"/>
                  </a:lnTo>
                  <a:lnTo>
                    <a:pt x="539359" y="3636891"/>
                  </a:lnTo>
                  <a:lnTo>
                    <a:pt x="538736" y="3636948"/>
                  </a:lnTo>
                  <a:lnTo>
                    <a:pt x="0" y="36369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7" name="pg1487"/>
            <p:cNvSpPr/>
            <p:nvPr/>
          </p:nvSpPr>
          <p:spPr>
            <a:xfrm>
              <a:off x="546595" y="1060795"/>
              <a:ext cx="8234974" cy="3468168"/>
            </a:xfrm>
            <a:custGeom>
              <a:avLst/>
              <a:pathLst>
                <a:path w="8234974" h="3468168">
                  <a:moveTo>
                    <a:pt x="0" y="3468168"/>
                  </a:moveTo>
                  <a:lnTo>
                    <a:pt x="538736" y="3468168"/>
                  </a:lnTo>
                  <a:lnTo>
                    <a:pt x="539705" y="3468083"/>
                  </a:lnTo>
                  <a:lnTo>
                    <a:pt x="546071" y="3467475"/>
                  </a:lnTo>
                  <a:lnTo>
                    <a:pt x="562099" y="3465795"/>
                  </a:lnTo>
                  <a:lnTo>
                    <a:pt x="590704" y="3462490"/>
                  </a:lnTo>
                  <a:lnTo>
                    <a:pt x="633227" y="3457051"/>
                  </a:lnTo>
                  <a:lnTo>
                    <a:pt x="689335" y="3449071"/>
                  </a:lnTo>
                  <a:lnTo>
                    <a:pt x="757183" y="3438280"/>
                  </a:lnTo>
                  <a:lnTo>
                    <a:pt x="833843" y="3424553"/>
                  </a:lnTo>
                  <a:lnTo>
                    <a:pt x="915896" y="3407880"/>
                  </a:lnTo>
                  <a:lnTo>
                    <a:pt x="999992" y="3388315"/>
                  </a:lnTo>
                  <a:lnTo>
                    <a:pt x="1083281" y="3365920"/>
                  </a:lnTo>
                  <a:lnTo>
                    <a:pt x="1163625" y="3340715"/>
                  </a:lnTo>
                  <a:lnTo>
                    <a:pt x="1239641" y="3312638"/>
                  </a:lnTo>
                  <a:lnTo>
                    <a:pt x="1310615" y="3281528"/>
                  </a:lnTo>
                  <a:lnTo>
                    <a:pt x="1376369" y="3247114"/>
                  </a:lnTo>
                  <a:lnTo>
                    <a:pt x="1437110" y="3209019"/>
                  </a:lnTo>
                  <a:lnTo>
                    <a:pt x="1493306" y="3166766"/>
                  </a:lnTo>
                  <a:lnTo>
                    <a:pt x="1545576" y="3119798"/>
                  </a:lnTo>
                  <a:lnTo>
                    <a:pt x="1594622" y="3067510"/>
                  </a:lnTo>
                  <a:lnTo>
                    <a:pt x="1641158" y="3009309"/>
                  </a:lnTo>
                  <a:lnTo>
                    <a:pt x="1685867" y="2944714"/>
                  </a:lnTo>
                  <a:lnTo>
                    <a:pt x="1719082" y="2891047"/>
                  </a:lnTo>
                  <a:lnTo>
                    <a:pt x="1751732" y="2833682"/>
                  </a:lnTo>
                  <a:lnTo>
                    <a:pt x="1784084" y="2772436"/>
                  </a:lnTo>
                  <a:lnTo>
                    <a:pt x="1816309" y="2707228"/>
                  </a:lnTo>
                  <a:lnTo>
                    <a:pt x="1848545" y="2638034"/>
                  </a:lnTo>
                  <a:lnTo>
                    <a:pt x="1880896" y="2564883"/>
                  </a:lnTo>
                  <a:lnTo>
                    <a:pt x="1913443" y="2487873"/>
                  </a:lnTo>
                  <a:lnTo>
                    <a:pt x="1946238" y="2407165"/>
                  </a:lnTo>
                  <a:lnTo>
                    <a:pt x="1979312" y="2322992"/>
                  </a:lnTo>
                  <a:lnTo>
                    <a:pt x="2012672" y="2235658"/>
                  </a:lnTo>
                  <a:lnTo>
                    <a:pt x="2046309" y="2145533"/>
                  </a:lnTo>
                  <a:lnTo>
                    <a:pt x="2080194" y="2053049"/>
                  </a:lnTo>
                  <a:lnTo>
                    <a:pt x="2114285" y="1958695"/>
                  </a:lnTo>
                  <a:lnTo>
                    <a:pt x="2148527" y="1863005"/>
                  </a:lnTo>
                  <a:lnTo>
                    <a:pt x="2182857" y="1766547"/>
                  </a:lnTo>
                  <a:lnTo>
                    <a:pt x="2217209" y="1669907"/>
                  </a:lnTo>
                  <a:lnTo>
                    <a:pt x="2251513" y="1573676"/>
                  </a:lnTo>
                  <a:lnTo>
                    <a:pt x="2285704" y="1478435"/>
                  </a:lnTo>
                  <a:lnTo>
                    <a:pt x="2319721" y="1384739"/>
                  </a:lnTo>
                  <a:lnTo>
                    <a:pt x="2353515" y="1293107"/>
                  </a:lnTo>
                  <a:lnTo>
                    <a:pt x="2387048" y="1204007"/>
                  </a:lnTo>
                  <a:lnTo>
                    <a:pt x="2420299" y="1117849"/>
                  </a:lnTo>
                  <a:lnTo>
                    <a:pt x="2453263" y="1034978"/>
                  </a:lnTo>
                  <a:lnTo>
                    <a:pt x="2485958" y="955668"/>
                  </a:lnTo>
                  <a:lnTo>
                    <a:pt x="2518422" y="880127"/>
                  </a:lnTo>
                  <a:lnTo>
                    <a:pt x="2550718" y="808491"/>
                  </a:lnTo>
                  <a:lnTo>
                    <a:pt x="2582936" y="740829"/>
                  </a:lnTo>
                  <a:lnTo>
                    <a:pt x="2615192" y="677152"/>
                  </a:lnTo>
                  <a:lnTo>
                    <a:pt x="2647636" y="617410"/>
                  </a:lnTo>
                  <a:lnTo>
                    <a:pt x="2667772" y="582565"/>
                  </a:lnTo>
                  <a:lnTo>
                    <a:pt x="2711493" y="512932"/>
                  </a:lnTo>
                  <a:lnTo>
                    <a:pt x="2756579" y="449890"/>
                  </a:lnTo>
                  <a:lnTo>
                    <a:pt x="2803648" y="393146"/>
                  </a:lnTo>
                  <a:lnTo>
                    <a:pt x="2853396" y="342179"/>
                  </a:lnTo>
                  <a:lnTo>
                    <a:pt x="2906539" y="296387"/>
                  </a:lnTo>
                  <a:lnTo>
                    <a:pt x="2963764" y="255171"/>
                  </a:lnTo>
                  <a:lnTo>
                    <a:pt x="3025663" y="217992"/>
                  </a:lnTo>
                  <a:lnTo>
                    <a:pt x="3092652" y="184394"/>
                  </a:lnTo>
                  <a:lnTo>
                    <a:pt x="3164860" y="154026"/>
                  </a:lnTo>
                  <a:lnTo>
                    <a:pt x="3241993" y="126643"/>
                  </a:lnTo>
                  <a:lnTo>
                    <a:pt x="3323191" y="102109"/>
                  </a:lnTo>
                  <a:lnTo>
                    <a:pt x="3406894" y="80384"/>
                  </a:lnTo>
                  <a:lnTo>
                    <a:pt x="3490786" y="61500"/>
                  </a:lnTo>
                  <a:lnTo>
                    <a:pt x="3571870" y="45525"/>
                  </a:lnTo>
                  <a:lnTo>
                    <a:pt x="3646736" y="32501"/>
                  </a:lnTo>
                  <a:lnTo>
                    <a:pt x="3712025" y="22395"/>
                  </a:lnTo>
                  <a:lnTo>
                    <a:pt x="3765016" y="15050"/>
                  </a:lnTo>
                  <a:lnTo>
                    <a:pt x="3804196" y="10160"/>
                  </a:lnTo>
                  <a:lnTo>
                    <a:pt x="3829625" y="7290"/>
                  </a:lnTo>
                  <a:lnTo>
                    <a:pt x="3843035" y="5916"/>
                  </a:lnTo>
                  <a:lnTo>
                    <a:pt x="3847684" y="548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7" y="5535"/>
                  </a:lnTo>
                  <a:lnTo>
                    <a:pt x="4395469" y="6188"/>
                  </a:lnTo>
                  <a:lnTo>
                    <a:pt x="4414182" y="7994"/>
                  </a:lnTo>
                  <a:lnTo>
                    <a:pt x="4447326" y="11540"/>
                  </a:lnTo>
                  <a:lnTo>
                    <a:pt x="4496089" y="17355"/>
                  </a:lnTo>
                  <a:lnTo>
                    <a:pt x="4559589" y="25840"/>
                  </a:lnTo>
                  <a:lnTo>
                    <a:pt x="4635182" y="37232"/>
                  </a:lnTo>
                  <a:lnTo>
                    <a:pt x="4719119" y="51618"/>
                  </a:lnTo>
                  <a:lnTo>
                    <a:pt x="4807327" y="68970"/>
                  </a:lnTo>
                  <a:lnTo>
                    <a:pt x="4896094" y="89221"/>
                  </a:lnTo>
                  <a:lnTo>
                    <a:pt x="4982492" y="112322"/>
                  </a:lnTo>
                  <a:lnTo>
                    <a:pt x="5064538" y="138303"/>
                  </a:lnTo>
                  <a:lnTo>
                    <a:pt x="5141131" y="167299"/>
                  </a:lnTo>
                  <a:lnTo>
                    <a:pt x="5211896" y="199565"/>
                  </a:lnTo>
                  <a:lnTo>
                    <a:pt x="5276988" y="235482"/>
                  </a:lnTo>
                  <a:lnTo>
                    <a:pt x="5336913" y="275544"/>
                  </a:lnTo>
                  <a:lnTo>
                    <a:pt x="5392390" y="320339"/>
                  </a:lnTo>
                  <a:lnTo>
                    <a:pt x="5444241" y="370513"/>
                  </a:lnTo>
                  <a:lnTo>
                    <a:pt x="5493312" y="426700"/>
                  </a:lnTo>
                  <a:lnTo>
                    <a:pt x="5540403" y="489404"/>
                  </a:lnTo>
                  <a:lnTo>
                    <a:pt x="5567201" y="529027"/>
                  </a:lnTo>
                  <a:lnTo>
                    <a:pt x="5601210" y="583326"/>
                  </a:lnTo>
                  <a:lnTo>
                    <a:pt x="5634905" y="641452"/>
                  </a:lnTo>
                  <a:lnTo>
                    <a:pt x="5668476" y="703483"/>
                  </a:lnTo>
                  <a:lnTo>
                    <a:pt x="5702073" y="769439"/>
                  </a:lnTo>
                  <a:lnTo>
                    <a:pt x="5735813" y="839279"/>
                  </a:lnTo>
                  <a:lnTo>
                    <a:pt x="5769779" y="912893"/>
                  </a:lnTo>
                  <a:lnTo>
                    <a:pt x="5804024" y="990096"/>
                  </a:lnTo>
                  <a:lnTo>
                    <a:pt x="5838577" y="1070630"/>
                  </a:lnTo>
                  <a:lnTo>
                    <a:pt x="5873440" y="1154162"/>
                  </a:lnTo>
                  <a:lnTo>
                    <a:pt x="5908593" y="1240289"/>
                  </a:lnTo>
                  <a:lnTo>
                    <a:pt x="5943998" y="1328543"/>
                  </a:lnTo>
                  <a:lnTo>
                    <a:pt x="5979600" y="1418401"/>
                  </a:lnTo>
                  <a:lnTo>
                    <a:pt x="6015332" y="1509297"/>
                  </a:lnTo>
                  <a:lnTo>
                    <a:pt x="6051122" y="1600636"/>
                  </a:lnTo>
                  <a:lnTo>
                    <a:pt x="6086890" y="1691813"/>
                  </a:lnTo>
                  <a:lnTo>
                    <a:pt x="6122562" y="1782226"/>
                  </a:lnTo>
                  <a:lnTo>
                    <a:pt x="6158066" y="1871294"/>
                  </a:lnTo>
                  <a:lnTo>
                    <a:pt x="6193342" y="1958472"/>
                  </a:lnTo>
                  <a:lnTo>
                    <a:pt x="6228343" y="2043265"/>
                  </a:lnTo>
                  <a:lnTo>
                    <a:pt x="6263041" y="2125239"/>
                  </a:lnTo>
                  <a:lnTo>
                    <a:pt x="6297428" y="2204027"/>
                  </a:lnTo>
                  <a:lnTo>
                    <a:pt x="6331518" y="2279337"/>
                  </a:lnTo>
                  <a:lnTo>
                    <a:pt x="6365355" y="2350950"/>
                  </a:lnTo>
                  <a:lnTo>
                    <a:pt x="6399006" y="2418721"/>
                  </a:lnTo>
                  <a:lnTo>
                    <a:pt x="6432573" y="2482578"/>
                  </a:lnTo>
                  <a:lnTo>
                    <a:pt x="6466189" y="2542513"/>
                  </a:lnTo>
                  <a:lnTo>
                    <a:pt x="6500025" y="2598579"/>
                  </a:lnTo>
                  <a:lnTo>
                    <a:pt x="6515891" y="2623358"/>
                  </a:lnTo>
                  <a:lnTo>
                    <a:pt x="6562154" y="2689969"/>
                  </a:lnTo>
                  <a:lnTo>
                    <a:pt x="6609979" y="2749906"/>
                  </a:lnTo>
                  <a:lnTo>
                    <a:pt x="6660109" y="2803511"/>
                  </a:lnTo>
                  <a:lnTo>
                    <a:pt x="6713370" y="2851360"/>
                  </a:lnTo>
                  <a:lnTo>
                    <a:pt x="6770608" y="2894103"/>
                  </a:lnTo>
                  <a:lnTo>
                    <a:pt x="6832613" y="2932368"/>
                  </a:lnTo>
                  <a:lnTo>
                    <a:pt x="6900028" y="2966707"/>
                  </a:lnTo>
                  <a:lnTo>
                    <a:pt x="6973233" y="2997569"/>
                  </a:lnTo>
                  <a:lnTo>
                    <a:pt x="7052184" y="3025282"/>
                  </a:lnTo>
                  <a:lnTo>
                    <a:pt x="7136229" y="3050052"/>
                  </a:lnTo>
                  <a:lnTo>
                    <a:pt x="7223912" y="3071965"/>
                  </a:lnTo>
                  <a:lnTo>
                    <a:pt x="7312852" y="3091014"/>
                  </a:lnTo>
                  <a:lnTo>
                    <a:pt x="7399763" y="3107135"/>
                  </a:lnTo>
                  <a:lnTo>
                    <a:pt x="7480711" y="3120270"/>
                  </a:lnTo>
                  <a:lnTo>
                    <a:pt x="7551666" y="3130430"/>
                  </a:lnTo>
                  <a:lnTo>
                    <a:pt x="7609246" y="3137761"/>
                  </a:lnTo>
                  <a:lnTo>
                    <a:pt x="7651480" y="3142572"/>
                  </a:lnTo>
                  <a:lnTo>
                    <a:pt x="7678336" y="3145323"/>
                  </a:lnTo>
                  <a:lnTo>
                    <a:pt x="7691863" y="3146574"/>
                  </a:lnTo>
                  <a:lnTo>
                    <a:pt x="7696006" y="3146922"/>
                  </a:lnTo>
                  <a:lnTo>
                    <a:pt x="7696237" y="3146940"/>
                  </a:lnTo>
                  <a:lnTo>
                    <a:pt x="8234974" y="3146940"/>
                  </a:lnTo>
                  <a:lnTo>
                    <a:pt x="8234974" y="3141496"/>
                  </a:ln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49" y="85"/>
                  </a:lnTo>
                  <a:lnTo>
                    <a:pt x="3840784" y="692"/>
                  </a:lnTo>
                  <a:lnTo>
                    <a:pt x="3824756" y="2372"/>
                  </a:lnTo>
                  <a:lnTo>
                    <a:pt x="3796151" y="5678"/>
                  </a:lnTo>
                  <a:lnTo>
                    <a:pt x="3753628" y="11117"/>
                  </a:lnTo>
                  <a:lnTo>
                    <a:pt x="3697520" y="19097"/>
                  </a:lnTo>
                  <a:lnTo>
                    <a:pt x="3629672" y="29887"/>
                  </a:lnTo>
                  <a:lnTo>
                    <a:pt x="3553011" y="43614"/>
                  </a:lnTo>
                  <a:lnTo>
                    <a:pt x="3470959" y="60288"/>
                  </a:lnTo>
                  <a:lnTo>
                    <a:pt x="3386863" y="79853"/>
                  </a:lnTo>
                  <a:lnTo>
                    <a:pt x="3303574" y="102247"/>
                  </a:lnTo>
                  <a:lnTo>
                    <a:pt x="3223229" y="127452"/>
                  </a:lnTo>
                  <a:lnTo>
                    <a:pt x="3147214" y="155529"/>
                  </a:lnTo>
                  <a:lnTo>
                    <a:pt x="3076239" y="186640"/>
                  </a:lnTo>
                  <a:lnTo>
                    <a:pt x="3010486" y="221053"/>
                  </a:lnTo>
                  <a:lnTo>
                    <a:pt x="2949744" y="259148"/>
                  </a:lnTo>
                  <a:lnTo>
                    <a:pt x="2893549" y="301401"/>
                  </a:lnTo>
                  <a:lnTo>
                    <a:pt x="2841278" y="348369"/>
                  </a:lnTo>
                  <a:lnTo>
                    <a:pt x="2792233" y="400658"/>
                  </a:lnTo>
                  <a:lnTo>
                    <a:pt x="2745697" y="458858"/>
                  </a:lnTo>
                  <a:lnTo>
                    <a:pt x="2700988" y="523454"/>
                  </a:lnTo>
                  <a:lnTo>
                    <a:pt x="2667772" y="577120"/>
                  </a:lnTo>
                  <a:lnTo>
                    <a:pt x="2635123" y="634485"/>
                  </a:lnTo>
                  <a:lnTo>
                    <a:pt x="2602771" y="695732"/>
                  </a:lnTo>
                  <a:lnTo>
                    <a:pt x="2570545" y="760939"/>
                  </a:lnTo>
                  <a:lnTo>
                    <a:pt x="2538310" y="830134"/>
                  </a:lnTo>
                  <a:lnTo>
                    <a:pt x="2505958" y="903284"/>
                  </a:lnTo>
                  <a:lnTo>
                    <a:pt x="2473412" y="980295"/>
                  </a:lnTo>
                  <a:lnTo>
                    <a:pt x="2440617" y="1061003"/>
                  </a:lnTo>
                  <a:lnTo>
                    <a:pt x="2407543" y="1145175"/>
                  </a:lnTo>
                  <a:lnTo>
                    <a:pt x="2374182" y="1232509"/>
                  </a:lnTo>
                  <a:lnTo>
                    <a:pt x="2340545" y="1322635"/>
                  </a:lnTo>
                  <a:lnTo>
                    <a:pt x="2306660" y="1415119"/>
                  </a:lnTo>
                  <a:lnTo>
                    <a:pt x="2272570" y="1509472"/>
                  </a:lnTo>
                  <a:lnTo>
                    <a:pt x="2238328" y="1605162"/>
                  </a:lnTo>
                  <a:lnTo>
                    <a:pt x="2203997" y="1701620"/>
                  </a:lnTo>
                  <a:lnTo>
                    <a:pt x="2169646" y="1798260"/>
                  </a:lnTo>
                  <a:lnTo>
                    <a:pt x="2135341" y="1894491"/>
                  </a:lnTo>
                  <a:lnTo>
                    <a:pt x="2101151" y="1989733"/>
                  </a:lnTo>
                  <a:lnTo>
                    <a:pt x="2067133" y="2083428"/>
                  </a:lnTo>
                  <a:lnTo>
                    <a:pt x="2033339" y="2175060"/>
                  </a:lnTo>
                  <a:lnTo>
                    <a:pt x="1999806" y="2264160"/>
                  </a:lnTo>
                  <a:lnTo>
                    <a:pt x="1966556" y="2350318"/>
                  </a:lnTo>
                  <a:lnTo>
                    <a:pt x="1933591" y="2433190"/>
                  </a:lnTo>
                  <a:lnTo>
                    <a:pt x="1900897" y="2512499"/>
                  </a:lnTo>
                  <a:lnTo>
                    <a:pt x="1868433" y="2588040"/>
                  </a:lnTo>
                  <a:lnTo>
                    <a:pt x="1836136" y="2659677"/>
                  </a:lnTo>
                  <a:lnTo>
                    <a:pt x="1803919" y="2727338"/>
                  </a:lnTo>
                  <a:lnTo>
                    <a:pt x="1771663" y="2791016"/>
                  </a:lnTo>
                  <a:lnTo>
                    <a:pt x="1739219" y="2850757"/>
                  </a:lnTo>
                  <a:lnTo>
                    <a:pt x="1719082" y="2885603"/>
                  </a:lnTo>
                  <a:lnTo>
                    <a:pt x="1675361" y="2955236"/>
                  </a:lnTo>
                  <a:lnTo>
                    <a:pt x="1630276" y="3018277"/>
                  </a:lnTo>
                  <a:lnTo>
                    <a:pt x="1583206" y="3075021"/>
                  </a:lnTo>
                  <a:lnTo>
                    <a:pt x="1533459" y="3125988"/>
                  </a:lnTo>
                  <a:lnTo>
                    <a:pt x="1480316" y="3171781"/>
                  </a:lnTo>
                  <a:lnTo>
                    <a:pt x="1423091" y="3212996"/>
                  </a:lnTo>
                  <a:lnTo>
                    <a:pt x="1361192" y="3250176"/>
                  </a:lnTo>
                  <a:lnTo>
                    <a:pt x="1294203" y="3283773"/>
                  </a:lnTo>
                  <a:lnTo>
                    <a:pt x="1221995" y="3314141"/>
                  </a:lnTo>
                  <a:lnTo>
                    <a:pt x="1144862" y="3341524"/>
                  </a:lnTo>
                  <a:lnTo>
                    <a:pt x="1063664" y="3366058"/>
                  </a:lnTo>
                  <a:lnTo>
                    <a:pt x="979961" y="3387784"/>
                  </a:lnTo>
                  <a:lnTo>
                    <a:pt x="896068" y="3406667"/>
                  </a:lnTo>
                  <a:lnTo>
                    <a:pt x="814984" y="3422643"/>
                  </a:lnTo>
                  <a:lnTo>
                    <a:pt x="740118" y="3435667"/>
                  </a:lnTo>
                  <a:lnTo>
                    <a:pt x="674830" y="3445772"/>
                  </a:lnTo>
                  <a:lnTo>
                    <a:pt x="621838" y="3453117"/>
                  </a:lnTo>
                  <a:lnTo>
                    <a:pt x="582659" y="3458007"/>
                  </a:lnTo>
                  <a:lnTo>
                    <a:pt x="557230" y="3460877"/>
                  </a:lnTo>
                  <a:lnTo>
                    <a:pt x="543819" y="3462251"/>
                  </a:lnTo>
                  <a:lnTo>
                    <a:pt x="539171" y="3462686"/>
                  </a:lnTo>
                  <a:lnTo>
                    <a:pt x="538736" y="3462723"/>
                  </a:lnTo>
                  <a:lnTo>
                    <a:pt x="0" y="3462723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88" name="pl1488"/>
            <p:cNvSpPr/>
            <p:nvPr/>
          </p:nvSpPr>
          <p:spPr>
            <a:xfrm>
              <a:off x="546595" y="1066240"/>
              <a:ext cx="8234974" cy="3462723"/>
            </a:xfrm>
            <a:custGeom>
              <a:avLst/>
              <a:pathLst>
                <a:path w="8234974" h="3462723">
                  <a:moveTo>
                    <a:pt x="0" y="3462723"/>
                  </a:moveTo>
                  <a:lnTo>
                    <a:pt x="538736" y="3462723"/>
                  </a:lnTo>
                  <a:lnTo>
                    <a:pt x="539705" y="3462638"/>
                  </a:lnTo>
                  <a:lnTo>
                    <a:pt x="546071" y="3462030"/>
                  </a:lnTo>
                  <a:lnTo>
                    <a:pt x="562099" y="3460351"/>
                  </a:lnTo>
                  <a:lnTo>
                    <a:pt x="590704" y="3457045"/>
                  </a:lnTo>
                  <a:lnTo>
                    <a:pt x="633227" y="3451606"/>
                  </a:lnTo>
                  <a:lnTo>
                    <a:pt x="689335" y="3443626"/>
                  </a:lnTo>
                  <a:lnTo>
                    <a:pt x="757183" y="3432836"/>
                  </a:lnTo>
                  <a:lnTo>
                    <a:pt x="833843" y="3419108"/>
                  </a:lnTo>
                  <a:lnTo>
                    <a:pt x="915896" y="3402435"/>
                  </a:lnTo>
                  <a:lnTo>
                    <a:pt x="999992" y="3382870"/>
                  </a:lnTo>
                  <a:lnTo>
                    <a:pt x="1083281" y="3360476"/>
                  </a:lnTo>
                  <a:lnTo>
                    <a:pt x="1163625" y="3335270"/>
                  </a:lnTo>
                  <a:lnTo>
                    <a:pt x="1239641" y="3307193"/>
                  </a:lnTo>
                  <a:lnTo>
                    <a:pt x="1310615" y="3276083"/>
                  </a:lnTo>
                  <a:lnTo>
                    <a:pt x="1376369" y="3241670"/>
                  </a:lnTo>
                  <a:lnTo>
                    <a:pt x="1437110" y="3203575"/>
                  </a:lnTo>
                  <a:lnTo>
                    <a:pt x="1493306" y="3161322"/>
                  </a:lnTo>
                  <a:lnTo>
                    <a:pt x="1545576" y="3114353"/>
                  </a:lnTo>
                  <a:lnTo>
                    <a:pt x="1594622" y="3062065"/>
                  </a:lnTo>
                  <a:lnTo>
                    <a:pt x="1641158" y="3003865"/>
                  </a:lnTo>
                  <a:lnTo>
                    <a:pt x="1685867" y="2939269"/>
                  </a:lnTo>
                  <a:lnTo>
                    <a:pt x="1719082" y="2885603"/>
                  </a:lnTo>
                  <a:lnTo>
                    <a:pt x="1751732" y="2828238"/>
                  </a:lnTo>
                  <a:lnTo>
                    <a:pt x="1784084" y="2766991"/>
                  </a:lnTo>
                  <a:lnTo>
                    <a:pt x="1816309" y="2701784"/>
                  </a:lnTo>
                  <a:lnTo>
                    <a:pt x="1848545" y="2632589"/>
                  </a:lnTo>
                  <a:lnTo>
                    <a:pt x="1880896" y="2559439"/>
                  </a:lnTo>
                  <a:lnTo>
                    <a:pt x="1913443" y="2482428"/>
                  </a:lnTo>
                  <a:lnTo>
                    <a:pt x="1946238" y="2401720"/>
                  </a:lnTo>
                  <a:lnTo>
                    <a:pt x="1979312" y="2317548"/>
                  </a:lnTo>
                  <a:lnTo>
                    <a:pt x="2012672" y="2230214"/>
                  </a:lnTo>
                  <a:lnTo>
                    <a:pt x="2046309" y="2140088"/>
                  </a:lnTo>
                  <a:lnTo>
                    <a:pt x="2080194" y="2047604"/>
                  </a:lnTo>
                  <a:lnTo>
                    <a:pt x="2114285" y="1953250"/>
                  </a:lnTo>
                  <a:lnTo>
                    <a:pt x="2148527" y="1857561"/>
                  </a:lnTo>
                  <a:lnTo>
                    <a:pt x="2182857" y="1761103"/>
                  </a:lnTo>
                  <a:lnTo>
                    <a:pt x="2217209" y="1664462"/>
                  </a:lnTo>
                  <a:lnTo>
                    <a:pt x="2251513" y="1568231"/>
                  </a:lnTo>
                  <a:lnTo>
                    <a:pt x="2285704" y="1472990"/>
                  </a:lnTo>
                  <a:lnTo>
                    <a:pt x="2319721" y="1379295"/>
                  </a:lnTo>
                  <a:lnTo>
                    <a:pt x="2353515" y="1287663"/>
                  </a:lnTo>
                  <a:lnTo>
                    <a:pt x="2387048" y="1198563"/>
                  </a:lnTo>
                  <a:lnTo>
                    <a:pt x="2420299" y="1112405"/>
                  </a:lnTo>
                  <a:lnTo>
                    <a:pt x="2453263" y="1029533"/>
                  </a:lnTo>
                  <a:lnTo>
                    <a:pt x="2485958" y="950224"/>
                  </a:lnTo>
                  <a:lnTo>
                    <a:pt x="2518422" y="874683"/>
                  </a:lnTo>
                  <a:lnTo>
                    <a:pt x="2550718" y="803046"/>
                  </a:lnTo>
                  <a:lnTo>
                    <a:pt x="2582936" y="735385"/>
                  </a:lnTo>
                  <a:lnTo>
                    <a:pt x="2615192" y="671707"/>
                  </a:lnTo>
                  <a:lnTo>
                    <a:pt x="2647636" y="611966"/>
                  </a:lnTo>
                  <a:lnTo>
                    <a:pt x="2667772" y="577120"/>
                  </a:lnTo>
                  <a:lnTo>
                    <a:pt x="2711493" y="507487"/>
                  </a:lnTo>
                  <a:lnTo>
                    <a:pt x="2756579" y="444446"/>
                  </a:lnTo>
                  <a:lnTo>
                    <a:pt x="2803648" y="387702"/>
                  </a:lnTo>
                  <a:lnTo>
                    <a:pt x="2853396" y="336735"/>
                  </a:lnTo>
                  <a:lnTo>
                    <a:pt x="2906539" y="290942"/>
                  </a:lnTo>
                  <a:lnTo>
                    <a:pt x="2963764" y="249726"/>
                  </a:lnTo>
                  <a:lnTo>
                    <a:pt x="3025663" y="212547"/>
                  </a:lnTo>
                  <a:lnTo>
                    <a:pt x="3092652" y="178950"/>
                  </a:lnTo>
                  <a:lnTo>
                    <a:pt x="3164860" y="148582"/>
                  </a:lnTo>
                  <a:lnTo>
                    <a:pt x="3241993" y="121199"/>
                  </a:lnTo>
                  <a:lnTo>
                    <a:pt x="3323191" y="96664"/>
                  </a:lnTo>
                  <a:lnTo>
                    <a:pt x="3406894" y="74939"/>
                  </a:lnTo>
                  <a:lnTo>
                    <a:pt x="3490786" y="56056"/>
                  </a:lnTo>
                  <a:lnTo>
                    <a:pt x="3571870" y="40080"/>
                  </a:lnTo>
                  <a:lnTo>
                    <a:pt x="3646736" y="27056"/>
                  </a:lnTo>
                  <a:lnTo>
                    <a:pt x="3712025" y="16951"/>
                  </a:lnTo>
                  <a:lnTo>
                    <a:pt x="3765016" y="9605"/>
                  </a:lnTo>
                  <a:lnTo>
                    <a:pt x="3804196" y="4716"/>
                  </a:lnTo>
                  <a:lnTo>
                    <a:pt x="3829625" y="1845"/>
                  </a:lnTo>
                  <a:lnTo>
                    <a:pt x="3843035" y="472"/>
                  </a:lnTo>
                  <a:lnTo>
                    <a:pt x="3847684" y="3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7" y="91"/>
                  </a:lnTo>
                  <a:lnTo>
                    <a:pt x="4395469" y="744"/>
                  </a:lnTo>
                  <a:lnTo>
                    <a:pt x="4414182" y="2549"/>
                  </a:lnTo>
                  <a:lnTo>
                    <a:pt x="4447326" y="6096"/>
                  </a:lnTo>
                  <a:lnTo>
                    <a:pt x="4496089" y="11911"/>
                  </a:lnTo>
                  <a:lnTo>
                    <a:pt x="4559589" y="20395"/>
                  </a:lnTo>
                  <a:lnTo>
                    <a:pt x="4635182" y="31788"/>
                  </a:lnTo>
                  <a:lnTo>
                    <a:pt x="4719119" y="46173"/>
                  </a:lnTo>
                  <a:lnTo>
                    <a:pt x="4807327" y="63526"/>
                  </a:lnTo>
                  <a:lnTo>
                    <a:pt x="4896094" y="83776"/>
                  </a:lnTo>
                  <a:lnTo>
                    <a:pt x="4982492" y="106878"/>
                  </a:lnTo>
                  <a:lnTo>
                    <a:pt x="5064538" y="132859"/>
                  </a:lnTo>
                  <a:lnTo>
                    <a:pt x="5141131" y="161854"/>
                  </a:lnTo>
                  <a:lnTo>
                    <a:pt x="5211896" y="194121"/>
                  </a:lnTo>
                  <a:lnTo>
                    <a:pt x="5276988" y="230038"/>
                  </a:lnTo>
                  <a:lnTo>
                    <a:pt x="5336913" y="270099"/>
                  </a:lnTo>
                  <a:lnTo>
                    <a:pt x="5392390" y="314894"/>
                  </a:lnTo>
                  <a:lnTo>
                    <a:pt x="5444241" y="365069"/>
                  </a:lnTo>
                  <a:lnTo>
                    <a:pt x="5493312" y="421256"/>
                  </a:lnTo>
                  <a:lnTo>
                    <a:pt x="5540403" y="483959"/>
                  </a:lnTo>
                  <a:lnTo>
                    <a:pt x="5567201" y="523582"/>
                  </a:lnTo>
                  <a:lnTo>
                    <a:pt x="5601210" y="577882"/>
                  </a:lnTo>
                  <a:lnTo>
                    <a:pt x="5634905" y="636008"/>
                  </a:lnTo>
                  <a:lnTo>
                    <a:pt x="5668476" y="698038"/>
                  </a:lnTo>
                  <a:lnTo>
                    <a:pt x="5702073" y="763995"/>
                  </a:lnTo>
                  <a:lnTo>
                    <a:pt x="5735813" y="833835"/>
                  </a:lnTo>
                  <a:lnTo>
                    <a:pt x="5769779" y="907448"/>
                  </a:lnTo>
                  <a:lnTo>
                    <a:pt x="5804024" y="984651"/>
                  </a:lnTo>
                  <a:lnTo>
                    <a:pt x="5838577" y="1065185"/>
                  </a:lnTo>
                  <a:lnTo>
                    <a:pt x="5873440" y="1148718"/>
                  </a:lnTo>
                  <a:lnTo>
                    <a:pt x="5908593" y="1234845"/>
                  </a:lnTo>
                  <a:lnTo>
                    <a:pt x="5943998" y="1323099"/>
                  </a:lnTo>
                  <a:lnTo>
                    <a:pt x="5979600" y="1412957"/>
                  </a:lnTo>
                  <a:lnTo>
                    <a:pt x="6015332" y="1503852"/>
                  </a:lnTo>
                  <a:lnTo>
                    <a:pt x="6051122" y="1595192"/>
                  </a:lnTo>
                  <a:lnTo>
                    <a:pt x="6086890" y="1686369"/>
                  </a:lnTo>
                  <a:lnTo>
                    <a:pt x="6122562" y="1776781"/>
                  </a:lnTo>
                  <a:lnTo>
                    <a:pt x="6158066" y="1865849"/>
                  </a:lnTo>
                  <a:lnTo>
                    <a:pt x="6193342" y="1953027"/>
                  </a:lnTo>
                  <a:lnTo>
                    <a:pt x="6228343" y="2037820"/>
                  </a:lnTo>
                  <a:lnTo>
                    <a:pt x="6263041" y="2119794"/>
                  </a:lnTo>
                  <a:lnTo>
                    <a:pt x="6297428" y="2198583"/>
                  </a:lnTo>
                  <a:lnTo>
                    <a:pt x="6331518" y="2273892"/>
                  </a:lnTo>
                  <a:lnTo>
                    <a:pt x="6365355" y="2345505"/>
                  </a:lnTo>
                  <a:lnTo>
                    <a:pt x="6399006" y="2413277"/>
                  </a:lnTo>
                  <a:lnTo>
                    <a:pt x="6432573" y="2477134"/>
                  </a:lnTo>
                  <a:lnTo>
                    <a:pt x="6466189" y="2537069"/>
                  </a:lnTo>
                  <a:lnTo>
                    <a:pt x="6500025" y="2593134"/>
                  </a:lnTo>
                  <a:lnTo>
                    <a:pt x="6515891" y="2617913"/>
                  </a:lnTo>
                  <a:lnTo>
                    <a:pt x="6562154" y="2684524"/>
                  </a:lnTo>
                  <a:lnTo>
                    <a:pt x="6609979" y="2744462"/>
                  </a:lnTo>
                  <a:lnTo>
                    <a:pt x="6660109" y="2798067"/>
                  </a:lnTo>
                  <a:lnTo>
                    <a:pt x="6713370" y="2845916"/>
                  </a:lnTo>
                  <a:lnTo>
                    <a:pt x="6770608" y="2888659"/>
                  </a:lnTo>
                  <a:lnTo>
                    <a:pt x="6832613" y="2926923"/>
                  </a:lnTo>
                  <a:lnTo>
                    <a:pt x="6900028" y="2961263"/>
                  </a:lnTo>
                  <a:lnTo>
                    <a:pt x="6973233" y="2992125"/>
                  </a:lnTo>
                  <a:lnTo>
                    <a:pt x="7052184" y="3019838"/>
                  </a:lnTo>
                  <a:lnTo>
                    <a:pt x="7136229" y="3044607"/>
                  </a:lnTo>
                  <a:lnTo>
                    <a:pt x="7223912" y="3066520"/>
                  </a:lnTo>
                  <a:lnTo>
                    <a:pt x="7312852" y="3085569"/>
                  </a:lnTo>
                  <a:lnTo>
                    <a:pt x="7399763" y="3101691"/>
                  </a:lnTo>
                  <a:lnTo>
                    <a:pt x="7480711" y="3114825"/>
                  </a:lnTo>
                  <a:lnTo>
                    <a:pt x="7551666" y="3124985"/>
                  </a:lnTo>
                  <a:lnTo>
                    <a:pt x="7609246" y="3132317"/>
                  </a:lnTo>
                  <a:lnTo>
                    <a:pt x="7651480" y="3137128"/>
                  </a:lnTo>
                  <a:lnTo>
                    <a:pt x="7678336" y="3139878"/>
                  </a:lnTo>
                  <a:lnTo>
                    <a:pt x="7691863" y="3141130"/>
                  </a:lnTo>
                  <a:lnTo>
                    <a:pt x="7696006" y="3141478"/>
                  </a:lnTo>
                  <a:lnTo>
                    <a:pt x="7696237" y="3141496"/>
                  </a:lnTo>
                  <a:lnTo>
                    <a:pt x="8234974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9" name="pl1489"/>
            <p:cNvSpPr/>
            <p:nvPr/>
          </p:nvSpPr>
          <p:spPr>
            <a:xfrm>
              <a:off x="546595" y="1060795"/>
              <a:ext cx="8234974" cy="3462723"/>
            </a:xfrm>
            <a:custGeom>
              <a:avLst/>
              <a:pathLst>
                <a:path w="8234974" h="3462723">
                  <a:moveTo>
                    <a:pt x="8234974" y="3141496"/>
                  </a:move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49" y="85"/>
                  </a:lnTo>
                  <a:lnTo>
                    <a:pt x="3840784" y="692"/>
                  </a:lnTo>
                  <a:lnTo>
                    <a:pt x="3824756" y="2372"/>
                  </a:lnTo>
                  <a:lnTo>
                    <a:pt x="3796151" y="5678"/>
                  </a:lnTo>
                  <a:lnTo>
                    <a:pt x="3753628" y="11117"/>
                  </a:lnTo>
                  <a:lnTo>
                    <a:pt x="3697520" y="19097"/>
                  </a:lnTo>
                  <a:lnTo>
                    <a:pt x="3629672" y="29887"/>
                  </a:lnTo>
                  <a:lnTo>
                    <a:pt x="3553011" y="43614"/>
                  </a:lnTo>
                  <a:lnTo>
                    <a:pt x="3470959" y="60288"/>
                  </a:lnTo>
                  <a:lnTo>
                    <a:pt x="3386863" y="79853"/>
                  </a:lnTo>
                  <a:lnTo>
                    <a:pt x="3303574" y="102247"/>
                  </a:lnTo>
                  <a:lnTo>
                    <a:pt x="3223229" y="127452"/>
                  </a:lnTo>
                  <a:lnTo>
                    <a:pt x="3147214" y="155529"/>
                  </a:lnTo>
                  <a:lnTo>
                    <a:pt x="3076239" y="186640"/>
                  </a:lnTo>
                  <a:lnTo>
                    <a:pt x="3010486" y="221053"/>
                  </a:lnTo>
                  <a:lnTo>
                    <a:pt x="2949744" y="259148"/>
                  </a:lnTo>
                  <a:lnTo>
                    <a:pt x="2893549" y="301401"/>
                  </a:lnTo>
                  <a:lnTo>
                    <a:pt x="2841278" y="348369"/>
                  </a:lnTo>
                  <a:lnTo>
                    <a:pt x="2792233" y="400658"/>
                  </a:lnTo>
                  <a:lnTo>
                    <a:pt x="2745697" y="458858"/>
                  </a:lnTo>
                  <a:lnTo>
                    <a:pt x="2700988" y="523454"/>
                  </a:lnTo>
                  <a:lnTo>
                    <a:pt x="2667772" y="577120"/>
                  </a:lnTo>
                  <a:lnTo>
                    <a:pt x="2635123" y="634485"/>
                  </a:lnTo>
                  <a:lnTo>
                    <a:pt x="2602771" y="695732"/>
                  </a:lnTo>
                  <a:lnTo>
                    <a:pt x="2570545" y="760939"/>
                  </a:lnTo>
                  <a:lnTo>
                    <a:pt x="2538310" y="830134"/>
                  </a:lnTo>
                  <a:lnTo>
                    <a:pt x="2505958" y="903284"/>
                  </a:lnTo>
                  <a:lnTo>
                    <a:pt x="2473412" y="980295"/>
                  </a:lnTo>
                  <a:lnTo>
                    <a:pt x="2440617" y="1061003"/>
                  </a:lnTo>
                  <a:lnTo>
                    <a:pt x="2407543" y="1145175"/>
                  </a:lnTo>
                  <a:lnTo>
                    <a:pt x="2374182" y="1232509"/>
                  </a:lnTo>
                  <a:lnTo>
                    <a:pt x="2340545" y="1322635"/>
                  </a:lnTo>
                  <a:lnTo>
                    <a:pt x="2306660" y="1415119"/>
                  </a:lnTo>
                  <a:lnTo>
                    <a:pt x="2272570" y="1509472"/>
                  </a:lnTo>
                  <a:lnTo>
                    <a:pt x="2238328" y="1605162"/>
                  </a:lnTo>
                  <a:lnTo>
                    <a:pt x="2203997" y="1701620"/>
                  </a:lnTo>
                  <a:lnTo>
                    <a:pt x="2169646" y="1798260"/>
                  </a:lnTo>
                  <a:lnTo>
                    <a:pt x="2135341" y="1894491"/>
                  </a:lnTo>
                  <a:lnTo>
                    <a:pt x="2101151" y="1989733"/>
                  </a:lnTo>
                  <a:lnTo>
                    <a:pt x="2067133" y="2083428"/>
                  </a:lnTo>
                  <a:lnTo>
                    <a:pt x="2033339" y="2175060"/>
                  </a:lnTo>
                  <a:lnTo>
                    <a:pt x="1999806" y="2264160"/>
                  </a:lnTo>
                  <a:lnTo>
                    <a:pt x="1966556" y="2350318"/>
                  </a:lnTo>
                  <a:lnTo>
                    <a:pt x="1933591" y="2433190"/>
                  </a:lnTo>
                  <a:lnTo>
                    <a:pt x="1900897" y="2512499"/>
                  </a:lnTo>
                  <a:lnTo>
                    <a:pt x="1868433" y="2588040"/>
                  </a:lnTo>
                  <a:lnTo>
                    <a:pt x="1836136" y="2659677"/>
                  </a:lnTo>
                  <a:lnTo>
                    <a:pt x="1803919" y="2727338"/>
                  </a:lnTo>
                  <a:lnTo>
                    <a:pt x="1771663" y="2791016"/>
                  </a:lnTo>
                  <a:lnTo>
                    <a:pt x="1739219" y="2850757"/>
                  </a:lnTo>
                  <a:lnTo>
                    <a:pt x="1719082" y="2885603"/>
                  </a:lnTo>
                  <a:lnTo>
                    <a:pt x="1675361" y="2955236"/>
                  </a:lnTo>
                  <a:lnTo>
                    <a:pt x="1630276" y="3018277"/>
                  </a:lnTo>
                  <a:lnTo>
                    <a:pt x="1583206" y="3075021"/>
                  </a:lnTo>
                  <a:lnTo>
                    <a:pt x="1533459" y="3125988"/>
                  </a:lnTo>
                  <a:lnTo>
                    <a:pt x="1480316" y="3171781"/>
                  </a:lnTo>
                  <a:lnTo>
                    <a:pt x="1423091" y="3212996"/>
                  </a:lnTo>
                  <a:lnTo>
                    <a:pt x="1361192" y="3250176"/>
                  </a:lnTo>
                  <a:lnTo>
                    <a:pt x="1294203" y="3283773"/>
                  </a:lnTo>
                  <a:lnTo>
                    <a:pt x="1221995" y="3314141"/>
                  </a:lnTo>
                  <a:lnTo>
                    <a:pt x="1144862" y="3341524"/>
                  </a:lnTo>
                  <a:lnTo>
                    <a:pt x="1063664" y="3366058"/>
                  </a:lnTo>
                  <a:lnTo>
                    <a:pt x="979961" y="3387784"/>
                  </a:lnTo>
                  <a:lnTo>
                    <a:pt x="896068" y="3406667"/>
                  </a:lnTo>
                  <a:lnTo>
                    <a:pt x="814984" y="3422643"/>
                  </a:lnTo>
                  <a:lnTo>
                    <a:pt x="740118" y="3435667"/>
                  </a:lnTo>
                  <a:lnTo>
                    <a:pt x="674830" y="3445772"/>
                  </a:lnTo>
                  <a:lnTo>
                    <a:pt x="621838" y="3453117"/>
                  </a:lnTo>
                  <a:lnTo>
                    <a:pt x="582659" y="3458007"/>
                  </a:lnTo>
                  <a:lnTo>
                    <a:pt x="557230" y="3460877"/>
                  </a:lnTo>
                  <a:lnTo>
                    <a:pt x="543819" y="3462251"/>
                  </a:lnTo>
                  <a:lnTo>
                    <a:pt x="539171" y="3462686"/>
                  </a:lnTo>
                  <a:lnTo>
                    <a:pt x="538736" y="3462723"/>
                  </a:lnTo>
                  <a:lnTo>
                    <a:pt x="0" y="34627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0" name="pg1490"/>
            <p:cNvSpPr/>
            <p:nvPr/>
          </p:nvSpPr>
          <p:spPr>
            <a:xfrm>
              <a:off x="546595" y="3205942"/>
              <a:ext cx="8234974" cy="1807585"/>
            </a:xfrm>
            <a:custGeom>
              <a:avLst/>
              <a:pathLst>
                <a:path w="8234974" h="1807585">
                  <a:moveTo>
                    <a:pt x="0" y="1508135"/>
                  </a:moveTo>
                  <a:lnTo>
                    <a:pt x="538736" y="1508135"/>
                  </a:lnTo>
                  <a:lnTo>
                    <a:pt x="539998" y="1508087"/>
                  </a:lnTo>
                  <a:lnTo>
                    <a:pt x="548233" y="1507741"/>
                  </a:lnTo>
                  <a:lnTo>
                    <a:pt x="568785" y="1506784"/>
                  </a:lnTo>
                  <a:lnTo>
                    <a:pt x="605002" y="1504905"/>
                  </a:lnTo>
                  <a:lnTo>
                    <a:pt x="657920" y="1501834"/>
                  </a:lnTo>
                  <a:lnTo>
                    <a:pt x="726228" y="1497369"/>
                  </a:lnTo>
                  <a:lnTo>
                    <a:pt x="806712" y="1491400"/>
                  </a:lnTo>
                  <a:lnTo>
                    <a:pt x="895072" y="1483900"/>
                  </a:lnTo>
                  <a:lnTo>
                    <a:pt x="986847" y="1474890"/>
                  </a:lnTo>
                  <a:lnTo>
                    <a:pt x="1078151" y="1464406"/>
                  </a:lnTo>
                  <a:lnTo>
                    <a:pt x="1166079" y="1452463"/>
                  </a:lnTo>
                  <a:lnTo>
                    <a:pt x="1248805" y="1439026"/>
                  </a:lnTo>
                  <a:lnTo>
                    <a:pt x="1325451" y="1424000"/>
                  </a:lnTo>
                  <a:lnTo>
                    <a:pt x="1395879" y="1407219"/>
                  </a:lnTo>
                  <a:lnTo>
                    <a:pt x="1460463" y="1388454"/>
                  </a:lnTo>
                  <a:lnTo>
                    <a:pt x="1519897" y="1367416"/>
                  </a:lnTo>
                  <a:lnTo>
                    <a:pt x="1575047" y="1343775"/>
                  </a:lnTo>
                  <a:lnTo>
                    <a:pt x="1626850" y="1317186"/>
                  </a:lnTo>
                  <a:lnTo>
                    <a:pt x="1676218" y="1287347"/>
                  </a:lnTo>
                  <a:lnTo>
                    <a:pt x="1719082" y="1257687"/>
                  </a:lnTo>
                  <a:lnTo>
                    <a:pt x="1762916" y="1223816"/>
                  </a:lnTo>
                  <a:lnTo>
                    <a:pt x="1806322" y="1186875"/>
                  </a:lnTo>
                  <a:lnTo>
                    <a:pt x="1849671" y="1146809"/>
                  </a:lnTo>
                  <a:lnTo>
                    <a:pt x="1893234" y="1103643"/>
                  </a:lnTo>
                  <a:lnTo>
                    <a:pt x="1937187" y="1057492"/>
                  </a:lnTo>
                  <a:lnTo>
                    <a:pt x="1981631" y="1008570"/>
                  </a:lnTo>
                  <a:lnTo>
                    <a:pt x="2026592" y="957187"/>
                  </a:lnTo>
                  <a:lnTo>
                    <a:pt x="2072033" y="903752"/>
                  </a:lnTo>
                  <a:lnTo>
                    <a:pt x="2117865" y="848756"/>
                  </a:lnTo>
                  <a:lnTo>
                    <a:pt x="2163958" y="792758"/>
                  </a:lnTo>
                  <a:lnTo>
                    <a:pt x="2210157" y="736364"/>
                  </a:lnTo>
                  <a:lnTo>
                    <a:pt x="2256295" y="680195"/>
                  </a:lnTo>
                  <a:lnTo>
                    <a:pt x="2302214" y="624864"/>
                  </a:lnTo>
                  <a:lnTo>
                    <a:pt x="2347773" y="570946"/>
                  </a:lnTo>
                  <a:lnTo>
                    <a:pt x="2392872" y="518953"/>
                  </a:lnTo>
                  <a:lnTo>
                    <a:pt x="2437459" y="469317"/>
                  </a:lnTo>
                  <a:lnTo>
                    <a:pt x="2481542" y="422376"/>
                  </a:lnTo>
                  <a:lnTo>
                    <a:pt x="2525197" y="378371"/>
                  </a:lnTo>
                  <a:lnTo>
                    <a:pt x="2568583" y="337443"/>
                  </a:lnTo>
                  <a:lnTo>
                    <a:pt x="2611940" y="299642"/>
                  </a:lnTo>
                  <a:lnTo>
                    <a:pt x="2655612" y="264935"/>
                  </a:lnTo>
                  <a:lnTo>
                    <a:pt x="2667772" y="255893"/>
                  </a:lnTo>
                  <a:lnTo>
                    <a:pt x="2715654" y="222989"/>
                  </a:lnTo>
                  <a:lnTo>
                    <a:pt x="2765234" y="193497"/>
                  </a:lnTo>
                  <a:lnTo>
                    <a:pt x="2817339" y="167229"/>
                  </a:lnTo>
                  <a:lnTo>
                    <a:pt x="2872890" y="143873"/>
                  </a:lnTo>
                  <a:lnTo>
                    <a:pt x="2932818" y="123085"/>
                  </a:lnTo>
                  <a:lnTo>
                    <a:pt x="2997978" y="104538"/>
                  </a:lnTo>
                  <a:lnTo>
                    <a:pt x="3069039" y="87948"/>
                  </a:lnTo>
                  <a:lnTo>
                    <a:pt x="3146331" y="73092"/>
                  </a:lnTo>
                  <a:lnTo>
                    <a:pt x="3229650" y="59813"/>
                  </a:lnTo>
                  <a:lnTo>
                    <a:pt x="3318030" y="48022"/>
                  </a:lnTo>
                  <a:lnTo>
                    <a:pt x="3409535" y="37689"/>
                  </a:lnTo>
                  <a:lnTo>
                    <a:pt x="3501152" y="28833"/>
                  </a:lnTo>
                  <a:lnTo>
                    <a:pt x="3588909" y="21491"/>
                  </a:lnTo>
                  <a:lnTo>
                    <a:pt x="3668322" y="15681"/>
                  </a:lnTo>
                  <a:lnTo>
                    <a:pt x="3735161" y="11366"/>
                  </a:lnTo>
                  <a:lnTo>
                    <a:pt x="3786374" y="8429"/>
                  </a:lnTo>
                  <a:lnTo>
                    <a:pt x="3820882" y="6659"/>
                  </a:lnTo>
                  <a:lnTo>
                    <a:pt x="3839968" y="5780"/>
                  </a:lnTo>
                  <a:lnTo>
                    <a:pt x="3847204" y="547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9" y="5501"/>
                  </a:lnTo>
                  <a:lnTo>
                    <a:pt x="4396225" y="5911"/>
                  </a:lnTo>
                  <a:lnTo>
                    <a:pt x="4416513" y="7042"/>
                  </a:lnTo>
                  <a:lnTo>
                    <a:pt x="4452292" y="9264"/>
                  </a:lnTo>
                  <a:lnTo>
                    <a:pt x="4504619" y="12898"/>
                  </a:lnTo>
                  <a:lnTo>
                    <a:pt x="4572250" y="18182"/>
                  </a:lnTo>
                  <a:lnTo>
                    <a:pt x="4652053" y="25251"/>
                  </a:lnTo>
                  <a:lnTo>
                    <a:pt x="4739805" y="34141"/>
                  </a:lnTo>
                  <a:lnTo>
                    <a:pt x="4831098" y="44825"/>
                  </a:lnTo>
                  <a:lnTo>
                    <a:pt x="4922067" y="57262"/>
                  </a:lnTo>
                  <a:lnTo>
                    <a:pt x="5009801" y="71433"/>
                  </a:lnTo>
                  <a:lnTo>
                    <a:pt x="5092449" y="87374"/>
                  </a:lnTo>
                  <a:lnTo>
                    <a:pt x="5169100" y="105196"/>
                  </a:lnTo>
                  <a:lnTo>
                    <a:pt x="5239583" y="125087"/>
                  </a:lnTo>
                  <a:lnTo>
                    <a:pt x="5304239" y="147316"/>
                  </a:lnTo>
                  <a:lnTo>
                    <a:pt x="5363738" y="172219"/>
                  </a:lnTo>
                  <a:lnTo>
                    <a:pt x="5418927" y="200185"/>
                  </a:lnTo>
                  <a:lnTo>
                    <a:pt x="5470724" y="231621"/>
                  </a:lnTo>
                  <a:lnTo>
                    <a:pt x="5520038" y="266893"/>
                  </a:lnTo>
                  <a:lnTo>
                    <a:pt x="5567201" y="305801"/>
                  </a:lnTo>
                  <a:lnTo>
                    <a:pt x="5608829" y="344276"/>
                  </a:lnTo>
                  <a:lnTo>
                    <a:pt x="5650053" y="386066"/>
                  </a:lnTo>
                  <a:lnTo>
                    <a:pt x="5691197" y="431232"/>
                  </a:lnTo>
                  <a:lnTo>
                    <a:pt x="5732501" y="479761"/>
                  </a:lnTo>
                  <a:lnTo>
                    <a:pt x="5774133" y="531549"/>
                  </a:lnTo>
                  <a:lnTo>
                    <a:pt x="5816192" y="586403"/>
                  </a:lnTo>
                  <a:lnTo>
                    <a:pt x="5858715" y="644030"/>
                  </a:lnTo>
                  <a:lnTo>
                    <a:pt x="5901690" y="704044"/>
                  </a:lnTo>
                  <a:lnTo>
                    <a:pt x="5945054" y="765971"/>
                  </a:lnTo>
                  <a:lnTo>
                    <a:pt x="5988712" y="829264"/>
                  </a:lnTo>
                  <a:lnTo>
                    <a:pt x="6032538" y="893322"/>
                  </a:lnTo>
                  <a:lnTo>
                    <a:pt x="6076393" y="957511"/>
                  </a:lnTo>
                  <a:lnTo>
                    <a:pt x="6120136" y="1021194"/>
                  </a:lnTo>
                  <a:lnTo>
                    <a:pt x="6163634" y="1083752"/>
                  </a:lnTo>
                  <a:lnTo>
                    <a:pt x="6206779" y="1144614"/>
                  </a:lnTo>
                  <a:lnTo>
                    <a:pt x="6249492" y="1203273"/>
                  </a:lnTo>
                  <a:lnTo>
                    <a:pt x="6291740" y="1259306"/>
                  </a:lnTo>
                  <a:lnTo>
                    <a:pt x="6333538" y="1312383"/>
                  </a:lnTo>
                  <a:lnTo>
                    <a:pt x="6374961" y="1362268"/>
                  </a:lnTo>
                  <a:lnTo>
                    <a:pt x="6416147" y="1408821"/>
                  </a:lnTo>
                  <a:lnTo>
                    <a:pt x="6457303" y="1451995"/>
                  </a:lnTo>
                  <a:lnTo>
                    <a:pt x="6498720" y="1491819"/>
                  </a:lnTo>
                  <a:lnTo>
                    <a:pt x="6515891" y="1507228"/>
                  </a:lnTo>
                  <a:lnTo>
                    <a:pt x="6563546" y="1546514"/>
                  </a:lnTo>
                  <a:lnTo>
                    <a:pt x="6612880" y="1581746"/>
                  </a:lnTo>
                  <a:lnTo>
                    <a:pt x="6664707" y="1613145"/>
                  </a:lnTo>
                  <a:lnTo>
                    <a:pt x="6719935" y="1641077"/>
                  </a:lnTo>
                  <a:lnTo>
                    <a:pt x="6779482" y="1665951"/>
                  </a:lnTo>
                  <a:lnTo>
                    <a:pt x="6844196" y="1688155"/>
                  </a:lnTo>
                  <a:lnTo>
                    <a:pt x="6914740" y="1708024"/>
                  </a:lnTo>
                  <a:lnTo>
                    <a:pt x="6991454" y="1725826"/>
                  </a:lnTo>
                  <a:lnTo>
                    <a:pt x="7074159" y="1741749"/>
                  </a:lnTo>
                  <a:lnTo>
                    <a:pt x="7161937" y="1755902"/>
                  </a:lnTo>
                  <a:lnTo>
                    <a:pt x="7252925" y="1768321"/>
                  </a:lnTo>
                  <a:lnTo>
                    <a:pt x="7344203" y="1778988"/>
                  </a:lnTo>
                  <a:lnTo>
                    <a:pt x="7431897" y="1787859"/>
                  </a:lnTo>
                  <a:lnTo>
                    <a:pt x="7511597" y="1794909"/>
                  </a:lnTo>
                  <a:lnTo>
                    <a:pt x="7579085" y="1800176"/>
                  </a:lnTo>
                  <a:lnTo>
                    <a:pt x="7631247" y="1803794"/>
                  </a:lnTo>
                  <a:lnTo>
                    <a:pt x="7666859" y="1806003"/>
                  </a:lnTo>
                  <a:lnTo>
                    <a:pt x="7687004" y="1807125"/>
                  </a:lnTo>
                  <a:lnTo>
                    <a:pt x="7695030" y="1807529"/>
                  </a:lnTo>
                  <a:lnTo>
                    <a:pt x="7696237" y="1807585"/>
                  </a:lnTo>
                  <a:lnTo>
                    <a:pt x="8234974" y="1807585"/>
                  </a:lnTo>
                  <a:lnTo>
                    <a:pt x="8234974" y="1802140"/>
                  </a:ln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7" y="48"/>
                  </a:lnTo>
                  <a:lnTo>
                    <a:pt x="3838622" y="394"/>
                  </a:lnTo>
                  <a:lnTo>
                    <a:pt x="3818070" y="1351"/>
                  </a:lnTo>
                  <a:lnTo>
                    <a:pt x="3781852" y="3230"/>
                  </a:lnTo>
                  <a:lnTo>
                    <a:pt x="3728935" y="6301"/>
                  </a:lnTo>
                  <a:lnTo>
                    <a:pt x="3660627" y="10766"/>
                  </a:lnTo>
                  <a:lnTo>
                    <a:pt x="3580143" y="16734"/>
                  </a:lnTo>
                  <a:lnTo>
                    <a:pt x="3491782" y="24235"/>
                  </a:lnTo>
                  <a:lnTo>
                    <a:pt x="3400007" y="33245"/>
                  </a:lnTo>
                  <a:lnTo>
                    <a:pt x="3308704" y="43729"/>
                  </a:lnTo>
                  <a:lnTo>
                    <a:pt x="3220775" y="55672"/>
                  </a:lnTo>
                  <a:lnTo>
                    <a:pt x="3138050" y="69109"/>
                  </a:lnTo>
                  <a:lnTo>
                    <a:pt x="3061404" y="84135"/>
                  </a:lnTo>
                  <a:lnTo>
                    <a:pt x="2990975" y="100916"/>
                  </a:lnTo>
                  <a:lnTo>
                    <a:pt x="2926391" y="119681"/>
                  </a:lnTo>
                  <a:lnTo>
                    <a:pt x="2866958" y="140719"/>
                  </a:lnTo>
                  <a:lnTo>
                    <a:pt x="2811807" y="164360"/>
                  </a:lnTo>
                  <a:lnTo>
                    <a:pt x="2760005" y="190948"/>
                  </a:lnTo>
                  <a:lnTo>
                    <a:pt x="2710636" y="220787"/>
                  </a:lnTo>
                  <a:lnTo>
                    <a:pt x="2667772" y="250448"/>
                  </a:lnTo>
                  <a:lnTo>
                    <a:pt x="2623938" y="284319"/>
                  </a:lnTo>
                  <a:lnTo>
                    <a:pt x="2580533" y="321259"/>
                  </a:lnTo>
                  <a:lnTo>
                    <a:pt x="2537183" y="361326"/>
                  </a:lnTo>
                  <a:lnTo>
                    <a:pt x="2493621" y="404492"/>
                  </a:lnTo>
                  <a:lnTo>
                    <a:pt x="2449667" y="450643"/>
                  </a:lnTo>
                  <a:lnTo>
                    <a:pt x="2405223" y="499565"/>
                  </a:lnTo>
                  <a:lnTo>
                    <a:pt x="2360262" y="550948"/>
                  </a:lnTo>
                  <a:lnTo>
                    <a:pt x="2314822" y="604383"/>
                  </a:lnTo>
                  <a:lnTo>
                    <a:pt x="2268990" y="659379"/>
                  </a:lnTo>
                  <a:lnTo>
                    <a:pt x="2222897" y="715377"/>
                  </a:lnTo>
                  <a:lnTo>
                    <a:pt x="2176698" y="771771"/>
                  </a:lnTo>
                  <a:lnTo>
                    <a:pt x="2130559" y="827940"/>
                  </a:lnTo>
                  <a:lnTo>
                    <a:pt x="2084641" y="883271"/>
                  </a:lnTo>
                  <a:lnTo>
                    <a:pt x="2039081" y="937189"/>
                  </a:lnTo>
                  <a:lnTo>
                    <a:pt x="1993982" y="989182"/>
                  </a:lnTo>
                  <a:lnTo>
                    <a:pt x="1949395" y="1038818"/>
                  </a:lnTo>
                  <a:lnTo>
                    <a:pt x="1905313" y="1085759"/>
                  </a:lnTo>
                  <a:lnTo>
                    <a:pt x="1861657" y="1129764"/>
                  </a:lnTo>
                  <a:lnTo>
                    <a:pt x="1818272" y="1170692"/>
                  </a:lnTo>
                  <a:lnTo>
                    <a:pt x="1774914" y="1208493"/>
                  </a:lnTo>
                  <a:lnTo>
                    <a:pt x="1731242" y="1243200"/>
                  </a:lnTo>
                  <a:lnTo>
                    <a:pt x="1719082" y="1252242"/>
                  </a:lnTo>
                  <a:lnTo>
                    <a:pt x="1671201" y="1285146"/>
                  </a:lnTo>
                  <a:lnTo>
                    <a:pt x="1621621" y="1314638"/>
                  </a:lnTo>
                  <a:lnTo>
                    <a:pt x="1569515" y="1340906"/>
                  </a:lnTo>
                  <a:lnTo>
                    <a:pt x="1513965" y="1364262"/>
                  </a:lnTo>
                  <a:lnTo>
                    <a:pt x="1454037" y="1385050"/>
                  </a:lnTo>
                  <a:lnTo>
                    <a:pt x="1388876" y="1403597"/>
                  </a:lnTo>
                  <a:lnTo>
                    <a:pt x="1317815" y="1420187"/>
                  </a:lnTo>
                  <a:lnTo>
                    <a:pt x="1240523" y="1435043"/>
                  </a:lnTo>
                  <a:lnTo>
                    <a:pt x="1157205" y="1448322"/>
                  </a:lnTo>
                  <a:lnTo>
                    <a:pt x="1068824" y="1460113"/>
                  </a:lnTo>
                  <a:lnTo>
                    <a:pt x="977319" y="1470446"/>
                  </a:lnTo>
                  <a:lnTo>
                    <a:pt x="885703" y="1479302"/>
                  </a:lnTo>
                  <a:lnTo>
                    <a:pt x="797946" y="1486644"/>
                  </a:lnTo>
                  <a:lnTo>
                    <a:pt x="718532" y="1492454"/>
                  </a:lnTo>
                  <a:lnTo>
                    <a:pt x="651694" y="1496769"/>
                  </a:lnTo>
                  <a:lnTo>
                    <a:pt x="600481" y="1499706"/>
                  </a:lnTo>
                  <a:lnTo>
                    <a:pt x="565973" y="1501476"/>
                  </a:lnTo>
                  <a:lnTo>
                    <a:pt x="546886" y="1502355"/>
                  </a:lnTo>
                  <a:lnTo>
                    <a:pt x="539651" y="1502656"/>
                  </a:lnTo>
                  <a:lnTo>
                    <a:pt x="538736" y="1502691"/>
                  </a:lnTo>
                  <a:lnTo>
                    <a:pt x="0" y="1502691"/>
                  </a:lnTo>
                  <a:close/>
                </a:path>
              </a:pathLst>
            </a:custGeom>
            <a:solidFill>
              <a:srgbClr val="E78AC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91" name="pl1491"/>
            <p:cNvSpPr/>
            <p:nvPr/>
          </p:nvSpPr>
          <p:spPr>
            <a:xfrm>
              <a:off x="546595" y="3211386"/>
              <a:ext cx="8234974" cy="1802140"/>
            </a:xfrm>
            <a:custGeom>
              <a:avLst/>
              <a:pathLst>
                <a:path w="8234974" h="1802140">
                  <a:moveTo>
                    <a:pt x="0" y="1502691"/>
                  </a:moveTo>
                  <a:lnTo>
                    <a:pt x="538736" y="1502691"/>
                  </a:lnTo>
                  <a:lnTo>
                    <a:pt x="539998" y="1502642"/>
                  </a:lnTo>
                  <a:lnTo>
                    <a:pt x="548233" y="1502296"/>
                  </a:lnTo>
                  <a:lnTo>
                    <a:pt x="568785" y="1501339"/>
                  </a:lnTo>
                  <a:lnTo>
                    <a:pt x="605002" y="1499461"/>
                  </a:lnTo>
                  <a:lnTo>
                    <a:pt x="657920" y="1496389"/>
                  </a:lnTo>
                  <a:lnTo>
                    <a:pt x="726228" y="1491924"/>
                  </a:lnTo>
                  <a:lnTo>
                    <a:pt x="806712" y="1485956"/>
                  </a:lnTo>
                  <a:lnTo>
                    <a:pt x="895072" y="1478455"/>
                  </a:lnTo>
                  <a:lnTo>
                    <a:pt x="986847" y="1469445"/>
                  </a:lnTo>
                  <a:lnTo>
                    <a:pt x="1078151" y="1458962"/>
                  </a:lnTo>
                  <a:lnTo>
                    <a:pt x="1166079" y="1447018"/>
                  </a:lnTo>
                  <a:lnTo>
                    <a:pt x="1248805" y="1433582"/>
                  </a:lnTo>
                  <a:lnTo>
                    <a:pt x="1325451" y="1418555"/>
                  </a:lnTo>
                  <a:lnTo>
                    <a:pt x="1395879" y="1401774"/>
                  </a:lnTo>
                  <a:lnTo>
                    <a:pt x="1460463" y="1383009"/>
                  </a:lnTo>
                  <a:lnTo>
                    <a:pt x="1519897" y="1361972"/>
                  </a:lnTo>
                  <a:lnTo>
                    <a:pt x="1575047" y="1338331"/>
                  </a:lnTo>
                  <a:lnTo>
                    <a:pt x="1626850" y="1311742"/>
                  </a:lnTo>
                  <a:lnTo>
                    <a:pt x="1676218" y="1281903"/>
                  </a:lnTo>
                  <a:lnTo>
                    <a:pt x="1719082" y="1252242"/>
                  </a:lnTo>
                  <a:lnTo>
                    <a:pt x="1762916" y="1218372"/>
                  </a:lnTo>
                  <a:lnTo>
                    <a:pt x="1806322" y="1181431"/>
                  </a:lnTo>
                  <a:lnTo>
                    <a:pt x="1849671" y="1141365"/>
                  </a:lnTo>
                  <a:lnTo>
                    <a:pt x="1893234" y="1098198"/>
                  </a:lnTo>
                  <a:lnTo>
                    <a:pt x="1937187" y="1052048"/>
                  </a:lnTo>
                  <a:lnTo>
                    <a:pt x="1981631" y="1003125"/>
                  </a:lnTo>
                  <a:lnTo>
                    <a:pt x="2026592" y="951743"/>
                  </a:lnTo>
                  <a:lnTo>
                    <a:pt x="2072033" y="898307"/>
                  </a:lnTo>
                  <a:lnTo>
                    <a:pt x="2117865" y="843311"/>
                  </a:lnTo>
                  <a:lnTo>
                    <a:pt x="2163958" y="787314"/>
                  </a:lnTo>
                  <a:lnTo>
                    <a:pt x="2210157" y="730919"/>
                  </a:lnTo>
                  <a:lnTo>
                    <a:pt x="2256295" y="674751"/>
                  </a:lnTo>
                  <a:lnTo>
                    <a:pt x="2302214" y="619420"/>
                  </a:lnTo>
                  <a:lnTo>
                    <a:pt x="2347773" y="565502"/>
                  </a:lnTo>
                  <a:lnTo>
                    <a:pt x="2392872" y="513509"/>
                  </a:lnTo>
                  <a:lnTo>
                    <a:pt x="2437459" y="463872"/>
                  </a:lnTo>
                  <a:lnTo>
                    <a:pt x="2481542" y="416931"/>
                  </a:lnTo>
                  <a:lnTo>
                    <a:pt x="2525197" y="372926"/>
                  </a:lnTo>
                  <a:lnTo>
                    <a:pt x="2568583" y="331999"/>
                  </a:lnTo>
                  <a:lnTo>
                    <a:pt x="2611940" y="294198"/>
                  </a:lnTo>
                  <a:lnTo>
                    <a:pt x="2655612" y="259490"/>
                  </a:lnTo>
                  <a:lnTo>
                    <a:pt x="2667772" y="250448"/>
                  </a:lnTo>
                  <a:lnTo>
                    <a:pt x="2715654" y="217544"/>
                  </a:lnTo>
                  <a:lnTo>
                    <a:pt x="2765234" y="188053"/>
                  </a:lnTo>
                  <a:lnTo>
                    <a:pt x="2817339" y="161784"/>
                  </a:lnTo>
                  <a:lnTo>
                    <a:pt x="2872890" y="138428"/>
                  </a:lnTo>
                  <a:lnTo>
                    <a:pt x="2932818" y="117640"/>
                  </a:lnTo>
                  <a:lnTo>
                    <a:pt x="2997978" y="99093"/>
                  </a:lnTo>
                  <a:lnTo>
                    <a:pt x="3069039" y="82503"/>
                  </a:lnTo>
                  <a:lnTo>
                    <a:pt x="3146331" y="67648"/>
                  </a:lnTo>
                  <a:lnTo>
                    <a:pt x="3229650" y="54369"/>
                  </a:lnTo>
                  <a:lnTo>
                    <a:pt x="3318030" y="42577"/>
                  </a:lnTo>
                  <a:lnTo>
                    <a:pt x="3409535" y="32245"/>
                  </a:lnTo>
                  <a:lnTo>
                    <a:pt x="3501152" y="23389"/>
                  </a:lnTo>
                  <a:lnTo>
                    <a:pt x="3588909" y="16046"/>
                  </a:lnTo>
                  <a:lnTo>
                    <a:pt x="3668322" y="10236"/>
                  </a:lnTo>
                  <a:lnTo>
                    <a:pt x="3735161" y="5922"/>
                  </a:lnTo>
                  <a:lnTo>
                    <a:pt x="3786374" y="2984"/>
                  </a:lnTo>
                  <a:lnTo>
                    <a:pt x="3820882" y="1215"/>
                  </a:lnTo>
                  <a:lnTo>
                    <a:pt x="3839968" y="335"/>
                  </a:lnTo>
                  <a:lnTo>
                    <a:pt x="3847204" y="3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9" y="57"/>
                  </a:lnTo>
                  <a:lnTo>
                    <a:pt x="4396225" y="466"/>
                  </a:lnTo>
                  <a:lnTo>
                    <a:pt x="4416513" y="1598"/>
                  </a:lnTo>
                  <a:lnTo>
                    <a:pt x="4452292" y="3819"/>
                  </a:lnTo>
                  <a:lnTo>
                    <a:pt x="4504619" y="7453"/>
                  </a:lnTo>
                  <a:lnTo>
                    <a:pt x="4572250" y="12738"/>
                  </a:lnTo>
                  <a:lnTo>
                    <a:pt x="4652053" y="19807"/>
                  </a:lnTo>
                  <a:lnTo>
                    <a:pt x="4739805" y="28696"/>
                  </a:lnTo>
                  <a:lnTo>
                    <a:pt x="4831098" y="39381"/>
                  </a:lnTo>
                  <a:lnTo>
                    <a:pt x="4922067" y="51818"/>
                  </a:lnTo>
                  <a:lnTo>
                    <a:pt x="5009801" y="65988"/>
                  </a:lnTo>
                  <a:lnTo>
                    <a:pt x="5092449" y="81929"/>
                  </a:lnTo>
                  <a:lnTo>
                    <a:pt x="5169100" y="99751"/>
                  </a:lnTo>
                  <a:lnTo>
                    <a:pt x="5239583" y="119643"/>
                  </a:lnTo>
                  <a:lnTo>
                    <a:pt x="5304239" y="141871"/>
                  </a:lnTo>
                  <a:lnTo>
                    <a:pt x="5363738" y="166775"/>
                  </a:lnTo>
                  <a:lnTo>
                    <a:pt x="5418927" y="194740"/>
                  </a:lnTo>
                  <a:lnTo>
                    <a:pt x="5470724" y="226177"/>
                  </a:lnTo>
                  <a:lnTo>
                    <a:pt x="5520038" y="261449"/>
                  </a:lnTo>
                  <a:lnTo>
                    <a:pt x="5567201" y="300356"/>
                  </a:lnTo>
                  <a:lnTo>
                    <a:pt x="5608829" y="338832"/>
                  </a:lnTo>
                  <a:lnTo>
                    <a:pt x="5650053" y="380622"/>
                  </a:lnTo>
                  <a:lnTo>
                    <a:pt x="5691197" y="425788"/>
                  </a:lnTo>
                  <a:lnTo>
                    <a:pt x="5732501" y="474316"/>
                  </a:lnTo>
                  <a:lnTo>
                    <a:pt x="5774133" y="526105"/>
                  </a:lnTo>
                  <a:lnTo>
                    <a:pt x="5816192" y="580958"/>
                  </a:lnTo>
                  <a:lnTo>
                    <a:pt x="5858715" y="638585"/>
                  </a:lnTo>
                  <a:lnTo>
                    <a:pt x="5901690" y="698599"/>
                  </a:lnTo>
                  <a:lnTo>
                    <a:pt x="5945054" y="760526"/>
                  </a:lnTo>
                  <a:lnTo>
                    <a:pt x="5988712" y="823820"/>
                  </a:lnTo>
                  <a:lnTo>
                    <a:pt x="6032538" y="887877"/>
                  </a:lnTo>
                  <a:lnTo>
                    <a:pt x="6076393" y="952067"/>
                  </a:lnTo>
                  <a:lnTo>
                    <a:pt x="6120136" y="1015749"/>
                  </a:lnTo>
                  <a:lnTo>
                    <a:pt x="6163634" y="1078307"/>
                  </a:lnTo>
                  <a:lnTo>
                    <a:pt x="6206779" y="1139169"/>
                  </a:lnTo>
                  <a:lnTo>
                    <a:pt x="6249492" y="1197828"/>
                  </a:lnTo>
                  <a:lnTo>
                    <a:pt x="6291740" y="1253862"/>
                  </a:lnTo>
                  <a:lnTo>
                    <a:pt x="6333538" y="1306938"/>
                  </a:lnTo>
                  <a:lnTo>
                    <a:pt x="6374961" y="1356823"/>
                  </a:lnTo>
                  <a:lnTo>
                    <a:pt x="6416147" y="1403377"/>
                  </a:lnTo>
                  <a:lnTo>
                    <a:pt x="6457303" y="1446550"/>
                  </a:lnTo>
                  <a:lnTo>
                    <a:pt x="6498720" y="1486375"/>
                  </a:lnTo>
                  <a:lnTo>
                    <a:pt x="6515891" y="1501784"/>
                  </a:lnTo>
                  <a:lnTo>
                    <a:pt x="6563546" y="1541070"/>
                  </a:lnTo>
                  <a:lnTo>
                    <a:pt x="6612880" y="1576301"/>
                  </a:lnTo>
                  <a:lnTo>
                    <a:pt x="6664707" y="1607700"/>
                  </a:lnTo>
                  <a:lnTo>
                    <a:pt x="6719935" y="1635633"/>
                  </a:lnTo>
                  <a:lnTo>
                    <a:pt x="6779482" y="1660507"/>
                  </a:lnTo>
                  <a:lnTo>
                    <a:pt x="6844196" y="1682710"/>
                  </a:lnTo>
                  <a:lnTo>
                    <a:pt x="6914740" y="1702580"/>
                  </a:lnTo>
                  <a:lnTo>
                    <a:pt x="6991454" y="1720382"/>
                  </a:lnTo>
                  <a:lnTo>
                    <a:pt x="7074159" y="1736304"/>
                  </a:lnTo>
                  <a:lnTo>
                    <a:pt x="7161937" y="1750457"/>
                  </a:lnTo>
                  <a:lnTo>
                    <a:pt x="7252925" y="1762876"/>
                  </a:lnTo>
                  <a:lnTo>
                    <a:pt x="7344203" y="1773543"/>
                  </a:lnTo>
                  <a:lnTo>
                    <a:pt x="7431897" y="1782414"/>
                  </a:lnTo>
                  <a:lnTo>
                    <a:pt x="7511597" y="1789465"/>
                  </a:lnTo>
                  <a:lnTo>
                    <a:pt x="7579085" y="1794732"/>
                  </a:lnTo>
                  <a:lnTo>
                    <a:pt x="7631247" y="1798350"/>
                  </a:lnTo>
                  <a:lnTo>
                    <a:pt x="7666859" y="1800558"/>
                  </a:lnTo>
                  <a:lnTo>
                    <a:pt x="7687004" y="1801681"/>
                  </a:lnTo>
                  <a:lnTo>
                    <a:pt x="7695030" y="1802085"/>
                  </a:lnTo>
                  <a:lnTo>
                    <a:pt x="7696237" y="1802140"/>
                  </a:lnTo>
                  <a:lnTo>
                    <a:pt x="8234974" y="1802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2" name="pl1492"/>
            <p:cNvSpPr/>
            <p:nvPr/>
          </p:nvSpPr>
          <p:spPr>
            <a:xfrm>
              <a:off x="546595" y="3205942"/>
              <a:ext cx="8234974" cy="1802140"/>
            </a:xfrm>
            <a:custGeom>
              <a:avLst/>
              <a:pathLst>
                <a:path w="8234974" h="1802140">
                  <a:moveTo>
                    <a:pt x="8234974" y="1802140"/>
                  </a:move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7" y="48"/>
                  </a:lnTo>
                  <a:lnTo>
                    <a:pt x="3838622" y="394"/>
                  </a:lnTo>
                  <a:lnTo>
                    <a:pt x="3818070" y="1351"/>
                  </a:lnTo>
                  <a:lnTo>
                    <a:pt x="3781852" y="3230"/>
                  </a:lnTo>
                  <a:lnTo>
                    <a:pt x="3728935" y="6301"/>
                  </a:lnTo>
                  <a:lnTo>
                    <a:pt x="3660627" y="10766"/>
                  </a:lnTo>
                  <a:lnTo>
                    <a:pt x="3580143" y="16734"/>
                  </a:lnTo>
                  <a:lnTo>
                    <a:pt x="3491782" y="24235"/>
                  </a:lnTo>
                  <a:lnTo>
                    <a:pt x="3400007" y="33245"/>
                  </a:lnTo>
                  <a:lnTo>
                    <a:pt x="3308704" y="43729"/>
                  </a:lnTo>
                  <a:lnTo>
                    <a:pt x="3220775" y="55672"/>
                  </a:lnTo>
                  <a:lnTo>
                    <a:pt x="3138050" y="69109"/>
                  </a:lnTo>
                  <a:lnTo>
                    <a:pt x="3061404" y="84135"/>
                  </a:lnTo>
                  <a:lnTo>
                    <a:pt x="2990975" y="100916"/>
                  </a:lnTo>
                  <a:lnTo>
                    <a:pt x="2926391" y="119681"/>
                  </a:lnTo>
                  <a:lnTo>
                    <a:pt x="2866958" y="140719"/>
                  </a:lnTo>
                  <a:lnTo>
                    <a:pt x="2811807" y="164360"/>
                  </a:lnTo>
                  <a:lnTo>
                    <a:pt x="2760005" y="190948"/>
                  </a:lnTo>
                  <a:lnTo>
                    <a:pt x="2710636" y="220787"/>
                  </a:lnTo>
                  <a:lnTo>
                    <a:pt x="2667772" y="250448"/>
                  </a:lnTo>
                  <a:lnTo>
                    <a:pt x="2623938" y="284319"/>
                  </a:lnTo>
                  <a:lnTo>
                    <a:pt x="2580533" y="321259"/>
                  </a:lnTo>
                  <a:lnTo>
                    <a:pt x="2537183" y="361326"/>
                  </a:lnTo>
                  <a:lnTo>
                    <a:pt x="2493621" y="404492"/>
                  </a:lnTo>
                  <a:lnTo>
                    <a:pt x="2449667" y="450643"/>
                  </a:lnTo>
                  <a:lnTo>
                    <a:pt x="2405223" y="499565"/>
                  </a:lnTo>
                  <a:lnTo>
                    <a:pt x="2360262" y="550948"/>
                  </a:lnTo>
                  <a:lnTo>
                    <a:pt x="2314822" y="604383"/>
                  </a:lnTo>
                  <a:lnTo>
                    <a:pt x="2268990" y="659379"/>
                  </a:lnTo>
                  <a:lnTo>
                    <a:pt x="2222897" y="715377"/>
                  </a:lnTo>
                  <a:lnTo>
                    <a:pt x="2176698" y="771771"/>
                  </a:lnTo>
                  <a:lnTo>
                    <a:pt x="2130559" y="827940"/>
                  </a:lnTo>
                  <a:lnTo>
                    <a:pt x="2084641" y="883271"/>
                  </a:lnTo>
                  <a:lnTo>
                    <a:pt x="2039081" y="937189"/>
                  </a:lnTo>
                  <a:lnTo>
                    <a:pt x="1993982" y="989182"/>
                  </a:lnTo>
                  <a:lnTo>
                    <a:pt x="1949395" y="1038818"/>
                  </a:lnTo>
                  <a:lnTo>
                    <a:pt x="1905313" y="1085759"/>
                  </a:lnTo>
                  <a:lnTo>
                    <a:pt x="1861657" y="1129764"/>
                  </a:lnTo>
                  <a:lnTo>
                    <a:pt x="1818272" y="1170692"/>
                  </a:lnTo>
                  <a:lnTo>
                    <a:pt x="1774914" y="1208493"/>
                  </a:lnTo>
                  <a:lnTo>
                    <a:pt x="1731242" y="1243200"/>
                  </a:lnTo>
                  <a:lnTo>
                    <a:pt x="1719082" y="1252242"/>
                  </a:lnTo>
                  <a:lnTo>
                    <a:pt x="1671201" y="1285146"/>
                  </a:lnTo>
                  <a:lnTo>
                    <a:pt x="1621621" y="1314638"/>
                  </a:lnTo>
                  <a:lnTo>
                    <a:pt x="1569515" y="1340906"/>
                  </a:lnTo>
                  <a:lnTo>
                    <a:pt x="1513965" y="1364262"/>
                  </a:lnTo>
                  <a:lnTo>
                    <a:pt x="1454037" y="1385050"/>
                  </a:lnTo>
                  <a:lnTo>
                    <a:pt x="1388876" y="1403597"/>
                  </a:lnTo>
                  <a:lnTo>
                    <a:pt x="1317815" y="1420187"/>
                  </a:lnTo>
                  <a:lnTo>
                    <a:pt x="1240523" y="1435043"/>
                  </a:lnTo>
                  <a:lnTo>
                    <a:pt x="1157205" y="1448322"/>
                  </a:lnTo>
                  <a:lnTo>
                    <a:pt x="1068824" y="1460113"/>
                  </a:lnTo>
                  <a:lnTo>
                    <a:pt x="977319" y="1470446"/>
                  </a:lnTo>
                  <a:lnTo>
                    <a:pt x="885703" y="1479302"/>
                  </a:lnTo>
                  <a:lnTo>
                    <a:pt x="797946" y="1486644"/>
                  </a:lnTo>
                  <a:lnTo>
                    <a:pt x="718532" y="1492454"/>
                  </a:lnTo>
                  <a:lnTo>
                    <a:pt x="651694" y="1496769"/>
                  </a:lnTo>
                  <a:lnTo>
                    <a:pt x="600481" y="1499706"/>
                  </a:lnTo>
                  <a:lnTo>
                    <a:pt x="565973" y="1501476"/>
                  </a:lnTo>
                  <a:lnTo>
                    <a:pt x="546886" y="1502355"/>
                  </a:lnTo>
                  <a:lnTo>
                    <a:pt x="539651" y="1502656"/>
                  </a:lnTo>
                  <a:lnTo>
                    <a:pt x="538736" y="1502691"/>
                  </a:lnTo>
                  <a:lnTo>
                    <a:pt x="0" y="15026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3" name="pg1493"/>
            <p:cNvSpPr/>
            <p:nvPr/>
          </p:nvSpPr>
          <p:spPr>
            <a:xfrm>
              <a:off x="546595" y="1474580"/>
              <a:ext cx="8234974" cy="3484501"/>
            </a:xfrm>
            <a:custGeom>
              <a:avLst/>
              <a:pathLst>
                <a:path w="8234974" h="3484501">
                  <a:moveTo>
                    <a:pt x="0" y="3484501"/>
                  </a:moveTo>
                  <a:lnTo>
                    <a:pt x="538736" y="3484501"/>
                  </a:lnTo>
                  <a:lnTo>
                    <a:pt x="539928" y="3484424"/>
                  </a:lnTo>
                  <a:lnTo>
                    <a:pt x="547716" y="3483871"/>
                  </a:lnTo>
                  <a:lnTo>
                    <a:pt x="567195" y="3482341"/>
                  </a:lnTo>
                  <a:lnTo>
                    <a:pt x="601621" y="3479336"/>
                  </a:lnTo>
                  <a:lnTo>
                    <a:pt x="652124" y="3474415"/>
                  </a:lnTo>
                  <a:lnTo>
                    <a:pt x="717648" y="3467246"/>
                  </a:lnTo>
                  <a:lnTo>
                    <a:pt x="795316" y="3457639"/>
                  </a:lnTo>
                  <a:lnTo>
                    <a:pt x="881145" y="3445532"/>
                  </a:lnTo>
                  <a:lnTo>
                    <a:pt x="970896" y="3430953"/>
                  </a:lnTo>
                  <a:lnTo>
                    <a:pt x="1060776" y="3413963"/>
                  </a:lnTo>
                  <a:lnTo>
                    <a:pt x="1147863" y="3394593"/>
                  </a:lnTo>
                  <a:lnTo>
                    <a:pt x="1230231" y="3372807"/>
                  </a:lnTo>
                  <a:lnTo>
                    <a:pt x="1306873" y="3348474"/>
                  </a:lnTo>
                  <a:lnTo>
                    <a:pt x="1377511" y="3321357"/>
                  </a:lnTo>
                  <a:lnTo>
                    <a:pt x="1442392" y="3291116"/>
                  </a:lnTo>
                  <a:lnTo>
                    <a:pt x="1502104" y="3257313"/>
                  </a:lnTo>
                  <a:lnTo>
                    <a:pt x="1557427" y="3219434"/>
                  </a:lnTo>
                  <a:lnTo>
                    <a:pt x="1609235" y="3176929"/>
                  </a:lnTo>
                  <a:lnTo>
                    <a:pt x="1658403" y="3129278"/>
                  </a:lnTo>
                  <a:lnTo>
                    <a:pt x="1705744" y="3076111"/>
                  </a:lnTo>
                  <a:lnTo>
                    <a:pt x="1719082" y="3059828"/>
                  </a:lnTo>
                  <a:lnTo>
                    <a:pt x="1756034" y="3011806"/>
                  </a:lnTo>
                  <a:lnTo>
                    <a:pt x="1792636" y="2960109"/>
                  </a:lnTo>
                  <a:lnTo>
                    <a:pt x="1829124" y="2904662"/>
                  </a:lnTo>
                  <a:lnTo>
                    <a:pt x="1865683" y="2845459"/>
                  </a:lnTo>
                  <a:lnTo>
                    <a:pt x="1902448" y="2782563"/>
                  </a:lnTo>
                  <a:lnTo>
                    <a:pt x="1939511" y="2716119"/>
                  </a:lnTo>
                  <a:lnTo>
                    <a:pt x="1976926" y="2646356"/>
                  </a:lnTo>
                  <a:lnTo>
                    <a:pt x="2014708" y="2573588"/>
                  </a:lnTo>
                  <a:lnTo>
                    <a:pt x="2052842" y="2498210"/>
                  </a:lnTo>
                  <a:lnTo>
                    <a:pt x="2091285" y="2420691"/>
                  </a:lnTo>
                  <a:lnTo>
                    <a:pt x="2129970" y="2341569"/>
                  </a:lnTo>
                  <a:lnTo>
                    <a:pt x="2168813" y="2261430"/>
                  </a:lnTo>
                  <a:lnTo>
                    <a:pt x="2207719" y="2180890"/>
                  </a:lnTo>
                  <a:lnTo>
                    <a:pt x="2246589" y="2100583"/>
                  </a:lnTo>
                  <a:lnTo>
                    <a:pt x="2285324" y="2021132"/>
                  </a:lnTo>
                  <a:lnTo>
                    <a:pt x="2323839" y="1943134"/>
                  </a:lnTo>
                  <a:lnTo>
                    <a:pt x="2362061" y="1867139"/>
                  </a:lnTo>
                  <a:lnTo>
                    <a:pt x="2399939" y="1793636"/>
                  </a:lnTo>
                  <a:lnTo>
                    <a:pt x="2437451" y="1723042"/>
                  </a:lnTo>
                  <a:lnTo>
                    <a:pt x="2474604" y="1655692"/>
                  </a:lnTo>
                  <a:lnTo>
                    <a:pt x="2511440" y="1591837"/>
                  </a:lnTo>
                  <a:lnTo>
                    <a:pt x="2548043" y="1531644"/>
                  </a:lnTo>
                  <a:lnTo>
                    <a:pt x="2584534" y="1475198"/>
                  </a:lnTo>
                  <a:lnTo>
                    <a:pt x="2621084" y="1422511"/>
                  </a:lnTo>
                  <a:lnTo>
                    <a:pt x="2657917" y="1373524"/>
                  </a:lnTo>
                  <a:lnTo>
                    <a:pt x="2667772" y="1361133"/>
                  </a:lnTo>
                  <a:lnTo>
                    <a:pt x="2714719" y="1306358"/>
                  </a:lnTo>
                  <a:lnTo>
                    <a:pt x="2763286" y="1257152"/>
                  </a:lnTo>
                  <a:lnTo>
                    <a:pt x="2814248" y="1213220"/>
                  </a:lnTo>
                  <a:lnTo>
                    <a:pt x="2868472" y="1174071"/>
                  </a:lnTo>
                  <a:lnTo>
                    <a:pt x="2926839" y="1139154"/>
                  </a:lnTo>
                  <a:lnTo>
                    <a:pt x="2990167" y="1107940"/>
                  </a:lnTo>
                  <a:lnTo>
                    <a:pt x="3059111" y="1079966"/>
                  </a:lnTo>
                  <a:lnTo>
                    <a:pt x="3134032" y="1054864"/>
                  </a:lnTo>
                  <a:lnTo>
                    <a:pt x="3214825" y="1032365"/>
                  </a:lnTo>
                  <a:lnTo>
                    <a:pt x="3300713" y="1012310"/>
                  </a:lnTo>
                  <a:lnTo>
                    <a:pt x="3390047" y="994636"/>
                  </a:lnTo>
                  <a:lnTo>
                    <a:pt x="3480190" y="979360"/>
                  </a:lnTo>
                  <a:lnTo>
                    <a:pt x="3567569" y="966539"/>
                  </a:lnTo>
                  <a:lnTo>
                    <a:pt x="3648011" y="956216"/>
                  </a:lnTo>
                  <a:lnTo>
                    <a:pt x="3717377" y="948361"/>
                  </a:lnTo>
                  <a:lnTo>
                    <a:pt x="3772387" y="942823"/>
                  </a:lnTo>
                  <a:lnTo>
                    <a:pt x="3811406" y="939310"/>
                  </a:lnTo>
                  <a:lnTo>
                    <a:pt x="3834927" y="937407"/>
                  </a:lnTo>
                  <a:lnTo>
                    <a:pt x="3845623" y="936625"/>
                  </a:lnTo>
                  <a:lnTo>
                    <a:pt x="3848118" y="936459"/>
                  </a:lnTo>
                  <a:lnTo>
                    <a:pt x="4386855" y="936459"/>
                  </a:lnTo>
                  <a:lnTo>
                    <a:pt x="4388142" y="936429"/>
                  </a:lnTo>
                  <a:lnTo>
                    <a:pt x="4396537" y="936210"/>
                  </a:lnTo>
                  <a:lnTo>
                    <a:pt x="4417474" y="935605"/>
                  </a:lnTo>
                  <a:lnTo>
                    <a:pt x="4454331" y="934417"/>
                  </a:lnTo>
                  <a:lnTo>
                    <a:pt x="4508106" y="932476"/>
                  </a:lnTo>
                  <a:lnTo>
                    <a:pt x="4577396" y="929657"/>
                  </a:lnTo>
                  <a:lnTo>
                    <a:pt x="4658863" y="925893"/>
                  </a:lnTo>
                  <a:lnTo>
                    <a:pt x="4748097" y="921166"/>
                  </a:lnTo>
                  <a:lnTo>
                    <a:pt x="4840560" y="915493"/>
                  </a:lnTo>
                  <a:lnTo>
                    <a:pt x="4932336" y="908895"/>
                  </a:lnTo>
                  <a:lnTo>
                    <a:pt x="5020534" y="901381"/>
                  </a:lnTo>
                  <a:lnTo>
                    <a:pt x="5103363" y="892926"/>
                  </a:lnTo>
                  <a:lnTo>
                    <a:pt x="5179995" y="883465"/>
                  </a:lnTo>
                  <a:lnTo>
                    <a:pt x="5250341" y="872892"/>
                  </a:lnTo>
                  <a:lnTo>
                    <a:pt x="5314819" y="861057"/>
                  </a:lnTo>
                  <a:lnTo>
                    <a:pt x="5374160" y="847775"/>
                  </a:lnTo>
                  <a:lnTo>
                    <a:pt x="5429262" y="832834"/>
                  </a:lnTo>
                  <a:lnTo>
                    <a:pt x="5481078" y="816019"/>
                  </a:lnTo>
                  <a:lnTo>
                    <a:pt x="5530535" y="797144"/>
                  </a:lnTo>
                  <a:lnTo>
                    <a:pt x="5567201" y="781290"/>
                  </a:lnTo>
                  <a:lnTo>
                    <a:pt x="5615526" y="758033"/>
                  </a:lnTo>
                  <a:lnTo>
                    <a:pt x="5663381" y="732454"/>
                  </a:lnTo>
                  <a:lnTo>
                    <a:pt x="5711242" y="704519"/>
                  </a:lnTo>
                  <a:lnTo>
                    <a:pt x="5759439" y="674266"/>
                  </a:lnTo>
                  <a:lnTo>
                    <a:pt x="5808171" y="641823"/>
                  </a:lnTo>
                  <a:lnTo>
                    <a:pt x="5857525" y="607402"/>
                  </a:lnTo>
                  <a:lnTo>
                    <a:pt x="5907488" y="571310"/>
                  </a:lnTo>
                  <a:lnTo>
                    <a:pt x="5957961" y="533933"/>
                  </a:lnTo>
                  <a:lnTo>
                    <a:pt x="6008782" y="495725"/>
                  </a:lnTo>
                  <a:lnTo>
                    <a:pt x="6059746" y="457185"/>
                  </a:lnTo>
                  <a:lnTo>
                    <a:pt x="6110630" y="418830"/>
                  </a:lnTo>
                  <a:lnTo>
                    <a:pt x="6161221" y="381167"/>
                  </a:lnTo>
                  <a:lnTo>
                    <a:pt x="6211343" y="344664"/>
                  </a:lnTo>
                  <a:lnTo>
                    <a:pt x="6260877" y="309731"/>
                  </a:lnTo>
                  <a:lnTo>
                    <a:pt x="6309782" y="276696"/>
                  </a:lnTo>
                  <a:lnTo>
                    <a:pt x="6358117" y="245801"/>
                  </a:lnTo>
                  <a:lnTo>
                    <a:pt x="6406046" y="217195"/>
                  </a:lnTo>
                  <a:lnTo>
                    <a:pt x="6453861" y="190944"/>
                  </a:lnTo>
                  <a:lnTo>
                    <a:pt x="6501993" y="167030"/>
                  </a:lnTo>
                  <a:lnTo>
                    <a:pt x="6515891" y="160613"/>
                  </a:lnTo>
                  <a:lnTo>
                    <a:pt x="6564101" y="140097"/>
                  </a:lnTo>
                  <a:lnTo>
                    <a:pt x="6614037" y="121723"/>
                  </a:lnTo>
                  <a:lnTo>
                    <a:pt x="6666546" y="105370"/>
                  </a:lnTo>
                  <a:lnTo>
                    <a:pt x="6722565" y="90842"/>
                  </a:lnTo>
                  <a:lnTo>
                    <a:pt x="6783046" y="77921"/>
                  </a:lnTo>
                  <a:lnTo>
                    <a:pt x="6848856" y="66400"/>
                  </a:lnTo>
                  <a:lnTo>
                    <a:pt x="6920669" y="56103"/>
                  </a:lnTo>
                  <a:lnTo>
                    <a:pt x="6998799" y="46888"/>
                  </a:lnTo>
                  <a:lnTo>
                    <a:pt x="7083007" y="38660"/>
                  </a:lnTo>
                  <a:lnTo>
                    <a:pt x="7172254" y="31363"/>
                  </a:lnTo>
                  <a:lnTo>
                    <a:pt x="7264495" y="24983"/>
                  </a:lnTo>
                  <a:lnTo>
                    <a:pt x="7356580" y="19532"/>
                  </a:lnTo>
                  <a:lnTo>
                    <a:pt x="7444394" y="15032"/>
                  </a:lnTo>
                  <a:lnTo>
                    <a:pt x="7523353" y="11495"/>
                  </a:lnTo>
                  <a:lnTo>
                    <a:pt x="7589211" y="8892"/>
                  </a:lnTo>
                  <a:lnTo>
                    <a:pt x="7639021" y="7143"/>
                  </a:lnTo>
                  <a:lnTo>
                    <a:pt x="7671926" y="6110"/>
                  </a:lnTo>
                  <a:lnTo>
                    <a:pt x="7689505" y="5614"/>
                  </a:lnTo>
                  <a:lnTo>
                    <a:pt x="7695657" y="545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927" y="931092"/>
                  </a:lnTo>
                  <a:lnTo>
                    <a:pt x="3839138" y="931646"/>
                  </a:lnTo>
                  <a:lnTo>
                    <a:pt x="3819660" y="933176"/>
                  </a:lnTo>
                  <a:lnTo>
                    <a:pt x="3785234" y="936180"/>
                  </a:lnTo>
                  <a:lnTo>
                    <a:pt x="3734731" y="941101"/>
                  </a:lnTo>
                  <a:lnTo>
                    <a:pt x="3669206" y="948270"/>
                  </a:lnTo>
                  <a:lnTo>
                    <a:pt x="3591539" y="957877"/>
                  </a:lnTo>
                  <a:lnTo>
                    <a:pt x="3505710" y="969985"/>
                  </a:lnTo>
                  <a:lnTo>
                    <a:pt x="3415959" y="984563"/>
                  </a:lnTo>
                  <a:lnTo>
                    <a:pt x="3326079" y="1001553"/>
                  </a:lnTo>
                  <a:lnTo>
                    <a:pt x="3238992" y="1020923"/>
                  </a:lnTo>
                  <a:lnTo>
                    <a:pt x="3156623" y="1042709"/>
                  </a:lnTo>
                  <a:lnTo>
                    <a:pt x="3079982" y="1067042"/>
                  </a:lnTo>
                  <a:lnTo>
                    <a:pt x="3009344" y="1094159"/>
                  </a:lnTo>
                  <a:lnTo>
                    <a:pt x="2944462" y="1124400"/>
                  </a:lnTo>
                  <a:lnTo>
                    <a:pt x="2884751" y="1158204"/>
                  </a:lnTo>
                  <a:lnTo>
                    <a:pt x="2829427" y="1196082"/>
                  </a:lnTo>
                  <a:lnTo>
                    <a:pt x="2777620" y="1238587"/>
                  </a:lnTo>
                  <a:lnTo>
                    <a:pt x="2728451" y="1286238"/>
                  </a:lnTo>
                  <a:lnTo>
                    <a:pt x="2681110" y="1339406"/>
                  </a:lnTo>
                  <a:lnTo>
                    <a:pt x="2667772" y="1355689"/>
                  </a:lnTo>
                  <a:lnTo>
                    <a:pt x="2630820" y="1403710"/>
                  </a:lnTo>
                  <a:lnTo>
                    <a:pt x="2594219" y="1455407"/>
                  </a:lnTo>
                  <a:lnTo>
                    <a:pt x="2557731" y="1510854"/>
                  </a:lnTo>
                  <a:lnTo>
                    <a:pt x="2521172" y="1570058"/>
                  </a:lnTo>
                  <a:lnTo>
                    <a:pt x="2484407" y="1632954"/>
                  </a:lnTo>
                  <a:lnTo>
                    <a:pt x="2447343" y="1699397"/>
                  </a:lnTo>
                  <a:lnTo>
                    <a:pt x="2409929" y="1769160"/>
                  </a:lnTo>
                  <a:lnTo>
                    <a:pt x="2372147" y="1841928"/>
                  </a:lnTo>
                  <a:lnTo>
                    <a:pt x="2334013" y="1917307"/>
                  </a:lnTo>
                  <a:lnTo>
                    <a:pt x="2295570" y="1994825"/>
                  </a:lnTo>
                  <a:lnTo>
                    <a:pt x="2256884" y="2073947"/>
                  </a:lnTo>
                  <a:lnTo>
                    <a:pt x="2218041" y="2154087"/>
                  </a:lnTo>
                  <a:lnTo>
                    <a:pt x="2179135" y="2234626"/>
                  </a:lnTo>
                  <a:lnTo>
                    <a:pt x="2140266" y="2314933"/>
                  </a:lnTo>
                  <a:lnTo>
                    <a:pt x="2101530" y="2394384"/>
                  </a:lnTo>
                  <a:lnTo>
                    <a:pt x="2063016" y="2472382"/>
                  </a:lnTo>
                  <a:lnTo>
                    <a:pt x="2024794" y="2548378"/>
                  </a:lnTo>
                  <a:lnTo>
                    <a:pt x="1986916" y="2621880"/>
                  </a:lnTo>
                  <a:lnTo>
                    <a:pt x="1949404" y="2692474"/>
                  </a:lnTo>
                  <a:lnTo>
                    <a:pt x="1912251" y="2759824"/>
                  </a:lnTo>
                  <a:lnTo>
                    <a:pt x="1875414" y="2823679"/>
                  </a:lnTo>
                  <a:lnTo>
                    <a:pt x="1838812" y="2883872"/>
                  </a:lnTo>
                  <a:lnTo>
                    <a:pt x="1802321" y="2940318"/>
                  </a:lnTo>
                  <a:lnTo>
                    <a:pt x="1765770" y="2993005"/>
                  </a:lnTo>
                  <a:lnTo>
                    <a:pt x="1728938" y="3041992"/>
                  </a:lnTo>
                  <a:lnTo>
                    <a:pt x="1719082" y="3054383"/>
                  </a:lnTo>
                  <a:lnTo>
                    <a:pt x="1672135" y="3109158"/>
                  </a:lnTo>
                  <a:lnTo>
                    <a:pt x="1623569" y="3158364"/>
                  </a:lnTo>
                  <a:lnTo>
                    <a:pt x="1572607" y="3202296"/>
                  </a:lnTo>
                  <a:lnTo>
                    <a:pt x="1518382" y="3241445"/>
                  </a:lnTo>
                  <a:lnTo>
                    <a:pt x="1460015" y="3276362"/>
                  </a:lnTo>
                  <a:lnTo>
                    <a:pt x="1396687" y="3307577"/>
                  </a:lnTo>
                  <a:lnTo>
                    <a:pt x="1327744" y="3335550"/>
                  </a:lnTo>
                  <a:lnTo>
                    <a:pt x="1252822" y="3360652"/>
                  </a:lnTo>
                  <a:lnTo>
                    <a:pt x="1172029" y="3383151"/>
                  </a:lnTo>
                  <a:lnTo>
                    <a:pt x="1086142" y="3403206"/>
                  </a:lnTo>
                  <a:lnTo>
                    <a:pt x="996808" y="3420880"/>
                  </a:lnTo>
                  <a:lnTo>
                    <a:pt x="906665" y="3436156"/>
                  </a:lnTo>
                  <a:lnTo>
                    <a:pt x="819285" y="3448977"/>
                  </a:lnTo>
                  <a:lnTo>
                    <a:pt x="738843" y="3459301"/>
                  </a:lnTo>
                  <a:lnTo>
                    <a:pt x="669478" y="3467155"/>
                  </a:lnTo>
                  <a:lnTo>
                    <a:pt x="614468" y="3472693"/>
                  </a:lnTo>
                  <a:lnTo>
                    <a:pt x="575448" y="3476206"/>
                  </a:lnTo>
                  <a:lnTo>
                    <a:pt x="551927" y="3478109"/>
                  </a:lnTo>
                  <a:lnTo>
                    <a:pt x="541232" y="3478891"/>
                  </a:lnTo>
                  <a:lnTo>
                    <a:pt x="538736" y="3479057"/>
                  </a:lnTo>
                  <a:lnTo>
                    <a:pt x="0" y="3479057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94" name="pl1494"/>
            <p:cNvSpPr/>
            <p:nvPr/>
          </p:nvSpPr>
          <p:spPr>
            <a:xfrm>
              <a:off x="546595" y="1480024"/>
              <a:ext cx="8234974" cy="3479057"/>
            </a:xfrm>
            <a:custGeom>
              <a:avLst/>
              <a:pathLst>
                <a:path w="8234974" h="3479057">
                  <a:moveTo>
                    <a:pt x="0" y="3479057"/>
                  </a:moveTo>
                  <a:lnTo>
                    <a:pt x="538736" y="3479057"/>
                  </a:lnTo>
                  <a:lnTo>
                    <a:pt x="539928" y="3478979"/>
                  </a:lnTo>
                  <a:lnTo>
                    <a:pt x="547716" y="3478426"/>
                  </a:lnTo>
                  <a:lnTo>
                    <a:pt x="567195" y="3476896"/>
                  </a:lnTo>
                  <a:lnTo>
                    <a:pt x="601621" y="3473891"/>
                  </a:lnTo>
                  <a:lnTo>
                    <a:pt x="652124" y="3468970"/>
                  </a:lnTo>
                  <a:lnTo>
                    <a:pt x="717648" y="3461802"/>
                  </a:lnTo>
                  <a:lnTo>
                    <a:pt x="795316" y="3452194"/>
                  </a:lnTo>
                  <a:lnTo>
                    <a:pt x="881145" y="3440087"/>
                  </a:lnTo>
                  <a:lnTo>
                    <a:pt x="970896" y="3425509"/>
                  </a:lnTo>
                  <a:lnTo>
                    <a:pt x="1060776" y="3408518"/>
                  </a:lnTo>
                  <a:lnTo>
                    <a:pt x="1147863" y="3389148"/>
                  </a:lnTo>
                  <a:lnTo>
                    <a:pt x="1230231" y="3367362"/>
                  </a:lnTo>
                  <a:lnTo>
                    <a:pt x="1306873" y="3343029"/>
                  </a:lnTo>
                  <a:lnTo>
                    <a:pt x="1377511" y="3315913"/>
                  </a:lnTo>
                  <a:lnTo>
                    <a:pt x="1442392" y="3285672"/>
                  </a:lnTo>
                  <a:lnTo>
                    <a:pt x="1502104" y="3251868"/>
                  </a:lnTo>
                  <a:lnTo>
                    <a:pt x="1557427" y="3213989"/>
                  </a:lnTo>
                  <a:lnTo>
                    <a:pt x="1609235" y="3171484"/>
                  </a:lnTo>
                  <a:lnTo>
                    <a:pt x="1658403" y="3123833"/>
                  </a:lnTo>
                  <a:lnTo>
                    <a:pt x="1705744" y="3070666"/>
                  </a:lnTo>
                  <a:lnTo>
                    <a:pt x="1719082" y="3054383"/>
                  </a:lnTo>
                  <a:lnTo>
                    <a:pt x="1756034" y="3006361"/>
                  </a:lnTo>
                  <a:lnTo>
                    <a:pt x="1792636" y="2954664"/>
                  </a:lnTo>
                  <a:lnTo>
                    <a:pt x="1829124" y="2899218"/>
                  </a:lnTo>
                  <a:lnTo>
                    <a:pt x="1865683" y="2840014"/>
                  </a:lnTo>
                  <a:lnTo>
                    <a:pt x="1902448" y="2777118"/>
                  </a:lnTo>
                  <a:lnTo>
                    <a:pt x="1939511" y="2710674"/>
                  </a:lnTo>
                  <a:lnTo>
                    <a:pt x="1976926" y="2640912"/>
                  </a:lnTo>
                  <a:lnTo>
                    <a:pt x="2014708" y="2568144"/>
                  </a:lnTo>
                  <a:lnTo>
                    <a:pt x="2052842" y="2492765"/>
                  </a:lnTo>
                  <a:lnTo>
                    <a:pt x="2091285" y="2415247"/>
                  </a:lnTo>
                  <a:lnTo>
                    <a:pt x="2129970" y="2336125"/>
                  </a:lnTo>
                  <a:lnTo>
                    <a:pt x="2168813" y="2255985"/>
                  </a:lnTo>
                  <a:lnTo>
                    <a:pt x="2207719" y="2175446"/>
                  </a:lnTo>
                  <a:lnTo>
                    <a:pt x="2246589" y="2095138"/>
                  </a:lnTo>
                  <a:lnTo>
                    <a:pt x="2285324" y="2015688"/>
                  </a:lnTo>
                  <a:lnTo>
                    <a:pt x="2323839" y="1937689"/>
                  </a:lnTo>
                  <a:lnTo>
                    <a:pt x="2362061" y="1861694"/>
                  </a:lnTo>
                  <a:lnTo>
                    <a:pt x="2399939" y="1788191"/>
                  </a:lnTo>
                  <a:lnTo>
                    <a:pt x="2437451" y="1717597"/>
                  </a:lnTo>
                  <a:lnTo>
                    <a:pt x="2474604" y="1650247"/>
                  </a:lnTo>
                  <a:lnTo>
                    <a:pt x="2511440" y="1586392"/>
                  </a:lnTo>
                  <a:lnTo>
                    <a:pt x="2548043" y="1526199"/>
                  </a:lnTo>
                  <a:lnTo>
                    <a:pt x="2584534" y="1469754"/>
                  </a:lnTo>
                  <a:lnTo>
                    <a:pt x="2621084" y="1417066"/>
                  </a:lnTo>
                  <a:lnTo>
                    <a:pt x="2657917" y="1368080"/>
                  </a:lnTo>
                  <a:lnTo>
                    <a:pt x="2667772" y="1355689"/>
                  </a:lnTo>
                  <a:lnTo>
                    <a:pt x="2714719" y="1300913"/>
                  </a:lnTo>
                  <a:lnTo>
                    <a:pt x="2763286" y="1251707"/>
                  </a:lnTo>
                  <a:lnTo>
                    <a:pt x="2814248" y="1207776"/>
                  </a:lnTo>
                  <a:lnTo>
                    <a:pt x="2868472" y="1168627"/>
                  </a:lnTo>
                  <a:lnTo>
                    <a:pt x="2926839" y="1133710"/>
                  </a:lnTo>
                  <a:lnTo>
                    <a:pt x="2990167" y="1102495"/>
                  </a:lnTo>
                  <a:lnTo>
                    <a:pt x="3059111" y="1074522"/>
                  </a:lnTo>
                  <a:lnTo>
                    <a:pt x="3134032" y="1049419"/>
                  </a:lnTo>
                  <a:lnTo>
                    <a:pt x="3214825" y="1026921"/>
                  </a:lnTo>
                  <a:lnTo>
                    <a:pt x="3300713" y="1006865"/>
                  </a:lnTo>
                  <a:lnTo>
                    <a:pt x="3390047" y="989192"/>
                  </a:lnTo>
                  <a:lnTo>
                    <a:pt x="3480190" y="973916"/>
                  </a:lnTo>
                  <a:lnTo>
                    <a:pt x="3567569" y="961094"/>
                  </a:lnTo>
                  <a:lnTo>
                    <a:pt x="3648011" y="950771"/>
                  </a:lnTo>
                  <a:lnTo>
                    <a:pt x="3717377" y="942916"/>
                  </a:lnTo>
                  <a:lnTo>
                    <a:pt x="3772387" y="937379"/>
                  </a:lnTo>
                  <a:lnTo>
                    <a:pt x="3811406" y="933866"/>
                  </a:lnTo>
                  <a:lnTo>
                    <a:pt x="3834927" y="931962"/>
                  </a:lnTo>
                  <a:lnTo>
                    <a:pt x="3845623" y="931181"/>
                  </a:lnTo>
                  <a:lnTo>
                    <a:pt x="3848089" y="931017"/>
                  </a:lnTo>
                  <a:lnTo>
                    <a:pt x="3848118" y="931015"/>
                  </a:lnTo>
                  <a:lnTo>
                    <a:pt x="4386855" y="931015"/>
                  </a:lnTo>
                  <a:lnTo>
                    <a:pt x="4388142" y="930984"/>
                  </a:lnTo>
                  <a:lnTo>
                    <a:pt x="4396537" y="930765"/>
                  </a:lnTo>
                  <a:lnTo>
                    <a:pt x="4417474" y="930160"/>
                  </a:lnTo>
                  <a:lnTo>
                    <a:pt x="4454331" y="928973"/>
                  </a:lnTo>
                  <a:lnTo>
                    <a:pt x="4508106" y="927032"/>
                  </a:lnTo>
                  <a:lnTo>
                    <a:pt x="4577396" y="924213"/>
                  </a:lnTo>
                  <a:lnTo>
                    <a:pt x="4658863" y="920448"/>
                  </a:lnTo>
                  <a:lnTo>
                    <a:pt x="4748097" y="915722"/>
                  </a:lnTo>
                  <a:lnTo>
                    <a:pt x="4840560" y="910048"/>
                  </a:lnTo>
                  <a:lnTo>
                    <a:pt x="4932336" y="903451"/>
                  </a:lnTo>
                  <a:lnTo>
                    <a:pt x="5020534" y="895936"/>
                  </a:lnTo>
                  <a:lnTo>
                    <a:pt x="5103363" y="887481"/>
                  </a:lnTo>
                  <a:lnTo>
                    <a:pt x="5179995" y="878020"/>
                  </a:lnTo>
                  <a:lnTo>
                    <a:pt x="5250341" y="867447"/>
                  </a:lnTo>
                  <a:lnTo>
                    <a:pt x="5314819" y="855612"/>
                  </a:lnTo>
                  <a:lnTo>
                    <a:pt x="5374160" y="842330"/>
                  </a:lnTo>
                  <a:lnTo>
                    <a:pt x="5429262" y="827390"/>
                  </a:lnTo>
                  <a:lnTo>
                    <a:pt x="5481078" y="810574"/>
                  </a:lnTo>
                  <a:lnTo>
                    <a:pt x="5530535" y="791699"/>
                  </a:lnTo>
                  <a:lnTo>
                    <a:pt x="5567201" y="775846"/>
                  </a:lnTo>
                  <a:lnTo>
                    <a:pt x="5615526" y="752588"/>
                  </a:lnTo>
                  <a:lnTo>
                    <a:pt x="5663381" y="727009"/>
                  </a:lnTo>
                  <a:lnTo>
                    <a:pt x="5711242" y="699074"/>
                  </a:lnTo>
                  <a:lnTo>
                    <a:pt x="5759439" y="668822"/>
                  </a:lnTo>
                  <a:lnTo>
                    <a:pt x="5808171" y="636378"/>
                  </a:lnTo>
                  <a:lnTo>
                    <a:pt x="5857525" y="601957"/>
                  </a:lnTo>
                  <a:lnTo>
                    <a:pt x="5907488" y="565865"/>
                  </a:lnTo>
                  <a:lnTo>
                    <a:pt x="5957961" y="528488"/>
                  </a:lnTo>
                  <a:lnTo>
                    <a:pt x="6008782" y="490281"/>
                  </a:lnTo>
                  <a:lnTo>
                    <a:pt x="6059746" y="451740"/>
                  </a:lnTo>
                  <a:lnTo>
                    <a:pt x="6110630" y="413385"/>
                  </a:lnTo>
                  <a:lnTo>
                    <a:pt x="6161221" y="375722"/>
                  </a:lnTo>
                  <a:lnTo>
                    <a:pt x="6211343" y="339220"/>
                  </a:lnTo>
                  <a:lnTo>
                    <a:pt x="6260877" y="304287"/>
                  </a:lnTo>
                  <a:lnTo>
                    <a:pt x="6309782" y="271252"/>
                  </a:lnTo>
                  <a:lnTo>
                    <a:pt x="6358117" y="240356"/>
                  </a:lnTo>
                  <a:lnTo>
                    <a:pt x="6406046" y="211751"/>
                  </a:lnTo>
                  <a:lnTo>
                    <a:pt x="6453861" y="185499"/>
                  </a:lnTo>
                  <a:lnTo>
                    <a:pt x="6501993" y="161586"/>
                  </a:lnTo>
                  <a:lnTo>
                    <a:pt x="6515891" y="155169"/>
                  </a:lnTo>
                  <a:lnTo>
                    <a:pt x="6564101" y="134652"/>
                  </a:lnTo>
                  <a:lnTo>
                    <a:pt x="6614037" y="116278"/>
                  </a:lnTo>
                  <a:lnTo>
                    <a:pt x="6666546" y="99925"/>
                  </a:lnTo>
                  <a:lnTo>
                    <a:pt x="6722565" y="85398"/>
                  </a:lnTo>
                  <a:lnTo>
                    <a:pt x="6783046" y="72476"/>
                  </a:lnTo>
                  <a:lnTo>
                    <a:pt x="6848856" y="60956"/>
                  </a:lnTo>
                  <a:lnTo>
                    <a:pt x="6920669" y="50658"/>
                  </a:lnTo>
                  <a:lnTo>
                    <a:pt x="6998799" y="41443"/>
                  </a:lnTo>
                  <a:lnTo>
                    <a:pt x="7083007" y="33215"/>
                  </a:lnTo>
                  <a:lnTo>
                    <a:pt x="7172254" y="25919"/>
                  </a:lnTo>
                  <a:lnTo>
                    <a:pt x="7264495" y="19539"/>
                  </a:lnTo>
                  <a:lnTo>
                    <a:pt x="7356580" y="14087"/>
                  </a:lnTo>
                  <a:lnTo>
                    <a:pt x="7444394" y="9588"/>
                  </a:lnTo>
                  <a:lnTo>
                    <a:pt x="7523353" y="6050"/>
                  </a:lnTo>
                  <a:lnTo>
                    <a:pt x="7589211" y="3448"/>
                  </a:lnTo>
                  <a:lnTo>
                    <a:pt x="7639021" y="1698"/>
                  </a:lnTo>
                  <a:lnTo>
                    <a:pt x="7671926" y="665"/>
                  </a:lnTo>
                  <a:lnTo>
                    <a:pt x="7689505" y="170"/>
                  </a:lnTo>
                  <a:lnTo>
                    <a:pt x="7695657" y="1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5" name="pl1495"/>
            <p:cNvSpPr/>
            <p:nvPr/>
          </p:nvSpPr>
          <p:spPr>
            <a:xfrm>
              <a:off x="546595" y="1474580"/>
              <a:ext cx="8234974" cy="3479057"/>
            </a:xfrm>
            <a:custGeom>
              <a:avLst/>
              <a:pathLst>
                <a:path w="8234974" h="3479057">
                  <a:moveTo>
                    <a:pt x="8234974" y="0"/>
                  </a:moveTo>
                  <a:lnTo>
                    <a:pt x="7696237" y="0"/>
                  </a:lnTo>
                  <a:lnTo>
                    <a:pt x="7694951" y="30"/>
                  </a:lnTo>
                  <a:lnTo>
                    <a:pt x="7686555" y="249"/>
                  </a:lnTo>
                  <a:lnTo>
                    <a:pt x="7665618" y="854"/>
                  </a:lnTo>
                  <a:lnTo>
                    <a:pt x="7628761" y="2042"/>
                  </a:lnTo>
                  <a:lnTo>
                    <a:pt x="7574986" y="3983"/>
                  </a:lnTo>
                  <a:lnTo>
                    <a:pt x="7505697" y="6802"/>
                  </a:lnTo>
                  <a:lnTo>
                    <a:pt x="7424229" y="10566"/>
                  </a:lnTo>
                  <a:lnTo>
                    <a:pt x="7334995" y="15293"/>
                  </a:lnTo>
                  <a:lnTo>
                    <a:pt x="7242533" y="20966"/>
                  </a:lnTo>
                  <a:lnTo>
                    <a:pt x="7150757" y="27564"/>
                  </a:lnTo>
                  <a:lnTo>
                    <a:pt x="7062558" y="35078"/>
                  </a:lnTo>
                  <a:lnTo>
                    <a:pt x="6979730" y="43533"/>
                  </a:lnTo>
                  <a:lnTo>
                    <a:pt x="6903098" y="52994"/>
                  </a:lnTo>
                  <a:lnTo>
                    <a:pt x="6832752" y="63567"/>
                  </a:lnTo>
                  <a:lnTo>
                    <a:pt x="6768273" y="75402"/>
                  </a:lnTo>
                  <a:lnTo>
                    <a:pt x="6708932" y="88684"/>
                  </a:lnTo>
                  <a:lnTo>
                    <a:pt x="6653831" y="103625"/>
                  </a:lnTo>
                  <a:lnTo>
                    <a:pt x="6602014" y="120440"/>
                  </a:lnTo>
                  <a:lnTo>
                    <a:pt x="6552558" y="139315"/>
                  </a:lnTo>
                  <a:lnTo>
                    <a:pt x="6515891" y="155169"/>
                  </a:lnTo>
                  <a:lnTo>
                    <a:pt x="6467566" y="178426"/>
                  </a:lnTo>
                  <a:lnTo>
                    <a:pt x="6419711" y="204005"/>
                  </a:lnTo>
                  <a:lnTo>
                    <a:pt x="6371850" y="231940"/>
                  </a:lnTo>
                  <a:lnTo>
                    <a:pt x="6323654" y="262192"/>
                  </a:lnTo>
                  <a:lnTo>
                    <a:pt x="6274922" y="294636"/>
                  </a:lnTo>
                  <a:lnTo>
                    <a:pt x="6225567" y="329057"/>
                  </a:lnTo>
                  <a:lnTo>
                    <a:pt x="6175605" y="365149"/>
                  </a:lnTo>
                  <a:lnTo>
                    <a:pt x="6125131" y="402526"/>
                  </a:lnTo>
                  <a:lnTo>
                    <a:pt x="6074310" y="440734"/>
                  </a:lnTo>
                  <a:lnTo>
                    <a:pt x="6023347" y="479274"/>
                  </a:lnTo>
                  <a:lnTo>
                    <a:pt x="5972463" y="517629"/>
                  </a:lnTo>
                  <a:lnTo>
                    <a:pt x="5921871" y="555292"/>
                  </a:lnTo>
                  <a:lnTo>
                    <a:pt x="5871750" y="591794"/>
                  </a:lnTo>
                  <a:lnTo>
                    <a:pt x="5822216" y="626728"/>
                  </a:lnTo>
                  <a:lnTo>
                    <a:pt x="5773310" y="659763"/>
                  </a:lnTo>
                  <a:lnTo>
                    <a:pt x="5724975" y="690658"/>
                  </a:lnTo>
                  <a:lnTo>
                    <a:pt x="5677046" y="719264"/>
                  </a:lnTo>
                  <a:lnTo>
                    <a:pt x="5629232" y="745515"/>
                  </a:lnTo>
                  <a:lnTo>
                    <a:pt x="5581099" y="769429"/>
                  </a:lnTo>
                  <a:lnTo>
                    <a:pt x="5567201" y="775846"/>
                  </a:lnTo>
                  <a:lnTo>
                    <a:pt x="5518992" y="796362"/>
                  </a:lnTo>
                  <a:lnTo>
                    <a:pt x="5469055" y="814736"/>
                  </a:lnTo>
                  <a:lnTo>
                    <a:pt x="5416547" y="831089"/>
                  </a:lnTo>
                  <a:lnTo>
                    <a:pt x="5360527" y="845617"/>
                  </a:lnTo>
                  <a:lnTo>
                    <a:pt x="5300047" y="858538"/>
                  </a:lnTo>
                  <a:lnTo>
                    <a:pt x="5234236" y="870059"/>
                  </a:lnTo>
                  <a:lnTo>
                    <a:pt x="5162424" y="880356"/>
                  </a:lnTo>
                  <a:lnTo>
                    <a:pt x="5084293" y="889571"/>
                  </a:lnTo>
                  <a:lnTo>
                    <a:pt x="5000086" y="897799"/>
                  </a:lnTo>
                  <a:lnTo>
                    <a:pt x="4910839" y="905096"/>
                  </a:lnTo>
                  <a:lnTo>
                    <a:pt x="4818597" y="911476"/>
                  </a:lnTo>
                  <a:lnTo>
                    <a:pt x="4726513" y="916927"/>
                  </a:lnTo>
                  <a:lnTo>
                    <a:pt x="4638698" y="921427"/>
                  </a:lnTo>
                  <a:lnTo>
                    <a:pt x="4559739" y="924964"/>
                  </a:lnTo>
                  <a:lnTo>
                    <a:pt x="4493882" y="927567"/>
                  </a:lnTo>
                  <a:lnTo>
                    <a:pt x="4444072" y="929316"/>
                  </a:lnTo>
                  <a:lnTo>
                    <a:pt x="4411167" y="930349"/>
                  </a:lnTo>
                  <a:lnTo>
                    <a:pt x="4393587" y="930845"/>
                  </a:lnTo>
                  <a:lnTo>
                    <a:pt x="4387435" y="931001"/>
                  </a:lnTo>
                  <a:lnTo>
                    <a:pt x="4386855" y="931015"/>
                  </a:lnTo>
                  <a:lnTo>
                    <a:pt x="3848118" y="931015"/>
                  </a:lnTo>
                  <a:lnTo>
                    <a:pt x="3846927" y="931092"/>
                  </a:lnTo>
                  <a:lnTo>
                    <a:pt x="3839138" y="931646"/>
                  </a:lnTo>
                  <a:lnTo>
                    <a:pt x="3819660" y="933176"/>
                  </a:lnTo>
                  <a:lnTo>
                    <a:pt x="3785234" y="936180"/>
                  </a:lnTo>
                  <a:lnTo>
                    <a:pt x="3734731" y="941101"/>
                  </a:lnTo>
                  <a:lnTo>
                    <a:pt x="3669206" y="948270"/>
                  </a:lnTo>
                  <a:lnTo>
                    <a:pt x="3591539" y="957877"/>
                  </a:lnTo>
                  <a:lnTo>
                    <a:pt x="3505710" y="969985"/>
                  </a:lnTo>
                  <a:lnTo>
                    <a:pt x="3415959" y="984563"/>
                  </a:lnTo>
                  <a:lnTo>
                    <a:pt x="3326079" y="1001553"/>
                  </a:lnTo>
                  <a:lnTo>
                    <a:pt x="3238992" y="1020923"/>
                  </a:lnTo>
                  <a:lnTo>
                    <a:pt x="3156623" y="1042709"/>
                  </a:lnTo>
                  <a:lnTo>
                    <a:pt x="3079982" y="1067042"/>
                  </a:lnTo>
                  <a:lnTo>
                    <a:pt x="3009344" y="1094159"/>
                  </a:lnTo>
                  <a:lnTo>
                    <a:pt x="2944462" y="1124400"/>
                  </a:lnTo>
                  <a:lnTo>
                    <a:pt x="2884751" y="1158204"/>
                  </a:lnTo>
                  <a:lnTo>
                    <a:pt x="2829427" y="1196082"/>
                  </a:lnTo>
                  <a:lnTo>
                    <a:pt x="2777620" y="1238587"/>
                  </a:lnTo>
                  <a:lnTo>
                    <a:pt x="2728451" y="1286238"/>
                  </a:lnTo>
                  <a:lnTo>
                    <a:pt x="2681110" y="1339406"/>
                  </a:lnTo>
                  <a:lnTo>
                    <a:pt x="2667772" y="1355689"/>
                  </a:lnTo>
                  <a:lnTo>
                    <a:pt x="2630820" y="1403710"/>
                  </a:lnTo>
                  <a:lnTo>
                    <a:pt x="2594219" y="1455407"/>
                  </a:lnTo>
                  <a:lnTo>
                    <a:pt x="2557731" y="1510854"/>
                  </a:lnTo>
                  <a:lnTo>
                    <a:pt x="2521172" y="1570058"/>
                  </a:lnTo>
                  <a:lnTo>
                    <a:pt x="2484407" y="1632954"/>
                  </a:lnTo>
                  <a:lnTo>
                    <a:pt x="2447343" y="1699397"/>
                  </a:lnTo>
                  <a:lnTo>
                    <a:pt x="2409929" y="1769160"/>
                  </a:lnTo>
                  <a:lnTo>
                    <a:pt x="2372147" y="1841928"/>
                  </a:lnTo>
                  <a:lnTo>
                    <a:pt x="2334013" y="1917307"/>
                  </a:lnTo>
                  <a:lnTo>
                    <a:pt x="2295570" y="1994825"/>
                  </a:lnTo>
                  <a:lnTo>
                    <a:pt x="2256884" y="2073947"/>
                  </a:lnTo>
                  <a:lnTo>
                    <a:pt x="2218041" y="2154087"/>
                  </a:lnTo>
                  <a:lnTo>
                    <a:pt x="2179135" y="2234626"/>
                  </a:lnTo>
                  <a:lnTo>
                    <a:pt x="2140266" y="2314933"/>
                  </a:lnTo>
                  <a:lnTo>
                    <a:pt x="2101530" y="2394384"/>
                  </a:lnTo>
                  <a:lnTo>
                    <a:pt x="2063016" y="2472382"/>
                  </a:lnTo>
                  <a:lnTo>
                    <a:pt x="2024794" y="2548378"/>
                  </a:lnTo>
                  <a:lnTo>
                    <a:pt x="1986916" y="2621880"/>
                  </a:lnTo>
                  <a:lnTo>
                    <a:pt x="1949404" y="2692474"/>
                  </a:lnTo>
                  <a:lnTo>
                    <a:pt x="1912251" y="2759824"/>
                  </a:lnTo>
                  <a:lnTo>
                    <a:pt x="1875414" y="2823679"/>
                  </a:lnTo>
                  <a:lnTo>
                    <a:pt x="1838812" y="2883872"/>
                  </a:lnTo>
                  <a:lnTo>
                    <a:pt x="1802321" y="2940318"/>
                  </a:lnTo>
                  <a:lnTo>
                    <a:pt x="1765770" y="2993005"/>
                  </a:lnTo>
                  <a:lnTo>
                    <a:pt x="1728938" y="3041992"/>
                  </a:lnTo>
                  <a:lnTo>
                    <a:pt x="1719082" y="3054383"/>
                  </a:lnTo>
                  <a:lnTo>
                    <a:pt x="1672135" y="3109158"/>
                  </a:lnTo>
                  <a:lnTo>
                    <a:pt x="1623569" y="3158364"/>
                  </a:lnTo>
                  <a:lnTo>
                    <a:pt x="1572607" y="3202296"/>
                  </a:lnTo>
                  <a:lnTo>
                    <a:pt x="1518382" y="3241445"/>
                  </a:lnTo>
                  <a:lnTo>
                    <a:pt x="1460015" y="3276362"/>
                  </a:lnTo>
                  <a:lnTo>
                    <a:pt x="1396687" y="3307577"/>
                  </a:lnTo>
                  <a:lnTo>
                    <a:pt x="1327744" y="3335550"/>
                  </a:lnTo>
                  <a:lnTo>
                    <a:pt x="1252822" y="3360652"/>
                  </a:lnTo>
                  <a:lnTo>
                    <a:pt x="1172029" y="3383151"/>
                  </a:lnTo>
                  <a:lnTo>
                    <a:pt x="1086142" y="3403206"/>
                  </a:lnTo>
                  <a:lnTo>
                    <a:pt x="996808" y="3420880"/>
                  </a:lnTo>
                  <a:lnTo>
                    <a:pt x="906665" y="3436156"/>
                  </a:lnTo>
                  <a:lnTo>
                    <a:pt x="819285" y="3448977"/>
                  </a:lnTo>
                  <a:lnTo>
                    <a:pt x="738843" y="3459301"/>
                  </a:lnTo>
                  <a:lnTo>
                    <a:pt x="669478" y="3467155"/>
                  </a:lnTo>
                  <a:lnTo>
                    <a:pt x="614468" y="3472693"/>
                  </a:lnTo>
                  <a:lnTo>
                    <a:pt x="575448" y="3476206"/>
                  </a:lnTo>
                  <a:lnTo>
                    <a:pt x="551927" y="3478109"/>
                  </a:lnTo>
                  <a:lnTo>
                    <a:pt x="541232" y="3478891"/>
                  </a:lnTo>
                  <a:lnTo>
                    <a:pt x="538765" y="3479055"/>
                  </a:lnTo>
                  <a:lnTo>
                    <a:pt x="538736" y="3479057"/>
                  </a:lnTo>
                  <a:lnTo>
                    <a:pt x="0" y="3479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6" name="pg1496"/>
            <p:cNvSpPr/>
            <p:nvPr/>
          </p:nvSpPr>
          <p:spPr>
            <a:xfrm>
              <a:off x="546595" y="2040811"/>
              <a:ext cx="8234974" cy="2923714"/>
            </a:xfrm>
            <a:custGeom>
              <a:avLst/>
              <a:pathLst>
                <a:path w="8234974" h="2923714">
                  <a:moveTo>
                    <a:pt x="0" y="2923714"/>
                  </a:moveTo>
                  <a:lnTo>
                    <a:pt x="538736" y="2923714"/>
                  </a:lnTo>
                  <a:lnTo>
                    <a:pt x="539930" y="2923638"/>
                  </a:lnTo>
                  <a:lnTo>
                    <a:pt x="547735" y="2923090"/>
                  </a:lnTo>
                  <a:lnTo>
                    <a:pt x="567253" y="2921577"/>
                  </a:lnTo>
                  <a:lnTo>
                    <a:pt x="601745" y="2918604"/>
                  </a:lnTo>
                  <a:lnTo>
                    <a:pt x="652337" y="2913735"/>
                  </a:lnTo>
                  <a:lnTo>
                    <a:pt x="717965" y="2906644"/>
                  </a:lnTo>
                  <a:lnTo>
                    <a:pt x="795738" y="2897141"/>
                  </a:lnTo>
                  <a:lnTo>
                    <a:pt x="881663" y="2885167"/>
                  </a:lnTo>
                  <a:lnTo>
                    <a:pt x="971491" y="2870750"/>
                  </a:lnTo>
                  <a:lnTo>
                    <a:pt x="1061426" y="2853949"/>
                  </a:lnTo>
                  <a:lnTo>
                    <a:pt x="1148546" y="2834795"/>
                  </a:lnTo>
                  <a:lnTo>
                    <a:pt x="1230929" y="2813252"/>
                  </a:lnTo>
                  <a:lnTo>
                    <a:pt x="1307573" y="2789190"/>
                  </a:lnTo>
                  <a:lnTo>
                    <a:pt x="1378204" y="2762373"/>
                  </a:lnTo>
                  <a:lnTo>
                    <a:pt x="1443074" y="2732462"/>
                  </a:lnTo>
                  <a:lnTo>
                    <a:pt x="1502775" y="2699025"/>
                  </a:lnTo>
                  <a:lnTo>
                    <a:pt x="1558091" y="2661553"/>
                  </a:lnTo>
                  <a:lnTo>
                    <a:pt x="1609897" y="2619500"/>
                  </a:lnTo>
                  <a:lnTo>
                    <a:pt x="1659072" y="2572353"/>
                  </a:lnTo>
                  <a:lnTo>
                    <a:pt x="1706427" y="2519751"/>
                  </a:lnTo>
                  <a:lnTo>
                    <a:pt x="1719082" y="2504485"/>
                  </a:lnTo>
                  <a:lnTo>
                    <a:pt x="1756215" y="2456837"/>
                  </a:lnTo>
                  <a:lnTo>
                    <a:pt x="1792994" y="2405525"/>
                  </a:lnTo>
                  <a:lnTo>
                    <a:pt x="1829662" y="2350474"/>
                  </a:lnTo>
                  <a:lnTo>
                    <a:pt x="1866403" y="2291679"/>
                  </a:lnTo>
                  <a:lnTo>
                    <a:pt x="1903355" y="2229204"/>
                  </a:lnTo>
                  <a:lnTo>
                    <a:pt x="1940609" y="2163198"/>
                  </a:lnTo>
                  <a:lnTo>
                    <a:pt x="1978219" y="2093891"/>
                  </a:lnTo>
                  <a:lnTo>
                    <a:pt x="2016201" y="2021600"/>
                  </a:lnTo>
                  <a:lnTo>
                    <a:pt x="2054536" y="1946723"/>
                  </a:lnTo>
                  <a:lnTo>
                    <a:pt x="2093181" y="1869737"/>
                  </a:lnTo>
                  <a:lnTo>
                    <a:pt x="2132067" y="1791179"/>
                  </a:lnTo>
                  <a:lnTo>
                    <a:pt x="2171107" y="1711639"/>
                  </a:lnTo>
                  <a:lnTo>
                    <a:pt x="2210205" y="1631737"/>
                  </a:lnTo>
                  <a:lnTo>
                    <a:pt x="2249259" y="1552108"/>
                  </a:lnTo>
                  <a:lnTo>
                    <a:pt x="2288172" y="1473374"/>
                  </a:lnTo>
                  <a:lnTo>
                    <a:pt x="2326856" y="1396130"/>
                  </a:lnTo>
                  <a:lnTo>
                    <a:pt x="2365239" y="1320924"/>
                  </a:lnTo>
                  <a:lnTo>
                    <a:pt x="2403272" y="1248240"/>
                  </a:lnTo>
                  <a:lnTo>
                    <a:pt x="2440935" y="1178489"/>
                  </a:lnTo>
                  <a:lnTo>
                    <a:pt x="2478237" y="1111999"/>
                  </a:lnTo>
                  <a:lnTo>
                    <a:pt x="2515227" y="1049013"/>
                  </a:lnTo>
                  <a:lnTo>
                    <a:pt x="2551991" y="989689"/>
                  </a:lnTo>
                  <a:lnTo>
                    <a:pt x="2588659" y="934107"/>
                  </a:lnTo>
                  <a:lnTo>
                    <a:pt x="2625409" y="882267"/>
                  </a:lnTo>
                  <a:lnTo>
                    <a:pt x="2662475" y="834106"/>
                  </a:lnTo>
                  <a:lnTo>
                    <a:pt x="2667772" y="827569"/>
                  </a:lnTo>
                  <a:lnTo>
                    <a:pt x="2714754" y="773458"/>
                  </a:lnTo>
                  <a:lnTo>
                    <a:pt x="2763358" y="724853"/>
                  </a:lnTo>
                  <a:lnTo>
                    <a:pt x="2814363" y="681463"/>
                  </a:lnTo>
                  <a:lnTo>
                    <a:pt x="2868636" y="642799"/>
                  </a:lnTo>
                  <a:lnTo>
                    <a:pt x="2927062" y="608317"/>
                  </a:lnTo>
                  <a:lnTo>
                    <a:pt x="2990457" y="577494"/>
                  </a:lnTo>
                  <a:lnTo>
                    <a:pt x="3059479" y="549873"/>
                  </a:lnTo>
                  <a:lnTo>
                    <a:pt x="3134488" y="525089"/>
                  </a:lnTo>
                  <a:lnTo>
                    <a:pt x="3215375" y="502878"/>
                  </a:lnTo>
                  <a:lnTo>
                    <a:pt x="3301356" y="483082"/>
                  </a:lnTo>
                  <a:lnTo>
                    <a:pt x="3390773" y="465640"/>
                  </a:lnTo>
                  <a:lnTo>
                    <a:pt x="3480975" y="450569"/>
                  </a:lnTo>
                  <a:lnTo>
                    <a:pt x="3568373" y="437925"/>
                  </a:lnTo>
                  <a:lnTo>
                    <a:pt x="3648784" y="427751"/>
                  </a:lnTo>
                  <a:lnTo>
                    <a:pt x="3718063" y="420017"/>
                  </a:lnTo>
                  <a:lnTo>
                    <a:pt x="3772937" y="414570"/>
                  </a:lnTo>
                  <a:lnTo>
                    <a:pt x="3811791" y="411122"/>
                  </a:lnTo>
                  <a:lnTo>
                    <a:pt x="3835143" y="409259"/>
                  </a:lnTo>
                  <a:lnTo>
                    <a:pt x="3845701" y="408498"/>
                  </a:lnTo>
                  <a:lnTo>
                    <a:pt x="3848118" y="408340"/>
                  </a:lnTo>
                  <a:lnTo>
                    <a:pt x="4386855" y="408340"/>
                  </a:lnTo>
                  <a:lnTo>
                    <a:pt x="4388155" y="408326"/>
                  </a:lnTo>
                  <a:lnTo>
                    <a:pt x="4396634" y="408230"/>
                  </a:lnTo>
                  <a:lnTo>
                    <a:pt x="4417773" y="407966"/>
                  </a:lnTo>
                  <a:lnTo>
                    <a:pt x="4454964" y="407446"/>
                  </a:lnTo>
                  <a:lnTo>
                    <a:pt x="4509187" y="406598"/>
                  </a:lnTo>
                  <a:lnTo>
                    <a:pt x="4578987" y="405366"/>
                  </a:lnTo>
                  <a:lnTo>
                    <a:pt x="4660965" y="403722"/>
                  </a:lnTo>
                  <a:lnTo>
                    <a:pt x="4750649" y="401659"/>
                  </a:lnTo>
                  <a:lnTo>
                    <a:pt x="4843464" y="399183"/>
                  </a:lnTo>
                  <a:lnTo>
                    <a:pt x="4935480" y="396305"/>
                  </a:lnTo>
                  <a:lnTo>
                    <a:pt x="5023813" y="393027"/>
                  </a:lnTo>
                  <a:lnTo>
                    <a:pt x="5106691" y="389338"/>
                  </a:lnTo>
                  <a:lnTo>
                    <a:pt x="5183313" y="385210"/>
                  </a:lnTo>
                  <a:lnTo>
                    <a:pt x="5253615" y="380594"/>
                  </a:lnTo>
                  <a:lnTo>
                    <a:pt x="5318038" y="375425"/>
                  </a:lnTo>
                  <a:lnTo>
                    <a:pt x="5377333" y="369621"/>
                  </a:lnTo>
                  <a:lnTo>
                    <a:pt x="5432411" y="363089"/>
                  </a:lnTo>
                  <a:lnTo>
                    <a:pt x="5484238" y="355734"/>
                  </a:lnTo>
                  <a:lnTo>
                    <a:pt x="5533744" y="347478"/>
                  </a:lnTo>
                  <a:lnTo>
                    <a:pt x="5567201" y="341190"/>
                  </a:lnTo>
                  <a:lnTo>
                    <a:pt x="5618995" y="330359"/>
                  </a:lnTo>
                  <a:lnTo>
                    <a:pt x="5670291" y="318372"/>
                  </a:lnTo>
                  <a:lnTo>
                    <a:pt x="5721657" y="305212"/>
                  </a:lnTo>
                  <a:lnTo>
                    <a:pt x="5773470" y="290910"/>
                  </a:lnTo>
                  <a:lnTo>
                    <a:pt x="5825937" y="275544"/>
                  </a:lnTo>
                  <a:lnTo>
                    <a:pt x="5879126" y="259246"/>
                  </a:lnTo>
                  <a:lnTo>
                    <a:pt x="5932975" y="242194"/>
                  </a:lnTo>
                  <a:lnTo>
                    <a:pt x="5987323" y="224615"/>
                  </a:lnTo>
                  <a:lnTo>
                    <a:pt x="6041938" y="206764"/>
                  </a:lnTo>
                  <a:lnTo>
                    <a:pt x="6096551" y="188914"/>
                  </a:lnTo>
                  <a:lnTo>
                    <a:pt x="6150894" y="171341"/>
                  </a:lnTo>
                  <a:lnTo>
                    <a:pt x="6204734" y="154299"/>
                  </a:lnTo>
                  <a:lnTo>
                    <a:pt x="6257912" y="138012"/>
                  </a:lnTo>
                  <a:lnTo>
                    <a:pt x="6310370" y="122661"/>
                  </a:lnTo>
                  <a:lnTo>
                    <a:pt x="6362174" y="108375"/>
                  </a:lnTo>
                  <a:lnTo>
                    <a:pt x="6413536" y="95232"/>
                  </a:lnTo>
                  <a:lnTo>
                    <a:pt x="6464835" y="83261"/>
                  </a:lnTo>
                  <a:lnTo>
                    <a:pt x="6515891" y="72593"/>
                  </a:lnTo>
                  <a:lnTo>
                    <a:pt x="6564271" y="63686"/>
                  </a:lnTo>
                  <a:lnTo>
                    <a:pt x="6614393" y="55711"/>
                  </a:lnTo>
                  <a:lnTo>
                    <a:pt x="6667111" y="48617"/>
                  </a:lnTo>
                  <a:lnTo>
                    <a:pt x="6723375" y="42317"/>
                  </a:lnTo>
                  <a:lnTo>
                    <a:pt x="6784144" y="36717"/>
                  </a:lnTo>
                  <a:lnTo>
                    <a:pt x="6850293" y="31725"/>
                  </a:lnTo>
                  <a:lnTo>
                    <a:pt x="6922497" y="27264"/>
                  </a:lnTo>
                  <a:lnTo>
                    <a:pt x="7001065" y="23274"/>
                  </a:lnTo>
                  <a:lnTo>
                    <a:pt x="7085735" y="19713"/>
                  </a:lnTo>
                  <a:lnTo>
                    <a:pt x="7175430" y="16558"/>
                  </a:lnTo>
                  <a:lnTo>
                    <a:pt x="7268049" y="13802"/>
                  </a:lnTo>
                  <a:lnTo>
                    <a:pt x="7360365" y="11451"/>
                  </a:lnTo>
                  <a:lnTo>
                    <a:pt x="7448194" y="9515"/>
                  </a:lnTo>
                  <a:lnTo>
                    <a:pt x="7526898" y="7998"/>
                  </a:lnTo>
                  <a:lnTo>
                    <a:pt x="7592227" y="6888"/>
                  </a:lnTo>
                  <a:lnTo>
                    <a:pt x="7641295" y="6147"/>
                  </a:lnTo>
                  <a:lnTo>
                    <a:pt x="7673365" y="5714"/>
                  </a:lnTo>
                  <a:lnTo>
                    <a:pt x="7690175" y="5510"/>
                  </a:lnTo>
                  <a:lnTo>
                    <a:pt x="7695793" y="544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8" y="13"/>
                  </a:lnTo>
                  <a:lnTo>
                    <a:pt x="7686458" y="109"/>
                  </a:lnTo>
                  <a:lnTo>
                    <a:pt x="7665319" y="373"/>
                  </a:lnTo>
                  <a:lnTo>
                    <a:pt x="7628128" y="893"/>
                  </a:lnTo>
                  <a:lnTo>
                    <a:pt x="7573906" y="1741"/>
                  </a:lnTo>
                  <a:lnTo>
                    <a:pt x="7504105" y="2973"/>
                  </a:lnTo>
                  <a:lnTo>
                    <a:pt x="7422128" y="4617"/>
                  </a:lnTo>
                  <a:lnTo>
                    <a:pt x="7332443" y="6681"/>
                  </a:lnTo>
                  <a:lnTo>
                    <a:pt x="7239628" y="9156"/>
                  </a:lnTo>
                  <a:lnTo>
                    <a:pt x="7147612" y="12034"/>
                  </a:lnTo>
                  <a:lnTo>
                    <a:pt x="7059279" y="15312"/>
                  </a:lnTo>
                  <a:lnTo>
                    <a:pt x="6976401" y="19001"/>
                  </a:lnTo>
                  <a:lnTo>
                    <a:pt x="6899779" y="23129"/>
                  </a:lnTo>
                  <a:lnTo>
                    <a:pt x="6829477" y="27745"/>
                  </a:lnTo>
                  <a:lnTo>
                    <a:pt x="6765054" y="32914"/>
                  </a:lnTo>
                  <a:lnTo>
                    <a:pt x="6705760" y="38718"/>
                  </a:lnTo>
                  <a:lnTo>
                    <a:pt x="6650682" y="45250"/>
                  </a:lnTo>
                  <a:lnTo>
                    <a:pt x="6598855" y="52605"/>
                  </a:lnTo>
                  <a:lnTo>
                    <a:pt x="6549348" y="60861"/>
                  </a:lnTo>
                  <a:lnTo>
                    <a:pt x="6515891" y="67149"/>
                  </a:lnTo>
                  <a:lnTo>
                    <a:pt x="6464097" y="77980"/>
                  </a:lnTo>
                  <a:lnTo>
                    <a:pt x="6412801" y="89967"/>
                  </a:lnTo>
                  <a:lnTo>
                    <a:pt x="6361435" y="103127"/>
                  </a:lnTo>
                  <a:lnTo>
                    <a:pt x="6309623" y="117429"/>
                  </a:lnTo>
                  <a:lnTo>
                    <a:pt x="6257155" y="132795"/>
                  </a:lnTo>
                  <a:lnTo>
                    <a:pt x="6203967" y="149094"/>
                  </a:lnTo>
                  <a:lnTo>
                    <a:pt x="6150118" y="166145"/>
                  </a:lnTo>
                  <a:lnTo>
                    <a:pt x="6095770" y="183724"/>
                  </a:lnTo>
                  <a:lnTo>
                    <a:pt x="6041154" y="201576"/>
                  </a:lnTo>
                  <a:lnTo>
                    <a:pt x="5986541" y="219425"/>
                  </a:lnTo>
                  <a:lnTo>
                    <a:pt x="5932199" y="236998"/>
                  </a:lnTo>
                  <a:lnTo>
                    <a:pt x="5878359" y="254040"/>
                  </a:lnTo>
                  <a:lnTo>
                    <a:pt x="5825180" y="270327"/>
                  </a:lnTo>
                  <a:lnTo>
                    <a:pt x="5772723" y="285678"/>
                  </a:lnTo>
                  <a:lnTo>
                    <a:pt x="5720919" y="299964"/>
                  </a:lnTo>
                  <a:lnTo>
                    <a:pt x="5669557" y="313107"/>
                  </a:lnTo>
                  <a:lnTo>
                    <a:pt x="5618258" y="325078"/>
                  </a:lnTo>
                  <a:lnTo>
                    <a:pt x="5567201" y="335746"/>
                  </a:lnTo>
                  <a:lnTo>
                    <a:pt x="5518821" y="344653"/>
                  </a:lnTo>
                  <a:lnTo>
                    <a:pt x="5468699" y="352628"/>
                  </a:lnTo>
                  <a:lnTo>
                    <a:pt x="5415982" y="359722"/>
                  </a:lnTo>
                  <a:lnTo>
                    <a:pt x="5359718" y="366022"/>
                  </a:lnTo>
                  <a:lnTo>
                    <a:pt x="5298949" y="371622"/>
                  </a:lnTo>
                  <a:lnTo>
                    <a:pt x="5232799" y="376615"/>
                  </a:lnTo>
                  <a:lnTo>
                    <a:pt x="5160595" y="381075"/>
                  </a:lnTo>
                  <a:lnTo>
                    <a:pt x="5082027" y="385065"/>
                  </a:lnTo>
                  <a:lnTo>
                    <a:pt x="4997358" y="388626"/>
                  </a:lnTo>
                  <a:lnTo>
                    <a:pt x="4907662" y="391781"/>
                  </a:lnTo>
                  <a:lnTo>
                    <a:pt x="4815044" y="394537"/>
                  </a:lnTo>
                  <a:lnTo>
                    <a:pt x="4722727" y="396888"/>
                  </a:lnTo>
                  <a:lnTo>
                    <a:pt x="4634898" y="398824"/>
                  </a:lnTo>
                  <a:lnTo>
                    <a:pt x="4556195" y="400341"/>
                  </a:lnTo>
                  <a:lnTo>
                    <a:pt x="4490866" y="401451"/>
                  </a:lnTo>
                  <a:lnTo>
                    <a:pt x="4441797" y="402192"/>
                  </a:lnTo>
                  <a:lnTo>
                    <a:pt x="4409727" y="402625"/>
                  </a:lnTo>
                  <a:lnTo>
                    <a:pt x="4392918" y="402829"/>
                  </a:lnTo>
                  <a:lnTo>
                    <a:pt x="4387299" y="402891"/>
                  </a:lnTo>
                  <a:lnTo>
                    <a:pt x="4386855" y="402895"/>
                  </a:lnTo>
                  <a:lnTo>
                    <a:pt x="3848118" y="402895"/>
                  </a:lnTo>
                  <a:lnTo>
                    <a:pt x="3846924" y="402972"/>
                  </a:lnTo>
                  <a:lnTo>
                    <a:pt x="3839119" y="403519"/>
                  </a:lnTo>
                  <a:lnTo>
                    <a:pt x="3819601" y="405033"/>
                  </a:lnTo>
                  <a:lnTo>
                    <a:pt x="3785109" y="408006"/>
                  </a:lnTo>
                  <a:lnTo>
                    <a:pt x="3734517" y="412874"/>
                  </a:lnTo>
                  <a:lnTo>
                    <a:pt x="3668889" y="419965"/>
                  </a:lnTo>
                  <a:lnTo>
                    <a:pt x="3591117" y="429468"/>
                  </a:lnTo>
                  <a:lnTo>
                    <a:pt x="3505192" y="441442"/>
                  </a:lnTo>
                  <a:lnTo>
                    <a:pt x="3415364" y="455859"/>
                  </a:lnTo>
                  <a:lnTo>
                    <a:pt x="3325429" y="472661"/>
                  </a:lnTo>
                  <a:lnTo>
                    <a:pt x="3238308" y="491814"/>
                  </a:lnTo>
                  <a:lnTo>
                    <a:pt x="3155925" y="513357"/>
                  </a:lnTo>
                  <a:lnTo>
                    <a:pt x="3079282" y="537420"/>
                  </a:lnTo>
                  <a:lnTo>
                    <a:pt x="3008651" y="564237"/>
                  </a:lnTo>
                  <a:lnTo>
                    <a:pt x="2943780" y="594147"/>
                  </a:lnTo>
                  <a:lnTo>
                    <a:pt x="2884080" y="627584"/>
                  </a:lnTo>
                  <a:lnTo>
                    <a:pt x="2828763" y="665057"/>
                  </a:lnTo>
                  <a:lnTo>
                    <a:pt x="2776958" y="707109"/>
                  </a:lnTo>
                  <a:lnTo>
                    <a:pt x="2727783" y="754256"/>
                  </a:lnTo>
                  <a:lnTo>
                    <a:pt x="2680428" y="806859"/>
                  </a:lnTo>
                  <a:lnTo>
                    <a:pt x="2667772" y="822124"/>
                  </a:lnTo>
                  <a:lnTo>
                    <a:pt x="2630640" y="869772"/>
                  </a:lnTo>
                  <a:lnTo>
                    <a:pt x="2593860" y="921085"/>
                  </a:lnTo>
                  <a:lnTo>
                    <a:pt x="2557193" y="976135"/>
                  </a:lnTo>
                  <a:lnTo>
                    <a:pt x="2520451" y="1034931"/>
                  </a:lnTo>
                  <a:lnTo>
                    <a:pt x="2483500" y="1097405"/>
                  </a:lnTo>
                  <a:lnTo>
                    <a:pt x="2446245" y="1163412"/>
                  </a:lnTo>
                  <a:lnTo>
                    <a:pt x="2408635" y="1232719"/>
                  </a:lnTo>
                  <a:lnTo>
                    <a:pt x="2370654" y="1305010"/>
                  </a:lnTo>
                  <a:lnTo>
                    <a:pt x="2332318" y="1379886"/>
                  </a:lnTo>
                  <a:lnTo>
                    <a:pt x="2293673" y="1456873"/>
                  </a:lnTo>
                  <a:lnTo>
                    <a:pt x="2254788" y="1535431"/>
                  </a:lnTo>
                  <a:lnTo>
                    <a:pt x="2215748" y="1614971"/>
                  </a:lnTo>
                  <a:lnTo>
                    <a:pt x="2176650" y="1694872"/>
                  </a:lnTo>
                  <a:lnTo>
                    <a:pt x="2137595" y="1774501"/>
                  </a:lnTo>
                  <a:lnTo>
                    <a:pt x="2098682" y="1853235"/>
                  </a:lnTo>
                  <a:lnTo>
                    <a:pt x="2059999" y="1930479"/>
                  </a:lnTo>
                  <a:lnTo>
                    <a:pt x="2021616" y="2005685"/>
                  </a:lnTo>
                  <a:lnTo>
                    <a:pt x="1983582" y="2078369"/>
                  </a:lnTo>
                  <a:lnTo>
                    <a:pt x="1945920" y="2148120"/>
                  </a:lnTo>
                  <a:lnTo>
                    <a:pt x="1908617" y="2214611"/>
                  </a:lnTo>
                  <a:lnTo>
                    <a:pt x="1871627" y="2277597"/>
                  </a:lnTo>
                  <a:lnTo>
                    <a:pt x="1834864" y="2336920"/>
                  </a:lnTo>
                  <a:lnTo>
                    <a:pt x="1798196" y="2392503"/>
                  </a:lnTo>
                  <a:lnTo>
                    <a:pt x="1761445" y="2444342"/>
                  </a:lnTo>
                  <a:lnTo>
                    <a:pt x="1724380" y="2492503"/>
                  </a:lnTo>
                  <a:lnTo>
                    <a:pt x="1719082" y="2499041"/>
                  </a:lnTo>
                  <a:lnTo>
                    <a:pt x="1672101" y="2553151"/>
                  </a:lnTo>
                  <a:lnTo>
                    <a:pt x="1623496" y="2601756"/>
                  </a:lnTo>
                  <a:lnTo>
                    <a:pt x="1572492" y="2645147"/>
                  </a:lnTo>
                  <a:lnTo>
                    <a:pt x="1518218" y="2683811"/>
                  </a:lnTo>
                  <a:lnTo>
                    <a:pt x="1459793" y="2718293"/>
                  </a:lnTo>
                  <a:lnTo>
                    <a:pt x="1396398" y="2749116"/>
                  </a:lnTo>
                  <a:lnTo>
                    <a:pt x="1327375" y="2776736"/>
                  </a:lnTo>
                  <a:lnTo>
                    <a:pt x="1252366" y="2801521"/>
                  </a:lnTo>
                  <a:lnTo>
                    <a:pt x="1171479" y="2823732"/>
                  </a:lnTo>
                  <a:lnTo>
                    <a:pt x="1085499" y="2843528"/>
                  </a:lnTo>
                  <a:lnTo>
                    <a:pt x="996081" y="2860970"/>
                  </a:lnTo>
                  <a:lnTo>
                    <a:pt x="905880" y="2876041"/>
                  </a:lnTo>
                  <a:lnTo>
                    <a:pt x="818481" y="2888684"/>
                  </a:lnTo>
                  <a:lnTo>
                    <a:pt x="738070" y="2898858"/>
                  </a:lnTo>
                  <a:lnTo>
                    <a:pt x="668792" y="2906593"/>
                  </a:lnTo>
                  <a:lnTo>
                    <a:pt x="613918" y="2912039"/>
                  </a:lnTo>
                  <a:lnTo>
                    <a:pt x="575064" y="2915488"/>
                  </a:lnTo>
                  <a:lnTo>
                    <a:pt x="551711" y="2917351"/>
                  </a:lnTo>
                  <a:lnTo>
                    <a:pt x="541154" y="2918111"/>
                  </a:lnTo>
                  <a:lnTo>
                    <a:pt x="538736" y="2918270"/>
                  </a:lnTo>
                  <a:lnTo>
                    <a:pt x="0" y="291827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497" name="pl1497"/>
            <p:cNvSpPr/>
            <p:nvPr/>
          </p:nvSpPr>
          <p:spPr>
            <a:xfrm>
              <a:off x="546595" y="2046256"/>
              <a:ext cx="8234974" cy="2918270"/>
            </a:xfrm>
            <a:custGeom>
              <a:avLst/>
              <a:pathLst>
                <a:path w="8234974" h="2918270">
                  <a:moveTo>
                    <a:pt x="0" y="2918270"/>
                  </a:moveTo>
                  <a:lnTo>
                    <a:pt x="538736" y="2918270"/>
                  </a:lnTo>
                  <a:lnTo>
                    <a:pt x="539930" y="2918193"/>
                  </a:lnTo>
                  <a:lnTo>
                    <a:pt x="547735" y="2917646"/>
                  </a:lnTo>
                  <a:lnTo>
                    <a:pt x="567253" y="2916132"/>
                  </a:lnTo>
                  <a:lnTo>
                    <a:pt x="601745" y="2913159"/>
                  </a:lnTo>
                  <a:lnTo>
                    <a:pt x="652337" y="2908291"/>
                  </a:lnTo>
                  <a:lnTo>
                    <a:pt x="717965" y="2901200"/>
                  </a:lnTo>
                  <a:lnTo>
                    <a:pt x="795738" y="2891697"/>
                  </a:lnTo>
                  <a:lnTo>
                    <a:pt x="881663" y="2879722"/>
                  </a:lnTo>
                  <a:lnTo>
                    <a:pt x="971491" y="2865306"/>
                  </a:lnTo>
                  <a:lnTo>
                    <a:pt x="1061426" y="2848504"/>
                  </a:lnTo>
                  <a:lnTo>
                    <a:pt x="1148546" y="2829351"/>
                  </a:lnTo>
                  <a:lnTo>
                    <a:pt x="1230929" y="2807808"/>
                  </a:lnTo>
                  <a:lnTo>
                    <a:pt x="1307573" y="2783745"/>
                  </a:lnTo>
                  <a:lnTo>
                    <a:pt x="1378204" y="2756928"/>
                  </a:lnTo>
                  <a:lnTo>
                    <a:pt x="1443074" y="2727018"/>
                  </a:lnTo>
                  <a:lnTo>
                    <a:pt x="1502775" y="2693580"/>
                  </a:lnTo>
                  <a:lnTo>
                    <a:pt x="1558091" y="2656108"/>
                  </a:lnTo>
                  <a:lnTo>
                    <a:pt x="1609897" y="2614055"/>
                  </a:lnTo>
                  <a:lnTo>
                    <a:pt x="1659072" y="2566909"/>
                  </a:lnTo>
                  <a:lnTo>
                    <a:pt x="1706427" y="2514306"/>
                  </a:lnTo>
                  <a:lnTo>
                    <a:pt x="1719082" y="2499041"/>
                  </a:lnTo>
                  <a:lnTo>
                    <a:pt x="1756215" y="2451393"/>
                  </a:lnTo>
                  <a:lnTo>
                    <a:pt x="1792994" y="2400080"/>
                  </a:lnTo>
                  <a:lnTo>
                    <a:pt x="1829662" y="2345030"/>
                  </a:lnTo>
                  <a:lnTo>
                    <a:pt x="1866403" y="2286234"/>
                  </a:lnTo>
                  <a:lnTo>
                    <a:pt x="1903355" y="2223760"/>
                  </a:lnTo>
                  <a:lnTo>
                    <a:pt x="1940609" y="2157753"/>
                  </a:lnTo>
                  <a:lnTo>
                    <a:pt x="1978219" y="2088446"/>
                  </a:lnTo>
                  <a:lnTo>
                    <a:pt x="2016201" y="2016155"/>
                  </a:lnTo>
                  <a:lnTo>
                    <a:pt x="2054536" y="1941279"/>
                  </a:lnTo>
                  <a:lnTo>
                    <a:pt x="2093181" y="1864292"/>
                  </a:lnTo>
                  <a:lnTo>
                    <a:pt x="2132067" y="1785734"/>
                  </a:lnTo>
                  <a:lnTo>
                    <a:pt x="2171107" y="1706194"/>
                  </a:lnTo>
                  <a:lnTo>
                    <a:pt x="2210205" y="1626293"/>
                  </a:lnTo>
                  <a:lnTo>
                    <a:pt x="2249259" y="1546663"/>
                  </a:lnTo>
                  <a:lnTo>
                    <a:pt x="2288172" y="1467929"/>
                  </a:lnTo>
                  <a:lnTo>
                    <a:pt x="2326856" y="1390686"/>
                  </a:lnTo>
                  <a:lnTo>
                    <a:pt x="2365239" y="1315480"/>
                  </a:lnTo>
                  <a:lnTo>
                    <a:pt x="2403272" y="1242796"/>
                  </a:lnTo>
                  <a:lnTo>
                    <a:pt x="2440935" y="1173045"/>
                  </a:lnTo>
                  <a:lnTo>
                    <a:pt x="2478237" y="1106554"/>
                  </a:lnTo>
                  <a:lnTo>
                    <a:pt x="2515227" y="1043568"/>
                  </a:lnTo>
                  <a:lnTo>
                    <a:pt x="2551991" y="984245"/>
                  </a:lnTo>
                  <a:lnTo>
                    <a:pt x="2588659" y="928662"/>
                  </a:lnTo>
                  <a:lnTo>
                    <a:pt x="2625409" y="876823"/>
                  </a:lnTo>
                  <a:lnTo>
                    <a:pt x="2662475" y="828662"/>
                  </a:lnTo>
                  <a:lnTo>
                    <a:pt x="2667772" y="822124"/>
                  </a:lnTo>
                  <a:lnTo>
                    <a:pt x="2714754" y="768014"/>
                  </a:lnTo>
                  <a:lnTo>
                    <a:pt x="2763358" y="719409"/>
                  </a:lnTo>
                  <a:lnTo>
                    <a:pt x="2814363" y="676018"/>
                  </a:lnTo>
                  <a:lnTo>
                    <a:pt x="2868636" y="637354"/>
                  </a:lnTo>
                  <a:lnTo>
                    <a:pt x="2927062" y="602872"/>
                  </a:lnTo>
                  <a:lnTo>
                    <a:pt x="2990457" y="572049"/>
                  </a:lnTo>
                  <a:lnTo>
                    <a:pt x="3059479" y="544428"/>
                  </a:lnTo>
                  <a:lnTo>
                    <a:pt x="3134488" y="519644"/>
                  </a:lnTo>
                  <a:lnTo>
                    <a:pt x="3215375" y="497433"/>
                  </a:lnTo>
                  <a:lnTo>
                    <a:pt x="3301356" y="477637"/>
                  </a:lnTo>
                  <a:lnTo>
                    <a:pt x="3390773" y="460195"/>
                  </a:lnTo>
                  <a:lnTo>
                    <a:pt x="3480975" y="445124"/>
                  </a:lnTo>
                  <a:lnTo>
                    <a:pt x="3568373" y="432480"/>
                  </a:lnTo>
                  <a:lnTo>
                    <a:pt x="3648784" y="422306"/>
                  </a:lnTo>
                  <a:lnTo>
                    <a:pt x="3718063" y="414572"/>
                  </a:lnTo>
                  <a:lnTo>
                    <a:pt x="3772937" y="409126"/>
                  </a:lnTo>
                  <a:lnTo>
                    <a:pt x="3811791" y="405677"/>
                  </a:lnTo>
                  <a:lnTo>
                    <a:pt x="3835143" y="403814"/>
                  </a:lnTo>
                  <a:lnTo>
                    <a:pt x="3845701" y="403054"/>
                  </a:lnTo>
                  <a:lnTo>
                    <a:pt x="3848093" y="402897"/>
                  </a:lnTo>
                  <a:lnTo>
                    <a:pt x="3848118" y="402895"/>
                  </a:lnTo>
                  <a:lnTo>
                    <a:pt x="4386855" y="402895"/>
                  </a:lnTo>
                  <a:lnTo>
                    <a:pt x="4388155" y="402882"/>
                  </a:lnTo>
                  <a:lnTo>
                    <a:pt x="4396634" y="402786"/>
                  </a:lnTo>
                  <a:lnTo>
                    <a:pt x="4417773" y="402521"/>
                  </a:lnTo>
                  <a:lnTo>
                    <a:pt x="4454964" y="402002"/>
                  </a:lnTo>
                  <a:lnTo>
                    <a:pt x="4509187" y="401153"/>
                  </a:lnTo>
                  <a:lnTo>
                    <a:pt x="4578987" y="399922"/>
                  </a:lnTo>
                  <a:lnTo>
                    <a:pt x="4660965" y="398277"/>
                  </a:lnTo>
                  <a:lnTo>
                    <a:pt x="4750649" y="396214"/>
                  </a:lnTo>
                  <a:lnTo>
                    <a:pt x="4843464" y="393738"/>
                  </a:lnTo>
                  <a:lnTo>
                    <a:pt x="4935480" y="390860"/>
                  </a:lnTo>
                  <a:lnTo>
                    <a:pt x="5023813" y="387582"/>
                  </a:lnTo>
                  <a:lnTo>
                    <a:pt x="5106691" y="383894"/>
                  </a:lnTo>
                  <a:lnTo>
                    <a:pt x="5183313" y="379765"/>
                  </a:lnTo>
                  <a:lnTo>
                    <a:pt x="5253615" y="375150"/>
                  </a:lnTo>
                  <a:lnTo>
                    <a:pt x="5318038" y="369981"/>
                  </a:lnTo>
                  <a:lnTo>
                    <a:pt x="5377333" y="364176"/>
                  </a:lnTo>
                  <a:lnTo>
                    <a:pt x="5432411" y="357644"/>
                  </a:lnTo>
                  <a:lnTo>
                    <a:pt x="5484238" y="350290"/>
                  </a:lnTo>
                  <a:lnTo>
                    <a:pt x="5533744" y="342033"/>
                  </a:lnTo>
                  <a:lnTo>
                    <a:pt x="5567201" y="335746"/>
                  </a:lnTo>
                  <a:lnTo>
                    <a:pt x="5618995" y="324915"/>
                  </a:lnTo>
                  <a:lnTo>
                    <a:pt x="5670291" y="312927"/>
                  </a:lnTo>
                  <a:lnTo>
                    <a:pt x="5721657" y="299768"/>
                  </a:lnTo>
                  <a:lnTo>
                    <a:pt x="5773470" y="285466"/>
                  </a:lnTo>
                  <a:lnTo>
                    <a:pt x="5825937" y="270100"/>
                  </a:lnTo>
                  <a:lnTo>
                    <a:pt x="5879126" y="253801"/>
                  </a:lnTo>
                  <a:lnTo>
                    <a:pt x="5932975" y="236750"/>
                  </a:lnTo>
                  <a:lnTo>
                    <a:pt x="5987323" y="219170"/>
                  </a:lnTo>
                  <a:lnTo>
                    <a:pt x="6041938" y="201319"/>
                  </a:lnTo>
                  <a:lnTo>
                    <a:pt x="6096551" y="183470"/>
                  </a:lnTo>
                  <a:lnTo>
                    <a:pt x="6150894" y="165896"/>
                  </a:lnTo>
                  <a:lnTo>
                    <a:pt x="6204734" y="148854"/>
                  </a:lnTo>
                  <a:lnTo>
                    <a:pt x="6257912" y="132567"/>
                  </a:lnTo>
                  <a:lnTo>
                    <a:pt x="6310370" y="117216"/>
                  </a:lnTo>
                  <a:lnTo>
                    <a:pt x="6362174" y="102930"/>
                  </a:lnTo>
                  <a:lnTo>
                    <a:pt x="6413536" y="89787"/>
                  </a:lnTo>
                  <a:lnTo>
                    <a:pt x="6464835" y="77816"/>
                  </a:lnTo>
                  <a:lnTo>
                    <a:pt x="6515891" y="67149"/>
                  </a:lnTo>
                  <a:lnTo>
                    <a:pt x="6564271" y="58241"/>
                  </a:lnTo>
                  <a:lnTo>
                    <a:pt x="6614393" y="50267"/>
                  </a:lnTo>
                  <a:lnTo>
                    <a:pt x="6667111" y="43173"/>
                  </a:lnTo>
                  <a:lnTo>
                    <a:pt x="6723375" y="36873"/>
                  </a:lnTo>
                  <a:lnTo>
                    <a:pt x="6784144" y="31272"/>
                  </a:lnTo>
                  <a:lnTo>
                    <a:pt x="6850293" y="26280"/>
                  </a:lnTo>
                  <a:lnTo>
                    <a:pt x="6922497" y="21819"/>
                  </a:lnTo>
                  <a:lnTo>
                    <a:pt x="7001065" y="17829"/>
                  </a:lnTo>
                  <a:lnTo>
                    <a:pt x="7085735" y="14269"/>
                  </a:lnTo>
                  <a:lnTo>
                    <a:pt x="7175430" y="11113"/>
                  </a:lnTo>
                  <a:lnTo>
                    <a:pt x="7268049" y="8357"/>
                  </a:lnTo>
                  <a:lnTo>
                    <a:pt x="7360365" y="6006"/>
                  </a:lnTo>
                  <a:lnTo>
                    <a:pt x="7448194" y="4071"/>
                  </a:lnTo>
                  <a:lnTo>
                    <a:pt x="7526898" y="2554"/>
                  </a:lnTo>
                  <a:lnTo>
                    <a:pt x="7592227" y="1443"/>
                  </a:lnTo>
                  <a:lnTo>
                    <a:pt x="7641295" y="702"/>
                  </a:lnTo>
                  <a:lnTo>
                    <a:pt x="7673365" y="269"/>
                  </a:lnTo>
                  <a:lnTo>
                    <a:pt x="7690175" y="66"/>
                  </a:lnTo>
                  <a:lnTo>
                    <a:pt x="7695793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8" name="pl1498"/>
            <p:cNvSpPr/>
            <p:nvPr/>
          </p:nvSpPr>
          <p:spPr>
            <a:xfrm>
              <a:off x="546595" y="2040811"/>
              <a:ext cx="8234974" cy="2918270"/>
            </a:xfrm>
            <a:custGeom>
              <a:avLst/>
              <a:pathLst>
                <a:path w="8234974" h="2918270">
                  <a:moveTo>
                    <a:pt x="8234974" y="0"/>
                  </a:moveTo>
                  <a:lnTo>
                    <a:pt x="7696237" y="0"/>
                  </a:lnTo>
                  <a:lnTo>
                    <a:pt x="7694938" y="13"/>
                  </a:lnTo>
                  <a:lnTo>
                    <a:pt x="7686458" y="109"/>
                  </a:lnTo>
                  <a:lnTo>
                    <a:pt x="7665319" y="373"/>
                  </a:lnTo>
                  <a:lnTo>
                    <a:pt x="7628128" y="893"/>
                  </a:lnTo>
                  <a:lnTo>
                    <a:pt x="7573906" y="1741"/>
                  </a:lnTo>
                  <a:lnTo>
                    <a:pt x="7504105" y="2973"/>
                  </a:lnTo>
                  <a:lnTo>
                    <a:pt x="7422128" y="4617"/>
                  </a:lnTo>
                  <a:lnTo>
                    <a:pt x="7332443" y="6681"/>
                  </a:lnTo>
                  <a:lnTo>
                    <a:pt x="7239628" y="9156"/>
                  </a:lnTo>
                  <a:lnTo>
                    <a:pt x="7147612" y="12034"/>
                  </a:lnTo>
                  <a:lnTo>
                    <a:pt x="7059279" y="15312"/>
                  </a:lnTo>
                  <a:lnTo>
                    <a:pt x="6976401" y="19001"/>
                  </a:lnTo>
                  <a:lnTo>
                    <a:pt x="6899779" y="23129"/>
                  </a:lnTo>
                  <a:lnTo>
                    <a:pt x="6829477" y="27745"/>
                  </a:lnTo>
                  <a:lnTo>
                    <a:pt x="6765054" y="32914"/>
                  </a:lnTo>
                  <a:lnTo>
                    <a:pt x="6705760" y="38718"/>
                  </a:lnTo>
                  <a:lnTo>
                    <a:pt x="6650682" y="45250"/>
                  </a:lnTo>
                  <a:lnTo>
                    <a:pt x="6598855" y="52605"/>
                  </a:lnTo>
                  <a:lnTo>
                    <a:pt x="6549348" y="60861"/>
                  </a:lnTo>
                  <a:lnTo>
                    <a:pt x="6515891" y="67149"/>
                  </a:lnTo>
                  <a:lnTo>
                    <a:pt x="6464097" y="77980"/>
                  </a:lnTo>
                  <a:lnTo>
                    <a:pt x="6412801" y="89967"/>
                  </a:lnTo>
                  <a:lnTo>
                    <a:pt x="6361435" y="103127"/>
                  </a:lnTo>
                  <a:lnTo>
                    <a:pt x="6309623" y="117429"/>
                  </a:lnTo>
                  <a:lnTo>
                    <a:pt x="6257155" y="132795"/>
                  </a:lnTo>
                  <a:lnTo>
                    <a:pt x="6203967" y="149094"/>
                  </a:lnTo>
                  <a:lnTo>
                    <a:pt x="6150118" y="166145"/>
                  </a:lnTo>
                  <a:lnTo>
                    <a:pt x="6095770" y="183724"/>
                  </a:lnTo>
                  <a:lnTo>
                    <a:pt x="6041154" y="201576"/>
                  </a:lnTo>
                  <a:lnTo>
                    <a:pt x="5986541" y="219425"/>
                  </a:lnTo>
                  <a:lnTo>
                    <a:pt x="5932199" y="236998"/>
                  </a:lnTo>
                  <a:lnTo>
                    <a:pt x="5878359" y="254040"/>
                  </a:lnTo>
                  <a:lnTo>
                    <a:pt x="5825180" y="270327"/>
                  </a:lnTo>
                  <a:lnTo>
                    <a:pt x="5772723" y="285678"/>
                  </a:lnTo>
                  <a:lnTo>
                    <a:pt x="5720919" y="299964"/>
                  </a:lnTo>
                  <a:lnTo>
                    <a:pt x="5669557" y="313107"/>
                  </a:lnTo>
                  <a:lnTo>
                    <a:pt x="5618258" y="325078"/>
                  </a:lnTo>
                  <a:lnTo>
                    <a:pt x="5567201" y="335746"/>
                  </a:lnTo>
                  <a:lnTo>
                    <a:pt x="5518821" y="344653"/>
                  </a:lnTo>
                  <a:lnTo>
                    <a:pt x="5468699" y="352628"/>
                  </a:lnTo>
                  <a:lnTo>
                    <a:pt x="5415982" y="359722"/>
                  </a:lnTo>
                  <a:lnTo>
                    <a:pt x="5359718" y="366022"/>
                  </a:lnTo>
                  <a:lnTo>
                    <a:pt x="5298949" y="371622"/>
                  </a:lnTo>
                  <a:lnTo>
                    <a:pt x="5232799" y="376615"/>
                  </a:lnTo>
                  <a:lnTo>
                    <a:pt x="5160595" y="381075"/>
                  </a:lnTo>
                  <a:lnTo>
                    <a:pt x="5082027" y="385065"/>
                  </a:lnTo>
                  <a:lnTo>
                    <a:pt x="4997358" y="388626"/>
                  </a:lnTo>
                  <a:lnTo>
                    <a:pt x="4907662" y="391781"/>
                  </a:lnTo>
                  <a:lnTo>
                    <a:pt x="4815044" y="394537"/>
                  </a:lnTo>
                  <a:lnTo>
                    <a:pt x="4722727" y="396888"/>
                  </a:lnTo>
                  <a:lnTo>
                    <a:pt x="4634898" y="398824"/>
                  </a:lnTo>
                  <a:lnTo>
                    <a:pt x="4556195" y="400341"/>
                  </a:lnTo>
                  <a:lnTo>
                    <a:pt x="4490866" y="401451"/>
                  </a:lnTo>
                  <a:lnTo>
                    <a:pt x="4441797" y="402192"/>
                  </a:lnTo>
                  <a:lnTo>
                    <a:pt x="4409727" y="402625"/>
                  </a:lnTo>
                  <a:lnTo>
                    <a:pt x="4392918" y="402829"/>
                  </a:lnTo>
                  <a:lnTo>
                    <a:pt x="4387299" y="402891"/>
                  </a:lnTo>
                  <a:lnTo>
                    <a:pt x="4386855" y="402895"/>
                  </a:lnTo>
                  <a:lnTo>
                    <a:pt x="3848118" y="402895"/>
                  </a:lnTo>
                  <a:lnTo>
                    <a:pt x="3846924" y="402972"/>
                  </a:lnTo>
                  <a:lnTo>
                    <a:pt x="3839119" y="403519"/>
                  </a:lnTo>
                  <a:lnTo>
                    <a:pt x="3819601" y="405033"/>
                  </a:lnTo>
                  <a:lnTo>
                    <a:pt x="3785109" y="408006"/>
                  </a:lnTo>
                  <a:lnTo>
                    <a:pt x="3734517" y="412874"/>
                  </a:lnTo>
                  <a:lnTo>
                    <a:pt x="3668889" y="419965"/>
                  </a:lnTo>
                  <a:lnTo>
                    <a:pt x="3591117" y="429468"/>
                  </a:lnTo>
                  <a:lnTo>
                    <a:pt x="3505192" y="441442"/>
                  </a:lnTo>
                  <a:lnTo>
                    <a:pt x="3415364" y="455859"/>
                  </a:lnTo>
                  <a:lnTo>
                    <a:pt x="3325429" y="472661"/>
                  </a:lnTo>
                  <a:lnTo>
                    <a:pt x="3238308" y="491814"/>
                  </a:lnTo>
                  <a:lnTo>
                    <a:pt x="3155925" y="513357"/>
                  </a:lnTo>
                  <a:lnTo>
                    <a:pt x="3079282" y="537420"/>
                  </a:lnTo>
                  <a:lnTo>
                    <a:pt x="3008651" y="564237"/>
                  </a:lnTo>
                  <a:lnTo>
                    <a:pt x="2943780" y="594147"/>
                  </a:lnTo>
                  <a:lnTo>
                    <a:pt x="2884080" y="627584"/>
                  </a:lnTo>
                  <a:lnTo>
                    <a:pt x="2828763" y="665057"/>
                  </a:lnTo>
                  <a:lnTo>
                    <a:pt x="2776958" y="707109"/>
                  </a:lnTo>
                  <a:lnTo>
                    <a:pt x="2727783" y="754256"/>
                  </a:lnTo>
                  <a:lnTo>
                    <a:pt x="2680428" y="806859"/>
                  </a:lnTo>
                  <a:lnTo>
                    <a:pt x="2667772" y="822124"/>
                  </a:lnTo>
                  <a:lnTo>
                    <a:pt x="2630640" y="869772"/>
                  </a:lnTo>
                  <a:lnTo>
                    <a:pt x="2593860" y="921085"/>
                  </a:lnTo>
                  <a:lnTo>
                    <a:pt x="2557193" y="976135"/>
                  </a:lnTo>
                  <a:lnTo>
                    <a:pt x="2520451" y="1034931"/>
                  </a:lnTo>
                  <a:lnTo>
                    <a:pt x="2483500" y="1097405"/>
                  </a:lnTo>
                  <a:lnTo>
                    <a:pt x="2446245" y="1163412"/>
                  </a:lnTo>
                  <a:lnTo>
                    <a:pt x="2408635" y="1232719"/>
                  </a:lnTo>
                  <a:lnTo>
                    <a:pt x="2370654" y="1305010"/>
                  </a:lnTo>
                  <a:lnTo>
                    <a:pt x="2332318" y="1379886"/>
                  </a:lnTo>
                  <a:lnTo>
                    <a:pt x="2293673" y="1456873"/>
                  </a:lnTo>
                  <a:lnTo>
                    <a:pt x="2254788" y="1535431"/>
                  </a:lnTo>
                  <a:lnTo>
                    <a:pt x="2215748" y="1614971"/>
                  </a:lnTo>
                  <a:lnTo>
                    <a:pt x="2176650" y="1694872"/>
                  </a:lnTo>
                  <a:lnTo>
                    <a:pt x="2137595" y="1774501"/>
                  </a:lnTo>
                  <a:lnTo>
                    <a:pt x="2098682" y="1853235"/>
                  </a:lnTo>
                  <a:lnTo>
                    <a:pt x="2059999" y="1930479"/>
                  </a:lnTo>
                  <a:lnTo>
                    <a:pt x="2021616" y="2005685"/>
                  </a:lnTo>
                  <a:lnTo>
                    <a:pt x="1983582" y="2078369"/>
                  </a:lnTo>
                  <a:lnTo>
                    <a:pt x="1945920" y="2148120"/>
                  </a:lnTo>
                  <a:lnTo>
                    <a:pt x="1908617" y="2214611"/>
                  </a:lnTo>
                  <a:lnTo>
                    <a:pt x="1871627" y="2277597"/>
                  </a:lnTo>
                  <a:lnTo>
                    <a:pt x="1834864" y="2336920"/>
                  </a:lnTo>
                  <a:lnTo>
                    <a:pt x="1798196" y="2392503"/>
                  </a:lnTo>
                  <a:lnTo>
                    <a:pt x="1761445" y="2444342"/>
                  </a:lnTo>
                  <a:lnTo>
                    <a:pt x="1724380" y="2492503"/>
                  </a:lnTo>
                  <a:lnTo>
                    <a:pt x="1719082" y="2499041"/>
                  </a:lnTo>
                  <a:lnTo>
                    <a:pt x="1672101" y="2553151"/>
                  </a:lnTo>
                  <a:lnTo>
                    <a:pt x="1623496" y="2601756"/>
                  </a:lnTo>
                  <a:lnTo>
                    <a:pt x="1572492" y="2645147"/>
                  </a:lnTo>
                  <a:lnTo>
                    <a:pt x="1518218" y="2683811"/>
                  </a:lnTo>
                  <a:lnTo>
                    <a:pt x="1459793" y="2718293"/>
                  </a:lnTo>
                  <a:lnTo>
                    <a:pt x="1396398" y="2749116"/>
                  </a:lnTo>
                  <a:lnTo>
                    <a:pt x="1327375" y="2776736"/>
                  </a:lnTo>
                  <a:lnTo>
                    <a:pt x="1252366" y="2801521"/>
                  </a:lnTo>
                  <a:lnTo>
                    <a:pt x="1171479" y="2823732"/>
                  </a:lnTo>
                  <a:lnTo>
                    <a:pt x="1085499" y="2843528"/>
                  </a:lnTo>
                  <a:lnTo>
                    <a:pt x="996081" y="2860970"/>
                  </a:lnTo>
                  <a:lnTo>
                    <a:pt x="905880" y="2876041"/>
                  </a:lnTo>
                  <a:lnTo>
                    <a:pt x="818481" y="2888684"/>
                  </a:lnTo>
                  <a:lnTo>
                    <a:pt x="738070" y="2898858"/>
                  </a:lnTo>
                  <a:lnTo>
                    <a:pt x="668792" y="2906593"/>
                  </a:lnTo>
                  <a:lnTo>
                    <a:pt x="613918" y="2912039"/>
                  </a:lnTo>
                  <a:lnTo>
                    <a:pt x="575064" y="2915488"/>
                  </a:lnTo>
                  <a:lnTo>
                    <a:pt x="551711" y="2917351"/>
                  </a:lnTo>
                  <a:lnTo>
                    <a:pt x="541154" y="2918111"/>
                  </a:lnTo>
                  <a:lnTo>
                    <a:pt x="538761" y="2918268"/>
                  </a:lnTo>
                  <a:lnTo>
                    <a:pt x="538736" y="2918270"/>
                  </a:lnTo>
                  <a:lnTo>
                    <a:pt x="0" y="2918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9" name="pg1499"/>
            <p:cNvSpPr/>
            <p:nvPr/>
          </p:nvSpPr>
          <p:spPr>
            <a:xfrm>
              <a:off x="546595" y="2498152"/>
              <a:ext cx="8234974" cy="2471818"/>
            </a:xfrm>
            <a:custGeom>
              <a:avLst/>
              <a:pathLst>
                <a:path w="8234974" h="2471818">
                  <a:moveTo>
                    <a:pt x="0" y="2471818"/>
                  </a:moveTo>
                  <a:lnTo>
                    <a:pt x="538736" y="2471818"/>
                  </a:lnTo>
                  <a:lnTo>
                    <a:pt x="539934" y="2471743"/>
                  </a:lnTo>
                  <a:lnTo>
                    <a:pt x="547763" y="2471204"/>
                  </a:lnTo>
                  <a:lnTo>
                    <a:pt x="567340" y="2469715"/>
                  </a:lnTo>
                  <a:lnTo>
                    <a:pt x="601930" y="2466791"/>
                  </a:lnTo>
                  <a:lnTo>
                    <a:pt x="652654" y="2462002"/>
                  </a:lnTo>
                  <a:lnTo>
                    <a:pt x="718435" y="2455028"/>
                  </a:lnTo>
                  <a:lnTo>
                    <a:pt x="796364" y="2445683"/>
                  </a:lnTo>
                  <a:lnTo>
                    <a:pt x="882430" y="2433909"/>
                  </a:lnTo>
                  <a:lnTo>
                    <a:pt x="972373" y="2419736"/>
                  </a:lnTo>
                  <a:lnTo>
                    <a:pt x="1062389" y="2403220"/>
                  </a:lnTo>
                  <a:lnTo>
                    <a:pt x="1149559" y="2384393"/>
                  </a:lnTo>
                  <a:lnTo>
                    <a:pt x="1231964" y="2363217"/>
                  </a:lnTo>
                  <a:lnTo>
                    <a:pt x="1308609" y="2339563"/>
                  </a:lnTo>
                  <a:lnTo>
                    <a:pt x="1379229" y="2313198"/>
                  </a:lnTo>
                  <a:lnTo>
                    <a:pt x="1444084" y="2283788"/>
                  </a:lnTo>
                  <a:lnTo>
                    <a:pt x="1503769" y="2250904"/>
                  </a:lnTo>
                  <a:lnTo>
                    <a:pt x="1559074" y="2214046"/>
                  </a:lnTo>
                  <a:lnTo>
                    <a:pt x="1610878" y="2172678"/>
                  </a:lnTo>
                  <a:lnTo>
                    <a:pt x="1660062" y="2126295"/>
                  </a:lnTo>
                  <a:lnTo>
                    <a:pt x="1707438" y="2074546"/>
                  </a:lnTo>
                  <a:lnTo>
                    <a:pt x="1719082" y="2060756"/>
                  </a:lnTo>
                  <a:lnTo>
                    <a:pt x="1756490" y="2013675"/>
                  </a:lnTo>
                  <a:lnTo>
                    <a:pt x="1793541" y="1962947"/>
                  </a:lnTo>
                  <a:lnTo>
                    <a:pt x="1830481" y="1908498"/>
                  </a:lnTo>
                  <a:lnTo>
                    <a:pt x="1867500" y="1850322"/>
                  </a:lnTo>
                  <a:lnTo>
                    <a:pt x="1904735" y="1788489"/>
                  </a:lnTo>
                  <a:lnTo>
                    <a:pt x="1942281" y="1723149"/>
                  </a:lnTo>
                  <a:lnTo>
                    <a:pt x="1980189" y="1654536"/>
                  </a:lnTo>
                  <a:lnTo>
                    <a:pt x="2018474" y="1582972"/>
                  </a:lnTo>
                  <a:lnTo>
                    <a:pt x="2057116" y="1508862"/>
                  </a:lnTo>
                  <a:lnTo>
                    <a:pt x="2096068" y="1432685"/>
                  </a:lnTo>
                  <a:lnTo>
                    <a:pt x="2135259" y="1354987"/>
                  </a:lnTo>
                  <a:lnTo>
                    <a:pt x="2174598" y="1276362"/>
                  </a:lnTo>
                  <a:lnTo>
                    <a:pt x="2213987" y="1197433"/>
                  </a:lnTo>
                  <a:lnTo>
                    <a:pt x="2253322" y="1118835"/>
                  </a:lnTo>
                  <a:lnTo>
                    <a:pt x="2292504" y="1041192"/>
                  </a:lnTo>
                  <a:lnTo>
                    <a:pt x="2331444" y="965095"/>
                  </a:lnTo>
                  <a:lnTo>
                    <a:pt x="2370072" y="891087"/>
                  </a:lnTo>
                  <a:lnTo>
                    <a:pt x="2408340" y="819645"/>
                  </a:lnTo>
                  <a:lnTo>
                    <a:pt x="2446231" y="751170"/>
                  </a:lnTo>
                  <a:lnTo>
                    <a:pt x="2483762" y="685979"/>
                  </a:lnTo>
                  <a:lnTo>
                    <a:pt x="2520986" y="624305"/>
                  </a:lnTo>
                  <a:lnTo>
                    <a:pt x="2557998" y="566292"/>
                  </a:lnTo>
                  <a:lnTo>
                    <a:pt x="2594939" y="512008"/>
                  </a:lnTo>
                  <a:lnTo>
                    <a:pt x="2632000" y="461442"/>
                  </a:lnTo>
                  <a:lnTo>
                    <a:pt x="2667772" y="416506"/>
                  </a:lnTo>
                  <a:lnTo>
                    <a:pt x="2714806" y="363396"/>
                  </a:lnTo>
                  <a:lnTo>
                    <a:pt x="2763466" y="315695"/>
                  </a:lnTo>
                  <a:lnTo>
                    <a:pt x="2814534" y="273116"/>
                  </a:lnTo>
                  <a:lnTo>
                    <a:pt x="2868880" y="235181"/>
                  </a:lnTo>
                  <a:lnTo>
                    <a:pt x="2927391" y="201353"/>
                  </a:lnTo>
                  <a:lnTo>
                    <a:pt x="2990887" y="171117"/>
                  </a:lnTo>
                  <a:lnTo>
                    <a:pt x="3060025" y="144026"/>
                  </a:lnTo>
                  <a:lnTo>
                    <a:pt x="3135165" y="119720"/>
                  </a:lnTo>
                  <a:lnTo>
                    <a:pt x="3216191" y="97940"/>
                  </a:lnTo>
                  <a:lnTo>
                    <a:pt x="3302310" y="78532"/>
                  </a:lnTo>
                  <a:lnTo>
                    <a:pt x="3391850" y="61438"/>
                  </a:lnTo>
                  <a:lnTo>
                    <a:pt x="3482137" y="46674"/>
                  </a:lnTo>
                  <a:lnTo>
                    <a:pt x="3569565" y="34296"/>
                  </a:lnTo>
                  <a:lnTo>
                    <a:pt x="3649928" y="24345"/>
                  </a:lnTo>
                  <a:lnTo>
                    <a:pt x="3719077" y="16789"/>
                  </a:lnTo>
                  <a:lnTo>
                    <a:pt x="3773749" y="11479"/>
                  </a:lnTo>
                  <a:lnTo>
                    <a:pt x="3812356" y="8126"/>
                  </a:lnTo>
                  <a:lnTo>
                    <a:pt x="3835459" y="6322"/>
                  </a:lnTo>
                  <a:lnTo>
                    <a:pt x="3845813" y="559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3" y="5462"/>
                  </a:lnTo>
                  <a:lnTo>
                    <a:pt x="4396617" y="5588"/>
                  </a:lnTo>
                  <a:lnTo>
                    <a:pt x="4417721" y="5938"/>
                  </a:lnTo>
                  <a:lnTo>
                    <a:pt x="4454853" y="6625"/>
                  </a:lnTo>
                  <a:lnTo>
                    <a:pt x="4508997" y="7746"/>
                  </a:lnTo>
                  <a:lnTo>
                    <a:pt x="4578708" y="9375"/>
                  </a:lnTo>
                  <a:lnTo>
                    <a:pt x="4660597" y="11549"/>
                  </a:lnTo>
                  <a:lnTo>
                    <a:pt x="4750202" y="14277"/>
                  </a:lnTo>
                  <a:lnTo>
                    <a:pt x="4842956" y="17551"/>
                  </a:lnTo>
                  <a:lnTo>
                    <a:pt x="4934931" y="21357"/>
                  </a:lnTo>
                  <a:lnTo>
                    <a:pt x="5023240" y="25692"/>
                  </a:lnTo>
                  <a:lnTo>
                    <a:pt x="5106110" y="30570"/>
                  </a:lnTo>
                  <a:lnTo>
                    <a:pt x="5182733" y="36029"/>
                  </a:lnTo>
                  <a:lnTo>
                    <a:pt x="5253043" y="42133"/>
                  </a:lnTo>
                  <a:lnTo>
                    <a:pt x="5317476" y="48967"/>
                  </a:lnTo>
                  <a:lnTo>
                    <a:pt x="5376779" y="56641"/>
                  </a:lnTo>
                  <a:lnTo>
                    <a:pt x="5431861" y="65276"/>
                  </a:lnTo>
                  <a:lnTo>
                    <a:pt x="5483686" y="74998"/>
                  </a:lnTo>
                  <a:lnTo>
                    <a:pt x="5533183" y="85911"/>
                  </a:lnTo>
                  <a:lnTo>
                    <a:pt x="5567201" y="94371"/>
                  </a:lnTo>
                  <a:lnTo>
                    <a:pt x="5618300" y="108511"/>
                  </a:lnTo>
                  <a:lnTo>
                    <a:pt x="5668906" y="124141"/>
                  </a:lnTo>
                  <a:lnTo>
                    <a:pt x="5719568" y="141282"/>
                  </a:lnTo>
                  <a:lnTo>
                    <a:pt x="5770653" y="159897"/>
                  </a:lnTo>
                  <a:lnTo>
                    <a:pt x="5822369" y="179891"/>
                  </a:lnTo>
                  <a:lnTo>
                    <a:pt x="5874786" y="201102"/>
                  </a:lnTo>
                  <a:lnTo>
                    <a:pt x="5927855" y="223303"/>
                  </a:lnTo>
                  <a:lnTo>
                    <a:pt x="5981429" y="246214"/>
                  </a:lnTo>
                  <a:lnTo>
                    <a:pt x="6035289" y="269513"/>
                  </a:lnTo>
                  <a:lnTo>
                    <a:pt x="6089180" y="292853"/>
                  </a:lnTo>
                  <a:lnTo>
                    <a:pt x="6142841" y="315884"/>
                  </a:lnTo>
                  <a:lnTo>
                    <a:pt x="6196043" y="338277"/>
                  </a:lnTo>
                  <a:lnTo>
                    <a:pt x="6248620" y="359739"/>
                  </a:lnTo>
                  <a:lnTo>
                    <a:pt x="6300497" y="380032"/>
                  </a:lnTo>
                  <a:lnTo>
                    <a:pt x="6351716" y="398979"/>
                  </a:lnTo>
                  <a:lnTo>
                    <a:pt x="6402449" y="416467"/>
                  </a:lnTo>
                  <a:lnTo>
                    <a:pt x="6453027" y="432448"/>
                  </a:lnTo>
                  <a:lnTo>
                    <a:pt x="6503951" y="446929"/>
                  </a:lnTo>
                  <a:lnTo>
                    <a:pt x="6515891" y="450081"/>
                  </a:lnTo>
                  <a:lnTo>
                    <a:pt x="6564241" y="461871"/>
                  </a:lnTo>
                  <a:lnTo>
                    <a:pt x="6614331" y="472426"/>
                  </a:lnTo>
                  <a:lnTo>
                    <a:pt x="6667012" y="481817"/>
                  </a:lnTo>
                  <a:lnTo>
                    <a:pt x="6723233" y="490157"/>
                  </a:lnTo>
                  <a:lnTo>
                    <a:pt x="6783951" y="497572"/>
                  </a:lnTo>
                  <a:lnTo>
                    <a:pt x="6850042" y="504182"/>
                  </a:lnTo>
                  <a:lnTo>
                    <a:pt x="6922177" y="510088"/>
                  </a:lnTo>
                  <a:lnTo>
                    <a:pt x="7000669" y="515371"/>
                  </a:lnTo>
                  <a:lnTo>
                    <a:pt x="7085257" y="520087"/>
                  </a:lnTo>
                  <a:lnTo>
                    <a:pt x="7174874" y="524266"/>
                  </a:lnTo>
                  <a:lnTo>
                    <a:pt x="7267427" y="527918"/>
                  </a:lnTo>
                  <a:lnTo>
                    <a:pt x="7359704" y="531033"/>
                  </a:lnTo>
                  <a:lnTo>
                    <a:pt x="7447531" y="533599"/>
                  </a:lnTo>
                  <a:lnTo>
                    <a:pt x="7526280" y="535611"/>
                  </a:lnTo>
                  <a:lnTo>
                    <a:pt x="7591702" y="537085"/>
                  </a:lnTo>
                  <a:lnTo>
                    <a:pt x="7640901" y="538070"/>
                  </a:lnTo>
                  <a:lnTo>
                    <a:pt x="7673117" y="538647"/>
                  </a:lnTo>
                  <a:lnTo>
                    <a:pt x="7690061" y="538919"/>
                  </a:lnTo>
                  <a:lnTo>
                    <a:pt x="7695771" y="539002"/>
                  </a:lnTo>
                  <a:lnTo>
                    <a:pt x="7696237" y="539008"/>
                  </a:lnTo>
                  <a:lnTo>
                    <a:pt x="8234974" y="539008"/>
                  </a:lnTo>
                  <a:lnTo>
                    <a:pt x="8234974" y="533564"/>
                  </a:ln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1" y="613"/>
                  </a:lnTo>
                  <a:lnTo>
                    <a:pt x="3819515" y="2103"/>
                  </a:lnTo>
                  <a:lnTo>
                    <a:pt x="3784925" y="5027"/>
                  </a:lnTo>
                  <a:lnTo>
                    <a:pt x="3734200" y="9816"/>
                  </a:lnTo>
                  <a:lnTo>
                    <a:pt x="3668419" y="16790"/>
                  </a:lnTo>
                  <a:lnTo>
                    <a:pt x="3590490" y="26135"/>
                  </a:lnTo>
                  <a:lnTo>
                    <a:pt x="3504424" y="37908"/>
                  </a:lnTo>
                  <a:lnTo>
                    <a:pt x="3414482" y="52081"/>
                  </a:lnTo>
                  <a:lnTo>
                    <a:pt x="3324465" y="68597"/>
                  </a:lnTo>
                  <a:lnTo>
                    <a:pt x="3237296" y="87424"/>
                  </a:lnTo>
                  <a:lnTo>
                    <a:pt x="3154891" y="108600"/>
                  </a:lnTo>
                  <a:lnTo>
                    <a:pt x="3078246" y="132254"/>
                  </a:lnTo>
                  <a:lnTo>
                    <a:pt x="3007625" y="158619"/>
                  </a:lnTo>
                  <a:lnTo>
                    <a:pt x="2942771" y="188030"/>
                  </a:lnTo>
                  <a:lnTo>
                    <a:pt x="2883086" y="220914"/>
                  </a:lnTo>
                  <a:lnTo>
                    <a:pt x="2827780" y="257771"/>
                  </a:lnTo>
                  <a:lnTo>
                    <a:pt x="2775976" y="299140"/>
                  </a:lnTo>
                  <a:lnTo>
                    <a:pt x="2726792" y="345523"/>
                  </a:lnTo>
                  <a:lnTo>
                    <a:pt x="2679417" y="397272"/>
                  </a:lnTo>
                  <a:lnTo>
                    <a:pt x="2667772" y="411062"/>
                  </a:lnTo>
                  <a:lnTo>
                    <a:pt x="2630365" y="458143"/>
                  </a:lnTo>
                  <a:lnTo>
                    <a:pt x="2593314" y="508871"/>
                  </a:lnTo>
                  <a:lnTo>
                    <a:pt x="2556374" y="563320"/>
                  </a:lnTo>
                  <a:lnTo>
                    <a:pt x="2519355" y="621495"/>
                  </a:lnTo>
                  <a:lnTo>
                    <a:pt x="2482119" y="683328"/>
                  </a:lnTo>
                  <a:lnTo>
                    <a:pt x="2444574" y="748669"/>
                  </a:lnTo>
                  <a:lnTo>
                    <a:pt x="2406666" y="817282"/>
                  </a:lnTo>
                  <a:lnTo>
                    <a:pt x="2368381" y="888845"/>
                  </a:lnTo>
                  <a:lnTo>
                    <a:pt x="2329738" y="962956"/>
                  </a:lnTo>
                  <a:lnTo>
                    <a:pt x="2290786" y="1039132"/>
                  </a:lnTo>
                  <a:lnTo>
                    <a:pt x="2251596" y="1116830"/>
                  </a:lnTo>
                  <a:lnTo>
                    <a:pt x="2212256" y="1195456"/>
                  </a:lnTo>
                  <a:lnTo>
                    <a:pt x="2172867" y="1274385"/>
                  </a:lnTo>
                  <a:lnTo>
                    <a:pt x="2133532" y="1352982"/>
                  </a:lnTo>
                  <a:lnTo>
                    <a:pt x="2094350" y="1430626"/>
                  </a:lnTo>
                  <a:lnTo>
                    <a:pt x="2055410" y="1506722"/>
                  </a:lnTo>
                  <a:lnTo>
                    <a:pt x="2016783" y="1580730"/>
                  </a:lnTo>
                  <a:lnTo>
                    <a:pt x="1978515" y="1652172"/>
                  </a:lnTo>
                  <a:lnTo>
                    <a:pt x="1940623" y="1720647"/>
                  </a:lnTo>
                  <a:lnTo>
                    <a:pt x="1903092" y="1785838"/>
                  </a:lnTo>
                  <a:lnTo>
                    <a:pt x="1865869" y="1847513"/>
                  </a:lnTo>
                  <a:lnTo>
                    <a:pt x="1828857" y="1905525"/>
                  </a:lnTo>
                  <a:lnTo>
                    <a:pt x="1791916" y="1959810"/>
                  </a:lnTo>
                  <a:lnTo>
                    <a:pt x="1754855" y="2010376"/>
                  </a:lnTo>
                  <a:lnTo>
                    <a:pt x="1719082" y="2055311"/>
                  </a:lnTo>
                  <a:lnTo>
                    <a:pt x="1672049" y="2108422"/>
                  </a:lnTo>
                  <a:lnTo>
                    <a:pt x="1623389" y="2156123"/>
                  </a:lnTo>
                  <a:lnTo>
                    <a:pt x="1572321" y="2198701"/>
                  </a:lnTo>
                  <a:lnTo>
                    <a:pt x="1517975" y="2236637"/>
                  </a:lnTo>
                  <a:lnTo>
                    <a:pt x="1459464" y="2270465"/>
                  </a:lnTo>
                  <a:lnTo>
                    <a:pt x="1395968" y="2300700"/>
                  </a:lnTo>
                  <a:lnTo>
                    <a:pt x="1326829" y="2327792"/>
                  </a:lnTo>
                  <a:lnTo>
                    <a:pt x="1251690" y="2352098"/>
                  </a:lnTo>
                  <a:lnTo>
                    <a:pt x="1170664" y="2373877"/>
                  </a:lnTo>
                  <a:lnTo>
                    <a:pt x="1084544" y="2393285"/>
                  </a:lnTo>
                  <a:lnTo>
                    <a:pt x="995005" y="2410380"/>
                  </a:lnTo>
                  <a:lnTo>
                    <a:pt x="904717" y="2425144"/>
                  </a:lnTo>
                  <a:lnTo>
                    <a:pt x="817290" y="2437522"/>
                  </a:lnTo>
                  <a:lnTo>
                    <a:pt x="736926" y="2447473"/>
                  </a:lnTo>
                  <a:lnTo>
                    <a:pt x="667778" y="2455028"/>
                  </a:lnTo>
                  <a:lnTo>
                    <a:pt x="613106" y="2460338"/>
                  </a:lnTo>
                  <a:lnTo>
                    <a:pt x="574499" y="2463692"/>
                  </a:lnTo>
                  <a:lnTo>
                    <a:pt x="551395" y="2465496"/>
                  </a:lnTo>
                  <a:lnTo>
                    <a:pt x="541041" y="2466226"/>
                  </a:lnTo>
                  <a:lnTo>
                    <a:pt x="538736" y="2466373"/>
                  </a:lnTo>
                  <a:lnTo>
                    <a:pt x="0" y="246637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00" name="pl1500"/>
            <p:cNvSpPr/>
            <p:nvPr/>
          </p:nvSpPr>
          <p:spPr>
            <a:xfrm>
              <a:off x="546595" y="2503597"/>
              <a:ext cx="8234974" cy="2466373"/>
            </a:xfrm>
            <a:custGeom>
              <a:avLst/>
              <a:pathLst>
                <a:path w="8234974" h="2466373">
                  <a:moveTo>
                    <a:pt x="0" y="2466373"/>
                  </a:moveTo>
                  <a:lnTo>
                    <a:pt x="538736" y="2466373"/>
                  </a:lnTo>
                  <a:lnTo>
                    <a:pt x="539934" y="2466298"/>
                  </a:lnTo>
                  <a:lnTo>
                    <a:pt x="547763" y="2465760"/>
                  </a:lnTo>
                  <a:lnTo>
                    <a:pt x="567340" y="2464270"/>
                  </a:lnTo>
                  <a:lnTo>
                    <a:pt x="601930" y="2461346"/>
                  </a:lnTo>
                  <a:lnTo>
                    <a:pt x="652654" y="2456557"/>
                  </a:lnTo>
                  <a:lnTo>
                    <a:pt x="718435" y="2449583"/>
                  </a:lnTo>
                  <a:lnTo>
                    <a:pt x="796364" y="2440238"/>
                  </a:lnTo>
                  <a:lnTo>
                    <a:pt x="882430" y="2428465"/>
                  </a:lnTo>
                  <a:lnTo>
                    <a:pt x="972373" y="2414292"/>
                  </a:lnTo>
                  <a:lnTo>
                    <a:pt x="1062389" y="2397776"/>
                  </a:lnTo>
                  <a:lnTo>
                    <a:pt x="1149559" y="2378949"/>
                  </a:lnTo>
                  <a:lnTo>
                    <a:pt x="1231964" y="2357773"/>
                  </a:lnTo>
                  <a:lnTo>
                    <a:pt x="1308609" y="2334118"/>
                  </a:lnTo>
                  <a:lnTo>
                    <a:pt x="1379229" y="2307754"/>
                  </a:lnTo>
                  <a:lnTo>
                    <a:pt x="1444084" y="2278343"/>
                  </a:lnTo>
                  <a:lnTo>
                    <a:pt x="1503769" y="2245459"/>
                  </a:lnTo>
                  <a:lnTo>
                    <a:pt x="1559074" y="2208602"/>
                  </a:lnTo>
                  <a:lnTo>
                    <a:pt x="1610878" y="2167233"/>
                  </a:lnTo>
                  <a:lnTo>
                    <a:pt x="1660062" y="2120850"/>
                  </a:lnTo>
                  <a:lnTo>
                    <a:pt x="1707438" y="2069101"/>
                  </a:lnTo>
                  <a:lnTo>
                    <a:pt x="1719082" y="2055311"/>
                  </a:lnTo>
                  <a:lnTo>
                    <a:pt x="1756490" y="2008230"/>
                  </a:lnTo>
                  <a:lnTo>
                    <a:pt x="1793541" y="1957502"/>
                  </a:lnTo>
                  <a:lnTo>
                    <a:pt x="1830481" y="1903053"/>
                  </a:lnTo>
                  <a:lnTo>
                    <a:pt x="1867500" y="1844878"/>
                  </a:lnTo>
                  <a:lnTo>
                    <a:pt x="1904735" y="1783045"/>
                  </a:lnTo>
                  <a:lnTo>
                    <a:pt x="1942281" y="1717704"/>
                  </a:lnTo>
                  <a:lnTo>
                    <a:pt x="1980189" y="1649091"/>
                  </a:lnTo>
                  <a:lnTo>
                    <a:pt x="2018474" y="1577527"/>
                  </a:lnTo>
                  <a:lnTo>
                    <a:pt x="2057116" y="1503417"/>
                  </a:lnTo>
                  <a:lnTo>
                    <a:pt x="2096068" y="1427241"/>
                  </a:lnTo>
                  <a:lnTo>
                    <a:pt x="2135259" y="1349543"/>
                  </a:lnTo>
                  <a:lnTo>
                    <a:pt x="2174598" y="1270917"/>
                  </a:lnTo>
                  <a:lnTo>
                    <a:pt x="2213987" y="1191988"/>
                  </a:lnTo>
                  <a:lnTo>
                    <a:pt x="2253322" y="1113391"/>
                  </a:lnTo>
                  <a:lnTo>
                    <a:pt x="2292504" y="1035747"/>
                  </a:lnTo>
                  <a:lnTo>
                    <a:pt x="2331444" y="959651"/>
                  </a:lnTo>
                  <a:lnTo>
                    <a:pt x="2370072" y="885643"/>
                  </a:lnTo>
                  <a:lnTo>
                    <a:pt x="2408340" y="814201"/>
                  </a:lnTo>
                  <a:lnTo>
                    <a:pt x="2446231" y="745726"/>
                  </a:lnTo>
                  <a:lnTo>
                    <a:pt x="2483762" y="680535"/>
                  </a:lnTo>
                  <a:lnTo>
                    <a:pt x="2520986" y="618860"/>
                  </a:lnTo>
                  <a:lnTo>
                    <a:pt x="2557998" y="560848"/>
                  </a:lnTo>
                  <a:lnTo>
                    <a:pt x="2594939" y="506563"/>
                  </a:lnTo>
                  <a:lnTo>
                    <a:pt x="2632000" y="455997"/>
                  </a:lnTo>
                  <a:lnTo>
                    <a:pt x="2667772" y="411062"/>
                  </a:lnTo>
                  <a:lnTo>
                    <a:pt x="2714806" y="357951"/>
                  </a:lnTo>
                  <a:lnTo>
                    <a:pt x="2763466" y="310250"/>
                  </a:lnTo>
                  <a:lnTo>
                    <a:pt x="2814534" y="267672"/>
                  </a:lnTo>
                  <a:lnTo>
                    <a:pt x="2868880" y="229736"/>
                  </a:lnTo>
                  <a:lnTo>
                    <a:pt x="2927391" y="195908"/>
                  </a:lnTo>
                  <a:lnTo>
                    <a:pt x="2990887" y="165673"/>
                  </a:lnTo>
                  <a:lnTo>
                    <a:pt x="3060025" y="138581"/>
                  </a:lnTo>
                  <a:lnTo>
                    <a:pt x="3135165" y="114275"/>
                  </a:lnTo>
                  <a:lnTo>
                    <a:pt x="3216191" y="92496"/>
                  </a:lnTo>
                  <a:lnTo>
                    <a:pt x="3302310" y="73088"/>
                  </a:lnTo>
                  <a:lnTo>
                    <a:pt x="3391850" y="55993"/>
                  </a:lnTo>
                  <a:lnTo>
                    <a:pt x="3482137" y="41229"/>
                  </a:lnTo>
                  <a:lnTo>
                    <a:pt x="3569565" y="28851"/>
                  </a:lnTo>
                  <a:lnTo>
                    <a:pt x="3649928" y="18900"/>
                  </a:lnTo>
                  <a:lnTo>
                    <a:pt x="3719077" y="11345"/>
                  </a:lnTo>
                  <a:lnTo>
                    <a:pt x="3773749" y="6035"/>
                  </a:lnTo>
                  <a:lnTo>
                    <a:pt x="3812356" y="2681"/>
                  </a:lnTo>
                  <a:lnTo>
                    <a:pt x="3835459" y="877"/>
                  </a:lnTo>
                  <a:lnTo>
                    <a:pt x="3845813" y="147"/>
                  </a:lnTo>
                  <a:lnTo>
                    <a:pt x="3848099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7"/>
                  </a:lnTo>
                  <a:lnTo>
                    <a:pt x="4396617" y="144"/>
                  </a:lnTo>
                  <a:lnTo>
                    <a:pt x="4417721" y="494"/>
                  </a:lnTo>
                  <a:lnTo>
                    <a:pt x="4454853" y="1180"/>
                  </a:lnTo>
                  <a:lnTo>
                    <a:pt x="4508997" y="2302"/>
                  </a:lnTo>
                  <a:lnTo>
                    <a:pt x="4578708" y="3930"/>
                  </a:lnTo>
                  <a:lnTo>
                    <a:pt x="4660597" y="6104"/>
                  </a:lnTo>
                  <a:lnTo>
                    <a:pt x="4750202" y="8833"/>
                  </a:lnTo>
                  <a:lnTo>
                    <a:pt x="4842956" y="12107"/>
                  </a:lnTo>
                  <a:lnTo>
                    <a:pt x="4934931" y="15913"/>
                  </a:lnTo>
                  <a:lnTo>
                    <a:pt x="5023240" y="20248"/>
                  </a:lnTo>
                  <a:lnTo>
                    <a:pt x="5106110" y="25126"/>
                  </a:lnTo>
                  <a:lnTo>
                    <a:pt x="5182733" y="30585"/>
                  </a:lnTo>
                  <a:lnTo>
                    <a:pt x="5253043" y="36688"/>
                  </a:lnTo>
                  <a:lnTo>
                    <a:pt x="5317476" y="43523"/>
                  </a:lnTo>
                  <a:lnTo>
                    <a:pt x="5376779" y="51196"/>
                  </a:lnTo>
                  <a:lnTo>
                    <a:pt x="5431861" y="59832"/>
                  </a:lnTo>
                  <a:lnTo>
                    <a:pt x="5483686" y="69553"/>
                  </a:lnTo>
                  <a:lnTo>
                    <a:pt x="5533183" y="80467"/>
                  </a:lnTo>
                  <a:lnTo>
                    <a:pt x="5567201" y="88927"/>
                  </a:lnTo>
                  <a:lnTo>
                    <a:pt x="5618300" y="103066"/>
                  </a:lnTo>
                  <a:lnTo>
                    <a:pt x="5668906" y="118697"/>
                  </a:lnTo>
                  <a:lnTo>
                    <a:pt x="5719568" y="135837"/>
                  </a:lnTo>
                  <a:lnTo>
                    <a:pt x="5770653" y="154453"/>
                  </a:lnTo>
                  <a:lnTo>
                    <a:pt x="5822369" y="174447"/>
                  </a:lnTo>
                  <a:lnTo>
                    <a:pt x="5874786" y="195657"/>
                  </a:lnTo>
                  <a:lnTo>
                    <a:pt x="5927855" y="217858"/>
                  </a:lnTo>
                  <a:lnTo>
                    <a:pt x="5981429" y="240770"/>
                  </a:lnTo>
                  <a:lnTo>
                    <a:pt x="6035289" y="264069"/>
                  </a:lnTo>
                  <a:lnTo>
                    <a:pt x="6089180" y="287408"/>
                  </a:lnTo>
                  <a:lnTo>
                    <a:pt x="6142841" y="310439"/>
                  </a:lnTo>
                  <a:lnTo>
                    <a:pt x="6196043" y="332832"/>
                  </a:lnTo>
                  <a:lnTo>
                    <a:pt x="6248620" y="354295"/>
                  </a:lnTo>
                  <a:lnTo>
                    <a:pt x="6300497" y="374588"/>
                  </a:lnTo>
                  <a:lnTo>
                    <a:pt x="6351716" y="393535"/>
                  </a:lnTo>
                  <a:lnTo>
                    <a:pt x="6402449" y="411023"/>
                  </a:lnTo>
                  <a:lnTo>
                    <a:pt x="6453027" y="427004"/>
                  </a:lnTo>
                  <a:lnTo>
                    <a:pt x="6503951" y="441485"/>
                  </a:lnTo>
                  <a:lnTo>
                    <a:pt x="6515891" y="444636"/>
                  </a:lnTo>
                  <a:lnTo>
                    <a:pt x="6564241" y="456426"/>
                  </a:lnTo>
                  <a:lnTo>
                    <a:pt x="6614331" y="466982"/>
                  </a:lnTo>
                  <a:lnTo>
                    <a:pt x="6667012" y="476372"/>
                  </a:lnTo>
                  <a:lnTo>
                    <a:pt x="6723233" y="484712"/>
                  </a:lnTo>
                  <a:lnTo>
                    <a:pt x="6783951" y="492128"/>
                  </a:lnTo>
                  <a:lnTo>
                    <a:pt x="6850042" y="498737"/>
                  </a:lnTo>
                  <a:lnTo>
                    <a:pt x="6922177" y="504644"/>
                  </a:lnTo>
                  <a:lnTo>
                    <a:pt x="7000669" y="509927"/>
                  </a:lnTo>
                  <a:lnTo>
                    <a:pt x="7085257" y="514643"/>
                  </a:lnTo>
                  <a:lnTo>
                    <a:pt x="7174874" y="518822"/>
                  </a:lnTo>
                  <a:lnTo>
                    <a:pt x="7267427" y="522473"/>
                  </a:lnTo>
                  <a:lnTo>
                    <a:pt x="7359704" y="525588"/>
                  </a:lnTo>
                  <a:lnTo>
                    <a:pt x="7447531" y="528154"/>
                  </a:lnTo>
                  <a:lnTo>
                    <a:pt x="7526280" y="530166"/>
                  </a:lnTo>
                  <a:lnTo>
                    <a:pt x="7591702" y="531641"/>
                  </a:lnTo>
                  <a:lnTo>
                    <a:pt x="7640901" y="532626"/>
                  </a:lnTo>
                  <a:lnTo>
                    <a:pt x="7673117" y="533202"/>
                  </a:lnTo>
                  <a:lnTo>
                    <a:pt x="7690061" y="533475"/>
                  </a:lnTo>
                  <a:lnTo>
                    <a:pt x="7695771" y="533558"/>
                  </a:lnTo>
                  <a:lnTo>
                    <a:pt x="7696237" y="533564"/>
                  </a:lnTo>
                  <a:lnTo>
                    <a:pt x="8234974" y="533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1" name="pl1501"/>
            <p:cNvSpPr/>
            <p:nvPr/>
          </p:nvSpPr>
          <p:spPr>
            <a:xfrm>
              <a:off x="546595" y="2498152"/>
              <a:ext cx="8234974" cy="2466373"/>
            </a:xfrm>
            <a:custGeom>
              <a:avLst/>
              <a:pathLst>
                <a:path w="8234974" h="2466373">
                  <a:moveTo>
                    <a:pt x="8234974" y="533564"/>
                  </a:move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1" y="75"/>
                  </a:lnTo>
                  <a:lnTo>
                    <a:pt x="3839091" y="613"/>
                  </a:lnTo>
                  <a:lnTo>
                    <a:pt x="3819515" y="2103"/>
                  </a:lnTo>
                  <a:lnTo>
                    <a:pt x="3784925" y="5027"/>
                  </a:lnTo>
                  <a:lnTo>
                    <a:pt x="3734200" y="9816"/>
                  </a:lnTo>
                  <a:lnTo>
                    <a:pt x="3668419" y="16790"/>
                  </a:lnTo>
                  <a:lnTo>
                    <a:pt x="3590490" y="26135"/>
                  </a:lnTo>
                  <a:lnTo>
                    <a:pt x="3504424" y="37908"/>
                  </a:lnTo>
                  <a:lnTo>
                    <a:pt x="3414482" y="52081"/>
                  </a:lnTo>
                  <a:lnTo>
                    <a:pt x="3324465" y="68597"/>
                  </a:lnTo>
                  <a:lnTo>
                    <a:pt x="3237296" y="87424"/>
                  </a:lnTo>
                  <a:lnTo>
                    <a:pt x="3154891" y="108600"/>
                  </a:lnTo>
                  <a:lnTo>
                    <a:pt x="3078246" y="132254"/>
                  </a:lnTo>
                  <a:lnTo>
                    <a:pt x="3007625" y="158619"/>
                  </a:lnTo>
                  <a:lnTo>
                    <a:pt x="2942771" y="188030"/>
                  </a:lnTo>
                  <a:lnTo>
                    <a:pt x="2883086" y="220914"/>
                  </a:lnTo>
                  <a:lnTo>
                    <a:pt x="2827780" y="257771"/>
                  </a:lnTo>
                  <a:lnTo>
                    <a:pt x="2775976" y="299140"/>
                  </a:lnTo>
                  <a:lnTo>
                    <a:pt x="2726792" y="345523"/>
                  </a:lnTo>
                  <a:lnTo>
                    <a:pt x="2679417" y="397272"/>
                  </a:lnTo>
                  <a:lnTo>
                    <a:pt x="2667772" y="411062"/>
                  </a:lnTo>
                  <a:lnTo>
                    <a:pt x="2630365" y="458143"/>
                  </a:lnTo>
                  <a:lnTo>
                    <a:pt x="2593314" y="508871"/>
                  </a:lnTo>
                  <a:lnTo>
                    <a:pt x="2556374" y="563320"/>
                  </a:lnTo>
                  <a:lnTo>
                    <a:pt x="2519355" y="621495"/>
                  </a:lnTo>
                  <a:lnTo>
                    <a:pt x="2482119" y="683328"/>
                  </a:lnTo>
                  <a:lnTo>
                    <a:pt x="2444574" y="748669"/>
                  </a:lnTo>
                  <a:lnTo>
                    <a:pt x="2406666" y="817282"/>
                  </a:lnTo>
                  <a:lnTo>
                    <a:pt x="2368381" y="888845"/>
                  </a:lnTo>
                  <a:lnTo>
                    <a:pt x="2329738" y="962956"/>
                  </a:lnTo>
                  <a:lnTo>
                    <a:pt x="2290786" y="1039132"/>
                  </a:lnTo>
                  <a:lnTo>
                    <a:pt x="2251596" y="1116830"/>
                  </a:lnTo>
                  <a:lnTo>
                    <a:pt x="2212256" y="1195456"/>
                  </a:lnTo>
                  <a:lnTo>
                    <a:pt x="2172867" y="1274385"/>
                  </a:lnTo>
                  <a:lnTo>
                    <a:pt x="2133532" y="1352982"/>
                  </a:lnTo>
                  <a:lnTo>
                    <a:pt x="2094350" y="1430626"/>
                  </a:lnTo>
                  <a:lnTo>
                    <a:pt x="2055410" y="1506722"/>
                  </a:lnTo>
                  <a:lnTo>
                    <a:pt x="2016783" y="1580730"/>
                  </a:lnTo>
                  <a:lnTo>
                    <a:pt x="1978515" y="1652172"/>
                  </a:lnTo>
                  <a:lnTo>
                    <a:pt x="1940623" y="1720647"/>
                  </a:lnTo>
                  <a:lnTo>
                    <a:pt x="1903092" y="1785838"/>
                  </a:lnTo>
                  <a:lnTo>
                    <a:pt x="1865869" y="1847513"/>
                  </a:lnTo>
                  <a:lnTo>
                    <a:pt x="1828857" y="1905525"/>
                  </a:lnTo>
                  <a:lnTo>
                    <a:pt x="1791916" y="1959810"/>
                  </a:lnTo>
                  <a:lnTo>
                    <a:pt x="1754855" y="2010376"/>
                  </a:lnTo>
                  <a:lnTo>
                    <a:pt x="1719082" y="2055311"/>
                  </a:lnTo>
                  <a:lnTo>
                    <a:pt x="1672049" y="2108422"/>
                  </a:lnTo>
                  <a:lnTo>
                    <a:pt x="1623389" y="2156123"/>
                  </a:lnTo>
                  <a:lnTo>
                    <a:pt x="1572321" y="2198701"/>
                  </a:lnTo>
                  <a:lnTo>
                    <a:pt x="1517975" y="2236637"/>
                  </a:lnTo>
                  <a:lnTo>
                    <a:pt x="1459464" y="2270465"/>
                  </a:lnTo>
                  <a:lnTo>
                    <a:pt x="1395968" y="2300700"/>
                  </a:lnTo>
                  <a:lnTo>
                    <a:pt x="1326829" y="2327792"/>
                  </a:lnTo>
                  <a:lnTo>
                    <a:pt x="1251690" y="2352098"/>
                  </a:lnTo>
                  <a:lnTo>
                    <a:pt x="1170664" y="2373877"/>
                  </a:lnTo>
                  <a:lnTo>
                    <a:pt x="1084544" y="2393285"/>
                  </a:lnTo>
                  <a:lnTo>
                    <a:pt x="995005" y="2410380"/>
                  </a:lnTo>
                  <a:lnTo>
                    <a:pt x="904717" y="2425144"/>
                  </a:lnTo>
                  <a:lnTo>
                    <a:pt x="817290" y="2437522"/>
                  </a:lnTo>
                  <a:lnTo>
                    <a:pt x="736926" y="2447473"/>
                  </a:lnTo>
                  <a:lnTo>
                    <a:pt x="667778" y="2455028"/>
                  </a:lnTo>
                  <a:lnTo>
                    <a:pt x="613106" y="2460338"/>
                  </a:lnTo>
                  <a:lnTo>
                    <a:pt x="574499" y="2463692"/>
                  </a:lnTo>
                  <a:lnTo>
                    <a:pt x="551395" y="2465496"/>
                  </a:lnTo>
                  <a:lnTo>
                    <a:pt x="541041" y="2466226"/>
                  </a:lnTo>
                  <a:lnTo>
                    <a:pt x="538756" y="2466372"/>
                  </a:lnTo>
                  <a:lnTo>
                    <a:pt x="538736" y="2466373"/>
                  </a:lnTo>
                  <a:lnTo>
                    <a:pt x="0" y="2466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2" name="pg1502"/>
            <p:cNvSpPr/>
            <p:nvPr/>
          </p:nvSpPr>
          <p:spPr>
            <a:xfrm>
              <a:off x="546595" y="1948254"/>
              <a:ext cx="8234974" cy="2978160"/>
            </a:xfrm>
            <a:custGeom>
              <a:avLst/>
              <a:pathLst>
                <a:path w="8234974" h="2978160">
                  <a:moveTo>
                    <a:pt x="0" y="2978160"/>
                  </a:moveTo>
                  <a:lnTo>
                    <a:pt x="538736" y="2978160"/>
                  </a:lnTo>
                  <a:lnTo>
                    <a:pt x="539893" y="2978072"/>
                  </a:lnTo>
                  <a:lnTo>
                    <a:pt x="547458" y="2977446"/>
                  </a:lnTo>
                  <a:lnTo>
                    <a:pt x="566397" y="2975715"/>
                  </a:lnTo>
                  <a:lnTo>
                    <a:pt x="599921" y="2972315"/>
                  </a:lnTo>
                  <a:lnTo>
                    <a:pt x="649200" y="2966742"/>
                  </a:lnTo>
                  <a:lnTo>
                    <a:pt x="713301" y="2958614"/>
                  </a:lnTo>
                  <a:lnTo>
                    <a:pt x="789514" y="2947707"/>
                  </a:lnTo>
                  <a:lnTo>
                    <a:pt x="874018" y="2933943"/>
                  </a:lnTo>
                  <a:lnTo>
                    <a:pt x="962691" y="2917348"/>
                  </a:lnTo>
                  <a:lnTo>
                    <a:pt x="1051796" y="2897990"/>
                  </a:lnTo>
                  <a:lnTo>
                    <a:pt x="1138406" y="2875911"/>
                  </a:lnTo>
                  <a:lnTo>
                    <a:pt x="1220553" y="2851080"/>
                  </a:lnTo>
                  <a:lnTo>
                    <a:pt x="1297165" y="2823361"/>
                  </a:lnTo>
                  <a:lnTo>
                    <a:pt x="1367895" y="2792503"/>
                  </a:lnTo>
                  <a:lnTo>
                    <a:pt x="1432925" y="2758135"/>
                  </a:lnTo>
                  <a:lnTo>
                    <a:pt x="1492786" y="2719776"/>
                  </a:lnTo>
                  <a:lnTo>
                    <a:pt x="1548215" y="2676858"/>
                  </a:lnTo>
                  <a:lnTo>
                    <a:pt x="1600049" y="2628759"/>
                  </a:lnTo>
                  <a:lnTo>
                    <a:pt x="1649145" y="2574876"/>
                  </a:lnTo>
                  <a:lnTo>
                    <a:pt x="1696306" y="2514745"/>
                  </a:lnTo>
                  <a:lnTo>
                    <a:pt x="1719082" y="2482707"/>
                  </a:lnTo>
                  <a:lnTo>
                    <a:pt x="1753867" y="2430104"/>
                  </a:lnTo>
                  <a:lnTo>
                    <a:pt x="1788328" y="2373709"/>
                  </a:lnTo>
                  <a:lnTo>
                    <a:pt x="1822667" y="2313446"/>
                  </a:lnTo>
                  <a:lnTo>
                    <a:pt x="1857044" y="2249297"/>
                  </a:lnTo>
                  <a:lnTo>
                    <a:pt x="1891579" y="2181309"/>
                  </a:lnTo>
                  <a:lnTo>
                    <a:pt x="1926358" y="2109602"/>
                  </a:lnTo>
                  <a:lnTo>
                    <a:pt x="1961435" y="2034373"/>
                  </a:lnTo>
                  <a:lnTo>
                    <a:pt x="1996836" y="1955893"/>
                  </a:lnTo>
                  <a:lnTo>
                    <a:pt x="2032559" y="1874512"/>
                  </a:lnTo>
                  <a:lnTo>
                    <a:pt x="2068579" y="1790653"/>
                  </a:lnTo>
                  <a:lnTo>
                    <a:pt x="2104850" y="1704803"/>
                  </a:lnTo>
                  <a:lnTo>
                    <a:pt x="2141311" y="1617503"/>
                  </a:lnTo>
                  <a:lnTo>
                    <a:pt x="2177888" y="1529335"/>
                  </a:lnTo>
                  <a:lnTo>
                    <a:pt x="2214501" y="1440906"/>
                  </a:lnTo>
                  <a:lnTo>
                    <a:pt x="2251066" y="1352831"/>
                  </a:lnTo>
                  <a:lnTo>
                    <a:pt x="2287502" y="1265714"/>
                  </a:lnTo>
                  <a:lnTo>
                    <a:pt x="2323739" y="1180131"/>
                  </a:lnTo>
                  <a:lnTo>
                    <a:pt x="2359717" y="1096617"/>
                  </a:lnTo>
                  <a:lnTo>
                    <a:pt x="2395392" y="1015650"/>
                  </a:lnTo>
                  <a:lnTo>
                    <a:pt x="2430743" y="937641"/>
                  </a:lnTo>
                  <a:lnTo>
                    <a:pt x="2465773" y="862928"/>
                  </a:lnTo>
                  <a:lnTo>
                    <a:pt x="2500511" y="791773"/>
                  </a:lnTo>
                  <a:lnTo>
                    <a:pt x="2535016" y="724360"/>
                  </a:lnTo>
                  <a:lnTo>
                    <a:pt x="2569378" y="660797"/>
                  </a:lnTo>
                  <a:lnTo>
                    <a:pt x="2603724" y="601121"/>
                  </a:lnTo>
                  <a:lnTo>
                    <a:pt x="2638220" y="545306"/>
                  </a:lnTo>
                  <a:lnTo>
                    <a:pt x="2667772" y="500897"/>
                  </a:lnTo>
                  <a:lnTo>
                    <a:pt x="2714239" y="437604"/>
                  </a:lnTo>
                  <a:lnTo>
                    <a:pt x="2762285" y="380681"/>
                  </a:lnTo>
                  <a:lnTo>
                    <a:pt x="2812662" y="329798"/>
                  </a:lnTo>
                  <a:lnTo>
                    <a:pt x="2866210" y="284401"/>
                  </a:lnTo>
                  <a:lnTo>
                    <a:pt x="2923783" y="243868"/>
                  </a:lnTo>
                  <a:lnTo>
                    <a:pt x="2986180" y="207596"/>
                  </a:lnTo>
                  <a:lnTo>
                    <a:pt x="3054049" y="175059"/>
                  </a:lnTo>
                  <a:lnTo>
                    <a:pt x="3127763" y="145830"/>
                  </a:lnTo>
                  <a:lnTo>
                    <a:pt x="3207263" y="119598"/>
                  </a:lnTo>
                  <a:lnTo>
                    <a:pt x="3291858" y="96170"/>
                  </a:lnTo>
                  <a:lnTo>
                    <a:pt x="3380038" y="75468"/>
                  </a:lnTo>
                  <a:lnTo>
                    <a:pt x="3469347" y="57501"/>
                  </a:lnTo>
                  <a:lnTo>
                    <a:pt x="3556413" y="42333"/>
                  </a:lnTo>
                  <a:lnTo>
                    <a:pt x="3637233" y="30017"/>
                  </a:lnTo>
                  <a:lnTo>
                    <a:pt x="3707738" y="20536"/>
                  </a:lnTo>
                  <a:lnTo>
                    <a:pt x="3764572" y="13741"/>
                  </a:lnTo>
                  <a:lnTo>
                    <a:pt x="3805858" y="9325"/>
                  </a:lnTo>
                  <a:lnTo>
                    <a:pt x="3831715" y="6838"/>
                  </a:lnTo>
                  <a:lnTo>
                    <a:pt x="3844376" y="5739"/>
                  </a:lnTo>
                  <a:lnTo>
                    <a:pt x="3847975" y="545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1" y="5509"/>
                  </a:lnTo>
                  <a:lnTo>
                    <a:pt x="4396088" y="5976"/>
                  </a:lnTo>
                  <a:lnTo>
                    <a:pt x="4416093" y="7265"/>
                  </a:lnTo>
                  <a:lnTo>
                    <a:pt x="4451398" y="9796"/>
                  </a:lnTo>
                  <a:lnTo>
                    <a:pt x="4503089" y="13939"/>
                  </a:lnTo>
                  <a:lnTo>
                    <a:pt x="4569987" y="19967"/>
                  </a:lnTo>
                  <a:lnTo>
                    <a:pt x="4649048" y="28035"/>
                  </a:lnTo>
                  <a:lnTo>
                    <a:pt x="4736136" y="38189"/>
                  </a:lnTo>
                  <a:lnTo>
                    <a:pt x="4826900" y="50402"/>
                  </a:lnTo>
                  <a:lnTo>
                    <a:pt x="4917497" y="64622"/>
                  </a:lnTo>
                  <a:lnTo>
                    <a:pt x="5005014" y="80829"/>
                  </a:lnTo>
                  <a:lnTo>
                    <a:pt x="5087570" y="99058"/>
                  </a:lnTo>
                  <a:lnTo>
                    <a:pt x="5164223" y="119432"/>
                  </a:lnTo>
                  <a:lnTo>
                    <a:pt x="5234762" y="142159"/>
                  </a:lnTo>
                  <a:lnTo>
                    <a:pt x="5299498" y="167538"/>
                  </a:lnTo>
                  <a:lnTo>
                    <a:pt x="5359069" y="195948"/>
                  </a:lnTo>
                  <a:lnTo>
                    <a:pt x="5414302" y="227828"/>
                  </a:lnTo>
                  <a:lnTo>
                    <a:pt x="5466098" y="263644"/>
                  </a:lnTo>
                  <a:lnTo>
                    <a:pt x="5515356" y="303819"/>
                  </a:lnTo>
                  <a:lnTo>
                    <a:pt x="5562889" y="348628"/>
                  </a:lnTo>
                  <a:lnTo>
                    <a:pt x="5567201" y="352987"/>
                  </a:lnTo>
                  <a:lnTo>
                    <a:pt x="5606914" y="395362"/>
                  </a:lnTo>
                  <a:lnTo>
                    <a:pt x="5646244" y="441222"/>
                  </a:lnTo>
                  <a:lnTo>
                    <a:pt x="5685478" y="490632"/>
                  </a:lnTo>
                  <a:lnTo>
                    <a:pt x="5724833" y="543590"/>
                  </a:lnTo>
                  <a:lnTo>
                    <a:pt x="5764463" y="600006"/>
                  </a:lnTo>
                  <a:lnTo>
                    <a:pt x="5804465" y="659705"/>
                  </a:lnTo>
                  <a:lnTo>
                    <a:pt x="5844886" y="722420"/>
                  </a:lnTo>
                  <a:lnTo>
                    <a:pt x="5885727" y="787790"/>
                  </a:lnTo>
                  <a:lnTo>
                    <a:pt x="5926947" y="855368"/>
                  </a:lnTo>
                  <a:lnTo>
                    <a:pt x="5968475" y="924633"/>
                  </a:lnTo>
                  <a:lnTo>
                    <a:pt x="6010211" y="995002"/>
                  </a:lnTo>
                  <a:lnTo>
                    <a:pt x="6052039" y="1065851"/>
                  </a:lnTo>
                  <a:lnTo>
                    <a:pt x="6093835" y="1136539"/>
                  </a:lnTo>
                  <a:lnTo>
                    <a:pt x="6135480" y="1206430"/>
                  </a:lnTo>
                  <a:lnTo>
                    <a:pt x="6176865" y="1274919"/>
                  </a:lnTo>
                  <a:lnTo>
                    <a:pt x="6217902" y="1341450"/>
                  </a:lnTo>
                  <a:lnTo>
                    <a:pt x="6258535" y="1405539"/>
                  </a:lnTo>
                  <a:lnTo>
                    <a:pt x="6298743" y="1466780"/>
                  </a:lnTo>
                  <a:lnTo>
                    <a:pt x="6338549" y="1524861"/>
                  </a:lnTo>
                  <a:lnTo>
                    <a:pt x="6378026" y="1579558"/>
                  </a:lnTo>
                  <a:lnTo>
                    <a:pt x="6417297" y="1630742"/>
                  </a:lnTo>
                  <a:lnTo>
                    <a:pt x="6456548" y="1678367"/>
                  </a:lnTo>
                  <a:lnTo>
                    <a:pt x="6496029" y="1722466"/>
                  </a:lnTo>
                  <a:lnTo>
                    <a:pt x="6515891" y="1743158"/>
                  </a:lnTo>
                  <a:lnTo>
                    <a:pt x="6563300" y="1788397"/>
                  </a:lnTo>
                  <a:lnTo>
                    <a:pt x="6612367" y="1828990"/>
                  </a:lnTo>
                  <a:lnTo>
                    <a:pt x="6663893" y="1865191"/>
                  </a:lnTo>
                  <a:lnTo>
                    <a:pt x="6718771" y="1897414"/>
                  </a:lnTo>
                  <a:lnTo>
                    <a:pt x="6777907" y="1926125"/>
                  </a:lnTo>
                  <a:lnTo>
                    <a:pt x="6842137" y="1951766"/>
                  </a:lnTo>
                  <a:lnTo>
                    <a:pt x="6912123" y="1974723"/>
                  </a:lnTo>
                  <a:lnTo>
                    <a:pt x="6988212" y="1995303"/>
                  </a:lnTo>
                  <a:lnTo>
                    <a:pt x="7070251" y="2013724"/>
                  </a:lnTo>
                  <a:lnTo>
                    <a:pt x="7157375" y="2030113"/>
                  </a:lnTo>
                  <a:lnTo>
                    <a:pt x="7247795" y="2044517"/>
                  </a:lnTo>
                  <a:lnTo>
                    <a:pt x="7338691" y="2056916"/>
                  </a:lnTo>
                  <a:lnTo>
                    <a:pt x="7426296" y="2067262"/>
                  </a:lnTo>
                  <a:lnTo>
                    <a:pt x="7506279" y="2075522"/>
                  </a:lnTo>
                  <a:lnTo>
                    <a:pt x="7574446" y="2081733"/>
                  </a:lnTo>
                  <a:lnTo>
                    <a:pt x="7627619" y="2086039"/>
                  </a:lnTo>
                  <a:lnTo>
                    <a:pt x="7664422" y="2088705"/>
                  </a:lnTo>
                  <a:lnTo>
                    <a:pt x="7685729" y="2090091"/>
                  </a:lnTo>
                  <a:lnTo>
                    <a:pt x="7694650" y="2090615"/>
                  </a:lnTo>
                  <a:lnTo>
                    <a:pt x="7696237" y="2090701"/>
                  </a:lnTo>
                  <a:lnTo>
                    <a:pt x="8234974" y="2090701"/>
                  </a:lnTo>
                  <a:lnTo>
                    <a:pt x="8234974" y="2085256"/>
                  </a:ln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2" y="87"/>
                  </a:lnTo>
                  <a:lnTo>
                    <a:pt x="3839397" y="713"/>
                  </a:lnTo>
                  <a:lnTo>
                    <a:pt x="3820457" y="2444"/>
                  </a:lnTo>
                  <a:lnTo>
                    <a:pt x="3786934" y="5844"/>
                  </a:lnTo>
                  <a:lnTo>
                    <a:pt x="3737655" y="11417"/>
                  </a:lnTo>
                  <a:lnTo>
                    <a:pt x="3673553" y="19545"/>
                  </a:lnTo>
                  <a:lnTo>
                    <a:pt x="3597341" y="30452"/>
                  </a:lnTo>
                  <a:lnTo>
                    <a:pt x="3512837" y="44217"/>
                  </a:lnTo>
                  <a:lnTo>
                    <a:pt x="3424164" y="60811"/>
                  </a:lnTo>
                  <a:lnTo>
                    <a:pt x="3335059" y="80169"/>
                  </a:lnTo>
                  <a:lnTo>
                    <a:pt x="3248449" y="102248"/>
                  </a:lnTo>
                  <a:lnTo>
                    <a:pt x="3166302" y="127079"/>
                  </a:lnTo>
                  <a:lnTo>
                    <a:pt x="3089690" y="154798"/>
                  </a:lnTo>
                  <a:lnTo>
                    <a:pt x="3018960" y="185656"/>
                  </a:lnTo>
                  <a:lnTo>
                    <a:pt x="2953930" y="220024"/>
                  </a:lnTo>
                  <a:lnTo>
                    <a:pt x="2894069" y="258383"/>
                  </a:lnTo>
                  <a:lnTo>
                    <a:pt x="2838640" y="301301"/>
                  </a:lnTo>
                  <a:lnTo>
                    <a:pt x="2786805" y="349401"/>
                  </a:lnTo>
                  <a:lnTo>
                    <a:pt x="2737710" y="403283"/>
                  </a:lnTo>
                  <a:lnTo>
                    <a:pt x="2690549" y="463414"/>
                  </a:lnTo>
                  <a:lnTo>
                    <a:pt x="2667772" y="495452"/>
                  </a:lnTo>
                  <a:lnTo>
                    <a:pt x="2632987" y="548056"/>
                  </a:lnTo>
                  <a:lnTo>
                    <a:pt x="2598526" y="604450"/>
                  </a:lnTo>
                  <a:lnTo>
                    <a:pt x="2564187" y="664713"/>
                  </a:lnTo>
                  <a:lnTo>
                    <a:pt x="2529811" y="728863"/>
                  </a:lnTo>
                  <a:lnTo>
                    <a:pt x="2495276" y="796850"/>
                  </a:lnTo>
                  <a:lnTo>
                    <a:pt x="2460497" y="868557"/>
                  </a:lnTo>
                  <a:lnTo>
                    <a:pt x="2425419" y="943787"/>
                  </a:lnTo>
                  <a:lnTo>
                    <a:pt x="2390019" y="1022267"/>
                  </a:lnTo>
                  <a:lnTo>
                    <a:pt x="2354296" y="1103647"/>
                  </a:lnTo>
                  <a:lnTo>
                    <a:pt x="2318276" y="1187506"/>
                  </a:lnTo>
                  <a:lnTo>
                    <a:pt x="2282005" y="1273356"/>
                  </a:lnTo>
                  <a:lnTo>
                    <a:pt x="2245544" y="1360656"/>
                  </a:lnTo>
                  <a:lnTo>
                    <a:pt x="2208966" y="1448824"/>
                  </a:lnTo>
                  <a:lnTo>
                    <a:pt x="2172354" y="1537253"/>
                  </a:lnTo>
                  <a:lnTo>
                    <a:pt x="2135789" y="1625328"/>
                  </a:lnTo>
                  <a:lnTo>
                    <a:pt x="2099352" y="1712445"/>
                  </a:lnTo>
                  <a:lnTo>
                    <a:pt x="2063115" y="1798028"/>
                  </a:lnTo>
                  <a:lnTo>
                    <a:pt x="2027138" y="1881542"/>
                  </a:lnTo>
                  <a:lnTo>
                    <a:pt x="1991463" y="1962509"/>
                  </a:lnTo>
                  <a:lnTo>
                    <a:pt x="1956111" y="2040518"/>
                  </a:lnTo>
                  <a:lnTo>
                    <a:pt x="1921081" y="2115231"/>
                  </a:lnTo>
                  <a:lnTo>
                    <a:pt x="1886343" y="2186386"/>
                  </a:lnTo>
                  <a:lnTo>
                    <a:pt x="1851839" y="2253799"/>
                  </a:lnTo>
                  <a:lnTo>
                    <a:pt x="1817477" y="2317362"/>
                  </a:lnTo>
                  <a:lnTo>
                    <a:pt x="1783130" y="2377038"/>
                  </a:lnTo>
                  <a:lnTo>
                    <a:pt x="1748635" y="2432853"/>
                  </a:lnTo>
                  <a:lnTo>
                    <a:pt x="1719082" y="2477263"/>
                  </a:lnTo>
                  <a:lnTo>
                    <a:pt x="1672616" y="2540555"/>
                  </a:lnTo>
                  <a:lnTo>
                    <a:pt x="1624570" y="2597478"/>
                  </a:lnTo>
                  <a:lnTo>
                    <a:pt x="1574192" y="2648361"/>
                  </a:lnTo>
                  <a:lnTo>
                    <a:pt x="1520645" y="2693758"/>
                  </a:lnTo>
                  <a:lnTo>
                    <a:pt x="1463071" y="2734292"/>
                  </a:lnTo>
                  <a:lnTo>
                    <a:pt x="1400674" y="2770563"/>
                  </a:lnTo>
                  <a:lnTo>
                    <a:pt x="1332806" y="2803100"/>
                  </a:lnTo>
                  <a:lnTo>
                    <a:pt x="1259091" y="2832329"/>
                  </a:lnTo>
                  <a:lnTo>
                    <a:pt x="1179592" y="2858562"/>
                  </a:lnTo>
                  <a:lnTo>
                    <a:pt x="1094997" y="2881989"/>
                  </a:lnTo>
                  <a:lnTo>
                    <a:pt x="1006817" y="2902691"/>
                  </a:lnTo>
                  <a:lnTo>
                    <a:pt x="917508" y="2920658"/>
                  </a:lnTo>
                  <a:lnTo>
                    <a:pt x="830441" y="2935826"/>
                  </a:lnTo>
                  <a:lnTo>
                    <a:pt x="749622" y="2948142"/>
                  </a:lnTo>
                  <a:lnTo>
                    <a:pt x="679117" y="2957623"/>
                  </a:lnTo>
                  <a:lnTo>
                    <a:pt x="622283" y="2964419"/>
                  </a:lnTo>
                  <a:lnTo>
                    <a:pt x="580996" y="2968835"/>
                  </a:lnTo>
                  <a:lnTo>
                    <a:pt x="555139" y="2971321"/>
                  </a:lnTo>
                  <a:lnTo>
                    <a:pt x="542479" y="2972421"/>
                  </a:lnTo>
                  <a:lnTo>
                    <a:pt x="538879" y="2972705"/>
                  </a:lnTo>
                  <a:lnTo>
                    <a:pt x="538736" y="2972715"/>
                  </a:lnTo>
                  <a:lnTo>
                    <a:pt x="0" y="2972715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03" name="pl1503"/>
            <p:cNvSpPr/>
            <p:nvPr/>
          </p:nvSpPr>
          <p:spPr>
            <a:xfrm>
              <a:off x="546595" y="1953699"/>
              <a:ext cx="8234974" cy="2972715"/>
            </a:xfrm>
            <a:custGeom>
              <a:avLst/>
              <a:pathLst>
                <a:path w="8234974" h="2972715">
                  <a:moveTo>
                    <a:pt x="0" y="2972715"/>
                  </a:moveTo>
                  <a:lnTo>
                    <a:pt x="538736" y="2972715"/>
                  </a:lnTo>
                  <a:lnTo>
                    <a:pt x="539893" y="2972627"/>
                  </a:lnTo>
                  <a:lnTo>
                    <a:pt x="547458" y="2972002"/>
                  </a:lnTo>
                  <a:lnTo>
                    <a:pt x="566397" y="2970271"/>
                  </a:lnTo>
                  <a:lnTo>
                    <a:pt x="599921" y="2966870"/>
                  </a:lnTo>
                  <a:lnTo>
                    <a:pt x="649200" y="2961297"/>
                  </a:lnTo>
                  <a:lnTo>
                    <a:pt x="713301" y="2953170"/>
                  </a:lnTo>
                  <a:lnTo>
                    <a:pt x="789514" y="2942262"/>
                  </a:lnTo>
                  <a:lnTo>
                    <a:pt x="874018" y="2928498"/>
                  </a:lnTo>
                  <a:lnTo>
                    <a:pt x="962691" y="2911904"/>
                  </a:lnTo>
                  <a:lnTo>
                    <a:pt x="1051796" y="2892546"/>
                  </a:lnTo>
                  <a:lnTo>
                    <a:pt x="1138406" y="2870467"/>
                  </a:lnTo>
                  <a:lnTo>
                    <a:pt x="1220553" y="2845636"/>
                  </a:lnTo>
                  <a:lnTo>
                    <a:pt x="1297165" y="2817917"/>
                  </a:lnTo>
                  <a:lnTo>
                    <a:pt x="1367895" y="2787059"/>
                  </a:lnTo>
                  <a:lnTo>
                    <a:pt x="1432925" y="2752690"/>
                  </a:lnTo>
                  <a:lnTo>
                    <a:pt x="1492786" y="2714332"/>
                  </a:lnTo>
                  <a:lnTo>
                    <a:pt x="1548215" y="2671413"/>
                  </a:lnTo>
                  <a:lnTo>
                    <a:pt x="1600049" y="2623314"/>
                  </a:lnTo>
                  <a:lnTo>
                    <a:pt x="1649145" y="2569432"/>
                  </a:lnTo>
                  <a:lnTo>
                    <a:pt x="1696306" y="2509301"/>
                  </a:lnTo>
                  <a:lnTo>
                    <a:pt x="1719082" y="2477263"/>
                  </a:lnTo>
                  <a:lnTo>
                    <a:pt x="1753867" y="2424659"/>
                  </a:lnTo>
                  <a:lnTo>
                    <a:pt x="1788328" y="2368265"/>
                  </a:lnTo>
                  <a:lnTo>
                    <a:pt x="1822667" y="2308001"/>
                  </a:lnTo>
                  <a:lnTo>
                    <a:pt x="1857044" y="2243852"/>
                  </a:lnTo>
                  <a:lnTo>
                    <a:pt x="1891579" y="2175864"/>
                  </a:lnTo>
                  <a:lnTo>
                    <a:pt x="1926358" y="2104158"/>
                  </a:lnTo>
                  <a:lnTo>
                    <a:pt x="1961435" y="2028928"/>
                  </a:lnTo>
                  <a:lnTo>
                    <a:pt x="1996836" y="1950448"/>
                  </a:lnTo>
                  <a:lnTo>
                    <a:pt x="2032559" y="1869068"/>
                  </a:lnTo>
                  <a:lnTo>
                    <a:pt x="2068579" y="1785209"/>
                  </a:lnTo>
                  <a:lnTo>
                    <a:pt x="2104850" y="1699358"/>
                  </a:lnTo>
                  <a:lnTo>
                    <a:pt x="2141311" y="1612058"/>
                  </a:lnTo>
                  <a:lnTo>
                    <a:pt x="2177888" y="1523891"/>
                  </a:lnTo>
                  <a:lnTo>
                    <a:pt x="2214501" y="1435462"/>
                  </a:lnTo>
                  <a:lnTo>
                    <a:pt x="2251066" y="1347387"/>
                  </a:lnTo>
                  <a:lnTo>
                    <a:pt x="2287502" y="1260269"/>
                  </a:lnTo>
                  <a:lnTo>
                    <a:pt x="2323739" y="1174687"/>
                  </a:lnTo>
                  <a:lnTo>
                    <a:pt x="2359717" y="1091173"/>
                  </a:lnTo>
                  <a:lnTo>
                    <a:pt x="2395392" y="1010205"/>
                  </a:lnTo>
                  <a:lnTo>
                    <a:pt x="2430743" y="932196"/>
                  </a:lnTo>
                  <a:lnTo>
                    <a:pt x="2465773" y="857484"/>
                  </a:lnTo>
                  <a:lnTo>
                    <a:pt x="2500511" y="786329"/>
                  </a:lnTo>
                  <a:lnTo>
                    <a:pt x="2535016" y="718915"/>
                  </a:lnTo>
                  <a:lnTo>
                    <a:pt x="2569378" y="655352"/>
                  </a:lnTo>
                  <a:lnTo>
                    <a:pt x="2603724" y="595677"/>
                  </a:lnTo>
                  <a:lnTo>
                    <a:pt x="2638220" y="539862"/>
                  </a:lnTo>
                  <a:lnTo>
                    <a:pt x="2667772" y="495452"/>
                  </a:lnTo>
                  <a:lnTo>
                    <a:pt x="2714239" y="432160"/>
                  </a:lnTo>
                  <a:lnTo>
                    <a:pt x="2762285" y="375236"/>
                  </a:lnTo>
                  <a:lnTo>
                    <a:pt x="2812662" y="324353"/>
                  </a:lnTo>
                  <a:lnTo>
                    <a:pt x="2866210" y="278957"/>
                  </a:lnTo>
                  <a:lnTo>
                    <a:pt x="2923783" y="238423"/>
                  </a:lnTo>
                  <a:lnTo>
                    <a:pt x="2986180" y="202152"/>
                  </a:lnTo>
                  <a:lnTo>
                    <a:pt x="3054049" y="169614"/>
                  </a:lnTo>
                  <a:lnTo>
                    <a:pt x="3127763" y="140385"/>
                  </a:lnTo>
                  <a:lnTo>
                    <a:pt x="3207263" y="114153"/>
                  </a:lnTo>
                  <a:lnTo>
                    <a:pt x="3291858" y="90726"/>
                  </a:lnTo>
                  <a:lnTo>
                    <a:pt x="3380038" y="70023"/>
                  </a:lnTo>
                  <a:lnTo>
                    <a:pt x="3469347" y="52057"/>
                  </a:lnTo>
                  <a:lnTo>
                    <a:pt x="3556413" y="36888"/>
                  </a:lnTo>
                  <a:lnTo>
                    <a:pt x="3637233" y="24573"/>
                  </a:lnTo>
                  <a:lnTo>
                    <a:pt x="3707738" y="15091"/>
                  </a:lnTo>
                  <a:lnTo>
                    <a:pt x="3764572" y="8296"/>
                  </a:lnTo>
                  <a:lnTo>
                    <a:pt x="3805858" y="3880"/>
                  </a:lnTo>
                  <a:lnTo>
                    <a:pt x="3831715" y="1394"/>
                  </a:lnTo>
                  <a:lnTo>
                    <a:pt x="3844376" y="294"/>
                  </a:lnTo>
                  <a:lnTo>
                    <a:pt x="3847975" y="1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1" y="65"/>
                  </a:lnTo>
                  <a:lnTo>
                    <a:pt x="4396088" y="531"/>
                  </a:lnTo>
                  <a:lnTo>
                    <a:pt x="4416093" y="1820"/>
                  </a:lnTo>
                  <a:lnTo>
                    <a:pt x="4451398" y="4352"/>
                  </a:lnTo>
                  <a:lnTo>
                    <a:pt x="4503089" y="8494"/>
                  </a:lnTo>
                  <a:lnTo>
                    <a:pt x="4569987" y="14522"/>
                  </a:lnTo>
                  <a:lnTo>
                    <a:pt x="4649048" y="22591"/>
                  </a:lnTo>
                  <a:lnTo>
                    <a:pt x="4736136" y="32745"/>
                  </a:lnTo>
                  <a:lnTo>
                    <a:pt x="4826900" y="44957"/>
                  </a:lnTo>
                  <a:lnTo>
                    <a:pt x="4917497" y="59178"/>
                  </a:lnTo>
                  <a:lnTo>
                    <a:pt x="5005014" y="75384"/>
                  </a:lnTo>
                  <a:lnTo>
                    <a:pt x="5087570" y="93614"/>
                  </a:lnTo>
                  <a:lnTo>
                    <a:pt x="5164223" y="113987"/>
                  </a:lnTo>
                  <a:lnTo>
                    <a:pt x="5234762" y="136714"/>
                  </a:lnTo>
                  <a:lnTo>
                    <a:pt x="5299498" y="162093"/>
                  </a:lnTo>
                  <a:lnTo>
                    <a:pt x="5359069" y="190503"/>
                  </a:lnTo>
                  <a:lnTo>
                    <a:pt x="5414302" y="222384"/>
                  </a:lnTo>
                  <a:lnTo>
                    <a:pt x="5466098" y="258199"/>
                  </a:lnTo>
                  <a:lnTo>
                    <a:pt x="5515356" y="298375"/>
                  </a:lnTo>
                  <a:lnTo>
                    <a:pt x="5562889" y="343183"/>
                  </a:lnTo>
                  <a:lnTo>
                    <a:pt x="5567201" y="347542"/>
                  </a:lnTo>
                  <a:lnTo>
                    <a:pt x="5606914" y="389918"/>
                  </a:lnTo>
                  <a:lnTo>
                    <a:pt x="5646244" y="435777"/>
                  </a:lnTo>
                  <a:lnTo>
                    <a:pt x="5685478" y="485188"/>
                  </a:lnTo>
                  <a:lnTo>
                    <a:pt x="5724833" y="538145"/>
                  </a:lnTo>
                  <a:lnTo>
                    <a:pt x="5764463" y="594561"/>
                  </a:lnTo>
                  <a:lnTo>
                    <a:pt x="5804465" y="654261"/>
                  </a:lnTo>
                  <a:lnTo>
                    <a:pt x="5844886" y="716975"/>
                  </a:lnTo>
                  <a:lnTo>
                    <a:pt x="5885727" y="782345"/>
                  </a:lnTo>
                  <a:lnTo>
                    <a:pt x="5926947" y="849924"/>
                  </a:lnTo>
                  <a:lnTo>
                    <a:pt x="5968475" y="919189"/>
                  </a:lnTo>
                  <a:lnTo>
                    <a:pt x="6010211" y="989558"/>
                  </a:lnTo>
                  <a:lnTo>
                    <a:pt x="6052039" y="1060407"/>
                  </a:lnTo>
                  <a:lnTo>
                    <a:pt x="6093835" y="1131094"/>
                  </a:lnTo>
                  <a:lnTo>
                    <a:pt x="6135480" y="1200985"/>
                  </a:lnTo>
                  <a:lnTo>
                    <a:pt x="6176865" y="1269474"/>
                  </a:lnTo>
                  <a:lnTo>
                    <a:pt x="6217902" y="1336006"/>
                  </a:lnTo>
                  <a:lnTo>
                    <a:pt x="6258535" y="1400094"/>
                  </a:lnTo>
                  <a:lnTo>
                    <a:pt x="6298743" y="1461336"/>
                  </a:lnTo>
                  <a:lnTo>
                    <a:pt x="6338549" y="1519416"/>
                  </a:lnTo>
                  <a:lnTo>
                    <a:pt x="6378026" y="1574114"/>
                  </a:lnTo>
                  <a:lnTo>
                    <a:pt x="6417297" y="1625297"/>
                  </a:lnTo>
                  <a:lnTo>
                    <a:pt x="6456548" y="1672923"/>
                  </a:lnTo>
                  <a:lnTo>
                    <a:pt x="6496029" y="1717022"/>
                  </a:lnTo>
                  <a:lnTo>
                    <a:pt x="6515891" y="1737713"/>
                  </a:lnTo>
                  <a:lnTo>
                    <a:pt x="6563300" y="1782952"/>
                  </a:lnTo>
                  <a:lnTo>
                    <a:pt x="6612367" y="1823546"/>
                  </a:lnTo>
                  <a:lnTo>
                    <a:pt x="6663893" y="1859746"/>
                  </a:lnTo>
                  <a:lnTo>
                    <a:pt x="6718771" y="1891970"/>
                  </a:lnTo>
                  <a:lnTo>
                    <a:pt x="6777907" y="1920680"/>
                  </a:lnTo>
                  <a:lnTo>
                    <a:pt x="6842137" y="1946321"/>
                  </a:lnTo>
                  <a:lnTo>
                    <a:pt x="6912123" y="1969279"/>
                  </a:lnTo>
                  <a:lnTo>
                    <a:pt x="6988212" y="1989858"/>
                  </a:lnTo>
                  <a:lnTo>
                    <a:pt x="7070251" y="2008279"/>
                  </a:lnTo>
                  <a:lnTo>
                    <a:pt x="7157375" y="2024669"/>
                  </a:lnTo>
                  <a:lnTo>
                    <a:pt x="7247795" y="2039073"/>
                  </a:lnTo>
                  <a:lnTo>
                    <a:pt x="7338691" y="2051472"/>
                  </a:lnTo>
                  <a:lnTo>
                    <a:pt x="7426296" y="2061817"/>
                  </a:lnTo>
                  <a:lnTo>
                    <a:pt x="7506279" y="2070077"/>
                  </a:lnTo>
                  <a:lnTo>
                    <a:pt x="7574446" y="2076288"/>
                  </a:lnTo>
                  <a:lnTo>
                    <a:pt x="7627619" y="2080595"/>
                  </a:lnTo>
                  <a:lnTo>
                    <a:pt x="7664422" y="2083260"/>
                  </a:lnTo>
                  <a:lnTo>
                    <a:pt x="7685729" y="2084647"/>
                  </a:lnTo>
                  <a:lnTo>
                    <a:pt x="7694650" y="2085171"/>
                  </a:lnTo>
                  <a:lnTo>
                    <a:pt x="7696236" y="2085256"/>
                  </a:lnTo>
                  <a:lnTo>
                    <a:pt x="7696237" y="2085256"/>
                  </a:lnTo>
                  <a:lnTo>
                    <a:pt x="8234974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4" name="pl1504"/>
            <p:cNvSpPr/>
            <p:nvPr/>
          </p:nvSpPr>
          <p:spPr>
            <a:xfrm>
              <a:off x="546595" y="1948254"/>
              <a:ext cx="8234974" cy="2972715"/>
            </a:xfrm>
            <a:custGeom>
              <a:avLst/>
              <a:pathLst>
                <a:path w="8234974" h="2972715">
                  <a:moveTo>
                    <a:pt x="8234974" y="2085256"/>
                  </a:move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2" y="87"/>
                  </a:lnTo>
                  <a:lnTo>
                    <a:pt x="3839397" y="713"/>
                  </a:lnTo>
                  <a:lnTo>
                    <a:pt x="3820457" y="2444"/>
                  </a:lnTo>
                  <a:lnTo>
                    <a:pt x="3786934" y="5844"/>
                  </a:lnTo>
                  <a:lnTo>
                    <a:pt x="3737655" y="11417"/>
                  </a:lnTo>
                  <a:lnTo>
                    <a:pt x="3673553" y="19545"/>
                  </a:lnTo>
                  <a:lnTo>
                    <a:pt x="3597341" y="30452"/>
                  </a:lnTo>
                  <a:lnTo>
                    <a:pt x="3512837" y="44217"/>
                  </a:lnTo>
                  <a:lnTo>
                    <a:pt x="3424164" y="60811"/>
                  </a:lnTo>
                  <a:lnTo>
                    <a:pt x="3335059" y="80169"/>
                  </a:lnTo>
                  <a:lnTo>
                    <a:pt x="3248449" y="102248"/>
                  </a:lnTo>
                  <a:lnTo>
                    <a:pt x="3166302" y="127079"/>
                  </a:lnTo>
                  <a:lnTo>
                    <a:pt x="3089690" y="154798"/>
                  </a:lnTo>
                  <a:lnTo>
                    <a:pt x="3018960" y="185656"/>
                  </a:lnTo>
                  <a:lnTo>
                    <a:pt x="2953930" y="220024"/>
                  </a:lnTo>
                  <a:lnTo>
                    <a:pt x="2894069" y="258383"/>
                  </a:lnTo>
                  <a:lnTo>
                    <a:pt x="2838640" y="301301"/>
                  </a:lnTo>
                  <a:lnTo>
                    <a:pt x="2786805" y="349401"/>
                  </a:lnTo>
                  <a:lnTo>
                    <a:pt x="2737710" y="403283"/>
                  </a:lnTo>
                  <a:lnTo>
                    <a:pt x="2690549" y="463414"/>
                  </a:lnTo>
                  <a:lnTo>
                    <a:pt x="2667772" y="495452"/>
                  </a:lnTo>
                  <a:lnTo>
                    <a:pt x="2632987" y="548056"/>
                  </a:lnTo>
                  <a:lnTo>
                    <a:pt x="2598526" y="604450"/>
                  </a:lnTo>
                  <a:lnTo>
                    <a:pt x="2564187" y="664713"/>
                  </a:lnTo>
                  <a:lnTo>
                    <a:pt x="2529811" y="728863"/>
                  </a:lnTo>
                  <a:lnTo>
                    <a:pt x="2495276" y="796850"/>
                  </a:lnTo>
                  <a:lnTo>
                    <a:pt x="2460497" y="868557"/>
                  </a:lnTo>
                  <a:lnTo>
                    <a:pt x="2425419" y="943787"/>
                  </a:lnTo>
                  <a:lnTo>
                    <a:pt x="2390019" y="1022267"/>
                  </a:lnTo>
                  <a:lnTo>
                    <a:pt x="2354296" y="1103647"/>
                  </a:lnTo>
                  <a:lnTo>
                    <a:pt x="2318276" y="1187506"/>
                  </a:lnTo>
                  <a:lnTo>
                    <a:pt x="2282005" y="1273356"/>
                  </a:lnTo>
                  <a:lnTo>
                    <a:pt x="2245544" y="1360656"/>
                  </a:lnTo>
                  <a:lnTo>
                    <a:pt x="2208966" y="1448824"/>
                  </a:lnTo>
                  <a:lnTo>
                    <a:pt x="2172354" y="1537253"/>
                  </a:lnTo>
                  <a:lnTo>
                    <a:pt x="2135789" y="1625328"/>
                  </a:lnTo>
                  <a:lnTo>
                    <a:pt x="2099352" y="1712445"/>
                  </a:lnTo>
                  <a:lnTo>
                    <a:pt x="2063115" y="1798028"/>
                  </a:lnTo>
                  <a:lnTo>
                    <a:pt x="2027138" y="1881542"/>
                  </a:lnTo>
                  <a:lnTo>
                    <a:pt x="1991463" y="1962509"/>
                  </a:lnTo>
                  <a:lnTo>
                    <a:pt x="1956111" y="2040518"/>
                  </a:lnTo>
                  <a:lnTo>
                    <a:pt x="1921081" y="2115231"/>
                  </a:lnTo>
                  <a:lnTo>
                    <a:pt x="1886343" y="2186386"/>
                  </a:lnTo>
                  <a:lnTo>
                    <a:pt x="1851839" y="2253799"/>
                  </a:lnTo>
                  <a:lnTo>
                    <a:pt x="1817477" y="2317362"/>
                  </a:lnTo>
                  <a:lnTo>
                    <a:pt x="1783130" y="2377038"/>
                  </a:lnTo>
                  <a:lnTo>
                    <a:pt x="1748635" y="2432853"/>
                  </a:lnTo>
                  <a:lnTo>
                    <a:pt x="1719082" y="2477263"/>
                  </a:lnTo>
                  <a:lnTo>
                    <a:pt x="1672616" y="2540555"/>
                  </a:lnTo>
                  <a:lnTo>
                    <a:pt x="1624570" y="2597478"/>
                  </a:lnTo>
                  <a:lnTo>
                    <a:pt x="1574192" y="2648361"/>
                  </a:lnTo>
                  <a:lnTo>
                    <a:pt x="1520645" y="2693758"/>
                  </a:lnTo>
                  <a:lnTo>
                    <a:pt x="1463071" y="2734292"/>
                  </a:lnTo>
                  <a:lnTo>
                    <a:pt x="1400674" y="2770563"/>
                  </a:lnTo>
                  <a:lnTo>
                    <a:pt x="1332806" y="2803100"/>
                  </a:lnTo>
                  <a:lnTo>
                    <a:pt x="1259091" y="2832329"/>
                  </a:lnTo>
                  <a:lnTo>
                    <a:pt x="1179592" y="2858562"/>
                  </a:lnTo>
                  <a:lnTo>
                    <a:pt x="1094997" y="2881989"/>
                  </a:lnTo>
                  <a:lnTo>
                    <a:pt x="1006817" y="2902691"/>
                  </a:lnTo>
                  <a:lnTo>
                    <a:pt x="917508" y="2920658"/>
                  </a:lnTo>
                  <a:lnTo>
                    <a:pt x="830441" y="2935826"/>
                  </a:lnTo>
                  <a:lnTo>
                    <a:pt x="749622" y="2948142"/>
                  </a:lnTo>
                  <a:lnTo>
                    <a:pt x="679117" y="2957623"/>
                  </a:lnTo>
                  <a:lnTo>
                    <a:pt x="622283" y="2964419"/>
                  </a:lnTo>
                  <a:lnTo>
                    <a:pt x="580996" y="2968835"/>
                  </a:lnTo>
                  <a:lnTo>
                    <a:pt x="555139" y="2971321"/>
                  </a:lnTo>
                  <a:lnTo>
                    <a:pt x="542479" y="2972421"/>
                  </a:lnTo>
                  <a:lnTo>
                    <a:pt x="538879" y="2972705"/>
                  </a:lnTo>
                  <a:lnTo>
                    <a:pt x="538736" y="2972715"/>
                  </a:lnTo>
                  <a:lnTo>
                    <a:pt x="0" y="29727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5" name="pg1505"/>
            <p:cNvSpPr/>
            <p:nvPr/>
          </p:nvSpPr>
          <p:spPr>
            <a:xfrm>
              <a:off x="546595" y="2046256"/>
              <a:ext cx="8234974" cy="3315721"/>
            </a:xfrm>
            <a:custGeom>
              <a:avLst/>
              <a:pathLst>
                <a:path w="8234974" h="3315721">
                  <a:moveTo>
                    <a:pt x="0" y="2885603"/>
                  </a:moveTo>
                  <a:lnTo>
                    <a:pt x="538736" y="2885603"/>
                  </a:lnTo>
                  <a:lnTo>
                    <a:pt x="539900" y="2885517"/>
                  </a:lnTo>
                  <a:lnTo>
                    <a:pt x="547516" y="2884906"/>
                  </a:lnTo>
                  <a:lnTo>
                    <a:pt x="566577" y="2883218"/>
                  </a:lnTo>
                  <a:lnTo>
                    <a:pt x="600304" y="2879900"/>
                  </a:lnTo>
                  <a:lnTo>
                    <a:pt x="649859" y="2874464"/>
                  </a:lnTo>
                  <a:lnTo>
                    <a:pt x="714282" y="2866538"/>
                  </a:lnTo>
                  <a:lnTo>
                    <a:pt x="790825" y="2855905"/>
                  </a:lnTo>
                  <a:lnTo>
                    <a:pt x="875630" y="2842490"/>
                  </a:lnTo>
                  <a:lnTo>
                    <a:pt x="964550" y="2826322"/>
                  </a:lnTo>
                  <a:lnTo>
                    <a:pt x="1053833" y="2807465"/>
                  </a:lnTo>
                  <a:lnTo>
                    <a:pt x="1140554" y="2785960"/>
                  </a:lnTo>
                  <a:lnTo>
                    <a:pt x="1222753" y="2761774"/>
                  </a:lnTo>
                  <a:lnTo>
                    <a:pt x="1299374" y="2734772"/>
                  </a:lnTo>
                  <a:lnTo>
                    <a:pt x="1370084" y="2704706"/>
                  </a:lnTo>
                  <a:lnTo>
                    <a:pt x="1435080" y="2671209"/>
                  </a:lnTo>
                  <a:lnTo>
                    <a:pt x="1494907" y="2633810"/>
                  </a:lnTo>
                  <a:lnTo>
                    <a:pt x="1550312" y="2591951"/>
                  </a:lnTo>
                  <a:lnTo>
                    <a:pt x="1602138" y="2545026"/>
                  </a:lnTo>
                  <a:lnTo>
                    <a:pt x="1651249" y="2492449"/>
                  </a:lnTo>
                  <a:lnTo>
                    <a:pt x="1698449" y="2433777"/>
                  </a:lnTo>
                  <a:lnTo>
                    <a:pt x="1719082" y="2405576"/>
                  </a:lnTo>
                  <a:lnTo>
                    <a:pt x="1754313" y="2353931"/>
                  </a:lnTo>
                  <a:lnTo>
                    <a:pt x="1789213" y="2298516"/>
                  </a:lnTo>
                  <a:lnTo>
                    <a:pt x="1823993" y="2239255"/>
                  </a:lnTo>
                  <a:lnTo>
                    <a:pt x="1858817" y="2176132"/>
                  </a:lnTo>
                  <a:lnTo>
                    <a:pt x="1893809" y="2109198"/>
                  </a:lnTo>
                  <a:lnTo>
                    <a:pt x="1929056" y="2038578"/>
                  </a:lnTo>
                  <a:lnTo>
                    <a:pt x="1964612" y="1964474"/>
                  </a:lnTo>
                  <a:lnTo>
                    <a:pt x="2000500" y="1887168"/>
                  </a:lnTo>
                  <a:lnTo>
                    <a:pt x="2036717" y="1807020"/>
                  </a:lnTo>
                  <a:lnTo>
                    <a:pt x="2073235" y="1724461"/>
                  </a:lnTo>
                  <a:lnTo>
                    <a:pt x="2110003" y="1639989"/>
                  </a:lnTo>
                  <a:lnTo>
                    <a:pt x="2146955" y="1554156"/>
                  </a:lnTo>
                  <a:lnTo>
                    <a:pt x="2184015" y="1467553"/>
                  </a:lnTo>
                  <a:lnTo>
                    <a:pt x="2221096" y="1380792"/>
                  </a:lnTo>
                  <a:lnTo>
                    <a:pt x="2258113" y="1294493"/>
                  </a:lnTo>
                  <a:lnTo>
                    <a:pt x="2294984" y="1209258"/>
                  </a:lnTo>
                  <a:lnTo>
                    <a:pt x="2331636" y="1125662"/>
                  </a:lnTo>
                  <a:lnTo>
                    <a:pt x="2368011" y="1044232"/>
                  </a:lnTo>
                  <a:lnTo>
                    <a:pt x="2404068" y="965433"/>
                  </a:lnTo>
                  <a:lnTo>
                    <a:pt x="2439792" y="889664"/>
                  </a:lnTo>
                  <a:lnTo>
                    <a:pt x="2475190" y="817246"/>
                  </a:lnTo>
                  <a:lnTo>
                    <a:pt x="2510303" y="748421"/>
                  </a:lnTo>
                  <a:lnTo>
                    <a:pt x="2545199" y="683352"/>
                  </a:lnTo>
                  <a:lnTo>
                    <a:pt x="2579983" y="622128"/>
                  </a:lnTo>
                  <a:lnTo>
                    <a:pt x="2614800" y="564767"/>
                  </a:lnTo>
                  <a:lnTo>
                    <a:pt x="2649833" y="511221"/>
                  </a:lnTo>
                  <a:lnTo>
                    <a:pt x="2667772" y="485470"/>
                  </a:lnTo>
                  <a:lnTo>
                    <a:pt x="2714348" y="424014"/>
                  </a:lnTo>
                  <a:lnTo>
                    <a:pt x="2762512" y="368757"/>
                  </a:lnTo>
                  <a:lnTo>
                    <a:pt x="2813021" y="319377"/>
                  </a:lnTo>
                  <a:lnTo>
                    <a:pt x="2866722" y="275332"/>
                  </a:lnTo>
                  <a:lnTo>
                    <a:pt x="2924475" y="236016"/>
                  </a:lnTo>
                  <a:lnTo>
                    <a:pt x="2987082" y="200842"/>
                  </a:lnTo>
                  <a:lnTo>
                    <a:pt x="3055193" y="169296"/>
                  </a:lnTo>
                  <a:lnTo>
                    <a:pt x="3129180" y="140964"/>
                  </a:lnTo>
                  <a:lnTo>
                    <a:pt x="3208973" y="115545"/>
                  </a:lnTo>
                  <a:lnTo>
                    <a:pt x="3293861" y="92853"/>
                  </a:lnTo>
                  <a:lnTo>
                    <a:pt x="3382305" y="72812"/>
                  </a:lnTo>
                  <a:lnTo>
                    <a:pt x="3471807" y="55437"/>
                  </a:lnTo>
                  <a:lnTo>
                    <a:pt x="3558951" y="40786"/>
                  </a:lnTo>
                  <a:lnTo>
                    <a:pt x="3639694" y="28912"/>
                  </a:lnTo>
                  <a:lnTo>
                    <a:pt x="3709951" y="19796"/>
                  </a:lnTo>
                  <a:lnTo>
                    <a:pt x="3766379" y="13286"/>
                  </a:lnTo>
                  <a:lnTo>
                    <a:pt x="3807156" y="9077"/>
                  </a:lnTo>
                  <a:lnTo>
                    <a:pt x="3832482" y="6727"/>
                  </a:lnTo>
                  <a:lnTo>
                    <a:pt x="3844687" y="570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82" y="5539"/>
                  </a:lnTo>
                  <a:lnTo>
                    <a:pt x="4395358" y="6218"/>
                  </a:lnTo>
                  <a:lnTo>
                    <a:pt x="4413840" y="8094"/>
                  </a:lnTo>
                  <a:lnTo>
                    <a:pt x="4446594" y="11781"/>
                  </a:lnTo>
                  <a:lnTo>
                    <a:pt x="4494827" y="17828"/>
                  </a:lnTo>
                  <a:lnTo>
                    <a:pt x="4557707" y="26655"/>
                  </a:lnTo>
                  <a:lnTo>
                    <a:pt x="4632661" y="38516"/>
                  </a:lnTo>
                  <a:lnTo>
                    <a:pt x="4716010" y="53500"/>
                  </a:lnTo>
                  <a:lnTo>
                    <a:pt x="4803734" y="71586"/>
                  </a:lnTo>
                  <a:lnTo>
                    <a:pt x="4892145" y="92700"/>
                  </a:lnTo>
                  <a:lnTo>
                    <a:pt x="4978320" y="116793"/>
                  </a:lnTo>
                  <a:lnTo>
                    <a:pt x="5060255" y="143889"/>
                  </a:lnTo>
                  <a:lnTo>
                    <a:pt x="5136825" y="174122"/>
                  </a:lnTo>
                  <a:lnTo>
                    <a:pt x="5207623" y="207752"/>
                  </a:lnTo>
                  <a:lnTo>
                    <a:pt x="5272778" y="245165"/>
                  </a:lnTo>
                  <a:lnTo>
                    <a:pt x="5332771" y="286868"/>
                  </a:lnTo>
                  <a:lnTo>
                    <a:pt x="5388299" y="333468"/>
                  </a:lnTo>
                  <a:lnTo>
                    <a:pt x="5440170" y="385632"/>
                  </a:lnTo>
                  <a:lnTo>
                    <a:pt x="5489218" y="444026"/>
                  </a:lnTo>
                  <a:lnTo>
                    <a:pt x="5536241" y="509190"/>
                  </a:lnTo>
                  <a:lnTo>
                    <a:pt x="5567201" y="557157"/>
                  </a:lnTo>
                  <a:lnTo>
                    <a:pt x="5600478" y="613092"/>
                  </a:lnTo>
                  <a:lnTo>
                    <a:pt x="5633449" y="672884"/>
                  </a:lnTo>
                  <a:lnTo>
                    <a:pt x="5666295" y="736612"/>
                  </a:lnTo>
                  <a:lnTo>
                    <a:pt x="5699158" y="804300"/>
                  </a:lnTo>
                  <a:lnTo>
                    <a:pt x="5732149" y="875912"/>
                  </a:lnTo>
                  <a:lnTo>
                    <a:pt x="5765349" y="951346"/>
                  </a:lnTo>
                  <a:lnTo>
                    <a:pt x="5798812" y="1030428"/>
                  </a:lnTo>
                  <a:lnTo>
                    <a:pt x="5832567" y="1112915"/>
                  </a:lnTo>
                  <a:lnTo>
                    <a:pt x="5866620" y="1198489"/>
                  </a:lnTo>
                  <a:lnTo>
                    <a:pt x="5900955" y="1286765"/>
                  </a:lnTo>
                  <a:lnTo>
                    <a:pt x="5935541" y="1377294"/>
                  </a:lnTo>
                  <a:lnTo>
                    <a:pt x="5970329" y="1469571"/>
                  </a:lnTo>
                  <a:lnTo>
                    <a:pt x="6005261" y="1563046"/>
                  </a:lnTo>
                  <a:lnTo>
                    <a:pt x="6040266" y="1657139"/>
                  </a:lnTo>
                  <a:lnTo>
                    <a:pt x="6075275" y="1751255"/>
                  </a:lnTo>
                  <a:lnTo>
                    <a:pt x="6110214" y="1844795"/>
                  </a:lnTo>
                  <a:lnTo>
                    <a:pt x="6145015" y="1937178"/>
                  </a:lnTo>
                  <a:lnTo>
                    <a:pt x="6179617" y="2027853"/>
                  </a:lnTo>
                  <a:lnTo>
                    <a:pt x="6213972" y="2116310"/>
                  </a:lnTo>
                  <a:lnTo>
                    <a:pt x="6248046" y="2202095"/>
                  </a:lnTo>
                  <a:lnTo>
                    <a:pt x="6281823" y="2284819"/>
                  </a:lnTo>
                  <a:lnTo>
                    <a:pt x="6315307" y="2364160"/>
                  </a:lnTo>
                  <a:lnTo>
                    <a:pt x="6348525" y="2439866"/>
                  </a:lnTo>
                  <a:lnTo>
                    <a:pt x="6381529" y="2511762"/>
                  </a:lnTo>
                  <a:lnTo>
                    <a:pt x="6414398" y="2579739"/>
                  </a:lnTo>
                  <a:lnTo>
                    <a:pt x="6447240" y="2643757"/>
                  </a:lnTo>
                  <a:lnTo>
                    <a:pt x="6480197" y="2703834"/>
                  </a:lnTo>
                  <a:lnTo>
                    <a:pt x="6513444" y="2760048"/>
                  </a:lnTo>
                  <a:lnTo>
                    <a:pt x="6515891" y="2764008"/>
                  </a:lnTo>
                  <a:lnTo>
                    <a:pt x="6561943" y="2833899"/>
                  </a:lnTo>
                  <a:lnTo>
                    <a:pt x="6609541" y="2896820"/>
                  </a:lnTo>
                  <a:lnTo>
                    <a:pt x="6659416" y="2953123"/>
                  </a:lnTo>
                  <a:lnTo>
                    <a:pt x="6712382" y="3003406"/>
                  </a:lnTo>
                  <a:lnTo>
                    <a:pt x="6769276" y="3048344"/>
                  </a:lnTo>
                  <a:lnTo>
                    <a:pt x="6830876" y="3088592"/>
                  </a:lnTo>
                  <a:lnTo>
                    <a:pt x="6897824" y="3124726"/>
                  </a:lnTo>
                  <a:lnTo>
                    <a:pt x="6970505" y="3157217"/>
                  </a:lnTo>
                  <a:lnTo>
                    <a:pt x="7048892" y="3186409"/>
                  </a:lnTo>
                  <a:lnTo>
                    <a:pt x="7132368" y="3212521"/>
                  </a:lnTo>
                  <a:lnTo>
                    <a:pt x="7219533" y="3235649"/>
                  </a:lnTo>
                  <a:lnTo>
                    <a:pt x="7308085" y="3255787"/>
                  </a:lnTo>
                  <a:lnTo>
                    <a:pt x="7394820" y="3272873"/>
                  </a:lnTo>
                  <a:lnTo>
                    <a:pt x="7475882" y="3286841"/>
                  </a:lnTo>
                  <a:lnTo>
                    <a:pt x="7547281" y="3297699"/>
                  </a:lnTo>
                  <a:lnTo>
                    <a:pt x="7605613" y="3305588"/>
                  </a:lnTo>
                  <a:lnTo>
                    <a:pt x="7648815" y="3310815"/>
                  </a:lnTo>
                  <a:lnTo>
                    <a:pt x="7676703" y="3313850"/>
                  </a:lnTo>
                  <a:lnTo>
                    <a:pt x="7691144" y="3315269"/>
                  </a:lnTo>
                  <a:lnTo>
                    <a:pt x="7695884" y="3315692"/>
                  </a:lnTo>
                  <a:lnTo>
                    <a:pt x="7696237" y="3315721"/>
                  </a:lnTo>
                  <a:lnTo>
                    <a:pt x="8234974" y="3315721"/>
                  </a:lnTo>
                  <a:lnTo>
                    <a:pt x="8234974" y="3310276"/>
                  </a:ln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4" y="85"/>
                  </a:lnTo>
                  <a:lnTo>
                    <a:pt x="3839338" y="696"/>
                  </a:lnTo>
                  <a:lnTo>
                    <a:pt x="3820278" y="2385"/>
                  </a:lnTo>
                  <a:lnTo>
                    <a:pt x="3786551" y="5702"/>
                  </a:lnTo>
                  <a:lnTo>
                    <a:pt x="3736996" y="11138"/>
                  </a:lnTo>
                  <a:lnTo>
                    <a:pt x="3672572" y="19064"/>
                  </a:lnTo>
                  <a:lnTo>
                    <a:pt x="3596030" y="29698"/>
                  </a:lnTo>
                  <a:lnTo>
                    <a:pt x="3511224" y="43112"/>
                  </a:lnTo>
                  <a:lnTo>
                    <a:pt x="3422305" y="59280"/>
                  </a:lnTo>
                  <a:lnTo>
                    <a:pt x="3333022" y="78137"/>
                  </a:lnTo>
                  <a:lnTo>
                    <a:pt x="3246301" y="99642"/>
                  </a:lnTo>
                  <a:lnTo>
                    <a:pt x="3164101" y="123828"/>
                  </a:lnTo>
                  <a:lnTo>
                    <a:pt x="3087481" y="150830"/>
                  </a:lnTo>
                  <a:lnTo>
                    <a:pt x="3016771" y="180896"/>
                  </a:lnTo>
                  <a:lnTo>
                    <a:pt x="2951774" y="214393"/>
                  </a:lnTo>
                  <a:lnTo>
                    <a:pt x="2891947" y="251792"/>
                  </a:lnTo>
                  <a:lnTo>
                    <a:pt x="2836543" y="293651"/>
                  </a:lnTo>
                  <a:lnTo>
                    <a:pt x="2784716" y="340576"/>
                  </a:lnTo>
                  <a:lnTo>
                    <a:pt x="2735606" y="393153"/>
                  </a:lnTo>
                  <a:lnTo>
                    <a:pt x="2688406" y="451826"/>
                  </a:lnTo>
                  <a:lnTo>
                    <a:pt x="2667772" y="480026"/>
                  </a:lnTo>
                  <a:lnTo>
                    <a:pt x="2632542" y="531671"/>
                  </a:lnTo>
                  <a:lnTo>
                    <a:pt x="2597642" y="587086"/>
                  </a:lnTo>
                  <a:lnTo>
                    <a:pt x="2562861" y="646347"/>
                  </a:lnTo>
                  <a:lnTo>
                    <a:pt x="2528037" y="709471"/>
                  </a:lnTo>
                  <a:lnTo>
                    <a:pt x="2493045" y="776405"/>
                  </a:lnTo>
                  <a:lnTo>
                    <a:pt x="2457799" y="847024"/>
                  </a:lnTo>
                  <a:lnTo>
                    <a:pt x="2422243" y="921128"/>
                  </a:lnTo>
                  <a:lnTo>
                    <a:pt x="2386355" y="998434"/>
                  </a:lnTo>
                  <a:lnTo>
                    <a:pt x="2350137" y="1078582"/>
                  </a:lnTo>
                  <a:lnTo>
                    <a:pt x="2313620" y="1161141"/>
                  </a:lnTo>
                  <a:lnTo>
                    <a:pt x="2276852" y="1245613"/>
                  </a:lnTo>
                  <a:lnTo>
                    <a:pt x="2239899" y="1331446"/>
                  </a:lnTo>
                  <a:lnTo>
                    <a:pt x="2202840" y="1418049"/>
                  </a:lnTo>
                  <a:lnTo>
                    <a:pt x="2165759" y="1504810"/>
                  </a:lnTo>
                  <a:lnTo>
                    <a:pt x="2128741" y="1591110"/>
                  </a:lnTo>
                  <a:lnTo>
                    <a:pt x="2091871" y="1676344"/>
                  </a:lnTo>
                  <a:lnTo>
                    <a:pt x="2055219" y="1759940"/>
                  </a:lnTo>
                  <a:lnTo>
                    <a:pt x="2018844" y="1841370"/>
                  </a:lnTo>
                  <a:lnTo>
                    <a:pt x="1982787" y="1920169"/>
                  </a:lnTo>
                  <a:lnTo>
                    <a:pt x="1947063" y="1995938"/>
                  </a:lnTo>
                  <a:lnTo>
                    <a:pt x="1911664" y="2068356"/>
                  </a:lnTo>
                  <a:lnTo>
                    <a:pt x="1876552" y="2137182"/>
                  </a:lnTo>
                  <a:lnTo>
                    <a:pt x="1841656" y="2202250"/>
                  </a:lnTo>
                  <a:lnTo>
                    <a:pt x="1806871" y="2263474"/>
                  </a:lnTo>
                  <a:lnTo>
                    <a:pt x="1772055" y="2320835"/>
                  </a:lnTo>
                  <a:lnTo>
                    <a:pt x="1737021" y="2374381"/>
                  </a:lnTo>
                  <a:lnTo>
                    <a:pt x="1719082" y="2400132"/>
                  </a:lnTo>
                  <a:lnTo>
                    <a:pt x="1672507" y="2461588"/>
                  </a:lnTo>
                  <a:lnTo>
                    <a:pt x="1624343" y="2516845"/>
                  </a:lnTo>
                  <a:lnTo>
                    <a:pt x="1573833" y="2566225"/>
                  </a:lnTo>
                  <a:lnTo>
                    <a:pt x="1520133" y="2610270"/>
                  </a:lnTo>
                  <a:lnTo>
                    <a:pt x="1462380" y="2649586"/>
                  </a:lnTo>
                  <a:lnTo>
                    <a:pt x="1399773" y="2684761"/>
                  </a:lnTo>
                  <a:lnTo>
                    <a:pt x="1331661" y="2716306"/>
                  </a:lnTo>
                  <a:lnTo>
                    <a:pt x="1257674" y="2744638"/>
                  </a:lnTo>
                  <a:lnTo>
                    <a:pt x="1177882" y="2770058"/>
                  </a:lnTo>
                  <a:lnTo>
                    <a:pt x="1092994" y="2792750"/>
                  </a:lnTo>
                  <a:lnTo>
                    <a:pt x="1004550" y="2812790"/>
                  </a:lnTo>
                  <a:lnTo>
                    <a:pt x="915048" y="2830166"/>
                  </a:lnTo>
                  <a:lnTo>
                    <a:pt x="827903" y="2844816"/>
                  </a:lnTo>
                  <a:lnTo>
                    <a:pt x="747161" y="2856690"/>
                  </a:lnTo>
                  <a:lnTo>
                    <a:pt x="676904" y="2865806"/>
                  </a:lnTo>
                  <a:lnTo>
                    <a:pt x="620475" y="2872317"/>
                  </a:lnTo>
                  <a:lnTo>
                    <a:pt x="579698" y="2876525"/>
                  </a:lnTo>
                  <a:lnTo>
                    <a:pt x="554373" y="2878875"/>
                  </a:lnTo>
                  <a:lnTo>
                    <a:pt x="542167" y="2879897"/>
                  </a:lnTo>
                  <a:lnTo>
                    <a:pt x="538736" y="2880158"/>
                  </a:lnTo>
                  <a:lnTo>
                    <a:pt x="0" y="2880158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06" name="pl1506"/>
            <p:cNvSpPr/>
            <p:nvPr/>
          </p:nvSpPr>
          <p:spPr>
            <a:xfrm>
              <a:off x="546595" y="2051700"/>
              <a:ext cx="8234974" cy="3310276"/>
            </a:xfrm>
            <a:custGeom>
              <a:avLst/>
              <a:pathLst>
                <a:path w="8234974" h="3310276">
                  <a:moveTo>
                    <a:pt x="0" y="2880158"/>
                  </a:moveTo>
                  <a:lnTo>
                    <a:pt x="538736" y="2880158"/>
                  </a:lnTo>
                  <a:lnTo>
                    <a:pt x="539900" y="2880073"/>
                  </a:lnTo>
                  <a:lnTo>
                    <a:pt x="547516" y="2879462"/>
                  </a:lnTo>
                  <a:lnTo>
                    <a:pt x="566577" y="2877773"/>
                  </a:lnTo>
                  <a:lnTo>
                    <a:pt x="600304" y="2874456"/>
                  </a:lnTo>
                  <a:lnTo>
                    <a:pt x="649859" y="2869020"/>
                  </a:lnTo>
                  <a:lnTo>
                    <a:pt x="714282" y="2861094"/>
                  </a:lnTo>
                  <a:lnTo>
                    <a:pt x="790825" y="2850460"/>
                  </a:lnTo>
                  <a:lnTo>
                    <a:pt x="875630" y="2837045"/>
                  </a:lnTo>
                  <a:lnTo>
                    <a:pt x="964550" y="2820877"/>
                  </a:lnTo>
                  <a:lnTo>
                    <a:pt x="1053833" y="2802021"/>
                  </a:lnTo>
                  <a:lnTo>
                    <a:pt x="1140554" y="2780516"/>
                  </a:lnTo>
                  <a:lnTo>
                    <a:pt x="1222753" y="2756330"/>
                  </a:lnTo>
                  <a:lnTo>
                    <a:pt x="1299374" y="2729328"/>
                  </a:lnTo>
                  <a:lnTo>
                    <a:pt x="1370084" y="2699261"/>
                  </a:lnTo>
                  <a:lnTo>
                    <a:pt x="1435080" y="2665764"/>
                  </a:lnTo>
                  <a:lnTo>
                    <a:pt x="1494907" y="2628366"/>
                  </a:lnTo>
                  <a:lnTo>
                    <a:pt x="1550312" y="2586507"/>
                  </a:lnTo>
                  <a:lnTo>
                    <a:pt x="1602138" y="2539581"/>
                  </a:lnTo>
                  <a:lnTo>
                    <a:pt x="1651249" y="2487004"/>
                  </a:lnTo>
                  <a:lnTo>
                    <a:pt x="1698449" y="2428332"/>
                  </a:lnTo>
                  <a:lnTo>
                    <a:pt x="1719082" y="2400132"/>
                  </a:lnTo>
                  <a:lnTo>
                    <a:pt x="1754313" y="2348486"/>
                  </a:lnTo>
                  <a:lnTo>
                    <a:pt x="1789213" y="2293071"/>
                  </a:lnTo>
                  <a:lnTo>
                    <a:pt x="1823993" y="2233810"/>
                  </a:lnTo>
                  <a:lnTo>
                    <a:pt x="1858817" y="2170687"/>
                  </a:lnTo>
                  <a:lnTo>
                    <a:pt x="1893809" y="2103753"/>
                  </a:lnTo>
                  <a:lnTo>
                    <a:pt x="1929056" y="2033133"/>
                  </a:lnTo>
                  <a:lnTo>
                    <a:pt x="1964612" y="1959030"/>
                  </a:lnTo>
                  <a:lnTo>
                    <a:pt x="2000500" y="1881724"/>
                  </a:lnTo>
                  <a:lnTo>
                    <a:pt x="2036717" y="1801575"/>
                  </a:lnTo>
                  <a:lnTo>
                    <a:pt x="2073235" y="1719016"/>
                  </a:lnTo>
                  <a:lnTo>
                    <a:pt x="2110003" y="1634544"/>
                  </a:lnTo>
                  <a:lnTo>
                    <a:pt x="2146955" y="1548712"/>
                  </a:lnTo>
                  <a:lnTo>
                    <a:pt x="2184015" y="1462108"/>
                  </a:lnTo>
                  <a:lnTo>
                    <a:pt x="2221096" y="1375348"/>
                  </a:lnTo>
                  <a:lnTo>
                    <a:pt x="2258113" y="1289048"/>
                  </a:lnTo>
                  <a:lnTo>
                    <a:pt x="2294984" y="1203814"/>
                  </a:lnTo>
                  <a:lnTo>
                    <a:pt x="2331636" y="1120218"/>
                  </a:lnTo>
                  <a:lnTo>
                    <a:pt x="2368011" y="1038787"/>
                  </a:lnTo>
                  <a:lnTo>
                    <a:pt x="2404068" y="959989"/>
                  </a:lnTo>
                  <a:lnTo>
                    <a:pt x="2439792" y="884220"/>
                  </a:lnTo>
                  <a:lnTo>
                    <a:pt x="2475190" y="811801"/>
                  </a:lnTo>
                  <a:lnTo>
                    <a:pt x="2510303" y="742976"/>
                  </a:lnTo>
                  <a:lnTo>
                    <a:pt x="2545199" y="677907"/>
                  </a:lnTo>
                  <a:lnTo>
                    <a:pt x="2579983" y="616684"/>
                  </a:lnTo>
                  <a:lnTo>
                    <a:pt x="2614800" y="559323"/>
                  </a:lnTo>
                  <a:lnTo>
                    <a:pt x="2649833" y="505777"/>
                  </a:lnTo>
                  <a:lnTo>
                    <a:pt x="2667772" y="480026"/>
                  </a:lnTo>
                  <a:lnTo>
                    <a:pt x="2714348" y="418570"/>
                  </a:lnTo>
                  <a:lnTo>
                    <a:pt x="2762512" y="363312"/>
                  </a:lnTo>
                  <a:lnTo>
                    <a:pt x="2813021" y="313932"/>
                  </a:lnTo>
                  <a:lnTo>
                    <a:pt x="2866722" y="269888"/>
                  </a:lnTo>
                  <a:lnTo>
                    <a:pt x="2924475" y="230571"/>
                  </a:lnTo>
                  <a:lnTo>
                    <a:pt x="2987082" y="195397"/>
                  </a:lnTo>
                  <a:lnTo>
                    <a:pt x="3055193" y="163851"/>
                  </a:lnTo>
                  <a:lnTo>
                    <a:pt x="3129180" y="135519"/>
                  </a:lnTo>
                  <a:lnTo>
                    <a:pt x="3208973" y="110100"/>
                  </a:lnTo>
                  <a:lnTo>
                    <a:pt x="3293861" y="87408"/>
                  </a:lnTo>
                  <a:lnTo>
                    <a:pt x="3382305" y="67368"/>
                  </a:lnTo>
                  <a:lnTo>
                    <a:pt x="3471807" y="49992"/>
                  </a:lnTo>
                  <a:lnTo>
                    <a:pt x="3558951" y="35341"/>
                  </a:lnTo>
                  <a:lnTo>
                    <a:pt x="3639694" y="23468"/>
                  </a:lnTo>
                  <a:lnTo>
                    <a:pt x="3709951" y="14351"/>
                  </a:lnTo>
                  <a:lnTo>
                    <a:pt x="3766379" y="7841"/>
                  </a:lnTo>
                  <a:lnTo>
                    <a:pt x="3807156" y="3633"/>
                  </a:lnTo>
                  <a:lnTo>
                    <a:pt x="3832482" y="1283"/>
                  </a:lnTo>
                  <a:lnTo>
                    <a:pt x="3844687" y="260"/>
                  </a:lnTo>
                  <a:lnTo>
                    <a:pt x="3848011" y="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82" y="95"/>
                  </a:lnTo>
                  <a:lnTo>
                    <a:pt x="4395358" y="773"/>
                  </a:lnTo>
                  <a:lnTo>
                    <a:pt x="4413840" y="2650"/>
                  </a:lnTo>
                  <a:lnTo>
                    <a:pt x="4446594" y="6337"/>
                  </a:lnTo>
                  <a:lnTo>
                    <a:pt x="4494827" y="12384"/>
                  </a:lnTo>
                  <a:lnTo>
                    <a:pt x="4557707" y="21211"/>
                  </a:lnTo>
                  <a:lnTo>
                    <a:pt x="4632661" y="33071"/>
                  </a:lnTo>
                  <a:lnTo>
                    <a:pt x="4716010" y="48056"/>
                  </a:lnTo>
                  <a:lnTo>
                    <a:pt x="4803734" y="66141"/>
                  </a:lnTo>
                  <a:lnTo>
                    <a:pt x="4892145" y="87256"/>
                  </a:lnTo>
                  <a:lnTo>
                    <a:pt x="4978320" y="111348"/>
                  </a:lnTo>
                  <a:lnTo>
                    <a:pt x="5060255" y="138444"/>
                  </a:lnTo>
                  <a:lnTo>
                    <a:pt x="5136825" y="168678"/>
                  </a:lnTo>
                  <a:lnTo>
                    <a:pt x="5207623" y="202307"/>
                  </a:lnTo>
                  <a:lnTo>
                    <a:pt x="5272778" y="239720"/>
                  </a:lnTo>
                  <a:lnTo>
                    <a:pt x="5332771" y="281423"/>
                  </a:lnTo>
                  <a:lnTo>
                    <a:pt x="5388299" y="328023"/>
                  </a:lnTo>
                  <a:lnTo>
                    <a:pt x="5440170" y="380188"/>
                  </a:lnTo>
                  <a:lnTo>
                    <a:pt x="5489218" y="438582"/>
                  </a:lnTo>
                  <a:lnTo>
                    <a:pt x="5536241" y="503745"/>
                  </a:lnTo>
                  <a:lnTo>
                    <a:pt x="5567201" y="551712"/>
                  </a:lnTo>
                  <a:lnTo>
                    <a:pt x="5600478" y="607647"/>
                  </a:lnTo>
                  <a:lnTo>
                    <a:pt x="5633449" y="667439"/>
                  </a:lnTo>
                  <a:lnTo>
                    <a:pt x="5666295" y="731168"/>
                  </a:lnTo>
                  <a:lnTo>
                    <a:pt x="5699158" y="798856"/>
                  </a:lnTo>
                  <a:lnTo>
                    <a:pt x="5732149" y="870468"/>
                  </a:lnTo>
                  <a:lnTo>
                    <a:pt x="5765349" y="945901"/>
                  </a:lnTo>
                  <a:lnTo>
                    <a:pt x="5798812" y="1024983"/>
                  </a:lnTo>
                  <a:lnTo>
                    <a:pt x="5832567" y="1107470"/>
                  </a:lnTo>
                  <a:lnTo>
                    <a:pt x="5866620" y="1193044"/>
                  </a:lnTo>
                  <a:lnTo>
                    <a:pt x="5900955" y="1281321"/>
                  </a:lnTo>
                  <a:lnTo>
                    <a:pt x="5935541" y="1371850"/>
                  </a:lnTo>
                  <a:lnTo>
                    <a:pt x="5970329" y="1464126"/>
                  </a:lnTo>
                  <a:lnTo>
                    <a:pt x="6005261" y="1557601"/>
                  </a:lnTo>
                  <a:lnTo>
                    <a:pt x="6040266" y="1651695"/>
                  </a:lnTo>
                  <a:lnTo>
                    <a:pt x="6075275" y="1745810"/>
                  </a:lnTo>
                  <a:lnTo>
                    <a:pt x="6110214" y="1839351"/>
                  </a:lnTo>
                  <a:lnTo>
                    <a:pt x="6145015" y="1931734"/>
                  </a:lnTo>
                  <a:lnTo>
                    <a:pt x="6179617" y="2022408"/>
                  </a:lnTo>
                  <a:lnTo>
                    <a:pt x="6213972" y="2110865"/>
                  </a:lnTo>
                  <a:lnTo>
                    <a:pt x="6248046" y="2196651"/>
                  </a:lnTo>
                  <a:lnTo>
                    <a:pt x="6281823" y="2279375"/>
                  </a:lnTo>
                  <a:lnTo>
                    <a:pt x="6315307" y="2358715"/>
                  </a:lnTo>
                  <a:lnTo>
                    <a:pt x="6348525" y="2434422"/>
                  </a:lnTo>
                  <a:lnTo>
                    <a:pt x="6381529" y="2506317"/>
                  </a:lnTo>
                  <a:lnTo>
                    <a:pt x="6414398" y="2574295"/>
                  </a:lnTo>
                  <a:lnTo>
                    <a:pt x="6447240" y="2638312"/>
                  </a:lnTo>
                  <a:lnTo>
                    <a:pt x="6480197" y="2698390"/>
                  </a:lnTo>
                  <a:lnTo>
                    <a:pt x="6513444" y="2754603"/>
                  </a:lnTo>
                  <a:lnTo>
                    <a:pt x="6515891" y="2758563"/>
                  </a:lnTo>
                  <a:lnTo>
                    <a:pt x="6561943" y="2828455"/>
                  </a:lnTo>
                  <a:lnTo>
                    <a:pt x="6609541" y="2891375"/>
                  </a:lnTo>
                  <a:lnTo>
                    <a:pt x="6659416" y="2947678"/>
                  </a:lnTo>
                  <a:lnTo>
                    <a:pt x="6712382" y="2997961"/>
                  </a:lnTo>
                  <a:lnTo>
                    <a:pt x="6769276" y="3042899"/>
                  </a:lnTo>
                  <a:lnTo>
                    <a:pt x="6830876" y="3083147"/>
                  </a:lnTo>
                  <a:lnTo>
                    <a:pt x="6897824" y="3119282"/>
                  </a:lnTo>
                  <a:lnTo>
                    <a:pt x="6970505" y="3151772"/>
                  </a:lnTo>
                  <a:lnTo>
                    <a:pt x="7048892" y="3180965"/>
                  </a:lnTo>
                  <a:lnTo>
                    <a:pt x="7132368" y="3207077"/>
                  </a:lnTo>
                  <a:lnTo>
                    <a:pt x="7219533" y="3230204"/>
                  </a:lnTo>
                  <a:lnTo>
                    <a:pt x="7308085" y="3250343"/>
                  </a:lnTo>
                  <a:lnTo>
                    <a:pt x="7394820" y="3267428"/>
                  </a:lnTo>
                  <a:lnTo>
                    <a:pt x="7475882" y="3281397"/>
                  </a:lnTo>
                  <a:lnTo>
                    <a:pt x="7547281" y="3292255"/>
                  </a:lnTo>
                  <a:lnTo>
                    <a:pt x="7605613" y="3300143"/>
                  </a:lnTo>
                  <a:lnTo>
                    <a:pt x="7648815" y="3305370"/>
                  </a:lnTo>
                  <a:lnTo>
                    <a:pt x="7676703" y="3308405"/>
                  </a:lnTo>
                  <a:lnTo>
                    <a:pt x="7691144" y="3309824"/>
                  </a:lnTo>
                  <a:lnTo>
                    <a:pt x="7695884" y="3310247"/>
                  </a:lnTo>
                  <a:lnTo>
                    <a:pt x="7696237" y="3310276"/>
                  </a:lnTo>
                  <a:lnTo>
                    <a:pt x="8234974" y="3310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7" name="pl1507"/>
            <p:cNvSpPr/>
            <p:nvPr/>
          </p:nvSpPr>
          <p:spPr>
            <a:xfrm>
              <a:off x="546595" y="2046256"/>
              <a:ext cx="8234974" cy="3310276"/>
            </a:xfrm>
            <a:custGeom>
              <a:avLst/>
              <a:pathLst>
                <a:path w="8234974" h="3310276">
                  <a:moveTo>
                    <a:pt x="8234974" y="3310276"/>
                  </a:move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4" y="85"/>
                  </a:lnTo>
                  <a:lnTo>
                    <a:pt x="3839338" y="696"/>
                  </a:lnTo>
                  <a:lnTo>
                    <a:pt x="3820278" y="2385"/>
                  </a:lnTo>
                  <a:lnTo>
                    <a:pt x="3786551" y="5702"/>
                  </a:lnTo>
                  <a:lnTo>
                    <a:pt x="3736996" y="11138"/>
                  </a:lnTo>
                  <a:lnTo>
                    <a:pt x="3672572" y="19064"/>
                  </a:lnTo>
                  <a:lnTo>
                    <a:pt x="3596030" y="29698"/>
                  </a:lnTo>
                  <a:lnTo>
                    <a:pt x="3511224" y="43112"/>
                  </a:lnTo>
                  <a:lnTo>
                    <a:pt x="3422305" y="59280"/>
                  </a:lnTo>
                  <a:lnTo>
                    <a:pt x="3333022" y="78137"/>
                  </a:lnTo>
                  <a:lnTo>
                    <a:pt x="3246301" y="99642"/>
                  </a:lnTo>
                  <a:lnTo>
                    <a:pt x="3164101" y="123828"/>
                  </a:lnTo>
                  <a:lnTo>
                    <a:pt x="3087481" y="150830"/>
                  </a:lnTo>
                  <a:lnTo>
                    <a:pt x="3016771" y="180896"/>
                  </a:lnTo>
                  <a:lnTo>
                    <a:pt x="2951774" y="214393"/>
                  </a:lnTo>
                  <a:lnTo>
                    <a:pt x="2891947" y="251792"/>
                  </a:lnTo>
                  <a:lnTo>
                    <a:pt x="2836543" y="293651"/>
                  </a:lnTo>
                  <a:lnTo>
                    <a:pt x="2784716" y="340576"/>
                  </a:lnTo>
                  <a:lnTo>
                    <a:pt x="2735606" y="393153"/>
                  </a:lnTo>
                  <a:lnTo>
                    <a:pt x="2688406" y="451826"/>
                  </a:lnTo>
                  <a:lnTo>
                    <a:pt x="2667772" y="480026"/>
                  </a:lnTo>
                  <a:lnTo>
                    <a:pt x="2632542" y="531671"/>
                  </a:lnTo>
                  <a:lnTo>
                    <a:pt x="2597642" y="587086"/>
                  </a:lnTo>
                  <a:lnTo>
                    <a:pt x="2562861" y="646347"/>
                  </a:lnTo>
                  <a:lnTo>
                    <a:pt x="2528037" y="709471"/>
                  </a:lnTo>
                  <a:lnTo>
                    <a:pt x="2493045" y="776405"/>
                  </a:lnTo>
                  <a:lnTo>
                    <a:pt x="2457799" y="847024"/>
                  </a:lnTo>
                  <a:lnTo>
                    <a:pt x="2422243" y="921128"/>
                  </a:lnTo>
                  <a:lnTo>
                    <a:pt x="2386355" y="998434"/>
                  </a:lnTo>
                  <a:lnTo>
                    <a:pt x="2350137" y="1078582"/>
                  </a:lnTo>
                  <a:lnTo>
                    <a:pt x="2313620" y="1161141"/>
                  </a:lnTo>
                  <a:lnTo>
                    <a:pt x="2276852" y="1245613"/>
                  </a:lnTo>
                  <a:lnTo>
                    <a:pt x="2239899" y="1331446"/>
                  </a:lnTo>
                  <a:lnTo>
                    <a:pt x="2202840" y="1418049"/>
                  </a:lnTo>
                  <a:lnTo>
                    <a:pt x="2165759" y="1504810"/>
                  </a:lnTo>
                  <a:lnTo>
                    <a:pt x="2128741" y="1591110"/>
                  </a:lnTo>
                  <a:lnTo>
                    <a:pt x="2091871" y="1676344"/>
                  </a:lnTo>
                  <a:lnTo>
                    <a:pt x="2055219" y="1759940"/>
                  </a:lnTo>
                  <a:lnTo>
                    <a:pt x="2018844" y="1841370"/>
                  </a:lnTo>
                  <a:lnTo>
                    <a:pt x="1982787" y="1920169"/>
                  </a:lnTo>
                  <a:lnTo>
                    <a:pt x="1947063" y="1995938"/>
                  </a:lnTo>
                  <a:lnTo>
                    <a:pt x="1911664" y="2068356"/>
                  </a:lnTo>
                  <a:lnTo>
                    <a:pt x="1876552" y="2137182"/>
                  </a:lnTo>
                  <a:lnTo>
                    <a:pt x="1841656" y="2202250"/>
                  </a:lnTo>
                  <a:lnTo>
                    <a:pt x="1806871" y="2263474"/>
                  </a:lnTo>
                  <a:lnTo>
                    <a:pt x="1772055" y="2320835"/>
                  </a:lnTo>
                  <a:lnTo>
                    <a:pt x="1737021" y="2374381"/>
                  </a:lnTo>
                  <a:lnTo>
                    <a:pt x="1719082" y="2400132"/>
                  </a:lnTo>
                  <a:lnTo>
                    <a:pt x="1672507" y="2461588"/>
                  </a:lnTo>
                  <a:lnTo>
                    <a:pt x="1624343" y="2516845"/>
                  </a:lnTo>
                  <a:lnTo>
                    <a:pt x="1573833" y="2566225"/>
                  </a:lnTo>
                  <a:lnTo>
                    <a:pt x="1520133" y="2610270"/>
                  </a:lnTo>
                  <a:lnTo>
                    <a:pt x="1462380" y="2649586"/>
                  </a:lnTo>
                  <a:lnTo>
                    <a:pt x="1399773" y="2684761"/>
                  </a:lnTo>
                  <a:lnTo>
                    <a:pt x="1331661" y="2716306"/>
                  </a:lnTo>
                  <a:lnTo>
                    <a:pt x="1257674" y="2744638"/>
                  </a:lnTo>
                  <a:lnTo>
                    <a:pt x="1177882" y="2770058"/>
                  </a:lnTo>
                  <a:lnTo>
                    <a:pt x="1092994" y="2792750"/>
                  </a:lnTo>
                  <a:lnTo>
                    <a:pt x="1004550" y="2812790"/>
                  </a:lnTo>
                  <a:lnTo>
                    <a:pt x="915048" y="2830166"/>
                  </a:lnTo>
                  <a:lnTo>
                    <a:pt x="827903" y="2844816"/>
                  </a:lnTo>
                  <a:lnTo>
                    <a:pt x="747161" y="2856690"/>
                  </a:lnTo>
                  <a:lnTo>
                    <a:pt x="676904" y="2865806"/>
                  </a:lnTo>
                  <a:lnTo>
                    <a:pt x="620475" y="2872317"/>
                  </a:lnTo>
                  <a:lnTo>
                    <a:pt x="579698" y="2876525"/>
                  </a:lnTo>
                  <a:lnTo>
                    <a:pt x="554373" y="2878875"/>
                  </a:lnTo>
                  <a:lnTo>
                    <a:pt x="542167" y="2879897"/>
                  </a:lnTo>
                  <a:lnTo>
                    <a:pt x="538843" y="2880151"/>
                  </a:lnTo>
                  <a:lnTo>
                    <a:pt x="538736" y="2880158"/>
                  </a:lnTo>
                  <a:lnTo>
                    <a:pt x="0" y="28801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8" name="pg1508"/>
            <p:cNvSpPr/>
            <p:nvPr/>
          </p:nvSpPr>
          <p:spPr>
            <a:xfrm>
              <a:off x="546595" y="467341"/>
              <a:ext cx="8234974" cy="5460867"/>
            </a:xfrm>
            <a:custGeom>
              <a:avLst/>
              <a:pathLst>
                <a:path w="8234974" h="5460867">
                  <a:moveTo>
                    <a:pt x="0" y="4644187"/>
                  </a:moveTo>
                  <a:lnTo>
                    <a:pt x="538736" y="4644187"/>
                  </a:lnTo>
                  <a:lnTo>
                    <a:pt x="540026" y="4644214"/>
                  </a:lnTo>
                  <a:lnTo>
                    <a:pt x="548445" y="4644407"/>
                  </a:lnTo>
                  <a:lnTo>
                    <a:pt x="569439" y="4644939"/>
                  </a:lnTo>
                  <a:lnTo>
                    <a:pt x="606390" y="4645984"/>
                  </a:lnTo>
                  <a:lnTo>
                    <a:pt x="660291" y="4647691"/>
                  </a:lnTo>
                  <a:lnTo>
                    <a:pt x="729725" y="4650171"/>
                  </a:lnTo>
                  <a:lnTo>
                    <a:pt x="811336" y="4653482"/>
                  </a:lnTo>
                  <a:lnTo>
                    <a:pt x="900697" y="4657638"/>
                  </a:lnTo>
                  <a:lnTo>
                    <a:pt x="993260" y="4662627"/>
                  </a:lnTo>
                  <a:lnTo>
                    <a:pt x="1085104" y="4668427"/>
                  </a:lnTo>
                  <a:lnTo>
                    <a:pt x="1173340" y="4675033"/>
                  </a:lnTo>
                  <a:lnTo>
                    <a:pt x="1256183" y="4682467"/>
                  </a:lnTo>
                  <a:lnTo>
                    <a:pt x="1332812" y="4690785"/>
                  </a:lnTo>
                  <a:lnTo>
                    <a:pt x="1403146" y="4700083"/>
                  </a:lnTo>
                  <a:lnTo>
                    <a:pt x="1467609" y="4710492"/>
                  </a:lnTo>
                  <a:lnTo>
                    <a:pt x="1526937" y="4722175"/>
                  </a:lnTo>
                  <a:lnTo>
                    <a:pt x="1582032" y="4735319"/>
                  </a:lnTo>
                  <a:lnTo>
                    <a:pt x="1633851" y="4750113"/>
                  </a:lnTo>
                  <a:lnTo>
                    <a:pt x="1683321" y="4766720"/>
                  </a:lnTo>
                  <a:lnTo>
                    <a:pt x="1719082" y="4780301"/>
                  </a:lnTo>
                  <a:lnTo>
                    <a:pt x="1768274" y="4801089"/>
                  </a:lnTo>
                  <a:lnTo>
                    <a:pt x="1816988" y="4823988"/>
                  </a:lnTo>
                  <a:lnTo>
                    <a:pt x="1865724" y="4849030"/>
                  </a:lnTo>
                  <a:lnTo>
                    <a:pt x="1914821" y="4876174"/>
                  </a:lnTo>
                  <a:lnTo>
                    <a:pt x="1964483" y="4905300"/>
                  </a:lnTo>
                  <a:lnTo>
                    <a:pt x="2014793" y="4936200"/>
                  </a:lnTo>
                  <a:lnTo>
                    <a:pt x="2065725" y="4968585"/>
                  </a:lnTo>
                  <a:lnTo>
                    <a:pt x="2117169" y="5002088"/>
                  </a:lnTo>
                  <a:lnTo>
                    <a:pt x="2168944" y="5036284"/>
                  </a:lnTo>
                  <a:lnTo>
                    <a:pt x="2220830" y="5070705"/>
                  </a:lnTo>
                  <a:lnTo>
                    <a:pt x="2272592" y="5104874"/>
                  </a:lnTo>
                  <a:lnTo>
                    <a:pt x="2324011" y="5138326"/>
                  </a:lnTo>
                  <a:lnTo>
                    <a:pt x="2374910" y="5170636"/>
                  </a:lnTo>
                  <a:lnTo>
                    <a:pt x="2425183" y="5201443"/>
                  </a:lnTo>
                  <a:lnTo>
                    <a:pt x="2474810" y="5230462"/>
                  </a:lnTo>
                  <a:lnTo>
                    <a:pt x="2523880" y="5257490"/>
                  </a:lnTo>
                  <a:lnTo>
                    <a:pt x="2572604" y="5282412"/>
                  </a:lnTo>
                  <a:lnTo>
                    <a:pt x="2621330" y="5305191"/>
                  </a:lnTo>
                  <a:lnTo>
                    <a:pt x="2667772" y="5324754"/>
                  </a:lnTo>
                  <a:lnTo>
                    <a:pt x="2716030" y="5342767"/>
                  </a:lnTo>
                  <a:lnTo>
                    <a:pt x="2766019" y="5358898"/>
                  </a:lnTo>
                  <a:lnTo>
                    <a:pt x="2818586" y="5373253"/>
                  </a:lnTo>
                  <a:lnTo>
                    <a:pt x="2874674" y="5386004"/>
                  </a:lnTo>
                  <a:lnTo>
                    <a:pt x="2935236" y="5397343"/>
                  </a:lnTo>
                  <a:lnTo>
                    <a:pt x="3001142" y="5407453"/>
                  </a:lnTo>
                  <a:lnTo>
                    <a:pt x="3073065" y="5416489"/>
                  </a:lnTo>
                  <a:lnTo>
                    <a:pt x="3151319" y="5424573"/>
                  </a:lnTo>
                  <a:lnTo>
                    <a:pt x="3235656" y="5431791"/>
                  </a:lnTo>
                  <a:lnTo>
                    <a:pt x="3325030" y="5438190"/>
                  </a:lnTo>
                  <a:lnTo>
                    <a:pt x="3417378" y="5443784"/>
                  </a:lnTo>
                  <a:lnTo>
                    <a:pt x="3509529" y="5448561"/>
                  </a:lnTo>
                  <a:lnTo>
                    <a:pt x="3597349" y="5452501"/>
                  </a:lnTo>
                  <a:lnTo>
                    <a:pt x="3676237" y="5455596"/>
                  </a:lnTo>
                  <a:lnTo>
                    <a:pt x="3741946" y="5457871"/>
                  </a:lnTo>
                  <a:lnTo>
                    <a:pt x="3791548" y="5459396"/>
                  </a:lnTo>
                  <a:lnTo>
                    <a:pt x="3824218" y="5460294"/>
                  </a:lnTo>
                  <a:lnTo>
                    <a:pt x="3841580" y="5460722"/>
                  </a:lnTo>
                  <a:lnTo>
                    <a:pt x="3847579" y="5460856"/>
                  </a:lnTo>
                  <a:lnTo>
                    <a:pt x="3848118" y="5460867"/>
                  </a:lnTo>
                  <a:lnTo>
                    <a:pt x="4386855" y="5460867"/>
                  </a:lnTo>
                  <a:lnTo>
                    <a:pt x="4387667" y="5460755"/>
                  </a:lnTo>
                  <a:lnTo>
                    <a:pt x="4393020" y="5459957"/>
                  </a:lnTo>
                  <a:lnTo>
                    <a:pt x="4406570" y="5457753"/>
                  </a:lnTo>
                  <a:lnTo>
                    <a:pt x="4430930" y="5453409"/>
                  </a:lnTo>
                  <a:lnTo>
                    <a:pt x="4467501" y="5446239"/>
                  </a:lnTo>
                  <a:lnTo>
                    <a:pt x="4516369" y="5435665"/>
                  </a:lnTo>
                  <a:lnTo>
                    <a:pt x="4576363" y="5421271"/>
                  </a:lnTo>
                  <a:lnTo>
                    <a:pt x="4645323" y="5402821"/>
                  </a:lnTo>
                  <a:lnTo>
                    <a:pt x="4720500" y="5380244"/>
                  </a:lnTo>
                  <a:lnTo>
                    <a:pt x="4799010" y="5353580"/>
                  </a:lnTo>
                  <a:lnTo>
                    <a:pt x="4878205" y="5322916"/>
                  </a:lnTo>
                  <a:lnTo>
                    <a:pt x="4955919" y="5288319"/>
                  </a:lnTo>
                  <a:lnTo>
                    <a:pt x="5030579" y="5249783"/>
                  </a:lnTo>
                  <a:lnTo>
                    <a:pt x="5101192" y="5207197"/>
                  </a:lnTo>
                  <a:lnTo>
                    <a:pt x="5167269" y="5160315"/>
                  </a:lnTo>
                  <a:lnTo>
                    <a:pt x="5228720" y="5108763"/>
                  </a:lnTo>
                  <a:lnTo>
                    <a:pt x="5285746" y="5052027"/>
                  </a:lnTo>
                  <a:lnTo>
                    <a:pt x="5338743" y="4989477"/>
                  </a:lnTo>
                  <a:lnTo>
                    <a:pt x="5388231" y="4920380"/>
                  </a:lnTo>
                  <a:lnTo>
                    <a:pt x="5434789" y="4843943"/>
                  </a:lnTo>
                  <a:lnTo>
                    <a:pt x="5479018" y="4759375"/>
                  </a:lnTo>
                  <a:lnTo>
                    <a:pt x="5521497" y="4665998"/>
                  </a:lnTo>
                  <a:lnTo>
                    <a:pt x="5562744" y="4563415"/>
                  </a:lnTo>
                  <a:lnTo>
                    <a:pt x="5567201" y="4551630"/>
                  </a:lnTo>
                  <a:lnTo>
                    <a:pt x="5593835" y="4478441"/>
                  </a:lnTo>
                  <a:lnTo>
                    <a:pt x="5620247" y="4401210"/>
                  </a:lnTo>
                  <a:lnTo>
                    <a:pt x="5646538" y="4319859"/>
                  </a:lnTo>
                  <a:lnTo>
                    <a:pt x="5672787" y="4234343"/>
                  </a:lnTo>
                  <a:lnTo>
                    <a:pt x="5699065" y="4144656"/>
                  </a:lnTo>
                  <a:lnTo>
                    <a:pt x="5725424" y="4050835"/>
                  </a:lnTo>
                  <a:lnTo>
                    <a:pt x="5751908" y="3952959"/>
                  </a:lnTo>
                  <a:lnTo>
                    <a:pt x="5778549" y="3851155"/>
                  </a:lnTo>
                  <a:lnTo>
                    <a:pt x="5805368" y="3745598"/>
                  </a:lnTo>
                  <a:lnTo>
                    <a:pt x="5832375" y="3636512"/>
                  </a:lnTo>
                  <a:lnTo>
                    <a:pt x="5859573" y="3524170"/>
                  </a:lnTo>
                  <a:lnTo>
                    <a:pt x="5886955" y="3408891"/>
                  </a:lnTo>
                  <a:lnTo>
                    <a:pt x="5914507" y="3291036"/>
                  </a:lnTo>
                  <a:lnTo>
                    <a:pt x="5942209" y="3171011"/>
                  </a:lnTo>
                  <a:lnTo>
                    <a:pt x="5970033" y="3049251"/>
                  </a:lnTo>
                  <a:lnTo>
                    <a:pt x="5997949" y="2926222"/>
                  </a:lnTo>
                  <a:lnTo>
                    <a:pt x="6025922" y="2802412"/>
                  </a:lnTo>
                  <a:lnTo>
                    <a:pt x="6053916" y="2678320"/>
                  </a:lnTo>
                  <a:lnTo>
                    <a:pt x="6081894" y="2554452"/>
                  </a:lnTo>
                  <a:lnTo>
                    <a:pt x="6109818" y="2431307"/>
                  </a:lnTo>
                  <a:lnTo>
                    <a:pt x="6137655" y="2309375"/>
                  </a:lnTo>
                  <a:lnTo>
                    <a:pt x="6165372" y="2189125"/>
                  </a:lnTo>
                  <a:lnTo>
                    <a:pt x="6192943" y="2070997"/>
                  </a:lnTo>
                  <a:lnTo>
                    <a:pt x="6220346" y="1955398"/>
                  </a:lnTo>
                  <a:lnTo>
                    <a:pt x="6247566" y="1842697"/>
                  </a:lnTo>
                  <a:lnTo>
                    <a:pt x="6274595" y="1733218"/>
                  </a:lnTo>
                  <a:lnTo>
                    <a:pt x="6301435" y="1627239"/>
                  </a:lnTo>
                  <a:lnTo>
                    <a:pt x="6328096" y="1524989"/>
                  </a:lnTo>
                  <a:lnTo>
                    <a:pt x="6354597" y="1426648"/>
                  </a:lnTo>
                  <a:lnTo>
                    <a:pt x="6380969" y="1332351"/>
                  </a:lnTo>
                  <a:lnTo>
                    <a:pt x="6407253" y="1242181"/>
                  </a:lnTo>
                  <a:lnTo>
                    <a:pt x="6433503" y="1156179"/>
                  </a:lnTo>
                  <a:lnTo>
                    <a:pt x="6459784" y="1074346"/>
                  </a:lnTo>
                  <a:lnTo>
                    <a:pt x="6486178" y="996640"/>
                  </a:lnTo>
                  <a:lnTo>
                    <a:pt x="6512780" y="922985"/>
                  </a:lnTo>
                  <a:lnTo>
                    <a:pt x="6515891" y="914681"/>
                  </a:lnTo>
                  <a:lnTo>
                    <a:pt x="6557031" y="811086"/>
                  </a:lnTo>
                  <a:lnTo>
                    <a:pt x="6599351" y="716714"/>
                  </a:lnTo>
                  <a:lnTo>
                    <a:pt x="6643361" y="631212"/>
                  </a:lnTo>
                  <a:lnTo>
                    <a:pt x="6689635" y="553923"/>
                  </a:lnTo>
                  <a:lnTo>
                    <a:pt x="6738773" y="484062"/>
                  </a:lnTo>
                  <a:lnTo>
                    <a:pt x="6791360" y="420833"/>
                  </a:lnTo>
                  <a:lnTo>
                    <a:pt x="6847923" y="363494"/>
                  </a:lnTo>
                  <a:lnTo>
                    <a:pt x="6908876" y="311401"/>
                  </a:lnTo>
                  <a:lnTo>
                    <a:pt x="6974445" y="264030"/>
                  </a:lnTo>
                  <a:lnTo>
                    <a:pt x="7044577" y="220987"/>
                  </a:lnTo>
                  <a:lnTo>
                    <a:pt x="7118833" y="182016"/>
                  </a:lnTo>
                  <a:lnTo>
                    <a:pt x="7196279" y="146990"/>
                  </a:lnTo>
                  <a:lnTo>
                    <a:pt x="7275406" y="115894"/>
                  </a:lnTo>
                  <a:lnTo>
                    <a:pt x="7354113" y="88788"/>
                  </a:lnTo>
                  <a:lnTo>
                    <a:pt x="7429795" y="65760"/>
                  </a:lnTo>
                  <a:lnTo>
                    <a:pt x="7499574" y="46859"/>
                  </a:lnTo>
                  <a:lnTo>
                    <a:pt x="7560670" y="32029"/>
                  </a:lnTo>
                  <a:lnTo>
                    <a:pt x="7610833" y="21054"/>
                  </a:lnTo>
                  <a:lnTo>
                    <a:pt x="7648769" y="13537"/>
                  </a:lnTo>
                  <a:lnTo>
                    <a:pt x="7674420" y="8917"/>
                  </a:lnTo>
                  <a:lnTo>
                    <a:pt x="7689045" y="6513"/>
                  </a:lnTo>
                  <a:lnTo>
                    <a:pt x="7695135" y="559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26" y="111"/>
                  </a:lnTo>
                  <a:lnTo>
                    <a:pt x="7690072" y="909"/>
                  </a:lnTo>
                  <a:lnTo>
                    <a:pt x="7676522" y="3114"/>
                  </a:lnTo>
                  <a:lnTo>
                    <a:pt x="7652163" y="7458"/>
                  </a:lnTo>
                  <a:lnTo>
                    <a:pt x="7615592" y="14628"/>
                  </a:lnTo>
                  <a:lnTo>
                    <a:pt x="7566724" y="25202"/>
                  </a:lnTo>
                  <a:lnTo>
                    <a:pt x="7506729" y="39596"/>
                  </a:lnTo>
                  <a:lnTo>
                    <a:pt x="7437770" y="58046"/>
                  </a:lnTo>
                  <a:lnTo>
                    <a:pt x="7362592" y="80623"/>
                  </a:lnTo>
                  <a:lnTo>
                    <a:pt x="7284082" y="107287"/>
                  </a:lnTo>
                  <a:lnTo>
                    <a:pt x="7204888" y="137951"/>
                  </a:lnTo>
                  <a:lnTo>
                    <a:pt x="7127173" y="172548"/>
                  </a:lnTo>
                  <a:lnTo>
                    <a:pt x="7052513" y="211083"/>
                  </a:lnTo>
                  <a:lnTo>
                    <a:pt x="6981901" y="253670"/>
                  </a:lnTo>
                  <a:lnTo>
                    <a:pt x="6915824" y="300551"/>
                  </a:lnTo>
                  <a:lnTo>
                    <a:pt x="6854373" y="352104"/>
                  </a:lnTo>
                  <a:lnTo>
                    <a:pt x="6797347" y="408840"/>
                  </a:lnTo>
                  <a:lnTo>
                    <a:pt x="6744349" y="471390"/>
                  </a:lnTo>
                  <a:lnTo>
                    <a:pt x="6694862" y="540487"/>
                  </a:lnTo>
                  <a:lnTo>
                    <a:pt x="6648303" y="616924"/>
                  </a:lnTo>
                  <a:lnTo>
                    <a:pt x="6604075" y="701492"/>
                  </a:lnTo>
                  <a:lnTo>
                    <a:pt x="6561596" y="794868"/>
                  </a:lnTo>
                  <a:lnTo>
                    <a:pt x="6520348" y="897452"/>
                  </a:lnTo>
                  <a:lnTo>
                    <a:pt x="6515891" y="909237"/>
                  </a:lnTo>
                  <a:lnTo>
                    <a:pt x="6489258" y="982426"/>
                  </a:lnTo>
                  <a:lnTo>
                    <a:pt x="6462845" y="1059657"/>
                  </a:lnTo>
                  <a:lnTo>
                    <a:pt x="6436555" y="1141008"/>
                  </a:lnTo>
                  <a:lnTo>
                    <a:pt x="6410305" y="1226524"/>
                  </a:lnTo>
                  <a:lnTo>
                    <a:pt x="6384028" y="1316210"/>
                  </a:lnTo>
                  <a:lnTo>
                    <a:pt x="6357669" y="1410032"/>
                  </a:lnTo>
                  <a:lnTo>
                    <a:pt x="6331184" y="1507908"/>
                  </a:lnTo>
                  <a:lnTo>
                    <a:pt x="6304543" y="1609712"/>
                  </a:lnTo>
                  <a:lnTo>
                    <a:pt x="6277725" y="1715269"/>
                  </a:lnTo>
                  <a:lnTo>
                    <a:pt x="6250718" y="1824355"/>
                  </a:lnTo>
                  <a:lnTo>
                    <a:pt x="6223520" y="1936697"/>
                  </a:lnTo>
                  <a:lnTo>
                    <a:pt x="6196138" y="2051976"/>
                  </a:lnTo>
                  <a:lnTo>
                    <a:pt x="6168585" y="2169830"/>
                  </a:lnTo>
                  <a:lnTo>
                    <a:pt x="6140884" y="2289856"/>
                  </a:lnTo>
                  <a:lnTo>
                    <a:pt x="6113059" y="2411616"/>
                  </a:lnTo>
                  <a:lnTo>
                    <a:pt x="6085143" y="2534645"/>
                  </a:lnTo>
                  <a:lnTo>
                    <a:pt x="6057170" y="2658455"/>
                  </a:lnTo>
                  <a:lnTo>
                    <a:pt x="6029176" y="2782547"/>
                  </a:lnTo>
                  <a:lnTo>
                    <a:pt x="6001199" y="2906415"/>
                  </a:lnTo>
                  <a:lnTo>
                    <a:pt x="5973274" y="3029560"/>
                  </a:lnTo>
                  <a:lnTo>
                    <a:pt x="5945438" y="3151492"/>
                  </a:lnTo>
                  <a:lnTo>
                    <a:pt x="5917720" y="3271742"/>
                  </a:lnTo>
                  <a:lnTo>
                    <a:pt x="5890149" y="3389870"/>
                  </a:lnTo>
                  <a:lnTo>
                    <a:pt x="5862747" y="3505469"/>
                  </a:lnTo>
                  <a:lnTo>
                    <a:pt x="5835527" y="3618169"/>
                  </a:lnTo>
                  <a:lnTo>
                    <a:pt x="5808497" y="3727648"/>
                  </a:lnTo>
                  <a:lnTo>
                    <a:pt x="5781657" y="3833628"/>
                  </a:lnTo>
                  <a:lnTo>
                    <a:pt x="5754997" y="3935878"/>
                  </a:lnTo>
                  <a:lnTo>
                    <a:pt x="5728496" y="4034218"/>
                  </a:lnTo>
                  <a:lnTo>
                    <a:pt x="5702124" y="4128516"/>
                  </a:lnTo>
                  <a:lnTo>
                    <a:pt x="5675840" y="4218686"/>
                  </a:lnTo>
                  <a:lnTo>
                    <a:pt x="5649590" y="4304687"/>
                  </a:lnTo>
                  <a:lnTo>
                    <a:pt x="5623308" y="4386521"/>
                  </a:lnTo>
                  <a:lnTo>
                    <a:pt x="5596914" y="4464227"/>
                  </a:lnTo>
                  <a:lnTo>
                    <a:pt x="5570312" y="4537881"/>
                  </a:lnTo>
                  <a:lnTo>
                    <a:pt x="5567201" y="4546186"/>
                  </a:lnTo>
                  <a:lnTo>
                    <a:pt x="5526061" y="4649781"/>
                  </a:lnTo>
                  <a:lnTo>
                    <a:pt x="5483741" y="4744153"/>
                  </a:lnTo>
                  <a:lnTo>
                    <a:pt x="5439731" y="4829655"/>
                  </a:lnTo>
                  <a:lnTo>
                    <a:pt x="5393457" y="4906944"/>
                  </a:lnTo>
                  <a:lnTo>
                    <a:pt x="5344319" y="4976805"/>
                  </a:lnTo>
                  <a:lnTo>
                    <a:pt x="5291732" y="5040034"/>
                  </a:lnTo>
                  <a:lnTo>
                    <a:pt x="5235169" y="5097373"/>
                  </a:lnTo>
                  <a:lnTo>
                    <a:pt x="5174216" y="5149466"/>
                  </a:lnTo>
                  <a:lnTo>
                    <a:pt x="5108647" y="5196837"/>
                  </a:lnTo>
                  <a:lnTo>
                    <a:pt x="5038515" y="5239880"/>
                  </a:lnTo>
                  <a:lnTo>
                    <a:pt x="4964260" y="5278850"/>
                  </a:lnTo>
                  <a:lnTo>
                    <a:pt x="4886814" y="5313876"/>
                  </a:lnTo>
                  <a:lnTo>
                    <a:pt x="4807686" y="5344973"/>
                  </a:lnTo>
                  <a:lnTo>
                    <a:pt x="4728979" y="5372079"/>
                  </a:lnTo>
                  <a:lnTo>
                    <a:pt x="4653298" y="5395107"/>
                  </a:lnTo>
                  <a:lnTo>
                    <a:pt x="4583518" y="5414007"/>
                  </a:lnTo>
                  <a:lnTo>
                    <a:pt x="4522423" y="5428837"/>
                  </a:lnTo>
                  <a:lnTo>
                    <a:pt x="4472260" y="5439812"/>
                  </a:lnTo>
                  <a:lnTo>
                    <a:pt x="4434323" y="5447329"/>
                  </a:lnTo>
                  <a:lnTo>
                    <a:pt x="4408673" y="5451950"/>
                  </a:lnTo>
                  <a:lnTo>
                    <a:pt x="4394047" y="5454353"/>
                  </a:lnTo>
                  <a:lnTo>
                    <a:pt x="4387957" y="5455270"/>
                  </a:lnTo>
                  <a:lnTo>
                    <a:pt x="4386855" y="5455423"/>
                  </a:lnTo>
                  <a:lnTo>
                    <a:pt x="3848118" y="5455423"/>
                  </a:lnTo>
                  <a:lnTo>
                    <a:pt x="3846828" y="5455396"/>
                  </a:lnTo>
                  <a:lnTo>
                    <a:pt x="3838409" y="5455203"/>
                  </a:lnTo>
                  <a:lnTo>
                    <a:pt x="3817415" y="5454671"/>
                  </a:lnTo>
                  <a:lnTo>
                    <a:pt x="3780464" y="5453626"/>
                  </a:lnTo>
                  <a:lnTo>
                    <a:pt x="3726563" y="5451919"/>
                  </a:lnTo>
                  <a:lnTo>
                    <a:pt x="3657130" y="5449439"/>
                  </a:lnTo>
                  <a:lnTo>
                    <a:pt x="3575518" y="5446128"/>
                  </a:lnTo>
                  <a:lnTo>
                    <a:pt x="3486157" y="5441972"/>
                  </a:lnTo>
                  <a:lnTo>
                    <a:pt x="3393595" y="5436983"/>
                  </a:lnTo>
                  <a:lnTo>
                    <a:pt x="3301751" y="5431183"/>
                  </a:lnTo>
                  <a:lnTo>
                    <a:pt x="3213514" y="5424577"/>
                  </a:lnTo>
                  <a:lnTo>
                    <a:pt x="3130671" y="5417143"/>
                  </a:lnTo>
                  <a:lnTo>
                    <a:pt x="3054042" y="5408824"/>
                  </a:lnTo>
                  <a:lnTo>
                    <a:pt x="2983708" y="5399527"/>
                  </a:lnTo>
                  <a:lnTo>
                    <a:pt x="2919246" y="5389118"/>
                  </a:lnTo>
                  <a:lnTo>
                    <a:pt x="2859918" y="5377435"/>
                  </a:lnTo>
                  <a:lnTo>
                    <a:pt x="2804823" y="5364291"/>
                  </a:lnTo>
                  <a:lnTo>
                    <a:pt x="2753004" y="5349497"/>
                  </a:lnTo>
                  <a:lnTo>
                    <a:pt x="2703533" y="5332890"/>
                  </a:lnTo>
                  <a:lnTo>
                    <a:pt x="2667772" y="5319309"/>
                  </a:lnTo>
                  <a:lnTo>
                    <a:pt x="2618580" y="5298521"/>
                  </a:lnTo>
                  <a:lnTo>
                    <a:pt x="2569866" y="5275621"/>
                  </a:lnTo>
                  <a:lnTo>
                    <a:pt x="2521131" y="5250579"/>
                  </a:lnTo>
                  <a:lnTo>
                    <a:pt x="2472034" y="5223435"/>
                  </a:lnTo>
                  <a:lnTo>
                    <a:pt x="2422371" y="5194310"/>
                  </a:lnTo>
                  <a:lnTo>
                    <a:pt x="2372062" y="5163410"/>
                  </a:lnTo>
                  <a:lnTo>
                    <a:pt x="2321129" y="5131025"/>
                  </a:lnTo>
                  <a:lnTo>
                    <a:pt x="2269686" y="5097522"/>
                  </a:lnTo>
                  <a:lnTo>
                    <a:pt x="2217911" y="5063326"/>
                  </a:lnTo>
                  <a:lnTo>
                    <a:pt x="2166025" y="5028905"/>
                  </a:lnTo>
                  <a:lnTo>
                    <a:pt x="2114263" y="4994736"/>
                  </a:lnTo>
                  <a:lnTo>
                    <a:pt x="2062844" y="4961284"/>
                  </a:lnTo>
                  <a:lnTo>
                    <a:pt x="2011944" y="4928974"/>
                  </a:lnTo>
                  <a:lnTo>
                    <a:pt x="1961671" y="4898167"/>
                  </a:lnTo>
                  <a:lnTo>
                    <a:pt x="1912044" y="4869148"/>
                  </a:lnTo>
                  <a:lnTo>
                    <a:pt x="1862974" y="4842120"/>
                  </a:lnTo>
                  <a:lnTo>
                    <a:pt x="1814250" y="4817198"/>
                  </a:lnTo>
                  <a:lnTo>
                    <a:pt x="1765524" y="4794419"/>
                  </a:lnTo>
                  <a:lnTo>
                    <a:pt x="1719082" y="4774856"/>
                  </a:lnTo>
                  <a:lnTo>
                    <a:pt x="1670825" y="4756842"/>
                  </a:lnTo>
                  <a:lnTo>
                    <a:pt x="1620836" y="4740712"/>
                  </a:lnTo>
                  <a:lnTo>
                    <a:pt x="1568269" y="4726357"/>
                  </a:lnTo>
                  <a:lnTo>
                    <a:pt x="1512180" y="4713606"/>
                  </a:lnTo>
                  <a:lnTo>
                    <a:pt x="1451618" y="4702266"/>
                  </a:lnTo>
                  <a:lnTo>
                    <a:pt x="1385712" y="4692157"/>
                  </a:lnTo>
                  <a:lnTo>
                    <a:pt x="1313790" y="4683121"/>
                  </a:lnTo>
                  <a:lnTo>
                    <a:pt x="1235536" y="4675037"/>
                  </a:lnTo>
                  <a:lnTo>
                    <a:pt x="1151198" y="4667819"/>
                  </a:lnTo>
                  <a:lnTo>
                    <a:pt x="1061825" y="4661420"/>
                  </a:lnTo>
                  <a:lnTo>
                    <a:pt x="969477" y="4655826"/>
                  </a:lnTo>
                  <a:lnTo>
                    <a:pt x="877326" y="4651049"/>
                  </a:lnTo>
                  <a:lnTo>
                    <a:pt x="789506" y="4647108"/>
                  </a:lnTo>
                  <a:lnTo>
                    <a:pt x="710618" y="4644013"/>
                  </a:lnTo>
                  <a:lnTo>
                    <a:pt x="644908" y="4641739"/>
                  </a:lnTo>
                  <a:lnTo>
                    <a:pt x="595306" y="4640214"/>
                  </a:lnTo>
                  <a:lnTo>
                    <a:pt x="562637" y="4639316"/>
                  </a:lnTo>
                  <a:lnTo>
                    <a:pt x="545275" y="4638887"/>
                  </a:lnTo>
                  <a:lnTo>
                    <a:pt x="539276" y="4638754"/>
                  </a:lnTo>
                  <a:lnTo>
                    <a:pt x="538736" y="4638743"/>
                  </a:lnTo>
                  <a:lnTo>
                    <a:pt x="0" y="463874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09" name="pl1509"/>
            <p:cNvSpPr/>
            <p:nvPr/>
          </p:nvSpPr>
          <p:spPr>
            <a:xfrm>
              <a:off x="546595" y="472785"/>
              <a:ext cx="8234974" cy="5455423"/>
            </a:xfrm>
            <a:custGeom>
              <a:avLst/>
              <a:pathLst>
                <a:path w="8234974" h="5455423">
                  <a:moveTo>
                    <a:pt x="0" y="4638743"/>
                  </a:moveTo>
                  <a:lnTo>
                    <a:pt x="538736" y="4638743"/>
                  </a:lnTo>
                  <a:lnTo>
                    <a:pt x="540026" y="4638770"/>
                  </a:lnTo>
                  <a:lnTo>
                    <a:pt x="548445" y="4638962"/>
                  </a:lnTo>
                  <a:lnTo>
                    <a:pt x="569439" y="4639495"/>
                  </a:lnTo>
                  <a:lnTo>
                    <a:pt x="606390" y="4640539"/>
                  </a:lnTo>
                  <a:lnTo>
                    <a:pt x="660291" y="4642247"/>
                  </a:lnTo>
                  <a:lnTo>
                    <a:pt x="729725" y="4644726"/>
                  </a:lnTo>
                  <a:lnTo>
                    <a:pt x="811336" y="4648037"/>
                  </a:lnTo>
                  <a:lnTo>
                    <a:pt x="900697" y="4652194"/>
                  </a:lnTo>
                  <a:lnTo>
                    <a:pt x="993260" y="4657182"/>
                  </a:lnTo>
                  <a:lnTo>
                    <a:pt x="1085104" y="4662982"/>
                  </a:lnTo>
                  <a:lnTo>
                    <a:pt x="1173340" y="4669589"/>
                  </a:lnTo>
                  <a:lnTo>
                    <a:pt x="1256183" y="4677023"/>
                  </a:lnTo>
                  <a:lnTo>
                    <a:pt x="1332812" y="4685341"/>
                  </a:lnTo>
                  <a:lnTo>
                    <a:pt x="1403146" y="4694639"/>
                  </a:lnTo>
                  <a:lnTo>
                    <a:pt x="1467609" y="4705047"/>
                  </a:lnTo>
                  <a:lnTo>
                    <a:pt x="1526937" y="4716730"/>
                  </a:lnTo>
                  <a:lnTo>
                    <a:pt x="1582032" y="4729874"/>
                  </a:lnTo>
                  <a:lnTo>
                    <a:pt x="1633851" y="4744669"/>
                  </a:lnTo>
                  <a:lnTo>
                    <a:pt x="1683321" y="4761276"/>
                  </a:lnTo>
                  <a:lnTo>
                    <a:pt x="1719082" y="4774856"/>
                  </a:lnTo>
                  <a:lnTo>
                    <a:pt x="1768274" y="4795644"/>
                  </a:lnTo>
                  <a:lnTo>
                    <a:pt x="1816988" y="4818544"/>
                  </a:lnTo>
                  <a:lnTo>
                    <a:pt x="1865724" y="4843586"/>
                  </a:lnTo>
                  <a:lnTo>
                    <a:pt x="1914821" y="4870730"/>
                  </a:lnTo>
                  <a:lnTo>
                    <a:pt x="1964483" y="4899855"/>
                  </a:lnTo>
                  <a:lnTo>
                    <a:pt x="2014793" y="4930755"/>
                  </a:lnTo>
                  <a:lnTo>
                    <a:pt x="2065725" y="4963140"/>
                  </a:lnTo>
                  <a:lnTo>
                    <a:pt x="2117169" y="4996644"/>
                  </a:lnTo>
                  <a:lnTo>
                    <a:pt x="2168944" y="5030839"/>
                  </a:lnTo>
                  <a:lnTo>
                    <a:pt x="2220830" y="5065261"/>
                  </a:lnTo>
                  <a:lnTo>
                    <a:pt x="2272592" y="5099430"/>
                  </a:lnTo>
                  <a:lnTo>
                    <a:pt x="2324011" y="5132881"/>
                  </a:lnTo>
                  <a:lnTo>
                    <a:pt x="2374910" y="5165192"/>
                  </a:lnTo>
                  <a:lnTo>
                    <a:pt x="2425183" y="5195999"/>
                  </a:lnTo>
                  <a:lnTo>
                    <a:pt x="2474810" y="5225017"/>
                  </a:lnTo>
                  <a:lnTo>
                    <a:pt x="2523880" y="5252045"/>
                  </a:lnTo>
                  <a:lnTo>
                    <a:pt x="2572604" y="5276967"/>
                  </a:lnTo>
                  <a:lnTo>
                    <a:pt x="2621330" y="5299746"/>
                  </a:lnTo>
                  <a:lnTo>
                    <a:pt x="2667772" y="5319309"/>
                  </a:lnTo>
                  <a:lnTo>
                    <a:pt x="2716030" y="5337323"/>
                  </a:lnTo>
                  <a:lnTo>
                    <a:pt x="2766019" y="5353454"/>
                  </a:lnTo>
                  <a:lnTo>
                    <a:pt x="2818586" y="5367808"/>
                  </a:lnTo>
                  <a:lnTo>
                    <a:pt x="2874674" y="5380559"/>
                  </a:lnTo>
                  <a:lnTo>
                    <a:pt x="2935236" y="5391899"/>
                  </a:lnTo>
                  <a:lnTo>
                    <a:pt x="3001142" y="5402009"/>
                  </a:lnTo>
                  <a:lnTo>
                    <a:pt x="3073065" y="5411044"/>
                  </a:lnTo>
                  <a:lnTo>
                    <a:pt x="3151319" y="5419128"/>
                  </a:lnTo>
                  <a:lnTo>
                    <a:pt x="3235656" y="5426346"/>
                  </a:lnTo>
                  <a:lnTo>
                    <a:pt x="3325030" y="5432745"/>
                  </a:lnTo>
                  <a:lnTo>
                    <a:pt x="3417378" y="5438339"/>
                  </a:lnTo>
                  <a:lnTo>
                    <a:pt x="3509529" y="5443117"/>
                  </a:lnTo>
                  <a:lnTo>
                    <a:pt x="3597349" y="5447057"/>
                  </a:lnTo>
                  <a:lnTo>
                    <a:pt x="3676237" y="5450152"/>
                  </a:lnTo>
                  <a:lnTo>
                    <a:pt x="3741946" y="5452426"/>
                  </a:lnTo>
                  <a:lnTo>
                    <a:pt x="3791548" y="5453951"/>
                  </a:lnTo>
                  <a:lnTo>
                    <a:pt x="3824218" y="5454849"/>
                  </a:lnTo>
                  <a:lnTo>
                    <a:pt x="3841580" y="5455278"/>
                  </a:lnTo>
                  <a:lnTo>
                    <a:pt x="3847579" y="5455412"/>
                  </a:lnTo>
                  <a:lnTo>
                    <a:pt x="3848118" y="5455423"/>
                  </a:lnTo>
                  <a:lnTo>
                    <a:pt x="4386855" y="5455423"/>
                  </a:lnTo>
                  <a:lnTo>
                    <a:pt x="4387667" y="5455311"/>
                  </a:lnTo>
                  <a:lnTo>
                    <a:pt x="4393020" y="5454513"/>
                  </a:lnTo>
                  <a:lnTo>
                    <a:pt x="4406570" y="5452308"/>
                  </a:lnTo>
                  <a:lnTo>
                    <a:pt x="4430930" y="5447965"/>
                  </a:lnTo>
                  <a:lnTo>
                    <a:pt x="4467501" y="5440795"/>
                  </a:lnTo>
                  <a:lnTo>
                    <a:pt x="4516369" y="5430221"/>
                  </a:lnTo>
                  <a:lnTo>
                    <a:pt x="4576363" y="5415826"/>
                  </a:lnTo>
                  <a:lnTo>
                    <a:pt x="4645323" y="5397376"/>
                  </a:lnTo>
                  <a:lnTo>
                    <a:pt x="4720500" y="5374799"/>
                  </a:lnTo>
                  <a:lnTo>
                    <a:pt x="4799010" y="5348135"/>
                  </a:lnTo>
                  <a:lnTo>
                    <a:pt x="4878205" y="5317471"/>
                  </a:lnTo>
                  <a:lnTo>
                    <a:pt x="4955919" y="5282874"/>
                  </a:lnTo>
                  <a:lnTo>
                    <a:pt x="5030579" y="5244339"/>
                  </a:lnTo>
                  <a:lnTo>
                    <a:pt x="5101192" y="5201752"/>
                  </a:lnTo>
                  <a:lnTo>
                    <a:pt x="5167269" y="5154871"/>
                  </a:lnTo>
                  <a:lnTo>
                    <a:pt x="5228720" y="5103318"/>
                  </a:lnTo>
                  <a:lnTo>
                    <a:pt x="5285746" y="5046583"/>
                  </a:lnTo>
                  <a:lnTo>
                    <a:pt x="5338743" y="4984032"/>
                  </a:lnTo>
                  <a:lnTo>
                    <a:pt x="5388231" y="4914935"/>
                  </a:lnTo>
                  <a:lnTo>
                    <a:pt x="5434789" y="4838498"/>
                  </a:lnTo>
                  <a:lnTo>
                    <a:pt x="5479018" y="4753931"/>
                  </a:lnTo>
                  <a:lnTo>
                    <a:pt x="5521497" y="4660554"/>
                  </a:lnTo>
                  <a:lnTo>
                    <a:pt x="5562744" y="4557970"/>
                  </a:lnTo>
                  <a:lnTo>
                    <a:pt x="5567201" y="4546186"/>
                  </a:lnTo>
                  <a:lnTo>
                    <a:pt x="5593835" y="4472996"/>
                  </a:lnTo>
                  <a:lnTo>
                    <a:pt x="5620247" y="4395765"/>
                  </a:lnTo>
                  <a:lnTo>
                    <a:pt x="5646538" y="4314414"/>
                  </a:lnTo>
                  <a:lnTo>
                    <a:pt x="5672787" y="4228898"/>
                  </a:lnTo>
                  <a:lnTo>
                    <a:pt x="5699065" y="4139212"/>
                  </a:lnTo>
                  <a:lnTo>
                    <a:pt x="5725424" y="4045390"/>
                  </a:lnTo>
                  <a:lnTo>
                    <a:pt x="5751908" y="3947514"/>
                  </a:lnTo>
                  <a:lnTo>
                    <a:pt x="5778549" y="3845710"/>
                  </a:lnTo>
                  <a:lnTo>
                    <a:pt x="5805368" y="3740153"/>
                  </a:lnTo>
                  <a:lnTo>
                    <a:pt x="5832375" y="3631068"/>
                  </a:lnTo>
                  <a:lnTo>
                    <a:pt x="5859573" y="3518726"/>
                  </a:lnTo>
                  <a:lnTo>
                    <a:pt x="5886955" y="3403446"/>
                  </a:lnTo>
                  <a:lnTo>
                    <a:pt x="5914507" y="3285592"/>
                  </a:lnTo>
                  <a:lnTo>
                    <a:pt x="5942209" y="3165566"/>
                  </a:lnTo>
                  <a:lnTo>
                    <a:pt x="5970033" y="3043806"/>
                  </a:lnTo>
                  <a:lnTo>
                    <a:pt x="5997949" y="2920778"/>
                  </a:lnTo>
                  <a:lnTo>
                    <a:pt x="6025922" y="2796968"/>
                  </a:lnTo>
                  <a:lnTo>
                    <a:pt x="6053916" y="2672876"/>
                  </a:lnTo>
                  <a:lnTo>
                    <a:pt x="6081894" y="2549007"/>
                  </a:lnTo>
                  <a:lnTo>
                    <a:pt x="6109818" y="2425862"/>
                  </a:lnTo>
                  <a:lnTo>
                    <a:pt x="6137655" y="2303930"/>
                  </a:lnTo>
                  <a:lnTo>
                    <a:pt x="6165372" y="2183680"/>
                  </a:lnTo>
                  <a:lnTo>
                    <a:pt x="6192943" y="2065552"/>
                  </a:lnTo>
                  <a:lnTo>
                    <a:pt x="6220346" y="1949954"/>
                  </a:lnTo>
                  <a:lnTo>
                    <a:pt x="6247566" y="1837253"/>
                  </a:lnTo>
                  <a:lnTo>
                    <a:pt x="6274595" y="1727774"/>
                  </a:lnTo>
                  <a:lnTo>
                    <a:pt x="6301435" y="1621794"/>
                  </a:lnTo>
                  <a:lnTo>
                    <a:pt x="6328096" y="1519544"/>
                  </a:lnTo>
                  <a:lnTo>
                    <a:pt x="6354597" y="1421204"/>
                  </a:lnTo>
                  <a:lnTo>
                    <a:pt x="6380969" y="1326906"/>
                  </a:lnTo>
                  <a:lnTo>
                    <a:pt x="6407253" y="1236736"/>
                  </a:lnTo>
                  <a:lnTo>
                    <a:pt x="6433503" y="1150735"/>
                  </a:lnTo>
                  <a:lnTo>
                    <a:pt x="6459784" y="1068901"/>
                  </a:lnTo>
                  <a:lnTo>
                    <a:pt x="6486178" y="991195"/>
                  </a:lnTo>
                  <a:lnTo>
                    <a:pt x="6512780" y="917541"/>
                  </a:lnTo>
                  <a:lnTo>
                    <a:pt x="6515891" y="909237"/>
                  </a:lnTo>
                  <a:lnTo>
                    <a:pt x="6557031" y="805641"/>
                  </a:lnTo>
                  <a:lnTo>
                    <a:pt x="6599351" y="711269"/>
                  </a:lnTo>
                  <a:lnTo>
                    <a:pt x="6643361" y="625768"/>
                  </a:lnTo>
                  <a:lnTo>
                    <a:pt x="6689635" y="548478"/>
                  </a:lnTo>
                  <a:lnTo>
                    <a:pt x="6738773" y="478618"/>
                  </a:lnTo>
                  <a:lnTo>
                    <a:pt x="6791360" y="415388"/>
                  </a:lnTo>
                  <a:lnTo>
                    <a:pt x="6847923" y="358049"/>
                  </a:lnTo>
                  <a:lnTo>
                    <a:pt x="6908876" y="305956"/>
                  </a:lnTo>
                  <a:lnTo>
                    <a:pt x="6974445" y="258585"/>
                  </a:lnTo>
                  <a:lnTo>
                    <a:pt x="7044577" y="215542"/>
                  </a:lnTo>
                  <a:lnTo>
                    <a:pt x="7118833" y="176572"/>
                  </a:lnTo>
                  <a:lnTo>
                    <a:pt x="7196279" y="141546"/>
                  </a:lnTo>
                  <a:lnTo>
                    <a:pt x="7275406" y="110449"/>
                  </a:lnTo>
                  <a:lnTo>
                    <a:pt x="7354113" y="83343"/>
                  </a:lnTo>
                  <a:lnTo>
                    <a:pt x="7429795" y="60315"/>
                  </a:lnTo>
                  <a:lnTo>
                    <a:pt x="7499574" y="41415"/>
                  </a:lnTo>
                  <a:lnTo>
                    <a:pt x="7560670" y="26585"/>
                  </a:lnTo>
                  <a:lnTo>
                    <a:pt x="7610833" y="15610"/>
                  </a:lnTo>
                  <a:lnTo>
                    <a:pt x="7648769" y="8093"/>
                  </a:lnTo>
                  <a:lnTo>
                    <a:pt x="7674420" y="3472"/>
                  </a:lnTo>
                  <a:lnTo>
                    <a:pt x="7689045" y="1069"/>
                  </a:lnTo>
                  <a:lnTo>
                    <a:pt x="7695135" y="153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0" name="pl1510"/>
            <p:cNvSpPr/>
            <p:nvPr/>
          </p:nvSpPr>
          <p:spPr>
            <a:xfrm>
              <a:off x="546595" y="467341"/>
              <a:ext cx="8234974" cy="5455423"/>
            </a:xfrm>
            <a:custGeom>
              <a:avLst/>
              <a:pathLst>
                <a:path w="8234974" h="5455423">
                  <a:moveTo>
                    <a:pt x="8234974" y="0"/>
                  </a:moveTo>
                  <a:lnTo>
                    <a:pt x="7696237" y="0"/>
                  </a:lnTo>
                  <a:lnTo>
                    <a:pt x="7695426" y="111"/>
                  </a:lnTo>
                  <a:lnTo>
                    <a:pt x="7690072" y="909"/>
                  </a:lnTo>
                  <a:lnTo>
                    <a:pt x="7676522" y="3114"/>
                  </a:lnTo>
                  <a:lnTo>
                    <a:pt x="7652163" y="7458"/>
                  </a:lnTo>
                  <a:lnTo>
                    <a:pt x="7615592" y="14628"/>
                  </a:lnTo>
                  <a:lnTo>
                    <a:pt x="7566724" y="25202"/>
                  </a:lnTo>
                  <a:lnTo>
                    <a:pt x="7506729" y="39596"/>
                  </a:lnTo>
                  <a:lnTo>
                    <a:pt x="7437770" y="58046"/>
                  </a:lnTo>
                  <a:lnTo>
                    <a:pt x="7362592" y="80623"/>
                  </a:lnTo>
                  <a:lnTo>
                    <a:pt x="7284082" y="107287"/>
                  </a:lnTo>
                  <a:lnTo>
                    <a:pt x="7204888" y="137951"/>
                  </a:lnTo>
                  <a:lnTo>
                    <a:pt x="7127173" y="172548"/>
                  </a:lnTo>
                  <a:lnTo>
                    <a:pt x="7052513" y="211083"/>
                  </a:lnTo>
                  <a:lnTo>
                    <a:pt x="6981901" y="253670"/>
                  </a:lnTo>
                  <a:lnTo>
                    <a:pt x="6915824" y="300551"/>
                  </a:lnTo>
                  <a:lnTo>
                    <a:pt x="6854373" y="352104"/>
                  </a:lnTo>
                  <a:lnTo>
                    <a:pt x="6797347" y="408840"/>
                  </a:lnTo>
                  <a:lnTo>
                    <a:pt x="6744349" y="471390"/>
                  </a:lnTo>
                  <a:lnTo>
                    <a:pt x="6694862" y="540487"/>
                  </a:lnTo>
                  <a:lnTo>
                    <a:pt x="6648303" y="616924"/>
                  </a:lnTo>
                  <a:lnTo>
                    <a:pt x="6604075" y="701492"/>
                  </a:lnTo>
                  <a:lnTo>
                    <a:pt x="6561596" y="794868"/>
                  </a:lnTo>
                  <a:lnTo>
                    <a:pt x="6520348" y="897452"/>
                  </a:lnTo>
                  <a:lnTo>
                    <a:pt x="6515891" y="909237"/>
                  </a:lnTo>
                  <a:lnTo>
                    <a:pt x="6489258" y="982426"/>
                  </a:lnTo>
                  <a:lnTo>
                    <a:pt x="6462845" y="1059657"/>
                  </a:lnTo>
                  <a:lnTo>
                    <a:pt x="6436555" y="1141008"/>
                  </a:lnTo>
                  <a:lnTo>
                    <a:pt x="6410305" y="1226524"/>
                  </a:lnTo>
                  <a:lnTo>
                    <a:pt x="6384028" y="1316210"/>
                  </a:lnTo>
                  <a:lnTo>
                    <a:pt x="6357669" y="1410032"/>
                  </a:lnTo>
                  <a:lnTo>
                    <a:pt x="6331184" y="1507908"/>
                  </a:lnTo>
                  <a:lnTo>
                    <a:pt x="6304543" y="1609712"/>
                  </a:lnTo>
                  <a:lnTo>
                    <a:pt x="6277725" y="1715269"/>
                  </a:lnTo>
                  <a:lnTo>
                    <a:pt x="6250718" y="1824355"/>
                  </a:lnTo>
                  <a:lnTo>
                    <a:pt x="6223520" y="1936697"/>
                  </a:lnTo>
                  <a:lnTo>
                    <a:pt x="6196138" y="2051976"/>
                  </a:lnTo>
                  <a:lnTo>
                    <a:pt x="6168585" y="2169830"/>
                  </a:lnTo>
                  <a:lnTo>
                    <a:pt x="6140884" y="2289856"/>
                  </a:lnTo>
                  <a:lnTo>
                    <a:pt x="6113059" y="2411616"/>
                  </a:lnTo>
                  <a:lnTo>
                    <a:pt x="6085143" y="2534645"/>
                  </a:lnTo>
                  <a:lnTo>
                    <a:pt x="6057170" y="2658455"/>
                  </a:lnTo>
                  <a:lnTo>
                    <a:pt x="6029176" y="2782547"/>
                  </a:lnTo>
                  <a:lnTo>
                    <a:pt x="6001199" y="2906415"/>
                  </a:lnTo>
                  <a:lnTo>
                    <a:pt x="5973274" y="3029560"/>
                  </a:lnTo>
                  <a:lnTo>
                    <a:pt x="5945438" y="3151492"/>
                  </a:lnTo>
                  <a:lnTo>
                    <a:pt x="5917720" y="3271742"/>
                  </a:lnTo>
                  <a:lnTo>
                    <a:pt x="5890149" y="3389870"/>
                  </a:lnTo>
                  <a:lnTo>
                    <a:pt x="5862747" y="3505469"/>
                  </a:lnTo>
                  <a:lnTo>
                    <a:pt x="5835527" y="3618169"/>
                  </a:lnTo>
                  <a:lnTo>
                    <a:pt x="5808497" y="3727648"/>
                  </a:lnTo>
                  <a:lnTo>
                    <a:pt x="5781657" y="3833628"/>
                  </a:lnTo>
                  <a:lnTo>
                    <a:pt x="5754997" y="3935878"/>
                  </a:lnTo>
                  <a:lnTo>
                    <a:pt x="5728496" y="4034218"/>
                  </a:lnTo>
                  <a:lnTo>
                    <a:pt x="5702124" y="4128516"/>
                  </a:lnTo>
                  <a:lnTo>
                    <a:pt x="5675840" y="4218686"/>
                  </a:lnTo>
                  <a:lnTo>
                    <a:pt x="5649590" y="4304687"/>
                  </a:lnTo>
                  <a:lnTo>
                    <a:pt x="5623308" y="4386521"/>
                  </a:lnTo>
                  <a:lnTo>
                    <a:pt x="5596914" y="4464227"/>
                  </a:lnTo>
                  <a:lnTo>
                    <a:pt x="5570312" y="4537881"/>
                  </a:lnTo>
                  <a:lnTo>
                    <a:pt x="5567201" y="4546186"/>
                  </a:lnTo>
                  <a:lnTo>
                    <a:pt x="5526061" y="4649781"/>
                  </a:lnTo>
                  <a:lnTo>
                    <a:pt x="5483741" y="4744153"/>
                  </a:lnTo>
                  <a:lnTo>
                    <a:pt x="5439731" y="4829655"/>
                  </a:lnTo>
                  <a:lnTo>
                    <a:pt x="5393457" y="4906944"/>
                  </a:lnTo>
                  <a:lnTo>
                    <a:pt x="5344319" y="4976805"/>
                  </a:lnTo>
                  <a:lnTo>
                    <a:pt x="5291732" y="5040034"/>
                  </a:lnTo>
                  <a:lnTo>
                    <a:pt x="5235169" y="5097373"/>
                  </a:lnTo>
                  <a:lnTo>
                    <a:pt x="5174216" y="5149466"/>
                  </a:lnTo>
                  <a:lnTo>
                    <a:pt x="5108647" y="5196837"/>
                  </a:lnTo>
                  <a:lnTo>
                    <a:pt x="5038515" y="5239880"/>
                  </a:lnTo>
                  <a:lnTo>
                    <a:pt x="4964260" y="5278850"/>
                  </a:lnTo>
                  <a:lnTo>
                    <a:pt x="4886814" y="5313876"/>
                  </a:lnTo>
                  <a:lnTo>
                    <a:pt x="4807686" y="5344973"/>
                  </a:lnTo>
                  <a:lnTo>
                    <a:pt x="4728979" y="5372079"/>
                  </a:lnTo>
                  <a:lnTo>
                    <a:pt x="4653298" y="5395107"/>
                  </a:lnTo>
                  <a:lnTo>
                    <a:pt x="4583518" y="5414007"/>
                  </a:lnTo>
                  <a:lnTo>
                    <a:pt x="4522423" y="5428837"/>
                  </a:lnTo>
                  <a:lnTo>
                    <a:pt x="4472260" y="5439812"/>
                  </a:lnTo>
                  <a:lnTo>
                    <a:pt x="4434323" y="5447329"/>
                  </a:lnTo>
                  <a:lnTo>
                    <a:pt x="4408673" y="5451950"/>
                  </a:lnTo>
                  <a:lnTo>
                    <a:pt x="4394047" y="5454353"/>
                  </a:lnTo>
                  <a:lnTo>
                    <a:pt x="4387957" y="5455270"/>
                  </a:lnTo>
                  <a:lnTo>
                    <a:pt x="4386856" y="5455423"/>
                  </a:lnTo>
                  <a:lnTo>
                    <a:pt x="4386855" y="5455423"/>
                  </a:lnTo>
                  <a:lnTo>
                    <a:pt x="3848118" y="5455423"/>
                  </a:lnTo>
                  <a:lnTo>
                    <a:pt x="3846828" y="5455396"/>
                  </a:lnTo>
                  <a:lnTo>
                    <a:pt x="3838409" y="5455203"/>
                  </a:lnTo>
                  <a:lnTo>
                    <a:pt x="3817415" y="5454671"/>
                  </a:lnTo>
                  <a:lnTo>
                    <a:pt x="3780464" y="5453626"/>
                  </a:lnTo>
                  <a:lnTo>
                    <a:pt x="3726563" y="5451919"/>
                  </a:lnTo>
                  <a:lnTo>
                    <a:pt x="3657130" y="5449439"/>
                  </a:lnTo>
                  <a:lnTo>
                    <a:pt x="3575518" y="5446128"/>
                  </a:lnTo>
                  <a:lnTo>
                    <a:pt x="3486157" y="5441972"/>
                  </a:lnTo>
                  <a:lnTo>
                    <a:pt x="3393595" y="5436983"/>
                  </a:lnTo>
                  <a:lnTo>
                    <a:pt x="3301751" y="5431183"/>
                  </a:lnTo>
                  <a:lnTo>
                    <a:pt x="3213514" y="5424577"/>
                  </a:lnTo>
                  <a:lnTo>
                    <a:pt x="3130671" y="5417143"/>
                  </a:lnTo>
                  <a:lnTo>
                    <a:pt x="3054042" y="5408824"/>
                  </a:lnTo>
                  <a:lnTo>
                    <a:pt x="2983708" y="5399527"/>
                  </a:lnTo>
                  <a:lnTo>
                    <a:pt x="2919246" y="5389118"/>
                  </a:lnTo>
                  <a:lnTo>
                    <a:pt x="2859918" y="5377435"/>
                  </a:lnTo>
                  <a:lnTo>
                    <a:pt x="2804823" y="5364291"/>
                  </a:lnTo>
                  <a:lnTo>
                    <a:pt x="2753004" y="5349497"/>
                  </a:lnTo>
                  <a:lnTo>
                    <a:pt x="2703533" y="5332890"/>
                  </a:lnTo>
                  <a:lnTo>
                    <a:pt x="2667772" y="5319309"/>
                  </a:lnTo>
                  <a:lnTo>
                    <a:pt x="2618580" y="5298521"/>
                  </a:lnTo>
                  <a:lnTo>
                    <a:pt x="2569866" y="5275621"/>
                  </a:lnTo>
                  <a:lnTo>
                    <a:pt x="2521131" y="5250579"/>
                  </a:lnTo>
                  <a:lnTo>
                    <a:pt x="2472034" y="5223435"/>
                  </a:lnTo>
                  <a:lnTo>
                    <a:pt x="2422371" y="5194310"/>
                  </a:lnTo>
                  <a:lnTo>
                    <a:pt x="2372062" y="5163410"/>
                  </a:lnTo>
                  <a:lnTo>
                    <a:pt x="2321129" y="5131025"/>
                  </a:lnTo>
                  <a:lnTo>
                    <a:pt x="2269686" y="5097522"/>
                  </a:lnTo>
                  <a:lnTo>
                    <a:pt x="2217911" y="5063326"/>
                  </a:lnTo>
                  <a:lnTo>
                    <a:pt x="2166025" y="5028905"/>
                  </a:lnTo>
                  <a:lnTo>
                    <a:pt x="2114263" y="4994736"/>
                  </a:lnTo>
                  <a:lnTo>
                    <a:pt x="2062844" y="4961284"/>
                  </a:lnTo>
                  <a:lnTo>
                    <a:pt x="2011944" y="4928974"/>
                  </a:lnTo>
                  <a:lnTo>
                    <a:pt x="1961671" y="4898167"/>
                  </a:lnTo>
                  <a:lnTo>
                    <a:pt x="1912044" y="4869148"/>
                  </a:lnTo>
                  <a:lnTo>
                    <a:pt x="1862974" y="4842120"/>
                  </a:lnTo>
                  <a:lnTo>
                    <a:pt x="1814250" y="4817198"/>
                  </a:lnTo>
                  <a:lnTo>
                    <a:pt x="1765524" y="4794419"/>
                  </a:lnTo>
                  <a:lnTo>
                    <a:pt x="1719082" y="4774856"/>
                  </a:lnTo>
                  <a:lnTo>
                    <a:pt x="1670825" y="4756842"/>
                  </a:lnTo>
                  <a:lnTo>
                    <a:pt x="1620836" y="4740712"/>
                  </a:lnTo>
                  <a:lnTo>
                    <a:pt x="1568269" y="4726357"/>
                  </a:lnTo>
                  <a:lnTo>
                    <a:pt x="1512180" y="4713606"/>
                  </a:lnTo>
                  <a:lnTo>
                    <a:pt x="1451618" y="4702266"/>
                  </a:lnTo>
                  <a:lnTo>
                    <a:pt x="1385712" y="4692157"/>
                  </a:lnTo>
                  <a:lnTo>
                    <a:pt x="1313790" y="4683121"/>
                  </a:lnTo>
                  <a:lnTo>
                    <a:pt x="1235536" y="4675037"/>
                  </a:lnTo>
                  <a:lnTo>
                    <a:pt x="1151198" y="4667819"/>
                  </a:lnTo>
                  <a:lnTo>
                    <a:pt x="1061825" y="4661420"/>
                  </a:lnTo>
                  <a:lnTo>
                    <a:pt x="969477" y="4655826"/>
                  </a:lnTo>
                  <a:lnTo>
                    <a:pt x="877326" y="4651049"/>
                  </a:lnTo>
                  <a:lnTo>
                    <a:pt x="789506" y="4647108"/>
                  </a:lnTo>
                  <a:lnTo>
                    <a:pt x="710618" y="4644013"/>
                  </a:lnTo>
                  <a:lnTo>
                    <a:pt x="644908" y="4641739"/>
                  </a:lnTo>
                  <a:lnTo>
                    <a:pt x="595306" y="4640214"/>
                  </a:lnTo>
                  <a:lnTo>
                    <a:pt x="562637" y="4639316"/>
                  </a:lnTo>
                  <a:lnTo>
                    <a:pt x="545275" y="4638887"/>
                  </a:lnTo>
                  <a:lnTo>
                    <a:pt x="539276" y="4638754"/>
                  </a:lnTo>
                  <a:lnTo>
                    <a:pt x="538736" y="4638743"/>
                  </a:lnTo>
                  <a:lnTo>
                    <a:pt x="0" y="46387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1" name="pg1511"/>
            <p:cNvSpPr/>
            <p:nvPr/>
          </p:nvSpPr>
          <p:spPr>
            <a:xfrm>
              <a:off x="546595" y="5111529"/>
              <a:ext cx="8234974" cy="1067128"/>
            </a:xfrm>
            <a:custGeom>
              <a:avLst/>
              <a:pathLst>
                <a:path w="8234974" h="1067128">
                  <a:moveTo>
                    <a:pt x="0" y="5444"/>
                  </a:moveTo>
                  <a:lnTo>
                    <a:pt x="538736" y="5444"/>
                  </a:lnTo>
                  <a:lnTo>
                    <a:pt x="540025" y="5473"/>
                  </a:lnTo>
                  <a:lnTo>
                    <a:pt x="548432" y="5679"/>
                  </a:lnTo>
                  <a:lnTo>
                    <a:pt x="569397" y="6250"/>
                  </a:lnTo>
                  <a:lnTo>
                    <a:pt x="606300" y="7370"/>
                  </a:lnTo>
                  <a:lnTo>
                    <a:pt x="660137" y="9200"/>
                  </a:lnTo>
                  <a:lnTo>
                    <a:pt x="729497" y="11857"/>
                  </a:lnTo>
                  <a:lnTo>
                    <a:pt x="811035" y="15406"/>
                  </a:lnTo>
                  <a:lnTo>
                    <a:pt x="900332" y="19862"/>
                  </a:lnTo>
                  <a:lnTo>
                    <a:pt x="992844" y="25210"/>
                  </a:lnTo>
                  <a:lnTo>
                    <a:pt x="1084653" y="31428"/>
                  </a:lnTo>
                  <a:lnTo>
                    <a:pt x="1172870" y="38511"/>
                  </a:lnTo>
                  <a:lnTo>
                    <a:pt x="1255706" y="46481"/>
                  </a:lnTo>
                  <a:lnTo>
                    <a:pt x="1332337" y="55398"/>
                  </a:lnTo>
                  <a:lnTo>
                    <a:pt x="1402677" y="65365"/>
                  </a:lnTo>
                  <a:lnTo>
                    <a:pt x="1467147" y="76523"/>
                  </a:lnTo>
                  <a:lnTo>
                    <a:pt x="1526482" y="89045"/>
                  </a:lnTo>
                  <a:lnTo>
                    <a:pt x="1581580" y="103132"/>
                  </a:lnTo>
                  <a:lnTo>
                    <a:pt x="1633398" y="118987"/>
                  </a:lnTo>
                  <a:lnTo>
                    <a:pt x="1682861" y="136785"/>
                  </a:lnTo>
                  <a:lnTo>
                    <a:pt x="1719082" y="151539"/>
                  </a:lnTo>
                  <a:lnTo>
                    <a:pt x="1767825" y="173636"/>
                  </a:lnTo>
                  <a:lnTo>
                    <a:pt x="1816093" y="197958"/>
                  </a:lnTo>
                  <a:lnTo>
                    <a:pt x="1864375" y="224536"/>
                  </a:lnTo>
                  <a:lnTo>
                    <a:pt x="1913005" y="253333"/>
                  </a:lnTo>
                  <a:lnTo>
                    <a:pt x="1962184" y="284222"/>
                  </a:lnTo>
                  <a:lnTo>
                    <a:pt x="2011998" y="316995"/>
                  </a:lnTo>
                  <a:lnTo>
                    <a:pt x="2062427" y="351351"/>
                  </a:lnTo>
                  <a:lnTo>
                    <a:pt x="2113368" y="386913"/>
                  </a:lnTo>
                  <a:lnTo>
                    <a:pt x="2164648" y="423239"/>
                  </a:lnTo>
                  <a:lnTo>
                    <a:pt x="2216057" y="459844"/>
                  </a:lnTo>
                  <a:lnTo>
                    <a:pt x="2267364" y="496229"/>
                  </a:lnTo>
                  <a:lnTo>
                    <a:pt x="2318356" y="531907"/>
                  </a:lnTo>
                  <a:lnTo>
                    <a:pt x="2368853" y="566429"/>
                  </a:lnTo>
                  <a:lnTo>
                    <a:pt x="2418743" y="599408"/>
                  </a:lnTo>
                  <a:lnTo>
                    <a:pt x="2467997" y="630536"/>
                  </a:lnTo>
                  <a:lnTo>
                    <a:pt x="2516684" y="659591"/>
                  </a:lnTo>
                  <a:lnTo>
                    <a:pt x="2564993" y="686439"/>
                  </a:lnTo>
                  <a:lnTo>
                    <a:pt x="2613240" y="711030"/>
                  </a:lnTo>
                  <a:lnTo>
                    <a:pt x="2661894" y="733389"/>
                  </a:lnTo>
                  <a:lnTo>
                    <a:pt x="2667772" y="735919"/>
                  </a:lnTo>
                  <a:lnTo>
                    <a:pt x="2716005" y="755244"/>
                  </a:lnTo>
                  <a:lnTo>
                    <a:pt x="2765968" y="772551"/>
                  </a:lnTo>
                  <a:lnTo>
                    <a:pt x="2818505" y="787953"/>
                  </a:lnTo>
                  <a:lnTo>
                    <a:pt x="2874558" y="801635"/>
                  </a:lnTo>
                  <a:lnTo>
                    <a:pt x="2935079" y="813803"/>
                  </a:lnTo>
                  <a:lnTo>
                    <a:pt x="3000937" y="824652"/>
                  </a:lnTo>
                  <a:lnTo>
                    <a:pt x="3072803" y="834349"/>
                  </a:lnTo>
                  <a:lnTo>
                    <a:pt x="3150994" y="843025"/>
                  </a:lnTo>
                  <a:lnTo>
                    <a:pt x="3235266" y="850773"/>
                  </a:lnTo>
                  <a:lnTo>
                    <a:pt x="3324575" y="857642"/>
                  </a:lnTo>
                  <a:lnTo>
                    <a:pt x="3416869" y="863647"/>
                  </a:lnTo>
                  <a:lnTo>
                    <a:pt x="3508986" y="868777"/>
                  </a:lnTo>
                  <a:lnTo>
                    <a:pt x="3596803" y="873010"/>
                  </a:lnTo>
                  <a:lnTo>
                    <a:pt x="3675728" y="876337"/>
                  </a:lnTo>
                  <a:lnTo>
                    <a:pt x="3741513" y="878782"/>
                  </a:lnTo>
                  <a:lnTo>
                    <a:pt x="3791220" y="880425"/>
                  </a:lnTo>
                  <a:lnTo>
                    <a:pt x="3824010" y="881393"/>
                  </a:lnTo>
                  <a:lnTo>
                    <a:pt x="3841482" y="881856"/>
                  </a:lnTo>
                  <a:lnTo>
                    <a:pt x="3847558" y="882002"/>
                  </a:lnTo>
                  <a:lnTo>
                    <a:pt x="3848118" y="882014"/>
                  </a:lnTo>
                  <a:lnTo>
                    <a:pt x="4386855" y="882014"/>
                  </a:lnTo>
                  <a:lnTo>
                    <a:pt x="4388157" y="882020"/>
                  </a:lnTo>
                  <a:lnTo>
                    <a:pt x="4396652" y="882064"/>
                  </a:lnTo>
                  <a:lnTo>
                    <a:pt x="4417828" y="882186"/>
                  </a:lnTo>
                  <a:lnTo>
                    <a:pt x="4455081" y="882425"/>
                  </a:lnTo>
                  <a:lnTo>
                    <a:pt x="4509386" y="882816"/>
                  </a:lnTo>
                  <a:lnTo>
                    <a:pt x="4579280" y="883383"/>
                  </a:lnTo>
                  <a:lnTo>
                    <a:pt x="4661351" y="884139"/>
                  </a:lnTo>
                  <a:lnTo>
                    <a:pt x="4751118" y="885089"/>
                  </a:lnTo>
                  <a:lnTo>
                    <a:pt x="4843997" y="886228"/>
                  </a:lnTo>
                  <a:lnTo>
                    <a:pt x="4936057" y="887553"/>
                  </a:lnTo>
                  <a:lnTo>
                    <a:pt x="5024415" y="889061"/>
                  </a:lnTo>
                  <a:lnTo>
                    <a:pt x="5107302" y="890758"/>
                  </a:lnTo>
                  <a:lnTo>
                    <a:pt x="5183921" y="892658"/>
                  </a:lnTo>
                  <a:lnTo>
                    <a:pt x="5254215" y="894782"/>
                  </a:lnTo>
                  <a:lnTo>
                    <a:pt x="5318628" y="897161"/>
                  </a:lnTo>
                  <a:lnTo>
                    <a:pt x="5377914" y="899833"/>
                  </a:lnTo>
                  <a:lnTo>
                    <a:pt x="5432988" y="902839"/>
                  </a:lnTo>
                  <a:lnTo>
                    <a:pt x="5484817" y="906225"/>
                  </a:lnTo>
                  <a:lnTo>
                    <a:pt x="5534333" y="910026"/>
                  </a:lnTo>
                  <a:lnTo>
                    <a:pt x="5567201" y="912866"/>
                  </a:lnTo>
                  <a:lnTo>
                    <a:pt x="5619777" y="917922"/>
                  </a:lnTo>
                  <a:lnTo>
                    <a:pt x="5671849" y="923526"/>
                  </a:lnTo>
                  <a:lnTo>
                    <a:pt x="5724008" y="929685"/>
                  </a:lnTo>
                  <a:lnTo>
                    <a:pt x="5776639" y="936384"/>
                  </a:lnTo>
                  <a:lnTo>
                    <a:pt x="5829954" y="943583"/>
                  </a:lnTo>
                  <a:lnTo>
                    <a:pt x="5884010" y="951218"/>
                  </a:lnTo>
                  <a:lnTo>
                    <a:pt x="5938736" y="959201"/>
                  </a:lnTo>
                  <a:lnTo>
                    <a:pt x="5993953" y="967421"/>
                  </a:lnTo>
                  <a:lnTo>
                    <a:pt x="6049414" y="975755"/>
                  </a:lnTo>
                  <a:lnTo>
                    <a:pt x="6104833" y="984069"/>
                  </a:lnTo>
                  <a:lnTo>
                    <a:pt x="6159934" y="992234"/>
                  </a:lnTo>
                  <a:lnTo>
                    <a:pt x="6214484" y="1000129"/>
                  </a:lnTo>
                  <a:lnTo>
                    <a:pt x="6268332" y="1007648"/>
                  </a:lnTo>
                  <a:lnTo>
                    <a:pt x="6321441" y="1014711"/>
                  </a:lnTo>
                  <a:lnTo>
                    <a:pt x="6373909" y="1021259"/>
                  </a:lnTo>
                  <a:lnTo>
                    <a:pt x="6425996" y="1027261"/>
                  </a:lnTo>
                  <a:lnTo>
                    <a:pt x="6478142" y="1032708"/>
                  </a:lnTo>
                  <a:lnTo>
                    <a:pt x="6515891" y="1036276"/>
                  </a:lnTo>
                  <a:lnTo>
                    <a:pt x="6564303" y="1040371"/>
                  </a:lnTo>
                  <a:lnTo>
                    <a:pt x="6614458" y="1044037"/>
                  </a:lnTo>
                  <a:lnTo>
                    <a:pt x="6667215" y="1047298"/>
                  </a:lnTo>
                  <a:lnTo>
                    <a:pt x="6723523" y="1050193"/>
                  </a:lnTo>
                  <a:lnTo>
                    <a:pt x="6784345" y="1052767"/>
                  </a:lnTo>
                  <a:lnTo>
                    <a:pt x="6850558" y="1055062"/>
                  </a:lnTo>
                  <a:lnTo>
                    <a:pt x="6922834" y="1057112"/>
                  </a:lnTo>
                  <a:lnTo>
                    <a:pt x="7001482" y="1058945"/>
                  </a:lnTo>
                  <a:lnTo>
                    <a:pt x="7086236" y="1060581"/>
                  </a:lnTo>
                  <a:lnTo>
                    <a:pt x="7176014" y="1062031"/>
                  </a:lnTo>
                  <a:lnTo>
                    <a:pt x="7268701" y="1063296"/>
                  </a:lnTo>
                  <a:lnTo>
                    <a:pt x="7361060" y="1064376"/>
                  </a:lnTo>
                  <a:lnTo>
                    <a:pt x="7448890" y="1065264"/>
                  </a:lnTo>
                  <a:lnTo>
                    <a:pt x="7527545" y="1065960"/>
                  </a:lnTo>
                  <a:lnTo>
                    <a:pt x="7592776" y="1066469"/>
                  </a:lnTo>
                  <a:lnTo>
                    <a:pt x="7641707" y="1066808"/>
                  </a:lnTo>
                  <a:lnTo>
                    <a:pt x="7673624" y="1067006"/>
                  </a:lnTo>
                  <a:lnTo>
                    <a:pt x="7690293" y="1067098"/>
                  </a:lnTo>
                  <a:lnTo>
                    <a:pt x="7695816" y="1067126"/>
                  </a:lnTo>
                  <a:lnTo>
                    <a:pt x="7696237" y="1067128"/>
                  </a:lnTo>
                  <a:lnTo>
                    <a:pt x="8234974" y="1067128"/>
                  </a:lnTo>
                  <a:lnTo>
                    <a:pt x="8234974" y="1061684"/>
                  </a:lnTo>
                  <a:lnTo>
                    <a:pt x="7696237" y="1061684"/>
                  </a:lnTo>
                  <a:lnTo>
                    <a:pt x="7694935" y="1061677"/>
                  </a:lnTo>
                  <a:lnTo>
                    <a:pt x="7686440" y="1061633"/>
                  </a:lnTo>
                  <a:lnTo>
                    <a:pt x="7665264" y="1061512"/>
                  </a:lnTo>
                  <a:lnTo>
                    <a:pt x="7628011" y="1061273"/>
                  </a:lnTo>
                  <a:lnTo>
                    <a:pt x="7573707" y="1060882"/>
                  </a:lnTo>
                  <a:lnTo>
                    <a:pt x="7503812" y="1060315"/>
                  </a:lnTo>
                  <a:lnTo>
                    <a:pt x="7421741" y="1059558"/>
                  </a:lnTo>
                  <a:lnTo>
                    <a:pt x="7331974" y="1058609"/>
                  </a:lnTo>
                  <a:lnTo>
                    <a:pt x="7239095" y="1057469"/>
                  </a:lnTo>
                  <a:lnTo>
                    <a:pt x="7147035" y="1056145"/>
                  </a:lnTo>
                  <a:lnTo>
                    <a:pt x="7058678" y="1054637"/>
                  </a:lnTo>
                  <a:lnTo>
                    <a:pt x="6975791" y="1052940"/>
                  </a:lnTo>
                  <a:lnTo>
                    <a:pt x="6899171" y="1051040"/>
                  </a:lnTo>
                  <a:lnTo>
                    <a:pt x="6828878" y="1048916"/>
                  </a:lnTo>
                  <a:lnTo>
                    <a:pt x="6764465" y="1046537"/>
                  </a:lnTo>
                  <a:lnTo>
                    <a:pt x="6705178" y="1043865"/>
                  </a:lnTo>
                  <a:lnTo>
                    <a:pt x="6650105" y="1040858"/>
                  </a:lnTo>
                  <a:lnTo>
                    <a:pt x="6598275" y="1037472"/>
                  </a:lnTo>
                  <a:lnTo>
                    <a:pt x="6548760" y="1033672"/>
                  </a:lnTo>
                  <a:lnTo>
                    <a:pt x="6515891" y="1030831"/>
                  </a:lnTo>
                  <a:lnTo>
                    <a:pt x="6463316" y="1025775"/>
                  </a:lnTo>
                  <a:lnTo>
                    <a:pt x="6411243" y="1020171"/>
                  </a:lnTo>
                  <a:lnTo>
                    <a:pt x="6359085" y="1014012"/>
                  </a:lnTo>
                  <a:lnTo>
                    <a:pt x="6306454" y="1007314"/>
                  </a:lnTo>
                  <a:lnTo>
                    <a:pt x="6253139" y="1000115"/>
                  </a:lnTo>
                  <a:lnTo>
                    <a:pt x="6199082" y="992480"/>
                  </a:lnTo>
                  <a:lnTo>
                    <a:pt x="6144357" y="984497"/>
                  </a:lnTo>
                  <a:lnTo>
                    <a:pt x="6089139" y="976277"/>
                  </a:lnTo>
                  <a:lnTo>
                    <a:pt x="6033679" y="967943"/>
                  </a:lnTo>
                  <a:lnTo>
                    <a:pt x="5978259" y="959628"/>
                  </a:lnTo>
                  <a:lnTo>
                    <a:pt x="5923159" y="951463"/>
                  </a:lnTo>
                  <a:lnTo>
                    <a:pt x="5868609" y="943569"/>
                  </a:lnTo>
                  <a:lnTo>
                    <a:pt x="5814760" y="936049"/>
                  </a:lnTo>
                  <a:lnTo>
                    <a:pt x="5761651" y="928987"/>
                  </a:lnTo>
                  <a:lnTo>
                    <a:pt x="5709183" y="922438"/>
                  </a:lnTo>
                  <a:lnTo>
                    <a:pt x="5657096" y="916436"/>
                  </a:lnTo>
                  <a:lnTo>
                    <a:pt x="5604951" y="910989"/>
                  </a:lnTo>
                  <a:lnTo>
                    <a:pt x="5567201" y="907422"/>
                  </a:lnTo>
                  <a:lnTo>
                    <a:pt x="5518790" y="903327"/>
                  </a:lnTo>
                  <a:lnTo>
                    <a:pt x="5468634" y="899661"/>
                  </a:lnTo>
                  <a:lnTo>
                    <a:pt x="5415878" y="896400"/>
                  </a:lnTo>
                  <a:lnTo>
                    <a:pt x="5359569" y="893504"/>
                  </a:lnTo>
                  <a:lnTo>
                    <a:pt x="5298747" y="890930"/>
                  </a:lnTo>
                  <a:lnTo>
                    <a:pt x="5232535" y="888636"/>
                  </a:lnTo>
                  <a:lnTo>
                    <a:pt x="5160259" y="886586"/>
                  </a:lnTo>
                  <a:lnTo>
                    <a:pt x="5081610" y="884753"/>
                  </a:lnTo>
                  <a:lnTo>
                    <a:pt x="4996856" y="883117"/>
                  </a:lnTo>
                  <a:lnTo>
                    <a:pt x="4907078" y="881667"/>
                  </a:lnTo>
                  <a:lnTo>
                    <a:pt x="4814391" y="880401"/>
                  </a:lnTo>
                  <a:lnTo>
                    <a:pt x="4722033" y="879322"/>
                  </a:lnTo>
                  <a:lnTo>
                    <a:pt x="4634202" y="878433"/>
                  </a:lnTo>
                  <a:lnTo>
                    <a:pt x="4555547" y="877738"/>
                  </a:lnTo>
                  <a:lnTo>
                    <a:pt x="4490317" y="877229"/>
                  </a:lnTo>
                  <a:lnTo>
                    <a:pt x="4441385" y="876890"/>
                  </a:lnTo>
                  <a:lnTo>
                    <a:pt x="4409469" y="876692"/>
                  </a:lnTo>
                  <a:lnTo>
                    <a:pt x="4392800" y="876599"/>
                  </a:lnTo>
                  <a:lnTo>
                    <a:pt x="4387276" y="876571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30" y="876541"/>
                  </a:lnTo>
                  <a:lnTo>
                    <a:pt x="3838423" y="876334"/>
                  </a:lnTo>
                  <a:lnTo>
                    <a:pt x="3817458" y="875764"/>
                  </a:lnTo>
                  <a:lnTo>
                    <a:pt x="3780555" y="874644"/>
                  </a:lnTo>
                  <a:lnTo>
                    <a:pt x="3726718" y="872814"/>
                  </a:lnTo>
                  <a:lnTo>
                    <a:pt x="3657358" y="870156"/>
                  </a:lnTo>
                  <a:lnTo>
                    <a:pt x="3575819" y="866607"/>
                  </a:lnTo>
                  <a:lnTo>
                    <a:pt x="3486523" y="862152"/>
                  </a:lnTo>
                  <a:lnTo>
                    <a:pt x="3394011" y="856804"/>
                  </a:lnTo>
                  <a:lnTo>
                    <a:pt x="3302201" y="850585"/>
                  </a:lnTo>
                  <a:lnTo>
                    <a:pt x="3213984" y="843503"/>
                  </a:lnTo>
                  <a:lnTo>
                    <a:pt x="3131149" y="835533"/>
                  </a:lnTo>
                  <a:lnTo>
                    <a:pt x="3054518" y="826615"/>
                  </a:lnTo>
                  <a:lnTo>
                    <a:pt x="2984178" y="816648"/>
                  </a:lnTo>
                  <a:lnTo>
                    <a:pt x="2919707" y="805491"/>
                  </a:lnTo>
                  <a:lnTo>
                    <a:pt x="2860373" y="792969"/>
                  </a:lnTo>
                  <a:lnTo>
                    <a:pt x="2805275" y="778882"/>
                  </a:lnTo>
                  <a:lnTo>
                    <a:pt x="2753457" y="763027"/>
                  </a:lnTo>
                  <a:lnTo>
                    <a:pt x="2703993" y="745229"/>
                  </a:lnTo>
                  <a:lnTo>
                    <a:pt x="2667772" y="730475"/>
                  </a:lnTo>
                  <a:lnTo>
                    <a:pt x="2619030" y="708377"/>
                  </a:lnTo>
                  <a:lnTo>
                    <a:pt x="2570762" y="684056"/>
                  </a:lnTo>
                  <a:lnTo>
                    <a:pt x="2522480" y="657477"/>
                  </a:lnTo>
                  <a:lnTo>
                    <a:pt x="2473850" y="628681"/>
                  </a:lnTo>
                  <a:lnTo>
                    <a:pt x="2424670" y="597791"/>
                  </a:lnTo>
                  <a:lnTo>
                    <a:pt x="2374857" y="565019"/>
                  </a:lnTo>
                  <a:lnTo>
                    <a:pt x="2324427" y="530663"/>
                  </a:lnTo>
                  <a:lnTo>
                    <a:pt x="2273487" y="495101"/>
                  </a:lnTo>
                  <a:lnTo>
                    <a:pt x="2222206" y="458775"/>
                  </a:lnTo>
                  <a:lnTo>
                    <a:pt x="2170798" y="422169"/>
                  </a:lnTo>
                  <a:lnTo>
                    <a:pt x="2119490" y="385784"/>
                  </a:lnTo>
                  <a:lnTo>
                    <a:pt x="2068499" y="350106"/>
                  </a:lnTo>
                  <a:lnTo>
                    <a:pt x="2018001" y="315585"/>
                  </a:lnTo>
                  <a:lnTo>
                    <a:pt x="1968111" y="282606"/>
                  </a:lnTo>
                  <a:lnTo>
                    <a:pt x="1918858" y="251477"/>
                  </a:lnTo>
                  <a:lnTo>
                    <a:pt x="1870171" y="222423"/>
                  </a:lnTo>
                  <a:lnTo>
                    <a:pt x="1821862" y="195575"/>
                  </a:lnTo>
                  <a:lnTo>
                    <a:pt x="1773615" y="170984"/>
                  </a:lnTo>
                  <a:lnTo>
                    <a:pt x="1724960" y="148624"/>
                  </a:lnTo>
                  <a:lnTo>
                    <a:pt x="1719082" y="146095"/>
                  </a:lnTo>
                  <a:lnTo>
                    <a:pt x="1670849" y="126769"/>
                  </a:lnTo>
                  <a:lnTo>
                    <a:pt x="1620887" y="109462"/>
                  </a:lnTo>
                  <a:lnTo>
                    <a:pt x="1568350" y="94061"/>
                  </a:lnTo>
                  <a:lnTo>
                    <a:pt x="1512296" y="80379"/>
                  </a:lnTo>
                  <a:lnTo>
                    <a:pt x="1451776" y="68210"/>
                  </a:lnTo>
                  <a:lnTo>
                    <a:pt x="1385918" y="57361"/>
                  </a:lnTo>
                  <a:lnTo>
                    <a:pt x="1314052" y="47665"/>
                  </a:lnTo>
                  <a:lnTo>
                    <a:pt x="1235860" y="38988"/>
                  </a:lnTo>
                  <a:lnTo>
                    <a:pt x="1151589" y="31241"/>
                  </a:lnTo>
                  <a:lnTo>
                    <a:pt x="1062279" y="24372"/>
                  </a:lnTo>
                  <a:lnTo>
                    <a:pt x="969986" y="18366"/>
                  </a:lnTo>
                  <a:lnTo>
                    <a:pt x="877869" y="13236"/>
                  </a:lnTo>
                  <a:lnTo>
                    <a:pt x="790051" y="9003"/>
                  </a:lnTo>
                  <a:lnTo>
                    <a:pt x="711127" y="5677"/>
                  </a:lnTo>
                  <a:lnTo>
                    <a:pt x="645342" y="3231"/>
                  </a:lnTo>
                  <a:lnTo>
                    <a:pt x="595634" y="1589"/>
                  </a:lnTo>
                  <a:lnTo>
                    <a:pt x="562845" y="621"/>
                  </a:lnTo>
                  <a:lnTo>
                    <a:pt x="545373" y="157"/>
                  </a:lnTo>
                  <a:lnTo>
                    <a:pt x="539296" y="12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12" name="pl1512"/>
            <p:cNvSpPr/>
            <p:nvPr/>
          </p:nvSpPr>
          <p:spPr>
            <a:xfrm>
              <a:off x="546595" y="5116973"/>
              <a:ext cx="8234974" cy="1061684"/>
            </a:xfrm>
            <a:custGeom>
              <a:avLst/>
              <a:pathLst>
                <a:path w="8234974" h="1061684">
                  <a:moveTo>
                    <a:pt x="0" y="0"/>
                  </a:moveTo>
                  <a:lnTo>
                    <a:pt x="538736" y="0"/>
                  </a:lnTo>
                  <a:lnTo>
                    <a:pt x="540025" y="28"/>
                  </a:lnTo>
                  <a:lnTo>
                    <a:pt x="548432" y="235"/>
                  </a:lnTo>
                  <a:lnTo>
                    <a:pt x="569397" y="805"/>
                  </a:lnTo>
                  <a:lnTo>
                    <a:pt x="606300" y="1925"/>
                  </a:lnTo>
                  <a:lnTo>
                    <a:pt x="660137" y="3755"/>
                  </a:lnTo>
                  <a:lnTo>
                    <a:pt x="729497" y="6413"/>
                  </a:lnTo>
                  <a:lnTo>
                    <a:pt x="811035" y="9962"/>
                  </a:lnTo>
                  <a:lnTo>
                    <a:pt x="900332" y="14417"/>
                  </a:lnTo>
                  <a:lnTo>
                    <a:pt x="992844" y="19765"/>
                  </a:lnTo>
                  <a:lnTo>
                    <a:pt x="1084653" y="25984"/>
                  </a:lnTo>
                  <a:lnTo>
                    <a:pt x="1172870" y="33066"/>
                  </a:lnTo>
                  <a:lnTo>
                    <a:pt x="1255706" y="41036"/>
                  </a:lnTo>
                  <a:lnTo>
                    <a:pt x="1332337" y="49954"/>
                  </a:lnTo>
                  <a:lnTo>
                    <a:pt x="1402677" y="59921"/>
                  </a:lnTo>
                  <a:lnTo>
                    <a:pt x="1467147" y="71078"/>
                  </a:lnTo>
                  <a:lnTo>
                    <a:pt x="1526482" y="83600"/>
                  </a:lnTo>
                  <a:lnTo>
                    <a:pt x="1581580" y="97687"/>
                  </a:lnTo>
                  <a:lnTo>
                    <a:pt x="1633398" y="113542"/>
                  </a:lnTo>
                  <a:lnTo>
                    <a:pt x="1682861" y="131340"/>
                  </a:lnTo>
                  <a:lnTo>
                    <a:pt x="1719082" y="146095"/>
                  </a:lnTo>
                  <a:lnTo>
                    <a:pt x="1767825" y="168192"/>
                  </a:lnTo>
                  <a:lnTo>
                    <a:pt x="1816093" y="192513"/>
                  </a:lnTo>
                  <a:lnTo>
                    <a:pt x="1864375" y="219092"/>
                  </a:lnTo>
                  <a:lnTo>
                    <a:pt x="1913005" y="247888"/>
                  </a:lnTo>
                  <a:lnTo>
                    <a:pt x="1962184" y="278778"/>
                  </a:lnTo>
                  <a:lnTo>
                    <a:pt x="2011998" y="311550"/>
                  </a:lnTo>
                  <a:lnTo>
                    <a:pt x="2062427" y="345906"/>
                  </a:lnTo>
                  <a:lnTo>
                    <a:pt x="2113368" y="381468"/>
                  </a:lnTo>
                  <a:lnTo>
                    <a:pt x="2164648" y="417794"/>
                  </a:lnTo>
                  <a:lnTo>
                    <a:pt x="2216057" y="454400"/>
                  </a:lnTo>
                  <a:lnTo>
                    <a:pt x="2267364" y="490785"/>
                  </a:lnTo>
                  <a:lnTo>
                    <a:pt x="2318356" y="526463"/>
                  </a:lnTo>
                  <a:lnTo>
                    <a:pt x="2368853" y="560984"/>
                  </a:lnTo>
                  <a:lnTo>
                    <a:pt x="2418743" y="593963"/>
                  </a:lnTo>
                  <a:lnTo>
                    <a:pt x="2467997" y="625092"/>
                  </a:lnTo>
                  <a:lnTo>
                    <a:pt x="2516684" y="654146"/>
                  </a:lnTo>
                  <a:lnTo>
                    <a:pt x="2564993" y="680994"/>
                  </a:lnTo>
                  <a:lnTo>
                    <a:pt x="2613240" y="705585"/>
                  </a:lnTo>
                  <a:lnTo>
                    <a:pt x="2661894" y="727945"/>
                  </a:lnTo>
                  <a:lnTo>
                    <a:pt x="2667772" y="730475"/>
                  </a:lnTo>
                  <a:lnTo>
                    <a:pt x="2716005" y="749800"/>
                  </a:lnTo>
                  <a:lnTo>
                    <a:pt x="2765968" y="767107"/>
                  </a:lnTo>
                  <a:lnTo>
                    <a:pt x="2818505" y="782508"/>
                  </a:lnTo>
                  <a:lnTo>
                    <a:pt x="2874558" y="796190"/>
                  </a:lnTo>
                  <a:lnTo>
                    <a:pt x="2935079" y="808359"/>
                  </a:lnTo>
                  <a:lnTo>
                    <a:pt x="3000937" y="819208"/>
                  </a:lnTo>
                  <a:lnTo>
                    <a:pt x="3072803" y="828904"/>
                  </a:lnTo>
                  <a:lnTo>
                    <a:pt x="3150994" y="837581"/>
                  </a:lnTo>
                  <a:lnTo>
                    <a:pt x="3235266" y="845328"/>
                  </a:lnTo>
                  <a:lnTo>
                    <a:pt x="3324575" y="852197"/>
                  </a:lnTo>
                  <a:lnTo>
                    <a:pt x="3416869" y="858203"/>
                  </a:lnTo>
                  <a:lnTo>
                    <a:pt x="3508986" y="863333"/>
                  </a:lnTo>
                  <a:lnTo>
                    <a:pt x="3596803" y="867566"/>
                  </a:lnTo>
                  <a:lnTo>
                    <a:pt x="3675728" y="870892"/>
                  </a:lnTo>
                  <a:lnTo>
                    <a:pt x="3741513" y="873338"/>
                  </a:lnTo>
                  <a:lnTo>
                    <a:pt x="3791220" y="874980"/>
                  </a:lnTo>
                  <a:lnTo>
                    <a:pt x="3824010" y="875948"/>
                  </a:lnTo>
                  <a:lnTo>
                    <a:pt x="3841482" y="876412"/>
                  </a:lnTo>
                  <a:lnTo>
                    <a:pt x="3847558" y="876557"/>
                  </a:lnTo>
                  <a:lnTo>
                    <a:pt x="3848118" y="876570"/>
                  </a:lnTo>
                  <a:lnTo>
                    <a:pt x="4386855" y="876570"/>
                  </a:lnTo>
                  <a:lnTo>
                    <a:pt x="4388157" y="876576"/>
                  </a:lnTo>
                  <a:lnTo>
                    <a:pt x="4396652" y="876620"/>
                  </a:lnTo>
                  <a:lnTo>
                    <a:pt x="4417828" y="876742"/>
                  </a:lnTo>
                  <a:lnTo>
                    <a:pt x="4455081" y="876981"/>
                  </a:lnTo>
                  <a:lnTo>
                    <a:pt x="4509386" y="877371"/>
                  </a:lnTo>
                  <a:lnTo>
                    <a:pt x="4579280" y="877938"/>
                  </a:lnTo>
                  <a:lnTo>
                    <a:pt x="4661351" y="878695"/>
                  </a:lnTo>
                  <a:lnTo>
                    <a:pt x="4751118" y="879644"/>
                  </a:lnTo>
                  <a:lnTo>
                    <a:pt x="4843997" y="880784"/>
                  </a:lnTo>
                  <a:lnTo>
                    <a:pt x="4936057" y="882108"/>
                  </a:lnTo>
                  <a:lnTo>
                    <a:pt x="5024415" y="883616"/>
                  </a:lnTo>
                  <a:lnTo>
                    <a:pt x="5107302" y="885314"/>
                  </a:lnTo>
                  <a:lnTo>
                    <a:pt x="5183921" y="887213"/>
                  </a:lnTo>
                  <a:lnTo>
                    <a:pt x="5254215" y="889337"/>
                  </a:lnTo>
                  <a:lnTo>
                    <a:pt x="5318628" y="891716"/>
                  </a:lnTo>
                  <a:lnTo>
                    <a:pt x="5377914" y="894388"/>
                  </a:lnTo>
                  <a:lnTo>
                    <a:pt x="5432988" y="897395"/>
                  </a:lnTo>
                  <a:lnTo>
                    <a:pt x="5484817" y="900781"/>
                  </a:lnTo>
                  <a:lnTo>
                    <a:pt x="5534333" y="904582"/>
                  </a:lnTo>
                  <a:lnTo>
                    <a:pt x="5567201" y="907422"/>
                  </a:lnTo>
                  <a:lnTo>
                    <a:pt x="5619777" y="912478"/>
                  </a:lnTo>
                  <a:lnTo>
                    <a:pt x="5671849" y="918082"/>
                  </a:lnTo>
                  <a:lnTo>
                    <a:pt x="5724008" y="924241"/>
                  </a:lnTo>
                  <a:lnTo>
                    <a:pt x="5776639" y="930939"/>
                  </a:lnTo>
                  <a:lnTo>
                    <a:pt x="5829954" y="938138"/>
                  </a:lnTo>
                  <a:lnTo>
                    <a:pt x="5884010" y="945774"/>
                  </a:lnTo>
                  <a:lnTo>
                    <a:pt x="5938736" y="953756"/>
                  </a:lnTo>
                  <a:lnTo>
                    <a:pt x="5993953" y="961977"/>
                  </a:lnTo>
                  <a:lnTo>
                    <a:pt x="6049414" y="970310"/>
                  </a:lnTo>
                  <a:lnTo>
                    <a:pt x="6104833" y="978625"/>
                  </a:lnTo>
                  <a:lnTo>
                    <a:pt x="6159934" y="986790"/>
                  </a:lnTo>
                  <a:lnTo>
                    <a:pt x="6214484" y="994684"/>
                  </a:lnTo>
                  <a:lnTo>
                    <a:pt x="6268332" y="1002204"/>
                  </a:lnTo>
                  <a:lnTo>
                    <a:pt x="6321441" y="1009266"/>
                  </a:lnTo>
                  <a:lnTo>
                    <a:pt x="6373909" y="1015815"/>
                  </a:lnTo>
                  <a:lnTo>
                    <a:pt x="6425996" y="1021817"/>
                  </a:lnTo>
                  <a:lnTo>
                    <a:pt x="6478142" y="1027264"/>
                  </a:lnTo>
                  <a:lnTo>
                    <a:pt x="6515891" y="1030831"/>
                  </a:lnTo>
                  <a:lnTo>
                    <a:pt x="6564303" y="1034926"/>
                  </a:lnTo>
                  <a:lnTo>
                    <a:pt x="6614458" y="1038592"/>
                  </a:lnTo>
                  <a:lnTo>
                    <a:pt x="6667215" y="1041853"/>
                  </a:lnTo>
                  <a:lnTo>
                    <a:pt x="6723523" y="1044749"/>
                  </a:lnTo>
                  <a:lnTo>
                    <a:pt x="6784345" y="1047323"/>
                  </a:lnTo>
                  <a:lnTo>
                    <a:pt x="6850558" y="1049617"/>
                  </a:lnTo>
                  <a:lnTo>
                    <a:pt x="6922834" y="1051667"/>
                  </a:lnTo>
                  <a:lnTo>
                    <a:pt x="7001482" y="1053500"/>
                  </a:lnTo>
                  <a:lnTo>
                    <a:pt x="7086236" y="1055136"/>
                  </a:lnTo>
                  <a:lnTo>
                    <a:pt x="7176014" y="1056586"/>
                  </a:lnTo>
                  <a:lnTo>
                    <a:pt x="7268701" y="1057852"/>
                  </a:lnTo>
                  <a:lnTo>
                    <a:pt x="7361060" y="1058931"/>
                  </a:lnTo>
                  <a:lnTo>
                    <a:pt x="7448890" y="1059820"/>
                  </a:lnTo>
                  <a:lnTo>
                    <a:pt x="7527545" y="1060515"/>
                  </a:lnTo>
                  <a:lnTo>
                    <a:pt x="7592776" y="1061024"/>
                  </a:lnTo>
                  <a:lnTo>
                    <a:pt x="7641707" y="1061363"/>
                  </a:lnTo>
                  <a:lnTo>
                    <a:pt x="7673624" y="1061561"/>
                  </a:lnTo>
                  <a:lnTo>
                    <a:pt x="7690293" y="1061654"/>
                  </a:lnTo>
                  <a:lnTo>
                    <a:pt x="7695816" y="1061682"/>
                  </a:lnTo>
                  <a:lnTo>
                    <a:pt x="7696237" y="1061684"/>
                  </a:lnTo>
                  <a:lnTo>
                    <a:pt x="8234974" y="1061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3" name="pl1513"/>
            <p:cNvSpPr/>
            <p:nvPr/>
          </p:nvSpPr>
          <p:spPr>
            <a:xfrm>
              <a:off x="546595" y="5111529"/>
              <a:ext cx="8234974" cy="1061684"/>
            </a:xfrm>
            <a:custGeom>
              <a:avLst/>
              <a:pathLst>
                <a:path w="8234974" h="1061684">
                  <a:moveTo>
                    <a:pt x="8234974" y="1061684"/>
                  </a:moveTo>
                  <a:lnTo>
                    <a:pt x="7696237" y="1061684"/>
                  </a:lnTo>
                  <a:lnTo>
                    <a:pt x="7694935" y="1061677"/>
                  </a:lnTo>
                  <a:lnTo>
                    <a:pt x="7686440" y="1061633"/>
                  </a:lnTo>
                  <a:lnTo>
                    <a:pt x="7665264" y="1061512"/>
                  </a:lnTo>
                  <a:lnTo>
                    <a:pt x="7628011" y="1061273"/>
                  </a:lnTo>
                  <a:lnTo>
                    <a:pt x="7573707" y="1060882"/>
                  </a:lnTo>
                  <a:lnTo>
                    <a:pt x="7503812" y="1060315"/>
                  </a:lnTo>
                  <a:lnTo>
                    <a:pt x="7421741" y="1059558"/>
                  </a:lnTo>
                  <a:lnTo>
                    <a:pt x="7331974" y="1058609"/>
                  </a:lnTo>
                  <a:lnTo>
                    <a:pt x="7239095" y="1057469"/>
                  </a:lnTo>
                  <a:lnTo>
                    <a:pt x="7147035" y="1056145"/>
                  </a:lnTo>
                  <a:lnTo>
                    <a:pt x="7058678" y="1054637"/>
                  </a:lnTo>
                  <a:lnTo>
                    <a:pt x="6975791" y="1052940"/>
                  </a:lnTo>
                  <a:lnTo>
                    <a:pt x="6899171" y="1051040"/>
                  </a:lnTo>
                  <a:lnTo>
                    <a:pt x="6828878" y="1048916"/>
                  </a:lnTo>
                  <a:lnTo>
                    <a:pt x="6764465" y="1046537"/>
                  </a:lnTo>
                  <a:lnTo>
                    <a:pt x="6705178" y="1043865"/>
                  </a:lnTo>
                  <a:lnTo>
                    <a:pt x="6650105" y="1040858"/>
                  </a:lnTo>
                  <a:lnTo>
                    <a:pt x="6598275" y="1037472"/>
                  </a:lnTo>
                  <a:lnTo>
                    <a:pt x="6548760" y="1033672"/>
                  </a:lnTo>
                  <a:lnTo>
                    <a:pt x="6515891" y="1030831"/>
                  </a:lnTo>
                  <a:lnTo>
                    <a:pt x="6463316" y="1025775"/>
                  </a:lnTo>
                  <a:lnTo>
                    <a:pt x="6411243" y="1020171"/>
                  </a:lnTo>
                  <a:lnTo>
                    <a:pt x="6359085" y="1014012"/>
                  </a:lnTo>
                  <a:lnTo>
                    <a:pt x="6306454" y="1007314"/>
                  </a:lnTo>
                  <a:lnTo>
                    <a:pt x="6253139" y="1000115"/>
                  </a:lnTo>
                  <a:lnTo>
                    <a:pt x="6199082" y="992480"/>
                  </a:lnTo>
                  <a:lnTo>
                    <a:pt x="6144357" y="984497"/>
                  </a:lnTo>
                  <a:lnTo>
                    <a:pt x="6089139" y="976277"/>
                  </a:lnTo>
                  <a:lnTo>
                    <a:pt x="6033679" y="967943"/>
                  </a:lnTo>
                  <a:lnTo>
                    <a:pt x="5978259" y="959628"/>
                  </a:lnTo>
                  <a:lnTo>
                    <a:pt x="5923159" y="951463"/>
                  </a:lnTo>
                  <a:lnTo>
                    <a:pt x="5868609" y="943569"/>
                  </a:lnTo>
                  <a:lnTo>
                    <a:pt x="5814760" y="936049"/>
                  </a:lnTo>
                  <a:lnTo>
                    <a:pt x="5761651" y="928987"/>
                  </a:lnTo>
                  <a:lnTo>
                    <a:pt x="5709183" y="922438"/>
                  </a:lnTo>
                  <a:lnTo>
                    <a:pt x="5657096" y="916436"/>
                  </a:lnTo>
                  <a:lnTo>
                    <a:pt x="5604951" y="910989"/>
                  </a:lnTo>
                  <a:lnTo>
                    <a:pt x="5567201" y="907422"/>
                  </a:lnTo>
                  <a:lnTo>
                    <a:pt x="5518790" y="903327"/>
                  </a:lnTo>
                  <a:lnTo>
                    <a:pt x="5468634" y="899661"/>
                  </a:lnTo>
                  <a:lnTo>
                    <a:pt x="5415878" y="896400"/>
                  </a:lnTo>
                  <a:lnTo>
                    <a:pt x="5359569" y="893504"/>
                  </a:lnTo>
                  <a:lnTo>
                    <a:pt x="5298747" y="890930"/>
                  </a:lnTo>
                  <a:lnTo>
                    <a:pt x="5232535" y="888636"/>
                  </a:lnTo>
                  <a:lnTo>
                    <a:pt x="5160259" y="886586"/>
                  </a:lnTo>
                  <a:lnTo>
                    <a:pt x="5081610" y="884753"/>
                  </a:lnTo>
                  <a:lnTo>
                    <a:pt x="4996856" y="883117"/>
                  </a:lnTo>
                  <a:lnTo>
                    <a:pt x="4907078" y="881667"/>
                  </a:lnTo>
                  <a:lnTo>
                    <a:pt x="4814391" y="880401"/>
                  </a:lnTo>
                  <a:lnTo>
                    <a:pt x="4722033" y="879322"/>
                  </a:lnTo>
                  <a:lnTo>
                    <a:pt x="4634202" y="878433"/>
                  </a:lnTo>
                  <a:lnTo>
                    <a:pt x="4555547" y="877738"/>
                  </a:lnTo>
                  <a:lnTo>
                    <a:pt x="4490317" y="877229"/>
                  </a:lnTo>
                  <a:lnTo>
                    <a:pt x="4441385" y="876890"/>
                  </a:lnTo>
                  <a:lnTo>
                    <a:pt x="4409469" y="876692"/>
                  </a:lnTo>
                  <a:lnTo>
                    <a:pt x="4392800" y="876599"/>
                  </a:lnTo>
                  <a:lnTo>
                    <a:pt x="4387276" y="876571"/>
                  </a:lnTo>
                  <a:lnTo>
                    <a:pt x="4386855" y="876570"/>
                  </a:lnTo>
                  <a:lnTo>
                    <a:pt x="3848118" y="876570"/>
                  </a:lnTo>
                  <a:lnTo>
                    <a:pt x="3846830" y="876541"/>
                  </a:lnTo>
                  <a:lnTo>
                    <a:pt x="3838423" y="876334"/>
                  </a:lnTo>
                  <a:lnTo>
                    <a:pt x="3817458" y="875764"/>
                  </a:lnTo>
                  <a:lnTo>
                    <a:pt x="3780555" y="874644"/>
                  </a:lnTo>
                  <a:lnTo>
                    <a:pt x="3726718" y="872814"/>
                  </a:lnTo>
                  <a:lnTo>
                    <a:pt x="3657358" y="870156"/>
                  </a:lnTo>
                  <a:lnTo>
                    <a:pt x="3575819" y="866607"/>
                  </a:lnTo>
                  <a:lnTo>
                    <a:pt x="3486523" y="862152"/>
                  </a:lnTo>
                  <a:lnTo>
                    <a:pt x="3394011" y="856804"/>
                  </a:lnTo>
                  <a:lnTo>
                    <a:pt x="3302201" y="850585"/>
                  </a:lnTo>
                  <a:lnTo>
                    <a:pt x="3213984" y="843503"/>
                  </a:lnTo>
                  <a:lnTo>
                    <a:pt x="3131149" y="835533"/>
                  </a:lnTo>
                  <a:lnTo>
                    <a:pt x="3054518" y="826615"/>
                  </a:lnTo>
                  <a:lnTo>
                    <a:pt x="2984178" y="816648"/>
                  </a:lnTo>
                  <a:lnTo>
                    <a:pt x="2919707" y="805491"/>
                  </a:lnTo>
                  <a:lnTo>
                    <a:pt x="2860373" y="792969"/>
                  </a:lnTo>
                  <a:lnTo>
                    <a:pt x="2805275" y="778882"/>
                  </a:lnTo>
                  <a:lnTo>
                    <a:pt x="2753457" y="763027"/>
                  </a:lnTo>
                  <a:lnTo>
                    <a:pt x="2703993" y="745229"/>
                  </a:lnTo>
                  <a:lnTo>
                    <a:pt x="2667772" y="730475"/>
                  </a:lnTo>
                  <a:lnTo>
                    <a:pt x="2619030" y="708377"/>
                  </a:lnTo>
                  <a:lnTo>
                    <a:pt x="2570762" y="684056"/>
                  </a:lnTo>
                  <a:lnTo>
                    <a:pt x="2522480" y="657477"/>
                  </a:lnTo>
                  <a:lnTo>
                    <a:pt x="2473850" y="628681"/>
                  </a:lnTo>
                  <a:lnTo>
                    <a:pt x="2424670" y="597791"/>
                  </a:lnTo>
                  <a:lnTo>
                    <a:pt x="2374857" y="565019"/>
                  </a:lnTo>
                  <a:lnTo>
                    <a:pt x="2324427" y="530663"/>
                  </a:lnTo>
                  <a:lnTo>
                    <a:pt x="2273487" y="495101"/>
                  </a:lnTo>
                  <a:lnTo>
                    <a:pt x="2222206" y="458775"/>
                  </a:lnTo>
                  <a:lnTo>
                    <a:pt x="2170798" y="422169"/>
                  </a:lnTo>
                  <a:lnTo>
                    <a:pt x="2119490" y="385784"/>
                  </a:lnTo>
                  <a:lnTo>
                    <a:pt x="2068499" y="350106"/>
                  </a:lnTo>
                  <a:lnTo>
                    <a:pt x="2018001" y="315585"/>
                  </a:lnTo>
                  <a:lnTo>
                    <a:pt x="1968111" y="282606"/>
                  </a:lnTo>
                  <a:lnTo>
                    <a:pt x="1918858" y="251477"/>
                  </a:lnTo>
                  <a:lnTo>
                    <a:pt x="1870171" y="222423"/>
                  </a:lnTo>
                  <a:lnTo>
                    <a:pt x="1821862" y="195575"/>
                  </a:lnTo>
                  <a:lnTo>
                    <a:pt x="1773615" y="170984"/>
                  </a:lnTo>
                  <a:lnTo>
                    <a:pt x="1724960" y="148624"/>
                  </a:lnTo>
                  <a:lnTo>
                    <a:pt x="1719082" y="146095"/>
                  </a:lnTo>
                  <a:lnTo>
                    <a:pt x="1670849" y="126769"/>
                  </a:lnTo>
                  <a:lnTo>
                    <a:pt x="1620887" y="109462"/>
                  </a:lnTo>
                  <a:lnTo>
                    <a:pt x="1568350" y="94061"/>
                  </a:lnTo>
                  <a:lnTo>
                    <a:pt x="1512296" y="80379"/>
                  </a:lnTo>
                  <a:lnTo>
                    <a:pt x="1451776" y="68210"/>
                  </a:lnTo>
                  <a:lnTo>
                    <a:pt x="1385918" y="57361"/>
                  </a:lnTo>
                  <a:lnTo>
                    <a:pt x="1314052" y="47665"/>
                  </a:lnTo>
                  <a:lnTo>
                    <a:pt x="1235860" y="38988"/>
                  </a:lnTo>
                  <a:lnTo>
                    <a:pt x="1151589" y="31241"/>
                  </a:lnTo>
                  <a:lnTo>
                    <a:pt x="1062279" y="24372"/>
                  </a:lnTo>
                  <a:lnTo>
                    <a:pt x="969986" y="18366"/>
                  </a:lnTo>
                  <a:lnTo>
                    <a:pt x="877869" y="13236"/>
                  </a:lnTo>
                  <a:lnTo>
                    <a:pt x="790051" y="9003"/>
                  </a:lnTo>
                  <a:lnTo>
                    <a:pt x="711127" y="5677"/>
                  </a:lnTo>
                  <a:lnTo>
                    <a:pt x="645342" y="3231"/>
                  </a:lnTo>
                  <a:lnTo>
                    <a:pt x="595634" y="1589"/>
                  </a:lnTo>
                  <a:lnTo>
                    <a:pt x="562845" y="621"/>
                  </a:lnTo>
                  <a:lnTo>
                    <a:pt x="545373" y="157"/>
                  </a:lnTo>
                  <a:lnTo>
                    <a:pt x="539296" y="12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4" name="pg1514"/>
            <p:cNvSpPr/>
            <p:nvPr/>
          </p:nvSpPr>
          <p:spPr>
            <a:xfrm>
              <a:off x="546595" y="581676"/>
              <a:ext cx="8234974" cy="4393739"/>
            </a:xfrm>
            <a:custGeom>
              <a:avLst/>
              <a:pathLst>
                <a:path w="8234974" h="4393739">
                  <a:moveTo>
                    <a:pt x="0" y="4393739"/>
                  </a:moveTo>
                  <a:lnTo>
                    <a:pt x="538736" y="4393739"/>
                  </a:lnTo>
                  <a:lnTo>
                    <a:pt x="539943" y="4393666"/>
                  </a:lnTo>
                  <a:lnTo>
                    <a:pt x="547831" y="4393150"/>
                  </a:lnTo>
                  <a:lnTo>
                    <a:pt x="567547" y="4391722"/>
                  </a:lnTo>
                  <a:lnTo>
                    <a:pt x="602371" y="4388918"/>
                  </a:lnTo>
                  <a:lnTo>
                    <a:pt x="653411" y="4384327"/>
                  </a:lnTo>
                  <a:lnTo>
                    <a:pt x="719558" y="4377644"/>
                  </a:lnTo>
                  <a:lnTo>
                    <a:pt x="797859" y="4368691"/>
                  </a:lnTo>
                  <a:lnTo>
                    <a:pt x="884261" y="4357415"/>
                  </a:lnTo>
                  <a:lnTo>
                    <a:pt x="974475" y="4343846"/>
                  </a:lnTo>
                  <a:lnTo>
                    <a:pt x="1064684" y="4328038"/>
                  </a:lnTo>
                  <a:lnTo>
                    <a:pt x="1151969" y="4310019"/>
                  </a:lnTo>
                  <a:lnTo>
                    <a:pt x="1234426" y="4289752"/>
                  </a:lnTo>
                  <a:lnTo>
                    <a:pt x="1311074" y="4267109"/>
                  </a:lnTo>
                  <a:lnTo>
                    <a:pt x="1381669" y="4241864"/>
                  </a:lnTo>
                  <a:lnTo>
                    <a:pt x="1446484" y="4213694"/>
                  </a:lnTo>
                  <a:lnTo>
                    <a:pt x="1506132" y="4182184"/>
                  </a:lnTo>
                  <a:lnTo>
                    <a:pt x="1561413" y="4146853"/>
                  </a:lnTo>
                  <a:lnTo>
                    <a:pt x="1613213" y="4107186"/>
                  </a:lnTo>
                  <a:lnTo>
                    <a:pt x="1662420" y="4062704"/>
                  </a:lnTo>
                  <a:lnTo>
                    <a:pt x="1709846" y="4013079"/>
                  </a:lnTo>
                  <a:lnTo>
                    <a:pt x="1719082" y="4002640"/>
                  </a:lnTo>
                  <a:lnTo>
                    <a:pt x="1757181" y="3956979"/>
                  </a:lnTo>
                  <a:lnTo>
                    <a:pt x="1794916" y="3907716"/>
                  </a:lnTo>
                  <a:lnTo>
                    <a:pt x="1832544" y="3854779"/>
                  </a:lnTo>
                  <a:lnTo>
                    <a:pt x="1870263" y="3798165"/>
                  </a:lnTo>
                  <a:lnTo>
                    <a:pt x="1908215" y="3737949"/>
                  </a:lnTo>
                  <a:lnTo>
                    <a:pt x="1946495" y="3674289"/>
                  </a:lnTo>
                  <a:lnTo>
                    <a:pt x="1985155" y="3607430"/>
                  </a:lnTo>
                  <a:lnTo>
                    <a:pt x="2024205" y="3537705"/>
                  </a:lnTo>
                  <a:lnTo>
                    <a:pt x="2063620" y="3465533"/>
                  </a:lnTo>
                  <a:lnTo>
                    <a:pt x="2103346" y="3391407"/>
                  </a:lnTo>
                  <a:lnTo>
                    <a:pt x="2143303" y="3315886"/>
                  </a:lnTo>
                  <a:lnTo>
                    <a:pt x="2183394" y="3239573"/>
                  </a:lnTo>
                  <a:lnTo>
                    <a:pt x="2223513" y="3163101"/>
                  </a:lnTo>
                  <a:lnTo>
                    <a:pt x="2263550" y="3087106"/>
                  </a:lnTo>
                  <a:lnTo>
                    <a:pt x="2303402" y="3012209"/>
                  </a:lnTo>
                  <a:lnTo>
                    <a:pt x="2342981" y="2938994"/>
                  </a:lnTo>
                  <a:lnTo>
                    <a:pt x="2382219" y="2867988"/>
                  </a:lnTo>
                  <a:lnTo>
                    <a:pt x="2421075" y="2799649"/>
                  </a:lnTo>
                  <a:lnTo>
                    <a:pt x="2459541" y="2734352"/>
                  </a:lnTo>
                  <a:lnTo>
                    <a:pt x="2497649" y="2672389"/>
                  </a:lnTo>
                  <a:lnTo>
                    <a:pt x="2535469" y="2613959"/>
                  </a:lnTo>
                  <a:lnTo>
                    <a:pt x="2573121" y="2559179"/>
                  </a:lnTo>
                  <a:lnTo>
                    <a:pt x="2610774" y="2508084"/>
                  </a:lnTo>
                  <a:lnTo>
                    <a:pt x="2648655" y="2460634"/>
                  </a:lnTo>
                  <a:lnTo>
                    <a:pt x="2667772" y="2438243"/>
                  </a:lnTo>
                  <a:lnTo>
                    <a:pt x="2714929" y="2387588"/>
                  </a:lnTo>
                  <a:lnTo>
                    <a:pt x="2763722" y="2342106"/>
                  </a:lnTo>
                  <a:lnTo>
                    <a:pt x="2814940" y="2301521"/>
                  </a:lnTo>
                  <a:lnTo>
                    <a:pt x="2869461" y="2265373"/>
                  </a:lnTo>
                  <a:lnTo>
                    <a:pt x="2928176" y="2233147"/>
                  </a:lnTo>
                  <a:lnTo>
                    <a:pt x="2991913" y="2204351"/>
                  </a:lnTo>
                  <a:lnTo>
                    <a:pt x="3061328" y="2178556"/>
                  </a:lnTo>
                  <a:lnTo>
                    <a:pt x="3136779" y="2155419"/>
                  </a:lnTo>
                  <a:lnTo>
                    <a:pt x="3218137" y="2134695"/>
                  </a:lnTo>
                  <a:lnTo>
                    <a:pt x="3304586" y="2116236"/>
                  </a:lnTo>
                  <a:lnTo>
                    <a:pt x="3394416" y="2099990"/>
                  </a:lnTo>
                  <a:lnTo>
                    <a:pt x="3484907" y="2085973"/>
                  </a:lnTo>
                  <a:lnTo>
                    <a:pt x="3572398" y="2074240"/>
                  </a:lnTo>
                  <a:lnTo>
                    <a:pt x="3652643" y="2064828"/>
                  </a:lnTo>
                  <a:lnTo>
                    <a:pt x="3721478" y="2057705"/>
                  </a:lnTo>
                  <a:lnTo>
                    <a:pt x="3775663" y="2052720"/>
                  </a:lnTo>
                  <a:lnTo>
                    <a:pt x="3813681" y="2049593"/>
                  </a:lnTo>
                  <a:lnTo>
                    <a:pt x="3836193" y="2047928"/>
                  </a:lnTo>
                  <a:lnTo>
                    <a:pt x="3846068" y="2047269"/>
                  </a:lnTo>
                  <a:lnTo>
                    <a:pt x="3848118" y="2047144"/>
                  </a:lnTo>
                  <a:lnTo>
                    <a:pt x="4386855" y="2047144"/>
                  </a:lnTo>
                  <a:lnTo>
                    <a:pt x="4388084" y="2047080"/>
                  </a:lnTo>
                  <a:lnTo>
                    <a:pt x="4396110" y="2046623"/>
                  </a:lnTo>
                  <a:lnTo>
                    <a:pt x="4416161" y="2045357"/>
                  </a:lnTo>
                  <a:lnTo>
                    <a:pt x="4451542" y="2042872"/>
                  </a:lnTo>
                  <a:lnTo>
                    <a:pt x="4503336" y="2038807"/>
                  </a:lnTo>
                  <a:lnTo>
                    <a:pt x="4570352" y="2032891"/>
                  </a:lnTo>
                  <a:lnTo>
                    <a:pt x="4649533" y="2024973"/>
                  </a:lnTo>
                  <a:lnTo>
                    <a:pt x="4736729" y="2015010"/>
                  </a:lnTo>
                  <a:lnTo>
                    <a:pt x="4827578" y="2003029"/>
                  </a:lnTo>
                  <a:lnTo>
                    <a:pt x="4918236" y="1989079"/>
                  </a:lnTo>
                  <a:lnTo>
                    <a:pt x="5005789" y="1973181"/>
                  </a:lnTo>
                  <a:lnTo>
                    <a:pt x="5088360" y="1955298"/>
                  </a:lnTo>
                  <a:lnTo>
                    <a:pt x="5165013" y="1935311"/>
                  </a:lnTo>
                  <a:lnTo>
                    <a:pt x="5235543" y="1913014"/>
                  </a:lnTo>
                  <a:lnTo>
                    <a:pt x="5300266" y="1888111"/>
                  </a:lnTo>
                  <a:lnTo>
                    <a:pt x="5359826" y="1860230"/>
                  </a:lnTo>
                  <a:lnTo>
                    <a:pt x="5415051" y="1828940"/>
                  </a:lnTo>
                  <a:lnTo>
                    <a:pt x="5466847" y="1793785"/>
                  </a:lnTo>
                  <a:lnTo>
                    <a:pt x="5516114" y="1754348"/>
                  </a:lnTo>
                  <a:lnTo>
                    <a:pt x="5563663" y="1710366"/>
                  </a:lnTo>
                  <a:lnTo>
                    <a:pt x="5567201" y="1706861"/>
                  </a:lnTo>
                  <a:lnTo>
                    <a:pt x="5607198" y="1665061"/>
                  </a:lnTo>
                  <a:lnTo>
                    <a:pt x="5646807" y="1619799"/>
                  </a:lnTo>
                  <a:lnTo>
                    <a:pt x="5686324" y="1571010"/>
                  </a:lnTo>
                  <a:lnTo>
                    <a:pt x="5725967" y="1518700"/>
                  </a:lnTo>
                  <a:lnTo>
                    <a:pt x="5765892" y="1462958"/>
                  </a:lnTo>
                  <a:lnTo>
                    <a:pt x="5806197" y="1403963"/>
                  </a:lnTo>
                  <a:lnTo>
                    <a:pt x="5846928" y="1341987"/>
                  </a:lnTo>
                  <a:lnTo>
                    <a:pt x="5888084" y="1277394"/>
                  </a:lnTo>
                  <a:lnTo>
                    <a:pt x="5929622" y="1210636"/>
                  </a:lnTo>
                  <a:lnTo>
                    <a:pt x="5971465" y="1142238"/>
                  </a:lnTo>
                  <a:lnTo>
                    <a:pt x="6013512" y="1072787"/>
                  </a:lnTo>
                  <a:lnTo>
                    <a:pt x="6055642" y="1002910"/>
                  </a:lnTo>
                  <a:lnTo>
                    <a:pt x="6097730" y="933247"/>
                  </a:lnTo>
                  <a:lnTo>
                    <a:pt x="6139653" y="864434"/>
                  </a:lnTo>
                  <a:lnTo>
                    <a:pt x="6181301" y="797071"/>
                  </a:lnTo>
                  <a:lnTo>
                    <a:pt x="6222590" y="731708"/>
                  </a:lnTo>
                  <a:lnTo>
                    <a:pt x="6263464" y="668821"/>
                  </a:lnTo>
                  <a:lnTo>
                    <a:pt x="6303908" y="608805"/>
                  </a:lnTo>
                  <a:lnTo>
                    <a:pt x="6343950" y="551962"/>
                  </a:lnTo>
                  <a:lnTo>
                    <a:pt x="6383672" y="498502"/>
                  </a:lnTo>
                  <a:lnTo>
                    <a:pt x="6423210" y="448543"/>
                  </a:lnTo>
                  <a:lnTo>
                    <a:pt x="6462760" y="402118"/>
                  </a:lnTo>
                  <a:lnTo>
                    <a:pt x="6502591" y="359184"/>
                  </a:lnTo>
                  <a:lnTo>
                    <a:pt x="6515891" y="345727"/>
                  </a:lnTo>
                  <a:lnTo>
                    <a:pt x="6563340" y="301399"/>
                  </a:lnTo>
                  <a:lnTo>
                    <a:pt x="6612450" y="261626"/>
                  </a:lnTo>
                  <a:lnTo>
                    <a:pt x="6664025" y="226161"/>
                  </a:lnTo>
                  <a:lnTo>
                    <a:pt x="6718959" y="194595"/>
                  </a:lnTo>
                  <a:lnTo>
                    <a:pt x="6778161" y="166473"/>
                  </a:lnTo>
                  <a:lnTo>
                    <a:pt x="6842469" y="141359"/>
                  </a:lnTo>
                  <a:lnTo>
                    <a:pt x="6912545" y="118876"/>
                  </a:lnTo>
                  <a:lnTo>
                    <a:pt x="6988735" y="98723"/>
                  </a:lnTo>
                  <a:lnTo>
                    <a:pt x="7070882" y="80686"/>
                  </a:lnTo>
                  <a:lnTo>
                    <a:pt x="7158111" y="64641"/>
                  </a:lnTo>
                  <a:lnTo>
                    <a:pt x="7248624" y="50543"/>
                  </a:lnTo>
                  <a:lnTo>
                    <a:pt x="7339583" y="38412"/>
                  </a:lnTo>
                  <a:lnTo>
                    <a:pt x="7427203" y="28296"/>
                  </a:lnTo>
                  <a:lnTo>
                    <a:pt x="7507142" y="20224"/>
                  </a:lnTo>
                  <a:lnTo>
                    <a:pt x="7575202" y="14161"/>
                  </a:lnTo>
                  <a:lnTo>
                    <a:pt x="7628212" y="9964"/>
                  </a:lnTo>
                  <a:lnTo>
                    <a:pt x="7664824" y="7371"/>
                  </a:lnTo>
                  <a:lnTo>
                    <a:pt x="7685942" y="6028"/>
                  </a:lnTo>
                  <a:lnTo>
                    <a:pt x="7694716" y="552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9" y="64"/>
                  </a:lnTo>
                  <a:lnTo>
                    <a:pt x="7686982" y="521"/>
                  </a:lnTo>
                  <a:lnTo>
                    <a:pt x="7666932" y="1787"/>
                  </a:lnTo>
                  <a:lnTo>
                    <a:pt x="7631550" y="4271"/>
                  </a:lnTo>
                  <a:lnTo>
                    <a:pt x="7579757" y="8337"/>
                  </a:lnTo>
                  <a:lnTo>
                    <a:pt x="7512741" y="14253"/>
                  </a:lnTo>
                  <a:lnTo>
                    <a:pt x="7433559" y="22171"/>
                  </a:lnTo>
                  <a:lnTo>
                    <a:pt x="7346364" y="32133"/>
                  </a:lnTo>
                  <a:lnTo>
                    <a:pt x="7255514" y="44114"/>
                  </a:lnTo>
                  <a:lnTo>
                    <a:pt x="7164856" y="58065"/>
                  </a:lnTo>
                  <a:lnTo>
                    <a:pt x="7077304" y="73963"/>
                  </a:lnTo>
                  <a:lnTo>
                    <a:pt x="6994732" y="91846"/>
                  </a:lnTo>
                  <a:lnTo>
                    <a:pt x="6918080" y="111833"/>
                  </a:lnTo>
                  <a:lnTo>
                    <a:pt x="6847549" y="134130"/>
                  </a:lnTo>
                  <a:lnTo>
                    <a:pt x="6782827" y="159033"/>
                  </a:lnTo>
                  <a:lnTo>
                    <a:pt x="6723267" y="186914"/>
                  </a:lnTo>
                  <a:lnTo>
                    <a:pt x="6668042" y="218204"/>
                  </a:lnTo>
                  <a:lnTo>
                    <a:pt x="6616245" y="253359"/>
                  </a:lnTo>
                  <a:lnTo>
                    <a:pt x="6566979" y="292796"/>
                  </a:lnTo>
                  <a:lnTo>
                    <a:pt x="6519429" y="336778"/>
                  </a:lnTo>
                  <a:lnTo>
                    <a:pt x="6515891" y="340283"/>
                  </a:lnTo>
                  <a:lnTo>
                    <a:pt x="6475895" y="382083"/>
                  </a:lnTo>
                  <a:lnTo>
                    <a:pt x="6436285" y="427345"/>
                  </a:lnTo>
                  <a:lnTo>
                    <a:pt x="6396769" y="476134"/>
                  </a:lnTo>
                  <a:lnTo>
                    <a:pt x="6357126" y="528444"/>
                  </a:lnTo>
                  <a:lnTo>
                    <a:pt x="6317201" y="584186"/>
                  </a:lnTo>
                  <a:lnTo>
                    <a:pt x="6276895" y="643181"/>
                  </a:lnTo>
                  <a:lnTo>
                    <a:pt x="6236164" y="705157"/>
                  </a:lnTo>
                  <a:lnTo>
                    <a:pt x="6195008" y="769750"/>
                  </a:lnTo>
                  <a:lnTo>
                    <a:pt x="6153471" y="836508"/>
                  </a:lnTo>
                  <a:lnTo>
                    <a:pt x="6111627" y="904906"/>
                  </a:lnTo>
                  <a:lnTo>
                    <a:pt x="6069581" y="974356"/>
                  </a:lnTo>
                  <a:lnTo>
                    <a:pt x="6027451" y="1044234"/>
                  </a:lnTo>
                  <a:lnTo>
                    <a:pt x="5985363" y="1113896"/>
                  </a:lnTo>
                  <a:lnTo>
                    <a:pt x="5943440" y="1182710"/>
                  </a:lnTo>
                  <a:lnTo>
                    <a:pt x="5901791" y="1250073"/>
                  </a:lnTo>
                  <a:lnTo>
                    <a:pt x="5860502" y="1315436"/>
                  </a:lnTo>
                  <a:lnTo>
                    <a:pt x="5819628" y="1378323"/>
                  </a:lnTo>
                  <a:lnTo>
                    <a:pt x="5779185" y="1438339"/>
                  </a:lnTo>
                  <a:lnTo>
                    <a:pt x="5739142" y="1495182"/>
                  </a:lnTo>
                  <a:lnTo>
                    <a:pt x="5699420" y="1548642"/>
                  </a:lnTo>
                  <a:lnTo>
                    <a:pt x="5659883" y="1598601"/>
                  </a:lnTo>
                  <a:lnTo>
                    <a:pt x="5620333" y="1645025"/>
                  </a:lnTo>
                  <a:lnTo>
                    <a:pt x="5580502" y="1687960"/>
                  </a:lnTo>
                  <a:lnTo>
                    <a:pt x="5567201" y="1701416"/>
                  </a:lnTo>
                  <a:lnTo>
                    <a:pt x="5519753" y="1745745"/>
                  </a:lnTo>
                  <a:lnTo>
                    <a:pt x="5470642" y="1785518"/>
                  </a:lnTo>
                  <a:lnTo>
                    <a:pt x="5419068" y="1820983"/>
                  </a:lnTo>
                  <a:lnTo>
                    <a:pt x="5364133" y="1852549"/>
                  </a:lnTo>
                  <a:lnTo>
                    <a:pt x="5304931" y="1880671"/>
                  </a:lnTo>
                  <a:lnTo>
                    <a:pt x="5240623" y="1905785"/>
                  </a:lnTo>
                  <a:lnTo>
                    <a:pt x="5170547" y="1928268"/>
                  </a:lnTo>
                  <a:lnTo>
                    <a:pt x="5094358" y="1948421"/>
                  </a:lnTo>
                  <a:lnTo>
                    <a:pt x="5012210" y="1966457"/>
                  </a:lnTo>
                  <a:lnTo>
                    <a:pt x="4924981" y="1982503"/>
                  </a:lnTo>
                  <a:lnTo>
                    <a:pt x="4834469" y="1996600"/>
                  </a:lnTo>
                  <a:lnTo>
                    <a:pt x="4743510" y="2008732"/>
                  </a:lnTo>
                  <a:lnTo>
                    <a:pt x="4655889" y="2018848"/>
                  </a:lnTo>
                  <a:lnTo>
                    <a:pt x="4575950" y="2026920"/>
                  </a:lnTo>
                  <a:lnTo>
                    <a:pt x="4507891" y="2032983"/>
                  </a:lnTo>
                  <a:lnTo>
                    <a:pt x="4454880" y="2037180"/>
                  </a:lnTo>
                  <a:lnTo>
                    <a:pt x="4418268" y="2039772"/>
                  </a:lnTo>
                  <a:lnTo>
                    <a:pt x="4397150" y="2041116"/>
                  </a:lnTo>
                  <a:lnTo>
                    <a:pt x="4388376" y="2041620"/>
                  </a:lnTo>
                  <a:lnTo>
                    <a:pt x="4386855" y="2041700"/>
                  </a:lnTo>
                  <a:lnTo>
                    <a:pt x="3848118" y="2041700"/>
                  </a:lnTo>
                  <a:lnTo>
                    <a:pt x="3846912" y="2041772"/>
                  </a:lnTo>
                  <a:lnTo>
                    <a:pt x="3839024" y="2042289"/>
                  </a:lnTo>
                  <a:lnTo>
                    <a:pt x="3819308" y="2043716"/>
                  </a:lnTo>
                  <a:lnTo>
                    <a:pt x="3784484" y="2046520"/>
                  </a:lnTo>
                  <a:lnTo>
                    <a:pt x="3733443" y="2051111"/>
                  </a:lnTo>
                  <a:lnTo>
                    <a:pt x="3667296" y="2057795"/>
                  </a:lnTo>
                  <a:lnTo>
                    <a:pt x="3588996" y="2066748"/>
                  </a:lnTo>
                  <a:lnTo>
                    <a:pt x="3502593" y="2078023"/>
                  </a:lnTo>
                  <a:lnTo>
                    <a:pt x="3412380" y="2091592"/>
                  </a:lnTo>
                  <a:lnTo>
                    <a:pt x="3322171" y="2107400"/>
                  </a:lnTo>
                  <a:lnTo>
                    <a:pt x="3234886" y="2125419"/>
                  </a:lnTo>
                  <a:lnTo>
                    <a:pt x="3152429" y="2145687"/>
                  </a:lnTo>
                  <a:lnTo>
                    <a:pt x="3075780" y="2168330"/>
                  </a:lnTo>
                  <a:lnTo>
                    <a:pt x="3005186" y="2193574"/>
                  </a:lnTo>
                  <a:lnTo>
                    <a:pt x="2940370" y="2221745"/>
                  </a:lnTo>
                  <a:lnTo>
                    <a:pt x="2880723" y="2253254"/>
                  </a:lnTo>
                  <a:lnTo>
                    <a:pt x="2825442" y="2288585"/>
                  </a:lnTo>
                  <a:lnTo>
                    <a:pt x="2773641" y="2328252"/>
                  </a:lnTo>
                  <a:lnTo>
                    <a:pt x="2724434" y="2372735"/>
                  </a:lnTo>
                  <a:lnTo>
                    <a:pt x="2677009" y="2422359"/>
                  </a:lnTo>
                  <a:lnTo>
                    <a:pt x="2667772" y="2432799"/>
                  </a:lnTo>
                  <a:lnTo>
                    <a:pt x="2629673" y="2478459"/>
                  </a:lnTo>
                  <a:lnTo>
                    <a:pt x="2591938" y="2527722"/>
                  </a:lnTo>
                  <a:lnTo>
                    <a:pt x="2554310" y="2580659"/>
                  </a:lnTo>
                  <a:lnTo>
                    <a:pt x="2516592" y="2637273"/>
                  </a:lnTo>
                  <a:lnTo>
                    <a:pt x="2478640" y="2697489"/>
                  </a:lnTo>
                  <a:lnTo>
                    <a:pt x="2440359" y="2761150"/>
                  </a:lnTo>
                  <a:lnTo>
                    <a:pt x="2401699" y="2828009"/>
                  </a:lnTo>
                  <a:lnTo>
                    <a:pt x="2362650" y="2897733"/>
                  </a:lnTo>
                  <a:lnTo>
                    <a:pt x="2323234" y="2969906"/>
                  </a:lnTo>
                  <a:lnTo>
                    <a:pt x="2283508" y="3044031"/>
                  </a:lnTo>
                  <a:lnTo>
                    <a:pt x="2243552" y="3119553"/>
                  </a:lnTo>
                  <a:lnTo>
                    <a:pt x="2203460" y="3195865"/>
                  </a:lnTo>
                  <a:lnTo>
                    <a:pt x="2163342" y="3272338"/>
                  </a:lnTo>
                  <a:lnTo>
                    <a:pt x="2123305" y="3348333"/>
                  </a:lnTo>
                  <a:lnTo>
                    <a:pt x="2083453" y="3423229"/>
                  </a:lnTo>
                  <a:lnTo>
                    <a:pt x="2043873" y="3496444"/>
                  </a:lnTo>
                  <a:lnTo>
                    <a:pt x="2004636" y="3567450"/>
                  </a:lnTo>
                  <a:lnTo>
                    <a:pt x="1965780" y="3635790"/>
                  </a:lnTo>
                  <a:lnTo>
                    <a:pt x="1927313" y="3701086"/>
                  </a:lnTo>
                  <a:lnTo>
                    <a:pt x="1889206" y="3763050"/>
                  </a:lnTo>
                  <a:lnTo>
                    <a:pt x="1851386" y="3821479"/>
                  </a:lnTo>
                  <a:lnTo>
                    <a:pt x="1813733" y="3876259"/>
                  </a:lnTo>
                  <a:lnTo>
                    <a:pt x="1776080" y="3927355"/>
                  </a:lnTo>
                  <a:lnTo>
                    <a:pt x="1738200" y="3974804"/>
                  </a:lnTo>
                  <a:lnTo>
                    <a:pt x="1719082" y="3997195"/>
                  </a:lnTo>
                  <a:lnTo>
                    <a:pt x="1671926" y="4047850"/>
                  </a:lnTo>
                  <a:lnTo>
                    <a:pt x="1623132" y="4093332"/>
                  </a:lnTo>
                  <a:lnTo>
                    <a:pt x="1571914" y="4133917"/>
                  </a:lnTo>
                  <a:lnTo>
                    <a:pt x="1517394" y="4170066"/>
                  </a:lnTo>
                  <a:lnTo>
                    <a:pt x="1458678" y="4202292"/>
                  </a:lnTo>
                  <a:lnTo>
                    <a:pt x="1394942" y="4231088"/>
                  </a:lnTo>
                  <a:lnTo>
                    <a:pt x="1325526" y="4256883"/>
                  </a:lnTo>
                  <a:lnTo>
                    <a:pt x="1250076" y="4280019"/>
                  </a:lnTo>
                  <a:lnTo>
                    <a:pt x="1168718" y="4300744"/>
                  </a:lnTo>
                  <a:lnTo>
                    <a:pt x="1082269" y="4319202"/>
                  </a:lnTo>
                  <a:lnTo>
                    <a:pt x="992438" y="4335449"/>
                  </a:lnTo>
                  <a:lnTo>
                    <a:pt x="901948" y="4349465"/>
                  </a:lnTo>
                  <a:lnTo>
                    <a:pt x="814457" y="4361199"/>
                  </a:lnTo>
                  <a:lnTo>
                    <a:pt x="734211" y="4370610"/>
                  </a:lnTo>
                  <a:lnTo>
                    <a:pt x="665377" y="4377734"/>
                  </a:lnTo>
                  <a:lnTo>
                    <a:pt x="611191" y="4382718"/>
                  </a:lnTo>
                  <a:lnTo>
                    <a:pt x="573173" y="4385846"/>
                  </a:lnTo>
                  <a:lnTo>
                    <a:pt x="550662" y="4387510"/>
                  </a:lnTo>
                  <a:lnTo>
                    <a:pt x="540787" y="4388169"/>
                  </a:lnTo>
                  <a:lnTo>
                    <a:pt x="538736" y="4388294"/>
                  </a:lnTo>
                  <a:lnTo>
                    <a:pt x="0" y="4388294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15" name="pl1515"/>
            <p:cNvSpPr/>
            <p:nvPr/>
          </p:nvSpPr>
          <p:spPr>
            <a:xfrm>
              <a:off x="546595" y="587121"/>
              <a:ext cx="8234974" cy="4388294"/>
            </a:xfrm>
            <a:custGeom>
              <a:avLst/>
              <a:pathLst>
                <a:path w="8234974" h="4388294">
                  <a:moveTo>
                    <a:pt x="0" y="4388294"/>
                  </a:moveTo>
                  <a:lnTo>
                    <a:pt x="538736" y="4388294"/>
                  </a:lnTo>
                  <a:lnTo>
                    <a:pt x="539943" y="4388222"/>
                  </a:lnTo>
                  <a:lnTo>
                    <a:pt x="547831" y="4387705"/>
                  </a:lnTo>
                  <a:lnTo>
                    <a:pt x="567547" y="4386277"/>
                  </a:lnTo>
                  <a:lnTo>
                    <a:pt x="602371" y="4383473"/>
                  </a:lnTo>
                  <a:lnTo>
                    <a:pt x="653411" y="4378883"/>
                  </a:lnTo>
                  <a:lnTo>
                    <a:pt x="719558" y="4372199"/>
                  </a:lnTo>
                  <a:lnTo>
                    <a:pt x="797859" y="4363246"/>
                  </a:lnTo>
                  <a:lnTo>
                    <a:pt x="884261" y="4351971"/>
                  </a:lnTo>
                  <a:lnTo>
                    <a:pt x="974475" y="4338402"/>
                  </a:lnTo>
                  <a:lnTo>
                    <a:pt x="1064684" y="4322594"/>
                  </a:lnTo>
                  <a:lnTo>
                    <a:pt x="1151969" y="4304575"/>
                  </a:lnTo>
                  <a:lnTo>
                    <a:pt x="1234426" y="4284307"/>
                  </a:lnTo>
                  <a:lnTo>
                    <a:pt x="1311074" y="4261664"/>
                  </a:lnTo>
                  <a:lnTo>
                    <a:pt x="1381669" y="4236420"/>
                  </a:lnTo>
                  <a:lnTo>
                    <a:pt x="1446484" y="4208249"/>
                  </a:lnTo>
                  <a:lnTo>
                    <a:pt x="1506132" y="4176740"/>
                  </a:lnTo>
                  <a:lnTo>
                    <a:pt x="1561413" y="4141409"/>
                  </a:lnTo>
                  <a:lnTo>
                    <a:pt x="1613213" y="4101742"/>
                  </a:lnTo>
                  <a:lnTo>
                    <a:pt x="1662420" y="4057259"/>
                  </a:lnTo>
                  <a:lnTo>
                    <a:pt x="1709846" y="4007635"/>
                  </a:lnTo>
                  <a:lnTo>
                    <a:pt x="1719082" y="3997195"/>
                  </a:lnTo>
                  <a:lnTo>
                    <a:pt x="1757181" y="3951534"/>
                  </a:lnTo>
                  <a:lnTo>
                    <a:pt x="1794916" y="3902271"/>
                  </a:lnTo>
                  <a:lnTo>
                    <a:pt x="1832544" y="3849334"/>
                  </a:lnTo>
                  <a:lnTo>
                    <a:pt x="1870263" y="3792721"/>
                  </a:lnTo>
                  <a:lnTo>
                    <a:pt x="1908215" y="3732505"/>
                  </a:lnTo>
                  <a:lnTo>
                    <a:pt x="1946495" y="3668844"/>
                  </a:lnTo>
                  <a:lnTo>
                    <a:pt x="1985155" y="3601985"/>
                  </a:lnTo>
                  <a:lnTo>
                    <a:pt x="2024205" y="3532260"/>
                  </a:lnTo>
                  <a:lnTo>
                    <a:pt x="2063620" y="3460088"/>
                  </a:lnTo>
                  <a:lnTo>
                    <a:pt x="2103346" y="3385963"/>
                  </a:lnTo>
                  <a:lnTo>
                    <a:pt x="2143303" y="3310441"/>
                  </a:lnTo>
                  <a:lnTo>
                    <a:pt x="2183394" y="3234129"/>
                  </a:lnTo>
                  <a:lnTo>
                    <a:pt x="2223513" y="3157656"/>
                  </a:lnTo>
                  <a:lnTo>
                    <a:pt x="2263550" y="3081661"/>
                  </a:lnTo>
                  <a:lnTo>
                    <a:pt x="2303402" y="3006765"/>
                  </a:lnTo>
                  <a:lnTo>
                    <a:pt x="2342981" y="2933549"/>
                  </a:lnTo>
                  <a:lnTo>
                    <a:pt x="2382219" y="2862544"/>
                  </a:lnTo>
                  <a:lnTo>
                    <a:pt x="2421075" y="2794204"/>
                  </a:lnTo>
                  <a:lnTo>
                    <a:pt x="2459541" y="2728908"/>
                  </a:lnTo>
                  <a:lnTo>
                    <a:pt x="2497649" y="2666944"/>
                  </a:lnTo>
                  <a:lnTo>
                    <a:pt x="2535469" y="2608515"/>
                  </a:lnTo>
                  <a:lnTo>
                    <a:pt x="2573121" y="2553735"/>
                  </a:lnTo>
                  <a:lnTo>
                    <a:pt x="2610774" y="2502639"/>
                  </a:lnTo>
                  <a:lnTo>
                    <a:pt x="2648655" y="2455190"/>
                  </a:lnTo>
                  <a:lnTo>
                    <a:pt x="2667772" y="2432799"/>
                  </a:lnTo>
                  <a:lnTo>
                    <a:pt x="2714929" y="2382144"/>
                  </a:lnTo>
                  <a:lnTo>
                    <a:pt x="2763722" y="2336662"/>
                  </a:lnTo>
                  <a:lnTo>
                    <a:pt x="2814940" y="2296077"/>
                  </a:lnTo>
                  <a:lnTo>
                    <a:pt x="2869461" y="2259928"/>
                  </a:lnTo>
                  <a:lnTo>
                    <a:pt x="2928176" y="2227702"/>
                  </a:lnTo>
                  <a:lnTo>
                    <a:pt x="2991913" y="2198906"/>
                  </a:lnTo>
                  <a:lnTo>
                    <a:pt x="3061328" y="2173111"/>
                  </a:lnTo>
                  <a:lnTo>
                    <a:pt x="3136779" y="2149974"/>
                  </a:lnTo>
                  <a:lnTo>
                    <a:pt x="3218137" y="2129250"/>
                  </a:lnTo>
                  <a:lnTo>
                    <a:pt x="3304586" y="2110792"/>
                  </a:lnTo>
                  <a:lnTo>
                    <a:pt x="3394416" y="2094545"/>
                  </a:lnTo>
                  <a:lnTo>
                    <a:pt x="3484907" y="2080529"/>
                  </a:lnTo>
                  <a:lnTo>
                    <a:pt x="3572398" y="2068795"/>
                  </a:lnTo>
                  <a:lnTo>
                    <a:pt x="3652643" y="2059384"/>
                  </a:lnTo>
                  <a:lnTo>
                    <a:pt x="3721478" y="2052260"/>
                  </a:lnTo>
                  <a:lnTo>
                    <a:pt x="3775663" y="2047276"/>
                  </a:lnTo>
                  <a:lnTo>
                    <a:pt x="3813681" y="2044148"/>
                  </a:lnTo>
                  <a:lnTo>
                    <a:pt x="3836193" y="2042484"/>
                  </a:lnTo>
                  <a:lnTo>
                    <a:pt x="3846068" y="2041825"/>
                  </a:lnTo>
                  <a:lnTo>
                    <a:pt x="3848109" y="2041700"/>
                  </a:lnTo>
                  <a:lnTo>
                    <a:pt x="3848118" y="2041700"/>
                  </a:lnTo>
                  <a:lnTo>
                    <a:pt x="4386855" y="2041700"/>
                  </a:lnTo>
                  <a:lnTo>
                    <a:pt x="4388084" y="2041636"/>
                  </a:lnTo>
                  <a:lnTo>
                    <a:pt x="4396110" y="2041178"/>
                  </a:lnTo>
                  <a:lnTo>
                    <a:pt x="4416161" y="2039912"/>
                  </a:lnTo>
                  <a:lnTo>
                    <a:pt x="4451542" y="2037428"/>
                  </a:lnTo>
                  <a:lnTo>
                    <a:pt x="4503336" y="2033362"/>
                  </a:lnTo>
                  <a:lnTo>
                    <a:pt x="4570352" y="2027446"/>
                  </a:lnTo>
                  <a:lnTo>
                    <a:pt x="4649533" y="2019529"/>
                  </a:lnTo>
                  <a:lnTo>
                    <a:pt x="4736729" y="2009566"/>
                  </a:lnTo>
                  <a:lnTo>
                    <a:pt x="4827578" y="1997585"/>
                  </a:lnTo>
                  <a:lnTo>
                    <a:pt x="4918236" y="1983634"/>
                  </a:lnTo>
                  <a:lnTo>
                    <a:pt x="5005789" y="1967737"/>
                  </a:lnTo>
                  <a:lnTo>
                    <a:pt x="5088360" y="1949854"/>
                  </a:lnTo>
                  <a:lnTo>
                    <a:pt x="5165013" y="1929867"/>
                  </a:lnTo>
                  <a:lnTo>
                    <a:pt x="5235543" y="1907569"/>
                  </a:lnTo>
                  <a:lnTo>
                    <a:pt x="5300266" y="1882666"/>
                  </a:lnTo>
                  <a:lnTo>
                    <a:pt x="5359826" y="1854786"/>
                  </a:lnTo>
                  <a:lnTo>
                    <a:pt x="5415051" y="1823496"/>
                  </a:lnTo>
                  <a:lnTo>
                    <a:pt x="5466847" y="1788340"/>
                  </a:lnTo>
                  <a:lnTo>
                    <a:pt x="5516114" y="1748904"/>
                  </a:lnTo>
                  <a:lnTo>
                    <a:pt x="5563663" y="1704921"/>
                  </a:lnTo>
                  <a:lnTo>
                    <a:pt x="5567201" y="1701416"/>
                  </a:lnTo>
                  <a:lnTo>
                    <a:pt x="5607198" y="1659616"/>
                  </a:lnTo>
                  <a:lnTo>
                    <a:pt x="5646807" y="1614355"/>
                  </a:lnTo>
                  <a:lnTo>
                    <a:pt x="5686324" y="1565566"/>
                  </a:lnTo>
                  <a:lnTo>
                    <a:pt x="5725967" y="1513256"/>
                  </a:lnTo>
                  <a:lnTo>
                    <a:pt x="5765892" y="1457513"/>
                  </a:lnTo>
                  <a:lnTo>
                    <a:pt x="5806197" y="1398519"/>
                  </a:lnTo>
                  <a:lnTo>
                    <a:pt x="5846928" y="1336543"/>
                  </a:lnTo>
                  <a:lnTo>
                    <a:pt x="5888084" y="1271950"/>
                  </a:lnTo>
                  <a:lnTo>
                    <a:pt x="5929622" y="1205191"/>
                  </a:lnTo>
                  <a:lnTo>
                    <a:pt x="5971465" y="1136793"/>
                  </a:lnTo>
                  <a:lnTo>
                    <a:pt x="6013512" y="1067343"/>
                  </a:lnTo>
                  <a:lnTo>
                    <a:pt x="6055642" y="997465"/>
                  </a:lnTo>
                  <a:lnTo>
                    <a:pt x="6097730" y="927803"/>
                  </a:lnTo>
                  <a:lnTo>
                    <a:pt x="6139653" y="858989"/>
                  </a:lnTo>
                  <a:lnTo>
                    <a:pt x="6181301" y="791627"/>
                  </a:lnTo>
                  <a:lnTo>
                    <a:pt x="6222590" y="726263"/>
                  </a:lnTo>
                  <a:lnTo>
                    <a:pt x="6263464" y="663377"/>
                  </a:lnTo>
                  <a:lnTo>
                    <a:pt x="6303908" y="603360"/>
                  </a:lnTo>
                  <a:lnTo>
                    <a:pt x="6343950" y="546518"/>
                  </a:lnTo>
                  <a:lnTo>
                    <a:pt x="6383672" y="493058"/>
                  </a:lnTo>
                  <a:lnTo>
                    <a:pt x="6423210" y="443099"/>
                  </a:lnTo>
                  <a:lnTo>
                    <a:pt x="6462760" y="396674"/>
                  </a:lnTo>
                  <a:lnTo>
                    <a:pt x="6502591" y="353740"/>
                  </a:lnTo>
                  <a:lnTo>
                    <a:pt x="6515891" y="340283"/>
                  </a:lnTo>
                  <a:lnTo>
                    <a:pt x="6563340" y="295954"/>
                  </a:lnTo>
                  <a:lnTo>
                    <a:pt x="6612450" y="256181"/>
                  </a:lnTo>
                  <a:lnTo>
                    <a:pt x="6664025" y="220716"/>
                  </a:lnTo>
                  <a:lnTo>
                    <a:pt x="6718959" y="189150"/>
                  </a:lnTo>
                  <a:lnTo>
                    <a:pt x="6778161" y="161028"/>
                  </a:lnTo>
                  <a:lnTo>
                    <a:pt x="6842469" y="135914"/>
                  </a:lnTo>
                  <a:lnTo>
                    <a:pt x="6912545" y="113431"/>
                  </a:lnTo>
                  <a:lnTo>
                    <a:pt x="6988735" y="93279"/>
                  </a:lnTo>
                  <a:lnTo>
                    <a:pt x="7070882" y="75242"/>
                  </a:lnTo>
                  <a:lnTo>
                    <a:pt x="7158111" y="59197"/>
                  </a:lnTo>
                  <a:lnTo>
                    <a:pt x="7248624" y="45099"/>
                  </a:lnTo>
                  <a:lnTo>
                    <a:pt x="7339583" y="32968"/>
                  </a:lnTo>
                  <a:lnTo>
                    <a:pt x="7427203" y="22851"/>
                  </a:lnTo>
                  <a:lnTo>
                    <a:pt x="7507142" y="14780"/>
                  </a:lnTo>
                  <a:lnTo>
                    <a:pt x="7575202" y="8717"/>
                  </a:lnTo>
                  <a:lnTo>
                    <a:pt x="7628212" y="4519"/>
                  </a:lnTo>
                  <a:lnTo>
                    <a:pt x="7664824" y="1927"/>
                  </a:lnTo>
                  <a:lnTo>
                    <a:pt x="7685942" y="583"/>
                  </a:lnTo>
                  <a:lnTo>
                    <a:pt x="7694716" y="7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6" name="pl1516"/>
            <p:cNvSpPr/>
            <p:nvPr/>
          </p:nvSpPr>
          <p:spPr>
            <a:xfrm>
              <a:off x="546595" y="581676"/>
              <a:ext cx="8234974" cy="4388294"/>
            </a:xfrm>
            <a:custGeom>
              <a:avLst/>
              <a:pathLst>
                <a:path w="8234974" h="4388294">
                  <a:moveTo>
                    <a:pt x="8234974" y="0"/>
                  </a:moveTo>
                  <a:lnTo>
                    <a:pt x="7696237" y="0"/>
                  </a:lnTo>
                  <a:lnTo>
                    <a:pt x="7695009" y="64"/>
                  </a:lnTo>
                  <a:lnTo>
                    <a:pt x="7686982" y="521"/>
                  </a:lnTo>
                  <a:lnTo>
                    <a:pt x="7666932" y="1787"/>
                  </a:lnTo>
                  <a:lnTo>
                    <a:pt x="7631550" y="4271"/>
                  </a:lnTo>
                  <a:lnTo>
                    <a:pt x="7579757" y="8337"/>
                  </a:lnTo>
                  <a:lnTo>
                    <a:pt x="7512741" y="14253"/>
                  </a:lnTo>
                  <a:lnTo>
                    <a:pt x="7433559" y="22171"/>
                  </a:lnTo>
                  <a:lnTo>
                    <a:pt x="7346364" y="32133"/>
                  </a:lnTo>
                  <a:lnTo>
                    <a:pt x="7255514" y="44114"/>
                  </a:lnTo>
                  <a:lnTo>
                    <a:pt x="7164856" y="58065"/>
                  </a:lnTo>
                  <a:lnTo>
                    <a:pt x="7077304" y="73963"/>
                  </a:lnTo>
                  <a:lnTo>
                    <a:pt x="6994732" y="91846"/>
                  </a:lnTo>
                  <a:lnTo>
                    <a:pt x="6918080" y="111833"/>
                  </a:lnTo>
                  <a:lnTo>
                    <a:pt x="6847549" y="134130"/>
                  </a:lnTo>
                  <a:lnTo>
                    <a:pt x="6782827" y="159033"/>
                  </a:lnTo>
                  <a:lnTo>
                    <a:pt x="6723267" y="186914"/>
                  </a:lnTo>
                  <a:lnTo>
                    <a:pt x="6668042" y="218204"/>
                  </a:lnTo>
                  <a:lnTo>
                    <a:pt x="6616245" y="253359"/>
                  </a:lnTo>
                  <a:lnTo>
                    <a:pt x="6566979" y="292796"/>
                  </a:lnTo>
                  <a:lnTo>
                    <a:pt x="6519429" y="336778"/>
                  </a:lnTo>
                  <a:lnTo>
                    <a:pt x="6515891" y="340283"/>
                  </a:lnTo>
                  <a:lnTo>
                    <a:pt x="6475895" y="382083"/>
                  </a:lnTo>
                  <a:lnTo>
                    <a:pt x="6436285" y="427345"/>
                  </a:lnTo>
                  <a:lnTo>
                    <a:pt x="6396769" y="476134"/>
                  </a:lnTo>
                  <a:lnTo>
                    <a:pt x="6357126" y="528444"/>
                  </a:lnTo>
                  <a:lnTo>
                    <a:pt x="6317201" y="584186"/>
                  </a:lnTo>
                  <a:lnTo>
                    <a:pt x="6276895" y="643181"/>
                  </a:lnTo>
                  <a:lnTo>
                    <a:pt x="6236164" y="705157"/>
                  </a:lnTo>
                  <a:lnTo>
                    <a:pt x="6195008" y="769750"/>
                  </a:lnTo>
                  <a:lnTo>
                    <a:pt x="6153471" y="836508"/>
                  </a:lnTo>
                  <a:lnTo>
                    <a:pt x="6111627" y="904906"/>
                  </a:lnTo>
                  <a:lnTo>
                    <a:pt x="6069581" y="974356"/>
                  </a:lnTo>
                  <a:lnTo>
                    <a:pt x="6027451" y="1044234"/>
                  </a:lnTo>
                  <a:lnTo>
                    <a:pt x="5985363" y="1113896"/>
                  </a:lnTo>
                  <a:lnTo>
                    <a:pt x="5943440" y="1182710"/>
                  </a:lnTo>
                  <a:lnTo>
                    <a:pt x="5901791" y="1250073"/>
                  </a:lnTo>
                  <a:lnTo>
                    <a:pt x="5860502" y="1315436"/>
                  </a:lnTo>
                  <a:lnTo>
                    <a:pt x="5819628" y="1378323"/>
                  </a:lnTo>
                  <a:lnTo>
                    <a:pt x="5779185" y="1438339"/>
                  </a:lnTo>
                  <a:lnTo>
                    <a:pt x="5739142" y="1495182"/>
                  </a:lnTo>
                  <a:lnTo>
                    <a:pt x="5699420" y="1548642"/>
                  </a:lnTo>
                  <a:lnTo>
                    <a:pt x="5659883" y="1598601"/>
                  </a:lnTo>
                  <a:lnTo>
                    <a:pt x="5620333" y="1645025"/>
                  </a:lnTo>
                  <a:lnTo>
                    <a:pt x="5580502" y="1687960"/>
                  </a:lnTo>
                  <a:lnTo>
                    <a:pt x="5567201" y="1701416"/>
                  </a:lnTo>
                  <a:lnTo>
                    <a:pt x="5519753" y="1745745"/>
                  </a:lnTo>
                  <a:lnTo>
                    <a:pt x="5470642" y="1785518"/>
                  </a:lnTo>
                  <a:lnTo>
                    <a:pt x="5419068" y="1820983"/>
                  </a:lnTo>
                  <a:lnTo>
                    <a:pt x="5364133" y="1852549"/>
                  </a:lnTo>
                  <a:lnTo>
                    <a:pt x="5304931" y="1880671"/>
                  </a:lnTo>
                  <a:lnTo>
                    <a:pt x="5240623" y="1905785"/>
                  </a:lnTo>
                  <a:lnTo>
                    <a:pt x="5170547" y="1928268"/>
                  </a:lnTo>
                  <a:lnTo>
                    <a:pt x="5094358" y="1948421"/>
                  </a:lnTo>
                  <a:lnTo>
                    <a:pt x="5012210" y="1966457"/>
                  </a:lnTo>
                  <a:lnTo>
                    <a:pt x="4924981" y="1982503"/>
                  </a:lnTo>
                  <a:lnTo>
                    <a:pt x="4834469" y="1996600"/>
                  </a:lnTo>
                  <a:lnTo>
                    <a:pt x="4743510" y="2008732"/>
                  </a:lnTo>
                  <a:lnTo>
                    <a:pt x="4655889" y="2018848"/>
                  </a:lnTo>
                  <a:lnTo>
                    <a:pt x="4575950" y="2026920"/>
                  </a:lnTo>
                  <a:lnTo>
                    <a:pt x="4507891" y="2032983"/>
                  </a:lnTo>
                  <a:lnTo>
                    <a:pt x="4454880" y="2037180"/>
                  </a:lnTo>
                  <a:lnTo>
                    <a:pt x="4418268" y="2039772"/>
                  </a:lnTo>
                  <a:lnTo>
                    <a:pt x="4397150" y="2041116"/>
                  </a:lnTo>
                  <a:lnTo>
                    <a:pt x="4388376" y="2041620"/>
                  </a:lnTo>
                  <a:lnTo>
                    <a:pt x="4386856" y="2041700"/>
                  </a:lnTo>
                  <a:lnTo>
                    <a:pt x="4386855" y="2041700"/>
                  </a:lnTo>
                  <a:lnTo>
                    <a:pt x="3848118" y="2041700"/>
                  </a:lnTo>
                  <a:lnTo>
                    <a:pt x="3846912" y="2041772"/>
                  </a:lnTo>
                  <a:lnTo>
                    <a:pt x="3839024" y="2042289"/>
                  </a:lnTo>
                  <a:lnTo>
                    <a:pt x="3819308" y="2043716"/>
                  </a:lnTo>
                  <a:lnTo>
                    <a:pt x="3784484" y="2046520"/>
                  </a:lnTo>
                  <a:lnTo>
                    <a:pt x="3733443" y="2051111"/>
                  </a:lnTo>
                  <a:lnTo>
                    <a:pt x="3667296" y="2057795"/>
                  </a:lnTo>
                  <a:lnTo>
                    <a:pt x="3588996" y="2066748"/>
                  </a:lnTo>
                  <a:lnTo>
                    <a:pt x="3502593" y="2078023"/>
                  </a:lnTo>
                  <a:lnTo>
                    <a:pt x="3412380" y="2091592"/>
                  </a:lnTo>
                  <a:lnTo>
                    <a:pt x="3322171" y="2107400"/>
                  </a:lnTo>
                  <a:lnTo>
                    <a:pt x="3234886" y="2125419"/>
                  </a:lnTo>
                  <a:lnTo>
                    <a:pt x="3152429" y="2145687"/>
                  </a:lnTo>
                  <a:lnTo>
                    <a:pt x="3075780" y="2168330"/>
                  </a:lnTo>
                  <a:lnTo>
                    <a:pt x="3005186" y="2193574"/>
                  </a:lnTo>
                  <a:lnTo>
                    <a:pt x="2940370" y="2221745"/>
                  </a:lnTo>
                  <a:lnTo>
                    <a:pt x="2880723" y="2253254"/>
                  </a:lnTo>
                  <a:lnTo>
                    <a:pt x="2825442" y="2288585"/>
                  </a:lnTo>
                  <a:lnTo>
                    <a:pt x="2773641" y="2328252"/>
                  </a:lnTo>
                  <a:lnTo>
                    <a:pt x="2724434" y="2372735"/>
                  </a:lnTo>
                  <a:lnTo>
                    <a:pt x="2677009" y="2422359"/>
                  </a:lnTo>
                  <a:lnTo>
                    <a:pt x="2667772" y="2432799"/>
                  </a:lnTo>
                  <a:lnTo>
                    <a:pt x="2629673" y="2478459"/>
                  </a:lnTo>
                  <a:lnTo>
                    <a:pt x="2591938" y="2527722"/>
                  </a:lnTo>
                  <a:lnTo>
                    <a:pt x="2554310" y="2580659"/>
                  </a:lnTo>
                  <a:lnTo>
                    <a:pt x="2516592" y="2637273"/>
                  </a:lnTo>
                  <a:lnTo>
                    <a:pt x="2478640" y="2697489"/>
                  </a:lnTo>
                  <a:lnTo>
                    <a:pt x="2440359" y="2761150"/>
                  </a:lnTo>
                  <a:lnTo>
                    <a:pt x="2401699" y="2828009"/>
                  </a:lnTo>
                  <a:lnTo>
                    <a:pt x="2362650" y="2897733"/>
                  </a:lnTo>
                  <a:lnTo>
                    <a:pt x="2323234" y="2969906"/>
                  </a:lnTo>
                  <a:lnTo>
                    <a:pt x="2283508" y="3044031"/>
                  </a:lnTo>
                  <a:lnTo>
                    <a:pt x="2243552" y="3119553"/>
                  </a:lnTo>
                  <a:lnTo>
                    <a:pt x="2203460" y="3195865"/>
                  </a:lnTo>
                  <a:lnTo>
                    <a:pt x="2163342" y="3272338"/>
                  </a:lnTo>
                  <a:lnTo>
                    <a:pt x="2123305" y="3348333"/>
                  </a:lnTo>
                  <a:lnTo>
                    <a:pt x="2083453" y="3423229"/>
                  </a:lnTo>
                  <a:lnTo>
                    <a:pt x="2043873" y="3496444"/>
                  </a:lnTo>
                  <a:lnTo>
                    <a:pt x="2004636" y="3567450"/>
                  </a:lnTo>
                  <a:lnTo>
                    <a:pt x="1965780" y="3635790"/>
                  </a:lnTo>
                  <a:lnTo>
                    <a:pt x="1927313" y="3701086"/>
                  </a:lnTo>
                  <a:lnTo>
                    <a:pt x="1889206" y="3763050"/>
                  </a:lnTo>
                  <a:lnTo>
                    <a:pt x="1851386" y="3821479"/>
                  </a:lnTo>
                  <a:lnTo>
                    <a:pt x="1813733" y="3876259"/>
                  </a:lnTo>
                  <a:lnTo>
                    <a:pt x="1776080" y="3927355"/>
                  </a:lnTo>
                  <a:lnTo>
                    <a:pt x="1738200" y="3974804"/>
                  </a:lnTo>
                  <a:lnTo>
                    <a:pt x="1719082" y="3997195"/>
                  </a:lnTo>
                  <a:lnTo>
                    <a:pt x="1671926" y="4047850"/>
                  </a:lnTo>
                  <a:lnTo>
                    <a:pt x="1623132" y="4093332"/>
                  </a:lnTo>
                  <a:lnTo>
                    <a:pt x="1571914" y="4133917"/>
                  </a:lnTo>
                  <a:lnTo>
                    <a:pt x="1517394" y="4170066"/>
                  </a:lnTo>
                  <a:lnTo>
                    <a:pt x="1458678" y="4202292"/>
                  </a:lnTo>
                  <a:lnTo>
                    <a:pt x="1394942" y="4231088"/>
                  </a:lnTo>
                  <a:lnTo>
                    <a:pt x="1325526" y="4256883"/>
                  </a:lnTo>
                  <a:lnTo>
                    <a:pt x="1250076" y="4280019"/>
                  </a:lnTo>
                  <a:lnTo>
                    <a:pt x="1168718" y="4300744"/>
                  </a:lnTo>
                  <a:lnTo>
                    <a:pt x="1082269" y="4319202"/>
                  </a:lnTo>
                  <a:lnTo>
                    <a:pt x="992438" y="4335449"/>
                  </a:lnTo>
                  <a:lnTo>
                    <a:pt x="901948" y="4349465"/>
                  </a:lnTo>
                  <a:lnTo>
                    <a:pt x="814457" y="4361199"/>
                  </a:lnTo>
                  <a:lnTo>
                    <a:pt x="734211" y="4370610"/>
                  </a:lnTo>
                  <a:lnTo>
                    <a:pt x="665377" y="4377734"/>
                  </a:lnTo>
                  <a:lnTo>
                    <a:pt x="611191" y="4382718"/>
                  </a:lnTo>
                  <a:lnTo>
                    <a:pt x="573173" y="4385846"/>
                  </a:lnTo>
                  <a:lnTo>
                    <a:pt x="550662" y="4387510"/>
                  </a:lnTo>
                  <a:lnTo>
                    <a:pt x="540787" y="4388169"/>
                  </a:lnTo>
                  <a:lnTo>
                    <a:pt x="538746" y="4388293"/>
                  </a:lnTo>
                  <a:lnTo>
                    <a:pt x="538736" y="4388294"/>
                  </a:lnTo>
                  <a:lnTo>
                    <a:pt x="0" y="43882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7" name="pg1517"/>
            <p:cNvSpPr/>
            <p:nvPr/>
          </p:nvSpPr>
          <p:spPr>
            <a:xfrm>
              <a:off x="546595" y="2813935"/>
              <a:ext cx="8234974" cy="3195941"/>
            </a:xfrm>
            <a:custGeom>
              <a:avLst/>
              <a:pathLst>
                <a:path w="8234974" h="3195941">
                  <a:moveTo>
                    <a:pt x="0" y="2166924"/>
                  </a:moveTo>
                  <a:lnTo>
                    <a:pt x="538736" y="2166924"/>
                  </a:lnTo>
                  <a:lnTo>
                    <a:pt x="539956" y="2166857"/>
                  </a:lnTo>
                  <a:lnTo>
                    <a:pt x="547930" y="2166376"/>
                  </a:lnTo>
                  <a:lnTo>
                    <a:pt x="567853" y="2165045"/>
                  </a:lnTo>
                  <a:lnTo>
                    <a:pt x="603022" y="2162433"/>
                  </a:lnTo>
                  <a:lnTo>
                    <a:pt x="654529" y="2158157"/>
                  </a:lnTo>
                  <a:lnTo>
                    <a:pt x="721215" y="2151935"/>
                  </a:lnTo>
                  <a:lnTo>
                    <a:pt x="800062" y="2143605"/>
                  </a:lnTo>
                  <a:lnTo>
                    <a:pt x="886957" y="2133119"/>
                  </a:lnTo>
                  <a:lnTo>
                    <a:pt x="977566" y="2120505"/>
                  </a:lnTo>
                  <a:lnTo>
                    <a:pt x="1068055" y="2105816"/>
                  </a:lnTo>
                  <a:lnTo>
                    <a:pt x="1155507" y="2089074"/>
                  </a:lnTo>
                  <a:lnTo>
                    <a:pt x="1238036" y="2070242"/>
                  </a:lnTo>
                  <a:lnTo>
                    <a:pt x="1314688" y="2049198"/>
                  </a:lnTo>
                  <a:lnTo>
                    <a:pt x="1385243" y="2025727"/>
                  </a:lnTo>
                  <a:lnTo>
                    <a:pt x="1450001" y="1999521"/>
                  </a:lnTo>
                  <a:lnTo>
                    <a:pt x="1509594" y="1970193"/>
                  </a:lnTo>
                  <a:lnTo>
                    <a:pt x="1564840" y="1937290"/>
                  </a:lnTo>
                  <a:lnTo>
                    <a:pt x="1616637" y="1900331"/>
                  </a:lnTo>
                  <a:lnTo>
                    <a:pt x="1665880" y="1858877"/>
                  </a:lnTo>
                  <a:lnTo>
                    <a:pt x="1713382" y="1812640"/>
                  </a:lnTo>
                  <a:lnTo>
                    <a:pt x="1719082" y="1806677"/>
                  </a:lnTo>
                  <a:lnTo>
                    <a:pt x="1758310" y="1763315"/>
                  </a:lnTo>
                  <a:lnTo>
                    <a:pt x="1797159" y="1716432"/>
                  </a:lnTo>
                  <a:lnTo>
                    <a:pt x="1835909" y="1665957"/>
                  </a:lnTo>
                  <a:lnTo>
                    <a:pt x="1874771" y="1611895"/>
                  </a:lnTo>
                  <a:lnTo>
                    <a:pt x="1913895" y="1554329"/>
                  </a:lnTo>
                  <a:lnTo>
                    <a:pt x="1953378" y="1493428"/>
                  </a:lnTo>
                  <a:lnTo>
                    <a:pt x="1993267" y="1429456"/>
                  </a:lnTo>
                  <a:lnTo>
                    <a:pt x="2033568" y="1362763"/>
                  </a:lnTo>
                  <a:lnTo>
                    <a:pt x="2074245" y="1293789"/>
                  </a:lnTo>
                  <a:lnTo>
                    <a:pt x="2115231" y="1223047"/>
                  </a:lnTo>
                  <a:lnTo>
                    <a:pt x="2156433" y="1151114"/>
                  </a:lnTo>
                  <a:lnTo>
                    <a:pt x="2197740" y="1078609"/>
                  </a:lnTo>
                  <a:lnTo>
                    <a:pt x="2239035" y="1006170"/>
                  </a:lnTo>
                  <a:lnTo>
                    <a:pt x="2280201" y="934436"/>
                  </a:lnTo>
                  <a:lnTo>
                    <a:pt x="2321129" y="864017"/>
                  </a:lnTo>
                  <a:lnTo>
                    <a:pt x="2361732" y="795479"/>
                  </a:lnTo>
                  <a:lnTo>
                    <a:pt x="2401948" y="729321"/>
                  </a:lnTo>
                  <a:lnTo>
                    <a:pt x="2441751" y="665963"/>
                  </a:lnTo>
                  <a:lnTo>
                    <a:pt x="2481154" y="605740"/>
                  </a:lnTo>
                  <a:lnTo>
                    <a:pt x="2520213" y="548894"/>
                  </a:lnTo>
                  <a:lnTo>
                    <a:pt x="2559037" y="495577"/>
                  </a:lnTo>
                  <a:lnTo>
                    <a:pt x="2597789" y="445854"/>
                  </a:lnTo>
                  <a:lnTo>
                    <a:pt x="2636692" y="399714"/>
                  </a:lnTo>
                  <a:lnTo>
                    <a:pt x="2667772" y="365691"/>
                  </a:lnTo>
                  <a:lnTo>
                    <a:pt x="2715110" y="318864"/>
                  </a:lnTo>
                  <a:lnTo>
                    <a:pt x="2764100" y="276838"/>
                  </a:lnTo>
                  <a:lnTo>
                    <a:pt x="2815539" y="239354"/>
                  </a:lnTo>
                  <a:lnTo>
                    <a:pt x="2870316" y="205982"/>
                  </a:lnTo>
                  <a:lnTo>
                    <a:pt x="2929333" y="176244"/>
                  </a:lnTo>
                  <a:lnTo>
                    <a:pt x="2993423" y="149680"/>
                  </a:lnTo>
                  <a:lnTo>
                    <a:pt x="3063248" y="125894"/>
                  </a:lnTo>
                  <a:lnTo>
                    <a:pt x="3139157" y="104568"/>
                  </a:lnTo>
                  <a:lnTo>
                    <a:pt x="3221004" y="85475"/>
                  </a:lnTo>
                  <a:lnTo>
                    <a:pt x="3307937" y="68482"/>
                  </a:lnTo>
                  <a:lnTo>
                    <a:pt x="3398192" y="53542"/>
                  </a:lnTo>
                  <a:lnTo>
                    <a:pt x="3488975" y="40673"/>
                  </a:lnTo>
                  <a:lnTo>
                    <a:pt x="3576550" y="29926"/>
                  </a:lnTo>
                  <a:lnTo>
                    <a:pt x="3656610" y="21333"/>
                  </a:lnTo>
                  <a:lnTo>
                    <a:pt x="3724968" y="14860"/>
                  </a:lnTo>
                  <a:lnTo>
                    <a:pt x="3778429" y="10360"/>
                  </a:lnTo>
                  <a:lnTo>
                    <a:pt x="3815576" y="7564"/>
                  </a:lnTo>
                  <a:lnTo>
                    <a:pt x="3837222" y="6100"/>
                  </a:lnTo>
                  <a:lnTo>
                    <a:pt x="3846408" y="553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2" y="5537"/>
                  </a:lnTo>
                  <a:lnTo>
                    <a:pt x="4395437" y="6197"/>
                  </a:lnTo>
                  <a:lnTo>
                    <a:pt x="4414083" y="8023"/>
                  </a:lnTo>
                  <a:lnTo>
                    <a:pt x="4447115" y="11611"/>
                  </a:lnTo>
                  <a:lnTo>
                    <a:pt x="4495726" y="17495"/>
                  </a:lnTo>
                  <a:lnTo>
                    <a:pt x="4559047" y="26080"/>
                  </a:lnTo>
                  <a:lnTo>
                    <a:pt x="4634457" y="37610"/>
                  </a:lnTo>
                  <a:lnTo>
                    <a:pt x="4718226" y="52172"/>
                  </a:lnTo>
                  <a:lnTo>
                    <a:pt x="4806295" y="69740"/>
                  </a:lnTo>
                  <a:lnTo>
                    <a:pt x="4894960" y="90244"/>
                  </a:lnTo>
                  <a:lnTo>
                    <a:pt x="4981295" y="113636"/>
                  </a:lnTo>
                  <a:lnTo>
                    <a:pt x="5063309" y="139945"/>
                  </a:lnTo>
                  <a:lnTo>
                    <a:pt x="5139896" y="169304"/>
                  </a:lnTo>
                  <a:lnTo>
                    <a:pt x="5210671" y="201971"/>
                  </a:lnTo>
                  <a:lnTo>
                    <a:pt x="5275781" y="238327"/>
                  </a:lnTo>
                  <a:lnTo>
                    <a:pt x="5335726" y="278872"/>
                  </a:lnTo>
                  <a:lnTo>
                    <a:pt x="5391217" y="324198"/>
                  </a:lnTo>
                  <a:lnTo>
                    <a:pt x="5443074" y="374959"/>
                  </a:lnTo>
                  <a:lnTo>
                    <a:pt x="5492137" y="431797"/>
                  </a:lnTo>
                  <a:lnTo>
                    <a:pt x="5539208" y="495226"/>
                  </a:lnTo>
                  <a:lnTo>
                    <a:pt x="5567201" y="537194"/>
                  </a:lnTo>
                  <a:lnTo>
                    <a:pt x="5600993" y="591974"/>
                  </a:lnTo>
                  <a:lnTo>
                    <a:pt x="5634474" y="650590"/>
                  </a:lnTo>
                  <a:lnTo>
                    <a:pt x="5667830" y="713120"/>
                  </a:lnTo>
                  <a:lnTo>
                    <a:pt x="5701209" y="779587"/>
                  </a:lnTo>
                  <a:lnTo>
                    <a:pt x="5734727" y="849949"/>
                  </a:lnTo>
                  <a:lnTo>
                    <a:pt x="5768466" y="924099"/>
                  </a:lnTo>
                  <a:lnTo>
                    <a:pt x="5802480" y="1001857"/>
                  </a:lnTo>
                  <a:lnTo>
                    <a:pt x="5836796" y="1082968"/>
                  </a:lnTo>
                  <a:lnTo>
                    <a:pt x="5871418" y="1167104"/>
                  </a:lnTo>
                  <a:lnTo>
                    <a:pt x="5906329" y="1253867"/>
                  </a:lnTo>
                  <a:lnTo>
                    <a:pt x="5941491" y="1342794"/>
                  </a:lnTo>
                  <a:lnTo>
                    <a:pt x="5976852" y="1433368"/>
                  </a:lnTo>
                  <a:lnTo>
                    <a:pt x="6012348" y="1525027"/>
                  </a:lnTo>
                  <a:lnTo>
                    <a:pt x="6047906" y="1617181"/>
                  </a:lnTo>
                  <a:lnTo>
                    <a:pt x="6083450" y="1709228"/>
                  </a:lnTo>
                  <a:lnTo>
                    <a:pt x="6118906" y="1800565"/>
                  </a:lnTo>
                  <a:lnTo>
                    <a:pt x="6154203" y="1890612"/>
                  </a:lnTo>
                  <a:lnTo>
                    <a:pt x="6189280" y="1978822"/>
                  </a:lnTo>
                  <a:lnTo>
                    <a:pt x="6224091" y="2064696"/>
                  </a:lnTo>
                  <a:lnTo>
                    <a:pt x="6258605" y="2147792"/>
                  </a:lnTo>
                  <a:lnTo>
                    <a:pt x="6292811" y="2227737"/>
                  </a:lnTo>
                  <a:lnTo>
                    <a:pt x="6326722" y="2304230"/>
                  </a:lnTo>
                  <a:lnTo>
                    <a:pt x="6360374" y="2377043"/>
                  </a:lnTo>
                  <a:lnTo>
                    <a:pt x="6393832" y="2446021"/>
                  </a:lnTo>
                  <a:lnTo>
                    <a:pt x="6427188" y="2511081"/>
                  </a:lnTo>
                  <a:lnTo>
                    <a:pt x="6460570" y="2572206"/>
                  </a:lnTo>
                  <a:lnTo>
                    <a:pt x="6494138" y="2629438"/>
                  </a:lnTo>
                  <a:lnTo>
                    <a:pt x="6515891" y="2664192"/>
                  </a:lnTo>
                  <a:lnTo>
                    <a:pt x="6562093" y="2731759"/>
                  </a:lnTo>
                  <a:lnTo>
                    <a:pt x="6609854" y="2792566"/>
                  </a:lnTo>
                  <a:lnTo>
                    <a:pt x="6659910" y="2846957"/>
                  </a:lnTo>
                  <a:lnTo>
                    <a:pt x="6713087" y="2895514"/>
                  </a:lnTo>
                  <a:lnTo>
                    <a:pt x="6770225" y="2938896"/>
                  </a:lnTo>
                  <a:lnTo>
                    <a:pt x="6832113" y="2977737"/>
                  </a:lnTo>
                  <a:lnTo>
                    <a:pt x="6899394" y="3012599"/>
                  </a:lnTo>
                  <a:lnTo>
                    <a:pt x="6972448" y="3043934"/>
                  </a:lnTo>
                  <a:lnTo>
                    <a:pt x="7051238" y="3072077"/>
                  </a:lnTo>
                  <a:lnTo>
                    <a:pt x="7135119" y="3097236"/>
                  </a:lnTo>
                  <a:lnTo>
                    <a:pt x="7222654" y="3119501"/>
                  </a:lnTo>
                  <a:lnTo>
                    <a:pt x="7311483" y="3138866"/>
                  </a:lnTo>
                  <a:lnTo>
                    <a:pt x="7398345" y="3155266"/>
                  </a:lnTo>
                  <a:lnTo>
                    <a:pt x="7479328" y="3168641"/>
                  </a:lnTo>
                  <a:lnTo>
                    <a:pt x="7550413" y="3179002"/>
                  </a:lnTo>
                  <a:lnTo>
                    <a:pt x="7608211" y="3186493"/>
                  </a:lnTo>
                  <a:lnTo>
                    <a:pt x="7650724" y="3191422"/>
                  </a:lnTo>
                  <a:lnTo>
                    <a:pt x="7677876" y="3194253"/>
                  </a:lnTo>
                  <a:lnTo>
                    <a:pt x="7691664" y="3195552"/>
                  </a:lnTo>
                  <a:lnTo>
                    <a:pt x="7695974" y="3195920"/>
                  </a:lnTo>
                  <a:lnTo>
                    <a:pt x="7696237" y="3195941"/>
                  </a:lnTo>
                  <a:lnTo>
                    <a:pt x="8234974" y="3195941"/>
                  </a:lnTo>
                  <a:lnTo>
                    <a:pt x="8234974" y="3190497"/>
                  </a:lnTo>
                  <a:lnTo>
                    <a:pt x="7696237" y="3190497"/>
                  </a:lnTo>
                  <a:lnTo>
                    <a:pt x="7695100" y="3190404"/>
                  </a:lnTo>
                  <a:lnTo>
                    <a:pt x="7687656" y="3189744"/>
                  </a:lnTo>
                  <a:lnTo>
                    <a:pt x="7669009" y="3187917"/>
                  </a:lnTo>
                  <a:lnTo>
                    <a:pt x="7635977" y="3184329"/>
                  </a:lnTo>
                  <a:lnTo>
                    <a:pt x="7587367" y="3178446"/>
                  </a:lnTo>
                  <a:lnTo>
                    <a:pt x="7524045" y="3169861"/>
                  </a:lnTo>
                  <a:lnTo>
                    <a:pt x="7448635" y="3158330"/>
                  </a:lnTo>
                  <a:lnTo>
                    <a:pt x="7364867" y="3143768"/>
                  </a:lnTo>
                  <a:lnTo>
                    <a:pt x="7276797" y="3126201"/>
                  </a:lnTo>
                  <a:lnTo>
                    <a:pt x="7188132" y="3105697"/>
                  </a:lnTo>
                  <a:lnTo>
                    <a:pt x="7101797" y="3082304"/>
                  </a:lnTo>
                  <a:lnTo>
                    <a:pt x="7019783" y="3055996"/>
                  </a:lnTo>
                  <a:lnTo>
                    <a:pt x="6943197" y="3026637"/>
                  </a:lnTo>
                  <a:lnTo>
                    <a:pt x="6872422" y="2993970"/>
                  </a:lnTo>
                  <a:lnTo>
                    <a:pt x="6807312" y="2957613"/>
                  </a:lnTo>
                  <a:lnTo>
                    <a:pt x="6747367" y="2917069"/>
                  </a:lnTo>
                  <a:lnTo>
                    <a:pt x="6691875" y="2871742"/>
                  </a:lnTo>
                  <a:lnTo>
                    <a:pt x="6640019" y="2820981"/>
                  </a:lnTo>
                  <a:lnTo>
                    <a:pt x="6590955" y="2764143"/>
                  </a:lnTo>
                  <a:lnTo>
                    <a:pt x="6543884" y="2700714"/>
                  </a:lnTo>
                  <a:lnTo>
                    <a:pt x="6515891" y="2658747"/>
                  </a:lnTo>
                  <a:lnTo>
                    <a:pt x="6482099" y="2603967"/>
                  </a:lnTo>
                  <a:lnTo>
                    <a:pt x="6448619" y="2545351"/>
                  </a:lnTo>
                  <a:lnTo>
                    <a:pt x="6415263" y="2482820"/>
                  </a:lnTo>
                  <a:lnTo>
                    <a:pt x="6381883" y="2416354"/>
                  </a:lnTo>
                  <a:lnTo>
                    <a:pt x="6348365" y="2345991"/>
                  </a:lnTo>
                  <a:lnTo>
                    <a:pt x="6314626" y="2271841"/>
                  </a:lnTo>
                  <a:lnTo>
                    <a:pt x="6280613" y="2194083"/>
                  </a:lnTo>
                  <a:lnTo>
                    <a:pt x="6246297" y="2112973"/>
                  </a:lnTo>
                  <a:lnTo>
                    <a:pt x="6211674" y="2028837"/>
                  </a:lnTo>
                  <a:lnTo>
                    <a:pt x="6176763" y="1942074"/>
                  </a:lnTo>
                  <a:lnTo>
                    <a:pt x="6141601" y="1853147"/>
                  </a:lnTo>
                  <a:lnTo>
                    <a:pt x="6106240" y="1762573"/>
                  </a:lnTo>
                  <a:lnTo>
                    <a:pt x="6070744" y="1670914"/>
                  </a:lnTo>
                  <a:lnTo>
                    <a:pt x="6035187" y="1578759"/>
                  </a:lnTo>
                  <a:lnTo>
                    <a:pt x="5999642" y="1486713"/>
                  </a:lnTo>
                  <a:lnTo>
                    <a:pt x="5964187" y="1395376"/>
                  </a:lnTo>
                  <a:lnTo>
                    <a:pt x="5928890" y="1305328"/>
                  </a:lnTo>
                  <a:lnTo>
                    <a:pt x="5893812" y="1217118"/>
                  </a:lnTo>
                  <a:lnTo>
                    <a:pt x="5859001" y="1131245"/>
                  </a:lnTo>
                  <a:lnTo>
                    <a:pt x="5824487" y="1048149"/>
                  </a:lnTo>
                  <a:lnTo>
                    <a:pt x="5790281" y="968203"/>
                  </a:lnTo>
                  <a:lnTo>
                    <a:pt x="5756370" y="891710"/>
                  </a:lnTo>
                  <a:lnTo>
                    <a:pt x="5722718" y="818898"/>
                  </a:lnTo>
                  <a:lnTo>
                    <a:pt x="5689261" y="749920"/>
                  </a:lnTo>
                  <a:lnTo>
                    <a:pt x="5655904" y="684860"/>
                  </a:lnTo>
                  <a:lnTo>
                    <a:pt x="5622523" y="623735"/>
                  </a:lnTo>
                  <a:lnTo>
                    <a:pt x="5588955" y="566503"/>
                  </a:lnTo>
                  <a:lnTo>
                    <a:pt x="5567201" y="531749"/>
                  </a:lnTo>
                  <a:lnTo>
                    <a:pt x="5520999" y="464182"/>
                  </a:lnTo>
                  <a:lnTo>
                    <a:pt x="5473239" y="403375"/>
                  </a:lnTo>
                  <a:lnTo>
                    <a:pt x="5423183" y="348984"/>
                  </a:lnTo>
                  <a:lnTo>
                    <a:pt x="5370006" y="300426"/>
                  </a:lnTo>
                  <a:lnTo>
                    <a:pt x="5312867" y="257045"/>
                  </a:lnTo>
                  <a:lnTo>
                    <a:pt x="5250979" y="218203"/>
                  </a:lnTo>
                  <a:lnTo>
                    <a:pt x="5183698" y="183342"/>
                  </a:lnTo>
                  <a:lnTo>
                    <a:pt x="5110644" y="152007"/>
                  </a:lnTo>
                  <a:lnTo>
                    <a:pt x="5031855" y="123864"/>
                  </a:lnTo>
                  <a:lnTo>
                    <a:pt x="4947974" y="98705"/>
                  </a:lnTo>
                  <a:lnTo>
                    <a:pt x="4860439" y="76440"/>
                  </a:lnTo>
                  <a:lnTo>
                    <a:pt x="4771609" y="57075"/>
                  </a:lnTo>
                  <a:lnTo>
                    <a:pt x="4684748" y="40675"/>
                  </a:lnTo>
                  <a:lnTo>
                    <a:pt x="4603764" y="27300"/>
                  </a:lnTo>
                  <a:lnTo>
                    <a:pt x="4532679" y="16939"/>
                  </a:lnTo>
                  <a:lnTo>
                    <a:pt x="4474882" y="9448"/>
                  </a:lnTo>
                  <a:lnTo>
                    <a:pt x="4432368" y="4518"/>
                  </a:lnTo>
                  <a:lnTo>
                    <a:pt x="4405216" y="1687"/>
                  </a:lnTo>
                  <a:lnTo>
                    <a:pt x="4391429" y="389"/>
                  </a:lnTo>
                  <a:lnTo>
                    <a:pt x="4387118" y="2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8" y="67"/>
                  </a:lnTo>
                  <a:lnTo>
                    <a:pt x="3838925" y="548"/>
                  </a:lnTo>
                  <a:lnTo>
                    <a:pt x="3819001" y="1879"/>
                  </a:lnTo>
                  <a:lnTo>
                    <a:pt x="3783832" y="4491"/>
                  </a:lnTo>
                  <a:lnTo>
                    <a:pt x="3732325" y="8766"/>
                  </a:lnTo>
                  <a:lnTo>
                    <a:pt x="3665640" y="14989"/>
                  </a:lnTo>
                  <a:lnTo>
                    <a:pt x="3586793" y="23319"/>
                  </a:lnTo>
                  <a:lnTo>
                    <a:pt x="3499898" y="33805"/>
                  </a:lnTo>
                  <a:lnTo>
                    <a:pt x="3409289" y="46418"/>
                  </a:lnTo>
                  <a:lnTo>
                    <a:pt x="3318800" y="61108"/>
                  </a:lnTo>
                  <a:lnTo>
                    <a:pt x="3231348" y="77850"/>
                  </a:lnTo>
                  <a:lnTo>
                    <a:pt x="3148819" y="96682"/>
                  </a:lnTo>
                  <a:lnTo>
                    <a:pt x="3072167" y="117726"/>
                  </a:lnTo>
                  <a:lnTo>
                    <a:pt x="3001612" y="141197"/>
                  </a:lnTo>
                  <a:lnTo>
                    <a:pt x="2936854" y="167402"/>
                  </a:lnTo>
                  <a:lnTo>
                    <a:pt x="2877261" y="196730"/>
                  </a:lnTo>
                  <a:lnTo>
                    <a:pt x="2822015" y="229634"/>
                  </a:lnTo>
                  <a:lnTo>
                    <a:pt x="2770218" y="266592"/>
                  </a:lnTo>
                  <a:lnTo>
                    <a:pt x="2720975" y="308046"/>
                  </a:lnTo>
                  <a:lnTo>
                    <a:pt x="2673473" y="354284"/>
                  </a:lnTo>
                  <a:lnTo>
                    <a:pt x="2667772" y="360246"/>
                  </a:lnTo>
                  <a:lnTo>
                    <a:pt x="2628545" y="403608"/>
                  </a:lnTo>
                  <a:lnTo>
                    <a:pt x="2589695" y="450492"/>
                  </a:lnTo>
                  <a:lnTo>
                    <a:pt x="2550945" y="500966"/>
                  </a:lnTo>
                  <a:lnTo>
                    <a:pt x="2512083" y="555028"/>
                  </a:lnTo>
                  <a:lnTo>
                    <a:pt x="2472960" y="612595"/>
                  </a:lnTo>
                  <a:lnTo>
                    <a:pt x="2433477" y="673495"/>
                  </a:lnTo>
                  <a:lnTo>
                    <a:pt x="2393587" y="737468"/>
                  </a:lnTo>
                  <a:lnTo>
                    <a:pt x="2353286" y="804161"/>
                  </a:lnTo>
                  <a:lnTo>
                    <a:pt x="2312609" y="873135"/>
                  </a:lnTo>
                  <a:lnTo>
                    <a:pt x="2271624" y="943877"/>
                  </a:lnTo>
                  <a:lnTo>
                    <a:pt x="2230422" y="1015810"/>
                  </a:lnTo>
                  <a:lnTo>
                    <a:pt x="2189114" y="1088315"/>
                  </a:lnTo>
                  <a:lnTo>
                    <a:pt x="2147819" y="1160754"/>
                  </a:lnTo>
                  <a:lnTo>
                    <a:pt x="2106654" y="1232488"/>
                  </a:lnTo>
                  <a:lnTo>
                    <a:pt x="2065726" y="1302906"/>
                  </a:lnTo>
                  <a:lnTo>
                    <a:pt x="2025123" y="1371445"/>
                  </a:lnTo>
                  <a:lnTo>
                    <a:pt x="1984906" y="1437603"/>
                  </a:lnTo>
                  <a:lnTo>
                    <a:pt x="1945103" y="1500960"/>
                  </a:lnTo>
                  <a:lnTo>
                    <a:pt x="1905701" y="1561183"/>
                  </a:lnTo>
                  <a:lnTo>
                    <a:pt x="1866641" y="1618029"/>
                  </a:lnTo>
                  <a:lnTo>
                    <a:pt x="1827817" y="1671347"/>
                  </a:lnTo>
                  <a:lnTo>
                    <a:pt x="1789066" y="1721069"/>
                  </a:lnTo>
                  <a:lnTo>
                    <a:pt x="1750163" y="1767210"/>
                  </a:lnTo>
                  <a:lnTo>
                    <a:pt x="1719082" y="1801233"/>
                  </a:lnTo>
                  <a:lnTo>
                    <a:pt x="1671745" y="1848059"/>
                  </a:lnTo>
                  <a:lnTo>
                    <a:pt x="1622755" y="1890085"/>
                  </a:lnTo>
                  <a:lnTo>
                    <a:pt x="1571316" y="1927570"/>
                  </a:lnTo>
                  <a:lnTo>
                    <a:pt x="1516539" y="1960941"/>
                  </a:lnTo>
                  <a:lnTo>
                    <a:pt x="1457521" y="1990680"/>
                  </a:lnTo>
                  <a:lnTo>
                    <a:pt x="1393431" y="2017243"/>
                  </a:lnTo>
                  <a:lnTo>
                    <a:pt x="1323607" y="2041029"/>
                  </a:lnTo>
                  <a:lnTo>
                    <a:pt x="1247698" y="2062356"/>
                  </a:lnTo>
                  <a:lnTo>
                    <a:pt x="1165851" y="2081449"/>
                  </a:lnTo>
                  <a:lnTo>
                    <a:pt x="1078917" y="2098441"/>
                  </a:lnTo>
                  <a:lnTo>
                    <a:pt x="988663" y="2113382"/>
                  </a:lnTo>
                  <a:lnTo>
                    <a:pt x="897880" y="2126251"/>
                  </a:lnTo>
                  <a:lnTo>
                    <a:pt x="810305" y="2136998"/>
                  </a:lnTo>
                  <a:lnTo>
                    <a:pt x="730245" y="2145590"/>
                  </a:lnTo>
                  <a:lnTo>
                    <a:pt x="661886" y="2152064"/>
                  </a:lnTo>
                  <a:lnTo>
                    <a:pt x="608426" y="2156563"/>
                  </a:lnTo>
                  <a:lnTo>
                    <a:pt x="571278" y="2159359"/>
                  </a:lnTo>
                  <a:lnTo>
                    <a:pt x="549633" y="2160823"/>
                  </a:lnTo>
                  <a:lnTo>
                    <a:pt x="540446" y="2161384"/>
                  </a:lnTo>
                  <a:lnTo>
                    <a:pt x="538736" y="2161480"/>
                  </a:lnTo>
                  <a:lnTo>
                    <a:pt x="0" y="216148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18" name="pl1518"/>
            <p:cNvSpPr/>
            <p:nvPr/>
          </p:nvSpPr>
          <p:spPr>
            <a:xfrm>
              <a:off x="546595" y="2819380"/>
              <a:ext cx="8234974" cy="3190497"/>
            </a:xfrm>
            <a:custGeom>
              <a:avLst/>
              <a:pathLst>
                <a:path w="8234974" h="3190497">
                  <a:moveTo>
                    <a:pt x="0" y="2161480"/>
                  </a:moveTo>
                  <a:lnTo>
                    <a:pt x="538736" y="2161480"/>
                  </a:lnTo>
                  <a:lnTo>
                    <a:pt x="539956" y="2161412"/>
                  </a:lnTo>
                  <a:lnTo>
                    <a:pt x="547930" y="2160931"/>
                  </a:lnTo>
                  <a:lnTo>
                    <a:pt x="567853" y="2159601"/>
                  </a:lnTo>
                  <a:lnTo>
                    <a:pt x="603022" y="2156988"/>
                  </a:lnTo>
                  <a:lnTo>
                    <a:pt x="654529" y="2152713"/>
                  </a:lnTo>
                  <a:lnTo>
                    <a:pt x="721215" y="2146491"/>
                  </a:lnTo>
                  <a:lnTo>
                    <a:pt x="800062" y="2138160"/>
                  </a:lnTo>
                  <a:lnTo>
                    <a:pt x="886957" y="2127674"/>
                  </a:lnTo>
                  <a:lnTo>
                    <a:pt x="977566" y="2115061"/>
                  </a:lnTo>
                  <a:lnTo>
                    <a:pt x="1068055" y="2100371"/>
                  </a:lnTo>
                  <a:lnTo>
                    <a:pt x="1155507" y="2083629"/>
                  </a:lnTo>
                  <a:lnTo>
                    <a:pt x="1238036" y="2064798"/>
                  </a:lnTo>
                  <a:lnTo>
                    <a:pt x="1314688" y="2043753"/>
                  </a:lnTo>
                  <a:lnTo>
                    <a:pt x="1385243" y="2020282"/>
                  </a:lnTo>
                  <a:lnTo>
                    <a:pt x="1450001" y="1994077"/>
                  </a:lnTo>
                  <a:lnTo>
                    <a:pt x="1509594" y="1964749"/>
                  </a:lnTo>
                  <a:lnTo>
                    <a:pt x="1564840" y="1931845"/>
                  </a:lnTo>
                  <a:lnTo>
                    <a:pt x="1616637" y="1894887"/>
                  </a:lnTo>
                  <a:lnTo>
                    <a:pt x="1665880" y="1853433"/>
                  </a:lnTo>
                  <a:lnTo>
                    <a:pt x="1713382" y="1807195"/>
                  </a:lnTo>
                  <a:lnTo>
                    <a:pt x="1719082" y="1801233"/>
                  </a:lnTo>
                  <a:lnTo>
                    <a:pt x="1758310" y="1757871"/>
                  </a:lnTo>
                  <a:lnTo>
                    <a:pt x="1797159" y="1710987"/>
                  </a:lnTo>
                  <a:lnTo>
                    <a:pt x="1835909" y="1660513"/>
                  </a:lnTo>
                  <a:lnTo>
                    <a:pt x="1874771" y="1606451"/>
                  </a:lnTo>
                  <a:lnTo>
                    <a:pt x="1913895" y="1548884"/>
                  </a:lnTo>
                  <a:lnTo>
                    <a:pt x="1953378" y="1487984"/>
                  </a:lnTo>
                  <a:lnTo>
                    <a:pt x="1993267" y="1424011"/>
                  </a:lnTo>
                  <a:lnTo>
                    <a:pt x="2033568" y="1357319"/>
                  </a:lnTo>
                  <a:lnTo>
                    <a:pt x="2074245" y="1288344"/>
                  </a:lnTo>
                  <a:lnTo>
                    <a:pt x="2115231" y="1217603"/>
                  </a:lnTo>
                  <a:lnTo>
                    <a:pt x="2156433" y="1145670"/>
                  </a:lnTo>
                  <a:lnTo>
                    <a:pt x="2197740" y="1073164"/>
                  </a:lnTo>
                  <a:lnTo>
                    <a:pt x="2239035" y="1000725"/>
                  </a:lnTo>
                  <a:lnTo>
                    <a:pt x="2280201" y="928991"/>
                  </a:lnTo>
                  <a:lnTo>
                    <a:pt x="2321129" y="858573"/>
                  </a:lnTo>
                  <a:lnTo>
                    <a:pt x="2361732" y="790034"/>
                  </a:lnTo>
                  <a:lnTo>
                    <a:pt x="2401948" y="723876"/>
                  </a:lnTo>
                  <a:lnTo>
                    <a:pt x="2441751" y="660519"/>
                  </a:lnTo>
                  <a:lnTo>
                    <a:pt x="2481154" y="600296"/>
                  </a:lnTo>
                  <a:lnTo>
                    <a:pt x="2520213" y="543450"/>
                  </a:lnTo>
                  <a:lnTo>
                    <a:pt x="2559037" y="490132"/>
                  </a:lnTo>
                  <a:lnTo>
                    <a:pt x="2597789" y="440410"/>
                  </a:lnTo>
                  <a:lnTo>
                    <a:pt x="2636692" y="394269"/>
                  </a:lnTo>
                  <a:lnTo>
                    <a:pt x="2667772" y="360246"/>
                  </a:lnTo>
                  <a:lnTo>
                    <a:pt x="2715110" y="313420"/>
                  </a:lnTo>
                  <a:lnTo>
                    <a:pt x="2764100" y="271394"/>
                  </a:lnTo>
                  <a:lnTo>
                    <a:pt x="2815539" y="233910"/>
                  </a:lnTo>
                  <a:lnTo>
                    <a:pt x="2870316" y="200538"/>
                  </a:lnTo>
                  <a:lnTo>
                    <a:pt x="2929333" y="170799"/>
                  </a:lnTo>
                  <a:lnTo>
                    <a:pt x="2993423" y="144236"/>
                  </a:lnTo>
                  <a:lnTo>
                    <a:pt x="3063248" y="120450"/>
                  </a:lnTo>
                  <a:lnTo>
                    <a:pt x="3139157" y="99123"/>
                  </a:lnTo>
                  <a:lnTo>
                    <a:pt x="3221004" y="80030"/>
                  </a:lnTo>
                  <a:lnTo>
                    <a:pt x="3307937" y="63038"/>
                  </a:lnTo>
                  <a:lnTo>
                    <a:pt x="3398192" y="48097"/>
                  </a:lnTo>
                  <a:lnTo>
                    <a:pt x="3488975" y="35228"/>
                  </a:lnTo>
                  <a:lnTo>
                    <a:pt x="3576550" y="24481"/>
                  </a:lnTo>
                  <a:lnTo>
                    <a:pt x="3656610" y="15889"/>
                  </a:lnTo>
                  <a:lnTo>
                    <a:pt x="3724968" y="9416"/>
                  </a:lnTo>
                  <a:lnTo>
                    <a:pt x="3778429" y="4916"/>
                  </a:lnTo>
                  <a:lnTo>
                    <a:pt x="3815576" y="2120"/>
                  </a:lnTo>
                  <a:lnTo>
                    <a:pt x="3837222" y="656"/>
                  </a:lnTo>
                  <a:lnTo>
                    <a:pt x="3846408" y="95"/>
                  </a:lnTo>
                  <a:lnTo>
                    <a:pt x="3848116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2" y="92"/>
                  </a:lnTo>
                  <a:lnTo>
                    <a:pt x="4395437" y="752"/>
                  </a:lnTo>
                  <a:lnTo>
                    <a:pt x="4414083" y="2579"/>
                  </a:lnTo>
                  <a:lnTo>
                    <a:pt x="4447115" y="6167"/>
                  </a:lnTo>
                  <a:lnTo>
                    <a:pt x="4495726" y="12050"/>
                  </a:lnTo>
                  <a:lnTo>
                    <a:pt x="4559047" y="20635"/>
                  </a:lnTo>
                  <a:lnTo>
                    <a:pt x="4634457" y="32166"/>
                  </a:lnTo>
                  <a:lnTo>
                    <a:pt x="4718226" y="46728"/>
                  </a:lnTo>
                  <a:lnTo>
                    <a:pt x="4806295" y="64295"/>
                  </a:lnTo>
                  <a:lnTo>
                    <a:pt x="4894960" y="84799"/>
                  </a:lnTo>
                  <a:lnTo>
                    <a:pt x="4981295" y="108192"/>
                  </a:lnTo>
                  <a:lnTo>
                    <a:pt x="5063309" y="134500"/>
                  </a:lnTo>
                  <a:lnTo>
                    <a:pt x="5139896" y="163859"/>
                  </a:lnTo>
                  <a:lnTo>
                    <a:pt x="5210671" y="196526"/>
                  </a:lnTo>
                  <a:lnTo>
                    <a:pt x="5275781" y="232883"/>
                  </a:lnTo>
                  <a:lnTo>
                    <a:pt x="5335726" y="273427"/>
                  </a:lnTo>
                  <a:lnTo>
                    <a:pt x="5391217" y="318754"/>
                  </a:lnTo>
                  <a:lnTo>
                    <a:pt x="5443074" y="369515"/>
                  </a:lnTo>
                  <a:lnTo>
                    <a:pt x="5492137" y="426353"/>
                  </a:lnTo>
                  <a:lnTo>
                    <a:pt x="5539208" y="489782"/>
                  </a:lnTo>
                  <a:lnTo>
                    <a:pt x="5567201" y="531749"/>
                  </a:lnTo>
                  <a:lnTo>
                    <a:pt x="5600993" y="586529"/>
                  </a:lnTo>
                  <a:lnTo>
                    <a:pt x="5634474" y="645145"/>
                  </a:lnTo>
                  <a:lnTo>
                    <a:pt x="5667830" y="707676"/>
                  </a:lnTo>
                  <a:lnTo>
                    <a:pt x="5701209" y="774142"/>
                  </a:lnTo>
                  <a:lnTo>
                    <a:pt x="5734727" y="844505"/>
                  </a:lnTo>
                  <a:lnTo>
                    <a:pt x="5768466" y="918655"/>
                  </a:lnTo>
                  <a:lnTo>
                    <a:pt x="5802480" y="996413"/>
                  </a:lnTo>
                  <a:lnTo>
                    <a:pt x="5836796" y="1077523"/>
                  </a:lnTo>
                  <a:lnTo>
                    <a:pt x="5871418" y="1161659"/>
                  </a:lnTo>
                  <a:lnTo>
                    <a:pt x="5906329" y="1248422"/>
                  </a:lnTo>
                  <a:lnTo>
                    <a:pt x="5941491" y="1337349"/>
                  </a:lnTo>
                  <a:lnTo>
                    <a:pt x="5976852" y="1427923"/>
                  </a:lnTo>
                  <a:lnTo>
                    <a:pt x="6012348" y="1519582"/>
                  </a:lnTo>
                  <a:lnTo>
                    <a:pt x="6047906" y="1611737"/>
                  </a:lnTo>
                  <a:lnTo>
                    <a:pt x="6083450" y="1703783"/>
                  </a:lnTo>
                  <a:lnTo>
                    <a:pt x="6118906" y="1795120"/>
                  </a:lnTo>
                  <a:lnTo>
                    <a:pt x="6154203" y="1885168"/>
                  </a:lnTo>
                  <a:lnTo>
                    <a:pt x="6189280" y="1973378"/>
                  </a:lnTo>
                  <a:lnTo>
                    <a:pt x="6224091" y="2059251"/>
                  </a:lnTo>
                  <a:lnTo>
                    <a:pt x="6258605" y="2142347"/>
                  </a:lnTo>
                  <a:lnTo>
                    <a:pt x="6292811" y="2222293"/>
                  </a:lnTo>
                  <a:lnTo>
                    <a:pt x="6326722" y="2298786"/>
                  </a:lnTo>
                  <a:lnTo>
                    <a:pt x="6360374" y="2371598"/>
                  </a:lnTo>
                  <a:lnTo>
                    <a:pt x="6393832" y="2440576"/>
                  </a:lnTo>
                  <a:lnTo>
                    <a:pt x="6427188" y="2505636"/>
                  </a:lnTo>
                  <a:lnTo>
                    <a:pt x="6460570" y="2566761"/>
                  </a:lnTo>
                  <a:lnTo>
                    <a:pt x="6494138" y="2623993"/>
                  </a:lnTo>
                  <a:lnTo>
                    <a:pt x="6515891" y="2658747"/>
                  </a:lnTo>
                  <a:lnTo>
                    <a:pt x="6562093" y="2726314"/>
                  </a:lnTo>
                  <a:lnTo>
                    <a:pt x="6609854" y="2787121"/>
                  </a:lnTo>
                  <a:lnTo>
                    <a:pt x="6659910" y="2841512"/>
                  </a:lnTo>
                  <a:lnTo>
                    <a:pt x="6713087" y="2890070"/>
                  </a:lnTo>
                  <a:lnTo>
                    <a:pt x="6770225" y="2933451"/>
                  </a:lnTo>
                  <a:lnTo>
                    <a:pt x="6832113" y="2972293"/>
                  </a:lnTo>
                  <a:lnTo>
                    <a:pt x="6899394" y="3007154"/>
                  </a:lnTo>
                  <a:lnTo>
                    <a:pt x="6972448" y="3038489"/>
                  </a:lnTo>
                  <a:lnTo>
                    <a:pt x="7051238" y="3066632"/>
                  </a:lnTo>
                  <a:lnTo>
                    <a:pt x="7135119" y="3091791"/>
                  </a:lnTo>
                  <a:lnTo>
                    <a:pt x="7222654" y="3114057"/>
                  </a:lnTo>
                  <a:lnTo>
                    <a:pt x="7311483" y="3133421"/>
                  </a:lnTo>
                  <a:lnTo>
                    <a:pt x="7398345" y="3149821"/>
                  </a:lnTo>
                  <a:lnTo>
                    <a:pt x="7479328" y="3163196"/>
                  </a:lnTo>
                  <a:lnTo>
                    <a:pt x="7550413" y="3173557"/>
                  </a:lnTo>
                  <a:lnTo>
                    <a:pt x="7608211" y="3181048"/>
                  </a:lnTo>
                  <a:lnTo>
                    <a:pt x="7650724" y="3185978"/>
                  </a:lnTo>
                  <a:lnTo>
                    <a:pt x="7677876" y="3188809"/>
                  </a:lnTo>
                  <a:lnTo>
                    <a:pt x="7691664" y="3190107"/>
                  </a:lnTo>
                  <a:lnTo>
                    <a:pt x="7695974" y="3190476"/>
                  </a:lnTo>
                  <a:lnTo>
                    <a:pt x="7696237" y="3190497"/>
                  </a:lnTo>
                  <a:lnTo>
                    <a:pt x="8234974" y="31904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9" name="pl1519"/>
            <p:cNvSpPr/>
            <p:nvPr/>
          </p:nvSpPr>
          <p:spPr>
            <a:xfrm>
              <a:off x="546595" y="2813935"/>
              <a:ext cx="8234974" cy="3190497"/>
            </a:xfrm>
            <a:custGeom>
              <a:avLst/>
              <a:pathLst>
                <a:path w="8234974" h="3190497">
                  <a:moveTo>
                    <a:pt x="8234974" y="3190497"/>
                  </a:moveTo>
                  <a:lnTo>
                    <a:pt x="7696237" y="3190497"/>
                  </a:lnTo>
                  <a:lnTo>
                    <a:pt x="7695100" y="3190404"/>
                  </a:lnTo>
                  <a:lnTo>
                    <a:pt x="7687656" y="3189744"/>
                  </a:lnTo>
                  <a:lnTo>
                    <a:pt x="7669009" y="3187917"/>
                  </a:lnTo>
                  <a:lnTo>
                    <a:pt x="7635977" y="3184329"/>
                  </a:lnTo>
                  <a:lnTo>
                    <a:pt x="7587367" y="3178446"/>
                  </a:lnTo>
                  <a:lnTo>
                    <a:pt x="7524045" y="3169861"/>
                  </a:lnTo>
                  <a:lnTo>
                    <a:pt x="7448635" y="3158330"/>
                  </a:lnTo>
                  <a:lnTo>
                    <a:pt x="7364867" y="3143768"/>
                  </a:lnTo>
                  <a:lnTo>
                    <a:pt x="7276797" y="3126201"/>
                  </a:lnTo>
                  <a:lnTo>
                    <a:pt x="7188132" y="3105697"/>
                  </a:lnTo>
                  <a:lnTo>
                    <a:pt x="7101797" y="3082304"/>
                  </a:lnTo>
                  <a:lnTo>
                    <a:pt x="7019783" y="3055996"/>
                  </a:lnTo>
                  <a:lnTo>
                    <a:pt x="6943197" y="3026637"/>
                  </a:lnTo>
                  <a:lnTo>
                    <a:pt x="6872422" y="2993970"/>
                  </a:lnTo>
                  <a:lnTo>
                    <a:pt x="6807312" y="2957613"/>
                  </a:lnTo>
                  <a:lnTo>
                    <a:pt x="6747367" y="2917069"/>
                  </a:lnTo>
                  <a:lnTo>
                    <a:pt x="6691875" y="2871742"/>
                  </a:lnTo>
                  <a:lnTo>
                    <a:pt x="6640019" y="2820981"/>
                  </a:lnTo>
                  <a:lnTo>
                    <a:pt x="6590955" y="2764143"/>
                  </a:lnTo>
                  <a:lnTo>
                    <a:pt x="6543884" y="2700714"/>
                  </a:lnTo>
                  <a:lnTo>
                    <a:pt x="6515891" y="2658747"/>
                  </a:lnTo>
                  <a:lnTo>
                    <a:pt x="6482099" y="2603967"/>
                  </a:lnTo>
                  <a:lnTo>
                    <a:pt x="6448619" y="2545351"/>
                  </a:lnTo>
                  <a:lnTo>
                    <a:pt x="6415263" y="2482820"/>
                  </a:lnTo>
                  <a:lnTo>
                    <a:pt x="6381883" y="2416354"/>
                  </a:lnTo>
                  <a:lnTo>
                    <a:pt x="6348365" y="2345991"/>
                  </a:lnTo>
                  <a:lnTo>
                    <a:pt x="6314626" y="2271841"/>
                  </a:lnTo>
                  <a:lnTo>
                    <a:pt x="6280613" y="2194083"/>
                  </a:lnTo>
                  <a:lnTo>
                    <a:pt x="6246297" y="2112973"/>
                  </a:lnTo>
                  <a:lnTo>
                    <a:pt x="6211674" y="2028837"/>
                  </a:lnTo>
                  <a:lnTo>
                    <a:pt x="6176763" y="1942074"/>
                  </a:lnTo>
                  <a:lnTo>
                    <a:pt x="6141601" y="1853147"/>
                  </a:lnTo>
                  <a:lnTo>
                    <a:pt x="6106240" y="1762573"/>
                  </a:lnTo>
                  <a:lnTo>
                    <a:pt x="6070744" y="1670914"/>
                  </a:lnTo>
                  <a:lnTo>
                    <a:pt x="6035187" y="1578759"/>
                  </a:lnTo>
                  <a:lnTo>
                    <a:pt x="5999642" y="1486713"/>
                  </a:lnTo>
                  <a:lnTo>
                    <a:pt x="5964187" y="1395376"/>
                  </a:lnTo>
                  <a:lnTo>
                    <a:pt x="5928890" y="1305328"/>
                  </a:lnTo>
                  <a:lnTo>
                    <a:pt x="5893812" y="1217118"/>
                  </a:lnTo>
                  <a:lnTo>
                    <a:pt x="5859001" y="1131245"/>
                  </a:lnTo>
                  <a:lnTo>
                    <a:pt x="5824487" y="1048149"/>
                  </a:lnTo>
                  <a:lnTo>
                    <a:pt x="5790281" y="968203"/>
                  </a:lnTo>
                  <a:lnTo>
                    <a:pt x="5756370" y="891710"/>
                  </a:lnTo>
                  <a:lnTo>
                    <a:pt x="5722718" y="818898"/>
                  </a:lnTo>
                  <a:lnTo>
                    <a:pt x="5689261" y="749920"/>
                  </a:lnTo>
                  <a:lnTo>
                    <a:pt x="5655904" y="684860"/>
                  </a:lnTo>
                  <a:lnTo>
                    <a:pt x="5622523" y="623735"/>
                  </a:lnTo>
                  <a:lnTo>
                    <a:pt x="5588955" y="566503"/>
                  </a:lnTo>
                  <a:lnTo>
                    <a:pt x="5567201" y="531749"/>
                  </a:lnTo>
                  <a:lnTo>
                    <a:pt x="5520999" y="464182"/>
                  </a:lnTo>
                  <a:lnTo>
                    <a:pt x="5473239" y="403375"/>
                  </a:lnTo>
                  <a:lnTo>
                    <a:pt x="5423183" y="348984"/>
                  </a:lnTo>
                  <a:lnTo>
                    <a:pt x="5370006" y="300426"/>
                  </a:lnTo>
                  <a:lnTo>
                    <a:pt x="5312867" y="257045"/>
                  </a:lnTo>
                  <a:lnTo>
                    <a:pt x="5250979" y="218203"/>
                  </a:lnTo>
                  <a:lnTo>
                    <a:pt x="5183698" y="183342"/>
                  </a:lnTo>
                  <a:lnTo>
                    <a:pt x="5110644" y="152007"/>
                  </a:lnTo>
                  <a:lnTo>
                    <a:pt x="5031855" y="123864"/>
                  </a:lnTo>
                  <a:lnTo>
                    <a:pt x="4947974" y="98705"/>
                  </a:lnTo>
                  <a:lnTo>
                    <a:pt x="4860439" y="76440"/>
                  </a:lnTo>
                  <a:lnTo>
                    <a:pt x="4771609" y="57075"/>
                  </a:lnTo>
                  <a:lnTo>
                    <a:pt x="4684748" y="40675"/>
                  </a:lnTo>
                  <a:lnTo>
                    <a:pt x="4603764" y="27300"/>
                  </a:lnTo>
                  <a:lnTo>
                    <a:pt x="4532679" y="16939"/>
                  </a:lnTo>
                  <a:lnTo>
                    <a:pt x="4474882" y="9448"/>
                  </a:lnTo>
                  <a:lnTo>
                    <a:pt x="4432368" y="4518"/>
                  </a:lnTo>
                  <a:lnTo>
                    <a:pt x="4405216" y="1687"/>
                  </a:lnTo>
                  <a:lnTo>
                    <a:pt x="4391429" y="389"/>
                  </a:lnTo>
                  <a:lnTo>
                    <a:pt x="4387118" y="2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8" y="67"/>
                  </a:lnTo>
                  <a:lnTo>
                    <a:pt x="3838925" y="548"/>
                  </a:lnTo>
                  <a:lnTo>
                    <a:pt x="3819001" y="1879"/>
                  </a:lnTo>
                  <a:lnTo>
                    <a:pt x="3783832" y="4491"/>
                  </a:lnTo>
                  <a:lnTo>
                    <a:pt x="3732325" y="8766"/>
                  </a:lnTo>
                  <a:lnTo>
                    <a:pt x="3665640" y="14989"/>
                  </a:lnTo>
                  <a:lnTo>
                    <a:pt x="3586793" y="23319"/>
                  </a:lnTo>
                  <a:lnTo>
                    <a:pt x="3499898" y="33805"/>
                  </a:lnTo>
                  <a:lnTo>
                    <a:pt x="3409289" y="46418"/>
                  </a:lnTo>
                  <a:lnTo>
                    <a:pt x="3318800" y="61108"/>
                  </a:lnTo>
                  <a:lnTo>
                    <a:pt x="3231348" y="77850"/>
                  </a:lnTo>
                  <a:lnTo>
                    <a:pt x="3148819" y="96682"/>
                  </a:lnTo>
                  <a:lnTo>
                    <a:pt x="3072167" y="117726"/>
                  </a:lnTo>
                  <a:lnTo>
                    <a:pt x="3001612" y="141197"/>
                  </a:lnTo>
                  <a:lnTo>
                    <a:pt x="2936854" y="167402"/>
                  </a:lnTo>
                  <a:lnTo>
                    <a:pt x="2877261" y="196730"/>
                  </a:lnTo>
                  <a:lnTo>
                    <a:pt x="2822015" y="229634"/>
                  </a:lnTo>
                  <a:lnTo>
                    <a:pt x="2770218" y="266592"/>
                  </a:lnTo>
                  <a:lnTo>
                    <a:pt x="2720975" y="308046"/>
                  </a:lnTo>
                  <a:lnTo>
                    <a:pt x="2673473" y="354284"/>
                  </a:lnTo>
                  <a:lnTo>
                    <a:pt x="2667772" y="360246"/>
                  </a:lnTo>
                  <a:lnTo>
                    <a:pt x="2628545" y="403608"/>
                  </a:lnTo>
                  <a:lnTo>
                    <a:pt x="2589695" y="450492"/>
                  </a:lnTo>
                  <a:lnTo>
                    <a:pt x="2550945" y="500966"/>
                  </a:lnTo>
                  <a:lnTo>
                    <a:pt x="2512083" y="555028"/>
                  </a:lnTo>
                  <a:lnTo>
                    <a:pt x="2472960" y="612595"/>
                  </a:lnTo>
                  <a:lnTo>
                    <a:pt x="2433477" y="673495"/>
                  </a:lnTo>
                  <a:lnTo>
                    <a:pt x="2393587" y="737468"/>
                  </a:lnTo>
                  <a:lnTo>
                    <a:pt x="2353286" y="804161"/>
                  </a:lnTo>
                  <a:lnTo>
                    <a:pt x="2312609" y="873135"/>
                  </a:lnTo>
                  <a:lnTo>
                    <a:pt x="2271624" y="943877"/>
                  </a:lnTo>
                  <a:lnTo>
                    <a:pt x="2230422" y="1015810"/>
                  </a:lnTo>
                  <a:lnTo>
                    <a:pt x="2189114" y="1088315"/>
                  </a:lnTo>
                  <a:lnTo>
                    <a:pt x="2147819" y="1160754"/>
                  </a:lnTo>
                  <a:lnTo>
                    <a:pt x="2106654" y="1232488"/>
                  </a:lnTo>
                  <a:lnTo>
                    <a:pt x="2065726" y="1302906"/>
                  </a:lnTo>
                  <a:lnTo>
                    <a:pt x="2025123" y="1371445"/>
                  </a:lnTo>
                  <a:lnTo>
                    <a:pt x="1984906" y="1437603"/>
                  </a:lnTo>
                  <a:lnTo>
                    <a:pt x="1945103" y="1500960"/>
                  </a:lnTo>
                  <a:lnTo>
                    <a:pt x="1905701" y="1561183"/>
                  </a:lnTo>
                  <a:lnTo>
                    <a:pt x="1866641" y="1618029"/>
                  </a:lnTo>
                  <a:lnTo>
                    <a:pt x="1827817" y="1671347"/>
                  </a:lnTo>
                  <a:lnTo>
                    <a:pt x="1789066" y="1721069"/>
                  </a:lnTo>
                  <a:lnTo>
                    <a:pt x="1750163" y="1767210"/>
                  </a:lnTo>
                  <a:lnTo>
                    <a:pt x="1719082" y="1801233"/>
                  </a:lnTo>
                  <a:lnTo>
                    <a:pt x="1671745" y="1848059"/>
                  </a:lnTo>
                  <a:lnTo>
                    <a:pt x="1622755" y="1890085"/>
                  </a:lnTo>
                  <a:lnTo>
                    <a:pt x="1571316" y="1927570"/>
                  </a:lnTo>
                  <a:lnTo>
                    <a:pt x="1516539" y="1960941"/>
                  </a:lnTo>
                  <a:lnTo>
                    <a:pt x="1457521" y="1990680"/>
                  </a:lnTo>
                  <a:lnTo>
                    <a:pt x="1393431" y="2017243"/>
                  </a:lnTo>
                  <a:lnTo>
                    <a:pt x="1323607" y="2041029"/>
                  </a:lnTo>
                  <a:lnTo>
                    <a:pt x="1247698" y="2062356"/>
                  </a:lnTo>
                  <a:lnTo>
                    <a:pt x="1165851" y="2081449"/>
                  </a:lnTo>
                  <a:lnTo>
                    <a:pt x="1078917" y="2098441"/>
                  </a:lnTo>
                  <a:lnTo>
                    <a:pt x="988663" y="2113382"/>
                  </a:lnTo>
                  <a:lnTo>
                    <a:pt x="897880" y="2126251"/>
                  </a:lnTo>
                  <a:lnTo>
                    <a:pt x="810305" y="2136998"/>
                  </a:lnTo>
                  <a:lnTo>
                    <a:pt x="730245" y="2145590"/>
                  </a:lnTo>
                  <a:lnTo>
                    <a:pt x="661886" y="2152064"/>
                  </a:lnTo>
                  <a:lnTo>
                    <a:pt x="608426" y="2156563"/>
                  </a:lnTo>
                  <a:lnTo>
                    <a:pt x="571278" y="2159359"/>
                  </a:lnTo>
                  <a:lnTo>
                    <a:pt x="549633" y="2160823"/>
                  </a:lnTo>
                  <a:lnTo>
                    <a:pt x="540446" y="2161384"/>
                  </a:lnTo>
                  <a:lnTo>
                    <a:pt x="538738" y="2161479"/>
                  </a:lnTo>
                  <a:lnTo>
                    <a:pt x="538736" y="2161480"/>
                  </a:lnTo>
                  <a:lnTo>
                    <a:pt x="0" y="21614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0" name="pg1520"/>
            <p:cNvSpPr/>
            <p:nvPr/>
          </p:nvSpPr>
          <p:spPr>
            <a:xfrm>
              <a:off x="546595" y="1186019"/>
              <a:ext cx="8234974" cy="3805729"/>
            </a:xfrm>
            <a:custGeom>
              <a:avLst/>
              <a:pathLst>
                <a:path w="8234974" h="3805729">
                  <a:moveTo>
                    <a:pt x="0" y="3805729"/>
                  </a:moveTo>
                  <a:lnTo>
                    <a:pt x="538736" y="3805729"/>
                  </a:lnTo>
                  <a:lnTo>
                    <a:pt x="539995" y="3805679"/>
                  </a:lnTo>
                  <a:lnTo>
                    <a:pt x="548211" y="3805321"/>
                  </a:lnTo>
                  <a:lnTo>
                    <a:pt x="568718" y="3804332"/>
                  </a:lnTo>
                  <a:lnTo>
                    <a:pt x="604861" y="3802390"/>
                  </a:lnTo>
                  <a:lnTo>
                    <a:pt x="657678" y="3799214"/>
                  </a:lnTo>
                  <a:lnTo>
                    <a:pt x="725871" y="3794598"/>
                  </a:lnTo>
                  <a:lnTo>
                    <a:pt x="806239" y="3788426"/>
                  </a:lnTo>
                  <a:lnTo>
                    <a:pt x="894496" y="3780669"/>
                  </a:lnTo>
                  <a:lnTo>
                    <a:pt x="986190" y="3771351"/>
                  </a:lnTo>
                  <a:lnTo>
                    <a:pt x="1077437" y="3760507"/>
                  </a:lnTo>
                  <a:lnTo>
                    <a:pt x="1165333" y="3748154"/>
                  </a:lnTo>
                  <a:lnTo>
                    <a:pt x="1248045" y="3734256"/>
                  </a:lnTo>
                  <a:lnTo>
                    <a:pt x="1324693" y="3718714"/>
                  </a:lnTo>
                  <a:lnTo>
                    <a:pt x="1395130" y="3701360"/>
                  </a:lnTo>
                  <a:lnTo>
                    <a:pt x="1459727" y="3681956"/>
                  </a:lnTo>
                  <a:lnTo>
                    <a:pt x="1519171" y="3660204"/>
                  </a:lnTo>
                  <a:lnTo>
                    <a:pt x="1574328" y="3635763"/>
                  </a:lnTo>
                  <a:lnTo>
                    <a:pt x="1626130" y="3608278"/>
                  </a:lnTo>
                  <a:lnTo>
                    <a:pt x="1675489" y="3577433"/>
                  </a:lnTo>
                  <a:lnTo>
                    <a:pt x="1719082" y="3546206"/>
                  </a:lnTo>
                  <a:lnTo>
                    <a:pt x="1762503" y="3511456"/>
                  </a:lnTo>
                  <a:lnTo>
                    <a:pt x="1805499" y="3473586"/>
                  </a:lnTo>
                  <a:lnTo>
                    <a:pt x="1848435" y="3432538"/>
                  </a:lnTo>
                  <a:lnTo>
                    <a:pt x="1891573" y="3388337"/>
                  </a:lnTo>
                  <a:lnTo>
                    <a:pt x="1935090" y="3341095"/>
                  </a:lnTo>
                  <a:lnTo>
                    <a:pt x="1979086" y="3291023"/>
                  </a:lnTo>
                  <a:lnTo>
                    <a:pt x="2023588" y="3238428"/>
                  </a:lnTo>
                  <a:lnTo>
                    <a:pt x="2068567" y="3183717"/>
                  </a:lnTo>
                  <a:lnTo>
                    <a:pt x="2113936" y="3127377"/>
                  </a:lnTo>
                  <a:lnTo>
                    <a:pt x="2159575" y="3069969"/>
                  </a:lnTo>
                  <a:lnTo>
                    <a:pt x="2205332" y="3012098"/>
                  </a:lnTo>
                  <a:lnTo>
                    <a:pt x="2251047" y="2954390"/>
                  </a:lnTo>
                  <a:lnTo>
                    <a:pt x="2296563" y="2897464"/>
                  </a:lnTo>
                  <a:lnTo>
                    <a:pt x="2341742" y="2841906"/>
                  </a:lnTo>
                  <a:lnTo>
                    <a:pt x="2386480" y="2788240"/>
                  </a:lnTo>
                  <a:lnTo>
                    <a:pt x="2430720" y="2736913"/>
                  </a:lnTo>
                  <a:lnTo>
                    <a:pt x="2474458" y="2688280"/>
                  </a:lnTo>
                  <a:lnTo>
                    <a:pt x="2517761" y="2642600"/>
                  </a:lnTo>
                  <a:lnTo>
                    <a:pt x="2560767" y="2600031"/>
                  </a:lnTo>
                  <a:lnTo>
                    <a:pt x="2603695" y="2560639"/>
                  </a:lnTo>
                  <a:lnTo>
                    <a:pt x="2646860" y="2524404"/>
                  </a:lnTo>
                  <a:lnTo>
                    <a:pt x="2667772" y="2508115"/>
                  </a:lnTo>
                  <a:lnTo>
                    <a:pt x="2715615" y="2474045"/>
                  </a:lnTo>
                  <a:lnTo>
                    <a:pt x="2765154" y="2443504"/>
                  </a:lnTo>
                  <a:lnTo>
                    <a:pt x="2817212" y="2416300"/>
                  </a:lnTo>
                  <a:lnTo>
                    <a:pt x="2872707" y="2392109"/>
                  </a:lnTo>
                  <a:lnTo>
                    <a:pt x="2932571" y="2370576"/>
                  </a:lnTo>
                  <a:lnTo>
                    <a:pt x="2997655" y="2351363"/>
                  </a:lnTo>
                  <a:lnTo>
                    <a:pt x="3068628" y="2334176"/>
                  </a:lnTo>
                  <a:lnTo>
                    <a:pt x="3145821" y="2318784"/>
                  </a:lnTo>
                  <a:lnTo>
                    <a:pt x="3229036" y="2305024"/>
                  </a:lnTo>
                  <a:lnTo>
                    <a:pt x="3317314" y="2292803"/>
                  </a:lnTo>
                  <a:lnTo>
                    <a:pt x="3408731" y="2282092"/>
                  </a:lnTo>
                  <a:lnTo>
                    <a:pt x="3500291" y="2272909"/>
                  </a:lnTo>
                  <a:lnTo>
                    <a:pt x="3588039" y="2265291"/>
                  </a:lnTo>
                  <a:lnTo>
                    <a:pt x="3667503" y="2259258"/>
                  </a:lnTo>
                  <a:lnTo>
                    <a:pt x="3734453" y="2254774"/>
                  </a:lnTo>
                  <a:lnTo>
                    <a:pt x="3785829" y="2251715"/>
                  </a:lnTo>
                  <a:lnTo>
                    <a:pt x="3820525" y="2249869"/>
                  </a:lnTo>
                  <a:lnTo>
                    <a:pt x="3839790" y="2248948"/>
                  </a:lnTo>
                  <a:lnTo>
                    <a:pt x="3847158" y="2248630"/>
                  </a:lnTo>
                  <a:lnTo>
                    <a:pt x="3848118" y="2248592"/>
                  </a:lnTo>
                  <a:lnTo>
                    <a:pt x="4386855" y="2248592"/>
                  </a:lnTo>
                  <a:lnTo>
                    <a:pt x="4388070" y="2248523"/>
                  </a:lnTo>
                  <a:lnTo>
                    <a:pt x="4396006" y="2248026"/>
                  </a:lnTo>
                  <a:lnTo>
                    <a:pt x="4415839" y="2246652"/>
                  </a:lnTo>
                  <a:lnTo>
                    <a:pt x="4450858" y="2243954"/>
                  </a:lnTo>
                  <a:lnTo>
                    <a:pt x="4502163" y="2239538"/>
                  </a:lnTo>
                  <a:lnTo>
                    <a:pt x="4568615" y="2233111"/>
                  </a:lnTo>
                  <a:lnTo>
                    <a:pt x="4647225" y="2224503"/>
                  </a:lnTo>
                  <a:lnTo>
                    <a:pt x="4733907" y="2213666"/>
                  </a:lnTo>
                  <a:lnTo>
                    <a:pt x="4824345" y="2200628"/>
                  </a:lnTo>
                  <a:lnTo>
                    <a:pt x="4914713" y="2185441"/>
                  </a:lnTo>
                  <a:lnTo>
                    <a:pt x="5002094" y="2168131"/>
                  </a:lnTo>
                  <a:lnTo>
                    <a:pt x="5084592" y="2148662"/>
                  </a:lnTo>
                  <a:lnTo>
                    <a:pt x="5161243" y="2126907"/>
                  </a:lnTo>
                  <a:lnTo>
                    <a:pt x="5231815" y="2102647"/>
                  </a:lnTo>
                  <a:lnTo>
                    <a:pt x="5296598" y="2075568"/>
                  </a:lnTo>
                  <a:lnTo>
                    <a:pt x="5356214" y="2045269"/>
                  </a:lnTo>
                  <a:lnTo>
                    <a:pt x="5411475" y="2011284"/>
                  </a:lnTo>
                  <a:lnTo>
                    <a:pt x="5463274" y="1973119"/>
                  </a:lnTo>
                  <a:lnTo>
                    <a:pt x="5512501" y="1930315"/>
                  </a:lnTo>
                  <a:lnTo>
                    <a:pt x="5559969" y="1882568"/>
                  </a:lnTo>
                  <a:lnTo>
                    <a:pt x="5567201" y="1874734"/>
                  </a:lnTo>
                  <a:lnTo>
                    <a:pt x="5605922" y="1830342"/>
                  </a:lnTo>
                  <a:lnTo>
                    <a:pt x="5644271" y="1782390"/>
                  </a:lnTo>
                  <a:lnTo>
                    <a:pt x="5682517" y="1730809"/>
                  </a:lnTo>
                  <a:lnTo>
                    <a:pt x="5720865" y="1675599"/>
                  </a:lnTo>
                  <a:lnTo>
                    <a:pt x="5759462" y="1616840"/>
                  </a:lnTo>
                  <a:lnTo>
                    <a:pt x="5798404" y="1554696"/>
                  </a:lnTo>
                  <a:lnTo>
                    <a:pt x="5837741" y="1489422"/>
                  </a:lnTo>
                  <a:lnTo>
                    <a:pt x="5877479" y="1421361"/>
                  </a:lnTo>
                  <a:lnTo>
                    <a:pt x="5917589" y="1350944"/>
                  </a:lnTo>
                  <a:lnTo>
                    <a:pt x="5958009" y="1278675"/>
                  </a:lnTo>
                  <a:lnTo>
                    <a:pt x="5998653" y="1205124"/>
                  </a:lnTo>
                  <a:lnTo>
                    <a:pt x="6039415" y="1130902"/>
                  </a:lnTo>
                  <a:lnTo>
                    <a:pt x="6080184" y="1056647"/>
                  </a:lnTo>
                  <a:lnTo>
                    <a:pt x="6120845" y="982996"/>
                  </a:lnTo>
                  <a:lnTo>
                    <a:pt x="6161293" y="910566"/>
                  </a:lnTo>
                  <a:lnTo>
                    <a:pt x="6201439" y="839931"/>
                  </a:lnTo>
                  <a:lnTo>
                    <a:pt x="6241218" y="771602"/>
                  </a:lnTo>
                  <a:lnTo>
                    <a:pt x="6280597" y="706019"/>
                  </a:lnTo>
                  <a:lnTo>
                    <a:pt x="6319579" y="643535"/>
                  </a:lnTo>
                  <a:lnTo>
                    <a:pt x="6358209" y="584413"/>
                  </a:lnTo>
                  <a:lnTo>
                    <a:pt x="6396576" y="528827"/>
                  </a:lnTo>
                  <a:lnTo>
                    <a:pt x="6434825" y="476865"/>
                  </a:lnTo>
                  <a:lnTo>
                    <a:pt x="6473151" y="428537"/>
                  </a:lnTo>
                  <a:lnTo>
                    <a:pt x="6511818" y="383777"/>
                  </a:lnTo>
                  <a:lnTo>
                    <a:pt x="6515891" y="379302"/>
                  </a:lnTo>
                  <a:lnTo>
                    <a:pt x="6563150" y="330782"/>
                  </a:lnTo>
                  <a:lnTo>
                    <a:pt x="6612055" y="287227"/>
                  </a:lnTo>
                  <a:lnTo>
                    <a:pt x="6663398" y="248372"/>
                  </a:lnTo>
                  <a:lnTo>
                    <a:pt x="6718064" y="213773"/>
                  </a:lnTo>
                  <a:lnTo>
                    <a:pt x="6776951" y="182935"/>
                  </a:lnTo>
                  <a:lnTo>
                    <a:pt x="6840887" y="155386"/>
                  </a:lnTo>
                  <a:lnTo>
                    <a:pt x="6910534" y="130712"/>
                  </a:lnTo>
                  <a:lnTo>
                    <a:pt x="6986244" y="108587"/>
                  </a:lnTo>
                  <a:lnTo>
                    <a:pt x="7067880" y="88774"/>
                  </a:lnTo>
                  <a:lnTo>
                    <a:pt x="7154603" y="71135"/>
                  </a:lnTo>
                  <a:lnTo>
                    <a:pt x="7244674" y="55619"/>
                  </a:lnTo>
                  <a:lnTo>
                    <a:pt x="7335332" y="42245"/>
                  </a:lnTo>
                  <a:lnTo>
                    <a:pt x="7422872" y="31064"/>
                  </a:lnTo>
                  <a:lnTo>
                    <a:pt x="7503014" y="22113"/>
                  </a:lnTo>
                  <a:lnTo>
                    <a:pt x="7571580" y="15355"/>
                  </a:lnTo>
                  <a:lnTo>
                    <a:pt x="7625357" y="10644"/>
                  </a:lnTo>
                  <a:lnTo>
                    <a:pt x="7662882" y="7704"/>
                  </a:lnTo>
                  <a:lnTo>
                    <a:pt x="7684902" y="6154"/>
                  </a:lnTo>
                  <a:lnTo>
                    <a:pt x="7694385" y="555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3" y="69"/>
                  </a:lnTo>
                  <a:lnTo>
                    <a:pt x="7687087" y="566"/>
                  </a:lnTo>
                  <a:lnTo>
                    <a:pt x="7667253" y="1940"/>
                  </a:lnTo>
                  <a:lnTo>
                    <a:pt x="7632234" y="4637"/>
                  </a:lnTo>
                  <a:lnTo>
                    <a:pt x="7580929" y="9053"/>
                  </a:lnTo>
                  <a:lnTo>
                    <a:pt x="7514477" y="15481"/>
                  </a:lnTo>
                  <a:lnTo>
                    <a:pt x="7435867" y="24089"/>
                  </a:lnTo>
                  <a:lnTo>
                    <a:pt x="7349185" y="34925"/>
                  </a:lnTo>
                  <a:lnTo>
                    <a:pt x="7258747" y="47964"/>
                  </a:lnTo>
                  <a:lnTo>
                    <a:pt x="7168379" y="63151"/>
                  </a:lnTo>
                  <a:lnTo>
                    <a:pt x="7080999" y="80460"/>
                  </a:lnTo>
                  <a:lnTo>
                    <a:pt x="6998501" y="99930"/>
                  </a:lnTo>
                  <a:lnTo>
                    <a:pt x="6921850" y="121685"/>
                  </a:lnTo>
                  <a:lnTo>
                    <a:pt x="6851278" y="145944"/>
                  </a:lnTo>
                  <a:lnTo>
                    <a:pt x="6786494" y="173024"/>
                  </a:lnTo>
                  <a:lnTo>
                    <a:pt x="6726878" y="203323"/>
                  </a:lnTo>
                  <a:lnTo>
                    <a:pt x="6671617" y="237307"/>
                  </a:lnTo>
                  <a:lnTo>
                    <a:pt x="6619819" y="275473"/>
                  </a:lnTo>
                  <a:lnTo>
                    <a:pt x="6570592" y="318276"/>
                  </a:lnTo>
                  <a:lnTo>
                    <a:pt x="6523124" y="366023"/>
                  </a:lnTo>
                  <a:lnTo>
                    <a:pt x="6515891" y="373858"/>
                  </a:lnTo>
                  <a:lnTo>
                    <a:pt x="6477171" y="418250"/>
                  </a:lnTo>
                  <a:lnTo>
                    <a:pt x="6438822" y="466202"/>
                  </a:lnTo>
                  <a:lnTo>
                    <a:pt x="6400576" y="517782"/>
                  </a:lnTo>
                  <a:lnTo>
                    <a:pt x="6362228" y="572992"/>
                  </a:lnTo>
                  <a:lnTo>
                    <a:pt x="6323631" y="631752"/>
                  </a:lnTo>
                  <a:lnTo>
                    <a:pt x="6284689" y="693896"/>
                  </a:lnTo>
                  <a:lnTo>
                    <a:pt x="6245352" y="759170"/>
                  </a:lnTo>
                  <a:lnTo>
                    <a:pt x="6205613" y="827230"/>
                  </a:lnTo>
                  <a:lnTo>
                    <a:pt x="6165503" y="897648"/>
                  </a:lnTo>
                  <a:lnTo>
                    <a:pt x="6125083" y="969916"/>
                  </a:lnTo>
                  <a:lnTo>
                    <a:pt x="6084440" y="1043468"/>
                  </a:lnTo>
                  <a:lnTo>
                    <a:pt x="6043677" y="1117689"/>
                  </a:lnTo>
                  <a:lnTo>
                    <a:pt x="6002908" y="1191945"/>
                  </a:lnTo>
                  <a:lnTo>
                    <a:pt x="5962247" y="1265595"/>
                  </a:lnTo>
                  <a:lnTo>
                    <a:pt x="5921799" y="1338025"/>
                  </a:lnTo>
                  <a:lnTo>
                    <a:pt x="5881654" y="1408661"/>
                  </a:lnTo>
                  <a:lnTo>
                    <a:pt x="5841874" y="1476989"/>
                  </a:lnTo>
                  <a:lnTo>
                    <a:pt x="5802495" y="1542572"/>
                  </a:lnTo>
                  <a:lnTo>
                    <a:pt x="5763513" y="1605057"/>
                  </a:lnTo>
                  <a:lnTo>
                    <a:pt x="5724884" y="1664179"/>
                  </a:lnTo>
                  <a:lnTo>
                    <a:pt x="5686516" y="1719765"/>
                  </a:lnTo>
                  <a:lnTo>
                    <a:pt x="5648268" y="1771726"/>
                  </a:lnTo>
                  <a:lnTo>
                    <a:pt x="5609941" y="1820055"/>
                  </a:lnTo>
                  <a:lnTo>
                    <a:pt x="5571274" y="1864814"/>
                  </a:lnTo>
                  <a:lnTo>
                    <a:pt x="5567201" y="1869290"/>
                  </a:lnTo>
                  <a:lnTo>
                    <a:pt x="5519942" y="1917810"/>
                  </a:lnTo>
                  <a:lnTo>
                    <a:pt x="5471037" y="1961365"/>
                  </a:lnTo>
                  <a:lnTo>
                    <a:pt x="5419694" y="2000220"/>
                  </a:lnTo>
                  <a:lnTo>
                    <a:pt x="5365028" y="2034819"/>
                  </a:lnTo>
                  <a:lnTo>
                    <a:pt x="5306142" y="2065656"/>
                  </a:lnTo>
                  <a:lnTo>
                    <a:pt x="5242205" y="2093206"/>
                  </a:lnTo>
                  <a:lnTo>
                    <a:pt x="5172558" y="2117879"/>
                  </a:lnTo>
                  <a:lnTo>
                    <a:pt x="5096848" y="2140005"/>
                  </a:lnTo>
                  <a:lnTo>
                    <a:pt x="5015213" y="2159818"/>
                  </a:lnTo>
                  <a:lnTo>
                    <a:pt x="4928489" y="2177457"/>
                  </a:lnTo>
                  <a:lnTo>
                    <a:pt x="4838418" y="2192973"/>
                  </a:lnTo>
                  <a:lnTo>
                    <a:pt x="4747761" y="2206347"/>
                  </a:lnTo>
                  <a:lnTo>
                    <a:pt x="4660221" y="2217527"/>
                  </a:lnTo>
                  <a:lnTo>
                    <a:pt x="4580079" y="2226479"/>
                  </a:lnTo>
                  <a:lnTo>
                    <a:pt x="4511512" y="2233237"/>
                  </a:lnTo>
                  <a:lnTo>
                    <a:pt x="4457736" y="2237947"/>
                  </a:lnTo>
                  <a:lnTo>
                    <a:pt x="4420211" y="2240887"/>
                  </a:lnTo>
                  <a:lnTo>
                    <a:pt x="4398190" y="2242437"/>
                  </a:lnTo>
                  <a:lnTo>
                    <a:pt x="4388708" y="2243040"/>
                  </a:lnTo>
                  <a:lnTo>
                    <a:pt x="4386855" y="2243148"/>
                  </a:lnTo>
                  <a:lnTo>
                    <a:pt x="3848118" y="2243148"/>
                  </a:lnTo>
                  <a:lnTo>
                    <a:pt x="3846860" y="2243198"/>
                  </a:lnTo>
                  <a:lnTo>
                    <a:pt x="3838644" y="2243555"/>
                  </a:lnTo>
                  <a:lnTo>
                    <a:pt x="3818136" y="2244545"/>
                  </a:lnTo>
                  <a:lnTo>
                    <a:pt x="3781994" y="2246487"/>
                  </a:lnTo>
                  <a:lnTo>
                    <a:pt x="3729177" y="2249662"/>
                  </a:lnTo>
                  <a:lnTo>
                    <a:pt x="3660984" y="2254279"/>
                  </a:lnTo>
                  <a:lnTo>
                    <a:pt x="3580616" y="2260450"/>
                  </a:lnTo>
                  <a:lnTo>
                    <a:pt x="3492358" y="2268207"/>
                  </a:lnTo>
                  <a:lnTo>
                    <a:pt x="3400665" y="2277526"/>
                  </a:lnTo>
                  <a:lnTo>
                    <a:pt x="3309418" y="2288369"/>
                  </a:lnTo>
                  <a:lnTo>
                    <a:pt x="3221522" y="2300723"/>
                  </a:lnTo>
                  <a:lnTo>
                    <a:pt x="3138809" y="2314621"/>
                  </a:lnTo>
                  <a:lnTo>
                    <a:pt x="3062162" y="2330162"/>
                  </a:lnTo>
                  <a:lnTo>
                    <a:pt x="2991724" y="2347517"/>
                  </a:lnTo>
                  <a:lnTo>
                    <a:pt x="2927128" y="2366921"/>
                  </a:lnTo>
                  <a:lnTo>
                    <a:pt x="2867683" y="2388673"/>
                  </a:lnTo>
                  <a:lnTo>
                    <a:pt x="2812526" y="2413113"/>
                  </a:lnTo>
                  <a:lnTo>
                    <a:pt x="2760725" y="2440599"/>
                  </a:lnTo>
                  <a:lnTo>
                    <a:pt x="2711366" y="2471443"/>
                  </a:lnTo>
                  <a:lnTo>
                    <a:pt x="2667772" y="2502670"/>
                  </a:lnTo>
                  <a:lnTo>
                    <a:pt x="2624352" y="2537420"/>
                  </a:lnTo>
                  <a:lnTo>
                    <a:pt x="2581355" y="2575290"/>
                  </a:lnTo>
                  <a:lnTo>
                    <a:pt x="2538420" y="2616338"/>
                  </a:lnTo>
                  <a:lnTo>
                    <a:pt x="2495282" y="2660539"/>
                  </a:lnTo>
                  <a:lnTo>
                    <a:pt x="2451764" y="2707781"/>
                  </a:lnTo>
                  <a:lnTo>
                    <a:pt x="2407769" y="2757854"/>
                  </a:lnTo>
                  <a:lnTo>
                    <a:pt x="2363266" y="2810448"/>
                  </a:lnTo>
                  <a:lnTo>
                    <a:pt x="2318288" y="2865160"/>
                  </a:lnTo>
                  <a:lnTo>
                    <a:pt x="2272918" y="2921499"/>
                  </a:lnTo>
                  <a:lnTo>
                    <a:pt x="2227280" y="2978908"/>
                  </a:lnTo>
                  <a:lnTo>
                    <a:pt x="2181523" y="3036779"/>
                  </a:lnTo>
                  <a:lnTo>
                    <a:pt x="2135807" y="3094487"/>
                  </a:lnTo>
                  <a:lnTo>
                    <a:pt x="2090291" y="3151412"/>
                  </a:lnTo>
                  <a:lnTo>
                    <a:pt x="2045112" y="3206971"/>
                  </a:lnTo>
                  <a:lnTo>
                    <a:pt x="2000374" y="3260637"/>
                  </a:lnTo>
                  <a:lnTo>
                    <a:pt x="1956135" y="3311964"/>
                  </a:lnTo>
                  <a:lnTo>
                    <a:pt x="1912396" y="3360596"/>
                  </a:lnTo>
                  <a:lnTo>
                    <a:pt x="1869093" y="3406276"/>
                  </a:lnTo>
                  <a:lnTo>
                    <a:pt x="1826088" y="3448845"/>
                  </a:lnTo>
                  <a:lnTo>
                    <a:pt x="1783159" y="3488237"/>
                  </a:lnTo>
                  <a:lnTo>
                    <a:pt x="1739995" y="3524473"/>
                  </a:lnTo>
                  <a:lnTo>
                    <a:pt x="1719082" y="3540762"/>
                  </a:lnTo>
                  <a:lnTo>
                    <a:pt x="1671239" y="3574832"/>
                  </a:lnTo>
                  <a:lnTo>
                    <a:pt x="1621701" y="3605372"/>
                  </a:lnTo>
                  <a:lnTo>
                    <a:pt x="1569643" y="3632577"/>
                  </a:lnTo>
                  <a:lnTo>
                    <a:pt x="1514147" y="3656768"/>
                  </a:lnTo>
                  <a:lnTo>
                    <a:pt x="1454284" y="3678300"/>
                  </a:lnTo>
                  <a:lnTo>
                    <a:pt x="1389200" y="3697514"/>
                  </a:lnTo>
                  <a:lnTo>
                    <a:pt x="1318227" y="3714701"/>
                  </a:lnTo>
                  <a:lnTo>
                    <a:pt x="1241033" y="3730093"/>
                  </a:lnTo>
                  <a:lnTo>
                    <a:pt x="1157819" y="3743853"/>
                  </a:lnTo>
                  <a:lnTo>
                    <a:pt x="1069541" y="3756073"/>
                  </a:lnTo>
                  <a:lnTo>
                    <a:pt x="978123" y="3766784"/>
                  </a:lnTo>
                  <a:lnTo>
                    <a:pt x="886563" y="3775968"/>
                  </a:lnTo>
                  <a:lnTo>
                    <a:pt x="798816" y="3783586"/>
                  </a:lnTo>
                  <a:lnTo>
                    <a:pt x="719352" y="3789619"/>
                  </a:lnTo>
                  <a:lnTo>
                    <a:pt x="652401" y="3794103"/>
                  </a:lnTo>
                  <a:lnTo>
                    <a:pt x="601026" y="3797161"/>
                  </a:lnTo>
                  <a:lnTo>
                    <a:pt x="566330" y="3799007"/>
                  </a:lnTo>
                  <a:lnTo>
                    <a:pt x="547064" y="3799928"/>
                  </a:lnTo>
                  <a:lnTo>
                    <a:pt x="539697" y="3800246"/>
                  </a:lnTo>
                  <a:lnTo>
                    <a:pt x="538736" y="3800284"/>
                  </a:lnTo>
                  <a:lnTo>
                    <a:pt x="0" y="3800284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21" name="pl1521"/>
            <p:cNvSpPr/>
            <p:nvPr/>
          </p:nvSpPr>
          <p:spPr>
            <a:xfrm>
              <a:off x="546595" y="1191464"/>
              <a:ext cx="8234974" cy="3800284"/>
            </a:xfrm>
            <a:custGeom>
              <a:avLst/>
              <a:pathLst>
                <a:path w="8234974" h="3800284">
                  <a:moveTo>
                    <a:pt x="0" y="3800284"/>
                  </a:moveTo>
                  <a:lnTo>
                    <a:pt x="538736" y="3800284"/>
                  </a:lnTo>
                  <a:lnTo>
                    <a:pt x="539995" y="3800234"/>
                  </a:lnTo>
                  <a:lnTo>
                    <a:pt x="548211" y="3799876"/>
                  </a:lnTo>
                  <a:lnTo>
                    <a:pt x="568718" y="3798887"/>
                  </a:lnTo>
                  <a:lnTo>
                    <a:pt x="604861" y="3796945"/>
                  </a:lnTo>
                  <a:lnTo>
                    <a:pt x="657678" y="3793769"/>
                  </a:lnTo>
                  <a:lnTo>
                    <a:pt x="725871" y="3789153"/>
                  </a:lnTo>
                  <a:lnTo>
                    <a:pt x="806239" y="3782982"/>
                  </a:lnTo>
                  <a:lnTo>
                    <a:pt x="894496" y="3775225"/>
                  </a:lnTo>
                  <a:lnTo>
                    <a:pt x="986190" y="3765906"/>
                  </a:lnTo>
                  <a:lnTo>
                    <a:pt x="1077437" y="3755063"/>
                  </a:lnTo>
                  <a:lnTo>
                    <a:pt x="1165333" y="3742709"/>
                  </a:lnTo>
                  <a:lnTo>
                    <a:pt x="1248045" y="3728811"/>
                  </a:lnTo>
                  <a:lnTo>
                    <a:pt x="1324693" y="3713270"/>
                  </a:lnTo>
                  <a:lnTo>
                    <a:pt x="1395130" y="3695915"/>
                  </a:lnTo>
                  <a:lnTo>
                    <a:pt x="1459727" y="3676511"/>
                  </a:lnTo>
                  <a:lnTo>
                    <a:pt x="1519171" y="3654759"/>
                  </a:lnTo>
                  <a:lnTo>
                    <a:pt x="1574328" y="3630319"/>
                  </a:lnTo>
                  <a:lnTo>
                    <a:pt x="1626130" y="3602833"/>
                  </a:lnTo>
                  <a:lnTo>
                    <a:pt x="1675489" y="3571989"/>
                  </a:lnTo>
                  <a:lnTo>
                    <a:pt x="1719082" y="3540762"/>
                  </a:lnTo>
                  <a:lnTo>
                    <a:pt x="1762503" y="3506012"/>
                  </a:lnTo>
                  <a:lnTo>
                    <a:pt x="1805499" y="3468141"/>
                  </a:lnTo>
                  <a:lnTo>
                    <a:pt x="1848435" y="3427094"/>
                  </a:lnTo>
                  <a:lnTo>
                    <a:pt x="1891573" y="3382892"/>
                  </a:lnTo>
                  <a:lnTo>
                    <a:pt x="1935090" y="3335651"/>
                  </a:lnTo>
                  <a:lnTo>
                    <a:pt x="1979086" y="3285578"/>
                  </a:lnTo>
                  <a:lnTo>
                    <a:pt x="2023588" y="3232984"/>
                  </a:lnTo>
                  <a:lnTo>
                    <a:pt x="2068567" y="3178272"/>
                  </a:lnTo>
                  <a:lnTo>
                    <a:pt x="2113936" y="3121933"/>
                  </a:lnTo>
                  <a:lnTo>
                    <a:pt x="2159575" y="3064524"/>
                  </a:lnTo>
                  <a:lnTo>
                    <a:pt x="2205332" y="3006653"/>
                  </a:lnTo>
                  <a:lnTo>
                    <a:pt x="2251047" y="2948945"/>
                  </a:lnTo>
                  <a:lnTo>
                    <a:pt x="2296563" y="2892020"/>
                  </a:lnTo>
                  <a:lnTo>
                    <a:pt x="2341742" y="2836461"/>
                  </a:lnTo>
                  <a:lnTo>
                    <a:pt x="2386480" y="2782795"/>
                  </a:lnTo>
                  <a:lnTo>
                    <a:pt x="2430720" y="2731468"/>
                  </a:lnTo>
                  <a:lnTo>
                    <a:pt x="2474458" y="2682836"/>
                  </a:lnTo>
                  <a:lnTo>
                    <a:pt x="2517761" y="2637156"/>
                  </a:lnTo>
                  <a:lnTo>
                    <a:pt x="2560767" y="2594587"/>
                  </a:lnTo>
                  <a:lnTo>
                    <a:pt x="2603695" y="2555194"/>
                  </a:lnTo>
                  <a:lnTo>
                    <a:pt x="2646860" y="2518959"/>
                  </a:lnTo>
                  <a:lnTo>
                    <a:pt x="2667772" y="2502670"/>
                  </a:lnTo>
                  <a:lnTo>
                    <a:pt x="2715615" y="2468600"/>
                  </a:lnTo>
                  <a:lnTo>
                    <a:pt x="2765154" y="2438060"/>
                  </a:lnTo>
                  <a:lnTo>
                    <a:pt x="2817212" y="2410855"/>
                  </a:lnTo>
                  <a:lnTo>
                    <a:pt x="2872707" y="2386664"/>
                  </a:lnTo>
                  <a:lnTo>
                    <a:pt x="2932571" y="2365132"/>
                  </a:lnTo>
                  <a:lnTo>
                    <a:pt x="2997655" y="2345918"/>
                  </a:lnTo>
                  <a:lnTo>
                    <a:pt x="3068628" y="2328731"/>
                  </a:lnTo>
                  <a:lnTo>
                    <a:pt x="3145821" y="2313339"/>
                  </a:lnTo>
                  <a:lnTo>
                    <a:pt x="3229036" y="2299579"/>
                  </a:lnTo>
                  <a:lnTo>
                    <a:pt x="3317314" y="2287359"/>
                  </a:lnTo>
                  <a:lnTo>
                    <a:pt x="3408731" y="2276648"/>
                  </a:lnTo>
                  <a:lnTo>
                    <a:pt x="3500291" y="2267464"/>
                  </a:lnTo>
                  <a:lnTo>
                    <a:pt x="3588039" y="2259846"/>
                  </a:lnTo>
                  <a:lnTo>
                    <a:pt x="3667503" y="2253813"/>
                  </a:lnTo>
                  <a:lnTo>
                    <a:pt x="3734453" y="2249329"/>
                  </a:lnTo>
                  <a:lnTo>
                    <a:pt x="3785829" y="2246271"/>
                  </a:lnTo>
                  <a:lnTo>
                    <a:pt x="3820525" y="2244425"/>
                  </a:lnTo>
                  <a:lnTo>
                    <a:pt x="3839790" y="2243504"/>
                  </a:lnTo>
                  <a:lnTo>
                    <a:pt x="3847158" y="2243186"/>
                  </a:lnTo>
                  <a:lnTo>
                    <a:pt x="3848118" y="2243148"/>
                  </a:lnTo>
                  <a:lnTo>
                    <a:pt x="4386855" y="2243148"/>
                  </a:lnTo>
                  <a:lnTo>
                    <a:pt x="4388070" y="2243078"/>
                  </a:lnTo>
                  <a:lnTo>
                    <a:pt x="4396006" y="2242581"/>
                  </a:lnTo>
                  <a:lnTo>
                    <a:pt x="4415839" y="2241207"/>
                  </a:lnTo>
                  <a:lnTo>
                    <a:pt x="4450858" y="2238510"/>
                  </a:lnTo>
                  <a:lnTo>
                    <a:pt x="4502163" y="2234094"/>
                  </a:lnTo>
                  <a:lnTo>
                    <a:pt x="4568615" y="2227666"/>
                  </a:lnTo>
                  <a:lnTo>
                    <a:pt x="4647225" y="2219059"/>
                  </a:lnTo>
                  <a:lnTo>
                    <a:pt x="4733907" y="2208222"/>
                  </a:lnTo>
                  <a:lnTo>
                    <a:pt x="4824345" y="2195183"/>
                  </a:lnTo>
                  <a:lnTo>
                    <a:pt x="4914713" y="2179996"/>
                  </a:lnTo>
                  <a:lnTo>
                    <a:pt x="5002094" y="2162687"/>
                  </a:lnTo>
                  <a:lnTo>
                    <a:pt x="5084592" y="2143217"/>
                  </a:lnTo>
                  <a:lnTo>
                    <a:pt x="5161243" y="2121462"/>
                  </a:lnTo>
                  <a:lnTo>
                    <a:pt x="5231815" y="2097203"/>
                  </a:lnTo>
                  <a:lnTo>
                    <a:pt x="5296598" y="2070123"/>
                  </a:lnTo>
                  <a:lnTo>
                    <a:pt x="5356214" y="2039824"/>
                  </a:lnTo>
                  <a:lnTo>
                    <a:pt x="5411475" y="2005840"/>
                  </a:lnTo>
                  <a:lnTo>
                    <a:pt x="5463274" y="1967674"/>
                  </a:lnTo>
                  <a:lnTo>
                    <a:pt x="5512501" y="1924871"/>
                  </a:lnTo>
                  <a:lnTo>
                    <a:pt x="5559969" y="1877124"/>
                  </a:lnTo>
                  <a:lnTo>
                    <a:pt x="5567201" y="1869290"/>
                  </a:lnTo>
                  <a:lnTo>
                    <a:pt x="5605922" y="1824897"/>
                  </a:lnTo>
                  <a:lnTo>
                    <a:pt x="5644271" y="1776946"/>
                  </a:lnTo>
                  <a:lnTo>
                    <a:pt x="5682517" y="1725365"/>
                  </a:lnTo>
                  <a:lnTo>
                    <a:pt x="5720865" y="1670155"/>
                  </a:lnTo>
                  <a:lnTo>
                    <a:pt x="5759462" y="1611395"/>
                  </a:lnTo>
                  <a:lnTo>
                    <a:pt x="5798404" y="1549251"/>
                  </a:lnTo>
                  <a:lnTo>
                    <a:pt x="5837741" y="1483977"/>
                  </a:lnTo>
                  <a:lnTo>
                    <a:pt x="5877479" y="1415917"/>
                  </a:lnTo>
                  <a:lnTo>
                    <a:pt x="5917589" y="1345499"/>
                  </a:lnTo>
                  <a:lnTo>
                    <a:pt x="5958009" y="1273231"/>
                  </a:lnTo>
                  <a:lnTo>
                    <a:pt x="5998653" y="1199679"/>
                  </a:lnTo>
                  <a:lnTo>
                    <a:pt x="6039415" y="1125458"/>
                  </a:lnTo>
                  <a:lnTo>
                    <a:pt x="6080184" y="1051202"/>
                  </a:lnTo>
                  <a:lnTo>
                    <a:pt x="6120845" y="977552"/>
                  </a:lnTo>
                  <a:lnTo>
                    <a:pt x="6161293" y="905122"/>
                  </a:lnTo>
                  <a:lnTo>
                    <a:pt x="6201439" y="834486"/>
                  </a:lnTo>
                  <a:lnTo>
                    <a:pt x="6241218" y="766158"/>
                  </a:lnTo>
                  <a:lnTo>
                    <a:pt x="6280597" y="700575"/>
                  </a:lnTo>
                  <a:lnTo>
                    <a:pt x="6319579" y="638090"/>
                  </a:lnTo>
                  <a:lnTo>
                    <a:pt x="6358209" y="578968"/>
                  </a:lnTo>
                  <a:lnTo>
                    <a:pt x="6396576" y="523382"/>
                  </a:lnTo>
                  <a:lnTo>
                    <a:pt x="6434825" y="471421"/>
                  </a:lnTo>
                  <a:lnTo>
                    <a:pt x="6473151" y="423092"/>
                  </a:lnTo>
                  <a:lnTo>
                    <a:pt x="6511818" y="378333"/>
                  </a:lnTo>
                  <a:lnTo>
                    <a:pt x="6515891" y="373858"/>
                  </a:lnTo>
                  <a:lnTo>
                    <a:pt x="6563150" y="325337"/>
                  </a:lnTo>
                  <a:lnTo>
                    <a:pt x="6612055" y="281782"/>
                  </a:lnTo>
                  <a:lnTo>
                    <a:pt x="6663398" y="242927"/>
                  </a:lnTo>
                  <a:lnTo>
                    <a:pt x="6718064" y="208328"/>
                  </a:lnTo>
                  <a:lnTo>
                    <a:pt x="6776951" y="177491"/>
                  </a:lnTo>
                  <a:lnTo>
                    <a:pt x="6840887" y="149941"/>
                  </a:lnTo>
                  <a:lnTo>
                    <a:pt x="6910534" y="125268"/>
                  </a:lnTo>
                  <a:lnTo>
                    <a:pt x="6986244" y="103142"/>
                  </a:lnTo>
                  <a:lnTo>
                    <a:pt x="7067880" y="83329"/>
                  </a:lnTo>
                  <a:lnTo>
                    <a:pt x="7154603" y="65690"/>
                  </a:lnTo>
                  <a:lnTo>
                    <a:pt x="7244674" y="50175"/>
                  </a:lnTo>
                  <a:lnTo>
                    <a:pt x="7335332" y="36800"/>
                  </a:lnTo>
                  <a:lnTo>
                    <a:pt x="7422872" y="25620"/>
                  </a:lnTo>
                  <a:lnTo>
                    <a:pt x="7503014" y="16668"/>
                  </a:lnTo>
                  <a:lnTo>
                    <a:pt x="7571580" y="9911"/>
                  </a:lnTo>
                  <a:lnTo>
                    <a:pt x="7625357" y="5200"/>
                  </a:lnTo>
                  <a:lnTo>
                    <a:pt x="7662882" y="2260"/>
                  </a:lnTo>
                  <a:lnTo>
                    <a:pt x="7684902" y="710"/>
                  </a:lnTo>
                  <a:lnTo>
                    <a:pt x="7694385" y="107"/>
                  </a:lnTo>
                  <a:lnTo>
                    <a:pt x="7696233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2" name="pl1522"/>
            <p:cNvSpPr/>
            <p:nvPr/>
          </p:nvSpPr>
          <p:spPr>
            <a:xfrm>
              <a:off x="546595" y="1186019"/>
              <a:ext cx="8234974" cy="3800284"/>
            </a:xfrm>
            <a:custGeom>
              <a:avLst/>
              <a:pathLst>
                <a:path w="8234974" h="3800284">
                  <a:moveTo>
                    <a:pt x="8234974" y="0"/>
                  </a:moveTo>
                  <a:lnTo>
                    <a:pt x="7696237" y="0"/>
                  </a:lnTo>
                  <a:lnTo>
                    <a:pt x="7695023" y="69"/>
                  </a:lnTo>
                  <a:lnTo>
                    <a:pt x="7687087" y="566"/>
                  </a:lnTo>
                  <a:lnTo>
                    <a:pt x="7667253" y="1940"/>
                  </a:lnTo>
                  <a:lnTo>
                    <a:pt x="7632234" y="4637"/>
                  </a:lnTo>
                  <a:lnTo>
                    <a:pt x="7580929" y="9053"/>
                  </a:lnTo>
                  <a:lnTo>
                    <a:pt x="7514477" y="15481"/>
                  </a:lnTo>
                  <a:lnTo>
                    <a:pt x="7435867" y="24089"/>
                  </a:lnTo>
                  <a:lnTo>
                    <a:pt x="7349185" y="34925"/>
                  </a:lnTo>
                  <a:lnTo>
                    <a:pt x="7258747" y="47964"/>
                  </a:lnTo>
                  <a:lnTo>
                    <a:pt x="7168379" y="63151"/>
                  </a:lnTo>
                  <a:lnTo>
                    <a:pt x="7080999" y="80460"/>
                  </a:lnTo>
                  <a:lnTo>
                    <a:pt x="6998501" y="99930"/>
                  </a:lnTo>
                  <a:lnTo>
                    <a:pt x="6921850" y="121685"/>
                  </a:lnTo>
                  <a:lnTo>
                    <a:pt x="6851278" y="145944"/>
                  </a:lnTo>
                  <a:lnTo>
                    <a:pt x="6786494" y="173024"/>
                  </a:lnTo>
                  <a:lnTo>
                    <a:pt x="6726878" y="203323"/>
                  </a:lnTo>
                  <a:lnTo>
                    <a:pt x="6671617" y="237307"/>
                  </a:lnTo>
                  <a:lnTo>
                    <a:pt x="6619819" y="275473"/>
                  </a:lnTo>
                  <a:lnTo>
                    <a:pt x="6570592" y="318276"/>
                  </a:lnTo>
                  <a:lnTo>
                    <a:pt x="6523124" y="366023"/>
                  </a:lnTo>
                  <a:lnTo>
                    <a:pt x="6515891" y="373858"/>
                  </a:lnTo>
                  <a:lnTo>
                    <a:pt x="6477171" y="418250"/>
                  </a:lnTo>
                  <a:lnTo>
                    <a:pt x="6438822" y="466202"/>
                  </a:lnTo>
                  <a:lnTo>
                    <a:pt x="6400576" y="517782"/>
                  </a:lnTo>
                  <a:lnTo>
                    <a:pt x="6362228" y="572992"/>
                  </a:lnTo>
                  <a:lnTo>
                    <a:pt x="6323631" y="631752"/>
                  </a:lnTo>
                  <a:lnTo>
                    <a:pt x="6284689" y="693896"/>
                  </a:lnTo>
                  <a:lnTo>
                    <a:pt x="6245352" y="759170"/>
                  </a:lnTo>
                  <a:lnTo>
                    <a:pt x="6205613" y="827230"/>
                  </a:lnTo>
                  <a:lnTo>
                    <a:pt x="6165503" y="897648"/>
                  </a:lnTo>
                  <a:lnTo>
                    <a:pt x="6125083" y="969916"/>
                  </a:lnTo>
                  <a:lnTo>
                    <a:pt x="6084440" y="1043468"/>
                  </a:lnTo>
                  <a:lnTo>
                    <a:pt x="6043677" y="1117689"/>
                  </a:lnTo>
                  <a:lnTo>
                    <a:pt x="6002908" y="1191945"/>
                  </a:lnTo>
                  <a:lnTo>
                    <a:pt x="5962247" y="1265595"/>
                  </a:lnTo>
                  <a:lnTo>
                    <a:pt x="5921799" y="1338025"/>
                  </a:lnTo>
                  <a:lnTo>
                    <a:pt x="5881654" y="1408661"/>
                  </a:lnTo>
                  <a:lnTo>
                    <a:pt x="5841874" y="1476989"/>
                  </a:lnTo>
                  <a:lnTo>
                    <a:pt x="5802495" y="1542572"/>
                  </a:lnTo>
                  <a:lnTo>
                    <a:pt x="5763513" y="1605057"/>
                  </a:lnTo>
                  <a:lnTo>
                    <a:pt x="5724884" y="1664179"/>
                  </a:lnTo>
                  <a:lnTo>
                    <a:pt x="5686516" y="1719765"/>
                  </a:lnTo>
                  <a:lnTo>
                    <a:pt x="5648268" y="1771726"/>
                  </a:lnTo>
                  <a:lnTo>
                    <a:pt x="5609941" y="1820055"/>
                  </a:lnTo>
                  <a:lnTo>
                    <a:pt x="5571274" y="1864814"/>
                  </a:lnTo>
                  <a:lnTo>
                    <a:pt x="5567201" y="1869290"/>
                  </a:lnTo>
                  <a:lnTo>
                    <a:pt x="5519942" y="1917810"/>
                  </a:lnTo>
                  <a:lnTo>
                    <a:pt x="5471037" y="1961365"/>
                  </a:lnTo>
                  <a:lnTo>
                    <a:pt x="5419694" y="2000220"/>
                  </a:lnTo>
                  <a:lnTo>
                    <a:pt x="5365028" y="2034819"/>
                  </a:lnTo>
                  <a:lnTo>
                    <a:pt x="5306142" y="2065656"/>
                  </a:lnTo>
                  <a:lnTo>
                    <a:pt x="5242205" y="2093206"/>
                  </a:lnTo>
                  <a:lnTo>
                    <a:pt x="5172558" y="2117879"/>
                  </a:lnTo>
                  <a:lnTo>
                    <a:pt x="5096848" y="2140005"/>
                  </a:lnTo>
                  <a:lnTo>
                    <a:pt x="5015213" y="2159818"/>
                  </a:lnTo>
                  <a:lnTo>
                    <a:pt x="4928489" y="2177457"/>
                  </a:lnTo>
                  <a:lnTo>
                    <a:pt x="4838418" y="2192973"/>
                  </a:lnTo>
                  <a:lnTo>
                    <a:pt x="4747761" y="2206347"/>
                  </a:lnTo>
                  <a:lnTo>
                    <a:pt x="4660221" y="2217527"/>
                  </a:lnTo>
                  <a:lnTo>
                    <a:pt x="4580079" y="2226479"/>
                  </a:lnTo>
                  <a:lnTo>
                    <a:pt x="4511512" y="2233237"/>
                  </a:lnTo>
                  <a:lnTo>
                    <a:pt x="4457736" y="2237947"/>
                  </a:lnTo>
                  <a:lnTo>
                    <a:pt x="4420211" y="2240887"/>
                  </a:lnTo>
                  <a:lnTo>
                    <a:pt x="4398190" y="2242437"/>
                  </a:lnTo>
                  <a:lnTo>
                    <a:pt x="4388708" y="2243040"/>
                  </a:lnTo>
                  <a:lnTo>
                    <a:pt x="4386860" y="2243147"/>
                  </a:lnTo>
                  <a:lnTo>
                    <a:pt x="4386855" y="2243148"/>
                  </a:lnTo>
                  <a:lnTo>
                    <a:pt x="3848118" y="2243148"/>
                  </a:lnTo>
                  <a:lnTo>
                    <a:pt x="3846860" y="2243198"/>
                  </a:lnTo>
                  <a:lnTo>
                    <a:pt x="3838644" y="2243555"/>
                  </a:lnTo>
                  <a:lnTo>
                    <a:pt x="3818136" y="2244545"/>
                  </a:lnTo>
                  <a:lnTo>
                    <a:pt x="3781994" y="2246487"/>
                  </a:lnTo>
                  <a:lnTo>
                    <a:pt x="3729177" y="2249662"/>
                  </a:lnTo>
                  <a:lnTo>
                    <a:pt x="3660984" y="2254279"/>
                  </a:lnTo>
                  <a:lnTo>
                    <a:pt x="3580616" y="2260450"/>
                  </a:lnTo>
                  <a:lnTo>
                    <a:pt x="3492358" y="2268207"/>
                  </a:lnTo>
                  <a:lnTo>
                    <a:pt x="3400665" y="2277526"/>
                  </a:lnTo>
                  <a:lnTo>
                    <a:pt x="3309418" y="2288369"/>
                  </a:lnTo>
                  <a:lnTo>
                    <a:pt x="3221522" y="2300723"/>
                  </a:lnTo>
                  <a:lnTo>
                    <a:pt x="3138809" y="2314621"/>
                  </a:lnTo>
                  <a:lnTo>
                    <a:pt x="3062162" y="2330162"/>
                  </a:lnTo>
                  <a:lnTo>
                    <a:pt x="2991724" y="2347517"/>
                  </a:lnTo>
                  <a:lnTo>
                    <a:pt x="2927128" y="2366921"/>
                  </a:lnTo>
                  <a:lnTo>
                    <a:pt x="2867683" y="2388673"/>
                  </a:lnTo>
                  <a:lnTo>
                    <a:pt x="2812526" y="2413113"/>
                  </a:lnTo>
                  <a:lnTo>
                    <a:pt x="2760725" y="2440599"/>
                  </a:lnTo>
                  <a:lnTo>
                    <a:pt x="2711366" y="2471443"/>
                  </a:lnTo>
                  <a:lnTo>
                    <a:pt x="2667772" y="2502670"/>
                  </a:lnTo>
                  <a:lnTo>
                    <a:pt x="2624352" y="2537420"/>
                  </a:lnTo>
                  <a:lnTo>
                    <a:pt x="2581355" y="2575290"/>
                  </a:lnTo>
                  <a:lnTo>
                    <a:pt x="2538420" y="2616338"/>
                  </a:lnTo>
                  <a:lnTo>
                    <a:pt x="2495282" y="2660539"/>
                  </a:lnTo>
                  <a:lnTo>
                    <a:pt x="2451764" y="2707781"/>
                  </a:lnTo>
                  <a:lnTo>
                    <a:pt x="2407769" y="2757854"/>
                  </a:lnTo>
                  <a:lnTo>
                    <a:pt x="2363266" y="2810448"/>
                  </a:lnTo>
                  <a:lnTo>
                    <a:pt x="2318288" y="2865160"/>
                  </a:lnTo>
                  <a:lnTo>
                    <a:pt x="2272918" y="2921499"/>
                  </a:lnTo>
                  <a:lnTo>
                    <a:pt x="2227280" y="2978908"/>
                  </a:lnTo>
                  <a:lnTo>
                    <a:pt x="2181523" y="3036779"/>
                  </a:lnTo>
                  <a:lnTo>
                    <a:pt x="2135807" y="3094487"/>
                  </a:lnTo>
                  <a:lnTo>
                    <a:pt x="2090291" y="3151412"/>
                  </a:lnTo>
                  <a:lnTo>
                    <a:pt x="2045112" y="3206971"/>
                  </a:lnTo>
                  <a:lnTo>
                    <a:pt x="2000374" y="3260637"/>
                  </a:lnTo>
                  <a:lnTo>
                    <a:pt x="1956135" y="3311964"/>
                  </a:lnTo>
                  <a:lnTo>
                    <a:pt x="1912396" y="3360596"/>
                  </a:lnTo>
                  <a:lnTo>
                    <a:pt x="1869093" y="3406276"/>
                  </a:lnTo>
                  <a:lnTo>
                    <a:pt x="1826088" y="3448845"/>
                  </a:lnTo>
                  <a:lnTo>
                    <a:pt x="1783159" y="3488237"/>
                  </a:lnTo>
                  <a:lnTo>
                    <a:pt x="1739995" y="3524473"/>
                  </a:lnTo>
                  <a:lnTo>
                    <a:pt x="1719082" y="3540762"/>
                  </a:lnTo>
                  <a:lnTo>
                    <a:pt x="1671239" y="3574832"/>
                  </a:lnTo>
                  <a:lnTo>
                    <a:pt x="1621701" y="3605372"/>
                  </a:lnTo>
                  <a:lnTo>
                    <a:pt x="1569643" y="3632577"/>
                  </a:lnTo>
                  <a:lnTo>
                    <a:pt x="1514147" y="3656768"/>
                  </a:lnTo>
                  <a:lnTo>
                    <a:pt x="1454284" y="3678300"/>
                  </a:lnTo>
                  <a:lnTo>
                    <a:pt x="1389200" y="3697514"/>
                  </a:lnTo>
                  <a:lnTo>
                    <a:pt x="1318227" y="3714701"/>
                  </a:lnTo>
                  <a:lnTo>
                    <a:pt x="1241033" y="3730093"/>
                  </a:lnTo>
                  <a:lnTo>
                    <a:pt x="1157819" y="3743853"/>
                  </a:lnTo>
                  <a:lnTo>
                    <a:pt x="1069541" y="3756073"/>
                  </a:lnTo>
                  <a:lnTo>
                    <a:pt x="978123" y="3766784"/>
                  </a:lnTo>
                  <a:lnTo>
                    <a:pt x="886563" y="3775968"/>
                  </a:lnTo>
                  <a:lnTo>
                    <a:pt x="798816" y="3783586"/>
                  </a:lnTo>
                  <a:lnTo>
                    <a:pt x="719352" y="3789619"/>
                  </a:lnTo>
                  <a:lnTo>
                    <a:pt x="652401" y="3794103"/>
                  </a:lnTo>
                  <a:lnTo>
                    <a:pt x="601026" y="3797161"/>
                  </a:lnTo>
                  <a:lnTo>
                    <a:pt x="566330" y="3799007"/>
                  </a:lnTo>
                  <a:lnTo>
                    <a:pt x="547064" y="3799928"/>
                  </a:lnTo>
                  <a:lnTo>
                    <a:pt x="539697" y="3800246"/>
                  </a:lnTo>
                  <a:lnTo>
                    <a:pt x="538736" y="3800284"/>
                  </a:lnTo>
                  <a:lnTo>
                    <a:pt x="0" y="38002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3" name="pg1523"/>
            <p:cNvSpPr/>
            <p:nvPr/>
          </p:nvSpPr>
          <p:spPr>
            <a:xfrm>
              <a:off x="546595" y="1278576"/>
              <a:ext cx="8234974" cy="3718616"/>
            </a:xfrm>
            <a:custGeom>
              <a:avLst/>
              <a:pathLst>
                <a:path w="8234974" h="3718616">
                  <a:moveTo>
                    <a:pt x="0" y="3718616"/>
                  </a:moveTo>
                  <a:lnTo>
                    <a:pt x="538736" y="3718616"/>
                  </a:lnTo>
                  <a:lnTo>
                    <a:pt x="539995" y="3718566"/>
                  </a:lnTo>
                  <a:lnTo>
                    <a:pt x="548211" y="3718208"/>
                  </a:lnTo>
                  <a:lnTo>
                    <a:pt x="568718" y="3717219"/>
                  </a:lnTo>
                  <a:lnTo>
                    <a:pt x="604861" y="3715277"/>
                  </a:lnTo>
                  <a:lnTo>
                    <a:pt x="657678" y="3712101"/>
                  </a:lnTo>
                  <a:lnTo>
                    <a:pt x="725871" y="3707485"/>
                  </a:lnTo>
                  <a:lnTo>
                    <a:pt x="806239" y="3701314"/>
                  </a:lnTo>
                  <a:lnTo>
                    <a:pt x="894496" y="3693557"/>
                  </a:lnTo>
                  <a:lnTo>
                    <a:pt x="986190" y="3684238"/>
                  </a:lnTo>
                  <a:lnTo>
                    <a:pt x="1077437" y="3673395"/>
                  </a:lnTo>
                  <a:lnTo>
                    <a:pt x="1165333" y="3661041"/>
                  </a:lnTo>
                  <a:lnTo>
                    <a:pt x="1248045" y="3647143"/>
                  </a:lnTo>
                  <a:lnTo>
                    <a:pt x="1324693" y="3631602"/>
                  </a:lnTo>
                  <a:lnTo>
                    <a:pt x="1395130" y="3614247"/>
                  </a:lnTo>
                  <a:lnTo>
                    <a:pt x="1459727" y="3594843"/>
                  </a:lnTo>
                  <a:lnTo>
                    <a:pt x="1519171" y="3573091"/>
                  </a:lnTo>
                  <a:lnTo>
                    <a:pt x="1574328" y="3548651"/>
                  </a:lnTo>
                  <a:lnTo>
                    <a:pt x="1626130" y="3521165"/>
                  </a:lnTo>
                  <a:lnTo>
                    <a:pt x="1675489" y="3490321"/>
                  </a:lnTo>
                  <a:lnTo>
                    <a:pt x="1719082" y="3459094"/>
                  </a:lnTo>
                  <a:lnTo>
                    <a:pt x="1762503" y="3424344"/>
                  </a:lnTo>
                  <a:lnTo>
                    <a:pt x="1805499" y="3386473"/>
                  </a:lnTo>
                  <a:lnTo>
                    <a:pt x="1848435" y="3345426"/>
                  </a:lnTo>
                  <a:lnTo>
                    <a:pt x="1891573" y="3301224"/>
                  </a:lnTo>
                  <a:lnTo>
                    <a:pt x="1935090" y="3253983"/>
                  </a:lnTo>
                  <a:lnTo>
                    <a:pt x="1979086" y="3203910"/>
                  </a:lnTo>
                  <a:lnTo>
                    <a:pt x="2023588" y="3151316"/>
                  </a:lnTo>
                  <a:lnTo>
                    <a:pt x="2068567" y="3096604"/>
                  </a:lnTo>
                  <a:lnTo>
                    <a:pt x="2113936" y="3040265"/>
                  </a:lnTo>
                  <a:lnTo>
                    <a:pt x="2159575" y="2982856"/>
                  </a:lnTo>
                  <a:lnTo>
                    <a:pt x="2205332" y="2924985"/>
                  </a:lnTo>
                  <a:lnTo>
                    <a:pt x="2251047" y="2867277"/>
                  </a:lnTo>
                  <a:lnTo>
                    <a:pt x="2296563" y="2810352"/>
                  </a:lnTo>
                  <a:lnTo>
                    <a:pt x="2341742" y="2754793"/>
                  </a:lnTo>
                  <a:lnTo>
                    <a:pt x="2386480" y="2701127"/>
                  </a:lnTo>
                  <a:lnTo>
                    <a:pt x="2430720" y="2649800"/>
                  </a:lnTo>
                  <a:lnTo>
                    <a:pt x="2474458" y="2601168"/>
                  </a:lnTo>
                  <a:lnTo>
                    <a:pt x="2517761" y="2555488"/>
                  </a:lnTo>
                  <a:lnTo>
                    <a:pt x="2560767" y="2512919"/>
                  </a:lnTo>
                  <a:lnTo>
                    <a:pt x="2603695" y="2473526"/>
                  </a:lnTo>
                  <a:lnTo>
                    <a:pt x="2646860" y="2437291"/>
                  </a:lnTo>
                  <a:lnTo>
                    <a:pt x="2667772" y="2421002"/>
                  </a:lnTo>
                  <a:lnTo>
                    <a:pt x="2715615" y="2386932"/>
                  </a:lnTo>
                  <a:lnTo>
                    <a:pt x="2765154" y="2356392"/>
                  </a:lnTo>
                  <a:lnTo>
                    <a:pt x="2817212" y="2329187"/>
                  </a:lnTo>
                  <a:lnTo>
                    <a:pt x="2872707" y="2304996"/>
                  </a:lnTo>
                  <a:lnTo>
                    <a:pt x="2932571" y="2283463"/>
                  </a:lnTo>
                  <a:lnTo>
                    <a:pt x="2997655" y="2264250"/>
                  </a:lnTo>
                  <a:lnTo>
                    <a:pt x="3068628" y="2247063"/>
                  </a:lnTo>
                  <a:lnTo>
                    <a:pt x="3145821" y="2231671"/>
                  </a:lnTo>
                  <a:lnTo>
                    <a:pt x="3229036" y="2217911"/>
                  </a:lnTo>
                  <a:lnTo>
                    <a:pt x="3317314" y="2205691"/>
                  </a:lnTo>
                  <a:lnTo>
                    <a:pt x="3408731" y="2194980"/>
                  </a:lnTo>
                  <a:lnTo>
                    <a:pt x="3500291" y="2185796"/>
                  </a:lnTo>
                  <a:lnTo>
                    <a:pt x="3588039" y="2178178"/>
                  </a:lnTo>
                  <a:lnTo>
                    <a:pt x="3667503" y="2172145"/>
                  </a:lnTo>
                  <a:lnTo>
                    <a:pt x="3734453" y="2167661"/>
                  </a:lnTo>
                  <a:lnTo>
                    <a:pt x="3785829" y="2164603"/>
                  </a:lnTo>
                  <a:lnTo>
                    <a:pt x="3820525" y="2162757"/>
                  </a:lnTo>
                  <a:lnTo>
                    <a:pt x="3839790" y="2161836"/>
                  </a:lnTo>
                  <a:lnTo>
                    <a:pt x="3847158" y="2161518"/>
                  </a:lnTo>
                  <a:lnTo>
                    <a:pt x="3848118" y="2161480"/>
                  </a:lnTo>
                  <a:lnTo>
                    <a:pt x="4386855" y="2161480"/>
                  </a:lnTo>
                  <a:lnTo>
                    <a:pt x="4388076" y="2161412"/>
                  </a:lnTo>
                  <a:lnTo>
                    <a:pt x="4396052" y="2160932"/>
                  </a:lnTo>
                  <a:lnTo>
                    <a:pt x="4415981" y="2159605"/>
                  </a:lnTo>
                  <a:lnTo>
                    <a:pt x="4451160" y="2156998"/>
                  </a:lnTo>
                  <a:lnTo>
                    <a:pt x="4502680" y="2152732"/>
                  </a:lnTo>
                  <a:lnTo>
                    <a:pt x="4569381" y="2146524"/>
                  </a:lnTo>
                  <a:lnTo>
                    <a:pt x="4648244" y="2138212"/>
                  </a:lnTo>
                  <a:lnTo>
                    <a:pt x="4735153" y="2127750"/>
                  </a:lnTo>
                  <a:lnTo>
                    <a:pt x="4825773" y="2115165"/>
                  </a:lnTo>
                  <a:lnTo>
                    <a:pt x="4916269" y="2100508"/>
                  </a:lnTo>
                  <a:lnTo>
                    <a:pt x="5003726" y="2083804"/>
                  </a:lnTo>
                  <a:lnTo>
                    <a:pt x="5086257" y="2065016"/>
                  </a:lnTo>
                  <a:lnTo>
                    <a:pt x="5162909" y="2044019"/>
                  </a:lnTo>
                  <a:lnTo>
                    <a:pt x="5233463" y="2020601"/>
                  </a:lnTo>
                  <a:lnTo>
                    <a:pt x="5298220" y="1994454"/>
                  </a:lnTo>
                  <a:lnTo>
                    <a:pt x="5357811" y="1965191"/>
                  </a:lnTo>
                  <a:lnTo>
                    <a:pt x="5413056" y="1932360"/>
                  </a:lnTo>
                  <a:lnTo>
                    <a:pt x="5464853" y="1895483"/>
                  </a:lnTo>
                  <a:lnTo>
                    <a:pt x="5514097" y="1854120"/>
                  </a:lnTo>
                  <a:lnTo>
                    <a:pt x="5561601" y="1807983"/>
                  </a:lnTo>
                  <a:lnTo>
                    <a:pt x="5567201" y="1802140"/>
                  </a:lnTo>
                  <a:lnTo>
                    <a:pt x="5606463" y="1758848"/>
                  </a:lnTo>
                  <a:lnTo>
                    <a:pt x="5645346" y="1712036"/>
                  </a:lnTo>
                  <a:lnTo>
                    <a:pt x="5684131" y="1661637"/>
                  </a:lnTo>
                  <a:lnTo>
                    <a:pt x="5723027" y="1607653"/>
                  </a:lnTo>
                  <a:lnTo>
                    <a:pt x="5762187" y="1550167"/>
                  </a:lnTo>
                  <a:lnTo>
                    <a:pt x="5801706" y="1489351"/>
                  </a:lnTo>
                  <a:lnTo>
                    <a:pt x="5841633" y="1425467"/>
                  </a:lnTo>
                  <a:lnTo>
                    <a:pt x="5881972" y="1358867"/>
                  </a:lnTo>
                  <a:lnTo>
                    <a:pt x="5922687" y="1289991"/>
                  </a:lnTo>
                  <a:lnTo>
                    <a:pt x="5963711" y="1219353"/>
                  </a:lnTo>
                  <a:lnTo>
                    <a:pt x="6004951" y="1147530"/>
                  </a:lnTo>
                  <a:lnTo>
                    <a:pt x="6046295" y="1075141"/>
                  </a:lnTo>
                  <a:lnTo>
                    <a:pt x="6087626" y="1002826"/>
                  </a:lnTo>
                  <a:lnTo>
                    <a:pt x="6128825" y="931222"/>
                  </a:lnTo>
                  <a:lnTo>
                    <a:pt x="6169786" y="860939"/>
                  </a:lnTo>
                  <a:lnTo>
                    <a:pt x="6210419" y="792543"/>
                  </a:lnTo>
                  <a:lnTo>
                    <a:pt x="6250665" y="726531"/>
                  </a:lnTo>
                  <a:lnTo>
                    <a:pt x="6290497" y="663323"/>
                  </a:lnTo>
                  <a:lnTo>
                    <a:pt x="6329928" y="603253"/>
                  </a:lnTo>
                  <a:lnTo>
                    <a:pt x="6369017" y="546559"/>
                  </a:lnTo>
                  <a:lnTo>
                    <a:pt x="6407872" y="493394"/>
                  </a:lnTo>
                  <a:lnTo>
                    <a:pt x="6446658" y="443821"/>
                  </a:lnTo>
                  <a:lnTo>
                    <a:pt x="6485601" y="397826"/>
                  </a:lnTo>
                  <a:lnTo>
                    <a:pt x="6515891" y="364783"/>
                  </a:lnTo>
                  <a:lnTo>
                    <a:pt x="6563234" y="318070"/>
                  </a:lnTo>
                  <a:lnTo>
                    <a:pt x="6612229" y="276146"/>
                  </a:lnTo>
                  <a:lnTo>
                    <a:pt x="6663675" y="238754"/>
                  </a:lnTo>
                  <a:lnTo>
                    <a:pt x="6718459" y="205464"/>
                  </a:lnTo>
                  <a:lnTo>
                    <a:pt x="6777485" y="175798"/>
                  </a:lnTo>
                  <a:lnTo>
                    <a:pt x="6841585" y="149301"/>
                  </a:lnTo>
                  <a:lnTo>
                    <a:pt x="6911422" y="125574"/>
                  </a:lnTo>
                  <a:lnTo>
                    <a:pt x="6987343" y="104301"/>
                  </a:lnTo>
                  <a:lnTo>
                    <a:pt x="7069205" y="85256"/>
                  </a:lnTo>
                  <a:lnTo>
                    <a:pt x="7156152" y="68306"/>
                  </a:lnTo>
                  <a:lnTo>
                    <a:pt x="7246418" y="53404"/>
                  </a:lnTo>
                  <a:lnTo>
                    <a:pt x="7337210" y="40569"/>
                  </a:lnTo>
                  <a:lnTo>
                    <a:pt x="7424787" y="29850"/>
                  </a:lnTo>
                  <a:lnTo>
                    <a:pt x="7504841" y="21282"/>
                  </a:lnTo>
                  <a:lnTo>
                    <a:pt x="7573186" y="14828"/>
                  </a:lnTo>
                  <a:lnTo>
                    <a:pt x="7626626" y="10342"/>
                  </a:lnTo>
                  <a:lnTo>
                    <a:pt x="7663748" y="7555"/>
                  </a:lnTo>
                  <a:lnTo>
                    <a:pt x="7685369" y="6097"/>
                  </a:lnTo>
                  <a:lnTo>
                    <a:pt x="7694536" y="553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7" y="67"/>
                  </a:lnTo>
                  <a:lnTo>
                    <a:pt x="7687041" y="547"/>
                  </a:lnTo>
                  <a:lnTo>
                    <a:pt x="7667112" y="1874"/>
                  </a:lnTo>
                  <a:lnTo>
                    <a:pt x="7631933" y="4481"/>
                  </a:lnTo>
                  <a:lnTo>
                    <a:pt x="7580412" y="8747"/>
                  </a:lnTo>
                  <a:lnTo>
                    <a:pt x="7513711" y="14955"/>
                  </a:lnTo>
                  <a:lnTo>
                    <a:pt x="7434849" y="23267"/>
                  </a:lnTo>
                  <a:lnTo>
                    <a:pt x="7347940" y="33730"/>
                  </a:lnTo>
                  <a:lnTo>
                    <a:pt x="7257320" y="46314"/>
                  </a:lnTo>
                  <a:lnTo>
                    <a:pt x="7166823" y="60971"/>
                  </a:lnTo>
                  <a:lnTo>
                    <a:pt x="7079366" y="77675"/>
                  </a:lnTo>
                  <a:lnTo>
                    <a:pt x="6996835" y="96464"/>
                  </a:lnTo>
                  <a:lnTo>
                    <a:pt x="6920183" y="117460"/>
                  </a:lnTo>
                  <a:lnTo>
                    <a:pt x="6849629" y="140878"/>
                  </a:lnTo>
                  <a:lnTo>
                    <a:pt x="6784873" y="167025"/>
                  </a:lnTo>
                  <a:lnTo>
                    <a:pt x="6725281" y="196288"/>
                  </a:lnTo>
                  <a:lnTo>
                    <a:pt x="6670037" y="229119"/>
                  </a:lnTo>
                  <a:lnTo>
                    <a:pt x="6618239" y="265996"/>
                  </a:lnTo>
                  <a:lnTo>
                    <a:pt x="6568995" y="307359"/>
                  </a:lnTo>
                  <a:lnTo>
                    <a:pt x="6521491" y="353496"/>
                  </a:lnTo>
                  <a:lnTo>
                    <a:pt x="6515891" y="359339"/>
                  </a:lnTo>
                  <a:lnTo>
                    <a:pt x="6476630" y="402631"/>
                  </a:lnTo>
                  <a:lnTo>
                    <a:pt x="6437746" y="449443"/>
                  </a:lnTo>
                  <a:lnTo>
                    <a:pt x="6398962" y="499842"/>
                  </a:lnTo>
                  <a:lnTo>
                    <a:pt x="6360065" y="553826"/>
                  </a:lnTo>
                  <a:lnTo>
                    <a:pt x="6320906" y="611312"/>
                  </a:lnTo>
                  <a:lnTo>
                    <a:pt x="6281386" y="672128"/>
                  </a:lnTo>
                  <a:lnTo>
                    <a:pt x="6241459" y="736012"/>
                  </a:lnTo>
                  <a:lnTo>
                    <a:pt x="6201120" y="802612"/>
                  </a:lnTo>
                  <a:lnTo>
                    <a:pt x="6160405" y="871488"/>
                  </a:lnTo>
                  <a:lnTo>
                    <a:pt x="6119381" y="942126"/>
                  </a:lnTo>
                  <a:lnTo>
                    <a:pt x="6078142" y="1013949"/>
                  </a:lnTo>
                  <a:lnTo>
                    <a:pt x="6036797" y="1086338"/>
                  </a:lnTo>
                  <a:lnTo>
                    <a:pt x="5995467" y="1158653"/>
                  </a:lnTo>
                  <a:lnTo>
                    <a:pt x="5954267" y="1230257"/>
                  </a:lnTo>
                  <a:lnTo>
                    <a:pt x="5913307" y="1300540"/>
                  </a:lnTo>
                  <a:lnTo>
                    <a:pt x="5872673" y="1368936"/>
                  </a:lnTo>
                  <a:lnTo>
                    <a:pt x="5832427" y="1434948"/>
                  </a:lnTo>
                  <a:lnTo>
                    <a:pt x="5792595" y="1498156"/>
                  </a:lnTo>
                  <a:lnTo>
                    <a:pt x="5753165" y="1558226"/>
                  </a:lnTo>
                  <a:lnTo>
                    <a:pt x="5714076" y="1614920"/>
                  </a:lnTo>
                  <a:lnTo>
                    <a:pt x="5675221" y="1668085"/>
                  </a:lnTo>
                  <a:lnTo>
                    <a:pt x="5636434" y="1717658"/>
                  </a:lnTo>
                  <a:lnTo>
                    <a:pt x="5597491" y="1763653"/>
                  </a:lnTo>
                  <a:lnTo>
                    <a:pt x="5567201" y="1796696"/>
                  </a:lnTo>
                  <a:lnTo>
                    <a:pt x="5519859" y="1843409"/>
                  </a:lnTo>
                  <a:lnTo>
                    <a:pt x="5470863" y="1885333"/>
                  </a:lnTo>
                  <a:lnTo>
                    <a:pt x="5419418" y="1922726"/>
                  </a:lnTo>
                  <a:lnTo>
                    <a:pt x="5364633" y="1956015"/>
                  </a:lnTo>
                  <a:lnTo>
                    <a:pt x="5305607" y="1985681"/>
                  </a:lnTo>
                  <a:lnTo>
                    <a:pt x="5241507" y="2012178"/>
                  </a:lnTo>
                  <a:lnTo>
                    <a:pt x="5171671" y="2035905"/>
                  </a:lnTo>
                  <a:lnTo>
                    <a:pt x="5095749" y="2057178"/>
                  </a:lnTo>
                  <a:lnTo>
                    <a:pt x="5013888" y="2076223"/>
                  </a:lnTo>
                  <a:lnTo>
                    <a:pt x="4926941" y="2093173"/>
                  </a:lnTo>
                  <a:lnTo>
                    <a:pt x="4836675" y="2108075"/>
                  </a:lnTo>
                  <a:lnTo>
                    <a:pt x="4745883" y="2120910"/>
                  </a:lnTo>
                  <a:lnTo>
                    <a:pt x="4658306" y="2131629"/>
                  </a:lnTo>
                  <a:lnTo>
                    <a:pt x="4578251" y="2140197"/>
                  </a:lnTo>
                  <a:lnTo>
                    <a:pt x="4509906" y="2146651"/>
                  </a:lnTo>
                  <a:lnTo>
                    <a:pt x="4456467" y="2151137"/>
                  </a:lnTo>
                  <a:lnTo>
                    <a:pt x="4419344" y="2153924"/>
                  </a:lnTo>
                  <a:lnTo>
                    <a:pt x="4397723" y="2155382"/>
                  </a:lnTo>
                  <a:lnTo>
                    <a:pt x="4388556" y="2155940"/>
                  </a:lnTo>
                  <a:lnTo>
                    <a:pt x="4386855" y="2156035"/>
                  </a:lnTo>
                  <a:lnTo>
                    <a:pt x="3848118" y="2156035"/>
                  </a:lnTo>
                  <a:lnTo>
                    <a:pt x="3846860" y="2156085"/>
                  </a:lnTo>
                  <a:lnTo>
                    <a:pt x="3838644" y="2156443"/>
                  </a:lnTo>
                  <a:lnTo>
                    <a:pt x="3818136" y="2157432"/>
                  </a:lnTo>
                  <a:lnTo>
                    <a:pt x="3781994" y="2159374"/>
                  </a:lnTo>
                  <a:lnTo>
                    <a:pt x="3729177" y="2162550"/>
                  </a:lnTo>
                  <a:lnTo>
                    <a:pt x="3660984" y="2167166"/>
                  </a:lnTo>
                  <a:lnTo>
                    <a:pt x="3580616" y="2173338"/>
                  </a:lnTo>
                  <a:lnTo>
                    <a:pt x="3492358" y="2181094"/>
                  </a:lnTo>
                  <a:lnTo>
                    <a:pt x="3400665" y="2190413"/>
                  </a:lnTo>
                  <a:lnTo>
                    <a:pt x="3309418" y="2201257"/>
                  </a:lnTo>
                  <a:lnTo>
                    <a:pt x="3221522" y="2213610"/>
                  </a:lnTo>
                  <a:lnTo>
                    <a:pt x="3138809" y="2227508"/>
                  </a:lnTo>
                  <a:lnTo>
                    <a:pt x="3062162" y="2243050"/>
                  </a:lnTo>
                  <a:lnTo>
                    <a:pt x="2991724" y="2260404"/>
                  </a:lnTo>
                  <a:lnTo>
                    <a:pt x="2927128" y="2279808"/>
                  </a:lnTo>
                  <a:lnTo>
                    <a:pt x="2867683" y="2301560"/>
                  </a:lnTo>
                  <a:lnTo>
                    <a:pt x="2812526" y="2326001"/>
                  </a:lnTo>
                  <a:lnTo>
                    <a:pt x="2760725" y="2353486"/>
                  </a:lnTo>
                  <a:lnTo>
                    <a:pt x="2711366" y="2384331"/>
                  </a:lnTo>
                  <a:lnTo>
                    <a:pt x="2667772" y="2415558"/>
                  </a:lnTo>
                  <a:lnTo>
                    <a:pt x="2624352" y="2450308"/>
                  </a:lnTo>
                  <a:lnTo>
                    <a:pt x="2581355" y="2488178"/>
                  </a:lnTo>
                  <a:lnTo>
                    <a:pt x="2538420" y="2529226"/>
                  </a:lnTo>
                  <a:lnTo>
                    <a:pt x="2495282" y="2573427"/>
                  </a:lnTo>
                  <a:lnTo>
                    <a:pt x="2451764" y="2620669"/>
                  </a:lnTo>
                  <a:lnTo>
                    <a:pt x="2407769" y="2670741"/>
                  </a:lnTo>
                  <a:lnTo>
                    <a:pt x="2363266" y="2723336"/>
                  </a:lnTo>
                  <a:lnTo>
                    <a:pt x="2318288" y="2778047"/>
                  </a:lnTo>
                  <a:lnTo>
                    <a:pt x="2272918" y="2834387"/>
                  </a:lnTo>
                  <a:lnTo>
                    <a:pt x="2227280" y="2891795"/>
                  </a:lnTo>
                  <a:lnTo>
                    <a:pt x="2181523" y="2949666"/>
                  </a:lnTo>
                  <a:lnTo>
                    <a:pt x="2135807" y="3007374"/>
                  </a:lnTo>
                  <a:lnTo>
                    <a:pt x="2090291" y="3064300"/>
                  </a:lnTo>
                  <a:lnTo>
                    <a:pt x="2045112" y="3119858"/>
                  </a:lnTo>
                  <a:lnTo>
                    <a:pt x="2000374" y="3173524"/>
                  </a:lnTo>
                  <a:lnTo>
                    <a:pt x="1956135" y="3224851"/>
                  </a:lnTo>
                  <a:lnTo>
                    <a:pt x="1912396" y="3273484"/>
                  </a:lnTo>
                  <a:lnTo>
                    <a:pt x="1869093" y="3319164"/>
                  </a:lnTo>
                  <a:lnTo>
                    <a:pt x="1826088" y="3361733"/>
                  </a:lnTo>
                  <a:lnTo>
                    <a:pt x="1783159" y="3401125"/>
                  </a:lnTo>
                  <a:lnTo>
                    <a:pt x="1739995" y="3437360"/>
                  </a:lnTo>
                  <a:lnTo>
                    <a:pt x="1719082" y="3453649"/>
                  </a:lnTo>
                  <a:lnTo>
                    <a:pt x="1671239" y="3487719"/>
                  </a:lnTo>
                  <a:lnTo>
                    <a:pt x="1621701" y="3518259"/>
                  </a:lnTo>
                  <a:lnTo>
                    <a:pt x="1569643" y="3545464"/>
                  </a:lnTo>
                  <a:lnTo>
                    <a:pt x="1514147" y="3569655"/>
                  </a:lnTo>
                  <a:lnTo>
                    <a:pt x="1454284" y="3591188"/>
                  </a:lnTo>
                  <a:lnTo>
                    <a:pt x="1389200" y="3610401"/>
                  </a:lnTo>
                  <a:lnTo>
                    <a:pt x="1318227" y="3627588"/>
                  </a:lnTo>
                  <a:lnTo>
                    <a:pt x="1241033" y="3642980"/>
                  </a:lnTo>
                  <a:lnTo>
                    <a:pt x="1157819" y="3656740"/>
                  </a:lnTo>
                  <a:lnTo>
                    <a:pt x="1069541" y="3668961"/>
                  </a:lnTo>
                  <a:lnTo>
                    <a:pt x="978123" y="3679671"/>
                  </a:lnTo>
                  <a:lnTo>
                    <a:pt x="886563" y="3688855"/>
                  </a:lnTo>
                  <a:lnTo>
                    <a:pt x="798816" y="3696473"/>
                  </a:lnTo>
                  <a:lnTo>
                    <a:pt x="719352" y="3702506"/>
                  </a:lnTo>
                  <a:lnTo>
                    <a:pt x="652401" y="3706990"/>
                  </a:lnTo>
                  <a:lnTo>
                    <a:pt x="601026" y="3710048"/>
                  </a:lnTo>
                  <a:lnTo>
                    <a:pt x="566330" y="3711895"/>
                  </a:lnTo>
                  <a:lnTo>
                    <a:pt x="547064" y="3712816"/>
                  </a:lnTo>
                  <a:lnTo>
                    <a:pt x="539697" y="3713134"/>
                  </a:lnTo>
                  <a:lnTo>
                    <a:pt x="538736" y="3713172"/>
                  </a:lnTo>
                  <a:lnTo>
                    <a:pt x="0" y="3713172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24" name="pl1524"/>
            <p:cNvSpPr/>
            <p:nvPr/>
          </p:nvSpPr>
          <p:spPr>
            <a:xfrm>
              <a:off x="546595" y="1284021"/>
              <a:ext cx="8234974" cy="3713172"/>
            </a:xfrm>
            <a:custGeom>
              <a:avLst/>
              <a:pathLst>
                <a:path w="8234974" h="3713172">
                  <a:moveTo>
                    <a:pt x="0" y="3713172"/>
                  </a:moveTo>
                  <a:lnTo>
                    <a:pt x="538736" y="3713172"/>
                  </a:lnTo>
                  <a:lnTo>
                    <a:pt x="539995" y="3713122"/>
                  </a:lnTo>
                  <a:lnTo>
                    <a:pt x="548211" y="3712764"/>
                  </a:lnTo>
                  <a:lnTo>
                    <a:pt x="568718" y="3711774"/>
                  </a:lnTo>
                  <a:lnTo>
                    <a:pt x="604861" y="3709833"/>
                  </a:lnTo>
                  <a:lnTo>
                    <a:pt x="657678" y="3706657"/>
                  </a:lnTo>
                  <a:lnTo>
                    <a:pt x="725871" y="3702041"/>
                  </a:lnTo>
                  <a:lnTo>
                    <a:pt x="806239" y="3695869"/>
                  </a:lnTo>
                  <a:lnTo>
                    <a:pt x="894496" y="3688112"/>
                  </a:lnTo>
                  <a:lnTo>
                    <a:pt x="986190" y="3678793"/>
                  </a:lnTo>
                  <a:lnTo>
                    <a:pt x="1077437" y="3667950"/>
                  </a:lnTo>
                  <a:lnTo>
                    <a:pt x="1165333" y="3655597"/>
                  </a:lnTo>
                  <a:lnTo>
                    <a:pt x="1248045" y="3641699"/>
                  </a:lnTo>
                  <a:lnTo>
                    <a:pt x="1324693" y="3626157"/>
                  </a:lnTo>
                  <a:lnTo>
                    <a:pt x="1395130" y="3608803"/>
                  </a:lnTo>
                  <a:lnTo>
                    <a:pt x="1459727" y="3589398"/>
                  </a:lnTo>
                  <a:lnTo>
                    <a:pt x="1519171" y="3567647"/>
                  </a:lnTo>
                  <a:lnTo>
                    <a:pt x="1574328" y="3543206"/>
                  </a:lnTo>
                  <a:lnTo>
                    <a:pt x="1626130" y="3515721"/>
                  </a:lnTo>
                  <a:lnTo>
                    <a:pt x="1675489" y="3484876"/>
                  </a:lnTo>
                  <a:lnTo>
                    <a:pt x="1719082" y="3453649"/>
                  </a:lnTo>
                  <a:lnTo>
                    <a:pt x="1762503" y="3418899"/>
                  </a:lnTo>
                  <a:lnTo>
                    <a:pt x="1805499" y="3381029"/>
                  </a:lnTo>
                  <a:lnTo>
                    <a:pt x="1848435" y="3339981"/>
                  </a:lnTo>
                  <a:lnTo>
                    <a:pt x="1891573" y="3295780"/>
                  </a:lnTo>
                  <a:lnTo>
                    <a:pt x="1935090" y="3248538"/>
                  </a:lnTo>
                  <a:lnTo>
                    <a:pt x="1979086" y="3198466"/>
                  </a:lnTo>
                  <a:lnTo>
                    <a:pt x="2023588" y="3145871"/>
                  </a:lnTo>
                  <a:lnTo>
                    <a:pt x="2068567" y="3091160"/>
                  </a:lnTo>
                  <a:lnTo>
                    <a:pt x="2113936" y="3034820"/>
                  </a:lnTo>
                  <a:lnTo>
                    <a:pt x="2159575" y="2977412"/>
                  </a:lnTo>
                  <a:lnTo>
                    <a:pt x="2205332" y="2919541"/>
                  </a:lnTo>
                  <a:lnTo>
                    <a:pt x="2251047" y="2861833"/>
                  </a:lnTo>
                  <a:lnTo>
                    <a:pt x="2296563" y="2804907"/>
                  </a:lnTo>
                  <a:lnTo>
                    <a:pt x="2341742" y="2749349"/>
                  </a:lnTo>
                  <a:lnTo>
                    <a:pt x="2386480" y="2695682"/>
                  </a:lnTo>
                  <a:lnTo>
                    <a:pt x="2430720" y="2644356"/>
                  </a:lnTo>
                  <a:lnTo>
                    <a:pt x="2474458" y="2595723"/>
                  </a:lnTo>
                  <a:lnTo>
                    <a:pt x="2517761" y="2550043"/>
                  </a:lnTo>
                  <a:lnTo>
                    <a:pt x="2560767" y="2507474"/>
                  </a:lnTo>
                  <a:lnTo>
                    <a:pt x="2603695" y="2468082"/>
                  </a:lnTo>
                  <a:lnTo>
                    <a:pt x="2646860" y="2431847"/>
                  </a:lnTo>
                  <a:lnTo>
                    <a:pt x="2667772" y="2415558"/>
                  </a:lnTo>
                  <a:lnTo>
                    <a:pt x="2715615" y="2381488"/>
                  </a:lnTo>
                  <a:lnTo>
                    <a:pt x="2765154" y="2350947"/>
                  </a:lnTo>
                  <a:lnTo>
                    <a:pt x="2817212" y="2323742"/>
                  </a:lnTo>
                  <a:lnTo>
                    <a:pt x="2872707" y="2299552"/>
                  </a:lnTo>
                  <a:lnTo>
                    <a:pt x="2932571" y="2278019"/>
                  </a:lnTo>
                  <a:lnTo>
                    <a:pt x="2997655" y="2258805"/>
                  </a:lnTo>
                  <a:lnTo>
                    <a:pt x="3068628" y="2241618"/>
                  </a:lnTo>
                  <a:lnTo>
                    <a:pt x="3145821" y="2226226"/>
                  </a:lnTo>
                  <a:lnTo>
                    <a:pt x="3229036" y="2212467"/>
                  </a:lnTo>
                  <a:lnTo>
                    <a:pt x="3317314" y="2200246"/>
                  </a:lnTo>
                  <a:lnTo>
                    <a:pt x="3408731" y="2189535"/>
                  </a:lnTo>
                  <a:lnTo>
                    <a:pt x="3500291" y="2180352"/>
                  </a:lnTo>
                  <a:lnTo>
                    <a:pt x="3588039" y="2172733"/>
                  </a:lnTo>
                  <a:lnTo>
                    <a:pt x="3667503" y="2166701"/>
                  </a:lnTo>
                  <a:lnTo>
                    <a:pt x="3734453" y="2162216"/>
                  </a:lnTo>
                  <a:lnTo>
                    <a:pt x="3785829" y="2159158"/>
                  </a:lnTo>
                  <a:lnTo>
                    <a:pt x="3820525" y="2157312"/>
                  </a:lnTo>
                  <a:lnTo>
                    <a:pt x="3839790" y="2156391"/>
                  </a:lnTo>
                  <a:lnTo>
                    <a:pt x="3847158" y="2156073"/>
                  </a:lnTo>
                  <a:lnTo>
                    <a:pt x="3848118" y="2156035"/>
                  </a:lnTo>
                  <a:lnTo>
                    <a:pt x="4386855" y="2156035"/>
                  </a:lnTo>
                  <a:lnTo>
                    <a:pt x="4388076" y="2155968"/>
                  </a:lnTo>
                  <a:lnTo>
                    <a:pt x="4396052" y="2155488"/>
                  </a:lnTo>
                  <a:lnTo>
                    <a:pt x="4415981" y="2154160"/>
                  </a:lnTo>
                  <a:lnTo>
                    <a:pt x="4451160" y="2151554"/>
                  </a:lnTo>
                  <a:lnTo>
                    <a:pt x="4502680" y="2147288"/>
                  </a:lnTo>
                  <a:lnTo>
                    <a:pt x="4569381" y="2141079"/>
                  </a:lnTo>
                  <a:lnTo>
                    <a:pt x="4648244" y="2132767"/>
                  </a:lnTo>
                  <a:lnTo>
                    <a:pt x="4735153" y="2122305"/>
                  </a:lnTo>
                  <a:lnTo>
                    <a:pt x="4825773" y="2109720"/>
                  </a:lnTo>
                  <a:lnTo>
                    <a:pt x="4916269" y="2095064"/>
                  </a:lnTo>
                  <a:lnTo>
                    <a:pt x="5003726" y="2078360"/>
                  </a:lnTo>
                  <a:lnTo>
                    <a:pt x="5086257" y="2059571"/>
                  </a:lnTo>
                  <a:lnTo>
                    <a:pt x="5162909" y="2038575"/>
                  </a:lnTo>
                  <a:lnTo>
                    <a:pt x="5233463" y="2015156"/>
                  </a:lnTo>
                  <a:lnTo>
                    <a:pt x="5298220" y="1989010"/>
                  </a:lnTo>
                  <a:lnTo>
                    <a:pt x="5357811" y="1959747"/>
                  </a:lnTo>
                  <a:lnTo>
                    <a:pt x="5413056" y="1926916"/>
                  </a:lnTo>
                  <a:lnTo>
                    <a:pt x="5464853" y="1890039"/>
                  </a:lnTo>
                  <a:lnTo>
                    <a:pt x="5514097" y="1848675"/>
                  </a:lnTo>
                  <a:lnTo>
                    <a:pt x="5561601" y="1802539"/>
                  </a:lnTo>
                  <a:lnTo>
                    <a:pt x="5567201" y="1796696"/>
                  </a:lnTo>
                  <a:lnTo>
                    <a:pt x="5606463" y="1753403"/>
                  </a:lnTo>
                  <a:lnTo>
                    <a:pt x="5645346" y="1706592"/>
                  </a:lnTo>
                  <a:lnTo>
                    <a:pt x="5684131" y="1656193"/>
                  </a:lnTo>
                  <a:lnTo>
                    <a:pt x="5723027" y="1602208"/>
                  </a:lnTo>
                  <a:lnTo>
                    <a:pt x="5762187" y="1544723"/>
                  </a:lnTo>
                  <a:lnTo>
                    <a:pt x="5801706" y="1483907"/>
                  </a:lnTo>
                  <a:lnTo>
                    <a:pt x="5841633" y="1420023"/>
                  </a:lnTo>
                  <a:lnTo>
                    <a:pt x="5881972" y="1353423"/>
                  </a:lnTo>
                  <a:lnTo>
                    <a:pt x="5922687" y="1284547"/>
                  </a:lnTo>
                  <a:lnTo>
                    <a:pt x="5963711" y="1213909"/>
                  </a:lnTo>
                  <a:lnTo>
                    <a:pt x="6004951" y="1142086"/>
                  </a:lnTo>
                  <a:lnTo>
                    <a:pt x="6046295" y="1069697"/>
                  </a:lnTo>
                  <a:lnTo>
                    <a:pt x="6087626" y="997382"/>
                  </a:lnTo>
                  <a:lnTo>
                    <a:pt x="6128825" y="925777"/>
                  </a:lnTo>
                  <a:lnTo>
                    <a:pt x="6169786" y="855495"/>
                  </a:lnTo>
                  <a:lnTo>
                    <a:pt x="6210419" y="787098"/>
                  </a:lnTo>
                  <a:lnTo>
                    <a:pt x="6250665" y="721086"/>
                  </a:lnTo>
                  <a:lnTo>
                    <a:pt x="6290497" y="657879"/>
                  </a:lnTo>
                  <a:lnTo>
                    <a:pt x="6329928" y="597808"/>
                  </a:lnTo>
                  <a:lnTo>
                    <a:pt x="6369017" y="541115"/>
                  </a:lnTo>
                  <a:lnTo>
                    <a:pt x="6407872" y="487949"/>
                  </a:lnTo>
                  <a:lnTo>
                    <a:pt x="6446658" y="438376"/>
                  </a:lnTo>
                  <a:lnTo>
                    <a:pt x="6485601" y="392382"/>
                  </a:lnTo>
                  <a:lnTo>
                    <a:pt x="6515891" y="359339"/>
                  </a:lnTo>
                  <a:lnTo>
                    <a:pt x="6563234" y="312625"/>
                  </a:lnTo>
                  <a:lnTo>
                    <a:pt x="6612229" y="270702"/>
                  </a:lnTo>
                  <a:lnTo>
                    <a:pt x="6663675" y="233309"/>
                  </a:lnTo>
                  <a:lnTo>
                    <a:pt x="6718459" y="200019"/>
                  </a:lnTo>
                  <a:lnTo>
                    <a:pt x="6777485" y="170354"/>
                  </a:lnTo>
                  <a:lnTo>
                    <a:pt x="6841585" y="143856"/>
                  </a:lnTo>
                  <a:lnTo>
                    <a:pt x="6911422" y="120129"/>
                  </a:lnTo>
                  <a:lnTo>
                    <a:pt x="6987343" y="98856"/>
                  </a:lnTo>
                  <a:lnTo>
                    <a:pt x="7069205" y="79811"/>
                  </a:lnTo>
                  <a:lnTo>
                    <a:pt x="7156152" y="62862"/>
                  </a:lnTo>
                  <a:lnTo>
                    <a:pt x="7246418" y="47960"/>
                  </a:lnTo>
                  <a:lnTo>
                    <a:pt x="7337210" y="35125"/>
                  </a:lnTo>
                  <a:lnTo>
                    <a:pt x="7424787" y="24406"/>
                  </a:lnTo>
                  <a:lnTo>
                    <a:pt x="7504841" y="15837"/>
                  </a:lnTo>
                  <a:lnTo>
                    <a:pt x="7573186" y="9383"/>
                  </a:lnTo>
                  <a:lnTo>
                    <a:pt x="7626626" y="4897"/>
                  </a:lnTo>
                  <a:lnTo>
                    <a:pt x="7663748" y="2111"/>
                  </a:lnTo>
                  <a:lnTo>
                    <a:pt x="7685369" y="652"/>
                  </a:lnTo>
                  <a:lnTo>
                    <a:pt x="7694536" y="94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5" name="pl1525"/>
            <p:cNvSpPr/>
            <p:nvPr/>
          </p:nvSpPr>
          <p:spPr>
            <a:xfrm>
              <a:off x="546595" y="1278576"/>
              <a:ext cx="8234974" cy="3713172"/>
            </a:xfrm>
            <a:custGeom>
              <a:avLst/>
              <a:pathLst>
                <a:path w="8234974" h="3713172">
                  <a:moveTo>
                    <a:pt x="8234974" y="0"/>
                  </a:moveTo>
                  <a:lnTo>
                    <a:pt x="7696237" y="0"/>
                  </a:lnTo>
                  <a:lnTo>
                    <a:pt x="7695017" y="67"/>
                  </a:lnTo>
                  <a:lnTo>
                    <a:pt x="7687041" y="547"/>
                  </a:lnTo>
                  <a:lnTo>
                    <a:pt x="7667112" y="1874"/>
                  </a:lnTo>
                  <a:lnTo>
                    <a:pt x="7631933" y="4481"/>
                  </a:lnTo>
                  <a:lnTo>
                    <a:pt x="7580412" y="8747"/>
                  </a:lnTo>
                  <a:lnTo>
                    <a:pt x="7513711" y="14955"/>
                  </a:lnTo>
                  <a:lnTo>
                    <a:pt x="7434849" y="23267"/>
                  </a:lnTo>
                  <a:lnTo>
                    <a:pt x="7347940" y="33730"/>
                  </a:lnTo>
                  <a:lnTo>
                    <a:pt x="7257320" y="46314"/>
                  </a:lnTo>
                  <a:lnTo>
                    <a:pt x="7166823" y="60971"/>
                  </a:lnTo>
                  <a:lnTo>
                    <a:pt x="7079366" y="77675"/>
                  </a:lnTo>
                  <a:lnTo>
                    <a:pt x="6996835" y="96464"/>
                  </a:lnTo>
                  <a:lnTo>
                    <a:pt x="6920183" y="117460"/>
                  </a:lnTo>
                  <a:lnTo>
                    <a:pt x="6849629" y="140878"/>
                  </a:lnTo>
                  <a:lnTo>
                    <a:pt x="6784873" y="167025"/>
                  </a:lnTo>
                  <a:lnTo>
                    <a:pt x="6725281" y="196288"/>
                  </a:lnTo>
                  <a:lnTo>
                    <a:pt x="6670037" y="229119"/>
                  </a:lnTo>
                  <a:lnTo>
                    <a:pt x="6618239" y="265996"/>
                  </a:lnTo>
                  <a:lnTo>
                    <a:pt x="6568995" y="307359"/>
                  </a:lnTo>
                  <a:lnTo>
                    <a:pt x="6521491" y="353496"/>
                  </a:lnTo>
                  <a:lnTo>
                    <a:pt x="6515891" y="359339"/>
                  </a:lnTo>
                  <a:lnTo>
                    <a:pt x="6476630" y="402631"/>
                  </a:lnTo>
                  <a:lnTo>
                    <a:pt x="6437746" y="449443"/>
                  </a:lnTo>
                  <a:lnTo>
                    <a:pt x="6398962" y="499842"/>
                  </a:lnTo>
                  <a:lnTo>
                    <a:pt x="6360065" y="553826"/>
                  </a:lnTo>
                  <a:lnTo>
                    <a:pt x="6320906" y="611312"/>
                  </a:lnTo>
                  <a:lnTo>
                    <a:pt x="6281386" y="672128"/>
                  </a:lnTo>
                  <a:lnTo>
                    <a:pt x="6241459" y="736012"/>
                  </a:lnTo>
                  <a:lnTo>
                    <a:pt x="6201120" y="802612"/>
                  </a:lnTo>
                  <a:lnTo>
                    <a:pt x="6160405" y="871488"/>
                  </a:lnTo>
                  <a:lnTo>
                    <a:pt x="6119381" y="942126"/>
                  </a:lnTo>
                  <a:lnTo>
                    <a:pt x="6078142" y="1013949"/>
                  </a:lnTo>
                  <a:lnTo>
                    <a:pt x="6036797" y="1086338"/>
                  </a:lnTo>
                  <a:lnTo>
                    <a:pt x="5995467" y="1158653"/>
                  </a:lnTo>
                  <a:lnTo>
                    <a:pt x="5954267" y="1230257"/>
                  </a:lnTo>
                  <a:lnTo>
                    <a:pt x="5913307" y="1300540"/>
                  </a:lnTo>
                  <a:lnTo>
                    <a:pt x="5872673" y="1368936"/>
                  </a:lnTo>
                  <a:lnTo>
                    <a:pt x="5832427" y="1434948"/>
                  </a:lnTo>
                  <a:lnTo>
                    <a:pt x="5792595" y="1498156"/>
                  </a:lnTo>
                  <a:lnTo>
                    <a:pt x="5753165" y="1558226"/>
                  </a:lnTo>
                  <a:lnTo>
                    <a:pt x="5714076" y="1614920"/>
                  </a:lnTo>
                  <a:lnTo>
                    <a:pt x="5675221" y="1668085"/>
                  </a:lnTo>
                  <a:lnTo>
                    <a:pt x="5636434" y="1717658"/>
                  </a:lnTo>
                  <a:lnTo>
                    <a:pt x="5597491" y="1763653"/>
                  </a:lnTo>
                  <a:lnTo>
                    <a:pt x="5567201" y="1796696"/>
                  </a:lnTo>
                  <a:lnTo>
                    <a:pt x="5519859" y="1843409"/>
                  </a:lnTo>
                  <a:lnTo>
                    <a:pt x="5470863" y="1885333"/>
                  </a:lnTo>
                  <a:lnTo>
                    <a:pt x="5419418" y="1922726"/>
                  </a:lnTo>
                  <a:lnTo>
                    <a:pt x="5364633" y="1956015"/>
                  </a:lnTo>
                  <a:lnTo>
                    <a:pt x="5305607" y="1985681"/>
                  </a:lnTo>
                  <a:lnTo>
                    <a:pt x="5241507" y="2012178"/>
                  </a:lnTo>
                  <a:lnTo>
                    <a:pt x="5171671" y="2035905"/>
                  </a:lnTo>
                  <a:lnTo>
                    <a:pt x="5095749" y="2057178"/>
                  </a:lnTo>
                  <a:lnTo>
                    <a:pt x="5013888" y="2076223"/>
                  </a:lnTo>
                  <a:lnTo>
                    <a:pt x="4926941" y="2093173"/>
                  </a:lnTo>
                  <a:lnTo>
                    <a:pt x="4836675" y="2108075"/>
                  </a:lnTo>
                  <a:lnTo>
                    <a:pt x="4745883" y="2120910"/>
                  </a:lnTo>
                  <a:lnTo>
                    <a:pt x="4658306" y="2131629"/>
                  </a:lnTo>
                  <a:lnTo>
                    <a:pt x="4578251" y="2140197"/>
                  </a:lnTo>
                  <a:lnTo>
                    <a:pt x="4509906" y="2146651"/>
                  </a:lnTo>
                  <a:lnTo>
                    <a:pt x="4456467" y="2151137"/>
                  </a:lnTo>
                  <a:lnTo>
                    <a:pt x="4419344" y="2153924"/>
                  </a:lnTo>
                  <a:lnTo>
                    <a:pt x="4397723" y="2155382"/>
                  </a:lnTo>
                  <a:lnTo>
                    <a:pt x="4388556" y="2155940"/>
                  </a:lnTo>
                  <a:lnTo>
                    <a:pt x="4386857" y="2156035"/>
                  </a:lnTo>
                  <a:lnTo>
                    <a:pt x="4386855" y="2156035"/>
                  </a:lnTo>
                  <a:lnTo>
                    <a:pt x="3848118" y="2156035"/>
                  </a:lnTo>
                  <a:lnTo>
                    <a:pt x="3846860" y="2156085"/>
                  </a:lnTo>
                  <a:lnTo>
                    <a:pt x="3838644" y="2156443"/>
                  </a:lnTo>
                  <a:lnTo>
                    <a:pt x="3818136" y="2157432"/>
                  </a:lnTo>
                  <a:lnTo>
                    <a:pt x="3781994" y="2159374"/>
                  </a:lnTo>
                  <a:lnTo>
                    <a:pt x="3729177" y="2162550"/>
                  </a:lnTo>
                  <a:lnTo>
                    <a:pt x="3660984" y="2167166"/>
                  </a:lnTo>
                  <a:lnTo>
                    <a:pt x="3580616" y="2173338"/>
                  </a:lnTo>
                  <a:lnTo>
                    <a:pt x="3492358" y="2181094"/>
                  </a:lnTo>
                  <a:lnTo>
                    <a:pt x="3400665" y="2190413"/>
                  </a:lnTo>
                  <a:lnTo>
                    <a:pt x="3309418" y="2201257"/>
                  </a:lnTo>
                  <a:lnTo>
                    <a:pt x="3221522" y="2213610"/>
                  </a:lnTo>
                  <a:lnTo>
                    <a:pt x="3138809" y="2227508"/>
                  </a:lnTo>
                  <a:lnTo>
                    <a:pt x="3062162" y="2243050"/>
                  </a:lnTo>
                  <a:lnTo>
                    <a:pt x="2991724" y="2260404"/>
                  </a:lnTo>
                  <a:lnTo>
                    <a:pt x="2927128" y="2279808"/>
                  </a:lnTo>
                  <a:lnTo>
                    <a:pt x="2867683" y="2301560"/>
                  </a:lnTo>
                  <a:lnTo>
                    <a:pt x="2812526" y="2326001"/>
                  </a:lnTo>
                  <a:lnTo>
                    <a:pt x="2760725" y="2353486"/>
                  </a:lnTo>
                  <a:lnTo>
                    <a:pt x="2711366" y="2384331"/>
                  </a:lnTo>
                  <a:lnTo>
                    <a:pt x="2667772" y="2415558"/>
                  </a:lnTo>
                  <a:lnTo>
                    <a:pt x="2624352" y="2450308"/>
                  </a:lnTo>
                  <a:lnTo>
                    <a:pt x="2581355" y="2488178"/>
                  </a:lnTo>
                  <a:lnTo>
                    <a:pt x="2538420" y="2529226"/>
                  </a:lnTo>
                  <a:lnTo>
                    <a:pt x="2495282" y="2573427"/>
                  </a:lnTo>
                  <a:lnTo>
                    <a:pt x="2451764" y="2620669"/>
                  </a:lnTo>
                  <a:lnTo>
                    <a:pt x="2407769" y="2670741"/>
                  </a:lnTo>
                  <a:lnTo>
                    <a:pt x="2363266" y="2723336"/>
                  </a:lnTo>
                  <a:lnTo>
                    <a:pt x="2318288" y="2778047"/>
                  </a:lnTo>
                  <a:lnTo>
                    <a:pt x="2272918" y="2834387"/>
                  </a:lnTo>
                  <a:lnTo>
                    <a:pt x="2227280" y="2891795"/>
                  </a:lnTo>
                  <a:lnTo>
                    <a:pt x="2181523" y="2949666"/>
                  </a:lnTo>
                  <a:lnTo>
                    <a:pt x="2135807" y="3007374"/>
                  </a:lnTo>
                  <a:lnTo>
                    <a:pt x="2090291" y="3064300"/>
                  </a:lnTo>
                  <a:lnTo>
                    <a:pt x="2045112" y="3119858"/>
                  </a:lnTo>
                  <a:lnTo>
                    <a:pt x="2000374" y="3173524"/>
                  </a:lnTo>
                  <a:lnTo>
                    <a:pt x="1956135" y="3224851"/>
                  </a:lnTo>
                  <a:lnTo>
                    <a:pt x="1912396" y="3273484"/>
                  </a:lnTo>
                  <a:lnTo>
                    <a:pt x="1869093" y="3319164"/>
                  </a:lnTo>
                  <a:lnTo>
                    <a:pt x="1826088" y="3361733"/>
                  </a:lnTo>
                  <a:lnTo>
                    <a:pt x="1783159" y="3401125"/>
                  </a:lnTo>
                  <a:lnTo>
                    <a:pt x="1739995" y="3437360"/>
                  </a:lnTo>
                  <a:lnTo>
                    <a:pt x="1719082" y="3453649"/>
                  </a:lnTo>
                  <a:lnTo>
                    <a:pt x="1671239" y="3487719"/>
                  </a:lnTo>
                  <a:lnTo>
                    <a:pt x="1621701" y="3518259"/>
                  </a:lnTo>
                  <a:lnTo>
                    <a:pt x="1569643" y="3545464"/>
                  </a:lnTo>
                  <a:lnTo>
                    <a:pt x="1514147" y="3569655"/>
                  </a:lnTo>
                  <a:lnTo>
                    <a:pt x="1454284" y="3591188"/>
                  </a:lnTo>
                  <a:lnTo>
                    <a:pt x="1389200" y="3610401"/>
                  </a:lnTo>
                  <a:lnTo>
                    <a:pt x="1318227" y="3627588"/>
                  </a:lnTo>
                  <a:lnTo>
                    <a:pt x="1241033" y="3642980"/>
                  </a:lnTo>
                  <a:lnTo>
                    <a:pt x="1157819" y="3656740"/>
                  </a:lnTo>
                  <a:lnTo>
                    <a:pt x="1069541" y="3668961"/>
                  </a:lnTo>
                  <a:lnTo>
                    <a:pt x="978123" y="3679671"/>
                  </a:lnTo>
                  <a:lnTo>
                    <a:pt x="886563" y="3688855"/>
                  </a:lnTo>
                  <a:lnTo>
                    <a:pt x="798816" y="3696473"/>
                  </a:lnTo>
                  <a:lnTo>
                    <a:pt x="719352" y="3702506"/>
                  </a:lnTo>
                  <a:lnTo>
                    <a:pt x="652401" y="3706990"/>
                  </a:lnTo>
                  <a:lnTo>
                    <a:pt x="601026" y="3710048"/>
                  </a:lnTo>
                  <a:lnTo>
                    <a:pt x="566330" y="3711895"/>
                  </a:lnTo>
                  <a:lnTo>
                    <a:pt x="547064" y="3712816"/>
                  </a:lnTo>
                  <a:lnTo>
                    <a:pt x="539697" y="3713134"/>
                  </a:lnTo>
                  <a:lnTo>
                    <a:pt x="538736" y="3713172"/>
                  </a:lnTo>
                  <a:lnTo>
                    <a:pt x="0" y="37131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6" name="pg1526"/>
            <p:cNvSpPr/>
            <p:nvPr/>
          </p:nvSpPr>
          <p:spPr>
            <a:xfrm>
              <a:off x="546595" y="2356594"/>
              <a:ext cx="8234974" cy="2646043"/>
            </a:xfrm>
            <a:custGeom>
              <a:avLst/>
              <a:pathLst>
                <a:path w="8234974" h="2646043">
                  <a:moveTo>
                    <a:pt x="0" y="2646043"/>
                  </a:moveTo>
                  <a:lnTo>
                    <a:pt x="538736" y="2646043"/>
                  </a:lnTo>
                  <a:lnTo>
                    <a:pt x="539996" y="2645994"/>
                  </a:lnTo>
                  <a:lnTo>
                    <a:pt x="548222" y="2645642"/>
                  </a:lnTo>
                  <a:lnTo>
                    <a:pt x="568752" y="2644669"/>
                  </a:lnTo>
                  <a:lnTo>
                    <a:pt x="604932" y="2642758"/>
                  </a:lnTo>
                  <a:lnTo>
                    <a:pt x="657800" y="2639635"/>
                  </a:lnTo>
                  <a:lnTo>
                    <a:pt x="726051" y="2635094"/>
                  </a:lnTo>
                  <a:lnTo>
                    <a:pt x="806477" y="2629024"/>
                  </a:lnTo>
                  <a:lnTo>
                    <a:pt x="894787" y="2621395"/>
                  </a:lnTo>
                  <a:lnTo>
                    <a:pt x="986521" y="2612230"/>
                  </a:lnTo>
                  <a:lnTo>
                    <a:pt x="1077797" y="2601566"/>
                  </a:lnTo>
                  <a:lnTo>
                    <a:pt x="1165709" y="2589418"/>
                  </a:lnTo>
                  <a:lnTo>
                    <a:pt x="1248428" y="2575750"/>
                  </a:lnTo>
                  <a:lnTo>
                    <a:pt x="1325075" y="2560466"/>
                  </a:lnTo>
                  <a:lnTo>
                    <a:pt x="1395508" y="2543398"/>
                  </a:lnTo>
                  <a:lnTo>
                    <a:pt x="1460098" y="2524313"/>
                  </a:lnTo>
                  <a:lnTo>
                    <a:pt x="1519537" y="2502917"/>
                  </a:lnTo>
                  <a:lnTo>
                    <a:pt x="1574691" y="2478876"/>
                  </a:lnTo>
                  <a:lnTo>
                    <a:pt x="1626493" y="2451838"/>
                  </a:lnTo>
                  <a:lnTo>
                    <a:pt x="1675856" y="2421495"/>
                  </a:lnTo>
                  <a:lnTo>
                    <a:pt x="1719082" y="2391057"/>
                  </a:lnTo>
                  <a:lnTo>
                    <a:pt x="1762709" y="2356745"/>
                  </a:lnTo>
                  <a:lnTo>
                    <a:pt x="1805909" y="2319336"/>
                  </a:lnTo>
                  <a:lnTo>
                    <a:pt x="1849051" y="2278776"/>
                  </a:lnTo>
                  <a:lnTo>
                    <a:pt x="1892401" y="2235089"/>
                  </a:lnTo>
                  <a:lnTo>
                    <a:pt x="1936136" y="2188388"/>
                  </a:lnTo>
                  <a:lnTo>
                    <a:pt x="1980355" y="2138887"/>
                  </a:lnTo>
                  <a:lnTo>
                    <a:pt x="2025086" y="2086894"/>
                  </a:lnTo>
                  <a:lnTo>
                    <a:pt x="2070294" y="2032815"/>
                  </a:lnTo>
                  <a:lnTo>
                    <a:pt x="2115894" y="1977143"/>
                  </a:lnTo>
                  <a:lnTo>
                    <a:pt x="2161760" y="1920435"/>
                  </a:lnTo>
                  <a:lnTo>
                    <a:pt x="2207737" y="1863297"/>
                  </a:lnTo>
                  <a:lnTo>
                    <a:pt x="2253664" y="1806354"/>
                  </a:lnTo>
                  <a:lnTo>
                    <a:pt x="2299380" y="1750222"/>
                  </a:lnTo>
                  <a:lnTo>
                    <a:pt x="2344750" y="1695480"/>
                  </a:lnTo>
                  <a:lnTo>
                    <a:pt x="2389668" y="1642647"/>
                  </a:lnTo>
                  <a:lnTo>
                    <a:pt x="2434081" y="1592162"/>
                  </a:lnTo>
                  <a:lnTo>
                    <a:pt x="2477991" y="1544374"/>
                  </a:lnTo>
                  <a:lnTo>
                    <a:pt x="2521469" y="1499530"/>
                  </a:lnTo>
                  <a:lnTo>
                    <a:pt x="2564663" y="1457781"/>
                  </a:lnTo>
                  <a:lnTo>
                    <a:pt x="2607804" y="1419185"/>
                  </a:lnTo>
                  <a:lnTo>
                    <a:pt x="2651219" y="1383715"/>
                  </a:lnTo>
                  <a:lnTo>
                    <a:pt x="2667772" y="1371115"/>
                  </a:lnTo>
                  <a:lnTo>
                    <a:pt x="2715635" y="1337627"/>
                  </a:lnTo>
                  <a:lnTo>
                    <a:pt x="2765194" y="1307611"/>
                  </a:lnTo>
                  <a:lnTo>
                    <a:pt x="2817276" y="1280874"/>
                  </a:lnTo>
                  <a:lnTo>
                    <a:pt x="2872799" y="1257101"/>
                  </a:lnTo>
                  <a:lnTo>
                    <a:pt x="2932695" y="1235940"/>
                  </a:lnTo>
                  <a:lnTo>
                    <a:pt x="2997818" y="1217060"/>
                  </a:lnTo>
                  <a:lnTo>
                    <a:pt x="3068835" y="1200171"/>
                  </a:lnTo>
                  <a:lnTo>
                    <a:pt x="3146078" y="1185048"/>
                  </a:lnTo>
                  <a:lnTo>
                    <a:pt x="3229345" y="1171528"/>
                  </a:lnTo>
                  <a:lnTo>
                    <a:pt x="3317675" y="1159522"/>
                  </a:lnTo>
                  <a:lnTo>
                    <a:pt x="3409137" y="1149001"/>
                  </a:lnTo>
                  <a:lnTo>
                    <a:pt x="3500725" y="1139981"/>
                  </a:lnTo>
                  <a:lnTo>
                    <a:pt x="3588478" y="1132501"/>
                  </a:lnTo>
                  <a:lnTo>
                    <a:pt x="3667916" y="1126579"/>
                  </a:lnTo>
                  <a:lnTo>
                    <a:pt x="3734810" y="1122180"/>
                  </a:lnTo>
                  <a:lnTo>
                    <a:pt x="3786104" y="1119183"/>
                  </a:lnTo>
                  <a:lnTo>
                    <a:pt x="3820705" y="1117375"/>
                  </a:lnTo>
                  <a:lnTo>
                    <a:pt x="3839880" y="1116475"/>
                  </a:lnTo>
                  <a:lnTo>
                    <a:pt x="3847181" y="1116165"/>
                  </a:lnTo>
                  <a:lnTo>
                    <a:pt x="3848118" y="1116129"/>
                  </a:lnTo>
                  <a:lnTo>
                    <a:pt x="4386855" y="1116129"/>
                  </a:lnTo>
                  <a:lnTo>
                    <a:pt x="4388135" y="1116093"/>
                  </a:lnTo>
                  <a:lnTo>
                    <a:pt x="4396487" y="1115833"/>
                  </a:lnTo>
                  <a:lnTo>
                    <a:pt x="4417321" y="1115115"/>
                  </a:lnTo>
                  <a:lnTo>
                    <a:pt x="4454007" y="1113706"/>
                  </a:lnTo>
                  <a:lnTo>
                    <a:pt x="4507552" y="1111402"/>
                  </a:lnTo>
                  <a:lnTo>
                    <a:pt x="4576580" y="1108056"/>
                  </a:lnTo>
                  <a:lnTo>
                    <a:pt x="4657785" y="1103587"/>
                  </a:lnTo>
                  <a:lnTo>
                    <a:pt x="4746787" y="1097973"/>
                  </a:lnTo>
                  <a:lnTo>
                    <a:pt x="4839067" y="1091234"/>
                  </a:lnTo>
                  <a:lnTo>
                    <a:pt x="4930718" y="1083396"/>
                  </a:lnTo>
                  <a:lnTo>
                    <a:pt x="5018846" y="1074468"/>
                  </a:lnTo>
                  <a:lnTo>
                    <a:pt x="5101648" y="1064423"/>
                  </a:lnTo>
                  <a:lnTo>
                    <a:pt x="5178284" y="1053185"/>
                  </a:lnTo>
                  <a:lnTo>
                    <a:pt x="5248653" y="1040627"/>
                  </a:lnTo>
                  <a:lnTo>
                    <a:pt x="5313159" y="1026575"/>
                  </a:lnTo>
                  <a:lnTo>
                    <a:pt x="5372525" y="1010810"/>
                  </a:lnTo>
                  <a:lnTo>
                    <a:pt x="5427639" y="993080"/>
                  </a:lnTo>
                  <a:lnTo>
                    <a:pt x="5479451" y="973129"/>
                  </a:lnTo>
                  <a:lnTo>
                    <a:pt x="5528883" y="950736"/>
                  </a:lnTo>
                  <a:lnTo>
                    <a:pt x="5567201" y="931015"/>
                  </a:lnTo>
                  <a:lnTo>
                    <a:pt x="5614114" y="904124"/>
                  </a:lnTo>
                  <a:lnTo>
                    <a:pt x="5660569" y="874627"/>
                  </a:lnTo>
                  <a:lnTo>
                    <a:pt x="5707009" y="842481"/>
                  </a:lnTo>
                  <a:lnTo>
                    <a:pt x="5753743" y="807724"/>
                  </a:lnTo>
                  <a:lnTo>
                    <a:pt x="5800965" y="770480"/>
                  </a:lnTo>
                  <a:lnTo>
                    <a:pt x="5848769" y="730973"/>
                  </a:lnTo>
                  <a:lnTo>
                    <a:pt x="5897154" y="689520"/>
                  </a:lnTo>
                  <a:lnTo>
                    <a:pt x="5946045" y="646525"/>
                  </a:lnTo>
                  <a:lnTo>
                    <a:pt x="5995305" y="602472"/>
                  </a:lnTo>
                  <a:lnTo>
                    <a:pt x="6044753" y="557892"/>
                  </a:lnTo>
                  <a:lnTo>
                    <a:pt x="6094187" y="513350"/>
                  </a:lnTo>
                  <a:lnTo>
                    <a:pt x="6143408" y="469404"/>
                  </a:lnTo>
                  <a:lnTo>
                    <a:pt x="6192241" y="426584"/>
                  </a:lnTo>
                  <a:lnTo>
                    <a:pt x="6240553" y="385361"/>
                  </a:lnTo>
                  <a:lnTo>
                    <a:pt x="6288280" y="346132"/>
                  </a:lnTo>
                  <a:lnTo>
                    <a:pt x="6335432" y="309201"/>
                  </a:lnTo>
                  <a:lnTo>
                    <a:pt x="6382114" y="274776"/>
                  </a:lnTo>
                  <a:lnTo>
                    <a:pt x="6428536" y="242973"/>
                  </a:lnTo>
                  <a:lnTo>
                    <a:pt x="6475022" y="213818"/>
                  </a:lnTo>
                  <a:lnTo>
                    <a:pt x="6515891" y="190558"/>
                  </a:lnTo>
                  <a:lnTo>
                    <a:pt x="6564013" y="166124"/>
                  </a:lnTo>
                  <a:lnTo>
                    <a:pt x="6613855" y="144236"/>
                  </a:lnTo>
                  <a:lnTo>
                    <a:pt x="6666255" y="124753"/>
                  </a:lnTo>
                  <a:lnTo>
                    <a:pt x="6722149" y="107439"/>
                  </a:lnTo>
                  <a:lnTo>
                    <a:pt x="6782482" y="92038"/>
                  </a:lnTo>
                  <a:lnTo>
                    <a:pt x="6848119" y="78303"/>
                  </a:lnTo>
                  <a:lnTo>
                    <a:pt x="6919730" y="66024"/>
                  </a:lnTo>
                  <a:lnTo>
                    <a:pt x="6997637" y="55035"/>
                  </a:lnTo>
                  <a:lnTo>
                    <a:pt x="7081607" y="45219"/>
                  </a:lnTo>
                  <a:lnTo>
                    <a:pt x="7170623" y="36511"/>
                  </a:lnTo>
                  <a:lnTo>
                    <a:pt x="7262669" y="28893"/>
                  </a:lnTo>
                  <a:lnTo>
                    <a:pt x="7354631" y="22378"/>
                  </a:lnTo>
                  <a:lnTo>
                    <a:pt x="7442434" y="16994"/>
                  </a:lnTo>
                  <a:lnTo>
                    <a:pt x="7521519" y="12754"/>
                  </a:lnTo>
                  <a:lnTo>
                    <a:pt x="7587643" y="9627"/>
                  </a:lnTo>
                  <a:lnTo>
                    <a:pt x="7637831" y="7518"/>
                  </a:lnTo>
                  <a:lnTo>
                    <a:pt x="7671165" y="6265"/>
                  </a:lnTo>
                  <a:lnTo>
                    <a:pt x="7689144" y="5659"/>
                  </a:lnTo>
                  <a:lnTo>
                    <a:pt x="7695577" y="546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8" y="36"/>
                  </a:lnTo>
                  <a:lnTo>
                    <a:pt x="7686605" y="296"/>
                  </a:lnTo>
                  <a:lnTo>
                    <a:pt x="7665771" y="1014"/>
                  </a:lnTo>
                  <a:lnTo>
                    <a:pt x="7629086" y="2423"/>
                  </a:lnTo>
                  <a:lnTo>
                    <a:pt x="7575540" y="4726"/>
                  </a:lnTo>
                  <a:lnTo>
                    <a:pt x="7506513" y="8072"/>
                  </a:lnTo>
                  <a:lnTo>
                    <a:pt x="7425307" y="12542"/>
                  </a:lnTo>
                  <a:lnTo>
                    <a:pt x="7336306" y="18155"/>
                  </a:lnTo>
                  <a:lnTo>
                    <a:pt x="7244026" y="24895"/>
                  </a:lnTo>
                  <a:lnTo>
                    <a:pt x="7152374" y="32733"/>
                  </a:lnTo>
                  <a:lnTo>
                    <a:pt x="7064247" y="41660"/>
                  </a:lnTo>
                  <a:lnTo>
                    <a:pt x="6981445" y="51706"/>
                  </a:lnTo>
                  <a:lnTo>
                    <a:pt x="6904808" y="62944"/>
                  </a:lnTo>
                  <a:lnTo>
                    <a:pt x="6834440" y="75501"/>
                  </a:lnTo>
                  <a:lnTo>
                    <a:pt x="6769933" y="89553"/>
                  </a:lnTo>
                  <a:lnTo>
                    <a:pt x="6710568" y="105319"/>
                  </a:lnTo>
                  <a:lnTo>
                    <a:pt x="6655454" y="123049"/>
                  </a:lnTo>
                  <a:lnTo>
                    <a:pt x="6603642" y="142999"/>
                  </a:lnTo>
                  <a:lnTo>
                    <a:pt x="6554209" y="165393"/>
                  </a:lnTo>
                  <a:lnTo>
                    <a:pt x="6515891" y="185114"/>
                  </a:lnTo>
                  <a:lnTo>
                    <a:pt x="6468978" y="212004"/>
                  </a:lnTo>
                  <a:lnTo>
                    <a:pt x="6422523" y="241501"/>
                  </a:lnTo>
                  <a:lnTo>
                    <a:pt x="6376084" y="273647"/>
                  </a:lnTo>
                  <a:lnTo>
                    <a:pt x="6329350" y="308405"/>
                  </a:lnTo>
                  <a:lnTo>
                    <a:pt x="6282127" y="345648"/>
                  </a:lnTo>
                  <a:lnTo>
                    <a:pt x="6234324" y="385155"/>
                  </a:lnTo>
                  <a:lnTo>
                    <a:pt x="6185938" y="426609"/>
                  </a:lnTo>
                  <a:lnTo>
                    <a:pt x="6137047" y="469603"/>
                  </a:lnTo>
                  <a:lnTo>
                    <a:pt x="6087788" y="513657"/>
                  </a:lnTo>
                  <a:lnTo>
                    <a:pt x="6038340" y="558236"/>
                  </a:lnTo>
                  <a:lnTo>
                    <a:pt x="5988905" y="602779"/>
                  </a:lnTo>
                  <a:lnTo>
                    <a:pt x="5939684" y="646724"/>
                  </a:lnTo>
                  <a:lnTo>
                    <a:pt x="5890852" y="689545"/>
                  </a:lnTo>
                  <a:lnTo>
                    <a:pt x="5842539" y="730767"/>
                  </a:lnTo>
                  <a:lnTo>
                    <a:pt x="5794813" y="769996"/>
                  </a:lnTo>
                  <a:lnTo>
                    <a:pt x="5747661" y="806928"/>
                  </a:lnTo>
                  <a:lnTo>
                    <a:pt x="5700978" y="841352"/>
                  </a:lnTo>
                  <a:lnTo>
                    <a:pt x="5654557" y="873155"/>
                  </a:lnTo>
                  <a:lnTo>
                    <a:pt x="5608071" y="902310"/>
                  </a:lnTo>
                  <a:lnTo>
                    <a:pt x="5567201" y="925570"/>
                  </a:lnTo>
                  <a:lnTo>
                    <a:pt x="5519079" y="950004"/>
                  </a:lnTo>
                  <a:lnTo>
                    <a:pt x="5469238" y="971892"/>
                  </a:lnTo>
                  <a:lnTo>
                    <a:pt x="5416837" y="991376"/>
                  </a:lnTo>
                  <a:lnTo>
                    <a:pt x="5360943" y="1008689"/>
                  </a:lnTo>
                  <a:lnTo>
                    <a:pt x="5300610" y="1024091"/>
                  </a:lnTo>
                  <a:lnTo>
                    <a:pt x="5234974" y="1037825"/>
                  </a:lnTo>
                  <a:lnTo>
                    <a:pt x="5163362" y="1050104"/>
                  </a:lnTo>
                  <a:lnTo>
                    <a:pt x="5085456" y="1061094"/>
                  </a:lnTo>
                  <a:lnTo>
                    <a:pt x="5001486" y="1070910"/>
                  </a:lnTo>
                  <a:lnTo>
                    <a:pt x="4912470" y="1079617"/>
                  </a:lnTo>
                  <a:lnTo>
                    <a:pt x="4820423" y="1087236"/>
                  </a:lnTo>
                  <a:lnTo>
                    <a:pt x="4728461" y="1093750"/>
                  </a:lnTo>
                  <a:lnTo>
                    <a:pt x="4640658" y="1099134"/>
                  </a:lnTo>
                  <a:lnTo>
                    <a:pt x="4561573" y="1103374"/>
                  </a:lnTo>
                  <a:lnTo>
                    <a:pt x="4495449" y="1106502"/>
                  </a:lnTo>
                  <a:lnTo>
                    <a:pt x="4445261" y="1108611"/>
                  </a:lnTo>
                  <a:lnTo>
                    <a:pt x="4411928" y="1109863"/>
                  </a:lnTo>
                  <a:lnTo>
                    <a:pt x="4393949" y="1110470"/>
                  </a:lnTo>
                  <a:lnTo>
                    <a:pt x="4387515" y="1110666"/>
                  </a:lnTo>
                  <a:lnTo>
                    <a:pt x="4386855" y="1110684"/>
                  </a:lnTo>
                  <a:lnTo>
                    <a:pt x="3848118" y="1110684"/>
                  </a:lnTo>
                  <a:lnTo>
                    <a:pt x="3846859" y="1110734"/>
                  </a:lnTo>
                  <a:lnTo>
                    <a:pt x="3838633" y="1111086"/>
                  </a:lnTo>
                  <a:lnTo>
                    <a:pt x="3818103" y="1112059"/>
                  </a:lnTo>
                  <a:lnTo>
                    <a:pt x="3781923" y="1113969"/>
                  </a:lnTo>
                  <a:lnTo>
                    <a:pt x="3729055" y="1117093"/>
                  </a:lnTo>
                  <a:lnTo>
                    <a:pt x="3660804" y="1121634"/>
                  </a:lnTo>
                  <a:lnTo>
                    <a:pt x="3580377" y="1127704"/>
                  </a:lnTo>
                  <a:lnTo>
                    <a:pt x="3492068" y="1135333"/>
                  </a:lnTo>
                  <a:lnTo>
                    <a:pt x="3400333" y="1144497"/>
                  </a:lnTo>
                  <a:lnTo>
                    <a:pt x="3309058" y="1155161"/>
                  </a:lnTo>
                  <a:lnTo>
                    <a:pt x="3221145" y="1167310"/>
                  </a:lnTo>
                  <a:lnTo>
                    <a:pt x="3138426" y="1180977"/>
                  </a:lnTo>
                  <a:lnTo>
                    <a:pt x="3061780" y="1196262"/>
                  </a:lnTo>
                  <a:lnTo>
                    <a:pt x="2991347" y="1213330"/>
                  </a:lnTo>
                  <a:lnTo>
                    <a:pt x="2926757" y="1232415"/>
                  </a:lnTo>
                  <a:lnTo>
                    <a:pt x="2867318" y="1253810"/>
                  </a:lnTo>
                  <a:lnTo>
                    <a:pt x="2812164" y="1277852"/>
                  </a:lnTo>
                  <a:lnTo>
                    <a:pt x="2760362" y="1304890"/>
                  </a:lnTo>
                  <a:lnTo>
                    <a:pt x="2710998" y="1335232"/>
                  </a:lnTo>
                  <a:lnTo>
                    <a:pt x="2667772" y="1365670"/>
                  </a:lnTo>
                  <a:lnTo>
                    <a:pt x="2624146" y="1399983"/>
                  </a:lnTo>
                  <a:lnTo>
                    <a:pt x="2580945" y="1437391"/>
                  </a:lnTo>
                  <a:lnTo>
                    <a:pt x="2537803" y="1477951"/>
                  </a:lnTo>
                  <a:lnTo>
                    <a:pt x="2494454" y="1521639"/>
                  </a:lnTo>
                  <a:lnTo>
                    <a:pt x="2450719" y="1568339"/>
                  </a:lnTo>
                  <a:lnTo>
                    <a:pt x="2406500" y="1617841"/>
                  </a:lnTo>
                  <a:lnTo>
                    <a:pt x="2361769" y="1669834"/>
                  </a:lnTo>
                  <a:lnTo>
                    <a:pt x="2316560" y="1723912"/>
                  </a:lnTo>
                  <a:lnTo>
                    <a:pt x="2270960" y="1779585"/>
                  </a:lnTo>
                  <a:lnTo>
                    <a:pt x="2225095" y="1836293"/>
                  </a:lnTo>
                  <a:lnTo>
                    <a:pt x="2179117" y="1893431"/>
                  </a:lnTo>
                  <a:lnTo>
                    <a:pt x="2133191" y="1950374"/>
                  </a:lnTo>
                  <a:lnTo>
                    <a:pt x="2087474" y="2006506"/>
                  </a:lnTo>
                  <a:lnTo>
                    <a:pt x="2042105" y="2061248"/>
                  </a:lnTo>
                  <a:lnTo>
                    <a:pt x="1997186" y="2114081"/>
                  </a:lnTo>
                  <a:lnTo>
                    <a:pt x="1952774" y="2164565"/>
                  </a:lnTo>
                  <a:lnTo>
                    <a:pt x="1908864" y="2212354"/>
                  </a:lnTo>
                  <a:lnTo>
                    <a:pt x="1865385" y="2257197"/>
                  </a:lnTo>
                  <a:lnTo>
                    <a:pt x="1822191" y="2298946"/>
                  </a:lnTo>
                  <a:lnTo>
                    <a:pt x="1779050" y="2337542"/>
                  </a:lnTo>
                  <a:lnTo>
                    <a:pt x="1735635" y="2373013"/>
                  </a:lnTo>
                  <a:lnTo>
                    <a:pt x="1719082" y="2385613"/>
                  </a:lnTo>
                  <a:lnTo>
                    <a:pt x="1671220" y="2419100"/>
                  </a:lnTo>
                  <a:lnTo>
                    <a:pt x="1621660" y="2449116"/>
                  </a:lnTo>
                  <a:lnTo>
                    <a:pt x="1569579" y="2475853"/>
                  </a:lnTo>
                  <a:lnTo>
                    <a:pt x="1514055" y="2499627"/>
                  </a:lnTo>
                  <a:lnTo>
                    <a:pt x="1454159" y="2520787"/>
                  </a:lnTo>
                  <a:lnTo>
                    <a:pt x="1389037" y="2539668"/>
                  </a:lnTo>
                  <a:lnTo>
                    <a:pt x="1318019" y="2556556"/>
                  </a:lnTo>
                  <a:lnTo>
                    <a:pt x="1240776" y="2571680"/>
                  </a:lnTo>
                  <a:lnTo>
                    <a:pt x="1157509" y="2585199"/>
                  </a:lnTo>
                  <a:lnTo>
                    <a:pt x="1069180" y="2597205"/>
                  </a:lnTo>
                  <a:lnTo>
                    <a:pt x="977718" y="2607727"/>
                  </a:lnTo>
                  <a:lnTo>
                    <a:pt x="886130" y="2616747"/>
                  </a:lnTo>
                  <a:lnTo>
                    <a:pt x="798377" y="2624227"/>
                  </a:lnTo>
                  <a:lnTo>
                    <a:pt x="718939" y="2630148"/>
                  </a:lnTo>
                  <a:lnTo>
                    <a:pt x="652044" y="2634547"/>
                  </a:lnTo>
                  <a:lnTo>
                    <a:pt x="600751" y="2637545"/>
                  </a:lnTo>
                  <a:lnTo>
                    <a:pt x="566149" y="2639353"/>
                  </a:lnTo>
                  <a:lnTo>
                    <a:pt x="546974" y="2640253"/>
                  </a:lnTo>
                  <a:lnTo>
                    <a:pt x="539674" y="2640562"/>
                  </a:lnTo>
                  <a:lnTo>
                    <a:pt x="538736" y="2640599"/>
                  </a:lnTo>
                  <a:lnTo>
                    <a:pt x="0" y="2640599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27" name="pl1527"/>
            <p:cNvSpPr/>
            <p:nvPr/>
          </p:nvSpPr>
          <p:spPr>
            <a:xfrm>
              <a:off x="546595" y="2362039"/>
              <a:ext cx="8234974" cy="2640599"/>
            </a:xfrm>
            <a:custGeom>
              <a:avLst/>
              <a:pathLst>
                <a:path w="8234974" h="2640599">
                  <a:moveTo>
                    <a:pt x="0" y="2640599"/>
                  </a:moveTo>
                  <a:lnTo>
                    <a:pt x="538736" y="2640599"/>
                  </a:lnTo>
                  <a:lnTo>
                    <a:pt x="539996" y="2640549"/>
                  </a:lnTo>
                  <a:lnTo>
                    <a:pt x="548222" y="2640197"/>
                  </a:lnTo>
                  <a:lnTo>
                    <a:pt x="568752" y="2639224"/>
                  </a:lnTo>
                  <a:lnTo>
                    <a:pt x="604932" y="2637314"/>
                  </a:lnTo>
                  <a:lnTo>
                    <a:pt x="657800" y="2634190"/>
                  </a:lnTo>
                  <a:lnTo>
                    <a:pt x="726051" y="2629649"/>
                  </a:lnTo>
                  <a:lnTo>
                    <a:pt x="806477" y="2623579"/>
                  </a:lnTo>
                  <a:lnTo>
                    <a:pt x="894787" y="2615950"/>
                  </a:lnTo>
                  <a:lnTo>
                    <a:pt x="986521" y="2606786"/>
                  </a:lnTo>
                  <a:lnTo>
                    <a:pt x="1077797" y="2596122"/>
                  </a:lnTo>
                  <a:lnTo>
                    <a:pt x="1165709" y="2583973"/>
                  </a:lnTo>
                  <a:lnTo>
                    <a:pt x="1248428" y="2570306"/>
                  </a:lnTo>
                  <a:lnTo>
                    <a:pt x="1325075" y="2555021"/>
                  </a:lnTo>
                  <a:lnTo>
                    <a:pt x="1395508" y="2537953"/>
                  </a:lnTo>
                  <a:lnTo>
                    <a:pt x="1460098" y="2518868"/>
                  </a:lnTo>
                  <a:lnTo>
                    <a:pt x="1519537" y="2497473"/>
                  </a:lnTo>
                  <a:lnTo>
                    <a:pt x="1574691" y="2473431"/>
                  </a:lnTo>
                  <a:lnTo>
                    <a:pt x="1626493" y="2446393"/>
                  </a:lnTo>
                  <a:lnTo>
                    <a:pt x="1675856" y="2416051"/>
                  </a:lnTo>
                  <a:lnTo>
                    <a:pt x="1719082" y="2385613"/>
                  </a:lnTo>
                  <a:lnTo>
                    <a:pt x="1762709" y="2351300"/>
                  </a:lnTo>
                  <a:lnTo>
                    <a:pt x="1805909" y="2313892"/>
                  </a:lnTo>
                  <a:lnTo>
                    <a:pt x="1849051" y="2273332"/>
                  </a:lnTo>
                  <a:lnTo>
                    <a:pt x="1892401" y="2229644"/>
                  </a:lnTo>
                  <a:lnTo>
                    <a:pt x="1936136" y="2182944"/>
                  </a:lnTo>
                  <a:lnTo>
                    <a:pt x="1980355" y="2133442"/>
                  </a:lnTo>
                  <a:lnTo>
                    <a:pt x="2025086" y="2081449"/>
                  </a:lnTo>
                  <a:lnTo>
                    <a:pt x="2070294" y="2027371"/>
                  </a:lnTo>
                  <a:lnTo>
                    <a:pt x="2115894" y="1971698"/>
                  </a:lnTo>
                  <a:lnTo>
                    <a:pt x="2161760" y="1914990"/>
                  </a:lnTo>
                  <a:lnTo>
                    <a:pt x="2207737" y="1857853"/>
                  </a:lnTo>
                  <a:lnTo>
                    <a:pt x="2253664" y="1800910"/>
                  </a:lnTo>
                  <a:lnTo>
                    <a:pt x="2299380" y="1744777"/>
                  </a:lnTo>
                  <a:lnTo>
                    <a:pt x="2344750" y="1690035"/>
                  </a:lnTo>
                  <a:lnTo>
                    <a:pt x="2389668" y="1637202"/>
                  </a:lnTo>
                  <a:lnTo>
                    <a:pt x="2434081" y="1586718"/>
                  </a:lnTo>
                  <a:lnTo>
                    <a:pt x="2477991" y="1538929"/>
                  </a:lnTo>
                  <a:lnTo>
                    <a:pt x="2521469" y="1494086"/>
                  </a:lnTo>
                  <a:lnTo>
                    <a:pt x="2564663" y="1452337"/>
                  </a:lnTo>
                  <a:lnTo>
                    <a:pt x="2607804" y="1413741"/>
                  </a:lnTo>
                  <a:lnTo>
                    <a:pt x="2651219" y="1378270"/>
                  </a:lnTo>
                  <a:lnTo>
                    <a:pt x="2667772" y="1365670"/>
                  </a:lnTo>
                  <a:lnTo>
                    <a:pt x="2715635" y="1332183"/>
                  </a:lnTo>
                  <a:lnTo>
                    <a:pt x="2765194" y="1302167"/>
                  </a:lnTo>
                  <a:lnTo>
                    <a:pt x="2817276" y="1275430"/>
                  </a:lnTo>
                  <a:lnTo>
                    <a:pt x="2872799" y="1251656"/>
                  </a:lnTo>
                  <a:lnTo>
                    <a:pt x="2932695" y="1230496"/>
                  </a:lnTo>
                  <a:lnTo>
                    <a:pt x="2997818" y="1211615"/>
                  </a:lnTo>
                  <a:lnTo>
                    <a:pt x="3068835" y="1194727"/>
                  </a:lnTo>
                  <a:lnTo>
                    <a:pt x="3146078" y="1179603"/>
                  </a:lnTo>
                  <a:lnTo>
                    <a:pt x="3229345" y="1166084"/>
                  </a:lnTo>
                  <a:lnTo>
                    <a:pt x="3317675" y="1154078"/>
                  </a:lnTo>
                  <a:lnTo>
                    <a:pt x="3409137" y="1143556"/>
                  </a:lnTo>
                  <a:lnTo>
                    <a:pt x="3500725" y="1134537"/>
                  </a:lnTo>
                  <a:lnTo>
                    <a:pt x="3588478" y="1127056"/>
                  </a:lnTo>
                  <a:lnTo>
                    <a:pt x="3667916" y="1121135"/>
                  </a:lnTo>
                  <a:lnTo>
                    <a:pt x="3734810" y="1116736"/>
                  </a:lnTo>
                  <a:lnTo>
                    <a:pt x="3786104" y="1113738"/>
                  </a:lnTo>
                  <a:lnTo>
                    <a:pt x="3820705" y="1111930"/>
                  </a:lnTo>
                  <a:lnTo>
                    <a:pt x="3839880" y="1111030"/>
                  </a:lnTo>
                  <a:lnTo>
                    <a:pt x="3847181" y="1110721"/>
                  </a:lnTo>
                  <a:lnTo>
                    <a:pt x="3848118" y="1110684"/>
                  </a:lnTo>
                  <a:lnTo>
                    <a:pt x="4386855" y="1110684"/>
                  </a:lnTo>
                  <a:lnTo>
                    <a:pt x="4388135" y="1110648"/>
                  </a:lnTo>
                  <a:lnTo>
                    <a:pt x="4396487" y="1110388"/>
                  </a:lnTo>
                  <a:lnTo>
                    <a:pt x="4417321" y="1109670"/>
                  </a:lnTo>
                  <a:lnTo>
                    <a:pt x="4454007" y="1108261"/>
                  </a:lnTo>
                  <a:lnTo>
                    <a:pt x="4507552" y="1105958"/>
                  </a:lnTo>
                  <a:lnTo>
                    <a:pt x="4576580" y="1102612"/>
                  </a:lnTo>
                  <a:lnTo>
                    <a:pt x="4657785" y="1098142"/>
                  </a:lnTo>
                  <a:lnTo>
                    <a:pt x="4746787" y="1092529"/>
                  </a:lnTo>
                  <a:lnTo>
                    <a:pt x="4839067" y="1085789"/>
                  </a:lnTo>
                  <a:lnTo>
                    <a:pt x="4930718" y="1077951"/>
                  </a:lnTo>
                  <a:lnTo>
                    <a:pt x="5018846" y="1069024"/>
                  </a:lnTo>
                  <a:lnTo>
                    <a:pt x="5101648" y="1058978"/>
                  </a:lnTo>
                  <a:lnTo>
                    <a:pt x="5178284" y="1047740"/>
                  </a:lnTo>
                  <a:lnTo>
                    <a:pt x="5248653" y="1035183"/>
                  </a:lnTo>
                  <a:lnTo>
                    <a:pt x="5313159" y="1021131"/>
                  </a:lnTo>
                  <a:lnTo>
                    <a:pt x="5372525" y="1005365"/>
                  </a:lnTo>
                  <a:lnTo>
                    <a:pt x="5427639" y="987635"/>
                  </a:lnTo>
                  <a:lnTo>
                    <a:pt x="5479451" y="967685"/>
                  </a:lnTo>
                  <a:lnTo>
                    <a:pt x="5528883" y="945291"/>
                  </a:lnTo>
                  <a:lnTo>
                    <a:pt x="5567201" y="925570"/>
                  </a:lnTo>
                  <a:lnTo>
                    <a:pt x="5614114" y="898680"/>
                  </a:lnTo>
                  <a:lnTo>
                    <a:pt x="5660569" y="869183"/>
                  </a:lnTo>
                  <a:lnTo>
                    <a:pt x="5707009" y="837037"/>
                  </a:lnTo>
                  <a:lnTo>
                    <a:pt x="5753743" y="802279"/>
                  </a:lnTo>
                  <a:lnTo>
                    <a:pt x="5800965" y="765036"/>
                  </a:lnTo>
                  <a:lnTo>
                    <a:pt x="5848769" y="725529"/>
                  </a:lnTo>
                  <a:lnTo>
                    <a:pt x="5897154" y="684075"/>
                  </a:lnTo>
                  <a:lnTo>
                    <a:pt x="5946045" y="641081"/>
                  </a:lnTo>
                  <a:lnTo>
                    <a:pt x="5995305" y="597027"/>
                  </a:lnTo>
                  <a:lnTo>
                    <a:pt x="6044753" y="552448"/>
                  </a:lnTo>
                  <a:lnTo>
                    <a:pt x="6094187" y="507905"/>
                  </a:lnTo>
                  <a:lnTo>
                    <a:pt x="6143408" y="463960"/>
                  </a:lnTo>
                  <a:lnTo>
                    <a:pt x="6192241" y="421139"/>
                  </a:lnTo>
                  <a:lnTo>
                    <a:pt x="6240553" y="379917"/>
                  </a:lnTo>
                  <a:lnTo>
                    <a:pt x="6288280" y="340687"/>
                  </a:lnTo>
                  <a:lnTo>
                    <a:pt x="6335432" y="303756"/>
                  </a:lnTo>
                  <a:lnTo>
                    <a:pt x="6382114" y="269332"/>
                  </a:lnTo>
                  <a:lnTo>
                    <a:pt x="6428536" y="237529"/>
                  </a:lnTo>
                  <a:lnTo>
                    <a:pt x="6475022" y="208374"/>
                  </a:lnTo>
                  <a:lnTo>
                    <a:pt x="6515891" y="185114"/>
                  </a:lnTo>
                  <a:lnTo>
                    <a:pt x="6564013" y="160680"/>
                  </a:lnTo>
                  <a:lnTo>
                    <a:pt x="6613855" y="138792"/>
                  </a:lnTo>
                  <a:lnTo>
                    <a:pt x="6666255" y="119308"/>
                  </a:lnTo>
                  <a:lnTo>
                    <a:pt x="6722149" y="101995"/>
                  </a:lnTo>
                  <a:lnTo>
                    <a:pt x="6782482" y="86593"/>
                  </a:lnTo>
                  <a:lnTo>
                    <a:pt x="6848119" y="72859"/>
                  </a:lnTo>
                  <a:lnTo>
                    <a:pt x="6919730" y="60580"/>
                  </a:lnTo>
                  <a:lnTo>
                    <a:pt x="6997637" y="49590"/>
                  </a:lnTo>
                  <a:lnTo>
                    <a:pt x="7081607" y="39774"/>
                  </a:lnTo>
                  <a:lnTo>
                    <a:pt x="7170623" y="31067"/>
                  </a:lnTo>
                  <a:lnTo>
                    <a:pt x="7262669" y="23448"/>
                  </a:lnTo>
                  <a:lnTo>
                    <a:pt x="7354631" y="16934"/>
                  </a:lnTo>
                  <a:lnTo>
                    <a:pt x="7442434" y="11550"/>
                  </a:lnTo>
                  <a:lnTo>
                    <a:pt x="7521519" y="7310"/>
                  </a:lnTo>
                  <a:lnTo>
                    <a:pt x="7587643" y="4182"/>
                  </a:lnTo>
                  <a:lnTo>
                    <a:pt x="7637831" y="2073"/>
                  </a:lnTo>
                  <a:lnTo>
                    <a:pt x="7671165" y="821"/>
                  </a:lnTo>
                  <a:lnTo>
                    <a:pt x="7689144" y="214"/>
                  </a:lnTo>
                  <a:lnTo>
                    <a:pt x="7695577" y="1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8" name="pl1528"/>
            <p:cNvSpPr/>
            <p:nvPr/>
          </p:nvSpPr>
          <p:spPr>
            <a:xfrm>
              <a:off x="546595" y="2356594"/>
              <a:ext cx="8234974" cy="2640599"/>
            </a:xfrm>
            <a:custGeom>
              <a:avLst/>
              <a:pathLst>
                <a:path w="8234974" h="2640599">
                  <a:moveTo>
                    <a:pt x="8234974" y="0"/>
                  </a:moveTo>
                  <a:lnTo>
                    <a:pt x="7696237" y="0"/>
                  </a:lnTo>
                  <a:lnTo>
                    <a:pt x="7694958" y="36"/>
                  </a:lnTo>
                  <a:lnTo>
                    <a:pt x="7686605" y="296"/>
                  </a:lnTo>
                  <a:lnTo>
                    <a:pt x="7665771" y="1014"/>
                  </a:lnTo>
                  <a:lnTo>
                    <a:pt x="7629086" y="2423"/>
                  </a:lnTo>
                  <a:lnTo>
                    <a:pt x="7575540" y="4726"/>
                  </a:lnTo>
                  <a:lnTo>
                    <a:pt x="7506513" y="8072"/>
                  </a:lnTo>
                  <a:lnTo>
                    <a:pt x="7425307" y="12542"/>
                  </a:lnTo>
                  <a:lnTo>
                    <a:pt x="7336306" y="18155"/>
                  </a:lnTo>
                  <a:lnTo>
                    <a:pt x="7244026" y="24895"/>
                  </a:lnTo>
                  <a:lnTo>
                    <a:pt x="7152374" y="32733"/>
                  </a:lnTo>
                  <a:lnTo>
                    <a:pt x="7064247" y="41660"/>
                  </a:lnTo>
                  <a:lnTo>
                    <a:pt x="6981445" y="51706"/>
                  </a:lnTo>
                  <a:lnTo>
                    <a:pt x="6904808" y="62944"/>
                  </a:lnTo>
                  <a:lnTo>
                    <a:pt x="6834440" y="75501"/>
                  </a:lnTo>
                  <a:lnTo>
                    <a:pt x="6769933" y="89553"/>
                  </a:lnTo>
                  <a:lnTo>
                    <a:pt x="6710568" y="105319"/>
                  </a:lnTo>
                  <a:lnTo>
                    <a:pt x="6655454" y="123049"/>
                  </a:lnTo>
                  <a:lnTo>
                    <a:pt x="6603642" y="142999"/>
                  </a:lnTo>
                  <a:lnTo>
                    <a:pt x="6554209" y="165393"/>
                  </a:lnTo>
                  <a:lnTo>
                    <a:pt x="6515891" y="185114"/>
                  </a:lnTo>
                  <a:lnTo>
                    <a:pt x="6468978" y="212004"/>
                  </a:lnTo>
                  <a:lnTo>
                    <a:pt x="6422523" y="241501"/>
                  </a:lnTo>
                  <a:lnTo>
                    <a:pt x="6376084" y="273647"/>
                  </a:lnTo>
                  <a:lnTo>
                    <a:pt x="6329350" y="308405"/>
                  </a:lnTo>
                  <a:lnTo>
                    <a:pt x="6282127" y="345648"/>
                  </a:lnTo>
                  <a:lnTo>
                    <a:pt x="6234324" y="385155"/>
                  </a:lnTo>
                  <a:lnTo>
                    <a:pt x="6185938" y="426609"/>
                  </a:lnTo>
                  <a:lnTo>
                    <a:pt x="6137047" y="469603"/>
                  </a:lnTo>
                  <a:lnTo>
                    <a:pt x="6087788" y="513657"/>
                  </a:lnTo>
                  <a:lnTo>
                    <a:pt x="6038340" y="558236"/>
                  </a:lnTo>
                  <a:lnTo>
                    <a:pt x="5988905" y="602779"/>
                  </a:lnTo>
                  <a:lnTo>
                    <a:pt x="5939684" y="646724"/>
                  </a:lnTo>
                  <a:lnTo>
                    <a:pt x="5890852" y="689545"/>
                  </a:lnTo>
                  <a:lnTo>
                    <a:pt x="5842539" y="730767"/>
                  </a:lnTo>
                  <a:lnTo>
                    <a:pt x="5794813" y="769996"/>
                  </a:lnTo>
                  <a:lnTo>
                    <a:pt x="5747661" y="806928"/>
                  </a:lnTo>
                  <a:lnTo>
                    <a:pt x="5700978" y="841352"/>
                  </a:lnTo>
                  <a:lnTo>
                    <a:pt x="5654557" y="873155"/>
                  </a:lnTo>
                  <a:lnTo>
                    <a:pt x="5608071" y="902310"/>
                  </a:lnTo>
                  <a:lnTo>
                    <a:pt x="5567201" y="925570"/>
                  </a:lnTo>
                  <a:lnTo>
                    <a:pt x="5519079" y="950004"/>
                  </a:lnTo>
                  <a:lnTo>
                    <a:pt x="5469238" y="971892"/>
                  </a:lnTo>
                  <a:lnTo>
                    <a:pt x="5416837" y="991376"/>
                  </a:lnTo>
                  <a:lnTo>
                    <a:pt x="5360943" y="1008689"/>
                  </a:lnTo>
                  <a:lnTo>
                    <a:pt x="5300610" y="1024091"/>
                  </a:lnTo>
                  <a:lnTo>
                    <a:pt x="5234974" y="1037825"/>
                  </a:lnTo>
                  <a:lnTo>
                    <a:pt x="5163362" y="1050104"/>
                  </a:lnTo>
                  <a:lnTo>
                    <a:pt x="5085456" y="1061094"/>
                  </a:lnTo>
                  <a:lnTo>
                    <a:pt x="5001486" y="1070910"/>
                  </a:lnTo>
                  <a:lnTo>
                    <a:pt x="4912470" y="1079617"/>
                  </a:lnTo>
                  <a:lnTo>
                    <a:pt x="4820423" y="1087236"/>
                  </a:lnTo>
                  <a:lnTo>
                    <a:pt x="4728461" y="1093750"/>
                  </a:lnTo>
                  <a:lnTo>
                    <a:pt x="4640658" y="1099134"/>
                  </a:lnTo>
                  <a:lnTo>
                    <a:pt x="4561573" y="1103374"/>
                  </a:lnTo>
                  <a:lnTo>
                    <a:pt x="4495449" y="1106502"/>
                  </a:lnTo>
                  <a:lnTo>
                    <a:pt x="4445261" y="1108611"/>
                  </a:lnTo>
                  <a:lnTo>
                    <a:pt x="4411928" y="1109863"/>
                  </a:lnTo>
                  <a:lnTo>
                    <a:pt x="4393949" y="1110470"/>
                  </a:lnTo>
                  <a:lnTo>
                    <a:pt x="4387515" y="1110666"/>
                  </a:lnTo>
                  <a:lnTo>
                    <a:pt x="4386855" y="1110684"/>
                  </a:lnTo>
                  <a:lnTo>
                    <a:pt x="3848118" y="1110684"/>
                  </a:lnTo>
                  <a:lnTo>
                    <a:pt x="3846859" y="1110734"/>
                  </a:lnTo>
                  <a:lnTo>
                    <a:pt x="3838633" y="1111086"/>
                  </a:lnTo>
                  <a:lnTo>
                    <a:pt x="3818103" y="1112059"/>
                  </a:lnTo>
                  <a:lnTo>
                    <a:pt x="3781923" y="1113969"/>
                  </a:lnTo>
                  <a:lnTo>
                    <a:pt x="3729055" y="1117093"/>
                  </a:lnTo>
                  <a:lnTo>
                    <a:pt x="3660804" y="1121634"/>
                  </a:lnTo>
                  <a:lnTo>
                    <a:pt x="3580377" y="1127704"/>
                  </a:lnTo>
                  <a:lnTo>
                    <a:pt x="3492068" y="1135333"/>
                  </a:lnTo>
                  <a:lnTo>
                    <a:pt x="3400333" y="1144497"/>
                  </a:lnTo>
                  <a:lnTo>
                    <a:pt x="3309058" y="1155161"/>
                  </a:lnTo>
                  <a:lnTo>
                    <a:pt x="3221145" y="1167310"/>
                  </a:lnTo>
                  <a:lnTo>
                    <a:pt x="3138426" y="1180977"/>
                  </a:lnTo>
                  <a:lnTo>
                    <a:pt x="3061780" y="1196262"/>
                  </a:lnTo>
                  <a:lnTo>
                    <a:pt x="2991347" y="1213330"/>
                  </a:lnTo>
                  <a:lnTo>
                    <a:pt x="2926757" y="1232415"/>
                  </a:lnTo>
                  <a:lnTo>
                    <a:pt x="2867318" y="1253810"/>
                  </a:lnTo>
                  <a:lnTo>
                    <a:pt x="2812164" y="1277852"/>
                  </a:lnTo>
                  <a:lnTo>
                    <a:pt x="2760362" y="1304890"/>
                  </a:lnTo>
                  <a:lnTo>
                    <a:pt x="2710998" y="1335232"/>
                  </a:lnTo>
                  <a:lnTo>
                    <a:pt x="2667772" y="1365670"/>
                  </a:lnTo>
                  <a:lnTo>
                    <a:pt x="2624146" y="1399983"/>
                  </a:lnTo>
                  <a:lnTo>
                    <a:pt x="2580945" y="1437391"/>
                  </a:lnTo>
                  <a:lnTo>
                    <a:pt x="2537803" y="1477951"/>
                  </a:lnTo>
                  <a:lnTo>
                    <a:pt x="2494454" y="1521639"/>
                  </a:lnTo>
                  <a:lnTo>
                    <a:pt x="2450719" y="1568339"/>
                  </a:lnTo>
                  <a:lnTo>
                    <a:pt x="2406500" y="1617841"/>
                  </a:lnTo>
                  <a:lnTo>
                    <a:pt x="2361769" y="1669834"/>
                  </a:lnTo>
                  <a:lnTo>
                    <a:pt x="2316560" y="1723912"/>
                  </a:lnTo>
                  <a:lnTo>
                    <a:pt x="2270960" y="1779585"/>
                  </a:lnTo>
                  <a:lnTo>
                    <a:pt x="2225095" y="1836293"/>
                  </a:lnTo>
                  <a:lnTo>
                    <a:pt x="2179117" y="1893431"/>
                  </a:lnTo>
                  <a:lnTo>
                    <a:pt x="2133191" y="1950374"/>
                  </a:lnTo>
                  <a:lnTo>
                    <a:pt x="2087474" y="2006506"/>
                  </a:lnTo>
                  <a:lnTo>
                    <a:pt x="2042105" y="2061248"/>
                  </a:lnTo>
                  <a:lnTo>
                    <a:pt x="1997186" y="2114081"/>
                  </a:lnTo>
                  <a:lnTo>
                    <a:pt x="1952774" y="2164565"/>
                  </a:lnTo>
                  <a:lnTo>
                    <a:pt x="1908864" y="2212354"/>
                  </a:lnTo>
                  <a:lnTo>
                    <a:pt x="1865385" y="2257197"/>
                  </a:lnTo>
                  <a:lnTo>
                    <a:pt x="1822191" y="2298946"/>
                  </a:lnTo>
                  <a:lnTo>
                    <a:pt x="1779050" y="2337542"/>
                  </a:lnTo>
                  <a:lnTo>
                    <a:pt x="1735635" y="2373013"/>
                  </a:lnTo>
                  <a:lnTo>
                    <a:pt x="1719082" y="2385613"/>
                  </a:lnTo>
                  <a:lnTo>
                    <a:pt x="1671220" y="2419100"/>
                  </a:lnTo>
                  <a:lnTo>
                    <a:pt x="1621660" y="2449116"/>
                  </a:lnTo>
                  <a:lnTo>
                    <a:pt x="1569579" y="2475853"/>
                  </a:lnTo>
                  <a:lnTo>
                    <a:pt x="1514055" y="2499627"/>
                  </a:lnTo>
                  <a:lnTo>
                    <a:pt x="1454159" y="2520787"/>
                  </a:lnTo>
                  <a:lnTo>
                    <a:pt x="1389037" y="2539668"/>
                  </a:lnTo>
                  <a:lnTo>
                    <a:pt x="1318019" y="2556556"/>
                  </a:lnTo>
                  <a:lnTo>
                    <a:pt x="1240776" y="2571680"/>
                  </a:lnTo>
                  <a:lnTo>
                    <a:pt x="1157509" y="2585199"/>
                  </a:lnTo>
                  <a:lnTo>
                    <a:pt x="1069180" y="2597205"/>
                  </a:lnTo>
                  <a:lnTo>
                    <a:pt x="977718" y="2607727"/>
                  </a:lnTo>
                  <a:lnTo>
                    <a:pt x="886130" y="2616747"/>
                  </a:lnTo>
                  <a:lnTo>
                    <a:pt x="798377" y="2624227"/>
                  </a:lnTo>
                  <a:lnTo>
                    <a:pt x="718939" y="2630148"/>
                  </a:lnTo>
                  <a:lnTo>
                    <a:pt x="652044" y="2634547"/>
                  </a:lnTo>
                  <a:lnTo>
                    <a:pt x="600751" y="2637545"/>
                  </a:lnTo>
                  <a:lnTo>
                    <a:pt x="566149" y="2639353"/>
                  </a:lnTo>
                  <a:lnTo>
                    <a:pt x="546974" y="2640253"/>
                  </a:lnTo>
                  <a:lnTo>
                    <a:pt x="539674" y="2640562"/>
                  </a:lnTo>
                  <a:lnTo>
                    <a:pt x="538736" y="2640599"/>
                  </a:lnTo>
                  <a:lnTo>
                    <a:pt x="0" y="2640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9" name="pg1529"/>
            <p:cNvSpPr/>
            <p:nvPr/>
          </p:nvSpPr>
          <p:spPr>
            <a:xfrm>
              <a:off x="546595" y="3597948"/>
              <a:ext cx="8234974" cy="1998144"/>
            </a:xfrm>
            <a:custGeom>
              <a:avLst/>
              <a:pathLst>
                <a:path w="8234974" h="1998144">
                  <a:moveTo>
                    <a:pt x="0" y="1410134"/>
                  </a:moveTo>
                  <a:lnTo>
                    <a:pt x="538736" y="1410134"/>
                  </a:lnTo>
                  <a:lnTo>
                    <a:pt x="540003" y="1410088"/>
                  </a:lnTo>
                  <a:lnTo>
                    <a:pt x="548270" y="1409763"/>
                  </a:lnTo>
                  <a:lnTo>
                    <a:pt x="568900" y="1408865"/>
                  </a:lnTo>
                  <a:lnTo>
                    <a:pt x="605246" y="1407102"/>
                  </a:lnTo>
                  <a:lnTo>
                    <a:pt x="658336" y="1404219"/>
                  </a:lnTo>
                  <a:lnTo>
                    <a:pt x="726842" y="1400029"/>
                  </a:lnTo>
                  <a:lnTo>
                    <a:pt x="807525" y="1394430"/>
                  </a:lnTo>
                  <a:lnTo>
                    <a:pt x="896063" y="1387394"/>
                  </a:lnTo>
                  <a:lnTo>
                    <a:pt x="987978" y="1378944"/>
                  </a:lnTo>
                  <a:lnTo>
                    <a:pt x="1079378" y="1369113"/>
                  </a:lnTo>
                  <a:lnTo>
                    <a:pt x="1167362" y="1357914"/>
                  </a:lnTo>
                  <a:lnTo>
                    <a:pt x="1250109" y="1345314"/>
                  </a:lnTo>
                  <a:lnTo>
                    <a:pt x="1326753" y="1331222"/>
                  </a:lnTo>
                  <a:lnTo>
                    <a:pt x="1397165" y="1315482"/>
                  </a:lnTo>
                  <a:lnTo>
                    <a:pt x="1461728" y="1297878"/>
                  </a:lnTo>
                  <a:lnTo>
                    <a:pt x="1521142" y="1278137"/>
                  </a:lnTo>
                  <a:lnTo>
                    <a:pt x="1576283" y="1255949"/>
                  </a:lnTo>
                  <a:lnTo>
                    <a:pt x="1628087" y="1230991"/>
                  </a:lnTo>
                  <a:lnTo>
                    <a:pt x="1677473" y="1202980"/>
                  </a:lnTo>
                  <a:lnTo>
                    <a:pt x="1719082" y="1176019"/>
                  </a:lnTo>
                  <a:lnTo>
                    <a:pt x="1763672" y="1143783"/>
                  </a:lnTo>
                  <a:lnTo>
                    <a:pt x="1807826" y="1108574"/>
                  </a:lnTo>
                  <a:lnTo>
                    <a:pt x="1851933" y="1070342"/>
                  </a:lnTo>
                  <a:lnTo>
                    <a:pt x="1896271" y="1029114"/>
                  </a:lnTo>
                  <a:lnTo>
                    <a:pt x="1941025" y="985010"/>
                  </a:lnTo>
                  <a:lnTo>
                    <a:pt x="1986290" y="938247"/>
                  </a:lnTo>
                  <a:lnTo>
                    <a:pt x="2032089" y="889141"/>
                  </a:lnTo>
                  <a:lnTo>
                    <a:pt x="2078377" y="838103"/>
                  </a:lnTo>
                  <a:lnTo>
                    <a:pt x="2125052" y="785627"/>
                  </a:lnTo>
                  <a:lnTo>
                    <a:pt x="2171975" y="732271"/>
                  </a:lnTo>
                  <a:lnTo>
                    <a:pt x="2218977" y="678635"/>
                  </a:lnTo>
                  <a:lnTo>
                    <a:pt x="2265884" y="625332"/>
                  </a:lnTo>
                  <a:lnTo>
                    <a:pt x="2312530" y="572960"/>
                  </a:lnTo>
                  <a:lnTo>
                    <a:pt x="2358779" y="522072"/>
                  </a:lnTo>
                  <a:lnTo>
                    <a:pt x="2404532" y="473155"/>
                  </a:lnTo>
                  <a:lnTo>
                    <a:pt x="2449751" y="426613"/>
                  </a:lnTo>
                  <a:lnTo>
                    <a:pt x="2494463" y="382753"/>
                  </a:lnTo>
                  <a:lnTo>
                    <a:pt x="2538773" y="341782"/>
                  </a:lnTo>
                  <a:lnTo>
                    <a:pt x="2582871" y="303814"/>
                  </a:lnTo>
                  <a:lnTo>
                    <a:pt x="2627046" y="268868"/>
                  </a:lnTo>
                  <a:lnTo>
                    <a:pt x="2667772" y="239559"/>
                  </a:lnTo>
                  <a:lnTo>
                    <a:pt x="2715720" y="208761"/>
                  </a:lnTo>
                  <a:lnTo>
                    <a:pt x="2765372" y="181162"/>
                  </a:lnTo>
                  <a:lnTo>
                    <a:pt x="2817559" y="156583"/>
                  </a:lnTo>
                  <a:lnTo>
                    <a:pt x="2873204" y="134733"/>
                  </a:lnTo>
                  <a:lnTo>
                    <a:pt x="2933244" y="115288"/>
                  </a:lnTo>
                  <a:lnTo>
                    <a:pt x="2998535" y="97941"/>
                  </a:lnTo>
                  <a:lnTo>
                    <a:pt x="3069748" y="82427"/>
                  </a:lnTo>
                  <a:lnTo>
                    <a:pt x="3147209" y="68537"/>
                  </a:lnTo>
                  <a:lnTo>
                    <a:pt x="3230707" y="56124"/>
                  </a:lnTo>
                  <a:lnTo>
                    <a:pt x="3319263" y="45104"/>
                  </a:lnTo>
                  <a:lnTo>
                    <a:pt x="3410918" y="35452"/>
                  </a:lnTo>
                  <a:lnTo>
                    <a:pt x="3502631" y="27184"/>
                  </a:lnTo>
                  <a:lnTo>
                    <a:pt x="3590403" y="20335"/>
                  </a:lnTo>
                  <a:lnTo>
                    <a:pt x="3669728" y="14923"/>
                  </a:lnTo>
                  <a:lnTo>
                    <a:pt x="3736373" y="10912"/>
                  </a:lnTo>
                  <a:lnTo>
                    <a:pt x="3787305" y="8187"/>
                  </a:lnTo>
                  <a:lnTo>
                    <a:pt x="3821489" y="6553"/>
                  </a:lnTo>
                  <a:lnTo>
                    <a:pt x="3840269" y="5746"/>
                  </a:lnTo>
                  <a:lnTo>
                    <a:pt x="3847279" y="547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7" y="5507"/>
                  </a:lnTo>
                  <a:lnTo>
                    <a:pt x="4396134" y="5955"/>
                  </a:lnTo>
                  <a:lnTo>
                    <a:pt x="4416236" y="7193"/>
                  </a:lnTo>
                  <a:lnTo>
                    <a:pt x="4451702" y="9625"/>
                  </a:lnTo>
                  <a:lnTo>
                    <a:pt x="4503608" y="13604"/>
                  </a:lnTo>
                  <a:lnTo>
                    <a:pt x="4570755" y="19392"/>
                  </a:lnTo>
                  <a:lnTo>
                    <a:pt x="4650069" y="27139"/>
                  </a:lnTo>
                  <a:lnTo>
                    <a:pt x="4737383" y="36885"/>
                  </a:lnTo>
                  <a:lnTo>
                    <a:pt x="4828328" y="48604"/>
                  </a:lnTo>
                  <a:lnTo>
                    <a:pt x="4919052" y="62249"/>
                  </a:lnTo>
                  <a:lnTo>
                    <a:pt x="5006644" y="77797"/>
                  </a:lnTo>
                  <a:lnTo>
                    <a:pt x="5089232" y="95288"/>
                  </a:lnTo>
                  <a:lnTo>
                    <a:pt x="5165884" y="114837"/>
                  </a:lnTo>
                  <a:lnTo>
                    <a:pt x="5236405" y="136649"/>
                  </a:lnTo>
                  <a:lnTo>
                    <a:pt x="5301114" y="161013"/>
                  </a:lnTo>
                  <a:lnTo>
                    <a:pt x="5360660" y="188293"/>
                  </a:lnTo>
                  <a:lnTo>
                    <a:pt x="5415878" y="218913"/>
                  </a:lnTo>
                  <a:lnTo>
                    <a:pt x="5467674" y="253320"/>
                  </a:lnTo>
                  <a:lnTo>
                    <a:pt x="5516950" y="291919"/>
                  </a:lnTo>
                  <a:lnTo>
                    <a:pt x="5564519" y="334964"/>
                  </a:lnTo>
                  <a:lnTo>
                    <a:pt x="5567201" y="337561"/>
                  </a:lnTo>
                  <a:lnTo>
                    <a:pt x="5607521" y="378704"/>
                  </a:lnTo>
                  <a:lnTo>
                    <a:pt x="5647451" y="423281"/>
                  </a:lnTo>
                  <a:lnTo>
                    <a:pt x="5687290" y="471357"/>
                  </a:lnTo>
                  <a:lnTo>
                    <a:pt x="5727262" y="522926"/>
                  </a:lnTo>
                  <a:lnTo>
                    <a:pt x="5767525" y="577894"/>
                  </a:lnTo>
                  <a:lnTo>
                    <a:pt x="5808177" y="636079"/>
                  </a:lnTo>
                  <a:lnTo>
                    <a:pt x="5849263" y="697206"/>
                  </a:lnTo>
                  <a:lnTo>
                    <a:pt x="5890779" y="760905"/>
                  </a:lnTo>
                  <a:lnTo>
                    <a:pt x="5932679" y="826721"/>
                  </a:lnTo>
                  <a:lnTo>
                    <a:pt x="5974883" y="894122"/>
                  </a:lnTo>
                  <a:lnTo>
                    <a:pt x="6017284" y="962517"/>
                  </a:lnTo>
                  <a:lnTo>
                    <a:pt x="6059758" y="1031280"/>
                  </a:lnTo>
                  <a:lnTo>
                    <a:pt x="6102177" y="1099767"/>
                  </a:lnTo>
                  <a:lnTo>
                    <a:pt x="6144416" y="1167346"/>
                  </a:lnTo>
                  <a:lnTo>
                    <a:pt x="6186365" y="1233422"/>
                  </a:lnTo>
                  <a:lnTo>
                    <a:pt x="6227940" y="1297452"/>
                  </a:lnTo>
                  <a:lnTo>
                    <a:pt x="6269088" y="1358971"/>
                  </a:lnTo>
                  <a:lnTo>
                    <a:pt x="6309800" y="1417594"/>
                  </a:lnTo>
                  <a:lnTo>
                    <a:pt x="6350114" y="1473034"/>
                  </a:lnTo>
                  <a:lnTo>
                    <a:pt x="6390119" y="1525094"/>
                  </a:lnTo>
                  <a:lnTo>
                    <a:pt x="6429965" y="1573671"/>
                  </a:lnTo>
                  <a:lnTo>
                    <a:pt x="6469866" y="1618744"/>
                  </a:lnTo>
                  <a:lnTo>
                    <a:pt x="6510108" y="1660370"/>
                  </a:lnTo>
                  <a:lnTo>
                    <a:pt x="6515891" y="1666027"/>
                  </a:lnTo>
                  <a:lnTo>
                    <a:pt x="6563384" y="1709329"/>
                  </a:lnTo>
                  <a:lnTo>
                    <a:pt x="6612542" y="1748177"/>
                  </a:lnTo>
                  <a:lnTo>
                    <a:pt x="6664170" y="1782813"/>
                  </a:lnTo>
                  <a:lnTo>
                    <a:pt x="6719167" y="1813638"/>
                  </a:lnTo>
                  <a:lnTo>
                    <a:pt x="6778443" y="1841098"/>
                  </a:lnTo>
                  <a:lnTo>
                    <a:pt x="6842836" y="1865617"/>
                  </a:lnTo>
                  <a:lnTo>
                    <a:pt x="6913012" y="1887566"/>
                  </a:lnTo>
                  <a:lnTo>
                    <a:pt x="6989313" y="1907239"/>
                  </a:lnTo>
                  <a:lnTo>
                    <a:pt x="7071579" y="1924843"/>
                  </a:lnTo>
                  <a:lnTo>
                    <a:pt x="7158925" y="1940501"/>
                  </a:lnTo>
                  <a:lnTo>
                    <a:pt x="7249539" y="1954255"/>
                  </a:lnTo>
                  <a:lnTo>
                    <a:pt x="7340567" y="1966085"/>
                  </a:lnTo>
                  <a:lnTo>
                    <a:pt x="7428205" y="1975945"/>
                  </a:lnTo>
                  <a:lnTo>
                    <a:pt x="7508094" y="1983806"/>
                  </a:lnTo>
                  <a:lnTo>
                    <a:pt x="7576034" y="1989704"/>
                  </a:lnTo>
                  <a:lnTo>
                    <a:pt x="7628865" y="1993780"/>
                  </a:lnTo>
                  <a:lnTo>
                    <a:pt x="7665264" y="1996291"/>
                  </a:lnTo>
                  <a:lnTo>
                    <a:pt x="7686175" y="1997587"/>
                  </a:lnTo>
                  <a:lnTo>
                    <a:pt x="7694787" y="1998069"/>
                  </a:lnTo>
                  <a:lnTo>
                    <a:pt x="7696237" y="1998144"/>
                  </a:lnTo>
                  <a:lnTo>
                    <a:pt x="8234974" y="1998144"/>
                  </a:lnTo>
                  <a:lnTo>
                    <a:pt x="8234974" y="1992699"/>
                  </a:ln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2" y="45"/>
                  </a:lnTo>
                  <a:lnTo>
                    <a:pt x="3838585" y="370"/>
                  </a:lnTo>
                  <a:lnTo>
                    <a:pt x="3817955" y="1268"/>
                  </a:lnTo>
                  <a:lnTo>
                    <a:pt x="3781609" y="3031"/>
                  </a:lnTo>
                  <a:lnTo>
                    <a:pt x="3728519" y="5914"/>
                  </a:lnTo>
                  <a:lnTo>
                    <a:pt x="3660012" y="10104"/>
                  </a:lnTo>
                  <a:lnTo>
                    <a:pt x="3579329" y="15703"/>
                  </a:lnTo>
                  <a:lnTo>
                    <a:pt x="3490792" y="22739"/>
                  </a:lnTo>
                  <a:lnTo>
                    <a:pt x="3398877" y="31189"/>
                  </a:lnTo>
                  <a:lnTo>
                    <a:pt x="3307477" y="41020"/>
                  </a:lnTo>
                  <a:lnTo>
                    <a:pt x="3219492" y="52219"/>
                  </a:lnTo>
                  <a:lnTo>
                    <a:pt x="3136745" y="64819"/>
                  </a:lnTo>
                  <a:lnTo>
                    <a:pt x="3060102" y="78911"/>
                  </a:lnTo>
                  <a:lnTo>
                    <a:pt x="2989690" y="94651"/>
                  </a:lnTo>
                  <a:lnTo>
                    <a:pt x="2925127" y="112256"/>
                  </a:lnTo>
                  <a:lnTo>
                    <a:pt x="2865712" y="131996"/>
                  </a:lnTo>
                  <a:lnTo>
                    <a:pt x="2810572" y="154184"/>
                  </a:lnTo>
                  <a:lnTo>
                    <a:pt x="2758767" y="179143"/>
                  </a:lnTo>
                  <a:lnTo>
                    <a:pt x="2709382" y="207153"/>
                  </a:lnTo>
                  <a:lnTo>
                    <a:pt x="2667772" y="234114"/>
                  </a:lnTo>
                  <a:lnTo>
                    <a:pt x="2623182" y="266351"/>
                  </a:lnTo>
                  <a:lnTo>
                    <a:pt x="2579028" y="301559"/>
                  </a:lnTo>
                  <a:lnTo>
                    <a:pt x="2534922" y="339791"/>
                  </a:lnTo>
                  <a:lnTo>
                    <a:pt x="2490583" y="381019"/>
                  </a:lnTo>
                  <a:lnTo>
                    <a:pt x="2445830" y="425123"/>
                  </a:lnTo>
                  <a:lnTo>
                    <a:pt x="2400564" y="471886"/>
                  </a:lnTo>
                  <a:lnTo>
                    <a:pt x="2354765" y="520992"/>
                  </a:lnTo>
                  <a:lnTo>
                    <a:pt x="2308478" y="572030"/>
                  </a:lnTo>
                  <a:lnTo>
                    <a:pt x="2261802" y="624506"/>
                  </a:lnTo>
                  <a:lnTo>
                    <a:pt x="2214880" y="677862"/>
                  </a:lnTo>
                  <a:lnTo>
                    <a:pt x="2167878" y="731498"/>
                  </a:lnTo>
                  <a:lnTo>
                    <a:pt x="2120971" y="784801"/>
                  </a:lnTo>
                  <a:lnTo>
                    <a:pt x="2074324" y="837173"/>
                  </a:lnTo>
                  <a:lnTo>
                    <a:pt x="2028076" y="888062"/>
                  </a:lnTo>
                  <a:lnTo>
                    <a:pt x="1982322" y="936978"/>
                  </a:lnTo>
                  <a:lnTo>
                    <a:pt x="1937103" y="983520"/>
                  </a:lnTo>
                  <a:lnTo>
                    <a:pt x="1892391" y="1027381"/>
                  </a:lnTo>
                  <a:lnTo>
                    <a:pt x="1848081" y="1068351"/>
                  </a:lnTo>
                  <a:lnTo>
                    <a:pt x="1803983" y="1106320"/>
                  </a:lnTo>
                  <a:lnTo>
                    <a:pt x="1759808" y="1141266"/>
                  </a:lnTo>
                  <a:lnTo>
                    <a:pt x="1719082" y="1170574"/>
                  </a:lnTo>
                  <a:lnTo>
                    <a:pt x="1671135" y="1201372"/>
                  </a:lnTo>
                  <a:lnTo>
                    <a:pt x="1621482" y="1228971"/>
                  </a:lnTo>
                  <a:lnTo>
                    <a:pt x="1569296" y="1253551"/>
                  </a:lnTo>
                  <a:lnTo>
                    <a:pt x="1513650" y="1275401"/>
                  </a:lnTo>
                  <a:lnTo>
                    <a:pt x="1453611" y="1294846"/>
                  </a:lnTo>
                  <a:lnTo>
                    <a:pt x="1388320" y="1312192"/>
                  </a:lnTo>
                  <a:lnTo>
                    <a:pt x="1317107" y="1327706"/>
                  </a:lnTo>
                  <a:lnTo>
                    <a:pt x="1239646" y="1341596"/>
                  </a:lnTo>
                  <a:lnTo>
                    <a:pt x="1156148" y="1354010"/>
                  </a:lnTo>
                  <a:lnTo>
                    <a:pt x="1067592" y="1365029"/>
                  </a:lnTo>
                  <a:lnTo>
                    <a:pt x="975937" y="1374682"/>
                  </a:lnTo>
                  <a:lnTo>
                    <a:pt x="884224" y="1382949"/>
                  </a:lnTo>
                  <a:lnTo>
                    <a:pt x="796452" y="1389798"/>
                  </a:lnTo>
                  <a:lnTo>
                    <a:pt x="717126" y="1395210"/>
                  </a:lnTo>
                  <a:lnTo>
                    <a:pt x="650482" y="1399222"/>
                  </a:lnTo>
                  <a:lnTo>
                    <a:pt x="599550" y="1401946"/>
                  </a:lnTo>
                  <a:lnTo>
                    <a:pt x="565365" y="1403581"/>
                  </a:lnTo>
                  <a:lnTo>
                    <a:pt x="546586" y="1404387"/>
                  </a:lnTo>
                  <a:lnTo>
                    <a:pt x="539575" y="1404659"/>
                  </a:lnTo>
                  <a:lnTo>
                    <a:pt x="538736" y="1404689"/>
                  </a:lnTo>
                  <a:lnTo>
                    <a:pt x="0" y="1404689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30" name="pl1530"/>
            <p:cNvSpPr/>
            <p:nvPr/>
          </p:nvSpPr>
          <p:spPr>
            <a:xfrm>
              <a:off x="546595" y="3603393"/>
              <a:ext cx="8234974" cy="1992699"/>
            </a:xfrm>
            <a:custGeom>
              <a:avLst/>
              <a:pathLst>
                <a:path w="8234974" h="1992699">
                  <a:moveTo>
                    <a:pt x="0" y="1404689"/>
                  </a:moveTo>
                  <a:lnTo>
                    <a:pt x="538736" y="1404689"/>
                  </a:lnTo>
                  <a:lnTo>
                    <a:pt x="540003" y="1404644"/>
                  </a:lnTo>
                  <a:lnTo>
                    <a:pt x="548270" y="1404319"/>
                  </a:lnTo>
                  <a:lnTo>
                    <a:pt x="568900" y="1403421"/>
                  </a:lnTo>
                  <a:lnTo>
                    <a:pt x="605246" y="1401657"/>
                  </a:lnTo>
                  <a:lnTo>
                    <a:pt x="658336" y="1398775"/>
                  </a:lnTo>
                  <a:lnTo>
                    <a:pt x="726842" y="1394585"/>
                  </a:lnTo>
                  <a:lnTo>
                    <a:pt x="807525" y="1388986"/>
                  </a:lnTo>
                  <a:lnTo>
                    <a:pt x="896063" y="1381950"/>
                  </a:lnTo>
                  <a:lnTo>
                    <a:pt x="987978" y="1373500"/>
                  </a:lnTo>
                  <a:lnTo>
                    <a:pt x="1079378" y="1363669"/>
                  </a:lnTo>
                  <a:lnTo>
                    <a:pt x="1167362" y="1352470"/>
                  </a:lnTo>
                  <a:lnTo>
                    <a:pt x="1250109" y="1339870"/>
                  </a:lnTo>
                  <a:lnTo>
                    <a:pt x="1326753" y="1325777"/>
                  </a:lnTo>
                  <a:lnTo>
                    <a:pt x="1397165" y="1310038"/>
                  </a:lnTo>
                  <a:lnTo>
                    <a:pt x="1461728" y="1292433"/>
                  </a:lnTo>
                  <a:lnTo>
                    <a:pt x="1521142" y="1272692"/>
                  </a:lnTo>
                  <a:lnTo>
                    <a:pt x="1576283" y="1250504"/>
                  </a:lnTo>
                  <a:lnTo>
                    <a:pt x="1628087" y="1225546"/>
                  </a:lnTo>
                  <a:lnTo>
                    <a:pt x="1677473" y="1197536"/>
                  </a:lnTo>
                  <a:lnTo>
                    <a:pt x="1719082" y="1170574"/>
                  </a:lnTo>
                  <a:lnTo>
                    <a:pt x="1763672" y="1138338"/>
                  </a:lnTo>
                  <a:lnTo>
                    <a:pt x="1807826" y="1103130"/>
                  </a:lnTo>
                  <a:lnTo>
                    <a:pt x="1851933" y="1064897"/>
                  </a:lnTo>
                  <a:lnTo>
                    <a:pt x="1896271" y="1023669"/>
                  </a:lnTo>
                  <a:lnTo>
                    <a:pt x="1941025" y="979566"/>
                  </a:lnTo>
                  <a:lnTo>
                    <a:pt x="1986290" y="932803"/>
                  </a:lnTo>
                  <a:lnTo>
                    <a:pt x="2032089" y="883697"/>
                  </a:lnTo>
                  <a:lnTo>
                    <a:pt x="2078377" y="832659"/>
                  </a:lnTo>
                  <a:lnTo>
                    <a:pt x="2125052" y="780182"/>
                  </a:lnTo>
                  <a:lnTo>
                    <a:pt x="2171975" y="726826"/>
                  </a:lnTo>
                  <a:lnTo>
                    <a:pt x="2218977" y="673191"/>
                  </a:lnTo>
                  <a:lnTo>
                    <a:pt x="2265884" y="619888"/>
                  </a:lnTo>
                  <a:lnTo>
                    <a:pt x="2312530" y="567515"/>
                  </a:lnTo>
                  <a:lnTo>
                    <a:pt x="2358779" y="516627"/>
                  </a:lnTo>
                  <a:lnTo>
                    <a:pt x="2404532" y="467711"/>
                  </a:lnTo>
                  <a:lnTo>
                    <a:pt x="2449751" y="421168"/>
                  </a:lnTo>
                  <a:lnTo>
                    <a:pt x="2494463" y="377308"/>
                  </a:lnTo>
                  <a:lnTo>
                    <a:pt x="2538773" y="336338"/>
                  </a:lnTo>
                  <a:lnTo>
                    <a:pt x="2582871" y="298369"/>
                  </a:lnTo>
                  <a:lnTo>
                    <a:pt x="2627046" y="263423"/>
                  </a:lnTo>
                  <a:lnTo>
                    <a:pt x="2667772" y="234114"/>
                  </a:lnTo>
                  <a:lnTo>
                    <a:pt x="2715720" y="203317"/>
                  </a:lnTo>
                  <a:lnTo>
                    <a:pt x="2765372" y="175717"/>
                  </a:lnTo>
                  <a:lnTo>
                    <a:pt x="2817559" y="151138"/>
                  </a:lnTo>
                  <a:lnTo>
                    <a:pt x="2873204" y="129288"/>
                  </a:lnTo>
                  <a:lnTo>
                    <a:pt x="2933244" y="109843"/>
                  </a:lnTo>
                  <a:lnTo>
                    <a:pt x="2998535" y="92497"/>
                  </a:lnTo>
                  <a:lnTo>
                    <a:pt x="3069748" y="76983"/>
                  </a:lnTo>
                  <a:lnTo>
                    <a:pt x="3147209" y="63093"/>
                  </a:lnTo>
                  <a:lnTo>
                    <a:pt x="3230707" y="50679"/>
                  </a:lnTo>
                  <a:lnTo>
                    <a:pt x="3319263" y="39659"/>
                  </a:lnTo>
                  <a:lnTo>
                    <a:pt x="3410918" y="30007"/>
                  </a:lnTo>
                  <a:lnTo>
                    <a:pt x="3502631" y="21740"/>
                  </a:lnTo>
                  <a:lnTo>
                    <a:pt x="3590403" y="14891"/>
                  </a:lnTo>
                  <a:lnTo>
                    <a:pt x="3669728" y="9479"/>
                  </a:lnTo>
                  <a:lnTo>
                    <a:pt x="3736373" y="5467"/>
                  </a:lnTo>
                  <a:lnTo>
                    <a:pt x="3787305" y="2743"/>
                  </a:lnTo>
                  <a:lnTo>
                    <a:pt x="3821489" y="1108"/>
                  </a:lnTo>
                  <a:lnTo>
                    <a:pt x="3840269" y="301"/>
                  </a:lnTo>
                  <a:lnTo>
                    <a:pt x="3847279" y="2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7" y="62"/>
                  </a:lnTo>
                  <a:lnTo>
                    <a:pt x="4396134" y="510"/>
                  </a:lnTo>
                  <a:lnTo>
                    <a:pt x="4416236" y="1749"/>
                  </a:lnTo>
                  <a:lnTo>
                    <a:pt x="4451702" y="4180"/>
                  </a:lnTo>
                  <a:lnTo>
                    <a:pt x="4503608" y="8159"/>
                  </a:lnTo>
                  <a:lnTo>
                    <a:pt x="4570755" y="13948"/>
                  </a:lnTo>
                  <a:lnTo>
                    <a:pt x="4650069" y="21694"/>
                  </a:lnTo>
                  <a:lnTo>
                    <a:pt x="4737383" y="31440"/>
                  </a:lnTo>
                  <a:lnTo>
                    <a:pt x="4828328" y="43160"/>
                  </a:lnTo>
                  <a:lnTo>
                    <a:pt x="4919052" y="56804"/>
                  </a:lnTo>
                  <a:lnTo>
                    <a:pt x="5006644" y="72353"/>
                  </a:lnTo>
                  <a:lnTo>
                    <a:pt x="5089232" y="89843"/>
                  </a:lnTo>
                  <a:lnTo>
                    <a:pt x="5165884" y="109393"/>
                  </a:lnTo>
                  <a:lnTo>
                    <a:pt x="5236405" y="131205"/>
                  </a:lnTo>
                  <a:lnTo>
                    <a:pt x="5301114" y="155568"/>
                  </a:lnTo>
                  <a:lnTo>
                    <a:pt x="5360660" y="182848"/>
                  </a:lnTo>
                  <a:lnTo>
                    <a:pt x="5415878" y="213469"/>
                  </a:lnTo>
                  <a:lnTo>
                    <a:pt x="5467674" y="247875"/>
                  </a:lnTo>
                  <a:lnTo>
                    <a:pt x="5516950" y="286474"/>
                  </a:lnTo>
                  <a:lnTo>
                    <a:pt x="5564519" y="329520"/>
                  </a:lnTo>
                  <a:lnTo>
                    <a:pt x="5567201" y="332116"/>
                  </a:lnTo>
                  <a:lnTo>
                    <a:pt x="5607521" y="373259"/>
                  </a:lnTo>
                  <a:lnTo>
                    <a:pt x="5647451" y="417836"/>
                  </a:lnTo>
                  <a:lnTo>
                    <a:pt x="5687290" y="465913"/>
                  </a:lnTo>
                  <a:lnTo>
                    <a:pt x="5727262" y="517481"/>
                  </a:lnTo>
                  <a:lnTo>
                    <a:pt x="5767525" y="572449"/>
                  </a:lnTo>
                  <a:lnTo>
                    <a:pt x="5808177" y="630635"/>
                  </a:lnTo>
                  <a:lnTo>
                    <a:pt x="5849263" y="691761"/>
                  </a:lnTo>
                  <a:lnTo>
                    <a:pt x="5890779" y="755461"/>
                  </a:lnTo>
                  <a:lnTo>
                    <a:pt x="5932679" y="821276"/>
                  </a:lnTo>
                  <a:lnTo>
                    <a:pt x="5974883" y="888677"/>
                  </a:lnTo>
                  <a:lnTo>
                    <a:pt x="6017284" y="957073"/>
                  </a:lnTo>
                  <a:lnTo>
                    <a:pt x="6059758" y="1025835"/>
                  </a:lnTo>
                  <a:lnTo>
                    <a:pt x="6102177" y="1094322"/>
                  </a:lnTo>
                  <a:lnTo>
                    <a:pt x="6144416" y="1161902"/>
                  </a:lnTo>
                  <a:lnTo>
                    <a:pt x="6186365" y="1227977"/>
                  </a:lnTo>
                  <a:lnTo>
                    <a:pt x="6227940" y="1292008"/>
                  </a:lnTo>
                  <a:lnTo>
                    <a:pt x="6269088" y="1353526"/>
                  </a:lnTo>
                  <a:lnTo>
                    <a:pt x="6309800" y="1412150"/>
                  </a:lnTo>
                  <a:lnTo>
                    <a:pt x="6350114" y="1467589"/>
                  </a:lnTo>
                  <a:lnTo>
                    <a:pt x="6390119" y="1519650"/>
                  </a:lnTo>
                  <a:lnTo>
                    <a:pt x="6429965" y="1568226"/>
                  </a:lnTo>
                  <a:lnTo>
                    <a:pt x="6469866" y="1613300"/>
                  </a:lnTo>
                  <a:lnTo>
                    <a:pt x="6510108" y="1654925"/>
                  </a:lnTo>
                  <a:lnTo>
                    <a:pt x="6515891" y="1660582"/>
                  </a:lnTo>
                  <a:lnTo>
                    <a:pt x="6563384" y="1703884"/>
                  </a:lnTo>
                  <a:lnTo>
                    <a:pt x="6612542" y="1742733"/>
                  </a:lnTo>
                  <a:lnTo>
                    <a:pt x="6664170" y="1777369"/>
                  </a:lnTo>
                  <a:lnTo>
                    <a:pt x="6719167" y="1808194"/>
                  </a:lnTo>
                  <a:lnTo>
                    <a:pt x="6778443" y="1835653"/>
                  </a:lnTo>
                  <a:lnTo>
                    <a:pt x="6842836" y="1860173"/>
                  </a:lnTo>
                  <a:lnTo>
                    <a:pt x="6913012" y="1882122"/>
                  </a:lnTo>
                  <a:lnTo>
                    <a:pt x="6989313" y="1901794"/>
                  </a:lnTo>
                  <a:lnTo>
                    <a:pt x="7071579" y="1919399"/>
                  </a:lnTo>
                  <a:lnTo>
                    <a:pt x="7158925" y="1935057"/>
                  </a:lnTo>
                  <a:lnTo>
                    <a:pt x="7249539" y="1948810"/>
                  </a:lnTo>
                  <a:lnTo>
                    <a:pt x="7340567" y="1960641"/>
                  </a:lnTo>
                  <a:lnTo>
                    <a:pt x="7428205" y="1970501"/>
                  </a:lnTo>
                  <a:lnTo>
                    <a:pt x="7508094" y="1978361"/>
                  </a:lnTo>
                  <a:lnTo>
                    <a:pt x="7576034" y="1984259"/>
                  </a:lnTo>
                  <a:lnTo>
                    <a:pt x="7628865" y="1988335"/>
                  </a:lnTo>
                  <a:lnTo>
                    <a:pt x="7665264" y="1990847"/>
                  </a:lnTo>
                  <a:lnTo>
                    <a:pt x="7686175" y="1992143"/>
                  </a:lnTo>
                  <a:lnTo>
                    <a:pt x="7694787" y="1992625"/>
                  </a:lnTo>
                  <a:lnTo>
                    <a:pt x="7696237" y="1992699"/>
                  </a:lnTo>
                  <a:lnTo>
                    <a:pt x="7696237" y="1992699"/>
                  </a:lnTo>
                  <a:lnTo>
                    <a:pt x="8234974" y="19926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1" name="pl1531"/>
            <p:cNvSpPr/>
            <p:nvPr/>
          </p:nvSpPr>
          <p:spPr>
            <a:xfrm>
              <a:off x="546595" y="3597948"/>
              <a:ext cx="8234974" cy="1992699"/>
            </a:xfrm>
            <a:custGeom>
              <a:avLst/>
              <a:pathLst>
                <a:path w="8234974" h="1992699">
                  <a:moveTo>
                    <a:pt x="8234974" y="1992699"/>
                  </a:moveTo>
                  <a:lnTo>
                    <a:pt x="7696237" y="1992699"/>
                  </a:lnTo>
                  <a:lnTo>
                    <a:pt x="7695005" y="1992636"/>
                  </a:lnTo>
                  <a:lnTo>
                    <a:pt x="7686958" y="1992188"/>
                  </a:lnTo>
                  <a:lnTo>
                    <a:pt x="7666857" y="1990950"/>
                  </a:lnTo>
                  <a:lnTo>
                    <a:pt x="7631391" y="1988518"/>
                  </a:lnTo>
                  <a:lnTo>
                    <a:pt x="7579484" y="1984539"/>
                  </a:lnTo>
                  <a:lnTo>
                    <a:pt x="7512337" y="1978751"/>
                  </a:lnTo>
                  <a:lnTo>
                    <a:pt x="7433023" y="1971004"/>
                  </a:lnTo>
                  <a:lnTo>
                    <a:pt x="7345709" y="1961258"/>
                  </a:lnTo>
                  <a:lnTo>
                    <a:pt x="7254765" y="1949539"/>
                  </a:lnTo>
                  <a:lnTo>
                    <a:pt x="7164040" y="1935894"/>
                  </a:lnTo>
                  <a:lnTo>
                    <a:pt x="7076449" y="1920346"/>
                  </a:lnTo>
                  <a:lnTo>
                    <a:pt x="6993861" y="1902855"/>
                  </a:lnTo>
                  <a:lnTo>
                    <a:pt x="6917208" y="1883306"/>
                  </a:lnTo>
                  <a:lnTo>
                    <a:pt x="6846688" y="1861494"/>
                  </a:lnTo>
                  <a:lnTo>
                    <a:pt x="6781979" y="1837130"/>
                  </a:lnTo>
                  <a:lnTo>
                    <a:pt x="6722432" y="1809850"/>
                  </a:lnTo>
                  <a:lnTo>
                    <a:pt x="6667215" y="1779230"/>
                  </a:lnTo>
                  <a:lnTo>
                    <a:pt x="6615419" y="1744823"/>
                  </a:lnTo>
                  <a:lnTo>
                    <a:pt x="6566142" y="1706224"/>
                  </a:lnTo>
                  <a:lnTo>
                    <a:pt x="6518573" y="1663179"/>
                  </a:lnTo>
                  <a:lnTo>
                    <a:pt x="6515891" y="1660582"/>
                  </a:lnTo>
                  <a:lnTo>
                    <a:pt x="6475571" y="1619439"/>
                  </a:lnTo>
                  <a:lnTo>
                    <a:pt x="6435641" y="1574862"/>
                  </a:lnTo>
                  <a:lnTo>
                    <a:pt x="6395803" y="1526786"/>
                  </a:lnTo>
                  <a:lnTo>
                    <a:pt x="6355831" y="1475217"/>
                  </a:lnTo>
                  <a:lnTo>
                    <a:pt x="6315568" y="1420249"/>
                  </a:lnTo>
                  <a:lnTo>
                    <a:pt x="6274915" y="1362064"/>
                  </a:lnTo>
                  <a:lnTo>
                    <a:pt x="6233830" y="1300937"/>
                  </a:lnTo>
                  <a:lnTo>
                    <a:pt x="6192314" y="1237238"/>
                  </a:lnTo>
                  <a:lnTo>
                    <a:pt x="6150414" y="1171422"/>
                  </a:lnTo>
                  <a:lnTo>
                    <a:pt x="6108210" y="1104021"/>
                  </a:lnTo>
                  <a:lnTo>
                    <a:pt x="6065809" y="1035626"/>
                  </a:lnTo>
                  <a:lnTo>
                    <a:pt x="6023334" y="966863"/>
                  </a:lnTo>
                  <a:lnTo>
                    <a:pt x="5980915" y="898376"/>
                  </a:lnTo>
                  <a:lnTo>
                    <a:pt x="5938676" y="830797"/>
                  </a:lnTo>
                  <a:lnTo>
                    <a:pt x="5896727" y="764721"/>
                  </a:lnTo>
                  <a:lnTo>
                    <a:pt x="5855153" y="700691"/>
                  </a:lnTo>
                  <a:lnTo>
                    <a:pt x="5814004" y="639172"/>
                  </a:lnTo>
                  <a:lnTo>
                    <a:pt x="5773292" y="580549"/>
                  </a:lnTo>
                  <a:lnTo>
                    <a:pt x="5732978" y="525109"/>
                  </a:lnTo>
                  <a:lnTo>
                    <a:pt x="5692973" y="473049"/>
                  </a:lnTo>
                  <a:lnTo>
                    <a:pt x="5653127" y="424472"/>
                  </a:lnTo>
                  <a:lnTo>
                    <a:pt x="5613227" y="379399"/>
                  </a:lnTo>
                  <a:lnTo>
                    <a:pt x="5572984" y="337773"/>
                  </a:lnTo>
                  <a:lnTo>
                    <a:pt x="5567201" y="332116"/>
                  </a:lnTo>
                  <a:lnTo>
                    <a:pt x="5519709" y="288814"/>
                  </a:lnTo>
                  <a:lnTo>
                    <a:pt x="5470551" y="249966"/>
                  </a:lnTo>
                  <a:lnTo>
                    <a:pt x="5418922" y="215330"/>
                  </a:lnTo>
                  <a:lnTo>
                    <a:pt x="5363926" y="184505"/>
                  </a:lnTo>
                  <a:lnTo>
                    <a:pt x="5304650" y="157045"/>
                  </a:lnTo>
                  <a:lnTo>
                    <a:pt x="5240256" y="132526"/>
                  </a:lnTo>
                  <a:lnTo>
                    <a:pt x="5170081" y="110577"/>
                  </a:lnTo>
                  <a:lnTo>
                    <a:pt x="5093779" y="90904"/>
                  </a:lnTo>
                  <a:lnTo>
                    <a:pt x="5011513" y="73300"/>
                  </a:lnTo>
                  <a:lnTo>
                    <a:pt x="4924167" y="57642"/>
                  </a:lnTo>
                  <a:lnTo>
                    <a:pt x="4833553" y="43888"/>
                  </a:lnTo>
                  <a:lnTo>
                    <a:pt x="4742525" y="32058"/>
                  </a:lnTo>
                  <a:lnTo>
                    <a:pt x="4654888" y="22198"/>
                  </a:lnTo>
                  <a:lnTo>
                    <a:pt x="4574998" y="14337"/>
                  </a:lnTo>
                  <a:lnTo>
                    <a:pt x="4507059" y="8439"/>
                  </a:lnTo>
                  <a:lnTo>
                    <a:pt x="4454227" y="4363"/>
                  </a:lnTo>
                  <a:lnTo>
                    <a:pt x="4417828" y="1852"/>
                  </a:lnTo>
                  <a:lnTo>
                    <a:pt x="4396918" y="556"/>
                  </a:lnTo>
                  <a:lnTo>
                    <a:pt x="4388306" y="74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52" y="45"/>
                  </a:lnTo>
                  <a:lnTo>
                    <a:pt x="3838585" y="370"/>
                  </a:lnTo>
                  <a:lnTo>
                    <a:pt x="3817955" y="1268"/>
                  </a:lnTo>
                  <a:lnTo>
                    <a:pt x="3781609" y="3031"/>
                  </a:lnTo>
                  <a:lnTo>
                    <a:pt x="3728519" y="5914"/>
                  </a:lnTo>
                  <a:lnTo>
                    <a:pt x="3660012" y="10104"/>
                  </a:lnTo>
                  <a:lnTo>
                    <a:pt x="3579329" y="15703"/>
                  </a:lnTo>
                  <a:lnTo>
                    <a:pt x="3490792" y="22739"/>
                  </a:lnTo>
                  <a:lnTo>
                    <a:pt x="3398877" y="31189"/>
                  </a:lnTo>
                  <a:lnTo>
                    <a:pt x="3307477" y="41020"/>
                  </a:lnTo>
                  <a:lnTo>
                    <a:pt x="3219492" y="52219"/>
                  </a:lnTo>
                  <a:lnTo>
                    <a:pt x="3136745" y="64819"/>
                  </a:lnTo>
                  <a:lnTo>
                    <a:pt x="3060102" y="78911"/>
                  </a:lnTo>
                  <a:lnTo>
                    <a:pt x="2989690" y="94651"/>
                  </a:lnTo>
                  <a:lnTo>
                    <a:pt x="2925127" y="112256"/>
                  </a:lnTo>
                  <a:lnTo>
                    <a:pt x="2865712" y="131996"/>
                  </a:lnTo>
                  <a:lnTo>
                    <a:pt x="2810572" y="154184"/>
                  </a:lnTo>
                  <a:lnTo>
                    <a:pt x="2758767" y="179143"/>
                  </a:lnTo>
                  <a:lnTo>
                    <a:pt x="2709382" y="207153"/>
                  </a:lnTo>
                  <a:lnTo>
                    <a:pt x="2667772" y="234114"/>
                  </a:lnTo>
                  <a:lnTo>
                    <a:pt x="2623182" y="266351"/>
                  </a:lnTo>
                  <a:lnTo>
                    <a:pt x="2579028" y="301559"/>
                  </a:lnTo>
                  <a:lnTo>
                    <a:pt x="2534922" y="339791"/>
                  </a:lnTo>
                  <a:lnTo>
                    <a:pt x="2490583" y="381019"/>
                  </a:lnTo>
                  <a:lnTo>
                    <a:pt x="2445830" y="425123"/>
                  </a:lnTo>
                  <a:lnTo>
                    <a:pt x="2400564" y="471886"/>
                  </a:lnTo>
                  <a:lnTo>
                    <a:pt x="2354765" y="520992"/>
                  </a:lnTo>
                  <a:lnTo>
                    <a:pt x="2308478" y="572030"/>
                  </a:lnTo>
                  <a:lnTo>
                    <a:pt x="2261802" y="624506"/>
                  </a:lnTo>
                  <a:lnTo>
                    <a:pt x="2214880" y="677862"/>
                  </a:lnTo>
                  <a:lnTo>
                    <a:pt x="2167878" y="731498"/>
                  </a:lnTo>
                  <a:lnTo>
                    <a:pt x="2120971" y="784801"/>
                  </a:lnTo>
                  <a:lnTo>
                    <a:pt x="2074324" y="837173"/>
                  </a:lnTo>
                  <a:lnTo>
                    <a:pt x="2028076" y="888062"/>
                  </a:lnTo>
                  <a:lnTo>
                    <a:pt x="1982322" y="936978"/>
                  </a:lnTo>
                  <a:lnTo>
                    <a:pt x="1937103" y="983520"/>
                  </a:lnTo>
                  <a:lnTo>
                    <a:pt x="1892391" y="1027381"/>
                  </a:lnTo>
                  <a:lnTo>
                    <a:pt x="1848081" y="1068351"/>
                  </a:lnTo>
                  <a:lnTo>
                    <a:pt x="1803983" y="1106320"/>
                  </a:lnTo>
                  <a:lnTo>
                    <a:pt x="1759808" y="1141266"/>
                  </a:lnTo>
                  <a:lnTo>
                    <a:pt x="1719082" y="1170574"/>
                  </a:lnTo>
                  <a:lnTo>
                    <a:pt x="1671135" y="1201372"/>
                  </a:lnTo>
                  <a:lnTo>
                    <a:pt x="1621482" y="1228971"/>
                  </a:lnTo>
                  <a:lnTo>
                    <a:pt x="1569296" y="1253551"/>
                  </a:lnTo>
                  <a:lnTo>
                    <a:pt x="1513650" y="1275401"/>
                  </a:lnTo>
                  <a:lnTo>
                    <a:pt x="1453611" y="1294846"/>
                  </a:lnTo>
                  <a:lnTo>
                    <a:pt x="1388320" y="1312192"/>
                  </a:lnTo>
                  <a:lnTo>
                    <a:pt x="1317107" y="1327706"/>
                  </a:lnTo>
                  <a:lnTo>
                    <a:pt x="1239646" y="1341596"/>
                  </a:lnTo>
                  <a:lnTo>
                    <a:pt x="1156148" y="1354010"/>
                  </a:lnTo>
                  <a:lnTo>
                    <a:pt x="1067592" y="1365029"/>
                  </a:lnTo>
                  <a:lnTo>
                    <a:pt x="975937" y="1374682"/>
                  </a:lnTo>
                  <a:lnTo>
                    <a:pt x="884224" y="1382949"/>
                  </a:lnTo>
                  <a:lnTo>
                    <a:pt x="796452" y="1389798"/>
                  </a:lnTo>
                  <a:lnTo>
                    <a:pt x="717126" y="1395210"/>
                  </a:lnTo>
                  <a:lnTo>
                    <a:pt x="650482" y="1399222"/>
                  </a:lnTo>
                  <a:lnTo>
                    <a:pt x="599550" y="1401946"/>
                  </a:lnTo>
                  <a:lnTo>
                    <a:pt x="565365" y="1403581"/>
                  </a:lnTo>
                  <a:lnTo>
                    <a:pt x="546586" y="1404387"/>
                  </a:lnTo>
                  <a:lnTo>
                    <a:pt x="539575" y="1404659"/>
                  </a:lnTo>
                  <a:lnTo>
                    <a:pt x="538736" y="1404689"/>
                  </a:lnTo>
                  <a:lnTo>
                    <a:pt x="0" y="1404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2" name="pg1532"/>
            <p:cNvSpPr/>
            <p:nvPr/>
          </p:nvSpPr>
          <p:spPr>
            <a:xfrm>
              <a:off x="546595" y="4528963"/>
              <a:ext cx="8234974" cy="522675"/>
            </a:xfrm>
            <a:custGeom>
              <a:avLst/>
              <a:pathLst>
                <a:path w="8234974" h="522675">
                  <a:moveTo>
                    <a:pt x="0" y="522675"/>
                  </a:moveTo>
                  <a:lnTo>
                    <a:pt x="538736" y="522675"/>
                  </a:lnTo>
                  <a:lnTo>
                    <a:pt x="540034" y="522658"/>
                  </a:lnTo>
                  <a:lnTo>
                    <a:pt x="548501" y="522535"/>
                  </a:lnTo>
                  <a:lnTo>
                    <a:pt x="569609" y="522196"/>
                  </a:lnTo>
                  <a:lnTo>
                    <a:pt x="606750" y="521530"/>
                  </a:lnTo>
                  <a:lnTo>
                    <a:pt x="660905" y="520442"/>
                  </a:lnTo>
                  <a:lnTo>
                    <a:pt x="730628" y="518863"/>
                  </a:lnTo>
                  <a:lnTo>
                    <a:pt x="812529" y="516755"/>
                  </a:lnTo>
                  <a:lnTo>
                    <a:pt x="902146" y="514110"/>
                  </a:lnTo>
                  <a:lnTo>
                    <a:pt x="994908" y="510936"/>
                  </a:lnTo>
                  <a:lnTo>
                    <a:pt x="1086889" y="507245"/>
                  </a:lnTo>
                  <a:lnTo>
                    <a:pt x="1175202" y="503042"/>
                  </a:lnTo>
                  <a:lnTo>
                    <a:pt x="1258072" y="498313"/>
                  </a:lnTo>
                  <a:lnTo>
                    <a:pt x="1334696" y="493019"/>
                  </a:lnTo>
                  <a:lnTo>
                    <a:pt x="1405004" y="487102"/>
                  </a:lnTo>
                  <a:lnTo>
                    <a:pt x="1469436" y="480475"/>
                  </a:lnTo>
                  <a:lnTo>
                    <a:pt x="1528737" y="473034"/>
                  </a:lnTo>
                  <a:lnTo>
                    <a:pt x="1583819" y="464661"/>
                  </a:lnTo>
                  <a:lnTo>
                    <a:pt x="1635644" y="455235"/>
                  </a:lnTo>
                  <a:lnTo>
                    <a:pt x="1685143" y="444653"/>
                  </a:lnTo>
                  <a:lnTo>
                    <a:pt x="1719082" y="436470"/>
                  </a:lnTo>
                  <a:lnTo>
                    <a:pt x="1770276" y="422736"/>
                  </a:lnTo>
                  <a:lnTo>
                    <a:pt x="1820976" y="407552"/>
                  </a:lnTo>
                  <a:lnTo>
                    <a:pt x="1871734" y="390898"/>
                  </a:lnTo>
                  <a:lnTo>
                    <a:pt x="1922917" y="372810"/>
                  </a:lnTo>
                  <a:lnTo>
                    <a:pt x="1974736" y="353381"/>
                  </a:lnTo>
                  <a:lnTo>
                    <a:pt x="2027258" y="332771"/>
                  </a:lnTo>
                  <a:lnTo>
                    <a:pt x="2080433" y="311199"/>
                  </a:lnTo>
                  <a:lnTo>
                    <a:pt x="2134112" y="288940"/>
                  </a:lnTo>
                  <a:lnTo>
                    <a:pt x="2188076" y="266309"/>
                  </a:lnTo>
                  <a:lnTo>
                    <a:pt x="2242065" y="243644"/>
                  </a:lnTo>
                  <a:lnTo>
                    <a:pt x="2295820" y="221285"/>
                  </a:lnTo>
                  <a:lnTo>
                    <a:pt x="2349109" y="199554"/>
                  </a:lnTo>
                  <a:lnTo>
                    <a:pt x="2401768" y="178734"/>
                  </a:lnTo>
                  <a:lnTo>
                    <a:pt x="2453725" y="159056"/>
                  </a:lnTo>
                  <a:lnTo>
                    <a:pt x="2505022" y="140692"/>
                  </a:lnTo>
                  <a:lnTo>
                    <a:pt x="2555841" y="123750"/>
                  </a:lnTo>
                  <a:lnTo>
                    <a:pt x="2606515" y="108275"/>
                  </a:lnTo>
                  <a:lnTo>
                    <a:pt x="2657557" y="94258"/>
                  </a:lnTo>
                  <a:lnTo>
                    <a:pt x="2667772" y="91649"/>
                  </a:lnTo>
                  <a:lnTo>
                    <a:pt x="2716127" y="80219"/>
                  </a:lnTo>
                  <a:lnTo>
                    <a:pt x="2766221" y="69986"/>
                  </a:lnTo>
                  <a:lnTo>
                    <a:pt x="2818907" y="60883"/>
                  </a:lnTo>
                  <a:lnTo>
                    <a:pt x="2875134" y="52797"/>
                  </a:lnTo>
                  <a:lnTo>
                    <a:pt x="2935859" y="45609"/>
                  </a:lnTo>
                  <a:lnTo>
                    <a:pt x="3001958" y="39201"/>
                  </a:lnTo>
                  <a:lnTo>
                    <a:pt x="3074103" y="33476"/>
                  </a:lnTo>
                  <a:lnTo>
                    <a:pt x="3152605" y="28354"/>
                  </a:lnTo>
                  <a:lnTo>
                    <a:pt x="3237205" y="23783"/>
                  </a:lnTo>
                  <a:lnTo>
                    <a:pt x="3326833" y="19731"/>
                  </a:lnTo>
                  <a:lnTo>
                    <a:pt x="3419395" y="16192"/>
                  </a:lnTo>
                  <a:lnTo>
                    <a:pt x="3511677" y="13173"/>
                  </a:lnTo>
                  <a:lnTo>
                    <a:pt x="3599505" y="10685"/>
                  </a:lnTo>
                  <a:lnTo>
                    <a:pt x="3678248" y="8736"/>
                  </a:lnTo>
                  <a:lnTo>
                    <a:pt x="3743657" y="7307"/>
                  </a:lnTo>
                  <a:lnTo>
                    <a:pt x="3792837" y="6352"/>
                  </a:lnTo>
                  <a:lnTo>
                    <a:pt x="3825033" y="5794"/>
                  </a:lnTo>
                  <a:lnTo>
                    <a:pt x="3841958" y="5530"/>
                  </a:lnTo>
                  <a:lnTo>
                    <a:pt x="3847656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2"/>
                  </a:lnTo>
                  <a:lnTo>
                    <a:pt x="4396649" y="5510"/>
                  </a:lnTo>
                  <a:lnTo>
                    <a:pt x="4417817" y="5672"/>
                  </a:lnTo>
                  <a:lnTo>
                    <a:pt x="4455058" y="5988"/>
                  </a:lnTo>
                  <a:lnTo>
                    <a:pt x="4509346" y="6505"/>
                  </a:lnTo>
                  <a:lnTo>
                    <a:pt x="4579221" y="7255"/>
                  </a:lnTo>
                  <a:lnTo>
                    <a:pt x="4661273" y="8256"/>
                  </a:lnTo>
                  <a:lnTo>
                    <a:pt x="4751024" y="9512"/>
                  </a:lnTo>
                  <a:lnTo>
                    <a:pt x="4843890" y="11020"/>
                  </a:lnTo>
                  <a:lnTo>
                    <a:pt x="4935941" y="12772"/>
                  </a:lnTo>
                  <a:lnTo>
                    <a:pt x="5024294" y="14768"/>
                  </a:lnTo>
                  <a:lnTo>
                    <a:pt x="5107179" y="17013"/>
                  </a:lnTo>
                  <a:lnTo>
                    <a:pt x="5183799" y="19527"/>
                  </a:lnTo>
                  <a:lnTo>
                    <a:pt x="5254094" y="22337"/>
                  </a:lnTo>
                  <a:lnTo>
                    <a:pt x="5318509" y="25485"/>
                  </a:lnTo>
                  <a:lnTo>
                    <a:pt x="5377797" y="29020"/>
                  </a:lnTo>
                  <a:lnTo>
                    <a:pt x="5432872" y="32998"/>
                  </a:lnTo>
                  <a:lnTo>
                    <a:pt x="5484700" y="37477"/>
                  </a:lnTo>
                  <a:lnTo>
                    <a:pt x="5534214" y="42506"/>
                  </a:lnTo>
                  <a:lnTo>
                    <a:pt x="5567201" y="46278"/>
                  </a:lnTo>
                  <a:lnTo>
                    <a:pt x="5619615" y="52948"/>
                  </a:lnTo>
                  <a:lnTo>
                    <a:pt x="5671526" y="60339"/>
                  </a:lnTo>
                  <a:lnTo>
                    <a:pt x="5723520" y="68459"/>
                  </a:lnTo>
                  <a:lnTo>
                    <a:pt x="5775982" y="77290"/>
                  </a:lnTo>
                  <a:lnTo>
                    <a:pt x="5829121" y="86780"/>
                  </a:lnTo>
                  <a:lnTo>
                    <a:pt x="5882997" y="96845"/>
                  </a:lnTo>
                  <a:lnTo>
                    <a:pt x="5937541" y="107369"/>
                  </a:lnTo>
                  <a:lnTo>
                    <a:pt x="5992578" y="118210"/>
                  </a:lnTo>
                  <a:lnTo>
                    <a:pt x="6047864" y="129204"/>
                  </a:lnTo>
                  <a:lnTo>
                    <a:pt x="6103117" y="140178"/>
                  </a:lnTo>
                  <a:lnTo>
                    <a:pt x="6158061" y="150960"/>
                  </a:lnTo>
                  <a:lnTo>
                    <a:pt x="6212465" y="161391"/>
                  </a:lnTo>
                  <a:lnTo>
                    <a:pt x="6266174" y="171334"/>
                  </a:lnTo>
                  <a:lnTo>
                    <a:pt x="6319148" y="180680"/>
                  </a:lnTo>
                  <a:lnTo>
                    <a:pt x="6371478" y="189352"/>
                  </a:lnTo>
                  <a:lnTo>
                    <a:pt x="6423413" y="197306"/>
                  </a:lnTo>
                  <a:lnTo>
                    <a:pt x="6475380" y="204530"/>
                  </a:lnTo>
                  <a:lnTo>
                    <a:pt x="6515891" y="209614"/>
                  </a:lnTo>
                  <a:lnTo>
                    <a:pt x="6564296" y="215034"/>
                  </a:lnTo>
                  <a:lnTo>
                    <a:pt x="6614445" y="219885"/>
                  </a:lnTo>
                  <a:lnTo>
                    <a:pt x="6667194" y="224200"/>
                  </a:lnTo>
                  <a:lnTo>
                    <a:pt x="6723493" y="228032"/>
                  </a:lnTo>
                  <a:lnTo>
                    <a:pt x="6784305" y="231439"/>
                  </a:lnTo>
                  <a:lnTo>
                    <a:pt x="6850504" y="234475"/>
                  </a:lnTo>
                  <a:lnTo>
                    <a:pt x="6922766" y="237188"/>
                  </a:lnTo>
                  <a:lnTo>
                    <a:pt x="7001398" y="239615"/>
                  </a:lnTo>
                  <a:lnTo>
                    <a:pt x="7086135" y="241780"/>
                  </a:lnTo>
                  <a:lnTo>
                    <a:pt x="7175896" y="243699"/>
                  </a:lnTo>
                  <a:lnTo>
                    <a:pt x="7268570" y="245374"/>
                  </a:lnTo>
                  <a:lnTo>
                    <a:pt x="7360920" y="246803"/>
                  </a:lnTo>
                  <a:lnTo>
                    <a:pt x="7448750" y="247979"/>
                  </a:lnTo>
                  <a:lnTo>
                    <a:pt x="7527415" y="248900"/>
                  </a:lnTo>
                  <a:lnTo>
                    <a:pt x="7592665" y="249574"/>
                  </a:lnTo>
                  <a:lnTo>
                    <a:pt x="7641624" y="250024"/>
                  </a:lnTo>
                  <a:lnTo>
                    <a:pt x="7673572" y="250286"/>
                  </a:lnTo>
                  <a:lnTo>
                    <a:pt x="7690269" y="250409"/>
                  </a:lnTo>
                  <a:lnTo>
                    <a:pt x="7695811" y="250445"/>
                  </a:lnTo>
                  <a:lnTo>
                    <a:pt x="7696237" y="250448"/>
                  </a:lnTo>
                  <a:lnTo>
                    <a:pt x="8234974" y="250448"/>
                  </a:lnTo>
                  <a:lnTo>
                    <a:pt x="8234974" y="245004"/>
                  </a:ln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4" y="139"/>
                  </a:lnTo>
                  <a:lnTo>
                    <a:pt x="3817246" y="479"/>
                  </a:lnTo>
                  <a:lnTo>
                    <a:pt x="3780105" y="1144"/>
                  </a:lnTo>
                  <a:lnTo>
                    <a:pt x="3725950" y="2232"/>
                  </a:lnTo>
                  <a:lnTo>
                    <a:pt x="3656226" y="3811"/>
                  </a:lnTo>
                  <a:lnTo>
                    <a:pt x="3574325" y="5919"/>
                  </a:lnTo>
                  <a:lnTo>
                    <a:pt x="3484709" y="8564"/>
                  </a:lnTo>
                  <a:lnTo>
                    <a:pt x="3391946" y="11739"/>
                  </a:lnTo>
                  <a:lnTo>
                    <a:pt x="3299966" y="15429"/>
                  </a:lnTo>
                  <a:lnTo>
                    <a:pt x="3211653" y="19632"/>
                  </a:lnTo>
                  <a:lnTo>
                    <a:pt x="3128782" y="24362"/>
                  </a:lnTo>
                  <a:lnTo>
                    <a:pt x="3052159" y="29655"/>
                  </a:lnTo>
                  <a:lnTo>
                    <a:pt x="2981850" y="35573"/>
                  </a:lnTo>
                  <a:lnTo>
                    <a:pt x="2917419" y="42199"/>
                  </a:lnTo>
                  <a:lnTo>
                    <a:pt x="2858117" y="49640"/>
                  </a:lnTo>
                  <a:lnTo>
                    <a:pt x="2803036" y="58013"/>
                  </a:lnTo>
                  <a:lnTo>
                    <a:pt x="2751211" y="67440"/>
                  </a:lnTo>
                  <a:lnTo>
                    <a:pt x="2701712" y="78022"/>
                  </a:lnTo>
                  <a:lnTo>
                    <a:pt x="2667772" y="86205"/>
                  </a:lnTo>
                  <a:lnTo>
                    <a:pt x="2616579" y="99938"/>
                  </a:lnTo>
                  <a:lnTo>
                    <a:pt x="2565879" y="115122"/>
                  </a:lnTo>
                  <a:lnTo>
                    <a:pt x="2515121" y="131776"/>
                  </a:lnTo>
                  <a:lnTo>
                    <a:pt x="2463937" y="149865"/>
                  </a:lnTo>
                  <a:lnTo>
                    <a:pt x="2412119" y="169293"/>
                  </a:lnTo>
                  <a:lnTo>
                    <a:pt x="2359596" y="189904"/>
                  </a:lnTo>
                  <a:lnTo>
                    <a:pt x="2306421" y="211476"/>
                  </a:lnTo>
                  <a:lnTo>
                    <a:pt x="2252742" y="233734"/>
                  </a:lnTo>
                  <a:lnTo>
                    <a:pt x="2198779" y="256365"/>
                  </a:lnTo>
                  <a:lnTo>
                    <a:pt x="2144789" y="279030"/>
                  </a:lnTo>
                  <a:lnTo>
                    <a:pt x="2091035" y="301389"/>
                  </a:lnTo>
                  <a:lnTo>
                    <a:pt x="2037746" y="323120"/>
                  </a:lnTo>
                  <a:lnTo>
                    <a:pt x="1985086" y="343941"/>
                  </a:lnTo>
                  <a:lnTo>
                    <a:pt x="1933130" y="363618"/>
                  </a:lnTo>
                  <a:lnTo>
                    <a:pt x="1881832" y="381982"/>
                  </a:lnTo>
                  <a:lnTo>
                    <a:pt x="1831014" y="398924"/>
                  </a:lnTo>
                  <a:lnTo>
                    <a:pt x="1780340" y="414400"/>
                  </a:lnTo>
                  <a:lnTo>
                    <a:pt x="1729298" y="428417"/>
                  </a:lnTo>
                  <a:lnTo>
                    <a:pt x="1719082" y="431025"/>
                  </a:lnTo>
                  <a:lnTo>
                    <a:pt x="1670728" y="442455"/>
                  </a:lnTo>
                  <a:lnTo>
                    <a:pt x="1620634" y="452688"/>
                  </a:lnTo>
                  <a:lnTo>
                    <a:pt x="1567948" y="461792"/>
                  </a:lnTo>
                  <a:lnTo>
                    <a:pt x="1511721" y="469877"/>
                  </a:lnTo>
                  <a:lnTo>
                    <a:pt x="1450995" y="477065"/>
                  </a:lnTo>
                  <a:lnTo>
                    <a:pt x="1384897" y="483473"/>
                  </a:lnTo>
                  <a:lnTo>
                    <a:pt x="1312752" y="489199"/>
                  </a:lnTo>
                  <a:lnTo>
                    <a:pt x="1234249" y="494320"/>
                  </a:lnTo>
                  <a:lnTo>
                    <a:pt x="1149649" y="498892"/>
                  </a:lnTo>
                  <a:lnTo>
                    <a:pt x="1060021" y="502943"/>
                  </a:lnTo>
                  <a:lnTo>
                    <a:pt x="967460" y="506482"/>
                  </a:lnTo>
                  <a:lnTo>
                    <a:pt x="875177" y="509502"/>
                  </a:lnTo>
                  <a:lnTo>
                    <a:pt x="787350" y="511989"/>
                  </a:lnTo>
                  <a:lnTo>
                    <a:pt x="708607" y="513939"/>
                  </a:lnTo>
                  <a:lnTo>
                    <a:pt x="643198" y="515367"/>
                  </a:lnTo>
                  <a:lnTo>
                    <a:pt x="594017" y="516322"/>
                  </a:lnTo>
                  <a:lnTo>
                    <a:pt x="561822" y="516880"/>
                  </a:lnTo>
                  <a:lnTo>
                    <a:pt x="544897" y="517144"/>
                  </a:lnTo>
                  <a:lnTo>
                    <a:pt x="539199" y="517224"/>
                  </a:lnTo>
                  <a:lnTo>
                    <a:pt x="538736" y="517230"/>
                  </a:lnTo>
                  <a:lnTo>
                    <a:pt x="0" y="51723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33" name="pl1533"/>
            <p:cNvSpPr/>
            <p:nvPr/>
          </p:nvSpPr>
          <p:spPr>
            <a:xfrm>
              <a:off x="546595" y="4534408"/>
              <a:ext cx="8234974" cy="517230"/>
            </a:xfrm>
            <a:custGeom>
              <a:avLst/>
              <a:pathLst>
                <a:path w="8234974" h="517230">
                  <a:moveTo>
                    <a:pt x="0" y="517230"/>
                  </a:moveTo>
                  <a:lnTo>
                    <a:pt x="538736" y="517230"/>
                  </a:lnTo>
                  <a:lnTo>
                    <a:pt x="540034" y="517213"/>
                  </a:lnTo>
                  <a:lnTo>
                    <a:pt x="548501" y="517090"/>
                  </a:lnTo>
                  <a:lnTo>
                    <a:pt x="569609" y="516751"/>
                  </a:lnTo>
                  <a:lnTo>
                    <a:pt x="606750" y="516086"/>
                  </a:lnTo>
                  <a:lnTo>
                    <a:pt x="660905" y="514998"/>
                  </a:lnTo>
                  <a:lnTo>
                    <a:pt x="730628" y="513419"/>
                  </a:lnTo>
                  <a:lnTo>
                    <a:pt x="812529" y="511311"/>
                  </a:lnTo>
                  <a:lnTo>
                    <a:pt x="902146" y="508665"/>
                  </a:lnTo>
                  <a:lnTo>
                    <a:pt x="994908" y="505491"/>
                  </a:lnTo>
                  <a:lnTo>
                    <a:pt x="1086889" y="501801"/>
                  </a:lnTo>
                  <a:lnTo>
                    <a:pt x="1175202" y="497598"/>
                  </a:lnTo>
                  <a:lnTo>
                    <a:pt x="1258072" y="492868"/>
                  </a:lnTo>
                  <a:lnTo>
                    <a:pt x="1334696" y="487575"/>
                  </a:lnTo>
                  <a:lnTo>
                    <a:pt x="1405004" y="481657"/>
                  </a:lnTo>
                  <a:lnTo>
                    <a:pt x="1469436" y="475030"/>
                  </a:lnTo>
                  <a:lnTo>
                    <a:pt x="1528737" y="467590"/>
                  </a:lnTo>
                  <a:lnTo>
                    <a:pt x="1583819" y="459217"/>
                  </a:lnTo>
                  <a:lnTo>
                    <a:pt x="1635644" y="449790"/>
                  </a:lnTo>
                  <a:lnTo>
                    <a:pt x="1685143" y="439208"/>
                  </a:lnTo>
                  <a:lnTo>
                    <a:pt x="1719082" y="431025"/>
                  </a:lnTo>
                  <a:lnTo>
                    <a:pt x="1770276" y="417291"/>
                  </a:lnTo>
                  <a:lnTo>
                    <a:pt x="1820976" y="402107"/>
                  </a:lnTo>
                  <a:lnTo>
                    <a:pt x="1871734" y="385454"/>
                  </a:lnTo>
                  <a:lnTo>
                    <a:pt x="1922917" y="367365"/>
                  </a:lnTo>
                  <a:lnTo>
                    <a:pt x="1974736" y="347936"/>
                  </a:lnTo>
                  <a:lnTo>
                    <a:pt x="2027258" y="327326"/>
                  </a:lnTo>
                  <a:lnTo>
                    <a:pt x="2080433" y="305754"/>
                  </a:lnTo>
                  <a:lnTo>
                    <a:pt x="2134112" y="283495"/>
                  </a:lnTo>
                  <a:lnTo>
                    <a:pt x="2188076" y="260864"/>
                  </a:lnTo>
                  <a:lnTo>
                    <a:pt x="2242065" y="238199"/>
                  </a:lnTo>
                  <a:lnTo>
                    <a:pt x="2295820" y="215841"/>
                  </a:lnTo>
                  <a:lnTo>
                    <a:pt x="2349109" y="194109"/>
                  </a:lnTo>
                  <a:lnTo>
                    <a:pt x="2401768" y="173289"/>
                  </a:lnTo>
                  <a:lnTo>
                    <a:pt x="2453725" y="153612"/>
                  </a:lnTo>
                  <a:lnTo>
                    <a:pt x="2505022" y="135248"/>
                  </a:lnTo>
                  <a:lnTo>
                    <a:pt x="2555841" y="118305"/>
                  </a:lnTo>
                  <a:lnTo>
                    <a:pt x="2606515" y="102830"/>
                  </a:lnTo>
                  <a:lnTo>
                    <a:pt x="2657557" y="88813"/>
                  </a:lnTo>
                  <a:lnTo>
                    <a:pt x="2667772" y="86205"/>
                  </a:lnTo>
                  <a:lnTo>
                    <a:pt x="2716127" y="74775"/>
                  </a:lnTo>
                  <a:lnTo>
                    <a:pt x="2766221" y="64542"/>
                  </a:lnTo>
                  <a:lnTo>
                    <a:pt x="2818907" y="55438"/>
                  </a:lnTo>
                  <a:lnTo>
                    <a:pt x="2875134" y="47353"/>
                  </a:lnTo>
                  <a:lnTo>
                    <a:pt x="2935859" y="40164"/>
                  </a:lnTo>
                  <a:lnTo>
                    <a:pt x="3001958" y="33757"/>
                  </a:lnTo>
                  <a:lnTo>
                    <a:pt x="3074103" y="28031"/>
                  </a:lnTo>
                  <a:lnTo>
                    <a:pt x="3152605" y="22910"/>
                  </a:lnTo>
                  <a:lnTo>
                    <a:pt x="3237205" y="18338"/>
                  </a:lnTo>
                  <a:lnTo>
                    <a:pt x="3326833" y="14287"/>
                  </a:lnTo>
                  <a:lnTo>
                    <a:pt x="3419395" y="10748"/>
                  </a:lnTo>
                  <a:lnTo>
                    <a:pt x="3511677" y="7728"/>
                  </a:lnTo>
                  <a:lnTo>
                    <a:pt x="3599505" y="5241"/>
                  </a:lnTo>
                  <a:lnTo>
                    <a:pt x="3678248" y="3291"/>
                  </a:lnTo>
                  <a:lnTo>
                    <a:pt x="3743657" y="1862"/>
                  </a:lnTo>
                  <a:lnTo>
                    <a:pt x="3792837" y="908"/>
                  </a:lnTo>
                  <a:lnTo>
                    <a:pt x="3825033" y="349"/>
                  </a:lnTo>
                  <a:lnTo>
                    <a:pt x="3841958" y="86"/>
                  </a:lnTo>
                  <a:lnTo>
                    <a:pt x="3847656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8"/>
                  </a:lnTo>
                  <a:lnTo>
                    <a:pt x="4396649" y="66"/>
                  </a:lnTo>
                  <a:lnTo>
                    <a:pt x="4417817" y="227"/>
                  </a:lnTo>
                  <a:lnTo>
                    <a:pt x="4455058" y="543"/>
                  </a:lnTo>
                  <a:lnTo>
                    <a:pt x="4509346" y="1060"/>
                  </a:lnTo>
                  <a:lnTo>
                    <a:pt x="4579221" y="1810"/>
                  </a:lnTo>
                  <a:lnTo>
                    <a:pt x="4661273" y="2812"/>
                  </a:lnTo>
                  <a:lnTo>
                    <a:pt x="4751024" y="4068"/>
                  </a:lnTo>
                  <a:lnTo>
                    <a:pt x="4843890" y="5575"/>
                  </a:lnTo>
                  <a:lnTo>
                    <a:pt x="4935941" y="7328"/>
                  </a:lnTo>
                  <a:lnTo>
                    <a:pt x="5024294" y="9323"/>
                  </a:lnTo>
                  <a:lnTo>
                    <a:pt x="5107179" y="11569"/>
                  </a:lnTo>
                  <a:lnTo>
                    <a:pt x="5183799" y="14082"/>
                  </a:lnTo>
                  <a:lnTo>
                    <a:pt x="5254094" y="16893"/>
                  </a:lnTo>
                  <a:lnTo>
                    <a:pt x="5318509" y="20040"/>
                  </a:lnTo>
                  <a:lnTo>
                    <a:pt x="5377797" y="23575"/>
                  </a:lnTo>
                  <a:lnTo>
                    <a:pt x="5432872" y="27553"/>
                  </a:lnTo>
                  <a:lnTo>
                    <a:pt x="5484700" y="32033"/>
                  </a:lnTo>
                  <a:lnTo>
                    <a:pt x="5534214" y="37061"/>
                  </a:lnTo>
                  <a:lnTo>
                    <a:pt x="5567201" y="40834"/>
                  </a:lnTo>
                  <a:lnTo>
                    <a:pt x="5619615" y="47503"/>
                  </a:lnTo>
                  <a:lnTo>
                    <a:pt x="5671526" y="54894"/>
                  </a:lnTo>
                  <a:lnTo>
                    <a:pt x="5723520" y="63015"/>
                  </a:lnTo>
                  <a:lnTo>
                    <a:pt x="5775982" y="71845"/>
                  </a:lnTo>
                  <a:lnTo>
                    <a:pt x="5829121" y="81335"/>
                  </a:lnTo>
                  <a:lnTo>
                    <a:pt x="5882997" y="91400"/>
                  </a:lnTo>
                  <a:lnTo>
                    <a:pt x="5937541" y="101925"/>
                  </a:lnTo>
                  <a:lnTo>
                    <a:pt x="5992578" y="112766"/>
                  </a:lnTo>
                  <a:lnTo>
                    <a:pt x="6047864" y="123759"/>
                  </a:lnTo>
                  <a:lnTo>
                    <a:pt x="6103117" y="134733"/>
                  </a:lnTo>
                  <a:lnTo>
                    <a:pt x="6158061" y="145515"/>
                  </a:lnTo>
                  <a:lnTo>
                    <a:pt x="6212465" y="155947"/>
                  </a:lnTo>
                  <a:lnTo>
                    <a:pt x="6266174" y="165890"/>
                  </a:lnTo>
                  <a:lnTo>
                    <a:pt x="6319148" y="175235"/>
                  </a:lnTo>
                  <a:lnTo>
                    <a:pt x="6371478" y="183907"/>
                  </a:lnTo>
                  <a:lnTo>
                    <a:pt x="6423413" y="191861"/>
                  </a:lnTo>
                  <a:lnTo>
                    <a:pt x="6475380" y="199086"/>
                  </a:lnTo>
                  <a:lnTo>
                    <a:pt x="6515891" y="204170"/>
                  </a:lnTo>
                  <a:lnTo>
                    <a:pt x="6564296" y="209589"/>
                  </a:lnTo>
                  <a:lnTo>
                    <a:pt x="6614445" y="214440"/>
                  </a:lnTo>
                  <a:lnTo>
                    <a:pt x="6667194" y="218756"/>
                  </a:lnTo>
                  <a:lnTo>
                    <a:pt x="6723493" y="222588"/>
                  </a:lnTo>
                  <a:lnTo>
                    <a:pt x="6784305" y="225995"/>
                  </a:lnTo>
                  <a:lnTo>
                    <a:pt x="6850504" y="229031"/>
                  </a:lnTo>
                  <a:lnTo>
                    <a:pt x="6922766" y="231744"/>
                  </a:lnTo>
                  <a:lnTo>
                    <a:pt x="7001398" y="234170"/>
                  </a:lnTo>
                  <a:lnTo>
                    <a:pt x="7086135" y="236336"/>
                  </a:lnTo>
                  <a:lnTo>
                    <a:pt x="7175896" y="238254"/>
                  </a:lnTo>
                  <a:lnTo>
                    <a:pt x="7268570" y="239930"/>
                  </a:lnTo>
                  <a:lnTo>
                    <a:pt x="7360920" y="241359"/>
                  </a:lnTo>
                  <a:lnTo>
                    <a:pt x="7448750" y="242535"/>
                  </a:lnTo>
                  <a:lnTo>
                    <a:pt x="7527415" y="243456"/>
                  </a:lnTo>
                  <a:lnTo>
                    <a:pt x="7592665" y="244130"/>
                  </a:lnTo>
                  <a:lnTo>
                    <a:pt x="7641624" y="244579"/>
                  </a:lnTo>
                  <a:lnTo>
                    <a:pt x="7673572" y="244841"/>
                  </a:lnTo>
                  <a:lnTo>
                    <a:pt x="7690269" y="244964"/>
                  </a:lnTo>
                  <a:lnTo>
                    <a:pt x="7695811" y="245001"/>
                  </a:lnTo>
                  <a:lnTo>
                    <a:pt x="7696237" y="245004"/>
                  </a:lnTo>
                  <a:lnTo>
                    <a:pt x="8234974" y="24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4" name="pl1534"/>
            <p:cNvSpPr/>
            <p:nvPr/>
          </p:nvSpPr>
          <p:spPr>
            <a:xfrm>
              <a:off x="546595" y="4528963"/>
              <a:ext cx="8234974" cy="517230"/>
            </a:xfrm>
            <a:custGeom>
              <a:avLst/>
              <a:pathLst>
                <a:path w="8234974" h="517230">
                  <a:moveTo>
                    <a:pt x="8234974" y="245004"/>
                  </a:move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7"/>
                  </a:lnTo>
                  <a:lnTo>
                    <a:pt x="3838354" y="139"/>
                  </a:lnTo>
                  <a:lnTo>
                    <a:pt x="3817246" y="479"/>
                  </a:lnTo>
                  <a:lnTo>
                    <a:pt x="3780105" y="1144"/>
                  </a:lnTo>
                  <a:lnTo>
                    <a:pt x="3725950" y="2232"/>
                  </a:lnTo>
                  <a:lnTo>
                    <a:pt x="3656226" y="3811"/>
                  </a:lnTo>
                  <a:lnTo>
                    <a:pt x="3574325" y="5919"/>
                  </a:lnTo>
                  <a:lnTo>
                    <a:pt x="3484709" y="8564"/>
                  </a:lnTo>
                  <a:lnTo>
                    <a:pt x="3391946" y="11739"/>
                  </a:lnTo>
                  <a:lnTo>
                    <a:pt x="3299966" y="15429"/>
                  </a:lnTo>
                  <a:lnTo>
                    <a:pt x="3211653" y="19632"/>
                  </a:lnTo>
                  <a:lnTo>
                    <a:pt x="3128782" y="24362"/>
                  </a:lnTo>
                  <a:lnTo>
                    <a:pt x="3052159" y="29655"/>
                  </a:lnTo>
                  <a:lnTo>
                    <a:pt x="2981850" y="35573"/>
                  </a:lnTo>
                  <a:lnTo>
                    <a:pt x="2917419" y="42199"/>
                  </a:lnTo>
                  <a:lnTo>
                    <a:pt x="2858117" y="49640"/>
                  </a:lnTo>
                  <a:lnTo>
                    <a:pt x="2803036" y="58013"/>
                  </a:lnTo>
                  <a:lnTo>
                    <a:pt x="2751211" y="67440"/>
                  </a:lnTo>
                  <a:lnTo>
                    <a:pt x="2701712" y="78022"/>
                  </a:lnTo>
                  <a:lnTo>
                    <a:pt x="2667772" y="86205"/>
                  </a:lnTo>
                  <a:lnTo>
                    <a:pt x="2616579" y="99938"/>
                  </a:lnTo>
                  <a:lnTo>
                    <a:pt x="2565879" y="115122"/>
                  </a:lnTo>
                  <a:lnTo>
                    <a:pt x="2515121" y="131776"/>
                  </a:lnTo>
                  <a:lnTo>
                    <a:pt x="2463937" y="149865"/>
                  </a:lnTo>
                  <a:lnTo>
                    <a:pt x="2412119" y="169293"/>
                  </a:lnTo>
                  <a:lnTo>
                    <a:pt x="2359596" y="189904"/>
                  </a:lnTo>
                  <a:lnTo>
                    <a:pt x="2306421" y="211476"/>
                  </a:lnTo>
                  <a:lnTo>
                    <a:pt x="2252742" y="233734"/>
                  </a:lnTo>
                  <a:lnTo>
                    <a:pt x="2198779" y="256365"/>
                  </a:lnTo>
                  <a:lnTo>
                    <a:pt x="2144789" y="279030"/>
                  </a:lnTo>
                  <a:lnTo>
                    <a:pt x="2091035" y="301389"/>
                  </a:lnTo>
                  <a:lnTo>
                    <a:pt x="2037746" y="323120"/>
                  </a:lnTo>
                  <a:lnTo>
                    <a:pt x="1985086" y="343941"/>
                  </a:lnTo>
                  <a:lnTo>
                    <a:pt x="1933130" y="363618"/>
                  </a:lnTo>
                  <a:lnTo>
                    <a:pt x="1881832" y="381982"/>
                  </a:lnTo>
                  <a:lnTo>
                    <a:pt x="1831014" y="398924"/>
                  </a:lnTo>
                  <a:lnTo>
                    <a:pt x="1780340" y="414400"/>
                  </a:lnTo>
                  <a:lnTo>
                    <a:pt x="1729298" y="428417"/>
                  </a:lnTo>
                  <a:lnTo>
                    <a:pt x="1719082" y="431025"/>
                  </a:lnTo>
                  <a:lnTo>
                    <a:pt x="1670728" y="442455"/>
                  </a:lnTo>
                  <a:lnTo>
                    <a:pt x="1620634" y="452688"/>
                  </a:lnTo>
                  <a:lnTo>
                    <a:pt x="1567948" y="461792"/>
                  </a:lnTo>
                  <a:lnTo>
                    <a:pt x="1511721" y="469877"/>
                  </a:lnTo>
                  <a:lnTo>
                    <a:pt x="1450995" y="477065"/>
                  </a:lnTo>
                  <a:lnTo>
                    <a:pt x="1384897" y="483473"/>
                  </a:lnTo>
                  <a:lnTo>
                    <a:pt x="1312752" y="489199"/>
                  </a:lnTo>
                  <a:lnTo>
                    <a:pt x="1234249" y="494320"/>
                  </a:lnTo>
                  <a:lnTo>
                    <a:pt x="1149649" y="498892"/>
                  </a:lnTo>
                  <a:lnTo>
                    <a:pt x="1060021" y="502943"/>
                  </a:lnTo>
                  <a:lnTo>
                    <a:pt x="967460" y="506482"/>
                  </a:lnTo>
                  <a:lnTo>
                    <a:pt x="875177" y="509502"/>
                  </a:lnTo>
                  <a:lnTo>
                    <a:pt x="787350" y="511989"/>
                  </a:lnTo>
                  <a:lnTo>
                    <a:pt x="708607" y="513939"/>
                  </a:lnTo>
                  <a:lnTo>
                    <a:pt x="643198" y="515367"/>
                  </a:lnTo>
                  <a:lnTo>
                    <a:pt x="594017" y="516322"/>
                  </a:lnTo>
                  <a:lnTo>
                    <a:pt x="561822" y="516880"/>
                  </a:lnTo>
                  <a:lnTo>
                    <a:pt x="544897" y="517144"/>
                  </a:lnTo>
                  <a:lnTo>
                    <a:pt x="539199" y="517224"/>
                  </a:lnTo>
                  <a:lnTo>
                    <a:pt x="538736" y="517230"/>
                  </a:lnTo>
                  <a:lnTo>
                    <a:pt x="0" y="5172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5" name="pg1535"/>
            <p:cNvSpPr/>
            <p:nvPr/>
          </p:nvSpPr>
          <p:spPr>
            <a:xfrm>
              <a:off x="546595" y="4545297"/>
              <a:ext cx="8234974" cy="1546247"/>
            </a:xfrm>
            <a:custGeom>
              <a:avLst/>
              <a:pathLst>
                <a:path w="8234974" h="1546247">
                  <a:moveTo>
                    <a:pt x="0" y="511786"/>
                  </a:moveTo>
                  <a:lnTo>
                    <a:pt x="538736" y="511786"/>
                  </a:lnTo>
                  <a:lnTo>
                    <a:pt x="540034" y="511769"/>
                  </a:lnTo>
                  <a:lnTo>
                    <a:pt x="548502" y="511649"/>
                  </a:lnTo>
                  <a:lnTo>
                    <a:pt x="569614" y="511317"/>
                  </a:lnTo>
                  <a:lnTo>
                    <a:pt x="606760" y="510665"/>
                  </a:lnTo>
                  <a:lnTo>
                    <a:pt x="660922" y="509600"/>
                  </a:lnTo>
                  <a:lnTo>
                    <a:pt x="730654" y="508054"/>
                  </a:lnTo>
                  <a:lnTo>
                    <a:pt x="812563" y="505990"/>
                  </a:lnTo>
                  <a:lnTo>
                    <a:pt x="902187" y="503400"/>
                  </a:lnTo>
                  <a:lnTo>
                    <a:pt x="994954" y="500292"/>
                  </a:lnTo>
                  <a:lnTo>
                    <a:pt x="1086939" y="496679"/>
                  </a:lnTo>
                  <a:lnTo>
                    <a:pt x="1175254" y="492564"/>
                  </a:lnTo>
                  <a:lnTo>
                    <a:pt x="1258125" y="487933"/>
                  </a:lnTo>
                  <a:lnTo>
                    <a:pt x="1334748" y="482751"/>
                  </a:lnTo>
                  <a:lnTo>
                    <a:pt x="1405056" y="476957"/>
                  </a:lnTo>
                  <a:lnTo>
                    <a:pt x="1469487" y="470469"/>
                  </a:lnTo>
                  <a:lnTo>
                    <a:pt x="1528788" y="463184"/>
                  </a:lnTo>
                  <a:lnTo>
                    <a:pt x="1583869" y="454985"/>
                  </a:lnTo>
                  <a:lnTo>
                    <a:pt x="1635694" y="445756"/>
                  </a:lnTo>
                  <a:lnTo>
                    <a:pt x="1685194" y="435395"/>
                  </a:lnTo>
                  <a:lnTo>
                    <a:pt x="1719082" y="427395"/>
                  </a:lnTo>
                  <a:lnTo>
                    <a:pt x="1770338" y="413934"/>
                  </a:lnTo>
                  <a:lnTo>
                    <a:pt x="1821099" y="399049"/>
                  </a:lnTo>
                  <a:lnTo>
                    <a:pt x="1871920" y="382721"/>
                  </a:lnTo>
                  <a:lnTo>
                    <a:pt x="1923168" y="364986"/>
                  </a:lnTo>
                  <a:lnTo>
                    <a:pt x="1975054" y="345936"/>
                  </a:lnTo>
                  <a:lnTo>
                    <a:pt x="2027645" y="325728"/>
                  </a:lnTo>
                  <a:lnTo>
                    <a:pt x="2080890" y="304578"/>
                  </a:lnTo>
                  <a:lnTo>
                    <a:pt x="2134638" y="282757"/>
                  </a:lnTo>
                  <a:lnTo>
                    <a:pt x="2188668" y="260573"/>
                  </a:lnTo>
                  <a:lnTo>
                    <a:pt x="2242722" y="238360"/>
                  </a:lnTo>
                  <a:lnTo>
                    <a:pt x="2296538" y="216451"/>
                  </a:lnTo>
                  <a:lnTo>
                    <a:pt x="2349884" y="195162"/>
                  </a:lnTo>
                  <a:lnTo>
                    <a:pt x="2402597" y="174771"/>
                  </a:lnTo>
                  <a:lnTo>
                    <a:pt x="2454606" y="155504"/>
                  </a:lnTo>
                  <a:lnTo>
                    <a:pt x="2505955" y="137529"/>
                  </a:lnTo>
                  <a:lnTo>
                    <a:pt x="2556829" y="120950"/>
                  </a:lnTo>
                  <a:lnTo>
                    <a:pt x="2607567" y="105811"/>
                  </a:lnTo>
                  <a:lnTo>
                    <a:pt x="2658686" y="92102"/>
                  </a:lnTo>
                  <a:lnTo>
                    <a:pt x="2667772" y="89834"/>
                  </a:lnTo>
                  <a:lnTo>
                    <a:pt x="2716129" y="78644"/>
                  </a:lnTo>
                  <a:lnTo>
                    <a:pt x="2766226" y="68626"/>
                  </a:lnTo>
                  <a:lnTo>
                    <a:pt x="2818916" y="59714"/>
                  </a:lnTo>
                  <a:lnTo>
                    <a:pt x="2875147" y="51799"/>
                  </a:lnTo>
                  <a:lnTo>
                    <a:pt x="2935877" y="44762"/>
                  </a:lnTo>
                  <a:lnTo>
                    <a:pt x="3001981" y="38489"/>
                  </a:lnTo>
                  <a:lnTo>
                    <a:pt x="3074132" y="32884"/>
                  </a:lnTo>
                  <a:lnTo>
                    <a:pt x="3152641" y="27870"/>
                  </a:lnTo>
                  <a:lnTo>
                    <a:pt x="3237249" y="23394"/>
                  </a:lnTo>
                  <a:lnTo>
                    <a:pt x="3326884" y="19429"/>
                  </a:lnTo>
                  <a:lnTo>
                    <a:pt x="3419452" y="15964"/>
                  </a:lnTo>
                  <a:lnTo>
                    <a:pt x="3511738" y="13008"/>
                  </a:lnTo>
                  <a:lnTo>
                    <a:pt x="3599565" y="10573"/>
                  </a:lnTo>
                  <a:lnTo>
                    <a:pt x="3678304" y="8665"/>
                  </a:lnTo>
                  <a:lnTo>
                    <a:pt x="3743705" y="7267"/>
                  </a:lnTo>
                  <a:lnTo>
                    <a:pt x="3792873" y="6333"/>
                  </a:lnTo>
                  <a:lnTo>
                    <a:pt x="3825056" y="5786"/>
                  </a:lnTo>
                  <a:lnTo>
                    <a:pt x="3841968" y="5528"/>
                  </a:lnTo>
                  <a:lnTo>
                    <a:pt x="3847658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4" y="5494"/>
                  </a:lnTo>
                  <a:lnTo>
                    <a:pt x="4396337" y="5848"/>
                  </a:lnTo>
                  <a:lnTo>
                    <a:pt x="4416857" y="6828"/>
                  </a:lnTo>
                  <a:lnTo>
                    <a:pt x="4453023" y="8751"/>
                  </a:lnTo>
                  <a:lnTo>
                    <a:pt x="4505870" y="11895"/>
                  </a:lnTo>
                  <a:lnTo>
                    <a:pt x="4574098" y="16466"/>
                  </a:lnTo>
                  <a:lnTo>
                    <a:pt x="4654501" y="22577"/>
                  </a:lnTo>
                  <a:lnTo>
                    <a:pt x="4742790" y="30257"/>
                  </a:lnTo>
                  <a:lnTo>
                    <a:pt x="4834508" y="39483"/>
                  </a:lnTo>
                  <a:lnTo>
                    <a:pt x="4925772" y="50219"/>
                  </a:lnTo>
                  <a:lnTo>
                    <a:pt x="5013678" y="62450"/>
                  </a:lnTo>
                  <a:lnTo>
                    <a:pt x="5096395" y="76209"/>
                  </a:lnTo>
                  <a:lnTo>
                    <a:pt x="5173042" y="91597"/>
                  </a:lnTo>
                  <a:lnTo>
                    <a:pt x="5243476" y="108780"/>
                  </a:lnTo>
                  <a:lnTo>
                    <a:pt x="5308069" y="127992"/>
                  </a:lnTo>
                  <a:lnTo>
                    <a:pt x="5367510" y="149530"/>
                  </a:lnTo>
                  <a:lnTo>
                    <a:pt x="5422665" y="173732"/>
                  </a:lnTo>
                  <a:lnTo>
                    <a:pt x="5474467" y="200949"/>
                  </a:lnTo>
                  <a:lnTo>
                    <a:pt x="5523829" y="231492"/>
                  </a:lnTo>
                  <a:lnTo>
                    <a:pt x="5567201" y="262245"/>
                  </a:lnTo>
                  <a:lnTo>
                    <a:pt x="5610745" y="296733"/>
                  </a:lnTo>
                  <a:lnTo>
                    <a:pt x="5653864" y="334327"/>
                  </a:lnTo>
                  <a:lnTo>
                    <a:pt x="5696923" y="375082"/>
                  </a:lnTo>
                  <a:lnTo>
                    <a:pt x="5740188" y="418976"/>
                  </a:lnTo>
                  <a:lnTo>
                    <a:pt x="5783836" y="465894"/>
                  </a:lnTo>
                  <a:lnTo>
                    <a:pt x="5827965" y="515625"/>
                  </a:lnTo>
                  <a:lnTo>
                    <a:pt x="5872604" y="567860"/>
                  </a:lnTo>
                  <a:lnTo>
                    <a:pt x="5917721" y="622193"/>
                  </a:lnTo>
                  <a:lnTo>
                    <a:pt x="5963229" y="678133"/>
                  </a:lnTo>
                  <a:lnTo>
                    <a:pt x="6009003" y="735122"/>
                  </a:lnTo>
                  <a:lnTo>
                    <a:pt x="6054892" y="792555"/>
                  </a:lnTo>
                  <a:lnTo>
                    <a:pt x="6100734" y="849805"/>
                  </a:lnTo>
                  <a:lnTo>
                    <a:pt x="6146371" y="906255"/>
                  </a:lnTo>
                  <a:lnTo>
                    <a:pt x="6191664" y="961325"/>
                  </a:lnTo>
                  <a:lnTo>
                    <a:pt x="6236510" y="1014492"/>
                  </a:lnTo>
                  <a:lnTo>
                    <a:pt x="6280853" y="1065314"/>
                  </a:lnTo>
                  <a:lnTo>
                    <a:pt x="6324695" y="1113441"/>
                  </a:lnTo>
                  <a:lnTo>
                    <a:pt x="6368103" y="1158619"/>
                  </a:lnTo>
                  <a:lnTo>
                    <a:pt x="6411221" y="1200696"/>
                  </a:lnTo>
                  <a:lnTo>
                    <a:pt x="6454276" y="1239611"/>
                  </a:lnTo>
                  <a:lnTo>
                    <a:pt x="6497591" y="1275387"/>
                  </a:lnTo>
                  <a:lnTo>
                    <a:pt x="6515891" y="1289447"/>
                  </a:lnTo>
                  <a:lnTo>
                    <a:pt x="6563746" y="1323167"/>
                  </a:lnTo>
                  <a:lnTo>
                    <a:pt x="6613297" y="1353393"/>
                  </a:lnTo>
                  <a:lnTo>
                    <a:pt x="6665369" y="1380317"/>
                  </a:lnTo>
                  <a:lnTo>
                    <a:pt x="6720882" y="1404258"/>
                  </a:lnTo>
                  <a:lnTo>
                    <a:pt x="6780764" y="1425567"/>
                  </a:lnTo>
                  <a:lnTo>
                    <a:pt x="6845872" y="1444581"/>
                  </a:lnTo>
                  <a:lnTo>
                    <a:pt x="6916872" y="1461589"/>
                  </a:lnTo>
                  <a:lnTo>
                    <a:pt x="6994095" y="1476820"/>
                  </a:lnTo>
                  <a:lnTo>
                    <a:pt x="7077341" y="1490435"/>
                  </a:lnTo>
                  <a:lnTo>
                    <a:pt x="7165650" y="1502527"/>
                  </a:lnTo>
                  <a:lnTo>
                    <a:pt x="7257094" y="1513124"/>
                  </a:lnTo>
                  <a:lnTo>
                    <a:pt x="7348671" y="1522210"/>
                  </a:lnTo>
                  <a:lnTo>
                    <a:pt x="7436422" y="1529745"/>
                  </a:lnTo>
                  <a:lnTo>
                    <a:pt x="7515870" y="1535711"/>
                  </a:lnTo>
                  <a:lnTo>
                    <a:pt x="7582787" y="1540144"/>
                  </a:lnTo>
                  <a:lnTo>
                    <a:pt x="7634113" y="1543166"/>
                  </a:lnTo>
                  <a:lnTo>
                    <a:pt x="7668752" y="1544989"/>
                  </a:lnTo>
                  <a:lnTo>
                    <a:pt x="7687964" y="1545897"/>
                  </a:lnTo>
                  <a:lnTo>
                    <a:pt x="7695291" y="1546210"/>
                  </a:lnTo>
                  <a:lnTo>
                    <a:pt x="7696237" y="1546247"/>
                  </a:lnTo>
                  <a:lnTo>
                    <a:pt x="8234974" y="1546247"/>
                  </a:lnTo>
                  <a:lnTo>
                    <a:pt x="8234974" y="1540803"/>
                  </a:lnTo>
                  <a:lnTo>
                    <a:pt x="7696237" y="1540803"/>
                  </a:lnTo>
                  <a:lnTo>
                    <a:pt x="7694978" y="1540753"/>
                  </a:lnTo>
                  <a:lnTo>
                    <a:pt x="7686756" y="1540399"/>
                  </a:lnTo>
                  <a:lnTo>
                    <a:pt x="7666235" y="1539419"/>
                  </a:lnTo>
                  <a:lnTo>
                    <a:pt x="7630070" y="1537496"/>
                  </a:lnTo>
                  <a:lnTo>
                    <a:pt x="7577222" y="1534352"/>
                  </a:lnTo>
                  <a:lnTo>
                    <a:pt x="7508995" y="1529781"/>
                  </a:lnTo>
                  <a:lnTo>
                    <a:pt x="7428591" y="1523670"/>
                  </a:lnTo>
                  <a:lnTo>
                    <a:pt x="7340302" y="1515990"/>
                  </a:lnTo>
                  <a:lnTo>
                    <a:pt x="7248584" y="1506763"/>
                  </a:lnTo>
                  <a:lnTo>
                    <a:pt x="7157320" y="1496028"/>
                  </a:lnTo>
                  <a:lnTo>
                    <a:pt x="7069414" y="1483797"/>
                  </a:lnTo>
                  <a:lnTo>
                    <a:pt x="6986698" y="1470037"/>
                  </a:lnTo>
                  <a:lnTo>
                    <a:pt x="6910051" y="1454650"/>
                  </a:lnTo>
                  <a:lnTo>
                    <a:pt x="6839616" y="1437467"/>
                  </a:lnTo>
                  <a:lnTo>
                    <a:pt x="6775023" y="1418254"/>
                  </a:lnTo>
                  <a:lnTo>
                    <a:pt x="6715582" y="1396716"/>
                  </a:lnTo>
                  <a:lnTo>
                    <a:pt x="6660427" y="1372515"/>
                  </a:lnTo>
                  <a:lnTo>
                    <a:pt x="6608625" y="1345298"/>
                  </a:lnTo>
                  <a:lnTo>
                    <a:pt x="6559264" y="1314754"/>
                  </a:lnTo>
                  <a:lnTo>
                    <a:pt x="6515891" y="1284002"/>
                  </a:lnTo>
                  <a:lnTo>
                    <a:pt x="6472347" y="1249514"/>
                  </a:lnTo>
                  <a:lnTo>
                    <a:pt x="6429228" y="1211920"/>
                  </a:lnTo>
                  <a:lnTo>
                    <a:pt x="6386169" y="1171164"/>
                  </a:lnTo>
                  <a:lnTo>
                    <a:pt x="6342905" y="1127270"/>
                  </a:lnTo>
                  <a:lnTo>
                    <a:pt x="6299257" y="1080352"/>
                  </a:lnTo>
                  <a:lnTo>
                    <a:pt x="6255128" y="1030621"/>
                  </a:lnTo>
                  <a:lnTo>
                    <a:pt x="6210488" y="978387"/>
                  </a:lnTo>
                  <a:lnTo>
                    <a:pt x="6165372" y="924054"/>
                  </a:lnTo>
                  <a:lnTo>
                    <a:pt x="6119864" y="868113"/>
                  </a:lnTo>
                  <a:lnTo>
                    <a:pt x="6074090" y="811124"/>
                  </a:lnTo>
                  <a:lnTo>
                    <a:pt x="6028200" y="753692"/>
                  </a:lnTo>
                  <a:lnTo>
                    <a:pt x="5982358" y="696442"/>
                  </a:lnTo>
                  <a:lnTo>
                    <a:pt x="5936722" y="639991"/>
                  </a:lnTo>
                  <a:lnTo>
                    <a:pt x="5891429" y="584922"/>
                  </a:lnTo>
                  <a:lnTo>
                    <a:pt x="5846583" y="531755"/>
                  </a:lnTo>
                  <a:lnTo>
                    <a:pt x="5802239" y="480933"/>
                  </a:lnTo>
                  <a:lnTo>
                    <a:pt x="5758398" y="432806"/>
                  </a:lnTo>
                  <a:lnTo>
                    <a:pt x="5714990" y="387628"/>
                  </a:lnTo>
                  <a:lnTo>
                    <a:pt x="5671872" y="345551"/>
                  </a:lnTo>
                  <a:lnTo>
                    <a:pt x="5628816" y="306636"/>
                  </a:lnTo>
                  <a:lnTo>
                    <a:pt x="5585502" y="270860"/>
                  </a:lnTo>
                  <a:lnTo>
                    <a:pt x="5567201" y="256800"/>
                  </a:lnTo>
                  <a:lnTo>
                    <a:pt x="5519347" y="223079"/>
                  </a:lnTo>
                  <a:lnTo>
                    <a:pt x="5469795" y="192854"/>
                  </a:lnTo>
                  <a:lnTo>
                    <a:pt x="5417723" y="165929"/>
                  </a:lnTo>
                  <a:lnTo>
                    <a:pt x="5362211" y="141989"/>
                  </a:lnTo>
                  <a:lnTo>
                    <a:pt x="5302328" y="120680"/>
                  </a:lnTo>
                  <a:lnTo>
                    <a:pt x="5237221" y="101666"/>
                  </a:lnTo>
                  <a:lnTo>
                    <a:pt x="5166221" y="84658"/>
                  </a:lnTo>
                  <a:lnTo>
                    <a:pt x="5088998" y="69427"/>
                  </a:lnTo>
                  <a:lnTo>
                    <a:pt x="5005752" y="55812"/>
                  </a:lnTo>
                  <a:lnTo>
                    <a:pt x="4917443" y="43720"/>
                  </a:lnTo>
                  <a:lnTo>
                    <a:pt x="4825998" y="33122"/>
                  </a:lnTo>
                  <a:lnTo>
                    <a:pt x="4734421" y="24037"/>
                  </a:lnTo>
                  <a:lnTo>
                    <a:pt x="4646671" y="16502"/>
                  </a:lnTo>
                  <a:lnTo>
                    <a:pt x="4567222" y="10536"/>
                  </a:lnTo>
                  <a:lnTo>
                    <a:pt x="4500305" y="6103"/>
                  </a:lnTo>
                  <a:lnTo>
                    <a:pt x="4448979" y="3081"/>
                  </a:lnTo>
                  <a:lnTo>
                    <a:pt x="4414340" y="1258"/>
                  </a:lnTo>
                  <a:lnTo>
                    <a:pt x="4395129" y="349"/>
                  </a:lnTo>
                  <a:lnTo>
                    <a:pt x="4387802" y="3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6"/>
                  </a:lnTo>
                  <a:lnTo>
                    <a:pt x="3838352" y="136"/>
                  </a:lnTo>
                  <a:lnTo>
                    <a:pt x="3817241" y="469"/>
                  </a:lnTo>
                  <a:lnTo>
                    <a:pt x="3780094" y="1120"/>
                  </a:lnTo>
                  <a:lnTo>
                    <a:pt x="3725932" y="2185"/>
                  </a:lnTo>
                  <a:lnTo>
                    <a:pt x="3656201" y="3731"/>
                  </a:lnTo>
                  <a:lnTo>
                    <a:pt x="3574292" y="5795"/>
                  </a:lnTo>
                  <a:lnTo>
                    <a:pt x="3484668" y="8385"/>
                  </a:lnTo>
                  <a:lnTo>
                    <a:pt x="3391900" y="11493"/>
                  </a:lnTo>
                  <a:lnTo>
                    <a:pt x="3299916" y="15106"/>
                  </a:lnTo>
                  <a:lnTo>
                    <a:pt x="3211601" y="19221"/>
                  </a:lnTo>
                  <a:lnTo>
                    <a:pt x="3128729" y="23852"/>
                  </a:lnTo>
                  <a:lnTo>
                    <a:pt x="3052106" y="29034"/>
                  </a:lnTo>
                  <a:lnTo>
                    <a:pt x="2981798" y="34828"/>
                  </a:lnTo>
                  <a:lnTo>
                    <a:pt x="2917368" y="41317"/>
                  </a:lnTo>
                  <a:lnTo>
                    <a:pt x="2858067" y="48602"/>
                  </a:lnTo>
                  <a:lnTo>
                    <a:pt x="2802986" y="56800"/>
                  </a:lnTo>
                  <a:lnTo>
                    <a:pt x="2751160" y="66030"/>
                  </a:lnTo>
                  <a:lnTo>
                    <a:pt x="2701661" y="76391"/>
                  </a:lnTo>
                  <a:lnTo>
                    <a:pt x="2667772" y="84390"/>
                  </a:lnTo>
                  <a:lnTo>
                    <a:pt x="2616517" y="97852"/>
                  </a:lnTo>
                  <a:lnTo>
                    <a:pt x="2565756" y="112737"/>
                  </a:lnTo>
                  <a:lnTo>
                    <a:pt x="2514935" y="129064"/>
                  </a:lnTo>
                  <a:lnTo>
                    <a:pt x="2463686" y="146799"/>
                  </a:lnTo>
                  <a:lnTo>
                    <a:pt x="2411801" y="165849"/>
                  </a:lnTo>
                  <a:lnTo>
                    <a:pt x="2359210" y="186057"/>
                  </a:lnTo>
                  <a:lnTo>
                    <a:pt x="2305965" y="207207"/>
                  </a:lnTo>
                  <a:lnTo>
                    <a:pt x="2252217" y="229029"/>
                  </a:lnTo>
                  <a:lnTo>
                    <a:pt x="2198186" y="251212"/>
                  </a:lnTo>
                  <a:lnTo>
                    <a:pt x="2144132" y="273425"/>
                  </a:lnTo>
                  <a:lnTo>
                    <a:pt x="2090317" y="295334"/>
                  </a:lnTo>
                  <a:lnTo>
                    <a:pt x="2036970" y="316623"/>
                  </a:lnTo>
                  <a:lnTo>
                    <a:pt x="1984257" y="337014"/>
                  </a:lnTo>
                  <a:lnTo>
                    <a:pt x="1932249" y="356281"/>
                  </a:lnTo>
                  <a:lnTo>
                    <a:pt x="1880899" y="374256"/>
                  </a:lnTo>
                  <a:lnTo>
                    <a:pt x="1830025" y="390835"/>
                  </a:lnTo>
                  <a:lnTo>
                    <a:pt x="1779288" y="405974"/>
                  </a:lnTo>
                  <a:lnTo>
                    <a:pt x="1728169" y="419683"/>
                  </a:lnTo>
                  <a:lnTo>
                    <a:pt x="1719082" y="421951"/>
                  </a:lnTo>
                  <a:lnTo>
                    <a:pt x="1670725" y="433141"/>
                  </a:lnTo>
                  <a:lnTo>
                    <a:pt x="1620628" y="443159"/>
                  </a:lnTo>
                  <a:lnTo>
                    <a:pt x="1567939" y="452071"/>
                  </a:lnTo>
                  <a:lnTo>
                    <a:pt x="1511708" y="459986"/>
                  </a:lnTo>
                  <a:lnTo>
                    <a:pt x="1450978" y="467024"/>
                  </a:lnTo>
                  <a:lnTo>
                    <a:pt x="1384874" y="473296"/>
                  </a:lnTo>
                  <a:lnTo>
                    <a:pt x="1312722" y="478902"/>
                  </a:lnTo>
                  <a:lnTo>
                    <a:pt x="1234213" y="483916"/>
                  </a:lnTo>
                  <a:lnTo>
                    <a:pt x="1149606" y="488391"/>
                  </a:lnTo>
                  <a:lnTo>
                    <a:pt x="1059971" y="492357"/>
                  </a:lnTo>
                  <a:lnTo>
                    <a:pt x="967403" y="495821"/>
                  </a:lnTo>
                  <a:lnTo>
                    <a:pt x="875117" y="498777"/>
                  </a:lnTo>
                  <a:lnTo>
                    <a:pt x="787289" y="501212"/>
                  </a:lnTo>
                  <a:lnTo>
                    <a:pt x="708551" y="503120"/>
                  </a:lnTo>
                  <a:lnTo>
                    <a:pt x="643150" y="504519"/>
                  </a:lnTo>
                  <a:lnTo>
                    <a:pt x="593981" y="505453"/>
                  </a:lnTo>
                  <a:lnTo>
                    <a:pt x="561799" y="505999"/>
                  </a:lnTo>
                  <a:lnTo>
                    <a:pt x="544886" y="506257"/>
                  </a:lnTo>
                  <a:lnTo>
                    <a:pt x="539197" y="506335"/>
                  </a:lnTo>
                  <a:lnTo>
                    <a:pt x="538736" y="506341"/>
                  </a:lnTo>
                  <a:lnTo>
                    <a:pt x="0" y="50634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36" name="pl1536"/>
            <p:cNvSpPr/>
            <p:nvPr/>
          </p:nvSpPr>
          <p:spPr>
            <a:xfrm>
              <a:off x="546595" y="4550742"/>
              <a:ext cx="8234974" cy="1540803"/>
            </a:xfrm>
            <a:custGeom>
              <a:avLst/>
              <a:pathLst>
                <a:path w="8234974" h="1540803">
                  <a:moveTo>
                    <a:pt x="0" y="506341"/>
                  </a:moveTo>
                  <a:lnTo>
                    <a:pt x="538736" y="506341"/>
                  </a:lnTo>
                  <a:lnTo>
                    <a:pt x="540034" y="506324"/>
                  </a:lnTo>
                  <a:lnTo>
                    <a:pt x="548502" y="506204"/>
                  </a:lnTo>
                  <a:lnTo>
                    <a:pt x="569614" y="505872"/>
                  </a:lnTo>
                  <a:lnTo>
                    <a:pt x="606760" y="505220"/>
                  </a:lnTo>
                  <a:lnTo>
                    <a:pt x="660922" y="504155"/>
                  </a:lnTo>
                  <a:lnTo>
                    <a:pt x="730654" y="502609"/>
                  </a:lnTo>
                  <a:lnTo>
                    <a:pt x="812563" y="500546"/>
                  </a:lnTo>
                  <a:lnTo>
                    <a:pt x="902187" y="497955"/>
                  </a:lnTo>
                  <a:lnTo>
                    <a:pt x="994954" y="494848"/>
                  </a:lnTo>
                  <a:lnTo>
                    <a:pt x="1086939" y="491234"/>
                  </a:lnTo>
                  <a:lnTo>
                    <a:pt x="1175254" y="487119"/>
                  </a:lnTo>
                  <a:lnTo>
                    <a:pt x="1258125" y="482489"/>
                  </a:lnTo>
                  <a:lnTo>
                    <a:pt x="1334748" y="477306"/>
                  </a:lnTo>
                  <a:lnTo>
                    <a:pt x="1405056" y="471512"/>
                  </a:lnTo>
                  <a:lnTo>
                    <a:pt x="1469487" y="465024"/>
                  </a:lnTo>
                  <a:lnTo>
                    <a:pt x="1528788" y="457739"/>
                  </a:lnTo>
                  <a:lnTo>
                    <a:pt x="1583869" y="449541"/>
                  </a:lnTo>
                  <a:lnTo>
                    <a:pt x="1635694" y="440311"/>
                  </a:lnTo>
                  <a:lnTo>
                    <a:pt x="1685194" y="429950"/>
                  </a:lnTo>
                  <a:lnTo>
                    <a:pt x="1719082" y="421951"/>
                  </a:lnTo>
                  <a:lnTo>
                    <a:pt x="1770338" y="408489"/>
                  </a:lnTo>
                  <a:lnTo>
                    <a:pt x="1821099" y="393604"/>
                  </a:lnTo>
                  <a:lnTo>
                    <a:pt x="1871920" y="377277"/>
                  </a:lnTo>
                  <a:lnTo>
                    <a:pt x="1923168" y="359541"/>
                  </a:lnTo>
                  <a:lnTo>
                    <a:pt x="1975054" y="340492"/>
                  </a:lnTo>
                  <a:lnTo>
                    <a:pt x="2027645" y="320284"/>
                  </a:lnTo>
                  <a:lnTo>
                    <a:pt x="2080890" y="299134"/>
                  </a:lnTo>
                  <a:lnTo>
                    <a:pt x="2134638" y="277312"/>
                  </a:lnTo>
                  <a:lnTo>
                    <a:pt x="2188668" y="255129"/>
                  </a:lnTo>
                  <a:lnTo>
                    <a:pt x="2242722" y="232915"/>
                  </a:lnTo>
                  <a:lnTo>
                    <a:pt x="2296538" y="211007"/>
                  </a:lnTo>
                  <a:lnTo>
                    <a:pt x="2349884" y="189718"/>
                  </a:lnTo>
                  <a:lnTo>
                    <a:pt x="2402597" y="169326"/>
                  </a:lnTo>
                  <a:lnTo>
                    <a:pt x="2454606" y="150060"/>
                  </a:lnTo>
                  <a:lnTo>
                    <a:pt x="2505955" y="132085"/>
                  </a:lnTo>
                  <a:lnTo>
                    <a:pt x="2556829" y="115505"/>
                  </a:lnTo>
                  <a:lnTo>
                    <a:pt x="2607567" y="100367"/>
                  </a:lnTo>
                  <a:lnTo>
                    <a:pt x="2658686" y="86658"/>
                  </a:lnTo>
                  <a:lnTo>
                    <a:pt x="2667772" y="84390"/>
                  </a:lnTo>
                  <a:lnTo>
                    <a:pt x="2716129" y="73200"/>
                  </a:lnTo>
                  <a:lnTo>
                    <a:pt x="2766226" y="63182"/>
                  </a:lnTo>
                  <a:lnTo>
                    <a:pt x="2818916" y="54270"/>
                  </a:lnTo>
                  <a:lnTo>
                    <a:pt x="2875147" y="46354"/>
                  </a:lnTo>
                  <a:lnTo>
                    <a:pt x="2935877" y="39317"/>
                  </a:lnTo>
                  <a:lnTo>
                    <a:pt x="3001981" y="33044"/>
                  </a:lnTo>
                  <a:lnTo>
                    <a:pt x="3074132" y="27439"/>
                  </a:lnTo>
                  <a:lnTo>
                    <a:pt x="3152641" y="22425"/>
                  </a:lnTo>
                  <a:lnTo>
                    <a:pt x="3237249" y="17950"/>
                  </a:lnTo>
                  <a:lnTo>
                    <a:pt x="3326884" y="13984"/>
                  </a:lnTo>
                  <a:lnTo>
                    <a:pt x="3419452" y="10520"/>
                  </a:lnTo>
                  <a:lnTo>
                    <a:pt x="3511738" y="7564"/>
                  </a:lnTo>
                  <a:lnTo>
                    <a:pt x="3599565" y="5129"/>
                  </a:lnTo>
                  <a:lnTo>
                    <a:pt x="3678304" y="3220"/>
                  </a:lnTo>
                  <a:lnTo>
                    <a:pt x="3743705" y="1822"/>
                  </a:lnTo>
                  <a:lnTo>
                    <a:pt x="3792873" y="888"/>
                  </a:lnTo>
                  <a:lnTo>
                    <a:pt x="3825056" y="342"/>
                  </a:lnTo>
                  <a:lnTo>
                    <a:pt x="3841968" y="84"/>
                  </a:lnTo>
                  <a:lnTo>
                    <a:pt x="3847658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4" y="49"/>
                  </a:lnTo>
                  <a:lnTo>
                    <a:pt x="4396337" y="403"/>
                  </a:lnTo>
                  <a:lnTo>
                    <a:pt x="4416857" y="1383"/>
                  </a:lnTo>
                  <a:lnTo>
                    <a:pt x="4453023" y="3306"/>
                  </a:lnTo>
                  <a:lnTo>
                    <a:pt x="4505870" y="6451"/>
                  </a:lnTo>
                  <a:lnTo>
                    <a:pt x="4574098" y="11022"/>
                  </a:lnTo>
                  <a:lnTo>
                    <a:pt x="4654501" y="17132"/>
                  </a:lnTo>
                  <a:lnTo>
                    <a:pt x="4742790" y="24812"/>
                  </a:lnTo>
                  <a:lnTo>
                    <a:pt x="4834508" y="34039"/>
                  </a:lnTo>
                  <a:lnTo>
                    <a:pt x="4925772" y="44775"/>
                  </a:lnTo>
                  <a:lnTo>
                    <a:pt x="5013678" y="57005"/>
                  </a:lnTo>
                  <a:lnTo>
                    <a:pt x="5096395" y="70765"/>
                  </a:lnTo>
                  <a:lnTo>
                    <a:pt x="5173042" y="86152"/>
                  </a:lnTo>
                  <a:lnTo>
                    <a:pt x="5243476" y="103335"/>
                  </a:lnTo>
                  <a:lnTo>
                    <a:pt x="5308069" y="122548"/>
                  </a:lnTo>
                  <a:lnTo>
                    <a:pt x="5367510" y="144086"/>
                  </a:lnTo>
                  <a:lnTo>
                    <a:pt x="5422665" y="168287"/>
                  </a:lnTo>
                  <a:lnTo>
                    <a:pt x="5474467" y="195504"/>
                  </a:lnTo>
                  <a:lnTo>
                    <a:pt x="5523829" y="226048"/>
                  </a:lnTo>
                  <a:lnTo>
                    <a:pt x="5567201" y="256800"/>
                  </a:lnTo>
                  <a:lnTo>
                    <a:pt x="5610745" y="291288"/>
                  </a:lnTo>
                  <a:lnTo>
                    <a:pt x="5653864" y="328882"/>
                  </a:lnTo>
                  <a:lnTo>
                    <a:pt x="5696923" y="369638"/>
                  </a:lnTo>
                  <a:lnTo>
                    <a:pt x="5740188" y="413532"/>
                  </a:lnTo>
                  <a:lnTo>
                    <a:pt x="5783836" y="460450"/>
                  </a:lnTo>
                  <a:lnTo>
                    <a:pt x="5827965" y="510181"/>
                  </a:lnTo>
                  <a:lnTo>
                    <a:pt x="5872604" y="562415"/>
                  </a:lnTo>
                  <a:lnTo>
                    <a:pt x="5917721" y="616748"/>
                  </a:lnTo>
                  <a:lnTo>
                    <a:pt x="5963229" y="672689"/>
                  </a:lnTo>
                  <a:lnTo>
                    <a:pt x="6009003" y="729678"/>
                  </a:lnTo>
                  <a:lnTo>
                    <a:pt x="6054892" y="787110"/>
                  </a:lnTo>
                  <a:lnTo>
                    <a:pt x="6100734" y="844360"/>
                  </a:lnTo>
                  <a:lnTo>
                    <a:pt x="6146371" y="900811"/>
                  </a:lnTo>
                  <a:lnTo>
                    <a:pt x="6191664" y="955881"/>
                  </a:lnTo>
                  <a:lnTo>
                    <a:pt x="6236510" y="1009048"/>
                  </a:lnTo>
                  <a:lnTo>
                    <a:pt x="6280853" y="1059870"/>
                  </a:lnTo>
                  <a:lnTo>
                    <a:pt x="6324695" y="1107996"/>
                  </a:lnTo>
                  <a:lnTo>
                    <a:pt x="6368103" y="1153175"/>
                  </a:lnTo>
                  <a:lnTo>
                    <a:pt x="6411221" y="1195251"/>
                  </a:lnTo>
                  <a:lnTo>
                    <a:pt x="6454276" y="1234166"/>
                  </a:lnTo>
                  <a:lnTo>
                    <a:pt x="6497591" y="1269942"/>
                  </a:lnTo>
                  <a:lnTo>
                    <a:pt x="6515891" y="1284002"/>
                  </a:lnTo>
                  <a:lnTo>
                    <a:pt x="6563746" y="1317723"/>
                  </a:lnTo>
                  <a:lnTo>
                    <a:pt x="6613297" y="1347949"/>
                  </a:lnTo>
                  <a:lnTo>
                    <a:pt x="6665369" y="1374873"/>
                  </a:lnTo>
                  <a:lnTo>
                    <a:pt x="6720882" y="1398813"/>
                  </a:lnTo>
                  <a:lnTo>
                    <a:pt x="6780764" y="1420122"/>
                  </a:lnTo>
                  <a:lnTo>
                    <a:pt x="6845872" y="1439136"/>
                  </a:lnTo>
                  <a:lnTo>
                    <a:pt x="6916872" y="1456144"/>
                  </a:lnTo>
                  <a:lnTo>
                    <a:pt x="6994095" y="1471375"/>
                  </a:lnTo>
                  <a:lnTo>
                    <a:pt x="7077341" y="1484991"/>
                  </a:lnTo>
                  <a:lnTo>
                    <a:pt x="7165650" y="1497082"/>
                  </a:lnTo>
                  <a:lnTo>
                    <a:pt x="7257094" y="1507680"/>
                  </a:lnTo>
                  <a:lnTo>
                    <a:pt x="7348671" y="1516765"/>
                  </a:lnTo>
                  <a:lnTo>
                    <a:pt x="7436422" y="1524301"/>
                  </a:lnTo>
                  <a:lnTo>
                    <a:pt x="7515870" y="1530266"/>
                  </a:lnTo>
                  <a:lnTo>
                    <a:pt x="7582787" y="1534699"/>
                  </a:lnTo>
                  <a:lnTo>
                    <a:pt x="7634113" y="1537721"/>
                  </a:lnTo>
                  <a:lnTo>
                    <a:pt x="7668752" y="1539544"/>
                  </a:lnTo>
                  <a:lnTo>
                    <a:pt x="7687964" y="1540453"/>
                  </a:lnTo>
                  <a:lnTo>
                    <a:pt x="7695291" y="1540766"/>
                  </a:lnTo>
                  <a:lnTo>
                    <a:pt x="7696237" y="1540803"/>
                  </a:lnTo>
                  <a:lnTo>
                    <a:pt x="8234974" y="1540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7" name="pl1537"/>
            <p:cNvSpPr/>
            <p:nvPr/>
          </p:nvSpPr>
          <p:spPr>
            <a:xfrm>
              <a:off x="546595" y="4545297"/>
              <a:ext cx="8234974" cy="1540803"/>
            </a:xfrm>
            <a:custGeom>
              <a:avLst/>
              <a:pathLst>
                <a:path w="8234974" h="1540803">
                  <a:moveTo>
                    <a:pt x="8234974" y="1540803"/>
                  </a:moveTo>
                  <a:lnTo>
                    <a:pt x="7696237" y="1540803"/>
                  </a:lnTo>
                  <a:lnTo>
                    <a:pt x="7694978" y="1540753"/>
                  </a:lnTo>
                  <a:lnTo>
                    <a:pt x="7686756" y="1540399"/>
                  </a:lnTo>
                  <a:lnTo>
                    <a:pt x="7666235" y="1539419"/>
                  </a:lnTo>
                  <a:lnTo>
                    <a:pt x="7630070" y="1537496"/>
                  </a:lnTo>
                  <a:lnTo>
                    <a:pt x="7577222" y="1534352"/>
                  </a:lnTo>
                  <a:lnTo>
                    <a:pt x="7508995" y="1529781"/>
                  </a:lnTo>
                  <a:lnTo>
                    <a:pt x="7428591" y="1523670"/>
                  </a:lnTo>
                  <a:lnTo>
                    <a:pt x="7340302" y="1515990"/>
                  </a:lnTo>
                  <a:lnTo>
                    <a:pt x="7248584" y="1506763"/>
                  </a:lnTo>
                  <a:lnTo>
                    <a:pt x="7157320" y="1496028"/>
                  </a:lnTo>
                  <a:lnTo>
                    <a:pt x="7069414" y="1483797"/>
                  </a:lnTo>
                  <a:lnTo>
                    <a:pt x="6986698" y="1470037"/>
                  </a:lnTo>
                  <a:lnTo>
                    <a:pt x="6910051" y="1454650"/>
                  </a:lnTo>
                  <a:lnTo>
                    <a:pt x="6839616" y="1437467"/>
                  </a:lnTo>
                  <a:lnTo>
                    <a:pt x="6775023" y="1418254"/>
                  </a:lnTo>
                  <a:lnTo>
                    <a:pt x="6715582" y="1396716"/>
                  </a:lnTo>
                  <a:lnTo>
                    <a:pt x="6660427" y="1372515"/>
                  </a:lnTo>
                  <a:lnTo>
                    <a:pt x="6608625" y="1345298"/>
                  </a:lnTo>
                  <a:lnTo>
                    <a:pt x="6559264" y="1314754"/>
                  </a:lnTo>
                  <a:lnTo>
                    <a:pt x="6515891" y="1284002"/>
                  </a:lnTo>
                  <a:lnTo>
                    <a:pt x="6472347" y="1249514"/>
                  </a:lnTo>
                  <a:lnTo>
                    <a:pt x="6429228" y="1211920"/>
                  </a:lnTo>
                  <a:lnTo>
                    <a:pt x="6386169" y="1171164"/>
                  </a:lnTo>
                  <a:lnTo>
                    <a:pt x="6342905" y="1127270"/>
                  </a:lnTo>
                  <a:lnTo>
                    <a:pt x="6299257" y="1080352"/>
                  </a:lnTo>
                  <a:lnTo>
                    <a:pt x="6255128" y="1030621"/>
                  </a:lnTo>
                  <a:lnTo>
                    <a:pt x="6210488" y="978387"/>
                  </a:lnTo>
                  <a:lnTo>
                    <a:pt x="6165372" y="924054"/>
                  </a:lnTo>
                  <a:lnTo>
                    <a:pt x="6119864" y="868113"/>
                  </a:lnTo>
                  <a:lnTo>
                    <a:pt x="6074090" y="811124"/>
                  </a:lnTo>
                  <a:lnTo>
                    <a:pt x="6028200" y="753692"/>
                  </a:lnTo>
                  <a:lnTo>
                    <a:pt x="5982358" y="696442"/>
                  </a:lnTo>
                  <a:lnTo>
                    <a:pt x="5936722" y="639991"/>
                  </a:lnTo>
                  <a:lnTo>
                    <a:pt x="5891429" y="584922"/>
                  </a:lnTo>
                  <a:lnTo>
                    <a:pt x="5846583" y="531755"/>
                  </a:lnTo>
                  <a:lnTo>
                    <a:pt x="5802239" y="480933"/>
                  </a:lnTo>
                  <a:lnTo>
                    <a:pt x="5758398" y="432806"/>
                  </a:lnTo>
                  <a:lnTo>
                    <a:pt x="5714990" y="387628"/>
                  </a:lnTo>
                  <a:lnTo>
                    <a:pt x="5671872" y="345551"/>
                  </a:lnTo>
                  <a:lnTo>
                    <a:pt x="5628816" y="306636"/>
                  </a:lnTo>
                  <a:lnTo>
                    <a:pt x="5585502" y="270860"/>
                  </a:lnTo>
                  <a:lnTo>
                    <a:pt x="5567201" y="256800"/>
                  </a:lnTo>
                  <a:lnTo>
                    <a:pt x="5519347" y="223079"/>
                  </a:lnTo>
                  <a:lnTo>
                    <a:pt x="5469795" y="192854"/>
                  </a:lnTo>
                  <a:lnTo>
                    <a:pt x="5417723" y="165929"/>
                  </a:lnTo>
                  <a:lnTo>
                    <a:pt x="5362211" y="141989"/>
                  </a:lnTo>
                  <a:lnTo>
                    <a:pt x="5302328" y="120680"/>
                  </a:lnTo>
                  <a:lnTo>
                    <a:pt x="5237221" y="101666"/>
                  </a:lnTo>
                  <a:lnTo>
                    <a:pt x="5166221" y="84658"/>
                  </a:lnTo>
                  <a:lnTo>
                    <a:pt x="5088998" y="69427"/>
                  </a:lnTo>
                  <a:lnTo>
                    <a:pt x="5005752" y="55812"/>
                  </a:lnTo>
                  <a:lnTo>
                    <a:pt x="4917443" y="43720"/>
                  </a:lnTo>
                  <a:lnTo>
                    <a:pt x="4825998" y="33122"/>
                  </a:lnTo>
                  <a:lnTo>
                    <a:pt x="4734421" y="24037"/>
                  </a:lnTo>
                  <a:lnTo>
                    <a:pt x="4646671" y="16502"/>
                  </a:lnTo>
                  <a:lnTo>
                    <a:pt x="4567222" y="10536"/>
                  </a:lnTo>
                  <a:lnTo>
                    <a:pt x="4500305" y="6103"/>
                  </a:lnTo>
                  <a:lnTo>
                    <a:pt x="4448979" y="3081"/>
                  </a:lnTo>
                  <a:lnTo>
                    <a:pt x="4414340" y="1258"/>
                  </a:lnTo>
                  <a:lnTo>
                    <a:pt x="4395129" y="349"/>
                  </a:lnTo>
                  <a:lnTo>
                    <a:pt x="4387802" y="3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0" y="16"/>
                  </a:lnTo>
                  <a:lnTo>
                    <a:pt x="3838352" y="136"/>
                  </a:lnTo>
                  <a:lnTo>
                    <a:pt x="3817241" y="469"/>
                  </a:lnTo>
                  <a:lnTo>
                    <a:pt x="3780094" y="1120"/>
                  </a:lnTo>
                  <a:lnTo>
                    <a:pt x="3725932" y="2185"/>
                  </a:lnTo>
                  <a:lnTo>
                    <a:pt x="3656201" y="3731"/>
                  </a:lnTo>
                  <a:lnTo>
                    <a:pt x="3574292" y="5795"/>
                  </a:lnTo>
                  <a:lnTo>
                    <a:pt x="3484668" y="8385"/>
                  </a:lnTo>
                  <a:lnTo>
                    <a:pt x="3391900" y="11493"/>
                  </a:lnTo>
                  <a:lnTo>
                    <a:pt x="3299916" y="15106"/>
                  </a:lnTo>
                  <a:lnTo>
                    <a:pt x="3211601" y="19221"/>
                  </a:lnTo>
                  <a:lnTo>
                    <a:pt x="3128729" y="23852"/>
                  </a:lnTo>
                  <a:lnTo>
                    <a:pt x="3052106" y="29034"/>
                  </a:lnTo>
                  <a:lnTo>
                    <a:pt x="2981798" y="34828"/>
                  </a:lnTo>
                  <a:lnTo>
                    <a:pt x="2917368" y="41317"/>
                  </a:lnTo>
                  <a:lnTo>
                    <a:pt x="2858067" y="48602"/>
                  </a:lnTo>
                  <a:lnTo>
                    <a:pt x="2802986" y="56800"/>
                  </a:lnTo>
                  <a:lnTo>
                    <a:pt x="2751160" y="66030"/>
                  </a:lnTo>
                  <a:lnTo>
                    <a:pt x="2701661" y="76391"/>
                  </a:lnTo>
                  <a:lnTo>
                    <a:pt x="2667772" y="84390"/>
                  </a:lnTo>
                  <a:lnTo>
                    <a:pt x="2616517" y="97852"/>
                  </a:lnTo>
                  <a:lnTo>
                    <a:pt x="2565756" y="112737"/>
                  </a:lnTo>
                  <a:lnTo>
                    <a:pt x="2514935" y="129064"/>
                  </a:lnTo>
                  <a:lnTo>
                    <a:pt x="2463686" y="146799"/>
                  </a:lnTo>
                  <a:lnTo>
                    <a:pt x="2411801" y="165849"/>
                  </a:lnTo>
                  <a:lnTo>
                    <a:pt x="2359210" y="186057"/>
                  </a:lnTo>
                  <a:lnTo>
                    <a:pt x="2305965" y="207207"/>
                  </a:lnTo>
                  <a:lnTo>
                    <a:pt x="2252217" y="229029"/>
                  </a:lnTo>
                  <a:lnTo>
                    <a:pt x="2198186" y="251212"/>
                  </a:lnTo>
                  <a:lnTo>
                    <a:pt x="2144132" y="273425"/>
                  </a:lnTo>
                  <a:lnTo>
                    <a:pt x="2090317" y="295334"/>
                  </a:lnTo>
                  <a:lnTo>
                    <a:pt x="2036970" y="316623"/>
                  </a:lnTo>
                  <a:lnTo>
                    <a:pt x="1984257" y="337014"/>
                  </a:lnTo>
                  <a:lnTo>
                    <a:pt x="1932249" y="356281"/>
                  </a:lnTo>
                  <a:lnTo>
                    <a:pt x="1880899" y="374256"/>
                  </a:lnTo>
                  <a:lnTo>
                    <a:pt x="1830025" y="390835"/>
                  </a:lnTo>
                  <a:lnTo>
                    <a:pt x="1779288" y="405974"/>
                  </a:lnTo>
                  <a:lnTo>
                    <a:pt x="1728169" y="419683"/>
                  </a:lnTo>
                  <a:lnTo>
                    <a:pt x="1719082" y="421951"/>
                  </a:lnTo>
                  <a:lnTo>
                    <a:pt x="1670725" y="433141"/>
                  </a:lnTo>
                  <a:lnTo>
                    <a:pt x="1620628" y="443159"/>
                  </a:lnTo>
                  <a:lnTo>
                    <a:pt x="1567939" y="452071"/>
                  </a:lnTo>
                  <a:lnTo>
                    <a:pt x="1511708" y="459986"/>
                  </a:lnTo>
                  <a:lnTo>
                    <a:pt x="1450978" y="467024"/>
                  </a:lnTo>
                  <a:lnTo>
                    <a:pt x="1384874" y="473296"/>
                  </a:lnTo>
                  <a:lnTo>
                    <a:pt x="1312722" y="478902"/>
                  </a:lnTo>
                  <a:lnTo>
                    <a:pt x="1234213" y="483916"/>
                  </a:lnTo>
                  <a:lnTo>
                    <a:pt x="1149606" y="488391"/>
                  </a:lnTo>
                  <a:lnTo>
                    <a:pt x="1059971" y="492357"/>
                  </a:lnTo>
                  <a:lnTo>
                    <a:pt x="967403" y="495821"/>
                  </a:lnTo>
                  <a:lnTo>
                    <a:pt x="875117" y="498777"/>
                  </a:lnTo>
                  <a:lnTo>
                    <a:pt x="787289" y="501212"/>
                  </a:lnTo>
                  <a:lnTo>
                    <a:pt x="708551" y="503120"/>
                  </a:lnTo>
                  <a:lnTo>
                    <a:pt x="643150" y="504519"/>
                  </a:lnTo>
                  <a:lnTo>
                    <a:pt x="593981" y="505453"/>
                  </a:lnTo>
                  <a:lnTo>
                    <a:pt x="561799" y="505999"/>
                  </a:lnTo>
                  <a:lnTo>
                    <a:pt x="544886" y="506257"/>
                  </a:lnTo>
                  <a:lnTo>
                    <a:pt x="539197" y="506335"/>
                  </a:lnTo>
                  <a:lnTo>
                    <a:pt x="538736" y="506341"/>
                  </a:lnTo>
                  <a:lnTo>
                    <a:pt x="0" y="506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8" name="pg1538"/>
            <p:cNvSpPr/>
            <p:nvPr/>
          </p:nvSpPr>
          <p:spPr>
            <a:xfrm>
              <a:off x="546595" y="1599804"/>
              <a:ext cx="8234974" cy="4061622"/>
            </a:xfrm>
            <a:custGeom>
              <a:avLst/>
              <a:pathLst>
                <a:path w="8234974" h="4061622">
                  <a:moveTo>
                    <a:pt x="0" y="3506280"/>
                  </a:moveTo>
                  <a:lnTo>
                    <a:pt x="538736" y="3506280"/>
                  </a:lnTo>
                  <a:lnTo>
                    <a:pt x="540033" y="3506298"/>
                  </a:lnTo>
                  <a:lnTo>
                    <a:pt x="548495" y="3506430"/>
                  </a:lnTo>
                  <a:lnTo>
                    <a:pt x="569592" y="3506794"/>
                  </a:lnTo>
                  <a:lnTo>
                    <a:pt x="606713" y="3507508"/>
                  </a:lnTo>
                  <a:lnTo>
                    <a:pt x="660842" y="3508675"/>
                  </a:lnTo>
                  <a:lnTo>
                    <a:pt x="730535" y="3510369"/>
                  </a:lnTo>
                  <a:lnTo>
                    <a:pt x="812407" y="3512631"/>
                  </a:lnTo>
                  <a:lnTo>
                    <a:pt x="901997" y="3515470"/>
                  </a:lnTo>
                  <a:lnTo>
                    <a:pt x="994739" y="3518877"/>
                  </a:lnTo>
                  <a:lnTo>
                    <a:pt x="1086705" y="3522837"/>
                  </a:lnTo>
                  <a:lnTo>
                    <a:pt x="1175010" y="3527348"/>
                  </a:lnTo>
                  <a:lnTo>
                    <a:pt x="1257878" y="3532424"/>
                  </a:lnTo>
                  <a:lnTo>
                    <a:pt x="1334502" y="3538104"/>
                  </a:lnTo>
                  <a:lnTo>
                    <a:pt x="1404814" y="3544455"/>
                  </a:lnTo>
                  <a:lnTo>
                    <a:pt x="1469248" y="3551566"/>
                  </a:lnTo>
                  <a:lnTo>
                    <a:pt x="1528552" y="3559550"/>
                  </a:lnTo>
                  <a:lnTo>
                    <a:pt x="1583635" y="3568535"/>
                  </a:lnTo>
                  <a:lnTo>
                    <a:pt x="1635460" y="3578650"/>
                  </a:lnTo>
                  <a:lnTo>
                    <a:pt x="1684956" y="3590005"/>
                  </a:lnTo>
                  <a:lnTo>
                    <a:pt x="1719082" y="3598837"/>
                  </a:lnTo>
                  <a:lnTo>
                    <a:pt x="1770052" y="3613514"/>
                  </a:lnTo>
                  <a:lnTo>
                    <a:pt x="1820529" y="3629734"/>
                  </a:lnTo>
                  <a:lnTo>
                    <a:pt x="1871060" y="3647519"/>
                  </a:lnTo>
                  <a:lnTo>
                    <a:pt x="1922010" y="3666832"/>
                  </a:lnTo>
                  <a:lnTo>
                    <a:pt x="1973586" y="3687573"/>
                  </a:lnTo>
                  <a:lnTo>
                    <a:pt x="2025860" y="3709577"/>
                  </a:lnTo>
                  <a:lnTo>
                    <a:pt x="2078784" y="3732611"/>
                  </a:lnTo>
                  <a:lnTo>
                    <a:pt x="2132213" y="3756385"/>
                  </a:lnTo>
                  <a:lnTo>
                    <a:pt x="2185932" y="3780568"/>
                  </a:lnTo>
                  <a:lnTo>
                    <a:pt x="2239688" y="3804802"/>
                  </a:lnTo>
                  <a:lnTo>
                    <a:pt x="2293222" y="3828725"/>
                  </a:lnTo>
                  <a:lnTo>
                    <a:pt x="2346304" y="3851997"/>
                  </a:lnTo>
                  <a:lnTo>
                    <a:pt x="2398769" y="3874313"/>
                  </a:lnTo>
                  <a:lnTo>
                    <a:pt x="2450538" y="3895426"/>
                  </a:lnTo>
                  <a:lnTo>
                    <a:pt x="2501648" y="3915150"/>
                  </a:lnTo>
                  <a:lnTo>
                    <a:pt x="2552266" y="3933367"/>
                  </a:lnTo>
                  <a:lnTo>
                    <a:pt x="2602712" y="3950024"/>
                  </a:lnTo>
                  <a:lnTo>
                    <a:pt x="2653477" y="3965126"/>
                  </a:lnTo>
                  <a:lnTo>
                    <a:pt x="2667772" y="3969065"/>
                  </a:lnTo>
                  <a:lnTo>
                    <a:pt x="2716117" y="3981335"/>
                  </a:lnTo>
                  <a:lnTo>
                    <a:pt x="2766200" y="3992320"/>
                  </a:lnTo>
                  <a:lnTo>
                    <a:pt x="2818874" y="4002093"/>
                  </a:lnTo>
                  <a:lnTo>
                    <a:pt x="2875087" y="4010773"/>
                  </a:lnTo>
                  <a:lnTo>
                    <a:pt x="2935795" y="4018490"/>
                  </a:lnTo>
                  <a:lnTo>
                    <a:pt x="3001874" y="4025369"/>
                  </a:lnTo>
                  <a:lnTo>
                    <a:pt x="3073996" y="4031517"/>
                  </a:lnTo>
                  <a:lnTo>
                    <a:pt x="3152473" y="4037015"/>
                  </a:lnTo>
                  <a:lnTo>
                    <a:pt x="3237046" y="4041924"/>
                  </a:lnTo>
                  <a:lnTo>
                    <a:pt x="3326648" y="4046274"/>
                  </a:lnTo>
                  <a:lnTo>
                    <a:pt x="3419188" y="4050074"/>
                  </a:lnTo>
                  <a:lnTo>
                    <a:pt x="3511457" y="4053317"/>
                  </a:lnTo>
                  <a:lnTo>
                    <a:pt x="3599284" y="4055988"/>
                  </a:lnTo>
                  <a:lnTo>
                    <a:pt x="3678041" y="4058083"/>
                  </a:lnTo>
                  <a:lnTo>
                    <a:pt x="3743482" y="4059618"/>
                  </a:lnTo>
                  <a:lnTo>
                    <a:pt x="3792706" y="4060644"/>
                  </a:lnTo>
                  <a:lnTo>
                    <a:pt x="3824950" y="4061245"/>
                  </a:lnTo>
                  <a:lnTo>
                    <a:pt x="3841920" y="4061529"/>
                  </a:lnTo>
                  <a:lnTo>
                    <a:pt x="3847648" y="4061615"/>
                  </a:lnTo>
                  <a:lnTo>
                    <a:pt x="3848118" y="4061622"/>
                  </a:lnTo>
                  <a:lnTo>
                    <a:pt x="4386855" y="4061622"/>
                  </a:lnTo>
                  <a:lnTo>
                    <a:pt x="4387778" y="4061527"/>
                  </a:lnTo>
                  <a:lnTo>
                    <a:pt x="4393847" y="4060850"/>
                  </a:lnTo>
                  <a:lnTo>
                    <a:pt x="4409153" y="4058979"/>
                  </a:lnTo>
                  <a:lnTo>
                    <a:pt x="4436524" y="4055295"/>
                  </a:lnTo>
                  <a:lnTo>
                    <a:pt x="4477330" y="4049229"/>
                  </a:lnTo>
                  <a:lnTo>
                    <a:pt x="4531369" y="4040315"/>
                  </a:lnTo>
                  <a:lnTo>
                    <a:pt x="4596998" y="4028237"/>
                  </a:lnTo>
                  <a:lnTo>
                    <a:pt x="4671517" y="4012841"/>
                  </a:lnTo>
                  <a:lnTo>
                    <a:pt x="4751692" y="3994101"/>
                  </a:lnTo>
                  <a:lnTo>
                    <a:pt x="4834299" y="3972073"/>
                  </a:lnTo>
                  <a:lnTo>
                    <a:pt x="4916532" y="3946829"/>
                  </a:lnTo>
                  <a:lnTo>
                    <a:pt x="4996233" y="3918402"/>
                  </a:lnTo>
                  <a:lnTo>
                    <a:pt x="5071953" y="3886742"/>
                  </a:lnTo>
                  <a:lnTo>
                    <a:pt x="5142892" y="3851695"/>
                  </a:lnTo>
                  <a:lnTo>
                    <a:pt x="5208782" y="3812986"/>
                  </a:lnTo>
                  <a:lnTo>
                    <a:pt x="5269745" y="3770222"/>
                  </a:lnTo>
                  <a:lnTo>
                    <a:pt x="5326172" y="3722898"/>
                  </a:lnTo>
                  <a:lnTo>
                    <a:pt x="5378625" y="3670413"/>
                  </a:lnTo>
                  <a:lnTo>
                    <a:pt x="5427752" y="3612105"/>
                  </a:lnTo>
                  <a:lnTo>
                    <a:pt x="5474238" y="3547298"/>
                  </a:lnTo>
                  <a:lnTo>
                    <a:pt x="5518746" y="3475400"/>
                  </a:lnTo>
                  <a:lnTo>
                    <a:pt x="5561877" y="3396048"/>
                  </a:lnTo>
                  <a:lnTo>
                    <a:pt x="5567201" y="3385592"/>
                  </a:lnTo>
                  <a:lnTo>
                    <a:pt x="5597682" y="3323023"/>
                  </a:lnTo>
                  <a:lnTo>
                    <a:pt x="5627893" y="3256500"/>
                  </a:lnTo>
                  <a:lnTo>
                    <a:pt x="5657977" y="3185943"/>
                  </a:lnTo>
                  <a:lnTo>
                    <a:pt x="5688047" y="3111319"/>
                  </a:lnTo>
                  <a:lnTo>
                    <a:pt x="5718197" y="3032644"/>
                  </a:lnTo>
                  <a:lnTo>
                    <a:pt x="5748496" y="2949990"/>
                  </a:lnTo>
                  <a:lnTo>
                    <a:pt x="5778996" y="2863488"/>
                  </a:lnTo>
                  <a:lnTo>
                    <a:pt x="5809729" y="2773332"/>
                  </a:lnTo>
                  <a:lnTo>
                    <a:pt x="5840711" y="2679775"/>
                  </a:lnTo>
                  <a:lnTo>
                    <a:pt x="5871941" y="2583134"/>
                  </a:lnTo>
                  <a:lnTo>
                    <a:pt x="5903405" y="2483785"/>
                  </a:lnTo>
                  <a:lnTo>
                    <a:pt x="5935076" y="2382157"/>
                  </a:lnTo>
                  <a:lnTo>
                    <a:pt x="5966918" y="2278725"/>
                  </a:lnTo>
                  <a:lnTo>
                    <a:pt x="5998885" y="2174006"/>
                  </a:lnTo>
                  <a:lnTo>
                    <a:pt x="6030925" y="2068540"/>
                  </a:lnTo>
                  <a:lnTo>
                    <a:pt x="6062984" y="1962888"/>
                  </a:lnTo>
                  <a:lnTo>
                    <a:pt x="6095006" y="1857612"/>
                  </a:lnTo>
                  <a:lnTo>
                    <a:pt x="6126936" y="1753268"/>
                  </a:lnTo>
                  <a:lnTo>
                    <a:pt x="6158725" y="1650389"/>
                  </a:lnTo>
                  <a:lnTo>
                    <a:pt x="6190330" y="1549479"/>
                  </a:lnTo>
                  <a:lnTo>
                    <a:pt x="6221717" y="1450998"/>
                  </a:lnTo>
                  <a:lnTo>
                    <a:pt x="6252864" y="1355359"/>
                  </a:lnTo>
                  <a:lnTo>
                    <a:pt x="6283761" y="1262917"/>
                  </a:lnTo>
                  <a:lnTo>
                    <a:pt x="6314413" y="1173969"/>
                  </a:lnTo>
                  <a:lnTo>
                    <a:pt x="6344841" y="1088747"/>
                  </a:lnTo>
                  <a:lnTo>
                    <a:pt x="6375083" y="1007424"/>
                  </a:lnTo>
                  <a:lnTo>
                    <a:pt x="6405197" y="930110"/>
                  </a:lnTo>
                  <a:lnTo>
                    <a:pt x="6435261" y="856860"/>
                  </a:lnTo>
                  <a:lnTo>
                    <a:pt x="6465373" y="787671"/>
                  </a:lnTo>
                  <a:lnTo>
                    <a:pt x="6495658" y="722493"/>
                  </a:lnTo>
                  <a:lnTo>
                    <a:pt x="6515891" y="681474"/>
                  </a:lnTo>
                  <a:lnTo>
                    <a:pt x="6558885" y="601182"/>
                  </a:lnTo>
                  <a:lnTo>
                    <a:pt x="6603191" y="528365"/>
                  </a:lnTo>
                  <a:lnTo>
                    <a:pt x="6649393" y="462700"/>
                  </a:lnTo>
                  <a:lnTo>
                    <a:pt x="6698153" y="403615"/>
                  </a:lnTo>
                  <a:lnTo>
                    <a:pt x="6750153" y="350439"/>
                  </a:lnTo>
                  <a:lnTo>
                    <a:pt x="6806050" y="302504"/>
                  </a:lnTo>
                  <a:lnTo>
                    <a:pt x="6866419" y="259199"/>
                  </a:lnTo>
                  <a:lnTo>
                    <a:pt x="6931679" y="220007"/>
                  </a:lnTo>
                  <a:lnTo>
                    <a:pt x="7001992" y="184519"/>
                  </a:lnTo>
                  <a:lnTo>
                    <a:pt x="7077146" y="152446"/>
                  </a:lnTo>
                  <a:lnTo>
                    <a:pt x="7156413" y="123620"/>
                  </a:lnTo>
                  <a:lnTo>
                    <a:pt x="7238433" y="97977"/>
                  </a:lnTo>
                  <a:lnTo>
                    <a:pt x="7321135" y="75543"/>
                  </a:lnTo>
                  <a:lnTo>
                    <a:pt x="7401786" y="56388"/>
                  </a:lnTo>
                  <a:lnTo>
                    <a:pt x="7477193" y="40572"/>
                  </a:lnTo>
                  <a:lnTo>
                    <a:pt x="7544099" y="28085"/>
                  </a:lnTo>
                  <a:lnTo>
                    <a:pt x="7599704" y="18789"/>
                  </a:lnTo>
                  <a:lnTo>
                    <a:pt x="7642209" y="12388"/>
                  </a:lnTo>
                  <a:lnTo>
                    <a:pt x="7671219" y="8436"/>
                  </a:lnTo>
                  <a:lnTo>
                    <a:pt x="7687907" y="6372"/>
                  </a:lnTo>
                  <a:lnTo>
                    <a:pt x="7694932" y="558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821" y="4056159"/>
                  </a:lnTo>
                  <a:lnTo>
                    <a:pt x="3838360" y="4056027"/>
                  </a:lnTo>
                  <a:lnTo>
                    <a:pt x="3817263" y="4055663"/>
                  </a:lnTo>
                  <a:lnTo>
                    <a:pt x="3780142" y="4054949"/>
                  </a:lnTo>
                  <a:lnTo>
                    <a:pt x="3726013" y="4053782"/>
                  </a:lnTo>
                  <a:lnTo>
                    <a:pt x="3656319" y="4052088"/>
                  </a:lnTo>
                  <a:lnTo>
                    <a:pt x="3574448" y="4049826"/>
                  </a:lnTo>
                  <a:lnTo>
                    <a:pt x="3484857" y="4046987"/>
                  </a:lnTo>
                  <a:lnTo>
                    <a:pt x="3392116" y="4043580"/>
                  </a:lnTo>
                  <a:lnTo>
                    <a:pt x="3300149" y="4039620"/>
                  </a:lnTo>
                  <a:lnTo>
                    <a:pt x="3211844" y="4035109"/>
                  </a:lnTo>
                  <a:lnTo>
                    <a:pt x="3128976" y="4030033"/>
                  </a:lnTo>
                  <a:lnTo>
                    <a:pt x="3052352" y="4024353"/>
                  </a:lnTo>
                  <a:lnTo>
                    <a:pt x="2982041" y="4018002"/>
                  </a:lnTo>
                  <a:lnTo>
                    <a:pt x="2917606" y="4010891"/>
                  </a:lnTo>
                  <a:lnTo>
                    <a:pt x="2858302" y="4002907"/>
                  </a:lnTo>
                  <a:lnTo>
                    <a:pt x="2803219" y="3993922"/>
                  </a:lnTo>
                  <a:lnTo>
                    <a:pt x="2751395" y="3983807"/>
                  </a:lnTo>
                  <a:lnTo>
                    <a:pt x="2701899" y="3972452"/>
                  </a:lnTo>
                  <a:lnTo>
                    <a:pt x="2667772" y="3963620"/>
                  </a:lnTo>
                  <a:lnTo>
                    <a:pt x="2616803" y="3948943"/>
                  </a:lnTo>
                  <a:lnTo>
                    <a:pt x="2566326" y="3932723"/>
                  </a:lnTo>
                  <a:lnTo>
                    <a:pt x="2515794" y="3914938"/>
                  </a:lnTo>
                  <a:lnTo>
                    <a:pt x="2464845" y="3895625"/>
                  </a:lnTo>
                  <a:lnTo>
                    <a:pt x="2413269" y="3874884"/>
                  </a:lnTo>
                  <a:lnTo>
                    <a:pt x="2360994" y="3852880"/>
                  </a:lnTo>
                  <a:lnTo>
                    <a:pt x="2308071" y="3829846"/>
                  </a:lnTo>
                  <a:lnTo>
                    <a:pt x="2254642" y="3806072"/>
                  </a:lnTo>
                  <a:lnTo>
                    <a:pt x="2200922" y="3781889"/>
                  </a:lnTo>
                  <a:lnTo>
                    <a:pt x="2147167" y="3757655"/>
                  </a:lnTo>
                  <a:lnTo>
                    <a:pt x="2093633" y="3733732"/>
                  </a:lnTo>
                  <a:lnTo>
                    <a:pt x="2040550" y="3710460"/>
                  </a:lnTo>
                  <a:lnTo>
                    <a:pt x="1988086" y="3688144"/>
                  </a:lnTo>
                  <a:lnTo>
                    <a:pt x="1936316" y="3667031"/>
                  </a:lnTo>
                  <a:lnTo>
                    <a:pt x="1885207" y="3647307"/>
                  </a:lnTo>
                  <a:lnTo>
                    <a:pt x="1834589" y="3629090"/>
                  </a:lnTo>
                  <a:lnTo>
                    <a:pt x="1784143" y="3612433"/>
                  </a:lnTo>
                  <a:lnTo>
                    <a:pt x="1733377" y="3597331"/>
                  </a:lnTo>
                  <a:lnTo>
                    <a:pt x="1719082" y="3593392"/>
                  </a:lnTo>
                  <a:lnTo>
                    <a:pt x="1670738" y="3581122"/>
                  </a:lnTo>
                  <a:lnTo>
                    <a:pt x="1620655" y="3570137"/>
                  </a:lnTo>
                  <a:lnTo>
                    <a:pt x="1567981" y="3560364"/>
                  </a:lnTo>
                  <a:lnTo>
                    <a:pt x="1511768" y="3551684"/>
                  </a:lnTo>
                  <a:lnTo>
                    <a:pt x="1451059" y="3543967"/>
                  </a:lnTo>
                  <a:lnTo>
                    <a:pt x="1384980" y="3537088"/>
                  </a:lnTo>
                  <a:lnTo>
                    <a:pt x="1312858" y="3530940"/>
                  </a:lnTo>
                  <a:lnTo>
                    <a:pt x="1234382" y="3525442"/>
                  </a:lnTo>
                  <a:lnTo>
                    <a:pt x="1149809" y="3520533"/>
                  </a:lnTo>
                  <a:lnTo>
                    <a:pt x="1060207" y="3516183"/>
                  </a:lnTo>
                  <a:lnTo>
                    <a:pt x="967667" y="3512383"/>
                  </a:lnTo>
                  <a:lnTo>
                    <a:pt x="875398" y="3509140"/>
                  </a:lnTo>
                  <a:lnTo>
                    <a:pt x="787571" y="3506469"/>
                  </a:lnTo>
                  <a:lnTo>
                    <a:pt x="708813" y="3504374"/>
                  </a:lnTo>
                  <a:lnTo>
                    <a:pt x="643373" y="3502839"/>
                  </a:lnTo>
                  <a:lnTo>
                    <a:pt x="594149" y="3501813"/>
                  </a:lnTo>
                  <a:lnTo>
                    <a:pt x="561905" y="3501212"/>
                  </a:lnTo>
                  <a:lnTo>
                    <a:pt x="544935" y="3500928"/>
                  </a:lnTo>
                  <a:lnTo>
                    <a:pt x="539207" y="3500842"/>
                  </a:lnTo>
                  <a:lnTo>
                    <a:pt x="538736" y="3500835"/>
                  </a:lnTo>
                  <a:lnTo>
                    <a:pt x="0" y="3500835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39" name="pl1539"/>
            <p:cNvSpPr/>
            <p:nvPr/>
          </p:nvSpPr>
          <p:spPr>
            <a:xfrm>
              <a:off x="546595" y="1605249"/>
              <a:ext cx="8234974" cy="4056177"/>
            </a:xfrm>
            <a:custGeom>
              <a:avLst/>
              <a:pathLst>
                <a:path w="8234974" h="4056177">
                  <a:moveTo>
                    <a:pt x="0" y="3500835"/>
                  </a:moveTo>
                  <a:lnTo>
                    <a:pt x="538736" y="3500835"/>
                  </a:lnTo>
                  <a:lnTo>
                    <a:pt x="540033" y="3500853"/>
                  </a:lnTo>
                  <a:lnTo>
                    <a:pt x="548495" y="3500985"/>
                  </a:lnTo>
                  <a:lnTo>
                    <a:pt x="569592" y="3501349"/>
                  </a:lnTo>
                  <a:lnTo>
                    <a:pt x="606713" y="3502063"/>
                  </a:lnTo>
                  <a:lnTo>
                    <a:pt x="660842" y="3503230"/>
                  </a:lnTo>
                  <a:lnTo>
                    <a:pt x="730535" y="3504925"/>
                  </a:lnTo>
                  <a:lnTo>
                    <a:pt x="812407" y="3507187"/>
                  </a:lnTo>
                  <a:lnTo>
                    <a:pt x="901997" y="3510026"/>
                  </a:lnTo>
                  <a:lnTo>
                    <a:pt x="994739" y="3513432"/>
                  </a:lnTo>
                  <a:lnTo>
                    <a:pt x="1086705" y="3517393"/>
                  </a:lnTo>
                  <a:lnTo>
                    <a:pt x="1175010" y="3521903"/>
                  </a:lnTo>
                  <a:lnTo>
                    <a:pt x="1257878" y="3526979"/>
                  </a:lnTo>
                  <a:lnTo>
                    <a:pt x="1334502" y="3532660"/>
                  </a:lnTo>
                  <a:lnTo>
                    <a:pt x="1404814" y="3539010"/>
                  </a:lnTo>
                  <a:lnTo>
                    <a:pt x="1469248" y="3546121"/>
                  </a:lnTo>
                  <a:lnTo>
                    <a:pt x="1528552" y="3554106"/>
                  </a:lnTo>
                  <a:lnTo>
                    <a:pt x="1583635" y="3563090"/>
                  </a:lnTo>
                  <a:lnTo>
                    <a:pt x="1635460" y="3573205"/>
                  </a:lnTo>
                  <a:lnTo>
                    <a:pt x="1684956" y="3584560"/>
                  </a:lnTo>
                  <a:lnTo>
                    <a:pt x="1719082" y="3593392"/>
                  </a:lnTo>
                  <a:lnTo>
                    <a:pt x="1770052" y="3608069"/>
                  </a:lnTo>
                  <a:lnTo>
                    <a:pt x="1820529" y="3624290"/>
                  </a:lnTo>
                  <a:lnTo>
                    <a:pt x="1871060" y="3642075"/>
                  </a:lnTo>
                  <a:lnTo>
                    <a:pt x="1922010" y="3661387"/>
                  </a:lnTo>
                  <a:lnTo>
                    <a:pt x="1973586" y="3682129"/>
                  </a:lnTo>
                  <a:lnTo>
                    <a:pt x="2025860" y="3704132"/>
                  </a:lnTo>
                  <a:lnTo>
                    <a:pt x="2078784" y="3727166"/>
                  </a:lnTo>
                  <a:lnTo>
                    <a:pt x="2132213" y="3750941"/>
                  </a:lnTo>
                  <a:lnTo>
                    <a:pt x="2185932" y="3775124"/>
                  </a:lnTo>
                  <a:lnTo>
                    <a:pt x="2239688" y="3799357"/>
                  </a:lnTo>
                  <a:lnTo>
                    <a:pt x="2293222" y="3823281"/>
                  </a:lnTo>
                  <a:lnTo>
                    <a:pt x="2346304" y="3846552"/>
                  </a:lnTo>
                  <a:lnTo>
                    <a:pt x="2398769" y="3868869"/>
                  </a:lnTo>
                  <a:lnTo>
                    <a:pt x="2450538" y="3889982"/>
                  </a:lnTo>
                  <a:lnTo>
                    <a:pt x="2501648" y="3909706"/>
                  </a:lnTo>
                  <a:lnTo>
                    <a:pt x="2552266" y="3927923"/>
                  </a:lnTo>
                  <a:lnTo>
                    <a:pt x="2602712" y="3944579"/>
                  </a:lnTo>
                  <a:lnTo>
                    <a:pt x="2653477" y="3959682"/>
                  </a:lnTo>
                  <a:lnTo>
                    <a:pt x="2667772" y="3963620"/>
                  </a:lnTo>
                  <a:lnTo>
                    <a:pt x="2716117" y="3975890"/>
                  </a:lnTo>
                  <a:lnTo>
                    <a:pt x="2766200" y="3986875"/>
                  </a:lnTo>
                  <a:lnTo>
                    <a:pt x="2818874" y="3996648"/>
                  </a:lnTo>
                  <a:lnTo>
                    <a:pt x="2875087" y="4005328"/>
                  </a:lnTo>
                  <a:lnTo>
                    <a:pt x="2935795" y="4013046"/>
                  </a:lnTo>
                  <a:lnTo>
                    <a:pt x="3001874" y="4019925"/>
                  </a:lnTo>
                  <a:lnTo>
                    <a:pt x="3073996" y="4026072"/>
                  </a:lnTo>
                  <a:lnTo>
                    <a:pt x="3152473" y="4031571"/>
                  </a:lnTo>
                  <a:lnTo>
                    <a:pt x="3237046" y="4036479"/>
                  </a:lnTo>
                  <a:lnTo>
                    <a:pt x="3326648" y="4040829"/>
                  </a:lnTo>
                  <a:lnTo>
                    <a:pt x="3419188" y="4044629"/>
                  </a:lnTo>
                  <a:lnTo>
                    <a:pt x="3511457" y="4047872"/>
                  </a:lnTo>
                  <a:lnTo>
                    <a:pt x="3599284" y="4050544"/>
                  </a:lnTo>
                  <a:lnTo>
                    <a:pt x="3678041" y="4052638"/>
                  </a:lnTo>
                  <a:lnTo>
                    <a:pt x="3743482" y="4054174"/>
                  </a:lnTo>
                  <a:lnTo>
                    <a:pt x="3792706" y="4055200"/>
                  </a:lnTo>
                  <a:lnTo>
                    <a:pt x="3824950" y="4055800"/>
                  </a:lnTo>
                  <a:lnTo>
                    <a:pt x="3841920" y="4056084"/>
                  </a:lnTo>
                  <a:lnTo>
                    <a:pt x="3847648" y="4056171"/>
                  </a:lnTo>
                  <a:lnTo>
                    <a:pt x="3848118" y="4056177"/>
                  </a:lnTo>
                  <a:lnTo>
                    <a:pt x="4386855" y="4056177"/>
                  </a:lnTo>
                  <a:lnTo>
                    <a:pt x="4387778" y="4056083"/>
                  </a:lnTo>
                  <a:lnTo>
                    <a:pt x="4393847" y="4055406"/>
                  </a:lnTo>
                  <a:lnTo>
                    <a:pt x="4409153" y="4053534"/>
                  </a:lnTo>
                  <a:lnTo>
                    <a:pt x="4436524" y="4049851"/>
                  </a:lnTo>
                  <a:lnTo>
                    <a:pt x="4477330" y="4043784"/>
                  </a:lnTo>
                  <a:lnTo>
                    <a:pt x="4531369" y="4034870"/>
                  </a:lnTo>
                  <a:lnTo>
                    <a:pt x="4596998" y="4022793"/>
                  </a:lnTo>
                  <a:lnTo>
                    <a:pt x="4671517" y="4007396"/>
                  </a:lnTo>
                  <a:lnTo>
                    <a:pt x="4751692" y="3988656"/>
                  </a:lnTo>
                  <a:lnTo>
                    <a:pt x="4834299" y="3966628"/>
                  </a:lnTo>
                  <a:lnTo>
                    <a:pt x="4916532" y="3941384"/>
                  </a:lnTo>
                  <a:lnTo>
                    <a:pt x="4996233" y="3912957"/>
                  </a:lnTo>
                  <a:lnTo>
                    <a:pt x="5071953" y="3881298"/>
                  </a:lnTo>
                  <a:lnTo>
                    <a:pt x="5142892" y="3846251"/>
                  </a:lnTo>
                  <a:lnTo>
                    <a:pt x="5208782" y="3807542"/>
                  </a:lnTo>
                  <a:lnTo>
                    <a:pt x="5269745" y="3764778"/>
                  </a:lnTo>
                  <a:lnTo>
                    <a:pt x="5326172" y="3717453"/>
                  </a:lnTo>
                  <a:lnTo>
                    <a:pt x="5378625" y="3664969"/>
                  </a:lnTo>
                  <a:lnTo>
                    <a:pt x="5427752" y="3606661"/>
                  </a:lnTo>
                  <a:lnTo>
                    <a:pt x="5474238" y="3541854"/>
                  </a:lnTo>
                  <a:lnTo>
                    <a:pt x="5518746" y="3469956"/>
                  </a:lnTo>
                  <a:lnTo>
                    <a:pt x="5561877" y="3390603"/>
                  </a:lnTo>
                  <a:lnTo>
                    <a:pt x="5567201" y="3380148"/>
                  </a:lnTo>
                  <a:lnTo>
                    <a:pt x="5597682" y="3317578"/>
                  </a:lnTo>
                  <a:lnTo>
                    <a:pt x="5627893" y="3251055"/>
                  </a:lnTo>
                  <a:lnTo>
                    <a:pt x="5657977" y="3180499"/>
                  </a:lnTo>
                  <a:lnTo>
                    <a:pt x="5688047" y="3105875"/>
                  </a:lnTo>
                  <a:lnTo>
                    <a:pt x="5718197" y="3027199"/>
                  </a:lnTo>
                  <a:lnTo>
                    <a:pt x="5748496" y="2944545"/>
                  </a:lnTo>
                  <a:lnTo>
                    <a:pt x="5778996" y="2858044"/>
                  </a:lnTo>
                  <a:lnTo>
                    <a:pt x="5809729" y="2767887"/>
                  </a:lnTo>
                  <a:lnTo>
                    <a:pt x="5840711" y="2674330"/>
                  </a:lnTo>
                  <a:lnTo>
                    <a:pt x="5871941" y="2577690"/>
                  </a:lnTo>
                  <a:lnTo>
                    <a:pt x="5903405" y="2478340"/>
                  </a:lnTo>
                  <a:lnTo>
                    <a:pt x="5935076" y="2376712"/>
                  </a:lnTo>
                  <a:lnTo>
                    <a:pt x="5966918" y="2273281"/>
                  </a:lnTo>
                  <a:lnTo>
                    <a:pt x="5998885" y="2168561"/>
                  </a:lnTo>
                  <a:lnTo>
                    <a:pt x="6030925" y="2063096"/>
                  </a:lnTo>
                  <a:lnTo>
                    <a:pt x="6062984" y="1957443"/>
                  </a:lnTo>
                  <a:lnTo>
                    <a:pt x="6095006" y="1852168"/>
                  </a:lnTo>
                  <a:lnTo>
                    <a:pt x="6126936" y="1747823"/>
                  </a:lnTo>
                  <a:lnTo>
                    <a:pt x="6158725" y="1644945"/>
                  </a:lnTo>
                  <a:lnTo>
                    <a:pt x="6190330" y="1544034"/>
                  </a:lnTo>
                  <a:lnTo>
                    <a:pt x="6221717" y="1445554"/>
                  </a:lnTo>
                  <a:lnTo>
                    <a:pt x="6252864" y="1349915"/>
                  </a:lnTo>
                  <a:lnTo>
                    <a:pt x="6283761" y="1257473"/>
                  </a:lnTo>
                  <a:lnTo>
                    <a:pt x="6314413" y="1168524"/>
                  </a:lnTo>
                  <a:lnTo>
                    <a:pt x="6344841" y="1083302"/>
                  </a:lnTo>
                  <a:lnTo>
                    <a:pt x="6375083" y="1001979"/>
                  </a:lnTo>
                  <a:lnTo>
                    <a:pt x="6405197" y="924666"/>
                  </a:lnTo>
                  <a:lnTo>
                    <a:pt x="6435261" y="851415"/>
                  </a:lnTo>
                  <a:lnTo>
                    <a:pt x="6465373" y="782226"/>
                  </a:lnTo>
                  <a:lnTo>
                    <a:pt x="6495658" y="717048"/>
                  </a:lnTo>
                  <a:lnTo>
                    <a:pt x="6515891" y="676029"/>
                  </a:lnTo>
                  <a:lnTo>
                    <a:pt x="6558885" y="595738"/>
                  </a:lnTo>
                  <a:lnTo>
                    <a:pt x="6603191" y="522920"/>
                  </a:lnTo>
                  <a:lnTo>
                    <a:pt x="6649393" y="457256"/>
                  </a:lnTo>
                  <a:lnTo>
                    <a:pt x="6698153" y="398171"/>
                  </a:lnTo>
                  <a:lnTo>
                    <a:pt x="6750153" y="344995"/>
                  </a:lnTo>
                  <a:lnTo>
                    <a:pt x="6806050" y="297059"/>
                  </a:lnTo>
                  <a:lnTo>
                    <a:pt x="6866419" y="253754"/>
                  </a:lnTo>
                  <a:lnTo>
                    <a:pt x="6931679" y="214562"/>
                  </a:lnTo>
                  <a:lnTo>
                    <a:pt x="7001992" y="179074"/>
                  </a:lnTo>
                  <a:lnTo>
                    <a:pt x="7077146" y="147002"/>
                  </a:lnTo>
                  <a:lnTo>
                    <a:pt x="7156413" y="118175"/>
                  </a:lnTo>
                  <a:lnTo>
                    <a:pt x="7238433" y="92532"/>
                  </a:lnTo>
                  <a:lnTo>
                    <a:pt x="7321135" y="70098"/>
                  </a:lnTo>
                  <a:lnTo>
                    <a:pt x="7401786" y="50943"/>
                  </a:lnTo>
                  <a:lnTo>
                    <a:pt x="7477193" y="35127"/>
                  </a:lnTo>
                  <a:lnTo>
                    <a:pt x="7544099" y="22640"/>
                  </a:lnTo>
                  <a:lnTo>
                    <a:pt x="7599704" y="13344"/>
                  </a:lnTo>
                  <a:lnTo>
                    <a:pt x="7642209" y="6944"/>
                  </a:lnTo>
                  <a:lnTo>
                    <a:pt x="7671219" y="2992"/>
                  </a:lnTo>
                  <a:lnTo>
                    <a:pt x="7687907" y="927"/>
                  </a:lnTo>
                  <a:lnTo>
                    <a:pt x="7694932" y="135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0" name="pl1540"/>
            <p:cNvSpPr/>
            <p:nvPr/>
          </p:nvSpPr>
          <p:spPr>
            <a:xfrm>
              <a:off x="546595" y="1599804"/>
              <a:ext cx="8234974" cy="4056177"/>
            </a:xfrm>
            <a:custGeom>
              <a:avLst/>
              <a:pathLst>
                <a:path w="8234974" h="4056177">
                  <a:moveTo>
                    <a:pt x="8234974" y="0"/>
                  </a:move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7" y="4056177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821" y="4056159"/>
                  </a:lnTo>
                  <a:lnTo>
                    <a:pt x="3838360" y="4056027"/>
                  </a:lnTo>
                  <a:lnTo>
                    <a:pt x="3817263" y="4055663"/>
                  </a:lnTo>
                  <a:lnTo>
                    <a:pt x="3780142" y="4054949"/>
                  </a:lnTo>
                  <a:lnTo>
                    <a:pt x="3726013" y="4053782"/>
                  </a:lnTo>
                  <a:lnTo>
                    <a:pt x="3656319" y="4052088"/>
                  </a:lnTo>
                  <a:lnTo>
                    <a:pt x="3574448" y="4049826"/>
                  </a:lnTo>
                  <a:lnTo>
                    <a:pt x="3484857" y="4046987"/>
                  </a:lnTo>
                  <a:lnTo>
                    <a:pt x="3392116" y="4043580"/>
                  </a:lnTo>
                  <a:lnTo>
                    <a:pt x="3300149" y="4039620"/>
                  </a:lnTo>
                  <a:lnTo>
                    <a:pt x="3211844" y="4035109"/>
                  </a:lnTo>
                  <a:lnTo>
                    <a:pt x="3128976" y="4030033"/>
                  </a:lnTo>
                  <a:lnTo>
                    <a:pt x="3052352" y="4024353"/>
                  </a:lnTo>
                  <a:lnTo>
                    <a:pt x="2982041" y="4018002"/>
                  </a:lnTo>
                  <a:lnTo>
                    <a:pt x="2917606" y="4010891"/>
                  </a:lnTo>
                  <a:lnTo>
                    <a:pt x="2858302" y="4002907"/>
                  </a:lnTo>
                  <a:lnTo>
                    <a:pt x="2803219" y="3993922"/>
                  </a:lnTo>
                  <a:lnTo>
                    <a:pt x="2751395" y="3983807"/>
                  </a:lnTo>
                  <a:lnTo>
                    <a:pt x="2701899" y="3972452"/>
                  </a:lnTo>
                  <a:lnTo>
                    <a:pt x="2667772" y="3963620"/>
                  </a:lnTo>
                  <a:lnTo>
                    <a:pt x="2616803" y="3948943"/>
                  </a:lnTo>
                  <a:lnTo>
                    <a:pt x="2566326" y="3932723"/>
                  </a:lnTo>
                  <a:lnTo>
                    <a:pt x="2515794" y="3914938"/>
                  </a:lnTo>
                  <a:lnTo>
                    <a:pt x="2464845" y="3895625"/>
                  </a:lnTo>
                  <a:lnTo>
                    <a:pt x="2413269" y="3874884"/>
                  </a:lnTo>
                  <a:lnTo>
                    <a:pt x="2360994" y="3852880"/>
                  </a:lnTo>
                  <a:lnTo>
                    <a:pt x="2308071" y="3829846"/>
                  </a:lnTo>
                  <a:lnTo>
                    <a:pt x="2254642" y="3806072"/>
                  </a:lnTo>
                  <a:lnTo>
                    <a:pt x="2200922" y="3781889"/>
                  </a:lnTo>
                  <a:lnTo>
                    <a:pt x="2147167" y="3757655"/>
                  </a:lnTo>
                  <a:lnTo>
                    <a:pt x="2093633" y="3733732"/>
                  </a:lnTo>
                  <a:lnTo>
                    <a:pt x="2040550" y="3710460"/>
                  </a:lnTo>
                  <a:lnTo>
                    <a:pt x="1988086" y="3688144"/>
                  </a:lnTo>
                  <a:lnTo>
                    <a:pt x="1936316" y="3667031"/>
                  </a:lnTo>
                  <a:lnTo>
                    <a:pt x="1885207" y="3647307"/>
                  </a:lnTo>
                  <a:lnTo>
                    <a:pt x="1834589" y="3629090"/>
                  </a:lnTo>
                  <a:lnTo>
                    <a:pt x="1784143" y="3612433"/>
                  </a:lnTo>
                  <a:lnTo>
                    <a:pt x="1733377" y="3597331"/>
                  </a:lnTo>
                  <a:lnTo>
                    <a:pt x="1719082" y="3593392"/>
                  </a:lnTo>
                  <a:lnTo>
                    <a:pt x="1670738" y="3581122"/>
                  </a:lnTo>
                  <a:lnTo>
                    <a:pt x="1620655" y="3570137"/>
                  </a:lnTo>
                  <a:lnTo>
                    <a:pt x="1567981" y="3560364"/>
                  </a:lnTo>
                  <a:lnTo>
                    <a:pt x="1511768" y="3551684"/>
                  </a:lnTo>
                  <a:lnTo>
                    <a:pt x="1451059" y="3543967"/>
                  </a:lnTo>
                  <a:lnTo>
                    <a:pt x="1384980" y="3537088"/>
                  </a:lnTo>
                  <a:lnTo>
                    <a:pt x="1312858" y="3530940"/>
                  </a:lnTo>
                  <a:lnTo>
                    <a:pt x="1234382" y="3525442"/>
                  </a:lnTo>
                  <a:lnTo>
                    <a:pt x="1149809" y="3520533"/>
                  </a:lnTo>
                  <a:lnTo>
                    <a:pt x="1060207" y="3516183"/>
                  </a:lnTo>
                  <a:lnTo>
                    <a:pt x="967667" y="3512383"/>
                  </a:lnTo>
                  <a:lnTo>
                    <a:pt x="875398" y="3509140"/>
                  </a:lnTo>
                  <a:lnTo>
                    <a:pt x="787571" y="3506469"/>
                  </a:lnTo>
                  <a:lnTo>
                    <a:pt x="708813" y="3504374"/>
                  </a:lnTo>
                  <a:lnTo>
                    <a:pt x="643373" y="3502839"/>
                  </a:lnTo>
                  <a:lnTo>
                    <a:pt x="594149" y="3501813"/>
                  </a:lnTo>
                  <a:lnTo>
                    <a:pt x="561905" y="3501212"/>
                  </a:lnTo>
                  <a:lnTo>
                    <a:pt x="544935" y="3500928"/>
                  </a:lnTo>
                  <a:lnTo>
                    <a:pt x="539207" y="3500842"/>
                  </a:lnTo>
                  <a:lnTo>
                    <a:pt x="538736" y="3500835"/>
                  </a:lnTo>
                  <a:lnTo>
                    <a:pt x="0" y="3500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1" name="pg1541"/>
            <p:cNvSpPr/>
            <p:nvPr/>
          </p:nvSpPr>
          <p:spPr>
            <a:xfrm>
              <a:off x="546595" y="2541708"/>
              <a:ext cx="8234974" cy="2444595"/>
            </a:xfrm>
            <a:custGeom>
              <a:avLst/>
              <a:pathLst>
                <a:path w="8234974" h="2444595">
                  <a:moveTo>
                    <a:pt x="0" y="2444595"/>
                  </a:moveTo>
                  <a:lnTo>
                    <a:pt x="538736" y="2444595"/>
                  </a:lnTo>
                  <a:lnTo>
                    <a:pt x="539961" y="2444530"/>
                  </a:lnTo>
                  <a:lnTo>
                    <a:pt x="547961" y="2444060"/>
                  </a:lnTo>
                  <a:lnTo>
                    <a:pt x="567949" y="2442762"/>
                  </a:lnTo>
                  <a:lnTo>
                    <a:pt x="603225" y="2440213"/>
                  </a:lnTo>
                  <a:lnTo>
                    <a:pt x="654877" y="2436042"/>
                  </a:lnTo>
                  <a:lnTo>
                    <a:pt x="721729" y="2429972"/>
                  </a:lnTo>
                  <a:lnTo>
                    <a:pt x="800746" y="2421847"/>
                  </a:lnTo>
                  <a:lnTo>
                    <a:pt x="887793" y="2411622"/>
                  </a:lnTo>
                  <a:lnTo>
                    <a:pt x="978523" y="2399323"/>
                  </a:lnTo>
                  <a:lnTo>
                    <a:pt x="1069098" y="2385001"/>
                  </a:lnTo>
                  <a:lnTo>
                    <a:pt x="1156601" y="2368680"/>
                  </a:lnTo>
                  <a:lnTo>
                    <a:pt x="1239152" y="2350321"/>
                  </a:lnTo>
                  <a:lnTo>
                    <a:pt x="1315804" y="2329803"/>
                  </a:lnTo>
                  <a:lnTo>
                    <a:pt x="1386347" y="2306916"/>
                  </a:lnTo>
                  <a:lnTo>
                    <a:pt x="1451087" y="2281359"/>
                  </a:lnTo>
                  <a:lnTo>
                    <a:pt x="1510663" y="2252751"/>
                  </a:lnTo>
                  <a:lnTo>
                    <a:pt x="1565898" y="2220650"/>
                  </a:lnTo>
                  <a:lnTo>
                    <a:pt x="1617695" y="2184589"/>
                  </a:lnTo>
                  <a:lnTo>
                    <a:pt x="1666950" y="2144138"/>
                  </a:lnTo>
                  <a:lnTo>
                    <a:pt x="1714476" y="2099021"/>
                  </a:lnTo>
                  <a:lnTo>
                    <a:pt x="1719082" y="2094330"/>
                  </a:lnTo>
                  <a:lnTo>
                    <a:pt x="1758690" y="2051741"/>
                  </a:lnTo>
                  <a:lnTo>
                    <a:pt x="1797916" y="2005660"/>
                  </a:lnTo>
                  <a:lnTo>
                    <a:pt x="1837045" y="1956019"/>
                  </a:lnTo>
                  <a:lnTo>
                    <a:pt x="1876294" y="1902822"/>
                  </a:lnTo>
                  <a:lnTo>
                    <a:pt x="1915814" y="1846156"/>
                  </a:lnTo>
                  <a:lnTo>
                    <a:pt x="1955703" y="1786196"/>
                  </a:lnTo>
                  <a:lnTo>
                    <a:pt x="1996009" y="1723208"/>
                  </a:lnTo>
                  <a:lnTo>
                    <a:pt x="2036733" y="1657551"/>
                  </a:lnTo>
                  <a:lnTo>
                    <a:pt x="2077836" y="1589669"/>
                  </a:lnTo>
                  <a:lnTo>
                    <a:pt x="2119246" y="1520083"/>
                  </a:lnTo>
                  <a:lnTo>
                    <a:pt x="2160866" y="1449375"/>
                  </a:lnTo>
                  <a:lnTo>
                    <a:pt x="2202582" y="1378166"/>
                  </a:lnTo>
                  <a:lnTo>
                    <a:pt x="2244270" y="1307099"/>
                  </a:lnTo>
                  <a:lnTo>
                    <a:pt x="2285812" y="1236808"/>
                  </a:lnTo>
                  <a:lnTo>
                    <a:pt x="2327098" y="1167902"/>
                  </a:lnTo>
                  <a:lnTo>
                    <a:pt x="2368042" y="1100936"/>
                  </a:lnTo>
                  <a:lnTo>
                    <a:pt x="2408585" y="1036401"/>
                  </a:lnTo>
                  <a:lnTo>
                    <a:pt x="2448705" y="974702"/>
                  </a:lnTo>
                  <a:lnTo>
                    <a:pt x="2488424" y="916161"/>
                  </a:lnTo>
                  <a:lnTo>
                    <a:pt x="2527809" y="861001"/>
                  </a:lnTo>
                  <a:lnTo>
                    <a:pt x="2566983" y="809359"/>
                  </a:lnTo>
                  <a:lnTo>
                    <a:pt x="2606124" y="761283"/>
                  </a:lnTo>
                  <a:lnTo>
                    <a:pt x="2645478" y="716747"/>
                  </a:lnTo>
                  <a:lnTo>
                    <a:pt x="2667772" y="693270"/>
                  </a:lnTo>
                  <a:lnTo>
                    <a:pt x="2715166" y="647691"/>
                  </a:lnTo>
                  <a:lnTo>
                    <a:pt x="2764217" y="606789"/>
                  </a:lnTo>
                  <a:lnTo>
                    <a:pt x="2815724" y="570314"/>
                  </a:lnTo>
                  <a:lnTo>
                    <a:pt x="2870581" y="537844"/>
                  </a:lnTo>
                  <a:lnTo>
                    <a:pt x="2929692" y="508913"/>
                  </a:lnTo>
                  <a:lnTo>
                    <a:pt x="2993892" y="483074"/>
                  </a:lnTo>
                  <a:lnTo>
                    <a:pt x="3063844" y="459939"/>
                  </a:lnTo>
                  <a:lnTo>
                    <a:pt x="3139894" y="439199"/>
                  </a:lnTo>
                  <a:lnTo>
                    <a:pt x="3221893" y="420634"/>
                  </a:lnTo>
                  <a:lnTo>
                    <a:pt x="3308976" y="404116"/>
                  </a:lnTo>
                  <a:lnTo>
                    <a:pt x="3399361" y="389597"/>
                  </a:lnTo>
                  <a:lnTo>
                    <a:pt x="3490234" y="377097"/>
                  </a:lnTo>
                  <a:lnTo>
                    <a:pt x="3577832" y="366666"/>
                  </a:lnTo>
                  <a:lnTo>
                    <a:pt x="3657832" y="358335"/>
                  </a:lnTo>
                  <a:lnTo>
                    <a:pt x="3726040" y="352068"/>
                  </a:lnTo>
                  <a:lnTo>
                    <a:pt x="3779274" y="347720"/>
                  </a:lnTo>
                  <a:lnTo>
                    <a:pt x="3816150" y="345027"/>
                  </a:lnTo>
                  <a:lnTo>
                    <a:pt x="3837529" y="343624"/>
                  </a:lnTo>
                  <a:lnTo>
                    <a:pt x="3846505" y="343092"/>
                  </a:lnTo>
                  <a:lnTo>
                    <a:pt x="3848118" y="343005"/>
                  </a:lnTo>
                  <a:lnTo>
                    <a:pt x="4386855" y="343005"/>
                  </a:lnTo>
                  <a:lnTo>
                    <a:pt x="4388156" y="342994"/>
                  </a:lnTo>
                  <a:lnTo>
                    <a:pt x="4396641" y="342914"/>
                  </a:lnTo>
                  <a:lnTo>
                    <a:pt x="4417794" y="342692"/>
                  </a:lnTo>
                  <a:lnTo>
                    <a:pt x="4455008" y="342256"/>
                  </a:lnTo>
                  <a:lnTo>
                    <a:pt x="4509262" y="341545"/>
                  </a:lnTo>
                  <a:lnTo>
                    <a:pt x="4579098" y="340512"/>
                  </a:lnTo>
                  <a:lnTo>
                    <a:pt x="4661111" y="339134"/>
                  </a:lnTo>
                  <a:lnTo>
                    <a:pt x="4750826" y="337404"/>
                  </a:lnTo>
                  <a:lnTo>
                    <a:pt x="4843665" y="335328"/>
                  </a:lnTo>
                  <a:lnTo>
                    <a:pt x="4935698" y="332916"/>
                  </a:lnTo>
                  <a:lnTo>
                    <a:pt x="5024040" y="330168"/>
                  </a:lnTo>
                  <a:lnTo>
                    <a:pt x="5106922" y="327076"/>
                  </a:lnTo>
                  <a:lnTo>
                    <a:pt x="5183543" y="323615"/>
                  </a:lnTo>
                  <a:lnTo>
                    <a:pt x="5253841" y="319745"/>
                  </a:lnTo>
                  <a:lnTo>
                    <a:pt x="5318261" y="315412"/>
                  </a:lnTo>
                  <a:lnTo>
                    <a:pt x="5377552" y="310545"/>
                  </a:lnTo>
                  <a:lnTo>
                    <a:pt x="5432629" y="305069"/>
                  </a:lnTo>
                  <a:lnTo>
                    <a:pt x="5484456" y="298902"/>
                  </a:lnTo>
                  <a:lnTo>
                    <a:pt x="5533966" y="291980"/>
                  </a:lnTo>
                  <a:lnTo>
                    <a:pt x="5567201" y="286745"/>
                  </a:lnTo>
                  <a:lnTo>
                    <a:pt x="5619283" y="277617"/>
                  </a:lnTo>
                  <a:lnTo>
                    <a:pt x="5670866" y="267508"/>
                  </a:lnTo>
                  <a:lnTo>
                    <a:pt x="5722525" y="256407"/>
                  </a:lnTo>
                  <a:lnTo>
                    <a:pt x="5774639" y="244339"/>
                  </a:lnTo>
                  <a:lnTo>
                    <a:pt x="5827419" y="231372"/>
                  </a:lnTo>
                  <a:lnTo>
                    <a:pt x="5880927" y="217617"/>
                  </a:lnTo>
                  <a:lnTo>
                    <a:pt x="5935100" y="203231"/>
                  </a:lnTo>
                  <a:lnTo>
                    <a:pt x="5989769" y="188406"/>
                  </a:lnTo>
                  <a:lnTo>
                    <a:pt x="6044696" y="173360"/>
                  </a:lnTo>
                  <a:lnTo>
                    <a:pt x="6099608" y="158329"/>
                  </a:lnTo>
                  <a:lnTo>
                    <a:pt x="6154231" y="143543"/>
                  </a:lnTo>
                  <a:lnTo>
                    <a:pt x="6208334" y="129220"/>
                  </a:lnTo>
                  <a:lnTo>
                    <a:pt x="6261760" y="115549"/>
                  </a:lnTo>
                  <a:lnTo>
                    <a:pt x="6314458" y="102680"/>
                  </a:lnTo>
                  <a:lnTo>
                    <a:pt x="6366506" y="90720"/>
                  </a:lnTo>
                  <a:lnTo>
                    <a:pt x="6418133" y="79732"/>
                  </a:lnTo>
                  <a:lnTo>
                    <a:pt x="6469740" y="69737"/>
                  </a:lnTo>
                  <a:lnTo>
                    <a:pt x="6515891" y="61704"/>
                  </a:lnTo>
                  <a:lnTo>
                    <a:pt x="6564283" y="54239"/>
                  </a:lnTo>
                  <a:lnTo>
                    <a:pt x="6614418" y="47557"/>
                  </a:lnTo>
                  <a:lnTo>
                    <a:pt x="6667150" y="41612"/>
                  </a:lnTo>
                  <a:lnTo>
                    <a:pt x="6723431" y="36333"/>
                  </a:lnTo>
                  <a:lnTo>
                    <a:pt x="6784220" y="31640"/>
                  </a:lnTo>
                  <a:lnTo>
                    <a:pt x="6850393" y="27457"/>
                  </a:lnTo>
                  <a:lnTo>
                    <a:pt x="6922624" y="23720"/>
                  </a:lnTo>
                  <a:lnTo>
                    <a:pt x="7001223" y="20377"/>
                  </a:lnTo>
                  <a:lnTo>
                    <a:pt x="7085924" y="17393"/>
                  </a:lnTo>
                  <a:lnTo>
                    <a:pt x="7175651" y="14750"/>
                  </a:lnTo>
                  <a:lnTo>
                    <a:pt x="7268295" y="12441"/>
                  </a:lnTo>
                  <a:lnTo>
                    <a:pt x="7360627" y="10472"/>
                  </a:lnTo>
                  <a:lnTo>
                    <a:pt x="7448457" y="8850"/>
                  </a:lnTo>
                  <a:lnTo>
                    <a:pt x="7527142" y="7580"/>
                  </a:lnTo>
                  <a:lnTo>
                    <a:pt x="7592434" y="6651"/>
                  </a:lnTo>
                  <a:lnTo>
                    <a:pt x="7641451" y="6031"/>
                  </a:lnTo>
                  <a:lnTo>
                    <a:pt x="7673463" y="5669"/>
                  </a:lnTo>
                  <a:lnTo>
                    <a:pt x="7690219" y="5499"/>
                  </a:lnTo>
                  <a:lnTo>
                    <a:pt x="7695802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7" y="11"/>
                  </a:lnTo>
                  <a:lnTo>
                    <a:pt x="7686451" y="91"/>
                  </a:lnTo>
                  <a:lnTo>
                    <a:pt x="7665299" y="313"/>
                  </a:lnTo>
                  <a:lnTo>
                    <a:pt x="7628084" y="748"/>
                  </a:lnTo>
                  <a:lnTo>
                    <a:pt x="7573830" y="1460"/>
                  </a:lnTo>
                  <a:lnTo>
                    <a:pt x="7503995" y="2492"/>
                  </a:lnTo>
                  <a:lnTo>
                    <a:pt x="7421982" y="3871"/>
                  </a:lnTo>
                  <a:lnTo>
                    <a:pt x="7332266" y="5601"/>
                  </a:lnTo>
                  <a:lnTo>
                    <a:pt x="7239427" y="7676"/>
                  </a:lnTo>
                  <a:lnTo>
                    <a:pt x="7147394" y="10089"/>
                  </a:lnTo>
                  <a:lnTo>
                    <a:pt x="7059052" y="12837"/>
                  </a:lnTo>
                  <a:lnTo>
                    <a:pt x="6976171" y="15929"/>
                  </a:lnTo>
                  <a:lnTo>
                    <a:pt x="6899550" y="19390"/>
                  </a:lnTo>
                  <a:lnTo>
                    <a:pt x="6829251" y="23259"/>
                  </a:lnTo>
                  <a:lnTo>
                    <a:pt x="6764832" y="27593"/>
                  </a:lnTo>
                  <a:lnTo>
                    <a:pt x="6705540" y="32459"/>
                  </a:lnTo>
                  <a:lnTo>
                    <a:pt x="6650464" y="37936"/>
                  </a:lnTo>
                  <a:lnTo>
                    <a:pt x="6598636" y="44103"/>
                  </a:lnTo>
                  <a:lnTo>
                    <a:pt x="6549126" y="51025"/>
                  </a:lnTo>
                  <a:lnTo>
                    <a:pt x="6515891" y="56260"/>
                  </a:lnTo>
                  <a:lnTo>
                    <a:pt x="6463809" y="65388"/>
                  </a:lnTo>
                  <a:lnTo>
                    <a:pt x="6412226" y="75496"/>
                  </a:lnTo>
                  <a:lnTo>
                    <a:pt x="6360568" y="86597"/>
                  </a:lnTo>
                  <a:lnTo>
                    <a:pt x="6308454" y="98666"/>
                  </a:lnTo>
                  <a:lnTo>
                    <a:pt x="6255674" y="111633"/>
                  </a:lnTo>
                  <a:lnTo>
                    <a:pt x="6202165" y="125387"/>
                  </a:lnTo>
                  <a:lnTo>
                    <a:pt x="6147993" y="139773"/>
                  </a:lnTo>
                  <a:lnTo>
                    <a:pt x="6093324" y="154599"/>
                  </a:lnTo>
                  <a:lnTo>
                    <a:pt x="6038396" y="169644"/>
                  </a:lnTo>
                  <a:lnTo>
                    <a:pt x="5983485" y="184676"/>
                  </a:lnTo>
                  <a:lnTo>
                    <a:pt x="5928862" y="199462"/>
                  </a:lnTo>
                  <a:lnTo>
                    <a:pt x="5874759" y="213784"/>
                  </a:lnTo>
                  <a:lnTo>
                    <a:pt x="5821332" y="227456"/>
                  </a:lnTo>
                  <a:lnTo>
                    <a:pt x="5768634" y="240325"/>
                  </a:lnTo>
                  <a:lnTo>
                    <a:pt x="5716586" y="252285"/>
                  </a:lnTo>
                  <a:lnTo>
                    <a:pt x="5664959" y="263273"/>
                  </a:lnTo>
                  <a:lnTo>
                    <a:pt x="5613352" y="273268"/>
                  </a:lnTo>
                  <a:lnTo>
                    <a:pt x="5567201" y="281300"/>
                  </a:lnTo>
                  <a:lnTo>
                    <a:pt x="5518809" y="288765"/>
                  </a:lnTo>
                  <a:lnTo>
                    <a:pt x="5468675" y="295448"/>
                  </a:lnTo>
                  <a:lnTo>
                    <a:pt x="5415942" y="301392"/>
                  </a:lnTo>
                  <a:lnTo>
                    <a:pt x="5359662" y="306671"/>
                  </a:lnTo>
                  <a:lnTo>
                    <a:pt x="5298873" y="311365"/>
                  </a:lnTo>
                  <a:lnTo>
                    <a:pt x="5232699" y="315548"/>
                  </a:lnTo>
                  <a:lnTo>
                    <a:pt x="5160468" y="319285"/>
                  </a:lnTo>
                  <a:lnTo>
                    <a:pt x="5081870" y="322628"/>
                  </a:lnTo>
                  <a:lnTo>
                    <a:pt x="4997168" y="325612"/>
                  </a:lnTo>
                  <a:lnTo>
                    <a:pt x="4907442" y="328255"/>
                  </a:lnTo>
                  <a:lnTo>
                    <a:pt x="4814798" y="330564"/>
                  </a:lnTo>
                  <a:lnTo>
                    <a:pt x="4722465" y="332533"/>
                  </a:lnTo>
                  <a:lnTo>
                    <a:pt x="4634635" y="334154"/>
                  </a:lnTo>
                  <a:lnTo>
                    <a:pt x="4555950" y="335424"/>
                  </a:lnTo>
                  <a:lnTo>
                    <a:pt x="4490658" y="336354"/>
                  </a:lnTo>
                  <a:lnTo>
                    <a:pt x="4441642" y="336974"/>
                  </a:lnTo>
                  <a:lnTo>
                    <a:pt x="4409630" y="337336"/>
                  </a:lnTo>
                  <a:lnTo>
                    <a:pt x="4392873" y="337506"/>
                  </a:lnTo>
                  <a:lnTo>
                    <a:pt x="4387290" y="337557"/>
                  </a:lnTo>
                  <a:lnTo>
                    <a:pt x="4386855" y="337561"/>
                  </a:lnTo>
                  <a:lnTo>
                    <a:pt x="3848118" y="337561"/>
                  </a:lnTo>
                  <a:lnTo>
                    <a:pt x="3846894" y="337626"/>
                  </a:lnTo>
                  <a:lnTo>
                    <a:pt x="3838894" y="338096"/>
                  </a:lnTo>
                  <a:lnTo>
                    <a:pt x="3818906" y="339394"/>
                  </a:lnTo>
                  <a:lnTo>
                    <a:pt x="3783630" y="341943"/>
                  </a:lnTo>
                  <a:lnTo>
                    <a:pt x="3731978" y="346114"/>
                  </a:lnTo>
                  <a:lnTo>
                    <a:pt x="3665125" y="352184"/>
                  </a:lnTo>
                  <a:lnTo>
                    <a:pt x="3586109" y="360309"/>
                  </a:lnTo>
                  <a:lnTo>
                    <a:pt x="3499062" y="370534"/>
                  </a:lnTo>
                  <a:lnTo>
                    <a:pt x="3408331" y="382833"/>
                  </a:lnTo>
                  <a:lnTo>
                    <a:pt x="3317757" y="397155"/>
                  </a:lnTo>
                  <a:lnTo>
                    <a:pt x="3230254" y="413476"/>
                  </a:lnTo>
                  <a:lnTo>
                    <a:pt x="3147703" y="431835"/>
                  </a:lnTo>
                  <a:lnTo>
                    <a:pt x="3071051" y="452353"/>
                  </a:lnTo>
                  <a:lnTo>
                    <a:pt x="3000508" y="475240"/>
                  </a:lnTo>
                  <a:lnTo>
                    <a:pt x="2935768" y="500797"/>
                  </a:lnTo>
                  <a:lnTo>
                    <a:pt x="2876192" y="529405"/>
                  </a:lnTo>
                  <a:lnTo>
                    <a:pt x="2820956" y="561506"/>
                  </a:lnTo>
                  <a:lnTo>
                    <a:pt x="2769159" y="597567"/>
                  </a:lnTo>
                  <a:lnTo>
                    <a:pt x="2719905" y="638018"/>
                  </a:lnTo>
                  <a:lnTo>
                    <a:pt x="2672379" y="683135"/>
                  </a:lnTo>
                  <a:lnTo>
                    <a:pt x="2667772" y="687826"/>
                  </a:lnTo>
                  <a:lnTo>
                    <a:pt x="2628164" y="730415"/>
                  </a:lnTo>
                  <a:lnTo>
                    <a:pt x="2588939" y="776496"/>
                  </a:lnTo>
                  <a:lnTo>
                    <a:pt x="2549809" y="826137"/>
                  </a:lnTo>
                  <a:lnTo>
                    <a:pt x="2510561" y="879334"/>
                  </a:lnTo>
                  <a:lnTo>
                    <a:pt x="2471041" y="936000"/>
                  </a:lnTo>
                  <a:lnTo>
                    <a:pt x="2431151" y="995960"/>
                  </a:lnTo>
                  <a:lnTo>
                    <a:pt x="2390845" y="1058948"/>
                  </a:lnTo>
                  <a:lnTo>
                    <a:pt x="2350122" y="1124605"/>
                  </a:lnTo>
                  <a:lnTo>
                    <a:pt x="2309019" y="1192487"/>
                  </a:lnTo>
                  <a:lnTo>
                    <a:pt x="2267608" y="1262073"/>
                  </a:lnTo>
                  <a:lnTo>
                    <a:pt x="2225988" y="1332781"/>
                  </a:lnTo>
                  <a:lnTo>
                    <a:pt x="2184273" y="1403990"/>
                  </a:lnTo>
                  <a:lnTo>
                    <a:pt x="2142584" y="1475057"/>
                  </a:lnTo>
                  <a:lnTo>
                    <a:pt x="2101043" y="1545348"/>
                  </a:lnTo>
                  <a:lnTo>
                    <a:pt x="2059757" y="1614254"/>
                  </a:lnTo>
                  <a:lnTo>
                    <a:pt x="2018813" y="1681220"/>
                  </a:lnTo>
                  <a:lnTo>
                    <a:pt x="1978270" y="1745755"/>
                  </a:lnTo>
                  <a:lnTo>
                    <a:pt x="1938150" y="1807453"/>
                  </a:lnTo>
                  <a:lnTo>
                    <a:pt x="1898431" y="1865995"/>
                  </a:lnTo>
                  <a:lnTo>
                    <a:pt x="1859045" y="1921155"/>
                  </a:lnTo>
                  <a:lnTo>
                    <a:pt x="1819871" y="1972797"/>
                  </a:lnTo>
                  <a:lnTo>
                    <a:pt x="1780730" y="2020873"/>
                  </a:lnTo>
                  <a:lnTo>
                    <a:pt x="1741377" y="2065409"/>
                  </a:lnTo>
                  <a:lnTo>
                    <a:pt x="1719082" y="2088886"/>
                  </a:lnTo>
                  <a:lnTo>
                    <a:pt x="1671689" y="2134465"/>
                  </a:lnTo>
                  <a:lnTo>
                    <a:pt x="1622638" y="2175366"/>
                  </a:lnTo>
                  <a:lnTo>
                    <a:pt x="1571130" y="2211842"/>
                  </a:lnTo>
                  <a:lnTo>
                    <a:pt x="1516273" y="2244312"/>
                  </a:lnTo>
                  <a:lnTo>
                    <a:pt x="1457163" y="2273243"/>
                  </a:lnTo>
                  <a:lnTo>
                    <a:pt x="1392963" y="2299082"/>
                  </a:lnTo>
                  <a:lnTo>
                    <a:pt x="1323011" y="2322217"/>
                  </a:lnTo>
                  <a:lnTo>
                    <a:pt x="1246960" y="2342957"/>
                  </a:lnTo>
                  <a:lnTo>
                    <a:pt x="1164961" y="2361522"/>
                  </a:lnTo>
                  <a:lnTo>
                    <a:pt x="1077878" y="2378040"/>
                  </a:lnTo>
                  <a:lnTo>
                    <a:pt x="987493" y="2392559"/>
                  </a:lnTo>
                  <a:lnTo>
                    <a:pt x="896621" y="2405059"/>
                  </a:lnTo>
                  <a:lnTo>
                    <a:pt x="809022" y="2415490"/>
                  </a:lnTo>
                  <a:lnTo>
                    <a:pt x="729023" y="2423821"/>
                  </a:lnTo>
                  <a:lnTo>
                    <a:pt x="660815" y="2430088"/>
                  </a:lnTo>
                  <a:lnTo>
                    <a:pt x="607581" y="2434436"/>
                  </a:lnTo>
                  <a:lnTo>
                    <a:pt x="570705" y="2437129"/>
                  </a:lnTo>
                  <a:lnTo>
                    <a:pt x="549326" y="2438532"/>
                  </a:lnTo>
                  <a:lnTo>
                    <a:pt x="540349" y="2439064"/>
                  </a:lnTo>
                  <a:lnTo>
                    <a:pt x="538736" y="2439151"/>
                  </a:lnTo>
                  <a:lnTo>
                    <a:pt x="0" y="243915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42" name="pl1542"/>
            <p:cNvSpPr/>
            <p:nvPr/>
          </p:nvSpPr>
          <p:spPr>
            <a:xfrm>
              <a:off x="546595" y="2547153"/>
              <a:ext cx="8234974" cy="2439151"/>
            </a:xfrm>
            <a:custGeom>
              <a:avLst/>
              <a:pathLst>
                <a:path w="8234974" h="2439151">
                  <a:moveTo>
                    <a:pt x="0" y="2439151"/>
                  </a:moveTo>
                  <a:lnTo>
                    <a:pt x="538736" y="2439151"/>
                  </a:lnTo>
                  <a:lnTo>
                    <a:pt x="539961" y="2439085"/>
                  </a:lnTo>
                  <a:lnTo>
                    <a:pt x="547961" y="2438616"/>
                  </a:lnTo>
                  <a:lnTo>
                    <a:pt x="567949" y="2437317"/>
                  </a:lnTo>
                  <a:lnTo>
                    <a:pt x="603225" y="2434769"/>
                  </a:lnTo>
                  <a:lnTo>
                    <a:pt x="654877" y="2430597"/>
                  </a:lnTo>
                  <a:lnTo>
                    <a:pt x="721729" y="2424528"/>
                  </a:lnTo>
                  <a:lnTo>
                    <a:pt x="800746" y="2416403"/>
                  </a:lnTo>
                  <a:lnTo>
                    <a:pt x="887793" y="2406177"/>
                  </a:lnTo>
                  <a:lnTo>
                    <a:pt x="978523" y="2393879"/>
                  </a:lnTo>
                  <a:lnTo>
                    <a:pt x="1069098" y="2379557"/>
                  </a:lnTo>
                  <a:lnTo>
                    <a:pt x="1156601" y="2363235"/>
                  </a:lnTo>
                  <a:lnTo>
                    <a:pt x="1239152" y="2344876"/>
                  </a:lnTo>
                  <a:lnTo>
                    <a:pt x="1315804" y="2324359"/>
                  </a:lnTo>
                  <a:lnTo>
                    <a:pt x="1386347" y="2301471"/>
                  </a:lnTo>
                  <a:lnTo>
                    <a:pt x="1451087" y="2275914"/>
                  </a:lnTo>
                  <a:lnTo>
                    <a:pt x="1510663" y="2247307"/>
                  </a:lnTo>
                  <a:lnTo>
                    <a:pt x="1565898" y="2215206"/>
                  </a:lnTo>
                  <a:lnTo>
                    <a:pt x="1617695" y="2179144"/>
                  </a:lnTo>
                  <a:lnTo>
                    <a:pt x="1666950" y="2138693"/>
                  </a:lnTo>
                  <a:lnTo>
                    <a:pt x="1714476" y="2093577"/>
                  </a:lnTo>
                  <a:lnTo>
                    <a:pt x="1719082" y="2088886"/>
                  </a:lnTo>
                  <a:lnTo>
                    <a:pt x="1758690" y="2046297"/>
                  </a:lnTo>
                  <a:lnTo>
                    <a:pt x="1797916" y="2000216"/>
                  </a:lnTo>
                  <a:lnTo>
                    <a:pt x="1837045" y="1950574"/>
                  </a:lnTo>
                  <a:lnTo>
                    <a:pt x="1876294" y="1897378"/>
                  </a:lnTo>
                  <a:lnTo>
                    <a:pt x="1915814" y="1840712"/>
                  </a:lnTo>
                  <a:lnTo>
                    <a:pt x="1955703" y="1780751"/>
                  </a:lnTo>
                  <a:lnTo>
                    <a:pt x="1996009" y="1717764"/>
                  </a:lnTo>
                  <a:lnTo>
                    <a:pt x="2036733" y="1652106"/>
                  </a:lnTo>
                  <a:lnTo>
                    <a:pt x="2077836" y="1584225"/>
                  </a:lnTo>
                  <a:lnTo>
                    <a:pt x="2119246" y="1514639"/>
                  </a:lnTo>
                  <a:lnTo>
                    <a:pt x="2160866" y="1443930"/>
                  </a:lnTo>
                  <a:lnTo>
                    <a:pt x="2202582" y="1372722"/>
                  </a:lnTo>
                  <a:lnTo>
                    <a:pt x="2244270" y="1301654"/>
                  </a:lnTo>
                  <a:lnTo>
                    <a:pt x="2285812" y="1231364"/>
                  </a:lnTo>
                  <a:lnTo>
                    <a:pt x="2327098" y="1162457"/>
                  </a:lnTo>
                  <a:lnTo>
                    <a:pt x="2368042" y="1095492"/>
                  </a:lnTo>
                  <a:lnTo>
                    <a:pt x="2408585" y="1030956"/>
                  </a:lnTo>
                  <a:lnTo>
                    <a:pt x="2448705" y="969258"/>
                  </a:lnTo>
                  <a:lnTo>
                    <a:pt x="2488424" y="910716"/>
                  </a:lnTo>
                  <a:lnTo>
                    <a:pt x="2527809" y="855556"/>
                  </a:lnTo>
                  <a:lnTo>
                    <a:pt x="2566983" y="803914"/>
                  </a:lnTo>
                  <a:lnTo>
                    <a:pt x="2606124" y="755839"/>
                  </a:lnTo>
                  <a:lnTo>
                    <a:pt x="2645478" y="711302"/>
                  </a:lnTo>
                  <a:lnTo>
                    <a:pt x="2667772" y="687826"/>
                  </a:lnTo>
                  <a:lnTo>
                    <a:pt x="2715166" y="642246"/>
                  </a:lnTo>
                  <a:lnTo>
                    <a:pt x="2764217" y="601345"/>
                  </a:lnTo>
                  <a:lnTo>
                    <a:pt x="2815724" y="564869"/>
                  </a:lnTo>
                  <a:lnTo>
                    <a:pt x="2870581" y="532399"/>
                  </a:lnTo>
                  <a:lnTo>
                    <a:pt x="2929692" y="503468"/>
                  </a:lnTo>
                  <a:lnTo>
                    <a:pt x="2993892" y="477629"/>
                  </a:lnTo>
                  <a:lnTo>
                    <a:pt x="3063844" y="454495"/>
                  </a:lnTo>
                  <a:lnTo>
                    <a:pt x="3139894" y="433755"/>
                  </a:lnTo>
                  <a:lnTo>
                    <a:pt x="3221893" y="415190"/>
                  </a:lnTo>
                  <a:lnTo>
                    <a:pt x="3308976" y="398671"/>
                  </a:lnTo>
                  <a:lnTo>
                    <a:pt x="3399361" y="384152"/>
                  </a:lnTo>
                  <a:lnTo>
                    <a:pt x="3490234" y="371653"/>
                  </a:lnTo>
                  <a:lnTo>
                    <a:pt x="3577832" y="361221"/>
                  </a:lnTo>
                  <a:lnTo>
                    <a:pt x="3657832" y="352890"/>
                  </a:lnTo>
                  <a:lnTo>
                    <a:pt x="3726040" y="346623"/>
                  </a:lnTo>
                  <a:lnTo>
                    <a:pt x="3779274" y="342276"/>
                  </a:lnTo>
                  <a:lnTo>
                    <a:pt x="3816150" y="339583"/>
                  </a:lnTo>
                  <a:lnTo>
                    <a:pt x="3837529" y="338180"/>
                  </a:lnTo>
                  <a:lnTo>
                    <a:pt x="3846505" y="337648"/>
                  </a:lnTo>
                  <a:lnTo>
                    <a:pt x="3848117" y="337561"/>
                  </a:lnTo>
                  <a:lnTo>
                    <a:pt x="3848118" y="337561"/>
                  </a:lnTo>
                  <a:lnTo>
                    <a:pt x="4386855" y="337561"/>
                  </a:lnTo>
                  <a:lnTo>
                    <a:pt x="4388156" y="337549"/>
                  </a:lnTo>
                  <a:lnTo>
                    <a:pt x="4396641" y="337469"/>
                  </a:lnTo>
                  <a:lnTo>
                    <a:pt x="4417794" y="337247"/>
                  </a:lnTo>
                  <a:lnTo>
                    <a:pt x="4455008" y="336812"/>
                  </a:lnTo>
                  <a:lnTo>
                    <a:pt x="4509262" y="336100"/>
                  </a:lnTo>
                  <a:lnTo>
                    <a:pt x="4579098" y="335068"/>
                  </a:lnTo>
                  <a:lnTo>
                    <a:pt x="4661111" y="333689"/>
                  </a:lnTo>
                  <a:lnTo>
                    <a:pt x="4750826" y="331959"/>
                  </a:lnTo>
                  <a:lnTo>
                    <a:pt x="4843665" y="329884"/>
                  </a:lnTo>
                  <a:lnTo>
                    <a:pt x="4935698" y="327471"/>
                  </a:lnTo>
                  <a:lnTo>
                    <a:pt x="5024040" y="324723"/>
                  </a:lnTo>
                  <a:lnTo>
                    <a:pt x="5106922" y="321631"/>
                  </a:lnTo>
                  <a:lnTo>
                    <a:pt x="5183543" y="318170"/>
                  </a:lnTo>
                  <a:lnTo>
                    <a:pt x="5253841" y="314301"/>
                  </a:lnTo>
                  <a:lnTo>
                    <a:pt x="5318261" y="309967"/>
                  </a:lnTo>
                  <a:lnTo>
                    <a:pt x="5377552" y="305101"/>
                  </a:lnTo>
                  <a:lnTo>
                    <a:pt x="5432629" y="299624"/>
                  </a:lnTo>
                  <a:lnTo>
                    <a:pt x="5484456" y="293457"/>
                  </a:lnTo>
                  <a:lnTo>
                    <a:pt x="5533966" y="286535"/>
                  </a:lnTo>
                  <a:lnTo>
                    <a:pt x="5567201" y="281300"/>
                  </a:lnTo>
                  <a:lnTo>
                    <a:pt x="5619283" y="272172"/>
                  </a:lnTo>
                  <a:lnTo>
                    <a:pt x="5670866" y="262064"/>
                  </a:lnTo>
                  <a:lnTo>
                    <a:pt x="5722525" y="250963"/>
                  </a:lnTo>
                  <a:lnTo>
                    <a:pt x="5774639" y="238895"/>
                  </a:lnTo>
                  <a:lnTo>
                    <a:pt x="5827419" y="225927"/>
                  </a:lnTo>
                  <a:lnTo>
                    <a:pt x="5880927" y="212173"/>
                  </a:lnTo>
                  <a:lnTo>
                    <a:pt x="5935100" y="197787"/>
                  </a:lnTo>
                  <a:lnTo>
                    <a:pt x="5989769" y="182961"/>
                  </a:lnTo>
                  <a:lnTo>
                    <a:pt x="6044696" y="167916"/>
                  </a:lnTo>
                  <a:lnTo>
                    <a:pt x="6099608" y="152884"/>
                  </a:lnTo>
                  <a:lnTo>
                    <a:pt x="6154231" y="138098"/>
                  </a:lnTo>
                  <a:lnTo>
                    <a:pt x="6208334" y="123776"/>
                  </a:lnTo>
                  <a:lnTo>
                    <a:pt x="6261760" y="110104"/>
                  </a:lnTo>
                  <a:lnTo>
                    <a:pt x="6314458" y="97235"/>
                  </a:lnTo>
                  <a:lnTo>
                    <a:pt x="6366506" y="85275"/>
                  </a:lnTo>
                  <a:lnTo>
                    <a:pt x="6418133" y="74287"/>
                  </a:lnTo>
                  <a:lnTo>
                    <a:pt x="6469740" y="64292"/>
                  </a:lnTo>
                  <a:lnTo>
                    <a:pt x="6515891" y="56260"/>
                  </a:lnTo>
                  <a:lnTo>
                    <a:pt x="6564283" y="48795"/>
                  </a:lnTo>
                  <a:lnTo>
                    <a:pt x="6614418" y="42112"/>
                  </a:lnTo>
                  <a:lnTo>
                    <a:pt x="6667150" y="36168"/>
                  </a:lnTo>
                  <a:lnTo>
                    <a:pt x="6723431" y="30889"/>
                  </a:lnTo>
                  <a:lnTo>
                    <a:pt x="6784220" y="26196"/>
                  </a:lnTo>
                  <a:lnTo>
                    <a:pt x="6850393" y="22013"/>
                  </a:lnTo>
                  <a:lnTo>
                    <a:pt x="6922624" y="18275"/>
                  </a:lnTo>
                  <a:lnTo>
                    <a:pt x="7001223" y="14932"/>
                  </a:lnTo>
                  <a:lnTo>
                    <a:pt x="7085924" y="11949"/>
                  </a:lnTo>
                  <a:lnTo>
                    <a:pt x="7175651" y="9305"/>
                  </a:lnTo>
                  <a:lnTo>
                    <a:pt x="7268295" y="6996"/>
                  </a:lnTo>
                  <a:lnTo>
                    <a:pt x="7360627" y="5027"/>
                  </a:lnTo>
                  <a:lnTo>
                    <a:pt x="7448457" y="3406"/>
                  </a:lnTo>
                  <a:lnTo>
                    <a:pt x="7527142" y="2136"/>
                  </a:lnTo>
                  <a:lnTo>
                    <a:pt x="7592434" y="1206"/>
                  </a:lnTo>
                  <a:lnTo>
                    <a:pt x="7641451" y="586"/>
                  </a:lnTo>
                  <a:lnTo>
                    <a:pt x="7673463" y="225"/>
                  </a:lnTo>
                  <a:lnTo>
                    <a:pt x="7690219" y="54"/>
                  </a:lnTo>
                  <a:lnTo>
                    <a:pt x="7695802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3" name="pl1543"/>
            <p:cNvSpPr/>
            <p:nvPr/>
          </p:nvSpPr>
          <p:spPr>
            <a:xfrm>
              <a:off x="546595" y="2541708"/>
              <a:ext cx="8234974" cy="2439151"/>
            </a:xfrm>
            <a:custGeom>
              <a:avLst/>
              <a:pathLst>
                <a:path w="8234974" h="2439151">
                  <a:moveTo>
                    <a:pt x="8234974" y="0"/>
                  </a:moveTo>
                  <a:lnTo>
                    <a:pt x="7696237" y="0"/>
                  </a:lnTo>
                  <a:lnTo>
                    <a:pt x="7694937" y="11"/>
                  </a:lnTo>
                  <a:lnTo>
                    <a:pt x="7686451" y="91"/>
                  </a:lnTo>
                  <a:lnTo>
                    <a:pt x="7665299" y="313"/>
                  </a:lnTo>
                  <a:lnTo>
                    <a:pt x="7628084" y="748"/>
                  </a:lnTo>
                  <a:lnTo>
                    <a:pt x="7573830" y="1460"/>
                  </a:lnTo>
                  <a:lnTo>
                    <a:pt x="7503995" y="2492"/>
                  </a:lnTo>
                  <a:lnTo>
                    <a:pt x="7421982" y="3871"/>
                  </a:lnTo>
                  <a:lnTo>
                    <a:pt x="7332266" y="5601"/>
                  </a:lnTo>
                  <a:lnTo>
                    <a:pt x="7239427" y="7676"/>
                  </a:lnTo>
                  <a:lnTo>
                    <a:pt x="7147394" y="10089"/>
                  </a:lnTo>
                  <a:lnTo>
                    <a:pt x="7059052" y="12837"/>
                  </a:lnTo>
                  <a:lnTo>
                    <a:pt x="6976171" y="15929"/>
                  </a:lnTo>
                  <a:lnTo>
                    <a:pt x="6899550" y="19390"/>
                  </a:lnTo>
                  <a:lnTo>
                    <a:pt x="6829251" y="23259"/>
                  </a:lnTo>
                  <a:lnTo>
                    <a:pt x="6764832" y="27593"/>
                  </a:lnTo>
                  <a:lnTo>
                    <a:pt x="6705540" y="32459"/>
                  </a:lnTo>
                  <a:lnTo>
                    <a:pt x="6650464" y="37936"/>
                  </a:lnTo>
                  <a:lnTo>
                    <a:pt x="6598636" y="44103"/>
                  </a:lnTo>
                  <a:lnTo>
                    <a:pt x="6549126" y="51025"/>
                  </a:lnTo>
                  <a:lnTo>
                    <a:pt x="6515891" y="56260"/>
                  </a:lnTo>
                  <a:lnTo>
                    <a:pt x="6463809" y="65388"/>
                  </a:lnTo>
                  <a:lnTo>
                    <a:pt x="6412226" y="75496"/>
                  </a:lnTo>
                  <a:lnTo>
                    <a:pt x="6360568" y="86597"/>
                  </a:lnTo>
                  <a:lnTo>
                    <a:pt x="6308454" y="98666"/>
                  </a:lnTo>
                  <a:lnTo>
                    <a:pt x="6255674" y="111633"/>
                  </a:lnTo>
                  <a:lnTo>
                    <a:pt x="6202165" y="125387"/>
                  </a:lnTo>
                  <a:lnTo>
                    <a:pt x="6147993" y="139773"/>
                  </a:lnTo>
                  <a:lnTo>
                    <a:pt x="6093324" y="154599"/>
                  </a:lnTo>
                  <a:lnTo>
                    <a:pt x="6038396" y="169644"/>
                  </a:lnTo>
                  <a:lnTo>
                    <a:pt x="5983485" y="184676"/>
                  </a:lnTo>
                  <a:lnTo>
                    <a:pt x="5928862" y="199462"/>
                  </a:lnTo>
                  <a:lnTo>
                    <a:pt x="5874759" y="213784"/>
                  </a:lnTo>
                  <a:lnTo>
                    <a:pt x="5821332" y="227456"/>
                  </a:lnTo>
                  <a:lnTo>
                    <a:pt x="5768634" y="240325"/>
                  </a:lnTo>
                  <a:lnTo>
                    <a:pt x="5716586" y="252285"/>
                  </a:lnTo>
                  <a:lnTo>
                    <a:pt x="5664959" y="263273"/>
                  </a:lnTo>
                  <a:lnTo>
                    <a:pt x="5613352" y="273268"/>
                  </a:lnTo>
                  <a:lnTo>
                    <a:pt x="5567201" y="281300"/>
                  </a:lnTo>
                  <a:lnTo>
                    <a:pt x="5518809" y="288765"/>
                  </a:lnTo>
                  <a:lnTo>
                    <a:pt x="5468675" y="295448"/>
                  </a:lnTo>
                  <a:lnTo>
                    <a:pt x="5415942" y="301392"/>
                  </a:lnTo>
                  <a:lnTo>
                    <a:pt x="5359662" y="306671"/>
                  </a:lnTo>
                  <a:lnTo>
                    <a:pt x="5298873" y="311365"/>
                  </a:lnTo>
                  <a:lnTo>
                    <a:pt x="5232699" y="315548"/>
                  </a:lnTo>
                  <a:lnTo>
                    <a:pt x="5160468" y="319285"/>
                  </a:lnTo>
                  <a:lnTo>
                    <a:pt x="5081870" y="322628"/>
                  </a:lnTo>
                  <a:lnTo>
                    <a:pt x="4997168" y="325612"/>
                  </a:lnTo>
                  <a:lnTo>
                    <a:pt x="4907442" y="328255"/>
                  </a:lnTo>
                  <a:lnTo>
                    <a:pt x="4814798" y="330564"/>
                  </a:lnTo>
                  <a:lnTo>
                    <a:pt x="4722465" y="332533"/>
                  </a:lnTo>
                  <a:lnTo>
                    <a:pt x="4634635" y="334154"/>
                  </a:lnTo>
                  <a:lnTo>
                    <a:pt x="4555950" y="335424"/>
                  </a:lnTo>
                  <a:lnTo>
                    <a:pt x="4490658" y="336354"/>
                  </a:lnTo>
                  <a:lnTo>
                    <a:pt x="4441642" y="336974"/>
                  </a:lnTo>
                  <a:lnTo>
                    <a:pt x="4409630" y="337336"/>
                  </a:lnTo>
                  <a:lnTo>
                    <a:pt x="4392873" y="337506"/>
                  </a:lnTo>
                  <a:lnTo>
                    <a:pt x="4387290" y="337557"/>
                  </a:lnTo>
                  <a:lnTo>
                    <a:pt x="4386855" y="337561"/>
                  </a:lnTo>
                  <a:lnTo>
                    <a:pt x="3848118" y="337561"/>
                  </a:lnTo>
                  <a:lnTo>
                    <a:pt x="3846894" y="337626"/>
                  </a:lnTo>
                  <a:lnTo>
                    <a:pt x="3838894" y="338096"/>
                  </a:lnTo>
                  <a:lnTo>
                    <a:pt x="3818906" y="339394"/>
                  </a:lnTo>
                  <a:lnTo>
                    <a:pt x="3783630" y="341943"/>
                  </a:lnTo>
                  <a:lnTo>
                    <a:pt x="3731978" y="346114"/>
                  </a:lnTo>
                  <a:lnTo>
                    <a:pt x="3665125" y="352184"/>
                  </a:lnTo>
                  <a:lnTo>
                    <a:pt x="3586109" y="360309"/>
                  </a:lnTo>
                  <a:lnTo>
                    <a:pt x="3499062" y="370534"/>
                  </a:lnTo>
                  <a:lnTo>
                    <a:pt x="3408331" y="382833"/>
                  </a:lnTo>
                  <a:lnTo>
                    <a:pt x="3317757" y="397155"/>
                  </a:lnTo>
                  <a:lnTo>
                    <a:pt x="3230254" y="413476"/>
                  </a:lnTo>
                  <a:lnTo>
                    <a:pt x="3147703" y="431835"/>
                  </a:lnTo>
                  <a:lnTo>
                    <a:pt x="3071051" y="452353"/>
                  </a:lnTo>
                  <a:lnTo>
                    <a:pt x="3000508" y="475240"/>
                  </a:lnTo>
                  <a:lnTo>
                    <a:pt x="2935768" y="500797"/>
                  </a:lnTo>
                  <a:lnTo>
                    <a:pt x="2876192" y="529405"/>
                  </a:lnTo>
                  <a:lnTo>
                    <a:pt x="2820956" y="561506"/>
                  </a:lnTo>
                  <a:lnTo>
                    <a:pt x="2769159" y="597567"/>
                  </a:lnTo>
                  <a:lnTo>
                    <a:pt x="2719905" y="638018"/>
                  </a:lnTo>
                  <a:lnTo>
                    <a:pt x="2672379" y="683135"/>
                  </a:lnTo>
                  <a:lnTo>
                    <a:pt x="2667772" y="687826"/>
                  </a:lnTo>
                  <a:lnTo>
                    <a:pt x="2628164" y="730415"/>
                  </a:lnTo>
                  <a:lnTo>
                    <a:pt x="2588939" y="776496"/>
                  </a:lnTo>
                  <a:lnTo>
                    <a:pt x="2549809" y="826137"/>
                  </a:lnTo>
                  <a:lnTo>
                    <a:pt x="2510561" y="879334"/>
                  </a:lnTo>
                  <a:lnTo>
                    <a:pt x="2471041" y="936000"/>
                  </a:lnTo>
                  <a:lnTo>
                    <a:pt x="2431151" y="995960"/>
                  </a:lnTo>
                  <a:lnTo>
                    <a:pt x="2390845" y="1058948"/>
                  </a:lnTo>
                  <a:lnTo>
                    <a:pt x="2350122" y="1124605"/>
                  </a:lnTo>
                  <a:lnTo>
                    <a:pt x="2309019" y="1192487"/>
                  </a:lnTo>
                  <a:lnTo>
                    <a:pt x="2267608" y="1262073"/>
                  </a:lnTo>
                  <a:lnTo>
                    <a:pt x="2225988" y="1332781"/>
                  </a:lnTo>
                  <a:lnTo>
                    <a:pt x="2184273" y="1403990"/>
                  </a:lnTo>
                  <a:lnTo>
                    <a:pt x="2142584" y="1475057"/>
                  </a:lnTo>
                  <a:lnTo>
                    <a:pt x="2101043" y="1545348"/>
                  </a:lnTo>
                  <a:lnTo>
                    <a:pt x="2059757" y="1614254"/>
                  </a:lnTo>
                  <a:lnTo>
                    <a:pt x="2018813" y="1681220"/>
                  </a:lnTo>
                  <a:lnTo>
                    <a:pt x="1978270" y="1745755"/>
                  </a:lnTo>
                  <a:lnTo>
                    <a:pt x="1938150" y="1807453"/>
                  </a:lnTo>
                  <a:lnTo>
                    <a:pt x="1898431" y="1865995"/>
                  </a:lnTo>
                  <a:lnTo>
                    <a:pt x="1859045" y="1921155"/>
                  </a:lnTo>
                  <a:lnTo>
                    <a:pt x="1819871" y="1972797"/>
                  </a:lnTo>
                  <a:lnTo>
                    <a:pt x="1780730" y="2020873"/>
                  </a:lnTo>
                  <a:lnTo>
                    <a:pt x="1741377" y="2065409"/>
                  </a:lnTo>
                  <a:lnTo>
                    <a:pt x="1719082" y="2088886"/>
                  </a:lnTo>
                  <a:lnTo>
                    <a:pt x="1671689" y="2134465"/>
                  </a:lnTo>
                  <a:lnTo>
                    <a:pt x="1622638" y="2175366"/>
                  </a:lnTo>
                  <a:lnTo>
                    <a:pt x="1571130" y="2211842"/>
                  </a:lnTo>
                  <a:lnTo>
                    <a:pt x="1516273" y="2244312"/>
                  </a:lnTo>
                  <a:lnTo>
                    <a:pt x="1457163" y="2273243"/>
                  </a:lnTo>
                  <a:lnTo>
                    <a:pt x="1392963" y="2299082"/>
                  </a:lnTo>
                  <a:lnTo>
                    <a:pt x="1323011" y="2322217"/>
                  </a:lnTo>
                  <a:lnTo>
                    <a:pt x="1246960" y="2342957"/>
                  </a:lnTo>
                  <a:lnTo>
                    <a:pt x="1164961" y="2361522"/>
                  </a:lnTo>
                  <a:lnTo>
                    <a:pt x="1077878" y="2378040"/>
                  </a:lnTo>
                  <a:lnTo>
                    <a:pt x="987493" y="2392559"/>
                  </a:lnTo>
                  <a:lnTo>
                    <a:pt x="896621" y="2405059"/>
                  </a:lnTo>
                  <a:lnTo>
                    <a:pt x="809022" y="2415490"/>
                  </a:lnTo>
                  <a:lnTo>
                    <a:pt x="729023" y="2423821"/>
                  </a:lnTo>
                  <a:lnTo>
                    <a:pt x="660815" y="2430088"/>
                  </a:lnTo>
                  <a:lnTo>
                    <a:pt x="607581" y="2434436"/>
                  </a:lnTo>
                  <a:lnTo>
                    <a:pt x="570705" y="2437129"/>
                  </a:lnTo>
                  <a:lnTo>
                    <a:pt x="549326" y="2438532"/>
                  </a:lnTo>
                  <a:lnTo>
                    <a:pt x="540349" y="2439064"/>
                  </a:lnTo>
                  <a:lnTo>
                    <a:pt x="538737" y="2439151"/>
                  </a:lnTo>
                  <a:lnTo>
                    <a:pt x="538736" y="2439151"/>
                  </a:lnTo>
                  <a:lnTo>
                    <a:pt x="0" y="2439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4" name="pg1544"/>
            <p:cNvSpPr/>
            <p:nvPr/>
          </p:nvSpPr>
          <p:spPr>
            <a:xfrm>
              <a:off x="546595" y="3374722"/>
              <a:ext cx="8234974" cy="1638804"/>
            </a:xfrm>
            <a:custGeom>
              <a:avLst/>
              <a:pathLst>
                <a:path w="8234974" h="1638804">
                  <a:moveTo>
                    <a:pt x="0" y="1638804"/>
                  </a:moveTo>
                  <a:lnTo>
                    <a:pt x="538736" y="1638804"/>
                  </a:lnTo>
                  <a:lnTo>
                    <a:pt x="540007" y="1638762"/>
                  </a:lnTo>
                  <a:lnTo>
                    <a:pt x="548303" y="1638457"/>
                  </a:lnTo>
                  <a:lnTo>
                    <a:pt x="569002" y="1637615"/>
                  </a:lnTo>
                  <a:lnTo>
                    <a:pt x="605462" y="1635962"/>
                  </a:lnTo>
                  <a:lnTo>
                    <a:pt x="658706" y="1633259"/>
                  </a:lnTo>
                  <a:lnTo>
                    <a:pt x="727389" y="1629332"/>
                  </a:lnTo>
                  <a:lnTo>
                    <a:pt x="808248" y="1624085"/>
                  </a:lnTo>
                  <a:lnTo>
                    <a:pt x="896943" y="1617493"/>
                  </a:lnTo>
                  <a:lnTo>
                    <a:pt x="988982" y="1609577"/>
                  </a:lnTo>
                  <a:lnTo>
                    <a:pt x="1080467" y="1600368"/>
                  </a:lnTo>
                  <a:lnTo>
                    <a:pt x="1168500" y="1589878"/>
                  </a:lnTo>
                  <a:lnTo>
                    <a:pt x="1251266" y="1578075"/>
                  </a:lnTo>
                  <a:lnTo>
                    <a:pt x="1327908" y="1564873"/>
                  </a:lnTo>
                  <a:lnTo>
                    <a:pt x="1398305" y="1550126"/>
                  </a:lnTo>
                  <a:lnTo>
                    <a:pt x="1462849" y="1533629"/>
                  </a:lnTo>
                  <a:lnTo>
                    <a:pt x="1522247" y="1515126"/>
                  </a:lnTo>
                  <a:lnTo>
                    <a:pt x="1577378" y="1494326"/>
                  </a:lnTo>
                  <a:lnTo>
                    <a:pt x="1629185" y="1470927"/>
                  </a:lnTo>
                  <a:lnTo>
                    <a:pt x="1678586" y="1444664"/>
                  </a:lnTo>
                  <a:lnTo>
                    <a:pt x="1719082" y="1420115"/>
                  </a:lnTo>
                  <a:lnTo>
                    <a:pt x="1764397" y="1389487"/>
                  </a:lnTo>
                  <a:lnTo>
                    <a:pt x="1809269" y="1355990"/>
                  </a:lnTo>
                  <a:lnTo>
                    <a:pt x="1854103" y="1319575"/>
                  </a:lnTo>
                  <a:lnTo>
                    <a:pt x="1899188" y="1280273"/>
                  </a:lnTo>
                  <a:lnTo>
                    <a:pt x="1944710" y="1238207"/>
                  </a:lnTo>
                  <a:lnTo>
                    <a:pt x="1990766" y="1193596"/>
                  </a:lnTo>
                  <a:lnTo>
                    <a:pt x="2037371" y="1146760"/>
                  </a:lnTo>
                  <a:lnTo>
                    <a:pt x="2084471" y="1098111"/>
                  </a:lnTo>
                  <a:lnTo>
                    <a:pt x="2131955" y="1048141"/>
                  </a:lnTo>
                  <a:lnTo>
                    <a:pt x="2179669" y="997407"/>
                  </a:lnTo>
                  <a:lnTo>
                    <a:pt x="2227436" y="946499"/>
                  </a:lnTo>
                  <a:lnTo>
                    <a:pt x="2275074" y="896017"/>
                  </a:lnTo>
                  <a:lnTo>
                    <a:pt x="2322411" y="846543"/>
                  </a:lnTo>
                  <a:lnTo>
                    <a:pt x="2369312" y="798607"/>
                  </a:lnTo>
                  <a:lnTo>
                    <a:pt x="2415687" y="752670"/>
                  </a:lnTo>
                  <a:lnTo>
                    <a:pt x="2461510" y="709105"/>
                  </a:lnTo>
                  <a:lnTo>
                    <a:pt x="2506830" y="668190"/>
                  </a:lnTo>
                  <a:lnTo>
                    <a:pt x="2551780" y="630102"/>
                  </a:lnTo>
                  <a:lnTo>
                    <a:pt x="2596588" y="594925"/>
                  </a:lnTo>
                  <a:lnTo>
                    <a:pt x="2641591" y="562655"/>
                  </a:lnTo>
                  <a:lnTo>
                    <a:pt x="2667772" y="545360"/>
                  </a:lnTo>
                  <a:lnTo>
                    <a:pt x="2715779" y="516559"/>
                  </a:lnTo>
                  <a:lnTo>
                    <a:pt x="2765495" y="490752"/>
                  </a:lnTo>
                  <a:lnTo>
                    <a:pt x="2817754" y="467773"/>
                  </a:lnTo>
                  <a:lnTo>
                    <a:pt x="2873483" y="447348"/>
                  </a:lnTo>
                  <a:lnTo>
                    <a:pt x="2933622" y="429174"/>
                  </a:lnTo>
                  <a:lnTo>
                    <a:pt x="2999030" y="412963"/>
                  </a:lnTo>
                  <a:lnTo>
                    <a:pt x="3070377" y="398466"/>
                  </a:lnTo>
                  <a:lnTo>
                    <a:pt x="3147989" y="385489"/>
                  </a:lnTo>
                  <a:lnTo>
                    <a:pt x="3231646" y="373893"/>
                  </a:lnTo>
                  <a:lnTo>
                    <a:pt x="3320358" y="363602"/>
                  </a:lnTo>
                  <a:lnTo>
                    <a:pt x="3412146" y="354591"/>
                  </a:lnTo>
                  <a:lnTo>
                    <a:pt x="3503944" y="346877"/>
                  </a:lnTo>
                  <a:lnTo>
                    <a:pt x="3591727" y="340492"/>
                  </a:lnTo>
                  <a:lnTo>
                    <a:pt x="3670973" y="335452"/>
                  </a:lnTo>
                  <a:lnTo>
                    <a:pt x="3737443" y="331722"/>
                  </a:lnTo>
                  <a:lnTo>
                    <a:pt x="3788125" y="329195"/>
                  </a:lnTo>
                  <a:lnTo>
                    <a:pt x="3822022" y="327685"/>
                  </a:lnTo>
                  <a:lnTo>
                    <a:pt x="3840530" y="326944"/>
                  </a:lnTo>
                  <a:lnTo>
                    <a:pt x="3847343" y="326697"/>
                  </a:lnTo>
                  <a:lnTo>
                    <a:pt x="3848118" y="326672"/>
                  </a:lnTo>
                  <a:lnTo>
                    <a:pt x="4386855" y="326672"/>
                  </a:lnTo>
                  <a:lnTo>
                    <a:pt x="4388156" y="326661"/>
                  </a:lnTo>
                  <a:lnTo>
                    <a:pt x="4396643" y="326584"/>
                  </a:lnTo>
                  <a:lnTo>
                    <a:pt x="4417798" y="326373"/>
                  </a:lnTo>
                  <a:lnTo>
                    <a:pt x="4455018" y="325959"/>
                  </a:lnTo>
                  <a:lnTo>
                    <a:pt x="4509279" y="325282"/>
                  </a:lnTo>
                  <a:lnTo>
                    <a:pt x="4579122" y="324299"/>
                  </a:lnTo>
                  <a:lnTo>
                    <a:pt x="4661143" y="322987"/>
                  </a:lnTo>
                  <a:lnTo>
                    <a:pt x="4750865" y="321341"/>
                  </a:lnTo>
                  <a:lnTo>
                    <a:pt x="4843710" y="319365"/>
                  </a:lnTo>
                  <a:lnTo>
                    <a:pt x="4935747" y="317069"/>
                  </a:lnTo>
                  <a:lnTo>
                    <a:pt x="5024091" y="314454"/>
                  </a:lnTo>
                  <a:lnTo>
                    <a:pt x="5106973" y="311511"/>
                  </a:lnTo>
                  <a:lnTo>
                    <a:pt x="5183594" y="308217"/>
                  </a:lnTo>
                  <a:lnTo>
                    <a:pt x="5253892" y="304534"/>
                  </a:lnTo>
                  <a:lnTo>
                    <a:pt x="5318310" y="300410"/>
                  </a:lnTo>
                  <a:lnTo>
                    <a:pt x="5377601" y="295778"/>
                  </a:lnTo>
                  <a:lnTo>
                    <a:pt x="5432677" y="290566"/>
                  </a:lnTo>
                  <a:lnTo>
                    <a:pt x="5484505" y="284696"/>
                  </a:lnTo>
                  <a:lnTo>
                    <a:pt x="5534016" y="278108"/>
                  </a:lnTo>
                  <a:lnTo>
                    <a:pt x="5567201" y="273134"/>
                  </a:lnTo>
                  <a:lnTo>
                    <a:pt x="5619349" y="264436"/>
                  </a:lnTo>
                  <a:lnTo>
                    <a:pt x="5670996" y="254802"/>
                  </a:lnTo>
                  <a:lnTo>
                    <a:pt x="5722721" y="244222"/>
                  </a:lnTo>
                  <a:lnTo>
                    <a:pt x="5774903" y="232719"/>
                  </a:lnTo>
                  <a:lnTo>
                    <a:pt x="5827754" y="220359"/>
                  </a:lnTo>
                  <a:lnTo>
                    <a:pt x="5881335" y="207249"/>
                  </a:lnTo>
                  <a:lnTo>
                    <a:pt x="5935581" y="193538"/>
                  </a:lnTo>
                  <a:lnTo>
                    <a:pt x="5990322" y="179409"/>
                  </a:lnTo>
                  <a:lnTo>
                    <a:pt x="6045320" y="165073"/>
                  </a:lnTo>
                  <a:lnTo>
                    <a:pt x="6100299" y="150752"/>
                  </a:lnTo>
                  <a:lnTo>
                    <a:pt x="6154986" y="136668"/>
                  </a:lnTo>
                  <a:lnTo>
                    <a:pt x="6209148" y="123029"/>
                  </a:lnTo>
                  <a:lnTo>
                    <a:pt x="6262630" y="110014"/>
                  </a:lnTo>
                  <a:lnTo>
                    <a:pt x="6315383" y="97766"/>
                  </a:lnTo>
                  <a:lnTo>
                    <a:pt x="6367486" y="86387"/>
                  </a:lnTo>
                  <a:lnTo>
                    <a:pt x="6419174" y="75936"/>
                  </a:lnTo>
                  <a:lnTo>
                    <a:pt x="6470851" y="66432"/>
                  </a:lnTo>
                  <a:lnTo>
                    <a:pt x="6515891" y="58982"/>
                  </a:lnTo>
                  <a:lnTo>
                    <a:pt x="6564286" y="51878"/>
                  </a:lnTo>
                  <a:lnTo>
                    <a:pt x="6614423" y="45518"/>
                  </a:lnTo>
                  <a:lnTo>
                    <a:pt x="6667159" y="39861"/>
                  </a:lnTo>
                  <a:lnTo>
                    <a:pt x="6723443" y="34838"/>
                  </a:lnTo>
                  <a:lnTo>
                    <a:pt x="6784237" y="30371"/>
                  </a:lnTo>
                  <a:lnTo>
                    <a:pt x="6850415" y="26391"/>
                  </a:lnTo>
                  <a:lnTo>
                    <a:pt x="6922652" y="22834"/>
                  </a:lnTo>
                  <a:lnTo>
                    <a:pt x="7001258" y="19653"/>
                  </a:lnTo>
                  <a:lnTo>
                    <a:pt x="7085966" y="16814"/>
                  </a:lnTo>
                  <a:lnTo>
                    <a:pt x="7175700" y="14298"/>
                  </a:lnTo>
                  <a:lnTo>
                    <a:pt x="7268350" y="12101"/>
                  </a:lnTo>
                  <a:lnTo>
                    <a:pt x="7360686" y="10227"/>
                  </a:lnTo>
                  <a:lnTo>
                    <a:pt x="7448516" y="8685"/>
                  </a:lnTo>
                  <a:lnTo>
                    <a:pt x="7527197" y="7476"/>
                  </a:lnTo>
                  <a:lnTo>
                    <a:pt x="7592480" y="6592"/>
                  </a:lnTo>
                  <a:lnTo>
                    <a:pt x="7641485" y="6002"/>
                  </a:lnTo>
                  <a:lnTo>
                    <a:pt x="7673485" y="5658"/>
                  </a:lnTo>
                  <a:lnTo>
                    <a:pt x="7690229" y="5496"/>
                  </a:lnTo>
                  <a:lnTo>
                    <a:pt x="7695804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6" y="10"/>
                  </a:lnTo>
                  <a:lnTo>
                    <a:pt x="7686450" y="87"/>
                  </a:lnTo>
                  <a:lnTo>
                    <a:pt x="7665294" y="298"/>
                  </a:lnTo>
                  <a:lnTo>
                    <a:pt x="7628074" y="712"/>
                  </a:lnTo>
                  <a:lnTo>
                    <a:pt x="7573814" y="1389"/>
                  </a:lnTo>
                  <a:lnTo>
                    <a:pt x="7503970" y="2372"/>
                  </a:lnTo>
                  <a:lnTo>
                    <a:pt x="7421949" y="3684"/>
                  </a:lnTo>
                  <a:lnTo>
                    <a:pt x="7332227" y="5331"/>
                  </a:lnTo>
                  <a:lnTo>
                    <a:pt x="7239382" y="7306"/>
                  </a:lnTo>
                  <a:lnTo>
                    <a:pt x="7147346" y="9602"/>
                  </a:lnTo>
                  <a:lnTo>
                    <a:pt x="7059002" y="12217"/>
                  </a:lnTo>
                  <a:lnTo>
                    <a:pt x="6976119" y="15160"/>
                  </a:lnTo>
                  <a:lnTo>
                    <a:pt x="6899499" y="18454"/>
                  </a:lnTo>
                  <a:lnTo>
                    <a:pt x="6829201" y="22137"/>
                  </a:lnTo>
                  <a:lnTo>
                    <a:pt x="6764782" y="26261"/>
                  </a:lnTo>
                  <a:lnTo>
                    <a:pt x="6705491" y="30893"/>
                  </a:lnTo>
                  <a:lnTo>
                    <a:pt x="6650415" y="36106"/>
                  </a:lnTo>
                  <a:lnTo>
                    <a:pt x="6598587" y="41975"/>
                  </a:lnTo>
                  <a:lnTo>
                    <a:pt x="6549077" y="48563"/>
                  </a:lnTo>
                  <a:lnTo>
                    <a:pt x="6515891" y="53537"/>
                  </a:lnTo>
                  <a:lnTo>
                    <a:pt x="6463744" y="62235"/>
                  </a:lnTo>
                  <a:lnTo>
                    <a:pt x="6412096" y="71869"/>
                  </a:lnTo>
                  <a:lnTo>
                    <a:pt x="6360372" y="82449"/>
                  </a:lnTo>
                  <a:lnTo>
                    <a:pt x="6308189" y="93952"/>
                  </a:lnTo>
                  <a:lnTo>
                    <a:pt x="6255338" y="106312"/>
                  </a:lnTo>
                  <a:lnTo>
                    <a:pt x="6201757" y="119422"/>
                  </a:lnTo>
                  <a:lnTo>
                    <a:pt x="6147512" y="133133"/>
                  </a:lnTo>
                  <a:lnTo>
                    <a:pt x="6092770" y="147262"/>
                  </a:lnTo>
                  <a:lnTo>
                    <a:pt x="6037772" y="161598"/>
                  </a:lnTo>
                  <a:lnTo>
                    <a:pt x="5982793" y="175919"/>
                  </a:lnTo>
                  <a:lnTo>
                    <a:pt x="5928107" y="190003"/>
                  </a:lnTo>
                  <a:lnTo>
                    <a:pt x="5873944" y="203642"/>
                  </a:lnTo>
                  <a:lnTo>
                    <a:pt x="5820462" y="216657"/>
                  </a:lnTo>
                  <a:lnTo>
                    <a:pt x="5767710" y="228905"/>
                  </a:lnTo>
                  <a:lnTo>
                    <a:pt x="5715606" y="240284"/>
                  </a:lnTo>
                  <a:lnTo>
                    <a:pt x="5663919" y="250735"/>
                  </a:lnTo>
                  <a:lnTo>
                    <a:pt x="5612242" y="260239"/>
                  </a:lnTo>
                  <a:lnTo>
                    <a:pt x="5567201" y="267689"/>
                  </a:lnTo>
                  <a:lnTo>
                    <a:pt x="5518807" y="274793"/>
                  </a:lnTo>
                  <a:lnTo>
                    <a:pt x="5468669" y="281153"/>
                  </a:lnTo>
                  <a:lnTo>
                    <a:pt x="5415934" y="286810"/>
                  </a:lnTo>
                  <a:lnTo>
                    <a:pt x="5359649" y="291833"/>
                  </a:lnTo>
                  <a:lnTo>
                    <a:pt x="5298856" y="296300"/>
                  </a:lnTo>
                  <a:lnTo>
                    <a:pt x="5232677" y="300280"/>
                  </a:lnTo>
                  <a:lnTo>
                    <a:pt x="5160440" y="303837"/>
                  </a:lnTo>
                  <a:lnTo>
                    <a:pt x="5081835" y="307018"/>
                  </a:lnTo>
                  <a:lnTo>
                    <a:pt x="4997126" y="309857"/>
                  </a:lnTo>
                  <a:lnTo>
                    <a:pt x="4907393" y="312373"/>
                  </a:lnTo>
                  <a:lnTo>
                    <a:pt x="4814743" y="314570"/>
                  </a:lnTo>
                  <a:lnTo>
                    <a:pt x="4722407" y="316444"/>
                  </a:lnTo>
                  <a:lnTo>
                    <a:pt x="4634577" y="317986"/>
                  </a:lnTo>
                  <a:lnTo>
                    <a:pt x="4555896" y="319195"/>
                  </a:lnTo>
                  <a:lnTo>
                    <a:pt x="4490612" y="320079"/>
                  </a:lnTo>
                  <a:lnTo>
                    <a:pt x="4441607" y="320669"/>
                  </a:lnTo>
                  <a:lnTo>
                    <a:pt x="4409608" y="321013"/>
                  </a:lnTo>
                  <a:lnTo>
                    <a:pt x="4392863" y="321175"/>
                  </a:lnTo>
                  <a:lnTo>
                    <a:pt x="4387289" y="321224"/>
                  </a:lnTo>
                  <a:lnTo>
                    <a:pt x="4386855" y="321227"/>
                  </a:lnTo>
                  <a:lnTo>
                    <a:pt x="3848118" y="321227"/>
                  </a:lnTo>
                  <a:lnTo>
                    <a:pt x="3846847" y="321270"/>
                  </a:lnTo>
                  <a:lnTo>
                    <a:pt x="3838551" y="321574"/>
                  </a:lnTo>
                  <a:lnTo>
                    <a:pt x="3817853" y="322417"/>
                  </a:lnTo>
                  <a:lnTo>
                    <a:pt x="3781392" y="324069"/>
                  </a:lnTo>
                  <a:lnTo>
                    <a:pt x="3728148" y="326772"/>
                  </a:lnTo>
                  <a:lnTo>
                    <a:pt x="3659466" y="330699"/>
                  </a:lnTo>
                  <a:lnTo>
                    <a:pt x="3578606" y="335946"/>
                  </a:lnTo>
                  <a:lnTo>
                    <a:pt x="3489911" y="342538"/>
                  </a:lnTo>
                  <a:lnTo>
                    <a:pt x="3397873" y="350455"/>
                  </a:lnTo>
                  <a:lnTo>
                    <a:pt x="3306387" y="359664"/>
                  </a:lnTo>
                  <a:lnTo>
                    <a:pt x="3218354" y="370154"/>
                  </a:lnTo>
                  <a:lnTo>
                    <a:pt x="3135588" y="381956"/>
                  </a:lnTo>
                  <a:lnTo>
                    <a:pt x="3058947" y="395158"/>
                  </a:lnTo>
                  <a:lnTo>
                    <a:pt x="2988549" y="409905"/>
                  </a:lnTo>
                  <a:lnTo>
                    <a:pt x="2924005" y="426402"/>
                  </a:lnTo>
                  <a:lnTo>
                    <a:pt x="2864608" y="444905"/>
                  </a:lnTo>
                  <a:lnTo>
                    <a:pt x="2809476" y="465705"/>
                  </a:lnTo>
                  <a:lnTo>
                    <a:pt x="2757670" y="489105"/>
                  </a:lnTo>
                  <a:lnTo>
                    <a:pt x="2708268" y="515367"/>
                  </a:lnTo>
                  <a:lnTo>
                    <a:pt x="2667772" y="539916"/>
                  </a:lnTo>
                  <a:lnTo>
                    <a:pt x="2622457" y="570544"/>
                  </a:lnTo>
                  <a:lnTo>
                    <a:pt x="2577585" y="604041"/>
                  </a:lnTo>
                  <a:lnTo>
                    <a:pt x="2532751" y="640456"/>
                  </a:lnTo>
                  <a:lnTo>
                    <a:pt x="2487667" y="679758"/>
                  </a:lnTo>
                  <a:lnTo>
                    <a:pt x="2442144" y="721825"/>
                  </a:lnTo>
                  <a:lnTo>
                    <a:pt x="2396089" y="766435"/>
                  </a:lnTo>
                  <a:lnTo>
                    <a:pt x="2349484" y="813271"/>
                  </a:lnTo>
                  <a:lnTo>
                    <a:pt x="2302384" y="861920"/>
                  </a:lnTo>
                  <a:lnTo>
                    <a:pt x="2254900" y="911890"/>
                  </a:lnTo>
                  <a:lnTo>
                    <a:pt x="2207186" y="962625"/>
                  </a:lnTo>
                  <a:lnTo>
                    <a:pt x="2159418" y="1013533"/>
                  </a:lnTo>
                  <a:lnTo>
                    <a:pt x="2111781" y="1064014"/>
                  </a:lnTo>
                  <a:lnTo>
                    <a:pt x="2064443" y="1113488"/>
                  </a:lnTo>
                  <a:lnTo>
                    <a:pt x="2017543" y="1161424"/>
                  </a:lnTo>
                  <a:lnTo>
                    <a:pt x="1971168" y="1207362"/>
                  </a:lnTo>
                  <a:lnTo>
                    <a:pt x="1925344" y="1250926"/>
                  </a:lnTo>
                  <a:lnTo>
                    <a:pt x="1880025" y="1291842"/>
                  </a:lnTo>
                  <a:lnTo>
                    <a:pt x="1835075" y="1329929"/>
                  </a:lnTo>
                  <a:lnTo>
                    <a:pt x="1790266" y="1365106"/>
                  </a:lnTo>
                  <a:lnTo>
                    <a:pt x="1745263" y="1397376"/>
                  </a:lnTo>
                  <a:lnTo>
                    <a:pt x="1719082" y="1414671"/>
                  </a:lnTo>
                  <a:lnTo>
                    <a:pt x="1671076" y="1443472"/>
                  </a:lnTo>
                  <a:lnTo>
                    <a:pt x="1621359" y="1469279"/>
                  </a:lnTo>
                  <a:lnTo>
                    <a:pt x="1569101" y="1492258"/>
                  </a:lnTo>
                  <a:lnTo>
                    <a:pt x="1513371" y="1512683"/>
                  </a:lnTo>
                  <a:lnTo>
                    <a:pt x="1453233" y="1530857"/>
                  </a:lnTo>
                  <a:lnTo>
                    <a:pt x="1387825" y="1547069"/>
                  </a:lnTo>
                  <a:lnTo>
                    <a:pt x="1316478" y="1561565"/>
                  </a:lnTo>
                  <a:lnTo>
                    <a:pt x="1238866" y="1574543"/>
                  </a:lnTo>
                  <a:lnTo>
                    <a:pt x="1155208" y="1586138"/>
                  </a:lnTo>
                  <a:lnTo>
                    <a:pt x="1066497" y="1596430"/>
                  </a:lnTo>
                  <a:lnTo>
                    <a:pt x="974709" y="1605441"/>
                  </a:lnTo>
                  <a:lnTo>
                    <a:pt x="882911" y="1613155"/>
                  </a:lnTo>
                  <a:lnTo>
                    <a:pt x="795127" y="1619539"/>
                  </a:lnTo>
                  <a:lnTo>
                    <a:pt x="715881" y="1624579"/>
                  </a:lnTo>
                  <a:lnTo>
                    <a:pt x="649411" y="1628309"/>
                  </a:lnTo>
                  <a:lnTo>
                    <a:pt x="598730" y="1630836"/>
                  </a:lnTo>
                  <a:lnTo>
                    <a:pt x="564833" y="1632347"/>
                  </a:lnTo>
                  <a:lnTo>
                    <a:pt x="546325" y="1633088"/>
                  </a:lnTo>
                  <a:lnTo>
                    <a:pt x="539512" y="1633334"/>
                  </a:lnTo>
                  <a:lnTo>
                    <a:pt x="538736" y="1633360"/>
                  </a:lnTo>
                  <a:lnTo>
                    <a:pt x="0" y="163336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45" name="pl1545"/>
            <p:cNvSpPr/>
            <p:nvPr/>
          </p:nvSpPr>
          <p:spPr>
            <a:xfrm>
              <a:off x="546595" y="3380167"/>
              <a:ext cx="8234974" cy="1633360"/>
            </a:xfrm>
            <a:custGeom>
              <a:avLst/>
              <a:pathLst>
                <a:path w="8234974" h="1633360">
                  <a:moveTo>
                    <a:pt x="0" y="1633360"/>
                  </a:moveTo>
                  <a:lnTo>
                    <a:pt x="538736" y="1633360"/>
                  </a:lnTo>
                  <a:lnTo>
                    <a:pt x="540007" y="1633317"/>
                  </a:lnTo>
                  <a:lnTo>
                    <a:pt x="548303" y="1633012"/>
                  </a:lnTo>
                  <a:lnTo>
                    <a:pt x="569002" y="1632170"/>
                  </a:lnTo>
                  <a:lnTo>
                    <a:pt x="605462" y="1630517"/>
                  </a:lnTo>
                  <a:lnTo>
                    <a:pt x="658706" y="1627815"/>
                  </a:lnTo>
                  <a:lnTo>
                    <a:pt x="727389" y="1623888"/>
                  </a:lnTo>
                  <a:lnTo>
                    <a:pt x="808248" y="1618641"/>
                  </a:lnTo>
                  <a:lnTo>
                    <a:pt x="896943" y="1612049"/>
                  </a:lnTo>
                  <a:lnTo>
                    <a:pt x="988982" y="1604132"/>
                  </a:lnTo>
                  <a:lnTo>
                    <a:pt x="1080467" y="1594923"/>
                  </a:lnTo>
                  <a:lnTo>
                    <a:pt x="1168500" y="1584433"/>
                  </a:lnTo>
                  <a:lnTo>
                    <a:pt x="1251266" y="1572630"/>
                  </a:lnTo>
                  <a:lnTo>
                    <a:pt x="1327908" y="1559429"/>
                  </a:lnTo>
                  <a:lnTo>
                    <a:pt x="1398305" y="1544681"/>
                  </a:lnTo>
                  <a:lnTo>
                    <a:pt x="1462849" y="1528184"/>
                  </a:lnTo>
                  <a:lnTo>
                    <a:pt x="1522247" y="1509682"/>
                  </a:lnTo>
                  <a:lnTo>
                    <a:pt x="1577378" y="1488882"/>
                  </a:lnTo>
                  <a:lnTo>
                    <a:pt x="1629185" y="1465482"/>
                  </a:lnTo>
                  <a:lnTo>
                    <a:pt x="1678586" y="1439219"/>
                  </a:lnTo>
                  <a:lnTo>
                    <a:pt x="1719082" y="1414671"/>
                  </a:lnTo>
                  <a:lnTo>
                    <a:pt x="1764397" y="1384043"/>
                  </a:lnTo>
                  <a:lnTo>
                    <a:pt x="1809269" y="1350546"/>
                  </a:lnTo>
                  <a:lnTo>
                    <a:pt x="1854103" y="1314130"/>
                  </a:lnTo>
                  <a:lnTo>
                    <a:pt x="1899188" y="1274828"/>
                  </a:lnTo>
                  <a:lnTo>
                    <a:pt x="1944710" y="1232762"/>
                  </a:lnTo>
                  <a:lnTo>
                    <a:pt x="1990766" y="1188152"/>
                  </a:lnTo>
                  <a:lnTo>
                    <a:pt x="2037371" y="1141316"/>
                  </a:lnTo>
                  <a:lnTo>
                    <a:pt x="2084471" y="1092667"/>
                  </a:lnTo>
                  <a:lnTo>
                    <a:pt x="2131955" y="1042697"/>
                  </a:lnTo>
                  <a:lnTo>
                    <a:pt x="2179669" y="991962"/>
                  </a:lnTo>
                  <a:lnTo>
                    <a:pt x="2227436" y="941054"/>
                  </a:lnTo>
                  <a:lnTo>
                    <a:pt x="2275074" y="890573"/>
                  </a:lnTo>
                  <a:lnTo>
                    <a:pt x="2322411" y="841099"/>
                  </a:lnTo>
                  <a:lnTo>
                    <a:pt x="2369312" y="793162"/>
                  </a:lnTo>
                  <a:lnTo>
                    <a:pt x="2415687" y="747225"/>
                  </a:lnTo>
                  <a:lnTo>
                    <a:pt x="2461510" y="703660"/>
                  </a:lnTo>
                  <a:lnTo>
                    <a:pt x="2506830" y="662745"/>
                  </a:lnTo>
                  <a:lnTo>
                    <a:pt x="2551780" y="624658"/>
                  </a:lnTo>
                  <a:lnTo>
                    <a:pt x="2596588" y="589481"/>
                  </a:lnTo>
                  <a:lnTo>
                    <a:pt x="2641591" y="557211"/>
                  </a:lnTo>
                  <a:lnTo>
                    <a:pt x="2667772" y="539916"/>
                  </a:lnTo>
                  <a:lnTo>
                    <a:pt x="2715779" y="511115"/>
                  </a:lnTo>
                  <a:lnTo>
                    <a:pt x="2765495" y="485308"/>
                  </a:lnTo>
                  <a:lnTo>
                    <a:pt x="2817754" y="462329"/>
                  </a:lnTo>
                  <a:lnTo>
                    <a:pt x="2873483" y="441904"/>
                  </a:lnTo>
                  <a:lnTo>
                    <a:pt x="2933622" y="423729"/>
                  </a:lnTo>
                  <a:lnTo>
                    <a:pt x="2999030" y="407518"/>
                  </a:lnTo>
                  <a:lnTo>
                    <a:pt x="3070377" y="393022"/>
                  </a:lnTo>
                  <a:lnTo>
                    <a:pt x="3147989" y="380044"/>
                  </a:lnTo>
                  <a:lnTo>
                    <a:pt x="3231646" y="368448"/>
                  </a:lnTo>
                  <a:lnTo>
                    <a:pt x="3320358" y="358157"/>
                  </a:lnTo>
                  <a:lnTo>
                    <a:pt x="3412146" y="349146"/>
                  </a:lnTo>
                  <a:lnTo>
                    <a:pt x="3503944" y="341432"/>
                  </a:lnTo>
                  <a:lnTo>
                    <a:pt x="3591727" y="335047"/>
                  </a:lnTo>
                  <a:lnTo>
                    <a:pt x="3670973" y="330007"/>
                  </a:lnTo>
                  <a:lnTo>
                    <a:pt x="3737443" y="326278"/>
                  </a:lnTo>
                  <a:lnTo>
                    <a:pt x="3788125" y="323751"/>
                  </a:lnTo>
                  <a:lnTo>
                    <a:pt x="3822022" y="322240"/>
                  </a:lnTo>
                  <a:lnTo>
                    <a:pt x="3840530" y="321499"/>
                  </a:lnTo>
                  <a:lnTo>
                    <a:pt x="3847343" y="321253"/>
                  </a:lnTo>
                  <a:lnTo>
                    <a:pt x="3848118" y="321227"/>
                  </a:lnTo>
                  <a:lnTo>
                    <a:pt x="4386855" y="321227"/>
                  </a:lnTo>
                  <a:lnTo>
                    <a:pt x="4388156" y="321216"/>
                  </a:lnTo>
                  <a:lnTo>
                    <a:pt x="4396643" y="321140"/>
                  </a:lnTo>
                  <a:lnTo>
                    <a:pt x="4417798" y="320929"/>
                  </a:lnTo>
                  <a:lnTo>
                    <a:pt x="4455018" y="320514"/>
                  </a:lnTo>
                  <a:lnTo>
                    <a:pt x="4509279" y="319837"/>
                  </a:lnTo>
                  <a:lnTo>
                    <a:pt x="4579122" y="318854"/>
                  </a:lnTo>
                  <a:lnTo>
                    <a:pt x="4661143" y="317542"/>
                  </a:lnTo>
                  <a:lnTo>
                    <a:pt x="4750865" y="315896"/>
                  </a:lnTo>
                  <a:lnTo>
                    <a:pt x="4843710" y="313921"/>
                  </a:lnTo>
                  <a:lnTo>
                    <a:pt x="4935747" y="311624"/>
                  </a:lnTo>
                  <a:lnTo>
                    <a:pt x="5024091" y="309009"/>
                  </a:lnTo>
                  <a:lnTo>
                    <a:pt x="5106973" y="306066"/>
                  </a:lnTo>
                  <a:lnTo>
                    <a:pt x="5183594" y="302773"/>
                  </a:lnTo>
                  <a:lnTo>
                    <a:pt x="5253892" y="299090"/>
                  </a:lnTo>
                  <a:lnTo>
                    <a:pt x="5318310" y="294965"/>
                  </a:lnTo>
                  <a:lnTo>
                    <a:pt x="5377601" y="290334"/>
                  </a:lnTo>
                  <a:lnTo>
                    <a:pt x="5432677" y="285121"/>
                  </a:lnTo>
                  <a:lnTo>
                    <a:pt x="5484505" y="279252"/>
                  </a:lnTo>
                  <a:lnTo>
                    <a:pt x="5534016" y="272663"/>
                  </a:lnTo>
                  <a:lnTo>
                    <a:pt x="5567201" y="267689"/>
                  </a:lnTo>
                  <a:lnTo>
                    <a:pt x="5619349" y="258991"/>
                  </a:lnTo>
                  <a:lnTo>
                    <a:pt x="5670996" y="249358"/>
                  </a:lnTo>
                  <a:lnTo>
                    <a:pt x="5722721" y="238778"/>
                  </a:lnTo>
                  <a:lnTo>
                    <a:pt x="5774903" y="227275"/>
                  </a:lnTo>
                  <a:lnTo>
                    <a:pt x="5827754" y="214915"/>
                  </a:lnTo>
                  <a:lnTo>
                    <a:pt x="5881335" y="201805"/>
                  </a:lnTo>
                  <a:lnTo>
                    <a:pt x="5935581" y="188093"/>
                  </a:lnTo>
                  <a:lnTo>
                    <a:pt x="5990322" y="173965"/>
                  </a:lnTo>
                  <a:lnTo>
                    <a:pt x="6045320" y="159628"/>
                  </a:lnTo>
                  <a:lnTo>
                    <a:pt x="6100299" y="145307"/>
                  </a:lnTo>
                  <a:lnTo>
                    <a:pt x="6154986" y="131224"/>
                  </a:lnTo>
                  <a:lnTo>
                    <a:pt x="6209148" y="117584"/>
                  </a:lnTo>
                  <a:lnTo>
                    <a:pt x="6262630" y="104569"/>
                  </a:lnTo>
                  <a:lnTo>
                    <a:pt x="6315383" y="92321"/>
                  </a:lnTo>
                  <a:lnTo>
                    <a:pt x="6367486" y="80942"/>
                  </a:lnTo>
                  <a:lnTo>
                    <a:pt x="6419174" y="70491"/>
                  </a:lnTo>
                  <a:lnTo>
                    <a:pt x="6470851" y="60988"/>
                  </a:lnTo>
                  <a:lnTo>
                    <a:pt x="6515891" y="53537"/>
                  </a:lnTo>
                  <a:lnTo>
                    <a:pt x="6564286" y="46433"/>
                  </a:lnTo>
                  <a:lnTo>
                    <a:pt x="6614423" y="40074"/>
                  </a:lnTo>
                  <a:lnTo>
                    <a:pt x="6667159" y="34417"/>
                  </a:lnTo>
                  <a:lnTo>
                    <a:pt x="6723443" y="29393"/>
                  </a:lnTo>
                  <a:lnTo>
                    <a:pt x="6784237" y="24927"/>
                  </a:lnTo>
                  <a:lnTo>
                    <a:pt x="6850415" y="20946"/>
                  </a:lnTo>
                  <a:lnTo>
                    <a:pt x="6922652" y="17389"/>
                  </a:lnTo>
                  <a:lnTo>
                    <a:pt x="7001258" y="14208"/>
                  </a:lnTo>
                  <a:lnTo>
                    <a:pt x="7085966" y="11369"/>
                  </a:lnTo>
                  <a:lnTo>
                    <a:pt x="7175700" y="8853"/>
                  </a:lnTo>
                  <a:lnTo>
                    <a:pt x="7268350" y="6656"/>
                  </a:lnTo>
                  <a:lnTo>
                    <a:pt x="7360686" y="4783"/>
                  </a:lnTo>
                  <a:lnTo>
                    <a:pt x="7448516" y="3240"/>
                  </a:lnTo>
                  <a:lnTo>
                    <a:pt x="7527197" y="2032"/>
                  </a:lnTo>
                  <a:lnTo>
                    <a:pt x="7592480" y="1147"/>
                  </a:lnTo>
                  <a:lnTo>
                    <a:pt x="7641485" y="558"/>
                  </a:lnTo>
                  <a:lnTo>
                    <a:pt x="7673485" y="213"/>
                  </a:lnTo>
                  <a:lnTo>
                    <a:pt x="7690229" y="52"/>
                  </a:lnTo>
                  <a:lnTo>
                    <a:pt x="7695804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6" name="pl1546"/>
            <p:cNvSpPr/>
            <p:nvPr/>
          </p:nvSpPr>
          <p:spPr>
            <a:xfrm>
              <a:off x="546595" y="3374722"/>
              <a:ext cx="8234974" cy="1633360"/>
            </a:xfrm>
            <a:custGeom>
              <a:avLst/>
              <a:pathLst>
                <a:path w="8234974" h="1633360">
                  <a:moveTo>
                    <a:pt x="8234974" y="0"/>
                  </a:moveTo>
                  <a:lnTo>
                    <a:pt x="7696237" y="0"/>
                  </a:lnTo>
                  <a:lnTo>
                    <a:pt x="7694936" y="10"/>
                  </a:lnTo>
                  <a:lnTo>
                    <a:pt x="7686450" y="87"/>
                  </a:lnTo>
                  <a:lnTo>
                    <a:pt x="7665294" y="298"/>
                  </a:lnTo>
                  <a:lnTo>
                    <a:pt x="7628074" y="712"/>
                  </a:lnTo>
                  <a:lnTo>
                    <a:pt x="7573814" y="1389"/>
                  </a:lnTo>
                  <a:lnTo>
                    <a:pt x="7503970" y="2372"/>
                  </a:lnTo>
                  <a:lnTo>
                    <a:pt x="7421949" y="3684"/>
                  </a:lnTo>
                  <a:lnTo>
                    <a:pt x="7332227" y="5331"/>
                  </a:lnTo>
                  <a:lnTo>
                    <a:pt x="7239382" y="7306"/>
                  </a:lnTo>
                  <a:lnTo>
                    <a:pt x="7147346" y="9602"/>
                  </a:lnTo>
                  <a:lnTo>
                    <a:pt x="7059002" y="12217"/>
                  </a:lnTo>
                  <a:lnTo>
                    <a:pt x="6976119" y="15160"/>
                  </a:lnTo>
                  <a:lnTo>
                    <a:pt x="6899499" y="18454"/>
                  </a:lnTo>
                  <a:lnTo>
                    <a:pt x="6829201" y="22137"/>
                  </a:lnTo>
                  <a:lnTo>
                    <a:pt x="6764782" y="26261"/>
                  </a:lnTo>
                  <a:lnTo>
                    <a:pt x="6705491" y="30893"/>
                  </a:lnTo>
                  <a:lnTo>
                    <a:pt x="6650415" y="36106"/>
                  </a:lnTo>
                  <a:lnTo>
                    <a:pt x="6598587" y="41975"/>
                  </a:lnTo>
                  <a:lnTo>
                    <a:pt x="6549077" y="48563"/>
                  </a:lnTo>
                  <a:lnTo>
                    <a:pt x="6515891" y="53537"/>
                  </a:lnTo>
                  <a:lnTo>
                    <a:pt x="6463744" y="62235"/>
                  </a:lnTo>
                  <a:lnTo>
                    <a:pt x="6412096" y="71869"/>
                  </a:lnTo>
                  <a:lnTo>
                    <a:pt x="6360372" y="82449"/>
                  </a:lnTo>
                  <a:lnTo>
                    <a:pt x="6308189" y="93952"/>
                  </a:lnTo>
                  <a:lnTo>
                    <a:pt x="6255338" y="106312"/>
                  </a:lnTo>
                  <a:lnTo>
                    <a:pt x="6201757" y="119422"/>
                  </a:lnTo>
                  <a:lnTo>
                    <a:pt x="6147512" y="133133"/>
                  </a:lnTo>
                  <a:lnTo>
                    <a:pt x="6092770" y="147262"/>
                  </a:lnTo>
                  <a:lnTo>
                    <a:pt x="6037772" y="161598"/>
                  </a:lnTo>
                  <a:lnTo>
                    <a:pt x="5982793" y="175919"/>
                  </a:lnTo>
                  <a:lnTo>
                    <a:pt x="5928107" y="190003"/>
                  </a:lnTo>
                  <a:lnTo>
                    <a:pt x="5873944" y="203642"/>
                  </a:lnTo>
                  <a:lnTo>
                    <a:pt x="5820462" y="216657"/>
                  </a:lnTo>
                  <a:lnTo>
                    <a:pt x="5767710" y="228905"/>
                  </a:lnTo>
                  <a:lnTo>
                    <a:pt x="5715606" y="240284"/>
                  </a:lnTo>
                  <a:lnTo>
                    <a:pt x="5663919" y="250735"/>
                  </a:lnTo>
                  <a:lnTo>
                    <a:pt x="5612242" y="260239"/>
                  </a:lnTo>
                  <a:lnTo>
                    <a:pt x="5567201" y="267689"/>
                  </a:lnTo>
                  <a:lnTo>
                    <a:pt x="5518807" y="274793"/>
                  </a:lnTo>
                  <a:lnTo>
                    <a:pt x="5468669" y="281153"/>
                  </a:lnTo>
                  <a:lnTo>
                    <a:pt x="5415934" y="286810"/>
                  </a:lnTo>
                  <a:lnTo>
                    <a:pt x="5359649" y="291833"/>
                  </a:lnTo>
                  <a:lnTo>
                    <a:pt x="5298856" y="296300"/>
                  </a:lnTo>
                  <a:lnTo>
                    <a:pt x="5232677" y="300280"/>
                  </a:lnTo>
                  <a:lnTo>
                    <a:pt x="5160440" y="303837"/>
                  </a:lnTo>
                  <a:lnTo>
                    <a:pt x="5081835" y="307018"/>
                  </a:lnTo>
                  <a:lnTo>
                    <a:pt x="4997126" y="309857"/>
                  </a:lnTo>
                  <a:lnTo>
                    <a:pt x="4907393" y="312373"/>
                  </a:lnTo>
                  <a:lnTo>
                    <a:pt x="4814743" y="314570"/>
                  </a:lnTo>
                  <a:lnTo>
                    <a:pt x="4722407" y="316444"/>
                  </a:lnTo>
                  <a:lnTo>
                    <a:pt x="4634577" y="317986"/>
                  </a:lnTo>
                  <a:lnTo>
                    <a:pt x="4555896" y="319195"/>
                  </a:lnTo>
                  <a:lnTo>
                    <a:pt x="4490612" y="320079"/>
                  </a:lnTo>
                  <a:lnTo>
                    <a:pt x="4441607" y="320669"/>
                  </a:lnTo>
                  <a:lnTo>
                    <a:pt x="4409608" y="321013"/>
                  </a:lnTo>
                  <a:lnTo>
                    <a:pt x="4392863" y="321175"/>
                  </a:lnTo>
                  <a:lnTo>
                    <a:pt x="4387289" y="321224"/>
                  </a:lnTo>
                  <a:lnTo>
                    <a:pt x="4386855" y="321227"/>
                  </a:lnTo>
                  <a:lnTo>
                    <a:pt x="3848118" y="321227"/>
                  </a:lnTo>
                  <a:lnTo>
                    <a:pt x="3846847" y="321270"/>
                  </a:lnTo>
                  <a:lnTo>
                    <a:pt x="3838551" y="321574"/>
                  </a:lnTo>
                  <a:lnTo>
                    <a:pt x="3817853" y="322417"/>
                  </a:lnTo>
                  <a:lnTo>
                    <a:pt x="3781392" y="324069"/>
                  </a:lnTo>
                  <a:lnTo>
                    <a:pt x="3728148" y="326772"/>
                  </a:lnTo>
                  <a:lnTo>
                    <a:pt x="3659466" y="330699"/>
                  </a:lnTo>
                  <a:lnTo>
                    <a:pt x="3578606" y="335946"/>
                  </a:lnTo>
                  <a:lnTo>
                    <a:pt x="3489911" y="342538"/>
                  </a:lnTo>
                  <a:lnTo>
                    <a:pt x="3397873" y="350455"/>
                  </a:lnTo>
                  <a:lnTo>
                    <a:pt x="3306387" y="359664"/>
                  </a:lnTo>
                  <a:lnTo>
                    <a:pt x="3218354" y="370154"/>
                  </a:lnTo>
                  <a:lnTo>
                    <a:pt x="3135588" y="381956"/>
                  </a:lnTo>
                  <a:lnTo>
                    <a:pt x="3058947" y="395158"/>
                  </a:lnTo>
                  <a:lnTo>
                    <a:pt x="2988549" y="409905"/>
                  </a:lnTo>
                  <a:lnTo>
                    <a:pt x="2924005" y="426402"/>
                  </a:lnTo>
                  <a:lnTo>
                    <a:pt x="2864608" y="444905"/>
                  </a:lnTo>
                  <a:lnTo>
                    <a:pt x="2809476" y="465705"/>
                  </a:lnTo>
                  <a:lnTo>
                    <a:pt x="2757670" y="489105"/>
                  </a:lnTo>
                  <a:lnTo>
                    <a:pt x="2708268" y="515367"/>
                  </a:lnTo>
                  <a:lnTo>
                    <a:pt x="2667772" y="539916"/>
                  </a:lnTo>
                  <a:lnTo>
                    <a:pt x="2622457" y="570544"/>
                  </a:lnTo>
                  <a:lnTo>
                    <a:pt x="2577585" y="604041"/>
                  </a:lnTo>
                  <a:lnTo>
                    <a:pt x="2532751" y="640456"/>
                  </a:lnTo>
                  <a:lnTo>
                    <a:pt x="2487667" y="679758"/>
                  </a:lnTo>
                  <a:lnTo>
                    <a:pt x="2442144" y="721825"/>
                  </a:lnTo>
                  <a:lnTo>
                    <a:pt x="2396089" y="766435"/>
                  </a:lnTo>
                  <a:lnTo>
                    <a:pt x="2349484" y="813271"/>
                  </a:lnTo>
                  <a:lnTo>
                    <a:pt x="2302384" y="861920"/>
                  </a:lnTo>
                  <a:lnTo>
                    <a:pt x="2254900" y="911890"/>
                  </a:lnTo>
                  <a:lnTo>
                    <a:pt x="2207186" y="962625"/>
                  </a:lnTo>
                  <a:lnTo>
                    <a:pt x="2159418" y="1013533"/>
                  </a:lnTo>
                  <a:lnTo>
                    <a:pt x="2111781" y="1064014"/>
                  </a:lnTo>
                  <a:lnTo>
                    <a:pt x="2064443" y="1113488"/>
                  </a:lnTo>
                  <a:lnTo>
                    <a:pt x="2017543" y="1161424"/>
                  </a:lnTo>
                  <a:lnTo>
                    <a:pt x="1971168" y="1207362"/>
                  </a:lnTo>
                  <a:lnTo>
                    <a:pt x="1925344" y="1250926"/>
                  </a:lnTo>
                  <a:lnTo>
                    <a:pt x="1880025" y="1291842"/>
                  </a:lnTo>
                  <a:lnTo>
                    <a:pt x="1835075" y="1329929"/>
                  </a:lnTo>
                  <a:lnTo>
                    <a:pt x="1790266" y="1365106"/>
                  </a:lnTo>
                  <a:lnTo>
                    <a:pt x="1745263" y="1397376"/>
                  </a:lnTo>
                  <a:lnTo>
                    <a:pt x="1719082" y="1414671"/>
                  </a:lnTo>
                  <a:lnTo>
                    <a:pt x="1671076" y="1443472"/>
                  </a:lnTo>
                  <a:lnTo>
                    <a:pt x="1621359" y="1469279"/>
                  </a:lnTo>
                  <a:lnTo>
                    <a:pt x="1569101" y="1492258"/>
                  </a:lnTo>
                  <a:lnTo>
                    <a:pt x="1513371" y="1512683"/>
                  </a:lnTo>
                  <a:lnTo>
                    <a:pt x="1453233" y="1530857"/>
                  </a:lnTo>
                  <a:lnTo>
                    <a:pt x="1387825" y="1547069"/>
                  </a:lnTo>
                  <a:lnTo>
                    <a:pt x="1316478" y="1561565"/>
                  </a:lnTo>
                  <a:lnTo>
                    <a:pt x="1238866" y="1574543"/>
                  </a:lnTo>
                  <a:lnTo>
                    <a:pt x="1155208" y="1586138"/>
                  </a:lnTo>
                  <a:lnTo>
                    <a:pt x="1066497" y="1596430"/>
                  </a:lnTo>
                  <a:lnTo>
                    <a:pt x="974709" y="1605441"/>
                  </a:lnTo>
                  <a:lnTo>
                    <a:pt x="882911" y="1613155"/>
                  </a:lnTo>
                  <a:lnTo>
                    <a:pt x="795127" y="1619539"/>
                  </a:lnTo>
                  <a:lnTo>
                    <a:pt x="715881" y="1624579"/>
                  </a:lnTo>
                  <a:lnTo>
                    <a:pt x="649411" y="1628309"/>
                  </a:lnTo>
                  <a:lnTo>
                    <a:pt x="598730" y="1630836"/>
                  </a:lnTo>
                  <a:lnTo>
                    <a:pt x="564833" y="1632347"/>
                  </a:lnTo>
                  <a:lnTo>
                    <a:pt x="546325" y="1633088"/>
                  </a:lnTo>
                  <a:lnTo>
                    <a:pt x="539512" y="1633334"/>
                  </a:lnTo>
                  <a:lnTo>
                    <a:pt x="538736" y="1633360"/>
                  </a:lnTo>
                  <a:lnTo>
                    <a:pt x="0" y="1633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7" name="pg1547"/>
            <p:cNvSpPr/>
            <p:nvPr/>
          </p:nvSpPr>
          <p:spPr>
            <a:xfrm>
              <a:off x="546595" y="723234"/>
              <a:ext cx="8234974" cy="4186846"/>
            </a:xfrm>
            <a:custGeom>
              <a:avLst/>
              <a:pathLst>
                <a:path w="8234974" h="4186846">
                  <a:moveTo>
                    <a:pt x="0" y="4186846"/>
                  </a:moveTo>
                  <a:lnTo>
                    <a:pt x="538736" y="4186846"/>
                  </a:lnTo>
                  <a:lnTo>
                    <a:pt x="539683" y="4186756"/>
                  </a:lnTo>
                  <a:lnTo>
                    <a:pt x="545906" y="4186113"/>
                  </a:lnTo>
                  <a:lnTo>
                    <a:pt x="561587" y="4184337"/>
                  </a:lnTo>
                  <a:lnTo>
                    <a:pt x="589600" y="4180839"/>
                  </a:lnTo>
                  <a:lnTo>
                    <a:pt x="631299" y="4175083"/>
                  </a:lnTo>
                  <a:lnTo>
                    <a:pt x="686417" y="4166630"/>
                  </a:lnTo>
                  <a:lnTo>
                    <a:pt x="753206" y="4155190"/>
                  </a:lnTo>
                  <a:lnTo>
                    <a:pt x="828847" y="4140622"/>
                  </a:lnTo>
                  <a:lnTo>
                    <a:pt x="910010" y="4122910"/>
                  </a:lnTo>
                  <a:lnTo>
                    <a:pt x="993404" y="4102109"/>
                  </a:lnTo>
                  <a:lnTo>
                    <a:pt x="1076199" y="4078287"/>
                  </a:lnTo>
                  <a:lnTo>
                    <a:pt x="1156245" y="4051468"/>
                  </a:lnTo>
                  <a:lnTo>
                    <a:pt x="1232128" y="4021598"/>
                  </a:lnTo>
                  <a:lnTo>
                    <a:pt x="1303091" y="3988515"/>
                  </a:lnTo>
                  <a:lnTo>
                    <a:pt x="1368914" y="3951948"/>
                  </a:lnTo>
                  <a:lnTo>
                    <a:pt x="1429762" y="3911507"/>
                  </a:lnTo>
                  <a:lnTo>
                    <a:pt x="1486067" y="3866701"/>
                  </a:lnTo>
                  <a:lnTo>
                    <a:pt x="1538422" y="3816950"/>
                  </a:lnTo>
                  <a:lnTo>
                    <a:pt x="1587502" y="3761617"/>
                  </a:lnTo>
                  <a:lnTo>
                    <a:pt x="1634008" y="3700068"/>
                  </a:lnTo>
                  <a:lnTo>
                    <a:pt x="1678615" y="3631767"/>
                  </a:lnTo>
                  <a:lnTo>
                    <a:pt x="1719082" y="3561632"/>
                  </a:lnTo>
                  <a:lnTo>
                    <a:pt x="1750627" y="3501670"/>
                  </a:lnTo>
                  <a:lnTo>
                    <a:pt x="1781888" y="3437787"/>
                  </a:lnTo>
                  <a:lnTo>
                    <a:pt x="1813021" y="3369904"/>
                  </a:lnTo>
                  <a:lnTo>
                    <a:pt x="1844152" y="3297991"/>
                  </a:lnTo>
                  <a:lnTo>
                    <a:pt x="1875380" y="3222070"/>
                  </a:lnTo>
                  <a:lnTo>
                    <a:pt x="1906779" y="3142225"/>
                  </a:lnTo>
                  <a:lnTo>
                    <a:pt x="1938402" y="3058604"/>
                  </a:lnTo>
                  <a:lnTo>
                    <a:pt x="1970280" y="2971417"/>
                  </a:lnTo>
                  <a:lnTo>
                    <a:pt x="2002426" y="2880944"/>
                  </a:lnTo>
                  <a:lnTo>
                    <a:pt x="2034834" y="2787526"/>
                  </a:lnTo>
                  <a:lnTo>
                    <a:pt x="2067484" y="2691569"/>
                  </a:lnTo>
                  <a:lnTo>
                    <a:pt x="2100343" y="2593531"/>
                  </a:lnTo>
                  <a:lnTo>
                    <a:pt x="2133365" y="2493917"/>
                  </a:lnTo>
                  <a:lnTo>
                    <a:pt x="2166496" y="2393269"/>
                  </a:lnTo>
                  <a:lnTo>
                    <a:pt x="2199677" y="2292152"/>
                  </a:lnTo>
                  <a:lnTo>
                    <a:pt x="2232847" y="2191145"/>
                  </a:lnTo>
                  <a:lnTo>
                    <a:pt x="2265943" y="2090821"/>
                  </a:lnTo>
                  <a:lnTo>
                    <a:pt x="2298909" y="1991739"/>
                  </a:lnTo>
                  <a:lnTo>
                    <a:pt x="2331694" y="1894427"/>
                  </a:lnTo>
                  <a:lnTo>
                    <a:pt x="2364257" y="1799375"/>
                  </a:lnTo>
                  <a:lnTo>
                    <a:pt x="2396568" y="1707023"/>
                  </a:lnTo>
                  <a:lnTo>
                    <a:pt x="2428613" y="1617750"/>
                  </a:lnTo>
                  <a:lnTo>
                    <a:pt x="2460392" y="1531878"/>
                  </a:lnTo>
                  <a:lnTo>
                    <a:pt x="2491926" y="1449657"/>
                  </a:lnTo>
                  <a:lnTo>
                    <a:pt x="2523253" y="1371277"/>
                  </a:lnTo>
                  <a:lnTo>
                    <a:pt x="2554434" y="1296859"/>
                  </a:lnTo>
                  <a:lnTo>
                    <a:pt x="2585553" y="1226463"/>
                  </a:lnTo>
                  <a:lnTo>
                    <a:pt x="2616719" y="1160094"/>
                  </a:lnTo>
                  <a:lnTo>
                    <a:pt x="2648066" y="1097699"/>
                  </a:lnTo>
                  <a:lnTo>
                    <a:pt x="2667772" y="1060776"/>
                  </a:lnTo>
                  <a:lnTo>
                    <a:pt x="2711146" y="985903"/>
                  </a:lnTo>
                  <a:lnTo>
                    <a:pt x="2755860" y="918061"/>
                  </a:lnTo>
                  <a:lnTo>
                    <a:pt x="2802515" y="856943"/>
                  </a:lnTo>
                  <a:lnTo>
                    <a:pt x="2851790" y="802000"/>
                  </a:lnTo>
                  <a:lnTo>
                    <a:pt x="2904386" y="752595"/>
                  </a:lnTo>
                  <a:lnTo>
                    <a:pt x="2960975" y="708095"/>
                  </a:lnTo>
                  <a:lnTo>
                    <a:pt x="3022142" y="667925"/>
                  </a:lnTo>
                  <a:lnTo>
                    <a:pt x="3088303" y="631599"/>
                  </a:lnTo>
                  <a:lnTo>
                    <a:pt x="3159604" y="598736"/>
                  </a:lnTo>
                  <a:lnTo>
                    <a:pt x="3235792" y="569071"/>
                  </a:lnTo>
                  <a:lnTo>
                    <a:pt x="3316072" y="542452"/>
                  </a:lnTo>
                  <a:lnTo>
                    <a:pt x="3398981" y="518828"/>
                  </a:lnTo>
                  <a:lnTo>
                    <a:pt x="3482321" y="498229"/>
                  </a:lnTo>
                  <a:lnTo>
                    <a:pt x="3563223" y="480724"/>
                  </a:lnTo>
                  <a:lnTo>
                    <a:pt x="3638379" y="466365"/>
                  </a:lnTo>
                  <a:lnTo>
                    <a:pt x="3704474" y="455129"/>
                  </a:lnTo>
                  <a:lnTo>
                    <a:pt x="3758742" y="446865"/>
                  </a:lnTo>
                  <a:lnTo>
                    <a:pt x="3799526" y="441273"/>
                  </a:lnTo>
                  <a:lnTo>
                    <a:pt x="3826663" y="437907"/>
                  </a:lnTo>
                  <a:lnTo>
                    <a:pt x="3841613" y="436224"/>
                  </a:lnTo>
                  <a:lnTo>
                    <a:pt x="3847345" y="435636"/>
                  </a:lnTo>
                  <a:lnTo>
                    <a:pt x="3848118" y="435562"/>
                  </a:lnTo>
                  <a:lnTo>
                    <a:pt x="4386855" y="435562"/>
                  </a:lnTo>
                  <a:lnTo>
                    <a:pt x="4388154" y="435548"/>
                  </a:lnTo>
                  <a:lnTo>
                    <a:pt x="4396631" y="435446"/>
                  </a:lnTo>
                  <a:lnTo>
                    <a:pt x="4417763" y="435163"/>
                  </a:lnTo>
                  <a:lnTo>
                    <a:pt x="4454944" y="434609"/>
                  </a:lnTo>
                  <a:lnTo>
                    <a:pt x="4509152" y="433704"/>
                  </a:lnTo>
                  <a:lnTo>
                    <a:pt x="4578935" y="432389"/>
                  </a:lnTo>
                  <a:lnTo>
                    <a:pt x="4660896" y="430634"/>
                  </a:lnTo>
                  <a:lnTo>
                    <a:pt x="4750566" y="428432"/>
                  </a:lnTo>
                  <a:lnTo>
                    <a:pt x="4843370" y="425790"/>
                  </a:lnTo>
                  <a:lnTo>
                    <a:pt x="4935378" y="422718"/>
                  </a:lnTo>
                  <a:lnTo>
                    <a:pt x="5023707" y="419220"/>
                  </a:lnTo>
                  <a:lnTo>
                    <a:pt x="5106584" y="415283"/>
                  </a:lnTo>
                  <a:lnTo>
                    <a:pt x="5183206" y="410877"/>
                  </a:lnTo>
                  <a:lnTo>
                    <a:pt x="5253509" y="405951"/>
                  </a:lnTo>
                  <a:lnTo>
                    <a:pt x="5317934" y="400434"/>
                  </a:lnTo>
                  <a:lnTo>
                    <a:pt x="5377230" y="394239"/>
                  </a:lnTo>
                  <a:lnTo>
                    <a:pt x="5432309" y="387268"/>
                  </a:lnTo>
                  <a:lnTo>
                    <a:pt x="5484135" y="379419"/>
                  </a:lnTo>
                  <a:lnTo>
                    <a:pt x="5533640" y="370608"/>
                  </a:lnTo>
                  <a:lnTo>
                    <a:pt x="5567201" y="363876"/>
                  </a:lnTo>
                  <a:lnTo>
                    <a:pt x="5618863" y="352345"/>
                  </a:lnTo>
                  <a:lnTo>
                    <a:pt x="5670027" y="339585"/>
                  </a:lnTo>
                  <a:lnTo>
                    <a:pt x="5721259" y="325580"/>
                  </a:lnTo>
                  <a:lnTo>
                    <a:pt x="5772933" y="310362"/>
                  </a:lnTo>
                  <a:lnTo>
                    <a:pt x="5825257" y="294012"/>
                  </a:lnTo>
                  <a:lnTo>
                    <a:pt x="5878299" y="276670"/>
                  </a:lnTo>
                  <a:lnTo>
                    <a:pt x="5931999" y="258525"/>
                  </a:lnTo>
                  <a:lnTo>
                    <a:pt x="5986200" y="239814"/>
                  </a:lnTo>
                  <a:lnTo>
                    <a:pt x="6040671" y="220809"/>
                  </a:lnTo>
                  <a:lnTo>
                    <a:pt x="6095147" y="201799"/>
                  </a:lnTo>
                  <a:lnTo>
                    <a:pt x="6149360" y="183075"/>
                  </a:lnTo>
                  <a:lnTo>
                    <a:pt x="6203079" y="164908"/>
                  </a:lnTo>
                  <a:lnTo>
                    <a:pt x="6256144" y="147536"/>
                  </a:lnTo>
                  <a:lnTo>
                    <a:pt x="6308491" y="131152"/>
                  </a:lnTo>
                  <a:lnTo>
                    <a:pt x="6360183" y="115896"/>
                  </a:lnTo>
                  <a:lnTo>
                    <a:pt x="6411424" y="101852"/>
                  </a:lnTo>
                  <a:lnTo>
                    <a:pt x="6462583" y="89052"/>
                  </a:lnTo>
                  <a:lnTo>
                    <a:pt x="6514217" y="77482"/>
                  </a:lnTo>
                  <a:lnTo>
                    <a:pt x="6515891" y="77130"/>
                  </a:lnTo>
                  <a:lnTo>
                    <a:pt x="6564266" y="67622"/>
                  </a:lnTo>
                  <a:lnTo>
                    <a:pt x="6614382" y="59109"/>
                  </a:lnTo>
                  <a:lnTo>
                    <a:pt x="6667092" y="51537"/>
                  </a:lnTo>
                  <a:lnTo>
                    <a:pt x="6723348" y="44812"/>
                  </a:lnTo>
                  <a:lnTo>
                    <a:pt x="6784108" y="38833"/>
                  </a:lnTo>
                  <a:lnTo>
                    <a:pt x="6850247" y="33504"/>
                  </a:lnTo>
                  <a:lnTo>
                    <a:pt x="6922438" y="28742"/>
                  </a:lnTo>
                  <a:lnTo>
                    <a:pt x="7000992" y="24482"/>
                  </a:lnTo>
                  <a:lnTo>
                    <a:pt x="7085646" y="20681"/>
                  </a:lnTo>
                  <a:lnTo>
                    <a:pt x="7175327" y="17312"/>
                  </a:lnTo>
                  <a:lnTo>
                    <a:pt x="7267933" y="14370"/>
                  </a:lnTo>
                  <a:lnTo>
                    <a:pt x="7360243" y="11860"/>
                  </a:lnTo>
                  <a:lnTo>
                    <a:pt x="7448071" y="9793"/>
                  </a:lnTo>
                  <a:lnTo>
                    <a:pt x="7526783" y="8173"/>
                  </a:lnTo>
                  <a:lnTo>
                    <a:pt x="7592129" y="6987"/>
                  </a:lnTo>
                  <a:lnTo>
                    <a:pt x="7641222" y="6195"/>
                  </a:lnTo>
                  <a:lnTo>
                    <a:pt x="7673319" y="5733"/>
                  </a:lnTo>
                  <a:lnTo>
                    <a:pt x="7690154" y="5515"/>
                  </a:lnTo>
                  <a:lnTo>
                    <a:pt x="7695789" y="544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8" y="14"/>
                  </a:lnTo>
                  <a:lnTo>
                    <a:pt x="7686461" y="116"/>
                  </a:lnTo>
                  <a:lnTo>
                    <a:pt x="7665329" y="398"/>
                  </a:lnTo>
                  <a:lnTo>
                    <a:pt x="7628149" y="953"/>
                  </a:lnTo>
                  <a:lnTo>
                    <a:pt x="7573941" y="1858"/>
                  </a:lnTo>
                  <a:lnTo>
                    <a:pt x="7504157" y="3173"/>
                  </a:lnTo>
                  <a:lnTo>
                    <a:pt x="7422196" y="4928"/>
                  </a:lnTo>
                  <a:lnTo>
                    <a:pt x="7332526" y="7130"/>
                  </a:lnTo>
                  <a:lnTo>
                    <a:pt x="7239723" y="9772"/>
                  </a:lnTo>
                  <a:lnTo>
                    <a:pt x="7147714" y="12844"/>
                  </a:lnTo>
                  <a:lnTo>
                    <a:pt x="7059385" y="16342"/>
                  </a:lnTo>
                  <a:lnTo>
                    <a:pt x="6976509" y="20279"/>
                  </a:lnTo>
                  <a:lnTo>
                    <a:pt x="6899887" y="24685"/>
                  </a:lnTo>
                  <a:lnTo>
                    <a:pt x="6829584" y="29611"/>
                  </a:lnTo>
                  <a:lnTo>
                    <a:pt x="6765159" y="35128"/>
                  </a:lnTo>
                  <a:lnTo>
                    <a:pt x="6705862" y="41322"/>
                  </a:lnTo>
                  <a:lnTo>
                    <a:pt x="6650784" y="48294"/>
                  </a:lnTo>
                  <a:lnTo>
                    <a:pt x="6598957" y="56143"/>
                  </a:lnTo>
                  <a:lnTo>
                    <a:pt x="6549452" y="64954"/>
                  </a:lnTo>
                  <a:lnTo>
                    <a:pt x="6515891" y="71686"/>
                  </a:lnTo>
                  <a:lnTo>
                    <a:pt x="6464230" y="83217"/>
                  </a:lnTo>
                  <a:lnTo>
                    <a:pt x="6413065" y="95977"/>
                  </a:lnTo>
                  <a:lnTo>
                    <a:pt x="6361833" y="109982"/>
                  </a:lnTo>
                  <a:lnTo>
                    <a:pt x="6310160" y="125200"/>
                  </a:lnTo>
                  <a:lnTo>
                    <a:pt x="6257835" y="141549"/>
                  </a:lnTo>
                  <a:lnTo>
                    <a:pt x="6204794" y="158892"/>
                  </a:lnTo>
                  <a:lnTo>
                    <a:pt x="6151093" y="177037"/>
                  </a:lnTo>
                  <a:lnTo>
                    <a:pt x="6096893" y="195748"/>
                  </a:lnTo>
                  <a:lnTo>
                    <a:pt x="6042421" y="214753"/>
                  </a:lnTo>
                  <a:lnTo>
                    <a:pt x="5987945" y="233763"/>
                  </a:lnTo>
                  <a:lnTo>
                    <a:pt x="5933732" y="252487"/>
                  </a:lnTo>
                  <a:lnTo>
                    <a:pt x="5880013" y="270654"/>
                  </a:lnTo>
                  <a:lnTo>
                    <a:pt x="5826949" y="288026"/>
                  </a:lnTo>
                  <a:lnTo>
                    <a:pt x="5774602" y="304409"/>
                  </a:lnTo>
                  <a:lnTo>
                    <a:pt x="5722910" y="319666"/>
                  </a:lnTo>
                  <a:lnTo>
                    <a:pt x="5671668" y="333710"/>
                  </a:lnTo>
                  <a:lnTo>
                    <a:pt x="5620509" y="346510"/>
                  </a:lnTo>
                  <a:lnTo>
                    <a:pt x="5568875" y="358080"/>
                  </a:lnTo>
                  <a:lnTo>
                    <a:pt x="5567201" y="358431"/>
                  </a:lnTo>
                  <a:lnTo>
                    <a:pt x="5518827" y="367940"/>
                  </a:lnTo>
                  <a:lnTo>
                    <a:pt x="5468711" y="376452"/>
                  </a:lnTo>
                  <a:lnTo>
                    <a:pt x="5416000" y="384025"/>
                  </a:lnTo>
                  <a:lnTo>
                    <a:pt x="5359744" y="390750"/>
                  </a:lnTo>
                  <a:lnTo>
                    <a:pt x="5298984" y="396729"/>
                  </a:lnTo>
                  <a:lnTo>
                    <a:pt x="5232846" y="402058"/>
                  </a:lnTo>
                  <a:lnTo>
                    <a:pt x="5160655" y="406820"/>
                  </a:lnTo>
                  <a:lnTo>
                    <a:pt x="5082101" y="411079"/>
                  </a:lnTo>
                  <a:lnTo>
                    <a:pt x="4997446" y="414881"/>
                  </a:lnTo>
                  <a:lnTo>
                    <a:pt x="4907765" y="418250"/>
                  </a:lnTo>
                  <a:lnTo>
                    <a:pt x="4815159" y="421192"/>
                  </a:lnTo>
                  <a:lnTo>
                    <a:pt x="4722850" y="423702"/>
                  </a:lnTo>
                  <a:lnTo>
                    <a:pt x="4635021" y="425769"/>
                  </a:lnTo>
                  <a:lnTo>
                    <a:pt x="4556309" y="427389"/>
                  </a:lnTo>
                  <a:lnTo>
                    <a:pt x="4490963" y="428575"/>
                  </a:lnTo>
                  <a:lnTo>
                    <a:pt x="4441870" y="429366"/>
                  </a:lnTo>
                  <a:lnTo>
                    <a:pt x="4409773" y="429829"/>
                  </a:lnTo>
                  <a:lnTo>
                    <a:pt x="4392939" y="430047"/>
                  </a:lnTo>
                  <a:lnTo>
                    <a:pt x="4387303" y="430113"/>
                  </a:lnTo>
                  <a:lnTo>
                    <a:pt x="4386855" y="430118"/>
                  </a:lnTo>
                  <a:lnTo>
                    <a:pt x="3848118" y="430118"/>
                  </a:lnTo>
                  <a:lnTo>
                    <a:pt x="3847172" y="430208"/>
                  </a:lnTo>
                  <a:lnTo>
                    <a:pt x="3840948" y="430851"/>
                  </a:lnTo>
                  <a:lnTo>
                    <a:pt x="3825268" y="432627"/>
                  </a:lnTo>
                  <a:lnTo>
                    <a:pt x="3797255" y="436125"/>
                  </a:lnTo>
                  <a:lnTo>
                    <a:pt x="3755555" y="441881"/>
                  </a:lnTo>
                  <a:lnTo>
                    <a:pt x="3700438" y="450334"/>
                  </a:lnTo>
                  <a:lnTo>
                    <a:pt x="3633649" y="461774"/>
                  </a:lnTo>
                  <a:lnTo>
                    <a:pt x="3558007" y="476342"/>
                  </a:lnTo>
                  <a:lnTo>
                    <a:pt x="3476844" y="494054"/>
                  </a:lnTo>
                  <a:lnTo>
                    <a:pt x="3393450" y="514855"/>
                  </a:lnTo>
                  <a:lnTo>
                    <a:pt x="3310656" y="538677"/>
                  </a:lnTo>
                  <a:lnTo>
                    <a:pt x="3230609" y="565496"/>
                  </a:lnTo>
                  <a:lnTo>
                    <a:pt x="3154727" y="595366"/>
                  </a:lnTo>
                  <a:lnTo>
                    <a:pt x="3083763" y="628449"/>
                  </a:lnTo>
                  <a:lnTo>
                    <a:pt x="3017941" y="665016"/>
                  </a:lnTo>
                  <a:lnTo>
                    <a:pt x="2957093" y="705457"/>
                  </a:lnTo>
                  <a:lnTo>
                    <a:pt x="2900787" y="750263"/>
                  </a:lnTo>
                  <a:lnTo>
                    <a:pt x="2848433" y="800014"/>
                  </a:lnTo>
                  <a:lnTo>
                    <a:pt x="2799353" y="855347"/>
                  </a:lnTo>
                  <a:lnTo>
                    <a:pt x="2752846" y="916896"/>
                  </a:lnTo>
                  <a:lnTo>
                    <a:pt x="2708239" y="985197"/>
                  </a:lnTo>
                  <a:lnTo>
                    <a:pt x="2667772" y="1055332"/>
                  </a:lnTo>
                  <a:lnTo>
                    <a:pt x="2636228" y="1115294"/>
                  </a:lnTo>
                  <a:lnTo>
                    <a:pt x="2604967" y="1179177"/>
                  </a:lnTo>
                  <a:lnTo>
                    <a:pt x="2573833" y="1247060"/>
                  </a:lnTo>
                  <a:lnTo>
                    <a:pt x="2542702" y="1318973"/>
                  </a:lnTo>
                  <a:lnTo>
                    <a:pt x="2511474" y="1394894"/>
                  </a:lnTo>
                  <a:lnTo>
                    <a:pt x="2480075" y="1474739"/>
                  </a:lnTo>
                  <a:lnTo>
                    <a:pt x="2448453" y="1558360"/>
                  </a:lnTo>
                  <a:lnTo>
                    <a:pt x="2416575" y="1645547"/>
                  </a:lnTo>
                  <a:lnTo>
                    <a:pt x="2384429" y="1736020"/>
                  </a:lnTo>
                  <a:lnTo>
                    <a:pt x="2352021" y="1829437"/>
                  </a:lnTo>
                  <a:lnTo>
                    <a:pt x="2319370" y="1925395"/>
                  </a:lnTo>
                  <a:lnTo>
                    <a:pt x="2286511" y="2023433"/>
                  </a:lnTo>
                  <a:lnTo>
                    <a:pt x="2253490" y="2123047"/>
                  </a:lnTo>
                  <a:lnTo>
                    <a:pt x="2220359" y="2223695"/>
                  </a:lnTo>
                  <a:lnTo>
                    <a:pt x="2187178" y="2324812"/>
                  </a:lnTo>
                  <a:lnTo>
                    <a:pt x="2154008" y="2425819"/>
                  </a:lnTo>
                  <a:lnTo>
                    <a:pt x="2120911" y="2526143"/>
                  </a:lnTo>
                  <a:lnTo>
                    <a:pt x="2087945" y="2625225"/>
                  </a:lnTo>
                  <a:lnTo>
                    <a:pt x="2055160" y="2722537"/>
                  </a:lnTo>
                  <a:lnTo>
                    <a:pt x="2022597" y="2817589"/>
                  </a:lnTo>
                  <a:lnTo>
                    <a:pt x="1990286" y="2909941"/>
                  </a:lnTo>
                  <a:lnTo>
                    <a:pt x="1958242" y="2999213"/>
                  </a:lnTo>
                  <a:lnTo>
                    <a:pt x="1926463" y="3085086"/>
                  </a:lnTo>
                  <a:lnTo>
                    <a:pt x="1894929" y="3167307"/>
                  </a:lnTo>
                  <a:lnTo>
                    <a:pt x="1863602" y="3245687"/>
                  </a:lnTo>
                  <a:lnTo>
                    <a:pt x="1832420" y="3320105"/>
                  </a:lnTo>
                  <a:lnTo>
                    <a:pt x="1801301" y="3390501"/>
                  </a:lnTo>
                  <a:lnTo>
                    <a:pt x="1770136" y="3456870"/>
                  </a:lnTo>
                  <a:lnTo>
                    <a:pt x="1738788" y="3519265"/>
                  </a:lnTo>
                  <a:lnTo>
                    <a:pt x="1719082" y="3556188"/>
                  </a:lnTo>
                  <a:lnTo>
                    <a:pt x="1675708" y="3631061"/>
                  </a:lnTo>
                  <a:lnTo>
                    <a:pt x="1630995" y="3698903"/>
                  </a:lnTo>
                  <a:lnTo>
                    <a:pt x="1584340" y="3760021"/>
                  </a:lnTo>
                  <a:lnTo>
                    <a:pt x="1535065" y="3814964"/>
                  </a:lnTo>
                  <a:lnTo>
                    <a:pt x="1482469" y="3864369"/>
                  </a:lnTo>
                  <a:lnTo>
                    <a:pt x="1425880" y="3908869"/>
                  </a:lnTo>
                  <a:lnTo>
                    <a:pt x="1364713" y="3949039"/>
                  </a:lnTo>
                  <a:lnTo>
                    <a:pt x="1298552" y="3985365"/>
                  </a:lnTo>
                  <a:lnTo>
                    <a:pt x="1227251" y="4018228"/>
                  </a:lnTo>
                  <a:lnTo>
                    <a:pt x="1151062" y="4047893"/>
                  </a:lnTo>
                  <a:lnTo>
                    <a:pt x="1070782" y="4074512"/>
                  </a:lnTo>
                  <a:lnTo>
                    <a:pt x="987874" y="4098136"/>
                  </a:lnTo>
                  <a:lnTo>
                    <a:pt x="904533" y="4118735"/>
                  </a:lnTo>
                  <a:lnTo>
                    <a:pt x="823631" y="4136240"/>
                  </a:lnTo>
                  <a:lnTo>
                    <a:pt x="748475" y="4150599"/>
                  </a:lnTo>
                  <a:lnTo>
                    <a:pt x="682381" y="4161835"/>
                  </a:lnTo>
                  <a:lnTo>
                    <a:pt x="628112" y="4170099"/>
                  </a:lnTo>
                  <a:lnTo>
                    <a:pt x="587328" y="4175691"/>
                  </a:lnTo>
                  <a:lnTo>
                    <a:pt x="560191" y="4179056"/>
                  </a:lnTo>
                  <a:lnTo>
                    <a:pt x="545241" y="4180740"/>
                  </a:lnTo>
                  <a:lnTo>
                    <a:pt x="539510" y="4181328"/>
                  </a:lnTo>
                  <a:lnTo>
                    <a:pt x="538736" y="4181402"/>
                  </a:lnTo>
                  <a:lnTo>
                    <a:pt x="0" y="4181402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48" name="pl1548"/>
            <p:cNvSpPr/>
            <p:nvPr/>
          </p:nvSpPr>
          <p:spPr>
            <a:xfrm>
              <a:off x="546595" y="728679"/>
              <a:ext cx="8234974" cy="4181402"/>
            </a:xfrm>
            <a:custGeom>
              <a:avLst/>
              <a:pathLst>
                <a:path w="8234974" h="4181402">
                  <a:moveTo>
                    <a:pt x="0" y="4181402"/>
                  </a:moveTo>
                  <a:lnTo>
                    <a:pt x="538736" y="4181402"/>
                  </a:lnTo>
                  <a:lnTo>
                    <a:pt x="539683" y="4181312"/>
                  </a:lnTo>
                  <a:lnTo>
                    <a:pt x="545906" y="4180669"/>
                  </a:lnTo>
                  <a:lnTo>
                    <a:pt x="561587" y="4178892"/>
                  </a:lnTo>
                  <a:lnTo>
                    <a:pt x="589600" y="4175395"/>
                  </a:lnTo>
                  <a:lnTo>
                    <a:pt x="631299" y="4169638"/>
                  </a:lnTo>
                  <a:lnTo>
                    <a:pt x="686417" y="4161186"/>
                  </a:lnTo>
                  <a:lnTo>
                    <a:pt x="753206" y="4149746"/>
                  </a:lnTo>
                  <a:lnTo>
                    <a:pt x="828847" y="4135178"/>
                  </a:lnTo>
                  <a:lnTo>
                    <a:pt x="910010" y="4117466"/>
                  </a:lnTo>
                  <a:lnTo>
                    <a:pt x="993404" y="4096665"/>
                  </a:lnTo>
                  <a:lnTo>
                    <a:pt x="1076199" y="4072843"/>
                  </a:lnTo>
                  <a:lnTo>
                    <a:pt x="1156245" y="4046024"/>
                  </a:lnTo>
                  <a:lnTo>
                    <a:pt x="1232128" y="4016153"/>
                  </a:lnTo>
                  <a:lnTo>
                    <a:pt x="1303091" y="3983071"/>
                  </a:lnTo>
                  <a:lnTo>
                    <a:pt x="1368914" y="3946503"/>
                  </a:lnTo>
                  <a:lnTo>
                    <a:pt x="1429762" y="3906063"/>
                  </a:lnTo>
                  <a:lnTo>
                    <a:pt x="1486067" y="3861257"/>
                  </a:lnTo>
                  <a:lnTo>
                    <a:pt x="1538422" y="3811505"/>
                  </a:lnTo>
                  <a:lnTo>
                    <a:pt x="1587502" y="3756172"/>
                  </a:lnTo>
                  <a:lnTo>
                    <a:pt x="1634008" y="3694624"/>
                  </a:lnTo>
                  <a:lnTo>
                    <a:pt x="1678615" y="3626322"/>
                  </a:lnTo>
                  <a:lnTo>
                    <a:pt x="1719082" y="3556188"/>
                  </a:lnTo>
                  <a:lnTo>
                    <a:pt x="1750627" y="3496225"/>
                  </a:lnTo>
                  <a:lnTo>
                    <a:pt x="1781888" y="3432343"/>
                  </a:lnTo>
                  <a:lnTo>
                    <a:pt x="1813021" y="3364460"/>
                  </a:lnTo>
                  <a:lnTo>
                    <a:pt x="1844152" y="3292546"/>
                  </a:lnTo>
                  <a:lnTo>
                    <a:pt x="1875380" y="3216625"/>
                  </a:lnTo>
                  <a:lnTo>
                    <a:pt x="1906779" y="3136781"/>
                  </a:lnTo>
                  <a:lnTo>
                    <a:pt x="1938402" y="3053159"/>
                  </a:lnTo>
                  <a:lnTo>
                    <a:pt x="1970280" y="2965973"/>
                  </a:lnTo>
                  <a:lnTo>
                    <a:pt x="2002426" y="2875499"/>
                  </a:lnTo>
                  <a:lnTo>
                    <a:pt x="2034834" y="2782082"/>
                  </a:lnTo>
                  <a:lnTo>
                    <a:pt x="2067484" y="2686125"/>
                  </a:lnTo>
                  <a:lnTo>
                    <a:pt x="2100343" y="2588086"/>
                  </a:lnTo>
                  <a:lnTo>
                    <a:pt x="2133365" y="2488472"/>
                  </a:lnTo>
                  <a:lnTo>
                    <a:pt x="2166496" y="2387824"/>
                  </a:lnTo>
                  <a:lnTo>
                    <a:pt x="2199677" y="2286708"/>
                  </a:lnTo>
                  <a:lnTo>
                    <a:pt x="2232847" y="2185701"/>
                  </a:lnTo>
                  <a:lnTo>
                    <a:pt x="2265943" y="2085376"/>
                  </a:lnTo>
                  <a:lnTo>
                    <a:pt x="2298909" y="1986294"/>
                  </a:lnTo>
                  <a:lnTo>
                    <a:pt x="2331694" y="1888982"/>
                  </a:lnTo>
                  <a:lnTo>
                    <a:pt x="2364257" y="1793931"/>
                  </a:lnTo>
                  <a:lnTo>
                    <a:pt x="2396568" y="1701578"/>
                  </a:lnTo>
                  <a:lnTo>
                    <a:pt x="2428613" y="1612306"/>
                  </a:lnTo>
                  <a:lnTo>
                    <a:pt x="2460392" y="1526433"/>
                  </a:lnTo>
                  <a:lnTo>
                    <a:pt x="2491926" y="1444213"/>
                  </a:lnTo>
                  <a:lnTo>
                    <a:pt x="2523253" y="1365832"/>
                  </a:lnTo>
                  <a:lnTo>
                    <a:pt x="2554434" y="1291414"/>
                  </a:lnTo>
                  <a:lnTo>
                    <a:pt x="2585553" y="1221019"/>
                  </a:lnTo>
                  <a:lnTo>
                    <a:pt x="2616719" y="1154649"/>
                  </a:lnTo>
                  <a:lnTo>
                    <a:pt x="2648066" y="1092255"/>
                  </a:lnTo>
                  <a:lnTo>
                    <a:pt x="2667772" y="1055332"/>
                  </a:lnTo>
                  <a:lnTo>
                    <a:pt x="2711146" y="980459"/>
                  </a:lnTo>
                  <a:lnTo>
                    <a:pt x="2755860" y="912617"/>
                  </a:lnTo>
                  <a:lnTo>
                    <a:pt x="2802515" y="851498"/>
                  </a:lnTo>
                  <a:lnTo>
                    <a:pt x="2851790" y="796555"/>
                  </a:lnTo>
                  <a:lnTo>
                    <a:pt x="2904386" y="747150"/>
                  </a:lnTo>
                  <a:lnTo>
                    <a:pt x="2960975" y="702650"/>
                  </a:lnTo>
                  <a:lnTo>
                    <a:pt x="3022142" y="662481"/>
                  </a:lnTo>
                  <a:lnTo>
                    <a:pt x="3088303" y="626154"/>
                  </a:lnTo>
                  <a:lnTo>
                    <a:pt x="3159604" y="593292"/>
                  </a:lnTo>
                  <a:lnTo>
                    <a:pt x="3235792" y="563627"/>
                  </a:lnTo>
                  <a:lnTo>
                    <a:pt x="3316072" y="537007"/>
                  </a:lnTo>
                  <a:lnTo>
                    <a:pt x="3398981" y="513383"/>
                  </a:lnTo>
                  <a:lnTo>
                    <a:pt x="3482321" y="492785"/>
                  </a:lnTo>
                  <a:lnTo>
                    <a:pt x="3563223" y="475280"/>
                  </a:lnTo>
                  <a:lnTo>
                    <a:pt x="3638379" y="460920"/>
                  </a:lnTo>
                  <a:lnTo>
                    <a:pt x="3704474" y="449684"/>
                  </a:lnTo>
                  <a:lnTo>
                    <a:pt x="3758742" y="441421"/>
                  </a:lnTo>
                  <a:lnTo>
                    <a:pt x="3799526" y="435829"/>
                  </a:lnTo>
                  <a:lnTo>
                    <a:pt x="3826663" y="432463"/>
                  </a:lnTo>
                  <a:lnTo>
                    <a:pt x="3841613" y="430780"/>
                  </a:lnTo>
                  <a:lnTo>
                    <a:pt x="3847345" y="430191"/>
                  </a:lnTo>
                  <a:lnTo>
                    <a:pt x="3848118" y="430118"/>
                  </a:lnTo>
                  <a:lnTo>
                    <a:pt x="4386855" y="430118"/>
                  </a:lnTo>
                  <a:lnTo>
                    <a:pt x="4388154" y="430103"/>
                  </a:lnTo>
                  <a:lnTo>
                    <a:pt x="4396631" y="430001"/>
                  </a:lnTo>
                  <a:lnTo>
                    <a:pt x="4417763" y="429719"/>
                  </a:lnTo>
                  <a:lnTo>
                    <a:pt x="4454944" y="429165"/>
                  </a:lnTo>
                  <a:lnTo>
                    <a:pt x="4509152" y="428259"/>
                  </a:lnTo>
                  <a:lnTo>
                    <a:pt x="4578935" y="426944"/>
                  </a:lnTo>
                  <a:lnTo>
                    <a:pt x="4660896" y="425190"/>
                  </a:lnTo>
                  <a:lnTo>
                    <a:pt x="4750566" y="422987"/>
                  </a:lnTo>
                  <a:lnTo>
                    <a:pt x="4843370" y="420345"/>
                  </a:lnTo>
                  <a:lnTo>
                    <a:pt x="4935378" y="417273"/>
                  </a:lnTo>
                  <a:lnTo>
                    <a:pt x="5023707" y="413775"/>
                  </a:lnTo>
                  <a:lnTo>
                    <a:pt x="5106584" y="409838"/>
                  </a:lnTo>
                  <a:lnTo>
                    <a:pt x="5183206" y="405432"/>
                  </a:lnTo>
                  <a:lnTo>
                    <a:pt x="5253509" y="400506"/>
                  </a:lnTo>
                  <a:lnTo>
                    <a:pt x="5317934" y="394989"/>
                  </a:lnTo>
                  <a:lnTo>
                    <a:pt x="5377230" y="388795"/>
                  </a:lnTo>
                  <a:lnTo>
                    <a:pt x="5432309" y="381823"/>
                  </a:lnTo>
                  <a:lnTo>
                    <a:pt x="5484135" y="373975"/>
                  </a:lnTo>
                  <a:lnTo>
                    <a:pt x="5533640" y="365164"/>
                  </a:lnTo>
                  <a:lnTo>
                    <a:pt x="5567201" y="358431"/>
                  </a:lnTo>
                  <a:lnTo>
                    <a:pt x="5618863" y="346900"/>
                  </a:lnTo>
                  <a:lnTo>
                    <a:pt x="5670027" y="334140"/>
                  </a:lnTo>
                  <a:lnTo>
                    <a:pt x="5721259" y="320136"/>
                  </a:lnTo>
                  <a:lnTo>
                    <a:pt x="5772933" y="304917"/>
                  </a:lnTo>
                  <a:lnTo>
                    <a:pt x="5825257" y="288568"/>
                  </a:lnTo>
                  <a:lnTo>
                    <a:pt x="5878299" y="271225"/>
                  </a:lnTo>
                  <a:lnTo>
                    <a:pt x="5931999" y="253080"/>
                  </a:lnTo>
                  <a:lnTo>
                    <a:pt x="5986200" y="234370"/>
                  </a:lnTo>
                  <a:lnTo>
                    <a:pt x="6040671" y="215364"/>
                  </a:lnTo>
                  <a:lnTo>
                    <a:pt x="6095147" y="196355"/>
                  </a:lnTo>
                  <a:lnTo>
                    <a:pt x="6149360" y="177630"/>
                  </a:lnTo>
                  <a:lnTo>
                    <a:pt x="6203079" y="159463"/>
                  </a:lnTo>
                  <a:lnTo>
                    <a:pt x="6256144" y="142092"/>
                  </a:lnTo>
                  <a:lnTo>
                    <a:pt x="6308491" y="125708"/>
                  </a:lnTo>
                  <a:lnTo>
                    <a:pt x="6360183" y="110452"/>
                  </a:lnTo>
                  <a:lnTo>
                    <a:pt x="6411424" y="96407"/>
                  </a:lnTo>
                  <a:lnTo>
                    <a:pt x="6462583" y="83608"/>
                  </a:lnTo>
                  <a:lnTo>
                    <a:pt x="6514217" y="72037"/>
                  </a:lnTo>
                  <a:lnTo>
                    <a:pt x="6515891" y="71686"/>
                  </a:lnTo>
                  <a:lnTo>
                    <a:pt x="6564266" y="62177"/>
                  </a:lnTo>
                  <a:lnTo>
                    <a:pt x="6614382" y="53665"/>
                  </a:lnTo>
                  <a:lnTo>
                    <a:pt x="6667092" y="46092"/>
                  </a:lnTo>
                  <a:lnTo>
                    <a:pt x="6723348" y="39367"/>
                  </a:lnTo>
                  <a:lnTo>
                    <a:pt x="6784108" y="33388"/>
                  </a:lnTo>
                  <a:lnTo>
                    <a:pt x="6850247" y="28059"/>
                  </a:lnTo>
                  <a:lnTo>
                    <a:pt x="6922438" y="23297"/>
                  </a:lnTo>
                  <a:lnTo>
                    <a:pt x="7000992" y="19038"/>
                  </a:lnTo>
                  <a:lnTo>
                    <a:pt x="7085646" y="15236"/>
                  </a:lnTo>
                  <a:lnTo>
                    <a:pt x="7175327" y="11868"/>
                  </a:lnTo>
                  <a:lnTo>
                    <a:pt x="7267933" y="8925"/>
                  </a:lnTo>
                  <a:lnTo>
                    <a:pt x="7360243" y="6415"/>
                  </a:lnTo>
                  <a:lnTo>
                    <a:pt x="7448071" y="4348"/>
                  </a:lnTo>
                  <a:lnTo>
                    <a:pt x="7526783" y="2729"/>
                  </a:lnTo>
                  <a:lnTo>
                    <a:pt x="7592129" y="1543"/>
                  </a:lnTo>
                  <a:lnTo>
                    <a:pt x="7641222" y="751"/>
                  </a:lnTo>
                  <a:lnTo>
                    <a:pt x="7673319" y="288"/>
                  </a:lnTo>
                  <a:lnTo>
                    <a:pt x="7690154" y="70"/>
                  </a:lnTo>
                  <a:lnTo>
                    <a:pt x="7695789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9" name="pl1549"/>
            <p:cNvSpPr/>
            <p:nvPr/>
          </p:nvSpPr>
          <p:spPr>
            <a:xfrm>
              <a:off x="546595" y="723234"/>
              <a:ext cx="8234974" cy="4181402"/>
            </a:xfrm>
            <a:custGeom>
              <a:avLst/>
              <a:pathLst>
                <a:path w="8234974" h="4181402">
                  <a:moveTo>
                    <a:pt x="8234974" y="0"/>
                  </a:moveTo>
                  <a:lnTo>
                    <a:pt x="7696237" y="0"/>
                  </a:lnTo>
                  <a:lnTo>
                    <a:pt x="7694938" y="14"/>
                  </a:lnTo>
                  <a:lnTo>
                    <a:pt x="7686461" y="116"/>
                  </a:lnTo>
                  <a:lnTo>
                    <a:pt x="7665329" y="398"/>
                  </a:lnTo>
                  <a:lnTo>
                    <a:pt x="7628149" y="953"/>
                  </a:lnTo>
                  <a:lnTo>
                    <a:pt x="7573941" y="1858"/>
                  </a:lnTo>
                  <a:lnTo>
                    <a:pt x="7504157" y="3173"/>
                  </a:lnTo>
                  <a:lnTo>
                    <a:pt x="7422196" y="4928"/>
                  </a:lnTo>
                  <a:lnTo>
                    <a:pt x="7332526" y="7130"/>
                  </a:lnTo>
                  <a:lnTo>
                    <a:pt x="7239723" y="9772"/>
                  </a:lnTo>
                  <a:lnTo>
                    <a:pt x="7147714" y="12844"/>
                  </a:lnTo>
                  <a:lnTo>
                    <a:pt x="7059385" y="16342"/>
                  </a:lnTo>
                  <a:lnTo>
                    <a:pt x="6976509" y="20279"/>
                  </a:lnTo>
                  <a:lnTo>
                    <a:pt x="6899887" y="24685"/>
                  </a:lnTo>
                  <a:lnTo>
                    <a:pt x="6829584" y="29611"/>
                  </a:lnTo>
                  <a:lnTo>
                    <a:pt x="6765159" y="35128"/>
                  </a:lnTo>
                  <a:lnTo>
                    <a:pt x="6705862" y="41322"/>
                  </a:lnTo>
                  <a:lnTo>
                    <a:pt x="6650784" y="48294"/>
                  </a:lnTo>
                  <a:lnTo>
                    <a:pt x="6598957" y="56143"/>
                  </a:lnTo>
                  <a:lnTo>
                    <a:pt x="6549452" y="64954"/>
                  </a:lnTo>
                  <a:lnTo>
                    <a:pt x="6515891" y="71686"/>
                  </a:lnTo>
                  <a:lnTo>
                    <a:pt x="6464230" y="83217"/>
                  </a:lnTo>
                  <a:lnTo>
                    <a:pt x="6413065" y="95977"/>
                  </a:lnTo>
                  <a:lnTo>
                    <a:pt x="6361833" y="109982"/>
                  </a:lnTo>
                  <a:lnTo>
                    <a:pt x="6310160" y="125200"/>
                  </a:lnTo>
                  <a:lnTo>
                    <a:pt x="6257835" y="141549"/>
                  </a:lnTo>
                  <a:lnTo>
                    <a:pt x="6204794" y="158892"/>
                  </a:lnTo>
                  <a:lnTo>
                    <a:pt x="6151093" y="177037"/>
                  </a:lnTo>
                  <a:lnTo>
                    <a:pt x="6096893" y="195748"/>
                  </a:lnTo>
                  <a:lnTo>
                    <a:pt x="6042421" y="214753"/>
                  </a:lnTo>
                  <a:lnTo>
                    <a:pt x="5987945" y="233763"/>
                  </a:lnTo>
                  <a:lnTo>
                    <a:pt x="5933732" y="252487"/>
                  </a:lnTo>
                  <a:lnTo>
                    <a:pt x="5880013" y="270654"/>
                  </a:lnTo>
                  <a:lnTo>
                    <a:pt x="5826949" y="288026"/>
                  </a:lnTo>
                  <a:lnTo>
                    <a:pt x="5774602" y="304409"/>
                  </a:lnTo>
                  <a:lnTo>
                    <a:pt x="5722910" y="319666"/>
                  </a:lnTo>
                  <a:lnTo>
                    <a:pt x="5671668" y="333710"/>
                  </a:lnTo>
                  <a:lnTo>
                    <a:pt x="5620509" y="346510"/>
                  </a:lnTo>
                  <a:lnTo>
                    <a:pt x="5568875" y="358080"/>
                  </a:lnTo>
                  <a:lnTo>
                    <a:pt x="5567201" y="358431"/>
                  </a:lnTo>
                  <a:lnTo>
                    <a:pt x="5518827" y="367940"/>
                  </a:lnTo>
                  <a:lnTo>
                    <a:pt x="5468711" y="376452"/>
                  </a:lnTo>
                  <a:lnTo>
                    <a:pt x="5416000" y="384025"/>
                  </a:lnTo>
                  <a:lnTo>
                    <a:pt x="5359744" y="390750"/>
                  </a:lnTo>
                  <a:lnTo>
                    <a:pt x="5298984" y="396729"/>
                  </a:lnTo>
                  <a:lnTo>
                    <a:pt x="5232846" y="402058"/>
                  </a:lnTo>
                  <a:lnTo>
                    <a:pt x="5160655" y="406820"/>
                  </a:lnTo>
                  <a:lnTo>
                    <a:pt x="5082101" y="411079"/>
                  </a:lnTo>
                  <a:lnTo>
                    <a:pt x="4997446" y="414881"/>
                  </a:lnTo>
                  <a:lnTo>
                    <a:pt x="4907765" y="418250"/>
                  </a:lnTo>
                  <a:lnTo>
                    <a:pt x="4815159" y="421192"/>
                  </a:lnTo>
                  <a:lnTo>
                    <a:pt x="4722850" y="423702"/>
                  </a:lnTo>
                  <a:lnTo>
                    <a:pt x="4635021" y="425769"/>
                  </a:lnTo>
                  <a:lnTo>
                    <a:pt x="4556309" y="427389"/>
                  </a:lnTo>
                  <a:lnTo>
                    <a:pt x="4490963" y="428575"/>
                  </a:lnTo>
                  <a:lnTo>
                    <a:pt x="4441870" y="429366"/>
                  </a:lnTo>
                  <a:lnTo>
                    <a:pt x="4409773" y="429829"/>
                  </a:lnTo>
                  <a:lnTo>
                    <a:pt x="4392939" y="430047"/>
                  </a:lnTo>
                  <a:lnTo>
                    <a:pt x="4387303" y="430113"/>
                  </a:lnTo>
                  <a:lnTo>
                    <a:pt x="4386855" y="430118"/>
                  </a:lnTo>
                  <a:lnTo>
                    <a:pt x="3848118" y="430118"/>
                  </a:lnTo>
                  <a:lnTo>
                    <a:pt x="3847172" y="430208"/>
                  </a:lnTo>
                  <a:lnTo>
                    <a:pt x="3840948" y="430851"/>
                  </a:lnTo>
                  <a:lnTo>
                    <a:pt x="3825268" y="432627"/>
                  </a:lnTo>
                  <a:lnTo>
                    <a:pt x="3797255" y="436125"/>
                  </a:lnTo>
                  <a:lnTo>
                    <a:pt x="3755555" y="441881"/>
                  </a:lnTo>
                  <a:lnTo>
                    <a:pt x="3700438" y="450334"/>
                  </a:lnTo>
                  <a:lnTo>
                    <a:pt x="3633649" y="461774"/>
                  </a:lnTo>
                  <a:lnTo>
                    <a:pt x="3558007" y="476342"/>
                  </a:lnTo>
                  <a:lnTo>
                    <a:pt x="3476844" y="494054"/>
                  </a:lnTo>
                  <a:lnTo>
                    <a:pt x="3393450" y="514855"/>
                  </a:lnTo>
                  <a:lnTo>
                    <a:pt x="3310656" y="538677"/>
                  </a:lnTo>
                  <a:lnTo>
                    <a:pt x="3230609" y="565496"/>
                  </a:lnTo>
                  <a:lnTo>
                    <a:pt x="3154727" y="595366"/>
                  </a:lnTo>
                  <a:lnTo>
                    <a:pt x="3083763" y="628449"/>
                  </a:lnTo>
                  <a:lnTo>
                    <a:pt x="3017941" y="665016"/>
                  </a:lnTo>
                  <a:lnTo>
                    <a:pt x="2957093" y="705457"/>
                  </a:lnTo>
                  <a:lnTo>
                    <a:pt x="2900787" y="750263"/>
                  </a:lnTo>
                  <a:lnTo>
                    <a:pt x="2848433" y="800014"/>
                  </a:lnTo>
                  <a:lnTo>
                    <a:pt x="2799353" y="855347"/>
                  </a:lnTo>
                  <a:lnTo>
                    <a:pt x="2752846" y="916896"/>
                  </a:lnTo>
                  <a:lnTo>
                    <a:pt x="2708239" y="985197"/>
                  </a:lnTo>
                  <a:lnTo>
                    <a:pt x="2667772" y="1055332"/>
                  </a:lnTo>
                  <a:lnTo>
                    <a:pt x="2636228" y="1115294"/>
                  </a:lnTo>
                  <a:lnTo>
                    <a:pt x="2604967" y="1179177"/>
                  </a:lnTo>
                  <a:lnTo>
                    <a:pt x="2573833" y="1247060"/>
                  </a:lnTo>
                  <a:lnTo>
                    <a:pt x="2542702" y="1318973"/>
                  </a:lnTo>
                  <a:lnTo>
                    <a:pt x="2511474" y="1394894"/>
                  </a:lnTo>
                  <a:lnTo>
                    <a:pt x="2480075" y="1474739"/>
                  </a:lnTo>
                  <a:lnTo>
                    <a:pt x="2448453" y="1558360"/>
                  </a:lnTo>
                  <a:lnTo>
                    <a:pt x="2416575" y="1645547"/>
                  </a:lnTo>
                  <a:lnTo>
                    <a:pt x="2384429" y="1736020"/>
                  </a:lnTo>
                  <a:lnTo>
                    <a:pt x="2352021" y="1829437"/>
                  </a:lnTo>
                  <a:lnTo>
                    <a:pt x="2319370" y="1925395"/>
                  </a:lnTo>
                  <a:lnTo>
                    <a:pt x="2286511" y="2023433"/>
                  </a:lnTo>
                  <a:lnTo>
                    <a:pt x="2253490" y="2123047"/>
                  </a:lnTo>
                  <a:lnTo>
                    <a:pt x="2220359" y="2223695"/>
                  </a:lnTo>
                  <a:lnTo>
                    <a:pt x="2187178" y="2324812"/>
                  </a:lnTo>
                  <a:lnTo>
                    <a:pt x="2154008" y="2425819"/>
                  </a:lnTo>
                  <a:lnTo>
                    <a:pt x="2120911" y="2526143"/>
                  </a:lnTo>
                  <a:lnTo>
                    <a:pt x="2087945" y="2625225"/>
                  </a:lnTo>
                  <a:lnTo>
                    <a:pt x="2055160" y="2722537"/>
                  </a:lnTo>
                  <a:lnTo>
                    <a:pt x="2022597" y="2817589"/>
                  </a:lnTo>
                  <a:lnTo>
                    <a:pt x="1990286" y="2909941"/>
                  </a:lnTo>
                  <a:lnTo>
                    <a:pt x="1958242" y="2999213"/>
                  </a:lnTo>
                  <a:lnTo>
                    <a:pt x="1926463" y="3085086"/>
                  </a:lnTo>
                  <a:lnTo>
                    <a:pt x="1894929" y="3167307"/>
                  </a:lnTo>
                  <a:lnTo>
                    <a:pt x="1863602" y="3245687"/>
                  </a:lnTo>
                  <a:lnTo>
                    <a:pt x="1832420" y="3320105"/>
                  </a:lnTo>
                  <a:lnTo>
                    <a:pt x="1801301" y="3390501"/>
                  </a:lnTo>
                  <a:lnTo>
                    <a:pt x="1770136" y="3456870"/>
                  </a:lnTo>
                  <a:lnTo>
                    <a:pt x="1738788" y="3519265"/>
                  </a:lnTo>
                  <a:lnTo>
                    <a:pt x="1719082" y="3556188"/>
                  </a:lnTo>
                  <a:lnTo>
                    <a:pt x="1675708" y="3631061"/>
                  </a:lnTo>
                  <a:lnTo>
                    <a:pt x="1630995" y="3698903"/>
                  </a:lnTo>
                  <a:lnTo>
                    <a:pt x="1584340" y="3760021"/>
                  </a:lnTo>
                  <a:lnTo>
                    <a:pt x="1535065" y="3814964"/>
                  </a:lnTo>
                  <a:lnTo>
                    <a:pt x="1482469" y="3864369"/>
                  </a:lnTo>
                  <a:lnTo>
                    <a:pt x="1425880" y="3908869"/>
                  </a:lnTo>
                  <a:lnTo>
                    <a:pt x="1364713" y="3949039"/>
                  </a:lnTo>
                  <a:lnTo>
                    <a:pt x="1298552" y="3985365"/>
                  </a:lnTo>
                  <a:lnTo>
                    <a:pt x="1227251" y="4018228"/>
                  </a:lnTo>
                  <a:lnTo>
                    <a:pt x="1151062" y="4047893"/>
                  </a:lnTo>
                  <a:lnTo>
                    <a:pt x="1070782" y="4074512"/>
                  </a:lnTo>
                  <a:lnTo>
                    <a:pt x="987874" y="4098136"/>
                  </a:lnTo>
                  <a:lnTo>
                    <a:pt x="904533" y="4118735"/>
                  </a:lnTo>
                  <a:lnTo>
                    <a:pt x="823631" y="4136240"/>
                  </a:lnTo>
                  <a:lnTo>
                    <a:pt x="748475" y="4150599"/>
                  </a:lnTo>
                  <a:lnTo>
                    <a:pt x="682381" y="4161835"/>
                  </a:lnTo>
                  <a:lnTo>
                    <a:pt x="628112" y="4170099"/>
                  </a:lnTo>
                  <a:lnTo>
                    <a:pt x="587328" y="4175691"/>
                  </a:lnTo>
                  <a:lnTo>
                    <a:pt x="560191" y="4179056"/>
                  </a:lnTo>
                  <a:lnTo>
                    <a:pt x="545241" y="4180740"/>
                  </a:lnTo>
                  <a:lnTo>
                    <a:pt x="539510" y="4181328"/>
                  </a:lnTo>
                  <a:lnTo>
                    <a:pt x="538736" y="4181402"/>
                  </a:lnTo>
                  <a:lnTo>
                    <a:pt x="0" y="4181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0" name="pg1550"/>
            <p:cNvSpPr/>
            <p:nvPr/>
          </p:nvSpPr>
          <p:spPr>
            <a:xfrm>
              <a:off x="546595" y="2149702"/>
              <a:ext cx="8234974" cy="2787601"/>
            </a:xfrm>
            <a:custGeom>
              <a:avLst/>
              <a:pathLst>
                <a:path w="8234974" h="2787601">
                  <a:moveTo>
                    <a:pt x="0" y="2787601"/>
                  </a:moveTo>
                  <a:lnTo>
                    <a:pt x="538736" y="2787601"/>
                  </a:lnTo>
                  <a:lnTo>
                    <a:pt x="539909" y="2787518"/>
                  </a:lnTo>
                  <a:lnTo>
                    <a:pt x="547577" y="2786924"/>
                  </a:lnTo>
                  <a:lnTo>
                    <a:pt x="566764" y="2785280"/>
                  </a:lnTo>
                  <a:lnTo>
                    <a:pt x="600702" y="2782053"/>
                  </a:lnTo>
                  <a:lnTo>
                    <a:pt x="650544" y="2776765"/>
                  </a:lnTo>
                  <a:lnTo>
                    <a:pt x="715302" y="2769057"/>
                  </a:lnTo>
                  <a:lnTo>
                    <a:pt x="792186" y="2758719"/>
                  </a:lnTo>
                  <a:lnTo>
                    <a:pt x="877303" y="2745682"/>
                  </a:lnTo>
                  <a:lnTo>
                    <a:pt x="966477" y="2729973"/>
                  </a:lnTo>
                  <a:lnTo>
                    <a:pt x="1055943" y="2711656"/>
                  </a:lnTo>
                  <a:lnTo>
                    <a:pt x="1142777" y="2690769"/>
                  </a:lnTo>
                  <a:lnTo>
                    <a:pt x="1225029" y="2667277"/>
                  </a:lnTo>
                  <a:lnTo>
                    <a:pt x="1301657" y="2641048"/>
                  </a:lnTo>
                  <a:lnTo>
                    <a:pt x="1372346" y="2611834"/>
                  </a:lnTo>
                  <a:lnTo>
                    <a:pt x="1437308" y="2579277"/>
                  </a:lnTo>
                  <a:lnTo>
                    <a:pt x="1497100" y="2542914"/>
                  </a:lnTo>
                  <a:lnTo>
                    <a:pt x="1552479" y="2502201"/>
                  </a:lnTo>
                  <a:lnTo>
                    <a:pt x="1604299" y="2456546"/>
                  </a:lnTo>
                  <a:lnTo>
                    <a:pt x="1653426" y="2405384"/>
                  </a:lnTo>
                  <a:lnTo>
                    <a:pt x="1700667" y="2348292"/>
                  </a:lnTo>
                  <a:lnTo>
                    <a:pt x="1719082" y="2323908"/>
                  </a:lnTo>
                  <a:lnTo>
                    <a:pt x="1754800" y="2273301"/>
                  </a:lnTo>
                  <a:lnTo>
                    <a:pt x="1790182" y="2218948"/>
                  </a:lnTo>
                  <a:lnTo>
                    <a:pt x="1825445" y="2160776"/>
                  </a:lnTo>
                  <a:lnTo>
                    <a:pt x="1860759" y="2098768"/>
                  </a:lnTo>
                  <a:lnTo>
                    <a:pt x="1896252" y="2032982"/>
                  </a:lnTo>
                  <a:lnTo>
                    <a:pt x="1932012" y="1963547"/>
                  </a:lnTo>
                  <a:lnTo>
                    <a:pt x="1968092" y="1890673"/>
                  </a:lnTo>
                  <a:lnTo>
                    <a:pt x="2004515" y="1814651"/>
                  </a:lnTo>
                  <a:lnTo>
                    <a:pt x="2041274" y="1735851"/>
                  </a:lnTo>
                  <a:lnTo>
                    <a:pt x="2078337" y="1654715"/>
                  </a:lnTo>
                  <a:lnTo>
                    <a:pt x="2115648" y="1571753"/>
                  </a:lnTo>
                  <a:lnTo>
                    <a:pt x="2153137" y="1487528"/>
                  </a:lnTo>
                  <a:lnTo>
                    <a:pt x="2190723" y="1402638"/>
                  </a:lnTo>
                  <a:lnTo>
                    <a:pt x="2228314" y="1317703"/>
                  </a:lnTo>
                  <a:lnTo>
                    <a:pt x="2265823" y="1233344"/>
                  </a:lnTo>
                  <a:lnTo>
                    <a:pt x="2303164" y="1150165"/>
                  </a:lnTo>
                  <a:lnTo>
                    <a:pt x="2340266" y="1068734"/>
                  </a:lnTo>
                  <a:lnTo>
                    <a:pt x="2377071" y="989568"/>
                  </a:lnTo>
                  <a:lnTo>
                    <a:pt x="2413544" y="913122"/>
                  </a:lnTo>
                  <a:lnTo>
                    <a:pt x="2449673" y="839775"/>
                  </a:lnTo>
                  <a:lnTo>
                    <a:pt x="2485476" y="769831"/>
                  </a:lnTo>
                  <a:lnTo>
                    <a:pt x="2521003" y="703510"/>
                  </a:lnTo>
                  <a:lnTo>
                    <a:pt x="2556336" y="640954"/>
                  </a:lnTo>
                  <a:lnTo>
                    <a:pt x="2591597" y="582229"/>
                  </a:lnTo>
                  <a:lnTo>
                    <a:pt x="2626950" y="527330"/>
                  </a:lnTo>
                  <a:lnTo>
                    <a:pt x="2662603" y="476191"/>
                  </a:lnTo>
                  <a:lnTo>
                    <a:pt x="2667772" y="469137"/>
                  </a:lnTo>
                  <a:lnTo>
                    <a:pt x="2714460" y="409637"/>
                  </a:lnTo>
                  <a:lnTo>
                    <a:pt x="2762747" y="356154"/>
                  </a:lnTo>
                  <a:lnTo>
                    <a:pt x="2813394" y="308372"/>
                  </a:lnTo>
                  <a:lnTo>
                    <a:pt x="2867253" y="265766"/>
                  </a:lnTo>
                  <a:lnTo>
                    <a:pt x="2925192" y="227742"/>
                  </a:lnTo>
                  <a:lnTo>
                    <a:pt x="2988017" y="193733"/>
                  </a:lnTo>
                  <a:lnTo>
                    <a:pt x="3056381" y="163238"/>
                  </a:lnTo>
                  <a:lnTo>
                    <a:pt x="3130651" y="135858"/>
                  </a:lnTo>
                  <a:lnTo>
                    <a:pt x="3210747" y="111300"/>
                  </a:lnTo>
                  <a:lnTo>
                    <a:pt x="3295939" y="89386"/>
                  </a:lnTo>
                  <a:lnTo>
                    <a:pt x="3384655" y="70046"/>
                  </a:lnTo>
                  <a:lnTo>
                    <a:pt x="3474355" y="53293"/>
                  </a:lnTo>
                  <a:lnTo>
                    <a:pt x="3561575" y="39187"/>
                  </a:lnTo>
                  <a:lnTo>
                    <a:pt x="3642233" y="27777"/>
                  </a:lnTo>
                  <a:lnTo>
                    <a:pt x="3712226" y="19040"/>
                  </a:lnTo>
                  <a:lnTo>
                    <a:pt x="3768230" y="12825"/>
                  </a:lnTo>
                  <a:lnTo>
                    <a:pt x="3808476" y="8830"/>
                  </a:lnTo>
                  <a:lnTo>
                    <a:pt x="3833252" y="6619"/>
                  </a:lnTo>
                  <a:lnTo>
                    <a:pt x="3844992" y="56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5" y="5472"/>
                  </a:lnTo>
                  <a:lnTo>
                    <a:pt x="4396561" y="5668"/>
                  </a:lnTo>
                  <a:lnTo>
                    <a:pt x="4417547" y="6211"/>
                  </a:lnTo>
                  <a:lnTo>
                    <a:pt x="4454485" y="7276"/>
                  </a:lnTo>
                  <a:lnTo>
                    <a:pt x="4508369" y="9017"/>
                  </a:lnTo>
                  <a:lnTo>
                    <a:pt x="4577783" y="11545"/>
                  </a:lnTo>
                  <a:lnTo>
                    <a:pt x="4659375" y="14921"/>
                  </a:lnTo>
                  <a:lnTo>
                    <a:pt x="4748719" y="19159"/>
                  </a:lnTo>
                  <a:lnTo>
                    <a:pt x="4841268" y="24246"/>
                  </a:lnTo>
                  <a:lnTo>
                    <a:pt x="4933103" y="30160"/>
                  </a:lnTo>
                  <a:lnTo>
                    <a:pt x="5021334" y="36897"/>
                  </a:lnTo>
                  <a:lnTo>
                    <a:pt x="5104175" y="44477"/>
                  </a:lnTo>
                  <a:lnTo>
                    <a:pt x="5180805" y="52959"/>
                  </a:lnTo>
                  <a:lnTo>
                    <a:pt x="5251140" y="62439"/>
                  </a:lnTo>
                  <a:lnTo>
                    <a:pt x="5315605" y="73052"/>
                  </a:lnTo>
                  <a:lnTo>
                    <a:pt x="5374935" y="84965"/>
                  </a:lnTo>
                  <a:lnTo>
                    <a:pt x="5430030" y="98366"/>
                  </a:lnTo>
                  <a:lnTo>
                    <a:pt x="5481849" y="113450"/>
                  </a:lnTo>
                  <a:lnTo>
                    <a:pt x="5531318" y="130383"/>
                  </a:lnTo>
                  <a:lnTo>
                    <a:pt x="5567201" y="144280"/>
                  </a:lnTo>
                  <a:lnTo>
                    <a:pt x="5616272" y="165428"/>
                  </a:lnTo>
                  <a:lnTo>
                    <a:pt x="5664865" y="188720"/>
                  </a:lnTo>
                  <a:lnTo>
                    <a:pt x="5713478" y="214186"/>
                  </a:lnTo>
                  <a:lnTo>
                    <a:pt x="5762449" y="241785"/>
                  </a:lnTo>
                  <a:lnTo>
                    <a:pt x="5811981" y="271398"/>
                  </a:lnTo>
                  <a:lnTo>
                    <a:pt x="5862156" y="302815"/>
                  </a:lnTo>
                  <a:lnTo>
                    <a:pt x="5912953" y="335743"/>
                  </a:lnTo>
                  <a:lnTo>
                    <a:pt x="5964260" y="369815"/>
                  </a:lnTo>
                  <a:lnTo>
                    <a:pt x="6015902" y="404598"/>
                  </a:lnTo>
                  <a:lnTo>
                    <a:pt x="6067659" y="439621"/>
                  </a:lnTo>
                  <a:lnTo>
                    <a:pt x="6119298" y="474399"/>
                  </a:lnTo>
                  <a:lnTo>
                    <a:pt x="6170602" y="508462"/>
                  </a:lnTo>
                  <a:lnTo>
                    <a:pt x="6221393" y="541379"/>
                  </a:lnTo>
                  <a:lnTo>
                    <a:pt x="6271563" y="572781"/>
                  </a:lnTo>
                  <a:lnTo>
                    <a:pt x="6321089" y="602375"/>
                  </a:lnTo>
                  <a:lnTo>
                    <a:pt x="6370055" y="629956"/>
                  </a:lnTo>
                  <a:lnTo>
                    <a:pt x="6418666" y="655402"/>
                  </a:lnTo>
                  <a:lnTo>
                    <a:pt x="6467262" y="678674"/>
                  </a:lnTo>
                  <a:lnTo>
                    <a:pt x="6515891" y="699622"/>
                  </a:lnTo>
                  <a:lnTo>
                    <a:pt x="6564142" y="717994"/>
                  </a:lnTo>
                  <a:lnTo>
                    <a:pt x="6614124" y="734445"/>
                  </a:lnTo>
                  <a:lnTo>
                    <a:pt x="6666683" y="749085"/>
                  </a:lnTo>
                  <a:lnTo>
                    <a:pt x="6722762" y="762091"/>
                  </a:lnTo>
                  <a:lnTo>
                    <a:pt x="6783313" y="773656"/>
                  </a:lnTo>
                  <a:lnTo>
                    <a:pt x="6849206" y="783967"/>
                  </a:lnTo>
                  <a:lnTo>
                    <a:pt x="6921114" y="793184"/>
                  </a:lnTo>
                  <a:lnTo>
                    <a:pt x="6999351" y="801429"/>
                  </a:lnTo>
                  <a:lnTo>
                    <a:pt x="7083671" y="808792"/>
                  </a:lnTo>
                  <a:lnTo>
                    <a:pt x="7173028" y="815319"/>
                  </a:lnTo>
                  <a:lnTo>
                    <a:pt x="7265362" y="821025"/>
                  </a:lnTo>
                  <a:lnTo>
                    <a:pt x="7357503" y="825898"/>
                  </a:lnTo>
                  <a:lnTo>
                    <a:pt x="7445323" y="829918"/>
                  </a:lnTo>
                  <a:lnTo>
                    <a:pt x="7524220" y="833076"/>
                  </a:lnTo>
                  <a:lnTo>
                    <a:pt x="7589950" y="835397"/>
                  </a:lnTo>
                  <a:lnTo>
                    <a:pt x="7639580" y="836954"/>
                  </a:lnTo>
                  <a:lnTo>
                    <a:pt x="7672282" y="837871"/>
                  </a:lnTo>
                  <a:lnTo>
                    <a:pt x="7689673" y="838309"/>
                  </a:lnTo>
                  <a:lnTo>
                    <a:pt x="7695693" y="838446"/>
                  </a:lnTo>
                  <a:lnTo>
                    <a:pt x="7696237" y="838458"/>
                  </a:lnTo>
                  <a:lnTo>
                    <a:pt x="8234974" y="838458"/>
                  </a:lnTo>
                  <a:lnTo>
                    <a:pt x="8234974" y="833013"/>
                  </a:lnTo>
                  <a:lnTo>
                    <a:pt x="7696237" y="833013"/>
                  </a:lnTo>
                  <a:lnTo>
                    <a:pt x="7694948" y="832986"/>
                  </a:lnTo>
                  <a:lnTo>
                    <a:pt x="7686532" y="832789"/>
                  </a:lnTo>
                  <a:lnTo>
                    <a:pt x="7665546" y="832246"/>
                  </a:lnTo>
                  <a:lnTo>
                    <a:pt x="7628607" y="831181"/>
                  </a:lnTo>
                  <a:lnTo>
                    <a:pt x="7574723" y="829440"/>
                  </a:lnTo>
                  <a:lnTo>
                    <a:pt x="7505309" y="826912"/>
                  </a:lnTo>
                  <a:lnTo>
                    <a:pt x="7423717" y="823536"/>
                  </a:lnTo>
                  <a:lnTo>
                    <a:pt x="7334373" y="819298"/>
                  </a:lnTo>
                  <a:lnTo>
                    <a:pt x="7241825" y="814212"/>
                  </a:lnTo>
                  <a:lnTo>
                    <a:pt x="7149990" y="808297"/>
                  </a:lnTo>
                  <a:lnTo>
                    <a:pt x="7061758" y="801561"/>
                  </a:lnTo>
                  <a:lnTo>
                    <a:pt x="6978917" y="793980"/>
                  </a:lnTo>
                  <a:lnTo>
                    <a:pt x="6902288" y="785498"/>
                  </a:lnTo>
                  <a:lnTo>
                    <a:pt x="6831952" y="776018"/>
                  </a:lnTo>
                  <a:lnTo>
                    <a:pt x="6767487" y="765405"/>
                  </a:lnTo>
                  <a:lnTo>
                    <a:pt x="6708157" y="753493"/>
                  </a:lnTo>
                  <a:lnTo>
                    <a:pt x="6653062" y="740091"/>
                  </a:lnTo>
                  <a:lnTo>
                    <a:pt x="6601243" y="725007"/>
                  </a:lnTo>
                  <a:lnTo>
                    <a:pt x="6551775" y="708074"/>
                  </a:lnTo>
                  <a:lnTo>
                    <a:pt x="6515891" y="694178"/>
                  </a:lnTo>
                  <a:lnTo>
                    <a:pt x="6466821" y="673029"/>
                  </a:lnTo>
                  <a:lnTo>
                    <a:pt x="6418227" y="649737"/>
                  </a:lnTo>
                  <a:lnTo>
                    <a:pt x="6369614" y="624272"/>
                  </a:lnTo>
                  <a:lnTo>
                    <a:pt x="6320644" y="596672"/>
                  </a:lnTo>
                  <a:lnTo>
                    <a:pt x="6271112" y="567060"/>
                  </a:lnTo>
                  <a:lnTo>
                    <a:pt x="6220936" y="535643"/>
                  </a:lnTo>
                  <a:lnTo>
                    <a:pt x="6170140" y="502714"/>
                  </a:lnTo>
                  <a:lnTo>
                    <a:pt x="6118832" y="468642"/>
                  </a:lnTo>
                  <a:lnTo>
                    <a:pt x="6067191" y="433860"/>
                  </a:lnTo>
                  <a:lnTo>
                    <a:pt x="6015434" y="398837"/>
                  </a:lnTo>
                  <a:lnTo>
                    <a:pt x="5963794" y="364058"/>
                  </a:lnTo>
                  <a:lnTo>
                    <a:pt x="5912491" y="329995"/>
                  </a:lnTo>
                  <a:lnTo>
                    <a:pt x="5861699" y="297078"/>
                  </a:lnTo>
                  <a:lnTo>
                    <a:pt x="5811530" y="265677"/>
                  </a:lnTo>
                  <a:lnTo>
                    <a:pt x="5762004" y="236082"/>
                  </a:lnTo>
                  <a:lnTo>
                    <a:pt x="5713037" y="208501"/>
                  </a:lnTo>
                  <a:lnTo>
                    <a:pt x="5664426" y="183055"/>
                  </a:lnTo>
                  <a:lnTo>
                    <a:pt x="5615831" y="159783"/>
                  </a:lnTo>
                  <a:lnTo>
                    <a:pt x="5567201" y="138835"/>
                  </a:lnTo>
                  <a:lnTo>
                    <a:pt x="5518950" y="120464"/>
                  </a:lnTo>
                  <a:lnTo>
                    <a:pt x="5468968" y="104012"/>
                  </a:lnTo>
                  <a:lnTo>
                    <a:pt x="5416409" y="89372"/>
                  </a:lnTo>
                  <a:lnTo>
                    <a:pt x="5360330" y="76367"/>
                  </a:lnTo>
                  <a:lnTo>
                    <a:pt x="5299779" y="64801"/>
                  </a:lnTo>
                  <a:lnTo>
                    <a:pt x="5233886" y="54490"/>
                  </a:lnTo>
                  <a:lnTo>
                    <a:pt x="5161978" y="45274"/>
                  </a:lnTo>
                  <a:lnTo>
                    <a:pt x="5083741" y="37028"/>
                  </a:lnTo>
                  <a:lnTo>
                    <a:pt x="4999421" y="29666"/>
                  </a:lnTo>
                  <a:lnTo>
                    <a:pt x="4910065" y="23138"/>
                  </a:lnTo>
                  <a:lnTo>
                    <a:pt x="4817731" y="17432"/>
                  </a:lnTo>
                  <a:lnTo>
                    <a:pt x="4725589" y="12559"/>
                  </a:lnTo>
                  <a:lnTo>
                    <a:pt x="4637770" y="8539"/>
                  </a:lnTo>
                  <a:lnTo>
                    <a:pt x="4558872" y="5381"/>
                  </a:lnTo>
                  <a:lnTo>
                    <a:pt x="4493142" y="3060"/>
                  </a:lnTo>
                  <a:lnTo>
                    <a:pt x="4443512" y="1503"/>
                  </a:lnTo>
                  <a:lnTo>
                    <a:pt x="4410811" y="586"/>
                  </a:lnTo>
                  <a:lnTo>
                    <a:pt x="4393420" y="148"/>
                  </a:lnTo>
                  <a:lnTo>
                    <a:pt x="4387400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8" y="677"/>
                  </a:lnTo>
                  <a:lnTo>
                    <a:pt x="3820091" y="2320"/>
                  </a:lnTo>
                  <a:lnTo>
                    <a:pt x="3786153" y="5548"/>
                  </a:lnTo>
                  <a:lnTo>
                    <a:pt x="3736310" y="10836"/>
                  </a:lnTo>
                  <a:lnTo>
                    <a:pt x="3671553" y="18544"/>
                  </a:lnTo>
                  <a:lnTo>
                    <a:pt x="3594669" y="28881"/>
                  </a:lnTo>
                  <a:lnTo>
                    <a:pt x="3509551" y="41919"/>
                  </a:lnTo>
                  <a:lnTo>
                    <a:pt x="3420378" y="57628"/>
                  </a:lnTo>
                  <a:lnTo>
                    <a:pt x="3330912" y="75944"/>
                  </a:lnTo>
                  <a:lnTo>
                    <a:pt x="3244078" y="96832"/>
                  </a:lnTo>
                  <a:lnTo>
                    <a:pt x="3161825" y="120323"/>
                  </a:lnTo>
                  <a:lnTo>
                    <a:pt x="3085197" y="146553"/>
                  </a:lnTo>
                  <a:lnTo>
                    <a:pt x="3014508" y="175767"/>
                  </a:lnTo>
                  <a:lnTo>
                    <a:pt x="2949546" y="208324"/>
                  </a:lnTo>
                  <a:lnTo>
                    <a:pt x="2889755" y="244686"/>
                  </a:lnTo>
                  <a:lnTo>
                    <a:pt x="2834376" y="285399"/>
                  </a:lnTo>
                  <a:lnTo>
                    <a:pt x="2782556" y="331054"/>
                  </a:lnTo>
                  <a:lnTo>
                    <a:pt x="2733429" y="382217"/>
                  </a:lnTo>
                  <a:lnTo>
                    <a:pt x="2686187" y="439309"/>
                  </a:lnTo>
                  <a:lnTo>
                    <a:pt x="2667772" y="463692"/>
                  </a:lnTo>
                  <a:lnTo>
                    <a:pt x="2632055" y="514300"/>
                  </a:lnTo>
                  <a:lnTo>
                    <a:pt x="2596673" y="568652"/>
                  </a:lnTo>
                  <a:lnTo>
                    <a:pt x="2561410" y="626825"/>
                  </a:lnTo>
                  <a:lnTo>
                    <a:pt x="2526095" y="688832"/>
                  </a:lnTo>
                  <a:lnTo>
                    <a:pt x="2490603" y="754618"/>
                  </a:lnTo>
                  <a:lnTo>
                    <a:pt x="2454843" y="824053"/>
                  </a:lnTo>
                  <a:lnTo>
                    <a:pt x="2418763" y="896927"/>
                  </a:lnTo>
                  <a:lnTo>
                    <a:pt x="2382339" y="972949"/>
                  </a:lnTo>
                  <a:lnTo>
                    <a:pt x="2345580" y="1051750"/>
                  </a:lnTo>
                  <a:lnTo>
                    <a:pt x="2308518" y="1132886"/>
                  </a:lnTo>
                  <a:lnTo>
                    <a:pt x="2271207" y="1215847"/>
                  </a:lnTo>
                  <a:lnTo>
                    <a:pt x="2233717" y="1300073"/>
                  </a:lnTo>
                  <a:lnTo>
                    <a:pt x="2196132" y="1384963"/>
                  </a:lnTo>
                  <a:lnTo>
                    <a:pt x="2158541" y="1469898"/>
                  </a:lnTo>
                  <a:lnTo>
                    <a:pt x="2121032" y="1554256"/>
                  </a:lnTo>
                  <a:lnTo>
                    <a:pt x="2083690" y="1637435"/>
                  </a:lnTo>
                  <a:lnTo>
                    <a:pt x="2046588" y="1718867"/>
                  </a:lnTo>
                  <a:lnTo>
                    <a:pt x="2009783" y="1798032"/>
                  </a:lnTo>
                  <a:lnTo>
                    <a:pt x="1973311" y="1874479"/>
                  </a:lnTo>
                  <a:lnTo>
                    <a:pt x="1937181" y="1947825"/>
                  </a:lnTo>
                  <a:lnTo>
                    <a:pt x="1901378" y="2017770"/>
                  </a:lnTo>
                  <a:lnTo>
                    <a:pt x="1865852" y="2084091"/>
                  </a:lnTo>
                  <a:lnTo>
                    <a:pt x="1830519" y="2146646"/>
                  </a:lnTo>
                  <a:lnTo>
                    <a:pt x="1795257" y="2205372"/>
                  </a:lnTo>
                  <a:lnTo>
                    <a:pt x="1759905" y="2260270"/>
                  </a:lnTo>
                  <a:lnTo>
                    <a:pt x="1724251" y="2311410"/>
                  </a:lnTo>
                  <a:lnTo>
                    <a:pt x="1719082" y="2318464"/>
                  </a:lnTo>
                  <a:lnTo>
                    <a:pt x="1672394" y="2377963"/>
                  </a:lnTo>
                  <a:lnTo>
                    <a:pt x="1624108" y="2431447"/>
                  </a:lnTo>
                  <a:lnTo>
                    <a:pt x="1573461" y="2479228"/>
                  </a:lnTo>
                  <a:lnTo>
                    <a:pt x="1519602" y="2521835"/>
                  </a:lnTo>
                  <a:lnTo>
                    <a:pt x="1461663" y="2559858"/>
                  </a:lnTo>
                  <a:lnTo>
                    <a:pt x="1398837" y="2593868"/>
                  </a:lnTo>
                  <a:lnTo>
                    <a:pt x="1330474" y="2624362"/>
                  </a:lnTo>
                  <a:lnTo>
                    <a:pt x="1256203" y="2651743"/>
                  </a:lnTo>
                  <a:lnTo>
                    <a:pt x="1176107" y="2676301"/>
                  </a:lnTo>
                  <a:lnTo>
                    <a:pt x="1090916" y="2698214"/>
                  </a:lnTo>
                  <a:lnTo>
                    <a:pt x="1002200" y="2717554"/>
                  </a:lnTo>
                  <a:lnTo>
                    <a:pt x="912500" y="2734307"/>
                  </a:lnTo>
                  <a:lnTo>
                    <a:pt x="825279" y="2748414"/>
                  </a:lnTo>
                  <a:lnTo>
                    <a:pt x="744621" y="2759824"/>
                  </a:lnTo>
                  <a:lnTo>
                    <a:pt x="674628" y="2768560"/>
                  </a:lnTo>
                  <a:lnTo>
                    <a:pt x="618625" y="2774776"/>
                  </a:lnTo>
                  <a:lnTo>
                    <a:pt x="578378" y="2778771"/>
                  </a:lnTo>
                  <a:lnTo>
                    <a:pt x="553603" y="2780982"/>
                  </a:lnTo>
                  <a:lnTo>
                    <a:pt x="541863" y="2781928"/>
                  </a:lnTo>
                  <a:lnTo>
                    <a:pt x="538736" y="2782156"/>
                  </a:lnTo>
                  <a:lnTo>
                    <a:pt x="0" y="2782156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51" name="pl1551"/>
            <p:cNvSpPr/>
            <p:nvPr/>
          </p:nvSpPr>
          <p:spPr>
            <a:xfrm>
              <a:off x="546595" y="2155146"/>
              <a:ext cx="8234974" cy="2782156"/>
            </a:xfrm>
            <a:custGeom>
              <a:avLst/>
              <a:pathLst>
                <a:path w="8234974" h="2782156">
                  <a:moveTo>
                    <a:pt x="0" y="2782156"/>
                  </a:moveTo>
                  <a:lnTo>
                    <a:pt x="538736" y="2782156"/>
                  </a:lnTo>
                  <a:lnTo>
                    <a:pt x="539909" y="2782073"/>
                  </a:lnTo>
                  <a:lnTo>
                    <a:pt x="547577" y="2781479"/>
                  </a:lnTo>
                  <a:lnTo>
                    <a:pt x="566764" y="2779836"/>
                  </a:lnTo>
                  <a:lnTo>
                    <a:pt x="600702" y="2776608"/>
                  </a:lnTo>
                  <a:lnTo>
                    <a:pt x="650544" y="2771320"/>
                  </a:lnTo>
                  <a:lnTo>
                    <a:pt x="715302" y="2763612"/>
                  </a:lnTo>
                  <a:lnTo>
                    <a:pt x="792186" y="2753274"/>
                  </a:lnTo>
                  <a:lnTo>
                    <a:pt x="877303" y="2740237"/>
                  </a:lnTo>
                  <a:lnTo>
                    <a:pt x="966477" y="2724528"/>
                  </a:lnTo>
                  <a:lnTo>
                    <a:pt x="1055943" y="2706211"/>
                  </a:lnTo>
                  <a:lnTo>
                    <a:pt x="1142777" y="2685324"/>
                  </a:lnTo>
                  <a:lnTo>
                    <a:pt x="1225029" y="2661833"/>
                  </a:lnTo>
                  <a:lnTo>
                    <a:pt x="1301657" y="2635603"/>
                  </a:lnTo>
                  <a:lnTo>
                    <a:pt x="1372346" y="2606389"/>
                  </a:lnTo>
                  <a:lnTo>
                    <a:pt x="1437308" y="2573832"/>
                  </a:lnTo>
                  <a:lnTo>
                    <a:pt x="1497100" y="2537470"/>
                  </a:lnTo>
                  <a:lnTo>
                    <a:pt x="1552479" y="2496756"/>
                  </a:lnTo>
                  <a:lnTo>
                    <a:pt x="1604299" y="2451102"/>
                  </a:lnTo>
                  <a:lnTo>
                    <a:pt x="1653426" y="2399939"/>
                  </a:lnTo>
                  <a:lnTo>
                    <a:pt x="1700667" y="2342847"/>
                  </a:lnTo>
                  <a:lnTo>
                    <a:pt x="1719082" y="2318464"/>
                  </a:lnTo>
                  <a:lnTo>
                    <a:pt x="1754800" y="2267856"/>
                  </a:lnTo>
                  <a:lnTo>
                    <a:pt x="1790182" y="2213504"/>
                  </a:lnTo>
                  <a:lnTo>
                    <a:pt x="1825445" y="2155331"/>
                  </a:lnTo>
                  <a:lnTo>
                    <a:pt x="1860759" y="2093324"/>
                  </a:lnTo>
                  <a:lnTo>
                    <a:pt x="1896252" y="2027538"/>
                  </a:lnTo>
                  <a:lnTo>
                    <a:pt x="1932012" y="1958103"/>
                  </a:lnTo>
                  <a:lnTo>
                    <a:pt x="1968092" y="1885229"/>
                  </a:lnTo>
                  <a:lnTo>
                    <a:pt x="2004515" y="1809207"/>
                  </a:lnTo>
                  <a:lnTo>
                    <a:pt x="2041274" y="1730406"/>
                  </a:lnTo>
                  <a:lnTo>
                    <a:pt x="2078337" y="1649270"/>
                  </a:lnTo>
                  <a:lnTo>
                    <a:pt x="2115648" y="1566309"/>
                  </a:lnTo>
                  <a:lnTo>
                    <a:pt x="2153137" y="1482083"/>
                  </a:lnTo>
                  <a:lnTo>
                    <a:pt x="2190723" y="1397193"/>
                  </a:lnTo>
                  <a:lnTo>
                    <a:pt x="2228314" y="1312258"/>
                  </a:lnTo>
                  <a:lnTo>
                    <a:pt x="2265823" y="1227900"/>
                  </a:lnTo>
                  <a:lnTo>
                    <a:pt x="2303164" y="1144720"/>
                  </a:lnTo>
                  <a:lnTo>
                    <a:pt x="2340266" y="1063289"/>
                  </a:lnTo>
                  <a:lnTo>
                    <a:pt x="2377071" y="984124"/>
                  </a:lnTo>
                  <a:lnTo>
                    <a:pt x="2413544" y="907677"/>
                  </a:lnTo>
                  <a:lnTo>
                    <a:pt x="2449673" y="834331"/>
                  </a:lnTo>
                  <a:lnTo>
                    <a:pt x="2485476" y="764386"/>
                  </a:lnTo>
                  <a:lnTo>
                    <a:pt x="2521003" y="698065"/>
                  </a:lnTo>
                  <a:lnTo>
                    <a:pt x="2556336" y="635509"/>
                  </a:lnTo>
                  <a:lnTo>
                    <a:pt x="2591597" y="576784"/>
                  </a:lnTo>
                  <a:lnTo>
                    <a:pt x="2626950" y="521886"/>
                  </a:lnTo>
                  <a:lnTo>
                    <a:pt x="2662603" y="470746"/>
                  </a:lnTo>
                  <a:lnTo>
                    <a:pt x="2667772" y="463692"/>
                  </a:lnTo>
                  <a:lnTo>
                    <a:pt x="2714460" y="404193"/>
                  </a:lnTo>
                  <a:lnTo>
                    <a:pt x="2762747" y="350709"/>
                  </a:lnTo>
                  <a:lnTo>
                    <a:pt x="2813394" y="302928"/>
                  </a:lnTo>
                  <a:lnTo>
                    <a:pt x="2867253" y="260321"/>
                  </a:lnTo>
                  <a:lnTo>
                    <a:pt x="2925192" y="222298"/>
                  </a:lnTo>
                  <a:lnTo>
                    <a:pt x="2988017" y="188288"/>
                  </a:lnTo>
                  <a:lnTo>
                    <a:pt x="3056381" y="157794"/>
                  </a:lnTo>
                  <a:lnTo>
                    <a:pt x="3130651" y="130413"/>
                  </a:lnTo>
                  <a:lnTo>
                    <a:pt x="3210747" y="105855"/>
                  </a:lnTo>
                  <a:lnTo>
                    <a:pt x="3295939" y="83942"/>
                  </a:lnTo>
                  <a:lnTo>
                    <a:pt x="3384655" y="64602"/>
                  </a:lnTo>
                  <a:lnTo>
                    <a:pt x="3474355" y="47848"/>
                  </a:lnTo>
                  <a:lnTo>
                    <a:pt x="3561575" y="33742"/>
                  </a:lnTo>
                  <a:lnTo>
                    <a:pt x="3642233" y="22332"/>
                  </a:lnTo>
                  <a:lnTo>
                    <a:pt x="3712226" y="13596"/>
                  </a:lnTo>
                  <a:lnTo>
                    <a:pt x="3768230" y="7380"/>
                  </a:lnTo>
                  <a:lnTo>
                    <a:pt x="3808476" y="3385"/>
                  </a:lnTo>
                  <a:lnTo>
                    <a:pt x="3833252" y="1174"/>
                  </a:lnTo>
                  <a:lnTo>
                    <a:pt x="3844992" y="228"/>
                  </a:lnTo>
                  <a:lnTo>
                    <a:pt x="3848042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5" y="27"/>
                  </a:lnTo>
                  <a:lnTo>
                    <a:pt x="4396561" y="223"/>
                  </a:lnTo>
                  <a:lnTo>
                    <a:pt x="4417547" y="766"/>
                  </a:lnTo>
                  <a:lnTo>
                    <a:pt x="4454485" y="1831"/>
                  </a:lnTo>
                  <a:lnTo>
                    <a:pt x="4508369" y="3572"/>
                  </a:lnTo>
                  <a:lnTo>
                    <a:pt x="4577783" y="6101"/>
                  </a:lnTo>
                  <a:lnTo>
                    <a:pt x="4659375" y="9476"/>
                  </a:lnTo>
                  <a:lnTo>
                    <a:pt x="4748719" y="13715"/>
                  </a:lnTo>
                  <a:lnTo>
                    <a:pt x="4841268" y="18801"/>
                  </a:lnTo>
                  <a:lnTo>
                    <a:pt x="4933103" y="24716"/>
                  </a:lnTo>
                  <a:lnTo>
                    <a:pt x="5021334" y="31452"/>
                  </a:lnTo>
                  <a:lnTo>
                    <a:pt x="5104175" y="39032"/>
                  </a:lnTo>
                  <a:lnTo>
                    <a:pt x="5180805" y="47514"/>
                  </a:lnTo>
                  <a:lnTo>
                    <a:pt x="5251140" y="56995"/>
                  </a:lnTo>
                  <a:lnTo>
                    <a:pt x="5315605" y="67608"/>
                  </a:lnTo>
                  <a:lnTo>
                    <a:pt x="5374935" y="79520"/>
                  </a:lnTo>
                  <a:lnTo>
                    <a:pt x="5430030" y="92921"/>
                  </a:lnTo>
                  <a:lnTo>
                    <a:pt x="5481849" y="108006"/>
                  </a:lnTo>
                  <a:lnTo>
                    <a:pt x="5531318" y="124938"/>
                  </a:lnTo>
                  <a:lnTo>
                    <a:pt x="5567201" y="138835"/>
                  </a:lnTo>
                  <a:lnTo>
                    <a:pt x="5616272" y="159984"/>
                  </a:lnTo>
                  <a:lnTo>
                    <a:pt x="5664865" y="183275"/>
                  </a:lnTo>
                  <a:lnTo>
                    <a:pt x="5713478" y="208741"/>
                  </a:lnTo>
                  <a:lnTo>
                    <a:pt x="5762449" y="236341"/>
                  </a:lnTo>
                  <a:lnTo>
                    <a:pt x="5811981" y="265953"/>
                  </a:lnTo>
                  <a:lnTo>
                    <a:pt x="5862156" y="297370"/>
                  </a:lnTo>
                  <a:lnTo>
                    <a:pt x="5912953" y="330299"/>
                  </a:lnTo>
                  <a:lnTo>
                    <a:pt x="5964260" y="364370"/>
                  </a:lnTo>
                  <a:lnTo>
                    <a:pt x="6015902" y="399153"/>
                  </a:lnTo>
                  <a:lnTo>
                    <a:pt x="6067659" y="434176"/>
                  </a:lnTo>
                  <a:lnTo>
                    <a:pt x="6119298" y="468954"/>
                  </a:lnTo>
                  <a:lnTo>
                    <a:pt x="6170602" y="503017"/>
                  </a:lnTo>
                  <a:lnTo>
                    <a:pt x="6221393" y="535934"/>
                  </a:lnTo>
                  <a:lnTo>
                    <a:pt x="6271563" y="567336"/>
                  </a:lnTo>
                  <a:lnTo>
                    <a:pt x="6321089" y="596931"/>
                  </a:lnTo>
                  <a:lnTo>
                    <a:pt x="6370055" y="624512"/>
                  </a:lnTo>
                  <a:lnTo>
                    <a:pt x="6418666" y="649958"/>
                  </a:lnTo>
                  <a:lnTo>
                    <a:pt x="6467262" y="673230"/>
                  </a:lnTo>
                  <a:lnTo>
                    <a:pt x="6515891" y="694178"/>
                  </a:lnTo>
                  <a:lnTo>
                    <a:pt x="6564142" y="712549"/>
                  </a:lnTo>
                  <a:lnTo>
                    <a:pt x="6614124" y="729001"/>
                  </a:lnTo>
                  <a:lnTo>
                    <a:pt x="6666683" y="743641"/>
                  </a:lnTo>
                  <a:lnTo>
                    <a:pt x="6722762" y="756646"/>
                  </a:lnTo>
                  <a:lnTo>
                    <a:pt x="6783313" y="768212"/>
                  </a:lnTo>
                  <a:lnTo>
                    <a:pt x="6849206" y="778523"/>
                  </a:lnTo>
                  <a:lnTo>
                    <a:pt x="6921114" y="787739"/>
                  </a:lnTo>
                  <a:lnTo>
                    <a:pt x="6999351" y="795985"/>
                  </a:lnTo>
                  <a:lnTo>
                    <a:pt x="7083671" y="803347"/>
                  </a:lnTo>
                  <a:lnTo>
                    <a:pt x="7173028" y="809874"/>
                  </a:lnTo>
                  <a:lnTo>
                    <a:pt x="7265362" y="815580"/>
                  </a:lnTo>
                  <a:lnTo>
                    <a:pt x="7357503" y="820454"/>
                  </a:lnTo>
                  <a:lnTo>
                    <a:pt x="7445323" y="824474"/>
                  </a:lnTo>
                  <a:lnTo>
                    <a:pt x="7524220" y="827632"/>
                  </a:lnTo>
                  <a:lnTo>
                    <a:pt x="7589950" y="829953"/>
                  </a:lnTo>
                  <a:lnTo>
                    <a:pt x="7639580" y="831510"/>
                  </a:lnTo>
                  <a:lnTo>
                    <a:pt x="7672282" y="832427"/>
                  </a:lnTo>
                  <a:lnTo>
                    <a:pt x="7689673" y="832865"/>
                  </a:lnTo>
                  <a:lnTo>
                    <a:pt x="7695693" y="833002"/>
                  </a:lnTo>
                  <a:lnTo>
                    <a:pt x="7696237" y="833013"/>
                  </a:lnTo>
                  <a:lnTo>
                    <a:pt x="8234974" y="833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2" name="pl1552"/>
            <p:cNvSpPr/>
            <p:nvPr/>
          </p:nvSpPr>
          <p:spPr>
            <a:xfrm>
              <a:off x="546595" y="2149702"/>
              <a:ext cx="8234974" cy="2782156"/>
            </a:xfrm>
            <a:custGeom>
              <a:avLst/>
              <a:pathLst>
                <a:path w="8234974" h="2782156">
                  <a:moveTo>
                    <a:pt x="8234974" y="833013"/>
                  </a:moveTo>
                  <a:lnTo>
                    <a:pt x="7696237" y="833013"/>
                  </a:lnTo>
                  <a:lnTo>
                    <a:pt x="7694948" y="832986"/>
                  </a:lnTo>
                  <a:lnTo>
                    <a:pt x="7686532" y="832789"/>
                  </a:lnTo>
                  <a:lnTo>
                    <a:pt x="7665546" y="832246"/>
                  </a:lnTo>
                  <a:lnTo>
                    <a:pt x="7628607" y="831181"/>
                  </a:lnTo>
                  <a:lnTo>
                    <a:pt x="7574723" y="829440"/>
                  </a:lnTo>
                  <a:lnTo>
                    <a:pt x="7505309" y="826912"/>
                  </a:lnTo>
                  <a:lnTo>
                    <a:pt x="7423717" y="823536"/>
                  </a:lnTo>
                  <a:lnTo>
                    <a:pt x="7334373" y="819298"/>
                  </a:lnTo>
                  <a:lnTo>
                    <a:pt x="7241825" y="814212"/>
                  </a:lnTo>
                  <a:lnTo>
                    <a:pt x="7149990" y="808297"/>
                  </a:lnTo>
                  <a:lnTo>
                    <a:pt x="7061758" y="801561"/>
                  </a:lnTo>
                  <a:lnTo>
                    <a:pt x="6978917" y="793980"/>
                  </a:lnTo>
                  <a:lnTo>
                    <a:pt x="6902288" y="785498"/>
                  </a:lnTo>
                  <a:lnTo>
                    <a:pt x="6831952" y="776018"/>
                  </a:lnTo>
                  <a:lnTo>
                    <a:pt x="6767487" y="765405"/>
                  </a:lnTo>
                  <a:lnTo>
                    <a:pt x="6708157" y="753493"/>
                  </a:lnTo>
                  <a:lnTo>
                    <a:pt x="6653062" y="740091"/>
                  </a:lnTo>
                  <a:lnTo>
                    <a:pt x="6601243" y="725007"/>
                  </a:lnTo>
                  <a:lnTo>
                    <a:pt x="6551775" y="708074"/>
                  </a:lnTo>
                  <a:lnTo>
                    <a:pt x="6515891" y="694178"/>
                  </a:lnTo>
                  <a:lnTo>
                    <a:pt x="6466821" y="673029"/>
                  </a:lnTo>
                  <a:lnTo>
                    <a:pt x="6418227" y="649737"/>
                  </a:lnTo>
                  <a:lnTo>
                    <a:pt x="6369614" y="624272"/>
                  </a:lnTo>
                  <a:lnTo>
                    <a:pt x="6320644" y="596672"/>
                  </a:lnTo>
                  <a:lnTo>
                    <a:pt x="6271112" y="567060"/>
                  </a:lnTo>
                  <a:lnTo>
                    <a:pt x="6220936" y="535643"/>
                  </a:lnTo>
                  <a:lnTo>
                    <a:pt x="6170140" y="502714"/>
                  </a:lnTo>
                  <a:lnTo>
                    <a:pt x="6118832" y="468642"/>
                  </a:lnTo>
                  <a:lnTo>
                    <a:pt x="6067191" y="433860"/>
                  </a:lnTo>
                  <a:lnTo>
                    <a:pt x="6015434" y="398837"/>
                  </a:lnTo>
                  <a:lnTo>
                    <a:pt x="5963794" y="364058"/>
                  </a:lnTo>
                  <a:lnTo>
                    <a:pt x="5912491" y="329995"/>
                  </a:lnTo>
                  <a:lnTo>
                    <a:pt x="5861699" y="297078"/>
                  </a:lnTo>
                  <a:lnTo>
                    <a:pt x="5811530" y="265677"/>
                  </a:lnTo>
                  <a:lnTo>
                    <a:pt x="5762004" y="236082"/>
                  </a:lnTo>
                  <a:lnTo>
                    <a:pt x="5713037" y="208501"/>
                  </a:lnTo>
                  <a:lnTo>
                    <a:pt x="5664426" y="183055"/>
                  </a:lnTo>
                  <a:lnTo>
                    <a:pt x="5615831" y="159783"/>
                  </a:lnTo>
                  <a:lnTo>
                    <a:pt x="5567201" y="138835"/>
                  </a:lnTo>
                  <a:lnTo>
                    <a:pt x="5518950" y="120464"/>
                  </a:lnTo>
                  <a:lnTo>
                    <a:pt x="5468968" y="104012"/>
                  </a:lnTo>
                  <a:lnTo>
                    <a:pt x="5416409" y="89372"/>
                  </a:lnTo>
                  <a:lnTo>
                    <a:pt x="5360330" y="76367"/>
                  </a:lnTo>
                  <a:lnTo>
                    <a:pt x="5299779" y="64801"/>
                  </a:lnTo>
                  <a:lnTo>
                    <a:pt x="5233886" y="54490"/>
                  </a:lnTo>
                  <a:lnTo>
                    <a:pt x="5161978" y="45274"/>
                  </a:lnTo>
                  <a:lnTo>
                    <a:pt x="5083741" y="37028"/>
                  </a:lnTo>
                  <a:lnTo>
                    <a:pt x="4999421" y="29666"/>
                  </a:lnTo>
                  <a:lnTo>
                    <a:pt x="4910065" y="23138"/>
                  </a:lnTo>
                  <a:lnTo>
                    <a:pt x="4817731" y="17432"/>
                  </a:lnTo>
                  <a:lnTo>
                    <a:pt x="4725589" y="12559"/>
                  </a:lnTo>
                  <a:lnTo>
                    <a:pt x="4637770" y="8539"/>
                  </a:lnTo>
                  <a:lnTo>
                    <a:pt x="4558872" y="5381"/>
                  </a:lnTo>
                  <a:lnTo>
                    <a:pt x="4493142" y="3060"/>
                  </a:lnTo>
                  <a:lnTo>
                    <a:pt x="4443512" y="1503"/>
                  </a:lnTo>
                  <a:lnTo>
                    <a:pt x="4410811" y="586"/>
                  </a:lnTo>
                  <a:lnTo>
                    <a:pt x="4393420" y="148"/>
                  </a:lnTo>
                  <a:lnTo>
                    <a:pt x="4387400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6" y="83"/>
                  </a:lnTo>
                  <a:lnTo>
                    <a:pt x="3839278" y="677"/>
                  </a:lnTo>
                  <a:lnTo>
                    <a:pt x="3820091" y="2320"/>
                  </a:lnTo>
                  <a:lnTo>
                    <a:pt x="3786153" y="5548"/>
                  </a:lnTo>
                  <a:lnTo>
                    <a:pt x="3736310" y="10836"/>
                  </a:lnTo>
                  <a:lnTo>
                    <a:pt x="3671553" y="18544"/>
                  </a:lnTo>
                  <a:lnTo>
                    <a:pt x="3594669" y="28881"/>
                  </a:lnTo>
                  <a:lnTo>
                    <a:pt x="3509551" y="41919"/>
                  </a:lnTo>
                  <a:lnTo>
                    <a:pt x="3420378" y="57628"/>
                  </a:lnTo>
                  <a:lnTo>
                    <a:pt x="3330912" y="75944"/>
                  </a:lnTo>
                  <a:lnTo>
                    <a:pt x="3244078" y="96832"/>
                  </a:lnTo>
                  <a:lnTo>
                    <a:pt x="3161825" y="120323"/>
                  </a:lnTo>
                  <a:lnTo>
                    <a:pt x="3085197" y="146553"/>
                  </a:lnTo>
                  <a:lnTo>
                    <a:pt x="3014508" y="175767"/>
                  </a:lnTo>
                  <a:lnTo>
                    <a:pt x="2949546" y="208324"/>
                  </a:lnTo>
                  <a:lnTo>
                    <a:pt x="2889755" y="244686"/>
                  </a:lnTo>
                  <a:lnTo>
                    <a:pt x="2834376" y="285399"/>
                  </a:lnTo>
                  <a:lnTo>
                    <a:pt x="2782556" y="331054"/>
                  </a:lnTo>
                  <a:lnTo>
                    <a:pt x="2733429" y="382217"/>
                  </a:lnTo>
                  <a:lnTo>
                    <a:pt x="2686187" y="439309"/>
                  </a:lnTo>
                  <a:lnTo>
                    <a:pt x="2667772" y="463692"/>
                  </a:lnTo>
                  <a:lnTo>
                    <a:pt x="2632055" y="514300"/>
                  </a:lnTo>
                  <a:lnTo>
                    <a:pt x="2596673" y="568652"/>
                  </a:lnTo>
                  <a:lnTo>
                    <a:pt x="2561410" y="626825"/>
                  </a:lnTo>
                  <a:lnTo>
                    <a:pt x="2526095" y="688832"/>
                  </a:lnTo>
                  <a:lnTo>
                    <a:pt x="2490603" y="754618"/>
                  </a:lnTo>
                  <a:lnTo>
                    <a:pt x="2454843" y="824053"/>
                  </a:lnTo>
                  <a:lnTo>
                    <a:pt x="2418763" y="896927"/>
                  </a:lnTo>
                  <a:lnTo>
                    <a:pt x="2382339" y="972949"/>
                  </a:lnTo>
                  <a:lnTo>
                    <a:pt x="2345580" y="1051750"/>
                  </a:lnTo>
                  <a:lnTo>
                    <a:pt x="2308518" y="1132886"/>
                  </a:lnTo>
                  <a:lnTo>
                    <a:pt x="2271207" y="1215847"/>
                  </a:lnTo>
                  <a:lnTo>
                    <a:pt x="2233717" y="1300073"/>
                  </a:lnTo>
                  <a:lnTo>
                    <a:pt x="2196132" y="1384963"/>
                  </a:lnTo>
                  <a:lnTo>
                    <a:pt x="2158541" y="1469898"/>
                  </a:lnTo>
                  <a:lnTo>
                    <a:pt x="2121032" y="1554256"/>
                  </a:lnTo>
                  <a:lnTo>
                    <a:pt x="2083690" y="1637435"/>
                  </a:lnTo>
                  <a:lnTo>
                    <a:pt x="2046588" y="1718867"/>
                  </a:lnTo>
                  <a:lnTo>
                    <a:pt x="2009783" y="1798032"/>
                  </a:lnTo>
                  <a:lnTo>
                    <a:pt x="1973311" y="1874479"/>
                  </a:lnTo>
                  <a:lnTo>
                    <a:pt x="1937181" y="1947825"/>
                  </a:lnTo>
                  <a:lnTo>
                    <a:pt x="1901378" y="2017770"/>
                  </a:lnTo>
                  <a:lnTo>
                    <a:pt x="1865852" y="2084091"/>
                  </a:lnTo>
                  <a:lnTo>
                    <a:pt x="1830519" y="2146646"/>
                  </a:lnTo>
                  <a:lnTo>
                    <a:pt x="1795257" y="2205372"/>
                  </a:lnTo>
                  <a:lnTo>
                    <a:pt x="1759905" y="2260270"/>
                  </a:lnTo>
                  <a:lnTo>
                    <a:pt x="1724251" y="2311410"/>
                  </a:lnTo>
                  <a:lnTo>
                    <a:pt x="1719082" y="2318464"/>
                  </a:lnTo>
                  <a:lnTo>
                    <a:pt x="1672394" y="2377963"/>
                  </a:lnTo>
                  <a:lnTo>
                    <a:pt x="1624108" y="2431447"/>
                  </a:lnTo>
                  <a:lnTo>
                    <a:pt x="1573461" y="2479228"/>
                  </a:lnTo>
                  <a:lnTo>
                    <a:pt x="1519602" y="2521835"/>
                  </a:lnTo>
                  <a:lnTo>
                    <a:pt x="1461663" y="2559858"/>
                  </a:lnTo>
                  <a:lnTo>
                    <a:pt x="1398837" y="2593868"/>
                  </a:lnTo>
                  <a:lnTo>
                    <a:pt x="1330474" y="2624362"/>
                  </a:lnTo>
                  <a:lnTo>
                    <a:pt x="1256203" y="2651743"/>
                  </a:lnTo>
                  <a:lnTo>
                    <a:pt x="1176107" y="2676301"/>
                  </a:lnTo>
                  <a:lnTo>
                    <a:pt x="1090916" y="2698214"/>
                  </a:lnTo>
                  <a:lnTo>
                    <a:pt x="1002200" y="2717554"/>
                  </a:lnTo>
                  <a:lnTo>
                    <a:pt x="912500" y="2734307"/>
                  </a:lnTo>
                  <a:lnTo>
                    <a:pt x="825279" y="2748414"/>
                  </a:lnTo>
                  <a:lnTo>
                    <a:pt x="744621" y="2759824"/>
                  </a:lnTo>
                  <a:lnTo>
                    <a:pt x="674628" y="2768560"/>
                  </a:lnTo>
                  <a:lnTo>
                    <a:pt x="618625" y="2774776"/>
                  </a:lnTo>
                  <a:lnTo>
                    <a:pt x="578378" y="2778771"/>
                  </a:lnTo>
                  <a:lnTo>
                    <a:pt x="553603" y="2780982"/>
                  </a:lnTo>
                  <a:lnTo>
                    <a:pt x="541863" y="2781928"/>
                  </a:lnTo>
                  <a:lnTo>
                    <a:pt x="538813" y="2782151"/>
                  </a:lnTo>
                  <a:lnTo>
                    <a:pt x="538736" y="2782156"/>
                  </a:lnTo>
                  <a:lnTo>
                    <a:pt x="0" y="27821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3" name="pg1553"/>
            <p:cNvSpPr/>
            <p:nvPr/>
          </p:nvSpPr>
          <p:spPr>
            <a:xfrm>
              <a:off x="546595" y="2187814"/>
              <a:ext cx="8234974" cy="2754934"/>
            </a:xfrm>
            <a:custGeom>
              <a:avLst/>
              <a:pathLst>
                <a:path w="8234974" h="2754934">
                  <a:moveTo>
                    <a:pt x="0" y="2754934"/>
                  </a:moveTo>
                  <a:lnTo>
                    <a:pt x="538736" y="2754934"/>
                  </a:lnTo>
                  <a:lnTo>
                    <a:pt x="539911" y="2754851"/>
                  </a:lnTo>
                  <a:lnTo>
                    <a:pt x="547597" y="2754263"/>
                  </a:lnTo>
                  <a:lnTo>
                    <a:pt x="566825" y="2752635"/>
                  </a:lnTo>
                  <a:lnTo>
                    <a:pt x="600833" y="2749438"/>
                  </a:lnTo>
                  <a:lnTo>
                    <a:pt x="650770" y="2744200"/>
                  </a:lnTo>
                  <a:lnTo>
                    <a:pt x="715637" y="2736566"/>
                  </a:lnTo>
                  <a:lnTo>
                    <a:pt x="792633" y="2726328"/>
                  </a:lnTo>
                  <a:lnTo>
                    <a:pt x="877853" y="2713418"/>
                  </a:lnTo>
                  <a:lnTo>
                    <a:pt x="967109" y="2697864"/>
                  </a:lnTo>
                  <a:lnTo>
                    <a:pt x="1056635" y="2679729"/>
                  </a:lnTo>
                  <a:lnTo>
                    <a:pt x="1143506" y="2659050"/>
                  </a:lnTo>
                  <a:lnTo>
                    <a:pt x="1225775" y="2635793"/>
                  </a:lnTo>
                  <a:lnTo>
                    <a:pt x="1302406" y="2609823"/>
                  </a:lnTo>
                  <a:lnTo>
                    <a:pt x="1373088" y="2580897"/>
                  </a:lnTo>
                  <a:lnTo>
                    <a:pt x="1438038" y="2548657"/>
                  </a:lnTo>
                  <a:lnTo>
                    <a:pt x="1497818" y="2512645"/>
                  </a:lnTo>
                  <a:lnTo>
                    <a:pt x="1553189" y="2472319"/>
                  </a:lnTo>
                  <a:lnTo>
                    <a:pt x="1605007" y="2427094"/>
                  </a:lnTo>
                  <a:lnTo>
                    <a:pt x="1654139" y="2376410"/>
                  </a:lnTo>
                  <a:lnTo>
                    <a:pt x="1701395" y="2319853"/>
                  </a:lnTo>
                  <a:lnTo>
                    <a:pt x="1719082" y="2296686"/>
                  </a:lnTo>
                  <a:lnTo>
                    <a:pt x="1754966" y="2246429"/>
                  </a:lnTo>
                  <a:lnTo>
                    <a:pt x="1790512" y="2192438"/>
                  </a:lnTo>
                  <a:lnTo>
                    <a:pt x="1825940" y="2134634"/>
                  </a:lnTo>
                  <a:lnTo>
                    <a:pt x="1861422" y="2073006"/>
                  </a:lnTo>
                  <a:lnTo>
                    <a:pt x="1897085" y="2007610"/>
                  </a:lnTo>
                  <a:lnTo>
                    <a:pt x="1933020" y="1938579"/>
                  </a:lnTo>
                  <a:lnTo>
                    <a:pt x="1969280" y="1866124"/>
                  </a:lnTo>
                  <a:lnTo>
                    <a:pt x="2005886" y="1790539"/>
                  </a:lnTo>
                  <a:lnTo>
                    <a:pt x="2042830" y="1712198"/>
                  </a:lnTo>
                  <a:lnTo>
                    <a:pt x="2080078" y="1631548"/>
                  </a:lnTo>
                  <a:lnTo>
                    <a:pt x="2117574" y="1549102"/>
                  </a:lnTo>
                  <a:lnTo>
                    <a:pt x="2155247" y="1465426"/>
                  </a:lnTo>
                  <a:lnTo>
                    <a:pt x="2193010" y="1381120"/>
                  </a:lnTo>
                  <a:lnTo>
                    <a:pt x="2230775" y="1296808"/>
                  </a:lnTo>
                  <a:lnTo>
                    <a:pt x="2268451" y="1213111"/>
                  </a:lnTo>
                  <a:lnTo>
                    <a:pt x="2305952" y="1130631"/>
                  </a:lnTo>
                  <a:lnTo>
                    <a:pt x="2343206" y="1049936"/>
                  </a:lnTo>
                  <a:lnTo>
                    <a:pt x="2380157" y="971539"/>
                  </a:lnTo>
                  <a:lnTo>
                    <a:pt x="2416771" y="895889"/>
                  </a:lnTo>
                  <a:lnTo>
                    <a:pt x="2453038" y="823362"/>
                  </a:lnTo>
                  <a:lnTo>
                    <a:pt x="2488979" y="754252"/>
                  </a:lnTo>
                  <a:lnTo>
                    <a:pt x="2524648" y="688774"/>
                  </a:lnTo>
                  <a:lnTo>
                    <a:pt x="2560133" y="627062"/>
                  </a:lnTo>
                  <a:lnTo>
                    <a:pt x="2595560" y="569174"/>
                  </a:lnTo>
                  <a:lnTo>
                    <a:pt x="2631102" y="515099"/>
                  </a:lnTo>
                  <a:lnTo>
                    <a:pt x="2666975" y="464762"/>
                  </a:lnTo>
                  <a:lnTo>
                    <a:pt x="2667772" y="463692"/>
                  </a:lnTo>
                  <a:lnTo>
                    <a:pt x="2714497" y="404848"/>
                  </a:lnTo>
                  <a:lnTo>
                    <a:pt x="2762824" y="351958"/>
                  </a:lnTo>
                  <a:lnTo>
                    <a:pt x="2813516" y="304711"/>
                  </a:lnTo>
                  <a:lnTo>
                    <a:pt x="2867427" y="262585"/>
                  </a:lnTo>
                  <a:lnTo>
                    <a:pt x="2925428" y="224993"/>
                  </a:lnTo>
                  <a:lnTo>
                    <a:pt x="2988325" y="191373"/>
                  </a:lnTo>
                  <a:lnTo>
                    <a:pt x="3056771" y="161230"/>
                  </a:lnTo>
                  <a:lnTo>
                    <a:pt x="3131135" y="134166"/>
                  </a:lnTo>
                  <a:lnTo>
                    <a:pt x="3211330" y="109896"/>
                  </a:lnTo>
                  <a:lnTo>
                    <a:pt x="3296622" y="88242"/>
                  </a:lnTo>
                  <a:lnTo>
                    <a:pt x="3385426" y="69134"/>
                  </a:lnTo>
                  <a:lnTo>
                    <a:pt x="3475191" y="52588"/>
                  </a:lnTo>
                  <a:lnTo>
                    <a:pt x="3562435" y="38662"/>
                  </a:lnTo>
                  <a:lnTo>
                    <a:pt x="3643064" y="27406"/>
                  </a:lnTo>
                  <a:lnTo>
                    <a:pt x="3712969" y="18794"/>
                  </a:lnTo>
                  <a:lnTo>
                    <a:pt x="3768832" y="12676"/>
                  </a:lnTo>
                  <a:lnTo>
                    <a:pt x="3808904" y="8750"/>
                  </a:lnTo>
                  <a:lnTo>
                    <a:pt x="3833500" y="6584"/>
                  </a:lnTo>
                  <a:lnTo>
                    <a:pt x="3845088" y="566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6" y="5493"/>
                  </a:lnTo>
                  <a:lnTo>
                    <a:pt x="4396347" y="5841"/>
                  </a:lnTo>
                  <a:lnTo>
                    <a:pt x="4416891" y="6805"/>
                  </a:lnTo>
                  <a:lnTo>
                    <a:pt x="4453093" y="8696"/>
                  </a:lnTo>
                  <a:lnTo>
                    <a:pt x="4505991" y="11789"/>
                  </a:lnTo>
                  <a:lnTo>
                    <a:pt x="4574276" y="16284"/>
                  </a:lnTo>
                  <a:lnTo>
                    <a:pt x="4654737" y="22293"/>
                  </a:lnTo>
                  <a:lnTo>
                    <a:pt x="4743078" y="29845"/>
                  </a:lnTo>
                  <a:lnTo>
                    <a:pt x="4834837" y="38917"/>
                  </a:lnTo>
                  <a:lnTo>
                    <a:pt x="4926129" y="49473"/>
                  </a:lnTo>
                  <a:lnTo>
                    <a:pt x="5014051" y="61498"/>
                  </a:lnTo>
                  <a:lnTo>
                    <a:pt x="5096774" y="75027"/>
                  </a:lnTo>
                  <a:lnTo>
                    <a:pt x="5173420" y="90157"/>
                  </a:lnTo>
                  <a:lnTo>
                    <a:pt x="5243850" y="107053"/>
                  </a:lnTo>
                  <a:lnTo>
                    <a:pt x="5308437" y="125946"/>
                  </a:lnTo>
                  <a:lnTo>
                    <a:pt x="5367872" y="147127"/>
                  </a:lnTo>
                  <a:lnTo>
                    <a:pt x="5423024" y="170928"/>
                  </a:lnTo>
                  <a:lnTo>
                    <a:pt x="5474827" y="197697"/>
                  </a:lnTo>
                  <a:lnTo>
                    <a:pt x="5524193" y="227737"/>
                  </a:lnTo>
                  <a:lnTo>
                    <a:pt x="5567201" y="257707"/>
                  </a:lnTo>
                  <a:lnTo>
                    <a:pt x="5610952" y="291755"/>
                  </a:lnTo>
                  <a:lnTo>
                    <a:pt x="5654276" y="328884"/>
                  </a:lnTo>
                  <a:lnTo>
                    <a:pt x="5697542" y="369149"/>
                  </a:lnTo>
                  <a:lnTo>
                    <a:pt x="5741019" y="412524"/>
                  </a:lnTo>
                  <a:lnTo>
                    <a:pt x="5784885" y="458896"/>
                  </a:lnTo>
                  <a:lnTo>
                    <a:pt x="5829239" y="508051"/>
                  </a:lnTo>
                  <a:lnTo>
                    <a:pt x="5874107" y="559679"/>
                  </a:lnTo>
                  <a:lnTo>
                    <a:pt x="5919455" y="613373"/>
                  </a:lnTo>
                  <a:lnTo>
                    <a:pt x="5965194" y="668641"/>
                  </a:lnTo>
                  <a:lnTo>
                    <a:pt x="6011196" y="724923"/>
                  </a:lnTo>
                  <a:lnTo>
                    <a:pt x="6057306" y="781616"/>
                  </a:lnTo>
                  <a:lnTo>
                    <a:pt x="6103360" y="838096"/>
                  </a:lnTo>
                  <a:lnTo>
                    <a:pt x="6149197" y="893748"/>
                  </a:lnTo>
                  <a:lnTo>
                    <a:pt x="6194681" y="947997"/>
                  </a:lnTo>
                  <a:lnTo>
                    <a:pt x="6239708" y="1000327"/>
                  </a:lnTo>
                  <a:lnTo>
                    <a:pt x="6284225" y="1050303"/>
                  </a:lnTo>
                  <a:lnTo>
                    <a:pt x="6328238" y="1097583"/>
                  </a:lnTo>
                  <a:lnTo>
                    <a:pt x="6371823" y="1141924"/>
                  </a:lnTo>
                  <a:lnTo>
                    <a:pt x="6415131" y="1183180"/>
                  </a:lnTo>
                  <a:lnTo>
                    <a:pt x="6458402" y="1221299"/>
                  </a:lnTo>
                  <a:lnTo>
                    <a:pt x="6501970" y="1256312"/>
                  </a:lnTo>
                  <a:lnTo>
                    <a:pt x="6515891" y="1266761"/>
                  </a:lnTo>
                  <a:lnTo>
                    <a:pt x="6563765" y="1299898"/>
                  </a:lnTo>
                  <a:lnTo>
                    <a:pt x="6613337" y="1329600"/>
                  </a:lnTo>
                  <a:lnTo>
                    <a:pt x="6665433" y="1356056"/>
                  </a:lnTo>
                  <a:lnTo>
                    <a:pt x="6720973" y="1379579"/>
                  </a:lnTo>
                  <a:lnTo>
                    <a:pt x="6780888" y="1400516"/>
                  </a:lnTo>
                  <a:lnTo>
                    <a:pt x="6846033" y="1419196"/>
                  </a:lnTo>
                  <a:lnTo>
                    <a:pt x="6917077" y="1435906"/>
                  </a:lnTo>
                  <a:lnTo>
                    <a:pt x="6994349" y="1450869"/>
                  </a:lnTo>
                  <a:lnTo>
                    <a:pt x="7077647" y="1464244"/>
                  </a:lnTo>
                  <a:lnTo>
                    <a:pt x="7166008" y="1476121"/>
                  </a:lnTo>
                  <a:lnTo>
                    <a:pt x="7257496" y="1486529"/>
                  </a:lnTo>
                  <a:lnTo>
                    <a:pt x="7349101" y="1495450"/>
                  </a:lnTo>
                  <a:lnTo>
                    <a:pt x="7436856" y="1502848"/>
                  </a:lnTo>
                  <a:lnTo>
                    <a:pt x="7516280" y="1508703"/>
                  </a:lnTo>
                  <a:lnTo>
                    <a:pt x="7583140" y="1513051"/>
                  </a:lnTo>
                  <a:lnTo>
                    <a:pt x="7634386" y="1516012"/>
                  </a:lnTo>
                  <a:lnTo>
                    <a:pt x="7668931" y="1517797"/>
                  </a:lnTo>
                  <a:lnTo>
                    <a:pt x="7688052" y="1518685"/>
                  </a:lnTo>
                  <a:lnTo>
                    <a:pt x="7695314" y="1518989"/>
                  </a:lnTo>
                  <a:lnTo>
                    <a:pt x="7696237" y="1519025"/>
                  </a:lnTo>
                  <a:lnTo>
                    <a:pt x="8234974" y="1519025"/>
                  </a:lnTo>
                  <a:lnTo>
                    <a:pt x="8234974" y="1513580"/>
                  </a:lnTo>
                  <a:lnTo>
                    <a:pt x="7696237" y="1513580"/>
                  </a:lnTo>
                  <a:lnTo>
                    <a:pt x="7694977" y="1513531"/>
                  </a:lnTo>
                  <a:lnTo>
                    <a:pt x="7686745" y="1513183"/>
                  </a:lnTo>
                  <a:lnTo>
                    <a:pt x="7666202" y="1512219"/>
                  </a:lnTo>
                  <a:lnTo>
                    <a:pt x="7629999" y="1510328"/>
                  </a:lnTo>
                  <a:lnTo>
                    <a:pt x="7577102" y="1507235"/>
                  </a:lnTo>
                  <a:lnTo>
                    <a:pt x="7508816" y="1502740"/>
                  </a:lnTo>
                  <a:lnTo>
                    <a:pt x="7428355" y="1496731"/>
                  </a:lnTo>
                  <a:lnTo>
                    <a:pt x="7340015" y="1489179"/>
                  </a:lnTo>
                  <a:lnTo>
                    <a:pt x="7248256" y="1480107"/>
                  </a:lnTo>
                  <a:lnTo>
                    <a:pt x="7156964" y="1469551"/>
                  </a:lnTo>
                  <a:lnTo>
                    <a:pt x="7069041" y="1457526"/>
                  </a:lnTo>
                  <a:lnTo>
                    <a:pt x="6986319" y="1443997"/>
                  </a:lnTo>
                  <a:lnTo>
                    <a:pt x="6909672" y="1428867"/>
                  </a:lnTo>
                  <a:lnTo>
                    <a:pt x="6839242" y="1411971"/>
                  </a:lnTo>
                  <a:lnTo>
                    <a:pt x="6774656" y="1393078"/>
                  </a:lnTo>
                  <a:lnTo>
                    <a:pt x="6715220" y="1371897"/>
                  </a:lnTo>
                  <a:lnTo>
                    <a:pt x="6660068" y="1348096"/>
                  </a:lnTo>
                  <a:lnTo>
                    <a:pt x="6608266" y="1321327"/>
                  </a:lnTo>
                  <a:lnTo>
                    <a:pt x="6558899" y="1291287"/>
                  </a:lnTo>
                  <a:lnTo>
                    <a:pt x="6515891" y="1261317"/>
                  </a:lnTo>
                  <a:lnTo>
                    <a:pt x="6472140" y="1227269"/>
                  </a:lnTo>
                  <a:lnTo>
                    <a:pt x="6428817" y="1190140"/>
                  </a:lnTo>
                  <a:lnTo>
                    <a:pt x="6385551" y="1149875"/>
                  </a:lnTo>
                  <a:lnTo>
                    <a:pt x="6342074" y="1106500"/>
                  </a:lnTo>
                  <a:lnTo>
                    <a:pt x="6298208" y="1060128"/>
                  </a:lnTo>
                  <a:lnTo>
                    <a:pt x="6253854" y="1010973"/>
                  </a:lnTo>
                  <a:lnTo>
                    <a:pt x="6208985" y="959345"/>
                  </a:lnTo>
                  <a:lnTo>
                    <a:pt x="6163637" y="905652"/>
                  </a:lnTo>
                  <a:lnTo>
                    <a:pt x="6117898" y="850384"/>
                  </a:lnTo>
                  <a:lnTo>
                    <a:pt x="6071897" y="794101"/>
                  </a:lnTo>
                  <a:lnTo>
                    <a:pt x="6025786" y="737408"/>
                  </a:lnTo>
                  <a:lnTo>
                    <a:pt x="5979733" y="680928"/>
                  </a:lnTo>
                  <a:lnTo>
                    <a:pt x="5933895" y="625276"/>
                  </a:lnTo>
                  <a:lnTo>
                    <a:pt x="5888412" y="571027"/>
                  </a:lnTo>
                  <a:lnTo>
                    <a:pt x="5843385" y="518697"/>
                  </a:lnTo>
                  <a:lnTo>
                    <a:pt x="5798868" y="468721"/>
                  </a:lnTo>
                  <a:lnTo>
                    <a:pt x="5754854" y="421441"/>
                  </a:lnTo>
                  <a:lnTo>
                    <a:pt x="5711270" y="377100"/>
                  </a:lnTo>
                  <a:lnTo>
                    <a:pt x="5667961" y="335844"/>
                  </a:lnTo>
                  <a:lnTo>
                    <a:pt x="5624691" y="297725"/>
                  </a:lnTo>
                  <a:lnTo>
                    <a:pt x="5581122" y="262712"/>
                  </a:lnTo>
                  <a:lnTo>
                    <a:pt x="5567201" y="252263"/>
                  </a:lnTo>
                  <a:lnTo>
                    <a:pt x="5519327" y="219126"/>
                  </a:lnTo>
                  <a:lnTo>
                    <a:pt x="5469755" y="189424"/>
                  </a:lnTo>
                  <a:lnTo>
                    <a:pt x="5417659" y="162968"/>
                  </a:lnTo>
                  <a:lnTo>
                    <a:pt x="5362120" y="139445"/>
                  </a:lnTo>
                  <a:lnTo>
                    <a:pt x="5302204" y="118508"/>
                  </a:lnTo>
                  <a:lnTo>
                    <a:pt x="5237059" y="99828"/>
                  </a:lnTo>
                  <a:lnTo>
                    <a:pt x="5166015" y="83119"/>
                  </a:lnTo>
                  <a:lnTo>
                    <a:pt x="5088743" y="68155"/>
                  </a:lnTo>
                  <a:lnTo>
                    <a:pt x="5005445" y="54780"/>
                  </a:lnTo>
                  <a:lnTo>
                    <a:pt x="4917085" y="42903"/>
                  </a:lnTo>
                  <a:lnTo>
                    <a:pt x="4825597" y="32495"/>
                  </a:lnTo>
                  <a:lnTo>
                    <a:pt x="4733992" y="23574"/>
                  </a:lnTo>
                  <a:lnTo>
                    <a:pt x="4646236" y="16176"/>
                  </a:lnTo>
                  <a:lnTo>
                    <a:pt x="4566813" y="10321"/>
                  </a:lnTo>
                  <a:lnTo>
                    <a:pt x="4499952" y="5973"/>
                  </a:lnTo>
                  <a:lnTo>
                    <a:pt x="4448707" y="3012"/>
                  </a:lnTo>
                  <a:lnTo>
                    <a:pt x="4414162" y="1227"/>
                  </a:lnTo>
                  <a:lnTo>
                    <a:pt x="4395040" y="339"/>
                  </a:lnTo>
                  <a:lnTo>
                    <a:pt x="4387779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3" y="82"/>
                  </a:lnTo>
                  <a:lnTo>
                    <a:pt x="3839258" y="671"/>
                  </a:lnTo>
                  <a:lnTo>
                    <a:pt x="3820029" y="2298"/>
                  </a:lnTo>
                  <a:lnTo>
                    <a:pt x="3786022" y="5495"/>
                  </a:lnTo>
                  <a:lnTo>
                    <a:pt x="3736085" y="10733"/>
                  </a:lnTo>
                  <a:lnTo>
                    <a:pt x="3671218" y="18368"/>
                  </a:lnTo>
                  <a:lnTo>
                    <a:pt x="3594222" y="28606"/>
                  </a:lnTo>
                  <a:lnTo>
                    <a:pt x="3509002" y="41516"/>
                  </a:lnTo>
                  <a:lnTo>
                    <a:pt x="3419745" y="57069"/>
                  </a:lnTo>
                  <a:lnTo>
                    <a:pt x="3330219" y="75204"/>
                  </a:lnTo>
                  <a:lnTo>
                    <a:pt x="3243349" y="95883"/>
                  </a:lnTo>
                  <a:lnTo>
                    <a:pt x="3161079" y="119141"/>
                  </a:lnTo>
                  <a:lnTo>
                    <a:pt x="3084449" y="145110"/>
                  </a:lnTo>
                  <a:lnTo>
                    <a:pt x="3013767" y="174037"/>
                  </a:lnTo>
                  <a:lnTo>
                    <a:pt x="2948816" y="206276"/>
                  </a:lnTo>
                  <a:lnTo>
                    <a:pt x="2889036" y="242289"/>
                  </a:lnTo>
                  <a:lnTo>
                    <a:pt x="2833665" y="282615"/>
                  </a:lnTo>
                  <a:lnTo>
                    <a:pt x="2781848" y="327840"/>
                  </a:lnTo>
                  <a:lnTo>
                    <a:pt x="2732715" y="378523"/>
                  </a:lnTo>
                  <a:lnTo>
                    <a:pt x="2685460" y="435081"/>
                  </a:lnTo>
                  <a:lnTo>
                    <a:pt x="2667772" y="458248"/>
                  </a:lnTo>
                  <a:lnTo>
                    <a:pt x="2631889" y="508504"/>
                  </a:lnTo>
                  <a:lnTo>
                    <a:pt x="2596343" y="562496"/>
                  </a:lnTo>
                  <a:lnTo>
                    <a:pt x="2560914" y="620299"/>
                  </a:lnTo>
                  <a:lnTo>
                    <a:pt x="2525433" y="681927"/>
                  </a:lnTo>
                  <a:lnTo>
                    <a:pt x="2489769" y="747323"/>
                  </a:lnTo>
                  <a:lnTo>
                    <a:pt x="2453834" y="816355"/>
                  </a:lnTo>
                  <a:lnTo>
                    <a:pt x="2417575" y="888810"/>
                  </a:lnTo>
                  <a:lnTo>
                    <a:pt x="2380969" y="964394"/>
                  </a:lnTo>
                  <a:lnTo>
                    <a:pt x="2344025" y="1042735"/>
                  </a:lnTo>
                  <a:lnTo>
                    <a:pt x="2306777" y="1123385"/>
                  </a:lnTo>
                  <a:lnTo>
                    <a:pt x="2269280" y="1205831"/>
                  </a:lnTo>
                  <a:lnTo>
                    <a:pt x="2231608" y="1289508"/>
                  </a:lnTo>
                  <a:lnTo>
                    <a:pt x="2193844" y="1373813"/>
                  </a:lnTo>
                  <a:lnTo>
                    <a:pt x="2156079" y="1458125"/>
                  </a:lnTo>
                  <a:lnTo>
                    <a:pt x="2118404" y="1541823"/>
                  </a:lnTo>
                  <a:lnTo>
                    <a:pt x="2080903" y="1624302"/>
                  </a:lnTo>
                  <a:lnTo>
                    <a:pt x="2043648" y="1704997"/>
                  </a:lnTo>
                  <a:lnTo>
                    <a:pt x="2006697" y="1783394"/>
                  </a:lnTo>
                  <a:lnTo>
                    <a:pt x="1970084" y="1859044"/>
                  </a:lnTo>
                  <a:lnTo>
                    <a:pt x="1933817" y="1931571"/>
                  </a:lnTo>
                  <a:lnTo>
                    <a:pt x="1897875" y="2000681"/>
                  </a:lnTo>
                  <a:lnTo>
                    <a:pt x="1862207" y="2066159"/>
                  </a:lnTo>
                  <a:lnTo>
                    <a:pt x="1826722" y="2127871"/>
                  </a:lnTo>
                  <a:lnTo>
                    <a:pt x="1791294" y="2185759"/>
                  </a:lnTo>
                  <a:lnTo>
                    <a:pt x="1755753" y="2239834"/>
                  </a:lnTo>
                  <a:lnTo>
                    <a:pt x="1719880" y="2290172"/>
                  </a:lnTo>
                  <a:lnTo>
                    <a:pt x="1719082" y="2291241"/>
                  </a:lnTo>
                  <a:lnTo>
                    <a:pt x="1672357" y="2350086"/>
                  </a:lnTo>
                  <a:lnTo>
                    <a:pt x="1624031" y="2402976"/>
                  </a:lnTo>
                  <a:lnTo>
                    <a:pt x="1573339" y="2450222"/>
                  </a:lnTo>
                  <a:lnTo>
                    <a:pt x="1519427" y="2492349"/>
                  </a:lnTo>
                  <a:lnTo>
                    <a:pt x="1461427" y="2529940"/>
                  </a:lnTo>
                  <a:lnTo>
                    <a:pt x="1398530" y="2563561"/>
                  </a:lnTo>
                  <a:lnTo>
                    <a:pt x="1330083" y="2593704"/>
                  </a:lnTo>
                  <a:lnTo>
                    <a:pt x="1255720" y="2620767"/>
                  </a:lnTo>
                  <a:lnTo>
                    <a:pt x="1175525" y="2645038"/>
                  </a:lnTo>
                  <a:lnTo>
                    <a:pt x="1090233" y="2666692"/>
                  </a:lnTo>
                  <a:lnTo>
                    <a:pt x="1001428" y="2685799"/>
                  </a:lnTo>
                  <a:lnTo>
                    <a:pt x="911664" y="2702345"/>
                  </a:lnTo>
                  <a:lnTo>
                    <a:pt x="824419" y="2716271"/>
                  </a:lnTo>
                  <a:lnTo>
                    <a:pt x="743790" y="2727527"/>
                  </a:lnTo>
                  <a:lnTo>
                    <a:pt x="673885" y="2736139"/>
                  </a:lnTo>
                  <a:lnTo>
                    <a:pt x="618022" y="2742257"/>
                  </a:lnTo>
                  <a:lnTo>
                    <a:pt x="577951" y="2746183"/>
                  </a:lnTo>
                  <a:lnTo>
                    <a:pt x="553355" y="2748349"/>
                  </a:lnTo>
                  <a:lnTo>
                    <a:pt x="541767" y="2749270"/>
                  </a:lnTo>
                  <a:lnTo>
                    <a:pt x="538736" y="2749489"/>
                  </a:lnTo>
                  <a:lnTo>
                    <a:pt x="0" y="2749489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54" name="pl1554"/>
            <p:cNvSpPr/>
            <p:nvPr/>
          </p:nvSpPr>
          <p:spPr>
            <a:xfrm>
              <a:off x="546595" y="2193258"/>
              <a:ext cx="8234974" cy="2749489"/>
            </a:xfrm>
            <a:custGeom>
              <a:avLst/>
              <a:pathLst>
                <a:path w="8234974" h="2749489">
                  <a:moveTo>
                    <a:pt x="0" y="2749489"/>
                  </a:moveTo>
                  <a:lnTo>
                    <a:pt x="538736" y="2749489"/>
                  </a:lnTo>
                  <a:lnTo>
                    <a:pt x="539911" y="2749407"/>
                  </a:lnTo>
                  <a:lnTo>
                    <a:pt x="547597" y="2748818"/>
                  </a:lnTo>
                  <a:lnTo>
                    <a:pt x="566825" y="2747190"/>
                  </a:lnTo>
                  <a:lnTo>
                    <a:pt x="600833" y="2743993"/>
                  </a:lnTo>
                  <a:lnTo>
                    <a:pt x="650770" y="2738755"/>
                  </a:lnTo>
                  <a:lnTo>
                    <a:pt x="715637" y="2731121"/>
                  </a:lnTo>
                  <a:lnTo>
                    <a:pt x="792633" y="2720883"/>
                  </a:lnTo>
                  <a:lnTo>
                    <a:pt x="877853" y="2707973"/>
                  </a:lnTo>
                  <a:lnTo>
                    <a:pt x="967109" y="2692419"/>
                  </a:lnTo>
                  <a:lnTo>
                    <a:pt x="1056635" y="2674284"/>
                  </a:lnTo>
                  <a:lnTo>
                    <a:pt x="1143506" y="2653606"/>
                  </a:lnTo>
                  <a:lnTo>
                    <a:pt x="1225775" y="2630348"/>
                  </a:lnTo>
                  <a:lnTo>
                    <a:pt x="1302406" y="2604379"/>
                  </a:lnTo>
                  <a:lnTo>
                    <a:pt x="1373088" y="2575452"/>
                  </a:lnTo>
                  <a:lnTo>
                    <a:pt x="1438038" y="2543212"/>
                  </a:lnTo>
                  <a:lnTo>
                    <a:pt x="1497818" y="2507200"/>
                  </a:lnTo>
                  <a:lnTo>
                    <a:pt x="1553189" y="2466874"/>
                  </a:lnTo>
                  <a:lnTo>
                    <a:pt x="1605007" y="2421649"/>
                  </a:lnTo>
                  <a:lnTo>
                    <a:pt x="1654139" y="2370965"/>
                  </a:lnTo>
                  <a:lnTo>
                    <a:pt x="1701395" y="2314408"/>
                  </a:lnTo>
                  <a:lnTo>
                    <a:pt x="1719082" y="2291241"/>
                  </a:lnTo>
                  <a:lnTo>
                    <a:pt x="1754966" y="2240985"/>
                  </a:lnTo>
                  <a:lnTo>
                    <a:pt x="1790512" y="2186993"/>
                  </a:lnTo>
                  <a:lnTo>
                    <a:pt x="1825940" y="2129190"/>
                  </a:lnTo>
                  <a:lnTo>
                    <a:pt x="1861422" y="2067562"/>
                  </a:lnTo>
                  <a:lnTo>
                    <a:pt x="1897085" y="2002166"/>
                  </a:lnTo>
                  <a:lnTo>
                    <a:pt x="1933020" y="1933134"/>
                  </a:lnTo>
                  <a:lnTo>
                    <a:pt x="1969280" y="1860679"/>
                  </a:lnTo>
                  <a:lnTo>
                    <a:pt x="2005886" y="1785095"/>
                  </a:lnTo>
                  <a:lnTo>
                    <a:pt x="2042830" y="1706754"/>
                  </a:lnTo>
                  <a:lnTo>
                    <a:pt x="2080078" y="1626104"/>
                  </a:lnTo>
                  <a:lnTo>
                    <a:pt x="2117574" y="1543658"/>
                  </a:lnTo>
                  <a:lnTo>
                    <a:pt x="2155247" y="1459981"/>
                  </a:lnTo>
                  <a:lnTo>
                    <a:pt x="2193010" y="1375676"/>
                  </a:lnTo>
                  <a:lnTo>
                    <a:pt x="2230775" y="1291363"/>
                  </a:lnTo>
                  <a:lnTo>
                    <a:pt x="2268451" y="1207666"/>
                  </a:lnTo>
                  <a:lnTo>
                    <a:pt x="2305952" y="1125187"/>
                  </a:lnTo>
                  <a:lnTo>
                    <a:pt x="2343206" y="1044491"/>
                  </a:lnTo>
                  <a:lnTo>
                    <a:pt x="2380157" y="966094"/>
                  </a:lnTo>
                  <a:lnTo>
                    <a:pt x="2416771" y="890445"/>
                  </a:lnTo>
                  <a:lnTo>
                    <a:pt x="2453038" y="817917"/>
                  </a:lnTo>
                  <a:lnTo>
                    <a:pt x="2488979" y="748808"/>
                  </a:lnTo>
                  <a:lnTo>
                    <a:pt x="2524648" y="683330"/>
                  </a:lnTo>
                  <a:lnTo>
                    <a:pt x="2560133" y="621618"/>
                  </a:lnTo>
                  <a:lnTo>
                    <a:pt x="2595560" y="563730"/>
                  </a:lnTo>
                  <a:lnTo>
                    <a:pt x="2631102" y="509654"/>
                  </a:lnTo>
                  <a:lnTo>
                    <a:pt x="2666975" y="459317"/>
                  </a:lnTo>
                  <a:lnTo>
                    <a:pt x="2667772" y="458248"/>
                  </a:lnTo>
                  <a:lnTo>
                    <a:pt x="2714497" y="399403"/>
                  </a:lnTo>
                  <a:lnTo>
                    <a:pt x="2762824" y="346513"/>
                  </a:lnTo>
                  <a:lnTo>
                    <a:pt x="2813516" y="299266"/>
                  </a:lnTo>
                  <a:lnTo>
                    <a:pt x="2867427" y="257140"/>
                  </a:lnTo>
                  <a:lnTo>
                    <a:pt x="2925428" y="219549"/>
                  </a:lnTo>
                  <a:lnTo>
                    <a:pt x="2988325" y="185928"/>
                  </a:lnTo>
                  <a:lnTo>
                    <a:pt x="3056771" y="155785"/>
                  </a:lnTo>
                  <a:lnTo>
                    <a:pt x="3131135" y="128722"/>
                  </a:lnTo>
                  <a:lnTo>
                    <a:pt x="3211330" y="104451"/>
                  </a:lnTo>
                  <a:lnTo>
                    <a:pt x="3296622" y="82797"/>
                  </a:lnTo>
                  <a:lnTo>
                    <a:pt x="3385426" y="63690"/>
                  </a:lnTo>
                  <a:lnTo>
                    <a:pt x="3475191" y="47144"/>
                  </a:lnTo>
                  <a:lnTo>
                    <a:pt x="3562435" y="33218"/>
                  </a:lnTo>
                  <a:lnTo>
                    <a:pt x="3643064" y="21962"/>
                  </a:lnTo>
                  <a:lnTo>
                    <a:pt x="3712969" y="13350"/>
                  </a:lnTo>
                  <a:lnTo>
                    <a:pt x="3768832" y="7232"/>
                  </a:lnTo>
                  <a:lnTo>
                    <a:pt x="3808904" y="3306"/>
                  </a:lnTo>
                  <a:lnTo>
                    <a:pt x="3833500" y="1140"/>
                  </a:lnTo>
                  <a:lnTo>
                    <a:pt x="3845088" y="218"/>
                  </a:lnTo>
                  <a:lnTo>
                    <a:pt x="3848051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6" y="48"/>
                  </a:lnTo>
                  <a:lnTo>
                    <a:pt x="4396347" y="397"/>
                  </a:lnTo>
                  <a:lnTo>
                    <a:pt x="4416891" y="1360"/>
                  </a:lnTo>
                  <a:lnTo>
                    <a:pt x="4453093" y="3252"/>
                  </a:lnTo>
                  <a:lnTo>
                    <a:pt x="4505991" y="6344"/>
                  </a:lnTo>
                  <a:lnTo>
                    <a:pt x="4574276" y="10839"/>
                  </a:lnTo>
                  <a:lnTo>
                    <a:pt x="4654737" y="16848"/>
                  </a:lnTo>
                  <a:lnTo>
                    <a:pt x="4743078" y="24400"/>
                  </a:lnTo>
                  <a:lnTo>
                    <a:pt x="4834837" y="33472"/>
                  </a:lnTo>
                  <a:lnTo>
                    <a:pt x="4926129" y="44028"/>
                  </a:lnTo>
                  <a:lnTo>
                    <a:pt x="5014051" y="56053"/>
                  </a:lnTo>
                  <a:lnTo>
                    <a:pt x="5096774" y="69583"/>
                  </a:lnTo>
                  <a:lnTo>
                    <a:pt x="5173420" y="84712"/>
                  </a:lnTo>
                  <a:lnTo>
                    <a:pt x="5243850" y="101608"/>
                  </a:lnTo>
                  <a:lnTo>
                    <a:pt x="5308437" y="120501"/>
                  </a:lnTo>
                  <a:lnTo>
                    <a:pt x="5367872" y="141682"/>
                  </a:lnTo>
                  <a:lnTo>
                    <a:pt x="5423024" y="165484"/>
                  </a:lnTo>
                  <a:lnTo>
                    <a:pt x="5474827" y="192252"/>
                  </a:lnTo>
                  <a:lnTo>
                    <a:pt x="5524193" y="222293"/>
                  </a:lnTo>
                  <a:lnTo>
                    <a:pt x="5567201" y="252263"/>
                  </a:lnTo>
                  <a:lnTo>
                    <a:pt x="5610952" y="286311"/>
                  </a:lnTo>
                  <a:lnTo>
                    <a:pt x="5654276" y="323440"/>
                  </a:lnTo>
                  <a:lnTo>
                    <a:pt x="5697542" y="363704"/>
                  </a:lnTo>
                  <a:lnTo>
                    <a:pt x="5741019" y="407080"/>
                  </a:lnTo>
                  <a:lnTo>
                    <a:pt x="5784885" y="453451"/>
                  </a:lnTo>
                  <a:lnTo>
                    <a:pt x="5829239" y="502607"/>
                  </a:lnTo>
                  <a:lnTo>
                    <a:pt x="5874107" y="554234"/>
                  </a:lnTo>
                  <a:lnTo>
                    <a:pt x="5919455" y="607928"/>
                  </a:lnTo>
                  <a:lnTo>
                    <a:pt x="5965194" y="663196"/>
                  </a:lnTo>
                  <a:lnTo>
                    <a:pt x="6011196" y="719479"/>
                  </a:lnTo>
                  <a:lnTo>
                    <a:pt x="6057306" y="776172"/>
                  </a:lnTo>
                  <a:lnTo>
                    <a:pt x="6103360" y="832651"/>
                  </a:lnTo>
                  <a:lnTo>
                    <a:pt x="6149197" y="888304"/>
                  </a:lnTo>
                  <a:lnTo>
                    <a:pt x="6194681" y="942552"/>
                  </a:lnTo>
                  <a:lnTo>
                    <a:pt x="6239708" y="994882"/>
                  </a:lnTo>
                  <a:lnTo>
                    <a:pt x="6284225" y="1044858"/>
                  </a:lnTo>
                  <a:lnTo>
                    <a:pt x="6328238" y="1092139"/>
                  </a:lnTo>
                  <a:lnTo>
                    <a:pt x="6371823" y="1136480"/>
                  </a:lnTo>
                  <a:lnTo>
                    <a:pt x="6415131" y="1177736"/>
                  </a:lnTo>
                  <a:lnTo>
                    <a:pt x="6458402" y="1215854"/>
                  </a:lnTo>
                  <a:lnTo>
                    <a:pt x="6501970" y="1250867"/>
                  </a:lnTo>
                  <a:lnTo>
                    <a:pt x="6515891" y="1261317"/>
                  </a:lnTo>
                  <a:lnTo>
                    <a:pt x="6563765" y="1294454"/>
                  </a:lnTo>
                  <a:lnTo>
                    <a:pt x="6613337" y="1324155"/>
                  </a:lnTo>
                  <a:lnTo>
                    <a:pt x="6665433" y="1350611"/>
                  </a:lnTo>
                  <a:lnTo>
                    <a:pt x="6720973" y="1374134"/>
                  </a:lnTo>
                  <a:lnTo>
                    <a:pt x="6780888" y="1395071"/>
                  </a:lnTo>
                  <a:lnTo>
                    <a:pt x="6846033" y="1413752"/>
                  </a:lnTo>
                  <a:lnTo>
                    <a:pt x="6917077" y="1430461"/>
                  </a:lnTo>
                  <a:lnTo>
                    <a:pt x="6994349" y="1445424"/>
                  </a:lnTo>
                  <a:lnTo>
                    <a:pt x="7077647" y="1458799"/>
                  </a:lnTo>
                  <a:lnTo>
                    <a:pt x="7166008" y="1470676"/>
                  </a:lnTo>
                  <a:lnTo>
                    <a:pt x="7257496" y="1481084"/>
                  </a:lnTo>
                  <a:lnTo>
                    <a:pt x="7349101" y="1490006"/>
                  </a:lnTo>
                  <a:lnTo>
                    <a:pt x="7436856" y="1497404"/>
                  </a:lnTo>
                  <a:lnTo>
                    <a:pt x="7516280" y="1503258"/>
                  </a:lnTo>
                  <a:lnTo>
                    <a:pt x="7583140" y="1507606"/>
                  </a:lnTo>
                  <a:lnTo>
                    <a:pt x="7634386" y="1510568"/>
                  </a:lnTo>
                  <a:lnTo>
                    <a:pt x="7668931" y="1512353"/>
                  </a:lnTo>
                  <a:lnTo>
                    <a:pt x="7688052" y="1513240"/>
                  </a:lnTo>
                  <a:lnTo>
                    <a:pt x="7695314" y="1513545"/>
                  </a:lnTo>
                  <a:lnTo>
                    <a:pt x="7696237" y="1513580"/>
                  </a:lnTo>
                  <a:lnTo>
                    <a:pt x="8234974" y="15135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5" name="pl1555"/>
            <p:cNvSpPr/>
            <p:nvPr/>
          </p:nvSpPr>
          <p:spPr>
            <a:xfrm>
              <a:off x="546595" y="2187814"/>
              <a:ext cx="8234974" cy="2749489"/>
            </a:xfrm>
            <a:custGeom>
              <a:avLst/>
              <a:pathLst>
                <a:path w="8234974" h="2749489">
                  <a:moveTo>
                    <a:pt x="8234974" y="1513580"/>
                  </a:moveTo>
                  <a:lnTo>
                    <a:pt x="7696237" y="1513580"/>
                  </a:lnTo>
                  <a:lnTo>
                    <a:pt x="7694977" y="1513531"/>
                  </a:lnTo>
                  <a:lnTo>
                    <a:pt x="7686745" y="1513183"/>
                  </a:lnTo>
                  <a:lnTo>
                    <a:pt x="7666202" y="1512219"/>
                  </a:lnTo>
                  <a:lnTo>
                    <a:pt x="7629999" y="1510328"/>
                  </a:lnTo>
                  <a:lnTo>
                    <a:pt x="7577102" y="1507235"/>
                  </a:lnTo>
                  <a:lnTo>
                    <a:pt x="7508816" y="1502740"/>
                  </a:lnTo>
                  <a:lnTo>
                    <a:pt x="7428355" y="1496731"/>
                  </a:lnTo>
                  <a:lnTo>
                    <a:pt x="7340015" y="1489179"/>
                  </a:lnTo>
                  <a:lnTo>
                    <a:pt x="7248256" y="1480107"/>
                  </a:lnTo>
                  <a:lnTo>
                    <a:pt x="7156964" y="1469551"/>
                  </a:lnTo>
                  <a:lnTo>
                    <a:pt x="7069041" y="1457526"/>
                  </a:lnTo>
                  <a:lnTo>
                    <a:pt x="6986319" y="1443997"/>
                  </a:lnTo>
                  <a:lnTo>
                    <a:pt x="6909672" y="1428867"/>
                  </a:lnTo>
                  <a:lnTo>
                    <a:pt x="6839242" y="1411971"/>
                  </a:lnTo>
                  <a:lnTo>
                    <a:pt x="6774656" y="1393078"/>
                  </a:lnTo>
                  <a:lnTo>
                    <a:pt x="6715220" y="1371897"/>
                  </a:lnTo>
                  <a:lnTo>
                    <a:pt x="6660068" y="1348096"/>
                  </a:lnTo>
                  <a:lnTo>
                    <a:pt x="6608266" y="1321327"/>
                  </a:lnTo>
                  <a:lnTo>
                    <a:pt x="6558899" y="1291287"/>
                  </a:lnTo>
                  <a:lnTo>
                    <a:pt x="6515891" y="1261317"/>
                  </a:lnTo>
                  <a:lnTo>
                    <a:pt x="6472140" y="1227269"/>
                  </a:lnTo>
                  <a:lnTo>
                    <a:pt x="6428817" y="1190140"/>
                  </a:lnTo>
                  <a:lnTo>
                    <a:pt x="6385551" y="1149875"/>
                  </a:lnTo>
                  <a:lnTo>
                    <a:pt x="6342074" y="1106500"/>
                  </a:lnTo>
                  <a:lnTo>
                    <a:pt x="6298208" y="1060128"/>
                  </a:lnTo>
                  <a:lnTo>
                    <a:pt x="6253854" y="1010973"/>
                  </a:lnTo>
                  <a:lnTo>
                    <a:pt x="6208985" y="959345"/>
                  </a:lnTo>
                  <a:lnTo>
                    <a:pt x="6163637" y="905652"/>
                  </a:lnTo>
                  <a:lnTo>
                    <a:pt x="6117898" y="850384"/>
                  </a:lnTo>
                  <a:lnTo>
                    <a:pt x="6071897" y="794101"/>
                  </a:lnTo>
                  <a:lnTo>
                    <a:pt x="6025786" y="737408"/>
                  </a:lnTo>
                  <a:lnTo>
                    <a:pt x="5979733" y="680928"/>
                  </a:lnTo>
                  <a:lnTo>
                    <a:pt x="5933895" y="625276"/>
                  </a:lnTo>
                  <a:lnTo>
                    <a:pt x="5888412" y="571027"/>
                  </a:lnTo>
                  <a:lnTo>
                    <a:pt x="5843385" y="518697"/>
                  </a:lnTo>
                  <a:lnTo>
                    <a:pt x="5798868" y="468721"/>
                  </a:lnTo>
                  <a:lnTo>
                    <a:pt x="5754854" y="421441"/>
                  </a:lnTo>
                  <a:lnTo>
                    <a:pt x="5711270" y="377100"/>
                  </a:lnTo>
                  <a:lnTo>
                    <a:pt x="5667961" y="335844"/>
                  </a:lnTo>
                  <a:lnTo>
                    <a:pt x="5624691" y="297725"/>
                  </a:lnTo>
                  <a:lnTo>
                    <a:pt x="5581122" y="262712"/>
                  </a:lnTo>
                  <a:lnTo>
                    <a:pt x="5567201" y="252263"/>
                  </a:lnTo>
                  <a:lnTo>
                    <a:pt x="5519327" y="219126"/>
                  </a:lnTo>
                  <a:lnTo>
                    <a:pt x="5469755" y="189424"/>
                  </a:lnTo>
                  <a:lnTo>
                    <a:pt x="5417659" y="162968"/>
                  </a:lnTo>
                  <a:lnTo>
                    <a:pt x="5362120" y="139445"/>
                  </a:lnTo>
                  <a:lnTo>
                    <a:pt x="5302204" y="118508"/>
                  </a:lnTo>
                  <a:lnTo>
                    <a:pt x="5237059" y="99828"/>
                  </a:lnTo>
                  <a:lnTo>
                    <a:pt x="5166015" y="83119"/>
                  </a:lnTo>
                  <a:lnTo>
                    <a:pt x="5088743" y="68155"/>
                  </a:lnTo>
                  <a:lnTo>
                    <a:pt x="5005445" y="54780"/>
                  </a:lnTo>
                  <a:lnTo>
                    <a:pt x="4917085" y="42903"/>
                  </a:lnTo>
                  <a:lnTo>
                    <a:pt x="4825597" y="32495"/>
                  </a:lnTo>
                  <a:lnTo>
                    <a:pt x="4733992" y="23574"/>
                  </a:lnTo>
                  <a:lnTo>
                    <a:pt x="4646236" y="16176"/>
                  </a:lnTo>
                  <a:lnTo>
                    <a:pt x="4566813" y="10321"/>
                  </a:lnTo>
                  <a:lnTo>
                    <a:pt x="4499952" y="5973"/>
                  </a:lnTo>
                  <a:lnTo>
                    <a:pt x="4448707" y="3012"/>
                  </a:lnTo>
                  <a:lnTo>
                    <a:pt x="4414162" y="1227"/>
                  </a:lnTo>
                  <a:lnTo>
                    <a:pt x="4395040" y="339"/>
                  </a:lnTo>
                  <a:lnTo>
                    <a:pt x="4387779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3" y="82"/>
                  </a:lnTo>
                  <a:lnTo>
                    <a:pt x="3839258" y="671"/>
                  </a:lnTo>
                  <a:lnTo>
                    <a:pt x="3820029" y="2298"/>
                  </a:lnTo>
                  <a:lnTo>
                    <a:pt x="3786022" y="5495"/>
                  </a:lnTo>
                  <a:lnTo>
                    <a:pt x="3736085" y="10733"/>
                  </a:lnTo>
                  <a:lnTo>
                    <a:pt x="3671218" y="18368"/>
                  </a:lnTo>
                  <a:lnTo>
                    <a:pt x="3594222" y="28606"/>
                  </a:lnTo>
                  <a:lnTo>
                    <a:pt x="3509002" y="41516"/>
                  </a:lnTo>
                  <a:lnTo>
                    <a:pt x="3419745" y="57069"/>
                  </a:lnTo>
                  <a:lnTo>
                    <a:pt x="3330219" y="75204"/>
                  </a:lnTo>
                  <a:lnTo>
                    <a:pt x="3243349" y="95883"/>
                  </a:lnTo>
                  <a:lnTo>
                    <a:pt x="3161079" y="119141"/>
                  </a:lnTo>
                  <a:lnTo>
                    <a:pt x="3084449" y="145110"/>
                  </a:lnTo>
                  <a:lnTo>
                    <a:pt x="3013767" y="174037"/>
                  </a:lnTo>
                  <a:lnTo>
                    <a:pt x="2948816" y="206276"/>
                  </a:lnTo>
                  <a:lnTo>
                    <a:pt x="2889036" y="242289"/>
                  </a:lnTo>
                  <a:lnTo>
                    <a:pt x="2833665" y="282615"/>
                  </a:lnTo>
                  <a:lnTo>
                    <a:pt x="2781848" y="327840"/>
                  </a:lnTo>
                  <a:lnTo>
                    <a:pt x="2732715" y="378523"/>
                  </a:lnTo>
                  <a:lnTo>
                    <a:pt x="2685460" y="435081"/>
                  </a:lnTo>
                  <a:lnTo>
                    <a:pt x="2667772" y="458248"/>
                  </a:lnTo>
                  <a:lnTo>
                    <a:pt x="2631889" y="508504"/>
                  </a:lnTo>
                  <a:lnTo>
                    <a:pt x="2596343" y="562496"/>
                  </a:lnTo>
                  <a:lnTo>
                    <a:pt x="2560914" y="620299"/>
                  </a:lnTo>
                  <a:lnTo>
                    <a:pt x="2525433" y="681927"/>
                  </a:lnTo>
                  <a:lnTo>
                    <a:pt x="2489769" y="747323"/>
                  </a:lnTo>
                  <a:lnTo>
                    <a:pt x="2453834" y="816355"/>
                  </a:lnTo>
                  <a:lnTo>
                    <a:pt x="2417575" y="888810"/>
                  </a:lnTo>
                  <a:lnTo>
                    <a:pt x="2380969" y="964394"/>
                  </a:lnTo>
                  <a:lnTo>
                    <a:pt x="2344025" y="1042735"/>
                  </a:lnTo>
                  <a:lnTo>
                    <a:pt x="2306777" y="1123385"/>
                  </a:lnTo>
                  <a:lnTo>
                    <a:pt x="2269280" y="1205831"/>
                  </a:lnTo>
                  <a:lnTo>
                    <a:pt x="2231608" y="1289508"/>
                  </a:lnTo>
                  <a:lnTo>
                    <a:pt x="2193844" y="1373813"/>
                  </a:lnTo>
                  <a:lnTo>
                    <a:pt x="2156079" y="1458125"/>
                  </a:lnTo>
                  <a:lnTo>
                    <a:pt x="2118404" y="1541823"/>
                  </a:lnTo>
                  <a:lnTo>
                    <a:pt x="2080903" y="1624302"/>
                  </a:lnTo>
                  <a:lnTo>
                    <a:pt x="2043648" y="1704997"/>
                  </a:lnTo>
                  <a:lnTo>
                    <a:pt x="2006697" y="1783394"/>
                  </a:lnTo>
                  <a:lnTo>
                    <a:pt x="1970084" y="1859044"/>
                  </a:lnTo>
                  <a:lnTo>
                    <a:pt x="1933817" y="1931571"/>
                  </a:lnTo>
                  <a:lnTo>
                    <a:pt x="1897875" y="2000681"/>
                  </a:lnTo>
                  <a:lnTo>
                    <a:pt x="1862207" y="2066159"/>
                  </a:lnTo>
                  <a:lnTo>
                    <a:pt x="1826722" y="2127871"/>
                  </a:lnTo>
                  <a:lnTo>
                    <a:pt x="1791294" y="2185759"/>
                  </a:lnTo>
                  <a:lnTo>
                    <a:pt x="1755753" y="2239834"/>
                  </a:lnTo>
                  <a:lnTo>
                    <a:pt x="1719880" y="2290172"/>
                  </a:lnTo>
                  <a:lnTo>
                    <a:pt x="1719082" y="2291241"/>
                  </a:lnTo>
                  <a:lnTo>
                    <a:pt x="1672357" y="2350086"/>
                  </a:lnTo>
                  <a:lnTo>
                    <a:pt x="1624031" y="2402976"/>
                  </a:lnTo>
                  <a:lnTo>
                    <a:pt x="1573339" y="2450222"/>
                  </a:lnTo>
                  <a:lnTo>
                    <a:pt x="1519427" y="2492349"/>
                  </a:lnTo>
                  <a:lnTo>
                    <a:pt x="1461427" y="2529940"/>
                  </a:lnTo>
                  <a:lnTo>
                    <a:pt x="1398530" y="2563561"/>
                  </a:lnTo>
                  <a:lnTo>
                    <a:pt x="1330083" y="2593704"/>
                  </a:lnTo>
                  <a:lnTo>
                    <a:pt x="1255720" y="2620767"/>
                  </a:lnTo>
                  <a:lnTo>
                    <a:pt x="1175525" y="2645038"/>
                  </a:lnTo>
                  <a:lnTo>
                    <a:pt x="1090233" y="2666692"/>
                  </a:lnTo>
                  <a:lnTo>
                    <a:pt x="1001428" y="2685799"/>
                  </a:lnTo>
                  <a:lnTo>
                    <a:pt x="911664" y="2702345"/>
                  </a:lnTo>
                  <a:lnTo>
                    <a:pt x="824419" y="2716271"/>
                  </a:lnTo>
                  <a:lnTo>
                    <a:pt x="743790" y="2727527"/>
                  </a:lnTo>
                  <a:lnTo>
                    <a:pt x="673885" y="2736139"/>
                  </a:lnTo>
                  <a:lnTo>
                    <a:pt x="618022" y="2742257"/>
                  </a:lnTo>
                  <a:lnTo>
                    <a:pt x="577951" y="2746183"/>
                  </a:lnTo>
                  <a:lnTo>
                    <a:pt x="553355" y="2748349"/>
                  </a:lnTo>
                  <a:lnTo>
                    <a:pt x="541767" y="2749270"/>
                  </a:lnTo>
                  <a:lnTo>
                    <a:pt x="538804" y="2749485"/>
                  </a:lnTo>
                  <a:lnTo>
                    <a:pt x="538736" y="2749489"/>
                  </a:lnTo>
                  <a:lnTo>
                    <a:pt x="0" y="27494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6" name="pg1556"/>
            <p:cNvSpPr/>
            <p:nvPr/>
          </p:nvSpPr>
          <p:spPr>
            <a:xfrm>
              <a:off x="546595" y="2225925"/>
              <a:ext cx="8234974" cy="2722267"/>
            </a:xfrm>
            <a:custGeom>
              <a:avLst/>
              <a:pathLst>
                <a:path w="8234974" h="2722267">
                  <a:moveTo>
                    <a:pt x="0" y="2722267"/>
                  </a:moveTo>
                  <a:lnTo>
                    <a:pt x="538736" y="2722267"/>
                  </a:lnTo>
                  <a:lnTo>
                    <a:pt x="539914" y="2722185"/>
                  </a:lnTo>
                  <a:lnTo>
                    <a:pt x="547616" y="2721602"/>
                  </a:lnTo>
                  <a:lnTo>
                    <a:pt x="566886" y="2719990"/>
                  </a:lnTo>
                  <a:lnTo>
                    <a:pt x="600963" y="2716823"/>
                  </a:lnTo>
                  <a:lnTo>
                    <a:pt x="650993" y="2711636"/>
                  </a:lnTo>
                  <a:lnTo>
                    <a:pt x="715969" y="2704076"/>
                  </a:lnTo>
                  <a:lnTo>
                    <a:pt x="793077" y="2693938"/>
                  </a:lnTo>
                  <a:lnTo>
                    <a:pt x="878398" y="2681156"/>
                  </a:lnTo>
                  <a:lnTo>
                    <a:pt x="967737" y="2665758"/>
                  </a:lnTo>
                  <a:lnTo>
                    <a:pt x="1057322" y="2647807"/>
                  </a:lnTo>
                  <a:lnTo>
                    <a:pt x="1144229" y="2627337"/>
                  </a:lnTo>
                  <a:lnTo>
                    <a:pt x="1226515" y="2604315"/>
                  </a:lnTo>
                  <a:lnTo>
                    <a:pt x="1303147" y="2578607"/>
                  </a:lnTo>
                  <a:lnTo>
                    <a:pt x="1373822" y="2549970"/>
                  </a:lnTo>
                  <a:lnTo>
                    <a:pt x="1438761" y="2518049"/>
                  </a:lnTo>
                  <a:lnTo>
                    <a:pt x="1498530" y="2482389"/>
                  </a:lnTo>
                  <a:lnTo>
                    <a:pt x="1553893" y="2442453"/>
                  </a:lnTo>
                  <a:lnTo>
                    <a:pt x="1605709" y="2397661"/>
                  </a:lnTo>
                  <a:lnTo>
                    <a:pt x="1654847" y="2347460"/>
                  </a:lnTo>
                  <a:lnTo>
                    <a:pt x="1702116" y="2291442"/>
                  </a:lnTo>
                  <a:lnTo>
                    <a:pt x="1719082" y="2269463"/>
                  </a:lnTo>
                  <a:lnTo>
                    <a:pt x="1755134" y="2219561"/>
                  </a:lnTo>
                  <a:lnTo>
                    <a:pt x="1790846" y="2165933"/>
                  </a:lnTo>
                  <a:lnTo>
                    <a:pt x="1826441" y="2108502"/>
                  </a:lnTo>
                  <a:lnTo>
                    <a:pt x="1862092" y="2047257"/>
                  </a:lnTo>
                  <a:lnTo>
                    <a:pt x="1897929" y="1982255"/>
                  </a:lnTo>
                  <a:lnTo>
                    <a:pt x="1934041" y="1913632"/>
                  </a:lnTo>
                  <a:lnTo>
                    <a:pt x="1970482" y="1841600"/>
                  </a:lnTo>
                  <a:lnTo>
                    <a:pt x="2007273" y="1766459"/>
                  </a:lnTo>
                  <a:lnTo>
                    <a:pt x="2044404" y="1688583"/>
                  </a:lnTo>
                  <a:lnTo>
                    <a:pt x="2081840" y="1608425"/>
                  </a:lnTo>
                  <a:lnTo>
                    <a:pt x="2119524" y="1526501"/>
                  </a:lnTo>
                  <a:lnTo>
                    <a:pt x="2157381" y="1443379"/>
                  </a:lnTo>
                  <a:lnTo>
                    <a:pt x="2195325" y="1359665"/>
                  </a:lnTo>
                  <a:lnTo>
                    <a:pt x="2233265" y="1275983"/>
                  </a:lnTo>
                  <a:lnTo>
                    <a:pt x="2271108" y="1192955"/>
                  </a:lnTo>
                  <a:lnTo>
                    <a:pt x="2308770" y="1111182"/>
                  </a:lnTo>
                  <a:lnTo>
                    <a:pt x="2346178" y="1031230"/>
                  </a:lnTo>
                  <a:lnTo>
                    <a:pt x="2383277" y="953609"/>
                  </a:lnTo>
                  <a:lnTo>
                    <a:pt x="2420032" y="878762"/>
                  </a:lnTo>
                  <a:lnTo>
                    <a:pt x="2456439" y="807060"/>
                  </a:lnTo>
                  <a:lnTo>
                    <a:pt x="2492520" y="738790"/>
                  </a:lnTo>
                  <a:lnTo>
                    <a:pt x="2528334" y="674159"/>
                  </a:lnTo>
                  <a:lnTo>
                    <a:pt x="2563973" y="613294"/>
                  </a:lnTo>
                  <a:lnTo>
                    <a:pt x="2599571" y="556245"/>
                  </a:lnTo>
                  <a:lnTo>
                    <a:pt x="2635306" y="502994"/>
                  </a:lnTo>
                  <a:lnTo>
                    <a:pt x="2667772" y="458248"/>
                  </a:lnTo>
                  <a:lnTo>
                    <a:pt x="2714534" y="400060"/>
                  </a:lnTo>
                  <a:lnTo>
                    <a:pt x="2762900" y="347764"/>
                  </a:lnTo>
                  <a:lnTo>
                    <a:pt x="2813637" y="301053"/>
                  </a:lnTo>
                  <a:lnTo>
                    <a:pt x="2867600" y="259408"/>
                  </a:lnTo>
                  <a:lnTo>
                    <a:pt x="2925661" y="222249"/>
                  </a:lnTo>
                  <a:lnTo>
                    <a:pt x="2988630" y="189018"/>
                  </a:lnTo>
                  <a:lnTo>
                    <a:pt x="3057158" y="159226"/>
                  </a:lnTo>
                  <a:lnTo>
                    <a:pt x="3131614" y="132480"/>
                  </a:lnTo>
                  <a:lnTo>
                    <a:pt x="3211909" y="108497"/>
                  </a:lnTo>
                  <a:lnTo>
                    <a:pt x="3297299" y="87102"/>
                  </a:lnTo>
                  <a:lnTo>
                    <a:pt x="3386192" y="68227"/>
                  </a:lnTo>
                  <a:lnTo>
                    <a:pt x="3476020" y="51888"/>
                  </a:lnTo>
                  <a:lnTo>
                    <a:pt x="3563288" y="38142"/>
                  </a:lnTo>
                  <a:lnTo>
                    <a:pt x="3643887" y="27039"/>
                  </a:lnTo>
                  <a:lnTo>
                    <a:pt x="3713705" y="18552"/>
                  </a:lnTo>
                  <a:lnTo>
                    <a:pt x="3769428" y="12530"/>
                  </a:lnTo>
                  <a:lnTo>
                    <a:pt x="3809325" y="8673"/>
                  </a:lnTo>
                  <a:lnTo>
                    <a:pt x="3833743" y="6551"/>
                  </a:lnTo>
                  <a:lnTo>
                    <a:pt x="3845181" y="565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2" y="5509"/>
                  </a:lnTo>
                  <a:lnTo>
                    <a:pt x="4396097" y="5972"/>
                  </a:lnTo>
                  <a:lnTo>
                    <a:pt x="4416119" y="7252"/>
                  </a:lnTo>
                  <a:lnTo>
                    <a:pt x="4451453" y="9766"/>
                  </a:lnTo>
                  <a:lnTo>
                    <a:pt x="4503182" y="13880"/>
                  </a:lnTo>
                  <a:lnTo>
                    <a:pt x="4570124" y="19866"/>
                  </a:lnTo>
                  <a:lnTo>
                    <a:pt x="4649231" y="27878"/>
                  </a:lnTo>
                  <a:lnTo>
                    <a:pt x="4736360" y="37961"/>
                  </a:lnTo>
                  <a:lnTo>
                    <a:pt x="4827155" y="50086"/>
                  </a:lnTo>
                  <a:lnTo>
                    <a:pt x="4917776" y="64206"/>
                  </a:lnTo>
                  <a:lnTo>
                    <a:pt x="5005306" y="80297"/>
                  </a:lnTo>
                  <a:lnTo>
                    <a:pt x="5087868" y="98397"/>
                  </a:lnTo>
                  <a:lnTo>
                    <a:pt x="5164521" y="118625"/>
                  </a:lnTo>
                  <a:lnTo>
                    <a:pt x="5235057" y="141192"/>
                  </a:lnTo>
                  <a:lnTo>
                    <a:pt x="5299787" y="166392"/>
                  </a:lnTo>
                  <a:lnTo>
                    <a:pt x="5359354" y="194604"/>
                  </a:lnTo>
                  <a:lnTo>
                    <a:pt x="5414584" y="226264"/>
                  </a:lnTo>
                  <a:lnTo>
                    <a:pt x="5466381" y="261833"/>
                  </a:lnTo>
                  <a:lnTo>
                    <a:pt x="5515642" y="301732"/>
                  </a:lnTo>
                  <a:lnTo>
                    <a:pt x="5563181" y="346231"/>
                  </a:lnTo>
                  <a:lnTo>
                    <a:pt x="5567201" y="350265"/>
                  </a:lnTo>
                  <a:lnTo>
                    <a:pt x="5607020" y="392425"/>
                  </a:lnTo>
                  <a:lnTo>
                    <a:pt x="5646454" y="438061"/>
                  </a:lnTo>
                  <a:lnTo>
                    <a:pt x="5685794" y="487240"/>
                  </a:lnTo>
                  <a:lnTo>
                    <a:pt x="5725256" y="539956"/>
                  </a:lnTo>
                  <a:lnTo>
                    <a:pt x="5764996" y="596121"/>
                  </a:lnTo>
                  <a:lnTo>
                    <a:pt x="5805111" y="655558"/>
                  </a:lnTo>
                  <a:lnTo>
                    <a:pt x="5845648" y="717998"/>
                  </a:lnTo>
                  <a:lnTo>
                    <a:pt x="5886606" y="783078"/>
                  </a:lnTo>
                  <a:lnTo>
                    <a:pt x="5927945" y="850351"/>
                  </a:lnTo>
                  <a:lnTo>
                    <a:pt x="5969591" y="919293"/>
                  </a:lnTo>
                  <a:lnTo>
                    <a:pt x="6011443" y="989319"/>
                  </a:lnTo>
                  <a:lnTo>
                    <a:pt x="6053384" y="1059806"/>
                  </a:lnTo>
                  <a:lnTo>
                    <a:pt x="6095289" y="1130111"/>
                  </a:lnTo>
                  <a:lnTo>
                    <a:pt x="6137038" y="1199600"/>
                  </a:lnTo>
                  <a:lnTo>
                    <a:pt x="6178522" y="1267669"/>
                  </a:lnTo>
                  <a:lnTo>
                    <a:pt x="6219653" y="1333764"/>
                  </a:lnTo>
                  <a:lnTo>
                    <a:pt x="6260376" y="1397404"/>
                  </a:lnTo>
                  <a:lnTo>
                    <a:pt x="6300672" y="1458187"/>
                  </a:lnTo>
                  <a:lnTo>
                    <a:pt x="6340566" y="1515804"/>
                  </a:lnTo>
                  <a:lnTo>
                    <a:pt x="6380134" y="1570039"/>
                  </a:lnTo>
                  <a:lnTo>
                    <a:pt x="6419504" y="1620764"/>
                  </a:lnTo>
                  <a:lnTo>
                    <a:pt x="6458866" y="1667939"/>
                  </a:lnTo>
                  <a:lnTo>
                    <a:pt x="6498477" y="1711601"/>
                  </a:lnTo>
                  <a:lnTo>
                    <a:pt x="6515891" y="1729547"/>
                  </a:lnTo>
                  <a:lnTo>
                    <a:pt x="6563315" y="1774444"/>
                  </a:lnTo>
                  <a:lnTo>
                    <a:pt x="6612398" y="1814731"/>
                  </a:lnTo>
                  <a:lnTo>
                    <a:pt x="6663943" y="1850655"/>
                  </a:lnTo>
                  <a:lnTo>
                    <a:pt x="6718842" y="1882632"/>
                  </a:lnTo>
                  <a:lnTo>
                    <a:pt x="6778003" y="1911122"/>
                  </a:lnTo>
                  <a:lnTo>
                    <a:pt x="6842262" y="1936566"/>
                  </a:lnTo>
                  <a:lnTo>
                    <a:pt x="6912282" y="1959345"/>
                  </a:lnTo>
                  <a:lnTo>
                    <a:pt x="6988409" y="1979765"/>
                  </a:lnTo>
                  <a:lnTo>
                    <a:pt x="7070489" y="1998041"/>
                  </a:lnTo>
                  <a:lnTo>
                    <a:pt x="7157652" y="2014302"/>
                  </a:lnTo>
                  <a:lnTo>
                    <a:pt x="7248107" y="2028591"/>
                  </a:lnTo>
                  <a:lnTo>
                    <a:pt x="7339027" y="2040890"/>
                  </a:lnTo>
                  <a:lnTo>
                    <a:pt x="7426638" y="2051149"/>
                  </a:lnTo>
                  <a:lnTo>
                    <a:pt x="7506605" y="2059338"/>
                  </a:lnTo>
                  <a:lnTo>
                    <a:pt x="7574731" y="2065494"/>
                  </a:lnTo>
                  <a:lnTo>
                    <a:pt x="7627843" y="2069759"/>
                  </a:lnTo>
                  <a:lnTo>
                    <a:pt x="7664574" y="2072397"/>
                  </a:lnTo>
                  <a:lnTo>
                    <a:pt x="7685810" y="2073767"/>
                  </a:lnTo>
                  <a:lnTo>
                    <a:pt x="7694675" y="2074284"/>
                  </a:lnTo>
                  <a:lnTo>
                    <a:pt x="7696237" y="2074367"/>
                  </a:lnTo>
                  <a:lnTo>
                    <a:pt x="8234974" y="2074367"/>
                  </a:lnTo>
                  <a:lnTo>
                    <a:pt x="8234974" y="2068922"/>
                  </a:lnTo>
                  <a:lnTo>
                    <a:pt x="7696237" y="2068922"/>
                  </a:lnTo>
                  <a:lnTo>
                    <a:pt x="7695011" y="2068858"/>
                  </a:lnTo>
                  <a:lnTo>
                    <a:pt x="7686996" y="2068395"/>
                  </a:lnTo>
                  <a:lnTo>
                    <a:pt x="7666974" y="2067114"/>
                  </a:lnTo>
                  <a:lnTo>
                    <a:pt x="7631640" y="2064600"/>
                  </a:lnTo>
                  <a:lnTo>
                    <a:pt x="7579910" y="2060486"/>
                  </a:lnTo>
                  <a:lnTo>
                    <a:pt x="7512968" y="2054500"/>
                  </a:lnTo>
                  <a:lnTo>
                    <a:pt x="7433861" y="2046488"/>
                  </a:lnTo>
                  <a:lnTo>
                    <a:pt x="7346733" y="2036406"/>
                  </a:lnTo>
                  <a:lnTo>
                    <a:pt x="7255937" y="2024280"/>
                  </a:lnTo>
                  <a:lnTo>
                    <a:pt x="7165317" y="2010161"/>
                  </a:lnTo>
                  <a:lnTo>
                    <a:pt x="7077786" y="1994070"/>
                  </a:lnTo>
                  <a:lnTo>
                    <a:pt x="6995224" y="1975970"/>
                  </a:lnTo>
                  <a:lnTo>
                    <a:pt x="6918572" y="1955741"/>
                  </a:lnTo>
                  <a:lnTo>
                    <a:pt x="6848036" y="1933175"/>
                  </a:lnTo>
                  <a:lnTo>
                    <a:pt x="6783305" y="1907974"/>
                  </a:lnTo>
                  <a:lnTo>
                    <a:pt x="6723738" y="1879762"/>
                  </a:lnTo>
                  <a:lnTo>
                    <a:pt x="6668508" y="1848102"/>
                  </a:lnTo>
                  <a:lnTo>
                    <a:pt x="6616712" y="1812534"/>
                  </a:lnTo>
                  <a:lnTo>
                    <a:pt x="6567450" y="1772635"/>
                  </a:lnTo>
                  <a:lnTo>
                    <a:pt x="6519912" y="1728136"/>
                  </a:lnTo>
                  <a:lnTo>
                    <a:pt x="6515891" y="1724102"/>
                  </a:lnTo>
                  <a:lnTo>
                    <a:pt x="6476072" y="1681941"/>
                  </a:lnTo>
                  <a:lnTo>
                    <a:pt x="6436638" y="1636305"/>
                  </a:lnTo>
                  <a:lnTo>
                    <a:pt x="6397299" y="1587126"/>
                  </a:lnTo>
                  <a:lnTo>
                    <a:pt x="6357836" y="1534410"/>
                  </a:lnTo>
                  <a:lnTo>
                    <a:pt x="6318096" y="1478245"/>
                  </a:lnTo>
                  <a:lnTo>
                    <a:pt x="6277981" y="1418808"/>
                  </a:lnTo>
                  <a:lnTo>
                    <a:pt x="6237444" y="1356369"/>
                  </a:lnTo>
                  <a:lnTo>
                    <a:pt x="6196486" y="1291289"/>
                  </a:lnTo>
                  <a:lnTo>
                    <a:pt x="6155147" y="1224016"/>
                  </a:lnTo>
                  <a:lnTo>
                    <a:pt x="6113501" y="1155074"/>
                  </a:lnTo>
                  <a:lnTo>
                    <a:pt x="6071650" y="1085047"/>
                  </a:lnTo>
                  <a:lnTo>
                    <a:pt x="6029709" y="1014560"/>
                  </a:lnTo>
                  <a:lnTo>
                    <a:pt x="5987803" y="944255"/>
                  </a:lnTo>
                  <a:lnTo>
                    <a:pt x="5946054" y="874766"/>
                  </a:lnTo>
                  <a:lnTo>
                    <a:pt x="5904571" y="806698"/>
                  </a:lnTo>
                  <a:lnTo>
                    <a:pt x="5863440" y="740602"/>
                  </a:lnTo>
                  <a:lnTo>
                    <a:pt x="5822717" y="676963"/>
                  </a:lnTo>
                  <a:lnTo>
                    <a:pt x="5782421" y="616179"/>
                  </a:lnTo>
                  <a:lnTo>
                    <a:pt x="5742526" y="558562"/>
                  </a:lnTo>
                  <a:lnTo>
                    <a:pt x="5702958" y="504328"/>
                  </a:lnTo>
                  <a:lnTo>
                    <a:pt x="5663588" y="453603"/>
                  </a:lnTo>
                  <a:lnTo>
                    <a:pt x="5624226" y="406428"/>
                  </a:lnTo>
                  <a:lnTo>
                    <a:pt x="5584616" y="362766"/>
                  </a:lnTo>
                  <a:lnTo>
                    <a:pt x="5567201" y="344820"/>
                  </a:lnTo>
                  <a:lnTo>
                    <a:pt x="5519778" y="299922"/>
                  </a:lnTo>
                  <a:lnTo>
                    <a:pt x="5470694" y="259636"/>
                  </a:lnTo>
                  <a:lnTo>
                    <a:pt x="5419150" y="223711"/>
                  </a:lnTo>
                  <a:lnTo>
                    <a:pt x="5364250" y="191734"/>
                  </a:lnTo>
                  <a:lnTo>
                    <a:pt x="5305089" y="163244"/>
                  </a:lnTo>
                  <a:lnTo>
                    <a:pt x="5240830" y="137801"/>
                  </a:lnTo>
                  <a:lnTo>
                    <a:pt x="5170811" y="115021"/>
                  </a:lnTo>
                  <a:lnTo>
                    <a:pt x="5094684" y="94602"/>
                  </a:lnTo>
                  <a:lnTo>
                    <a:pt x="5012603" y="76325"/>
                  </a:lnTo>
                  <a:lnTo>
                    <a:pt x="4925440" y="60065"/>
                  </a:lnTo>
                  <a:lnTo>
                    <a:pt x="4834985" y="45776"/>
                  </a:lnTo>
                  <a:lnTo>
                    <a:pt x="4744065" y="33477"/>
                  </a:lnTo>
                  <a:lnTo>
                    <a:pt x="4656454" y="23217"/>
                  </a:lnTo>
                  <a:lnTo>
                    <a:pt x="4576488" y="15028"/>
                  </a:lnTo>
                  <a:lnTo>
                    <a:pt x="4508361" y="8873"/>
                  </a:lnTo>
                  <a:lnTo>
                    <a:pt x="4455250" y="4607"/>
                  </a:lnTo>
                  <a:lnTo>
                    <a:pt x="4418518" y="1969"/>
                  </a:lnTo>
                  <a:lnTo>
                    <a:pt x="4397282" y="599"/>
                  </a:lnTo>
                  <a:lnTo>
                    <a:pt x="4388417" y="8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1" y="81"/>
                  </a:lnTo>
                  <a:lnTo>
                    <a:pt x="3839238" y="664"/>
                  </a:lnTo>
                  <a:lnTo>
                    <a:pt x="3819968" y="2276"/>
                  </a:lnTo>
                  <a:lnTo>
                    <a:pt x="3785891" y="5443"/>
                  </a:lnTo>
                  <a:lnTo>
                    <a:pt x="3735861" y="10630"/>
                  </a:lnTo>
                  <a:lnTo>
                    <a:pt x="3670885" y="18190"/>
                  </a:lnTo>
                  <a:lnTo>
                    <a:pt x="3593778" y="28328"/>
                  </a:lnTo>
                  <a:lnTo>
                    <a:pt x="3508457" y="41110"/>
                  </a:lnTo>
                  <a:lnTo>
                    <a:pt x="3419118" y="56508"/>
                  </a:lnTo>
                  <a:lnTo>
                    <a:pt x="3329533" y="74459"/>
                  </a:lnTo>
                  <a:lnTo>
                    <a:pt x="3242626" y="94929"/>
                  </a:lnTo>
                  <a:lnTo>
                    <a:pt x="3160340" y="117951"/>
                  </a:lnTo>
                  <a:lnTo>
                    <a:pt x="3083707" y="143659"/>
                  </a:lnTo>
                  <a:lnTo>
                    <a:pt x="3013032" y="172296"/>
                  </a:lnTo>
                  <a:lnTo>
                    <a:pt x="2948093" y="204217"/>
                  </a:lnTo>
                  <a:lnTo>
                    <a:pt x="2888325" y="239877"/>
                  </a:lnTo>
                  <a:lnTo>
                    <a:pt x="2832962" y="279813"/>
                  </a:lnTo>
                  <a:lnTo>
                    <a:pt x="2781146" y="324605"/>
                  </a:lnTo>
                  <a:lnTo>
                    <a:pt x="2732008" y="374806"/>
                  </a:lnTo>
                  <a:lnTo>
                    <a:pt x="2684738" y="430824"/>
                  </a:lnTo>
                  <a:lnTo>
                    <a:pt x="2667772" y="452803"/>
                  </a:lnTo>
                  <a:lnTo>
                    <a:pt x="2631720" y="502705"/>
                  </a:lnTo>
                  <a:lnTo>
                    <a:pt x="2596008" y="556333"/>
                  </a:lnTo>
                  <a:lnTo>
                    <a:pt x="2560413" y="613764"/>
                  </a:lnTo>
                  <a:lnTo>
                    <a:pt x="2524762" y="675009"/>
                  </a:lnTo>
                  <a:lnTo>
                    <a:pt x="2488926" y="740011"/>
                  </a:lnTo>
                  <a:lnTo>
                    <a:pt x="2452814" y="808635"/>
                  </a:lnTo>
                  <a:lnTo>
                    <a:pt x="2416373" y="880666"/>
                  </a:lnTo>
                  <a:lnTo>
                    <a:pt x="2379582" y="955808"/>
                  </a:lnTo>
                  <a:lnTo>
                    <a:pt x="2342451" y="1033683"/>
                  </a:lnTo>
                  <a:lnTo>
                    <a:pt x="2305015" y="1113841"/>
                  </a:lnTo>
                  <a:lnTo>
                    <a:pt x="2267331" y="1195765"/>
                  </a:lnTo>
                  <a:lnTo>
                    <a:pt x="2229474" y="1278887"/>
                  </a:lnTo>
                  <a:lnTo>
                    <a:pt x="2191530" y="1362601"/>
                  </a:lnTo>
                  <a:lnTo>
                    <a:pt x="2153590" y="1446283"/>
                  </a:lnTo>
                  <a:lnTo>
                    <a:pt x="2115746" y="1529312"/>
                  </a:lnTo>
                  <a:lnTo>
                    <a:pt x="2078084" y="1611084"/>
                  </a:lnTo>
                  <a:lnTo>
                    <a:pt x="2040676" y="1691036"/>
                  </a:lnTo>
                  <a:lnTo>
                    <a:pt x="2003578" y="1768658"/>
                  </a:lnTo>
                  <a:lnTo>
                    <a:pt x="1966822" y="1843504"/>
                  </a:lnTo>
                  <a:lnTo>
                    <a:pt x="1930416" y="1915206"/>
                  </a:lnTo>
                  <a:lnTo>
                    <a:pt x="1894334" y="1983476"/>
                  </a:lnTo>
                  <a:lnTo>
                    <a:pt x="1858521" y="2048107"/>
                  </a:lnTo>
                  <a:lnTo>
                    <a:pt x="1822882" y="2108972"/>
                  </a:lnTo>
                  <a:lnTo>
                    <a:pt x="1787284" y="2166021"/>
                  </a:lnTo>
                  <a:lnTo>
                    <a:pt x="1751549" y="2219272"/>
                  </a:lnTo>
                  <a:lnTo>
                    <a:pt x="1719082" y="2264018"/>
                  </a:lnTo>
                  <a:lnTo>
                    <a:pt x="1672320" y="2322206"/>
                  </a:lnTo>
                  <a:lnTo>
                    <a:pt x="1623954" y="2374502"/>
                  </a:lnTo>
                  <a:lnTo>
                    <a:pt x="1573218" y="2421213"/>
                  </a:lnTo>
                  <a:lnTo>
                    <a:pt x="1519254" y="2462858"/>
                  </a:lnTo>
                  <a:lnTo>
                    <a:pt x="1461193" y="2500017"/>
                  </a:lnTo>
                  <a:lnTo>
                    <a:pt x="1398225" y="2533249"/>
                  </a:lnTo>
                  <a:lnTo>
                    <a:pt x="1329696" y="2563040"/>
                  </a:lnTo>
                  <a:lnTo>
                    <a:pt x="1255240" y="2589786"/>
                  </a:lnTo>
                  <a:lnTo>
                    <a:pt x="1174946" y="2613770"/>
                  </a:lnTo>
                  <a:lnTo>
                    <a:pt x="1089556" y="2635164"/>
                  </a:lnTo>
                  <a:lnTo>
                    <a:pt x="1000663" y="2654039"/>
                  </a:lnTo>
                  <a:lnTo>
                    <a:pt x="910835" y="2670378"/>
                  </a:lnTo>
                  <a:lnTo>
                    <a:pt x="823567" y="2684124"/>
                  </a:lnTo>
                  <a:lnTo>
                    <a:pt x="742967" y="2695227"/>
                  </a:lnTo>
                  <a:lnTo>
                    <a:pt x="673150" y="2703714"/>
                  </a:lnTo>
                  <a:lnTo>
                    <a:pt x="617427" y="2709737"/>
                  </a:lnTo>
                  <a:lnTo>
                    <a:pt x="577529" y="2713593"/>
                  </a:lnTo>
                  <a:lnTo>
                    <a:pt x="553112" y="2715715"/>
                  </a:lnTo>
                  <a:lnTo>
                    <a:pt x="541674" y="2716613"/>
                  </a:lnTo>
                  <a:lnTo>
                    <a:pt x="538736" y="2716822"/>
                  </a:lnTo>
                  <a:lnTo>
                    <a:pt x="0" y="2716822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57" name="pl1557"/>
            <p:cNvSpPr/>
            <p:nvPr/>
          </p:nvSpPr>
          <p:spPr>
            <a:xfrm>
              <a:off x="546595" y="2231370"/>
              <a:ext cx="8234974" cy="2716822"/>
            </a:xfrm>
            <a:custGeom>
              <a:avLst/>
              <a:pathLst>
                <a:path w="8234974" h="2716822">
                  <a:moveTo>
                    <a:pt x="0" y="2716822"/>
                  </a:moveTo>
                  <a:lnTo>
                    <a:pt x="538736" y="2716822"/>
                  </a:lnTo>
                  <a:lnTo>
                    <a:pt x="539914" y="2716740"/>
                  </a:lnTo>
                  <a:lnTo>
                    <a:pt x="547616" y="2716157"/>
                  </a:lnTo>
                  <a:lnTo>
                    <a:pt x="566886" y="2714545"/>
                  </a:lnTo>
                  <a:lnTo>
                    <a:pt x="600963" y="2711379"/>
                  </a:lnTo>
                  <a:lnTo>
                    <a:pt x="650993" y="2706191"/>
                  </a:lnTo>
                  <a:lnTo>
                    <a:pt x="715969" y="2698631"/>
                  </a:lnTo>
                  <a:lnTo>
                    <a:pt x="793077" y="2688494"/>
                  </a:lnTo>
                  <a:lnTo>
                    <a:pt x="878398" y="2675712"/>
                  </a:lnTo>
                  <a:lnTo>
                    <a:pt x="967737" y="2660314"/>
                  </a:lnTo>
                  <a:lnTo>
                    <a:pt x="1057322" y="2642362"/>
                  </a:lnTo>
                  <a:lnTo>
                    <a:pt x="1144229" y="2621892"/>
                  </a:lnTo>
                  <a:lnTo>
                    <a:pt x="1226515" y="2598870"/>
                  </a:lnTo>
                  <a:lnTo>
                    <a:pt x="1303147" y="2573163"/>
                  </a:lnTo>
                  <a:lnTo>
                    <a:pt x="1373822" y="2544525"/>
                  </a:lnTo>
                  <a:lnTo>
                    <a:pt x="1438761" y="2512605"/>
                  </a:lnTo>
                  <a:lnTo>
                    <a:pt x="1498530" y="2476945"/>
                  </a:lnTo>
                  <a:lnTo>
                    <a:pt x="1553893" y="2437009"/>
                  </a:lnTo>
                  <a:lnTo>
                    <a:pt x="1605709" y="2392217"/>
                  </a:lnTo>
                  <a:lnTo>
                    <a:pt x="1654847" y="2342015"/>
                  </a:lnTo>
                  <a:lnTo>
                    <a:pt x="1702116" y="2285997"/>
                  </a:lnTo>
                  <a:lnTo>
                    <a:pt x="1719082" y="2264018"/>
                  </a:lnTo>
                  <a:lnTo>
                    <a:pt x="1755134" y="2214117"/>
                  </a:lnTo>
                  <a:lnTo>
                    <a:pt x="1790846" y="2160488"/>
                  </a:lnTo>
                  <a:lnTo>
                    <a:pt x="1826441" y="2103058"/>
                  </a:lnTo>
                  <a:lnTo>
                    <a:pt x="1862092" y="2041813"/>
                  </a:lnTo>
                  <a:lnTo>
                    <a:pt x="1897929" y="1976811"/>
                  </a:lnTo>
                  <a:lnTo>
                    <a:pt x="1934041" y="1908187"/>
                  </a:lnTo>
                  <a:lnTo>
                    <a:pt x="1970482" y="1836156"/>
                  </a:lnTo>
                  <a:lnTo>
                    <a:pt x="2007273" y="1761014"/>
                  </a:lnTo>
                  <a:lnTo>
                    <a:pt x="2044404" y="1683138"/>
                  </a:lnTo>
                  <a:lnTo>
                    <a:pt x="2081840" y="1602980"/>
                  </a:lnTo>
                  <a:lnTo>
                    <a:pt x="2119524" y="1521056"/>
                  </a:lnTo>
                  <a:lnTo>
                    <a:pt x="2157381" y="1437935"/>
                  </a:lnTo>
                  <a:lnTo>
                    <a:pt x="2195325" y="1354221"/>
                  </a:lnTo>
                  <a:lnTo>
                    <a:pt x="2233265" y="1270539"/>
                  </a:lnTo>
                  <a:lnTo>
                    <a:pt x="2271108" y="1187510"/>
                  </a:lnTo>
                  <a:lnTo>
                    <a:pt x="2308770" y="1105738"/>
                  </a:lnTo>
                  <a:lnTo>
                    <a:pt x="2346178" y="1025785"/>
                  </a:lnTo>
                  <a:lnTo>
                    <a:pt x="2383277" y="948164"/>
                  </a:lnTo>
                  <a:lnTo>
                    <a:pt x="2420032" y="873318"/>
                  </a:lnTo>
                  <a:lnTo>
                    <a:pt x="2456439" y="801615"/>
                  </a:lnTo>
                  <a:lnTo>
                    <a:pt x="2492520" y="733345"/>
                  </a:lnTo>
                  <a:lnTo>
                    <a:pt x="2528334" y="668714"/>
                  </a:lnTo>
                  <a:lnTo>
                    <a:pt x="2563973" y="607849"/>
                  </a:lnTo>
                  <a:lnTo>
                    <a:pt x="2599571" y="550801"/>
                  </a:lnTo>
                  <a:lnTo>
                    <a:pt x="2635306" y="497549"/>
                  </a:lnTo>
                  <a:lnTo>
                    <a:pt x="2667772" y="452803"/>
                  </a:lnTo>
                  <a:lnTo>
                    <a:pt x="2714534" y="394615"/>
                  </a:lnTo>
                  <a:lnTo>
                    <a:pt x="2762900" y="342320"/>
                  </a:lnTo>
                  <a:lnTo>
                    <a:pt x="2813637" y="295608"/>
                  </a:lnTo>
                  <a:lnTo>
                    <a:pt x="2867600" y="253963"/>
                  </a:lnTo>
                  <a:lnTo>
                    <a:pt x="2925661" y="216804"/>
                  </a:lnTo>
                  <a:lnTo>
                    <a:pt x="2988630" y="183573"/>
                  </a:lnTo>
                  <a:lnTo>
                    <a:pt x="3057158" y="153781"/>
                  </a:lnTo>
                  <a:lnTo>
                    <a:pt x="3131614" y="127036"/>
                  </a:lnTo>
                  <a:lnTo>
                    <a:pt x="3211909" y="103052"/>
                  </a:lnTo>
                  <a:lnTo>
                    <a:pt x="3297299" y="81657"/>
                  </a:lnTo>
                  <a:lnTo>
                    <a:pt x="3386192" y="62783"/>
                  </a:lnTo>
                  <a:lnTo>
                    <a:pt x="3476020" y="46443"/>
                  </a:lnTo>
                  <a:lnTo>
                    <a:pt x="3563288" y="32698"/>
                  </a:lnTo>
                  <a:lnTo>
                    <a:pt x="3643887" y="21594"/>
                  </a:lnTo>
                  <a:lnTo>
                    <a:pt x="3713705" y="13107"/>
                  </a:lnTo>
                  <a:lnTo>
                    <a:pt x="3769428" y="7085"/>
                  </a:lnTo>
                  <a:lnTo>
                    <a:pt x="3809325" y="3228"/>
                  </a:lnTo>
                  <a:lnTo>
                    <a:pt x="3833743" y="1106"/>
                  </a:lnTo>
                  <a:lnTo>
                    <a:pt x="3845181" y="209"/>
                  </a:lnTo>
                  <a:lnTo>
                    <a:pt x="3848058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2" y="64"/>
                  </a:lnTo>
                  <a:lnTo>
                    <a:pt x="4396097" y="527"/>
                  </a:lnTo>
                  <a:lnTo>
                    <a:pt x="4416119" y="1808"/>
                  </a:lnTo>
                  <a:lnTo>
                    <a:pt x="4451453" y="4322"/>
                  </a:lnTo>
                  <a:lnTo>
                    <a:pt x="4503182" y="8436"/>
                  </a:lnTo>
                  <a:lnTo>
                    <a:pt x="4570124" y="14422"/>
                  </a:lnTo>
                  <a:lnTo>
                    <a:pt x="4649231" y="22434"/>
                  </a:lnTo>
                  <a:lnTo>
                    <a:pt x="4736360" y="32516"/>
                  </a:lnTo>
                  <a:lnTo>
                    <a:pt x="4827155" y="44642"/>
                  </a:lnTo>
                  <a:lnTo>
                    <a:pt x="4917776" y="58761"/>
                  </a:lnTo>
                  <a:lnTo>
                    <a:pt x="5005306" y="74852"/>
                  </a:lnTo>
                  <a:lnTo>
                    <a:pt x="5087868" y="92952"/>
                  </a:lnTo>
                  <a:lnTo>
                    <a:pt x="5164521" y="113181"/>
                  </a:lnTo>
                  <a:lnTo>
                    <a:pt x="5235057" y="135747"/>
                  </a:lnTo>
                  <a:lnTo>
                    <a:pt x="5299787" y="160948"/>
                  </a:lnTo>
                  <a:lnTo>
                    <a:pt x="5359354" y="189160"/>
                  </a:lnTo>
                  <a:lnTo>
                    <a:pt x="5414584" y="220820"/>
                  </a:lnTo>
                  <a:lnTo>
                    <a:pt x="5466381" y="256388"/>
                  </a:lnTo>
                  <a:lnTo>
                    <a:pt x="5515642" y="296287"/>
                  </a:lnTo>
                  <a:lnTo>
                    <a:pt x="5563181" y="340786"/>
                  </a:lnTo>
                  <a:lnTo>
                    <a:pt x="5567201" y="344820"/>
                  </a:lnTo>
                  <a:lnTo>
                    <a:pt x="5607020" y="386981"/>
                  </a:lnTo>
                  <a:lnTo>
                    <a:pt x="5646454" y="432617"/>
                  </a:lnTo>
                  <a:lnTo>
                    <a:pt x="5685794" y="481796"/>
                  </a:lnTo>
                  <a:lnTo>
                    <a:pt x="5725256" y="534512"/>
                  </a:lnTo>
                  <a:lnTo>
                    <a:pt x="5764996" y="590677"/>
                  </a:lnTo>
                  <a:lnTo>
                    <a:pt x="5805111" y="650114"/>
                  </a:lnTo>
                  <a:lnTo>
                    <a:pt x="5845648" y="712553"/>
                  </a:lnTo>
                  <a:lnTo>
                    <a:pt x="5886606" y="777633"/>
                  </a:lnTo>
                  <a:lnTo>
                    <a:pt x="5927945" y="844906"/>
                  </a:lnTo>
                  <a:lnTo>
                    <a:pt x="5969591" y="913848"/>
                  </a:lnTo>
                  <a:lnTo>
                    <a:pt x="6011443" y="983875"/>
                  </a:lnTo>
                  <a:lnTo>
                    <a:pt x="6053384" y="1054362"/>
                  </a:lnTo>
                  <a:lnTo>
                    <a:pt x="6095289" y="1124667"/>
                  </a:lnTo>
                  <a:lnTo>
                    <a:pt x="6137038" y="1194156"/>
                  </a:lnTo>
                  <a:lnTo>
                    <a:pt x="6178522" y="1262224"/>
                  </a:lnTo>
                  <a:lnTo>
                    <a:pt x="6219653" y="1328320"/>
                  </a:lnTo>
                  <a:lnTo>
                    <a:pt x="6260376" y="1391959"/>
                  </a:lnTo>
                  <a:lnTo>
                    <a:pt x="6300672" y="1452743"/>
                  </a:lnTo>
                  <a:lnTo>
                    <a:pt x="6340566" y="1510360"/>
                  </a:lnTo>
                  <a:lnTo>
                    <a:pt x="6380134" y="1564594"/>
                  </a:lnTo>
                  <a:lnTo>
                    <a:pt x="6419504" y="1615319"/>
                  </a:lnTo>
                  <a:lnTo>
                    <a:pt x="6458866" y="1662494"/>
                  </a:lnTo>
                  <a:lnTo>
                    <a:pt x="6498477" y="1706156"/>
                  </a:lnTo>
                  <a:lnTo>
                    <a:pt x="6515891" y="1724102"/>
                  </a:lnTo>
                  <a:lnTo>
                    <a:pt x="6563315" y="1769000"/>
                  </a:lnTo>
                  <a:lnTo>
                    <a:pt x="6612398" y="1809286"/>
                  </a:lnTo>
                  <a:lnTo>
                    <a:pt x="6663943" y="1845211"/>
                  </a:lnTo>
                  <a:lnTo>
                    <a:pt x="6718842" y="1877188"/>
                  </a:lnTo>
                  <a:lnTo>
                    <a:pt x="6778003" y="1905678"/>
                  </a:lnTo>
                  <a:lnTo>
                    <a:pt x="6842262" y="1931121"/>
                  </a:lnTo>
                  <a:lnTo>
                    <a:pt x="6912282" y="1953901"/>
                  </a:lnTo>
                  <a:lnTo>
                    <a:pt x="6988409" y="1974320"/>
                  </a:lnTo>
                  <a:lnTo>
                    <a:pt x="7070489" y="1992597"/>
                  </a:lnTo>
                  <a:lnTo>
                    <a:pt x="7157652" y="2008857"/>
                  </a:lnTo>
                  <a:lnTo>
                    <a:pt x="7248107" y="2023146"/>
                  </a:lnTo>
                  <a:lnTo>
                    <a:pt x="7339027" y="2035445"/>
                  </a:lnTo>
                  <a:lnTo>
                    <a:pt x="7426638" y="2045705"/>
                  </a:lnTo>
                  <a:lnTo>
                    <a:pt x="7506605" y="2053894"/>
                  </a:lnTo>
                  <a:lnTo>
                    <a:pt x="7574731" y="2060049"/>
                  </a:lnTo>
                  <a:lnTo>
                    <a:pt x="7627843" y="2064315"/>
                  </a:lnTo>
                  <a:lnTo>
                    <a:pt x="7664574" y="2066953"/>
                  </a:lnTo>
                  <a:lnTo>
                    <a:pt x="7685810" y="2068323"/>
                  </a:lnTo>
                  <a:lnTo>
                    <a:pt x="7694675" y="2068839"/>
                  </a:lnTo>
                  <a:lnTo>
                    <a:pt x="7696237" y="2068922"/>
                  </a:lnTo>
                  <a:lnTo>
                    <a:pt x="7696237" y="2068922"/>
                  </a:lnTo>
                  <a:lnTo>
                    <a:pt x="8234974" y="20689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8" name="pl1558"/>
            <p:cNvSpPr/>
            <p:nvPr/>
          </p:nvSpPr>
          <p:spPr>
            <a:xfrm>
              <a:off x="546595" y="2225925"/>
              <a:ext cx="8234974" cy="2716822"/>
            </a:xfrm>
            <a:custGeom>
              <a:avLst/>
              <a:pathLst>
                <a:path w="8234974" h="2716822">
                  <a:moveTo>
                    <a:pt x="8234974" y="2068922"/>
                  </a:moveTo>
                  <a:lnTo>
                    <a:pt x="7696237" y="2068922"/>
                  </a:lnTo>
                  <a:lnTo>
                    <a:pt x="7695011" y="2068858"/>
                  </a:lnTo>
                  <a:lnTo>
                    <a:pt x="7686996" y="2068395"/>
                  </a:lnTo>
                  <a:lnTo>
                    <a:pt x="7666974" y="2067114"/>
                  </a:lnTo>
                  <a:lnTo>
                    <a:pt x="7631640" y="2064600"/>
                  </a:lnTo>
                  <a:lnTo>
                    <a:pt x="7579910" y="2060486"/>
                  </a:lnTo>
                  <a:lnTo>
                    <a:pt x="7512968" y="2054500"/>
                  </a:lnTo>
                  <a:lnTo>
                    <a:pt x="7433861" y="2046488"/>
                  </a:lnTo>
                  <a:lnTo>
                    <a:pt x="7346733" y="2036406"/>
                  </a:lnTo>
                  <a:lnTo>
                    <a:pt x="7255937" y="2024280"/>
                  </a:lnTo>
                  <a:lnTo>
                    <a:pt x="7165317" y="2010161"/>
                  </a:lnTo>
                  <a:lnTo>
                    <a:pt x="7077786" y="1994070"/>
                  </a:lnTo>
                  <a:lnTo>
                    <a:pt x="6995224" y="1975970"/>
                  </a:lnTo>
                  <a:lnTo>
                    <a:pt x="6918572" y="1955741"/>
                  </a:lnTo>
                  <a:lnTo>
                    <a:pt x="6848036" y="1933175"/>
                  </a:lnTo>
                  <a:lnTo>
                    <a:pt x="6783305" y="1907974"/>
                  </a:lnTo>
                  <a:lnTo>
                    <a:pt x="6723738" y="1879762"/>
                  </a:lnTo>
                  <a:lnTo>
                    <a:pt x="6668508" y="1848102"/>
                  </a:lnTo>
                  <a:lnTo>
                    <a:pt x="6616712" y="1812534"/>
                  </a:lnTo>
                  <a:lnTo>
                    <a:pt x="6567450" y="1772635"/>
                  </a:lnTo>
                  <a:lnTo>
                    <a:pt x="6519912" y="1728136"/>
                  </a:lnTo>
                  <a:lnTo>
                    <a:pt x="6515891" y="1724102"/>
                  </a:lnTo>
                  <a:lnTo>
                    <a:pt x="6476072" y="1681941"/>
                  </a:lnTo>
                  <a:lnTo>
                    <a:pt x="6436638" y="1636305"/>
                  </a:lnTo>
                  <a:lnTo>
                    <a:pt x="6397299" y="1587126"/>
                  </a:lnTo>
                  <a:lnTo>
                    <a:pt x="6357836" y="1534410"/>
                  </a:lnTo>
                  <a:lnTo>
                    <a:pt x="6318096" y="1478245"/>
                  </a:lnTo>
                  <a:lnTo>
                    <a:pt x="6277981" y="1418808"/>
                  </a:lnTo>
                  <a:lnTo>
                    <a:pt x="6237444" y="1356369"/>
                  </a:lnTo>
                  <a:lnTo>
                    <a:pt x="6196486" y="1291289"/>
                  </a:lnTo>
                  <a:lnTo>
                    <a:pt x="6155147" y="1224016"/>
                  </a:lnTo>
                  <a:lnTo>
                    <a:pt x="6113501" y="1155074"/>
                  </a:lnTo>
                  <a:lnTo>
                    <a:pt x="6071650" y="1085047"/>
                  </a:lnTo>
                  <a:lnTo>
                    <a:pt x="6029709" y="1014560"/>
                  </a:lnTo>
                  <a:lnTo>
                    <a:pt x="5987803" y="944255"/>
                  </a:lnTo>
                  <a:lnTo>
                    <a:pt x="5946054" y="874766"/>
                  </a:lnTo>
                  <a:lnTo>
                    <a:pt x="5904571" y="806698"/>
                  </a:lnTo>
                  <a:lnTo>
                    <a:pt x="5863440" y="740602"/>
                  </a:lnTo>
                  <a:lnTo>
                    <a:pt x="5822717" y="676963"/>
                  </a:lnTo>
                  <a:lnTo>
                    <a:pt x="5782421" y="616179"/>
                  </a:lnTo>
                  <a:lnTo>
                    <a:pt x="5742526" y="558562"/>
                  </a:lnTo>
                  <a:lnTo>
                    <a:pt x="5702958" y="504328"/>
                  </a:lnTo>
                  <a:lnTo>
                    <a:pt x="5663588" y="453603"/>
                  </a:lnTo>
                  <a:lnTo>
                    <a:pt x="5624226" y="406428"/>
                  </a:lnTo>
                  <a:lnTo>
                    <a:pt x="5584616" y="362766"/>
                  </a:lnTo>
                  <a:lnTo>
                    <a:pt x="5567201" y="344820"/>
                  </a:lnTo>
                  <a:lnTo>
                    <a:pt x="5519778" y="299922"/>
                  </a:lnTo>
                  <a:lnTo>
                    <a:pt x="5470694" y="259636"/>
                  </a:lnTo>
                  <a:lnTo>
                    <a:pt x="5419150" y="223711"/>
                  </a:lnTo>
                  <a:lnTo>
                    <a:pt x="5364250" y="191734"/>
                  </a:lnTo>
                  <a:lnTo>
                    <a:pt x="5305089" y="163244"/>
                  </a:lnTo>
                  <a:lnTo>
                    <a:pt x="5240830" y="137801"/>
                  </a:lnTo>
                  <a:lnTo>
                    <a:pt x="5170811" y="115021"/>
                  </a:lnTo>
                  <a:lnTo>
                    <a:pt x="5094684" y="94602"/>
                  </a:lnTo>
                  <a:lnTo>
                    <a:pt x="5012603" y="76325"/>
                  </a:lnTo>
                  <a:lnTo>
                    <a:pt x="4925440" y="60065"/>
                  </a:lnTo>
                  <a:lnTo>
                    <a:pt x="4834985" y="45776"/>
                  </a:lnTo>
                  <a:lnTo>
                    <a:pt x="4744065" y="33477"/>
                  </a:lnTo>
                  <a:lnTo>
                    <a:pt x="4656454" y="23217"/>
                  </a:lnTo>
                  <a:lnTo>
                    <a:pt x="4576488" y="15028"/>
                  </a:lnTo>
                  <a:lnTo>
                    <a:pt x="4508361" y="8873"/>
                  </a:lnTo>
                  <a:lnTo>
                    <a:pt x="4455250" y="4607"/>
                  </a:lnTo>
                  <a:lnTo>
                    <a:pt x="4418518" y="1969"/>
                  </a:lnTo>
                  <a:lnTo>
                    <a:pt x="4397282" y="599"/>
                  </a:lnTo>
                  <a:lnTo>
                    <a:pt x="4388417" y="83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1" y="81"/>
                  </a:lnTo>
                  <a:lnTo>
                    <a:pt x="3839238" y="664"/>
                  </a:lnTo>
                  <a:lnTo>
                    <a:pt x="3819968" y="2276"/>
                  </a:lnTo>
                  <a:lnTo>
                    <a:pt x="3785891" y="5443"/>
                  </a:lnTo>
                  <a:lnTo>
                    <a:pt x="3735861" y="10630"/>
                  </a:lnTo>
                  <a:lnTo>
                    <a:pt x="3670885" y="18190"/>
                  </a:lnTo>
                  <a:lnTo>
                    <a:pt x="3593778" y="28328"/>
                  </a:lnTo>
                  <a:lnTo>
                    <a:pt x="3508457" y="41110"/>
                  </a:lnTo>
                  <a:lnTo>
                    <a:pt x="3419118" y="56508"/>
                  </a:lnTo>
                  <a:lnTo>
                    <a:pt x="3329533" y="74459"/>
                  </a:lnTo>
                  <a:lnTo>
                    <a:pt x="3242626" y="94929"/>
                  </a:lnTo>
                  <a:lnTo>
                    <a:pt x="3160340" y="117951"/>
                  </a:lnTo>
                  <a:lnTo>
                    <a:pt x="3083707" y="143659"/>
                  </a:lnTo>
                  <a:lnTo>
                    <a:pt x="3013032" y="172296"/>
                  </a:lnTo>
                  <a:lnTo>
                    <a:pt x="2948093" y="204217"/>
                  </a:lnTo>
                  <a:lnTo>
                    <a:pt x="2888325" y="239877"/>
                  </a:lnTo>
                  <a:lnTo>
                    <a:pt x="2832962" y="279813"/>
                  </a:lnTo>
                  <a:lnTo>
                    <a:pt x="2781146" y="324605"/>
                  </a:lnTo>
                  <a:lnTo>
                    <a:pt x="2732008" y="374806"/>
                  </a:lnTo>
                  <a:lnTo>
                    <a:pt x="2684738" y="430824"/>
                  </a:lnTo>
                  <a:lnTo>
                    <a:pt x="2667772" y="452803"/>
                  </a:lnTo>
                  <a:lnTo>
                    <a:pt x="2631720" y="502705"/>
                  </a:lnTo>
                  <a:lnTo>
                    <a:pt x="2596008" y="556333"/>
                  </a:lnTo>
                  <a:lnTo>
                    <a:pt x="2560413" y="613764"/>
                  </a:lnTo>
                  <a:lnTo>
                    <a:pt x="2524762" y="675009"/>
                  </a:lnTo>
                  <a:lnTo>
                    <a:pt x="2488926" y="740011"/>
                  </a:lnTo>
                  <a:lnTo>
                    <a:pt x="2452814" y="808635"/>
                  </a:lnTo>
                  <a:lnTo>
                    <a:pt x="2416373" y="880666"/>
                  </a:lnTo>
                  <a:lnTo>
                    <a:pt x="2379582" y="955808"/>
                  </a:lnTo>
                  <a:lnTo>
                    <a:pt x="2342451" y="1033683"/>
                  </a:lnTo>
                  <a:lnTo>
                    <a:pt x="2305015" y="1113841"/>
                  </a:lnTo>
                  <a:lnTo>
                    <a:pt x="2267331" y="1195765"/>
                  </a:lnTo>
                  <a:lnTo>
                    <a:pt x="2229474" y="1278887"/>
                  </a:lnTo>
                  <a:lnTo>
                    <a:pt x="2191530" y="1362601"/>
                  </a:lnTo>
                  <a:lnTo>
                    <a:pt x="2153590" y="1446283"/>
                  </a:lnTo>
                  <a:lnTo>
                    <a:pt x="2115746" y="1529312"/>
                  </a:lnTo>
                  <a:lnTo>
                    <a:pt x="2078084" y="1611084"/>
                  </a:lnTo>
                  <a:lnTo>
                    <a:pt x="2040676" y="1691036"/>
                  </a:lnTo>
                  <a:lnTo>
                    <a:pt x="2003578" y="1768658"/>
                  </a:lnTo>
                  <a:lnTo>
                    <a:pt x="1966822" y="1843504"/>
                  </a:lnTo>
                  <a:lnTo>
                    <a:pt x="1930416" y="1915206"/>
                  </a:lnTo>
                  <a:lnTo>
                    <a:pt x="1894334" y="1983476"/>
                  </a:lnTo>
                  <a:lnTo>
                    <a:pt x="1858521" y="2048107"/>
                  </a:lnTo>
                  <a:lnTo>
                    <a:pt x="1822882" y="2108972"/>
                  </a:lnTo>
                  <a:lnTo>
                    <a:pt x="1787284" y="2166021"/>
                  </a:lnTo>
                  <a:lnTo>
                    <a:pt x="1751549" y="2219272"/>
                  </a:lnTo>
                  <a:lnTo>
                    <a:pt x="1719082" y="2264018"/>
                  </a:lnTo>
                  <a:lnTo>
                    <a:pt x="1672320" y="2322206"/>
                  </a:lnTo>
                  <a:lnTo>
                    <a:pt x="1623954" y="2374502"/>
                  </a:lnTo>
                  <a:lnTo>
                    <a:pt x="1573218" y="2421213"/>
                  </a:lnTo>
                  <a:lnTo>
                    <a:pt x="1519254" y="2462858"/>
                  </a:lnTo>
                  <a:lnTo>
                    <a:pt x="1461193" y="2500017"/>
                  </a:lnTo>
                  <a:lnTo>
                    <a:pt x="1398225" y="2533249"/>
                  </a:lnTo>
                  <a:lnTo>
                    <a:pt x="1329696" y="2563040"/>
                  </a:lnTo>
                  <a:lnTo>
                    <a:pt x="1255240" y="2589786"/>
                  </a:lnTo>
                  <a:lnTo>
                    <a:pt x="1174946" y="2613770"/>
                  </a:lnTo>
                  <a:lnTo>
                    <a:pt x="1089556" y="2635164"/>
                  </a:lnTo>
                  <a:lnTo>
                    <a:pt x="1000663" y="2654039"/>
                  </a:lnTo>
                  <a:lnTo>
                    <a:pt x="910835" y="2670378"/>
                  </a:lnTo>
                  <a:lnTo>
                    <a:pt x="823567" y="2684124"/>
                  </a:lnTo>
                  <a:lnTo>
                    <a:pt x="742967" y="2695227"/>
                  </a:lnTo>
                  <a:lnTo>
                    <a:pt x="673150" y="2703714"/>
                  </a:lnTo>
                  <a:lnTo>
                    <a:pt x="617427" y="2709737"/>
                  </a:lnTo>
                  <a:lnTo>
                    <a:pt x="577529" y="2713593"/>
                  </a:lnTo>
                  <a:lnTo>
                    <a:pt x="553112" y="2715715"/>
                  </a:lnTo>
                  <a:lnTo>
                    <a:pt x="541674" y="2716613"/>
                  </a:lnTo>
                  <a:lnTo>
                    <a:pt x="538796" y="2716818"/>
                  </a:lnTo>
                  <a:lnTo>
                    <a:pt x="538736" y="2716822"/>
                  </a:lnTo>
                  <a:lnTo>
                    <a:pt x="0" y="2716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9" name="pg1559"/>
            <p:cNvSpPr/>
            <p:nvPr/>
          </p:nvSpPr>
          <p:spPr>
            <a:xfrm>
              <a:off x="546595" y="2367483"/>
              <a:ext cx="8234974" cy="3609726"/>
            </a:xfrm>
            <a:custGeom>
              <a:avLst/>
              <a:pathLst>
                <a:path w="8234974" h="3609726">
                  <a:moveTo>
                    <a:pt x="0" y="2586153"/>
                  </a:moveTo>
                  <a:lnTo>
                    <a:pt x="538736" y="2586153"/>
                  </a:lnTo>
                  <a:lnTo>
                    <a:pt x="539925" y="2586075"/>
                  </a:lnTo>
                  <a:lnTo>
                    <a:pt x="547697" y="2585516"/>
                  </a:lnTo>
                  <a:lnTo>
                    <a:pt x="567136" y="2583970"/>
                  </a:lnTo>
                  <a:lnTo>
                    <a:pt x="601496" y="2580933"/>
                  </a:lnTo>
                  <a:lnTo>
                    <a:pt x="651909" y="2575960"/>
                  </a:lnTo>
                  <a:lnTo>
                    <a:pt x="717329" y="2568715"/>
                  </a:lnTo>
                  <a:lnTo>
                    <a:pt x="794890" y="2559003"/>
                  </a:lnTo>
                  <a:lnTo>
                    <a:pt x="880623" y="2546764"/>
                  </a:lnTo>
                  <a:lnTo>
                    <a:pt x="970295" y="2532025"/>
                  </a:lnTo>
                  <a:lnTo>
                    <a:pt x="1060120" y="2514846"/>
                  </a:lnTo>
                  <a:lnTo>
                    <a:pt x="1147173" y="2495261"/>
                  </a:lnTo>
                  <a:lnTo>
                    <a:pt x="1229526" y="2473233"/>
                  </a:lnTo>
                  <a:lnTo>
                    <a:pt x="1306166" y="2448631"/>
                  </a:lnTo>
                  <a:lnTo>
                    <a:pt x="1376811" y="2421217"/>
                  </a:lnTo>
                  <a:lnTo>
                    <a:pt x="1441704" y="2390647"/>
                  </a:lnTo>
                  <a:lnTo>
                    <a:pt x="1501426" y="2356479"/>
                  </a:lnTo>
                  <a:lnTo>
                    <a:pt x="1556757" y="2318197"/>
                  </a:lnTo>
                  <a:lnTo>
                    <a:pt x="1608566" y="2275243"/>
                  </a:lnTo>
                  <a:lnTo>
                    <a:pt x="1657728" y="2227090"/>
                  </a:lnTo>
                  <a:lnTo>
                    <a:pt x="1705055" y="2173363"/>
                  </a:lnTo>
                  <a:lnTo>
                    <a:pt x="1719082" y="2156035"/>
                  </a:lnTo>
                  <a:lnTo>
                    <a:pt x="1755856" y="2107643"/>
                  </a:lnTo>
                  <a:lnTo>
                    <a:pt x="1792281" y="2055565"/>
                  </a:lnTo>
                  <a:lnTo>
                    <a:pt x="1828592" y="1999726"/>
                  </a:lnTo>
                  <a:lnTo>
                    <a:pt x="1864971" y="1940119"/>
                  </a:lnTo>
                  <a:lnTo>
                    <a:pt x="1901552" y="1876806"/>
                  </a:lnTo>
                  <a:lnTo>
                    <a:pt x="1938426" y="1809930"/>
                  </a:lnTo>
                  <a:lnTo>
                    <a:pt x="1975647" y="1739718"/>
                  </a:lnTo>
                  <a:lnTo>
                    <a:pt x="2013233" y="1666478"/>
                  </a:lnTo>
                  <a:lnTo>
                    <a:pt x="2051168" y="1590604"/>
                  </a:lnTo>
                  <a:lnTo>
                    <a:pt x="2089411" y="1512561"/>
                  </a:lnTo>
                  <a:lnTo>
                    <a:pt x="2127898" y="1432882"/>
                  </a:lnTo>
                  <a:lnTo>
                    <a:pt x="2166546" y="1352150"/>
                  </a:lnTo>
                  <a:lnTo>
                    <a:pt x="2205262" y="1270980"/>
                  </a:lnTo>
                  <a:lnTo>
                    <a:pt x="2243948" y="1190004"/>
                  </a:lnTo>
                  <a:lnTo>
                    <a:pt x="2282508" y="1109844"/>
                  </a:lnTo>
                  <a:lnTo>
                    <a:pt x="2320855" y="1031099"/>
                  </a:lnTo>
                  <a:lnTo>
                    <a:pt x="2358917" y="954322"/>
                  </a:lnTo>
                  <a:lnTo>
                    <a:pt x="2396641" y="880008"/>
                  </a:lnTo>
                  <a:lnTo>
                    <a:pt x="2434004" y="808577"/>
                  </a:lnTo>
                  <a:lnTo>
                    <a:pt x="2471009" y="740373"/>
                  </a:lnTo>
                  <a:lnTo>
                    <a:pt x="2507695" y="675654"/>
                  </a:lnTo>
                  <a:lnTo>
                    <a:pt x="2544139" y="614594"/>
                  </a:lnTo>
                  <a:lnTo>
                    <a:pt x="2580457" y="557288"/>
                  </a:lnTo>
                  <a:lnTo>
                    <a:pt x="2616813" y="503754"/>
                  </a:lnTo>
                  <a:lnTo>
                    <a:pt x="2653420" y="453941"/>
                  </a:lnTo>
                  <a:lnTo>
                    <a:pt x="2667772" y="435562"/>
                  </a:lnTo>
                  <a:lnTo>
                    <a:pt x="2714684" y="380124"/>
                  </a:lnTo>
                  <a:lnTo>
                    <a:pt x="2763212" y="330317"/>
                  </a:lnTo>
                  <a:lnTo>
                    <a:pt x="2814132" y="285846"/>
                  </a:lnTo>
                  <a:lnTo>
                    <a:pt x="2868306" y="246213"/>
                  </a:lnTo>
                  <a:lnTo>
                    <a:pt x="2926615" y="210861"/>
                  </a:lnTo>
                  <a:lnTo>
                    <a:pt x="2989875" y="179255"/>
                  </a:lnTo>
                  <a:lnTo>
                    <a:pt x="3058740" y="150930"/>
                  </a:lnTo>
                  <a:lnTo>
                    <a:pt x="3133572" y="125509"/>
                  </a:lnTo>
                  <a:lnTo>
                    <a:pt x="3214271" y="102723"/>
                  </a:lnTo>
                  <a:lnTo>
                    <a:pt x="3300063" y="82408"/>
                  </a:lnTo>
                  <a:lnTo>
                    <a:pt x="3389314" y="64502"/>
                  </a:lnTo>
                  <a:lnTo>
                    <a:pt x="3479398" y="49021"/>
                  </a:lnTo>
                  <a:lnTo>
                    <a:pt x="3566757" y="36022"/>
                  </a:lnTo>
                  <a:lnTo>
                    <a:pt x="3647230" y="25549"/>
                  </a:lnTo>
                  <a:lnTo>
                    <a:pt x="3716683" y="17573"/>
                  </a:lnTo>
                  <a:lnTo>
                    <a:pt x="3771829" y="11943"/>
                  </a:lnTo>
                  <a:lnTo>
                    <a:pt x="3811016" y="8365"/>
                  </a:lnTo>
                  <a:lnTo>
                    <a:pt x="3834707" y="6421"/>
                  </a:lnTo>
                  <a:lnTo>
                    <a:pt x="3845542" y="561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13" y="5532"/>
                  </a:lnTo>
                  <a:lnTo>
                    <a:pt x="4394110" y="6157"/>
                  </a:lnTo>
                  <a:lnTo>
                    <a:pt x="4409968" y="7885"/>
                  </a:lnTo>
                  <a:lnTo>
                    <a:pt x="4438285" y="11287"/>
                  </a:lnTo>
                  <a:lnTo>
                    <a:pt x="4480407" y="16885"/>
                  </a:lnTo>
                  <a:lnTo>
                    <a:pt x="4536034" y="25101"/>
                  </a:lnTo>
                  <a:lnTo>
                    <a:pt x="4603367" y="36215"/>
                  </a:lnTo>
                  <a:lnTo>
                    <a:pt x="4679534" y="50362"/>
                  </a:lnTo>
                  <a:lnTo>
                    <a:pt x="4761155" y="67553"/>
                  </a:lnTo>
                  <a:lnTo>
                    <a:pt x="4844912" y="87733"/>
                  </a:lnTo>
                  <a:lnTo>
                    <a:pt x="4927963" y="110838"/>
                  </a:lnTo>
                  <a:lnTo>
                    <a:pt x="5008165" y="136846"/>
                  </a:lnTo>
                  <a:lnTo>
                    <a:pt x="5084118" y="165815"/>
                  </a:lnTo>
                  <a:lnTo>
                    <a:pt x="5155088" y="197907"/>
                  </a:lnTo>
                  <a:lnTo>
                    <a:pt x="5220876" y="233393"/>
                  </a:lnTo>
                  <a:lnTo>
                    <a:pt x="5281670" y="272656"/>
                  </a:lnTo>
                  <a:lnTo>
                    <a:pt x="5337918" y="316183"/>
                  </a:lnTo>
                  <a:lnTo>
                    <a:pt x="5390229" y="364541"/>
                  </a:lnTo>
                  <a:lnTo>
                    <a:pt x="5439290" y="418350"/>
                  </a:lnTo>
                  <a:lnTo>
                    <a:pt x="5485810" y="478226"/>
                  </a:lnTo>
                  <a:lnTo>
                    <a:pt x="5530468" y="544677"/>
                  </a:lnTo>
                  <a:lnTo>
                    <a:pt x="5567201" y="606158"/>
                  </a:lnTo>
                  <a:lnTo>
                    <a:pt x="5599296" y="664814"/>
                  </a:lnTo>
                  <a:lnTo>
                    <a:pt x="5631100" y="727372"/>
                  </a:lnTo>
                  <a:lnTo>
                    <a:pt x="5662777" y="793911"/>
                  </a:lnTo>
                  <a:lnTo>
                    <a:pt x="5694457" y="864460"/>
                  </a:lnTo>
                  <a:lnTo>
                    <a:pt x="5726244" y="938991"/>
                  </a:lnTo>
                  <a:lnTo>
                    <a:pt x="5758214" y="1017415"/>
                  </a:lnTo>
                  <a:lnTo>
                    <a:pt x="5790420" y="1099577"/>
                  </a:lnTo>
                  <a:lnTo>
                    <a:pt x="5822892" y="1185255"/>
                  </a:lnTo>
                  <a:lnTo>
                    <a:pt x="5855642" y="1274159"/>
                  </a:lnTo>
                  <a:lnTo>
                    <a:pt x="5888662" y="1365931"/>
                  </a:lnTo>
                  <a:lnTo>
                    <a:pt x="5921927" y="1460154"/>
                  </a:lnTo>
                  <a:lnTo>
                    <a:pt x="5955399" y="1556353"/>
                  </a:lnTo>
                  <a:lnTo>
                    <a:pt x="5989029" y="1654009"/>
                  </a:lnTo>
                  <a:lnTo>
                    <a:pt x="6022759" y="1752567"/>
                  </a:lnTo>
                  <a:lnTo>
                    <a:pt x="6056524" y="1851450"/>
                  </a:lnTo>
                  <a:lnTo>
                    <a:pt x="6090261" y="1950074"/>
                  </a:lnTo>
                  <a:lnTo>
                    <a:pt x="6123906" y="2047860"/>
                  </a:lnTo>
                  <a:lnTo>
                    <a:pt x="6157398" y="2144251"/>
                  </a:lnTo>
                  <a:lnTo>
                    <a:pt x="6190689" y="2238721"/>
                  </a:lnTo>
                  <a:lnTo>
                    <a:pt x="6223738" y="2330792"/>
                  </a:lnTo>
                  <a:lnTo>
                    <a:pt x="6256519" y="2420038"/>
                  </a:lnTo>
                  <a:lnTo>
                    <a:pt x="6289022" y="2506096"/>
                  </a:lnTo>
                  <a:lnTo>
                    <a:pt x="6321257" y="2588667"/>
                  </a:lnTo>
                  <a:lnTo>
                    <a:pt x="6353251" y="2667522"/>
                  </a:lnTo>
                  <a:lnTo>
                    <a:pt x="6385055" y="2742498"/>
                  </a:lnTo>
                  <a:lnTo>
                    <a:pt x="6416743" y="2813499"/>
                  </a:lnTo>
                  <a:lnTo>
                    <a:pt x="6448415" y="2880490"/>
                  </a:lnTo>
                  <a:lnTo>
                    <a:pt x="6480197" y="2943494"/>
                  </a:lnTo>
                  <a:lnTo>
                    <a:pt x="6512249" y="3002585"/>
                  </a:lnTo>
                  <a:lnTo>
                    <a:pt x="6515891" y="3009012"/>
                  </a:lnTo>
                  <a:lnTo>
                    <a:pt x="6559444" y="3081229"/>
                  </a:lnTo>
                  <a:lnTo>
                    <a:pt x="6604349" y="3146636"/>
                  </a:lnTo>
                  <a:lnTo>
                    <a:pt x="6651217" y="3205535"/>
                  </a:lnTo>
                  <a:lnTo>
                    <a:pt x="6700734" y="3258459"/>
                  </a:lnTo>
                  <a:lnTo>
                    <a:pt x="6753611" y="3306029"/>
                  </a:lnTo>
                  <a:lnTo>
                    <a:pt x="6810527" y="3348860"/>
                  </a:lnTo>
                  <a:lnTo>
                    <a:pt x="6872070" y="3387509"/>
                  </a:lnTo>
                  <a:lnTo>
                    <a:pt x="6938656" y="3422447"/>
                  </a:lnTo>
                  <a:lnTo>
                    <a:pt x="7010423" y="3454040"/>
                  </a:lnTo>
                  <a:lnTo>
                    <a:pt x="7087097" y="3482543"/>
                  </a:lnTo>
                  <a:lnTo>
                    <a:pt x="7167850" y="3508100"/>
                  </a:lnTo>
                  <a:lnTo>
                    <a:pt x="7251170" y="3530755"/>
                  </a:lnTo>
                  <a:lnTo>
                    <a:pt x="7334798" y="3550477"/>
                  </a:lnTo>
                  <a:lnTo>
                    <a:pt x="7415799" y="3567199"/>
                  </a:lnTo>
                  <a:lnTo>
                    <a:pt x="7490813" y="3580872"/>
                  </a:lnTo>
                  <a:lnTo>
                    <a:pt x="7556501" y="3591526"/>
                  </a:lnTo>
                  <a:lnTo>
                    <a:pt x="7610119" y="3599314"/>
                  </a:lnTo>
                  <a:lnTo>
                    <a:pt x="7650082" y="3604541"/>
                  </a:lnTo>
                  <a:lnTo>
                    <a:pt x="7676339" y="3607647"/>
                  </a:lnTo>
                  <a:lnTo>
                    <a:pt x="7690492" y="3609167"/>
                  </a:lnTo>
                  <a:lnTo>
                    <a:pt x="7695654" y="3609673"/>
                  </a:lnTo>
                  <a:lnTo>
                    <a:pt x="7696237" y="3609726"/>
                  </a:lnTo>
                  <a:lnTo>
                    <a:pt x="8234974" y="3609726"/>
                  </a:lnTo>
                  <a:lnTo>
                    <a:pt x="8234974" y="3604281"/>
                  </a:ln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0" y="78"/>
                  </a:lnTo>
                  <a:lnTo>
                    <a:pt x="3839157" y="637"/>
                  </a:lnTo>
                  <a:lnTo>
                    <a:pt x="3819719" y="2183"/>
                  </a:lnTo>
                  <a:lnTo>
                    <a:pt x="3785359" y="5220"/>
                  </a:lnTo>
                  <a:lnTo>
                    <a:pt x="3734946" y="10193"/>
                  </a:lnTo>
                  <a:lnTo>
                    <a:pt x="3669526" y="17438"/>
                  </a:lnTo>
                  <a:lnTo>
                    <a:pt x="3591965" y="27150"/>
                  </a:lnTo>
                  <a:lnTo>
                    <a:pt x="3506232" y="39389"/>
                  </a:lnTo>
                  <a:lnTo>
                    <a:pt x="3416559" y="54128"/>
                  </a:lnTo>
                  <a:lnTo>
                    <a:pt x="3326735" y="71307"/>
                  </a:lnTo>
                  <a:lnTo>
                    <a:pt x="3239682" y="90892"/>
                  </a:lnTo>
                  <a:lnTo>
                    <a:pt x="3157329" y="112919"/>
                  </a:lnTo>
                  <a:lnTo>
                    <a:pt x="3080689" y="137522"/>
                  </a:lnTo>
                  <a:lnTo>
                    <a:pt x="3010043" y="164936"/>
                  </a:lnTo>
                  <a:lnTo>
                    <a:pt x="2945151" y="195506"/>
                  </a:lnTo>
                  <a:lnTo>
                    <a:pt x="2885429" y="229674"/>
                  </a:lnTo>
                  <a:lnTo>
                    <a:pt x="2830098" y="267956"/>
                  </a:lnTo>
                  <a:lnTo>
                    <a:pt x="2778289" y="310910"/>
                  </a:lnTo>
                  <a:lnTo>
                    <a:pt x="2729126" y="359062"/>
                  </a:lnTo>
                  <a:lnTo>
                    <a:pt x="2681799" y="412790"/>
                  </a:lnTo>
                  <a:lnTo>
                    <a:pt x="2667772" y="430118"/>
                  </a:lnTo>
                  <a:lnTo>
                    <a:pt x="2630999" y="478510"/>
                  </a:lnTo>
                  <a:lnTo>
                    <a:pt x="2594574" y="530588"/>
                  </a:lnTo>
                  <a:lnTo>
                    <a:pt x="2558263" y="586426"/>
                  </a:lnTo>
                  <a:lnTo>
                    <a:pt x="2521884" y="646034"/>
                  </a:lnTo>
                  <a:lnTo>
                    <a:pt x="2485303" y="709347"/>
                  </a:lnTo>
                  <a:lnTo>
                    <a:pt x="2448429" y="776223"/>
                  </a:lnTo>
                  <a:lnTo>
                    <a:pt x="2411207" y="846435"/>
                  </a:lnTo>
                  <a:lnTo>
                    <a:pt x="2373622" y="919674"/>
                  </a:lnTo>
                  <a:lnTo>
                    <a:pt x="2335687" y="995549"/>
                  </a:lnTo>
                  <a:lnTo>
                    <a:pt x="2297443" y="1073592"/>
                  </a:lnTo>
                  <a:lnTo>
                    <a:pt x="2258956" y="1153271"/>
                  </a:lnTo>
                  <a:lnTo>
                    <a:pt x="2220308" y="1234003"/>
                  </a:lnTo>
                  <a:lnTo>
                    <a:pt x="2181592" y="1315172"/>
                  </a:lnTo>
                  <a:lnTo>
                    <a:pt x="2142906" y="1396149"/>
                  </a:lnTo>
                  <a:lnTo>
                    <a:pt x="2104346" y="1476309"/>
                  </a:lnTo>
                  <a:lnTo>
                    <a:pt x="2066000" y="1555054"/>
                  </a:lnTo>
                  <a:lnTo>
                    <a:pt x="2027938" y="1631830"/>
                  </a:lnTo>
                  <a:lnTo>
                    <a:pt x="1990213" y="1706145"/>
                  </a:lnTo>
                  <a:lnTo>
                    <a:pt x="1952851" y="1777575"/>
                  </a:lnTo>
                  <a:lnTo>
                    <a:pt x="1915846" y="1845780"/>
                  </a:lnTo>
                  <a:lnTo>
                    <a:pt x="1879160" y="1910499"/>
                  </a:lnTo>
                  <a:lnTo>
                    <a:pt x="1842716" y="1971558"/>
                  </a:lnTo>
                  <a:lnTo>
                    <a:pt x="1806397" y="2028865"/>
                  </a:lnTo>
                  <a:lnTo>
                    <a:pt x="1770041" y="2082399"/>
                  </a:lnTo>
                  <a:lnTo>
                    <a:pt x="1733435" y="2132211"/>
                  </a:lnTo>
                  <a:lnTo>
                    <a:pt x="1719082" y="2150591"/>
                  </a:lnTo>
                  <a:lnTo>
                    <a:pt x="1672171" y="2206029"/>
                  </a:lnTo>
                  <a:lnTo>
                    <a:pt x="1623642" y="2255835"/>
                  </a:lnTo>
                  <a:lnTo>
                    <a:pt x="1572723" y="2300307"/>
                  </a:lnTo>
                  <a:lnTo>
                    <a:pt x="1518548" y="2339940"/>
                  </a:lnTo>
                  <a:lnTo>
                    <a:pt x="1460239" y="2375292"/>
                  </a:lnTo>
                  <a:lnTo>
                    <a:pt x="1396980" y="2406897"/>
                  </a:lnTo>
                  <a:lnTo>
                    <a:pt x="1328115" y="2435223"/>
                  </a:lnTo>
                  <a:lnTo>
                    <a:pt x="1253282" y="2460644"/>
                  </a:lnTo>
                  <a:lnTo>
                    <a:pt x="1172584" y="2483430"/>
                  </a:lnTo>
                  <a:lnTo>
                    <a:pt x="1086791" y="2503745"/>
                  </a:lnTo>
                  <a:lnTo>
                    <a:pt x="997540" y="2521650"/>
                  </a:lnTo>
                  <a:lnTo>
                    <a:pt x="907457" y="2537132"/>
                  </a:lnTo>
                  <a:lnTo>
                    <a:pt x="820098" y="2550131"/>
                  </a:lnTo>
                  <a:lnTo>
                    <a:pt x="739624" y="2560604"/>
                  </a:lnTo>
                  <a:lnTo>
                    <a:pt x="670172" y="2568580"/>
                  </a:lnTo>
                  <a:lnTo>
                    <a:pt x="615025" y="2574210"/>
                  </a:lnTo>
                  <a:lnTo>
                    <a:pt x="575838" y="2577788"/>
                  </a:lnTo>
                  <a:lnTo>
                    <a:pt x="552147" y="2579732"/>
                  </a:lnTo>
                  <a:lnTo>
                    <a:pt x="541312" y="2580535"/>
                  </a:lnTo>
                  <a:lnTo>
                    <a:pt x="538736" y="2580709"/>
                  </a:lnTo>
                  <a:lnTo>
                    <a:pt x="0" y="2580709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60" name="pl1560"/>
            <p:cNvSpPr/>
            <p:nvPr/>
          </p:nvSpPr>
          <p:spPr>
            <a:xfrm>
              <a:off x="546595" y="2372928"/>
              <a:ext cx="8234974" cy="3604281"/>
            </a:xfrm>
            <a:custGeom>
              <a:avLst/>
              <a:pathLst>
                <a:path w="8234974" h="3604281">
                  <a:moveTo>
                    <a:pt x="0" y="2580709"/>
                  </a:moveTo>
                  <a:lnTo>
                    <a:pt x="538736" y="2580709"/>
                  </a:lnTo>
                  <a:lnTo>
                    <a:pt x="539925" y="2580630"/>
                  </a:lnTo>
                  <a:lnTo>
                    <a:pt x="547697" y="2580071"/>
                  </a:lnTo>
                  <a:lnTo>
                    <a:pt x="567136" y="2578525"/>
                  </a:lnTo>
                  <a:lnTo>
                    <a:pt x="601496" y="2575489"/>
                  </a:lnTo>
                  <a:lnTo>
                    <a:pt x="651909" y="2570515"/>
                  </a:lnTo>
                  <a:lnTo>
                    <a:pt x="717329" y="2563270"/>
                  </a:lnTo>
                  <a:lnTo>
                    <a:pt x="794890" y="2553558"/>
                  </a:lnTo>
                  <a:lnTo>
                    <a:pt x="880623" y="2541319"/>
                  </a:lnTo>
                  <a:lnTo>
                    <a:pt x="970295" y="2526580"/>
                  </a:lnTo>
                  <a:lnTo>
                    <a:pt x="1060120" y="2509402"/>
                  </a:lnTo>
                  <a:lnTo>
                    <a:pt x="1147173" y="2489817"/>
                  </a:lnTo>
                  <a:lnTo>
                    <a:pt x="1229526" y="2467789"/>
                  </a:lnTo>
                  <a:lnTo>
                    <a:pt x="1306166" y="2443187"/>
                  </a:lnTo>
                  <a:lnTo>
                    <a:pt x="1376811" y="2415772"/>
                  </a:lnTo>
                  <a:lnTo>
                    <a:pt x="1441704" y="2385202"/>
                  </a:lnTo>
                  <a:lnTo>
                    <a:pt x="1501426" y="2351034"/>
                  </a:lnTo>
                  <a:lnTo>
                    <a:pt x="1556757" y="2312752"/>
                  </a:lnTo>
                  <a:lnTo>
                    <a:pt x="1608566" y="2269798"/>
                  </a:lnTo>
                  <a:lnTo>
                    <a:pt x="1657728" y="2221646"/>
                  </a:lnTo>
                  <a:lnTo>
                    <a:pt x="1705055" y="2167918"/>
                  </a:lnTo>
                  <a:lnTo>
                    <a:pt x="1719082" y="2150591"/>
                  </a:lnTo>
                  <a:lnTo>
                    <a:pt x="1755856" y="2102198"/>
                  </a:lnTo>
                  <a:lnTo>
                    <a:pt x="1792281" y="2050120"/>
                  </a:lnTo>
                  <a:lnTo>
                    <a:pt x="1828592" y="1994282"/>
                  </a:lnTo>
                  <a:lnTo>
                    <a:pt x="1864971" y="1934674"/>
                  </a:lnTo>
                  <a:lnTo>
                    <a:pt x="1901552" y="1871361"/>
                  </a:lnTo>
                  <a:lnTo>
                    <a:pt x="1938426" y="1804486"/>
                  </a:lnTo>
                  <a:lnTo>
                    <a:pt x="1975647" y="1734273"/>
                  </a:lnTo>
                  <a:lnTo>
                    <a:pt x="2013233" y="1661034"/>
                  </a:lnTo>
                  <a:lnTo>
                    <a:pt x="2051168" y="1585159"/>
                  </a:lnTo>
                  <a:lnTo>
                    <a:pt x="2089411" y="1507116"/>
                  </a:lnTo>
                  <a:lnTo>
                    <a:pt x="2127898" y="1427438"/>
                  </a:lnTo>
                  <a:lnTo>
                    <a:pt x="2166546" y="1346705"/>
                  </a:lnTo>
                  <a:lnTo>
                    <a:pt x="2205262" y="1265536"/>
                  </a:lnTo>
                  <a:lnTo>
                    <a:pt x="2243948" y="1184559"/>
                  </a:lnTo>
                  <a:lnTo>
                    <a:pt x="2282508" y="1104399"/>
                  </a:lnTo>
                  <a:lnTo>
                    <a:pt x="2320855" y="1025654"/>
                  </a:lnTo>
                  <a:lnTo>
                    <a:pt x="2358917" y="948878"/>
                  </a:lnTo>
                  <a:lnTo>
                    <a:pt x="2396641" y="874563"/>
                  </a:lnTo>
                  <a:lnTo>
                    <a:pt x="2434004" y="803133"/>
                  </a:lnTo>
                  <a:lnTo>
                    <a:pt x="2471009" y="734929"/>
                  </a:lnTo>
                  <a:lnTo>
                    <a:pt x="2507695" y="670209"/>
                  </a:lnTo>
                  <a:lnTo>
                    <a:pt x="2544139" y="609150"/>
                  </a:lnTo>
                  <a:lnTo>
                    <a:pt x="2580457" y="551844"/>
                  </a:lnTo>
                  <a:lnTo>
                    <a:pt x="2616813" y="498309"/>
                  </a:lnTo>
                  <a:lnTo>
                    <a:pt x="2653420" y="448497"/>
                  </a:lnTo>
                  <a:lnTo>
                    <a:pt x="2667772" y="430118"/>
                  </a:lnTo>
                  <a:lnTo>
                    <a:pt x="2714684" y="374679"/>
                  </a:lnTo>
                  <a:lnTo>
                    <a:pt x="2763212" y="324873"/>
                  </a:lnTo>
                  <a:lnTo>
                    <a:pt x="2814132" y="280402"/>
                  </a:lnTo>
                  <a:lnTo>
                    <a:pt x="2868306" y="240768"/>
                  </a:lnTo>
                  <a:lnTo>
                    <a:pt x="2926615" y="205416"/>
                  </a:lnTo>
                  <a:lnTo>
                    <a:pt x="2989875" y="173811"/>
                  </a:lnTo>
                  <a:lnTo>
                    <a:pt x="3058740" y="145485"/>
                  </a:lnTo>
                  <a:lnTo>
                    <a:pt x="3133572" y="120064"/>
                  </a:lnTo>
                  <a:lnTo>
                    <a:pt x="3214271" y="97278"/>
                  </a:lnTo>
                  <a:lnTo>
                    <a:pt x="3300063" y="76964"/>
                  </a:lnTo>
                  <a:lnTo>
                    <a:pt x="3389314" y="59058"/>
                  </a:lnTo>
                  <a:lnTo>
                    <a:pt x="3479398" y="43577"/>
                  </a:lnTo>
                  <a:lnTo>
                    <a:pt x="3566757" y="30577"/>
                  </a:lnTo>
                  <a:lnTo>
                    <a:pt x="3647230" y="20104"/>
                  </a:lnTo>
                  <a:lnTo>
                    <a:pt x="3716683" y="12128"/>
                  </a:lnTo>
                  <a:lnTo>
                    <a:pt x="3771829" y="6499"/>
                  </a:lnTo>
                  <a:lnTo>
                    <a:pt x="3811016" y="2920"/>
                  </a:lnTo>
                  <a:lnTo>
                    <a:pt x="3834707" y="976"/>
                  </a:lnTo>
                  <a:lnTo>
                    <a:pt x="3845542" y="173"/>
                  </a:lnTo>
                  <a:lnTo>
                    <a:pt x="3848084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13" y="87"/>
                  </a:lnTo>
                  <a:lnTo>
                    <a:pt x="4394110" y="712"/>
                  </a:lnTo>
                  <a:lnTo>
                    <a:pt x="4409968" y="2441"/>
                  </a:lnTo>
                  <a:lnTo>
                    <a:pt x="4438285" y="5842"/>
                  </a:lnTo>
                  <a:lnTo>
                    <a:pt x="4480407" y="11440"/>
                  </a:lnTo>
                  <a:lnTo>
                    <a:pt x="4536034" y="19656"/>
                  </a:lnTo>
                  <a:lnTo>
                    <a:pt x="4603367" y="30771"/>
                  </a:lnTo>
                  <a:lnTo>
                    <a:pt x="4679534" y="44917"/>
                  </a:lnTo>
                  <a:lnTo>
                    <a:pt x="4761155" y="62108"/>
                  </a:lnTo>
                  <a:lnTo>
                    <a:pt x="4844912" y="82289"/>
                  </a:lnTo>
                  <a:lnTo>
                    <a:pt x="4927963" y="105394"/>
                  </a:lnTo>
                  <a:lnTo>
                    <a:pt x="5008165" y="131401"/>
                  </a:lnTo>
                  <a:lnTo>
                    <a:pt x="5084118" y="160371"/>
                  </a:lnTo>
                  <a:lnTo>
                    <a:pt x="5155088" y="192462"/>
                  </a:lnTo>
                  <a:lnTo>
                    <a:pt x="5220876" y="227948"/>
                  </a:lnTo>
                  <a:lnTo>
                    <a:pt x="5281670" y="267212"/>
                  </a:lnTo>
                  <a:lnTo>
                    <a:pt x="5337918" y="310738"/>
                  </a:lnTo>
                  <a:lnTo>
                    <a:pt x="5390229" y="359096"/>
                  </a:lnTo>
                  <a:lnTo>
                    <a:pt x="5439290" y="412906"/>
                  </a:lnTo>
                  <a:lnTo>
                    <a:pt x="5485810" y="472781"/>
                  </a:lnTo>
                  <a:lnTo>
                    <a:pt x="5530468" y="539232"/>
                  </a:lnTo>
                  <a:lnTo>
                    <a:pt x="5567201" y="600713"/>
                  </a:lnTo>
                  <a:lnTo>
                    <a:pt x="5599296" y="659369"/>
                  </a:lnTo>
                  <a:lnTo>
                    <a:pt x="5631100" y="721927"/>
                  </a:lnTo>
                  <a:lnTo>
                    <a:pt x="5662777" y="788466"/>
                  </a:lnTo>
                  <a:lnTo>
                    <a:pt x="5694457" y="859015"/>
                  </a:lnTo>
                  <a:lnTo>
                    <a:pt x="5726244" y="933546"/>
                  </a:lnTo>
                  <a:lnTo>
                    <a:pt x="5758214" y="1011970"/>
                  </a:lnTo>
                  <a:lnTo>
                    <a:pt x="5790420" y="1094133"/>
                  </a:lnTo>
                  <a:lnTo>
                    <a:pt x="5822892" y="1179811"/>
                  </a:lnTo>
                  <a:lnTo>
                    <a:pt x="5855642" y="1268714"/>
                  </a:lnTo>
                  <a:lnTo>
                    <a:pt x="5888662" y="1360487"/>
                  </a:lnTo>
                  <a:lnTo>
                    <a:pt x="5921927" y="1454709"/>
                  </a:lnTo>
                  <a:lnTo>
                    <a:pt x="5955399" y="1550909"/>
                  </a:lnTo>
                  <a:lnTo>
                    <a:pt x="5989029" y="1648565"/>
                  </a:lnTo>
                  <a:lnTo>
                    <a:pt x="6022759" y="1747123"/>
                  </a:lnTo>
                  <a:lnTo>
                    <a:pt x="6056524" y="1846006"/>
                  </a:lnTo>
                  <a:lnTo>
                    <a:pt x="6090261" y="1944629"/>
                  </a:lnTo>
                  <a:lnTo>
                    <a:pt x="6123906" y="2042416"/>
                  </a:lnTo>
                  <a:lnTo>
                    <a:pt x="6157398" y="2138806"/>
                  </a:lnTo>
                  <a:lnTo>
                    <a:pt x="6190689" y="2233276"/>
                  </a:lnTo>
                  <a:lnTo>
                    <a:pt x="6223738" y="2325347"/>
                  </a:lnTo>
                  <a:lnTo>
                    <a:pt x="6256519" y="2414594"/>
                  </a:lnTo>
                  <a:lnTo>
                    <a:pt x="6289022" y="2500652"/>
                  </a:lnTo>
                  <a:lnTo>
                    <a:pt x="6321257" y="2583223"/>
                  </a:lnTo>
                  <a:lnTo>
                    <a:pt x="6353251" y="2662078"/>
                  </a:lnTo>
                  <a:lnTo>
                    <a:pt x="6385055" y="2737054"/>
                  </a:lnTo>
                  <a:lnTo>
                    <a:pt x="6416743" y="2808055"/>
                  </a:lnTo>
                  <a:lnTo>
                    <a:pt x="6448415" y="2875046"/>
                  </a:lnTo>
                  <a:lnTo>
                    <a:pt x="6480197" y="2938050"/>
                  </a:lnTo>
                  <a:lnTo>
                    <a:pt x="6512249" y="2997141"/>
                  </a:lnTo>
                  <a:lnTo>
                    <a:pt x="6515891" y="3003568"/>
                  </a:lnTo>
                  <a:lnTo>
                    <a:pt x="6559444" y="3075785"/>
                  </a:lnTo>
                  <a:lnTo>
                    <a:pt x="6604349" y="3141192"/>
                  </a:lnTo>
                  <a:lnTo>
                    <a:pt x="6651217" y="3200091"/>
                  </a:lnTo>
                  <a:lnTo>
                    <a:pt x="6700734" y="3253015"/>
                  </a:lnTo>
                  <a:lnTo>
                    <a:pt x="6753611" y="3300585"/>
                  </a:lnTo>
                  <a:lnTo>
                    <a:pt x="6810527" y="3343415"/>
                  </a:lnTo>
                  <a:lnTo>
                    <a:pt x="6872070" y="3382065"/>
                  </a:lnTo>
                  <a:lnTo>
                    <a:pt x="6938656" y="3417003"/>
                  </a:lnTo>
                  <a:lnTo>
                    <a:pt x="7010423" y="3448596"/>
                  </a:lnTo>
                  <a:lnTo>
                    <a:pt x="7087097" y="3477098"/>
                  </a:lnTo>
                  <a:lnTo>
                    <a:pt x="7167850" y="3502655"/>
                  </a:lnTo>
                  <a:lnTo>
                    <a:pt x="7251170" y="3525310"/>
                  </a:lnTo>
                  <a:lnTo>
                    <a:pt x="7334798" y="3545032"/>
                  </a:lnTo>
                  <a:lnTo>
                    <a:pt x="7415799" y="3561754"/>
                  </a:lnTo>
                  <a:lnTo>
                    <a:pt x="7490813" y="3575428"/>
                  </a:lnTo>
                  <a:lnTo>
                    <a:pt x="7556501" y="3586081"/>
                  </a:lnTo>
                  <a:lnTo>
                    <a:pt x="7610119" y="3593870"/>
                  </a:lnTo>
                  <a:lnTo>
                    <a:pt x="7650082" y="3599097"/>
                  </a:lnTo>
                  <a:lnTo>
                    <a:pt x="7676339" y="3602203"/>
                  </a:lnTo>
                  <a:lnTo>
                    <a:pt x="7690492" y="3603723"/>
                  </a:lnTo>
                  <a:lnTo>
                    <a:pt x="7695654" y="3604228"/>
                  </a:lnTo>
                  <a:lnTo>
                    <a:pt x="7696237" y="3604281"/>
                  </a:lnTo>
                  <a:lnTo>
                    <a:pt x="8234974" y="3604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1" name="pl1561"/>
            <p:cNvSpPr/>
            <p:nvPr/>
          </p:nvSpPr>
          <p:spPr>
            <a:xfrm>
              <a:off x="546595" y="2367483"/>
              <a:ext cx="8234974" cy="3604281"/>
            </a:xfrm>
            <a:custGeom>
              <a:avLst/>
              <a:pathLst>
                <a:path w="8234974" h="3604281">
                  <a:moveTo>
                    <a:pt x="8234974" y="3604281"/>
                  </a:moveTo>
                  <a:lnTo>
                    <a:pt x="7696237" y="3604281"/>
                  </a:lnTo>
                  <a:lnTo>
                    <a:pt x="7695279" y="3604193"/>
                  </a:lnTo>
                  <a:lnTo>
                    <a:pt x="7688983" y="3603568"/>
                  </a:lnTo>
                  <a:lnTo>
                    <a:pt x="7673124" y="3601840"/>
                  </a:lnTo>
                  <a:lnTo>
                    <a:pt x="7644808" y="3598439"/>
                  </a:lnTo>
                  <a:lnTo>
                    <a:pt x="7602685" y="3592841"/>
                  </a:lnTo>
                  <a:lnTo>
                    <a:pt x="7547059" y="3584625"/>
                  </a:lnTo>
                  <a:lnTo>
                    <a:pt x="7479725" y="3573510"/>
                  </a:lnTo>
                  <a:lnTo>
                    <a:pt x="7403559" y="3559363"/>
                  </a:lnTo>
                  <a:lnTo>
                    <a:pt x="7321937" y="3542172"/>
                  </a:lnTo>
                  <a:lnTo>
                    <a:pt x="7238180" y="3521992"/>
                  </a:lnTo>
                  <a:lnTo>
                    <a:pt x="7155129" y="3498887"/>
                  </a:lnTo>
                  <a:lnTo>
                    <a:pt x="7074927" y="3472879"/>
                  </a:lnTo>
                  <a:lnTo>
                    <a:pt x="6998975" y="3443910"/>
                  </a:lnTo>
                  <a:lnTo>
                    <a:pt x="6928004" y="3411818"/>
                  </a:lnTo>
                  <a:lnTo>
                    <a:pt x="6862216" y="3376332"/>
                  </a:lnTo>
                  <a:lnTo>
                    <a:pt x="6801423" y="3337069"/>
                  </a:lnTo>
                  <a:lnTo>
                    <a:pt x="6745174" y="3293543"/>
                  </a:lnTo>
                  <a:lnTo>
                    <a:pt x="6692863" y="3245185"/>
                  </a:lnTo>
                  <a:lnTo>
                    <a:pt x="6643802" y="3191375"/>
                  </a:lnTo>
                  <a:lnTo>
                    <a:pt x="6597282" y="3131499"/>
                  </a:lnTo>
                  <a:lnTo>
                    <a:pt x="6552624" y="3065048"/>
                  </a:lnTo>
                  <a:lnTo>
                    <a:pt x="6515891" y="3003568"/>
                  </a:lnTo>
                  <a:lnTo>
                    <a:pt x="6483797" y="2944911"/>
                  </a:lnTo>
                  <a:lnTo>
                    <a:pt x="6451993" y="2882354"/>
                  </a:lnTo>
                  <a:lnTo>
                    <a:pt x="6420316" y="2815815"/>
                  </a:lnTo>
                  <a:lnTo>
                    <a:pt x="6388635" y="2745266"/>
                  </a:lnTo>
                  <a:lnTo>
                    <a:pt x="6356848" y="2670734"/>
                  </a:lnTo>
                  <a:lnTo>
                    <a:pt x="6324878" y="2592310"/>
                  </a:lnTo>
                  <a:lnTo>
                    <a:pt x="6292673" y="2510148"/>
                  </a:lnTo>
                  <a:lnTo>
                    <a:pt x="6260200" y="2424470"/>
                  </a:lnTo>
                  <a:lnTo>
                    <a:pt x="6227450" y="2335566"/>
                  </a:lnTo>
                  <a:lnTo>
                    <a:pt x="6194431" y="2243794"/>
                  </a:lnTo>
                  <a:lnTo>
                    <a:pt x="6161166" y="2149571"/>
                  </a:lnTo>
                  <a:lnTo>
                    <a:pt x="6127693" y="2053372"/>
                  </a:lnTo>
                  <a:lnTo>
                    <a:pt x="6094063" y="1955716"/>
                  </a:lnTo>
                  <a:lnTo>
                    <a:pt x="6060334" y="1857158"/>
                  </a:lnTo>
                  <a:lnTo>
                    <a:pt x="6026568" y="1758275"/>
                  </a:lnTo>
                  <a:lnTo>
                    <a:pt x="5992831" y="1659651"/>
                  </a:lnTo>
                  <a:lnTo>
                    <a:pt x="5959187" y="1561865"/>
                  </a:lnTo>
                  <a:lnTo>
                    <a:pt x="5925694" y="1465475"/>
                  </a:lnTo>
                  <a:lnTo>
                    <a:pt x="5892404" y="1371004"/>
                  </a:lnTo>
                  <a:lnTo>
                    <a:pt x="5859355" y="1278933"/>
                  </a:lnTo>
                  <a:lnTo>
                    <a:pt x="5826574" y="1189687"/>
                  </a:lnTo>
                  <a:lnTo>
                    <a:pt x="5794070" y="1103629"/>
                  </a:lnTo>
                  <a:lnTo>
                    <a:pt x="5761836" y="1021058"/>
                  </a:lnTo>
                  <a:lnTo>
                    <a:pt x="5729841" y="942203"/>
                  </a:lnTo>
                  <a:lnTo>
                    <a:pt x="5698037" y="867227"/>
                  </a:lnTo>
                  <a:lnTo>
                    <a:pt x="5666349" y="796226"/>
                  </a:lnTo>
                  <a:lnTo>
                    <a:pt x="5634678" y="729235"/>
                  </a:lnTo>
                  <a:lnTo>
                    <a:pt x="5602896" y="666231"/>
                  </a:lnTo>
                  <a:lnTo>
                    <a:pt x="5570843" y="607140"/>
                  </a:lnTo>
                  <a:lnTo>
                    <a:pt x="5567201" y="600713"/>
                  </a:lnTo>
                  <a:lnTo>
                    <a:pt x="5523649" y="528496"/>
                  </a:lnTo>
                  <a:lnTo>
                    <a:pt x="5478744" y="463089"/>
                  </a:lnTo>
                  <a:lnTo>
                    <a:pt x="5431876" y="404190"/>
                  </a:lnTo>
                  <a:lnTo>
                    <a:pt x="5382358" y="351266"/>
                  </a:lnTo>
                  <a:lnTo>
                    <a:pt x="5329481" y="303696"/>
                  </a:lnTo>
                  <a:lnTo>
                    <a:pt x="5272566" y="260865"/>
                  </a:lnTo>
                  <a:lnTo>
                    <a:pt x="5211023" y="222216"/>
                  </a:lnTo>
                  <a:lnTo>
                    <a:pt x="5144436" y="187278"/>
                  </a:lnTo>
                  <a:lnTo>
                    <a:pt x="5072669" y="155685"/>
                  </a:lnTo>
                  <a:lnTo>
                    <a:pt x="4995995" y="127182"/>
                  </a:lnTo>
                  <a:lnTo>
                    <a:pt x="4915242" y="101625"/>
                  </a:lnTo>
                  <a:lnTo>
                    <a:pt x="4831923" y="78970"/>
                  </a:lnTo>
                  <a:lnTo>
                    <a:pt x="4748295" y="59248"/>
                  </a:lnTo>
                  <a:lnTo>
                    <a:pt x="4667293" y="42526"/>
                  </a:lnTo>
                  <a:lnTo>
                    <a:pt x="4592279" y="28853"/>
                  </a:lnTo>
                  <a:lnTo>
                    <a:pt x="4526592" y="18199"/>
                  </a:lnTo>
                  <a:lnTo>
                    <a:pt x="4472973" y="10411"/>
                  </a:lnTo>
                  <a:lnTo>
                    <a:pt x="4433011" y="5184"/>
                  </a:lnTo>
                  <a:lnTo>
                    <a:pt x="4406753" y="2078"/>
                  </a:lnTo>
                  <a:lnTo>
                    <a:pt x="4392601" y="558"/>
                  </a:lnTo>
                  <a:lnTo>
                    <a:pt x="4387438" y="5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0" y="78"/>
                  </a:lnTo>
                  <a:lnTo>
                    <a:pt x="3839157" y="637"/>
                  </a:lnTo>
                  <a:lnTo>
                    <a:pt x="3819719" y="2183"/>
                  </a:lnTo>
                  <a:lnTo>
                    <a:pt x="3785359" y="5220"/>
                  </a:lnTo>
                  <a:lnTo>
                    <a:pt x="3734946" y="10193"/>
                  </a:lnTo>
                  <a:lnTo>
                    <a:pt x="3669526" y="17438"/>
                  </a:lnTo>
                  <a:lnTo>
                    <a:pt x="3591965" y="27150"/>
                  </a:lnTo>
                  <a:lnTo>
                    <a:pt x="3506232" y="39389"/>
                  </a:lnTo>
                  <a:lnTo>
                    <a:pt x="3416559" y="54128"/>
                  </a:lnTo>
                  <a:lnTo>
                    <a:pt x="3326735" y="71307"/>
                  </a:lnTo>
                  <a:lnTo>
                    <a:pt x="3239682" y="90892"/>
                  </a:lnTo>
                  <a:lnTo>
                    <a:pt x="3157329" y="112919"/>
                  </a:lnTo>
                  <a:lnTo>
                    <a:pt x="3080689" y="137522"/>
                  </a:lnTo>
                  <a:lnTo>
                    <a:pt x="3010043" y="164936"/>
                  </a:lnTo>
                  <a:lnTo>
                    <a:pt x="2945151" y="195506"/>
                  </a:lnTo>
                  <a:lnTo>
                    <a:pt x="2885429" y="229674"/>
                  </a:lnTo>
                  <a:lnTo>
                    <a:pt x="2830098" y="267956"/>
                  </a:lnTo>
                  <a:lnTo>
                    <a:pt x="2778289" y="310910"/>
                  </a:lnTo>
                  <a:lnTo>
                    <a:pt x="2729126" y="359062"/>
                  </a:lnTo>
                  <a:lnTo>
                    <a:pt x="2681799" y="412790"/>
                  </a:lnTo>
                  <a:lnTo>
                    <a:pt x="2667772" y="430118"/>
                  </a:lnTo>
                  <a:lnTo>
                    <a:pt x="2630999" y="478510"/>
                  </a:lnTo>
                  <a:lnTo>
                    <a:pt x="2594574" y="530588"/>
                  </a:lnTo>
                  <a:lnTo>
                    <a:pt x="2558263" y="586426"/>
                  </a:lnTo>
                  <a:lnTo>
                    <a:pt x="2521884" y="646034"/>
                  </a:lnTo>
                  <a:lnTo>
                    <a:pt x="2485303" y="709347"/>
                  </a:lnTo>
                  <a:lnTo>
                    <a:pt x="2448429" y="776223"/>
                  </a:lnTo>
                  <a:lnTo>
                    <a:pt x="2411207" y="846435"/>
                  </a:lnTo>
                  <a:lnTo>
                    <a:pt x="2373622" y="919674"/>
                  </a:lnTo>
                  <a:lnTo>
                    <a:pt x="2335687" y="995549"/>
                  </a:lnTo>
                  <a:lnTo>
                    <a:pt x="2297443" y="1073592"/>
                  </a:lnTo>
                  <a:lnTo>
                    <a:pt x="2258956" y="1153271"/>
                  </a:lnTo>
                  <a:lnTo>
                    <a:pt x="2220308" y="1234003"/>
                  </a:lnTo>
                  <a:lnTo>
                    <a:pt x="2181592" y="1315172"/>
                  </a:lnTo>
                  <a:lnTo>
                    <a:pt x="2142906" y="1396149"/>
                  </a:lnTo>
                  <a:lnTo>
                    <a:pt x="2104346" y="1476309"/>
                  </a:lnTo>
                  <a:lnTo>
                    <a:pt x="2066000" y="1555054"/>
                  </a:lnTo>
                  <a:lnTo>
                    <a:pt x="2027938" y="1631830"/>
                  </a:lnTo>
                  <a:lnTo>
                    <a:pt x="1990213" y="1706145"/>
                  </a:lnTo>
                  <a:lnTo>
                    <a:pt x="1952851" y="1777575"/>
                  </a:lnTo>
                  <a:lnTo>
                    <a:pt x="1915846" y="1845780"/>
                  </a:lnTo>
                  <a:lnTo>
                    <a:pt x="1879160" y="1910499"/>
                  </a:lnTo>
                  <a:lnTo>
                    <a:pt x="1842716" y="1971558"/>
                  </a:lnTo>
                  <a:lnTo>
                    <a:pt x="1806397" y="2028865"/>
                  </a:lnTo>
                  <a:lnTo>
                    <a:pt x="1770041" y="2082399"/>
                  </a:lnTo>
                  <a:lnTo>
                    <a:pt x="1733435" y="2132211"/>
                  </a:lnTo>
                  <a:lnTo>
                    <a:pt x="1719082" y="2150591"/>
                  </a:lnTo>
                  <a:lnTo>
                    <a:pt x="1672171" y="2206029"/>
                  </a:lnTo>
                  <a:lnTo>
                    <a:pt x="1623642" y="2255835"/>
                  </a:lnTo>
                  <a:lnTo>
                    <a:pt x="1572723" y="2300307"/>
                  </a:lnTo>
                  <a:lnTo>
                    <a:pt x="1518548" y="2339940"/>
                  </a:lnTo>
                  <a:lnTo>
                    <a:pt x="1460239" y="2375292"/>
                  </a:lnTo>
                  <a:lnTo>
                    <a:pt x="1396980" y="2406897"/>
                  </a:lnTo>
                  <a:lnTo>
                    <a:pt x="1328115" y="2435223"/>
                  </a:lnTo>
                  <a:lnTo>
                    <a:pt x="1253282" y="2460644"/>
                  </a:lnTo>
                  <a:lnTo>
                    <a:pt x="1172584" y="2483430"/>
                  </a:lnTo>
                  <a:lnTo>
                    <a:pt x="1086791" y="2503745"/>
                  </a:lnTo>
                  <a:lnTo>
                    <a:pt x="997540" y="2521650"/>
                  </a:lnTo>
                  <a:lnTo>
                    <a:pt x="907457" y="2537132"/>
                  </a:lnTo>
                  <a:lnTo>
                    <a:pt x="820098" y="2550131"/>
                  </a:lnTo>
                  <a:lnTo>
                    <a:pt x="739624" y="2560604"/>
                  </a:lnTo>
                  <a:lnTo>
                    <a:pt x="670172" y="2568580"/>
                  </a:lnTo>
                  <a:lnTo>
                    <a:pt x="615025" y="2574210"/>
                  </a:lnTo>
                  <a:lnTo>
                    <a:pt x="575838" y="2577788"/>
                  </a:lnTo>
                  <a:lnTo>
                    <a:pt x="552147" y="2579732"/>
                  </a:lnTo>
                  <a:lnTo>
                    <a:pt x="541312" y="2580535"/>
                  </a:lnTo>
                  <a:lnTo>
                    <a:pt x="538770" y="2580707"/>
                  </a:lnTo>
                  <a:lnTo>
                    <a:pt x="538736" y="2580709"/>
                  </a:lnTo>
                  <a:lnTo>
                    <a:pt x="0" y="25807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2" name="pg1562"/>
            <p:cNvSpPr/>
            <p:nvPr/>
          </p:nvSpPr>
          <p:spPr>
            <a:xfrm>
              <a:off x="546595" y="3146052"/>
              <a:ext cx="8234974" cy="1916476"/>
            </a:xfrm>
            <a:custGeom>
              <a:avLst/>
              <a:pathLst>
                <a:path w="8234974" h="1916476">
                  <a:moveTo>
                    <a:pt x="0" y="1916476"/>
                  </a:moveTo>
                  <a:lnTo>
                    <a:pt x="538736" y="1916476"/>
                  </a:lnTo>
                  <a:lnTo>
                    <a:pt x="540036" y="1916462"/>
                  </a:lnTo>
                  <a:lnTo>
                    <a:pt x="548514" y="1916363"/>
                  </a:lnTo>
                  <a:lnTo>
                    <a:pt x="569650" y="1916092"/>
                  </a:lnTo>
                  <a:lnTo>
                    <a:pt x="606837" y="1915558"/>
                  </a:lnTo>
                  <a:lnTo>
                    <a:pt x="661054" y="1914687"/>
                  </a:lnTo>
                  <a:lnTo>
                    <a:pt x="730848" y="1913422"/>
                  </a:lnTo>
                  <a:lnTo>
                    <a:pt x="812819" y="1911734"/>
                  </a:lnTo>
                  <a:lnTo>
                    <a:pt x="902498" y="1909615"/>
                  </a:lnTo>
                  <a:lnTo>
                    <a:pt x="995308" y="1907072"/>
                  </a:lnTo>
                  <a:lnTo>
                    <a:pt x="1087321" y="1904117"/>
                  </a:lnTo>
                  <a:lnTo>
                    <a:pt x="1175653" y="1900751"/>
                  </a:lnTo>
                  <a:lnTo>
                    <a:pt x="1258530" y="1896963"/>
                  </a:lnTo>
                  <a:lnTo>
                    <a:pt x="1335152" y="1892723"/>
                  </a:lnTo>
                  <a:lnTo>
                    <a:pt x="1405454" y="1887984"/>
                  </a:lnTo>
                  <a:lnTo>
                    <a:pt x="1469878" y="1882675"/>
                  </a:lnTo>
                  <a:lnTo>
                    <a:pt x="1529173" y="1876715"/>
                  </a:lnTo>
                  <a:lnTo>
                    <a:pt x="1584252" y="1870007"/>
                  </a:lnTo>
                  <a:lnTo>
                    <a:pt x="1636079" y="1862455"/>
                  </a:lnTo>
                  <a:lnTo>
                    <a:pt x="1685584" y="1853976"/>
                  </a:lnTo>
                  <a:lnTo>
                    <a:pt x="1719082" y="1847511"/>
                  </a:lnTo>
                  <a:lnTo>
                    <a:pt x="1770824" y="1836400"/>
                  </a:lnTo>
                  <a:lnTo>
                    <a:pt x="1822068" y="1824102"/>
                  </a:lnTo>
                  <a:lnTo>
                    <a:pt x="1873382" y="1810604"/>
                  </a:lnTo>
                  <a:lnTo>
                    <a:pt x="1925139" y="1795934"/>
                  </a:lnTo>
                  <a:lnTo>
                    <a:pt x="1977551" y="1780174"/>
                  </a:lnTo>
                  <a:lnTo>
                    <a:pt x="2030681" y="1763456"/>
                  </a:lnTo>
                  <a:lnTo>
                    <a:pt x="2084472" y="1745966"/>
                  </a:lnTo>
                  <a:lnTo>
                    <a:pt x="2138762" y="1727933"/>
                  </a:lnTo>
                  <a:lnTo>
                    <a:pt x="2193320" y="1709619"/>
                  </a:lnTo>
                  <a:lnTo>
                    <a:pt x="2247880" y="1691305"/>
                  </a:lnTo>
                  <a:lnTo>
                    <a:pt x="2302171" y="1673270"/>
                  </a:lnTo>
                  <a:lnTo>
                    <a:pt x="2355964" y="1655777"/>
                  </a:lnTo>
                  <a:lnTo>
                    <a:pt x="2409097" y="1639056"/>
                  </a:lnTo>
                  <a:lnTo>
                    <a:pt x="2461511" y="1623292"/>
                  </a:lnTo>
                  <a:lnTo>
                    <a:pt x="2513271" y="1608618"/>
                  </a:lnTo>
                  <a:lnTo>
                    <a:pt x="2564585" y="1595115"/>
                  </a:lnTo>
                  <a:lnTo>
                    <a:pt x="2615829" y="1582813"/>
                  </a:lnTo>
                  <a:lnTo>
                    <a:pt x="2667567" y="1571696"/>
                  </a:lnTo>
                  <a:lnTo>
                    <a:pt x="2667772" y="1571655"/>
                  </a:lnTo>
                  <a:lnTo>
                    <a:pt x="2716150" y="1562507"/>
                  </a:lnTo>
                  <a:lnTo>
                    <a:pt x="2766270" y="1554317"/>
                  </a:lnTo>
                  <a:lnTo>
                    <a:pt x="2818985" y="1547032"/>
                  </a:lnTo>
                  <a:lnTo>
                    <a:pt x="2875245" y="1540562"/>
                  </a:lnTo>
                  <a:lnTo>
                    <a:pt x="2936011" y="1534810"/>
                  </a:lnTo>
                  <a:lnTo>
                    <a:pt x="3002156" y="1529683"/>
                  </a:lnTo>
                  <a:lnTo>
                    <a:pt x="3074355" y="1525102"/>
                  </a:lnTo>
                  <a:lnTo>
                    <a:pt x="3152918" y="1521004"/>
                  </a:lnTo>
                  <a:lnTo>
                    <a:pt x="3237581" y="1517347"/>
                  </a:lnTo>
                  <a:lnTo>
                    <a:pt x="3327271" y="1514106"/>
                  </a:lnTo>
                  <a:lnTo>
                    <a:pt x="3419884" y="1511276"/>
                  </a:lnTo>
                  <a:lnTo>
                    <a:pt x="3512198" y="1508861"/>
                  </a:lnTo>
                  <a:lnTo>
                    <a:pt x="3600027" y="1506873"/>
                  </a:lnTo>
                  <a:lnTo>
                    <a:pt x="3678734" y="1505315"/>
                  </a:lnTo>
                  <a:lnTo>
                    <a:pt x="3744070" y="1504174"/>
                  </a:lnTo>
                  <a:lnTo>
                    <a:pt x="3793148" y="1503413"/>
                  </a:lnTo>
                  <a:lnTo>
                    <a:pt x="3825228" y="1502968"/>
                  </a:lnTo>
                  <a:lnTo>
                    <a:pt x="3842047" y="1502759"/>
                  </a:lnTo>
                  <a:lnTo>
                    <a:pt x="3847673" y="1502696"/>
                  </a:lnTo>
                  <a:lnTo>
                    <a:pt x="3848118" y="1502691"/>
                  </a:lnTo>
                  <a:lnTo>
                    <a:pt x="4386855" y="1502691"/>
                  </a:lnTo>
                  <a:lnTo>
                    <a:pt x="4388117" y="1502643"/>
                  </a:lnTo>
                  <a:lnTo>
                    <a:pt x="4396354" y="1502298"/>
                  </a:lnTo>
                  <a:lnTo>
                    <a:pt x="4416910" y="1501344"/>
                  </a:lnTo>
                  <a:lnTo>
                    <a:pt x="4453135" y="1499472"/>
                  </a:lnTo>
                  <a:lnTo>
                    <a:pt x="4506062" y="1496410"/>
                  </a:lnTo>
                  <a:lnTo>
                    <a:pt x="4574382" y="1491961"/>
                  </a:lnTo>
                  <a:lnTo>
                    <a:pt x="4654877" y="1486013"/>
                  </a:lnTo>
                  <a:lnTo>
                    <a:pt x="4743248" y="1478538"/>
                  </a:lnTo>
                  <a:lnTo>
                    <a:pt x="4835031" y="1469559"/>
                  </a:lnTo>
                  <a:lnTo>
                    <a:pt x="4926340" y="1459111"/>
                  </a:lnTo>
                  <a:lnTo>
                    <a:pt x="5014272" y="1447209"/>
                  </a:lnTo>
                  <a:lnTo>
                    <a:pt x="5096998" y="1433819"/>
                  </a:lnTo>
                  <a:lnTo>
                    <a:pt x="5173644" y="1418844"/>
                  </a:lnTo>
                  <a:lnTo>
                    <a:pt x="5244072" y="1402121"/>
                  </a:lnTo>
                  <a:lnTo>
                    <a:pt x="5308654" y="1383420"/>
                  </a:lnTo>
                  <a:lnTo>
                    <a:pt x="5368087" y="1362454"/>
                  </a:lnTo>
                  <a:lnTo>
                    <a:pt x="5423237" y="1338893"/>
                  </a:lnTo>
                  <a:lnTo>
                    <a:pt x="5475039" y="1312394"/>
                  </a:lnTo>
                  <a:lnTo>
                    <a:pt x="5524409" y="1282656"/>
                  </a:lnTo>
                  <a:lnTo>
                    <a:pt x="5567201" y="1253150"/>
                  </a:lnTo>
                  <a:lnTo>
                    <a:pt x="5611077" y="1219368"/>
                  </a:lnTo>
                  <a:lnTo>
                    <a:pt x="5654524" y="1182522"/>
                  </a:lnTo>
                  <a:lnTo>
                    <a:pt x="5697915" y="1142555"/>
                  </a:lnTo>
                  <a:lnTo>
                    <a:pt x="5741520" y="1099494"/>
                  </a:lnTo>
                  <a:lnTo>
                    <a:pt x="5785517" y="1053454"/>
                  </a:lnTo>
                  <a:lnTo>
                    <a:pt x="5830007" y="1004648"/>
                  </a:lnTo>
                  <a:lnTo>
                    <a:pt x="5875014" y="953389"/>
                  </a:lnTo>
                  <a:lnTo>
                    <a:pt x="5920501" y="900083"/>
                  </a:lnTo>
                  <a:lnTo>
                    <a:pt x="5966379" y="845224"/>
                  </a:lnTo>
                  <a:lnTo>
                    <a:pt x="6012518" y="789369"/>
                  </a:lnTo>
                  <a:lnTo>
                    <a:pt x="6058761" y="733125"/>
                  </a:lnTo>
                  <a:lnTo>
                    <a:pt x="6104942" y="677112"/>
                  </a:lnTo>
                  <a:lnTo>
                    <a:pt x="6150901" y="621943"/>
                  </a:lnTo>
                  <a:lnTo>
                    <a:pt x="6196499" y="568191"/>
                  </a:lnTo>
                  <a:lnTo>
                    <a:pt x="6241634" y="516366"/>
                  </a:lnTo>
                  <a:lnTo>
                    <a:pt x="6286256" y="466900"/>
                  </a:lnTo>
                  <a:lnTo>
                    <a:pt x="6330373" y="420129"/>
                  </a:lnTo>
                  <a:lnTo>
                    <a:pt x="6374064" y="376292"/>
                  </a:lnTo>
                  <a:lnTo>
                    <a:pt x="6417488" y="335529"/>
                  </a:lnTo>
                  <a:lnTo>
                    <a:pt x="6460890" y="297887"/>
                  </a:lnTo>
                  <a:lnTo>
                    <a:pt x="6504614" y="263331"/>
                  </a:lnTo>
                  <a:lnTo>
                    <a:pt x="6515891" y="254985"/>
                  </a:lnTo>
                  <a:lnTo>
                    <a:pt x="6563777" y="222198"/>
                  </a:lnTo>
                  <a:lnTo>
                    <a:pt x="6613361" y="192811"/>
                  </a:lnTo>
                  <a:lnTo>
                    <a:pt x="6665471" y="166637"/>
                  </a:lnTo>
                  <a:lnTo>
                    <a:pt x="6721027" y="143364"/>
                  </a:lnTo>
                  <a:lnTo>
                    <a:pt x="6780961" y="122651"/>
                  </a:lnTo>
                  <a:lnTo>
                    <a:pt x="6846129" y="104170"/>
                  </a:lnTo>
                  <a:lnTo>
                    <a:pt x="6917199" y="87640"/>
                  </a:lnTo>
                  <a:lnTo>
                    <a:pt x="6994500" y="72838"/>
                  </a:lnTo>
                  <a:lnTo>
                    <a:pt x="7077829" y="59608"/>
                  </a:lnTo>
                  <a:lnTo>
                    <a:pt x="7166220" y="47859"/>
                  </a:lnTo>
                  <a:lnTo>
                    <a:pt x="7257733" y="37564"/>
                  </a:lnTo>
                  <a:lnTo>
                    <a:pt x="7349355" y="28741"/>
                  </a:lnTo>
                  <a:lnTo>
                    <a:pt x="7437113" y="21426"/>
                  </a:lnTo>
                  <a:lnTo>
                    <a:pt x="7516522" y="15638"/>
                  </a:lnTo>
                  <a:lnTo>
                    <a:pt x="7583349" y="11341"/>
                  </a:lnTo>
                  <a:lnTo>
                    <a:pt x="7634546" y="8415"/>
                  </a:lnTo>
                  <a:lnTo>
                    <a:pt x="7669036" y="6653"/>
                  </a:lnTo>
                  <a:lnTo>
                    <a:pt x="7688105" y="5778"/>
                  </a:lnTo>
                  <a:lnTo>
                    <a:pt x="7695327" y="547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6" y="48"/>
                  </a:lnTo>
                  <a:lnTo>
                    <a:pt x="7686739" y="393"/>
                  </a:lnTo>
                  <a:lnTo>
                    <a:pt x="7666182" y="1347"/>
                  </a:lnTo>
                  <a:lnTo>
                    <a:pt x="7629957" y="3219"/>
                  </a:lnTo>
                  <a:lnTo>
                    <a:pt x="7577030" y="6280"/>
                  </a:lnTo>
                  <a:lnTo>
                    <a:pt x="7508711" y="10730"/>
                  </a:lnTo>
                  <a:lnTo>
                    <a:pt x="7428215" y="16678"/>
                  </a:lnTo>
                  <a:lnTo>
                    <a:pt x="7339845" y="24152"/>
                  </a:lnTo>
                  <a:lnTo>
                    <a:pt x="7248061" y="33132"/>
                  </a:lnTo>
                  <a:lnTo>
                    <a:pt x="7156753" y="43579"/>
                  </a:lnTo>
                  <a:lnTo>
                    <a:pt x="7068821" y="55481"/>
                  </a:lnTo>
                  <a:lnTo>
                    <a:pt x="6986094" y="68871"/>
                  </a:lnTo>
                  <a:lnTo>
                    <a:pt x="6909448" y="83846"/>
                  </a:lnTo>
                  <a:lnTo>
                    <a:pt x="6839021" y="100570"/>
                  </a:lnTo>
                  <a:lnTo>
                    <a:pt x="6774438" y="119271"/>
                  </a:lnTo>
                  <a:lnTo>
                    <a:pt x="6715006" y="140236"/>
                  </a:lnTo>
                  <a:lnTo>
                    <a:pt x="6659855" y="163797"/>
                  </a:lnTo>
                  <a:lnTo>
                    <a:pt x="6608053" y="190296"/>
                  </a:lnTo>
                  <a:lnTo>
                    <a:pt x="6558683" y="220034"/>
                  </a:lnTo>
                  <a:lnTo>
                    <a:pt x="6515891" y="249541"/>
                  </a:lnTo>
                  <a:lnTo>
                    <a:pt x="6472016" y="283322"/>
                  </a:lnTo>
                  <a:lnTo>
                    <a:pt x="6428569" y="320169"/>
                  </a:lnTo>
                  <a:lnTo>
                    <a:pt x="6385178" y="360136"/>
                  </a:lnTo>
                  <a:lnTo>
                    <a:pt x="6341573" y="403197"/>
                  </a:lnTo>
                  <a:lnTo>
                    <a:pt x="6297575" y="449237"/>
                  </a:lnTo>
                  <a:lnTo>
                    <a:pt x="6253086" y="498042"/>
                  </a:lnTo>
                  <a:lnTo>
                    <a:pt x="6208079" y="549302"/>
                  </a:lnTo>
                  <a:lnTo>
                    <a:pt x="6162591" y="602607"/>
                  </a:lnTo>
                  <a:lnTo>
                    <a:pt x="6116713" y="657467"/>
                  </a:lnTo>
                  <a:lnTo>
                    <a:pt x="6070574" y="713321"/>
                  </a:lnTo>
                  <a:lnTo>
                    <a:pt x="6024331" y="769566"/>
                  </a:lnTo>
                  <a:lnTo>
                    <a:pt x="5978150" y="825578"/>
                  </a:lnTo>
                  <a:lnTo>
                    <a:pt x="5932191" y="880747"/>
                  </a:lnTo>
                  <a:lnTo>
                    <a:pt x="5886594" y="934500"/>
                  </a:lnTo>
                  <a:lnTo>
                    <a:pt x="5841458" y="986324"/>
                  </a:lnTo>
                  <a:lnTo>
                    <a:pt x="5796837" y="1035791"/>
                  </a:lnTo>
                  <a:lnTo>
                    <a:pt x="5752720" y="1082561"/>
                  </a:lnTo>
                  <a:lnTo>
                    <a:pt x="5709028" y="1126398"/>
                  </a:lnTo>
                  <a:lnTo>
                    <a:pt x="5665604" y="1167162"/>
                  </a:lnTo>
                  <a:lnTo>
                    <a:pt x="5622203" y="1204804"/>
                  </a:lnTo>
                  <a:lnTo>
                    <a:pt x="5578478" y="1239359"/>
                  </a:lnTo>
                  <a:lnTo>
                    <a:pt x="5567201" y="1247705"/>
                  </a:lnTo>
                  <a:lnTo>
                    <a:pt x="5519316" y="1280492"/>
                  </a:lnTo>
                  <a:lnTo>
                    <a:pt x="5469732" y="1309879"/>
                  </a:lnTo>
                  <a:lnTo>
                    <a:pt x="5417622" y="1336054"/>
                  </a:lnTo>
                  <a:lnTo>
                    <a:pt x="5362065" y="1359326"/>
                  </a:lnTo>
                  <a:lnTo>
                    <a:pt x="5302131" y="1380039"/>
                  </a:lnTo>
                  <a:lnTo>
                    <a:pt x="5236963" y="1398520"/>
                  </a:lnTo>
                  <a:lnTo>
                    <a:pt x="5165894" y="1415050"/>
                  </a:lnTo>
                  <a:lnTo>
                    <a:pt x="5088592" y="1429852"/>
                  </a:lnTo>
                  <a:lnTo>
                    <a:pt x="5005263" y="1443083"/>
                  </a:lnTo>
                  <a:lnTo>
                    <a:pt x="4916873" y="1454832"/>
                  </a:lnTo>
                  <a:lnTo>
                    <a:pt x="4825359" y="1465126"/>
                  </a:lnTo>
                  <a:lnTo>
                    <a:pt x="4733737" y="1473949"/>
                  </a:lnTo>
                  <a:lnTo>
                    <a:pt x="4645979" y="1481264"/>
                  </a:lnTo>
                  <a:lnTo>
                    <a:pt x="4566571" y="1487052"/>
                  </a:lnTo>
                  <a:lnTo>
                    <a:pt x="4499743" y="1491350"/>
                  </a:lnTo>
                  <a:lnTo>
                    <a:pt x="4448546" y="1494275"/>
                  </a:lnTo>
                  <a:lnTo>
                    <a:pt x="4414057" y="1496037"/>
                  </a:lnTo>
                  <a:lnTo>
                    <a:pt x="4394988" y="1496912"/>
                  </a:lnTo>
                  <a:lnTo>
                    <a:pt x="4387765" y="1497212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19" y="1497260"/>
                  </a:lnTo>
                  <a:lnTo>
                    <a:pt x="3838340" y="1497358"/>
                  </a:lnTo>
                  <a:lnTo>
                    <a:pt x="3817204" y="1497630"/>
                  </a:lnTo>
                  <a:lnTo>
                    <a:pt x="3780017" y="1498164"/>
                  </a:lnTo>
                  <a:lnTo>
                    <a:pt x="3725800" y="1499035"/>
                  </a:lnTo>
                  <a:lnTo>
                    <a:pt x="3656007" y="1500300"/>
                  </a:lnTo>
                  <a:lnTo>
                    <a:pt x="3574036" y="1501988"/>
                  </a:lnTo>
                  <a:lnTo>
                    <a:pt x="3484357" y="1504107"/>
                  </a:lnTo>
                  <a:lnTo>
                    <a:pt x="3391546" y="1506649"/>
                  </a:lnTo>
                  <a:lnTo>
                    <a:pt x="3299533" y="1509605"/>
                  </a:lnTo>
                  <a:lnTo>
                    <a:pt x="3211202" y="1512971"/>
                  </a:lnTo>
                  <a:lnTo>
                    <a:pt x="3128324" y="1516759"/>
                  </a:lnTo>
                  <a:lnTo>
                    <a:pt x="3051703" y="1520999"/>
                  </a:lnTo>
                  <a:lnTo>
                    <a:pt x="2981400" y="1525738"/>
                  </a:lnTo>
                  <a:lnTo>
                    <a:pt x="2916976" y="1531047"/>
                  </a:lnTo>
                  <a:lnTo>
                    <a:pt x="2857681" y="1537007"/>
                  </a:lnTo>
                  <a:lnTo>
                    <a:pt x="2802603" y="1543715"/>
                  </a:lnTo>
                  <a:lnTo>
                    <a:pt x="2750776" y="1551267"/>
                  </a:lnTo>
                  <a:lnTo>
                    <a:pt x="2701270" y="1559745"/>
                  </a:lnTo>
                  <a:lnTo>
                    <a:pt x="2667772" y="1566210"/>
                  </a:lnTo>
                  <a:lnTo>
                    <a:pt x="2616031" y="1577322"/>
                  </a:lnTo>
                  <a:lnTo>
                    <a:pt x="2564786" y="1589620"/>
                  </a:lnTo>
                  <a:lnTo>
                    <a:pt x="2513473" y="1603118"/>
                  </a:lnTo>
                  <a:lnTo>
                    <a:pt x="2461715" y="1617788"/>
                  </a:lnTo>
                  <a:lnTo>
                    <a:pt x="2409304" y="1633548"/>
                  </a:lnTo>
                  <a:lnTo>
                    <a:pt x="2356173" y="1650266"/>
                  </a:lnTo>
                  <a:lnTo>
                    <a:pt x="2302383" y="1667756"/>
                  </a:lnTo>
                  <a:lnTo>
                    <a:pt x="2248093" y="1685789"/>
                  </a:lnTo>
                  <a:lnTo>
                    <a:pt x="2193534" y="1704103"/>
                  </a:lnTo>
                  <a:lnTo>
                    <a:pt x="2138975" y="1722417"/>
                  </a:lnTo>
                  <a:lnTo>
                    <a:pt x="2084684" y="1740452"/>
                  </a:lnTo>
                  <a:lnTo>
                    <a:pt x="2030891" y="1757945"/>
                  </a:lnTo>
                  <a:lnTo>
                    <a:pt x="1977758" y="1774666"/>
                  </a:lnTo>
                  <a:lnTo>
                    <a:pt x="1925343" y="1790430"/>
                  </a:lnTo>
                  <a:lnTo>
                    <a:pt x="1873584" y="1805104"/>
                  </a:lnTo>
                  <a:lnTo>
                    <a:pt x="1822269" y="1818607"/>
                  </a:lnTo>
                  <a:lnTo>
                    <a:pt x="1771025" y="1830909"/>
                  </a:lnTo>
                  <a:lnTo>
                    <a:pt x="1719287" y="1842026"/>
                  </a:lnTo>
                  <a:lnTo>
                    <a:pt x="1719082" y="1842067"/>
                  </a:lnTo>
                  <a:lnTo>
                    <a:pt x="1670704" y="1851215"/>
                  </a:lnTo>
                  <a:lnTo>
                    <a:pt x="1620585" y="1859405"/>
                  </a:lnTo>
                  <a:lnTo>
                    <a:pt x="1567870" y="1866690"/>
                  </a:lnTo>
                  <a:lnTo>
                    <a:pt x="1511609" y="1873160"/>
                  </a:lnTo>
                  <a:lnTo>
                    <a:pt x="1450844" y="1878912"/>
                  </a:lnTo>
                  <a:lnTo>
                    <a:pt x="1384698" y="1884039"/>
                  </a:lnTo>
                  <a:lnTo>
                    <a:pt x="1312500" y="1888620"/>
                  </a:lnTo>
                  <a:lnTo>
                    <a:pt x="1233937" y="1892718"/>
                  </a:lnTo>
                  <a:lnTo>
                    <a:pt x="1149273" y="1896375"/>
                  </a:lnTo>
                  <a:lnTo>
                    <a:pt x="1059584" y="1899616"/>
                  </a:lnTo>
                  <a:lnTo>
                    <a:pt x="966970" y="1902446"/>
                  </a:lnTo>
                  <a:lnTo>
                    <a:pt x="874656" y="1904861"/>
                  </a:lnTo>
                  <a:lnTo>
                    <a:pt x="786827" y="1906849"/>
                  </a:lnTo>
                  <a:lnTo>
                    <a:pt x="708121" y="1908407"/>
                  </a:lnTo>
                  <a:lnTo>
                    <a:pt x="642785" y="1909547"/>
                  </a:lnTo>
                  <a:lnTo>
                    <a:pt x="593707" y="1910309"/>
                  </a:lnTo>
                  <a:lnTo>
                    <a:pt x="561626" y="1910754"/>
                  </a:lnTo>
                  <a:lnTo>
                    <a:pt x="544807" y="1910963"/>
                  </a:lnTo>
                  <a:lnTo>
                    <a:pt x="539182" y="1911026"/>
                  </a:lnTo>
                  <a:lnTo>
                    <a:pt x="538736" y="1911031"/>
                  </a:lnTo>
                  <a:lnTo>
                    <a:pt x="0" y="191103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63" name="pl1563"/>
            <p:cNvSpPr/>
            <p:nvPr/>
          </p:nvSpPr>
          <p:spPr>
            <a:xfrm>
              <a:off x="546595" y="3151496"/>
              <a:ext cx="8234974" cy="1911031"/>
            </a:xfrm>
            <a:custGeom>
              <a:avLst/>
              <a:pathLst>
                <a:path w="8234974" h="1911031">
                  <a:moveTo>
                    <a:pt x="0" y="1911031"/>
                  </a:moveTo>
                  <a:lnTo>
                    <a:pt x="538736" y="1911031"/>
                  </a:lnTo>
                  <a:lnTo>
                    <a:pt x="540036" y="1911017"/>
                  </a:lnTo>
                  <a:lnTo>
                    <a:pt x="548514" y="1910919"/>
                  </a:lnTo>
                  <a:lnTo>
                    <a:pt x="569650" y="1910647"/>
                  </a:lnTo>
                  <a:lnTo>
                    <a:pt x="606837" y="1910114"/>
                  </a:lnTo>
                  <a:lnTo>
                    <a:pt x="661054" y="1909243"/>
                  </a:lnTo>
                  <a:lnTo>
                    <a:pt x="730848" y="1907978"/>
                  </a:lnTo>
                  <a:lnTo>
                    <a:pt x="812819" y="1906289"/>
                  </a:lnTo>
                  <a:lnTo>
                    <a:pt x="902498" y="1904170"/>
                  </a:lnTo>
                  <a:lnTo>
                    <a:pt x="995308" y="1901628"/>
                  </a:lnTo>
                  <a:lnTo>
                    <a:pt x="1087321" y="1898672"/>
                  </a:lnTo>
                  <a:lnTo>
                    <a:pt x="1175653" y="1895306"/>
                  </a:lnTo>
                  <a:lnTo>
                    <a:pt x="1258530" y="1891518"/>
                  </a:lnTo>
                  <a:lnTo>
                    <a:pt x="1335152" y="1887279"/>
                  </a:lnTo>
                  <a:lnTo>
                    <a:pt x="1405454" y="1882539"/>
                  </a:lnTo>
                  <a:lnTo>
                    <a:pt x="1469878" y="1877231"/>
                  </a:lnTo>
                  <a:lnTo>
                    <a:pt x="1529173" y="1871270"/>
                  </a:lnTo>
                  <a:lnTo>
                    <a:pt x="1584252" y="1864562"/>
                  </a:lnTo>
                  <a:lnTo>
                    <a:pt x="1636079" y="1857010"/>
                  </a:lnTo>
                  <a:lnTo>
                    <a:pt x="1685584" y="1848532"/>
                  </a:lnTo>
                  <a:lnTo>
                    <a:pt x="1719082" y="1842067"/>
                  </a:lnTo>
                  <a:lnTo>
                    <a:pt x="1770824" y="1830955"/>
                  </a:lnTo>
                  <a:lnTo>
                    <a:pt x="1822068" y="1818658"/>
                  </a:lnTo>
                  <a:lnTo>
                    <a:pt x="1873382" y="1805159"/>
                  </a:lnTo>
                  <a:lnTo>
                    <a:pt x="1925139" y="1790490"/>
                  </a:lnTo>
                  <a:lnTo>
                    <a:pt x="1977551" y="1774729"/>
                  </a:lnTo>
                  <a:lnTo>
                    <a:pt x="2030681" y="1758012"/>
                  </a:lnTo>
                  <a:lnTo>
                    <a:pt x="2084472" y="1740522"/>
                  </a:lnTo>
                  <a:lnTo>
                    <a:pt x="2138762" y="1722489"/>
                  </a:lnTo>
                  <a:lnTo>
                    <a:pt x="2193320" y="1704175"/>
                  </a:lnTo>
                  <a:lnTo>
                    <a:pt x="2247880" y="1685860"/>
                  </a:lnTo>
                  <a:lnTo>
                    <a:pt x="2302171" y="1667825"/>
                  </a:lnTo>
                  <a:lnTo>
                    <a:pt x="2355964" y="1650333"/>
                  </a:lnTo>
                  <a:lnTo>
                    <a:pt x="2409097" y="1633612"/>
                  </a:lnTo>
                  <a:lnTo>
                    <a:pt x="2461511" y="1617847"/>
                  </a:lnTo>
                  <a:lnTo>
                    <a:pt x="2513271" y="1603173"/>
                  </a:lnTo>
                  <a:lnTo>
                    <a:pt x="2564585" y="1589670"/>
                  </a:lnTo>
                  <a:lnTo>
                    <a:pt x="2615829" y="1577368"/>
                  </a:lnTo>
                  <a:lnTo>
                    <a:pt x="2667567" y="1566252"/>
                  </a:lnTo>
                  <a:lnTo>
                    <a:pt x="2667772" y="1566210"/>
                  </a:lnTo>
                  <a:lnTo>
                    <a:pt x="2716150" y="1557062"/>
                  </a:lnTo>
                  <a:lnTo>
                    <a:pt x="2766270" y="1548873"/>
                  </a:lnTo>
                  <a:lnTo>
                    <a:pt x="2818985" y="1541587"/>
                  </a:lnTo>
                  <a:lnTo>
                    <a:pt x="2875245" y="1535117"/>
                  </a:lnTo>
                  <a:lnTo>
                    <a:pt x="2936011" y="1529365"/>
                  </a:lnTo>
                  <a:lnTo>
                    <a:pt x="3002156" y="1524238"/>
                  </a:lnTo>
                  <a:lnTo>
                    <a:pt x="3074355" y="1519657"/>
                  </a:lnTo>
                  <a:lnTo>
                    <a:pt x="3152918" y="1515560"/>
                  </a:lnTo>
                  <a:lnTo>
                    <a:pt x="3237581" y="1511902"/>
                  </a:lnTo>
                  <a:lnTo>
                    <a:pt x="3327271" y="1508662"/>
                  </a:lnTo>
                  <a:lnTo>
                    <a:pt x="3419884" y="1505831"/>
                  </a:lnTo>
                  <a:lnTo>
                    <a:pt x="3512198" y="1503417"/>
                  </a:lnTo>
                  <a:lnTo>
                    <a:pt x="3600027" y="1501428"/>
                  </a:lnTo>
                  <a:lnTo>
                    <a:pt x="3678734" y="1499871"/>
                  </a:lnTo>
                  <a:lnTo>
                    <a:pt x="3744070" y="1498730"/>
                  </a:lnTo>
                  <a:lnTo>
                    <a:pt x="3793148" y="1497969"/>
                  </a:lnTo>
                  <a:lnTo>
                    <a:pt x="3825228" y="1497524"/>
                  </a:lnTo>
                  <a:lnTo>
                    <a:pt x="3842047" y="1497314"/>
                  </a:lnTo>
                  <a:lnTo>
                    <a:pt x="3847673" y="1497251"/>
                  </a:lnTo>
                  <a:lnTo>
                    <a:pt x="3848118" y="1497246"/>
                  </a:lnTo>
                  <a:lnTo>
                    <a:pt x="4386855" y="1497246"/>
                  </a:lnTo>
                  <a:lnTo>
                    <a:pt x="4388117" y="1497198"/>
                  </a:lnTo>
                  <a:lnTo>
                    <a:pt x="4396354" y="1496853"/>
                  </a:lnTo>
                  <a:lnTo>
                    <a:pt x="4416910" y="1495899"/>
                  </a:lnTo>
                  <a:lnTo>
                    <a:pt x="4453135" y="1494027"/>
                  </a:lnTo>
                  <a:lnTo>
                    <a:pt x="4506062" y="1490966"/>
                  </a:lnTo>
                  <a:lnTo>
                    <a:pt x="4574382" y="1486516"/>
                  </a:lnTo>
                  <a:lnTo>
                    <a:pt x="4654877" y="1480568"/>
                  </a:lnTo>
                  <a:lnTo>
                    <a:pt x="4743248" y="1473093"/>
                  </a:lnTo>
                  <a:lnTo>
                    <a:pt x="4835031" y="1464114"/>
                  </a:lnTo>
                  <a:lnTo>
                    <a:pt x="4926340" y="1453667"/>
                  </a:lnTo>
                  <a:lnTo>
                    <a:pt x="5014272" y="1441765"/>
                  </a:lnTo>
                  <a:lnTo>
                    <a:pt x="5096998" y="1428374"/>
                  </a:lnTo>
                  <a:lnTo>
                    <a:pt x="5173644" y="1413399"/>
                  </a:lnTo>
                  <a:lnTo>
                    <a:pt x="5244072" y="1396676"/>
                  </a:lnTo>
                  <a:lnTo>
                    <a:pt x="5308654" y="1377975"/>
                  </a:lnTo>
                  <a:lnTo>
                    <a:pt x="5368087" y="1357009"/>
                  </a:lnTo>
                  <a:lnTo>
                    <a:pt x="5423237" y="1333448"/>
                  </a:lnTo>
                  <a:lnTo>
                    <a:pt x="5475039" y="1306950"/>
                  </a:lnTo>
                  <a:lnTo>
                    <a:pt x="5524409" y="1277212"/>
                  </a:lnTo>
                  <a:lnTo>
                    <a:pt x="5567201" y="1247705"/>
                  </a:lnTo>
                  <a:lnTo>
                    <a:pt x="5611077" y="1213924"/>
                  </a:lnTo>
                  <a:lnTo>
                    <a:pt x="5654524" y="1177077"/>
                  </a:lnTo>
                  <a:lnTo>
                    <a:pt x="5697915" y="1137110"/>
                  </a:lnTo>
                  <a:lnTo>
                    <a:pt x="5741520" y="1094049"/>
                  </a:lnTo>
                  <a:lnTo>
                    <a:pt x="5785517" y="1048009"/>
                  </a:lnTo>
                  <a:lnTo>
                    <a:pt x="5830007" y="999204"/>
                  </a:lnTo>
                  <a:lnTo>
                    <a:pt x="5875014" y="947944"/>
                  </a:lnTo>
                  <a:lnTo>
                    <a:pt x="5920501" y="894639"/>
                  </a:lnTo>
                  <a:lnTo>
                    <a:pt x="5966379" y="839779"/>
                  </a:lnTo>
                  <a:lnTo>
                    <a:pt x="6012518" y="783925"/>
                  </a:lnTo>
                  <a:lnTo>
                    <a:pt x="6058761" y="727680"/>
                  </a:lnTo>
                  <a:lnTo>
                    <a:pt x="6104942" y="671668"/>
                  </a:lnTo>
                  <a:lnTo>
                    <a:pt x="6150901" y="616498"/>
                  </a:lnTo>
                  <a:lnTo>
                    <a:pt x="6196499" y="562746"/>
                  </a:lnTo>
                  <a:lnTo>
                    <a:pt x="6241634" y="510922"/>
                  </a:lnTo>
                  <a:lnTo>
                    <a:pt x="6286256" y="461455"/>
                  </a:lnTo>
                  <a:lnTo>
                    <a:pt x="6330373" y="414685"/>
                  </a:lnTo>
                  <a:lnTo>
                    <a:pt x="6374064" y="370847"/>
                  </a:lnTo>
                  <a:lnTo>
                    <a:pt x="6417488" y="330084"/>
                  </a:lnTo>
                  <a:lnTo>
                    <a:pt x="6460890" y="292442"/>
                  </a:lnTo>
                  <a:lnTo>
                    <a:pt x="6504614" y="257887"/>
                  </a:lnTo>
                  <a:lnTo>
                    <a:pt x="6515891" y="249541"/>
                  </a:lnTo>
                  <a:lnTo>
                    <a:pt x="6563777" y="216754"/>
                  </a:lnTo>
                  <a:lnTo>
                    <a:pt x="6613361" y="187367"/>
                  </a:lnTo>
                  <a:lnTo>
                    <a:pt x="6665471" y="161192"/>
                  </a:lnTo>
                  <a:lnTo>
                    <a:pt x="6721027" y="137920"/>
                  </a:lnTo>
                  <a:lnTo>
                    <a:pt x="6780961" y="117207"/>
                  </a:lnTo>
                  <a:lnTo>
                    <a:pt x="6846129" y="98726"/>
                  </a:lnTo>
                  <a:lnTo>
                    <a:pt x="6917199" y="82196"/>
                  </a:lnTo>
                  <a:lnTo>
                    <a:pt x="6994500" y="67394"/>
                  </a:lnTo>
                  <a:lnTo>
                    <a:pt x="7077829" y="54163"/>
                  </a:lnTo>
                  <a:lnTo>
                    <a:pt x="7166220" y="42414"/>
                  </a:lnTo>
                  <a:lnTo>
                    <a:pt x="7257733" y="32120"/>
                  </a:lnTo>
                  <a:lnTo>
                    <a:pt x="7349355" y="23297"/>
                  </a:lnTo>
                  <a:lnTo>
                    <a:pt x="7437113" y="15981"/>
                  </a:lnTo>
                  <a:lnTo>
                    <a:pt x="7516522" y="10193"/>
                  </a:lnTo>
                  <a:lnTo>
                    <a:pt x="7583349" y="5896"/>
                  </a:lnTo>
                  <a:lnTo>
                    <a:pt x="7634546" y="2971"/>
                  </a:lnTo>
                  <a:lnTo>
                    <a:pt x="7669036" y="1209"/>
                  </a:lnTo>
                  <a:lnTo>
                    <a:pt x="7688105" y="333"/>
                  </a:lnTo>
                  <a:lnTo>
                    <a:pt x="7695327" y="3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4" name="pl1564"/>
            <p:cNvSpPr/>
            <p:nvPr/>
          </p:nvSpPr>
          <p:spPr>
            <a:xfrm>
              <a:off x="546595" y="3146052"/>
              <a:ext cx="8234974" cy="1911031"/>
            </a:xfrm>
            <a:custGeom>
              <a:avLst/>
              <a:pathLst>
                <a:path w="8234974" h="1911031">
                  <a:moveTo>
                    <a:pt x="8234974" y="0"/>
                  </a:moveTo>
                  <a:lnTo>
                    <a:pt x="7696237" y="0"/>
                  </a:lnTo>
                  <a:lnTo>
                    <a:pt x="7694976" y="48"/>
                  </a:lnTo>
                  <a:lnTo>
                    <a:pt x="7686739" y="393"/>
                  </a:lnTo>
                  <a:lnTo>
                    <a:pt x="7666182" y="1347"/>
                  </a:lnTo>
                  <a:lnTo>
                    <a:pt x="7629957" y="3219"/>
                  </a:lnTo>
                  <a:lnTo>
                    <a:pt x="7577030" y="6280"/>
                  </a:lnTo>
                  <a:lnTo>
                    <a:pt x="7508711" y="10730"/>
                  </a:lnTo>
                  <a:lnTo>
                    <a:pt x="7428215" y="16678"/>
                  </a:lnTo>
                  <a:lnTo>
                    <a:pt x="7339845" y="24152"/>
                  </a:lnTo>
                  <a:lnTo>
                    <a:pt x="7248061" y="33132"/>
                  </a:lnTo>
                  <a:lnTo>
                    <a:pt x="7156753" y="43579"/>
                  </a:lnTo>
                  <a:lnTo>
                    <a:pt x="7068821" y="55481"/>
                  </a:lnTo>
                  <a:lnTo>
                    <a:pt x="6986094" y="68871"/>
                  </a:lnTo>
                  <a:lnTo>
                    <a:pt x="6909448" y="83846"/>
                  </a:lnTo>
                  <a:lnTo>
                    <a:pt x="6839021" y="100570"/>
                  </a:lnTo>
                  <a:lnTo>
                    <a:pt x="6774438" y="119271"/>
                  </a:lnTo>
                  <a:lnTo>
                    <a:pt x="6715006" y="140236"/>
                  </a:lnTo>
                  <a:lnTo>
                    <a:pt x="6659855" y="163797"/>
                  </a:lnTo>
                  <a:lnTo>
                    <a:pt x="6608053" y="190296"/>
                  </a:lnTo>
                  <a:lnTo>
                    <a:pt x="6558683" y="220034"/>
                  </a:lnTo>
                  <a:lnTo>
                    <a:pt x="6515891" y="249541"/>
                  </a:lnTo>
                  <a:lnTo>
                    <a:pt x="6472016" y="283322"/>
                  </a:lnTo>
                  <a:lnTo>
                    <a:pt x="6428569" y="320169"/>
                  </a:lnTo>
                  <a:lnTo>
                    <a:pt x="6385178" y="360136"/>
                  </a:lnTo>
                  <a:lnTo>
                    <a:pt x="6341573" y="403197"/>
                  </a:lnTo>
                  <a:lnTo>
                    <a:pt x="6297575" y="449237"/>
                  </a:lnTo>
                  <a:lnTo>
                    <a:pt x="6253086" y="498042"/>
                  </a:lnTo>
                  <a:lnTo>
                    <a:pt x="6208079" y="549302"/>
                  </a:lnTo>
                  <a:lnTo>
                    <a:pt x="6162591" y="602607"/>
                  </a:lnTo>
                  <a:lnTo>
                    <a:pt x="6116713" y="657467"/>
                  </a:lnTo>
                  <a:lnTo>
                    <a:pt x="6070574" y="713321"/>
                  </a:lnTo>
                  <a:lnTo>
                    <a:pt x="6024331" y="769566"/>
                  </a:lnTo>
                  <a:lnTo>
                    <a:pt x="5978150" y="825578"/>
                  </a:lnTo>
                  <a:lnTo>
                    <a:pt x="5932191" y="880747"/>
                  </a:lnTo>
                  <a:lnTo>
                    <a:pt x="5886594" y="934500"/>
                  </a:lnTo>
                  <a:lnTo>
                    <a:pt x="5841458" y="986324"/>
                  </a:lnTo>
                  <a:lnTo>
                    <a:pt x="5796837" y="1035791"/>
                  </a:lnTo>
                  <a:lnTo>
                    <a:pt x="5752720" y="1082561"/>
                  </a:lnTo>
                  <a:lnTo>
                    <a:pt x="5709028" y="1126398"/>
                  </a:lnTo>
                  <a:lnTo>
                    <a:pt x="5665604" y="1167162"/>
                  </a:lnTo>
                  <a:lnTo>
                    <a:pt x="5622203" y="1204804"/>
                  </a:lnTo>
                  <a:lnTo>
                    <a:pt x="5578478" y="1239359"/>
                  </a:lnTo>
                  <a:lnTo>
                    <a:pt x="5567201" y="1247705"/>
                  </a:lnTo>
                  <a:lnTo>
                    <a:pt x="5519316" y="1280492"/>
                  </a:lnTo>
                  <a:lnTo>
                    <a:pt x="5469732" y="1309879"/>
                  </a:lnTo>
                  <a:lnTo>
                    <a:pt x="5417622" y="1336054"/>
                  </a:lnTo>
                  <a:lnTo>
                    <a:pt x="5362065" y="1359326"/>
                  </a:lnTo>
                  <a:lnTo>
                    <a:pt x="5302131" y="1380039"/>
                  </a:lnTo>
                  <a:lnTo>
                    <a:pt x="5236963" y="1398520"/>
                  </a:lnTo>
                  <a:lnTo>
                    <a:pt x="5165894" y="1415050"/>
                  </a:lnTo>
                  <a:lnTo>
                    <a:pt x="5088592" y="1429852"/>
                  </a:lnTo>
                  <a:lnTo>
                    <a:pt x="5005263" y="1443083"/>
                  </a:lnTo>
                  <a:lnTo>
                    <a:pt x="4916873" y="1454832"/>
                  </a:lnTo>
                  <a:lnTo>
                    <a:pt x="4825359" y="1465126"/>
                  </a:lnTo>
                  <a:lnTo>
                    <a:pt x="4733737" y="1473949"/>
                  </a:lnTo>
                  <a:lnTo>
                    <a:pt x="4645979" y="1481264"/>
                  </a:lnTo>
                  <a:lnTo>
                    <a:pt x="4566571" y="1487052"/>
                  </a:lnTo>
                  <a:lnTo>
                    <a:pt x="4499743" y="1491350"/>
                  </a:lnTo>
                  <a:lnTo>
                    <a:pt x="4448546" y="1494275"/>
                  </a:lnTo>
                  <a:lnTo>
                    <a:pt x="4414057" y="1496037"/>
                  </a:lnTo>
                  <a:lnTo>
                    <a:pt x="4394988" y="1496912"/>
                  </a:lnTo>
                  <a:lnTo>
                    <a:pt x="4387765" y="1497212"/>
                  </a:lnTo>
                  <a:lnTo>
                    <a:pt x="4386855" y="1497246"/>
                  </a:lnTo>
                  <a:lnTo>
                    <a:pt x="3848118" y="1497246"/>
                  </a:lnTo>
                  <a:lnTo>
                    <a:pt x="3846819" y="1497260"/>
                  </a:lnTo>
                  <a:lnTo>
                    <a:pt x="3838340" y="1497358"/>
                  </a:lnTo>
                  <a:lnTo>
                    <a:pt x="3817204" y="1497630"/>
                  </a:lnTo>
                  <a:lnTo>
                    <a:pt x="3780017" y="1498164"/>
                  </a:lnTo>
                  <a:lnTo>
                    <a:pt x="3725800" y="1499035"/>
                  </a:lnTo>
                  <a:lnTo>
                    <a:pt x="3656007" y="1500300"/>
                  </a:lnTo>
                  <a:lnTo>
                    <a:pt x="3574036" y="1501988"/>
                  </a:lnTo>
                  <a:lnTo>
                    <a:pt x="3484357" y="1504107"/>
                  </a:lnTo>
                  <a:lnTo>
                    <a:pt x="3391546" y="1506649"/>
                  </a:lnTo>
                  <a:lnTo>
                    <a:pt x="3299533" y="1509605"/>
                  </a:lnTo>
                  <a:lnTo>
                    <a:pt x="3211202" y="1512971"/>
                  </a:lnTo>
                  <a:lnTo>
                    <a:pt x="3128324" y="1516759"/>
                  </a:lnTo>
                  <a:lnTo>
                    <a:pt x="3051703" y="1520999"/>
                  </a:lnTo>
                  <a:lnTo>
                    <a:pt x="2981400" y="1525738"/>
                  </a:lnTo>
                  <a:lnTo>
                    <a:pt x="2916976" y="1531047"/>
                  </a:lnTo>
                  <a:lnTo>
                    <a:pt x="2857681" y="1537007"/>
                  </a:lnTo>
                  <a:lnTo>
                    <a:pt x="2802603" y="1543715"/>
                  </a:lnTo>
                  <a:lnTo>
                    <a:pt x="2750776" y="1551267"/>
                  </a:lnTo>
                  <a:lnTo>
                    <a:pt x="2701270" y="1559745"/>
                  </a:lnTo>
                  <a:lnTo>
                    <a:pt x="2667772" y="1566210"/>
                  </a:lnTo>
                  <a:lnTo>
                    <a:pt x="2616031" y="1577322"/>
                  </a:lnTo>
                  <a:lnTo>
                    <a:pt x="2564786" y="1589620"/>
                  </a:lnTo>
                  <a:lnTo>
                    <a:pt x="2513473" y="1603118"/>
                  </a:lnTo>
                  <a:lnTo>
                    <a:pt x="2461715" y="1617788"/>
                  </a:lnTo>
                  <a:lnTo>
                    <a:pt x="2409304" y="1633548"/>
                  </a:lnTo>
                  <a:lnTo>
                    <a:pt x="2356173" y="1650266"/>
                  </a:lnTo>
                  <a:lnTo>
                    <a:pt x="2302383" y="1667756"/>
                  </a:lnTo>
                  <a:lnTo>
                    <a:pt x="2248093" y="1685789"/>
                  </a:lnTo>
                  <a:lnTo>
                    <a:pt x="2193534" y="1704103"/>
                  </a:lnTo>
                  <a:lnTo>
                    <a:pt x="2138975" y="1722417"/>
                  </a:lnTo>
                  <a:lnTo>
                    <a:pt x="2084684" y="1740452"/>
                  </a:lnTo>
                  <a:lnTo>
                    <a:pt x="2030891" y="1757945"/>
                  </a:lnTo>
                  <a:lnTo>
                    <a:pt x="1977758" y="1774666"/>
                  </a:lnTo>
                  <a:lnTo>
                    <a:pt x="1925343" y="1790430"/>
                  </a:lnTo>
                  <a:lnTo>
                    <a:pt x="1873584" y="1805104"/>
                  </a:lnTo>
                  <a:lnTo>
                    <a:pt x="1822269" y="1818607"/>
                  </a:lnTo>
                  <a:lnTo>
                    <a:pt x="1771025" y="1830909"/>
                  </a:lnTo>
                  <a:lnTo>
                    <a:pt x="1719287" y="1842026"/>
                  </a:lnTo>
                  <a:lnTo>
                    <a:pt x="1719082" y="1842067"/>
                  </a:lnTo>
                  <a:lnTo>
                    <a:pt x="1670704" y="1851215"/>
                  </a:lnTo>
                  <a:lnTo>
                    <a:pt x="1620585" y="1859405"/>
                  </a:lnTo>
                  <a:lnTo>
                    <a:pt x="1567870" y="1866690"/>
                  </a:lnTo>
                  <a:lnTo>
                    <a:pt x="1511609" y="1873160"/>
                  </a:lnTo>
                  <a:lnTo>
                    <a:pt x="1450844" y="1878912"/>
                  </a:lnTo>
                  <a:lnTo>
                    <a:pt x="1384698" y="1884039"/>
                  </a:lnTo>
                  <a:lnTo>
                    <a:pt x="1312500" y="1888620"/>
                  </a:lnTo>
                  <a:lnTo>
                    <a:pt x="1233937" y="1892718"/>
                  </a:lnTo>
                  <a:lnTo>
                    <a:pt x="1149273" y="1896375"/>
                  </a:lnTo>
                  <a:lnTo>
                    <a:pt x="1059584" y="1899616"/>
                  </a:lnTo>
                  <a:lnTo>
                    <a:pt x="966970" y="1902446"/>
                  </a:lnTo>
                  <a:lnTo>
                    <a:pt x="874656" y="1904861"/>
                  </a:lnTo>
                  <a:lnTo>
                    <a:pt x="786827" y="1906849"/>
                  </a:lnTo>
                  <a:lnTo>
                    <a:pt x="708121" y="1908407"/>
                  </a:lnTo>
                  <a:lnTo>
                    <a:pt x="642785" y="1909547"/>
                  </a:lnTo>
                  <a:lnTo>
                    <a:pt x="593707" y="1910309"/>
                  </a:lnTo>
                  <a:lnTo>
                    <a:pt x="561626" y="1910754"/>
                  </a:lnTo>
                  <a:lnTo>
                    <a:pt x="544807" y="1910963"/>
                  </a:lnTo>
                  <a:lnTo>
                    <a:pt x="539182" y="1911026"/>
                  </a:lnTo>
                  <a:lnTo>
                    <a:pt x="538736" y="1911031"/>
                  </a:lnTo>
                  <a:lnTo>
                    <a:pt x="0" y="1911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5" name="pg1565"/>
            <p:cNvSpPr/>
            <p:nvPr/>
          </p:nvSpPr>
          <p:spPr>
            <a:xfrm>
              <a:off x="546595" y="5078861"/>
              <a:ext cx="8234974" cy="141557"/>
            </a:xfrm>
            <a:custGeom>
              <a:avLst/>
              <a:pathLst>
                <a:path w="8234974" h="141557">
                  <a:moveTo>
                    <a:pt x="0" y="5444"/>
                  </a:moveTo>
                  <a:lnTo>
                    <a:pt x="538736" y="5444"/>
                  </a:lnTo>
                  <a:lnTo>
                    <a:pt x="540039" y="5448"/>
                  </a:lnTo>
                  <a:lnTo>
                    <a:pt x="548536" y="5477"/>
                  </a:lnTo>
                  <a:lnTo>
                    <a:pt x="569718" y="5555"/>
                  </a:lnTo>
                  <a:lnTo>
                    <a:pt x="606980" y="5710"/>
                  </a:lnTo>
                  <a:lnTo>
                    <a:pt x="661298" y="5963"/>
                  </a:lnTo>
                  <a:lnTo>
                    <a:pt x="731207" y="6330"/>
                  </a:lnTo>
                  <a:lnTo>
                    <a:pt x="813292" y="6820"/>
                  </a:lnTo>
                  <a:lnTo>
                    <a:pt x="903072" y="7434"/>
                  </a:lnTo>
                  <a:lnTo>
                    <a:pt x="995962" y="8172"/>
                  </a:lnTo>
                  <a:lnTo>
                    <a:pt x="1088028" y="9029"/>
                  </a:lnTo>
                  <a:lnTo>
                    <a:pt x="1176389" y="10005"/>
                  </a:lnTo>
                  <a:lnTo>
                    <a:pt x="1259278" y="11103"/>
                  </a:lnTo>
                  <a:lnTo>
                    <a:pt x="1335897" y="12333"/>
                  </a:lnTo>
                  <a:lnTo>
                    <a:pt x="1406189" y="13708"/>
                  </a:lnTo>
                  <a:lnTo>
                    <a:pt x="1470601" y="15247"/>
                  </a:lnTo>
                  <a:lnTo>
                    <a:pt x="1529886" y="16977"/>
                  </a:lnTo>
                  <a:lnTo>
                    <a:pt x="1584959" y="18923"/>
                  </a:lnTo>
                  <a:lnTo>
                    <a:pt x="1636788" y="21114"/>
                  </a:lnTo>
                  <a:lnTo>
                    <a:pt x="1686306" y="23574"/>
                  </a:lnTo>
                  <a:lnTo>
                    <a:pt x="1719082" y="25407"/>
                  </a:lnTo>
                  <a:lnTo>
                    <a:pt x="1771785" y="28687"/>
                  </a:lnTo>
                  <a:lnTo>
                    <a:pt x="1823983" y="32324"/>
                  </a:lnTo>
                  <a:lnTo>
                    <a:pt x="1876271" y="36320"/>
                  </a:lnTo>
                  <a:lnTo>
                    <a:pt x="1929035" y="40668"/>
                  </a:lnTo>
                  <a:lnTo>
                    <a:pt x="1982488" y="45341"/>
                  </a:lnTo>
                  <a:lnTo>
                    <a:pt x="2036686" y="50297"/>
                  </a:lnTo>
                  <a:lnTo>
                    <a:pt x="2091554" y="55478"/>
                  </a:lnTo>
                  <a:lnTo>
                    <a:pt x="2146912" y="60812"/>
                  </a:lnTo>
                  <a:lnTo>
                    <a:pt x="2202510" y="66218"/>
                  </a:lnTo>
                  <a:lnTo>
                    <a:pt x="2258060" y="71610"/>
                  </a:lnTo>
                  <a:lnTo>
                    <a:pt x="2313283" y="76902"/>
                  </a:lnTo>
                  <a:lnTo>
                    <a:pt x="2367947" y="82017"/>
                  </a:lnTo>
                  <a:lnTo>
                    <a:pt x="2421904" y="86886"/>
                  </a:lnTo>
                  <a:lnTo>
                    <a:pt x="2475119" y="91457"/>
                  </a:lnTo>
                  <a:lnTo>
                    <a:pt x="2527696" y="95692"/>
                  </a:lnTo>
                  <a:lnTo>
                    <a:pt x="2579903" y="99571"/>
                  </a:lnTo>
                  <a:lnTo>
                    <a:pt x="2632190" y="103090"/>
                  </a:lnTo>
                  <a:lnTo>
                    <a:pt x="2667772" y="105260"/>
                  </a:lnTo>
                  <a:lnTo>
                    <a:pt x="2716188" y="107911"/>
                  </a:lnTo>
                  <a:lnTo>
                    <a:pt x="2766350" y="110283"/>
                  </a:lnTo>
                  <a:lnTo>
                    <a:pt x="2819112" y="112393"/>
                  </a:lnTo>
                  <a:lnTo>
                    <a:pt x="2875428" y="114267"/>
                  </a:lnTo>
                  <a:lnTo>
                    <a:pt x="2936258" y="115932"/>
                  </a:lnTo>
                  <a:lnTo>
                    <a:pt x="3002480" y="117417"/>
                  </a:lnTo>
                  <a:lnTo>
                    <a:pt x="3074767" y="118743"/>
                  </a:lnTo>
                  <a:lnTo>
                    <a:pt x="3153428" y="119930"/>
                  </a:lnTo>
                  <a:lnTo>
                    <a:pt x="3238196" y="120988"/>
                  </a:lnTo>
                  <a:lnTo>
                    <a:pt x="3327986" y="121926"/>
                  </a:lnTo>
                  <a:lnTo>
                    <a:pt x="3420684" y="122745"/>
                  </a:lnTo>
                  <a:lnTo>
                    <a:pt x="3513049" y="123444"/>
                  </a:lnTo>
                  <a:lnTo>
                    <a:pt x="3600880" y="124018"/>
                  </a:lnTo>
                  <a:lnTo>
                    <a:pt x="3679527" y="124468"/>
                  </a:lnTo>
                  <a:lnTo>
                    <a:pt x="3744742" y="124798"/>
                  </a:lnTo>
                  <a:lnTo>
                    <a:pt x="3793652" y="125017"/>
                  </a:lnTo>
                  <a:lnTo>
                    <a:pt x="3825545" y="125145"/>
                  </a:lnTo>
                  <a:lnTo>
                    <a:pt x="3842192" y="125205"/>
                  </a:lnTo>
                  <a:lnTo>
                    <a:pt x="3847700" y="125223"/>
                  </a:lnTo>
                  <a:lnTo>
                    <a:pt x="3848118" y="125224"/>
                  </a:lnTo>
                  <a:lnTo>
                    <a:pt x="4386855" y="125224"/>
                  </a:lnTo>
                  <a:lnTo>
                    <a:pt x="4388158" y="125224"/>
                  </a:lnTo>
                  <a:lnTo>
                    <a:pt x="4396657" y="125228"/>
                  </a:lnTo>
                  <a:lnTo>
                    <a:pt x="4417843" y="125239"/>
                  </a:lnTo>
                  <a:lnTo>
                    <a:pt x="4455112" y="125260"/>
                  </a:lnTo>
                  <a:lnTo>
                    <a:pt x="4509439" y="125295"/>
                  </a:lnTo>
                  <a:lnTo>
                    <a:pt x="4579358" y="125345"/>
                  </a:lnTo>
                  <a:lnTo>
                    <a:pt x="4661454" y="125411"/>
                  </a:lnTo>
                  <a:lnTo>
                    <a:pt x="4751243" y="125495"/>
                  </a:lnTo>
                  <a:lnTo>
                    <a:pt x="4844139" y="125596"/>
                  </a:lnTo>
                  <a:lnTo>
                    <a:pt x="4936211" y="125713"/>
                  </a:lnTo>
                  <a:lnTo>
                    <a:pt x="5024575" y="125846"/>
                  </a:lnTo>
                  <a:lnTo>
                    <a:pt x="5107464" y="125996"/>
                  </a:lnTo>
                  <a:lnTo>
                    <a:pt x="5184083" y="126163"/>
                  </a:lnTo>
                  <a:lnTo>
                    <a:pt x="5254374" y="126351"/>
                  </a:lnTo>
                  <a:lnTo>
                    <a:pt x="5318785" y="126561"/>
                  </a:lnTo>
                  <a:lnTo>
                    <a:pt x="5378069" y="126797"/>
                  </a:lnTo>
                  <a:lnTo>
                    <a:pt x="5433141" y="127062"/>
                  </a:lnTo>
                  <a:lnTo>
                    <a:pt x="5484971" y="127361"/>
                  </a:lnTo>
                  <a:lnTo>
                    <a:pt x="5534489" y="127697"/>
                  </a:lnTo>
                  <a:lnTo>
                    <a:pt x="5567201" y="127946"/>
                  </a:lnTo>
                  <a:lnTo>
                    <a:pt x="5619994" y="128394"/>
                  </a:lnTo>
                  <a:lnTo>
                    <a:pt x="5672283" y="128891"/>
                  </a:lnTo>
                  <a:lnTo>
                    <a:pt x="5724663" y="129437"/>
                  </a:lnTo>
                  <a:lnTo>
                    <a:pt x="5777522" y="130031"/>
                  </a:lnTo>
                  <a:lnTo>
                    <a:pt x="5831073" y="130670"/>
                  </a:lnTo>
                  <a:lnTo>
                    <a:pt x="5885372" y="131347"/>
                  </a:lnTo>
                  <a:lnTo>
                    <a:pt x="5940342" y="132055"/>
                  </a:lnTo>
                  <a:lnTo>
                    <a:pt x="5995801" y="132784"/>
                  </a:lnTo>
                  <a:lnTo>
                    <a:pt x="6051496" y="133523"/>
                  </a:lnTo>
                  <a:lnTo>
                    <a:pt x="6107139" y="134259"/>
                  </a:lnTo>
                  <a:lnTo>
                    <a:pt x="6162450" y="134982"/>
                  </a:lnTo>
                  <a:lnTo>
                    <a:pt x="6217196" y="135680"/>
                  </a:lnTo>
                  <a:lnTo>
                    <a:pt x="6271231" y="136344"/>
                  </a:lnTo>
                  <a:lnTo>
                    <a:pt x="6324521" y="136967"/>
                  </a:lnTo>
                  <a:lnTo>
                    <a:pt x="6377176" y="137545"/>
                  </a:lnTo>
                  <a:lnTo>
                    <a:pt x="6429468" y="138073"/>
                  </a:lnTo>
                  <a:lnTo>
                    <a:pt x="6481857" y="138553"/>
                  </a:lnTo>
                  <a:lnTo>
                    <a:pt x="6515891" y="138835"/>
                  </a:lnTo>
                  <a:lnTo>
                    <a:pt x="6564311" y="139197"/>
                  </a:lnTo>
                  <a:lnTo>
                    <a:pt x="6614476" y="139520"/>
                  </a:lnTo>
                  <a:lnTo>
                    <a:pt x="6667242" y="139808"/>
                  </a:lnTo>
                  <a:lnTo>
                    <a:pt x="6723563" y="140063"/>
                  </a:lnTo>
                  <a:lnTo>
                    <a:pt x="6784399" y="140290"/>
                  </a:lnTo>
                  <a:lnTo>
                    <a:pt x="6850628" y="140493"/>
                  </a:lnTo>
                  <a:lnTo>
                    <a:pt x="6922923" y="140674"/>
                  </a:lnTo>
                  <a:lnTo>
                    <a:pt x="7001593" y="140836"/>
                  </a:lnTo>
                  <a:lnTo>
                    <a:pt x="7086370" y="140980"/>
                  </a:lnTo>
                  <a:lnTo>
                    <a:pt x="7176169" y="141108"/>
                  </a:lnTo>
                  <a:lnTo>
                    <a:pt x="7268875" y="141219"/>
                  </a:lnTo>
                  <a:lnTo>
                    <a:pt x="7361244" y="141315"/>
                  </a:lnTo>
                  <a:lnTo>
                    <a:pt x="7449075" y="141393"/>
                  </a:lnTo>
                  <a:lnTo>
                    <a:pt x="7527717" y="141454"/>
                  </a:lnTo>
                  <a:lnTo>
                    <a:pt x="7592921" y="141499"/>
                  </a:lnTo>
                  <a:lnTo>
                    <a:pt x="7641816" y="141529"/>
                  </a:lnTo>
                  <a:lnTo>
                    <a:pt x="7673692" y="141547"/>
                  </a:lnTo>
                  <a:lnTo>
                    <a:pt x="7690324" y="141555"/>
                  </a:lnTo>
                  <a:lnTo>
                    <a:pt x="7695822" y="141557"/>
                  </a:lnTo>
                  <a:lnTo>
                    <a:pt x="7696237" y="141557"/>
                  </a:lnTo>
                  <a:lnTo>
                    <a:pt x="8234974" y="141557"/>
                  </a:lnTo>
                  <a:lnTo>
                    <a:pt x="8234974" y="136113"/>
                  </a:lnTo>
                  <a:lnTo>
                    <a:pt x="7696237" y="136113"/>
                  </a:lnTo>
                  <a:lnTo>
                    <a:pt x="7694935" y="136112"/>
                  </a:lnTo>
                  <a:lnTo>
                    <a:pt x="7686435" y="136108"/>
                  </a:lnTo>
                  <a:lnTo>
                    <a:pt x="7665250" y="136098"/>
                  </a:lnTo>
                  <a:lnTo>
                    <a:pt x="7627980" y="136077"/>
                  </a:lnTo>
                  <a:lnTo>
                    <a:pt x="7573654" y="136042"/>
                  </a:lnTo>
                  <a:lnTo>
                    <a:pt x="7503735" y="135992"/>
                  </a:lnTo>
                  <a:lnTo>
                    <a:pt x="7421638" y="135925"/>
                  </a:lnTo>
                  <a:lnTo>
                    <a:pt x="7331850" y="135841"/>
                  </a:lnTo>
                  <a:lnTo>
                    <a:pt x="7238953" y="135741"/>
                  </a:lnTo>
                  <a:lnTo>
                    <a:pt x="7146882" y="135624"/>
                  </a:lnTo>
                  <a:lnTo>
                    <a:pt x="7058518" y="135491"/>
                  </a:lnTo>
                  <a:lnTo>
                    <a:pt x="6975629" y="135341"/>
                  </a:lnTo>
                  <a:lnTo>
                    <a:pt x="6899010" y="135173"/>
                  </a:lnTo>
                  <a:lnTo>
                    <a:pt x="6828718" y="134986"/>
                  </a:lnTo>
                  <a:lnTo>
                    <a:pt x="6764308" y="134776"/>
                  </a:lnTo>
                  <a:lnTo>
                    <a:pt x="6705024" y="134540"/>
                  </a:lnTo>
                  <a:lnTo>
                    <a:pt x="6649951" y="134275"/>
                  </a:lnTo>
                  <a:lnTo>
                    <a:pt x="6598121" y="133976"/>
                  </a:lnTo>
                  <a:lnTo>
                    <a:pt x="6548603" y="133640"/>
                  </a:lnTo>
                  <a:lnTo>
                    <a:pt x="6515891" y="133391"/>
                  </a:lnTo>
                  <a:lnTo>
                    <a:pt x="6463098" y="132943"/>
                  </a:lnTo>
                  <a:lnTo>
                    <a:pt x="6410809" y="132446"/>
                  </a:lnTo>
                  <a:lnTo>
                    <a:pt x="6358430" y="131899"/>
                  </a:lnTo>
                  <a:lnTo>
                    <a:pt x="6305570" y="131305"/>
                  </a:lnTo>
                  <a:lnTo>
                    <a:pt x="6252019" y="130667"/>
                  </a:lnTo>
                  <a:lnTo>
                    <a:pt x="6197720" y="129989"/>
                  </a:lnTo>
                  <a:lnTo>
                    <a:pt x="6142750" y="129281"/>
                  </a:lnTo>
                  <a:lnTo>
                    <a:pt x="6087291" y="128553"/>
                  </a:lnTo>
                  <a:lnTo>
                    <a:pt x="6031596" y="127814"/>
                  </a:lnTo>
                  <a:lnTo>
                    <a:pt x="5975953" y="127078"/>
                  </a:lnTo>
                  <a:lnTo>
                    <a:pt x="5920642" y="126355"/>
                  </a:lnTo>
                  <a:lnTo>
                    <a:pt x="5865896" y="125657"/>
                  </a:lnTo>
                  <a:lnTo>
                    <a:pt x="5811862" y="124993"/>
                  </a:lnTo>
                  <a:lnTo>
                    <a:pt x="5758572" y="124369"/>
                  </a:lnTo>
                  <a:lnTo>
                    <a:pt x="5705917" y="123792"/>
                  </a:lnTo>
                  <a:lnTo>
                    <a:pt x="5653624" y="123263"/>
                  </a:lnTo>
                  <a:lnTo>
                    <a:pt x="5601236" y="122784"/>
                  </a:lnTo>
                  <a:lnTo>
                    <a:pt x="5567201" y="122502"/>
                  </a:lnTo>
                  <a:lnTo>
                    <a:pt x="5518782" y="122140"/>
                  </a:lnTo>
                  <a:lnTo>
                    <a:pt x="5468617" y="121817"/>
                  </a:lnTo>
                  <a:lnTo>
                    <a:pt x="5415850" y="121529"/>
                  </a:lnTo>
                  <a:lnTo>
                    <a:pt x="5359529" y="121273"/>
                  </a:lnTo>
                  <a:lnTo>
                    <a:pt x="5298693" y="121046"/>
                  </a:lnTo>
                  <a:lnTo>
                    <a:pt x="5232465" y="120844"/>
                  </a:lnTo>
                  <a:lnTo>
                    <a:pt x="5160169" y="120663"/>
                  </a:lnTo>
                  <a:lnTo>
                    <a:pt x="5081499" y="120501"/>
                  </a:lnTo>
                  <a:lnTo>
                    <a:pt x="4996723" y="120357"/>
                  </a:lnTo>
                  <a:lnTo>
                    <a:pt x="4906923" y="120229"/>
                  </a:lnTo>
                  <a:lnTo>
                    <a:pt x="4814218" y="120117"/>
                  </a:lnTo>
                  <a:lnTo>
                    <a:pt x="4721848" y="120022"/>
                  </a:lnTo>
                  <a:lnTo>
                    <a:pt x="4634017" y="119944"/>
                  </a:lnTo>
                  <a:lnTo>
                    <a:pt x="4555375" y="119882"/>
                  </a:lnTo>
                  <a:lnTo>
                    <a:pt x="4490171" y="119837"/>
                  </a:lnTo>
                  <a:lnTo>
                    <a:pt x="4441276" y="119807"/>
                  </a:lnTo>
                  <a:lnTo>
                    <a:pt x="4409400" y="119790"/>
                  </a:lnTo>
                  <a:lnTo>
                    <a:pt x="4392769" y="119782"/>
                  </a:lnTo>
                  <a:lnTo>
                    <a:pt x="4387271" y="119779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66" name="pl1566"/>
            <p:cNvSpPr/>
            <p:nvPr/>
          </p:nvSpPr>
          <p:spPr>
            <a:xfrm>
              <a:off x="546595" y="5084306"/>
              <a:ext cx="8234974" cy="136113"/>
            </a:xfrm>
            <a:custGeom>
              <a:avLst/>
              <a:pathLst>
                <a:path w="8234974" h="136113">
                  <a:moveTo>
                    <a:pt x="0" y="0"/>
                  </a:moveTo>
                  <a:lnTo>
                    <a:pt x="538736" y="0"/>
                  </a:lnTo>
                  <a:lnTo>
                    <a:pt x="540039" y="3"/>
                  </a:lnTo>
                  <a:lnTo>
                    <a:pt x="548536" y="32"/>
                  </a:lnTo>
                  <a:lnTo>
                    <a:pt x="569718" y="111"/>
                  </a:lnTo>
                  <a:lnTo>
                    <a:pt x="606980" y="266"/>
                  </a:lnTo>
                  <a:lnTo>
                    <a:pt x="661298" y="518"/>
                  </a:lnTo>
                  <a:lnTo>
                    <a:pt x="731207" y="885"/>
                  </a:lnTo>
                  <a:lnTo>
                    <a:pt x="813292" y="1375"/>
                  </a:lnTo>
                  <a:lnTo>
                    <a:pt x="903072" y="1990"/>
                  </a:lnTo>
                  <a:lnTo>
                    <a:pt x="995962" y="2727"/>
                  </a:lnTo>
                  <a:lnTo>
                    <a:pt x="1088028" y="3584"/>
                  </a:lnTo>
                  <a:lnTo>
                    <a:pt x="1176389" y="4560"/>
                  </a:lnTo>
                  <a:lnTo>
                    <a:pt x="1259278" y="5659"/>
                  </a:lnTo>
                  <a:lnTo>
                    <a:pt x="1335897" y="6888"/>
                  </a:lnTo>
                  <a:lnTo>
                    <a:pt x="1406189" y="8263"/>
                  </a:lnTo>
                  <a:lnTo>
                    <a:pt x="1470601" y="9803"/>
                  </a:lnTo>
                  <a:lnTo>
                    <a:pt x="1529886" y="11532"/>
                  </a:lnTo>
                  <a:lnTo>
                    <a:pt x="1584959" y="13478"/>
                  </a:lnTo>
                  <a:lnTo>
                    <a:pt x="1636788" y="15670"/>
                  </a:lnTo>
                  <a:lnTo>
                    <a:pt x="1686306" y="18130"/>
                  </a:lnTo>
                  <a:lnTo>
                    <a:pt x="1719082" y="19963"/>
                  </a:lnTo>
                  <a:lnTo>
                    <a:pt x="1771785" y="23243"/>
                  </a:lnTo>
                  <a:lnTo>
                    <a:pt x="1823983" y="26879"/>
                  </a:lnTo>
                  <a:lnTo>
                    <a:pt x="1876271" y="30876"/>
                  </a:lnTo>
                  <a:lnTo>
                    <a:pt x="1929035" y="35224"/>
                  </a:lnTo>
                  <a:lnTo>
                    <a:pt x="1982488" y="39897"/>
                  </a:lnTo>
                  <a:lnTo>
                    <a:pt x="2036686" y="44853"/>
                  </a:lnTo>
                  <a:lnTo>
                    <a:pt x="2091554" y="50033"/>
                  </a:lnTo>
                  <a:lnTo>
                    <a:pt x="2146912" y="55367"/>
                  </a:lnTo>
                  <a:lnTo>
                    <a:pt x="2202510" y="60773"/>
                  </a:lnTo>
                  <a:lnTo>
                    <a:pt x="2258060" y="66165"/>
                  </a:lnTo>
                  <a:lnTo>
                    <a:pt x="2313283" y="71458"/>
                  </a:lnTo>
                  <a:lnTo>
                    <a:pt x="2367947" y="76572"/>
                  </a:lnTo>
                  <a:lnTo>
                    <a:pt x="2421904" y="81442"/>
                  </a:lnTo>
                  <a:lnTo>
                    <a:pt x="2475119" y="86012"/>
                  </a:lnTo>
                  <a:lnTo>
                    <a:pt x="2527696" y="90247"/>
                  </a:lnTo>
                  <a:lnTo>
                    <a:pt x="2579903" y="94127"/>
                  </a:lnTo>
                  <a:lnTo>
                    <a:pt x="2632190" y="97646"/>
                  </a:lnTo>
                  <a:lnTo>
                    <a:pt x="2667772" y="99816"/>
                  </a:lnTo>
                  <a:lnTo>
                    <a:pt x="2716188" y="102466"/>
                  </a:lnTo>
                  <a:lnTo>
                    <a:pt x="2766350" y="104838"/>
                  </a:lnTo>
                  <a:lnTo>
                    <a:pt x="2819112" y="106948"/>
                  </a:lnTo>
                  <a:lnTo>
                    <a:pt x="2875428" y="108822"/>
                  </a:lnTo>
                  <a:lnTo>
                    <a:pt x="2936258" y="110488"/>
                  </a:lnTo>
                  <a:lnTo>
                    <a:pt x="3002480" y="111972"/>
                  </a:lnTo>
                  <a:lnTo>
                    <a:pt x="3074767" y="113299"/>
                  </a:lnTo>
                  <a:lnTo>
                    <a:pt x="3153428" y="114485"/>
                  </a:lnTo>
                  <a:lnTo>
                    <a:pt x="3238196" y="115544"/>
                  </a:lnTo>
                  <a:lnTo>
                    <a:pt x="3327986" y="116482"/>
                  </a:lnTo>
                  <a:lnTo>
                    <a:pt x="3420684" y="117301"/>
                  </a:lnTo>
                  <a:lnTo>
                    <a:pt x="3513049" y="117999"/>
                  </a:lnTo>
                  <a:lnTo>
                    <a:pt x="3600880" y="118574"/>
                  </a:lnTo>
                  <a:lnTo>
                    <a:pt x="3679527" y="119024"/>
                  </a:lnTo>
                  <a:lnTo>
                    <a:pt x="3744742" y="119353"/>
                  </a:lnTo>
                  <a:lnTo>
                    <a:pt x="3793652" y="119572"/>
                  </a:lnTo>
                  <a:lnTo>
                    <a:pt x="3825545" y="119700"/>
                  </a:lnTo>
                  <a:lnTo>
                    <a:pt x="3842192" y="119760"/>
                  </a:lnTo>
                  <a:lnTo>
                    <a:pt x="3847700" y="119778"/>
                  </a:lnTo>
                  <a:lnTo>
                    <a:pt x="3848118" y="119779"/>
                  </a:lnTo>
                  <a:lnTo>
                    <a:pt x="4386855" y="119779"/>
                  </a:lnTo>
                  <a:lnTo>
                    <a:pt x="4388158" y="119780"/>
                  </a:lnTo>
                  <a:lnTo>
                    <a:pt x="4396657" y="119784"/>
                  </a:lnTo>
                  <a:lnTo>
                    <a:pt x="4417843" y="119794"/>
                  </a:lnTo>
                  <a:lnTo>
                    <a:pt x="4455112" y="119816"/>
                  </a:lnTo>
                  <a:lnTo>
                    <a:pt x="4509439" y="119850"/>
                  </a:lnTo>
                  <a:lnTo>
                    <a:pt x="4579358" y="119900"/>
                  </a:lnTo>
                  <a:lnTo>
                    <a:pt x="4661454" y="119967"/>
                  </a:lnTo>
                  <a:lnTo>
                    <a:pt x="4751243" y="120051"/>
                  </a:lnTo>
                  <a:lnTo>
                    <a:pt x="4844139" y="120151"/>
                  </a:lnTo>
                  <a:lnTo>
                    <a:pt x="4936211" y="120268"/>
                  </a:lnTo>
                  <a:lnTo>
                    <a:pt x="5024575" y="120401"/>
                  </a:lnTo>
                  <a:lnTo>
                    <a:pt x="5107464" y="120551"/>
                  </a:lnTo>
                  <a:lnTo>
                    <a:pt x="5184083" y="120719"/>
                  </a:lnTo>
                  <a:lnTo>
                    <a:pt x="5254374" y="120906"/>
                  </a:lnTo>
                  <a:lnTo>
                    <a:pt x="5318785" y="121116"/>
                  </a:lnTo>
                  <a:lnTo>
                    <a:pt x="5378069" y="121352"/>
                  </a:lnTo>
                  <a:lnTo>
                    <a:pt x="5433141" y="121618"/>
                  </a:lnTo>
                  <a:lnTo>
                    <a:pt x="5484971" y="121916"/>
                  </a:lnTo>
                  <a:lnTo>
                    <a:pt x="5534489" y="122252"/>
                  </a:lnTo>
                  <a:lnTo>
                    <a:pt x="5567201" y="122502"/>
                  </a:lnTo>
                  <a:lnTo>
                    <a:pt x="5619994" y="122950"/>
                  </a:lnTo>
                  <a:lnTo>
                    <a:pt x="5672283" y="123446"/>
                  </a:lnTo>
                  <a:lnTo>
                    <a:pt x="5724663" y="123993"/>
                  </a:lnTo>
                  <a:lnTo>
                    <a:pt x="5777522" y="124587"/>
                  </a:lnTo>
                  <a:lnTo>
                    <a:pt x="5831073" y="125225"/>
                  </a:lnTo>
                  <a:lnTo>
                    <a:pt x="5885372" y="125903"/>
                  </a:lnTo>
                  <a:lnTo>
                    <a:pt x="5940342" y="126611"/>
                  </a:lnTo>
                  <a:lnTo>
                    <a:pt x="5995801" y="127340"/>
                  </a:lnTo>
                  <a:lnTo>
                    <a:pt x="6051496" y="128078"/>
                  </a:lnTo>
                  <a:lnTo>
                    <a:pt x="6107139" y="128815"/>
                  </a:lnTo>
                  <a:lnTo>
                    <a:pt x="6162450" y="129537"/>
                  </a:lnTo>
                  <a:lnTo>
                    <a:pt x="6217196" y="130235"/>
                  </a:lnTo>
                  <a:lnTo>
                    <a:pt x="6271231" y="130900"/>
                  </a:lnTo>
                  <a:lnTo>
                    <a:pt x="6324521" y="131523"/>
                  </a:lnTo>
                  <a:lnTo>
                    <a:pt x="6377176" y="132100"/>
                  </a:lnTo>
                  <a:lnTo>
                    <a:pt x="6429468" y="132629"/>
                  </a:lnTo>
                  <a:lnTo>
                    <a:pt x="6481857" y="133108"/>
                  </a:lnTo>
                  <a:lnTo>
                    <a:pt x="6515891" y="133391"/>
                  </a:lnTo>
                  <a:lnTo>
                    <a:pt x="6564311" y="133752"/>
                  </a:lnTo>
                  <a:lnTo>
                    <a:pt x="6614476" y="134075"/>
                  </a:lnTo>
                  <a:lnTo>
                    <a:pt x="6667242" y="134363"/>
                  </a:lnTo>
                  <a:lnTo>
                    <a:pt x="6723563" y="134619"/>
                  </a:lnTo>
                  <a:lnTo>
                    <a:pt x="6784399" y="134846"/>
                  </a:lnTo>
                  <a:lnTo>
                    <a:pt x="6850628" y="135048"/>
                  </a:lnTo>
                  <a:lnTo>
                    <a:pt x="6922923" y="135229"/>
                  </a:lnTo>
                  <a:lnTo>
                    <a:pt x="7001593" y="135391"/>
                  </a:lnTo>
                  <a:lnTo>
                    <a:pt x="7086370" y="135535"/>
                  </a:lnTo>
                  <a:lnTo>
                    <a:pt x="7176169" y="135663"/>
                  </a:lnTo>
                  <a:lnTo>
                    <a:pt x="7268875" y="135775"/>
                  </a:lnTo>
                  <a:lnTo>
                    <a:pt x="7361244" y="135870"/>
                  </a:lnTo>
                  <a:lnTo>
                    <a:pt x="7449075" y="135949"/>
                  </a:lnTo>
                  <a:lnTo>
                    <a:pt x="7527717" y="136010"/>
                  </a:lnTo>
                  <a:lnTo>
                    <a:pt x="7592921" y="136055"/>
                  </a:lnTo>
                  <a:lnTo>
                    <a:pt x="7641816" y="136085"/>
                  </a:lnTo>
                  <a:lnTo>
                    <a:pt x="7673692" y="136102"/>
                  </a:lnTo>
                  <a:lnTo>
                    <a:pt x="7690324" y="136110"/>
                  </a:lnTo>
                  <a:lnTo>
                    <a:pt x="7695822" y="136113"/>
                  </a:lnTo>
                  <a:lnTo>
                    <a:pt x="7696237" y="136113"/>
                  </a:lnTo>
                  <a:lnTo>
                    <a:pt x="8234974" y="1361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7" name="pl1567"/>
            <p:cNvSpPr/>
            <p:nvPr/>
          </p:nvSpPr>
          <p:spPr>
            <a:xfrm>
              <a:off x="546595" y="5078861"/>
              <a:ext cx="8234974" cy="136113"/>
            </a:xfrm>
            <a:custGeom>
              <a:avLst/>
              <a:pathLst>
                <a:path w="8234974" h="136113">
                  <a:moveTo>
                    <a:pt x="8234974" y="136113"/>
                  </a:moveTo>
                  <a:lnTo>
                    <a:pt x="7696237" y="136113"/>
                  </a:lnTo>
                  <a:lnTo>
                    <a:pt x="7694935" y="136112"/>
                  </a:lnTo>
                  <a:lnTo>
                    <a:pt x="7686435" y="136108"/>
                  </a:lnTo>
                  <a:lnTo>
                    <a:pt x="7665250" y="136098"/>
                  </a:lnTo>
                  <a:lnTo>
                    <a:pt x="7627980" y="136077"/>
                  </a:lnTo>
                  <a:lnTo>
                    <a:pt x="7573654" y="136042"/>
                  </a:lnTo>
                  <a:lnTo>
                    <a:pt x="7503735" y="135992"/>
                  </a:lnTo>
                  <a:lnTo>
                    <a:pt x="7421638" y="135925"/>
                  </a:lnTo>
                  <a:lnTo>
                    <a:pt x="7331850" y="135841"/>
                  </a:lnTo>
                  <a:lnTo>
                    <a:pt x="7238953" y="135741"/>
                  </a:lnTo>
                  <a:lnTo>
                    <a:pt x="7146882" y="135624"/>
                  </a:lnTo>
                  <a:lnTo>
                    <a:pt x="7058518" y="135491"/>
                  </a:lnTo>
                  <a:lnTo>
                    <a:pt x="6975629" y="135341"/>
                  </a:lnTo>
                  <a:lnTo>
                    <a:pt x="6899010" y="135173"/>
                  </a:lnTo>
                  <a:lnTo>
                    <a:pt x="6828718" y="134986"/>
                  </a:lnTo>
                  <a:lnTo>
                    <a:pt x="6764308" y="134776"/>
                  </a:lnTo>
                  <a:lnTo>
                    <a:pt x="6705024" y="134540"/>
                  </a:lnTo>
                  <a:lnTo>
                    <a:pt x="6649951" y="134275"/>
                  </a:lnTo>
                  <a:lnTo>
                    <a:pt x="6598121" y="133976"/>
                  </a:lnTo>
                  <a:lnTo>
                    <a:pt x="6548603" y="133640"/>
                  </a:lnTo>
                  <a:lnTo>
                    <a:pt x="6515891" y="133391"/>
                  </a:lnTo>
                  <a:lnTo>
                    <a:pt x="6463098" y="132943"/>
                  </a:lnTo>
                  <a:lnTo>
                    <a:pt x="6410809" y="132446"/>
                  </a:lnTo>
                  <a:lnTo>
                    <a:pt x="6358430" y="131899"/>
                  </a:lnTo>
                  <a:lnTo>
                    <a:pt x="6305570" y="131305"/>
                  </a:lnTo>
                  <a:lnTo>
                    <a:pt x="6252019" y="130667"/>
                  </a:lnTo>
                  <a:lnTo>
                    <a:pt x="6197720" y="129989"/>
                  </a:lnTo>
                  <a:lnTo>
                    <a:pt x="6142750" y="129281"/>
                  </a:lnTo>
                  <a:lnTo>
                    <a:pt x="6087291" y="128553"/>
                  </a:lnTo>
                  <a:lnTo>
                    <a:pt x="6031596" y="127814"/>
                  </a:lnTo>
                  <a:lnTo>
                    <a:pt x="5975953" y="127078"/>
                  </a:lnTo>
                  <a:lnTo>
                    <a:pt x="5920642" y="126355"/>
                  </a:lnTo>
                  <a:lnTo>
                    <a:pt x="5865896" y="125657"/>
                  </a:lnTo>
                  <a:lnTo>
                    <a:pt x="5811862" y="124993"/>
                  </a:lnTo>
                  <a:lnTo>
                    <a:pt x="5758572" y="124369"/>
                  </a:lnTo>
                  <a:lnTo>
                    <a:pt x="5705917" y="123792"/>
                  </a:lnTo>
                  <a:lnTo>
                    <a:pt x="5653624" y="123263"/>
                  </a:lnTo>
                  <a:lnTo>
                    <a:pt x="5601236" y="122784"/>
                  </a:lnTo>
                  <a:lnTo>
                    <a:pt x="5567201" y="122502"/>
                  </a:lnTo>
                  <a:lnTo>
                    <a:pt x="5518782" y="122140"/>
                  </a:lnTo>
                  <a:lnTo>
                    <a:pt x="5468617" y="121817"/>
                  </a:lnTo>
                  <a:lnTo>
                    <a:pt x="5415850" y="121529"/>
                  </a:lnTo>
                  <a:lnTo>
                    <a:pt x="5359529" y="121273"/>
                  </a:lnTo>
                  <a:lnTo>
                    <a:pt x="5298693" y="121046"/>
                  </a:lnTo>
                  <a:lnTo>
                    <a:pt x="5232465" y="120844"/>
                  </a:lnTo>
                  <a:lnTo>
                    <a:pt x="5160169" y="120663"/>
                  </a:lnTo>
                  <a:lnTo>
                    <a:pt x="5081499" y="120501"/>
                  </a:lnTo>
                  <a:lnTo>
                    <a:pt x="4996723" y="120357"/>
                  </a:lnTo>
                  <a:lnTo>
                    <a:pt x="4906923" y="120229"/>
                  </a:lnTo>
                  <a:lnTo>
                    <a:pt x="4814218" y="120117"/>
                  </a:lnTo>
                  <a:lnTo>
                    <a:pt x="4721848" y="120022"/>
                  </a:lnTo>
                  <a:lnTo>
                    <a:pt x="4634017" y="119944"/>
                  </a:lnTo>
                  <a:lnTo>
                    <a:pt x="4555375" y="119882"/>
                  </a:lnTo>
                  <a:lnTo>
                    <a:pt x="4490171" y="119837"/>
                  </a:lnTo>
                  <a:lnTo>
                    <a:pt x="4441276" y="119807"/>
                  </a:lnTo>
                  <a:lnTo>
                    <a:pt x="4409400" y="119790"/>
                  </a:lnTo>
                  <a:lnTo>
                    <a:pt x="4392769" y="119782"/>
                  </a:lnTo>
                  <a:lnTo>
                    <a:pt x="4387271" y="119779"/>
                  </a:lnTo>
                  <a:lnTo>
                    <a:pt x="4386855" y="119779"/>
                  </a:lnTo>
                  <a:lnTo>
                    <a:pt x="3848118" y="119779"/>
                  </a:lnTo>
                  <a:lnTo>
                    <a:pt x="3846816" y="119775"/>
                  </a:lnTo>
                  <a:lnTo>
                    <a:pt x="3838318" y="119747"/>
                  </a:lnTo>
                  <a:lnTo>
                    <a:pt x="3817137" y="119668"/>
                  </a:lnTo>
                  <a:lnTo>
                    <a:pt x="3779874" y="119513"/>
                  </a:lnTo>
                  <a:lnTo>
                    <a:pt x="3725557" y="119260"/>
                  </a:lnTo>
                  <a:lnTo>
                    <a:pt x="3655648" y="118893"/>
                  </a:lnTo>
                  <a:lnTo>
                    <a:pt x="3573562" y="118404"/>
                  </a:lnTo>
                  <a:lnTo>
                    <a:pt x="3483782" y="117789"/>
                  </a:lnTo>
                  <a:lnTo>
                    <a:pt x="3390893" y="117052"/>
                  </a:lnTo>
                  <a:lnTo>
                    <a:pt x="3298826" y="116195"/>
                  </a:lnTo>
                  <a:lnTo>
                    <a:pt x="3210465" y="115218"/>
                  </a:lnTo>
                  <a:lnTo>
                    <a:pt x="3127577" y="114120"/>
                  </a:lnTo>
                  <a:lnTo>
                    <a:pt x="3050958" y="112890"/>
                  </a:lnTo>
                  <a:lnTo>
                    <a:pt x="2980665" y="111516"/>
                  </a:lnTo>
                  <a:lnTo>
                    <a:pt x="2916254" y="109976"/>
                  </a:lnTo>
                  <a:lnTo>
                    <a:pt x="2856969" y="108247"/>
                  </a:lnTo>
                  <a:lnTo>
                    <a:pt x="2801896" y="106300"/>
                  </a:lnTo>
                  <a:lnTo>
                    <a:pt x="2750066" y="104109"/>
                  </a:lnTo>
                  <a:lnTo>
                    <a:pt x="2700549" y="101649"/>
                  </a:lnTo>
                  <a:lnTo>
                    <a:pt x="2667772" y="99816"/>
                  </a:lnTo>
                  <a:lnTo>
                    <a:pt x="2615070" y="96536"/>
                  </a:lnTo>
                  <a:lnTo>
                    <a:pt x="2562871" y="92900"/>
                  </a:lnTo>
                  <a:lnTo>
                    <a:pt x="2510584" y="88903"/>
                  </a:lnTo>
                  <a:lnTo>
                    <a:pt x="2457819" y="84555"/>
                  </a:lnTo>
                  <a:lnTo>
                    <a:pt x="2404367" y="79882"/>
                  </a:lnTo>
                  <a:lnTo>
                    <a:pt x="2350169" y="74926"/>
                  </a:lnTo>
                  <a:lnTo>
                    <a:pt x="2295301" y="69745"/>
                  </a:lnTo>
                  <a:lnTo>
                    <a:pt x="2239942" y="64411"/>
                  </a:lnTo>
                  <a:lnTo>
                    <a:pt x="2184345" y="59005"/>
                  </a:lnTo>
                  <a:lnTo>
                    <a:pt x="2128795" y="53614"/>
                  </a:lnTo>
                  <a:lnTo>
                    <a:pt x="2073572" y="48321"/>
                  </a:lnTo>
                  <a:lnTo>
                    <a:pt x="2018907" y="43206"/>
                  </a:lnTo>
                  <a:lnTo>
                    <a:pt x="1964950" y="38337"/>
                  </a:lnTo>
                  <a:lnTo>
                    <a:pt x="1911736" y="33767"/>
                  </a:lnTo>
                  <a:lnTo>
                    <a:pt x="1859158" y="29531"/>
                  </a:lnTo>
                  <a:lnTo>
                    <a:pt x="1806952" y="25652"/>
                  </a:lnTo>
                  <a:lnTo>
                    <a:pt x="1754665" y="22133"/>
                  </a:lnTo>
                  <a:lnTo>
                    <a:pt x="1719082" y="19963"/>
                  </a:lnTo>
                  <a:lnTo>
                    <a:pt x="1670666" y="17313"/>
                  </a:lnTo>
                  <a:lnTo>
                    <a:pt x="1620505" y="14941"/>
                  </a:lnTo>
                  <a:lnTo>
                    <a:pt x="1567743" y="12830"/>
                  </a:lnTo>
                  <a:lnTo>
                    <a:pt x="1511427" y="10957"/>
                  </a:lnTo>
                  <a:lnTo>
                    <a:pt x="1450597" y="9291"/>
                  </a:lnTo>
                  <a:lnTo>
                    <a:pt x="1384375" y="7806"/>
                  </a:lnTo>
                  <a:lnTo>
                    <a:pt x="1312087" y="6480"/>
                  </a:lnTo>
                  <a:lnTo>
                    <a:pt x="1233426" y="5294"/>
                  </a:lnTo>
                  <a:lnTo>
                    <a:pt x="1148659" y="4235"/>
                  </a:lnTo>
                  <a:lnTo>
                    <a:pt x="1058868" y="3297"/>
                  </a:lnTo>
                  <a:lnTo>
                    <a:pt x="966171" y="2478"/>
                  </a:lnTo>
                  <a:lnTo>
                    <a:pt x="873806" y="1780"/>
                  </a:lnTo>
                  <a:lnTo>
                    <a:pt x="785975" y="1205"/>
                  </a:lnTo>
                  <a:lnTo>
                    <a:pt x="707327" y="755"/>
                  </a:lnTo>
                  <a:lnTo>
                    <a:pt x="642112" y="426"/>
                  </a:lnTo>
                  <a:lnTo>
                    <a:pt x="593202" y="206"/>
                  </a:lnTo>
                  <a:lnTo>
                    <a:pt x="561310" y="79"/>
                  </a:lnTo>
                  <a:lnTo>
                    <a:pt x="544663" y="19"/>
                  </a:lnTo>
                  <a:lnTo>
                    <a:pt x="539154" y="1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8" name="pg1568"/>
            <p:cNvSpPr/>
            <p:nvPr/>
          </p:nvSpPr>
          <p:spPr>
            <a:xfrm>
              <a:off x="546595" y="810347"/>
              <a:ext cx="8234974" cy="4208624"/>
            </a:xfrm>
            <a:custGeom>
              <a:avLst/>
              <a:pathLst>
                <a:path w="8234974" h="4208624">
                  <a:moveTo>
                    <a:pt x="0" y="4208624"/>
                  </a:moveTo>
                  <a:lnTo>
                    <a:pt x="538736" y="4208624"/>
                  </a:lnTo>
                  <a:lnTo>
                    <a:pt x="540013" y="4208586"/>
                  </a:lnTo>
                  <a:lnTo>
                    <a:pt x="548350" y="4208313"/>
                  </a:lnTo>
                  <a:lnTo>
                    <a:pt x="569146" y="4207558"/>
                  </a:lnTo>
                  <a:lnTo>
                    <a:pt x="605768" y="4206076"/>
                  </a:lnTo>
                  <a:lnTo>
                    <a:pt x="659229" y="4203653"/>
                  </a:lnTo>
                  <a:lnTo>
                    <a:pt x="728159" y="4200133"/>
                  </a:lnTo>
                  <a:lnTo>
                    <a:pt x="809267" y="4195430"/>
                  </a:lnTo>
                  <a:lnTo>
                    <a:pt x="898183" y="4189524"/>
                  </a:lnTo>
                  <a:lnTo>
                    <a:pt x="990395" y="4182433"/>
                  </a:lnTo>
                  <a:lnTo>
                    <a:pt x="1082000" y="4174185"/>
                  </a:lnTo>
                  <a:lnTo>
                    <a:pt x="1170101" y="4164790"/>
                  </a:lnTo>
                  <a:lnTo>
                    <a:pt x="1252893" y="4154219"/>
                  </a:lnTo>
                  <a:lnTo>
                    <a:pt x="1329531" y="4142394"/>
                  </a:lnTo>
                  <a:lnTo>
                    <a:pt x="1399908" y="4129182"/>
                  </a:lnTo>
                  <a:lnTo>
                    <a:pt x="1464425" y="4114398"/>
                  </a:lnTo>
                  <a:lnTo>
                    <a:pt x="1523800" y="4097813"/>
                  </a:lnTo>
                  <a:lnTo>
                    <a:pt x="1578918" y="4079164"/>
                  </a:lnTo>
                  <a:lnTo>
                    <a:pt x="1630729" y="4058180"/>
                  </a:lnTo>
                  <a:lnTo>
                    <a:pt x="1680152" y="4034627"/>
                  </a:lnTo>
                  <a:lnTo>
                    <a:pt x="1719082" y="4013529"/>
                  </a:lnTo>
                  <a:lnTo>
                    <a:pt x="1765519" y="3985491"/>
                  </a:lnTo>
                  <a:lnTo>
                    <a:pt x="1811503" y="3954764"/>
                  </a:lnTo>
                  <a:lnTo>
                    <a:pt x="1857464" y="3921301"/>
                  </a:lnTo>
                  <a:lnTo>
                    <a:pt x="1903706" y="3885139"/>
                  </a:lnTo>
                  <a:lnTo>
                    <a:pt x="1950421" y="3846403"/>
                  </a:lnTo>
                  <a:lnTo>
                    <a:pt x="1997703" y="3805315"/>
                  </a:lnTo>
                  <a:lnTo>
                    <a:pt x="2045557" y="3762195"/>
                  </a:lnTo>
                  <a:lnTo>
                    <a:pt x="2093915" y="3717451"/>
                  </a:lnTo>
                  <a:lnTo>
                    <a:pt x="2142646" y="3671570"/>
                  </a:lnTo>
                  <a:lnTo>
                    <a:pt x="2191580" y="3625095"/>
                  </a:lnTo>
                  <a:lnTo>
                    <a:pt x="2240520" y="3578597"/>
                  </a:lnTo>
                  <a:lnTo>
                    <a:pt x="2289273" y="3532652"/>
                  </a:lnTo>
                  <a:lnTo>
                    <a:pt x="2337665" y="3487804"/>
                  </a:lnTo>
                  <a:lnTo>
                    <a:pt x="2385560" y="3444546"/>
                  </a:lnTo>
                  <a:lnTo>
                    <a:pt x="2432886" y="3403293"/>
                  </a:lnTo>
                  <a:lnTo>
                    <a:pt x="2479642" y="3364371"/>
                  </a:lnTo>
                  <a:lnTo>
                    <a:pt x="2525914" y="3328009"/>
                  </a:lnTo>
                  <a:lnTo>
                    <a:pt x="2571887" y="3294340"/>
                  </a:lnTo>
                  <a:lnTo>
                    <a:pt x="2617856" y="3263407"/>
                  </a:lnTo>
                  <a:lnTo>
                    <a:pt x="2664240" y="3235169"/>
                  </a:lnTo>
                  <a:lnTo>
                    <a:pt x="2667772" y="3233145"/>
                  </a:lnTo>
                  <a:lnTo>
                    <a:pt x="2715862" y="3207410"/>
                  </a:lnTo>
                  <a:lnTo>
                    <a:pt x="2765668" y="3184355"/>
                  </a:lnTo>
                  <a:lnTo>
                    <a:pt x="2818029" y="3163830"/>
                  </a:lnTo>
                  <a:lnTo>
                    <a:pt x="2873877" y="3145590"/>
                  </a:lnTo>
                  <a:lnTo>
                    <a:pt x="2934155" y="3129364"/>
                  </a:lnTo>
                  <a:lnTo>
                    <a:pt x="2999727" y="3114892"/>
                  </a:lnTo>
                  <a:lnTo>
                    <a:pt x="3071264" y="3101953"/>
                  </a:lnTo>
                  <a:lnTo>
                    <a:pt x="3149088" y="3090372"/>
                  </a:lnTo>
                  <a:lnTo>
                    <a:pt x="3232970" y="3080027"/>
                  </a:lnTo>
                  <a:lnTo>
                    <a:pt x="3321900" y="3070849"/>
                  </a:lnTo>
                  <a:lnTo>
                    <a:pt x="3413874" y="3062817"/>
                  </a:lnTo>
                  <a:lnTo>
                    <a:pt x="3505790" y="3055947"/>
                  </a:lnTo>
                  <a:lnTo>
                    <a:pt x="3593589" y="3050267"/>
                  </a:lnTo>
                  <a:lnTo>
                    <a:pt x="3672720" y="3045790"/>
                  </a:lnTo>
                  <a:lnTo>
                    <a:pt x="3738941" y="3042485"/>
                  </a:lnTo>
                  <a:lnTo>
                    <a:pt x="3789269" y="3040253"/>
                  </a:lnTo>
                  <a:lnTo>
                    <a:pt x="3822761" y="3038926"/>
                  </a:lnTo>
                  <a:lnTo>
                    <a:pt x="3840888" y="3038280"/>
                  </a:lnTo>
                  <a:lnTo>
                    <a:pt x="3847427" y="3038070"/>
                  </a:lnTo>
                  <a:lnTo>
                    <a:pt x="3848118" y="3038050"/>
                  </a:lnTo>
                  <a:lnTo>
                    <a:pt x="4386855" y="3038050"/>
                  </a:lnTo>
                  <a:lnTo>
                    <a:pt x="4388006" y="3037961"/>
                  </a:lnTo>
                  <a:lnTo>
                    <a:pt x="4395539" y="3037325"/>
                  </a:lnTo>
                  <a:lnTo>
                    <a:pt x="4414399" y="3035567"/>
                  </a:lnTo>
                  <a:lnTo>
                    <a:pt x="4447789" y="3032114"/>
                  </a:lnTo>
                  <a:lnTo>
                    <a:pt x="4496886" y="3026454"/>
                  </a:lnTo>
                  <a:lnTo>
                    <a:pt x="4560776" y="3018199"/>
                  </a:lnTo>
                  <a:lnTo>
                    <a:pt x="4636772" y="3007117"/>
                  </a:lnTo>
                  <a:lnTo>
                    <a:pt x="4721077" y="2993130"/>
                  </a:lnTo>
                  <a:lnTo>
                    <a:pt x="4809587" y="2976263"/>
                  </a:lnTo>
                  <a:lnTo>
                    <a:pt x="4898574" y="2956586"/>
                  </a:lnTo>
                  <a:lnTo>
                    <a:pt x="4985111" y="2934140"/>
                  </a:lnTo>
                  <a:lnTo>
                    <a:pt x="5067223" y="2908897"/>
                  </a:lnTo>
                  <a:lnTo>
                    <a:pt x="5143828" y="2880721"/>
                  </a:lnTo>
                  <a:lnTo>
                    <a:pt x="5214571" y="2849358"/>
                  </a:lnTo>
                  <a:lnTo>
                    <a:pt x="5279622" y="2814434"/>
                  </a:lnTo>
                  <a:lnTo>
                    <a:pt x="5339506" y="2775464"/>
                  </a:lnTo>
                  <a:lnTo>
                    <a:pt x="5394952" y="2731871"/>
                  </a:lnTo>
                  <a:lnTo>
                    <a:pt x="5446792" y="2683026"/>
                  </a:lnTo>
                  <a:lnTo>
                    <a:pt x="5495878" y="2628315"/>
                  </a:lnTo>
                  <a:lnTo>
                    <a:pt x="5543014" y="2567258"/>
                  </a:lnTo>
                  <a:lnTo>
                    <a:pt x="5567201" y="2532615"/>
                  </a:lnTo>
                  <a:lnTo>
                    <a:pt x="5601706" y="2479403"/>
                  </a:lnTo>
                  <a:lnTo>
                    <a:pt x="5635890" y="2422386"/>
                  </a:lnTo>
                  <a:lnTo>
                    <a:pt x="5669951" y="2361487"/>
                  </a:lnTo>
                  <a:lnTo>
                    <a:pt x="5704046" y="2296687"/>
                  </a:lnTo>
                  <a:lnTo>
                    <a:pt x="5738293" y="2228032"/>
                  </a:lnTo>
                  <a:lnTo>
                    <a:pt x="5772778" y="2155639"/>
                  </a:lnTo>
                  <a:lnTo>
                    <a:pt x="5807554" y="2079697"/>
                  </a:lnTo>
                  <a:lnTo>
                    <a:pt x="5842648" y="2000476"/>
                  </a:lnTo>
                  <a:lnTo>
                    <a:pt x="5878060" y="1918319"/>
                  </a:lnTo>
                  <a:lnTo>
                    <a:pt x="5913766" y="1833640"/>
                  </a:lnTo>
                  <a:lnTo>
                    <a:pt x="5949724" y="1746921"/>
                  </a:lnTo>
                  <a:lnTo>
                    <a:pt x="5985875" y="1658697"/>
                  </a:lnTo>
                  <a:lnTo>
                    <a:pt x="6022147" y="1569543"/>
                  </a:lnTo>
                  <a:lnTo>
                    <a:pt x="6058463" y="1480063"/>
                  </a:lnTo>
                  <a:lnTo>
                    <a:pt x="6094741" y="1390867"/>
                  </a:lnTo>
                  <a:lnTo>
                    <a:pt x="6130903" y="1302561"/>
                  </a:lnTo>
                  <a:lnTo>
                    <a:pt x="6166876" y="1215721"/>
                  </a:lnTo>
                  <a:lnTo>
                    <a:pt x="6202601" y="1130888"/>
                  </a:lnTo>
                  <a:lnTo>
                    <a:pt x="6238034" y="1048544"/>
                  </a:lnTo>
                  <a:lnTo>
                    <a:pt x="6273150" y="969110"/>
                  </a:lnTo>
                  <a:lnTo>
                    <a:pt x="6307948" y="892935"/>
                  </a:lnTo>
                  <a:lnTo>
                    <a:pt x="6342451" y="820292"/>
                  </a:lnTo>
                  <a:lnTo>
                    <a:pt x="6376712" y="751377"/>
                  </a:lnTo>
                  <a:lnTo>
                    <a:pt x="6410814" y="686311"/>
                  </a:lnTo>
                  <a:lnTo>
                    <a:pt x="6444873" y="625146"/>
                  </a:lnTo>
                  <a:lnTo>
                    <a:pt x="6479042" y="567866"/>
                  </a:lnTo>
                  <a:lnTo>
                    <a:pt x="6513518" y="514397"/>
                  </a:lnTo>
                  <a:lnTo>
                    <a:pt x="6515891" y="510878"/>
                  </a:lnTo>
                  <a:lnTo>
                    <a:pt x="6562286" y="446404"/>
                  </a:lnTo>
                  <a:lnTo>
                    <a:pt x="6610255" y="388407"/>
                  </a:lnTo>
                  <a:lnTo>
                    <a:pt x="6660545" y="336556"/>
                  </a:lnTo>
                  <a:lnTo>
                    <a:pt x="6713992" y="290287"/>
                  </a:lnTo>
                  <a:lnTo>
                    <a:pt x="6771448" y="248968"/>
                  </a:lnTo>
                  <a:lnTo>
                    <a:pt x="6833707" y="211988"/>
                  </a:lnTo>
                  <a:lnTo>
                    <a:pt x="6901416" y="178811"/>
                  </a:lnTo>
                  <a:lnTo>
                    <a:pt x="6974952" y="149002"/>
                  </a:lnTo>
                  <a:lnTo>
                    <a:pt x="7054259" y="122244"/>
                  </a:lnTo>
                  <a:lnTo>
                    <a:pt x="7138660" y="98340"/>
                  </a:lnTo>
                  <a:lnTo>
                    <a:pt x="7226666" y="77208"/>
                  </a:lnTo>
                  <a:lnTo>
                    <a:pt x="7315847" y="58859"/>
                  </a:lnTo>
                  <a:lnTo>
                    <a:pt x="7402860" y="43353"/>
                  </a:lnTo>
                  <a:lnTo>
                    <a:pt x="7483727" y="30749"/>
                  </a:lnTo>
                  <a:lnTo>
                    <a:pt x="7554393" y="21029"/>
                  </a:lnTo>
                  <a:lnTo>
                    <a:pt x="7611490" y="14046"/>
                  </a:lnTo>
                  <a:lnTo>
                    <a:pt x="7653110" y="9492"/>
                  </a:lnTo>
                  <a:lnTo>
                    <a:pt x="7679318" y="6914"/>
                  </a:lnTo>
                  <a:lnTo>
                    <a:pt x="7692280" y="5762"/>
                  </a:lnTo>
                  <a:lnTo>
                    <a:pt x="7696066" y="545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41" y="3032643"/>
                  </a:lnTo>
                  <a:lnTo>
                    <a:pt x="3838505" y="3032916"/>
                  </a:lnTo>
                  <a:lnTo>
                    <a:pt x="3817709" y="3033672"/>
                  </a:lnTo>
                  <a:lnTo>
                    <a:pt x="3781086" y="3035154"/>
                  </a:lnTo>
                  <a:lnTo>
                    <a:pt x="3727626" y="3037577"/>
                  </a:lnTo>
                  <a:lnTo>
                    <a:pt x="3658695" y="3041097"/>
                  </a:lnTo>
                  <a:lnTo>
                    <a:pt x="3577587" y="3045799"/>
                  </a:lnTo>
                  <a:lnTo>
                    <a:pt x="3488672" y="3051705"/>
                  </a:lnTo>
                  <a:lnTo>
                    <a:pt x="3396459" y="3058797"/>
                  </a:lnTo>
                  <a:lnTo>
                    <a:pt x="3304854" y="3067045"/>
                  </a:lnTo>
                  <a:lnTo>
                    <a:pt x="3216753" y="3076439"/>
                  </a:lnTo>
                  <a:lnTo>
                    <a:pt x="3133961" y="3087010"/>
                  </a:lnTo>
                  <a:lnTo>
                    <a:pt x="3057323" y="3098836"/>
                  </a:lnTo>
                  <a:lnTo>
                    <a:pt x="2986947" y="3112048"/>
                  </a:lnTo>
                  <a:lnTo>
                    <a:pt x="2922430" y="3126832"/>
                  </a:lnTo>
                  <a:lnTo>
                    <a:pt x="2863055" y="3143417"/>
                  </a:lnTo>
                  <a:lnTo>
                    <a:pt x="2807936" y="3162066"/>
                  </a:lnTo>
                  <a:lnTo>
                    <a:pt x="2756126" y="3183050"/>
                  </a:lnTo>
                  <a:lnTo>
                    <a:pt x="2706702" y="3206602"/>
                  </a:lnTo>
                  <a:lnTo>
                    <a:pt x="2667772" y="3227701"/>
                  </a:lnTo>
                  <a:lnTo>
                    <a:pt x="2621335" y="3255738"/>
                  </a:lnTo>
                  <a:lnTo>
                    <a:pt x="2575352" y="3286466"/>
                  </a:lnTo>
                  <a:lnTo>
                    <a:pt x="2529391" y="3319929"/>
                  </a:lnTo>
                  <a:lnTo>
                    <a:pt x="2483149" y="3356091"/>
                  </a:lnTo>
                  <a:lnTo>
                    <a:pt x="2436434" y="3394827"/>
                  </a:lnTo>
                  <a:lnTo>
                    <a:pt x="2389152" y="3435914"/>
                  </a:lnTo>
                  <a:lnTo>
                    <a:pt x="2341297" y="3479034"/>
                  </a:lnTo>
                  <a:lnTo>
                    <a:pt x="2292940" y="3523778"/>
                  </a:lnTo>
                  <a:lnTo>
                    <a:pt x="2244208" y="3569659"/>
                  </a:lnTo>
                  <a:lnTo>
                    <a:pt x="2195275" y="3616135"/>
                  </a:lnTo>
                  <a:lnTo>
                    <a:pt x="2146334" y="3662632"/>
                  </a:lnTo>
                  <a:lnTo>
                    <a:pt x="2097581" y="3708578"/>
                  </a:lnTo>
                  <a:lnTo>
                    <a:pt x="2049190" y="3753425"/>
                  </a:lnTo>
                  <a:lnTo>
                    <a:pt x="2001294" y="3796683"/>
                  </a:lnTo>
                  <a:lnTo>
                    <a:pt x="1953968" y="3837936"/>
                  </a:lnTo>
                  <a:lnTo>
                    <a:pt x="1907213" y="3876859"/>
                  </a:lnTo>
                  <a:lnTo>
                    <a:pt x="1860940" y="3913221"/>
                  </a:lnTo>
                  <a:lnTo>
                    <a:pt x="1814967" y="3946889"/>
                  </a:lnTo>
                  <a:lnTo>
                    <a:pt x="1768999" y="3977823"/>
                  </a:lnTo>
                  <a:lnTo>
                    <a:pt x="1722615" y="4006060"/>
                  </a:lnTo>
                  <a:lnTo>
                    <a:pt x="1719082" y="4008084"/>
                  </a:lnTo>
                  <a:lnTo>
                    <a:pt x="1670993" y="4033820"/>
                  </a:lnTo>
                  <a:lnTo>
                    <a:pt x="1621186" y="4056875"/>
                  </a:lnTo>
                  <a:lnTo>
                    <a:pt x="1568826" y="4077399"/>
                  </a:lnTo>
                  <a:lnTo>
                    <a:pt x="1512978" y="4095639"/>
                  </a:lnTo>
                  <a:lnTo>
                    <a:pt x="1452700" y="4111866"/>
                  </a:lnTo>
                  <a:lnTo>
                    <a:pt x="1387127" y="4126337"/>
                  </a:lnTo>
                  <a:lnTo>
                    <a:pt x="1315591" y="4139276"/>
                  </a:lnTo>
                  <a:lnTo>
                    <a:pt x="1237767" y="4150857"/>
                  </a:lnTo>
                  <a:lnTo>
                    <a:pt x="1153885" y="4161202"/>
                  </a:lnTo>
                  <a:lnTo>
                    <a:pt x="1064954" y="4170380"/>
                  </a:lnTo>
                  <a:lnTo>
                    <a:pt x="972980" y="4178412"/>
                  </a:lnTo>
                  <a:lnTo>
                    <a:pt x="881064" y="4185283"/>
                  </a:lnTo>
                  <a:lnTo>
                    <a:pt x="793266" y="4190963"/>
                  </a:lnTo>
                  <a:lnTo>
                    <a:pt x="714135" y="4195439"/>
                  </a:lnTo>
                  <a:lnTo>
                    <a:pt x="647913" y="4198744"/>
                  </a:lnTo>
                  <a:lnTo>
                    <a:pt x="597586" y="4200976"/>
                  </a:lnTo>
                  <a:lnTo>
                    <a:pt x="564094" y="4202304"/>
                  </a:lnTo>
                  <a:lnTo>
                    <a:pt x="545967" y="4202949"/>
                  </a:lnTo>
                  <a:lnTo>
                    <a:pt x="539427" y="4203160"/>
                  </a:lnTo>
                  <a:lnTo>
                    <a:pt x="538736" y="4203180"/>
                  </a:lnTo>
                  <a:lnTo>
                    <a:pt x="0" y="420318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69" name="pl1569"/>
            <p:cNvSpPr/>
            <p:nvPr/>
          </p:nvSpPr>
          <p:spPr>
            <a:xfrm>
              <a:off x="546595" y="815791"/>
              <a:ext cx="8234974" cy="4203180"/>
            </a:xfrm>
            <a:custGeom>
              <a:avLst/>
              <a:pathLst>
                <a:path w="8234974" h="4203180">
                  <a:moveTo>
                    <a:pt x="0" y="4203180"/>
                  </a:moveTo>
                  <a:lnTo>
                    <a:pt x="538736" y="4203180"/>
                  </a:lnTo>
                  <a:lnTo>
                    <a:pt x="540013" y="4203142"/>
                  </a:lnTo>
                  <a:lnTo>
                    <a:pt x="548350" y="4202868"/>
                  </a:lnTo>
                  <a:lnTo>
                    <a:pt x="569146" y="4202113"/>
                  </a:lnTo>
                  <a:lnTo>
                    <a:pt x="605768" y="4200631"/>
                  </a:lnTo>
                  <a:lnTo>
                    <a:pt x="659229" y="4198208"/>
                  </a:lnTo>
                  <a:lnTo>
                    <a:pt x="728159" y="4194688"/>
                  </a:lnTo>
                  <a:lnTo>
                    <a:pt x="809267" y="4189986"/>
                  </a:lnTo>
                  <a:lnTo>
                    <a:pt x="898183" y="4184080"/>
                  </a:lnTo>
                  <a:lnTo>
                    <a:pt x="990395" y="4176988"/>
                  </a:lnTo>
                  <a:lnTo>
                    <a:pt x="1082000" y="4168740"/>
                  </a:lnTo>
                  <a:lnTo>
                    <a:pt x="1170101" y="4159346"/>
                  </a:lnTo>
                  <a:lnTo>
                    <a:pt x="1252893" y="4148775"/>
                  </a:lnTo>
                  <a:lnTo>
                    <a:pt x="1329531" y="4136949"/>
                  </a:lnTo>
                  <a:lnTo>
                    <a:pt x="1399908" y="4123737"/>
                  </a:lnTo>
                  <a:lnTo>
                    <a:pt x="1464425" y="4108953"/>
                  </a:lnTo>
                  <a:lnTo>
                    <a:pt x="1523800" y="4092368"/>
                  </a:lnTo>
                  <a:lnTo>
                    <a:pt x="1578918" y="4073719"/>
                  </a:lnTo>
                  <a:lnTo>
                    <a:pt x="1630729" y="4052735"/>
                  </a:lnTo>
                  <a:lnTo>
                    <a:pt x="1680152" y="4029182"/>
                  </a:lnTo>
                  <a:lnTo>
                    <a:pt x="1719082" y="4008084"/>
                  </a:lnTo>
                  <a:lnTo>
                    <a:pt x="1765519" y="3980047"/>
                  </a:lnTo>
                  <a:lnTo>
                    <a:pt x="1811503" y="3949319"/>
                  </a:lnTo>
                  <a:lnTo>
                    <a:pt x="1857464" y="3915856"/>
                  </a:lnTo>
                  <a:lnTo>
                    <a:pt x="1903706" y="3879694"/>
                  </a:lnTo>
                  <a:lnTo>
                    <a:pt x="1950421" y="3840958"/>
                  </a:lnTo>
                  <a:lnTo>
                    <a:pt x="1997703" y="3799871"/>
                  </a:lnTo>
                  <a:lnTo>
                    <a:pt x="2045557" y="3756751"/>
                  </a:lnTo>
                  <a:lnTo>
                    <a:pt x="2093915" y="3712007"/>
                  </a:lnTo>
                  <a:lnTo>
                    <a:pt x="2142646" y="3666126"/>
                  </a:lnTo>
                  <a:lnTo>
                    <a:pt x="2191580" y="3619650"/>
                  </a:lnTo>
                  <a:lnTo>
                    <a:pt x="2240520" y="3573153"/>
                  </a:lnTo>
                  <a:lnTo>
                    <a:pt x="2289273" y="3527207"/>
                  </a:lnTo>
                  <a:lnTo>
                    <a:pt x="2337665" y="3482360"/>
                  </a:lnTo>
                  <a:lnTo>
                    <a:pt x="2385560" y="3439102"/>
                  </a:lnTo>
                  <a:lnTo>
                    <a:pt x="2432886" y="3397848"/>
                  </a:lnTo>
                  <a:lnTo>
                    <a:pt x="2479642" y="3358926"/>
                  </a:lnTo>
                  <a:lnTo>
                    <a:pt x="2525914" y="3322564"/>
                  </a:lnTo>
                  <a:lnTo>
                    <a:pt x="2571887" y="3288896"/>
                  </a:lnTo>
                  <a:lnTo>
                    <a:pt x="2617856" y="3257962"/>
                  </a:lnTo>
                  <a:lnTo>
                    <a:pt x="2664240" y="3229725"/>
                  </a:lnTo>
                  <a:lnTo>
                    <a:pt x="2667772" y="3227701"/>
                  </a:lnTo>
                  <a:lnTo>
                    <a:pt x="2715862" y="3201965"/>
                  </a:lnTo>
                  <a:lnTo>
                    <a:pt x="2765668" y="3178910"/>
                  </a:lnTo>
                  <a:lnTo>
                    <a:pt x="2818029" y="3158385"/>
                  </a:lnTo>
                  <a:lnTo>
                    <a:pt x="2873877" y="3140146"/>
                  </a:lnTo>
                  <a:lnTo>
                    <a:pt x="2934155" y="3123919"/>
                  </a:lnTo>
                  <a:lnTo>
                    <a:pt x="2999727" y="3109447"/>
                  </a:lnTo>
                  <a:lnTo>
                    <a:pt x="3071264" y="3096509"/>
                  </a:lnTo>
                  <a:lnTo>
                    <a:pt x="3149088" y="3084928"/>
                  </a:lnTo>
                  <a:lnTo>
                    <a:pt x="3232970" y="3074583"/>
                  </a:lnTo>
                  <a:lnTo>
                    <a:pt x="3321900" y="3065405"/>
                  </a:lnTo>
                  <a:lnTo>
                    <a:pt x="3413874" y="3057373"/>
                  </a:lnTo>
                  <a:lnTo>
                    <a:pt x="3505790" y="3050502"/>
                  </a:lnTo>
                  <a:lnTo>
                    <a:pt x="3593589" y="3044822"/>
                  </a:lnTo>
                  <a:lnTo>
                    <a:pt x="3672720" y="3040346"/>
                  </a:lnTo>
                  <a:lnTo>
                    <a:pt x="3738941" y="3037041"/>
                  </a:lnTo>
                  <a:lnTo>
                    <a:pt x="3789269" y="3034809"/>
                  </a:lnTo>
                  <a:lnTo>
                    <a:pt x="3822761" y="3033481"/>
                  </a:lnTo>
                  <a:lnTo>
                    <a:pt x="3840888" y="3032836"/>
                  </a:lnTo>
                  <a:lnTo>
                    <a:pt x="3847427" y="3032625"/>
                  </a:lnTo>
                  <a:lnTo>
                    <a:pt x="3848118" y="3032605"/>
                  </a:lnTo>
                  <a:lnTo>
                    <a:pt x="4386855" y="3032605"/>
                  </a:lnTo>
                  <a:lnTo>
                    <a:pt x="4388006" y="3032516"/>
                  </a:lnTo>
                  <a:lnTo>
                    <a:pt x="4395539" y="3031880"/>
                  </a:lnTo>
                  <a:lnTo>
                    <a:pt x="4414399" y="3030123"/>
                  </a:lnTo>
                  <a:lnTo>
                    <a:pt x="4447789" y="3026670"/>
                  </a:lnTo>
                  <a:lnTo>
                    <a:pt x="4496886" y="3021010"/>
                  </a:lnTo>
                  <a:lnTo>
                    <a:pt x="4560776" y="3012754"/>
                  </a:lnTo>
                  <a:lnTo>
                    <a:pt x="4636772" y="3001672"/>
                  </a:lnTo>
                  <a:lnTo>
                    <a:pt x="4721077" y="2987685"/>
                  </a:lnTo>
                  <a:lnTo>
                    <a:pt x="4809587" y="2970819"/>
                  </a:lnTo>
                  <a:lnTo>
                    <a:pt x="4898574" y="2951141"/>
                  </a:lnTo>
                  <a:lnTo>
                    <a:pt x="4985111" y="2928696"/>
                  </a:lnTo>
                  <a:lnTo>
                    <a:pt x="5067223" y="2903452"/>
                  </a:lnTo>
                  <a:lnTo>
                    <a:pt x="5143828" y="2875276"/>
                  </a:lnTo>
                  <a:lnTo>
                    <a:pt x="5214571" y="2843913"/>
                  </a:lnTo>
                  <a:lnTo>
                    <a:pt x="5279622" y="2808989"/>
                  </a:lnTo>
                  <a:lnTo>
                    <a:pt x="5339506" y="2770019"/>
                  </a:lnTo>
                  <a:lnTo>
                    <a:pt x="5394952" y="2726427"/>
                  </a:lnTo>
                  <a:lnTo>
                    <a:pt x="5446792" y="2677582"/>
                  </a:lnTo>
                  <a:lnTo>
                    <a:pt x="5495878" y="2622870"/>
                  </a:lnTo>
                  <a:lnTo>
                    <a:pt x="5543014" y="2561814"/>
                  </a:lnTo>
                  <a:lnTo>
                    <a:pt x="5567201" y="2527171"/>
                  </a:lnTo>
                  <a:lnTo>
                    <a:pt x="5601706" y="2473958"/>
                  </a:lnTo>
                  <a:lnTo>
                    <a:pt x="5635890" y="2416941"/>
                  </a:lnTo>
                  <a:lnTo>
                    <a:pt x="5669951" y="2356043"/>
                  </a:lnTo>
                  <a:lnTo>
                    <a:pt x="5704046" y="2291243"/>
                  </a:lnTo>
                  <a:lnTo>
                    <a:pt x="5738293" y="2222588"/>
                  </a:lnTo>
                  <a:lnTo>
                    <a:pt x="5772778" y="2150194"/>
                  </a:lnTo>
                  <a:lnTo>
                    <a:pt x="5807554" y="2074253"/>
                  </a:lnTo>
                  <a:lnTo>
                    <a:pt x="5842648" y="1995032"/>
                  </a:lnTo>
                  <a:lnTo>
                    <a:pt x="5878060" y="1912874"/>
                  </a:lnTo>
                  <a:lnTo>
                    <a:pt x="5913766" y="1828196"/>
                  </a:lnTo>
                  <a:lnTo>
                    <a:pt x="5949724" y="1741477"/>
                  </a:lnTo>
                  <a:lnTo>
                    <a:pt x="5985875" y="1653252"/>
                  </a:lnTo>
                  <a:lnTo>
                    <a:pt x="6022147" y="1564099"/>
                  </a:lnTo>
                  <a:lnTo>
                    <a:pt x="6058463" y="1474618"/>
                  </a:lnTo>
                  <a:lnTo>
                    <a:pt x="6094741" y="1385423"/>
                  </a:lnTo>
                  <a:lnTo>
                    <a:pt x="6130903" y="1297116"/>
                  </a:lnTo>
                  <a:lnTo>
                    <a:pt x="6166876" y="1210277"/>
                  </a:lnTo>
                  <a:lnTo>
                    <a:pt x="6202601" y="1125443"/>
                  </a:lnTo>
                  <a:lnTo>
                    <a:pt x="6238034" y="1043099"/>
                  </a:lnTo>
                  <a:lnTo>
                    <a:pt x="6273150" y="963666"/>
                  </a:lnTo>
                  <a:lnTo>
                    <a:pt x="6307948" y="887491"/>
                  </a:lnTo>
                  <a:lnTo>
                    <a:pt x="6342451" y="814847"/>
                  </a:lnTo>
                  <a:lnTo>
                    <a:pt x="6376712" y="745932"/>
                  </a:lnTo>
                  <a:lnTo>
                    <a:pt x="6410814" y="680867"/>
                  </a:lnTo>
                  <a:lnTo>
                    <a:pt x="6444873" y="619701"/>
                  </a:lnTo>
                  <a:lnTo>
                    <a:pt x="6479042" y="562421"/>
                  </a:lnTo>
                  <a:lnTo>
                    <a:pt x="6513518" y="508952"/>
                  </a:lnTo>
                  <a:lnTo>
                    <a:pt x="6515891" y="505434"/>
                  </a:lnTo>
                  <a:lnTo>
                    <a:pt x="6562286" y="440959"/>
                  </a:lnTo>
                  <a:lnTo>
                    <a:pt x="6610255" y="382963"/>
                  </a:lnTo>
                  <a:lnTo>
                    <a:pt x="6660545" y="331111"/>
                  </a:lnTo>
                  <a:lnTo>
                    <a:pt x="6713992" y="284842"/>
                  </a:lnTo>
                  <a:lnTo>
                    <a:pt x="6771448" y="243523"/>
                  </a:lnTo>
                  <a:lnTo>
                    <a:pt x="6833707" y="206543"/>
                  </a:lnTo>
                  <a:lnTo>
                    <a:pt x="6901416" y="173366"/>
                  </a:lnTo>
                  <a:lnTo>
                    <a:pt x="6974952" y="143557"/>
                  </a:lnTo>
                  <a:lnTo>
                    <a:pt x="7054259" y="116799"/>
                  </a:lnTo>
                  <a:lnTo>
                    <a:pt x="7138660" y="92895"/>
                  </a:lnTo>
                  <a:lnTo>
                    <a:pt x="7226666" y="71764"/>
                  </a:lnTo>
                  <a:lnTo>
                    <a:pt x="7315847" y="53414"/>
                  </a:lnTo>
                  <a:lnTo>
                    <a:pt x="7402860" y="37909"/>
                  </a:lnTo>
                  <a:lnTo>
                    <a:pt x="7483727" y="25304"/>
                  </a:lnTo>
                  <a:lnTo>
                    <a:pt x="7554393" y="15584"/>
                  </a:lnTo>
                  <a:lnTo>
                    <a:pt x="7611490" y="8601"/>
                  </a:lnTo>
                  <a:lnTo>
                    <a:pt x="7653110" y="4047"/>
                  </a:lnTo>
                  <a:lnTo>
                    <a:pt x="7679318" y="1469"/>
                  </a:lnTo>
                  <a:lnTo>
                    <a:pt x="7692280" y="318"/>
                  </a:lnTo>
                  <a:lnTo>
                    <a:pt x="7696066" y="1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0" name="pl1570"/>
            <p:cNvSpPr/>
            <p:nvPr/>
          </p:nvSpPr>
          <p:spPr>
            <a:xfrm>
              <a:off x="546595" y="810347"/>
              <a:ext cx="8234974" cy="4203180"/>
            </a:xfrm>
            <a:custGeom>
              <a:avLst/>
              <a:pathLst>
                <a:path w="8234974" h="4203180">
                  <a:moveTo>
                    <a:pt x="8234974" y="0"/>
                  </a:moveTo>
                  <a:lnTo>
                    <a:pt x="7696237" y="0"/>
                  </a:lnTo>
                  <a:lnTo>
                    <a:pt x="7695086" y="89"/>
                  </a:lnTo>
                  <a:lnTo>
                    <a:pt x="7687554" y="724"/>
                  </a:lnTo>
                  <a:lnTo>
                    <a:pt x="7668694" y="2482"/>
                  </a:lnTo>
                  <a:lnTo>
                    <a:pt x="7635304" y="5935"/>
                  </a:lnTo>
                  <a:lnTo>
                    <a:pt x="7586206" y="11595"/>
                  </a:lnTo>
                  <a:lnTo>
                    <a:pt x="7522316" y="19850"/>
                  </a:lnTo>
                  <a:lnTo>
                    <a:pt x="7446321" y="30932"/>
                  </a:lnTo>
                  <a:lnTo>
                    <a:pt x="7362015" y="44919"/>
                  </a:lnTo>
                  <a:lnTo>
                    <a:pt x="7273505" y="61786"/>
                  </a:lnTo>
                  <a:lnTo>
                    <a:pt x="7184518" y="81463"/>
                  </a:lnTo>
                  <a:lnTo>
                    <a:pt x="7097982" y="103909"/>
                  </a:lnTo>
                  <a:lnTo>
                    <a:pt x="7015870" y="129152"/>
                  </a:lnTo>
                  <a:lnTo>
                    <a:pt x="6939264" y="157328"/>
                  </a:lnTo>
                  <a:lnTo>
                    <a:pt x="6868522" y="188691"/>
                  </a:lnTo>
                  <a:lnTo>
                    <a:pt x="6803470" y="223615"/>
                  </a:lnTo>
                  <a:lnTo>
                    <a:pt x="6743586" y="262585"/>
                  </a:lnTo>
                  <a:lnTo>
                    <a:pt x="6688141" y="306178"/>
                  </a:lnTo>
                  <a:lnTo>
                    <a:pt x="6636301" y="355023"/>
                  </a:lnTo>
                  <a:lnTo>
                    <a:pt x="6587214" y="409734"/>
                  </a:lnTo>
                  <a:lnTo>
                    <a:pt x="6540078" y="470791"/>
                  </a:lnTo>
                  <a:lnTo>
                    <a:pt x="6515891" y="505434"/>
                  </a:lnTo>
                  <a:lnTo>
                    <a:pt x="6481387" y="558646"/>
                  </a:lnTo>
                  <a:lnTo>
                    <a:pt x="6447203" y="615663"/>
                  </a:lnTo>
                  <a:lnTo>
                    <a:pt x="6413141" y="676562"/>
                  </a:lnTo>
                  <a:lnTo>
                    <a:pt x="6379047" y="741362"/>
                  </a:lnTo>
                  <a:lnTo>
                    <a:pt x="6344799" y="810017"/>
                  </a:lnTo>
                  <a:lnTo>
                    <a:pt x="6310315" y="882410"/>
                  </a:lnTo>
                  <a:lnTo>
                    <a:pt x="6275538" y="958352"/>
                  </a:lnTo>
                  <a:lnTo>
                    <a:pt x="6240444" y="1037573"/>
                  </a:lnTo>
                  <a:lnTo>
                    <a:pt x="6205033" y="1119731"/>
                  </a:lnTo>
                  <a:lnTo>
                    <a:pt x="6169326" y="1204409"/>
                  </a:lnTo>
                  <a:lnTo>
                    <a:pt x="6133368" y="1291128"/>
                  </a:lnTo>
                  <a:lnTo>
                    <a:pt x="6097218" y="1379352"/>
                  </a:lnTo>
                  <a:lnTo>
                    <a:pt x="6060945" y="1468506"/>
                  </a:lnTo>
                  <a:lnTo>
                    <a:pt x="6024629" y="1557986"/>
                  </a:lnTo>
                  <a:lnTo>
                    <a:pt x="5988351" y="1647182"/>
                  </a:lnTo>
                  <a:lnTo>
                    <a:pt x="5952190" y="1735488"/>
                  </a:lnTo>
                  <a:lnTo>
                    <a:pt x="5916216" y="1822328"/>
                  </a:lnTo>
                  <a:lnTo>
                    <a:pt x="5880491" y="1907161"/>
                  </a:lnTo>
                  <a:lnTo>
                    <a:pt x="5845058" y="1989505"/>
                  </a:lnTo>
                  <a:lnTo>
                    <a:pt x="5809942" y="2068939"/>
                  </a:lnTo>
                  <a:lnTo>
                    <a:pt x="5775145" y="2145114"/>
                  </a:lnTo>
                  <a:lnTo>
                    <a:pt x="5740642" y="2217757"/>
                  </a:lnTo>
                  <a:lnTo>
                    <a:pt x="5706381" y="2286672"/>
                  </a:lnTo>
                  <a:lnTo>
                    <a:pt x="5672279" y="2351738"/>
                  </a:lnTo>
                  <a:lnTo>
                    <a:pt x="5638220" y="2412903"/>
                  </a:lnTo>
                  <a:lnTo>
                    <a:pt x="5604050" y="2470183"/>
                  </a:lnTo>
                  <a:lnTo>
                    <a:pt x="5569575" y="2523652"/>
                  </a:lnTo>
                  <a:lnTo>
                    <a:pt x="5567201" y="2527171"/>
                  </a:lnTo>
                  <a:lnTo>
                    <a:pt x="5520806" y="2591645"/>
                  </a:lnTo>
                  <a:lnTo>
                    <a:pt x="5472838" y="2649642"/>
                  </a:lnTo>
                  <a:lnTo>
                    <a:pt x="5422547" y="2701493"/>
                  </a:lnTo>
                  <a:lnTo>
                    <a:pt x="5369100" y="2747762"/>
                  </a:lnTo>
                  <a:lnTo>
                    <a:pt x="5311645" y="2789081"/>
                  </a:lnTo>
                  <a:lnTo>
                    <a:pt x="5249386" y="2826061"/>
                  </a:lnTo>
                  <a:lnTo>
                    <a:pt x="5181677" y="2859239"/>
                  </a:lnTo>
                  <a:lnTo>
                    <a:pt x="5108141" y="2889048"/>
                  </a:lnTo>
                  <a:lnTo>
                    <a:pt x="5028834" y="2915806"/>
                  </a:lnTo>
                  <a:lnTo>
                    <a:pt x="4944432" y="2939709"/>
                  </a:lnTo>
                  <a:lnTo>
                    <a:pt x="4856426" y="2960841"/>
                  </a:lnTo>
                  <a:lnTo>
                    <a:pt x="4767245" y="2979190"/>
                  </a:lnTo>
                  <a:lnTo>
                    <a:pt x="4680232" y="2994696"/>
                  </a:lnTo>
                  <a:lnTo>
                    <a:pt x="4599365" y="3007300"/>
                  </a:lnTo>
                  <a:lnTo>
                    <a:pt x="4528700" y="3017020"/>
                  </a:lnTo>
                  <a:lnTo>
                    <a:pt x="4471602" y="3024003"/>
                  </a:lnTo>
                  <a:lnTo>
                    <a:pt x="4429982" y="3028557"/>
                  </a:lnTo>
                  <a:lnTo>
                    <a:pt x="4403775" y="3031135"/>
                  </a:lnTo>
                  <a:lnTo>
                    <a:pt x="4390812" y="3032287"/>
                  </a:lnTo>
                  <a:lnTo>
                    <a:pt x="4387026" y="3032592"/>
                  </a:lnTo>
                  <a:lnTo>
                    <a:pt x="4386855" y="3032605"/>
                  </a:lnTo>
                  <a:lnTo>
                    <a:pt x="3848118" y="3032605"/>
                  </a:lnTo>
                  <a:lnTo>
                    <a:pt x="3846841" y="3032643"/>
                  </a:lnTo>
                  <a:lnTo>
                    <a:pt x="3838505" y="3032916"/>
                  </a:lnTo>
                  <a:lnTo>
                    <a:pt x="3817709" y="3033672"/>
                  </a:lnTo>
                  <a:lnTo>
                    <a:pt x="3781086" y="3035154"/>
                  </a:lnTo>
                  <a:lnTo>
                    <a:pt x="3727626" y="3037577"/>
                  </a:lnTo>
                  <a:lnTo>
                    <a:pt x="3658695" y="3041097"/>
                  </a:lnTo>
                  <a:lnTo>
                    <a:pt x="3577587" y="3045799"/>
                  </a:lnTo>
                  <a:lnTo>
                    <a:pt x="3488672" y="3051705"/>
                  </a:lnTo>
                  <a:lnTo>
                    <a:pt x="3396459" y="3058797"/>
                  </a:lnTo>
                  <a:lnTo>
                    <a:pt x="3304854" y="3067045"/>
                  </a:lnTo>
                  <a:lnTo>
                    <a:pt x="3216753" y="3076439"/>
                  </a:lnTo>
                  <a:lnTo>
                    <a:pt x="3133961" y="3087010"/>
                  </a:lnTo>
                  <a:lnTo>
                    <a:pt x="3057323" y="3098836"/>
                  </a:lnTo>
                  <a:lnTo>
                    <a:pt x="2986947" y="3112048"/>
                  </a:lnTo>
                  <a:lnTo>
                    <a:pt x="2922430" y="3126832"/>
                  </a:lnTo>
                  <a:lnTo>
                    <a:pt x="2863055" y="3143417"/>
                  </a:lnTo>
                  <a:lnTo>
                    <a:pt x="2807936" y="3162066"/>
                  </a:lnTo>
                  <a:lnTo>
                    <a:pt x="2756126" y="3183050"/>
                  </a:lnTo>
                  <a:lnTo>
                    <a:pt x="2706702" y="3206602"/>
                  </a:lnTo>
                  <a:lnTo>
                    <a:pt x="2667772" y="3227701"/>
                  </a:lnTo>
                  <a:lnTo>
                    <a:pt x="2621335" y="3255738"/>
                  </a:lnTo>
                  <a:lnTo>
                    <a:pt x="2575352" y="3286466"/>
                  </a:lnTo>
                  <a:lnTo>
                    <a:pt x="2529391" y="3319929"/>
                  </a:lnTo>
                  <a:lnTo>
                    <a:pt x="2483149" y="3356091"/>
                  </a:lnTo>
                  <a:lnTo>
                    <a:pt x="2436434" y="3394827"/>
                  </a:lnTo>
                  <a:lnTo>
                    <a:pt x="2389152" y="3435914"/>
                  </a:lnTo>
                  <a:lnTo>
                    <a:pt x="2341297" y="3479034"/>
                  </a:lnTo>
                  <a:lnTo>
                    <a:pt x="2292940" y="3523778"/>
                  </a:lnTo>
                  <a:lnTo>
                    <a:pt x="2244208" y="3569659"/>
                  </a:lnTo>
                  <a:lnTo>
                    <a:pt x="2195275" y="3616135"/>
                  </a:lnTo>
                  <a:lnTo>
                    <a:pt x="2146334" y="3662632"/>
                  </a:lnTo>
                  <a:lnTo>
                    <a:pt x="2097581" y="3708578"/>
                  </a:lnTo>
                  <a:lnTo>
                    <a:pt x="2049190" y="3753425"/>
                  </a:lnTo>
                  <a:lnTo>
                    <a:pt x="2001294" y="3796683"/>
                  </a:lnTo>
                  <a:lnTo>
                    <a:pt x="1953968" y="3837936"/>
                  </a:lnTo>
                  <a:lnTo>
                    <a:pt x="1907213" y="3876859"/>
                  </a:lnTo>
                  <a:lnTo>
                    <a:pt x="1860940" y="3913221"/>
                  </a:lnTo>
                  <a:lnTo>
                    <a:pt x="1814967" y="3946889"/>
                  </a:lnTo>
                  <a:lnTo>
                    <a:pt x="1768999" y="3977823"/>
                  </a:lnTo>
                  <a:lnTo>
                    <a:pt x="1722615" y="4006060"/>
                  </a:lnTo>
                  <a:lnTo>
                    <a:pt x="1719082" y="4008084"/>
                  </a:lnTo>
                  <a:lnTo>
                    <a:pt x="1670993" y="4033820"/>
                  </a:lnTo>
                  <a:lnTo>
                    <a:pt x="1621186" y="4056875"/>
                  </a:lnTo>
                  <a:lnTo>
                    <a:pt x="1568826" y="4077399"/>
                  </a:lnTo>
                  <a:lnTo>
                    <a:pt x="1512978" y="4095639"/>
                  </a:lnTo>
                  <a:lnTo>
                    <a:pt x="1452700" y="4111866"/>
                  </a:lnTo>
                  <a:lnTo>
                    <a:pt x="1387127" y="4126337"/>
                  </a:lnTo>
                  <a:lnTo>
                    <a:pt x="1315591" y="4139276"/>
                  </a:lnTo>
                  <a:lnTo>
                    <a:pt x="1237767" y="4150857"/>
                  </a:lnTo>
                  <a:lnTo>
                    <a:pt x="1153885" y="4161202"/>
                  </a:lnTo>
                  <a:lnTo>
                    <a:pt x="1064954" y="4170380"/>
                  </a:lnTo>
                  <a:lnTo>
                    <a:pt x="972980" y="4178412"/>
                  </a:lnTo>
                  <a:lnTo>
                    <a:pt x="881064" y="4185283"/>
                  </a:lnTo>
                  <a:lnTo>
                    <a:pt x="793266" y="4190963"/>
                  </a:lnTo>
                  <a:lnTo>
                    <a:pt x="714135" y="4195439"/>
                  </a:lnTo>
                  <a:lnTo>
                    <a:pt x="647913" y="4198744"/>
                  </a:lnTo>
                  <a:lnTo>
                    <a:pt x="597586" y="4200976"/>
                  </a:lnTo>
                  <a:lnTo>
                    <a:pt x="564094" y="4202304"/>
                  </a:lnTo>
                  <a:lnTo>
                    <a:pt x="545967" y="4202949"/>
                  </a:lnTo>
                  <a:lnTo>
                    <a:pt x="539427" y="4203160"/>
                  </a:lnTo>
                  <a:lnTo>
                    <a:pt x="538736" y="4203180"/>
                  </a:lnTo>
                  <a:lnTo>
                    <a:pt x="0" y="42031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1" name="pg1571"/>
            <p:cNvSpPr/>
            <p:nvPr/>
          </p:nvSpPr>
          <p:spPr>
            <a:xfrm>
              <a:off x="546595" y="3984510"/>
              <a:ext cx="8234974" cy="1644249"/>
            </a:xfrm>
            <a:custGeom>
              <a:avLst/>
              <a:pathLst>
                <a:path w="8234974" h="1644249">
                  <a:moveTo>
                    <a:pt x="0" y="1039906"/>
                  </a:moveTo>
                  <a:lnTo>
                    <a:pt x="538736" y="1039906"/>
                  </a:lnTo>
                  <a:lnTo>
                    <a:pt x="540019" y="1039872"/>
                  </a:lnTo>
                  <a:lnTo>
                    <a:pt x="548390" y="1039629"/>
                  </a:lnTo>
                  <a:lnTo>
                    <a:pt x="569270" y="1038959"/>
                  </a:lnTo>
                  <a:lnTo>
                    <a:pt x="606032" y="1037643"/>
                  </a:lnTo>
                  <a:lnTo>
                    <a:pt x="659679" y="1035493"/>
                  </a:lnTo>
                  <a:lnTo>
                    <a:pt x="728823" y="1032369"/>
                  </a:lnTo>
                  <a:lnTo>
                    <a:pt x="810145" y="1028198"/>
                  </a:lnTo>
                  <a:lnTo>
                    <a:pt x="899250" y="1022959"/>
                  </a:lnTo>
                  <a:lnTo>
                    <a:pt x="991612" y="1016670"/>
                  </a:lnTo>
                  <a:lnTo>
                    <a:pt x="1083319" y="1009357"/>
                  </a:lnTo>
                  <a:lnTo>
                    <a:pt x="1171478" y="1001026"/>
                  </a:lnTo>
                  <a:lnTo>
                    <a:pt x="1254292" y="991653"/>
                  </a:lnTo>
                  <a:lnTo>
                    <a:pt x="1330926" y="981166"/>
                  </a:lnTo>
                  <a:lnTo>
                    <a:pt x="1401285" y="969447"/>
                  </a:lnTo>
                  <a:lnTo>
                    <a:pt x="1465779" y="956332"/>
                  </a:lnTo>
                  <a:lnTo>
                    <a:pt x="1525134" y="941615"/>
                  </a:lnTo>
                  <a:lnTo>
                    <a:pt x="1580242" y="925064"/>
                  </a:lnTo>
                  <a:lnTo>
                    <a:pt x="1632056" y="906437"/>
                  </a:lnTo>
                  <a:lnTo>
                    <a:pt x="1681499" y="885529"/>
                  </a:lnTo>
                  <a:lnTo>
                    <a:pt x="1719082" y="867495"/>
                  </a:lnTo>
                  <a:lnTo>
                    <a:pt x="1766599" y="842110"/>
                  </a:lnTo>
                  <a:lnTo>
                    <a:pt x="1813652" y="814233"/>
                  </a:lnTo>
                  <a:lnTo>
                    <a:pt x="1860699" y="783825"/>
                  </a:lnTo>
                  <a:lnTo>
                    <a:pt x="1908057" y="750923"/>
                  </a:lnTo>
                  <a:lnTo>
                    <a:pt x="1955924" y="715656"/>
                  </a:lnTo>
                  <a:lnTo>
                    <a:pt x="2004390" y="678242"/>
                  </a:lnTo>
                  <a:lnTo>
                    <a:pt x="2053449" y="638995"/>
                  </a:lnTo>
                  <a:lnTo>
                    <a:pt x="2103017" y="598316"/>
                  </a:lnTo>
                  <a:lnTo>
                    <a:pt x="2152945" y="556674"/>
                  </a:lnTo>
                  <a:lnTo>
                    <a:pt x="2203042" y="514592"/>
                  </a:lnTo>
                  <a:lnTo>
                    <a:pt x="2253099" y="472616"/>
                  </a:lnTo>
                  <a:lnTo>
                    <a:pt x="2302909" y="431284"/>
                  </a:lnTo>
                  <a:lnTo>
                    <a:pt x="2352296" y="391102"/>
                  </a:lnTo>
                  <a:lnTo>
                    <a:pt x="2401134" y="352516"/>
                  </a:lnTo>
                  <a:lnTo>
                    <a:pt x="2449365" y="315893"/>
                  </a:lnTo>
                  <a:lnTo>
                    <a:pt x="2497021" y="281513"/>
                  </a:lnTo>
                  <a:lnTo>
                    <a:pt x="2544230" y="249558"/>
                  </a:lnTo>
                  <a:lnTo>
                    <a:pt x="2591235" y="220121"/>
                  </a:lnTo>
                  <a:lnTo>
                    <a:pt x="2638403" y="193209"/>
                  </a:lnTo>
                  <a:lnTo>
                    <a:pt x="2667772" y="177854"/>
                  </a:lnTo>
                  <a:lnTo>
                    <a:pt x="2715933" y="155080"/>
                  </a:lnTo>
                  <a:lnTo>
                    <a:pt x="2765817" y="134681"/>
                  </a:lnTo>
                  <a:lnTo>
                    <a:pt x="2818265" y="116524"/>
                  </a:lnTo>
                  <a:lnTo>
                    <a:pt x="2874215" y="100391"/>
                  </a:lnTo>
                  <a:lnTo>
                    <a:pt x="2934614" y="86041"/>
                  </a:lnTo>
                  <a:lnTo>
                    <a:pt x="3000328" y="73245"/>
                  </a:lnTo>
                  <a:lnTo>
                    <a:pt x="3072028" y="61807"/>
                  </a:lnTo>
                  <a:lnTo>
                    <a:pt x="3150035" y="51570"/>
                  </a:lnTo>
                  <a:lnTo>
                    <a:pt x="3234110" y="42427"/>
                  </a:lnTo>
                  <a:lnTo>
                    <a:pt x="3323229" y="34319"/>
                  </a:lnTo>
                  <a:lnTo>
                    <a:pt x="3415362" y="27226"/>
                  </a:lnTo>
                  <a:lnTo>
                    <a:pt x="3507379" y="21163"/>
                  </a:lnTo>
                  <a:lnTo>
                    <a:pt x="3595188" y="16155"/>
                  </a:lnTo>
                  <a:lnTo>
                    <a:pt x="3674217" y="12215"/>
                  </a:lnTo>
                  <a:lnTo>
                    <a:pt x="3740223" y="9311"/>
                  </a:lnTo>
                  <a:lnTo>
                    <a:pt x="3790243" y="7356"/>
                  </a:lnTo>
                  <a:lnTo>
                    <a:pt x="3823386" y="6198"/>
                  </a:lnTo>
                  <a:lnTo>
                    <a:pt x="3841187" y="5639"/>
                  </a:lnTo>
                  <a:lnTo>
                    <a:pt x="3847495" y="546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9" y="5497"/>
                  </a:lnTo>
                  <a:lnTo>
                    <a:pt x="4396296" y="5872"/>
                  </a:lnTo>
                  <a:lnTo>
                    <a:pt x="4416734" y="6909"/>
                  </a:lnTo>
                  <a:lnTo>
                    <a:pt x="4452760" y="8945"/>
                  </a:lnTo>
                  <a:lnTo>
                    <a:pt x="4505420" y="12275"/>
                  </a:lnTo>
                  <a:lnTo>
                    <a:pt x="4573434" y="17117"/>
                  </a:lnTo>
                  <a:lnTo>
                    <a:pt x="4653621" y="23591"/>
                  </a:lnTo>
                  <a:lnTo>
                    <a:pt x="4741718" y="31729"/>
                  </a:lnTo>
                  <a:lnTo>
                    <a:pt x="4833284" y="41507"/>
                  </a:lnTo>
                  <a:lnTo>
                    <a:pt x="4924443" y="52887"/>
                  </a:lnTo>
                  <a:lnTo>
                    <a:pt x="5012288" y="65851"/>
                  </a:lnTo>
                  <a:lnTo>
                    <a:pt x="5094980" y="80436"/>
                  </a:lnTo>
                  <a:lnTo>
                    <a:pt x="5171628" y="96745"/>
                  </a:lnTo>
                  <a:lnTo>
                    <a:pt x="5242081" y="114953"/>
                  </a:lnTo>
                  <a:lnTo>
                    <a:pt x="5306696" y="135309"/>
                  </a:lnTo>
                  <a:lnTo>
                    <a:pt x="5366158" y="158122"/>
                  </a:lnTo>
                  <a:lnTo>
                    <a:pt x="5421325" y="183751"/>
                  </a:lnTo>
                  <a:lnTo>
                    <a:pt x="5473125" y="212569"/>
                  </a:lnTo>
                  <a:lnTo>
                    <a:pt x="5522469" y="244908"/>
                  </a:lnTo>
                  <a:lnTo>
                    <a:pt x="5567201" y="278578"/>
                  </a:lnTo>
                  <a:lnTo>
                    <a:pt x="5610011" y="314610"/>
                  </a:lnTo>
                  <a:lnTo>
                    <a:pt x="5652404" y="353833"/>
                  </a:lnTo>
                  <a:lnTo>
                    <a:pt x="5694729" y="396306"/>
                  </a:lnTo>
                  <a:lnTo>
                    <a:pt x="5737242" y="442007"/>
                  </a:lnTo>
                  <a:lnTo>
                    <a:pt x="5780116" y="490828"/>
                  </a:lnTo>
                  <a:lnTo>
                    <a:pt x="5823450" y="542563"/>
                  </a:lnTo>
                  <a:lnTo>
                    <a:pt x="5867278" y="596909"/>
                  </a:lnTo>
                  <a:lnTo>
                    <a:pt x="5911573" y="653465"/>
                  </a:lnTo>
                  <a:lnTo>
                    <a:pt x="5956260" y="711748"/>
                  </a:lnTo>
                  <a:lnTo>
                    <a:pt x="6001225" y="771199"/>
                  </a:lnTo>
                  <a:lnTo>
                    <a:pt x="6046328" y="831214"/>
                  </a:lnTo>
                  <a:lnTo>
                    <a:pt x="6091414" y="891162"/>
                  </a:lnTo>
                  <a:lnTo>
                    <a:pt x="6136331" y="950415"/>
                  </a:lnTo>
                  <a:lnTo>
                    <a:pt x="6180944" y="1008376"/>
                  </a:lnTo>
                  <a:lnTo>
                    <a:pt x="6225145" y="1064502"/>
                  </a:lnTo>
                  <a:lnTo>
                    <a:pt x="6268868" y="1118324"/>
                  </a:lnTo>
                  <a:lnTo>
                    <a:pt x="6312100" y="1169464"/>
                  </a:lnTo>
                  <a:lnTo>
                    <a:pt x="6354887" y="1217637"/>
                  </a:lnTo>
                  <a:lnTo>
                    <a:pt x="6397343" y="1262661"/>
                  </a:lnTo>
                  <a:lnTo>
                    <a:pt x="6439658" y="1304443"/>
                  </a:lnTo>
                  <a:lnTo>
                    <a:pt x="6482106" y="1342983"/>
                  </a:lnTo>
                  <a:lnTo>
                    <a:pt x="6515891" y="1371115"/>
                  </a:lnTo>
                  <a:lnTo>
                    <a:pt x="6563674" y="1406930"/>
                  </a:lnTo>
                  <a:lnTo>
                    <a:pt x="6613147" y="1439039"/>
                  </a:lnTo>
                  <a:lnTo>
                    <a:pt x="6665132" y="1467645"/>
                  </a:lnTo>
                  <a:lnTo>
                    <a:pt x="6720542" y="1493086"/>
                  </a:lnTo>
                  <a:lnTo>
                    <a:pt x="6780304" y="1515735"/>
                  </a:lnTo>
                  <a:lnTo>
                    <a:pt x="6845270" y="1535946"/>
                  </a:lnTo>
                  <a:lnTo>
                    <a:pt x="6916106" y="1554029"/>
                  </a:lnTo>
                  <a:lnTo>
                    <a:pt x="6993146" y="1570224"/>
                  </a:lnTo>
                  <a:lnTo>
                    <a:pt x="7076198" y="1584705"/>
                  </a:lnTo>
                  <a:lnTo>
                    <a:pt x="7164316" y="1597569"/>
                  </a:lnTo>
                  <a:lnTo>
                    <a:pt x="7255597" y="1608849"/>
                  </a:lnTo>
                  <a:lnTo>
                    <a:pt x="7347068" y="1618525"/>
                  </a:lnTo>
                  <a:lnTo>
                    <a:pt x="7434800" y="1626559"/>
                  </a:lnTo>
                  <a:lnTo>
                    <a:pt x="7514341" y="1632928"/>
                  </a:lnTo>
                  <a:lnTo>
                    <a:pt x="7581465" y="1637670"/>
                  </a:lnTo>
                  <a:lnTo>
                    <a:pt x="7633093" y="1640911"/>
                  </a:lnTo>
                  <a:lnTo>
                    <a:pt x="7668082" y="1642875"/>
                  </a:lnTo>
                  <a:lnTo>
                    <a:pt x="7687627" y="1643861"/>
                  </a:lnTo>
                  <a:lnTo>
                    <a:pt x="7695202" y="1644206"/>
                  </a:lnTo>
                  <a:lnTo>
                    <a:pt x="7696237" y="1644249"/>
                  </a:lnTo>
                  <a:lnTo>
                    <a:pt x="8234974" y="1644249"/>
                  </a:lnTo>
                  <a:lnTo>
                    <a:pt x="8234974" y="1638804"/>
                  </a:lnTo>
                  <a:lnTo>
                    <a:pt x="7696237" y="1638804"/>
                  </a:lnTo>
                  <a:lnTo>
                    <a:pt x="7694983" y="1638752"/>
                  </a:lnTo>
                  <a:lnTo>
                    <a:pt x="7686796" y="1638377"/>
                  </a:lnTo>
                  <a:lnTo>
                    <a:pt x="7666359" y="1637339"/>
                  </a:lnTo>
                  <a:lnTo>
                    <a:pt x="7630333" y="1635303"/>
                  </a:lnTo>
                  <a:lnTo>
                    <a:pt x="7577672" y="1631973"/>
                  </a:lnTo>
                  <a:lnTo>
                    <a:pt x="7509659" y="1627131"/>
                  </a:lnTo>
                  <a:lnTo>
                    <a:pt x="7429471" y="1620658"/>
                  </a:lnTo>
                  <a:lnTo>
                    <a:pt x="7341374" y="1612519"/>
                  </a:lnTo>
                  <a:lnTo>
                    <a:pt x="7249808" y="1602741"/>
                  </a:lnTo>
                  <a:lnTo>
                    <a:pt x="7158650" y="1591362"/>
                  </a:lnTo>
                  <a:lnTo>
                    <a:pt x="7070805" y="1578397"/>
                  </a:lnTo>
                  <a:lnTo>
                    <a:pt x="6988113" y="1563812"/>
                  </a:lnTo>
                  <a:lnTo>
                    <a:pt x="6911464" y="1547503"/>
                  </a:lnTo>
                  <a:lnTo>
                    <a:pt x="6841012" y="1529295"/>
                  </a:lnTo>
                  <a:lnTo>
                    <a:pt x="6776396" y="1508940"/>
                  </a:lnTo>
                  <a:lnTo>
                    <a:pt x="6716934" y="1486126"/>
                  </a:lnTo>
                  <a:lnTo>
                    <a:pt x="6661767" y="1460497"/>
                  </a:lnTo>
                  <a:lnTo>
                    <a:pt x="6609968" y="1431679"/>
                  </a:lnTo>
                  <a:lnTo>
                    <a:pt x="6560624" y="1399341"/>
                  </a:lnTo>
                  <a:lnTo>
                    <a:pt x="6515891" y="1365670"/>
                  </a:lnTo>
                  <a:lnTo>
                    <a:pt x="6473081" y="1329638"/>
                  </a:lnTo>
                  <a:lnTo>
                    <a:pt x="6430689" y="1290415"/>
                  </a:lnTo>
                  <a:lnTo>
                    <a:pt x="6388364" y="1247943"/>
                  </a:lnTo>
                  <a:lnTo>
                    <a:pt x="6345851" y="1202241"/>
                  </a:lnTo>
                  <a:lnTo>
                    <a:pt x="6302977" y="1153420"/>
                  </a:lnTo>
                  <a:lnTo>
                    <a:pt x="6259643" y="1101685"/>
                  </a:lnTo>
                  <a:lnTo>
                    <a:pt x="6215815" y="1047340"/>
                  </a:lnTo>
                  <a:lnTo>
                    <a:pt x="6171520" y="990783"/>
                  </a:lnTo>
                  <a:lnTo>
                    <a:pt x="6126833" y="932501"/>
                  </a:lnTo>
                  <a:lnTo>
                    <a:pt x="6081867" y="873049"/>
                  </a:lnTo>
                  <a:lnTo>
                    <a:pt x="6036765" y="813034"/>
                  </a:lnTo>
                  <a:lnTo>
                    <a:pt x="5991679" y="753086"/>
                  </a:lnTo>
                  <a:lnTo>
                    <a:pt x="5946761" y="693833"/>
                  </a:lnTo>
                  <a:lnTo>
                    <a:pt x="5902148" y="635872"/>
                  </a:lnTo>
                  <a:lnTo>
                    <a:pt x="5857948" y="579746"/>
                  </a:lnTo>
                  <a:lnTo>
                    <a:pt x="5814224" y="525924"/>
                  </a:lnTo>
                  <a:lnTo>
                    <a:pt x="5770992" y="474784"/>
                  </a:lnTo>
                  <a:lnTo>
                    <a:pt x="5728206" y="426611"/>
                  </a:lnTo>
                  <a:lnTo>
                    <a:pt x="5685750" y="381588"/>
                  </a:lnTo>
                  <a:lnTo>
                    <a:pt x="5643435" y="339805"/>
                  </a:lnTo>
                  <a:lnTo>
                    <a:pt x="5600987" y="301266"/>
                  </a:lnTo>
                  <a:lnTo>
                    <a:pt x="5567201" y="273134"/>
                  </a:lnTo>
                  <a:lnTo>
                    <a:pt x="5519418" y="237319"/>
                  </a:lnTo>
                  <a:lnTo>
                    <a:pt x="5469945" y="205210"/>
                  </a:lnTo>
                  <a:lnTo>
                    <a:pt x="5417961" y="176603"/>
                  </a:lnTo>
                  <a:lnTo>
                    <a:pt x="5362551" y="151162"/>
                  </a:lnTo>
                  <a:lnTo>
                    <a:pt x="5302789" y="128514"/>
                  </a:lnTo>
                  <a:lnTo>
                    <a:pt x="5237823" y="108302"/>
                  </a:lnTo>
                  <a:lnTo>
                    <a:pt x="5166987" y="90220"/>
                  </a:lnTo>
                  <a:lnTo>
                    <a:pt x="5089947" y="74024"/>
                  </a:lnTo>
                  <a:lnTo>
                    <a:pt x="5006895" y="59543"/>
                  </a:lnTo>
                  <a:lnTo>
                    <a:pt x="4918776" y="46679"/>
                  </a:lnTo>
                  <a:lnTo>
                    <a:pt x="4827495" y="35400"/>
                  </a:lnTo>
                  <a:lnTo>
                    <a:pt x="4736024" y="25723"/>
                  </a:lnTo>
                  <a:lnTo>
                    <a:pt x="4648292" y="17689"/>
                  </a:lnTo>
                  <a:lnTo>
                    <a:pt x="4568752" y="11320"/>
                  </a:lnTo>
                  <a:lnTo>
                    <a:pt x="4501628" y="6578"/>
                  </a:lnTo>
                  <a:lnTo>
                    <a:pt x="4450000" y="3337"/>
                  </a:lnTo>
                  <a:lnTo>
                    <a:pt x="4415011" y="1373"/>
                  </a:lnTo>
                  <a:lnTo>
                    <a:pt x="4395466" y="388"/>
                  </a:lnTo>
                  <a:lnTo>
                    <a:pt x="4387891" y="4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3"/>
                  </a:lnTo>
                  <a:lnTo>
                    <a:pt x="3838464" y="276"/>
                  </a:lnTo>
                  <a:lnTo>
                    <a:pt x="3817584" y="946"/>
                  </a:lnTo>
                  <a:lnTo>
                    <a:pt x="3780823" y="2262"/>
                  </a:lnTo>
                  <a:lnTo>
                    <a:pt x="3727175" y="4412"/>
                  </a:lnTo>
                  <a:lnTo>
                    <a:pt x="3658031" y="7536"/>
                  </a:lnTo>
                  <a:lnTo>
                    <a:pt x="3576709" y="11707"/>
                  </a:lnTo>
                  <a:lnTo>
                    <a:pt x="3487604" y="16946"/>
                  </a:lnTo>
                  <a:lnTo>
                    <a:pt x="3395243" y="23235"/>
                  </a:lnTo>
                  <a:lnTo>
                    <a:pt x="3303536" y="30548"/>
                  </a:lnTo>
                  <a:lnTo>
                    <a:pt x="3215377" y="38879"/>
                  </a:lnTo>
                  <a:lnTo>
                    <a:pt x="3132563" y="48252"/>
                  </a:lnTo>
                  <a:lnTo>
                    <a:pt x="3055928" y="58739"/>
                  </a:lnTo>
                  <a:lnTo>
                    <a:pt x="2985570" y="70458"/>
                  </a:lnTo>
                  <a:lnTo>
                    <a:pt x="2921076" y="83573"/>
                  </a:lnTo>
                  <a:lnTo>
                    <a:pt x="2861721" y="98290"/>
                  </a:lnTo>
                  <a:lnTo>
                    <a:pt x="2806613" y="114842"/>
                  </a:lnTo>
                  <a:lnTo>
                    <a:pt x="2754799" y="133468"/>
                  </a:lnTo>
                  <a:lnTo>
                    <a:pt x="2705356" y="154376"/>
                  </a:lnTo>
                  <a:lnTo>
                    <a:pt x="2667772" y="172410"/>
                  </a:lnTo>
                  <a:lnTo>
                    <a:pt x="2620256" y="197795"/>
                  </a:lnTo>
                  <a:lnTo>
                    <a:pt x="2573202" y="225672"/>
                  </a:lnTo>
                  <a:lnTo>
                    <a:pt x="2526156" y="256081"/>
                  </a:lnTo>
                  <a:lnTo>
                    <a:pt x="2478797" y="288982"/>
                  </a:lnTo>
                  <a:lnTo>
                    <a:pt x="2430930" y="324249"/>
                  </a:lnTo>
                  <a:lnTo>
                    <a:pt x="2382465" y="361663"/>
                  </a:lnTo>
                  <a:lnTo>
                    <a:pt x="2333406" y="400910"/>
                  </a:lnTo>
                  <a:lnTo>
                    <a:pt x="2283838" y="441589"/>
                  </a:lnTo>
                  <a:lnTo>
                    <a:pt x="2233910" y="483231"/>
                  </a:lnTo>
                  <a:lnTo>
                    <a:pt x="2183812" y="525313"/>
                  </a:lnTo>
                  <a:lnTo>
                    <a:pt x="2133756" y="567289"/>
                  </a:lnTo>
                  <a:lnTo>
                    <a:pt x="2083945" y="608621"/>
                  </a:lnTo>
                  <a:lnTo>
                    <a:pt x="2034558" y="648803"/>
                  </a:lnTo>
                  <a:lnTo>
                    <a:pt x="1985721" y="687389"/>
                  </a:lnTo>
                  <a:lnTo>
                    <a:pt x="1937489" y="724012"/>
                  </a:lnTo>
                  <a:lnTo>
                    <a:pt x="1889833" y="758392"/>
                  </a:lnTo>
                  <a:lnTo>
                    <a:pt x="1842624" y="790347"/>
                  </a:lnTo>
                  <a:lnTo>
                    <a:pt x="1795620" y="819784"/>
                  </a:lnTo>
                  <a:lnTo>
                    <a:pt x="1748451" y="846696"/>
                  </a:lnTo>
                  <a:lnTo>
                    <a:pt x="1719082" y="862051"/>
                  </a:lnTo>
                  <a:lnTo>
                    <a:pt x="1670921" y="884825"/>
                  </a:lnTo>
                  <a:lnTo>
                    <a:pt x="1621038" y="905224"/>
                  </a:lnTo>
                  <a:lnTo>
                    <a:pt x="1568589" y="923381"/>
                  </a:lnTo>
                  <a:lnTo>
                    <a:pt x="1512639" y="939514"/>
                  </a:lnTo>
                  <a:lnTo>
                    <a:pt x="1452241" y="953864"/>
                  </a:lnTo>
                  <a:lnTo>
                    <a:pt x="1386527" y="966660"/>
                  </a:lnTo>
                  <a:lnTo>
                    <a:pt x="1314826" y="978099"/>
                  </a:lnTo>
                  <a:lnTo>
                    <a:pt x="1236820" y="988335"/>
                  </a:lnTo>
                  <a:lnTo>
                    <a:pt x="1152745" y="997478"/>
                  </a:lnTo>
                  <a:lnTo>
                    <a:pt x="1063626" y="1005586"/>
                  </a:lnTo>
                  <a:lnTo>
                    <a:pt x="971492" y="1012679"/>
                  </a:lnTo>
                  <a:lnTo>
                    <a:pt x="879476" y="1018742"/>
                  </a:lnTo>
                  <a:lnTo>
                    <a:pt x="791667" y="1023750"/>
                  </a:lnTo>
                  <a:lnTo>
                    <a:pt x="712638" y="1027691"/>
                  </a:lnTo>
                  <a:lnTo>
                    <a:pt x="646632" y="1030594"/>
                  </a:lnTo>
                  <a:lnTo>
                    <a:pt x="596611" y="1032549"/>
                  </a:lnTo>
                  <a:lnTo>
                    <a:pt x="563469" y="1033707"/>
                  </a:lnTo>
                  <a:lnTo>
                    <a:pt x="545668" y="1034266"/>
                  </a:lnTo>
                  <a:lnTo>
                    <a:pt x="539360" y="1034445"/>
                  </a:lnTo>
                  <a:lnTo>
                    <a:pt x="538736" y="1034461"/>
                  </a:lnTo>
                  <a:lnTo>
                    <a:pt x="0" y="103446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72" name="pl1572"/>
            <p:cNvSpPr/>
            <p:nvPr/>
          </p:nvSpPr>
          <p:spPr>
            <a:xfrm>
              <a:off x="546595" y="3989955"/>
              <a:ext cx="8234974" cy="1638804"/>
            </a:xfrm>
            <a:custGeom>
              <a:avLst/>
              <a:pathLst>
                <a:path w="8234974" h="1638804">
                  <a:moveTo>
                    <a:pt x="0" y="1034461"/>
                  </a:moveTo>
                  <a:lnTo>
                    <a:pt x="538736" y="1034461"/>
                  </a:lnTo>
                  <a:lnTo>
                    <a:pt x="540019" y="1034427"/>
                  </a:lnTo>
                  <a:lnTo>
                    <a:pt x="548390" y="1034185"/>
                  </a:lnTo>
                  <a:lnTo>
                    <a:pt x="569270" y="1033514"/>
                  </a:lnTo>
                  <a:lnTo>
                    <a:pt x="606032" y="1032199"/>
                  </a:lnTo>
                  <a:lnTo>
                    <a:pt x="659679" y="1030048"/>
                  </a:lnTo>
                  <a:lnTo>
                    <a:pt x="728823" y="1026925"/>
                  </a:lnTo>
                  <a:lnTo>
                    <a:pt x="810145" y="1022753"/>
                  </a:lnTo>
                  <a:lnTo>
                    <a:pt x="899250" y="1017514"/>
                  </a:lnTo>
                  <a:lnTo>
                    <a:pt x="991612" y="1011226"/>
                  </a:lnTo>
                  <a:lnTo>
                    <a:pt x="1083319" y="1003912"/>
                  </a:lnTo>
                  <a:lnTo>
                    <a:pt x="1171478" y="995582"/>
                  </a:lnTo>
                  <a:lnTo>
                    <a:pt x="1254292" y="986209"/>
                  </a:lnTo>
                  <a:lnTo>
                    <a:pt x="1330926" y="975722"/>
                  </a:lnTo>
                  <a:lnTo>
                    <a:pt x="1401285" y="964003"/>
                  </a:lnTo>
                  <a:lnTo>
                    <a:pt x="1465779" y="950888"/>
                  </a:lnTo>
                  <a:lnTo>
                    <a:pt x="1525134" y="936171"/>
                  </a:lnTo>
                  <a:lnTo>
                    <a:pt x="1580242" y="919619"/>
                  </a:lnTo>
                  <a:lnTo>
                    <a:pt x="1632056" y="900992"/>
                  </a:lnTo>
                  <a:lnTo>
                    <a:pt x="1681499" y="880084"/>
                  </a:lnTo>
                  <a:lnTo>
                    <a:pt x="1719082" y="862051"/>
                  </a:lnTo>
                  <a:lnTo>
                    <a:pt x="1766599" y="836665"/>
                  </a:lnTo>
                  <a:lnTo>
                    <a:pt x="1813652" y="808788"/>
                  </a:lnTo>
                  <a:lnTo>
                    <a:pt x="1860699" y="778380"/>
                  </a:lnTo>
                  <a:lnTo>
                    <a:pt x="1908057" y="745479"/>
                  </a:lnTo>
                  <a:lnTo>
                    <a:pt x="1955924" y="710211"/>
                  </a:lnTo>
                  <a:lnTo>
                    <a:pt x="2004390" y="672798"/>
                  </a:lnTo>
                  <a:lnTo>
                    <a:pt x="2053449" y="633551"/>
                  </a:lnTo>
                  <a:lnTo>
                    <a:pt x="2103017" y="592871"/>
                  </a:lnTo>
                  <a:lnTo>
                    <a:pt x="2152945" y="551230"/>
                  </a:lnTo>
                  <a:lnTo>
                    <a:pt x="2203042" y="509148"/>
                  </a:lnTo>
                  <a:lnTo>
                    <a:pt x="2253099" y="467171"/>
                  </a:lnTo>
                  <a:lnTo>
                    <a:pt x="2302909" y="425839"/>
                  </a:lnTo>
                  <a:lnTo>
                    <a:pt x="2352296" y="385657"/>
                  </a:lnTo>
                  <a:lnTo>
                    <a:pt x="2401134" y="347071"/>
                  </a:lnTo>
                  <a:lnTo>
                    <a:pt x="2449365" y="310449"/>
                  </a:lnTo>
                  <a:lnTo>
                    <a:pt x="2497021" y="276068"/>
                  </a:lnTo>
                  <a:lnTo>
                    <a:pt x="2544230" y="244114"/>
                  </a:lnTo>
                  <a:lnTo>
                    <a:pt x="2591235" y="214677"/>
                  </a:lnTo>
                  <a:lnTo>
                    <a:pt x="2638403" y="187764"/>
                  </a:lnTo>
                  <a:lnTo>
                    <a:pt x="2667772" y="172410"/>
                  </a:lnTo>
                  <a:lnTo>
                    <a:pt x="2715933" y="149635"/>
                  </a:lnTo>
                  <a:lnTo>
                    <a:pt x="2765817" y="129236"/>
                  </a:lnTo>
                  <a:lnTo>
                    <a:pt x="2818265" y="111079"/>
                  </a:lnTo>
                  <a:lnTo>
                    <a:pt x="2874215" y="94947"/>
                  </a:lnTo>
                  <a:lnTo>
                    <a:pt x="2934614" y="80597"/>
                  </a:lnTo>
                  <a:lnTo>
                    <a:pt x="3000328" y="67801"/>
                  </a:lnTo>
                  <a:lnTo>
                    <a:pt x="3072028" y="56362"/>
                  </a:lnTo>
                  <a:lnTo>
                    <a:pt x="3150035" y="46125"/>
                  </a:lnTo>
                  <a:lnTo>
                    <a:pt x="3234110" y="36983"/>
                  </a:lnTo>
                  <a:lnTo>
                    <a:pt x="3323229" y="28874"/>
                  </a:lnTo>
                  <a:lnTo>
                    <a:pt x="3415362" y="21781"/>
                  </a:lnTo>
                  <a:lnTo>
                    <a:pt x="3507379" y="15718"/>
                  </a:lnTo>
                  <a:lnTo>
                    <a:pt x="3595188" y="10711"/>
                  </a:lnTo>
                  <a:lnTo>
                    <a:pt x="3674217" y="6770"/>
                  </a:lnTo>
                  <a:lnTo>
                    <a:pt x="3740223" y="3866"/>
                  </a:lnTo>
                  <a:lnTo>
                    <a:pt x="3790243" y="1911"/>
                  </a:lnTo>
                  <a:lnTo>
                    <a:pt x="3823386" y="753"/>
                  </a:lnTo>
                  <a:lnTo>
                    <a:pt x="3841187" y="195"/>
                  </a:lnTo>
                  <a:lnTo>
                    <a:pt x="3847495" y="1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9" y="52"/>
                  </a:lnTo>
                  <a:lnTo>
                    <a:pt x="4396296" y="427"/>
                  </a:lnTo>
                  <a:lnTo>
                    <a:pt x="4416734" y="1465"/>
                  </a:lnTo>
                  <a:lnTo>
                    <a:pt x="4452760" y="3501"/>
                  </a:lnTo>
                  <a:lnTo>
                    <a:pt x="4505420" y="6831"/>
                  </a:lnTo>
                  <a:lnTo>
                    <a:pt x="4573434" y="11673"/>
                  </a:lnTo>
                  <a:lnTo>
                    <a:pt x="4653621" y="18146"/>
                  </a:lnTo>
                  <a:lnTo>
                    <a:pt x="4741718" y="26284"/>
                  </a:lnTo>
                  <a:lnTo>
                    <a:pt x="4833284" y="36063"/>
                  </a:lnTo>
                  <a:lnTo>
                    <a:pt x="4924443" y="47442"/>
                  </a:lnTo>
                  <a:lnTo>
                    <a:pt x="5012288" y="60407"/>
                  </a:lnTo>
                  <a:lnTo>
                    <a:pt x="5094980" y="74992"/>
                  </a:lnTo>
                  <a:lnTo>
                    <a:pt x="5171628" y="91300"/>
                  </a:lnTo>
                  <a:lnTo>
                    <a:pt x="5242081" y="109509"/>
                  </a:lnTo>
                  <a:lnTo>
                    <a:pt x="5306696" y="129864"/>
                  </a:lnTo>
                  <a:lnTo>
                    <a:pt x="5366158" y="152678"/>
                  </a:lnTo>
                  <a:lnTo>
                    <a:pt x="5421325" y="178307"/>
                  </a:lnTo>
                  <a:lnTo>
                    <a:pt x="5473125" y="207125"/>
                  </a:lnTo>
                  <a:lnTo>
                    <a:pt x="5522469" y="239463"/>
                  </a:lnTo>
                  <a:lnTo>
                    <a:pt x="5567201" y="273134"/>
                  </a:lnTo>
                  <a:lnTo>
                    <a:pt x="5610011" y="309166"/>
                  </a:lnTo>
                  <a:lnTo>
                    <a:pt x="5652404" y="348389"/>
                  </a:lnTo>
                  <a:lnTo>
                    <a:pt x="5694729" y="390861"/>
                  </a:lnTo>
                  <a:lnTo>
                    <a:pt x="5737242" y="436563"/>
                  </a:lnTo>
                  <a:lnTo>
                    <a:pt x="5780116" y="485384"/>
                  </a:lnTo>
                  <a:lnTo>
                    <a:pt x="5823450" y="537119"/>
                  </a:lnTo>
                  <a:lnTo>
                    <a:pt x="5867278" y="591464"/>
                  </a:lnTo>
                  <a:lnTo>
                    <a:pt x="5911573" y="648021"/>
                  </a:lnTo>
                  <a:lnTo>
                    <a:pt x="5956260" y="706303"/>
                  </a:lnTo>
                  <a:lnTo>
                    <a:pt x="6001225" y="765755"/>
                  </a:lnTo>
                  <a:lnTo>
                    <a:pt x="6046328" y="825770"/>
                  </a:lnTo>
                  <a:lnTo>
                    <a:pt x="6091414" y="885718"/>
                  </a:lnTo>
                  <a:lnTo>
                    <a:pt x="6136331" y="944971"/>
                  </a:lnTo>
                  <a:lnTo>
                    <a:pt x="6180944" y="1002932"/>
                  </a:lnTo>
                  <a:lnTo>
                    <a:pt x="6225145" y="1059058"/>
                  </a:lnTo>
                  <a:lnTo>
                    <a:pt x="6268868" y="1112880"/>
                  </a:lnTo>
                  <a:lnTo>
                    <a:pt x="6312100" y="1164019"/>
                  </a:lnTo>
                  <a:lnTo>
                    <a:pt x="6354887" y="1212193"/>
                  </a:lnTo>
                  <a:lnTo>
                    <a:pt x="6397343" y="1257216"/>
                  </a:lnTo>
                  <a:lnTo>
                    <a:pt x="6439658" y="1298999"/>
                  </a:lnTo>
                  <a:lnTo>
                    <a:pt x="6482106" y="1337538"/>
                  </a:lnTo>
                  <a:lnTo>
                    <a:pt x="6515891" y="1365670"/>
                  </a:lnTo>
                  <a:lnTo>
                    <a:pt x="6563674" y="1401485"/>
                  </a:lnTo>
                  <a:lnTo>
                    <a:pt x="6613147" y="1433594"/>
                  </a:lnTo>
                  <a:lnTo>
                    <a:pt x="6665132" y="1462201"/>
                  </a:lnTo>
                  <a:lnTo>
                    <a:pt x="6720542" y="1487642"/>
                  </a:lnTo>
                  <a:lnTo>
                    <a:pt x="6780304" y="1510290"/>
                  </a:lnTo>
                  <a:lnTo>
                    <a:pt x="6845270" y="1530502"/>
                  </a:lnTo>
                  <a:lnTo>
                    <a:pt x="6916106" y="1548584"/>
                  </a:lnTo>
                  <a:lnTo>
                    <a:pt x="6993146" y="1564780"/>
                  </a:lnTo>
                  <a:lnTo>
                    <a:pt x="7076198" y="1579261"/>
                  </a:lnTo>
                  <a:lnTo>
                    <a:pt x="7164316" y="1592125"/>
                  </a:lnTo>
                  <a:lnTo>
                    <a:pt x="7255597" y="1603404"/>
                  </a:lnTo>
                  <a:lnTo>
                    <a:pt x="7347068" y="1613081"/>
                  </a:lnTo>
                  <a:lnTo>
                    <a:pt x="7434800" y="1621114"/>
                  </a:lnTo>
                  <a:lnTo>
                    <a:pt x="7514341" y="1627483"/>
                  </a:lnTo>
                  <a:lnTo>
                    <a:pt x="7581465" y="1632225"/>
                  </a:lnTo>
                  <a:lnTo>
                    <a:pt x="7633093" y="1635467"/>
                  </a:lnTo>
                  <a:lnTo>
                    <a:pt x="7668082" y="1637431"/>
                  </a:lnTo>
                  <a:lnTo>
                    <a:pt x="7687627" y="1638416"/>
                  </a:lnTo>
                  <a:lnTo>
                    <a:pt x="7695202" y="1638761"/>
                  </a:lnTo>
                  <a:lnTo>
                    <a:pt x="7696237" y="1638804"/>
                  </a:lnTo>
                  <a:lnTo>
                    <a:pt x="8234974" y="16388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3" name="pl1573"/>
            <p:cNvSpPr/>
            <p:nvPr/>
          </p:nvSpPr>
          <p:spPr>
            <a:xfrm>
              <a:off x="546595" y="3984510"/>
              <a:ext cx="8234974" cy="1638804"/>
            </a:xfrm>
            <a:custGeom>
              <a:avLst/>
              <a:pathLst>
                <a:path w="8234974" h="1638804">
                  <a:moveTo>
                    <a:pt x="8234974" y="1638804"/>
                  </a:moveTo>
                  <a:lnTo>
                    <a:pt x="7696237" y="1638804"/>
                  </a:lnTo>
                  <a:lnTo>
                    <a:pt x="7694983" y="1638752"/>
                  </a:lnTo>
                  <a:lnTo>
                    <a:pt x="7686796" y="1638377"/>
                  </a:lnTo>
                  <a:lnTo>
                    <a:pt x="7666359" y="1637339"/>
                  </a:lnTo>
                  <a:lnTo>
                    <a:pt x="7630333" y="1635303"/>
                  </a:lnTo>
                  <a:lnTo>
                    <a:pt x="7577672" y="1631973"/>
                  </a:lnTo>
                  <a:lnTo>
                    <a:pt x="7509659" y="1627131"/>
                  </a:lnTo>
                  <a:lnTo>
                    <a:pt x="7429471" y="1620658"/>
                  </a:lnTo>
                  <a:lnTo>
                    <a:pt x="7341374" y="1612519"/>
                  </a:lnTo>
                  <a:lnTo>
                    <a:pt x="7249808" y="1602741"/>
                  </a:lnTo>
                  <a:lnTo>
                    <a:pt x="7158650" y="1591362"/>
                  </a:lnTo>
                  <a:lnTo>
                    <a:pt x="7070805" y="1578397"/>
                  </a:lnTo>
                  <a:lnTo>
                    <a:pt x="6988113" y="1563812"/>
                  </a:lnTo>
                  <a:lnTo>
                    <a:pt x="6911464" y="1547503"/>
                  </a:lnTo>
                  <a:lnTo>
                    <a:pt x="6841012" y="1529295"/>
                  </a:lnTo>
                  <a:lnTo>
                    <a:pt x="6776396" y="1508940"/>
                  </a:lnTo>
                  <a:lnTo>
                    <a:pt x="6716934" y="1486126"/>
                  </a:lnTo>
                  <a:lnTo>
                    <a:pt x="6661767" y="1460497"/>
                  </a:lnTo>
                  <a:lnTo>
                    <a:pt x="6609968" y="1431679"/>
                  </a:lnTo>
                  <a:lnTo>
                    <a:pt x="6560624" y="1399341"/>
                  </a:lnTo>
                  <a:lnTo>
                    <a:pt x="6515891" y="1365670"/>
                  </a:lnTo>
                  <a:lnTo>
                    <a:pt x="6473081" y="1329638"/>
                  </a:lnTo>
                  <a:lnTo>
                    <a:pt x="6430689" y="1290415"/>
                  </a:lnTo>
                  <a:lnTo>
                    <a:pt x="6388364" y="1247943"/>
                  </a:lnTo>
                  <a:lnTo>
                    <a:pt x="6345851" y="1202241"/>
                  </a:lnTo>
                  <a:lnTo>
                    <a:pt x="6302977" y="1153420"/>
                  </a:lnTo>
                  <a:lnTo>
                    <a:pt x="6259643" y="1101685"/>
                  </a:lnTo>
                  <a:lnTo>
                    <a:pt x="6215815" y="1047340"/>
                  </a:lnTo>
                  <a:lnTo>
                    <a:pt x="6171520" y="990783"/>
                  </a:lnTo>
                  <a:lnTo>
                    <a:pt x="6126833" y="932501"/>
                  </a:lnTo>
                  <a:lnTo>
                    <a:pt x="6081867" y="873049"/>
                  </a:lnTo>
                  <a:lnTo>
                    <a:pt x="6036765" y="813034"/>
                  </a:lnTo>
                  <a:lnTo>
                    <a:pt x="5991679" y="753086"/>
                  </a:lnTo>
                  <a:lnTo>
                    <a:pt x="5946761" y="693833"/>
                  </a:lnTo>
                  <a:lnTo>
                    <a:pt x="5902148" y="635872"/>
                  </a:lnTo>
                  <a:lnTo>
                    <a:pt x="5857948" y="579746"/>
                  </a:lnTo>
                  <a:lnTo>
                    <a:pt x="5814224" y="525924"/>
                  </a:lnTo>
                  <a:lnTo>
                    <a:pt x="5770992" y="474784"/>
                  </a:lnTo>
                  <a:lnTo>
                    <a:pt x="5728206" y="426611"/>
                  </a:lnTo>
                  <a:lnTo>
                    <a:pt x="5685750" y="381588"/>
                  </a:lnTo>
                  <a:lnTo>
                    <a:pt x="5643435" y="339805"/>
                  </a:lnTo>
                  <a:lnTo>
                    <a:pt x="5600987" y="301266"/>
                  </a:lnTo>
                  <a:lnTo>
                    <a:pt x="5567201" y="273134"/>
                  </a:lnTo>
                  <a:lnTo>
                    <a:pt x="5519418" y="237319"/>
                  </a:lnTo>
                  <a:lnTo>
                    <a:pt x="5469945" y="205210"/>
                  </a:lnTo>
                  <a:lnTo>
                    <a:pt x="5417961" y="176603"/>
                  </a:lnTo>
                  <a:lnTo>
                    <a:pt x="5362551" y="151162"/>
                  </a:lnTo>
                  <a:lnTo>
                    <a:pt x="5302789" y="128514"/>
                  </a:lnTo>
                  <a:lnTo>
                    <a:pt x="5237823" y="108302"/>
                  </a:lnTo>
                  <a:lnTo>
                    <a:pt x="5166987" y="90220"/>
                  </a:lnTo>
                  <a:lnTo>
                    <a:pt x="5089947" y="74024"/>
                  </a:lnTo>
                  <a:lnTo>
                    <a:pt x="5006895" y="59543"/>
                  </a:lnTo>
                  <a:lnTo>
                    <a:pt x="4918776" y="46679"/>
                  </a:lnTo>
                  <a:lnTo>
                    <a:pt x="4827495" y="35400"/>
                  </a:lnTo>
                  <a:lnTo>
                    <a:pt x="4736024" y="25723"/>
                  </a:lnTo>
                  <a:lnTo>
                    <a:pt x="4648292" y="17689"/>
                  </a:lnTo>
                  <a:lnTo>
                    <a:pt x="4568752" y="11320"/>
                  </a:lnTo>
                  <a:lnTo>
                    <a:pt x="4501628" y="6578"/>
                  </a:lnTo>
                  <a:lnTo>
                    <a:pt x="4450000" y="3337"/>
                  </a:lnTo>
                  <a:lnTo>
                    <a:pt x="4415011" y="1373"/>
                  </a:lnTo>
                  <a:lnTo>
                    <a:pt x="4395466" y="388"/>
                  </a:lnTo>
                  <a:lnTo>
                    <a:pt x="4387891" y="4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3"/>
                  </a:lnTo>
                  <a:lnTo>
                    <a:pt x="3838464" y="276"/>
                  </a:lnTo>
                  <a:lnTo>
                    <a:pt x="3817584" y="946"/>
                  </a:lnTo>
                  <a:lnTo>
                    <a:pt x="3780823" y="2262"/>
                  </a:lnTo>
                  <a:lnTo>
                    <a:pt x="3727175" y="4412"/>
                  </a:lnTo>
                  <a:lnTo>
                    <a:pt x="3658031" y="7536"/>
                  </a:lnTo>
                  <a:lnTo>
                    <a:pt x="3576709" y="11707"/>
                  </a:lnTo>
                  <a:lnTo>
                    <a:pt x="3487604" y="16946"/>
                  </a:lnTo>
                  <a:lnTo>
                    <a:pt x="3395243" y="23235"/>
                  </a:lnTo>
                  <a:lnTo>
                    <a:pt x="3303536" y="30548"/>
                  </a:lnTo>
                  <a:lnTo>
                    <a:pt x="3215377" y="38879"/>
                  </a:lnTo>
                  <a:lnTo>
                    <a:pt x="3132563" y="48252"/>
                  </a:lnTo>
                  <a:lnTo>
                    <a:pt x="3055928" y="58739"/>
                  </a:lnTo>
                  <a:lnTo>
                    <a:pt x="2985570" y="70458"/>
                  </a:lnTo>
                  <a:lnTo>
                    <a:pt x="2921076" y="83573"/>
                  </a:lnTo>
                  <a:lnTo>
                    <a:pt x="2861721" y="98290"/>
                  </a:lnTo>
                  <a:lnTo>
                    <a:pt x="2806613" y="114842"/>
                  </a:lnTo>
                  <a:lnTo>
                    <a:pt x="2754799" y="133468"/>
                  </a:lnTo>
                  <a:lnTo>
                    <a:pt x="2705356" y="154376"/>
                  </a:lnTo>
                  <a:lnTo>
                    <a:pt x="2667772" y="172410"/>
                  </a:lnTo>
                  <a:lnTo>
                    <a:pt x="2620256" y="197795"/>
                  </a:lnTo>
                  <a:lnTo>
                    <a:pt x="2573202" y="225672"/>
                  </a:lnTo>
                  <a:lnTo>
                    <a:pt x="2526156" y="256081"/>
                  </a:lnTo>
                  <a:lnTo>
                    <a:pt x="2478797" y="288982"/>
                  </a:lnTo>
                  <a:lnTo>
                    <a:pt x="2430930" y="324249"/>
                  </a:lnTo>
                  <a:lnTo>
                    <a:pt x="2382465" y="361663"/>
                  </a:lnTo>
                  <a:lnTo>
                    <a:pt x="2333406" y="400910"/>
                  </a:lnTo>
                  <a:lnTo>
                    <a:pt x="2283838" y="441589"/>
                  </a:lnTo>
                  <a:lnTo>
                    <a:pt x="2233910" y="483231"/>
                  </a:lnTo>
                  <a:lnTo>
                    <a:pt x="2183812" y="525313"/>
                  </a:lnTo>
                  <a:lnTo>
                    <a:pt x="2133756" y="567289"/>
                  </a:lnTo>
                  <a:lnTo>
                    <a:pt x="2083945" y="608621"/>
                  </a:lnTo>
                  <a:lnTo>
                    <a:pt x="2034558" y="648803"/>
                  </a:lnTo>
                  <a:lnTo>
                    <a:pt x="1985721" y="687389"/>
                  </a:lnTo>
                  <a:lnTo>
                    <a:pt x="1937489" y="724012"/>
                  </a:lnTo>
                  <a:lnTo>
                    <a:pt x="1889833" y="758392"/>
                  </a:lnTo>
                  <a:lnTo>
                    <a:pt x="1842624" y="790347"/>
                  </a:lnTo>
                  <a:lnTo>
                    <a:pt x="1795620" y="819784"/>
                  </a:lnTo>
                  <a:lnTo>
                    <a:pt x="1748451" y="846696"/>
                  </a:lnTo>
                  <a:lnTo>
                    <a:pt x="1719082" y="862051"/>
                  </a:lnTo>
                  <a:lnTo>
                    <a:pt x="1670921" y="884825"/>
                  </a:lnTo>
                  <a:lnTo>
                    <a:pt x="1621038" y="905224"/>
                  </a:lnTo>
                  <a:lnTo>
                    <a:pt x="1568589" y="923381"/>
                  </a:lnTo>
                  <a:lnTo>
                    <a:pt x="1512639" y="939514"/>
                  </a:lnTo>
                  <a:lnTo>
                    <a:pt x="1452241" y="953864"/>
                  </a:lnTo>
                  <a:lnTo>
                    <a:pt x="1386527" y="966660"/>
                  </a:lnTo>
                  <a:lnTo>
                    <a:pt x="1314826" y="978099"/>
                  </a:lnTo>
                  <a:lnTo>
                    <a:pt x="1236820" y="988335"/>
                  </a:lnTo>
                  <a:lnTo>
                    <a:pt x="1152745" y="997478"/>
                  </a:lnTo>
                  <a:lnTo>
                    <a:pt x="1063626" y="1005586"/>
                  </a:lnTo>
                  <a:lnTo>
                    <a:pt x="971492" y="1012679"/>
                  </a:lnTo>
                  <a:lnTo>
                    <a:pt x="879476" y="1018742"/>
                  </a:lnTo>
                  <a:lnTo>
                    <a:pt x="791667" y="1023750"/>
                  </a:lnTo>
                  <a:lnTo>
                    <a:pt x="712638" y="1027691"/>
                  </a:lnTo>
                  <a:lnTo>
                    <a:pt x="646632" y="1030594"/>
                  </a:lnTo>
                  <a:lnTo>
                    <a:pt x="596611" y="1032549"/>
                  </a:lnTo>
                  <a:lnTo>
                    <a:pt x="563469" y="1033707"/>
                  </a:lnTo>
                  <a:lnTo>
                    <a:pt x="545668" y="1034266"/>
                  </a:lnTo>
                  <a:lnTo>
                    <a:pt x="539360" y="1034445"/>
                  </a:lnTo>
                  <a:lnTo>
                    <a:pt x="538736" y="1034461"/>
                  </a:lnTo>
                  <a:lnTo>
                    <a:pt x="0" y="1034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4" name="pg1574"/>
            <p:cNvSpPr/>
            <p:nvPr/>
          </p:nvSpPr>
          <p:spPr>
            <a:xfrm>
              <a:off x="546595" y="3864730"/>
              <a:ext cx="8234974" cy="1203242"/>
            </a:xfrm>
            <a:custGeom>
              <a:avLst/>
              <a:pathLst>
                <a:path w="8234974" h="1203242">
                  <a:moveTo>
                    <a:pt x="0" y="1203242"/>
                  </a:moveTo>
                  <a:lnTo>
                    <a:pt x="538736" y="1203242"/>
                  </a:lnTo>
                  <a:lnTo>
                    <a:pt x="540038" y="1203234"/>
                  </a:lnTo>
                  <a:lnTo>
                    <a:pt x="548531" y="1203181"/>
                  </a:lnTo>
                  <a:lnTo>
                    <a:pt x="569703" y="1203034"/>
                  </a:lnTo>
                  <a:lnTo>
                    <a:pt x="606948" y="1202746"/>
                  </a:lnTo>
                  <a:lnTo>
                    <a:pt x="661243" y="1202275"/>
                  </a:lnTo>
                  <a:lnTo>
                    <a:pt x="731125" y="1201591"/>
                  </a:lnTo>
                  <a:lnTo>
                    <a:pt x="813185" y="1200679"/>
                  </a:lnTo>
                  <a:lnTo>
                    <a:pt x="902942" y="1199534"/>
                  </a:lnTo>
                  <a:lnTo>
                    <a:pt x="995814" y="1198161"/>
                  </a:lnTo>
                  <a:lnTo>
                    <a:pt x="1087868" y="1196564"/>
                  </a:lnTo>
                  <a:lnTo>
                    <a:pt x="1176223" y="1194746"/>
                  </a:lnTo>
                  <a:lnTo>
                    <a:pt x="1259108" y="1192699"/>
                  </a:lnTo>
                  <a:lnTo>
                    <a:pt x="1335728" y="1190409"/>
                  </a:lnTo>
                  <a:lnTo>
                    <a:pt x="1406023" y="1187848"/>
                  </a:lnTo>
                  <a:lnTo>
                    <a:pt x="1470437" y="1184980"/>
                  </a:lnTo>
                  <a:lnTo>
                    <a:pt x="1529724" y="1181759"/>
                  </a:lnTo>
                  <a:lnTo>
                    <a:pt x="1584799" y="1178134"/>
                  </a:lnTo>
                  <a:lnTo>
                    <a:pt x="1636628" y="1174052"/>
                  </a:lnTo>
                  <a:lnTo>
                    <a:pt x="1686142" y="1169469"/>
                  </a:lnTo>
                  <a:lnTo>
                    <a:pt x="1719082" y="1166037"/>
                  </a:lnTo>
                  <a:lnTo>
                    <a:pt x="1771560" y="1159952"/>
                  </a:lnTo>
                  <a:lnTo>
                    <a:pt x="1823534" y="1153209"/>
                  </a:lnTo>
                  <a:lnTo>
                    <a:pt x="1875593" y="1145799"/>
                  </a:lnTo>
                  <a:lnTo>
                    <a:pt x="1928122" y="1137741"/>
                  </a:lnTo>
                  <a:lnTo>
                    <a:pt x="1981330" y="1129081"/>
                  </a:lnTo>
                  <a:lnTo>
                    <a:pt x="2035277" y="1119896"/>
                  </a:lnTo>
                  <a:lnTo>
                    <a:pt x="2089893" y="1110292"/>
                  </a:lnTo>
                  <a:lnTo>
                    <a:pt x="2145001" y="1100401"/>
                  </a:lnTo>
                  <a:lnTo>
                    <a:pt x="2200356" y="1090372"/>
                  </a:lnTo>
                  <a:lnTo>
                    <a:pt x="2255674" y="1080362"/>
                  </a:lnTo>
                  <a:lnTo>
                    <a:pt x="2310680" y="1070530"/>
                  </a:lnTo>
                  <a:lnTo>
                    <a:pt x="2365141" y="1061019"/>
                  </a:lnTo>
                  <a:lnTo>
                    <a:pt x="2418906" y="1051957"/>
                  </a:lnTo>
                  <a:lnTo>
                    <a:pt x="2471933" y="1043441"/>
                  </a:lnTo>
                  <a:lnTo>
                    <a:pt x="2524317" y="1035542"/>
                  </a:lnTo>
                  <a:lnTo>
                    <a:pt x="2576312" y="1028298"/>
                  </a:lnTo>
                  <a:lnTo>
                    <a:pt x="2628349" y="1021722"/>
                  </a:lnTo>
                  <a:lnTo>
                    <a:pt x="2667772" y="1017220"/>
                  </a:lnTo>
                  <a:lnTo>
                    <a:pt x="2716180" y="1012282"/>
                  </a:lnTo>
                  <a:lnTo>
                    <a:pt x="2766332" y="1007862"/>
                  </a:lnTo>
                  <a:lnTo>
                    <a:pt x="2819083" y="1003930"/>
                  </a:lnTo>
                  <a:lnTo>
                    <a:pt x="2875386" y="1000438"/>
                  </a:lnTo>
                  <a:lnTo>
                    <a:pt x="2936202" y="997334"/>
                  </a:lnTo>
                  <a:lnTo>
                    <a:pt x="3002406" y="994568"/>
                  </a:lnTo>
                  <a:lnTo>
                    <a:pt x="3074674" y="992096"/>
                  </a:lnTo>
                  <a:lnTo>
                    <a:pt x="3153312" y="989885"/>
                  </a:lnTo>
                  <a:lnTo>
                    <a:pt x="3238056" y="987912"/>
                  </a:lnTo>
                  <a:lnTo>
                    <a:pt x="3327824" y="986164"/>
                  </a:lnTo>
                  <a:lnTo>
                    <a:pt x="3420503" y="984638"/>
                  </a:lnTo>
                  <a:lnTo>
                    <a:pt x="3512856" y="983336"/>
                  </a:lnTo>
                  <a:lnTo>
                    <a:pt x="3600687" y="982264"/>
                  </a:lnTo>
                  <a:lnTo>
                    <a:pt x="3679348" y="981425"/>
                  </a:lnTo>
                  <a:lnTo>
                    <a:pt x="3744590" y="980811"/>
                  </a:lnTo>
                  <a:lnTo>
                    <a:pt x="3793538" y="980402"/>
                  </a:lnTo>
                  <a:lnTo>
                    <a:pt x="3825473" y="980164"/>
                  </a:lnTo>
                  <a:lnTo>
                    <a:pt x="3842159" y="980052"/>
                  </a:lnTo>
                  <a:lnTo>
                    <a:pt x="3847694" y="980018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6" y="979755"/>
                  </a:lnTo>
                  <a:lnTo>
                    <a:pt x="4417439" y="979122"/>
                  </a:lnTo>
                  <a:lnTo>
                    <a:pt x="4454257" y="977880"/>
                  </a:lnTo>
                  <a:lnTo>
                    <a:pt x="4507980" y="975851"/>
                  </a:lnTo>
                  <a:lnTo>
                    <a:pt x="4577210" y="972904"/>
                  </a:lnTo>
                  <a:lnTo>
                    <a:pt x="4658618" y="968967"/>
                  </a:lnTo>
                  <a:lnTo>
                    <a:pt x="4747800" y="964025"/>
                  </a:lnTo>
                  <a:lnTo>
                    <a:pt x="4840221" y="958092"/>
                  </a:lnTo>
                  <a:lnTo>
                    <a:pt x="4931969" y="951192"/>
                  </a:lnTo>
                  <a:lnTo>
                    <a:pt x="5020151" y="943333"/>
                  </a:lnTo>
                  <a:lnTo>
                    <a:pt x="5102974" y="934491"/>
                  </a:lnTo>
                  <a:lnTo>
                    <a:pt x="5179607" y="924597"/>
                  </a:lnTo>
                  <a:lnTo>
                    <a:pt x="5249958" y="913541"/>
                  </a:lnTo>
                  <a:lnTo>
                    <a:pt x="5314443" y="901165"/>
                  </a:lnTo>
                  <a:lnTo>
                    <a:pt x="5373789" y="887278"/>
                  </a:lnTo>
                  <a:lnTo>
                    <a:pt x="5428893" y="871657"/>
                  </a:lnTo>
                  <a:lnTo>
                    <a:pt x="5480709" y="854077"/>
                  </a:lnTo>
                  <a:lnTo>
                    <a:pt x="5530160" y="834344"/>
                  </a:lnTo>
                  <a:lnTo>
                    <a:pt x="5567201" y="817587"/>
                  </a:lnTo>
                  <a:lnTo>
                    <a:pt x="5615188" y="793421"/>
                  </a:lnTo>
                  <a:lnTo>
                    <a:pt x="5662707" y="766861"/>
                  </a:lnTo>
                  <a:lnTo>
                    <a:pt x="5710227" y="737868"/>
                  </a:lnTo>
                  <a:lnTo>
                    <a:pt x="5758073" y="706482"/>
                  </a:lnTo>
                  <a:lnTo>
                    <a:pt x="5806443" y="672828"/>
                  </a:lnTo>
                  <a:lnTo>
                    <a:pt x="5855425" y="637126"/>
                  </a:lnTo>
                  <a:lnTo>
                    <a:pt x="5905009" y="599683"/>
                  </a:lnTo>
                  <a:lnTo>
                    <a:pt x="5955104" y="560892"/>
                  </a:lnTo>
                  <a:lnTo>
                    <a:pt x="6005551" y="521216"/>
                  </a:lnTo>
                  <a:lnTo>
                    <a:pt x="6056153" y="481163"/>
                  </a:lnTo>
                  <a:lnTo>
                    <a:pt x="6106692" y="441264"/>
                  </a:lnTo>
                  <a:lnTo>
                    <a:pt x="6156957" y="402039"/>
                  </a:lnTo>
                  <a:lnTo>
                    <a:pt x="6206773" y="363974"/>
                  </a:lnTo>
                  <a:lnTo>
                    <a:pt x="6256016" y="327492"/>
                  </a:lnTo>
                  <a:lnTo>
                    <a:pt x="6304640" y="292941"/>
                  </a:lnTo>
                  <a:lnTo>
                    <a:pt x="6352690" y="260575"/>
                  </a:lnTo>
                  <a:lnTo>
                    <a:pt x="6400315" y="230561"/>
                  </a:lnTo>
                  <a:lnTo>
                    <a:pt x="6447787" y="202972"/>
                  </a:lnTo>
                  <a:lnTo>
                    <a:pt x="6495508" y="177803"/>
                  </a:lnTo>
                  <a:lnTo>
                    <a:pt x="6515891" y="167873"/>
                  </a:lnTo>
                  <a:lnTo>
                    <a:pt x="6564081" y="146405"/>
                  </a:lnTo>
                  <a:lnTo>
                    <a:pt x="6613996" y="127177"/>
                  </a:lnTo>
                  <a:lnTo>
                    <a:pt x="6666480" y="110065"/>
                  </a:lnTo>
                  <a:lnTo>
                    <a:pt x="6722471" y="94861"/>
                  </a:lnTo>
                  <a:lnTo>
                    <a:pt x="6782918" y="81338"/>
                  </a:lnTo>
                  <a:lnTo>
                    <a:pt x="6848689" y="69280"/>
                  </a:lnTo>
                  <a:lnTo>
                    <a:pt x="6920455" y="58501"/>
                  </a:lnTo>
                  <a:lnTo>
                    <a:pt x="6998535" y="48857"/>
                  </a:lnTo>
                  <a:lnTo>
                    <a:pt x="7082689" y="40243"/>
                  </a:lnTo>
                  <a:lnTo>
                    <a:pt x="7171883" y="32605"/>
                  </a:lnTo>
                  <a:lnTo>
                    <a:pt x="7264081" y="25925"/>
                  </a:lnTo>
                  <a:lnTo>
                    <a:pt x="7356137" y="20216"/>
                  </a:lnTo>
                  <a:lnTo>
                    <a:pt x="7443950" y="15503"/>
                  </a:lnTo>
                  <a:lnTo>
                    <a:pt x="7522938" y="11796"/>
                  </a:lnTo>
                  <a:lnTo>
                    <a:pt x="7588856" y="9067"/>
                  </a:lnTo>
                  <a:lnTo>
                    <a:pt x="7638752" y="7232"/>
                  </a:lnTo>
                  <a:lnTo>
                    <a:pt x="7671754" y="6146"/>
                  </a:lnTo>
                  <a:lnTo>
                    <a:pt x="7689424" y="5625"/>
                  </a:lnTo>
                  <a:lnTo>
                    <a:pt x="7695640" y="545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17" y="974579"/>
                  </a:lnTo>
                  <a:lnTo>
                    <a:pt x="3838323" y="974632"/>
                  </a:lnTo>
                  <a:lnTo>
                    <a:pt x="3817152" y="974779"/>
                  </a:lnTo>
                  <a:lnTo>
                    <a:pt x="3779907" y="975067"/>
                  </a:lnTo>
                  <a:lnTo>
                    <a:pt x="3725612" y="975538"/>
                  </a:lnTo>
                  <a:lnTo>
                    <a:pt x="3655729" y="976221"/>
                  </a:lnTo>
                  <a:lnTo>
                    <a:pt x="3573669" y="977134"/>
                  </a:lnTo>
                  <a:lnTo>
                    <a:pt x="3483913" y="978278"/>
                  </a:lnTo>
                  <a:lnTo>
                    <a:pt x="3391041" y="979652"/>
                  </a:lnTo>
                  <a:lnTo>
                    <a:pt x="3298986" y="981249"/>
                  </a:lnTo>
                  <a:lnTo>
                    <a:pt x="3210632" y="983067"/>
                  </a:lnTo>
                  <a:lnTo>
                    <a:pt x="3127746" y="985113"/>
                  </a:lnTo>
                  <a:lnTo>
                    <a:pt x="3051126" y="987404"/>
                  </a:lnTo>
                  <a:lnTo>
                    <a:pt x="2980832" y="989965"/>
                  </a:lnTo>
                  <a:lnTo>
                    <a:pt x="2916417" y="992833"/>
                  </a:lnTo>
                  <a:lnTo>
                    <a:pt x="2857130" y="996054"/>
                  </a:lnTo>
                  <a:lnTo>
                    <a:pt x="2802056" y="999679"/>
                  </a:lnTo>
                  <a:lnTo>
                    <a:pt x="2750227" y="1003761"/>
                  </a:lnTo>
                  <a:lnTo>
                    <a:pt x="2700712" y="1008343"/>
                  </a:lnTo>
                  <a:lnTo>
                    <a:pt x="2667772" y="1011775"/>
                  </a:lnTo>
                  <a:lnTo>
                    <a:pt x="2615295" y="1017860"/>
                  </a:lnTo>
                  <a:lnTo>
                    <a:pt x="2563320" y="1024604"/>
                  </a:lnTo>
                  <a:lnTo>
                    <a:pt x="2511261" y="1032013"/>
                  </a:lnTo>
                  <a:lnTo>
                    <a:pt x="2458733" y="1040072"/>
                  </a:lnTo>
                  <a:lnTo>
                    <a:pt x="2405525" y="1048732"/>
                  </a:lnTo>
                  <a:lnTo>
                    <a:pt x="2351577" y="1057917"/>
                  </a:lnTo>
                  <a:lnTo>
                    <a:pt x="2296962" y="1067520"/>
                  </a:lnTo>
                  <a:lnTo>
                    <a:pt x="2241853" y="1077411"/>
                  </a:lnTo>
                  <a:lnTo>
                    <a:pt x="2186499" y="1087441"/>
                  </a:lnTo>
                  <a:lnTo>
                    <a:pt x="2131180" y="1097450"/>
                  </a:lnTo>
                  <a:lnTo>
                    <a:pt x="2076174" y="1107283"/>
                  </a:lnTo>
                  <a:lnTo>
                    <a:pt x="2021713" y="1116793"/>
                  </a:lnTo>
                  <a:lnTo>
                    <a:pt x="1967949" y="1125856"/>
                  </a:lnTo>
                  <a:lnTo>
                    <a:pt x="1914922" y="1134371"/>
                  </a:lnTo>
                  <a:lnTo>
                    <a:pt x="1862537" y="1142271"/>
                  </a:lnTo>
                  <a:lnTo>
                    <a:pt x="1810543" y="1149514"/>
                  </a:lnTo>
                  <a:lnTo>
                    <a:pt x="1758506" y="1156091"/>
                  </a:lnTo>
                  <a:lnTo>
                    <a:pt x="1719082" y="1160593"/>
                  </a:lnTo>
                  <a:lnTo>
                    <a:pt x="1670675" y="1165531"/>
                  </a:lnTo>
                  <a:lnTo>
                    <a:pt x="1620523" y="1169951"/>
                  </a:lnTo>
                  <a:lnTo>
                    <a:pt x="1567771" y="1173883"/>
                  </a:lnTo>
                  <a:lnTo>
                    <a:pt x="1511468" y="1177375"/>
                  </a:lnTo>
                  <a:lnTo>
                    <a:pt x="1450653" y="1180479"/>
                  </a:lnTo>
                  <a:lnTo>
                    <a:pt x="1384448" y="1183245"/>
                  </a:lnTo>
                  <a:lnTo>
                    <a:pt x="1312181" y="1185717"/>
                  </a:lnTo>
                  <a:lnTo>
                    <a:pt x="1233542" y="1187928"/>
                  </a:lnTo>
                  <a:lnTo>
                    <a:pt x="1148798" y="1189901"/>
                  </a:lnTo>
                  <a:lnTo>
                    <a:pt x="1059030" y="1191649"/>
                  </a:lnTo>
                  <a:lnTo>
                    <a:pt x="966352" y="1193175"/>
                  </a:lnTo>
                  <a:lnTo>
                    <a:pt x="873998" y="1194477"/>
                  </a:lnTo>
                  <a:lnTo>
                    <a:pt x="786168" y="1195548"/>
                  </a:lnTo>
                  <a:lnTo>
                    <a:pt x="707507" y="1196387"/>
                  </a:lnTo>
                  <a:lnTo>
                    <a:pt x="642265" y="1197001"/>
                  </a:lnTo>
                  <a:lnTo>
                    <a:pt x="593316" y="1197411"/>
                  </a:lnTo>
                  <a:lnTo>
                    <a:pt x="561381" y="1197649"/>
                  </a:lnTo>
                  <a:lnTo>
                    <a:pt x="544695" y="1197761"/>
                  </a:lnTo>
                  <a:lnTo>
                    <a:pt x="539160" y="1197795"/>
                  </a:lnTo>
                  <a:lnTo>
                    <a:pt x="538736" y="1197797"/>
                  </a:lnTo>
                  <a:lnTo>
                    <a:pt x="0" y="1197797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75" name="pl1575"/>
            <p:cNvSpPr/>
            <p:nvPr/>
          </p:nvSpPr>
          <p:spPr>
            <a:xfrm>
              <a:off x="546595" y="3870175"/>
              <a:ext cx="8234974" cy="1197797"/>
            </a:xfrm>
            <a:custGeom>
              <a:avLst/>
              <a:pathLst>
                <a:path w="8234974" h="1197797">
                  <a:moveTo>
                    <a:pt x="0" y="1197797"/>
                  </a:moveTo>
                  <a:lnTo>
                    <a:pt x="538736" y="1197797"/>
                  </a:lnTo>
                  <a:lnTo>
                    <a:pt x="540038" y="1197790"/>
                  </a:lnTo>
                  <a:lnTo>
                    <a:pt x="548531" y="1197736"/>
                  </a:lnTo>
                  <a:lnTo>
                    <a:pt x="569703" y="1197590"/>
                  </a:lnTo>
                  <a:lnTo>
                    <a:pt x="606948" y="1197301"/>
                  </a:lnTo>
                  <a:lnTo>
                    <a:pt x="661243" y="1196830"/>
                  </a:lnTo>
                  <a:lnTo>
                    <a:pt x="731125" y="1196147"/>
                  </a:lnTo>
                  <a:lnTo>
                    <a:pt x="813185" y="1195235"/>
                  </a:lnTo>
                  <a:lnTo>
                    <a:pt x="902942" y="1194090"/>
                  </a:lnTo>
                  <a:lnTo>
                    <a:pt x="995814" y="1192716"/>
                  </a:lnTo>
                  <a:lnTo>
                    <a:pt x="1087868" y="1191120"/>
                  </a:lnTo>
                  <a:lnTo>
                    <a:pt x="1176223" y="1189301"/>
                  </a:lnTo>
                  <a:lnTo>
                    <a:pt x="1259108" y="1187255"/>
                  </a:lnTo>
                  <a:lnTo>
                    <a:pt x="1335728" y="1184964"/>
                  </a:lnTo>
                  <a:lnTo>
                    <a:pt x="1406023" y="1182403"/>
                  </a:lnTo>
                  <a:lnTo>
                    <a:pt x="1470437" y="1179535"/>
                  </a:lnTo>
                  <a:lnTo>
                    <a:pt x="1529724" y="1176314"/>
                  </a:lnTo>
                  <a:lnTo>
                    <a:pt x="1584799" y="1172689"/>
                  </a:lnTo>
                  <a:lnTo>
                    <a:pt x="1636628" y="1168607"/>
                  </a:lnTo>
                  <a:lnTo>
                    <a:pt x="1686142" y="1164025"/>
                  </a:lnTo>
                  <a:lnTo>
                    <a:pt x="1719082" y="1160593"/>
                  </a:lnTo>
                  <a:lnTo>
                    <a:pt x="1771560" y="1154508"/>
                  </a:lnTo>
                  <a:lnTo>
                    <a:pt x="1823534" y="1147765"/>
                  </a:lnTo>
                  <a:lnTo>
                    <a:pt x="1875593" y="1140355"/>
                  </a:lnTo>
                  <a:lnTo>
                    <a:pt x="1928122" y="1132297"/>
                  </a:lnTo>
                  <a:lnTo>
                    <a:pt x="1981330" y="1123636"/>
                  </a:lnTo>
                  <a:lnTo>
                    <a:pt x="2035277" y="1114451"/>
                  </a:lnTo>
                  <a:lnTo>
                    <a:pt x="2089893" y="1104848"/>
                  </a:lnTo>
                  <a:lnTo>
                    <a:pt x="2145001" y="1094957"/>
                  </a:lnTo>
                  <a:lnTo>
                    <a:pt x="2200356" y="1084927"/>
                  </a:lnTo>
                  <a:lnTo>
                    <a:pt x="2255674" y="1074918"/>
                  </a:lnTo>
                  <a:lnTo>
                    <a:pt x="2310680" y="1065085"/>
                  </a:lnTo>
                  <a:lnTo>
                    <a:pt x="2365141" y="1055575"/>
                  </a:lnTo>
                  <a:lnTo>
                    <a:pt x="2418906" y="1046512"/>
                  </a:lnTo>
                  <a:lnTo>
                    <a:pt x="2471933" y="1037997"/>
                  </a:lnTo>
                  <a:lnTo>
                    <a:pt x="2524317" y="1030097"/>
                  </a:lnTo>
                  <a:lnTo>
                    <a:pt x="2576312" y="1022854"/>
                  </a:lnTo>
                  <a:lnTo>
                    <a:pt x="2628349" y="1016277"/>
                  </a:lnTo>
                  <a:lnTo>
                    <a:pt x="2667772" y="1011775"/>
                  </a:lnTo>
                  <a:lnTo>
                    <a:pt x="2716180" y="1006837"/>
                  </a:lnTo>
                  <a:lnTo>
                    <a:pt x="2766332" y="1002417"/>
                  </a:lnTo>
                  <a:lnTo>
                    <a:pt x="2819083" y="998485"/>
                  </a:lnTo>
                  <a:lnTo>
                    <a:pt x="2875386" y="994994"/>
                  </a:lnTo>
                  <a:lnTo>
                    <a:pt x="2936202" y="991890"/>
                  </a:lnTo>
                  <a:lnTo>
                    <a:pt x="3002406" y="989123"/>
                  </a:lnTo>
                  <a:lnTo>
                    <a:pt x="3074674" y="986651"/>
                  </a:lnTo>
                  <a:lnTo>
                    <a:pt x="3153312" y="984441"/>
                  </a:lnTo>
                  <a:lnTo>
                    <a:pt x="3238056" y="982468"/>
                  </a:lnTo>
                  <a:lnTo>
                    <a:pt x="3327824" y="980720"/>
                  </a:lnTo>
                  <a:lnTo>
                    <a:pt x="3420503" y="979193"/>
                  </a:lnTo>
                  <a:lnTo>
                    <a:pt x="3512856" y="977891"/>
                  </a:lnTo>
                  <a:lnTo>
                    <a:pt x="3600687" y="976820"/>
                  </a:lnTo>
                  <a:lnTo>
                    <a:pt x="3679348" y="975981"/>
                  </a:lnTo>
                  <a:lnTo>
                    <a:pt x="3744590" y="975367"/>
                  </a:lnTo>
                  <a:lnTo>
                    <a:pt x="3793538" y="974958"/>
                  </a:lnTo>
                  <a:lnTo>
                    <a:pt x="3825473" y="974719"/>
                  </a:lnTo>
                  <a:lnTo>
                    <a:pt x="3842159" y="974607"/>
                  </a:lnTo>
                  <a:lnTo>
                    <a:pt x="3847694" y="974573"/>
                  </a:lnTo>
                  <a:lnTo>
                    <a:pt x="3848118" y="974571"/>
                  </a:lnTo>
                  <a:lnTo>
                    <a:pt x="4386855" y="974571"/>
                  </a:lnTo>
                  <a:lnTo>
                    <a:pt x="4388140" y="974539"/>
                  </a:lnTo>
                  <a:lnTo>
                    <a:pt x="4396526" y="974310"/>
                  </a:lnTo>
                  <a:lnTo>
                    <a:pt x="4417439" y="973677"/>
                  </a:lnTo>
                  <a:lnTo>
                    <a:pt x="4454257" y="972436"/>
                  </a:lnTo>
                  <a:lnTo>
                    <a:pt x="4507980" y="970407"/>
                  </a:lnTo>
                  <a:lnTo>
                    <a:pt x="4577210" y="967459"/>
                  </a:lnTo>
                  <a:lnTo>
                    <a:pt x="4658618" y="963523"/>
                  </a:lnTo>
                  <a:lnTo>
                    <a:pt x="4747800" y="958580"/>
                  </a:lnTo>
                  <a:lnTo>
                    <a:pt x="4840221" y="952647"/>
                  </a:lnTo>
                  <a:lnTo>
                    <a:pt x="4931969" y="945747"/>
                  </a:lnTo>
                  <a:lnTo>
                    <a:pt x="5020151" y="937889"/>
                  </a:lnTo>
                  <a:lnTo>
                    <a:pt x="5102974" y="929046"/>
                  </a:lnTo>
                  <a:lnTo>
                    <a:pt x="5179607" y="919153"/>
                  </a:lnTo>
                  <a:lnTo>
                    <a:pt x="5249958" y="908096"/>
                  </a:lnTo>
                  <a:lnTo>
                    <a:pt x="5314443" y="895721"/>
                  </a:lnTo>
                  <a:lnTo>
                    <a:pt x="5373789" y="881833"/>
                  </a:lnTo>
                  <a:lnTo>
                    <a:pt x="5428893" y="866212"/>
                  </a:lnTo>
                  <a:lnTo>
                    <a:pt x="5480709" y="848632"/>
                  </a:lnTo>
                  <a:lnTo>
                    <a:pt x="5530160" y="828899"/>
                  </a:lnTo>
                  <a:lnTo>
                    <a:pt x="5567201" y="812143"/>
                  </a:lnTo>
                  <a:lnTo>
                    <a:pt x="5615188" y="787977"/>
                  </a:lnTo>
                  <a:lnTo>
                    <a:pt x="5662707" y="761416"/>
                  </a:lnTo>
                  <a:lnTo>
                    <a:pt x="5710227" y="732423"/>
                  </a:lnTo>
                  <a:lnTo>
                    <a:pt x="5758073" y="701037"/>
                  </a:lnTo>
                  <a:lnTo>
                    <a:pt x="5806443" y="667384"/>
                  </a:lnTo>
                  <a:lnTo>
                    <a:pt x="5855425" y="631681"/>
                  </a:lnTo>
                  <a:lnTo>
                    <a:pt x="5905009" y="594238"/>
                  </a:lnTo>
                  <a:lnTo>
                    <a:pt x="5955104" y="555447"/>
                  </a:lnTo>
                  <a:lnTo>
                    <a:pt x="6005551" y="515771"/>
                  </a:lnTo>
                  <a:lnTo>
                    <a:pt x="6056153" y="475718"/>
                  </a:lnTo>
                  <a:lnTo>
                    <a:pt x="6106692" y="435819"/>
                  </a:lnTo>
                  <a:lnTo>
                    <a:pt x="6156957" y="396594"/>
                  </a:lnTo>
                  <a:lnTo>
                    <a:pt x="6206773" y="358529"/>
                  </a:lnTo>
                  <a:lnTo>
                    <a:pt x="6256016" y="322048"/>
                  </a:lnTo>
                  <a:lnTo>
                    <a:pt x="6304640" y="287496"/>
                  </a:lnTo>
                  <a:lnTo>
                    <a:pt x="6352690" y="255131"/>
                  </a:lnTo>
                  <a:lnTo>
                    <a:pt x="6400315" y="225116"/>
                  </a:lnTo>
                  <a:lnTo>
                    <a:pt x="6447787" y="197528"/>
                  </a:lnTo>
                  <a:lnTo>
                    <a:pt x="6495508" y="172358"/>
                  </a:lnTo>
                  <a:lnTo>
                    <a:pt x="6515891" y="162428"/>
                  </a:lnTo>
                  <a:lnTo>
                    <a:pt x="6564081" y="140960"/>
                  </a:lnTo>
                  <a:lnTo>
                    <a:pt x="6613996" y="121733"/>
                  </a:lnTo>
                  <a:lnTo>
                    <a:pt x="6666480" y="104620"/>
                  </a:lnTo>
                  <a:lnTo>
                    <a:pt x="6722471" y="89416"/>
                  </a:lnTo>
                  <a:lnTo>
                    <a:pt x="6782918" y="75893"/>
                  </a:lnTo>
                  <a:lnTo>
                    <a:pt x="6848689" y="63835"/>
                  </a:lnTo>
                  <a:lnTo>
                    <a:pt x="6920455" y="53057"/>
                  </a:lnTo>
                  <a:lnTo>
                    <a:pt x="6998535" y="43412"/>
                  </a:lnTo>
                  <a:lnTo>
                    <a:pt x="7082689" y="34799"/>
                  </a:lnTo>
                  <a:lnTo>
                    <a:pt x="7171883" y="27160"/>
                  </a:lnTo>
                  <a:lnTo>
                    <a:pt x="7264081" y="20480"/>
                  </a:lnTo>
                  <a:lnTo>
                    <a:pt x="7356137" y="14772"/>
                  </a:lnTo>
                  <a:lnTo>
                    <a:pt x="7443950" y="10058"/>
                  </a:lnTo>
                  <a:lnTo>
                    <a:pt x="7522938" y="6352"/>
                  </a:lnTo>
                  <a:lnTo>
                    <a:pt x="7588856" y="3623"/>
                  </a:lnTo>
                  <a:lnTo>
                    <a:pt x="7638752" y="1787"/>
                  </a:lnTo>
                  <a:lnTo>
                    <a:pt x="7671754" y="702"/>
                  </a:lnTo>
                  <a:lnTo>
                    <a:pt x="7689424" y="180"/>
                  </a:lnTo>
                  <a:lnTo>
                    <a:pt x="7695640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6" name="pl1576"/>
            <p:cNvSpPr/>
            <p:nvPr/>
          </p:nvSpPr>
          <p:spPr>
            <a:xfrm>
              <a:off x="546595" y="3864730"/>
              <a:ext cx="8234974" cy="1197797"/>
            </a:xfrm>
            <a:custGeom>
              <a:avLst/>
              <a:pathLst>
                <a:path w="8234974" h="1197797">
                  <a:moveTo>
                    <a:pt x="8234974" y="0"/>
                  </a:move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17" y="974579"/>
                  </a:lnTo>
                  <a:lnTo>
                    <a:pt x="3838323" y="974632"/>
                  </a:lnTo>
                  <a:lnTo>
                    <a:pt x="3817152" y="974779"/>
                  </a:lnTo>
                  <a:lnTo>
                    <a:pt x="3779907" y="975067"/>
                  </a:lnTo>
                  <a:lnTo>
                    <a:pt x="3725612" y="975538"/>
                  </a:lnTo>
                  <a:lnTo>
                    <a:pt x="3655729" y="976221"/>
                  </a:lnTo>
                  <a:lnTo>
                    <a:pt x="3573669" y="977134"/>
                  </a:lnTo>
                  <a:lnTo>
                    <a:pt x="3483913" y="978278"/>
                  </a:lnTo>
                  <a:lnTo>
                    <a:pt x="3391041" y="979652"/>
                  </a:lnTo>
                  <a:lnTo>
                    <a:pt x="3298986" y="981249"/>
                  </a:lnTo>
                  <a:lnTo>
                    <a:pt x="3210632" y="983067"/>
                  </a:lnTo>
                  <a:lnTo>
                    <a:pt x="3127746" y="985113"/>
                  </a:lnTo>
                  <a:lnTo>
                    <a:pt x="3051126" y="987404"/>
                  </a:lnTo>
                  <a:lnTo>
                    <a:pt x="2980832" y="989965"/>
                  </a:lnTo>
                  <a:lnTo>
                    <a:pt x="2916417" y="992833"/>
                  </a:lnTo>
                  <a:lnTo>
                    <a:pt x="2857130" y="996054"/>
                  </a:lnTo>
                  <a:lnTo>
                    <a:pt x="2802056" y="999679"/>
                  </a:lnTo>
                  <a:lnTo>
                    <a:pt x="2750227" y="1003761"/>
                  </a:lnTo>
                  <a:lnTo>
                    <a:pt x="2700712" y="1008343"/>
                  </a:lnTo>
                  <a:lnTo>
                    <a:pt x="2667772" y="1011775"/>
                  </a:lnTo>
                  <a:lnTo>
                    <a:pt x="2615295" y="1017860"/>
                  </a:lnTo>
                  <a:lnTo>
                    <a:pt x="2563320" y="1024604"/>
                  </a:lnTo>
                  <a:lnTo>
                    <a:pt x="2511261" y="1032013"/>
                  </a:lnTo>
                  <a:lnTo>
                    <a:pt x="2458733" y="1040072"/>
                  </a:lnTo>
                  <a:lnTo>
                    <a:pt x="2405525" y="1048732"/>
                  </a:lnTo>
                  <a:lnTo>
                    <a:pt x="2351577" y="1057917"/>
                  </a:lnTo>
                  <a:lnTo>
                    <a:pt x="2296962" y="1067520"/>
                  </a:lnTo>
                  <a:lnTo>
                    <a:pt x="2241853" y="1077411"/>
                  </a:lnTo>
                  <a:lnTo>
                    <a:pt x="2186499" y="1087441"/>
                  </a:lnTo>
                  <a:lnTo>
                    <a:pt x="2131180" y="1097450"/>
                  </a:lnTo>
                  <a:lnTo>
                    <a:pt x="2076174" y="1107283"/>
                  </a:lnTo>
                  <a:lnTo>
                    <a:pt x="2021713" y="1116793"/>
                  </a:lnTo>
                  <a:lnTo>
                    <a:pt x="1967949" y="1125856"/>
                  </a:lnTo>
                  <a:lnTo>
                    <a:pt x="1914922" y="1134371"/>
                  </a:lnTo>
                  <a:lnTo>
                    <a:pt x="1862537" y="1142271"/>
                  </a:lnTo>
                  <a:lnTo>
                    <a:pt x="1810543" y="1149514"/>
                  </a:lnTo>
                  <a:lnTo>
                    <a:pt x="1758506" y="1156091"/>
                  </a:lnTo>
                  <a:lnTo>
                    <a:pt x="1719082" y="1160593"/>
                  </a:lnTo>
                  <a:lnTo>
                    <a:pt x="1670675" y="1165531"/>
                  </a:lnTo>
                  <a:lnTo>
                    <a:pt x="1620523" y="1169951"/>
                  </a:lnTo>
                  <a:lnTo>
                    <a:pt x="1567771" y="1173883"/>
                  </a:lnTo>
                  <a:lnTo>
                    <a:pt x="1511468" y="1177375"/>
                  </a:lnTo>
                  <a:lnTo>
                    <a:pt x="1450653" y="1180479"/>
                  </a:lnTo>
                  <a:lnTo>
                    <a:pt x="1384448" y="1183245"/>
                  </a:lnTo>
                  <a:lnTo>
                    <a:pt x="1312181" y="1185717"/>
                  </a:lnTo>
                  <a:lnTo>
                    <a:pt x="1233542" y="1187928"/>
                  </a:lnTo>
                  <a:lnTo>
                    <a:pt x="1148798" y="1189901"/>
                  </a:lnTo>
                  <a:lnTo>
                    <a:pt x="1059030" y="1191649"/>
                  </a:lnTo>
                  <a:lnTo>
                    <a:pt x="966352" y="1193175"/>
                  </a:lnTo>
                  <a:lnTo>
                    <a:pt x="873998" y="1194477"/>
                  </a:lnTo>
                  <a:lnTo>
                    <a:pt x="786168" y="1195548"/>
                  </a:lnTo>
                  <a:lnTo>
                    <a:pt x="707507" y="1196387"/>
                  </a:lnTo>
                  <a:lnTo>
                    <a:pt x="642265" y="1197001"/>
                  </a:lnTo>
                  <a:lnTo>
                    <a:pt x="593316" y="1197411"/>
                  </a:lnTo>
                  <a:lnTo>
                    <a:pt x="561381" y="1197649"/>
                  </a:lnTo>
                  <a:lnTo>
                    <a:pt x="544695" y="1197761"/>
                  </a:lnTo>
                  <a:lnTo>
                    <a:pt x="539160" y="1197795"/>
                  </a:lnTo>
                  <a:lnTo>
                    <a:pt x="538736" y="1197797"/>
                  </a:lnTo>
                  <a:lnTo>
                    <a:pt x="0" y="11977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7" name="pg1577"/>
            <p:cNvSpPr/>
            <p:nvPr/>
          </p:nvSpPr>
          <p:spPr>
            <a:xfrm>
              <a:off x="546595" y="1621582"/>
              <a:ext cx="8234974" cy="3293943"/>
            </a:xfrm>
            <a:custGeom>
              <a:avLst/>
              <a:pathLst>
                <a:path w="8234974" h="3293943">
                  <a:moveTo>
                    <a:pt x="0" y="3293943"/>
                  </a:moveTo>
                  <a:lnTo>
                    <a:pt x="538736" y="3293943"/>
                  </a:lnTo>
                  <a:lnTo>
                    <a:pt x="539865" y="3293848"/>
                  </a:lnTo>
                  <a:lnTo>
                    <a:pt x="547253" y="3293173"/>
                  </a:lnTo>
                  <a:lnTo>
                    <a:pt x="565765" y="3291305"/>
                  </a:lnTo>
                  <a:lnTo>
                    <a:pt x="598571" y="3287636"/>
                  </a:lnTo>
                  <a:lnTo>
                    <a:pt x="646873" y="3281618"/>
                  </a:lnTo>
                  <a:lnTo>
                    <a:pt x="709833" y="3272835"/>
                  </a:lnTo>
                  <a:lnTo>
                    <a:pt x="784871" y="3261034"/>
                  </a:lnTo>
                  <a:lnTo>
                    <a:pt x="868297" y="3246125"/>
                  </a:lnTo>
                  <a:lnTo>
                    <a:pt x="956084" y="3228133"/>
                  </a:lnTo>
                  <a:lnTo>
                    <a:pt x="1044543" y="3207128"/>
                  </a:lnTo>
                  <a:lnTo>
                    <a:pt x="1130747" y="3183162"/>
                  </a:lnTo>
                  <a:lnTo>
                    <a:pt x="1212697" y="3156208"/>
                  </a:lnTo>
                  <a:lnTo>
                    <a:pt x="1289270" y="3126132"/>
                  </a:lnTo>
                  <a:lnTo>
                    <a:pt x="1360064" y="3092676"/>
                  </a:lnTo>
                  <a:lnTo>
                    <a:pt x="1425211" y="3055453"/>
                  </a:lnTo>
                  <a:lnTo>
                    <a:pt x="1485195" y="3013958"/>
                  </a:lnTo>
                  <a:lnTo>
                    <a:pt x="1540716" y="2967587"/>
                  </a:lnTo>
                  <a:lnTo>
                    <a:pt x="1592584" y="2915674"/>
                  </a:lnTo>
                  <a:lnTo>
                    <a:pt x="1641635" y="2857560"/>
                  </a:lnTo>
                  <a:lnTo>
                    <a:pt x="1688666" y="2792707"/>
                  </a:lnTo>
                  <a:lnTo>
                    <a:pt x="1719082" y="2745860"/>
                  </a:lnTo>
                  <a:lnTo>
                    <a:pt x="1752451" y="2690132"/>
                  </a:lnTo>
                  <a:lnTo>
                    <a:pt x="1785513" y="2630552"/>
                  </a:lnTo>
                  <a:lnTo>
                    <a:pt x="1818450" y="2567039"/>
                  </a:lnTo>
                  <a:lnTo>
                    <a:pt x="1851406" y="2499570"/>
                  </a:lnTo>
                  <a:lnTo>
                    <a:pt x="1884491" y="2428183"/>
                  </a:lnTo>
                  <a:lnTo>
                    <a:pt x="1917787" y="2352980"/>
                  </a:lnTo>
                  <a:lnTo>
                    <a:pt x="1951349" y="2274135"/>
                  </a:lnTo>
                  <a:lnTo>
                    <a:pt x="1985204" y="2191895"/>
                  </a:lnTo>
                  <a:lnTo>
                    <a:pt x="2019358" y="2106579"/>
                  </a:lnTo>
                  <a:lnTo>
                    <a:pt x="2053797" y="2018573"/>
                  </a:lnTo>
                  <a:lnTo>
                    <a:pt x="2088486" y="1928331"/>
                  </a:lnTo>
                  <a:lnTo>
                    <a:pt x="2123377" y="1836359"/>
                  </a:lnTo>
                  <a:lnTo>
                    <a:pt x="2158409" y="1743209"/>
                  </a:lnTo>
                  <a:lnTo>
                    <a:pt x="2193514" y="1649463"/>
                  </a:lnTo>
                  <a:lnTo>
                    <a:pt x="2228618" y="1555718"/>
                  </a:lnTo>
                  <a:lnTo>
                    <a:pt x="2263650" y="1462572"/>
                  </a:lnTo>
                  <a:lnTo>
                    <a:pt x="2298540" y="1370607"/>
                  </a:lnTo>
                  <a:lnTo>
                    <a:pt x="2333228" y="1280375"/>
                  </a:lnTo>
                  <a:lnTo>
                    <a:pt x="2367665" y="1192382"/>
                  </a:lnTo>
                  <a:lnTo>
                    <a:pt x="2401818" y="1107080"/>
                  </a:lnTo>
                  <a:lnTo>
                    <a:pt x="2435671" y="1024856"/>
                  </a:lnTo>
                  <a:lnTo>
                    <a:pt x="2469231" y="946028"/>
                  </a:lnTo>
                  <a:lnTo>
                    <a:pt x="2502527" y="870844"/>
                  </a:lnTo>
                  <a:lnTo>
                    <a:pt x="2535611" y="799475"/>
                  </a:lnTo>
                  <a:lnTo>
                    <a:pt x="2568566" y="732026"/>
                  </a:lnTo>
                  <a:lnTo>
                    <a:pt x="2601503" y="668532"/>
                  </a:lnTo>
                  <a:lnTo>
                    <a:pt x="2634567" y="608971"/>
                  </a:lnTo>
                  <a:lnTo>
                    <a:pt x="2667772" y="553527"/>
                  </a:lnTo>
                  <a:lnTo>
                    <a:pt x="2713852" y="484057"/>
                  </a:lnTo>
                  <a:lnTo>
                    <a:pt x="2761480" y="421520"/>
                  </a:lnTo>
                  <a:lnTo>
                    <a:pt x="2811387" y="365563"/>
                  </a:lnTo>
                  <a:lnTo>
                    <a:pt x="2864393" y="315593"/>
                  </a:lnTo>
                  <a:lnTo>
                    <a:pt x="2921331" y="270938"/>
                  </a:lnTo>
                  <a:lnTo>
                    <a:pt x="2982984" y="230945"/>
                  </a:lnTo>
                  <a:lnTo>
                    <a:pt x="3049993" y="195042"/>
                  </a:lnTo>
                  <a:lnTo>
                    <a:pt x="3122742" y="162761"/>
                  </a:lnTo>
                  <a:lnTo>
                    <a:pt x="3201203" y="133759"/>
                  </a:lnTo>
                  <a:lnTo>
                    <a:pt x="3284753" y="107821"/>
                  </a:lnTo>
                  <a:lnTo>
                    <a:pt x="3371986" y="84850"/>
                  </a:lnTo>
                  <a:lnTo>
                    <a:pt x="3460589" y="64853"/>
                  </a:lnTo>
                  <a:lnTo>
                    <a:pt x="3547348" y="47892"/>
                  </a:lnTo>
                  <a:lnTo>
                    <a:pt x="3628397" y="34032"/>
                  </a:lnTo>
                  <a:lnTo>
                    <a:pt x="3699739" y="23265"/>
                  </a:lnTo>
                  <a:lnTo>
                    <a:pt x="3757973" y="15450"/>
                  </a:lnTo>
                  <a:lnTo>
                    <a:pt x="3801049" y="10278"/>
                  </a:lnTo>
                  <a:lnTo>
                    <a:pt x="3828803" y="7281"/>
                  </a:lnTo>
                  <a:lnTo>
                    <a:pt x="3843123" y="5884"/>
                  </a:lnTo>
                  <a:lnTo>
                    <a:pt x="3847783" y="547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3" y="5473"/>
                  </a:lnTo>
                  <a:lnTo>
                    <a:pt x="4396549" y="5681"/>
                  </a:lnTo>
                  <a:lnTo>
                    <a:pt x="4417512" y="6255"/>
                  </a:lnTo>
                  <a:lnTo>
                    <a:pt x="4454410" y="7381"/>
                  </a:lnTo>
                  <a:lnTo>
                    <a:pt x="4508241" y="9222"/>
                  </a:lnTo>
                  <a:lnTo>
                    <a:pt x="4577594" y="11896"/>
                  </a:lnTo>
                  <a:lnTo>
                    <a:pt x="4659126" y="15467"/>
                  </a:lnTo>
                  <a:lnTo>
                    <a:pt x="4748416" y="19950"/>
                  </a:lnTo>
                  <a:lnTo>
                    <a:pt x="4840923" y="25330"/>
                  </a:lnTo>
                  <a:lnTo>
                    <a:pt x="4932730" y="31587"/>
                  </a:lnTo>
                  <a:lnTo>
                    <a:pt x="5020945" y="38712"/>
                  </a:lnTo>
                  <a:lnTo>
                    <a:pt x="5103780" y="46731"/>
                  </a:lnTo>
                  <a:lnTo>
                    <a:pt x="5180411" y="55703"/>
                  </a:lnTo>
                  <a:lnTo>
                    <a:pt x="5250751" y="65731"/>
                  </a:lnTo>
                  <a:lnTo>
                    <a:pt x="5315223" y="76956"/>
                  </a:lnTo>
                  <a:lnTo>
                    <a:pt x="5374558" y="89554"/>
                  </a:lnTo>
                  <a:lnTo>
                    <a:pt x="5429656" y="103726"/>
                  </a:lnTo>
                  <a:lnTo>
                    <a:pt x="5481474" y="119678"/>
                  </a:lnTo>
                  <a:lnTo>
                    <a:pt x="5530937" y="137584"/>
                  </a:lnTo>
                  <a:lnTo>
                    <a:pt x="5567201" y="152446"/>
                  </a:lnTo>
                  <a:lnTo>
                    <a:pt x="5615902" y="174661"/>
                  </a:lnTo>
                  <a:lnTo>
                    <a:pt x="5664130" y="199110"/>
                  </a:lnTo>
                  <a:lnTo>
                    <a:pt x="5712370" y="225826"/>
                  </a:lnTo>
                  <a:lnTo>
                    <a:pt x="5760956" y="254769"/>
                  </a:lnTo>
                  <a:lnTo>
                    <a:pt x="5810092" y="285817"/>
                  </a:lnTo>
                  <a:lnTo>
                    <a:pt x="5859860" y="318756"/>
                  </a:lnTo>
                  <a:lnTo>
                    <a:pt x="5910243" y="353288"/>
                  </a:lnTo>
                  <a:lnTo>
                    <a:pt x="5961137" y="389034"/>
                  </a:lnTo>
                  <a:lnTo>
                    <a:pt x="6012372" y="425551"/>
                  </a:lnTo>
                  <a:lnTo>
                    <a:pt x="6063736" y="462352"/>
                  </a:lnTo>
                  <a:lnTo>
                    <a:pt x="6115002" y="498936"/>
                  </a:lnTo>
                  <a:lnTo>
                    <a:pt x="6165954" y="534814"/>
                  </a:lnTo>
                  <a:lnTo>
                    <a:pt x="6216414" y="569535"/>
                  </a:lnTo>
                  <a:lnTo>
                    <a:pt x="6266269" y="602710"/>
                  </a:lnTo>
                  <a:lnTo>
                    <a:pt x="6315488" y="634030"/>
                  </a:lnTo>
                  <a:lnTo>
                    <a:pt x="6364140" y="663269"/>
                  </a:lnTo>
                  <a:lnTo>
                    <a:pt x="6412411" y="690292"/>
                  </a:lnTo>
                  <a:lnTo>
                    <a:pt x="6460615" y="715049"/>
                  </a:lnTo>
                  <a:lnTo>
                    <a:pt x="6509216" y="737563"/>
                  </a:lnTo>
                  <a:lnTo>
                    <a:pt x="6515891" y="740456"/>
                  </a:lnTo>
                  <a:lnTo>
                    <a:pt x="6564122" y="759901"/>
                  </a:lnTo>
                  <a:lnTo>
                    <a:pt x="6614082" y="777314"/>
                  </a:lnTo>
                  <a:lnTo>
                    <a:pt x="6666616" y="792811"/>
                  </a:lnTo>
                  <a:lnTo>
                    <a:pt x="6722666" y="806578"/>
                  </a:lnTo>
                  <a:lnTo>
                    <a:pt x="6783183" y="818821"/>
                  </a:lnTo>
                  <a:lnTo>
                    <a:pt x="6849036" y="829737"/>
                  </a:lnTo>
                  <a:lnTo>
                    <a:pt x="6920897" y="839494"/>
                  </a:lnTo>
                  <a:lnTo>
                    <a:pt x="6999083" y="848225"/>
                  </a:lnTo>
                  <a:lnTo>
                    <a:pt x="7083348" y="856020"/>
                  </a:lnTo>
                  <a:lnTo>
                    <a:pt x="7172651" y="862932"/>
                  </a:lnTo>
                  <a:lnTo>
                    <a:pt x="7264940" y="868975"/>
                  </a:lnTo>
                  <a:lnTo>
                    <a:pt x="7357054" y="874137"/>
                  </a:lnTo>
                  <a:lnTo>
                    <a:pt x="7444871" y="878397"/>
                  </a:lnTo>
                  <a:lnTo>
                    <a:pt x="7523799" y="881744"/>
                  </a:lnTo>
                  <a:lnTo>
                    <a:pt x="7589591" y="884205"/>
                  </a:lnTo>
                  <a:lnTo>
                    <a:pt x="7639308" y="885858"/>
                  </a:lnTo>
                  <a:lnTo>
                    <a:pt x="7672109" y="886833"/>
                  </a:lnTo>
                  <a:lnTo>
                    <a:pt x="7689591" y="887299"/>
                  </a:lnTo>
                  <a:lnTo>
                    <a:pt x="7695675" y="887446"/>
                  </a:lnTo>
                  <a:lnTo>
                    <a:pt x="7696237" y="887459"/>
                  </a:lnTo>
                  <a:lnTo>
                    <a:pt x="8234974" y="887459"/>
                  </a:lnTo>
                  <a:lnTo>
                    <a:pt x="8234974" y="882014"/>
                  </a:lnTo>
                  <a:lnTo>
                    <a:pt x="7696237" y="882014"/>
                  </a:lnTo>
                  <a:lnTo>
                    <a:pt x="7694949" y="881985"/>
                  </a:lnTo>
                  <a:lnTo>
                    <a:pt x="7686543" y="881777"/>
                  </a:lnTo>
                  <a:lnTo>
                    <a:pt x="7665581" y="881203"/>
                  </a:lnTo>
                  <a:lnTo>
                    <a:pt x="7628682" y="880077"/>
                  </a:lnTo>
                  <a:lnTo>
                    <a:pt x="7574851" y="878236"/>
                  </a:lnTo>
                  <a:lnTo>
                    <a:pt x="7505498" y="875562"/>
                  </a:lnTo>
                  <a:lnTo>
                    <a:pt x="7423966" y="871991"/>
                  </a:lnTo>
                  <a:lnTo>
                    <a:pt x="7334676" y="867508"/>
                  </a:lnTo>
                  <a:lnTo>
                    <a:pt x="7242169" y="862128"/>
                  </a:lnTo>
                  <a:lnTo>
                    <a:pt x="7150363" y="855872"/>
                  </a:lnTo>
                  <a:lnTo>
                    <a:pt x="7062148" y="848746"/>
                  </a:lnTo>
                  <a:lnTo>
                    <a:pt x="6979313" y="840727"/>
                  </a:lnTo>
                  <a:lnTo>
                    <a:pt x="6902682" y="831755"/>
                  </a:lnTo>
                  <a:lnTo>
                    <a:pt x="6832341" y="821727"/>
                  </a:lnTo>
                  <a:lnTo>
                    <a:pt x="6767870" y="810502"/>
                  </a:lnTo>
                  <a:lnTo>
                    <a:pt x="6708534" y="797904"/>
                  </a:lnTo>
                  <a:lnTo>
                    <a:pt x="6653436" y="783732"/>
                  </a:lnTo>
                  <a:lnTo>
                    <a:pt x="6601619" y="767780"/>
                  </a:lnTo>
                  <a:lnTo>
                    <a:pt x="6552156" y="749874"/>
                  </a:lnTo>
                  <a:lnTo>
                    <a:pt x="6515891" y="735012"/>
                  </a:lnTo>
                  <a:lnTo>
                    <a:pt x="6467190" y="712797"/>
                  </a:lnTo>
                  <a:lnTo>
                    <a:pt x="6418963" y="688348"/>
                  </a:lnTo>
                  <a:lnTo>
                    <a:pt x="6370723" y="661632"/>
                  </a:lnTo>
                  <a:lnTo>
                    <a:pt x="6322136" y="632689"/>
                  </a:lnTo>
                  <a:lnTo>
                    <a:pt x="6273001" y="601641"/>
                  </a:lnTo>
                  <a:lnTo>
                    <a:pt x="6223233" y="568702"/>
                  </a:lnTo>
                  <a:lnTo>
                    <a:pt x="6172850" y="534170"/>
                  </a:lnTo>
                  <a:lnTo>
                    <a:pt x="6121956" y="498424"/>
                  </a:lnTo>
                  <a:lnTo>
                    <a:pt x="6070721" y="461907"/>
                  </a:lnTo>
                  <a:lnTo>
                    <a:pt x="6019356" y="425106"/>
                  </a:lnTo>
                  <a:lnTo>
                    <a:pt x="5968090" y="388522"/>
                  </a:lnTo>
                  <a:lnTo>
                    <a:pt x="5917139" y="352644"/>
                  </a:lnTo>
                  <a:lnTo>
                    <a:pt x="5866679" y="317923"/>
                  </a:lnTo>
                  <a:lnTo>
                    <a:pt x="5816824" y="284748"/>
                  </a:lnTo>
                  <a:lnTo>
                    <a:pt x="5767605" y="253428"/>
                  </a:lnTo>
                  <a:lnTo>
                    <a:pt x="5718952" y="224189"/>
                  </a:lnTo>
                  <a:lnTo>
                    <a:pt x="5670682" y="197166"/>
                  </a:lnTo>
                  <a:lnTo>
                    <a:pt x="5622478" y="172409"/>
                  </a:lnTo>
                  <a:lnTo>
                    <a:pt x="5573876" y="149895"/>
                  </a:lnTo>
                  <a:lnTo>
                    <a:pt x="5567201" y="147002"/>
                  </a:lnTo>
                  <a:lnTo>
                    <a:pt x="5518970" y="127557"/>
                  </a:lnTo>
                  <a:lnTo>
                    <a:pt x="5469011" y="110144"/>
                  </a:lnTo>
                  <a:lnTo>
                    <a:pt x="5416476" y="94647"/>
                  </a:lnTo>
                  <a:lnTo>
                    <a:pt x="5360426" y="80880"/>
                  </a:lnTo>
                  <a:lnTo>
                    <a:pt x="5299909" y="68637"/>
                  </a:lnTo>
                  <a:lnTo>
                    <a:pt x="5234056" y="57721"/>
                  </a:lnTo>
                  <a:lnTo>
                    <a:pt x="5162195" y="47964"/>
                  </a:lnTo>
                  <a:lnTo>
                    <a:pt x="5084010" y="39233"/>
                  </a:lnTo>
                  <a:lnTo>
                    <a:pt x="4999745" y="31438"/>
                  </a:lnTo>
                  <a:lnTo>
                    <a:pt x="4910441" y="24526"/>
                  </a:lnTo>
                  <a:lnTo>
                    <a:pt x="4818153" y="18483"/>
                  </a:lnTo>
                  <a:lnTo>
                    <a:pt x="4726039" y="13321"/>
                  </a:lnTo>
                  <a:lnTo>
                    <a:pt x="4638221" y="9062"/>
                  </a:lnTo>
                  <a:lnTo>
                    <a:pt x="4559294" y="5714"/>
                  </a:lnTo>
                  <a:lnTo>
                    <a:pt x="4493502" y="3253"/>
                  </a:lnTo>
                  <a:lnTo>
                    <a:pt x="4443784" y="1600"/>
                  </a:lnTo>
                  <a:lnTo>
                    <a:pt x="4410984" y="625"/>
                  </a:lnTo>
                  <a:lnTo>
                    <a:pt x="4393501" y="159"/>
                  </a:lnTo>
                  <a:lnTo>
                    <a:pt x="4387417" y="1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0" y="94"/>
                  </a:lnTo>
                  <a:lnTo>
                    <a:pt x="3839601" y="769"/>
                  </a:lnTo>
                  <a:lnTo>
                    <a:pt x="3821089" y="2637"/>
                  </a:lnTo>
                  <a:lnTo>
                    <a:pt x="3788284" y="6306"/>
                  </a:lnTo>
                  <a:lnTo>
                    <a:pt x="3739982" y="12324"/>
                  </a:lnTo>
                  <a:lnTo>
                    <a:pt x="3677021" y="21108"/>
                  </a:lnTo>
                  <a:lnTo>
                    <a:pt x="3601984" y="32908"/>
                  </a:lnTo>
                  <a:lnTo>
                    <a:pt x="3518557" y="47817"/>
                  </a:lnTo>
                  <a:lnTo>
                    <a:pt x="3430770" y="65809"/>
                  </a:lnTo>
                  <a:lnTo>
                    <a:pt x="3342312" y="86814"/>
                  </a:lnTo>
                  <a:lnTo>
                    <a:pt x="3256108" y="110780"/>
                  </a:lnTo>
                  <a:lnTo>
                    <a:pt x="3174158" y="137735"/>
                  </a:lnTo>
                  <a:lnTo>
                    <a:pt x="3097585" y="167810"/>
                  </a:lnTo>
                  <a:lnTo>
                    <a:pt x="3026790" y="201267"/>
                  </a:lnTo>
                  <a:lnTo>
                    <a:pt x="2961644" y="238490"/>
                  </a:lnTo>
                  <a:lnTo>
                    <a:pt x="2901660" y="279984"/>
                  </a:lnTo>
                  <a:lnTo>
                    <a:pt x="2846138" y="326355"/>
                  </a:lnTo>
                  <a:lnTo>
                    <a:pt x="2794270" y="378268"/>
                  </a:lnTo>
                  <a:lnTo>
                    <a:pt x="2745219" y="436383"/>
                  </a:lnTo>
                  <a:lnTo>
                    <a:pt x="2698188" y="501235"/>
                  </a:lnTo>
                  <a:lnTo>
                    <a:pt x="2667772" y="548083"/>
                  </a:lnTo>
                  <a:lnTo>
                    <a:pt x="2634404" y="603810"/>
                  </a:lnTo>
                  <a:lnTo>
                    <a:pt x="2601341" y="663390"/>
                  </a:lnTo>
                  <a:lnTo>
                    <a:pt x="2568404" y="726903"/>
                  </a:lnTo>
                  <a:lnTo>
                    <a:pt x="2535449" y="794372"/>
                  </a:lnTo>
                  <a:lnTo>
                    <a:pt x="2502364" y="865759"/>
                  </a:lnTo>
                  <a:lnTo>
                    <a:pt x="2469067" y="940963"/>
                  </a:lnTo>
                  <a:lnTo>
                    <a:pt x="2435506" y="1019807"/>
                  </a:lnTo>
                  <a:lnTo>
                    <a:pt x="2401651" y="1102047"/>
                  </a:lnTo>
                  <a:lnTo>
                    <a:pt x="2367496" y="1187364"/>
                  </a:lnTo>
                  <a:lnTo>
                    <a:pt x="2333058" y="1275369"/>
                  </a:lnTo>
                  <a:lnTo>
                    <a:pt x="2298369" y="1365611"/>
                  </a:lnTo>
                  <a:lnTo>
                    <a:pt x="2263478" y="1457583"/>
                  </a:lnTo>
                  <a:lnTo>
                    <a:pt x="2228446" y="1550733"/>
                  </a:lnTo>
                  <a:lnTo>
                    <a:pt x="2193341" y="1644479"/>
                  </a:lnTo>
                  <a:lnTo>
                    <a:pt x="2158236" y="1738224"/>
                  </a:lnTo>
                  <a:lnTo>
                    <a:pt x="2123205" y="1831370"/>
                  </a:lnTo>
                  <a:lnTo>
                    <a:pt x="2088315" y="1923335"/>
                  </a:lnTo>
                  <a:lnTo>
                    <a:pt x="2053627" y="2013567"/>
                  </a:lnTo>
                  <a:lnTo>
                    <a:pt x="2019190" y="2101560"/>
                  </a:lnTo>
                  <a:lnTo>
                    <a:pt x="1985037" y="2186863"/>
                  </a:lnTo>
                  <a:lnTo>
                    <a:pt x="1951183" y="2269087"/>
                  </a:lnTo>
                  <a:lnTo>
                    <a:pt x="1917623" y="2347914"/>
                  </a:lnTo>
                  <a:lnTo>
                    <a:pt x="1884328" y="2423098"/>
                  </a:lnTo>
                  <a:lnTo>
                    <a:pt x="1851244" y="2494467"/>
                  </a:lnTo>
                  <a:lnTo>
                    <a:pt x="1818288" y="2561916"/>
                  </a:lnTo>
                  <a:lnTo>
                    <a:pt x="1785351" y="2625410"/>
                  </a:lnTo>
                  <a:lnTo>
                    <a:pt x="1752288" y="2684971"/>
                  </a:lnTo>
                  <a:lnTo>
                    <a:pt x="1719082" y="2740415"/>
                  </a:lnTo>
                  <a:lnTo>
                    <a:pt x="1673003" y="2809885"/>
                  </a:lnTo>
                  <a:lnTo>
                    <a:pt x="1625375" y="2872423"/>
                  </a:lnTo>
                  <a:lnTo>
                    <a:pt x="1575467" y="2928379"/>
                  </a:lnTo>
                  <a:lnTo>
                    <a:pt x="1522462" y="2978349"/>
                  </a:lnTo>
                  <a:lnTo>
                    <a:pt x="1465524" y="3023005"/>
                  </a:lnTo>
                  <a:lnTo>
                    <a:pt x="1403871" y="3062997"/>
                  </a:lnTo>
                  <a:lnTo>
                    <a:pt x="1336862" y="3098901"/>
                  </a:lnTo>
                  <a:lnTo>
                    <a:pt x="1264112" y="3131181"/>
                  </a:lnTo>
                  <a:lnTo>
                    <a:pt x="1185651" y="3160183"/>
                  </a:lnTo>
                  <a:lnTo>
                    <a:pt x="1102102" y="3186121"/>
                  </a:lnTo>
                  <a:lnTo>
                    <a:pt x="1014868" y="3209092"/>
                  </a:lnTo>
                  <a:lnTo>
                    <a:pt x="926265" y="3229089"/>
                  </a:lnTo>
                  <a:lnTo>
                    <a:pt x="839507" y="3246050"/>
                  </a:lnTo>
                  <a:lnTo>
                    <a:pt x="758458" y="3259910"/>
                  </a:lnTo>
                  <a:lnTo>
                    <a:pt x="687116" y="3270677"/>
                  </a:lnTo>
                  <a:lnTo>
                    <a:pt x="628881" y="3278492"/>
                  </a:lnTo>
                  <a:lnTo>
                    <a:pt x="585805" y="3283665"/>
                  </a:lnTo>
                  <a:lnTo>
                    <a:pt x="558052" y="3286661"/>
                  </a:lnTo>
                  <a:lnTo>
                    <a:pt x="543732" y="3288058"/>
                  </a:lnTo>
                  <a:lnTo>
                    <a:pt x="539072" y="3288471"/>
                  </a:lnTo>
                  <a:lnTo>
                    <a:pt x="538736" y="3288498"/>
                  </a:lnTo>
                  <a:lnTo>
                    <a:pt x="0" y="3288498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78" name="pl1578"/>
            <p:cNvSpPr/>
            <p:nvPr/>
          </p:nvSpPr>
          <p:spPr>
            <a:xfrm>
              <a:off x="546595" y="1627027"/>
              <a:ext cx="8234974" cy="3288498"/>
            </a:xfrm>
            <a:custGeom>
              <a:avLst/>
              <a:pathLst>
                <a:path w="8234974" h="3288498">
                  <a:moveTo>
                    <a:pt x="0" y="3288498"/>
                  </a:moveTo>
                  <a:lnTo>
                    <a:pt x="538736" y="3288498"/>
                  </a:lnTo>
                  <a:lnTo>
                    <a:pt x="539865" y="3288404"/>
                  </a:lnTo>
                  <a:lnTo>
                    <a:pt x="547253" y="3287728"/>
                  </a:lnTo>
                  <a:lnTo>
                    <a:pt x="565765" y="3285861"/>
                  </a:lnTo>
                  <a:lnTo>
                    <a:pt x="598571" y="3282191"/>
                  </a:lnTo>
                  <a:lnTo>
                    <a:pt x="646873" y="3276174"/>
                  </a:lnTo>
                  <a:lnTo>
                    <a:pt x="709833" y="3267390"/>
                  </a:lnTo>
                  <a:lnTo>
                    <a:pt x="784871" y="3255589"/>
                  </a:lnTo>
                  <a:lnTo>
                    <a:pt x="868297" y="3240680"/>
                  </a:lnTo>
                  <a:lnTo>
                    <a:pt x="956084" y="3222688"/>
                  </a:lnTo>
                  <a:lnTo>
                    <a:pt x="1044543" y="3201684"/>
                  </a:lnTo>
                  <a:lnTo>
                    <a:pt x="1130747" y="3177717"/>
                  </a:lnTo>
                  <a:lnTo>
                    <a:pt x="1212697" y="3150763"/>
                  </a:lnTo>
                  <a:lnTo>
                    <a:pt x="1289270" y="3120687"/>
                  </a:lnTo>
                  <a:lnTo>
                    <a:pt x="1360064" y="3087231"/>
                  </a:lnTo>
                  <a:lnTo>
                    <a:pt x="1425211" y="3050008"/>
                  </a:lnTo>
                  <a:lnTo>
                    <a:pt x="1485195" y="3008513"/>
                  </a:lnTo>
                  <a:lnTo>
                    <a:pt x="1540716" y="2962143"/>
                  </a:lnTo>
                  <a:lnTo>
                    <a:pt x="1592584" y="2910230"/>
                  </a:lnTo>
                  <a:lnTo>
                    <a:pt x="1641635" y="2852115"/>
                  </a:lnTo>
                  <a:lnTo>
                    <a:pt x="1688666" y="2787263"/>
                  </a:lnTo>
                  <a:lnTo>
                    <a:pt x="1719082" y="2740415"/>
                  </a:lnTo>
                  <a:lnTo>
                    <a:pt x="1752451" y="2684688"/>
                  </a:lnTo>
                  <a:lnTo>
                    <a:pt x="1785513" y="2625107"/>
                  </a:lnTo>
                  <a:lnTo>
                    <a:pt x="1818450" y="2561595"/>
                  </a:lnTo>
                  <a:lnTo>
                    <a:pt x="1851406" y="2494126"/>
                  </a:lnTo>
                  <a:lnTo>
                    <a:pt x="1884491" y="2422738"/>
                  </a:lnTo>
                  <a:lnTo>
                    <a:pt x="1917787" y="2347535"/>
                  </a:lnTo>
                  <a:lnTo>
                    <a:pt x="1951349" y="2268691"/>
                  </a:lnTo>
                  <a:lnTo>
                    <a:pt x="1985204" y="2186451"/>
                  </a:lnTo>
                  <a:lnTo>
                    <a:pt x="2019358" y="2101134"/>
                  </a:lnTo>
                  <a:lnTo>
                    <a:pt x="2053797" y="2013129"/>
                  </a:lnTo>
                  <a:lnTo>
                    <a:pt x="2088486" y="1922887"/>
                  </a:lnTo>
                  <a:lnTo>
                    <a:pt x="2123377" y="1830915"/>
                  </a:lnTo>
                  <a:lnTo>
                    <a:pt x="2158409" y="1737765"/>
                  </a:lnTo>
                  <a:lnTo>
                    <a:pt x="2193514" y="1644018"/>
                  </a:lnTo>
                  <a:lnTo>
                    <a:pt x="2228618" y="1550273"/>
                  </a:lnTo>
                  <a:lnTo>
                    <a:pt x="2263650" y="1457127"/>
                  </a:lnTo>
                  <a:lnTo>
                    <a:pt x="2298540" y="1365163"/>
                  </a:lnTo>
                  <a:lnTo>
                    <a:pt x="2333228" y="1274931"/>
                  </a:lnTo>
                  <a:lnTo>
                    <a:pt x="2367665" y="1186937"/>
                  </a:lnTo>
                  <a:lnTo>
                    <a:pt x="2401818" y="1101635"/>
                  </a:lnTo>
                  <a:lnTo>
                    <a:pt x="2435671" y="1019411"/>
                  </a:lnTo>
                  <a:lnTo>
                    <a:pt x="2469231" y="940584"/>
                  </a:lnTo>
                  <a:lnTo>
                    <a:pt x="2502527" y="865399"/>
                  </a:lnTo>
                  <a:lnTo>
                    <a:pt x="2535611" y="794031"/>
                  </a:lnTo>
                  <a:lnTo>
                    <a:pt x="2568566" y="726581"/>
                  </a:lnTo>
                  <a:lnTo>
                    <a:pt x="2601503" y="663088"/>
                  </a:lnTo>
                  <a:lnTo>
                    <a:pt x="2634567" y="603527"/>
                  </a:lnTo>
                  <a:lnTo>
                    <a:pt x="2667772" y="548083"/>
                  </a:lnTo>
                  <a:lnTo>
                    <a:pt x="2713852" y="478613"/>
                  </a:lnTo>
                  <a:lnTo>
                    <a:pt x="2761480" y="416075"/>
                  </a:lnTo>
                  <a:lnTo>
                    <a:pt x="2811387" y="360119"/>
                  </a:lnTo>
                  <a:lnTo>
                    <a:pt x="2864393" y="310149"/>
                  </a:lnTo>
                  <a:lnTo>
                    <a:pt x="2921331" y="265493"/>
                  </a:lnTo>
                  <a:lnTo>
                    <a:pt x="2982984" y="225500"/>
                  </a:lnTo>
                  <a:lnTo>
                    <a:pt x="3049993" y="189597"/>
                  </a:lnTo>
                  <a:lnTo>
                    <a:pt x="3122742" y="157317"/>
                  </a:lnTo>
                  <a:lnTo>
                    <a:pt x="3201203" y="128315"/>
                  </a:lnTo>
                  <a:lnTo>
                    <a:pt x="3284753" y="102376"/>
                  </a:lnTo>
                  <a:lnTo>
                    <a:pt x="3371986" y="79406"/>
                  </a:lnTo>
                  <a:lnTo>
                    <a:pt x="3460589" y="59408"/>
                  </a:lnTo>
                  <a:lnTo>
                    <a:pt x="3547348" y="42448"/>
                  </a:lnTo>
                  <a:lnTo>
                    <a:pt x="3628397" y="28587"/>
                  </a:lnTo>
                  <a:lnTo>
                    <a:pt x="3699739" y="17820"/>
                  </a:lnTo>
                  <a:lnTo>
                    <a:pt x="3757973" y="10005"/>
                  </a:lnTo>
                  <a:lnTo>
                    <a:pt x="3801049" y="4833"/>
                  </a:lnTo>
                  <a:lnTo>
                    <a:pt x="3828803" y="1836"/>
                  </a:lnTo>
                  <a:lnTo>
                    <a:pt x="3843123" y="440"/>
                  </a:lnTo>
                  <a:lnTo>
                    <a:pt x="3847783" y="2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3" y="29"/>
                  </a:lnTo>
                  <a:lnTo>
                    <a:pt x="4396549" y="236"/>
                  </a:lnTo>
                  <a:lnTo>
                    <a:pt x="4417512" y="810"/>
                  </a:lnTo>
                  <a:lnTo>
                    <a:pt x="4454410" y="1937"/>
                  </a:lnTo>
                  <a:lnTo>
                    <a:pt x="4508241" y="3778"/>
                  </a:lnTo>
                  <a:lnTo>
                    <a:pt x="4577594" y="6452"/>
                  </a:lnTo>
                  <a:lnTo>
                    <a:pt x="4659126" y="10022"/>
                  </a:lnTo>
                  <a:lnTo>
                    <a:pt x="4748416" y="14505"/>
                  </a:lnTo>
                  <a:lnTo>
                    <a:pt x="4840923" y="19885"/>
                  </a:lnTo>
                  <a:lnTo>
                    <a:pt x="4932730" y="26142"/>
                  </a:lnTo>
                  <a:lnTo>
                    <a:pt x="5020945" y="33268"/>
                  </a:lnTo>
                  <a:lnTo>
                    <a:pt x="5103780" y="41286"/>
                  </a:lnTo>
                  <a:lnTo>
                    <a:pt x="5180411" y="50258"/>
                  </a:lnTo>
                  <a:lnTo>
                    <a:pt x="5250751" y="60286"/>
                  </a:lnTo>
                  <a:lnTo>
                    <a:pt x="5315223" y="71511"/>
                  </a:lnTo>
                  <a:lnTo>
                    <a:pt x="5374558" y="84110"/>
                  </a:lnTo>
                  <a:lnTo>
                    <a:pt x="5429656" y="98282"/>
                  </a:lnTo>
                  <a:lnTo>
                    <a:pt x="5481474" y="114233"/>
                  </a:lnTo>
                  <a:lnTo>
                    <a:pt x="5530937" y="132139"/>
                  </a:lnTo>
                  <a:lnTo>
                    <a:pt x="5567201" y="147002"/>
                  </a:lnTo>
                  <a:lnTo>
                    <a:pt x="5615902" y="169217"/>
                  </a:lnTo>
                  <a:lnTo>
                    <a:pt x="5664130" y="193665"/>
                  </a:lnTo>
                  <a:lnTo>
                    <a:pt x="5712370" y="220381"/>
                  </a:lnTo>
                  <a:lnTo>
                    <a:pt x="5760956" y="249325"/>
                  </a:lnTo>
                  <a:lnTo>
                    <a:pt x="5810092" y="280372"/>
                  </a:lnTo>
                  <a:lnTo>
                    <a:pt x="5859860" y="313312"/>
                  </a:lnTo>
                  <a:lnTo>
                    <a:pt x="5910243" y="347844"/>
                  </a:lnTo>
                  <a:lnTo>
                    <a:pt x="5961137" y="383590"/>
                  </a:lnTo>
                  <a:lnTo>
                    <a:pt x="6012372" y="420106"/>
                  </a:lnTo>
                  <a:lnTo>
                    <a:pt x="6063736" y="456907"/>
                  </a:lnTo>
                  <a:lnTo>
                    <a:pt x="6115002" y="493491"/>
                  </a:lnTo>
                  <a:lnTo>
                    <a:pt x="6165954" y="529369"/>
                  </a:lnTo>
                  <a:lnTo>
                    <a:pt x="6216414" y="564090"/>
                  </a:lnTo>
                  <a:lnTo>
                    <a:pt x="6266269" y="597266"/>
                  </a:lnTo>
                  <a:lnTo>
                    <a:pt x="6315488" y="628585"/>
                  </a:lnTo>
                  <a:lnTo>
                    <a:pt x="6364140" y="657824"/>
                  </a:lnTo>
                  <a:lnTo>
                    <a:pt x="6412411" y="684848"/>
                  </a:lnTo>
                  <a:lnTo>
                    <a:pt x="6460615" y="709604"/>
                  </a:lnTo>
                  <a:lnTo>
                    <a:pt x="6509216" y="732118"/>
                  </a:lnTo>
                  <a:lnTo>
                    <a:pt x="6515891" y="735012"/>
                  </a:lnTo>
                  <a:lnTo>
                    <a:pt x="6564122" y="754456"/>
                  </a:lnTo>
                  <a:lnTo>
                    <a:pt x="6614082" y="771870"/>
                  </a:lnTo>
                  <a:lnTo>
                    <a:pt x="6666616" y="787366"/>
                  </a:lnTo>
                  <a:lnTo>
                    <a:pt x="6722666" y="801133"/>
                  </a:lnTo>
                  <a:lnTo>
                    <a:pt x="6783183" y="813377"/>
                  </a:lnTo>
                  <a:lnTo>
                    <a:pt x="6849036" y="824293"/>
                  </a:lnTo>
                  <a:lnTo>
                    <a:pt x="6920897" y="834050"/>
                  </a:lnTo>
                  <a:lnTo>
                    <a:pt x="6999083" y="842780"/>
                  </a:lnTo>
                  <a:lnTo>
                    <a:pt x="7083348" y="850575"/>
                  </a:lnTo>
                  <a:lnTo>
                    <a:pt x="7172651" y="857487"/>
                  </a:lnTo>
                  <a:lnTo>
                    <a:pt x="7264940" y="863530"/>
                  </a:lnTo>
                  <a:lnTo>
                    <a:pt x="7357054" y="868693"/>
                  </a:lnTo>
                  <a:lnTo>
                    <a:pt x="7444871" y="872952"/>
                  </a:lnTo>
                  <a:lnTo>
                    <a:pt x="7523799" y="876299"/>
                  </a:lnTo>
                  <a:lnTo>
                    <a:pt x="7589591" y="878761"/>
                  </a:lnTo>
                  <a:lnTo>
                    <a:pt x="7639308" y="880414"/>
                  </a:lnTo>
                  <a:lnTo>
                    <a:pt x="7672109" y="881388"/>
                  </a:lnTo>
                  <a:lnTo>
                    <a:pt x="7689591" y="881855"/>
                  </a:lnTo>
                  <a:lnTo>
                    <a:pt x="7695675" y="882002"/>
                  </a:lnTo>
                  <a:lnTo>
                    <a:pt x="7696237" y="882014"/>
                  </a:lnTo>
                  <a:lnTo>
                    <a:pt x="8234974" y="882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9" name="pl1579"/>
            <p:cNvSpPr/>
            <p:nvPr/>
          </p:nvSpPr>
          <p:spPr>
            <a:xfrm>
              <a:off x="546595" y="1621582"/>
              <a:ext cx="8234974" cy="3288498"/>
            </a:xfrm>
            <a:custGeom>
              <a:avLst/>
              <a:pathLst>
                <a:path w="8234974" h="3288498">
                  <a:moveTo>
                    <a:pt x="8234974" y="882014"/>
                  </a:moveTo>
                  <a:lnTo>
                    <a:pt x="7696237" y="882014"/>
                  </a:lnTo>
                  <a:lnTo>
                    <a:pt x="7694949" y="881985"/>
                  </a:lnTo>
                  <a:lnTo>
                    <a:pt x="7686543" y="881777"/>
                  </a:lnTo>
                  <a:lnTo>
                    <a:pt x="7665581" y="881203"/>
                  </a:lnTo>
                  <a:lnTo>
                    <a:pt x="7628682" y="880077"/>
                  </a:lnTo>
                  <a:lnTo>
                    <a:pt x="7574851" y="878236"/>
                  </a:lnTo>
                  <a:lnTo>
                    <a:pt x="7505498" y="875562"/>
                  </a:lnTo>
                  <a:lnTo>
                    <a:pt x="7423966" y="871991"/>
                  </a:lnTo>
                  <a:lnTo>
                    <a:pt x="7334676" y="867508"/>
                  </a:lnTo>
                  <a:lnTo>
                    <a:pt x="7242169" y="862128"/>
                  </a:lnTo>
                  <a:lnTo>
                    <a:pt x="7150363" y="855872"/>
                  </a:lnTo>
                  <a:lnTo>
                    <a:pt x="7062148" y="848746"/>
                  </a:lnTo>
                  <a:lnTo>
                    <a:pt x="6979313" y="840727"/>
                  </a:lnTo>
                  <a:lnTo>
                    <a:pt x="6902682" y="831755"/>
                  </a:lnTo>
                  <a:lnTo>
                    <a:pt x="6832341" y="821727"/>
                  </a:lnTo>
                  <a:lnTo>
                    <a:pt x="6767870" y="810502"/>
                  </a:lnTo>
                  <a:lnTo>
                    <a:pt x="6708534" y="797904"/>
                  </a:lnTo>
                  <a:lnTo>
                    <a:pt x="6653436" y="783732"/>
                  </a:lnTo>
                  <a:lnTo>
                    <a:pt x="6601619" y="767780"/>
                  </a:lnTo>
                  <a:lnTo>
                    <a:pt x="6552156" y="749874"/>
                  </a:lnTo>
                  <a:lnTo>
                    <a:pt x="6515891" y="735012"/>
                  </a:lnTo>
                  <a:lnTo>
                    <a:pt x="6467190" y="712797"/>
                  </a:lnTo>
                  <a:lnTo>
                    <a:pt x="6418963" y="688348"/>
                  </a:lnTo>
                  <a:lnTo>
                    <a:pt x="6370723" y="661632"/>
                  </a:lnTo>
                  <a:lnTo>
                    <a:pt x="6322136" y="632689"/>
                  </a:lnTo>
                  <a:lnTo>
                    <a:pt x="6273001" y="601641"/>
                  </a:lnTo>
                  <a:lnTo>
                    <a:pt x="6223233" y="568702"/>
                  </a:lnTo>
                  <a:lnTo>
                    <a:pt x="6172850" y="534170"/>
                  </a:lnTo>
                  <a:lnTo>
                    <a:pt x="6121956" y="498424"/>
                  </a:lnTo>
                  <a:lnTo>
                    <a:pt x="6070721" y="461907"/>
                  </a:lnTo>
                  <a:lnTo>
                    <a:pt x="6019356" y="425106"/>
                  </a:lnTo>
                  <a:lnTo>
                    <a:pt x="5968090" y="388522"/>
                  </a:lnTo>
                  <a:lnTo>
                    <a:pt x="5917139" y="352644"/>
                  </a:lnTo>
                  <a:lnTo>
                    <a:pt x="5866679" y="317923"/>
                  </a:lnTo>
                  <a:lnTo>
                    <a:pt x="5816824" y="284748"/>
                  </a:lnTo>
                  <a:lnTo>
                    <a:pt x="5767605" y="253428"/>
                  </a:lnTo>
                  <a:lnTo>
                    <a:pt x="5718952" y="224189"/>
                  </a:lnTo>
                  <a:lnTo>
                    <a:pt x="5670682" y="197166"/>
                  </a:lnTo>
                  <a:lnTo>
                    <a:pt x="5622478" y="172409"/>
                  </a:lnTo>
                  <a:lnTo>
                    <a:pt x="5573876" y="149895"/>
                  </a:lnTo>
                  <a:lnTo>
                    <a:pt x="5567201" y="147002"/>
                  </a:lnTo>
                  <a:lnTo>
                    <a:pt x="5518970" y="127557"/>
                  </a:lnTo>
                  <a:lnTo>
                    <a:pt x="5469011" y="110144"/>
                  </a:lnTo>
                  <a:lnTo>
                    <a:pt x="5416476" y="94647"/>
                  </a:lnTo>
                  <a:lnTo>
                    <a:pt x="5360426" y="80880"/>
                  </a:lnTo>
                  <a:lnTo>
                    <a:pt x="5299909" y="68637"/>
                  </a:lnTo>
                  <a:lnTo>
                    <a:pt x="5234056" y="57721"/>
                  </a:lnTo>
                  <a:lnTo>
                    <a:pt x="5162195" y="47964"/>
                  </a:lnTo>
                  <a:lnTo>
                    <a:pt x="5084010" y="39233"/>
                  </a:lnTo>
                  <a:lnTo>
                    <a:pt x="4999745" y="31438"/>
                  </a:lnTo>
                  <a:lnTo>
                    <a:pt x="4910441" y="24526"/>
                  </a:lnTo>
                  <a:lnTo>
                    <a:pt x="4818153" y="18483"/>
                  </a:lnTo>
                  <a:lnTo>
                    <a:pt x="4726039" y="13321"/>
                  </a:lnTo>
                  <a:lnTo>
                    <a:pt x="4638221" y="9062"/>
                  </a:lnTo>
                  <a:lnTo>
                    <a:pt x="4559294" y="5714"/>
                  </a:lnTo>
                  <a:lnTo>
                    <a:pt x="4493502" y="3253"/>
                  </a:lnTo>
                  <a:lnTo>
                    <a:pt x="4443784" y="1600"/>
                  </a:lnTo>
                  <a:lnTo>
                    <a:pt x="4410984" y="625"/>
                  </a:lnTo>
                  <a:lnTo>
                    <a:pt x="4393501" y="159"/>
                  </a:lnTo>
                  <a:lnTo>
                    <a:pt x="4387417" y="1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0" y="94"/>
                  </a:lnTo>
                  <a:lnTo>
                    <a:pt x="3839601" y="769"/>
                  </a:lnTo>
                  <a:lnTo>
                    <a:pt x="3821089" y="2637"/>
                  </a:lnTo>
                  <a:lnTo>
                    <a:pt x="3788284" y="6306"/>
                  </a:lnTo>
                  <a:lnTo>
                    <a:pt x="3739982" y="12324"/>
                  </a:lnTo>
                  <a:lnTo>
                    <a:pt x="3677021" y="21108"/>
                  </a:lnTo>
                  <a:lnTo>
                    <a:pt x="3601984" y="32908"/>
                  </a:lnTo>
                  <a:lnTo>
                    <a:pt x="3518557" y="47817"/>
                  </a:lnTo>
                  <a:lnTo>
                    <a:pt x="3430770" y="65809"/>
                  </a:lnTo>
                  <a:lnTo>
                    <a:pt x="3342312" y="86814"/>
                  </a:lnTo>
                  <a:lnTo>
                    <a:pt x="3256108" y="110780"/>
                  </a:lnTo>
                  <a:lnTo>
                    <a:pt x="3174158" y="137735"/>
                  </a:lnTo>
                  <a:lnTo>
                    <a:pt x="3097585" y="167810"/>
                  </a:lnTo>
                  <a:lnTo>
                    <a:pt x="3026790" y="201267"/>
                  </a:lnTo>
                  <a:lnTo>
                    <a:pt x="2961644" y="238490"/>
                  </a:lnTo>
                  <a:lnTo>
                    <a:pt x="2901660" y="279984"/>
                  </a:lnTo>
                  <a:lnTo>
                    <a:pt x="2846138" y="326355"/>
                  </a:lnTo>
                  <a:lnTo>
                    <a:pt x="2794270" y="378268"/>
                  </a:lnTo>
                  <a:lnTo>
                    <a:pt x="2745219" y="436383"/>
                  </a:lnTo>
                  <a:lnTo>
                    <a:pt x="2698188" y="501235"/>
                  </a:lnTo>
                  <a:lnTo>
                    <a:pt x="2667772" y="548083"/>
                  </a:lnTo>
                  <a:lnTo>
                    <a:pt x="2634404" y="603810"/>
                  </a:lnTo>
                  <a:lnTo>
                    <a:pt x="2601341" y="663390"/>
                  </a:lnTo>
                  <a:lnTo>
                    <a:pt x="2568404" y="726903"/>
                  </a:lnTo>
                  <a:lnTo>
                    <a:pt x="2535449" y="794372"/>
                  </a:lnTo>
                  <a:lnTo>
                    <a:pt x="2502364" y="865759"/>
                  </a:lnTo>
                  <a:lnTo>
                    <a:pt x="2469067" y="940963"/>
                  </a:lnTo>
                  <a:lnTo>
                    <a:pt x="2435506" y="1019807"/>
                  </a:lnTo>
                  <a:lnTo>
                    <a:pt x="2401651" y="1102047"/>
                  </a:lnTo>
                  <a:lnTo>
                    <a:pt x="2367496" y="1187364"/>
                  </a:lnTo>
                  <a:lnTo>
                    <a:pt x="2333058" y="1275369"/>
                  </a:lnTo>
                  <a:lnTo>
                    <a:pt x="2298369" y="1365611"/>
                  </a:lnTo>
                  <a:lnTo>
                    <a:pt x="2263478" y="1457583"/>
                  </a:lnTo>
                  <a:lnTo>
                    <a:pt x="2228446" y="1550733"/>
                  </a:lnTo>
                  <a:lnTo>
                    <a:pt x="2193341" y="1644479"/>
                  </a:lnTo>
                  <a:lnTo>
                    <a:pt x="2158236" y="1738224"/>
                  </a:lnTo>
                  <a:lnTo>
                    <a:pt x="2123205" y="1831370"/>
                  </a:lnTo>
                  <a:lnTo>
                    <a:pt x="2088315" y="1923335"/>
                  </a:lnTo>
                  <a:lnTo>
                    <a:pt x="2053627" y="2013567"/>
                  </a:lnTo>
                  <a:lnTo>
                    <a:pt x="2019190" y="2101560"/>
                  </a:lnTo>
                  <a:lnTo>
                    <a:pt x="1985037" y="2186863"/>
                  </a:lnTo>
                  <a:lnTo>
                    <a:pt x="1951183" y="2269087"/>
                  </a:lnTo>
                  <a:lnTo>
                    <a:pt x="1917623" y="2347914"/>
                  </a:lnTo>
                  <a:lnTo>
                    <a:pt x="1884328" y="2423098"/>
                  </a:lnTo>
                  <a:lnTo>
                    <a:pt x="1851244" y="2494467"/>
                  </a:lnTo>
                  <a:lnTo>
                    <a:pt x="1818288" y="2561916"/>
                  </a:lnTo>
                  <a:lnTo>
                    <a:pt x="1785351" y="2625410"/>
                  </a:lnTo>
                  <a:lnTo>
                    <a:pt x="1752288" y="2684971"/>
                  </a:lnTo>
                  <a:lnTo>
                    <a:pt x="1719082" y="2740415"/>
                  </a:lnTo>
                  <a:lnTo>
                    <a:pt x="1673003" y="2809885"/>
                  </a:lnTo>
                  <a:lnTo>
                    <a:pt x="1625375" y="2872423"/>
                  </a:lnTo>
                  <a:lnTo>
                    <a:pt x="1575467" y="2928379"/>
                  </a:lnTo>
                  <a:lnTo>
                    <a:pt x="1522462" y="2978349"/>
                  </a:lnTo>
                  <a:lnTo>
                    <a:pt x="1465524" y="3023005"/>
                  </a:lnTo>
                  <a:lnTo>
                    <a:pt x="1403871" y="3062997"/>
                  </a:lnTo>
                  <a:lnTo>
                    <a:pt x="1336862" y="3098901"/>
                  </a:lnTo>
                  <a:lnTo>
                    <a:pt x="1264112" y="3131181"/>
                  </a:lnTo>
                  <a:lnTo>
                    <a:pt x="1185651" y="3160183"/>
                  </a:lnTo>
                  <a:lnTo>
                    <a:pt x="1102102" y="3186121"/>
                  </a:lnTo>
                  <a:lnTo>
                    <a:pt x="1014868" y="3209092"/>
                  </a:lnTo>
                  <a:lnTo>
                    <a:pt x="926265" y="3229089"/>
                  </a:lnTo>
                  <a:lnTo>
                    <a:pt x="839507" y="3246050"/>
                  </a:lnTo>
                  <a:lnTo>
                    <a:pt x="758458" y="3259910"/>
                  </a:lnTo>
                  <a:lnTo>
                    <a:pt x="687116" y="3270677"/>
                  </a:lnTo>
                  <a:lnTo>
                    <a:pt x="628881" y="3278492"/>
                  </a:lnTo>
                  <a:lnTo>
                    <a:pt x="585805" y="3283665"/>
                  </a:lnTo>
                  <a:lnTo>
                    <a:pt x="558052" y="3286661"/>
                  </a:lnTo>
                  <a:lnTo>
                    <a:pt x="543732" y="3288058"/>
                  </a:lnTo>
                  <a:lnTo>
                    <a:pt x="539072" y="3288471"/>
                  </a:lnTo>
                  <a:lnTo>
                    <a:pt x="538736" y="3288498"/>
                  </a:lnTo>
                  <a:lnTo>
                    <a:pt x="0" y="32884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0" name="pg1580"/>
            <p:cNvSpPr/>
            <p:nvPr/>
          </p:nvSpPr>
          <p:spPr>
            <a:xfrm>
              <a:off x="546595" y="1779474"/>
              <a:ext cx="8234974" cy="3141496"/>
            </a:xfrm>
            <a:custGeom>
              <a:avLst/>
              <a:pathLst>
                <a:path w="8234974" h="3141496">
                  <a:moveTo>
                    <a:pt x="0" y="3141496"/>
                  </a:moveTo>
                  <a:lnTo>
                    <a:pt x="538736" y="3141496"/>
                  </a:lnTo>
                  <a:lnTo>
                    <a:pt x="539878" y="3141404"/>
                  </a:lnTo>
                  <a:lnTo>
                    <a:pt x="547353" y="3140752"/>
                  </a:lnTo>
                  <a:lnTo>
                    <a:pt x="566074" y="3138950"/>
                  </a:lnTo>
                  <a:lnTo>
                    <a:pt x="599230" y="3135407"/>
                  </a:lnTo>
                  <a:lnTo>
                    <a:pt x="648010" y="3129600"/>
                  </a:lnTo>
                  <a:lnTo>
                    <a:pt x="711529" y="3121127"/>
                  </a:lnTo>
                  <a:lnTo>
                    <a:pt x="787143" y="3109750"/>
                  </a:lnTo>
                  <a:lnTo>
                    <a:pt x="871099" y="3095384"/>
                  </a:lnTo>
                  <a:lnTo>
                    <a:pt x="959323" y="3078055"/>
                  </a:lnTo>
                  <a:lnTo>
                    <a:pt x="1048100" y="3057834"/>
                  </a:lnTo>
                  <a:lnTo>
                    <a:pt x="1134506" y="3034765"/>
                  </a:lnTo>
                  <a:lnTo>
                    <a:pt x="1216555" y="3008820"/>
                  </a:lnTo>
                  <a:lnTo>
                    <a:pt x="1293148" y="2979865"/>
                  </a:lnTo>
                  <a:lnTo>
                    <a:pt x="1363912" y="2947643"/>
                  </a:lnTo>
                  <a:lnTo>
                    <a:pt x="1429002" y="2911775"/>
                  </a:lnTo>
                  <a:lnTo>
                    <a:pt x="1488925" y="2871768"/>
                  </a:lnTo>
                  <a:lnTo>
                    <a:pt x="1544401" y="2827032"/>
                  </a:lnTo>
                  <a:lnTo>
                    <a:pt x="1596251" y="2776924"/>
                  </a:lnTo>
                  <a:lnTo>
                    <a:pt x="1645322" y="2720809"/>
                  </a:lnTo>
                  <a:lnTo>
                    <a:pt x="1692416" y="2658187"/>
                  </a:lnTo>
                  <a:lnTo>
                    <a:pt x="1719082" y="2618820"/>
                  </a:lnTo>
                  <a:lnTo>
                    <a:pt x="1753116" y="2564575"/>
                  </a:lnTo>
                  <a:lnTo>
                    <a:pt x="1786834" y="2506504"/>
                  </a:lnTo>
                  <a:lnTo>
                    <a:pt x="1820429" y="2444529"/>
                  </a:lnTo>
                  <a:lnTo>
                    <a:pt x="1854051" y="2378630"/>
                  </a:lnTo>
                  <a:lnTo>
                    <a:pt x="1887816" y="2308848"/>
                  </a:lnTo>
                  <a:lnTo>
                    <a:pt x="1921807" y="2235295"/>
                  </a:lnTo>
                  <a:lnTo>
                    <a:pt x="1956079" y="2158154"/>
                  </a:lnTo>
                  <a:lnTo>
                    <a:pt x="1990658" y="2077684"/>
                  </a:lnTo>
                  <a:lnTo>
                    <a:pt x="2025548" y="1994220"/>
                  </a:lnTo>
                  <a:lnTo>
                    <a:pt x="2060728" y="1908163"/>
                  </a:lnTo>
                  <a:lnTo>
                    <a:pt x="2096160" y="1819985"/>
                  </a:lnTo>
                  <a:lnTo>
                    <a:pt x="2131789" y="1730207"/>
                  </a:lnTo>
                  <a:lnTo>
                    <a:pt x="2167548" y="1639397"/>
                  </a:lnTo>
                  <a:lnTo>
                    <a:pt x="2203363" y="1548149"/>
                  </a:lnTo>
                  <a:lnTo>
                    <a:pt x="2239157" y="1457070"/>
                  </a:lnTo>
                  <a:lnTo>
                    <a:pt x="2274853" y="1366761"/>
                  </a:lnTo>
                  <a:lnTo>
                    <a:pt x="2310380" y="1277803"/>
                  </a:lnTo>
                  <a:lnTo>
                    <a:pt x="2345678" y="1190740"/>
                  </a:lnTo>
                  <a:lnTo>
                    <a:pt x="2380701" y="1106068"/>
                  </a:lnTo>
                  <a:lnTo>
                    <a:pt x="2415419" y="1024219"/>
                  </a:lnTo>
                  <a:lnTo>
                    <a:pt x="2449826" y="945560"/>
                  </a:lnTo>
                  <a:lnTo>
                    <a:pt x="2483937" y="870383"/>
                  </a:lnTo>
                  <a:lnTo>
                    <a:pt x="2517794" y="798904"/>
                  </a:lnTo>
                  <a:lnTo>
                    <a:pt x="2551467" y="731267"/>
                  </a:lnTo>
                  <a:lnTo>
                    <a:pt x="2585058" y="667544"/>
                  </a:lnTo>
                  <a:lnTo>
                    <a:pt x="2618700" y="607741"/>
                  </a:lnTo>
                  <a:lnTo>
                    <a:pt x="2652567" y="551805"/>
                  </a:lnTo>
                  <a:lnTo>
                    <a:pt x="2667772" y="528119"/>
                  </a:lnTo>
                  <a:lnTo>
                    <a:pt x="2714041" y="461615"/>
                  </a:lnTo>
                  <a:lnTo>
                    <a:pt x="2761874" y="401774"/>
                  </a:lnTo>
                  <a:lnTo>
                    <a:pt x="2812012" y="348256"/>
                  </a:lnTo>
                  <a:lnTo>
                    <a:pt x="2865283" y="300486"/>
                  </a:lnTo>
                  <a:lnTo>
                    <a:pt x="2922532" y="257814"/>
                  </a:lnTo>
                  <a:lnTo>
                    <a:pt x="2984549" y="219614"/>
                  </a:lnTo>
                  <a:lnTo>
                    <a:pt x="3051979" y="185332"/>
                  </a:lnTo>
                  <a:lnTo>
                    <a:pt x="3125200" y="154523"/>
                  </a:lnTo>
                  <a:lnTo>
                    <a:pt x="3204170" y="126857"/>
                  </a:lnTo>
                  <a:lnTo>
                    <a:pt x="3288232" y="102131"/>
                  </a:lnTo>
                  <a:lnTo>
                    <a:pt x="3375932" y="80257"/>
                  </a:lnTo>
                  <a:lnTo>
                    <a:pt x="3464885" y="61244"/>
                  </a:lnTo>
                  <a:lnTo>
                    <a:pt x="3551800" y="45153"/>
                  </a:lnTo>
                  <a:lnTo>
                    <a:pt x="3632745" y="32045"/>
                  </a:lnTo>
                  <a:lnTo>
                    <a:pt x="3703686" y="21907"/>
                  </a:lnTo>
                  <a:lnTo>
                    <a:pt x="3761242" y="14594"/>
                  </a:lnTo>
                  <a:lnTo>
                    <a:pt x="3803445" y="9796"/>
                  </a:lnTo>
                  <a:lnTo>
                    <a:pt x="3830268" y="7054"/>
                  </a:lnTo>
                  <a:lnTo>
                    <a:pt x="3843766" y="5808"/>
                  </a:lnTo>
                  <a:lnTo>
                    <a:pt x="3847890" y="546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27" y="5527"/>
                  </a:lnTo>
                  <a:lnTo>
                    <a:pt x="4395692" y="6123"/>
                  </a:lnTo>
                  <a:lnTo>
                    <a:pt x="4414872" y="7768"/>
                  </a:lnTo>
                  <a:lnTo>
                    <a:pt x="4448799" y="11001"/>
                  </a:lnTo>
                  <a:lnTo>
                    <a:pt x="4498625" y="16297"/>
                  </a:lnTo>
                  <a:lnTo>
                    <a:pt x="4563364" y="24017"/>
                  </a:lnTo>
                  <a:lnTo>
                    <a:pt x="4640230" y="34372"/>
                  </a:lnTo>
                  <a:lnTo>
                    <a:pt x="4725330" y="47430"/>
                  </a:lnTo>
                  <a:lnTo>
                    <a:pt x="4814490" y="63165"/>
                  </a:lnTo>
                  <a:lnTo>
                    <a:pt x="4903946" y="81512"/>
                  </a:lnTo>
                  <a:lnTo>
                    <a:pt x="4990774" y="102434"/>
                  </a:lnTo>
                  <a:lnTo>
                    <a:pt x="5073023" y="125964"/>
                  </a:lnTo>
                  <a:lnTo>
                    <a:pt x="5149651" y="152237"/>
                  </a:lnTo>
                  <a:lnTo>
                    <a:pt x="5220341" y="181499"/>
                  </a:lnTo>
                  <a:lnTo>
                    <a:pt x="5285305" y="214108"/>
                  </a:lnTo>
                  <a:lnTo>
                    <a:pt x="5345098" y="250529"/>
                  </a:lnTo>
                  <a:lnTo>
                    <a:pt x="5400479" y="291306"/>
                  </a:lnTo>
                  <a:lnTo>
                    <a:pt x="5452299" y="337032"/>
                  </a:lnTo>
                  <a:lnTo>
                    <a:pt x="5501425" y="388275"/>
                  </a:lnTo>
                  <a:lnTo>
                    <a:pt x="5548664" y="445455"/>
                  </a:lnTo>
                  <a:lnTo>
                    <a:pt x="5567201" y="470044"/>
                  </a:lnTo>
                  <a:lnTo>
                    <a:pt x="5602891" y="520710"/>
                  </a:lnTo>
                  <a:lnTo>
                    <a:pt x="5638246" y="575122"/>
                  </a:lnTo>
                  <a:lnTo>
                    <a:pt x="5673482" y="633356"/>
                  </a:lnTo>
                  <a:lnTo>
                    <a:pt x="5708769" y="695426"/>
                  </a:lnTo>
                  <a:lnTo>
                    <a:pt x="5744233" y="761277"/>
                  </a:lnTo>
                  <a:lnTo>
                    <a:pt x="5779964" y="830779"/>
                  </a:lnTo>
                  <a:lnTo>
                    <a:pt x="5816014" y="903722"/>
                  </a:lnTo>
                  <a:lnTo>
                    <a:pt x="5852407" y="979817"/>
                  </a:lnTo>
                  <a:lnTo>
                    <a:pt x="5889136" y="1058693"/>
                  </a:lnTo>
                  <a:lnTo>
                    <a:pt x="5926167" y="1139910"/>
                  </a:lnTo>
                  <a:lnTo>
                    <a:pt x="5963448" y="1222956"/>
                  </a:lnTo>
                  <a:lnTo>
                    <a:pt x="6000907" y="1307273"/>
                  </a:lnTo>
                  <a:lnTo>
                    <a:pt x="6038463" y="1392260"/>
                  </a:lnTo>
                  <a:lnTo>
                    <a:pt x="6076025" y="1477298"/>
                  </a:lnTo>
                  <a:lnTo>
                    <a:pt x="6113506" y="1561766"/>
                  </a:lnTo>
                  <a:lnTo>
                    <a:pt x="6150822" y="1645061"/>
                  </a:lnTo>
                  <a:lnTo>
                    <a:pt x="6187898" y="1726614"/>
                  </a:lnTo>
                  <a:lnTo>
                    <a:pt x="6224679" y="1805907"/>
                  </a:lnTo>
                  <a:lnTo>
                    <a:pt x="6261129" y="1882485"/>
                  </a:lnTo>
                  <a:lnTo>
                    <a:pt x="6297235" y="1955968"/>
                  </a:lnTo>
                  <a:lnTo>
                    <a:pt x="6333015" y="2026051"/>
                  </a:lnTo>
                  <a:lnTo>
                    <a:pt x="6368518" y="2092512"/>
                  </a:lnTo>
                  <a:lnTo>
                    <a:pt x="6403826" y="2155208"/>
                  </a:lnTo>
                  <a:lnTo>
                    <a:pt x="6439060" y="2214073"/>
                  </a:lnTo>
                  <a:lnTo>
                    <a:pt x="6474382" y="2269108"/>
                  </a:lnTo>
                  <a:lnTo>
                    <a:pt x="6510000" y="2320382"/>
                  </a:lnTo>
                  <a:lnTo>
                    <a:pt x="6515891" y="2328445"/>
                  </a:lnTo>
                  <a:lnTo>
                    <a:pt x="6562573" y="2388054"/>
                  </a:lnTo>
                  <a:lnTo>
                    <a:pt x="6610853" y="2441636"/>
                  </a:lnTo>
                  <a:lnTo>
                    <a:pt x="6661492" y="2489507"/>
                  </a:lnTo>
                  <a:lnTo>
                    <a:pt x="6715343" y="2532193"/>
                  </a:lnTo>
                  <a:lnTo>
                    <a:pt x="6773271" y="2570289"/>
                  </a:lnTo>
                  <a:lnTo>
                    <a:pt x="6836085" y="2604363"/>
                  </a:lnTo>
                  <a:lnTo>
                    <a:pt x="6904435" y="2634916"/>
                  </a:lnTo>
                  <a:lnTo>
                    <a:pt x="6978689" y="2662349"/>
                  </a:lnTo>
                  <a:lnTo>
                    <a:pt x="7058768" y="2686955"/>
                  </a:lnTo>
                  <a:lnTo>
                    <a:pt x="7143944" y="2708912"/>
                  </a:lnTo>
                  <a:lnTo>
                    <a:pt x="7232645" y="2728291"/>
                  </a:lnTo>
                  <a:lnTo>
                    <a:pt x="7322334" y="2745079"/>
                  </a:lnTo>
                  <a:lnTo>
                    <a:pt x="7409550" y="2759215"/>
                  </a:lnTo>
                  <a:lnTo>
                    <a:pt x="7490213" y="2770650"/>
                  </a:lnTo>
                  <a:lnTo>
                    <a:pt x="7560221" y="2779408"/>
                  </a:lnTo>
                  <a:lnTo>
                    <a:pt x="7616248" y="2785640"/>
                  </a:lnTo>
                  <a:lnTo>
                    <a:pt x="7656523" y="2789647"/>
                  </a:lnTo>
                  <a:lnTo>
                    <a:pt x="7681329" y="2791865"/>
                  </a:lnTo>
                  <a:lnTo>
                    <a:pt x="7693094" y="2792815"/>
                  </a:lnTo>
                  <a:lnTo>
                    <a:pt x="7696237" y="2793046"/>
                  </a:lnTo>
                  <a:lnTo>
                    <a:pt x="8234974" y="2793046"/>
                  </a:lnTo>
                  <a:lnTo>
                    <a:pt x="8234974" y="2787601"/>
                  </a:lnTo>
                  <a:lnTo>
                    <a:pt x="7696237" y="2787601"/>
                  </a:lnTo>
                  <a:lnTo>
                    <a:pt x="7695065" y="2787518"/>
                  </a:lnTo>
                  <a:lnTo>
                    <a:pt x="7687400" y="2786922"/>
                  </a:lnTo>
                  <a:lnTo>
                    <a:pt x="7668220" y="2785277"/>
                  </a:lnTo>
                  <a:lnTo>
                    <a:pt x="7634293" y="2782044"/>
                  </a:lnTo>
                  <a:lnTo>
                    <a:pt x="7584467" y="2776748"/>
                  </a:lnTo>
                  <a:lnTo>
                    <a:pt x="7519728" y="2769028"/>
                  </a:lnTo>
                  <a:lnTo>
                    <a:pt x="7442863" y="2758673"/>
                  </a:lnTo>
                  <a:lnTo>
                    <a:pt x="7357762" y="2745615"/>
                  </a:lnTo>
                  <a:lnTo>
                    <a:pt x="7268603" y="2729880"/>
                  </a:lnTo>
                  <a:lnTo>
                    <a:pt x="7179146" y="2711533"/>
                  </a:lnTo>
                  <a:lnTo>
                    <a:pt x="7092319" y="2690611"/>
                  </a:lnTo>
                  <a:lnTo>
                    <a:pt x="7010069" y="2667081"/>
                  </a:lnTo>
                  <a:lnTo>
                    <a:pt x="6933442" y="2640808"/>
                  </a:lnTo>
                  <a:lnTo>
                    <a:pt x="6862751" y="2611546"/>
                  </a:lnTo>
                  <a:lnTo>
                    <a:pt x="6797787" y="2578937"/>
                  </a:lnTo>
                  <a:lnTo>
                    <a:pt x="6737994" y="2542516"/>
                  </a:lnTo>
                  <a:lnTo>
                    <a:pt x="6682613" y="2501739"/>
                  </a:lnTo>
                  <a:lnTo>
                    <a:pt x="6630793" y="2456013"/>
                  </a:lnTo>
                  <a:lnTo>
                    <a:pt x="6581667" y="2404771"/>
                  </a:lnTo>
                  <a:lnTo>
                    <a:pt x="6534428" y="2347590"/>
                  </a:lnTo>
                  <a:lnTo>
                    <a:pt x="6515891" y="2323001"/>
                  </a:lnTo>
                  <a:lnTo>
                    <a:pt x="6480201" y="2272335"/>
                  </a:lnTo>
                  <a:lnTo>
                    <a:pt x="6444847" y="2217923"/>
                  </a:lnTo>
                  <a:lnTo>
                    <a:pt x="6409610" y="2159689"/>
                  </a:lnTo>
                  <a:lnTo>
                    <a:pt x="6374324" y="2097619"/>
                  </a:lnTo>
                  <a:lnTo>
                    <a:pt x="6338860" y="2031768"/>
                  </a:lnTo>
                  <a:lnTo>
                    <a:pt x="6303129" y="1962266"/>
                  </a:lnTo>
                  <a:lnTo>
                    <a:pt x="6267078" y="1889323"/>
                  </a:lnTo>
                  <a:lnTo>
                    <a:pt x="6230685" y="1813228"/>
                  </a:lnTo>
                  <a:lnTo>
                    <a:pt x="6193957" y="1734352"/>
                  </a:lnTo>
                  <a:lnTo>
                    <a:pt x="6156925" y="1653136"/>
                  </a:lnTo>
                  <a:lnTo>
                    <a:pt x="6119644" y="1570089"/>
                  </a:lnTo>
                  <a:lnTo>
                    <a:pt x="6082185" y="1485772"/>
                  </a:lnTo>
                  <a:lnTo>
                    <a:pt x="6044630" y="1400785"/>
                  </a:lnTo>
                  <a:lnTo>
                    <a:pt x="6007067" y="1315747"/>
                  </a:lnTo>
                  <a:lnTo>
                    <a:pt x="5969586" y="1231279"/>
                  </a:lnTo>
                  <a:lnTo>
                    <a:pt x="5932271" y="1147984"/>
                  </a:lnTo>
                  <a:lnTo>
                    <a:pt x="5895194" y="1066431"/>
                  </a:lnTo>
                  <a:lnTo>
                    <a:pt x="5858413" y="987138"/>
                  </a:lnTo>
                  <a:lnTo>
                    <a:pt x="5821964" y="910560"/>
                  </a:lnTo>
                  <a:lnTo>
                    <a:pt x="5785858" y="837077"/>
                  </a:lnTo>
                  <a:lnTo>
                    <a:pt x="5750077" y="766994"/>
                  </a:lnTo>
                  <a:lnTo>
                    <a:pt x="5714574" y="700533"/>
                  </a:lnTo>
                  <a:lnTo>
                    <a:pt x="5679266" y="637837"/>
                  </a:lnTo>
                  <a:lnTo>
                    <a:pt x="5644032" y="578972"/>
                  </a:lnTo>
                  <a:lnTo>
                    <a:pt x="5608711" y="523937"/>
                  </a:lnTo>
                  <a:lnTo>
                    <a:pt x="5573093" y="472663"/>
                  </a:lnTo>
                  <a:lnTo>
                    <a:pt x="5567201" y="464600"/>
                  </a:lnTo>
                  <a:lnTo>
                    <a:pt x="5520519" y="404991"/>
                  </a:lnTo>
                  <a:lnTo>
                    <a:pt x="5472240" y="351409"/>
                  </a:lnTo>
                  <a:lnTo>
                    <a:pt x="5421600" y="303538"/>
                  </a:lnTo>
                  <a:lnTo>
                    <a:pt x="5367750" y="260852"/>
                  </a:lnTo>
                  <a:lnTo>
                    <a:pt x="5309821" y="222756"/>
                  </a:lnTo>
                  <a:lnTo>
                    <a:pt x="5247008" y="188682"/>
                  </a:lnTo>
                  <a:lnTo>
                    <a:pt x="5178658" y="158129"/>
                  </a:lnTo>
                  <a:lnTo>
                    <a:pt x="5104403" y="130696"/>
                  </a:lnTo>
                  <a:lnTo>
                    <a:pt x="5024324" y="106090"/>
                  </a:lnTo>
                  <a:lnTo>
                    <a:pt x="4939149" y="84133"/>
                  </a:lnTo>
                  <a:lnTo>
                    <a:pt x="4850448" y="64754"/>
                  </a:lnTo>
                  <a:lnTo>
                    <a:pt x="4760759" y="47966"/>
                  </a:lnTo>
                  <a:lnTo>
                    <a:pt x="4673542" y="33830"/>
                  </a:lnTo>
                  <a:lnTo>
                    <a:pt x="4592879" y="22395"/>
                  </a:lnTo>
                  <a:lnTo>
                    <a:pt x="4522872" y="13637"/>
                  </a:lnTo>
                  <a:lnTo>
                    <a:pt x="4466845" y="7405"/>
                  </a:lnTo>
                  <a:lnTo>
                    <a:pt x="4426569" y="3399"/>
                  </a:lnTo>
                  <a:lnTo>
                    <a:pt x="4401763" y="1180"/>
                  </a:lnTo>
                  <a:lnTo>
                    <a:pt x="4389998" y="23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6" y="91"/>
                  </a:lnTo>
                  <a:lnTo>
                    <a:pt x="3839501" y="743"/>
                  </a:lnTo>
                  <a:lnTo>
                    <a:pt x="3820781" y="2546"/>
                  </a:lnTo>
                  <a:lnTo>
                    <a:pt x="3787624" y="6088"/>
                  </a:lnTo>
                  <a:lnTo>
                    <a:pt x="3738844" y="11895"/>
                  </a:lnTo>
                  <a:lnTo>
                    <a:pt x="3675325" y="20368"/>
                  </a:lnTo>
                  <a:lnTo>
                    <a:pt x="3599711" y="31746"/>
                  </a:lnTo>
                  <a:lnTo>
                    <a:pt x="3515755" y="46111"/>
                  </a:lnTo>
                  <a:lnTo>
                    <a:pt x="3427532" y="63440"/>
                  </a:lnTo>
                  <a:lnTo>
                    <a:pt x="3338755" y="83662"/>
                  </a:lnTo>
                  <a:lnTo>
                    <a:pt x="3252349" y="106731"/>
                  </a:lnTo>
                  <a:lnTo>
                    <a:pt x="3170300" y="132675"/>
                  </a:lnTo>
                  <a:lnTo>
                    <a:pt x="3093706" y="161630"/>
                  </a:lnTo>
                  <a:lnTo>
                    <a:pt x="3022942" y="193852"/>
                  </a:lnTo>
                  <a:lnTo>
                    <a:pt x="2957853" y="229720"/>
                  </a:lnTo>
                  <a:lnTo>
                    <a:pt x="2897929" y="269727"/>
                  </a:lnTo>
                  <a:lnTo>
                    <a:pt x="2842454" y="314463"/>
                  </a:lnTo>
                  <a:lnTo>
                    <a:pt x="2790603" y="364572"/>
                  </a:lnTo>
                  <a:lnTo>
                    <a:pt x="2741532" y="420686"/>
                  </a:lnTo>
                  <a:lnTo>
                    <a:pt x="2694439" y="483308"/>
                  </a:lnTo>
                  <a:lnTo>
                    <a:pt x="2667772" y="522675"/>
                  </a:lnTo>
                  <a:lnTo>
                    <a:pt x="2633739" y="576920"/>
                  </a:lnTo>
                  <a:lnTo>
                    <a:pt x="2600020" y="634992"/>
                  </a:lnTo>
                  <a:lnTo>
                    <a:pt x="2566425" y="696966"/>
                  </a:lnTo>
                  <a:lnTo>
                    <a:pt x="2532803" y="762866"/>
                  </a:lnTo>
                  <a:lnTo>
                    <a:pt x="2499039" y="832647"/>
                  </a:lnTo>
                  <a:lnTo>
                    <a:pt x="2465048" y="906201"/>
                  </a:lnTo>
                  <a:lnTo>
                    <a:pt x="2430776" y="983341"/>
                  </a:lnTo>
                  <a:lnTo>
                    <a:pt x="2396196" y="1063811"/>
                  </a:lnTo>
                  <a:lnTo>
                    <a:pt x="2361307" y="1147276"/>
                  </a:lnTo>
                  <a:lnTo>
                    <a:pt x="2326127" y="1233332"/>
                  </a:lnTo>
                  <a:lnTo>
                    <a:pt x="2290695" y="1321510"/>
                  </a:lnTo>
                  <a:lnTo>
                    <a:pt x="2255066" y="1411288"/>
                  </a:lnTo>
                  <a:lnTo>
                    <a:pt x="2219307" y="1502098"/>
                  </a:lnTo>
                  <a:lnTo>
                    <a:pt x="2183491" y="1593346"/>
                  </a:lnTo>
                  <a:lnTo>
                    <a:pt x="2147698" y="1684425"/>
                  </a:lnTo>
                  <a:lnTo>
                    <a:pt x="2112002" y="1774735"/>
                  </a:lnTo>
                  <a:lnTo>
                    <a:pt x="2076475" y="1863693"/>
                  </a:lnTo>
                  <a:lnTo>
                    <a:pt x="2041177" y="1950755"/>
                  </a:lnTo>
                  <a:lnTo>
                    <a:pt x="2006154" y="2035427"/>
                  </a:lnTo>
                  <a:lnTo>
                    <a:pt x="1971435" y="2117276"/>
                  </a:lnTo>
                  <a:lnTo>
                    <a:pt x="1937028" y="2195935"/>
                  </a:lnTo>
                  <a:lnTo>
                    <a:pt x="1902917" y="2271113"/>
                  </a:lnTo>
                  <a:lnTo>
                    <a:pt x="1869060" y="2342592"/>
                  </a:lnTo>
                  <a:lnTo>
                    <a:pt x="1835387" y="2410229"/>
                  </a:lnTo>
                  <a:lnTo>
                    <a:pt x="1801797" y="2473952"/>
                  </a:lnTo>
                  <a:lnTo>
                    <a:pt x="1768154" y="2533754"/>
                  </a:lnTo>
                  <a:lnTo>
                    <a:pt x="1734288" y="2589690"/>
                  </a:lnTo>
                  <a:lnTo>
                    <a:pt x="1719082" y="2613376"/>
                  </a:lnTo>
                  <a:lnTo>
                    <a:pt x="1672813" y="2679881"/>
                  </a:lnTo>
                  <a:lnTo>
                    <a:pt x="1624980" y="2739722"/>
                  </a:lnTo>
                  <a:lnTo>
                    <a:pt x="1574843" y="2793239"/>
                  </a:lnTo>
                  <a:lnTo>
                    <a:pt x="1521572" y="2841009"/>
                  </a:lnTo>
                  <a:lnTo>
                    <a:pt x="1464323" y="2883681"/>
                  </a:lnTo>
                  <a:lnTo>
                    <a:pt x="1402306" y="2921882"/>
                  </a:lnTo>
                  <a:lnTo>
                    <a:pt x="1334876" y="2956163"/>
                  </a:lnTo>
                  <a:lnTo>
                    <a:pt x="1261654" y="2986972"/>
                  </a:lnTo>
                  <a:lnTo>
                    <a:pt x="1182684" y="3014638"/>
                  </a:lnTo>
                  <a:lnTo>
                    <a:pt x="1098622" y="3039364"/>
                  </a:lnTo>
                  <a:lnTo>
                    <a:pt x="1010923" y="3061238"/>
                  </a:lnTo>
                  <a:lnTo>
                    <a:pt x="921970" y="3080252"/>
                  </a:lnTo>
                  <a:lnTo>
                    <a:pt x="835054" y="3096342"/>
                  </a:lnTo>
                  <a:lnTo>
                    <a:pt x="754110" y="3109450"/>
                  </a:lnTo>
                  <a:lnTo>
                    <a:pt x="683169" y="3119588"/>
                  </a:lnTo>
                  <a:lnTo>
                    <a:pt x="625613" y="3126902"/>
                  </a:lnTo>
                  <a:lnTo>
                    <a:pt x="583410" y="3131700"/>
                  </a:lnTo>
                  <a:lnTo>
                    <a:pt x="556587" y="3134441"/>
                  </a:lnTo>
                  <a:lnTo>
                    <a:pt x="543088" y="3135688"/>
                  </a:lnTo>
                  <a:lnTo>
                    <a:pt x="538964" y="3136034"/>
                  </a:lnTo>
                  <a:lnTo>
                    <a:pt x="538736" y="3136051"/>
                  </a:lnTo>
                  <a:lnTo>
                    <a:pt x="0" y="313605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81" name="pl1581"/>
            <p:cNvSpPr/>
            <p:nvPr/>
          </p:nvSpPr>
          <p:spPr>
            <a:xfrm>
              <a:off x="546595" y="1784918"/>
              <a:ext cx="8234974" cy="3136051"/>
            </a:xfrm>
            <a:custGeom>
              <a:avLst/>
              <a:pathLst>
                <a:path w="8234974" h="3136051">
                  <a:moveTo>
                    <a:pt x="0" y="3136051"/>
                  </a:moveTo>
                  <a:lnTo>
                    <a:pt x="538736" y="3136051"/>
                  </a:lnTo>
                  <a:lnTo>
                    <a:pt x="539878" y="3135960"/>
                  </a:lnTo>
                  <a:lnTo>
                    <a:pt x="547353" y="3135308"/>
                  </a:lnTo>
                  <a:lnTo>
                    <a:pt x="566074" y="3133505"/>
                  </a:lnTo>
                  <a:lnTo>
                    <a:pt x="599230" y="3129963"/>
                  </a:lnTo>
                  <a:lnTo>
                    <a:pt x="648010" y="3124155"/>
                  </a:lnTo>
                  <a:lnTo>
                    <a:pt x="711529" y="3115683"/>
                  </a:lnTo>
                  <a:lnTo>
                    <a:pt x="787143" y="3104305"/>
                  </a:lnTo>
                  <a:lnTo>
                    <a:pt x="871099" y="3089939"/>
                  </a:lnTo>
                  <a:lnTo>
                    <a:pt x="959323" y="3072611"/>
                  </a:lnTo>
                  <a:lnTo>
                    <a:pt x="1048100" y="3052389"/>
                  </a:lnTo>
                  <a:lnTo>
                    <a:pt x="1134506" y="3029320"/>
                  </a:lnTo>
                  <a:lnTo>
                    <a:pt x="1216555" y="3003375"/>
                  </a:lnTo>
                  <a:lnTo>
                    <a:pt x="1293148" y="2974420"/>
                  </a:lnTo>
                  <a:lnTo>
                    <a:pt x="1363912" y="2942199"/>
                  </a:lnTo>
                  <a:lnTo>
                    <a:pt x="1429002" y="2906331"/>
                  </a:lnTo>
                  <a:lnTo>
                    <a:pt x="1488925" y="2866323"/>
                  </a:lnTo>
                  <a:lnTo>
                    <a:pt x="1544401" y="2821588"/>
                  </a:lnTo>
                  <a:lnTo>
                    <a:pt x="1596251" y="2771479"/>
                  </a:lnTo>
                  <a:lnTo>
                    <a:pt x="1645322" y="2715365"/>
                  </a:lnTo>
                  <a:lnTo>
                    <a:pt x="1692416" y="2652743"/>
                  </a:lnTo>
                  <a:lnTo>
                    <a:pt x="1719082" y="2613376"/>
                  </a:lnTo>
                  <a:lnTo>
                    <a:pt x="1753116" y="2559130"/>
                  </a:lnTo>
                  <a:lnTo>
                    <a:pt x="1786834" y="2501059"/>
                  </a:lnTo>
                  <a:lnTo>
                    <a:pt x="1820429" y="2439084"/>
                  </a:lnTo>
                  <a:lnTo>
                    <a:pt x="1854051" y="2373185"/>
                  </a:lnTo>
                  <a:lnTo>
                    <a:pt x="1887816" y="2303403"/>
                  </a:lnTo>
                  <a:lnTo>
                    <a:pt x="1921807" y="2229850"/>
                  </a:lnTo>
                  <a:lnTo>
                    <a:pt x="1956079" y="2152709"/>
                  </a:lnTo>
                  <a:lnTo>
                    <a:pt x="1990658" y="2072240"/>
                  </a:lnTo>
                  <a:lnTo>
                    <a:pt x="2025548" y="1988775"/>
                  </a:lnTo>
                  <a:lnTo>
                    <a:pt x="2060728" y="1902719"/>
                  </a:lnTo>
                  <a:lnTo>
                    <a:pt x="2096160" y="1814540"/>
                  </a:lnTo>
                  <a:lnTo>
                    <a:pt x="2131789" y="1724763"/>
                  </a:lnTo>
                  <a:lnTo>
                    <a:pt x="2167548" y="1633953"/>
                  </a:lnTo>
                  <a:lnTo>
                    <a:pt x="2203363" y="1542705"/>
                  </a:lnTo>
                  <a:lnTo>
                    <a:pt x="2239157" y="1451625"/>
                  </a:lnTo>
                  <a:lnTo>
                    <a:pt x="2274853" y="1361316"/>
                  </a:lnTo>
                  <a:lnTo>
                    <a:pt x="2310380" y="1272358"/>
                  </a:lnTo>
                  <a:lnTo>
                    <a:pt x="2345678" y="1185296"/>
                  </a:lnTo>
                  <a:lnTo>
                    <a:pt x="2380701" y="1100623"/>
                  </a:lnTo>
                  <a:lnTo>
                    <a:pt x="2415419" y="1018775"/>
                  </a:lnTo>
                  <a:lnTo>
                    <a:pt x="2449826" y="940116"/>
                  </a:lnTo>
                  <a:lnTo>
                    <a:pt x="2483937" y="864938"/>
                  </a:lnTo>
                  <a:lnTo>
                    <a:pt x="2517794" y="793459"/>
                  </a:lnTo>
                  <a:lnTo>
                    <a:pt x="2551467" y="725822"/>
                  </a:lnTo>
                  <a:lnTo>
                    <a:pt x="2585058" y="662099"/>
                  </a:lnTo>
                  <a:lnTo>
                    <a:pt x="2618700" y="602296"/>
                  </a:lnTo>
                  <a:lnTo>
                    <a:pt x="2652567" y="546361"/>
                  </a:lnTo>
                  <a:lnTo>
                    <a:pt x="2667772" y="522675"/>
                  </a:lnTo>
                  <a:lnTo>
                    <a:pt x="2714041" y="456170"/>
                  </a:lnTo>
                  <a:lnTo>
                    <a:pt x="2761874" y="396329"/>
                  </a:lnTo>
                  <a:lnTo>
                    <a:pt x="2812012" y="342812"/>
                  </a:lnTo>
                  <a:lnTo>
                    <a:pt x="2865283" y="295041"/>
                  </a:lnTo>
                  <a:lnTo>
                    <a:pt x="2922532" y="252370"/>
                  </a:lnTo>
                  <a:lnTo>
                    <a:pt x="2984549" y="214169"/>
                  </a:lnTo>
                  <a:lnTo>
                    <a:pt x="3051979" y="179888"/>
                  </a:lnTo>
                  <a:lnTo>
                    <a:pt x="3125200" y="149078"/>
                  </a:lnTo>
                  <a:lnTo>
                    <a:pt x="3204170" y="121413"/>
                  </a:lnTo>
                  <a:lnTo>
                    <a:pt x="3288232" y="96687"/>
                  </a:lnTo>
                  <a:lnTo>
                    <a:pt x="3375932" y="74813"/>
                  </a:lnTo>
                  <a:lnTo>
                    <a:pt x="3464885" y="55799"/>
                  </a:lnTo>
                  <a:lnTo>
                    <a:pt x="3551800" y="39708"/>
                  </a:lnTo>
                  <a:lnTo>
                    <a:pt x="3632745" y="26601"/>
                  </a:lnTo>
                  <a:lnTo>
                    <a:pt x="3703686" y="16463"/>
                  </a:lnTo>
                  <a:lnTo>
                    <a:pt x="3761242" y="9149"/>
                  </a:lnTo>
                  <a:lnTo>
                    <a:pt x="3803445" y="4351"/>
                  </a:lnTo>
                  <a:lnTo>
                    <a:pt x="3830268" y="1609"/>
                  </a:lnTo>
                  <a:lnTo>
                    <a:pt x="3843766" y="363"/>
                  </a:lnTo>
                  <a:lnTo>
                    <a:pt x="3847890" y="1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27" y="83"/>
                  </a:lnTo>
                  <a:lnTo>
                    <a:pt x="4395692" y="678"/>
                  </a:lnTo>
                  <a:lnTo>
                    <a:pt x="4414872" y="2324"/>
                  </a:lnTo>
                  <a:lnTo>
                    <a:pt x="4448799" y="5556"/>
                  </a:lnTo>
                  <a:lnTo>
                    <a:pt x="4498625" y="10853"/>
                  </a:lnTo>
                  <a:lnTo>
                    <a:pt x="4563364" y="18573"/>
                  </a:lnTo>
                  <a:lnTo>
                    <a:pt x="4640230" y="28927"/>
                  </a:lnTo>
                  <a:lnTo>
                    <a:pt x="4725330" y="41986"/>
                  </a:lnTo>
                  <a:lnTo>
                    <a:pt x="4814490" y="57720"/>
                  </a:lnTo>
                  <a:lnTo>
                    <a:pt x="4903946" y="76067"/>
                  </a:lnTo>
                  <a:lnTo>
                    <a:pt x="4990774" y="96989"/>
                  </a:lnTo>
                  <a:lnTo>
                    <a:pt x="5073023" y="120520"/>
                  </a:lnTo>
                  <a:lnTo>
                    <a:pt x="5149651" y="146792"/>
                  </a:lnTo>
                  <a:lnTo>
                    <a:pt x="5220341" y="176054"/>
                  </a:lnTo>
                  <a:lnTo>
                    <a:pt x="5285305" y="208664"/>
                  </a:lnTo>
                  <a:lnTo>
                    <a:pt x="5345098" y="245084"/>
                  </a:lnTo>
                  <a:lnTo>
                    <a:pt x="5400479" y="285862"/>
                  </a:lnTo>
                  <a:lnTo>
                    <a:pt x="5452299" y="331588"/>
                  </a:lnTo>
                  <a:lnTo>
                    <a:pt x="5501425" y="382830"/>
                  </a:lnTo>
                  <a:lnTo>
                    <a:pt x="5548664" y="440011"/>
                  </a:lnTo>
                  <a:lnTo>
                    <a:pt x="5567201" y="464600"/>
                  </a:lnTo>
                  <a:lnTo>
                    <a:pt x="5602891" y="515266"/>
                  </a:lnTo>
                  <a:lnTo>
                    <a:pt x="5638246" y="569678"/>
                  </a:lnTo>
                  <a:lnTo>
                    <a:pt x="5673482" y="627912"/>
                  </a:lnTo>
                  <a:lnTo>
                    <a:pt x="5708769" y="689982"/>
                  </a:lnTo>
                  <a:lnTo>
                    <a:pt x="5744233" y="755833"/>
                  </a:lnTo>
                  <a:lnTo>
                    <a:pt x="5779964" y="825334"/>
                  </a:lnTo>
                  <a:lnTo>
                    <a:pt x="5816014" y="898277"/>
                  </a:lnTo>
                  <a:lnTo>
                    <a:pt x="5852407" y="974372"/>
                  </a:lnTo>
                  <a:lnTo>
                    <a:pt x="5889136" y="1053249"/>
                  </a:lnTo>
                  <a:lnTo>
                    <a:pt x="5926167" y="1134465"/>
                  </a:lnTo>
                  <a:lnTo>
                    <a:pt x="5963448" y="1217512"/>
                  </a:lnTo>
                  <a:lnTo>
                    <a:pt x="6000907" y="1301828"/>
                  </a:lnTo>
                  <a:lnTo>
                    <a:pt x="6038463" y="1386815"/>
                  </a:lnTo>
                  <a:lnTo>
                    <a:pt x="6076025" y="1471853"/>
                  </a:lnTo>
                  <a:lnTo>
                    <a:pt x="6113506" y="1556321"/>
                  </a:lnTo>
                  <a:lnTo>
                    <a:pt x="6150822" y="1639616"/>
                  </a:lnTo>
                  <a:lnTo>
                    <a:pt x="6187898" y="1721169"/>
                  </a:lnTo>
                  <a:lnTo>
                    <a:pt x="6224679" y="1800462"/>
                  </a:lnTo>
                  <a:lnTo>
                    <a:pt x="6261129" y="1877041"/>
                  </a:lnTo>
                  <a:lnTo>
                    <a:pt x="6297235" y="1950523"/>
                  </a:lnTo>
                  <a:lnTo>
                    <a:pt x="6333015" y="2020606"/>
                  </a:lnTo>
                  <a:lnTo>
                    <a:pt x="6368518" y="2087068"/>
                  </a:lnTo>
                  <a:lnTo>
                    <a:pt x="6403826" y="2149764"/>
                  </a:lnTo>
                  <a:lnTo>
                    <a:pt x="6439060" y="2208628"/>
                  </a:lnTo>
                  <a:lnTo>
                    <a:pt x="6474382" y="2263664"/>
                  </a:lnTo>
                  <a:lnTo>
                    <a:pt x="6510000" y="2314937"/>
                  </a:lnTo>
                  <a:lnTo>
                    <a:pt x="6515891" y="2323001"/>
                  </a:lnTo>
                  <a:lnTo>
                    <a:pt x="6562573" y="2382609"/>
                  </a:lnTo>
                  <a:lnTo>
                    <a:pt x="6610853" y="2436192"/>
                  </a:lnTo>
                  <a:lnTo>
                    <a:pt x="6661492" y="2484062"/>
                  </a:lnTo>
                  <a:lnTo>
                    <a:pt x="6715343" y="2526749"/>
                  </a:lnTo>
                  <a:lnTo>
                    <a:pt x="6773271" y="2564844"/>
                  </a:lnTo>
                  <a:lnTo>
                    <a:pt x="6836085" y="2598919"/>
                  </a:lnTo>
                  <a:lnTo>
                    <a:pt x="6904435" y="2629471"/>
                  </a:lnTo>
                  <a:lnTo>
                    <a:pt x="6978689" y="2656905"/>
                  </a:lnTo>
                  <a:lnTo>
                    <a:pt x="7058768" y="2681511"/>
                  </a:lnTo>
                  <a:lnTo>
                    <a:pt x="7143944" y="2703467"/>
                  </a:lnTo>
                  <a:lnTo>
                    <a:pt x="7232645" y="2722846"/>
                  </a:lnTo>
                  <a:lnTo>
                    <a:pt x="7322334" y="2739634"/>
                  </a:lnTo>
                  <a:lnTo>
                    <a:pt x="7409550" y="2753771"/>
                  </a:lnTo>
                  <a:lnTo>
                    <a:pt x="7490213" y="2765206"/>
                  </a:lnTo>
                  <a:lnTo>
                    <a:pt x="7560221" y="2773964"/>
                  </a:lnTo>
                  <a:lnTo>
                    <a:pt x="7616248" y="2780195"/>
                  </a:lnTo>
                  <a:lnTo>
                    <a:pt x="7656523" y="2784202"/>
                  </a:lnTo>
                  <a:lnTo>
                    <a:pt x="7681329" y="2786420"/>
                  </a:lnTo>
                  <a:lnTo>
                    <a:pt x="7693094" y="2787371"/>
                  </a:lnTo>
                  <a:lnTo>
                    <a:pt x="7696159" y="2787596"/>
                  </a:lnTo>
                  <a:lnTo>
                    <a:pt x="7696237" y="2787601"/>
                  </a:lnTo>
                  <a:lnTo>
                    <a:pt x="8234974" y="27876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2" name="pl1582"/>
            <p:cNvSpPr/>
            <p:nvPr/>
          </p:nvSpPr>
          <p:spPr>
            <a:xfrm>
              <a:off x="546595" y="1779474"/>
              <a:ext cx="8234974" cy="3136051"/>
            </a:xfrm>
            <a:custGeom>
              <a:avLst/>
              <a:pathLst>
                <a:path w="8234974" h="3136051">
                  <a:moveTo>
                    <a:pt x="8234974" y="2787601"/>
                  </a:moveTo>
                  <a:lnTo>
                    <a:pt x="7696237" y="2787601"/>
                  </a:lnTo>
                  <a:lnTo>
                    <a:pt x="7695065" y="2787518"/>
                  </a:lnTo>
                  <a:lnTo>
                    <a:pt x="7687400" y="2786922"/>
                  </a:lnTo>
                  <a:lnTo>
                    <a:pt x="7668220" y="2785277"/>
                  </a:lnTo>
                  <a:lnTo>
                    <a:pt x="7634293" y="2782044"/>
                  </a:lnTo>
                  <a:lnTo>
                    <a:pt x="7584467" y="2776748"/>
                  </a:lnTo>
                  <a:lnTo>
                    <a:pt x="7519728" y="2769028"/>
                  </a:lnTo>
                  <a:lnTo>
                    <a:pt x="7442863" y="2758673"/>
                  </a:lnTo>
                  <a:lnTo>
                    <a:pt x="7357762" y="2745615"/>
                  </a:lnTo>
                  <a:lnTo>
                    <a:pt x="7268603" y="2729880"/>
                  </a:lnTo>
                  <a:lnTo>
                    <a:pt x="7179146" y="2711533"/>
                  </a:lnTo>
                  <a:lnTo>
                    <a:pt x="7092319" y="2690611"/>
                  </a:lnTo>
                  <a:lnTo>
                    <a:pt x="7010069" y="2667081"/>
                  </a:lnTo>
                  <a:lnTo>
                    <a:pt x="6933442" y="2640808"/>
                  </a:lnTo>
                  <a:lnTo>
                    <a:pt x="6862751" y="2611546"/>
                  </a:lnTo>
                  <a:lnTo>
                    <a:pt x="6797787" y="2578937"/>
                  </a:lnTo>
                  <a:lnTo>
                    <a:pt x="6737994" y="2542516"/>
                  </a:lnTo>
                  <a:lnTo>
                    <a:pt x="6682613" y="2501739"/>
                  </a:lnTo>
                  <a:lnTo>
                    <a:pt x="6630793" y="2456013"/>
                  </a:lnTo>
                  <a:lnTo>
                    <a:pt x="6581667" y="2404771"/>
                  </a:lnTo>
                  <a:lnTo>
                    <a:pt x="6534428" y="2347590"/>
                  </a:lnTo>
                  <a:lnTo>
                    <a:pt x="6515891" y="2323001"/>
                  </a:lnTo>
                  <a:lnTo>
                    <a:pt x="6480201" y="2272335"/>
                  </a:lnTo>
                  <a:lnTo>
                    <a:pt x="6444847" y="2217923"/>
                  </a:lnTo>
                  <a:lnTo>
                    <a:pt x="6409610" y="2159689"/>
                  </a:lnTo>
                  <a:lnTo>
                    <a:pt x="6374324" y="2097619"/>
                  </a:lnTo>
                  <a:lnTo>
                    <a:pt x="6338860" y="2031768"/>
                  </a:lnTo>
                  <a:lnTo>
                    <a:pt x="6303129" y="1962266"/>
                  </a:lnTo>
                  <a:lnTo>
                    <a:pt x="6267078" y="1889323"/>
                  </a:lnTo>
                  <a:lnTo>
                    <a:pt x="6230685" y="1813228"/>
                  </a:lnTo>
                  <a:lnTo>
                    <a:pt x="6193957" y="1734352"/>
                  </a:lnTo>
                  <a:lnTo>
                    <a:pt x="6156925" y="1653136"/>
                  </a:lnTo>
                  <a:lnTo>
                    <a:pt x="6119644" y="1570089"/>
                  </a:lnTo>
                  <a:lnTo>
                    <a:pt x="6082185" y="1485772"/>
                  </a:lnTo>
                  <a:lnTo>
                    <a:pt x="6044630" y="1400785"/>
                  </a:lnTo>
                  <a:lnTo>
                    <a:pt x="6007067" y="1315747"/>
                  </a:lnTo>
                  <a:lnTo>
                    <a:pt x="5969586" y="1231279"/>
                  </a:lnTo>
                  <a:lnTo>
                    <a:pt x="5932271" y="1147984"/>
                  </a:lnTo>
                  <a:lnTo>
                    <a:pt x="5895194" y="1066431"/>
                  </a:lnTo>
                  <a:lnTo>
                    <a:pt x="5858413" y="987138"/>
                  </a:lnTo>
                  <a:lnTo>
                    <a:pt x="5821964" y="910560"/>
                  </a:lnTo>
                  <a:lnTo>
                    <a:pt x="5785858" y="837077"/>
                  </a:lnTo>
                  <a:lnTo>
                    <a:pt x="5750077" y="766994"/>
                  </a:lnTo>
                  <a:lnTo>
                    <a:pt x="5714574" y="700533"/>
                  </a:lnTo>
                  <a:lnTo>
                    <a:pt x="5679266" y="637837"/>
                  </a:lnTo>
                  <a:lnTo>
                    <a:pt x="5644032" y="578972"/>
                  </a:lnTo>
                  <a:lnTo>
                    <a:pt x="5608711" y="523937"/>
                  </a:lnTo>
                  <a:lnTo>
                    <a:pt x="5573093" y="472663"/>
                  </a:lnTo>
                  <a:lnTo>
                    <a:pt x="5567201" y="464600"/>
                  </a:lnTo>
                  <a:lnTo>
                    <a:pt x="5520519" y="404991"/>
                  </a:lnTo>
                  <a:lnTo>
                    <a:pt x="5472240" y="351409"/>
                  </a:lnTo>
                  <a:lnTo>
                    <a:pt x="5421600" y="303538"/>
                  </a:lnTo>
                  <a:lnTo>
                    <a:pt x="5367750" y="260852"/>
                  </a:lnTo>
                  <a:lnTo>
                    <a:pt x="5309821" y="222756"/>
                  </a:lnTo>
                  <a:lnTo>
                    <a:pt x="5247008" y="188682"/>
                  </a:lnTo>
                  <a:lnTo>
                    <a:pt x="5178658" y="158129"/>
                  </a:lnTo>
                  <a:lnTo>
                    <a:pt x="5104403" y="130696"/>
                  </a:lnTo>
                  <a:lnTo>
                    <a:pt x="5024324" y="106090"/>
                  </a:lnTo>
                  <a:lnTo>
                    <a:pt x="4939149" y="84133"/>
                  </a:lnTo>
                  <a:lnTo>
                    <a:pt x="4850448" y="64754"/>
                  </a:lnTo>
                  <a:lnTo>
                    <a:pt x="4760759" y="47966"/>
                  </a:lnTo>
                  <a:lnTo>
                    <a:pt x="4673542" y="33830"/>
                  </a:lnTo>
                  <a:lnTo>
                    <a:pt x="4592879" y="22395"/>
                  </a:lnTo>
                  <a:lnTo>
                    <a:pt x="4522872" y="13637"/>
                  </a:lnTo>
                  <a:lnTo>
                    <a:pt x="4466845" y="7405"/>
                  </a:lnTo>
                  <a:lnTo>
                    <a:pt x="4426569" y="3399"/>
                  </a:lnTo>
                  <a:lnTo>
                    <a:pt x="4401763" y="1180"/>
                  </a:lnTo>
                  <a:lnTo>
                    <a:pt x="4389998" y="230"/>
                  </a:lnTo>
                  <a:lnTo>
                    <a:pt x="4386933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76" y="91"/>
                  </a:lnTo>
                  <a:lnTo>
                    <a:pt x="3839501" y="743"/>
                  </a:lnTo>
                  <a:lnTo>
                    <a:pt x="3820781" y="2546"/>
                  </a:lnTo>
                  <a:lnTo>
                    <a:pt x="3787624" y="6088"/>
                  </a:lnTo>
                  <a:lnTo>
                    <a:pt x="3738844" y="11895"/>
                  </a:lnTo>
                  <a:lnTo>
                    <a:pt x="3675325" y="20368"/>
                  </a:lnTo>
                  <a:lnTo>
                    <a:pt x="3599711" y="31746"/>
                  </a:lnTo>
                  <a:lnTo>
                    <a:pt x="3515755" y="46111"/>
                  </a:lnTo>
                  <a:lnTo>
                    <a:pt x="3427532" y="63440"/>
                  </a:lnTo>
                  <a:lnTo>
                    <a:pt x="3338755" y="83662"/>
                  </a:lnTo>
                  <a:lnTo>
                    <a:pt x="3252349" y="106731"/>
                  </a:lnTo>
                  <a:lnTo>
                    <a:pt x="3170300" y="132675"/>
                  </a:lnTo>
                  <a:lnTo>
                    <a:pt x="3093706" y="161630"/>
                  </a:lnTo>
                  <a:lnTo>
                    <a:pt x="3022942" y="193852"/>
                  </a:lnTo>
                  <a:lnTo>
                    <a:pt x="2957853" y="229720"/>
                  </a:lnTo>
                  <a:lnTo>
                    <a:pt x="2897929" y="269727"/>
                  </a:lnTo>
                  <a:lnTo>
                    <a:pt x="2842454" y="314463"/>
                  </a:lnTo>
                  <a:lnTo>
                    <a:pt x="2790603" y="364572"/>
                  </a:lnTo>
                  <a:lnTo>
                    <a:pt x="2741532" y="420686"/>
                  </a:lnTo>
                  <a:lnTo>
                    <a:pt x="2694439" y="483308"/>
                  </a:lnTo>
                  <a:lnTo>
                    <a:pt x="2667772" y="522675"/>
                  </a:lnTo>
                  <a:lnTo>
                    <a:pt x="2633739" y="576920"/>
                  </a:lnTo>
                  <a:lnTo>
                    <a:pt x="2600020" y="634992"/>
                  </a:lnTo>
                  <a:lnTo>
                    <a:pt x="2566425" y="696966"/>
                  </a:lnTo>
                  <a:lnTo>
                    <a:pt x="2532803" y="762866"/>
                  </a:lnTo>
                  <a:lnTo>
                    <a:pt x="2499039" y="832647"/>
                  </a:lnTo>
                  <a:lnTo>
                    <a:pt x="2465048" y="906201"/>
                  </a:lnTo>
                  <a:lnTo>
                    <a:pt x="2430776" y="983341"/>
                  </a:lnTo>
                  <a:lnTo>
                    <a:pt x="2396196" y="1063811"/>
                  </a:lnTo>
                  <a:lnTo>
                    <a:pt x="2361307" y="1147276"/>
                  </a:lnTo>
                  <a:lnTo>
                    <a:pt x="2326127" y="1233332"/>
                  </a:lnTo>
                  <a:lnTo>
                    <a:pt x="2290695" y="1321510"/>
                  </a:lnTo>
                  <a:lnTo>
                    <a:pt x="2255066" y="1411288"/>
                  </a:lnTo>
                  <a:lnTo>
                    <a:pt x="2219307" y="1502098"/>
                  </a:lnTo>
                  <a:lnTo>
                    <a:pt x="2183491" y="1593346"/>
                  </a:lnTo>
                  <a:lnTo>
                    <a:pt x="2147698" y="1684425"/>
                  </a:lnTo>
                  <a:lnTo>
                    <a:pt x="2112002" y="1774735"/>
                  </a:lnTo>
                  <a:lnTo>
                    <a:pt x="2076475" y="1863693"/>
                  </a:lnTo>
                  <a:lnTo>
                    <a:pt x="2041177" y="1950755"/>
                  </a:lnTo>
                  <a:lnTo>
                    <a:pt x="2006154" y="2035427"/>
                  </a:lnTo>
                  <a:lnTo>
                    <a:pt x="1971435" y="2117276"/>
                  </a:lnTo>
                  <a:lnTo>
                    <a:pt x="1937028" y="2195935"/>
                  </a:lnTo>
                  <a:lnTo>
                    <a:pt x="1902917" y="2271113"/>
                  </a:lnTo>
                  <a:lnTo>
                    <a:pt x="1869060" y="2342592"/>
                  </a:lnTo>
                  <a:lnTo>
                    <a:pt x="1835387" y="2410229"/>
                  </a:lnTo>
                  <a:lnTo>
                    <a:pt x="1801797" y="2473952"/>
                  </a:lnTo>
                  <a:lnTo>
                    <a:pt x="1768154" y="2533754"/>
                  </a:lnTo>
                  <a:lnTo>
                    <a:pt x="1734288" y="2589690"/>
                  </a:lnTo>
                  <a:lnTo>
                    <a:pt x="1719082" y="2613376"/>
                  </a:lnTo>
                  <a:lnTo>
                    <a:pt x="1672813" y="2679881"/>
                  </a:lnTo>
                  <a:lnTo>
                    <a:pt x="1624980" y="2739722"/>
                  </a:lnTo>
                  <a:lnTo>
                    <a:pt x="1574843" y="2793239"/>
                  </a:lnTo>
                  <a:lnTo>
                    <a:pt x="1521572" y="2841009"/>
                  </a:lnTo>
                  <a:lnTo>
                    <a:pt x="1464323" y="2883681"/>
                  </a:lnTo>
                  <a:lnTo>
                    <a:pt x="1402306" y="2921882"/>
                  </a:lnTo>
                  <a:lnTo>
                    <a:pt x="1334876" y="2956163"/>
                  </a:lnTo>
                  <a:lnTo>
                    <a:pt x="1261654" y="2986972"/>
                  </a:lnTo>
                  <a:lnTo>
                    <a:pt x="1182684" y="3014638"/>
                  </a:lnTo>
                  <a:lnTo>
                    <a:pt x="1098622" y="3039364"/>
                  </a:lnTo>
                  <a:lnTo>
                    <a:pt x="1010923" y="3061238"/>
                  </a:lnTo>
                  <a:lnTo>
                    <a:pt x="921970" y="3080252"/>
                  </a:lnTo>
                  <a:lnTo>
                    <a:pt x="835054" y="3096342"/>
                  </a:lnTo>
                  <a:lnTo>
                    <a:pt x="754110" y="3109450"/>
                  </a:lnTo>
                  <a:lnTo>
                    <a:pt x="683169" y="3119588"/>
                  </a:lnTo>
                  <a:lnTo>
                    <a:pt x="625613" y="3126902"/>
                  </a:lnTo>
                  <a:lnTo>
                    <a:pt x="583410" y="3131700"/>
                  </a:lnTo>
                  <a:lnTo>
                    <a:pt x="556587" y="3134441"/>
                  </a:lnTo>
                  <a:lnTo>
                    <a:pt x="543088" y="3135688"/>
                  </a:lnTo>
                  <a:lnTo>
                    <a:pt x="538964" y="3136034"/>
                  </a:lnTo>
                  <a:lnTo>
                    <a:pt x="538736" y="3136051"/>
                  </a:lnTo>
                  <a:lnTo>
                    <a:pt x="0" y="3136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3" name="pg1583"/>
            <p:cNvSpPr/>
            <p:nvPr/>
          </p:nvSpPr>
          <p:spPr>
            <a:xfrm>
              <a:off x="546595" y="3886508"/>
              <a:ext cx="8234974" cy="1186908"/>
            </a:xfrm>
            <a:custGeom>
              <a:avLst/>
              <a:pathLst>
                <a:path w="8234974" h="1186908">
                  <a:moveTo>
                    <a:pt x="0" y="1186908"/>
                  </a:moveTo>
                  <a:lnTo>
                    <a:pt x="538736" y="1186908"/>
                  </a:lnTo>
                  <a:lnTo>
                    <a:pt x="540039" y="1186904"/>
                  </a:lnTo>
                  <a:lnTo>
                    <a:pt x="548536" y="1186878"/>
                  </a:lnTo>
                  <a:lnTo>
                    <a:pt x="569719" y="1186807"/>
                  </a:lnTo>
                  <a:lnTo>
                    <a:pt x="606983" y="1186666"/>
                  </a:lnTo>
                  <a:lnTo>
                    <a:pt x="661302" y="1186436"/>
                  </a:lnTo>
                  <a:lnTo>
                    <a:pt x="731212" y="1186103"/>
                  </a:lnTo>
                  <a:lnTo>
                    <a:pt x="813300" y="1185657"/>
                  </a:lnTo>
                  <a:lnTo>
                    <a:pt x="903081" y="1185099"/>
                  </a:lnTo>
                  <a:lnTo>
                    <a:pt x="995972" y="1184428"/>
                  </a:lnTo>
                  <a:lnTo>
                    <a:pt x="1088040" y="1183649"/>
                  </a:lnTo>
                  <a:lnTo>
                    <a:pt x="1176401" y="1182762"/>
                  </a:lnTo>
                  <a:lnTo>
                    <a:pt x="1259290" y="1181763"/>
                  </a:lnTo>
                  <a:lnTo>
                    <a:pt x="1335909" y="1180645"/>
                  </a:lnTo>
                  <a:lnTo>
                    <a:pt x="1406201" y="1179395"/>
                  </a:lnTo>
                  <a:lnTo>
                    <a:pt x="1470612" y="1177996"/>
                  </a:lnTo>
                  <a:lnTo>
                    <a:pt x="1529897" y="1176424"/>
                  </a:lnTo>
                  <a:lnTo>
                    <a:pt x="1584970" y="1174654"/>
                  </a:lnTo>
                  <a:lnTo>
                    <a:pt x="1636800" y="1172662"/>
                  </a:lnTo>
                  <a:lnTo>
                    <a:pt x="1686317" y="1170425"/>
                  </a:lnTo>
                  <a:lnTo>
                    <a:pt x="1719082" y="1168760"/>
                  </a:lnTo>
                  <a:lnTo>
                    <a:pt x="1771801" y="1165777"/>
                  </a:lnTo>
                  <a:lnTo>
                    <a:pt x="1824015" y="1162470"/>
                  </a:lnTo>
                  <a:lnTo>
                    <a:pt x="1876319" y="1158835"/>
                  </a:lnTo>
                  <a:lnTo>
                    <a:pt x="1929100" y="1154881"/>
                  </a:lnTo>
                  <a:lnTo>
                    <a:pt x="1982570" y="1150631"/>
                  </a:lnTo>
                  <a:lnTo>
                    <a:pt x="2036786" y="1146124"/>
                  </a:lnTo>
                  <a:lnTo>
                    <a:pt x="2091672" y="1141412"/>
                  </a:lnTo>
                  <a:lnTo>
                    <a:pt x="2147048" y="1136562"/>
                  </a:lnTo>
                  <a:lnTo>
                    <a:pt x="2202663" y="1131645"/>
                  </a:lnTo>
                  <a:lnTo>
                    <a:pt x="2258229" y="1126742"/>
                  </a:lnTo>
                  <a:lnTo>
                    <a:pt x="2313468" y="1121930"/>
                  </a:lnTo>
                  <a:lnTo>
                    <a:pt x="2368147" y="1117280"/>
                  </a:lnTo>
                  <a:lnTo>
                    <a:pt x="2422117" y="1112853"/>
                  </a:lnTo>
                  <a:lnTo>
                    <a:pt x="2475345" y="1108697"/>
                  </a:lnTo>
                  <a:lnTo>
                    <a:pt x="2527936" y="1104848"/>
                  </a:lnTo>
                  <a:lnTo>
                    <a:pt x="2580158" y="1101321"/>
                  </a:lnTo>
                  <a:lnTo>
                    <a:pt x="2632462" y="1098123"/>
                  </a:lnTo>
                  <a:lnTo>
                    <a:pt x="2667772" y="1096166"/>
                  </a:lnTo>
                  <a:lnTo>
                    <a:pt x="2716189" y="1093757"/>
                  </a:lnTo>
                  <a:lnTo>
                    <a:pt x="2766351" y="1091600"/>
                  </a:lnTo>
                  <a:lnTo>
                    <a:pt x="2819114" y="1089682"/>
                  </a:lnTo>
                  <a:lnTo>
                    <a:pt x="2875431" y="1087978"/>
                  </a:lnTo>
                  <a:lnTo>
                    <a:pt x="2936262" y="1086464"/>
                  </a:lnTo>
                  <a:lnTo>
                    <a:pt x="3002485" y="1085114"/>
                  </a:lnTo>
                  <a:lnTo>
                    <a:pt x="3074774" y="1083909"/>
                  </a:lnTo>
                  <a:lnTo>
                    <a:pt x="3153436" y="1082830"/>
                  </a:lnTo>
                  <a:lnTo>
                    <a:pt x="3238205" y="1081868"/>
                  </a:lnTo>
                  <a:lnTo>
                    <a:pt x="3327998" y="1081015"/>
                  </a:lnTo>
                  <a:lnTo>
                    <a:pt x="3420697" y="1080270"/>
                  </a:lnTo>
                  <a:lnTo>
                    <a:pt x="3513063" y="1079636"/>
                  </a:lnTo>
                  <a:lnTo>
                    <a:pt x="3600893" y="1079113"/>
                  </a:lnTo>
                  <a:lnTo>
                    <a:pt x="3679540" y="1078704"/>
                  </a:lnTo>
                  <a:lnTo>
                    <a:pt x="3744753" y="1078405"/>
                  </a:lnTo>
                  <a:lnTo>
                    <a:pt x="3793660" y="1078205"/>
                  </a:lnTo>
                  <a:lnTo>
                    <a:pt x="3825550" y="1078089"/>
                  </a:lnTo>
                  <a:lnTo>
                    <a:pt x="3842194" y="1078035"/>
                  </a:lnTo>
                  <a:lnTo>
                    <a:pt x="3847701" y="1078018"/>
                  </a:lnTo>
                  <a:lnTo>
                    <a:pt x="3848118" y="1078017"/>
                  </a:lnTo>
                  <a:lnTo>
                    <a:pt x="4386855" y="1078017"/>
                  </a:lnTo>
                  <a:lnTo>
                    <a:pt x="4388136" y="1077982"/>
                  </a:lnTo>
                  <a:lnTo>
                    <a:pt x="4396499" y="1077731"/>
                  </a:lnTo>
                  <a:lnTo>
                    <a:pt x="4417356" y="1077037"/>
                  </a:lnTo>
                  <a:lnTo>
                    <a:pt x="4454080" y="1075674"/>
                  </a:lnTo>
                  <a:lnTo>
                    <a:pt x="4507677" y="1073447"/>
                  </a:lnTo>
                  <a:lnTo>
                    <a:pt x="4576764" y="1070212"/>
                  </a:lnTo>
                  <a:lnTo>
                    <a:pt x="4658029" y="1065891"/>
                  </a:lnTo>
                  <a:lnTo>
                    <a:pt x="4747083" y="1060465"/>
                  </a:lnTo>
                  <a:lnTo>
                    <a:pt x="4839404" y="1053951"/>
                  </a:lnTo>
                  <a:lnTo>
                    <a:pt x="4931084" y="1046375"/>
                  </a:lnTo>
                  <a:lnTo>
                    <a:pt x="5019228" y="1037745"/>
                  </a:lnTo>
                  <a:lnTo>
                    <a:pt x="5102036" y="1028035"/>
                  </a:lnTo>
                  <a:lnTo>
                    <a:pt x="5178671" y="1017172"/>
                  </a:lnTo>
                  <a:lnTo>
                    <a:pt x="5249035" y="1005034"/>
                  </a:lnTo>
                  <a:lnTo>
                    <a:pt x="5313535" y="991449"/>
                  </a:lnTo>
                  <a:lnTo>
                    <a:pt x="5372895" y="976207"/>
                  </a:lnTo>
                  <a:lnTo>
                    <a:pt x="5428006" y="959065"/>
                  </a:lnTo>
                  <a:lnTo>
                    <a:pt x="5479819" y="939775"/>
                  </a:lnTo>
                  <a:lnTo>
                    <a:pt x="5529257" y="918123"/>
                  </a:lnTo>
                  <a:lnTo>
                    <a:pt x="5567201" y="899255"/>
                  </a:lnTo>
                  <a:lnTo>
                    <a:pt x="5614417" y="873111"/>
                  </a:lnTo>
                  <a:lnTo>
                    <a:pt x="5661171" y="844416"/>
                  </a:lnTo>
                  <a:lnTo>
                    <a:pt x="5707915" y="813130"/>
                  </a:lnTo>
                  <a:lnTo>
                    <a:pt x="5754961" y="779291"/>
                  </a:lnTo>
                  <a:lnTo>
                    <a:pt x="5802507" y="743024"/>
                  </a:lnTo>
                  <a:lnTo>
                    <a:pt x="5850642" y="704552"/>
                  </a:lnTo>
                  <a:lnTo>
                    <a:pt x="5899364" y="664190"/>
                  </a:lnTo>
                  <a:lnTo>
                    <a:pt x="5948594" y="622341"/>
                  </a:lnTo>
                  <a:lnTo>
                    <a:pt x="5998189" y="579481"/>
                  </a:lnTo>
                  <a:lnTo>
                    <a:pt x="6047962" y="536138"/>
                  </a:lnTo>
                  <a:lnTo>
                    <a:pt x="6097709" y="492868"/>
                  </a:lnTo>
                  <a:lnTo>
                    <a:pt x="6147226" y="450220"/>
                  </a:lnTo>
                  <a:lnTo>
                    <a:pt x="6196337" y="408710"/>
                  </a:lnTo>
                  <a:lnTo>
                    <a:pt x="6244913" y="368800"/>
                  </a:lnTo>
                  <a:lnTo>
                    <a:pt x="6292892" y="330870"/>
                  </a:lnTo>
                  <a:lnTo>
                    <a:pt x="6340297" y="295212"/>
                  </a:lnTo>
                  <a:lnTo>
                    <a:pt x="6387242" y="262022"/>
                  </a:lnTo>
                  <a:lnTo>
                    <a:pt x="6433953" y="231403"/>
                  </a:lnTo>
                  <a:lnTo>
                    <a:pt x="6480777" y="203373"/>
                  </a:lnTo>
                  <a:lnTo>
                    <a:pt x="6515891" y="184206"/>
                  </a:lnTo>
                  <a:lnTo>
                    <a:pt x="6564033" y="160601"/>
                  </a:lnTo>
                  <a:lnTo>
                    <a:pt x="6613896" y="139458"/>
                  </a:lnTo>
                  <a:lnTo>
                    <a:pt x="6666321" y="120637"/>
                  </a:lnTo>
                  <a:lnTo>
                    <a:pt x="6722243" y="103914"/>
                  </a:lnTo>
                  <a:lnTo>
                    <a:pt x="6782610" y="89038"/>
                  </a:lnTo>
                  <a:lnTo>
                    <a:pt x="6848286" y="75773"/>
                  </a:lnTo>
                  <a:lnTo>
                    <a:pt x="6919942" y="63914"/>
                  </a:lnTo>
                  <a:lnTo>
                    <a:pt x="6997899" y="53301"/>
                  </a:lnTo>
                  <a:lnTo>
                    <a:pt x="7081923" y="43821"/>
                  </a:lnTo>
                  <a:lnTo>
                    <a:pt x="7170991" y="35413"/>
                  </a:lnTo>
                  <a:lnTo>
                    <a:pt x="7263082" y="28058"/>
                  </a:lnTo>
                  <a:lnTo>
                    <a:pt x="7355072" y="21769"/>
                  </a:lnTo>
                  <a:lnTo>
                    <a:pt x="7442878" y="16574"/>
                  </a:lnTo>
                  <a:lnTo>
                    <a:pt x="7521935" y="12483"/>
                  </a:lnTo>
                  <a:lnTo>
                    <a:pt x="7587999" y="9468"/>
                  </a:lnTo>
                  <a:lnTo>
                    <a:pt x="7638102" y="7436"/>
                  </a:lnTo>
                  <a:lnTo>
                    <a:pt x="7671338" y="6231"/>
                  </a:lnTo>
                  <a:lnTo>
                    <a:pt x="7689226" y="5649"/>
                  </a:lnTo>
                  <a:lnTo>
                    <a:pt x="7695596" y="54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6" y="35"/>
                  </a:lnTo>
                  <a:lnTo>
                    <a:pt x="7686594" y="286"/>
                  </a:lnTo>
                  <a:lnTo>
                    <a:pt x="7665737" y="980"/>
                  </a:lnTo>
                  <a:lnTo>
                    <a:pt x="7629012" y="2342"/>
                  </a:lnTo>
                  <a:lnTo>
                    <a:pt x="7575415" y="4569"/>
                  </a:lnTo>
                  <a:lnTo>
                    <a:pt x="7506328" y="7804"/>
                  </a:lnTo>
                  <a:lnTo>
                    <a:pt x="7425064" y="12125"/>
                  </a:lnTo>
                  <a:lnTo>
                    <a:pt x="7336010" y="17552"/>
                  </a:lnTo>
                  <a:lnTo>
                    <a:pt x="7243688" y="24066"/>
                  </a:lnTo>
                  <a:lnTo>
                    <a:pt x="7152009" y="31642"/>
                  </a:lnTo>
                  <a:lnTo>
                    <a:pt x="7063865" y="40272"/>
                  </a:lnTo>
                  <a:lnTo>
                    <a:pt x="6981057" y="49981"/>
                  </a:lnTo>
                  <a:lnTo>
                    <a:pt x="6904421" y="60844"/>
                  </a:lnTo>
                  <a:lnTo>
                    <a:pt x="6834058" y="72983"/>
                  </a:lnTo>
                  <a:lnTo>
                    <a:pt x="6769558" y="86567"/>
                  </a:lnTo>
                  <a:lnTo>
                    <a:pt x="6710198" y="101810"/>
                  </a:lnTo>
                  <a:lnTo>
                    <a:pt x="6655087" y="118951"/>
                  </a:lnTo>
                  <a:lnTo>
                    <a:pt x="6603274" y="138241"/>
                  </a:lnTo>
                  <a:lnTo>
                    <a:pt x="6553836" y="159894"/>
                  </a:lnTo>
                  <a:lnTo>
                    <a:pt x="6515891" y="178762"/>
                  </a:lnTo>
                  <a:lnTo>
                    <a:pt x="6468676" y="204906"/>
                  </a:lnTo>
                  <a:lnTo>
                    <a:pt x="6421921" y="233601"/>
                  </a:lnTo>
                  <a:lnTo>
                    <a:pt x="6375178" y="264887"/>
                  </a:lnTo>
                  <a:lnTo>
                    <a:pt x="6328131" y="298726"/>
                  </a:lnTo>
                  <a:lnTo>
                    <a:pt x="6280586" y="334992"/>
                  </a:lnTo>
                  <a:lnTo>
                    <a:pt x="6232451" y="373464"/>
                  </a:lnTo>
                  <a:lnTo>
                    <a:pt x="6183728" y="413827"/>
                  </a:lnTo>
                  <a:lnTo>
                    <a:pt x="6134498" y="455676"/>
                  </a:lnTo>
                  <a:lnTo>
                    <a:pt x="6084904" y="498536"/>
                  </a:lnTo>
                  <a:lnTo>
                    <a:pt x="6035130" y="541878"/>
                  </a:lnTo>
                  <a:lnTo>
                    <a:pt x="5985383" y="585149"/>
                  </a:lnTo>
                  <a:lnTo>
                    <a:pt x="5935866" y="627797"/>
                  </a:lnTo>
                  <a:lnTo>
                    <a:pt x="5886756" y="669306"/>
                  </a:lnTo>
                  <a:lnTo>
                    <a:pt x="5838180" y="709217"/>
                  </a:lnTo>
                  <a:lnTo>
                    <a:pt x="5790200" y="747147"/>
                  </a:lnTo>
                  <a:lnTo>
                    <a:pt x="5742796" y="782805"/>
                  </a:lnTo>
                  <a:lnTo>
                    <a:pt x="5695851" y="815995"/>
                  </a:lnTo>
                  <a:lnTo>
                    <a:pt x="5649139" y="846613"/>
                  </a:lnTo>
                  <a:lnTo>
                    <a:pt x="5602315" y="874644"/>
                  </a:lnTo>
                  <a:lnTo>
                    <a:pt x="5567201" y="893811"/>
                  </a:lnTo>
                  <a:lnTo>
                    <a:pt x="5519059" y="917415"/>
                  </a:lnTo>
                  <a:lnTo>
                    <a:pt x="5469196" y="938559"/>
                  </a:lnTo>
                  <a:lnTo>
                    <a:pt x="5416772" y="957380"/>
                  </a:lnTo>
                  <a:lnTo>
                    <a:pt x="5360849" y="974103"/>
                  </a:lnTo>
                  <a:lnTo>
                    <a:pt x="5300483" y="988979"/>
                  </a:lnTo>
                  <a:lnTo>
                    <a:pt x="5234807" y="1002244"/>
                  </a:lnTo>
                  <a:lnTo>
                    <a:pt x="5163150" y="1014103"/>
                  </a:lnTo>
                  <a:lnTo>
                    <a:pt x="5085193" y="1024716"/>
                  </a:lnTo>
                  <a:lnTo>
                    <a:pt x="5001169" y="1034195"/>
                  </a:lnTo>
                  <a:lnTo>
                    <a:pt x="4912101" y="1042603"/>
                  </a:lnTo>
                  <a:lnTo>
                    <a:pt x="4820011" y="1049959"/>
                  </a:lnTo>
                  <a:lnTo>
                    <a:pt x="4728021" y="1056248"/>
                  </a:lnTo>
                  <a:lnTo>
                    <a:pt x="4640215" y="1061443"/>
                  </a:lnTo>
                  <a:lnTo>
                    <a:pt x="4561158" y="1065533"/>
                  </a:lnTo>
                  <a:lnTo>
                    <a:pt x="4495094" y="1068549"/>
                  </a:lnTo>
                  <a:lnTo>
                    <a:pt x="4444991" y="1070581"/>
                  </a:lnTo>
                  <a:lnTo>
                    <a:pt x="4411754" y="1071786"/>
                  </a:lnTo>
                  <a:lnTo>
                    <a:pt x="4393866" y="1072368"/>
                  </a:lnTo>
                  <a:lnTo>
                    <a:pt x="4387496" y="1072555"/>
                  </a:lnTo>
                  <a:lnTo>
                    <a:pt x="4386855" y="1072573"/>
                  </a:lnTo>
                  <a:lnTo>
                    <a:pt x="3848118" y="1072573"/>
                  </a:lnTo>
                  <a:lnTo>
                    <a:pt x="3846816" y="1072576"/>
                  </a:lnTo>
                  <a:lnTo>
                    <a:pt x="3838318" y="1072602"/>
                  </a:lnTo>
                  <a:lnTo>
                    <a:pt x="3817136" y="1072674"/>
                  </a:lnTo>
                  <a:lnTo>
                    <a:pt x="3779872" y="1072815"/>
                  </a:lnTo>
                  <a:lnTo>
                    <a:pt x="3725553" y="1073044"/>
                  </a:lnTo>
                  <a:lnTo>
                    <a:pt x="3655642" y="1073378"/>
                  </a:lnTo>
                  <a:lnTo>
                    <a:pt x="3573555" y="1073823"/>
                  </a:lnTo>
                  <a:lnTo>
                    <a:pt x="3483773" y="1074382"/>
                  </a:lnTo>
                  <a:lnTo>
                    <a:pt x="3390883" y="1075052"/>
                  </a:lnTo>
                  <a:lnTo>
                    <a:pt x="3298815" y="1075832"/>
                  </a:lnTo>
                  <a:lnTo>
                    <a:pt x="3210453" y="1076719"/>
                  </a:lnTo>
                  <a:lnTo>
                    <a:pt x="3127565" y="1077718"/>
                  </a:lnTo>
                  <a:lnTo>
                    <a:pt x="3050946" y="1078835"/>
                  </a:lnTo>
                  <a:lnTo>
                    <a:pt x="2980654" y="1080085"/>
                  </a:lnTo>
                  <a:lnTo>
                    <a:pt x="2916242" y="1081485"/>
                  </a:lnTo>
                  <a:lnTo>
                    <a:pt x="2856958" y="1083057"/>
                  </a:lnTo>
                  <a:lnTo>
                    <a:pt x="2801885" y="1084827"/>
                  </a:lnTo>
                  <a:lnTo>
                    <a:pt x="2750055" y="1086819"/>
                  </a:lnTo>
                  <a:lnTo>
                    <a:pt x="2700537" y="1089055"/>
                  </a:lnTo>
                  <a:lnTo>
                    <a:pt x="2667772" y="1090721"/>
                  </a:lnTo>
                  <a:lnTo>
                    <a:pt x="2615054" y="1093704"/>
                  </a:lnTo>
                  <a:lnTo>
                    <a:pt x="2562839" y="1097011"/>
                  </a:lnTo>
                  <a:lnTo>
                    <a:pt x="2510536" y="1100646"/>
                  </a:lnTo>
                  <a:lnTo>
                    <a:pt x="2457755" y="1104600"/>
                  </a:lnTo>
                  <a:lnTo>
                    <a:pt x="2404285" y="1108850"/>
                  </a:lnTo>
                  <a:lnTo>
                    <a:pt x="2350069" y="1113357"/>
                  </a:lnTo>
                  <a:lnTo>
                    <a:pt x="2295183" y="1118068"/>
                  </a:lnTo>
                  <a:lnTo>
                    <a:pt x="2239806" y="1122919"/>
                  </a:lnTo>
                  <a:lnTo>
                    <a:pt x="2184192" y="1127835"/>
                  </a:lnTo>
                  <a:lnTo>
                    <a:pt x="2128626" y="1132738"/>
                  </a:lnTo>
                  <a:lnTo>
                    <a:pt x="2073387" y="1137551"/>
                  </a:lnTo>
                  <a:lnTo>
                    <a:pt x="2018708" y="1142201"/>
                  </a:lnTo>
                  <a:lnTo>
                    <a:pt x="1964738" y="1146628"/>
                  </a:lnTo>
                  <a:lnTo>
                    <a:pt x="1911510" y="1150783"/>
                  </a:lnTo>
                  <a:lnTo>
                    <a:pt x="1858919" y="1154633"/>
                  </a:lnTo>
                  <a:lnTo>
                    <a:pt x="1806697" y="1158160"/>
                  </a:lnTo>
                  <a:lnTo>
                    <a:pt x="1754392" y="1161358"/>
                  </a:lnTo>
                  <a:lnTo>
                    <a:pt x="1719082" y="1163315"/>
                  </a:lnTo>
                  <a:lnTo>
                    <a:pt x="1670666" y="1165724"/>
                  </a:lnTo>
                  <a:lnTo>
                    <a:pt x="1620504" y="1167881"/>
                  </a:lnTo>
                  <a:lnTo>
                    <a:pt x="1567741" y="1169799"/>
                  </a:lnTo>
                  <a:lnTo>
                    <a:pt x="1511424" y="1171502"/>
                  </a:lnTo>
                  <a:lnTo>
                    <a:pt x="1450593" y="1173017"/>
                  </a:lnTo>
                  <a:lnTo>
                    <a:pt x="1384370" y="1174366"/>
                  </a:lnTo>
                  <a:lnTo>
                    <a:pt x="1312081" y="1175572"/>
                  </a:lnTo>
                  <a:lnTo>
                    <a:pt x="1233418" y="1176651"/>
                  </a:lnTo>
                  <a:lnTo>
                    <a:pt x="1148649" y="1177613"/>
                  </a:lnTo>
                  <a:lnTo>
                    <a:pt x="1058857" y="1178466"/>
                  </a:lnTo>
                  <a:lnTo>
                    <a:pt x="966158" y="1179210"/>
                  </a:lnTo>
                  <a:lnTo>
                    <a:pt x="873792" y="1179845"/>
                  </a:lnTo>
                  <a:lnTo>
                    <a:pt x="785961" y="1180368"/>
                  </a:lnTo>
                  <a:lnTo>
                    <a:pt x="707315" y="1180777"/>
                  </a:lnTo>
                  <a:lnTo>
                    <a:pt x="642102" y="1181076"/>
                  </a:lnTo>
                  <a:lnTo>
                    <a:pt x="593194" y="1181275"/>
                  </a:lnTo>
                  <a:lnTo>
                    <a:pt x="561305" y="1181392"/>
                  </a:lnTo>
                  <a:lnTo>
                    <a:pt x="544660" y="1181446"/>
                  </a:lnTo>
                  <a:lnTo>
                    <a:pt x="539154" y="1181462"/>
                  </a:lnTo>
                  <a:lnTo>
                    <a:pt x="538736" y="1181463"/>
                  </a:lnTo>
                  <a:lnTo>
                    <a:pt x="0" y="118146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84" name="pl1584"/>
            <p:cNvSpPr/>
            <p:nvPr/>
          </p:nvSpPr>
          <p:spPr>
            <a:xfrm>
              <a:off x="546595" y="3891953"/>
              <a:ext cx="8234974" cy="1181463"/>
            </a:xfrm>
            <a:custGeom>
              <a:avLst/>
              <a:pathLst>
                <a:path w="8234974" h="1181463">
                  <a:moveTo>
                    <a:pt x="0" y="1181463"/>
                  </a:moveTo>
                  <a:lnTo>
                    <a:pt x="538736" y="1181463"/>
                  </a:lnTo>
                  <a:lnTo>
                    <a:pt x="540039" y="1181460"/>
                  </a:lnTo>
                  <a:lnTo>
                    <a:pt x="548536" y="1181434"/>
                  </a:lnTo>
                  <a:lnTo>
                    <a:pt x="569719" y="1181362"/>
                  </a:lnTo>
                  <a:lnTo>
                    <a:pt x="606983" y="1181221"/>
                  </a:lnTo>
                  <a:lnTo>
                    <a:pt x="661302" y="1180992"/>
                  </a:lnTo>
                  <a:lnTo>
                    <a:pt x="731212" y="1180658"/>
                  </a:lnTo>
                  <a:lnTo>
                    <a:pt x="813300" y="1180213"/>
                  </a:lnTo>
                  <a:lnTo>
                    <a:pt x="903081" y="1179654"/>
                  </a:lnTo>
                  <a:lnTo>
                    <a:pt x="995972" y="1178984"/>
                  </a:lnTo>
                  <a:lnTo>
                    <a:pt x="1088040" y="1178205"/>
                  </a:lnTo>
                  <a:lnTo>
                    <a:pt x="1176401" y="1177317"/>
                  </a:lnTo>
                  <a:lnTo>
                    <a:pt x="1259290" y="1176318"/>
                  </a:lnTo>
                  <a:lnTo>
                    <a:pt x="1335909" y="1175201"/>
                  </a:lnTo>
                  <a:lnTo>
                    <a:pt x="1406201" y="1173951"/>
                  </a:lnTo>
                  <a:lnTo>
                    <a:pt x="1470612" y="1172551"/>
                  </a:lnTo>
                  <a:lnTo>
                    <a:pt x="1529897" y="1170979"/>
                  </a:lnTo>
                  <a:lnTo>
                    <a:pt x="1584970" y="1169210"/>
                  </a:lnTo>
                  <a:lnTo>
                    <a:pt x="1636800" y="1167217"/>
                  </a:lnTo>
                  <a:lnTo>
                    <a:pt x="1686317" y="1164981"/>
                  </a:lnTo>
                  <a:lnTo>
                    <a:pt x="1719082" y="1163315"/>
                  </a:lnTo>
                  <a:lnTo>
                    <a:pt x="1771801" y="1160332"/>
                  </a:lnTo>
                  <a:lnTo>
                    <a:pt x="1824015" y="1157025"/>
                  </a:lnTo>
                  <a:lnTo>
                    <a:pt x="1876319" y="1153390"/>
                  </a:lnTo>
                  <a:lnTo>
                    <a:pt x="1929100" y="1149436"/>
                  </a:lnTo>
                  <a:lnTo>
                    <a:pt x="1982570" y="1145187"/>
                  </a:lnTo>
                  <a:lnTo>
                    <a:pt x="2036786" y="1140679"/>
                  </a:lnTo>
                  <a:lnTo>
                    <a:pt x="2091672" y="1135968"/>
                  </a:lnTo>
                  <a:lnTo>
                    <a:pt x="2147048" y="1131117"/>
                  </a:lnTo>
                  <a:lnTo>
                    <a:pt x="2202663" y="1126201"/>
                  </a:lnTo>
                  <a:lnTo>
                    <a:pt x="2258229" y="1121298"/>
                  </a:lnTo>
                  <a:lnTo>
                    <a:pt x="2313468" y="1116485"/>
                  </a:lnTo>
                  <a:lnTo>
                    <a:pt x="2368147" y="1111835"/>
                  </a:lnTo>
                  <a:lnTo>
                    <a:pt x="2422117" y="1107408"/>
                  </a:lnTo>
                  <a:lnTo>
                    <a:pt x="2475345" y="1103253"/>
                  </a:lnTo>
                  <a:lnTo>
                    <a:pt x="2527936" y="1099403"/>
                  </a:lnTo>
                  <a:lnTo>
                    <a:pt x="2580158" y="1095877"/>
                  </a:lnTo>
                  <a:lnTo>
                    <a:pt x="2632462" y="1092678"/>
                  </a:lnTo>
                  <a:lnTo>
                    <a:pt x="2667772" y="1090721"/>
                  </a:lnTo>
                  <a:lnTo>
                    <a:pt x="2716189" y="1088312"/>
                  </a:lnTo>
                  <a:lnTo>
                    <a:pt x="2766351" y="1086155"/>
                  </a:lnTo>
                  <a:lnTo>
                    <a:pt x="2819114" y="1084237"/>
                  </a:lnTo>
                  <a:lnTo>
                    <a:pt x="2875431" y="1082534"/>
                  </a:lnTo>
                  <a:lnTo>
                    <a:pt x="2936262" y="1081019"/>
                  </a:lnTo>
                  <a:lnTo>
                    <a:pt x="3002485" y="1079670"/>
                  </a:lnTo>
                  <a:lnTo>
                    <a:pt x="3074774" y="1078464"/>
                  </a:lnTo>
                  <a:lnTo>
                    <a:pt x="3153436" y="1077386"/>
                  </a:lnTo>
                  <a:lnTo>
                    <a:pt x="3238205" y="1076423"/>
                  </a:lnTo>
                  <a:lnTo>
                    <a:pt x="3327998" y="1075570"/>
                  </a:lnTo>
                  <a:lnTo>
                    <a:pt x="3420697" y="1074826"/>
                  </a:lnTo>
                  <a:lnTo>
                    <a:pt x="3513063" y="1074191"/>
                  </a:lnTo>
                  <a:lnTo>
                    <a:pt x="3600893" y="1073668"/>
                  </a:lnTo>
                  <a:lnTo>
                    <a:pt x="3679540" y="1073259"/>
                  </a:lnTo>
                  <a:lnTo>
                    <a:pt x="3744753" y="1072960"/>
                  </a:lnTo>
                  <a:lnTo>
                    <a:pt x="3793660" y="1072761"/>
                  </a:lnTo>
                  <a:lnTo>
                    <a:pt x="3825550" y="1072645"/>
                  </a:lnTo>
                  <a:lnTo>
                    <a:pt x="3842194" y="1072590"/>
                  </a:lnTo>
                  <a:lnTo>
                    <a:pt x="3847701" y="1072574"/>
                  </a:lnTo>
                  <a:lnTo>
                    <a:pt x="3848118" y="1072573"/>
                  </a:lnTo>
                  <a:lnTo>
                    <a:pt x="4386855" y="1072573"/>
                  </a:lnTo>
                  <a:lnTo>
                    <a:pt x="4388136" y="1072538"/>
                  </a:lnTo>
                  <a:lnTo>
                    <a:pt x="4396499" y="1072286"/>
                  </a:lnTo>
                  <a:lnTo>
                    <a:pt x="4417356" y="1071592"/>
                  </a:lnTo>
                  <a:lnTo>
                    <a:pt x="4454080" y="1070230"/>
                  </a:lnTo>
                  <a:lnTo>
                    <a:pt x="4507677" y="1068003"/>
                  </a:lnTo>
                  <a:lnTo>
                    <a:pt x="4576764" y="1064768"/>
                  </a:lnTo>
                  <a:lnTo>
                    <a:pt x="4658029" y="1060447"/>
                  </a:lnTo>
                  <a:lnTo>
                    <a:pt x="4747083" y="1055021"/>
                  </a:lnTo>
                  <a:lnTo>
                    <a:pt x="4839404" y="1048506"/>
                  </a:lnTo>
                  <a:lnTo>
                    <a:pt x="4931084" y="1040930"/>
                  </a:lnTo>
                  <a:lnTo>
                    <a:pt x="5019228" y="1032301"/>
                  </a:lnTo>
                  <a:lnTo>
                    <a:pt x="5102036" y="1022591"/>
                  </a:lnTo>
                  <a:lnTo>
                    <a:pt x="5178671" y="1011728"/>
                  </a:lnTo>
                  <a:lnTo>
                    <a:pt x="5249035" y="999589"/>
                  </a:lnTo>
                  <a:lnTo>
                    <a:pt x="5313535" y="986005"/>
                  </a:lnTo>
                  <a:lnTo>
                    <a:pt x="5372895" y="970763"/>
                  </a:lnTo>
                  <a:lnTo>
                    <a:pt x="5428006" y="953621"/>
                  </a:lnTo>
                  <a:lnTo>
                    <a:pt x="5479819" y="934331"/>
                  </a:lnTo>
                  <a:lnTo>
                    <a:pt x="5529257" y="912679"/>
                  </a:lnTo>
                  <a:lnTo>
                    <a:pt x="5567201" y="893811"/>
                  </a:lnTo>
                  <a:lnTo>
                    <a:pt x="5614417" y="867666"/>
                  </a:lnTo>
                  <a:lnTo>
                    <a:pt x="5661171" y="838971"/>
                  </a:lnTo>
                  <a:lnTo>
                    <a:pt x="5707915" y="807685"/>
                  </a:lnTo>
                  <a:lnTo>
                    <a:pt x="5754961" y="773846"/>
                  </a:lnTo>
                  <a:lnTo>
                    <a:pt x="5802507" y="737580"/>
                  </a:lnTo>
                  <a:lnTo>
                    <a:pt x="5850642" y="699108"/>
                  </a:lnTo>
                  <a:lnTo>
                    <a:pt x="5899364" y="658745"/>
                  </a:lnTo>
                  <a:lnTo>
                    <a:pt x="5948594" y="616896"/>
                  </a:lnTo>
                  <a:lnTo>
                    <a:pt x="5998189" y="574036"/>
                  </a:lnTo>
                  <a:lnTo>
                    <a:pt x="6047962" y="530694"/>
                  </a:lnTo>
                  <a:lnTo>
                    <a:pt x="6097709" y="487423"/>
                  </a:lnTo>
                  <a:lnTo>
                    <a:pt x="6147226" y="444775"/>
                  </a:lnTo>
                  <a:lnTo>
                    <a:pt x="6196337" y="403266"/>
                  </a:lnTo>
                  <a:lnTo>
                    <a:pt x="6244913" y="363355"/>
                  </a:lnTo>
                  <a:lnTo>
                    <a:pt x="6292892" y="325425"/>
                  </a:lnTo>
                  <a:lnTo>
                    <a:pt x="6340297" y="289767"/>
                  </a:lnTo>
                  <a:lnTo>
                    <a:pt x="6387242" y="256577"/>
                  </a:lnTo>
                  <a:lnTo>
                    <a:pt x="6433953" y="225959"/>
                  </a:lnTo>
                  <a:lnTo>
                    <a:pt x="6480777" y="197928"/>
                  </a:lnTo>
                  <a:lnTo>
                    <a:pt x="6515891" y="178762"/>
                  </a:lnTo>
                  <a:lnTo>
                    <a:pt x="6564033" y="155157"/>
                  </a:lnTo>
                  <a:lnTo>
                    <a:pt x="6613896" y="134013"/>
                  </a:lnTo>
                  <a:lnTo>
                    <a:pt x="6666321" y="115193"/>
                  </a:lnTo>
                  <a:lnTo>
                    <a:pt x="6722243" y="98469"/>
                  </a:lnTo>
                  <a:lnTo>
                    <a:pt x="6782610" y="83594"/>
                  </a:lnTo>
                  <a:lnTo>
                    <a:pt x="6848286" y="70328"/>
                  </a:lnTo>
                  <a:lnTo>
                    <a:pt x="6919942" y="58469"/>
                  </a:lnTo>
                  <a:lnTo>
                    <a:pt x="6997899" y="47856"/>
                  </a:lnTo>
                  <a:lnTo>
                    <a:pt x="7081923" y="38377"/>
                  </a:lnTo>
                  <a:lnTo>
                    <a:pt x="7170991" y="29969"/>
                  </a:lnTo>
                  <a:lnTo>
                    <a:pt x="7263082" y="22613"/>
                  </a:lnTo>
                  <a:lnTo>
                    <a:pt x="7355072" y="16325"/>
                  </a:lnTo>
                  <a:lnTo>
                    <a:pt x="7442878" y="11129"/>
                  </a:lnTo>
                  <a:lnTo>
                    <a:pt x="7521935" y="7039"/>
                  </a:lnTo>
                  <a:lnTo>
                    <a:pt x="7587999" y="4024"/>
                  </a:lnTo>
                  <a:lnTo>
                    <a:pt x="7638102" y="1992"/>
                  </a:lnTo>
                  <a:lnTo>
                    <a:pt x="7671338" y="787"/>
                  </a:lnTo>
                  <a:lnTo>
                    <a:pt x="7689226" y="204"/>
                  </a:lnTo>
                  <a:lnTo>
                    <a:pt x="7695596" y="1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5" name="pl1585"/>
            <p:cNvSpPr/>
            <p:nvPr/>
          </p:nvSpPr>
          <p:spPr>
            <a:xfrm>
              <a:off x="546595" y="3886508"/>
              <a:ext cx="8234974" cy="1181463"/>
            </a:xfrm>
            <a:custGeom>
              <a:avLst/>
              <a:pathLst>
                <a:path w="8234974" h="1181463">
                  <a:moveTo>
                    <a:pt x="8234974" y="0"/>
                  </a:moveTo>
                  <a:lnTo>
                    <a:pt x="7696237" y="0"/>
                  </a:lnTo>
                  <a:lnTo>
                    <a:pt x="7694956" y="35"/>
                  </a:lnTo>
                  <a:lnTo>
                    <a:pt x="7686594" y="286"/>
                  </a:lnTo>
                  <a:lnTo>
                    <a:pt x="7665737" y="980"/>
                  </a:lnTo>
                  <a:lnTo>
                    <a:pt x="7629012" y="2342"/>
                  </a:lnTo>
                  <a:lnTo>
                    <a:pt x="7575415" y="4569"/>
                  </a:lnTo>
                  <a:lnTo>
                    <a:pt x="7506328" y="7804"/>
                  </a:lnTo>
                  <a:lnTo>
                    <a:pt x="7425064" y="12125"/>
                  </a:lnTo>
                  <a:lnTo>
                    <a:pt x="7336010" y="17552"/>
                  </a:lnTo>
                  <a:lnTo>
                    <a:pt x="7243688" y="24066"/>
                  </a:lnTo>
                  <a:lnTo>
                    <a:pt x="7152009" y="31642"/>
                  </a:lnTo>
                  <a:lnTo>
                    <a:pt x="7063865" y="40272"/>
                  </a:lnTo>
                  <a:lnTo>
                    <a:pt x="6981057" y="49981"/>
                  </a:lnTo>
                  <a:lnTo>
                    <a:pt x="6904421" y="60844"/>
                  </a:lnTo>
                  <a:lnTo>
                    <a:pt x="6834058" y="72983"/>
                  </a:lnTo>
                  <a:lnTo>
                    <a:pt x="6769558" y="86567"/>
                  </a:lnTo>
                  <a:lnTo>
                    <a:pt x="6710198" y="101810"/>
                  </a:lnTo>
                  <a:lnTo>
                    <a:pt x="6655087" y="118951"/>
                  </a:lnTo>
                  <a:lnTo>
                    <a:pt x="6603274" y="138241"/>
                  </a:lnTo>
                  <a:lnTo>
                    <a:pt x="6553836" y="159894"/>
                  </a:lnTo>
                  <a:lnTo>
                    <a:pt x="6515891" y="178762"/>
                  </a:lnTo>
                  <a:lnTo>
                    <a:pt x="6468676" y="204906"/>
                  </a:lnTo>
                  <a:lnTo>
                    <a:pt x="6421921" y="233601"/>
                  </a:lnTo>
                  <a:lnTo>
                    <a:pt x="6375178" y="264887"/>
                  </a:lnTo>
                  <a:lnTo>
                    <a:pt x="6328131" y="298726"/>
                  </a:lnTo>
                  <a:lnTo>
                    <a:pt x="6280586" y="334992"/>
                  </a:lnTo>
                  <a:lnTo>
                    <a:pt x="6232451" y="373464"/>
                  </a:lnTo>
                  <a:lnTo>
                    <a:pt x="6183728" y="413827"/>
                  </a:lnTo>
                  <a:lnTo>
                    <a:pt x="6134498" y="455676"/>
                  </a:lnTo>
                  <a:lnTo>
                    <a:pt x="6084904" y="498536"/>
                  </a:lnTo>
                  <a:lnTo>
                    <a:pt x="6035130" y="541878"/>
                  </a:lnTo>
                  <a:lnTo>
                    <a:pt x="5985383" y="585149"/>
                  </a:lnTo>
                  <a:lnTo>
                    <a:pt x="5935866" y="627797"/>
                  </a:lnTo>
                  <a:lnTo>
                    <a:pt x="5886756" y="669306"/>
                  </a:lnTo>
                  <a:lnTo>
                    <a:pt x="5838180" y="709217"/>
                  </a:lnTo>
                  <a:lnTo>
                    <a:pt x="5790200" y="747147"/>
                  </a:lnTo>
                  <a:lnTo>
                    <a:pt x="5742796" y="782805"/>
                  </a:lnTo>
                  <a:lnTo>
                    <a:pt x="5695851" y="815995"/>
                  </a:lnTo>
                  <a:lnTo>
                    <a:pt x="5649139" y="846613"/>
                  </a:lnTo>
                  <a:lnTo>
                    <a:pt x="5602315" y="874644"/>
                  </a:lnTo>
                  <a:lnTo>
                    <a:pt x="5567201" y="893811"/>
                  </a:lnTo>
                  <a:lnTo>
                    <a:pt x="5519059" y="917415"/>
                  </a:lnTo>
                  <a:lnTo>
                    <a:pt x="5469196" y="938559"/>
                  </a:lnTo>
                  <a:lnTo>
                    <a:pt x="5416772" y="957380"/>
                  </a:lnTo>
                  <a:lnTo>
                    <a:pt x="5360849" y="974103"/>
                  </a:lnTo>
                  <a:lnTo>
                    <a:pt x="5300483" y="988979"/>
                  </a:lnTo>
                  <a:lnTo>
                    <a:pt x="5234807" y="1002244"/>
                  </a:lnTo>
                  <a:lnTo>
                    <a:pt x="5163150" y="1014103"/>
                  </a:lnTo>
                  <a:lnTo>
                    <a:pt x="5085193" y="1024716"/>
                  </a:lnTo>
                  <a:lnTo>
                    <a:pt x="5001169" y="1034195"/>
                  </a:lnTo>
                  <a:lnTo>
                    <a:pt x="4912101" y="1042603"/>
                  </a:lnTo>
                  <a:lnTo>
                    <a:pt x="4820011" y="1049959"/>
                  </a:lnTo>
                  <a:lnTo>
                    <a:pt x="4728021" y="1056248"/>
                  </a:lnTo>
                  <a:lnTo>
                    <a:pt x="4640215" y="1061443"/>
                  </a:lnTo>
                  <a:lnTo>
                    <a:pt x="4561158" y="1065533"/>
                  </a:lnTo>
                  <a:lnTo>
                    <a:pt x="4495094" y="1068549"/>
                  </a:lnTo>
                  <a:lnTo>
                    <a:pt x="4444991" y="1070581"/>
                  </a:lnTo>
                  <a:lnTo>
                    <a:pt x="4411754" y="1071786"/>
                  </a:lnTo>
                  <a:lnTo>
                    <a:pt x="4393866" y="1072368"/>
                  </a:lnTo>
                  <a:lnTo>
                    <a:pt x="4387496" y="1072555"/>
                  </a:lnTo>
                  <a:lnTo>
                    <a:pt x="4386855" y="1072573"/>
                  </a:lnTo>
                  <a:lnTo>
                    <a:pt x="3848118" y="1072573"/>
                  </a:lnTo>
                  <a:lnTo>
                    <a:pt x="3846816" y="1072576"/>
                  </a:lnTo>
                  <a:lnTo>
                    <a:pt x="3838318" y="1072602"/>
                  </a:lnTo>
                  <a:lnTo>
                    <a:pt x="3817136" y="1072674"/>
                  </a:lnTo>
                  <a:lnTo>
                    <a:pt x="3779872" y="1072815"/>
                  </a:lnTo>
                  <a:lnTo>
                    <a:pt x="3725553" y="1073044"/>
                  </a:lnTo>
                  <a:lnTo>
                    <a:pt x="3655642" y="1073378"/>
                  </a:lnTo>
                  <a:lnTo>
                    <a:pt x="3573555" y="1073823"/>
                  </a:lnTo>
                  <a:lnTo>
                    <a:pt x="3483773" y="1074382"/>
                  </a:lnTo>
                  <a:lnTo>
                    <a:pt x="3390883" y="1075052"/>
                  </a:lnTo>
                  <a:lnTo>
                    <a:pt x="3298815" y="1075832"/>
                  </a:lnTo>
                  <a:lnTo>
                    <a:pt x="3210453" y="1076719"/>
                  </a:lnTo>
                  <a:lnTo>
                    <a:pt x="3127565" y="1077718"/>
                  </a:lnTo>
                  <a:lnTo>
                    <a:pt x="3050946" y="1078835"/>
                  </a:lnTo>
                  <a:lnTo>
                    <a:pt x="2980654" y="1080085"/>
                  </a:lnTo>
                  <a:lnTo>
                    <a:pt x="2916242" y="1081485"/>
                  </a:lnTo>
                  <a:lnTo>
                    <a:pt x="2856958" y="1083057"/>
                  </a:lnTo>
                  <a:lnTo>
                    <a:pt x="2801885" y="1084827"/>
                  </a:lnTo>
                  <a:lnTo>
                    <a:pt x="2750055" y="1086819"/>
                  </a:lnTo>
                  <a:lnTo>
                    <a:pt x="2700537" y="1089055"/>
                  </a:lnTo>
                  <a:lnTo>
                    <a:pt x="2667772" y="1090721"/>
                  </a:lnTo>
                  <a:lnTo>
                    <a:pt x="2615054" y="1093704"/>
                  </a:lnTo>
                  <a:lnTo>
                    <a:pt x="2562839" y="1097011"/>
                  </a:lnTo>
                  <a:lnTo>
                    <a:pt x="2510536" y="1100646"/>
                  </a:lnTo>
                  <a:lnTo>
                    <a:pt x="2457755" y="1104600"/>
                  </a:lnTo>
                  <a:lnTo>
                    <a:pt x="2404285" y="1108850"/>
                  </a:lnTo>
                  <a:lnTo>
                    <a:pt x="2350069" y="1113357"/>
                  </a:lnTo>
                  <a:lnTo>
                    <a:pt x="2295183" y="1118068"/>
                  </a:lnTo>
                  <a:lnTo>
                    <a:pt x="2239806" y="1122919"/>
                  </a:lnTo>
                  <a:lnTo>
                    <a:pt x="2184192" y="1127835"/>
                  </a:lnTo>
                  <a:lnTo>
                    <a:pt x="2128626" y="1132738"/>
                  </a:lnTo>
                  <a:lnTo>
                    <a:pt x="2073387" y="1137551"/>
                  </a:lnTo>
                  <a:lnTo>
                    <a:pt x="2018708" y="1142201"/>
                  </a:lnTo>
                  <a:lnTo>
                    <a:pt x="1964738" y="1146628"/>
                  </a:lnTo>
                  <a:lnTo>
                    <a:pt x="1911510" y="1150783"/>
                  </a:lnTo>
                  <a:lnTo>
                    <a:pt x="1858919" y="1154633"/>
                  </a:lnTo>
                  <a:lnTo>
                    <a:pt x="1806697" y="1158160"/>
                  </a:lnTo>
                  <a:lnTo>
                    <a:pt x="1754392" y="1161358"/>
                  </a:lnTo>
                  <a:lnTo>
                    <a:pt x="1719082" y="1163315"/>
                  </a:lnTo>
                  <a:lnTo>
                    <a:pt x="1670666" y="1165724"/>
                  </a:lnTo>
                  <a:lnTo>
                    <a:pt x="1620504" y="1167881"/>
                  </a:lnTo>
                  <a:lnTo>
                    <a:pt x="1567741" y="1169799"/>
                  </a:lnTo>
                  <a:lnTo>
                    <a:pt x="1511424" y="1171502"/>
                  </a:lnTo>
                  <a:lnTo>
                    <a:pt x="1450593" y="1173017"/>
                  </a:lnTo>
                  <a:lnTo>
                    <a:pt x="1384370" y="1174366"/>
                  </a:lnTo>
                  <a:lnTo>
                    <a:pt x="1312081" y="1175572"/>
                  </a:lnTo>
                  <a:lnTo>
                    <a:pt x="1233418" y="1176651"/>
                  </a:lnTo>
                  <a:lnTo>
                    <a:pt x="1148649" y="1177613"/>
                  </a:lnTo>
                  <a:lnTo>
                    <a:pt x="1058857" y="1178466"/>
                  </a:lnTo>
                  <a:lnTo>
                    <a:pt x="966158" y="1179210"/>
                  </a:lnTo>
                  <a:lnTo>
                    <a:pt x="873792" y="1179845"/>
                  </a:lnTo>
                  <a:lnTo>
                    <a:pt x="785961" y="1180368"/>
                  </a:lnTo>
                  <a:lnTo>
                    <a:pt x="707315" y="1180777"/>
                  </a:lnTo>
                  <a:lnTo>
                    <a:pt x="642102" y="1181076"/>
                  </a:lnTo>
                  <a:lnTo>
                    <a:pt x="593194" y="1181275"/>
                  </a:lnTo>
                  <a:lnTo>
                    <a:pt x="561305" y="1181392"/>
                  </a:lnTo>
                  <a:lnTo>
                    <a:pt x="544660" y="1181446"/>
                  </a:lnTo>
                  <a:lnTo>
                    <a:pt x="539154" y="1181462"/>
                  </a:lnTo>
                  <a:lnTo>
                    <a:pt x="538736" y="1181463"/>
                  </a:lnTo>
                  <a:lnTo>
                    <a:pt x="0" y="11814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6" name="pg1586"/>
            <p:cNvSpPr/>
            <p:nvPr/>
          </p:nvSpPr>
          <p:spPr>
            <a:xfrm>
              <a:off x="546595" y="4469074"/>
              <a:ext cx="8234974" cy="609787"/>
            </a:xfrm>
            <a:custGeom>
              <a:avLst/>
              <a:pathLst>
                <a:path w="8234974" h="609787">
                  <a:moveTo>
                    <a:pt x="0" y="609787"/>
                  </a:moveTo>
                  <a:lnTo>
                    <a:pt x="538736" y="609787"/>
                  </a:lnTo>
                  <a:lnTo>
                    <a:pt x="540039" y="609784"/>
                  </a:lnTo>
                  <a:lnTo>
                    <a:pt x="548537" y="609759"/>
                  </a:lnTo>
                  <a:lnTo>
                    <a:pt x="569719" y="609691"/>
                  </a:lnTo>
                  <a:lnTo>
                    <a:pt x="606984" y="609557"/>
                  </a:lnTo>
                  <a:lnTo>
                    <a:pt x="661304" y="609339"/>
                  </a:lnTo>
                  <a:lnTo>
                    <a:pt x="731215" y="609022"/>
                  </a:lnTo>
                  <a:lnTo>
                    <a:pt x="813303" y="608599"/>
                  </a:lnTo>
                  <a:lnTo>
                    <a:pt x="903086" y="608068"/>
                  </a:lnTo>
                  <a:lnTo>
                    <a:pt x="995977" y="607432"/>
                  </a:lnTo>
                  <a:lnTo>
                    <a:pt x="1088045" y="606691"/>
                  </a:lnTo>
                  <a:lnTo>
                    <a:pt x="1176407" y="605848"/>
                  </a:lnTo>
                  <a:lnTo>
                    <a:pt x="1259295" y="604900"/>
                  </a:lnTo>
                  <a:lnTo>
                    <a:pt x="1335914" y="603838"/>
                  </a:lnTo>
                  <a:lnTo>
                    <a:pt x="1406206" y="602650"/>
                  </a:lnTo>
                  <a:lnTo>
                    <a:pt x="1470618" y="601320"/>
                  </a:lnTo>
                  <a:lnTo>
                    <a:pt x="1529902" y="599827"/>
                  </a:lnTo>
                  <a:lnTo>
                    <a:pt x="1584975" y="598146"/>
                  </a:lnTo>
                  <a:lnTo>
                    <a:pt x="1636805" y="596253"/>
                  </a:lnTo>
                  <a:lnTo>
                    <a:pt x="1686322" y="594129"/>
                  </a:lnTo>
                  <a:lnTo>
                    <a:pt x="1719082" y="592546"/>
                  </a:lnTo>
                  <a:lnTo>
                    <a:pt x="1771808" y="589712"/>
                  </a:lnTo>
                  <a:lnTo>
                    <a:pt x="1824030" y="586570"/>
                  </a:lnTo>
                  <a:lnTo>
                    <a:pt x="1876341" y="583116"/>
                  </a:lnTo>
                  <a:lnTo>
                    <a:pt x="1929130" y="579359"/>
                  </a:lnTo>
                  <a:lnTo>
                    <a:pt x="1982608" y="575321"/>
                  </a:lnTo>
                  <a:lnTo>
                    <a:pt x="2036832" y="571039"/>
                  </a:lnTo>
                  <a:lnTo>
                    <a:pt x="2091727" y="566562"/>
                  </a:lnTo>
                  <a:lnTo>
                    <a:pt x="2147111" y="561953"/>
                  </a:lnTo>
                  <a:lnTo>
                    <a:pt x="2202734" y="557282"/>
                  </a:lnTo>
                  <a:lnTo>
                    <a:pt x="2258308" y="552623"/>
                  </a:lnTo>
                  <a:lnTo>
                    <a:pt x="2313554" y="548051"/>
                  </a:lnTo>
                  <a:lnTo>
                    <a:pt x="2368239" y="543633"/>
                  </a:lnTo>
                  <a:lnTo>
                    <a:pt x="2422216" y="539427"/>
                  </a:lnTo>
                  <a:lnTo>
                    <a:pt x="2475450" y="535480"/>
                  </a:lnTo>
                  <a:lnTo>
                    <a:pt x="2528047" y="531822"/>
                  </a:lnTo>
                  <a:lnTo>
                    <a:pt x="2580276" y="528473"/>
                  </a:lnTo>
                  <a:lnTo>
                    <a:pt x="2632589" y="525435"/>
                  </a:lnTo>
                  <a:lnTo>
                    <a:pt x="2667772" y="523582"/>
                  </a:lnTo>
                  <a:lnTo>
                    <a:pt x="2716189" y="521293"/>
                  </a:lnTo>
                  <a:lnTo>
                    <a:pt x="2766352" y="519245"/>
                  </a:lnTo>
                  <a:lnTo>
                    <a:pt x="2819115" y="517422"/>
                  </a:lnTo>
                  <a:lnTo>
                    <a:pt x="2875432" y="515804"/>
                  </a:lnTo>
                  <a:lnTo>
                    <a:pt x="2936264" y="514366"/>
                  </a:lnTo>
                  <a:lnTo>
                    <a:pt x="3002487" y="513083"/>
                  </a:lnTo>
                  <a:lnTo>
                    <a:pt x="3074777" y="511938"/>
                  </a:lnTo>
                  <a:lnTo>
                    <a:pt x="3153440" y="510913"/>
                  </a:lnTo>
                  <a:lnTo>
                    <a:pt x="3238210" y="509999"/>
                  </a:lnTo>
                  <a:lnTo>
                    <a:pt x="3328003" y="509189"/>
                  </a:lnTo>
                  <a:lnTo>
                    <a:pt x="3420703" y="508482"/>
                  </a:lnTo>
                  <a:lnTo>
                    <a:pt x="3513069" y="507878"/>
                  </a:lnTo>
                  <a:lnTo>
                    <a:pt x="3600900" y="507382"/>
                  </a:lnTo>
                  <a:lnTo>
                    <a:pt x="3679546" y="506993"/>
                  </a:lnTo>
                  <a:lnTo>
                    <a:pt x="3744758" y="506709"/>
                  </a:lnTo>
                  <a:lnTo>
                    <a:pt x="3793664" y="506520"/>
                  </a:lnTo>
                  <a:lnTo>
                    <a:pt x="3825552" y="506409"/>
                  </a:lnTo>
                  <a:lnTo>
                    <a:pt x="3842195" y="506358"/>
                  </a:lnTo>
                  <a:lnTo>
                    <a:pt x="3847701" y="506342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5"/>
                  </a:lnTo>
                  <a:lnTo>
                    <a:pt x="4396622" y="506206"/>
                  </a:lnTo>
                  <a:lnTo>
                    <a:pt x="4417735" y="505877"/>
                  </a:lnTo>
                  <a:lnTo>
                    <a:pt x="4454884" y="505232"/>
                  </a:lnTo>
                  <a:lnTo>
                    <a:pt x="4509050" y="504179"/>
                  </a:lnTo>
                  <a:lnTo>
                    <a:pt x="4578785" y="502649"/>
                  </a:lnTo>
                  <a:lnTo>
                    <a:pt x="4660698" y="500607"/>
                  </a:lnTo>
                  <a:lnTo>
                    <a:pt x="4750326" y="498045"/>
                  </a:lnTo>
                  <a:lnTo>
                    <a:pt x="4843096" y="494970"/>
                  </a:lnTo>
                  <a:lnTo>
                    <a:pt x="4935082" y="491396"/>
                  </a:lnTo>
                  <a:lnTo>
                    <a:pt x="5023398" y="487325"/>
                  </a:lnTo>
                  <a:lnTo>
                    <a:pt x="5106270" y="482744"/>
                  </a:lnTo>
                  <a:lnTo>
                    <a:pt x="5182893" y="477617"/>
                  </a:lnTo>
                  <a:lnTo>
                    <a:pt x="5253201" y="471884"/>
                  </a:lnTo>
                  <a:lnTo>
                    <a:pt x="5317631" y="465466"/>
                  </a:lnTo>
                  <a:lnTo>
                    <a:pt x="5376932" y="458258"/>
                  </a:lnTo>
                  <a:lnTo>
                    <a:pt x="5432012" y="450148"/>
                  </a:lnTo>
                  <a:lnTo>
                    <a:pt x="5483838" y="441016"/>
                  </a:lnTo>
                  <a:lnTo>
                    <a:pt x="5533338" y="430766"/>
                  </a:lnTo>
                  <a:lnTo>
                    <a:pt x="5567201" y="422858"/>
                  </a:lnTo>
                  <a:lnTo>
                    <a:pt x="5618487" y="409533"/>
                  </a:lnTo>
                  <a:lnTo>
                    <a:pt x="5669279" y="394798"/>
                  </a:lnTo>
                  <a:lnTo>
                    <a:pt x="5720131" y="378634"/>
                  </a:lnTo>
                  <a:lnTo>
                    <a:pt x="5771411" y="361076"/>
                  </a:lnTo>
                  <a:lnTo>
                    <a:pt x="5823330" y="342217"/>
                  </a:lnTo>
                  <a:lnTo>
                    <a:pt x="5875955" y="322210"/>
                  </a:lnTo>
                  <a:lnTo>
                    <a:pt x="5929234" y="301272"/>
                  </a:lnTo>
                  <a:lnTo>
                    <a:pt x="5983016" y="279670"/>
                  </a:lnTo>
                  <a:lnTo>
                    <a:pt x="6037080" y="257710"/>
                  </a:lnTo>
                  <a:lnTo>
                    <a:pt x="6091166" y="235724"/>
                  </a:lnTo>
                  <a:lnTo>
                    <a:pt x="6145012" y="214041"/>
                  </a:lnTo>
                  <a:lnTo>
                    <a:pt x="6198386" y="192973"/>
                  </a:lnTo>
                  <a:lnTo>
                    <a:pt x="6251126" y="172797"/>
                  </a:lnTo>
                  <a:lnTo>
                    <a:pt x="6303160" y="153735"/>
                  </a:lnTo>
                  <a:lnTo>
                    <a:pt x="6354535" y="135955"/>
                  </a:lnTo>
                  <a:lnTo>
                    <a:pt x="6405437" y="119557"/>
                  </a:lnTo>
                  <a:lnTo>
                    <a:pt x="6456206" y="104586"/>
                  </a:lnTo>
                  <a:lnTo>
                    <a:pt x="6507363" y="91031"/>
                  </a:lnTo>
                  <a:lnTo>
                    <a:pt x="6515891" y="88927"/>
                  </a:lnTo>
                  <a:lnTo>
                    <a:pt x="6564250" y="77857"/>
                  </a:lnTo>
                  <a:lnTo>
                    <a:pt x="6614348" y="67947"/>
                  </a:lnTo>
                  <a:lnTo>
                    <a:pt x="6667039" y="59130"/>
                  </a:lnTo>
                  <a:lnTo>
                    <a:pt x="6723272" y="51300"/>
                  </a:lnTo>
                  <a:lnTo>
                    <a:pt x="6784004" y="44338"/>
                  </a:lnTo>
                  <a:lnTo>
                    <a:pt x="6850111" y="38133"/>
                  </a:lnTo>
                  <a:lnTo>
                    <a:pt x="6922265" y="32588"/>
                  </a:lnTo>
                  <a:lnTo>
                    <a:pt x="7000778" y="27628"/>
                  </a:lnTo>
                  <a:lnTo>
                    <a:pt x="7085389" y="23200"/>
                  </a:lnTo>
                  <a:lnTo>
                    <a:pt x="7175028" y="19277"/>
                  </a:lnTo>
                  <a:lnTo>
                    <a:pt x="7267598" y="15850"/>
                  </a:lnTo>
                  <a:lnTo>
                    <a:pt x="7359886" y="12926"/>
                  </a:lnTo>
                  <a:lnTo>
                    <a:pt x="7447714" y="10518"/>
                  </a:lnTo>
                  <a:lnTo>
                    <a:pt x="7526450" y="8630"/>
                  </a:lnTo>
                  <a:lnTo>
                    <a:pt x="7591847" y="7247"/>
                  </a:lnTo>
                  <a:lnTo>
                    <a:pt x="7641010" y="6323"/>
                  </a:lnTo>
                  <a:lnTo>
                    <a:pt x="7673186" y="5782"/>
                  </a:lnTo>
                  <a:lnTo>
                    <a:pt x="7690092" y="5527"/>
                  </a:lnTo>
                  <a:lnTo>
                    <a:pt x="7695777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0" y="135"/>
                  </a:lnTo>
                  <a:lnTo>
                    <a:pt x="7665357" y="464"/>
                  </a:lnTo>
                  <a:lnTo>
                    <a:pt x="7628208" y="1108"/>
                  </a:lnTo>
                  <a:lnTo>
                    <a:pt x="7574043" y="2162"/>
                  </a:lnTo>
                  <a:lnTo>
                    <a:pt x="7504307" y="3691"/>
                  </a:lnTo>
                  <a:lnTo>
                    <a:pt x="7422394" y="5733"/>
                  </a:lnTo>
                  <a:lnTo>
                    <a:pt x="7332767" y="8296"/>
                  </a:lnTo>
                  <a:lnTo>
                    <a:pt x="7239996" y="11370"/>
                  </a:lnTo>
                  <a:lnTo>
                    <a:pt x="7148010" y="14945"/>
                  </a:lnTo>
                  <a:lnTo>
                    <a:pt x="7059694" y="19016"/>
                  </a:lnTo>
                  <a:lnTo>
                    <a:pt x="6976822" y="23597"/>
                  </a:lnTo>
                  <a:lnTo>
                    <a:pt x="6900199" y="28724"/>
                  </a:lnTo>
                  <a:lnTo>
                    <a:pt x="6829892" y="34456"/>
                  </a:lnTo>
                  <a:lnTo>
                    <a:pt x="6765461" y="40875"/>
                  </a:lnTo>
                  <a:lnTo>
                    <a:pt x="6706161" y="48082"/>
                  </a:lnTo>
                  <a:lnTo>
                    <a:pt x="6651080" y="56193"/>
                  </a:lnTo>
                  <a:lnTo>
                    <a:pt x="6599255" y="65324"/>
                  </a:lnTo>
                  <a:lnTo>
                    <a:pt x="6549755" y="75575"/>
                  </a:lnTo>
                  <a:lnTo>
                    <a:pt x="6515891" y="83482"/>
                  </a:lnTo>
                  <a:lnTo>
                    <a:pt x="6464605" y="96808"/>
                  </a:lnTo>
                  <a:lnTo>
                    <a:pt x="6413813" y="111543"/>
                  </a:lnTo>
                  <a:lnTo>
                    <a:pt x="6362962" y="127707"/>
                  </a:lnTo>
                  <a:lnTo>
                    <a:pt x="6311681" y="145265"/>
                  </a:lnTo>
                  <a:lnTo>
                    <a:pt x="6259762" y="164124"/>
                  </a:lnTo>
                  <a:lnTo>
                    <a:pt x="6207137" y="184131"/>
                  </a:lnTo>
                  <a:lnTo>
                    <a:pt x="6153858" y="205069"/>
                  </a:lnTo>
                  <a:lnTo>
                    <a:pt x="6100076" y="226671"/>
                  </a:lnTo>
                  <a:lnTo>
                    <a:pt x="6046012" y="248630"/>
                  </a:lnTo>
                  <a:lnTo>
                    <a:pt x="5991926" y="270617"/>
                  </a:lnTo>
                  <a:lnTo>
                    <a:pt x="5938081" y="292300"/>
                  </a:lnTo>
                  <a:lnTo>
                    <a:pt x="5884706" y="313368"/>
                  </a:lnTo>
                  <a:lnTo>
                    <a:pt x="5831967" y="333544"/>
                  </a:lnTo>
                  <a:lnTo>
                    <a:pt x="5779933" y="352605"/>
                  </a:lnTo>
                  <a:lnTo>
                    <a:pt x="5728557" y="370386"/>
                  </a:lnTo>
                  <a:lnTo>
                    <a:pt x="5677656" y="386784"/>
                  </a:lnTo>
                  <a:lnTo>
                    <a:pt x="5626887" y="401755"/>
                  </a:lnTo>
                  <a:lnTo>
                    <a:pt x="5575729" y="415309"/>
                  </a:lnTo>
                  <a:lnTo>
                    <a:pt x="5567201" y="417414"/>
                  </a:lnTo>
                  <a:lnTo>
                    <a:pt x="5518843" y="428484"/>
                  </a:lnTo>
                  <a:lnTo>
                    <a:pt x="5468744" y="438394"/>
                  </a:lnTo>
                  <a:lnTo>
                    <a:pt x="5416053" y="447211"/>
                  </a:lnTo>
                  <a:lnTo>
                    <a:pt x="5359820" y="455041"/>
                  </a:lnTo>
                  <a:lnTo>
                    <a:pt x="5299088" y="462003"/>
                  </a:lnTo>
                  <a:lnTo>
                    <a:pt x="5232981" y="468208"/>
                  </a:lnTo>
                  <a:lnTo>
                    <a:pt x="5160827" y="473753"/>
                  </a:lnTo>
                  <a:lnTo>
                    <a:pt x="5082314" y="478713"/>
                  </a:lnTo>
                  <a:lnTo>
                    <a:pt x="4997704" y="483140"/>
                  </a:lnTo>
                  <a:lnTo>
                    <a:pt x="4908065" y="487063"/>
                  </a:lnTo>
                  <a:lnTo>
                    <a:pt x="4815494" y="490491"/>
                  </a:lnTo>
                  <a:lnTo>
                    <a:pt x="4723206" y="493415"/>
                  </a:lnTo>
                  <a:lnTo>
                    <a:pt x="4635378" y="495823"/>
                  </a:lnTo>
                  <a:lnTo>
                    <a:pt x="4556642" y="497711"/>
                  </a:lnTo>
                  <a:lnTo>
                    <a:pt x="4491246" y="499094"/>
                  </a:lnTo>
                  <a:lnTo>
                    <a:pt x="4442082" y="500018"/>
                  </a:lnTo>
                  <a:lnTo>
                    <a:pt x="4409907" y="500558"/>
                  </a:lnTo>
                  <a:lnTo>
                    <a:pt x="4393000" y="500813"/>
                  </a:lnTo>
                  <a:lnTo>
                    <a:pt x="4387315" y="500891"/>
                  </a:lnTo>
                  <a:lnTo>
                    <a:pt x="4386855" y="500897"/>
                  </a:lnTo>
                  <a:lnTo>
                    <a:pt x="3848118" y="500897"/>
                  </a:lnTo>
                  <a:lnTo>
                    <a:pt x="3846816" y="500900"/>
                  </a:lnTo>
                  <a:lnTo>
                    <a:pt x="3838318" y="500925"/>
                  </a:lnTo>
                  <a:lnTo>
                    <a:pt x="3817135" y="500993"/>
                  </a:lnTo>
                  <a:lnTo>
                    <a:pt x="3779871" y="501126"/>
                  </a:lnTo>
                  <a:lnTo>
                    <a:pt x="3725551" y="501345"/>
                  </a:lnTo>
                  <a:lnTo>
                    <a:pt x="3655640" y="501662"/>
                  </a:lnTo>
                  <a:lnTo>
                    <a:pt x="3573551" y="502085"/>
                  </a:lnTo>
                  <a:lnTo>
                    <a:pt x="3483769" y="502616"/>
                  </a:lnTo>
                  <a:lnTo>
                    <a:pt x="3390878" y="503252"/>
                  </a:lnTo>
                  <a:lnTo>
                    <a:pt x="3298810" y="503993"/>
                  </a:lnTo>
                  <a:lnTo>
                    <a:pt x="3210448" y="504836"/>
                  </a:lnTo>
                  <a:lnTo>
                    <a:pt x="3127559" y="505784"/>
                  </a:lnTo>
                  <a:lnTo>
                    <a:pt x="3050940" y="506846"/>
                  </a:lnTo>
                  <a:lnTo>
                    <a:pt x="2980648" y="508034"/>
                  </a:lnTo>
                  <a:lnTo>
                    <a:pt x="2916237" y="509364"/>
                  </a:lnTo>
                  <a:lnTo>
                    <a:pt x="2856952" y="510857"/>
                  </a:lnTo>
                  <a:lnTo>
                    <a:pt x="2801879" y="512538"/>
                  </a:lnTo>
                  <a:lnTo>
                    <a:pt x="2750050" y="514431"/>
                  </a:lnTo>
                  <a:lnTo>
                    <a:pt x="2700532" y="516555"/>
                  </a:lnTo>
                  <a:lnTo>
                    <a:pt x="2667772" y="518138"/>
                  </a:lnTo>
                  <a:lnTo>
                    <a:pt x="2615046" y="520972"/>
                  </a:lnTo>
                  <a:lnTo>
                    <a:pt x="2562825" y="524114"/>
                  </a:lnTo>
                  <a:lnTo>
                    <a:pt x="2510513" y="527568"/>
                  </a:lnTo>
                  <a:lnTo>
                    <a:pt x="2457724" y="531325"/>
                  </a:lnTo>
                  <a:lnTo>
                    <a:pt x="2404246" y="535363"/>
                  </a:lnTo>
                  <a:lnTo>
                    <a:pt x="2350022" y="539645"/>
                  </a:lnTo>
                  <a:lnTo>
                    <a:pt x="2295128" y="544122"/>
                  </a:lnTo>
                  <a:lnTo>
                    <a:pt x="2239743" y="548731"/>
                  </a:lnTo>
                  <a:lnTo>
                    <a:pt x="2184121" y="553402"/>
                  </a:lnTo>
                  <a:lnTo>
                    <a:pt x="2128547" y="558060"/>
                  </a:lnTo>
                  <a:lnTo>
                    <a:pt x="2073301" y="562633"/>
                  </a:lnTo>
                  <a:lnTo>
                    <a:pt x="2018615" y="567051"/>
                  </a:lnTo>
                  <a:lnTo>
                    <a:pt x="1964639" y="571257"/>
                  </a:lnTo>
                  <a:lnTo>
                    <a:pt x="1911405" y="575204"/>
                  </a:lnTo>
                  <a:lnTo>
                    <a:pt x="1858807" y="578862"/>
                  </a:lnTo>
                  <a:lnTo>
                    <a:pt x="1806579" y="582211"/>
                  </a:lnTo>
                  <a:lnTo>
                    <a:pt x="1754265" y="585249"/>
                  </a:lnTo>
                  <a:lnTo>
                    <a:pt x="1719082" y="587102"/>
                  </a:lnTo>
                  <a:lnTo>
                    <a:pt x="1670665" y="589391"/>
                  </a:lnTo>
                  <a:lnTo>
                    <a:pt x="1620503" y="591439"/>
                  </a:lnTo>
                  <a:lnTo>
                    <a:pt x="1567740" y="593262"/>
                  </a:lnTo>
                  <a:lnTo>
                    <a:pt x="1511423" y="594880"/>
                  </a:lnTo>
                  <a:lnTo>
                    <a:pt x="1450591" y="596318"/>
                  </a:lnTo>
                  <a:lnTo>
                    <a:pt x="1384367" y="597601"/>
                  </a:lnTo>
                  <a:lnTo>
                    <a:pt x="1312078" y="598746"/>
                  </a:lnTo>
                  <a:lnTo>
                    <a:pt x="1233415" y="599771"/>
                  </a:lnTo>
                  <a:lnTo>
                    <a:pt x="1148645" y="600685"/>
                  </a:lnTo>
                  <a:lnTo>
                    <a:pt x="1058852" y="601495"/>
                  </a:lnTo>
                  <a:lnTo>
                    <a:pt x="966152" y="602202"/>
                  </a:lnTo>
                  <a:lnTo>
                    <a:pt x="873786" y="602806"/>
                  </a:lnTo>
                  <a:lnTo>
                    <a:pt x="785955" y="603302"/>
                  </a:lnTo>
                  <a:lnTo>
                    <a:pt x="707309" y="603690"/>
                  </a:lnTo>
                  <a:lnTo>
                    <a:pt x="642097" y="603975"/>
                  </a:lnTo>
                  <a:lnTo>
                    <a:pt x="593191" y="604164"/>
                  </a:lnTo>
                  <a:lnTo>
                    <a:pt x="561303" y="604275"/>
                  </a:lnTo>
                  <a:lnTo>
                    <a:pt x="544659" y="604326"/>
                  </a:lnTo>
                  <a:lnTo>
                    <a:pt x="539154" y="604342"/>
                  </a:lnTo>
                  <a:lnTo>
                    <a:pt x="538736" y="604343"/>
                  </a:lnTo>
                  <a:lnTo>
                    <a:pt x="0" y="60434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87" name="pl1587"/>
            <p:cNvSpPr/>
            <p:nvPr/>
          </p:nvSpPr>
          <p:spPr>
            <a:xfrm>
              <a:off x="546595" y="4474518"/>
              <a:ext cx="8234974" cy="604343"/>
            </a:xfrm>
            <a:custGeom>
              <a:avLst/>
              <a:pathLst>
                <a:path w="8234974" h="604343">
                  <a:moveTo>
                    <a:pt x="0" y="604343"/>
                  </a:moveTo>
                  <a:lnTo>
                    <a:pt x="538736" y="604343"/>
                  </a:lnTo>
                  <a:lnTo>
                    <a:pt x="540039" y="604339"/>
                  </a:lnTo>
                  <a:lnTo>
                    <a:pt x="548537" y="604315"/>
                  </a:lnTo>
                  <a:lnTo>
                    <a:pt x="569719" y="604247"/>
                  </a:lnTo>
                  <a:lnTo>
                    <a:pt x="606984" y="604113"/>
                  </a:lnTo>
                  <a:lnTo>
                    <a:pt x="661304" y="603895"/>
                  </a:lnTo>
                  <a:lnTo>
                    <a:pt x="731215" y="603578"/>
                  </a:lnTo>
                  <a:lnTo>
                    <a:pt x="813303" y="603155"/>
                  </a:lnTo>
                  <a:lnTo>
                    <a:pt x="903086" y="602624"/>
                  </a:lnTo>
                  <a:lnTo>
                    <a:pt x="995977" y="601987"/>
                  </a:lnTo>
                  <a:lnTo>
                    <a:pt x="1088045" y="601247"/>
                  </a:lnTo>
                  <a:lnTo>
                    <a:pt x="1176407" y="600404"/>
                  </a:lnTo>
                  <a:lnTo>
                    <a:pt x="1259295" y="599455"/>
                  </a:lnTo>
                  <a:lnTo>
                    <a:pt x="1335914" y="598393"/>
                  </a:lnTo>
                  <a:lnTo>
                    <a:pt x="1406206" y="597206"/>
                  </a:lnTo>
                  <a:lnTo>
                    <a:pt x="1470618" y="595876"/>
                  </a:lnTo>
                  <a:lnTo>
                    <a:pt x="1529902" y="594382"/>
                  </a:lnTo>
                  <a:lnTo>
                    <a:pt x="1584975" y="592701"/>
                  </a:lnTo>
                  <a:lnTo>
                    <a:pt x="1636805" y="590809"/>
                  </a:lnTo>
                  <a:lnTo>
                    <a:pt x="1686322" y="588684"/>
                  </a:lnTo>
                  <a:lnTo>
                    <a:pt x="1719082" y="587102"/>
                  </a:lnTo>
                  <a:lnTo>
                    <a:pt x="1771808" y="584268"/>
                  </a:lnTo>
                  <a:lnTo>
                    <a:pt x="1824030" y="581126"/>
                  </a:lnTo>
                  <a:lnTo>
                    <a:pt x="1876341" y="577672"/>
                  </a:lnTo>
                  <a:lnTo>
                    <a:pt x="1929130" y="573915"/>
                  </a:lnTo>
                  <a:lnTo>
                    <a:pt x="1982608" y="569877"/>
                  </a:lnTo>
                  <a:lnTo>
                    <a:pt x="2036832" y="565594"/>
                  </a:lnTo>
                  <a:lnTo>
                    <a:pt x="2091727" y="561117"/>
                  </a:lnTo>
                  <a:lnTo>
                    <a:pt x="2147111" y="556508"/>
                  </a:lnTo>
                  <a:lnTo>
                    <a:pt x="2202734" y="551837"/>
                  </a:lnTo>
                  <a:lnTo>
                    <a:pt x="2258308" y="547179"/>
                  </a:lnTo>
                  <a:lnTo>
                    <a:pt x="2313554" y="542607"/>
                  </a:lnTo>
                  <a:lnTo>
                    <a:pt x="2368239" y="538188"/>
                  </a:lnTo>
                  <a:lnTo>
                    <a:pt x="2422216" y="533983"/>
                  </a:lnTo>
                  <a:lnTo>
                    <a:pt x="2475450" y="530035"/>
                  </a:lnTo>
                  <a:lnTo>
                    <a:pt x="2528047" y="526378"/>
                  </a:lnTo>
                  <a:lnTo>
                    <a:pt x="2580276" y="523028"/>
                  </a:lnTo>
                  <a:lnTo>
                    <a:pt x="2632589" y="519990"/>
                  </a:lnTo>
                  <a:lnTo>
                    <a:pt x="2667772" y="518138"/>
                  </a:lnTo>
                  <a:lnTo>
                    <a:pt x="2716189" y="515849"/>
                  </a:lnTo>
                  <a:lnTo>
                    <a:pt x="2766352" y="513800"/>
                  </a:lnTo>
                  <a:lnTo>
                    <a:pt x="2819115" y="511978"/>
                  </a:lnTo>
                  <a:lnTo>
                    <a:pt x="2875432" y="510360"/>
                  </a:lnTo>
                  <a:lnTo>
                    <a:pt x="2936264" y="508921"/>
                  </a:lnTo>
                  <a:lnTo>
                    <a:pt x="3002487" y="507639"/>
                  </a:lnTo>
                  <a:lnTo>
                    <a:pt x="3074777" y="506493"/>
                  </a:lnTo>
                  <a:lnTo>
                    <a:pt x="3153440" y="505469"/>
                  </a:lnTo>
                  <a:lnTo>
                    <a:pt x="3238210" y="504554"/>
                  </a:lnTo>
                  <a:lnTo>
                    <a:pt x="3328003" y="503744"/>
                  </a:lnTo>
                  <a:lnTo>
                    <a:pt x="3420703" y="503037"/>
                  </a:lnTo>
                  <a:lnTo>
                    <a:pt x="3513069" y="502434"/>
                  </a:lnTo>
                  <a:lnTo>
                    <a:pt x="3600900" y="501938"/>
                  </a:lnTo>
                  <a:lnTo>
                    <a:pt x="3679546" y="501549"/>
                  </a:lnTo>
                  <a:lnTo>
                    <a:pt x="3744758" y="501265"/>
                  </a:lnTo>
                  <a:lnTo>
                    <a:pt x="3793664" y="501075"/>
                  </a:lnTo>
                  <a:lnTo>
                    <a:pt x="3825552" y="500965"/>
                  </a:lnTo>
                  <a:lnTo>
                    <a:pt x="3842195" y="500913"/>
                  </a:lnTo>
                  <a:lnTo>
                    <a:pt x="3847701" y="500898"/>
                  </a:lnTo>
                  <a:lnTo>
                    <a:pt x="3848118" y="500897"/>
                  </a:lnTo>
                  <a:lnTo>
                    <a:pt x="4386855" y="500897"/>
                  </a:lnTo>
                  <a:lnTo>
                    <a:pt x="4388153" y="500880"/>
                  </a:lnTo>
                  <a:lnTo>
                    <a:pt x="4396622" y="500761"/>
                  </a:lnTo>
                  <a:lnTo>
                    <a:pt x="4417735" y="500433"/>
                  </a:lnTo>
                  <a:lnTo>
                    <a:pt x="4454884" y="499788"/>
                  </a:lnTo>
                  <a:lnTo>
                    <a:pt x="4509050" y="498734"/>
                  </a:lnTo>
                  <a:lnTo>
                    <a:pt x="4578785" y="497205"/>
                  </a:lnTo>
                  <a:lnTo>
                    <a:pt x="4660698" y="495163"/>
                  </a:lnTo>
                  <a:lnTo>
                    <a:pt x="4750326" y="492600"/>
                  </a:lnTo>
                  <a:lnTo>
                    <a:pt x="4843096" y="489526"/>
                  </a:lnTo>
                  <a:lnTo>
                    <a:pt x="4935082" y="485951"/>
                  </a:lnTo>
                  <a:lnTo>
                    <a:pt x="5023398" y="481880"/>
                  </a:lnTo>
                  <a:lnTo>
                    <a:pt x="5106270" y="477299"/>
                  </a:lnTo>
                  <a:lnTo>
                    <a:pt x="5182893" y="472172"/>
                  </a:lnTo>
                  <a:lnTo>
                    <a:pt x="5253201" y="466440"/>
                  </a:lnTo>
                  <a:lnTo>
                    <a:pt x="5317631" y="460021"/>
                  </a:lnTo>
                  <a:lnTo>
                    <a:pt x="5376932" y="452814"/>
                  </a:lnTo>
                  <a:lnTo>
                    <a:pt x="5432012" y="444703"/>
                  </a:lnTo>
                  <a:lnTo>
                    <a:pt x="5483838" y="435572"/>
                  </a:lnTo>
                  <a:lnTo>
                    <a:pt x="5533338" y="425321"/>
                  </a:lnTo>
                  <a:lnTo>
                    <a:pt x="5567201" y="417414"/>
                  </a:lnTo>
                  <a:lnTo>
                    <a:pt x="5618487" y="404088"/>
                  </a:lnTo>
                  <a:lnTo>
                    <a:pt x="5669279" y="389353"/>
                  </a:lnTo>
                  <a:lnTo>
                    <a:pt x="5720131" y="373190"/>
                  </a:lnTo>
                  <a:lnTo>
                    <a:pt x="5771411" y="355632"/>
                  </a:lnTo>
                  <a:lnTo>
                    <a:pt x="5823330" y="336772"/>
                  </a:lnTo>
                  <a:lnTo>
                    <a:pt x="5875955" y="316766"/>
                  </a:lnTo>
                  <a:lnTo>
                    <a:pt x="5929234" y="295827"/>
                  </a:lnTo>
                  <a:lnTo>
                    <a:pt x="5983016" y="274225"/>
                  </a:lnTo>
                  <a:lnTo>
                    <a:pt x="6037080" y="252266"/>
                  </a:lnTo>
                  <a:lnTo>
                    <a:pt x="6091166" y="230279"/>
                  </a:lnTo>
                  <a:lnTo>
                    <a:pt x="6145012" y="208596"/>
                  </a:lnTo>
                  <a:lnTo>
                    <a:pt x="6198386" y="187529"/>
                  </a:lnTo>
                  <a:lnTo>
                    <a:pt x="6251126" y="167352"/>
                  </a:lnTo>
                  <a:lnTo>
                    <a:pt x="6303160" y="148291"/>
                  </a:lnTo>
                  <a:lnTo>
                    <a:pt x="6354535" y="130510"/>
                  </a:lnTo>
                  <a:lnTo>
                    <a:pt x="6405437" y="114112"/>
                  </a:lnTo>
                  <a:lnTo>
                    <a:pt x="6456206" y="99141"/>
                  </a:lnTo>
                  <a:lnTo>
                    <a:pt x="6507363" y="85587"/>
                  </a:lnTo>
                  <a:lnTo>
                    <a:pt x="6515891" y="83482"/>
                  </a:lnTo>
                  <a:lnTo>
                    <a:pt x="6564250" y="72413"/>
                  </a:lnTo>
                  <a:lnTo>
                    <a:pt x="6614348" y="62502"/>
                  </a:lnTo>
                  <a:lnTo>
                    <a:pt x="6667039" y="53685"/>
                  </a:lnTo>
                  <a:lnTo>
                    <a:pt x="6723272" y="45855"/>
                  </a:lnTo>
                  <a:lnTo>
                    <a:pt x="6784004" y="38893"/>
                  </a:lnTo>
                  <a:lnTo>
                    <a:pt x="6850111" y="32688"/>
                  </a:lnTo>
                  <a:lnTo>
                    <a:pt x="6922265" y="27143"/>
                  </a:lnTo>
                  <a:lnTo>
                    <a:pt x="7000778" y="22183"/>
                  </a:lnTo>
                  <a:lnTo>
                    <a:pt x="7085389" y="17756"/>
                  </a:lnTo>
                  <a:lnTo>
                    <a:pt x="7175028" y="13833"/>
                  </a:lnTo>
                  <a:lnTo>
                    <a:pt x="7267598" y="10405"/>
                  </a:lnTo>
                  <a:lnTo>
                    <a:pt x="7359886" y="7481"/>
                  </a:lnTo>
                  <a:lnTo>
                    <a:pt x="7447714" y="5073"/>
                  </a:lnTo>
                  <a:lnTo>
                    <a:pt x="7526450" y="3185"/>
                  </a:lnTo>
                  <a:lnTo>
                    <a:pt x="7591847" y="1802"/>
                  </a:lnTo>
                  <a:lnTo>
                    <a:pt x="7641010" y="878"/>
                  </a:lnTo>
                  <a:lnTo>
                    <a:pt x="7673186" y="338"/>
                  </a:lnTo>
                  <a:lnTo>
                    <a:pt x="7690092" y="83"/>
                  </a:lnTo>
                  <a:lnTo>
                    <a:pt x="7695777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8" name="pl1588"/>
            <p:cNvSpPr/>
            <p:nvPr/>
          </p:nvSpPr>
          <p:spPr>
            <a:xfrm>
              <a:off x="546595" y="4469074"/>
              <a:ext cx="8234974" cy="604343"/>
            </a:xfrm>
            <a:custGeom>
              <a:avLst/>
              <a:pathLst>
                <a:path w="8234974" h="604343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0" y="135"/>
                  </a:lnTo>
                  <a:lnTo>
                    <a:pt x="7665357" y="464"/>
                  </a:lnTo>
                  <a:lnTo>
                    <a:pt x="7628208" y="1108"/>
                  </a:lnTo>
                  <a:lnTo>
                    <a:pt x="7574043" y="2162"/>
                  </a:lnTo>
                  <a:lnTo>
                    <a:pt x="7504307" y="3691"/>
                  </a:lnTo>
                  <a:lnTo>
                    <a:pt x="7422394" y="5733"/>
                  </a:lnTo>
                  <a:lnTo>
                    <a:pt x="7332767" y="8296"/>
                  </a:lnTo>
                  <a:lnTo>
                    <a:pt x="7239996" y="11370"/>
                  </a:lnTo>
                  <a:lnTo>
                    <a:pt x="7148010" y="14945"/>
                  </a:lnTo>
                  <a:lnTo>
                    <a:pt x="7059694" y="19016"/>
                  </a:lnTo>
                  <a:lnTo>
                    <a:pt x="6976822" y="23597"/>
                  </a:lnTo>
                  <a:lnTo>
                    <a:pt x="6900199" y="28724"/>
                  </a:lnTo>
                  <a:lnTo>
                    <a:pt x="6829892" y="34456"/>
                  </a:lnTo>
                  <a:lnTo>
                    <a:pt x="6765461" y="40875"/>
                  </a:lnTo>
                  <a:lnTo>
                    <a:pt x="6706161" y="48082"/>
                  </a:lnTo>
                  <a:lnTo>
                    <a:pt x="6651080" y="56193"/>
                  </a:lnTo>
                  <a:lnTo>
                    <a:pt x="6599255" y="65324"/>
                  </a:lnTo>
                  <a:lnTo>
                    <a:pt x="6549755" y="75575"/>
                  </a:lnTo>
                  <a:lnTo>
                    <a:pt x="6515891" y="83482"/>
                  </a:lnTo>
                  <a:lnTo>
                    <a:pt x="6464605" y="96808"/>
                  </a:lnTo>
                  <a:lnTo>
                    <a:pt x="6413813" y="111543"/>
                  </a:lnTo>
                  <a:lnTo>
                    <a:pt x="6362962" y="127707"/>
                  </a:lnTo>
                  <a:lnTo>
                    <a:pt x="6311681" y="145265"/>
                  </a:lnTo>
                  <a:lnTo>
                    <a:pt x="6259762" y="164124"/>
                  </a:lnTo>
                  <a:lnTo>
                    <a:pt x="6207137" y="184131"/>
                  </a:lnTo>
                  <a:lnTo>
                    <a:pt x="6153858" y="205069"/>
                  </a:lnTo>
                  <a:lnTo>
                    <a:pt x="6100076" y="226671"/>
                  </a:lnTo>
                  <a:lnTo>
                    <a:pt x="6046012" y="248630"/>
                  </a:lnTo>
                  <a:lnTo>
                    <a:pt x="5991926" y="270617"/>
                  </a:lnTo>
                  <a:lnTo>
                    <a:pt x="5938081" y="292300"/>
                  </a:lnTo>
                  <a:lnTo>
                    <a:pt x="5884706" y="313368"/>
                  </a:lnTo>
                  <a:lnTo>
                    <a:pt x="5831967" y="333544"/>
                  </a:lnTo>
                  <a:lnTo>
                    <a:pt x="5779933" y="352605"/>
                  </a:lnTo>
                  <a:lnTo>
                    <a:pt x="5728557" y="370386"/>
                  </a:lnTo>
                  <a:lnTo>
                    <a:pt x="5677656" y="386784"/>
                  </a:lnTo>
                  <a:lnTo>
                    <a:pt x="5626887" y="401755"/>
                  </a:lnTo>
                  <a:lnTo>
                    <a:pt x="5575729" y="415309"/>
                  </a:lnTo>
                  <a:lnTo>
                    <a:pt x="5567201" y="417414"/>
                  </a:lnTo>
                  <a:lnTo>
                    <a:pt x="5518843" y="428484"/>
                  </a:lnTo>
                  <a:lnTo>
                    <a:pt x="5468744" y="438394"/>
                  </a:lnTo>
                  <a:lnTo>
                    <a:pt x="5416053" y="447211"/>
                  </a:lnTo>
                  <a:lnTo>
                    <a:pt x="5359820" y="455041"/>
                  </a:lnTo>
                  <a:lnTo>
                    <a:pt x="5299088" y="462003"/>
                  </a:lnTo>
                  <a:lnTo>
                    <a:pt x="5232981" y="468208"/>
                  </a:lnTo>
                  <a:lnTo>
                    <a:pt x="5160827" y="473753"/>
                  </a:lnTo>
                  <a:lnTo>
                    <a:pt x="5082314" y="478713"/>
                  </a:lnTo>
                  <a:lnTo>
                    <a:pt x="4997704" y="483140"/>
                  </a:lnTo>
                  <a:lnTo>
                    <a:pt x="4908065" y="487063"/>
                  </a:lnTo>
                  <a:lnTo>
                    <a:pt x="4815494" y="490491"/>
                  </a:lnTo>
                  <a:lnTo>
                    <a:pt x="4723206" y="493415"/>
                  </a:lnTo>
                  <a:lnTo>
                    <a:pt x="4635378" y="495823"/>
                  </a:lnTo>
                  <a:lnTo>
                    <a:pt x="4556642" y="497711"/>
                  </a:lnTo>
                  <a:lnTo>
                    <a:pt x="4491246" y="499094"/>
                  </a:lnTo>
                  <a:lnTo>
                    <a:pt x="4442082" y="500018"/>
                  </a:lnTo>
                  <a:lnTo>
                    <a:pt x="4409907" y="500558"/>
                  </a:lnTo>
                  <a:lnTo>
                    <a:pt x="4393000" y="500813"/>
                  </a:lnTo>
                  <a:lnTo>
                    <a:pt x="4387315" y="500891"/>
                  </a:lnTo>
                  <a:lnTo>
                    <a:pt x="4386855" y="500897"/>
                  </a:lnTo>
                  <a:lnTo>
                    <a:pt x="3848118" y="500897"/>
                  </a:lnTo>
                  <a:lnTo>
                    <a:pt x="3846816" y="500900"/>
                  </a:lnTo>
                  <a:lnTo>
                    <a:pt x="3838318" y="500925"/>
                  </a:lnTo>
                  <a:lnTo>
                    <a:pt x="3817135" y="500993"/>
                  </a:lnTo>
                  <a:lnTo>
                    <a:pt x="3779871" y="501126"/>
                  </a:lnTo>
                  <a:lnTo>
                    <a:pt x="3725551" y="501345"/>
                  </a:lnTo>
                  <a:lnTo>
                    <a:pt x="3655640" y="501662"/>
                  </a:lnTo>
                  <a:lnTo>
                    <a:pt x="3573551" y="502085"/>
                  </a:lnTo>
                  <a:lnTo>
                    <a:pt x="3483769" y="502616"/>
                  </a:lnTo>
                  <a:lnTo>
                    <a:pt x="3390878" y="503252"/>
                  </a:lnTo>
                  <a:lnTo>
                    <a:pt x="3298810" y="503993"/>
                  </a:lnTo>
                  <a:lnTo>
                    <a:pt x="3210448" y="504836"/>
                  </a:lnTo>
                  <a:lnTo>
                    <a:pt x="3127559" y="505784"/>
                  </a:lnTo>
                  <a:lnTo>
                    <a:pt x="3050940" y="506846"/>
                  </a:lnTo>
                  <a:lnTo>
                    <a:pt x="2980648" y="508034"/>
                  </a:lnTo>
                  <a:lnTo>
                    <a:pt x="2916237" y="509364"/>
                  </a:lnTo>
                  <a:lnTo>
                    <a:pt x="2856952" y="510857"/>
                  </a:lnTo>
                  <a:lnTo>
                    <a:pt x="2801879" y="512538"/>
                  </a:lnTo>
                  <a:lnTo>
                    <a:pt x="2750050" y="514431"/>
                  </a:lnTo>
                  <a:lnTo>
                    <a:pt x="2700532" y="516555"/>
                  </a:lnTo>
                  <a:lnTo>
                    <a:pt x="2667772" y="518138"/>
                  </a:lnTo>
                  <a:lnTo>
                    <a:pt x="2615046" y="520972"/>
                  </a:lnTo>
                  <a:lnTo>
                    <a:pt x="2562825" y="524114"/>
                  </a:lnTo>
                  <a:lnTo>
                    <a:pt x="2510513" y="527568"/>
                  </a:lnTo>
                  <a:lnTo>
                    <a:pt x="2457724" y="531325"/>
                  </a:lnTo>
                  <a:lnTo>
                    <a:pt x="2404246" y="535363"/>
                  </a:lnTo>
                  <a:lnTo>
                    <a:pt x="2350022" y="539645"/>
                  </a:lnTo>
                  <a:lnTo>
                    <a:pt x="2295128" y="544122"/>
                  </a:lnTo>
                  <a:lnTo>
                    <a:pt x="2239743" y="548731"/>
                  </a:lnTo>
                  <a:lnTo>
                    <a:pt x="2184121" y="553402"/>
                  </a:lnTo>
                  <a:lnTo>
                    <a:pt x="2128547" y="558060"/>
                  </a:lnTo>
                  <a:lnTo>
                    <a:pt x="2073301" y="562633"/>
                  </a:lnTo>
                  <a:lnTo>
                    <a:pt x="2018615" y="567051"/>
                  </a:lnTo>
                  <a:lnTo>
                    <a:pt x="1964639" y="571257"/>
                  </a:lnTo>
                  <a:lnTo>
                    <a:pt x="1911405" y="575204"/>
                  </a:lnTo>
                  <a:lnTo>
                    <a:pt x="1858807" y="578862"/>
                  </a:lnTo>
                  <a:lnTo>
                    <a:pt x="1806579" y="582211"/>
                  </a:lnTo>
                  <a:lnTo>
                    <a:pt x="1754265" y="585249"/>
                  </a:lnTo>
                  <a:lnTo>
                    <a:pt x="1719082" y="587102"/>
                  </a:lnTo>
                  <a:lnTo>
                    <a:pt x="1670665" y="589391"/>
                  </a:lnTo>
                  <a:lnTo>
                    <a:pt x="1620503" y="591439"/>
                  </a:lnTo>
                  <a:lnTo>
                    <a:pt x="1567740" y="593262"/>
                  </a:lnTo>
                  <a:lnTo>
                    <a:pt x="1511423" y="594880"/>
                  </a:lnTo>
                  <a:lnTo>
                    <a:pt x="1450591" y="596318"/>
                  </a:lnTo>
                  <a:lnTo>
                    <a:pt x="1384367" y="597601"/>
                  </a:lnTo>
                  <a:lnTo>
                    <a:pt x="1312078" y="598746"/>
                  </a:lnTo>
                  <a:lnTo>
                    <a:pt x="1233415" y="599771"/>
                  </a:lnTo>
                  <a:lnTo>
                    <a:pt x="1148645" y="600685"/>
                  </a:lnTo>
                  <a:lnTo>
                    <a:pt x="1058852" y="601495"/>
                  </a:lnTo>
                  <a:lnTo>
                    <a:pt x="966152" y="602202"/>
                  </a:lnTo>
                  <a:lnTo>
                    <a:pt x="873786" y="602806"/>
                  </a:lnTo>
                  <a:lnTo>
                    <a:pt x="785955" y="603302"/>
                  </a:lnTo>
                  <a:lnTo>
                    <a:pt x="707309" y="603690"/>
                  </a:lnTo>
                  <a:lnTo>
                    <a:pt x="642097" y="603975"/>
                  </a:lnTo>
                  <a:lnTo>
                    <a:pt x="593191" y="604164"/>
                  </a:lnTo>
                  <a:lnTo>
                    <a:pt x="561303" y="604275"/>
                  </a:lnTo>
                  <a:lnTo>
                    <a:pt x="544659" y="604326"/>
                  </a:lnTo>
                  <a:lnTo>
                    <a:pt x="539154" y="604342"/>
                  </a:lnTo>
                  <a:lnTo>
                    <a:pt x="538736" y="604343"/>
                  </a:lnTo>
                  <a:lnTo>
                    <a:pt x="0" y="604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9" name="pg1589"/>
            <p:cNvSpPr/>
            <p:nvPr/>
          </p:nvSpPr>
          <p:spPr>
            <a:xfrm>
              <a:off x="546595" y="3233164"/>
              <a:ext cx="8234974" cy="2918270"/>
            </a:xfrm>
            <a:custGeom>
              <a:avLst/>
              <a:pathLst>
                <a:path w="8234974" h="2918270">
                  <a:moveTo>
                    <a:pt x="0" y="1889253"/>
                  </a:moveTo>
                  <a:lnTo>
                    <a:pt x="538736" y="1889253"/>
                  </a:lnTo>
                  <a:lnTo>
                    <a:pt x="540019" y="1889287"/>
                  </a:lnTo>
                  <a:lnTo>
                    <a:pt x="548392" y="1889528"/>
                  </a:lnTo>
                  <a:lnTo>
                    <a:pt x="569275" y="1890195"/>
                  </a:lnTo>
                  <a:lnTo>
                    <a:pt x="606042" y="1891504"/>
                  </a:lnTo>
                  <a:lnTo>
                    <a:pt x="659696" y="1893643"/>
                  </a:lnTo>
                  <a:lnTo>
                    <a:pt x="728848" y="1896751"/>
                  </a:lnTo>
                  <a:lnTo>
                    <a:pt x="810178" y="1900901"/>
                  </a:lnTo>
                  <a:lnTo>
                    <a:pt x="899290" y="1906113"/>
                  </a:lnTo>
                  <a:lnTo>
                    <a:pt x="991657" y="1912369"/>
                  </a:lnTo>
                  <a:lnTo>
                    <a:pt x="1083368" y="1919645"/>
                  </a:lnTo>
                  <a:lnTo>
                    <a:pt x="1171529" y="1927933"/>
                  </a:lnTo>
                  <a:lnTo>
                    <a:pt x="1254344" y="1937258"/>
                  </a:lnTo>
                  <a:lnTo>
                    <a:pt x="1330979" y="1947691"/>
                  </a:lnTo>
                  <a:lnTo>
                    <a:pt x="1401337" y="1959350"/>
                  </a:lnTo>
                  <a:lnTo>
                    <a:pt x="1465830" y="1972398"/>
                  </a:lnTo>
                  <a:lnTo>
                    <a:pt x="1525184" y="1987039"/>
                  </a:lnTo>
                  <a:lnTo>
                    <a:pt x="1580291" y="2003507"/>
                  </a:lnTo>
                  <a:lnTo>
                    <a:pt x="1632105" y="2022039"/>
                  </a:lnTo>
                  <a:lnTo>
                    <a:pt x="1681549" y="2042840"/>
                  </a:lnTo>
                  <a:lnTo>
                    <a:pt x="1719082" y="2060756"/>
                  </a:lnTo>
                  <a:lnTo>
                    <a:pt x="1766642" y="2086032"/>
                  </a:lnTo>
                  <a:lnTo>
                    <a:pt x="1813738" y="2113790"/>
                  </a:lnTo>
                  <a:lnTo>
                    <a:pt x="1860828" y="2144072"/>
                  </a:lnTo>
                  <a:lnTo>
                    <a:pt x="1908230" y="2176838"/>
                  </a:lnTo>
                  <a:lnTo>
                    <a:pt x="1956143" y="2211961"/>
                  </a:lnTo>
                  <a:lnTo>
                    <a:pt x="2004656" y="2249221"/>
                  </a:lnTo>
                  <a:lnTo>
                    <a:pt x="2053763" y="2288307"/>
                  </a:lnTo>
                  <a:lnTo>
                    <a:pt x="2103379" y="2328817"/>
                  </a:lnTo>
                  <a:lnTo>
                    <a:pt x="2153354" y="2370283"/>
                  </a:lnTo>
                  <a:lnTo>
                    <a:pt x="2203498" y="2412182"/>
                  </a:lnTo>
                  <a:lnTo>
                    <a:pt x="2253599" y="2453972"/>
                  </a:lnTo>
                  <a:lnTo>
                    <a:pt x="2303451" y="2495114"/>
                  </a:lnTo>
                  <a:lnTo>
                    <a:pt x="2352877" y="2535106"/>
                  </a:lnTo>
                  <a:lnTo>
                    <a:pt x="2401752" y="2573502"/>
                  </a:lnTo>
                  <a:lnTo>
                    <a:pt x="2450019" y="2609937"/>
                  </a:lnTo>
                  <a:lnTo>
                    <a:pt x="2497711" y="2644134"/>
                  </a:lnTo>
                  <a:lnTo>
                    <a:pt x="2544958" y="2675912"/>
                  </a:lnTo>
                  <a:lnTo>
                    <a:pt x="2592004" y="2705181"/>
                  </a:lnTo>
                  <a:lnTo>
                    <a:pt x="2639223" y="2731934"/>
                  </a:lnTo>
                  <a:lnTo>
                    <a:pt x="2667772" y="2746767"/>
                  </a:lnTo>
                  <a:lnTo>
                    <a:pt x="2715936" y="2769423"/>
                  </a:lnTo>
                  <a:lnTo>
                    <a:pt x="2765823" y="2789715"/>
                  </a:lnTo>
                  <a:lnTo>
                    <a:pt x="2818274" y="2807777"/>
                  </a:lnTo>
                  <a:lnTo>
                    <a:pt x="2874228" y="2823826"/>
                  </a:lnTo>
                  <a:lnTo>
                    <a:pt x="2934631" y="2838100"/>
                  </a:lnTo>
                  <a:lnTo>
                    <a:pt x="3000350" y="2850829"/>
                  </a:lnTo>
                  <a:lnTo>
                    <a:pt x="3072057" y="2862208"/>
                  </a:lnTo>
                  <a:lnTo>
                    <a:pt x="3150070" y="2872391"/>
                  </a:lnTo>
                  <a:lnTo>
                    <a:pt x="3234153" y="2881485"/>
                  </a:lnTo>
                  <a:lnTo>
                    <a:pt x="3323279" y="2889551"/>
                  </a:lnTo>
                  <a:lnTo>
                    <a:pt x="3415418" y="2896606"/>
                  </a:lnTo>
                  <a:lnTo>
                    <a:pt x="3507438" y="2902637"/>
                  </a:lnTo>
                  <a:lnTo>
                    <a:pt x="3595248" y="2907618"/>
                  </a:lnTo>
                  <a:lnTo>
                    <a:pt x="3674273" y="2911538"/>
                  </a:lnTo>
                  <a:lnTo>
                    <a:pt x="3740271" y="2914425"/>
                  </a:lnTo>
                  <a:lnTo>
                    <a:pt x="3790280" y="2916370"/>
                  </a:lnTo>
                  <a:lnTo>
                    <a:pt x="3823409" y="2917521"/>
                  </a:lnTo>
                  <a:lnTo>
                    <a:pt x="3841198" y="2918076"/>
                  </a:lnTo>
                  <a:lnTo>
                    <a:pt x="3847497" y="2918254"/>
                  </a:lnTo>
                  <a:lnTo>
                    <a:pt x="3848118" y="2918270"/>
                  </a:lnTo>
                  <a:lnTo>
                    <a:pt x="4386855" y="2918270"/>
                  </a:lnTo>
                  <a:lnTo>
                    <a:pt x="4388017" y="2918184"/>
                  </a:lnTo>
                  <a:lnTo>
                    <a:pt x="4395615" y="2917567"/>
                  </a:lnTo>
                  <a:lnTo>
                    <a:pt x="4414633" y="2915864"/>
                  </a:lnTo>
                  <a:lnTo>
                    <a:pt x="4448288" y="2912517"/>
                  </a:lnTo>
                  <a:lnTo>
                    <a:pt x="4497746" y="2907032"/>
                  </a:lnTo>
                  <a:lnTo>
                    <a:pt x="4562057" y="2899035"/>
                  </a:lnTo>
                  <a:lnTo>
                    <a:pt x="4638484" y="2888304"/>
                  </a:lnTo>
                  <a:lnTo>
                    <a:pt x="4723184" y="2874765"/>
                  </a:lnTo>
                  <a:lnTo>
                    <a:pt x="4812017" y="2858445"/>
                  </a:lnTo>
                  <a:lnTo>
                    <a:pt x="4901238" y="2839411"/>
                  </a:lnTo>
                  <a:lnTo>
                    <a:pt x="4987920" y="2817702"/>
                  </a:lnTo>
                  <a:lnTo>
                    <a:pt x="5070101" y="2793287"/>
                  </a:lnTo>
                  <a:lnTo>
                    <a:pt x="5146719" y="2766031"/>
                  </a:lnTo>
                  <a:lnTo>
                    <a:pt x="5217436" y="2735684"/>
                  </a:lnTo>
                  <a:lnTo>
                    <a:pt x="5282444" y="2701877"/>
                  </a:lnTo>
                  <a:lnTo>
                    <a:pt x="5342283" y="2664138"/>
                  </a:lnTo>
                  <a:lnTo>
                    <a:pt x="5397696" y="2621902"/>
                  </a:lnTo>
                  <a:lnTo>
                    <a:pt x="5449525" y="2574560"/>
                  </a:lnTo>
                  <a:lnTo>
                    <a:pt x="5498630" y="2521519"/>
                  </a:lnTo>
                  <a:lnTo>
                    <a:pt x="5545817" y="2462328"/>
                  </a:lnTo>
                  <a:lnTo>
                    <a:pt x="5567201" y="2432799"/>
                  </a:lnTo>
                  <a:lnTo>
                    <a:pt x="5602273" y="2380813"/>
                  </a:lnTo>
                  <a:lnTo>
                    <a:pt x="5637016" y="2325050"/>
                  </a:lnTo>
                  <a:lnTo>
                    <a:pt x="5671639" y="2265432"/>
                  </a:lnTo>
                  <a:lnTo>
                    <a:pt x="5706304" y="2201944"/>
                  </a:lnTo>
                  <a:lnTo>
                    <a:pt x="5741133" y="2134635"/>
                  </a:lnTo>
                  <a:lnTo>
                    <a:pt x="5776212" y="2063628"/>
                  </a:lnTo>
                  <a:lnTo>
                    <a:pt x="5811597" y="1989123"/>
                  </a:lnTo>
                  <a:lnTo>
                    <a:pt x="5847312" y="1911399"/>
                  </a:lnTo>
                  <a:lnTo>
                    <a:pt x="5883353" y="1830811"/>
                  </a:lnTo>
                  <a:lnTo>
                    <a:pt x="5919693" y="1747788"/>
                  </a:lnTo>
                  <a:lnTo>
                    <a:pt x="5956284" y="1662825"/>
                  </a:lnTo>
                  <a:lnTo>
                    <a:pt x="5993061" y="1576469"/>
                  </a:lnTo>
                  <a:lnTo>
                    <a:pt x="6029949" y="1489307"/>
                  </a:lnTo>
                  <a:lnTo>
                    <a:pt x="6066863" y="1401952"/>
                  </a:lnTo>
                  <a:lnTo>
                    <a:pt x="6103719" y="1315019"/>
                  </a:lnTo>
                  <a:lnTo>
                    <a:pt x="6140436" y="1229114"/>
                  </a:lnTo>
                  <a:lnTo>
                    <a:pt x="6176940" y="1144811"/>
                  </a:lnTo>
                  <a:lnTo>
                    <a:pt x="6213173" y="1062639"/>
                  </a:lnTo>
                  <a:lnTo>
                    <a:pt x="6249095" y="983069"/>
                  </a:lnTo>
                  <a:lnTo>
                    <a:pt x="6284686" y="906504"/>
                  </a:lnTo>
                  <a:lnTo>
                    <a:pt x="6319953" y="833271"/>
                  </a:lnTo>
                  <a:lnTo>
                    <a:pt x="6354932" y="763620"/>
                  </a:lnTo>
                  <a:lnTo>
                    <a:pt x="6389687" y="697720"/>
                  </a:lnTo>
                  <a:lnTo>
                    <a:pt x="6424320" y="635669"/>
                  </a:lnTo>
                  <a:lnTo>
                    <a:pt x="6458967" y="577489"/>
                  </a:lnTo>
                  <a:lnTo>
                    <a:pt x="6493805" y="523142"/>
                  </a:lnTo>
                  <a:lnTo>
                    <a:pt x="6515891" y="490915"/>
                  </a:lnTo>
                  <a:lnTo>
                    <a:pt x="6562428" y="428809"/>
                  </a:lnTo>
                  <a:lnTo>
                    <a:pt x="6610551" y="372963"/>
                  </a:lnTo>
                  <a:lnTo>
                    <a:pt x="6661014" y="323052"/>
                  </a:lnTo>
                  <a:lnTo>
                    <a:pt x="6714661" y="278529"/>
                  </a:lnTo>
                  <a:lnTo>
                    <a:pt x="6772351" y="238783"/>
                  </a:lnTo>
                  <a:lnTo>
                    <a:pt x="6834884" y="203221"/>
                  </a:lnTo>
                  <a:lnTo>
                    <a:pt x="6902911" y="171325"/>
                  </a:lnTo>
                  <a:lnTo>
                    <a:pt x="6976802" y="142676"/>
                  </a:lnTo>
                  <a:lnTo>
                    <a:pt x="7056492" y="116970"/>
                  </a:lnTo>
                  <a:lnTo>
                    <a:pt x="7141277" y="94019"/>
                  </a:lnTo>
                  <a:lnTo>
                    <a:pt x="7229629" y="73745"/>
                  </a:lnTo>
                  <a:lnTo>
                    <a:pt x="7319064" y="56161"/>
                  </a:lnTo>
                  <a:lnTo>
                    <a:pt x="7406181" y="41328"/>
                  </a:lnTo>
                  <a:lnTo>
                    <a:pt x="7486951" y="29299"/>
                  </a:lnTo>
                  <a:lnTo>
                    <a:pt x="7557295" y="20054"/>
                  </a:lnTo>
                  <a:lnTo>
                    <a:pt x="7613867" y="13444"/>
                  </a:lnTo>
                  <a:lnTo>
                    <a:pt x="7654823" y="9163"/>
                  </a:lnTo>
                  <a:lnTo>
                    <a:pt x="7680335" y="6766"/>
                  </a:lnTo>
                  <a:lnTo>
                    <a:pt x="7692699" y="57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6" y="86"/>
                  </a:lnTo>
                  <a:lnTo>
                    <a:pt x="7687478" y="702"/>
                  </a:lnTo>
                  <a:lnTo>
                    <a:pt x="7668460" y="2406"/>
                  </a:lnTo>
                  <a:lnTo>
                    <a:pt x="7634804" y="5753"/>
                  </a:lnTo>
                  <a:lnTo>
                    <a:pt x="7585346" y="11237"/>
                  </a:lnTo>
                  <a:lnTo>
                    <a:pt x="7521035" y="19235"/>
                  </a:lnTo>
                  <a:lnTo>
                    <a:pt x="7444609" y="29966"/>
                  </a:lnTo>
                  <a:lnTo>
                    <a:pt x="7359909" y="43505"/>
                  </a:lnTo>
                  <a:lnTo>
                    <a:pt x="7271075" y="59824"/>
                  </a:lnTo>
                  <a:lnTo>
                    <a:pt x="7181855" y="78858"/>
                  </a:lnTo>
                  <a:lnTo>
                    <a:pt x="7095173" y="100567"/>
                  </a:lnTo>
                  <a:lnTo>
                    <a:pt x="7012991" y="124982"/>
                  </a:lnTo>
                  <a:lnTo>
                    <a:pt x="6936374" y="152238"/>
                  </a:lnTo>
                  <a:lnTo>
                    <a:pt x="6865657" y="182586"/>
                  </a:lnTo>
                  <a:lnTo>
                    <a:pt x="6800648" y="216392"/>
                  </a:lnTo>
                  <a:lnTo>
                    <a:pt x="6740810" y="254132"/>
                  </a:lnTo>
                  <a:lnTo>
                    <a:pt x="6685396" y="296367"/>
                  </a:lnTo>
                  <a:lnTo>
                    <a:pt x="6633567" y="343709"/>
                  </a:lnTo>
                  <a:lnTo>
                    <a:pt x="6584462" y="396751"/>
                  </a:lnTo>
                  <a:lnTo>
                    <a:pt x="6537276" y="455941"/>
                  </a:lnTo>
                  <a:lnTo>
                    <a:pt x="6515891" y="485470"/>
                  </a:lnTo>
                  <a:lnTo>
                    <a:pt x="6480820" y="537456"/>
                  </a:lnTo>
                  <a:lnTo>
                    <a:pt x="6446076" y="593220"/>
                  </a:lnTo>
                  <a:lnTo>
                    <a:pt x="6411453" y="652837"/>
                  </a:lnTo>
                  <a:lnTo>
                    <a:pt x="6376789" y="716326"/>
                  </a:lnTo>
                  <a:lnTo>
                    <a:pt x="6341960" y="783635"/>
                  </a:lnTo>
                  <a:lnTo>
                    <a:pt x="6306880" y="854642"/>
                  </a:lnTo>
                  <a:lnTo>
                    <a:pt x="6271495" y="929146"/>
                  </a:lnTo>
                  <a:lnTo>
                    <a:pt x="6235781" y="1006871"/>
                  </a:lnTo>
                  <a:lnTo>
                    <a:pt x="6199740" y="1087459"/>
                  </a:lnTo>
                  <a:lnTo>
                    <a:pt x="6163400" y="1170481"/>
                  </a:lnTo>
                  <a:lnTo>
                    <a:pt x="6126809" y="1255444"/>
                  </a:lnTo>
                  <a:lnTo>
                    <a:pt x="6090031" y="1341801"/>
                  </a:lnTo>
                  <a:lnTo>
                    <a:pt x="6053144" y="1428962"/>
                  </a:lnTo>
                  <a:lnTo>
                    <a:pt x="6016229" y="1516317"/>
                  </a:lnTo>
                  <a:lnTo>
                    <a:pt x="5979373" y="1603250"/>
                  </a:lnTo>
                  <a:lnTo>
                    <a:pt x="5942657" y="1689155"/>
                  </a:lnTo>
                  <a:lnTo>
                    <a:pt x="5906152" y="1773458"/>
                  </a:lnTo>
                  <a:lnTo>
                    <a:pt x="5869919" y="1855630"/>
                  </a:lnTo>
                  <a:lnTo>
                    <a:pt x="5833998" y="1935200"/>
                  </a:lnTo>
                  <a:lnTo>
                    <a:pt x="5798406" y="2011765"/>
                  </a:lnTo>
                  <a:lnTo>
                    <a:pt x="5763139" y="2084998"/>
                  </a:lnTo>
                  <a:lnTo>
                    <a:pt x="5728161" y="2154650"/>
                  </a:lnTo>
                  <a:lnTo>
                    <a:pt x="5693405" y="2220549"/>
                  </a:lnTo>
                  <a:lnTo>
                    <a:pt x="5658773" y="2282601"/>
                  </a:lnTo>
                  <a:lnTo>
                    <a:pt x="5624126" y="2340780"/>
                  </a:lnTo>
                  <a:lnTo>
                    <a:pt x="5589287" y="2395127"/>
                  </a:lnTo>
                  <a:lnTo>
                    <a:pt x="5567201" y="2427354"/>
                  </a:lnTo>
                  <a:lnTo>
                    <a:pt x="5520664" y="2489460"/>
                  </a:lnTo>
                  <a:lnTo>
                    <a:pt x="5472541" y="2545306"/>
                  </a:lnTo>
                  <a:lnTo>
                    <a:pt x="5422078" y="2595218"/>
                  </a:lnTo>
                  <a:lnTo>
                    <a:pt x="5368431" y="2639740"/>
                  </a:lnTo>
                  <a:lnTo>
                    <a:pt x="5310741" y="2679486"/>
                  </a:lnTo>
                  <a:lnTo>
                    <a:pt x="5248208" y="2715048"/>
                  </a:lnTo>
                  <a:lnTo>
                    <a:pt x="5180182" y="2746944"/>
                  </a:lnTo>
                  <a:lnTo>
                    <a:pt x="5106290" y="2775593"/>
                  </a:lnTo>
                  <a:lnTo>
                    <a:pt x="5026601" y="2801299"/>
                  </a:lnTo>
                  <a:lnTo>
                    <a:pt x="4941815" y="2824251"/>
                  </a:lnTo>
                  <a:lnTo>
                    <a:pt x="4853464" y="2844524"/>
                  </a:lnTo>
                  <a:lnTo>
                    <a:pt x="4764029" y="2862109"/>
                  </a:lnTo>
                  <a:lnTo>
                    <a:pt x="4676912" y="2876942"/>
                  </a:lnTo>
                  <a:lnTo>
                    <a:pt x="4596141" y="2888971"/>
                  </a:lnTo>
                  <a:lnTo>
                    <a:pt x="4525797" y="2898215"/>
                  </a:lnTo>
                  <a:lnTo>
                    <a:pt x="4469226" y="2904825"/>
                  </a:lnTo>
                  <a:lnTo>
                    <a:pt x="4428270" y="2909106"/>
                  </a:lnTo>
                  <a:lnTo>
                    <a:pt x="4402758" y="2911504"/>
                  </a:lnTo>
                  <a:lnTo>
                    <a:pt x="4390394" y="2912553"/>
                  </a:lnTo>
                  <a:lnTo>
                    <a:pt x="4386855" y="2912825"/>
                  </a:lnTo>
                  <a:lnTo>
                    <a:pt x="3848118" y="2912825"/>
                  </a:lnTo>
                  <a:lnTo>
                    <a:pt x="3846835" y="2912792"/>
                  </a:lnTo>
                  <a:lnTo>
                    <a:pt x="3838463" y="2912550"/>
                  </a:lnTo>
                  <a:lnTo>
                    <a:pt x="3817580" y="2911883"/>
                  </a:lnTo>
                  <a:lnTo>
                    <a:pt x="3780813" y="2910574"/>
                  </a:lnTo>
                  <a:lnTo>
                    <a:pt x="3727158" y="2908435"/>
                  </a:lnTo>
                  <a:lnTo>
                    <a:pt x="3658006" y="2905328"/>
                  </a:lnTo>
                  <a:lnTo>
                    <a:pt x="3576676" y="2901177"/>
                  </a:lnTo>
                  <a:lnTo>
                    <a:pt x="3487564" y="2895965"/>
                  </a:lnTo>
                  <a:lnTo>
                    <a:pt x="3395197" y="2889709"/>
                  </a:lnTo>
                  <a:lnTo>
                    <a:pt x="3303486" y="2882433"/>
                  </a:lnTo>
                  <a:lnTo>
                    <a:pt x="3215325" y="2874145"/>
                  </a:lnTo>
                  <a:lnTo>
                    <a:pt x="3132510" y="2864820"/>
                  </a:lnTo>
                  <a:lnTo>
                    <a:pt x="3055876" y="2854387"/>
                  </a:lnTo>
                  <a:lnTo>
                    <a:pt x="2985518" y="2842729"/>
                  </a:lnTo>
                  <a:lnTo>
                    <a:pt x="2921025" y="2829680"/>
                  </a:lnTo>
                  <a:lnTo>
                    <a:pt x="2861671" y="2815039"/>
                  </a:lnTo>
                  <a:lnTo>
                    <a:pt x="2806563" y="2798571"/>
                  </a:lnTo>
                  <a:lnTo>
                    <a:pt x="2754749" y="2780039"/>
                  </a:lnTo>
                  <a:lnTo>
                    <a:pt x="2705305" y="2759238"/>
                  </a:lnTo>
                  <a:lnTo>
                    <a:pt x="2667772" y="2741322"/>
                  </a:lnTo>
                  <a:lnTo>
                    <a:pt x="2620213" y="2716047"/>
                  </a:lnTo>
                  <a:lnTo>
                    <a:pt x="2573117" y="2688288"/>
                  </a:lnTo>
                  <a:lnTo>
                    <a:pt x="2526027" y="2658006"/>
                  </a:lnTo>
                  <a:lnTo>
                    <a:pt x="2478624" y="2625241"/>
                  </a:lnTo>
                  <a:lnTo>
                    <a:pt x="2430711" y="2590118"/>
                  </a:lnTo>
                  <a:lnTo>
                    <a:pt x="2382198" y="2552857"/>
                  </a:lnTo>
                  <a:lnTo>
                    <a:pt x="2333091" y="2513772"/>
                  </a:lnTo>
                  <a:lnTo>
                    <a:pt x="2283476" y="2473261"/>
                  </a:lnTo>
                  <a:lnTo>
                    <a:pt x="2233500" y="2431796"/>
                  </a:lnTo>
                  <a:lnTo>
                    <a:pt x="2183357" y="2389896"/>
                  </a:lnTo>
                  <a:lnTo>
                    <a:pt x="2133256" y="2348106"/>
                  </a:lnTo>
                  <a:lnTo>
                    <a:pt x="2083404" y="2306964"/>
                  </a:lnTo>
                  <a:lnTo>
                    <a:pt x="2033977" y="2266972"/>
                  </a:lnTo>
                  <a:lnTo>
                    <a:pt x="1985103" y="2228576"/>
                  </a:lnTo>
                  <a:lnTo>
                    <a:pt x="1936835" y="2192142"/>
                  </a:lnTo>
                  <a:lnTo>
                    <a:pt x="1889144" y="2157944"/>
                  </a:lnTo>
                  <a:lnTo>
                    <a:pt x="1841897" y="2126166"/>
                  </a:lnTo>
                  <a:lnTo>
                    <a:pt x="1794850" y="2096897"/>
                  </a:lnTo>
                  <a:lnTo>
                    <a:pt x="1747632" y="2070144"/>
                  </a:lnTo>
                  <a:lnTo>
                    <a:pt x="1719082" y="2055311"/>
                  </a:lnTo>
                  <a:lnTo>
                    <a:pt x="1670919" y="2032655"/>
                  </a:lnTo>
                  <a:lnTo>
                    <a:pt x="1621032" y="2012363"/>
                  </a:lnTo>
                  <a:lnTo>
                    <a:pt x="1568580" y="1994301"/>
                  </a:lnTo>
                  <a:lnTo>
                    <a:pt x="1512627" y="1978252"/>
                  </a:lnTo>
                  <a:lnTo>
                    <a:pt x="1452223" y="1963978"/>
                  </a:lnTo>
                  <a:lnTo>
                    <a:pt x="1386504" y="1951249"/>
                  </a:lnTo>
                  <a:lnTo>
                    <a:pt x="1314798" y="1939870"/>
                  </a:lnTo>
                  <a:lnTo>
                    <a:pt x="1236784" y="1929687"/>
                  </a:lnTo>
                  <a:lnTo>
                    <a:pt x="1152702" y="1920593"/>
                  </a:lnTo>
                  <a:lnTo>
                    <a:pt x="1063576" y="1912527"/>
                  </a:lnTo>
                  <a:lnTo>
                    <a:pt x="971437" y="1905472"/>
                  </a:lnTo>
                  <a:lnTo>
                    <a:pt x="879416" y="1899441"/>
                  </a:lnTo>
                  <a:lnTo>
                    <a:pt x="791607" y="1894460"/>
                  </a:lnTo>
                  <a:lnTo>
                    <a:pt x="712582" y="1890541"/>
                  </a:lnTo>
                  <a:lnTo>
                    <a:pt x="646584" y="1887653"/>
                  </a:lnTo>
                  <a:lnTo>
                    <a:pt x="596575" y="1885709"/>
                  </a:lnTo>
                  <a:lnTo>
                    <a:pt x="563445" y="1884557"/>
                  </a:lnTo>
                  <a:lnTo>
                    <a:pt x="545657" y="1884002"/>
                  </a:lnTo>
                  <a:lnTo>
                    <a:pt x="539357" y="1883824"/>
                  </a:lnTo>
                  <a:lnTo>
                    <a:pt x="538736" y="1883808"/>
                  </a:lnTo>
                  <a:lnTo>
                    <a:pt x="0" y="1883808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90" name="pl1590"/>
            <p:cNvSpPr/>
            <p:nvPr/>
          </p:nvSpPr>
          <p:spPr>
            <a:xfrm>
              <a:off x="546595" y="3238609"/>
              <a:ext cx="8234974" cy="2912825"/>
            </a:xfrm>
            <a:custGeom>
              <a:avLst/>
              <a:pathLst>
                <a:path w="8234974" h="2912825">
                  <a:moveTo>
                    <a:pt x="0" y="1883808"/>
                  </a:moveTo>
                  <a:lnTo>
                    <a:pt x="538736" y="1883808"/>
                  </a:lnTo>
                  <a:lnTo>
                    <a:pt x="540019" y="1883842"/>
                  </a:lnTo>
                  <a:lnTo>
                    <a:pt x="548392" y="1884083"/>
                  </a:lnTo>
                  <a:lnTo>
                    <a:pt x="569275" y="1884750"/>
                  </a:lnTo>
                  <a:lnTo>
                    <a:pt x="606042" y="1886059"/>
                  </a:lnTo>
                  <a:lnTo>
                    <a:pt x="659696" y="1888199"/>
                  </a:lnTo>
                  <a:lnTo>
                    <a:pt x="728848" y="1891306"/>
                  </a:lnTo>
                  <a:lnTo>
                    <a:pt x="810178" y="1895456"/>
                  </a:lnTo>
                  <a:lnTo>
                    <a:pt x="899290" y="1900668"/>
                  </a:lnTo>
                  <a:lnTo>
                    <a:pt x="991657" y="1906925"/>
                  </a:lnTo>
                  <a:lnTo>
                    <a:pt x="1083368" y="1914201"/>
                  </a:lnTo>
                  <a:lnTo>
                    <a:pt x="1171529" y="1922488"/>
                  </a:lnTo>
                  <a:lnTo>
                    <a:pt x="1254344" y="1931813"/>
                  </a:lnTo>
                  <a:lnTo>
                    <a:pt x="1330979" y="1942246"/>
                  </a:lnTo>
                  <a:lnTo>
                    <a:pt x="1401337" y="1953905"/>
                  </a:lnTo>
                  <a:lnTo>
                    <a:pt x="1465830" y="1966953"/>
                  </a:lnTo>
                  <a:lnTo>
                    <a:pt x="1525184" y="1981595"/>
                  </a:lnTo>
                  <a:lnTo>
                    <a:pt x="1580291" y="1998062"/>
                  </a:lnTo>
                  <a:lnTo>
                    <a:pt x="1632105" y="2016594"/>
                  </a:lnTo>
                  <a:lnTo>
                    <a:pt x="1681549" y="2037396"/>
                  </a:lnTo>
                  <a:lnTo>
                    <a:pt x="1719082" y="2055311"/>
                  </a:lnTo>
                  <a:lnTo>
                    <a:pt x="1766642" y="2080587"/>
                  </a:lnTo>
                  <a:lnTo>
                    <a:pt x="1813738" y="2108346"/>
                  </a:lnTo>
                  <a:lnTo>
                    <a:pt x="1860828" y="2138628"/>
                  </a:lnTo>
                  <a:lnTo>
                    <a:pt x="1908230" y="2171393"/>
                  </a:lnTo>
                  <a:lnTo>
                    <a:pt x="1956143" y="2206516"/>
                  </a:lnTo>
                  <a:lnTo>
                    <a:pt x="2004656" y="2243777"/>
                  </a:lnTo>
                  <a:lnTo>
                    <a:pt x="2053763" y="2282862"/>
                  </a:lnTo>
                  <a:lnTo>
                    <a:pt x="2103379" y="2323373"/>
                  </a:lnTo>
                  <a:lnTo>
                    <a:pt x="2153354" y="2364838"/>
                  </a:lnTo>
                  <a:lnTo>
                    <a:pt x="2203498" y="2406738"/>
                  </a:lnTo>
                  <a:lnTo>
                    <a:pt x="2253599" y="2448528"/>
                  </a:lnTo>
                  <a:lnTo>
                    <a:pt x="2303451" y="2489670"/>
                  </a:lnTo>
                  <a:lnTo>
                    <a:pt x="2352877" y="2529661"/>
                  </a:lnTo>
                  <a:lnTo>
                    <a:pt x="2401752" y="2568057"/>
                  </a:lnTo>
                  <a:lnTo>
                    <a:pt x="2450019" y="2604492"/>
                  </a:lnTo>
                  <a:lnTo>
                    <a:pt x="2497711" y="2638690"/>
                  </a:lnTo>
                  <a:lnTo>
                    <a:pt x="2544958" y="2670468"/>
                  </a:lnTo>
                  <a:lnTo>
                    <a:pt x="2592004" y="2699736"/>
                  </a:lnTo>
                  <a:lnTo>
                    <a:pt x="2639223" y="2726489"/>
                  </a:lnTo>
                  <a:lnTo>
                    <a:pt x="2667772" y="2741322"/>
                  </a:lnTo>
                  <a:lnTo>
                    <a:pt x="2715936" y="2763978"/>
                  </a:lnTo>
                  <a:lnTo>
                    <a:pt x="2765823" y="2784271"/>
                  </a:lnTo>
                  <a:lnTo>
                    <a:pt x="2818274" y="2802333"/>
                  </a:lnTo>
                  <a:lnTo>
                    <a:pt x="2874228" y="2818381"/>
                  </a:lnTo>
                  <a:lnTo>
                    <a:pt x="2934631" y="2832656"/>
                  </a:lnTo>
                  <a:lnTo>
                    <a:pt x="3000350" y="2845385"/>
                  </a:lnTo>
                  <a:lnTo>
                    <a:pt x="3072057" y="2856764"/>
                  </a:lnTo>
                  <a:lnTo>
                    <a:pt x="3150070" y="2866946"/>
                  </a:lnTo>
                  <a:lnTo>
                    <a:pt x="3234153" y="2876041"/>
                  </a:lnTo>
                  <a:lnTo>
                    <a:pt x="3323279" y="2884107"/>
                  </a:lnTo>
                  <a:lnTo>
                    <a:pt x="3415418" y="2891162"/>
                  </a:lnTo>
                  <a:lnTo>
                    <a:pt x="3507438" y="2897193"/>
                  </a:lnTo>
                  <a:lnTo>
                    <a:pt x="3595248" y="2902174"/>
                  </a:lnTo>
                  <a:lnTo>
                    <a:pt x="3674273" y="2906093"/>
                  </a:lnTo>
                  <a:lnTo>
                    <a:pt x="3740271" y="2908981"/>
                  </a:lnTo>
                  <a:lnTo>
                    <a:pt x="3790280" y="2910925"/>
                  </a:lnTo>
                  <a:lnTo>
                    <a:pt x="3823409" y="2912076"/>
                  </a:lnTo>
                  <a:lnTo>
                    <a:pt x="3841198" y="2912632"/>
                  </a:lnTo>
                  <a:lnTo>
                    <a:pt x="3847497" y="2912809"/>
                  </a:lnTo>
                  <a:lnTo>
                    <a:pt x="3848118" y="2912825"/>
                  </a:lnTo>
                  <a:lnTo>
                    <a:pt x="4386855" y="2912825"/>
                  </a:lnTo>
                  <a:lnTo>
                    <a:pt x="4388017" y="2912739"/>
                  </a:lnTo>
                  <a:lnTo>
                    <a:pt x="4395615" y="2912123"/>
                  </a:lnTo>
                  <a:lnTo>
                    <a:pt x="4414633" y="2910419"/>
                  </a:lnTo>
                  <a:lnTo>
                    <a:pt x="4448288" y="2907072"/>
                  </a:lnTo>
                  <a:lnTo>
                    <a:pt x="4497746" y="2901587"/>
                  </a:lnTo>
                  <a:lnTo>
                    <a:pt x="4562057" y="2893590"/>
                  </a:lnTo>
                  <a:lnTo>
                    <a:pt x="4638484" y="2882859"/>
                  </a:lnTo>
                  <a:lnTo>
                    <a:pt x="4723184" y="2869320"/>
                  </a:lnTo>
                  <a:lnTo>
                    <a:pt x="4812017" y="2853001"/>
                  </a:lnTo>
                  <a:lnTo>
                    <a:pt x="4901238" y="2833966"/>
                  </a:lnTo>
                  <a:lnTo>
                    <a:pt x="4987920" y="2812258"/>
                  </a:lnTo>
                  <a:lnTo>
                    <a:pt x="5070101" y="2787843"/>
                  </a:lnTo>
                  <a:lnTo>
                    <a:pt x="5146719" y="2760587"/>
                  </a:lnTo>
                  <a:lnTo>
                    <a:pt x="5217436" y="2730239"/>
                  </a:lnTo>
                  <a:lnTo>
                    <a:pt x="5282444" y="2696433"/>
                  </a:lnTo>
                  <a:lnTo>
                    <a:pt x="5342283" y="2658693"/>
                  </a:lnTo>
                  <a:lnTo>
                    <a:pt x="5397696" y="2616458"/>
                  </a:lnTo>
                  <a:lnTo>
                    <a:pt x="5449525" y="2569115"/>
                  </a:lnTo>
                  <a:lnTo>
                    <a:pt x="5498630" y="2516074"/>
                  </a:lnTo>
                  <a:lnTo>
                    <a:pt x="5545817" y="2456883"/>
                  </a:lnTo>
                  <a:lnTo>
                    <a:pt x="5567201" y="2427354"/>
                  </a:lnTo>
                  <a:lnTo>
                    <a:pt x="5602273" y="2375368"/>
                  </a:lnTo>
                  <a:lnTo>
                    <a:pt x="5637016" y="2319605"/>
                  </a:lnTo>
                  <a:lnTo>
                    <a:pt x="5671639" y="2259988"/>
                  </a:lnTo>
                  <a:lnTo>
                    <a:pt x="5706304" y="2196499"/>
                  </a:lnTo>
                  <a:lnTo>
                    <a:pt x="5741133" y="2129190"/>
                  </a:lnTo>
                  <a:lnTo>
                    <a:pt x="5776212" y="2058183"/>
                  </a:lnTo>
                  <a:lnTo>
                    <a:pt x="5811597" y="1983678"/>
                  </a:lnTo>
                  <a:lnTo>
                    <a:pt x="5847312" y="1905954"/>
                  </a:lnTo>
                  <a:lnTo>
                    <a:pt x="5883353" y="1825366"/>
                  </a:lnTo>
                  <a:lnTo>
                    <a:pt x="5919693" y="1742344"/>
                  </a:lnTo>
                  <a:lnTo>
                    <a:pt x="5956284" y="1657380"/>
                  </a:lnTo>
                  <a:lnTo>
                    <a:pt x="5993061" y="1571024"/>
                  </a:lnTo>
                  <a:lnTo>
                    <a:pt x="6029949" y="1483863"/>
                  </a:lnTo>
                  <a:lnTo>
                    <a:pt x="6066863" y="1396507"/>
                  </a:lnTo>
                  <a:lnTo>
                    <a:pt x="6103719" y="1309575"/>
                  </a:lnTo>
                  <a:lnTo>
                    <a:pt x="6140436" y="1223670"/>
                  </a:lnTo>
                  <a:lnTo>
                    <a:pt x="6176940" y="1139366"/>
                  </a:lnTo>
                  <a:lnTo>
                    <a:pt x="6213173" y="1057194"/>
                  </a:lnTo>
                  <a:lnTo>
                    <a:pt x="6249095" y="977625"/>
                  </a:lnTo>
                  <a:lnTo>
                    <a:pt x="6284686" y="901060"/>
                  </a:lnTo>
                  <a:lnTo>
                    <a:pt x="6319953" y="827827"/>
                  </a:lnTo>
                  <a:lnTo>
                    <a:pt x="6354932" y="758175"/>
                  </a:lnTo>
                  <a:lnTo>
                    <a:pt x="6389687" y="692276"/>
                  </a:lnTo>
                  <a:lnTo>
                    <a:pt x="6424320" y="630224"/>
                  </a:lnTo>
                  <a:lnTo>
                    <a:pt x="6458967" y="572045"/>
                  </a:lnTo>
                  <a:lnTo>
                    <a:pt x="6493805" y="517697"/>
                  </a:lnTo>
                  <a:lnTo>
                    <a:pt x="6515891" y="485470"/>
                  </a:lnTo>
                  <a:lnTo>
                    <a:pt x="6562428" y="423365"/>
                  </a:lnTo>
                  <a:lnTo>
                    <a:pt x="6610551" y="367519"/>
                  </a:lnTo>
                  <a:lnTo>
                    <a:pt x="6661014" y="317607"/>
                  </a:lnTo>
                  <a:lnTo>
                    <a:pt x="6714661" y="273085"/>
                  </a:lnTo>
                  <a:lnTo>
                    <a:pt x="6772351" y="233338"/>
                  </a:lnTo>
                  <a:lnTo>
                    <a:pt x="6834884" y="197776"/>
                  </a:lnTo>
                  <a:lnTo>
                    <a:pt x="6902911" y="165881"/>
                  </a:lnTo>
                  <a:lnTo>
                    <a:pt x="6976802" y="137232"/>
                  </a:lnTo>
                  <a:lnTo>
                    <a:pt x="7056492" y="111526"/>
                  </a:lnTo>
                  <a:lnTo>
                    <a:pt x="7141277" y="88574"/>
                  </a:lnTo>
                  <a:lnTo>
                    <a:pt x="7229629" y="68300"/>
                  </a:lnTo>
                  <a:lnTo>
                    <a:pt x="7319064" y="50716"/>
                  </a:lnTo>
                  <a:lnTo>
                    <a:pt x="7406181" y="35883"/>
                  </a:lnTo>
                  <a:lnTo>
                    <a:pt x="7486951" y="23854"/>
                  </a:lnTo>
                  <a:lnTo>
                    <a:pt x="7557295" y="14609"/>
                  </a:lnTo>
                  <a:lnTo>
                    <a:pt x="7613867" y="7999"/>
                  </a:lnTo>
                  <a:lnTo>
                    <a:pt x="7654823" y="3718"/>
                  </a:lnTo>
                  <a:lnTo>
                    <a:pt x="7680335" y="1321"/>
                  </a:lnTo>
                  <a:lnTo>
                    <a:pt x="7692699" y="272"/>
                  </a:lnTo>
                  <a:lnTo>
                    <a:pt x="7696118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1" name="pl1591"/>
            <p:cNvSpPr/>
            <p:nvPr/>
          </p:nvSpPr>
          <p:spPr>
            <a:xfrm>
              <a:off x="546595" y="3233164"/>
              <a:ext cx="8234974" cy="2912825"/>
            </a:xfrm>
            <a:custGeom>
              <a:avLst/>
              <a:pathLst>
                <a:path w="8234974" h="2912825">
                  <a:moveTo>
                    <a:pt x="8234974" y="0"/>
                  </a:moveTo>
                  <a:lnTo>
                    <a:pt x="7696237" y="0"/>
                  </a:lnTo>
                  <a:lnTo>
                    <a:pt x="7695076" y="86"/>
                  </a:lnTo>
                  <a:lnTo>
                    <a:pt x="7687478" y="702"/>
                  </a:lnTo>
                  <a:lnTo>
                    <a:pt x="7668460" y="2406"/>
                  </a:lnTo>
                  <a:lnTo>
                    <a:pt x="7634804" y="5753"/>
                  </a:lnTo>
                  <a:lnTo>
                    <a:pt x="7585346" y="11237"/>
                  </a:lnTo>
                  <a:lnTo>
                    <a:pt x="7521035" y="19235"/>
                  </a:lnTo>
                  <a:lnTo>
                    <a:pt x="7444609" y="29966"/>
                  </a:lnTo>
                  <a:lnTo>
                    <a:pt x="7359909" y="43505"/>
                  </a:lnTo>
                  <a:lnTo>
                    <a:pt x="7271075" y="59824"/>
                  </a:lnTo>
                  <a:lnTo>
                    <a:pt x="7181855" y="78858"/>
                  </a:lnTo>
                  <a:lnTo>
                    <a:pt x="7095173" y="100567"/>
                  </a:lnTo>
                  <a:lnTo>
                    <a:pt x="7012991" y="124982"/>
                  </a:lnTo>
                  <a:lnTo>
                    <a:pt x="6936374" y="152238"/>
                  </a:lnTo>
                  <a:lnTo>
                    <a:pt x="6865657" y="182586"/>
                  </a:lnTo>
                  <a:lnTo>
                    <a:pt x="6800648" y="216392"/>
                  </a:lnTo>
                  <a:lnTo>
                    <a:pt x="6740810" y="254132"/>
                  </a:lnTo>
                  <a:lnTo>
                    <a:pt x="6685396" y="296367"/>
                  </a:lnTo>
                  <a:lnTo>
                    <a:pt x="6633567" y="343709"/>
                  </a:lnTo>
                  <a:lnTo>
                    <a:pt x="6584462" y="396751"/>
                  </a:lnTo>
                  <a:lnTo>
                    <a:pt x="6537276" y="455941"/>
                  </a:lnTo>
                  <a:lnTo>
                    <a:pt x="6515891" y="485470"/>
                  </a:lnTo>
                  <a:lnTo>
                    <a:pt x="6480820" y="537456"/>
                  </a:lnTo>
                  <a:lnTo>
                    <a:pt x="6446076" y="593220"/>
                  </a:lnTo>
                  <a:lnTo>
                    <a:pt x="6411453" y="652837"/>
                  </a:lnTo>
                  <a:lnTo>
                    <a:pt x="6376789" y="716326"/>
                  </a:lnTo>
                  <a:lnTo>
                    <a:pt x="6341960" y="783635"/>
                  </a:lnTo>
                  <a:lnTo>
                    <a:pt x="6306880" y="854642"/>
                  </a:lnTo>
                  <a:lnTo>
                    <a:pt x="6271495" y="929146"/>
                  </a:lnTo>
                  <a:lnTo>
                    <a:pt x="6235781" y="1006871"/>
                  </a:lnTo>
                  <a:lnTo>
                    <a:pt x="6199740" y="1087459"/>
                  </a:lnTo>
                  <a:lnTo>
                    <a:pt x="6163400" y="1170481"/>
                  </a:lnTo>
                  <a:lnTo>
                    <a:pt x="6126809" y="1255444"/>
                  </a:lnTo>
                  <a:lnTo>
                    <a:pt x="6090031" y="1341801"/>
                  </a:lnTo>
                  <a:lnTo>
                    <a:pt x="6053144" y="1428962"/>
                  </a:lnTo>
                  <a:lnTo>
                    <a:pt x="6016229" y="1516317"/>
                  </a:lnTo>
                  <a:lnTo>
                    <a:pt x="5979373" y="1603250"/>
                  </a:lnTo>
                  <a:lnTo>
                    <a:pt x="5942657" y="1689155"/>
                  </a:lnTo>
                  <a:lnTo>
                    <a:pt x="5906152" y="1773458"/>
                  </a:lnTo>
                  <a:lnTo>
                    <a:pt x="5869919" y="1855630"/>
                  </a:lnTo>
                  <a:lnTo>
                    <a:pt x="5833998" y="1935200"/>
                  </a:lnTo>
                  <a:lnTo>
                    <a:pt x="5798406" y="2011765"/>
                  </a:lnTo>
                  <a:lnTo>
                    <a:pt x="5763139" y="2084998"/>
                  </a:lnTo>
                  <a:lnTo>
                    <a:pt x="5728161" y="2154650"/>
                  </a:lnTo>
                  <a:lnTo>
                    <a:pt x="5693405" y="2220549"/>
                  </a:lnTo>
                  <a:lnTo>
                    <a:pt x="5658773" y="2282601"/>
                  </a:lnTo>
                  <a:lnTo>
                    <a:pt x="5624126" y="2340780"/>
                  </a:lnTo>
                  <a:lnTo>
                    <a:pt x="5589287" y="2395127"/>
                  </a:lnTo>
                  <a:lnTo>
                    <a:pt x="5567201" y="2427354"/>
                  </a:lnTo>
                  <a:lnTo>
                    <a:pt x="5520664" y="2489460"/>
                  </a:lnTo>
                  <a:lnTo>
                    <a:pt x="5472541" y="2545306"/>
                  </a:lnTo>
                  <a:lnTo>
                    <a:pt x="5422078" y="2595218"/>
                  </a:lnTo>
                  <a:lnTo>
                    <a:pt x="5368431" y="2639740"/>
                  </a:lnTo>
                  <a:lnTo>
                    <a:pt x="5310741" y="2679486"/>
                  </a:lnTo>
                  <a:lnTo>
                    <a:pt x="5248208" y="2715048"/>
                  </a:lnTo>
                  <a:lnTo>
                    <a:pt x="5180182" y="2746944"/>
                  </a:lnTo>
                  <a:lnTo>
                    <a:pt x="5106290" y="2775593"/>
                  </a:lnTo>
                  <a:lnTo>
                    <a:pt x="5026601" y="2801299"/>
                  </a:lnTo>
                  <a:lnTo>
                    <a:pt x="4941815" y="2824251"/>
                  </a:lnTo>
                  <a:lnTo>
                    <a:pt x="4853464" y="2844524"/>
                  </a:lnTo>
                  <a:lnTo>
                    <a:pt x="4764029" y="2862109"/>
                  </a:lnTo>
                  <a:lnTo>
                    <a:pt x="4676912" y="2876942"/>
                  </a:lnTo>
                  <a:lnTo>
                    <a:pt x="4596141" y="2888971"/>
                  </a:lnTo>
                  <a:lnTo>
                    <a:pt x="4525797" y="2898215"/>
                  </a:lnTo>
                  <a:lnTo>
                    <a:pt x="4469226" y="2904825"/>
                  </a:lnTo>
                  <a:lnTo>
                    <a:pt x="4428270" y="2909106"/>
                  </a:lnTo>
                  <a:lnTo>
                    <a:pt x="4402758" y="2911504"/>
                  </a:lnTo>
                  <a:lnTo>
                    <a:pt x="4390394" y="2912553"/>
                  </a:lnTo>
                  <a:lnTo>
                    <a:pt x="4386974" y="2912817"/>
                  </a:lnTo>
                  <a:lnTo>
                    <a:pt x="4386855" y="2912825"/>
                  </a:lnTo>
                  <a:lnTo>
                    <a:pt x="3848118" y="2912825"/>
                  </a:lnTo>
                  <a:lnTo>
                    <a:pt x="3846835" y="2912792"/>
                  </a:lnTo>
                  <a:lnTo>
                    <a:pt x="3838463" y="2912550"/>
                  </a:lnTo>
                  <a:lnTo>
                    <a:pt x="3817580" y="2911883"/>
                  </a:lnTo>
                  <a:lnTo>
                    <a:pt x="3780813" y="2910574"/>
                  </a:lnTo>
                  <a:lnTo>
                    <a:pt x="3727158" y="2908435"/>
                  </a:lnTo>
                  <a:lnTo>
                    <a:pt x="3658006" y="2905328"/>
                  </a:lnTo>
                  <a:lnTo>
                    <a:pt x="3576676" y="2901177"/>
                  </a:lnTo>
                  <a:lnTo>
                    <a:pt x="3487564" y="2895965"/>
                  </a:lnTo>
                  <a:lnTo>
                    <a:pt x="3395197" y="2889709"/>
                  </a:lnTo>
                  <a:lnTo>
                    <a:pt x="3303486" y="2882433"/>
                  </a:lnTo>
                  <a:lnTo>
                    <a:pt x="3215325" y="2874145"/>
                  </a:lnTo>
                  <a:lnTo>
                    <a:pt x="3132510" y="2864820"/>
                  </a:lnTo>
                  <a:lnTo>
                    <a:pt x="3055876" y="2854387"/>
                  </a:lnTo>
                  <a:lnTo>
                    <a:pt x="2985518" y="2842729"/>
                  </a:lnTo>
                  <a:lnTo>
                    <a:pt x="2921025" y="2829680"/>
                  </a:lnTo>
                  <a:lnTo>
                    <a:pt x="2861671" y="2815039"/>
                  </a:lnTo>
                  <a:lnTo>
                    <a:pt x="2806563" y="2798571"/>
                  </a:lnTo>
                  <a:lnTo>
                    <a:pt x="2754749" y="2780039"/>
                  </a:lnTo>
                  <a:lnTo>
                    <a:pt x="2705305" y="2759238"/>
                  </a:lnTo>
                  <a:lnTo>
                    <a:pt x="2667772" y="2741322"/>
                  </a:lnTo>
                  <a:lnTo>
                    <a:pt x="2620213" y="2716047"/>
                  </a:lnTo>
                  <a:lnTo>
                    <a:pt x="2573117" y="2688288"/>
                  </a:lnTo>
                  <a:lnTo>
                    <a:pt x="2526027" y="2658006"/>
                  </a:lnTo>
                  <a:lnTo>
                    <a:pt x="2478624" y="2625241"/>
                  </a:lnTo>
                  <a:lnTo>
                    <a:pt x="2430711" y="2590118"/>
                  </a:lnTo>
                  <a:lnTo>
                    <a:pt x="2382198" y="2552857"/>
                  </a:lnTo>
                  <a:lnTo>
                    <a:pt x="2333091" y="2513772"/>
                  </a:lnTo>
                  <a:lnTo>
                    <a:pt x="2283476" y="2473261"/>
                  </a:lnTo>
                  <a:lnTo>
                    <a:pt x="2233500" y="2431796"/>
                  </a:lnTo>
                  <a:lnTo>
                    <a:pt x="2183357" y="2389896"/>
                  </a:lnTo>
                  <a:lnTo>
                    <a:pt x="2133256" y="2348106"/>
                  </a:lnTo>
                  <a:lnTo>
                    <a:pt x="2083404" y="2306964"/>
                  </a:lnTo>
                  <a:lnTo>
                    <a:pt x="2033977" y="2266972"/>
                  </a:lnTo>
                  <a:lnTo>
                    <a:pt x="1985103" y="2228576"/>
                  </a:lnTo>
                  <a:lnTo>
                    <a:pt x="1936835" y="2192142"/>
                  </a:lnTo>
                  <a:lnTo>
                    <a:pt x="1889144" y="2157944"/>
                  </a:lnTo>
                  <a:lnTo>
                    <a:pt x="1841897" y="2126166"/>
                  </a:lnTo>
                  <a:lnTo>
                    <a:pt x="1794850" y="2096897"/>
                  </a:lnTo>
                  <a:lnTo>
                    <a:pt x="1747632" y="2070144"/>
                  </a:lnTo>
                  <a:lnTo>
                    <a:pt x="1719082" y="2055311"/>
                  </a:lnTo>
                  <a:lnTo>
                    <a:pt x="1670919" y="2032655"/>
                  </a:lnTo>
                  <a:lnTo>
                    <a:pt x="1621032" y="2012363"/>
                  </a:lnTo>
                  <a:lnTo>
                    <a:pt x="1568580" y="1994301"/>
                  </a:lnTo>
                  <a:lnTo>
                    <a:pt x="1512627" y="1978252"/>
                  </a:lnTo>
                  <a:lnTo>
                    <a:pt x="1452223" y="1963978"/>
                  </a:lnTo>
                  <a:lnTo>
                    <a:pt x="1386504" y="1951249"/>
                  </a:lnTo>
                  <a:lnTo>
                    <a:pt x="1314798" y="1939870"/>
                  </a:lnTo>
                  <a:lnTo>
                    <a:pt x="1236784" y="1929687"/>
                  </a:lnTo>
                  <a:lnTo>
                    <a:pt x="1152702" y="1920593"/>
                  </a:lnTo>
                  <a:lnTo>
                    <a:pt x="1063576" y="1912527"/>
                  </a:lnTo>
                  <a:lnTo>
                    <a:pt x="971437" y="1905472"/>
                  </a:lnTo>
                  <a:lnTo>
                    <a:pt x="879416" y="1899441"/>
                  </a:lnTo>
                  <a:lnTo>
                    <a:pt x="791607" y="1894460"/>
                  </a:lnTo>
                  <a:lnTo>
                    <a:pt x="712582" y="1890541"/>
                  </a:lnTo>
                  <a:lnTo>
                    <a:pt x="646584" y="1887653"/>
                  </a:lnTo>
                  <a:lnTo>
                    <a:pt x="596575" y="1885709"/>
                  </a:lnTo>
                  <a:lnTo>
                    <a:pt x="563445" y="1884557"/>
                  </a:lnTo>
                  <a:lnTo>
                    <a:pt x="545657" y="1884002"/>
                  </a:lnTo>
                  <a:lnTo>
                    <a:pt x="539357" y="1883824"/>
                  </a:lnTo>
                  <a:lnTo>
                    <a:pt x="538736" y="1883808"/>
                  </a:lnTo>
                  <a:lnTo>
                    <a:pt x="0" y="1883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2" name="pg1592"/>
            <p:cNvSpPr/>
            <p:nvPr/>
          </p:nvSpPr>
          <p:spPr>
            <a:xfrm>
              <a:off x="546595" y="652455"/>
              <a:ext cx="8234974" cy="4377405"/>
            </a:xfrm>
            <a:custGeom>
              <a:avLst/>
              <a:pathLst>
                <a:path w="8234974" h="4377405">
                  <a:moveTo>
                    <a:pt x="0" y="4377405"/>
                  </a:moveTo>
                  <a:lnTo>
                    <a:pt x="538736" y="4377405"/>
                  </a:lnTo>
                  <a:lnTo>
                    <a:pt x="540019" y="4377371"/>
                  </a:lnTo>
                  <a:lnTo>
                    <a:pt x="548394" y="4377131"/>
                  </a:lnTo>
                  <a:lnTo>
                    <a:pt x="569280" y="4376468"/>
                  </a:lnTo>
                  <a:lnTo>
                    <a:pt x="606052" y="4375166"/>
                  </a:lnTo>
                  <a:lnTo>
                    <a:pt x="659713" y="4373037"/>
                  </a:lnTo>
                  <a:lnTo>
                    <a:pt x="728873" y="4369946"/>
                  </a:lnTo>
                  <a:lnTo>
                    <a:pt x="810211" y="4365817"/>
                  </a:lnTo>
                  <a:lnTo>
                    <a:pt x="899330" y="4360632"/>
                  </a:lnTo>
                  <a:lnTo>
                    <a:pt x="991703" y="4354408"/>
                  </a:lnTo>
                  <a:lnTo>
                    <a:pt x="1083417" y="4347169"/>
                  </a:lnTo>
                  <a:lnTo>
                    <a:pt x="1171581" y="4338925"/>
                  </a:lnTo>
                  <a:lnTo>
                    <a:pt x="1254397" y="4329648"/>
                  </a:lnTo>
                  <a:lnTo>
                    <a:pt x="1331031" y="4319268"/>
                  </a:lnTo>
                  <a:lnTo>
                    <a:pt x="1401388" y="4307670"/>
                  </a:lnTo>
                  <a:lnTo>
                    <a:pt x="1465880" y="4294689"/>
                  </a:lnTo>
                  <a:lnTo>
                    <a:pt x="1525233" y="4280122"/>
                  </a:lnTo>
                  <a:lnTo>
                    <a:pt x="1580341" y="4263740"/>
                  </a:lnTo>
                  <a:lnTo>
                    <a:pt x="1632155" y="4245303"/>
                  </a:lnTo>
                  <a:lnTo>
                    <a:pt x="1681600" y="4224608"/>
                  </a:lnTo>
                  <a:lnTo>
                    <a:pt x="1719082" y="4206810"/>
                  </a:lnTo>
                  <a:lnTo>
                    <a:pt x="1766685" y="4181644"/>
                  </a:lnTo>
                  <a:lnTo>
                    <a:pt x="1813823" y="4154003"/>
                  </a:lnTo>
                  <a:lnTo>
                    <a:pt x="1860956" y="4123849"/>
                  </a:lnTo>
                  <a:lnTo>
                    <a:pt x="1908403" y="4091219"/>
                  </a:lnTo>
                  <a:lnTo>
                    <a:pt x="1956362" y="4056241"/>
                  </a:lnTo>
                  <a:lnTo>
                    <a:pt x="2004922" y="4019134"/>
                  </a:lnTo>
                  <a:lnTo>
                    <a:pt x="2054077" y="3980211"/>
                  </a:lnTo>
                  <a:lnTo>
                    <a:pt x="2103741" y="3939870"/>
                  </a:lnTo>
                  <a:lnTo>
                    <a:pt x="2153764" y="3898581"/>
                  </a:lnTo>
                  <a:lnTo>
                    <a:pt x="2203953" y="3856864"/>
                  </a:lnTo>
                  <a:lnTo>
                    <a:pt x="2254098" y="3815261"/>
                  </a:lnTo>
                  <a:lnTo>
                    <a:pt x="2303992" y="3774309"/>
                  </a:lnTo>
                  <a:lnTo>
                    <a:pt x="2353457" y="3734508"/>
                  </a:lnTo>
                  <a:lnTo>
                    <a:pt x="2402369" y="3696303"/>
                  </a:lnTo>
                  <a:lnTo>
                    <a:pt x="2450672" y="3660056"/>
                  </a:lnTo>
                  <a:lnTo>
                    <a:pt x="2498400" y="3626041"/>
                  </a:lnTo>
                  <a:lnTo>
                    <a:pt x="2545685" y="3594439"/>
                  </a:lnTo>
                  <a:lnTo>
                    <a:pt x="2592774" y="3565339"/>
                  </a:lnTo>
                  <a:lnTo>
                    <a:pt x="2640042" y="3538745"/>
                  </a:lnTo>
                  <a:lnTo>
                    <a:pt x="2667772" y="3524428"/>
                  </a:lnTo>
                  <a:lnTo>
                    <a:pt x="2715939" y="3501891"/>
                  </a:lnTo>
                  <a:lnTo>
                    <a:pt x="2765828" y="3481705"/>
                  </a:lnTo>
                  <a:lnTo>
                    <a:pt x="2818283" y="3463738"/>
                  </a:lnTo>
                  <a:lnTo>
                    <a:pt x="2874241" y="3447774"/>
                  </a:lnTo>
                  <a:lnTo>
                    <a:pt x="2934648" y="3433574"/>
                  </a:lnTo>
                  <a:lnTo>
                    <a:pt x="3000373" y="3420912"/>
                  </a:lnTo>
                  <a:lnTo>
                    <a:pt x="3072086" y="3409594"/>
                  </a:lnTo>
                  <a:lnTo>
                    <a:pt x="3150106" y="3399464"/>
                  </a:lnTo>
                  <a:lnTo>
                    <a:pt x="3234196" y="3390418"/>
                  </a:lnTo>
                  <a:lnTo>
                    <a:pt x="3323329" y="3382395"/>
                  </a:lnTo>
                  <a:lnTo>
                    <a:pt x="3415474" y="3375377"/>
                  </a:lnTo>
                  <a:lnTo>
                    <a:pt x="3507498" y="3369379"/>
                  </a:lnTo>
                  <a:lnTo>
                    <a:pt x="3595307" y="3364425"/>
                  </a:lnTo>
                  <a:lnTo>
                    <a:pt x="3674329" y="3360527"/>
                  </a:lnTo>
                  <a:lnTo>
                    <a:pt x="3740319" y="3357655"/>
                  </a:lnTo>
                  <a:lnTo>
                    <a:pt x="3790316" y="3355721"/>
                  </a:lnTo>
                  <a:lnTo>
                    <a:pt x="3823432" y="3354577"/>
                  </a:lnTo>
                  <a:lnTo>
                    <a:pt x="3841209" y="3354025"/>
                  </a:lnTo>
                  <a:lnTo>
                    <a:pt x="3847500" y="3353848"/>
                  </a:lnTo>
                  <a:lnTo>
                    <a:pt x="3848118" y="3353833"/>
                  </a:lnTo>
                  <a:lnTo>
                    <a:pt x="4386855" y="3353833"/>
                  </a:lnTo>
                  <a:lnTo>
                    <a:pt x="4387978" y="3353737"/>
                  </a:lnTo>
                  <a:lnTo>
                    <a:pt x="4395333" y="3353052"/>
                  </a:lnTo>
                  <a:lnTo>
                    <a:pt x="4413761" y="3351160"/>
                  </a:lnTo>
                  <a:lnTo>
                    <a:pt x="4446427" y="3347442"/>
                  </a:lnTo>
                  <a:lnTo>
                    <a:pt x="4494538" y="3341344"/>
                  </a:lnTo>
                  <a:lnTo>
                    <a:pt x="4557275" y="3332442"/>
                  </a:lnTo>
                  <a:lnTo>
                    <a:pt x="4632083" y="3320479"/>
                  </a:lnTo>
                  <a:lnTo>
                    <a:pt x="4715296" y="3305361"/>
                  </a:lnTo>
                  <a:lnTo>
                    <a:pt x="4802908" y="3287114"/>
                  </a:lnTo>
                  <a:lnTo>
                    <a:pt x="4891237" y="3265808"/>
                  </a:lnTo>
                  <a:lnTo>
                    <a:pt x="4977359" y="3241496"/>
                  </a:lnTo>
                  <a:lnTo>
                    <a:pt x="5059268" y="3214153"/>
                  </a:lnTo>
                  <a:lnTo>
                    <a:pt x="5135832" y="3183646"/>
                  </a:lnTo>
                  <a:lnTo>
                    <a:pt x="5206638" y="3149715"/>
                  </a:lnTo>
                  <a:lnTo>
                    <a:pt x="5271807" y="3111971"/>
                  </a:lnTo>
                  <a:lnTo>
                    <a:pt x="5331815" y="3069906"/>
                  </a:lnTo>
                  <a:lnTo>
                    <a:pt x="5387356" y="3022909"/>
                  </a:lnTo>
                  <a:lnTo>
                    <a:pt x="5439232" y="2970306"/>
                  </a:lnTo>
                  <a:lnTo>
                    <a:pt x="5488275" y="2911427"/>
                  </a:lnTo>
                  <a:lnTo>
                    <a:pt x="5535283" y="2845724"/>
                  </a:lnTo>
                  <a:lnTo>
                    <a:pt x="5567201" y="2795768"/>
                  </a:lnTo>
                  <a:lnTo>
                    <a:pt x="5600318" y="2739471"/>
                  </a:lnTo>
                  <a:lnTo>
                    <a:pt x="5633131" y="2679311"/>
                  </a:lnTo>
                  <a:lnTo>
                    <a:pt x="5665819" y="2615209"/>
                  </a:lnTo>
                  <a:lnTo>
                    <a:pt x="5698522" y="2547139"/>
                  </a:lnTo>
                  <a:lnTo>
                    <a:pt x="5731350" y="2475137"/>
                  </a:lnTo>
                  <a:lnTo>
                    <a:pt x="5764384" y="2399304"/>
                  </a:lnTo>
                  <a:lnTo>
                    <a:pt x="5797677" y="2319809"/>
                  </a:lnTo>
                  <a:lnTo>
                    <a:pt x="5831258" y="2236894"/>
                  </a:lnTo>
                  <a:lnTo>
                    <a:pt x="5865134" y="2150873"/>
                  </a:lnTo>
                  <a:lnTo>
                    <a:pt x="5899291" y="2062126"/>
                  </a:lnTo>
                  <a:lnTo>
                    <a:pt x="5933699" y="1971100"/>
                  </a:lnTo>
                  <a:lnTo>
                    <a:pt x="5968310" y="1878295"/>
                  </a:lnTo>
                  <a:lnTo>
                    <a:pt x="6003065" y="1784257"/>
                  </a:lnTo>
                  <a:lnTo>
                    <a:pt x="6037899" y="1689561"/>
                  </a:lnTo>
                  <a:lnTo>
                    <a:pt x="6072741" y="1594804"/>
                  </a:lnTo>
                  <a:lnTo>
                    <a:pt x="6107519" y="1500579"/>
                  </a:lnTo>
                  <a:lnTo>
                    <a:pt x="6142165" y="1407469"/>
                  </a:lnTo>
                  <a:lnTo>
                    <a:pt x="6176619" y="1316028"/>
                  </a:lnTo>
                  <a:lnTo>
                    <a:pt x="6210832" y="1226766"/>
                  </a:lnTo>
                  <a:lnTo>
                    <a:pt x="6244769" y="1140140"/>
                  </a:lnTo>
                  <a:lnTo>
                    <a:pt x="6278412" y="1056547"/>
                  </a:lnTo>
                  <a:lnTo>
                    <a:pt x="6311764" y="976314"/>
                  </a:lnTo>
                  <a:lnTo>
                    <a:pt x="6344848" y="899698"/>
                  </a:lnTo>
                  <a:lnTo>
                    <a:pt x="6377713" y="826884"/>
                  </a:lnTo>
                  <a:lnTo>
                    <a:pt x="6410434" y="757986"/>
                  </a:lnTo>
                  <a:lnTo>
                    <a:pt x="6443115" y="693053"/>
                  </a:lnTo>
                  <a:lnTo>
                    <a:pt x="6475889" y="632073"/>
                  </a:lnTo>
                  <a:lnTo>
                    <a:pt x="6508925" y="574977"/>
                  </a:lnTo>
                  <a:lnTo>
                    <a:pt x="6515891" y="563509"/>
                  </a:lnTo>
                  <a:lnTo>
                    <a:pt x="6561895" y="492883"/>
                  </a:lnTo>
                  <a:lnTo>
                    <a:pt x="6609441" y="429293"/>
                  </a:lnTo>
                  <a:lnTo>
                    <a:pt x="6659256" y="372384"/>
                  </a:lnTo>
                  <a:lnTo>
                    <a:pt x="6712156" y="321554"/>
                  </a:lnTo>
                  <a:lnTo>
                    <a:pt x="6768970" y="276122"/>
                  </a:lnTo>
                  <a:lnTo>
                    <a:pt x="6830477" y="235427"/>
                  </a:lnTo>
                  <a:lnTo>
                    <a:pt x="6897319" y="198888"/>
                  </a:lnTo>
                  <a:lnTo>
                    <a:pt x="6969879" y="166031"/>
                  </a:lnTo>
                  <a:lnTo>
                    <a:pt x="7048137" y="136505"/>
                  </a:lnTo>
                  <a:lnTo>
                    <a:pt x="7131481" y="110090"/>
                  </a:lnTo>
                  <a:lnTo>
                    <a:pt x="7218528" y="86688"/>
                  </a:lnTo>
                  <a:lnTo>
                    <a:pt x="7306988" y="66302"/>
                  </a:lnTo>
                  <a:lnTo>
                    <a:pt x="7393681" y="48997"/>
                  </a:lnTo>
                  <a:lnTo>
                    <a:pt x="7474767" y="34838"/>
                  </a:lnTo>
                  <a:lnTo>
                    <a:pt x="7546265" y="23820"/>
                  </a:lnTo>
                  <a:lnTo>
                    <a:pt x="7604766" y="15803"/>
                  </a:lnTo>
                  <a:lnTo>
                    <a:pt x="7648189" y="10479"/>
                  </a:lnTo>
                  <a:lnTo>
                    <a:pt x="7676315" y="7377"/>
                  </a:lnTo>
                  <a:lnTo>
                    <a:pt x="7690968" y="5918"/>
                  </a:lnTo>
                  <a:lnTo>
                    <a:pt x="7695851" y="547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4" y="95"/>
                  </a:lnTo>
                  <a:lnTo>
                    <a:pt x="7687760" y="780"/>
                  </a:lnTo>
                  <a:lnTo>
                    <a:pt x="7669331" y="2672"/>
                  </a:lnTo>
                  <a:lnTo>
                    <a:pt x="7636666" y="6390"/>
                  </a:lnTo>
                  <a:lnTo>
                    <a:pt x="7588554" y="12488"/>
                  </a:lnTo>
                  <a:lnTo>
                    <a:pt x="7525817" y="21390"/>
                  </a:lnTo>
                  <a:lnTo>
                    <a:pt x="7451010" y="33353"/>
                  </a:lnTo>
                  <a:lnTo>
                    <a:pt x="7367796" y="48471"/>
                  </a:lnTo>
                  <a:lnTo>
                    <a:pt x="7280185" y="66718"/>
                  </a:lnTo>
                  <a:lnTo>
                    <a:pt x="7191856" y="88024"/>
                  </a:lnTo>
                  <a:lnTo>
                    <a:pt x="7105733" y="112336"/>
                  </a:lnTo>
                  <a:lnTo>
                    <a:pt x="7023824" y="139679"/>
                  </a:lnTo>
                  <a:lnTo>
                    <a:pt x="6947261" y="170186"/>
                  </a:lnTo>
                  <a:lnTo>
                    <a:pt x="6876454" y="204117"/>
                  </a:lnTo>
                  <a:lnTo>
                    <a:pt x="6811285" y="241861"/>
                  </a:lnTo>
                  <a:lnTo>
                    <a:pt x="6751277" y="283926"/>
                  </a:lnTo>
                  <a:lnTo>
                    <a:pt x="6695737" y="330923"/>
                  </a:lnTo>
                  <a:lnTo>
                    <a:pt x="6643861" y="383526"/>
                  </a:lnTo>
                  <a:lnTo>
                    <a:pt x="6594817" y="442405"/>
                  </a:lnTo>
                  <a:lnTo>
                    <a:pt x="6547810" y="508108"/>
                  </a:lnTo>
                  <a:lnTo>
                    <a:pt x="6515891" y="558064"/>
                  </a:lnTo>
                  <a:lnTo>
                    <a:pt x="6482774" y="614361"/>
                  </a:lnTo>
                  <a:lnTo>
                    <a:pt x="6449961" y="674521"/>
                  </a:lnTo>
                  <a:lnTo>
                    <a:pt x="6417273" y="738623"/>
                  </a:lnTo>
                  <a:lnTo>
                    <a:pt x="6384570" y="806693"/>
                  </a:lnTo>
                  <a:lnTo>
                    <a:pt x="6351742" y="878695"/>
                  </a:lnTo>
                  <a:lnTo>
                    <a:pt x="6318709" y="954528"/>
                  </a:lnTo>
                  <a:lnTo>
                    <a:pt x="6285416" y="1034023"/>
                  </a:lnTo>
                  <a:lnTo>
                    <a:pt x="6251835" y="1116938"/>
                  </a:lnTo>
                  <a:lnTo>
                    <a:pt x="6217959" y="1202959"/>
                  </a:lnTo>
                  <a:lnTo>
                    <a:pt x="6183801" y="1291706"/>
                  </a:lnTo>
                  <a:lnTo>
                    <a:pt x="6149394" y="1382732"/>
                  </a:lnTo>
                  <a:lnTo>
                    <a:pt x="6114783" y="1475537"/>
                  </a:lnTo>
                  <a:lnTo>
                    <a:pt x="6080027" y="1569575"/>
                  </a:lnTo>
                  <a:lnTo>
                    <a:pt x="6045193" y="1664271"/>
                  </a:lnTo>
                  <a:lnTo>
                    <a:pt x="6010351" y="1759028"/>
                  </a:lnTo>
                  <a:lnTo>
                    <a:pt x="5975574" y="1853253"/>
                  </a:lnTo>
                  <a:lnTo>
                    <a:pt x="5940927" y="1946363"/>
                  </a:lnTo>
                  <a:lnTo>
                    <a:pt x="5906473" y="2037804"/>
                  </a:lnTo>
                  <a:lnTo>
                    <a:pt x="5872260" y="2127067"/>
                  </a:lnTo>
                  <a:lnTo>
                    <a:pt x="5838323" y="2213692"/>
                  </a:lnTo>
                  <a:lnTo>
                    <a:pt x="5804680" y="2297285"/>
                  </a:lnTo>
                  <a:lnTo>
                    <a:pt x="5771329" y="2377518"/>
                  </a:lnTo>
                  <a:lnTo>
                    <a:pt x="5738245" y="2454134"/>
                  </a:lnTo>
                  <a:lnTo>
                    <a:pt x="5705379" y="2526948"/>
                  </a:lnTo>
                  <a:lnTo>
                    <a:pt x="5672658" y="2595846"/>
                  </a:lnTo>
                  <a:lnTo>
                    <a:pt x="5639978" y="2660779"/>
                  </a:lnTo>
                  <a:lnTo>
                    <a:pt x="5607204" y="2721759"/>
                  </a:lnTo>
                  <a:lnTo>
                    <a:pt x="5574167" y="2778855"/>
                  </a:lnTo>
                  <a:lnTo>
                    <a:pt x="5567201" y="2790323"/>
                  </a:lnTo>
                  <a:lnTo>
                    <a:pt x="5521198" y="2860949"/>
                  </a:lnTo>
                  <a:lnTo>
                    <a:pt x="5473652" y="2924539"/>
                  </a:lnTo>
                  <a:lnTo>
                    <a:pt x="5423836" y="2981448"/>
                  </a:lnTo>
                  <a:lnTo>
                    <a:pt x="5370937" y="3032278"/>
                  </a:lnTo>
                  <a:lnTo>
                    <a:pt x="5314123" y="3077710"/>
                  </a:lnTo>
                  <a:lnTo>
                    <a:pt x="5252615" y="3118405"/>
                  </a:lnTo>
                  <a:lnTo>
                    <a:pt x="5185774" y="3154944"/>
                  </a:lnTo>
                  <a:lnTo>
                    <a:pt x="5113213" y="3187801"/>
                  </a:lnTo>
                  <a:lnTo>
                    <a:pt x="5034956" y="3217327"/>
                  </a:lnTo>
                  <a:lnTo>
                    <a:pt x="4951611" y="3243742"/>
                  </a:lnTo>
                  <a:lnTo>
                    <a:pt x="4864565" y="3267144"/>
                  </a:lnTo>
                  <a:lnTo>
                    <a:pt x="4776104" y="3287530"/>
                  </a:lnTo>
                  <a:lnTo>
                    <a:pt x="4689412" y="3304835"/>
                  </a:lnTo>
                  <a:lnTo>
                    <a:pt x="4608325" y="3318994"/>
                  </a:lnTo>
                  <a:lnTo>
                    <a:pt x="4536828" y="3330012"/>
                  </a:lnTo>
                  <a:lnTo>
                    <a:pt x="4478326" y="3338029"/>
                  </a:lnTo>
                  <a:lnTo>
                    <a:pt x="4434904" y="3343353"/>
                  </a:lnTo>
                  <a:lnTo>
                    <a:pt x="4406777" y="3346455"/>
                  </a:lnTo>
                  <a:lnTo>
                    <a:pt x="4392124" y="3347914"/>
                  </a:lnTo>
                  <a:lnTo>
                    <a:pt x="4387242" y="3348356"/>
                  </a:lnTo>
                  <a:lnTo>
                    <a:pt x="4386855" y="3348388"/>
                  </a:lnTo>
                  <a:lnTo>
                    <a:pt x="3848118" y="3348388"/>
                  </a:lnTo>
                  <a:lnTo>
                    <a:pt x="3846835" y="3348422"/>
                  </a:lnTo>
                  <a:lnTo>
                    <a:pt x="3838461" y="3348662"/>
                  </a:lnTo>
                  <a:lnTo>
                    <a:pt x="3817575" y="3349325"/>
                  </a:lnTo>
                  <a:lnTo>
                    <a:pt x="3780803" y="3350627"/>
                  </a:lnTo>
                  <a:lnTo>
                    <a:pt x="3727141" y="3352756"/>
                  </a:lnTo>
                  <a:lnTo>
                    <a:pt x="3657981" y="3355847"/>
                  </a:lnTo>
                  <a:lnTo>
                    <a:pt x="3576643" y="3359976"/>
                  </a:lnTo>
                  <a:lnTo>
                    <a:pt x="3487524" y="3365161"/>
                  </a:lnTo>
                  <a:lnTo>
                    <a:pt x="3395152" y="3371385"/>
                  </a:lnTo>
                  <a:lnTo>
                    <a:pt x="3303437" y="3378624"/>
                  </a:lnTo>
                  <a:lnTo>
                    <a:pt x="3215274" y="3386868"/>
                  </a:lnTo>
                  <a:lnTo>
                    <a:pt x="3132458" y="3396145"/>
                  </a:lnTo>
                  <a:lnTo>
                    <a:pt x="3055824" y="3406525"/>
                  </a:lnTo>
                  <a:lnTo>
                    <a:pt x="2985467" y="3418123"/>
                  </a:lnTo>
                  <a:lnTo>
                    <a:pt x="2920974" y="3431104"/>
                  </a:lnTo>
                  <a:lnTo>
                    <a:pt x="2861621" y="3445671"/>
                  </a:lnTo>
                  <a:lnTo>
                    <a:pt x="2806514" y="3462053"/>
                  </a:lnTo>
                  <a:lnTo>
                    <a:pt x="2754700" y="3480490"/>
                  </a:lnTo>
                  <a:lnTo>
                    <a:pt x="2705255" y="3501185"/>
                  </a:lnTo>
                  <a:lnTo>
                    <a:pt x="2667772" y="3518983"/>
                  </a:lnTo>
                  <a:lnTo>
                    <a:pt x="2620170" y="3544149"/>
                  </a:lnTo>
                  <a:lnTo>
                    <a:pt x="2573032" y="3571790"/>
                  </a:lnTo>
                  <a:lnTo>
                    <a:pt x="2525898" y="3601944"/>
                  </a:lnTo>
                  <a:lnTo>
                    <a:pt x="2478451" y="3634574"/>
                  </a:lnTo>
                  <a:lnTo>
                    <a:pt x="2430492" y="3669552"/>
                  </a:lnTo>
                  <a:lnTo>
                    <a:pt x="2381932" y="3706659"/>
                  </a:lnTo>
                  <a:lnTo>
                    <a:pt x="2332778" y="3745582"/>
                  </a:lnTo>
                  <a:lnTo>
                    <a:pt x="2283114" y="3785923"/>
                  </a:lnTo>
                  <a:lnTo>
                    <a:pt x="2233091" y="3827212"/>
                  </a:lnTo>
                  <a:lnTo>
                    <a:pt x="2182901" y="3868929"/>
                  </a:lnTo>
                  <a:lnTo>
                    <a:pt x="2132756" y="3910532"/>
                  </a:lnTo>
                  <a:lnTo>
                    <a:pt x="2082863" y="3951484"/>
                  </a:lnTo>
                  <a:lnTo>
                    <a:pt x="2033397" y="3991285"/>
                  </a:lnTo>
                  <a:lnTo>
                    <a:pt x="1984485" y="4029490"/>
                  </a:lnTo>
                  <a:lnTo>
                    <a:pt x="1936182" y="4065737"/>
                  </a:lnTo>
                  <a:lnTo>
                    <a:pt x="1888455" y="4099752"/>
                  </a:lnTo>
                  <a:lnTo>
                    <a:pt x="1841170" y="4131354"/>
                  </a:lnTo>
                  <a:lnTo>
                    <a:pt x="1794081" y="4160454"/>
                  </a:lnTo>
                  <a:lnTo>
                    <a:pt x="1746813" y="4187048"/>
                  </a:lnTo>
                  <a:lnTo>
                    <a:pt x="1719082" y="4201365"/>
                  </a:lnTo>
                  <a:lnTo>
                    <a:pt x="1670916" y="4223902"/>
                  </a:lnTo>
                  <a:lnTo>
                    <a:pt x="1621026" y="4244088"/>
                  </a:lnTo>
                  <a:lnTo>
                    <a:pt x="1568572" y="4262055"/>
                  </a:lnTo>
                  <a:lnTo>
                    <a:pt x="1512614" y="4278019"/>
                  </a:lnTo>
                  <a:lnTo>
                    <a:pt x="1452206" y="4292219"/>
                  </a:lnTo>
                  <a:lnTo>
                    <a:pt x="1386482" y="4304881"/>
                  </a:lnTo>
                  <a:lnTo>
                    <a:pt x="1314769" y="4316199"/>
                  </a:lnTo>
                  <a:lnTo>
                    <a:pt x="1236749" y="4326329"/>
                  </a:lnTo>
                  <a:lnTo>
                    <a:pt x="1152659" y="4335375"/>
                  </a:lnTo>
                  <a:lnTo>
                    <a:pt x="1063526" y="4343398"/>
                  </a:lnTo>
                  <a:lnTo>
                    <a:pt x="971381" y="4350416"/>
                  </a:lnTo>
                  <a:lnTo>
                    <a:pt x="879357" y="4356414"/>
                  </a:lnTo>
                  <a:lnTo>
                    <a:pt x="791547" y="4361368"/>
                  </a:lnTo>
                  <a:lnTo>
                    <a:pt x="712526" y="4365266"/>
                  </a:lnTo>
                  <a:lnTo>
                    <a:pt x="646536" y="4368138"/>
                  </a:lnTo>
                  <a:lnTo>
                    <a:pt x="596539" y="4370072"/>
                  </a:lnTo>
                  <a:lnTo>
                    <a:pt x="563422" y="4371216"/>
                  </a:lnTo>
                  <a:lnTo>
                    <a:pt x="545646" y="4371768"/>
                  </a:lnTo>
                  <a:lnTo>
                    <a:pt x="539355" y="4371945"/>
                  </a:lnTo>
                  <a:lnTo>
                    <a:pt x="538736" y="4371960"/>
                  </a:lnTo>
                  <a:lnTo>
                    <a:pt x="0" y="437196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93" name="pl1593"/>
            <p:cNvSpPr/>
            <p:nvPr/>
          </p:nvSpPr>
          <p:spPr>
            <a:xfrm>
              <a:off x="546595" y="657900"/>
              <a:ext cx="8234974" cy="4371960"/>
            </a:xfrm>
            <a:custGeom>
              <a:avLst/>
              <a:pathLst>
                <a:path w="8234974" h="4371960">
                  <a:moveTo>
                    <a:pt x="0" y="4371960"/>
                  </a:moveTo>
                  <a:lnTo>
                    <a:pt x="538736" y="4371960"/>
                  </a:lnTo>
                  <a:lnTo>
                    <a:pt x="540019" y="4371927"/>
                  </a:lnTo>
                  <a:lnTo>
                    <a:pt x="548394" y="4371687"/>
                  </a:lnTo>
                  <a:lnTo>
                    <a:pt x="569280" y="4371023"/>
                  </a:lnTo>
                  <a:lnTo>
                    <a:pt x="606052" y="4369721"/>
                  </a:lnTo>
                  <a:lnTo>
                    <a:pt x="659713" y="4367593"/>
                  </a:lnTo>
                  <a:lnTo>
                    <a:pt x="728873" y="4364501"/>
                  </a:lnTo>
                  <a:lnTo>
                    <a:pt x="810211" y="4360372"/>
                  </a:lnTo>
                  <a:lnTo>
                    <a:pt x="899330" y="4355187"/>
                  </a:lnTo>
                  <a:lnTo>
                    <a:pt x="991703" y="4348963"/>
                  </a:lnTo>
                  <a:lnTo>
                    <a:pt x="1083417" y="4341725"/>
                  </a:lnTo>
                  <a:lnTo>
                    <a:pt x="1171581" y="4333480"/>
                  </a:lnTo>
                  <a:lnTo>
                    <a:pt x="1254397" y="4324203"/>
                  </a:lnTo>
                  <a:lnTo>
                    <a:pt x="1331031" y="4313824"/>
                  </a:lnTo>
                  <a:lnTo>
                    <a:pt x="1401388" y="4302225"/>
                  </a:lnTo>
                  <a:lnTo>
                    <a:pt x="1465880" y="4289244"/>
                  </a:lnTo>
                  <a:lnTo>
                    <a:pt x="1525233" y="4274678"/>
                  </a:lnTo>
                  <a:lnTo>
                    <a:pt x="1580341" y="4258295"/>
                  </a:lnTo>
                  <a:lnTo>
                    <a:pt x="1632155" y="4239858"/>
                  </a:lnTo>
                  <a:lnTo>
                    <a:pt x="1681600" y="4219163"/>
                  </a:lnTo>
                  <a:lnTo>
                    <a:pt x="1719082" y="4201365"/>
                  </a:lnTo>
                  <a:lnTo>
                    <a:pt x="1766685" y="4176199"/>
                  </a:lnTo>
                  <a:lnTo>
                    <a:pt x="1813823" y="4148558"/>
                  </a:lnTo>
                  <a:lnTo>
                    <a:pt x="1860956" y="4118404"/>
                  </a:lnTo>
                  <a:lnTo>
                    <a:pt x="1908403" y="4085775"/>
                  </a:lnTo>
                  <a:lnTo>
                    <a:pt x="1956362" y="4050797"/>
                  </a:lnTo>
                  <a:lnTo>
                    <a:pt x="2004922" y="4013689"/>
                  </a:lnTo>
                  <a:lnTo>
                    <a:pt x="2054077" y="3974766"/>
                  </a:lnTo>
                  <a:lnTo>
                    <a:pt x="2103741" y="3934425"/>
                  </a:lnTo>
                  <a:lnTo>
                    <a:pt x="2153764" y="3893136"/>
                  </a:lnTo>
                  <a:lnTo>
                    <a:pt x="2203953" y="3851419"/>
                  </a:lnTo>
                  <a:lnTo>
                    <a:pt x="2254098" y="3809816"/>
                  </a:lnTo>
                  <a:lnTo>
                    <a:pt x="2303992" y="3768864"/>
                  </a:lnTo>
                  <a:lnTo>
                    <a:pt x="2353457" y="3729064"/>
                  </a:lnTo>
                  <a:lnTo>
                    <a:pt x="2402369" y="3690858"/>
                  </a:lnTo>
                  <a:lnTo>
                    <a:pt x="2450672" y="3654611"/>
                  </a:lnTo>
                  <a:lnTo>
                    <a:pt x="2498400" y="3620597"/>
                  </a:lnTo>
                  <a:lnTo>
                    <a:pt x="2545685" y="3588995"/>
                  </a:lnTo>
                  <a:lnTo>
                    <a:pt x="2592774" y="3559895"/>
                  </a:lnTo>
                  <a:lnTo>
                    <a:pt x="2640042" y="3533300"/>
                  </a:lnTo>
                  <a:lnTo>
                    <a:pt x="2667772" y="3518983"/>
                  </a:lnTo>
                  <a:lnTo>
                    <a:pt x="2715939" y="3496446"/>
                  </a:lnTo>
                  <a:lnTo>
                    <a:pt x="2765828" y="3476260"/>
                  </a:lnTo>
                  <a:lnTo>
                    <a:pt x="2818283" y="3458293"/>
                  </a:lnTo>
                  <a:lnTo>
                    <a:pt x="2874241" y="3442329"/>
                  </a:lnTo>
                  <a:lnTo>
                    <a:pt x="2934648" y="3428130"/>
                  </a:lnTo>
                  <a:lnTo>
                    <a:pt x="3000373" y="3415468"/>
                  </a:lnTo>
                  <a:lnTo>
                    <a:pt x="3072086" y="3404149"/>
                  </a:lnTo>
                  <a:lnTo>
                    <a:pt x="3150106" y="3394020"/>
                  </a:lnTo>
                  <a:lnTo>
                    <a:pt x="3234196" y="3384974"/>
                  </a:lnTo>
                  <a:lnTo>
                    <a:pt x="3323329" y="3376951"/>
                  </a:lnTo>
                  <a:lnTo>
                    <a:pt x="3415474" y="3369933"/>
                  </a:lnTo>
                  <a:lnTo>
                    <a:pt x="3507498" y="3363934"/>
                  </a:lnTo>
                  <a:lnTo>
                    <a:pt x="3595307" y="3358980"/>
                  </a:lnTo>
                  <a:lnTo>
                    <a:pt x="3674329" y="3355082"/>
                  </a:lnTo>
                  <a:lnTo>
                    <a:pt x="3740319" y="3352210"/>
                  </a:lnTo>
                  <a:lnTo>
                    <a:pt x="3790316" y="3350277"/>
                  </a:lnTo>
                  <a:lnTo>
                    <a:pt x="3823432" y="3349132"/>
                  </a:lnTo>
                  <a:lnTo>
                    <a:pt x="3841209" y="3348580"/>
                  </a:lnTo>
                  <a:lnTo>
                    <a:pt x="3847500" y="3348404"/>
                  </a:lnTo>
                  <a:lnTo>
                    <a:pt x="3848118" y="3348388"/>
                  </a:lnTo>
                  <a:lnTo>
                    <a:pt x="4386855" y="3348388"/>
                  </a:lnTo>
                  <a:lnTo>
                    <a:pt x="4387978" y="3348292"/>
                  </a:lnTo>
                  <a:lnTo>
                    <a:pt x="4395333" y="3347608"/>
                  </a:lnTo>
                  <a:lnTo>
                    <a:pt x="4413761" y="3345716"/>
                  </a:lnTo>
                  <a:lnTo>
                    <a:pt x="4446427" y="3341998"/>
                  </a:lnTo>
                  <a:lnTo>
                    <a:pt x="4494538" y="3335900"/>
                  </a:lnTo>
                  <a:lnTo>
                    <a:pt x="4557275" y="3326997"/>
                  </a:lnTo>
                  <a:lnTo>
                    <a:pt x="4632083" y="3315034"/>
                  </a:lnTo>
                  <a:lnTo>
                    <a:pt x="4715296" y="3299917"/>
                  </a:lnTo>
                  <a:lnTo>
                    <a:pt x="4802908" y="3281669"/>
                  </a:lnTo>
                  <a:lnTo>
                    <a:pt x="4891237" y="3260364"/>
                  </a:lnTo>
                  <a:lnTo>
                    <a:pt x="4977359" y="3236052"/>
                  </a:lnTo>
                  <a:lnTo>
                    <a:pt x="5059268" y="3208709"/>
                  </a:lnTo>
                  <a:lnTo>
                    <a:pt x="5135832" y="3178202"/>
                  </a:lnTo>
                  <a:lnTo>
                    <a:pt x="5206638" y="3144270"/>
                  </a:lnTo>
                  <a:lnTo>
                    <a:pt x="5271807" y="3106527"/>
                  </a:lnTo>
                  <a:lnTo>
                    <a:pt x="5331815" y="3064461"/>
                  </a:lnTo>
                  <a:lnTo>
                    <a:pt x="5387356" y="3017464"/>
                  </a:lnTo>
                  <a:lnTo>
                    <a:pt x="5439232" y="2964862"/>
                  </a:lnTo>
                  <a:lnTo>
                    <a:pt x="5488275" y="2905983"/>
                  </a:lnTo>
                  <a:lnTo>
                    <a:pt x="5535283" y="2840279"/>
                  </a:lnTo>
                  <a:lnTo>
                    <a:pt x="5567201" y="2790323"/>
                  </a:lnTo>
                  <a:lnTo>
                    <a:pt x="5600318" y="2734027"/>
                  </a:lnTo>
                  <a:lnTo>
                    <a:pt x="5633131" y="2673867"/>
                  </a:lnTo>
                  <a:lnTo>
                    <a:pt x="5665819" y="2609764"/>
                  </a:lnTo>
                  <a:lnTo>
                    <a:pt x="5698522" y="2541694"/>
                  </a:lnTo>
                  <a:lnTo>
                    <a:pt x="5731350" y="2469692"/>
                  </a:lnTo>
                  <a:lnTo>
                    <a:pt x="5764384" y="2393859"/>
                  </a:lnTo>
                  <a:lnTo>
                    <a:pt x="5797677" y="2314364"/>
                  </a:lnTo>
                  <a:lnTo>
                    <a:pt x="5831258" y="2231450"/>
                  </a:lnTo>
                  <a:lnTo>
                    <a:pt x="5865134" y="2145428"/>
                  </a:lnTo>
                  <a:lnTo>
                    <a:pt x="5899291" y="2056682"/>
                  </a:lnTo>
                  <a:lnTo>
                    <a:pt x="5933699" y="1965656"/>
                  </a:lnTo>
                  <a:lnTo>
                    <a:pt x="5968310" y="1872851"/>
                  </a:lnTo>
                  <a:lnTo>
                    <a:pt x="6003065" y="1778812"/>
                  </a:lnTo>
                  <a:lnTo>
                    <a:pt x="6037899" y="1684117"/>
                  </a:lnTo>
                  <a:lnTo>
                    <a:pt x="6072741" y="1589359"/>
                  </a:lnTo>
                  <a:lnTo>
                    <a:pt x="6107519" y="1495135"/>
                  </a:lnTo>
                  <a:lnTo>
                    <a:pt x="6142165" y="1402025"/>
                  </a:lnTo>
                  <a:lnTo>
                    <a:pt x="6176619" y="1310583"/>
                  </a:lnTo>
                  <a:lnTo>
                    <a:pt x="6210832" y="1221321"/>
                  </a:lnTo>
                  <a:lnTo>
                    <a:pt x="6244769" y="1134695"/>
                  </a:lnTo>
                  <a:lnTo>
                    <a:pt x="6278412" y="1051102"/>
                  </a:lnTo>
                  <a:lnTo>
                    <a:pt x="6311764" y="970870"/>
                  </a:lnTo>
                  <a:lnTo>
                    <a:pt x="6344848" y="894254"/>
                  </a:lnTo>
                  <a:lnTo>
                    <a:pt x="6377713" y="821439"/>
                  </a:lnTo>
                  <a:lnTo>
                    <a:pt x="6410434" y="752541"/>
                  </a:lnTo>
                  <a:lnTo>
                    <a:pt x="6443115" y="687609"/>
                  </a:lnTo>
                  <a:lnTo>
                    <a:pt x="6475889" y="626628"/>
                  </a:lnTo>
                  <a:lnTo>
                    <a:pt x="6508925" y="569532"/>
                  </a:lnTo>
                  <a:lnTo>
                    <a:pt x="6515891" y="558064"/>
                  </a:lnTo>
                  <a:lnTo>
                    <a:pt x="6561895" y="487438"/>
                  </a:lnTo>
                  <a:lnTo>
                    <a:pt x="6609441" y="423848"/>
                  </a:lnTo>
                  <a:lnTo>
                    <a:pt x="6659256" y="366939"/>
                  </a:lnTo>
                  <a:lnTo>
                    <a:pt x="6712156" y="316109"/>
                  </a:lnTo>
                  <a:lnTo>
                    <a:pt x="6768970" y="270677"/>
                  </a:lnTo>
                  <a:lnTo>
                    <a:pt x="6830477" y="229983"/>
                  </a:lnTo>
                  <a:lnTo>
                    <a:pt x="6897319" y="193444"/>
                  </a:lnTo>
                  <a:lnTo>
                    <a:pt x="6969879" y="160586"/>
                  </a:lnTo>
                  <a:lnTo>
                    <a:pt x="7048137" y="131060"/>
                  </a:lnTo>
                  <a:lnTo>
                    <a:pt x="7131481" y="104645"/>
                  </a:lnTo>
                  <a:lnTo>
                    <a:pt x="7218528" y="81243"/>
                  </a:lnTo>
                  <a:lnTo>
                    <a:pt x="7306988" y="60857"/>
                  </a:lnTo>
                  <a:lnTo>
                    <a:pt x="7393681" y="43553"/>
                  </a:lnTo>
                  <a:lnTo>
                    <a:pt x="7474767" y="29394"/>
                  </a:lnTo>
                  <a:lnTo>
                    <a:pt x="7546265" y="18375"/>
                  </a:lnTo>
                  <a:lnTo>
                    <a:pt x="7604766" y="10359"/>
                  </a:lnTo>
                  <a:lnTo>
                    <a:pt x="7648189" y="5034"/>
                  </a:lnTo>
                  <a:lnTo>
                    <a:pt x="7676315" y="1933"/>
                  </a:lnTo>
                  <a:lnTo>
                    <a:pt x="7690968" y="473"/>
                  </a:lnTo>
                  <a:lnTo>
                    <a:pt x="7695851" y="3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4" name="pl1594"/>
            <p:cNvSpPr/>
            <p:nvPr/>
          </p:nvSpPr>
          <p:spPr>
            <a:xfrm>
              <a:off x="546595" y="652455"/>
              <a:ext cx="8234974" cy="4371960"/>
            </a:xfrm>
            <a:custGeom>
              <a:avLst/>
              <a:pathLst>
                <a:path w="8234974" h="4371960">
                  <a:moveTo>
                    <a:pt x="8234974" y="0"/>
                  </a:moveTo>
                  <a:lnTo>
                    <a:pt x="7696237" y="0"/>
                  </a:lnTo>
                  <a:lnTo>
                    <a:pt x="7695114" y="95"/>
                  </a:lnTo>
                  <a:lnTo>
                    <a:pt x="7687760" y="780"/>
                  </a:lnTo>
                  <a:lnTo>
                    <a:pt x="7669331" y="2672"/>
                  </a:lnTo>
                  <a:lnTo>
                    <a:pt x="7636666" y="6390"/>
                  </a:lnTo>
                  <a:lnTo>
                    <a:pt x="7588554" y="12488"/>
                  </a:lnTo>
                  <a:lnTo>
                    <a:pt x="7525817" y="21390"/>
                  </a:lnTo>
                  <a:lnTo>
                    <a:pt x="7451010" y="33353"/>
                  </a:lnTo>
                  <a:lnTo>
                    <a:pt x="7367796" y="48471"/>
                  </a:lnTo>
                  <a:lnTo>
                    <a:pt x="7280185" y="66718"/>
                  </a:lnTo>
                  <a:lnTo>
                    <a:pt x="7191856" y="88024"/>
                  </a:lnTo>
                  <a:lnTo>
                    <a:pt x="7105733" y="112336"/>
                  </a:lnTo>
                  <a:lnTo>
                    <a:pt x="7023824" y="139679"/>
                  </a:lnTo>
                  <a:lnTo>
                    <a:pt x="6947261" y="170186"/>
                  </a:lnTo>
                  <a:lnTo>
                    <a:pt x="6876454" y="204117"/>
                  </a:lnTo>
                  <a:lnTo>
                    <a:pt x="6811285" y="241861"/>
                  </a:lnTo>
                  <a:lnTo>
                    <a:pt x="6751277" y="283926"/>
                  </a:lnTo>
                  <a:lnTo>
                    <a:pt x="6695737" y="330923"/>
                  </a:lnTo>
                  <a:lnTo>
                    <a:pt x="6643861" y="383526"/>
                  </a:lnTo>
                  <a:lnTo>
                    <a:pt x="6594817" y="442405"/>
                  </a:lnTo>
                  <a:lnTo>
                    <a:pt x="6547810" y="508108"/>
                  </a:lnTo>
                  <a:lnTo>
                    <a:pt x="6515891" y="558064"/>
                  </a:lnTo>
                  <a:lnTo>
                    <a:pt x="6482774" y="614361"/>
                  </a:lnTo>
                  <a:lnTo>
                    <a:pt x="6449961" y="674521"/>
                  </a:lnTo>
                  <a:lnTo>
                    <a:pt x="6417273" y="738623"/>
                  </a:lnTo>
                  <a:lnTo>
                    <a:pt x="6384570" y="806693"/>
                  </a:lnTo>
                  <a:lnTo>
                    <a:pt x="6351742" y="878695"/>
                  </a:lnTo>
                  <a:lnTo>
                    <a:pt x="6318709" y="954528"/>
                  </a:lnTo>
                  <a:lnTo>
                    <a:pt x="6285416" y="1034023"/>
                  </a:lnTo>
                  <a:lnTo>
                    <a:pt x="6251835" y="1116938"/>
                  </a:lnTo>
                  <a:lnTo>
                    <a:pt x="6217959" y="1202959"/>
                  </a:lnTo>
                  <a:lnTo>
                    <a:pt x="6183801" y="1291706"/>
                  </a:lnTo>
                  <a:lnTo>
                    <a:pt x="6149394" y="1382732"/>
                  </a:lnTo>
                  <a:lnTo>
                    <a:pt x="6114783" y="1475537"/>
                  </a:lnTo>
                  <a:lnTo>
                    <a:pt x="6080027" y="1569575"/>
                  </a:lnTo>
                  <a:lnTo>
                    <a:pt x="6045193" y="1664271"/>
                  </a:lnTo>
                  <a:lnTo>
                    <a:pt x="6010351" y="1759028"/>
                  </a:lnTo>
                  <a:lnTo>
                    <a:pt x="5975574" y="1853253"/>
                  </a:lnTo>
                  <a:lnTo>
                    <a:pt x="5940927" y="1946363"/>
                  </a:lnTo>
                  <a:lnTo>
                    <a:pt x="5906473" y="2037804"/>
                  </a:lnTo>
                  <a:lnTo>
                    <a:pt x="5872260" y="2127067"/>
                  </a:lnTo>
                  <a:lnTo>
                    <a:pt x="5838323" y="2213692"/>
                  </a:lnTo>
                  <a:lnTo>
                    <a:pt x="5804680" y="2297285"/>
                  </a:lnTo>
                  <a:lnTo>
                    <a:pt x="5771329" y="2377518"/>
                  </a:lnTo>
                  <a:lnTo>
                    <a:pt x="5738245" y="2454134"/>
                  </a:lnTo>
                  <a:lnTo>
                    <a:pt x="5705379" y="2526948"/>
                  </a:lnTo>
                  <a:lnTo>
                    <a:pt x="5672658" y="2595846"/>
                  </a:lnTo>
                  <a:lnTo>
                    <a:pt x="5639978" y="2660779"/>
                  </a:lnTo>
                  <a:lnTo>
                    <a:pt x="5607204" y="2721759"/>
                  </a:lnTo>
                  <a:lnTo>
                    <a:pt x="5574167" y="2778855"/>
                  </a:lnTo>
                  <a:lnTo>
                    <a:pt x="5567201" y="2790323"/>
                  </a:lnTo>
                  <a:lnTo>
                    <a:pt x="5521198" y="2860949"/>
                  </a:lnTo>
                  <a:lnTo>
                    <a:pt x="5473652" y="2924539"/>
                  </a:lnTo>
                  <a:lnTo>
                    <a:pt x="5423836" y="2981448"/>
                  </a:lnTo>
                  <a:lnTo>
                    <a:pt x="5370937" y="3032278"/>
                  </a:lnTo>
                  <a:lnTo>
                    <a:pt x="5314123" y="3077710"/>
                  </a:lnTo>
                  <a:lnTo>
                    <a:pt x="5252615" y="3118405"/>
                  </a:lnTo>
                  <a:lnTo>
                    <a:pt x="5185774" y="3154944"/>
                  </a:lnTo>
                  <a:lnTo>
                    <a:pt x="5113213" y="3187801"/>
                  </a:lnTo>
                  <a:lnTo>
                    <a:pt x="5034956" y="3217327"/>
                  </a:lnTo>
                  <a:lnTo>
                    <a:pt x="4951611" y="3243742"/>
                  </a:lnTo>
                  <a:lnTo>
                    <a:pt x="4864565" y="3267144"/>
                  </a:lnTo>
                  <a:lnTo>
                    <a:pt x="4776104" y="3287530"/>
                  </a:lnTo>
                  <a:lnTo>
                    <a:pt x="4689412" y="3304835"/>
                  </a:lnTo>
                  <a:lnTo>
                    <a:pt x="4608325" y="3318994"/>
                  </a:lnTo>
                  <a:lnTo>
                    <a:pt x="4536828" y="3330012"/>
                  </a:lnTo>
                  <a:lnTo>
                    <a:pt x="4478326" y="3338029"/>
                  </a:lnTo>
                  <a:lnTo>
                    <a:pt x="4434904" y="3343353"/>
                  </a:lnTo>
                  <a:lnTo>
                    <a:pt x="4406777" y="3346455"/>
                  </a:lnTo>
                  <a:lnTo>
                    <a:pt x="4392124" y="3347914"/>
                  </a:lnTo>
                  <a:lnTo>
                    <a:pt x="4387242" y="3348356"/>
                  </a:lnTo>
                  <a:lnTo>
                    <a:pt x="4386855" y="3348388"/>
                  </a:lnTo>
                  <a:lnTo>
                    <a:pt x="3848118" y="3348388"/>
                  </a:lnTo>
                  <a:lnTo>
                    <a:pt x="3846835" y="3348422"/>
                  </a:lnTo>
                  <a:lnTo>
                    <a:pt x="3838461" y="3348662"/>
                  </a:lnTo>
                  <a:lnTo>
                    <a:pt x="3817575" y="3349325"/>
                  </a:lnTo>
                  <a:lnTo>
                    <a:pt x="3780803" y="3350627"/>
                  </a:lnTo>
                  <a:lnTo>
                    <a:pt x="3727141" y="3352756"/>
                  </a:lnTo>
                  <a:lnTo>
                    <a:pt x="3657981" y="3355847"/>
                  </a:lnTo>
                  <a:lnTo>
                    <a:pt x="3576643" y="3359976"/>
                  </a:lnTo>
                  <a:lnTo>
                    <a:pt x="3487524" y="3365161"/>
                  </a:lnTo>
                  <a:lnTo>
                    <a:pt x="3395152" y="3371385"/>
                  </a:lnTo>
                  <a:lnTo>
                    <a:pt x="3303437" y="3378624"/>
                  </a:lnTo>
                  <a:lnTo>
                    <a:pt x="3215274" y="3386868"/>
                  </a:lnTo>
                  <a:lnTo>
                    <a:pt x="3132458" y="3396145"/>
                  </a:lnTo>
                  <a:lnTo>
                    <a:pt x="3055824" y="3406525"/>
                  </a:lnTo>
                  <a:lnTo>
                    <a:pt x="2985467" y="3418123"/>
                  </a:lnTo>
                  <a:lnTo>
                    <a:pt x="2920974" y="3431104"/>
                  </a:lnTo>
                  <a:lnTo>
                    <a:pt x="2861621" y="3445671"/>
                  </a:lnTo>
                  <a:lnTo>
                    <a:pt x="2806514" y="3462053"/>
                  </a:lnTo>
                  <a:lnTo>
                    <a:pt x="2754700" y="3480490"/>
                  </a:lnTo>
                  <a:lnTo>
                    <a:pt x="2705255" y="3501185"/>
                  </a:lnTo>
                  <a:lnTo>
                    <a:pt x="2667772" y="3518983"/>
                  </a:lnTo>
                  <a:lnTo>
                    <a:pt x="2620170" y="3544149"/>
                  </a:lnTo>
                  <a:lnTo>
                    <a:pt x="2573032" y="3571790"/>
                  </a:lnTo>
                  <a:lnTo>
                    <a:pt x="2525898" y="3601944"/>
                  </a:lnTo>
                  <a:lnTo>
                    <a:pt x="2478451" y="3634574"/>
                  </a:lnTo>
                  <a:lnTo>
                    <a:pt x="2430492" y="3669552"/>
                  </a:lnTo>
                  <a:lnTo>
                    <a:pt x="2381932" y="3706659"/>
                  </a:lnTo>
                  <a:lnTo>
                    <a:pt x="2332778" y="3745582"/>
                  </a:lnTo>
                  <a:lnTo>
                    <a:pt x="2283114" y="3785923"/>
                  </a:lnTo>
                  <a:lnTo>
                    <a:pt x="2233091" y="3827212"/>
                  </a:lnTo>
                  <a:lnTo>
                    <a:pt x="2182901" y="3868929"/>
                  </a:lnTo>
                  <a:lnTo>
                    <a:pt x="2132756" y="3910532"/>
                  </a:lnTo>
                  <a:lnTo>
                    <a:pt x="2082863" y="3951484"/>
                  </a:lnTo>
                  <a:lnTo>
                    <a:pt x="2033397" y="3991285"/>
                  </a:lnTo>
                  <a:lnTo>
                    <a:pt x="1984485" y="4029490"/>
                  </a:lnTo>
                  <a:lnTo>
                    <a:pt x="1936182" y="4065737"/>
                  </a:lnTo>
                  <a:lnTo>
                    <a:pt x="1888455" y="4099752"/>
                  </a:lnTo>
                  <a:lnTo>
                    <a:pt x="1841170" y="4131354"/>
                  </a:lnTo>
                  <a:lnTo>
                    <a:pt x="1794081" y="4160454"/>
                  </a:lnTo>
                  <a:lnTo>
                    <a:pt x="1746813" y="4187048"/>
                  </a:lnTo>
                  <a:lnTo>
                    <a:pt x="1719082" y="4201365"/>
                  </a:lnTo>
                  <a:lnTo>
                    <a:pt x="1670916" y="4223902"/>
                  </a:lnTo>
                  <a:lnTo>
                    <a:pt x="1621026" y="4244088"/>
                  </a:lnTo>
                  <a:lnTo>
                    <a:pt x="1568572" y="4262055"/>
                  </a:lnTo>
                  <a:lnTo>
                    <a:pt x="1512614" y="4278019"/>
                  </a:lnTo>
                  <a:lnTo>
                    <a:pt x="1452206" y="4292219"/>
                  </a:lnTo>
                  <a:lnTo>
                    <a:pt x="1386482" y="4304881"/>
                  </a:lnTo>
                  <a:lnTo>
                    <a:pt x="1314769" y="4316199"/>
                  </a:lnTo>
                  <a:lnTo>
                    <a:pt x="1236749" y="4326329"/>
                  </a:lnTo>
                  <a:lnTo>
                    <a:pt x="1152659" y="4335375"/>
                  </a:lnTo>
                  <a:lnTo>
                    <a:pt x="1063526" y="4343398"/>
                  </a:lnTo>
                  <a:lnTo>
                    <a:pt x="971381" y="4350416"/>
                  </a:lnTo>
                  <a:lnTo>
                    <a:pt x="879357" y="4356414"/>
                  </a:lnTo>
                  <a:lnTo>
                    <a:pt x="791547" y="4361368"/>
                  </a:lnTo>
                  <a:lnTo>
                    <a:pt x="712526" y="4365266"/>
                  </a:lnTo>
                  <a:lnTo>
                    <a:pt x="646536" y="4368138"/>
                  </a:lnTo>
                  <a:lnTo>
                    <a:pt x="596539" y="4370072"/>
                  </a:lnTo>
                  <a:lnTo>
                    <a:pt x="563422" y="4371216"/>
                  </a:lnTo>
                  <a:lnTo>
                    <a:pt x="545646" y="4371768"/>
                  </a:lnTo>
                  <a:lnTo>
                    <a:pt x="539355" y="4371945"/>
                  </a:lnTo>
                  <a:lnTo>
                    <a:pt x="538736" y="4371960"/>
                  </a:lnTo>
                  <a:lnTo>
                    <a:pt x="0" y="43719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5" name="pg1595"/>
            <p:cNvSpPr/>
            <p:nvPr/>
          </p:nvSpPr>
          <p:spPr>
            <a:xfrm>
              <a:off x="546595" y="2819380"/>
              <a:ext cx="8234974" cy="2215925"/>
            </a:xfrm>
            <a:custGeom>
              <a:avLst/>
              <a:pathLst>
                <a:path w="8234974" h="2215925">
                  <a:moveTo>
                    <a:pt x="0" y="2215925"/>
                  </a:moveTo>
                  <a:lnTo>
                    <a:pt x="538736" y="2215925"/>
                  </a:lnTo>
                  <a:lnTo>
                    <a:pt x="540022" y="2215894"/>
                  </a:lnTo>
                  <a:lnTo>
                    <a:pt x="548413" y="2215670"/>
                  </a:lnTo>
                  <a:lnTo>
                    <a:pt x="569338" y="2215051"/>
                  </a:lnTo>
                  <a:lnTo>
                    <a:pt x="606176" y="2213836"/>
                  </a:lnTo>
                  <a:lnTo>
                    <a:pt x="659925" y="2211851"/>
                  </a:lnTo>
                  <a:lnTo>
                    <a:pt x="729185" y="2208968"/>
                  </a:lnTo>
                  <a:lnTo>
                    <a:pt x="810623" y="2205117"/>
                  </a:lnTo>
                  <a:lnTo>
                    <a:pt x="899831" y="2200282"/>
                  </a:lnTo>
                  <a:lnTo>
                    <a:pt x="992273" y="2194479"/>
                  </a:lnTo>
                  <a:lnTo>
                    <a:pt x="1084035" y="2187731"/>
                  </a:lnTo>
                  <a:lnTo>
                    <a:pt x="1172226" y="2180044"/>
                  </a:lnTo>
                  <a:lnTo>
                    <a:pt x="1255051" y="2171395"/>
                  </a:lnTo>
                  <a:lnTo>
                    <a:pt x="1331684" y="2161718"/>
                  </a:lnTo>
                  <a:lnTo>
                    <a:pt x="1402033" y="2150902"/>
                  </a:lnTo>
                  <a:lnTo>
                    <a:pt x="1466514" y="2138797"/>
                  </a:lnTo>
                  <a:lnTo>
                    <a:pt x="1525858" y="2125212"/>
                  </a:lnTo>
                  <a:lnTo>
                    <a:pt x="1580961" y="2109931"/>
                  </a:lnTo>
                  <a:lnTo>
                    <a:pt x="1632776" y="2092733"/>
                  </a:lnTo>
                  <a:lnTo>
                    <a:pt x="1682231" y="2073428"/>
                  </a:lnTo>
                  <a:lnTo>
                    <a:pt x="1719082" y="2057126"/>
                  </a:lnTo>
                  <a:lnTo>
                    <a:pt x="1767239" y="2033412"/>
                  </a:lnTo>
                  <a:lnTo>
                    <a:pt x="1814926" y="2007340"/>
                  </a:lnTo>
                  <a:lnTo>
                    <a:pt x="1862617" y="1978873"/>
                  </a:lnTo>
                  <a:lnTo>
                    <a:pt x="1910639" y="1948050"/>
                  </a:lnTo>
                  <a:lnTo>
                    <a:pt x="1959190" y="1914998"/>
                  </a:lnTo>
                  <a:lnTo>
                    <a:pt x="2008359" y="1879932"/>
                  </a:lnTo>
                  <a:lnTo>
                    <a:pt x="2058133" y="1843160"/>
                  </a:lnTo>
                  <a:lnTo>
                    <a:pt x="2108417" y="1805072"/>
                  </a:lnTo>
                  <a:lnTo>
                    <a:pt x="2159052" y="1766126"/>
                  </a:lnTo>
                  <a:lnTo>
                    <a:pt x="2209835" y="1726826"/>
                  </a:lnTo>
                  <a:lnTo>
                    <a:pt x="2260547" y="1687695"/>
                  </a:lnTo>
                  <a:lnTo>
                    <a:pt x="2310976" y="1649248"/>
                  </a:lnTo>
                  <a:lnTo>
                    <a:pt x="2360945" y="1611962"/>
                  </a:lnTo>
                  <a:lnTo>
                    <a:pt x="2410334" y="1576253"/>
                  </a:lnTo>
                  <a:lnTo>
                    <a:pt x="2459100" y="1542459"/>
                  </a:lnTo>
                  <a:lnTo>
                    <a:pt x="2507292" y="1510828"/>
                  </a:lnTo>
                  <a:lnTo>
                    <a:pt x="2555070" y="1481518"/>
                  </a:lnTo>
                  <a:lnTo>
                    <a:pt x="2602712" y="1454599"/>
                  </a:lnTo>
                  <a:lnTo>
                    <a:pt x="2650638" y="1430059"/>
                  </a:lnTo>
                  <a:lnTo>
                    <a:pt x="2667772" y="1421930"/>
                  </a:lnTo>
                  <a:lnTo>
                    <a:pt x="2715972" y="1400938"/>
                  </a:lnTo>
                  <a:lnTo>
                    <a:pt x="2765898" y="1382137"/>
                  </a:lnTo>
                  <a:lnTo>
                    <a:pt x="2818394" y="1365404"/>
                  </a:lnTo>
                  <a:lnTo>
                    <a:pt x="2874399" y="1350538"/>
                  </a:lnTo>
                  <a:lnTo>
                    <a:pt x="2934864" y="1337316"/>
                  </a:lnTo>
                  <a:lnTo>
                    <a:pt x="3000655" y="1325527"/>
                  </a:lnTo>
                  <a:lnTo>
                    <a:pt x="3072444" y="1314989"/>
                  </a:lnTo>
                  <a:lnTo>
                    <a:pt x="3150550" y="1305559"/>
                  </a:lnTo>
                  <a:lnTo>
                    <a:pt x="3234730" y="1297138"/>
                  </a:lnTo>
                  <a:lnTo>
                    <a:pt x="3323952" y="1289671"/>
                  </a:lnTo>
                  <a:lnTo>
                    <a:pt x="3416171" y="1283141"/>
                  </a:lnTo>
                  <a:lnTo>
                    <a:pt x="3508242" y="1277561"/>
                  </a:lnTo>
                  <a:lnTo>
                    <a:pt x="3596056" y="1272955"/>
                  </a:lnTo>
                  <a:lnTo>
                    <a:pt x="3675029" y="1269333"/>
                  </a:lnTo>
                  <a:lnTo>
                    <a:pt x="3740916" y="1266667"/>
                  </a:lnTo>
                  <a:lnTo>
                    <a:pt x="3790769" y="1264874"/>
                  </a:lnTo>
                  <a:lnTo>
                    <a:pt x="3823722" y="1263815"/>
                  </a:lnTo>
                  <a:lnTo>
                    <a:pt x="3841346" y="1263307"/>
                  </a:lnTo>
                  <a:lnTo>
                    <a:pt x="3847530" y="1263146"/>
                  </a:lnTo>
                  <a:lnTo>
                    <a:pt x="3848118" y="1263131"/>
                  </a:lnTo>
                  <a:lnTo>
                    <a:pt x="4386855" y="1263131"/>
                  </a:lnTo>
                  <a:lnTo>
                    <a:pt x="4388129" y="1263090"/>
                  </a:lnTo>
                  <a:lnTo>
                    <a:pt x="4396441" y="1262798"/>
                  </a:lnTo>
                  <a:lnTo>
                    <a:pt x="4417178" y="1261989"/>
                  </a:lnTo>
                  <a:lnTo>
                    <a:pt x="4453703" y="1260401"/>
                  </a:lnTo>
                  <a:lnTo>
                    <a:pt x="4507033" y="1257806"/>
                  </a:lnTo>
                  <a:lnTo>
                    <a:pt x="4575813" y="1254035"/>
                  </a:lnTo>
                  <a:lnTo>
                    <a:pt x="4656772" y="1248996"/>
                  </a:lnTo>
                  <a:lnTo>
                    <a:pt x="4745554" y="1242667"/>
                  </a:lnTo>
                  <a:lnTo>
                    <a:pt x="4837662" y="1235067"/>
                  </a:lnTo>
                  <a:lnTo>
                    <a:pt x="4929195" y="1226226"/>
                  </a:lnTo>
                  <a:lnTo>
                    <a:pt x="5017255" y="1216156"/>
                  </a:lnTo>
                  <a:lnTo>
                    <a:pt x="5100032" y="1204825"/>
                  </a:lnTo>
                  <a:lnTo>
                    <a:pt x="5176672" y="1192151"/>
                  </a:lnTo>
                  <a:lnTo>
                    <a:pt x="5247061" y="1177991"/>
                  </a:lnTo>
                  <a:lnTo>
                    <a:pt x="5311594" y="1162151"/>
                  </a:lnTo>
                  <a:lnTo>
                    <a:pt x="5370983" y="1144382"/>
                  </a:lnTo>
                  <a:lnTo>
                    <a:pt x="5426109" y="1124406"/>
                  </a:lnTo>
                  <a:lnTo>
                    <a:pt x="5477917" y="1101931"/>
                  </a:lnTo>
                  <a:lnTo>
                    <a:pt x="5527327" y="1076705"/>
                  </a:lnTo>
                  <a:lnTo>
                    <a:pt x="5567201" y="1053517"/>
                  </a:lnTo>
                  <a:lnTo>
                    <a:pt x="5612947" y="1023866"/>
                  </a:lnTo>
                  <a:lnTo>
                    <a:pt x="5658245" y="991411"/>
                  </a:lnTo>
                  <a:lnTo>
                    <a:pt x="5703511" y="956106"/>
                  </a:lnTo>
                  <a:lnTo>
                    <a:pt x="5749039" y="917983"/>
                  </a:lnTo>
                  <a:lnTo>
                    <a:pt x="5795018" y="877166"/>
                  </a:lnTo>
                  <a:lnTo>
                    <a:pt x="5841543" y="833876"/>
                  </a:lnTo>
                  <a:lnTo>
                    <a:pt x="5888627" y="788433"/>
                  </a:lnTo>
                  <a:lnTo>
                    <a:pt x="5936210" y="741249"/>
                  </a:lnTo>
                  <a:lnTo>
                    <a:pt x="5984172" y="692814"/>
                  </a:lnTo>
                  <a:lnTo>
                    <a:pt x="6032355" y="643681"/>
                  </a:lnTo>
                  <a:lnTo>
                    <a:pt x="6080574" y="594435"/>
                  </a:lnTo>
                  <a:lnTo>
                    <a:pt x="6128641" y="545666"/>
                  </a:lnTo>
                  <a:lnTo>
                    <a:pt x="6176385" y="497944"/>
                  </a:lnTo>
                  <a:lnTo>
                    <a:pt x="6223670" y="451784"/>
                  </a:lnTo>
                  <a:lnTo>
                    <a:pt x="6270411" y="407631"/>
                  </a:lnTo>
                  <a:lnTo>
                    <a:pt x="6316592" y="365840"/>
                  </a:lnTo>
                  <a:lnTo>
                    <a:pt x="6362275" y="326671"/>
                  </a:lnTo>
                  <a:lnTo>
                    <a:pt x="6407612" y="290283"/>
                  </a:lnTo>
                  <a:lnTo>
                    <a:pt x="6452856" y="256743"/>
                  </a:lnTo>
                  <a:lnTo>
                    <a:pt x="6498373" y="226034"/>
                  </a:lnTo>
                  <a:lnTo>
                    <a:pt x="6515891" y="215059"/>
                  </a:lnTo>
                  <a:lnTo>
                    <a:pt x="6563931" y="187435"/>
                  </a:lnTo>
                  <a:lnTo>
                    <a:pt x="6613683" y="162685"/>
                  </a:lnTo>
                  <a:lnTo>
                    <a:pt x="6665982" y="140649"/>
                  </a:lnTo>
                  <a:lnTo>
                    <a:pt x="6721758" y="121063"/>
                  </a:lnTo>
                  <a:lnTo>
                    <a:pt x="6781952" y="103638"/>
                  </a:lnTo>
                  <a:lnTo>
                    <a:pt x="6847426" y="88095"/>
                  </a:lnTo>
                  <a:lnTo>
                    <a:pt x="6918848" y="74198"/>
                  </a:lnTo>
                  <a:lnTo>
                    <a:pt x="6996544" y="61757"/>
                  </a:lnTo>
                  <a:lnTo>
                    <a:pt x="7080291" y="50642"/>
                  </a:lnTo>
                  <a:lnTo>
                    <a:pt x="7169089" y="40779"/>
                  </a:lnTo>
                  <a:lnTo>
                    <a:pt x="7260951" y="32145"/>
                  </a:lnTo>
                  <a:lnTo>
                    <a:pt x="7352796" y="24756"/>
                  </a:lnTo>
                  <a:lnTo>
                    <a:pt x="7440586" y="18643"/>
                  </a:lnTo>
                  <a:lnTo>
                    <a:pt x="7519786" y="13820"/>
                  </a:lnTo>
                  <a:lnTo>
                    <a:pt x="7586158" y="10255"/>
                  </a:lnTo>
                  <a:lnTo>
                    <a:pt x="7636700" y="7843"/>
                  </a:lnTo>
                  <a:lnTo>
                    <a:pt x="7670436" y="6403"/>
                  </a:lnTo>
                  <a:lnTo>
                    <a:pt x="7688792" y="5700"/>
                  </a:lnTo>
                  <a:lnTo>
                    <a:pt x="7695496" y="546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64" y="40"/>
                  </a:lnTo>
                  <a:lnTo>
                    <a:pt x="7686652" y="333"/>
                  </a:lnTo>
                  <a:lnTo>
                    <a:pt x="7665915" y="1142"/>
                  </a:lnTo>
                  <a:lnTo>
                    <a:pt x="7629390" y="2730"/>
                  </a:lnTo>
                  <a:lnTo>
                    <a:pt x="7576060" y="5325"/>
                  </a:lnTo>
                  <a:lnTo>
                    <a:pt x="7507279" y="9096"/>
                  </a:lnTo>
                  <a:lnTo>
                    <a:pt x="7426321" y="14135"/>
                  </a:lnTo>
                  <a:lnTo>
                    <a:pt x="7337538" y="20464"/>
                  </a:lnTo>
                  <a:lnTo>
                    <a:pt x="7245430" y="28064"/>
                  </a:lnTo>
                  <a:lnTo>
                    <a:pt x="7153897" y="36905"/>
                  </a:lnTo>
                  <a:lnTo>
                    <a:pt x="7065837" y="46975"/>
                  </a:lnTo>
                  <a:lnTo>
                    <a:pt x="6983061" y="58306"/>
                  </a:lnTo>
                  <a:lnTo>
                    <a:pt x="6906421" y="70980"/>
                  </a:lnTo>
                  <a:lnTo>
                    <a:pt x="6836031" y="85140"/>
                  </a:lnTo>
                  <a:lnTo>
                    <a:pt x="6771498" y="100980"/>
                  </a:lnTo>
                  <a:lnTo>
                    <a:pt x="6712110" y="118749"/>
                  </a:lnTo>
                  <a:lnTo>
                    <a:pt x="6656983" y="138725"/>
                  </a:lnTo>
                  <a:lnTo>
                    <a:pt x="6605175" y="161200"/>
                  </a:lnTo>
                  <a:lnTo>
                    <a:pt x="6555765" y="186426"/>
                  </a:lnTo>
                  <a:lnTo>
                    <a:pt x="6515891" y="209614"/>
                  </a:lnTo>
                  <a:lnTo>
                    <a:pt x="6470146" y="239265"/>
                  </a:lnTo>
                  <a:lnTo>
                    <a:pt x="6424848" y="271720"/>
                  </a:lnTo>
                  <a:lnTo>
                    <a:pt x="6379582" y="307025"/>
                  </a:lnTo>
                  <a:lnTo>
                    <a:pt x="6334054" y="345148"/>
                  </a:lnTo>
                  <a:lnTo>
                    <a:pt x="6288075" y="385965"/>
                  </a:lnTo>
                  <a:lnTo>
                    <a:pt x="6241549" y="429255"/>
                  </a:lnTo>
                  <a:lnTo>
                    <a:pt x="6194465" y="474698"/>
                  </a:lnTo>
                  <a:lnTo>
                    <a:pt x="6146883" y="521882"/>
                  </a:lnTo>
                  <a:lnTo>
                    <a:pt x="6098920" y="570317"/>
                  </a:lnTo>
                  <a:lnTo>
                    <a:pt x="6050737" y="619450"/>
                  </a:lnTo>
                  <a:lnTo>
                    <a:pt x="6002518" y="668696"/>
                  </a:lnTo>
                  <a:lnTo>
                    <a:pt x="5954451" y="717465"/>
                  </a:lnTo>
                  <a:lnTo>
                    <a:pt x="5906707" y="765187"/>
                  </a:lnTo>
                  <a:lnTo>
                    <a:pt x="5859423" y="811347"/>
                  </a:lnTo>
                  <a:lnTo>
                    <a:pt x="5812682" y="855500"/>
                  </a:lnTo>
                  <a:lnTo>
                    <a:pt x="5766501" y="897291"/>
                  </a:lnTo>
                  <a:lnTo>
                    <a:pt x="5720818" y="936460"/>
                  </a:lnTo>
                  <a:lnTo>
                    <a:pt x="5675481" y="972848"/>
                  </a:lnTo>
                  <a:lnTo>
                    <a:pt x="5630237" y="1006388"/>
                  </a:lnTo>
                  <a:lnTo>
                    <a:pt x="5584720" y="1037097"/>
                  </a:lnTo>
                  <a:lnTo>
                    <a:pt x="5567201" y="1048072"/>
                  </a:lnTo>
                  <a:lnTo>
                    <a:pt x="5519162" y="1075696"/>
                  </a:lnTo>
                  <a:lnTo>
                    <a:pt x="5469410" y="1100446"/>
                  </a:lnTo>
                  <a:lnTo>
                    <a:pt x="5417110" y="1122482"/>
                  </a:lnTo>
                  <a:lnTo>
                    <a:pt x="5361334" y="1142068"/>
                  </a:lnTo>
                  <a:lnTo>
                    <a:pt x="5301140" y="1159493"/>
                  </a:lnTo>
                  <a:lnTo>
                    <a:pt x="5235667" y="1175036"/>
                  </a:lnTo>
                  <a:lnTo>
                    <a:pt x="5164244" y="1188933"/>
                  </a:lnTo>
                  <a:lnTo>
                    <a:pt x="5086549" y="1201374"/>
                  </a:lnTo>
                  <a:lnTo>
                    <a:pt x="5002802" y="1212489"/>
                  </a:lnTo>
                  <a:lnTo>
                    <a:pt x="4914003" y="1222352"/>
                  </a:lnTo>
                  <a:lnTo>
                    <a:pt x="4822142" y="1230986"/>
                  </a:lnTo>
                  <a:lnTo>
                    <a:pt x="4730296" y="1238375"/>
                  </a:lnTo>
                  <a:lnTo>
                    <a:pt x="4642506" y="1244488"/>
                  </a:lnTo>
                  <a:lnTo>
                    <a:pt x="4563306" y="1249311"/>
                  </a:lnTo>
                  <a:lnTo>
                    <a:pt x="4496934" y="1252876"/>
                  </a:lnTo>
                  <a:lnTo>
                    <a:pt x="4446393" y="1255288"/>
                  </a:lnTo>
                  <a:lnTo>
                    <a:pt x="4412657" y="1256728"/>
                  </a:lnTo>
                  <a:lnTo>
                    <a:pt x="4394300" y="1257431"/>
                  </a:lnTo>
                  <a:lnTo>
                    <a:pt x="4387596" y="1257663"/>
                  </a:lnTo>
                  <a:lnTo>
                    <a:pt x="4386855" y="1257687"/>
                  </a:lnTo>
                  <a:lnTo>
                    <a:pt x="3848118" y="1257687"/>
                  </a:lnTo>
                  <a:lnTo>
                    <a:pt x="3846833" y="1257718"/>
                  </a:lnTo>
                  <a:lnTo>
                    <a:pt x="3838442" y="1257942"/>
                  </a:lnTo>
                  <a:lnTo>
                    <a:pt x="3817516" y="1258561"/>
                  </a:lnTo>
                  <a:lnTo>
                    <a:pt x="3780679" y="1259776"/>
                  </a:lnTo>
                  <a:lnTo>
                    <a:pt x="3726930" y="1261761"/>
                  </a:lnTo>
                  <a:lnTo>
                    <a:pt x="3657670" y="1264644"/>
                  </a:lnTo>
                  <a:lnTo>
                    <a:pt x="3576231" y="1268495"/>
                  </a:lnTo>
                  <a:lnTo>
                    <a:pt x="3487024" y="1273329"/>
                  </a:lnTo>
                  <a:lnTo>
                    <a:pt x="3394581" y="1279133"/>
                  </a:lnTo>
                  <a:lnTo>
                    <a:pt x="3302819" y="1285881"/>
                  </a:lnTo>
                  <a:lnTo>
                    <a:pt x="3214629" y="1293568"/>
                  </a:lnTo>
                  <a:lnTo>
                    <a:pt x="3131803" y="1302217"/>
                  </a:lnTo>
                  <a:lnTo>
                    <a:pt x="3055171" y="1311894"/>
                  </a:lnTo>
                  <a:lnTo>
                    <a:pt x="2984822" y="1322709"/>
                  </a:lnTo>
                  <a:lnTo>
                    <a:pt x="2920341" y="1334815"/>
                  </a:lnTo>
                  <a:lnTo>
                    <a:pt x="2860997" y="1348400"/>
                  </a:lnTo>
                  <a:lnTo>
                    <a:pt x="2805894" y="1363681"/>
                  </a:lnTo>
                  <a:lnTo>
                    <a:pt x="2754078" y="1380879"/>
                  </a:lnTo>
                  <a:lnTo>
                    <a:pt x="2704624" y="1400183"/>
                  </a:lnTo>
                  <a:lnTo>
                    <a:pt x="2667772" y="1416486"/>
                  </a:lnTo>
                  <a:lnTo>
                    <a:pt x="2619616" y="1440200"/>
                  </a:lnTo>
                  <a:lnTo>
                    <a:pt x="2571929" y="1466272"/>
                  </a:lnTo>
                  <a:lnTo>
                    <a:pt x="2524238" y="1494739"/>
                  </a:lnTo>
                  <a:lnTo>
                    <a:pt x="2476216" y="1525562"/>
                  </a:lnTo>
                  <a:lnTo>
                    <a:pt x="2427664" y="1558614"/>
                  </a:lnTo>
                  <a:lnTo>
                    <a:pt x="2378496" y="1593680"/>
                  </a:lnTo>
                  <a:lnTo>
                    <a:pt x="2328722" y="1630451"/>
                  </a:lnTo>
                  <a:lnTo>
                    <a:pt x="2278438" y="1668539"/>
                  </a:lnTo>
                  <a:lnTo>
                    <a:pt x="2227803" y="1707486"/>
                  </a:lnTo>
                  <a:lnTo>
                    <a:pt x="2177020" y="1746786"/>
                  </a:lnTo>
                  <a:lnTo>
                    <a:pt x="2126308" y="1785917"/>
                  </a:lnTo>
                  <a:lnTo>
                    <a:pt x="2075878" y="1824364"/>
                  </a:lnTo>
                  <a:lnTo>
                    <a:pt x="2025909" y="1861650"/>
                  </a:lnTo>
                  <a:lnTo>
                    <a:pt x="1976520" y="1897359"/>
                  </a:lnTo>
                  <a:lnTo>
                    <a:pt x="1927755" y="1931153"/>
                  </a:lnTo>
                  <a:lnTo>
                    <a:pt x="1879562" y="1962784"/>
                  </a:lnTo>
                  <a:lnTo>
                    <a:pt x="1831785" y="1992094"/>
                  </a:lnTo>
                  <a:lnTo>
                    <a:pt x="1784142" y="2019013"/>
                  </a:lnTo>
                  <a:lnTo>
                    <a:pt x="1736216" y="2043553"/>
                  </a:lnTo>
                  <a:lnTo>
                    <a:pt x="1719082" y="2051681"/>
                  </a:lnTo>
                  <a:lnTo>
                    <a:pt x="1670883" y="2072674"/>
                  </a:lnTo>
                  <a:lnTo>
                    <a:pt x="1620957" y="2091475"/>
                  </a:lnTo>
                  <a:lnTo>
                    <a:pt x="1568461" y="2108207"/>
                  </a:lnTo>
                  <a:lnTo>
                    <a:pt x="1512455" y="2123073"/>
                  </a:lnTo>
                  <a:lnTo>
                    <a:pt x="1451991" y="2136296"/>
                  </a:lnTo>
                  <a:lnTo>
                    <a:pt x="1386200" y="2148085"/>
                  </a:lnTo>
                  <a:lnTo>
                    <a:pt x="1314410" y="2158623"/>
                  </a:lnTo>
                  <a:lnTo>
                    <a:pt x="1236305" y="2168053"/>
                  </a:lnTo>
                  <a:lnTo>
                    <a:pt x="1152124" y="2176473"/>
                  </a:lnTo>
                  <a:lnTo>
                    <a:pt x="1062903" y="2183941"/>
                  </a:lnTo>
                  <a:lnTo>
                    <a:pt x="970683" y="2190471"/>
                  </a:lnTo>
                  <a:lnTo>
                    <a:pt x="878613" y="2196051"/>
                  </a:lnTo>
                  <a:lnTo>
                    <a:pt x="790799" y="2200657"/>
                  </a:lnTo>
                  <a:lnTo>
                    <a:pt x="711826" y="2204279"/>
                  </a:lnTo>
                  <a:lnTo>
                    <a:pt x="645938" y="2206945"/>
                  </a:lnTo>
                  <a:lnTo>
                    <a:pt x="596085" y="2208737"/>
                  </a:lnTo>
                  <a:lnTo>
                    <a:pt x="563133" y="2209796"/>
                  </a:lnTo>
                  <a:lnTo>
                    <a:pt x="545508" y="2210305"/>
                  </a:lnTo>
                  <a:lnTo>
                    <a:pt x="539325" y="2210466"/>
                  </a:lnTo>
                  <a:lnTo>
                    <a:pt x="538736" y="2210480"/>
                  </a:lnTo>
                  <a:lnTo>
                    <a:pt x="0" y="221048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96" name="pl1596"/>
            <p:cNvSpPr/>
            <p:nvPr/>
          </p:nvSpPr>
          <p:spPr>
            <a:xfrm>
              <a:off x="546595" y="2824824"/>
              <a:ext cx="8234974" cy="2210480"/>
            </a:xfrm>
            <a:custGeom>
              <a:avLst/>
              <a:pathLst>
                <a:path w="8234974" h="2210480">
                  <a:moveTo>
                    <a:pt x="0" y="2210480"/>
                  </a:moveTo>
                  <a:lnTo>
                    <a:pt x="538736" y="2210480"/>
                  </a:lnTo>
                  <a:lnTo>
                    <a:pt x="540022" y="2210449"/>
                  </a:lnTo>
                  <a:lnTo>
                    <a:pt x="548413" y="2210225"/>
                  </a:lnTo>
                  <a:lnTo>
                    <a:pt x="569338" y="2209606"/>
                  </a:lnTo>
                  <a:lnTo>
                    <a:pt x="606176" y="2208392"/>
                  </a:lnTo>
                  <a:lnTo>
                    <a:pt x="659925" y="2206406"/>
                  </a:lnTo>
                  <a:lnTo>
                    <a:pt x="729185" y="2203523"/>
                  </a:lnTo>
                  <a:lnTo>
                    <a:pt x="810623" y="2199673"/>
                  </a:lnTo>
                  <a:lnTo>
                    <a:pt x="899831" y="2194838"/>
                  </a:lnTo>
                  <a:lnTo>
                    <a:pt x="992273" y="2189035"/>
                  </a:lnTo>
                  <a:lnTo>
                    <a:pt x="1084035" y="2182286"/>
                  </a:lnTo>
                  <a:lnTo>
                    <a:pt x="1172226" y="2174599"/>
                  </a:lnTo>
                  <a:lnTo>
                    <a:pt x="1255051" y="2165950"/>
                  </a:lnTo>
                  <a:lnTo>
                    <a:pt x="1331684" y="2156273"/>
                  </a:lnTo>
                  <a:lnTo>
                    <a:pt x="1402033" y="2145458"/>
                  </a:lnTo>
                  <a:lnTo>
                    <a:pt x="1466514" y="2133353"/>
                  </a:lnTo>
                  <a:lnTo>
                    <a:pt x="1525858" y="2119767"/>
                  </a:lnTo>
                  <a:lnTo>
                    <a:pt x="1580961" y="2104487"/>
                  </a:lnTo>
                  <a:lnTo>
                    <a:pt x="1632776" y="2087289"/>
                  </a:lnTo>
                  <a:lnTo>
                    <a:pt x="1682231" y="2067984"/>
                  </a:lnTo>
                  <a:lnTo>
                    <a:pt x="1719082" y="2051681"/>
                  </a:lnTo>
                  <a:lnTo>
                    <a:pt x="1767239" y="2027968"/>
                  </a:lnTo>
                  <a:lnTo>
                    <a:pt x="1814926" y="2001895"/>
                  </a:lnTo>
                  <a:lnTo>
                    <a:pt x="1862617" y="1973428"/>
                  </a:lnTo>
                  <a:lnTo>
                    <a:pt x="1910639" y="1942606"/>
                  </a:lnTo>
                  <a:lnTo>
                    <a:pt x="1959190" y="1909553"/>
                  </a:lnTo>
                  <a:lnTo>
                    <a:pt x="2008359" y="1874488"/>
                  </a:lnTo>
                  <a:lnTo>
                    <a:pt x="2058133" y="1837716"/>
                  </a:lnTo>
                  <a:lnTo>
                    <a:pt x="2108417" y="1799628"/>
                  </a:lnTo>
                  <a:lnTo>
                    <a:pt x="2159052" y="1760682"/>
                  </a:lnTo>
                  <a:lnTo>
                    <a:pt x="2209835" y="1721381"/>
                  </a:lnTo>
                  <a:lnTo>
                    <a:pt x="2260547" y="1682251"/>
                  </a:lnTo>
                  <a:lnTo>
                    <a:pt x="2310976" y="1643804"/>
                  </a:lnTo>
                  <a:lnTo>
                    <a:pt x="2360945" y="1606517"/>
                  </a:lnTo>
                  <a:lnTo>
                    <a:pt x="2410334" y="1570808"/>
                  </a:lnTo>
                  <a:lnTo>
                    <a:pt x="2459100" y="1537014"/>
                  </a:lnTo>
                  <a:lnTo>
                    <a:pt x="2507292" y="1505383"/>
                  </a:lnTo>
                  <a:lnTo>
                    <a:pt x="2555070" y="1476074"/>
                  </a:lnTo>
                  <a:lnTo>
                    <a:pt x="2602712" y="1449154"/>
                  </a:lnTo>
                  <a:lnTo>
                    <a:pt x="2650638" y="1424614"/>
                  </a:lnTo>
                  <a:lnTo>
                    <a:pt x="2667772" y="1416486"/>
                  </a:lnTo>
                  <a:lnTo>
                    <a:pt x="2715972" y="1395494"/>
                  </a:lnTo>
                  <a:lnTo>
                    <a:pt x="2765898" y="1376693"/>
                  </a:lnTo>
                  <a:lnTo>
                    <a:pt x="2818394" y="1359960"/>
                  </a:lnTo>
                  <a:lnTo>
                    <a:pt x="2874399" y="1345094"/>
                  </a:lnTo>
                  <a:lnTo>
                    <a:pt x="2934864" y="1331872"/>
                  </a:lnTo>
                  <a:lnTo>
                    <a:pt x="3000655" y="1320083"/>
                  </a:lnTo>
                  <a:lnTo>
                    <a:pt x="3072444" y="1309544"/>
                  </a:lnTo>
                  <a:lnTo>
                    <a:pt x="3150550" y="1300115"/>
                  </a:lnTo>
                  <a:lnTo>
                    <a:pt x="3234730" y="1291694"/>
                  </a:lnTo>
                  <a:lnTo>
                    <a:pt x="3323952" y="1284226"/>
                  </a:lnTo>
                  <a:lnTo>
                    <a:pt x="3416171" y="1277696"/>
                  </a:lnTo>
                  <a:lnTo>
                    <a:pt x="3508242" y="1272116"/>
                  </a:lnTo>
                  <a:lnTo>
                    <a:pt x="3596056" y="1267510"/>
                  </a:lnTo>
                  <a:lnTo>
                    <a:pt x="3675029" y="1263888"/>
                  </a:lnTo>
                  <a:lnTo>
                    <a:pt x="3740916" y="1261222"/>
                  </a:lnTo>
                  <a:lnTo>
                    <a:pt x="3790769" y="1259430"/>
                  </a:lnTo>
                  <a:lnTo>
                    <a:pt x="3823722" y="1258371"/>
                  </a:lnTo>
                  <a:lnTo>
                    <a:pt x="3841346" y="1257862"/>
                  </a:lnTo>
                  <a:lnTo>
                    <a:pt x="3847530" y="1257701"/>
                  </a:lnTo>
                  <a:lnTo>
                    <a:pt x="3848118" y="1257687"/>
                  </a:lnTo>
                  <a:lnTo>
                    <a:pt x="4386855" y="1257687"/>
                  </a:lnTo>
                  <a:lnTo>
                    <a:pt x="4388129" y="1257646"/>
                  </a:lnTo>
                  <a:lnTo>
                    <a:pt x="4396441" y="1257353"/>
                  </a:lnTo>
                  <a:lnTo>
                    <a:pt x="4417178" y="1256544"/>
                  </a:lnTo>
                  <a:lnTo>
                    <a:pt x="4453703" y="1254957"/>
                  </a:lnTo>
                  <a:lnTo>
                    <a:pt x="4507033" y="1252361"/>
                  </a:lnTo>
                  <a:lnTo>
                    <a:pt x="4575813" y="1248590"/>
                  </a:lnTo>
                  <a:lnTo>
                    <a:pt x="4656772" y="1243552"/>
                  </a:lnTo>
                  <a:lnTo>
                    <a:pt x="4745554" y="1237222"/>
                  </a:lnTo>
                  <a:lnTo>
                    <a:pt x="4837662" y="1229622"/>
                  </a:lnTo>
                  <a:lnTo>
                    <a:pt x="4929195" y="1220781"/>
                  </a:lnTo>
                  <a:lnTo>
                    <a:pt x="5017255" y="1210711"/>
                  </a:lnTo>
                  <a:lnTo>
                    <a:pt x="5100032" y="1199380"/>
                  </a:lnTo>
                  <a:lnTo>
                    <a:pt x="5176672" y="1186706"/>
                  </a:lnTo>
                  <a:lnTo>
                    <a:pt x="5247061" y="1172547"/>
                  </a:lnTo>
                  <a:lnTo>
                    <a:pt x="5311594" y="1156706"/>
                  </a:lnTo>
                  <a:lnTo>
                    <a:pt x="5370983" y="1138938"/>
                  </a:lnTo>
                  <a:lnTo>
                    <a:pt x="5426109" y="1118961"/>
                  </a:lnTo>
                  <a:lnTo>
                    <a:pt x="5477917" y="1096486"/>
                  </a:lnTo>
                  <a:lnTo>
                    <a:pt x="5527327" y="1071260"/>
                  </a:lnTo>
                  <a:lnTo>
                    <a:pt x="5567201" y="1048072"/>
                  </a:lnTo>
                  <a:lnTo>
                    <a:pt x="5612947" y="1018421"/>
                  </a:lnTo>
                  <a:lnTo>
                    <a:pt x="5658245" y="985967"/>
                  </a:lnTo>
                  <a:lnTo>
                    <a:pt x="5703511" y="950661"/>
                  </a:lnTo>
                  <a:lnTo>
                    <a:pt x="5749039" y="912538"/>
                  </a:lnTo>
                  <a:lnTo>
                    <a:pt x="5795018" y="871721"/>
                  </a:lnTo>
                  <a:lnTo>
                    <a:pt x="5841543" y="828432"/>
                  </a:lnTo>
                  <a:lnTo>
                    <a:pt x="5888627" y="782989"/>
                  </a:lnTo>
                  <a:lnTo>
                    <a:pt x="5936210" y="735804"/>
                  </a:lnTo>
                  <a:lnTo>
                    <a:pt x="5984172" y="687370"/>
                  </a:lnTo>
                  <a:lnTo>
                    <a:pt x="6032355" y="638236"/>
                  </a:lnTo>
                  <a:lnTo>
                    <a:pt x="6080574" y="588990"/>
                  </a:lnTo>
                  <a:lnTo>
                    <a:pt x="6128641" y="540222"/>
                  </a:lnTo>
                  <a:lnTo>
                    <a:pt x="6176385" y="492499"/>
                  </a:lnTo>
                  <a:lnTo>
                    <a:pt x="6223670" y="446339"/>
                  </a:lnTo>
                  <a:lnTo>
                    <a:pt x="6270411" y="402186"/>
                  </a:lnTo>
                  <a:lnTo>
                    <a:pt x="6316592" y="360396"/>
                  </a:lnTo>
                  <a:lnTo>
                    <a:pt x="6362275" y="321226"/>
                  </a:lnTo>
                  <a:lnTo>
                    <a:pt x="6407612" y="284838"/>
                  </a:lnTo>
                  <a:lnTo>
                    <a:pt x="6452856" y="251298"/>
                  </a:lnTo>
                  <a:lnTo>
                    <a:pt x="6498373" y="220589"/>
                  </a:lnTo>
                  <a:lnTo>
                    <a:pt x="6515891" y="209614"/>
                  </a:lnTo>
                  <a:lnTo>
                    <a:pt x="6563931" y="181990"/>
                  </a:lnTo>
                  <a:lnTo>
                    <a:pt x="6613683" y="157240"/>
                  </a:lnTo>
                  <a:lnTo>
                    <a:pt x="6665982" y="135204"/>
                  </a:lnTo>
                  <a:lnTo>
                    <a:pt x="6721758" y="115619"/>
                  </a:lnTo>
                  <a:lnTo>
                    <a:pt x="6781952" y="98193"/>
                  </a:lnTo>
                  <a:lnTo>
                    <a:pt x="6847426" y="82651"/>
                  </a:lnTo>
                  <a:lnTo>
                    <a:pt x="6918848" y="68753"/>
                  </a:lnTo>
                  <a:lnTo>
                    <a:pt x="6996544" y="56313"/>
                  </a:lnTo>
                  <a:lnTo>
                    <a:pt x="7080291" y="45198"/>
                  </a:lnTo>
                  <a:lnTo>
                    <a:pt x="7169089" y="35335"/>
                  </a:lnTo>
                  <a:lnTo>
                    <a:pt x="7260951" y="26701"/>
                  </a:lnTo>
                  <a:lnTo>
                    <a:pt x="7352796" y="19312"/>
                  </a:lnTo>
                  <a:lnTo>
                    <a:pt x="7440586" y="13198"/>
                  </a:lnTo>
                  <a:lnTo>
                    <a:pt x="7519786" y="8376"/>
                  </a:lnTo>
                  <a:lnTo>
                    <a:pt x="7586158" y="4811"/>
                  </a:lnTo>
                  <a:lnTo>
                    <a:pt x="7636700" y="2398"/>
                  </a:lnTo>
                  <a:lnTo>
                    <a:pt x="7670436" y="959"/>
                  </a:lnTo>
                  <a:lnTo>
                    <a:pt x="7688792" y="255"/>
                  </a:lnTo>
                  <a:lnTo>
                    <a:pt x="7695496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7" name="pl1597"/>
            <p:cNvSpPr/>
            <p:nvPr/>
          </p:nvSpPr>
          <p:spPr>
            <a:xfrm>
              <a:off x="546595" y="2819380"/>
              <a:ext cx="8234974" cy="2210480"/>
            </a:xfrm>
            <a:custGeom>
              <a:avLst/>
              <a:pathLst>
                <a:path w="8234974" h="2210480">
                  <a:moveTo>
                    <a:pt x="8234974" y="0"/>
                  </a:moveTo>
                  <a:lnTo>
                    <a:pt x="7696237" y="0"/>
                  </a:lnTo>
                  <a:lnTo>
                    <a:pt x="7694964" y="40"/>
                  </a:lnTo>
                  <a:lnTo>
                    <a:pt x="7686652" y="333"/>
                  </a:lnTo>
                  <a:lnTo>
                    <a:pt x="7665915" y="1142"/>
                  </a:lnTo>
                  <a:lnTo>
                    <a:pt x="7629390" y="2730"/>
                  </a:lnTo>
                  <a:lnTo>
                    <a:pt x="7576060" y="5325"/>
                  </a:lnTo>
                  <a:lnTo>
                    <a:pt x="7507279" y="9096"/>
                  </a:lnTo>
                  <a:lnTo>
                    <a:pt x="7426321" y="14135"/>
                  </a:lnTo>
                  <a:lnTo>
                    <a:pt x="7337538" y="20464"/>
                  </a:lnTo>
                  <a:lnTo>
                    <a:pt x="7245430" y="28064"/>
                  </a:lnTo>
                  <a:lnTo>
                    <a:pt x="7153897" y="36905"/>
                  </a:lnTo>
                  <a:lnTo>
                    <a:pt x="7065837" y="46975"/>
                  </a:lnTo>
                  <a:lnTo>
                    <a:pt x="6983061" y="58306"/>
                  </a:lnTo>
                  <a:lnTo>
                    <a:pt x="6906421" y="70980"/>
                  </a:lnTo>
                  <a:lnTo>
                    <a:pt x="6836031" y="85140"/>
                  </a:lnTo>
                  <a:lnTo>
                    <a:pt x="6771498" y="100980"/>
                  </a:lnTo>
                  <a:lnTo>
                    <a:pt x="6712110" y="118749"/>
                  </a:lnTo>
                  <a:lnTo>
                    <a:pt x="6656983" y="138725"/>
                  </a:lnTo>
                  <a:lnTo>
                    <a:pt x="6605175" y="161200"/>
                  </a:lnTo>
                  <a:lnTo>
                    <a:pt x="6555765" y="186426"/>
                  </a:lnTo>
                  <a:lnTo>
                    <a:pt x="6515891" y="209614"/>
                  </a:lnTo>
                  <a:lnTo>
                    <a:pt x="6470146" y="239265"/>
                  </a:lnTo>
                  <a:lnTo>
                    <a:pt x="6424848" y="271720"/>
                  </a:lnTo>
                  <a:lnTo>
                    <a:pt x="6379582" y="307025"/>
                  </a:lnTo>
                  <a:lnTo>
                    <a:pt x="6334054" y="345148"/>
                  </a:lnTo>
                  <a:lnTo>
                    <a:pt x="6288075" y="385965"/>
                  </a:lnTo>
                  <a:lnTo>
                    <a:pt x="6241549" y="429255"/>
                  </a:lnTo>
                  <a:lnTo>
                    <a:pt x="6194465" y="474698"/>
                  </a:lnTo>
                  <a:lnTo>
                    <a:pt x="6146883" y="521882"/>
                  </a:lnTo>
                  <a:lnTo>
                    <a:pt x="6098920" y="570317"/>
                  </a:lnTo>
                  <a:lnTo>
                    <a:pt x="6050737" y="619450"/>
                  </a:lnTo>
                  <a:lnTo>
                    <a:pt x="6002518" y="668696"/>
                  </a:lnTo>
                  <a:lnTo>
                    <a:pt x="5954451" y="717465"/>
                  </a:lnTo>
                  <a:lnTo>
                    <a:pt x="5906707" y="765187"/>
                  </a:lnTo>
                  <a:lnTo>
                    <a:pt x="5859423" y="811347"/>
                  </a:lnTo>
                  <a:lnTo>
                    <a:pt x="5812682" y="855500"/>
                  </a:lnTo>
                  <a:lnTo>
                    <a:pt x="5766501" y="897291"/>
                  </a:lnTo>
                  <a:lnTo>
                    <a:pt x="5720818" y="936460"/>
                  </a:lnTo>
                  <a:lnTo>
                    <a:pt x="5675481" y="972848"/>
                  </a:lnTo>
                  <a:lnTo>
                    <a:pt x="5630237" y="1006388"/>
                  </a:lnTo>
                  <a:lnTo>
                    <a:pt x="5584720" y="1037097"/>
                  </a:lnTo>
                  <a:lnTo>
                    <a:pt x="5567201" y="1048072"/>
                  </a:lnTo>
                  <a:lnTo>
                    <a:pt x="5519162" y="1075696"/>
                  </a:lnTo>
                  <a:lnTo>
                    <a:pt x="5469410" y="1100446"/>
                  </a:lnTo>
                  <a:lnTo>
                    <a:pt x="5417110" y="1122482"/>
                  </a:lnTo>
                  <a:lnTo>
                    <a:pt x="5361334" y="1142068"/>
                  </a:lnTo>
                  <a:lnTo>
                    <a:pt x="5301140" y="1159493"/>
                  </a:lnTo>
                  <a:lnTo>
                    <a:pt x="5235667" y="1175036"/>
                  </a:lnTo>
                  <a:lnTo>
                    <a:pt x="5164244" y="1188933"/>
                  </a:lnTo>
                  <a:lnTo>
                    <a:pt x="5086549" y="1201374"/>
                  </a:lnTo>
                  <a:lnTo>
                    <a:pt x="5002802" y="1212489"/>
                  </a:lnTo>
                  <a:lnTo>
                    <a:pt x="4914003" y="1222352"/>
                  </a:lnTo>
                  <a:lnTo>
                    <a:pt x="4822142" y="1230986"/>
                  </a:lnTo>
                  <a:lnTo>
                    <a:pt x="4730296" y="1238375"/>
                  </a:lnTo>
                  <a:lnTo>
                    <a:pt x="4642506" y="1244488"/>
                  </a:lnTo>
                  <a:lnTo>
                    <a:pt x="4563306" y="1249311"/>
                  </a:lnTo>
                  <a:lnTo>
                    <a:pt x="4496934" y="1252876"/>
                  </a:lnTo>
                  <a:lnTo>
                    <a:pt x="4446393" y="1255288"/>
                  </a:lnTo>
                  <a:lnTo>
                    <a:pt x="4412657" y="1256728"/>
                  </a:lnTo>
                  <a:lnTo>
                    <a:pt x="4394300" y="1257431"/>
                  </a:lnTo>
                  <a:lnTo>
                    <a:pt x="4387596" y="1257663"/>
                  </a:lnTo>
                  <a:lnTo>
                    <a:pt x="4386855" y="1257687"/>
                  </a:lnTo>
                  <a:lnTo>
                    <a:pt x="3848118" y="1257687"/>
                  </a:lnTo>
                  <a:lnTo>
                    <a:pt x="3846833" y="1257718"/>
                  </a:lnTo>
                  <a:lnTo>
                    <a:pt x="3838442" y="1257942"/>
                  </a:lnTo>
                  <a:lnTo>
                    <a:pt x="3817516" y="1258561"/>
                  </a:lnTo>
                  <a:lnTo>
                    <a:pt x="3780679" y="1259776"/>
                  </a:lnTo>
                  <a:lnTo>
                    <a:pt x="3726930" y="1261761"/>
                  </a:lnTo>
                  <a:lnTo>
                    <a:pt x="3657670" y="1264644"/>
                  </a:lnTo>
                  <a:lnTo>
                    <a:pt x="3576231" y="1268495"/>
                  </a:lnTo>
                  <a:lnTo>
                    <a:pt x="3487024" y="1273329"/>
                  </a:lnTo>
                  <a:lnTo>
                    <a:pt x="3394581" y="1279133"/>
                  </a:lnTo>
                  <a:lnTo>
                    <a:pt x="3302819" y="1285881"/>
                  </a:lnTo>
                  <a:lnTo>
                    <a:pt x="3214629" y="1293568"/>
                  </a:lnTo>
                  <a:lnTo>
                    <a:pt x="3131803" y="1302217"/>
                  </a:lnTo>
                  <a:lnTo>
                    <a:pt x="3055171" y="1311894"/>
                  </a:lnTo>
                  <a:lnTo>
                    <a:pt x="2984822" y="1322709"/>
                  </a:lnTo>
                  <a:lnTo>
                    <a:pt x="2920341" y="1334815"/>
                  </a:lnTo>
                  <a:lnTo>
                    <a:pt x="2860997" y="1348400"/>
                  </a:lnTo>
                  <a:lnTo>
                    <a:pt x="2805894" y="1363681"/>
                  </a:lnTo>
                  <a:lnTo>
                    <a:pt x="2754078" y="1380879"/>
                  </a:lnTo>
                  <a:lnTo>
                    <a:pt x="2704624" y="1400183"/>
                  </a:lnTo>
                  <a:lnTo>
                    <a:pt x="2667772" y="1416486"/>
                  </a:lnTo>
                  <a:lnTo>
                    <a:pt x="2619616" y="1440200"/>
                  </a:lnTo>
                  <a:lnTo>
                    <a:pt x="2571929" y="1466272"/>
                  </a:lnTo>
                  <a:lnTo>
                    <a:pt x="2524238" y="1494739"/>
                  </a:lnTo>
                  <a:lnTo>
                    <a:pt x="2476216" y="1525562"/>
                  </a:lnTo>
                  <a:lnTo>
                    <a:pt x="2427664" y="1558614"/>
                  </a:lnTo>
                  <a:lnTo>
                    <a:pt x="2378496" y="1593680"/>
                  </a:lnTo>
                  <a:lnTo>
                    <a:pt x="2328722" y="1630451"/>
                  </a:lnTo>
                  <a:lnTo>
                    <a:pt x="2278438" y="1668539"/>
                  </a:lnTo>
                  <a:lnTo>
                    <a:pt x="2227803" y="1707486"/>
                  </a:lnTo>
                  <a:lnTo>
                    <a:pt x="2177020" y="1746786"/>
                  </a:lnTo>
                  <a:lnTo>
                    <a:pt x="2126308" y="1785917"/>
                  </a:lnTo>
                  <a:lnTo>
                    <a:pt x="2075878" y="1824364"/>
                  </a:lnTo>
                  <a:lnTo>
                    <a:pt x="2025909" y="1861650"/>
                  </a:lnTo>
                  <a:lnTo>
                    <a:pt x="1976520" y="1897359"/>
                  </a:lnTo>
                  <a:lnTo>
                    <a:pt x="1927755" y="1931153"/>
                  </a:lnTo>
                  <a:lnTo>
                    <a:pt x="1879562" y="1962784"/>
                  </a:lnTo>
                  <a:lnTo>
                    <a:pt x="1831785" y="1992094"/>
                  </a:lnTo>
                  <a:lnTo>
                    <a:pt x="1784142" y="2019013"/>
                  </a:lnTo>
                  <a:lnTo>
                    <a:pt x="1736216" y="2043553"/>
                  </a:lnTo>
                  <a:lnTo>
                    <a:pt x="1719082" y="2051681"/>
                  </a:lnTo>
                  <a:lnTo>
                    <a:pt x="1670883" y="2072674"/>
                  </a:lnTo>
                  <a:lnTo>
                    <a:pt x="1620957" y="2091475"/>
                  </a:lnTo>
                  <a:lnTo>
                    <a:pt x="1568461" y="2108207"/>
                  </a:lnTo>
                  <a:lnTo>
                    <a:pt x="1512455" y="2123073"/>
                  </a:lnTo>
                  <a:lnTo>
                    <a:pt x="1451991" y="2136296"/>
                  </a:lnTo>
                  <a:lnTo>
                    <a:pt x="1386200" y="2148085"/>
                  </a:lnTo>
                  <a:lnTo>
                    <a:pt x="1314410" y="2158623"/>
                  </a:lnTo>
                  <a:lnTo>
                    <a:pt x="1236305" y="2168053"/>
                  </a:lnTo>
                  <a:lnTo>
                    <a:pt x="1152124" y="2176473"/>
                  </a:lnTo>
                  <a:lnTo>
                    <a:pt x="1062903" y="2183941"/>
                  </a:lnTo>
                  <a:lnTo>
                    <a:pt x="970683" y="2190471"/>
                  </a:lnTo>
                  <a:lnTo>
                    <a:pt x="878613" y="2196051"/>
                  </a:lnTo>
                  <a:lnTo>
                    <a:pt x="790799" y="2200657"/>
                  </a:lnTo>
                  <a:lnTo>
                    <a:pt x="711826" y="2204279"/>
                  </a:lnTo>
                  <a:lnTo>
                    <a:pt x="645938" y="2206945"/>
                  </a:lnTo>
                  <a:lnTo>
                    <a:pt x="596085" y="2208737"/>
                  </a:lnTo>
                  <a:lnTo>
                    <a:pt x="563133" y="2209796"/>
                  </a:lnTo>
                  <a:lnTo>
                    <a:pt x="545508" y="2210305"/>
                  </a:lnTo>
                  <a:lnTo>
                    <a:pt x="539325" y="2210466"/>
                  </a:lnTo>
                  <a:lnTo>
                    <a:pt x="538736" y="2210480"/>
                  </a:lnTo>
                  <a:lnTo>
                    <a:pt x="0" y="22104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8" name="pg1598"/>
            <p:cNvSpPr/>
            <p:nvPr/>
          </p:nvSpPr>
          <p:spPr>
            <a:xfrm>
              <a:off x="546595" y="565343"/>
              <a:ext cx="8234974" cy="4687743"/>
            </a:xfrm>
            <a:custGeom>
              <a:avLst/>
              <a:pathLst>
                <a:path w="8234974" h="4687743">
                  <a:moveTo>
                    <a:pt x="0" y="4524407"/>
                  </a:moveTo>
                  <a:lnTo>
                    <a:pt x="538736" y="4524407"/>
                  </a:lnTo>
                  <a:lnTo>
                    <a:pt x="540039" y="4524413"/>
                  </a:lnTo>
                  <a:lnTo>
                    <a:pt x="548534" y="4524452"/>
                  </a:lnTo>
                  <a:lnTo>
                    <a:pt x="569712" y="4524559"/>
                  </a:lnTo>
                  <a:lnTo>
                    <a:pt x="606969" y="4524770"/>
                  </a:lnTo>
                  <a:lnTo>
                    <a:pt x="661279" y="4525115"/>
                  </a:lnTo>
                  <a:lnTo>
                    <a:pt x="731178" y="4525615"/>
                  </a:lnTo>
                  <a:lnTo>
                    <a:pt x="813255" y="4526283"/>
                  </a:lnTo>
                  <a:lnTo>
                    <a:pt x="903027" y="4527121"/>
                  </a:lnTo>
                  <a:lnTo>
                    <a:pt x="995910" y="4528126"/>
                  </a:lnTo>
                  <a:lnTo>
                    <a:pt x="1087973" y="4529295"/>
                  </a:lnTo>
                  <a:lnTo>
                    <a:pt x="1176331" y="4530626"/>
                  </a:lnTo>
                  <a:lnTo>
                    <a:pt x="1259219" y="4532123"/>
                  </a:lnTo>
                  <a:lnTo>
                    <a:pt x="1335838" y="4533800"/>
                  </a:lnTo>
                  <a:lnTo>
                    <a:pt x="1406131" y="4535674"/>
                  </a:lnTo>
                  <a:lnTo>
                    <a:pt x="1470544" y="4537774"/>
                  </a:lnTo>
                  <a:lnTo>
                    <a:pt x="1529830" y="4540131"/>
                  </a:lnTo>
                  <a:lnTo>
                    <a:pt x="1584903" y="4542785"/>
                  </a:lnTo>
                  <a:lnTo>
                    <a:pt x="1636732" y="4545772"/>
                  </a:lnTo>
                  <a:lnTo>
                    <a:pt x="1686249" y="4549126"/>
                  </a:lnTo>
                  <a:lnTo>
                    <a:pt x="1719082" y="4551630"/>
                  </a:lnTo>
                  <a:lnTo>
                    <a:pt x="1771706" y="4556096"/>
                  </a:lnTo>
                  <a:lnTo>
                    <a:pt x="1823826" y="4561046"/>
                  </a:lnTo>
                  <a:lnTo>
                    <a:pt x="1876034" y="4566486"/>
                  </a:lnTo>
                  <a:lnTo>
                    <a:pt x="1928715" y="4572403"/>
                  </a:lnTo>
                  <a:lnTo>
                    <a:pt x="1982083" y="4578763"/>
                  </a:lnTo>
                  <a:lnTo>
                    <a:pt x="2036193" y="4585508"/>
                  </a:lnTo>
                  <a:lnTo>
                    <a:pt x="2090972" y="4592560"/>
                  </a:lnTo>
                  <a:lnTo>
                    <a:pt x="2146243" y="4599821"/>
                  </a:lnTo>
                  <a:lnTo>
                    <a:pt x="2201756" y="4607181"/>
                  </a:lnTo>
                  <a:lnTo>
                    <a:pt x="2257225" y="4614523"/>
                  </a:lnTo>
                  <a:lnTo>
                    <a:pt x="2312372" y="4621733"/>
                  </a:lnTo>
                  <a:lnTo>
                    <a:pt x="2366966" y="4628702"/>
                  </a:lnTo>
                  <a:lnTo>
                    <a:pt x="2420855" y="4635338"/>
                  </a:lnTo>
                  <a:lnTo>
                    <a:pt x="2474004" y="4641571"/>
                  </a:lnTo>
                  <a:lnTo>
                    <a:pt x="2526514" y="4647348"/>
                  </a:lnTo>
                  <a:lnTo>
                    <a:pt x="2578646" y="4652641"/>
                  </a:lnTo>
                  <a:lnTo>
                    <a:pt x="2630845" y="4657445"/>
                  </a:lnTo>
                  <a:lnTo>
                    <a:pt x="2667772" y="4660521"/>
                  </a:lnTo>
                  <a:lnTo>
                    <a:pt x="2716185" y="4664134"/>
                  </a:lnTo>
                  <a:lnTo>
                    <a:pt x="2766343" y="4667369"/>
                  </a:lnTo>
                  <a:lnTo>
                    <a:pt x="2819102" y="4670246"/>
                  </a:lnTo>
                  <a:lnTo>
                    <a:pt x="2875413" y="4672801"/>
                  </a:lnTo>
                  <a:lnTo>
                    <a:pt x="2936238" y="4675073"/>
                  </a:lnTo>
                  <a:lnTo>
                    <a:pt x="3002454" y="4677097"/>
                  </a:lnTo>
                  <a:lnTo>
                    <a:pt x="3074735" y="4678906"/>
                  </a:lnTo>
                  <a:lnTo>
                    <a:pt x="3153388" y="4680523"/>
                  </a:lnTo>
                  <a:lnTo>
                    <a:pt x="3238147" y="4681967"/>
                  </a:lnTo>
                  <a:lnTo>
                    <a:pt x="3327930" y="4683246"/>
                  </a:lnTo>
                  <a:lnTo>
                    <a:pt x="3420621" y="4684363"/>
                  </a:lnTo>
                  <a:lnTo>
                    <a:pt x="3512982" y="4685315"/>
                  </a:lnTo>
                  <a:lnTo>
                    <a:pt x="3600813" y="4686099"/>
                  </a:lnTo>
                  <a:lnTo>
                    <a:pt x="3679465" y="4686713"/>
                  </a:lnTo>
                  <a:lnTo>
                    <a:pt x="3744689" y="4687162"/>
                  </a:lnTo>
                  <a:lnTo>
                    <a:pt x="3793613" y="4687461"/>
                  </a:lnTo>
                  <a:lnTo>
                    <a:pt x="3825520" y="4687635"/>
                  </a:lnTo>
                  <a:lnTo>
                    <a:pt x="3842181" y="4687717"/>
                  </a:lnTo>
                  <a:lnTo>
                    <a:pt x="3847698" y="4687742"/>
                  </a:lnTo>
                  <a:lnTo>
                    <a:pt x="3848118" y="4687743"/>
                  </a:lnTo>
                  <a:lnTo>
                    <a:pt x="4386855" y="4687743"/>
                  </a:lnTo>
                  <a:lnTo>
                    <a:pt x="4387728" y="4687640"/>
                  </a:lnTo>
                  <a:lnTo>
                    <a:pt x="4393477" y="4686902"/>
                  </a:lnTo>
                  <a:lnTo>
                    <a:pt x="4407996" y="4684862"/>
                  </a:lnTo>
                  <a:lnTo>
                    <a:pt x="4434023" y="4680845"/>
                  </a:lnTo>
                  <a:lnTo>
                    <a:pt x="4472945" y="4674223"/>
                  </a:lnTo>
                  <a:lnTo>
                    <a:pt x="4524696" y="4664477"/>
                  </a:lnTo>
                  <a:lnTo>
                    <a:pt x="4587848" y="4651244"/>
                  </a:lnTo>
                  <a:lnTo>
                    <a:pt x="4659943" y="4634333"/>
                  </a:lnTo>
                  <a:lnTo>
                    <a:pt x="4737962" y="4613703"/>
                  </a:lnTo>
                  <a:lnTo>
                    <a:pt x="4818824" y="4589404"/>
                  </a:lnTo>
                  <a:lnTo>
                    <a:pt x="4899786" y="4561517"/>
                  </a:lnTo>
                  <a:lnTo>
                    <a:pt x="4978677" y="4530090"/>
                  </a:lnTo>
                  <a:lnTo>
                    <a:pt x="5053988" y="4495092"/>
                  </a:lnTo>
                  <a:lnTo>
                    <a:pt x="5124829" y="4456383"/>
                  </a:lnTo>
                  <a:lnTo>
                    <a:pt x="5190832" y="4413695"/>
                  </a:lnTo>
                  <a:lnTo>
                    <a:pt x="5252026" y="4366636"/>
                  </a:lnTo>
                  <a:lnTo>
                    <a:pt x="5308717" y="4314687"/>
                  </a:lnTo>
                  <a:lnTo>
                    <a:pt x="5361397" y="4257224"/>
                  </a:lnTo>
                  <a:lnTo>
                    <a:pt x="5410658" y="4193540"/>
                  </a:lnTo>
                  <a:lnTo>
                    <a:pt x="5457141" y="4122895"/>
                  </a:lnTo>
                  <a:lnTo>
                    <a:pt x="5501486" y="4044592"/>
                  </a:lnTo>
                  <a:lnTo>
                    <a:pt x="5544289" y="3958115"/>
                  </a:lnTo>
                  <a:lnTo>
                    <a:pt x="5567201" y="3907360"/>
                  </a:lnTo>
                  <a:lnTo>
                    <a:pt x="5595778" y="3839800"/>
                  </a:lnTo>
                  <a:lnTo>
                    <a:pt x="5624109" y="3768237"/>
                  </a:lnTo>
                  <a:lnTo>
                    <a:pt x="5652314" y="3692592"/>
                  </a:lnTo>
                  <a:lnTo>
                    <a:pt x="5680491" y="3612825"/>
                  </a:lnTo>
                  <a:lnTo>
                    <a:pt x="5708719" y="3528940"/>
                  </a:lnTo>
                  <a:lnTo>
                    <a:pt x="5737061" y="3440991"/>
                  </a:lnTo>
                  <a:lnTo>
                    <a:pt x="5765565" y="3349082"/>
                  </a:lnTo>
                  <a:lnTo>
                    <a:pt x="5794263" y="3253373"/>
                  </a:lnTo>
                  <a:lnTo>
                    <a:pt x="5823174" y="3154078"/>
                  </a:lnTo>
                  <a:lnTo>
                    <a:pt x="5852305" y="3051467"/>
                  </a:lnTo>
                  <a:lnTo>
                    <a:pt x="5881651" y="2945864"/>
                  </a:lnTo>
                  <a:lnTo>
                    <a:pt x="5911197" y="2837642"/>
                  </a:lnTo>
                  <a:lnTo>
                    <a:pt x="5940917" y="2727224"/>
                  </a:lnTo>
                  <a:lnTo>
                    <a:pt x="5970781" y="2615071"/>
                  </a:lnTo>
                  <a:lnTo>
                    <a:pt x="6000749" y="2501677"/>
                  </a:lnTo>
                  <a:lnTo>
                    <a:pt x="6030780" y="2387558"/>
                  </a:lnTo>
                  <a:lnTo>
                    <a:pt x="6060826" y="2273248"/>
                  </a:lnTo>
                  <a:lnTo>
                    <a:pt x="6090843" y="2159282"/>
                  </a:lnTo>
                  <a:lnTo>
                    <a:pt x="6120786" y="2046187"/>
                  </a:lnTo>
                  <a:lnTo>
                    <a:pt x="6150613" y="1934477"/>
                  </a:lnTo>
                  <a:lnTo>
                    <a:pt x="6180287" y="1824636"/>
                  </a:lnTo>
                  <a:lnTo>
                    <a:pt x="6209778" y="1717116"/>
                  </a:lnTo>
                  <a:lnTo>
                    <a:pt x="6239065" y="1612324"/>
                  </a:lnTo>
                  <a:lnTo>
                    <a:pt x="6268134" y="1510622"/>
                  </a:lnTo>
                  <a:lnTo>
                    <a:pt x="6296983" y="1412319"/>
                  </a:lnTo>
                  <a:lnTo>
                    <a:pt x="6325623" y="1317667"/>
                  </a:lnTo>
                  <a:lnTo>
                    <a:pt x="6354077" y="1226867"/>
                  </a:lnTo>
                  <a:lnTo>
                    <a:pt x="6382381" y="1140061"/>
                  </a:lnTo>
                  <a:lnTo>
                    <a:pt x="6410588" y="1057340"/>
                  </a:lnTo>
                  <a:lnTo>
                    <a:pt x="6438764" y="978742"/>
                  </a:lnTo>
                  <a:lnTo>
                    <a:pt x="6466994" y="904260"/>
                  </a:lnTo>
                  <a:lnTo>
                    <a:pt x="6495382" y="833841"/>
                  </a:lnTo>
                  <a:lnTo>
                    <a:pt x="6515891" y="785827"/>
                  </a:lnTo>
                  <a:lnTo>
                    <a:pt x="6558072" y="694794"/>
                  </a:lnTo>
                  <a:lnTo>
                    <a:pt x="6601506" y="612072"/>
                  </a:lnTo>
                  <a:lnTo>
                    <a:pt x="6646743" y="537323"/>
                  </a:lnTo>
                  <a:lnTo>
                    <a:pt x="6694407" y="469928"/>
                  </a:lnTo>
                  <a:lnTo>
                    <a:pt x="6745142" y="409158"/>
                  </a:lnTo>
                  <a:lnTo>
                    <a:pt x="6799573" y="354281"/>
                  </a:lnTo>
                  <a:lnTo>
                    <a:pt x="6858256" y="304623"/>
                  </a:lnTo>
                  <a:lnTo>
                    <a:pt x="6921608" y="259605"/>
                  </a:lnTo>
                  <a:lnTo>
                    <a:pt x="6989824" y="218764"/>
                  </a:lnTo>
                  <a:lnTo>
                    <a:pt x="7062768" y="181764"/>
                  </a:lnTo>
                  <a:lnTo>
                    <a:pt x="7139850" y="148397"/>
                  </a:lnTo>
                  <a:lnTo>
                    <a:pt x="7219908" y="118574"/>
                  </a:lnTo>
                  <a:lnTo>
                    <a:pt x="7301131" y="92306"/>
                  </a:lnTo>
                  <a:lnTo>
                    <a:pt x="7381071" y="69663"/>
                  </a:lnTo>
                  <a:lnTo>
                    <a:pt x="7456790" y="50718"/>
                  </a:lnTo>
                  <a:lnTo>
                    <a:pt x="7525179" y="35490"/>
                  </a:lnTo>
                  <a:lnTo>
                    <a:pt x="7583410" y="23873"/>
                  </a:lnTo>
                  <a:lnTo>
                    <a:pt x="7629439" y="15600"/>
                  </a:lnTo>
                  <a:lnTo>
                    <a:pt x="7662429" y="10232"/>
                  </a:lnTo>
                  <a:lnTo>
                    <a:pt x="7682977" y="7195"/>
                  </a:lnTo>
                  <a:lnTo>
                    <a:pt x="7693103" y="5830"/>
                  </a:lnTo>
                  <a:lnTo>
                    <a:pt x="7696092" y="54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816" y="4682293"/>
                  </a:lnTo>
                  <a:lnTo>
                    <a:pt x="3838320" y="4682255"/>
                  </a:lnTo>
                  <a:lnTo>
                    <a:pt x="3817142" y="4682147"/>
                  </a:lnTo>
                  <a:lnTo>
                    <a:pt x="3779885" y="4681936"/>
                  </a:lnTo>
                  <a:lnTo>
                    <a:pt x="3725576" y="4681591"/>
                  </a:lnTo>
                  <a:lnTo>
                    <a:pt x="3655676" y="4681091"/>
                  </a:lnTo>
                  <a:lnTo>
                    <a:pt x="3573599" y="4680423"/>
                  </a:lnTo>
                  <a:lnTo>
                    <a:pt x="3483828" y="4679585"/>
                  </a:lnTo>
                  <a:lnTo>
                    <a:pt x="3390944" y="4678580"/>
                  </a:lnTo>
                  <a:lnTo>
                    <a:pt x="3298882" y="4677411"/>
                  </a:lnTo>
                  <a:lnTo>
                    <a:pt x="3210523" y="4676081"/>
                  </a:lnTo>
                  <a:lnTo>
                    <a:pt x="3127636" y="4674583"/>
                  </a:lnTo>
                  <a:lnTo>
                    <a:pt x="3051016" y="4672907"/>
                  </a:lnTo>
                  <a:lnTo>
                    <a:pt x="2980723" y="4671032"/>
                  </a:lnTo>
                  <a:lnTo>
                    <a:pt x="2916311" y="4668933"/>
                  </a:lnTo>
                  <a:lnTo>
                    <a:pt x="2857025" y="4666575"/>
                  </a:lnTo>
                  <a:lnTo>
                    <a:pt x="2801951" y="4663922"/>
                  </a:lnTo>
                  <a:lnTo>
                    <a:pt x="2750122" y="4660934"/>
                  </a:lnTo>
                  <a:lnTo>
                    <a:pt x="2700606" y="4657580"/>
                  </a:lnTo>
                  <a:lnTo>
                    <a:pt x="2667772" y="4655076"/>
                  </a:lnTo>
                  <a:lnTo>
                    <a:pt x="2615149" y="4650611"/>
                  </a:lnTo>
                  <a:lnTo>
                    <a:pt x="2563028" y="4645661"/>
                  </a:lnTo>
                  <a:lnTo>
                    <a:pt x="2510821" y="4640220"/>
                  </a:lnTo>
                  <a:lnTo>
                    <a:pt x="2458139" y="4634303"/>
                  </a:lnTo>
                  <a:lnTo>
                    <a:pt x="2404772" y="4627943"/>
                  </a:lnTo>
                  <a:lnTo>
                    <a:pt x="2350662" y="4621198"/>
                  </a:lnTo>
                  <a:lnTo>
                    <a:pt x="2295882" y="4614147"/>
                  </a:lnTo>
                  <a:lnTo>
                    <a:pt x="2240611" y="4606886"/>
                  </a:lnTo>
                  <a:lnTo>
                    <a:pt x="2185099" y="4599525"/>
                  </a:lnTo>
                  <a:lnTo>
                    <a:pt x="2129630" y="4592183"/>
                  </a:lnTo>
                  <a:lnTo>
                    <a:pt x="2074482" y="4584974"/>
                  </a:lnTo>
                  <a:lnTo>
                    <a:pt x="2019889" y="4578005"/>
                  </a:lnTo>
                  <a:lnTo>
                    <a:pt x="1965999" y="4571368"/>
                  </a:lnTo>
                  <a:lnTo>
                    <a:pt x="1912851" y="4565136"/>
                  </a:lnTo>
                  <a:lnTo>
                    <a:pt x="1860341" y="4559359"/>
                  </a:lnTo>
                  <a:lnTo>
                    <a:pt x="1808209" y="4554065"/>
                  </a:lnTo>
                  <a:lnTo>
                    <a:pt x="1756010" y="4549262"/>
                  </a:lnTo>
                  <a:lnTo>
                    <a:pt x="1719082" y="4546186"/>
                  </a:lnTo>
                  <a:lnTo>
                    <a:pt x="1670669" y="4542572"/>
                  </a:lnTo>
                  <a:lnTo>
                    <a:pt x="1620511" y="4539337"/>
                  </a:lnTo>
                  <a:lnTo>
                    <a:pt x="1567753" y="4536460"/>
                  </a:lnTo>
                  <a:lnTo>
                    <a:pt x="1511441" y="4533905"/>
                  </a:lnTo>
                  <a:lnTo>
                    <a:pt x="1450616" y="4531634"/>
                  </a:lnTo>
                  <a:lnTo>
                    <a:pt x="1384400" y="4529609"/>
                  </a:lnTo>
                  <a:lnTo>
                    <a:pt x="1312120" y="4527801"/>
                  </a:lnTo>
                  <a:lnTo>
                    <a:pt x="1233467" y="4526183"/>
                  </a:lnTo>
                  <a:lnTo>
                    <a:pt x="1148707" y="4524739"/>
                  </a:lnTo>
                  <a:lnTo>
                    <a:pt x="1058925" y="4523460"/>
                  </a:lnTo>
                  <a:lnTo>
                    <a:pt x="966234" y="4522343"/>
                  </a:lnTo>
                  <a:lnTo>
                    <a:pt x="873873" y="4521391"/>
                  </a:lnTo>
                  <a:lnTo>
                    <a:pt x="786042" y="4520607"/>
                  </a:lnTo>
                  <a:lnTo>
                    <a:pt x="707390" y="4519993"/>
                  </a:lnTo>
                  <a:lnTo>
                    <a:pt x="642165" y="4519544"/>
                  </a:lnTo>
                  <a:lnTo>
                    <a:pt x="593242" y="4519245"/>
                  </a:lnTo>
                  <a:lnTo>
                    <a:pt x="561335" y="4519071"/>
                  </a:lnTo>
                  <a:lnTo>
                    <a:pt x="544674" y="4518989"/>
                  </a:lnTo>
                  <a:lnTo>
                    <a:pt x="539156" y="4518965"/>
                  </a:lnTo>
                  <a:lnTo>
                    <a:pt x="538736" y="4518963"/>
                  </a:lnTo>
                  <a:lnTo>
                    <a:pt x="0" y="451896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599" name="pl1599"/>
            <p:cNvSpPr/>
            <p:nvPr/>
          </p:nvSpPr>
          <p:spPr>
            <a:xfrm>
              <a:off x="546595" y="570787"/>
              <a:ext cx="8234974" cy="4682299"/>
            </a:xfrm>
            <a:custGeom>
              <a:avLst/>
              <a:pathLst>
                <a:path w="8234974" h="4682299">
                  <a:moveTo>
                    <a:pt x="0" y="4518963"/>
                  </a:moveTo>
                  <a:lnTo>
                    <a:pt x="538736" y="4518963"/>
                  </a:lnTo>
                  <a:lnTo>
                    <a:pt x="540039" y="4518968"/>
                  </a:lnTo>
                  <a:lnTo>
                    <a:pt x="548534" y="4519007"/>
                  </a:lnTo>
                  <a:lnTo>
                    <a:pt x="569712" y="4519115"/>
                  </a:lnTo>
                  <a:lnTo>
                    <a:pt x="606969" y="4519326"/>
                  </a:lnTo>
                  <a:lnTo>
                    <a:pt x="661279" y="4519670"/>
                  </a:lnTo>
                  <a:lnTo>
                    <a:pt x="731178" y="4520171"/>
                  </a:lnTo>
                  <a:lnTo>
                    <a:pt x="813255" y="4520838"/>
                  </a:lnTo>
                  <a:lnTo>
                    <a:pt x="903027" y="4521676"/>
                  </a:lnTo>
                  <a:lnTo>
                    <a:pt x="995910" y="4522682"/>
                  </a:lnTo>
                  <a:lnTo>
                    <a:pt x="1087973" y="4523850"/>
                  </a:lnTo>
                  <a:lnTo>
                    <a:pt x="1176331" y="4525181"/>
                  </a:lnTo>
                  <a:lnTo>
                    <a:pt x="1259219" y="4526679"/>
                  </a:lnTo>
                  <a:lnTo>
                    <a:pt x="1335838" y="4528355"/>
                  </a:lnTo>
                  <a:lnTo>
                    <a:pt x="1406131" y="4530230"/>
                  </a:lnTo>
                  <a:lnTo>
                    <a:pt x="1470544" y="4532329"/>
                  </a:lnTo>
                  <a:lnTo>
                    <a:pt x="1529830" y="4534687"/>
                  </a:lnTo>
                  <a:lnTo>
                    <a:pt x="1584903" y="4537340"/>
                  </a:lnTo>
                  <a:lnTo>
                    <a:pt x="1636732" y="4540328"/>
                  </a:lnTo>
                  <a:lnTo>
                    <a:pt x="1686249" y="4543682"/>
                  </a:lnTo>
                  <a:lnTo>
                    <a:pt x="1719082" y="4546186"/>
                  </a:lnTo>
                  <a:lnTo>
                    <a:pt x="1771706" y="4550651"/>
                  </a:lnTo>
                  <a:lnTo>
                    <a:pt x="1823826" y="4555601"/>
                  </a:lnTo>
                  <a:lnTo>
                    <a:pt x="1876034" y="4561041"/>
                  </a:lnTo>
                  <a:lnTo>
                    <a:pt x="1928715" y="4566959"/>
                  </a:lnTo>
                  <a:lnTo>
                    <a:pt x="1982083" y="4573319"/>
                  </a:lnTo>
                  <a:lnTo>
                    <a:pt x="2036193" y="4580064"/>
                  </a:lnTo>
                  <a:lnTo>
                    <a:pt x="2090972" y="4587115"/>
                  </a:lnTo>
                  <a:lnTo>
                    <a:pt x="2146243" y="4594376"/>
                  </a:lnTo>
                  <a:lnTo>
                    <a:pt x="2201756" y="4601736"/>
                  </a:lnTo>
                  <a:lnTo>
                    <a:pt x="2257225" y="4609079"/>
                  </a:lnTo>
                  <a:lnTo>
                    <a:pt x="2312372" y="4616288"/>
                  </a:lnTo>
                  <a:lnTo>
                    <a:pt x="2366966" y="4623257"/>
                  </a:lnTo>
                  <a:lnTo>
                    <a:pt x="2420855" y="4629894"/>
                  </a:lnTo>
                  <a:lnTo>
                    <a:pt x="2474004" y="4636126"/>
                  </a:lnTo>
                  <a:lnTo>
                    <a:pt x="2526514" y="4641903"/>
                  </a:lnTo>
                  <a:lnTo>
                    <a:pt x="2578646" y="4647197"/>
                  </a:lnTo>
                  <a:lnTo>
                    <a:pt x="2630845" y="4652000"/>
                  </a:lnTo>
                  <a:lnTo>
                    <a:pt x="2667772" y="4655076"/>
                  </a:lnTo>
                  <a:lnTo>
                    <a:pt x="2716185" y="4658690"/>
                  </a:lnTo>
                  <a:lnTo>
                    <a:pt x="2766343" y="4661924"/>
                  </a:lnTo>
                  <a:lnTo>
                    <a:pt x="2819102" y="4664802"/>
                  </a:lnTo>
                  <a:lnTo>
                    <a:pt x="2875413" y="4667357"/>
                  </a:lnTo>
                  <a:lnTo>
                    <a:pt x="2936238" y="4669628"/>
                  </a:lnTo>
                  <a:lnTo>
                    <a:pt x="3002454" y="4671652"/>
                  </a:lnTo>
                  <a:lnTo>
                    <a:pt x="3074735" y="4673461"/>
                  </a:lnTo>
                  <a:lnTo>
                    <a:pt x="3153388" y="4675079"/>
                  </a:lnTo>
                  <a:lnTo>
                    <a:pt x="3238147" y="4676522"/>
                  </a:lnTo>
                  <a:lnTo>
                    <a:pt x="3327930" y="4677801"/>
                  </a:lnTo>
                  <a:lnTo>
                    <a:pt x="3420621" y="4678918"/>
                  </a:lnTo>
                  <a:lnTo>
                    <a:pt x="3512982" y="4679871"/>
                  </a:lnTo>
                  <a:lnTo>
                    <a:pt x="3600813" y="4680655"/>
                  </a:lnTo>
                  <a:lnTo>
                    <a:pt x="3679465" y="4681268"/>
                  </a:lnTo>
                  <a:lnTo>
                    <a:pt x="3744689" y="4681717"/>
                  </a:lnTo>
                  <a:lnTo>
                    <a:pt x="3793613" y="4682017"/>
                  </a:lnTo>
                  <a:lnTo>
                    <a:pt x="3825520" y="4682191"/>
                  </a:lnTo>
                  <a:lnTo>
                    <a:pt x="3842181" y="4682273"/>
                  </a:lnTo>
                  <a:lnTo>
                    <a:pt x="3847698" y="4682297"/>
                  </a:lnTo>
                  <a:lnTo>
                    <a:pt x="3848118" y="4682299"/>
                  </a:lnTo>
                  <a:lnTo>
                    <a:pt x="4386855" y="4682299"/>
                  </a:lnTo>
                  <a:lnTo>
                    <a:pt x="4387728" y="4682195"/>
                  </a:lnTo>
                  <a:lnTo>
                    <a:pt x="4393477" y="4681457"/>
                  </a:lnTo>
                  <a:lnTo>
                    <a:pt x="4407996" y="4679418"/>
                  </a:lnTo>
                  <a:lnTo>
                    <a:pt x="4434023" y="4675401"/>
                  </a:lnTo>
                  <a:lnTo>
                    <a:pt x="4472945" y="4668779"/>
                  </a:lnTo>
                  <a:lnTo>
                    <a:pt x="4524696" y="4659032"/>
                  </a:lnTo>
                  <a:lnTo>
                    <a:pt x="4587848" y="4645799"/>
                  </a:lnTo>
                  <a:lnTo>
                    <a:pt x="4659943" y="4628889"/>
                  </a:lnTo>
                  <a:lnTo>
                    <a:pt x="4737962" y="4608259"/>
                  </a:lnTo>
                  <a:lnTo>
                    <a:pt x="4818824" y="4583960"/>
                  </a:lnTo>
                  <a:lnTo>
                    <a:pt x="4899786" y="4556072"/>
                  </a:lnTo>
                  <a:lnTo>
                    <a:pt x="4978677" y="4524645"/>
                  </a:lnTo>
                  <a:lnTo>
                    <a:pt x="5053988" y="4489648"/>
                  </a:lnTo>
                  <a:lnTo>
                    <a:pt x="5124829" y="4450938"/>
                  </a:lnTo>
                  <a:lnTo>
                    <a:pt x="5190832" y="4408251"/>
                  </a:lnTo>
                  <a:lnTo>
                    <a:pt x="5252026" y="4361191"/>
                  </a:lnTo>
                  <a:lnTo>
                    <a:pt x="5308717" y="4309243"/>
                  </a:lnTo>
                  <a:lnTo>
                    <a:pt x="5361397" y="4251780"/>
                  </a:lnTo>
                  <a:lnTo>
                    <a:pt x="5410658" y="4188096"/>
                  </a:lnTo>
                  <a:lnTo>
                    <a:pt x="5457141" y="4117450"/>
                  </a:lnTo>
                  <a:lnTo>
                    <a:pt x="5501486" y="4039147"/>
                  </a:lnTo>
                  <a:lnTo>
                    <a:pt x="5544289" y="3952671"/>
                  </a:lnTo>
                  <a:lnTo>
                    <a:pt x="5567201" y="3901916"/>
                  </a:lnTo>
                  <a:lnTo>
                    <a:pt x="5595778" y="3834355"/>
                  </a:lnTo>
                  <a:lnTo>
                    <a:pt x="5624109" y="3762793"/>
                  </a:lnTo>
                  <a:lnTo>
                    <a:pt x="5652314" y="3687148"/>
                  </a:lnTo>
                  <a:lnTo>
                    <a:pt x="5680491" y="3607380"/>
                  </a:lnTo>
                  <a:lnTo>
                    <a:pt x="5708719" y="3523495"/>
                  </a:lnTo>
                  <a:lnTo>
                    <a:pt x="5737061" y="3435546"/>
                  </a:lnTo>
                  <a:lnTo>
                    <a:pt x="5765565" y="3343637"/>
                  </a:lnTo>
                  <a:lnTo>
                    <a:pt x="5794263" y="3247929"/>
                  </a:lnTo>
                  <a:lnTo>
                    <a:pt x="5823174" y="3148634"/>
                  </a:lnTo>
                  <a:lnTo>
                    <a:pt x="5852305" y="3046023"/>
                  </a:lnTo>
                  <a:lnTo>
                    <a:pt x="5881651" y="2940419"/>
                  </a:lnTo>
                  <a:lnTo>
                    <a:pt x="5911197" y="2832198"/>
                  </a:lnTo>
                  <a:lnTo>
                    <a:pt x="5940917" y="2721780"/>
                  </a:lnTo>
                  <a:lnTo>
                    <a:pt x="5970781" y="2609627"/>
                  </a:lnTo>
                  <a:lnTo>
                    <a:pt x="6000749" y="2496232"/>
                  </a:lnTo>
                  <a:lnTo>
                    <a:pt x="6030780" y="2382114"/>
                  </a:lnTo>
                  <a:lnTo>
                    <a:pt x="6060826" y="2267804"/>
                  </a:lnTo>
                  <a:lnTo>
                    <a:pt x="6090843" y="2153837"/>
                  </a:lnTo>
                  <a:lnTo>
                    <a:pt x="6120786" y="2040743"/>
                  </a:lnTo>
                  <a:lnTo>
                    <a:pt x="6150613" y="1929032"/>
                  </a:lnTo>
                  <a:lnTo>
                    <a:pt x="6180287" y="1819192"/>
                  </a:lnTo>
                  <a:lnTo>
                    <a:pt x="6209778" y="1711671"/>
                  </a:lnTo>
                  <a:lnTo>
                    <a:pt x="6239065" y="1606880"/>
                  </a:lnTo>
                  <a:lnTo>
                    <a:pt x="6268134" y="1505178"/>
                  </a:lnTo>
                  <a:lnTo>
                    <a:pt x="6296983" y="1406874"/>
                  </a:lnTo>
                  <a:lnTo>
                    <a:pt x="6325623" y="1312223"/>
                  </a:lnTo>
                  <a:lnTo>
                    <a:pt x="6354077" y="1221422"/>
                  </a:lnTo>
                  <a:lnTo>
                    <a:pt x="6382381" y="1134617"/>
                  </a:lnTo>
                  <a:lnTo>
                    <a:pt x="6410588" y="1051895"/>
                  </a:lnTo>
                  <a:lnTo>
                    <a:pt x="6438764" y="973297"/>
                  </a:lnTo>
                  <a:lnTo>
                    <a:pt x="6466994" y="898815"/>
                  </a:lnTo>
                  <a:lnTo>
                    <a:pt x="6495382" y="828396"/>
                  </a:lnTo>
                  <a:lnTo>
                    <a:pt x="6515891" y="780383"/>
                  </a:lnTo>
                  <a:lnTo>
                    <a:pt x="6558072" y="689349"/>
                  </a:lnTo>
                  <a:lnTo>
                    <a:pt x="6601506" y="606627"/>
                  </a:lnTo>
                  <a:lnTo>
                    <a:pt x="6646743" y="531878"/>
                  </a:lnTo>
                  <a:lnTo>
                    <a:pt x="6694407" y="464483"/>
                  </a:lnTo>
                  <a:lnTo>
                    <a:pt x="6745142" y="403713"/>
                  </a:lnTo>
                  <a:lnTo>
                    <a:pt x="6799573" y="348837"/>
                  </a:lnTo>
                  <a:lnTo>
                    <a:pt x="6858256" y="299178"/>
                  </a:lnTo>
                  <a:lnTo>
                    <a:pt x="6921608" y="254160"/>
                  </a:lnTo>
                  <a:lnTo>
                    <a:pt x="6989824" y="213319"/>
                  </a:lnTo>
                  <a:lnTo>
                    <a:pt x="7062768" y="176319"/>
                  </a:lnTo>
                  <a:lnTo>
                    <a:pt x="7139850" y="142952"/>
                  </a:lnTo>
                  <a:lnTo>
                    <a:pt x="7219908" y="113130"/>
                  </a:lnTo>
                  <a:lnTo>
                    <a:pt x="7301131" y="86862"/>
                  </a:lnTo>
                  <a:lnTo>
                    <a:pt x="7381071" y="64218"/>
                  </a:lnTo>
                  <a:lnTo>
                    <a:pt x="7456790" y="45274"/>
                  </a:lnTo>
                  <a:lnTo>
                    <a:pt x="7525179" y="30046"/>
                  </a:lnTo>
                  <a:lnTo>
                    <a:pt x="7583410" y="18429"/>
                  </a:lnTo>
                  <a:lnTo>
                    <a:pt x="7629439" y="10155"/>
                  </a:lnTo>
                  <a:lnTo>
                    <a:pt x="7662429" y="4788"/>
                  </a:lnTo>
                  <a:lnTo>
                    <a:pt x="7682977" y="1750"/>
                  </a:lnTo>
                  <a:lnTo>
                    <a:pt x="7693103" y="386"/>
                  </a:lnTo>
                  <a:lnTo>
                    <a:pt x="7696092" y="1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0" name="pl1600"/>
            <p:cNvSpPr/>
            <p:nvPr/>
          </p:nvSpPr>
          <p:spPr>
            <a:xfrm>
              <a:off x="546595" y="565343"/>
              <a:ext cx="8234974" cy="4682299"/>
            </a:xfrm>
            <a:custGeom>
              <a:avLst/>
              <a:pathLst>
                <a:path w="8234974" h="4682299">
                  <a:moveTo>
                    <a:pt x="8234974" y="0"/>
                  </a:move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816" y="4682293"/>
                  </a:lnTo>
                  <a:lnTo>
                    <a:pt x="3838320" y="4682255"/>
                  </a:lnTo>
                  <a:lnTo>
                    <a:pt x="3817142" y="4682147"/>
                  </a:lnTo>
                  <a:lnTo>
                    <a:pt x="3779885" y="4681936"/>
                  </a:lnTo>
                  <a:lnTo>
                    <a:pt x="3725576" y="4681591"/>
                  </a:lnTo>
                  <a:lnTo>
                    <a:pt x="3655676" y="4681091"/>
                  </a:lnTo>
                  <a:lnTo>
                    <a:pt x="3573599" y="4680423"/>
                  </a:lnTo>
                  <a:lnTo>
                    <a:pt x="3483828" y="4679585"/>
                  </a:lnTo>
                  <a:lnTo>
                    <a:pt x="3390944" y="4678580"/>
                  </a:lnTo>
                  <a:lnTo>
                    <a:pt x="3298882" y="4677411"/>
                  </a:lnTo>
                  <a:lnTo>
                    <a:pt x="3210523" y="4676081"/>
                  </a:lnTo>
                  <a:lnTo>
                    <a:pt x="3127636" y="4674583"/>
                  </a:lnTo>
                  <a:lnTo>
                    <a:pt x="3051016" y="4672907"/>
                  </a:lnTo>
                  <a:lnTo>
                    <a:pt x="2980723" y="4671032"/>
                  </a:lnTo>
                  <a:lnTo>
                    <a:pt x="2916311" y="4668933"/>
                  </a:lnTo>
                  <a:lnTo>
                    <a:pt x="2857025" y="4666575"/>
                  </a:lnTo>
                  <a:lnTo>
                    <a:pt x="2801951" y="4663922"/>
                  </a:lnTo>
                  <a:lnTo>
                    <a:pt x="2750122" y="4660934"/>
                  </a:lnTo>
                  <a:lnTo>
                    <a:pt x="2700606" y="4657580"/>
                  </a:lnTo>
                  <a:lnTo>
                    <a:pt x="2667772" y="4655076"/>
                  </a:lnTo>
                  <a:lnTo>
                    <a:pt x="2615149" y="4650611"/>
                  </a:lnTo>
                  <a:lnTo>
                    <a:pt x="2563028" y="4645661"/>
                  </a:lnTo>
                  <a:lnTo>
                    <a:pt x="2510821" y="4640220"/>
                  </a:lnTo>
                  <a:lnTo>
                    <a:pt x="2458139" y="4634303"/>
                  </a:lnTo>
                  <a:lnTo>
                    <a:pt x="2404772" y="4627943"/>
                  </a:lnTo>
                  <a:lnTo>
                    <a:pt x="2350662" y="4621198"/>
                  </a:lnTo>
                  <a:lnTo>
                    <a:pt x="2295882" y="4614147"/>
                  </a:lnTo>
                  <a:lnTo>
                    <a:pt x="2240611" y="4606886"/>
                  </a:lnTo>
                  <a:lnTo>
                    <a:pt x="2185099" y="4599525"/>
                  </a:lnTo>
                  <a:lnTo>
                    <a:pt x="2129630" y="4592183"/>
                  </a:lnTo>
                  <a:lnTo>
                    <a:pt x="2074482" y="4584974"/>
                  </a:lnTo>
                  <a:lnTo>
                    <a:pt x="2019889" y="4578005"/>
                  </a:lnTo>
                  <a:lnTo>
                    <a:pt x="1965999" y="4571368"/>
                  </a:lnTo>
                  <a:lnTo>
                    <a:pt x="1912851" y="4565136"/>
                  </a:lnTo>
                  <a:lnTo>
                    <a:pt x="1860341" y="4559359"/>
                  </a:lnTo>
                  <a:lnTo>
                    <a:pt x="1808209" y="4554065"/>
                  </a:lnTo>
                  <a:lnTo>
                    <a:pt x="1756010" y="4549262"/>
                  </a:lnTo>
                  <a:lnTo>
                    <a:pt x="1719082" y="4546186"/>
                  </a:lnTo>
                  <a:lnTo>
                    <a:pt x="1670669" y="4542572"/>
                  </a:lnTo>
                  <a:lnTo>
                    <a:pt x="1620511" y="4539337"/>
                  </a:lnTo>
                  <a:lnTo>
                    <a:pt x="1567753" y="4536460"/>
                  </a:lnTo>
                  <a:lnTo>
                    <a:pt x="1511441" y="4533905"/>
                  </a:lnTo>
                  <a:lnTo>
                    <a:pt x="1450616" y="4531634"/>
                  </a:lnTo>
                  <a:lnTo>
                    <a:pt x="1384400" y="4529609"/>
                  </a:lnTo>
                  <a:lnTo>
                    <a:pt x="1312120" y="4527801"/>
                  </a:lnTo>
                  <a:lnTo>
                    <a:pt x="1233467" y="4526183"/>
                  </a:lnTo>
                  <a:lnTo>
                    <a:pt x="1148707" y="4524739"/>
                  </a:lnTo>
                  <a:lnTo>
                    <a:pt x="1058925" y="4523460"/>
                  </a:lnTo>
                  <a:lnTo>
                    <a:pt x="966234" y="4522343"/>
                  </a:lnTo>
                  <a:lnTo>
                    <a:pt x="873873" y="4521391"/>
                  </a:lnTo>
                  <a:lnTo>
                    <a:pt x="786042" y="4520607"/>
                  </a:lnTo>
                  <a:lnTo>
                    <a:pt x="707390" y="4519993"/>
                  </a:lnTo>
                  <a:lnTo>
                    <a:pt x="642165" y="4519544"/>
                  </a:lnTo>
                  <a:lnTo>
                    <a:pt x="593242" y="4519245"/>
                  </a:lnTo>
                  <a:lnTo>
                    <a:pt x="561335" y="4519071"/>
                  </a:lnTo>
                  <a:lnTo>
                    <a:pt x="544674" y="4518989"/>
                  </a:lnTo>
                  <a:lnTo>
                    <a:pt x="539156" y="4518965"/>
                  </a:lnTo>
                  <a:lnTo>
                    <a:pt x="538736" y="4518963"/>
                  </a:lnTo>
                  <a:lnTo>
                    <a:pt x="0" y="45189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1" name="pg1601"/>
            <p:cNvSpPr/>
            <p:nvPr/>
          </p:nvSpPr>
          <p:spPr>
            <a:xfrm>
              <a:off x="546595" y="897459"/>
              <a:ext cx="8234974" cy="4371960"/>
            </a:xfrm>
            <a:custGeom>
              <a:avLst/>
              <a:pathLst>
                <a:path w="8234974" h="4371960">
                  <a:moveTo>
                    <a:pt x="0" y="4197735"/>
                  </a:moveTo>
                  <a:lnTo>
                    <a:pt x="538736" y="4197735"/>
                  </a:lnTo>
                  <a:lnTo>
                    <a:pt x="540038" y="4197741"/>
                  </a:lnTo>
                  <a:lnTo>
                    <a:pt x="548534" y="4197783"/>
                  </a:lnTo>
                  <a:lnTo>
                    <a:pt x="569711" y="4197897"/>
                  </a:lnTo>
                  <a:lnTo>
                    <a:pt x="606966" y="4198122"/>
                  </a:lnTo>
                  <a:lnTo>
                    <a:pt x="661273" y="4198490"/>
                  </a:lnTo>
                  <a:lnTo>
                    <a:pt x="731170" y="4199024"/>
                  </a:lnTo>
                  <a:lnTo>
                    <a:pt x="813244" y="4199736"/>
                  </a:lnTo>
                  <a:lnTo>
                    <a:pt x="903013" y="4200630"/>
                  </a:lnTo>
                  <a:lnTo>
                    <a:pt x="995895" y="4201702"/>
                  </a:lnTo>
                  <a:lnTo>
                    <a:pt x="1087956" y="4202948"/>
                  </a:lnTo>
                  <a:lnTo>
                    <a:pt x="1176314" y="4204368"/>
                  </a:lnTo>
                  <a:lnTo>
                    <a:pt x="1259201" y="4205965"/>
                  </a:lnTo>
                  <a:lnTo>
                    <a:pt x="1335821" y="4207753"/>
                  </a:lnTo>
                  <a:lnTo>
                    <a:pt x="1406114" y="4209753"/>
                  </a:lnTo>
                  <a:lnTo>
                    <a:pt x="1470527" y="4211992"/>
                  </a:lnTo>
                  <a:lnTo>
                    <a:pt x="1529813" y="4214507"/>
                  </a:lnTo>
                  <a:lnTo>
                    <a:pt x="1584887" y="4217337"/>
                  </a:lnTo>
                  <a:lnTo>
                    <a:pt x="1636716" y="4220524"/>
                  </a:lnTo>
                  <a:lnTo>
                    <a:pt x="1686232" y="4224101"/>
                  </a:lnTo>
                  <a:lnTo>
                    <a:pt x="1719082" y="4226773"/>
                  </a:lnTo>
                  <a:lnTo>
                    <a:pt x="1771683" y="4231534"/>
                  </a:lnTo>
                  <a:lnTo>
                    <a:pt x="1823780" y="4236811"/>
                  </a:lnTo>
                  <a:lnTo>
                    <a:pt x="1875963" y="4242611"/>
                  </a:lnTo>
                  <a:lnTo>
                    <a:pt x="1928621" y="4248919"/>
                  </a:lnTo>
                  <a:lnTo>
                    <a:pt x="1981962" y="4255699"/>
                  </a:lnTo>
                  <a:lnTo>
                    <a:pt x="2036047" y="4262890"/>
                  </a:lnTo>
                  <a:lnTo>
                    <a:pt x="2090800" y="4270407"/>
                  </a:lnTo>
                  <a:lnTo>
                    <a:pt x="2146045" y="4278148"/>
                  </a:lnTo>
                  <a:lnTo>
                    <a:pt x="2201532" y="4285995"/>
                  </a:lnTo>
                  <a:lnTo>
                    <a:pt x="2256977" y="4293824"/>
                  </a:lnTo>
                  <a:lnTo>
                    <a:pt x="2312102" y="4301512"/>
                  </a:lnTo>
                  <a:lnTo>
                    <a:pt x="2366674" y="4308944"/>
                  </a:lnTo>
                  <a:lnTo>
                    <a:pt x="2420544" y="4316022"/>
                  </a:lnTo>
                  <a:lnTo>
                    <a:pt x="2473673" y="4322669"/>
                  </a:lnTo>
                  <a:lnTo>
                    <a:pt x="2526163" y="4328832"/>
                  </a:lnTo>
                  <a:lnTo>
                    <a:pt x="2578273" y="4334480"/>
                  </a:lnTo>
                  <a:lnTo>
                    <a:pt x="2630446" y="4339605"/>
                  </a:lnTo>
                  <a:lnTo>
                    <a:pt x="2667772" y="4342923"/>
                  </a:lnTo>
                  <a:lnTo>
                    <a:pt x="2716185" y="4346777"/>
                  </a:lnTo>
                  <a:lnTo>
                    <a:pt x="2766342" y="4350228"/>
                  </a:lnTo>
                  <a:lnTo>
                    <a:pt x="2819099" y="4353297"/>
                  </a:lnTo>
                  <a:lnTo>
                    <a:pt x="2875409" y="4356022"/>
                  </a:lnTo>
                  <a:lnTo>
                    <a:pt x="2936233" y="4358445"/>
                  </a:lnTo>
                  <a:lnTo>
                    <a:pt x="3002447" y="4360604"/>
                  </a:lnTo>
                  <a:lnTo>
                    <a:pt x="3074725" y="4362533"/>
                  </a:lnTo>
                  <a:lnTo>
                    <a:pt x="3153376" y="4364259"/>
                  </a:lnTo>
                  <a:lnTo>
                    <a:pt x="3238133" y="4365799"/>
                  </a:lnTo>
                  <a:lnTo>
                    <a:pt x="3327913" y="4367163"/>
                  </a:lnTo>
                  <a:lnTo>
                    <a:pt x="3420602" y="4368354"/>
                  </a:lnTo>
                  <a:lnTo>
                    <a:pt x="3512962" y="4369370"/>
                  </a:lnTo>
                  <a:lnTo>
                    <a:pt x="3600793" y="4370206"/>
                  </a:lnTo>
                  <a:lnTo>
                    <a:pt x="3679446" y="4370861"/>
                  </a:lnTo>
                  <a:lnTo>
                    <a:pt x="3744674" y="4371340"/>
                  </a:lnTo>
                  <a:lnTo>
                    <a:pt x="3793601" y="4371659"/>
                  </a:lnTo>
                  <a:lnTo>
                    <a:pt x="3825512" y="4371845"/>
                  </a:lnTo>
                  <a:lnTo>
                    <a:pt x="3842177" y="4371932"/>
                  </a:lnTo>
                  <a:lnTo>
                    <a:pt x="3847698" y="4371959"/>
                  </a:lnTo>
                  <a:lnTo>
                    <a:pt x="3848118" y="4371960"/>
                  </a:lnTo>
                  <a:lnTo>
                    <a:pt x="4386855" y="4371960"/>
                  </a:lnTo>
                  <a:lnTo>
                    <a:pt x="4387753" y="4371861"/>
                  </a:lnTo>
                  <a:lnTo>
                    <a:pt x="4393664" y="4371152"/>
                  </a:lnTo>
                  <a:lnTo>
                    <a:pt x="4408581" y="4369193"/>
                  </a:lnTo>
                  <a:lnTo>
                    <a:pt x="4435290" y="4365337"/>
                  </a:lnTo>
                  <a:lnTo>
                    <a:pt x="4475168" y="4358981"/>
                  </a:lnTo>
                  <a:lnTo>
                    <a:pt x="4528081" y="4349636"/>
                  </a:lnTo>
                  <a:lnTo>
                    <a:pt x="4592497" y="4336960"/>
                  </a:lnTo>
                  <a:lnTo>
                    <a:pt x="4665831" y="4320782"/>
                  </a:lnTo>
                  <a:lnTo>
                    <a:pt x="4744957" y="4301069"/>
                  </a:lnTo>
                  <a:lnTo>
                    <a:pt x="4826720" y="4277874"/>
                  </a:lnTo>
                  <a:lnTo>
                    <a:pt x="4908342" y="4251274"/>
                  </a:lnTo>
                  <a:lnTo>
                    <a:pt x="4987658" y="4221310"/>
                  </a:lnTo>
                  <a:lnTo>
                    <a:pt x="5063188" y="4187941"/>
                  </a:lnTo>
                  <a:lnTo>
                    <a:pt x="5134088" y="4151017"/>
                  </a:lnTo>
                  <a:lnTo>
                    <a:pt x="5200038" y="4110267"/>
                  </a:lnTo>
                  <a:lnTo>
                    <a:pt x="5261117" y="4065296"/>
                  </a:lnTo>
                  <a:lnTo>
                    <a:pt x="5317673" y="4015591"/>
                  </a:lnTo>
                  <a:lnTo>
                    <a:pt x="5370234" y="3960536"/>
                  </a:lnTo>
                  <a:lnTo>
                    <a:pt x="5419422" y="3899443"/>
                  </a:lnTo>
                  <a:lnTo>
                    <a:pt x="5465900" y="3831604"/>
                  </a:lnTo>
                  <a:lnTo>
                    <a:pt x="5510320" y="3756372"/>
                  </a:lnTo>
                  <a:lnTo>
                    <a:pt x="5553282" y="3673305"/>
                  </a:lnTo>
                  <a:lnTo>
                    <a:pt x="5567201" y="3644208"/>
                  </a:lnTo>
                  <a:lnTo>
                    <a:pt x="5596695" y="3579109"/>
                  </a:lnTo>
                  <a:lnTo>
                    <a:pt x="5625933" y="3510030"/>
                  </a:lnTo>
                  <a:lnTo>
                    <a:pt x="5655042" y="3436890"/>
                  </a:lnTo>
                  <a:lnTo>
                    <a:pt x="5684131" y="3359653"/>
                  </a:lnTo>
                  <a:lnTo>
                    <a:pt x="5713284" y="3278328"/>
                  </a:lnTo>
                  <a:lnTo>
                    <a:pt x="5742567" y="3192978"/>
                  </a:lnTo>
                  <a:lnTo>
                    <a:pt x="5772030" y="3103721"/>
                  </a:lnTo>
                  <a:lnTo>
                    <a:pt x="5801706" y="3010730"/>
                  </a:lnTo>
                  <a:lnTo>
                    <a:pt x="5831613" y="2914240"/>
                  </a:lnTo>
                  <a:lnTo>
                    <a:pt x="5861753" y="2814543"/>
                  </a:lnTo>
                  <a:lnTo>
                    <a:pt x="5892118" y="2711988"/>
                  </a:lnTo>
                  <a:lnTo>
                    <a:pt x="5922688" y="2606975"/>
                  </a:lnTo>
                  <a:lnTo>
                    <a:pt x="5953432" y="2499952"/>
                  </a:lnTo>
                  <a:lnTo>
                    <a:pt x="5984311" y="2391408"/>
                  </a:lnTo>
                  <a:lnTo>
                    <a:pt x="6015282" y="2281861"/>
                  </a:lnTo>
                  <a:lnTo>
                    <a:pt x="6046296" y="2171849"/>
                  </a:lnTo>
                  <a:lnTo>
                    <a:pt x="6077302" y="2061921"/>
                  </a:lnTo>
                  <a:lnTo>
                    <a:pt x="6108250" y="1952624"/>
                  </a:lnTo>
                  <a:lnTo>
                    <a:pt x="6139092" y="1844492"/>
                  </a:lnTo>
                  <a:lnTo>
                    <a:pt x="6169786" y="1738035"/>
                  </a:lnTo>
                  <a:lnTo>
                    <a:pt x="6200296" y="1633729"/>
                  </a:lnTo>
                  <a:lnTo>
                    <a:pt x="6230594" y="1532009"/>
                  </a:lnTo>
                  <a:lnTo>
                    <a:pt x="6260663" y="1433260"/>
                  </a:lnTo>
                  <a:lnTo>
                    <a:pt x="6290498" y="1337813"/>
                  </a:lnTo>
                  <a:lnTo>
                    <a:pt x="6320106" y="1245944"/>
                  </a:lnTo>
                  <a:lnTo>
                    <a:pt x="6349510" y="1157867"/>
                  </a:lnTo>
                  <a:lnTo>
                    <a:pt x="6378748" y="1073740"/>
                  </a:lnTo>
                  <a:lnTo>
                    <a:pt x="6407873" y="993663"/>
                  </a:lnTo>
                  <a:lnTo>
                    <a:pt x="6436958" y="917681"/>
                  </a:lnTo>
                  <a:lnTo>
                    <a:pt x="6466094" y="845791"/>
                  </a:lnTo>
                  <a:lnTo>
                    <a:pt x="6495395" y="777942"/>
                  </a:lnTo>
                  <a:lnTo>
                    <a:pt x="6515891" y="733197"/>
                  </a:lnTo>
                  <a:lnTo>
                    <a:pt x="6558487" y="647517"/>
                  </a:lnTo>
                  <a:lnTo>
                    <a:pt x="6602365" y="569737"/>
                  </a:lnTo>
                  <a:lnTo>
                    <a:pt x="6648094" y="499527"/>
                  </a:lnTo>
                  <a:lnTo>
                    <a:pt x="6696316" y="436290"/>
                  </a:lnTo>
                  <a:lnTo>
                    <a:pt x="6747694" y="379325"/>
                  </a:lnTo>
                  <a:lnTo>
                    <a:pt x="6802870" y="327929"/>
                  </a:lnTo>
                  <a:lnTo>
                    <a:pt x="6862410" y="281461"/>
                  </a:lnTo>
                  <a:lnTo>
                    <a:pt x="6926732" y="239371"/>
                  </a:lnTo>
                  <a:lnTo>
                    <a:pt x="6996014" y="201223"/>
                  </a:lnTo>
                  <a:lnTo>
                    <a:pt x="7070084" y="166705"/>
                  </a:lnTo>
                  <a:lnTo>
                    <a:pt x="7148284" y="135629"/>
                  </a:lnTo>
                  <a:lnTo>
                    <a:pt x="7229352" y="107919"/>
                  </a:lnTo>
                  <a:lnTo>
                    <a:pt x="7311348" y="83595"/>
                  </a:lnTo>
                  <a:lnTo>
                    <a:pt x="7391680" y="62726"/>
                  </a:lnTo>
                  <a:lnTo>
                    <a:pt x="7467278" y="45382"/>
                  </a:lnTo>
                  <a:lnTo>
                    <a:pt x="7534954" y="31565"/>
                  </a:lnTo>
                  <a:lnTo>
                    <a:pt x="7591886" y="21151"/>
                  </a:lnTo>
                  <a:lnTo>
                    <a:pt x="7636146" y="13858"/>
                  </a:lnTo>
                  <a:lnTo>
                    <a:pt x="7667114" y="9241"/>
                  </a:lnTo>
                  <a:lnTo>
                    <a:pt x="7685672" y="6727"/>
                  </a:lnTo>
                  <a:lnTo>
                    <a:pt x="7694164" y="567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39" y="99"/>
                  </a:lnTo>
                  <a:lnTo>
                    <a:pt x="7689428" y="808"/>
                  </a:lnTo>
                  <a:lnTo>
                    <a:pt x="7674511" y="2766"/>
                  </a:lnTo>
                  <a:lnTo>
                    <a:pt x="7647803" y="6623"/>
                  </a:lnTo>
                  <a:lnTo>
                    <a:pt x="7607925" y="12978"/>
                  </a:lnTo>
                  <a:lnTo>
                    <a:pt x="7555011" y="22324"/>
                  </a:lnTo>
                  <a:lnTo>
                    <a:pt x="7490596" y="35000"/>
                  </a:lnTo>
                  <a:lnTo>
                    <a:pt x="7417262" y="51178"/>
                  </a:lnTo>
                  <a:lnTo>
                    <a:pt x="7338135" y="70891"/>
                  </a:lnTo>
                  <a:lnTo>
                    <a:pt x="7256373" y="94086"/>
                  </a:lnTo>
                  <a:lnTo>
                    <a:pt x="7174751" y="120686"/>
                  </a:lnTo>
                  <a:lnTo>
                    <a:pt x="7095435" y="150650"/>
                  </a:lnTo>
                  <a:lnTo>
                    <a:pt x="7019905" y="184019"/>
                  </a:lnTo>
                  <a:lnTo>
                    <a:pt x="6949005" y="220943"/>
                  </a:lnTo>
                  <a:lnTo>
                    <a:pt x="6883054" y="261693"/>
                  </a:lnTo>
                  <a:lnTo>
                    <a:pt x="6821976" y="306664"/>
                  </a:lnTo>
                  <a:lnTo>
                    <a:pt x="6765419" y="356369"/>
                  </a:lnTo>
                  <a:lnTo>
                    <a:pt x="6712858" y="411424"/>
                  </a:lnTo>
                  <a:lnTo>
                    <a:pt x="6663670" y="472517"/>
                  </a:lnTo>
                  <a:lnTo>
                    <a:pt x="6617193" y="540356"/>
                  </a:lnTo>
                  <a:lnTo>
                    <a:pt x="6572772" y="615588"/>
                  </a:lnTo>
                  <a:lnTo>
                    <a:pt x="6529810" y="698655"/>
                  </a:lnTo>
                  <a:lnTo>
                    <a:pt x="6515891" y="727752"/>
                  </a:lnTo>
                  <a:lnTo>
                    <a:pt x="6486397" y="792851"/>
                  </a:lnTo>
                  <a:lnTo>
                    <a:pt x="6457160" y="861930"/>
                  </a:lnTo>
                  <a:lnTo>
                    <a:pt x="6428050" y="935070"/>
                  </a:lnTo>
                  <a:lnTo>
                    <a:pt x="6398962" y="1012307"/>
                  </a:lnTo>
                  <a:lnTo>
                    <a:pt x="6369809" y="1093632"/>
                  </a:lnTo>
                  <a:lnTo>
                    <a:pt x="6340525" y="1178982"/>
                  </a:lnTo>
                  <a:lnTo>
                    <a:pt x="6311062" y="1268239"/>
                  </a:lnTo>
                  <a:lnTo>
                    <a:pt x="6281386" y="1361230"/>
                  </a:lnTo>
                  <a:lnTo>
                    <a:pt x="6251480" y="1457720"/>
                  </a:lnTo>
                  <a:lnTo>
                    <a:pt x="6221340" y="1557417"/>
                  </a:lnTo>
                  <a:lnTo>
                    <a:pt x="6190974" y="1659972"/>
                  </a:lnTo>
                  <a:lnTo>
                    <a:pt x="6160405" y="1764985"/>
                  </a:lnTo>
                  <a:lnTo>
                    <a:pt x="6129661" y="1872008"/>
                  </a:lnTo>
                  <a:lnTo>
                    <a:pt x="6098781" y="1980552"/>
                  </a:lnTo>
                  <a:lnTo>
                    <a:pt x="6067810" y="2090099"/>
                  </a:lnTo>
                  <a:lnTo>
                    <a:pt x="6036797" y="2200111"/>
                  </a:lnTo>
                  <a:lnTo>
                    <a:pt x="6005791" y="2310039"/>
                  </a:lnTo>
                  <a:lnTo>
                    <a:pt x="5974843" y="2419336"/>
                  </a:lnTo>
                  <a:lnTo>
                    <a:pt x="5944000" y="2527468"/>
                  </a:lnTo>
                  <a:lnTo>
                    <a:pt x="5913306" y="2633925"/>
                  </a:lnTo>
                  <a:lnTo>
                    <a:pt x="5882796" y="2738231"/>
                  </a:lnTo>
                  <a:lnTo>
                    <a:pt x="5852498" y="2839951"/>
                  </a:lnTo>
                  <a:lnTo>
                    <a:pt x="5822429" y="2938700"/>
                  </a:lnTo>
                  <a:lnTo>
                    <a:pt x="5792594" y="3034147"/>
                  </a:lnTo>
                  <a:lnTo>
                    <a:pt x="5762986" y="3126016"/>
                  </a:lnTo>
                  <a:lnTo>
                    <a:pt x="5733582" y="3214093"/>
                  </a:lnTo>
                  <a:lnTo>
                    <a:pt x="5704345" y="3298220"/>
                  </a:lnTo>
                  <a:lnTo>
                    <a:pt x="5675219" y="3378297"/>
                  </a:lnTo>
                  <a:lnTo>
                    <a:pt x="5646134" y="3454279"/>
                  </a:lnTo>
                  <a:lnTo>
                    <a:pt x="5616998" y="3526169"/>
                  </a:lnTo>
                  <a:lnTo>
                    <a:pt x="5587697" y="3594018"/>
                  </a:lnTo>
                  <a:lnTo>
                    <a:pt x="5567201" y="3638763"/>
                  </a:lnTo>
                  <a:lnTo>
                    <a:pt x="5524606" y="3724443"/>
                  </a:lnTo>
                  <a:lnTo>
                    <a:pt x="5480728" y="3802223"/>
                  </a:lnTo>
                  <a:lnTo>
                    <a:pt x="5434998" y="3872433"/>
                  </a:lnTo>
                  <a:lnTo>
                    <a:pt x="5386777" y="3935670"/>
                  </a:lnTo>
                  <a:lnTo>
                    <a:pt x="5335399" y="3992635"/>
                  </a:lnTo>
                  <a:lnTo>
                    <a:pt x="5280222" y="4044031"/>
                  </a:lnTo>
                  <a:lnTo>
                    <a:pt x="5220682" y="4090499"/>
                  </a:lnTo>
                  <a:lnTo>
                    <a:pt x="5156361" y="4132589"/>
                  </a:lnTo>
                  <a:lnTo>
                    <a:pt x="5087078" y="4170737"/>
                  </a:lnTo>
                  <a:lnTo>
                    <a:pt x="5013008" y="4205255"/>
                  </a:lnTo>
                  <a:lnTo>
                    <a:pt x="4934808" y="4236331"/>
                  </a:lnTo>
                  <a:lnTo>
                    <a:pt x="4853740" y="4264041"/>
                  </a:lnTo>
                  <a:lnTo>
                    <a:pt x="4771744" y="4288365"/>
                  </a:lnTo>
                  <a:lnTo>
                    <a:pt x="4691413" y="4309233"/>
                  </a:lnTo>
                  <a:lnTo>
                    <a:pt x="4615814" y="4326578"/>
                  </a:lnTo>
                  <a:lnTo>
                    <a:pt x="4548138" y="4340395"/>
                  </a:lnTo>
                  <a:lnTo>
                    <a:pt x="4491206" y="4350809"/>
                  </a:lnTo>
                  <a:lnTo>
                    <a:pt x="4446946" y="4358102"/>
                  </a:lnTo>
                  <a:lnTo>
                    <a:pt x="4415978" y="4362719"/>
                  </a:lnTo>
                  <a:lnTo>
                    <a:pt x="4397420" y="4365233"/>
                  </a:lnTo>
                  <a:lnTo>
                    <a:pt x="4388928" y="4366281"/>
                  </a:lnTo>
                  <a:lnTo>
                    <a:pt x="4386855" y="4366516"/>
                  </a:lnTo>
                  <a:lnTo>
                    <a:pt x="3848118" y="4366516"/>
                  </a:lnTo>
                  <a:lnTo>
                    <a:pt x="3846816" y="4366510"/>
                  </a:lnTo>
                  <a:lnTo>
                    <a:pt x="3838321" y="4366469"/>
                  </a:lnTo>
                  <a:lnTo>
                    <a:pt x="3817144" y="4366354"/>
                  </a:lnTo>
                  <a:lnTo>
                    <a:pt x="3779889" y="4366129"/>
                  </a:lnTo>
                  <a:lnTo>
                    <a:pt x="3725582" y="4365761"/>
                  </a:lnTo>
                  <a:lnTo>
                    <a:pt x="3655685" y="4365228"/>
                  </a:lnTo>
                  <a:lnTo>
                    <a:pt x="3573611" y="4364515"/>
                  </a:lnTo>
                  <a:lnTo>
                    <a:pt x="3483841" y="4363622"/>
                  </a:lnTo>
                  <a:lnTo>
                    <a:pt x="3390960" y="4362549"/>
                  </a:lnTo>
                  <a:lnTo>
                    <a:pt x="3298898" y="4361303"/>
                  </a:lnTo>
                  <a:lnTo>
                    <a:pt x="3210540" y="4359883"/>
                  </a:lnTo>
                  <a:lnTo>
                    <a:pt x="3127653" y="4358286"/>
                  </a:lnTo>
                  <a:lnTo>
                    <a:pt x="3051034" y="4356498"/>
                  </a:lnTo>
                  <a:lnTo>
                    <a:pt x="2980740" y="4354499"/>
                  </a:lnTo>
                  <a:lnTo>
                    <a:pt x="2916328" y="4352259"/>
                  </a:lnTo>
                  <a:lnTo>
                    <a:pt x="2857042" y="4349745"/>
                  </a:lnTo>
                  <a:lnTo>
                    <a:pt x="2801968" y="4346914"/>
                  </a:lnTo>
                  <a:lnTo>
                    <a:pt x="2750139" y="4343728"/>
                  </a:lnTo>
                  <a:lnTo>
                    <a:pt x="2700623" y="4340150"/>
                  </a:lnTo>
                  <a:lnTo>
                    <a:pt x="2667772" y="4337478"/>
                  </a:lnTo>
                  <a:lnTo>
                    <a:pt x="2615172" y="4332717"/>
                  </a:lnTo>
                  <a:lnTo>
                    <a:pt x="2563075" y="4327440"/>
                  </a:lnTo>
                  <a:lnTo>
                    <a:pt x="2510891" y="4321640"/>
                  </a:lnTo>
                  <a:lnTo>
                    <a:pt x="2458234" y="4315332"/>
                  </a:lnTo>
                  <a:lnTo>
                    <a:pt x="2404892" y="4308552"/>
                  </a:lnTo>
                  <a:lnTo>
                    <a:pt x="2350808" y="4301362"/>
                  </a:lnTo>
                  <a:lnTo>
                    <a:pt x="2296055" y="4293844"/>
                  </a:lnTo>
                  <a:lnTo>
                    <a:pt x="2240810" y="4286103"/>
                  </a:lnTo>
                  <a:lnTo>
                    <a:pt x="2185322" y="4278256"/>
                  </a:lnTo>
                  <a:lnTo>
                    <a:pt x="2129877" y="4270427"/>
                  </a:lnTo>
                  <a:lnTo>
                    <a:pt x="2074753" y="4262740"/>
                  </a:lnTo>
                  <a:lnTo>
                    <a:pt x="2020180" y="4255308"/>
                  </a:lnTo>
                  <a:lnTo>
                    <a:pt x="1966311" y="4248229"/>
                  </a:lnTo>
                  <a:lnTo>
                    <a:pt x="1913181" y="4241582"/>
                  </a:lnTo>
                  <a:lnTo>
                    <a:pt x="1860692" y="4235419"/>
                  </a:lnTo>
                  <a:lnTo>
                    <a:pt x="1808581" y="4229772"/>
                  </a:lnTo>
                  <a:lnTo>
                    <a:pt x="1756408" y="4224647"/>
                  </a:lnTo>
                  <a:lnTo>
                    <a:pt x="1719082" y="4221328"/>
                  </a:lnTo>
                  <a:lnTo>
                    <a:pt x="1670670" y="4217474"/>
                  </a:lnTo>
                  <a:lnTo>
                    <a:pt x="1620513" y="4214024"/>
                  </a:lnTo>
                  <a:lnTo>
                    <a:pt x="1567756" y="4210955"/>
                  </a:lnTo>
                  <a:lnTo>
                    <a:pt x="1511446" y="4208229"/>
                  </a:lnTo>
                  <a:lnTo>
                    <a:pt x="1450622" y="4205807"/>
                  </a:lnTo>
                  <a:lnTo>
                    <a:pt x="1384408" y="4203647"/>
                  </a:lnTo>
                  <a:lnTo>
                    <a:pt x="1312130" y="4201718"/>
                  </a:lnTo>
                  <a:lnTo>
                    <a:pt x="1233479" y="4199993"/>
                  </a:lnTo>
                  <a:lnTo>
                    <a:pt x="1148722" y="4198453"/>
                  </a:lnTo>
                  <a:lnTo>
                    <a:pt x="1058942" y="4197088"/>
                  </a:lnTo>
                  <a:lnTo>
                    <a:pt x="966252" y="4195897"/>
                  </a:lnTo>
                  <a:lnTo>
                    <a:pt x="873893" y="4194881"/>
                  </a:lnTo>
                  <a:lnTo>
                    <a:pt x="786062" y="4194045"/>
                  </a:lnTo>
                  <a:lnTo>
                    <a:pt x="707408" y="4193390"/>
                  </a:lnTo>
                  <a:lnTo>
                    <a:pt x="642181" y="4192911"/>
                  </a:lnTo>
                  <a:lnTo>
                    <a:pt x="593254" y="4192592"/>
                  </a:lnTo>
                  <a:lnTo>
                    <a:pt x="561342" y="4192406"/>
                  </a:lnTo>
                  <a:lnTo>
                    <a:pt x="544677" y="4192319"/>
                  </a:lnTo>
                  <a:lnTo>
                    <a:pt x="539157" y="4192293"/>
                  </a:lnTo>
                  <a:lnTo>
                    <a:pt x="538736" y="4192291"/>
                  </a:lnTo>
                  <a:lnTo>
                    <a:pt x="0" y="4192291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02" name="pl1602"/>
            <p:cNvSpPr/>
            <p:nvPr/>
          </p:nvSpPr>
          <p:spPr>
            <a:xfrm>
              <a:off x="546595" y="902904"/>
              <a:ext cx="8234974" cy="4366516"/>
            </a:xfrm>
            <a:custGeom>
              <a:avLst/>
              <a:pathLst>
                <a:path w="8234974" h="4366516">
                  <a:moveTo>
                    <a:pt x="0" y="4192291"/>
                  </a:moveTo>
                  <a:lnTo>
                    <a:pt x="538736" y="4192291"/>
                  </a:lnTo>
                  <a:lnTo>
                    <a:pt x="540038" y="4192297"/>
                  </a:lnTo>
                  <a:lnTo>
                    <a:pt x="548534" y="4192338"/>
                  </a:lnTo>
                  <a:lnTo>
                    <a:pt x="569711" y="4192453"/>
                  </a:lnTo>
                  <a:lnTo>
                    <a:pt x="606966" y="4192678"/>
                  </a:lnTo>
                  <a:lnTo>
                    <a:pt x="661273" y="4193045"/>
                  </a:lnTo>
                  <a:lnTo>
                    <a:pt x="731170" y="4193579"/>
                  </a:lnTo>
                  <a:lnTo>
                    <a:pt x="813244" y="4194291"/>
                  </a:lnTo>
                  <a:lnTo>
                    <a:pt x="903013" y="4195185"/>
                  </a:lnTo>
                  <a:lnTo>
                    <a:pt x="995895" y="4196257"/>
                  </a:lnTo>
                  <a:lnTo>
                    <a:pt x="1087956" y="4197504"/>
                  </a:lnTo>
                  <a:lnTo>
                    <a:pt x="1176314" y="4198923"/>
                  </a:lnTo>
                  <a:lnTo>
                    <a:pt x="1259201" y="4200521"/>
                  </a:lnTo>
                  <a:lnTo>
                    <a:pt x="1335821" y="4202309"/>
                  </a:lnTo>
                  <a:lnTo>
                    <a:pt x="1406114" y="4204308"/>
                  </a:lnTo>
                  <a:lnTo>
                    <a:pt x="1470527" y="4206547"/>
                  </a:lnTo>
                  <a:lnTo>
                    <a:pt x="1529813" y="4209062"/>
                  </a:lnTo>
                  <a:lnTo>
                    <a:pt x="1584887" y="4211892"/>
                  </a:lnTo>
                  <a:lnTo>
                    <a:pt x="1636716" y="4215079"/>
                  </a:lnTo>
                  <a:lnTo>
                    <a:pt x="1686232" y="4218656"/>
                  </a:lnTo>
                  <a:lnTo>
                    <a:pt x="1719082" y="4221328"/>
                  </a:lnTo>
                  <a:lnTo>
                    <a:pt x="1771683" y="4226089"/>
                  </a:lnTo>
                  <a:lnTo>
                    <a:pt x="1823780" y="4231367"/>
                  </a:lnTo>
                  <a:lnTo>
                    <a:pt x="1875963" y="4237166"/>
                  </a:lnTo>
                  <a:lnTo>
                    <a:pt x="1928621" y="4243475"/>
                  </a:lnTo>
                  <a:lnTo>
                    <a:pt x="1981962" y="4250255"/>
                  </a:lnTo>
                  <a:lnTo>
                    <a:pt x="2036047" y="4257445"/>
                  </a:lnTo>
                  <a:lnTo>
                    <a:pt x="2090800" y="4264963"/>
                  </a:lnTo>
                  <a:lnTo>
                    <a:pt x="2146045" y="4272704"/>
                  </a:lnTo>
                  <a:lnTo>
                    <a:pt x="2201532" y="4280551"/>
                  </a:lnTo>
                  <a:lnTo>
                    <a:pt x="2256977" y="4288380"/>
                  </a:lnTo>
                  <a:lnTo>
                    <a:pt x="2312102" y="4296067"/>
                  </a:lnTo>
                  <a:lnTo>
                    <a:pt x="2366674" y="4303499"/>
                  </a:lnTo>
                  <a:lnTo>
                    <a:pt x="2420544" y="4310577"/>
                  </a:lnTo>
                  <a:lnTo>
                    <a:pt x="2473673" y="4317225"/>
                  </a:lnTo>
                  <a:lnTo>
                    <a:pt x="2526163" y="4323387"/>
                  </a:lnTo>
                  <a:lnTo>
                    <a:pt x="2578273" y="4329035"/>
                  </a:lnTo>
                  <a:lnTo>
                    <a:pt x="2630446" y="4334160"/>
                  </a:lnTo>
                  <a:lnTo>
                    <a:pt x="2667772" y="4337478"/>
                  </a:lnTo>
                  <a:lnTo>
                    <a:pt x="2716185" y="4341333"/>
                  </a:lnTo>
                  <a:lnTo>
                    <a:pt x="2766342" y="4344783"/>
                  </a:lnTo>
                  <a:lnTo>
                    <a:pt x="2819099" y="4347852"/>
                  </a:lnTo>
                  <a:lnTo>
                    <a:pt x="2875409" y="4350577"/>
                  </a:lnTo>
                  <a:lnTo>
                    <a:pt x="2936233" y="4353000"/>
                  </a:lnTo>
                  <a:lnTo>
                    <a:pt x="3002447" y="4355159"/>
                  </a:lnTo>
                  <a:lnTo>
                    <a:pt x="3074725" y="4357089"/>
                  </a:lnTo>
                  <a:lnTo>
                    <a:pt x="3153376" y="4358814"/>
                  </a:lnTo>
                  <a:lnTo>
                    <a:pt x="3238133" y="4360354"/>
                  </a:lnTo>
                  <a:lnTo>
                    <a:pt x="3327913" y="4361718"/>
                  </a:lnTo>
                  <a:lnTo>
                    <a:pt x="3420602" y="4362910"/>
                  </a:lnTo>
                  <a:lnTo>
                    <a:pt x="3512962" y="4363926"/>
                  </a:lnTo>
                  <a:lnTo>
                    <a:pt x="3600793" y="4364762"/>
                  </a:lnTo>
                  <a:lnTo>
                    <a:pt x="3679446" y="4365417"/>
                  </a:lnTo>
                  <a:lnTo>
                    <a:pt x="3744674" y="4365895"/>
                  </a:lnTo>
                  <a:lnTo>
                    <a:pt x="3793601" y="4366215"/>
                  </a:lnTo>
                  <a:lnTo>
                    <a:pt x="3825512" y="4366401"/>
                  </a:lnTo>
                  <a:lnTo>
                    <a:pt x="3842177" y="4366488"/>
                  </a:lnTo>
                  <a:lnTo>
                    <a:pt x="3847698" y="4366514"/>
                  </a:lnTo>
                  <a:lnTo>
                    <a:pt x="3848118" y="4366516"/>
                  </a:lnTo>
                  <a:lnTo>
                    <a:pt x="4386855" y="4366516"/>
                  </a:lnTo>
                  <a:lnTo>
                    <a:pt x="4387753" y="4366416"/>
                  </a:lnTo>
                  <a:lnTo>
                    <a:pt x="4393664" y="4365708"/>
                  </a:lnTo>
                  <a:lnTo>
                    <a:pt x="4408581" y="4363749"/>
                  </a:lnTo>
                  <a:lnTo>
                    <a:pt x="4435290" y="4359892"/>
                  </a:lnTo>
                  <a:lnTo>
                    <a:pt x="4475168" y="4353537"/>
                  </a:lnTo>
                  <a:lnTo>
                    <a:pt x="4528081" y="4344191"/>
                  </a:lnTo>
                  <a:lnTo>
                    <a:pt x="4592497" y="4331516"/>
                  </a:lnTo>
                  <a:lnTo>
                    <a:pt x="4665831" y="4315338"/>
                  </a:lnTo>
                  <a:lnTo>
                    <a:pt x="4744957" y="4295624"/>
                  </a:lnTo>
                  <a:lnTo>
                    <a:pt x="4826720" y="4272430"/>
                  </a:lnTo>
                  <a:lnTo>
                    <a:pt x="4908342" y="4245830"/>
                  </a:lnTo>
                  <a:lnTo>
                    <a:pt x="4987658" y="4215865"/>
                  </a:lnTo>
                  <a:lnTo>
                    <a:pt x="5063188" y="4182496"/>
                  </a:lnTo>
                  <a:lnTo>
                    <a:pt x="5134088" y="4145572"/>
                  </a:lnTo>
                  <a:lnTo>
                    <a:pt x="5200038" y="4104823"/>
                  </a:lnTo>
                  <a:lnTo>
                    <a:pt x="5261117" y="4059852"/>
                  </a:lnTo>
                  <a:lnTo>
                    <a:pt x="5317673" y="4010146"/>
                  </a:lnTo>
                  <a:lnTo>
                    <a:pt x="5370234" y="3955091"/>
                  </a:lnTo>
                  <a:lnTo>
                    <a:pt x="5419422" y="3893999"/>
                  </a:lnTo>
                  <a:lnTo>
                    <a:pt x="5465900" y="3826160"/>
                  </a:lnTo>
                  <a:lnTo>
                    <a:pt x="5510320" y="3750927"/>
                  </a:lnTo>
                  <a:lnTo>
                    <a:pt x="5553282" y="3667860"/>
                  </a:lnTo>
                  <a:lnTo>
                    <a:pt x="5567201" y="3638763"/>
                  </a:lnTo>
                  <a:lnTo>
                    <a:pt x="5596695" y="3573664"/>
                  </a:lnTo>
                  <a:lnTo>
                    <a:pt x="5625933" y="3504585"/>
                  </a:lnTo>
                  <a:lnTo>
                    <a:pt x="5655042" y="3431446"/>
                  </a:lnTo>
                  <a:lnTo>
                    <a:pt x="5684131" y="3354208"/>
                  </a:lnTo>
                  <a:lnTo>
                    <a:pt x="5713284" y="3272884"/>
                  </a:lnTo>
                  <a:lnTo>
                    <a:pt x="5742567" y="3187534"/>
                  </a:lnTo>
                  <a:lnTo>
                    <a:pt x="5772030" y="3098276"/>
                  </a:lnTo>
                  <a:lnTo>
                    <a:pt x="5801706" y="3005285"/>
                  </a:lnTo>
                  <a:lnTo>
                    <a:pt x="5831613" y="2908796"/>
                  </a:lnTo>
                  <a:lnTo>
                    <a:pt x="5861753" y="2809099"/>
                  </a:lnTo>
                  <a:lnTo>
                    <a:pt x="5892118" y="2706543"/>
                  </a:lnTo>
                  <a:lnTo>
                    <a:pt x="5922688" y="2601530"/>
                  </a:lnTo>
                  <a:lnTo>
                    <a:pt x="5953432" y="2494508"/>
                  </a:lnTo>
                  <a:lnTo>
                    <a:pt x="5984311" y="2385964"/>
                  </a:lnTo>
                  <a:lnTo>
                    <a:pt x="6015282" y="2276416"/>
                  </a:lnTo>
                  <a:lnTo>
                    <a:pt x="6046296" y="2166404"/>
                  </a:lnTo>
                  <a:lnTo>
                    <a:pt x="6077302" y="2056476"/>
                  </a:lnTo>
                  <a:lnTo>
                    <a:pt x="6108250" y="1947180"/>
                  </a:lnTo>
                  <a:lnTo>
                    <a:pt x="6139092" y="1839048"/>
                  </a:lnTo>
                  <a:lnTo>
                    <a:pt x="6169786" y="1732591"/>
                  </a:lnTo>
                  <a:lnTo>
                    <a:pt x="6200296" y="1628285"/>
                  </a:lnTo>
                  <a:lnTo>
                    <a:pt x="6230594" y="1526564"/>
                  </a:lnTo>
                  <a:lnTo>
                    <a:pt x="6260663" y="1427815"/>
                  </a:lnTo>
                  <a:lnTo>
                    <a:pt x="6290498" y="1332368"/>
                  </a:lnTo>
                  <a:lnTo>
                    <a:pt x="6320106" y="1240499"/>
                  </a:lnTo>
                  <a:lnTo>
                    <a:pt x="6349510" y="1152422"/>
                  </a:lnTo>
                  <a:lnTo>
                    <a:pt x="6378748" y="1068295"/>
                  </a:lnTo>
                  <a:lnTo>
                    <a:pt x="6407873" y="988218"/>
                  </a:lnTo>
                  <a:lnTo>
                    <a:pt x="6436958" y="912237"/>
                  </a:lnTo>
                  <a:lnTo>
                    <a:pt x="6466094" y="840347"/>
                  </a:lnTo>
                  <a:lnTo>
                    <a:pt x="6495395" y="772497"/>
                  </a:lnTo>
                  <a:lnTo>
                    <a:pt x="6515891" y="727752"/>
                  </a:lnTo>
                  <a:lnTo>
                    <a:pt x="6558487" y="642072"/>
                  </a:lnTo>
                  <a:lnTo>
                    <a:pt x="6602365" y="564292"/>
                  </a:lnTo>
                  <a:lnTo>
                    <a:pt x="6648094" y="494083"/>
                  </a:lnTo>
                  <a:lnTo>
                    <a:pt x="6696316" y="430846"/>
                  </a:lnTo>
                  <a:lnTo>
                    <a:pt x="6747694" y="373880"/>
                  </a:lnTo>
                  <a:lnTo>
                    <a:pt x="6802870" y="322485"/>
                  </a:lnTo>
                  <a:lnTo>
                    <a:pt x="6862410" y="276016"/>
                  </a:lnTo>
                  <a:lnTo>
                    <a:pt x="6926732" y="233926"/>
                  </a:lnTo>
                  <a:lnTo>
                    <a:pt x="6996014" y="195778"/>
                  </a:lnTo>
                  <a:lnTo>
                    <a:pt x="7070084" y="161260"/>
                  </a:lnTo>
                  <a:lnTo>
                    <a:pt x="7148284" y="130184"/>
                  </a:lnTo>
                  <a:lnTo>
                    <a:pt x="7229352" y="102475"/>
                  </a:lnTo>
                  <a:lnTo>
                    <a:pt x="7311348" y="78150"/>
                  </a:lnTo>
                  <a:lnTo>
                    <a:pt x="7391680" y="57282"/>
                  </a:lnTo>
                  <a:lnTo>
                    <a:pt x="7467278" y="39938"/>
                  </a:lnTo>
                  <a:lnTo>
                    <a:pt x="7534954" y="26120"/>
                  </a:lnTo>
                  <a:lnTo>
                    <a:pt x="7591886" y="15707"/>
                  </a:lnTo>
                  <a:lnTo>
                    <a:pt x="7636146" y="8414"/>
                  </a:lnTo>
                  <a:lnTo>
                    <a:pt x="7667114" y="3796"/>
                  </a:lnTo>
                  <a:lnTo>
                    <a:pt x="7685672" y="1283"/>
                  </a:lnTo>
                  <a:lnTo>
                    <a:pt x="7694164" y="234"/>
                  </a:lnTo>
                  <a:lnTo>
                    <a:pt x="7696204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3" name="pl1603"/>
            <p:cNvSpPr/>
            <p:nvPr/>
          </p:nvSpPr>
          <p:spPr>
            <a:xfrm>
              <a:off x="546595" y="897459"/>
              <a:ext cx="8234974" cy="4366516"/>
            </a:xfrm>
            <a:custGeom>
              <a:avLst/>
              <a:pathLst>
                <a:path w="8234974" h="4366516">
                  <a:moveTo>
                    <a:pt x="8234974" y="0"/>
                  </a:moveTo>
                  <a:lnTo>
                    <a:pt x="7696237" y="0"/>
                  </a:lnTo>
                  <a:lnTo>
                    <a:pt x="7695339" y="99"/>
                  </a:lnTo>
                  <a:lnTo>
                    <a:pt x="7689428" y="808"/>
                  </a:lnTo>
                  <a:lnTo>
                    <a:pt x="7674511" y="2766"/>
                  </a:lnTo>
                  <a:lnTo>
                    <a:pt x="7647803" y="6623"/>
                  </a:lnTo>
                  <a:lnTo>
                    <a:pt x="7607925" y="12978"/>
                  </a:lnTo>
                  <a:lnTo>
                    <a:pt x="7555011" y="22324"/>
                  </a:lnTo>
                  <a:lnTo>
                    <a:pt x="7490596" y="35000"/>
                  </a:lnTo>
                  <a:lnTo>
                    <a:pt x="7417262" y="51178"/>
                  </a:lnTo>
                  <a:lnTo>
                    <a:pt x="7338135" y="70891"/>
                  </a:lnTo>
                  <a:lnTo>
                    <a:pt x="7256373" y="94086"/>
                  </a:lnTo>
                  <a:lnTo>
                    <a:pt x="7174751" y="120686"/>
                  </a:lnTo>
                  <a:lnTo>
                    <a:pt x="7095435" y="150650"/>
                  </a:lnTo>
                  <a:lnTo>
                    <a:pt x="7019905" y="184019"/>
                  </a:lnTo>
                  <a:lnTo>
                    <a:pt x="6949005" y="220943"/>
                  </a:lnTo>
                  <a:lnTo>
                    <a:pt x="6883054" y="261693"/>
                  </a:lnTo>
                  <a:lnTo>
                    <a:pt x="6821976" y="306664"/>
                  </a:lnTo>
                  <a:lnTo>
                    <a:pt x="6765419" y="356369"/>
                  </a:lnTo>
                  <a:lnTo>
                    <a:pt x="6712858" y="411424"/>
                  </a:lnTo>
                  <a:lnTo>
                    <a:pt x="6663670" y="472517"/>
                  </a:lnTo>
                  <a:lnTo>
                    <a:pt x="6617193" y="540356"/>
                  </a:lnTo>
                  <a:lnTo>
                    <a:pt x="6572772" y="615588"/>
                  </a:lnTo>
                  <a:lnTo>
                    <a:pt x="6529810" y="698655"/>
                  </a:lnTo>
                  <a:lnTo>
                    <a:pt x="6515891" y="727752"/>
                  </a:lnTo>
                  <a:lnTo>
                    <a:pt x="6486397" y="792851"/>
                  </a:lnTo>
                  <a:lnTo>
                    <a:pt x="6457160" y="861930"/>
                  </a:lnTo>
                  <a:lnTo>
                    <a:pt x="6428050" y="935070"/>
                  </a:lnTo>
                  <a:lnTo>
                    <a:pt x="6398962" y="1012307"/>
                  </a:lnTo>
                  <a:lnTo>
                    <a:pt x="6369809" y="1093632"/>
                  </a:lnTo>
                  <a:lnTo>
                    <a:pt x="6340525" y="1178982"/>
                  </a:lnTo>
                  <a:lnTo>
                    <a:pt x="6311062" y="1268239"/>
                  </a:lnTo>
                  <a:lnTo>
                    <a:pt x="6281386" y="1361230"/>
                  </a:lnTo>
                  <a:lnTo>
                    <a:pt x="6251480" y="1457720"/>
                  </a:lnTo>
                  <a:lnTo>
                    <a:pt x="6221340" y="1557417"/>
                  </a:lnTo>
                  <a:lnTo>
                    <a:pt x="6190974" y="1659972"/>
                  </a:lnTo>
                  <a:lnTo>
                    <a:pt x="6160405" y="1764985"/>
                  </a:lnTo>
                  <a:lnTo>
                    <a:pt x="6129661" y="1872008"/>
                  </a:lnTo>
                  <a:lnTo>
                    <a:pt x="6098781" y="1980552"/>
                  </a:lnTo>
                  <a:lnTo>
                    <a:pt x="6067810" y="2090099"/>
                  </a:lnTo>
                  <a:lnTo>
                    <a:pt x="6036797" y="2200111"/>
                  </a:lnTo>
                  <a:lnTo>
                    <a:pt x="6005791" y="2310039"/>
                  </a:lnTo>
                  <a:lnTo>
                    <a:pt x="5974843" y="2419336"/>
                  </a:lnTo>
                  <a:lnTo>
                    <a:pt x="5944000" y="2527468"/>
                  </a:lnTo>
                  <a:lnTo>
                    <a:pt x="5913306" y="2633925"/>
                  </a:lnTo>
                  <a:lnTo>
                    <a:pt x="5882796" y="2738231"/>
                  </a:lnTo>
                  <a:lnTo>
                    <a:pt x="5852498" y="2839951"/>
                  </a:lnTo>
                  <a:lnTo>
                    <a:pt x="5822429" y="2938700"/>
                  </a:lnTo>
                  <a:lnTo>
                    <a:pt x="5792594" y="3034147"/>
                  </a:lnTo>
                  <a:lnTo>
                    <a:pt x="5762986" y="3126016"/>
                  </a:lnTo>
                  <a:lnTo>
                    <a:pt x="5733582" y="3214093"/>
                  </a:lnTo>
                  <a:lnTo>
                    <a:pt x="5704345" y="3298220"/>
                  </a:lnTo>
                  <a:lnTo>
                    <a:pt x="5675219" y="3378297"/>
                  </a:lnTo>
                  <a:lnTo>
                    <a:pt x="5646134" y="3454279"/>
                  </a:lnTo>
                  <a:lnTo>
                    <a:pt x="5616998" y="3526169"/>
                  </a:lnTo>
                  <a:lnTo>
                    <a:pt x="5587697" y="3594018"/>
                  </a:lnTo>
                  <a:lnTo>
                    <a:pt x="5567201" y="3638763"/>
                  </a:lnTo>
                  <a:lnTo>
                    <a:pt x="5524606" y="3724443"/>
                  </a:lnTo>
                  <a:lnTo>
                    <a:pt x="5480728" y="3802223"/>
                  </a:lnTo>
                  <a:lnTo>
                    <a:pt x="5434998" y="3872433"/>
                  </a:lnTo>
                  <a:lnTo>
                    <a:pt x="5386777" y="3935670"/>
                  </a:lnTo>
                  <a:lnTo>
                    <a:pt x="5335399" y="3992635"/>
                  </a:lnTo>
                  <a:lnTo>
                    <a:pt x="5280222" y="4044031"/>
                  </a:lnTo>
                  <a:lnTo>
                    <a:pt x="5220682" y="4090499"/>
                  </a:lnTo>
                  <a:lnTo>
                    <a:pt x="5156361" y="4132589"/>
                  </a:lnTo>
                  <a:lnTo>
                    <a:pt x="5087078" y="4170737"/>
                  </a:lnTo>
                  <a:lnTo>
                    <a:pt x="5013008" y="4205255"/>
                  </a:lnTo>
                  <a:lnTo>
                    <a:pt x="4934808" y="4236331"/>
                  </a:lnTo>
                  <a:lnTo>
                    <a:pt x="4853740" y="4264041"/>
                  </a:lnTo>
                  <a:lnTo>
                    <a:pt x="4771744" y="4288365"/>
                  </a:lnTo>
                  <a:lnTo>
                    <a:pt x="4691413" y="4309233"/>
                  </a:lnTo>
                  <a:lnTo>
                    <a:pt x="4615814" y="4326578"/>
                  </a:lnTo>
                  <a:lnTo>
                    <a:pt x="4548138" y="4340395"/>
                  </a:lnTo>
                  <a:lnTo>
                    <a:pt x="4491206" y="4350809"/>
                  </a:lnTo>
                  <a:lnTo>
                    <a:pt x="4446946" y="4358102"/>
                  </a:lnTo>
                  <a:lnTo>
                    <a:pt x="4415978" y="4362719"/>
                  </a:lnTo>
                  <a:lnTo>
                    <a:pt x="4397420" y="4365233"/>
                  </a:lnTo>
                  <a:lnTo>
                    <a:pt x="4388928" y="4366281"/>
                  </a:lnTo>
                  <a:lnTo>
                    <a:pt x="4386888" y="4366512"/>
                  </a:lnTo>
                  <a:lnTo>
                    <a:pt x="4386855" y="4366516"/>
                  </a:lnTo>
                  <a:lnTo>
                    <a:pt x="3848118" y="4366516"/>
                  </a:lnTo>
                  <a:lnTo>
                    <a:pt x="3846816" y="4366510"/>
                  </a:lnTo>
                  <a:lnTo>
                    <a:pt x="3838321" y="4366469"/>
                  </a:lnTo>
                  <a:lnTo>
                    <a:pt x="3817144" y="4366354"/>
                  </a:lnTo>
                  <a:lnTo>
                    <a:pt x="3779889" y="4366129"/>
                  </a:lnTo>
                  <a:lnTo>
                    <a:pt x="3725582" y="4365761"/>
                  </a:lnTo>
                  <a:lnTo>
                    <a:pt x="3655685" y="4365228"/>
                  </a:lnTo>
                  <a:lnTo>
                    <a:pt x="3573611" y="4364515"/>
                  </a:lnTo>
                  <a:lnTo>
                    <a:pt x="3483841" y="4363622"/>
                  </a:lnTo>
                  <a:lnTo>
                    <a:pt x="3390960" y="4362549"/>
                  </a:lnTo>
                  <a:lnTo>
                    <a:pt x="3298898" y="4361303"/>
                  </a:lnTo>
                  <a:lnTo>
                    <a:pt x="3210540" y="4359883"/>
                  </a:lnTo>
                  <a:lnTo>
                    <a:pt x="3127653" y="4358286"/>
                  </a:lnTo>
                  <a:lnTo>
                    <a:pt x="3051034" y="4356498"/>
                  </a:lnTo>
                  <a:lnTo>
                    <a:pt x="2980740" y="4354499"/>
                  </a:lnTo>
                  <a:lnTo>
                    <a:pt x="2916328" y="4352259"/>
                  </a:lnTo>
                  <a:lnTo>
                    <a:pt x="2857042" y="4349745"/>
                  </a:lnTo>
                  <a:lnTo>
                    <a:pt x="2801968" y="4346914"/>
                  </a:lnTo>
                  <a:lnTo>
                    <a:pt x="2750139" y="4343728"/>
                  </a:lnTo>
                  <a:lnTo>
                    <a:pt x="2700623" y="4340150"/>
                  </a:lnTo>
                  <a:lnTo>
                    <a:pt x="2667772" y="4337478"/>
                  </a:lnTo>
                  <a:lnTo>
                    <a:pt x="2615172" y="4332717"/>
                  </a:lnTo>
                  <a:lnTo>
                    <a:pt x="2563075" y="4327440"/>
                  </a:lnTo>
                  <a:lnTo>
                    <a:pt x="2510891" y="4321640"/>
                  </a:lnTo>
                  <a:lnTo>
                    <a:pt x="2458234" y="4315332"/>
                  </a:lnTo>
                  <a:lnTo>
                    <a:pt x="2404892" y="4308552"/>
                  </a:lnTo>
                  <a:lnTo>
                    <a:pt x="2350808" y="4301362"/>
                  </a:lnTo>
                  <a:lnTo>
                    <a:pt x="2296055" y="4293844"/>
                  </a:lnTo>
                  <a:lnTo>
                    <a:pt x="2240810" y="4286103"/>
                  </a:lnTo>
                  <a:lnTo>
                    <a:pt x="2185322" y="4278256"/>
                  </a:lnTo>
                  <a:lnTo>
                    <a:pt x="2129877" y="4270427"/>
                  </a:lnTo>
                  <a:lnTo>
                    <a:pt x="2074753" y="4262740"/>
                  </a:lnTo>
                  <a:lnTo>
                    <a:pt x="2020180" y="4255308"/>
                  </a:lnTo>
                  <a:lnTo>
                    <a:pt x="1966311" y="4248229"/>
                  </a:lnTo>
                  <a:lnTo>
                    <a:pt x="1913181" y="4241582"/>
                  </a:lnTo>
                  <a:lnTo>
                    <a:pt x="1860692" y="4235419"/>
                  </a:lnTo>
                  <a:lnTo>
                    <a:pt x="1808581" y="4229772"/>
                  </a:lnTo>
                  <a:lnTo>
                    <a:pt x="1756408" y="4224647"/>
                  </a:lnTo>
                  <a:lnTo>
                    <a:pt x="1719082" y="4221328"/>
                  </a:lnTo>
                  <a:lnTo>
                    <a:pt x="1670670" y="4217474"/>
                  </a:lnTo>
                  <a:lnTo>
                    <a:pt x="1620513" y="4214024"/>
                  </a:lnTo>
                  <a:lnTo>
                    <a:pt x="1567756" y="4210955"/>
                  </a:lnTo>
                  <a:lnTo>
                    <a:pt x="1511446" y="4208229"/>
                  </a:lnTo>
                  <a:lnTo>
                    <a:pt x="1450622" y="4205807"/>
                  </a:lnTo>
                  <a:lnTo>
                    <a:pt x="1384408" y="4203647"/>
                  </a:lnTo>
                  <a:lnTo>
                    <a:pt x="1312130" y="4201718"/>
                  </a:lnTo>
                  <a:lnTo>
                    <a:pt x="1233479" y="4199993"/>
                  </a:lnTo>
                  <a:lnTo>
                    <a:pt x="1148722" y="4198453"/>
                  </a:lnTo>
                  <a:lnTo>
                    <a:pt x="1058942" y="4197088"/>
                  </a:lnTo>
                  <a:lnTo>
                    <a:pt x="966252" y="4195897"/>
                  </a:lnTo>
                  <a:lnTo>
                    <a:pt x="873893" y="4194881"/>
                  </a:lnTo>
                  <a:lnTo>
                    <a:pt x="786062" y="4194045"/>
                  </a:lnTo>
                  <a:lnTo>
                    <a:pt x="707408" y="4193390"/>
                  </a:lnTo>
                  <a:lnTo>
                    <a:pt x="642181" y="4192911"/>
                  </a:lnTo>
                  <a:lnTo>
                    <a:pt x="593254" y="4192592"/>
                  </a:lnTo>
                  <a:lnTo>
                    <a:pt x="561342" y="4192406"/>
                  </a:lnTo>
                  <a:lnTo>
                    <a:pt x="544677" y="4192319"/>
                  </a:lnTo>
                  <a:lnTo>
                    <a:pt x="539157" y="4192293"/>
                  </a:lnTo>
                  <a:lnTo>
                    <a:pt x="538736" y="4192291"/>
                  </a:lnTo>
                  <a:lnTo>
                    <a:pt x="0" y="419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4" name="pg1604"/>
            <p:cNvSpPr/>
            <p:nvPr/>
          </p:nvSpPr>
          <p:spPr>
            <a:xfrm>
              <a:off x="546595" y="3211386"/>
              <a:ext cx="8234974" cy="2090701"/>
            </a:xfrm>
            <a:custGeom>
              <a:avLst/>
              <a:pathLst>
                <a:path w="8234974" h="2090701">
                  <a:moveTo>
                    <a:pt x="0" y="1889253"/>
                  </a:moveTo>
                  <a:lnTo>
                    <a:pt x="538736" y="1889253"/>
                  </a:lnTo>
                  <a:lnTo>
                    <a:pt x="540038" y="1889260"/>
                  </a:lnTo>
                  <a:lnTo>
                    <a:pt x="548532" y="1889308"/>
                  </a:lnTo>
                  <a:lnTo>
                    <a:pt x="569706" y="1889440"/>
                  </a:lnTo>
                  <a:lnTo>
                    <a:pt x="606956" y="1889700"/>
                  </a:lnTo>
                  <a:lnTo>
                    <a:pt x="661257" y="1890125"/>
                  </a:lnTo>
                  <a:lnTo>
                    <a:pt x="731147" y="1890742"/>
                  </a:lnTo>
                  <a:lnTo>
                    <a:pt x="813213" y="1891566"/>
                  </a:lnTo>
                  <a:lnTo>
                    <a:pt x="902976" y="1892599"/>
                  </a:lnTo>
                  <a:lnTo>
                    <a:pt x="995852" y="1893839"/>
                  </a:lnTo>
                  <a:lnTo>
                    <a:pt x="1087910" y="1895280"/>
                  </a:lnTo>
                  <a:lnTo>
                    <a:pt x="1176266" y="1896921"/>
                  </a:lnTo>
                  <a:lnTo>
                    <a:pt x="1259153" y="1898768"/>
                  </a:lnTo>
                  <a:lnTo>
                    <a:pt x="1335772" y="1900835"/>
                  </a:lnTo>
                  <a:lnTo>
                    <a:pt x="1406066" y="1903146"/>
                  </a:lnTo>
                  <a:lnTo>
                    <a:pt x="1470480" y="1905735"/>
                  </a:lnTo>
                  <a:lnTo>
                    <a:pt x="1529766" y="1908642"/>
                  </a:lnTo>
                  <a:lnTo>
                    <a:pt x="1584840" y="1911914"/>
                  </a:lnTo>
                  <a:lnTo>
                    <a:pt x="1636669" y="1915598"/>
                  </a:lnTo>
                  <a:lnTo>
                    <a:pt x="1686185" y="1919734"/>
                  </a:lnTo>
                  <a:lnTo>
                    <a:pt x="1719082" y="1922827"/>
                  </a:lnTo>
                  <a:lnTo>
                    <a:pt x="1771618" y="1928325"/>
                  </a:lnTo>
                  <a:lnTo>
                    <a:pt x="1823650" y="1934418"/>
                  </a:lnTo>
                  <a:lnTo>
                    <a:pt x="1875769" y="1941114"/>
                  </a:lnTo>
                  <a:lnTo>
                    <a:pt x="1928358" y="1948397"/>
                  </a:lnTo>
                  <a:lnTo>
                    <a:pt x="1981629" y="1956223"/>
                  </a:lnTo>
                  <a:lnTo>
                    <a:pt x="2035641" y="1964524"/>
                  </a:lnTo>
                  <a:lnTo>
                    <a:pt x="2090322" y="1973203"/>
                  </a:lnTo>
                  <a:lnTo>
                    <a:pt x="2145495" y="1982141"/>
                  </a:lnTo>
                  <a:lnTo>
                    <a:pt x="2200913" y="1991202"/>
                  </a:lnTo>
                  <a:lnTo>
                    <a:pt x="2256291" y="2000244"/>
                  </a:lnTo>
                  <a:lnTo>
                    <a:pt x="2311353" y="2009125"/>
                  </a:lnTo>
                  <a:lnTo>
                    <a:pt x="2365867" y="2017712"/>
                  </a:lnTo>
                  <a:lnTo>
                    <a:pt x="2419681" y="2025893"/>
                  </a:lnTo>
                  <a:lnTo>
                    <a:pt x="2472757" y="2033579"/>
                  </a:lnTo>
                  <a:lnTo>
                    <a:pt x="2525191" y="2040706"/>
                  </a:lnTo>
                  <a:lnTo>
                    <a:pt x="2577240" y="2047240"/>
                  </a:lnTo>
                  <a:lnTo>
                    <a:pt x="2629342" y="2053171"/>
                  </a:lnTo>
                  <a:lnTo>
                    <a:pt x="2667772" y="2057126"/>
                  </a:lnTo>
                  <a:lnTo>
                    <a:pt x="2716182" y="2061582"/>
                  </a:lnTo>
                  <a:lnTo>
                    <a:pt x="2766336" y="2065572"/>
                  </a:lnTo>
                  <a:lnTo>
                    <a:pt x="2819091" y="2069120"/>
                  </a:lnTo>
                  <a:lnTo>
                    <a:pt x="2875397" y="2072271"/>
                  </a:lnTo>
                  <a:lnTo>
                    <a:pt x="2936217" y="2075072"/>
                  </a:lnTo>
                  <a:lnTo>
                    <a:pt x="3002426" y="2077569"/>
                  </a:lnTo>
                  <a:lnTo>
                    <a:pt x="3074698" y="2079800"/>
                  </a:lnTo>
                  <a:lnTo>
                    <a:pt x="3153343" y="2081795"/>
                  </a:lnTo>
                  <a:lnTo>
                    <a:pt x="3238093" y="2083575"/>
                  </a:lnTo>
                  <a:lnTo>
                    <a:pt x="3327866" y="2085153"/>
                  </a:lnTo>
                  <a:lnTo>
                    <a:pt x="3420550" y="2086530"/>
                  </a:lnTo>
                  <a:lnTo>
                    <a:pt x="3512907" y="2087705"/>
                  </a:lnTo>
                  <a:lnTo>
                    <a:pt x="3600737" y="2088672"/>
                  </a:lnTo>
                  <a:lnTo>
                    <a:pt x="3679394" y="2089429"/>
                  </a:lnTo>
                  <a:lnTo>
                    <a:pt x="3744630" y="2089983"/>
                  </a:lnTo>
                  <a:lnTo>
                    <a:pt x="3793568" y="2090352"/>
                  </a:lnTo>
                  <a:lnTo>
                    <a:pt x="3825492" y="2090567"/>
                  </a:lnTo>
                  <a:lnTo>
                    <a:pt x="3842168" y="2090668"/>
                  </a:lnTo>
                  <a:lnTo>
                    <a:pt x="3847696" y="2090699"/>
                  </a:lnTo>
                  <a:lnTo>
                    <a:pt x="3848118" y="2090701"/>
                  </a:lnTo>
                  <a:lnTo>
                    <a:pt x="4386855" y="2090701"/>
                  </a:lnTo>
                  <a:lnTo>
                    <a:pt x="4388081" y="2090635"/>
                  </a:lnTo>
                  <a:lnTo>
                    <a:pt x="4396088" y="2090169"/>
                  </a:lnTo>
                  <a:lnTo>
                    <a:pt x="4416093" y="2088880"/>
                  </a:lnTo>
                  <a:lnTo>
                    <a:pt x="4451398" y="2086348"/>
                  </a:lnTo>
                  <a:lnTo>
                    <a:pt x="4503089" y="2082206"/>
                  </a:lnTo>
                  <a:lnTo>
                    <a:pt x="4569987" y="2076178"/>
                  </a:lnTo>
                  <a:lnTo>
                    <a:pt x="4649048" y="2068109"/>
                  </a:lnTo>
                  <a:lnTo>
                    <a:pt x="4736136" y="2057955"/>
                  </a:lnTo>
                  <a:lnTo>
                    <a:pt x="4826900" y="2045743"/>
                  </a:lnTo>
                  <a:lnTo>
                    <a:pt x="4917497" y="2031522"/>
                  </a:lnTo>
                  <a:lnTo>
                    <a:pt x="5005014" y="2015316"/>
                  </a:lnTo>
                  <a:lnTo>
                    <a:pt x="5087570" y="1997086"/>
                  </a:lnTo>
                  <a:lnTo>
                    <a:pt x="5164223" y="1976713"/>
                  </a:lnTo>
                  <a:lnTo>
                    <a:pt x="5234762" y="1953986"/>
                  </a:lnTo>
                  <a:lnTo>
                    <a:pt x="5299498" y="1928607"/>
                  </a:lnTo>
                  <a:lnTo>
                    <a:pt x="5359069" y="1900197"/>
                  </a:lnTo>
                  <a:lnTo>
                    <a:pt x="5414302" y="1868316"/>
                  </a:lnTo>
                  <a:lnTo>
                    <a:pt x="5466098" y="1832501"/>
                  </a:lnTo>
                  <a:lnTo>
                    <a:pt x="5515356" y="1792325"/>
                  </a:lnTo>
                  <a:lnTo>
                    <a:pt x="5562889" y="1747517"/>
                  </a:lnTo>
                  <a:lnTo>
                    <a:pt x="5567201" y="1743158"/>
                  </a:lnTo>
                  <a:lnTo>
                    <a:pt x="5606914" y="1700782"/>
                  </a:lnTo>
                  <a:lnTo>
                    <a:pt x="5646244" y="1654923"/>
                  </a:lnTo>
                  <a:lnTo>
                    <a:pt x="5685478" y="1605512"/>
                  </a:lnTo>
                  <a:lnTo>
                    <a:pt x="5724833" y="1552555"/>
                  </a:lnTo>
                  <a:lnTo>
                    <a:pt x="5764463" y="1496139"/>
                  </a:lnTo>
                  <a:lnTo>
                    <a:pt x="5804465" y="1436439"/>
                  </a:lnTo>
                  <a:lnTo>
                    <a:pt x="5844886" y="1373725"/>
                  </a:lnTo>
                  <a:lnTo>
                    <a:pt x="5885727" y="1308355"/>
                  </a:lnTo>
                  <a:lnTo>
                    <a:pt x="5926947" y="1240776"/>
                  </a:lnTo>
                  <a:lnTo>
                    <a:pt x="5968475" y="1171511"/>
                  </a:lnTo>
                  <a:lnTo>
                    <a:pt x="6010211" y="1101142"/>
                  </a:lnTo>
                  <a:lnTo>
                    <a:pt x="6052039" y="1030293"/>
                  </a:lnTo>
                  <a:lnTo>
                    <a:pt x="6093835" y="959606"/>
                  </a:lnTo>
                  <a:lnTo>
                    <a:pt x="6135480" y="889715"/>
                  </a:lnTo>
                  <a:lnTo>
                    <a:pt x="6176865" y="821226"/>
                  </a:lnTo>
                  <a:lnTo>
                    <a:pt x="6217902" y="754695"/>
                  </a:lnTo>
                  <a:lnTo>
                    <a:pt x="6258535" y="690606"/>
                  </a:lnTo>
                  <a:lnTo>
                    <a:pt x="6298743" y="629364"/>
                  </a:lnTo>
                  <a:lnTo>
                    <a:pt x="6338549" y="571284"/>
                  </a:lnTo>
                  <a:lnTo>
                    <a:pt x="6378026" y="516587"/>
                  </a:lnTo>
                  <a:lnTo>
                    <a:pt x="6417297" y="465403"/>
                  </a:lnTo>
                  <a:lnTo>
                    <a:pt x="6456548" y="417777"/>
                  </a:lnTo>
                  <a:lnTo>
                    <a:pt x="6496029" y="373678"/>
                  </a:lnTo>
                  <a:lnTo>
                    <a:pt x="6515891" y="352987"/>
                  </a:lnTo>
                  <a:lnTo>
                    <a:pt x="6563300" y="307748"/>
                  </a:lnTo>
                  <a:lnTo>
                    <a:pt x="6612367" y="267154"/>
                  </a:lnTo>
                  <a:lnTo>
                    <a:pt x="6663893" y="230954"/>
                  </a:lnTo>
                  <a:lnTo>
                    <a:pt x="6718771" y="198730"/>
                  </a:lnTo>
                  <a:lnTo>
                    <a:pt x="6777907" y="170020"/>
                  </a:lnTo>
                  <a:lnTo>
                    <a:pt x="6842137" y="144379"/>
                  </a:lnTo>
                  <a:lnTo>
                    <a:pt x="6912123" y="121421"/>
                  </a:lnTo>
                  <a:lnTo>
                    <a:pt x="6988212" y="100842"/>
                  </a:lnTo>
                  <a:lnTo>
                    <a:pt x="7070251" y="82421"/>
                  </a:lnTo>
                  <a:lnTo>
                    <a:pt x="7157375" y="66031"/>
                  </a:lnTo>
                  <a:lnTo>
                    <a:pt x="7247795" y="51627"/>
                  </a:lnTo>
                  <a:lnTo>
                    <a:pt x="7338691" y="39228"/>
                  </a:lnTo>
                  <a:lnTo>
                    <a:pt x="7426296" y="28883"/>
                  </a:lnTo>
                  <a:lnTo>
                    <a:pt x="7506279" y="20623"/>
                  </a:lnTo>
                  <a:lnTo>
                    <a:pt x="7574446" y="14412"/>
                  </a:lnTo>
                  <a:lnTo>
                    <a:pt x="7627619" y="10105"/>
                  </a:lnTo>
                  <a:lnTo>
                    <a:pt x="7664422" y="7440"/>
                  </a:lnTo>
                  <a:lnTo>
                    <a:pt x="7685729" y="6053"/>
                  </a:lnTo>
                  <a:lnTo>
                    <a:pt x="7694650" y="552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16" y="2085249"/>
                  </a:lnTo>
                  <a:lnTo>
                    <a:pt x="3838322" y="2085201"/>
                  </a:lnTo>
                  <a:lnTo>
                    <a:pt x="3817148" y="2085069"/>
                  </a:lnTo>
                  <a:lnTo>
                    <a:pt x="3779898" y="2084809"/>
                  </a:lnTo>
                  <a:lnTo>
                    <a:pt x="3725597" y="2084384"/>
                  </a:lnTo>
                  <a:lnTo>
                    <a:pt x="3655708" y="2083767"/>
                  </a:lnTo>
                  <a:lnTo>
                    <a:pt x="3573641" y="2082943"/>
                  </a:lnTo>
                  <a:lnTo>
                    <a:pt x="3483879" y="2081910"/>
                  </a:lnTo>
                  <a:lnTo>
                    <a:pt x="3391002" y="2080670"/>
                  </a:lnTo>
                  <a:lnTo>
                    <a:pt x="3298945" y="2079229"/>
                  </a:lnTo>
                  <a:lnTo>
                    <a:pt x="3210588" y="2077588"/>
                  </a:lnTo>
                  <a:lnTo>
                    <a:pt x="3127702" y="2075741"/>
                  </a:lnTo>
                  <a:lnTo>
                    <a:pt x="3051082" y="2073674"/>
                  </a:lnTo>
                  <a:lnTo>
                    <a:pt x="2980788" y="2071363"/>
                  </a:lnTo>
                  <a:lnTo>
                    <a:pt x="2916375" y="2068774"/>
                  </a:lnTo>
                  <a:lnTo>
                    <a:pt x="2857088" y="2065867"/>
                  </a:lnTo>
                  <a:lnTo>
                    <a:pt x="2802014" y="2062595"/>
                  </a:lnTo>
                  <a:lnTo>
                    <a:pt x="2750185" y="2058911"/>
                  </a:lnTo>
                  <a:lnTo>
                    <a:pt x="2700670" y="2054775"/>
                  </a:lnTo>
                  <a:lnTo>
                    <a:pt x="2667772" y="2051681"/>
                  </a:lnTo>
                  <a:lnTo>
                    <a:pt x="2615237" y="2046184"/>
                  </a:lnTo>
                  <a:lnTo>
                    <a:pt x="2563204" y="2040091"/>
                  </a:lnTo>
                  <a:lnTo>
                    <a:pt x="2511086" y="2033395"/>
                  </a:lnTo>
                  <a:lnTo>
                    <a:pt x="2458497" y="2026112"/>
                  </a:lnTo>
                  <a:lnTo>
                    <a:pt x="2405225" y="2018286"/>
                  </a:lnTo>
                  <a:lnTo>
                    <a:pt x="2351213" y="2009985"/>
                  </a:lnTo>
                  <a:lnTo>
                    <a:pt x="2296532" y="2001306"/>
                  </a:lnTo>
                  <a:lnTo>
                    <a:pt x="2241359" y="1992368"/>
                  </a:lnTo>
                  <a:lnTo>
                    <a:pt x="2185942" y="1983307"/>
                  </a:lnTo>
                  <a:lnTo>
                    <a:pt x="2130564" y="1974265"/>
                  </a:lnTo>
                  <a:lnTo>
                    <a:pt x="2075501" y="1965384"/>
                  </a:lnTo>
                  <a:lnTo>
                    <a:pt x="2020987" y="1956797"/>
                  </a:lnTo>
                  <a:lnTo>
                    <a:pt x="1967173" y="1948616"/>
                  </a:lnTo>
                  <a:lnTo>
                    <a:pt x="1914098" y="1940930"/>
                  </a:lnTo>
                  <a:lnTo>
                    <a:pt x="1861663" y="1933803"/>
                  </a:lnTo>
                  <a:lnTo>
                    <a:pt x="1809614" y="1927269"/>
                  </a:lnTo>
                  <a:lnTo>
                    <a:pt x="1757513" y="1921338"/>
                  </a:lnTo>
                  <a:lnTo>
                    <a:pt x="1719082" y="1917383"/>
                  </a:lnTo>
                  <a:lnTo>
                    <a:pt x="1670673" y="1912927"/>
                  </a:lnTo>
                  <a:lnTo>
                    <a:pt x="1620518" y="1908937"/>
                  </a:lnTo>
                  <a:lnTo>
                    <a:pt x="1567764" y="1905389"/>
                  </a:lnTo>
                  <a:lnTo>
                    <a:pt x="1511457" y="1902238"/>
                  </a:lnTo>
                  <a:lnTo>
                    <a:pt x="1450638" y="1899437"/>
                  </a:lnTo>
                  <a:lnTo>
                    <a:pt x="1384429" y="1896940"/>
                  </a:lnTo>
                  <a:lnTo>
                    <a:pt x="1312157" y="1894709"/>
                  </a:lnTo>
                  <a:lnTo>
                    <a:pt x="1233512" y="1892714"/>
                  </a:lnTo>
                  <a:lnTo>
                    <a:pt x="1148762" y="1890934"/>
                  </a:lnTo>
                  <a:lnTo>
                    <a:pt x="1058988" y="1889356"/>
                  </a:lnTo>
                  <a:lnTo>
                    <a:pt x="966305" y="1887979"/>
                  </a:lnTo>
                  <a:lnTo>
                    <a:pt x="873948" y="1886804"/>
                  </a:lnTo>
                  <a:lnTo>
                    <a:pt x="786118" y="1885837"/>
                  </a:lnTo>
                  <a:lnTo>
                    <a:pt x="707460" y="1885080"/>
                  </a:lnTo>
                  <a:lnTo>
                    <a:pt x="642225" y="1884526"/>
                  </a:lnTo>
                  <a:lnTo>
                    <a:pt x="593287" y="1884157"/>
                  </a:lnTo>
                  <a:lnTo>
                    <a:pt x="561363" y="1883942"/>
                  </a:lnTo>
                  <a:lnTo>
                    <a:pt x="544687" y="1883841"/>
                  </a:lnTo>
                  <a:lnTo>
                    <a:pt x="539159" y="1883810"/>
                  </a:lnTo>
                  <a:lnTo>
                    <a:pt x="538736" y="1883808"/>
                  </a:lnTo>
                  <a:lnTo>
                    <a:pt x="0" y="1883808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05" name="pl1605"/>
            <p:cNvSpPr/>
            <p:nvPr/>
          </p:nvSpPr>
          <p:spPr>
            <a:xfrm>
              <a:off x="546595" y="3216831"/>
              <a:ext cx="8234974" cy="2085256"/>
            </a:xfrm>
            <a:custGeom>
              <a:avLst/>
              <a:pathLst>
                <a:path w="8234974" h="2085256">
                  <a:moveTo>
                    <a:pt x="0" y="1883808"/>
                  </a:moveTo>
                  <a:lnTo>
                    <a:pt x="538736" y="1883808"/>
                  </a:lnTo>
                  <a:lnTo>
                    <a:pt x="540038" y="1883815"/>
                  </a:lnTo>
                  <a:lnTo>
                    <a:pt x="548532" y="1883863"/>
                  </a:lnTo>
                  <a:lnTo>
                    <a:pt x="569706" y="1883996"/>
                  </a:lnTo>
                  <a:lnTo>
                    <a:pt x="606956" y="1884256"/>
                  </a:lnTo>
                  <a:lnTo>
                    <a:pt x="661257" y="1884681"/>
                  </a:lnTo>
                  <a:lnTo>
                    <a:pt x="731147" y="1885298"/>
                  </a:lnTo>
                  <a:lnTo>
                    <a:pt x="813213" y="1886121"/>
                  </a:lnTo>
                  <a:lnTo>
                    <a:pt x="902976" y="1887154"/>
                  </a:lnTo>
                  <a:lnTo>
                    <a:pt x="995852" y="1888394"/>
                  </a:lnTo>
                  <a:lnTo>
                    <a:pt x="1087910" y="1889835"/>
                  </a:lnTo>
                  <a:lnTo>
                    <a:pt x="1176266" y="1891476"/>
                  </a:lnTo>
                  <a:lnTo>
                    <a:pt x="1259153" y="1893323"/>
                  </a:lnTo>
                  <a:lnTo>
                    <a:pt x="1335772" y="1895390"/>
                  </a:lnTo>
                  <a:lnTo>
                    <a:pt x="1406066" y="1897702"/>
                  </a:lnTo>
                  <a:lnTo>
                    <a:pt x="1470480" y="1900290"/>
                  </a:lnTo>
                  <a:lnTo>
                    <a:pt x="1529766" y="1903197"/>
                  </a:lnTo>
                  <a:lnTo>
                    <a:pt x="1584840" y="1906469"/>
                  </a:lnTo>
                  <a:lnTo>
                    <a:pt x="1636669" y="1910154"/>
                  </a:lnTo>
                  <a:lnTo>
                    <a:pt x="1686185" y="1914289"/>
                  </a:lnTo>
                  <a:lnTo>
                    <a:pt x="1719082" y="1917383"/>
                  </a:lnTo>
                  <a:lnTo>
                    <a:pt x="1771618" y="1922881"/>
                  </a:lnTo>
                  <a:lnTo>
                    <a:pt x="1823650" y="1928974"/>
                  </a:lnTo>
                  <a:lnTo>
                    <a:pt x="1875769" y="1935670"/>
                  </a:lnTo>
                  <a:lnTo>
                    <a:pt x="1928358" y="1942952"/>
                  </a:lnTo>
                  <a:lnTo>
                    <a:pt x="1981629" y="1950779"/>
                  </a:lnTo>
                  <a:lnTo>
                    <a:pt x="2035641" y="1959080"/>
                  </a:lnTo>
                  <a:lnTo>
                    <a:pt x="2090322" y="1967758"/>
                  </a:lnTo>
                  <a:lnTo>
                    <a:pt x="2145495" y="1976696"/>
                  </a:lnTo>
                  <a:lnTo>
                    <a:pt x="2200913" y="1985758"/>
                  </a:lnTo>
                  <a:lnTo>
                    <a:pt x="2256291" y="1994800"/>
                  </a:lnTo>
                  <a:lnTo>
                    <a:pt x="2311353" y="2003680"/>
                  </a:lnTo>
                  <a:lnTo>
                    <a:pt x="2365867" y="2012268"/>
                  </a:lnTo>
                  <a:lnTo>
                    <a:pt x="2419681" y="2020449"/>
                  </a:lnTo>
                  <a:lnTo>
                    <a:pt x="2472757" y="2028134"/>
                  </a:lnTo>
                  <a:lnTo>
                    <a:pt x="2525191" y="2035261"/>
                  </a:lnTo>
                  <a:lnTo>
                    <a:pt x="2577240" y="2041795"/>
                  </a:lnTo>
                  <a:lnTo>
                    <a:pt x="2629342" y="2047726"/>
                  </a:lnTo>
                  <a:lnTo>
                    <a:pt x="2667772" y="2051681"/>
                  </a:lnTo>
                  <a:lnTo>
                    <a:pt x="2716182" y="2056138"/>
                  </a:lnTo>
                  <a:lnTo>
                    <a:pt x="2766336" y="2060127"/>
                  </a:lnTo>
                  <a:lnTo>
                    <a:pt x="2819091" y="2063676"/>
                  </a:lnTo>
                  <a:lnTo>
                    <a:pt x="2875397" y="2066827"/>
                  </a:lnTo>
                  <a:lnTo>
                    <a:pt x="2936217" y="2069628"/>
                  </a:lnTo>
                  <a:lnTo>
                    <a:pt x="3002426" y="2072124"/>
                  </a:lnTo>
                  <a:lnTo>
                    <a:pt x="3074698" y="2074355"/>
                  </a:lnTo>
                  <a:lnTo>
                    <a:pt x="3153343" y="2076350"/>
                  </a:lnTo>
                  <a:lnTo>
                    <a:pt x="3238093" y="2078131"/>
                  </a:lnTo>
                  <a:lnTo>
                    <a:pt x="3327866" y="2079708"/>
                  </a:lnTo>
                  <a:lnTo>
                    <a:pt x="3420550" y="2081086"/>
                  </a:lnTo>
                  <a:lnTo>
                    <a:pt x="3512907" y="2082261"/>
                  </a:lnTo>
                  <a:lnTo>
                    <a:pt x="3600737" y="2083227"/>
                  </a:lnTo>
                  <a:lnTo>
                    <a:pt x="3679394" y="2083984"/>
                  </a:lnTo>
                  <a:lnTo>
                    <a:pt x="3744630" y="2084538"/>
                  </a:lnTo>
                  <a:lnTo>
                    <a:pt x="3793568" y="2084908"/>
                  </a:lnTo>
                  <a:lnTo>
                    <a:pt x="3825492" y="2085123"/>
                  </a:lnTo>
                  <a:lnTo>
                    <a:pt x="3842168" y="2085224"/>
                  </a:lnTo>
                  <a:lnTo>
                    <a:pt x="3847696" y="2085254"/>
                  </a:lnTo>
                  <a:lnTo>
                    <a:pt x="3848118" y="2085256"/>
                  </a:lnTo>
                  <a:lnTo>
                    <a:pt x="4386855" y="2085256"/>
                  </a:lnTo>
                  <a:lnTo>
                    <a:pt x="4388081" y="2085191"/>
                  </a:lnTo>
                  <a:lnTo>
                    <a:pt x="4396088" y="2084725"/>
                  </a:lnTo>
                  <a:lnTo>
                    <a:pt x="4416093" y="2083435"/>
                  </a:lnTo>
                  <a:lnTo>
                    <a:pt x="4451398" y="2080904"/>
                  </a:lnTo>
                  <a:lnTo>
                    <a:pt x="4503089" y="2076761"/>
                  </a:lnTo>
                  <a:lnTo>
                    <a:pt x="4569987" y="2070733"/>
                  </a:lnTo>
                  <a:lnTo>
                    <a:pt x="4649048" y="2062665"/>
                  </a:lnTo>
                  <a:lnTo>
                    <a:pt x="4736136" y="2052511"/>
                  </a:lnTo>
                  <a:lnTo>
                    <a:pt x="4826900" y="2040299"/>
                  </a:lnTo>
                  <a:lnTo>
                    <a:pt x="4917497" y="2026078"/>
                  </a:lnTo>
                  <a:lnTo>
                    <a:pt x="5005014" y="2009871"/>
                  </a:lnTo>
                  <a:lnTo>
                    <a:pt x="5087570" y="1991642"/>
                  </a:lnTo>
                  <a:lnTo>
                    <a:pt x="5164223" y="1971268"/>
                  </a:lnTo>
                  <a:lnTo>
                    <a:pt x="5234762" y="1948542"/>
                  </a:lnTo>
                  <a:lnTo>
                    <a:pt x="5299498" y="1923162"/>
                  </a:lnTo>
                  <a:lnTo>
                    <a:pt x="5359069" y="1894752"/>
                  </a:lnTo>
                  <a:lnTo>
                    <a:pt x="5414302" y="1862872"/>
                  </a:lnTo>
                  <a:lnTo>
                    <a:pt x="5466098" y="1827056"/>
                  </a:lnTo>
                  <a:lnTo>
                    <a:pt x="5515356" y="1786881"/>
                  </a:lnTo>
                  <a:lnTo>
                    <a:pt x="5562889" y="1742072"/>
                  </a:lnTo>
                  <a:lnTo>
                    <a:pt x="5567201" y="1737713"/>
                  </a:lnTo>
                  <a:lnTo>
                    <a:pt x="5606914" y="1695338"/>
                  </a:lnTo>
                  <a:lnTo>
                    <a:pt x="5646244" y="1649479"/>
                  </a:lnTo>
                  <a:lnTo>
                    <a:pt x="5685478" y="1600068"/>
                  </a:lnTo>
                  <a:lnTo>
                    <a:pt x="5724833" y="1547111"/>
                  </a:lnTo>
                  <a:lnTo>
                    <a:pt x="5764463" y="1490694"/>
                  </a:lnTo>
                  <a:lnTo>
                    <a:pt x="5804465" y="1430995"/>
                  </a:lnTo>
                  <a:lnTo>
                    <a:pt x="5844886" y="1368280"/>
                  </a:lnTo>
                  <a:lnTo>
                    <a:pt x="5885727" y="1302910"/>
                  </a:lnTo>
                  <a:lnTo>
                    <a:pt x="5926947" y="1235332"/>
                  </a:lnTo>
                  <a:lnTo>
                    <a:pt x="5968475" y="1166067"/>
                  </a:lnTo>
                  <a:lnTo>
                    <a:pt x="6010211" y="1095698"/>
                  </a:lnTo>
                  <a:lnTo>
                    <a:pt x="6052039" y="1024849"/>
                  </a:lnTo>
                  <a:lnTo>
                    <a:pt x="6093835" y="954161"/>
                  </a:lnTo>
                  <a:lnTo>
                    <a:pt x="6135480" y="884270"/>
                  </a:lnTo>
                  <a:lnTo>
                    <a:pt x="6176865" y="815782"/>
                  </a:lnTo>
                  <a:lnTo>
                    <a:pt x="6217902" y="749250"/>
                  </a:lnTo>
                  <a:lnTo>
                    <a:pt x="6258535" y="685161"/>
                  </a:lnTo>
                  <a:lnTo>
                    <a:pt x="6298743" y="623920"/>
                  </a:lnTo>
                  <a:lnTo>
                    <a:pt x="6338549" y="565840"/>
                  </a:lnTo>
                  <a:lnTo>
                    <a:pt x="6378026" y="511142"/>
                  </a:lnTo>
                  <a:lnTo>
                    <a:pt x="6417297" y="459958"/>
                  </a:lnTo>
                  <a:lnTo>
                    <a:pt x="6456548" y="412333"/>
                  </a:lnTo>
                  <a:lnTo>
                    <a:pt x="6496029" y="368234"/>
                  </a:lnTo>
                  <a:lnTo>
                    <a:pt x="6515891" y="347542"/>
                  </a:lnTo>
                  <a:lnTo>
                    <a:pt x="6563300" y="302304"/>
                  </a:lnTo>
                  <a:lnTo>
                    <a:pt x="6612367" y="261710"/>
                  </a:lnTo>
                  <a:lnTo>
                    <a:pt x="6663893" y="225509"/>
                  </a:lnTo>
                  <a:lnTo>
                    <a:pt x="6718771" y="193286"/>
                  </a:lnTo>
                  <a:lnTo>
                    <a:pt x="6777907" y="164575"/>
                  </a:lnTo>
                  <a:lnTo>
                    <a:pt x="6842137" y="138934"/>
                  </a:lnTo>
                  <a:lnTo>
                    <a:pt x="6912123" y="115977"/>
                  </a:lnTo>
                  <a:lnTo>
                    <a:pt x="6988212" y="95397"/>
                  </a:lnTo>
                  <a:lnTo>
                    <a:pt x="7070251" y="76976"/>
                  </a:lnTo>
                  <a:lnTo>
                    <a:pt x="7157375" y="60587"/>
                  </a:lnTo>
                  <a:lnTo>
                    <a:pt x="7247795" y="46183"/>
                  </a:lnTo>
                  <a:lnTo>
                    <a:pt x="7338691" y="33784"/>
                  </a:lnTo>
                  <a:lnTo>
                    <a:pt x="7426296" y="23438"/>
                  </a:lnTo>
                  <a:lnTo>
                    <a:pt x="7506279" y="15178"/>
                  </a:lnTo>
                  <a:lnTo>
                    <a:pt x="7574446" y="8967"/>
                  </a:lnTo>
                  <a:lnTo>
                    <a:pt x="7627619" y="4661"/>
                  </a:lnTo>
                  <a:lnTo>
                    <a:pt x="7664422" y="1995"/>
                  </a:lnTo>
                  <a:lnTo>
                    <a:pt x="7685729" y="609"/>
                  </a:lnTo>
                  <a:lnTo>
                    <a:pt x="7694650" y="85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6" name="pl1606"/>
            <p:cNvSpPr/>
            <p:nvPr/>
          </p:nvSpPr>
          <p:spPr>
            <a:xfrm>
              <a:off x="546595" y="3211386"/>
              <a:ext cx="8234974" cy="2085256"/>
            </a:xfrm>
            <a:custGeom>
              <a:avLst/>
              <a:pathLst>
                <a:path w="8234974" h="2085256">
                  <a:moveTo>
                    <a:pt x="8234974" y="0"/>
                  </a:move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6" y="2085256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16" y="2085249"/>
                  </a:lnTo>
                  <a:lnTo>
                    <a:pt x="3838322" y="2085201"/>
                  </a:lnTo>
                  <a:lnTo>
                    <a:pt x="3817148" y="2085069"/>
                  </a:lnTo>
                  <a:lnTo>
                    <a:pt x="3779898" y="2084809"/>
                  </a:lnTo>
                  <a:lnTo>
                    <a:pt x="3725597" y="2084384"/>
                  </a:lnTo>
                  <a:lnTo>
                    <a:pt x="3655708" y="2083767"/>
                  </a:lnTo>
                  <a:lnTo>
                    <a:pt x="3573641" y="2082943"/>
                  </a:lnTo>
                  <a:lnTo>
                    <a:pt x="3483879" y="2081910"/>
                  </a:lnTo>
                  <a:lnTo>
                    <a:pt x="3391002" y="2080670"/>
                  </a:lnTo>
                  <a:lnTo>
                    <a:pt x="3298945" y="2079229"/>
                  </a:lnTo>
                  <a:lnTo>
                    <a:pt x="3210588" y="2077588"/>
                  </a:lnTo>
                  <a:lnTo>
                    <a:pt x="3127702" y="2075741"/>
                  </a:lnTo>
                  <a:lnTo>
                    <a:pt x="3051082" y="2073674"/>
                  </a:lnTo>
                  <a:lnTo>
                    <a:pt x="2980788" y="2071363"/>
                  </a:lnTo>
                  <a:lnTo>
                    <a:pt x="2916375" y="2068774"/>
                  </a:lnTo>
                  <a:lnTo>
                    <a:pt x="2857088" y="2065867"/>
                  </a:lnTo>
                  <a:lnTo>
                    <a:pt x="2802014" y="2062595"/>
                  </a:lnTo>
                  <a:lnTo>
                    <a:pt x="2750185" y="2058911"/>
                  </a:lnTo>
                  <a:lnTo>
                    <a:pt x="2700670" y="2054775"/>
                  </a:lnTo>
                  <a:lnTo>
                    <a:pt x="2667772" y="2051681"/>
                  </a:lnTo>
                  <a:lnTo>
                    <a:pt x="2615237" y="2046184"/>
                  </a:lnTo>
                  <a:lnTo>
                    <a:pt x="2563204" y="2040091"/>
                  </a:lnTo>
                  <a:lnTo>
                    <a:pt x="2511086" y="2033395"/>
                  </a:lnTo>
                  <a:lnTo>
                    <a:pt x="2458497" y="2026112"/>
                  </a:lnTo>
                  <a:lnTo>
                    <a:pt x="2405225" y="2018286"/>
                  </a:lnTo>
                  <a:lnTo>
                    <a:pt x="2351213" y="2009985"/>
                  </a:lnTo>
                  <a:lnTo>
                    <a:pt x="2296532" y="2001306"/>
                  </a:lnTo>
                  <a:lnTo>
                    <a:pt x="2241359" y="1992368"/>
                  </a:lnTo>
                  <a:lnTo>
                    <a:pt x="2185942" y="1983307"/>
                  </a:lnTo>
                  <a:lnTo>
                    <a:pt x="2130564" y="1974265"/>
                  </a:lnTo>
                  <a:lnTo>
                    <a:pt x="2075501" y="1965384"/>
                  </a:lnTo>
                  <a:lnTo>
                    <a:pt x="2020987" y="1956797"/>
                  </a:lnTo>
                  <a:lnTo>
                    <a:pt x="1967173" y="1948616"/>
                  </a:lnTo>
                  <a:lnTo>
                    <a:pt x="1914098" y="1940930"/>
                  </a:lnTo>
                  <a:lnTo>
                    <a:pt x="1861663" y="1933803"/>
                  </a:lnTo>
                  <a:lnTo>
                    <a:pt x="1809614" y="1927269"/>
                  </a:lnTo>
                  <a:lnTo>
                    <a:pt x="1757513" y="1921338"/>
                  </a:lnTo>
                  <a:lnTo>
                    <a:pt x="1719082" y="1917383"/>
                  </a:lnTo>
                  <a:lnTo>
                    <a:pt x="1670673" y="1912927"/>
                  </a:lnTo>
                  <a:lnTo>
                    <a:pt x="1620518" y="1908937"/>
                  </a:lnTo>
                  <a:lnTo>
                    <a:pt x="1567764" y="1905389"/>
                  </a:lnTo>
                  <a:lnTo>
                    <a:pt x="1511457" y="1902238"/>
                  </a:lnTo>
                  <a:lnTo>
                    <a:pt x="1450638" y="1899437"/>
                  </a:lnTo>
                  <a:lnTo>
                    <a:pt x="1384429" y="1896940"/>
                  </a:lnTo>
                  <a:lnTo>
                    <a:pt x="1312157" y="1894709"/>
                  </a:lnTo>
                  <a:lnTo>
                    <a:pt x="1233512" y="1892714"/>
                  </a:lnTo>
                  <a:lnTo>
                    <a:pt x="1148762" y="1890934"/>
                  </a:lnTo>
                  <a:lnTo>
                    <a:pt x="1058988" y="1889356"/>
                  </a:lnTo>
                  <a:lnTo>
                    <a:pt x="966305" y="1887979"/>
                  </a:lnTo>
                  <a:lnTo>
                    <a:pt x="873948" y="1886804"/>
                  </a:lnTo>
                  <a:lnTo>
                    <a:pt x="786118" y="1885837"/>
                  </a:lnTo>
                  <a:lnTo>
                    <a:pt x="707460" y="1885080"/>
                  </a:lnTo>
                  <a:lnTo>
                    <a:pt x="642225" y="1884526"/>
                  </a:lnTo>
                  <a:lnTo>
                    <a:pt x="593287" y="1884157"/>
                  </a:lnTo>
                  <a:lnTo>
                    <a:pt x="561363" y="1883942"/>
                  </a:lnTo>
                  <a:lnTo>
                    <a:pt x="544687" y="1883841"/>
                  </a:lnTo>
                  <a:lnTo>
                    <a:pt x="539159" y="1883810"/>
                  </a:lnTo>
                  <a:lnTo>
                    <a:pt x="538736" y="1883808"/>
                  </a:lnTo>
                  <a:lnTo>
                    <a:pt x="0" y="18838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7" name="pg1607"/>
            <p:cNvSpPr/>
            <p:nvPr/>
          </p:nvSpPr>
          <p:spPr>
            <a:xfrm>
              <a:off x="546595" y="478230"/>
              <a:ext cx="8234974" cy="4399183"/>
            </a:xfrm>
            <a:custGeom>
              <a:avLst/>
              <a:pathLst>
                <a:path w="8234974" h="4399183">
                  <a:moveTo>
                    <a:pt x="0" y="4399183"/>
                  </a:moveTo>
                  <a:lnTo>
                    <a:pt x="538736" y="4399183"/>
                  </a:lnTo>
                  <a:lnTo>
                    <a:pt x="539632" y="4399083"/>
                  </a:lnTo>
                  <a:lnTo>
                    <a:pt x="545529" y="4398372"/>
                  </a:lnTo>
                  <a:lnTo>
                    <a:pt x="560412" y="4396406"/>
                  </a:lnTo>
                  <a:lnTo>
                    <a:pt x="587062" y="4392535"/>
                  </a:lnTo>
                  <a:lnTo>
                    <a:pt x="626858" y="4386155"/>
                  </a:lnTo>
                  <a:lnTo>
                    <a:pt x="679672" y="4376773"/>
                  </a:lnTo>
                  <a:lnTo>
                    <a:pt x="743979" y="4364048"/>
                  </a:lnTo>
                  <a:lnTo>
                    <a:pt x="817208" y="4347804"/>
                  </a:lnTo>
                  <a:lnTo>
                    <a:pt x="896240" y="4328009"/>
                  </a:lnTo>
                  <a:lnTo>
                    <a:pt x="977927" y="4304716"/>
                  </a:lnTo>
                  <a:lnTo>
                    <a:pt x="1059493" y="4278001"/>
                  </a:lnTo>
                  <a:lnTo>
                    <a:pt x="1138774" y="4247907"/>
                  </a:lnTo>
                  <a:lnTo>
                    <a:pt x="1214286" y="4214393"/>
                  </a:lnTo>
                  <a:lnTo>
                    <a:pt x="1285182" y="4177310"/>
                  </a:lnTo>
                  <a:lnTo>
                    <a:pt x="1351138" y="4136388"/>
                  </a:lnTo>
                  <a:lnTo>
                    <a:pt x="1412226" y="4091231"/>
                  </a:lnTo>
                  <a:lnTo>
                    <a:pt x="1468794" y="4041325"/>
                  </a:lnTo>
                  <a:lnTo>
                    <a:pt x="1521365" y="3986054"/>
                  </a:lnTo>
                  <a:lnTo>
                    <a:pt x="1570559" y="3924729"/>
                  </a:lnTo>
                  <a:lnTo>
                    <a:pt x="1617036" y="3856637"/>
                  </a:lnTo>
                  <a:lnTo>
                    <a:pt x="1661449" y="3781128"/>
                  </a:lnTo>
                  <a:lnTo>
                    <a:pt x="1704397" y="3697752"/>
                  </a:lnTo>
                  <a:lnTo>
                    <a:pt x="1719082" y="3666893"/>
                  </a:lnTo>
                  <a:lnTo>
                    <a:pt x="1748494" y="3601578"/>
                  </a:lnTo>
                  <a:lnTo>
                    <a:pt x="1777650" y="3532280"/>
                  </a:lnTo>
                  <a:lnTo>
                    <a:pt x="1806679" y="3458920"/>
                  </a:lnTo>
                  <a:lnTo>
                    <a:pt x="1835685" y="3381460"/>
                  </a:lnTo>
                  <a:lnTo>
                    <a:pt x="1864755" y="3299909"/>
                  </a:lnTo>
                  <a:lnTo>
                    <a:pt x="1893954" y="3214330"/>
                  </a:lnTo>
                  <a:lnTo>
                    <a:pt x="1923331" y="3124838"/>
                  </a:lnTo>
                  <a:lnTo>
                    <a:pt x="1952919" y="3031607"/>
                  </a:lnTo>
                  <a:lnTo>
                    <a:pt x="1982735" y="2934869"/>
                  </a:lnTo>
                  <a:lnTo>
                    <a:pt x="2012785" y="2834913"/>
                  </a:lnTo>
                  <a:lnTo>
                    <a:pt x="2043058" y="2732087"/>
                  </a:lnTo>
                  <a:lnTo>
                    <a:pt x="2073536" y="2626789"/>
                  </a:lnTo>
                  <a:lnTo>
                    <a:pt x="2104188" y="2519464"/>
                  </a:lnTo>
                  <a:lnTo>
                    <a:pt x="2134977" y="2410598"/>
                  </a:lnTo>
                  <a:lnTo>
                    <a:pt x="2165858" y="2300707"/>
                  </a:lnTo>
                  <a:lnTo>
                    <a:pt x="2196784" y="2190329"/>
                  </a:lnTo>
                  <a:lnTo>
                    <a:pt x="2227704" y="2080010"/>
                  </a:lnTo>
                  <a:lnTo>
                    <a:pt x="2258569" y="1970297"/>
                  </a:lnTo>
                  <a:lnTo>
                    <a:pt x="2289332" y="1861722"/>
                  </a:lnTo>
                  <a:lnTo>
                    <a:pt x="2319949" y="1754797"/>
                  </a:lnTo>
                  <a:lnTo>
                    <a:pt x="2350385" y="1649999"/>
                  </a:lnTo>
                  <a:lnTo>
                    <a:pt x="2380611" y="1547764"/>
                  </a:lnTo>
                  <a:lnTo>
                    <a:pt x="2410610" y="1448479"/>
                  </a:lnTo>
                  <a:lnTo>
                    <a:pt x="2440377" y="1352479"/>
                  </a:lnTo>
                  <a:lnTo>
                    <a:pt x="2469917" y="1260042"/>
                  </a:lnTo>
                  <a:lnTo>
                    <a:pt x="2499252" y="1171386"/>
                  </a:lnTo>
                  <a:lnTo>
                    <a:pt x="2528418" y="1086674"/>
                  </a:lnTo>
                  <a:lnTo>
                    <a:pt x="2557468" y="1006007"/>
                  </a:lnTo>
                  <a:lnTo>
                    <a:pt x="2586471" y="929438"/>
                  </a:lnTo>
                  <a:lnTo>
                    <a:pt x="2615517" y="856964"/>
                  </a:lnTo>
                  <a:lnTo>
                    <a:pt x="2644717" y="788539"/>
                  </a:lnTo>
                  <a:lnTo>
                    <a:pt x="2667772" y="737734"/>
                  </a:lnTo>
                  <a:lnTo>
                    <a:pt x="2710333" y="651587"/>
                  </a:lnTo>
                  <a:lnTo>
                    <a:pt x="2754173" y="573377"/>
                  </a:lnTo>
                  <a:lnTo>
                    <a:pt x="2799860" y="502773"/>
                  </a:lnTo>
                  <a:lnTo>
                    <a:pt x="2848034" y="439175"/>
                  </a:lnTo>
                  <a:lnTo>
                    <a:pt x="2899357" y="381879"/>
                  </a:lnTo>
                  <a:lnTo>
                    <a:pt x="2954469" y="330182"/>
                  </a:lnTo>
                  <a:lnTo>
                    <a:pt x="3013936" y="283437"/>
                  </a:lnTo>
                  <a:lnTo>
                    <a:pt x="3078174" y="241094"/>
                  </a:lnTo>
                  <a:lnTo>
                    <a:pt x="3147366" y="202713"/>
                  </a:lnTo>
                  <a:lnTo>
                    <a:pt x="3221339" y="167981"/>
                  </a:lnTo>
                  <a:lnTo>
                    <a:pt x="3299444" y="136707"/>
                  </a:lnTo>
                  <a:lnTo>
                    <a:pt x="3380426" y="108816"/>
                  </a:lnTo>
                  <a:lnTo>
                    <a:pt x="3462358" y="84325"/>
                  </a:lnTo>
                  <a:lnTo>
                    <a:pt x="3542658" y="63305"/>
                  </a:lnTo>
                  <a:lnTo>
                    <a:pt x="3618270" y="45824"/>
                  </a:lnTo>
                  <a:lnTo>
                    <a:pt x="3686011" y="31887"/>
                  </a:lnTo>
                  <a:lnTo>
                    <a:pt x="3743057" y="21373"/>
                  </a:lnTo>
                  <a:lnTo>
                    <a:pt x="3787470" y="13998"/>
                  </a:lnTo>
                  <a:lnTo>
                    <a:pt x="3818612" y="9319"/>
                  </a:lnTo>
                  <a:lnTo>
                    <a:pt x="3837338" y="6763"/>
                  </a:lnTo>
                  <a:lnTo>
                    <a:pt x="3845965" y="569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4" y="5499"/>
                  </a:lnTo>
                  <a:lnTo>
                    <a:pt x="4396256" y="5894"/>
                  </a:lnTo>
                  <a:lnTo>
                    <a:pt x="4416611" y="6985"/>
                  </a:lnTo>
                  <a:lnTo>
                    <a:pt x="4452499" y="9127"/>
                  </a:lnTo>
                  <a:lnTo>
                    <a:pt x="4504974" y="12630"/>
                  </a:lnTo>
                  <a:lnTo>
                    <a:pt x="4572775" y="17724"/>
                  </a:lnTo>
                  <a:lnTo>
                    <a:pt x="4652748" y="24536"/>
                  </a:lnTo>
                  <a:lnTo>
                    <a:pt x="4740653" y="33102"/>
                  </a:lnTo>
                  <a:lnTo>
                    <a:pt x="4832067" y="43396"/>
                  </a:lnTo>
                  <a:lnTo>
                    <a:pt x="4923120" y="55377"/>
                  </a:lnTo>
                  <a:lnTo>
                    <a:pt x="5010904" y="69028"/>
                  </a:lnTo>
                  <a:lnTo>
                    <a:pt x="5093572" y="84384"/>
                  </a:lnTo>
                  <a:lnTo>
                    <a:pt x="5170222" y="101554"/>
                  </a:lnTo>
                  <a:lnTo>
                    <a:pt x="5240691" y="120720"/>
                  </a:lnTo>
                  <a:lnTo>
                    <a:pt x="5305330" y="142142"/>
                  </a:lnTo>
                  <a:lnTo>
                    <a:pt x="5364812" y="166145"/>
                  </a:lnTo>
                  <a:lnTo>
                    <a:pt x="5419991" y="193106"/>
                  </a:lnTo>
                  <a:lnTo>
                    <a:pt x="5471789" y="223415"/>
                  </a:lnTo>
                  <a:lnTo>
                    <a:pt x="5521116" y="257425"/>
                  </a:lnTo>
                  <a:lnTo>
                    <a:pt x="5567201" y="294004"/>
                  </a:lnTo>
                  <a:lnTo>
                    <a:pt x="5609335" y="331440"/>
                  </a:lnTo>
                  <a:lnTo>
                    <a:pt x="5651058" y="372139"/>
                  </a:lnTo>
                  <a:lnTo>
                    <a:pt x="5692707" y="416162"/>
                  </a:lnTo>
                  <a:lnTo>
                    <a:pt x="5734528" y="463493"/>
                  </a:lnTo>
                  <a:lnTo>
                    <a:pt x="5776691" y="514025"/>
                  </a:lnTo>
                  <a:lnTo>
                    <a:pt x="5819294" y="567559"/>
                  </a:lnTo>
                  <a:lnTo>
                    <a:pt x="5862375" y="623799"/>
                  </a:lnTo>
                  <a:lnTo>
                    <a:pt x="5905914" y="682351"/>
                  </a:lnTo>
                  <a:lnTo>
                    <a:pt x="5949844" y="742736"/>
                  </a:lnTo>
                  <a:lnTo>
                    <a:pt x="5994062" y="804403"/>
                  </a:lnTo>
                  <a:lnTo>
                    <a:pt x="6038435" y="866748"/>
                  </a:lnTo>
                  <a:lnTo>
                    <a:pt x="6082819" y="929138"/>
                  </a:lnTo>
                  <a:lnTo>
                    <a:pt x="6127067" y="990937"/>
                  </a:lnTo>
                  <a:lnTo>
                    <a:pt x="6171045" y="1051537"/>
                  </a:lnTo>
                  <a:lnTo>
                    <a:pt x="6214643" y="1110376"/>
                  </a:lnTo>
                  <a:lnTo>
                    <a:pt x="6257791" y="1166966"/>
                  </a:lnTo>
                  <a:lnTo>
                    <a:pt x="6300460" y="1220899"/>
                  </a:lnTo>
                  <a:lnTo>
                    <a:pt x="6342680" y="1271866"/>
                  </a:lnTo>
                  <a:lnTo>
                    <a:pt x="6384541" y="1319654"/>
                  </a:lnTo>
                  <a:lnTo>
                    <a:pt x="6426201" y="1364143"/>
                  </a:lnTo>
                  <a:lnTo>
                    <a:pt x="6467895" y="1405306"/>
                  </a:lnTo>
                  <a:lnTo>
                    <a:pt x="6509947" y="1443193"/>
                  </a:lnTo>
                  <a:lnTo>
                    <a:pt x="6515891" y="1448246"/>
                  </a:lnTo>
                  <a:lnTo>
                    <a:pt x="6563603" y="1486031"/>
                  </a:lnTo>
                  <a:lnTo>
                    <a:pt x="6612999" y="1519912"/>
                  </a:lnTo>
                  <a:lnTo>
                    <a:pt x="6664895" y="1550102"/>
                  </a:lnTo>
                  <a:lnTo>
                    <a:pt x="6720204" y="1576957"/>
                  </a:lnTo>
                  <a:lnTo>
                    <a:pt x="6779847" y="1600868"/>
                  </a:lnTo>
                  <a:lnTo>
                    <a:pt x="6844672" y="1622209"/>
                  </a:lnTo>
                  <a:lnTo>
                    <a:pt x="6915345" y="1641304"/>
                  </a:lnTo>
                  <a:lnTo>
                    <a:pt x="6992204" y="1658410"/>
                  </a:lnTo>
                  <a:lnTo>
                    <a:pt x="7075062" y="1673708"/>
                  </a:lnTo>
                  <a:lnTo>
                    <a:pt x="7162992" y="1687302"/>
                  </a:lnTo>
                  <a:lnTo>
                    <a:pt x="7254110" y="1699227"/>
                  </a:lnTo>
                  <a:lnTo>
                    <a:pt x="7345474" y="1709464"/>
                  </a:lnTo>
                  <a:lnTo>
                    <a:pt x="7433186" y="1717971"/>
                  </a:lnTo>
                  <a:lnTo>
                    <a:pt x="7512815" y="1724725"/>
                  </a:lnTo>
                  <a:lnTo>
                    <a:pt x="7580143" y="1729763"/>
                  </a:lnTo>
                  <a:lnTo>
                    <a:pt x="7632069" y="1733216"/>
                  </a:lnTo>
                  <a:lnTo>
                    <a:pt x="7667405" y="1735317"/>
                  </a:lnTo>
                  <a:lnTo>
                    <a:pt x="7687283" y="1736379"/>
                  </a:lnTo>
                  <a:lnTo>
                    <a:pt x="7695108" y="1736756"/>
                  </a:lnTo>
                  <a:lnTo>
                    <a:pt x="7696237" y="1736806"/>
                  </a:lnTo>
                  <a:lnTo>
                    <a:pt x="8234974" y="1736806"/>
                  </a:lnTo>
                  <a:lnTo>
                    <a:pt x="8234974" y="1731361"/>
                  </a:ln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2" y="99"/>
                  </a:lnTo>
                  <a:lnTo>
                    <a:pt x="3841326" y="811"/>
                  </a:lnTo>
                  <a:lnTo>
                    <a:pt x="3826443" y="2777"/>
                  </a:lnTo>
                  <a:lnTo>
                    <a:pt x="3799793" y="6648"/>
                  </a:lnTo>
                  <a:lnTo>
                    <a:pt x="3759997" y="13027"/>
                  </a:lnTo>
                  <a:lnTo>
                    <a:pt x="3707183" y="22409"/>
                  </a:lnTo>
                  <a:lnTo>
                    <a:pt x="3642875" y="35135"/>
                  </a:lnTo>
                  <a:lnTo>
                    <a:pt x="3569647" y="51378"/>
                  </a:lnTo>
                  <a:lnTo>
                    <a:pt x="3490615" y="71173"/>
                  </a:lnTo>
                  <a:lnTo>
                    <a:pt x="3408928" y="94467"/>
                  </a:lnTo>
                  <a:lnTo>
                    <a:pt x="3327361" y="121181"/>
                  </a:lnTo>
                  <a:lnTo>
                    <a:pt x="3248080" y="151276"/>
                  </a:lnTo>
                  <a:lnTo>
                    <a:pt x="3172568" y="184790"/>
                  </a:lnTo>
                  <a:lnTo>
                    <a:pt x="3101673" y="221872"/>
                  </a:lnTo>
                  <a:lnTo>
                    <a:pt x="3035717" y="262794"/>
                  </a:lnTo>
                  <a:lnTo>
                    <a:pt x="2974629" y="307951"/>
                  </a:lnTo>
                  <a:lnTo>
                    <a:pt x="2918061" y="357857"/>
                  </a:lnTo>
                  <a:lnTo>
                    <a:pt x="2865490" y="413128"/>
                  </a:lnTo>
                  <a:lnTo>
                    <a:pt x="2816296" y="474453"/>
                  </a:lnTo>
                  <a:lnTo>
                    <a:pt x="2769819" y="542545"/>
                  </a:lnTo>
                  <a:lnTo>
                    <a:pt x="2725405" y="618055"/>
                  </a:lnTo>
                  <a:lnTo>
                    <a:pt x="2682458" y="701430"/>
                  </a:lnTo>
                  <a:lnTo>
                    <a:pt x="2667772" y="732289"/>
                  </a:lnTo>
                  <a:lnTo>
                    <a:pt x="2638360" y="797605"/>
                  </a:lnTo>
                  <a:lnTo>
                    <a:pt x="2609205" y="866902"/>
                  </a:lnTo>
                  <a:lnTo>
                    <a:pt x="2580176" y="940263"/>
                  </a:lnTo>
                  <a:lnTo>
                    <a:pt x="2551169" y="1017723"/>
                  </a:lnTo>
                  <a:lnTo>
                    <a:pt x="2522100" y="1099273"/>
                  </a:lnTo>
                  <a:lnTo>
                    <a:pt x="2492901" y="1184853"/>
                  </a:lnTo>
                  <a:lnTo>
                    <a:pt x="2463524" y="1274345"/>
                  </a:lnTo>
                  <a:lnTo>
                    <a:pt x="2433936" y="1367576"/>
                  </a:lnTo>
                  <a:lnTo>
                    <a:pt x="2404119" y="1464314"/>
                  </a:lnTo>
                  <a:lnTo>
                    <a:pt x="2374070" y="1564269"/>
                  </a:lnTo>
                  <a:lnTo>
                    <a:pt x="2343796" y="1667096"/>
                  </a:lnTo>
                  <a:lnTo>
                    <a:pt x="2313318" y="1772394"/>
                  </a:lnTo>
                  <a:lnTo>
                    <a:pt x="2282666" y="1879719"/>
                  </a:lnTo>
                  <a:lnTo>
                    <a:pt x="2251878" y="1988585"/>
                  </a:lnTo>
                  <a:lnTo>
                    <a:pt x="2220996" y="2098475"/>
                  </a:lnTo>
                  <a:lnTo>
                    <a:pt x="2190071" y="2208854"/>
                  </a:lnTo>
                  <a:lnTo>
                    <a:pt x="2159150" y="2319173"/>
                  </a:lnTo>
                  <a:lnTo>
                    <a:pt x="2128285" y="2428886"/>
                  </a:lnTo>
                  <a:lnTo>
                    <a:pt x="2097523" y="2537460"/>
                  </a:lnTo>
                  <a:lnTo>
                    <a:pt x="2066906" y="2644385"/>
                  </a:lnTo>
                  <a:lnTo>
                    <a:pt x="2036470" y="2749184"/>
                  </a:lnTo>
                  <a:lnTo>
                    <a:pt x="2006244" y="2851419"/>
                  </a:lnTo>
                  <a:lnTo>
                    <a:pt x="1976244" y="2950704"/>
                  </a:lnTo>
                  <a:lnTo>
                    <a:pt x="1946478" y="3046703"/>
                  </a:lnTo>
                  <a:lnTo>
                    <a:pt x="1916938" y="3139141"/>
                  </a:lnTo>
                  <a:lnTo>
                    <a:pt x="1887603" y="3227796"/>
                  </a:lnTo>
                  <a:lnTo>
                    <a:pt x="1858437" y="3312509"/>
                  </a:lnTo>
                  <a:lnTo>
                    <a:pt x="1829387" y="3393175"/>
                  </a:lnTo>
                  <a:lnTo>
                    <a:pt x="1800384" y="3469745"/>
                  </a:lnTo>
                  <a:lnTo>
                    <a:pt x="1771337" y="3542219"/>
                  </a:lnTo>
                  <a:lnTo>
                    <a:pt x="1742138" y="3610644"/>
                  </a:lnTo>
                  <a:lnTo>
                    <a:pt x="1719082" y="3661449"/>
                  </a:lnTo>
                  <a:lnTo>
                    <a:pt x="1676522" y="3747596"/>
                  </a:lnTo>
                  <a:lnTo>
                    <a:pt x="1632682" y="3825806"/>
                  </a:lnTo>
                  <a:lnTo>
                    <a:pt x="1586995" y="3896410"/>
                  </a:lnTo>
                  <a:lnTo>
                    <a:pt x="1538821" y="3960008"/>
                  </a:lnTo>
                  <a:lnTo>
                    <a:pt x="1487498" y="4017303"/>
                  </a:lnTo>
                  <a:lnTo>
                    <a:pt x="1432385" y="4069001"/>
                  </a:lnTo>
                  <a:lnTo>
                    <a:pt x="1372919" y="4115745"/>
                  </a:lnTo>
                  <a:lnTo>
                    <a:pt x="1308680" y="4158089"/>
                  </a:lnTo>
                  <a:lnTo>
                    <a:pt x="1239489" y="4196469"/>
                  </a:lnTo>
                  <a:lnTo>
                    <a:pt x="1165515" y="4231201"/>
                  </a:lnTo>
                  <a:lnTo>
                    <a:pt x="1087411" y="4262475"/>
                  </a:lnTo>
                  <a:lnTo>
                    <a:pt x="1006428" y="4290366"/>
                  </a:lnTo>
                  <a:lnTo>
                    <a:pt x="924497" y="4314857"/>
                  </a:lnTo>
                  <a:lnTo>
                    <a:pt x="844196" y="4335878"/>
                  </a:lnTo>
                  <a:lnTo>
                    <a:pt x="768584" y="4353358"/>
                  </a:lnTo>
                  <a:lnTo>
                    <a:pt x="700844" y="4367295"/>
                  </a:lnTo>
                  <a:lnTo>
                    <a:pt x="643798" y="4377810"/>
                  </a:lnTo>
                  <a:lnTo>
                    <a:pt x="599384" y="4385184"/>
                  </a:lnTo>
                  <a:lnTo>
                    <a:pt x="568243" y="4389864"/>
                  </a:lnTo>
                  <a:lnTo>
                    <a:pt x="549516" y="4392419"/>
                  </a:lnTo>
                  <a:lnTo>
                    <a:pt x="540889" y="4393493"/>
                  </a:lnTo>
                  <a:lnTo>
                    <a:pt x="538736" y="4393739"/>
                  </a:lnTo>
                  <a:lnTo>
                    <a:pt x="0" y="4393739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08" name="pl1608"/>
            <p:cNvSpPr/>
            <p:nvPr/>
          </p:nvSpPr>
          <p:spPr>
            <a:xfrm>
              <a:off x="546595" y="483674"/>
              <a:ext cx="8234974" cy="4393739"/>
            </a:xfrm>
            <a:custGeom>
              <a:avLst/>
              <a:pathLst>
                <a:path w="8234974" h="4393739">
                  <a:moveTo>
                    <a:pt x="0" y="4393739"/>
                  </a:moveTo>
                  <a:lnTo>
                    <a:pt x="538736" y="4393739"/>
                  </a:lnTo>
                  <a:lnTo>
                    <a:pt x="539632" y="4393639"/>
                  </a:lnTo>
                  <a:lnTo>
                    <a:pt x="545529" y="4392927"/>
                  </a:lnTo>
                  <a:lnTo>
                    <a:pt x="560412" y="4390961"/>
                  </a:lnTo>
                  <a:lnTo>
                    <a:pt x="587062" y="4387090"/>
                  </a:lnTo>
                  <a:lnTo>
                    <a:pt x="626858" y="4380711"/>
                  </a:lnTo>
                  <a:lnTo>
                    <a:pt x="679672" y="4371329"/>
                  </a:lnTo>
                  <a:lnTo>
                    <a:pt x="743979" y="4358603"/>
                  </a:lnTo>
                  <a:lnTo>
                    <a:pt x="817208" y="4342360"/>
                  </a:lnTo>
                  <a:lnTo>
                    <a:pt x="896240" y="4322565"/>
                  </a:lnTo>
                  <a:lnTo>
                    <a:pt x="977927" y="4299271"/>
                  </a:lnTo>
                  <a:lnTo>
                    <a:pt x="1059493" y="4272557"/>
                  </a:lnTo>
                  <a:lnTo>
                    <a:pt x="1138774" y="4242462"/>
                  </a:lnTo>
                  <a:lnTo>
                    <a:pt x="1214286" y="4208948"/>
                  </a:lnTo>
                  <a:lnTo>
                    <a:pt x="1285182" y="4171866"/>
                  </a:lnTo>
                  <a:lnTo>
                    <a:pt x="1351138" y="4130944"/>
                  </a:lnTo>
                  <a:lnTo>
                    <a:pt x="1412226" y="4085787"/>
                  </a:lnTo>
                  <a:lnTo>
                    <a:pt x="1468794" y="4035881"/>
                  </a:lnTo>
                  <a:lnTo>
                    <a:pt x="1521365" y="3980610"/>
                  </a:lnTo>
                  <a:lnTo>
                    <a:pt x="1570559" y="3919285"/>
                  </a:lnTo>
                  <a:lnTo>
                    <a:pt x="1617036" y="3851193"/>
                  </a:lnTo>
                  <a:lnTo>
                    <a:pt x="1661449" y="3775683"/>
                  </a:lnTo>
                  <a:lnTo>
                    <a:pt x="1704397" y="3692308"/>
                  </a:lnTo>
                  <a:lnTo>
                    <a:pt x="1719082" y="3661449"/>
                  </a:lnTo>
                  <a:lnTo>
                    <a:pt x="1748494" y="3596133"/>
                  </a:lnTo>
                  <a:lnTo>
                    <a:pt x="1777650" y="3526836"/>
                  </a:lnTo>
                  <a:lnTo>
                    <a:pt x="1806679" y="3453476"/>
                  </a:lnTo>
                  <a:lnTo>
                    <a:pt x="1835685" y="3376015"/>
                  </a:lnTo>
                  <a:lnTo>
                    <a:pt x="1864755" y="3294465"/>
                  </a:lnTo>
                  <a:lnTo>
                    <a:pt x="1893954" y="3208885"/>
                  </a:lnTo>
                  <a:lnTo>
                    <a:pt x="1923331" y="3119394"/>
                  </a:lnTo>
                  <a:lnTo>
                    <a:pt x="1952919" y="3026162"/>
                  </a:lnTo>
                  <a:lnTo>
                    <a:pt x="1982735" y="2929424"/>
                  </a:lnTo>
                  <a:lnTo>
                    <a:pt x="2012785" y="2829469"/>
                  </a:lnTo>
                  <a:lnTo>
                    <a:pt x="2043058" y="2726642"/>
                  </a:lnTo>
                  <a:lnTo>
                    <a:pt x="2073536" y="2621344"/>
                  </a:lnTo>
                  <a:lnTo>
                    <a:pt x="2104188" y="2514019"/>
                  </a:lnTo>
                  <a:lnTo>
                    <a:pt x="2134977" y="2405153"/>
                  </a:lnTo>
                  <a:lnTo>
                    <a:pt x="2165858" y="2295263"/>
                  </a:lnTo>
                  <a:lnTo>
                    <a:pt x="2196784" y="2184884"/>
                  </a:lnTo>
                  <a:lnTo>
                    <a:pt x="2227704" y="2074565"/>
                  </a:lnTo>
                  <a:lnTo>
                    <a:pt x="2258569" y="1964852"/>
                  </a:lnTo>
                  <a:lnTo>
                    <a:pt x="2289332" y="1856278"/>
                  </a:lnTo>
                  <a:lnTo>
                    <a:pt x="2319949" y="1749353"/>
                  </a:lnTo>
                  <a:lnTo>
                    <a:pt x="2350385" y="1644555"/>
                  </a:lnTo>
                  <a:lnTo>
                    <a:pt x="2380611" y="1542319"/>
                  </a:lnTo>
                  <a:lnTo>
                    <a:pt x="2410610" y="1443034"/>
                  </a:lnTo>
                  <a:lnTo>
                    <a:pt x="2440377" y="1347035"/>
                  </a:lnTo>
                  <a:lnTo>
                    <a:pt x="2469917" y="1254597"/>
                  </a:lnTo>
                  <a:lnTo>
                    <a:pt x="2499252" y="1165942"/>
                  </a:lnTo>
                  <a:lnTo>
                    <a:pt x="2528418" y="1081229"/>
                  </a:lnTo>
                  <a:lnTo>
                    <a:pt x="2557468" y="1000563"/>
                  </a:lnTo>
                  <a:lnTo>
                    <a:pt x="2586471" y="923993"/>
                  </a:lnTo>
                  <a:lnTo>
                    <a:pt x="2615517" y="851520"/>
                  </a:lnTo>
                  <a:lnTo>
                    <a:pt x="2644717" y="783094"/>
                  </a:lnTo>
                  <a:lnTo>
                    <a:pt x="2667772" y="732289"/>
                  </a:lnTo>
                  <a:lnTo>
                    <a:pt x="2710333" y="646142"/>
                  </a:lnTo>
                  <a:lnTo>
                    <a:pt x="2754173" y="567933"/>
                  </a:lnTo>
                  <a:lnTo>
                    <a:pt x="2799860" y="497328"/>
                  </a:lnTo>
                  <a:lnTo>
                    <a:pt x="2848034" y="433730"/>
                  </a:lnTo>
                  <a:lnTo>
                    <a:pt x="2899357" y="376435"/>
                  </a:lnTo>
                  <a:lnTo>
                    <a:pt x="2954469" y="324737"/>
                  </a:lnTo>
                  <a:lnTo>
                    <a:pt x="3013936" y="277993"/>
                  </a:lnTo>
                  <a:lnTo>
                    <a:pt x="3078174" y="235649"/>
                  </a:lnTo>
                  <a:lnTo>
                    <a:pt x="3147366" y="197269"/>
                  </a:lnTo>
                  <a:lnTo>
                    <a:pt x="3221339" y="162537"/>
                  </a:lnTo>
                  <a:lnTo>
                    <a:pt x="3299444" y="131263"/>
                  </a:lnTo>
                  <a:lnTo>
                    <a:pt x="3380426" y="103372"/>
                  </a:lnTo>
                  <a:lnTo>
                    <a:pt x="3462358" y="78881"/>
                  </a:lnTo>
                  <a:lnTo>
                    <a:pt x="3542658" y="57860"/>
                  </a:lnTo>
                  <a:lnTo>
                    <a:pt x="3618270" y="40380"/>
                  </a:lnTo>
                  <a:lnTo>
                    <a:pt x="3686011" y="26443"/>
                  </a:lnTo>
                  <a:lnTo>
                    <a:pt x="3743057" y="15928"/>
                  </a:lnTo>
                  <a:lnTo>
                    <a:pt x="3787470" y="8554"/>
                  </a:lnTo>
                  <a:lnTo>
                    <a:pt x="3818612" y="3875"/>
                  </a:lnTo>
                  <a:lnTo>
                    <a:pt x="3837338" y="1319"/>
                  </a:lnTo>
                  <a:lnTo>
                    <a:pt x="3845965" y="245"/>
                  </a:lnTo>
                  <a:lnTo>
                    <a:pt x="3848079" y="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4" y="55"/>
                  </a:lnTo>
                  <a:lnTo>
                    <a:pt x="4396256" y="449"/>
                  </a:lnTo>
                  <a:lnTo>
                    <a:pt x="4416611" y="1540"/>
                  </a:lnTo>
                  <a:lnTo>
                    <a:pt x="4452499" y="3682"/>
                  </a:lnTo>
                  <a:lnTo>
                    <a:pt x="4504974" y="7185"/>
                  </a:lnTo>
                  <a:lnTo>
                    <a:pt x="4572775" y="12279"/>
                  </a:lnTo>
                  <a:lnTo>
                    <a:pt x="4652748" y="19092"/>
                  </a:lnTo>
                  <a:lnTo>
                    <a:pt x="4740653" y="27658"/>
                  </a:lnTo>
                  <a:lnTo>
                    <a:pt x="4832067" y="37952"/>
                  </a:lnTo>
                  <a:lnTo>
                    <a:pt x="4923120" y="49933"/>
                  </a:lnTo>
                  <a:lnTo>
                    <a:pt x="5010904" y="63583"/>
                  </a:lnTo>
                  <a:lnTo>
                    <a:pt x="5093572" y="78940"/>
                  </a:lnTo>
                  <a:lnTo>
                    <a:pt x="5170222" y="96109"/>
                  </a:lnTo>
                  <a:lnTo>
                    <a:pt x="5240691" y="115276"/>
                  </a:lnTo>
                  <a:lnTo>
                    <a:pt x="5305330" y="136698"/>
                  </a:lnTo>
                  <a:lnTo>
                    <a:pt x="5364812" y="160701"/>
                  </a:lnTo>
                  <a:lnTo>
                    <a:pt x="5419991" y="187661"/>
                  </a:lnTo>
                  <a:lnTo>
                    <a:pt x="5471789" y="217971"/>
                  </a:lnTo>
                  <a:lnTo>
                    <a:pt x="5521116" y="251980"/>
                  </a:lnTo>
                  <a:lnTo>
                    <a:pt x="5567201" y="288560"/>
                  </a:lnTo>
                  <a:lnTo>
                    <a:pt x="5609335" y="325996"/>
                  </a:lnTo>
                  <a:lnTo>
                    <a:pt x="5651058" y="366695"/>
                  </a:lnTo>
                  <a:lnTo>
                    <a:pt x="5692707" y="410718"/>
                  </a:lnTo>
                  <a:lnTo>
                    <a:pt x="5734528" y="458048"/>
                  </a:lnTo>
                  <a:lnTo>
                    <a:pt x="5776691" y="508580"/>
                  </a:lnTo>
                  <a:lnTo>
                    <a:pt x="5819294" y="562115"/>
                  </a:lnTo>
                  <a:lnTo>
                    <a:pt x="5862375" y="618354"/>
                  </a:lnTo>
                  <a:lnTo>
                    <a:pt x="5905914" y="676906"/>
                  </a:lnTo>
                  <a:lnTo>
                    <a:pt x="5949844" y="737292"/>
                  </a:lnTo>
                  <a:lnTo>
                    <a:pt x="5994062" y="798959"/>
                  </a:lnTo>
                  <a:lnTo>
                    <a:pt x="6038435" y="861304"/>
                  </a:lnTo>
                  <a:lnTo>
                    <a:pt x="6082819" y="923693"/>
                  </a:lnTo>
                  <a:lnTo>
                    <a:pt x="6127067" y="985493"/>
                  </a:lnTo>
                  <a:lnTo>
                    <a:pt x="6171045" y="1046092"/>
                  </a:lnTo>
                  <a:lnTo>
                    <a:pt x="6214643" y="1104932"/>
                  </a:lnTo>
                  <a:lnTo>
                    <a:pt x="6257791" y="1161521"/>
                  </a:lnTo>
                  <a:lnTo>
                    <a:pt x="6300460" y="1215455"/>
                  </a:lnTo>
                  <a:lnTo>
                    <a:pt x="6342680" y="1266422"/>
                  </a:lnTo>
                  <a:lnTo>
                    <a:pt x="6384541" y="1314209"/>
                  </a:lnTo>
                  <a:lnTo>
                    <a:pt x="6426201" y="1358699"/>
                  </a:lnTo>
                  <a:lnTo>
                    <a:pt x="6467895" y="1399861"/>
                  </a:lnTo>
                  <a:lnTo>
                    <a:pt x="6509947" y="1437748"/>
                  </a:lnTo>
                  <a:lnTo>
                    <a:pt x="6515891" y="1442801"/>
                  </a:lnTo>
                  <a:lnTo>
                    <a:pt x="6563603" y="1480586"/>
                  </a:lnTo>
                  <a:lnTo>
                    <a:pt x="6612999" y="1514467"/>
                  </a:lnTo>
                  <a:lnTo>
                    <a:pt x="6664895" y="1544658"/>
                  </a:lnTo>
                  <a:lnTo>
                    <a:pt x="6720204" y="1571512"/>
                  </a:lnTo>
                  <a:lnTo>
                    <a:pt x="6779847" y="1595423"/>
                  </a:lnTo>
                  <a:lnTo>
                    <a:pt x="6844672" y="1616764"/>
                  </a:lnTo>
                  <a:lnTo>
                    <a:pt x="6915345" y="1635859"/>
                  </a:lnTo>
                  <a:lnTo>
                    <a:pt x="6992204" y="1652966"/>
                  </a:lnTo>
                  <a:lnTo>
                    <a:pt x="7075062" y="1668264"/>
                  </a:lnTo>
                  <a:lnTo>
                    <a:pt x="7162992" y="1681858"/>
                  </a:lnTo>
                  <a:lnTo>
                    <a:pt x="7254110" y="1693783"/>
                  </a:lnTo>
                  <a:lnTo>
                    <a:pt x="7345474" y="1704019"/>
                  </a:lnTo>
                  <a:lnTo>
                    <a:pt x="7433186" y="1712527"/>
                  </a:lnTo>
                  <a:lnTo>
                    <a:pt x="7512815" y="1719280"/>
                  </a:lnTo>
                  <a:lnTo>
                    <a:pt x="7580143" y="1724318"/>
                  </a:lnTo>
                  <a:lnTo>
                    <a:pt x="7632069" y="1727771"/>
                  </a:lnTo>
                  <a:lnTo>
                    <a:pt x="7667405" y="1729872"/>
                  </a:lnTo>
                  <a:lnTo>
                    <a:pt x="7687283" y="1730934"/>
                  </a:lnTo>
                  <a:lnTo>
                    <a:pt x="7695108" y="1731312"/>
                  </a:lnTo>
                  <a:lnTo>
                    <a:pt x="7696237" y="1731361"/>
                  </a:lnTo>
                  <a:lnTo>
                    <a:pt x="8234974" y="1731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9" name="pl1609"/>
            <p:cNvSpPr/>
            <p:nvPr/>
          </p:nvSpPr>
          <p:spPr>
            <a:xfrm>
              <a:off x="546595" y="478230"/>
              <a:ext cx="8234974" cy="4393739"/>
            </a:xfrm>
            <a:custGeom>
              <a:avLst/>
              <a:pathLst>
                <a:path w="8234974" h="4393739">
                  <a:moveTo>
                    <a:pt x="8234974" y="1731361"/>
                  </a:move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2" y="99"/>
                  </a:lnTo>
                  <a:lnTo>
                    <a:pt x="3841326" y="811"/>
                  </a:lnTo>
                  <a:lnTo>
                    <a:pt x="3826443" y="2777"/>
                  </a:lnTo>
                  <a:lnTo>
                    <a:pt x="3799793" y="6648"/>
                  </a:lnTo>
                  <a:lnTo>
                    <a:pt x="3759997" y="13027"/>
                  </a:lnTo>
                  <a:lnTo>
                    <a:pt x="3707183" y="22409"/>
                  </a:lnTo>
                  <a:lnTo>
                    <a:pt x="3642875" y="35135"/>
                  </a:lnTo>
                  <a:lnTo>
                    <a:pt x="3569647" y="51378"/>
                  </a:lnTo>
                  <a:lnTo>
                    <a:pt x="3490615" y="71173"/>
                  </a:lnTo>
                  <a:lnTo>
                    <a:pt x="3408928" y="94467"/>
                  </a:lnTo>
                  <a:lnTo>
                    <a:pt x="3327361" y="121181"/>
                  </a:lnTo>
                  <a:lnTo>
                    <a:pt x="3248080" y="151276"/>
                  </a:lnTo>
                  <a:lnTo>
                    <a:pt x="3172568" y="184790"/>
                  </a:lnTo>
                  <a:lnTo>
                    <a:pt x="3101673" y="221872"/>
                  </a:lnTo>
                  <a:lnTo>
                    <a:pt x="3035717" y="262794"/>
                  </a:lnTo>
                  <a:lnTo>
                    <a:pt x="2974629" y="307951"/>
                  </a:lnTo>
                  <a:lnTo>
                    <a:pt x="2918061" y="357857"/>
                  </a:lnTo>
                  <a:lnTo>
                    <a:pt x="2865490" y="413128"/>
                  </a:lnTo>
                  <a:lnTo>
                    <a:pt x="2816296" y="474453"/>
                  </a:lnTo>
                  <a:lnTo>
                    <a:pt x="2769819" y="542545"/>
                  </a:lnTo>
                  <a:lnTo>
                    <a:pt x="2725405" y="618055"/>
                  </a:lnTo>
                  <a:lnTo>
                    <a:pt x="2682458" y="701430"/>
                  </a:lnTo>
                  <a:lnTo>
                    <a:pt x="2667772" y="732289"/>
                  </a:lnTo>
                  <a:lnTo>
                    <a:pt x="2638360" y="797605"/>
                  </a:lnTo>
                  <a:lnTo>
                    <a:pt x="2609205" y="866902"/>
                  </a:lnTo>
                  <a:lnTo>
                    <a:pt x="2580176" y="940263"/>
                  </a:lnTo>
                  <a:lnTo>
                    <a:pt x="2551169" y="1017723"/>
                  </a:lnTo>
                  <a:lnTo>
                    <a:pt x="2522100" y="1099273"/>
                  </a:lnTo>
                  <a:lnTo>
                    <a:pt x="2492901" y="1184853"/>
                  </a:lnTo>
                  <a:lnTo>
                    <a:pt x="2463524" y="1274345"/>
                  </a:lnTo>
                  <a:lnTo>
                    <a:pt x="2433936" y="1367576"/>
                  </a:lnTo>
                  <a:lnTo>
                    <a:pt x="2404119" y="1464314"/>
                  </a:lnTo>
                  <a:lnTo>
                    <a:pt x="2374070" y="1564269"/>
                  </a:lnTo>
                  <a:lnTo>
                    <a:pt x="2343796" y="1667096"/>
                  </a:lnTo>
                  <a:lnTo>
                    <a:pt x="2313318" y="1772394"/>
                  </a:lnTo>
                  <a:lnTo>
                    <a:pt x="2282666" y="1879719"/>
                  </a:lnTo>
                  <a:lnTo>
                    <a:pt x="2251878" y="1988585"/>
                  </a:lnTo>
                  <a:lnTo>
                    <a:pt x="2220996" y="2098475"/>
                  </a:lnTo>
                  <a:lnTo>
                    <a:pt x="2190071" y="2208854"/>
                  </a:lnTo>
                  <a:lnTo>
                    <a:pt x="2159150" y="2319173"/>
                  </a:lnTo>
                  <a:lnTo>
                    <a:pt x="2128285" y="2428886"/>
                  </a:lnTo>
                  <a:lnTo>
                    <a:pt x="2097523" y="2537460"/>
                  </a:lnTo>
                  <a:lnTo>
                    <a:pt x="2066906" y="2644385"/>
                  </a:lnTo>
                  <a:lnTo>
                    <a:pt x="2036470" y="2749184"/>
                  </a:lnTo>
                  <a:lnTo>
                    <a:pt x="2006244" y="2851419"/>
                  </a:lnTo>
                  <a:lnTo>
                    <a:pt x="1976244" y="2950704"/>
                  </a:lnTo>
                  <a:lnTo>
                    <a:pt x="1946478" y="3046703"/>
                  </a:lnTo>
                  <a:lnTo>
                    <a:pt x="1916938" y="3139141"/>
                  </a:lnTo>
                  <a:lnTo>
                    <a:pt x="1887603" y="3227796"/>
                  </a:lnTo>
                  <a:lnTo>
                    <a:pt x="1858437" y="3312509"/>
                  </a:lnTo>
                  <a:lnTo>
                    <a:pt x="1829387" y="3393175"/>
                  </a:lnTo>
                  <a:lnTo>
                    <a:pt x="1800384" y="3469745"/>
                  </a:lnTo>
                  <a:lnTo>
                    <a:pt x="1771337" y="3542219"/>
                  </a:lnTo>
                  <a:lnTo>
                    <a:pt x="1742138" y="3610644"/>
                  </a:lnTo>
                  <a:lnTo>
                    <a:pt x="1719082" y="3661449"/>
                  </a:lnTo>
                  <a:lnTo>
                    <a:pt x="1676522" y="3747596"/>
                  </a:lnTo>
                  <a:lnTo>
                    <a:pt x="1632682" y="3825806"/>
                  </a:lnTo>
                  <a:lnTo>
                    <a:pt x="1586995" y="3896410"/>
                  </a:lnTo>
                  <a:lnTo>
                    <a:pt x="1538821" y="3960008"/>
                  </a:lnTo>
                  <a:lnTo>
                    <a:pt x="1487498" y="4017303"/>
                  </a:lnTo>
                  <a:lnTo>
                    <a:pt x="1432385" y="4069001"/>
                  </a:lnTo>
                  <a:lnTo>
                    <a:pt x="1372919" y="4115745"/>
                  </a:lnTo>
                  <a:lnTo>
                    <a:pt x="1308680" y="4158089"/>
                  </a:lnTo>
                  <a:lnTo>
                    <a:pt x="1239489" y="4196469"/>
                  </a:lnTo>
                  <a:lnTo>
                    <a:pt x="1165515" y="4231201"/>
                  </a:lnTo>
                  <a:lnTo>
                    <a:pt x="1087411" y="4262475"/>
                  </a:lnTo>
                  <a:lnTo>
                    <a:pt x="1006428" y="4290366"/>
                  </a:lnTo>
                  <a:lnTo>
                    <a:pt x="924497" y="4314857"/>
                  </a:lnTo>
                  <a:lnTo>
                    <a:pt x="844196" y="4335878"/>
                  </a:lnTo>
                  <a:lnTo>
                    <a:pt x="768584" y="4353358"/>
                  </a:lnTo>
                  <a:lnTo>
                    <a:pt x="700844" y="4367295"/>
                  </a:lnTo>
                  <a:lnTo>
                    <a:pt x="643798" y="4377810"/>
                  </a:lnTo>
                  <a:lnTo>
                    <a:pt x="599384" y="4385184"/>
                  </a:lnTo>
                  <a:lnTo>
                    <a:pt x="568243" y="4389864"/>
                  </a:lnTo>
                  <a:lnTo>
                    <a:pt x="549516" y="4392419"/>
                  </a:lnTo>
                  <a:lnTo>
                    <a:pt x="540889" y="4393493"/>
                  </a:lnTo>
                  <a:lnTo>
                    <a:pt x="538775" y="4393734"/>
                  </a:lnTo>
                  <a:lnTo>
                    <a:pt x="538736" y="4393739"/>
                  </a:lnTo>
                  <a:lnTo>
                    <a:pt x="0" y="4393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0" name="pg1610"/>
            <p:cNvSpPr/>
            <p:nvPr/>
          </p:nvSpPr>
          <p:spPr>
            <a:xfrm>
              <a:off x="546595" y="521786"/>
              <a:ext cx="8234974" cy="4361071"/>
            </a:xfrm>
            <a:custGeom>
              <a:avLst/>
              <a:pathLst>
                <a:path w="8234974" h="4361071">
                  <a:moveTo>
                    <a:pt x="0" y="4361071"/>
                  </a:moveTo>
                  <a:lnTo>
                    <a:pt x="538736" y="4361071"/>
                  </a:lnTo>
                  <a:lnTo>
                    <a:pt x="539635" y="4360972"/>
                  </a:lnTo>
                  <a:lnTo>
                    <a:pt x="545552" y="4360264"/>
                  </a:lnTo>
                  <a:lnTo>
                    <a:pt x="560483" y="4358309"/>
                  </a:lnTo>
                  <a:lnTo>
                    <a:pt x="587214" y="4354458"/>
                  </a:lnTo>
                  <a:lnTo>
                    <a:pt x="627125" y="4348112"/>
                  </a:lnTo>
                  <a:lnTo>
                    <a:pt x="680079" y="4338781"/>
                  </a:lnTo>
                  <a:lnTo>
                    <a:pt x="744537" y="4326125"/>
                  </a:lnTo>
                  <a:lnTo>
                    <a:pt x="817913" y="4309974"/>
                  </a:lnTo>
                  <a:lnTo>
                    <a:pt x="897077" y="4290293"/>
                  </a:lnTo>
                  <a:lnTo>
                    <a:pt x="978870" y="4267138"/>
                  </a:lnTo>
                  <a:lnTo>
                    <a:pt x="1060514" y="4240584"/>
                  </a:lnTo>
                  <a:lnTo>
                    <a:pt x="1139844" y="4210672"/>
                  </a:lnTo>
                  <a:lnTo>
                    <a:pt x="1215381" y="4177361"/>
                  </a:lnTo>
                  <a:lnTo>
                    <a:pt x="1286283" y="4140501"/>
                  </a:lnTo>
                  <a:lnTo>
                    <a:pt x="1352232" y="4099821"/>
                  </a:lnTo>
                  <a:lnTo>
                    <a:pt x="1413306" y="4054925"/>
                  </a:lnTo>
                  <a:lnTo>
                    <a:pt x="1469858" y="4005300"/>
                  </a:lnTo>
                  <a:lnTo>
                    <a:pt x="1522415" y="3950331"/>
                  </a:lnTo>
                  <a:lnTo>
                    <a:pt x="1571601" y="3889333"/>
                  </a:lnTo>
                  <a:lnTo>
                    <a:pt x="1618078" y="3821595"/>
                  </a:lnTo>
                  <a:lnTo>
                    <a:pt x="1662501" y="3746474"/>
                  </a:lnTo>
                  <a:lnTo>
                    <a:pt x="1705469" y="3663531"/>
                  </a:lnTo>
                  <a:lnTo>
                    <a:pt x="1719082" y="3635133"/>
                  </a:lnTo>
                  <a:lnTo>
                    <a:pt x="1748610" y="3570121"/>
                  </a:lnTo>
                  <a:lnTo>
                    <a:pt x="1777880" y="3501130"/>
                  </a:lnTo>
                  <a:lnTo>
                    <a:pt x="1807022" y="3428079"/>
                  </a:lnTo>
                  <a:lnTo>
                    <a:pt x="1836143" y="3350931"/>
                  </a:lnTo>
                  <a:lnTo>
                    <a:pt x="1865329" y="3269697"/>
                  </a:lnTo>
                  <a:lnTo>
                    <a:pt x="1894647" y="3184439"/>
                  </a:lnTo>
                  <a:lnTo>
                    <a:pt x="1924145" y="3095276"/>
                  </a:lnTo>
                  <a:lnTo>
                    <a:pt x="1953856" y="3002381"/>
                  </a:lnTo>
                  <a:lnTo>
                    <a:pt x="1983799" y="2905991"/>
                  </a:lnTo>
                  <a:lnTo>
                    <a:pt x="2013976" y="2806398"/>
                  </a:lnTo>
                  <a:lnTo>
                    <a:pt x="2044378" y="2703952"/>
                  </a:lnTo>
                  <a:lnTo>
                    <a:pt x="2074984" y="2599053"/>
                  </a:lnTo>
                  <a:lnTo>
                    <a:pt x="2105765" y="2492152"/>
                  </a:lnTo>
                  <a:lnTo>
                    <a:pt x="2136681" y="2383737"/>
                  </a:lnTo>
                  <a:lnTo>
                    <a:pt x="2167688" y="2274328"/>
                  </a:lnTo>
                  <a:lnTo>
                    <a:pt x="2198737" y="2164463"/>
                  </a:lnTo>
                  <a:lnTo>
                    <a:pt x="2229777" y="2054693"/>
                  </a:lnTo>
                  <a:lnTo>
                    <a:pt x="2260759" y="1945563"/>
                  </a:lnTo>
                  <a:lnTo>
                    <a:pt x="2291633" y="1837609"/>
                  </a:lnTo>
                  <a:lnTo>
                    <a:pt x="2322359" y="1731340"/>
                  </a:lnTo>
                  <a:lnTo>
                    <a:pt x="2352898" y="1627232"/>
                  </a:lnTo>
                  <a:lnTo>
                    <a:pt x="2383225" y="1525718"/>
                  </a:lnTo>
                  <a:lnTo>
                    <a:pt x="2413322" y="1427184"/>
                  </a:lnTo>
                  <a:lnTo>
                    <a:pt x="2443184" y="1331959"/>
                  </a:lnTo>
                  <a:lnTo>
                    <a:pt x="2472820" y="1240318"/>
                  </a:lnTo>
                  <a:lnTo>
                    <a:pt x="2502252" y="1152473"/>
                  </a:lnTo>
                  <a:lnTo>
                    <a:pt x="2531518" y="1068581"/>
                  </a:lnTo>
                  <a:lnTo>
                    <a:pt x="2560674" y="988740"/>
                  </a:lnTo>
                  <a:lnTo>
                    <a:pt x="2589792" y="912994"/>
                  </a:lnTo>
                  <a:lnTo>
                    <a:pt x="2618964" y="841338"/>
                  </a:lnTo>
                  <a:lnTo>
                    <a:pt x="2648307" y="773718"/>
                  </a:lnTo>
                  <a:lnTo>
                    <a:pt x="2667772" y="731382"/>
                  </a:lnTo>
                  <a:lnTo>
                    <a:pt x="2710382" y="645889"/>
                  </a:lnTo>
                  <a:lnTo>
                    <a:pt x="2754275" y="568281"/>
                  </a:lnTo>
                  <a:lnTo>
                    <a:pt x="2800021" y="498230"/>
                  </a:lnTo>
                  <a:lnTo>
                    <a:pt x="2848262" y="435137"/>
                  </a:lnTo>
                  <a:lnTo>
                    <a:pt x="2899662" y="378304"/>
                  </a:lnTo>
                  <a:lnTo>
                    <a:pt x="2954864" y="327029"/>
                  </a:lnTo>
                  <a:lnTo>
                    <a:pt x="3014433" y="280671"/>
                  </a:lnTo>
                  <a:lnTo>
                    <a:pt x="3078788" y="238682"/>
                  </a:lnTo>
                  <a:lnTo>
                    <a:pt x="3148107" y="200628"/>
                  </a:lnTo>
                  <a:lnTo>
                    <a:pt x="3222216" y="166196"/>
                  </a:lnTo>
                  <a:lnTo>
                    <a:pt x="3300453" y="135198"/>
                  </a:lnTo>
                  <a:lnTo>
                    <a:pt x="3381555" y="107562"/>
                  </a:lnTo>
                  <a:lnTo>
                    <a:pt x="3463577" y="83304"/>
                  </a:lnTo>
                  <a:lnTo>
                    <a:pt x="3543921" y="62496"/>
                  </a:lnTo>
                  <a:lnTo>
                    <a:pt x="3619514" y="45206"/>
                  </a:lnTo>
                  <a:lnTo>
                    <a:pt x="3687164" y="31436"/>
                  </a:lnTo>
                  <a:lnTo>
                    <a:pt x="3744051" y="21063"/>
                  </a:lnTo>
                  <a:lnTo>
                    <a:pt x="3788249" y="13803"/>
                  </a:lnTo>
                  <a:lnTo>
                    <a:pt x="3819147" y="9210"/>
                  </a:lnTo>
                  <a:lnTo>
                    <a:pt x="3837639" y="6713"/>
                  </a:lnTo>
                  <a:lnTo>
                    <a:pt x="3846076" y="567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0" y="5506"/>
                  </a:lnTo>
                  <a:lnTo>
                    <a:pt x="4396156" y="5945"/>
                  </a:lnTo>
                  <a:lnTo>
                    <a:pt x="4416301" y="7159"/>
                  </a:lnTo>
                  <a:lnTo>
                    <a:pt x="4451840" y="9543"/>
                  </a:lnTo>
                  <a:lnTo>
                    <a:pt x="4503847" y="13444"/>
                  </a:lnTo>
                  <a:lnTo>
                    <a:pt x="4571108" y="19119"/>
                  </a:lnTo>
                  <a:lnTo>
                    <a:pt x="4650537" y="26712"/>
                  </a:lnTo>
                  <a:lnTo>
                    <a:pt x="4737955" y="36265"/>
                  </a:lnTo>
                  <a:lnTo>
                    <a:pt x="4828981" y="47750"/>
                  </a:lnTo>
                  <a:lnTo>
                    <a:pt x="4919764" y="61121"/>
                  </a:lnTo>
                  <a:lnTo>
                    <a:pt x="5007389" y="76357"/>
                  </a:lnTo>
                  <a:lnTo>
                    <a:pt x="5089992" y="93497"/>
                  </a:lnTo>
                  <a:lnTo>
                    <a:pt x="5166644" y="112655"/>
                  </a:lnTo>
                  <a:lnTo>
                    <a:pt x="5237156" y="134032"/>
                  </a:lnTo>
                  <a:lnTo>
                    <a:pt x="5301852" y="157913"/>
                  </a:lnTo>
                  <a:lnTo>
                    <a:pt x="5361388" y="184655"/>
                  </a:lnTo>
                  <a:lnTo>
                    <a:pt x="5416598" y="214676"/>
                  </a:lnTo>
                  <a:lnTo>
                    <a:pt x="5468394" y="248412"/>
                  </a:lnTo>
                  <a:lnTo>
                    <a:pt x="5517679" y="286260"/>
                  </a:lnTo>
                  <a:lnTo>
                    <a:pt x="5565265" y="328466"/>
                  </a:lnTo>
                  <a:lnTo>
                    <a:pt x="5567201" y="330301"/>
                  </a:lnTo>
                  <a:lnTo>
                    <a:pt x="5607813" y="370851"/>
                  </a:lnTo>
                  <a:lnTo>
                    <a:pt x="5648032" y="414808"/>
                  </a:lnTo>
                  <a:lnTo>
                    <a:pt x="5688162" y="462240"/>
                  </a:lnTo>
                  <a:lnTo>
                    <a:pt x="5728431" y="513136"/>
                  </a:lnTo>
                  <a:lnTo>
                    <a:pt x="5768999" y="567402"/>
                  </a:lnTo>
                  <a:lnTo>
                    <a:pt x="5809965" y="624852"/>
                  </a:lnTo>
                  <a:lnTo>
                    <a:pt x="5851371" y="685207"/>
                  </a:lnTo>
                  <a:lnTo>
                    <a:pt x="5893212" y="748095"/>
                  </a:lnTo>
                  <a:lnTo>
                    <a:pt x="5935440" y="813053"/>
                  </a:lnTo>
                  <a:lnTo>
                    <a:pt x="5977968" y="879548"/>
                  </a:lnTo>
                  <a:lnTo>
                    <a:pt x="6020688" y="946986"/>
                  </a:lnTo>
                  <a:lnTo>
                    <a:pt x="6063473" y="1014737"/>
                  </a:lnTo>
                  <a:lnTo>
                    <a:pt x="6106190" y="1082159"/>
                  </a:lnTo>
                  <a:lnTo>
                    <a:pt x="6148712" y="1148622"/>
                  </a:lnTo>
                  <a:lnTo>
                    <a:pt x="6190931" y="1213536"/>
                  </a:lnTo>
                  <a:lnTo>
                    <a:pt x="6232761" y="1276365"/>
                  </a:lnTo>
                  <a:lnTo>
                    <a:pt x="6274157" y="1336652"/>
                  </a:lnTo>
                  <a:lnTo>
                    <a:pt x="6315112" y="1394026"/>
                  </a:lnTo>
                  <a:lnTo>
                    <a:pt x="6355671" y="1448209"/>
                  </a:lnTo>
                  <a:lnTo>
                    <a:pt x="6395934" y="1499019"/>
                  </a:lnTo>
                  <a:lnTo>
                    <a:pt x="6436063" y="1546364"/>
                  </a:lnTo>
                  <a:lnTo>
                    <a:pt x="6476288" y="1590235"/>
                  </a:lnTo>
                  <a:lnTo>
                    <a:pt x="6515891" y="1629730"/>
                  </a:lnTo>
                  <a:lnTo>
                    <a:pt x="6563422" y="1672117"/>
                  </a:lnTo>
                  <a:lnTo>
                    <a:pt x="6612621" y="1710142"/>
                  </a:lnTo>
                  <a:lnTo>
                    <a:pt x="6664297" y="1744040"/>
                  </a:lnTo>
                  <a:lnTo>
                    <a:pt x="6719348" y="1774205"/>
                  </a:lnTo>
                  <a:lnTo>
                    <a:pt x="6778688" y="1801075"/>
                  </a:lnTo>
                  <a:lnTo>
                    <a:pt x="6843157" y="1825066"/>
                  </a:lnTo>
                  <a:lnTo>
                    <a:pt x="6913419" y="1846540"/>
                  </a:lnTo>
                  <a:lnTo>
                    <a:pt x="6989818" y="1865785"/>
                  </a:lnTo>
                  <a:lnTo>
                    <a:pt x="7072187" y="1883005"/>
                  </a:lnTo>
                  <a:lnTo>
                    <a:pt x="7159636" y="1898319"/>
                  </a:lnTo>
                  <a:lnTo>
                    <a:pt x="7250338" y="1911767"/>
                  </a:lnTo>
                  <a:lnTo>
                    <a:pt x="7341425" y="1923331"/>
                  </a:lnTo>
                  <a:lnTo>
                    <a:pt x="7429077" y="1932964"/>
                  </a:lnTo>
                  <a:lnTo>
                    <a:pt x="7508923" y="1940638"/>
                  </a:lnTo>
                  <a:lnTo>
                    <a:pt x="7576757" y="1946389"/>
                  </a:lnTo>
                  <a:lnTo>
                    <a:pt x="7629431" y="1950359"/>
                  </a:lnTo>
                  <a:lnTo>
                    <a:pt x="7665645" y="1952799"/>
                  </a:lnTo>
                  <a:lnTo>
                    <a:pt x="7686374" y="1954055"/>
                  </a:lnTo>
                  <a:lnTo>
                    <a:pt x="7694847" y="1954518"/>
                  </a:lnTo>
                  <a:lnTo>
                    <a:pt x="7696237" y="1954587"/>
                  </a:lnTo>
                  <a:lnTo>
                    <a:pt x="8234974" y="1954587"/>
                  </a:lnTo>
                  <a:lnTo>
                    <a:pt x="8234974" y="1949143"/>
                  </a:lnTo>
                  <a:lnTo>
                    <a:pt x="7696237" y="1949143"/>
                  </a:lnTo>
                  <a:lnTo>
                    <a:pt x="7695003" y="1949081"/>
                  </a:lnTo>
                  <a:lnTo>
                    <a:pt x="7686937" y="1948642"/>
                  </a:lnTo>
                  <a:lnTo>
                    <a:pt x="7666791" y="1947428"/>
                  </a:lnTo>
                  <a:lnTo>
                    <a:pt x="7631252" y="1945043"/>
                  </a:lnTo>
                  <a:lnTo>
                    <a:pt x="7579246" y="1941143"/>
                  </a:lnTo>
                  <a:lnTo>
                    <a:pt x="7511985" y="1935468"/>
                  </a:lnTo>
                  <a:lnTo>
                    <a:pt x="7432556" y="1927875"/>
                  </a:lnTo>
                  <a:lnTo>
                    <a:pt x="7345138" y="1918322"/>
                  </a:lnTo>
                  <a:lnTo>
                    <a:pt x="7254111" y="1906837"/>
                  </a:lnTo>
                  <a:lnTo>
                    <a:pt x="7163329" y="1893466"/>
                  </a:lnTo>
                  <a:lnTo>
                    <a:pt x="7075703" y="1878230"/>
                  </a:lnTo>
                  <a:lnTo>
                    <a:pt x="6993101" y="1861090"/>
                  </a:lnTo>
                  <a:lnTo>
                    <a:pt x="6916448" y="1841932"/>
                  </a:lnTo>
                  <a:lnTo>
                    <a:pt x="6845937" y="1820555"/>
                  </a:lnTo>
                  <a:lnTo>
                    <a:pt x="6781240" y="1796674"/>
                  </a:lnTo>
                  <a:lnTo>
                    <a:pt x="6721705" y="1769931"/>
                  </a:lnTo>
                  <a:lnTo>
                    <a:pt x="6666495" y="1739911"/>
                  </a:lnTo>
                  <a:lnTo>
                    <a:pt x="6614698" y="1706175"/>
                  </a:lnTo>
                  <a:lnTo>
                    <a:pt x="6565413" y="1668327"/>
                  </a:lnTo>
                  <a:lnTo>
                    <a:pt x="6517827" y="1626121"/>
                  </a:lnTo>
                  <a:lnTo>
                    <a:pt x="6515891" y="1624286"/>
                  </a:lnTo>
                  <a:lnTo>
                    <a:pt x="6475279" y="1583736"/>
                  </a:lnTo>
                  <a:lnTo>
                    <a:pt x="6435061" y="1539778"/>
                  </a:lnTo>
                  <a:lnTo>
                    <a:pt x="6394931" y="1492347"/>
                  </a:lnTo>
                  <a:lnTo>
                    <a:pt x="6354661" y="1441451"/>
                  </a:lnTo>
                  <a:lnTo>
                    <a:pt x="6314093" y="1387185"/>
                  </a:lnTo>
                  <a:lnTo>
                    <a:pt x="6273128" y="1329735"/>
                  </a:lnTo>
                  <a:lnTo>
                    <a:pt x="6231721" y="1269379"/>
                  </a:lnTo>
                  <a:lnTo>
                    <a:pt x="6189880" y="1206492"/>
                  </a:lnTo>
                  <a:lnTo>
                    <a:pt x="6147653" y="1141533"/>
                  </a:lnTo>
                  <a:lnTo>
                    <a:pt x="6105124" y="1075038"/>
                  </a:lnTo>
                  <a:lnTo>
                    <a:pt x="6062404" y="1007601"/>
                  </a:lnTo>
                  <a:lnTo>
                    <a:pt x="6019620" y="939850"/>
                  </a:lnTo>
                  <a:lnTo>
                    <a:pt x="5976903" y="872428"/>
                  </a:lnTo>
                  <a:lnTo>
                    <a:pt x="5934380" y="805964"/>
                  </a:lnTo>
                  <a:lnTo>
                    <a:pt x="5892162" y="741051"/>
                  </a:lnTo>
                  <a:lnTo>
                    <a:pt x="5850331" y="678222"/>
                  </a:lnTo>
                  <a:lnTo>
                    <a:pt x="5808936" y="617935"/>
                  </a:lnTo>
                  <a:lnTo>
                    <a:pt x="5767981" y="560561"/>
                  </a:lnTo>
                  <a:lnTo>
                    <a:pt x="5727422" y="506378"/>
                  </a:lnTo>
                  <a:lnTo>
                    <a:pt x="5687158" y="455568"/>
                  </a:lnTo>
                  <a:lnTo>
                    <a:pt x="5647029" y="408223"/>
                  </a:lnTo>
                  <a:lnTo>
                    <a:pt x="5606805" y="364352"/>
                  </a:lnTo>
                  <a:lnTo>
                    <a:pt x="5567201" y="324857"/>
                  </a:lnTo>
                  <a:lnTo>
                    <a:pt x="5519671" y="282469"/>
                  </a:lnTo>
                  <a:lnTo>
                    <a:pt x="5470471" y="244445"/>
                  </a:lnTo>
                  <a:lnTo>
                    <a:pt x="5418796" y="210547"/>
                  </a:lnTo>
                  <a:lnTo>
                    <a:pt x="5363744" y="180381"/>
                  </a:lnTo>
                  <a:lnTo>
                    <a:pt x="5304405" y="153512"/>
                  </a:lnTo>
                  <a:lnTo>
                    <a:pt x="5239936" y="129521"/>
                  </a:lnTo>
                  <a:lnTo>
                    <a:pt x="5169673" y="108047"/>
                  </a:lnTo>
                  <a:lnTo>
                    <a:pt x="5093275" y="88801"/>
                  </a:lnTo>
                  <a:lnTo>
                    <a:pt x="5010905" y="71581"/>
                  </a:lnTo>
                  <a:lnTo>
                    <a:pt x="4923457" y="56268"/>
                  </a:lnTo>
                  <a:lnTo>
                    <a:pt x="4832754" y="42820"/>
                  </a:lnTo>
                  <a:lnTo>
                    <a:pt x="4741667" y="31256"/>
                  </a:lnTo>
                  <a:lnTo>
                    <a:pt x="4654015" y="21623"/>
                  </a:lnTo>
                  <a:lnTo>
                    <a:pt x="4574170" y="13949"/>
                  </a:lnTo>
                  <a:lnTo>
                    <a:pt x="4506335" y="8197"/>
                  </a:lnTo>
                  <a:lnTo>
                    <a:pt x="4453661" y="4228"/>
                  </a:lnTo>
                  <a:lnTo>
                    <a:pt x="4417447" y="1787"/>
                  </a:lnTo>
                  <a:lnTo>
                    <a:pt x="4396718" y="532"/>
                  </a:lnTo>
                  <a:lnTo>
                    <a:pt x="4388246" y="6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9" y="99"/>
                  </a:lnTo>
                  <a:lnTo>
                    <a:pt x="3841303" y="806"/>
                  </a:lnTo>
                  <a:lnTo>
                    <a:pt x="3826372" y="2762"/>
                  </a:lnTo>
                  <a:lnTo>
                    <a:pt x="3799640" y="6613"/>
                  </a:lnTo>
                  <a:lnTo>
                    <a:pt x="3759729" y="12959"/>
                  </a:lnTo>
                  <a:lnTo>
                    <a:pt x="3706776" y="22290"/>
                  </a:lnTo>
                  <a:lnTo>
                    <a:pt x="3642318" y="34945"/>
                  </a:lnTo>
                  <a:lnTo>
                    <a:pt x="3568941" y="51097"/>
                  </a:lnTo>
                  <a:lnTo>
                    <a:pt x="3489778" y="70777"/>
                  </a:lnTo>
                  <a:lnTo>
                    <a:pt x="3407984" y="93933"/>
                  </a:lnTo>
                  <a:lnTo>
                    <a:pt x="3326341" y="120487"/>
                  </a:lnTo>
                  <a:lnTo>
                    <a:pt x="3247010" y="150399"/>
                  </a:lnTo>
                  <a:lnTo>
                    <a:pt x="3171473" y="183710"/>
                  </a:lnTo>
                  <a:lnTo>
                    <a:pt x="3100572" y="220570"/>
                  </a:lnTo>
                  <a:lnTo>
                    <a:pt x="3034623" y="261250"/>
                  </a:lnTo>
                  <a:lnTo>
                    <a:pt x="2973549" y="306146"/>
                  </a:lnTo>
                  <a:lnTo>
                    <a:pt x="2916997" y="355771"/>
                  </a:lnTo>
                  <a:lnTo>
                    <a:pt x="2864440" y="410740"/>
                  </a:lnTo>
                  <a:lnTo>
                    <a:pt x="2815254" y="471738"/>
                  </a:lnTo>
                  <a:lnTo>
                    <a:pt x="2768776" y="539476"/>
                  </a:lnTo>
                  <a:lnTo>
                    <a:pt x="2724353" y="614597"/>
                  </a:lnTo>
                  <a:lnTo>
                    <a:pt x="2681386" y="697539"/>
                  </a:lnTo>
                  <a:lnTo>
                    <a:pt x="2667772" y="725937"/>
                  </a:lnTo>
                  <a:lnTo>
                    <a:pt x="2638245" y="790950"/>
                  </a:lnTo>
                  <a:lnTo>
                    <a:pt x="2608975" y="859941"/>
                  </a:lnTo>
                  <a:lnTo>
                    <a:pt x="2579833" y="932992"/>
                  </a:lnTo>
                  <a:lnTo>
                    <a:pt x="2550711" y="1010140"/>
                  </a:lnTo>
                  <a:lnTo>
                    <a:pt x="2521525" y="1091374"/>
                  </a:lnTo>
                  <a:lnTo>
                    <a:pt x="2492208" y="1176632"/>
                  </a:lnTo>
                  <a:lnTo>
                    <a:pt x="2462710" y="1265795"/>
                  </a:lnTo>
                  <a:lnTo>
                    <a:pt x="2432998" y="1358689"/>
                  </a:lnTo>
                  <a:lnTo>
                    <a:pt x="2403056" y="1455079"/>
                  </a:lnTo>
                  <a:lnTo>
                    <a:pt x="2372879" y="1554673"/>
                  </a:lnTo>
                  <a:lnTo>
                    <a:pt x="2342477" y="1657119"/>
                  </a:lnTo>
                  <a:lnTo>
                    <a:pt x="2311870" y="1762018"/>
                  </a:lnTo>
                  <a:lnTo>
                    <a:pt x="2281090" y="1868919"/>
                  </a:lnTo>
                  <a:lnTo>
                    <a:pt x="2250173" y="1977333"/>
                  </a:lnTo>
                  <a:lnTo>
                    <a:pt x="2219166" y="2086743"/>
                  </a:lnTo>
                  <a:lnTo>
                    <a:pt x="2188117" y="2196608"/>
                  </a:lnTo>
                  <a:lnTo>
                    <a:pt x="2157077" y="2306378"/>
                  </a:lnTo>
                  <a:lnTo>
                    <a:pt x="2126096" y="2415508"/>
                  </a:lnTo>
                  <a:lnTo>
                    <a:pt x="2095221" y="2523462"/>
                  </a:lnTo>
                  <a:lnTo>
                    <a:pt x="2064496" y="2629731"/>
                  </a:lnTo>
                  <a:lnTo>
                    <a:pt x="2033956" y="2733839"/>
                  </a:lnTo>
                  <a:lnTo>
                    <a:pt x="2003630" y="2835353"/>
                  </a:lnTo>
                  <a:lnTo>
                    <a:pt x="1973533" y="2933887"/>
                  </a:lnTo>
                  <a:lnTo>
                    <a:pt x="1943670" y="3029112"/>
                  </a:lnTo>
                  <a:lnTo>
                    <a:pt x="1914035" y="3120753"/>
                  </a:lnTo>
                  <a:lnTo>
                    <a:pt x="1884603" y="3208598"/>
                  </a:lnTo>
                  <a:lnTo>
                    <a:pt x="1855337" y="3292490"/>
                  </a:lnTo>
                  <a:lnTo>
                    <a:pt x="1826181" y="3372331"/>
                  </a:lnTo>
                  <a:lnTo>
                    <a:pt x="1797063" y="3448077"/>
                  </a:lnTo>
                  <a:lnTo>
                    <a:pt x="1767890" y="3519733"/>
                  </a:lnTo>
                  <a:lnTo>
                    <a:pt x="1738548" y="3587352"/>
                  </a:lnTo>
                  <a:lnTo>
                    <a:pt x="1719082" y="3629689"/>
                  </a:lnTo>
                  <a:lnTo>
                    <a:pt x="1676472" y="3715182"/>
                  </a:lnTo>
                  <a:lnTo>
                    <a:pt x="1632579" y="3792790"/>
                  </a:lnTo>
                  <a:lnTo>
                    <a:pt x="1586833" y="3862841"/>
                  </a:lnTo>
                  <a:lnTo>
                    <a:pt x="1538593" y="3925934"/>
                  </a:lnTo>
                  <a:lnTo>
                    <a:pt x="1487192" y="3982767"/>
                  </a:lnTo>
                  <a:lnTo>
                    <a:pt x="1431991" y="4034041"/>
                  </a:lnTo>
                  <a:lnTo>
                    <a:pt x="1372421" y="4080399"/>
                  </a:lnTo>
                  <a:lnTo>
                    <a:pt x="1308067" y="4122388"/>
                  </a:lnTo>
                  <a:lnTo>
                    <a:pt x="1238747" y="4160443"/>
                  </a:lnTo>
                  <a:lnTo>
                    <a:pt x="1164639" y="4194875"/>
                  </a:lnTo>
                  <a:lnTo>
                    <a:pt x="1086401" y="4225873"/>
                  </a:lnTo>
                  <a:lnTo>
                    <a:pt x="1005299" y="4253509"/>
                  </a:lnTo>
                  <a:lnTo>
                    <a:pt x="923277" y="4277767"/>
                  </a:lnTo>
                  <a:lnTo>
                    <a:pt x="842933" y="4298575"/>
                  </a:lnTo>
                  <a:lnTo>
                    <a:pt x="767340" y="4315865"/>
                  </a:lnTo>
                  <a:lnTo>
                    <a:pt x="699690" y="4329635"/>
                  </a:lnTo>
                  <a:lnTo>
                    <a:pt x="642804" y="4340008"/>
                  </a:lnTo>
                  <a:lnTo>
                    <a:pt x="598605" y="4347268"/>
                  </a:lnTo>
                  <a:lnTo>
                    <a:pt x="567707" y="4351861"/>
                  </a:lnTo>
                  <a:lnTo>
                    <a:pt x="549216" y="4354358"/>
                  </a:lnTo>
                  <a:lnTo>
                    <a:pt x="540778" y="4355396"/>
                  </a:lnTo>
                  <a:lnTo>
                    <a:pt x="538736" y="4355627"/>
                  </a:lnTo>
                  <a:lnTo>
                    <a:pt x="0" y="4355627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11" name="pl1611"/>
            <p:cNvSpPr/>
            <p:nvPr/>
          </p:nvSpPr>
          <p:spPr>
            <a:xfrm>
              <a:off x="546595" y="527231"/>
              <a:ext cx="8234974" cy="4355627"/>
            </a:xfrm>
            <a:custGeom>
              <a:avLst/>
              <a:pathLst>
                <a:path w="8234974" h="4355627">
                  <a:moveTo>
                    <a:pt x="0" y="4355627"/>
                  </a:moveTo>
                  <a:lnTo>
                    <a:pt x="538736" y="4355627"/>
                  </a:lnTo>
                  <a:lnTo>
                    <a:pt x="539635" y="4355528"/>
                  </a:lnTo>
                  <a:lnTo>
                    <a:pt x="545552" y="4354820"/>
                  </a:lnTo>
                  <a:lnTo>
                    <a:pt x="560483" y="4352864"/>
                  </a:lnTo>
                  <a:lnTo>
                    <a:pt x="587214" y="4349013"/>
                  </a:lnTo>
                  <a:lnTo>
                    <a:pt x="627125" y="4342667"/>
                  </a:lnTo>
                  <a:lnTo>
                    <a:pt x="680079" y="4333336"/>
                  </a:lnTo>
                  <a:lnTo>
                    <a:pt x="744537" y="4320681"/>
                  </a:lnTo>
                  <a:lnTo>
                    <a:pt x="817913" y="4304529"/>
                  </a:lnTo>
                  <a:lnTo>
                    <a:pt x="897077" y="4284849"/>
                  </a:lnTo>
                  <a:lnTo>
                    <a:pt x="978870" y="4261694"/>
                  </a:lnTo>
                  <a:lnTo>
                    <a:pt x="1060514" y="4235140"/>
                  </a:lnTo>
                  <a:lnTo>
                    <a:pt x="1139844" y="4205228"/>
                  </a:lnTo>
                  <a:lnTo>
                    <a:pt x="1215381" y="4171917"/>
                  </a:lnTo>
                  <a:lnTo>
                    <a:pt x="1286283" y="4135057"/>
                  </a:lnTo>
                  <a:lnTo>
                    <a:pt x="1352232" y="4094376"/>
                  </a:lnTo>
                  <a:lnTo>
                    <a:pt x="1413306" y="4049480"/>
                  </a:lnTo>
                  <a:lnTo>
                    <a:pt x="1469858" y="3999855"/>
                  </a:lnTo>
                  <a:lnTo>
                    <a:pt x="1522415" y="3944887"/>
                  </a:lnTo>
                  <a:lnTo>
                    <a:pt x="1571601" y="3883888"/>
                  </a:lnTo>
                  <a:lnTo>
                    <a:pt x="1618078" y="3816151"/>
                  </a:lnTo>
                  <a:lnTo>
                    <a:pt x="1662501" y="3741030"/>
                  </a:lnTo>
                  <a:lnTo>
                    <a:pt x="1705469" y="3658087"/>
                  </a:lnTo>
                  <a:lnTo>
                    <a:pt x="1719082" y="3629689"/>
                  </a:lnTo>
                  <a:lnTo>
                    <a:pt x="1748610" y="3564677"/>
                  </a:lnTo>
                  <a:lnTo>
                    <a:pt x="1777880" y="3495685"/>
                  </a:lnTo>
                  <a:lnTo>
                    <a:pt x="1807022" y="3422634"/>
                  </a:lnTo>
                  <a:lnTo>
                    <a:pt x="1836143" y="3345486"/>
                  </a:lnTo>
                  <a:lnTo>
                    <a:pt x="1865329" y="3264252"/>
                  </a:lnTo>
                  <a:lnTo>
                    <a:pt x="1894647" y="3178995"/>
                  </a:lnTo>
                  <a:lnTo>
                    <a:pt x="1924145" y="3089831"/>
                  </a:lnTo>
                  <a:lnTo>
                    <a:pt x="1953856" y="2996937"/>
                  </a:lnTo>
                  <a:lnTo>
                    <a:pt x="1983799" y="2900547"/>
                  </a:lnTo>
                  <a:lnTo>
                    <a:pt x="2013976" y="2800954"/>
                  </a:lnTo>
                  <a:lnTo>
                    <a:pt x="2044378" y="2698507"/>
                  </a:lnTo>
                  <a:lnTo>
                    <a:pt x="2074984" y="2593609"/>
                  </a:lnTo>
                  <a:lnTo>
                    <a:pt x="2105765" y="2486708"/>
                  </a:lnTo>
                  <a:lnTo>
                    <a:pt x="2136681" y="2378293"/>
                  </a:lnTo>
                  <a:lnTo>
                    <a:pt x="2167688" y="2268883"/>
                  </a:lnTo>
                  <a:lnTo>
                    <a:pt x="2198737" y="2159019"/>
                  </a:lnTo>
                  <a:lnTo>
                    <a:pt x="2229777" y="2049248"/>
                  </a:lnTo>
                  <a:lnTo>
                    <a:pt x="2260759" y="1940119"/>
                  </a:lnTo>
                  <a:lnTo>
                    <a:pt x="2291633" y="1832165"/>
                  </a:lnTo>
                  <a:lnTo>
                    <a:pt x="2322359" y="1725895"/>
                  </a:lnTo>
                  <a:lnTo>
                    <a:pt x="2352898" y="1621787"/>
                  </a:lnTo>
                  <a:lnTo>
                    <a:pt x="2383225" y="1520273"/>
                  </a:lnTo>
                  <a:lnTo>
                    <a:pt x="2413322" y="1421739"/>
                  </a:lnTo>
                  <a:lnTo>
                    <a:pt x="2443184" y="1326515"/>
                  </a:lnTo>
                  <a:lnTo>
                    <a:pt x="2472820" y="1234873"/>
                  </a:lnTo>
                  <a:lnTo>
                    <a:pt x="2502252" y="1147028"/>
                  </a:lnTo>
                  <a:lnTo>
                    <a:pt x="2531518" y="1063136"/>
                  </a:lnTo>
                  <a:lnTo>
                    <a:pt x="2560674" y="983295"/>
                  </a:lnTo>
                  <a:lnTo>
                    <a:pt x="2589792" y="907550"/>
                  </a:lnTo>
                  <a:lnTo>
                    <a:pt x="2618964" y="835893"/>
                  </a:lnTo>
                  <a:lnTo>
                    <a:pt x="2648307" y="768274"/>
                  </a:lnTo>
                  <a:lnTo>
                    <a:pt x="2667772" y="725937"/>
                  </a:lnTo>
                  <a:lnTo>
                    <a:pt x="2710382" y="640444"/>
                  </a:lnTo>
                  <a:lnTo>
                    <a:pt x="2754275" y="562837"/>
                  </a:lnTo>
                  <a:lnTo>
                    <a:pt x="2800021" y="492785"/>
                  </a:lnTo>
                  <a:lnTo>
                    <a:pt x="2848262" y="429693"/>
                  </a:lnTo>
                  <a:lnTo>
                    <a:pt x="2899662" y="372860"/>
                  </a:lnTo>
                  <a:lnTo>
                    <a:pt x="2954864" y="321585"/>
                  </a:lnTo>
                  <a:lnTo>
                    <a:pt x="3014433" y="275227"/>
                  </a:lnTo>
                  <a:lnTo>
                    <a:pt x="3078788" y="233238"/>
                  </a:lnTo>
                  <a:lnTo>
                    <a:pt x="3148107" y="195183"/>
                  </a:lnTo>
                  <a:lnTo>
                    <a:pt x="3222216" y="160751"/>
                  </a:lnTo>
                  <a:lnTo>
                    <a:pt x="3300453" y="129754"/>
                  </a:lnTo>
                  <a:lnTo>
                    <a:pt x="3381555" y="102117"/>
                  </a:lnTo>
                  <a:lnTo>
                    <a:pt x="3463577" y="77859"/>
                  </a:lnTo>
                  <a:lnTo>
                    <a:pt x="3543921" y="57052"/>
                  </a:lnTo>
                  <a:lnTo>
                    <a:pt x="3619514" y="39762"/>
                  </a:lnTo>
                  <a:lnTo>
                    <a:pt x="3687164" y="25992"/>
                  </a:lnTo>
                  <a:lnTo>
                    <a:pt x="3744051" y="15619"/>
                  </a:lnTo>
                  <a:lnTo>
                    <a:pt x="3788249" y="8358"/>
                  </a:lnTo>
                  <a:lnTo>
                    <a:pt x="3819147" y="3765"/>
                  </a:lnTo>
                  <a:lnTo>
                    <a:pt x="3837639" y="1269"/>
                  </a:lnTo>
                  <a:lnTo>
                    <a:pt x="3846076" y="230"/>
                  </a:lnTo>
                  <a:lnTo>
                    <a:pt x="3848087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0" y="61"/>
                  </a:lnTo>
                  <a:lnTo>
                    <a:pt x="4396156" y="500"/>
                  </a:lnTo>
                  <a:lnTo>
                    <a:pt x="4416301" y="1715"/>
                  </a:lnTo>
                  <a:lnTo>
                    <a:pt x="4451840" y="4099"/>
                  </a:lnTo>
                  <a:lnTo>
                    <a:pt x="4503847" y="8000"/>
                  </a:lnTo>
                  <a:lnTo>
                    <a:pt x="4571108" y="13674"/>
                  </a:lnTo>
                  <a:lnTo>
                    <a:pt x="4650537" y="21268"/>
                  </a:lnTo>
                  <a:lnTo>
                    <a:pt x="4737955" y="30820"/>
                  </a:lnTo>
                  <a:lnTo>
                    <a:pt x="4828981" y="42305"/>
                  </a:lnTo>
                  <a:lnTo>
                    <a:pt x="4919764" y="55676"/>
                  </a:lnTo>
                  <a:lnTo>
                    <a:pt x="5007389" y="70913"/>
                  </a:lnTo>
                  <a:lnTo>
                    <a:pt x="5089992" y="88052"/>
                  </a:lnTo>
                  <a:lnTo>
                    <a:pt x="5166644" y="107210"/>
                  </a:lnTo>
                  <a:lnTo>
                    <a:pt x="5237156" y="128588"/>
                  </a:lnTo>
                  <a:lnTo>
                    <a:pt x="5301852" y="152468"/>
                  </a:lnTo>
                  <a:lnTo>
                    <a:pt x="5361388" y="179211"/>
                  </a:lnTo>
                  <a:lnTo>
                    <a:pt x="5416598" y="209232"/>
                  </a:lnTo>
                  <a:lnTo>
                    <a:pt x="5468394" y="242968"/>
                  </a:lnTo>
                  <a:lnTo>
                    <a:pt x="5517679" y="280815"/>
                  </a:lnTo>
                  <a:lnTo>
                    <a:pt x="5565265" y="323022"/>
                  </a:lnTo>
                  <a:lnTo>
                    <a:pt x="5567201" y="324857"/>
                  </a:lnTo>
                  <a:lnTo>
                    <a:pt x="5607813" y="365406"/>
                  </a:lnTo>
                  <a:lnTo>
                    <a:pt x="5648032" y="409364"/>
                  </a:lnTo>
                  <a:lnTo>
                    <a:pt x="5688162" y="456796"/>
                  </a:lnTo>
                  <a:lnTo>
                    <a:pt x="5728431" y="507691"/>
                  </a:lnTo>
                  <a:lnTo>
                    <a:pt x="5768999" y="561957"/>
                  </a:lnTo>
                  <a:lnTo>
                    <a:pt x="5809965" y="619408"/>
                  </a:lnTo>
                  <a:lnTo>
                    <a:pt x="5851371" y="679763"/>
                  </a:lnTo>
                  <a:lnTo>
                    <a:pt x="5893212" y="742650"/>
                  </a:lnTo>
                  <a:lnTo>
                    <a:pt x="5935440" y="807609"/>
                  </a:lnTo>
                  <a:lnTo>
                    <a:pt x="5977968" y="874104"/>
                  </a:lnTo>
                  <a:lnTo>
                    <a:pt x="6020688" y="941542"/>
                  </a:lnTo>
                  <a:lnTo>
                    <a:pt x="6063473" y="1009292"/>
                  </a:lnTo>
                  <a:lnTo>
                    <a:pt x="6106190" y="1076714"/>
                  </a:lnTo>
                  <a:lnTo>
                    <a:pt x="6148712" y="1143178"/>
                  </a:lnTo>
                  <a:lnTo>
                    <a:pt x="6190931" y="1208091"/>
                  </a:lnTo>
                  <a:lnTo>
                    <a:pt x="6232761" y="1270920"/>
                  </a:lnTo>
                  <a:lnTo>
                    <a:pt x="6274157" y="1331207"/>
                  </a:lnTo>
                  <a:lnTo>
                    <a:pt x="6315112" y="1388581"/>
                  </a:lnTo>
                  <a:lnTo>
                    <a:pt x="6355671" y="1442764"/>
                  </a:lnTo>
                  <a:lnTo>
                    <a:pt x="6395934" y="1493574"/>
                  </a:lnTo>
                  <a:lnTo>
                    <a:pt x="6436063" y="1540919"/>
                  </a:lnTo>
                  <a:lnTo>
                    <a:pt x="6476288" y="1584791"/>
                  </a:lnTo>
                  <a:lnTo>
                    <a:pt x="6515891" y="1624286"/>
                  </a:lnTo>
                  <a:lnTo>
                    <a:pt x="6563422" y="1666673"/>
                  </a:lnTo>
                  <a:lnTo>
                    <a:pt x="6612621" y="1704697"/>
                  </a:lnTo>
                  <a:lnTo>
                    <a:pt x="6664297" y="1738595"/>
                  </a:lnTo>
                  <a:lnTo>
                    <a:pt x="6719348" y="1768761"/>
                  </a:lnTo>
                  <a:lnTo>
                    <a:pt x="6778688" y="1795630"/>
                  </a:lnTo>
                  <a:lnTo>
                    <a:pt x="6843157" y="1819621"/>
                  </a:lnTo>
                  <a:lnTo>
                    <a:pt x="6913419" y="1841096"/>
                  </a:lnTo>
                  <a:lnTo>
                    <a:pt x="6989818" y="1860341"/>
                  </a:lnTo>
                  <a:lnTo>
                    <a:pt x="7072187" y="1877561"/>
                  </a:lnTo>
                  <a:lnTo>
                    <a:pt x="7159636" y="1892875"/>
                  </a:lnTo>
                  <a:lnTo>
                    <a:pt x="7250338" y="1906323"/>
                  </a:lnTo>
                  <a:lnTo>
                    <a:pt x="7341425" y="1917886"/>
                  </a:lnTo>
                  <a:lnTo>
                    <a:pt x="7429077" y="1927519"/>
                  </a:lnTo>
                  <a:lnTo>
                    <a:pt x="7508923" y="1935193"/>
                  </a:lnTo>
                  <a:lnTo>
                    <a:pt x="7576757" y="1940945"/>
                  </a:lnTo>
                  <a:lnTo>
                    <a:pt x="7629431" y="1944915"/>
                  </a:lnTo>
                  <a:lnTo>
                    <a:pt x="7665645" y="1947355"/>
                  </a:lnTo>
                  <a:lnTo>
                    <a:pt x="7686374" y="1948610"/>
                  </a:lnTo>
                  <a:lnTo>
                    <a:pt x="7694847" y="1949073"/>
                  </a:lnTo>
                  <a:lnTo>
                    <a:pt x="7696237" y="1949143"/>
                  </a:lnTo>
                  <a:lnTo>
                    <a:pt x="7696237" y="1949143"/>
                  </a:lnTo>
                  <a:lnTo>
                    <a:pt x="8234974" y="1949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2" name="pl1612"/>
            <p:cNvSpPr/>
            <p:nvPr/>
          </p:nvSpPr>
          <p:spPr>
            <a:xfrm>
              <a:off x="546595" y="521786"/>
              <a:ext cx="8234974" cy="4355627"/>
            </a:xfrm>
            <a:custGeom>
              <a:avLst/>
              <a:pathLst>
                <a:path w="8234974" h="4355627">
                  <a:moveTo>
                    <a:pt x="8234974" y="1949143"/>
                  </a:moveTo>
                  <a:lnTo>
                    <a:pt x="7696237" y="1949143"/>
                  </a:lnTo>
                  <a:lnTo>
                    <a:pt x="7695003" y="1949081"/>
                  </a:lnTo>
                  <a:lnTo>
                    <a:pt x="7686937" y="1948642"/>
                  </a:lnTo>
                  <a:lnTo>
                    <a:pt x="7666791" y="1947428"/>
                  </a:lnTo>
                  <a:lnTo>
                    <a:pt x="7631252" y="1945043"/>
                  </a:lnTo>
                  <a:lnTo>
                    <a:pt x="7579246" y="1941143"/>
                  </a:lnTo>
                  <a:lnTo>
                    <a:pt x="7511985" y="1935468"/>
                  </a:lnTo>
                  <a:lnTo>
                    <a:pt x="7432556" y="1927875"/>
                  </a:lnTo>
                  <a:lnTo>
                    <a:pt x="7345138" y="1918322"/>
                  </a:lnTo>
                  <a:lnTo>
                    <a:pt x="7254111" y="1906837"/>
                  </a:lnTo>
                  <a:lnTo>
                    <a:pt x="7163329" y="1893466"/>
                  </a:lnTo>
                  <a:lnTo>
                    <a:pt x="7075703" y="1878230"/>
                  </a:lnTo>
                  <a:lnTo>
                    <a:pt x="6993101" y="1861090"/>
                  </a:lnTo>
                  <a:lnTo>
                    <a:pt x="6916448" y="1841932"/>
                  </a:lnTo>
                  <a:lnTo>
                    <a:pt x="6845937" y="1820555"/>
                  </a:lnTo>
                  <a:lnTo>
                    <a:pt x="6781240" y="1796674"/>
                  </a:lnTo>
                  <a:lnTo>
                    <a:pt x="6721705" y="1769931"/>
                  </a:lnTo>
                  <a:lnTo>
                    <a:pt x="6666495" y="1739911"/>
                  </a:lnTo>
                  <a:lnTo>
                    <a:pt x="6614698" y="1706175"/>
                  </a:lnTo>
                  <a:lnTo>
                    <a:pt x="6565413" y="1668327"/>
                  </a:lnTo>
                  <a:lnTo>
                    <a:pt x="6517827" y="1626121"/>
                  </a:lnTo>
                  <a:lnTo>
                    <a:pt x="6515891" y="1624286"/>
                  </a:lnTo>
                  <a:lnTo>
                    <a:pt x="6475279" y="1583736"/>
                  </a:lnTo>
                  <a:lnTo>
                    <a:pt x="6435061" y="1539778"/>
                  </a:lnTo>
                  <a:lnTo>
                    <a:pt x="6394931" y="1492347"/>
                  </a:lnTo>
                  <a:lnTo>
                    <a:pt x="6354661" y="1441451"/>
                  </a:lnTo>
                  <a:lnTo>
                    <a:pt x="6314093" y="1387185"/>
                  </a:lnTo>
                  <a:lnTo>
                    <a:pt x="6273128" y="1329735"/>
                  </a:lnTo>
                  <a:lnTo>
                    <a:pt x="6231721" y="1269379"/>
                  </a:lnTo>
                  <a:lnTo>
                    <a:pt x="6189880" y="1206492"/>
                  </a:lnTo>
                  <a:lnTo>
                    <a:pt x="6147653" y="1141533"/>
                  </a:lnTo>
                  <a:lnTo>
                    <a:pt x="6105124" y="1075038"/>
                  </a:lnTo>
                  <a:lnTo>
                    <a:pt x="6062404" y="1007601"/>
                  </a:lnTo>
                  <a:lnTo>
                    <a:pt x="6019620" y="939850"/>
                  </a:lnTo>
                  <a:lnTo>
                    <a:pt x="5976903" y="872428"/>
                  </a:lnTo>
                  <a:lnTo>
                    <a:pt x="5934380" y="805964"/>
                  </a:lnTo>
                  <a:lnTo>
                    <a:pt x="5892162" y="741051"/>
                  </a:lnTo>
                  <a:lnTo>
                    <a:pt x="5850331" y="678222"/>
                  </a:lnTo>
                  <a:lnTo>
                    <a:pt x="5808936" y="617935"/>
                  </a:lnTo>
                  <a:lnTo>
                    <a:pt x="5767981" y="560561"/>
                  </a:lnTo>
                  <a:lnTo>
                    <a:pt x="5727422" y="506378"/>
                  </a:lnTo>
                  <a:lnTo>
                    <a:pt x="5687158" y="455568"/>
                  </a:lnTo>
                  <a:lnTo>
                    <a:pt x="5647029" y="408223"/>
                  </a:lnTo>
                  <a:lnTo>
                    <a:pt x="5606805" y="364352"/>
                  </a:lnTo>
                  <a:lnTo>
                    <a:pt x="5567201" y="324857"/>
                  </a:lnTo>
                  <a:lnTo>
                    <a:pt x="5519671" y="282469"/>
                  </a:lnTo>
                  <a:lnTo>
                    <a:pt x="5470471" y="244445"/>
                  </a:lnTo>
                  <a:lnTo>
                    <a:pt x="5418796" y="210547"/>
                  </a:lnTo>
                  <a:lnTo>
                    <a:pt x="5363744" y="180381"/>
                  </a:lnTo>
                  <a:lnTo>
                    <a:pt x="5304405" y="153512"/>
                  </a:lnTo>
                  <a:lnTo>
                    <a:pt x="5239936" y="129521"/>
                  </a:lnTo>
                  <a:lnTo>
                    <a:pt x="5169673" y="108047"/>
                  </a:lnTo>
                  <a:lnTo>
                    <a:pt x="5093275" y="88801"/>
                  </a:lnTo>
                  <a:lnTo>
                    <a:pt x="5010905" y="71581"/>
                  </a:lnTo>
                  <a:lnTo>
                    <a:pt x="4923457" y="56268"/>
                  </a:lnTo>
                  <a:lnTo>
                    <a:pt x="4832754" y="42820"/>
                  </a:lnTo>
                  <a:lnTo>
                    <a:pt x="4741667" y="31256"/>
                  </a:lnTo>
                  <a:lnTo>
                    <a:pt x="4654015" y="21623"/>
                  </a:lnTo>
                  <a:lnTo>
                    <a:pt x="4574170" y="13949"/>
                  </a:lnTo>
                  <a:lnTo>
                    <a:pt x="4506335" y="8197"/>
                  </a:lnTo>
                  <a:lnTo>
                    <a:pt x="4453661" y="4228"/>
                  </a:lnTo>
                  <a:lnTo>
                    <a:pt x="4417447" y="1787"/>
                  </a:lnTo>
                  <a:lnTo>
                    <a:pt x="4396718" y="532"/>
                  </a:lnTo>
                  <a:lnTo>
                    <a:pt x="4388246" y="69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9" y="99"/>
                  </a:lnTo>
                  <a:lnTo>
                    <a:pt x="3841303" y="806"/>
                  </a:lnTo>
                  <a:lnTo>
                    <a:pt x="3826372" y="2762"/>
                  </a:lnTo>
                  <a:lnTo>
                    <a:pt x="3799640" y="6613"/>
                  </a:lnTo>
                  <a:lnTo>
                    <a:pt x="3759729" y="12959"/>
                  </a:lnTo>
                  <a:lnTo>
                    <a:pt x="3706776" y="22290"/>
                  </a:lnTo>
                  <a:lnTo>
                    <a:pt x="3642318" y="34945"/>
                  </a:lnTo>
                  <a:lnTo>
                    <a:pt x="3568941" y="51097"/>
                  </a:lnTo>
                  <a:lnTo>
                    <a:pt x="3489778" y="70777"/>
                  </a:lnTo>
                  <a:lnTo>
                    <a:pt x="3407984" y="93933"/>
                  </a:lnTo>
                  <a:lnTo>
                    <a:pt x="3326341" y="120487"/>
                  </a:lnTo>
                  <a:lnTo>
                    <a:pt x="3247010" y="150399"/>
                  </a:lnTo>
                  <a:lnTo>
                    <a:pt x="3171473" y="183710"/>
                  </a:lnTo>
                  <a:lnTo>
                    <a:pt x="3100572" y="220570"/>
                  </a:lnTo>
                  <a:lnTo>
                    <a:pt x="3034623" y="261250"/>
                  </a:lnTo>
                  <a:lnTo>
                    <a:pt x="2973549" y="306146"/>
                  </a:lnTo>
                  <a:lnTo>
                    <a:pt x="2916997" y="355771"/>
                  </a:lnTo>
                  <a:lnTo>
                    <a:pt x="2864440" y="410740"/>
                  </a:lnTo>
                  <a:lnTo>
                    <a:pt x="2815254" y="471738"/>
                  </a:lnTo>
                  <a:lnTo>
                    <a:pt x="2768776" y="539476"/>
                  </a:lnTo>
                  <a:lnTo>
                    <a:pt x="2724353" y="614597"/>
                  </a:lnTo>
                  <a:lnTo>
                    <a:pt x="2681386" y="697539"/>
                  </a:lnTo>
                  <a:lnTo>
                    <a:pt x="2667772" y="725937"/>
                  </a:lnTo>
                  <a:lnTo>
                    <a:pt x="2638245" y="790950"/>
                  </a:lnTo>
                  <a:lnTo>
                    <a:pt x="2608975" y="859941"/>
                  </a:lnTo>
                  <a:lnTo>
                    <a:pt x="2579833" y="932992"/>
                  </a:lnTo>
                  <a:lnTo>
                    <a:pt x="2550711" y="1010140"/>
                  </a:lnTo>
                  <a:lnTo>
                    <a:pt x="2521525" y="1091374"/>
                  </a:lnTo>
                  <a:lnTo>
                    <a:pt x="2492208" y="1176632"/>
                  </a:lnTo>
                  <a:lnTo>
                    <a:pt x="2462710" y="1265795"/>
                  </a:lnTo>
                  <a:lnTo>
                    <a:pt x="2432998" y="1358689"/>
                  </a:lnTo>
                  <a:lnTo>
                    <a:pt x="2403056" y="1455079"/>
                  </a:lnTo>
                  <a:lnTo>
                    <a:pt x="2372879" y="1554673"/>
                  </a:lnTo>
                  <a:lnTo>
                    <a:pt x="2342477" y="1657119"/>
                  </a:lnTo>
                  <a:lnTo>
                    <a:pt x="2311870" y="1762018"/>
                  </a:lnTo>
                  <a:lnTo>
                    <a:pt x="2281090" y="1868919"/>
                  </a:lnTo>
                  <a:lnTo>
                    <a:pt x="2250173" y="1977333"/>
                  </a:lnTo>
                  <a:lnTo>
                    <a:pt x="2219166" y="2086743"/>
                  </a:lnTo>
                  <a:lnTo>
                    <a:pt x="2188117" y="2196608"/>
                  </a:lnTo>
                  <a:lnTo>
                    <a:pt x="2157077" y="2306378"/>
                  </a:lnTo>
                  <a:lnTo>
                    <a:pt x="2126096" y="2415508"/>
                  </a:lnTo>
                  <a:lnTo>
                    <a:pt x="2095221" y="2523462"/>
                  </a:lnTo>
                  <a:lnTo>
                    <a:pt x="2064496" y="2629731"/>
                  </a:lnTo>
                  <a:lnTo>
                    <a:pt x="2033956" y="2733839"/>
                  </a:lnTo>
                  <a:lnTo>
                    <a:pt x="2003630" y="2835353"/>
                  </a:lnTo>
                  <a:lnTo>
                    <a:pt x="1973533" y="2933887"/>
                  </a:lnTo>
                  <a:lnTo>
                    <a:pt x="1943670" y="3029112"/>
                  </a:lnTo>
                  <a:lnTo>
                    <a:pt x="1914035" y="3120753"/>
                  </a:lnTo>
                  <a:lnTo>
                    <a:pt x="1884603" y="3208598"/>
                  </a:lnTo>
                  <a:lnTo>
                    <a:pt x="1855337" y="3292490"/>
                  </a:lnTo>
                  <a:lnTo>
                    <a:pt x="1826181" y="3372331"/>
                  </a:lnTo>
                  <a:lnTo>
                    <a:pt x="1797063" y="3448077"/>
                  </a:lnTo>
                  <a:lnTo>
                    <a:pt x="1767890" y="3519733"/>
                  </a:lnTo>
                  <a:lnTo>
                    <a:pt x="1738548" y="3587352"/>
                  </a:lnTo>
                  <a:lnTo>
                    <a:pt x="1719082" y="3629689"/>
                  </a:lnTo>
                  <a:lnTo>
                    <a:pt x="1676472" y="3715182"/>
                  </a:lnTo>
                  <a:lnTo>
                    <a:pt x="1632579" y="3792790"/>
                  </a:lnTo>
                  <a:lnTo>
                    <a:pt x="1586833" y="3862841"/>
                  </a:lnTo>
                  <a:lnTo>
                    <a:pt x="1538593" y="3925934"/>
                  </a:lnTo>
                  <a:lnTo>
                    <a:pt x="1487192" y="3982767"/>
                  </a:lnTo>
                  <a:lnTo>
                    <a:pt x="1431991" y="4034041"/>
                  </a:lnTo>
                  <a:lnTo>
                    <a:pt x="1372421" y="4080399"/>
                  </a:lnTo>
                  <a:lnTo>
                    <a:pt x="1308067" y="4122388"/>
                  </a:lnTo>
                  <a:lnTo>
                    <a:pt x="1238747" y="4160443"/>
                  </a:lnTo>
                  <a:lnTo>
                    <a:pt x="1164639" y="4194875"/>
                  </a:lnTo>
                  <a:lnTo>
                    <a:pt x="1086401" y="4225873"/>
                  </a:lnTo>
                  <a:lnTo>
                    <a:pt x="1005299" y="4253509"/>
                  </a:lnTo>
                  <a:lnTo>
                    <a:pt x="923277" y="4277767"/>
                  </a:lnTo>
                  <a:lnTo>
                    <a:pt x="842933" y="4298575"/>
                  </a:lnTo>
                  <a:lnTo>
                    <a:pt x="767340" y="4315865"/>
                  </a:lnTo>
                  <a:lnTo>
                    <a:pt x="699690" y="4329635"/>
                  </a:lnTo>
                  <a:lnTo>
                    <a:pt x="642804" y="4340008"/>
                  </a:lnTo>
                  <a:lnTo>
                    <a:pt x="598605" y="4347268"/>
                  </a:lnTo>
                  <a:lnTo>
                    <a:pt x="567707" y="4351861"/>
                  </a:lnTo>
                  <a:lnTo>
                    <a:pt x="549216" y="4354358"/>
                  </a:lnTo>
                  <a:lnTo>
                    <a:pt x="540778" y="4355396"/>
                  </a:lnTo>
                  <a:lnTo>
                    <a:pt x="538767" y="4355624"/>
                  </a:lnTo>
                  <a:lnTo>
                    <a:pt x="538736" y="4355627"/>
                  </a:lnTo>
                  <a:lnTo>
                    <a:pt x="0" y="43556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3" name="pg1613"/>
            <p:cNvSpPr/>
            <p:nvPr/>
          </p:nvSpPr>
          <p:spPr>
            <a:xfrm>
              <a:off x="546595" y="663344"/>
              <a:ext cx="8234974" cy="4224958"/>
            </a:xfrm>
            <a:custGeom>
              <a:avLst/>
              <a:pathLst>
                <a:path w="8234974" h="4224958">
                  <a:moveTo>
                    <a:pt x="0" y="4224958"/>
                  </a:moveTo>
                  <a:lnTo>
                    <a:pt x="538736" y="4224958"/>
                  </a:lnTo>
                  <a:lnTo>
                    <a:pt x="539646" y="4224861"/>
                  </a:lnTo>
                  <a:lnTo>
                    <a:pt x="545632" y="4224167"/>
                  </a:lnTo>
                  <a:lnTo>
                    <a:pt x="560734" y="4222248"/>
                  </a:lnTo>
                  <a:lnTo>
                    <a:pt x="587757" y="4218472"/>
                  </a:lnTo>
                  <a:lnTo>
                    <a:pt x="628077" y="4212250"/>
                  </a:lnTo>
                  <a:lnTo>
                    <a:pt x="681526" y="4203104"/>
                  </a:lnTo>
                  <a:lnTo>
                    <a:pt x="746520" y="4190705"/>
                  </a:lnTo>
                  <a:lnTo>
                    <a:pt x="820420" y="4174890"/>
                  </a:lnTo>
                  <a:lnTo>
                    <a:pt x="900048" y="4155628"/>
                  </a:lnTo>
                  <a:lnTo>
                    <a:pt x="982216" y="4132976"/>
                  </a:lnTo>
                  <a:lnTo>
                    <a:pt x="1064133" y="4107007"/>
                  </a:lnTo>
                  <a:lnTo>
                    <a:pt x="1143635" y="4077758"/>
                  </a:lnTo>
                  <a:lnTo>
                    <a:pt x="1219258" y="4045185"/>
                  </a:lnTo>
                  <a:lnTo>
                    <a:pt x="1290179" y="4009135"/>
                  </a:lnTo>
                  <a:lnTo>
                    <a:pt x="1356102" y="3969335"/>
                  </a:lnTo>
                  <a:lnTo>
                    <a:pt x="1417125" y="3925390"/>
                  </a:lnTo>
                  <a:lnTo>
                    <a:pt x="1473620" y="3876790"/>
                  </a:lnTo>
                  <a:lnTo>
                    <a:pt x="1526129" y="3822927"/>
                  </a:lnTo>
                  <a:lnTo>
                    <a:pt x="1575287" y="3763123"/>
                  </a:lnTo>
                  <a:lnTo>
                    <a:pt x="1621766" y="3696685"/>
                  </a:lnTo>
                  <a:lnTo>
                    <a:pt x="1666227" y="3622992"/>
                  </a:lnTo>
                  <a:lnTo>
                    <a:pt x="1709267" y="3541639"/>
                  </a:lnTo>
                  <a:lnTo>
                    <a:pt x="1719082" y="3521706"/>
                  </a:lnTo>
                  <a:lnTo>
                    <a:pt x="1749033" y="3457790"/>
                  </a:lnTo>
                  <a:lnTo>
                    <a:pt x="1778720" y="3389907"/>
                  </a:lnTo>
                  <a:lnTo>
                    <a:pt x="1808280" y="3317975"/>
                  </a:lnTo>
                  <a:lnTo>
                    <a:pt x="1837822" y="3241958"/>
                  </a:lnTo>
                  <a:lnTo>
                    <a:pt x="1867435" y="3161871"/>
                  </a:lnTo>
                  <a:lnTo>
                    <a:pt x="1897188" y="3077779"/>
                  </a:lnTo>
                  <a:lnTo>
                    <a:pt x="1927130" y="2989807"/>
                  </a:lnTo>
                  <a:lnTo>
                    <a:pt x="1957294" y="2898137"/>
                  </a:lnTo>
                  <a:lnTo>
                    <a:pt x="1987697" y="2803013"/>
                  </a:lnTo>
                  <a:lnTo>
                    <a:pt x="2018340" y="2704738"/>
                  </a:lnTo>
                  <a:lnTo>
                    <a:pt x="2049213" y="2603673"/>
                  </a:lnTo>
                  <a:lnTo>
                    <a:pt x="2080292" y="2500232"/>
                  </a:lnTo>
                  <a:lnTo>
                    <a:pt x="2111544" y="2394877"/>
                  </a:lnTo>
                  <a:lnTo>
                    <a:pt x="2142927" y="2288107"/>
                  </a:lnTo>
                  <a:lnTo>
                    <a:pt x="2174394" y="2180453"/>
                  </a:lnTo>
                  <a:lnTo>
                    <a:pt x="2205892" y="2072463"/>
                  </a:lnTo>
                  <a:lnTo>
                    <a:pt x="2237370" y="1964694"/>
                  </a:lnTo>
                  <a:lnTo>
                    <a:pt x="2268774" y="1857695"/>
                  </a:lnTo>
                  <a:lnTo>
                    <a:pt x="2300057" y="1752002"/>
                  </a:lnTo>
                  <a:lnTo>
                    <a:pt x="2331175" y="1648123"/>
                  </a:lnTo>
                  <a:lnTo>
                    <a:pt x="2362093" y="1546526"/>
                  </a:lnTo>
                  <a:lnTo>
                    <a:pt x="2392786" y="1447638"/>
                  </a:lnTo>
                  <a:lnTo>
                    <a:pt x="2423239" y="1351829"/>
                  </a:lnTo>
                  <a:lnTo>
                    <a:pt x="2453452" y="1259417"/>
                  </a:lnTo>
                  <a:lnTo>
                    <a:pt x="2483438" y="1170656"/>
                  </a:lnTo>
                  <a:lnTo>
                    <a:pt x="2513227" y="1085743"/>
                  </a:lnTo>
                  <a:lnTo>
                    <a:pt x="2542864" y="1004813"/>
                  </a:lnTo>
                  <a:lnTo>
                    <a:pt x="2572415" y="927945"/>
                  </a:lnTo>
                  <a:lnTo>
                    <a:pt x="2601963" y="855162"/>
                  </a:lnTo>
                  <a:lnTo>
                    <a:pt x="2631613" y="786439"/>
                  </a:lnTo>
                  <a:lnTo>
                    <a:pt x="2661496" y="721705"/>
                  </a:lnTo>
                  <a:lnTo>
                    <a:pt x="2667772" y="708696"/>
                  </a:lnTo>
                  <a:lnTo>
                    <a:pt x="2710558" y="625553"/>
                  </a:lnTo>
                  <a:lnTo>
                    <a:pt x="2754640" y="550111"/>
                  </a:lnTo>
                  <a:lnTo>
                    <a:pt x="2800595" y="482044"/>
                  </a:lnTo>
                  <a:lnTo>
                    <a:pt x="2849073" y="420765"/>
                  </a:lnTo>
                  <a:lnTo>
                    <a:pt x="2900747" y="365589"/>
                  </a:lnTo>
                  <a:lnTo>
                    <a:pt x="2956266" y="315828"/>
                  </a:lnTo>
                  <a:lnTo>
                    <a:pt x="3016201" y="270854"/>
                  </a:lnTo>
                  <a:lnTo>
                    <a:pt x="3080969" y="230134"/>
                  </a:lnTo>
                  <a:lnTo>
                    <a:pt x="3150743" y="193245"/>
                  </a:lnTo>
                  <a:lnTo>
                    <a:pt x="3225329" y="159885"/>
                  </a:lnTo>
                  <a:lnTo>
                    <a:pt x="3304039" y="129874"/>
                  </a:lnTo>
                  <a:lnTo>
                    <a:pt x="3385563" y="103145"/>
                  </a:lnTo>
                  <a:lnTo>
                    <a:pt x="3467901" y="79719"/>
                  </a:lnTo>
                  <a:lnTo>
                    <a:pt x="3548391" y="59666"/>
                  </a:lnTo>
                  <a:lnTo>
                    <a:pt x="3623908" y="43051"/>
                  </a:lnTo>
                  <a:lnTo>
                    <a:pt x="3691227" y="29871"/>
                  </a:lnTo>
                  <a:lnTo>
                    <a:pt x="3747536" y="19995"/>
                  </a:lnTo>
                  <a:lnTo>
                    <a:pt x="3790965" y="13134"/>
                  </a:lnTo>
                  <a:lnTo>
                    <a:pt x="3821000" y="8840"/>
                  </a:lnTo>
                  <a:lnTo>
                    <a:pt x="3838661" y="6547"/>
                  </a:lnTo>
                  <a:lnTo>
                    <a:pt x="3846440" y="562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5" y="5531"/>
                  </a:lnTo>
                  <a:lnTo>
                    <a:pt x="4395601" y="6151"/>
                  </a:lnTo>
                  <a:lnTo>
                    <a:pt x="4414591" y="7864"/>
                  </a:lnTo>
                  <a:lnTo>
                    <a:pt x="4448198" y="11231"/>
                  </a:lnTo>
                  <a:lnTo>
                    <a:pt x="4497591" y="16748"/>
                  </a:lnTo>
                  <a:lnTo>
                    <a:pt x="4561826" y="24792"/>
                  </a:lnTo>
                  <a:lnTo>
                    <a:pt x="4638175" y="35588"/>
                  </a:lnTo>
                  <a:lnTo>
                    <a:pt x="4722805" y="49209"/>
                  </a:lnTo>
                  <a:lnTo>
                    <a:pt x="4811580" y="65629"/>
                  </a:lnTo>
                  <a:lnTo>
                    <a:pt x="4900759" y="84781"/>
                  </a:lnTo>
                  <a:lnTo>
                    <a:pt x="4987415" y="106625"/>
                  </a:lnTo>
                  <a:lnTo>
                    <a:pt x="5069584" y="131192"/>
                  </a:lnTo>
                  <a:lnTo>
                    <a:pt x="5146199" y="158617"/>
                  </a:lnTo>
                  <a:lnTo>
                    <a:pt x="5216921" y="189151"/>
                  </a:lnTo>
                  <a:lnTo>
                    <a:pt x="5281937" y="223162"/>
                  </a:lnTo>
                  <a:lnTo>
                    <a:pt x="5341784" y="261128"/>
                  </a:lnTo>
                  <a:lnTo>
                    <a:pt x="5397203" y="303613"/>
                  </a:lnTo>
                  <a:lnTo>
                    <a:pt x="5449034" y="351231"/>
                  </a:lnTo>
                  <a:lnTo>
                    <a:pt x="5498136" y="404580"/>
                  </a:lnTo>
                  <a:lnTo>
                    <a:pt x="5545313" y="464114"/>
                  </a:lnTo>
                  <a:lnTo>
                    <a:pt x="5567201" y="494545"/>
                  </a:lnTo>
                  <a:lnTo>
                    <a:pt x="5602168" y="546756"/>
                  </a:lnTo>
                  <a:lnTo>
                    <a:pt x="5636808" y="602750"/>
                  </a:lnTo>
                  <a:lnTo>
                    <a:pt x="5671327" y="662603"/>
                  </a:lnTo>
                  <a:lnTo>
                    <a:pt x="5705886" y="726333"/>
                  </a:lnTo>
                  <a:lnTo>
                    <a:pt x="5740607" y="793891"/>
                  </a:lnTo>
                  <a:lnTo>
                    <a:pt x="5775577" y="865154"/>
                  </a:lnTo>
                  <a:lnTo>
                    <a:pt x="5810849" y="939924"/>
                  </a:lnTo>
                  <a:lnTo>
                    <a:pt x="5846449" y="1017924"/>
                  </a:lnTo>
                  <a:lnTo>
                    <a:pt x="5882373" y="1098802"/>
                  </a:lnTo>
                  <a:lnTo>
                    <a:pt x="5918596" y="1182131"/>
                  </a:lnTo>
                  <a:lnTo>
                    <a:pt x="5955070" y="1267419"/>
                  </a:lnTo>
                  <a:lnTo>
                    <a:pt x="5991732" y="1354121"/>
                  </a:lnTo>
                  <a:lnTo>
                    <a:pt x="6028506" y="1441650"/>
                  </a:lnTo>
                  <a:lnTo>
                    <a:pt x="6065310" y="1529399"/>
                  </a:lnTo>
                  <a:lnTo>
                    <a:pt x="6102060" y="1616749"/>
                  </a:lnTo>
                  <a:lnTo>
                    <a:pt x="6138674" y="1703098"/>
                  </a:lnTo>
                  <a:lnTo>
                    <a:pt x="6175080" y="1787869"/>
                  </a:lnTo>
                  <a:lnTo>
                    <a:pt x="6211220" y="1870532"/>
                  </a:lnTo>
                  <a:lnTo>
                    <a:pt x="6247052" y="1950612"/>
                  </a:lnTo>
                  <a:lnTo>
                    <a:pt x="6282555" y="2027705"/>
                  </a:lnTo>
                  <a:lnTo>
                    <a:pt x="6317736" y="2101478"/>
                  </a:lnTo>
                  <a:lnTo>
                    <a:pt x="6352626" y="2171678"/>
                  </a:lnTo>
                  <a:lnTo>
                    <a:pt x="6387289" y="2238129"/>
                  </a:lnTo>
                  <a:lnTo>
                    <a:pt x="6421822" y="2300731"/>
                  </a:lnTo>
                  <a:lnTo>
                    <a:pt x="6456358" y="2359455"/>
                  </a:lnTo>
                  <a:lnTo>
                    <a:pt x="6491070" y="2414337"/>
                  </a:lnTo>
                  <a:lnTo>
                    <a:pt x="6515891" y="2450947"/>
                  </a:lnTo>
                  <a:lnTo>
                    <a:pt x="6562403" y="2513485"/>
                  </a:lnTo>
                  <a:lnTo>
                    <a:pt x="6610498" y="2569723"/>
                  </a:lnTo>
                  <a:lnTo>
                    <a:pt x="6660930" y="2619989"/>
                  </a:lnTo>
                  <a:lnTo>
                    <a:pt x="6714541" y="2664829"/>
                  </a:lnTo>
                  <a:lnTo>
                    <a:pt x="6772188" y="2704862"/>
                  </a:lnTo>
                  <a:lnTo>
                    <a:pt x="6834672" y="2740682"/>
                  </a:lnTo>
                  <a:lnTo>
                    <a:pt x="6902641" y="2772811"/>
                  </a:lnTo>
                  <a:lnTo>
                    <a:pt x="6976469" y="2801671"/>
                  </a:lnTo>
                  <a:lnTo>
                    <a:pt x="7056090" y="2827569"/>
                  </a:lnTo>
                  <a:lnTo>
                    <a:pt x="7140806" y="2850693"/>
                  </a:lnTo>
                  <a:lnTo>
                    <a:pt x="7229096" y="2871123"/>
                  </a:lnTo>
                  <a:lnTo>
                    <a:pt x="7318485" y="2888846"/>
                  </a:lnTo>
                  <a:lnTo>
                    <a:pt x="7405584" y="2903801"/>
                  </a:lnTo>
                  <a:lnTo>
                    <a:pt x="7486372" y="2915934"/>
                  </a:lnTo>
                  <a:lnTo>
                    <a:pt x="7556775" y="2925264"/>
                  </a:lnTo>
                  <a:lnTo>
                    <a:pt x="7613442" y="2931941"/>
                  </a:lnTo>
                  <a:lnTo>
                    <a:pt x="7654518" y="2936271"/>
                  </a:lnTo>
                  <a:lnTo>
                    <a:pt x="7680155" y="2938700"/>
                  </a:lnTo>
                  <a:lnTo>
                    <a:pt x="7692626" y="2939768"/>
                  </a:lnTo>
                  <a:lnTo>
                    <a:pt x="7696110" y="2940039"/>
                  </a:lnTo>
                  <a:lnTo>
                    <a:pt x="7696237" y="2940048"/>
                  </a:lnTo>
                  <a:lnTo>
                    <a:pt x="8234974" y="2940048"/>
                  </a:lnTo>
                  <a:lnTo>
                    <a:pt x="8234974" y="2934603"/>
                  </a:ln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8" y="97"/>
                  </a:lnTo>
                  <a:lnTo>
                    <a:pt x="3841222" y="791"/>
                  </a:lnTo>
                  <a:lnTo>
                    <a:pt x="3826121" y="2709"/>
                  </a:lnTo>
                  <a:lnTo>
                    <a:pt x="3799097" y="6486"/>
                  </a:lnTo>
                  <a:lnTo>
                    <a:pt x="3758778" y="12708"/>
                  </a:lnTo>
                  <a:lnTo>
                    <a:pt x="3705329" y="21854"/>
                  </a:lnTo>
                  <a:lnTo>
                    <a:pt x="3640334" y="34252"/>
                  </a:lnTo>
                  <a:lnTo>
                    <a:pt x="3566435" y="50068"/>
                  </a:lnTo>
                  <a:lnTo>
                    <a:pt x="3486806" y="69329"/>
                  </a:lnTo>
                  <a:lnTo>
                    <a:pt x="3404638" y="91982"/>
                  </a:lnTo>
                  <a:lnTo>
                    <a:pt x="3322722" y="117950"/>
                  </a:lnTo>
                  <a:lnTo>
                    <a:pt x="3243220" y="147199"/>
                  </a:lnTo>
                  <a:lnTo>
                    <a:pt x="3167597" y="179772"/>
                  </a:lnTo>
                  <a:lnTo>
                    <a:pt x="3096676" y="215822"/>
                  </a:lnTo>
                  <a:lnTo>
                    <a:pt x="3030753" y="255622"/>
                  </a:lnTo>
                  <a:lnTo>
                    <a:pt x="2969729" y="299568"/>
                  </a:lnTo>
                  <a:lnTo>
                    <a:pt x="2913234" y="348168"/>
                  </a:lnTo>
                  <a:lnTo>
                    <a:pt x="2860726" y="402031"/>
                  </a:lnTo>
                  <a:lnTo>
                    <a:pt x="2811568" y="461835"/>
                  </a:lnTo>
                  <a:lnTo>
                    <a:pt x="2765088" y="528272"/>
                  </a:lnTo>
                  <a:lnTo>
                    <a:pt x="2720628" y="601965"/>
                  </a:lnTo>
                  <a:lnTo>
                    <a:pt x="2677587" y="683319"/>
                  </a:lnTo>
                  <a:lnTo>
                    <a:pt x="2667772" y="703252"/>
                  </a:lnTo>
                  <a:lnTo>
                    <a:pt x="2637822" y="767167"/>
                  </a:lnTo>
                  <a:lnTo>
                    <a:pt x="2608134" y="835051"/>
                  </a:lnTo>
                  <a:lnTo>
                    <a:pt x="2578575" y="906983"/>
                  </a:lnTo>
                  <a:lnTo>
                    <a:pt x="2549032" y="982999"/>
                  </a:lnTo>
                  <a:lnTo>
                    <a:pt x="2519419" y="1063087"/>
                  </a:lnTo>
                  <a:lnTo>
                    <a:pt x="2489666" y="1147178"/>
                  </a:lnTo>
                  <a:lnTo>
                    <a:pt x="2459724" y="1235151"/>
                  </a:lnTo>
                  <a:lnTo>
                    <a:pt x="2429560" y="1326821"/>
                  </a:lnTo>
                  <a:lnTo>
                    <a:pt x="2399158" y="1421945"/>
                  </a:lnTo>
                  <a:lnTo>
                    <a:pt x="2368514" y="1520220"/>
                  </a:lnTo>
                  <a:lnTo>
                    <a:pt x="2337641" y="1621285"/>
                  </a:lnTo>
                  <a:lnTo>
                    <a:pt x="2306562" y="1724726"/>
                  </a:lnTo>
                  <a:lnTo>
                    <a:pt x="2275310" y="1830081"/>
                  </a:lnTo>
                  <a:lnTo>
                    <a:pt x="2243927" y="1936851"/>
                  </a:lnTo>
                  <a:lnTo>
                    <a:pt x="2212461" y="2044505"/>
                  </a:lnTo>
                  <a:lnTo>
                    <a:pt x="2180962" y="2152494"/>
                  </a:lnTo>
                  <a:lnTo>
                    <a:pt x="2149485" y="2260264"/>
                  </a:lnTo>
                  <a:lnTo>
                    <a:pt x="2118080" y="2367263"/>
                  </a:lnTo>
                  <a:lnTo>
                    <a:pt x="2086797" y="2472955"/>
                  </a:lnTo>
                  <a:lnTo>
                    <a:pt x="2055679" y="2576835"/>
                  </a:lnTo>
                  <a:lnTo>
                    <a:pt x="2024761" y="2678431"/>
                  </a:lnTo>
                  <a:lnTo>
                    <a:pt x="1994069" y="2777320"/>
                  </a:lnTo>
                  <a:lnTo>
                    <a:pt x="1963615" y="2873128"/>
                  </a:lnTo>
                  <a:lnTo>
                    <a:pt x="1933402" y="2965541"/>
                  </a:lnTo>
                  <a:lnTo>
                    <a:pt x="1903416" y="3054301"/>
                  </a:lnTo>
                  <a:lnTo>
                    <a:pt x="1873628" y="3139215"/>
                  </a:lnTo>
                  <a:lnTo>
                    <a:pt x="1843990" y="3220144"/>
                  </a:lnTo>
                  <a:lnTo>
                    <a:pt x="1814440" y="3297013"/>
                  </a:lnTo>
                  <a:lnTo>
                    <a:pt x="1784892" y="3369795"/>
                  </a:lnTo>
                  <a:lnTo>
                    <a:pt x="1755241" y="3438518"/>
                  </a:lnTo>
                  <a:lnTo>
                    <a:pt x="1725358" y="3503252"/>
                  </a:lnTo>
                  <a:lnTo>
                    <a:pt x="1719082" y="3516261"/>
                  </a:lnTo>
                  <a:lnTo>
                    <a:pt x="1676297" y="3599405"/>
                  </a:lnTo>
                  <a:lnTo>
                    <a:pt x="1632215" y="3674847"/>
                  </a:lnTo>
                  <a:lnTo>
                    <a:pt x="1586260" y="3742914"/>
                  </a:lnTo>
                  <a:lnTo>
                    <a:pt x="1537782" y="3804192"/>
                  </a:lnTo>
                  <a:lnTo>
                    <a:pt x="1486108" y="3859369"/>
                  </a:lnTo>
                  <a:lnTo>
                    <a:pt x="1430588" y="3909130"/>
                  </a:lnTo>
                  <a:lnTo>
                    <a:pt x="1370654" y="3954103"/>
                  </a:lnTo>
                  <a:lnTo>
                    <a:pt x="1305886" y="3994824"/>
                  </a:lnTo>
                  <a:lnTo>
                    <a:pt x="1236112" y="4031713"/>
                  </a:lnTo>
                  <a:lnTo>
                    <a:pt x="1161526" y="4065073"/>
                  </a:lnTo>
                  <a:lnTo>
                    <a:pt x="1082816" y="4095084"/>
                  </a:lnTo>
                  <a:lnTo>
                    <a:pt x="1001292" y="4121813"/>
                  </a:lnTo>
                  <a:lnTo>
                    <a:pt x="918954" y="4145239"/>
                  </a:lnTo>
                  <a:lnTo>
                    <a:pt x="838463" y="4165292"/>
                  </a:lnTo>
                  <a:lnTo>
                    <a:pt x="762946" y="4181906"/>
                  </a:lnTo>
                  <a:lnTo>
                    <a:pt x="695627" y="4195087"/>
                  </a:lnTo>
                  <a:lnTo>
                    <a:pt x="639319" y="4204963"/>
                  </a:lnTo>
                  <a:lnTo>
                    <a:pt x="595889" y="4211824"/>
                  </a:lnTo>
                  <a:lnTo>
                    <a:pt x="565854" y="4216117"/>
                  </a:lnTo>
                  <a:lnTo>
                    <a:pt x="548193" y="4218410"/>
                  </a:lnTo>
                  <a:lnTo>
                    <a:pt x="540415" y="4219331"/>
                  </a:lnTo>
                  <a:lnTo>
                    <a:pt x="538736" y="4219513"/>
                  </a:lnTo>
                  <a:lnTo>
                    <a:pt x="0" y="421951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14" name="pl1614"/>
            <p:cNvSpPr/>
            <p:nvPr/>
          </p:nvSpPr>
          <p:spPr>
            <a:xfrm>
              <a:off x="546595" y="668789"/>
              <a:ext cx="8234974" cy="4219513"/>
            </a:xfrm>
            <a:custGeom>
              <a:avLst/>
              <a:pathLst>
                <a:path w="8234974" h="4219513">
                  <a:moveTo>
                    <a:pt x="0" y="4219513"/>
                  </a:moveTo>
                  <a:lnTo>
                    <a:pt x="538736" y="4219513"/>
                  </a:lnTo>
                  <a:lnTo>
                    <a:pt x="539646" y="4219416"/>
                  </a:lnTo>
                  <a:lnTo>
                    <a:pt x="545632" y="4218722"/>
                  </a:lnTo>
                  <a:lnTo>
                    <a:pt x="560734" y="4216804"/>
                  </a:lnTo>
                  <a:lnTo>
                    <a:pt x="587757" y="4213027"/>
                  </a:lnTo>
                  <a:lnTo>
                    <a:pt x="628077" y="4206805"/>
                  </a:lnTo>
                  <a:lnTo>
                    <a:pt x="681526" y="4197659"/>
                  </a:lnTo>
                  <a:lnTo>
                    <a:pt x="746520" y="4185261"/>
                  </a:lnTo>
                  <a:lnTo>
                    <a:pt x="820420" y="4169445"/>
                  </a:lnTo>
                  <a:lnTo>
                    <a:pt x="900048" y="4150184"/>
                  </a:lnTo>
                  <a:lnTo>
                    <a:pt x="982216" y="4127531"/>
                  </a:lnTo>
                  <a:lnTo>
                    <a:pt x="1064133" y="4101563"/>
                  </a:lnTo>
                  <a:lnTo>
                    <a:pt x="1143635" y="4072314"/>
                  </a:lnTo>
                  <a:lnTo>
                    <a:pt x="1219258" y="4039741"/>
                  </a:lnTo>
                  <a:lnTo>
                    <a:pt x="1290179" y="4003691"/>
                  </a:lnTo>
                  <a:lnTo>
                    <a:pt x="1356102" y="3963891"/>
                  </a:lnTo>
                  <a:lnTo>
                    <a:pt x="1417125" y="3919945"/>
                  </a:lnTo>
                  <a:lnTo>
                    <a:pt x="1473620" y="3871345"/>
                  </a:lnTo>
                  <a:lnTo>
                    <a:pt x="1526129" y="3817482"/>
                  </a:lnTo>
                  <a:lnTo>
                    <a:pt x="1575287" y="3757678"/>
                  </a:lnTo>
                  <a:lnTo>
                    <a:pt x="1621766" y="3691241"/>
                  </a:lnTo>
                  <a:lnTo>
                    <a:pt x="1666227" y="3617548"/>
                  </a:lnTo>
                  <a:lnTo>
                    <a:pt x="1709267" y="3536194"/>
                  </a:lnTo>
                  <a:lnTo>
                    <a:pt x="1719082" y="3516261"/>
                  </a:lnTo>
                  <a:lnTo>
                    <a:pt x="1749033" y="3452346"/>
                  </a:lnTo>
                  <a:lnTo>
                    <a:pt x="1778720" y="3384462"/>
                  </a:lnTo>
                  <a:lnTo>
                    <a:pt x="1808280" y="3312530"/>
                  </a:lnTo>
                  <a:lnTo>
                    <a:pt x="1837822" y="3236514"/>
                  </a:lnTo>
                  <a:lnTo>
                    <a:pt x="1867435" y="3156426"/>
                  </a:lnTo>
                  <a:lnTo>
                    <a:pt x="1897188" y="3072335"/>
                  </a:lnTo>
                  <a:lnTo>
                    <a:pt x="1927130" y="2984362"/>
                  </a:lnTo>
                  <a:lnTo>
                    <a:pt x="1957294" y="2892692"/>
                  </a:lnTo>
                  <a:lnTo>
                    <a:pt x="1987697" y="2797568"/>
                  </a:lnTo>
                  <a:lnTo>
                    <a:pt x="2018340" y="2699293"/>
                  </a:lnTo>
                  <a:lnTo>
                    <a:pt x="2049213" y="2598228"/>
                  </a:lnTo>
                  <a:lnTo>
                    <a:pt x="2080292" y="2494787"/>
                  </a:lnTo>
                  <a:lnTo>
                    <a:pt x="2111544" y="2389432"/>
                  </a:lnTo>
                  <a:lnTo>
                    <a:pt x="2142927" y="2282662"/>
                  </a:lnTo>
                  <a:lnTo>
                    <a:pt x="2174394" y="2175008"/>
                  </a:lnTo>
                  <a:lnTo>
                    <a:pt x="2205892" y="2067019"/>
                  </a:lnTo>
                  <a:lnTo>
                    <a:pt x="2237370" y="1959249"/>
                  </a:lnTo>
                  <a:lnTo>
                    <a:pt x="2268774" y="1852250"/>
                  </a:lnTo>
                  <a:lnTo>
                    <a:pt x="2300057" y="1746558"/>
                  </a:lnTo>
                  <a:lnTo>
                    <a:pt x="2331175" y="1642678"/>
                  </a:lnTo>
                  <a:lnTo>
                    <a:pt x="2362093" y="1541082"/>
                  </a:lnTo>
                  <a:lnTo>
                    <a:pt x="2392786" y="1442193"/>
                  </a:lnTo>
                  <a:lnTo>
                    <a:pt x="2423239" y="1346385"/>
                  </a:lnTo>
                  <a:lnTo>
                    <a:pt x="2453452" y="1253972"/>
                  </a:lnTo>
                  <a:lnTo>
                    <a:pt x="2483438" y="1165212"/>
                  </a:lnTo>
                  <a:lnTo>
                    <a:pt x="2513227" y="1080298"/>
                  </a:lnTo>
                  <a:lnTo>
                    <a:pt x="2542864" y="999368"/>
                  </a:lnTo>
                  <a:lnTo>
                    <a:pt x="2572415" y="922500"/>
                  </a:lnTo>
                  <a:lnTo>
                    <a:pt x="2601963" y="849718"/>
                  </a:lnTo>
                  <a:lnTo>
                    <a:pt x="2631613" y="780995"/>
                  </a:lnTo>
                  <a:lnTo>
                    <a:pt x="2661496" y="716261"/>
                  </a:lnTo>
                  <a:lnTo>
                    <a:pt x="2667772" y="703252"/>
                  </a:lnTo>
                  <a:lnTo>
                    <a:pt x="2710558" y="620108"/>
                  </a:lnTo>
                  <a:lnTo>
                    <a:pt x="2754640" y="544666"/>
                  </a:lnTo>
                  <a:lnTo>
                    <a:pt x="2800595" y="476599"/>
                  </a:lnTo>
                  <a:lnTo>
                    <a:pt x="2849073" y="415321"/>
                  </a:lnTo>
                  <a:lnTo>
                    <a:pt x="2900747" y="360144"/>
                  </a:lnTo>
                  <a:lnTo>
                    <a:pt x="2956266" y="310383"/>
                  </a:lnTo>
                  <a:lnTo>
                    <a:pt x="3016201" y="265410"/>
                  </a:lnTo>
                  <a:lnTo>
                    <a:pt x="3080969" y="224689"/>
                  </a:lnTo>
                  <a:lnTo>
                    <a:pt x="3150743" y="187800"/>
                  </a:lnTo>
                  <a:lnTo>
                    <a:pt x="3225329" y="154440"/>
                  </a:lnTo>
                  <a:lnTo>
                    <a:pt x="3304039" y="124429"/>
                  </a:lnTo>
                  <a:lnTo>
                    <a:pt x="3385563" y="97700"/>
                  </a:lnTo>
                  <a:lnTo>
                    <a:pt x="3467901" y="74274"/>
                  </a:lnTo>
                  <a:lnTo>
                    <a:pt x="3548391" y="54221"/>
                  </a:lnTo>
                  <a:lnTo>
                    <a:pt x="3623908" y="37607"/>
                  </a:lnTo>
                  <a:lnTo>
                    <a:pt x="3691227" y="24426"/>
                  </a:lnTo>
                  <a:lnTo>
                    <a:pt x="3747536" y="14550"/>
                  </a:lnTo>
                  <a:lnTo>
                    <a:pt x="3790965" y="7689"/>
                  </a:lnTo>
                  <a:lnTo>
                    <a:pt x="3821000" y="3396"/>
                  </a:lnTo>
                  <a:lnTo>
                    <a:pt x="3838661" y="1103"/>
                  </a:lnTo>
                  <a:lnTo>
                    <a:pt x="3846440" y="182"/>
                  </a:lnTo>
                  <a:lnTo>
                    <a:pt x="3848107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5" y="86"/>
                  </a:lnTo>
                  <a:lnTo>
                    <a:pt x="4395601" y="706"/>
                  </a:lnTo>
                  <a:lnTo>
                    <a:pt x="4414591" y="2420"/>
                  </a:lnTo>
                  <a:lnTo>
                    <a:pt x="4448198" y="5786"/>
                  </a:lnTo>
                  <a:lnTo>
                    <a:pt x="4497591" y="11303"/>
                  </a:lnTo>
                  <a:lnTo>
                    <a:pt x="4561826" y="19348"/>
                  </a:lnTo>
                  <a:lnTo>
                    <a:pt x="4638175" y="30143"/>
                  </a:lnTo>
                  <a:lnTo>
                    <a:pt x="4722805" y="43765"/>
                  </a:lnTo>
                  <a:lnTo>
                    <a:pt x="4811580" y="60184"/>
                  </a:lnTo>
                  <a:lnTo>
                    <a:pt x="4900759" y="79337"/>
                  </a:lnTo>
                  <a:lnTo>
                    <a:pt x="4987415" y="101181"/>
                  </a:lnTo>
                  <a:lnTo>
                    <a:pt x="5069584" y="125747"/>
                  </a:lnTo>
                  <a:lnTo>
                    <a:pt x="5146199" y="153172"/>
                  </a:lnTo>
                  <a:lnTo>
                    <a:pt x="5216921" y="183706"/>
                  </a:lnTo>
                  <a:lnTo>
                    <a:pt x="5281937" y="217718"/>
                  </a:lnTo>
                  <a:lnTo>
                    <a:pt x="5341784" y="255683"/>
                  </a:lnTo>
                  <a:lnTo>
                    <a:pt x="5397203" y="298168"/>
                  </a:lnTo>
                  <a:lnTo>
                    <a:pt x="5449034" y="345787"/>
                  </a:lnTo>
                  <a:lnTo>
                    <a:pt x="5498136" y="399135"/>
                  </a:lnTo>
                  <a:lnTo>
                    <a:pt x="5545313" y="458670"/>
                  </a:lnTo>
                  <a:lnTo>
                    <a:pt x="5567201" y="489100"/>
                  </a:lnTo>
                  <a:lnTo>
                    <a:pt x="5602168" y="541312"/>
                  </a:lnTo>
                  <a:lnTo>
                    <a:pt x="5636808" y="597306"/>
                  </a:lnTo>
                  <a:lnTo>
                    <a:pt x="5671327" y="657159"/>
                  </a:lnTo>
                  <a:lnTo>
                    <a:pt x="5705886" y="720889"/>
                  </a:lnTo>
                  <a:lnTo>
                    <a:pt x="5740607" y="788446"/>
                  </a:lnTo>
                  <a:lnTo>
                    <a:pt x="5775577" y="859709"/>
                  </a:lnTo>
                  <a:lnTo>
                    <a:pt x="5810849" y="934479"/>
                  </a:lnTo>
                  <a:lnTo>
                    <a:pt x="5846449" y="1012480"/>
                  </a:lnTo>
                  <a:lnTo>
                    <a:pt x="5882373" y="1093358"/>
                  </a:lnTo>
                  <a:lnTo>
                    <a:pt x="5918596" y="1176686"/>
                  </a:lnTo>
                  <a:lnTo>
                    <a:pt x="5955070" y="1261974"/>
                  </a:lnTo>
                  <a:lnTo>
                    <a:pt x="5991732" y="1348676"/>
                  </a:lnTo>
                  <a:lnTo>
                    <a:pt x="6028506" y="1436206"/>
                  </a:lnTo>
                  <a:lnTo>
                    <a:pt x="6065310" y="1523954"/>
                  </a:lnTo>
                  <a:lnTo>
                    <a:pt x="6102060" y="1611305"/>
                  </a:lnTo>
                  <a:lnTo>
                    <a:pt x="6138674" y="1697653"/>
                  </a:lnTo>
                  <a:lnTo>
                    <a:pt x="6175080" y="1782425"/>
                  </a:lnTo>
                  <a:lnTo>
                    <a:pt x="6211220" y="1865087"/>
                  </a:lnTo>
                  <a:lnTo>
                    <a:pt x="6247052" y="1945168"/>
                  </a:lnTo>
                  <a:lnTo>
                    <a:pt x="6282555" y="2022260"/>
                  </a:lnTo>
                  <a:lnTo>
                    <a:pt x="6317736" y="2096033"/>
                  </a:lnTo>
                  <a:lnTo>
                    <a:pt x="6352626" y="2166233"/>
                  </a:lnTo>
                  <a:lnTo>
                    <a:pt x="6387289" y="2232684"/>
                  </a:lnTo>
                  <a:lnTo>
                    <a:pt x="6421822" y="2295287"/>
                  </a:lnTo>
                  <a:lnTo>
                    <a:pt x="6456358" y="2354011"/>
                  </a:lnTo>
                  <a:lnTo>
                    <a:pt x="6491070" y="2408892"/>
                  </a:lnTo>
                  <a:lnTo>
                    <a:pt x="6515891" y="2445503"/>
                  </a:lnTo>
                  <a:lnTo>
                    <a:pt x="6562403" y="2508040"/>
                  </a:lnTo>
                  <a:lnTo>
                    <a:pt x="6610498" y="2564279"/>
                  </a:lnTo>
                  <a:lnTo>
                    <a:pt x="6660930" y="2614544"/>
                  </a:lnTo>
                  <a:lnTo>
                    <a:pt x="6714541" y="2659385"/>
                  </a:lnTo>
                  <a:lnTo>
                    <a:pt x="6772188" y="2699417"/>
                  </a:lnTo>
                  <a:lnTo>
                    <a:pt x="6834672" y="2735237"/>
                  </a:lnTo>
                  <a:lnTo>
                    <a:pt x="6902641" y="2767367"/>
                  </a:lnTo>
                  <a:lnTo>
                    <a:pt x="6976469" y="2796226"/>
                  </a:lnTo>
                  <a:lnTo>
                    <a:pt x="7056090" y="2822124"/>
                  </a:lnTo>
                  <a:lnTo>
                    <a:pt x="7140806" y="2845249"/>
                  </a:lnTo>
                  <a:lnTo>
                    <a:pt x="7229096" y="2865678"/>
                  </a:lnTo>
                  <a:lnTo>
                    <a:pt x="7318485" y="2883401"/>
                  </a:lnTo>
                  <a:lnTo>
                    <a:pt x="7405584" y="2898356"/>
                  </a:lnTo>
                  <a:lnTo>
                    <a:pt x="7486372" y="2910489"/>
                  </a:lnTo>
                  <a:lnTo>
                    <a:pt x="7556775" y="2919819"/>
                  </a:lnTo>
                  <a:lnTo>
                    <a:pt x="7613442" y="2926497"/>
                  </a:lnTo>
                  <a:lnTo>
                    <a:pt x="7654518" y="2930826"/>
                  </a:lnTo>
                  <a:lnTo>
                    <a:pt x="7680155" y="2933256"/>
                  </a:lnTo>
                  <a:lnTo>
                    <a:pt x="7692626" y="2934323"/>
                  </a:lnTo>
                  <a:lnTo>
                    <a:pt x="7696110" y="2934594"/>
                  </a:lnTo>
                  <a:lnTo>
                    <a:pt x="7696237" y="2934603"/>
                  </a:lnTo>
                  <a:lnTo>
                    <a:pt x="8234974" y="2934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5" name="pl1615"/>
            <p:cNvSpPr/>
            <p:nvPr/>
          </p:nvSpPr>
          <p:spPr>
            <a:xfrm>
              <a:off x="546595" y="663344"/>
              <a:ext cx="8234974" cy="4219513"/>
            </a:xfrm>
            <a:custGeom>
              <a:avLst/>
              <a:pathLst>
                <a:path w="8234974" h="4219513">
                  <a:moveTo>
                    <a:pt x="8234974" y="2934603"/>
                  </a:move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8" y="97"/>
                  </a:lnTo>
                  <a:lnTo>
                    <a:pt x="3841222" y="791"/>
                  </a:lnTo>
                  <a:lnTo>
                    <a:pt x="3826121" y="2709"/>
                  </a:lnTo>
                  <a:lnTo>
                    <a:pt x="3799097" y="6486"/>
                  </a:lnTo>
                  <a:lnTo>
                    <a:pt x="3758778" y="12708"/>
                  </a:lnTo>
                  <a:lnTo>
                    <a:pt x="3705329" y="21854"/>
                  </a:lnTo>
                  <a:lnTo>
                    <a:pt x="3640334" y="34252"/>
                  </a:lnTo>
                  <a:lnTo>
                    <a:pt x="3566435" y="50068"/>
                  </a:lnTo>
                  <a:lnTo>
                    <a:pt x="3486806" y="69329"/>
                  </a:lnTo>
                  <a:lnTo>
                    <a:pt x="3404638" y="91982"/>
                  </a:lnTo>
                  <a:lnTo>
                    <a:pt x="3322722" y="117950"/>
                  </a:lnTo>
                  <a:lnTo>
                    <a:pt x="3243220" y="147199"/>
                  </a:lnTo>
                  <a:lnTo>
                    <a:pt x="3167597" y="179772"/>
                  </a:lnTo>
                  <a:lnTo>
                    <a:pt x="3096676" y="215822"/>
                  </a:lnTo>
                  <a:lnTo>
                    <a:pt x="3030753" y="255622"/>
                  </a:lnTo>
                  <a:lnTo>
                    <a:pt x="2969729" y="299568"/>
                  </a:lnTo>
                  <a:lnTo>
                    <a:pt x="2913234" y="348168"/>
                  </a:lnTo>
                  <a:lnTo>
                    <a:pt x="2860726" y="402031"/>
                  </a:lnTo>
                  <a:lnTo>
                    <a:pt x="2811568" y="461835"/>
                  </a:lnTo>
                  <a:lnTo>
                    <a:pt x="2765088" y="528272"/>
                  </a:lnTo>
                  <a:lnTo>
                    <a:pt x="2720628" y="601965"/>
                  </a:lnTo>
                  <a:lnTo>
                    <a:pt x="2677587" y="683319"/>
                  </a:lnTo>
                  <a:lnTo>
                    <a:pt x="2667772" y="703252"/>
                  </a:lnTo>
                  <a:lnTo>
                    <a:pt x="2637822" y="767167"/>
                  </a:lnTo>
                  <a:lnTo>
                    <a:pt x="2608134" y="835051"/>
                  </a:lnTo>
                  <a:lnTo>
                    <a:pt x="2578575" y="906983"/>
                  </a:lnTo>
                  <a:lnTo>
                    <a:pt x="2549032" y="982999"/>
                  </a:lnTo>
                  <a:lnTo>
                    <a:pt x="2519419" y="1063087"/>
                  </a:lnTo>
                  <a:lnTo>
                    <a:pt x="2489666" y="1147178"/>
                  </a:lnTo>
                  <a:lnTo>
                    <a:pt x="2459724" y="1235151"/>
                  </a:lnTo>
                  <a:lnTo>
                    <a:pt x="2429560" y="1326821"/>
                  </a:lnTo>
                  <a:lnTo>
                    <a:pt x="2399158" y="1421945"/>
                  </a:lnTo>
                  <a:lnTo>
                    <a:pt x="2368514" y="1520220"/>
                  </a:lnTo>
                  <a:lnTo>
                    <a:pt x="2337641" y="1621285"/>
                  </a:lnTo>
                  <a:lnTo>
                    <a:pt x="2306562" y="1724726"/>
                  </a:lnTo>
                  <a:lnTo>
                    <a:pt x="2275310" y="1830081"/>
                  </a:lnTo>
                  <a:lnTo>
                    <a:pt x="2243927" y="1936851"/>
                  </a:lnTo>
                  <a:lnTo>
                    <a:pt x="2212461" y="2044505"/>
                  </a:lnTo>
                  <a:lnTo>
                    <a:pt x="2180962" y="2152494"/>
                  </a:lnTo>
                  <a:lnTo>
                    <a:pt x="2149485" y="2260264"/>
                  </a:lnTo>
                  <a:lnTo>
                    <a:pt x="2118080" y="2367263"/>
                  </a:lnTo>
                  <a:lnTo>
                    <a:pt x="2086797" y="2472955"/>
                  </a:lnTo>
                  <a:lnTo>
                    <a:pt x="2055679" y="2576835"/>
                  </a:lnTo>
                  <a:lnTo>
                    <a:pt x="2024761" y="2678431"/>
                  </a:lnTo>
                  <a:lnTo>
                    <a:pt x="1994069" y="2777320"/>
                  </a:lnTo>
                  <a:lnTo>
                    <a:pt x="1963615" y="2873128"/>
                  </a:lnTo>
                  <a:lnTo>
                    <a:pt x="1933402" y="2965541"/>
                  </a:lnTo>
                  <a:lnTo>
                    <a:pt x="1903416" y="3054301"/>
                  </a:lnTo>
                  <a:lnTo>
                    <a:pt x="1873628" y="3139215"/>
                  </a:lnTo>
                  <a:lnTo>
                    <a:pt x="1843990" y="3220144"/>
                  </a:lnTo>
                  <a:lnTo>
                    <a:pt x="1814440" y="3297013"/>
                  </a:lnTo>
                  <a:lnTo>
                    <a:pt x="1784892" y="3369795"/>
                  </a:lnTo>
                  <a:lnTo>
                    <a:pt x="1755241" y="3438518"/>
                  </a:lnTo>
                  <a:lnTo>
                    <a:pt x="1725358" y="3503252"/>
                  </a:lnTo>
                  <a:lnTo>
                    <a:pt x="1719082" y="3516261"/>
                  </a:lnTo>
                  <a:lnTo>
                    <a:pt x="1676297" y="3599405"/>
                  </a:lnTo>
                  <a:lnTo>
                    <a:pt x="1632215" y="3674847"/>
                  </a:lnTo>
                  <a:lnTo>
                    <a:pt x="1586260" y="3742914"/>
                  </a:lnTo>
                  <a:lnTo>
                    <a:pt x="1537782" y="3804192"/>
                  </a:lnTo>
                  <a:lnTo>
                    <a:pt x="1486108" y="3859369"/>
                  </a:lnTo>
                  <a:lnTo>
                    <a:pt x="1430588" y="3909130"/>
                  </a:lnTo>
                  <a:lnTo>
                    <a:pt x="1370654" y="3954103"/>
                  </a:lnTo>
                  <a:lnTo>
                    <a:pt x="1305886" y="3994824"/>
                  </a:lnTo>
                  <a:lnTo>
                    <a:pt x="1236112" y="4031713"/>
                  </a:lnTo>
                  <a:lnTo>
                    <a:pt x="1161526" y="4065073"/>
                  </a:lnTo>
                  <a:lnTo>
                    <a:pt x="1082816" y="4095084"/>
                  </a:lnTo>
                  <a:lnTo>
                    <a:pt x="1001292" y="4121813"/>
                  </a:lnTo>
                  <a:lnTo>
                    <a:pt x="918954" y="4145239"/>
                  </a:lnTo>
                  <a:lnTo>
                    <a:pt x="838463" y="4165292"/>
                  </a:lnTo>
                  <a:lnTo>
                    <a:pt x="762946" y="4181906"/>
                  </a:lnTo>
                  <a:lnTo>
                    <a:pt x="695627" y="4195087"/>
                  </a:lnTo>
                  <a:lnTo>
                    <a:pt x="639319" y="4204963"/>
                  </a:lnTo>
                  <a:lnTo>
                    <a:pt x="595889" y="4211824"/>
                  </a:lnTo>
                  <a:lnTo>
                    <a:pt x="565854" y="4216117"/>
                  </a:lnTo>
                  <a:lnTo>
                    <a:pt x="548193" y="4218410"/>
                  </a:lnTo>
                  <a:lnTo>
                    <a:pt x="540415" y="4219331"/>
                  </a:lnTo>
                  <a:lnTo>
                    <a:pt x="538748" y="4219512"/>
                  </a:lnTo>
                  <a:lnTo>
                    <a:pt x="538736" y="4219513"/>
                  </a:lnTo>
                  <a:lnTo>
                    <a:pt x="0" y="42195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6" name="pg1616"/>
            <p:cNvSpPr/>
            <p:nvPr/>
          </p:nvSpPr>
          <p:spPr>
            <a:xfrm>
              <a:off x="546595" y="483674"/>
              <a:ext cx="8234974" cy="4557075"/>
            </a:xfrm>
            <a:custGeom>
              <a:avLst/>
              <a:pathLst>
                <a:path w="8234974" h="4557075">
                  <a:moveTo>
                    <a:pt x="0" y="4557075"/>
                  </a:moveTo>
                  <a:lnTo>
                    <a:pt x="538736" y="4557075"/>
                  </a:lnTo>
                  <a:lnTo>
                    <a:pt x="540026" y="4557047"/>
                  </a:lnTo>
                  <a:lnTo>
                    <a:pt x="548443" y="4556852"/>
                  </a:lnTo>
                  <a:lnTo>
                    <a:pt x="569432" y="4556313"/>
                  </a:lnTo>
                  <a:lnTo>
                    <a:pt x="606374" y="4555254"/>
                  </a:lnTo>
                  <a:lnTo>
                    <a:pt x="660264" y="4553525"/>
                  </a:lnTo>
                  <a:lnTo>
                    <a:pt x="729684" y="4551013"/>
                  </a:lnTo>
                  <a:lnTo>
                    <a:pt x="811283" y="4547658"/>
                  </a:lnTo>
                  <a:lnTo>
                    <a:pt x="900633" y="4543448"/>
                  </a:lnTo>
                  <a:lnTo>
                    <a:pt x="993186" y="4538394"/>
                  </a:lnTo>
                  <a:lnTo>
                    <a:pt x="1085024" y="4532517"/>
                  </a:lnTo>
                  <a:lnTo>
                    <a:pt x="1173257" y="4525824"/>
                  </a:lnTo>
                  <a:lnTo>
                    <a:pt x="1256099" y="4518293"/>
                  </a:lnTo>
                  <a:lnTo>
                    <a:pt x="1332728" y="4509865"/>
                  </a:lnTo>
                  <a:lnTo>
                    <a:pt x="1403063" y="4500446"/>
                  </a:lnTo>
                  <a:lnTo>
                    <a:pt x="1467527" y="4489901"/>
                  </a:lnTo>
                  <a:lnTo>
                    <a:pt x="1526857" y="4478065"/>
                  </a:lnTo>
                  <a:lnTo>
                    <a:pt x="1581952" y="4464749"/>
                  </a:lnTo>
                  <a:lnTo>
                    <a:pt x="1633771" y="4449762"/>
                  </a:lnTo>
                  <a:lnTo>
                    <a:pt x="1683240" y="4432937"/>
                  </a:lnTo>
                  <a:lnTo>
                    <a:pt x="1719082" y="4419146"/>
                  </a:lnTo>
                  <a:lnTo>
                    <a:pt x="1768193" y="4398117"/>
                  </a:lnTo>
                  <a:lnTo>
                    <a:pt x="1816827" y="4374956"/>
                  </a:lnTo>
                  <a:lnTo>
                    <a:pt x="1865481" y="4349631"/>
                  </a:lnTo>
                  <a:lnTo>
                    <a:pt x="1914494" y="4322183"/>
                  </a:lnTo>
                  <a:lnTo>
                    <a:pt x="1964069" y="4292733"/>
                  </a:lnTo>
                  <a:lnTo>
                    <a:pt x="2014290" y="4261488"/>
                  </a:lnTo>
                  <a:lnTo>
                    <a:pt x="2065132" y="4228739"/>
                  </a:lnTo>
                  <a:lnTo>
                    <a:pt x="2116484" y="4194857"/>
                  </a:lnTo>
                  <a:lnTo>
                    <a:pt x="2168171" y="4160269"/>
                  </a:lnTo>
                  <a:lnTo>
                    <a:pt x="2219971" y="4125446"/>
                  </a:lnTo>
                  <a:lnTo>
                    <a:pt x="2271651" y="4090871"/>
                  </a:lnTo>
                  <a:lnTo>
                    <a:pt x="2322994" y="4057011"/>
                  </a:lnTo>
                  <a:lnTo>
                    <a:pt x="2373821" y="4024296"/>
                  </a:lnTo>
                  <a:lnTo>
                    <a:pt x="2424025" y="3993092"/>
                  </a:lnTo>
                  <a:lnTo>
                    <a:pt x="2473585" y="3963690"/>
                  </a:lnTo>
                  <a:lnTo>
                    <a:pt x="2522586" y="3936293"/>
                  </a:lnTo>
                  <a:lnTo>
                    <a:pt x="2571235" y="3911022"/>
                  </a:lnTo>
                  <a:lnTo>
                    <a:pt x="2619874" y="3887914"/>
                  </a:lnTo>
                  <a:lnTo>
                    <a:pt x="2667772" y="3867434"/>
                  </a:lnTo>
                  <a:lnTo>
                    <a:pt x="2716026" y="3849181"/>
                  </a:lnTo>
                  <a:lnTo>
                    <a:pt x="2766010" y="3832837"/>
                  </a:lnTo>
                  <a:lnTo>
                    <a:pt x="2818572" y="3818292"/>
                  </a:lnTo>
                  <a:lnTo>
                    <a:pt x="2874654" y="3805371"/>
                  </a:lnTo>
                  <a:lnTo>
                    <a:pt x="2935208" y="3793881"/>
                  </a:lnTo>
                  <a:lnTo>
                    <a:pt x="3001106" y="3783637"/>
                  </a:lnTo>
                  <a:lnTo>
                    <a:pt x="3073018" y="3774481"/>
                  </a:lnTo>
                  <a:lnTo>
                    <a:pt x="3151261" y="3766289"/>
                  </a:lnTo>
                  <a:lnTo>
                    <a:pt x="3235587" y="3758975"/>
                  </a:lnTo>
                  <a:lnTo>
                    <a:pt x="3324950" y="3752490"/>
                  </a:lnTo>
                  <a:lnTo>
                    <a:pt x="3417288" y="3746822"/>
                  </a:lnTo>
                  <a:lnTo>
                    <a:pt x="3509433" y="3741980"/>
                  </a:lnTo>
                  <a:lnTo>
                    <a:pt x="3597252" y="3737987"/>
                  </a:lnTo>
                  <a:lnTo>
                    <a:pt x="3676147" y="3734850"/>
                  </a:lnTo>
                  <a:lnTo>
                    <a:pt x="3741870" y="3732545"/>
                  </a:lnTo>
                  <a:lnTo>
                    <a:pt x="3791491" y="3730998"/>
                  </a:lnTo>
                  <a:lnTo>
                    <a:pt x="3824181" y="3730088"/>
                  </a:lnTo>
                  <a:lnTo>
                    <a:pt x="3841562" y="3729653"/>
                  </a:lnTo>
                  <a:lnTo>
                    <a:pt x="3847575" y="3729517"/>
                  </a:lnTo>
                  <a:lnTo>
                    <a:pt x="3848118" y="3729505"/>
                  </a:lnTo>
                  <a:lnTo>
                    <a:pt x="4386855" y="3729505"/>
                  </a:lnTo>
                  <a:lnTo>
                    <a:pt x="4387804" y="3729416"/>
                  </a:lnTo>
                  <a:lnTo>
                    <a:pt x="4394041" y="3728776"/>
                  </a:lnTo>
                  <a:lnTo>
                    <a:pt x="4409755" y="3727008"/>
                  </a:lnTo>
                  <a:lnTo>
                    <a:pt x="4437824" y="3723529"/>
                  </a:lnTo>
                  <a:lnTo>
                    <a:pt x="4479602" y="3717801"/>
                  </a:lnTo>
                  <a:lnTo>
                    <a:pt x="4534815" y="3709391"/>
                  </a:lnTo>
                  <a:lnTo>
                    <a:pt x="4601705" y="3698011"/>
                  </a:lnTo>
                  <a:lnTo>
                    <a:pt x="4677445" y="3683520"/>
                  </a:lnTo>
                  <a:lnTo>
                    <a:pt x="4758694" y="3665903"/>
                  </a:lnTo>
                  <a:lnTo>
                    <a:pt x="4842156" y="3645216"/>
                  </a:lnTo>
                  <a:lnTo>
                    <a:pt x="4924998" y="3621524"/>
                  </a:lnTo>
                  <a:lnTo>
                    <a:pt x="5005074" y="3594854"/>
                  </a:lnTo>
                  <a:lnTo>
                    <a:pt x="5080970" y="3565149"/>
                  </a:lnTo>
                  <a:lnTo>
                    <a:pt x="5151935" y="3532247"/>
                  </a:lnTo>
                  <a:lnTo>
                    <a:pt x="5217751" y="3495878"/>
                  </a:lnTo>
                  <a:lnTo>
                    <a:pt x="5278590" y="3455652"/>
                  </a:lnTo>
                  <a:lnTo>
                    <a:pt x="5334884" y="3411080"/>
                  </a:lnTo>
                  <a:lnTo>
                    <a:pt x="5387231" y="3361583"/>
                  </a:lnTo>
                  <a:lnTo>
                    <a:pt x="5436307" y="3306528"/>
                  </a:lnTo>
                  <a:lnTo>
                    <a:pt x="5482815" y="3245284"/>
                  </a:lnTo>
                  <a:lnTo>
                    <a:pt x="5527432" y="3177319"/>
                  </a:lnTo>
                  <a:lnTo>
                    <a:pt x="5567201" y="3108829"/>
                  </a:lnTo>
                  <a:lnTo>
                    <a:pt x="5598846" y="3049106"/>
                  </a:lnTo>
                  <a:lnTo>
                    <a:pt x="5630205" y="2985466"/>
                  </a:lnTo>
                  <a:lnTo>
                    <a:pt x="5661437" y="2917829"/>
                  </a:lnTo>
                  <a:lnTo>
                    <a:pt x="5692668" y="2846165"/>
                  </a:lnTo>
                  <a:lnTo>
                    <a:pt x="5723998" y="2770498"/>
                  </a:lnTo>
                  <a:lnTo>
                    <a:pt x="5755500" y="2690913"/>
                  </a:lnTo>
                  <a:lnTo>
                    <a:pt x="5787229" y="2607558"/>
                  </a:lnTo>
                  <a:lnTo>
                    <a:pt x="5819215" y="2520647"/>
                  </a:lnTo>
                  <a:lnTo>
                    <a:pt x="5851470" y="2430460"/>
                  </a:lnTo>
                  <a:lnTo>
                    <a:pt x="5883989" y="2337342"/>
                  </a:lnTo>
                  <a:lnTo>
                    <a:pt x="5916752" y="2241701"/>
                  </a:lnTo>
                  <a:lnTo>
                    <a:pt x="5949722" y="2143998"/>
                  </a:lnTo>
                  <a:lnTo>
                    <a:pt x="5982854" y="2044740"/>
                  </a:lnTo>
                  <a:lnTo>
                    <a:pt x="6016094" y="1944472"/>
                  </a:lnTo>
                  <a:lnTo>
                    <a:pt x="6049382" y="1843762"/>
                  </a:lnTo>
                  <a:lnTo>
                    <a:pt x="6082655" y="1743189"/>
                  </a:lnTo>
                  <a:lnTo>
                    <a:pt x="6115851" y="1643327"/>
                  </a:lnTo>
                  <a:lnTo>
                    <a:pt x="6148914" y="1544735"/>
                  </a:lnTo>
                  <a:lnTo>
                    <a:pt x="6181791" y="1447942"/>
                  </a:lnTo>
                  <a:lnTo>
                    <a:pt x="6214442" y="1353434"/>
                  </a:lnTo>
                  <a:lnTo>
                    <a:pt x="6246839" y="1261649"/>
                  </a:lnTo>
                  <a:lnTo>
                    <a:pt x="6278967" y="1172965"/>
                  </a:lnTo>
                  <a:lnTo>
                    <a:pt x="6310829" y="1087697"/>
                  </a:lnTo>
                  <a:lnTo>
                    <a:pt x="6342446" y="1006094"/>
                  </a:lnTo>
                  <a:lnTo>
                    <a:pt x="6373860" y="928339"/>
                  </a:lnTo>
                  <a:lnTo>
                    <a:pt x="6405132" y="854550"/>
                  </a:lnTo>
                  <a:lnTo>
                    <a:pt x="6436349" y="784782"/>
                  </a:lnTo>
                  <a:lnTo>
                    <a:pt x="6467624" y="719033"/>
                  </a:lnTo>
                  <a:lnTo>
                    <a:pt x="6499096" y="657250"/>
                  </a:lnTo>
                  <a:lnTo>
                    <a:pt x="6515891" y="626121"/>
                  </a:lnTo>
                  <a:lnTo>
                    <a:pt x="6559299" y="551738"/>
                  </a:lnTo>
                  <a:lnTo>
                    <a:pt x="6604048" y="484345"/>
                  </a:lnTo>
                  <a:lnTo>
                    <a:pt x="6650742" y="423636"/>
                  </a:lnTo>
                  <a:lnTo>
                    <a:pt x="6700063" y="369066"/>
                  </a:lnTo>
                  <a:lnTo>
                    <a:pt x="6752711" y="320000"/>
                  </a:lnTo>
                  <a:lnTo>
                    <a:pt x="6809361" y="275809"/>
                  </a:lnTo>
                  <a:lnTo>
                    <a:pt x="6870598" y="235920"/>
                  </a:lnTo>
                  <a:lnTo>
                    <a:pt x="6936838" y="199850"/>
                  </a:lnTo>
                  <a:lnTo>
                    <a:pt x="7008226" y="167223"/>
                  </a:lnTo>
                  <a:lnTo>
                    <a:pt x="7084505" y="137773"/>
                  </a:lnTo>
                  <a:lnTo>
                    <a:pt x="7164874" y="111350"/>
                  </a:lnTo>
                  <a:lnTo>
                    <a:pt x="7247859" y="87906"/>
                  </a:lnTo>
                  <a:lnTo>
                    <a:pt x="7331254" y="67470"/>
                  </a:lnTo>
                  <a:lnTo>
                    <a:pt x="7412175" y="50111"/>
                  </a:lnTo>
                  <a:lnTo>
                    <a:pt x="7487306" y="35879"/>
                  </a:lnTo>
                  <a:lnTo>
                    <a:pt x="7553326" y="24752"/>
                  </a:lnTo>
                  <a:lnTo>
                    <a:pt x="7607474" y="16578"/>
                  </a:lnTo>
                  <a:lnTo>
                    <a:pt x="7648106" y="11054"/>
                  </a:lnTo>
                  <a:lnTo>
                    <a:pt x="7675078" y="7738"/>
                  </a:lnTo>
                  <a:lnTo>
                    <a:pt x="7689879" y="6086"/>
                  </a:lnTo>
                  <a:lnTo>
                    <a:pt x="7695502" y="551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8" y="89"/>
                  </a:lnTo>
                  <a:lnTo>
                    <a:pt x="7689052" y="729"/>
                  </a:lnTo>
                  <a:lnTo>
                    <a:pt x="7673338" y="2497"/>
                  </a:lnTo>
                  <a:lnTo>
                    <a:pt x="7645268" y="5976"/>
                  </a:lnTo>
                  <a:lnTo>
                    <a:pt x="7603490" y="11704"/>
                  </a:lnTo>
                  <a:lnTo>
                    <a:pt x="7548278" y="20113"/>
                  </a:lnTo>
                  <a:lnTo>
                    <a:pt x="7481387" y="31494"/>
                  </a:lnTo>
                  <a:lnTo>
                    <a:pt x="7405647" y="45985"/>
                  </a:lnTo>
                  <a:lnTo>
                    <a:pt x="7324399" y="63602"/>
                  </a:lnTo>
                  <a:lnTo>
                    <a:pt x="7240937" y="84289"/>
                  </a:lnTo>
                  <a:lnTo>
                    <a:pt x="7158094" y="107980"/>
                  </a:lnTo>
                  <a:lnTo>
                    <a:pt x="7078018" y="134651"/>
                  </a:lnTo>
                  <a:lnTo>
                    <a:pt x="7002122" y="164356"/>
                  </a:lnTo>
                  <a:lnTo>
                    <a:pt x="6931157" y="197257"/>
                  </a:lnTo>
                  <a:lnTo>
                    <a:pt x="6865341" y="233627"/>
                  </a:lnTo>
                  <a:lnTo>
                    <a:pt x="6804503" y="273853"/>
                  </a:lnTo>
                  <a:lnTo>
                    <a:pt x="6748208" y="318425"/>
                  </a:lnTo>
                  <a:lnTo>
                    <a:pt x="6695862" y="367922"/>
                  </a:lnTo>
                  <a:lnTo>
                    <a:pt x="6646786" y="422977"/>
                  </a:lnTo>
                  <a:lnTo>
                    <a:pt x="6600277" y="484221"/>
                  </a:lnTo>
                  <a:lnTo>
                    <a:pt x="6555661" y="552186"/>
                  </a:lnTo>
                  <a:lnTo>
                    <a:pt x="6515891" y="620676"/>
                  </a:lnTo>
                  <a:lnTo>
                    <a:pt x="6484247" y="680399"/>
                  </a:lnTo>
                  <a:lnTo>
                    <a:pt x="6452887" y="744039"/>
                  </a:lnTo>
                  <a:lnTo>
                    <a:pt x="6421655" y="811676"/>
                  </a:lnTo>
                  <a:lnTo>
                    <a:pt x="6390424" y="883340"/>
                  </a:lnTo>
                  <a:lnTo>
                    <a:pt x="6359095" y="959007"/>
                  </a:lnTo>
                  <a:lnTo>
                    <a:pt x="6327592" y="1038592"/>
                  </a:lnTo>
                  <a:lnTo>
                    <a:pt x="6295864" y="1121947"/>
                  </a:lnTo>
                  <a:lnTo>
                    <a:pt x="6263878" y="1208858"/>
                  </a:lnTo>
                  <a:lnTo>
                    <a:pt x="6231622" y="1299045"/>
                  </a:lnTo>
                  <a:lnTo>
                    <a:pt x="6199103" y="1392163"/>
                  </a:lnTo>
                  <a:lnTo>
                    <a:pt x="6166341" y="1487804"/>
                  </a:lnTo>
                  <a:lnTo>
                    <a:pt x="6133371" y="1585507"/>
                  </a:lnTo>
                  <a:lnTo>
                    <a:pt x="6100238" y="1684765"/>
                  </a:lnTo>
                  <a:lnTo>
                    <a:pt x="6066998" y="1785033"/>
                  </a:lnTo>
                  <a:lnTo>
                    <a:pt x="6033711" y="1885742"/>
                  </a:lnTo>
                  <a:lnTo>
                    <a:pt x="6000438" y="1986316"/>
                  </a:lnTo>
                  <a:lnTo>
                    <a:pt x="5967241" y="2086178"/>
                  </a:lnTo>
                  <a:lnTo>
                    <a:pt x="5934179" y="2184770"/>
                  </a:lnTo>
                  <a:lnTo>
                    <a:pt x="5901301" y="2281563"/>
                  </a:lnTo>
                  <a:lnTo>
                    <a:pt x="5868650" y="2376070"/>
                  </a:lnTo>
                  <a:lnTo>
                    <a:pt x="5836253" y="2467855"/>
                  </a:lnTo>
                  <a:lnTo>
                    <a:pt x="5804125" y="2556540"/>
                  </a:lnTo>
                  <a:lnTo>
                    <a:pt x="5772263" y="2641808"/>
                  </a:lnTo>
                  <a:lnTo>
                    <a:pt x="5740646" y="2723411"/>
                  </a:lnTo>
                  <a:lnTo>
                    <a:pt x="5709233" y="2801166"/>
                  </a:lnTo>
                  <a:lnTo>
                    <a:pt x="5677961" y="2874955"/>
                  </a:lnTo>
                  <a:lnTo>
                    <a:pt x="5646743" y="2944723"/>
                  </a:lnTo>
                  <a:lnTo>
                    <a:pt x="5615468" y="3010472"/>
                  </a:lnTo>
                  <a:lnTo>
                    <a:pt x="5583996" y="3072255"/>
                  </a:lnTo>
                  <a:lnTo>
                    <a:pt x="5567201" y="3103384"/>
                  </a:lnTo>
                  <a:lnTo>
                    <a:pt x="5523794" y="3177767"/>
                  </a:lnTo>
                  <a:lnTo>
                    <a:pt x="5479045" y="3245160"/>
                  </a:lnTo>
                  <a:lnTo>
                    <a:pt x="5432350" y="3305869"/>
                  </a:lnTo>
                  <a:lnTo>
                    <a:pt x="5383030" y="3360439"/>
                  </a:lnTo>
                  <a:lnTo>
                    <a:pt x="5330381" y="3409505"/>
                  </a:lnTo>
                  <a:lnTo>
                    <a:pt x="5273731" y="3453696"/>
                  </a:lnTo>
                  <a:lnTo>
                    <a:pt x="5212495" y="3493585"/>
                  </a:lnTo>
                  <a:lnTo>
                    <a:pt x="5146254" y="3529655"/>
                  </a:lnTo>
                  <a:lnTo>
                    <a:pt x="5074866" y="3562282"/>
                  </a:lnTo>
                  <a:lnTo>
                    <a:pt x="4998587" y="3591732"/>
                  </a:lnTo>
                  <a:lnTo>
                    <a:pt x="4918219" y="3618155"/>
                  </a:lnTo>
                  <a:lnTo>
                    <a:pt x="4835233" y="3641599"/>
                  </a:lnTo>
                  <a:lnTo>
                    <a:pt x="4751838" y="3662035"/>
                  </a:lnTo>
                  <a:lnTo>
                    <a:pt x="4670917" y="3679394"/>
                  </a:lnTo>
                  <a:lnTo>
                    <a:pt x="4595787" y="3693626"/>
                  </a:lnTo>
                  <a:lnTo>
                    <a:pt x="4529767" y="3704753"/>
                  </a:lnTo>
                  <a:lnTo>
                    <a:pt x="4475618" y="3712927"/>
                  </a:lnTo>
                  <a:lnTo>
                    <a:pt x="4434987" y="3718451"/>
                  </a:lnTo>
                  <a:lnTo>
                    <a:pt x="4408014" y="3721767"/>
                  </a:lnTo>
                  <a:lnTo>
                    <a:pt x="4393214" y="3723419"/>
                  </a:lnTo>
                  <a:lnTo>
                    <a:pt x="4387591" y="3723992"/>
                  </a:lnTo>
                  <a:lnTo>
                    <a:pt x="4386855" y="3724061"/>
                  </a:lnTo>
                  <a:lnTo>
                    <a:pt x="3848118" y="3724061"/>
                  </a:lnTo>
                  <a:lnTo>
                    <a:pt x="3846828" y="3724088"/>
                  </a:lnTo>
                  <a:lnTo>
                    <a:pt x="3838412" y="3724283"/>
                  </a:lnTo>
                  <a:lnTo>
                    <a:pt x="3817423" y="3724823"/>
                  </a:lnTo>
                  <a:lnTo>
                    <a:pt x="3780480" y="3725881"/>
                  </a:lnTo>
                  <a:lnTo>
                    <a:pt x="3726591" y="3727611"/>
                  </a:lnTo>
                  <a:lnTo>
                    <a:pt x="3657170" y="3730123"/>
                  </a:lnTo>
                  <a:lnTo>
                    <a:pt x="3575572" y="3733477"/>
                  </a:lnTo>
                  <a:lnTo>
                    <a:pt x="3486222" y="3737688"/>
                  </a:lnTo>
                  <a:lnTo>
                    <a:pt x="3393668" y="3742742"/>
                  </a:lnTo>
                  <a:lnTo>
                    <a:pt x="3301830" y="3748618"/>
                  </a:lnTo>
                  <a:lnTo>
                    <a:pt x="3213597" y="3755311"/>
                  </a:lnTo>
                  <a:lnTo>
                    <a:pt x="3130756" y="3762843"/>
                  </a:lnTo>
                  <a:lnTo>
                    <a:pt x="3054126" y="3771270"/>
                  </a:lnTo>
                  <a:lnTo>
                    <a:pt x="2983791" y="3780690"/>
                  </a:lnTo>
                  <a:lnTo>
                    <a:pt x="2919327" y="3791235"/>
                  </a:lnTo>
                  <a:lnTo>
                    <a:pt x="2859998" y="3803071"/>
                  </a:lnTo>
                  <a:lnTo>
                    <a:pt x="2804903" y="3816386"/>
                  </a:lnTo>
                  <a:lnTo>
                    <a:pt x="2753084" y="3831374"/>
                  </a:lnTo>
                  <a:lnTo>
                    <a:pt x="2703615" y="3848198"/>
                  </a:lnTo>
                  <a:lnTo>
                    <a:pt x="2667772" y="3861989"/>
                  </a:lnTo>
                  <a:lnTo>
                    <a:pt x="2618661" y="3883018"/>
                  </a:lnTo>
                  <a:lnTo>
                    <a:pt x="2570027" y="3906179"/>
                  </a:lnTo>
                  <a:lnTo>
                    <a:pt x="2521374" y="3931504"/>
                  </a:lnTo>
                  <a:lnTo>
                    <a:pt x="2472361" y="3958952"/>
                  </a:lnTo>
                  <a:lnTo>
                    <a:pt x="2422785" y="3988403"/>
                  </a:lnTo>
                  <a:lnTo>
                    <a:pt x="2372565" y="4019648"/>
                  </a:lnTo>
                  <a:lnTo>
                    <a:pt x="2321723" y="4052396"/>
                  </a:lnTo>
                  <a:lnTo>
                    <a:pt x="2270370" y="4086279"/>
                  </a:lnTo>
                  <a:lnTo>
                    <a:pt x="2218684" y="4120866"/>
                  </a:lnTo>
                  <a:lnTo>
                    <a:pt x="2166884" y="4155689"/>
                  </a:lnTo>
                  <a:lnTo>
                    <a:pt x="2115203" y="4190265"/>
                  </a:lnTo>
                  <a:lnTo>
                    <a:pt x="2063861" y="4224124"/>
                  </a:lnTo>
                  <a:lnTo>
                    <a:pt x="2013034" y="4256839"/>
                  </a:lnTo>
                  <a:lnTo>
                    <a:pt x="1962829" y="4288043"/>
                  </a:lnTo>
                  <a:lnTo>
                    <a:pt x="1913270" y="4317446"/>
                  </a:lnTo>
                  <a:lnTo>
                    <a:pt x="1864268" y="4344842"/>
                  </a:lnTo>
                  <a:lnTo>
                    <a:pt x="1815620" y="4370114"/>
                  </a:lnTo>
                  <a:lnTo>
                    <a:pt x="1766981" y="4393221"/>
                  </a:lnTo>
                  <a:lnTo>
                    <a:pt x="1719082" y="4413702"/>
                  </a:lnTo>
                  <a:lnTo>
                    <a:pt x="1670829" y="4431954"/>
                  </a:lnTo>
                  <a:lnTo>
                    <a:pt x="1620845" y="4448299"/>
                  </a:lnTo>
                  <a:lnTo>
                    <a:pt x="1568283" y="4462844"/>
                  </a:lnTo>
                  <a:lnTo>
                    <a:pt x="1512201" y="4475764"/>
                  </a:lnTo>
                  <a:lnTo>
                    <a:pt x="1451646" y="4487254"/>
                  </a:lnTo>
                  <a:lnTo>
                    <a:pt x="1385749" y="4497499"/>
                  </a:lnTo>
                  <a:lnTo>
                    <a:pt x="1313836" y="4506654"/>
                  </a:lnTo>
                  <a:lnTo>
                    <a:pt x="1235593" y="4514846"/>
                  </a:lnTo>
                  <a:lnTo>
                    <a:pt x="1151267" y="4522160"/>
                  </a:lnTo>
                  <a:lnTo>
                    <a:pt x="1061905" y="4528645"/>
                  </a:lnTo>
                  <a:lnTo>
                    <a:pt x="969567" y="4534314"/>
                  </a:lnTo>
                  <a:lnTo>
                    <a:pt x="877422" y="4539155"/>
                  </a:lnTo>
                  <a:lnTo>
                    <a:pt x="789602" y="4543149"/>
                  </a:lnTo>
                  <a:lnTo>
                    <a:pt x="710708" y="4546286"/>
                  </a:lnTo>
                  <a:lnTo>
                    <a:pt x="644985" y="4548591"/>
                  </a:lnTo>
                  <a:lnTo>
                    <a:pt x="595364" y="4550137"/>
                  </a:lnTo>
                  <a:lnTo>
                    <a:pt x="562673" y="4551048"/>
                  </a:lnTo>
                  <a:lnTo>
                    <a:pt x="545292" y="4551483"/>
                  </a:lnTo>
                  <a:lnTo>
                    <a:pt x="539279" y="4551619"/>
                  </a:lnTo>
                  <a:lnTo>
                    <a:pt x="538736" y="4551630"/>
                  </a:lnTo>
                  <a:lnTo>
                    <a:pt x="0" y="4551630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17" name="pl1617"/>
            <p:cNvSpPr/>
            <p:nvPr/>
          </p:nvSpPr>
          <p:spPr>
            <a:xfrm>
              <a:off x="546595" y="489119"/>
              <a:ext cx="8234974" cy="4551630"/>
            </a:xfrm>
            <a:custGeom>
              <a:avLst/>
              <a:pathLst>
                <a:path w="8234974" h="4551630">
                  <a:moveTo>
                    <a:pt x="0" y="4551630"/>
                  </a:moveTo>
                  <a:lnTo>
                    <a:pt x="538736" y="4551630"/>
                  </a:lnTo>
                  <a:lnTo>
                    <a:pt x="540026" y="4551603"/>
                  </a:lnTo>
                  <a:lnTo>
                    <a:pt x="548443" y="4551408"/>
                  </a:lnTo>
                  <a:lnTo>
                    <a:pt x="569432" y="4550868"/>
                  </a:lnTo>
                  <a:lnTo>
                    <a:pt x="606374" y="4549810"/>
                  </a:lnTo>
                  <a:lnTo>
                    <a:pt x="660264" y="4548080"/>
                  </a:lnTo>
                  <a:lnTo>
                    <a:pt x="729684" y="4545568"/>
                  </a:lnTo>
                  <a:lnTo>
                    <a:pt x="811283" y="4542214"/>
                  </a:lnTo>
                  <a:lnTo>
                    <a:pt x="900633" y="4538003"/>
                  </a:lnTo>
                  <a:lnTo>
                    <a:pt x="993186" y="4532949"/>
                  </a:lnTo>
                  <a:lnTo>
                    <a:pt x="1085024" y="4527073"/>
                  </a:lnTo>
                  <a:lnTo>
                    <a:pt x="1173257" y="4520380"/>
                  </a:lnTo>
                  <a:lnTo>
                    <a:pt x="1256099" y="4512848"/>
                  </a:lnTo>
                  <a:lnTo>
                    <a:pt x="1332728" y="4504421"/>
                  </a:lnTo>
                  <a:lnTo>
                    <a:pt x="1403063" y="4495001"/>
                  </a:lnTo>
                  <a:lnTo>
                    <a:pt x="1467527" y="4484456"/>
                  </a:lnTo>
                  <a:lnTo>
                    <a:pt x="1526857" y="4472620"/>
                  </a:lnTo>
                  <a:lnTo>
                    <a:pt x="1581952" y="4459305"/>
                  </a:lnTo>
                  <a:lnTo>
                    <a:pt x="1633771" y="4444317"/>
                  </a:lnTo>
                  <a:lnTo>
                    <a:pt x="1683240" y="4427493"/>
                  </a:lnTo>
                  <a:lnTo>
                    <a:pt x="1719082" y="4413702"/>
                  </a:lnTo>
                  <a:lnTo>
                    <a:pt x="1768193" y="4392673"/>
                  </a:lnTo>
                  <a:lnTo>
                    <a:pt x="1816827" y="4369512"/>
                  </a:lnTo>
                  <a:lnTo>
                    <a:pt x="1865481" y="4344187"/>
                  </a:lnTo>
                  <a:lnTo>
                    <a:pt x="1914494" y="4316739"/>
                  </a:lnTo>
                  <a:lnTo>
                    <a:pt x="1964069" y="4287288"/>
                  </a:lnTo>
                  <a:lnTo>
                    <a:pt x="2014290" y="4256043"/>
                  </a:lnTo>
                  <a:lnTo>
                    <a:pt x="2065132" y="4223295"/>
                  </a:lnTo>
                  <a:lnTo>
                    <a:pt x="2116484" y="4189412"/>
                  </a:lnTo>
                  <a:lnTo>
                    <a:pt x="2168171" y="4154825"/>
                  </a:lnTo>
                  <a:lnTo>
                    <a:pt x="2219971" y="4120002"/>
                  </a:lnTo>
                  <a:lnTo>
                    <a:pt x="2271651" y="4085426"/>
                  </a:lnTo>
                  <a:lnTo>
                    <a:pt x="2322994" y="4051567"/>
                  </a:lnTo>
                  <a:lnTo>
                    <a:pt x="2373821" y="4018852"/>
                  </a:lnTo>
                  <a:lnTo>
                    <a:pt x="2424025" y="3987648"/>
                  </a:lnTo>
                  <a:lnTo>
                    <a:pt x="2473585" y="3958245"/>
                  </a:lnTo>
                  <a:lnTo>
                    <a:pt x="2522586" y="3930849"/>
                  </a:lnTo>
                  <a:lnTo>
                    <a:pt x="2571235" y="3905577"/>
                  </a:lnTo>
                  <a:lnTo>
                    <a:pt x="2619874" y="3882470"/>
                  </a:lnTo>
                  <a:lnTo>
                    <a:pt x="2667772" y="3861989"/>
                  </a:lnTo>
                  <a:lnTo>
                    <a:pt x="2716026" y="3843737"/>
                  </a:lnTo>
                  <a:lnTo>
                    <a:pt x="2766010" y="3827392"/>
                  </a:lnTo>
                  <a:lnTo>
                    <a:pt x="2818572" y="3812847"/>
                  </a:lnTo>
                  <a:lnTo>
                    <a:pt x="2874654" y="3799927"/>
                  </a:lnTo>
                  <a:lnTo>
                    <a:pt x="2935208" y="3788436"/>
                  </a:lnTo>
                  <a:lnTo>
                    <a:pt x="3001106" y="3778192"/>
                  </a:lnTo>
                  <a:lnTo>
                    <a:pt x="3073018" y="3769037"/>
                  </a:lnTo>
                  <a:lnTo>
                    <a:pt x="3151261" y="3760845"/>
                  </a:lnTo>
                  <a:lnTo>
                    <a:pt x="3235587" y="3753530"/>
                  </a:lnTo>
                  <a:lnTo>
                    <a:pt x="3324950" y="3747046"/>
                  </a:lnTo>
                  <a:lnTo>
                    <a:pt x="3417288" y="3741377"/>
                  </a:lnTo>
                  <a:lnTo>
                    <a:pt x="3509433" y="3736536"/>
                  </a:lnTo>
                  <a:lnTo>
                    <a:pt x="3597252" y="3732542"/>
                  </a:lnTo>
                  <a:lnTo>
                    <a:pt x="3676147" y="3729405"/>
                  </a:lnTo>
                  <a:lnTo>
                    <a:pt x="3741870" y="3727100"/>
                  </a:lnTo>
                  <a:lnTo>
                    <a:pt x="3791491" y="3725554"/>
                  </a:lnTo>
                  <a:lnTo>
                    <a:pt x="3824181" y="3724643"/>
                  </a:lnTo>
                  <a:lnTo>
                    <a:pt x="3841562" y="3724208"/>
                  </a:lnTo>
                  <a:lnTo>
                    <a:pt x="3847575" y="3724072"/>
                  </a:lnTo>
                  <a:lnTo>
                    <a:pt x="3848118" y="3724061"/>
                  </a:lnTo>
                  <a:lnTo>
                    <a:pt x="4386855" y="3724061"/>
                  </a:lnTo>
                  <a:lnTo>
                    <a:pt x="4387804" y="3723971"/>
                  </a:lnTo>
                  <a:lnTo>
                    <a:pt x="4394041" y="3723332"/>
                  </a:lnTo>
                  <a:lnTo>
                    <a:pt x="4409755" y="3721564"/>
                  </a:lnTo>
                  <a:lnTo>
                    <a:pt x="4437824" y="3718084"/>
                  </a:lnTo>
                  <a:lnTo>
                    <a:pt x="4479602" y="3712356"/>
                  </a:lnTo>
                  <a:lnTo>
                    <a:pt x="4534815" y="3703947"/>
                  </a:lnTo>
                  <a:lnTo>
                    <a:pt x="4601705" y="3692566"/>
                  </a:lnTo>
                  <a:lnTo>
                    <a:pt x="4677445" y="3678075"/>
                  </a:lnTo>
                  <a:lnTo>
                    <a:pt x="4758694" y="3660458"/>
                  </a:lnTo>
                  <a:lnTo>
                    <a:pt x="4842156" y="3639771"/>
                  </a:lnTo>
                  <a:lnTo>
                    <a:pt x="4924998" y="3616080"/>
                  </a:lnTo>
                  <a:lnTo>
                    <a:pt x="5005074" y="3589410"/>
                  </a:lnTo>
                  <a:lnTo>
                    <a:pt x="5080970" y="3559704"/>
                  </a:lnTo>
                  <a:lnTo>
                    <a:pt x="5151935" y="3526803"/>
                  </a:lnTo>
                  <a:lnTo>
                    <a:pt x="5217751" y="3490433"/>
                  </a:lnTo>
                  <a:lnTo>
                    <a:pt x="5278590" y="3450208"/>
                  </a:lnTo>
                  <a:lnTo>
                    <a:pt x="5334884" y="3405636"/>
                  </a:lnTo>
                  <a:lnTo>
                    <a:pt x="5387231" y="3356138"/>
                  </a:lnTo>
                  <a:lnTo>
                    <a:pt x="5436307" y="3301083"/>
                  </a:lnTo>
                  <a:lnTo>
                    <a:pt x="5482815" y="3239840"/>
                  </a:lnTo>
                  <a:lnTo>
                    <a:pt x="5527432" y="3171875"/>
                  </a:lnTo>
                  <a:lnTo>
                    <a:pt x="5567201" y="3103384"/>
                  </a:lnTo>
                  <a:lnTo>
                    <a:pt x="5598846" y="3043661"/>
                  </a:lnTo>
                  <a:lnTo>
                    <a:pt x="5630205" y="2980021"/>
                  </a:lnTo>
                  <a:lnTo>
                    <a:pt x="5661437" y="2912384"/>
                  </a:lnTo>
                  <a:lnTo>
                    <a:pt x="5692668" y="2840720"/>
                  </a:lnTo>
                  <a:lnTo>
                    <a:pt x="5723998" y="2765053"/>
                  </a:lnTo>
                  <a:lnTo>
                    <a:pt x="5755500" y="2685468"/>
                  </a:lnTo>
                  <a:lnTo>
                    <a:pt x="5787229" y="2602113"/>
                  </a:lnTo>
                  <a:lnTo>
                    <a:pt x="5819215" y="2515202"/>
                  </a:lnTo>
                  <a:lnTo>
                    <a:pt x="5851470" y="2425015"/>
                  </a:lnTo>
                  <a:lnTo>
                    <a:pt x="5883989" y="2331898"/>
                  </a:lnTo>
                  <a:lnTo>
                    <a:pt x="5916752" y="2236256"/>
                  </a:lnTo>
                  <a:lnTo>
                    <a:pt x="5949722" y="2138553"/>
                  </a:lnTo>
                  <a:lnTo>
                    <a:pt x="5982854" y="2039295"/>
                  </a:lnTo>
                  <a:lnTo>
                    <a:pt x="6016094" y="1939028"/>
                  </a:lnTo>
                  <a:lnTo>
                    <a:pt x="6049382" y="1838318"/>
                  </a:lnTo>
                  <a:lnTo>
                    <a:pt x="6082655" y="1737745"/>
                  </a:lnTo>
                  <a:lnTo>
                    <a:pt x="6115851" y="1637883"/>
                  </a:lnTo>
                  <a:lnTo>
                    <a:pt x="6148914" y="1539291"/>
                  </a:lnTo>
                  <a:lnTo>
                    <a:pt x="6181791" y="1442497"/>
                  </a:lnTo>
                  <a:lnTo>
                    <a:pt x="6214442" y="1347990"/>
                  </a:lnTo>
                  <a:lnTo>
                    <a:pt x="6246839" y="1256205"/>
                  </a:lnTo>
                  <a:lnTo>
                    <a:pt x="6278967" y="1167521"/>
                  </a:lnTo>
                  <a:lnTo>
                    <a:pt x="6310829" y="1082253"/>
                  </a:lnTo>
                  <a:lnTo>
                    <a:pt x="6342446" y="1000650"/>
                  </a:lnTo>
                  <a:lnTo>
                    <a:pt x="6373860" y="922895"/>
                  </a:lnTo>
                  <a:lnTo>
                    <a:pt x="6405132" y="849105"/>
                  </a:lnTo>
                  <a:lnTo>
                    <a:pt x="6436349" y="779337"/>
                  </a:lnTo>
                  <a:lnTo>
                    <a:pt x="6467624" y="713589"/>
                  </a:lnTo>
                  <a:lnTo>
                    <a:pt x="6499096" y="651805"/>
                  </a:lnTo>
                  <a:lnTo>
                    <a:pt x="6515891" y="620676"/>
                  </a:lnTo>
                  <a:lnTo>
                    <a:pt x="6559299" y="546293"/>
                  </a:lnTo>
                  <a:lnTo>
                    <a:pt x="6604048" y="478900"/>
                  </a:lnTo>
                  <a:lnTo>
                    <a:pt x="6650742" y="418191"/>
                  </a:lnTo>
                  <a:lnTo>
                    <a:pt x="6700063" y="363621"/>
                  </a:lnTo>
                  <a:lnTo>
                    <a:pt x="6752711" y="314555"/>
                  </a:lnTo>
                  <a:lnTo>
                    <a:pt x="6809361" y="270364"/>
                  </a:lnTo>
                  <a:lnTo>
                    <a:pt x="6870598" y="230475"/>
                  </a:lnTo>
                  <a:lnTo>
                    <a:pt x="6936838" y="194406"/>
                  </a:lnTo>
                  <a:lnTo>
                    <a:pt x="7008226" y="161778"/>
                  </a:lnTo>
                  <a:lnTo>
                    <a:pt x="7084505" y="132328"/>
                  </a:lnTo>
                  <a:lnTo>
                    <a:pt x="7164874" y="105906"/>
                  </a:lnTo>
                  <a:lnTo>
                    <a:pt x="7247859" y="82461"/>
                  </a:lnTo>
                  <a:lnTo>
                    <a:pt x="7331254" y="62026"/>
                  </a:lnTo>
                  <a:lnTo>
                    <a:pt x="7412175" y="44666"/>
                  </a:lnTo>
                  <a:lnTo>
                    <a:pt x="7487306" y="30435"/>
                  </a:lnTo>
                  <a:lnTo>
                    <a:pt x="7553326" y="19307"/>
                  </a:lnTo>
                  <a:lnTo>
                    <a:pt x="7607474" y="11133"/>
                  </a:lnTo>
                  <a:lnTo>
                    <a:pt x="7648106" y="5610"/>
                  </a:lnTo>
                  <a:lnTo>
                    <a:pt x="7675078" y="2293"/>
                  </a:lnTo>
                  <a:lnTo>
                    <a:pt x="7689879" y="641"/>
                  </a:lnTo>
                  <a:lnTo>
                    <a:pt x="7695502" y="6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8" name="pl1618"/>
            <p:cNvSpPr/>
            <p:nvPr/>
          </p:nvSpPr>
          <p:spPr>
            <a:xfrm>
              <a:off x="546595" y="483674"/>
              <a:ext cx="8234974" cy="4551630"/>
            </a:xfrm>
            <a:custGeom>
              <a:avLst/>
              <a:pathLst>
                <a:path w="8234974" h="4551630">
                  <a:moveTo>
                    <a:pt x="8234974" y="0"/>
                  </a:moveTo>
                  <a:lnTo>
                    <a:pt x="7696237" y="0"/>
                  </a:lnTo>
                  <a:lnTo>
                    <a:pt x="7695288" y="89"/>
                  </a:lnTo>
                  <a:lnTo>
                    <a:pt x="7689052" y="729"/>
                  </a:lnTo>
                  <a:lnTo>
                    <a:pt x="7673338" y="2497"/>
                  </a:lnTo>
                  <a:lnTo>
                    <a:pt x="7645268" y="5976"/>
                  </a:lnTo>
                  <a:lnTo>
                    <a:pt x="7603490" y="11704"/>
                  </a:lnTo>
                  <a:lnTo>
                    <a:pt x="7548278" y="20113"/>
                  </a:lnTo>
                  <a:lnTo>
                    <a:pt x="7481387" y="31494"/>
                  </a:lnTo>
                  <a:lnTo>
                    <a:pt x="7405647" y="45985"/>
                  </a:lnTo>
                  <a:lnTo>
                    <a:pt x="7324399" y="63602"/>
                  </a:lnTo>
                  <a:lnTo>
                    <a:pt x="7240937" y="84289"/>
                  </a:lnTo>
                  <a:lnTo>
                    <a:pt x="7158094" y="107980"/>
                  </a:lnTo>
                  <a:lnTo>
                    <a:pt x="7078018" y="134651"/>
                  </a:lnTo>
                  <a:lnTo>
                    <a:pt x="7002122" y="164356"/>
                  </a:lnTo>
                  <a:lnTo>
                    <a:pt x="6931157" y="197257"/>
                  </a:lnTo>
                  <a:lnTo>
                    <a:pt x="6865341" y="233627"/>
                  </a:lnTo>
                  <a:lnTo>
                    <a:pt x="6804503" y="273853"/>
                  </a:lnTo>
                  <a:lnTo>
                    <a:pt x="6748208" y="318425"/>
                  </a:lnTo>
                  <a:lnTo>
                    <a:pt x="6695862" y="367922"/>
                  </a:lnTo>
                  <a:lnTo>
                    <a:pt x="6646786" y="422977"/>
                  </a:lnTo>
                  <a:lnTo>
                    <a:pt x="6600277" y="484221"/>
                  </a:lnTo>
                  <a:lnTo>
                    <a:pt x="6555661" y="552186"/>
                  </a:lnTo>
                  <a:lnTo>
                    <a:pt x="6515891" y="620676"/>
                  </a:lnTo>
                  <a:lnTo>
                    <a:pt x="6484247" y="680399"/>
                  </a:lnTo>
                  <a:lnTo>
                    <a:pt x="6452887" y="744039"/>
                  </a:lnTo>
                  <a:lnTo>
                    <a:pt x="6421655" y="811676"/>
                  </a:lnTo>
                  <a:lnTo>
                    <a:pt x="6390424" y="883340"/>
                  </a:lnTo>
                  <a:lnTo>
                    <a:pt x="6359095" y="959007"/>
                  </a:lnTo>
                  <a:lnTo>
                    <a:pt x="6327592" y="1038592"/>
                  </a:lnTo>
                  <a:lnTo>
                    <a:pt x="6295864" y="1121947"/>
                  </a:lnTo>
                  <a:lnTo>
                    <a:pt x="6263878" y="1208858"/>
                  </a:lnTo>
                  <a:lnTo>
                    <a:pt x="6231622" y="1299045"/>
                  </a:lnTo>
                  <a:lnTo>
                    <a:pt x="6199103" y="1392163"/>
                  </a:lnTo>
                  <a:lnTo>
                    <a:pt x="6166341" y="1487804"/>
                  </a:lnTo>
                  <a:lnTo>
                    <a:pt x="6133371" y="1585507"/>
                  </a:lnTo>
                  <a:lnTo>
                    <a:pt x="6100238" y="1684765"/>
                  </a:lnTo>
                  <a:lnTo>
                    <a:pt x="6066998" y="1785033"/>
                  </a:lnTo>
                  <a:lnTo>
                    <a:pt x="6033711" y="1885742"/>
                  </a:lnTo>
                  <a:lnTo>
                    <a:pt x="6000438" y="1986316"/>
                  </a:lnTo>
                  <a:lnTo>
                    <a:pt x="5967241" y="2086178"/>
                  </a:lnTo>
                  <a:lnTo>
                    <a:pt x="5934179" y="2184770"/>
                  </a:lnTo>
                  <a:lnTo>
                    <a:pt x="5901301" y="2281563"/>
                  </a:lnTo>
                  <a:lnTo>
                    <a:pt x="5868650" y="2376070"/>
                  </a:lnTo>
                  <a:lnTo>
                    <a:pt x="5836253" y="2467855"/>
                  </a:lnTo>
                  <a:lnTo>
                    <a:pt x="5804125" y="2556540"/>
                  </a:lnTo>
                  <a:lnTo>
                    <a:pt x="5772263" y="2641808"/>
                  </a:lnTo>
                  <a:lnTo>
                    <a:pt x="5740646" y="2723411"/>
                  </a:lnTo>
                  <a:lnTo>
                    <a:pt x="5709233" y="2801166"/>
                  </a:lnTo>
                  <a:lnTo>
                    <a:pt x="5677961" y="2874955"/>
                  </a:lnTo>
                  <a:lnTo>
                    <a:pt x="5646743" y="2944723"/>
                  </a:lnTo>
                  <a:lnTo>
                    <a:pt x="5615468" y="3010472"/>
                  </a:lnTo>
                  <a:lnTo>
                    <a:pt x="5583996" y="3072255"/>
                  </a:lnTo>
                  <a:lnTo>
                    <a:pt x="5567201" y="3103384"/>
                  </a:lnTo>
                  <a:lnTo>
                    <a:pt x="5523794" y="3177767"/>
                  </a:lnTo>
                  <a:lnTo>
                    <a:pt x="5479045" y="3245160"/>
                  </a:lnTo>
                  <a:lnTo>
                    <a:pt x="5432350" y="3305869"/>
                  </a:lnTo>
                  <a:lnTo>
                    <a:pt x="5383030" y="3360439"/>
                  </a:lnTo>
                  <a:lnTo>
                    <a:pt x="5330381" y="3409505"/>
                  </a:lnTo>
                  <a:lnTo>
                    <a:pt x="5273731" y="3453696"/>
                  </a:lnTo>
                  <a:lnTo>
                    <a:pt x="5212495" y="3493585"/>
                  </a:lnTo>
                  <a:lnTo>
                    <a:pt x="5146254" y="3529655"/>
                  </a:lnTo>
                  <a:lnTo>
                    <a:pt x="5074866" y="3562282"/>
                  </a:lnTo>
                  <a:lnTo>
                    <a:pt x="4998587" y="3591732"/>
                  </a:lnTo>
                  <a:lnTo>
                    <a:pt x="4918219" y="3618155"/>
                  </a:lnTo>
                  <a:lnTo>
                    <a:pt x="4835233" y="3641599"/>
                  </a:lnTo>
                  <a:lnTo>
                    <a:pt x="4751838" y="3662035"/>
                  </a:lnTo>
                  <a:lnTo>
                    <a:pt x="4670917" y="3679394"/>
                  </a:lnTo>
                  <a:lnTo>
                    <a:pt x="4595787" y="3693626"/>
                  </a:lnTo>
                  <a:lnTo>
                    <a:pt x="4529767" y="3704753"/>
                  </a:lnTo>
                  <a:lnTo>
                    <a:pt x="4475618" y="3712927"/>
                  </a:lnTo>
                  <a:lnTo>
                    <a:pt x="4434987" y="3718451"/>
                  </a:lnTo>
                  <a:lnTo>
                    <a:pt x="4408014" y="3721767"/>
                  </a:lnTo>
                  <a:lnTo>
                    <a:pt x="4393214" y="3723419"/>
                  </a:lnTo>
                  <a:lnTo>
                    <a:pt x="4387591" y="3723992"/>
                  </a:lnTo>
                  <a:lnTo>
                    <a:pt x="4386855" y="3724061"/>
                  </a:lnTo>
                  <a:lnTo>
                    <a:pt x="3848118" y="3724061"/>
                  </a:lnTo>
                  <a:lnTo>
                    <a:pt x="3846828" y="3724088"/>
                  </a:lnTo>
                  <a:lnTo>
                    <a:pt x="3838412" y="3724283"/>
                  </a:lnTo>
                  <a:lnTo>
                    <a:pt x="3817423" y="3724823"/>
                  </a:lnTo>
                  <a:lnTo>
                    <a:pt x="3780480" y="3725881"/>
                  </a:lnTo>
                  <a:lnTo>
                    <a:pt x="3726591" y="3727611"/>
                  </a:lnTo>
                  <a:lnTo>
                    <a:pt x="3657170" y="3730123"/>
                  </a:lnTo>
                  <a:lnTo>
                    <a:pt x="3575572" y="3733477"/>
                  </a:lnTo>
                  <a:lnTo>
                    <a:pt x="3486222" y="3737688"/>
                  </a:lnTo>
                  <a:lnTo>
                    <a:pt x="3393668" y="3742742"/>
                  </a:lnTo>
                  <a:lnTo>
                    <a:pt x="3301830" y="3748618"/>
                  </a:lnTo>
                  <a:lnTo>
                    <a:pt x="3213597" y="3755311"/>
                  </a:lnTo>
                  <a:lnTo>
                    <a:pt x="3130756" y="3762843"/>
                  </a:lnTo>
                  <a:lnTo>
                    <a:pt x="3054126" y="3771270"/>
                  </a:lnTo>
                  <a:lnTo>
                    <a:pt x="2983791" y="3780690"/>
                  </a:lnTo>
                  <a:lnTo>
                    <a:pt x="2919327" y="3791235"/>
                  </a:lnTo>
                  <a:lnTo>
                    <a:pt x="2859998" y="3803071"/>
                  </a:lnTo>
                  <a:lnTo>
                    <a:pt x="2804903" y="3816386"/>
                  </a:lnTo>
                  <a:lnTo>
                    <a:pt x="2753084" y="3831374"/>
                  </a:lnTo>
                  <a:lnTo>
                    <a:pt x="2703615" y="3848198"/>
                  </a:lnTo>
                  <a:lnTo>
                    <a:pt x="2667772" y="3861989"/>
                  </a:lnTo>
                  <a:lnTo>
                    <a:pt x="2618661" y="3883018"/>
                  </a:lnTo>
                  <a:lnTo>
                    <a:pt x="2570027" y="3906179"/>
                  </a:lnTo>
                  <a:lnTo>
                    <a:pt x="2521374" y="3931504"/>
                  </a:lnTo>
                  <a:lnTo>
                    <a:pt x="2472361" y="3958952"/>
                  </a:lnTo>
                  <a:lnTo>
                    <a:pt x="2422785" y="3988403"/>
                  </a:lnTo>
                  <a:lnTo>
                    <a:pt x="2372565" y="4019648"/>
                  </a:lnTo>
                  <a:lnTo>
                    <a:pt x="2321723" y="4052396"/>
                  </a:lnTo>
                  <a:lnTo>
                    <a:pt x="2270370" y="4086279"/>
                  </a:lnTo>
                  <a:lnTo>
                    <a:pt x="2218684" y="4120866"/>
                  </a:lnTo>
                  <a:lnTo>
                    <a:pt x="2166884" y="4155689"/>
                  </a:lnTo>
                  <a:lnTo>
                    <a:pt x="2115203" y="4190265"/>
                  </a:lnTo>
                  <a:lnTo>
                    <a:pt x="2063861" y="4224124"/>
                  </a:lnTo>
                  <a:lnTo>
                    <a:pt x="2013034" y="4256839"/>
                  </a:lnTo>
                  <a:lnTo>
                    <a:pt x="1962829" y="4288043"/>
                  </a:lnTo>
                  <a:lnTo>
                    <a:pt x="1913270" y="4317446"/>
                  </a:lnTo>
                  <a:lnTo>
                    <a:pt x="1864268" y="4344842"/>
                  </a:lnTo>
                  <a:lnTo>
                    <a:pt x="1815620" y="4370114"/>
                  </a:lnTo>
                  <a:lnTo>
                    <a:pt x="1766981" y="4393221"/>
                  </a:lnTo>
                  <a:lnTo>
                    <a:pt x="1719082" y="4413702"/>
                  </a:lnTo>
                  <a:lnTo>
                    <a:pt x="1670829" y="4431954"/>
                  </a:lnTo>
                  <a:lnTo>
                    <a:pt x="1620845" y="4448299"/>
                  </a:lnTo>
                  <a:lnTo>
                    <a:pt x="1568283" y="4462844"/>
                  </a:lnTo>
                  <a:lnTo>
                    <a:pt x="1512201" y="4475764"/>
                  </a:lnTo>
                  <a:lnTo>
                    <a:pt x="1451646" y="4487254"/>
                  </a:lnTo>
                  <a:lnTo>
                    <a:pt x="1385749" y="4497499"/>
                  </a:lnTo>
                  <a:lnTo>
                    <a:pt x="1313836" y="4506654"/>
                  </a:lnTo>
                  <a:lnTo>
                    <a:pt x="1235593" y="4514846"/>
                  </a:lnTo>
                  <a:lnTo>
                    <a:pt x="1151267" y="4522160"/>
                  </a:lnTo>
                  <a:lnTo>
                    <a:pt x="1061905" y="4528645"/>
                  </a:lnTo>
                  <a:lnTo>
                    <a:pt x="969567" y="4534314"/>
                  </a:lnTo>
                  <a:lnTo>
                    <a:pt x="877422" y="4539155"/>
                  </a:lnTo>
                  <a:lnTo>
                    <a:pt x="789602" y="4543149"/>
                  </a:lnTo>
                  <a:lnTo>
                    <a:pt x="710708" y="4546286"/>
                  </a:lnTo>
                  <a:lnTo>
                    <a:pt x="644985" y="4548591"/>
                  </a:lnTo>
                  <a:lnTo>
                    <a:pt x="595364" y="4550137"/>
                  </a:lnTo>
                  <a:lnTo>
                    <a:pt x="562673" y="4551048"/>
                  </a:lnTo>
                  <a:lnTo>
                    <a:pt x="545292" y="4551483"/>
                  </a:lnTo>
                  <a:lnTo>
                    <a:pt x="539279" y="4551619"/>
                  </a:lnTo>
                  <a:lnTo>
                    <a:pt x="538736" y="4551630"/>
                  </a:lnTo>
                  <a:lnTo>
                    <a:pt x="0" y="45516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9" name="pg1619"/>
            <p:cNvSpPr/>
            <p:nvPr/>
          </p:nvSpPr>
          <p:spPr>
            <a:xfrm>
              <a:off x="546595" y="3799396"/>
              <a:ext cx="8234974" cy="1246798"/>
            </a:xfrm>
            <a:custGeom>
              <a:avLst/>
              <a:pathLst>
                <a:path w="8234974" h="1246798">
                  <a:moveTo>
                    <a:pt x="0" y="1246798"/>
                  </a:moveTo>
                  <a:lnTo>
                    <a:pt x="538736" y="1246798"/>
                  </a:lnTo>
                  <a:lnTo>
                    <a:pt x="540030" y="1246775"/>
                  </a:lnTo>
                  <a:lnTo>
                    <a:pt x="548470" y="1246610"/>
                  </a:lnTo>
                  <a:lnTo>
                    <a:pt x="569516" y="1246154"/>
                  </a:lnTo>
                  <a:lnTo>
                    <a:pt x="606553" y="1245260"/>
                  </a:lnTo>
                  <a:lnTo>
                    <a:pt x="660569" y="1243800"/>
                  </a:lnTo>
                  <a:lnTo>
                    <a:pt x="730134" y="1241678"/>
                  </a:lnTo>
                  <a:lnTo>
                    <a:pt x="811876" y="1238847"/>
                  </a:lnTo>
                  <a:lnTo>
                    <a:pt x="901353" y="1235292"/>
                  </a:lnTo>
                  <a:lnTo>
                    <a:pt x="994006" y="1231026"/>
                  </a:lnTo>
                  <a:lnTo>
                    <a:pt x="1085912" y="1226066"/>
                  </a:lnTo>
                  <a:lnTo>
                    <a:pt x="1174183" y="1220417"/>
                  </a:lnTo>
                  <a:lnTo>
                    <a:pt x="1257039" y="1214060"/>
                  </a:lnTo>
                  <a:lnTo>
                    <a:pt x="1333665" y="1206947"/>
                  </a:lnTo>
                  <a:lnTo>
                    <a:pt x="1403988" y="1198995"/>
                  </a:lnTo>
                  <a:lnTo>
                    <a:pt x="1468436" y="1190092"/>
                  </a:lnTo>
                  <a:lnTo>
                    <a:pt x="1527752" y="1180097"/>
                  </a:lnTo>
                  <a:lnTo>
                    <a:pt x="1582841" y="1168851"/>
                  </a:lnTo>
                  <a:lnTo>
                    <a:pt x="1634663" y="1156192"/>
                  </a:lnTo>
                  <a:lnTo>
                    <a:pt x="1684146" y="1141982"/>
                  </a:lnTo>
                  <a:lnTo>
                    <a:pt x="1719082" y="1130648"/>
                  </a:lnTo>
                  <a:lnTo>
                    <a:pt x="1769133" y="1112580"/>
                  </a:lnTo>
                  <a:lnTo>
                    <a:pt x="1818700" y="1092647"/>
                  </a:lnTo>
                  <a:lnTo>
                    <a:pt x="1868302" y="1070821"/>
                  </a:lnTo>
                  <a:lnTo>
                    <a:pt x="1918294" y="1047141"/>
                  </a:lnTo>
                  <a:lnTo>
                    <a:pt x="1968880" y="1021721"/>
                  </a:lnTo>
                  <a:lnTo>
                    <a:pt x="2020138" y="994753"/>
                  </a:lnTo>
                  <a:lnTo>
                    <a:pt x="2072032" y="966504"/>
                  </a:lnTo>
                  <a:lnTo>
                    <a:pt x="2124436" y="937311"/>
                  </a:lnTo>
                  <a:lnTo>
                    <a:pt x="2177153" y="907563"/>
                  </a:lnTo>
                  <a:lnTo>
                    <a:pt x="2229947" y="877682"/>
                  </a:lnTo>
                  <a:lnTo>
                    <a:pt x="2282570" y="848098"/>
                  </a:lnTo>
                  <a:lnTo>
                    <a:pt x="2334798" y="819223"/>
                  </a:lnTo>
                  <a:lnTo>
                    <a:pt x="2386459" y="791429"/>
                  </a:lnTo>
                  <a:lnTo>
                    <a:pt x="2437458" y="765027"/>
                  </a:lnTo>
                  <a:lnTo>
                    <a:pt x="2487800" y="740257"/>
                  </a:lnTo>
                  <a:lnTo>
                    <a:pt x="2537611" y="717279"/>
                  </a:lnTo>
                  <a:lnTo>
                    <a:pt x="2587149" y="696178"/>
                  </a:lnTo>
                  <a:lnTo>
                    <a:pt x="2636829" y="676967"/>
                  </a:lnTo>
                  <a:lnTo>
                    <a:pt x="2667772" y="666048"/>
                  </a:lnTo>
                  <a:lnTo>
                    <a:pt x="2716074" y="650663"/>
                  </a:lnTo>
                  <a:lnTo>
                    <a:pt x="2766110" y="636888"/>
                  </a:lnTo>
                  <a:lnTo>
                    <a:pt x="2818731" y="624631"/>
                  </a:lnTo>
                  <a:lnTo>
                    <a:pt x="2874882" y="613744"/>
                  </a:lnTo>
                  <a:lnTo>
                    <a:pt x="2935518" y="604064"/>
                  </a:lnTo>
                  <a:lnTo>
                    <a:pt x="3001511" y="595434"/>
                  </a:lnTo>
                  <a:lnTo>
                    <a:pt x="3073535" y="587722"/>
                  </a:lnTo>
                  <a:lnTo>
                    <a:pt x="3151901" y="580822"/>
                  </a:lnTo>
                  <a:lnTo>
                    <a:pt x="3236357" y="574663"/>
                  </a:lnTo>
                  <a:lnTo>
                    <a:pt x="3325846" y="569203"/>
                  </a:lnTo>
                  <a:lnTo>
                    <a:pt x="3418291" y="564432"/>
                  </a:lnTo>
                  <a:lnTo>
                    <a:pt x="3510501" y="560359"/>
                  </a:lnTo>
                  <a:lnTo>
                    <a:pt x="3598325" y="557001"/>
                  </a:lnTo>
                  <a:lnTo>
                    <a:pt x="3677148" y="554367"/>
                  </a:lnTo>
                  <a:lnTo>
                    <a:pt x="3742722" y="552433"/>
                  </a:lnTo>
                  <a:lnTo>
                    <a:pt x="3792134" y="551139"/>
                  </a:lnTo>
                  <a:lnTo>
                    <a:pt x="3824589" y="550379"/>
                  </a:lnTo>
                  <a:lnTo>
                    <a:pt x="3841753" y="550018"/>
                  </a:lnTo>
                  <a:lnTo>
                    <a:pt x="3847615" y="549906"/>
                  </a:lnTo>
                  <a:lnTo>
                    <a:pt x="3848118" y="549897"/>
                  </a:lnTo>
                  <a:lnTo>
                    <a:pt x="4386855" y="549897"/>
                  </a:lnTo>
                  <a:lnTo>
                    <a:pt x="4388152" y="549879"/>
                  </a:lnTo>
                  <a:lnTo>
                    <a:pt x="4396616" y="549750"/>
                  </a:lnTo>
                  <a:lnTo>
                    <a:pt x="4417716" y="549393"/>
                  </a:lnTo>
                  <a:lnTo>
                    <a:pt x="4454843" y="548693"/>
                  </a:lnTo>
                  <a:lnTo>
                    <a:pt x="4508979" y="547549"/>
                  </a:lnTo>
                  <a:lnTo>
                    <a:pt x="4578682" y="545887"/>
                  </a:lnTo>
                  <a:lnTo>
                    <a:pt x="4660561" y="543669"/>
                  </a:lnTo>
                  <a:lnTo>
                    <a:pt x="4750160" y="540885"/>
                  </a:lnTo>
                  <a:lnTo>
                    <a:pt x="4842907" y="537545"/>
                  </a:lnTo>
                  <a:lnTo>
                    <a:pt x="4934878" y="533662"/>
                  </a:lnTo>
                  <a:lnTo>
                    <a:pt x="5023185" y="529239"/>
                  </a:lnTo>
                  <a:lnTo>
                    <a:pt x="5106054" y="524262"/>
                  </a:lnTo>
                  <a:lnTo>
                    <a:pt x="5182678" y="518692"/>
                  </a:lnTo>
                  <a:lnTo>
                    <a:pt x="5252988" y="512465"/>
                  </a:lnTo>
                  <a:lnTo>
                    <a:pt x="5317422" y="505492"/>
                  </a:lnTo>
                  <a:lnTo>
                    <a:pt x="5376726" y="497663"/>
                  </a:lnTo>
                  <a:lnTo>
                    <a:pt x="5431808" y="488853"/>
                  </a:lnTo>
                  <a:lnTo>
                    <a:pt x="5483633" y="478935"/>
                  </a:lnTo>
                  <a:lnTo>
                    <a:pt x="5533129" y="467801"/>
                  </a:lnTo>
                  <a:lnTo>
                    <a:pt x="5567201" y="459155"/>
                  </a:lnTo>
                  <a:lnTo>
                    <a:pt x="5618236" y="444746"/>
                  </a:lnTo>
                  <a:lnTo>
                    <a:pt x="5668778" y="428820"/>
                  </a:lnTo>
                  <a:lnTo>
                    <a:pt x="5719375" y="411357"/>
                  </a:lnTo>
                  <a:lnTo>
                    <a:pt x="5770392" y="392392"/>
                  </a:lnTo>
                  <a:lnTo>
                    <a:pt x="5822039" y="372023"/>
                  </a:lnTo>
                  <a:lnTo>
                    <a:pt x="5874385" y="350415"/>
                  </a:lnTo>
                  <a:lnTo>
                    <a:pt x="5927382" y="327797"/>
                  </a:lnTo>
                  <a:lnTo>
                    <a:pt x="5980884" y="304453"/>
                  </a:lnTo>
                  <a:lnTo>
                    <a:pt x="6034674" y="280711"/>
                  </a:lnTo>
                  <a:lnTo>
                    <a:pt x="6088498" y="256924"/>
                  </a:lnTo>
                  <a:lnTo>
                    <a:pt x="6142096" y="233446"/>
                  </a:lnTo>
                  <a:lnTo>
                    <a:pt x="6195239" y="210613"/>
                  </a:lnTo>
                  <a:lnTo>
                    <a:pt x="6247760" y="188723"/>
                  </a:lnTo>
                  <a:lnTo>
                    <a:pt x="6299584" y="168020"/>
                  </a:lnTo>
                  <a:lnTo>
                    <a:pt x="6350748" y="148685"/>
                  </a:lnTo>
                  <a:lnTo>
                    <a:pt x="6401424" y="130832"/>
                  </a:lnTo>
                  <a:lnTo>
                    <a:pt x="6451936" y="114514"/>
                  </a:lnTo>
                  <a:lnTo>
                    <a:pt x="6502781" y="99723"/>
                  </a:lnTo>
                  <a:lnTo>
                    <a:pt x="6515891" y="96186"/>
                  </a:lnTo>
                  <a:lnTo>
                    <a:pt x="6564239" y="84156"/>
                  </a:lnTo>
                  <a:lnTo>
                    <a:pt x="6614325" y="73386"/>
                  </a:lnTo>
                  <a:lnTo>
                    <a:pt x="6667002" y="63804"/>
                  </a:lnTo>
                  <a:lnTo>
                    <a:pt x="6723219" y="55294"/>
                  </a:lnTo>
                  <a:lnTo>
                    <a:pt x="6783933" y="47728"/>
                  </a:lnTo>
                  <a:lnTo>
                    <a:pt x="6850018" y="40984"/>
                  </a:lnTo>
                  <a:lnTo>
                    <a:pt x="6922146" y="34957"/>
                  </a:lnTo>
                  <a:lnTo>
                    <a:pt x="7000631" y="29566"/>
                  </a:lnTo>
                  <a:lnTo>
                    <a:pt x="7085211" y="24754"/>
                  </a:lnTo>
                  <a:lnTo>
                    <a:pt x="7174821" y="20489"/>
                  </a:lnTo>
                  <a:lnTo>
                    <a:pt x="7267367" y="16763"/>
                  </a:lnTo>
                  <a:lnTo>
                    <a:pt x="7359640" y="13584"/>
                  </a:lnTo>
                  <a:lnTo>
                    <a:pt x="7447467" y="10966"/>
                  </a:lnTo>
                  <a:lnTo>
                    <a:pt x="7526221" y="8912"/>
                  </a:lnTo>
                  <a:lnTo>
                    <a:pt x="7591652" y="7408"/>
                  </a:lnTo>
                  <a:lnTo>
                    <a:pt x="7640863" y="6402"/>
                  </a:lnTo>
                  <a:lnTo>
                    <a:pt x="7673093" y="5813"/>
                  </a:lnTo>
                  <a:lnTo>
                    <a:pt x="7690050" y="5535"/>
                  </a:lnTo>
                  <a:lnTo>
                    <a:pt x="7695769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0" y="18"/>
                  </a:lnTo>
                  <a:lnTo>
                    <a:pt x="7686477" y="147"/>
                  </a:lnTo>
                  <a:lnTo>
                    <a:pt x="7665377" y="504"/>
                  </a:lnTo>
                  <a:lnTo>
                    <a:pt x="7628250" y="1204"/>
                  </a:lnTo>
                  <a:lnTo>
                    <a:pt x="7574113" y="2348"/>
                  </a:lnTo>
                  <a:lnTo>
                    <a:pt x="7504411" y="4010"/>
                  </a:lnTo>
                  <a:lnTo>
                    <a:pt x="7422531" y="6228"/>
                  </a:lnTo>
                  <a:lnTo>
                    <a:pt x="7332933" y="9012"/>
                  </a:lnTo>
                  <a:lnTo>
                    <a:pt x="7240185" y="12352"/>
                  </a:lnTo>
                  <a:lnTo>
                    <a:pt x="7148215" y="16235"/>
                  </a:lnTo>
                  <a:lnTo>
                    <a:pt x="7059907" y="20658"/>
                  </a:lnTo>
                  <a:lnTo>
                    <a:pt x="6977038" y="25635"/>
                  </a:lnTo>
                  <a:lnTo>
                    <a:pt x="6900415" y="31205"/>
                  </a:lnTo>
                  <a:lnTo>
                    <a:pt x="6830104" y="37432"/>
                  </a:lnTo>
                  <a:lnTo>
                    <a:pt x="6765670" y="44405"/>
                  </a:lnTo>
                  <a:lnTo>
                    <a:pt x="6706367" y="52234"/>
                  </a:lnTo>
                  <a:lnTo>
                    <a:pt x="6651285" y="61044"/>
                  </a:lnTo>
                  <a:lnTo>
                    <a:pt x="6599460" y="70962"/>
                  </a:lnTo>
                  <a:lnTo>
                    <a:pt x="6549963" y="82096"/>
                  </a:lnTo>
                  <a:lnTo>
                    <a:pt x="6515891" y="90742"/>
                  </a:lnTo>
                  <a:lnTo>
                    <a:pt x="6464857" y="105151"/>
                  </a:lnTo>
                  <a:lnTo>
                    <a:pt x="6414315" y="121077"/>
                  </a:lnTo>
                  <a:lnTo>
                    <a:pt x="6363718" y="138540"/>
                  </a:lnTo>
                  <a:lnTo>
                    <a:pt x="6312700" y="157505"/>
                  </a:lnTo>
                  <a:lnTo>
                    <a:pt x="6261053" y="177874"/>
                  </a:lnTo>
                  <a:lnTo>
                    <a:pt x="6208707" y="199481"/>
                  </a:lnTo>
                  <a:lnTo>
                    <a:pt x="6155710" y="222100"/>
                  </a:lnTo>
                  <a:lnTo>
                    <a:pt x="6102209" y="245444"/>
                  </a:lnTo>
                  <a:lnTo>
                    <a:pt x="6048418" y="269186"/>
                  </a:lnTo>
                  <a:lnTo>
                    <a:pt x="5994594" y="292973"/>
                  </a:lnTo>
                  <a:lnTo>
                    <a:pt x="5940997" y="316451"/>
                  </a:lnTo>
                  <a:lnTo>
                    <a:pt x="5887854" y="339284"/>
                  </a:lnTo>
                  <a:lnTo>
                    <a:pt x="5835332" y="361174"/>
                  </a:lnTo>
                  <a:lnTo>
                    <a:pt x="5783509" y="381877"/>
                  </a:lnTo>
                  <a:lnTo>
                    <a:pt x="5732345" y="401212"/>
                  </a:lnTo>
                  <a:lnTo>
                    <a:pt x="5681668" y="419065"/>
                  </a:lnTo>
                  <a:lnTo>
                    <a:pt x="5631156" y="435383"/>
                  </a:lnTo>
                  <a:lnTo>
                    <a:pt x="5580311" y="450174"/>
                  </a:lnTo>
                  <a:lnTo>
                    <a:pt x="5567201" y="453711"/>
                  </a:lnTo>
                  <a:lnTo>
                    <a:pt x="5518854" y="465741"/>
                  </a:lnTo>
                  <a:lnTo>
                    <a:pt x="5468768" y="476511"/>
                  </a:lnTo>
                  <a:lnTo>
                    <a:pt x="5416090" y="486093"/>
                  </a:lnTo>
                  <a:lnTo>
                    <a:pt x="5359873" y="494603"/>
                  </a:lnTo>
                  <a:lnTo>
                    <a:pt x="5299159" y="502169"/>
                  </a:lnTo>
                  <a:lnTo>
                    <a:pt x="5233075" y="508913"/>
                  </a:lnTo>
                  <a:lnTo>
                    <a:pt x="5160946" y="514940"/>
                  </a:lnTo>
                  <a:lnTo>
                    <a:pt x="5082462" y="520331"/>
                  </a:lnTo>
                  <a:lnTo>
                    <a:pt x="4997881" y="525143"/>
                  </a:lnTo>
                  <a:lnTo>
                    <a:pt x="4908271" y="529408"/>
                  </a:lnTo>
                  <a:lnTo>
                    <a:pt x="4815725" y="533133"/>
                  </a:lnTo>
                  <a:lnTo>
                    <a:pt x="4723452" y="536313"/>
                  </a:lnTo>
                  <a:lnTo>
                    <a:pt x="4635625" y="538931"/>
                  </a:lnTo>
                  <a:lnTo>
                    <a:pt x="4556872" y="540985"/>
                  </a:lnTo>
                  <a:lnTo>
                    <a:pt x="4491441" y="542489"/>
                  </a:lnTo>
                  <a:lnTo>
                    <a:pt x="4442229" y="543495"/>
                  </a:lnTo>
                  <a:lnTo>
                    <a:pt x="4409999" y="544084"/>
                  </a:lnTo>
                  <a:lnTo>
                    <a:pt x="4393043" y="544362"/>
                  </a:lnTo>
                  <a:lnTo>
                    <a:pt x="4387323" y="544447"/>
                  </a:lnTo>
                  <a:lnTo>
                    <a:pt x="4386855" y="544453"/>
                  </a:lnTo>
                  <a:lnTo>
                    <a:pt x="3848118" y="544453"/>
                  </a:lnTo>
                  <a:lnTo>
                    <a:pt x="3846825" y="544476"/>
                  </a:lnTo>
                  <a:lnTo>
                    <a:pt x="3838384" y="544641"/>
                  </a:lnTo>
                  <a:lnTo>
                    <a:pt x="3817338" y="545096"/>
                  </a:lnTo>
                  <a:lnTo>
                    <a:pt x="3780302" y="545990"/>
                  </a:lnTo>
                  <a:lnTo>
                    <a:pt x="3726286" y="547451"/>
                  </a:lnTo>
                  <a:lnTo>
                    <a:pt x="3656721" y="549572"/>
                  </a:lnTo>
                  <a:lnTo>
                    <a:pt x="3574978" y="552404"/>
                  </a:lnTo>
                  <a:lnTo>
                    <a:pt x="3485502" y="555959"/>
                  </a:lnTo>
                  <a:lnTo>
                    <a:pt x="3392849" y="560225"/>
                  </a:lnTo>
                  <a:lnTo>
                    <a:pt x="3300943" y="565185"/>
                  </a:lnTo>
                  <a:lnTo>
                    <a:pt x="3212671" y="570834"/>
                  </a:lnTo>
                  <a:lnTo>
                    <a:pt x="3129816" y="577191"/>
                  </a:lnTo>
                  <a:lnTo>
                    <a:pt x="3053189" y="584304"/>
                  </a:lnTo>
                  <a:lnTo>
                    <a:pt x="2982867" y="592256"/>
                  </a:lnTo>
                  <a:lnTo>
                    <a:pt x="2918418" y="601159"/>
                  </a:lnTo>
                  <a:lnTo>
                    <a:pt x="2859102" y="611154"/>
                  </a:lnTo>
                  <a:lnTo>
                    <a:pt x="2804014" y="622399"/>
                  </a:lnTo>
                  <a:lnTo>
                    <a:pt x="2752192" y="635058"/>
                  </a:lnTo>
                  <a:lnTo>
                    <a:pt x="2702709" y="649269"/>
                  </a:lnTo>
                  <a:lnTo>
                    <a:pt x="2667772" y="660603"/>
                  </a:lnTo>
                  <a:lnTo>
                    <a:pt x="2617721" y="678670"/>
                  </a:lnTo>
                  <a:lnTo>
                    <a:pt x="2568155" y="698604"/>
                  </a:lnTo>
                  <a:lnTo>
                    <a:pt x="2518552" y="720430"/>
                  </a:lnTo>
                  <a:lnTo>
                    <a:pt x="2468561" y="744110"/>
                  </a:lnTo>
                  <a:lnTo>
                    <a:pt x="2417975" y="769529"/>
                  </a:lnTo>
                  <a:lnTo>
                    <a:pt x="2366717" y="796498"/>
                  </a:lnTo>
                  <a:lnTo>
                    <a:pt x="2314822" y="824746"/>
                  </a:lnTo>
                  <a:lnTo>
                    <a:pt x="2262418" y="853940"/>
                  </a:lnTo>
                  <a:lnTo>
                    <a:pt x="2209701" y="883688"/>
                  </a:lnTo>
                  <a:lnTo>
                    <a:pt x="2156908" y="913569"/>
                  </a:lnTo>
                  <a:lnTo>
                    <a:pt x="2104285" y="943153"/>
                  </a:lnTo>
                  <a:lnTo>
                    <a:pt x="2052056" y="972028"/>
                  </a:lnTo>
                  <a:lnTo>
                    <a:pt x="2000395" y="999822"/>
                  </a:lnTo>
                  <a:lnTo>
                    <a:pt x="1949397" y="1026223"/>
                  </a:lnTo>
                  <a:lnTo>
                    <a:pt x="1899054" y="1050994"/>
                  </a:lnTo>
                  <a:lnTo>
                    <a:pt x="1849244" y="1073972"/>
                  </a:lnTo>
                  <a:lnTo>
                    <a:pt x="1799706" y="1095073"/>
                  </a:lnTo>
                  <a:lnTo>
                    <a:pt x="1750025" y="1114284"/>
                  </a:lnTo>
                  <a:lnTo>
                    <a:pt x="1719082" y="1125203"/>
                  </a:lnTo>
                  <a:lnTo>
                    <a:pt x="1670781" y="1140588"/>
                  </a:lnTo>
                  <a:lnTo>
                    <a:pt x="1620744" y="1154363"/>
                  </a:lnTo>
                  <a:lnTo>
                    <a:pt x="1568123" y="1166620"/>
                  </a:lnTo>
                  <a:lnTo>
                    <a:pt x="1511972" y="1177506"/>
                  </a:lnTo>
                  <a:lnTo>
                    <a:pt x="1451336" y="1187187"/>
                  </a:lnTo>
                  <a:lnTo>
                    <a:pt x="1385343" y="1195817"/>
                  </a:lnTo>
                  <a:lnTo>
                    <a:pt x="1313320" y="1203529"/>
                  </a:lnTo>
                  <a:lnTo>
                    <a:pt x="1234954" y="1210429"/>
                  </a:lnTo>
                  <a:lnTo>
                    <a:pt x="1150497" y="1216588"/>
                  </a:lnTo>
                  <a:lnTo>
                    <a:pt x="1061009" y="1222048"/>
                  </a:lnTo>
                  <a:lnTo>
                    <a:pt x="968564" y="1226819"/>
                  </a:lnTo>
                  <a:lnTo>
                    <a:pt x="876353" y="1230892"/>
                  </a:lnTo>
                  <a:lnTo>
                    <a:pt x="788529" y="1234249"/>
                  </a:lnTo>
                  <a:lnTo>
                    <a:pt x="709706" y="1236884"/>
                  </a:lnTo>
                  <a:lnTo>
                    <a:pt x="644132" y="1238818"/>
                  </a:lnTo>
                  <a:lnTo>
                    <a:pt x="594721" y="1240112"/>
                  </a:lnTo>
                  <a:lnTo>
                    <a:pt x="562266" y="1240872"/>
                  </a:lnTo>
                  <a:lnTo>
                    <a:pt x="545102" y="1241233"/>
                  </a:lnTo>
                  <a:lnTo>
                    <a:pt x="539240" y="1241345"/>
                  </a:lnTo>
                  <a:lnTo>
                    <a:pt x="538736" y="1241353"/>
                  </a:lnTo>
                  <a:lnTo>
                    <a:pt x="0" y="1241353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20" name="pl1620"/>
            <p:cNvSpPr/>
            <p:nvPr/>
          </p:nvSpPr>
          <p:spPr>
            <a:xfrm>
              <a:off x="546595" y="3804840"/>
              <a:ext cx="8234974" cy="1241353"/>
            </a:xfrm>
            <a:custGeom>
              <a:avLst/>
              <a:pathLst>
                <a:path w="8234974" h="1241353">
                  <a:moveTo>
                    <a:pt x="0" y="1241353"/>
                  </a:moveTo>
                  <a:lnTo>
                    <a:pt x="538736" y="1241353"/>
                  </a:lnTo>
                  <a:lnTo>
                    <a:pt x="540030" y="1241330"/>
                  </a:lnTo>
                  <a:lnTo>
                    <a:pt x="548470" y="1241165"/>
                  </a:lnTo>
                  <a:lnTo>
                    <a:pt x="569516" y="1240710"/>
                  </a:lnTo>
                  <a:lnTo>
                    <a:pt x="606553" y="1239816"/>
                  </a:lnTo>
                  <a:lnTo>
                    <a:pt x="660569" y="1238355"/>
                  </a:lnTo>
                  <a:lnTo>
                    <a:pt x="730134" y="1236234"/>
                  </a:lnTo>
                  <a:lnTo>
                    <a:pt x="811876" y="1233402"/>
                  </a:lnTo>
                  <a:lnTo>
                    <a:pt x="901353" y="1229847"/>
                  </a:lnTo>
                  <a:lnTo>
                    <a:pt x="994006" y="1225581"/>
                  </a:lnTo>
                  <a:lnTo>
                    <a:pt x="1085912" y="1220621"/>
                  </a:lnTo>
                  <a:lnTo>
                    <a:pt x="1174183" y="1214972"/>
                  </a:lnTo>
                  <a:lnTo>
                    <a:pt x="1257039" y="1208616"/>
                  </a:lnTo>
                  <a:lnTo>
                    <a:pt x="1333665" y="1201502"/>
                  </a:lnTo>
                  <a:lnTo>
                    <a:pt x="1403988" y="1193550"/>
                  </a:lnTo>
                  <a:lnTo>
                    <a:pt x="1468436" y="1184647"/>
                  </a:lnTo>
                  <a:lnTo>
                    <a:pt x="1527752" y="1174653"/>
                  </a:lnTo>
                  <a:lnTo>
                    <a:pt x="1582841" y="1163407"/>
                  </a:lnTo>
                  <a:lnTo>
                    <a:pt x="1634663" y="1150748"/>
                  </a:lnTo>
                  <a:lnTo>
                    <a:pt x="1684146" y="1136537"/>
                  </a:lnTo>
                  <a:lnTo>
                    <a:pt x="1719082" y="1125203"/>
                  </a:lnTo>
                  <a:lnTo>
                    <a:pt x="1769133" y="1107136"/>
                  </a:lnTo>
                  <a:lnTo>
                    <a:pt x="1818700" y="1087202"/>
                  </a:lnTo>
                  <a:lnTo>
                    <a:pt x="1868302" y="1065376"/>
                  </a:lnTo>
                  <a:lnTo>
                    <a:pt x="1918294" y="1041696"/>
                  </a:lnTo>
                  <a:lnTo>
                    <a:pt x="1968880" y="1016277"/>
                  </a:lnTo>
                  <a:lnTo>
                    <a:pt x="2020138" y="989309"/>
                  </a:lnTo>
                  <a:lnTo>
                    <a:pt x="2072032" y="961060"/>
                  </a:lnTo>
                  <a:lnTo>
                    <a:pt x="2124436" y="931866"/>
                  </a:lnTo>
                  <a:lnTo>
                    <a:pt x="2177153" y="902118"/>
                  </a:lnTo>
                  <a:lnTo>
                    <a:pt x="2229947" y="872237"/>
                  </a:lnTo>
                  <a:lnTo>
                    <a:pt x="2282570" y="842653"/>
                  </a:lnTo>
                  <a:lnTo>
                    <a:pt x="2334798" y="813778"/>
                  </a:lnTo>
                  <a:lnTo>
                    <a:pt x="2386459" y="785985"/>
                  </a:lnTo>
                  <a:lnTo>
                    <a:pt x="2437458" y="759583"/>
                  </a:lnTo>
                  <a:lnTo>
                    <a:pt x="2487800" y="734812"/>
                  </a:lnTo>
                  <a:lnTo>
                    <a:pt x="2537611" y="711835"/>
                  </a:lnTo>
                  <a:lnTo>
                    <a:pt x="2587149" y="690733"/>
                  </a:lnTo>
                  <a:lnTo>
                    <a:pt x="2636829" y="671522"/>
                  </a:lnTo>
                  <a:lnTo>
                    <a:pt x="2667772" y="660603"/>
                  </a:lnTo>
                  <a:lnTo>
                    <a:pt x="2716074" y="645218"/>
                  </a:lnTo>
                  <a:lnTo>
                    <a:pt x="2766110" y="631443"/>
                  </a:lnTo>
                  <a:lnTo>
                    <a:pt x="2818731" y="619186"/>
                  </a:lnTo>
                  <a:lnTo>
                    <a:pt x="2874882" y="608300"/>
                  </a:lnTo>
                  <a:lnTo>
                    <a:pt x="2935518" y="598619"/>
                  </a:lnTo>
                  <a:lnTo>
                    <a:pt x="3001511" y="589989"/>
                  </a:lnTo>
                  <a:lnTo>
                    <a:pt x="3073535" y="582277"/>
                  </a:lnTo>
                  <a:lnTo>
                    <a:pt x="3151901" y="575378"/>
                  </a:lnTo>
                  <a:lnTo>
                    <a:pt x="3236357" y="569218"/>
                  </a:lnTo>
                  <a:lnTo>
                    <a:pt x="3325846" y="563759"/>
                  </a:lnTo>
                  <a:lnTo>
                    <a:pt x="3418291" y="558987"/>
                  </a:lnTo>
                  <a:lnTo>
                    <a:pt x="3510501" y="554914"/>
                  </a:lnTo>
                  <a:lnTo>
                    <a:pt x="3598325" y="551557"/>
                  </a:lnTo>
                  <a:lnTo>
                    <a:pt x="3677148" y="548922"/>
                  </a:lnTo>
                  <a:lnTo>
                    <a:pt x="3742722" y="546989"/>
                  </a:lnTo>
                  <a:lnTo>
                    <a:pt x="3792134" y="545694"/>
                  </a:lnTo>
                  <a:lnTo>
                    <a:pt x="3824589" y="544934"/>
                  </a:lnTo>
                  <a:lnTo>
                    <a:pt x="3841753" y="544573"/>
                  </a:lnTo>
                  <a:lnTo>
                    <a:pt x="3847615" y="544462"/>
                  </a:lnTo>
                  <a:lnTo>
                    <a:pt x="3848118" y="544453"/>
                  </a:lnTo>
                  <a:lnTo>
                    <a:pt x="4386855" y="544453"/>
                  </a:lnTo>
                  <a:lnTo>
                    <a:pt x="4388152" y="544435"/>
                  </a:lnTo>
                  <a:lnTo>
                    <a:pt x="4396616" y="544306"/>
                  </a:lnTo>
                  <a:lnTo>
                    <a:pt x="4417716" y="543949"/>
                  </a:lnTo>
                  <a:lnTo>
                    <a:pt x="4454843" y="543248"/>
                  </a:lnTo>
                  <a:lnTo>
                    <a:pt x="4508979" y="542104"/>
                  </a:lnTo>
                  <a:lnTo>
                    <a:pt x="4578682" y="540443"/>
                  </a:lnTo>
                  <a:lnTo>
                    <a:pt x="4660561" y="538225"/>
                  </a:lnTo>
                  <a:lnTo>
                    <a:pt x="4750160" y="535441"/>
                  </a:lnTo>
                  <a:lnTo>
                    <a:pt x="4842907" y="532101"/>
                  </a:lnTo>
                  <a:lnTo>
                    <a:pt x="4934878" y="528217"/>
                  </a:lnTo>
                  <a:lnTo>
                    <a:pt x="5023185" y="523795"/>
                  </a:lnTo>
                  <a:lnTo>
                    <a:pt x="5106054" y="518818"/>
                  </a:lnTo>
                  <a:lnTo>
                    <a:pt x="5182678" y="513248"/>
                  </a:lnTo>
                  <a:lnTo>
                    <a:pt x="5252988" y="507021"/>
                  </a:lnTo>
                  <a:lnTo>
                    <a:pt x="5317422" y="500048"/>
                  </a:lnTo>
                  <a:lnTo>
                    <a:pt x="5376726" y="492219"/>
                  </a:lnTo>
                  <a:lnTo>
                    <a:pt x="5431808" y="483409"/>
                  </a:lnTo>
                  <a:lnTo>
                    <a:pt x="5483633" y="473490"/>
                  </a:lnTo>
                  <a:lnTo>
                    <a:pt x="5533129" y="462356"/>
                  </a:lnTo>
                  <a:lnTo>
                    <a:pt x="5567201" y="453711"/>
                  </a:lnTo>
                  <a:lnTo>
                    <a:pt x="5618236" y="439302"/>
                  </a:lnTo>
                  <a:lnTo>
                    <a:pt x="5668778" y="423376"/>
                  </a:lnTo>
                  <a:lnTo>
                    <a:pt x="5719375" y="405913"/>
                  </a:lnTo>
                  <a:lnTo>
                    <a:pt x="5770392" y="386947"/>
                  </a:lnTo>
                  <a:lnTo>
                    <a:pt x="5822039" y="366579"/>
                  </a:lnTo>
                  <a:lnTo>
                    <a:pt x="5874385" y="344971"/>
                  </a:lnTo>
                  <a:lnTo>
                    <a:pt x="5927382" y="322353"/>
                  </a:lnTo>
                  <a:lnTo>
                    <a:pt x="5980884" y="299008"/>
                  </a:lnTo>
                  <a:lnTo>
                    <a:pt x="6034674" y="275267"/>
                  </a:lnTo>
                  <a:lnTo>
                    <a:pt x="6088498" y="251479"/>
                  </a:lnTo>
                  <a:lnTo>
                    <a:pt x="6142096" y="228001"/>
                  </a:lnTo>
                  <a:lnTo>
                    <a:pt x="6195239" y="205169"/>
                  </a:lnTo>
                  <a:lnTo>
                    <a:pt x="6247760" y="183279"/>
                  </a:lnTo>
                  <a:lnTo>
                    <a:pt x="6299584" y="162576"/>
                  </a:lnTo>
                  <a:lnTo>
                    <a:pt x="6350748" y="143240"/>
                  </a:lnTo>
                  <a:lnTo>
                    <a:pt x="6401424" y="125388"/>
                  </a:lnTo>
                  <a:lnTo>
                    <a:pt x="6451936" y="109069"/>
                  </a:lnTo>
                  <a:lnTo>
                    <a:pt x="6502781" y="94278"/>
                  </a:lnTo>
                  <a:lnTo>
                    <a:pt x="6515891" y="90742"/>
                  </a:lnTo>
                  <a:lnTo>
                    <a:pt x="6564239" y="78712"/>
                  </a:lnTo>
                  <a:lnTo>
                    <a:pt x="6614325" y="67942"/>
                  </a:lnTo>
                  <a:lnTo>
                    <a:pt x="6667002" y="58360"/>
                  </a:lnTo>
                  <a:lnTo>
                    <a:pt x="6723219" y="49850"/>
                  </a:lnTo>
                  <a:lnTo>
                    <a:pt x="6783933" y="42283"/>
                  </a:lnTo>
                  <a:lnTo>
                    <a:pt x="6850018" y="35539"/>
                  </a:lnTo>
                  <a:lnTo>
                    <a:pt x="6922146" y="29512"/>
                  </a:lnTo>
                  <a:lnTo>
                    <a:pt x="7000631" y="24121"/>
                  </a:lnTo>
                  <a:lnTo>
                    <a:pt x="7085211" y="19309"/>
                  </a:lnTo>
                  <a:lnTo>
                    <a:pt x="7174821" y="15045"/>
                  </a:lnTo>
                  <a:lnTo>
                    <a:pt x="7267367" y="11319"/>
                  </a:lnTo>
                  <a:lnTo>
                    <a:pt x="7359640" y="8140"/>
                  </a:lnTo>
                  <a:lnTo>
                    <a:pt x="7447467" y="5521"/>
                  </a:lnTo>
                  <a:lnTo>
                    <a:pt x="7526221" y="3468"/>
                  </a:lnTo>
                  <a:lnTo>
                    <a:pt x="7591652" y="1963"/>
                  </a:lnTo>
                  <a:lnTo>
                    <a:pt x="7640863" y="957"/>
                  </a:lnTo>
                  <a:lnTo>
                    <a:pt x="7673093" y="369"/>
                  </a:lnTo>
                  <a:lnTo>
                    <a:pt x="7690050" y="91"/>
                  </a:lnTo>
                  <a:lnTo>
                    <a:pt x="7695769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1" name="pl1621"/>
            <p:cNvSpPr/>
            <p:nvPr/>
          </p:nvSpPr>
          <p:spPr>
            <a:xfrm>
              <a:off x="546595" y="3799396"/>
              <a:ext cx="8234974" cy="1241353"/>
            </a:xfrm>
            <a:custGeom>
              <a:avLst/>
              <a:pathLst>
                <a:path w="8234974" h="1241353">
                  <a:moveTo>
                    <a:pt x="8234974" y="0"/>
                  </a:moveTo>
                  <a:lnTo>
                    <a:pt x="7696237" y="0"/>
                  </a:lnTo>
                  <a:lnTo>
                    <a:pt x="7694940" y="18"/>
                  </a:lnTo>
                  <a:lnTo>
                    <a:pt x="7686477" y="147"/>
                  </a:lnTo>
                  <a:lnTo>
                    <a:pt x="7665377" y="504"/>
                  </a:lnTo>
                  <a:lnTo>
                    <a:pt x="7628250" y="1204"/>
                  </a:lnTo>
                  <a:lnTo>
                    <a:pt x="7574113" y="2348"/>
                  </a:lnTo>
                  <a:lnTo>
                    <a:pt x="7504411" y="4010"/>
                  </a:lnTo>
                  <a:lnTo>
                    <a:pt x="7422531" y="6228"/>
                  </a:lnTo>
                  <a:lnTo>
                    <a:pt x="7332933" y="9012"/>
                  </a:lnTo>
                  <a:lnTo>
                    <a:pt x="7240185" y="12352"/>
                  </a:lnTo>
                  <a:lnTo>
                    <a:pt x="7148215" y="16235"/>
                  </a:lnTo>
                  <a:lnTo>
                    <a:pt x="7059907" y="20658"/>
                  </a:lnTo>
                  <a:lnTo>
                    <a:pt x="6977038" y="25635"/>
                  </a:lnTo>
                  <a:lnTo>
                    <a:pt x="6900415" y="31205"/>
                  </a:lnTo>
                  <a:lnTo>
                    <a:pt x="6830104" y="37432"/>
                  </a:lnTo>
                  <a:lnTo>
                    <a:pt x="6765670" y="44405"/>
                  </a:lnTo>
                  <a:lnTo>
                    <a:pt x="6706367" y="52234"/>
                  </a:lnTo>
                  <a:lnTo>
                    <a:pt x="6651285" y="61044"/>
                  </a:lnTo>
                  <a:lnTo>
                    <a:pt x="6599460" y="70962"/>
                  </a:lnTo>
                  <a:lnTo>
                    <a:pt x="6549963" y="82096"/>
                  </a:lnTo>
                  <a:lnTo>
                    <a:pt x="6515891" y="90742"/>
                  </a:lnTo>
                  <a:lnTo>
                    <a:pt x="6464857" y="105151"/>
                  </a:lnTo>
                  <a:lnTo>
                    <a:pt x="6414315" y="121077"/>
                  </a:lnTo>
                  <a:lnTo>
                    <a:pt x="6363718" y="138540"/>
                  </a:lnTo>
                  <a:lnTo>
                    <a:pt x="6312700" y="157505"/>
                  </a:lnTo>
                  <a:lnTo>
                    <a:pt x="6261053" y="177874"/>
                  </a:lnTo>
                  <a:lnTo>
                    <a:pt x="6208707" y="199481"/>
                  </a:lnTo>
                  <a:lnTo>
                    <a:pt x="6155710" y="222100"/>
                  </a:lnTo>
                  <a:lnTo>
                    <a:pt x="6102209" y="245444"/>
                  </a:lnTo>
                  <a:lnTo>
                    <a:pt x="6048418" y="269186"/>
                  </a:lnTo>
                  <a:lnTo>
                    <a:pt x="5994594" y="292973"/>
                  </a:lnTo>
                  <a:lnTo>
                    <a:pt x="5940997" y="316451"/>
                  </a:lnTo>
                  <a:lnTo>
                    <a:pt x="5887854" y="339284"/>
                  </a:lnTo>
                  <a:lnTo>
                    <a:pt x="5835332" y="361174"/>
                  </a:lnTo>
                  <a:lnTo>
                    <a:pt x="5783509" y="381877"/>
                  </a:lnTo>
                  <a:lnTo>
                    <a:pt x="5732345" y="401212"/>
                  </a:lnTo>
                  <a:lnTo>
                    <a:pt x="5681668" y="419065"/>
                  </a:lnTo>
                  <a:lnTo>
                    <a:pt x="5631156" y="435383"/>
                  </a:lnTo>
                  <a:lnTo>
                    <a:pt x="5580311" y="450174"/>
                  </a:lnTo>
                  <a:lnTo>
                    <a:pt x="5567201" y="453711"/>
                  </a:lnTo>
                  <a:lnTo>
                    <a:pt x="5518854" y="465741"/>
                  </a:lnTo>
                  <a:lnTo>
                    <a:pt x="5468768" y="476511"/>
                  </a:lnTo>
                  <a:lnTo>
                    <a:pt x="5416090" y="486093"/>
                  </a:lnTo>
                  <a:lnTo>
                    <a:pt x="5359873" y="494603"/>
                  </a:lnTo>
                  <a:lnTo>
                    <a:pt x="5299159" y="502169"/>
                  </a:lnTo>
                  <a:lnTo>
                    <a:pt x="5233075" y="508913"/>
                  </a:lnTo>
                  <a:lnTo>
                    <a:pt x="5160946" y="514940"/>
                  </a:lnTo>
                  <a:lnTo>
                    <a:pt x="5082462" y="520331"/>
                  </a:lnTo>
                  <a:lnTo>
                    <a:pt x="4997881" y="525143"/>
                  </a:lnTo>
                  <a:lnTo>
                    <a:pt x="4908271" y="529408"/>
                  </a:lnTo>
                  <a:lnTo>
                    <a:pt x="4815725" y="533133"/>
                  </a:lnTo>
                  <a:lnTo>
                    <a:pt x="4723452" y="536313"/>
                  </a:lnTo>
                  <a:lnTo>
                    <a:pt x="4635625" y="538931"/>
                  </a:lnTo>
                  <a:lnTo>
                    <a:pt x="4556872" y="540985"/>
                  </a:lnTo>
                  <a:lnTo>
                    <a:pt x="4491441" y="542489"/>
                  </a:lnTo>
                  <a:lnTo>
                    <a:pt x="4442229" y="543495"/>
                  </a:lnTo>
                  <a:lnTo>
                    <a:pt x="4409999" y="544084"/>
                  </a:lnTo>
                  <a:lnTo>
                    <a:pt x="4393043" y="544362"/>
                  </a:lnTo>
                  <a:lnTo>
                    <a:pt x="4387323" y="544447"/>
                  </a:lnTo>
                  <a:lnTo>
                    <a:pt x="4386855" y="544453"/>
                  </a:lnTo>
                  <a:lnTo>
                    <a:pt x="3848118" y="544453"/>
                  </a:lnTo>
                  <a:lnTo>
                    <a:pt x="3846825" y="544476"/>
                  </a:lnTo>
                  <a:lnTo>
                    <a:pt x="3838384" y="544641"/>
                  </a:lnTo>
                  <a:lnTo>
                    <a:pt x="3817338" y="545096"/>
                  </a:lnTo>
                  <a:lnTo>
                    <a:pt x="3780302" y="545990"/>
                  </a:lnTo>
                  <a:lnTo>
                    <a:pt x="3726286" y="547451"/>
                  </a:lnTo>
                  <a:lnTo>
                    <a:pt x="3656721" y="549572"/>
                  </a:lnTo>
                  <a:lnTo>
                    <a:pt x="3574978" y="552404"/>
                  </a:lnTo>
                  <a:lnTo>
                    <a:pt x="3485502" y="555959"/>
                  </a:lnTo>
                  <a:lnTo>
                    <a:pt x="3392849" y="560225"/>
                  </a:lnTo>
                  <a:lnTo>
                    <a:pt x="3300943" y="565185"/>
                  </a:lnTo>
                  <a:lnTo>
                    <a:pt x="3212671" y="570834"/>
                  </a:lnTo>
                  <a:lnTo>
                    <a:pt x="3129816" y="577191"/>
                  </a:lnTo>
                  <a:lnTo>
                    <a:pt x="3053189" y="584304"/>
                  </a:lnTo>
                  <a:lnTo>
                    <a:pt x="2982867" y="592256"/>
                  </a:lnTo>
                  <a:lnTo>
                    <a:pt x="2918418" y="601159"/>
                  </a:lnTo>
                  <a:lnTo>
                    <a:pt x="2859102" y="611154"/>
                  </a:lnTo>
                  <a:lnTo>
                    <a:pt x="2804014" y="622399"/>
                  </a:lnTo>
                  <a:lnTo>
                    <a:pt x="2752192" y="635058"/>
                  </a:lnTo>
                  <a:lnTo>
                    <a:pt x="2702709" y="649269"/>
                  </a:lnTo>
                  <a:lnTo>
                    <a:pt x="2667772" y="660603"/>
                  </a:lnTo>
                  <a:lnTo>
                    <a:pt x="2617721" y="678670"/>
                  </a:lnTo>
                  <a:lnTo>
                    <a:pt x="2568155" y="698604"/>
                  </a:lnTo>
                  <a:lnTo>
                    <a:pt x="2518552" y="720430"/>
                  </a:lnTo>
                  <a:lnTo>
                    <a:pt x="2468561" y="744110"/>
                  </a:lnTo>
                  <a:lnTo>
                    <a:pt x="2417975" y="769529"/>
                  </a:lnTo>
                  <a:lnTo>
                    <a:pt x="2366717" y="796498"/>
                  </a:lnTo>
                  <a:lnTo>
                    <a:pt x="2314822" y="824746"/>
                  </a:lnTo>
                  <a:lnTo>
                    <a:pt x="2262418" y="853940"/>
                  </a:lnTo>
                  <a:lnTo>
                    <a:pt x="2209701" y="883688"/>
                  </a:lnTo>
                  <a:lnTo>
                    <a:pt x="2156908" y="913569"/>
                  </a:lnTo>
                  <a:lnTo>
                    <a:pt x="2104285" y="943153"/>
                  </a:lnTo>
                  <a:lnTo>
                    <a:pt x="2052056" y="972028"/>
                  </a:lnTo>
                  <a:lnTo>
                    <a:pt x="2000395" y="999822"/>
                  </a:lnTo>
                  <a:lnTo>
                    <a:pt x="1949397" y="1026223"/>
                  </a:lnTo>
                  <a:lnTo>
                    <a:pt x="1899054" y="1050994"/>
                  </a:lnTo>
                  <a:lnTo>
                    <a:pt x="1849244" y="1073972"/>
                  </a:lnTo>
                  <a:lnTo>
                    <a:pt x="1799706" y="1095073"/>
                  </a:lnTo>
                  <a:lnTo>
                    <a:pt x="1750025" y="1114284"/>
                  </a:lnTo>
                  <a:lnTo>
                    <a:pt x="1719082" y="1125203"/>
                  </a:lnTo>
                  <a:lnTo>
                    <a:pt x="1670781" y="1140588"/>
                  </a:lnTo>
                  <a:lnTo>
                    <a:pt x="1620744" y="1154363"/>
                  </a:lnTo>
                  <a:lnTo>
                    <a:pt x="1568123" y="1166620"/>
                  </a:lnTo>
                  <a:lnTo>
                    <a:pt x="1511972" y="1177506"/>
                  </a:lnTo>
                  <a:lnTo>
                    <a:pt x="1451336" y="1187187"/>
                  </a:lnTo>
                  <a:lnTo>
                    <a:pt x="1385343" y="1195817"/>
                  </a:lnTo>
                  <a:lnTo>
                    <a:pt x="1313320" y="1203529"/>
                  </a:lnTo>
                  <a:lnTo>
                    <a:pt x="1234954" y="1210429"/>
                  </a:lnTo>
                  <a:lnTo>
                    <a:pt x="1150497" y="1216588"/>
                  </a:lnTo>
                  <a:lnTo>
                    <a:pt x="1061009" y="1222048"/>
                  </a:lnTo>
                  <a:lnTo>
                    <a:pt x="968564" y="1226819"/>
                  </a:lnTo>
                  <a:lnTo>
                    <a:pt x="876353" y="1230892"/>
                  </a:lnTo>
                  <a:lnTo>
                    <a:pt x="788529" y="1234249"/>
                  </a:lnTo>
                  <a:lnTo>
                    <a:pt x="709706" y="1236884"/>
                  </a:lnTo>
                  <a:lnTo>
                    <a:pt x="644132" y="1238818"/>
                  </a:lnTo>
                  <a:lnTo>
                    <a:pt x="594721" y="1240112"/>
                  </a:lnTo>
                  <a:lnTo>
                    <a:pt x="562266" y="1240872"/>
                  </a:lnTo>
                  <a:lnTo>
                    <a:pt x="545102" y="1241233"/>
                  </a:lnTo>
                  <a:lnTo>
                    <a:pt x="539240" y="1241345"/>
                  </a:lnTo>
                  <a:lnTo>
                    <a:pt x="538736" y="1241353"/>
                  </a:lnTo>
                  <a:lnTo>
                    <a:pt x="0" y="12413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2" name="pg1622"/>
            <p:cNvSpPr/>
            <p:nvPr/>
          </p:nvSpPr>
          <p:spPr>
            <a:xfrm>
              <a:off x="546595" y="712345"/>
              <a:ext cx="8234974" cy="4181402"/>
            </a:xfrm>
            <a:custGeom>
              <a:avLst/>
              <a:pathLst>
                <a:path w="8234974" h="4181402">
                  <a:moveTo>
                    <a:pt x="0" y="4181402"/>
                  </a:moveTo>
                  <a:lnTo>
                    <a:pt x="538736" y="4181402"/>
                  </a:lnTo>
                  <a:lnTo>
                    <a:pt x="539660" y="4181307"/>
                  </a:lnTo>
                  <a:lnTo>
                    <a:pt x="545732" y="4180631"/>
                  </a:lnTo>
                  <a:lnTo>
                    <a:pt x="561044" y="4178761"/>
                  </a:lnTo>
                  <a:lnTo>
                    <a:pt x="588427" y="4175081"/>
                  </a:lnTo>
                  <a:lnTo>
                    <a:pt x="629249" y="4169019"/>
                  </a:lnTo>
                  <a:lnTo>
                    <a:pt x="683307" y="4160113"/>
                  </a:lnTo>
                  <a:lnTo>
                    <a:pt x="748958" y="4148047"/>
                  </a:lnTo>
                  <a:lnTo>
                    <a:pt x="823496" y="4132664"/>
                  </a:lnTo>
                  <a:lnTo>
                    <a:pt x="903690" y="4113942"/>
                  </a:lnTo>
                  <a:lnTo>
                    <a:pt x="986311" y="4091935"/>
                  </a:lnTo>
                  <a:lnTo>
                    <a:pt x="1068555" y="4066716"/>
                  </a:lnTo>
                  <a:lnTo>
                    <a:pt x="1148262" y="4038317"/>
                  </a:lnTo>
                  <a:lnTo>
                    <a:pt x="1223985" y="4006688"/>
                  </a:lnTo>
                  <a:lnTo>
                    <a:pt x="1294925" y="3971675"/>
                  </a:lnTo>
                  <a:lnTo>
                    <a:pt x="1360814" y="3933003"/>
                  </a:lnTo>
                  <a:lnTo>
                    <a:pt x="1421774" y="3890279"/>
                  </a:lnTo>
                  <a:lnTo>
                    <a:pt x="1478199" y="3842998"/>
                  </a:lnTo>
                  <a:lnTo>
                    <a:pt x="1530650" y="3790561"/>
                  </a:lnTo>
                  <a:lnTo>
                    <a:pt x="1579777" y="3732304"/>
                  </a:lnTo>
                  <a:lnTo>
                    <a:pt x="1626263" y="3667553"/>
                  </a:lnTo>
                  <a:lnTo>
                    <a:pt x="1670773" y="3595716"/>
                  </a:lnTo>
                  <a:lnTo>
                    <a:pt x="1713906" y="3516432"/>
                  </a:lnTo>
                  <a:lnTo>
                    <a:pt x="1719082" y="3506280"/>
                  </a:lnTo>
                  <a:lnTo>
                    <a:pt x="1749581" y="3443755"/>
                  </a:lnTo>
                  <a:lnTo>
                    <a:pt x="1779810" y="3377278"/>
                  </a:lnTo>
                  <a:lnTo>
                    <a:pt x="1809912" y="3306768"/>
                  </a:lnTo>
                  <a:lnTo>
                    <a:pt x="1840000" y="3232191"/>
                  </a:lnTo>
                  <a:lnTo>
                    <a:pt x="1870168" y="3153564"/>
                  </a:lnTo>
                  <a:lnTo>
                    <a:pt x="1900487" y="3070959"/>
                  </a:lnTo>
                  <a:lnTo>
                    <a:pt x="1931006" y="2984507"/>
                  </a:lnTo>
                  <a:lnTo>
                    <a:pt x="1961758" y="2894401"/>
                  </a:lnTo>
                  <a:lnTo>
                    <a:pt x="1992759" y="2800898"/>
                  </a:lnTo>
                  <a:lnTo>
                    <a:pt x="2024009" y="2704313"/>
                  </a:lnTo>
                  <a:lnTo>
                    <a:pt x="2055493" y="2605022"/>
                  </a:lnTo>
                  <a:lnTo>
                    <a:pt x="2087185" y="2503455"/>
                  </a:lnTo>
                  <a:lnTo>
                    <a:pt x="2119047" y="2400089"/>
                  </a:lnTo>
                  <a:lnTo>
                    <a:pt x="2151034" y="2295440"/>
                  </a:lnTo>
                  <a:lnTo>
                    <a:pt x="2183094" y="2190049"/>
                  </a:lnTo>
                  <a:lnTo>
                    <a:pt x="2215172" y="2084476"/>
                  </a:lnTo>
                  <a:lnTo>
                    <a:pt x="2247212" y="1979285"/>
                  </a:lnTo>
                  <a:lnTo>
                    <a:pt x="2279160" y="1875031"/>
                  </a:lnTo>
                  <a:lnTo>
                    <a:pt x="2310966" y="1772248"/>
                  </a:lnTo>
                  <a:lnTo>
                    <a:pt x="2342588" y="1671439"/>
                  </a:lnTo>
                  <a:lnTo>
                    <a:pt x="2373991" y="1573064"/>
                  </a:lnTo>
                  <a:lnTo>
                    <a:pt x="2405153" y="1477535"/>
                  </a:lnTo>
                  <a:lnTo>
                    <a:pt x="2436065" y="1385207"/>
                  </a:lnTo>
                  <a:lnTo>
                    <a:pt x="2466732" y="1296376"/>
                  </a:lnTo>
                  <a:lnTo>
                    <a:pt x="2497175" y="1211274"/>
                  </a:lnTo>
                  <a:lnTo>
                    <a:pt x="2527433" y="1130072"/>
                  </a:lnTo>
                  <a:lnTo>
                    <a:pt x="2557564" y="1052880"/>
                  </a:lnTo>
                  <a:lnTo>
                    <a:pt x="2587645" y="979751"/>
                  </a:lnTo>
                  <a:lnTo>
                    <a:pt x="2617777" y="910682"/>
                  </a:lnTo>
                  <a:lnTo>
                    <a:pt x="2648085" y="845623"/>
                  </a:lnTo>
                  <a:lnTo>
                    <a:pt x="2667772" y="805791"/>
                  </a:lnTo>
                  <a:lnTo>
                    <a:pt x="2710773" y="725595"/>
                  </a:lnTo>
                  <a:lnTo>
                    <a:pt x="2755086" y="652865"/>
                  </a:lnTo>
                  <a:lnTo>
                    <a:pt x="2801297" y="587281"/>
                  </a:lnTo>
                  <a:lnTo>
                    <a:pt x="2850066" y="528270"/>
                  </a:lnTo>
                  <a:lnTo>
                    <a:pt x="2902076" y="475161"/>
                  </a:lnTo>
                  <a:lnTo>
                    <a:pt x="2957986" y="427286"/>
                  </a:lnTo>
                  <a:lnTo>
                    <a:pt x="3018370" y="384037"/>
                  </a:lnTo>
                  <a:lnTo>
                    <a:pt x="3083646" y="344896"/>
                  </a:lnTo>
                  <a:lnTo>
                    <a:pt x="3153977" y="309455"/>
                  </a:lnTo>
                  <a:lnTo>
                    <a:pt x="3229149" y="277425"/>
                  </a:lnTo>
                  <a:lnTo>
                    <a:pt x="3308435" y="248638"/>
                  </a:lnTo>
                  <a:lnTo>
                    <a:pt x="3390471" y="223031"/>
                  </a:lnTo>
                  <a:lnTo>
                    <a:pt x="3473185" y="200630"/>
                  </a:lnTo>
                  <a:lnTo>
                    <a:pt x="3553841" y="181505"/>
                  </a:lnTo>
                  <a:lnTo>
                    <a:pt x="3629245" y="165715"/>
                  </a:lnTo>
                  <a:lnTo>
                    <a:pt x="3696137" y="153251"/>
                  </a:lnTo>
                  <a:lnTo>
                    <a:pt x="3751718" y="143974"/>
                  </a:lnTo>
                  <a:lnTo>
                    <a:pt x="3794191" y="137589"/>
                  </a:lnTo>
                  <a:lnTo>
                    <a:pt x="3823167" y="133648"/>
                  </a:lnTo>
                  <a:lnTo>
                    <a:pt x="3839823" y="131591"/>
                  </a:lnTo>
                  <a:lnTo>
                    <a:pt x="3846824" y="130802"/>
                  </a:lnTo>
                  <a:lnTo>
                    <a:pt x="3848118" y="130668"/>
                  </a:lnTo>
                  <a:lnTo>
                    <a:pt x="4386855" y="130668"/>
                  </a:lnTo>
                  <a:lnTo>
                    <a:pt x="4388158" y="130664"/>
                  </a:lnTo>
                  <a:lnTo>
                    <a:pt x="4396655" y="130634"/>
                  </a:lnTo>
                  <a:lnTo>
                    <a:pt x="4417836" y="130552"/>
                  </a:lnTo>
                  <a:lnTo>
                    <a:pt x="4455098" y="130390"/>
                  </a:lnTo>
                  <a:lnTo>
                    <a:pt x="4509415" y="130126"/>
                  </a:lnTo>
                  <a:lnTo>
                    <a:pt x="4579323" y="129742"/>
                  </a:lnTo>
                  <a:lnTo>
                    <a:pt x="4661407" y="129230"/>
                  </a:lnTo>
                  <a:lnTo>
                    <a:pt x="4751186" y="128588"/>
                  </a:lnTo>
                  <a:lnTo>
                    <a:pt x="4844075" y="127817"/>
                  </a:lnTo>
                  <a:lnTo>
                    <a:pt x="4936141" y="126921"/>
                  </a:lnTo>
                  <a:lnTo>
                    <a:pt x="5024502" y="125900"/>
                  </a:lnTo>
                  <a:lnTo>
                    <a:pt x="5107390" y="124752"/>
                  </a:lnTo>
                  <a:lnTo>
                    <a:pt x="5184009" y="123467"/>
                  </a:lnTo>
                  <a:lnTo>
                    <a:pt x="5254302" y="122029"/>
                  </a:lnTo>
                  <a:lnTo>
                    <a:pt x="5318714" y="120420"/>
                  </a:lnTo>
                  <a:lnTo>
                    <a:pt x="5377998" y="118612"/>
                  </a:lnTo>
                  <a:lnTo>
                    <a:pt x="5433072" y="116577"/>
                  </a:lnTo>
                  <a:lnTo>
                    <a:pt x="5484901" y="114286"/>
                  </a:lnTo>
                  <a:lnTo>
                    <a:pt x="5534418" y="111714"/>
                  </a:lnTo>
                  <a:lnTo>
                    <a:pt x="5567201" y="109798"/>
                  </a:lnTo>
                  <a:lnTo>
                    <a:pt x="5619895" y="106369"/>
                  </a:lnTo>
                  <a:lnTo>
                    <a:pt x="5672085" y="102568"/>
                  </a:lnTo>
                  <a:lnTo>
                    <a:pt x="5724364" y="98391"/>
                  </a:lnTo>
                  <a:lnTo>
                    <a:pt x="5777119" y="93846"/>
                  </a:lnTo>
                  <a:lnTo>
                    <a:pt x="5830563" y="88962"/>
                  </a:lnTo>
                  <a:lnTo>
                    <a:pt x="5884751" y="83782"/>
                  </a:lnTo>
                  <a:lnTo>
                    <a:pt x="5939610" y="78367"/>
                  </a:lnTo>
                  <a:lnTo>
                    <a:pt x="5994959" y="72791"/>
                  </a:lnTo>
                  <a:lnTo>
                    <a:pt x="6050547" y="67140"/>
                  </a:lnTo>
                  <a:lnTo>
                    <a:pt x="6106088" y="61504"/>
                  </a:lnTo>
                  <a:lnTo>
                    <a:pt x="6161303" y="55972"/>
                  </a:lnTo>
                  <a:lnTo>
                    <a:pt x="6215960" y="50625"/>
                  </a:lnTo>
                  <a:lnTo>
                    <a:pt x="6269909" y="45535"/>
                  </a:lnTo>
                  <a:lnTo>
                    <a:pt x="6323117" y="40757"/>
                  </a:lnTo>
                  <a:lnTo>
                    <a:pt x="6375687" y="36329"/>
                  </a:lnTo>
                  <a:lnTo>
                    <a:pt x="6427885" y="32272"/>
                  </a:lnTo>
                  <a:lnTo>
                    <a:pt x="6480163" y="28593"/>
                  </a:lnTo>
                  <a:lnTo>
                    <a:pt x="6515891" y="26315"/>
                  </a:lnTo>
                  <a:lnTo>
                    <a:pt x="6564307" y="23544"/>
                  </a:lnTo>
                  <a:lnTo>
                    <a:pt x="6614468" y="21064"/>
                  </a:lnTo>
                  <a:lnTo>
                    <a:pt x="6667230" y="18858"/>
                  </a:lnTo>
                  <a:lnTo>
                    <a:pt x="6723545" y="16899"/>
                  </a:lnTo>
                  <a:lnTo>
                    <a:pt x="6784375" y="15158"/>
                  </a:lnTo>
                  <a:lnTo>
                    <a:pt x="6850596" y="13606"/>
                  </a:lnTo>
                  <a:lnTo>
                    <a:pt x="6922883" y="12219"/>
                  </a:lnTo>
                  <a:lnTo>
                    <a:pt x="7001543" y="10979"/>
                  </a:lnTo>
                  <a:lnTo>
                    <a:pt x="7086309" y="9872"/>
                  </a:lnTo>
                  <a:lnTo>
                    <a:pt x="7176099" y="8892"/>
                  </a:lnTo>
                  <a:lnTo>
                    <a:pt x="7268796" y="8035"/>
                  </a:lnTo>
                  <a:lnTo>
                    <a:pt x="7361161" y="7305"/>
                  </a:lnTo>
                  <a:lnTo>
                    <a:pt x="7448991" y="6704"/>
                  </a:lnTo>
                  <a:lnTo>
                    <a:pt x="7527639" y="6234"/>
                  </a:lnTo>
                  <a:lnTo>
                    <a:pt x="7592855" y="5890"/>
                  </a:lnTo>
                  <a:lnTo>
                    <a:pt x="7641767" y="5660"/>
                  </a:lnTo>
                  <a:lnTo>
                    <a:pt x="7673661" y="5527"/>
                  </a:lnTo>
                  <a:lnTo>
                    <a:pt x="7690310" y="5464"/>
                  </a:lnTo>
                  <a:lnTo>
                    <a:pt x="7695819" y="54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4"/>
                  </a:lnTo>
                  <a:lnTo>
                    <a:pt x="7686438" y="33"/>
                  </a:lnTo>
                  <a:lnTo>
                    <a:pt x="7665256" y="116"/>
                  </a:lnTo>
                  <a:lnTo>
                    <a:pt x="7627994" y="278"/>
                  </a:lnTo>
                  <a:lnTo>
                    <a:pt x="7573678" y="542"/>
                  </a:lnTo>
                  <a:lnTo>
                    <a:pt x="7503770" y="926"/>
                  </a:lnTo>
                  <a:lnTo>
                    <a:pt x="7421685" y="1438"/>
                  </a:lnTo>
                  <a:lnTo>
                    <a:pt x="7331906" y="2080"/>
                  </a:lnTo>
                  <a:lnTo>
                    <a:pt x="7239018" y="2851"/>
                  </a:lnTo>
                  <a:lnTo>
                    <a:pt x="7146951" y="3747"/>
                  </a:lnTo>
                  <a:lnTo>
                    <a:pt x="7058590" y="4768"/>
                  </a:lnTo>
                  <a:lnTo>
                    <a:pt x="6975702" y="5916"/>
                  </a:lnTo>
                  <a:lnTo>
                    <a:pt x="6899083" y="7201"/>
                  </a:lnTo>
                  <a:lnTo>
                    <a:pt x="6828790" y="8639"/>
                  </a:lnTo>
                  <a:lnTo>
                    <a:pt x="6764379" y="10248"/>
                  </a:lnTo>
                  <a:lnTo>
                    <a:pt x="6705094" y="12056"/>
                  </a:lnTo>
                  <a:lnTo>
                    <a:pt x="6650021" y="14091"/>
                  </a:lnTo>
                  <a:lnTo>
                    <a:pt x="6598191" y="16382"/>
                  </a:lnTo>
                  <a:lnTo>
                    <a:pt x="6548674" y="18954"/>
                  </a:lnTo>
                  <a:lnTo>
                    <a:pt x="6515891" y="20870"/>
                  </a:lnTo>
                  <a:lnTo>
                    <a:pt x="6463197" y="24299"/>
                  </a:lnTo>
                  <a:lnTo>
                    <a:pt x="6411007" y="28099"/>
                  </a:lnTo>
                  <a:lnTo>
                    <a:pt x="6358728" y="32277"/>
                  </a:lnTo>
                  <a:lnTo>
                    <a:pt x="6305973" y="36822"/>
                  </a:lnTo>
                  <a:lnTo>
                    <a:pt x="6252530" y="41706"/>
                  </a:lnTo>
                  <a:lnTo>
                    <a:pt x="6198341" y="46886"/>
                  </a:lnTo>
                  <a:lnTo>
                    <a:pt x="6143483" y="52301"/>
                  </a:lnTo>
                  <a:lnTo>
                    <a:pt x="6088134" y="57877"/>
                  </a:lnTo>
                  <a:lnTo>
                    <a:pt x="6032546" y="63528"/>
                  </a:lnTo>
                  <a:lnTo>
                    <a:pt x="5977005" y="69164"/>
                  </a:lnTo>
                  <a:lnTo>
                    <a:pt x="5921789" y="74696"/>
                  </a:lnTo>
                  <a:lnTo>
                    <a:pt x="5867133" y="80043"/>
                  </a:lnTo>
                  <a:lnTo>
                    <a:pt x="5813183" y="85133"/>
                  </a:lnTo>
                  <a:lnTo>
                    <a:pt x="5759976" y="89911"/>
                  </a:lnTo>
                  <a:lnTo>
                    <a:pt x="5707406" y="94339"/>
                  </a:lnTo>
                  <a:lnTo>
                    <a:pt x="5655207" y="98395"/>
                  </a:lnTo>
                  <a:lnTo>
                    <a:pt x="5602930" y="102074"/>
                  </a:lnTo>
                  <a:lnTo>
                    <a:pt x="5567201" y="104353"/>
                  </a:lnTo>
                  <a:lnTo>
                    <a:pt x="5518785" y="107124"/>
                  </a:lnTo>
                  <a:lnTo>
                    <a:pt x="5468624" y="109604"/>
                  </a:lnTo>
                  <a:lnTo>
                    <a:pt x="5415863" y="111810"/>
                  </a:lnTo>
                  <a:lnTo>
                    <a:pt x="5359547" y="113769"/>
                  </a:lnTo>
                  <a:lnTo>
                    <a:pt x="5298718" y="115510"/>
                  </a:lnTo>
                  <a:lnTo>
                    <a:pt x="5232496" y="117062"/>
                  </a:lnTo>
                  <a:lnTo>
                    <a:pt x="5160210" y="118449"/>
                  </a:lnTo>
                  <a:lnTo>
                    <a:pt x="5081550" y="119689"/>
                  </a:lnTo>
                  <a:lnTo>
                    <a:pt x="4996783" y="120796"/>
                  </a:lnTo>
                  <a:lnTo>
                    <a:pt x="4906993" y="121776"/>
                  </a:lnTo>
                  <a:lnTo>
                    <a:pt x="4814296" y="122633"/>
                  </a:lnTo>
                  <a:lnTo>
                    <a:pt x="4721932" y="123363"/>
                  </a:lnTo>
                  <a:lnTo>
                    <a:pt x="4634101" y="123964"/>
                  </a:lnTo>
                  <a:lnTo>
                    <a:pt x="4555453" y="124434"/>
                  </a:lnTo>
                  <a:lnTo>
                    <a:pt x="4490237" y="124778"/>
                  </a:lnTo>
                  <a:lnTo>
                    <a:pt x="4441326" y="125007"/>
                  </a:lnTo>
                  <a:lnTo>
                    <a:pt x="4409431" y="125141"/>
                  </a:lnTo>
                  <a:lnTo>
                    <a:pt x="4392783" y="125204"/>
                  </a:lnTo>
                  <a:lnTo>
                    <a:pt x="4387273" y="125222"/>
                  </a:lnTo>
                  <a:lnTo>
                    <a:pt x="4386855" y="125224"/>
                  </a:lnTo>
                  <a:lnTo>
                    <a:pt x="3848118" y="125224"/>
                  </a:lnTo>
                  <a:lnTo>
                    <a:pt x="3847195" y="125319"/>
                  </a:lnTo>
                  <a:lnTo>
                    <a:pt x="3841123" y="125995"/>
                  </a:lnTo>
                  <a:lnTo>
                    <a:pt x="3825811" y="127865"/>
                  </a:lnTo>
                  <a:lnTo>
                    <a:pt x="3798428" y="131545"/>
                  </a:lnTo>
                  <a:lnTo>
                    <a:pt x="3757606" y="137606"/>
                  </a:lnTo>
                  <a:lnTo>
                    <a:pt x="3703548" y="146513"/>
                  </a:lnTo>
                  <a:lnTo>
                    <a:pt x="3637897" y="158579"/>
                  </a:lnTo>
                  <a:lnTo>
                    <a:pt x="3563358" y="173961"/>
                  </a:lnTo>
                  <a:lnTo>
                    <a:pt x="3483165" y="192683"/>
                  </a:lnTo>
                  <a:lnTo>
                    <a:pt x="3400543" y="214690"/>
                  </a:lnTo>
                  <a:lnTo>
                    <a:pt x="3318300" y="239909"/>
                  </a:lnTo>
                  <a:lnTo>
                    <a:pt x="3238593" y="268309"/>
                  </a:lnTo>
                  <a:lnTo>
                    <a:pt x="3162870" y="299937"/>
                  </a:lnTo>
                  <a:lnTo>
                    <a:pt x="3091930" y="334950"/>
                  </a:lnTo>
                  <a:lnTo>
                    <a:pt x="3026041" y="373622"/>
                  </a:lnTo>
                  <a:lnTo>
                    <a:pt x="2965080" y="416346"/>
                  </a:lnTo>
                  <a:lnTo>
                    <a:pt x="2908655" y="463627"/>
                  </a:lnTo>
                  <a:lnTo>
                    <a:pt x="2856205" y="516065"/>
                  </a:lnTo>
                  <a:lnTo>
                    <a:pt x="2807078" y="574322"/>
                  </a:lnTo>
                  <a:lnTo>
                    <a:pt x="2760592" y="639073"/>
                  </a:lnTo>
                  <a:lnTo>
                    <a:pt x="2716082" y="710909"/>
                  </a:lnTo>
                  <a:lnTo>
                    <a:pt x="2672949" y="790194"/>
                  </a:lnTo>
                  <a:lnTo>
                    <a:pt x="2667772" y="800346"/>
                  </a:lnTo>
                  <a:lnTo>
                    <a:pt x="2637273" y="862870"/>
                  </a:lnTo>
                  <a:lnTo>
                    <a:pt x="2607044" y="929347"/>
                  </a:lnTo>
                  <a:lnTo>
                    <a:pt x="2576943" y="999857"/>
                  </a:lnTo>
                  <a:lnTo>
                    <a:pt x="2546854" y="1074434"/>
                  </a:lnTo>
                  <a:lnTo>
                    <a:pt x="2516686" y="1153062"/>
                  </a:lnTo>
                  <a:lnTo>
                    <a:pt x="2486368" y="1235667"/>
                  </a:lnTo>
                  <a:lnTo>
                    <a:pt x="2455849" y="1322119"/>
                  </a:lnTo>
                  <a:lnTo>
                    <a:pt x="2425096" y="1412224"/>
                  </a:lnTo>
                  <a:lnTo>
                    <a:pt x="2394095" y="1505728"/>
                  </a:lnTo>
                  <a:lnTo>
                    <a:pt x="2362845" y="1602313"/>
                  </a:lnTo>
                  <a:lnTo>
                    <a:pt x="2331361" y="1701604"/>
                  </a:lnTo>
                  <a:lnTo>
                    <a:pt x="2299669" y="1803170"/>
                  </a:lnTo>
                  <a:lnTo>
                    <a:pt x="2267807" y="1906536"/>
                  </a:lnTo>
                  <a:lnTo>
                    <a:pt x="2235821" y="2011186"/>
                  </a:lnTo>
                  <a:lnTo>
                    <a:pt x="2203761" y="2116577"/>
                  </a:lnTo>
                  <a:lnTo>
                    <a:pt x="2171683" y="2222149"/>
                  </a:lnTo>
                  <a:lnTo>
                    <a:pt x="2139643" y="2327340"/>
                  </a:lnTo>
                  <a:lnTo>
                    <a:pt x="2107695" y="2431594"/>
                  </a:lnTo>
                  <a:lnTo>
                    <a:pt x="2075888" y="2534377"/>
                  </a:lnTo>
                  <a:lnTo>
                    <a:pt x="2044267" y="2635187"/>
                  </a:lnTo>
                  <a:lnTo>
                    <a:pt x="2012863" y="2733561"/>
                  </a:lnTo>
                  <a:lnTo>
                    <a:pt x="1981701" y="2829090"/>
                  </a:lnTo>
                  <a:lnTo>
                    <a:pt x="1950789" y="2921418"/>
                  </a:lnTo>
                  <a:lnTo>
                    <a:pt x="1920122" y="3010250"/>
                  </a:lnTo>
                  <a:lnTo>
                    <a:pt x="1889679" y="3095352"/>
                  </a:lnTo>
                  <a:lnTo>
                    <a:pt x="1859421" y="3176554"/>
                  </a:lnTo>
                  <a:lnTo>
                    <a:pt x="1829291" y="3253746"/>
                  </a:lnTo>
                  <a:lnTo>
                    <a:pt x="1799209" y="3326875"/>
                  </a:lnTo>
                  <a:lnTo>
                    <a:pt x="1769077" y="3395944"/>
                  </a:lnTo>
                  <a:lnTo>
                    <a:pt x="1738770" y="3461003"/>
                  </a:lnTo>
                  <a:lnTo>
                    <a:pt x="1719082" y="3500835"/>
                  </a:lnTo>
                  <a:lnTo>
                    <a:pt x="1676081" y="3581030"/>
                  </a:lnTo>
                  <a:lnTo>
                    <a:pt x="1631769" y="3653760"/>
                  </a:lnTo>
                  <a:lnTo>
                    <a:pt x="1585558" y="3719344"/>
                  </a:lnTo>
                  <a:lnTo>
                    <a:pt x="1536789" y="3778356"/>
                  </a:lnTo>
                  <a:lnTo>
                    <a:pt x="1484778" y="3831465"/>
                  </a:lnTo>
                  <a:lnTo>
                    <a:pt x="1428869" y="3879339"/>
                  </a:lnTo>
                  <a:lnTo>
                    <a:pt x="1368485" y="3922588"/>
                  </a:lnTo>
                  <a:lnTo>
                    <a:pt x="1303209" y="3961730"/>
                  </a:lnTo>
                  <a:lnTo>
                    <a:pt x="1232878" y="3997171"/>
                  </a:lnTo>
                  <a:lnTo>
                    <a:pt x="1157706" y="4029200"/>
                  </a:lnTo>
                  <a:lnTo>
                    <a:pt x="1078419" y="4057988"/>
                  </a:lnTo>
                  <a:lnTo>
                    <a:pt x="996384" y="4083594"/>
                  </a:lnTo>
                  <a:lnTo>
                    <a:pt x="913670" y="4105995"/>
                  </a:lnTo>
                  <a:lnTo>
                    <a:pt x="833014" y="4125121"/>
                  </a:lnTo>
                  <a:lnTo>
                    <a:pt x="757610" y="4140910"/>
                  </a:lnTo>
                  <a:lnTo>
                    <a:pt x="690718" y="4153374"/>
                  </a:lnTo>
                  <a:lnTo>
                    <a:pt x="635137" y="4162651"/>
                  </a:lnTo>
                  <a:lnTo>
                    <a:pt x="592663" y="4169037"/>
                  </a:lnTo>
                  <a:lnTo>
                    <a:pt x="563687" y="4172978"/>
                  </a:lnTo>
                  <a:lnTo>
                    <a:pt x="547031" y="4175035"/>
                  </a:lnTo>
                  <a:lnTo>
                    <a:pt x="540030" y="4175823"/>
                  </a:lnTo>
                  <a:lnTo>
                    <a:pt x="538736" y="4175957"/>
                  </a:lnTo>
                  <a:lnTo>
                    <a:pt x="0" y="4175957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23" name="pl1623"/>
            <p:cNvSpPr/>
            <p:nvPr/>
          </p:nvSpPr>
          <p:spPr>
            <a:xfrm>
              <a:off x="546595" y="717789"/>
              <a:ext cx="8234974" cy="4175957"/>
            </a:xfrm>
            <a:custGeom>
              <a:avLst/>
              <a:pathLst>
                <a:path w="8234974" h="4175957">
                  <a:moveTo>
                    <a:pt x="0" y="4175957"/>
                  </a:moveTo>
                  <a:lnTo>
                    <a:pt x="538736" y="4175957"/>
                  </a:lnTo>
                  <a:lnTo>
                    <a:pt x="539660" y="4175862"/>
                  </a:lnTo>
                  <a:lnTo>
                    <a:pt x="545732" y="4175186"/>
                  </a:lnTo>
                  <a:lnTo>
                    <a:pt x="561044" y="4173316"/>
                  </a:lnTo>
                  <a:lnTo>
                    <a:pt x="588427" y="4169636"/>
                  </a:lnTo>
                  <a:lnTo>
                    <a:pt x="629249" y="4163575"/>
                  </a:lnTo>
                  <a:lnTo>
                    <a:pt x="683307" y="4154668"/>
                  </a:lnTo>
                  <a:lnTo>
                    <a:pt x="748958" y="4142602"/>
                  </a:lnTo>
                  <a:lnTo>
                    <a:pt x="823496" y="4127220"/>
                  </a:lnTo>
                  <a:lnTo>
                    <a:pt x="903690" y="4108498"/>
                  </a:lnTo>
                  <a:lnTo>
                    <a:pt x="986311" y="4086491"/>
                  </a:lnTo>
                  <a:lnTo>
                    <a:pt x="1068555" y="4061272"/>
                  </a:lnTo>
                  <a:lnTo>
                    <a:pt x="1148262" y="4032872"/>
                  </a:lnTo>
                  <a:lnTo>
                    <a:pt x="1223985" y="4001244"/>
                  </a:lnTo>
                  <a:lnTo>
                    <a:pt x="1294925" y="3966231"/>
                  </a:lnTo>
                  <a:lnTo>
                    <a:pt x="1360814" y="3927559"/>
                  </a:lnTo>
                  <a:lnTo>
                    <a:pt x="1421774" y="3884835"/>
                  </a:lnTo>
                  <a:lnTo>
                    <a:pt x="1478199" y="3837554"/>
                  </a:lnTo>
                  <a:lnTo>
                    <a:pt x="1530650" y="3785116"/>
                  </a:lnTo>
                  <a:lnTo>
                    <a:pt x="1579777" y="3726859"/>
                  </a:lnTo>
                  <a:lnTo>
                    <a:pt x="1626263" y="3662108"/>
                  </a:lnTo>
                  <a:lnTo>
                    <a:pt x="1670773" y="3590272"/>
                  </a:lnTo>
                  <a:lnTo>
                    <a:pt x="1713906" y="3510987"/>
                  </a:lnTo>
                  <a:lnTo>
                    <a:pt x="1719082" y="3500835"/>
                  </a:lnTo>
                  <a:lnTo>
                    <a:pt x="1749581" y="3438311"/>
                  </a:lnTo>
                  <a:lnTo>
                    <a:pt x="1779810" y="3371834"/>
                  </a:lnTo>
                  <a:lnTo>
                    <a:pt x="1809912" y="3301324"/>
                  </a:lnTo>
                  <a:lnTo>
                    <a:pt x="1840000" y="3226747"/>
                  </a:lnTo>
                  <a:lnTo>
                    <a:pt x="1870168" y="3148119"/>
                  </a:lnTo>
                  <a:lnTo>
                    <a:pt x="1900487" y="3065514"/>
                  </a:lnTo>
                  <a:lnTo>
                    <a:pt x="1931006" y="2979062"/>
                  </a:lnTo>
                  <a:lnTo>
                    <a:pt x="1961758" y="2888957"/>
                  </a:lnTo>
                  <a:lnTo>
                    <a:pt x="1992759" y="2795453"/>
                  </a:lnTo>
                  <a:lnTo>
                    <a:pt x="2024009" y="2698868"/>
                  </a:lnTo>
                  <a:lnTo>
                    <a:pt x="2055493" y="2599577"/>
                  </a:lnTo>
                  <a:lnTo>
                    <a:pt x="2087185" y="2498011"/>
                  </a:lnTo>
                  <a:lnTo>
                    <a:pt x="2119047" y="2394645"/>
                  </a:lnTo>
                  <a:lnTo>
                    <a:pt x="2151034" y="2289995"/>
                  </a:lnTo>
                  <a:lnTo>
                    <a:pt x="2183094" y="2184604"/>
                  </a:lnTo>
                  <a:lnTo>
                    <a:pt x="2215172" y="2079032"/>
                  </a:lnTo>
                  <a:lnTo>
                    <a:pt x="2247212" y="1973841"/>
                  </a:lnTo>
                  <a:lnTo>
                    <a:pt x="2279160" y="1869587"/>
                  </a:lnTo>
                  <a:lnTo>
                    <a:pt x="2310966" y="1766804"/>
                  </a:lnTo>
                  <a:lnTo>
                    <a:pt x="2342588" y="1665994"/>
                  </a:lnTo>
                  <a:lnTo>
                    <a:pt x="2373991" y="1567620"/>
                  </a:lnTo>
                  <a:lnTo>
                    <a:pt x="2405153" y="1472091"/>
                  </a:lnTo>
                  <a:lnTo>
                    <a:pt x="2436065" y="1379763"/>
                  </a:lnTo>
                  <a:lnTo>
                    <a:pt x="2466732" y="1290931"/>
                  </a:lnTo>
                  <a:lnTo>
                    <a:pt x="2497175" y="1205829"/>
                  </a:lnTo>
                  <a:lnTo>
                    <a:pt x="2527433" y="1124627"/>
                  </a:lnTo>
                  <a:lnTo>
                    <a:pt x="2557564" y="1047435"/>
                  </a:lnTo>
                  <a:lnTo>
                    <a:pt x="2587645" y="974306"/>
                  </a:lnTo>
                  <a:lnTo>
                    <a:pt x="2617777" y="905237"/>
                  </a:lnTo>
                  <a:lnTo>
                    <a:pt x="2648085" y="840178"/>
                  </a:lnTo>
                  <a:lnTo>
                    <a:pt x="2667772" y="800346"/>
                  </a:lnTo>
                  <a:lnTo>
                    <a:pt x="2710773" y="720151"/>
                  </a:lnTo>
                  <a:lnTo>
                    <a:pt x="2755086" y="647421"/>
                  </a:lnTo>
                  <a:lnTo>
                    <a:pt x="2801297" y="581837"/>
                  </a:lnTo>
                  <a:lnTo>
                    <a:pt x="2850066" y="522825"/>
                  </a:lnTo>
                  <a:lnTo>
                    <a:pt x="2902076" y="469716"/>
                  </a:lnTo>
                  <a:lnTo>
                    <a:pt x="2957986" y="421842"/>
                  </a:lnTo>
                  <a:lnTo>
                    <a:pt x="3018370" y="378593"/>
                  </a:lnTo>
                  <a:lnTo>
                    <a:pt x="3083646" y="339451"/>
                  </a:lnTo>
                  <a:lnTo>
                    <a:pt x="3153977" y="304010"/>
                  </a:lnTo>
                  <a:lnTo>
                    <a:pt x="3229149" y="271981"/>
                  </a:lnTo>
                  <a:lnTo>
                    <a:pt x="3308435" y="243193"/>
                  </a:lnTo>
                  <a:lnTo>
                    <a:pt x="3390471" y="217587"/>
                  </a:lnTo>
                  <a:lnTo>
                    <a:pt x="3473185" y="195186"/>
                  </a:lnTo>
                  <a:lnTo>
                    <a:pt x="3553841" y="176060"/>
                  </a:lnTo>
                  <a:lnTo>
                    <a:pt x="3629245" y="160271"/>
                  </a:lnTo>
                  <a:lnTo>
                    <a:pt x="3696137" y="147807"/>
                  </a:lnTo>
                  <a:lnTo>
                    <a:pt x="3751718" y="138530"/>
                  </a:lnTo>
                  <a:lnTo>
                    <a:pt x="3794191" y="132144"/>
                  </a:lnTo>
                  <a:lnTo>
                    <a:pt x="3823167" y="128203"/>
                  </a:lnTo>
                  <a:lnTo>
                    <a:pt x="3839823" y="126146"/>
                  </a:lnTo>
                  <a:lnTo>
                    <a:pt x="3846824" y="125358"/>
                  </a:lnTo>
                  <a:lnTo>
                    <a:pt x="3848117" y="125224"/>
                  </a:lnTo>
                  <a:lnTo>
                    <a:pt x="3848118" y="125224"/>
                  </a:lnTo>
                  <a:lnTo>
                    <a:pt x="4386855" y="125224"/>
                  </a:lnTo>
                  <a:lnTo>
                    <a:pt x="4388158" y="125220"/>
                  </a:lnTo>
                  <a:lnTo>
                    <a:pt x="4396655" y="125190"/>
                  </a:lnTo>
                  <a:lnTo>
                    <a:pt x="4417836" y="125107"/>
                  </a:lnTo>
                  <a:lnTo>
                    <a:pt x="4455098" y="124946"/>
                  </a:lnTo>
                  <a:lnTo>
                    <a:pt x="4509415" y="124681"/>
                  </a:lnTo>
                  <a:lnTo>
                    <a:pt x="4579323" y="124298"/>
                  </a:lnTo>
                  <a:lnTo>
                    <a:pt x="4661407" y="123786"/>
                  </a:lnTo>
                  <a:lnTo>
                    <a:pt x="4751186" y="123143"/>
                  </a:lnTo>
                  <a:lnTo>
                    <a:pt x="4844075" y="122372"/>
                  </a:lnTo>
                  <a:lnTo>
                    <a:pt x="4936141" y="121476"/>
                  </a:lnTo>
                  <a:lnTo>
                    <a:pt x="5024502" y="120456"/>
                  </a:lnTo>
                  <a:lnTo>
                    <a:pt x="5107390" y="119307"/>
                  </a:lnTo>
                  <a:lnTo>
                    <a:pt x="5184009" y="118022"/>
                  </a:lnTo>
                  <a:lnTo>
                    <a:pt x="5254302" y="116585"/>
                  </a:lnTo>
                  <a:lnTo>
                    <a:pt x="5318714" y="114975"/>
                  </a:lnTo>
                  <a:lnTo>
                    <a:pt x="5377998" y="113167"/>
                  </a:lnTo>
                  <a:lnTo>
                    <a:pt x="5433072" y="111133"/>
                  </a:lnTo>
                  <a:lnTo>
                    <a:pt x="5484901" y="108842"/>
                  </a:lnTo>
                  <a:lnTo>
                    <a:pt x="5534418" y="106270"/>
                  </a:lnTo>
                  <a:lnTo>
                    <a:pt x="5567201" y="104353"/>
                  </a:lnTo>
                  <a:lnTo>
                    <a:pt x="5619895" y="100925"/>
                  </a:lnTo>
                  <a:lnTo>
                    <a:pt x="5672085" y="97124"/>
                  </a:lnTo>
                  <a:lnTo>
                    <a:pt x="5724364" y="92946"/>
                  </a:lnTo>
                  <a:lnTo>
                    <a:pt x="5777119" y="88402"/>
                  </a:lnTo>
                  <a:lnTo>
                    <a:pt x="5830563" y="83517"/>
                  </a:lnTo>
                  <a:lnTo>
                    <a:pt x="5884751" y="78337"/>
                  </a:lnTo>
                  <a:lnTo>
                    <a:pt x="5939610" y="72922"/>
                  </a:lnTo>
                  <a:lnTo>
                    <a:pt x="5994959" y="67347"/>
                  </a:lnTo>
                  <a:lnTo>
                    <a:pt x="6050547" y="61696"/>
                  </a:lnTo>
                  <a:lnTo>
                    <a:pt x="6106088" y="56060"/>
                  </a:lnTo>
                  <a:lnTo>
                    <a:pt x="6161303" y="50527"/>
                  </a:lnTo>
                  <a:lnTo>
                    <a:pt x="6215960" y="45181"/>
                  </a:lnTo>
                  <a:lnTo>
                    <a:pt x="6269909" y="40090"/>
                  </a:lnTo>
                  <a:lnTo>
                    <a:pt x="6323117" y="35312"/>
                  </a:lnTo>
                  <a:lnTo>
                    <a:pt x="6375687" y="30884"/>
                  </a:lnTo>
                  <a:lnTo>
                    <a:pt x="6427885" y="26828"/>
                  </a:lnTo>
                  <a:lnTo>
                    <a:pt x="6480163" y="23149"/>
                  </a:lnTo>
                  <a:lnTo>
                    <a:pt x="6515891" y="20870"/>
                  </a:lnTo>
                  <a:lnTo>
                    <a:pt x="6564307" y="18100"/>
                  </a:lnTo>
                  <a:lnTo>
                    <a:pt x="6614468" y="15620"/>
                  </a:lnTo>
                  <a:lnTo>
                    <a:pt x="6667230" y="13414"/>
                  </a:lnTo>
                  <a:lnTo>
                    <a:pt x="6723545" y="11455"/>
                  </a:lnTo>
                  <a:lnTo>
                    <a:pt x="6784375" y="9713"/>
                  </a:lnTo>
                  <a:lnTo>
                    <a:pt x="6850596" y="8161"/>
                  </a:lnTo>
                  <a:lnTo>
                    <a:pt x="6922883" y="6775"/>
                  </a:lnTo>
                  <a:lnTo>
                    <a:pt x="7001543" y="5534"/>
                  </a:lnTo>
                  <a:lnTo>
                    <a:pt x="7086309" y="4428"/>
                  </a:lnTo>
                  <a:lnTo>
                    <a:pt x="7176099" y="3447"/>
                  </a:lnTo>
                  <a:lnTo>
                    <a:pt x="7268796" y="2591"/>
                  </a:lnTo>
                  <a:lnTo>
                    <a:pt x="7361161" y="1861"/>
                  </a:lnTo>
                  <a:lnTo>
                    <a:pt x="7448991" y="1260"/>
                  </a:lnTo>
                  <a:lnTo>
                    <a:pt x="7527639" y="789"/>
                  </a:lnTo>
                  <a:lnTo>
                    <a:pt x="7592855" y="445"/>
                  </a:lnTo>
                  <a:lnTo>
                    <a:pt x="7641767" y="216"/>
                  </a:lnTo>
                  <a:lnTo>
                    <a:pt x="7673661" y="82"/>
                  </a:lnTo>
                  <a:lnTo>
                    <a:pt x="7690310" y="20"/>
                  </a:lnTo>
                  <a:lnTo>
                    <a:pt x="7695819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4" name="pl1624"/>
            <p:cNvSpPr/>
            <p:nvPr/>
          </p:nvSpPr>
          <p:spPr>
            <a:xfrm>
              <a:off x="546595" y="712345"/>
              <a:ext cx="8234974" cy="4175957"/>
            </a:xfrm>
            <a:custGeom>
              <a:avLst/>
              <a:pathLst>
                <a:path w="8234974" h="4175957">
                  <a:moveTo>
                    <a:pt x="8234974" y="0"/>
                  </a:moveTo>
                  <a:lnTo>
                    <a:pt x="7696237" y="0"/>
                  </a:lnTo>
                  <a:lnTo>
                    <a:pt x="7694935" y="4"/>
                  </a:lnTo>
                  <a:lnTo>
                    <a:pt x="7686438" y="33"/>
                  </a:lnTo>
                  <a:lnTo>
                    <a:pt x="7665256" y="116"/>
                  </a:lnTo>
                  <a:lnTo>
                    <a:pt x="7627994" y="278"/>
                  </a:lnTo>
                  <a:lnTo>
                    <a:pt x="7573678" y="542"/>
                  </a:lnTo>
                  <a:lnTo>
                    <a:pt x="7503770" y="926"/>
                  </a:lnTo>
                  <a:lnTo>
                    <a:pt x="7421685" y="1438"/>
                  </a:lnTo>
                  <a:lnTo>
                    <a:pt x="7331906" y="2080"/>
                  </a:lnTo>
                  <a:lnTo>
                    <a:pt x="7239018" y="2851"/>
                  </a:lnTo>
                  <a:lnTo>
                    <a:pt x="7146951" y="3747"/>
                  </a:lnTo>
                  <a:lnTo>
                    <a:pt x="7058590" y="4768"/>
                  </a:lnTo>
                  <a:lnTo>
                    <a:pt x="6975702" y="5916"/>
                  </a:lnTo>
                  <a:lnTo>
                    <a:pt x="6899083" y="7201"/>
                  </a:lnTo>
                  <a:lnTo>
                    <a:pt x="6828790" y="8639"/>
                  </a:lnTo>
                  <a:lnTo>
                    <a:pt x="6764379" y="10248"/>
                  </a:lnTo>
                  <a:lnTo>
                    <a:pt x="6705094" y="12056"/>
                  </a:lnTo>
                  <a:lnTo>
                    <a:pt x="6650021" y="14091"/>
                  </a:lnTo>
                  <a:lnTo>
                    <a:pt x="6598191" y="16382"/>
                  </a:lnTo>
                  <a:lnTo>
                    <a:pt x="6548674" y="18954"/>
                  </a:lnTo>
                  <a:lnTo>
                    <a:pt x="6515891" y="20870"/>
                  </a:lnTo>
                  <a:lnTo>
                    <a:pt x="6463197" y="24299"/>
                  </a:lnTo>
                  <a:lnTo>
                    <a:pt x="6411007" y="28099"/>
                  </a:lnTo>
                  <a:lnTo>
                    <a:pt x="6358728" y="32277"/>
                  </a:lnTo>
                  <a:lnTo>
                    <a:pt x="6305973" y="36822"/>
                  </a:lnTo>
                  <a:lnTo>
                    <a:pt x="6252530" y="41706"/>
                  </a:lnTo>
                  <a:lnTo>
                    <a:pt x="6198341" y="46886"/>
                  </a:lnTo>
                  <a:lnTo>
                    <a:pt x="6143483" y="52301"/>
                  </a:lnTo>
                  <a:lnTo>
                    <a:pt x="6088134" y="57877"/>
                  </a:lnTo>
                  <a:lnTo>
                    <a:pt x="6032546" y="63528"/>
                  </a:lnTo>
                  <a:lnTo>
                    <a:pt x="5977005" y="69164"/>
                  </a:lnTo>
                  <a:lnTo>
                    <a:pt x="5921789" y="74696"/>
                  </a:lnTo>
                  <a:lnTo>
                    <a:pt x="5867133" y="80043"/>
                  </a:lnTo>
                  <a:lnTo>
                    <a:pt x="5813183" y="85133"/>
                  </a:lnTo>
                  <a:lnTo>
                    <a:pt x="5759976" y="89911"/>
                  </a:lnTo>
                  <a:lnTo>
                    <a:pt x="5707406" y="94339"/>
                  </a:lnTo>
                  <a:lnTo>
                    <a:pt x="5655207" y="98395"/>
                  </a:lnTo>
                  <a:lnTo>
                    <a:pt x="5602930" y="102074"/>
                  </a:lnTo>
                  <a:lnTo>
                    <a:pt x="5567201" y="104353"/>
                  </a:lnTo>
                  <a:lnTo>
                    <a:pt x="5518785" y="107124"/>
                  </a:lnTo>
                  <a:lnTo>
                    <a:pt x="5468624" y="109604"/>
                  </a:lnTo>
                  <a:lnTo>
                    <a:pt x="5415863" y="111810"/>
                  </a:lnTo>
                  <a:lnTo>
                    <a:pt x="5359547" y="113769"/>
                  </a:lnTo>
                  <a:lnTo>
                    <a:pt x="5298718" y="115510"/>
                  </a:lnTo>
                  <a:lnTo>
                    <a:pt x="5232496" y="117062"/>
                  </a:lnTo>
                  <a:lnTo>
                    <a:pt x="5160210" y="118449"/>
                  </a:lnTo>
                  <a:lnTo>
                    <a:pt x="5081550" y="119689"/>
                  </a:lnTo>
                  <a:lnTo>
                    <a:pt x="4996783" y="120796"/>
                  </a:lnTo>
                  <a:lnTo>
                    <a:pt x="4906993" y="121776"/>
                  </a:lnTo>
                  <a:lnTo>
                    <a:pt x="4814296" y="122633"/>
                  </a:lnTo>
                  <a:lnTo>
                    <a:pt x="4721932" y="123363"/>
                  </a:lnTo>
                  <a:lnTo>
                    <a:pt x="4634101" y="123964"/>
                  </a:lnTo>
                  <a:lnTo>
                    <a:pt x="4555453" y="124434"/>
                  </a:lnTo>
                  <a:lnTo>
                    <a:pt x="4490237" y="124778"/>
                  </a:lnTo>
                  <a:lnTo>
                    <a:pt x="4441326" y="125007"/>
                  </a:lnTo>
                  <a:lnTo>
                    <a:pt x="4409431" y="125141"/>
                  </a:lnTo>
                  <a:lnTo>
                    <a:pt x="4392783" y="125204"/>
                  </a:lnTo>
                  <a:lnTo>
                    <a:pt x="4387273" y="125222"/>
                  </a:lnTo>
                  <a:lnTo>
                    <a:pt x="4386855" y="125224"/>
                  </a:lnTo>
                  <a:lnTo>
                    <a:pt x="3848118" y="125224"/>
                  </a:lnTo>
                  <a:lnTo>
                    <a:pt x="3847195" y="125319"/>
                  </a:lnTo>
                  <a:lnTo>
                    <a:pt x="3841123" y="125995"/>
                  </a:lnTo>
                  <a:lnTo>
                    <a:pt x="3825811" y="127865"/>
                  </a:lnTo>
                  <a:lnTo>
                    <a:pt x="3798428" y="131545"/>
                  </a:lnTo>
                  <a:lnTo>
                    <a:pt x="3757606" y="137606"/>
                  </a:lnTo>
                  <a:lnTo>
                    <a:pt x="3703548" y="146513"/>
                  </a:lnTo>
                  <a:lnTo>
                    <a:pt x="3637897" y="158579"/>
                  </a:lnTo>
                  <a:lnTo>
                    <a:pt x="3563358" y="173961"/>
                  </a:lnTo>
                  <a:lnTo>
                    <a:pt x="3483165" y="192683"/>
                  </a:lnTo>
                  <a:lnTo>
                    <a:pt x="3400543" y="214690"/>
                  </a:lnTo>
                  <a:lnTo>
                    <a:pt x="3318300" y="239909"/>
                  </a:lnTo>
                  <a:lnTo>
                    <a:pt x="3238593" y="268309"/>
                  </a:lnTo>
                  <a:lnTo>
                    <a:pt x="3162870" y="299937"/>
                  </a:lnTo>
                  <a:lnTo>
                    <a:pt x="3091930" y="334950"/>
                  </a:lnTo>
                  <a:lnTo>
                    <a:pt x="3026041" y="373622"/>
                  </a:lnTo>
                  <a:lnTo>
                    <a:pt x="2965080" y="416346"/>
                  </a:lnTo>
                  <a:lnTo>
                    <a:pt x="2908655" y="463627"/>
                  </a:lnTo>
                  <a:lnTo>
                    <a:pt x="2856205" y="516065"/>
                  </a:lnTo>
                  <a:lnTo>
                    <a:pt x="2807078" y="574322"/>
                  </a:lnTo>
                  <a:lnTo>
                    <a:pt x="2760592" y="639073"/>
                  </a:lnTo>
                  <a:lnTo>
                    <a:pt x="2716082" y="710909"/>
                  </a:lnTo>
                  <a:lnTo>
                    <a:pt x="2672949" y="790194"/>
                  </a:lnTo>
                  <a:lnTo>
                    <a:pt x="2667772" y="800346"/>
                  </a:lnTo>
                  <a:lnTo>
                    <a:pt x="2637273" y="862870"/>
                  </a:lnTo>
                  <a:lnTo>
                    <a:pt x="2607044" y="929347"/>
                  </a:lnTo>
                  <a:lnTo>
                    <a:pt x="2576943" y="999857"/>
                  </a:lnTo>
                  <a:lnTo>
                    <a:pt x="2546854" y="1074434"/>
                  </a:lnTo>
                  <a:lnTo>
                    <a:pt x="2516686" y="1153062"/>
                  </a:lnTo>
                  <a:lnTo>
                    <a:pt x="2486368" y="1235667"/>
                  </a:lnTo>
                  <a:lnTo>
                    <a:pt x="2455849" y="1322119"/>
                  </a:lnTo>
                  <a:lnTo>
                    <a:pt x="2425096" y="1412224"/>
                  </a:lnTo>
                  <a:lnTo>
                    <a:pt x="2394095" y="1505728"/>
                  </a:lnTo>
                  <a:lnTo>
                    <a:pt x="2362845" y="1602313"/>
                  </a:lnTo>
                  <a:lnTo>
                    <a:pt x="2331361" y="1701604"/>
                  </a:lnTo>
                  <a:lnTo>
                    <a:pt x="2299669" y="1803170"/>
                  </a:lnTo>
                  <a:lnTo>
                    <a:pt x="2267807" y="1906536"/>
                  </a:lnTo>
                  <a:lnTo>
                    <a:pt x="2235821" y="2011186"/>
                  </a:lnTo>
                  <a:lnTo>
                    <a:pt x="2203761" y="2116577"/>
                  </a:lnTo>
                  <a:lnTo>
                    <a:pt x="2171683" y="2222149"/>
                  </a:lnTo>
                  <a:lnTo>
                    <a:pt x="2139643" y="2327340"/>
                  </a:lnTo>
                  <a:lnTo>
                    <a:pt x="2107695" y="2431594"/>
                  </a:lnTo>
                  <a:lnTo>
                    <a:pt x="2075888" y="2534377"/>
                  </a:lnTo>
                  <a:lnTo>
                    <a:pt x="2044267" y="2635187"/>
                  </a:lnTo>
                  <a:lnTo>
                    <a:pt x="2012863" y="2733561"/>
                  </a:lnTo>
                  <a:lnTo>
                    <a:pt x="1981701" y="2829090"/>
                  </a:lnTo>
                  <a:lnTo>
                    <a:pt x="1950789" y="2921418"/>
                  </a:lnTo>
                  <a:lnTo>
                    <a:pt x="1920122" y="3010250"/>
                  </a:lnTo>
                  <a:lnTo>
                    <a:pt x="1889679" y="3095352"/>
                  </a:lnTo>
                  <a:lnTo>
                    <a:pt x="1859421" y="3176554"/>
                  </a:lnTo>
                  <a:lnTo>
                    <a:pt x="1829291" y="3253746"/>
                  </a:lnTo>
                  <a:lnTo>
                    <a:pt x="1799209" y="3326875"/>
                  </a:lnTo>
                  <a:lnTo>
                    <a:pt x="1769077" y="3395944"/>
                  </a:lnTo>
                  <a:lnTo>
                    <a:pt x="1738770" y="3461003"/>
                  </a:lnTo>
                  <a:lnTo>
                    <a:pt x="1719082" y="3500835"/>
                  </a:lnTo>
                  <a:lnTo>
                    <a:pt x="1676081" y="3581030"/>
                  </a:lnTo>
                  <a:lnTo>
                    <a:pt x="1631769" y="3653760"/>
                  </a:lnTo>
                  <a:lnTo>
                    <a:pt x="1585558" y="3719344"/>
                  </a:lnTo>
                  <a:lnTo>
                    <a:pt x="1536789" y="3778356"/>
                  </a:lnTo>
                  <a:lnTo>
                    <a:pt x="1484778" y="3831465"/>
                  </a:lnTo>
                  <a:lnTo>
                    <a:pt x="1428869" y="3879339"/>
                  </a:lnTo>
                  <a:lnTo>
                    <a:pt x="1368485" y="3922588"/>
                  </a:lnTo>
                  <a:lnTo>
                    <a:pt x="1303209" y="3961730"/>
                  </a:lnTo>
                  <a:lnTo>
                    <a:pt x="1232878" y="3997171"/>
                  </a:lnTo>
                  <a:lnTo>
                    <a:pt x="1157706" y="4029200"/>
                  </a:lnTo>
                  <a:lnTo>
                    <a:pt x="1078419" y="4057988"/>
                  </a:lnTo>
                  <a:lnTo>
                    <a:pt x="996384" y="4083594"/>
                  </a:lnTo>
                  <a:lnTo>
                    <a:pt x="913670" y="4105995"/>
                  </a:lnTo>
                  <a:lnTo>
                    <a:pt x="833014" y="4125121"/>
                  </a:lnTo>
                  <a:lnTo>
                    <a:pt x="757610" y="4140910"/>
                  </a:lnTo>
                  <a:lnTo>
                    <a:pt x="690718" y="4153374"/>
                  </a:lnTo>
                  <a:lnTo>
                    <a:pt x="635137" y="4162651"/>
                  </a:lnTo>
                  <a:lnTo>
                    <a:pt x="592663" y="4169037"/>
                  </a:lnTo>
                  <a:lnTo>
                    <a:pt x="563687" y="4172978"/>
                  </a:lnTo>
                  <a:lnTo>
                    <a:pt x="547031" y="4175035"/>
                  </a:lnTo>
                  <a:lnTo>
                    <a:pt x="540030" y="4175823"/>
                  </a:lnTo>
                  <a:lnTo>
                    <a:pt x="538738" y="4175957"/>
                  </a:lnTo>
                  <a:lnTo>
                    <a:pt x="538736" y="4175957"/>
                  </a:lnTo>
                  <a:lnTo>
                    <a:pt x="0" y="41759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5" name="pg1625"/>
            <p:cNvSpPr/>
            <p:nvPr/>
          </p:nvSpPr>
          <p:spPr>
            <a:xfrm>
              <a:off x="546595" y="935571"/>
              <a:ext cx="8234974" cy="3963620"/>
            </a:xfrm>
            <a:custGeom>
              <a:avLst/>
              <a:pathLst>
                <a:path w="8234974" h="3963620">
                  <a:moveTo>
                    <a:pt x="0" y="3963620"/>
                  </a:moveTo>
                  <a:lnTo>
                    <a:pt x="538736" y="3963620"/>
                  </a:lnTo>
                  <a:lnTo>
                    <a:pt x="539667" y="3963527"/>
                  </a:lnTo>
                  <a:lnTo>
                    <a:pt x="545786" y="3962861"/>
                  </a:lnTo>
                  <a:lnTo>
                    <a:pt x="561213" y="3961019"/>
                  </a:lnTo>
                  <a:lnTo>
                    <a:pt x="588792" y="3957394"/>
                  </a:lnTo>
                  <a:lnTo>
                    <a:pt x="629887" y="3951424"/>
                  </a:lnTo>
                  <a:lnTo>
                    <a:pt x="684276" y="3942654"/>
                  </a:lnTo>
                  <a:lnTo>
                    <a:pt x="750282" y="3930776"/>
                  </a:lnTo>
                  <a:lnTo>
                    <a:pt x="825166" y="3915639"/>
                  </a:lnTo>
                  <a:lnTo>
                    <a:pt x="905664" y="3897222"/>
                  </a:lnTo>
                  <a:lnTo>
                    <a:pt x="988529" y="3875579"/>
                  </a:lnTo>
                  <a:lnTo>
                    <a:pt x="1070946" y="3850783"/>
                  </a:lnTo>
                  <a:lnTo>
                    <a:pt x="1150762" y="3822862"/>
                  </a:lnTo>
                  <a:lnTo>
                    <a:pt x="1226536" y="3791766"/>
                  </a:lnTo>
                  <a:lnTo>
                    <a:pt x="1297485" y="3757337"/>
                  </a:lnTo>
                  <a:lnTo>
                    <a:pt x="1363354" y="3719301"/>
                  </a:lnTo>
                  <a:lnTo>
                    <a:pt x="1424280" y="3677267"/>
                  </a:lnTo>
                  <a:lnTo>
                    <a:pt x="1480668" y="3630732"/>
                  </a:lnTo>
                  <a:lnTo>
                    <a:pt x="1533088" y="3579103"/>
                  </a:lnTo>
                  <a:lnTo>
                    <a:pt x="1582199" y="3521725"/>
                  </a:lnTo>
                  <a:lnTo>
                    <a:pt x="1628690" y="3457935"/>
                  </a:lnTo>
                  <a:lnTo>
                    <a:pt x="1673229" y="3387158"/>
                  </a:lnTo>
                  <a:lnTo>
                    <a:pt x="1716414" y="3309055"/>
                  </a:lnTo>
                  <a:lnTo>
                    <a:pt x="1719082" y="3303924"/>
                  </a:lnTo>
                  <a:lnTo>
                    <a:pt x="1749894" y="3242179"/>
                  </a:lnTo>
                  <a:lnTo>
                    <a:pt x="1780432" y="3176490"/>
                  </a:lnTo>
                  <a:lnTo>
                    <a:pt x="1810842" y="3106777"/>
                  </a:lnTo>
                  <a:lnTo>
                    <a:pt x="1841243" y="3033007"/>
                  </a:lnTo>
                  <a:lnTo>
                    <a:pt x="1871728" y="2955200"/>
                  </a:lnTo>
                  <a:lnTo>
                    <a:pt x="1902369" y="2873430"/>
                  </a:lnTo>
                  <a:lnTo>
                    <a:pt x="1933218" y="2787834"/>
                  </a:lnTo>
                  <a:lnTo>
                    <a:pt x="1964307" y="2698610"/>
                  </a:lnTo>
                  <a:lnTo>
                    <a:pt x="1995650" y="2606021"/>
                  </a:lnTo>
                  <a:lnTo>
                    <a:pt x="2027246" y="2510391"/>
                  </a:lnTo>
                  <a:lnTo>
                    <a:pt x="2059079" y="2412104"/>
                  </a:lnTo>
                  <a:lnTo>
                    <a:pt x="2091120" y="2311598"/>
                  </a:lnTo>
                  <a:lnTo>
                    <a:pt x="2123330" y="2209360"/>
                  </a:lnTo>
                  <a:lnTo>
                    <a:pt x="2155660" y="2105913"/>
                  </a:lnTo>
                  <a:lnTo>
                    <a:pt x="2188057" y="2001806"/>
                  </a:lnTo>
                  <a:lnTo>
                    <a:pt x="2220463" y="1897606"/>
                  </a:lnTo>
                  <a:lnTo>
                    <a:pt x="2252822" y="1793878"/>
                  </a:lnTo>
                  <a:lnTo>
                    <a:pt x="2285077" y="1691179"/>
                  </a:lnTo>
                  <a:lnTo>
                    <a:pt x="2317179" y="1590044"/>
                  </a:lnTo>
                  <a:lnTo>
                    <a:pt x="2349085" y="1490971"/>
                  </a:lnTo>
                  <a:lnTo>
                    <a:pt x="2380762" y="1394415"/>
                  </a:lnTo>
                  <a:lnTo>
                    <a:pt x="2412190" y="1300779"/>
                  </a:lnTo>
                  <a:lnTo>
                    <a:pt x="2443362" y="1210408"/>
                  </a:lnTo>
                  <a:lnTo>
                    <a:pt x="2474288" y="1123584"/>
                  </a:lnTo>
                  <a:lnTo>
                    <a:pt x="2504993" y="1040529"/>
                  </a:lnTo>
                  <a:lnTo>
                    <a:pt x="2535523" y="961397"/>
                  </a:lnTo>
                  <a:lnTo>
                    <a:pt x="2565942" y="886284"/>
                  </a:lnTo>
                  <a:lnTo>
                    <a:pt x="2596337" y="815228"/>
                  </a:lnTo>
                  <a:lnTo>
                    <a:pt x="2626818" y="748213"/>
                  </a:lnTo>
                  <a:lnTo>
                    <a:pt x="2657521" y="685172"/>
                  </a:lnTo>
                  <a:lnTo>
                    <a:pt x="2667772" y="665140"/>
                  </a:lnTo>
                  <a:lnTo>
                    <a:pt x="2710890" y="586577"/>
                  </a:lnTo>
                  <a:lnTo>
                    <a:pt x="2755328" y="515348"/>
                  </a:lnTo>
                  <a:lnTo>
                    <a:pt x="2801677" y="451136"/>
                  </a:lnTo>
                  <a:lnTo>
                    <a:pt x="2850604" y="393375"/>
                  </a:lnTo>
                  <a:lnTo>
                    <a:pt x="2902797" y="341407"/>
                  </a:lnTo>
                  <a:lnTo>
                    <a:pt x="2958919" y="294572"/>
                  </a:lnTo>
                  <a:lnTo>
                    <a:pt x="3019547" y="252271"/>
                  </a:lnTo>
                  <a:lnTo>
                    <a:pt x="3085099" y="213998"/>
                  </a:lnTo>
                  <a:lnTo>
                    <a:pt x="3155733" y="179353"/>
                  </a:lnTo>
                  <a:lnTo>
                    <a:pt x="3231222" y="148054"/>
                  </a:lnTo>
                  <a:lnTo>
                    <a:pt x="3310820" y="119937"/>
                  </a:lnTo>
                  <a:lnTo>
                    <a:pt x="3393130" y="94945"/>
                  </a:lnTo>
                  <a:lnTo>
                    <a:pt x="3476044" y="73103"/>
                  </a:lnTo>
                  <a:lnTo>
                    <a:pt x="3556782" y="54482"/>
                  </a:lnTo>
                  <a:lnTo>
                    <a:pt x="3632115" y="39139"/>
                  </a:lnTo>
                  <a:lnTo>
                    <a:pt x="3698766" y="27060"/>
                  </a:lnTo>
                  <a:lnTo>
                    <a:pt x="3753944" y="18103"/>
                  </a:lnTo>
                  <a:lnTo>
                    <a:pt x="3795894" y="11970"/>
                  </a:lnTo>
                  <a:lnTo>
                    <a:pt x="3824295" y="8214"/>
                  </a:lnTo>
                  <a:lnTo>
                    <a:pt x="3840413" y="6278"/>
                  </a:lnTo>
                  <a:lnTo>
                    <a:pt x="3847006" y="555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7" y="5479"/>
                  </a:lnTo>
                  <a:lnTo>
                    <a:pt x="4396502" y="5727"/>
                  </a:lnTo>
                  <a:lnTo>
                    <a:pt x="4417366" y="6415"/>
                  </a:lnTo>
                  <a:lnTo>
                    <a:pt x="4454101" y="7764"/>
                  </a:lnTo>
                  <a:lnTo>
                    <a:pt x="4507712" y="9969"/>
                  </a:lnTo>
                  <a:lnTo>
                    <a:pt x="4576816" y="13172"/>
                  </a:lnTo>
                  <a:lnTo>
                    <a:pt x="4658097" y="17451"/>
                  </a:lnTo>
                  <a:lnTo>
                    <a:pt x="4747166" y="22823"/>
                  </a:lnTo>
                  <a:lnTo>
                    <a:pt x="4839499" y="29273"/>
                  </a:lnTo>
                  <a:lnTo>
                    <a:pt x="4931186" y="36775"/>
                  </a:lnTo>
                  <a:lnTo>
                    <a:pt x="5019334" y="45319"/>
                  </a:lnTo>
                  <a:lnTo>
                    <a:pt x="5102144" y="54932"/>
                  </a:lnTo>
                  <a:lnTo>
                    <a:pt x="5178779" y="65688"/>
                  </a:lnTo>
                  <a:lnTo>
                    <a:pt x="5249141" y="77707"/>
                  </a:lnTo>
                  <a:lnTo>
                    <a:pt x="5313640" y="91157"/>
                  </a:lnTo>
                  <a:lnTo>
                    <a:pt x="5372998" y="106250"/>
                  </a:lnTo>
                  <a:lnTo>
                    <a:pt x="5428109" y="123223"/>
                  </a:lnTo>
                  <a:lnTo>
                    <a:pt x="5479922" y="142324"/>
                  </a:lnTo>
                  <a:lnTo>
                    <a:pt x="5529361" y="163764"/>
                  </a:lnTo>
                  <a:lnTo>
                    <a:pt x="5567201" y="182391"/>
                  </a:lnTo>
                  <a:lnTo>
                    <a:pt x="5614503" y="208320"/>
                  </a:lnTo>
                  <a:lnTo>
                    <a:pt x="5661343" y="236783"/>
                  </a:lnTo>
                  <a:lnTo>
                    <a:pt x="5708173" y="267820"/>
                  </a:lnTo>
                  <a:lnTo>
                    <a:pt x="5755309" y="301393"/>
                  </a:lnTo>
                  <a:lnTo>
                    <a:pt x="5802946" y="337376"/>
                  </a:lnTo>
                  <a:lnTo>
                    <a:pt x="5851176" y="375548"/>
                  </a:lnTo>
                  <a:lnTo>
                    <a:pt x="5899995" y="415595"/>
                  </a:lnTo>
                  <a:lnTo>
                    <a:pt x="5949321" y="457112"/>
                  </a:lnTo>
                  <a:lnTo>
                    <a:pt x="5999011" y="499627"/>
                  </a:lnTo>
                  <a:lnTo>
                    <a:pt x="6048878" y="542611"/>
                  </a:lnTo>
                  <a:lnTo>
                    <a:pt x="6098713" y="585514"/>
                  </a:lnTo>
                  <a:lnTo>
                    <a:pt x="6148314" y="627788"/>
                  </a:lnTo>
                  <a:lnTo>
                    <a:pt x="6197504" y="668920"/>
                  </a:lnTo>
                  <a:lnTo>
                    <a:pt x="6246155" y="708453"/>
                  </a:lnTo>
                  <a:lnTo>
                    <a:pt x="6294207" y="746011"/>
                  </a:lnTo>
                  <a:lnTo>
                    <a:pt x="6341683" y="781304"/>
                  </a:lnTo>
                  <a:lnTo>
                    <a:pt x="6388703" y="814141"/>
                  </a:lnTo>
                  <a:lnTo>
                    <a:pt x="6435498" y="844422"/>
                  </a:lnTo>
                  <a:lnTo>
                    <a:pt x="6482420" y="872132"/>
                  </a:lnTo>
                  <a:lnTo>
                    <a:pt x="6515891" y="890181"/>
                  </a:lnTo>
                  <a:lnTo>
                    <a:pt x="6564039" y="913548"/>
                  </a:lnTo>
                  <a:lnTo>
                    <a:pt x="6613908" y="934480"/>
                  </a:lnTo>
                  <a:lnTo>
                    <a:pt x="6666339" y="953110"/>
                  </a:lnTo>
                  <a:lnTo>
                    <a:pt x="6722270" y="969665"/>
                  </a:lnTo>
                  <a:lnTo>
                    <a:pt x="6782645" y="984391"/>
                  </a:lnTo>
                  <a:lnTo>
                    <a:pt x="6848332" y="997522"/>
                  </a:lnTo>
                  <a:lnTo>
                    <a:pt x="6920001" y="1009261"/>
                  </a:lnTo>
                  <a:lnTo>
                    <a:pt x="6997973" y="1019766"/>
                  </a:lnTo>
                  <a:lnTo>
                    <a:pt x="7082011" y="1029149"/>
                  </a:lnTo>
                  <a:lnTo>
                    <a:pt x="7171094" y="1037472"/>
                  </a:lnTo>
                  <a:lnTo>
                    <a:pt x="7263197" y="1044752"/>
                  </a:lnTo>
                  <a:lnTo>
                    <a:pt x="7355195" y="1050977"/>
                  </a:lnTo>
                  <a:lnTo>
                    <a:pt x="7443002" y="1056118"/>
                  </a:lnTo>
                  <a:lnTo>
                    <a:pt x="7522051" y="1060166"/>
                  </a:lnTo>
                  <a:lnTo>
                    <a:pt x="7588098" y="1063149"/>
                  </a:lnTo>
                  <a:lnTo>
                    <a:pt x="7638177" y="1065159"/>
                  </a:lnTo>
                  <a:lnTo>
                    <a:pt x="7671386" y="1066351"/>
                  </a:lnTo>
                  <a:lnTo>
                    <a:pt x="7689249" y="1066926"/>
                  </a:lnTo>
                  <a:lnTo>
                    <a:pt x="7695601" y="1067111"/>
                  </a:lnTo>
                  <a:lnTo>
                    <a:pt x="7696237" y="1067128"/>
                  </a:lnTo>
                  <a:lnTo>
                    <a:pt x="8234974" y="1067128"/>
                  </a:lnTo>
                  <a:lnTo>
                    <a:pt x="8234974" y="1061684"/>
                  </a:ln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8" y="93"/>
                  </a:lnTo>
                  <a:lnTo>
                    <a:pt x="3841069" y="759"/>
                  </a:lnTo>
                  <a:lnTo>
                    <a:pt x="3825642" y="2601"/>
                  </a:lnTo>
                  <a:lnTo>
                    <a:pt x="3798063" y="6226"/>
                  </a:lnTo>
                  <a:lnTo>
                    <a:pt x="3756967" y="12196"/>
                  </a:lnTo>
                  <a:lnTo>
                    <a:pt x="3702579" y="20966"/>
                  </a:lnTo>
                  <a:lnTo>
                    <a:pt x="3636573" y="32844"/>
                  </a:lnTo>
                  <a:lnTo>
                    <a:pt x="3561688" y="47981"/>
                  </a:lnTo>
                  <a:lnTo>
                    <a:pt x="3481191" y="66398"/>
                  </a:lnTo>
                  <a:lnTo>
                    <a:pt x="3398326" y="88041"/>
                  </a:lnTo>
                  <a:lnTo>
                    <a:pt x="3315908" y="112837"/>
                  </a:lnTo>
                  <a:lnTo>
                    <a:pt x="3236093" y="140758"/>
                  </a:lnTo>
                  <a:lnTo>
                    <a:pt x="3160318" y="171854"/>
                  </a:lnTo>
                  <a:lnTo>
                    <a:pt x="3089369" y="206283"/>
                  </a:lnTo>
                  <a:lnTo>
                    <a:pt x="3023500" y="244319"/>
                  </a:lnTo>
                  <a:lnTo>
                    <a:pt x="2962575" y="286353"/>
                  </a:lnTo>
                  <a:lnTo>
                    <a:pt x="2906187" y="332888"/>
                  </a:lnTo>
                  <a:lnTo>
                    <a:pt x="2853767" y="384517"/>
                  </a:lnTo>
                  <a:lnTo>
                    <a:pt x="2804656" y="441895"/>
                  </a:lnTo>
                  <a:lnTo>
                    <a:pt x="2758165" y="505685"/>
                  </a:lnTo>
                  <a:lnTo>
                    <a:pt x="2713626" y="576462"/>
                  </a:lnTo>
                  <a:lnTo>
                    <a:pt x="2670441" y="654565"/>
                  </a:lnTo>
                  <a:lnTo>
                    <a:pt x="2667772" y="659696"/>
                  </a:lnTo>
                  <a:lnTo>
                    <a:pt x="2636960" y="721441"/>
                  </a:lnTo>
                  <a:lnTo>
                    <a:pt x="2606422" y="787130"/>
                  </a:lnTo>
                  <a:lnTo>
                    <a:pt x="2576012" y="856843"/>
                  </a:lnTo>
                  <a:lnTo>
                    <a:pt x="2545612" y="930613"/>
                  </a:lnTo>
                  <a:lnTo>
                    <a:pt x="2515127" y="1008420"/>
                  </a:lnTo>
                  <a:lnTo>
                    <a:pt x="2484486" y="1090190"/>
                  </a:lnTo>
                  <a:lnTo>
                    <a:pt x="2453637" y="1175786"/>
                  </a:lnTo>
                  <a:lnTo>
                    <a:pt x="2422548" y="1265010"/>
                  </a:lnTo>
                  <a:lnTo>
                    <a:pt x="2391205" y="1357599"/>
                  </a:lnTo>
                  <a:lnTo>
                    <a:pt x="2359609" y="1453229"/>
                  </a:lnTo>
                  <a:lnTo>
                    <a:pt x="2327775" y="1551516"/>
                  </a:lnTo>
                  <a:lnTo>
                    <a:pt x="2295734" y="1652022"/>
                  </a:lnTo>
                  <a:lnTo>
                    <a:pt x="2263525" y="1754260"/>
                  </a:lnTo>
                  <a:lnTo>
                    <a:pt x="2231195" y="1857707"/>
                  </a:lnTo>
                  <a:lnTo>
                    <a:pt x="2198798" y="1961814"/>
                  </a:lnTo>
                  <a:lnTo>
                    <a:pt x="2166391" y="2066014"/>
                  </a:lnTo>
                  <a:lnTo>
                    <a:pt x="2134033" y="2169742"/>
                  </a:lnTo>
                  <a:lnTo>
                    <a:pt x="2101778" y="2272440"/>
                  </a:lnTo>
                  <a:lnTo>
                    <a:pt x="2069676" y="2373576"/>
                  </a:lnTo>
                  <a:lnTo>
                    <a:pt x="2037770" y="2472649"/>
                  </a:lnTo>
                  <a:lnTo>
                    <a:pt x="2006093" y="2569205"/>
                  </a:lnTo>
                  <a:lnTo>
                    <a:pt x="1974665" y="2662841"/>
                  </a:lnTo>
                  <a:lnTo>
                    <a:pt x="1943493" y="2753212"/>
                  </a:lnTo>
                  <a:lnTo>
                    <a:pt x="1912567" y="2840036"/>
                  </a:lnTo>
                  <a:lnTo>
                    <a:pt x="1881862" y="2923091"/>
                  </a:lnTo>
                  <a:lnTo>
                    <a:pt x="1851332" y="3002223"/>
                  </a:lnTo>
                  <a:lnTo>
                    <a:pt x="1820913" y="3077336"/>
                  </a:lnTo>
                  <a:lnTo>
                    <a:pt x="1790518" y="3148391"/>
                  </a:lnTo>
                  <a:lnTo>
                    <a:pt x="1760037" y="3215407"/>
                  </a:lnTo>
                  <a:lnTo>
                    <a:pt x="1729334" y="3278448"/>
                  </a:lnTo>
                  <a:lnTo>
                    <a:pt x="1719082" y="3298480"/>
                  </a:lnTo>
                  <a:lnTo>
                    <a:pt x="1675965" y="3377043"/>
                  </a:lnTo>
                  <a:lnTo>
                    <a:pt x="1631527" y="3448272"/>
                  </a:lnTo>
                  <a:lnTo>
                    <a:pt x="1585177" y="3512484"/>
                  </a:lnTo>
                  <a:lnTo>
                    <a:pt x="1536250" y="3570244"/>
                  </a:lnTo>
                  <a:lnTo>
                    <a:pt x="1484057" y="3622213"/>
                  </a:lnTo>
                  <a:lnTo>
                    <a:pt x="1427936" y="3669048"/>
                  </a:lnTo>
                  <a:lnTo>
                    <a:pt x="1367308" y="3711348"/>
                  </a:lnTo>
                  <a:lnTo>
                    <a:pt x="1301756" y="3749622"/>
                  </a:lnTo>
                  <a:lnTo>
                    <a:pt x="1231122" y="3784267"/>
                  </a:lnTo>
                  <a:lnTo>
                    <a:pt x="1155632" y="3815566"/>
                  </a:lnTo>
                  <a:lnTo>
                    <a:pt x="1076035" y="3843683"/>
                  </a:lnTo>
                  <a:lnTo>
                    <a:pt x="993725" y="3868675"/>
                  </a:lnTo>
                  <a:lnTo>
                    <a:pt x="910811" y="3890517"/>
                  </a:lnTo>
                  <a:lnTo>
                    <a:pt x="830073" y="3909138"/>
                  </a:lnTo>
                  <a:lnTo>
                    <a:pt x="754739" y="3924481"/>
                  </a:lnTo>
                  <a:lnTo>
                    <a:pt x="688089" y="3936560"/>
                  </a:lnTo>
                  <a:lnTo>
                    <a:pt x="632911" y="3945517"/>
                  </a:lnTo>
                  <a:lnTo>
                    <a:pt x="590961" y="3951650"/>
                  </a:lnTo>
                  <a:lnTo>
                    <a:pt x="562560" y="3955406"/>
                  </a:lnTo>
                  <a:lnTo>
                    <a:pt x="546442" y="3957342"/>
                  </a:lnTo>
                  <a:lnTo>
                    <a:pt x="539849" y="3958064"/>
                  </a:lnTo>
                  <a:lnTo>
                    <a:pt x="538736" y="3958176"/>
                  </a:lnTo>
                  <a:lnTo>
                    <a:pt x="0" y="3958176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26" name="pl1626"/>
            <p:cNvSpPr/>
            <p:nvPr/>
          </p:nvSpPr>
          <p:spPr>
            <a:xfrm>
              <a:off x="546595" y="941015"/>
              <a:ext cx="8234974" cy="3958176"/>
            </a:xfrm>
            <a:custGeom>
              <a:avLst/>
              <a:pathLst>
                <a:path w="8234974" h="3958176">
                  <a:moveTo>
                    <a:pt x="0" y="3958176"/>
                  </a:moveTo>
                  <a:lnTo>
                    <a:pt x="538736" y="3958176"/>
                  </a:lnTo>
                  <a:lnTo>
                    <a:pt x="539667" y="3958082"/>
                  </a:lnTo>
                  <a:lnTo>
                    <a:pt x="545786" y="3957416"/>
                  </a:lnTo>
                  <a:lnTo>
                    <a:pt x="561213" y="3955574"/>
                  </a:lnTo>
                  <a:lnTo>
                    <a:pt x="588792" y="3951949"/>
                  </a:lnTo>
                  <a:lnTo>
                    <a:pt x="629887" y="3945979"/>
                  </a:lnTo>
                  <a:lnTo>
                    <a:pt x="684276" y="3937209"/>
                  </a:lnTo>
                  <a:lnTo>
                    <a:pt x="750282" y="3925331"/>
                  </a:lnTo>
                  <a:lnTo>
                    <a:pt x="825166" y="3910194"/>
                  </a:lnTo>
                  <a:lnTo>
                    <a:pt x="905664" y="3891777"/>
                  </a:lnTo>
                  <a:lnTo>
                    <a:pt x="988529" y="3870135"/>
                  </a:lnTo>
                  <a:lnTo>
                    <a:pt x="1070946" y="3845338"/>
                  </a:lnTo>
                  <a:lnTo>
                    <a:pt x="1150762" y="3817417"/>
                  </a:lnTo>
                  <a:lnTo>
                    <a:pt x="1226536" y="3786321"/>
                  </a:lnTo>
                  <a:lnTo>
                    <a:pt x="1297485" y="3751892"/>
                  </a:lnTo>
                  <a:lnTo>
                    <a:pt x="1363354" y="3713856"/>
                  </a:lnTo>
                  <a:lnTo>
                    <a:pt x="1424280" y="3671822"/>
                  </a:lnTo>
                  <a:lnTo>
                    <a:pt x="1480668" y="3625288"/>
                  </a:lnTo>
                  <a:lnTo>
                    <a:pt x="1533088" y="3573659"/>
                  </a:lnTo>
                  <a:lnTo>
                    <a:pt x="1582199" y="3516280"/>
                  </a:lnTo>
                  <a:lnTo>
                    <a:pt x="1628690" y="3452490"/>
                  </a:lnTo>
                  <a:lnTo>
                    <a:pt x="1673229" y="3381713"/>
                  </a:lnTo>
                  <a:lnTo>
                    <a:pt x="1716414" y="3303610"/>
                  </a:lnTo>
                  <a:lnTo>
                    <a:pt x="1719082" y="3298480"/>
                  </a:lnTo>
                  <a:lnTo>
                    <a:pt x="1749894" y="3236734"/>
                  </a:lnTo>
                  <a:lnTo>
                    <a:pt x="1780432" y="3171045"/>
                  </a:lnTo>
                  <a:lnTo>
                    <a:pt x="1810842" y="3101332"/>
                  </a:lnTo>
                  <a:lnTo>
                    <a:pt x="1841243" y="3027563"/>
                  </a:lnTo>
                  <a:lnTo>
                    <a:pt x="1871728" y="2949755"/>
                  </a:lnTo>
                  <a:lnTo>
                    <a:pt x="1902369" y="2867985"/>
                  </a:lnTo>
                  <a:lnTo>
                    <a:pt x="1933218" y="2782389"/>
                  </a:lnTo>
                  <a:lnTo>
                    <a:pt x="1964307" y="2693166"/>
                  </a:lnTo>
                  <a:lnTo>
                    <a:pt x="1995650" y="2600576"/>
                  </a:lnTo>
                  <a:lnTo>
                    <a:pt x="2027246" y="2504946"/>
                  </a:lnTo>
                  <a:lnTo>
                    <a:pt x="2059079" y="2406659"/>
                  </a:lnTo>
                  <a:lnTo>
                    <a:pt x="2091120" y="2306154"/>
                  </a:lnTo>
                  <a:lnTo>
                    <a:pt x="2123330" y="2203916"/>
                  </a:lnTo>
                  <a:lnTo>
                    <a:pt x="2155660" y="2100468"/>
                  </a:lnTo>
                  <a:lnTo>
                    <a:pt x="2188057" y="1996362"/>
                  </a:lnTo>
                  <a:lnTo>
                    <a:pt x="2220463" y="1892161"/>
                  </a:lnTo>
                  <a:lnTo>
                    <a:pt x="2252822" y="1788433"/>
                  </a:lnTo>
                  <a:lnTo>
                    <a:pt x="2285077" y="1685735"/>
                  </a:lnTo>
                  <a:lnTo>
                    <a:pt x="2317179" y="1584600"/>
                  </a:lnTo>
                  <a:lnTo>
                    <a:pt x="2349085" y="1485526"/>
                  </a:lnTo>
                  <a:lnTo>
                    <a:pt x="2380762" y="1388970"/>
                  </a:lnTo>
                  <a:lnTo>
                    <a:pt x="2412190" y="1295334"/>
                  </a:lnTo>
                  <a:lnTo>
                    <a:pt x="2443362" y="1204963"/>
                  </a:lnTo>
                  <a:lnTo>
                    <a:pt x="2474288" y="1118140"/>
                  </a:lnTo>
                  <a:lnTo>
                    <a:pt x="2504993" y="1035084"/>
                  </a:lnTo>
                  <a:lnTo>
                    <a:pt x="2535523" y="955952"/>
                  </a:lnTo>
                  <a:lnTo>
                    <a:pt x="2565942" y="880840"/>
                  </a:lnTo>
                  <a:lnTo>
                    <a:pt x="2596337" y="809784"/>
                  </a:lnTo>
                  <a:lnTo>
                    <a:pt x="2626818" y="742768"/>
                  </a:lnTo>
                  <a:lnTo>
                    <a:pt x="2657521" y="679727"/>
                  </a:lnTo>
                  <a:lnTo>
                    <a:pt x="2667772" y="659696"/>
                  </a:lnTo>
                  <a:lnTo>
                    <a:pt x="2710890" y="581133"/>
                  </a:lnTo>
                  <a:lnTo>
                    <a:pt x="2755328" y="509903"/>
                  </a:lnTo>
                  <a:lnTo>
                    <a:pt x="2801677" y="445691"/>
                  </a:lnTo>
                  <a:lnTo>
                    <a:pt x="2850604" y="387931"/>
                  </a:lnTo>
                  <a:lnTo>
                    <a:pt x="2902797" y="335962"/>
                  </a:lnTo>
                  <a:lnTo>
                    <a:pt x="2958919" y="289127"/>
                  </a:lnTo>
                  <a:lnTo>
                    <a:pt x="3019547" y="246827"/>
                  </a:lnTo>
                  <a:lnTo>
                    <a:pt x="3085099" y="208554"/>
                  </a:lnTo>
                  <a:lnTo>
                    <a:pt x="3155733" y="173908"/>
                  </a:lnTo>
                  <a:lnTo>
                    <a:pt x="3231222" y="142610"/>
                  </a:lnTo>
                  <a:lnTo>
                    <a:pt x="3310820" y="114492"/>
                  </a:lnTo>
                  <a:lnTo>
                    <a:pt x="3393130" y="89500"/>
                  </a:lnTo>
                  <a:lnTo>
                    <a:pt x="3476044" y="67659"/>
                  </a:lnTo>
                  <a:lnTo>
                    <a:pt x="3556782" y="49037"/>
                  </a:lnTo>
                  <a:lnTo>
                    <a:pt x="3632115" y="33695"/>
                  </a:lnTo>
                  <a:lnTo>
                    <a:pt x="3698766" y="21616"/>
                  </a:lnTo>
                  <a:lnTo>
                    <a:pt x="3753944" y="12659"/>
                  </a:lnTo>
                  <a:lnTo>
                    <a:pt x="3795894" y="6526"/>
                  </a:lnTo>
                  <a:lnTo>
                    <a:pt x="3824295" y="2769"/>
                  </a:lnTo>
                  <a:lnTo>
                    <a:pt x="3840413" y="834"/>
                  </a:lnTo>
                  <a:lnTo>
                    <a:pt x="3847006" y="112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7" y="34"/>
                  </a:lnTo>
                  <a:lnTo>
                    <a:pt x="4396502" y="283"/>
                  </a:lnTo>
                  <a:lnTo>
                    <a:pt x="4417366" y="970"/>
                  </a:lnTo>
                  <a:lnTo>
                    <a:pt x="4454101" y="2319"/>
                  </a:lnTo>
                  <a:lnTo>
                    <a:pt x="4507712" y="4525"/>
                  </a:lnTo>
                  <a:lnTo>
                    <a:pt x="4576816" y="7728"/>
                  </a:lnTo>
                  <a:lnTo>
                    <a:pt x="4658097" y="12006"/>
                  </a:lnTo>
                  <a:lnTo>
                    <a:pt x="4747166" y="17379"/>
                  </a:lnTo>
                  <a:lnTo>
                    <a:pt x="4839499" y="23829"/>
                  </a:lnTo>
                  <a:lnTo>
                    <a:pt x="4931186" y="31330"/>
                  </a:lnTo>
                  <a:lnTo>
                    <a:pt x="5019334" y="39874"/>
                  </a:lnTo>
                  <a:lnTo>
                    <a:pt x="5102144" y="49488"/>
                  </a:lnTo>
                  <a:lnTo>
                    <a:pt x="5178779" y="60243"/>
                  </a:lnTo>
                  <a:lnTo>
                    <a:pt x="5249141" y="72262"/>
                  </a:lnTo>
                  <a:lnTo>
                    <a:pt x="5313640" y="85713"/>
                  </a:lnTo>
                  <a:lnTo>
                    <a:pt x="5372998" y="100805"/>
                  </a:lnTo>
                  <a:lnTo>
                    <a:pt x="5428109" y="117778"/>
                  </a:lnTo>
                  <a:lnTo>
                    <a:pt x="5479922" y="136879"/>
                  </a:lnTo>
                  <a:lnTo>
                    <a:pt x="5529361" y="158319"/>
                  </a:lnTo>
                  <a:lnTo>
                    <a:pt x="5567201" y="176947"/>
                  </a:lnTo>
                  <a:lnTo>
                    <a:pt x="5614503" y="202876"/>
                  </a:lnTo>
                  <a:lnTo>
                    <a:pt x="5661343" y="231338"/>
                  </a:lnTo>
                  <a:lnTo>
                    <a:pt x="5708173" y="262375"/>
                  </a:lnTo>
                  <a:lnTo>
                    <a:pt x="5755309" y="295949"/>
                  </a:lnTo>
                  <a:lnTo>
                    <a:pt x="5802946" y="331932"/>
                  </a:lnTo>
                  <a:lnTo>
                    <a:pt x="5851176" y="370104"/>
                  </a:lnTo>
                  <a:lnTo>
                    <a:pt x="5899995" y="410150"/>
                  </a:lnTo>
                  <a:lnTo>
                    <a:pt x="5949321" y="451668"/>
                  </a:lnTo>
                  <a:lnTo>
                    <a:pt x="5999011" y="494182"/>
                  </a:lnTo>
                  <a:lnTo>
                    <a:pt x="6048878" y="537167"/>
                  </a:lnTo>
                  <a:lnTo>
                    <a:pt x="6098713" y="580070"/>
                  </a:lnTo>
                  <a:lnTo>
                    <a:pt x="6148314" y="622344"/>
                  </a:lnTo>
                  <a:lnTo>
                    <a:pt x="6197504" y="663476"/>
                  </a:lnTo>
                  <a:lnTo>
                    <a:pt x="6246155" y="703009"/>
                  </a:lnTo>
                  <a:lnTo>
                    <a:pt x="6294207" y="740566"/>
                  </a:lnTo>
                  <a:lnTo>
                    <a:pt x="6341683" y="775860"/>
                  </a:lnTo>
                  <a:lnTo>
                    <a:pt x="6388703" y="808697"/>
                  </a:lnTo>
                  <a:lnTo>
                    <a:pt x="6435498" y="838977"/>
                  </a:lnTo>
                  <a:lnTo>
                    <a:pt x="6482420" y="866688"/>
                  </a:lnTo>
                  <a:lnTo>
                    <a:pt x="6515891" y="884736"/>
                  </a:lnTo>
                  <a:lnTo>
                    <a:pt x="6564039" y="908104"/>
                  </a:lnTo>
                  <a:lnTo>
                    <a:pt x="6613908" y="929035"/>
                  </a:lnTo>
                  <a:lnTo>
                    <a:pt x="6666339" y="947666"/>
                  </a:lnTo>
                  <a:lnTo>
                    <a:pt x="6722270" y="964221"/>
                  </a:lnTo>
                  <a:lnTo>
                    <a:pt x="6782645" y="978946"/>
                  </a:lnTo>
                  <a:lnTo>
                    <a:pt x="6848332" y="992077"/>
                  </a:lnTo>
                  <a:lnTo>
                    <a:pt x="6920001" y="1003816"/>
                  </a:lnTo>
                  <a:lnTo>
                    <a:pt x="6997973" y="1014322"/>
                  </a:lnTo>
                  <a:lnTo>
                    <a:pt x="7082011" y="1023705"/>
                  </a:lnTo>
                  <a:lnTo>
                    <a:pt x="7171094" y="1032027"/>
                  </a:lnTo>
                  <a:lnTo>
                    <a:pt x="7263197" y="1039308"/>
                  </a:lnTo>
                  <a:lnTo>
                    <a:pt x="7355195" y="1045532"/>
                  </a:lnTo>
                  <a:lnTo>
                    <a:pt x="7443002" y="1050674"/>
                  </a:lnTo>
                  <a:lnTo>
                    <a:pt x="7522051" y="1054721"/>
                  </a:lnTo>
                  <a:lnTo>
                    <a:pt x="7588098" y="1057705"/>
                  </a:lnTo>
                  <a:lnTo>
                    <a:pt x="7638177" y="1059715"/>
                  </a:lnTo>
                  <a:lnTo>
                    <a:pt x="7671386" y="1060906"/>
                  </a:lnTo>
                  <a:lnTo>
                    <a:pt x="7689249" y="1061482"/>
                  </a:lnTo>
                  <a:lnTo>
                    <a:pt x="7695601" y="1061667"/>
                  </a:lnTo>
                  <a:lnTo>
                    <a:pt x="7696237" y="1061684"/>
                  </a:lnTo>
                  <a:lnTo>
                    <a:pt x="8234974" y="1061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7" name="pl1627"/>
            <p:cNvSpPr/>
            <p:nvPr/>
          </p:nvSpPr>
          <p:spPr>
            <a:xfrm>
              <a:off x="546595" y="935571"/>
              <a:ext cx="8234974" cy="3958176"/>
            </a:xfrm>
            <a:custGeom>
              <a:avLst/>
              <a:pathLst>
                <a:path w="8234974" h="3958176">
                  <a:moveTo>
                    <a:pt x="8234974" y="1061684"/>
                  </a:move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8" y="93"/>
                  </a:lnTo>
                  <a:lnTo>
                    <a:pt x="3841069" y="759"/>
                  </a:lnTo>
                  <a:lnTo>
                    <a:pt x="3825642" y="2601"/>
                  </a:lnTo>
                  <a:lnTo>
                    <a:pt x="3798063" y="6226"/>
                  </a:lnTo>
                  <a:lnTo>
                    <a:pt x="3756967" y="12196"/>
                  </a:lnTo>
                  <a:lnTo>
                    <a:pt x="3702579" y="20966"/>
                  </a:lnTo>
                  <a:lnTo>
                    <a:pt x="3636573" y="32844"/>
                  </a:lnTo>
                  <a:lnTo>
                    <a:pt x="3561688" y="47981"/>
                  </a:lnTo>
                  <a:lnTo>
                    <a:pt x="3481191" y="66398"/>
                  </a:lnTo>
                  <a:lnTo>
                    <a:pt x="3398326" y="88041"/>
                  </a:lnTo>
                  <a:lnTo>
                    <a:pt x="3315908" y="112837"/>
                  </a:lnTo>
                  <a:lnTo>
                    <a:pt x="3236093" y="140758"/>
                  </a:lnTo>
                  <a:lnTo>
                    <a:pt x="3160318" y="171854"/>
                  </a:lnTo>
                  <a:lnTo>
                    <a:pt x="3089369" y="206283"/>
                  </a:lnTo>
                  <a:lnTo>
                    <a:pt x="3023500" y="244319"/>
                  </a:lnTo>
                  <a:lnTo>
                    <a:pt x="2962575" y="286353"/>
                  </a:lnTo>
                  <a:lnTo>
                    <a:pt x="2906187" y="332888"/>
                  </a:lnTo>
                  <a:lnTo>
                    <a:pt x="2853767" y="384517"/>
                  </a:lnTo>
                  <a:lnTo>
                    <a:pt x="2804656" y="441895"/>
                  </a:lnTo>
                  <a:lnTo>
                    <a:pt x="2758165" y="505685"/>
                  </a:lnTo>
                  <a:lnTo>
                    <a:pt x="2713626" y="576462"/>
                  </a:lnTo>
                  <a:lnTo>
                    <a:pt x="2670441" y="654565"/>
                  </a:lnTo>
                  <a:lnTo>
                    <a:pt x="2667772" y="659696"/>
                  </a:lnTo>
                  <a:lnTo>
                    <a:pt x="2636960" y="721441"/>
                  </a:lnTo>
                  <a:lnTo>
                    <a:pt x="2606422" y="787130"/>
                  </a:lnTo>
                  <a:lnTo>
                    <a:pt x="2576012" y="856843"/>
                  </a:lnTo>
                  <a:lnTo>
                    <a:pt x="2545612" y="930613"/>
                  </a:lnTo>
                  <a:lnTo>
                    <a:pt x="2515127" y="1008420"/>
                  </a:lnTo>
                  <a:lnTo>
                    <a:pt x="2484486" y="1090190"/>
                  </a:lnTo>
                  <a:lnTo>
                    <a:pt x="2453637" y="1175786"/>
                  </a:lnTo>
                  <a:lnTo>
                    <a:pt x="2422548" y="1265010"/>
                  </a:lnTo>
                  <a:lnTo>
                    <a:pt x="2391205" y="1357599"/>
                  </a:lnTo>
                  <a:lnTo>
                    <a:pt x="2359609" y="1453229"/>
                  </a:lnTo>
                  <a:lnTo>
                    <a:pt x="2327775" y="1551516"/>
                  </a:lnTo>
                  <a:lnTo>
                    <a:pt x="2295734" y="1652022"/>
                  </a:lnTo>
                  <a:lnTo>
                    <a:pt x="2263525" y="1754260"/>
                  </a:lnTo>
                  <a:lnTo>
                    <a:pt x="2231195" y="1857707"/>
                  </a:lnTo>
                  <a:lnTo>
                    <a:pt x="2198798" y="1961814"/>
                  </a:lnTo>
                  <a:lnTo>
                    <a:pt x="2166391" y="2066014"/>
                  </a:lnTo>
                  <a:lnTo>
                    <a:pt x="2134033" y="2169742"/>
                  </a:lnTo>
                  <a:lnTo>
                    <a:pt x="2101778" y="2272440"/>
                  </a:lnTo>
                  <a:lnTo>
                    <a:pt x="2069676" y="2373576"/>
                  </a:lnTo>
                  <a:lnTo>
                    <a:pt x="2037770" y="2472649"/>
                  </a:lnTo>
                  <a:lnTo>
                    <a:pt x="2006093" y="2569205"/>
                  </a:lnTo>
                  <a:lnTo>
                    <a:pt x="1974665" y="2662841"/>
                  </a:lnTo>
                  <a:lnTo>
                    <a:pt x="1943493" y="2753212"/>
                  </a:lnTo>
                  <a:lnTo>
                    <a:pt x="1912567" y="2840036"/>
                  </a:lnTo>
                  <a:lnTo>
                    <a:pt x="1881862" y="2923091"/>
                  </a:lnTo>
                  <a:lnTo>
                    <a:pt x="1851332" y="3002223"/>
                  </a:lnTo>
                  <a:lnTo>
                    <a:pt x="1820913" y="3077336"/>
                  </a:lnTo>
                  <a:lnTo>
                    <a:pt x="1790518" y="3148391"/>
                  </a:lnTo>
                  <a:lnTo>
                    <a:pt x="1760037" y="3215407"/>
                  </a:lnTo>
                  <a:lnTo>
                    <a:pt x="1729334" y="3278448"/>
                  </a:lnTo>
                  <a:lnTo>
                    <a:pt x="1719082" y="3298480"/>
                  </a:lnTo>
                  <a:lnTo>
                    <a:pt x="1675965" y="3377043"/>
                  </a:lnTo>
                  <a:lnTo>
                    <a:pt x="1631527" y="3448272"/>
                  </a:lnTo>
                  <a:lnTo>
                    <a:pt x="1585177" y="3512484"/>
                  </a:lnTo>
                  <a:lnTo>
                    <a:pt x="1536250" y="3570244"/>
                  </a:lnTo>
                  <a:lnTo>
                    <a:pt x="1484057" y="3622213"/>
                  </a:lnTo>
                  <a:lnTo>
                    <a:pt x="1427936" y="3669048"/>
                  </a:lnTo>
                  <a:lnTo>
                    <a:pt x="1367308" y="3711348"/>
                  </a:lnTo>
                  <a:lnTo>
                    <a:pt x="1301756" y="3749622"/>
                  </a:lnTo>
                  <a:lnTo>
                    <a:pt x="1231122" y="3784267"/>
                  </a:lnTo>
                  <a:lnTo>
                    <a:pt x="1155632" y="3815566"/>
                  </a:lnTo>
                  <a:lnTo>
                    <a:pt x="1076035" y="3843683"/>
                  </a:lnTo>
                  <a:lnTo>
                    <a:pt x="993725" y="3868675"/>
                  </a:lnTo>
                  <a:lnTo>
                    <a:pt x="910811" y="3890517"/>
                  </a:lnTo>
                  <a:lnTo>
                    <a:pt x="830073" y="3909138"/>
                  </a:lnTo>
                  <a:lnTo>
                    <a:pt x="754739" y="3924481"/>
                  </a:lnTo>
                  <a:lnTo>
                    <a:pt x="688089" y="3936560"/>
                  </a:lnTo>
                  <a:lnTo>
                    <a:pt x="632911" y="3945517"/>
                  </a:lnTo>
                  <a:lnTo>
                    <a:pt x="590961" y="3951650"/>
                  </a:lnTo>
                  <a:lnTo>
                    <a:pt x="562560" y="3955406"/>
                  </a:lnTo>
                  <a:lnTo>
                    <a:pt x="546442" y="3957342"/>
                  </a:lnTo>
                  <a:lnTo>
                    <a:pt x="539849" y="3958064"/>
                  </a:lnTo>
                  <a:lnTo>
                    <a:pt x="538736" y="3958176"/>
                  </a:lnTo>
                  <a:lnTo>
                    <a:pt x="538736" y="3958176"/>
                  </a:lnTo>
                  <a:lnTo>
                    <a:pt x="0" y="39581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8" name="pg1628"/>
            <p:cNvSpPr/>
            <p:nvPr/>
          </p:nvSpPr>
          <p:spPr>
            <a:xfrm>
              <a:off x="546595" y="979127"/>
              <a:ext cx="8234974" cy="3925509"/>
            </a:xfrm>
            <a:custGeom>
              <a:avLst/>
              <a:pathLst>
                <a:path w="8234974" h="3925509">
                  <a:moveTo>
                    <a:pt x="0" y="3925509"/>
                  </a:moveTo>
                  <a:lnTo>
                    <a:pt x="538736" y="3925509"/>
                  </a:lnTo>
                  <a:lnTo>
                    <a:pt x="539670" y="3925416"/>
                  </a:lnTo>
                  <a:lnTo>
                    <a:pt x="545808" y="3924754"/>
                  </a:lnTo>
                  <a:lnTo>
                    <a:pt x="561282" y="3922924"/>
                  </a:lnTo>
                  <a:lnTo>
                    <a:pt x="588941" y="3919321"/>
                  </a:lnTo>
                  <a:lnTo>
                    <a:pt x="630149" y="3913390"/>
                  </a:lnTo>
                  <a:lnTo>
                    <a:pt x="684673" y="3904677"/>
                  </a:lnTo>
                  <a:lnTo>
                    <a:pt x="750825" y="3892878"/>
                  </a:lnTo>
                  <a:lnTo>
                    <a:pt x="825850" y="3877844"/>
                  </a:lnTo>
                  <a:lnTo>
                    <a:pt x="906472" y="3859554"/>
                  </a:lnTo>
                  <a:lnTo>
                    <a:pt x="989436" y="3838064"/>
                  </a:lnTo>
                  <a:lnTo>
                    <a:pt x="1071924" y="3813444"/>
                  </a:lnTo>
                  <a:lnTo>
                    <a:pt x="1151783" y="3785722"/>
                  </a:lnTo>
                  <a:lnTo>
                    <a:pt x="1227578" y="3754848"/>
                  </a:lnTo>
                  <a:lnTo>
                    <a:pt x="1298530" y="3720663"/>
                  </a:lnTo>
                  <a:lnTo>
                    <a:pt x="1364391" y="3682893"/>
                  </a:lnTo>
                  <a:lnTo>
                    <a:pt x="1425302" y="3641147"/>
                  </a:lnTo>
                  <a:lnTo>
                    <a:pt x="1481675" y="3594925"/>
                  </a:lnTo>
                  <a:lnTo>
                    <a:pt x="1534082" y="3543634"/>
                  </a:lnTo>
                  <a:lnTo>
                    <a:pt x="1583187" y="3486624"/>
                  </a:lnTo>
                  <a:lnTo>
                    <a:pt x="1629681" y="3423237"/>
                  </a:lnTo>
                  <a:lnTo>
                    <a:pt x="1674232" y="3352905"/>
                  </a:lnTo>
                  <a:lnTo>
                    <a:pt x="1717439" y="3275298"/>
                  </a:lnTo>
                  <a:lnTo>
                    <a:pt x="1719082" y="3272165"/>
                  </a:lnTo>
                  <a:lnTo>
                    <a:pt x="1750026" y="3210743"/>
                  </a:lnTo>
                  <a:lnTo>
                    <a:pt x="1780693" y="3145382"/>
                  </a:lnTo>
                  <a:lnTo>
                    <a:pt x="1811233" y="3076001"/>
                  </a:lnTo>
                  <a:lnTo>
                    <a:pt x="1841765" y="3002568"/>
                  </a:lnTo>
                  <a:lnTo>
                    <a:pt x="1872383" y="2925102"/>
                  </a:lnTo>
                  <a:lnTo>
                    <a:pt x="1903160" y="2843681"/>
                  </a:lnTo>
                  <a:lnTo>
                    <a:pt x="1934148" y="2758442"/>
                  </a:lnTo>
                  <a:lnTo>
                    <a:pt x="1965378" y="2669586"/>
                  </a:lnTo>
                  <a:lnTo>
                    <a:pt x="1996865" y="2577379"/>
                  </a:lnTo>
                  <a:lnTo>
                    <a:pt x="2028606" y="2482148"/>
                  </a:lnTo>
                  <a:lnTo>
                    <a:pt x="2060586" y="2384281"/>
                  </a:lnTo>
                  <a:lnTo>
                    <a:pt x="2092774" y="2284220"/>
                  </a:lnTo>
                  <a:lnTo>
                    <a:pt x="2125130" y="2182455"/>
                  </a:lnTo>
                  <a:lnTo>
                    <a:pt x="2157604" y="2079511"/>
                  </a:lnTo>
                  <a:lnTo>
                    <a:pt x="2190142" y="1975943"/>
                  </a:lnTo>
                  <a:lnTo>
                    <a:pt x="2222686" y="1872317"/>
                  </a:lnTo>
                  <a:lnTo>
                    <a:pt x="2255177" y="1769202"/>
                  </a:lnTo>
                  <a:lnTo>
                    <a:pt x="2287561" y="1667155"/>
                  </a:lnTo>
                  <a:lnTo>
                    <a:pt x="2319786" y="1566709"/>
                  </a:lnTo>
                  <a:lnTo>
                    <a:pt x="2351811" y="1468362"/>
                  </a:lnTo>
                  <a:lnTo>
                    <a:pt x="2383602" y="1372566"/>
                  </a:lnTo>
                  <a:lnTo>
                    <a:pt x="2415141" y="1279720"/>
                  </a:lnTo>
                  <a:lnTo>
                    <a:pt x="2446423" y="1190164"/>
                  </a:lnTo>
                  <a:lnTo>
                    <a:pt x="2477457" y="1104177"/>
                  </a:lnTo>
                  <a:lnTo>
                    <a:pt x="2508273" y="1021972"/>
                  </a:lnTo>
                  <a:lnTo>
                    <a:pt x="2538919" y="943700"/>
                  </a:lnTo>
                  <a:lnTo>
                    <a:pt x="2569461" y="869449"/>
                  </a:lnTo>
                  <a:lnTo>
                    <a:pt x="2599990" y="799251"/>
                  </a:lnTo>
                  <a:lnTo>
                    <a:pt x="2630621" y="733084"/>
                  </a:lnTo>
                  <a:lnTo>
                    <a:pt x="2661495" y="670875"/>
                  </a:lnTo>
                  <a:lnTo>
                    <a:pt x="2667772" y="658788"/>
                  </a:lnTo>
                  <a:lnTo>
                    <a:pt x="2710938" y="580901"/>
                  </a:lnTo>
                  <a:lnTo>
                    <a:pt x="2755427" y="510292"/>
                  </a:lnTo>
                  <a:lnTo>
                    <a:pt x="2801833" y="446647"/>
                  </a:lnTo>
                  <a:lnTo>
                    <a:pt x="2850825" y="389404"/>
                  </a:lnTo>
                  <a:lnTo>
                    <a:pt x="2903092" y="337905"/>
                  </a:lnTo>
                  <a:lnTo>
                    <a:pt x="2959301" y="291499"/>
                  </a:lnTo>
                  <a:lnTo>
                    <a:pt x="3020029" y="249591"/>
                  </a:lnTo>
                  <a:lnTo>
                    <a:pt x="3085694" y="211675"/>
                  </a:lnTo>
                  <a:lnTo>
                    <a:pt x="3156452" y="177358"/>
                  </a:lnTo>
                  <a:lnTo>
                    <a:pt x="3232071" y="146360"/>
                  </a:lnTo>
                  <a:lnTo>
                    <a:pt x="3311795" y="118519"/>
                  </a:lnTo>
                  <a:lnTo>
                    <a:pt x="3394218" y="93779"/>
                  </a:lnTo>
                  <a:lnTo>
                    <a:pt x="3477212" y="72167"/>
                  </a:lnTo>
                  <a:lnTo>
                    <a:pt x="3557982" y="53753"/>
                  </a:lnTo>
                  <a:lnTo>
                    <a:pt x="3633285" y="38593"/>
                  </a:lnTo>
                  <a:lnTo>
                    <a:pt x="3699835" y="26671"/>
                  </a:lnTo>
                  <a:lnTo>
                    <a:pt x="3754846" y="17844"/>
                  </a:lnTo>
                  <a:lnTo>
                    <a:pt x="3796581" y="11813"/>
                  </a:lnTo>
                  <a:lnTo>
                    <a:pt x="3824747" y="8131"/>
                  </a:lnTo>
                  <a:lnTo>
                    <a:pt x="3840646" y="6244"/>
                  </a:lnTo>
                  <a:lnTo>
                    <a:pt x="3847075" y="554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6" y="5498"/>
                  </a:lnTo>
                  <a:lnTo>
                    <a:pt x="4396275" y="5883"/>
                  </a:lnTo>
                  <a:lnTo>
                    <a:pt x="4416669" y="6949"/>
                  </a:lnTo>
                  <a:lnTo>
                    <a:pt x="4452623" y="9042"/>
                  </a:lnTo>
                  <a:lnTo>
                    <a:pt x="4505187" y="12464"/>
                  </a:lnTo>
                  <a:lnTo>
                    <a:pt x="4573089" y="17439"/>
                  </a:lnTo>
                  <a:lnTo>
                    <a:pt x="4653164" y="24093"/>
                  </a:lnTo>
                  <a:lnTo>
                    <a:pt x="4741160" y="32458"/>
                  </a:lnTo>
                  <a:lnTo>
                    <a:pt x="4832647" y="42510"/>
                  </a:lnTo>
                  <a:lnTo>
                    <a:pt x="4923751" y="54209"/>
                  </a:lnTo>
                  <a:lnTo>
                    <a:pt x="5011564" y="67537"/>
                  </a:lnTo>
                  <a:lnTo>
                    <a:pt x="5094243" y="82532"/>
                  </a:lnTo>
                  <a:lnTo>
                    <a:pt x="5170892" y="99297"/>
                  </a:lnTo>
                  <a:lnTo>
                    <a:pt x="5241354" y="118014"/>
                  </a:lnTo>
                  <a:lnTo>
                    <a:pt x="5305981" y="138936"/>
                  </a:lnTo>
                  <a:lnTo>
                    <a:pt x="5365454" y="162381"/>
                  </a:lnTo>
                  <a:lnTo>
                    <a:pt x="5420627" y="188717"/>
                  </a:lnTo>
                  <a:lnTo>
                    <a:pt x="5472426" y="218327"/>
                  </a:lnTo>
                  <a:lnTo>
                    <a:pt x="5521761" y="251553"/>
                  </a:lnTo>
                  <a:lnTo>
                    <a:pt x="5567201" y="286745"/>
                  </a:lnTo>
                  <a:lnTo>
                    <a:pt x="5609651" y="323527"/>
                  </a:lnTo>
                  <a:lnTo>
                    <a:pt x="5651687" y="363538"/>
                  </a:lnTo>
                  <a:lnTo>
                    <a:pt x="5693652" y="406840"/>
                  </a:lnTo>
                  <a:lnTo>
                    <a:pt x="5735796" y="453413"/>
                  </a:lnTo>
                  <a:lnTo>
                    <a:pt x="5778291" y="503150"/>
                  </a:lnTo>
                  <a:lnTo>
                    <a:pt x="5821236" y="555848"/>
                  </a:lnTo>
                  <a:lnTo>
                    <a:pt x="5864666" y="611208"/>
                  </a:lnTo>
                  <a:lnTo>
                    <a:pt x="5908558" y="668833"/>
                  </a:lnTo>
                  <a:lnTo>
                    <a:pt x="5952843" y="728241"/>
                  </a:lnTo>
                  <a:lnTo>
                    <a:pt x="5997410" y="788879"/>
                  </a:lnTo>
                  <a:lnTo>
                    <a:pt x="6042125" y="850140"/>
                  </a:lnTo>
                  <a:lnTo>
                    <a:pt x="6086837" y="911393"/>
                  </a:lnTo>
                  <a:lnTo>
                    <a:pt x="6131399" y="972007"/>
                  </a:lnTo>
                  <a:lnTo>
                    <a:pt x="6175675" y="1031376"/>
                  </a:lnTo>
                  <a:lnTo>
                    <a:pt x="6219556" y="1088948"/>
                  </a:lnTo>
                  <a:lnTo>
                    <a:pt x="6262973" y="1144243"/>
                  </a:lnTo>
                  <a:lnTo>
                    <a:pt x="6305905" y="1196869"/>
                  </a:lnTo>
                  <a:lnTo>
                    <a:pt x="6348390" y="1246526"/>
                  </a:lnTo>
                  <a:lnTo>
                    <a:pt x="6390527" y="1293015"/>
                  </a:lnTo>
                  <a:lnTo>
                    <a:pt x="6432490" y="1336231"/>
                  </a:lnTo>
                  <a:lnTo>
                    <a:pt x="6474532" y="1376159"/>
                  </a:lnTo>
                  <a:lnTo>
                    <a:pt x="6515891" y="1411949"/>
                  </a:lnTo>
                  <a:lnTo>
                    <a:pt x="6563637" y="1448808"/>
                  </a:lnTo>
                  <a:lnTo>
                    <a:pt x="6613069" y="1481856"/>
                  </a:lnTo>
                  <a:lnTo>
                    <a:pt x="6665008" y="1511302"/>
                  </a:lnTo>
                  <a:lnTo>
                    <a:pt x="6720365" y="1537491"/>
                  </a:lnTo>
                  <a:lnTo>
                    <a:pt x="6780064" y="1560808"/>
                  </a:lnTo>
                  <a:lnTo>
                    <a:pt x="6844956" y="1581618"/>
                  </a:lnTo>
                  <a:lnTo>
                    <a:pt x="6915707" y="1600237"/>
                  </a:lnTo>
                  <a:lnTo>
                    <a:pt x="6992653" y="1616915"/>
                  </a:lnTo>
                  <a:lnTo>
                    <a:pt x="7075603" y="1631828"/>
                  </a:lnTo>
                  <a:lnTo>
                    <a:pt x="7163623" y="1645079"/>
                  </a:lnTo>
                  <a:lnTo>
                    <a:pt x="7254819" y="1656700"/>
                  </a:lnTo>
                  <a:lnTo>
                    <a:pt x="7346234" y="1666672"/>
                  </a:lnTo>
                  <a:lnTo>
                    <a:pt x="7433955" y="1674956"/>
                  </a:lnTo>
                  <a:lnTo>
                    <a:pt x="7513543" y="1681529"/>
                  </a:lnTo>
                  <a:lnTo>
                    <a:pt x="7580774" y="1686427"/>
                  </a:lnTo>
                  <a:lnTo>
                    <a:pt x="7632558" y="1689780"/>
                  </a:lnTo>
                  <a:lnTo>
                    <a:pt x="7667729" y="1691816"/>
                  </a:lnTo>
                  <a:lnTo>
                    <a:pt x="7687448" y="1692841"/>
                  </a:lnTo>
                  <a:lnTo>
                    <a:pt x="7695154" y="1693203"/>
                  </a:lnTo>
                  <a:lnTo>
                    <a:pt x="7696237" y="1693250"/>
                  </a:lnTo>
                  <a:lnTo>
                    <a:pt x="8234974" y="1693250"/>
                  </a:lnTo>
                  <a:lnTo>
                    <a:pt x="8234974" y="1687805"/>
                  </a:lnTo>
                  <a:lnTo>
                    <a:pt x="7696237" y="1687805"/>
                  </a:lnTo>
                  <a:lnTo>
                    <a:pt x="7694986" y="1687751"/>
                  </a:lnTo>
                  <a:lnTo>
                    <a:pt x="7686817" y="1687366"/>
                  </a:lnTo>
                  <a:lnTo>
                    <a:pt x="7666423" y="1686300"/>
                  </a:lnTo>
                  <a:lnTo>
                    <a:pt x="7630469" y="1684208"/>
                  </a:lnTo>
                  <a:lnTo>
                    <a:pt x="7577906" y="1680785"/>
                  </a:lnTo>
                  <a:lnTo>
                    <a:pt x="7510004" y="1675810"/>
                  </a:lnTo>
                  <a:lnTo>
                    <a:pt x="7429928" y="1669156"/>
                  </a:lnTo>
                  <a:lnTo>
                    <a:pt x="7341932" y="1660791"/>
                  </a:lnTo>
                  <a:lnTo>
                    <a:pt x="7250445" y="1650739"/>
                  </a:lnTo>
                  <a:lnTo>
                    <a:pt x="7159342" y="1639040"/>
                  </a:lnTo>
                  <a:lnTo>
                    <a:pt x="7071529" y="1625712"/>
                  </a:lnTo>
                  <a:lnTo>
                    <a:pt x="6988850" y="1610717"/>
                  </a:lnTo>
                  <a:lnTo>
                    <a:pt x="6912200" y="1593952"/>
                  </a:lnTo>
                  <a:lnTo>
                    <a:pt x="6841739" y="1575235"/>
                  </a:lnTo>
                  <a:lnTo>
                    <a:pt x="6777111" y="1554313"/>
                  </a:lnTo>
                  <a:lnTo>
                    <a:pt x="6717639" y="1530868"/>
                  </a:lnTo>
                  <a:lnTo>
                    <a:pt x="6662466" y="1504532"/>
                  </a:lnTo>
                  <a:lnTo>
                    <a:pt x="6610667" y="1474922"/>
                  </a:lnTo>
                  <a:lnTo>
                    <a:pt x="6561332" y="1441696"/>
                  </a:lnTo>
                  <a:lnTo>
                    <a:pt x="6515891" y="1406504"/>
                  </a:lnTo>
                  <a:lnTo>
                    <a:pt x="6473441" y="1369723"/>
                  </a:lnTo>
                  <a:lnTo>
                    <a:pt x="6431405" y="1329711"/>
                  </a:lnTo>
                  <a:lnTo>
                    <a:pt x="6389440" y="1286409"/>
                  </a:lnTo>
                  <a:lnTo>
                    <a:pt x="6347296" y="1239836"/>
                  </a:lnTo>
                  <a:lnTo>
                    <a:pt x="6304801" y="1190099"/>
                  </a:lnTo>
                  <a:lnTo>
                    <a:pt x="6261856" y="1137401"/>
                  </a:lnTo>
                  <a:lnTo>
                    <a:pt x="6218427" y="1082041"/>
                  </a:lnTo>
                  <a:lnTo>
                    <a:pt x="6174534" y="1024416"/>
                  </a:lnTo>
                  <a:lnTo>
                    <a:pt x="6130250" y="965008"/>
                  </a:lnTo>
                  <a:lnTo>
                    <a:pt x="6085682" y="904370"/>
                  </a:lnTo>
                  <a:lnTo>
                    <a:pt x="6040968" y="843109"/>
                  </a:lnTo>
                  <a:lnTo>
                    <a:pt x="5996255" y="781856"/>
                  </a:lnTo>
                  <a:lnTo>
                    <a:pt x="5951693" y="721243"/>
                  </a:lnTo>
                  <a:lnTo>
                    <a:pt x="5907418" y="661874"/>
                  </a:lnTo>
                  <a:lnTo>
                    <a:pt x="5863537" y="604301"/>
                  </a:lnTo>
                  <a:lnTo>
                    <a:pt x="5820120" y="549006"/>
                  </a:lnTo>
                  <a:lnTo>
                    <a:pt x="5777187" y="496381"/>
                  </a:lnTo>
                  <a:lnTo>
                    <a:pt x="5734703" y="446723"/>
                  </a:lnTo>
                  <a:lnTo>
                    <a:pt x="5692565" y="400234"/>
                  </a:lnTo>
                  <a:lnTo>
                    <a:pt x="5650602" y="357018"/>
                  </a:lnTo>
                  <a:lnTo>
                    <a:pt x="5608560" y="317091"/>
                  </a:lnTo>
                  <a:lnTo>
                    <a:pt x="5567201" y="281300"/>
                  </a:lnTo>
                  <a:lnTo>
                    <a:pt x="5519456" y="244441"/>
                  </a:lnTo>
                  <a:lnTo>
                    <a:pt x="5470023" y="211394"/>
                  </a:lnTo>
                  <a:lnTo>
                    <a:pt x="5418085" y="181948"/>
                  </a:lnTo>
                  <a:lnTo>
                    <a:pt x="5362728" y="155758"/>
                  </a:lnTo>
                  <a:lnTo>
                    <a:pt x="5303028" y="132441"/>
                  </a:lnTo>
                  <a:lnTo>
                    <a:pt x="5238136" y="111631"/>
                  </a:lnTo>
                  <a:lnTo>
                    <a:pt x="5167385" y="93012"/>
                  </a:lnTo>
                  <a:lnTo>
                    <a:pt x="5090440" y="76335"/>
                  </a:lnTo>
                  <a:lnTo>
                    <a:pt x="5007489" y="61421"/>
                  </a:lnTo>
                  <a:lnTo>
                    <a:pt x="4919470" y="48170"/>
                  </a:lnTo>
                  <a:lnTo>
                    <a:pt x="4828274" y="36550"/>
                  </a:lnTo>
                  <a:lnTo>
                    <a:pt x="4736859" y="26577"/>
                  </a:lnTo>
                  <a:lnTo>
                    <a:pt x="4649137" y="18293"/>
                  </a:lnTo>
                  <a:lnTo>
                    <a:pt x="4569550" y="11720"/>
                  </a:lnTo>
                  <a:lnTo>
                    <a:pt x="4502318" y="6822"/>
                  </a:lnTo>
                  <a:lnTo>
                    <a:pt x="4450534" y="3469"/>
                  </a:lnTo>
                  <a:lnTo>
                    <a:pt x="4415364" y="1434"/>
                  </a:lnTo>
                  <a:lnTo>
                    <a:pt x="4395644" y="408"/>
                  </a:lnTo>
                  <a:lnTo>
                    <a:pt x="4387939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5" y="92"/>
                  </a:lnTo>
                  <a:lnTo>
                    <a:pt x="3841046" y="754"/>
                  </a:lnTo>
                  <a:lnTo>
                    <a:pt x="3825573" y="2585"/>
                  </a:lnTo>
                  <a:lnTo>
                    <a:pt x="3797913" y="6187"/>
                  </a:lnTo>
                  <a:lnTo>
                    <a:pt x="3756706" y="12118"/>
                  </a:lnTo>
                  <a:lnTo>
                    <a:pt x="3702182" y="20831"/>
                  </a:lnTo>
                  <a:lnTo>
                    <a:pt x="3636030" y="32630"/>
                  </a:lnTo>
                  <a:lnTo>
                    <a:pt x="3561005" y="47664"/>
                  </a:lnTo>
                  <a:lnTo>
                    <a:pt x="3480383" y="65954"/>
                  </a:lnTo>
                  <a:lnTo>
                    <a:pt x="3397419" y="87444"/>
                  </a:lnTo>
                  <a:lnTo>
                    <a:pt x="3314931" y="112064"/>
                  </a:lnTo>
                  <a:lnTo>
                    <a:pt x="3235072" y="139786"/>
                  </a:lnTo>
                  <a:lnTo>
                    <a:pt x="3159276" y="170660"/>
                  </a:lnTo>
                  <a:lnTo>
                    <a:pt x="3088324" y="204845"/>
                  </a:lnTo>
                  <a:lnTo>
                    <a:pt x="3022464" y="242615"/>
                  </a:lnTo>
                  <a:lnTo>
                    <a:pt x="2961552" y="284361"/>
                  </a:lnTo>
                  <a:lnTo>
                    <a:pt x="2905180" y="330584"/>
                  </a:lnTo>
                  <a:lnTo>
                    <a:pt x="2852772" y="381874"/>
                  </a:lnTo>
                  <a:lnTo>
                    <a:pt x="2803667" y="438884"/>
                  </a:lnTo>
                  <a:lnTo>
                    <a:pt x="2757174" y="502271"/>
                  </a:lnTo>
                  <a:lnTo>
                    <a:pt x="2712623" y="572603"/>
                  </a:lnTo>
                  <a:lnTo>
                    <a:pt x="2669416" y="650210"/>
                  </a:lnTo>
                  <a:lnTo>
                    <a:pt x="2667772" y="653344"/>
                  </a:lnTo>
                  <a:lnTo>
                    <a:pt x="2636829" y="714765"/>
                  </a:lnTo>
                  <a:lnTo>
                    <a:pt x="2606161" y="780127"/>
                  </a:lnTo>
                  <a:lnTo>
                    <a:pt x="2575621" y="849507"/>
                  </a:lnTo>
                  <a:lnTo>
                    <a:pt x="2545090" y="922940"/>
                  </a:lnTo>
                  <a:lnTo>
                    <a:pt x="2514472" y="1000406"/>
                  </a:lnTo>
                  <a:lnTo>
                    <a:pt x="2483695" y="1081827"/>
                  </a:lnTo>
                  <a:lnTo>
                    <a:pt x="2452707" y="1167066"/>
                  </a:lnTo>
                  <a:lnTo>
                    <a:pt x="2421477" y="1255922"/>
                  </a:lnTo>
                  <a:lnTo>
                    <a:pt x="2389990" y="1348129"/>
                  </a:lnTo>
                  <a:lnTo>
                    <a:pt x="2358248" y="1443360"/>
                  </a:lnTo>
                  <a:lnTo>
                    <a:pt x="2326268" y="1541227"/>
                  </a:lnTo>
                  <a:lnTo>
                    <a:pt x="2294081" y="1641288"/>
                  </a:lnTo>
                  <a:lnTo>
                    <a:pt x="2261725" y="1743053"/>
                  </a:lnTo>
                  <a:lnTo>
                    <a:pt x="2229251" y="1845997"/>
                  </a:lnTo>
                  <a:lnTo>
                    <a:pt x="2196713" y="1949565"/>
                  </a:lnTo>
                  <a:lnTo>
                    <a:pt x="2164169" y="2053191"/>
                  </a:lnTo>
                  <a:lnTo>
                    <a:pt x="2131677" y="2156306"/>
                  </a:lnTo>
                  <a:lnTo>
                    <a:pt x="2099294" y="2258353"/>
                  </a:lnTo>
                  <a:lnTo>
                    <a:pt x="2067068" y="2358799"/>
                  </a:lnTo>
                  <a:lnTo>
                    <a:pt x="2035044" y="2457146"/>
                  </a:lnTo>
                  <a:lnTo>
                    <a:pt x="2003252" y="2552942"/>
                  </a:lnTo>
                  <a:lnTo>
                    <a:pt x="1971713" y="2645788"/>
                  </a:lnTo>
                  <a:lnTo>
                    <a:pt x="1940432" y="2735344"/>
                  </a:lnTo>
                  <a:lnTo>
                    <a:pt x="1909397" y="2821331"/>
                  </a:lnTo>
                  <a:lnTo>
                    <a:pt x="1878581" y="2903536"/>
                  </a:lnTo>
                  <a:lnTo>
                    <a:pt x="1847936" y="2981808"/>
                  </a:lnTo>
                  <a:lnTo>
                    <a:pt x="1817394" y="3056059"/>
                  </a:lnTo>
                  <a:lnTo>
                    <a:pt x="1786865" y="3126257"/>
                  </a:lnTo>
                  <a:lnTo>
                    <a:pt x="1756234" y="3192424"/>
                  </a:lnTo>
                  <a:lnTo>
                    <a:pt x="1725359" y="3254633"/>
                  </a:lnTo>
                  <a:lnTo>
                    <a:pt x="1719082" y="3266720"/>
                  </a:lnTo>
                  <a:lnTo>
                    <a:pt x="1675917" y="3344607"/>
                  </a:lnTo>
                  <a:lnTo>
                    <a:pt x="1631428" y="3415216"/>
                  </a:lnTo>
                  <a:lnTo>
                    <a:pt x="1585022" y="3478861"/>
                  </a:lnTo>
                  <a:lnTo>
                    <a:pt x="1536030" y="3536105"/>
                  </a:lnTo>
                  <a:lnTo>
                    <a:pt x="1483762" y="3587603"/>
                  </a:lnTo>
                  <a:lnTo>
                    <a:pt x="1427554" y="3634009"/>
                  </a:lnTo>
                  <a:lnTo>
                    <a:pt x="1366826" y="3675918"/>
                  </a:lnTo>
                  <a:lnTo>
                    <a:pt x="1301161" y="3713833"/>
                  </a:lnTo>
                  <a:lnTo>
                    <a:pt x="1230403" y="3748150"/>
                  </a:lnTo>
                  <a:lnTo>
                    <a:pt x="1154784" y="3779148"/>
                  </a:lnTo>
                  <a:lnTo>
                    <a:pt x="1075059" y="3806989"/>
                  </a:lnTo>
                  <a:lnTo>
                    <a:pt x="992637" y="3831729"/>
                  </a:lnTo>
                  <a:lnTo>
                    <a:pt x="909643" y="3853341"/>
                  </a:lnTo>
                  <a:lnTo>
                    <a:pt x="828872" y="3871755"/>
                  </a:lnTo>
                  <a:lnTo>
                    <a:pt x="753569" y="3886915"/>
                  </a:lnTo>
                  <a:lnTo>
                    <a:pt x="687020" y="3898837"/>
                  </a:lnTo>
                  <a:lnTo>
                    <a:pt x="632009" y="3907664"/>
                  </a:lnTo>
                  <a:lnTo>
                    <a:pt x="590274" y="3913695"/>
                  </a:lnTo>
                  <a:lnTo>
                    <a:pt x="562108" y="3917377"/>
                  </a:lnTo>
                  <a:lnTo>
                    <a:pt x="546209" y="3919264"/>
                  </a:lnTo>
                  <a:lnTo>
                    <a:pt x="539780" y="3919960"/>
                  </a:lnTo>
                  <a:lnTo>
                    <a:pt x="538736" y="3920064"/>
                  </a:lnTo>
                  <a:lnTo>
                    <a:pt x="0" y="3920064"/>
                  </a:lnTo>
                  <a:close/>
                </a:path>
              </a:pathLst>
            </a:custGeom>
            <a:solidFill>
              <a:srgbClr val="8BC34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29" name="pl1629"/>
            <p:cNvSpPr/>
            <p:nvPr/>
          </p:nvSpPr>
          <p:spPr>
            <a:xfrm>
              <a:off x="546595" y="984572"/>
              <a:ext cx="8234974" cy="3920064"/>
            </a:xfrm>
            <a:custGeom>
              <a:avLst/>
              <a:pathLst>
                <a:path w="8234974" h="3920064">
                  <a:moveTo>
                    <a:pt x="0" y="3920064"/>
                  </a:moveTo>
                  <a:lnTo>
                    <a:pt x="538736" y="3920064"/>
                  </a:lnTo>
                  <a:lnTo>
                    <a:pt x="539670" y="3919971"/>
                  </a:lnTo>
                  <a:lnTo>
                    <a:pt x="545808" y="3919309"/>
                  </a:lnTo>
                  <a:lnTo>
                    <a:pt x="561282" y="3917479"/>
                  </a:lnTo>
                  <a:lnTo>
                    <a:pt x="588941" y="3913877"/>
                  </a:lnTo>
                  <a:lnTo>
                    <a:pt x="630149" y="3907945"/>
                  </a:lnTo>
                  <a:lnTo>
                    <a:pt x="684673" y="3899233"/>
                  </a:lnTo>
                  <a:lnTo>
                    <a:pt x="750825" y="3887434"/>
                  </a:lnTo>
                  <a:lnTo>
                    <a:pt x="825850" y="3872399"/>
                  </a:lnTo>
                  <a:lnTo>
                    <a:pt x="906472" y="3854110"/>
                  </a:lnTo>
                  <a:lnTo>
                    <a:pt x="989436" y="3832619"/>
                  </a:lnTo>
                  <a:lnTo>
                    <a:pt x="1071924" y="3807999"/>
                  </a:lnTo>
                  <a:lnTo>
                    <a:pt x="1151783" y="3780278"/>
                  </a:lnTo>
                  <a:lnTo>
                    <a:pt x="1227578" y="3749404"/>
                  </a:lnTo>
                  <a:lnTo>
                    <a:pt x="1298530" y="3715219"/>
                  </a:lnTo>
                  <a:lnTo>
                    <a:pt x="1364391" y="3677449"/>
                  </a:lnTo>
                  <a:lnTo>
                    <a:pt x="1425302" y="3635702"/>
                  </a:lnTo>
                  <a:lnTo>
                    <a:pt x="1481675" y="3589480"/>
                  </a:lnTo>
                  <a:lnTo>
                    <a:pt x="1534082" y="3538190"/>
                  </a:lnTo>
                  <a:lnTo>
                    <a:pt x="1583187" y="3481180"/>
                  </a:lnTo>
                  <a:lnTo>
                    <a:pt x="1629681" y="3417793"/>
                  </a:lnTo>
                  <a:lnTo>
                    <a:pt x="1674232" y="3347460"/>
                  </a:lnTo>
                  <a:lnTo>
                    <a:pt x="1717439" y="3269854"/>
                  </a:lnTo>
                  <a:lnTo>
                    <a:pt x="1719082" y="3266720"/>
                  </a:lnTo>
                  <a:lnTo>
                    <a:pt x="1750026" y="3205298"/>
                  </a:lnTo>
                  <a:lnTo>
                    <a:pt x="1780693" y="3139937"/>
                  </a:lnTo>
                  <a:lnTo>
                    <a:pt x="1811233" y="3070556"/>
                  </a:lnTo>
                  <a:lnTo>
                    <a:pt x="1841765" y="2997123"/>
                  </a:lnTo>
                  <a:lnTo>
                    <a:pt x="1872383" y="2919657"/>
                  </a:lnTo>
                  <a:lnTo>
                    <a:pt x="1903160" y="2838236"/>
                  </a:lnTo>
                  <a:lnTo>
                    <a:pt x="1934148" y="2752998"/>
                  </a:lnTo>
                  <a:lnTo>
                    <a:pt x="1965378" y="2664142"/>
                  </a:lnTo>
                  <a:lnTo>
                    <a:pt x="1996865" y="2571935"/>
                  </a:lnTo>
                  <a:lnTo>
                    <a:pt x="2028606" y="2476704"/>
                  </a:lnTo>
                  <a:lnTo>
                    <a:pt x="2060586" y="2378837"/>
                  </a:lnTo>
                  <a:lnTo>
                    <a:pt x="2092774" y="2278776"/>
                  </a:lnTo>
                  <a:lnTo>
                    <a:pt x="2125130" y="2177010"/>
                  </a:lnTo>
                  <a:lnTo>
                    <a:pt x="2157604" y="2074067"/>
                  </a:lnTo>
                  <a:lnTo>
                    <a:pt x="2190142" y="1970498"/>
                  </a:lnTo>
                  <a:lnTo>
                    <a:pt x="2222686" y="1866872"/>
                  </a:lnTo>
                  <a:lnTo>
                    <a:pt x="2255177" y="1763757"/>
                  </a:lnTo>
                  <a:lnTo>
                    <a:pt x="2287561" y="1661711"/>
                  </a:lnTo>
                  <a:lnTo>
                    <a:pt x="2319786" y="1561265"/>
                  </a:lnTo>
                  <a:lnTo>
                    <a:pt x="2351811" y="1462918"/>
                  </a:lnTo>
                  <a:lnTo>
                    <a:pt x="2383602" y="1367121"/>
                  </a:lnTo>
                  <a:lnTo>
                    <a:pt x="2415141" y="1274275"/>
                  </a:lnTo>
                  <a:lnTo>
                    <a:pt x="2446423" y="1184720"/>
                  </a:lnTo>
                  <a:lnTo>
                    <a:pt x="2477457" y="1098733"/>
                  </a:lnTo>
                  <a:lnTo>
                    <a:pt x="2508273" y="1016528"/>
                  </a:lnTo>
                  <a:lnTo>
                    <a:pt x="2538919" y="938255"/>
                  </a:lnTo>
                  <a:lnTo>
                    <a:pt x="2569461" y="864005"/>
                  </a:lnTo>
                  <a:lnTo>
                    <a:pt x="2599990" y="793807"/>
                  </a:lnTo>
                  <a:lnTo>
                    <a:pt x="2630621" y="727639"/>
                  </a:lnTo>
                  <a:lnTo>
                    <a:pt x="2661495" y="665431"/>
                  </a:lnTo>
                  <a:lnTo>
                    <a:pt x="2667772" y="653344"/>
                  </a:lnTo>
                  <a:lnTo>
                    <a:pt x="2710938" y="575456"/>
                  </a:lnTo>
                  <a:lnTo>
                    <a:pt x="2755427" y="504847"/>
                  </a:lnTo>
                  <a:lnTo>
                    <a:pt x="2801833" y="441203"/>
                  </a:lnTo>
                  <a:lnTo>
                    <a:pt x="2850825" y="383959"/>
                  </a:lnTo>
                  <a:lnTo>
                    <a:pt x="2903092" y="332461"/>
                  </a:lnTo>
                  <a:lnTo>
                    <a:pt x="2959301" y="286055"/>
                  </a:lnTo>
                  <a:lnTo>
                    <a:pt x="3020029" y="244146"/>
                  </a:lnTo>
                  <a:lnTo>
                    <a:pt x="3085694" y="206231"/>
                  </a:lnTo>
                  <a:lnTo>
                    <a:pt x="3156452" y="171914"/>
                  </a:lnTo>
                  <a:lnTo>
                    <a:pt x="3232071" y="140916"/>
                  </a:lnTo>
                  <a:lnTo>
                    <a:pt x="3311795" y="113074"/>
                  </a:lnTo>
                  <a:lnTo>
                    <a:pt x="3394218" y="88335"/>
                  </a:lnTo>
                  <a:lnTo>
                    <a:pt x="3477212" y="66723"/>
                  </a:lnTo>
                  <a:lnTo>
                    <a:pt x="3557982" y="48308"/>
                  </a:lnTo>
                  <a:lnTo>
                    <a:pt x="3633285" y="33149"/>
                  </a:lnTo>
                  <a:lnTo>
                    <a:pt x="3699835" y="21227"/>
                  </a:lnTo>
                  <a:lnTo>
                    <a:pt x="3754846" y="12400"/>
                  </a:lnTo>
                  <a:lnTo>
                    <a:pt x="3796581" y="6369"/>
                  </a:lnTo>
                  <a:lnTo>
                    <a:pt x="3824747" y="2687"/>
                  </a:lnTo>
                  <a:lnTo>
                    <a:pt x="3840646" y="799"/>
                  </a:lnTo>
                  <a:lnTo>
                    <a:pt x="3847075" y="104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6" y="53"/>
                  </a:lnTo>
                  <a:lnTo>
                    <a:pt x="4396275" y="439"/>
                  </a:lnTo>
                  <a:lnTo>
                    <a:pt x="4416669" y="1505"/>
                  </a:lnTo>
                  <a:lnTo>
                    <a:pt x="4452623" y="3597"/>
                  </a:lnTo>
                  <a:lnTo>
                    <a:pt x="4505187" y="7019"/>
                  </a:lnTo>
                  <a:lnTo>
                    <a:pt x="4573089" y="11995"/>
                  </a:lnTo>
                  <a:lnTo>
                    <a:pt x="4653164" y="18648"/>
                  </a:lnTo>
                  <a:lnTo>
                    <a:pt x="4741160" y="27013"/>
                  </a:lnTo>
                  <a:lnTo>
                    <a:pt x="4832647" y="37066"/>
                  </a:lnTo>
                  <a:lnTo>
                    <a:pt x="4923751" y="48764"/>
                  </a:lnTo>
                  <a:lnTo>
                    <a:pt x="5011564" y="62093"/>
                  </a:lnTo>
                  <a:lnTo>
                    <a:pt x="5094243" y="77087"/>
                  </a:lnTo>
                  <a:lnTo>
                    <a:pt x="5170892" y="93853"/>
                  </a:lnTo>
                  <a:lnTo>
                    <a:pt x="5241354" y="112570"/>
                  </a:lnTo>
                  <a:lnTo>
                    <a:pt x="5305981" y="133491"/>
                  </a:lnTo>
                  <a:lnTo>
                    <a:pt x="5365454" y="156936"/>
                  </a:lnTo>
                  <a:lnTo>
                    <a:pt x="5420627" y="183272"/>
                  </a:lnTo>
                  <a:lnTo>
                    <a:pt x="5472426" y="212883"/>
                  </a:lnTo>
                  <a:lnTo>
                    <a:pt x="5521761" y="246109"/>
                  </a:lnTo>
                  <a:lnTo>
                    <a:pt x="5567201" y="281300"/>
                  </a:lnTo>
                  <a:lnTo>
                    <a:pt x="5609651" y="318082"/>
                  </a:lnTo>
                  <a:lnTo>
                    <a:pt x="5651687" y="358094"/>
                  </a:lnTo>
                  <a:lnTo>
                    <a:pt x="5693652" y="401395"/>
                  </a:lnTo>
                  <a:lnTo>
                    <a:pt x="5735796" y="447968"/>
                  </a:lnTo>
                  <a:lnTo>
                    <a:pt x="5778291" y="497705"/>
                  </a:lnTo>
                  <a:lnTo>
                    <a:pt x="5821236" y="550404"/>
                  </a:lnTo>
                  <a:lnTo>
                    <a:pt x="5864666" y="605763"/>
                  </a:lnTo>
                  <a:lnTo>
                    <a:pt x="5908558" y="663388"/>
                  </a:lnTo>
                  <a:lnTo>
                    <a:pt x="5952843" y="722797"/>
                  </a:lnTo>
                  <a:lnTo>
                    <a:pt x="5997410" y="783434"/>
                  </a:lnTo>
                  <a:lnTo>
                    <a:pt x="6042125" y="844696"/>
                  </a:lnTo>
                  <a:lnTo>
                    <a:pt x="6086837" y="905949"/>
                  </a:lnTo>
                  <a:lnTo>
                    <a:pt x="6131399" y="966562"/>
                  </a:lnTo>
                  <a:lnTo>
                    <a:pt x="6175675" y="1025931"/>
                  </a:lnTo>
                  <a:lnTo>
                    <a:pt x="6219556" y="1083503"/>
                  </a:lnTo>
                  <a:lnTo>
                    <a:pt x="6262973" y="1138799"/>
                  </a:lnTo>
                  <a:lnTo>
                    <a:pt x="6305905" y="1191424"/>
                  </a:lnTo>
                  <a:lnTo>
                    <a:pt x="6348390" y="1241081"/>
                  </a:lnTo>
                  <a:lnTo>
                    <a:pt x="6390527" y="1287570"/>
                  </a:lnTo>
                  <a:lnTo>
                    <a:pt x="6432490" y="1330787"/>
                  </a:lnTo>
                  <a:lnTo>
                    <a:pt x="6474532" y="1370714"/>
                  </a:lnTo>
                  <a:lnTo>
                    <a:pt x="6515891" y="1406504"/>
                  </a:lnTo>
                  <a:lnTo>
                    <a:pt x="6563637" y="1443363"/>
                  </a:lnTo>
                  <a:lnTo>
                    <a:pt x="6613069" y="1476411"/>
                  </a:lnTo>
                  <a:lnTo>
                    <a:pt x="6665008" y="1505857"/>
                  </a:lnTo>
                  <a:lnTo>
                    <a:pt x="6720365" y="1532047"/>
                  </a:lnTo>
                  <a:lnTo>
                    <a:pt x="6780064" y="1555364"/>
                  </a:lnTo>
                  <a:lnTo>
                    <a:pt x="6844956" y="1576174"/>
                  </a:lnTo>
                  <a:lnTo>
                    <a:pt x="6915707" y="1594792"/>
                  </a:lnTo>
                  <a:lnTo>
                    <a:pt x="6992653" y="1611470"/>
                  </a:lnTo>
                  <a:lnTo>
                    <a:pt x="7075603" y="1626383"/>
                  </a:lnTo>
                  <a:lnTo>
                    <a:pt x="7163623" y="1639634"/>
                  </a:lnTo>
                  <a:lnTo>
                    <a:pt x="7254819" y="1651255"/>
                  </a:lnTo>
                  <a:lnTo>
                    <a:pt x="7346234" y="1661228"/>
                  </a:lnTo>
                  <a:lnTo>
                    <a:pt x="7433955" y="1669512"/>
                  </a:lnTo>
                  <a:lnTo>
                    <a:pt x="7513543" y="1676084"/>
                  </a:lnTo>
                  <a:lnTo>
                    <a:pt x="7580774" y="1680982"/>
                  </a:lnTo>
                  <a:lnTo>
                    <a:pt x="7632558" y="1684335"/>
                  </a:lnTo>
                  <a:lnTo>
                    <a:pt x="7667729" y="1686371"/>
                  </a:lnTo>
                  <a:lnTo>
                    <a:pt x="7687448" y="1687397"/>
                  </a:lnTo>
                  <a:lnTo>
                    <a:pt x="7695154" y="1687759"/>
                  </a:lnTo>
                  <a:lnTo>
                    <a:pt x="7696237" y="1687805"/>
                  </a:lnTo>
                  <a:lnTo>
                    <a:pt x="8234974" y="16878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0" name="pl1630"/>
            <p:cNvSpPr/>
            <p:nvPr/>
          </p:nvSpPr>
          <p:spPr>
            <a:xfrm>
              <a:off x="546595" y="979127"/>
              <a:ext cx="8234974" cy="3920064"/>
            </a:xfrm>
            <a:custGeom>
              <a:avLst/>
              <a:pathLst>
                <a:path w="8234974" h="3920064">
                  <a:moveTo>
                    <a:pt x="8234974" y="1687805"/>
                  </a:moveTo>
                  <a:lnTo>
                    <a:pt x="7696237" y="1687805"/>
                  </a:lnTo>
                  <a:lnTo>
                    <a:pt x="7694986" y="1687751"/>
                  </a:lnTo>
                  <a:lnTo>
                    <a:pt x="7686817" y="1687366"/>
                  </a:lnTo>
                  <a:lnTo>
                    <a:pt x="7666423" y="1686300"/>
                  </a:lnTo>
                  <a:lnTo>
                    <a:pt x="7630469" y="1684208"/>
                  </a:lnTo>
                  <a:lnTo>
                    <a:pt x="7577906" y="1680785"/>
                  </a:lnTo>
                  <a:lnTo>
                    <a:pt x="7510004" y="1675810"/>
                  </a:lnTo>
                  <a:lnTo>
                    <a:pt x="7429928" y="1669156"/>
                  </a:lnTo>
                  <a:lnTo>
                    <a:pt x="7341932" y="1660791"/>
                  </a:lnTo>
                  <a:lnTo>
                    <a:pt x="7250445" y="1650739"/>
                  </a:lnTo>
                  <a:lnTo>
                    <a:pt x="7159342" y="1639040"/>
                  </a:lnTo>
                  <a:lnTo>
                    <a:pt x="7071529" y="1625712"/>
                  </a:lnTo>
                  <a:lnTo>
                    <a:pt x="6988850" y="1610717"/>
                  </a:lnTo>
                  <a:lnTo>
                    <a:pt x="6912200" y="1593952"/>
                  </a:lnTo>
                  <a:lnTo>
                    <a:pt x="6841739" y="1575235"/>
                  </a:lnTo>
                  <a:lnTo>
                    <a:pt x="6777111" y="1554313"/>
                  </a:lnTo>
                  <a:lnTo>
                    <a:pt x="6717639" y="1530868"/>
                  </a:lnTo>
                  <a:lnTo>
                    <a:pt x="6662466" y="1504532"/>
                  </a:lnTo>
                  <a:lnTo>
                    <a:pt x="6610667" y="1474922"/>
                  </a:lnTo>
                  <a:lnTo>
                    <a:pt x="6561332" y="1441696"/>
                  </a:lnTo>
                  <a:lnTo>
                    <a:pt x="6515891" y="1406504"/>
                  </a:lnTo>
                  <a:lnTo>
                    <a:pt x="6473441" y="1369723"/>
                  </a:lnTo>
                  <a:lnTo>
                    <a:pt x="6431405" y="1329711"/>
                  </a:lnTo>
                  <a:lnTo>
                    <a:pt x="6389440" y="1286409"/>
                  </a:lnTo>
                  <a:lnTo>
                    <a:pt x="6347296" y="1239836"/>
                  </a:lnTo>
                  <a:lnTo>
                    <a:pt x="6304801" y="1190099"/>
                  </a:lnTo>
                  <a:lnTo>
                    <a:pt x="6261856" y="1137401"/>
                  </a:lnTo>
                  <a:lnTo>
                    <a:pt x="6218427" y="1082041"/>
                  </a:lnTo>
                  <a:lnTo>
                    <a:pt x="6174534" y="1024416"/>
                  </a:lnTo>
                  <a:lnTo>
                    <a:pt x="6130250" y="965008"/>
                  </a:lnTo>
                  <a:lnTo>
                    <a:pt x="6085682" y="904370"/>
                  </a:lnTo>
                  <a:lnTo>
                    <a:pt x="6040968" y="843109"/>
                  </a:lnTo>
                  <a:lnTo>
                    <a:pt x="5996255" y="781856"/>
                  </a:lnTo>
                  <a:lnTo>
                    <a:pt x="5951693" y="721243"/>
                  </a:lnTo>
                  <a:lnTo>
                    <a:pt x="5907418" y="661874"/>
                  </a:lnTo>
                  <a:lnTo>
                    <a:pt x="5863537" y="604301"/>
                  </a:lnTo>
                  <a:lnTo>
                    <a:pt x="5820120" y="549006"/>
                  </a:lnTo>
                  <a:lnTo>
                    <a:pt x="5777187" y="496381"/>
                  </a:lnTo>
                  <a:lnTo>
                    <a:pt x="5734703" y="446723"/>
                  </a:lnTo>
                  <a:lnTo>
                    <a:pt x="5692565" y="400234"/>
                  </a:lnTo>
                  <a:lnTo>
                    <a:pt x="5650602" y="357018"/>
                  </a:lnTo>
                  <a:lnTo>
                    <a:pt x="5608560" y="317091"/>
                  </a:lnTo>
                  <a:lnTo>
                    <a:pt x="5567201" y="281300"/>
                  </a:lnTo>
                  <a:lnTo>
                    <a:pt x="5519456" y="244441"/>
                  </a:lnTo>
                  <a:lnTo>
                    <a:pt x="5470023" y="211394"/>
                  </a:lnTo>
                  <a:lnTo>
                    <a:pt x="5418085" y="181948"/>
                  </a:lnTo>
                  <a:lnTo>
                    <a:pt x="5362728" y="155758"/>
                  </a:lnTo>
                  <a:lnTo>
                    <a:pt x="5303028" y="132441"/>
                  </a:lnTo>
                  <a:lnTo>
                    <a:pt x="5238136" y="111631"/>
                  </a:lnTo>
                  <a:lnTo>
                    <a:pt x="5167385" y="93012"/>
                  </a:lnTo>
                  <a:lnTo>
                    <a:pt x="5090440" y="76335"/>
                  </a:lnTo>
                  <a:lnTo>
                    <a:pt x="5007489" y="61421"/>
                  </a:lnTo>
                  <a:lnTo>
                    <a:pt x="4919470" y="48170"/>
                  </a:lnTo>
                  <a:lnTo>
                    <a:pt x="4828274" y="36550"/>
                  </a:lnTo>
                  <a:lnTo>
                    <a:pt x="4736859" y="26577"/>
                  </a:lnTo>
                  <a:lnTo>
                    <a:pt x="4649137" y="18293"/>
                  </a:lnTo>
                  <a:lnTo>
                    <a:pt x="4569550" y="11720"/>
                  </a:lnTo>
                  <a:lnTo>
                    <a:pt x="4502318" y="6822"/>
                  </a:lnTo>
                  <a:lnTo>
                    <a:pt x="4450534" y="3469"/>
                  </a:lnTo>
                  <a:lnTo>
                    <a:pt x="4415364" y="1434"/>
                  </a:lnTo>
                  <a:lnTo>
                    <a:pt x="4395644" y="408"/>
                  </a:lnTo>
                  <a:lnTo>
                    <a:pt x="4387939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5" y="92"/>
                  </a:lnTo>
                  <a:lnTo>
                    <a:pt x="3841046" y="754"/>
                  </a:lnTo>
                  <a:lnTo>
                    <a:pt x="3825573" y="2585"/>
                  </a:lnTo>
                  <a:lnTo>
                    <a:pt x="3797913" y="6187"/>
                  </a:lnTo>
                  <a:lnTo>
                    <a:pt x="3756706" y="12118"/>
                  </a:lnTo>
                  <a:lnTo>
                    <a:pt x="3702182" y="20831"/>
                  </a:lnTo>
                  <a:lnTo>
                    <a:pt x="3636030" y="32630"/>
                  </a:lnTo>
                  <a:lnTo>
                    <a:pt x="3561005" y="47664"/>
                  </a:lnTo>
                  <a:lnTo>
                    <a:pt x="3480383" y="65954"/>
                  </a:lnTo>
                  <a:lnTo>
                    <a:pt x="3397419" y="87444"/>
                  </a:lnTo>
                  <a:lnTo>
                    <a:pt x="3314931" y="112064"/>
                  </a:lnTo>
                  <a:lnTo>
                    <a:pt x="3235072" y="139786"/>
                  </a:lnTo>
                  <a:lnTo>
                    <a:pt x="3159276" y="170660"/>
                  </a:lnTo>
                  <a:lnTo>
                    <a:pt x="3088324" y="204845"/>
                  </a:lnTo>
                  <a:lnTo>
                    <a:pt x="3022464" y="242615"/>
                  </a:lnTo>
                  <a:lnTo>
                    <a:pt x="2961552" y="284361"/>
                  </a:lnTo>
                  <a:lnTo>
                    <a:pt x="2905180" y="330584"/>
                  </a:lnTo>
                  <a:lnTo>
                    <a:pt x="2852772" y="381874"/>
                  </a:lnTo>
                  <a:lnTo>
                    <a:pt x="2803667" y="438884"/>
                  </a:lnTo>
                  <a:lnTo>
                    <a:pt x="2757174" y="502271"/>
                  </a:lnTo>
                  <a:lnTo>
                    <a:pt x="2712623" y="572603"/>
                  </a:lnTo>
                  <a:lnTo>
                    <a:pt x="2669416" y="650210"/>
                  </a:lnTo>
                  <a:lnTo>
                    <a:pt x="2667772" y="653344"/>
                  </a:lnTo>
                  <a:lnTo>
                    <a:pt x="2636829" y="714765"/>
                  </a:lnTo>
                  <a:lnTo>
                    <a:pt x="2606161" y="780127"/>
                  </a:lnTo>
                  <a:lnTo>
                    <a:pt x="2575621" y="849507"/>
                  </a:lnTo>
                  <a:lnTo>
                    <a:pt x="2545090" y="922940"/>
                  </a:lnTo>
                  <a:lnTo>
                    <a:pt x="2514472" y="1000406"/>
                  </a:lnTo>
                  <a:lnTo>
                    <a:pt x="2483695" y="1081827"/>
                  </a:lnTo>
                  <a:lnTo>
                    <a:pt x="2452707" y="1167066"/>
                  </a:lnTo>
                  <a:lnTo>
                    <a:pt x="2421477" y="1255922"/>
                  </a:lnTo>
                  <a:lnTo>
                    <a:pt x="2389990" y="1348129"/>
                  </a:lnTo>
                  <a:lnTo>
                    <a:pt x="2358248" y="1443360"/>
                  </a:lnTo>
                  <a:lnTo>
                    <a:pt x="2326268" y="1541227"/>
                  </a:lnTo>
                  <a:lnTo>
                    <a:pt x="2294081" y="1641288"/>
                  </a:lnTo>
                  <a:lnTo>
                    <a:pt x="2261725" y="1743053"/>
                  </a:lnTo>
                  <a:lnTo>
                    <a:pt x="2229251" y="1845997"/>
                  </a:lnTo>
                  <a:lnTo>
                    <a:pt x="2196713" y="1949565"/>
                  </a:lnTo>
                  <a:lnTo>
                    <a:pt x="2164169" y="2053191"/>
                  </a:lnTo>
                  <a:lnTo>
                    <a:pt x="2131677" y="2156306"/>
                  </a:lnTo>
                  <a:lnTo>
                    <a:pt x="2099294" y="2258353"/>
                  </a:lnTo>
                  <a:lnTo>
                    <a:pt x="2067068" y="2358799"/>
                  </a:lnTo>
                  <a:lnTo>
                    <a:pt x="2035044" y="2457146"/>
                  </a:lnTo>
                  <a:lnTo>
                    <a:pt x="2003252" y="2552942"/>
                  </a:lnTo>
                  <a:lnTo>
                    <a:pt x="1971713" y="2645788"/>
                  </a:lnTo>
                  <a:lnTo>
                    <a:pt x="1940432" y="2735344"/>
                  </a:lnTo>
                  <a:lnTo>
                    <a:pt x="1909397" y="2821331"/>
                  </a:lnTo>
                  <a:lnTo>
                    <a:pt x="1878581" y="2903536"/>
                  </a:lnTo>
                  <a:lnTo>
                    <a:pt x="1847936" y="2981808"/>
                  </a:lnTo>
                  <a:lnTo>
                    <a:pt x="1817394" y="3056059"/>
                  </a:lnTo>
                  <a:lnTo>
                    <a:pt x="1786865" y="3126257"/>
                  </a:lnTo>
                  <a:lnTo>
                    <a:pt x="1756234" y="3192424"/>
                  </a:lnTo>
                  <a:lnTo>
                    <a:pt x="1725359" y="3254633"/>
                  </a:lnTo>
                  <a:lnTo>
                    <a:pt x="1719082" y="3266720"/>
                  </a:lnTo>
                  <a:lnTo>
                    <a:pt x="1675917" y="3344607"/>
                  </a:lnTo>
                  <a:lnTo>
                    <a:pt x="1631428" y="3415216"/>
                  </a:lnTo>
                  <a:lnTo>
                    <a:pt x="1585022" y="3478861"/>
                  </a:lnTo>
                  <a:lnTo>
                    <a:pt x="1536030" y="3536105"/>
                  </a:lnTo>
                  <a:lnTo>
                    <a:pt x="1483762" y="3587603"/>
                  </a:lnTo>
                  <a:lnTo>
                    <a:pt x="1427554" y="3634009"/>
                  </a:lnTo>
                  <a:lnTo>
                    <a:pt x="1366826" y="3675918"/>
                  </a:lnTo>
                  <a:lnTo>
                    <a:pt x="1301161" y="3713833"/>
                  </a:lnTo>
                  <a:lnTo>
                    <a:pt x="1230403" y="3748150"/>
                  </a:lnTo>
                  <a:lnTo>
                    <a:pt x="1154784" y="3779148"/>
                  </a:lnTo>
                  <a:lnTo>
                    <a:pt x="1075059" y="3806989"/>
                  </a:lnTo>
                  <a:lnTo>
                    <a:pt x="992637" y="3831729"/>
                  </a:lnTo>
                  <a:lnTo>
                    <a:pt x="909643" y="3853341"/>
                  </a:lnTo>
                  <a:lnTo>
                    <a:pt x="828872" y="3871755"/>
                  </a:lnTo>
                  <a:lnTo>
                    <a:pt x="753569" y="3886915"/>
                  </a:lnTo>
                  <a:lnTo>
                    <a:pt x="687020" y="3898837"/>
                  </a:lnTo>
                  <a:lnTo>
                    <a:pt x="632009" y="3907664"/>
                  </a:lnTo>
                  <a:lnTo>
                    <a:pt x="590274" y="3913695"/>
                  </a:lnTo>
                  <a:lnTo>
                    <a:pt x="562108" y="3917377"/>
                  </a:lnTo>
                  <a:lnTo>
                    <a:pt x="546209" y="3919264"/>
                  </a:lnTo>
                  <a:lnTo>
                    <a:pt x="539780" y="3919960"/>
                  </a:lnTo>
                  <a:lnTo>
                    <a:pt x="538736" y="3920064"/>
                  </a:lnTo>
                  <a:lnTo>
                    <a:pt x="538736" y="3920064"/>
                  </a:lnTo>
                  <a:lnTo>
                    <a:pt x="0" y="3920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1" name="pg1631"/>
            <p:cNvSpPr/>
            <p:nvPr/>
          </p:nvSpPr>
          <p:spPr>
            <a:xfrm>
              <a:off x="546595" y="2503597"/>
              <a:ext cx="8234974" cy="2684155"/>
            </a:xfrm>
            <a:custGeom>
              <a:avLst/>
              <a:pathLst>
                <a:path w="8234974" h="2684155">
                  <a:moveTo>
                    <a:pt x="0" y="2684155"/>
                  </a:moveTo>
                  <a:lnTo>
                    <a:pt x="538736" y="2684155"/>
                  </a:lnTo>
                  <a:lnTo>
                    <a:pt x="539917" y="2684074"/>
                  </a:lnTo>
                  <a:lnTo>
                    <a:pt x="547639" y="2683498"/>
                  </a:lnTo>
                  <a:lnTo>
                    <a:pt x="566957" y="2681904"/>
                  </a:lnTo>
                  <a:lnTo>
                    <a:pt x="601114" y="2678773"/>
                  </a:lnTo>
                  <a:lnTo>
                    <a:pt x="651253" y="2673645"/>
                  </a:lnTo>
                  <a:lnTo>
                    <a:pt x="716354" y="2666172"/>
                  </a:lnTo>
                  <a:lnTo>
                    <a:pt x="793591" y="2656153"/>
                  </a:lnTo>
                  <a:lnTo>
                    <a:pt x="879028" y="2643522"/>
                  </a:lnTo>
                  <a:lnTo>
                    <a:pt x="968462" y="2628307"/>
                  </a:lnTo>
                  <a:lnTo>
                    <a:pt x="1058116" y="2610570"/>
                  </a:lnTo>
                  <a:lnTo>
                    <a:pt x="1145064" y="2590346"/>
                  </a:lnTo>
                  <a:lnTo>
                    <a:pt x="1227370" y="2567600"/>
                  </a:lnTo>
                  <a:lnTo>
                    <a:pt x="1304004" y="2542199"/>
                  </a:lnTo>
                  <a:lnTo>
                    <a:pt x="1374671" y="2513901"/>
                  </a:lnTo>
                  <a:lnTo>
                    <a:pt x="1439597" y="2482355"/>
                  </a:lnTo>
                  <a:lnTo>
                    <a:pt x="1499352" y="2447109"/>
                  </a:lnTo>
                  <a:lnTo>
                    <a:pt x="1554706" y="2407632"/>
                  </a:lnTo>
                  <a:lnTo>
                    <a:pt x="1606520" y="2363349"/>
                  </a:lnTo>
                  <a:lnTo>
                    <a:pt x="1655665" y="2313715"/>
                  </a:lnTo>
                  <a:lnTo>
                    <a:pt x="1702950" y="2258331"/>
                  </a:lnTo>
                  <a:lnTo>
                    <a:pt x="1719082" y="2237703"/>
                  </a:lnTo>
                  <a:lnTo>
                    <a:pt x="1755333" y="2188219"/>
                  </a:lnTo>
                  <a:lnTo>
                    <a:pt x="1791241" y="2135018"/>
                  </a:lnTo>
                  <a:lnTo>
                    <a:pt x="1827033" y="2078027"/>
                  </a:lnTo>
                  <a:lnTo>
                    <a:pt x="1862884" y="2017234"/>
                  </a:lnTo>
                  <a:lnTo>
                    <a:pt x="1898925" y="1952697"/>
                  </a:lnTo>
                  <a:lnTo>
                    <a:pt x="1935247" y="1884555"/>
                  </a:lnTo>
                  <a:lnTo>
                    <a:pt x="1971902" y="1813024"/>
                  </a:lnTo>
                  <a:lnTo>
                    <a:pt x="2008912" y="1738405"/>
                  </a:lnTo>
                  <a:lnTo>
                    <a:pt x="2046264" y="1661080"/>
                  </a:lnTo>
                  <a:lnTo>
                    <a:pt x="2083922" y="1581503"/>
                  </a:lnTo>
                  <a:lnTo>
                    <a:pt x="2121827" y="1500195"/>
                  </a:lnTo>
                  <a:lnTo>
                    <a:pt x="2159902" y="1417731"/>
                  </a:lnTo>
                  <a:lnTo>
                    <a:pt x="2198059" y="1334716"/>
                  </a:lnTo>
                  <a:lnTo>
                    <a:pt x="2236205" y="1251778"/>
                  </a:lnTo>
                  <a:lnTo>
                    <a:pt x="2274247" y="1169539"/>
                  </a:lnTo>
                  <a:lnTo>
                    <a:pt x="2312098" y="1088601"/>
                  </a:lnTo>
                  <a:lnTo>
                    <a:pt x="2349687" y="1009525"/>
                  </a:lnTo>
                  <a:lnTo>
                    <a:pt x="2386958" y="932817"/>
                  </a:lnTo>
                  <a:lnTo>
                    <a:pt x="2423882" y="858916"/>
                  </a:lnTo>
                  <a:lnTo>
                    <a:pt x="2460453" y="788183"/>
                  </a:lnTo>
                  <a:lnTo>
                    <a:pt x="2496700" y="720899"/>
                  </a:lnTo>
                  <a:lnTo>
                    <a:pt x="2532686" y="657262"/>
                  </a:lnTo>
                  <a:lnTo>
                    <a:pt x="2568509" y="597389"/>
                  </a:lnTo>
                  <a:lnTo>
                    <a:pt x="2604311" y="541321"/>
                  </a:lnTo>
                  <a:lnTo>
                    <a:pt x="2640279" y="489032"/>
                  </a:lnTo>
                  <a:lnTo>
                    <a:pt x="2667772" y="451896"/>
                  </a:lnTo>
                  <a:lnTo>
                    <a:pt x="2714577" y="394475"/>
                  </a:lnTo>
                  <a:lnTo>
                    <a:pt x="2762989" y="342875"/>
                  </a:lnTo>
                  <a:lnTo>
                    <a:pt x="2813777" y="296789"/>
                  </a:lnTo>
                  <a:lnTo>
                    <a:pt x="2867801" y="255706"/>
                  </a:lnTo>
                  <a:lnTo>
                    <a:pt x="2925932" y="219052"/>
                  </a:lnTo>
                  <a:lnTo>
                    <a:pt x="2988983" y="186276"/>
                  </a:lnTo>
                  <a:lnTo>
                    <a:pt x="3057607" y="156894"/>
                  </a:lnTo>
                  <a:lnTo>
                    <a:pt x="3132169" y="130519"/>
                  </a:lnTo>
                  <a:lnTo>
                    <a:pt x="3212578" y="106871"/>
                  </a:lnTo>
                  <a:lnTo>
                    <a:pt x="3298083" y="85779"/>
                  </a:lnTo>
                  <a:lnTo>
                    <a:pt x="3387077" y="67176"/>
                  </a:lnTo>
                  <a:lnTo>
                    <a:pt x="3476978" y="51077"/>
                  </a:lnTo>
                  <a:lnTo>
                    <a:pt x="3564273" y="37541"/>
                  </a:lnTo>
                  <a:lnTo>
                    <a:pt x="3644837" y="26615"/>
                  </a:lnTo>
                  <a:lnTo>
                    <a:pt x="3714552" y="18273"/>
                  </a:lnTo>
                  <a:lnTo>
                    <a:pt x="3770113" y="12361"/>
                  </a:lnTo>
                  <a:lnTo>
                    <a:pt x="3809809" y="8584"/>
                  </a:lnTo>
                  <a:lnTo>
                    <a:pt x="3834020" y="6513"/>
                  </a:lnTo>
                  <a:lnTo>
                    <a:pt x="3845287" y="564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3" y="5462"/>
                  </a:lnTo>
                  <a:lnTo>
                    <a:pt x="4396617" y="5588"/>
                  </a:lnTo>
                  <a:lnTo>
                    <a:pt x="4417721" y="5938"/>
                  </a:lnTo>
                  <a:lnTo>
                    <a:pt x="4454853" y="6625"/>
                  </a:lnTo>
                  <a:lnTo>
                    <a:pt x="4508997" y="7746"/>
                  </a:lnTo>
                  <a:lnTo>
                    <a:pt x="4578708" y="9375"/>
                  </a:lnTo>
                  <a:lnTo>
                    <a:pt x="4660597" y="11549"/>
                  </a:lnTo>
                  <a:lnTo>
                    <a:pt x="4750202" y="14277"/>
                  </a:lnTo>
                  <a:lnTo>
                    <a:pt x="4842956" y="17551"/>
                  </a:lnTo>
                  <a:lnTo>
                    <a:pt x="4934931" y="21357"/>
                  </a:lnTo>
                  <a:lnTo>
                    <a:pt x="5023240" y="25692"/>
                  </a:lnTo>
                  <a:lnTo>
                    <a:pt x="5106110" y="30570"/>
                  </a:lnTo>
                  <a:lnTo>
                    <a:pt x="5182733" y="36029"/>
                  </a:lnTo>
                  <a:lnTo>
                    <a:pt x="5253043" y="42133"/>
                  </a:lnTo>
                  <a:lnTo>
                    <a:pt x="5317476" y="48967"/>
                  </a:lnTo>
                  <a:lnTo>
                    <a:pt x="5376779" y="56641"/>
                  </a:lnTo>
                  <a:lnTo>
                    <a:pt x="5431861" y="65276"/>
                  </a:lnTo>
                  <a:lnTo>
                    <a:pt x="5483686" y="74998"/>
                  </a:lnTo>
                  <a:lnTo>
                    <a:pt x="5533183" y="85911"/>
                  </a:lnTo>
                  <a:lnTo>
                    <a:pt x="5567201" y="94371"/>
                  </a:lnTo>
                  <a:lnTo>
                    <a:pt x="5618300" y="108511"/>
                  </a:lnTo>
                  <a:lnTo>
                    <a:pt x="5668906" y="124141"/>
                  </a:lnTo>
                  <a:lnTo>
                    <a:pt x="5719568" y="141282"/>
                  </a:lnTo>
                  <a:lnTo>
                    <a:pt x="5770653" y="159897"/>
                  </a:lnTo>
                  <a:lnTo>
                    <a:pt x="5822369" y="179891"/>
                  </a:lnTo>
                  <a:lnTo>
                    <a:pt x="5874786" y="201102"/>
                  </a:lnTo>
                  <a:lnTo>
                    <a:pt x="5927855" y="223303"/>
                  </a:lnTo>
                  <a:lnTo>
                    <a:pt x="5981429" y="246214"/>
                  </a:lnTo>
                  <a:lnTo>
                    <a:pt x="6035289" y="269513"/>
                  </a:lnTo>
                  <a:lnTo>
                    <a:pt x="6089180" y="292853"/>
                  </a:lnTo>
                  <a:lnTo>
                    <a:pt x="6142841" y="315884"/>
                  </a:lnTo>
                  <a:lnTo>
                    <a:pt x="6196043" y="338277"/>
                  </a:lnTo>
                  <a:lnTo>
                    <a:pt x="6248620" y="359739"/>
                  </a:lnTo>
                  <a:lnTo>
                    <a:pt x="6300497" y="380032"/>
                  </a:lnTo>
                  <a:lnTo>
                    <a:pt x="6351716" y="398979"/>
                  </a:lnTo>
                  <a:lnTo>
                    <a:pt x="6402449" y="416467"/>
                  </a:lnTo>
                  <a:lnTo>
                    <a:pt x="6453027" y="432448"/>
                  </a:lnTo>
                  <a:lnTo>
                    <a:pt x="6503951" y="446929"/>
                  </a:lnTo>
                  <a:lnTo>
                    <a:pt x="6515891" y="450081"/>
                  </a:lnTo>
                  <a:lnTo>
                    <a:pt x="6564241" y="461871"/>
                  </a:lnTo>
                  <a:lnTo>
                    <a:pt x="6614331" y="472426"/>
                  </a:lnTo>
                  <a:lnTo>
                    <a:pt x="6667012" y="481817"/>
                  </a:lnTo>
                  <a:lnTo>
                    <a:pt x="6723233" y="490157"/>
                  </a:lnTo>
                  <a:lnTo>
                    <a:pt x="6783951" y="497572"/>
                  </a:lnTo>
                  <a:lnTo>
                    <a:pt x="6850042" y="504182"/>
                  </a:lnTo>
                  <a:lnTo>
                    <a:pt x="6922177" y="510088"/>
                  </a:lnTo>
                  <a:lnTo>
                    <a:pt x="7000669" y="515371"/>
                  </a:lnTo>
                  <a:lnTo>
                    <a:pt x="7085257" y="520087"/>
                  </a:lnTo>
                  <a:lnTo>
                    <a:pt x="7174874" y="524266"/>
                  </a:lnTo>
                  <a:lnTo>
                    <a:pt x="7267427" y="527918"/>
                  </a:lnTo>
                  <a:lnTo>
                    <a:pt x="7359704" y="531033"/>
                  </a:lnTo>
                  <a:lnTo>
                    <a:pt x="7447531" y="533599"/>
                  </a:lnTo>
                  <a:lnTo>
                    <a:pt x="7526280" y="535611"/>
                  </a:lnTo>
                  <a:lnTo>
                    <a:pt x="7591702" y="537085"/>
                  </a:lnTo>
                  <a:lnTo>
                    <a:pt x="7640901" y="538070"/>
                  </a:lnTo>
                  <a:lnTo>
                    <a:pt x="7673117" y="538647"/>
                  </a:lnTo>
                  <a:lnTo>
                    <a:pt x="7690061" y="538919"/>
                  </a:lnTo>
                  <a:lnTo>
                    <a:pt x="7695771" y="539002"/>
                  </a:lnTo>
                  <a:lnTo>
                    <a:pt x="7696237" y="539008"/>
                  </a:lnTo>
                  <a:lnTo>
                    <a:pt x="8234974" y="539008"/>
                  </a:lnTo>
                  <a:lnTo>
                    <a:pt x="8234974" y="533564"/>
                  </a:ln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15" y="657"/>
                  </a:lnTo>
                  <a:lnTo>
                    <a:pt x="3819898" y="2251"/>
                  </a:lnTo>
                  <a:lnTo>
                    <a:pt x="3785741" y="5381"/>
                  </a:lnTo>
                  <a:lnTo>
                    <a:pt x="3735602" y="10509"/>
                  </a:lnTo>
                  <a:lnTo>
                    <a:pt x="3670500" y="17982"/>
                  </a:lnTo>
                  <a:lnTo>
                    <a:pt x="3593264" y="28001"/>
                  </a:lnTo>
                  <a:lnTo>
                    <a:pt x="3507826" y="40633"/>
                  </a:lnTo>
                  <a:lnTo>
                    <a:pt x="3418392" y="55848"/>
                  </a:lnTo>
                  <a:lnTo>
                    <a:pt x="3328739" y="73585"/>
                  </a:lnTo>
                  <a:lnTo>
                    <a:pt x="3241790" y="93809"/>
                  </a:lnTo>
                  <a:lnTo>
                    <a:pt x="3159485" y="116554"/>
                  </a:lnTo>
                  <a:lnTo>
                    <a:pt x="3082850" y="141955"/>
                  </a:lnTo>
                  <a:lnTo>
                    <a:pt x="3012184" y="170253"/>
                  </a:lnTo>
                  <a:lnTo>
                    <a:pt x="2947258" y="201799"/>
                  </a:lnTo>
                  <a:lnTo>
                    <a:pt x="2887502" y="237045"/>
                  </a:lnTo>
                  <a:lnTo>
                    <a:pt x="2832148" y="276523"/>
                  </a:lnTo>
                  <a:lnTo>
                    <a:pt x="2780335" y="320805"/>
                  </a:lnTo>
                  <a:lnTo>
                    <a:pt x="2731190" y="370439"/>
                  </a:lnTo>
                  <a:lnTo>
                    <a:pt x="2683905" y="425823"/>
                  </a:lnTo>
                  <a:lnTo>
                    <a:pt x="2667772" y="446451"/>
                  </a:lnTo>
                  <a:lnTo>
                    <a:pt x="2631522" y="495936"/>
                  </a:lnTo>
                  <a:lnTo>
                    <a:pt x="2595614" y="549136"/>
                  </a:lnTo>
                  <a:lnTo>
                    <a:pt x="2559822" y="606127"/>
                  </a:lnTo>
                  <a:lnTo>
                    <a:pt x="2523970" y="666921"/>
                  </a:lnTo>
                  <a:lnTo>
                    <a:pt x="2487929" y="731457"/>
                  </a:lnTo>
                  <a:lnTo>
                    <a:pt x="2451608" y="799600"/>
                  </a:lnTo>
                  <a:lnTo>
                    <a:pt x="2414952" y="871130"/>
                  </a:lnTo>
                  <a:lnTo>
                    <a:pt x="2377943" y="945749"/>
                  </a:lnTo>
                  <a:lnTo>
                    <a:pt x="2340591" y="1023075"/>
                  </a:lnTo>
                  <a:lnTo>
                    <a:pt x="2302932" y="1102652"/>
                  </a:lnTo>
                  <a:lnTo>
                    <a:pt x="2265028" y="1183959"/>
                  </a:lnTo>
                  <a:lnTo>
                    <a:pt x="2226952" y="1266424"/>
                  </a:lnTo>
                  <a:lnTo>
                    <a:pt x="2188795" y="1349438"/>
                  </a:lnTo>
                  <a:lnTo>
                    <a:pt x="2150649" y="1432376"/>
                  </a:lnTo>
                  <a:lnTo>
                    <a:pt x="2112608" y="1514615"/>
                  </a:lnTo>
                  <a:lnTo>
                    <a:pt x="2074756" y="1595553"/>
                  </a:lnTo>
                  <a:lnTo>
                    <a:pt x="2037168" y="1674629"/>
                  </a:lnTo>
                  <a:lnTo>
                    <a:pt x="1999896" y="1751337"/>
                  </a:lnTo>
                  <a:lnTo>
                    <a:pt x="1962973" y="1825238"/>
                  </a:lnTo>
                  <a:lnTo>
                    <a:pt x="1926402" y="1895971"/>
                  </a:lnTo>
                  <a:lnTo>
                    <a:pt x="1890154" y="1963255"/>
                  </a:lnTo>
                  <a:lnTo>
                    <a:pt x="1854169" y="2026893"/>
                  </a:lnTo>
                  <a:lnTo>
                    <a:pt x="1818346" y="2086766"/>
                  </a:lnTo>
                  <a:lnTo>
                    <a:pt x="1782544" y="2142833"/>
                  </a:lnTo>
                  <a:lnTo>
                    <a:pt x="1746575" y="2195122"/>
                  </a:lnTo>
                  <a:lnTo>
                    <a:pt x="1719082" y="2232259"/>
                  </a:lnTo>
                  <a:lnTo>
                    <a:pt x="1672278" y="2289679"/>
                  </a:lnTo>
                  <a:lnTo>
                    <a:pt x="1623866" y="2341280"/>
                  </a:lnTo>
                  <a:lnTo>
                    <a:pt x="1573077" y="2387365"/>
                  </a:lnTo>
                  <a:lnTo>
                    <a:pt x="1519054" y="2428448"/>
                  </a:lnTo>
                  <a:lnTo>
                    <a:pt x="1460923" y="2465102"/>
                  </a:lnTo>
                  <a:lnTo>
                    <a:pt x="1397872" y="2497878"/>
                  </a:lnTo>
                  <a:lnTo>
                    <a:pt x="1329248" y="2527260"/>
                  </a:lnTo>
                  <a:lnTo>
                    <a:pt x="1254686" y="2553635"/>
                  </a:lnTo>
                  <a:lnTo>
                    <a:pt x="1174277" y="2577283"/>
                  </a:lnTo>
                  <a:lnTo>
                    <a:pt x="1088772" y="2598376"/>
                  </a:lnTo>
                  <a:lnTo>
                    <a:pt x="999777" y="2616979"/>
                  </a:lnTo>
                  <a:lnTo>
                    <a:pt x="909877" y="2633077"/>
                  </a:lnTo>
                  <a:lnTo>
                    <a:pt x="822582" y="2646613"/>
                  </a:lnTo>
                  <a:lnTo>
                    <a:pt x="742017" y="2657539"/>
                  </a:lnTo>
                  <a:lnTo>
                    <a:pt x="672302" y="2665882"/>
                  </a:lnTo>
                  <a:lnTo>
                    <a:pt x="616742" y="2671793"/>
                  </a:lnTo>
                  <a:lnTo>
                    <a:pt x="577045" y="2675570"/>
                  </a:lnTo>
                  <a:lnTo>
                    <a:pt x="552834" y="2677641"/>
                  </a:lnTo>
                  <a:lnTo>
                    <a:pt x="541568" y="2678512"/>
                  </a:lnTo>
                  <a:lnTo>
                    <a:pt x="538736" y="2678710"/>
                  </a:lnTo>
                  <a:lnTo>
                    <a:pt x="0" y="2678710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32" name="pl1632"/>
            <p:cNvSpPr/>
            <p:nvPr/>
          </p:nvSpPr>
          <p:spPr>
            <a:xfrm>
              <a:off x="546595" y="2509041"/>
              <a:ext cx="8234974" cy="2678710"/>
            </a:xfrm>
            <a:custGeom>
              <a:avLst/>
              <a:pathLst>
                <a:path w="8234974" h="2678710">
                  <a:moveTo>
                    <a:pt x="0" y="2678710"/>
                  </a:moveTo>
                  <a:lnTo>
                    <a:pt x="538736" y="2678710"/>
                  </a:lnTo>
                  <a:lnTo>
                    <a:pt x="539917" y="2678630"/>
                  </a:lnTo>
                  <a:lnTo>
                    <a:pt x="547639" y="2678053"/>
                  </a:lnTo>
                  <a:lnTo>
                    <a:pt x="566957" y="2676459"/>
                  </a:lnTo>
                  <a:lnTo>
                    <a:pt x="601114" y="2673329"/>
                  </a:lnTo>
                  <a:lnTo>
                    <a:pt x="651253" y="2668201"/>
                  </a:lnTo>
                  <a:lnTo>
                    <a:pt x="716354" y="2660728"/>
                  </a:lnTo>
                  <a:lnTo>
                    <a:pt x="793591" y="2650709"/>
                  </a:lnTo>
                  <a:lnTo>
                    <a:pt x="879028" y="2638077"/>
                  </a:lnTo>
                  <a:lnTo>
                    <a:pt x="968462" y="2622862"/>
                  </a:lnTo>
                  <a:lnTo>
                    <a:pt x="1058116" y="2605125"/>
                  </a:lnTo>
                  <a:lnTo>
                    <a:pt x="1145064" y="2584901"/>
                  </a:lnTo>
                  <a:lnTo>
                    <a:pt x="1227370" y="2562155"/>
                  </a:lnTo>
                  <a:lnTo>
                    <a:pt x="1304004" y="2536755"/>
                  </a:lnTo>
                  <a:lnTo>
                    <a:pt x="1374671" y="2508457"/>
                  </a:lnTo>
                  <a:lnTo>
                    <a:pt x="1439597" y="2476911"/>
                  </a:lnTo>
                  <a:lnTo>
                    <a:pt x="1499352" y="2441665"/>
                  </a:lnTo>
                  <a:lnTo>
                    <a:pt x="1554706" y="2402187"/>
                  </a:lnTo>
                  <a:lnTo>
                    <a:pt x="1606520" y="2357904"/>
                  </a:lnTo>
                  <a:lnTo>
                    <a:pt x="1655665" y="2308270"/>
                  </a:lnTo>
                  <a:lnTo>
                    <a:pt x="1702950" y="2252887"/>
                  </a:lnTo>
                  <a:lnTo>
                    <a:pt x="1719082" y="2232259"/>
                  </a:lnTo>
                  <a:lnTo>
                    <a:pt x="1755333" y="2182774"/>
                  </a:lnTo>
                  <a:lnTo>
                    <a:pt x="1791241" y="2129574"/>
                  </a:lnTo>
                  <a:lnTo>
                    <a:pt x="1827033" y="2072583"/>
                  </a:lnTo>
                  <a:lnTo>
                    <a:pt x="1862884" y="2011789"/>
                  </a:lnTo>
                  <a:lnTo>
                    <a:pt x="1898925" y="1947253"/>
                  </a:lnTo>
                  <a:lnTo>
                    <a:pt x="1935247" y="1879110"/>
                  </a:lnTo>
                  <a:lnTo>
                    <a:pt x="1971902" y="1807579"/>
                  </a:lnTo>
                  <a:lnTo>
                    <a:pt x="2008912" y="1732961"/>
                  </a:lnTo>
                  <a:lnTo>
                    <a:pt x="2046264" y="1655635"/>
                  </a:lnTo>
                  <a:lnTo>
                    <a:pt x="2083922" y="1576058"/>
                  </a:lnTo>
                  <a:lnTo>
                    <a:pt x="2121827" y="1494751"/>
                  </a:lnTo>
                  <a:lnTo>
                    <a:pt x="2159902" y="1412286"/>
                  </a:lnTo>
                  <a:lnTo>
                    <a:pt x="2198059" y="1329272"/>
                  </a:lnTo>
                  <a:lnTo>
                    <a:pt x="2236205" y="1246334"/>
                  </a:lnTo>
                  <a:lnTo>
                    <a:pt x="2274247" y="1164095"/>
                  </a:lnTo>
                  <a:lnTo>
                    <a:pt x="2312098" y="1083157"/>
                  </a:lnTo>
                  <a:lnTo>
                    <a:pt x="2349687" y="1004081"/>
                  </a:lnTo>
                  <a:lnTo>
                    <a:pt x="2386958" y="927373"/>
                  </a:lnTo>
                  <a:lnTo>
                    <a:pt x="2423882" y="853472"/>
                  </a:lnTo>
                  <a:lnTo>
                    <a:pt x="2460453" y="782739"/>
                  </a:lnTo>
                  <a:lnTo>
                    <a:pt x="2496700" y="715455"/>
                  </a:lnTo>
                  <a:lnTo>
                    <a:pt x="2532686" y="651817"/>
                  </a:lnTo>
                  <a:lnTo>
                    <a:pt x="2568509" y="591944"/>
                  </a:lnTo>
                  <a:lnTo>
                    <a:pt x="2604311" y="535877"/>
                  </a:lnTo>
                  <a:lnTo>
                    <a:pt x="2640279" y="483587"/>
                  </a:lnTo>
                  <a:lnTo>
                    <a:pt x="2667772" y="446451"/>
                  </a:lnTo>
                  <a:lnTo>
                    <a:pt x="2714577" y="389031"/>
                  </a:lnTo>
                  <a:lnTo>
                    <a:pt x="2762989" y="337430"/>
                  </a:lnTo>
                  <a:lnTo>
                    <a:pt x="2813777" y="291345"/>
                  </a:lnTo>
                  <a:lnTo>
                    <a:pt x="2867801" y="250262"/>
                  </a:lnTo>
                  <a:lnTo>
                    <a:pt x="2925932" y="213608"/>
                  </a:lnTo>
                  <a:lnTo>
                    <a:pt x="2988983" y="180831"/>
                  </a:lnTo>
                  <a:lnTo>
                    <a:pt x="3057607" y="151450"/>
                  </a:lnTo>
                  <a:lnTo>
                    <a:pt x="3132169" y="125075"/>
                  </a:lnTo>
                  <a:lnTo>
                    <a:pt x="3212578" y="101426"/>
                  </a:lnTo>
                  <a:lnTo>
                    <a:pt x="3298083" y="80334"/>
                  </a:lnTo>
                  <a:lnTo>
                    <a:pt x="3387077" y="61731"/>
                  </a:lnTo>
                  <a:lnTo>
                    <a:pt x="3476978" y="45633"/>
                  </a:lnTo>
                  <a:lnTo>
                    <a:pt x="3564273" y="32097"/>
                  </a:lnTo>
                  <a:lnTo>
                    <a:pt x="3644837" y="21171"/>
                  </a:lnTo>
                  <a:lnTo>
                    <a:pt x="3714552" y="12828"/>
                  </a:lnTo>
                  <a:lnTo>
                    <a:pt x="3770113" y="6917"/>
                  </a:lnTo>
                  <a:lnTo>
                    <a:pt x="3809809" y="3139"/>
                  </a:lnTo>
                  <a:lnTo>
                    <a:pt x="3834020" y="1068"/>
                  </a:lnTo>
                  <a:lnTo>
                    <a:pt x="3845287" y="198"/>
                  </a:lnTo>
                  <a:lnTo>
                    <a:pt x="3848067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7"/>
                  </a:lnTo>
                  <a:lnTo>
                    <a:pt x="4396617" y="144"/>
                  </a:lnTo>
                  <a:lnTo>
                    <a:pt x="4417721" y="494"/>
                  </a:lnTo>
                  <a:lnTo>
                    <a:pt x="4454853" y="1180"/>
                  </a:lnTo>
                  <a:lnTo>
                    <a:pt x="4508997" y="2302"/>
                  </a:lnTo>
                  <a:lnTo>
                    <a:pt x="4578708" y="3930"/>
                  </a:lnTo>
                  <a:lnTo>
                    <a:pt x="4660597" y="6104"/>
                  </a:lnTo>
                  <a:lnTo>
                    <a:pt x="4750202" y="8833"/>
                  </a:lnTo>
                  <a:lnTo>
                    <a:pt x="4842956" y="12107"/>
                  </a:lnTo>
                  <a:lnTo>
                    <a:pt x="4934931" y="15913"/>
                  </a:lnTo>
                  <a:lnTo>
                    <a:pt x="5023240" y="20248"/>
                  </a:lnTo>
                  <a:lnTo>
                    <a:pt x="5106110" y="25126"/>
                  </a:lnTo>
                  <a:lnTo>
                    <a:pt x="5182733" y="30585"/>
                  </a:lnTo>
                  <a:lnTo>
                    <a:pt x="5253043" y="36688"/>
                  </a:lnTo>
                  <a:lnTo>
                    <a:pt x="5317476" y="43523"/>
                  </a:lnTo>
                  <a:lnTo>
                    <a:pt x="5376779" y="51196"/>
                  </a:lnTo>
                  <a:lnTo>
                    <a:pt x="5431861" y="59832"/>
                  </a:lnTo>
                  <a:lnTo>
                    <a:pt x="5483686" y="69553"/>
                  </a:lnTo>
                  <a:lnTo>
                    <a:pt x="5533183" y="80467"/>
                  </a:lnTo>
                  <a:lnTo>
                    <a:pt x="5567201" y="88927"/>
                  </a:lnTo>
                  <a:lnTo>
                    <a:pt x="5618300" y="103066"/>
                  </a:lnTo>
                  <a:lnTo>
                    <a:pt x="5668906" y="118697"/>
                  </a:lnTo>
                  <a:lnTo>
                    <a:pt x="5719568" y="135837"/>
                  </a:lnTo>
                  <a:lnTo>
                    <a:pt x="5770653" y="154453"/>
                  </a:lnTo>
                  <a:lnTo>
                    <a:pt x="5822369" y="174447"/>
                  </a:lnTo>
                  <a:lnTo>
                    <a:pt x="5874786" y="195657"/>
                  </a:lnTo>
                  <a:lnTo>
                    <a:pt x="5927855" y="217858"/>
                  </a:lnTo>
                  <a:lnTo>
                    <a:pt x="5981429" y="240770"/>
                  </a:lnTo>
                  <a:lnTo>
                    <a:pt x="6035289" y="264069"/>
                  </a:lnTo>
                  <a:lnTo>
                    <a:pt x="6089180" y="287408"/>
                  </a:lnTo>
                  <a:lnTo>
                    <a:pt x="6142841" y="310439"/>
                  </a:lnTo>
                  <a:lnTo>
                    <a:pt x="6196043" y="332832"/>
                  </a:lnTo>
                  <a:lnTo>
                    <a:pt x="6248620" y="354295"/>
                  </a:lnTo>
                  <a:lnTo>
                    <a:pt x="6300497" y="374588"/>
                  </a:lnTo>
                  <a:lnTo>
                    <a:pt x="6351716" y="393535"/>
                  </a:lnTo>
                  <a:lnTo>
                    <a:pt x="6402449" y="411023"/>
                  </a:lnTo>
                  <a:lnTo>
                    <a:pt x="6453027" y="427004"/>
                  </a:lnTo>
                  <a:lnTo>
                    <a:pt x="6503951" y="441485"/>
                  </a:lnTo>
                  <a:lnTo>
                    <a:pt x="6515891" y="444636"/>
                  </a:lnTo>
                  <a:lnTo>
                    <a:pt x="6564241" y="456426"/>
                  </a:lnTo>
                  <a:lnTo>
                    <a:pt x="6614331" y="466982"/>
                  </a:lnTo>
                  <a:lnTo>
                    <a:pt x="6667012" y="476372"/>
                  </a:lnTo>
                  <a:lnTo>
                    <a:pt x="6723233" y="484712"/>
                  </a:lnTo>
                  <a:lnTo>
                    <a:pt x="6783951" y="492128"/>
                  </a:lnTo>
                  <a:lnTo>
                    <a:pt x="6850042" y="498737"/>
                  </a:lnTo>
                  <a:lnTo>
                    <a:pt x="6922177" y="504644"/>
                  </a:lnTo>
                  <a:lnTo>
                    <a:pt x="7000669" y="509927"/>
                  </a:lnTo>
                  <a:lnTo>
                    <a:pt x="7085257" y="514643"/>
                  </a:lnTo>
                  <a:lnTo>
                    <a:pt x="7174874" y="518822"/>
                  </a:lnTo>
                  <a:lnTo>
                    <a:pt x="7267427" y="522473"/>
                  </a:lnTo>
                  <a:lnTo>
                    <a:pt x="7359704" y="525588"/>
                  </a:lnTo>
                  <a:lnTo>
                    <a:pt x="7447531" y="528154"/>
                  </a:lnTo>
                  <a:lnTo>
                    <a:pt x="7526280" y="530166"/>
                  </a:lnTo>
                  <a:lnTo>
                    <a:pt x="7591702" y="531641"/>
                  </a:lnTo>
                  <a:lnTo>
                    <a:pt x="7640901" y="532626"/>
                  </a:lnTo>
                  <a:lnTo>
                    <a:pt x="7673117" y="533202"/>
                  </a:lnTo>
                  <a:lnTo>
                    <a:pt x="7690061" y="533475"/>
                  </a:lnTo>
                  <a:lnTo>
                    <a:pt x="7695771" y="533558"/>
                  </a:lnTo>
                  <a:lnTo>
                    <a:pt x="7696237" y="533564"/>
                  </a:lnTo>
                  <a:lnTo>
                    <a:pt x="8234974" y="5335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3" name="pl1633"/>
            <p:cNvSpPr/>
            <p:nvPr/>
          </p:nvSpPr>
          <p:spPr>
            <a:xfrm>
              <a:off x="546595" y="2503597"/>
              <a:ext cx="8234974" cy="2678710"/>
            </a:xfrm>
            <a:custGeom>
              <a:avLst/>
              <a:pathLst>
                <a:path w="8234974" h="2678710">
                  <a:moveTo>
                    <a:pt x="8234974" y="533564"/>
                  </a:moveTo>
                  <a:lnTo>
                    <a:pt x="7696237" y="533564"/>
                  </a:lnTo>
                  <a:lnTo>
                    <a:pt x="7694940" y="533546"/>
                  </a:lnTo>
                  <a:lnTo>
                    <a:pt x="7686475" y="533420"/>
                  </a:lnTo>
                  <a:lnTo>
                    <a:pt x="7665372" y="533070"/>
                  </a:lnTo>
                  <a:lnTo>
                    <a:pt x="7628239" y="532383"/>
                  </a:lnTo>
                  <a:lnTo>
                    <a:pt x="7574095" y="531262"/>
                  </a:lnTo>
                  <a:lnTo>
                    <a:pt x="7504384" y="529633"/>
                  </a:lnTo>
                  <a:lnTo>
                    <a:pt x="7422496" y="527459"/>
                  </a:lnTo>
                  <a:lnTo>
                    <a:pt x="7332890" y="524731"/>
                  </a:lnTo>
                  <a:lnTo>
                    <a:pt x="7240136" y="521457"/>
                  </a:lnTo>
                  <a:lnTo>
                    <a:pt x="7148162" y="517651"/>
                  </a:lnTo>
                  <a:lnTo>
                    <a:pt x="7059852" y="513316"/>
                  </a:lnTo>
                  <a:lnTo>
                    <a:pt x="6976983" y="508438"/>
                  </a:lnTo>
                  <a:lnTo>
                    <a:pt x="6900359" y="502978"/>
                  </a:lnTo>
                  <a:lnTo>
                    <a:pt x="6830049" y="496875"/>
                  </a:lnTo>
                  <a:lnTo>
                    <a:pt x="6765616" y="490041"/>
                  </a:lnTo>
                  <a:lnTo>
                    <a:pt x="6706314" y="482367"/>
                  </a:lnTo>
                  <a:lnTo>
                    <a:pt x="6651232" y="473732"/>
                  </a:lnTo>
                  <a:lnTo>
                    <a:pt x="6599407" y="464010"/>
                  </a:lnTo>
                  <a:lnTo>
                    <a:pt x="6549909" y="453096"/>
                  </a:lnTo>
                  <a:lnTo>
                    <a:pt x="6515891" y="444636"/>
                  </a:lnTo>
                  <a:lnTo>
                    <a:pt x="6464793" y="430497"/>
                  </a:lnTo>
                  <a:lnTo>
                    <a:pt x="6414187" y="414867"/>
                  </a:lnTo>
                  <a:lnTo>
                    <a:pt x="6363525" y="397726"/>
                  </a:lnTo>
                  <a:lnTo>
                    <a:pt x="6312440" y="379111"/>
                  </a:lnTo>
                  <a:lnTo>
                    <a:pt x="6260724" y="359116"/>
                  </a:lnTo>
                  <a:lnTo>
                    <a:pt x="6208306" y="337906"/>
                  </a:lnTo>
                  <a:lnTo>
                    <a:pt x="6155237" y="315705"/>
                  </a:lnTo>
                  <a:lnTo>
                    <a:pt x="6101664" y="292794"/>
                  </a:lnTo>
                  <a:lnTo>
                    <a:pt x="6047804" y="269495"/>
                  </a:lnTo>
                  <a:lnTo>
                    <a:pt x="5993913" y="246155"/>
                  </a:lnTo>
                  <a:lnTo>
                    <a:pt x="5940252" y="223124"/>
                  </a:lnTo>
                  <a:lnTo>
                    <a:pt x="5887049" y="200731"/>
                  </a:lnTo>
                  <a:lnTo>
                    <a:pt x="5834472" y="179269"/>
                  </a:lnTo>
                  <a:lnTo>
                    <a:pt x="5782595" y="158975"/>
                  </a:lnTo>
                  <a:lnTo>
                    <a:pt x="5731377" y="140029"/>
                  </a:lnTo>
                  <a:lnTo>
                    <a:pt x="5680643" y="122541"/>
                  </a:lnTo>
                  <a:lnTo>
                    <a:pt x="5630066" y="106560"/>
                  </a:lnTo>
                  <a:lnTo>
                    <a:pt x="5579142" y="92079"/>
                  </a:lnTo>
                  <a:lnTo>
                    <a:pt x="5567201" y="88927"/>
                  </a:lnTo>
                  <a:lnTo>
                    <a:pt x="5518851" y="77137"/>
                  </a:lnTo>
                  <a:lnTo>
                    <a:pt x="5468762" y="66582"/>
                  </a:lnTo>
                  <a:lnTo>
                    <a:pt x="5416081" y="57191"/>
                  </a:lnTo>
                  <a:lnTo>
                    <a:pt x="5359860" y="48851"/>
                  </a:lnTo>
                  <a:lnTo>
                    <a:pt x="5299141" y="41436"/>
                  </a:lnTo>
                  <a:lnTo>
                    <a:pt x="5233051" y="34826"/>
                  </a:lnTo>
                  <a:lnTo>
                    <a:pt x="5160915" y="28920"/>
                  </a:lnTo>
                  <a:lnTo>
                    <a:pt x="5082424" y="23636"/>
                  </a:lnTo>
                  <a:lnTo>
                    <a:pt x="4997835" y="18921"/>
                  </a:lnTo>
                  <a:lnTo>
                    <a:pt x="4908218" y="14741"/>
                  </a:lnTo>
                  <a:lnTo>
                    <a:pt x="4815666" y="11090"/>
                  </a:lnTo>
                  <a:lnTo>
                    <a:pt x="4723389" y="7975"/>
                  </a:lnTo>
                  <a:lnTo>
                    <a:pt x="4635562" y="5409"/>
                  </a:lnTo>
                  <a:lnTo>
                    <a:pt x="4556813" y="3397"/>
                  </a:lnTo>
                  <a:lnTo>
                    <a:pt x="4491390" y="1923"/>
                  </a:lnTo>
                  <a:lnTo>
                    <a:pt x="4442191" y="938"/>
                  </a:lnTo>
                  <a:lnTo>
                    <a:pt x="4409975" y="361"/>
                  </a:lnTo>
                  <a:lnTo>
                    <a:pt x="4393032" y="89"/>
                  </a:lnTo>
                  <a:lnTo>
                    <a:pt x="4387321" y="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8" y="80"/>
                  </a:lnTo>
                  <a:lnTo>
                    <a:pt x="3839215" y="657"/>
                  </a:lnTo>
                  <a:lnTo>
                    <a:pt x="3819898" y="2251"/>
                  </a:lnTo>
                  <a:lnTo>
                    <a:pt x="3785741" y="5381"/>
                  </a:lnTo>
                  <a:lnTo>
                    <a:pt x="3735602" y="10509"/>
                  </a:lnTo>
                  <a:lnTo>
                    <a:pt x="3670500" y="17982"/>
                  </a:lnTo>
                  <a:lnTo>
                    <a:pt x="3593264" y="28001"/>
                  </a:lnTo>
                  <a:lnTo>
                    <a:pt x="3507826" y="40633"/>
                  </a:lnTo>
                  <a:lnTo>
                    <a:pt x="3418392" y="55848"/>
                  </a:lnTo>
                  <a:lnTo>
                    <a:pt x="3328739" y="73585"/>
                  </a:lnTo>
                  <a:lnTo>
                    <a:pt x="3241790" y="93809"/>
                  </a:lnTo>
                  <a:lnTo>
                    <a:pt x="3159485" y="116554"/>
                  </a:lnTo>
                  <a:lnTo>
                    <a:pt x="3082850" y="141955"/>
                  </a:lnTo>
                  <a:lnTo>
                    <a:pt x="3012184" y="170253"/>
                  </a:lnTo>
                  <a:lnTo>
                    <a:pt x="2947258" y="201799"/>
                  </a:lnTo>
                  <a:lnTo>
                    <a:pt x="2887502" y="237045"/>
                  </a:lnTo>
                  <a:lnTo>
                    <a:pt x="2832148" y="276523"/>
                  </a:lnTo>
                  <a:lnTo>
                    <a:pt x="2780335" y="320805"/>
                  </a:lnTo>
                  <a:lnTo>
                    <a:pt x="2731190" y="370439"/>
                  </a:lnTo>
                  <a:lnTo>
                    <a:pt x="2683905" y="425823"/>
                  </a:lnTo>
                  <a:lnTo>
                    <a:pt x="2667772" y="446451"/>
                  </a:lnTo>
                  <a:lnTo>
                    <a:pt x="2631522" y="495936"/>
                  </a:lnTo>
                  <a:lnTo>
                    <a:pt x="2595614" y="549136"/>
                  </a:lnTo>
                  <a:lnTo>
                    <a:pt x="2559822" y="606127"/>
                  </a:lnTo>
                  <a:lnTo>
                    <a:pt x="2523970" y="666921"/>
                  </a:lnTo>
                  <a:lnTo>
                    <a:pt x="2487929" y="731457"/>
                  </a:lnTo>
                  <a:lnTo>
                    <a:pt x="2451608" y="799600"/>
                  </a:lnTo>
                  <a:lnTo>
                    <a:pt x="2414952" y="871130"/>
                  </a:lnTo>
                  <a:lnTo>
                    <a:pt x="2377943" y="945749"/>
                  </a:lnTo>
                  <a:lnTo>
                    <a:pt x="2340591" y="1023075"/>
                  </a:lnTo>
                  <a:lnTo>
                    <a:pt x="2302932" y="1102652"/>
                  </a:lnTo>
                  <a:lnTo>
                    <a:pt x="2265028" y="1183959"/>
                  </a:lnTo>
                  <a:lnTo>
                    <a:pt x="2226952" y="1266424"/>
                  </a:lnTo>
                  <a:lnTo>
                    <a:pt x="2188795" y="1349438"/>
                  </a:lnTo>
                  <a:lnTo>
                    <a:pt x="2150649" y="1432376"/>
                  </a:lnTo>
                  <a:lnTo>
                    <a:pt x="2112608" y="1514615"/>
                  </a:lnTo>
                  <a:lnTo>
                    <a:pt x="2074756" y="1595553"/>
                  </a:lnTo>
                  <a:lnTo>
                    <a:pt x="2037168" y="1674629"/>
                  </a:lnTo>
                  <a:lnTo>
                    <a:pt x="1999896" y="1751337"/>
                  </a:lnTo>
                  <a:lnTo>
                    <a:pt x="1962973" y="1825238"/>
                  </a:lnTo>
                  <a:lnTo>
                    <a:pt x="1926402" y="1895971"/>
                  </a:lnTo>
                  <a:lnTo>
                    <a:pt x="1890154" y="1963255"/>
                  </a:lnTo>
                  <a:lnTo>
                    <a:pt x="1854169" y="2026893"/>
                  </a:lnTo>
                  <a:lnTo>
                    <a:pt x="1818346" y="2086766"/>
                  </a:lnTo>
                  <a:lnTo>
                    <a:pt x="1782544" y="2142833"/>
                  </a:lnTo>
                  <a:lnTo>
                    <a:pt x="1746575" y="2195122"/>
                  </a:lnTo>
                  <a:lnTo>
                    <a:pt x="1719082" y="2232259"/>
                  </a:lnTo>
                  <a:lnTo>
                    <a:pt x="1672278" y="2289679"/>
                  </a:lnTo>
                  <a:lnTo>
                    <a:pt x="1623866" y="2341280"/>
                  </a:lnTo>
                  <a:lnTo>
                    <a:pt x="1573077" y="2387365"/>
                  </a:lnTo>
                  <a:lnTo>
                    <a:pt x="1519054" y="2428448"/>
                  </a:lnTo>
                  <a:lnTo>
                    <a:pt x="1460923" y="2465102"/>
                  </a:lnTo>
                  <a:lnTo>
                    <a:pt x="1397872" y="2497878"/>
                  </a:lnTo>
                  <a:lnTo>
                    <a:pt x="1329248" y="2527260"/>
                  </a:lnTo>
                  <a:lnTo>
                    <a:pt x="1254686" y="2553635"/>
                  </a:lnTo>
                  <a:lnTo>
                    <a:pt x="1174277" y="2577283"/>
                  </a:lnTo>
                  <a:lnTo>
                    <a:pt x="1088772" y="2598376"/>
                  </a:lnTo>
                  <a:lnTo>
                    <a:pt x="999777" y="2616979"/>
                  </a:lnTo>
                  <a:lnTo>
                    <a:pt x="909877" y="2633077"/>
                  </a:lnTo>
                  <a:lnTo>
                    <a:pt x="822582" y="2646613"/>
                  </a:lnTo>
                  <a:lnTo>
                    <a:pt x="742017" y="2657539"/>
                  </a:lnTo>
                  <a:lnTo>
                    <a:pt x="672302" y="2665882"/>
                  </a:lnTo>
                  <a:lnTo>
                    <a:pt x="616742" y="2671793"/>
                  </a:lnTo>
                  <a:lnTo>
                    <a:pt x="577045" y="2675570"/>
                  </a:lnTo>
                  <a:lnTo>
                    <a:pt x="552834" y="2677641"/>
                  </a:lnTo>
                  <a:lnTo>
                    <a:pt x="541568" y="2678512"/>
                  </a:lnTo>
                  <a:lnTo>
                    <a:pt x="538788" y="2678707"/>
                  </a:lnTo>
                  <a:lnTo>
                    <a:pt x="538736" y="2678710"/>
                  </a:lnTo>
                  <a:lnTo>
                    <a:pt x="0" y="2678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4" name="pg1634"/>
            <p:cNvSpPr/>
            <p:nvPr/>
          </p:nvSpPr>
          <p:spPr>
            <a:xfrm>
              <a:off x="546595" y="2519930"/>
              <a:ext cx="8234974" cy="2673266"/>
            </a:xfrm>
            <a:custGeom>
              <a:avLst/>
              <a:pathLst>
                <a:path w="8234974" h="2673266">
                  <a:moveTo>
                    <a:pt x="0" y="2673266"/>
                  </a:moveTo>
                  <a:lnTo>
                    <a:pt x="538736" y="2673266"/>
                  </a:lnTo>
                  <a:lnTo>
                    <a:pt x="539918" y="2673185"/>
                  </a:lnTo>
                  <a:lnTo>
                    <a:pt x="547646" y="2672611"/>
                  </a:lnTo>
                  <a:lnTo>
                    <a:pt x="566977" y="2671022"/>
                  </a:lnTo>
                  <a:lnTo>
                    <a:pt x="601157" y="2667902"/>
                  </a:lnTo>
                  <a:lnTo>
                    <a:pt x="651326" y="2662791"/>
                  </a:lnTo>
                  <a:lnTo>
                    <a:pt x="716464" y="2655343"/>
                  </a:lnTo>
                  <a:lnTo>
                    <a:pt x="793736" y="2645358"/>
                  </a:lnTo>
                  <a:lnTo>
                    <a:pt x="879208" y="2632770"/>
                  </a:lnTo>
                  <a:lnTo>
                    <a:pt x="968668" y="2617607"/>
                  </a:lnTo>
                  <a:lnTo>
                    <a:pt x="1058341" y="2599932"/>
                  </a:lnTo>
                  <a:lnTo>
                    <a:pt x="1145301" y="2579778"/>
                  </a:lnTo>
                  <a:lnTo>
                    <a:pt x="1227612" y="2557112"/>
                  </a:lnTo>
                  <a:lnTo>
                    <a:pt x="1304248" y="2531799"/>
                  </a:lnTo>
                  <a:lnTo>
                    <a:pt x="1374912" y="2503599"/>
                  </a:lnTo>
                  <a:lnTo>
                    <a:pt x="1439834" y="2472160"/>
                  </a:lnTo>
                  <a:lnTo>
                    <a:pt x="1499586" y="2437033"/>
                  </a:lnTo>
                  <a:lnTo>
                    <a:pt x="1554937" y="2397687"/>
                  </a:lnTo>
                  <a:lnTo>
                    <a:pt x="1606750" y="2353550"/>
                  </a:lnTo>
                  <a:lnTo>
                    <a:pt x="1655897" y="2304080"/>
                  </a:lnTo>
                  <a:lnTo>
                    <a:pt x="1703187" y="2248878"/>
                  </a:lnTo>
                  <a:lnTo>
                    <a:pt x="1719082" y="2228629"/>
                  </a:lnTo>
                  <a:lnTo>
                    <a:pt x="1755390" y="2179264"/>
                  </a:lnTo>
                  <a:lnTo>
                    <a:pt x="1791355" y="2126187"/>
                  </a:lnTo>
                  <a:lnTo>
                    <a:pt x="1827203" y="2069323"/>
                  </a:lnTo>
                  <a:lnTo>
                    <a:pt x="1863112" y="2008659"/>
                  </a:lnTo>
                  <a:lnTo>
                    <a:pt x="1899213" y="1944257"/>
                  </a:lnTo>
                  <a:lnTo>
                    <a:pt x="1935595" y="1876253"/>
                  </a:lnTo>
                  <a:lnTo>
                    <a:pt x="1972312" y="1804866"/>
                  </a:lnTo>
                  <a:lnTo>
                    <a:pt x="2009384" y="1730398"/>
                  </a:lnTo>
                  <a:lnTo>
                    <a:pt x="2046800" y="1653231"/>
                  </a:lnTo>
                  <a:lnTo>
                    <a:pt x="2084522" y="1573822"/>
                  </a:lnTo>
                  <a:lnTo>
                    <a:pt x="2122491" y="1492693"/>
                  </a:lnTo>
                  <a:lnTo>
                    <a:pt x="2160629" y="1410417"/>
                  </a:lnTo>
                  <a:lnTo>
                    <a:pt x="2198847" y="1327604"/>
                  </a:lnTo>
                  <a:lnTo>
                    <a:pt x="2237052" y="1244881"/>
                  </a:lnTo>
                  <a:lnTo>
                    <a:pt x="2275151" y="1162870"/>
                  </a:lnTo>
                  <a:lnTo>
                    <a:pt x="2313057" y="1082172"/>
                  </a:lnTo>
                  <a:lnTo>
                    <a:pt x="2350698" y="1003348"/>
                  </a:lnTo>
                  <a:lnTo>
                    <a:pt x="2388019" y="926903"/>
                  </a:lnTo>
                  <a:lnTo>
                    <a:pt x="2424990" y="853273"/>
                  </a:lnTo>
                  <a:lnTo>
                    <a:pt x="2461609" y="782819"/>
                  </a:lnTo>
                  <a:lnTo>
                    <a:pt x="2497904" y="715818"/>
                  </a:lnTo>
                  <a:lnTo>
                    <a:pt x="2533939" y="652465"/>
                  </a:lnTo>
                  <a:lnTo>
                    <a:pt x="2569816" y="592876"/>
                  </a:lnTo>
                  <a:lnTo>
                    <a:pt x="2605678" y="537089"/>
                  </a:lnTo>
                  <a:lnTo>
                    <a:pt x="2641714" y="485075"/>
                  </a:lnTo>
                  <a:lnTo>
                    <a:pt x="2667772" y="450081"/>
                  </a:lnTo>
                  <a:lnTo>
                    <a:pt x="2714589" y="392880"/>
                  </a:lnTo>
                  <a:lnTo>
                    <a:pt x="2763014" y="341478"/>
                  </a:lnTo>
                  <a:lnTo>
                    <a:pt x="2813817" y="295572"/>
                  </a:lnTo>
                  <a:lnTo>
                    <a:pt x="2867857" y="254650"/>
                  </a:lnTo>
                  <a:lnTo>
                    <a:pt x="2926009" y="218140"/>
                  </a:lnTo>
                  <a:lnTo>
                    <a:pt x="2989083" y="185494"/>
                  </a:lnTo>
                  <a:lnTo>
                    <a:pt x="3057734" y="156229"/>
                  </a:lnTo>
                  <a:lnTo>
                    <a:pt x="3132327" y="129960"/>
                  </a:lnTo>
                  <a:lnTo>
                    <a:pt x="3212768" y="106408"/>
                  </a:lnTo>
                  <a:lnTo>
                    <a:pt x="3298305" y="85402"/>
                  </a:lnTo>
                  <a:lnTo>
                    <a:pt x="3387329" y="66877"/>
                  </a:lnTo>
                  <a:lnTo>
                    <a:pt x="3477250" y="50847"/>
                  </a:lnTo>
                  <a:lnTo>
                    <a:pt x="3564552" y="37371"/>
                  </a:lnTo>
                  <a:lnTo>
                    <a:pt x="3645107" y="26495"/>
                  </a:lnTo>
                  <a:lnTo>
                    <a:pt x="3714793" y="18193"/>
                  </a:lnTo>
                  <a:lnTo>
                    <a:pt x="3770307" y="12314"/>
                  </a:lnTo>
                  <a:lnTo>
                    <a:pt x="3809946" y="8559"/>
                  </a:lnTo>
                  <a:lnTo>
                    <a:pt x="3834099" y="6502"/>
                  </a:lnTo>
                  <a:lnTo>
                    <a:pt x="3845316" y="564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1" y="5501"/>
                  </a:lnTo>
                  <a:lnTo>
                    <a:pt x="4396235" y="5905"/>
                  </a:lnTo>
                  <a:lnTo>
                    <a:pt x="4416544" y="7025"/>
                  </a:lnTo>
                  <a:lnTo>
                    <a:pt x="4452356" y="9222"/>
                  </a:lnTo>
                  <a:lnTo>
                    <a:pt x="4504730" y="12815"/>
                  </a:lnTo>
                  <a:lnTo>
                    <a:pt x="4572414" y="18042"/>
                  </a:lnTo>
                  <a:lnTo>
                    <a:pt x="4652269" y="25032"/>
                  </a:lnTo>
                  <a:lnTo>
                    <a:pt x="4740069" y="33822"/>
                  </a:lnTo>
                  <a:lnTo>
                    <a:pt x="4831400" y="44387"/>
                  </a:lnTo>
                  <a:lnTo>
                    <a:pt x="4922395" y="56684"/>
                  </a:lnTo>
                  <a:lnTo>
                    <a:pt x="5010145" y="70695"/>
                  </a:lnTo>
                  <a:lnTo>
                    <a:pt x="5092798" y="86457"/>
                  </a:lnTo>
                  <a:lnTo>
                    <a:pt x="5169449" y="104078"/>
                  </a:lnTo>
                  <a:lnTo>
                    <a:pt x="5239928" y="123748"/>
                  </a:lnTo>
                  <a:lnTo>
                    <a:pt x="5304579" y="145729"/>
                  </a:lnTo>
                  <a:lnTo>
                    <a:pt x="5364073" y="170356"/>
                  </a:lnTo>
                  <a:lnTo>
                    <a:pt x="5419258" y="198014"/>
                  </a:lnTo>
                  <a:lnTo>
                    <a:pt x="5471056" y="229104"/>
                  </a:lnTo>
                  <a:lnTo>
                    <a:pt x="5520373" y="263990"/>
                  </a:lnTo>
                  <a:lnTo>
                    <a:pt x="5567201" y="302171"/>
                  </a:lnTo>
                  <a:lnTo>
                    <a:pt x="5608984" y="340330"/>
                  </a:lnTo>
                  <a:lnTo>
                    <a:pt x="5650360" y="381787"/>
                  </a:lnTo>
                  <a:lnTo>
                    <a:pt x="5691658" y="426606"/>
                  </a:lnTo>
                  <a:lnTo>
                    <a:pt x="5733120" y="474769"/>
                  </a:lnTo>
                  <a:lnTo>
                    <a:pt x="5774914" y="526176"/>
                  </a:lnTo>
                  <a:lnTo>
                    <a:pt x="5817139" y="580629"/>
                  </a:lnTo>
                  <a:lnTo>
                    <a:pt x="5859833" y="637834"/>
                  </a:lnTo>
                  <a:lnTo>
                    <a:pt x="5902980" y="697404"/>
                  </a:lnTo>
                  <a:lnTo>
                    <a:pt x="5946517" y="758863"/>
                  </a:lnTo>
                  <a:lnTo>
                    <a:pt x="5990346" y="821662"/>
                  </a:lnTo>
                  <a:lnTo>
                    <a:pt x="6034339" y="885199"/>
                  </a:lnTo>
                  <a:lnTo>
                    <a:pt x="6078356" y="948840"/>
                  </a:lnTo>
                  <a:lnTo>
                    <a:pt x="6122254" y="1011949"/>
                  </a:lnTo>
                  <a:lnTo>
                    <a:pt x="6165899" y="1073910"/>
                  </a:lnTo>
                  <a:lnTo>
                    <a:pt x="6209183" y="1134155"/>
                  </a:lnTo>
                  <a:lnTo>
                    <a:pt x="6252029" y="1192181"/>
                  </a:lnTo>
                  <a:lnTo>
                    <a:pt x="6294406" y="1247572"/>
                  </a:lnTo>
                  <a:lnTo>
                    <a:pt x="6336333" y="1300002"/>
                  </a:lnTo>
                  <a:lnTo>
                    <a:pt x="6377889" y="1349243"/>
                  </a:lnTo>
                  <a:lnTo>
                    <a:pt x="6419218" y="1395163"/>
                  </a:lnTo>
                  <a:lnTo>
                    <a:pt x="6460537" y="1437717"/>
                  </a:lnTo>
                  <a:lnTo>
                    <a:pt x="6502144" y="1476945"/>
                  </a:lnTo>
                  <a:lnTo>
                    <a:pt x="6515891" y="1489080"/>
                  </a:lnTo>
                  <a:lnTo>
                    <a:pt x="6563564" y="1527904"/>
                  </a:lnTo>
                  <a:lnTo>
                    <a:pt x="6612917" y="1562721"/>
                  </a:lnTo>
                  <a:lnTo>
                    <a:pt x="6664766" y="1593748"/>
                  </a:lnTo>
                  <a:lnTo>
                    <a:pt x="6720019" y="1621350"/>
                  </a:lnTo>
                  <a:lnTo>
                    <a:pt x="6779596" y="1645927"/>
                  </a:lnTo>
                  <a:lnTo>
                    <a:pt x="6844344" y="1667866"/>
                  </a:lnTo>
                  <a:lnTo>
                    <a:pt x="6914928" y="1687497"/>
                  </a:lnTo>
                  <a:lnTo>
                    <a:pt x="6991687" y="1705085"/>
                  </a:lnTo>
                  <a:lnTo>
                    <a:pt x="7074440" y="1720815"/>
                  </a:lnTo>
                  <a:lnTo>
                    <a:pt x="7162266" y="1734796"/>
                  </a:lnTo>
                  <a:lnTo>
                    <a:pt x="7253294" y="1747063"/>
                  </a:lnTo>
                  <a:lnTo>
                    <a:pt x="7344599" y="1757597"/>
                  </a:lnTo>
                  <a:lnTo>
                    <a:pt x="7432299" y="1766356"/>
                  </a:lnTo>
                  <a:lnTo>
                    <a:pt x="7511976" y="1773315"/>
                  </a:lnTo>
                  <a:lnTo>
                    <a:pt x="7579415" y="1778511"/>
                  </a:lnTo>
                  <a:lnTo>
                    <a:pt x="7631504" y="1782079"/>
                  </a:lnTo>
                  <a:lnTo>
                    <a:pt x="7667030" y="1784254"/>
                  </a:lnTo>
                  <a:lnTo>
                    <a:pt x="7687092" y="1785357"/>
                  </a:lnTo>
                  <a:lnTo>
                    <a:pt x="7695055" y="1785753"/>
                  </a:lnTo>
                  <a:lnTo>
                    <a:pt x="7696237" y="1785807"/>
                  </a:lnTo>
                  <a:lnTo>
                    <a:pt x="8234974" y="1785807"/>
                  </a:lnTo>
                  <a:lnTo>
                    <a:pt x="8234974" y="1780362"/>
                  </a:lnTo>
                  <a:lnTo>
                    <a:pt x="7696237" y="1780362"/>
                  </a:lnTo>
                  <a:lnTo>
                    <a:pt x="7694992" y="1780306"/>
                  </a:lnTo>
                  <a:lnTo>
                    <a:pt x="7686858" y="1779901"/>
                  </a:lnTo>
                  <a:lnTo>
                    <a:pt x="7666549" y="1778781"/>
                  </a:lnTo>
                  <a:lnTo>
                    <a:pt x="7630736" y="1776585"/>
                  </a:lnTo>
                  <a:lnTo>
                    <a:pt x="7578363" y="1772991"/>
                  </a:lnTo>
                  <a:lnTo>
                    <a:pt x="7510679" y="1767764"/>
                  </a:lnTo>
                  <a:lnTo>
                    <a:pt x="7430823" y="1760774"/>
                  </a:lnTo>
                  <a:lnTo>
                    <a:pt x="7343023" y="1751984"/>
                  </a:lnTo>
                  <a:lnTo>
                    <a:pt x="7251692" y="1741419"/>
                  </a:lnTo>
                  <a:lnTo>
                    <a:pt x="7160698" y="1729122"/>
                  </a:lnTo>
                  <a:lnTo>
                    <a:pt x="7072948" y="1715111"/>
                  </a:lnTo>
                  <a:lnTo>
                    <a:pt x="6990294" y="1699349"/>
                  </a:lnTo>
                  <a:lnTo>
                    <a:pt x="6913643" y="1681728"/>
                  </a:lnTo>
                  <a:lnTo>
                    <a:pt x="6843165" y="1662059"/>
                  </a:lnTo>
                  <a:lnTo>
                    <a:pt x="6778513" y="1640077"/>
                  </a:lnTo>
                  <a:lnTo>
                    <a:pt x="6719020" y="1615450"/>
                  </a:lnTo>
                  <a:lnTo>
                    <a:pt x="6663834" y="1587793"/>
                  </a:lnTo>
                  <a:lnTo>
                    <a:pt x="6612036" y="1556702"/>
                  </a:lnTo>
                  <a:lnTo>
                    <a:pt x="6562719" y="1521817"/>
                  </a:lnTo>
                  <a:lnTo>
                    <a:pt x="6515891" y="1483635"/>
                  </a:lnTo>
                  <a:lnTo>
                    <a:pt x="6474109" y="1445477"/>
                  </a:lnTo>
                  <a:lnTo>
                    <a:pt x="6432733" y="1404019"/>
                  </a:lnTo>
                  <a:lnTo>
                    <a:pt x="6391435" y="1359201"/>
                  </a:lnTo>
                  <a:lnTo>
                    <a:pt x="6349972" y="1311037"/>
                  </a:lnTo>
                  <a:lnTo>
                    <a:pt x="6308178" y="1259630"/>
                  </a:lnTo>
                  <a:lnTo>
                    <a:pt x="6265953" y="1205177"/>
                  </a:lnTo>
                  <a:lnTo>
                    <a:pt x="6223260" y="1147972"/>
                  </a:lnTo>
                  <a:lnTo>
                    <a:pt x="6180113" y="1088402"/>
                  </a:lnTo>
                  <a:lnTo>
                    <a:pt x="6136575" y="1026944"/>
                  </a:lnTo>
                  <a:lnTo>
                    <a:pt x="6092747" y="964144"/>
                  </a:lnTo>
                  <a:lnTo>
                    <a:pt x="6048753" y="900608"/>
                  </a:lnTo>
                  <a:lnTo>
                    <a:pt x="6004736" y="836966"/>
                  </a:lnTo>
                  <a:lnTo>
                    <a:pt x="5960839" y="773857"/>
                  </a:lnTo>
                  <a:lnTo>
                    <a:pt x="5917193" y="711896"/>
                  </a:lnTo>
                  <a:lnTo>
                    <a:pt x="5873910" y="651652"/>
                  </a:lnTo>
                  <a:lnTo>
                    <a:pt x="5831063" y="593625"/>
                  </a:lnTo>
                  <a:lnTo>
                    <a:pt x="5788687" y="538234"/>
                  </a:lnTo>
                  <a:lnTo>
                    <a:pt x="5746760" y="485804"/>
                  </a:lnTo>
                  <a:lnTo>
                    <a:pt x="5705203" y="436563"/>
                  </a:lnTo>
                  <a:lnTo>
                    <a:pt x="5663874" y="390644"/>
                  </a:lnTo>
                  <a:lnTo>
                    <a:pt x="5622556" y="348089"/>
                  </a:lnTo>
                  <a:lnTo>
                    <a:pt x="5580948" y="308862"/>
                  </a:lnTo>
                  <a:lnTo>
                    <a:pt x="5567201" y="296727"/>
                  </a:lnTo>
                  <a:lnTo>
                    <a:pt x="5519529" y="257902"/>
                  </a:lnTo>
                  <a:lnTo>
                    <a:pt x="5470175" y="223085"/>
                  </a:lnTo>
                  <a:lnTo>
                    <a:pt x="5418327" y="192058"/>
                  </a:lnTo>
                  <a:lnTo>
                    <a:pt x="5363074" y="164457"/>
                  </a:lnTo>
                  <a:lnTo>
                    <a:pt x="5303497" y="139879"/>
                  </a:lnTo>
                  <a:lnTo>
                    <a:pt x="5238749" y="117941"/>
                  </a:lnTo>
                  <a:lnTo>
                    <a:pt x="5168164" y="98309"/>
                  </a:lnTo>
                  <a:lnTo>
                    <a:pt x="5091405" y="80722"/>
                  </a:lnTo>
                  <a:lnTo>
                    <a:pt x="5008652" y="64991"/>
                  </a:lnTo>
                  <a:lnTo>
                    <a:pt x="4920827" y="51010"/>
                  </a:lnTo>
                  <a:lnTo>
                    <a:pt x="4829798" y="38743"/>
                  </a:lnTo>
                  <a:lnTo>
                    <a:pt x="4738494" y="28209"/>
                  </a:lnTo>
                  <a:lnTo>
                    <a:pt x="4650794" y="19450"/>
                  </a:lnTo>
                  <a:lnTo>
                    <a:pt x="4571116" y="12491"/>
                  </a:lnTo>
                  <a:lnTo>
                    <a:pt x="4503677" y="7295"/>
                  </a:lnTo>
                  <a:lnTo>
                    <a:pt x="4451589" y="3728"/>
                  </a:lnTo>
                  <a:lnTo>
                    <a:pt x="4416063" y="1552"/>
                  </a:lnTo>
                  <a:lnTo>
                    <a:pt x="4396001" y="449"/>
                  </a:lnTo>
                  <a:lnTo>
                    <a:pt x="4388038" y="5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7" y="80"/>
                  </a:lnTo>
                  <a:lnTo>
                    <a:pt x="3839209" y="654"/>
                  </a:lnTo>
                  <a:lnTo>
                    <a:pt x="3819878" y="2243"/>
                  </a:lnTo>
                  <a:lnTo>
                    <a:pt x="3785698" y="5363"/>
                  </a:lnTo>
                  <a:lnTo>
                    <a:pt x="3735528" y="10474"/>
                  </a:lnTo>
                  <a:lnTo>
                    <a:pt x="3670391" y="17922"/>
                  </a:lnTo>
                  <a:lnTo>
                    <a:pt x="3593118" y="27908"/>
                  </a:lnTo>
                  <a:lnTo>
                    <a:pt x="3507647" y="40496"/>
                  </a:lnTo>
                  <a:lnTo>
                    <a:pt x="3418186" y="55658"/>
                  </a:lnTo>
                  <a:lnTo>
                    <a:pt x="3328514" y="73334"/>
                  </a:lnTo>
                  <a:lnTo>
                    <a:pt x="3241553" y="93487"/>
                  </a:lnTo>
                  <a:lnTo>
                    <a:pt x="3159242" y="116154"/>
                  </a:lnTo>
                  <a:lnTo>
                    <a:pt x="3082607" y="141466"/>
                  </a:lnTo>
                  <a:lnTo>
                    <a:pt x="3011943" y="169667"/>
                  </a:lnTo>
                  <a:lnTo>
                    <a:pt x="2947021" y="201105"/>
                  </a:lnTo>
                  <a:lnTo>
                    <a:pt x="2887269" y="236232"/>
                  </a:lnTo>
                  <a:lnTo>
                    <a:pt x="2831918" y="275578"/>
                  </a:lnTo>
                  <a:lnTo>
                    <a:pt x="2780105" y="319715"/>
                  </a:lnTo>
                  <a:lnTo>
                    <a:pt x="2730958" y="369186"/>
                  </a:lnTo>
                  <a:lnTo>
                    <a:pt x="2683668" y="424387"/>
                  </a:lnTo>
                  <a:lnTo>
                    <a:pt x="2667772" y="444636"/>
                  </a:lnTo>
                  <a:lnTo>
                    <a:pt x="2631465" y="494001"/>
                  </a:lnTo>
                  <a:lnTo>
                    <a:pt x="2595500" y="547078"/>
                  </a:lnTo>
                  <a:lnTo>
                    <a:pt x="2559651" y="603943"/>
                  </a:lnTo>
                  <a:lnTo>
                    <a:pt x="2523742" y="664606"/>
                  </a:lnTo>
                  <a:lnTo>
                    <a:pt x="2487642" y="729009"/>
                  </a:lnTo>
                  <a:lnTo>
                    <a:pt x="2451260" y="797013"/>
                  </a:lnTo>
                  <a:lnTo>
                    <a:pt x="2414543" y="868399"/>
                  </a:lnTo>
                  <a:lnTo>
                    <a:pt x="2377471" y="942867"/>
                  </a:lnTo>
                  <a:lnTo>
                    <a:pt x="2340054" y="1020034"/>
                  </a:lnTo>
                  <a:lnTo>
                    <a:pt x="2302332" y="1099443"/>
                  </a:lnTo>
                  <a:lnTo>
                    <a:pt x="2264364" y="1180573"/>
                  </a:lnTo>
                  <a:lnTo>
                    <a:pt x="2226226" y="1262848"/>
                  </a:lnTo>
                  <a:lnTo>
                    <a:pt x="2188007" y="1345661"/>
                  </a:lnTo>
                  <a:lnTo>
                    <a:pt x="2149802" y="1428384"/>
                  </a:lnTo>
                  <a:lnTo>
                    <a:pt x="2111704" y="1510396"/>
                  </a:lnTo>
                  <a:lnTo>
                    <a:pt x="2073798" y="1591094"/>
                  </a:lnTo>
                  <a:lnTo>
                    <a:pt x="2036157" y="1669917"/>
                  </a:lnTo>
                  <a:lnTo>
                    <a:pt x="1998836" y="1746362"/>
                  </a:lnTo>
                  <a:lnTo>
                    <a:pt x="1961864" y="1819992"/>
                  </a:lnTo>
                  <a:lnTo>
                    <a:pt x="1925246" y="1890446"/>
                  </a:lnTo>
                  <a:lnTo>
                    <a:pt x="1888950" y="1957448"/>
                  </a:lnTo>
                  <a:lnTo>
                    <a:pt x="1852915" y="2020800"/>
                  </a:lnTo>
                  <a:lnTo>
                    <a:pt x="1817039" y="2080390"/>
                  </a:lnTo>
                  <a:lnTo>
                    <a:pt x="1781177" y="2136176"/>
                  </a:lnTo>
                  <a:lnTo>
                    <a:pt x="1745140" y="2188190"/>
                  </a:lnTo>
                  <a:lnTo>
                    <a:pt x="1719082" y="2223184"/>
                  </a:lnTo>
                  <a:lnTo>
                    <a:pt x="1672266" y="2280385"/>
                  </a:lnTo>
                  <a:lnTo>
                    <a:pt x="1623841" y="2331787"/>
                  </a:lnTo>
                  <a:lnTo>
                    <a:pt x="1573037" y="2377693"/>
                  </a:lnTo>
                  <a:lnTo>
                    <a:pt x="1518997" y="2418615"/>
                  </a:lnTo>
                  <a:lnTo>
                    <a:pt x="1460846" y="2455125"/>
                  </a:lnTo>
                  <a:lnTo>
                    <a:pt x="1397772" y="2487772"/>
                  </a:lnTo>
                  <a:lnTo>
                    <a:pt x="1329121" y="2517036"/>
                  </a:lnTo>
                  <a:lnTo>
                    <a:pt x="1254528" y="2543305"/>
                  </a:lnTo>
                  <a:lnTo>
                    <a:pt x="1174086" y="2566858"/>
                  </a:lnTo>
                  <a:lnTo>
                    <a:pt x="1088549" y="2587863"/>
                  </a:lnTo>
                  <a:lnTo>
                    <a:pt x="999526" y="2606389"/>
                  </a:lnTo>
                  <a:lnTo>
                    <a:pt x="909604" y="2622419"/>
                  </a:lnTo>
                  <a:lnTo>
                    <a:pt x="822302" y="2635895"/>
                  </a:lnTo>
                  <a:lnTo>
                    <a:pt x="741748" y="2646770"/>
                  </a:lnTo>
                  <a:lnTo>
                    <a:pt x="672062" y="2655072"/>
                  </a:lnTo>
                  <a:lnTo>
                    <a:pt x="616548" y="2660951"/>
                  </a:lnTo>
                  <a:lnTo>
                    <a:pt x="576908" y="2664706"/>
                  </a:lnTo>
                  <a:lnTo>
                    <a:pt x="552756" y="2666763"/>
                  </a:lnTo>
                  <a:lnTo>
                    <a:pt x="541538" y="2667625"/>
                  </a:lnTo>
                  <a:lnTo>
                    <a:pt x="538736" y="2667821"/>
                  </a:lnTo>
                  <a:lnTo>
                    <a:pt x="0" y="2667821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35" name="pl1635"/>
            <p:cNvSpPr/>
            <p:nvPr/>
          </p:nvSpPr>
          <p:spPr>
            <a:xfrm>
              <a:off x="546595" y="2525375"/>
              <a:ext cx="8234974" cy="2667821"/>
            </a:xfrm>
            <a:custGeom>
              <a:avLst/>
              <a:pathLst>
                <a:path w="8234974" h="2667821">
                  <a:moveTo>
                    <a:pt x="0" y="2667821"/>
                  </a:moveTo>
                  <a:lnTo>
                    <a:pt x="538736" y="2667821"/>
                  </a:lnTo>
                  <a:lnTo>
                    <a:pt x="539918" y="2667741"/>
                  </a:lnTo>
                  <a:lnTo>
                    <a:pt x="547646" y="2667166"/>
                  </a:lnTo>
                  <a:lnTo>
                    <a:pt x="566977" y="2665578"/>
                  </a:lnTo>
                  <a:lnTo>
                    <a:pt x="601157" y="2662457"/>
                  </a:lnTo>
                  <a:lnTo>
                    <a:pt x="651326" y="2657346"/>
                  </a:lnTo>
                  <a:lnTo>
                    <a:pt x="716464" y="2649899"/>
                  </a:lnTo>
                  <a:lnTo>
                    <a:pt x="793736" y="2639913"/>
                  </a:lnTo>
                  <a:lnTo>
                    <a:pt x="879208" y="2627325"/>
                  </a:lnTo>
                  <a:lnTo>
                    <a:pt x="968668" y="2612163"/>
                  </a:lnTo>
                  <a:lnTo>
                    <a:pt x="1058341" y="2594487"/>
                  </a:lnTo>
                  <a:lnTo>
                    <a:pt x="1145301" y="2574334"/>
                  </a:lnTo>
                  <a:lnTo>
                    <a:pt x="1227612" y="2551667"/>
                  </a:lnTo>
                  <a:lnTo>
                    <a:pt x="1304248" y="2526354"/>
                  </a:lnTo>
                  <a:lnTo>
                    <a:pt x="1374912" y="2498154"/>
                  </a:lnTo>
                  <a:lnTo>
                    <a:pt x="1439834" y="2466716"/>
                  </a:lnTo>
                  <a:lnTo>
                    <a:pt x="1499586" y="2431588"/>
                  </a:lnTo>
                  <a:lnTo>
                    <a:pt x="1554937" y="2392242"/>
                  </a:lnTo>
                  <a:lnTo>
                    <a:pt x="1606750" y="2348106"/>
                  </a:lnTo>
                  <a:lnTo>
                    <a:pt x="1655897" y="2298635"/>
                  </a:lnTo>
                  <a:lnTo>
                    <a:pt x="1703187" y="2243433"/>
                  </a:lnTo>
                  <a:lnTo>
                    <a:pt x="1719082" y="2223184"/>
                  </a:lnTo>
                  <a:lnTo>
                    <a:pt x="1755390" y="2173820"/>
                  </a:lnTo>
                  <a:lnTo>
                    <a:pt x="1791355" y="2120743"/>
                  </a:lnTo>
                  <a:lnTo>
                    <a:pt x="1827203" y="2063878"/>
                  </a:lnTo>
                  <a:lnTo>
                    <a:pt x="1863112" y="2003214"/>
                  </a:lnTo>
                  <a:lnTo>
                    <a:pt x="1899213" y="1938812"/>
                  </a:lnTo>
                  <a:lnTo>
                    <a:pt x="1935595" y="1870808"/>
                  </a:lnTo>
                  <a:lnTo>
                    <a:pt x="1972312" y="1799422"/>
                  </a:lnTo>
                  <a:lnTo>
                    <a:pt x="2009384" y="1724954"/>
                  </a:lnTo>
                  <a:lnTo>
                    <a:pt x="2046800" y="1647787"/>
                  </a:lnTo>
                  <a:lnTo>
                    <a:pt x="2084522" y="1568377"/>
                  </a:lnTo>
                  <a:lnTo>
                    <a:pt x="2122491" y="1487248"/>
                  </a:lnTo>
                  <a:lnTo>
                    <a:pt x="2160629" y="1404972"/>
                  </a:lnTo>
                  <a:lnTo>
                    <a:pt x="2198847" y="1322160"/>
                  </a:lnTo>
                  <a:lnTo>
                    <a:pt x="2237052" y="1239436"/>
                  </a:lnTo>
                  <a:lnTo>
                    <a:pt x="2275151" y="1157425"/>
                  </a:lnTo>
                  <a:lnTo>
                    <a:pt x="2313057" y="1076727"/>
                  </a:lnTo>
                  <a:lnTo>
                    <a:pt x="2350698" y="997903"/>
                  </a:lnTo>
                  <a:lnTo>
                    <a:pt x="2388019" y="921458"/>
                  </a:lnTo>
                  <a:lnTo>
                    <a:pt x="2424990" y="847829"/>
                  </a:lnTo>
                  <a:lnTo>
                    <a:pt x="2461609" y="777374"/>
                  </a:lnTo>
                  <a:lnTo>
                    <a:pt x="2497904" y="710373"/>
                  </a:lnTo>
                  <a:lnTo>
                    <a:pt x="2533939" y="647020"/>
                  </a:lnTo>
                  <a:lnTo>
                    <a:pt x="2569816" y="587431"/>
                  </a:lnTo>
                  <a:lnTo>
                    <a:pt x="2605678" y="531645"/>
                  </a:lnTo>
                  <a:lnTo>
                    <a:pt x="2641714" y="479630"/>
                  </a:lnTo>
                  <a:lnTo>
                    <a:pt x="2667772" y="444636"/>
                  </a:lnTo>
                  <a:lnTo>
                    <a:pt x="2714589" y="387435"/>
                  </a:lnTo>
                  <a:lnTo>
                    <a:pt x="2763014" y="336034"/>
                  </a:lnTo>
                  <a:lnTo>
                    <a:pt x="2813817" y="290127"/>
                  </a:lnTo>
                  <a:lnTo>
                    <a:pt x="2867857" y="249205"/>
                  </a:lnTo>
                  <a:lnTo>
                    <a:pt x="2926009" y="212696"/>
                  </a:lnTo>
                  <a:lnTo>
                    <a:pt x="2989083" y="180049"/>
                  </a:lnTo>
                  <a:lnTo>
                    <a:pt x="3057734" y="150785"/>
                  </a:lnTo>
                  <a:lnTo>
                    <a:pt x="3132327" y="124516"/>
                  </a:lnTo>
                  <a:lnTo>
                    <a:pt x="3212768" y="100963"/>
                  </a:lnTo>
                  <a:lnTo>
                    <a:pt x="3298305" y="79957"/>
                  </a:lnTo>
                  <a:lnTo>
                    <a:pt x="3387329" y="61432"/>
                  </a:lnTo>
                  <a:lnTo>
                    <a:pt x="3477250" y="45402"/>
                  </a:lnTo>
                  <a:lnTo>
                    <a:pt x="3564552" y="31926"/>
                  </a:lnTo>
                  <a:lnTo>
                    <a:pt x="3645107" y="21051"/>
                  </a:lnTo>
                  <a:lnTo>
                    <a:pt x="3714793" y="12749"/>
                  </a:lnTo>
                  <a:lnTo>
                    <a:pt x="3770307" y="6869"/>
                  </a:lnTo>
                  <a:lnTo>
                    <a:pt x="3809946" y="3114"/>
                  </a:lnTo>
                  <a:lnTo>
                    <a:pt x="3834099" y="1058"/>
                  </a:lnTo>
                  <a:lnTo>
                    <a:pt x="3845316" y="195"/>
                  </a:lnTo>
                  <a:lnTo>
                    <a:pt x="3848069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1" y="56"/>
                  </a:lnTo>
                  <a:lnTo>
                    <a:pt x="4396235" y="461"/>
                  </a:lnTo>
                  <a:lnTo>
                    <a:pt x="4416544" y="1580"/>
                  </a:lnTo>
                  <a:lnTo>
                    <a:pt x="4452356" y="3777"/>
                  </a:lnTo>
                  <a:lnTo>
                    <a:pt x="4504730" y="7371"/>
                  </a:lnTo>
                  <a:lnTo>
                    <a:pt x="4572414" y="12597"/>
                  </a:lnTo>
                  <a:lnTo>
                    <a:pt x="4652269" y="19587"/>
                  </a:lnTo>
                  <a:lnTo>
                    <a:pt x="4740069" y="28378"/>
                  </a:lnTo>
                  <a:lnTo>
                    <a:pt x="4831400" y="38943"/>
                  </a:lnTo>
                  <a:lnTo>
                    <a:pt x="4922395" y="51240"/>
                  </a:lnTo>
                  <a:lnTo>
                    <a:pt x="5010145" y="65250"/>
                  </a:lnTo>
                  <a:lnTo>
                    <a:pt x="5092798" y="81012"/>
                  </a:lnTo>
                  <a:lnTo>
                    <a:pt x="5169449" y="98634"/>
                  </a:lnTo>
                  <a:lnTo>
                    <a:pt x="5239928" y="118303"/>
                  </a:lnTo>
                  <a:lnTo>
                    <a:pt x="5304579" y="140284"/>
                  </a:lnTo>
                  <a:lnTo>
                    <a:pt x="5364073" y="164912"/>
                  </a:lnTo>
                  <a:lnTo>
                    <a:pt x="5419258" y="192569"/>
                  </a:lnTo>
                  <a:lnTo>
                    <a:pt x="5471056" y="223660"/>
                  </a:lnTo>
                  <a:lnTo>
                    <a:pt x="5520373" y="258545"/>
                  </a:lnTo>
                  <a:lnTo>
                    <a:pt x="5567201" y="296727"/>
                  </a:lnTo>
                  <a:lnTo>
                    <a:pt x="5608984" y="334885"/>
                  </a:lnTo>
                  <a:lnTo>
                    <a:pt x="5650360" y="376343"/>
                  </a:lnTo>
                  <a:lnTo>
                    <a:pt x="5691658" y="421161"/>
                  </a:lnTo>
                  <a:lnTo>
                    <a:pt x="5733120" y="469325"/>
                  </a:lnTo>
                  <a:lnTo>
                    <a:pt x="5774914" y="520731"/>
                  </a:lnTo>
                  <a:lnTo>
                    <a:pt x="5817139" y="575184"/>
                  </a:lnTo>
                  <a:lnTo>
                    <a:pt x="5859833" y="632390"/>
                  </a:lnTo>
                  <a:lnTo>
                    <a:pt x="5902980" y="691959"/>
                  </a:lnTo>
                  <a:lnTo>
                    <a:pt x="5946517" y="753418"/>
                  </a:lnTo>
                  <a:lnTo>
                    <a:pt x="5990346" y="816217"/>
                  </a:lnTo>
                  <a:lnTo>
                    <a:pt x="6034339" y="879754"/>
                  </a:lnTo>
                  <a:lnTo>
                    <a:pt x="6078356" y="943396"/>
                  </a:lnTo>
                  <a:lnTo>
                    <a:pt x="6122254" y="1006505"/>
                  </a:lnTo>
                  <a:lnTo>
                    <a:pt x="6165899" y="1068466"/>
                  </a:lnTo>
                  <a:lnTo>
                    <a:pt x="6209183" y="1128710"/>
                  </a:lnTo>
                  <a:lnTo>
                    <a:pt x="6252029" y="1186737"/>
                  </a:lnTo>
                  <a:lnTo>
                    <a:pt x="6294406" y="1242128"/>
                  </a:lnTo>
                  <a:lnTo>
                    <a:pt x="6336333" y="1294558"/>
                  </a:lnTo>
                  <a:lnTo>
                    <a:pt x="6377889" y="1343799"/>
                  </a:lnTo>
                  <a:lnTo>
                    <a:pt x="6419218" y="1389718"/>
                  </a:lnTo>
                  <a:lnTo>
                    <a:pt x="6460537" y="1432273"/>
                  </a:lnTo>
                  <a:lnTo>
                    <a:pt x="6502144" y="1471500"/>
                  </a:lnTo>
                  <a:lnTo>
                    <a:pt x="6515891" y="1483635"/>
                  </a:lnTo>
                  <a:lnTo>
                    <a:pt x="6563564" y="1522460"/>
                  </a:lnTo>
                  <a:lnTo>
                    <a:pt x="6612917" y="1557276"/>
                  </a:lnTo>
                  <a:lnTo>
                    <a:pt x="6664766" y="1588304"/>
                  </a:lnTo>
                  <a:lnTo>
                    <a:pt x="6720019" y="1615905"/>
                  </a:lnTo>
                  <a:lnTo>
                    <a:pt x="6779596" y="1640483"/>
                  </a:lnTo>
                  <a:lnTo>
                    <a:pt x="6844344" y="1662421"/>
                  </a:lnTo>
                  <a:lnTo>
                    <a:pt x="6914928" y="1682052"/>
                  </a:lnTo>
                  <a:lnTo>
                    <a:pt x="6991687" y="1699640"/>
                  </a:lnTo>
                  <a:lnTo>
                    <a:pt x="7074440" y="1715371"/>
                  </a:lnTo>
                  <a:lnTo>
                    <a:pt x="7162266" y="1729352"/>
                  </a:lnTo>
                  <a:lnTo>
                    <a:pt x="7253294" y="1741619"/>
                  </a:lnTo>
                  <a:lnTo>
                    <a:pt x="7344599" y="1752153"/>
                  </a:lnTo>
                  <a:lnTo>
                    <a:pt x="7432299" y="1760912"/>
                  </a:lnTo>
                  <a:lnTo>
                    <a:pt x="7511976" y="1767871"/>
                  </a:lnTo>
                  <a:lnTo>
                    <a:pt x="7579415" y="1773067"/>
                  </a:lnTo>
                  <a:lnTo>
                    <a:pt x="7631504" y="1776634"/>
                  </a:lnTo>
                  <a:lnTo>
                    <a:pt x="7667030" y="1778809"/>
                  </a:lnTo>
                  <a:lnTo>
                    <a:pt x="7687092" y="1779913"/>
                  </a:lnTo>
                  <a:lnTo>
                    <a:pt x="7695055" y="1780308"/>
                  </a:lnTo>
                  <a:lnTo>
                    <a:pt x="7696237" y="1780362"/>
                  </a:lnTo>
                  <a:lnTo>
                    <a:pt x="8234974" y="17803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6" name="pl1636"/>
            <p:cNvSpPr/>
            <p:nvPr/>
          </p:nvSpPr>
          <p:spPr>
            <a:xfrm>
              <a:off x="546595" y="2519930"/>
              <a:ext cx="8234974" cy="2667821"/>
            </a:xfrm>
            <a:custGeom>
              <a:avLst/>
              <a:pathLst>
                <a:path w="8234974" h="2667821">
                  <a:moveTo>
                    <a:pt x="8234974" y="1780362"/>
                  </a:moveTo>
                  <a:lnTo>
                    <a:pt x="7696237" y="1780362"/>
                  </a:lnTo>
                  <a:lnTo>
                    <a:pt x="7694992" y="1780306"/>
                  </a:lnTo>
                  <a:lnTo>
                    <a:pt x="7686858" y="1779901"/>
                  </a:lnTo>
                  <a:lnTo>
                    <a:pt x="7666549" y="1778781"/>
                  </a:lnTo>
                  <a:lnTo>
                    <a:pt x="7630736" y="1776585"/>
                  </a:lnTo>
                  <a:lnTo>
                    <a:pt x="7578363" y="1772991"/>
                  </a:lnTo>
                  <a:lnTo>
                    <a:pt x="7510679" y="1767764"/>
                  </a:lnTo>
                  <a:lnTo>
                    <a:pt x="7430823" y="1760774"/>
                  </a:lnTo>
                  <a:lnTo>
                    <a:pt x="7343023" y="1751984"/>
                  </a:lnTo>
                  <a:lnTo>
                    <a:pt x="7251692" y="1741419"/>
                  </a:lnTo>
                  <a:lnTo>
                    <a:pt x="7160698" y="1729122"/>
                  </a:lnTo>
                  <a:lnTo>
                    <a:pt x="7072948" y="1715111"/>
                  </a:lnTo>
                  <a:lnTo>
                    <a:pt x="6990294" y="1699349"/>
                  </a:lnTo>
                  <a:lnTo>
                    <a:pt x="6913643" y="1681728"/>
                  </a:lnTo>
                  <a:lnTo>
                    <a:pt x="6843165" y="1662059"/>
                  </a:lnTo>
                  <a:lnTo>
                    <a:pt x="6778513" y="1640077"/>
                  </a:lnTo>
                  <a:lnTo>
                    <a:pt x="6719020" y="1615450"/>
                  </a:lnTo>
                  <a:lnTo>
                    <a:pt x="6663834" y="1587793"/>
                  </a:lnTo>
                  <a:lnTo>
                    <a:pt x="6612036" y="1556702"/>
                  </a:lnTo>
                  <a:lnTo>
                    <a:pt x="6562719" y="1521817"/>
                  </a:lnTo>
                  <a:lnTo>
                    <a:pt x="6515891" y="1483635"/>
                  </a:lnTo>
                  <a:lnTo>
                    <a:pt x="6474109" y="1445477"/>
                  </a:lnTo>
                  <a:lnTo>
                    <a:pt x="6432733" y="1404019"/>
                  </a:lnTo>
                  <a:lnTo>
                    <a:pt x="6391435" y="1359201"/>
                  </a:lnTo>
                  <a:lnTo>
                    <a:pt x="6349972" y="1311037"/>
                  </a:lnTo>
                  <a:lnTo>
                    <a:pt x="6308178" y="1259630"/>
                  </a:lnTo>
                  <a:lnTo>
                    <a:pt x="6265953" y="1205177"/>
                  </a:lnTo>
                  <a:lnTo>
                    <a:pt x="6223260" y="1147972"/>
                  </a:lnTo>
                  <a:lnTo>
                    <a:pt x="6180113" y="1088402"/>
                  </a:lnTo>
                  <a:lnTo>
                    <a:pt x="6136575" y="1026944"/>
                  </a:lnTo>
                  <a:lnTo>
                    <a:pt x="6092747" y="964144"/>
                  </a:lnTo>
                  <a:lnTo>
                    <a:pt x="6048753" y="900608"/>
                  </a:lnTo>
                  <a:lnTo>
                    <a:pt x="6004736" y="836966"/>
                  </a:lnTo>
                  <a:lnTo>
                    <a:pt x="5960839" y="773857"/>
                  </a:lnTo>
                  <a:lnTo>
                    <a:pt x="5917193" y="711896"/>
                  </a:lnTo>
                  <a:lnTo>
                    <a:pt x="5873910" y="651652"/>
                  </a:lnTo>
                  <a:lnTo>
                    <a:pt x="5831063" y="593625"/>
                  </a:lnTo>
                  <a:lnTo>
                    <a:pt x="5788687" y="538234"/>
                  </a:lnTo>
                  <a:lnTo>
                    <a:pt x="5746760" y="485804"/>
                  </a:lnTo>
                  <a:lnTo>
                    <a:pt x="5705203" y="436563"/>
                  </a:lnTo>
                  <a:lnTo>
                    <a:pt x="5663874" y="390644"/>
                  </a:lnTo>
                  <a:lnTo>
                    <a:pt x="5622556" y="348089"/>
                  </a:lnTo>
                  <a:lnTo>
                    <a:pt x="5580948" y="308862"/>
                  </a:lnTo>
                  <a:lnTo>
                    <a:pt x="5567201" y="296727"/>
                  </a:lnTo>
                  <a:lnTo>
                    <a:pt x="5519529" y="257902"/>
                  </a:lnTo>
                  <a:lnTo>
                    <a:pt x="5470175" y="223085"/>
                  </a:lnTo>
                  <a:lnTo>
                    <a:pt x="5418327" y="192058"/>
                  </a:lnTo>
                  <a:lnTo>
                    <a:pt x="5363074" y="164457"/>
                  </a:lnTo>
                  <a:lnTo>
                    <a:pt x="5303497" y="139879"/>
                  </a:lnTo>
                  <a:lnTo>
                    <a:pt x="5238749" y="117941"/>
                  </a:lnTo>
                  <a:lnTo>
                    <a:pt x="5168164" y="98309"/>
                  </a:lnTo>
                  <a:lnTo>
                    <a:pt x="5091405" y="80722"/>
                  </a:lnTo>
                  <a:lnTo>
                    <a:pt x="5008652" y="64991"/>
                  </a:lnTo>
                  <a:lnTo>
                    <a:pt x="4920827" y="51010"/>
                  </a:lnTo>
                  <a:lnTo>
                    <a:pt x="4829798" y="38743"/>
                  </a:lnTo>
                  <a:lnTo>
                    <a:pt x="4738494" y="28209"/>
                  </a:lnTo>
                  <a:lnTo>
                    <a:pt x="4650794" y="19450"/>
                  </a:lnTo>
                  <a:lnTo>
                    <a:pt x="4571116" y="12491"/>
                  </a:lnTo>
                  <a:lnTo>
                    <a:pt x="4503677" y="7295"/>
                  </a:lnTo>
                  <a:lnTo>
                    <a:pt x="4451589" y="3728"/>
                  </a:lnTo>
                  <a:lnTo>
                    <a:pt x="4416063" y="1552"/>
                  </a:lnTo>
                  <a:lnTo>
                    <a:pt x="4396001" y="449"/>
                  </a:lnTo>
                  <a:lnTo>
                    <a:pt x="4388038" y="5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7" y="80"/>
                  </a:lnTo>
                  <a:lnTo>
                    <a:pt x="3839209" y="654"/>
                  </a:lnTo>
                  <a:lnTo>
                    <a:pt x="3819878" y="2243"/>
                  </a:lnTo>
                  <a:lnTo>
                    <a:pt x="3785698" y="5363"/>
                  </a:lnTo>
                  <a:lnTo>
                    <a:pt x="3735528" y="10474"/>
                  </a:lnTo>
                  <a:lnTo>
                    <a:pt x="3670391" y="17922"/>
                  </a:lnTo>
                  <a:lnTo>
                    <a:pt x="3593118" y="27908"/>
                  </a:lnTo>
                  <a:lnTo>
                    <a:pt x="3507647" y="40496"/>
                  </a:lnTo>
                  <a:lnTo>
                    <a:pt x="3418186" y="55658"/>
                  </a:lnTo>
                  <a:lnTo>
                    <a:pt x="3328514" y="73334"/>
                  </a:lnTo>
                  <a:lnTo>
                    <a:pt x="3241553" y="93487"/>
                  </a:lnTo>
                  <a:lnTo>
                    <a:pt x="3159242" y="116154"/>
                  </a:lnTo>
                  <a:lnTo>
                    <a:pt x="3082607" y="141466"/>
                  </a:lnTo>
                  <a:lnTo>
                    <a:pt x="3011943" y="169667"/>
                  </a:lnTo>
                  <a:lnTo>
                    <a:pt x="2947021" y="201105"/>
                  </a:lnTo>
                  <a:lnTo>
                    <a:pt x="2887269" y="236232"/>
                  </a:lnTo>
                  <a:lnTo>
                    <a:pt x="2831918" y="275578"/>
                  </a:lnTo>
                  <a:lnTo>
                    <a:pt x="2780105" y="319715"/>
                  </a:lnTo>
                  <a:lnTo>
                    <a:pt x="2730958" y="369186"/>
                  </a:lnTo>
                  <a:lnTo>
                    <a:pt x="2683668" y="424387"/>
                  </a:lnTo>
                  <a:lnTo>
                    <a:pt x="2667772" y="444636"/>
                  </a:lnTo>
                  <a:lnTo>
                    <a:pt x="2631465" y="494001"/>
                  </a:lnTo>
                  <a:lnTo>
                    <a:pt x="2595500" y="547078"/>
                  </a:lnTo>
                  <a:lnTo>
                    <a:pt x="2559651" y="603943"/>
                  </a:lnTo>
                  <a:lnTo>
                    <a:pt x="2523742" y="664606"/>
                  </a:lnTo>
                  <a:lnTo>
                    <a:pt x="2487642" y="729009"/>
                  </a:lnTo>
                  <a:lnTo>
                    <a:pt x="2451260" y="797013"/>
                  </a:lnTo>
                  <a:lnTo>
                    <a:pt x="2414543" y="868399"/>
                  </a:lnTo>
                  <a:lnTo>
                    <a:pt x="2377471" y="942867"/>
                  </a:lnTo>
                  <a:lnTo>
                    <a:pt x="2340054" y="1020034"/>
                  </a:lnTo>
                  <a:lnTo>
                    <a:pt x="2302332" y="1099443"/>
                  </a:lnTo>
                  <a:lnTo>
                    <a:pt x="2264364" y="1180573"/>
                  </a:lnTo>
                  <a:lnTo>
                    <a:pt x="2226226" y="1262848"/>
                  </a:lnTo>
                  <a:lnTo>
                    <a:pt x="2188007" y="1345661"/>
                  </a:lnTo>
                  <a:lnTo>
                    <a:pt x="2149802" y="1428384"/>
                  </a:lnTo>
                  <a:lnTo>
                    <a:pt x="2111704" y="1510396"/>
                  </a:lnTo>
                  <a:lnTo>
                    <a:pt x="2073798" y="1591094"/>
                  </a:lnTo>
                  <a:lnTo>
                    <a:pt x="2036157" y="1669917"/>
                  </a:lnTo>
                  <a:lnTo>
                    <a:pt x="1998836" y="1746362"/>
                  </a:lnTo>
                  <a:lnTo>
                    <a:pt x="1961864" y="1819992"/>
                  </a:lnTo>
                  <a:lnTo>
                    <a:pt x="1925246" y="1890446"/>
                  </a:lnTo>
                  <a:lnTo>
                    <a:pt x="1888950" y="1957448"/>
                  </a:lnTo>
                  <a:lnTo>
                    <a:pt x="1852915" y="2020800"/>
                  </a:lnTo>
                  <a:lnTo>
                    <a:pt x="1817039" y="2080390"/>
                  </a:lnTo>
                  <a:lnTo>
                    <a:pt x="1781177" y="2136176"/>
                  </a:lnTo>
                  <a:lnTo>
                    <a:pt x="1745140" y="2188190"/>
                  </a:lnTo>
                  <a:lnTo>
                    <a:pt x="1719082" y="2223184"/>
                  </a:lnTo>
                  <a:lnTo>
                    <a:pt x="1672266" y="2280385"/>
                  </a:lnTo>
                  <a:lnTo>
                    <a:pt x="1623841" y="2331787"/>
                  </a:lnTo>
                  <a:lnTo>
                    <a:pt x="1573037" y="2377693"/>
                  </a:lnTo>
                  <a:lnTo>
                    <a:pt x="1518997" y="2418615"/>
                  </a:lnTo>
                  <a:lnTo>
                    <a:pt x="1460846" y="2455125"/>
                  </a:lnTo>
                  <a:lnTo>
                    <a:pt x="1397772" y="2487772"/>
                  </a:lnTo>
                  <a:lnTo>
                    <a:pt x="1329121" y="2517036"/>
                  </a:lnTo>
                  <a:lnTo>
                    <a:pt x="1254528" y="2543305"/>
                  </a:lnTo>
                  <a:lnTo>
                    <a:pt x="1174086" y="2566858"/>
                  </a:lnTo>
                  <a:lnTo>
                    <a:pt x="1088549" y="2587863"/>
                  </a:lnTo>
                  <a:lnTo>
                    <a:pt x="999526" y="2606389"/>
                  </a:lnTo>
                  <a:lnTo>
                    <a:pt x="909604" y="2622419"/>
                  </a:lnTo>
                  <a:lnTo>
                    <a:pt x="822302" y="2635895"/>
                  </a:lnTo>
                  <a:lnTo>
                    <a:pt x="741748" y="2646770"/>
                  </a:lnTo>
                  <a:lnTo>
                    <a:pt x="672062" y="2655072"/>
                  </a:lnTo>
                  <a:lnTo>
                    <a:pt x="616548" y="2660951"/>
                  </a:lnTo>
                  <a:lnTo>
                    <a:pt x="576908" y="2664706"/>
                  </a:lnTo>
                  <a:lnTo>
                    <a:pt x="552756" y="2666763"/>
                  </a:lnTo>
                  <a:lnTo>
                    <a:pt x="541538" y="2667625"/>
                  </a:lnTo>
                  <a:lnTo>
                    <a:pt x="538786" y="2667818"/>
                  </a:lnTo>
                  <a:lnTo>
                    <a:pt x="538736" y="2667821"/>
                  </a:lnTo>
                  <a:lnTo>
                    <a:pt x="0" y="26678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7" name="pg1637"/>
            <p:cNvSpPr/>
            <p:nvPr/>
          </p:nvSpPr>
          <p:spPr>
            <a:xfrm>
              <a:off x="546595" y="2530819"/>
              <a:ext cx="8234974" cy="2667821"/>
            </a:xfrm>
            <a:custGeom>
              <a:avLst/>
              <a:pathLst>
                <a:path w="8234974" h="2667821">
                  <a:moveTo>
                    <a:pt x="0" y="2667821"/>
                  </a:moveTo>
                  <a:lnTo>
                    <a:pt x="538736" y="2667821"/>
                  </a:lnTo>
                  <a:lnTo>
                    <a:pt x="539918" y="2667741"/>
                  </a:lnTo>
                  <a:lnTo>
                    <a:pt x="547649" y="2667167"/>
                  </a:lnTo>
                  <a:lnTo>
                    <a:pt x="566987" y="2665581"/>
                  </a:lnTo>
                  <a:lnTo>
                    <a:pt x="601178" y="2662466"/>
                  </a:lnTo>
                  <a:lnTo>
                    <a:pt x="651363" y="2657364"/>
                  </a:lnTo>
                  <a:lnTo>
                    <a:pt x="716518" y="2649929"/>
                  </a:lnTo>
                  <a:lnTo>
                    <a:pt x="793809" y="2639960"/>
                  </a:lnTo>
                  <a:lnTo>
                    <a:pt x="879297" y="2627394"/>
                  </a:lnTo>
                  <a:lnTo>
                    <a:pt x="968771" y="2612258"/>
                  </a:lnTo>
                  <a:lnTo>
                    <a:pt x="1058453" y="2594613"/>
                  </a:lnTo>
                  <a:lnTo>
                    <a:pt x="1145420" y="2574495"/>
                  </a:lnTo>
                  <a:lnTo>
                    <a:pt x="1227733" y="2551868"/>
                  </a:lnTo>
                  <a:lnTo>
                    <a:pt x="1304369" y="2526599"/>
                  </a:lnTo>
                  <a:lnTo>
                    <a:pt x="1375032" y="2498448"/>
                  </a:lnTo>
                  <a:lnTo>
                    <a:pt x="1439952" y="2467063"/>
                  </a:lnTo>
                  <a:lnTo>
                    <a:pt x="1499702" y="2431995"/>
                  </a:lnTo>
                  <a:lnTo>
                    <a:pt x="1555052" y="2392715"/>
                  </a:lnTo>
                  <a:lnTo>
                    <a:pt x="1606865" y="2348652"/>
                  </a:lnTo>
                  <a:lnTo>
                    <a:pt x="1656013" y="2299263"/>
                  </a:lnTo>
                  <a:lnTo>
                    <a:pt x="1703305" y="2244153"/>
                  </a:lnTo>
                  <a:lnTo>
                    <a:pt x="1719082" y="2224092"/>
                  </a:lnTo>
                  <a:lnTo>
                    <a:pt x="1755419" y="2174787"/>
                  </a:lnTo>
                  <a:lnTo>
                    <a:pt x="1791412" y="2121772"/>
                  </a:lnTo>
                  <a:lnTo>
                    <a:pt x="1827289" y="2064971"/>
                  </a:lnTo>
                  <a:lnTo>
                    <a:pt x="1863227" y="2004372"/>
                  </a:lnTo>
                  <a:lnTo>
                    <a:pt x="1899357" y="1940037"/>
                  </a:lnTo>
                  <a:lnTo>
                    <a:pt x="1935769" y="1872103"/>
                  </a:lnTo>
                  <a:lnTo>
                    <a:pt x="1972517" y="1800788"/>
                  </a:lnTo>
                  <a:lnTo>
                    <a:pt x="2009621" y="1726396"/>
                  </a:lnTo>
                  <a:lnTo>
                    <a:pt x="2047069" y="1649309"/>
                  </a:lnTo>
                  <a:lnTo>
                    <a:pt x="2084823" y="1569983"/>
                  </a:lnTo>
                  <a:lnTo>
                    <a:pt x="2122824" y="1488943"/>
                  </a:lnTo>
                  <a:lnTo>
                    <a:pt x="2160993" y="1406763"/>
                  </a:lnTo>
                  <a:lnTo>
                    <a:pt x="2199243" y="1324051"/>
                  </a:lnTo>
                  <a:lnTo>
                    <a:pt x="2237477" y="1241435"/>
                  </a:lnTo>
                  <a:lnTo>
                    <a:pt x="2275604" y="1159538"/>
                  </a:lnTo>
                  <a:lnTo>
                    <a:pt x="2313538" y="1078961"/>
                  </a:lnTo>
                  <a:lnTo>
                    <a:pt x="2351204" y="1000263"/>
                  </a:lnTo>
                  <a:lnTo>
                    <a:pt x="2388551" y="923950"/>
                  </a:lnTo>
                  <a:lnTo>
                    <a:pt x="2425546" y="850456"/>
                  </a:lnTo>
                  <a:lnTo>
                    <a:pt x="2462189" y="780141"/>
                  </a:lnTo>
                  <a:lnTo>
                    <a:pt x="2498508" y="713282"/>
                  </a:lnTo>
                  <a:lnTo>
                    <a:pt x="2534568" y="650072"/>
                  </a:lnTo>
                  <a:lnTo>
                    <a:pt x="2570471" y="590625"/>
                  </a:lnTo>
                  <a:lnTo>
                    <a:pt x="2606363" y="534978"/>
                  </a:lnTo>
                  <a:lnTo>
                    <a:pt x="2642434" y="483102"/>
                  </a:lnTo>
                  <a:lnTo>
                    <a:pt x="2667772" y="449174"/>
                  </a:lnTo>
                  <a:lnTo>
                    <a:pt x="2714595" y="392082"/>
                  </a:lnTo>
                  <a:lnTo>
                    <a:pt x="2763026" y="340780"/>
                  </a:lnTo>
                  <a:lnTo>
                    <a:pt x="2813837" y="294963"/>
                  </a:lnTo>
                  <a:lnTo>
                    <a:pt x="2867886" y="254122"/>
                  </a:lnTo>
                  <a:lnTo>
                    <a:pt x="2926047" y="217684"/>
                  </a:lnTo>
                  <a:lnTo>
                    <a:pt x="2989133" y="185103"/>
                  </a:lnTo>
                  <a:lnTo>
                    <a:pt x="3057797" y="155897"/>
                  </a:lnTo>
                  <a:lnTo>
                    <a:pt x="3132405" y="129681"/>
                  </a:lnTo>
                  <a:lnTo>
                    <a:pt x="3212863" y="106176"/>
                  </a:lnTo>
                  <a:lnTo>
                    <a:pt x="3298416" y="85214"/>
                  </a:lnTo>
                  <a:lnTo>
                    <a:pt x="3387454" y="66727"/>
                  </a:lnTo>
                  <a:lnTo>
                    <a:pt x="3477386" y="50732"/>
                  </a:lnTo>
                  <a:lnTo>
                    <a:pt x="3564692" y="37285"/>
                  </a:lnTo>
                  <a:lnTo>
                    <a:pt x="3645241" y="26435"/>
                  </a:lnTo>
                  <a:lnTo>
                    <a:pt x="3714913" y="18154"/>
                  </a:lnTo>
                  <a:lnTo>
                    <a:pt x="3770403" y="12290"/>
                  </a:lnTo>
                  <a:lnTo>
                    <a:pt x="3810014" y="8547"/>
                  </a:lnTo>
                  <a:lnTo>
                    <a:pt x="3834138" y="6497"/>
                  </a:lnTo>
                  <a:lnTo>
                    <a:pt x="3845331" y="563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1" y="5509"/>
                  </a:lnTo>
                  <a:lnTo>
                    <a:pt x="4396088" y="5976"/>
                  </a:lnTo>
                  <a:lnTo>
                    <a:pt x="4416093" y="7265"/>
                  </a:lnTo>
                  <a:lnTo>
                    <a:pt x="4451398" y="9796"/>
                  </a:lnTo>
                  <a:lnTo>
                    <a:pt x="4503089" y="13939"/>
                  </a:lnTo>
                  <a:lnTo>
                    <a:pt x="4569987" y="19967"/>
                  </a:lnTo>
                  <a:lnTo>
                    <a:pt x="4649048" y="28035"/>
                  </a:lnTo>
                  <a:lnTo>
                    <a:pt x="4736136" y="38189"/>
                  </a:lnTo>
                  <a:lnTo>
                    <a:pt x="4826900" y="50402"/>
                  </a:lnTo>
                  <a:lnTo>
                    <a:pt x="4917497" y="64622"/>
                  </a:lnTo>
                  <a:lnTo>
                    <a:pt x="5005014" y="80829"/>
                  </a:lnTo>
                  <a:lnTo>
                    <a:pt x="5087570" y="99058"/>
                  </a:lnTo>
                  <a:lnTo>
                    <a:pt x="5164223" y="119432"/>
                  </a:lnTo>
                  <a:lnTo>
                    <a:pt x="5234762" y="142159"/>
                  </a:lnTo>
                  <a:lnTo>
                    <a:pt x="5299498" y="167538"/>
                  </a:lnTo>
                  <a:lnTo>
                    <a:pt x="5359069" y="195948"/>
                  </a:lnTo>
                  <a:lnTo>
                    <a:pt x="5414302" y="227828"/>
                  </a:lnTo>
                  <a:lnTo>
                    <a:pt x="5466098" y="263644"/>
                  </a:lnTo>
                  <a:lnTo>
                    <a:pt x="5515356" y="303819"/>
                  </a:lnTo>
                  <a:lnTo>
                    <a:pt x="5562889" y="348628"/>
                  </a:lnTo>
                  <a:lnTo>
                    <a:pt x="5567201" y="352987"/>
                  </a:lnTo>
                  <a:lnTo>
                    <a:pt x="5606914" y="395362"/>
                  </a:lnTo>
                  <a:lnTo>
                    <a:pt x="5646244" y="441222"/>
                  </a:lnTo>
                  <a:lnTo>
                    <a:pt x="5685478" y="490632"/>
                  </a:lnTo>
                  <a:lnTo>
                    <a:pt x="5724833" y="543590"/>
                  </a:lnTo>
                  <a:lnTo>
                    <a:pt x="5764463" y="600006"/>
                  </a:lnTo>
                  <a:lnTo>
                    <a:pt x="5804465" y="659705"/>
                  </a:lnTo>
                  <a:lnTo>
                    <a:pt x="5844886" y="722420"/>
                  </a:lnTo>
                  <a:lnTo>
                    <a:pt x="5885727" y="787790"/>
                  </a:lnTo>
                  <a:lnTo>
                    <a:pt x="5926947" y="855368"/>
                  </a:lnTo>
                  <a:lnTo>
                    <a:pt x="5968475" y="924633"/>
                  </a:lnTo>
                  <a:lnTo>
                    <a:pt x="6010211" y="995002"/>
                  </a:lnTo>
                  <a:lnTo>
                    <a:pt x="6052039" y="1065851"/>
                  </a:lnTo>
                  <a:lnTo>
                    <a:pt x="6093835" y="1136539"/>
                  </a:lnTo>
                  <a:lnTo>
                    <a:pt x="6135480" y="1206430"/>
                  </a:lnTo>
                  <a:lnTo>
                    <a:pt x="6176865" y="1274919"/>
                  </a:lnTo>
                  <a:lnTo>
                    <a:pt x="6217902" y="1341450"/>
                  </a:lnTo>
                  <a:lnTo>
                    <a:pt x="6258535" y="1405539"/>
                  </a:lnTo>
                  <a:lnTo>
                    <a:pt x="6298743" y="1466780"/>
                  </a:lnTo>
                  <a:lnTo>
                    <a:pt x="6338549" y="1524861"/>
                  </a:lnTo>
                  <a:lnTo>
                    <a:pt x="6378026" y="1579558"/>
                  </a:lnTo>
                  <a:lnTo>
                    <a:pt x="6417297" y="1630742"/>
                  </a:lnTo>
                  <a:lnTo>
                    <a:pt x="6456548" y="1678367"/>
                  </a:lnTo>
                  <a:lnTo>
                    <a:pt x="6496029" y="1722466"/>
                  </a:lnTo>
                  <a:lnTo>
                    <a:pt x="6515891" y="1743158"/>
                  </a:lnTo>
                  <a:lnTo>
                    <a:pt x="6563300" y="1788397"/>
                  </a:lnTo>
                  <a:lnTo>
                    <a:pt x="6612367" y="1828990"/>
                  </a:lnTo>
                  <a:lnTo>
                    <a:pt x="6663893" y="1865191"/>
                  </a:lnTo>
                  <a:lnTo>
                    <a:pt x="6718771" y="1897414"/>
                  </a:lnTo>
                  <a:lnTo>
                    <a:pt x="6777907" y="1926125"/>
                  </a:lnTo>
                  <a:lnTo>
                    <a:pt x="6842137" y="1951766"/>
                  </a:lnTo>
                  <a:lnTo>
                    <a:pt x="6912123" y="1974723"/>
                  </a:lnTo>
                  <a:lnTo>
                    <a:pt x="6988212" y="1995303"/>
                  </a:lnTo>
                  <a:lnTo>
                    <a:pt x="7070251" y="2013724"/>
                  </a:lnTo>
                  <a:lnTo>
                    <a:pt x="7157375" y="2030113"/>
                  </a:lnTo>
                  <a:lnTo>
                    <a:pt x="7247795" y="2044517"/>
                  </a:lnTo>
                  <a:lnTo>
                    <a:pt x="7338691" y="2056916"/>
                  </a:lnTo>
                  <a:lnTo>
                    <a:pt x="7426296" y="2067262"/>
                  </a:lnTo>
                  <a:lnTo>
                    <a:pt x="7506279" y="2075522"/>
                  </a:lnTo>
                  <a:lnTo>
                    <a:pt x="7574446" y="2081733"/>
                  </a:lnTo>
                  <a:lnTo>
                    <a:pt x="7627619" y="2086039"/>
                  </a:lnTo>
                  <a:lnTo>
                    <a:pt x="7664422" y="2088705"/>
                  </a:lnTo>
                  <a:lnTo>
                    <a:pt x="7685729" y="2090091"/>
                  </a:lnTo>
                  <a:lnTo>
                    <a:pt x="7694650" y="2090615"/>
                  </a:lnTo>
                  <a:lnTo>
                    <a:pt x="7696237" y="2090701"/>
                  </a:lnTo>
                  <a:lnTo>
                    <a:pt x="8234974" y="2090701"/>
                  </a:lnTo>
                  <a:lnTo>
                    <a:pt x="8234974" y="2085256"/>
                  </a:ln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6" y="80"/>
                  </a:lnTo>
                  <a:lnTo>
                    <a:pt x="3839206" y="653"/>
                  </a:lnTo>
                  <a:lnTo>
                    <a:pt x="3819868" y="2239"/>
                  </a:lnTo>
                  <a:lnTo>
                    <a:pt x="3785676" y="5354"/>
                  </a:lnTo>
                  <a:lnTo>
                    <a:pt x="3735492" y="10457"/>
                  </a:lnTo>
                  <a:lnTo>
                    <a:pt x="3670336" y="17892"/>
                  </a:lnTo>
                  <a:lnTo>
                    <a:pt x="3593045" y="27861"/>
                  </a:lnTo>
                  <a:lnTo>
                    <a:pt x="3507558" y="40427"/>
                  </a:lnTo>
                  <a:lnTo>
                    <a:pt x="3418083" y="55563"/>
                  </a:lnTo>
                  <a:lnTo>
                    <a:pt x="3328401" y="73208"/>
                  </a:lnTo>
                  <a:lnTo>
                    <a:pt x="3241435" y="93326"/>
                  </a:lnTo>
                  <a:lnTo>
                    <a:pt x="3159121" y="115953"/>
                  </a:lnTo>
                  <a:lnTo>
                    <a:pt x="3082486" y="141222"/>
                  </a:lnTo>
                  <a:lnTo>
                    <a:pt x="3011823" y="169373"/>
                  </a:lnTo>
                  <a:lnTo>
                    <a:pt x="2946902" y="200758"/>
                  </a:lnTo>
                  <a:lnTo>
                    <a:pt x="2887152" y="235825"/>
                  </a:lnTo>
                  <a:lnTo>
                    <a:pt x="2831803" y="275105"/>
                  </a:lnTo>
                  <a:lnTo>
                    <a:pt x="2779990" y="319169"/>
                  </a:lnTo>
                  <a:lnTo>
                    <a:pt x="2730842" y="368558"/>
                  </a:lnTo>
                  <a:lnTo>
                    <a:pt x="2683550" y="423668"/>
                  </a:lnTo>
                  <a:lnTo>
                    <a:pt x="2667772" y="443729"/>
                  </a:lnTo>
                  <a:lnTo>
                    <a:pt x="2631436" y="493033"/>
                  </a:lnTo>
                  <a:lnTo>
                    <a:pt x="2595443" y="546049"/>
                  </a:lnTo>
                  <a:lnTo>
                    <a:pt x="2559566" y="602850"/>
                  </a:lnTo>
                  <a:lnTo>
                    <a:pt x="2523628" y="663449"/>
                  </a:lnTo>
                  <a:lnTo>
                    <a:pt x="2487498" y="727784"/>
                  </a:lnTo>
                  <a:lnTo>
                    <a:pt x="2451086" y="795718"/>
                  </a:lnTo>
                  <a:lnTo>
                    <a:pt x="2414337" y="867032"/>
                  </a:lnTo>
                  <a:lnTo>
                    <a:pt x="2377234" y="941425"/>
                  </a:lnTo>
                  <a:lnTo>
                    <a:pt x="2339786" y="1018512"/>
                  </a:lnTo>
                  <a:lnTo>
                    <a:pt x="2302031" y="1097837"/>
                  </a:lnTo>
                  <a:lnTo>
                    <a:pt x="2264031" y="1178877"/>
                  </a:lnTo>
                  <a:lnTo>
                    <a:pt x="2225861" y="1261058"/>
                  </a:lnTo>
                  <a:lnTo>
                    <a:pt x="2187612" y="1343770"/>
                  </a:lnTo>
                  <a:lnTo>
                    <a:pt x="2149377" y="1426386"/>
                  </a:lnTo>
                  <a:lnTo>
                    <a:pt x="2111250" y="1508283"/>
                  </a:lnTo>
                  <a:lnTo>
                    <a:pt x="2073317" y="1588860"/>
                  </a:lnTo>
                  <a:lnTo>
                    <a:pt x="2035650" y="1667558"/>
                  </a:lnTo>
                  <a:lnTo>
                    <a:pt x="1998304" y="1743871"/>
                  </a:lnTo>
                  <a:lnTo>
                    <a:pt x="1961309" y="1817364"/>
                  </a:lnTo>
                  <a:lnTo>
                    <a:pt x="1924666" y="1887679"/>
                  </a:lnTo>
                  <a:lnTo>
                    <a:pt x="1888347" y="1954539"/>
                  </a:lnTo>
                  <a:lnTo>
                    <a:pt x="1852287" y="2017749"/>
                  </a:lnTo>
                  <a:lnTo>
                    <a:pt x="1816383" y="2077196"/>
                  </a:lnTo>
                  <a:lnTo>
                    <a:pt x="1780492" y="2132842"/>
                  </a:lnTo>
                  <a:lnTo>
                    <a:pt x="1744421" y="2184719"/>
                  </a:lnTo>
                  <a:lnTo>
                    <a:pt x="1719082" y="2218647"/>
                  </a:lnTo>
                  <a:lnTo>
                    <a:pt x="1672260" y="2275738"/>
                  </a:lnTo>
                  <a:lnTo>
                    <a:pt x="1623828" y="2327040"/>
                  </a:lnTo>
                  <a:lnTo>
                    <a:pt x="1573018" y="2372857"/>
                  </a:lnTo>
                  <a:lnTo>
                    <a:pt x="1518969" y="2413699"/>
                  </a:lnTo>
                  <a:lnTo>
                    <a:pt x="1460808" y="2450136"/>
                  </a:lnTo>
                  <a:lnTo>
                    <a:pt x="1397722" y="2482718"/>
                  </a:lnTo>
                  <a:lnTo>
                    <a:pt x="1329057" y="2511924"/>
                  </a:lnTo>
                  <a:lnTo>
                    <a:pt x="1254449" y="2538140"/>
                  </a:lnTo>
                  <a:lnTo>
                    <a:pt x="1173992" y="2561644"/>
                  </a:lnTo>
                  <a:lnTo>
                    <a:pt x="1088438" y="2582607"/>
                  </a:lnTo>
                  <a:lnTo>
                    <a:pt x="999401" y="2601094"/>
                  </a:lnTo>
                  <a:lnTo>
                    <a:pt x="909469" y="2617089"/>
                  </a:lnTo>
                  <a:lnTo>
                    <a:pt x="822163" y="2630535"/>
                  </a:lnTo>
                  <a:lnTo>
                    <a:pt x="741613" y="2641386"/>
                  </a:lnTo>
                  <a:lnTo>
                    <a:pt x="671942" y="2649667"/>
                  </a:lnTo>
                  <a:lnTo>
                    <a:pt x="616451" y="2655530"/>
                  </a:lnTo>
                  <a:lnTo>
                    <a:pt x="576840" y="2659274"/>
                  </a:lnTo>
                  <a:lnTo>
                    <a:pt x="552717" y="2661324"/>
                  </a:lnTo>
                  <a:lnTo>
                    <a:pt x="541524" y="2662182"/>
                  </a:lnTo>
                  <a:lnTo>
                    <a:pt x="538736" y="2662377"/>
                  </a:lnTo>
                  <a:lnTo>
                    <a:pt x="0" y="2662377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38" name="pl1638"/>
            <p:cNvSpPr/>
            <p:nvPr/>
          </p:nvSpPr>
          <p:spPr>
            <a:xfrm>
              <a:off x="546595" y="2536264"/>
              <a:ext cx="8234974" cy="2662377"/>
            </a:xfrm>
            <a:custGeom>
              <a:avLst/>
              <a:pathLst>
                <a:path w="8234974" h="2662377">
                  <a:moveTo>
                    <a:pt x="0" y="2662377"/>
                  </a:moveTo>
                  <a:lnTo>
                    <a:pt x="538736" y="2662377"/>
                  </a:lnTo>
                  <a:lnTo>
                    <a:pt x="539918" y="2662296"/>
                  </a:lnTo>
                  <a:lnTo>
                    <a:pt x="547649" y="2661723"/>
                  </a:lnTo>
                  <a:lnTo>
                    <a:pt x="566987" y="2660137"/>
                  </a:lnTo>
                  <a:lnTo>
                    <a:pt x="601178" y="2657022"/>
                  </a:lnTo>
                  <a:lnTo>
                    <a:pt x="651363" y="2651919"/>
                  </a:lnTo>
                  <a:lnTo>
                    <a:pt x="716518" y="2644484"/>
                  </a:lnTo>
                  <a:lnTo>
                    <a:pt x="793809" y="2634516"/>
                  </a:lnTo>
                  <a:lnTo>
                    <a:pt x="879297" y="2621949"/>
                  </a:lnTo>
                  <a:lnTo>
                    <a:pt x="968771" y="2606813"/>
                  </a:lnTo>
                  <a:lnTo>
                    <a:pt x="1058453" y="2589168"/>
                  </a:lnTo>
                  <a:lnTo>
                    <a:pt x="1145420" y="2569050"/>
                  </a:lnTo>
                  <a:lnTo>
                    <a:pt x="1227733" y="2546423"/>
                  </a:lnTo>
                  <a:lnTo>
                    <a:pt x="1304369" y="2521155"/>
                  </a:lnTo>
                  <a:lnTo>
                    <a:pt x="1375032" y="2493003"/>
                  </a:lnTo>
                  <a:lnTo>
                    <a:pt x="1439952" y="2461619"/>
                  </a:lnTo>
                  <a:lnTo>
                    <a:pt x="1499702" y="2426551"/>
                  </a:lnTo>
                  <a:lnTo>
                    <a:pt x="1555052" y="2387271"/>
                  </a:lnTo>
                  <a:lnTo>
                    <a:pt x="1606865" y="2343207"/>
                  </a:lnTo>
                  <a:lnTo>
                    <a:pt x="1656013" y="2293818"/>
                  </a:lnTo>
                  <a:lnTo>
                    <a:pt x="1703305" y="2238708"/>
                  </a:lnTo>
                  <a:lnTo>
                    <a:pt x="1719082" y="2218647"/>
                  </a:lnTo>
                  <a:lnTo>
                    <a:pt x="1755419" y="2169343"/>
                  </a:lnTo>
                  <a:lnTo>
                    <a:pt x="1791412" y="2116327"/>
                  </a:lnTo>
                  <a:lnTo>
                    <a:pt x="1827289" y="2059526"/>
                  </a:lnTo>
                  <a:lnTo>
                    <a:pt x="1863227" y="1998928"/>
                  </a:lnTo>
                  <a:lnTo>
                    <a:pt x="1899357" y="1934592"/>
                  </a:lnTo>
                  <a:lnTo>
                    <a:pt x="1935769" y="1866658"/>
                  </a:lnTo>
                  <a:lnTo>
                    <a:pt x="1972517" y="1795344"/>
                  </a:lnTo>
                  <a:lnTo>
                    <a:pt x="2009621" y="1720952"/>
                  </a:lnTo>
                  <a:lnTo>
                    <a:pt x="2047069" y="1643864"/>
                  </a:lnTo>
                  <a:lnTo>
                    <a:pt x="2084823" y="1564539"/>
                  </a:lnTo>
                  <a:lnTo>
                    <a:pt x="2122824" y="1483499"/>
                  </a:lnTo>
                  <a:lnTo>
                    <a:pt x="2160993" y="1401318"/>
                  </a:lnTo>
                  <a:lnTo>
                    <a:pt x="2199243" y="1318607"/>
                  </a:lnTo>
                  <a:lnTo>
                    <a:pt x="2237477" y="1235991"/>
                  </a:lnTo>
                  <a:lnTo>
                    <a:pt x="2275604" y="1154093"/>
                  </a:lnTo>
                  <a:lnTo>
                    <a:pt x="2313538" y="1073516"/>
                  </a:lnTo>
                  <a:lnTo>
                    <a:pt x="2351204" y="994819"/>
                  </a:lnTo>
                  <a:lnTo>
                    <a:pt x="2388551" y="918505"/>
                  </a:lnTo>
                  <a:lnTo>
                    <a:pt x="2425546" y="845012"/>
                  </a:lnTo>
                  <a:lnTo>
                    <a:pt x="2462189" y="774697"/>
                  </a:lnTo>
                  <a:lnTo>
                    <a:pt x="2498508" y="707837"/>
                  </a:lnTo>
                  <a:lnTo>
                    <a:pt x="2534568" y="644627"/>
                  </a:lnTo>
                  <a:lnTo>
                    <a:pt x="2570471" y="585180"/>
                  </a:lnTo>
                  <a:lnTo>
                    <a:pt x="2606363" y="529534"/>
                  </a:lnTo>
                  <a:lnTo>
                    <a:pt x="2642434" y="477657"/>
                  </a:lnTo>
                  <a:lnTo>
                    <a:pt x="2667772" y="443729"/>
                  </a:lnTo>
                  <a:lnTo>
                    <a:pt x="2714595" y="386638"/>
                  </a:lnTo>
                  <a:lnTo>
                    <a:pt x="2763026" y="335336"/>
                  </a:lnTo>
                  <a:lnTo>
                    <a:pt x="2813837" y="289519"/>
                  </a:lnTo>
                  <a:lnTo>
                    <a:pt x="2867886" y="248677"/>
                  </a:lnTo>
                  <a:lnTo>
                    <a:pt x="2926047" y="212240"/>
                  </a:lnTo>
                  <a:lnTo>
                    <a:pt x="2989133" y="179658"/>
                  </a:lnTo>
                  <a:lnTo>
                    <a:pt x="3057797" y="150452"/>
                  </a:lnTo>
                  <a:lnTo>
                    <a:pt x="3132405" y="124236"/>
                  </a:lnTo>
                  <a:lnTo>
                    <a:pt x="3212863" y="100732"/>
                  </a:lnTo>
                  <a:lnTo>
                    <a:pt x="3298416" y="79769"/>
                  </a:lnTo>
                  <a:lnTo>
                    <a:pt x="3387454" y="61283"/>
                  </a:lnTo>
                  <a:lnTo>
                    <a:pt x="3477386" y="45287"/>
                  </a:lnTo>
                  <a:lnTo>
                    <a:pt x="3564692" y="31841"/>
                  </a:lnTo>
                  <a:lnTo>
                    <a:pt x="3645241" y="20991"/>
                  </a:lnTo>
                  <a:lnTo>
                    <a:pt x="3714913" y="12710"/>
                  </a:lnTo>
                  <a:lnTo>
                    <a:pt x="3770403" y="6846"/>
                  </a:lnTo>
                  <a:lnTo>
                    <a:pt x="3810014" y="3102"/>
                  </a:lnTo>
                  <a:lnTo>
                    <a:pt x="3834138" y="1053"/>
                  </a:lnTo>
                  <a:lnTo>
                    <a:pt x="3845331" y="194"/>
                  </a:lnTo>
                  <a:lnTo>
                    <a:pt x="3848070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1" y="65"/>
                  </a:lnTo>
                  <a:lnTo>
                    <a:pt x="4396088" y="531"/>
                  </a:lnTo>
                  <a:lnTo>
                    <a:pt x="4416093" y="1820"/>
                  </a:lnTo>
                  <a:lnTo>
                    <a:pt x="4451398" y="4352"/>
                  </a:lnTo>
                  <a:lnTo>
                    <a:pt x="4503089" y="8494"/>
                  </a:lnTo>
                  <a:lnTo>
                    <a:pt x="4569987" y="14522"/>
                  </a:lnTo>
                  <a:lnTo>
                    <a:pt x="4649048" y="22591"/>
                  </a:lnTo>
                  <a:lnTo>
                    <a:pt x="4736136" y="32745"/>
                  </a:lnTo>
                  <a:lnTo>
                    <a:pt x="4826900" y="44957"/>
                  </a:lnTo>
                  <a:lnTo>
                    <a:pt x="4917497" y="59178"/>
                  </a:lnTo>
                  <a:lnTo>
                    <a:pt x="5005014" y="75384"/>
                  </a:lnTo>
                  <a:lnTo>
                    <a:pt x="5087570" y="93614"/>
                  </a:lnTo>
                  <a:lnTo>
                    <a:pt x="5164223" y="113987"/>
                  </a:lnTo>
                  <a:lnTo>
                    <a:pt x="5234762" y="136714"/>
                  </a:lnTo>
                  <a:lnTo>
                    <a:pt x="5299498" y="162093"/>
                  </a:lnTo>
                  <a:lnTo>
                    <a:pt x="5359069" y="190503"/>
                  </a:lnTo>
                  <a:lnTo>
                    <a:pt x="5414302" y="222384"/>
                  </a:lnTo>
                  <a:lnTo>
                    <a:pt x="5466098" y="258199"/>
                  </a:lnTo>
                  <a:lnTo>
                    <a:pt x="5515356" y="298375"/>
                  </a:lnTo>
                  <a:lnTo>
                    <a:pt x="5562889" y="343183"/>
                  </a:lnTo>
                  <a:lnTo>
                    <a:pt x="5567201" y="347542"/>
                  </a:lnTo>
                  <a:lnTo>
                    <a:pt x="5606914" y="389918"/>
                  </a:lnTo>
                  <a:lnTo>
                    <a:pt x="5646244" y="435777"/>
                  </a:lnTo>
                  <a:lnTo>
                    <a:pt x="5685478" y="485188"/>
                  </a:lnTo>
                  <a:lnTo>
                    <a:pt x="5724833" y="538145"/>
                  </a:lnTo>
                  <a:lnTo>
                    <a:pt x="5764463" y="594561"/>
                  </a:lnTo>
                  <a:lnTo>
                    <a:pt x="5804465" y="654261"/>
                  </a:lnTo>
                  <a:lnTo>
                    <a:pt x="5844886" y="716975"/>
                  </a:lnTo>
                  <a:lnTo>
                    <a:pt x="5885727" y="782345"/>
                  </a:lnTo>
                  <a:lnTo>
                    <a:pt x="5926947" y="849924"/>
                  </a:lnTo>
                  <a:lnTo>
                    <a:pt x="5968475" y="919189"/>
                  </a:lnTo>
                  <a:lnTo>
                    <a:pt x="6010211" y="989558"/>
                  </a:lnTo>
                  <a:lnTo>
                    <a:pt x="6052039" y="1060407"/>
                  </a:lnTo>
                  <a:lnTo>
                    <a:pt x="6093835" y="1131094"/>
                  </a:lnTo>
                  <a:lnTo>
                    <a:pt x="6135480" y="1200985"/>
                  </a:lnTo>
                  <a:lnTo>
                    <a:pt x="6176865" y="1269474"/>
                  </a:lnTo>
                  <a:lnTo>
                    <a:pt x="6217902" y="1336006"/>
                  </a:lnTo>
                  <a:lnTo>
                    <a:pt x="6258535" y="1400094"/>
                  </a:lnTo>
                  <a:lnTo>
                    <a:pt x="6298743" y="1461336"/>
                  </a:lnTo>
                  <a:lnTo>
                    <a:pt x="6338549" y="1519416"/>
                  </a:lnTo>
                  <a:lnTo>
                    <a:pt x="6378026" y="1574114"/>
                  </a:lnTo>
                  <a:lnTo>
                    <a:pt x="6417297" y="1625297"/>
                  </a:lnTo>
                  <a:lnTo>
                    <a:pt x="6456548" y="1672923"/>
                  </a:lnTo>
                  <a:lnTo>
                    <a:pt x="6496029" y="1717022"/>
                  </a:lnTo>
                  <a:lnTo>
                    <a:pt x="6515891" y="1737713"/>
                  </a:lnTo>
                  <a:lnTo>
                    <a:pt x="6563300" y="1782952"/>
                  </a:lnTo>
                  <a:lnTo>
                    <a:pt x="6612367" y="1823546"/>
                  </a:lnTo>
                  <a:lnTo>
                    <a:pt x="6663893" y="1859746"/>
                  </a:lnTo>
                  <a:lnTo>
                    <a:pt x="6718771" y="1891970"/>
                  </a:lnTo>
                  <a:lnTo>
                    <a:pt x="6777907" y="1920680"/>
                  </a:lnTo>
                  <a:lnTo>
                    <a:pt x="6842137" y="1946321"/>
                  </a:lnTo>
                  <a:lnTo>
                    <a:pt x="6912123" y="1969279"/>
                  </a:lnTo>
                  <a:lnTo>
                    <a:pt x="6988212" y="1989858"/>
                  </a:lnTo>
                  <a:lnTo>
                    <a:pt x="7070251" y="2008279"/>
                  </a:lnTo>
                  <a:lnTo>
                    <a:pt x="7157375" y="2024669"/>
                  </a:lnTo>
                  <a:lnTo>
                    <a:pt x="7247795" y="2039073"/>
                  </a:lnTo>
                  <a:lnTo>
                    <a:pt x="7338691" y="2051472"/>
                  </a:lnTo>
                  <a:lnTo>
                    <a:pt x="7426296" y="2061817"/>
                  </a:lnTo>
                  <a:lnTo>
                    <a:pt x="7506279" y="2070077"/>
                  </a:lnTo>
                  <a:lnTo>
                    <a:pt x="7574446" y="2076288"/>
                  </a:lnTo>
                  <a:lnTo>
                    <a:pt x="7627619" y="2080595"/>
                  </a:lnTo>
                  <a:lnTo>
                    <a:pt x="7664422" y="2083260"/>
                  </a:lnTo>
                  <a:lnTo>
                    <a:pt x="7685729" y="2084647"/>
                  </a:lnTo>
                  <a:lnTo>
                    <a:pt x="7694650" y="2085171"/>
                  </a:lnTo>
                  <a:lnTo>
                    <a:pt x="7696236" y="2085256"/>
                  </a:lnTo>
                  <a:lnTo>
                    <a:pt x="7696237" y="2085256"/>
                  </a:lnTo>
                  <a:lnTo>
                    <a:pt x="8234974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9" name="pl1639"/>
            <p:cNvSpPr/>
            <p:nvPr/>
          </p:nvSpPr>
          <p:spPr>
            <a:xfrm>
              <a:off x="546595" y="2530819"/>
              <a:ext cx="8234974" cy="2662377"/>
            </a:xfrm>
            <a:custGeom>
              <a:avLst/>
              <a:pathLst>
                <a:path w="8234974" h="2662377">
                  <a:moveTo>
                    <a:pt x="8234974" y="2085256"/>
                  </a:move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6" y="80"/>
                  </a:lnTo>
                  <a:lnTo>
                    <a:pt x="3839206" y="653"/>
                  </a:lnTo>
                  <a:lnTo>
                    <a:pt x="3819868" y="2239"/>
                  </a:lnTo>
                  <a:lnTo>
                    <a:pt x="3785676" y="5354"/>
                  </a:lnTo>
                  <a:lnTo>
                    <a:pt x="3735492" y="10457"/>
                  </a:lnTo>
                  <a:lnTo>
                    <a:pt x="3670336" y="17892"/>
                  </a:lnTo>
                  <a:lnTo>
                    <a:pt x="3593045" y="27861"/>
                  </a:lnTo>
                  <a:lnTo>
                    <a:pt x="3507558" y="40427"/>
                  </a:lnTo>
                  <a:lnTo>
                    <a:pt x="3418083" y="55563"/>
                  </a:lnTo>
                  <a:lnTo>
                    <a:pt x="3328401" y="73208"/>
                  </a:lnTo>
                  <a:lnTo>
                    <a:pt x="3241435" y="93326"/>
                  </a:lnTo>
                  <a:lnTo>
                    <a:pt x="3159121" y="115953"/>
                  </a:lnTo>
                  <a:lnTo>
                    <a:pt x="3082486" y="141222"/>
                  </a:lnTo>
                  <a:lnTo>
                    <a:pt x="3011823" y="169373"/>
                  </a:lnTo>
                  <a:lnTo>
                    <a:pt x="2946902" y="200758"/>
                  </a:lnTo>
                  <a:lnTo>
                    <a:pt x="2887152" y="235825"/>
                  </a:lnTo>
                  <a:lnTo>
                    <a:pt x="2831803" y="275105"/>
                  </a:lnTo>
                  <a:lnTo>
                    <a:pt x="2779990" y="319169"/>
                  </a:lnTo>
                  <a:lnTo>
                    <a:pt x="2730842" y="368558"/>
                  </a:lnTo>
                  <a:lnTo>
                    <a:pt x="2683550" y="423668"/>
                  </a:lnTo>
                  <a:lnTo>
                    <a:pt x="2667772" y="443729"/>
                  </a:lnTo>
                  <a:lnTo>
                    <a:pt x="2631436" y="493033"/>
                  </a:lnTo>
                  <a:lnTo>
                    <a:pt x="2595443" y="546049"/>
                  </a:lnTo>
                  <a:lnTo>
                    <a:pt x="2559566" y="602850"/>
                  </a:lnTo>
                  <a:lnTo>
                    <a:pt x="2523628" y="663449"/>
                  </a:lnTo>
                  <a:lnTo>
                    <a:pt x="2487498" y="727784"/>
                  </a:lnTo>
                  <a:lnTo>
                    <a:pt x="2451086" y="795718"/>
                  </a:lnTo>
                  <a:lnTo>
                    <a:pt x="2414337" y="867032"/>
                  </a:lnTo>
                  <a:lnTo>
                    <a:pt x="2377234" y="941425"/>
                  </a:lnTo>
                  <a:lnTo>
                    <a:pt x="2339786" y="1018512"/>
                  </a:lnTo>
                  <a:lnTo>
                    <a:pt x="2302031" y="1097837"/>
                  </a:lnTo>
                  <a:lnTo>
                    <a:pt x="2264031" y="1178877"/>
                  </a:lnTo>
                  <a:lnTo>
                    <a:pt x="2225861" y="1261058"/>
                  </a:lnTo>
                  <a:lnTo>
                    <a:pt x="2187612" y="1343770"/>
                  </a:lnTo>
                  <a:lnTo>
                    <a:pt x="2149377" y="1426386"/>
                  </a:lnTo>
                  <a:lnTo>
                    <a:pt x="2111250" y="1508283"/>
                  </a:lnTo>
                  <a:lnTo>
                    <a:pt x="2073317" y="1588860"/>
                  </a:lnTo>
                  <a:lnTo>
                    <a:pt x="2035650" y="1667558"/>
                  </a:lnTo>
                  <a:lnTo>
                    <a:pt x="1998304" y="1743871"/>
                  </a:lnTo>
                  <a:lnTo>
                    <a:pt x="1961309" y="1817364"/>
                  </a:lnTo>
                  <a:lnTo>
                    <a:pt x="1924666" y="1887679"/>
                  </a:lnTo>
                  <a:lnTo>
                    <a:pt x="1888347" y="1954539"/>
                  </a:lnTo>
                  <a:lnTo>
                    <a:pt x="1852287" y="2017749"/>
                  </a:lnTo>
                  <a:lnTo>
                    <a:pt x="1816383" y="2077196"/>
                  </a:lnTo>
                  <a:lnTo>
                    <a:pt x="1780492" y="2132842"/>
                  </a:lnTo>
                  <a:lnTo>
                    <a:pt x="1744421" y="2184719"/>
                  </a:lnTo>
                  <a:lnTo>
                    <a:pt x="1719082" y="2218647"/>
                  </a:lnTo>
                  <a:lnTo>
                    <a:pt x="1672260" y="2275738"/>
                  </a:lnTo>
                  <a:lnTo>
                    <a:pt x="1623828" y="2327040"/>
                  </a:lnTo>
                  <a:lnTo>
                    <a:pt x="1573018" y="2372857"/>
                  </a:lnTo>
                  <a:lnTo>
                    <a:pt x="1518969" y="2413699"/>
                  </a:lnTo>
                  <a:lnTo>
                    <a:pt x="1460808" y="2450136"/>
                  </a:lnTo>
                  <a:lnTo>
                    <a:pt x="1397722" y="2482718"/>
                  </a:lnTo>
                  <a:lnTo>
                    <a:pt x="1329057" y="2511924"/>
                  </a:lnTo>
                  <a:lnTo>
                    <a:pt x="1254449" y="2538140"/>
                  </a:lnTo>
                  <a:lnTo>
                    <a:pt x="1173992" y="2561644"/>
                  </a:lnTo>
                  <a:lnTo>
                    <a:pt x="1088438" y="2582607"/>
                  </a:lnTo>
                  <a:lnTo>
                    <a:pt x="999401" y="2601094"/>
                  </a:lnTo>
                  <a:lnTo>
                    <a:pt x="909469" y="2617089"/>
                  </a:lnTo>
                  <a:lnTo>
                    <a:pt x="822163" y="2630535"/>
                  </a:lnTo>
                  <a:lnTo>
                    <a:pt x="741613" y="2641386"/>
                  </a:lnTo>
                  <a:lnTo>
                    <a:pt x="671942" y="2649667"/>
                  </a:lnTo>
                  <a:lnTo>
                    <a:pt x="616451" y="2655530"/>
                  </a:lnTo>
                  <a:lnTo>
                    <a:pt x="576840" y="2659274"/>
                  </a:lnTo>
                  <a:lnTo>
                    <a:pt x="552717" y="2661324"/>
                  </a:lnTo>
                  <a:lnTo>
                    <a:pt x="541524" y="2662182"/>
                  </a:lnTo>
                  <a:lnTo>
                    <a:pt x="538784" y="2662374"/>
                  </a:lnTo>
                  <a:lnTo>
                    <a:pt x="538736" y="2662377"/>
                  </a:lnTo>
                  <a:lnTo>
                    <a:pt x="0" y="26623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0" name="pg1640"/>
            <p:cNvSpPr/>
            <p:nvPr/>
          </p:nvSpPr>
          <p:spPr>
            <a:xfrm>
              <a:off x="546595" y="1322133"/>
              <a:ext cx="8234974" cy="4442739"/>
            </a:xfrm>
            <a:custGeom>
              <a:avLst/>
              <a:pathLst>
                <a:path w="8234974" h="4442739">
                  <a:moveTo>
                    <a:pt x="0" y="3974509"/>
                  </a:moveTo>
                  <a:lnTo>
                    <a:pt x="538736" y="3974509"/>
                  </a:lnTo>
                  <a:lnTo>
                    <a:pt x="540035" y="3974525"/>
                  </a:lnTo>
                  <a:lnTo>
                    <a:pt x="548507" y="3974636"/>
                  </a:lnTo>
                  <a:lnTo>
                    <a:pt x="569630" y="3974944"/>
                  </a:lnTo>
                  <a:lnTo>
                    <a:pt x="606794" y="3975546"/>
                  </a:lnTo>
                  <a:lnTo>
                    <a:pt x="660980" y="3976532"/>
                  </a:lnTo>
                  <a:lnTo>
                    <a:pt x="730738" y="3977962"/>
                  </a:lnTo>
                  <a:lnTo>
                    <a:pt x="812674" y="3979872"/>
                  </a:lnTo>
                  <a:lnTo>
                    <a:pt x="902322" y="3982268"/>
                  </a:lnTo>
                  <a:lnTo>
                    <a:pt x="995109" y="3985143"/>
                  </a:lnTo>
                  <a:lnTo>
                    <a:pt x="1087106" y="3988486"/>
                  </a:lnTo>
                  <a:lnTo>
                    <a:pt x="1175428" y="3992293"/>
                  </a:lnTo>
                  <a:lnTo>
                    <a:pt x="1258302" y="3996577"/>
                  </a:lnTo>
                  <a:lnTo>
                    <a:pt x="1334924" y="4001371"/>
                  </a:lnTo>
                  <a:lnTo>
                    <a:pt x="1405230" y="4006731"/>
                  </a:lnTo>
                  <a:lnTo>
                    <a:pt x="1469658" y="4012734"/>
                  </a:lnTo>
                  <a:lnTo>
                    <a:pt x="1528956" y="4019474"/>
                  </a:lnTo>
                  <a:lnTo>
                    <a:pt x="1584036" y="4027060"/>
                  </a:lnTo>
                  <a:lnTo>
                    <a:pt x="1635862" y="4035599"/>
                  </a:lnTo>
                  <a:lnTo>
                    <a:pt x="1685364" y="4045186"/>
                  </a:lnTo>
                  <a:lnTo>
                    <a:pt x="1719082" y="4052548"/>
                  </a:lnTo>
                  <a:lnTo>
                    <a:pt x="1770547" y="4065050"/>
                  </a:lnTo>
                  <a:lnTo>
                    <a:pt x="1821516" y="4078880"/>
                  </a:lnTo>
                  <a:lnTo>
                    <a:pt x="1872549" y="4094054"/>
                  </a:lnTo>
                  <a:lnTo>
                    <a:pt x="1924016" y="4110540"/>
                  </a:lnTo>
                  <a:lnTo>
                    <a:pt x="1976128" y="4128250"/>
                  </a:lnTo>
                  <a:lnTo>
                    <a:pt x="2028951" y="4147036"/>
                  </a:lnTo>
                  <a:lnTo>
                    <a:pt x="2082431" y="4166694"/>
                  </a:lnTo>
                  <a:lnTo>
                    <a:pt x="2136412" y="4186971"/>
                  </a:lnTo>
                  <a:lnTo>
                    <a:pt x="2190670" y="4207575"/>
                  </a:lnTo>
                  <a:lnTo>
                    <a:pt x="2244942" y="4228196"/>
                  </a:lnTo>
                  <a:lnTo>
                    <a:pt x="2298962" y="4248519"/>
                  </a:lnTo>
                  <a:lnTo>
                    <a:pt x="2352501" y="4268253"/>
                  </a:lnTo>
                  <a:lnTo>
                    <a:pt x="2405395" y="4287138"/>
                  </a:lnTo>
                  <a:lnTo>
                    <a:pt x="2457578" y="4304964"/>
                  </a:lnTo>
                  <a:lnTo>
                    <a:pt x="2509104" y="4321580"/>
                  </a:lnTo>
                  <a:lnTo>
                    <a:pt x="2560167" y="4336890"/>
                  </a:lnTo>
                  <a:lnTo>
                    <a:pt x="2611121" y="4350856"/>
                  </a:lnTo>
                  <a:lnTo>
                    <a:pt x="2662503" y="4363491"/>
                  </a:lnTo>
                  <a:lnTo>
                    <a:pt x="2667772" y="4364701"/>
                  </a:lnTo>
                  <a:lnTo>
                    <a:pt x="2716138" y="4375050"/>
                  </a:lnTo>
                  <a:lnTo>
                    <a:pt x="2766245" y="4384316"/>
                  </a:lnTo>
                  <a:lnTo>
                    <a:pt x="2818946" y="4392559"/>
                  </a:lnTo>
                  <a:lnTo>
                    <a:pt x="2875190" y="4399879"/>
                  </a:lnTo>
                  <a:lnTo>
                    <a:pt x="2935935" y="4406387"/>
                  </a:lnTo>
                  <a:lnTo>
                    <a:pt x="3002057" y="4412188"/>
                  </a:lnTo>
                  <a:lnTo>
                    <a:pt x="3074229" y="4417372"/>
                  </a:lnTo>
                  <a:lnTo>
                    <a:pt x="3152762" y="4422008"/>
                  </a:lnTo>
                  <a:lnTo>
                    <a:pt x="3237393" y="4426147"/>
                  </a:lnTo>
                  <a:lnTo>
                    <a:pt x="3327053" y="4429814"/>
                  </a:lnTo>
                  <a:lnTo>
                    <a:pt x="3419640" y="4433017"/>
                  </a:lnTo>
                  <a:lnTo>
                    <a:pt x="3511938" y="4435750"/>
                  </a:lnTo>
                  <a:lnTo>
                    <a:pt x="3599767" y="4438001"/>
                  </a:lnTo>
                  <a:lnTo>
                    <a:pt x="3678491" y="4439765"/>
                  </a:lnTo>
                  <a:lnTo>
                    <a:pt x="3743864" y="4441057"/>
                  </a:lnTo>
                  <a:lnTo>
                    <a:pt x="3792993" y="4441920"/>
                  </a:lnTo>
                  <a:lnTo>
                    <a:pt x="3825131" y="4442424"/>
                  </a:lnTo>
                  <a:lnTo>
                    <a:pt x="3842003" y="4442662"/>
                  </a:lnTo>
                  <a:lnTo>
                    <a:pt x="3847664" y="4442734"/>
                  </a:lnTo>
                  <a:lnTo>
                    <a:pt x="3848118" y="4442739"/>
                  </a:lnTo>
                  <a:lnTo>
                    <a:pt x="4386855" y="4442739"/>
                  </a:lnTo>
                  <a:lnTo>
                    <a:pt x="4387748" y="4442639"/>
                  </a:lnTo>
                  <a:lnTo>
                    <a:pt x="4393622" y="4441923"/>
                  </a:lnTo>
                  <a:lnTo>
                    <a:pt x="4408450" y="4439946"/>
                  </a:lnTo>
                  <a:lnTo>
                    <a:pt x="4435006" y="4436052"/>
                  </a:lnTo>
                  <a:lnTo>
                    <a:pt x="4474671" y="4429634"/>
                  </a:lnTo>
                  <a:lnTo>
                    <a:pt x="4527325" y="4420195"/>
                  </a:lnTo>
                  <a:lnTo>
                    <a:pt x="4591460" y="4407391"/>
                  </a:lnTo>
                  <a:lnTo>
                    <a:pt x="4664519" y="4391043"/>
                  </a:lnTo>
                  <a:lnTo>
                    <a:pt x="4743400" y="4371118"/>
                  </a:lnTo>
                  <a:lnTo>
                    <a:pt x="4824964" y="4347668"/>
                  </a:lnTo>
                  <a:lnTo>
                    <a:pt x="4906441" y="4320772"/>
                  </a:lnTo>
                  <a:lnTo>
                    <a:pt x="4985665" y="4290471"/>
                  </a:lnTo>
                  <a:lnTo>
                    <a:pt x="5061149" y="4256727"/>
                  </a:lnTo>
                  <a:lnTo>
                    <a:pt x="5132037" y="4219392"/>
                  </a:lnTo>
                  <a:lnTo>
                    <a:pt x="5198000" y="4178196"/>
                  </a:lnTo>
                  <a:lnTo>
                    <a:pt x="5259105" y="4132744"/>
                  </a:lnTo>
                  <a:lnTo>
                    <a:pt x="5315692" y="4082520"/>
                  </a:lnTo>
                  <a:lnTo>
                    <a:pt x="5368278" y="4026907"/>
                  </a:lnTo>
                  <a:lnTo>
                    <a:pt x="5417482" y="3965214"/>
                  </a:lnTo>
                  <a:lnTo>
                    <a:pt x="5463959" y="3896721"/>
                  </a:lnTo>
                  <a:lnTo>
                    <a:pt x="5508361" y="3820773"/>
                  </a:lnTo>
                  <a:lnTo>
                    <a:pt x="5551286" y="3736910"/>
                  </a:lnTo>
                  <a:lnTo>
                    <a:pt x="5567201" y="3703190"/>
                  </a:lnTo>
                  <a:lnTo>
                    <a:pt x="5596483" y="3637530"/>
                  </a:lnTo>
                  <a:lnTo>
                    <a:pt x="5625510" y="3567885"/>
                  </a:lnTo>
                  <a:lnTo>
                    <a:pt x="5654410" y="3494173"/>
                  </a:lnTo>
                  <a:lnTo>
                    <a:pt x="5683286" y="3416358"/>
                  </a:lnTo>
                  <a:lnTo>
                    <a:pt x="5712224" y="3334449"/>
                  </a:lnTo>
                  <a:lnTo>
                    <a:pt x="5741289" y="3248504"/>
                  </a:lnTo>
                  <a:lnTo>
                    <a:pt x="5770530" y="3158640"/>
                  </a:lnTo>
                  <a:lnTo>
                    <a:pt x="5799978" y="3065027"/>
                  </a:lnTo>
                  <a:lnTo>
                    <a:pt x="5829653" y="2967893"/>
                  </a:lnTo>
                  <a:lnTo>
                    <a:pt x="5859559" y="2867527"/>
                  </a:lnTo>
                  <a:lnTo>
                    <a:pt x="5889688" y="2764271"/>
                  </a:lnTo>
                  <a:lnTo>
                    <a:pt x="5920020" y="2658520"/>
                  </a:lnTo>
                  <a:lnTo>
                    <a:pt x="5950527" y="2550715"/>
                  </a:lnTo>
                  <a:lnTo>
                    <a:pt x="5981171" y="2441339"/>
                  </a:lnTo>
                  <a:lnTo>
                    <a:pt x="6011910" y="2330904"/>
                  </a:lnTo>
                  <a:lnTo>
                    <a:pt x="6042696" y="2219944"/>
                  </a:lnTo>
                  <a:lnTo>
                    <a:pt x="6073481" y="2109005"/>
                  </a:lnTo>
                  <a:lnTo>
                    <a:pt x="6104215" y="1998631"/>
                  </a:lnTo>
                  <a:lnTo>
                    <a:pt x="6134850" y="1889355"/>
                  </a:lnTo>
                  <a:lnTo>
                    <a:pt x="6165345" y="1781687"/>
                  </a:lnTo>
                  <a:lnTo>
                    <a:pt x="6195663" y="1676107"/>
                  </a:lnTo>
                  <a:lnTo>
                    <a:pt x="6225775" y="1573054"/>
                  </a:lnTo>
                  <a:lnTo>
                    <a:pt x="6255664" y="1472918"/>
                  </a:lnTo>
                  <a:lnTo>
                    <a:pt x="6285322" y="1376039"/>
                  </a:lnTo>
                  <a:lnTo>
                    <a:pt x="6314754" y="1282698"/>
                  </a:lnTo>
                  <a:lnTo>
                    <a:pt x="6343980" y="1193121"/>
                  </a:lnTo>
                  <a:lnTo>
                    <a:pt x="6373033" y="1107475"/>
                  </a:lnTo>
                  <a:lnTo>
                    <a:pt x="6401964" y="1025870"/>
                  </a:lnTo>
                  <a:lnTo>
                    <a:pt x="6430840" y="948362"/>
                  </a:lnTo>
                  <a:lnTo>
                    <a:pt x="6459745" y="874956"/>
                  </a:lnTo>
                  <a:lnTo>
                    <a:pt x="6488787" y="805612"/>
                  </a:lnTo>
                  <a:lnTo>
                    <a:pt x="6515891" y="744993"/>
                  </a:lnTo>
                  <a:lnTo>
                    <a:pt x="6558395" y="658102"/>
                  </a:lnTo>
                  <a:lnTo>
                    <a:pt x="6602174" y="579205"/>
                  </a:lnTo>
                  <a:lnTo>
                    <a:pt x="6647794" y="507971"/>
                  </a:lnTo>
                  <a:lnTo>
                    <a:pt x="6695891" y="443796"/>
                  </a:lnTo>
                  <a:lnTo>
                    <a:pt x="6747126" y="385973"/>
                  </a:lnTo>
                  <a:lnTo>
                    <a:pt x="6802136" y="333794"/>
                  </a:lnTo>
                  <a:lnTo>
                    <a:pt x="6861485" y="286608"/>
                  </a:lnTo>
                  <a:lnTo>
                    <a:pt x="6925590" y="243859"/>
                  </a:lnTo>
                  <a:lnTo>
                    <a:pt x="6994635" y="205107"/>
                  </a:lnTo>
                  <a:lnTo>
                    <a:pt x="7068454" y="170032"/>
                  </a:lnTo>
                  <a:lnTo>
                    <a:pt x="7146406" y="138442"/>
                  </a:lnTo>
                  <a:lnTo>
                    <a:pt x="7227251" y="110260"/>
                  </a:lnTo>
                  <a:lnTo>
                    <a:pt x="7309079" y="85502"/>
                  </a:lnTo>
                  <a:lnTo>
                    <a:pt x="7389328" y="64238"/>
                  </a:lnTo>
                  <a:lnTo>
                    <a:pt x="7464960" y="46539"/>
                  </a:lnTo>
                  <a:lnTo>
                    <a:pt x="7532803" y="32410"/>
                  </a:lnTo>
                  <a:lnTo>
                    <a:pt x="7590031" y="21733"/>
                  </a:lnTo>
                  <a:lnTo>
                    <a:pt x="7634690" y="14226"/>
                  </a:lnTo>
                  <a:lnTo>
                    <a:pt x="7666109" y="9447"/>
                  </a:lnTo>
                  <a:lnTo>
                    <a:pt x="7685106" y="6822"/>
                  </a:lnTo>
                  <a:lnTo>
                    <a:pt x="7693952" y="570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45" y="100"/>
                  </a:lnTo>
                  <a:lnTo>
                    <a:pt x="7689470" y="815"/>
                  </a:lnTo>
                  <a:lnTo>
                    <a:pt x="7674642" y="2793"/>
                  </a:lnTo>
                  <a:lnTo>
                    <a:pt x="7648086" y="6687"/>
                  </a:lnTo>
                  <a:lnTo>
                    <a:pt x="7608422" y="13105"/>
                  </a:lnTo>
                  <a:lnTo>
                    <a:pt x="7555767" y="22544"/>
                  </a:lnTo>
                  <a:lnTo>
                    <a:pt x="7491633" y="35348"/>
                  </a:lnTo>
                  <a:lnTo>
                    <a:pt x="7418574" y="51696"/>
                  </a:lnTo>
                  <a:lnTo>
                    <a:pt x="7339692" y="71621"/>
                  </a:lnTo>
                  <a:lnTo>
                    <a:pt x="7258128" y="95071"/>
                  </a:lnTo>
                  <a:lnTo>
                    <a:pt x="7176651" y="121967"/>
                  </a:lnTo>
                  <a:lnTo>
                    <a:pt x="7097427" y="152268"/>
                  </a:lnTo>
                  <a:lnTo>
                    <a:pt x="7021944" y="186012"/>
                  </a:lnTo>
                  <a:lnTo>
                    <a:pt x="6951055" y="223347"/>
                  </a:lnTo>
                  <a:lnTo>
                    <a:pt x="6885092" y="264542"/>
                  </a:lnTo>
                  <a:lnTo>
                    <a:pt x="6823988" y="309995"/>
                  </a:lnTo>
                  <a:lnTo>
                    <a:pt x="6767401" y="360219"/>
                  </a:lnTo>
                  <a:lnTo>
                    <a:pt x="6714814" y="415832"/>
                  </a:lnTo>
                  <a:lnTo>
                    <a:pt x="6665611" y="477525"/>
                  </a:lnTo>
                  <a:lnTo>
                    <a:pt x="6619133" y="546018"/>
                  </a:lnTo>
                  <a:lnTo>
                    <a:pt x="6574731" y="621966"/>
                  </a:lnTo>
                  <a:lnTo>
                    <a:pt x="6531806" y="705829"/>
                  </a:lnTo>
                  <a:lnTo>
                    <a:pt x="6515891" y="739549"/>
                  </a:lnTo>
                  <a:lnTo>
                    <a:pt x="6486610" y="805209"/>
                  </a:lnTo>
                  <a:lnTo>
                    <a:pt x="6457583" y="874854"/>
                  </a:lnTo>
                  <a:lnTo>
                    <a:pt x="6428683" y="948565"/>
                  </a:lnTo>
                  <a:lnTo>
                    <a:pt x="6399806" y="1026381"/>
                  </a:lnTo>
                  <a:lnTo>
                    <a:pt x="6370868" y="1108290"/>
                  </a:lnTo>
                  <a:lnTo>
                    <a:pt x="6341803" y="1194234"/>
                  </a:lnTo>
                  <a:lnTo>
                    <a:pt x="6312563" y="1284099"/>
                  </a:lnTo>
                  <a:lnTo>
                    <a:pt x="6283114" y="1377712"/>
                  </a:lnTo>
                  <a:lnTo>
                    <a:pt x="6253439" y="1474845"/>
                  </a:lnTo>
                  <a:lnTo>
                    <a:pt x="6223533" y="1575212"/>
                  </a:lnTo>
                  <a:lnTo>
                    <a:pt x="6193405" y="1678468"/>
                  </a:lnTo>
                  <a:lnTo>
                    <a:pt x="6163073" y="1784219"/>
                  </a:lnTo>
                  <a:lnTo>
                    <a:pt x="6132566" y="1892024"/>
                  </a:lnTo>
                  <a:lnTo>
                    <a:pt x="6101921" y="2001400"/>
                  </a:lnTo>
                  <a:lnTo>
                    <a:pt x="6071182" y="2111835"/>
                  </a:lnTo>
                  <a:lnTo>
                    <a:pt x="6040396" y="2222795"/>
                  </a:lnTo>
                  <a:lnTo>
                    <a:pt x="6009611" y="2333734"/>
                  </a:lnTo>
                  <a:lnTo>
                    <a:pt x="5978878" y="2444108"/>
                  </a:lnTo>
                  <a:lnTo>
                    <a:pt x="5948242" y="2553384"/>
                  </a:lnTo>
                  <a:lnTo>
                    <a:pt x="5917748" y="2661052"/>
                  </a:lnTo>
                  <a:lnTo>
                    <a:pt x="5887430" y="2766632"/>
                  </a:lnTo>
                  <a:lnTo>
                    <a:pt x="5857317" y="2869685"/>
                  </a:lnTo>
                  <a:lnTo>
                    <a:pt x="5827429" y="2969821"/>
                  </a:lnTo>
                  <a:lnTo>
                    <a:pt x="5797771" y="3066700"/>
                  </a:lnTo>
                  <a:lnTo>
                    <a:pt x="5768338" y="3160041"/>
                  </a:lnTo>
                  <a:lnTo>
                    <a:pt x="5739112" y="3249618"/>
                  </a:lnTo>
                  <a:lnTo>
                    <a:pt x="5710059" y="3335264"/>
                  </a:lnTo>
                  <a:lnTo>
                    <a:pt x="5681128" y="3416869"/>
                  </a:lnTo>
                  <a:lnTo>
                    <a:pt x="5652253" y="3494377"/>
                  </a:lnTo>
                  <a:lnTo>
                    <a:pt x="5623347" y="3567783"/>
                  </a:lnTo>
                  <a:lnTo>
                    <a:pt x="5594306" y="3637127"/>
                  </a:lnTo>
                  <a:lnTo>
                    <a:pt x="5567201" y="3697746"/>
                  </a:lnTo>
                  <a:lnTo>
                    <a:pt x="5524698" y="3784637"/>
                  </a:lnTo>
                  <a:lnTo>
                    <a:pt x="5480919" y="3863534"/>
                  </a:lnTo>
                  <a:lnTo>
                    <a:pt x="5435299" y="3934768"/>
                  </a:lnTo>
                  <a:lnTo>
                    <a:pt x="5387201" y="3998943"/>
                  </a:lnTo>
                  <a:lnTo>
                    <a:pt x="5335967" y="4056766"/>
                  </a:lnTo>
                  <a:lnTo>
                    <a:pt x="5280957" y="4108945"/>
                  </a:lnTo>
                  <a:lnTo>
                    <a:pt x="5221608" y="4156131"/>
                  </a:lnTo>
                  <a:lnTo>
                    <a:pt x="5157503" y="4198880"/>
                  </a:lnTo>
                  <a:lnTo>
                    <a:pt x="5088457" y="4237632"/>
                  </a:lnTo>
                  <a:lnTo>
                    <a:pt x="5014638" y="4272707"/>
                  </a:lnTo>
                  <a:lnTo>
                    <a:pt x="4936687" y="4304297"/>
                  </a:lnTo>
                  <a:lnTo>
                    <a:pt x="4855841" y="4332479"/>
                  </a:lnTo>
                  <a:lnTo>
                    <a:pt x="4774014" y="4357237"/>
                  </a:lnTo>
                  <a:lnTo>
                    <a:pt x="4693764" y="4378501"/>
                  </a:lnTo>
                  <a:lnTo>
                    <a:pt x="4618132" y="4396200"/>
                  </a:lnTo>
                  <a:lnTo>
                    <a:pt x="4550290" y="4410329"/>
                  </a:lnTo>
                  <a:lnTo>
                    <a:pt x="4493061" y="4421006"/>
                  </a:lnTo>
                  <a:lnTo>
                    <a:pt x="4448403" y="4428513"/>
                  </a:lnTo>
                  <a:lnTo>
                    <a:pt x="4416984" y="4433292"/>
                  </a:lnTo>
                  <a:lnTo>
                    <a:pt x="4397986" y="4435917"/>
                  </a:lnTo>
                  <a:lnTo>
                    <a:pt x="4389140" y="4437031"/>
                  </a:lnTo>
                  <a:lnTo>
                    <a:pt x="4386855" y="4437295"/>
                  </a:lnTo>
                  <a:lnTo>
                    <a:pt x="3848118" y="4437295"/>
                  </a:lnTo>
                  <a:lnTo>
                    <a:pt x="3846820" y="4437279"/>
                  </a:lnTo>
                  <a:lnTo>
                    <a:pt x="3838347" y="4437168"/>
                  </a:lnTo>
                  <a:lnTo>
                    <a:pt x="3817225" y="4436861"/>
                  </a:lnTo>
                  <a:lnTo>
                    <a:pt x="3780061" y="4436258"/>
                  </a:lnTo>
                  <a:lnTo>
                    <a:pt x="3725875" y="4435273"/>
                  </a:lnTo>
                  <a:lnTo>
                    <a:pt x="3656116" y="4433842"/>
                  </a:lnTo>
                  <a:lnTo>
                    <a:pt x="3574180" y="4431933"/>
                  </a:lnTo>
                  <a:lnTo>
                    <a:pt x="3484532" y="4429536"/>
                  </a:lnTo>
                  <a:lnTo>
                    <a:pt x="3391746" y="4426661"/>
                  </a:lnTo>
                  <a:lnTo>
                    <a:pt x="3299749" y="4423319"/>
                  </a:lnTo>
                  <a:lnTo>
                    <a:pt x="3211427" y="4419512"/>
                  </a:lnTo>
                  <a:lnTo>
                    <a:pt x="3128553" y="4415228"/>
                  </a:lnTo>
                  <a:lnTo>
                    <a:pt x="3051930" y="4410433"/>
                  </a:lnTo>
                  <a:lnTo>
                    <a:pt x="2981625" y="4405073"/>
                  </a:lnTo>
                  <a:lnTo>
                    <a:pt x="2917197" y="4399070"/>
                  </a:lnTo>
                  <a:lnTo>
                    <a:pt x="2857899" y="4392330"/>
                  </a:lnTo>
                  <a:lnTo>
                    <a:pt x="2802819" y="4384745"/>
                  </a:lnTo>
                  <a:lnTo>
                    <a:pt x="2750993" y="4376205"/>
                  </a:lnTo>
                  <a:lnTo>
                    <a:pt x="2701490" y="4366618"/>
                  </a:lnTo>
                  <a:lnTo>
                    <a:pt x="2667772" y="4359257"/>
                  </a:lnTo>
                  <a:lnTo>
                    <a:pt x="2616308" y="4346754"/>
                  </a:lnTo>
                  <a:lnTo>
                    <a:pt x="2565338" y="4332925"/>
                  </a:lnTo>
                  <a:lnTo>
                    <a:pt x="2514306" y="4317750"/>
                  </a:lnTo>
                  <a:lnTo>
                    <a:pt x="2462838" y="4301264"/>
                  </a:lnTo>
                  <a:lnTo>
                    <a:pt x="2410727" y="4283555"/>
                  </a:lnTo>
                  <a:lnTo>
                    <a:pt x="2357903" y="4264769"/>
                  </a:lnTo>
                  <a:lnTo>
                    <a:pt x="2304424" y="4245110"/>
                  </a:lnTo>
                  <a:lnTo>
                    <a:pt x="2250443" y="4224833"/>
                  </a:lnTo>
                  <a:lnTo>
                    <a:pt x="2196185" y="4204229"/>
                  </a:lnTo>
                  <a:lnTo>
                    <a:pt x="2141913" y="4183609"/>
                  </a:lnTo>
                  <a:lnTo>
                    <a:pt x="2087892" y="4163285"/>
                  </a:lnTo>
                  <a:lnTo>
                    <a:pt x="2034353" y="4143551"/>
                  </a:lnTo>
                  <a:lnTo>
                    <a:pt x="1981459" y="4124666"/>
                  </a:lnTo>
                  <a:lnTo>
                    <a:pt x="1929276" y="4106840"/>
                  </a:lnTo>
                  <a:lnTo>
                    <a:pt x="1877750" y="4090224"/>
                  </a:lnTo>
                  <a:lnTo>
                    <a:pt x="1826687" y="4074915"/>
                  </a:lnTo>
                  <a:lnTo>
                    <a:pt x="1775734" y="4060949"/>
                  </a:lnTo>
                  <a:lnTo>
                    <a:pt x="1724351" y="4048314"/>
                  </a:lnTo>
                  <a:lnTo>
                    <a:pt x="1719082" y="4047103"/>
                  </a:lnTo>
                  <a:lnTo>
                    <a:pt x="1670716" y="4036754"/>
                  </a:lnTo>
                  <a:lnTo>
                    <a:pt x="1620609" y="4027488"/>
                  </a:lnTo>
                  <a:lnTo>
                    <a:pt x="1567909" y="4019246"/>
                  </a:lnTo>
                  <a:lnTo>
                    <a:pt x="1511665" y="4011926"/>
                  </a:lnTo>
                  <a:lnTo>
                    <a:pt x="1450919" y="4005417"/>
                  </a:lnTo>
                  <a:lnTo>
                    <a:pt x="1384797" y="3999616"/>
                  </a:lnTo>
                  <a:lnTo>
                    <a:pt x="1312625" y="3994433"/>
                  </a:lnTo>
                  <a:lnTo>
                    <a:pt x="1234093" y="3989796"/>
                  </a:lnTo>
                  <a:lnTo>
                    <a:pt x="1149461" y="3985658"/>
                  </a:lnTo>
                  <a:lnTo>
                    <a:pt x="1059802" y="3981991"/>
                  </a:lnTo>
                  <a:lnTo>
                    <a:pt x="967214" y="3978787"/>
                  </a:lnTo>
                  <a:lnTo>
                    <a:pt x="874916" y="3976054"/>
                  </a:lnTo>
                  <a:lnTo>
                    <a:pt x="787088" y="3973803"/>
                  </a:lnTo>
                  <a:lnTo>
                    <a:pt x="708363" y="3972040"/>
                  </a:lnTo>
                  <a:lnTo>
                    <a:pt x="642991" y="3970747"/>
                  </a:lnTo>
                  <a:lnTo>
                    <a:pt x="593862" y="3969885"/>
                  </a:lnTo>
                  <a:lnTo>
                    <a:pt x="561724" y="3969380"/>
                  </a:lnTo>
                  <a:lnTo>
                    <a:pt x="544852" y="3969142"/>
                  </a:lnTo>
                  <a:lnTo>
                    <a:pt x="539190" y="3969070"/>
                  </a:lnTo>
                  <a:lnTo>
                    <a:pt x="538736" y="3969065"/>
                  </a:lnTo>
                  <a:lnTo>
                    <a:pt x="0" y="396906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41" name="pl1641"/>
            <p:cNvSpPr/>
            <p:nvPr/>
          </p:nvSpPr>
          <p:spPr>
            <a:xfrm>
              <a:off x="546595" y="1327577"/>
              <a:ext cx="8234974" cy="4437295"/>
            </a:xfrm>
            <a:custGeom>
              <a:avLst/>
              <a:pathLst>
                <a:path w="8234974" h="4437295">
                  <a:moveTo>
                    <a:pt x="0" y="3969065"/>
                  </a:moveTo>
                  <a:lnTo>
                    <a:pt x="538736" y="3969065"/>
                  </a:lnTo>
                  <a:lnTo>
                    <a:pt x="540035" y="3969080"/>
                  </a:lnTo>
                  <a:lnTo>
                    <a:pt x="548507" y="3969192"/>
                  </a:lnTo>
                  <a:lnTo>
                    <a:pt x="569630" y="3969499"/>
                  </a:lnTo>
                  <a:lnTo>
                    <a:pt x="606794" y="3970102"/>
                  </a:lnTo>
                  <a:lnTo>
                    <a:pt x="660980" y="3971087"/>
                  </a:lnTo>
                  <a:lnTo>
                    <a:pt x="730738" y="3972518"/>
                  </a:lnTo>
                  <a:lnTo>
                    <a:pt x="812674" y="3974427"/>
                  </a:lnTo>
                  <a:lnTo>
                    <a:pt x="902322" y="3976823"/>
                  </a:lnTo>
                  <a:lnTo>
                    <a:pt x="995109" y="3979699"/>
                  </a:lnTo>
                  <a:lnTo>
                    <a:pt x="1087106" y="3983041"/>
                  </a:lnTo>
                  <a:lnTo>
                    <a:pt x="1175428" y="3986848"/>
                  </a:lnTo>
                  <a:lnTo>
                    <a:pt x="1258302" y="3991132"/>
                  </a:lnTo>
                  <a:lnTo>
                    <a:pt x="1334924" y="3995927"/>
                  </a:lnTo>
                  <a:lnTo>
                    <a:pt x="1405230" y="4001287"/>
                  </a:lnTo>
                  <a:lnTo>
                    <a:pt x="1469658" y="4007290"/>
                  </a:lnTo>
                  <a:lnTo>
                    <a:pt x="1528956" y="4014030"/>
                  </a:lnTo>
                  <a:lnTo>
                    <a:pt x="1584036" y="4021615"/>
                  </a:lnTo>
                  <a:lnTo>
                    <a:pt x="1635862" y="4030155"/>
                  </a:lnTo>
                  <a:lnTo>
                    <a:pt x="1685364" y="4039742"/>
                  </a:lnTo>
                  <a:lnTo>
                    <a:pt x="1719082" y="4047103"/>
                  </a:lnTo>
                  <a:lnTo>
                    <a:pt x="1770547" y="4059606"/>
                  </a:lnTo>
                  <a:lnTo>
                    <a:pt x="1821516" y="4073435"/>
                  </a:lnTo>
                  <a:lnTo>
                    <a:pt x="1872549" y="4088609"/>
                  </a:lnTo>
                  <a:lnTo>
                    <a:pt x="1924016" y="4105095"/>
                  </a:lnTo>
                  <a:lnTo>
                    <a:pt x="1976128" y="4122805"/>
                  </a:lnTo>
                  <a:lnTo>
                    <a:pt x="2028951" y="4141591"/>
                  </a:lnTo>
                  <a:lnTo>
                    <a:pt x="2082431" y="4161250"/>
                  </a:lnTo>
                  <a:lnTo>
                    <a:pt x="2136412" y="4181526"/>
                  </a:lnTo>
                  <a:lnTo>
                    <a:pt x="2190670" y="4202131"/>
                  </a:lnTo>
                  <a:lnTo>
                    <a:pt x="2244942" y="4222751"/>
                  </a:lnTo>
                  <a:lnTo>
                    <a:pt x="2298962" y="4243075"/>
                  </a:lnTo>
                  <a:lnTo>
                    <a:pt x="2352501" y="4262808"/>
                  </a:lnTo>
                  <a:lnTo>
                    <a:pt x="2405395" y="4281693"/>
                  </a:lnTo>
                  <a:lnTo>
                    <a:pt x="2457578" y="4299520"/>
                  </a:lnTo>
                  <a:lnTo>
                    <a:pt x="2509104" y="4316135"/>
                  </a:lnTo>
                  <a:lnTo>
                    <a:pt x="2560167" y="4331445"/>
                  </a:lnTo>
                  <a:lnTo>
                    <a:pt x="2611121" y="4345411"/>
                  </a:lnTo>
                  <a:lnTo>
                    <a:pt x="2662503" y="4358046"/>
                  </a:lnTo>
                  <a:lnTo>
                    <a:pt x="2667772" y="4359257"/>
                  </a:lnTo>
                  <a:lnTo>
                    <a:pt x="2716138" y="4369606"/>
                  </a:lnTo>
                  <a:lnTo>
                    <a:pt x="2766245" y="4378871"/>
                  </a:lnTo>
                  <a:lnTo>
                    <a:pt x="2818946" y="4387114"/>
                  </a:lnTo>
                  <a:lnTo>
                    <a:pt x="2875190" y="4394434"/>
                  </a:lnTo>
                  <a:lnTo>
                    <a:pt x="2935935" y="4400942"/>
                  </a:lnTo>
                  <a:lnTo>
                    <a:pt x="3002057" y="4406743"/>
                  </a:lnTo>
                  <a:lnTo>
                    <a:pt x="3074229" y="4411927"/>
                  </a:lnTo>
                  <a:lnTo>
                    <a:pt x="3152762" y="4416564"/>
                  </a:lnTo>
                  <a:lnTo>
                    <a:pt x="3237393" y="4420702"/>
                  </a:lnTo>
                  <a:lnTo>
                    <a:pt x="3327053" y="4424369"/>
                  </a:lnTo>
                  <a:lnTo>
                    <a:pt x="3419640" y="4427573"/>
                  </a:lnTo>
                  <a:lnTo>
                    <a:pt x="3511938" y="4430306"/>
                  </a:lnTo>
                  <a:lnTo>
                    <a:pt x="3599767" y="4432556"/>
                  </a:lnTo>
                  <a:lnTo>
                    <a:pt x="3678491" y="4434320"/>
                  </a:lnTo>
                  <a:lnTo>
                    <a:pt x="3743864" y="4435612"/>
                  </a:lnTo>
                  <a:lnTo>
                    <a:pt x="3792993" y="4436475"/>
                  </a:lnTo>
                  <a:lnTo>
                    <a:pt x="3825131" y="4436980"/>
                  </a:lnTo>
                  <a:lnTo>
                    <a:pt x="3842003" y="4437217"/>
                  </a:lnTo>
                  <a:lnTo>
                    <a:pt x="3847664" y="4437290"/>
                  </a:lnTo>
                  <a:lnTo>
                    <a:pt x="3848118" y="4437295"/>
                  </a:lnTo>
                  <a:lnTo>
                    <a:pt x="4386855" y="4437295"/>
                  </a:lnTo>
                  <a:lnTo>
                    <a:pt x="4387748" y="4437194"/>
                  </a:lnTo>
                  <a:lnTo>
                    <a:pt x="4393622" y="4436479"/>
                  </a:lnTo>
                  <a:lnTo>
                    <a:pt x="4408450" y="4434501"/>
                  </a:lnTo>
                  <a:lnTo>
                    <a:pt x="4435006" y="4430607"/>
                  </a:lnTo>
                  <a:lnTo>
                    <a:pt x="4474671" y="4424190"/>
                  </a:lnTo>
                  <a:lnTo>
                    <a:pt x="4527325" y="4414751"/>
                  </a:lnTo>
                  <a:lnTo>
                    <a:pt x="4591460" y="4401946"/>
                  </a:lnTo>
                  <a:lnTo>
                    <a:pt x="4664519" y="4385599"/>
                  </a:lnTo>
                  <a:lnTo>
                    <a:pt x="4743400" y="4365673"/>
                  </a:lnTo>
                  <a:lnTo>
                    <a:pt x="4824964" y="4342224"/>
                  </a:lnTo>
                  <a:lnTo>
                    <a:pt x="4906441" y="4315327"/>
                  </a:lnTo>
                  <a:lnTo>
                    <a:pt x="4985665" y="4285026"/>
                  </a:lnTo>
                  <a:lnTo>
                    <a:pt x="5061149" y="4251282"/>
                  </a:lnTo>
                  <a:lnTo>
                    <a:pt x="5132037" y="4213948"/>
                  </a:lnTo>
                  <a:lnTo>
                    <a:pt x="5198000" y="4172752"/>
                  </a:lnTo>
                  <a:lnTo>
                    <a:pt x="5259105" y="4127299"/>
                  </a:lnTo>
                  <a:lnTo>
                    <a:pt x="5315692" y="4077075"/>
                  </a:lnTo>
                  <a:lnTo>
                    <a:pt x="5368278" y="4021463"/>
                  </a:lnTo>
                  <a:lnTo>
                    <a:pt x="5417482" y="3959769"/>
                  </a:lnTo>
                  <a:lnTo>
                    <a:pt x="5463959" y="3891277"/>
                  </a:lnTo>
                  <a:lnTo>
                    <a:pt x="5508361" y="3815329"/>
                  </a:lnTo>
                  <a:lnTo>
                    <a:pt x="5551286" y="3731466"/>
                  </a:lnTo>
                  <a:lnTo>
                    <a:pt x="5567201" y="3697746"/>
                  </a:lnTo>
                  <a:lnTo>
                    <a:pt x="5596483" y="3632086"/>
                  </a:lnTo>
                  <a:lnTo>
                    <a:pt x="5625510" y="3562440"/>
                  </a:lnTo>
                  <a:lnTo>
                    <a:pt x="5654410" y="3488729"/>
                  </a:lnTo>
                  <a:lnTo>
                    <a:pt x="5683286" y="3410914"/>
                  </a:lnTo>
                  <a:lnTo>
                    <a:pt x="5712224" y="3329004"/>
                  </a:lnTo>
                  <a:lnTo>
                    <a:pt x="5741289" y="3243060"/>
                  </a:lnTo>
                  <a:lnTo>
                    <a:pt x="5770530" y="3153196"/>
                  </a:lnTo>
                  <a:lnTo>
                    <a:pt x="5799978" y="3059582"/>
                  </a:lnTo>
                  <a:lnTo>
                    <a:pt x="5829653" y="2962449"/>
                  </a:lnTo>
                  <a:lnTo>
                    <a:pt x="5859559" y="2862083"/>
                  </a:lnTo>
                  <a:lnTo>
                    <a:pt x="5889688" y="2758827"/>
                  </a:lnTo>
                  <a:lnTo>
                    <a:pt x="5920020" y="2653075"/>
                  </a:lnTo>
                  <a:lnTo>
                    <a:pt x="5950527" y="2545270"/>
                  </a:lnTo>
                  <a:lnTo>
                    <a:pt x="5981171" y="2435894"/>
                  </a:lnTo>
                  <a:lnTo>
                    <a:pt x="6011910" y="2325459"/>
                  </a:lnTo>
                  <a:lnTo>
                    <a:pt x="6042696" y="2214500"/>
                  </a:lnTo>
                  <a:lnTo>
                    <a:pt x="6073481" y="2103560"/>
                  </a:lnTo>
                  <a:lnTo>
                    <a:pt x="6104215" y="1993186"/>
                  </a:lnTo>
                  <a:lnTo>
                    <a:pt x="6134850" y="1883910"/>
                  </a:lnTo>
                  <a:lnTo>
                    <a:pt x="6165345" y="1776242"/>
                  </a:lnTo>
                  <a:lnTo>
                    <a:pt x="6195663" y="1670663"/>
                  </a:lnTo>
                  <a:lnTo>
                    <a:pt x="6225775" y="1567609"/>
                  </a:lnTo>
                  <a:lnTo>
                    <a:pt x="6255664" y="1467474"/>
                  </a:lnTo>
                  <a:lnTo>
                    <a:pt x="6285322" y="1370594"/>
                  </a:lnTo>
                  <a:lnTo>
                    <a:pt x="6314754" y="1277254"/>
                  </a:lnTo>
                  <a:lnTo>
                    <a:pt x="6343980" y="1187677"/>
                  </a:lnTo>
                  <a:lnTo>
                    <a:pt x="6373033" y="1102031"/>
                  </a:lnTo>
                  <a:lnTo>
                    <a:pt x="6401964" y="1020426"/>
                  </a:lnTo>
                  <a:lnTo>
                    <a:pt x="6430840" y="942917"/>
                  </a:lnTo>
                  <a:lnTo>
                    <a:pt x="6459745" y="869512"/>
                  </a:lnTo>
                  <a:lnTo>
                    <a:pt x="6488787" y="800167"/>
                  </a:lnTo>
                  <a:lnTo>
                    <a:pt x="6515891" y="739549"/>
                  </a:lnTo>
                  <a:lnTo>
                    <a:pt x="6558395" y="652657"/>
                  </a:lnTo>
                  <a:lnTo>
                    <a:pt x="6602174" y="573761"/>
                  </a:lnTo>
                  <a:lnTo>
                    <a:pt x="6647794" y="502526"/>
                  </a:lnTo>
                  <a:lnTo>
                    <a:pt x="6695891" y="438351"/>
                  </a:lnTo>
                  <a:lnTo>
                    <a:pt x="6747126" y="380528"/>
                  </a:lnTo>
                  <a:lnTo>
                    <a:pt x="6802136" y="328349"/>
                  </a:lnTo>
                  <a:lnTo>
                    <a:pt x="6861485" y="281163"/>
                  </a:lnTo>
                  <a:lnTo>
                    <a:pt x="6925590" y="238415"/>
                  </a:lnTo>
                  <a:lnTo>
                    <a:pt x="6994635" y="199662"/>
                  </a:lnTo>
                  <a:lnTo>
                    <a:pt x="7068454" y="164587"/>
                  </a:lnTo>
                  <a:lnTo>
                    <a:pt x="7146406" y="132998"/>
                  </a:lnTo>
                  <a:lnTo>
                    <a:pt x="7227251" y="104815"/>
                  </a:lnTo>
                  <a:lnTo>
                    <a:pt x="7309079" y="80057"/>
                  </a:lnTo>
                  <a:lnTo>
                    <a:pt x="7389328" y="58793"/>
                  </a:lnTo>
                  <a:lnTo>
                    <a:pt x="7464960" y="41094"/>
                  </a:lnTo>
                  <a:lnTo>
                    <a:pt x="7532803" y="26965"/>
                  </a:lnTo>
                  <a:lnTo>
                    <a:pt x="7590031" y="16288"/>
                  </a:lnTo>
                  <a:lnTo>
                    <a:pt x="7634690" y="8782"/>
                  </a:lnTo>
                  <a:lnTo>
                    <a:pt x="7666109" y="4003"/>
                  </a:lnTo>
                  <a:lnTo>
                    <a:pt x="7685106" y="1378"/>
                  </a:lnTo>
                  <a:lnTo>
                    <a:pt x="7693952" y="263"/>
                  </a:lnTo>
                  <a:lnTo>
                    <a:pt x="7696188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2" name="pl1642"/>
            <p:cNvSpPr/>
            <p:nvPr/>
          </p:nvSpPr>
          <p:spPr>
            <a:xfrm>
              <a:off x="546595" y="1322133"/>
              <a:ext cx="8234974" cy="4437295"/>
            </a:xfrm>
            <a:custGeom>
              <a:avLst/>
              <a:pathLst>
                <a:path w="8234974" h="4437295">
                  <a:moveTo>
                    <a:pt x="8234974" y="0"/>
                  </a:moveTo>
                  <a:lnTo>
                    <a:pt x="7696237" y="0"/>
                  </a:lnTo>
                  <a:lnTo>
                    <a:pt x="7695345" y="100"/>
                  </a:lnTo>
                  <a:lnTo>
                    <a:pt x="7689470" y="815"/>
                  </a:lnTo>
                  <a:lnTo>
                    <a:pt x="7674642" y="2793"/>
                  </a:lnTo>
                  <a:lnTo>
                    <a:pt x="7648086" y="6687"/>
                  </a:lnTo>
                  <a:lnTo>
                    <a:pt x="7608422" y="13105"/>
                  </a:lnTo>
                  <a:lnTo>
                    <a:pt x="7555767" y="22544"/>
                  </a:lnTo>
                  <a:lnTo>
                    <a:pt x="7491633" y="35348"/>
                  </a:lnTo>
                  <a:lnTo>
                    <a:pt x="7418574" y="51696"/>
                  </a:lnTo>
                  <a:lnTo>
                    <a:pt x="7339692" y="71621"/>
                  </a:lnTo>
                  <a:lnTo>
                    <a:pt x="7258128" y="95071"/>
                  </a:lnTo>
                  <a:lnTo>
                    <a:pt x="7176651" y="121967"/>
                  </a:lnTo>
                  <a:lnTo>
                    <a:pt x="7097427" y="152268"/>
                  </a:lnTo>
                  <a:lnTo>
                    <a:pt x="7021944" y="186012"/>
                  </a:lnTo>
                  <a:lnTo>
                    <a:pt x="6951055" y="223347"/>
                  </a:lnTo>
                  <a:lnTo>
                    <a:pt x="6885092" y="264542"/>
                  </a:lnTo>
                  <a:lnTo>
                    <a:pt x="6823988" y="309995"/>
                  </a:lnTo>
                  <a:lnTo>
                    <a:pt x="6767401" y="360219"/>
                  </a:lnTo>
                  <a:lnTo>
                    <a:pt x="6714814" y="415832"/>
                  </a:lnTo>
                  <a:lnTo>
                    <a:pt x="6665611" y="477525"/>
                  </a:lnTo>
                  <a:lnTo>
                    <a:pt x="6619133" y="546018"/>
                  </a:lnTo>
                  <a:lnTo>
                    <a:pt x="6574731" y="621966"/>
                  </a:lnTo>
                  <a:lnTo>
                    <a:pt x="6531806" y="705829"/>
                  </a:lnTo>
                  <a:lnTo>
                    <a:pt x="6515891" y="739549"/>
                  </a:lnTo>
                  <a:lnTo>
                    <a:pt x="6486610" y="805209"/>
                  </a:lnTo>
                  <a:lnTo>
                    <a:pt x="6457583" y="874854"/>
                  </a:lnTo>
                  <a:lnTo>
                    <a:pt x="6428683" y="948565"/>
                  </a:lnTo>
                  <a:lnTo>
                    <a:pt x="6399806" y="1026381"/>
                  </a:lnTo>
                  <a:lnTo>
                    <a:pt x="6370868" y="1108290"/>
                  </a:lnTo>
                  <a:lnTo>
                    <a:pt x="6341803" y="1194234"/>
                  </a:lnTo>
                  <a:lnTo>
                    <a:pt x="6312563" y="1284099"/>
                  </a:lnTo>
                  <a:lnTo>
                    <a:pt x="6283114" y="1377712"/>
                  </a:lnTo>
                  <a:lnTo>
                    <a:pt x="6253439" y="1474845"/>
                  </a:lnTo>
                  <a:lnTo>
                    <a:pt x="6223533" y="1575212"/>
                  </a:lnTo>
                  <a:lnTo>
                    <a:pt x="6193405" y="1678468"/>
                  </a:lnTo>
                  <a:lnTo>
                    <a:pt x="6163073" y="1784219"/>
                  </a:lnTo>
                  <a:lnTo>
                    <a:pt x="6132566" y="1892024"/>
                  </a:lnTo>
                  <a:lnTo>
                    <a:pt x="6101921" y="2001400"/>
                  </a:lnTo>
                  <a:lnTo>
                    <a:pt x="6071182" y="2111835"/>
                  </a:lnTo>
                  <a:lnTo>
                    <a:pt x="6040396" y="2222795"/>
                  </a:lnTo>
                  <a:lnTo>
                    <a:pt x="6009611" y="2333734"/>
                  </a:lnTo>
                  <a:lnTo>
                    <a:pt x="5978878" y="2444108"/>
                  </a:lnTo>
                  <a:lnTo>
                    <a:pt x="5948242" y="2553384"/>
                  </a:lnTo>
                  <a:lnTo>
                    <a:pt x="5917748" y="2661052"/>
                  </a:lnTo>
                  <a:lnTo>
                    <a:pt x="5887430" y="2766632"/>
                  </a:lnTo>
                  <a:lnTo>
                    <a:pt x="5857317" y="2869685"/>
                  </a:lnTo>
                  <a:lnTo>
                    <a:pt x="5827429" y="2969821"/>
                  </a:lnTo>
                  <a:lnTo>
                    <a:pt x="5797771" y="3066700"/>
                  </a:lnTo>
                  <a:lnTo>
                    <a:pt x="5768338" y="3160041"/>
                  </a:lnTo>
                  <a:lnTo>
                    <a:pt x="5739112" y="3249618"/>
                  </a:lnTo>
                  <a:lnTo>
                    <a:pt x="5710059" y="3335264"/>
                  </a:lnTo>
                  <a:lnTo>
                    <a:pt x="5681128" y="3416869"/>
                  </a:lnTo>
                  <a:lnTo>
                    <a:pt x="5652253" y="3494377"/>
                  </a:lnTo>
                  <a:lnTo>
                    <a:pt x="5623347" y="3567783"/>
                  </a:lnTo>
                  <a:lnTo>
                    <a:pt x="5594306" y="3637127"/>
                  </a:lnTo>
                  <a:lnTo>
                    <a:pt x="5567201" y="3697746"/>
                  </a:lnTo>
                  <a:lnTo>
                    <a:pt x="5524698" y="3784637"/>
                  </a:lnTo>
                  <a:lnTo>
                    <a:pt x="5480919" y="3863534"/>
                  </a:lnTo>
                  <a:lnTo>
                    <a:pt x="5435299" y="3934768"/>
                  </a:lnTo>
                  <a:lnTo>
                    <a:pt x="5387201" y="3998943"/>
                  </a:lnTo>
                  <a:lnTo>
                    <a:pt x="5335967" y="4056766"/>
                  </a:lnTo>
                  <a:lnTo>
                    <a:pt x="5280957" y="4108945"/>
                  </a:lnTo>
                  <a:lnTo>
                    <a:pt x="5221608" y="4156131"/>
                  </a:lnTo>
                  <a:lnTo>
                    <a:pt x="5157503" y="4198880"/>
                  </a:lnTo>
                  <a:lnTo>
                    <a:pt x="5088457" y="4237632"/>
                  </a:lnTo>
                  <a:lnTo>
                    <a:pt x="5014638" y="4272707"/>
                  </a:lnTo>
                  <a:lnTo>
                    <a:pt x="4936687" y="4304297"/>
                  </a:lnTo>
                  <a:lnTo>
                    <a:pt x="4855841" y="4332479"/>
                  </a:lnTo>
                  <a:lnTo>
                    <a:pt x="4774014" y="4357237"/>
                  </a:lnTo>
                  <a:lnTo>
                    <a:pt x="4693764" y="4378501"/>
                  </a:lnTo>
                  <a:lnTo>
                    <a:pt x="4618132" y="4396200"/>
                  </a:lnTo>
                  <a:lnTo>
                    <a:pt x="4550290" y="4410329"/>
                  </a:lnTo>
                  <a:lnTo>
                    <a:pt x="4493061" y="4421006"/>
                  </a:lnTo>
                  <a:lnTo>
                    <a:pt x="4448403" y="4428513"/>
                  </a:lnTo>
                  <a:lnTo>
                    <a:pt x="4416984" y="4433292"/>
                  </a:lnTo>
                  <a:lnTo>
                    <a:pt x="4397986" y="4435917"/>
                  </a:lnTo>
                  <a:lnTo>
                    <a:pt x="4389140" y="4437031"/>
                  </a:lnTo>
                  <a:lnTo>
                    <a:pt x="4386905" y="4437290"/>
                  </a:lnTo>
                  <a:lnTo>
                    <a:pt x="4386855" y="4437295"/>
                  </a:lnTo>
                  <a:lnTo>
                    <a:pt x="3848118" y="4437295"/>
                  </a:lnTo>
                  <a:lnTo>
                    <a:pt x="3846820" y="4437279"/>
                  </a:lnTo>
                  <a:lnTo>
                    <a:pt x="3838347" y="4437168"/>
                  </a:lnTo>
                  <a:lnTo>
                    <a:pt x="3817225" y="4436861"/>
                  </a:lnTo>
                  <a:lnTo>
                    <a:pt x="3780061" y="4436258"/>
                  </a:lnTo>
                  <a:lnTo>
                    <a:pt x="3725875" y="4435273"/>
                  </a:lnTo>
                  <a:lnTo>
                    <a:pt x="3656116" y="4433842"/>
                  </a:lnTo>
                  <a:lnTo>
                    <a:pt x="3574180" y="4431933"/>
                  </a:lnTo>
                  <a:lnTo>
                    <a:pt x="3484532" y="4429536"/>
                  </a:lnTo>
                  <a:lnTo>
                    <a:pt x="3391746" y="4426661"/>
                  </a:lnTo>
                  <a:lnTo>
                    <a:pt x="3299749" y="4423319"/>
                  </a:lnTo>
                  <a:lnTo>
                    <a:pt x="3211427" y="4419512"/>
                  </a:lnTo>
                  <a:lnTo>
                    <a:pt x="3128553" y="4415228"/>
                  </a:lnTo>
                  <a:lnTo>
                    <a:pt x="3051930" y="4410433"/>
                  </a:lnTo>
                  <a:lnTo>
                    <a:pt x="2981625" y="4405073"/>
                  </a:lnTo>
                  <a:lnTo>
                    <a:pt x="2917197" y="4399070"/>
                  </a:lnTo>
                  <a:lnTo>
                    <a:pt x="2857899" y="4392330"/>
                  </a:lnTo>
                  <a:lnTo>
                    <a:pt x="2802819" y="4384745"/>
                  </a:lnTo>
                  <a:lnTo>
                    <a:pt x="2750993" y="4376205"/>
                  </a:lnTo>
                  <a:lnTo>
                    <a:pt x="2701490" y="4366618"/>
                  </a:lnTo>
                  <a:lnTo>
                    <a:pt x="2667772" y="4359257"/>
                  </a:lnTo>
                  <a:lnTo>
                    <a:pt x="2616308" y="4346754"/>
                  </a:lnTo>
                  <a:lnTo>
                    <a:pt x="2565338" y="4332925"/>
                  </a:lnTo>
                  <a:lnTo>
                    <a:pt x="2514306" y="4317750"/>
                  </a:lnTo>
                  <a:lnTo>
                    <a:pt x="2462838" y="4301264"/>
                  </a:lnTo>
                  <a:lnTo>
                    <a:pt x="2410727" y="4283555"/>
                  </a:lnTo>
                  <a:lnTo>
                    <a:pt x="2357903" y="4264769"/>
                  </a:lnTo>
                  <a:lnTo>
                    <a:pt x="2304424" y="4245110"/>
                  </a:lnTo>
                  <a:lnTo>
                    <a:pt x="2250443" y="4224833"/>
                  </a:lnTo>
                  <a:lnTo>
                    <a:pt x="2196185" y="4204229"/>
                  </a:lnTo>
                  <a:lnTo>
                    <a:pt x="2141913" y="4183609"/>
                  </a:lnTo>
                  <a:lnTo>
                    <a:pt x="2087892" y="4163285"/>
                  </a:lnTo>
                  <a:lnTo>
                    <a:pt x="2034353" y="4143551"/>
                  </a:lnTo>
                  <a:lnTo>
                    <a:pt x="1981459" y="4124666"/>
                  </a:lnTo>
                  <a:lnTo>
                    <a:pt x="1929276" y="4106840"/>
                  </a:lnTo>
                  <a:lnTo>
                    <a:pt x="1877750" y="4090224"/>
                  </a:lnTo>
                  <a:lnTo>
                    <a:pt x="1826687" y="4074915"/>
                  </a:lnTo>
                  <a:lnTo>
                    <a:pt x="1775734" y="4060949"/>
                  </a:lnTo>
                  <a:lnTo>
                    <a:pt x="1724351" y="4048314"/>
                  </a:lnTo>
                  <a:lnTo>
                    <a:pt x="1719082" y="4047103"/>
                  </a:lnTo>
                  <a:lnTo>
                    <a:pt x="1670716" y="4036754"/>
                  </a:lnTo>
                  <a:lnTo>
                    <a:pt x="1620609" y="4027488"/>
                  </a:lnTo>
                  <a:lnTo>
                    <a:pt x="1567909" y="4019246"/>
                  </a:lnTo>
                  <a:lnTo>
                    <a:pt x="1511665" y="4011926"/>
                  </a:lnTo>
                  <a:lnTo>
                    <a:pt x="1450919" y="4005417"/>
                  </a:lnTo>
                  <a:lnTo>
                    <a:pt x="1384797" y="3999616"/>
                  </a:lnTo>
                  <a:lnTo>
                    <a:pt x="1312625" y="3994433"/>
                  </a:lnTo>
                  <a:lnTo>
                    <a:pt x="1234093" y="3989796"/>
                  </a:lnTo>
                  <a:lnTo>
                    <a:pt x="1149461" y="3985658"/>
                  </a:lnTo>
                  <a:lnTo>
                    <a:pt x="1059802" y="3981991"/>
                  </a:lnTo>
                  <a:lnTo>
                    <a:pt x="967214" y="3978787"/>
                  </a:lnTo>
                  <a:lnTo>
                    <a:pt x="874916" y="3976054"/>
                  </a:lnTo>
                  <a:lnTo>
                    <a:pt x="787088" y="3973803"/>
                  </a:lnTo>
                  <a:lnTo>
                    <a:pt x="708363" y="3972040"/>
                  </a:lnTo>
                  <a:lnTo>
                    <a:pt x="642991" y="3970747"/>
                  </a:lnTo>
                  <a:lnTo>
                    <a:pt x="593862" y="3969885"/>
                  </a:lnTo>
                  <a:lnTo>
                    <a:pt x="561724" y="3969380"/>
                  </a:lnTo>
                  <a:lnTo>
                    <a:pt x="544852" y="3969142"/>
                  </a:lnTo>
                  <a:lnTo>
                    <a:pt x="539190" y="3969070"/>
                  </a:lnTo>
                  <a:lnTo>
                    <a:pt x="538736" y="3969065"/>
                  </a:lnTo>
                  <a:lnTo>
                    <a:pt x="0" y="39690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3" name="pg1643"/>
            <p:cNvSpPr/>
            <p:nvPr/>
          </p:nvSpPr>
          <p:spPr>
            <a:xfrm>
              <a:off x="546595" y="5296643"/>
              <a:ext cx="8234974" cy="620676"/>
            </a:xfrm>
            <a:custGeom>
              <a:avLst/>
              <a:pathLst>
                <a:path w="8234974" h="620676">
                  <a:moveTo>
                    <a:pt x="0" y="5444"/>
                  </a:moveTo>
                  <a:lnTo>
                    <a:pt x="538736" y="5444"/>
                  </a:lnTo>
                  <a:lnTo>
                    <a:pt x="540032" y="5464"/>
                  </a:lnTo>
                  <a:lnTo>
                    <a:pt x="548485" y="5610"/>
                  </a:lnTo>
                  <a:lnTo>
                    <a:pt x="569562" y="6013"/>
                  </a:lnTo>
                  <a:lnTo>
                    <a:pt x="606650" y="6803"/>
                  </a:lnTo>
                  <a:lnTo>
                    <a:pt x="660734" y="8095"/>
                  </a:lnTo>
                  <a:lnTo>
                    <a:pt x="730376" y="9970"/>
                  </a:lnTo>
                  <a:lnTo>
                    <a:pt x="812196" y="12474"/>
                  </a:lnTo>
                  <a:lnTo>
                    <a:pt x="901742" y="15616"/>
                  </a:lnTo>
                  <a:lnTo>
                    <a:pt x="994449" y="19387"/>
                  </a:lnTo>
                  <a:lnTo>
                    <a:pt x="1086391" y="23771"/>
                  </a:lnTo>
                  <a:lnTo>
                    <a:pt x="1174683" y="28764"/>
                  </a:lnTo>
                  <a:lnTo>
                    <a:pt x="1257546" y="34383"/>
                  </a:lnTo>
                  <a:lnTo>
                    <a:pt x="1334171" y="40671"/>
                  </a:lnTo>
                  <a:lnTo>
                    <a:pt x="1404487" y="47700"/>
                  </a:lnTo>
                  <a:lnTo>
                    <a:pt x="1468927" y="55571"/>
                  </a:lnTo>
                  <a:lnTo>
                    <a:pt x="1528236" y="64408"/>
                  </a:lnTo>
                  <a:lnTo>
                    <a:pt x="1583321" y="74351"/>
                  </a:lnTo>
                  <a:lnTo>
                    <a:pt x="1635144" y="85545"/>
                  </a:lnTo>
                  <a:lnTo>
                    <a:pt x="1684635" y="98111"/>
                  </a:lnTo>
                  <a:lnTo>
                    <a:pt x="1719082" y="107983"/>
                  </a:lnTo>
                  <a:lnTo>
                    <a:pt x="1769678" y="124117"/>
                  </a:lnTo>
                  <a:lnTo>
                    <a:pt x="1819785" y="141935"/>
                  </a:lnTo>
                  <a:lnTo>
                    <a:pt x="1869939" y="161461"/>
                  </a:lnTo>
                  <a:lnTo>
                    <a:pt x="1920499" y="182657"/>
                  </a:lnTo>
                  <a:lnTo>
                    <a:pt x="1971672" y="205416"/>
                  </a:lnTo>
                  <a:lnTo>
                    <a:pt x="2023533" y="229561"/>
                  </a:lnTo>
                  <a:lnTo>
                    <a:pt x="2076039" y="254843"/>
                  </a:lnTo>
                  <a:lnTo>
                    <a:pt x="2129051" y="280952"/>
                  </a:lnTo>
                  <a:lnTo>
                    <a:pt x="2182363" y="307529"/>
                  </a:lnTo>
                  <a:lnTo>
                    <a:pt x="2235729" y="334188"/>
                  </a:lnTo>
                  <a:lnTo>
                    <a:pt x="2288894" y="360536"/>
                  </a:lnTo>
                  <a:lnTo>
                    <a:pt x="2341631" y="386202"/>
                  </a:lnTo>
                  <a:lnTo>
                    <a:pt x="2393770" y="410852"/>
                  </a:lnTo>
                  <a:lnTo>
                    <a:pt x="2445227" y="434212"/>
                  </a:lnTo>
                  <a:lnTo>
                    <a:pt x="2496024" y="456072"/>
                  </a:lnTo>
                  <a:lnTo>
                    <a:pt x="2546311" y="476299"/>
                  </a:lnTo>
                  <a:lnTo>
                    <a:pt x="2596383" y="494825"/>
                  </a:lnTo>
                  <a:lnTo>
                    <a:pt x="2646699" y="511651"/>
                  </a:lnTo>
                  <a:lnTo>
                    <a:pt x="2667772" y="518138"/>
                  </a:lnTo>
                  <a:lnTo>
                    <a:pt x="2716100" y="531726"/>
                  </a:lnTo>
                  <a:lnTo>
                    <a:pt x="2766164" y="543892"/>
                  </a:lnTo>
                  <a:lnTo>
                    <a:pt x="2818817" y="554717"/>
                  </a:lnTo>
                  <a:lnTo>
                    <a:pt x="2875006" y="564331"/>
                  </a:lnTo>
                  <a:lnTo>
                    <a:pt x="2935686" y="572879"/>
                  </a:lnTo>
                  <a:lnTo>
                    <a:pt x="3001731" y="580499"/>
                  </a:lnTo>
                  <a:lnTo>
                    <a:pt x="3073813" y="587309"/>
                  </a:lnTo>
                  <a:lnTo>
                    <a:pt x="3152246" y="593400"/>
                  </a:lnTo>
                  <a:lnTo>
                    <a:pt x="3236773" y="598838"/>
                  </a:lnTo>
                  <a:lnTo>
                    <a:pt x="3326330" y="603657"/>
                  </a:lnTo>
                  <a:lnTo>
                    <a:pt x="3418833" y="607868"/>
                  </a:lnTo>
                  <a:lnTo>
                    <a:pt x="3511078" y="611462"/>
                  </a:lnTo>
                  <a:lnTo>
                    <a:pt x="3598904" y="614423"/>
                  </a:lnTo>
                  <a:lnTo>
                    <a:pt x="3677688" y="616746"/>
                  </a:lnTo>
                  <a:lnTo>
                    <a:pt x="3743181" y="618449"/>
                  </a:lnTo>
                  <a:lnTo>
                    <a:pt x="3792480" y="619588"/>
                  </a:lnTo>
                  <a:lnTo>
                    <a:pt x="3824807" y="620256"/>
                  </a:lnTo>
                  <a:lnTo>
                    <a:pt x="3841854" y="620572"/>
                  </a:lnTo>
                  <a:lnTo>
                    <a:pt x="3847635" y="620669"/>
                  </a:lnTo>
                  <a:lnTo>
                    <a:pt x="3848118" y="620676"/>
                  </a:lnTo>
                  <a:lnTo>
                    <a:pt x="4386855" y="620676"/>
                  </a:lnTo>
                  <a:lnTo>
                    <a:pt x="4388157" y="620671"/>
                  </a:lnTo>
                  <a:lnTo>
                    <a:pt x="4396653" y="620631"/>
                  </a:lnTo>
                  <a:lnTo>
                    <a:pt x="4417831" y="620519"/>
                  </a:lnTo>
                  <a:lnTo>
                    <a:pt x="4455086" y="620302"/>
                  </a:lnTo>
                  <a:lnTo>
                    <a:pt x="4509395" y="619945"/>
                  </a:lnTo>
                  <a:lnTo>
                    <a:pt x="4579293" y="619428"/>
                  </a:lnTo>
                  <a:lnTo>
                    <a:pt x="4661369" y="618738"/>
                  </a:lnTo>
                  <a:lnTo>
                    <a:pt x="4751139" y="617873"/>
                  </a:lnTo>
                  <a:lnTo>
                    <a:pt x="4844021" y="616834"/>
                  </a:lnTo>
                  <a:lnTo>
                    <a:pt x="4936083" y="615626"/>
                  </a:lnTo>
                  <a:lnTo>
                    <a:pt x="5024442" y="614251"/>
                  </a:lnTo>
                  <a:lnTo>
                    <a:pt x="5107329" y="612703"/>
                  </a:lnTo>
                  <a:lnTo>
                    <a:pt x="5183949" y="610971"/>
                  </a:lnTo>
                  <a:lnTo>
                    <a:pt x="5254242" y="609034"/>
                  </a:lnTo>
                  <a:lnTo>
                    <a:pt x="5318655" y="606865"/>
                  </a:lnTo>
                  <a:lnTo>
                    <a:pt x="5377940" y="604429"/>
                  </a:lnTo>
                  <a:lnTo>
                    <a:pt x="5433014" y="601687"/>
                  </a:lnTo>
                  <a:lnTo>
                    <a:pt x="5484843" y="598600"/>
                  </a:lnTo>
                  <a:lnTo>
                    <a:pt x="5534359" y="595134"/>
                  </a:lnTo>
                  <a:lnTo>
                    <a:pt x="5567201" y="592546"/>
                  </a:lnTo>
                  <a:lnTo>
                    <a:pt x="5619813" y="587933"/>
                  </a:lnTo>
                  <a:lnTo>
                    <a:pt x="5671922" y="582819"/>
                  </a:lnTo>
                  <a:lnTo>
                    <a:pt x="5724118" y="577199"/>
                  </a:lnTo>
                  <a:lnTo>
                    <a:pt x="5776788" y="571086"/>
                  </a:lnTo>
                  <a:lnTo>
                    <a:pt x="5830142" y="564516"/>
                  </a:lnTo>
                  <a:lnTo>
                    <a:pt x="5884240" y="557548"/>
                  </a:lnTo>
                  <a:lnTo>
                    <a:pt x="5939006" y="550264"/>
                  </a:lnTo>
                  <a:lnTo>
                    <a:pt x="5994265" y="542763"/>
                  </a:lnTo>
                  <a:lnTo>
                    <a:pt x="6049765" y="535159"/>
                  </a:lnTo>
                  <a:lnTo>
                    <a:pt x="6105222" y="527573"/>
                  </a:lnTo>
                  <a:lnTo>
                    <a:pt x="6160358" y="520125"/>
                  </a:lnTo>
                  <a:lnTo>
                    <a:pt x="6214941" y="512924"/>
                  </a:lnTo>
                  <a:lnTo>
                    <a:pt x="6268821" y="506067"/>
                  </a:lnTo>
                  <a:lnTo>
                    <a:pt x="6321960" y="499627"/>
                  </a:lnTo>
                  <a:lnTo>
                    <a:pt x="6374460" y="493657"/>
                  </a:lnTo>
                  <a:lnTo>
                    <a:pt x="6426581" y="488186"/>
                  </a:lnTo>
                  <a:lnTo>
                    <a:pt x="6478768" y="483222"/>
                  </a:lnTo>
                  <a:lnTo>
                    <a:pt x="6515891" y="480026"/>
                  </a:lnTo>
                  <a:lnTo>
                    <a:pt x="6564304" y="476292"/>
                  </a:lnTo>
                  <a:lnTo>
                    <a:pt x="6614461" y="472950"/>
                  </a:lnTo>
                  <a:lnTo>
                    <a:pt x="6667219" y="469976"/>
                  </a:lnTo>
                  <a:lnTo>
                    <a:pt x="6723530" y="467336"/>
                  </a:lnTo>
                  <a:lnTo>
                    <a:pt x="6784355" y="464989"/>
                  </a:lnTo>
                  <a:lnTo>
                    <a:pt x="6850570" y="462897"/>
                  </a:lnTo>
                  <a:lnTo>
                    <a:pt x="6922849" y="461028"/>
                  </a:lnTo>
                  <a:lnTo>
                    <a:pt x="7001501" y="459357"/>
                  </a:lnTo>
                  <a:lnTo>
                    <a:pt x="7086259" y="457865"/>
                  </a:lnTo>
                  <a:lnTo>
                    <a:pt x="7176040" y="456543"/>
                  </a:lnTo>
                  <a:lnTo>
                    <a:pt x="7268731" y="455389"/>
                  </a:lnTo>
                  <a:lnTo>
                    <a:pt x="7361091" y="454405"/>
                  </a:lnTo>
                  <a:lnTo>
                    <a:pt x="7448922" y="453595"/>
                  </a:lnTo>
                  <a:lnTo>
                    <a:pt x="7527575" y="452961"/>
                  </a:lnTo>
                  <a:lnTo>
                    <a:pt x="7592800" y="452497"/>
                  </a:lnTo>
                  <a:lnTo>
                    <a:pt x="7641726" y="452188"/>
                  </a:lnTo>
                  <a:lnTo>
                    <a:pt x="7673635" y="452007"/>
                  </a:lnTo>
                  <a:lnTo>
                    <a:pt x="7690298" y="451923"/>
                  </a:lnTo>
                  <a:lnTo>
                    <a:pt x="7695817" y="451898"/>
                  </a:lnTo>
                  <a:lnTo>
                    <a:pt x="7696237" y="451896"/>
                  </a:lnTo>
                  <a:lnTo>
                    <a:pt x="8234974" y="451896"/>
                  </a:lnTo>
                  <a:lnTo>
                    <a:pt x="8234974" y="446451"/>
                  </a:lnTo>
                  <a:lnTo>
                    <a:pt x="7696237" y="446451"/>
                  </a:lnTo>
                  <a:lnTo>
                    <a:pt x="7694935" y="446457"/>
                  </a:lnTo>
                  <a:lnTo>
                    <a:pt x="7686439" y="446497"/>
                  </a:lnTo>
                  <a:lnTo>
                    <a:pt x="7665262" y="446608"/>
                  </a:lnTo>
                  <a:lnTo>
                    <a:pt x="7628006" y="446826"/>
                  </a:lnTo>
                  <a:lnTo>
                    <a:pt x="7573698" y="447182"/>
                  </a:lnTo>
                  <a:lnTo>
                    <a:pt x="7503799" y="447699"/>
                  </a:lnTo>
                  <a:lnTo>
                    <a:pt x="7421724" y="448389"/>
                  </a:lnTo>
                  <a:lnTo>
                    <a:pt x="7331953" y="449255"/>
                  </a:lnTo>
                  <a:lnTo>
                    <a:pt x="7239071" y="450294"/>
                  </a:lnTo>
                  <a:lnTo>
                    <a:pt x="7147009" y="451502"/>
                  </a:lnTo>
                  <a:lnTo>
                    <a:pt x="7058651" y="452877"/>
                  </a:lnTo>
                  <a:lnTo>
                    <a:pt x="6975763" y="454424"/>
                  </a:lnTo>
                  <a:lnTo>
                    <a:pt x="6899144" y="456157"/>
                  </a:lnTo>
                  <a:lnTo>
                    <a:pt x="6828851" y="458093"/>
                  </a:lnTo>
                  <a:lnTo>
                    <a:pt x="6764438" y="460263"/>
                  </a:lnTo>
                  <a:lnTo>
                    <a:pt x="6705152" y="462699"/>
                  </a:lnTo>
                  <a:lnTo>
                    <a:pt x="6650079" y="465441"/>
                  </a:lnTo>
                  <a:lnTo>
                    <a:pt x="6598249" y="468528"/>
                  </a:lnTo>
                  <a:lnTo>
                    <a:pt x="6548733" y="471994"/>
                  </a:lnTo>
                  <a:lnTo>
                    <a:pt x="6515891" y="474581"/>
                  </a:lnTo>
                  <a:lnTo>
                    <a:pt x="6463279" y="479195"/>
                  </a:lnTo>
                  <a:lnTo>
                    <a:pt x="6411170" y="484308"/>
                  </a:lnTo>
                  <a:lnTo>
                    <a:pt x="6358974" y="489929"/>
                  </a:lnTo>
                  <a:lnTo>
                    <a:pt x="6306305" y="496042"/>
                  </a:lnTo>
                  <a:lnTo>
                    <a:pt x="6252950" y="502611"/>
                  </a:lnTo>
                  <a:lnTo>
                    <a:pt x="6198853" y="509579"/>
                  </a:lnTo>
                  <a:lnTo>
                    <a:pt x="6144086" y="516864"/>
                  </a:lnTo>
                  <a:lnTo>
                    <a:pt x="6088828" y="524365"/>
                  </a:lnTo>
                  <a:lnTo>
                    <a:pt x="6033328" y="531969"/>
                  </a:lnTo>
                  <a:lnTo>
                    <a:pt x="5977871" y="539555"/>
                  </a:lnTo>
                  <a:lnTo>
                    <a:pt x="5922734" y="547003"/>
                  </a:lnTo>
                  <a:lnTo>
                    <a:pt x="5868151" y="554203"/>
                  </a:lnTo>
                  <a:lnTo>
                    <a:pt x="5814272" y="561061"/>
                  </a:lnTo>
                  <a:lnTo>
                    <a:pt x="5761132" y="567501"/>
                  </a:lnTo>
                  <a:lnTo>
                    <a:pt x="5708632" y="573471"/>
                  </a:lnTo>
                  <a:lnTo>
                    <a:pt x="5656511" y="578941"/>
                  </a:lnTo>
                  <a:lnTo>
                    <a:pt x="5604325" y="583905"/>
                  </a:lnTo>
                  <a:lnTo>
                    <a:pt x="5567201" y="587102"/>
                  </a:lnTo>
                  <a:lnTo>
                    <a:pt x="5518789" y="590836"/>
                  </a:lnTo>
                  <a:lnTo>
                    <a:pt x="5468631" y="594178"/>
                  </a:lnTo>
                  <a:lnTo>
                    <a:pt x="5415873" y="597151"/>
                  </a:lnTo>
                  <a:lnTo>
                    <a:pt x="5359562" y="599792"/>
                  </a:lnTo>
                  <a:lnTo>
                    <a:pt x="5298738" y="602139"/>
                  </a:lnTo>
                  <a:lnTo>
                    <a:pt x="5232523" y="604230"/>
                  </a:lnTo>
                  <a:lnTo>
                    <a:pt x="5160244" y="606099"/>
                  </a:lnTo>
                  <a:lnTo>
                    <a:pt x="5081592" y="607771"/>
                  </a:lnTo>
                  <a:lnTo>
                    <a:pt x="4996833" y="609263"/>
                  </a:lnTo>
                  <a:lnTo>
                    <a:pt x="4907052" y="610584"/>
                  </a:lnTo>
                  <a:lnTo>
                    <a:pt x="4814362" y="611739"/>
                  </a:lnTo>
                  <a:lnTo>
                    <a:pt x="4722001" y="612723"/>
                  </a:lnTo>
                  <a:lnTo>
                    <a:pt x="4634171" y="613533"/>
                  </a:lnTo>
                  <a:lnTo>
                    <a:pt x="4555518" y="614167"/>
                  </a:lnTo>
                  <a:lnTo>
                    <a:pt x="4490292" y="614631"/>
                  </a:lnTo>
                  <a:lnTo>
                    <a:pt x="4441367" y="614940"/>
                  </a:lnTo>
                  <a:lnTo>
                    <a:pt x="4409457" y="615120"/>
                  </a:lnTo>
                  <a:lnTo>
                    <a:pt x="4392794" y="615205"/>
                  </a:lnTo>
                  <a:lnTo>
                    <a:pt x="4387276" y="615230"/>
                  </a:lnTo>
                  <a:lnTo>
                    <a:pt x="4386855" y="615232"/>
                  </a:lnTo>
                  <a:lnTo>
                    <a:pt x="3848118" y="615232"/>
                  </a:lnTo>
                  <a:lnTo>
                    <a:pt x="3846823" y="615211"/>
                  </a:lnTo>
                  <a:lnTo>
                    <a:pt x="3838369" y="615066"/>
                  </a:lnTo>
                  <a:lnTo>
                    <a:pt x="3817293" y="614663"/>
                  </a:lnTo>
                  <a:lnTo>
                    <a:pt x="3780205" y="613872"/>
                  </a:lnTo>
                  <a:lnTo>
                    <a:pt x="3726121" y="612581"/>
                  </a:lnTo>
                  <a:lnTo>
                    <a:pt x="3656478" y="610706"/>
                  </a:lnTo>
                  <a:lnTo>
                    <a:pt x="3574658" y="608202"/>
                  </a:lnTo>
                  <a:lnTo>
                    <a:pt x="3485113" y="605059"/>
                  </a:lnTo>
                  <a:lnTo>
                    <a:pt x="3392406" y="601289"/>
                  </a:lnTo>
                  <a:lnTo>
                    <a:pt x="3300463" y="596905"/>
                  </a:lnTo>
                  <a:lnTo>
                    <a:pt x="3212172" y="591912"/>
                  </a:lnTo>
                  <a:lnTo>
                    <a:pt x="3129309" y="586293"/>
                  </a:lnTo>
                  <a:lnTo>
                    <a:pt x="3052684" y="580005"/>
                  </a:lnTo>
                  <a:lnTo>
                    <a:pt x="2982368" y="572976"/>
                  </a:lnTo>
                  <a:lnTo>
                    <a:pt x="2917928" y="565105"/>
                  </a:lnTo>
                  <a:lnTo>
                    <a:pt x="2858619" y="556268"/>
                  </a:lnTo>
                  <a:lnTo>
                    <a:pt x="2803534" y="546325"/>
                  </a:lnTo>
                  <a:lnTo>
                    <a:pt x="2751710" y="535131"/>
                  </a:lnTo>
                  <a:lnTo>
                    <a:pt x="2702219" y="522565"/>
                  </a:lnTo>
                  <a:lnTo>
                    <a:pt x="2667772" y="512693"/>
                  </a:lnTo>
                  <a:lnTo>
                    <a:pt x="2617176" y="496559"/>
                  </a:lnTo>
                  <a:lnTo>
                    <a:pt x="2567069" y="478741"/>
                  </a:lnTo>
                  <a:lnTo>
                    <a:pt x="2516916" y="459215"/>
                  </a:lnTo>
                  <a:lnTo>
                    <a:pt x="2466356" y="438019"/>
                  </a:lnTo>
                  <a:lnTo>
                    <a:pt x="2415182" y="415260"/>
                  </a:lnTo>
                  <a:lnTo>
                    <a:pt x="2363321" y="391115"/>
                  </a:lnTo>
                  <a:lnTo>
                    <a:pt x="2310816" y="365833"/>
                  </a:lnTo>
                  <a:lnTo>
                    <a:pt x="2257804" y="339724"/>
                  </a:lnTo>
                  <a:lnTo>
                    <a:pt x="2204491" y="313147"/>
                  </a:lnTo>
                  <a:lnTo>
                    <a:pt x="2151126" y="286488"/>
                  </a:lnTo>
                  <a:lnTo>
                    <a:pt x="2097961" y="260140"/>
                  </a:lnTo>
                  <a:lnTo>
                    <a:pt x="2045224" y="234474"/>
                  </a:lnTo>
                  <a:lnTo>
                    <a:pt x="1993085" y="209824"/>
                  </a:lnTo>
                  <a:lnTo>
                    <a:pt x="1941628" y="186464"/>
                  </a:lnTo>
                  <a:lnTo>
                    <a:pt x="1890831" y="164604"/>
                  </a:lnTo>
                  <a:lnTo>
                    <a:pt x="1840543" y="144377"/>
                  </a:lnTo>
                  <a:lnTo>
                    <a:pt x="1790471" y="125851"/>
                  </a:lnTo>
                  <a:lnTo>
                    <a:pt x="1740156" y="109025"/>
                  </a:lnTo>
                  <a:lnTo>
                    <a:pt x="1719082" y="102538"/>
                  </a:lnTo>
                  <a:lnTo>
                    <a:pt x="1670755" y="88950"/>
                  </a:lnTo>
                  <a:lnTo>
                    <a:pt x="1620690" y="76783"/>
                  </a:lnTo>
                  <a:lnTo>
                    <a:pt x="1568037" y="65959"/>
                  </a:lnTo>
                  <a:lnTo>
                    <a:pt x="1511849" y="56345"/>
                  </a:lnTo>
                  <a:lnTo>
                    <a:pt x="1451169" y="47797"/>
                  </a:lnTo>
                  <a:lnTo>
                    <a:pt x="1385124" y="40177"/>
                  </a:lnTo>
                  <a:lnTo>
                    <a:pt x="1313041" y="33367"/>
                  </a:lnTo>
                  <a:lnTo>
                    <a:pt x="1234608" y="27276"/>
                  </a:lnTo>
                  <a:lnTo>
                    <a:pt x="1150082" y="21838"/>
                  </a:lnTo>
                  <a:lnTo>
                    <a:pt x="1060524" y="17019"/>
                  </a:lnTo>
                  <a:lnTo>
                    <a:pt x="968022" y="12808"/>
                  </a:lnTo>
                  <a:lnTo>
                    <a:pt x="875776" y="9214"/>
                  </a:lnTo>
                  <a:lnTo>
                    <a:pt x="787950" y="6253"/>
                  </a:lnTo>
                  <a:lnTo>
                    <a:pt x="709167" y="3930"/>
                  </a:lnTo>
                  <a:lnTo>
                    <a:pt x="643673" y="2227"/>
                  </a:lnTo>
                  <a:lnTo>
                    <a:pt x="594375" y="1088"/>
                  </a:lnTo>
                  <a:lnTo>
                    <a:pt x="562047" y="420"/>
                  </a:lnTo>
                  <a:lnTo>
                    <a:pt x="545001" y="104"/>
                  </a:lnTo>
                  <a:lnTo>
                    <a:pt x="539220" y="7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44" name="pl1644"/>
            <p:cNvSpPr/>
            <p:nvPr/>
          </p:nvSpPr>
          <p:spPr>
            <a:xfrm>
              <a:off x="546595" y="5302087"/>
              <a:ext cx="8234974" cy="615232"/>
            </a:xfrm>
            <a:custGeom>
              <a:avLst/>
              <a:pathLst>
                <a:path w="8234974" h="615232">
                  <a:moveTo>
                    <a:pt x="0" y="0"/>
                  </a:moveTo>
                  <a:lnTo>
                    <a:pt x="538736" y="0"/>
                  </a:lnTo>
                  <a:lnTo>
                    <a:pt x="540032" y="20"/>
                  </a:lnTo>
                  <a:lnTo>
                    <a:pt x="548485" y="166"/>
                  </a:lnTo>
                  <a:lnTo>
                    <a:pt x="569562" y="568"/>
                  </a:lnTo>
                  <a:lnTo>
                    <a:pt x="606650" y="1359"/>
                  </a:lnTo>
                  <a:lnTo>
                    <a:pt x="660734" y="2651"/>
                  </a:lnTo>
                  <a:lnTo>
                    <a:pt x="730376" y="4526"/>
                  </a:lnTo>
                  <a:lnTo>
                    <a:pt x="812196" y="7029"/>
                  </a:lnTo>
                  <a:lnTo>
                    <a:pt x="901742" y="10172"/>
                  </a:lnTo>
                  <a:lnTo>
                    <a:pt x="994449" y="13943"/>
                  </a:lnTo>
                  <a:lnTo>
                    <a:pt x="1086391" y="18327"/>
                  </a:lnTo>
                  <a:lnTo>
                    <a:pt x="1174683" y="23320"/>
                  </a:lnTo>
                  <a:lnTo>
                    <a:pt x="1257546" y="28938"/>
                  </a:lnTo>
                  <a:lnTo>
                    <a:pt x="1334171" y="35226"/>
                  </a:lnTo>
                  <a:lnTo>
                    <a:pt x="1404487" y="42256"/>
                  </a:lnTo>
                  <a:lnTo>
                    <a:pt x="1468927" y="50126"/>
                  </a:lnTo>
                  <a:lnTo>
                    <a:pt x="1528236" y="58963"/>
                  </a:lnTo>
                  <a:lnTo>
                    <a:pt x="1583321" y="68906"/>
                  </a:lnTo>
                  <a:lnTo>
                    <a:pt x="1635144" y="80100"/>
                  </a:lnTo>
                  <a:lnTo>
                    <a:pt x="1684635" y="92666"/>
                  </a:lnTo>
                  <a:lnTo>
                    <a:pt x="1719082" y="102538"/>
                  </a:lnTo>
                  <a:lnTo>
                    <a:pt x="1769678" y="118672"/>
                  </a:lnTo>
                  <a:lnTo>
                    <a:pt x="1819785" y="136490"/>
                  </a:lnTo>
                  <a:lnTo>
                    <a:pt x="1869939" y="156016"/>
                  </a:lnTo>
                  <a:lnTo>
                    <a:pt x="1920499" y="177212"/>
                  </a:lnTo>
                  <a:lnTo>
                    <a:pt x="1971672" y="199971"/>
                  </a:lnTo>
                  <a:lnTo>
                    <a:pt x="2023533" y="224116"/>
                  </a:lnTo>
                  <a:lnTo>
                    <a:pt x="2076039" y="249399"/>
                  </a:lnTo>
                  <a:lnTo>
                    <a:pt x="2129051" y="275508"/>
                  </a:lnTo>
                  <a:lnTo>
                    <a:pt x="2182363" y="302085"/>
                  </a:lnTo>
                  <a:lnTo>
                    <a:pt x="2235729" y="328743"/>
                  </a:lnTo>
                  <a:lnTo>
                    <a:pt x="2288894" y="355092"/>
                  </a:lnTo>
                  <a:lnTo>
                    <a:pt x="2341631" y="380757"/>
                  </a:lnTo>
                  <a:lnTo>
                    <a:pt x="2393770" y="405408"/>
                  </a:lnTo>
                  <a:lnTo>
                    <a:pt x="2445227" y="428767"/>
                  </a:lnTo>
                  <a:lnTo>
                    <a:pt x="2496024" y="450628"/>
                  </a:lnTo>
                  <a:lnTo>
                    <a:pt x="2546311" y="470854"/>
                  </a:lnTo>
                  <a:lnTo>
                    <a:pt x="2596383" y="489381"/>
                  </a:lnTo>
                  <a:lnTo>
                    <a:pt x="2646699" y="506206"/>
                  </a:lnTo>
                  <a:lnTo>
                    <a:pt x="2667772" y="512693"/>
                  </a:lnTo>
                  <a:lnTo>
                    <a:pt x="2716100" y="526282"/>
                  </a:lnTo>
                  <a:lnTo>
                    <a:pt x="2766164" y="538448"/>
                  </a:lnTo>
                  <a:lnTo>
                    <a:pt x="2818817" y="549272"/>
                  </a:lnTo>
                  <a:lnTo>
                    <a:pt x="2875006" y="558886"/>
                  </a:lnTo>
                  <a:lnTo>
                    <a:pt x="2935686" y="567435"/>
                  </a:lnTo>
                  <a:lnTo>
                    <a:pt x="3001731" y="575055"/>
                  </a:lnTo>
                  <a:lnTo>
                    <a:pt x="3073813" y="581864"/>
                  </a:lnTo>
                  <a:lnTo>
                    <a:pt x="3152246" y="587956"/>
                  </a:lnTo>
                  <a:lnTo>
                    <a:pt x="3236773" y="593393"/>
                  </a:lnTo>
                  <a:lnTo>
                    <a:pt x="3326330" y="598213"/>
                  </a:lnTo>
                  <a:lnTo>
                    <a:pt x="3418833" y="602423"/>
                  </a:lnTo>
                  <a:lnTo>
                    <a:pt x="3511078" y="606017"/>
                  </a:lnTo>
                  <a:lnTo>
                    <a:pt x="3598904" y="608979"/>
                  </a:lnTo>
                  <a:lnTo>
                    <a:pt x="3677688" y="611301"/>
                  </a:lnTo>
                  <a:lnTo>
                    <a:pt x="3743181" y="613004"/>
                  </a:lnTo>
                  <a:lnTo>
                    <a:pt x="3792480" y="614144"/>
                  </a:lnTo>
                  <a:lnTo>
                    <a:pt x="3824807" y="614811"/>
                  </a:lnTo>
                  <a:lnTo>
                    <a:pt x="3841854" y="615128"/>
                  </a:lnTo>
                  <a:lnTo>
                    <a:pt x="3847635" y="615224"/>
                  </a:lnTo>
                  <a:lnTo>
                    <a:pt x="3848118" y="615232"/>
                  </a:lnTo>
                  <a:lnTo>
                    <a:pt x="4386855" y="615232"/>
                  </a:lnTo>
                  <a:lnTo>
                    <a:pt x="4388157" y="615226"/>
                  </a:lnTo>
                  <a:lnTo>
                    <a:pt x="4396653" y="615186"/>
                  </a:lnTo>
                  <a:lnTo>
                    <a:pt x="4417831" y="615075"/>
                  </a:lnTo>
                  <a:lnTo>
                    <a:pt x="4455086" y="614857"/>
                  </a:lnTo>
                  <a:lnTo>
                    <a:pt x="4509395" y="614501"/>
                  </a:lnTo>
                  <a:lnTo>
                    <a:pt x="4579293" y="613984"/>
                  </a:lnTo>
                  <a:lnTo>
                    <a:pt x="4661369" y="613294"/>
                  </a:lnTo>
                  <a:lnTo>
                    <a:pt x="4751139" y="612428"/>
                  </a:lnTo>
                  <a:lnTo>
                    <a:pt x="4844021" y="611389"/>
                  </a:lnTo>
                  <a:lnTo>
                    <a:pt x="4936083" y="610182"/>
                  </a:lnTo>
                  <a:lnTo>
                    <a:pt x="5024442" y="608806"/>
                  </a:lnTo>
                  <a:lnTo>
                    <a:pt x="5107329" y="607259"/>
                  </a:lnTo>
                  <a:lnTo>
                    <a:pt x="5183949" y="605527"/>
                  </a:lnTo>
                  <a:lnTo>
                    <a:pt x="5254242" y="603590"/>
                  </a:lnTo>
                  <a:lnTo>
                    <a:pt x="5318655" y="601421"/>
                  </a:lnTo>
                  <a:lnTo>
                    <a:pt x="5377940" y="598984"/>
                  </a:lnTo>
                  <a:lnTo>
                    <a:pt x="5433014" y="596243"/>
                  </a:lnTo>
                  <a:lnTo>
                    <a:pt x="5484843" y="593155"/>
                  </a:lnTo>
                  <a:lnTo>
                    <a:pt x="5534359" y="589689"/>
                  </a:lnTo>
                  <a:lnTo>
                    <a:pt x="5567201" y="587102"/>
                  </a:lnTo>
                  <a:lnTo>
                    <a:pt x="5619813" y="582488"/>
                  </a:lnTo>
                  <a:lnTo>
                    <a:pt x="5671922" y="577375"/>
                  </a:lnTo>
                  <a:lnTo>
                    <a:pt x="5724118" y="571755"/>
                  </a:lnTo>
                  <a:lnTo>
                    <a:pt x="5776788" y="565642"/>
                  </a:lnTo>
                  <a:lnTo>
                    <a:pt x="5830142" y="559072"/>
                  </a:lnTo>
                  <a:lnTo>
                    <a:pt x="5884240" y="552104"/>
                  </a:lnTo>
                  <a:lnTo>
                    <a:pt x="5939006" y="544819"/>
                  </a:lnTo>
                  <a:lnTo>
                    <a:pt x="5994265" y="537318"/>
                  </a:lnTo>
                  <a:lnTo>
                    <a:pt x="6049765" y="529714"/>
                  </a:lnTo>
                  <a:lnTo>
                    <a:pt x="6105222" y="522129"/>
                  </a:lnTo>
                  <a:lnTo>
                    <a:pt x="6160358" y="514680"/>
                  </a:lnTo>
                  <a:lnTo>
                    <a:pt x="6214941" y="507480"/>
                  </a:lnTo>
                  <a:lnTo>
                    <a:pt x="6268821" y="500622"/>
                  </a:lnTo>
                  <a:lnTo>
                    <a:pt x="6321960" y="494182"/>
                  </a:lnTo>
                  <a:lnTo>
                    <a:pt x="6374460" y="488213"/>
                  </a:lnTo>
                  <a:lnTo>
                    <a:pt x="6426581" y="482742"/>
                  </a:lnTo>
                  <a:lnTo>
                    <a:pt x="6478768" y="477778"/>
                  </a:lnTo>
                  <a:lnTo>
                    <a:pt x="6515891" y="474581"/>
                  </a:lnTo>
                  <a:lnTo>
                    <a:pt x="6564304" y="470847"/>
                  </a:lnTo>
                  <a:lnTo>
                    <a:pt x="6614461" y="467505"/>
                  </a:lnTo>
                  <a:lnTo>
                    <a:pt x="6667219" y="464532"/>
                  </a:lnTo>
                  <a:lnTo>
                    <a:pt x="6723530" y="461892"/>
                  </a:lnTo>
                  <a:lnTo>
                    <a:pt x="6784355" y="459545"/>
                  </a:lnTo>
                  <a:lnTo>
                    <a:pt x="6850570" y="457453"/>
                  </a:lnTo>
                  <a:lnTo>
                    <a:pt x="6922849" y="455584"/>
                  </a:lnTo>
                  <a:lnTo>
                    <a:pt x="7001501" y="453912"/>
                  </a:lnTo>
                  <a:lnTo>
                    <a:pt x="7086259" y="452420"/>
                  </a:lnTo>
                  <a:lnTo>
                    <a:pt x="7176040" y="451099"/>
                  </a:lnTo>
                  <a:lnTo>
                    <a:pt x="7268731" y="449945"/>
                  </a:lnTo>
                  <a:lnTo>
                    <a:pt x="7361091" y="448960"/>
                  </a:lnTo>
                  <a:lnTo>
                    <a:pt x="7448922" y="448150"/>
                  </a:lnTo>
                  <a:lnTo>
                    <a:pt x="7527575" y="447516"/>
                  </a:lnTo>
                  <a:lnTo>
                    <a:pt x="7592800" y="447052"/>
                  </a:lnTo>
                  <a:lnTo>
                    <a:pt x="7641726" y="446743"/>
                  </a:lnTo>
                  <a:lnTo>
                    <a:pt x="7673635" y="446563"/>
                  </a:lnTo>
                  <a:lnTo>
                    <a:pt x="7690298" y="446478"/>
                  </a:lnTo>
                  <a:lnTo>
                    <a:pt x="7695817" y="446453"/>
                  </a:lnTo>
                  <a:lnTo>
                    <a:pt x="7696237" y="446451"/>
                  </a:lnTo>
                  <a:lnTo>
                    <a:pt x="8234974" y="446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5" name="pl1645"/>
            <p:cNvSpPr/>
            <p:nvPr/>
          </p:nvSpPr>
          <p:spPr>
            <a:xfrm>
              <a:off x="546595" y="5296643"/>
              <a:ext cx="8234974" cy="615232"/>
            </a:xfrm>
            <a:custGeom>
              <a:avLst/>
              <a:pathLst>
                <a:path w="8234974" h="615232">
                  <a:moveTo>
                    <a:pt x="8234974" y="446451"/>
                  </a:moveTo>
                  <a:lnTo>
                    <a:pt x="7696237" y="446451"/>
                  </a:lnTo>
                  <a:lnTo>
                    <a:pt x="7694935" y="446457"/>
                  </a:lnTo>
                  <a:lnTo>
                    <a:pt x="7686439" y="446497"/>
                  </a:lnTo>
                  <a:lnTo>
                    <a:pt x="7665262" y="446608"/>
                  </a:lnTo>
                  <a:lnTo>
                    <a:pt x="7628006" y="446826"/>
                  </a:lnTo>
                  <a:lnTo>
                    <a:pt x="7573698" y="447182"/>
                  </a:lnTo>
                  <a:lnTo>
                    <a:pt x="7503799" y="447699"/>
                  </a:lnTo>
                  <a:lnTo>
                    <a:pt x="7421724" y="448389"/>
                  </a:lnTo>
                  <a:lnTo>
                    <a:pt x="7331953" y="449255"/>
                  </a:lnTo>
                  <a:lnTo>
                    <a:pt x="7239071" y="450294"/>
                  </a:lnTo>
                  <a:lnTo>
                    <a:pt x="7147009" y="451502"/>
                  </a:lnTo>
                  <a:lnTo>
                    <a:pt x="7058651" y="452877"/>
                  </a:lnTo>
                  <a:lnTo>
                    <a:pt x="6975763" y="454424"/>
                  </a:lnTo>
                  <a:lnTo>
                    <a:pt x="6899144" y="456157"/>
                  </a:lnTo>
                  <a:lnTo>
                    <a:pt x="6828851" y="458093"/>
                  </a:lnTo>
                  <a:lnTo>
                    <a:pt x="6764438" y="460263"/>
                  </a:lnTo>
                  <a:lnTo>
                    <a:pt x="6705152" y="462699"/>
                  </a:lnTo>
                  <a:lnTo>
                    <a:pt x="6650079" y="465441"/>
                  </a:lnTo>
                  <a:lnTo>
                    <a:pt x="6598249" y="468528"/>
                  </a:lnTo>
                  <a:lnTo>
                    <a:pt x="6548733" y="471994"/>
                  </a:lnTo>
                  <a:lnTo>
                    <a:pt x="6515891" y="474581"/>
                  </a:lnTo>
                  <a:lnTo>
                    <a:pt x="6463279" y="479195"/>
                  </a:lnTo>
                  <a:lnTo>
                    <a:pt x="6411170" y="484308"/>
                  </a:lnTo>
                  <a:lnTo>
                    <a:pt x="6358974" y="489929"/>
                  </a:lnTo>
                  <a:lnTo>
                    <a:pt x="6306305" y="496042"/>
                  </a:lnTo>
                  <a:lnTo>
                    <a:pt x="6252950" y="502611"/>
                  </a:lnTo>
                  <a:lnTo>
                    <a:pt x="6198853" y="509579"/>
                  </a:lnTo>
                  <a:lnTo>
                    <a:pt x="6144086" y="516864"/>
                  </a:lnTo>
                  <a:lnTo>
                    <a:pt x="6088828" y="524365"/>
                  </a:lnTo>
                  <a:lnTo>
                    <a:pt x="6033328" y="531969"/>
                  </a:lnTo>
                  <a:lnTo>
                    <a:pt x="5977871" y="539555"/>
                  </a:lnTo>
                  <a:lnTo>
                    <a:pt x="5922734" y="547003"/>
                  </a:lnTo>
                  <a:lnTo>
                    <a:pt x="5868151" y="554203"/>
                  </a:lnTo>
                  <a:lnTo>
                    <a:pt x="5814272" y="561061"/>
                  </a:lnTo>
                  <a:lnTo>
                    <a:pt x="5761132" y="567501"/>
                  </a:lnTo>
                  <a:lnTo>
                    <a:pt x="5708632" y="573471"/>
                  </a:lnTo>
                  <a:lnTo>
                    <a:pt x="5656511" y="578941"/>
                  </a:lnTo>
                  <a:lnTo>
                    <a:pt x="5604325" y="583905"/>
                  </a:lnTo>
                  <a:lnTo>
                    <a:pt x="5567201" y="587102"/>
                  </a:lnTo>
                  <a:lnTo>
                    <a:pt x="5518789" y="590836"/>
                  </a:lnTo>
                  <a:lnTo>
                    <a:pt x="5468631" y="594178"/>
                  </a:lnTo>
                  <a:lnTo>
                    <a:pt x="5415873" y="597151"/>
                  </a:lnTo>
                  <a:lnTo>
                    <a:pt x="5359562" y="599792"/>
                  </a:lnTo>
                  <a:lnTo>
                    <a:pt x="5298738" y="602139"/>
                  </a:lnTo>
                  <a:lnTo>
                    <a:pt x="5232523" y="604230"/>
                  </a:lnTo>
                  <a:lnTo>
                    <a:pt x="5160244" y="606099"/>
                  </a:lnTo>
                  <a:lnTo>
                    <a:pt x="5081592" y="607771"/>
                  </a:lnTo>
                  <a:lnTo>
                    <a:pt x="4996833" y="609263"/>
                  </a:lnTo>
                  <a:lnTo>
                    <a:pt x="4907052" y="610584"/>
                  </a:lnTo>
                  <a:lnTo>
                    <a:pt x="4814362" y="611739"/>
                  </a:lnTo>
                  <a:lnTo>
                    <a:pt x="4722001" y="612723"/>
                  </a:lnTo>
                  <a:lnTo>
                    <a:pt x="4634171" y="613533"/>
                  </a:lnTo>
                  <a:lnTo>
                    <a:pt x="4555518" y="614167"/>
                  </a:lnTo>
                  <a:lnTo>
                    <a:pt x="4490292" y="614631"/>
                  </a:lnTo>
                  <a:lnTo>
                    <a:pt x="4441367" y="614940"/>
                  </a:lnTo>
                  <a:lnTo>
                    <a:pt x="4409457" y="615120"/>
                  </a:lnTo>
                  <a:lnTo>
                    <a:pt x="4392794" y="615205"/>
                  </a:lnTo>
                  <a:lnTo>
                    <a:pt x="4387276" y="615230"/>
                  </a:lnTo>
                  <a:lnTo>
                    <a:pt x="4386855" y="615232"/>
                  </a:lnTo>
                  <a:lnTo>
                    <a:pt x="3848118" y="615232"/>
                  </a:lnTo>
                  <a:lnTo>
                    <a:pt x="3846823" y="615211"/>
                  </a:lnTo>
                  <a:lnTo>
                    <a:pt x="3838369" y="615066"/>
                  </a:lnTo>
                  <a:lnTo>
                    <a:pt x="3817293" y="614663"/>
                  </a:lnTo>
                  <a:lnTo>
                    <a:pt x="3780205" y="613872"/>
                  </a:lnTo>
                  <a:lnTo>
                    <a:pt x="3726121" y="612581"/>
                  </a:lnTo>
                  <a:lnTo>
                    <a:pt x="3656478" y="610706"/>
                  </a:lnTo>
                  <a:lnTo>
                    <a:pt x="3574658" y="608202"/>
                  </a:lnTo>
                  <a:lnTo>
                    <a:pt x="3485113" y="605059"/>
                  </a:lnTo>
                  <a:lnTo>
                    <a:pt x="3392406" y="601289"/>
                  </a:lnTo>
                  <a:lnTo>
                    <a:pt x="3300463" y="596905"/>
                  </a:lnTo>
                  <a:lnTo>
                    <a:pt x="3212172" y="591912"/>
                  </a:lnTo>
                  <a:lnTo>
                    <a:pt x="3129309" y="586293"/>
                  </a:lnTo>
                  <a:lnTo>
                    <a:pt x="3052684" y="580005"/>
                  </a:lnTo>
                  <a:lnTo>
                    <a:pt x="2982368" y="572976"/>
                  </a:lnTo>
                  <a:lnTo>
                    <a:pt x="2917928" y="565105"/>
                  </a:lnTo>
                  <a:lnTo>
                    <a:pt x="2858619" y="556268"/>
                  </a:lnTo>
                  <a:lnTo>
                    <a:pt x="2803534" y="546325"/>
                  </a:lnTo>
                  <a:lnTo>
                    <a:pt x="2751710" y="535131"/>
                  </a:lnTo>
                  <a:lnTo>
                    <a:pt x="2702219" y="522565"/>
                  </a:lnTo>
                  <a:lnTo>
                    <a:pt x="2667772" y="512693"/>
                  </a:lnTo>
                  <a:lnTo>
                    <a:pt x="2617176" y="496559"/>
                  </a:lnTo>
                  <a:lnTo>
                    <a:pt x="2567069" y="478741"/>
                  </a:lnTo>
                  <a:lnTo>
                    <a:pt x="2516916" y="459215"/>
                  </a:lnTo>
                  <a:lnTo>
                    <a:pt x="2466356" y="438019"/>
                  </a:lnTo>
                  <a:lnTo>
                    <a:pt x="2415182" y="415260"/>
                  </a:lnTo>
                  <a:lnTo>
                    <a:pt x="2363321" y="391115"/>
                  </a:lnTo>
                  <a:lnTo>
                    <a:pt x="2310816" y="365833"/>
                  </a:lnTo>
                  <a:lnTo>
                    <a:pt x="2257804" y="339724"/>
                  </a:lnTo>
                  <a:lnTo>
                    <a:pt x="2204491" y="313147"/>
                  </a:lnTo>
                  <a:lnTo>
                    <a:pt x="2151126" y="286488"/>
                  </a:lnTo>
                  <a:lnTo>
                    <a:pt x="2097961" y="260140"/>
                  </a:lnTo>
                  <a:lnTo>
                    <a:pt x="2045224" y="234474"/>
                  </a:lnTo>
                  <a:lnTo>
                    <a:pt x="1993085" y="209824"/>
                  </a:lnTo>
                  <a:lnTo>
                    <a:pt x="1941628" y="186464"/>
                  </a:lnTo>
                  <a:lnTo>
                    <a:pt x="1890831" y="164604"/>
                  </a:lnTo>
                  <a:lnTo>
                    <a:pt x="1840543" y="144377"/>
                  </a:lnTo>
                  <a:lnTo>
                    <a:pt x="1790471" y="125851"/>
                  </a:lnTo>
                  <a:lnTo>
                    <a:pt x="1740156" y="109025"/>
                  </a:lnTo>
                  <a:lnTo>
                    <a:pt x="1719082" y="102538"/>
                  </a:lnTo>
                  <a:lnTo>
                    <a:pt x="1670755" y="88950"/>
                  </a:lnTo>
                  <a:lnTo>
                    <a:pt x="1620690" y="76783"/>
                  </a:lnTo>
                  <a:lnTo>
                    <a:pt x="1568037" y="65959"/>
                  </a:lnTo>
                  <a:lnTo>
                    <a:pt x="1511849" y="56345"/>
                  </a:lnTo>
                  <a:lnTo>
                    <a:pt x="1451169" y="47797"/>
                  </a:lnTo>
                  <a:lnTo>
                    <a:pt x="1385124" y="40177"/>
                  </a:lnTo>
                  <a:lnTo>
                    <a:pt x="1313041" y="33367"/>
                  </a:lnTo>
                  <a:lnTo>
                    <a:pt x="1234608" y="27276"/>
                  </a:lnTo>
                  <a:lnTo>
                    <a:pt x="1150082" y="21838"/>
                  </a:lnTo>
                  <a:lnTo>
                    <a:pt x="1060524" y="17019"/>
                  </a:lnTo>
                  <a:lnTo>
                    <a:pt x="968022" y="12808"/>
                  </a:lnTo>
                  <a:lnTo>
                    <a:pt x="875776" y="9214"/>
                  </a:lnTo>
                  <a:lnTo>
                    <a:pt x="787950" y="6253"/>
                  </a:lnTo>
                  <a:lnTo>
                    <a:pt x="709167" y="3930"/>
                  </a:lnTo>
                  <a:lnTo>
                    <a:pt x="643673" y="2227"/>
                  </a:lnTo>
                  <a:lnTo>
                    <a:pt x="594375" y="1088"/>
                  </a:lnTo>
                  <a:lnTo>
                    <a:pt x="562047" y="420"/>
                  </a:lnTo>
                  <a:lnTo>
                    <a:pt x="545001" y="104"/>
                  </a:lnTo>
                  <a:lnTo>
                    <a:pt x="539220" y="7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6" name="pg1646"/>
            <p:cNvSpPr/>
            <p:nvPr/>
          </p:nvSpPr>
          <p:spPr>
            <a:xfrm>
              <a:off x="546595" y="1953699"/>
              <a:ext cx="8234974" cy="3223164"/>
            </a:xfrm>
            <a:custGeom>
              <a:avLst/>
              <a:pathLst>
                <a:path w="8234974" h="3223164">
                  <a:moveTo>
                    <a:pt x="0" y="3223164"/>
                  </a:moveTo>
                  <a:lnTo>
                    <a:pt x="538736" y="3223164"/>
                  </a:lnTo>
                  <a:lnTo>
                    <a:pt x="539871" y="3223071"/>
                  </a:lnTo>
                  <a:lnTo>
                    <a:pt x="547300" y="3222406"/>
                  </a:lnTo>
                  <a:lnTo>
                    <a:pt x="565909" y="3220568"/>
                  </a:lnTo>
                  <a:lnTo>
                    <a:pt x="598879" y="3216957"/>
                  </a:lnTo>
                  <a:lnTo>
                    <a:pt x="647404" y="3211036"/>
                  </a:lnTo>
                  <a:lnTo>
                    <a:pt x="710626" y="3202396"/>
                  </a:lnTo>
                  <a:lnTo>
                    <a:pt x="785933" y="3190789"/>
                  </a:lnTo>
                  <a:lnTo>
                    <a:pt x="869607" y="3176130"/>
                  </a:lnTo>
                  <a:lnTo>
                    <a:pt x="957599" y="3158444"/>
                  </a:lnTo>
                  <a:lnTo>
                    <a:pt x="1046207" y="3137800"/>
                  </a:lnTo>
                  <a:lnTo>
                    <a:pt x="1132506" y="3114247"/>
                  </a:lnTo>
                  <a:lnTo>
                    <a:pt x="1214503" y="3087758"/>
                  </a:lnTo>
                  <a:lnTo>
                    <a:pt x="1291085" y="3058198"/>
                  </a:lnTo>
                  <a:lnTo>
                    <a:pt x="1361866" y="3025311"/>
                  </a:lnTo>
                  <a:lnTo>
                    <a:pt x="1426986" y="2988712"/>
                  </a:lnTo>
                  <a:lnTo>
                    <a:pt x="1486942" y="2947901"/>
                  </a:lnTo>
                  <a:lnTo>
                    <a:pt x="1542442" y="2902282"/>
                  </a:lnTo>
                  <a:lnTo>
                    <a:pt x="1594301" y="2851199"/>
                  </a:lnTo>
                  <a:lnTo>
                    <a:pt x="1643361" y="2794003"/>
                  </a:lnTo>
                  <a:lnTo>
                    <a:pt x="1690421" y="2730174"/>
                  </a:lnTo>
                  <a:lnTo>
                    <a:pt x="1719082" y="2686877"/>
                  </a:lnTo>
                  <a:lnTo>
                    <a:pt x="1752755" y="2631832"/>
                  </a:lnTo>
                  <a:lnTo>
                    <a:pt x="1786118" y="2572946"/>
                  </a:lnTo>
                  <a:lnTo>
                    <a:pt x="1819356" y="2510140"/>
                  </a:lnTo>
                  <a:lnTo>
                    <a:pt x="1852617" y="2443393"/>
                  </a:lnTo>
                  <a:lnTo>
                    <a:pt x="1886013" y="2372743"/>
                  </a:lnTo>
                  <a:lnTo>
                    <a:pt x="1919627" y="2298298"/>
                  </a:lnTo>
                  <a:lnTo>
                    <a:pt x="1953514" y="2220235"/>
                  </a:lnTo>
                  <a:lnTo>
                    <a:pt x="1987700" y="2138808"/>
                  </a:lnTo>
                  <a:lnTo>
                    <a:pt x="2022191" y="2054340"/>
                  </a:lnTo>
                  <a:lnTo>
                    <a:pt x="2056969" y="1967228"/>
                  </a:lnTo>
                  <a:lnTo>
                    <a:pt x="2091998" y="1877932"/>
                  </a:lnTo>
                  <a:lnTo>
                    <a:pt x="2127227" y="1786965"/>
                  </a:lnTo>
                  <a:lnTo>
                    <a:pt x="2162593" y="1694887"/>
                  </a:lnTo>
                  <a:lnTo>
                    <a:pt x="2198023" y="1602286"/>
                  </a:lnTo>
                  <a:lnTo>
                    <a:pt x="2233444" y="1509762"/>
                  </a:lnTo>
                  <a:lnTo>
                    <a:pt x="2268781" y="1417917"/>
                  </a:lnTo>
                  <a:lnTo>
                    <a:pt x="2303964" y="1327332"/>
                  </a:lnTo>
                  <a:lnTo>
                    <a:pt x="2338932" y="1238554"/>
                  </a:lnTo>
                  <a:lnTo>
                    <a:pt x="2373639" y="1152087"/>
                  </a:lnTo>
                  <a:lnTo>
                    <a:pt x="2408051" y="1068373"/>
                  </a:lnTo>
                  <a:lnTo>
                    <a:pt x="2442159" y="987789"/>
                  </a:lnTo>
                  <a:lnTo>
                    <a:pt x="2475971" y="910644"/>
                  </a:lnTo>
                  <a:lnTo>
                    <a:pt x="2509522" y="837169"/>
                  </a:lnTo>
                  <a:lnTo>
                    <a:pt x="2542874" y="767524"/>
                  </a:lnTo>
                  <a:lnTo>
                    <a:pt x="2576117" y="701798"/>
                  </a:lnTo>
                  <a:lnTo>
                    <a:pt x="2609372" y="640013"/>
                  </a:lnTo>
                  <a:lnTo>
                    <a:pt x="2642795" y="582133"/>
                  </a:lnTo>
                  <a:lnTo>
                    <a:pt x="2667772" y="541731"/>
                  </a:lnTo>
                  <a:lnTo>
                    <a:pt x="2713940" y="473633"/>
                  </a:lnTo>
                  <a:lnTo>
                    <a:pt x="2761664" y="412345"/>
                  </a:lnTo>
                  <a:lnTo>
                    <a:pt x="2811679" y="357518"/>
                  </a:lnTo>
                  <a:lnTo>
                    <a:pt x="2864809" y="308568"/>
                  </a:lnTo>
                  <a:lnTo>
                    <a:pt x="2921892" y="264832"/>
                  </a:lnTo>
                  <a:lnTo>
                    <a:pt x="2983715" y="225670"/>
                  </a:lnTo>
                  <a:lnTo>
                    <a:pt x="3050921" y="190519"/>
                  </a:lnTo>
                  <a:lnTo>
                    <a:pt x="3123891" y="158921"/>
                  </a:lnTo>
                  <a:lnTo>
                    <a:pt x="3202590" y="130540"/>
                  </a:lnTo>
                  <a:lnTo>
                    <a:pt x="3286379" y="105164"/>
                  </a:lnTo>
                  <a:lnTo>
                    <a:pt x="3373831" y="82703"/>
                  </a:lnTo>
                  <a:lnTo>
                    <a:pt x="3462599" y="63163"/>
                  </a:lnTo>
                  <a:lnTo>
                    <a:pt x="3549432" y="46607"/>
                  </a:lnTo>
                  <a:lnTo>
                    <a:pt x="3630434" y="33098"/>
                  </a:lnTo>
                  <a:lnTo>
                    <a:pt x="3701591" y="22625"/>
                  </a:lnTo>
                  <a:lnTo>
                    <a:pt x="3759510" y="15045"/>
                  </a:lnTo>
                  <a:lnTo>
                    <a:pt x="3802179" y="10048"/>
                  </a:lnTo>
                  <a:lnTo>
                    <a:pt x="3829497" y="7172"/>
                  </a:lnTo>
                  <a:lnTo>
                    <a:pt x="3843431" y="5847"/>
                  </a:lnTo>
                  <a:lnTo>
                    <a:pt x="3847837" y="546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1" y="5509"/>
                  </a:lnTo>
                  <a:lnTo>
                    <a:pt x="4396088" y="5976"/>
                  </a:lnTo>
                  <a:lnTo>
                    <a:pt x="4416093" y="7265"/>
                  </a:lnTo>
                  <a:lnTo>
                    <a:pt x="4451398" y="9796"/>
                  </a:lnTo>
                  <a:lnTo>
                    <a:pt x="4503089" y="13939"/>
                  </a:lnTo>
                  <a:lnTo>
                    <a:pt x="4569987" y="19967"/>
                  </a:lnTo>
                  <a:lnTo>
                    <a:pt x="4649048" y="28035"/>
                  </a:lnTo>
                  <a:lnTo>
                    <a:pt x="4736136" y="38189"/>
                  </a:lnTo>
                  <a:lnTo>
                    <a:pt x="4826900" y="50402"/>
                  </a:lnTo>
                  <a:lnTo>
                    <a:pt x="4917497" y="64622"/>
                  </a:lnTo>
                  <a:lnTo>
                    <a:pt x="5005014" y="80829"/>
                  </a:lnTo>
                  <a:lnTo>
                    <a:pt x="5087570" y="99058"/>
                  </a:lnTo>
                  <a:lnTo>
                    <a:pt x="5164223" y="119432"/>
                  </a:lnTo>
                  <a:lnTo>
                    <a:pt x="5234762" y="142159"/>
                  </a:lnTo>
                  <a:lnTo>
                    <a:pt x="5299498" y="167538"/>
                  </a:lnTo>
                  <a:lnTo>
                    <a:pt x="5359069" y="195948"/>
                  </a:lnTo>
                  <a:lnTo>
                    <a:pt x="5414302" y="227828"/>
                  </a:lnTo>
                  <a:lnTo>
                    <a:pt x="5466098" y="263644"/>
                  </a:lnTo>
                  <a:lnTo>
                    <a:pt x="5515356" y="303819"/>
                  </a:lnTo>
                  <a:lnTo>
                    <a:pt x="5562889" y="348628"/>
                  </a:lnTo>
                  <a:lnTo>
                    <a:pt x="5567201" y="352987"/>
                  </a:lnTo>
                  <a:lnTo>
                    <a:pt x="5606914" y="395362"/>
                  </a:lnTo>
                  <a:lnTo>
                    <a:pt x="5646244" y="441222"/>
                  </a:lnTo>
                  <a:lnTo>
                    <a:pt x="5685478" y="490632"/>
                  </a:lnTo>
                  <a:lnTo>
                    <a:pt x="5724833" y="543590"/>
                  </a:lnTo>
                  <a:lnTo>
                    <a:pt x="5764463" y="600006"/>
                  </a:lnTo>
                  <a:lnTo>
                    <a:pt x="5804465" y="659705"/>
                  </a:lnTo>
                  <a:lnTo>
                    <a:pt x="5844886" y="722420"/>
                  </a:lnTo>
                  <a:lnTo>
                    <a:pt x="5885727" y="787790"/>
                  </a:lnTo>
                  <a:lnTo>
                    <a:pt x="5926947" y="855368"/>
                  </a:lnTo>
                  <a:lnTo>
                    <a:pt x="5968475" y="924633"/>
                  </a:lnTo>
                  <a:lnTo>
                    <a:pt x="6010211" y="995002"/>
                  </a:lnTo>
                  <a:lnTo>
                    <a:pt x="6052039" y="1065851"/>
                  </a:lnTo>
                  <a:lnTo>
                    <a:pt x="6093835" y="1136539"/>
                  </a:lnTo>
                  <a:lnTo>
                    <a:pt x="6135480" y="1206430"/>
                  </a:lnTo>
                  <a:lnTo>
                    <a:pt x="6176865" y="1274919"/>
                  </a:lnTo>
                  <a:lnTo>
                    <a:pt x="6217902" y="1341450"/>
                  </a:lnTo>
                  <a:lnTo>
                    <a:pt x="6258535" y="1405539"/>
                  </a:lnTo>
                  <a:lnTo>
                    <a:pt x="6298743" y="1466780"/>
                  </a:lnTo>
                  <a:lnTo>
                    <a:pt x="6338549" y="1524861"/>
                  </a:lnTo>
                  <a:lnTo>
                    <a:pt x="6378026" y="1579558"/>
                  </a:lnTo>
                  <a:lnTo>
                    <a:pt x="6417297" y="1630742"/>
                  </a:lnTo>
                  <a:lnTo>
                    <a:pt x="6456548" y="1678367"/>
                  </a:lnTo>
                  <a:lnTo>
                    <a:pt x="6496029" y="1722466"/>
                  </a:lnTo>
                  <a:lnTo>
                    <a:pt x="6515891" y="1743158"/>
                  </a:lnTo>
                  <a:lnTo>
                    <a:pt x="6563300" y="1788397"/>
                  </a:lnTo>
                  <a:lnTo>
                    <a:pt x="6612367" y="1828990"/>
                  </a:lnTo>
                  <a:lnTo>
                    <a:pt x="6663893" y="1865191"/>
                  </a:lnTo>
                  <a:lnTo>
                    <a:pt x="6718771" y="1897414"/>
                  </a:lnTo>
                  <a:lnTo>
                    <a:pt x="6777907" y="1926125"/>
                  </a:lnTo>
                  <a:lnTo>
                    <a:pt x="6842137" y="1951766"/>
                  </a:lnTo>
                  <a:lnTo>
                    <a:pt x="6912123" y="1974723"/>
                  </a:lnTo>
                  <a:lnTo>
                    <a:pt x="6988212" y="1995303"/>
                  </a:lnTo>
                  <a:lnTo>
                    <a:pt x="7070251" y="2013724"/>
                  </a:lnTo>
                  <a:lnTo>
                    <a:pt x="7157375" y="2030113"/>
                  </a:lnTo>
                  <a:lnTo>
                    <a:pt x="7247795" y="2044517"/>
                  </a:lnTo>
                  <a:lnTo>
                    <a:pt x="7338691" y="2056916"/>
                  </a:lnTo>
                  <a:lnTo>
                    <a:pt x="7426296" y="2067262"/>
                  </a:lnTo>
                  <a:lnTo>
                    <a:pt x="7506279" y="2075522"/>
                  </a:lnTo>
                  <a:lnTo>
                    <a:pt x="7574446" y="2081733"/>
                  </a:lnTo>
                  <a:lnTo>
                    <a:pt x="7627619" y="2086039"/>
                  </a:lnTo>
                  <a:lnTo>
                    <a:pt x="7664422" y="2088705"/>
                  </a:lnTo>
                  <a:lnTo>
                    <a:pt x="7685729" y="2090091"/>
                  </a:lnTo>
                  <a:lnTo>
                    <a:pt x="7694650" y="2090615"/>
                  </a:lnTo>
                  <a:lnTo>
                    <a:pt x="7696237" y="2090701"/>
                  </a:lnTo>
                  <a:lnTo>
                    <a:pt x="8234974" y="2090701"/>
                  </a:lnTo>
                  <a:lnTo>
                    <a:pt x="8234974" y="2085256"/>
                  </a:ln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3" y="93"/>
                  </a:lnTo>
                  <a:lnTo>
                    <a:pt x="3839555" y="757"/>
                  </a:lnTo>
                  <a:lnTo>
                    <a:pt x="3820945" y="2595"/>
                  </a:lnTo>
                  <a:lnTo>
                    <a:pt x="3787976" y="6206"/>
                  </a:lnTo>
                  <a:lnTo>
                    <a:pt x="3739451" y="12127"/>
                  </a:lnTo>
                  <a:lnTo>
                    <a:pt x="3676229" y="20768"/>
                  </a:lnTo>
                  <a:lnTo>
                    <a:pt x="3600922" y="32374"/>
                  </a:lnTo>
                  <a:lnTo>
                    <a:pt x="3517248" y="47033"/>
                  </a:lnTo>
                  <a:lnTo>
                    <a:pt x="3429256" y="64719"/>
                  </a:lnTo>
                  <a:lnTo>
                    <a:pt x="3340648" y="85363"/>
                  </a:lnTo>
                  <a:lnTo>
                    <a:pt x="3254349" y="108916"/>
                  </a:lnTo>
                  <a:lnTo>
                    <a:pt x="3172352" y="135405"/>
                  </a:lnTo>
                  <a:lnTo>
                    <a:pt x="3095769" y="164965"/>
                  </a:lnTo>
                  <a:lnTo>
                    <a:pt x="3024989" y="197852"/>
                  </a:lnTo>
                  <a:lnTo>
                    <a:pt x="2959869" y="234452"/>
                  </a:lnTo>
                  <a:lnTo>
                    <a:pt x="2899913" y="275262"/>
                  </a:lnTo>
                  <a:lnTo>
                    <a:pt x="2844413" y="320881"/>
                  </a:lnTo>
                  <a:lnTo>
                    <a:pt x="2792554" y="371965"/>
                  </a:lnTo>
                  <a:lnTo>
                    <a:pt x="2743494" y="429161"/>
                  </a:lnTo>
                  <a:lnTo>
                    <a:pt x="2696434" y="492989"/>
                  </a:lnTo>
                  <a:lnTo>
                    <a:pt x="2667772" y="536286"/>
                  </a:lnTo>
                  <a:lnTo>
                    <a:pt x="2634099" y="591331"/>
                  </a:lnTo>
                  <a:lnTo>
                    <a:pt x="2600736" y="650217"/>
                  </a:lnTo>
                  <a:lnTo>
                    <a:pt x="2567498" y="713023"/>
                  </a:lnTo>
                  <a:lnTo>
                    <a:pt x="2534238" y="779770"/>
                  </a:lnTo>
                  <a:lnTo>
                    <a:pt x="2500842" y="850420"/>
                  </a:lnTo>
                  <a:lnTo>
                    <a:pt x="2467227" y="924865"/>
                  </a:lnTo>
                  <a:lnTo>
                    <a:pt x="2433341" y="1002928"/>
                  </a:lnTo>
                  <a:lnTo>
                    <a:pt x="2399154" y="1084356"/>
                  </a:lnTo>
                  <a:lnTo>
                    <a:pt x="2364663" y="1168823"/>
                  </a:lnTo>
                  <a:lnTo>
                    <a:pt x="2329886" y="1255935"/>
                  </a:lnTo>
                  <a:lnTo>
                    <a:pt x="2294856" y="1345231"/>
                  </a:lnTo>
                  <a:lnTo>
                    <a:pt x="2259627" y="1436198"/>
                  </a:lnTo>
                  <a:lnTo>
                    <a:pt x="2224262" y="1528276"/>
                  </a:lnTo>
                  <a:lnTo>
                    <a:pt x="2188831" y="1620878"/>
                  </a:lnTo>
                  <a:lnTo>
                    <a:pt x="2153410" y="1713401"/>
                  </a:lnTo>
                  <a:lnTo>
                    <a:pt x="2118073" y="1805246"/>
                  </a:lnTo>
                  <a:lnTo>
                    <a:pt x="2082891" y="1895832"/>
                  </a:lnTo>
                  <a:lnTo>
                    <a:pt x="2047922" y="1984609"/>
                  </a:lnTo>
                  <a:lnTo>
                    <a:pt x="2013216" y="2071076"/>
                  </a:lnTo>
                  <a:lnTo>
                    <a:pt x="1978803" y="2154791"/>
                  </a:lnTo>
                  <a:lnTo>
                    <a:pt x="1944696" y="2235374"/>
                  </a:lnTo>
                  <a:lnTo>
                    <a:pt x="1910884" y="2312519"/>
                  </a:lnTo>
                  <a:lnTo>
                    <a:pt x="1877332" y="2385994"/>
                  </a:lnTo>
                  <a:lnTo>
                    <a:pt x="1843980" y="2455640"/>
                  </a:lnTo>
                  <a:lnTo>
                    <a:pt x="1810738" y="2521366"/>
                  </a:lnTo>
                  <a:lnTo>
                    <a:pt x="1777483" y="2583150"/>
                  </a:lnTo>
                  <a:lnTo>
                    <a:pt x="1744059" y="2641030"/>
                  </a:lnTo>
                  <a:lnTo>
                    <a:pt x="1719082" y="2681433"/>
                  </a:lnTo>
                  <a:lnTo>
                    <a:pt x="1672914" y="2749530"/>
                  </a:lnTo>
                  <a:lnTo>
                    <a:pt x="1625190" y="2810819"/>
                  </a:lnTo>
                  <a:lnTo>
                    <a:pt x="1575175" y="2865645"/>
                  </a:lnTo>
                  <a:lnTo>
                    <a:pt x="1522046" y="2914596"/>
                  </a:lnTo>
                  <a:lnTo>
                    <a:pt x="1464962" y="2958332"/>
                  </a:lnTo>
                  <a:lnTo>
                    <a:pt x="1403139" y="2997493"/>
                  </a:lnTo>
                  <a:lnTo>
                    <a:pt x="1335934" y="3032644"/>
                  </a:lnTo>
                  <a:lnTo>
                    <a:pt x="1262964" y="3064242"/>
                  </a:lnTo>
                  <a:lnTo>
                    <a:pt x="1184265" y="3092624"/>
                  </a:lnTo>
                  <a:lnTo>
                    <a:pt x="1100475" y="3117999"/>
                  </a:lnTo>
                  <a:lnTo>
                    <a:pt x="1013023" y="3140460"/>
                  </a:lnTo>
                  <a:lnTo>
                    <a:pt x="924256" y="3160000"/>
                  </a:lnTo>
                  <a:lnTo>
                    <a:pt x="837423" y="3176556"/>
                  </a:lnTo>
                  <a:lnTo>
                    <a:pt x="756420" y="3190065"/>
                  </a:lnTo>
                  <a:lnTo>
                    <a:pt x="685264" y="3200538"/>
                  </a:lnTo>
                  <a:lnTo>
                    <a:pt x="627345" y="3208118"/>
                  </a:lnTo>
                  <a:lnTo>
                    <a:pt x="584676" y="3213115"/>
                  </a:lnTo>
                  <a:lnTo>
                    <a:pt x="557358" y="3215991"/>
                  </a:lnTo>
                  <a:lnTo>
                    <a:pt x="543424" y="3217316"/>
                  </a:lnTo>
                  <a:lnTo>
                    <a:pt x="539018" y="3217697"/>
                  </a:lnTo>
                  <a:lnTo>
                    <a:pt x="538736" y="3217719"/>
                  </a:lnTo>
                  <a:lnTo>
                    <a:pt x="0" y="3217719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47" name="pl1647"/>
            <p:cNvSpPr/>
            <p:nvPr/>
          </p:nvSpPr>
          <p:spPr>
            <a:xfrm>
              <a:off x="546595" y="1959143"/>
              <a:ext cx="8234974" cy="3217719"/>
            </a:xfrm>
            <a:custGeom>
              <a:avLst/>
              <a:pathLst>
                <a:path w="8234974" h="3217719">
                  <a:moveTo>
                    <a:pt x="0" y="3217719"/>
                  </a:moveTo>
                  <a:lnTo>
                    <a:pt x="538736" y="3217719"/>
                  </a:lnTo>
                  <a:lnTo>
                    <a:pt x="539871" y="3217626"/>
                  </a:lnTo>
                  <a:lnTo>
                    <a:pt x="547300" y="3216961"/>
                  </a:lnTo>
                  <a:lnTo>
                    <a:pt x="565909" y="3215124"/>
                  </a:lnTo>
                  <a:lnTo>
                    <a:pt x="598879" y="3211513"/>
                  </a:lnTo>
                  <a:lnTo>
                    <a:pt x="647404" y="3205592"/>
                  </a:lnTo>
                  <a:lnTo>
                    <a:pt x="710626" y="3196951"/>
                  </a:lnTo>
                  <a:lnTo>
                    <a:pt x="785933" y="3185345"/>
                  </a:lnTo>
                  <a:lnTo>
                    <a:pt x="869607" y="3170686"/>
                  </a:lnTo>
                  <a:lnTo>
                    <a:pt x="957599" y="3152999"/>
                  </a:lnTo>
                  <a:lnTo>
                    <a:pt x="1046207" y="3132355"/>
                  </a:lnTo>
                  <a:lnTo>
                    <a:pt x="1132506" y="3108802"/>
                  </a:lnTo>
                  <a:lnTo>
                    <a:pt x="1214503" y="3082313"/>
                  </a:lnTo>
                  <a:lnTo>
                    <a:pt x="1291085" y="3052754"/>
                  </a:lnTo>
                  <a:lnTo>
                    <a:pt x="1361866" y="3019866"/>
                  </a:lnTo>
                  <a:lnTo>
                    <a:pt x="1426986" y="2983267"/>
                  </a:lnTo>
                  <a:lnTo>
                    <a:pt x="1486942" y="2942457"/>
                  </a:lnTo>
                  <a:lnTo>
                    <a:pt x="1542442" y="2896838"/>
                  </a:lnTo>
                  <a:lnTo>
                    <a:pt x="1594301" y="2845754"/>
                  </a:lnTo>
                  <a:lnTo>
                    <a:pt x="1643361" y="2788558"/>
                  </a:lnTo>
                  <a:lnTo>
                    <a:pt x="1690421" y="2724730"/>
                  </a:lnTo>
                  <a:lnTo>
                    <a:pt x="1719082" y="2681433"/>
                  </a:lnTo>
                  <a:lnTo>
                    <a:pt x="1752755" y="2626387"/>
                  </a:lnTo>
                  <a:lnTo>
                    <a:pt x="1786118" y="2567501"/>
                  </a:lnTo>
                  <a:lnTo>
                    <a:pt x="1819356" y="2504696"/>
                  </a:lnTo>
                  <a:lnTo>
                    <a:pt x="1852617" y="2437949"/>
                  </a:lnTo>
                  <a:lnTo>
                    <a:pt x="1886013" y="2367299"/>
                  </a:lnTo>
                  <a:lnTo>
                    <a:pt x="1919627" y="2292853"/>
                  </a:lnTo>
                  <a:lnTo>
                    <a:pt x="1953514" y="2214791"/>
                  </a:lnTo>
                  <a:lnTo>
                    <a:pt x="1987700" y="2133363"/>
                  </a:lnTo>
                  <a:lnTo>
                    <a:pt x="2022191" y="2048896"/>
                  </a:lnTo>
                  <a:lnTo>
                    <a:pt x="2056969" y="1961784"/>
                  </a:lnTo>
                  <a:lnTo>
                    <a:pt x="2091998" y="1872487"/>
                  </a:lnTo>
                  <a:lnTo>
                    <a:pt x="2127227" y="1781521"/>
                  </a:lnTo>
                  <a:lnTo>
                    <a:pt x="2162593" y="1689443"/>
                  </a:lnTo>
                  <a:lnTo>
                    <a:pt x="2198023" y="1596841"/>
                  </a:lnTo>
                  <a:lnTo>
                    <a:pt x="2233444" y="1504318"/>
                  </a:lnTo>
                  <a:lnTo>
                    <a:pt x="2268781" y="1412472"/>
                  </a:lnTo>
                  <a:lnTo>
                    <a:pt x="2303964" y="1321887"/>
                  </a:lnTo>
                  <a:lnTo>
                    <a:pt x="2338932" y="1233110"/>
                  </a:lnTo>
                  <a:lnTo>
                    <a:pt x="2373639" y="1146642"/>
                  </a:lnTo>
                  <a:lnTo>
                    <a:pt x="2408051" y="1062928"/>
                  </a:lnTo>
                  <a:lnTo>
                    <a:pt x="2442159" y="982345"/>
                  </a:lnTo>
                  <a:lnTo>
                    <a:pt x="2475971" y="905199"/>
                  </a:lnTo>
                  <a:lnTo>
                    <a:pt x="2509522" y="831724"/>
                  </a:lnTo>
                  <a:lnTo>
                    <a:pt x="2542874" y="762079"/>
                  </a:lnTo>
                  <a:lnTo>
                    <a:pt x="2576117" y="696353"/>
                  </a:lnTo>
                  <a:lnTo>
                    <a:pt x="2609372" y="634569"/>
                  </a:lnTo>
                  <a:lnTo>
                    <a:pt x="2642795" y="576689"/>
                  </a:lnTo>
                  <a:lnTo>
                    <a:pt x="2667772" y="536286"/>
                  </a:lnTo>
                  <a:lnTo>
                    <a:pt x="2713940" y="468189"/>
                  </a:lnTo>
                  <a:lnTo>
                    <a:pt x="2761664" y="406900"/>
                  </a:lnTo>
                  <a:lnTo>
                    <a:pt x="2811679" y="352074"/>
                  </a:lnTo>
                  <a:lnTo>
                    <a:pt x="2864809" y="303123"/>
                  </a:lnTo>
                  <a:lnTo>
                    <a:pt x="2921892" y="259387"/>
                  </a:lnTo>
                  <a:lnTo>
                    <a:pt x="2983715" y="220226"/>
                  </a:lnTo>
                  <a:lnTo>
                    <a:pt x="3050921" y="185075"/>
                  </a:lnTo>
                  <a:lnTo>
                    <a:pt x="3123891" y="153477"/>
                  </a:lnTo>
                  <a:lnTo>
                    <a:pt x="3202590" y="125095"/>
                  </a:lnTo>
                  <a:lnTo>
                    <a:pt x="3286379" y="99720"/>
                  </a:lnTo>
                  <a:lnTo>
                    <a:pt x="3373831" y="77258"/>
                  </a:lnTo>
                  <a:lnTo>
                    <a:pt x="3462599" y="57718"/>
                  </a:lnTo>
                  <a:lnTo>
                    <a:pt x="3549432" y="41163"/>
                  </a:lnTo>
                  <a:lnTo>
                    <a:pt x="3630434" y="27653"/>
                  </a:lnTo>
                  <a:lnTo>
                    <a:pt x="3701591" y="17180"/>
                  </a:lnTo>
                  <a:lnTo>
                    <a:pt x="3759510" y="9600"/>
                  </a:lnTo>
                  <a:lnTo>
                    <a:pt x="3802179" y="4604"/>
                  </a:lnTo>
                  <a:lnTo>
                    <a:pt x="3829497" y="1728"/>
                  </a:lnTo>
                  <a:lnTo>
                    <a:pt x="3843431" y="403"/>
                  </a:lnTo>
                  <a:lnTo>
                    <a:pt x="3847837" y="2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1" y="65"/>
                  </a:lnTo>
                  <a:lnTo>
                    <a:pt x="4396088" y="531"/>
                  </a:lnTo>
                  <a:lnTo>
                    <a:pt x="4416093" y="1820"/>
                  </a:lnTo>
                  <a:lnTo>
                    <a:pt x="4451398" y="4352"/>
                  </a:lnTo>
                  <a:lnTo>
                    <a:pt x="4503089" y="8494"/>
                  </a:lnTo>
                  <a:lnTo>
                    <a:pt x="4569987" y="14522"/>
                  </a:lnTo>
                  <a:lnTo>
                    <a:pt x="4649048" y="22591"/>
                  </a:lnTo>
                  <a:lnTo>
                    <a:pt x="4736136" y="32745"/>
                  </a:lnTo>
                  <a:lnTo>
                    <a:pt x="4826900" y="44957"/>
                  </a:lnTo>
                  <a:lnTo>
                    <a:pt x="4917497" y="59178"/>
                  </a:lnTo>
                  <a:lnTo>
                    <a:pt x="5005014" y="75384"/>
                  </a:lnTo>
                  <a:lnTo>
                    <a:pt x="5087570" y="93614"/>
                  </a:lnTo>
                  <a:lnTo>
                    <a:pt x="5164223" y="113987"/>
                  </a:lnTo>
                  <a:lnTo>
                    <a:pt x="5234762" y="136714"/>
                  </a:lnTo>
                  <a:lnTo>
                    <a:pt x="5299498" y="162093"/>
                  </a:lnTo>
                  <a:lnTo>
                    <a:pt x="5359069" y="190503"/>
                  </a:lnTo>
                  <a:lnTo>
                    <a:pt x="5414302" y="222384"/>
                  </a:lnTo>
                  <a:lnTo>
                    <a:pt x="5466098" y="258199"/>
                  </a:lnTo>
                  <a:lnTo>
                    <a:pt x="5515356" y="298375"/>
                  </a:lnTo>
                  <a:lnTo>
                    <a:pt x="5562889" y="343183"/>
                  </a:lnTo>
                  <a:lnTo>
                    <a:pt x="5567201" y="347542"/>
                  </a:lnTo>
                  <a:lnTo>
                    <a:pt x="5606914" y="389918"/>
                  </a:lnTo>
                  <a:lnTo>
                    <a:pt x="5646244" y="435777"/>
                  </a:lnTo>
                  <a:lnTo>
                    <a:pt x="5685478" y="485188"/>
                  </a:lnTo>
                  <a:lnTo>
                    <a:pt x="5724833" y="538145"/>
                  </a:lnTo>
                  <a:lnTo>
                    <a:pt x="5764463" y="594561"/>
                  </a:lnTo>
                  <a:lnTo>
                    <a:pt x="5804465" y="654261"/>
                  </a:lnTo>
                  <a:lnTo>
                    <a:pt x="5844886" y="716975"/>
                  </a:lnTo>
                  <a:lnTo>
                    <a:pt x="5885727" y="782345"/>
                  </a:lnTo>
                  <a:lnTo>
                    <a:pt x="5926947" y="849924"/>
                  </a:lnTo>
                  <a:lnTo>
                    <a:pt x="5968475" y="919189"/>
                  </a:lnTo>
                  <a:lnTo>
                    <a:pt x="6010211" y="989558"/>
                  </a:lnTo>
                  <a:lnTo>
                    <a:pt x="6052039" y="1060407"/>
                  </a:lnTo>
                  <a:lnTo>
                    <a:pt x="6093835" y="1131094"/>
                  </a:lnTo>
                  <a:lnTo>
                    <a:pt x="6135480" y="1200985"/>
                  </a:lnTo>
                  <a:lnTo>
                    <a:pt x="6176865" y="1269474"/>
                  </a:lnTo>
                  <a:lnTo>
                    <a:pt x="6217902" y="1336006"/>
                  </a:lnTo>
                  <a:lnTo>
                    <a:pt x="6258535" y="1400094"/>
                  </a:lnTo>
                  <a:lnTo>
                    <a:pt x="6298743" y="1461336"/>
                  </a:lnTo>
                  <a:lnTo>
                    <a:pt x="6338549" y="1519416"/>
                  </a:lnTo>
                  <a:lnTo>
                    <a:pt x="6378026" y="1574114"/>
                  </a:lnTo>
                  <a:lnTo>
                    <a:pt x="6417297" y="1625297"/>
                  </a:lnTo>
                  <a:lnTo>
                    <a:pt x="6456548" y="1672923"/>
                  </a:lnTo>
                  <a:lnTo>
                    <a:pt x="6496029" y="1717022"/>
                  </a:lnTo>
                  <a:lnTo>
                    <a:pt x="6515891" y="1737713"/>
                  </a:lnTo>
                  <a:lnTo>
                    <a:pt x="6563300" y="1782952"/>
                  </a:lnTo>
                  <a:lnTo>
                    <a:pt x="6612367" y="1823546"/>
                  </a:lnTo>
                  <a:lnTo>
                    <a:pt x="6663893" y="1859746"/>
                  </a:lnTo>
                  <a:lnTo>
                    <a:pt x="6718771" y="1891970"/>
                  </a:lnTo>
                  <a:lnTo>
                    <a:pt x="6777907" y="1920680"/>
                  </a:lnTo>
                  <a:lnTo>
                    <a:pt x="6842137" y="1946321"/>
                  </a:lnTo>
                  <a:lnTo>
                    <a:pt x="6912123" y="1969279"/>
                  </a:lnTo>
                  <a:lnTo>
                    <a:pt x="6988212" y="1989858"/>
                  </a:lnTo>
                  <a:lnTo>
                    <a:pt x="7070251" y="2008279"/>
                  </a:lnTo>
                  <a:lnTo>
                    <a:pt x="7157375" y="2024669"/>
                  </a:lnTo>
                  <a:lnTo>
                    <a:pt x="7247795" y="2039073"/>
                  </a:lnTo>
                  <a:lnTo>
                    <a:pt x="7338691" y="2051472"/>
                  </a:lnTo>
                  <a:lnTo>
                    <a:pt x="7426296" y="2061817"/>
                  </a:lnTo>
                  <a:lnTo>
                    <a:pt x="7506279" y="2070077"/>
                  </a:lnTo>
                  <a:lnTo>
                    <a:pt x="7574446" y="2076288"/>
                  </a:lnTo>
                  <a:lnTo>
                    <a:pt x="7627619" y="2080595"/>
                  </a:lnTo>
                  <a:lnTo>
                    <a:pt x="7664422" y="2083260"/>
                  </a:lnTo>
                  <a:lnTo>
                    <a:pt x="7685729" y="2084647"/>
                  </a:lnTo>
                  <a:lnTo>
                    <a:pt x="7694650" y="2085171"/>
                  </a:lnTo>
                  <a:lnTo>
                    <a:pt x="7696236" y="2085256"/>
                  </a:lnTo>
                  <a:lnTo>
                    <a:pt x="7696237" y="2085256"/>
                  </a:lnTo>
                  <a:lnTo>
                    <a:pt x="8234974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8" name="pl1648"/>
            <p:cNvSpPr/>
            <p:nvPr/>
          </p:nvSpPr>
          <p:spPr>
            <a:xfrm>
              <a:off x="546595" y="1953699"/>
              <a:ext cx="8234974" cy="3217719"/>
            </a:xfrm>
            <a:custGeom>
              <a:avLst/>
              <a:pathLst>
                <a:path w="8234974" h="3217719">
                  <a:moveTo>
                    <a:pt x="8234974" y="2085256"/>
                  </a:move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3" y="93"/>
                  </a:lnTo>
                  <a:lnTo>
                    <a:pt x="3839555" y="757"/>
                  </a:lnTo>
                  <a:lnTo>
                    <a:pt x="3820945" y="2595"/>
                  </a:lnTo>
                  <a:lnTo>
                    <a:pt x="3787976" y="6206"/>
                  </a:lnTo>
                  <a:lnTo>
                    <a:pt x="3739451" y="12127"/>
                  </a:lnTo>
                  <a:lnTo>
                    <a:pt x="3676229" y="20768"/>
                  </a:lnTo>
                  <a:lnTo>
                    <a:pt x="3600922" y="32374"/>
                  </a:lnTo>
                  <a:lnTo>
                    <a:pt x="3517248" y="47033"/>
                  </a:lnTo>
                  <a:lnTo>
                    <a:pt x="3429256" y="64719"/>
                  </a:lnTo>
                  <a:lnTo>
                    <a:pt x="3340648" y="85363"/>
                  </a:lnTo>
                  <a:lnTo>
                    <a:pt x="3254349" y="108916"/>
                  </a:lnTo>
                  <a:lnTo>
                    <a:pt x="3172352" y="135405"/>
                  </a:lnTo>
                  <a:lnTo>
                    <a:pt x="3095769" y="164965"/>
                  </a:lnTo>
                  <a:lnTo>
                    <a:pt x="3024989" y="197852"/>
                  </a:lnTo>
                  <a:lnTo>
                    <a:pt x="2959869" y="234452"/>
                  </a:lnTo>
                  <a:lnTo>
                    <a:pt x="2899913" y="275262"/>
                  </a:lnTo>
                  <a:lnTo>
                    <a:pt x="2844413" y="320881"/>
                  </a:lnTo>
                  <a:lnTo>
                    <a:pt x="2792554" y="371965"/>
                  </a:lnTo>
                  <a:lnTo>
                    <a:pt x="2743494" y="429161"/>
                  </a:lnTo>
                  <a:lnTo>
                    <a:pt x="2696434" y="492989"/>
                  </a:lnTo>
                  <a:lnTo>
                    <a:pt x="2667772" y="536286"/>
                  </a:lnTo>
                  <a:lnTo>
                    <a:pt x="2634099" y="591331"/>
                  </a:lnTo>
                  <a:lnTo>
                    <a:pt x="2600736" y="650217"/>
                  </a:lnTo>
                  <a:lnTo>
                    <a:pt x="2567498" y="713023"/>
                  </a:lnTo>
                  <a:lnTo>
                    <a:pt x="2534238" y="779770"/>
                  </a:lnTo>
                  <a:lnTo>
                    <a:pt x="2500842" y="850420"/>
                  </a:lnTo>
                  <a:lnTo>
                    <a:pt x="2467227" y="924865"/>
                  </a:lnTo>
                  <a:lnTo>
                    <a:pt x="2433341" y="1002928"/>
                  </a:lnTo>
                  <a:lnTo>
                    <a:pt x="2399154" y="1084356"/>
                  </a:lnTo>
                  <a:lnTo>
                    <a:pt x="2364663" y="1168823"/>
                  </a:lnTo>
                  <a:lnTo>
                    <a:pt x="2329886" y="1255935"/>
                  </a:lnTo>
                  <a:lnTo>
                    <a:pt x="2294856" y="1345231"/>
                  </a:lnTo>
                  <a:lnTo>
                    <a:pt x="2259627" y="1436198"/>
                  </a:lnTo>
                  <a:lnTo>
                    <a:pt x="2224262" y="1528276"/>
                  </a:lnTo>
                  <a:lnTo>
                    <a:pt x="2188831" y="1620878"/>
                  </a:lnTo>
                  <a:lnTo>
                    <a:pt x="2153410" y="1713401"/>
                  </a:lnTo>
                  <a:lnTo>
                    <a:pt x="2118073" y="1805246"/>
                  </a:lnTo>
                  <a:lnTo>
                    <a:pt x="2082891" y="1895832"/>
                  </a:lnTo>
                  <a:lnTo>
                    <a:pt x="2047922" y="1984609"/>
                  </a:lnTo>
                  <a:lnTo>
                    <a:pt x="2013216" y="2071076"/>
                  </a:lnTo>
                  <a:lnTo>
                    <a:pt x="1978803" y="2154791"/>
                  </a:lnTo>
                  <a:lnTo>
                    <a:pt x="1944696" y="2235374"/>
                  </a:lnTo>
                  <a:lnTo>
                    <a:pt x="1910884" y="2312519"/>
                  </a:lnTo>
                  <a:lnTo>
                    <a:pt x="1877332" y="2385994"/>
                  </a:lnTo>
                  <a:lnTo>
                    <a:pt x="1843980" y="2455640"/>
                  </a:lnTo>
                  <a:lnTo>
                    <a:pt x="1810738" y="2521366"/>
                  </a:lnTo>
                  <a:lnTo>
                    <a:pt x="1777483" y="2583150"/>
                  </a:lnTo>
                  <a:lnTo>
                    <a:pt x="1744059" y="2641030"/>
                  </a:lnTo>
                  <a:lnTo>
                    <a:pt x="1719082" y="2681433"/>
                  </a:lnTo>
                  <a:lnTo>
                    <a:pt x="1672914" y="2749530"/>
                  </a:lnTo>
                  <a:lnTo>
                    <a:pt x="1625190" y="2810819"/>
                  </a:lnTo>
                  <a:lnTo>
                    <a:pt x="1575175" y="2865645"/>
                  </a:lnTo>
                  <a:lnTo>
                    <a:pt x="1522046" y="2914596"/>
                  </a:lnTo>
                  <a:lnTo>
                    <a:pt x="1464962" y="2958332"/>
                  </a:lnTo>
                  <a:lnTo>
                    <a:pt x="1403139" y="2997493"/>
                  </a:lnTo>
                  <a:lnTo>
                    <a:pt x="1335934" y="3032644"/>
                  </a:lnTo>
                  <a:lnTo>
                    <a:pt x="1262964" y="3064242"/>
                  </a:lnTo>
                  <a:lnTo>
                    <a:pt x="1184265" y="3092624"/>
                  </a:lnTo>
                  <a:lnTo>
                    <a:pt x="1100475" y="3117999"/>
                  </a:lnTo>
                  <a:lnTo>
                    <a:pt x="1013023" y="3140460"/>
                  </a:lnTo>
                  <a:lnTo>
                    <a:pt x="924256" y="3160000"/>
                  </a:lnTo>
                  <a:lnTo>
                    <a:pt x="837423" y="3176556"/>
                  </a:lnTo>
                  <a:lnTo>
                    <a:pt x="756420" y="3190065"/>
                  </a:lnTo>
                  <a:lnTo>
                    <a:pt x="685264" y="3200538"/>
                  </a:lnTo>
                  <a:lnTo>
                    <a:pt x="627345" y="3208118"/>
                  </a:lnTo>
                  <a:lnTo>
                    <a:pt x="584676" y="3213115"/>
                  </a:lnTo>
                  <a:lnTo>
                    <a:pt x="557358" y="3215991"/>
                  </a:lnTo>
                  <a:lnTo>
                    <a:pt x="543424" y="3217316"/>
                  </a:lnTo>
                  <a:lnTo>
                    <a:pt x="539018" y="3217697"/>
                  </a:lnTo>
                  <a:lnTo>
                    <a:pt x="538736" y="3217719"/>
                  </a:lnTo>
                  <a:lnTo>
                    <a:pt x="0" y="32177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9" name="pg1649"/>
            <p:cNvSpPr/>
            <p:nvPr/>
          </p:nvSpPr>
          <p:spPr>
            <a:xfrm>
              <a:off x="546595" y="1997255"/>
              <a:ext cx="8234974" cy="3185052"/>
            </a:xfrm>
            <a:custGeom>
              <a:avLst/>
              <a:pathLst>
                <a:path w="8234974" h="3185052">
                  <a:moveTo>
                    <a:pt x="0" y="3185052"/>
                  </a:moveTo>
                  <a:lnTo>
                    <a:pt x="538736" y="3185052"/>
                  </a:lnTo>
                  <a:lnTo>
                    <a:pt x="539875" y="3184960"/>
                  </a:lnTo>
                  <a:lnTo>
                    <a:pt x="547325" y="3184301"/>
                  </a:lnTo>
                  <a:lnTo>
                    <a:pt x="565986" y="3182479"/>
                  </a:lnTo>
                  <a:lnTo>
                    <a:pt x="599043" y="3178900"/>
                  </a:lnTo>
                  <a:lnTo>
                    <a:pt x="647688" y="3173032"/>
                  </a:lnTo>
                  <a:lnTo>
                    <a:pt x="711049" y="3164469"/>
                  </a:lnTo>
                  <a:lnTo>
                    <a:pt x="786500" y="3152969"/>
                  </a:lnTo>
                  <a:lnTo>
                    <a:pt x="870306" y="3138446"/>
                  </a:lnTo>
                  <a:lnTo>
                    <a:pt x="958406" y="3120926"/>
                  </a:lnTo>
                  <a:lnTo>
                    <a:pt x="1047094" y="3100479"/>
                  </a:lnTo>
                  <a:lnTo>
                    <a:pt x="1133443" y="3077150"/>
                  </a:lnTo>
                  <a:lnTo>
                    <a:pt x="1215464" y="3050915"/>
                  </a:lnTo>
                  <a:lnTo>
                    <a:pt x="1292052" y="3021636"/>
                  </a:lnTo>
                  <a:lnTo>
                    <a:pt x="1362825" y="2989058"/>
                  </a:lnTo>
                  <a:lnTo>
                    <a:pt x="1427931" y="2952798"/>
                  </a:lnTo>
                  <a:lnTo>
                    <a:pt x="1487872" y="2912361"/>
                  </a:lnTo>
                  <a:lnTo>
                    <a:pt x="1543360" y="2867152"/>
                  </a:lnTo>
                  <a:lnTo>
                    <a:pt x="1595215" y="2816521"/>
                  </a:lnTo>
                  <a:lnTo>
                    <a:pt x="1644280" y="2759827"/>
                  </a:lnTo>
                  <a:lnTo>
                    <a:pt x="1691356" y="2696558"/>
                  </a:lnTo>
                  <a:lnTo>
                    <a:pt x="1719082" y="2655117"/>
                  </a:lnTo>
                  <a:lnTo>
                    <a:pt x="1752922" y="2600444"/>
                  </a:lnTo>
                  <a:lnTo>
                    <a:pt x="1786450" y="2541936"/>
                  </a:lnTo>
                  <a:lnTo>
                    <a:pt x="1819853" y="2479516"/>
                  </a:lnTo>
                  <a:lnTo>
                    <a:pt x="1853281" y="2413162"/>
                  </a:lnTo>
                  <a:lnTo>
                    <a:pt x="1886848" y="2342915"/>
                  </a:lnTo>
                  <a:lnTo>
                    <a:pt x="1920637" y="2268884"/>
                  </a:lnTo>
                  <a:lnTo>
                    <a:pt x="1954702" y="2191249"/>
                  </a:lnTo>
                  <a:lnTo>
                    <a:pt x="1989070" y="2110265"/>
                  </a:lnTo>
                  <a:lnTo>
                    <a:pt x="2023746" y="2026263"/>
                  </a:lnTo>
                  <a:lnTo>
                    <a:pt x="2058710" y="1939640"/>
                  </a:lnTo>
                  <a:lnTo>
                    <a:pt x="2093926" y="1850862"/>
                  </a:lnTo>
                  <a:lnTo>
                    <a:pt x="2129340" y="1760446"/>
                  </a:lnTo>
                  <a:lnTo>
                    <a:pt x="2164888" y="1668956"/>
                  </a:lnTo>
                  <a:lnTo>
                    <a:pt x="2200497" y="1576981"/>
                  </a:lnTo>
                  <a:lnTo>
                    <a:pt x="2236091" y="1485127"/>
                  </a:lnTo>
                  <a:lnTo>
                    <a:pt x="2271594" y="1393994"/>
                  </a:lnTo>
                  <a:lnTo>
                    <a:pt x="2306937" y="1304163"/>
                  </a:lnTo>
                  <a:lnTo>
                    <a:pt x="2342058" y="1216181"/>
                  </a:lnTo>
                  <a:lnTo>
                    <a:pt x="2376911" y="1130547"/>
                  </a:lnTo>
                  <a:lnTo>
                    <a:pt x="2411466" y="1047699"/>
                  </a:lnTo>
                  <a:lnTo>
                    <a:pt x="2445712" y="968009"/>
                  </a:lnTo>
                  <a:lnTo>
                    <a:pt x="2479663" y="891778"/>
                  </a:lnTo>
                  <a:lnTo>
                    <a:pt x="2513355" y="819232"/>
                  </a:lnTo>
                  <a:lnTo>
                    <a:pt x="2546855" y="750521"/>
                  </a:lnTo>
                  <a:lnTo>
                    <a:pt x="2580258" y="685728"/>
                  </a:lnTo>
                  <a:lnTo>
                    <a:pt x="2613691" y="624867"/>
                  </a:lnTo>
                  <a:lnTo>
                    <a:pt x="2647318" y="567894"/>
                  </a:lnTo>
                  <a:lnTo>
                    <a:pt x="2667772" y="535379"/>
                  </a:lnTo>
                  <a:lnTo>
                    <a:pt x="2713988" y="468023"/>
                  </a:lnTo>
                  <a:lnTo>
                    <a:pt x="2761763" y="407409"/>
                  </a:lnTo>
                  <a:lnTo>
                    <a:pt x="2811835" y="353193"/>
                  </a:lnTo>
                  <a:lnTo>
                    <a:pt x="2865031" y="304793"/>
                  </a:lnTo>
                  <a:lnTo>
                    <a:pt x="2922192" y="261553"/>
                  </a:lnTo>
                  <a:lnTo>
                    <a:pt x="2984106" y="222840"/>
                  </a:lnTo>
                  <a:lnTo>
                    <a:pt x="3051416" y="188094"/>
                  </a:lnTo>
                  <a:lnTo>
                    <a:pt x="3124504" y="156864"/>
                  </a:lnTo>
                  <a:lnTo>
                    <a:pt x="3203330" y="128817"/>
                  </a:lnTo>
                  <a:lnTo>
                    <a:pt x="3287247" y="103744"/>
                  </a:lnTo>
                  <a:lnTo>
                    <a:pt x="3374815" y="81558"/>
                  </a:lnTo>
                  <a:lnTo>
                    <a:pt x="3463670" y="62263"/>
                  </a:lnTo>
                  <a:lnTo>
                    <a:pt x="3550542" y="45925"/>
                  </a:lnTo>
                  <a:lnTo>
                    <a:pt x="3631518" y="32603"/>
                  </a:lnTo>
                  <a:lnTo>
                    <a:pt x="3702574" y="22287"/>
                  </a:lnTo>
                  <a:lnTo>
                    <a:pt x="3760323" y="14832"/>
                  </a:lnTo>
                  <a:lnTo>
                    <a:pt x="3802774" y="9929"/>
                  </a:lnTo>
                  <a:lnTo>
                    <a:pt x="3829860" y="7116"/>
                  </a:lnTo>
                  <a:lnTo>
                    <a:pt x="3843590" y="5828"/>
                  </a:lnTo>
                  <a:lnTo>
                    <a:pt x="3847863" y="546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2" y="5523"/>
                  </a:lnTo>
                  <a:lnTo>
                    <a:pt x="4395804" y="6086"/>
                  </a:lnTo>
                  <a:lnTo>
                    <a:pt x="4415216" y="7643"/>
                  </a:lnTo>
                  <a:lnTo>
                    <a:pt x="4449530" y="10700"/>
                  </a:lnTo>
                  <a:lnTo>
                    <a:pt x="4499883" y="15708"/>
                  </a:lnTo>
                  <a:lnTo>
                    <a:pt x="4565233" y="23005"/>
                  </a:lnTo>
                  <a:lnTo>
                    <a:pt x="4642723" y="32785"/>
                  </a:lnTo>
                  <a:lnTo>
                    <a:pt x="4728391" y="45112"/>
                  </a:lnTo>
                  <a:lnTo>
                    <a:pt x="4818011" y="59957"/>
                  </a:lnTo>
                  <a:lnTo>
                    <a:pt x="4907798" y="77261"/>
                  </a:lnTo>
                  <a:lnTo>
                    <a:pt x="4994828" y="96989"/>
                  </a:lnTo>
                  <a:lnTo>
                    <a:pt x="5077171" y="119177"/>
                  </a:lnTo>
                  <a:lnTo>
                    <a:pt x="5153810" y="143958"/>
                  </a:lnTo>
                  <a:lnTo>
                    <a:pt x="5224460" y="171570"/>
                  </a:lnTo>
                  <a:lnTo>
                    <a:pt x="5289360" y="202358"/>
                  </a:lnTo>
                  <a:lnTo>
                    <a:pt x="5349089" y="236767"/>
                  </a:lnTo>
                  <a:lnTo>
                    <a:pt x="5404425" y="275318"/>
                  </a:lnTo>
                  <a:lnTo>
                    <a:pt x="5456235" y="318569"/>
                  </a:lnTo>
                  <a:lnTo>
                    <a:pt x="5505394" y="367054"/>
                  </a:lnTo>
                  <a:lnTo>
                    <a:pt x="5552711" y="421152"/>
                  </a:lnTo>
                  <a:lnTo>
                    <a:pt x="5567201" y="439192"/>
                  </a:lnTo>
                  <a:lnTo>
                    <a:pt x="5603857" y="487829"/>
                  </a:lnTo>
                  <a:lnTo>
                    <a:pt x="5640166" y="540160"/>
                  </a:lnTo>
                  <a:lnTo>
                    <a:pt x="5676360" y="596257"/>
                  </a:lnTo>
                  <a:lnTo>
                    <a:pt x="5712620" y="656131"/>
                  </a:lnTo>
                  <a:lnTo>
                    <a:pt x="5749079" y="719720"/>
                  </a:lnTo>
                  <a:lnTo>
                    <a:pt x="5785829" y="786881"/>
                  </a:lnTo>
                  <a:lnTo>
                    <a:pt x="5822922" y="857390"/>
                  </a:lnTo>
                  <a:lnTo>
                    <a:pt x="5860378" y="930940"/>
                  </a:lnTo>
                  <a:lnTo>
                    <a:pt x="5898182" y="1007142"/>
                  </a:lnTo>
                  <a:lnTo>
                    <a:pt x="5936293" y="1085531"/>
                  </a:lnTo>
                  <a:lnTo>
                    <a:pt x="5974649" y="1165577"/>
                  </a:lnTo>
                  <a:lnTo>
                    <a:pt x="6013168" y="1246700"/>
                  </a:lnTo>
                  <a:lnTo>
                    <a:pt x="6051759" y="1328285"/>
                  </a:lnTo>
                  <a:lnTo>
                    <a:pt x="6090324" y="1409704"/>
                  </a:lnTo>
                  <a:lnTo>
                    <a:pt x="6128767" y="1490332"/>
                  </a:lnTo>
                  <a:lnTo>
                    <a:pt x="6167003" y="1569570"/>
                  </a:lnTo>
                  <a:lnTo>
                    <a:pt x="6204958" y="1646863"/>
                  </a:lnTo>
                  <a:lnTo>
                    <a:pt x="6242581" y="1721715"/>
                  </a:lnTo>
                  <a:lnTo>
                    <a:pt x="6279845" y="1793700"/>
                  </a:lnTo>
                  <a:lnTo>
                    <a:pt x="6316752" y="1862470"/>
                  </a:lnTo>
                  <a:lnTo>
                    <a:pt x="6353339" y="1927763"/>
                  </a:lnTo>
                  <a:lnTo>
                    <a:pt x="6389679" y="1989398"/>
                  </a:lnTo>
                  <a:lnTo>
                    <a:pt x="6425885" y="2047277"/>
                  </a:lnTo>
                  <a:lnTo>
                    <a:pt x="6462114" y="2101375"/>
                  </a:lnTo>
                  <a:lnTo>
                    <a:pt x="6498574" y="2151738"/>
                  </a:lnTo>
                  <a:lnTo>
                    <a:pt x="6515891" y="2174183"/>
                  </a:lnTo>
                  <a:lnTo>
                    <a:pt x="6562779" y="2230064"/>
                  </a:lnTo>
                  <a:lnTo>
                    <a:pt x="6611282" y="2280269"/>
                  </a:lnTo>
                  <a:lnTo>
                    <a:pt x="6662173" y="2325100"/>
                  </a:lnTo>
                  <a:lnTo>
                    <a:pt x="6716314" y="2365056"/>
                  </a:lnTo>
                  <a:lnTo>
                    <a:pt x="6774584" y="2400698"/>
                  </a:lnTo>
                  <a:lnTo>
                    <a:pt x="6837797" y="2432564"/>
                  </a:lnTo>
                  <a:lnTo>
                    <a:pt x="6906609" y="2461124"/>
                  </a:lnTo>
                  <a:lnTo>
                    <a:pt x="6981382" y="2486757"/>
                  </a:lnTo>
                  <a:lnTo>
                    <a:pt x="7062017" y="2509735"/>
                  </a:lnTo>
                  <a:lnTo>
                    <a:pt x="7147747" y="2530222"/>
                  </a:lnTo>
                  <a:lnTo>
                    <a:pt x="7236941" y="2548283"/>
                  </a:lnTo>
                  <a:lnTo>
                    <a:pt x="7326985" y="2563901"/>
                  </a:lnTo>
                  <a:lnTo>
                    <a:pt x="7414330" y="2577019"/>
                  </a:lnTo>
                  <a:lnTo>
                    <a:pt x="7494824" y="2587593"/>
                  </a:lnTo>
                  <a:lnTo>
                    <a:pt x="7564335" y="2595649"/>
                  </a:lnTo>
                  <a:lnTo>
                    <a:pt x="7619572" y="2601341"/>
                  </a:lnTo>
                  <a:lnTo>
                    <a:pt x="7658872" y="2604963"/>
                  </a:lnTo>
                  <a:lnTo>
                    <a:pt x="7682677" y="2606935"/>
                  </a:lnTo>
                  <a:lnTo>
                    <a:pt x="7693606" y="2607752"/>
                  </a:lnTo>
                  <a:lnTo>
                    <a:pt x="7696237" y="2607931"/>
                  </a:lnTo>
                  <a:lnTo>
                    <a:pt x="8234974" y="2607931"/>
                  </a:lnTo>
                  <a:lnTo>
                    <a:pt x="8234974" y="2602487"/>
                  </a:ln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0" y="92"/>
                  </a:lnTo>
                  <a:lnTo>
                    <a:pt x="3839530" y="751"/>
                  </a:lnTo>
                  <a:lnTo>
                    <a:pt x="3820868" y="2572"/>
                  </a:lnTo>
                  <a:lnTo>
                    <a:pt x="3787811" y="6151"/>
                  </a:lnTo>
                  <a:lnTo>
                    <a:pt x="3739167" y="12019"/>
                  </a:lnTo>
                  <a:lnTo>
                    <a:pt x="3675806" y="20582"/>
                  </a:lnTo>
                  <a:lnTo>
                    <a:pt x="3600355" y="32082"/>
                  </a:lnTo>
                  <a:lnTo>
                    <a:pt x="3516549" y="46605"/>
                  </a:lnTo>
                  <a:lnTo>
                    <a:pt x="3428448" y="64125"/>
                  </a:lnTo>
                  <a:lnTo>
                    <a:pt x="3339761" y="84573"/>
                  </a:lnTo>
                  <a:lnTo>
                    <a:pt x="3253411" y="107901"/>
                  </a:lnTo>
                  <a:lnTo>
                    <a:pt x="3171390" y="134137"/>
                  </a:lnTo>
                  <a:lnTo>
                    <a:pt x="3094802" y="163416"/>
                  </a:lnTo>
                  <a:lnTo>
                    <a:pt x="3024029" y="195994"/>
                  </a:lnTo>
                  <a:lnTo>
                    <a:pt x="2958923" y="232253"/>
                  </a:lnTo>
                  <a:lnTo>
                    <a:pt x="2898983" y="272691"/>
                  </a:lnTo>
                  <a:lnTo>
                    <a:pt x="2843494" y="317900"/>
                  </a:lnTo>
                  <a:lnTo>
                    <a:pt x="2791639" y="368531"/>
                  </a:lnTo>
                  <a:lnTo>
                    <a:pt x="2742574" y="425225"/>
                  </a:lnTo>
                  <a:lnTo>
                    <a:pt x="2695499" y="488493"/>
                  </a:lnTo>
                  <a:lnTo>
                    <a:pt x="2667772" y="529934"/>
                  </a:lnTo>
                  <a:lnTo>
                    <a:pt x="2633932" y="584608"/>
                  </a:lnTo>
                  <a:lnTo>
                    <a:pt x="2600405" y="643116"/>
                  </a:lnTo>
                  <a:lnTo>
                    <a:pt x="2567001" y="705535"/>
                  </a:lnTo>
                  <a:lnTo>
                    <a:pt x="2533573" y="771889"/>
                  </a:lnTo>
                  <a:lnTo>
                    <a:pt x="2500007" y="842136"/>
                  </a:lnTo>
                  <a:lnTo>
                    <a:pt x="2466218" y="916168"/>
                  </a:lnTo>
                  <a:lnTo>
                    <a:pt x="2432153" y="993803"/>
                  </a:lnTo>
                  <a:lnTo>
                    <a:pt x="2397784" y="1074786"/>
                  </a:lnTo>
                  <a:lnTo>
                    <a:pt x="2363109" y="1158789"/>
                  </a:lnTo>
                  <a:lnTo>
                    <a:pt x="2328145" y="1245411"/>
                  </a:lnTo>
                  <a:lnTo>
                    <a:pt x="2292929" y="1334190"/>
                  </a:lnTo>
                  <a:lnTo>
                    <a:pt x="2257515" y="1424605"/>
                  </a:lnTo>
                  <a:lnTo>
                    <a:pt x="2221967" y="1516096"/>
                  </a:lnTo>
                  <a:lnTo>
                    <a:pt x="2186358" y="1608070"/>
                  </a:lnTo>
                  <a:lnTo>
                    <a:pt x="2150764" y="1699925"/>
                  </a:lnTo>
                  <a:lnTo>
                    <a:pt x="2115260" y="1791058"/>
                  </a:lnTo>
                  <a:lnTo>
                    <a:pt x="2079918" y="1880889"/>
                  </a:lnTo>
                  <a:lnTo>
                    <a:pt x="2044796" y="1968870"/>
                  </a:lnTo>
                  <a:lnTo>
                    <a:pt x="2009943" y="2054505"/>
                  </a:lnTo>
                  <a:lnTo>
                    <a:pt x="1975389" y="2137353"/>
                  </a:lnTo>
                  <a:lnTo>
                    <a:pt x="1941142" y="2217042"/>
                  </a:lnTo>
                  <a:lnTo>
                    <a:pt x="1907192" y="2293273"/>
                  </a:lnTo>
                  <a:lnTo>
                    <a:pt x="1873499" y="2365820"/>
                  </a:lnTo>
                  <a:lnTo>
                    <a:pt x="1839999" y="2434530"/>
                  </a:lnTo>
                  <a:lnTo>
                    <a:pt x="1806597" y="2499323"/>
                  </a:lnTo>
                  <a:lnTo>
                    <a:pt x="1773164" y="2560184"/>
                  </a:lnTo>
                  <a:lnTo>
                    <a:pt x="1739537" y="2617157"/>
                  </a:lnTo>
                  <a:lnTo>
                    <a:pt x="1719082" y="2649673"/>
                  </a:lnTo>
                  <a:lnTo>
                    <a:pt x="1672867" y="2717028"/>
                  </a:lnTo>
                  <a:lnTo>
                    <a:pt x="1625092" y="2777642"/>
                  </a:lnTo>
                  <a:lnTo>
                    <a:pt x="1575019" y="2831858"/>
                  </a:lnTo>
                  <a:lnTo>
                    <a:pt x="1521824" y="2880259"/>
                  </a:lnTo>
                  <a:lnTo>
                    <a:pt x="1464663" y="2923498"/>
                  </a:lnTo>
                  <a:lnTo>
                    <a:pt x="1402749" y="2962212"/>
                  </a:lnTo>
                  <a:lnTo>
                    <a:pt x="1335438" y="2996957"/>
                  </a:lnTo>
                  <a:lnTo>
                    <a:pt x="1262350" y="3028187"/>
                  </a:lnTo>
                  <a:lnTo>
                    <a:pt x="1183525" y="3056235"/>
                  </a:lnTo>
                  <a:lnTo>
                    <a:pt x="1099607" y="3081307"/>
                  </a:lnTo>
                  <a:lnTo>
                    <a:pt x="1012039" y="3103494"/>
                  </a:lnTo>
                  <a:lnTo>
                    <a:pt x="923185" y="3122788"/>
                  </a:lnTo>
                  <a:lnTo>
                    <a:pt x="836312" y="3139127"/>
                  </a:lnTo>
                  <a:lnTo>
                    <a:pt x="755337" y="3152448"/>
                  </a:lnTo>
                  <a:lnTo>
                    <a:pt x="684281" y="3162764"/>
                  </a:lnTo>
                  <a:lnTo>
                    <a:pt x="626531" y="3170219"/>
                  </a:lnTo>
                  <a:lnTo>
                    <a:pt x="584080" y="3175123"/>
                  </a:lnTo>
                  <a:lnTo>
                    <a:pt x="556994" y="3177936"/>
                  </a:lnTo>
                  <a:lnTo>
                    <a:pt x="543265" y="3179223"/>
                  </a:lnTo>
                  <a:lnTo>
                    <a:pt x="538992" y="3179587"/>
                  </a:lnTo>
                  <a:lnTo>
                    <a:pt x="538736" y="3179607"/>
                  </a:lnTo>
                  <a:lnTo>
                    <a:pt x="0" y="3179607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50" name="pl1650"/>
            <p:cNvSpPr/>
            <p:nvPr/>
          </p:nvSpPr>
          <p:spPr>
            <a:xfrm>
              <a:off x="546595" y="2002700"/>
              <a:ext cx="8234974" cy="3179607"/>
            </a:xfrm>
            <a:custGeom>
              <a:avLst/>
              <a:pathLst>
                <a:path w="8234974" h="3179607">
                  <a:moveTo>
                    <a:pt x="0" y="3179607"/>
                  </a:moveTo>
                  <a:lnTo>
                    <a:pt x="538736" y="3179607"/>
                  </a:lnTo>
                  <a:lnTo>
                    <a:pt x="539875" y="3179515"/>
                  </a:lnTo>
                  <a:lnTo>
                    <a:pt x="547325" y="3178856"/>
                  </a:lnTo>
                  <a:lnTo>
                    <a:pt x="565986" y="3177035"/>
                  </a:lnTo>
                  <a:lnTo>
                    <a:pt x="599043" y="3173456"/>
                  </a:lnTo>
                  <a:lnTo>
                    <a:pt x="647688" y="3167588"/>
                  </a:lnTo>
                  <a:lnTo>
                    <a:pt x="711049" y="3159025"/>
                  </a:lnTo>
                  <a:lnTo>
                    <a:pt x="786500" y="3147525"/>
                  </a:lnTo>
                  <a:lnTo>
                    <a:pt x="870306" y="3133002"/>
                  </a:lnTo>
                  <a:lnTo>
                    <a:pt x="958406" y="3115482"/>
                  </a:lnTo>
                  <a:lnTo>
                    <a:pt x="1047094" y="3095034"/>
                  </a:lnTo>
                  <a:lnTo>
                    <a:pt x="1133443" y="3071706"/>
                  </a:lnTo>
                  <a:lnTo>
                    <a:pt x="1215464" y="3045470"/>
                  </a:lnTo>
                  <a:lnTo>
                    <a:pt x="1292052" y="3016191"/>
                  </a:lnTo>
                  <a:lnTo>
                    <a:pt x="1362825" y="2983613"/>
                  </a:lnTo>
                  <a:lnTo>
                    <a:pt x="1427931" y="2947354"/>
                  </a:lnTo>
                  <a:lnTo>
                    <a:pt x="1487872" y="2906916"/>
                  </a:lnTo>
                  <a:lnTo>
                    <a:pt x="1543360" y="2861707"/>
                  </a:lnTo>
                  <a:lnTo>
                    <a:pt x="1595215" y="2811076"/>
                  </a:lnTo>
                  <a:lnTo>
                    <a:pt x="1644280" y="2754382"/>
                  </a:lnTo>
                  <a:lnTo>
                    <a:pt x="1691356" y="2691114"/>
                  </a:lnTo>
                  <a:lnTo>
                    <a:pt x="1719082" y="2649673"/>
                  </a:lnTo>
                  <a:lnTo>
                    <a:pt x="1752922" y="2594999"/>
                  </a:lnTo>
                  <a:lnTo>
                    <a:pt x="1786450" y="2536491"/>
                  </a:lnTo>
                  <a:lnTo>
                    <a:pt x="1819853" y="2474072"/>
                  </a:lnTo>
                  <a:lnTo>
                    <a:pt x="1853281" y="2407718"/>
                  </a:lnTo>
                  <a:lnTo>
                    <a:pt x="1886848" y="2337471"/>
                  </a:lnTo>
                  <a:lnTo>
                    <a:pt x="1920637" y="2263439"/>
                  </a:lnTo>
                  <a:lnTo>
                    <a:pt x="1954702" y="2185804"/>
                  </a:lnTo>
                  <a:lnTo>
                    <a:pt x="1989070" y="2104821"/>
                  </a:lnTo>
                  <a:lnTo>
                    <a:pt x="2023746" y="2020818"/>
                  </a:lnTo>
                  <a:lnTo>
                    <a:pt x="2058710" y="1934196"/>
                  </a:lnTo>
                  <a:lnTo>
                    <a:pt x="2093926" y="1845417"/>
                  </a:lnTo>
                  <a:lnTo>
                    <a:pt x="2129340" y="1755002"/>
                  </a:lnTo>
                  <a:lnTo>
                    <a:pt x="2164888" y="1663511"/>
                  </a:lnTo>
                  <a:lnTo>
                    <a:pt x="2200497" y="1571537"/>
                  </a:lnTo>
                  <a:lnTo>
                    <a:pt x="2236091" y="1479682"/>
                  </a:lnTo>
                  <a:lnTo>
                    <a:pt x="2271594" y="1388549"/>
                  </a:lnTo>
                  <a:lnTo>
                    <a:pt x="2306937" y="1298718"/>
                  </a:lnTo>
                  <a:lnTo>
                    <a:pt x="2342058" y="1210737"/>
                  </a:lnTo>
                  <a:lnTo>
                    <a:pt x="2376911" y="1125102"/>
                  </a:lnTo>
                  <a:lnTo>
                    <a:pt x="2411466" y="1042254"/>
                  </a:lnTo>
                  <a:lnTo>
                    <a:pt x="2445712" y="962565"/>
                  </a:lnTo>
                  <a:lnTo>
                    <a:pt x="2479663" y="886334"/>
                  </a:lnTo>
                  <a:lnTo>
                    <a:pt x="2513355" y="813787"/>
                  </a:lnTo>
                  <a:lnTo>
                    <a:pt x="2546855" y="745077"/>
                  </a:lnTo>
                  <a:lnTo>
                    <a:pt x="2580258" y="680283"/>
                  </a:lnTo>
                  <a:lnTo>
                    <a:pt x="2613691" y="619423"/>
                  </a:lnTo>
                  <a:lnTo>
                    <a:pt x="2647318" y="562450"/>
                  </a:lnTo>
                  <a:lnTo>
                    <a:pt x="2667772" y="529934"/>
                  </a:lnTo>
                  <a:lnTo>
                    <a:pt x="2713988" y="462579"/>
                  </a:lnTo>
                  <a:lnTo>
                    <a:pt x="2761763" y="401965"/>
                  </a:lnTo>
                  <a:lnTo>
                    <a:pt x="2811835" y="347749"/>
                  </a:lnTo>
                  <a:lnTo>
                    <a:pt x="2865031" y="299348"/>
                  </a:lnTo>
                  <a:lnTo>
                    <a:pt x="2922192" y="256109"/>
                  </a:lnTo>
                  <a:lnTo>
                    <a:pt x="2984106" y="217395"/>
                  </a:lnTo>
                  <a:lnTo>
                    <a:pt x="3051416" y="182650"/>
                  </a:lnTo>
                  <a:lnTo>
                    <a:pt x="3124504" y="151420"/>
                  </a:lnTo>
                  <a:lnTo>
                    <a:pt x="3203330" y="123372"/>
                  </a:lnTo>
                  <a:lnTo>
                    <a:pt x="3287247" y="98300"/>
                  </a:lnTo>
                  <a:lnTo>
                    <a:pt x="3374815" y="76113"/>
                  </a:lnTo>
                  <a:lnTo>
                    <a:pt x="3463670" y="56819"/>
                  </a:lnTo>
                  <a:lnTo>
                    <a:pt x="3550542" y="40480"/>
                  </a:lnTo>
                  <a:lnTo>
                    <a:pt x="3631518" y="27159"/>
                  </a:lnTo>
                  <a:lnTo>
                    <a:pt x="3702574" y="16843"/>
                  </a:lnTo>
                  <a:lnTo>
                    <a:pt x="3760323" y="9388"/>
                  </a:lnTo>
                  <a:lnTo>
                    <a:pt x="3802774" y="4484"/>
                  </a:lnTo>
                  <a:lnTo>
                    <a:pt x="3829860" y="1671"/>
                  </a:lnTo>
                  <a:lnTo>
                    <a:pt x="3843590" y="384"/>
                  </a:lnTo>
                  <a:lnTo>
                    <a:pt x="3847863" y="2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2" y="78"/>
                  </a:lnTo>
                  <a:lnTo>
                    <a:pt x="4395804" y="641"/>
                  </a:lnTo>
                  <a:lnTo>
                    <a:pt x="4415216" y="2198"/>
                  </a:lnTo>
                  <a:lnTo>
                    <a:pt x="4449530" y="5256"/>
                  </a:lnTo>
                  <a:lnTo>
                    <a:pt x="4499883" y="10264"/>
                  </a:lnTo>
                  <a:lnTo>
                    <a:pt x="4565233" y="17560"/>
                  </a:lnTo>
                  <a:lnTo>
                    <a:pt x="4642723" y="27340"/>
                  </a:lnTo>
                  <a:lnTo>
                    <a:pt x="4728391" y="39668"/>
                  </a:lnTo>
                  <a:lnTo>
                    <a:pt x="4818011" y="54513"/>
                  </a:lnTo>
                  <a:lnTo>
                    <a:pt x="4907798" y="71816"/>
                  </a:lnTo>
                  <a:lnTo>
                    <a:pt x="4994828" y="91544"/>
                  </a:lnTo>
                  <a:lnTo>
                    <a:pt x="5077171" y="113733"/>
                  </a:lnTo>
                  <a:lnTo>
                    <a:pt x="5153810" y="138513"/>
                  </a:lnTo>
                  <a:lnTo>
                    <a:pt x="5224460" y="166125"/>
                  </a:lnTo>
                  <a:lnTo>
                    <a:pt x="5289360" y="196914"/>
                  </a:lnTo>
                  <a:lnTo>
                    <a:pt x="5349089" y="231323"/>
                  </a:lnTo>
                  <a:lnTo>
                    <a:pt x="5404425" y="269873"/>
                  </a:lnTo>
                  <a:lnTo>
                    <a:pt x="5456235" y="313125"/>
                  </a:lnTo>
                  <a:lnTo>
                    <a:pt x="5505394" y="361609"/>
                  </a:lnTo>
                  <a:lnTo>
                    <a:pt x="5552711" y="415708"/>
                  </a:lnTo>
                  <a:lnTo>
                    <a:pt x="5567201" y="433747"/>
                  </a:lnTo>
                  <a:lnTo>
                    <a:pt x="5603857" y="482385"/>
                  </a:lnTo>
                  <a:lnTo>
                    <a:pt x="5640166" y="534715"/>
                  </a:lnTo>
                  <a:lnTo>
                    <a:pt x="5676360" y="590812"/>
                  </a:lnTo>
                  <a:lnTo>
                    <a:pt x="5712620" y="650687"/>
                  </a:lnTo>
                  <a:lnTo>
                    <a:pt x="5749079" y="714275"/>
                  </a:lnTo>
                  <a:lnTo>
                    <a:pt x="5785829" y="781436"/>
                  </a:lnTo>
                  <a:lnTo>
                    <a:pt x="5822922" y="851946"/>
                  </a:lnTo>
                  <a:lnTo>
                    <a:pt x="5860378" y="925496"/>
                  </a:lnTo>
                  <a:lnTo>
                    <a:pt x="5898182" y="1001698"/>
                  </a:lnTo>
                  <a:lnTo>
                    <a:pt x="5936293" y="1080086"/>
                  </a:lnTo>
                  <a:lnTo>
                    <a:pt x="5974649" y="1160132"/>
                  </a:lnTo>
                  <a:lnTo>
                    <a:pt x="6013168" y="1241255"/>
                  </a:lnTo>
                  <a:lnTo>
                    <a:pt x="6051759" y="1322841"/>
                  </a:lnTo>
                  <a:lnTo>
                    <a:pt x="6090324" y="1404259"/>
                  </a:lnTo>
                  <a:lnTo>
                    <a:pt x="6128767" y="1484887"/>
                  </a:lnTo>
                  <a:lnTo>
                    <a:pt x="6167003" y="1564125"/>
                  </a:lnTo>
                  <a:lnTo>
                    <a:pt x="6204958" y="1641419"/>
                  </a:lnTo>
                  <a:lnTo>
                    <a:pt x="6242581" y="1716271"/>
                  </a:lnTo>
                  <a:lnTo>
                    <a:pt x="6279845" y="1788255"/>
                  </a:lnTo>
                  <a:lnTo>
                    <a:pt x="6316752" y="1857026"/>
                  </a:lnTo>
                  <a:lnTo>
                    <a:pt x="6353339" y="1922319"/>
                  </a:lnTo>
                  <a:lnTo>
                    <a:pt x="6389679" y="1983954"/>
                  </a:lnTo>
                  <a:lnTo>
                    <a:pt x="6425885" y="2041832"/>
                  </a:lnTo>
                  <a:lnTo>
                    <a:pt x="6462114" y="2095931"/>
                  </a:lnTo>
                  <a:lnTo>
                    <a:pt x="6498574" y="2146294"/>
                  </a:lnTo>
                  <a:lnTo>
                    <a:pt x="6515891" y="2168739"/>
                  </a:lnTo>
                  <a:lnTo>
                    <a:pt x="6562779" y="2224619"/>
                  </a:lnTo>
                  <a:lnTo>
                    <a:pt x="6611282" y="2274825"/>
                  </a:lnTo>
                  <a:lnTo>
                    <a:pt x="6662173" y="2319655"/>
                  </a:lnTo>
                  <a:lnTo>
                    <a:pt x="6716314" y="2359611"/>
                  </a:lnTo>
                  <a:lnTo>
                    <a:pt x="6774584" y="2395253"/>
                  </a:lnTo>
                  <a:lnTo>
                    <a:pt x="6837797" y="2427119"/>
                  </a:lnTo>
                  <a:lnTo>
                    <a:pt x="6906609" y="2455680"/>
                  </a:lnTo>
                  <a:lnTo>
                    <a:pt x="6981382" y="2481313"/>
                  </a:lnTo>
                  <a:lnTo>
                    <a:pt x="7062017" y="2504290"/>
                  </a:lnTo>
                  <a:lnTo>
                    <a:pt x="7147747" y="2524778"/>
                  </a:lnTo>
                  <a:lnTo>
                    <a:pt x="7236941" y="2542838"/>
                  </a:lnTo>
                  <a:lnTo>
                    <a:pt x="7326985" y="2558456"/>
                  </a:lnTo>
                  <a:lnTo>
                    <a:pt x="7414330" y="2571575"/>
                  </a:lnTo>
                  <a:lnTo>
                    <a:pt x="7494824" y="2582148"/>
                  </a:lnTo>
                  <a:lnTo>
                    <a:pt x="7564335" y="2590205"/>
                  </a:lnTo>
                  <a:lnTo>
                    <a:pt x="7619572" y="2595896"/>
                  </a:lnTo>
                  <a:lnTo>
                    <a:pt x="7658872" y="2599518"/>
                  </a:lnTo>
                  <a:lnTo>
                    <a:pt x="7682677" y="2601490"/>
                  </a:lnTo>
                  <a:lnTo>
                    <a:pt x="7693606" y="2602308"/>
                  </a:lnTo>
                  <a:lnTo>
                    <a:pt x="7696200" y="2602484"/>
                  </a:lnTo>
                  <a:lnTo>
                    <a:pt x="7696237" y="2602487"/>
                  </a:lnTo>
                  <a:lnTo>
                    <a:pt x="8234974" y="26024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1" name="pl1651"/>
            <p:cNvSpPr/>
            <p:nvPr/>
          </p:nvSpPr>
          <p:spPr>
            <a:xfrm>
              <a:off x="546595" y="1997255"/>
              <a:ext cx="8234974" cy="3179607"/>
            </a:xfrm>
            <a:custGeom>
              <a:avLst/>
              <a:pathLst>
                <a:path w="8234974" h="3179607">
                  <a:moveTo>
                    <a:pt x="8234974" y="2602487"/>
                  </a:move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9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0" y="92"/>
                  </a:lnTo>
                  <a:lnTo>
                    <a:pt x="3839530" y="751"/>
                  </a:lnTo>
                  <a:lnTo>
                    <a:pt x="3820868" y="2572"/>
                  </a:lnTo>
                  <a:lnTo>
                    <a:pt x="3787811" y="6151"/>
                  </a:lnTo>
                  <a:lnTo>
                    <a:pt x="3739167" y="12019"/>
                  </a:lnTo>
                  <a:lnTo>
                    <a:pt x="3675806" y="20582"/>
                  </a:lnTo>
                  <a:lnTo>
                    <a:pt x="3600355" y="32082"/>
                  </a:lnTo>
                  <a:lnTo>
                    <a:pt x="3516549" y="46605"/>
                  </a:lnTo>
                  <a:lnTo>
                    <a:pt x="3428448" y="64125"/>
                  </a:lnTo>
                  <a:lnTo>
                    <a:pt x="3339761" y="84573"/>
                  </a:lnTo>
                  <a:lnTo>
                    <a:pt x="3253411" y="107901"/>
                  </a:lnTo>
                  <a:lnTo>
                    <a:pt x="3171390" y="134137"/>
                  </a:lnTo>
                  <a:lnTo>
                    <a:pt x="3094802" y="163416"/>
                  </a:lnTo>
                  <a:lnTo>
                    <a:pt x="3024029" y="195994"/>
                  </a:lnTo>
                  <a:lnTo>
                    <a:pt x="2958923" y="232253"/>
                  </a:lnTo>
                  <a:lnTo>
                    <a:pt x="2898983" y="272691"/>
                  </a:lnTo>
                  <a:lnTo>
                    <a:pt x="2843494" y="317900"/>
                  </a:lnTo>
                  <a:lnTo>
                    <a:pt x="2791639" y="368531"/>
                  </a:lnTo>
                  <a:lnTo>
                    <a:pt x="2742574" y="425225"/>
                  </a:lnTo>
                  <a:lnTo>
                    <a:pt x="2695499" y="488493"/>
                  </a:lnTo>
                  <a:lnTo>
                    <a:pt x="2667772" y="529934"/>
                  </a:lnTo>
                  <a:lnTo>
                    <a:pt x="2633932" y="584608"/>
                  </a:lnTo>
                  <a:lnTo>
                    <a:pt x="2600405" y="643116"/>
                  </a:lnTo>
                  <a:lnTo>
                    <a:pt x="2567001" y="705535"/>
                  </a:lnTo>
                  <a:lnTo>
                    <a:pt x="2533573" y="771889"/>
                  </a:lnTo>
                  <a:lnTo>
                    <a:pt x="2500007" y="842136"/>
                  </a:lnTo>
                  <a:lnTo>
                    <a:pt x="2466218" y="916168"/>
                  </a:lnTo>
                  <a:lnTo>
                    <a:pt x="2432153" y="993803"/>
                  </a:lnTo>
                  <a:lnTo>
                    <a:pt x="2397784" y="1074786"/>
                  </a:lnTo>
                  <a:lnTo>
                    <a:pt x="2363109" y="1158789"/>
                  </a:lnTo>
                  <a:lnTo>
                    <a:pt x="2328145" y="1245411"/>
                  </a:lnTo>
                  <a:lnTo>
                    <a:pt x="2292929" y="1334190"/>
                  </a:lnTo>
                  <a:lnTo>
                    <a:pt x="2257515" y="1424605"/>
                  </a:lnTo>
                  <a:lnTo>
                    <a:pt x="2221967" y="1516096"/>
                  </a:lnTo>
                  <a:lnTo>
                    <a:pt x="2186358" y="1608070"/>
                  </a:lnTo>
                  <a:lnTo>
                    <a:pt x="2150764" y="1699925"/>
                  </a:lnTo>
                  <a:lnTo>
                    <a:pt x="2115260" y="1791058"/>
                  </a:lnTo>
                  <a:lnTo>
                    <a:pt x="2079918" y="1880889"/>
                  </a:lnTo>
                  <a:lnTo>
                    <a:pt x="2044796" y="1968870"/>
                  </a:lnTo>
                  <a:lnTo>
                    <a:pt x="2009943" y="2054505"/>
                  </a:lnTo>
                  <a:lnTo>
                    <a:pt x="1975389" y="2137353"/>
                  </a:lnTo>
                  <a:lnTo>
                    <a:pt x="1941142" y="2217042"/>
                  </a:lnTo>
                  <a:lnTo>
                    <a:pt x="1907192" y="2293273"/>
                  </a:lnTo>
                  <a:lnTo>
                    <a:pt x="1873499" y="2365820"/>
                  </a:lnTo>
                  <a:lnTo>
                    <a:pt x="1839999" y="2434530"/>
                  </a:lnTo>
                  <a:lnTo>
                    <a:pt x="1806597" y="2499323"/>
                  </a:lnTo>
                  <a:lnTo>
                    <a:pt x="1773164" y="2560184"/>
                  </a:lnTo>
                  <a:lnTo>
                    <a:pt x="1739537" y="2617157"/>
                  </a:lnTo>
                  <a:lnTo>
                    <a:pt x="1719082" y="2649673"/>
                  </a:lnTo>
                  <a:lnTo>
                    <a:pt x="1672867" y="2717028"/>
                  </a:lnTo>
                  <a:lnTo>
                    <a:pt x="1625092" y="2777642"/>
                  </a:lnTo>
                  <a:lnTo>
                    <a:pt x="1575019" y="2831858"/>
                  </a:lnTo>
                  <a:lnTo>
                    <a:pt x="1521824" y="2880259"/>
                  </a:lnTo>
                  <a:lnTo>
                    <a:pt x="1464663" y="2923498"/>
                  </a:lnTo>
                  <a:lnTo>
                    <a:pt x="1402749" y="2962212"/>
                  </a:lnTo>
                  <a:lnTo>
                    <a:pt x="1335438" y="2996957"/>
                  </a:lnTo>
                  <a:lnTo>
                    <a:pt x="1262350" y="3028187"/>
                  </a:lnTo>
                  <a:lnTo>
                    <a:pt x="1183525" y="3056235"/>
                  </a:lnTo>
                  <a:lnTo>
                    <a:pt x="1099607" y="3081307"/>
                  </a:lnTo>
                  <a:lnTo>
                    <a:pt x="1012039" y="3103494"/>
                  </a:lnTo>
                  <a:lnTo>
                    <a:pt x="923185" y="3122788"/>
                  </a:lnTo>
                  <a:lnTo>
                    <a:pt x="836312" y="3139127"/>
                  </a:lnTo>
                  <a:lnTo>
                    <a:pt x="755337" y="3152448"/>
                  </a:lnTo>
                  <a:lnTo>
                    <a:pt x="684281" y="3162764"/>
                  </a:lnTo>
                  <a:lnTo>
                    <a:pt x="626531" y="3170219"/>
                  </a:lnTo>
                  <a:lnTo>
                    <a:pt x="584080" y="3175123"/>
                  </a:lnTo>
                  <a:lnTo>
                    <a:pt x="556994" y="3177936"/>
                  </a:lnTo>
                  <a:lnTo>
                    <a:pt x="543265" y="3179223"/>
                  </a:lnTo>
                  <a:lnTo>
                    <a:pt x="538992" y="3179587"/>
                  </a:lnTo>
                  <a:lnTo>
                    <a:pt x="538736" y="3179607"/>
                  </a:lnTo>
                  <a:lnTo>
                    <a:pt x="0" y="3179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2" name="pg1652"/>
            <p:cNvSpPr/>
            <p:nvPr/>
          </p:nvSpPr>
          <p:spPr>
            <a:xfrm>
              <a:off x="546595" y="527231"/>
              <a:ext cx="8234974" cy="5406422"/>
            </a:xfrm>
            <a:custGeom>
              <a:avLst/>
              <a:pathLst>
                <a:path w="8234974" h="5406422">
                  <a:moveTo>
                    <a:pt x="0" y="4780301"/>
                  </a:moveTo>
                  <a:lnTo>
                    <a:pt x="538736" y="4780301"/>
                  </a:lnTo>
                  <a:lnTo>
                    <a:pt x="540032" y="4780321"/>
                  </a:lnTo>
                  <a:lnTo>
                    <a:pt x="548483" y="4780470"/>
                  </a:lnTo>
                  <a:lnTo>
                    <a:pt x="569556" y="4780879"/>
                  </a:lnTo>
                  <a:lnTo>
                    <a:pt x="606637" y="4781684"/>
                  </a:lnTo>
                  <a:lnTo>
                    <a:pt x="660713" y="4782998"/>
                  </a:lnTo>
                  <a:lnTo>
                    <a:pt x="730346" y="4784906"/>
                  </a:lnTo>
                  <a:lnTo>
                    <a:pt x="812156" y="4787454"/>
                  </a:lnTo>
                  <a:lnTo>
                    <a:pt x="901693" y="4790651"/>
                  </a:lnTo>
                  <a:lnTo>
                    <a:pt x="994393" y="4794488"/>
                  </a:lnTo>
                  <a:lnTo>
                    <a:pt x="1086331" y="4798949"/>
                  </a:lnTo>
                  <a:lnTo>
                    <a:pt x="1174620" y="4804030"/>
                  </a:lnTo>
                  <a:lnTo>
                    <a:pt x="1257482" y="4809747"/>
                  </a:lnTo>
                  <a:lnTo>
                    <a:pt x="1334107" y="4816145"/>
                  </a:lnTo>
                  <a:lnTo>
                    <a:pt x="1404424" y="4823297"/>
                  </a:lnTo>
                  <a:lnTo>
                    <a:pt x="1468865" y="4831306"/>
                  </a:lnTo>
                  <a:lnTo>
                    <a:pt x="1528175" y="4840297"/>
                  </a:lnTo>
                  <a:lnTo>
                    <a:pt x="1583260" y="4850415"/>
                  </a:lnTo>
                  <a:lnTo>
                    <a:pt x="1635083" y="4861804"/>
                  </a:lnTo>
                  <a:lnTo>
                    <a:pt x="1684573" y="4874590"/>
                  </a:lnTo>
                  <a:lnTo>
                    <a:pt x="1719082" y="4884654"/>
                  </a:lnTo>
                  <a:lnTo>
                    <a:pt x="1769608" y="4901049"/>
                  </a:lnTo>
                  <a:lnTo>
                    <a:pt x="1819645" y="4919154"/>
                  </a:lnTo>
                  <a:lnTo>
                    <a:pt x="1869727" y="4938992"/>
                  </a:lnTo>
                  <a:lnTo>
                    <a:pt x="1920214" y="4960524"/>
                  </a:lnTo>
                  <a:lnTo>
                    <a:pt x="1971312" y="4983644"/>
                  </a:lnTo>
                  <a:lnTo>
                    <a:pt x="2023094" y="5008172"/>
                  </a:lnTo>
                  <a:lnTo>
                    <a:pt x="2075521" y="5033857"/>
                  </a:lnTo>
                  <a:lnTo>
                    <a:pt x="2128455" y="5060384"/>
                  </a:lnTo>
                  <a:lnTo>
                    <a:pt x="2181690" y="5087390"/>
                  </a:lnTo>
                  <a:lnTo>
                    <a:pt x="2234982" y="5114484"/>
                  </a:lnTo>
                  <a:lnTo>
                    <a:pt x="2288077" y="5141268"/>
                  </a:lnTo>
                  <a:lnTo>
                    <a:pt x="2340749" y="5167366"/>
                  </a:lnTo>
                  <a:lnTo>
                    <a:pt x="2392826" y="5192438"/>
                  </a:lnTo>
                  <a:lnTo>
                    <a:pt x="2444224" y="5216205"/>
                  </a:lnTo>
                  <a:lnTo>
                    <a:pt x="2494962" y="5238454"/>
                  </a:lnTo>
                  <a:lnTo>
                    <a:pt x="2545188" y="5259046"/>
                  </a:lnTo>
                  <a:lnTo>
                    <a:pt x="2595190" y="5277914"/>
                  </a:lnTo>
                  <a:lnTo>
                    <a:pt x="2645422" y="5295056"/>
                  </a:lnTo>
                  <a:lnTo>
                    <a:pt x="2667772" y="5302068"/>
                  </a:lnTo>
                  <a:lnTo>
                    <a:pt x="2716096" y="5315896"/>
                  </a:lnTo>
                  <a:lnTo>
                    <a:pt x="2766158" y="5328277"/>
                  </a:lnTo>
                  <a:lnTo>
                    <a:pt x="2818806" y="5339293"/>
                  </a:lnTo>
                  <a:lnTo>
                    <a:pt x="2874990" y="5349077"/>
                  </a:lnTo>
                  <a:lnTo>
                    <a:pt x="2935664" y="5357776"/>
                  </a:lnTo>
                  <a:lnTo>
                    <a:pt x="3001703" y="5365531"/>
                  </a:lnTo>
                  <a:lnTo>
                    <a:pt x="3073778" y="5372461"/>
                  </a:lnTo>
                  <a:lnTo>
                    <a:pt x="3152203" y="5378660"/>
                  </a:lnTo>
                  <a:lnTo>
                    <a:pt x="3236721" y="5384194"/>
                  </a:lnTo>
                  <a:lnTo>
                    <a:pt x="3326269" y="5389098"/>
                  </a:lnTo>
                  <a:lnTo>
                    <a:pt x="3418764" y="5393384"/>
                  </a:lnTo>
                  <a:lnTo>
                    <a:pt x="3511006" y="5397042"/>
                  </a:lnTo>
                  <a:lnTo>
                    <a:pt x="3598831" y="5400056"/>
                  </a:lnTo>
                  <a:lnTo>
                    <a:pt x="3677620" y="5402420"/>
                  </a:lnTo>
                  <a:lnTo>
                    <a:pt x="3743123" y="5404154"/>
                  </a:lnTo>
                  <a:lnTo>
                    <a:pt x="3792436" y="5405314"/>
                  </a:lnTo>
                  <a:lnTo>
                    <a:pt x="3824780" y="5405993"/>
                  </a:lnTo>
                  <a:lnTo>
                    <a:pt x="3841841" y="5406316"/>
                  </a:lnTo>
                  <a:lnTo>
                    <a:pt x="3847632" y="5406414"/>
                  </a:lnTo>
                  <a:lnTo>
                    <a:pt x="3848118" y="5406422"/>
                  </a:lnTo>
                  <a:lnTo>
                    <a:pt x="4386855" y="5406422"/>
                  </a:lnTo>
                  <a:lnTo>
                    <a:pt x="4387671" y="5406310"/>
                  </a:lnTo>
                  <a:lnTo>
                    <a:pt x="4393052" y="5405516"/>
                  </a:lnTo>
                  <a:lnTo>
                    <a:pt x="4406670" y="5403322"/>
                  </a:lnTo>
                  <a:lnTo>
                    <a:pt x="4431146" y="5398998"/>
                  </a:lnTo>
                  <a:lnTo>
                    <a:pt x="4467882" y="5391862"/>
                  </a:lnTo>
                  <a:lnTo>
                    <a:pt x="4516953" y="5381340"/>
                  </a:lnTo>
                  <a:lnTo>
                    <a:pt x="4577171" y="5367018"/>
                  </a:lnTo>
                  <a:lnTo>
                    <a:pt x="4646355" y="5348666"/>
                  </a:lnTo>
                  <a:lnTo>
                    <a:pt x="4721737" y="5326212"/>
                  </a:lnTo>
                  <a:lnTo>
                    <a:pt x="4800419" y="5299700"/>
                  </a:lnTo>
                  <a:lnTo>
                    <a:pt x="4879744" y="5269215"/>
                  </a:lnTo>
                  <a:lnTo>
                    <a:pt x="4957548" y="5234823"/>
                  </a:lnTo>
                  <a:lnTo>
                    <a:pt x="5032259" y="5196517"/>
                  </a:lnTo>
                  <a:lnTo>
                    <a:pt x="5102892" y="5154181"/>
                  </a:lnTo>
                  <a:lnTo>
                    <a:pt x="5168966" y="5107571"/>
                  </a:lnTo>
                  <a:lnTo>
                    <a:pt x="5230401" y="5056308"/>
                  </a:lnTo>
                  <a:lnTo>
                    <a:pt x="5287403" y="4999879"/>
                  </a:lnTo>
                  <a:lnTo>
                    <a:pt x="5340378" y="4937652"/>
                  </a:lnTo>
                  <a:lnTo>
                    <a:pt x="5389847" y="4868896"/>
                  </a:lnTo>
                  <a:lnTo>
                    <a:pt x="5436397" y="4792821"/>
                  </a:lnTo>
                  <a:lnTo>
                    <a:pt x="5480631" y="4708641"/>
                  </a:lnTo>
                  <a:lnTo>
                    <a:pt x="5523129" y="4615688"/>
                  </a:lnTo>
                  <a:lnTo>
                    <a:pt x="5564410" y="4513580"/>
                  </a:lnTo>
                  <a:lnTo>
                    <a:pt x="5567201" y="4506259"/>
                  </a:lnTo>
                  <a:lnTo>
                    <a:pt x="5593959" y="4433450"/>
                  </a:lnTo>
                  <a:lnTo>
                    <a:pt x="5620495" y="4356601"/>
                  </a:lnTo>
                  <a:lnTo>
                    <a:pt x="5646908" y="4275635"/>
                  </a:lnTo>
                  <a:lnTo>
                    <a:pt x="5673281" y="4190506"/>
                  </a:lnTo>
                  <a:lnTo>
                    <a:pt x="5699683" y="4101209"/>
                  </a:lnTo>
                  <a:lnTo>
                    <a:pt x="5726169" y="4007782"/>
                  </a:lnTo>
                  <a:lnTo>
                    <a:pt x="5752783" y="3910305"/>
                  </a:lnTo>
                  <a:lnTo>
                    <a:pt x="5779555" y="3808908"/>
                  </a:lnTo>
                  <a:lnTo>
                    <a:pt x="5806507" y="3703768"/>
                  </a:lnTo>
                  <a:lnTo>
                    <a:pt x="5833650" y="3595113"/>
                  </a:lnTo>
                  <a:lnTo>
                    <a:pt x="5860985" y="3483216"/>
                  </a:lnTo>
                  <a:lnTo>
                    <a:pt x="5888506" y="3368403"/>
                  </a:lnTo>
                  <a:lnTo>
                    <a:pt x="5916197" y="3251038"/>
                  </a:lnTo>
                  <a:lnTo>
                    <a:pt x="5944037" y="3131528"/>
                  </a:lnTo>
                  <a:lnTo>
                    <a:pt x="5972000" y="3010315"/>
                  </a:lnTo>
                  <a:lnTo>
                    <a:pt x="6000053" y="2887869"/>
                  </a:lnTo>
                  <a:lnTo>
                    <a:pt x="6028160" y="2764678"/>
                  </a:lnTo>
                  <a:lnTo>
                    <a:pt x="6056286" y="2641247"/>
                  </a:lnTo>
                  <a:lnTo>
                    <a:pt x="6084392" y="2518080"/>
                  </a:lnTo>
                  <a:lnTo>
                    <a:pt x="6112441" y="2395682"/>
                  </a:lnTo>
                  <a:lnTo>
                    <a:pt x="6140398" y="2274541"/>
                  </a:lnTo>
                  <a:lnTo>
                    <a:pt x="6168232" y="2155125"/>
                  </a:lnTo>
                  <a:lnTo>
                    <a:pt x="6195916" y="2037874"/>
                  </a:lnTo>
                  <a:lnTo>
                    <a:pt x="6223428" y="1923192"/>
                  </a:lnTo>
                  <a:lnTo>
                    <a:pt x="6250754" y="1811445"/>
                  </a:lnTo>
                  <a:lnTo>
                    <a:pt x="6277888" y="1702953"/>
                  </a:lnTo>
                  <a:lnTo>
                    <a:pt x="6304831" y="1597989"/>
                  </a:lnTo>
                  <a:lnTo>
                    <a:pt x="6331595" y="1496777"/>
                  </a:lnTo>
                  <a:lnTo>
                    <a:pt x="6358201" y="1399492"/>
                  </a:lnTo>
                  <a:lnTo>
                    <a:pt x="6384682" y="1306262"/>
                  </a:lnTo>
                  <a:lnTo>
                    <a:pt x="6411081" y="1217166"/>
                  </a:lnTo>
                  <a:lnTo>
                    <a:pt x="6437455" y="1132238"/>
                  </a:lnTo>
                  <a:lnTo>
                    <a:pt x="6463871" y="1051471"/>
                  </a:lnTo>
                  <a:lnTo>
                    <a:pt x="6490416" y="974819"/>
                  </a:lnTo>
                  <a:lnTo>
                    <a:pt x="6515891" y="905607"/>
                  </a:lnTo>
                  <a:lnTo>
                    <a:pt x="6557105" y="802871"/>
                  </a:lnTo>
                  <a:lnTo>
                    <a:pt x="6599504" y="709299"/>
                  </a:lnTo>
                  <a:lnTo>
                    <a:pt x="6643601" y="624538"/>
                  </a:lnTo>
                  <a:lnTo>
                    <a:pt x="6689974" y="547933"/>
                  </a:lnTo>
                  <a:lnTo>
                    <a:pt x="6739225" y="478701"/>
                  </a:lnTo>
                  <a:lnTo>
                    <a:pt x="6791941" y="416052"/>
                  </a:lnTo>
                  <a:lnTo>
                    <a:pt x="6848654" y="359248"/>
                  </a:lnTo>
                  <a:lnTo>
                    <a:pt x="6909776" y="307649"/>
                  </a:lnTo>
                  <a:lnTo>
                    <a:pt x="6975531" y="260734"/>
                  </a:lnTo>
                  <a:lnTo>
                    <a:pt x="7045863" y="218116"/>
                  </a:lnTo>
                  <a:lnTo>
                    <a:pt x="7120320" y="179539"/>
                  </a:lnTo>
                  <a:lnTo>
                    <a:pt x="7197955" y="144881"/>
                  </a:lnTo>
                  <a:lnTo>
                    <a:pt x="7277239" y="114126"/>
                  </a:lnTo>
                  <a:lnTo>
                    <a:pt x="7356044" y="87339"/>
                  </a:lnTo>
                  <a:lnTo>
                    <a:pt x="7431744" y="64606"/>
                  </a:lnTo>
                  <a:lnTo>
                    <a:pt x="7501444" y="45974"/>
                  </a:lnTo>
                  <a:lnTo>
                    <a:pt x="7562355" y="31381"/>
                  </a:lnTo>
                  <a:lnTo>
                    <a:pt x="7612239" y="20610"/>
                  </a:lnTo>
                  <a:lnTo>
                    <a:pt x="7649832" y="13259"/>
                  </a:lnTo>
                  <a:lnTo>
                    <a:pt x="7675117" y="8764"/>
                  </a:lnTo>
                  <a:lnTo>
                    <a:pt x="7689407" y="6447"/>
                  </a:lnTo>
                  <a:lnTo>
                    <a:pt x="7695246" y="558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21" y="111"/>
                  </a:lnTo>
                  <a:lnTo>
                    <a:pt x="7690040" y="905"/>
                  </a:lnTo>
                  <a:lnTo>
                    <a:pt x="7676423" y="3100"/>
                  </a:lnTo>
                  <a:lnTo>
                    <a:pt x="7651947" y="7423"/>
                  </a:lnTo>
                  <a:lnTo>
                    <a:pt x="7615211" y="14559"/>
                  </a:lnTo>
                  <a:lnTo>
                    <a:pt x="7566140" y="25082"/>
                  </a:lnTo>
                  <a:lnTo>
                    <a:pt x="7505921" y="39403"/>
                  </a:lnTo>
                  <a:lnTo>
                    <a:pt x="7436738" y="57756"/>
                  </a:lnTo>
                  <a:lnTo>
                    <a:pt x="7361355" y="80209"/>
                  </a:lnTo>
                  <a:lnTo>
                    <a:pt x="7282674" y="106722"/>
                  </a:lnTo>
                  <a:lnTo>
                    <a:pt x="7203348" y="137207"/>
                  </a:lnTo>
                  <a:lnTo>
                    <a:pt x="7125545" y="171599"/>
                  </a:lnTo>
                  <a:lnTo>
                    <a:pt x="7050834" y="209905"/>
                  </a:lnTo>
                  <a:lnTo>
                    <a:pt x="6980201" y="252241"/>
                  </a:lnTo>
                  <a:lnTo>
                    <a:pt x="6914126" y="298850"/>
                  </a:lnTo>
                  <a:lnTo>
                    <a:pt x="6852692" y="350114"/>
                  </a:lnTo>
                  <a:lnTo>
                    <a:pt x="6795689" y="406542"/>
                  </a:lnTo>
                  <a:lnTo>
                    <a:pt x="6742715" y="468769"/>
                  </a:lnTo>
                  <a:lnTo>
                    <a:pt x="6693245" y="537525"/>
                  </a:lnTo>
                  <a:lnTo>
                    <a:pt x="6646695" y="613601"/>
                  </a:lnTo>
                  <a:lnTo>
                    <a:pt x="6602461" y="697780"/>
                  </a:lnTo>
                  <a:lnTo>
                    <a:pt x="6559963" y="790734"/>
                  </a:lnTo>
                  <a:lnTo>
                    <a:pt x="6518682" y="892841"/>
                  </a:lnTo>
                  <a:lnTo>
                    <a:pt x="6515891" y="900162"/>
                  </a:lnTo>
                  <a:lnTo>
                    <a:pt x="6489133" y="972972"/>
                  </a:lnTo>
                  <a:lnTo>
                    <a:pt x="6462597" y="1049820"/>
                  </a:lnTo>
                  <a:lnTo>
                    <a:pt x="6436184" y="1130787"/>
                  </a:lnTo>
                  <a:lnTo>
                    <a:pt x="6409811" y="1215916"/>
                  </a:lnTo>
                  <a:lnTo>
                    <a:pt x="6383409" y="1305212"/>
                  </a:lnTo>
                  <a:lnTo>
                    <a:pt x="6356923" y="1398640"/>
                  </a:lnTo>
                  <a:lnTo>
                    <a:pt x="6330310" y="1496117"/>
                  </a:lnTo>
                  <a:lnTo>
                    <a:pt x="6303538" y="1597514"/>
                  </a:lnTo>
                  <a:lnTo>
                    <a:pt x="6276586" y="1702653"/>
                  </a:lnTo>
                  <a:lnTo>
                    <a:pt x="6249443" y="1811309"/>
                  </a:lnTo>
                  <a:lnTo>
                    <a:pt x="6222107" y="1923205"/>
                  </a:lnTo>
                  <a:lnTo>
                    <a:pt x="6194587" y="2038019"/>
                  </a:lnTo>
                  <a:lnTo>
                    <a:pt x="6166895" y="2155384"/>
                  </a:lnTo>
                  <a:lnTo>
                    <a:pt x="6139055" y="2274893"/>
                  </a:lnTo>
                  <a:lnTo>
                    <a:pt x="6111093" y="2396106"/>
                  </a:lnTo>
                  <a:lnTo>
                    <a:pt x="6083040" y="2518553"/>
                  </a:lnTo>
                  <a:lnTo>
                    <a:pt x="6054932" y="2641743"/>
                  </a:lnTo>
                  <a:lnTo>
                    <a:pt x="6026806" y="2765175"/>
                  </a:lnTo>
                  <a:lnTo>
                    <a:pt x="5998700" y="2888341"/>
                  </a:lnTo>
                  <a:lnTo>
                    <a:pt x="5970651" y="3010739"/>
                  </a:lnTo>
                  <a:lnTo>
                    <a:pt x="5942694" y="3131881"/>
                  </a:lnTo>
                  <a:lnTo>
                    <a:pt x="5914860" y="3251297"/>
                  </a:lnTo>
                  <a:lnTo>
                    <a:pt x="5887177" y="3368548"/>
                  </a:lnTo>
                  <a:lnTo>
                    <a:pt x="5859665" y="3483229"/>
                  </a:lnTo>
                  <a:lnTo>
                    <a:pt x="5832338" y="3594976"/>
                  </a:lnTo>
                  <a:lnTo>
                    <a:pt x="5805205" y="3703469"/>
                  </a:lnTo>
                  <a:lnTo>
                    <a:pt x="5778262" y="3808433"/>
                  </a:lnTo>
                  <a:lnTo>
                    <a:pt x="5751498" y="3909645"/>
                  </a:lnTo>
                  <a:lnTo>
                    <a:pt x="5724891" y="4006929"/>
                  </a:lnTo>
                  <a:lnTo>
                    <a:pt x="5698411" y="4100159"/>
                  </a:lnTo>
                  <a:lnTo>
                    <a:pt x="5672011" y="4189256"/>
                  </a:lnTo>
                  <a:lnTo>
                    <a:pt x="5645638" y="4274184"/>
                  </a:lnTo>
                  <a:lnTo>
                    <a:pt x="5619221" y="4354951"/>
                  </a:lnTo>
                  <a:lnTo>
                    <a:pt x="5592677" y="4431603"/>
                  </a:lnTo>
                  <a:lnTo>
                    <a:pt x="5567201" y="4500814"/>
                  </a:lnTo>
                  <a:lnTo>
                    <a:pt x="5525987" y="4603550"/>
                  </a:lnTo>
                  <a:lnTo>
                    <a:pt x="5483588" y="4697122"/>
                  </a:lnTo>
                  <a:lnTo>
                    <a:pt x="5439491" y="4781883"/>
                  </a:lnTo>
                  <a:lnTo>
                    <a:pt x="5393118" y="4858489"/>
                  </a:lnTo>
                  <a:lnTo>
                    <a:pt x="5343868" y="4927720"/>
                  </a:lnTo>
                  <a:lnTo>
                    <a:pt x="5291151" y="4990369"/>
                  </a:lnTo>
                  <a:lnTo>
                    <a:pt x="5234439" y="5047173"/>
                  </a:lnTo>
                  <a:lnTo>
                    <a:pt x="5173317" y="5098772"/>
                  </a:lnTo>
                  <a:lnTo>
                    <a:pt x="5107561" y="5145687"/>
                  </a:lnTo>
                  <a:lnTo>
                    <a:pt x="5037230" y="5188306"/>
                  </a:lnTo>
                  <a:lnTo>
                    <a:pt x="4962772" y="5226882"/>
                  </a:lnTo>
                  <a:lnTo>
                    <a:pt x="4885137" y="5261541"/>
                  </a:lnTo>
                  <a:lnTo>
                    <a:pt x="4805854" y="5292295"/>
                  </a:lnTo>
                  <a:lnTo>
                    <a:pt x="4727048" y="5319082"/>
                  </a:lnTo>
                  <a:lnTo>
                    <a:pt x="4651348" y="5341815"/>
                  </a:lnTo>
                  <a:lnTo>
                    <a:pt x="4581649" y="5360448"/>
                  </a:lnTo>
                  <a:lnTo>
                    <a:pt x="4520738" y="5375040"/>
                  </a:lnTo>
                  <a:lnTo>
                    <a:pt x="4470853" y="5385811"/>
                  </a:lnTo>
                  <a:lnTo>
                    <a:pt x="4433260" y="5393162"/>
                  </a:lnTo>
                  <a:lnTo>
                    <a:pt x="4407975" y="5397657"/>
                  </a:lnTo>
                  <a:lnTo>
                    <a:pt x="4393685" y="5399975"/>
                  </a:lnTo>
                  <a:lnTo>
                    <a:pt x="4387847" y="5400841"/>
                  </a:lnTo>
                  <a:lnTo>
                    <a:pt x="4386855" y="5400977"/>
                  </a:lnTo>
                  <a:lnTo>
                    <a:pt x="3848118" y="5400977"/>
                  </a:lnTo>
                  <a:lnTo>
                    <a:pt x="3846823" y="5400957"/>
                  </a:lnTo>
                  <a:lnTo>
                    <a:pt x="3838371" y="5400808"/>
                  </a:lnTo>
                  <a:lnTo>
                    <a:pt x="3817299" y="5400398"/>
                  </a:lnTo>
                  <a:lnTo>
                    <a:pt x="3780217" y="5399594"/>
                  </a:lnTo>
                  <a:lnTo>
                    <a:pt x="3726142" y="5398280"/>
                  </a:lnTo>
                  <a:lnTo>
                    <a:pt x="3656509" y="5396372"/>
                  </a:lnTo>
                  <a:lnTo>
                    <a:pt x="3574699" y="5393824"/>
                  </a:lnTo>
                  <a:lnTo>
                    <a:pt x="3485162" y="5390627"/>
                  </a:lnTo>
                  <a:lnTo>
                    <a:pt x="3392462" y="5386790"/>
                  </a:lnTo>
                  <a:lnTo>
                    <a:pt x="3300524" y="5382329"/>
                  </a:lnTo>
                  <a:lnTo>
                    <a:pt x="3212235" y="5377248"/>
                  </a:lnTo>
                  <a:lnTo>
                    <a:pt x="3129373" y="5371531"/>
                  </a:lnTo>
                  <a:lnTo>
                    <a:pt x="3052747" y="5365133"/>
                  </a:lnTo>
                  <a:lnTo>
                    <a:pt x="2982431" y="5357981"/>
                  </a:lnTo>
                  <a:lnTo>
                    <a:pt x="2917990" y="5349972"/>
                  </a:lnTo>
                  <a:lnTo>
                    <a:pt x="2858680" y="5340980"/>
                  </a:lnTo>
                  <a:lnTo>
                    <a:pt x="2803594" y="5330863"/>
                  </a:lnTo>
                  <a:lnTo>
                    <a:pt x="2751771" y="5319474"/>
                  </a:lnTo>
                  <a:lnTo>
                    <a:pt x="2702281" y="5306688"/>
                  </a:lnTo>
                  <a:lnTo>
                    <a:pt x="2667772" y="5296624"/>
                  </a:lnTo>
                  <a:lnTo>
                    <a:pt x="2617247" y="5280228"/>
                  </a:lnTo>
                  <a:lnTo>
                    <a:pt x="2567210" y="5262124"/>
                  </a:lnTo>
                  <a:lnTo>
                    <a:pt x="2517127" y="5242286"/>
                  </a:lnTo>
                  <a:lnTo>
                    <a:pt x="2466641" y="5220754"/>
                  </a:lnTo>
                  <a:lnTo>
                    <a:pt x="2415543" y="5197634"/>
                  </a:lnTo>
                  <a:lnTo>
                    <a:pt x="2363760" y="5173106"/>
                  </a:lnTo>
                  <a:lnTo>
                    <a:pt x="2311334" y="5147421"/>
                  </a:lnTo>
                  <a:lnTo>
                    <a:pt x="2258400" y="5120894"/>
                  </a:lnTo>
                  <a:lnTo>
                    <a:pt x="2205164" y="5093888"/>
                  </a:lnTo>
                  <a:lnTo>
                    <a:pt x="2151872" y="5066794"/>
                  </a:lnTo>
                  <a:lnTo>
                    <a:pt x="2098777" y="5040009"/>
                  </a:lnTo>
                  <a:lnTo>
                    <a:pt x="2046106" y="5013912"/>
                  </a:lnTo>
                  <a:lnTo>
                    <a:pt x="1994028" y="4988840"/>
                  </a:lnTo>
                  <a:lnTo>
                    <a:pt x="1942631" y="4965073"/>
                  </a:lnTo>
                  <a:lnTo>
                    <a:pt x="1891892" y="4942824"/>
                  </a:lnTo>
                  <a:lnTo>
                    <a:pt x="1841667" y="4922232"/>
                  </a:lnTo>
                  <a:lnTo>
                    <a:pt x="1791665" y="4903363"/>
                  </a:lnTo>
                  <a:lnTo>
                    <a:pt x="1741432" y="4886222"/>
                  </a:lnTo>
                  <a:lnTo>
                    <a:pt x="1719082" y="4879210"/>
                  </a:lnTo>
                  <a:lnTo>
                    <a:pt x="1670758" y="4865381"/>
                  </a:lnTo>
                  <a:lnTo>
                    <a:pt x="1620697" y="4853000"/>
                  </a:lnTo>
                  <a:lnTo>
                    <a:pt x="1568048" y="4841985"/>
                  </a:lnTo>
                  <a:lnTo>
                    <a:pt x="1511864" y="4832201"/>
                  </a:lnTo>
                  <a:lnTo>
                    <a:pt x="1451190" y="4823502"/>
                  </a:lnTo>
                  <a:lnTo>
                    <a:pt x="1385152" y="4815747"/>
                  </a:lnTo>
                  <a:lnTo>
                    <a:pt x="1313076" y="4808817"/>
                  </a:lnTo>
                  <a:lnTo>
                    <a:pt x="1234652" y="4802618"/>
                  </a:lnTo>
                  <a:lnTo>
                    <a:pt x="1150134" y="4797084"/>
                  </a:lnTo>
                  <a:lnTo>
                    <a:pt x="1060585" y="4792180"/>
                  </a:lnTo>
                  <a:lnTo>
                    <a:pt x="968090" y="4787894"/>
                  </a:lnTo>
                  <a:lnTo>
                    <a:pt x="875849" y="4784236"/>
                  </a:lnTo>
                  <a:lnTo>
                    <a:pt x="788023" y="4781222"/>
                  </a:lnTo>
                  <a:lnTo>
                    <a:pt x="709235" y="4778858"/>
                  </a:lnTo>
                  <a:lnTo>
                    <a:pt x="643731" y="4777124"/>
                  </a:lnTo>
                  <a:lnTo>
                    <a:pt x="594418" y="4775964"/>
                  </a:lnTo>
                  <a:lnTo>
                    <a:pt x="562075" y="4775285"/>
                  </a:lnTo>
                  <a:lnTo>
                    <a:pt x="545014" y="4774962"/>
                  </a:lnTo>
                  <a:lnTo>
                    <a:pt x="539222" y="4774864"/>
                  </a:lnTo>
                  <a:lnTo>
                    <a:pt x="538736" y="4774856"/>
                  </a:lnTo>
                  <a:lnTo>
                    <a:pt x="0" y="4774856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53" name="pl1653"/>
            <p:cNvSpPr/>
            <p:nvPr/>
          </p:nvSpPr>
          <p:spPr>
            <a:xfrm>
              <a:off x="546595" y="532675"/>
              <a:ext cx="8234974" cy="5400977"/>
            </a:xfrm>
            <a:custGeom>
              <a:avLst/>
              <a:pathLst>
                <a:path w="8234974" h="5400977">
                  <a:moveTo>
                    <a:pt x="0" y="4774856"/>
                  </a:moveTo>
                  <a:lnTo>
                    <a:pt x="538736" y="4774856"/>
                  </a:lnTo>
                  <a:lnTo>
                    <a:pt x="540032" y="4774877"/>
                  </a:lnTo>
                  <a:lnTo>
                    <a:pt x="548483" y="4775025"/>
                  </a:lnTo>
                  <a:lnTo>
                    <a:pt x="569556" y="4775435"/>
                  </a:lnTo>
                  <a:lnTo>
                    <a:pt x="606637" y="4776239"/>
                  </a:lnTo>
                  <a:lnTo>
                    <a:pt x="660713" y="4777553"/>
                  </a:lnTo>
                  <a:lnTo>
                    <a:pt x="730346" y="4779462"/>
                  </a:lnTo>
                  <a:lnTo>
                    <a:pt x="812156" y="4782009"/>
                  </a:lnTo>
                  <a:lnTo>
                    <a:pt x="901693" y="4785207"/>
                  </a:lnTo>
                  <a:lnTo>
                    <a:pt x="994393" y="4789043"/>
                  </a:lnTo>
                  <a:lnTo>
                    <a:pt x="1086331" y="4793504"/>
                  </a:lnTo>
                  <a:lnTo>
                    <a:pt x="1174620" y="4798585"/>
                  </a:lnTo>
                  <a:lnTo>
                    <a:pt x="1257482" y="4804302"/>
                  </a:lnTo>
                  <a:lnTo>
                    <a:pt x="1334107" y="4810700"/>
                  </a:lnTo>
                  <a:lnTo>
                    <a:pt x="1404424" y="4817853"/>
                  </a:lnTo>
                  <a:lnTo>
                    <a:pt x="1468865" y="4825862"/>
                  </a:lnTo>
                  <a:lnTo>
                    <a:pt x="1528175" y="4834853"/>
                  </a:lnTo>
                  <a:lnTo>
                    <a:pt x="1583260" y="4844970"/>
                  </a:lnTo>
                  <a:lnTo>
                    <a:pt x="1635083" y="4856360"/>
                  </a:lnTo>
                  <a:lnTo>
                    <a:pt x="1684573" y="4869146"/>
                  </a:lnTo>
                  <a:lnTo>
                    <a:pt x="1719082" y="4879210"/>
                  </a:lnTo>
                  <a:lnTo>
                    <a:pt x="1769608" y="4895605"/>
                  </a:lnTo>
                  <a:lnTo>
                    <a:pt x="1819645" y="4913709"/>
                  </a:lnTo>
                  <a:lnTo>
                    <a:pt x="1869727" y="4933547"/>
                  </a:lnTo>
                  <a:lnTo>
                    <a:pt x="1920214" y="4955080"/>
                  </a:lnTo>
                  <a:lnTo>
                    <a:pt x="1971312" y="4978200"/>
                  </a:lnTo>
                  <a:lnTo>
                    <a:pt x="2023094" y="5002728"/>
                  </a:lnTo>
                  <a:lnTo>
                    <a:pt x="2075521" y="5028412"/>
                  </a:lnTo>
                  <a:lnTo>
                    <a:pt x="2128455" y="5054939"/>
                  </a:lnTo>
                  <a:lnTo>
                    <a:pt x="2181690" y="5081945"/>
                  </a:lnTo>
                  <a:lnTo>
                    <a:pt x="2234982" y="5109039"/>
                  </a:lnTo>
                  <a:lnTo>
                    <a:pt x="2288077" y="5135824"/>
                  </a:lnTo>
                  <a:lnTo>
                    <a:pt x="2340749" y="5161921"/>
                  </a:lnTo>
                  <a:lnTo>
                    <a:pt x="2392826" y="5186994"/>
                  </a:lnTo>
                  <a:lnTo>
                    <a:pt x="2444224" y="5210760"/>
                  </a:lnTo>
                  <a:lnTo>
                    <a:pt x="2494962" y="5233009"/>
                  </a:lnTo>
                  <a:lnTo>
                    <a:pt x="2545188" y="5253602"/>
                  </a:lnTo>
                  <a:lnTo>
                    <a:pt x="2595190" y="5272470"/>
                  </a:lnTo>
                  <a:lnTo>
                    <a:pt x="2645422" y="5289611"/>
                  </a:lnTo>
                  <a:lnTo>
                    <a:pt x="2667772" y="5296624"/>
                  </a:lnTo>
                  <a:lnTo>
                    <a:pt x="2716096" y="5310452"/>
                  </a:lnTo>
                  <a:lnTo>
                    <a:pt x="2766158" y="5322833"/>
                  </a:lnTo>
                  <a:lnTo>
                    <a:pt x="2818806" y="5333848"/>
                  </a:lnTo>
                  <a:lnTo>
                    <a:pt x="2874990" y="5343632"/>
                  </a:lnTo>
                  <a:lnTo>
                    <a:pt x="2935664" y="5352331"/>
                  </a:lnTo>
                  <a:lnTo>
                    <a:pt x="3001703" y="5360086"/>
                  </a:lnTo>
                  <a:lnTo>
                    <a:pt x="3073778" y="5367016"/>
                  </a:lnTo>
                  <a:lnTo>
                    <a:pt x="3152203" y="5373215"/>
                  </a:lnTo>
                  <a:lnTo>
                    <a:pt x="3236721" y="5378749"/>
                  </a:lnTo>
                  <a:lnTo>
                    <a:pt x="3326269" y="5383654"/>
                  </a:lnTo>
                  <a:lnTo>
                    <a:pt x="3418764" y="5387939"/>
                  </a:lnTo>
                  <a:lnTo>
                    <a:pt x="3511006" y="5391597"/>
                  </a:lnTo>
                  <a:lnTo>
                    <a:pt x="3598831" y="5394611"/>
                  </a:lnTo>
                  <a:lnTo>
                    <a:pt x="3677620" y="5396975"/>
                  </a:lnTo>
                  <a:lnTo>
                    <a:pt x="3743123" y="5398709"/>
                  </a:lnTo>
                  <a:lnTo>
                    <a:pt x="3792436" y="5399869"/>
                  </a:lnTo>
                  <a:lnTo>
                    <a:pt x="3824780" y="5400549"/>
                  </a:lnTo>
                  <a:lnTo>
                    <a:pt x="3841841" y="5400871"/>
                  </a:lnTo>
                  <a:lnTo>
                    <a:pt x="3847632" y="5400970"/>
                  </a:lnTo>
                  <a:lnTo>
                    <a:pt x="3848118" y="5400977"/>
                  </a:lnTo>
                  <a:lnTo>
                    <a:pt x="4386855" y="5400977"/>
                  </a:lnTo>
                  <a:lnTo>
                    <a:pt x="4387671" y="5400866"/>
                  </a:lnTo>
                  <a:lnTo>
                    <a:pt x="4393052" y="5400072"/>
                  </a:lnTo>
                  <a:lnTo>
                    <a:pt x="4406670" y="5397877"/>
                  </a:lnTo>
                  <a:lnTo>
                    <a:pt x="4431146" y="5393554"/>
                  </a:lnTo>
                  <a:lnTo>
                    <a:pt x="4467882" y="5386418"/>
                  </a:lnTo>
                  <a:lnTo>
                    <a:pt x="4516953" y="5375895"/>
                  </a:lnTo>
                  <a:lnTo>
                    <a:pt x="4577171" y="5361574"/>
                  </a:lnTo>
                  <a:lnTo>
                    <a:pt x="4646355" y="5343221"/>
                  </a:lnTo>
                  <a:lnTo>
                    <a:pt x="4721737" y="5320768"/>
                  </a:lnTo>
                  <a:lnTo>
                    <a:pt x="4800419" y="5294255"/>
                  </a:lnTo>
                  <a:lnTo>
                    <a:pt x="4879744" y="5263770"/>
                  </a:lnTo>
                  <a:lnTo>
                    <a:pt x="4957548" y="5229378"/>
                  </a:lnTo>
                  <a:lnTo>
                    <a:pt x="5032259" y="5191072"/>
                  </a:lnTo>
                  <a:lnTo>
                    <a:pt x="5102892" y="5148736"/>
                  </a:lnTo>
                  <a:lnTo>
                    <a:pt x="5168966" y="5102127"/>
                  </a:lnTo>
                  <a:lnTo>
                    <a:pt x="5230401" y="5050863"/>
                  </a:lnTo>
                  <a:lnTo>
                    <a:pt x="5287403" y="4994434"/>
                  </a:lnTo>
                  <a:lnTo>
                    <a:pt x="5340378" y="4932208"/>
                  </a:lnTo>
                  <a:lnTo>
                    <a:pt x="5389847" y="4863452"/>
                  </a:lnTo>
                  <a:lnTo>
                    <a:pt x="5436397" y="4787376"/>
                  </a:lnTo>
                  <a:lnTo>
                    <a:pt x="5480631" y="4703196"/>
                  </a:lnTo>
                  <a:lnTo>
                    <a:pt x="5523129" y="4610243"/>
                  </a:lnTo>
                  <a:lnTo>
                    <a:pt x="5564410" y="4508136"/>
                  </a:lnTo>
                  <a:lnTo>
                    <a:pt x="5567201" y="4500814"/>
                  </a:lnTo>
                  <a:lnTo>
                    <a:pt x="5593959" y="4428005"/>
                  </a:lnTo>
                  <a:lnTo>
                    <a:pt x="5620495" y="4351157"/>
                  </a:lnTo>
                  <a:lnTo>
                    <a:pt x="5646908" y="4270190"/>
                  </a:lnTo>
                  <a:lnTo>
                    <a:pt x="5673281" y="4185061"/>
                  </a:lnTo>
                  <a:lnTo>
                    <a:pt x="5699683" y="4095765"/>
                  </a:lnTo>
                  <a:lnTo>
                    <a:pt x="5726169" y="4002337"/>
                  </a:lnTo>
                  <a:lnTo>
                    <a:pt x="5752783" y="3904860"/>
                  </a:lnTo>
                  <a:lnTo>
                    <a:pt x="5779555" y="3803463"/>
                  </a:lnTo>
                  <a:lnTo>
                    <a:pt x="5806507" y="3698324"/>
                  </a:lnTo>
                  <a:lnTo>
                    <a:pt x="5833650" y="3589668"/>
                  </a:lnTo>
                  <a:lnTo>
                    <a:pt x="5860985" y="3477772"/>
                  </a:lnTo>
                  <a:lnTo>
                    <a:pt x="5888506" y="3362958"/>
                  </a:lnTo>
                  <a:lnTo>
                    <a:pt x="5916197" y="3245593"/>
                  </a:lnTo>
                  <a:lnTo>
                    <a:pt x="5944037" y="3126084"/>
                  </a:lnTo>
                  <a:lnTo>
                    <a:pt x="5972000" y="3004871"/>
                  </a:lnTo>
                  <a:lnTo>
                    <a:pt x="6000053" y="2882424"/>
                  </a:lnTo>
                  <a:lnTo>
                    <a:pt x="6028160" y="2759234"/>
                  </a:lnTo>
                  <a:lnTo>
                    <a:pt x="6056286" y="2635802"/>
                  </a:lnTo>
                  <a:lnTo>
                    <a:pt x="6084392" y="2512636"/>
                  </a:lnTo>
                  <a:lnTo>
                    <a:pt x="6112441" y="2390238"/>
                  </a:lnTo>
                  <a:lnTo>
                    <a:pt x="6140398" y="2269096"/>
                  </a:lnTo>
                  <a:lnTo>
                    <a:pt x="6168232" y="2149680"/>
                  </a:lnTo>
                  <a:lnTo>
                    <a:pt x="6195916" y="2032429"/>
                  </a:lnTo>
                  <a:lnTo>
                    <a:pt x="6223428" y="1917748"/>
                  </a:lnTo>
                  <a:lnTo>
                    <a:pt x="6250754" y="1806001"/>
                  </a:lnTo>
                  <a:lnTo>
                    <a:pt x="6277888" y="1697508"/>
                  </a:lnTo>
                  <a:lnTo>
                    <a:pt x="6304831" y="1592544"/>
                  </a:lnTo>
                  <a:lnTo>
                    <a:pt x="6331595" y="1491332"/>
                  </a:lnTo>
                  <a:lnTo>
                    <a:pt x="6358201" y="1394048"/>
                  </a:lnTo>
                  <a:lnTo>
                    <a:pt x="6384682" y="1300818"/>
                  </a:lnTo>
                  <a:lnTo>
                    <a:pt x="6411081" y="1211721"/>
                  </a:lnTo>
                  <a:lnTo>
                    <a:pt x="6437455" y="1126793"/>
                  </a:lnTo>
                  <a:lnTo>
                    <a:pt x="6463871" y="1046026"/>
                  </a:lnTo>
                  <a:lnTo>
                    <a:pt x="6490416" y="969374"/>
                  </a:lnTo>
                  <a:lnTo>
                    <a:pt x="6515891" y="900162"/>
                  </a:lnTo>
                  <a:lnTo>
                    <a:pt x="6557105" y="797427"/>
                  </a:lnTo>
                  <a:lnTo>
                    <a:pt x="6599504" y="703855"/>
                  </a:lnTo>
                  <a:lnTo>
                    <a:pt x="6643601" y="619094"/>
                  </a:lnTo>
                  <a:lnTo>
                    <a:pt x="6689974" y="542488"/>
                  </a:lnTo>
                  <a:lnTo>
                    <a:pt x="6739225" y="473257"/>
                  </a:lnTo>
                  <a:lnTo>
                    <a:pt x="6791941" y="410608"/>
                  </a:lnTo>
                  <a:lnTo>
                    <a:pt x="6848654" y="353804"/>
                  </a:lnTo>
                  <a:lnTo>
                    <a:pt x="6909776" y="302205"/>
                  </a:lnTo>
                  <a:lnTo>
                    <a:pt x="6975531" y="255290"/>
                  </a:lnTo>
                  <a:lnTo>
                    <a:pt x="7045863" y="212671"/>
                  </a:lnTo>
                  <a:lnTo>
                    <a:pt x="7120320" y="174094"/>
                  </a:lnTo>
                  <a:lnTo>
                    <a:pt x="7197955" y="139436"/>
                  </a:lnTo>
                  <a:lnTo>
                    <a:pt x="7277239" y="108682"/>
                  </a:lnTo>
                  <a:lnTo>
                    <a:pt x="7356044" y="81895"/>
                  </a:lnTo>
                  <a:lnTo>
                    <a:pt x="7431744" y="59162"/>
                  </a:lnTo>
                  <a:lnTo>
                    <a:pt x="7501444" y="40529"/>
                  </a:lnTo>
                  <a:lnTo>
                    <a:pt x="7562355" y="25937"/>
                  </a:lnTo>
                  <a:lnTo>
                    <a:pt x="7612239" y="15165"/>
                  </a:lnTo>
                  <a:lnTo>
                    <a:pt x="7649832" y="7814"/>
                  </a:lnTo>
                  <a:lnTo>
                    <a:pt x="7675117" y="3319"/>
                  </a:lnTo>
                  <a:lnTo>
                    <a:pt x="7689407" y="1002"/>
                  </a:lnTo>
                  <a:lnTo>
                    <a:pt x="7695246" y="136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4" name="pl1654"/>
            <p:cNvSpPr/>
            <p:nvPr/>
          </p:nvSpPr>
          <p:spPr>
            <a:xfrm>
              <a:off x="546595" y="527231"/>
              <a:ext cx="8234974" cy="5400977"/>
            </a:xfrm>
            <a:custGeom>
              <a:avLst/>
              <a:pathLst>
                <a:path w="8234974" h="5400977">
                  <a:moveTo>
                    <a:pt x="8234974" y="0"/>
                  </a:moveTo>
                  <a:lnTo>
                    <a:pt x="7696237" y="0"/>
                  </a:lnTo>
                  <a:lnTo>
                    <a:pt x="7695421" y="111"/>
                  </a:lnTo>
                  <a:lnTo>
                    <a:pt x="7690040" y="905"/>
                  </a:lnTo>
                  <a:lnTo>
                    <a:pt x="7676423" y="3100"/>
                  </a:lnTo>
                  <a:lnTo>
                    <a:pt x="7651947" y="7423"/>
                  </a:lnTo>
                  <a:lnTo>
                    <a:pt x="7615211" y="14559"/>
                  </a:lnTo>
                  <a:lnTo>
                    <a:pt x="7566140" y="25082"/>
                  </a:lnTo>
                  <a:lnTo>
                    <a:pt x="7505921" y="39403"/>
                  </a:lnTo>
                  <a:lnTo>
                    <a:pt x="7436738" y="57756"/>
                  </a:lnTo>
                  <a:lnTo>
                    <a:pt x="7361355" y="80209"/>
                  </a:lnTo>
                  <a:lnTo>
                    <a:pt x="7282674" y="106722"/>
                  </a:lnTo>
                  <a:lnTo>
                    <a:pt x="7203348" y="137207"/>
                  </a:lnTo>
                  <a:lnTo>
                    <a:pt x="7125545" y="171599"/>
                  </a:lnTo>
                  <a:lnTo>
                    <a:pt x="7050834" y="209905"/>
                  </a:lnTo>
                  <a:lnTo>
                    <a:pt x="6980201" y="252241"/>
                  </a:lnTo>
                  <a:lnTo>
                    <a:pt x="6914126" y="298850"/>
                  </a:lnTo>
                  <a:lnTo>
                    <a:pt x="6852692" y="350114"/>
                  </a:lnTo>
                  <a:lnTo>
                    <a:pt x="6795689" y="406542"/>
                  </a:lnTo>
                  <a:lnTo>
                    <a:pt x="6742715" y="468769"/>
                  </a:lnTo>
                  <a:lnTo>
                    <a:pt x="6693245" y="537525"/>
                  </a:lnTo>
                  <a:lnTo>
                    <a:pt x="6646695" y="613601"/>
                  </a:lnTo>
                  <a:lnTo>
                    <a:pt x="6602461" y="697780"/>
                  </a:lnTo>
                  <a:lnTo>
                    <a:pt x="6559963" y="790734"/>
                  </a:lnTo>
                  <a:lnTo>
                    <a:pt x="6518682" y="892841"/>
                  </a:lnTo>
                  <a:lnTo>
                    <a:pt x="6515891" y="900162"/>
                  </a:lnTo>
                  <a:lnTo>
                    <a:pt x="6489133" y="972972"/>
                  </a:lnTo>
                  <a:lnTo>
                    <a:pt x="6462597" y="1049820"/>
                  </a:lnTo>
                  <a:lnTo>
                    <a:pt x="6436184" y="1130787"/>
                  </a:lnTo>
                  <a:lnTo>
                    <a:pt x="6409811" y="1215916"/>
                  </a:lnTo>
                  <a:lnTo>
                    <a:pt x="6383409" y="1305212"/>
                  </a:lnTo>
                  <a:lnTo>
                    <a:pt x="6356923" y="1398640"/>
                  </a:lnTo>
                  <a:lnTo>
                    <a:pt x="6330310" y="1496117"/>
                  </a:lnTo>
                  <a:lnTo>
                    <a:pt x="6303538" y="1597514"/>
                  </a:lnTo>
                  <a:lnTo>
                    <a:pt x="6276586" y="1702653"/>
                  </a:lnTo>
                  <a:lnTo>
                    <a:pt x="6249443" y="1811309"/>
                  </a:lnTo>
                  <a:lnTo>
                    <a:pt x="6222107" y="1923205"/>
                  </a:lnTo>
                  <a:lnTo>
                    <a:pt x="6194587" y="2038019"/>
                  </a:lnTo>
                  <a:lnTo>
                    <a:pt x="6166895" y="2155384"/>
                  </a:lnTo>
                  <a:lnTo>
                    <a:pt x="6139055" y="2274893"/>
                  </a:lnTo>
                  <a:lnTo>
                    <a:pt x="6111093" y="2396106"/>
                  </a:lnTo>
                  <a:lnTo>
                    <a:pt x="6083040" y="2518553"/>
                  </a:lnTo>
                  <a:lnTo>
                    <a:pt x="6054932" y="2641743"/>
                  </a:lnTo>
                  <a:lnTo>
                    <a:pt x="6026806" y="2765175"/>
                  </a:lnTo>
                  <a:lnTo>
                    <a:pt x="5998700" y="2888341"/>
                  </a:lnTo>
                  <a:lnTo>
                    <a:pt x="5970651" y="3010739"/>
                  </a:lnTo>
                  <a:lnTo>
                    <a:pt x="5942694" y="3131881"/>
                  </a:lnTo>
                  <a:lnTo>
                    <a:pt x="5914860" y="3251297"/>
                  </a:lnTo>
                  <a:lnTo>
                    <a:pt x="5887177" y="3368548"/>
                  </a:lnTo>
                  <a:lnTo>
                    <a:pt x="5859665" y="3483229"/>
                  </a:lnTo>
                  <a:lnTo>
                    <a:pt x="5832338" y="3594976"/>
                  </a:lnTo>
                  <a:lnTo>
                    <a:pt x="5805205" y="3703469"/>
                  </a:lnTo>
                  <a:lnTo>
                    <a:pt x="5778262" y="3808433"/>
                  </a:lnTo>
                  <a:lnTo>
                    <a:pt x="5751498" y="3909645"/>
                  </a:lnTo>
                  <a:lnTo>
                    <a:pt x="5724891" y="4006929"/>
                  </a:lnTo>
                  <a:lnTo>
                    <a:pt x="5698411" y="4100159"/>
                  </a:lnTo>
                  <a:lnTo>
                    <a:pt x="5672011" y="4189256"/>
                  </a:lnTo>
                  <a:lnTo>
                    <a:pt x="5645638" y="4274184"/>
                  </a:lnTo>
                  <a:lnTo>
                    <a:pt x="5619221" y="4354951"/>
                  </a:lnTo>
                  <a:lnTo>
                    <a:pt x="5592677" y="4431603"/>
                  </a:lnTo>
                  <a:lnTo>
                    <a:pt x="5567201" y="4500814"/>
                  </a:lnTo>
                  <a:lnTo>
                    <a:pt x="5525987" y="4603550"/>
                  </a:lnTo>
                  <a:lnTo>
                    <a:pt x="5483588" y="4697122"/>
                  </a:lnTo>
                  <a:lnTo>
                    <a:pt x="5439491" y="4781883"/>
                  </a:lnTo>
                  <a:lnTo>
                    <a:pt x="5393118" y="4858489"/>
                  </a:lnTo>
                  <a:lnTo>
                    <a:pt x="5343868" y="4927720"/>
                  </a:lnTo>
                  <a:lnTo>
                    <a:pt x="5291151" y="4990369"/>
                  </a:lnTo>
                  <a:lnTo>
                    <a:pt x="5234439" y="5047173"/>
                  </a:lnTo>
                  <a:lnTo>
                    <a:pt x="5173317" y="5098772"/>
                  </a:lnTo>
                  <a:lnTo>
                    <a:pt x="5107561" y="5145687"/>
                  </a:lnTo>
                  <a:lnTo>
                    <a:pt x="5037230" y="5188306"/>
                  </a:lnTo>
                  <a:lnTo>
                    <a:pt x="4962772" y="5226882"/>
                  </a:lnTo>
                  <a:lnTo>
                    <a:pt x="4885137" y="5261541"/>
                  </a:lnTo>
                  <a:lnTo>
                    <a:pt x="4805854" y="5292295"/>
                  </a:lnTo>
                  <a:lnTo>
                    <a:pt x="4727048" y="5319082"/>
                  </a:lnTo>
                  <a:lnTo>
                    <a:pt x="4651348" y="5341815"/>
                  </a:lnTo>
                  <a:lnTo>
                    <a:pt x="4581649" y="5360448"/>
                  </a:lnTo>
                  <a:lnTo>
                    <a:pt x="4520738" y="5375040"/>
                  </a:lnTo>
                  <a:lnTo>
                    <a:pt x="4470853" y="5385811"/>
                  </a:lnTo>
                  <a:lnTo>
                    <a:pt x="4433260" y="5393162"/>
                  </a:lnTo>
                  <a:lnTo>
                    <a:pt x="4407975" y="5397657"/>
                  </a:lnTo>
                  <a:lnTo>
                    <a:pt x="4393685" y="5399975"/>
                  </a:lnTo>
                  <a:lnTo>
                    <a:pt x="4387847" y="5400841"/>
                  </a:lnTo>
                  <a:lnTo>
                    <a:pt x="4386855" y="5400977"/>
                  </a:lnTo>
                  <a:lnTo>
                    <a:pt x="4386855" y="5400977"/>
                  </a:lnTo>
                  <a:lnTo>
                    <a:pt x="3848118" y="5400977"/>
                  </a:lnTo>
                  <a:lnTo>
                    <a:pt x="3846823" y="5400957"/>
                  </a:lnTo>
                  <a:lnTo>
                    <a:pt x="3838371" y="5400808"/>
                  </a:lnTo>
                  <a:lnTo>
                    <a:pt x="3817299" y="5400398"/>
                  </a:lnTo>
                  <a:lnTo>
                    <a:pt x="3780217" y="5399594"/>
                  </a:lnTo>
                  <a:lnTo>
                    <a:pt x="3726142" y="5398280"/>
                  </a:lnTo>
                  <a:lnTo>
                    <a:pt x="3656509" y="5396372"/>
                  </a:lnTo>
                  <a:lnTo>
                    <a:pt x="3574699" y="5393824"/>
                  </a:lnTo>
                  <a:lnTo>
                    <a:pt x="3485162" y="5390627"/>
                  </a:lnTo>
                  <a:lnTo>
                    <a:pt x="3392462" y="5386790"/>
                  </a:lnTo>
                  <a:lnTo>
                    <a:pt x="3300524" y="5382329"/>
                  </a:lnTo>
                  <a:lnTo>
                    <a:pt x="3212235" y="5377248"/>
                  </a:lnTo>
                  <a:lnTo>
                    <a:pt x="3129373" y="5371531"/>
                  </a:lnTo>
                  <a:lnTo>
                    <a:pt x="3052747" y="5365133"/>
                  </a:lnTo>
                  <a:lnTo>
                    <a:pt x="2982431" y="5357981"/>
                  </a:lnTo>
                  <a:lnTo>
                    <a:pt x="2917990" y="5349972"/>
                  </a:lnTo>
                  <a:lnTo>
                    <a:pt x="2858680" y="5340980"/>
                  </a:lnTo>
                  <a:lnTo>
                    <a:pt x="2803594" y="5330863"/>
                  </a:lnTo>
                  <a:lnTo>
                    <a:pt x="2751771" y="5319474"/>
                  </a:lnTo>
                  <a:lnTo>
                    <a:pt x="2702281" y="5306688"/>
                  </a:lnTo>
                  <a:lnTo>
                    <a:pt x="2667772" y="5296624"/>
                  </a:lnTo>
                  <a:lnTo>
                    <a:pt x="2617247" y="5280228"/>
                  </a:lnTo>
                  <a:lnTo>
                    <a:pt x="2567210" y="5262124"/>
                  </a:lnTo>
                  <a:lnTo>
                    <a:pt x="2517127" y="5242286"/>
                  </a:lnTo>
                  <a:lnTo>
                    <a:pt x="2466641" y="5220754"/>
                  </a:lnTo>
                  <a:lnTo>
                    <a:pt x="2415543" y="5197634"/>
                  </a:lnTo>
                  <a:lnTo>
                    <a:pt x="2363760" y="5173106"/>
                  </a:lnTo>
                  <a:lnTo>
                    <a:pt x="2311334" y="5147421"/>
                  </a:lnTo>
                  <a:lnTo>
                    <a:pt x="2258400" y="5120894"/>
                  </a:lnTo>
                  <a:lnTo>
                    <a:pt x="2205164" y="5093888"/>
                  </a:lnTo>
                  <a:lnTo>
                    <a:pt x="2151872" y="5066794"/>
                  </a:lnTo>
                  <a:lnTo>
                    <a:pt x="2098777" y="5040009"/>
                  </a:lnTo>
                  <a:lnTo>
                    <a:pt x="2046106" y="5013912"/>
                  </a:lnTo>
                  <a:lnTo>
                    <a:pt x="1994028" y="4988840"/>
                  </a:lnTo>
                  <a:lnTo>
                    <a:pt x="1942631" y="4965073"/>
                  </a:lnTo>
                  <a:lnTo>
                    <a:pt x="1891892" y="4942824"/>
                  </a:lnTo>
                  <a:lnTo>
                    <a:pt x="1841667" y="4922232"/>
                  </a:lnTo>
                  <a:lnTo>
                    <a:pt x="1791665" y="4903363"/>
                  </a:lnTo>
                  <a:lnTo>
                    <a:pt x="1741432" y="4886222"/>
                  </a:lnTo>
                  <a:lnTo>
                    <a:pt x="1719082" y="4879210"/>
                  </a:lnTo>
                  <a:lnTo>
                    <a:pt x="1670758" y="4865381"/>
                  </a:lnTo>
                  <a:lnTo>
                    <a:pt x="1620697" y="4853000"/>
                  </a:lnTo>
                  <a:lnTo>
                    <a:pt x="1568048" y="4841985"/>
                  </a:lnTo>
                  <a:lnTo>
                    <a:pt x="1511864" y="4832201"/>
                  </a:lnTo>
                  <a:lnTo>
                    <a:pt x="1451190" y="4823502"/>
                  </a:lnTo>
                  <a:lnTo>
                    <a:pt x="1385152" y="4815747"/>
                  </a:lnTo>
                  <a:lnTo>
                    <a:pt x="1313076" y="4808817"/>
                  </a:lnTo>
                  <a:lnTo>
                    <a:pt x="1234652" y="4802618"/>
                  </a:lnTo>
                  <a:lnTo>
                    <a:pt x="1150134" y="4797084"/>
                  </a:lnTo>
                  <a:lnTo>
                    <a:pt x="1060585" y="4792180"/>
                  </a:lnTo>
                  <a:lnTo>
                    <a:pt x="968090" y="4787894"/>
                  </a:lnTo>
                  <a:lnTo>
                    <a:pt x="875849" y="4784236"/>
                  </a:lnTo>
                  <a:lnTo>
                    <a:pt x="788023" y="4781222"/>
                  </a:lnTo>
                  <a:lnTo>
                    <a:pt x="709235" y="4778858"/>
                  </a:lnTo>
                  <a:lnTo>
                    <a:pt x="643731" y="4777124"/>
                  </a:lnTo>
                  <a:lnTo>
                    <a:pt x="594418" y="4775964"/>
                  </a:lnTo>
                  <a:lnTo>
                    <a:pt x="562075" y="4775285"/>
                  </a:lnTo>
                  <a:lnTo>
                    <a:pt x="545014" y="4774962"/>
                  </a:lnTo>
                  <a:lnTo>
                    <a:pt x="539222" y="4774864"/>
                  </a:lnTo>
                  <a:lnTo>
                    <a:pt x="538736" y="4774856"/>
                  </a:lnTo>
                  <a:lnTo>
                    <a:pt x="0" y="4774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5" name="pg1655"/>
            <p:cNvSpPr/>
            <p:nvPr/>
          </p:nvSpPr>
          <p:spPr>
            <a:xfrm>
              <a:off x="546595" y="1605249"/>
              <a:ext cx="8234974" cy="4061622"/>
            </a:xfrm>
            <a:custGeom>
              <a:avLst/>
              <a:pathLst>
                <a:path w="8234974" h="4061622">
                  <a:moveTo>
                    <a:pt x="0" y="3685949"/>
                  </a:moveTo>
                  <a:lnTo>
                    <a:pt x="538736" y="3685949"/>
                  </a:lnTo>
                  <a:lnTo>
                    <a:pt x="540036" y="3685962"/>
                  </a:lnTo>
                  <a:lnTo>
                    <a:pt x="548518" y="3686051"/>
                  </a:lnTo>
                  <a:lnTo>
                    <a:pt x="569663" y="3686298"/>
                  </a:lnTo>
                  <a:lnTo>
                    <a:pt x="606865" y="3686782"/>
                  </a:lnTo>
                  <a:lnTo>
                    <a:pt x="661101" y="3687574"/>
                  </a:lnTo>
                  <a:lnTo>
                    <a:pt x="730917" y="3688722"/>
                  </a:lnTo>
                  <a:lnTo>
                    <a:pt x="812910" y="3690256"/>
                  </a:lnTo>
                  <a:lnTo>
                    <a:pt x="902608" y="3692181"/>
                  </a:lnTo>
                  <a:lnTo>
                    <a:pt x="995433" y="3694490"/>
                  </a:lnTo>
                  <a:lnTo>
                    <a:pt x="1087457" y="3697174"/>
                  </a:lnTo>
                  <a:lnTo>
                    <a:pt x="1175794" y="3700231"/>
                  </a:lnTo>
                  <a:lnTo>
                    <a:pt x="1258673" y="3703671"/>
                  </a:lnTo>
                  <a:lnTo>
                    <a:pt x="1335295" y="3707521"/>
                  </a:lnTo>
                  <a:lnTo>
                    <a:pt x="1405595" y="3711826"/>
                  </a:lnTo>
                  <a:lnTo>
                    <a:pt x="1470017" y="3716648"/>
                  </a:lnTo>
                  <a:lnTo>
                    <a:pt x="1529310" y="3722061"/>
                  </a:lnTo>
                  <a:lnTo>
                    <a:pt x="1584387" y="3728154"/>
                  </a:lnTo>
                  <a:lnTo>
                    <a:pt x="1636215" y="3735014"/>
                  </a:lnTo>
                  <a:lnTo>
                    <a:pt x="1685723" y="3742715"/>
                  </a:lnTo>
                  <a:lnTo>
                    <a:pt x="1719082" y="3748561"/>
                  </a:lnTo>
                  <a:lnTo>
                    <a:pt x="1771002" y="3758686"/>
                  </a:lnTo>
                  <a:lnTo>
                    <a:pt x="1822422" y="3769895"/>
                  </a:lnTo>
                  <a:lnTo>
                    <a:pt x="1873915" y="3782202"/>
                  </a:lnTo>
                  <a:lnTo>
                    <a:pt x="1925859" y="3795579"/>
                  </a:lnTo>
                  <a:lnTo>
                    <a:pt x="1978462" y="3809952"/>
                  </a:lnTo>
                  <a:lnTo>
                    <a:pt x="2031790" y="3825197"/>
                  </a:lnTo>
                  <a:lnTo>
                    <a:pt x="2085779" y="3841145"/>
                  </a:lnTo>
                  <a:lnTo>
                    <a:pt x="2140267" y="3857583"/>
                  </a:lnTo>
                  <a:lnTo>
                    <a:pt x="2195018" y="3874271"/>
                  </a:lnTo>
                  <a:lnTo>
                    <a:pt x="2249761" y="3890952"/>
                  </a:lnTo>
                  <a:lnTo>
                    <a:pt x="2304226" y="3907368"/>
                  </a:lnTo>
                  <a:lnTo>
                    <a:pt x="2358180" y="3923280"/>
                  </a:lnTo>
                  <a:lnTo>
                    <a:pt x="2411466" y="3938479"/>
                  </a:lnTo>
                  <a:lnTo>
                    <a:pt x="2464029" y="3952797"/>
                  </a:lnTo>
                  <a:lnTo>
                    <a:pt x="2515938" y="3966113"/>
                  </a:lnTo>
                  <a:lnTo>
                    <a:pt x="2567415" y="3978357"/>
                  </a:lnTo>
                  <a:lnTo>
                    <a:pt x="2618847" y="3989502"/>
                  </a:lnTo>
                  <a:lnTo>
                    <a:pt x="2667772" y="3999010"/>
                  </a:lnTo>
                  <a:lnTo>
                    <a:pt x="2716157" y="4007317"/>
                  </a:lnTo>
                  <a:lnTo>
                    <a:pt x="2766285" y="4014753"/>
                  </a:lnTo>
                  <a:lnTo>
                    <a:pt x="2819009" y="4021368"/>
                  </a:lnTo>
                  <a:lnTo>
                    <a:pt x="2875280" y="4027242"/>
                  </a:lnTo>
                  <a:lnTo>
                    <a:pt x="2936058" y="4032465"/>
                  </a:lnTo>
                  <a:lnTo>
                    <a:pt x="3002218" y="4037120"/>
                  </a:lnTo>
                  <a:lnTo>
                    <a:pt x="3074434" y="4041279"/>
                  </a:lnTo>
                  <a:lnTo>
                    <a:pt x="3153015" y="4045000"/>
                  </a:lnTo>
                  <a:lnTo>
                    <a:pt x="3237699" y="4048320"/>
                  </a:lnTo>
                  <a:lnTo>
                    <a:pt x="3327408" y="4051262"/>
                  </a:lnTo>
                  <a:lnTo>
                    <a:pt x="3420037" y="4053832"/>
                  </a:lnTo>
                  <a:lnTo>
                    <a:pt x="3512361" y="4056024"/>
                  </a:lnTo>
                  <a:lnTo>
                    <a:pt x="3600191" y="4057828"/>
                  </a:lnTo>
                  <a:lnTo>
                    <a:pt x="3678886" y="4059242"/>
                  </a:lnTo>
                  <a:lnTo>
                    <a:pt x="3744199" y="4060277"/>
                  </a:lnTo>
                  <a:lnTo>
                    <a:pt x="3793244" y="4060968"/>
                  </a:lnTo>
                  <a:lnTo>
                    <a:pt x="3825289" y="4061371"/>
                  </a:lnTo>
                  <a:lnTo>
                    <a:pt x="3842075" y="4061561"/>
                  </a:lnTo>
                  <a:lnTo>
                    <a:pt x="3847678" y="4061618"/>
                  </a:lnTo>
                  <a:lnTo>
                    <a:pt x="3848118" y="4061622"/>
                  </a:lnTo>
                  <a:lnTo>
                    <a:pt x="4386855" y="4061622"/>
                  </a:lnTo>
                  <a:lnTo>
                    <a:pt x="4387778" y="4061527"/>
                  </a:lnTo>
                  <a:lnTo>
                    <a:pt x="4393847" y="4060850"/>
                  </a:lnTo>
                  <a:lnTo>
                    <a:pt x="4409153" y="4058979"/>
                  </a:lnTo>
                  <a:lnTo>
                    <a:pt x="4436524" y="4055295"/>
                  </a:lnTo>
                  <a:lnTo>
                    <a:pt x="4477330" y="4049229"/>
                  </a:lnTo>
                  <a:lnTo>
                    <a:pt x="4531369" y="4040315"/>
                  </a:lnTo>
                  <a:lnTo>
                    <a:pt x="4596998" y="4028237"/>
                  </a:lnTo>
                  <a:lnTo>
                    <a:pt x="4671517" y="4012841"/>
                  </a:lnTo>
                  <a:lnTo>
                    <a:pt x="4751692" y="3994101"/>
                  </a:lnTo>
                  <a:lnTo>
                    <a:pt x="4834299" y="3972073"/>
                  </a:lnTo>
                  <a:lnTo>
                    <a:pt x="4916532" y="3946829"/>
                  </a:lnTo>
                  <a:lnTo>
                    <a:pt x="4996233" y="3918402"/>
                  </a:lnTo>
                  <a:lnTo>
                    <a:pt x="5071953" y="3886742"/>
                  </a:lnTo>
                  <a:lnTo>
                    <a:pt x="5142892" y="3851695"/>
                  </a:lnTo>
                  <a:lnTo>
                    <a:pt x="5208782" y="3812986"/>
                  </a:lnTo>
                  <a:lnTo>
                    <a:pt x="5269745" y="3770222"/>
                  </a:lnTo>
                  <a:lnTo>
                    <a:pt x="5326172" y="3722898"/>
                  </a:lnTo>
                  <a:lnTo>
                    <a:pt x="5378625" y="3670413"/>
                  </a:lnTo>
                  <a:lnTo>
                    <a:pt x="5427752" y="3612105"/>
                  </a:lnTo>
                  <a:lnTo>
                    <a:pt x="5474238" y="3547298"/>
                  </a:lnTo>
                  <a:lnTo>
                    <a:pt x="5518746" y="3475400"/>
                  </a:lnTo>
                  <a:lnTo>
                    <a:pt x="5561877" y="3396048"/>
                  </a:lnTo>
                  <a:lnTo>
                    <a:pt x="5567201" y="3385592"/>
                  </a:lnTo>
                  <a:lnTo>
                    <a:pt x="5597682" y="3323023"/>
                  </a:lnTo>
                  <a:lnTo>
                    <a:pt x="5627893" y="3256500"/>
                  </a:lnTo>
                  <a:lnTo>
                    <a:pt x="5657977" y="3185943"/>
                  </a:lnTo>
                  <a:lnTo>
                    <a:pt x="5688047" y="3111319"/>
                  </a:lnTo>
                  <a:lnTo>
                    <a:pt x="5718197" y="3032644"/>
                  </a:lnTo>
                  <a:lnTo>
                    <a:pt x="5748496" y="2949990"/>
                  </a:lnTo>
                  <a:lnTo>
                    <a:pt x="5778996" y="2863488"/>
                  </a:lnTo>
                  <a:lnTo>
                    <a:pt x="5809729" y="2773332"/>
                  </a:lnTo>
                  <a:lnTo>
                    <a:pt x="5840711" y="2679775"/>
                  </a:lnTo>
                  <a:lnTo>
                    <a:pt x="5871941" y="2583134"/>
                  </a:lnTo>
                  <a:lnTo>
                    <a:pt x="5903405" y="2483785"/>
                  </a:lnTo>
                  <a:lnTo>
                    <a:pt x="5935076" y="2382157"/>
                  </a:lnTo>
                  <a:lnTo>
                    <a:pt x="5966918" y="2278725"/>
                  </a:lnTo>
                  <a:lnTo>
                    <a:pt x="5998885" y="2174006"/>
                  </a:lnTo>
                  <a:lnTo>
                    <a:pt x="6030925" y="2068540"/>
                  </a:lnTo>
                  <a:lnTo>
                    <a:pt x="6062984" y="1962888"/>
                  </a:lnTo>
                  <a:lnTo>
                    <a:pt x="6095006" y="1857612"/>
                  </a:lnTo>
                  <a:lnTo>
                    <a:pt x="6126936" y="1753268"/>
                  </a:lnTo>
                  <a:lnTo>
                    <a:pt x="6158725" y="1650389"/>
                  </a:lnTo>
                  <a:lnTo>
                    <a:pt x="6190330" y="1549479"/>
                  </a:lnTo>
                  <a:lnTo>
                    <a:pt x="6221717" y="1450998"/>
                  </a:lnTo>
                  <a:lnTo>
                    <a:pt x="6252864" y="1355359"/>
                  </a:lnTo>
                  <a:lnTo>
                    <a:pt x="6283761" y="1262917"/>
                  </a:lnTo>
                  <a:lnTo>
                    <a:pt x="6314413" y="1173969"/>
                  </a:lnTo>
                  <a:lnTo>
                    <a:pt x="6344841" y="1088747"/>
                  </a:lnTo>
                  <a:lnTo>
                    <a:pt x="6375083" y="1007424"/>
                  </a:lnTo>
                  <a:lnTo>
                    <a:pt x="6405197" y="930110"/>
                  </a:lnTo>
                  <a:lnTo>
                    <a:pt x="6435261" y="856860"/>
                  </a:lnTo>
                  <a:lnTo>
                    <a:pt x="6465373" y="787671"/>
                  </a:lnTo>
                  <a:lnTo>
                    <a:pt x="6495658" y="722493"/>
                  </a:lnTo>
                  <a:lnTo>
                    <a:pt x="6515891" y="681474"/>
                  </a:lnTo>
                  <a:lnTo>
                    <a:pt x="6558885" y="601182"/>
                  </a:lnTo>
                  <a:lnTo>
                    <a:pt x="6603191" y="528365"/>
                  </a:lnTo>
                  <a:lnTo>
                    <a:pt x="6649393" y="462700"/>
                  </a:lnTo>
                  <a:lnTo>
                    <a:pt x="6698153" y="403615"/>
                  </a:lnTo>
                  <a:lnTo>
                    <a:pt x="6750153" y="350439"/>
                  </a:lnTo>
                  <a:lnTo>
                    <a:pt x="6806050" y="302504"/>
                  </a:lnTo>
                  <a:lnTo>
                    <a:pt x="6866419" y="259199"/>
                  </a:lnTo>
                  <a:lnTo>
                    <a:pt x="6931679" y="220007"/>
                  </a:lnTo>
                  <a:lnTo>
                    <a:pt x="7001992" y="184519"/>
                  </a:lnTo>
                  <a:lnTo>
                    <a:pt x="7077146" y="152446"/>
                  </a:lnTo>
                  <a:lnTo>
                    <a:pt x="7156413" y="123620"/>
                  </a:lnTo>
                  <a:lnTo>
                    <a:pt x="7238433" y="97977"/>
                  </a:lnTo>
                  <a:lnTo>
                    <a:pt x="7321135" y="75543"/>
                  </a:lnTo>
                  <a:lnTo>
                    <a:pt x="7401786" y="56388"/>
                  </a:lnTo>
                  <a:lnTo>
                    <a:pt x="7477193" y="40572"/>
                  </a:lnTo>
                  <a:lnTo>
                    <a:pt x="7544099" y="28085"/>
                  </a:lnTo>
                  <a:lnTo>
                    <a:pt x="7599704" y="18789"/>
                  </a:lnTo>
                  <a:lnTo>
                    <a:pt x="7642209" y="12388"/>
                  </a:lnTo>
                  <a:lnTo>
                    <a:pt x="7671219" y="8436"/>
                  </a:lnTo>
                  <a:lnTo>
                    <a:pt x="7687907" y="6372"/>
                  </a:lnTo>
                  <a:lnTo>
                    <a:pt x="7694932" y="558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818" y="4056165"/>
                  </a:lnTo>
                  <a:lnTo>
                    <a:pt x="3838336" y="4056076"/>
                  </a:lnTo>
                  <a:lnTo>
                    <a:pt x="3817191" y="4055829"/>
                  </a:lnTo>
                  <a:lnTo>
                    <a:pt x="3779990" y="4055344"/>
                  </a:lnTo>
                  <a:lnTo>
                    <a:pt x="3725754" y="4054553"/>
                  </a:lnTo>
                  <a:lnTo>
                    <a:pt x="3655938" y="4053404"/>
                  </a:lnTo>
                  <a:lnTo>
                    <a:pt x="3573945" y="4051871"/>
                  </a:lnTo>
                  <a:lnTo>
                    <a:pt x="3484247" y="4049946"/>
                  </a:lnTo>
                  <a:lnTo>
                    <a:pt x="3391421" y="4047637"/>
                  </a:lnTo>
                  <a:lnTo>
                    <a:pt x="3299398" y="4044953"/>
                  </a:lnTo>
                  <a:lnTo>
                    <a:pt x="3211061" y="4041896"/>
                  </a:lnTo>
                  <a:lnTo>
                    <a:pt x="3128181" y="4038455"/>
                  </a:lnTo>
                  <a:lnTo>
                    <a:pt x="3051560" y="4034605"/>
                  </a:lnTo>
                  <a:lnTo>
                    <a:pt x="2981259" y="4030300"/>
                  </a:lnTo>
                  <a:lnTo>
                    <a:pt x="2916838" y="4025479"/>
                  </a:lnTo>
                  <a:lnTo>
                    <a:pt x="2857545" y="4020065"/>
                  </a:lnTo>
                  <a:lnTo>
                    <a:pt x="2802467" y="4013973"/>
                  </a:lnTo>
                  <a:lnTo>
                    <a:pt x="2750640" y="4007113"/>
                  </a:lnTo>
                  <a:lnTo>
                    <a:pt x="2701132" y="3999412"/>
                  </a:lnTo>
                  <a:lnTo>
                    <a:pt x="2667772" y="3993565"/>
                  </a:lnTo>
                  <a:lnTo>
                    <a:pt x="2615853" y="3983440"/>
                  </a:lnTo>
                  <a:lnTo>
                    <a:pt x="2564432" y="3972231"/>
                  </a:lnTo>
                  <a:lnTo>
                    <a:pt x="2512939" y="3959924"/>
                  </a:lnTo>
                  <a:lnTo>
                    <a:pt x="2460996" y="3946547"/>
                  </a:lnTo>
                  <a:lnTo>
                    <a:pt x="2408392" y="3932175"/>
                  </a:lnTo>
                  <a:lnTo>
                    <a:pt x="2355065" y="3916929"/>
                  </a:lnTo>
                  <a:lnTo>
                    <a:pt x="2301075" y="3900982"/>
                  </a:lnTo>
                  <a:lnTo>
                    <a:pt x="2246588" y="3884544"/>
                  </a:lnTo>
                  <a:lnTo>
                    <a:pt x="2191837" y="3867855"/>
                  </a:lnTo>
                  <a:lnTo>
                    <a:pt x="2137094" y="3851175"/>
                  </a:lnTo>
                  <a:lnTo>
                    <a:pt x="2082629" y="3834759"/>
                  </a:lnTo>
                  <a:lnTo>
                    <a:pt x="2028674" y="3818846"/>
                  </a:lnTo>
                  <a:lnTo>
                    <a:pt x="1975388" y="3803648"/>
                  </a:lnTo>
                  <a:lnTo>
                    <a:pt x="1922826" y="3789330"/>
                  </a:lnTo>
                  <a:lnTo>
                    <a:pt x="1870916" y="3776013"/>
                  </a:lnTo>
                  <a:lnTo>
                    <a:pt x="1819439" y="3763770"/>
                  </a:lnTo>
                  <a:lnTo>
                    <a:pt x="1768007" y="3752625"/>
                  </a:lnTo>
                  <a:lnTo>
                    <a:pt x="1719082" y="3743117"/>
                  </a:lnTo>
                  <a:lnTo>
                    <a:pt x="1670697" y="3734810"/>
                  </a:lnTo>
                  <a:lnTo>
                    <a:pt x="1620570" y="3727374"/>
                  </a:lnTo>
                  <a:lnTo>
                    <a:pt x="1567846" y="3720759"/>
                  </a:lnTo>
                  <a:lnTo>
                    <a:pt x="1511574" y="3714884"/>
                  </a:lnTo>
                  <a:lnTo>
                    <a:pt x="1450797" y="3709662"/>
                  </a:lnTo>
                  <a:lnTo>
                    <a:pt x="1384636" y="3705007"/>
                  </a:lnTo>
                  <a:lnTo>
                    <a:pt x="1312421" y="3700847"/>
                  </a:lnTo>
                  <a:lnTo>
                    <a:pt x="1233839" y="3697127"/>
                  </a:lnTo>
                  <a:lnTo>
                    <a:pt x="1149156" y="3693807"/>
                  </a:lnTo>
                  <a:lnTo>
                    <a:pt x="1059447" y="3690864"/>
                  </a:lnTo>
                  <a:lnTo>
                    <a:pt x="966817" y="3688295"/>
                  </a:lnTo>
                  <a:lnTo>
                    <a:pt x="874493" y="3686103"/>
                  </a:lnTo>
                  <a:lnTo>
                    <a:pt x="786664" y="3684298"/>
                  </a:lnTo>
                  <a:lnTo>
                    <a:pt x="707969" y="3682885"/>
                  </a:lnTo>
                  <a:lnTo>
                    <a:pt x="642656" y="3681850"/>
                  </a:lnTo>
                  <a:lnTo>
                    <a:pt x="593610" y="3681159"/>
                  </a:lnTo>
                  <a:lnTo>
                    <a:pt x="561566" y="3680756"/>
                  </a:lnTo>
                  <a:lnTo>
                    <a:pt x="544779" y="3680566"/>
                  </a:lnTo>
                  <a:lnTo>
                    <a:pt x="539176" y="3680509"/>
                  </a:lnTo>
                  <a:lnTo>
                    <a:pt x="538736" y="3680505"/>
                  </a:lnTo>
                  <a:lnTo>
                    <a:pt x="0" y="368050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56" name="pl1656"/>
            <p:cNvSpPr/>
            <p:nvPr/>
          </p:nvSpPr>
          <p:spPr>
            <a:xfrm>
              <a:off x="546595" y="1610693"/>
              <a:ext cx="8234974" cy="4056177"/>
            </a:xfrm>
            <a:custGeom>
              <a:avLst/>
              <a:pathLst>
                <a:path w="8234974" h="4056177">
                  <a:moveTo>
                    <a:pt x="0" y="3680505"/>
                  </a:moveTo>
                  <a:lnTo>
                    <a:pt x="538736" y="3680505"/>
                  </a:lnTo>
                  <a:lnTo>
                    <a:pt x="540036" y="3680517"/>
                  </a:lnTo>
                  <a:lnTo>
                    <a:pt x="548518" y="3680606"/>
                  </a:lnTo>
                  <a:lnTo>
                    <a:pt x="569663" y="3680853"/>
                  </a:lnTo>
                  <a:lnTo>
                    <a:pt x="606865" y="3681338"/>
                  </a:lnTo>
                  <a:lnTo>
                    <a:pt x="661101" y="3682129"/>
                  </a:lnTo>
                  <a:lnTo>
                    <a:pt x="730917" y="3683278"/>
                  </a:lnTo>
                  <a:lnTo>
                    <a:pt x="812910" y="3684811"/>
                  </a:lnTo>
                  <a:lnTo>
                    <a:pt x="902608" y="3686736"/>
                  </a:lnTo>
                  <a:lnTo>
                    <a:pt x="995433" y="3689045"/>
                  </a:lnTo>
                  <a:lnTo>
                    <a:pt x="1087457" y="3691729"/>
                  </a:lnTo>
                  <a:lnTo>
                    <a:pt x="1175794" y="3694786"/>
                  </a:lnTo>
                  <a:lnTo>
                    <a:pt x="1258673" y="3698227"/>
                  </a:lnTo>
                  <a:lnTo>
                    <a:pt x="1335295" y="3702077"/>
                  </a:lnTo>
                  <a:lnTo>
                    <a:pt x="1405595" y="3706382"/>
                  </a:lnTo>
                  <a:lnTo>
                    <a:pt x="1470017" y="3711203"/>
                  </a:lnTo>
                  <a:lnTo>
                    <a:pt x="1529310" y="3716617"/>
                  </a:lnTo>
                  <a:lnTo>
                    <a:pt x="1584387" y="3722710"/>
                  </a:lnTo>
                  <a:lnTo>
                    <a:pt x="1636215" y="3729569"/>
                  </a:lnTo>
                  <a:lnTo>
                    <a:pt x="1685723" y="3737270"/>
                  </a:lnTo>
                  <a:lnTo>
                    <a:pt x="1719082" y="3743117"/>
                  </a:lnTo>
                  <a:lnTo>
                    <a:pt x="1771002" y="3753242"/>
                  </a:lnTo>
                  <a:lnTo>
                    <a:pt x="1822422" y="3764451"/>
                  </a:lnTo>
                  <a:lnTo>
                    <a:pt x="1873915" y="3776758"/>
                  </a:lnTo>
                  <a:lnTo>
                    <a:pt x="1925859" y="3790135"/>
                  </a:lnTo>
                  <a:lnTo>
                    <a:pt x="1978462" y="3804507"/>
                  </a:lnTo>
                  <a:lnTo>
                    <a:pt x="2031790" y="3819753"/>
                  </a:lnTo>
                  <a:lnTo>
                    <a:pt x="2085779" y="3835700"/>
                  </a:lnTo>
                  <a:lnTo>
                    <a:pt x="2140267" y="3852139"/>
                  </a:lnTo>
                  <a:lnTo>
                    <a:pt x="2195018" y="3868827"/>
                  </a:lnTo>
                  <a:lnTo>
                    <a:pt x="2249761" y="3885507"/>
                  </a:lnTo>
                  <a:lnTo>
                    <a:pt x="2304226" y="3901924"/>
                  </a:lnTo>
                  <a:lnTo>
                    <a:pt x="2358180" y="3917836"/>
                  </a:lnTo>
                  <a:lnTo>
                    <a:pt x="2411466" y="3933034"/>
                  </a:lnTo>
                  <a:lnTo>
                    <a:pt x="2464029" y="3947352"/>
                  </a:lnTo>
                  <a:lnTo>
                    <a:pt x="2515938" y="3960669"/>
                  </a:lnTo>
                  <a:lnTo>
                    <a:pt x="2567415" y="3972912"/>
                  </a:lnTo>
                  <a:lnTo>
                    <a:pt x="2618847" y="3984058"/>
                  </a:lnTo>
                  <a:lnTo>
                    <a:pt x="2667772" y="3993565"/>
                  </a:lnTo>
                  <a:lnTo>
                    <a:pt x="2716157" y="4001872"/>
                  </a:lnTo>
                  <a:lnTo>
                    <a:pt x="2766285" y="4009308"/>
                  </a:lnTo>
                  <a:lnTo>
                    <a:pt x="2819009" y="4015923"/>
                  </a:lnTo>
                  <a:lnTo>
                    <a:pt x="2875280" y="4021798"/>
                  </a:lnTo>
                  <a:lnTo>
                    <a:pt x="2936058" y="4027021"/>
                  </a:lnTo>
                  <a:lnTo>
                    <a:pt x="3002218" y="4031675"/>
                  </a:lnTo>
                  <a:lnTo>
                    <a:pt x="3074434" y="4035835"/>
                  </a:lnTo>
                  <a:lnTo>
                    <a:pt x="3153015" y="4039555"/>
                  </a:lnTo>
                  <a:lnTo>
                    <a:pt x="3237699" y="4042876"/>
                  </a:lnTo>
                  <a:lnTo>
                    <a:pt x="3327408" y="4045818"/>
                  </a:lnTo>
                  <a:lnTo>
                    <a:pt x="3420037" y="4048387"/>
                  </a:lnTo>
                  <a:lnTo>
                    <a:pt x="3512361" y="4050579"/>
                  </a:lnTo>
                  <a:lnTo>
                    <a:pt x="3600191" y="4052384"/>
                  </a:lnTo>
                  <a:lnTo>
                    <a:pt x="3678886" y="4053798"/>
                  </a:lnTo>
                  <a:lnTo>
                    <a:pt x="3744199" y="4054833"/>
                  </a:lnTo>
                  <a:lnTo>
                    <a:pt x="3793244" y="4055523"/>
                  </a:lnTo>
                  <a:lnTo>
                    <a:pt x="3825289" y="4055926"/>
                  </a:lnTo>
                  <a:lnTo>
                    <a:pt x="3842075" y="4056116"/>
                  </a:lnTo>
                  <a:lnTo>
                    <a:pt x="3847678" y="4056173"/>
                  </a:lnTo>
                  <a:lnTo>
                    <a:pt x="3848118" y="4056177"/>
                  </a:lnTo>
                  <a:lnTo>
                    <a:pt x="4386855" y="4056177"/>
                  </a:lnTo>
                  <a:lnTo>
                    <a:pt x="4387778" y="4056083"/>
                  </a:lnTo>
                  <a:lnTo>
                    <a:pt x="4393847" y="4055406"/>
                  </a:lnTo>
                  <a:lnTo>
                    <a:pt x="4409153" y="4053534"/>
                  </a:lnTo>
                  <a:lnTo>
                    <a:pt x="4436524" y="4049851"/>
                  </a:lnTo>
                  <a:lnTo>
                    <a:pt x="4477330" y="4043784"/>
                  </a:lnTo>
                  <a:lnTo>
                    <a:pt x="4531369" y="4034870"/>
                  </a:lnTo>
                  <a:lnTo>
                    <a:pt x="4596998" y="4022793"/>
                  </a:lnTo>
                  <a:lnTo>
                    <a:pt x="4671517" y="4007396"/>
                  </a:lnTo>
                  <a:lnTo>
                    <a:pt x="4751692" y="3988656"/>
                  </a:lnTo>
                  <a:lnTo>
                    <a:pt x="4834299" y="3966628"/>
                  </a:lnTo>
                  <a:lnTo>
                    <a:pt x="4916532" y="3941384"/>
                  </a:lnTo>
                  <a:lnTo>
                    <a:pt x="4996233" y="3912957"/>
                  </a:lnTo>
                  <a:lnTo>
                    <a:pt x="5071953" y="3881298"/>
                  </a:lnTo>
                  <a:lnTo>
                    <a:pt x="5142892" y="3846251"/>
                  </a:lnTo>
                  <a:lnTo>
                    <a:pt x="5208782" y="3807542"/>
                  </a:lnTo>
                  <a:lnTo>
                    <a:pt x="5269745" y="3764778"/>
                  </a:lnTo>
                  <a:lnTo>
                    <a:pt x="5326172" y="3717453"/>
                  </a:lnTo>
                  <a:lnTo>
                    <a:pt x="5378625" y="3664969"/>
                  </a:lnTo>
                  <a:lnTo>
                    <a:pt x="5427752" y="3606661"/>
                  </a:lnTo>
                  <a:lnTo>
                    <a:pt x="5474238" y="3541854"/>
                  </a:lnTo>
                  <a:lnTo>
                    <a:pt x="5518746" y="3469956"/>
                  </a:lnTo>
                  <a:lnTo>
                    <a:pt x="5561877" y="3390603"/>
                  </a:lnTo>
                  <a:lnTo>
                    <a:pt x="5567201" y="3380148"/>
                  </a:lnTo>
                  <a:lnTo>
                    <a:pt x="5597682" y="3317578"/>
                  </a:lnTo>
                  <a:lnTo>
                    <a:pt x="5627893" y="3251055"/>
                  </a:lnTo>
                  <a:lnTo>
                    <a:pt x="5657977" y="3180499"/>
                  </a:lnTo>
                  <a:lnTo>
                    <a:pt x="5688047" y="3105875"/>
                  </a:lnTo>
                  <a:lnTo>
                    <a:pt x="5718197" y="3027199"/>
                  </a:lnTo>
                  <a:lnTo>
                    <a:pt x="5748496" y="2944545"/>
                  </a:lnTo>
                  <a:lnTo>
                    <a:pt x="5778996" y="2858044"/>
                  </a:lnTo>
                  <a:lnTo>
                    <a:pt x="5809729" y="2767887"/>
                  </a:lnTo>
                  <a:lnTo>
                    <a:pt x="5840711" y="2674330"/>
                  </a:lnTo>
                  <a:lnTo>
                    <a:pt x="5871941" y="2577690"/>
                  </a:lnTo>
                  <a:lnTo>
                    <a:pt x="5903405" y="2478340"/>
                  </a:lnTo>
                  <a:lnTo>
                    <a:pt x="5935076" y="2376712"/>
                  </a:lnTo>
                  <a:lnTo>
                    <a:pt x="5966918" y="2273281"/>
                  </a:lnTo>
                  <a:lnTo>
                    <a:pt x="5998885" y="2168561"/>
                  </a:lnTo>
                  <a:lnTo>
                    <a:pt x="6030925" y="2063096"/>
                  </a:lnTo>
                  <a:lnTo>
                    <a:pt x="6062984" y="1957443"/>
                  </a:lnTo>
                  <a:lnTo>
                    <a:pt x="6095006" y="1852168"/>
                  </a:lnTo>
                  <a:lnTo>
                    <a:pt x="6126936" y="1747823"/>
                  </a:lnTo>
                  <a:lnTo>
                    <a:pt x="6158725" y="1644945"/>
                  </a:lnTo>
                  <a:lnTo>
                    <a:pt x="6190330" y="1544034"/>
                  </a:lnTo>
                  <a:lnTo>
                    <a:pt x="6221717" y="1445554"/>
                  </a:lnTo>
                  <a:lnTo>
                    <a:pt x="6252864" y="1349915"/>
                  </a:lnTo>
                  <a:lnTo>
                    <a:pt x="6283761" y="1257473"/>
                  </a:lnTo>
                  <a:lnTo>
                    <a:pt x="6314413" y="1168524"/>
                  </a:lnTo>
                  <a:lnTo>
                    <a:pt x="6344841" y="1083302"/>
                  </a:lnTo>
                  <a:lnTo>
                    <a:pt x="6375083" y="1001979"/>
                  </a:lnTo>
                  <a:lnTo>
                    <a:pt x="6405197" y="924666"/>
                  </a:lnTo>
                  <a:lnTo>
                    <a:pt x="6435261" y="851415"/>
                  </a:lnTo>
                  <a:lnTo>
                    <a:pt x="6465373" y="782226"/>
                  </a:lnTo>
                  <a:lnTo>
                    <a:pt x="6495658" y="717048"/>
                  </a:lnTo>
                  <a:lnTo>
                    <a:pt x="6515891" y="676029"/>
                  </a:lnTo>
                  <a:lnTo>
                    <a:pt x="6558885" y="595738"/>
                  </a:lnTo>
                  <a:lnTo>
                    <a:pt x="6603191" y="522920"/>
                  </a:lnTo>
                  <a:lnTo>
                    <a:pt x="6649393" y="457256"/>
                  </a:lnTo>
                  <a:lnTo>
                    <a:pt x="6698153" y="398171"/>
                  </a:lnTo>
                  <a:lnTo>
                    <a:pt x="6750153" y="344995"/>
                  </a:lnTo>
                  <a:lnTo>
                    <a:pt x="6806050" y="297059"/>
                  </a:lnTo>
                  <a:lnTo>
                    <a:pt x="6866419" y="253754"/>
                  </a:lnTo>
                  <a:lnTo>
                    <a:pt x="6931679" y="214562"/>
                  </a:lnTo>
                  <a:lnTo>
                    <a:pt x="7001992" y="179074"/>
                  </a:lnTo>
                  <a:lnTo>
                    <a:pt x="7077146" y="147002"/>
                  </a:lnTo>
                  <a:lnTo>
                    <a:pt x="7156413" y="118175"/>
                  </a:lnTo>
                  <a:lnTo>
                    <a:pt x="7238433" y="92532"/>
                  </a:lnTo>
                  <a:lnTo>
                    <a:pt x="7321135" y="70098"/>
                  </a:lnTo>
                  <a:lnTo>
                    <a:pt x="7401786" y="50943"/>
                  </a:lnTo>
                  <a:lnTo>
                    <a:pt x="7477193" y="35127"/>
                  </a:lnTo>
                  <a:lnTo>
                    <a:pt x="7544099" y="22640"/>
                  </a:lnTo>
                  <a:lnTo>
                    <a:pt x="7599704" y="13344"/>
                  </a:lnTo>
                  <a:lnTo>
                    <a:pt x="7642209" y="6944"/>
                  </a:lnTo>
                  <a:lnTo>
                    <a:pt x="7671219" y="2992"/>
                  </a:lnTo>
                  <a:lnTo>
                    <a:pt x="7687907" y="927"/>
                  </a:lnTo>
                  <a:lnTo>
                    <a:pt x="7694932" y="135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7" name="pl1657"/>
            <p:cNvSpPr/>
            <p:nvPr/>
          </p:nvSpPr>
          <p:spPr>
            <a:xfrm>
              <a:off x="546595" y="1605249"/>
              <a:ext cx="8234974" cy="4056177"/>
            </a:xfrm>
            <a:custGeom>
              <a:avLst/>
              <a:pathLst>
                <a:path w="8234974" h="4056177">
                  <a:moveTo>
                    <a:pt x="8234974" y="0"/>
                  </a:moveTo>
                  <a:lnTo>
                    <a:pt x="7696237" y="0"/>
                  </a:lnTo>
                  <a:lnTo>
                    <a:pt x="7695314" y="94"/>
                  </a:lnTo>
                  <a:lnTo>
                    <a:pt x="7689245" y="771"/>
                  </a:lnTo>
                  <a:lnTo>
                    <a:pt x="7673940" y="2643"/>
                  </a:lnTo>
                  <a:lnTo>
                    <a:pt x="7646568" y="6326"/>
                  </a:lnTo>
                  <a:lnTo>
                    <a:pt x="7605762" y="12393"/>
                  </a:lnTo>
                  <a:lnTo>
                    <a:pt x="7551724" y="21307"/>
                  </a:lnTo>
                  <a:lnTo>
                    <a:pt x="7486094" y="33384"/>
                  </a:lnTo>
                  <a:lnTo>
                    <a:pt x="7411576" y="48781"/>
                  </a:lnTo>
                  <a:lnTo>
                    <a:pt x="7331400" y="67521"/>
                  </a:lnTo>
                  <a:lnTo>
                    <a:pt x="7248793" y="89549"/>
                  </a:lnTo>
                  <a:lnTo>
                    <a:pt x="7166560" y="114793"/>
                  </a:lnTo>
                  <a:lnTo>
                    <a:pt x="7086860" y="143220"/>
                  </a:lnTo>
                  <a:lnTo>
                    <a:pt x="7011140" y="174879"/>
                  </a:lnTo>
                  <a:lnTo>
                    <a:pt x="6940200" y="209926"/>
                  </a:lnTo>
                  <a:lnTo>
                    <a:pt x="6874310" y="248635"/>
                  </a:lnTo>
                  <a:lnTo>
                    <a:pt x="6813348" y="291399"/>
                  </a:lnTo>
                  <a:lnTo>
                    <a:pt x="6756920" y="338724"/>
                  </a:lnTo>
                  <a:lnTo>
                    <a:pt x="6704468" y="391208"/>
                  </a:lnTo>
                  <a:lnTo>
                    <a:pt x="6655340" y="449516"/>
                  </a:lnTo>
                  <a:lnTo>
                    <a:pt x="6608855" y="514323"/>
                  </a:lnTo>
                  <a:lnTo>
                    <a:pt x="6564346" y="586221"/>
                  </a:lnTo>
                  <a:lnTo>
                    <a:pt x="6521216" y="665574"/>
                  </a:lnTo>
                  <a:lnTo>
                    <a:pt x="6515891" y="676029"/>
                  </a:lnTo>
                  <a:lnTo>
                    <a:pt x="6485410" y="738599"/>
                  </a:lnTo>
                  <a:lnTo>
                    <a:pt x="6455199" y="805122"/>
                  </a:lnTo>
                  <a:lnTo>
                    <a:pt x="6425116" y="875678"/>
                  </a:lnTo>
                  <a:lnTo>
                    <a:pt x="6395045" y="950302"/>
                  </a:lnTo>
                  <a:lnTo>
                    <a:pt x="6364895" y="1028978"/>
                  </a:lnTo>
                  <a:lnTo>
                    <a:pt x="6334596" y="1111632"/>
                  </a:lnTo>
                  <a:lnTo>
                    <a:pt x="6304096" y="1198133"/>
                  </a:lnTo>
                  <a:lnTo>
                    <a:pt x="6273363" y="1288290"/>
                  </a:lnTo>
                  <a:lnTo>
                    <a:pt x="6242382" y="1381847"/>
                  </a:lnTo>
                  <a:lnTo>
                    <a:pt x="6211152" y="1478487"/>
                  </a:lnTo>
                  <a:lnTo>
                    <a:pt x="6179688" y="1577837"/>
                  </a:lnTo>
                  <a:lnTo>
                    <a:pt x="6148016" y="1679465"/>
                  </a:lnTo>
                  <a:lnTo>
                    <a:pt x="6116174" y="1782896"/>
                  </a:lnTo>
                  <a:lnTo>
                    <a:pt x="6084208" y="1887616"/>
                  </a:lnTo>
                  <a:lnTo>
                    <a:pt x="6052167" y="1993081"/>
                  </a:lnTo>
                  <a:lnTo>
                    <a:pt x="6020108" y="2098734"/>
                  </a:lnTo>
                  <a:lnTo>
                    <a:pt x="5988087" y="2204009"/>
                  </a:lnTo>
                  <a:lnTo>
                    <a:pt x="5956157" y="2308354"/>
                  </a:lnTo>
                  <a:lnTo>
                    <a:pt x="5924368" y="2411232"/>
                  </a:lnTo>
                  <a:lnTo>
                    <a:pt x="5892762" y="2512143"/>
                  </a:lnTo>
                  <a:lnTo>
                    <a:pt x="5861375" y="2610623"/>
                  </a:lnTo>
                  <a:lnTo>
                    <a:pt x="5830228" y="2706262"/>
                  </a:lnTo>
                  <a:lnTo>
                    <a:pt x="5799331" y="2798704"/>
                  </a:lnTo>
                  <a:lnTo>
                    <a:pt x="5768680" y="2887653"/>
                  </a:lnTo>
                  <a:lnTo>
                    <a:pt x="5738252" y="2972875"/>
                  </a:lnTo>
                  <a:lnTo>
                    <a:pt x="5708009" y="3054198"/>
                  </a:lnTo>
                  <a:lnTo>
                    <a:pt x="5677895" y="3131511"/>
                  </a:lnTo>
                  <a:lnTo>
                    <a:pt x="5647832" y="3204762"/>
                  </a:lnTo>
                  <a:lnTo>
                    <a:pt x="5617719" y="3273951"/>
                  </a:lnTo>
                  <a:lnTo>
                    <a:pt x="5587435" y="3339129"/>
                  </a:lnTo>
                  <a:lnTo>
                    <a:pt x="5567201" y="3380148"/>
                  </a:lnTo>
                  <a:lnTo>
                    <a:pt x="5524207" y="3460439"/>
                  </a:lnTo>
                  <a:lnTo>
                    <a:pt x="5479902" y="3533257"/>
                  </a:lnTo>
                  <a:lnTo>
                    <a:pt x="5433699" y="3598921"/>
                  </a:lnTo>
                  <a:lnTo>
                    <a:pt x="5384939" y="3658006"/>
                  </a:lnTo>
                  <a:lnTo>
                    <a:pt x="5332940" y="3711182"/>
                  </a:lnTo>
                  <a:lnTo>
                    <a:pt x="5277043" y="3759118"/>
                  </a:lnTo>
                  <a:lnTo>
                    <a:pt x="5216673" y="3802423"/>
                  </a:lnTo>
                  <a:lnTo>
                    <a:pt x="5151414" y="3841615"/>
                  </a:lnTo>
                  <a:lnTo>
                    <a:pt x="5081100" y="3877103"/>
                  </a:lnTo>
                  <a:lnTo>
                    <a:pt x="5005947" y="3909175"/>
                  </a:lnTo>
                  <a:lnTo>
                    <a:pt x="4926679" y="3938002"/>
                  </a:lnTo>
                  <a:lnTo>
                    <a:pt x="4844660" y="3963645"/>
                  </a:lnTo>
                  <a:lnTo>
                    <a:pt x="4761958" y="3986079"/>
                  </a:lnTo>
                  <a:lnTo>
                    <a:pt x="4681307" y="4005234"/>
                  </a:lnTo>
                  <a:lnTo>
                    <a:pt x="4605899" y="4021050"/>
                  </a:lnTo>
                  <a:lnTo>
                    <a:pt x="4538993" y="4033537"/>
                  </a:lnTo>
                  <a:lnTo>
                    <a:pt x="4483388" y="4042833"/>
                  </a:lnTo>
                  <a:lnTo>
                    <a:pt x="4440884" y="4049233"/>
                  </a:lnTo>
                  <a:lnTo>
                    <a:pt x="4411874" y="4053185"/>
                  </a:lnTo>
                  <a:lnTo>
                    <a:pt x="4395186" y="4055250"/>
                  </a:lnTo>
                  <a:lnTo>
                    <a:pt x="4388161" y="4056042"/>
                  </a:lnTo>
                  <a:lnTo>
                    <a:pt x="4386857" y="4056177"/>
                  </a:lnTo>
                  <a:lnTo>
                    <a:pt x="4386855" y="4056177"/>
                  </a:lnTo>
                  <a:lnTo>
                    <a:pt x="3848118" y="4056177"/>
                  </a:lnTo>
                  <a:lnTo>
                    <a:pt x="3846818" y="4056165"/>
                  </a:lnTo>
                  <a:lnTo>
                    <a:pt x="3838336" y="4056076"/>
                  </a:lnTo>
                  <a:lnTo>
                    <a:pt x="3817191" y="4055829"/>
                  </a:lnTo>
                  <a:lnTo>
                    <a:pt x="3779990" y="4055344"/>
                  </a:lnTo>
                  <a:lnTo>
                    <a:pt x="3725754" y="4054553"/>
                  </a:lnTo>
                  <a:lnTo>
                    <a:pt x="3655938" y="4053404"/>
                  </a:lnTo>
                  <a:lnTo>
                    <a:pt x="3573945" y="4051871"/>
                  </a:lnTo>
                  <a:lnTo>
                    <a:pt x="3484247" y="4049946"/>
                  </a:lnTo>
                  <a:lnTo>
                    <a:pt x="3391421" y="4047637"/>
                  </a:lnTo>
                  <a:lnTo>
                    <a:pt x="3299398" y="4044953"/>
                  </a:lnTo>
                  <a:lnTo>
                    <a:pt x="3211061" y="4041896"/>
                  </a:lnTo>
                  <a:lnTo>
                    <a:pt x="3128181" y="4038455"/>
                  </a:lnTo>
                  <a:lnTo>
                    <a:pt x="3051560" y="4034605"/>
                  </a:lnTo>
                  <a:lnTo>
                    <a:pt x="2981259" y="4030300"/>
                  </a:lnTo>
                  <a:lnTo>
                    <a:pt x="2916838" y="4025479"/>
                  </a:lnTo>
                  <a:lnTo>
                    <a:pt x="2857545" y="4020065"/>
                  </a:lnTo>
                  <a:lnTo>
                    <a:pt x="2802467" y="4013973"/>
                  </a:lnTo>
                  <a:lnTo>
                    <a:pt x="2750640" y="4007113"/>
                  </a:lnTo>
                  <a:lnTo>
                    <a:pt x="2701132" y="3999412"/>
                  </a:lnTo>
                  <a:lnTo>
                    <a:pt x="2667772" y="3993565"/>
                  </a:lnTo>
                  <a:lnTo>
                    <a:pt x="2615853" y="3983440"/>
                  </a:lnTo>
                  <a:lnTo>
                    <a:pt x="2564432" y="3972231"/>
                  </a:lnTo>
                  <a:lnTo>
                    <a:pt x="2512939" y="3959924"/>
                  </a:lnTo>
                  <a:lnTo>
                    <a:pt x="2460996" y="3946547"/>
                  </a:lnTo>
                  <a:lnTo>
                    <a:pt x="2408392" y="3932175"/>
                  </a:lnTo>
                  <a:lnTo>
                    <a:pt x="2355065" y="3916929"/>
                  </a:lnTo>
                  <a:lnTo>
                    <a:pt x="2301075" y="3900982"/>
                  </a:lnTo>
                  <a:lnTo>
                    <a:pt x="2246588" y="3884544"/>
                  </a:lnTo>
                  <a:lnTo>
                    <a:pt x="2191837" y="3867855"/>
                  </a:lnTo>
                  <a:lnTo>
                    <a:pt x="2137094" y="3851175"/>
                  </a:lnTo>
                  <a:lnTo>
                    <a:pt x="2082629" y="3834759"/>
                  </a:lnTo>
                  <a:lnTo>
                    <a:pt x="2028674" y="3818846"/>
                  </a:lnTo>
                  <a:lnTo>
                    <a:pt x="1975388" y="3803648"/>
                  </a:lnTo>
                  <a:lnTo>
                    <a:pt x="1922826" y="3789330"/>
                  </a:lnTo>
                  <a:lnTo>
                    <a:pt x="1870916" y="3776013"/>
                  </a:lnTo>
                  <a:lnTo>
                    <a:pt x="1819439" y="3763770"/>
                  </a:lnTo>
                  <a:lnTo>
                    <a:pt x="1768007" y="3752625"/>
                  </a:lnTo>
                  <a:lnTo>
                    <a:pt x="1719082" y="3743117"/>
                  </a:lnTo>
                  <a:lnTo>
                    <a:pt x="1670697" y="3734810"/>
                  </a:lnTo>
                  <a:lnTo>
                    <a:pt x="1620570" y="3727374"/>
                  </a:lnTo>
                  <a:lnTo>
                    <a:pt x="1567846" y="3720759"/>
                  </a:lnTo>
                  <a:lnTo>
                    <a:pt x="1511574" y="3714884"/>
                  </a:lnTo>
                  <a:lnTo>
                    <a:pt x="1450797" y="3709662"/>
                  </a:lnTo>
                  <a:lnTo>
                    <a:pt x="1384636" y="3705007"/>
                  </a:lnTo>
                  <a:lnTo>
                    <a:pt x="1312421" y="3700847"/>
                  </a:lnTo>
                  <a:lnTo>
                    <a:pt x="1233839" y="3697127"/>
                  </a:lnTo>
                  <a:lnTo>
                    <a:pt x="1149156" y="3693807"/>
                  </a:lnTo>
                  <a:lnTo>
                    <a:pt x="1059447" y="3690864"/>
                  </a:lnTo>
                  <a:lnTo>
                    <a:pt x="966817" y="3688295"/>
                  </a:lnTo>
                  <a:lnTo>
                    <a:pt x="874493" y="3686103"/>
                  </a:lnTo>
                  <a:lnTo>
                    <a:pt x="786664" y="3684298"/>
                  </a:lnTo>
                  <a:lnTo>
                    <a:pt x="707969" y="3682885"/>
                  </a:lnTo>
                  <a:lnTo>
                    <a:pt x="642656" y="3681850"/>
                  </a:lnTo>
                  <a:lnTo>
                    <a:pt x="593610" y="3681159"/>
                  </a:lnTo>
                  <a:lnTo>
                    <a:pt x="561566" y="3680756"/>
                  </a:lnTo>
                  <a:lnTo>
                    <a:pt x="544779" y="3680566"/>
                  </a:lnTo>
                  <a:lnTo>
                    <a:pt x="539176" y="3680509"/>
                  </a:lnTo>
                  <a:lnTo>
                    <a:pt x="538736" y="3680505"/>
                  </a:lnTo>
                  <a:lnTo>
                    <a:pt x="0" y="36805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8" name="pg1658"/>
            <p:cNvSpPr/>
            <p:nvPr/>
          </p:nvSpPr>
          <p:spPr>
            <a:xfrm>
              <a:off x="546595" y="1480024"/>
              <a:ext cx="8234974" cy="4404628"/>
            </a:xfrm>
            <a:custGeom>
              <a:avLst/>
              <a:pathLst>
                <a:path w="8234974" h="4404628">
                  <a:moveTo>
                    <a:pt x="0" y="3685949"/>
                  </a:moveTo>
                  <a:lnTo>
                    <a:pt x="538736" y="3685949"/>
                  </a:lnTo>
                  <a:lnTo>
                    <a:pt x="539688" y="3685860"/>
                  </a:lnTo>
                  <a:lnTo>
                    <a:pt x="545947" y="3685226"/>
                  </a:lnTo>
                  <a:lnTo>
                    <a:pt x="561714" y="3683472"/>
                  </a:lnTo>
                  <a:lnTo>
                    <a:pt x="589873" y="3680021"/>
                  </a:lnTo>
                  <a:lnTo>
                    <a:pt x="631777" y="3674340"/>
                  </a:lnTo>
                  <a:lnTo>
                    <a:pt x="687141" y="3666000"/>
                  </a:lnTo>
                  <a:lnTo>
                    <a:pt x="754193" y="3654715"/>
                  </a:lnTo>
                  <a:lnTo>
                    <a:pt x="830089" y="3640348"/>
                  </a:lnTo>
                  <a:lnTo>
                    <a:pt x="911474" y="3622885"/>
                  </a:lnTo>
                  <a:lnTo>
                    <a:pt x="995044" y="3602380"/>
                  </a:lnTo>
                  <a:lnTo>
                    <a:pt x="1077963" y="3578901"/>
                  </a:lnTo>
                  <a:lnTo>
                    <a:pt x="1158086" y="3552470"/>
                  </a:lnTo>
                  <a:lnTo>
                    <a:pt x="1234003" y="3523030"/>
                  </a:lnTo>
                  <a:lnTo>
                    <a:pt x="1304970" y="3490421"/>
                  </a:lnTo>
                  <a:lnTo>
                    <a:pt x="1370776" y="3454370"/>
                  </a:lnTo>
                  <a:lnTo>
                    <a:pt x="1431598" y="3414492"/>
                  </a:lnTo>
                  <a:lnTo>
                    <a:pt x="1487876" y="3370296"/>
                  </a:lnTo>
                  <a:lnTo>
                    <a:pt x="1540209" y="3321210"/>
                  </a:lnTo>
                  <a:lnTo>
                    <a:pt x="1589279" y="3266603"/>
                  </a:lnTo>
                  <a:lnTo>
                    <a:pt x="1635792" y="3205851"/>
                  </a:lnTo>
                  <a:lnTo>
                    <a:pt x="1680423" y="3138431"/>
                  </a:lnTo>
                  <a:lnTo>
                    <a:pt x="1719082" y="3072532"/>
                  </a:lnTo>
                  <a:lnTo>
                    <a:pt x="1750888" y="3013194"/>
                  </a:lnTo>
                  <a:lnTo>
                    <a:pt x="1782408" y="2949945"/>
                  </a:lnTo>
                  <a:lnTo>
                    <a:pt x="1813800" y="2882704"/>
                  </a:lnTo>
                  <a:lnTo>
                    <a:pt x="1845192" y="2811442"/>
                  </a:lnTo>
                  <a:lnTo>
                    <a:pt x="1876686" y="2736185"/>
                  </a:lnTo>
                  <a:lnTo>
                    <a:pt x="1908356" y="2657019"/>
                  </a:lnTo>
                  <a:lnTo>
                    <a:pt x="1940256" y="2574094"/>
                  </a:lnTo>
                  <a:lnTo>
                    <a:pt x="1972416" y="2487627"/>
                  </a:lnTo>
                  <a:lnTo>
                    <a:pt x="2004849" y="2397902"/>
                  </a:lnTo>
                  <a:lnTo>
                    <a:pt x="2037548" y="2305269"/>
                  </a:lnTo>
                  <a:lnTo>
                    <a:pt x="2070491" y="2210138"/>
                  </a:lnTo>
                  <a:lnTo>
                    <a:pt x="2103642" y="2112976"/>
                  </a:lnTo>
                  <a:lnTo>
                    <a:pt x="2136953" y="2014294"/>
                  </a:lnTo>
                  <a:lnTo>
                    <a:pt x="2170369" y="1914641"/>
                  </a:lnTo>
                  <a:lnTo>
                    <a:pt x="2203829" y="1814589"/>
                  </a:lnTo>
                  <a:lnTo>
                    <a:pt x="2237269" y="1714716"/>
                  </a:lnTo>
                  <a:lnTo>
                    <a:pt x="2270626" y="1615601"/>
                  </a:lnTo>
                  <a:lnTo>
                    <a:pt x="2303844" y="1517802"/>
                  </a:lnTo>
                  <a:lnTo>
                    <a:pt x="2336870" y="1421845"/>
                  </a:lnTo>
                  <a:lnTo>
                    <a:pt x="2369665" y="1328215"/>
                  </a:lnTo>
                  <a:lnTo>
                    <a:pt x="2402200" y="1237346"/>
                  </a:lnTo>
                  <a:lnTo>
                    <a:pt x="2434463" y="1149609"/>
                  </a:lnTo>
                  <a:lnTo>
                    <a:pt x="2466459" y="1065315"/>
                  </a:lnTo>
                  <a:lnTo>
                    <a:pt x="2498211" y="984706"/>
                  </a:lnTo>
                  <a:lnTo>
                    <a:pt x="2529764" y="907956"/>
                  </a:lnTo>
                  <a:lnTo>
                    <a:pt x="2561184" y="835176"/>
                  </a:lnTo>
                  <a:lnTo>
                    <a:pt x="2592563" y="766415"/>
                  </a:lnTo>
                  <a:lnTo>
                    <a:pt x="2624017" y="701663"/>
                  </a:lnTo>
                  <a:lnTo>
                    <a:pt x="2655694" y="640857"/>
                  </a:lnTo>
                  <a:lnTo>
                    <a:pt x="2667772" y="618862"/>
                  </a:lnTo>
                  <a:lnTo>
                    <a:pt x="2711233" y="545264"/>
                  </a:lnTo>
                  <a:lnTo>
                    <a:pt x="2756039" y="478591"/>
                  </a:lnTo>
                  <a:lnTo>
                    <a:pt x="2802797" y="418539"/>
                  </a:lnTo>
                  <a:lnTo>
                    <a:pt x="2852189" y="364566"/>
                  </a:lnTo>
                  <a:lnTo>
                    <a:pt x="2904921" y="316044"/>
                  </a:lnTo>
                  <a:lnTo>
                    <a:pt x="2961668" y="272347"/>
                  </a:lnTo>
                  <a:lnTo>
                    <a:pt x="3023017" y="232908"/>
                  </a:lnTo>
                  <a:lnTo>
                    <a:pt x="3089383" y="197250"/>
                  </a:lnTo>
                  <a:lnTo>
                    <a:pt x="3160910" y="164998"/>
                  </a:lnTo>
                  <a:lnTo>
                    <a:pt x="3237333" y="135893"/>
                  </a:lnTo>
                  <a:lnTo>
                    <a:pt x="3317842" y="109785"/>
                  </a:lnTo>
                  <a:lnTo>
                    <a:pt x="3400950" y="86628"/>
                  </a:lnTo>
                  <a:lnTo>
                    <a:pt x="3484431" y="66452"/>
                  </a:lnTo>
                  <a:lnTo>
                    <a:pt x="3565382" y="49325"/>
                  </a:lnTo>
                  <a:lnTo>
                    <a:pt x="3640471" y="35297"/>
                  </a:lnTo>
                  <a:lnTo>
                    <a:pt x="3706371" y="24343"/>
                  </a:lnTo>
                  <a:lnTo>
                    <a:pt x="3760327" y="16311"/>
                  </a:lnTo>
                  <a:lnTo>
                    <a:pt x="3800714" y="10896"/>
                  </a:lnTo>
                  <a:lnTo>
                    <a:pt x="3827426" y="7657"/>
                  </a:lnTo>
                  <a:lnTo>
                    <a:pt x="3841988" y="6054"/>
                  </a:lnTo>
                  <a:lnTo>
                    <a:pt x="3847441" y="550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51" y="5544"/>
                  </a:lnTo>
                  <a:lnTo>
                    <a:pt x="4393645" y="6256"/>
                  </a:lnTo>
                  <a:lnTo>
                    <a:pt x="4408521" y="8223"/>
                  </a:lnTo>
                  <a:lnTo>
                    <a:pt x="4435159" y="12097"/>
                  </a:lnTo>
                  <a:lnTo>
                    <a:pt x="4474939" y="18482"/>
                  </a:lnTo>
                  <a:lnTo>
                    <a:pt x="4527733" y="27871"/>
                  </a:lnTo>
                  <a:lnTo>
                    <a:pt x="4592018" y="40606"/>
                  </a:lnTo>
                  <a:lnTo>
                    <a:pt x="4665226" y="56863"/>
                  </a:lnTo>
                  <a:lnTo>
                    <a:pt x="4744239" y="76674"/>
                  </a:lnTo>
                  <a:lnTo>
                    <a:pt x="4825911" y="99987"/>
                  </a:lnTo>
                  <a:lnTo>
                    <a:pt x="4907466" y="126724"/>
                  </a:lnTo>
                  <a:lnTo>
                    <a:pt x="4986740" y="156845"/>
                  </a:lnTo>
                  <a:lnTo>
                    <a:pt x="5062249" y="190388"/>
                  </a:lnTo>
                  <a:lnTo>
                    <a:pt x="5133143" y="227502"/>
                  </a:lnTo>
                  <a:lnTo>
                    <a:pt x="5199100" y="268458"/>
                  </a:lnTo>
                  <a:lnTo>
                    <a:pt x="5260190" y="313653"/>
                  </a:lnTo>
                  <a:lnTo>
                    <a:pt x="5316761" y="363598"/>
                  </a:lnTo>
                  <a:lnTo>
                    <a:pt x="5369333" y="418912"/>
                  </a:lnTo>
                  <a:lnTo>
                    <a:pt x="5418528" y="480284"/>
                  </a:lnTo>
                  <a:lnTo>
                    <a:pt x="5465006" y="548426"/>
                  </a:lnTo>
                  <a:lnTo>
                    <a:pt x="5509418" y="623991"/>
                  </a:lnTo>
                  <a:lnTo>
                    <a:pt x="5552362" y="707427"/>
                  </a:lnTo>
                  <a:lnTo>
                    <a:pt x="5567201" y="738641"/>
                  </a:lnTo>
                  <a:lnTo>
                    <a:pt x="5596597" y="804000"/>
                  </a:lnTo>
                  <a:lnTo>
                    <a:pt x="5625736" y="873341"/>
                  </a:lnTo>
                  <a:lnTo>
                    <a:pt x="5654749" y="946745"/>
                  </a:lnTo>
                  <a:lnTo>
                    <a:pt x="5683739" y="1024250"/>
                  </a:lnTo>
                  <a:lnTo>
                    <a:pt x="5712792" y="1105846"/>
                  </a:lnTo>
                  <a:lnTo>
                    <a:pt x="5741974" y="1191471"/>
                  </a:lnTo>
                  <a:lnTo>
                    <a:pt x="5771334" y="1281009"/>
                  </a:lnTo>
                  <a:lnTo>
                    <a:pt x="5800904" y="1374288"/>
                  </a:lnTo>
                  <a:lnTo>
                    <a:pt x="5830703" y="1471076"/>
                  </a:lnTo>
                  <a:lnTo>
                    <a:pt x="5860735" y="1571083"/>
                  </a:lnTo>
                  <a:lnTo>
                    <a:pt x="5890990" y="1673963"/>
                  </a:lnTo>
                  <a:lnTo>
                    <a:pt x="5921450" y="1779319"/>
                  </a:lnTo>
                  <a:lnTo>
                    <a:pt x="5952083" y="1886704"/>
                  </a:lnTo>
                  <a:lnTo>
                    <a:pt x="5982854" y="1995634"/>
                  </a:lnTo>
                  <a:lnTo>
                    <a:pt x="6013717" y="2105593"/>
                  </a:lnTo>
                  <a:lnTo>
                    <a:pt x="6044626" y="2216044"/>
                  </a:lnTo>
                  <a:lnTo>
                    <a:pt x="6075529" y="2326441"/>
                  </a:lnTo>
                  <a:lnTo>
                    <a:pt x="6106377" y="2436237"/>
                  </a:lnTo>
                  <a:lnTo>
                    <a:pt x="6137124" y="2544900"/>
                  </a:lnTo>
                  <a:lnTo>
                    <a:pt x="6167726" y="2651918"/>
                  </a:lnTo>
                  <a:lnTo>
                    <a:pt x="6198147" y="2756814"/>
                  </a:lnTo>
                  <a:lnTo>
                    <a:pt x="6228359" y="2859152"/>
                  </a:lnTo>
                  <a:lnTo>
                    <a:pt x="6258344" y="2958544"/>
                  </a:lnTo>
                  <a:lnTo>
                    <a:pt x="6288097" y="3054654"/>
                  </a:lnTo>
                  <a:lnTo>
                    <a:pt x="6317623" y="3147204"/>
                  </a:lnTo>
                  <a:lnTo>
                    <a:pt x="6346945" y="3235975"/>
                  </a:lnTo>
                  <a:lnTo>
                    <a:pt x="6376097" y="3320805"/>
                  </a:lnTo>
                  <a:lnTo>
                    <a:pt x="6405131" y="3401589"/>
                  </a:lnTo>
                  <a:lnTo>
                    <a:pt x="6434119" y="3478276"/>
                  </a:lnTo>
                  <a:lnTo>
                    <a:pt x="6463147" y="3550866"/>
                  </a:lnTo>
                  <a:lnTo>
                    <a:pt x="6492327" y="3619407"/>
                  </a:lnTo>
                  <a:lnTo>
                    <a:pt x="6515891" y="3671430"/>
                  </a:lnTo>
                  <a:lnTo>
                    <a:pt x="6558444" y="3757671"/>
                  </a:lnTo>
                  <a:lnTo>
                    <a:pt x="6602277" y="3835966"/>
                  </a:lnTo>
                  <a:lnTo>
                    <a:pt x="6647956" y="3906649"/>
                  </a:lnTo>
                  <a:lnTo>
                    <a:pt x="6696120" y="3970320"/>
                  </a:lnTo>
                  <a:lnTo>
                    <a:pt x="6747432" y="4027681"/>
                  </a:lnTo>
                  <a:lnTo>
                    <a:pt x="6802532" y="4079439"/>
                  </a:lnTo>
                  <a:lnTo>
                    <a:pt x="6861983" y="4126239"/>
                  </a:lnTo>
                  <a:lnTo>
                    <a:pt x="6926205" y="4168633"/>
                  </a:lnTo>
                  <a:lnTo>
                    <a:pt x="6995378" y="4207060"/>
                  </a:lnTo>
                  <a:lnTo>
                    <a:pt x="7069333" y="4241835"/>
                  </a:lnTo>
                  <a:lnTo>
                    <a:pt x="7147418" y="4273148"/>
                  </a:lnTo>
                  <a:lnTo>
                    <a:pt x="7228384" y="4301076"/>
                  </a:lnTo>
                  <a:lnTo>
                    <a:pt x="7310302" y="4325600"/>
                  </a:lnTo>
                  <a:lnTo>
                    <a:pt x="7390596" y="4346651"/>
                  </a:lnTo>
                  <a:lnTo>
                    <a:pt x="7466211" y="4364158"/>
                  </a:lnTo>
                  <a:lnTo>
                    <a:pt x="7533964" y="4378119"/>
                  </a:lnTo>
                  <a:lnTo>
                    <a:pt x="7591033" y="4388654"/>
                  </a:lnTo>
                  <a:lnTo>
                    <a:pt x="7635477" y="4396045"/>
                  </a:lnTo>
                  <a:lnTo>
                    <a:pt x="7666653" y="4400737"/>
                  </a:lnTo>
                  <a:lnTo>
                    <a:pt x="7685414" y="4403301"/>
                  </a:lnTo>
                  <a:lnTo>
                    <a:pt x="7694068" y="4404380"/>
                  </a:lnTo>
                  <a:lnTo>
                    <a:pt x="7696237" y="4404628"/>
                  </a:lnTo>
                  <a:lnTo>
                    <a:pt x="8234974" y="4404628"/>
                  </a:lnTo>
                  <a:lnTo>
                    <a:pt x="8234974" y="4399183"/>
                  </a:ln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6" y="88"/>
                  </a:lnTo>
                  <a:lnTo>
                    <a:pt x="3840908" y="723"/>
                  </a:lnTo>
                  <a:lnTo>
                    <a:pt x="3825141" y="2477"/>
                  </a:lnTo>
                  <a:lnTo>
                    <a:pt x="3796981" y="5928"/>
                  </a:lnTo>
                  <a:lnTo>
                    <a:pt x="3755077" y="11609"/>
                  </a:lnTo>
                  <a:lnTo>
                    <a:pt x="3699714" y="19949"/>
                  </a:lnTo>
                  <a:lnTo>
                    <a:pt x="3632661" y="31234"/>
                  </a:lnTo>
                  <a:lnTo>
                    <a:pt x="3556766" y="45600"/>
                  </a:lnTo>
                  <a:lnTo>
                    <a:pt x="3475381" y="63064"/>
                  </a:lnTo>
                  <a:lnTo>
                    <a:pt x="3391810" y="83568"/>
                  </a:lnTo>
                  <a:lnTo>
                    <a:pt x="3308891" y="107048"/>
                  </a:lnTo>
                  <a:lnTo>
                    <a:pt x="3228769" y="133479"/>
                  </a:lnTo>
                  <a:lnTo>
                    <a:pt x="3152852" y="162919"/>
                  </a:lnTo>
                  <a:lnTo>
                    <a:pt x="3081885" y="195528"/>
                  </a:lnTo>
                  <a:lnTo>
                    <a:pt x="3016079" y="231579"/>
                  </a:lnTo>
                  <a:lnTo>
                    <a:pt x="2955257" y="271457"/>
                  </a:lnTo>
                  <a:lnTo>
                    <a:pt x="2898979" y="315652"/>
                  </a:lnTo>
                  <a:lnTo>
                    <a:pt x="2846646" y="364739"/>
                  </a:lnTo>
                  <a:lnTo>
                    <a:pt x="2797575" y="419346"/>
                  </a:lnTo>
                  <a:lnTo>
                    <a:pt x="2751063" y="480097"/>
                  </a:lnTo>
                  <a:lnTo>
                    <a:pt x="2706431" y="547517"/>
                  </a:lnTo>
                  <a:lnTo>
                    <a:pt x="2667772" y="613417"/>
                  </a:lnTo>
                  <a:lnTo>
                    <a:pt x="2635966" y="672755"/>
                  </a:lnTo>
                  <a:lnTo>
                    <a:pt x="2604447" y="736004"/>
                  </a:lnTo>
                  <a:lnTo>
                    <a:pt x="2573055" y="803245"/>
                  </a:lnTo>
                  <a:lnTo>
                    <a:pt x="2541663" y="874506"/>
                  </a:lnTo>
                  <a:lnTo>
                    <a:pt x="2510169" y="949763"/>
                  </a:lnTo>
                  <a:lnTo>
                    <a:pt x="2478499" y="1028930"/>
                  </a:lnTo>
                  <a:lnTo>
                    <a:pt x="2446599" y="1111855"/>
                  </a:lnTo>
                  <a:lnTo>
                    <a:pt x="2414438" y="1198322"/>
                  </a:lnTo>
                  <a:lnTo>
                    <a:pt x="2382005" y="1288047"/>
                  </a:lnTo>
                  <a:lnTo>
                    <a:pt x="2349306" y="1380680"/>
                  </a:lnTo>
                  <a:lnTo>
                    <a:pt x="2316364" y="1475811"/>
                  </a:lnTo>
                  <a:lnTo>
                    <a:pt x="2283213" y="1572973"/>
                  </a:lnTo>
                  <a:lnTo>
                    <a:pt x="2249902" y="1671655"/>
                  </a:lnTo>
                  <a:lnTo>
                    <a:pt x="2216486" y="1771307"/>
                  </a:lnTo>
                  <a:lnTo>
                    <a:pt x="2183026" y="1871360"/>
                  </a:lnTo>
                  <a:lnTo>
                    <a:pt x="2149586" y="1971232"/>
                  </a:lnTo>
                  <a:lnTo>
                    <a:pt x="2116228" y="2070347"/>
                  </a:lnTo>
                  <a:lnTo>
                    <a:pt x="2083011" y="2168147"/>
                  </a:lnTo>
                  <a:lnTo>
                    <a:pt x="2049984" y="2264104"/>
                  </a:lnTo>
                  <a:lnTo>
                    <a:pt x="2017190" y="2357733"/>
                  </a:lnTo>
                  <a:lnTo>
                    <a:pt x="1984654" y="2448603"/>
                  </a:lnTo>
                  <a:lnTo>
                    <a:pt x="1952391" y="2536339"/>
                  </a:lnTo>
                  <a:lnTo>
                    <a:pt x="1920395" y="2620633"/>
                  </a:lnTo>
                  <a:lnTo>
                    <a:pt x="1888643" y="2701243"/>
                  </a:lnTo>
                  <a:lnTo>
                    <a:pt x="1857090" y="2777993"/>
                  </a:lnTo>
                  <a:lnTo>
                    <a:pt x="1825670" y="2850772"/>
                  </a:lnTo>
                  <a:lnTo>
                    <a:pt x="1794292" y="2919534"/>
                  </a:lnTo>
                  <a:lnTo>
                    <a:pt x="1762837" y="2984286"/>
                  </a:lnTo>
                  <a:lnTo>
                    <a:pt x="1731161" y="3045091"/>
                  </a:lnTo>
                  <a:lnTo>
                    <a:pt x="1719082" y="3067087"/>
                  </a:lnTo>
                  <a:lnTo>
                    <a:pt x="1675622" y="3140685"/>
                  </a:lnTo>
                  <a:lnTo>
                    <a:pt x="1630816" y="3207357"/>
                  </a:lnTo>
                  <a:lnTo>
                    <a:pt x="1584058" y="3267409"/>
                  </a:lnTo>
                  <a:lnTo>
                    <a:pt x="1534665" y="3321382"/>
                  </a:lnTo>
                  <a:lnTo>
                    <a:pt x="1481934" y="3369905"/>
                  </a:lnTo>
                  <a:lnTo>
                    <a:pt x="1425187" y="3413602"/>
                  </a:lnTo>
                  <a:lnTo>
                    <a:pt x="1363838" y="3453041"/>
                  </a:lnTo>
                  <a:lnTo>
                    <a:pt x="1297471" y="3488699"/>
                  </a:lnTo>
                  <a:lnTo>
                    <a:pt x="1225945" y="3520951"/>
                  </a:lnTo>
                  <a:lnTo>
                    <a:pt x="1149521" y="3550056"/>
                  </a:lnTo>
                  <a:lnTo>
                    <a:pt x="1069012" y="3576164"/>
                  </a:lnTo>
                  <a:lnTo>
                    <a:pt x="985905" y="3599321"/>
                  </a:lnTo>
                  <a:lnTo>
                    <a:pt x="902424" y="3619496"/>
                  </a:lnTo>
                  <a:lnTo>
                    <a:pt x="821472" y="3636624"/>
                  </a:lnTo>
                  <a:lnTo>
                    <a:pt x="746383" y="3650651"/>
                  </a:lnTo>
                  <a:lnTo>
                    <a:pt x="680484" y="3661605"/>
                  </a:lnTo>
                  <a:lnTo>
                    <a:pt x="626528" y="3669638"/>
                  </a:lnTo>
                  <a:lnTo>
                    <a:pt x="586140" y="3675053"/>
                  </a:lnTo>
                  <a:lnTo>
                    <a:pt x="559429" y="3678291"/>
                  </a:lnTo>
                  <a:lnTo>
                    <a:pt x="544866" y="3679894"/>
                  </a:lnTo>
                  <a:lnTo>
                    <a:pt x="539413" y="3680442"/>
                  </a:lnTo>
                  <a:lnTo>
                    <a:pt x="538736" y="3680505"/>
                  </a:lnTo>
                  <a:lnTo>
                    <a:pt x="0" y="368050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59" name="pl1659"/>
            <p:cNvSpPr/>
            <p:nvPr/>
          </p:nvSpPr>
          <p:spPr>
            <a:xfrm>
              <a:off x="546595" y="1485469"/>
              <a:ext cx="8234974" cy="4399183"/>
            </a:xfrm>
            <a:custGeom>
              <a:avLst/>
              <a:pathLst>
                <a:path w="8234974" h="4399183">
                  <a:moveTo>
                    <a:pt x="0" y="3680505"/>
                  </a:moveTo>
                  <a:lnTo>
                    <a:pt x="538736" y="3680505"/>
                  </a:lnTo>
                  <a:lnTo>
                    <a:pt x="539688" y="3680416"/>
                  </a:lnTo>
                  <a:lnTo>
                    <a:pt x="545947" y="3679781"/>
                  </a:lnTo>
                  <a:lnTo>
                    <a:pt x="561714" y="3678027"/>
                  </a:lnTo>
                  <a:lnTo>
                    <a:pt x="589873" y="3674576"/>
                  </a:lnTo>
                  <a:lnTo>
                    <a:pt x="631777" y="3668895"/>
                  </a:lnTo>
                  <a:lnTo>
                    <a:pt x="687141" y="3660555"/>
                  </a:lnTo>
                  <a:lnTo>
                    <a:pt x="754193" y="3649270"/>
                  </a:lnTo>
                  <a:lnTo>
                    <a:pt x="830089" y="3634904"/>
                  </a:lnTo>
                  <a:lnTo>
                    <a:pt x="911474" y="3617440"/>
                  </a:lnTo>
                  <a:lnTo>
                    <a:pt x="995044" y="3596936"/>
                  </a:lnTo>
                  <a:lnTo>
                    <a:pt x="1077963" y="3573456"/>
                  </a:lnTo>
                  <a:lnTo>
                    <a:pt x="1158086" y="3547025"/>
                  </a:lnTo>
                  <a:lnTo>
                    <a:pt x="1234003" y="3517585"/>
                  </a:lnTo>
                  <a:lnTo>
                    <a:pt x="1304970" y="3484976"/>
                  </a:lnTo>
                  <a:lnTo>
                    <a:pt x="1370776" y="3448925"/>
                  </a:lnTo>
                  <a:lnTo>
                    <a:pt x="1431598" y="3409047"/>
                  </a:lnTo>
                  <a:lnTo>
                    <a:pt x="1487876" y="3364852"/>
                  </a:lnTo>
                  <a:lnTo>
                    <a:pt x="1540209" y="3315765"/>
                  </a:lnTo>
                  <a:lnTo>
                    <a:pt x="1589279" y="3261158"/>
                  </a:lnTo>
                  <a:lnTo>
                    <a:pt x="1635792" y="3200407"/>
                  </a:lnTo>
                  <a:lnTo>
                    <a:pt x="1680423" y="3132987"/>
                  </a:lnTo>
                  <a:lnTo>
                    <a:pt x="1719082" y="3067087"/>
                  </a:lnTo>
                  <a:lnTo>
                    <a:pt x="1750888" y="3007749"/>
                  </a:lnTo>
                  <a:lnTo>
                    <a:pt x="1782408" y="2944500"/>
                  </a:lnTo>
                  <a:lnTo>
                    <a:pt x="1813800" y="2877260"/>
                  </a:lnTo>
                  <a:lnTo>
                    <a:pt x="1845192" y="2805998"/>
                  </a:lnTo>
                  <a:lnTo>
                    <a:pt x="1876686" y="2730741"/>
                  </a:lnTo>
                  <a:lnTo>
                    <a:pt x="1908356" y="2651574"/>
                  </a:lnTo>
                  <a:lnTo>
                    <a:pt x="1940256" y="2568649"/>
                  </a:lnTo>
                  <a:lnTo>
                    <a:pt x="1972416" y="2482182"/>
                  </a:lnTo>
                  <a:lnTo>
                    <a:pt x="2004849" y="2392457"/>
                  </a:lnTo>
                  <a:lnTo>
                    <a:pt x="2037548" y="2299824"/>
                  </a:lnTo>
                  <a:lnTo>
                    <a:pt x="2070491" y="2204693"/>
                  </a:lnTo>
                  <a:lnTo>
                    <a:pt x="2103642" y="2107531"/>
                  </a:lnTo>
                  <a:lnTo>
                    <a:pt x="2136953" y="2008850"/>
                  </a:lnTo>
                  <a:lnTo>
                    <a:pt x="2170369" y="1909197"/>
                  </a:lnTo>
                  <a:lnTo>
                    <a:pt x="2203829" y="1809144"/>
                  </a:lnTo>
                  <a:lnTo>
                    <a:pt x="2237269" y="1709272"/>
                  </a:lnTo>
                  <a:lnTo>
                    <a:pt x="2270626" y="1610157"/>
                  </a:lnTo>
                  <a:lnTo>
                    <a:pt x="2303844" y="1512357"/>
                  </a:lnTo>
                  <a:lnTo>
                    <a:pt x="2336870" y="1416401"/>
                  </a:lnTo>
                  <a:lnTo>
                    <a:pt x="2369665" y="1322771"/>
                  </a:lnTo>
                  <a:lnTo>
                    <a:pt x="2402200" y="1231901"/>
                  </a:lnTo>
                  <a:lnTo>
                    <a:pt x="2434463" y="1144165"/>
                  </a:lnTo>
                  <a:lnTo>
                    <a:pt x="2466459" y="1059871"/>
                  </a:lnTo>
                  <a:lnTo>
                    <a:pt x="2498211" y="979261"/>
                  </a:lnTo>
                  <a:lnTo>
                    <a:pt x="2529764" y="902511"/>
                  </a:lnTo>
                  <a:lnTo>
                    <a:pt x="2561184" y="829732"/>
                  </a:lnTo>
                  <a:lnTo>
                    <a:pt x="2592563" y="760970"/>
                  </a:lnTo>
                  <a:lnTo>
                    <a:pt x="2624017" y="696218"/>
                  </a:lnTo>
                  <a:lnTo>
                    <a:pt x="2655694" y="635413"/>
                  </a:lnTo>
                  <a:lnTo>
                    <a:pt x="2667772" y="613417"/>
                  </a:lnTo>
                  <a:lnTo>
                    <a:pt x="2711233" y="539819"/>
                  </a:lnTo>
                  <a:lnTo>
                    <a:pt x="2756039" y="473147"/>
                  </a:lnTo>
                  <a:lnTo>
                    <a:pt x="2802797" y="413095"/>
                  </a:lnTo>
                  <a:lnTo>
                    <a:pt x="2852189" y="359122"/>
                  </a:lnTo>
                  <a:lnTo>
                    <a:pt x="2904921" y="310599"/>
                  </a:lnTo>
                  <a:lnTo>
                    <a:pt x="2961668" y="266902"/>
                  </a:lnTo>
                  <a:lnTo>
                    <a:pt x="3023017" y="227464"/>
                  </a:lnTo>
                  <a:lnTo>
                    <a:pt x="3089383" y="191805"/>
                  </a:lnTo>
                  <a:lnTo>
                    <a:pt x="3160910" y="159554"/>
                  </a:lnTo>
                  <a:lnTo>
                    <a:pt x="3237333" y="130448"/>
                  </a:lnTo>
                  <a:lnTo>
                    <a:pt x="3317842" y="104340"/>
                  </a:lnTo>
                  <a:lnTo>
                    <a:pt x="3400950" y="81183"/>
                  </a:lnTo>
                  <a:lnTo>
                    <a:pt x="3484431" y="61008"/>
                  </a:lnTo>
                  <a:lnTo>
                    <a:pt x="3565382" y="43880"/>
                  </a:lnTo>
                  <a:lnTo>
                    <a:pt x="3640471" y="29853"/>
                  </a:lnTo>
                  <a:lnTo>
                    <a:pt x="3706371" y="18899"/>
                  </a:lnTo>
                  <a:lnTo>
                    <a:pt x="3760327" y="10866"/>
                  </a:lnTo>
                  <a:lnTo>
                    <a:pt x="3800714" y="5452"/>
                  </a:lnTo>
                  <a:lnTo>
                    <a:pt x="3827426" y="2213"/>
                  </a:lnTo>
                  <a:lnTo>
                    <a:pt x="3841988" y="610"/>
                  </a:lnTo>
                  <a:lnTo>
                    <a:pt x="3847441" y="6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51" y="99"/>
                  </a:lnTo>
                  <a:lnTo>
                    <a:pt x="4393645" y="811"/>
                  </a:lnTo>
                  <a:lnTo>
                    <a:pt x="4408521" y="2779"/>
                  </a:lnTo>
                  <a:lnTo>
                    <a:pt x="4435159" y="6653"/>
                  </a:lnTo>
                  <a:lnTo>
                    <a:pt x="4474939" y="13037"/>
                  </a:lnTo>
                  <a:lnTo>
                    <a:pt x="4527733" y="22426"/>
                  </a:lnTo>
                  <a:lnTo>
                    <a:pt x="4592018" y="35162"/>
                  </a:lnTo>
                  <a:lnTo>
                    <a:pt x="4665226" y="51418"/>
                  </a:lnTo>
                  <a:lnTo>
                    <a:pt x="4744239" y="71230"/>
                  </a:lnTo>
                  <a:lnTo>
                    <a:pt x="4825911" y="94543"/>
                  </a:lnTo>
                  <a:lnTo>
                    <a:pt x="4907466" y="121280"/>
                  </a:lnTo>
                  <a:lnTo>
                    <a:pt x="4986740" y="151400"/>
                  </a:lnTo>
                  <a:lnTo>
                    <a:pt x="5062249" y="184943"/>
                  </a:lnTo>
                  <a:lnTo>
                    <a:pt x="5133143" y="222057"/>
                  </a:lnTo>
                  <a:lnTo>
                    <a:pt x="5199100" y="263014"/>
                  </a:lnTo>
                  <a:lnTo>
                    <a:pt x="5260190" y="308208"/>
                  </a:lnTo>
                  <a:lnTo>
                    <a:pt x="5316761" y="358154"/>
                  </a:lnTo>
                  <a:lnTo>
                    <a:pt x="5369333" y="413468"/>
                  </a:lnTo>
                  <a:lnTo>
                    <a:pt x="5418528" y="474839"/>
                  </a:lnTo>
                  <a:lnTo>
                    <a:pt x="5465006" y="542981"/>
                  </a:lnTo>
                  <a:lnTo>
                    <a:pt x="5509418" y="618546"/>
                  </a:lnTo>
                  <a:lnTo>
                    <a:pt x="5552362" y="701983"/>
                  </a:lnTo>
                  <a:lnTo>
                    <a:pt x="5567201" y="733197"/>
                  </a:lnTo>
                  <a:lnTo>
                    <a:pt x="5596597" y="798555"/>
                  </a:lnTo>
                  <a:lnTo>
                    <a:pt x="5625736" y="867897"/>
                  </a:lnTo>
                  <a:lnTo>
                    <a:pt x="5654749" y="941301"/>
                  </a:lnTo>
                  <a:lnTo>
                    <a:pt x="5683739" y="1018806"/>
                  </a:lnTo>
                  <a:lnTo>
                    <a:pt x="5712792" y="1100401"/>
                  </a:lnTo>
                  <a:lnTo>
                    <a:pt x="5741974" y="1186026"/>
                  </a:lnTo>
                  <a:lnTo>
                    <a:pt x="5771334" y="1275565"/>
                  </a:lnTo>
                  <a:lnTo>
                    <a:pt x="5800904" y="1368844"/>
                  </a:lnTo>
                  <a:lnTo>
                    <a:pt x="5830703" y="1465632"/>
                  </a:lnTo>
                  <a:lnTo>
                    <a:pt x="5860735" y="1565639"/>
                  </a:lnTo>
                  <a:lnTo>
                    <a:pt x="5890990" y="1668519"/>
                  </a:lnTo>
                  <a:lnTo>
                    <a:pt x="5921450" y="1773874"/>
                  </a:lnTo>
                  <a:lnTo>
                    <a:pt x="5952083" y="1881259"/>
                  </a:lnTo>
                  <a:lnTo>
                    <a:pt x="5982854" y="1990189"/>
                  </a:lnTo>
                  <a:lnTo>
                    <a:pt x="6013717" y="2100148"/>
                  </a:lnTo>
                  <a:lnTo>
                    <a:pt x="6044626" y="2210600"/>
                  </a:lnTo>
                  <a:lnTo>
                    <a:pt x="6075529" y="2320996"/>
                  </a:lnTo>
                  <a:lnTo>
                    <a:pt x="6106377" y="2430793"/>
                  </a:lnTo>
                  <a:lnTo>
                    <a:pt x="6137124" y="2539455"/>
                  </a:lnTo>
                  <a:lnTo>
                    <a:pt x="6167726" y="2646473"/>
                  </a:lnTo>
                  <a:lnTo>
                    <a:pt x="6198147" y="2751370"/>
                  </a:lnTo>
                  <a:lnTo>
                    <a:pt x="6228359" y="2853708"/>
                  </a:lnTo>
                  <a:lnTo>
                    <a:pt x="6258344" y="2953099"/>
                  </a:lnTo>
                  <a:lnTo>
                    <a:pt x="6288097" y="3049209"/>
                  </a:lnTo>
                  <a:lnTo>
                    <a:pt x="6317623" y="3141760"/>
                  </a:lnTo>
                  <a:lnTo>
                    <a:pt x="6346945" y="3230531"/>
                  </a:lnTo>
                  <a:lnTo>
                    <a:pt x="6376097" y="3315361"/>
                  </a:lnTo>
                  <a:lnTo>
                    <a:pt x="6405131" y="3396144"/>
                  </a:lnTo>
                  <a:lnTo>
                    <a:pt x="6434119" y="3472831"/>
                  </a:lnTo>
                  <a:lnTo>
                    <a:pt x="6463147" y="3545422"/>
                  </a:lnTo>
                  <a:lnTo>
                    <a:pt x="6492327" y="3613962"/>
                  </a:lnTo>
                  <a:lnTo>
                    <a:pt x="6515891" y="3665986"/>
                  </a:lnTo>
                  <a:lnTo>
                    <a:pt x="6558444" y="3752226"/>
                  </a:lnTo>
                  <a:lnTo>
                    <a:pt x="6602277" y="3830522"/>
                  </a:lnTo>
                  <a:lnTo>
                    <a:pt x="6647956" y="3901205"/>
                  </a:lnTo>
                  <a:lnTo>
                    <a:pt x="6696120" y="3964875"/>
                  </a:lnTo>
                  <a:lnTo>
                    <a:pt x="6747432" y="4022237"/>
                  </a:lnTo>
                  <a:lnTo>
                    <a:pt x="6802532" y="4073994"/>
                  </a:lnTo>
                  <a:lnTo>
                    <a:pt x="6861983" y="4120794"/>
                  </a:lnTo>
                  <a:lnTo>
                    <a:pt x="6926205" y="4163188"/>
                  </a:lnTo>
                  <a:lnTo>
                    <a:pt x="6995378" y="4201615"/>
                  </a:lnTo>
                  <a:lnTo>
                    <a:pt x="7069333" y="4236390"/>
                  </a:lnTo>
                  <a:lnTo>
                    <a:pt x="7147418" y="4267704"/>
                  </a:lnTo>
                  <a:lnTo>
                    <a:pt x="7228384" y="4295631"/>
                  </a:lnTo>
                  <a:lnTo>
                    <a:pt x="7310302" y="4320155"/>
                  </a:lnTo>
                  <a:lnTo>
                    <a:pt x="7390596" y="4341206"/>
                  </a:lnTo>
                  <a:lnTo>
                    <a:pt x="7466211" y="4358714"/>
                  </a:lnTo>
                  <a:lnTo>
                    <a:pt x="7533964" y="4372675"/>
                  </a:lnTo>
                  <a:lnTo>
                    <a:pt x="7591033" y="4383210"/>
                  </a:lnTo>
                  <a:lnTo>
                    <a:pt x="7635477" y="4390601"/>
                  </a:lnTo>
                  <a:lnTo>
                    <a:pt x="7666653" y="4395292"/>
                  </a:lnTo>
                  <a:lnTo>
                    <a:pt x="7685414" y="4397857"/>
                  </a:lnTo>
                  <a:lnTo>
                    <a:pt x="7694068" y="4398935"/>
                  </a:lnTo>
                  <a:lnTo>
                    <a:pt x="7696197" y="4399179"/>
                  </a:lnTo>
                  <a:lnTo>
                    <a:pt x="7696237" y="4399183"/>
                  </a:lnTo>
                  <a:lnTo>
                    <a:pt x="8234974" y="4399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0" name="pl1660"/>
            <p:cNvSpPr/>
            <p:nvPr/>
          </p:nvSpPr>
          <p:spPr>
            <a:xfrm>
              <a:off x="546595" y="1480024"/>
              <a:ext cx="8234974" cy="4399183"/>
            </a:xfrm>
            <a:custGeom>
              <a:avLst/>
              <a:pathLst>
                <a:path w="8234974" h="4399183">
                  <a:moveTo>
                    <a:pt x="8234974" y="4399183"/>
                  </a:move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6" y="88"/>
                  </a:lnTo>
                  <a:lnTo>
                    <a:pt x="3840908" y="723"/>
                  </a:lnTo>
                  <a:lnTo>
                    <a:pt x="3825141" y="2477"/>
                  </a:lnTo>
                  <a:lnTo>
                    <a:pt x="3796981" y="5928"/>
                  </a:lnTo>
                  <a:lnTo>
                    <a:pt x="3755077" y="11609"/>
                  </a:lnTo>
                  <a:lnTo>
                    <a:pt x="3699714" y="19949"/>
                  </a:lnTo>
                  <a:lnTo>
                    <a:pt x="3632661" y="31234"/>
                  </a:lnTo>
                  <a:lnTo>
                    <a:pt x="3556766" y="45600"/>
                  </a:lnTo>
                  <a:lnTo>
                    <a:pt x="3475381" y="63064"/>
                  </a:lnTo>
                  <a:lnTo>
                    <a:pt x="3391810" y="83568"/>
                  </a:lnTo>
                  <a:lnTo>
                    <a:pt x="3308891" y="107048"/>
                  </a:lnTo>
                  <a:lnTo>
                    <a:pt x="3228769" y="133479"/>
                  </a:lnTo>
                  <a:lnTo>
                    <a:pt x="3152852" y="162919"/>
                  </a:lnTo>
                  <a:lnTo>
                    <a:pt x="3081885" y="195528"/>
                  </a:lnTo>
                  <a:lnTo>
                    <a:pt x="3016079" y="231579"/>
                  </a:lnTo>
                  <a:lnTo>
                    <a:pt x="2955257" y="271457"/>
                  </a:lnTo>
                  <a:lnTo>
                    <a:pt x="2898979" y="315652"/>
                  </a:lnTo>
                  <a:lnTo>
                    <a:pt x="2846646" y="364739"/>
                  </a:lnTo>
                  <a:lnTo>
                    <a:pt x="2797575" y="419346"/>
                  </a:lnTo>
                  <a:lnTo>
                    <a:pt x="2751063" y="480097"/>
                  </a:lnTo>
                  <a:lnTo>
                    <a:pt x="2706431" y="547517"/>
                  </a:lnTo>
                  <a:lnTo>
                    <a:pt x="2667772" y="613417"/>
                  </a:lnTo>
                  <a:lnTo>
                    <a:pt x="2635966" y="672755"/>
                  </a:lnTo>
                  <a:lnTo>
                    <a:pt x="2604447" y="736004"/>
                  </a:lnTo>
                  <a:lnTo>
                    <a:pt x="2573055" y="803245"/>
                  </a:lnTo>
                  <a:lnTo>
                    <a:pt x="2541663" y="874506"/>
                  </a:lnTo>
                  <a:lnTo>
                    <a:pt x="2510169" y="949763"/>
                  </a:lnTo>
                  <a:lnTo>
                    <a:pt x="2478499" y="1028930"/>
                  </a:lnTo>
                  <a:lnTo>
                    <a:pt x="2446599" y="1111855"/>
                  </a:lnTo>
                  <a:lnTo>
                    <a:pt x="2414438" y="1198322"/>
                  </a:lnTo>
                  <a:lnTo>
                    <a:pt x="2382005" y="1288047"/>
                  </a:lnTo>
                  <a:lnTo>
                    <a:pt x="2349306" y="1380680"/>
                  </a:lnTo>
                  <a:lnTo>
                    <a:pt x="2316364" y="1475811"/>
                  </a:lnTo>
                  <a:lnTo>
                    <a:pt x="2283213" y="1572973"/>
                  </a:lnTo>
                  <a:lnTo>
                    <a:pt x="2249902" y="1671655"/>
                  </a:lnTo>
                  <a:lnTo>
                    <a:pt x="2216486" y="1771307"/>
                  </a:lnTo>
                  <a:lnTo>
                    <a:pt x="2183026" y="1871360"/>
                  </a:lnTo>
                  <a:lnTo>
                    <a:pt x="2149586" y="1971232"/>
                  </a:lnTo>
                  <a:lnTo>
                    <a:pt x="2116228" y="2070347"/>
                  </a:lnTo>
                  <a:lnTo>
                    <a:pt x="2083011" y="2168147"/>
                  </a:lnTo>
                  <a:lnTo>
                    <a:pt x="2049984" y="2264104"/>
                  </a:lnTo>
                  <a:lnTo>
                    <a:pt x="2017190" y="2357733"/>
                  </a:lnTo>
                  <a:lnTo>
                    <a:pt x="1984654" y="2448603"/>
                  </a:lnTo>
                  <a:lnTo>
                    <a:pt x="1952391" y="2536339"/>
                  </a:lnTo>
                  <a:lnTo>
                    <a:pt x="1920395" y="2620633"/>
                  </a:lnTo>
                  <a:lnTo>
                    <a:pt x="1888643" y="2701243"/>
                  </a:lnTo>
                  <a:lnTo>
                    <a:pt x="1857090" y="2777993"/>
                  </a:lnTo>
                  <a:lnTo>
                    <a:pt x="1825670" y="2850772"/>
                  </a:lnTo>
                  <a:lnTo>
                    <a:pt x="1794292" y="2919534"/>
                  </a:lnTo>
                  <a:lnTo>
                    <a:pt x="1762837" y="2984286"/>
                  </a:lnTo>
                  <a:lnTo>
                    <a:pt x="1731161" y="3045091"/>
                  </a:lnTo>
                  <a:lnTo>
                    <a:pt x="1719082" y="3067087"/>
                  </a:lnTo>
                  <a:lnTo>
                    <a:pt x="1675622" y="3140685"/>
                  </a:lnTo>
                  <a:lnTo>
                    <a:pt x="1630816" y="3207357"/>
                  </a:lnTo>
                  <a:lnTo>
                    <a:pt x="1584058" y="3267409"/>
                  </a:lnTo>
                  <a:lnTo>
                    <a:pt x="1534665" y="3321382"/>
                  </a:lnTo>
                  <a:lnTo>
                    <a:pt x="1481934" y="3369905"/>
                  </a:lnTo>
                  <a:lnTo>
                    <a:pt x="1425187" y="3413602"/>
                  </a:lnTo>
                  <a:lnTo>
                    <a:pt x="1363838" y="3453041"/>
                  </a:lnTo>
                  <a:lnTo>
                    <a:pt x="1297471" y="3488699"/>
                  </a:lnTo>
                  <a:lnTo>
                    <a:pt x="1225945" y="3520951"/>
                  </a:lnTo>
                  <a:lnTo>
                    <a:pt x="1149521" y="3550056"/>
                  </a:lnTo>
                  <a:lnTo>
                    <a:pt x="1069012" y="3576164"/>
                  </a:lnTo>
                  <a:lnTo>
                    <a:pt x="985905" y="3599321"/>
                  </a:lnTo>
                  <a:lnTo>
                    <a:pt x="902424" y="3619496"/>
                  </a:lnTo>
                  <a:lnTo>
                    <a:pt x="821472" y="3636624"/>
                  </a:lnTo>
                  <a:lnTo>
                    <a:pt x="746383" y="3650651"/>
                  </a:lnTo>
                  <a:lnTo>
                    <a:pt x="680484" y="3661605"/>
                  </a:lnTo>
                  <a:lnTo>
                    <a:pt x="626528" y="3669638"/>
                  </a:lnTo>
                  <a:lnTo>
                    <a:pt x="586140" y="3675053"/>
                  </a:lnTo>
                  <a:lnTo>
                    <a:pt x="559429" y="3678291"/>
                  </a:lnTo>
                  <a:lnTo>
                    <a:pt x="544866" y="3679894"/>
                  </a:lnTo>
                  <a:lnTo>
                    <a:pt x="539413" y="3680442"/>
                  </a:lnTo>
                  <a:lnTo>
                    <a:pt x="538736" y="3680505"/>
                  </a:lnTo>
                  <a:lnTo>
                    <a:pt x="0" y="36805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1" name="pg1661"/>
            <p:cNvSpPr/>
            <p:nvPr/>
          </p:nvSpPr>
          <p:spPr>
            <a:xfrm>
              <a:off x="546595" y="3407389"/>
              <a:ext cx="8234974" cy="1807585"/>
            </a:xfrm>
            <a:custGeom>
              <a:avLst/>
              <a:pathLst>
                <a:path w="8234974" h="1807585">
                  <a:moveTo>
                    <a:pt x="0" y="1807585"/>
                  </a:moveTo>
                  <a:lnTo>
                    <a:pt x="538736" y="1807585"/>
                  </a:lnTo>
                  <a:lnTo>
                    <a:pt x="539981" y="1807528"/>
                  </a:lnTo>
                  <a:lnTo>
                    <a:pt x="548111" y="1807121"/>
                  </a:lnTo>
                  <a:lnTo>
                    <a:pt x="568410" y="1805995"/>
                  </a:lnTo>
                  <a:lnTo>
                    <a:pt x="604205" y="1803786"/>
                  </a:lnTo>
                  <a:lnTo>
                    <a:pt x="656556" y="1800172"/>
                  </a:lnTo>
                  <a:lnTo>
                    <a:pt x="724213" y="1794917"/>
                  </a:lnTo>
                  <a:lnTo>
                    <a:pt x="804043" y="1787887"/>
                  </a:lnTo>
                  <a:lnTo>
                    <a:pt x="891819" y="1779047"/>
                  </a:lnTo>
                  <a:lnTo>
                    <a:pt x="983131" y="1768422"/>
                  </a:lnTo>
                  <a:lnTo>
                    <a:pt x="1074112" y="1756056"/>
                  </a:lnTo>
                  <a:lnTo>
                    <a:pt x="1161855" y="1741965"/>
                  </a:lnTo>
                  <a:lnTo>
                    <a:pt x="1244505" y="1726113"/>
                  </a:lnTo>
                  <a:lnTo>
                    <a:pt x="1321156" y="1708392"/>
                  </a:lnTo>
                  <a:lnTo>
                    <a:pt x="1391637" y="1688611"/>
                  </a:lnTo>
                  <a:lnTo>
                    <a:pt x="1456291" y="1666506"/>
                  </a:lnTo>
                  <a:lnTo>
                    <a:pt x="1515787" y="1641741"/>
                  </a:lnTo>
                  <a:lnTo>
                    <a:pt x="1570974" y="1613929"/>
                  </a:lnTo>
                  <a:lnTo>
                    <a:pt x="1622772" y="1582665"/>
                  </a:lnTo>
                  <a:lnTo>
                    <a:pt x="1672087" y="1547586"/>
                  </a:lnTo>
                  <a:lnTo>
                    <a:pt x="1719082" y="1509043"/>
                  </a:lnTo>
                  <a:lnTo>
                    <a:pt x="1760788" y="1470726"/>
                  </a:lnTo>
                  <a:lnTo>
                    <a:pt x="1802087" y="1429102"/>
                  </a:lnTo>
                  <a:lnTo>
                    <a:pt x="1843308" y="1384109"/>
                  </a:lnTo>
                  <a:lnTo>
                    <a:pt x="1884692" y="1335762"/>
                  </a:lnTo>
                  <a:lnTo>
                    <a:pt x="1926404" y="1284164"/>
                  </a:lnTo>
                  <a:lnTo>
                    <a:pt x="1968546" y="1229511"/>
                  </a:lnTo>
                  <a:lnTo>
                    <a:pt x="2011154" y="1172094"/>
                  </a:lnTo>
                  <a:lnTo>
                    <a:pt x="2054215" y="1112301"/>
                  </a:lnTo>
                  <a:lnTo>
                    <a:pt x="2097666" y="1050608"/>
                  </a:lnTo>
                  <a:lnTo>
                    <a:pt x="2141409" y="987561"/>
                  </a:lnTo>
                  <a:lnTo>
                    <a:pt x="2185318" y="923763"/>
                  </a:lnTo>
                  <a:lnTo>
                    <a:pt x="2229254" y="859847"/>
                  </a:lnTo>
                  <a:lnTo>
                    <a:pt x="2273074" y="796450"/>
                  </a:lnTo>
                  <a:lnTo>
                    <a:pt x="2316646" y="734190"/>
                  </a:lnTo>
                  <a:lnTo>
                    <a:pt x="2359860" y="673637"/>
                  </a:lnTo>
                  <a:lnTo>
                    <a:pt x="2402640" y="615293"/>
                  </a:lnTo>
                  <a:lnTo>
                    <a:pt x="2444952" y="559580"/>
                  </a:lnTo>
                  <a:lnTo>
                    <a:pt x="2486815" y="506827"/>
                  </a:lnTo>
                  <a:lnTo>
                    <a:pt x="2528304" y="457264"/>
                  </a:lnTo>
                  <a:lnTo>
                    <a:pt x="2569561" y="411027"/>
                  </a:lnTo>
                  <a:lnTo>
                    <a:pt x="2610798" y="368163"/>
                  </a:lnTo>
                  <a:lnTo>
                    <a:pt x="2652310" y="328637"/>
                  </a:lnTo>
                  <a:lnTo>
                    <a:pt x="2667772" y="314875"/>
                  </a:lnTo>
                  <a:lnTo>
                    <a:pt x="2715436" y="275820"/>
                  </a:lnTo>
                  <a:lnTo>
                    <a:pt x="2764780" y="240796"/>
                  </a:lnTo>
                  <a:lnTo>
                    <a:pt x="2816618" y="209582"/>
                  </a:lnTo>
                  <a:lnTo>
                    <a:pt x="2871858" y="181815"/>
                  </a:lnTo>
                  <a:lnTo>
                    <a:pt x="2931420" y="157089"/>
                  </a:lnTo>
                  <a:lnTo>
                    <a:pt x="2996151" y="135018"/>
                  </a:lnTo>
                  <a:lnTo>
                    <a:pt x="3066715" y="115268"/>
                  </a:lnTo>
                  <a:lnTo>
                    <a:pt x="3143452" y="97573"/>
                  </a:lnTo>
                  <a:lnTo>
                    <a:pt x="3226181" y="81747"/>
                  </a:lnTo>
                  <a:lnTo>
                    <a:pt x="3313983" y="67680"/>
                  </a:lnTo>
                  <a:lnTo>
                    <a:pt x="3404991" y="55337"/>
                  </a:lnTo>
                  <a:lnTo>
                    <a:pt x="3496283" y="44736"/>
                  </a:lnTo>
                  <a:lnTo>
                    <a:pt x="3583980" y="35921"/>
                  </a:lnTo>
                  <a:lnTo>
                    <a:pt x="3663668" y="28917"/>
                  </a:lnTo>
                  <a:lnTo>
                    <a:pt x="3731132" y="23685"/>
                  </a:lnTo>
                  <a:lnTo>
                    <a:pt x="3783257" y="20092"/>
                  </a:lnTo>
                  <a:lnTo>
                    <a:pt x="3818826" y="17900"/>
                  </a:lnTo>
                  <a:lnTo>
                    <a:pt x="3838929" y="16787"/>
                  </a:lnTo>
                  <a:lnTo>
                    <a:pt x="3846924" y="16388"/>
                  </a:lnTo>
                  <a:lnTo>
                    <a:pt x="3848118" y="16333"/>
                  </a:lnTo>
                  <a:lnTo>
                    <a:pt x="4386855" y="16333"/>
                  </a:lnTo>
                  <a:lnTo>
                    <a:pt x="4388106" y="16387"/>
                  </a:lnTo>
                  <a:lnTo>
                    <a:pt x="4396273" y="16774"/>
                  </a:lnTo>
                  <a:lnTo>
                    <a:pt x="4416662" y="17843"/>
                  </a:lnTo>
                  <a:lnTo>
                    <a:pt x="4452608" y="19941"/>
                  </a:lnTo>
                  <a:lnTo>
                    <a:pt x="4505160" y="23374"/>
                  </a:lnTo>
                  <a:lnTo>
                    <a:pt x="4573050" y="28364"/>
                  </a:lnTo>
                  <a:lnTo>
                    <a:pt x="4653113" y="35037"/>
                  </a:lnTo>
                  <a:lnTo>
                    <a:pt x="4741098" y="43428"/>
                  </a:lnTo>
                  <a:lnTo>
                    <a:pt x="4832575" y="53510"/>
                  </a:lnTo>
                  <a:lnTo>
                    <a:pt x="4923673" y="65244"/>
                  </a:lnTo>
                  <a:lnTo>
                    <a:pt x="5011482" y="78613"/>
                  </a:lnTo>
                  <a:lnTo>
                    <a:pt x="5094160" y="93653"/>
                  </a:lnTo>
                  <a:lnTo>
                    <a:pt x="5170809" y="110469"/>
                  </a:lnTo>
                  <a:lnTo>
                    <a:pt x="5241272" y="129242"/>
                  </a:lnTo>
                  <a:lnTo>
                    <a:pt x="5305901" y="150227"/>
                  </a:lnTo>
                  <a:lnTo>
                    <a:pt x="5365374" y="173742"/>
                  </a:lnTo>
                  <a:lnTo>
                    <a:pt x="5420548" y="200156"/>
                  </a:lnTo>
                  <a:lnTo>
                    <a:pt x="5472347" y="229854"/>
                  </a:lnTo>
                  <a:lnTo>
                    <a:pt x="5521681" y="263178"/>
                  </a:lnTo>
                  <a:lnTo>
                    <a:pt x="5567201" y="298541"/>
                  </a:lnTo>
                  <a:lnTo>
                    <a:pt x="5609611" y="335405"/>
                  </a:lnTo>
                  <a:lnTo>
                    <a:pt x="5651608" y="375504"/>
                  </a:lnTo>
                  <a:lnTo>
                    <a:pt x="5693533" y="418896"/>
                  </a:lnTo>
                  <a:lnTo>
                    <a:pt x="5735637" y="465565"/>
                  </a:lnTo>
                  <a:lnTo>
                    <a:pt x="5778090" y="515402"/>
                  </a:lnTo>
                  <a:lnTo>
                    <a:pt x="5820992" y="568206"/>
                  </a:lnTo>
                  <a:lnTo>
                    <a:pt x="5864378" y="623677"/>
                  </a:lnTo>
                  <a:lnTo>
                    <a:pt x="5908226" y="681419"/>
                  </a:lnTo>
                  <a:lnTo>
                    <a:pt x="5952466" y="740951"/>
                  </a:lnTo>
                  <a:lnTo>
                    <a:pt x="5996989" y="801718"/>
                  </a:lnTo>
                  <a:lnTo>
                    <a:pt x="6041661" y="863116"/>
                  </a:lnTo>
                  <a:lnTo>
                    <a:pt x="6086333" y="924513"/>
                  </a:lnTo>
                  <a:lnTo>
                    <a:pt x="6130855" y="985275"/>
                  </a:lnTo>
                  <a:lnTo>
                    <a:pt x="6175093" y="1044799"/>
                  </a:lnTo>
                  <a:lnTo>
                    <a:pt x="6218939" y="1102531"/>
                  </a:lnTo>
                  <a:lnTo>
                    <a:pt x="6262322" y="1157989"/>
                  </a:lnTo>
                  <a:lnTo>
                    <a:pt x="6305222" y="1210778"/>
                  </a:lnTo>
                  <a:lnTo>
                    <a:pt x="6347673" y="1260600"/>
                  </a:lnTo>
                  <a:lnTo>
                    <a:pt x="6389775" y="1307251"/>
                  </a:lnTo>
                  <a:lnTo>
                    <a:pt x="6431700" y="1350627"/>
                  </a:lnTo>
                  <a:lnTo>
                    <a:pt x="6473698" y="1390709"/>
                  </a:lnTo>
                  <a:lnTo>
                    <a:pt x="6515891" y="1427375"/>
                  </a:lnTo>
                  <a:lnTo>
                    <a:pt x="6563633" y="1464350"/>
                  </a:lnTo>
                  <a:lnTo>
                    <a:pt x="6613061" y="1497502"/>
                  </a:lnTo>
                  <a:lnTo>
                    <a:pt x="6664994" y="1527041"/>
                  </a:lnTo>
                  <a:lnTo>
                    <a:pt x="6720345" y="1553314"/>
                  </a:lnTo>
                  <a:lnTo>
                    <a:pt x="6780037" y="1576705"/>
                  </a:lnTo>
                  <a:lnTo>
                    <a:pt x="6844921" y="1597581"/>
                  </a:lnTo>
                  <a:lnTo>
                    <a:pt x="6915663" y="1616260"/>
                  </a:lnTo>
                  <a:lnTo>
                    <a:pt x="6992597" y="1632991"/>
                  </a:lnTo>
                  <a:lnTo>
                    <a:pt x="7075536" y="1647952"/>
                  </a:lnTo>
                  <a:lnTo>
                    <a:pt x="7163545" y="1661246"/>
                  </a:lnTo>
                  <a:lnTo>
                    <a:pt x="7254731" y="1672905"/>
                  </a:lnTo>
                  <a:lnTo>
                    <a:pt x="7346140" y="1682911"/>
                  </a:lnTo>
                  <a:lnTo>
                    <a:pt x="7433860" y="1691223"/>
                  </a:lnTo>
                  <a:lnTo>
                    <a:pt x="7513453" y="1697818"/>
                  </a:lnTo>
                  <a:lnTo>
                    <a:pt x="7580696" y="1702733"/>
                  </a:lnTo>
                  <a:lnTo>
                    <a:pt x="7632498" y="1706098"/>
                  </a:lnTo>
                  <a:lnTo>
                    <a:pt x="7667689" y="1708142"/>
                  </a:lnTo>
                  <a:lnTo>
                    <a:pt x="7687428" y="1709172"/>
                  </a:lnTo>
                  <a:lnTo>
                    <a:pt x="7695148" y="1709536"/>
                  </a:lnTo>
                  <a:lnTo>
                    <a:pt x="7696237" y="1709583"/>
                  </a:lnTo>
                  <a:lnTo>
                    <a:pt x="8234974" y="1709583"/>
                  </a:lnTo>
                  <a:lnTo>
                    <a:pt x="8234974" y="1693250"/>
                  </a:ln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4" y="56"/>
                  </a:lnTo>
                  <a:lnTo>
                    <a:pt x="3838744" y="464"/>
                  </a:lnTo>
                  <a:lnTo>
                    <a:pt x="3818445" y="1589"/>
                  </a:lnTo>
                  <a:lnTo>
                    <a:pt x="3782649" y="3798"/>
                  </a:lnTo>
                  <a:lnTo>
                    <a:pt x="3730299" y="7412"/>
                  </a:lnTo>
                  <a:lnTo>
                    <a:pt x="3662641" y="12668"/>
                  </a:lnTo>
                  <a:lnTo>
                    <a:pt x="3582812" y="19697"/>
                  </a:lnTo>
                  <a:lnTo>
                    <a:pt x="3495036" y="28537"/>
                  </a:lnTo>
                  <a:lnTo>
                    <a:pt x="3403724" y="39162"/>
                  </a:lnTo>
                  <a:lnTo>
                    <a:pt x="3312742" y="51529"/>
                  </a:lnTo>
                  <a:lnTo>
                    <a:pt x="3225000" y="65620"/>
                  </a:lnTo>
                  <a:lnTo>
                    <a:pt x="3142350" y="81471"/>
                  </a:lnTo>
                  <a:lnTo>
                    <a:pt x="3065698" y="99193"/>
                  </a:lnTo>
                  <a:lnTo>
                    <a:pt x="2995218" y="118973"/>
                  </a:lnTo>
                  <a:lnTo>
                    <a:pt x="2930564" y="141078"/>
                  </a:lnTo>
                  <a:lnTo>
                    <a:pt x="2871067" y="165844"/>
                  </a:lnTo>
                  <a:lnTo>
                    <a:pt x="2815880" y="193656"/>
                  </a:lnTo>
                  <a:lnTo>
                    <a:pt x="2764083" y="224919"/>
                  </a:lnTo>
                  <a:lnTo>
                    <a:pt x="2714768" y="259998"/>
                  </a:lnTo>
                  <a:lnTo>
                    <a:pt x="2667772" y="298541"/>
                  </a:lnTo>
                  <a:lnTo>
                    <a:pt x="2626067" y="336859"/>
                  </a:lnTo>
                  <a:lnTo>
                    <a:pt x="2584768" y="378483"/>
                  </a:lnTo>
                  <a:lnTo>
                    <a:pt x="2543547" y="423476"/>
                  </a:lnTo>
                  <a:lnTo>
                    <a:pt x="2502163" y="471822"/>
                  </a:lnTo>
                  <a:lnTo>
                    <a:pt x="2460450" y="523420"/>
                  </a:lnTo>
                  <a:lnTo>
                    <a:pt x="2418309" y="578074"/>
                  </a:lnTo>
                  <a:lnTo>
                    <a:pt x="2375700" y="635491"/>
                  </a:lnTo>
                  <a:lnTo>
                    <a:pt x="2332640" y="695283"/>
                  </a:lnTo>
                  <a:lnTo>
                    <a:pt x="2289189" y="756977"/>
                  </a:lnTo>
                  <a:lnTo>
                    <a:pt x="2245446" y="820024"/>
                  </a:lnTo>
                  <a:lnTo>
                    <a:pt x="2201537" y="883822"/>
                  </a:lnTo>
                  <a:lnTo>
                    <a:pt x="2157600" y="947738"/>
                  </a:lnTo>
                  <a:lnTo>
                    <a:pt x="2113780" y="1011134"/>
                  </a:lnTo>
                  <a:lnTo>
                    <a:pt x="2070209" y="1073394"/>
                  </a:lnTo>
                  <a:lnTo>
                    <a:pt x="2026995" y="1133948"/>
                  </a:lnTo>
                  <a:lnTo>
                    <a:pt x="1984215" y="1192291"/>
                  </a:lnTo>
                  <a:lnTo>
                    <a:pt x="1941903" y="1248004"/>
                  </a:lnTo>
                  <a:lnTo>
                    <a:pt x="1900040" y="1300758"/>
                  </a:lnTo>
                  <a:lnTo>
                    <a:pt x="1858551" y="1350321"/>
                  </a:lnTo>
                  <a:lnTo>
                    <a:pt x="1817294" y="1396557"/>
                  </a:lnTo>
                  <a:lnTo>
                    <a:pt x="1776056" y="1439421"/>
                  </a:lnTo>
                  <a:lnTo>
                    <a:pt x="1734545" y="1478947"/>
                  </a:lnTo>
                  <a:lnTo>
                    <a:pt x="1719082" y="1492709"/>
                  </a:lnTo>
                  <a:lnTo>
                    <a:pt x="1671419" y="1531765"/>
                  </a:lnTo>
                  <a:lnTo>
                    <a:pt x="1622075" y="1566789"/>
                  </a:lnTo>
                  <a:lnTo>
                    <a:pt x="1570237" y="1598002"/>
                  </a:lnTo>
                  <a:lnTo>
                    <a:pt x="1514996" y="1625769"/>
                  </a:lnTo>
                  <a:lnTo>
                    <a:pt x="1455434" y="1650495"/>
                  </a:lnTo>
                  <a:lnTo>
                    <a:pt x="1390704" y="1672566"/>
                  </a:lnTo>
                  <a:lnTo>
                    <a:pt x="1320139" y="1692316"/>
                  </a:lnTo>
                  <a:lnTo>
                    <a:pt x="1243403" y="1710011"/>
                  </a:lnTo>
                  <a:lnTo>
                    <a:pt x="1160674" y="1725838"/>
                  </a:lnTo>
                  <a:lnTo>
                    <a:pt x="1072872" y="1739905"/>
                  </a:lnTo>
                  <a:lnTo>
                    <a:pt x="981863" y="1752248"/>
                  </a:lnTo>
                  <a:lnTo>
                    <a:pt x="890572" y="1762848"/>
                  </a:lnTo>
                  <a:lnTo>
                    <a:pt x="802875" y="1771663"/>
                  </a:lnTo>
                  <a:lnTo>
                    <a:pt x="723187" y="1778668"/>
                  </a:lnTo>
                  <a:lnTo>
                    <a:pt x="655723" y="1783899"/>
                  </a:lnTo>
                  <a:lnTo>
                    <a:pt x="603597" y="1787492"/>
                  </a:lnTo>
                  <a:lnTo>
                    <a:pt x="568029" y="1789684"/>
                  </a:lnTo>
                  <a:lnTo>
                    <a:pt x="547926" y="1790797"/>
                  </a:lnTo>
                  <a:lnTo>
                    <a:pt x="539931" y="1791197"/>
                  </a:lnTo>
                  <a:lnTo>
                    <a:pt x="538736" y="1791251"/>
                  </a:lnTo>
                  <a:lnTo>
                    <a:pt x="0" y="1791251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62" name="pl1662"/>
            <p:cNvSpPr/>
            <p:nvPr/>
          </p:nvSpPr>
          <p:spPr>
            <a:xfrm>
              <a:off x="546595" y="3423723"/>
              <a:ext cx="8234974" cy="1791251"/>
            </a:xfrm>
            <a:custGeom>
              <a:avLst/>
              <a:pathLst>
                <a:path w="8234974" h="1791251">
                  <a:moveTo>
                    <a:pt x="0" y="1791251"/>
                  </a:moveTo>
                  <a:lnTo>
                    <a:pt x="538736" y="1791251"/>
                  </a:lnTo>
                  <a:lnTo>
                    <a:pt x="539981" y="1791194"/>
                  </a:lnTo>
                  <a:lnTo>
                    <a:pt x="548111" y="1790787"/>
                  </a:lnTo>
                  <a:lnTo>
                    <a:pt x="568410" y="1789662"/>
                  </a:lnTo>
                  <a:lnTo>
                    <a:pt x="604205" y="1787453"/>
                  </a:lnTo>
                  <a:lnTo>
                    <a:pt x="656556" y="1783839"/>
                  </a:lnTo>
                  <a:lnTo>
                    <a:pt x="724213" y="1778583"/>
                  </a:lnTo>
                  <a:lnTo>
                    <a:pt x="804043" y="1771554"/>
                  </a:lnTo>
                  <a:lnTo>
                    <a:pt x="891819" y="1762714"/>
                  </a:lnTo>
                  <a:lnTo>
                    <a:pt x="983131" y="1752089"/>
                  </a:lnTo>
                  <a:lnTo>
                    <a:pt x="1074112" y="1739722"/>
                  </a:lnTo>
                  <a:lnTo>
                    <a:pt x="1161855" y="1725631"/>
                  </a:lnTo>
                  <a:lnTo>
                    <a:pt x="1244505" y="1709780"/>
                  </a:lnTo>
                  <a:lnTo>
                    <a:pt x="1321156" y="1692058"/>
                  </a:lnTo>
                  <a:lnTo>
                    <a:pt x="1391637" y="1672277"/>
                  </a:lnTo>
                  <a:lnTo>
                    <a:pt x="1456291" y="1650172"/>
                  </a:lnTo>
                  <a:lnTo>
                    <a:pt x="1515787" y="1625407"/>
                  </a:lnTo>
                  <a:lnTo>
                    <a:pt x="1570974" y="1597595"/>
                  </a:lnTo>
                  <a:lnTo>
                    <a:pt x="1622772" y="1566332"/>
                  </a:lnTo>
                  <a:lnTo>
                    <a:pt x="1672087" y="1531253"/>
                  </a:lnTo>
                  <a:lnTo>
                    <a:pt x="1719082" y="1492709"/>
                  </a:lnTo>
                  <a:lnTo>
                    <a:pt x="1760788" y="1454392"/>
                  </a:lnTo>
                  <a:lnTo>
                    <a:pt x="1802087" y="1412768"/>
                  </a:lnTo>
                  <a:lnTo>
                    <a:pt x="1843308" y="1367775"/>
                  </a:lnTo>
                  <a:lnTo>
                    <a:pt x="1884692" y="1319429"/>
                  </a:lnTo>
                  <a:lnTo>
                    <a:pt x="1926404" y="1267831"/>
                  </a:lnTo>
                  <a:lnTo>
                    <a:pt x="1968546" y="1213177"/>
                  </a:lnTo>
                  <a:lnTo>
                    <a:pt x="2011154" y="1155760"/>
                  </a:lnTo>
                  <a:lnTo>
                    <a:pt x="2054215" y="1095968"/>
                  </a:lnTo>
                  <a:lnTo>
                    <a:pt x="2097666" y="1034274"/>
                  </a:lnTo>
                  <a:lnTo>
                    <a:pt x="2141409" y="971227"/>
                  </a:lnTo>
                  <a:lnTo>
                    <a:pt x="2185318" y="907429"/>
                  </a:lnTo>
                  <a:lnTo>
                    <a:pt x="2229254" y="843513"/>
                  </a:lnTo>
                  <a:lnTo>
                    <a:pt x="2273074" y="780117"/>
                  </a:lnTo>
                  <a:lnTo>
                    <a:pt x="2316646" y="717856"/>
                  </a:lnTo>
                  <a:lnTo>
                    <a:pt x="2359860" y="657303"/>
                  </a:lnTo>
                  <a:lnTo>
                    <a:pt x="2402640" y="598959"/>
                  </a:lnTo>
                  <a:lnTo>
                    <a:pt x="2444952" y="543247"/>
                  </a:lnTo>
                  <a:lnTo>
                    <a:pt x="2486815" y="490493"/>
                  </a:lnTo>
                  <a:lnTo>
                    <a:pt x="2528304" y="440930"/>
                  </a:lnTo>
                  <a:lnTo>
                    <a:pt x="2569561" y="394693"/>
                  </a:lnTo>
                  <a:lnTo>
                    <a:pt x="2610798" y="351830"/>
                  </a:lnTo>
                  <a:lnTo>
                    <a:pt x="2652310" y="312304"/>
                  </a:lnTo>
                  <a:lnTo>
                    <a:pt x="2667772" y="298541"/>
                  </a:lnTo>
                  <a:lnTo>
                    <a:pt x="2715436" y="259486"/>
                  </a:lnTo>
                  <a:lnTo>
                    <a:pt x="2764780" y="224462"/>
                  </a:lnTo>
                  <a:lnTo>
                    <a:pt x="2816618" y="193249"/>
                  </a:lnTo>
                  <a:lnTo>
                    <a:pt x="2871858" y="165482"/>
                  </a:lnTo>
                  <a:lnTo>
                    <a:pt x="2931420" y="140756"/>
                  </a:lnTo>
                  <a:lnTo>
                    <a:pt x="2996151" y="118685"/>
                  </a:lnTo>
                  <a:lnTo>
                    <a:pt x="3066715" y="98934"/>
                  </a:lnTo>
                  <a:lnTo>
                    <a:pt x="3143452" y="81240"/>
                  </a:lnTo>
                  <a:lnTo>
                    <a:pt x="3226181" y="65413"/>
                  </a:lnTo>
                  <a:lnTo>
                    <a:pt x="3313983" y="51346"/>
                  </a:lnTo>
                  <a:lnTo>
                    <a:pt x="3404991" y="39003"/>
                  </a:lnTo>
                  <a:lnTo>
                    <a:pt x="3496283" y="28403"/>
                  </a:lnTo>
                  <a:lnTo>
                    <a:pt x="3583980" y="19588"/>
                  </a:lnTo>
                  <a:lnTo>
                    <a:pt x="3663668" y="12583"/>
                  </a:lnTo>
                  <a:lnTo>
                    <a:pt x="3731132" y="7351"/>
                  </a:lnTo>
                  <a:lnTo>
                    <a:pt x="3783257" y="3759"/>
                  </a:lnTo>
                  <a:lnTo>
                    <a:pt x="3818826" y="1567"/>
                  </a:lnTo>
                  <a:lnTo>
                    <a:pt x="3838929" y="454"/>
                  </a:lnTo>
                  <a:lnTo>
                    <a:pt x="3846924" y="5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6" y="54"/>
                  </a:lnTo>
                  <a:lnTo>
                    <a:pt x="4396273" y="440"/>
                  </a:lnTo>
                  <a:lnTo>
                    <a:pt x="4416662" y="1509"/>
                  </a:lnTo>
                  <a:lnTo>
                    <a:pt x="4452608" y="3608"/>
                  </a:lnTo>
                  <a:lnTo>
                    <a:pt x="4505160" y="7040"/>
                  </a:lnTo>
                  <a:lnTo>
                    <a:pt x="4573050" y="12030"/>
                  </a:lnTo>
                  <a:lnTo>
                    <a:pt x="4653113" y="18704"/>
                  </a:lnTo>
                  <a:lnTo>
                    <a:pt x="4741098" y="27094"/>
                  </a:lnTo>
                  <a:lnTo>
                    <a:pt x="4832575" y="37177"/>
                  </a:lnTo>
                  <a:lnTo>
                    <a:pt x="4923673" y="48911"/>
                  </a:lnTo>
                  <a:lnTo>
                    <a:pt x="5011482" y="62280"/>
                  </a:lnTo>
                  <a:lnTo>
                    <a:pt x="5094160" y="77319"/>
                  </a:lnTo>
                  <a:lnTo>
                    <a:pt x="5170809" y="94136"/>
                  </a:lnTo>
                  <a:lnTo>
                    <a:pt x="5241272" y="112909"/>
                  </a:lnTo>
                  <a:lnTo>
                    <a:pt x="5305901" y="133893"/>
                  </a:lnTo>
                  <a:lnTo>
                    <a:pt x="5365374" y="157408"/>
                  </a:lnTo>
                  <a:lnTo>
                    <a:pt x="5420548" y="183822"/>
                  </a:lnTo>
                  <a:lnTo>
                    <a:pt x="5472347" y="213520"/>
                  </a:lnTo>
                  <a:lnTo>
                    <a:pt x="5521681" y="246845"/>
                  </a:lnTo>
                  <a:lnTo>
                    <a:pt x="5567201" y="282208"/>
                  </a:lnTo>
                  <a:lnTo>
                    <a:pt x="5609611" y="319072"/>
                  </a:lnTo>
                  <a:lnTo>
                    <a:pt x="5651608" y="359170"/>
                  </a:lnTo>
                  <a:lnTo>
                    <a:pt x="5693533" y="402563"/>
                  </a:lnTo>
                  <a:lnTo>
                    <a:pt x="5735637" y="449231"/>
                  </a:lnTo>
                  <a:lnTo>
                    <a:pt x="5778090" y="499068"/>
                  </a:lnTo>
                  <a:lnTo>
                    <a:pt x="5820992" y="551872"/>
                  </a:lnTo>
                  <a:lnTo>
                    <a:pt x="5864378" y="607343"/>
                  </a:lnTo>
                  <a:lnTo>
                    <a:pt x="5908226" y="665085"/>
                  </a:lnTo>
                  <a:lnTo>
                    <a:pt x="5952466" y="724617"/>
                  </a:lnTo>
                  <a:lnTo>
                    <a:pt x="5996989" y="785385"/>
                  </a:lnTo>
                  <a:lnTo>
                    <a:pt x="6041661" y="846783"/>
                  </a:lnTo>
                  <a:lnTo>
                    <a:pt x="6086333" y="908179"/>
                  </a:lnTo>
                  <a:lnTo>
                    <a:pt x="6130855" y="968942"/>
                  </a:lnTo>
                  <a:lnTo>
                    <a:pt x="6175093" y="1028466"/>
                  </a:lnTo>
                  <a:lnTo>
                    <a:pt x="6218939" y="1086197"/>
                  </a:lnTo>
                  <a:lnTo>
                    <a:pt x="6262322" y="1141655"/>
                  </a:lnTo>
                  <a:lnTo>
                    <a:pt x="6305222" y="1194445"/>
                  </a:lnTo>
                  <a:lnTo>
                    <a:pt x="6347673" y="1244266"/>
                  </a:lnTo>
                  <a:lnTo>
                    <a:pt x="6389775" y="1290918"/>
                  </a:lnTo>
                  <a:lnTo>
                    <a:pt x="6431700" y="1334293"/>
                  </a:lnTo>
                  <a:lnTo>
                    <a:pt x="6473698" y="1374375"/>
                  </a:lnTo>
                  <a:lnTo>
                    <a:pt x="6515891" y="1411041"/>
                  </a:lnTo>
                  <a:lnTo>
                    <a:pt x="6563633" y="1448016"/>
                  </a:lnTo>
                  <a:lnTo>
                    <a:pt x="6613061" y="1481168"/>
                  </a:lnTo>
                  <a:lnTo>
                    <a:pt x="6664994" y="1510707"/>
                  </a:lnTo>
                  <a:lnTo>
                    <a:pt x="6720345" y="1536980"/>
                  </a:lnTo>
                  <a:lnTo>
                    <a:pt x="6780037" y="1560371"/>
                  </a:lnTo>
                  <a:lnTo>
                    <a:pt x="6844921" y="1581248"/>
                  </a:lnTo>
                  <a:lnTo>
                    <a:pt x="6915663" y="1599926"/>
                  </a:lnTo>
                  <a:lnTo>
                    <a:pt x="6992597" y="1616657"/>
                  </a:lnTo>
                  <a:lnTo>
                    <a:pt x="7075536" y="1631619"/>
                  </a:lnTo>
                  <a:lnTo>
                    <a:pt x="7163545" y="1644912"/>
                  </a:lnTo>
                  <a:lnTo>
                    <a:pt x="7254731" y="1656571"/>
                  </a:lnTo>
                  <a:lnTo>
                    <a:pt x="7346140" y="1666577"/>
                  </a:lnTo>
                  <a:lnTo>
                    <a:pt x="7433860" y="1674889"/>
                  </a:lnTo>
                  <a:lnTo>
                    <a:pt x="7513453" y="1681484"/>
                  </a:lnTo>
                  <a:lnTo>
                    <a:pt x="7580696" y="1686399"/>
                  </a:lnTo>
                  <a:lnTo>
                    <a:pt x="7632498" y="1689765"/>
                  </a:lnTo>
                  <a:lnTo>
                    <a:pt x="7667689" y="1691809"/>
                  </a:lnTo>
                  <a:lnTo>
                    <a:pt x="7687428" y="1692839"/>
                  </a:lnTo>
                  <a:lnTo>
                    <a:pt x="7695148" y="1693203"/>
                  </a:lnTo>
                  <a:lnTo>
                    <a:pt x="7696237" y="1693250"/>
                  </a:lnTo>
                  <a:lnTo>
                    <a:pt x="8234974" y="1693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3" name="pl1663"/>
            <p:cNvSpPr/>
            <p:nvPr/>
          </p:nvSpPr>
          <p:spPr>
            <a:xfrm>
              <a:off x="546595" y="3407389"/>
              <a:ext cx="8234974" cy="1791251"/>
            </a:xfrm>
            <a:custGeom>
              <a:avLst/>
              <a:pathLst>
                <a:path w="8234974" h="1791251">
                  <a:moveTo>
                    <a:pt x="8234974" y="1693250"/>
                  </a:moveTo>
                  <a:lnTo>
                    <a:pt x="7696237" y="1693250"/>
                  </a:lnTo>
                  <a:lnTo>
                    <a:pt x="7694987" y="1693196"/>
                  </a:lnTo>
                  <a:lnTo>
                    <a:pt x="7686819" y="1692809"/>
                  </a:lnTo>
                  <a:lnTo>
                    <a:pt x="7666430" y="1691740"/>
                  </a:lnTo>
                  <a:lnTo>
                    <a:pt x="7630485" y="1689641"/>
                  </a:lnTo>
                  <a:lnTo>
                    <a:pt x="7577932" y="1686209"/>
                  </a:lnTo>
                  <a:lnTo>
                    <a:pt x="7510043" y="1681219"/>
                  </a:lnTo>
                  <a:lnTo>
                    <a:pt x="7429980" y="1674545"/>
                  </a:lnTo>
                  <a:lnTo>
                    <a:pt x="7341995" y="1666155"/>
                  </a:lnTo>
                  <a:lnTo>
                    <a:pt x="7250517" y="1656072"/>
                  </a:lnTo>
                  <a:lnTo>
                    <a:pt x="7159420" y="1644338"/>
                  </a:lnTo>
                  <a:lnTo>
                    <a:pt x="7071610" y="1630970"/>
                  </a:lnTo>
                  <a:lnTo>
                    <a:pt x="6988933" y="1615930"/>
                  </a:lnTo>
                  <a:lnTo>
                    <a:pt x="6912283" y="1599113"/>
                  </a:lnTo>
                  <a:lnTo>
                    <a:pt x="6841821" y="1580340"/>
                  </a:lnTo>
                  <a:lnTo>
                    <a:pt x="6777192" y="1559356"/>
                  </a:lnTo>
                  <a:lnTo>
                    <a:pt x="6717718" y="1535841"/>
                  </a:lnTo>
                  <a:lnTo>
                    <a:pt x="6662544" y="1509427"/>
                  </a:lnTo>
                  <a:lnTo>
                    <a:pt x="6610745" y="1479729"/>
                  </a:lnTo>
                  <a:lnTo>
                    <a:pt x="6561411" y="1446405"/>
                  </a:lnTo>
                  <a:lnTo>
                    <a:pt x="6515891" y="1411041"/>
                  </a:lnTo>
                  <a:lnTo>
                    <a:pt x="6473481" y="1374177"/>
                  </a:lnTo>
                  <a:lnTo>
                    <a:pt x="6431484" y="1334079"/>
                  </a:lnTo>
                  <a:lnTo>
                    <a:pt x="6389559" y="1290686"/>
                  </a:lnTo>
                  <a:lnTo>
                    <a:pt x="6347455" y="1244018"/>
                  </a:lnTo>
                  <a:lnTo>
                    <a:pt x="6305002" y="1194181"/>
                  </a:lnTo>
                  <a:lnTo>
                    <a:pt x="6262100" y="1141377"/>
                  </a:lnTo>
                  <a:lnTo>
                    <a:pt x="6218715" y="1085906"/>
                  </a:lnTo>
                  <a:lnTo>
                    <a:pt x="6174867" y="1028164"/>
                  </a:lnTo>
                  <a:lnTo>
                    <a:pt x="6130627" y="968632"/>
                  </a:lnTo>
                  <a:lnTo>
                    <a:pt x="6086103" y="907865"/>
                  </a:lnTo>
                  <a:lnTo>
                    <a:pt x="6041431" y="846467"/>
                  </a:lnTo>
                  <a:lnTo>
                    <a:pt x="5996760" y="785070"/>
                  </a:lnTo>
                  <a:lnTo>
                    <a:pt x="5952238" y="724307"/>
                  </a:lnTo>
                  <a:lnTo>
                    <a:pt x="5907999" y="664784"/>
                  </a:lnTo>
                  <a:lnTo>
                    <a:pt x="5864154" y="607052"/>
                  </a:lnTo>
                  <a:lnTo>
                    <a:pt x="5820770" y="551594"/>
                  </a:lnTo>
                  <a:lnTo>
                    <a:pt x="5777871" y="498805"/>
                  </a:lnTo>
                  <a:lnTo>
                    <a:pt x="5735420" y="448983"/>
                  </a:lnTo>
                  <a:lnTo>
                    <a:pt x="5693318" y="402331"/>
                  </a:lnTo>
                  <a:lnTo>
                    <a:pt x="5651393" y="358956"/>
                  </a:lnTo>
                  <a:lnTo>
                    <a:pt x="5609395" y="318874"/>
                  </a:lnTo>
                  <a:lnTo>
                    <a:pt x="5567201" y="282208"/>
                  </a:lnTo>
                  <a:lnTo>
                    <a:pt x="5519460" y="245233"/>
                  </a:lnTo>
                  <a:lnTo>
                    <a:pt x="5470032" y="212081"/>
                  </a:lnTo>
                  <a:lnTo>
                    <a:pt x="5418098" y="182542"/>
                  </a:lnTo>
                  <a:lnTo>
                    <a:pt x="5362747" y="156269"/>
                  </a:lnTo>
                  <a:lnTo>
                    <a:pt x="5303055" y="132878"/>
                  </a:lnTo>
                  <a:lnTo>
                    <a:pt x="5238171" y="112001"/>
                  </a:lnTo>
                  <a:lnTo>
                    <a:pt x="5167430" y="93323"/>
                  </a:lnTo>
                  <a:lnTo>
                    <a:pt x="5090495" y="76592"/>
                  </a:lnTo>
                  <a:lnTo>
                    <a:pt x="5007556" y="61630"/>
                  </a:lnTo>
                  <a:lnTo>
                    <a:pt x="4919548" y="48337"/>
                  </a:lnTo>
                  <a:lnTo>
                    <a:pt x="4828361" y="36678"/>
                  </a:lnTo>
                  <a:lnTo>
                    <a:pt x="4736953" y="26672"/>
                  </a:lnTo>
                  <a:lnTo>
                    <a:pt x="4649232" y="18360"/>
                  </a:lnTo>
                  <a:lnTo>
                    <a:pt x="4569640" y="11765"/>
                  </a:lnTo>
                  <a:lnTo>
                    <a:pt x="4502396" y="6850"/>
                  </a:lnTo>
                  <a:lnTo>
                    <a:pt x="4450595" y="3484"/>
                  </a:lnTo>
                  <a:lnTo>
                    <a:pt x="4415404" y="1440"/>
                  </a:lnTo>
                  <a:lnTo>
                    <a:pt x="4395665" y="410"/>
                  </a:lnTo>
                  <a:lnTo>
                    <a:pt x="4387944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4" y="56"/>
                  </a:lnTo>
                  <a:lnTo>
                    <a:pt x="3838744" y="464"/>
                  </a:lnTo>
                  <a:lnTo>
                    <a:pt x="3818445" y="1589"/>
                  </a:lnTo>
                  <a:lnTo>
                    <a:pt x="3782649" y="3798"/>
                  </a:lnTo>
                  <a:lnTo>
                    <a:pt x="3730299" y="7412"/>
                  </a:lnTo>
                  <a:lnTo>
                    <a:pt x="3662641" y="12668"/>
                  </a:lnTo>
                  <a:lnTo>
                    <a:pt x="3582812" y="19697"/>
                  </a:lnTo>
                  <a:lnTo>
                    <a:pt x="3495036" y="28537"/>
                  </a:lnTo>
                  <a:lnTo>
                    <a:pt x="3403724" y="39162"/>
                  </a:lnTo>
                  <a:lnTo>
                    <a:pt x="3312742" y="51529"/>
                  </a:lnTo>
                  <a:lnTo>
                    <a:pt x="3225000" y="65620"/>
                  </a:lnTo>
                  <a:lnTo>
                    <a:pt x="3142350" y="81471"/>
                  </a:lnTo>
                  <a:lnTo>
                    <a:pt x="3065698" y="99193"/>
                  </a:lnTo>
                  <a:lnTo>
                    <a:pt x="2995218" y="118973"/>
                  </a:lnTo>
                  <a:lnTo>
                    <a:pt x="2930564" y="141078"/>
                  </a:lnTo>
                  <a:lnTo>
                    <a:pt x="2871067" y="165844"/>
                  </a:lnTo>
                  <a:lnTo>
                    <a:pt x="2815880" y="193656"/>
                  </a:lnTo>
                  <a:lnTo>
                    <a:pt x="2764083" y="224919"/>
                  </a:lnTo>
                  <a:lnTo>
                    <a:pt x="2714768" y="259998"/>
                  </a:lnTo>
                  <a:lnTo>
                    <a:pt x="2667772" y="298541"/>
                  </a:lnTo>
                  <a:lnTo>
                    <a:pt x="2626067" y="336859"/>
                  </a:lnTo>
                  <a:lnTo>
                    <a:pt x="2584768" y="378483"/>
                  </a:lnTo>
                  <a:lnTo>
                    <a:pt x="2543547" y="423476"/>
                  </a:lnTo>
                  <a:lnTo>
                    <a:pt x="2502163" y="471822"/>
                  </a:lnTo>
                  <a:lnTo>
                    <a:pt x="2460450" y="523420"/>
                  </a:lnTo>
                  <a:lnTo>
                    <a:pt x="2418309" y="578074"/>
                  </a:lnTo>
                  <a:lnTo>
                    <a:pt x="2375700" y="635491"/>
                  </a:lnTo>
                  <a:lnTo>
                    <a:pt x="2332640" y="695283"/>
                  </a:lnTo>
                  <a:lnTo>
                    <a:pt x="2289189" y="756977"/>
                  </a:lnTo>
                  <a:lnTo>
                    <a:pt x="2245446" y="820024"/>
                  </a:lnTo>
                  <a:lnTo>
                    <a:pt x="2201537" y="883822"/>
                  </a:lnTo>
                  <a:lnTo>
                    <a:pt x="2157600" y="947738"/>
                  </a:lnTo>
                  <a:lnTo>
                    <a:pt x="2113780" y="1011134"/>
                  </a:lnTo>
                  <a:lnTo>
                    <a:pt x="2070209" y="1073394"/>
                  </a:lnTo>
                  <a:lnTo>
                    <a:pt x="2026995" y="1133948"/>
                  </a:lnTo>
                  <a:lnTo>
                    <a:pt x="1984215" y="1192291"/>
                  </a:lnTo>
                  <a:lnTo>
                    <a:pt x="1941903" y="1248004"/>
                  </a:lnTo>
                  <a:lnTo>
                    <a:pt x="1900040" y="1300758"/>
                  </a:lnTo>
                  <a:lnTo>
                    <a:pt x="1858551" y="1350321"/>
                  </a:lnTo>
                  <a:lnTo>
                    <a:pt x="1817294" y="1396557"/>
                  </a:lnTo>
                  <a:lnTo>
                    <a:pt x="1776056" y="1439421"/>
                  </a:lnTo>
                  <a:lnTo>
                    <a:pt x="1734545" y="1478947"/>
                  </a:lnTo>
                  <a:lnTo>
                    <a:pt x="1719082" y="1492709"/>
                  </a:lnTo>
                  <a:lnTo>
                    <a:pt x="1671419" y="1531765"/>
                  </a:lnTo>
                  <a:lnTo>
                    <a:pt x="1622075" y="1566789"/>
                  </a:lnTo>
                  <a:lnTo>
                    <a:pt x="1570237" y="1598002"/>
                  </a:lnTo>
                  <a:lnTo>
                    <a:pt x="1514996" y="1625769"/>
                  </a:lnTo>
                  <a:lnTo>
                    <a:pt x="1455434" y="1650495"/>
                  </a:lnTo>
                  <a:lnTo>
                    <a:pt x="1390704" y="1672566"/>
                  </a:lnTo>
                  <a:lnTo>
                    <a:pt x="1320139" y="1692316"/>
                  </a:lnTo>
                  <a:lnTo>
                    <a:pt x="1243403" y="1710011"/>
                  </a:lnTo>
                  <a:lnTo>
                    <a:pt x="1160674" y="1725838"/>
                  </a:lnTo>
                  <a:lnTo>
                    <a:pt x="1072872" y="1739905"/>
                  </a:lnTo>
                  <a:lnTo>
                    <a:pt x="981863" y="1752248"/>
                  </a:lnTo>
                  <a:lnTo>
                    <a:pt x="890572" y="1762848"/>
                  </a:lnTo>
                  <a:lnTo>
                    <a:pt x="802875" y="1771663"/>
                  </a:lnTo>
                  <a:lnTo>
                    <a:pt x="723187" y="1778668"/>
                  </a:lnTo>
                  <a:lnTo>
                    <a:pt x="655723" y="1783899"/>
                  </a:lnTo>
                  <a:lnTo>
                    <a:pt x="603597" y="1787492"/>
                  </a:lnTo>
                  <a:lnTo>
                    <a:pt x="568029" y="1789684"/>
                  </a:lnTo>
                  <a:lnTo>
                    <a:pt x="547926" y="1790797"/>
                  </a:lnTo>
                  <a:lnTo>
                    <a:pt x="539931" y="1791197"/>
                  </a:lnTo>
                  <a:lnTo>
                    <a:pt x="538736" y="1791251"/>
                  </a:lnTo>
                  <a:lnTo>
                    <a:pt x="0" y="17912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4" name="pg1664"/>
            <p:cNvSpPr/>
            <p:nvPr/>
          </p:nvSpPr>
          <p:spPr>
            <a:xfrm>
              <a:off x="546595" y="1305799"/>
              <a:ext cx="8234974" cy="3930953"/>
            </a:xfrm>
            <a:custGeom>
              <a:avLst/>
              <a:pathLst>
                <a:path w="8234974" h="3930953">
                  <a:moveTo>
                    <a:pt x="0" y="3930953"/>
                  </a:moveTo>
                  <a:lnTo>
                    <a:pt x="538736" y="3930953"/>
                  </a:lnTo>
                  <a:lnTo>
                    <a:pt x="540031" y="3930931"/>
                  </a:lnTo>
                  <a:lnTo>
                    <a:pt x="548476" y="3930773"/>
                  </a:lnTo>
                  <a:lnTo>
                    <a:pt x="569532" y="3930334"/>
                  </a:lnTo>
                  <a:lnTo>
                    <a:pt x="606587" y="3929475"/>
                  </a:lnTo>
                  <a:lnTo>
                    <a:pt x="660626" y="3928071"/>
                  </a:lnTo>
                  <a:lnTo>
                    <a:pt x="730218" y="3926031"/>
                  </a:lnTo>
                  <a:lnTo>
                    <a:pt x="811987" y="3923309"/>
                  </a:lnTo>
                  <a:lnTo>
                    <a:pt x="901488" y="3919891"/>
                  </a:lnTo>
                  <a:lnTo>
                    <a:pt x="994159" y="3915790"/>
                  </a:lnTo>
                  <a:lnTo>
                    <a:pt x="1086078" y="3911022"/>
                  </a:lnTo>
                  <a:lnTo>
                    <a:pt x="1174356" y="3905591"/>
                  </a:lnTo>
                  <a:lnTo>
                    <a:pt x="1257215" y="3899480"/>
                  </a:lnTo>
                  <a:lnTo>
                    <a:pt x="1333841" y="3892642"/>
                  </a:lnTo>
                  <a:lnTo>
                    <a:pt x="1404161" y="3884997"/>
                  </a:lnTo>
                  <a:lnTo>
                    <a:pt x="1468607" y="3876437"/>
                  </a:lnTo>
                  <a:lnTo>
                    <a:pt x="1527920" y="3866828"/>
                  </a:lnTo>
                  <a:lnTo>
                    <a:pt x="1583007" y="3856016"/>
                  </a:lnTo>
                  <a:lnTo>
                    <a:pt x="1634830" y="3843844"/>
                  </a:lnTo>
                  <a:lnTo>
                    <a:pt x="1684316" y="3830181"/>
                  </a:lnTo>
                  <a:lnTo>
                    <a:pt x="1719082" y="3819340"/>
                  </a:lnTo>
                  <a:lnTo>
                    <a:pt x="1769319" y="3801910"/>
                  </a:lnTo>
                  <a:lnTo>
                    <a:pt x="1819070" y="3782674"/>
                  </a:lnTo>
                  <a:lnTo>
                    <a:pt x="1868860" y="3761605"/>
                  </a:lnTo>
                  <a:lnTo>
                    <a:pt x="1919046" y="3738742"/>
                  </a:lnTo>
                  <a:lnTo>
                    <a:pt x="1969832" y="3714197"/>
                  </a:lnTo>
                  <a:lnTo>
                    <a:pt x="2021295" y="3688157"/>
                  </a:lnTo>
                  <a:lnTo>
                    <a:pt x="2073398" y="3660884"/>
                  </a:lnTo>
                  <a:lnTo>
                    <a:pt x="2126010" y="3632706"/>
                  </a:lnTo>
                  <a:lnTo>
                    <a:pt x="2178930" y="3604003"/>
                  </a:lnTo>
                  <a:lnTo>
                    <a:pt x="2231919" y="3575185"/>
                  </a:lnTo>
                  <a:lnTo>
                    <a:pt x="2284727" y="3546670"/>
                  </a:lnTo>
                  <a:lnTo>
                    <a:pt x="2337130" y="3518857"/>
                  </a:lnTo>
                  <a:lnTo>
                    <a:pt x="2388954" y="3492106"/>
                  </a:lnTo>
                  <a:lnTo>
                    <a:pt x="2440109" y="3466715"/>
                  </a:lnTo>
                  <a:lnTo>
                    <a:pt x="2490606" y="3442914"/>
                  </a:lnTo>
                  <a:lnTo>
                    <a:pt x="2540579" y="3420855"/>
                  </a:lnTo>
                  <a:lnTo>
                    <a:pt x="2590297" y="3400615"/>
                  </a:lnTo>
                  <a:lnTo>
                    <a:pt x="2640192" y="3382203"/>
                  </a:lnTo>
                  <a:lnTo>
                    <a:pt x="2667772" y="3372888"/>
                  </a:lnTo>
                  <a:lnTo>
                    <a:pt x="2716083" y="3358102"/>
                  </a:lnTo>
                  <a:lnTo>
                    <a:pt x="2766129" y="3344863"/>
                  </a:lnTo>
                  <a:lnTo>
                    <a:pt x="2818761" y="3333084"/>
                  </a:lnTo>
                  <a:lnTo>
                    <a:pt x="2874925" y="3322621"/>
                  </a:lnTo>
                  <a:lnTo>
                    <a:pt x="2935576" y="3313318"/>
                  </a:lnTo>
                  <a:lnTo>
                    <a:pt x="3001587" y="3305025"/>
                  </a:lnTo>
                  <a:lnTo>
                    <a:pt x="3073631" y="3297613"/>
                  </a:lnTo>
                  <a:lnTo>
                    <a:pt x="3152021" y="3290983"/>
                  </a:lnTo>
                  <a:lnTo>
                    <a:pt x="3236501" y="3285064"/>
                  </a:lnTo>
                  <a:lnTo>
                    <a:pt x="3326014" y="3279818"/>
                  </a:lnTo>
                  <a:lnTo>
                    <a:pt x="3418479" y="3275234"/>
                  </a:lnTo>
                  <a:lnTo>
                    <a:pt x="3510702" y="3271320"/>
                  </a:lnTo>
                  <a:lnTo>
                    <a:pt x="3598526" y="3268095"/>
                  </a:lnTo>
                  <a:lnTo>
                    <a:pt x="3677335" y="3265565"/>
                  </a:lnTo>
                  <a:lnTo>
                    <a:pt x="3742882" y="3263708"/>
                  </a:lnTo>
                  <a:lnTo>
                    <a:pt x="3792254" y="3262465"/>
                  </a:lnTo>
                  <a:lnTo>
                    <a:pt x="3824665" y="3261736"/>
                  </a:lnTo>
                  <a:lnTo>
                    <a:pt x="3841788" y="3261390"/>
                  </a:lnTo>
                  <a:lnTo>
                    <a:pt x="3847622" y="3261284"/>
                  </a:lnTo>
                  <a:lnTo>
                    <a:pt x="3848118" y="3261275"/>
                  </a:lnTo>
                  <a:lnTo>
                    <a:pt x="4386855" y="3261275"/>
                  </a:lnTo>
                  <a:lnTo>
                    <a:pt x="4387987" y="3261182"/>
                  </a:lnTo>
                  <a:lnTo>
                    <a:pt x="4395394" y="3260511"/>
                  </a:lnTo>
                  <a:lnTo>
                    <a:pt x="4413951" y="3258657"/>
                  </a:lnTo>
                  <a:lnTo>
                    <a:pt x="4446832" y="3255015"/>
                  </a:lnTo>
                  <a:lnTo>
                    <a:pt x="4495237" y="3249041"/>
                  </a:lnTo>
                  <a:lnTo>
                    <a:pt x="4558319" y="3240324"/>
                  </a:lnTo>
                  <a:lnTo>
                    <a:pt x="4633482" y="3228612"/>
                  </a:lnTo>
                  <a:lnTo>
                    <a:pt x="4717022" y="3213818"/>
                  </a:lnTo>
                  <a:lnTo>
                    <a:pt x="4804904" y="3195966"/>
                  </a:lnTo>
                  <a:lnTo>
                    <a:pt x="4893432" y="3175128"/>
                  </a:lnTo>
                  <a:lnTo>
                    <a:pt x="4979681" y="3151351"/>
                  </a:lnTo>
                  <a:lnTo>
                    <a:pt x="5061652" y="3124611"/>
                  </a:lnTo>
                  <a:lnTo>
                    <a:pt x="5138230" y="3094773"/>
                  </a:lnTo>
                  <a:lnTo>
                    <a:pt x="5209018" y="3061578"/>
                  </a:lnTo>
                  <a:lnTo>
                    <a:pt x="5274152" y="3024642"/>
                  </a:lnTo>
                  <a:lnTo>
                    <a:pt x="5334123" y="2983462"/>
                  </a:lnTo>
                  <a:lnTo>
                    <a:pt x="5389635" y="2937436"/>
                  </a:lnTo>
                  <a:lnTo>
                    <a:pt x="5441498" y="2885904"/>
                  </a:lnTo>
                  <a:lnTo>
                    <a:pt x="5490554" y="2828212"/>
                  </a:lnTo>
                  <a:lnTo>
                    <a:pt x="5537598" y="2763829"/>
                  </a:lnTo>
                  <a:lnTo>
                    <a:pt x="5567201" y="2718637"/>
                  </a:lnTo>
                  <a:lnTo>
                    <a:pt x="5600710" y="2663223"/>
                  </a:lnTo>
                  <a:lnTo>
                    <a:pt x="5633910" y="2603962"/>
                  </a:lnTo>
                  <a:lnTo>
                    <a:pt x="5666985" y="2540774"/>
                  </a:lnTo>
                  <a:lnTo>
                    <a:pt x="5700080" y="2473637"/>
                  </a:lnTo>
                  <a:lnTo>
                    <a:pt x="5733308" y="2402588"/>
                  </a:lnTo>
                  <a:lnTo>
                    <a:pt x="5766750" y="2327733"/>
                  </a:lnTo>
                  <a:lnTo>
                    <a:pt x="5800460" y="2249247"/>
                  </a:lnTo>
                  <a:lnTo>
                    <a:pt x="5834467" y="2167380"/>
                  </a:lnTo>
                  <a:lnTo>
                    <a:pt x="5868776" y="2082453"/>
                  </a:lnTo>
                  <a:lnTo>
                    <a:pt x="5903370" y="1994858"/>
                  </a:lnTo>
                  <a:lnTo>
                    <a:pt x="5938215" y="1905050"/>
                  </a:lnTo>
                  <a:lnTo>
                    <a:pt x="5973261" y="1813539"/>
                  </a:lnTo>
                  <a:lnTo>
                    <a:pt x="6008446" y="1720881"/>
                  </a:lnTo>
                  <a:lnTo>
                    <a:pt x="6043701" y="1627660"/>
                  </a:lnTo>
                  <a:lnTo>
                    <a:pt x="6078950" y="1534475"/>
                  </a:lnTo>
                  <a:lnTo>
                    <a:pt x="6114122" y="1441926"/>
                  </a:lnTo>
                  <a:lnTo>
                    <a:pt x="6149147" y="1350594"/>
                  </a:lnTo>
                  <a:lnTo>
                    <a:pt x="6183963" y="1261030"/>
                  </a:lnTo>
                  <a:lnTo>
                    <a:pt x="6218524" y="1173738"/>
                  </a:lnTo>
                  <a:lnTo>
                    <a:pt x="6252796" y="1089165"/>
                  </a:lnTo>
                  <a:lnTo>
                    <a:pt x="6286767" y="1007695"/>
                  </a:lnTo>
                  <a:lnTo>
                    <a:pt x="6320442" y="929641"/>
                  </a:lnTo>
                  <a:lnTo>
                    <a:pt x="6353855" y="855243"/>
                  </a:lnTo>
                  <a:lnTo>
                    <a:pt x="6387061" y="784668"/>
                  </a:lnTo>
                  <a:lnTo>
                    <a:pt x="6420148" y="718013"/>
                  </a:lnTo>
                  <a:lnTo>
                    <a:pt x="6453229" y="655307"/>
                  </a:lnTo>
                  <a:lnTo>
                    <a:pt x="6486457" y="596521"/>
                  </a:lnTo>
                  <a:lnTo>
                    <a:pt x="6515891" y="548083"/>
                  </a:lnTo>
                  <a:lnTo>
                    <a:pt x="6562012" y="479245"/>
                  </a:lnTo>
                  <a:lnTo>
                    <a:pt x="6609684" y="417283"/>
                  </a:lnTo>
                  <a:lnTo>
                    <a:pt x="6659641" y="361848"/>
                  </a:lnTo>
                  <a:lnTo>
                    <a:pt x="6712704" y="312348"/>
                  </a:lnTo>
                  <a:lnTo>
                    <a:pt x="6769710" y="268117"/>
                  </a:lnTo>
                  <a:lnTo>
                    <a:pt x="6831441" y="228507"/>
                  </a:lnTo>
                  <a:lnTo>
                    <a:pt x="6898542" y="192951"/>
                  </a:lnTo>
                  <a:lnTo>
                    <a:pt x="6971393" y="160985"/>
                  </a:lnTo>
                  <a:lnTo>
                    <a:pt x="7049964" y="132270"/>
                  </a:lnTo>
                  <a:lnTo>
                    <a:pt x="7133625" y="106591"/>
                  </a:lnTo>
                  <a:lnTo>
                    <a:pt x="7220960" y="83856"/>
                  </a:lnTo>
                  <a:lnTo>
                    <a:pt x="7309639" y="64070"/>
                  </a:lnTo>
                  <a:lnTo>
                    <a:pt x="7396432" y="47296"/>
                  </a:lnTo>
                  <a:lnTo>
                    <a:pt x="7477460" y="33598"/>
                  </a:lnTo>
                  <a:lnTo>
                    <a:pt x="7548717" y="22968"/>
                  </a:lnTo>
                  <a:lnTo>
                    <a:pt x="7606805" y="15261"/>
                  </a:lnTo>
                  <a:lnTo>
                    <a:pt x="7649693" y="10171"/>
                  </a:lnTo>
                  <a:lnTo>
                    <a:pt x="7677245" y="7230"/>
                  </a:lnTo>
                  <a:lnTo>
                    <a:pt x="7691386" y="5867"/>
                  </a:lnTo>
                  <a:lnTo>
                    <a:pt x="7695927" y="546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24" y="3255853"/>
                  </a:lnTo>
                  <a:lnTo>
                    <a:pt x="3838379" y="3256012"/>
                  </a:lnTo>
                  <a:lnTo>
                    <a:pt x="3817323" y="3256450"/>
                  </a:lnTo>
                  <a:lnTo>
                    <a:pt x="3780268" y="3257309"/>
                  </a:lnTo>
                  <a:lnTo>
                    <a:pt x="3726229" y="3258714"/>
                  </a:lnTo>
                  <a:lnTo>
                    <a:pt x="3656637" y="3260753"/>
                  </a:lnTo>
                  <a:lnTo>
                    <a:pt x="3574867" y="3263476"/>
                  </a:lnTo>
                  <a:lnTo>
                    <a:pt x="3485367" y="3266893"/>
                  </a:lnTo>
                  <a:lnTo>
                    <a:pt x="3392695" y="3270994"/>
                  </a:lnTo>
                  <a:lnTo>
                    <a:pt x="3300776" y="3275762"/>
                  </a:lnTo>
                  <a:lnTo>
                    <a:pt x="3212498" y="3281193"/>
                  </a:lnTo>
                  <a:lnTo>
                    <a:pt x="3129640" y="3287304"/>
                  </a:lnTo>
                  <a:lnTo>
                    <a:pt x="3053014" y="3294143"/>
                  </a:lnTo>
                  <a:lnTo>
                    <a:pt x="2982694" y="3301787"/>
                  </a:lnTo>
                  <a:lnTo>
                    <a:pt x="2918248" y="3310347"/>
                  </a:lnTo>
                  <a:lnTo>
                    <a:pt x="2858934" y="3319956"/>
                  </a:lnTo>
                  <a:lnTo>
                    <a:pt x="2803847" y="3330768"/>
                  </a:lnTo>
                  <a:lnTo>
                    <a:pt x="2752025" y="3342940"/>
                  </a:lnTo>
                  <a:lnTo>
                    <a:pt x="2702539" y="3356603"/>
                  </a:lnTo>
                  <a:lnTo>
                    <a:pt x="2667772" y="3367444"/>
                  </a:lnTo>
                  <a:lnTo>
                    <a:pt x="2617535" y="3384874"/>
                  </a:lnTo>
                  <a:lnTo>
                    <a:pt x="2567785" y="3404110"/>
                  </a:lnTo>
                  <a:lnTo>
                    <a:pt x="2517994" y="3425180"/>
                  </a:lnTo>
                  <a:lnTo>
                    <a:pt x="2467809" y="3448042"/>
                  </a:lnTo>
                  <a:lnTo>
                    <a:pt x="2417023" y="3472587"/>
                  </a:lnTo>
                  <a:lnTo>
                    <a:pt x="2365559" y="3498627"/>
                  </a:lnTo>
                  <a:lnTo>
                    <a:pt x="2313456" y="3525900"/>
                  </a:lnTo>
                  <a:lnTo>
                    <a:pt x="2260845" y="3554078"/>
                  </a:lnTo>
                  <a:lnTo>
                    <a:pt x="2207925" y="3582781"/>
                  </a:lnTo>
                  <a:lnTo>
                    <a:pt x="2154936" y="3611599"/>
                  </a:lnTo>
                  <a:lnTo>
                    <a:pt x="2102127" y="3640114"/>
                  </a:lnTo>
                  <a:lnTo>
                    <a:pt x="2049725" y="3667927"/>
                  </a:lnTo>
                  <a:lnTo>
                    <a:pt x="1997901" y="3694678"/>
                  </a:lnTo>
                  <a:lnTo>
                    <a:pt x="1946746" y="3720069"/>
                  </a:lnTo>
                  <a:lnTo>
                    <a:pt x="1896248" y="3743870"/>
                  </a:lnTo>
                  <a:lnTo>
                    <a:pt x="1846276" y="3765930"/>
                  </a:lnTo>
                  <a:lnTo>
                    <a:pt x="1796557" y="3786169"/>
                  </a:lnTo>
                  <a:lnTo>
                    <a:pt x="1746663" y="3804581"/>
                  </a:lnTo>
                  <a:lnTo>
                    <a:pt x="1719082" y="3813896"/>
                  </a:lnTo>
                  <a:lnTo>
                    <a:pt x="1670772" y="3828682"/>
                  </a:lnTo>
                  <a:lnTo>
                    <a:pt x="1620726" y="3841921"/>
                  </a:lnTo>
                  <a:lnTo>
                    <a:pt x="1568094" y="3853701"/>
                  </a:lnTo>
                  <a:lnTo>
                    <a:pt x="1511930" y="3864163"/>
                  </a:lnTo>
                  <a:lnTo>
                    <a:pt x="1451278" y="3873466"/>
                  </a:lnTo>
                  <a:lnTo>
                    <a:pt x="1385267" y="3881760"/>
                  </a:lnTo>
                  <a:lnTo>
                    <a:pt x="1313223" y="3889171"/>
                  </a:lnTo>
                  <a:lnTo>
                    <a:pt x="1234834" y="3895801"/>
                  </a:lnTo>
                  <a:lnTo>
                    <a:pt x="1150353" y="3901720"/>
                  </a:lnTo>
                  <a:lnTo>
                    <a:pt x="1060841" y="3906966"/>
                  </a:lnTo>
                  <a:lnTo>
                    <a:pt x="968376" y="3911551"/>
                  </a:lnTo>
                  <a:lnTo>
                    <a:pt x="876153" y="3915464"/>
                  </a:lnTo>
                  <a:lnTo>
                    <a:pt x="788328" y="3918689"/>
                  </a:lnTo>
                  <a:lnTo>
                    <a:pt x="709519" y="3921220"/>
                  </a:lnTo>
                  <a:lnTo>
                    <a:pt x="643973" y="3923076"/>
                  </a:lnTo>
                  <a:lnTo>
                    <a:pt x="594600" y="3924319"/>
                  </a:lnTo>
                  <a:lnTo>
                    <a:pt x="562190" y="3925048"/>
                  </a:lnTo>
                  <a:lnTo>
                    <a:pt x="545067" y="3925394"/>
                  </a:lnTo>
                  <a:lnTo>
                    <a:pt x="539233" y="3925500"/>
                  </a:lnTo>
                  <a:lnTo>
                    <a:pt x="538736" y="3925509"/>
                  </a:lnTo>
                  <a:lnTo>
                    <a:pt x="0" y="3925509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65" name="pl1665"/>
            <p:cNvSpPr/>
            <p:nvPr/>
          </p:nvSpPr>
          <p:spPr>
            <a:xfrm>
              <a:off x="546595" y="1311244"/>
              <a:ext cx="8234974" cy="3925509"/>
            </a:xfrm>
            <a:custGeom>
              <a:avLst/>
              <a:pathLst>
                <a:path w="8234974" h="3925509">
                  <a:moveTo>
                    <a:pt x="0" y="3925509"/>
                  </a:moveTo>
                  <a:lnTo>
                    <a:pt x="538736" y="3925509"/>
                  </a:lnTo>
                  <a:lnTo>
                    <a:pt x="540031" y="3925486"/>
                  </a:lnTo>
                  <a:lnTo>
                    <a:pt x="548476" y="3925328"/>
                  </a:lnTo>
                  <a:lnTo>
                    <a:pt x="569532" y="3924890"/>
                  </a:lnTo>
                  <a:lnTo>
                    <a:pt x="606587" y="3924030"/>
                  </a:lnTo>
                  <a:lnTo>
                    <a:pt x="660626" y="3922626"/>
                  </a:lnTo>
                  <a:lnTo>
                    <a:pt x="730218" y="3920587"/>
                  </a:lnTo>
                  <a:lnTo>
                    <a:pt x="811987" y="3917864"/>
                  </a:lnTo>
                  <a:lnTo>
                    <a:pt x="901488" y="3914446"/>
                  </a:lnTo>
                  <a:lnTo>
                    <a:pt x="994159" y="3910345"/>
                  </a:lnTo>
                  <a:lnTo>
                    <a:pt x="1086078" y="3905577"/>
                  </a:lnTo>
                  <a:lnTo>
                    <a:pt x="1174356" y="3900147"/>
                  </a:lnTo>
                  <a:lnTo>
                    <a:pt x="1257215" y="3894036"/>
                  </a:lnTo>
                  <a:lnTo>
                    <a:pt x="1333841" y="3887197"/>
                  </a:lnTo>
                  <a:lnTo>
                    <a:pt x="1404161" y="3879552"/>
                  </a:lnTo>
                  <a:lnTo>
                    <a:pt x="1468607" y="3870993"/>
                  </a:lnTo>
                  <a:lnTo>
                    <a:pt x="1527920" y="3861383"/>
                  </a:lnTo>
                  <a:lnTo>
                    <a:pt x="1583007" y="3850571"/>
                  </a:lnTo>
                  <a:lnTo>
                    <a:pt x="1634830" y="3838400"/>
                  </a:lnTo>
                  <a:lnTo>
                    <a:pt x="1684316" y="3824736"/>
                  </a:lnTo>
                  <a:lnTo>
                    <a:pt x="1719082" y="3813896"/>
                  </a:lnTo>
                  <a:lnTo>
                    <a:pt x="1769319" y="3796466"/>
                  </a:lnTo>
                  <a:lnTo>
                    <a:pt x="1819070" y="3777229"/>
                  </a:lnTo>
                  <a:lnTo>
                    <a:pt x="1868860" y="3756160"/>
                  </a:lnTo>
                  <a:lnTo>
                    <a:pt x="1919046" y="3733298"/>
                  </a:lnTo>
                  <a:lnTo>
                    <a:pt x="1969832" y="3708753"/>
                  </a:lnTo>
                  <a:lnTo>
                    <a:pt x="2021295" y="3682713"/>
                  </a:lnTo>
                  <a:lnTo>
                    <a:pt x="2073398" y="3655440"/>
                  </a:lnTo>
                  <a:lnTo>
                    <a:pt x="2126010" y="3627262"/>
                  </a:lnTo>
                  <a:lnTo>
                    <a:pt x="2178930" y="3598558"/>
                  </a:lnTo>
                  <a:lnTo>
                    <a:pt x="2231919" y="3569740"/>
                  </a:lnTo>
                  <a:lnTo>
                    <a:pt x="2284727" y="3541225"/>
                  </a:lnTo>
                  <a:lnTo>
                    <a:pt x="2337130" y="3513413"/>
                  </a:lnTo>
                  <a:lnTo>
                    <a:pt x="2388954" y="3486662"/>
                  </a:lnTo>
                  <a:lnTo>
                    <a:pt x="2440109" y="3461271"/>
                  </a:lnTo>
                  <a:lnTo>
                    <a:pt x="2490606" y="3437469"/>
                  </a:lnTo>
                  <a:lnTo>
                    <a:pt x="2540579" y="3415410"/>
                  </a:lnTo>
                  <a:lnTo>
                    <a:pt x="2590297" y="3395170"/>
                  </a:lnTo>
                  <a:lnTo>
                    <a:pt x="2640192" y="3376759"/>
                  </a:lnTo>
                  <a:lnTo>
                    <a:pt x="2667772" y="3367444"/>
                  </a:lnTo>
                  <a:lnTo>
                    <a:pt x="2716083" y="3352658"/>
                  </a:lnTo>
                  <a:lnTo>
                    <a:pt x="2766129" y="3339419"/>
                  </a:lnTo>
                  <a:lnTo>
                    <a:pt x="2818761" y="3327639"/>
                  </a:lnTo>
                  <a:lnTo>
                    <a:pt x="2874925" y="3317176"/>
                  </a:lnTo>
                  <a:lnTo>
                    <a:pt x="2935576" y="3307873"/>
                  </a:lnTo>
                  <a:lnTo>
                    <a:pt x="3001587" y="3299580"/>
                  </a:lnTo>
                  <a:lnTo>
                    <a:pt x="3073631" y="3292169"/>
                  </a:lnTo>
                  <a:lnTo>
                    <a:pt x="3152021" y="3285538"/>
                  </a:lnTo>
                  <a:lnTo>
                    <a:pt x="3236501" y="3279620"/>
                  </a:lnTo>
                  <a:lnTo>
                    <a:pt x="3326014" y="3274373"/>
                  </a:lnTo>
                  <a:lnTo>
                    <a:pt x="3418479" y="3269789"/>
                  </a:lnTo>
                  <a:lnTo>
                    <a:pt x="3510702" y="3265876"/>
                  </a:lnTo>
                  <a:lnTo>
                    <a:pt x="3598526" y="3262651"/>
                  </a:lnTo>
                  <a:lnTo>
                    <a:pt x="3677335" y="3260120"/>
                  </a:lnTo>
                  <a:lnTo>
                    <a:pt x="3742882" y="3258263"/>
                  </a:lnTo>
                  <a:lnTo>
                    <a:pt x="3792254" y="3257021"/>
                  </a:lnTo>
                  <a:lnTo>
                    <a:pt x="3824665" y="3256292"/>
                  </a:lnTo>
                  <a:lnTo>
                    <a:pt x="3841788" y="3255946"/>
                  </a:lnTo>
                  <a:lnTo>
                    <a:pt x="3847622" y="3255839"/>
                  </a:lnTo>
                  <a:lnTo>
                    <a:pt x="3848118" y="3255831"/>
                  </a:lnTo>
                  <a:lnTo>
                    <a:pt x="4386855" y="3255831"/>
                  </a:lnTo>
                  <a:lnTo>
                    <a:pt x="4387987" y="3255737"/>
                  </a:lnTo>
                  <a:lnTo>
                    <a:pt x="4395394" y="3255067"/>
                  </a:lnTo>
                  <a:lnTo>
                    <a:pt x="4413951" y="3253213"/>
                  </a:lnTo>
                  <a:lnTo>
                    <a:pt x="4446832" y="3249570"/>
                  </a:lnTo>
                  <a:lnTo>
                    <a:pt x="4495237" y="3243597"/>
                  </a:lnTo>
                  <a:lnTo>
                    <a:pt x="4558319" y="3234879"/>
                  </a:lnTo>
                  <a:lnTo>
                    <a:pt x="4633482" y="3223168"/>
                  </a:lnTo>
                  <a:lnTo>
                    <a:pt x="4717022" y="3208374"/>
                  </a:lnTo>
                  <a:lnTo>
                    <a:pt x="4804904" y="3190522"/>
                  </a:lnTo>
                  <a:lnTo>
                    <a:pt x="4893432" y="3169683"/>
                  </a:lnTo>
                  <a:lnTo>
                    <a:pt x="4979681" y="3145907"/>
                  </a:lnTo>
                  <a:lnTo>
                    <a:pt x="5061652" y="3119167"/>
                  </a:lnTo>
                  <a:lnTo>
                    <a:pt x="5138230" y="3089328"/>
                  </a:lnTo>
                  <a:lnTo>
                    <a:pt x="5209018" y="3056134"/>
                  </a:lnTo>
                  <a:lnTo>
                    <a:pt x="5274152" y="3019197"/>
                  </a:lnTo>
                  <a:lnTo>
                    <a:pt x="5334123" y="2978017"/>
                  </a:lnTo>
                  <a:lnTo>
                    <a:pt x="5389635" y="2931992"/>
                  </a:lnTo>
                  <a:lnTo>
                    <a:pt x="5441498" y="2880460"/>
                  </a:lnTo>
                  <a:lnTo>
                    <a:pt x="5490554" y="2822767"/>
                  </a:lnTo>
                  <a:lnTo>
                    <a:pt x="5537598" y="2758385"/>
                  </a:lnTo>
                  <a:lnTo>
                    <a:pt x="5567201" y="2713192"/>
                  </a:lnTo>
                  <a:lnTo>
                    <a:pt x="5600710" y="2657779"/>
                  </a:lnTo>
                  <a:lnTo>
                    <a:pt x="5633910" y="2598517"/>
                  </a:lnTo>
                  <a:lnTo>
                    <a:pt x="5666985" y="2535330"/>
                  </a:lnTo>
                  <a:lnTo>
                    <a:pt x="5700080" y="2468192"/>
                  </a:lnTo>
                  <a:lnTo>
                    <a:pt x="5733308" y="2397144"/>
                  </a:lnTo>
                  <a:lnTo>
                    <a:pt x="5766750" y="2322288"/>
                  </a:lnTo>
                  <a:lnTo>
                    <a:pt x="5800460" y="2243803"/>
                  </a:lnTo>
                  <a:lnTo>
                    <a:pt x="5834467" y="2161936"/>
                  </a:lnTo>
                  <a:lnTo>
                    <a:pt x="5868776" y="2077009"/>
                  </a:lnTo>
                  <a:lnTo>
                    <a:pt x="5903370" y="1989414"/>
                  </a:lnTo>
                  <a:lnTo>
                    <a:pt x="5938215" y="1899605"/>
                  </a:lnTo>
                  <a:lnTo>
                    <a:pt x="5973261" y="1808095"/>
                  </a:lnTo>
                  <a:lnTo>
                    <a:pt x="6008446" y="1715436"/>
                  </a:lnTo>
                  <a:lnTo>
                    <a:pt x="6043701" y="1622215"/>
                  </a:lnTo>
                  <a:lnTo>
                    <a:pt x="6078950" y="1529030"/>
                  </a:lnTo>
                  <a:lnTo>
                    <a:pt x="6114122" y="1436481"/>
                  </a:lnTo>
                  <a:lnTo>
                    <a:pt x="6149147" y="1345150"/>
                  </a:lnTo>
                  <a:lnTo>
                    <a:pt x="6183963" y="1255586"/>
                  </a:lnTo>
                  <a:lnTo>
                    <a:pt x="6218524" y="1168293"/>
                  </a:lnTo>
                  <a:lnTo>
                    <a:pt x="6252796" y="1083720"/>
                  </a:lnTo>
                  <a:lnTo>
                    <a:pt x="6286767" y="1002251"/>
                  </a:lnTo>
                  <a:lnTo>
                    <a:pt x="6320442" y="924197"/>
                  </a:lnTo>
                  <a:lnTo>
                    <a:pt x="6353855" y="849799"/>
                  </a:lnTo>
                  <a:lnTo>
                    <a:pt x="6387061" y="779224"/>
                  </a:lnTo>
                  <a:lnTo>
                    <a:pt x="6420148" y="712568"/>
                  </a:lnTo>
                  <a:lnTo>
                    <a:pt x="6453229" y="649863"/>
                  </a:lnTo>
                  <a:lnTo>
                    <a:pt x="6486457" y="591077"/>
                  </a:lnTo>
                  <a:lnTo>
                    <a:pt x="6515891" y="542638"/>
                  </a:lnTo>
                  <a:lnTo>
                    <a:pt x="6562012" y="473801"/>
                  </a:lnTo>
                  <a:lnTo>
                    <a:pt x="6609684" y="411839"/>
                  </a:lnTo>
                  <a:lnTo>
                    <a:pt x="6659641" y="356404"/>
                  </a:lnTo>
                  <a:lnTo>
                    <a:pt x="6712704" y="306904"/>
                  </a:lnTo>
                  <a:lnTo>
                    <a:pt x="6769710" y="262672"/>
                  </a:lnTo>
                  <a:lnTo>
                    <a:pt x="6831441" y="223063"/>
                  </a:lnTo>
                  <a:lnTo>
                    <a:pt x="6898542" y="187507"/>
                  </a:lnTo>
                  <a:lnTo>
                    <a:pt x="6971393" y="155541"/>
                  </a:lnTo>
                  <a:lnTo>
                    <a:pt x="7049964" y="126826"/>
                  </a:lnTo>
                  <a:lnTo>
                    <a:pt x="7133625" y="101147"/>
                  </a:lnTo>
                  <a:lnTo>
                    <a:pt x="7220960" y="78411"/>
                  </a:lnTo>
                  <a:lnTo>
                    <a:pt x="7309639" y="58625"/>
                  </a:lnTo>
                  <a:lnTo>
                    <a:pt x="7396432" y="41852"/>
                  </a:lnTo>
                  <a:lnTo>
                    <a:pt x="7477460" y="28154"/>
                  </a:lnTo>
                  <a:lnTo>
                    <a:pt x="7548717" y="17523"/>
                  </a:lnTo>
                  <a:lnTo>
                    <a:pt x="7606805" y="9817"/>
                  </a:lnTo>
                  <a:lnTo>
                    <a:pt x="7649693" y="4726"/>
                  </a:lnTo>
                  <a:lnTo>
                    <a:pt x="7677245" y="1785"/>
                  </a:lnTo>
                  <a:lnTo>
                    <a:pt x="7691386" y="422"/>
                  </a:lnTo>
                  <a:lnTo>
                    <a:pt x="7695927" y="2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6" name="pl1666"/>
            <p:cNvSpPr/>
            <p:nvPr/>
          </p:nvSpPr>
          <p:spPr>
            <a:xfrm>
              <a:off x="546595" y="1305799"/>
              <a:ext cx="8234974" cy="3925509"/>
            </a:xfrm>
            <a:custGeom>
              <a:avLst/>
              <a:pathLst>
                <a:path w="8234974" h="3925509">
                  <a:moveTo>
                    <a:pt x="8234974" y="0"/>
                  </a:moveTo>
                  <a:lnTo>
                    <a:pt x="7696237" y="0"/>
                  </a:lnTo>
                  <a:lnTo>
                    <a:pt x="7695106" y="93"/>
                  </a:lnTo>
                  <a:lnTo>
                    <a:pt x="7687699" y="764"/>
                  </a:lnTo>
                  <a:lnTo>
                    <a:pt x="7669142" y="2618"/>
                  </a:lnTo>
                  <a:lnTo>
                    <a:pt x="7636260" y="6260"/>
                  </a:lnTo>
                  <a:lnTo>
                    <a:pt x="7587855" y="12233"/>
                  </a:lnTo>
                  <a:lnTo>
                    <a:pt x="7524774" y="20951"/>
                  </a:lnTo>
                  <a:lnTo>
                    <a:pt x="7449611" y="32663"/>
                  </a:lnTo>
                  <a:lnTo>
                    <a:pt x="7366070" y="47457"/>
                  </a:lnTo>
                  <a:lnTo>
                    <a:pt x="7278188" y="65309"/>
                  </a:lnTo>
                  <a:lnTo>
                    <a:pt x="7189660" y="86147"/>
                  </a:lnTo>
                  <a:lnTo>
                    <a:pt x="7103412" y="109924"/>
                  </a:lnTo>
                  <a:lnTo>
                    <a:pt x="7021440" y="136664"/>
                  </a:lnTo>
                  <a:lnTo>
                    <a:pt x="6944863" y="166502"/>
                  </a:lnTo>
                  <a:lnTo>
                    <a:pt x="6874075" y="199697"/>
                  </a:lnTo>
                  <a:lnTo>
                    <a:pt x="6808940" y="236633"/>
                  </a:lnTo>
                  <a:lnTo>
                    <a:pt x="6748969" y="277813"/>
                  </a:lnTo>
                  <a:lnTo>
                    <a:pt x="6693458" y="323839"/>
                  </a:lnTo>
                  <a:lnTo>
                    <a:pt x="6641594" y="375371"/>
                  </a:lnTo>
                  <a:lnTo>
                    <a:pt x="6592539" y="433063"/>
                  </a:lnTo>
                  <a:lnTo>
                    <a:pt x="6545495" y="497446"/>
                  </a:lnTo>
                  <a:lnTo>
                    <a:pt x="6515891" y="542638"/>
                  </a:lnTo>
                  <a:lnTo>
                    <a:pt x="6482383" y="598052"/>
                  </a:lnTo>
                  <a:lnTo>
                    <a:pt x="6449183" y="657313"/>
                  </a:lnTo>
                  <a:lnTo>
                    <a:pt x="6416108" y="720501"/>
                  </a:lnTo>
                  <a:lnTo>
                    <a:pt x="6383012" y="787638"/>
                  </a:lnTo>
                  <a:lnTo>
                    <a:pt x="6349785" y="858687"/>
                  </a:lnTo>
                  <a:lnTo>
                    <a:pt x="6316343" y="933542"/>
                  </a:lnTo>
                  <a:lnTo>
                    <a:pt x="6282632" y="1012028"/>
                  </a:lnTo>
                  <a:lnTo>
                    <a:pt x="6248625" y="1093895"/>
                  </a:lnTo>
                  <a:lnTo>
                    <a:pt x="6214316" y="1178821"/>
                  </a:lnTo>
                  <a:lnTo>
                    <a:pt x="6179722" y="1266417"/>
                  </a:lnTo>
                  <a:lnTo>
                    <a:pt x="6144877" y="1356225"/>
                  </a:lnTo>
                  <a:lnTo>
                    <a:pt x="6109831" y="1447736"/>
                  </a:lnTo>
                  <a:lnTo>
                    <a:pt x="6074646" y="1540394"/>
                  </a:lnTo>
                  <a:lnTo>
                    <a:pt x="6039392" y="1633615"/>
                  </a:lnTo>
                  <a:lnTo>
                    <a:pt x="6004142" y="1726800"/>
                  </a:lnTo>
                  <a:lnTo>
                    <a:pt x="5968970" y="1819349"/>
                  </a:lnTo>
                  <a:lnTo>
                    <a:pt x="5933946" y="1910681"/>
                  </a:lnTo>
                  <a:lnTo>
                    <a:pt x="5899129" y="2000245"/>
                  </a:lnTo>
                  <a:lnTo>
                    <a:pt x="5864568" y="2087537"/>
                  </a:lnTo>
                  <a:lnTo>
                    <a:pt x="5830296" y="2172110"/>
                  </a:lnTo>
                  <a:lnTo>
                    <a:pt x="5796326" y="2253580"/>
                  </a:lnTo>
                  <a:lnTo>
                    <a:pt x="5762650" y="2331634"/>
                  </a:lnTo>
                  <a:lnTo>
                    <a:pt x="5729238" y="2406032"/>
                  </a:lnTo>
                  <a:lnTo>
                    <a:pt x="5696031" y="2476607"/>
                  </a:lnTo>
                  <a:lnTo>
                    <a:pt x="5662945" y="2543262"/>
                  </a:lnTo>
                  <a:lnTo>
                    <a:pt x="5629863" y="2605968"/>
                  </a:lnTo>
                  <a:lnTo>
                    <a:pt x="5596636" y="2664754"/>
                  </a:lnTo>
                  <a:lnTo>
                    <a:pt x="5567201" y="2713192"/>
                  </a:lnTo>
                  <a:lnTo>
                    <a:pt x="5521081" y="2782030"/>
                  </a:lnTo>
                  <a:lnTo>
                    <a:pt x="5473408" y="2843992"/>
                  </a:lnTo>
                  <a:lnTo>
                    <a:pt x="5423451" y="2899427"/>
                  </a:lnTo>
                  <a:lnTo>
                    <a:pt x="5370388" y="2948927"/>
                  </a:lnTo>
                  <a:lnTo>
                    <a:pt x="5313383" y="2993158"/>
                  </a:lnTo>
                  <a:lnTo>
                    <a:pt x="5251651" y="3032768"/>
                  </a:lnTo>
                  <a:lnTo>
                    <a:pt x="5184551" y="3068324"/>
                  </a:lnTo>
                  <a:lnTo>
                    <a:pt x="5111700" y="3100289"/>
                  </a:lnTo>
                  <a:lnTo>
                    <a:pt x="5033128" y="3129005"/>
                  </a:lnTo>
                  <a:lnTo>
                    <a:pt x="4949468" y="3154684"/>
                  </a:lnTo>
                  <a:lnTo>
                    <a:pt x="4862133" y="3177419"/>
                  </a:lnTo>
                  <a:lnTo>
                    <a:pt x="4773454" y="3197205"/>
                  </a:lnTo>
                  <a:lnTo>
                    <a:pt x="4686660" y="3213979"/>
                  </a:lnTo>
                  <a:lnTo>
                    <a:pt x="4605632" y="3227677"/>
                  </a:lnTo>
                  <a:lnTo>
                    <a:pt x="4534376" y="3238307"/>
                  </a:lnTo>
                  <a:lnTo>
                    <a:pt x="4476287" y="3246014"/>
                  </a:lnTo>
                  <a:lnTo>
                    <a:pt x="4433399" y="3251104"/>
                  </a:lnTo>
                  <a:lnTo>
                    <a:pt x="4405848" y="3254045"/>
                  </a:lnTo>
                  <a:lnTo>
                    <a:pt x="4391707" y="3255408"/>
                  </a:lnTo>
                  <a:lnTo>
                    <a:pt x="4387165" y="3255806"/>
                  </a:lnTo>
                  <a:lnTo>
                    <a:pt x="4386855" y="3255831"/>
                  </a:lnTo>
                  <a:lnTo>
                    <a:pt x="3848118" y="3255831"/>
                  </a:lnTo>
                  <a:lnTo>
                    <a:pt x="3846824" y="3255853"/>
                  </a:lnTo>
                  <a:lnTo>
                    <a:pt x="3838379" y="3256012"/>
                  </a:lnTo>
                  <a:lnTo>
                    <a:pt x="3817323" y="3256450"/>
                  </a:lnTo>
                  <a:lnTo>
                    <a:pt x="3780268" y="3257309"/>
                  </a:lnTo>
                  <a:lnTo>
                    <a:pt x="3726229" y="3258714"/>
                  </a:lnTo>
                  <a:lnTo>
                    <a:pt x="3656637" y="3260753"/>
                  </a:lnTo>
                  <a:lnTo>
                    <a:pt x="3574867" y="3263476"/>
                  </a:lnTo>
                  <a:lnTo>
                    <a:pt x="3485367" y="3266893"/>
                  </a:lnTo>
                  <a:lnTo>
                    <a:pt x="3392695" y="3270994"/>
                  </a:lnTo>
                  <a:lnTo>
                    <a:pt x="3300776" y="3275762"/>
                  </a:lnTo>
                  <a:lnTo>
                    <a:pt x="3212498" y="3281193"/>
                  </a:lnTo>
                  <a:lnTo>
                    <a:pt x="3129640" y="3287304"/>
                  </a:lnTo>
                  <a:lnTo>
                    <a:pt x="3053014" y="3294143"/>
                  </a:lnTo>
                  <a:lnTo>
                    <a:pt x="2982694" y="3301787"/>
                  </a:lnTo>
                  <a:lnTo>
                    <a:pt x="2918248" y="3310347"/>
                  </a:lnTo>
                  <a:lnTo>
                    <a:pt x="2858934" y="3319956"/>
                  </a:lnTo>
                  <a:lnTo>
                    <a:pt x="2803847" y="3330768"/>
                  </a:lnTo>
                  <a:lnTo>
                    <a:pt x="2752025" y="3342940"/>
                  </a:lnTo>
                  <a:lnTo>
                    <a:pt x="2702539" y="3356603"/>
                  </a:lnTo>
                  <a:lnTo>
                    <a:pt x="2667772" y="3367444"/>
                  </a:lnTo>
                  <a:lnTo>
                    <a:pt x="2617535" y="3384874"/>
                  </a:lnTo>
                  <a:lnTo>
                    <a:pt x="2567785" y="3404110"/>
                  </a:lnTo>
                  <a:lnTo>
                    <a:pt x="2517994" y="3425180"/>
                  </a:lnTo>
                  <a:lnTo>
                    <a:pt x="2467809" y="3448042"/>
                  </a:lnTo>
                  <a:lnTo>
                    <a:pt x="2417023" y="3472587"/>
                  </a:lnTo>
                  <a:lnTo>
                    <a:pt x="2365559" y="3498627"/>
                  </a:lnTo>
                  <a:lnTo>
                    <a:pt x="2313456" y="3525900"/>
                  </a:lnTo>
                  <a:lnTo>
                    <a:pt x="2260845" y="3554078"/>
                  </a:lnTo>
                  <a:lnTo>
                    <a:pt x="2207925" y="3582781"/>
                  </a:lnTo>
                  <a:lnTo>
                    <a:pt x="2154936" y="3611599"/>
                  </a:lnTo>
                  <a:lnTo>
                    <a:pt x="2102127" y="3640114"/>
                  </a:lnTo>
                  <a:lnTo>
                    <a:pt x="2049725" y="3667927"/>
                  </a:lnTo>
                  <a:lnTo>
                    <a:pt x="1997901" y="3694678"/>
                  </a:lnTo>
                  <a:lnTo>
                    <a:pt x="1946746" y="3720069"/>
                  </a:lnTo>
                  <a:lnTo>
                    <a:pt x="1896248" y="3743870"/>
                  </a:lnTo>
                  <a:lnTo>
                    <a:pt x="1846276" y="3765930"/>
                  </a:lnTo>
                  <a:lnTo>
                    <a:pt x="1796557" y="3786169"/>
                  </a:lnTo>
                  <a:lnTo>
                    <a:pt x="1746663" y="3804581"/>
                  </a:lnTo>
                  <a:lnTo>
                    <a:pt x="1719082" y="3813896"/>
                  </a:lnTo>
                  <a:lnTo>
                    <a:pt x="1670772" y="3828682"/>
                  </a:lnTo>
                  <a:lnTo>
                    <a:pt x="1620726" y="3841921"/>
                  </a:lnTo>
                  <a:lnTo>
                    <a:pt x="1568094" y="3853701"/>
                  </a:lnTo>
                  <a:lnTo>
                    <a:pt x="1511930" y="3864163"/>
                  </a:lnTo>
                  <a:lnTo>
                    <a:pt x="1451278" y="3873466"/>
                  </a:lnTo>
                  <a:lnTo>
                    <a:pt x="1385267" y="3881760"/>
                  </a:lnTo>
                  <a:lnTo>
                    <a:pt x="1313223" y="3889171"/>
                  </a:lnTo>
                  <a:lnTo>
                    <a:pt x="1234834" y="3895801"/>
                  </a:lnTo>
                  <a:lnTo>
                    <a:pt x="1150353" y="3901720"/>
                  </a:lnTo>
                  <a:lnTo>
                    <a:pt x="1060841" y="3906966"/>
                  </a:lnTo>
                  <a:lnTo>
                    <a:pt x="968376" y="3911551"/>
                  </a:lnTo>
                  <a:lnTo>
                    <a:pt x="876153" y="3915464"/>
                  </a:lnTo>
                  <a:lnTo>
                    <a:pt x="788328" y="3918689"/>
                  </a:lnTo>
                  <a:lnTo>
                    <a:pt x="709519" y="3921220"/>
                  </a:lnTo>
                  <a:lnTo>
                    <a:pt x="643973" y="3923076"/>
                  </a:lnTo>
                  <a:lnTo>
                    <a:pt x="594600" y="3924319"/>
                  </a:lnTo>
                  <a:lnTo>
                    <a:pt x="562190" y="3925048"/>
                  </a:lnTo>
                  <a:lnTo>
                    <a:pt x="545067" y="3925394"/>
                  </a:lnTo>
                  <a:lnTo>
                    <a:pt x="539233" y="3925500"/>
                  </a:lnTo>
                  <a:lnTo>
                    <a:pt x="538736" y="3925509"/>
                  </a:lnTo>
                  <a:lnTo>
                    <a:pt x="0" y="39255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7" name="pg1667"/>
            <p:cNvSpPr/>
            <p:nvPr/>
          </p:nvSpPr>
          <p:spPr>
            <a:xfrm>
              <a:off x="546595" y="1741362"/>
              <a:ext cx="8234974" cy="3500835"/>
            </a:xfrm>
            <a:custGeom>
              <a:avLst/>
              <a:pathLst>
                <a:path w="8234974" h="3500835">
                  <a:moveTo>
                    <a:pt x="0" y="3500835"/>
                  </a:moveTo>
                  <a:lnTo>
                    <a:pt x="538736" y="3500835"/>
                  </a:lnTo>
                  <a:lnTo>
                    <a:pt x="540031" y="3500814"/>
                  </a:lnTo>
                  <a:lnTo>
                    <a:pt x="548481" y="3500662"/>
                  </a:lnTo>
                  <a:lnTo>
                    <a:pt x="569547" y="3500241"/>
                  </a:lnTo>
                  <a:lnTo>
                    <a:pt x="606619" y="3499416"/>
                  </a:lnTo>
                  <a:lnTo>
                    <a:pt x="660681" y="3498068"/>
                  </a:lnTo>
                  <a:lnTo>
                    <a:pt x="730299" y="3496111"/>
                  </a:lnTo>
                  <a:lnTo>
                    <a:pt x="812094" y="3493497"/>
                  </a:lnTo>
                  <a:lnTo>
                    <a:pt x="901618" y="3490217"/>
                  </a:lnTo>
                  <a:lnTo>
                    <a:pt x="994307" y="3486281"/>
                  </a:lnTo>
                  <a:lnTo>
                    <a:pt x="1086238" y="3481705"/>
                  </a:lnTo>
                  <a:lnTo>
                    <a:pt x="1174523" y="3476493"/>
                  </a:lnTo>
                  <a:lnTo>
                    <a:pt x="1257384" y="3470628"/>
                  </a:lnTo>
                  <a:lnTo>
                    <a:pt x="1334009" y="3464065"/>
                  </a:lnTo>
                  <a:lnTo>
                    <a:pt x="1404327" y="3456728"/>
                  </a:lnTo>
                  <a:lnTo>
                    <a:pt x="1468770" y="3448512"/>
                  </a:lnTo>
                  <a:lnTo>
                    <a:pt x="1528081" y="3439289"/>
                  </a:lnTo>
                  <a:lnTo>
                    <a:pt x="1583167" y="3428911"/>
                  </a:lnTo>
                  <a:lnTo>
                    <a:pt x="1634990" y="3417228"/>
                  </a:lnTo>
                  <a:lnTo>
                    <a:pt x="1684479" y="3404113"/>
                  </a:lnTo>
                  <a:lnTo>
                    <a:pt x="1719082" y="3393759"/>
                  </a:lnTo>
                  <a:lnTo>
                    <a:pt x="1769501" y="3376974"/>
                  </a:lnTo>
                  <a:lnTo>
                    <a:pt x="1819432" y="3358442"/>
                  </a:lnTo>
                  <a:lnTo>
                    <a:pt x="1869406" y="3338140"/>
                  </a:lnTo>
                  <a:lnTo>
                    <a:pt x="1919781" y="3316105"/>
                  </a:lnTo>
                  <a:lnTo>
                    <a:pt x="1970763" y="3292447"/>
                  </a:lnTo>
                  <a:lnTo>
                    <a:pt x="2022428" y="3267349"/>
                  </a:lnTo>
                  <a:lnTo>
                    <a:pt x="2074734" y="3241065"/>
                  </a:lnTo>
                  <a:lnTo>
                    <a:pt x="2127549" y="3213915"/>
                  </a:lnTo>
                  <a:lnTo>
                    <a:pt x="2180668" y="3186268"/>
                  </a:lnTo>
                  <a:lnTo>
                    <a:pt x="2233847" y="3158525"/>
                  </a:lnTo>
                  <a:lnTo>
                    <a:pt x="2286836" y="3131088"/>
                  </a:lnTo>
                  <a:lnTo>
                    <a:pt x="2339408" y="3104346"/>
                  </a:lnTo>
                  <a:lnTo>
                    <a:pt x="2391392" y="3078642"/>
                  </a:lnTo>
                  <a:lnTo>
                    <a:pt x="2442700" y="3054266"/>
                  </a:lnTo>
                  <a:lnTo>
                    <a:pt x="2493349" y="3031434"/>
                  </a:lnTo>
                  <a:lnTo>
                    <a:pt x="2543480" y="3010292"/>
                  </a:lnTo>
                  <a:lnTo>
                    <a:pt x="2593377" y="2990910"/>
                  </a:lnTo>
                  <a:lnTo>
                    <a:pt x="2643483" y="2973294"/>
                  </a:lnTo>
                  <a:lnTo>
                    <a:pt x="2667772" y="2965456"/>
                  </a:lnTo>
                  <a:lnTo>
                    <a:pt x="2716091" y="2951268"/>
                  </a:lnTo>
                  <a:lnTo>
                    <a:pt x="2766147" y="2938565"/>
                  </a:lnTo>
                  <a:lnTo>
                    <a:pt x="2818790" y="2927263"/>
                  </a:lnTo>
                  <a:lnTo>
                    <a:pt x="2874966" y="2917225"/>
                  </a:lnTo>
                  <a:lnTo>
                    <a:pt x="2935632" y="2908299"/>
                  </a:lnTo>
                  <a:lnTo>
                    <a:pt x="3001660" y="2900343"/>
                  </a:lnTo>
                  <a:lnTo>
                    <a:pt x="3073724" y="2893232"/>
                  </a:lnTo>
                  <a:lnTo>
                    <a:pt x="3152136" y="2886871"/>
                  </a:lnTo>
                  <a:lnTo>
                    <a:pt x="3236640" y="2881193"/>
                  </a:lnTo>
                  <a:lnTo>
                    <a:pt x="3326175" y="2876160"/>
                  </a:lnTo>
                  <a:lnTo>
                    <a:pt x="3418659" y="2871763"/>
                  </a:lnTo>
                  <a:lnTo>
                    <a:pt x="3510894" y="2868009"/>
                  </a:lnTo>
                  <a:lnTo>
                    <a:pt x="3598719" y="2864916"/>
                  </a:lnTo>
                  <a:lnTo>
                    <a:pt x="3677515" y="2862489"/>
                  </a:lnTo>
                  <a:lnTo>
                    <a:pt x="3743035" y="2860710"/>
                  </a:lnTo>
                  <a:lnTo>
                    <a:pt x="3792369" y="2859519"/>
                  </a:lnTo>
                  <a:lnTo>
                    <a:pt x="3824738" y="2858821"/>
                  </a:lnTo>
                  <a:lnTo>
                    <a:pt x="3841822" y="2858489"/>
                  </a:lnTo>
                  <a:lnTo>
                    <a:pt x="3847629" y="2858388"/>
                  </a:lnTo>
                  <a:lnTo>
                    <a:pt x="3848118" y="2858380"/>
                  </a:lnTo>
                  <a:lnTo>
                    <a:pt x="4386855" y="2858380"/>
                  </a:lnTo>
                  <a:lnTo>
                    <a:pt x="4388022" y="2858295"/>
                  </a:lnTo>
                  <a:lnTo>
                    <a:pt x="4395652" y="2857689"/>
                  </a:lnTo>
                  <a:lnTo>
                    <a:pt x="4414748" y="2856013"/>
                  </a:lnTo>
                  <a:lnTo>
                    <a:pt x="4448534" y="2852720"/>
                  </a:lnTo>
                  <a:lnTo>
                    <a:pt x="4498170" y="2847325"/>
                  </a:lnTo>
                  <a:lnTo>
                    <a:pt x="4562686" y="2839459"/>
                  </a:lnTo>
                  <a:lnTo>
                    <a:pt x="4639325" y="2828907"/>
                  </a:lnTo>
                  <a:lnTo>
                    <a:pt x="4724218" y="2815596"/>
                  </a:lnTo>
                  <a:lnTo>
                    <a:pt x="4813208" y="2799555"/>
                  </a:lnTo>
                  <a:lnTo>
                    <a:pt x="4902543" y="2780847"/>
                  </a:lnTo>
                  <a:lnTo>
                    <a:pt x="4989296" y="2759513"/>
                  </a:lnTo>
                  <a:lnTo>
                    <a:pt x="5071510" y="2735519"/>
                  </a:lnTo>
                  <a:lnTo>
                    <a:pt x="5148133" y="2708730"/>
                  </a:lnTo>
                  <a:lnTo>
                    <a:pt x="5218837" y="2678899"/>
                  </a:lnTo>
                  <a:lnTo>
                    <a:pt x="5283824" y="2645661"/>
                  </a:lnTo>
                  <a:lnTo>
                    <a:pt x="5343641" y="2608548"/>
                  </a:lnTo>
                  <a:lnTo>
                    <a:pt x="5399038" y="2567005"/>
                  </a:lnTo>
                  <a:lnTo>
                    <a:pt x="5450863" y="2520430"/>
                  </a:lnTo>
                  <a:lnTo>
                    <a:pt x="5499978" y="2468243"/>
                  </a:lnTo>
                  <a:lnTo>
                    <a:pt x="5547189" y="2410005"/>
                  </a:lnTo>
                  <a:lnTo>
                    <a:pt x="5567201" y="2382891"/>
                  </a:lnTo>
                  <a:lnTo>
                    <a:pt x="5602565" y="2331531"/>
                  </a:lnTo>
                  <a:lnTo>
                    <a:pt x="5637598" y="2276409"/>
                  </a:lnTo>
                  <a:lnTo>
                    <a:pt x="5672511" y="2217447"/>
                  </a:lnTo>
                  <a:lnTo>
                    <a:pt x="5707469" y="2154631"/>
                  </a:lnTo>
                  <a:lnTo>
                    <a:pt x="5742598" y="2088012"/>
                  </a:lnTo>
                  <a:lnTo>
                    <a:pt x="5777985" y="2017718"/>
                  </a:lnTo>
                  <a:lnTo>
                    <a:pt x="5813685" y="1943952"/>
                  </a:lnTo>
                  <a:lnTo>
                    <a:pt x="5849720" y="1866998"/>
                  </a:lnTo>
                  <a:lnTo>
                    <a:pt x="5886086" y="1787219"/>
                  </a:lnTo>
                  <a:lnTo>
                    <a:pt x="5922753" y="1705051"/>
                  </a:lnTo>
                  <a:lnTo>
                    <a:pt x="5959670" y="1620993"/>
                  </a:lnTo>
                  <a:lnTo>
                    <a:pt x="5996770" y="1535601"/>
                  </a:lnTo>
                  <a:lnTo>
                    <a:pt x="6033974" y="1449468"/>
                  </a:lnTo>
                  <a:lnTo>
                    <a:pt x="6071195" y="1363208"/>
                  </a:lnTo>
                  <a:lnTo>
                    <a:pt x="6108348" y="1277441"/>
                  </a:lnTo>
                  <a:lnTo>
                    <a:pt x="6145348" y="1192771"/>
                  </a:lnTo>
                  <a:lnTo>
                    <a:pt x="6182124" y="1109770"/>
                  </a:lnTo>
                  <a:lnTo>
                    <a:pt x="6218617" y="1028963"/>
                  </a:lnTo>
                  <a:lnTo>
                    <a:pt x="6254789" y="950812"/>
                  </a:lnTo>
                  <a:lnTo>
                    <a:pt x="6290624" y="875710"/>
                  </a:lnTo>
                  <a:lnTo>
                    <a:pt x="6326133" y="803975"/>
                  </a:lnTo>
                  <a:lnTo>
                    <a:pt x="6361359" y="735841"/>
                  </a:lnTo>
                  <a:lnTo>
                    <a:pt x="6396374" y="671468"/>
                  </a:lnTo>
                  <a:lnTo>
                    <a:pt x="6431288" y="610936"/>
                  </a:lnTo>
                  <a:lnTo>
                    <a:pt x="6466249" y="554258"/>
                  </a:lnTo>
                  <a:lnTo>
                    <a:pt x="6501449" y="501380"/>
                  </a:lnTo>
                  <a:lnTo>
                    <a:pt x="6515891" y="480933"/>
                  </a:lnTo>
                  <a:lnTo>
                    <a:pt x="6562498" y="420019"/>
                  </a:lnTo>
                  <a:lnTo>
                    <a:pt x="6610696" y="365254"/>
                  </a:lnTo>
                  <a:lnTo>
                    <a:pt x="6661244" y="316317"/>
                  </a:lnTo>
                  <a:lnTo>
                    <a:pt x="6714990" y="272671"/>
                  </a:lnTo>
                  <a:lnTo>
                    <a:pt x="6772794" y="233714"/>
                  </a:lnTo>
                  <a:lnTo>
                    <a:pt x="6835463" y="198862"/>
                  </a:lnTo>
                  <a:lnTo>
                    <a:pt x="6903645" y="167609"/>
                  </a:lnTo>
                  <a:lnTo>
                    <a:pt x="6977711" y="139541"/>
                  </a:lnTo>
                  <a:lnTo>
                    <a:pt x="7057588" y="114361"/>
                  </a:lnTo>
                  <a:lnTo>
                    <a:pt x="7142562" y="91885"/>
                  </a:lnTo>
                  <a:lnTo>
                    <a:pt x="7231082" y="72039"/>
                  </a:lnTo>
                  <a:lnTo>
                    <a:pt x="7320640" y="54837"/>
                  </a:lnTo>
                  <a:lnTo>
                    <a:pt x="7407806" y="40338"/>
                  </a:lnTo>
                  <a:lnTo>
                    <a:pt x="7488525" y="28594"/>
                  </a:lnTo>
                  <a:lnTo>
                    <a:pt x="7558709" y="19583"/>
                  </a:lnTo>
                  <a:lnTo>
                    <a:pt x="7615019" y="13155"/>
                  </a:lnTo>
                  <a:lnTo>
                    <a:pt x="7655647" y="9007"/>
                  </a:lnTo>
                  <a:lnTo>
                    <a:pt x="7680819" y="6696"/>
                  </a:lnTo>
                  <a:lnTo>
                    <a:pt x="7692893" y="569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23" y="2852957"/>
                  </a:lnTo>
                  <a:lnTo>
                    <a:pt x="3838374" y="2853109"/>
                  </a:lnTo>
                  <a:lnTo>
                    <a:pt x="3817307" y="2853529"/>
                  </a:lnTo>
                  <a:lnTo>
                    <a:pt x="3780236" y="2854354"/>
                  </a:lnTo>
                  <a:lnTo>
                    <a:pt x="3726174" y="2855702"/>
                  </a:lnTo>
                  <a:lnTo>
                    <a:pt x="3656556" y="2857660"/>
                  </a:lnTo>
                  <a:lnTo>
                    <a:pt x="3574761" y="2860273"/>
                  </a:lnTo>
                  <a:lnTo>
                    <a:pt x="3485237" y="2863553"/>
                  </a:lnTo>
                  <a:lnTo>
                    <a:pt x="3392548" y="2867489"/>
                  </a:lnTo>
                  <a:lnTo>
                    <a:pt x="3300617" y="2872065"/>
                  </a:lnTo>
                  <a:lnTo>
                    <a:pt x="3212332" y="2877277"/>
                  </a:lnTo>
                  <a:lnTo>
                    <a:pt x="3129471" y="2883142"/>
                  </a:lnTo>
                  <a:lnTo>
                    <a:pt x="3052845" y="2889706"/>
                  </a:lnTo>
                  <a:lnTo>
                    <a:pt x="2982527" y="2897043"/>
                  </a:lnTo>
                  <a:lnTo>
                    <a:pt x="2918084" y="2905258"/>
                  </a:lnTo>
                  <a:lnTo>
                    <a:pt x="2858773" y="2914481"/>
                  </a:lnTo>
                  <a:lnTo>
                    <a:pt x="2803687" y="2924860"/>
                  </a:lnTo>
                  <a:lnTo>
                    <a:pt x="2751864" y="2936543"/>
                  </a:lnTo>
                  <a:lnTo>
                    <a:pt x="2702376" y="2949658"/>
                  </a:lnTo>
                  <a:lnTo>
                    <a:pt x="2667772" y="2960011"/>
                  </a:lnTo>
                  <a:lnTo>
                    <a:pt x="2617354" y="2976797"/>
                  </a:lnTo>
                  <a:lnTo>
                    <a:pt x="2567423" y="2995328"/>
                  </a:lnTo>
                  <a:lnTo>
                    <a:pt x="2517448" y="3015630"/>
                  </a:lnTo>
                  <a:lnTo>
                    <a:pt x="2467074" y="3037665"/>
                  </a:lnTo>
                  <a:lnTo>
                    <a:pt x="2416091" y="3061323"/>
                  </a:lnTo>
                  <a:lnTo>
                    <a:pt x="2364427" y="3086422"/>
                  </a:lnTo>
                  <a:lnTo>
                    <a:pt x="2312120" y="3112706"/>
                  </a:lnTo>
                  <a:lnTo>
                    <a:pt x="2259306" y="3139856"/>
                  </a:lnTo>
                  <a:lnTo>
                    <a:pt x="2206187" y="3167502"/>
                  </a:lnTo>
                  <a:lnTo>
                    <a:pt x="2153007" y="3195246"/>
                  </a:lnTo>
                  <a:lnTo>
                    <a:pt x="2100018" y="3222682"/>
                  </a:lnTo>
                  <a:lnTo>
                    <a:pt x="2047446" y="3249425"/>
                  </a:lnTo>
                  <a:lnTo>
                    <a:pt x="1995462" y="3275128"/>
                  </a:lnTo>
                  <a:lnTo>
                    <a:pt x="1944155" y="3299505"/>
                  </a:lnTo>
                  <a:lnTo>
                    <a:pt x="1893506" y="3322336"/>
                  </a:lnTo>
                  <a:lnTo>
                    <a:pt x="1843374" y="3343478"/>
                  </a:lnTo>
                  <a:lnTo>
                    <a:pt x="1793477" y="3362860"/>
                  </a:lnTo>
                  <a:lnTo>
                    <a:pt x="1743371" y="3380477"/>
                  </a:lnTo>
                  <a:lnTo>
                    <a:pt x="1719082" y="3388315"/>
                  </a:lnTo>
                  <a:lnTo>
                    <a:pt x="1670763" y="3402502"/>
                  </a:lnTo>
                  <a:lnTo>
                    <a:pt x="1620708" y="3415205"/>
                  </a:lnTo>
                  <a:lnTo>
                    <a:pt x="1568065" y="3426507"/>
                  </a:lnTo>
                  <a:lnTo>
                    <a:pt x="1511888" y="3436545"/>
                  </a:lnTo>
                  <a:lnTo>
                    <a:pt x="1451223" y="3445471"/>
                  </a:lnTo>
                  <a:lnTo>
                    <a:pt x="1385194" y="3453428"/>
                  </a:lnTo>
                  <a:lnTo>
                    <a:pt x="1313130" y="3460538"/>
                  </a:lnTo>
                  <a:lnTo>
                    <a:pt x="1234719" y="3466899"/>
                  </a:lnTo>
                  <a:lnTo>
                    <a:pt x="1150215" y="3472577"/>
                  </a:lnTo>
                  <a:lnTo>
                    <a:pt x="1060679" y="3477610"/>
                  </a:lnTo>
                  <a:lnTo>
                    <a:pt x="968195" y="3482008"/>
                  </a:lnTo>
                  <a:lnTo>
                    <a:pt x="875961" y="3485761"/>
                  </a:lnTo>
                  <a:lnTo>
                    <a:pt x="788135" y="3488854"/>
                  </a:lnTo>
                  <a:lnTo>
                    <a:pt x="709339" y="3491281"/>
                  </a:lnTo>
                  <a:lnTo>
                    <a:pt x="643820" y="3493061"/>
                  </a:lnTo>
                  <a:lnTo>
                    <a:pt x="594485" y="3494252"/>
                  </a:lnTo>
                  <a:lnTo>
                    <a:pt x="562117" y="3494950"/>
                  </a:lnTo>
                  <a:lnTo>
                    <a:pt x="545033" y="3495281"/>
                  </a:lnTo>
                  <a:lnTo>
                    <a:pt x="539226" y="3495383"/>
                  </a:lnTo>
                  <a:lnTo>
                    <a:pt x="538736" y="3495390"/>
                  </a:lnTo>
                  <a:lnTo>
                    <a:pt x="0" y="3495390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68" name="pl1668"/>
            <p:cNvSpPr/>
            <p:nvPr/>
          </p:nvSpPr>
          <p:spPr>
            <a:xfrm>
              <a:off x="546595" y="1746806"/>
              <a:ext cx="8234974" cy="3495390"/>
            </a:xfrm>
            <a:custGeom>
              <a:avLst/>
              <a:pathLst>
                <a:path w="8234974" h="3495390">
                  <a:moveTo>
                    <a:pt x="0" y="3495390"/>
                  </a:moveTo>
                  <a:lnTo>
                    <a:pt x="538736" y="3495390"/>
                  </a:lnTo>
                  <a:lnTo>
                    <a:pt x="540031" y="3495369"/>
                  </a:lnTo>
                  <a:lnTo>
                    <a:pt x="548481" y="3495217"/>
                  </a:lnTo>
                  <a:lnTo>
                    <a:pt x="569547" y="3494797"/>
                  </a:lnTo>
                  <a:lnTo>
                    <a:pt x="606619" y="3493972"/>
                  </a:lnTo>
                  <a:lnTo>
                    <a:pt x="660681" y="3492624"/>
                  </a:lnTo>
                  <a:lnTo>
                    <a:pt x="730299" y="3490666"/>
                  </a:lnTo>
                  <a:lnTo>
                    <a:pt x="812094" y="3488053"/>
                  </a:lnTo>
                  <a:lnTo>
                    <a:pt x="901618" y="3484773"/>
                  </a:lnTo>
                  <a:lnTo>
                    <a:pt x="994307" y="3480837"/>
                  </a:lnTo>
                  <a:lnTo>
                    <a:pt x="1086238" y="3476261"/>
                  </a:lnTo>
                  <a:lnTo>
                    <a:pt x="1174523" y="3471049"/>
                  </a:lnTo>
                  <a:lnTo>
                    <a:pt x="1257384" y="3465184"/>
                  </a:lnTo>
                  <a:lnTo>
                    <a:pt x="1334009" y="3458620"/>
                  </a:lnTo>
                  <a:lnTo>
                    <a:pt x="1404327" y="3451283"/>
                  </a:lnTo>
                  <a:lnTo>
                    <a:pt x="1468770" y="3443068"/>
                  </a:lnTo>
                  <a:lnTo>
                    <a:pt x="1528081" y="3433844"/>
                  </a:lnTo>
                  <a:lnTo>
                    <a:pt x="1583167" y="3423466"/>
                  </a:lnTo>
                  <a:lnTo>
                    <a:pt x="1634990" y="3411783"/>
                  </a:lnTo>
                  <a:lnTo>
                    <a:pt x="1684479" y="3398668"/>
                  </a:lnTo>
                  <a:lnTo>
                    <a:pt x="1719082" y="3388315"/>
                  </a:lnTo>
                  <a:lnTo>
                    <a:pt x="1769501" y="3371529"/>
                  </a:lnTo>
                  <a:lnTo>
                    <a:pt x="1819432" y="3352998"/>
                  </a:lnTo>
                  <a:lnTo>
                    <a:pt x="1869406" y="3332695"/>
                  </a:lnTo>
                  <a:lnTo>
                    <a:pt x="1919781" y="3310661"/>
                  </a:lnTo>
                  <a:lnTo>
                    <a:pt x="1970763" y="3287003"/>
                  </a:lnTo>
                  <a:lnTo>
                    <a:pt x="2022428" y="3261904"/>
                  </a:lnTo>
                  <a:lnTo>
                    <a:pt x="2074734" y="3235620"/>
                  </a:lnTo>
                  <a:lnTo>
                    <a:pt x="2127549" y="3208470"/>
                  </a:lnTo>
                  <a:lnTo>
                    <a:pt x="2180668" y="3180824"/>
                  </a:lnTo>
                  <a:lnTo>
                    <a:pt x="2233847" y="3153080"/>
                  </a:lnTo>
                  <a:lnTo>
                    <a:pt x="2286836" y="3125644"/>
                  </a:lnTo>
                  <a:lnTo>
                    <a:pt x="2339408" y="3098901"/>
                  </a:lnTo>
                  <a:lnTo>
                    <a:pt x="2391392" y="3073198"/>
                  </a:lnTo>
                  <a:lnTo>
                    <a:pt x="2442700" y="3048821"/>
                  </a:lnTo>
                  <a:lnTo>
                    <a:pt x="2493349" y="3025990"/>
                  </a:lnTo>
                  <a:lnTo>
                    <a:pt x="2543480" y="3004847"/>
                  </a:lnTo>
                  <a:lnTo>
                    <a:pt x="2593377" y="2985466"/>
                  </a:lnTo>
                  <a:lnTo>
                    <a:pt x="2643483" y="2967849"/>
                  </a:lnTo>
                  <a:lnTo>
                    <a:pt x="2667772" y="2960011"/>
                  </a:lnTo>
                  <a:lnTo>
                    <a:pt x="2716091" y="2945824"/>
                  </a:lnTo>
                  <a:lnTo>
                    <a:pt x="2766147" y="2933121"/>
                  </a:lnTo>
                  <a:lnTo>
                    <a:pt x="2818790" y="2921819"/>
                  </a:lnTo>
                  <a:lnTo>
                    <a:pt x="2874966" y="2911781"/>
                  </a:lnTo>
                  <a:lnTo>
                    <a:pt x="2935632" y="2902855"/>
                  </a:lnTo>
                  <a:lnTo>
                    <a:pt x="3001660" y="2894898"/>
                  </a:lnTo>
                  <a:lnTo>
                    <a:pt x="3073724" y="2887788"/>
                  </a:lnTo>
                  <a:lnTo>
                    <a:pt x="3152136" y="2881427"/>
                  </a:lnTo>
                  <a:lnTo>
                    <a:pt x="3236640" y="2875748"/>
                  </a:lnTo>
                  <a:lnTo>
                    <a:pt x="3326175" y="2870716"/>
                  </a:lnTo>
                  <a:lnTo>
                    <a:pt x="3418659" y="2866318"/>
                  </a:lnTo>
                  <a:lnTo>
                    <a:pt x="3510894" y="2862565"/>
                  </a:lnTo>
                  <a:lnTo>
                    <a:pt x="3598719" y="2859471"/>
                  </a:lnTo>
                  <a:lnTo>
                    <a:pt x="3677515" y="2857045"/>
                  </a:lnTo>
                  <a:lnTo>
                    <a:pt x="3743035" y="2855265"/>
                  </a:lnTo>
                  <a:lnTo>
                    <a:pt x="3792369" y="2854074"/>
                  </a:lnTo>
                  <a:lnTo>
                    <a:pt x="3824738" y="2853376"/>
                  </a:lnTo>
                  <a:lnTo>
                    <a:pt x="3841822" y="2853045"/>
                  </a:lnTo>
                  <a:lnTo>
                    <a:pt x="3847629" y="2852943"/>
                  </a:lnTo>
                  <a:lnTo>
                    <a:pt x="3848118" y="2852935"/>
                  </a:lnTo>
                  <a:lnTo>
                    <a:pt x="4386855" y="2852935"/>
                  </a:lnTo>
                  <a:lnTo>
                    <a:pt x="4388022" y="2852851"/>
                  </a:lnTo>
                  <a:lnTo>
                    <a:pt x="4395652" y="2852244"/>
                  </a:lnTo>
                  <a:lnTo>
                    <a:pt x="4414748" y="2850568"/>
                  </a:lnTo>
                  <a:lnTo>
                    <a:pt x="4448534" y="2847275"/>
                  </a:lnTo>
                  <a:lnTo>
                    <a:pt x="4498170" y="2841880"/>
                  </a:lnTo>
                  <a:lnTo>
                    <a:pt x="4562686" y="2834014"/>
                  </a:lnTo>
                  <a:lnTo>
                    <a:pt x="4639325" y="2823462"/>
                  </a:lnTo>
                  <a:lnTo>
                    <a:pt x="4724218" y="2810152"/>
                  </a:lnTo>
                  <a:lnTo>
                    <a:pt x="4813208" y="2794110"/>
                  </a:lnTo>
                  <a:lnTo>
                    <a:pt x="4902543" y="2775403"/>
                  </a:lnTo>
                  <a:lnTo>
                    <a:pt x="4989296" y="2754068"/>
                  </a:lnTo>
                  <a:lnTo>
                    <a:pt x="5071510" y="2730074"/>
                  </a:lnTo>
                  <a:lnTo>
                    <a:pt x="5148133" y="2703286"/>
                  </a:lnTo>
                  <a:lnTo>
                    <a:pt x="5218837" y="2673454"/>
                  </a:lnTo>
                  <a:lnTo>
                    <a:pt x="5283824" y="2640217"/>
                  </a:lnTo>
                  <a:lnTo>
                    <a:pt x="5343641" y="2603104"/>
                  </a:lnTo>
                  <a:lnTo>
                    <a:pt x="5399038" y="2561561"/>
                  </a:lnTo>
                  <a:lnTo>
                    <a:pt x="5450863" y="2514985"/>
                  </a:lnTo>
                  <a:lnTo>
                    <a:pt x="5499978" y="2462798"/>
                  </a:lnTo>
                  <a:lnTo>
                    <a:pt x="5547189" y="2404561"/>
                  </a:lnTo>
                  <a:lnTo>
                    <a:pt x="5567201" y="2377446"/>
                  </a:lnTo>
                  <a:lnTo>
                    <a:pt x="5602565" y="2326087"/>
                  </a:lnTo>
                  <a:lnTo>
                    <a:pt x="5637598" y="2270964"/>
                  </a:lnTo>
                  <a:lnTo>
                    <a:pt x="5672511" y="2212002"/>
                  </a:lnTo>
                  <a:lnTo>
                    <a:pt x="5707469" y="2149186"/>
                  </a:lnTo>
                  <a:lnTo>
                    <a:pt x="5742598" y="2082567"/>
                  </a:lnTo>
                  <a:lnTo>
                    <a:pt x="5777985" y="2012273"/>
                  </a:lnTo>
                  <a:lnTo>
                    <a:pt x="5813685" y="1938507"/>
                  </a:lnTo>
                  <a:lnTo>
                    <a:pt x="5849720" y="1861554"/>
                  </a:lnTo>
                  <a:lnTo>
                    <a:pt x="5886086" y="1781775"/>
                  </a:lnTo>
                  <a:lnTo>
                    <a:pt x="5922753" y="1699606"/>
                  </a:lnTo>
                  <a:lnTo>
                    <a:pt x="5959670" y="1615549"/>
                  </a:lnTo>
                  <a:lnTo>
                    <a:pt x="5996770" y="1530157"/>
                  </a:lnTo>
                  <a:lnTo>
                    <a:pt x="6033974" y="1444023"/>
                  </a:lnTo>
                  <a:lnTo>
                    <a:pt x="6071195" y="1357763"/>
                  </a:lnTo>
                  <a:lnTo>
                    <a:pt x="6108348" y="1271996"/>
                  </a:lnTo>
                  <a:lnTo>
                    <a:pt x="6145348" y="1187327"/>
                  </a:lnTo>
                  <a:lnTo>
                    <a:pt x="6182124" y="1104326"/>
                  </a:lnTo>
                  <a:lnTo>
                    <a:pt x="6218617" y="1023518"/>
                  </a:lnTo>
                  <a:lnTo>
                    <a:pt x="6254789" y="945367"/>
                  </a:lnTo>
                  <a:lnTo>
                    <a:pt x="6290624" y="870266"/>
                  </a:lnTo>
                  <a:lnTo>
                    <a:pt x="6326133" y="798530"/>
                  </a:lnTo>
                  <a:lnTo>
                    <a:pt x="6361359" y="730397"/>
                  </a:lnTo>
                  <a:lnTo>
                    <a:pt x="6396374" y="666023"/>
                  </a:lnTo>
                  <a:lnTo>
                    <a:pt x="6431288" y="605491"/>
                  </a:lnTo>
                  <a:lnTo>
                    <a:pt x="6466249" y="548813"/>
                  </a:lnTo>
                  <a:lnTo>
                    <a:pt x="6501449" y="495936"/>
                  </a:lnTo>
                  <a:lnTo>
                    <a:pt x="6515891" y="475489"/>
                  </a:lnTo>
                  <a:lnTo>
                    <a:pt x="6562498" y="414575"/>
                  </a:lnTo>
                  <a:lnTo>
                    <a:pt x="6610696" y="359809"/>
                  </a:lnTo>
                  <a:lnTo>
                    <a:pt x="6661244" y="310872"/>
                  </a:lnTo>
                  <a:lnTo>
                    <a:pt x="6714990" y="267227"/>
                  </a:lnTo>
                  <a:lnTo>
                    <a:pt x="6772794" y="228269"/>
                  </a:lnTo>
                  <a:lnTo>
                    <a:pt x="6835463" y="193418"/>
                  </a:lnTo>
                  <a:lnTo>
                    <a:pt x="6903645" y="162164"/>
                  </a:lnTo>
                  <a:lnTo>
                    <a:pt x="6977711" y="134096"/>
                  </a:lnTo>
                  <a:lnTo>
                    <a:pt x="7057588" y="108916"/>
                  </a:lnTo>
                  <a:lnTo>
                    <a:pt x="7142562" y="86440"/>
                  </a:lnTo>
                  <a:lnTo>
                    <a:pt x="7231082" y="66595"/>
                  </a:lnTo>
                  <a:lnTo>
                    <a:pt x="7320640" y="49392"/>
                  </a:lnTo>
                  <a:lnTo>
                    <a:pt x="7407806" y="34893"/>
                  </a:lnTo>
                  <a:lnTo>
                    <a:pt x="7488525" y="23149"/>
                  </a:lnTo>
                  <a:lnTo>
                    <a:pt x="7558709" y="14138"/>
                  </a:lnTo>
                  <a:lnTo>
                    <a:pt x="7615019" y="7711"/>
                  </a:lnTo>
                  <a:lnTo>
                    <a:pt x="7655647" y="3562"/>
                  </a:lnTo>
                  <a:lnTo>
                    <a:pt x="7680819" y="1252"/>
                  </a:lnTo>
                  <a:lnTo>
                    <a:pt x="7692893" y="251"/>
                  </a:lnTo>
                  <a:lnTo>
                    <a:pt x="769614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9" name="pl1669"/>
            <p:cNvSpPr/>
            <p:nvPr/>
          </p:nvSpPr>
          <p:spPr>
            <a:xfrm>
              <a:off x="546595" y="1741362"/>
              <a:ext cx="8234974" cy="3495390"/>
            </a:xfrm>
            <a:custGeom>
              <a:avLst/>
              <a:pathLst>
                <a:path w="8234974" h="3495390">
                  <a:moveTo>
                    <a:pt x="8234974" y="0"/>
                  </a:move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953" y="2852929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23" y="2852957"/>
                  </a:lnTo>
                  <a:lnTo>
                    <a:pt x="3838374" y="2853109"/>
                  </a:lnTo>
                  <a:lnTo>
                    <a:pt x="3817307" y="2853529"/>
                  </a:lnTo>
                  <a:lnTo>
                    <a:pt x="3780236" y="2854354"/>
                  </a:lnTo>
                  <a:lnTo>
                    <a:pt x="3726174" y="2855702"/>
                  </a:lnTo>
                  <a:lnTo>
                    <a:pt x="3656556" y="2857660"/>
                  </a:lnTo>
                  <a:lnTo>
                    <a:pt x="3574761" y="2860273"/>
                  </a:lnTo>
                  <a:lnTo>
                    <a:pt x="3485237" y="2863553"/>
                  </a:lnTo>
                  <a:lnTo>
                    <a:pt x="3392548" y="2867489"/>
                  </a:lnTo>
                  <a:lnTo>
                    <a:pt x="3300617" y="2872065"/>
                  </a:lnTo>
                  <a:lnTo>
                    <a:pt x="3212332" y="2877277"/>
                  </a:lnTo>
                  <a:lnTo>
                    <a:pt x="3129471" y="2883142"/>
                  </a:lnTo>
                  <a:lnTo>
                    <a:pt x="3052845" y="2889706"/>
                  </a:lnTo>
                  <a:lnTo>
                    <a:pt x="2982527" y="2897043"/>
                  </a:lnTo>
                  <a:lnTo>
                    <a:pt x="2918084" y="2905258"/>
                  </a:lnTo>
                  <a:lnTo>
                    <a:pt x="2858773" y="2914481"/>
                  </a:lnTo>
                  <a:lnTo>
                    <a:pt x="2803687" y="2924860"/>
                  </a:lnTo>
                  <a:lnTo>
                    <a:pt x="2751864" y="2936543"/>
                  </a:lnTo>
                  <a:lnTo>
                    <a:pt x="2702376" y="2949658"/>
                  </a:lnTo>
                  <a:lnTo>
                    <a:pt x="2667772" y="2960011"/>
                  </a:lnTo>
                  <a:lnTo>
                    <a:pt x="2617354" y="2976797"/>
                  </a:lnTo>
                  <a:lnTo>
                    <a:pt x="2567423" y="2995328"/>
                  </a:lnTo>
                  <a:lnTo>
                    <a:pt x="2517448" y="3015630"/>
                  </a:lnTo>
                  <a:lnTo>
                    <a:pt x="2467074" y="3037665"/>
                  </a:lnTo>
                  <a:lnTo>
                    <a:pt x="2416091" y="3061323"/>
                  </a:lnTo>
                  <a:lnTo>
                    <a:pt x="2364427" y="3086422"/>
                  </a:lnTo>
                  <a:lnTo>
                    <a:pt x="2312120" y="3112706"/>
                  </a:lnTo>
                  <a:lnTo>
                    <a:pt x="2259306" y="3139856"/>
                  </a:lnTo>
                  <a:lnTo>
                    <a:pt x="2206187" y="3167502"/>
                  </a:lnTo>
                  <a:lnTo>
                    <a:pt x="2153007" y="3195246"/>
                  </a:lnTo>
                  <a:lnTo>
                    <a:pt x="2100018" y="3222682"/>
                  </a:lnTo>
                  <a:lnTo>
                    <a:pt x="2047446" y="3249425"/>
                  </a:lnTo>
                  <a:lnTo>
                    <a:pt x="1995462" y="3275128"/>
                  </a:lnTo>
                  <a:lnTo>
                    <a:pt x="1944155" y="3299505"/>
                  </a:lnTo>
                  <a:lnTo>
                    <a:pt x="1893506" y="3322336"/>
                  </a:lnTo>
                  <a:lnTo>
                    <a:pt x="1843374" y="3343478"/>
                  </a:lnTo>
                  <a:lnTo>
                    <a:pt x="1793477" y="3362860"/>
                  </a:lnTo>
                  <a:lnTo>
                    <a:pt x="1743371" y="3380477"/>
                  </a:lnTo>
                  <a:lnTo>
                    <a:pt x="1719082" y="3388315"/>
                  </a:lnTo>
                  <a:lnTo>
                    <a:pt x="1670763" y="3402502"/>
                  </a:lnTo>
                  <a:lnTo>
                    <a:pt x="1620708" y="3415205"/>
                  </a:lnTo>
                  <a:lnTo>
                    <a:pt x="1568065" y="3426507"/>
                  </a:lnTo>
                  <a:lnTo>
                    <a:pt x="1511888" y="3436545"/>
                  </a:lnTo>
                  <a:lnTo>
                    <a:pt x="1451223" y="3445471"/>
                  </a:lnTo>
                  <a:lnTo>
                    <a:pt x="1385194" y="3453428"/>
                  </a:lnTo>
                  <a:lnTo>
                    <a:pt x="1313130" y="3460538"/>
                  </a:lnTo>
                  <a:lnTo>
                    <a:pt x="1234719" y="3466899"/>
                  </a:lnTo>
                  <a:lnTo>
                    <a:pt x="1150215" y="3472577"/>
                  </a:lnTo>
                  <a:lnTo>
                    <a:pt x="1060679" y="3477610"/>
                  </a:lnTo>
                  <a:lnTo>
                    <a:pt x="968195" y="3482008"/>
                  </a:lnTo>
                  <a:lnTo>
                    <a:pt x="875961" y="3485761"/>
                  </a:lnTo>
                  <a:lnTo>
                    <a:pt x="788135" y="3488854"/>
                  </a:lnTo>
                  <a:lnTo>
                    <a:pt x="709339" y="3491281"/>
                  </a:lnTo>
                  <a:lnTo>
                    <a:pt x="643820" y="3493061"/>
                  </a:lnTo>
                  <a:lnTo>
                    <a:pt x="594485" y="3494252"/>
                  </a:lnTo>
                  <a:lnTo>
                    <a:pt x="562117" y="3494950"/>
                  </a:lnTo>
                  <a:lnTo>
                    <a:pt x="545033" y="3495281"/>
                  </a:lnTo>
                  <a:lnTo>
                    <a:pt x="539226" y="3495383"/>
                  </a:lnTo>
                  <a:lnTo>
                    <a:pt x="538736" y="3495390"/>
                  </a:lnTo>
                  <a:lnTo>
                    <a:pt x="0" y="34953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0" name="pg1670"/>
            <p:cNvSpPr/>
            <p:nvPr/>
          </p:nvSpPr>
          <p:spPr>
            <a:xfrm>
              <a:off x="546595" y="543564"/>
              <a:ext cx="8234974" cy="4714966"/>
            </a:xfrm>
            <a:custGeom>
              <a:avLst/>
              <a:pathLst>
                <a:path w="8234974" h="4714966">
                  <a:moveTo>
                    <a:pt x="0" y="4714966"/>
                  </a:moveTo>
                  <a:lnTo>
                    <a:pt x="538736" y="4714966"/>
                  </a:lnTo>
                  <a:lnTo>
                    <a:pt x="540038" y="4714960"/>
                  </a:lnTo>
                  <a:lnTo>
                    <a:pt x="548533" y="4714914"/>
                  </a:lnTo>
                  <a:lnTo>
                    <a:pt x="569708" y="4714789"/>
                  </a:lnTo>
                  <a:lnTo>
                    <a:pt x="606960" y="4714543"/>
                  </a:lnTo>
                  <a:lnTo>
                    <a:pt x="661264" y="4714141"/>
                  </a:lnTo>
                  <a:lnTo>
                    <a:pt x="731156" y="4713557"/>
                  </a:lnTo>
                  <a:lnTo>
                    <a:pt x="813226" y="4712778"/>
                  </a:lnTo>
                  <a:lnTo>
                    <a:pt x="902992" y="4711801"/>
                  </a:lnTo>
                  <a:lnTo>
                    <a:pt x="995870" y="4710628"/>
                  </a:lnTo>
                  <a:lnTo>
                    <a:pt x="1087929" y="4709265"/>
                  </a:lnTo>
                  <a:lnTo>
                    <a:pt x="1176286" y="4707712"/>
                  </a:lnTo>
                  <a:lnTo>
                    <a:pt x="1259173" y="4705965"/>
                  </a:lnTo>
                  <a:lnTo>
                    <a:pt x="1335792" y="4704010"/>
                  </a:lnTo>
                  <a:lnTo>
                    <a:pt x="1406086" y="4701823"/>
                  </a:lnTo>
                  <a:lnTo>
                    <a:pt x="1470500" y="4699374"/>
                  </a:lnTo>
                  <a:lnTo>
                    <a:pt x="1529786" y="4696624"/>
                  </a:lnTo>
                  <a:lnTo>
                    <a:pt x="1584860" y="4693529"/>
                  </a:lnTo>
                  <a:lnTo>
                    <a:pt x="1636689" y="4690043"/>
                  </a:lnTo>
                  <a:lnTo>
                    <a:pt x="1686204" y="4686131"/>
                  </a:lnTo>
                  <a:lnTo>
                    <a:pt x="1719082" y="4683206"/>
                  </a:lnTo>
                  <a:lnTo>
                    <a:pt x="1771645" y="4678003"/>
                  </a:lnTo>
                  <a:lnTo>
                    <a:pt x="1823704" y="4672236"/>
                  </a:lnTo>
                  <a:lnTo>
                    <a:pt x="1875850" y="4665898"/>
                  </a:lnTo>
                  <a:lnTo>
                    <a:pt x="1928467" y="4659004"/>
                  </a:lnTo>
                  <a:lnTo>
                    <a:pt x="1981768" y="4651596"/>
                  </a:lnTo>
                  <a:lnTo>
                    <a:pt x="2035810" y="4643739"/>
                  </a:lnTo>
                  <a:lnTo>
                    <a:pt x="2090521" y="4635524"/>
                  </a:lnTo>
                  <a:lnTo>
                    <a:pt x="2145724" y="4627064"/>
                  </a:lnTo>
                  <a:lnTo>
                    <a:pt x="2201171" y="4618488"/>
                  </a:lnTo>
                  <a:lnTo>
                    <a:pt x="2256577" y="4609930"/>
                  </a:lnTo>
                  <a:lnTo>
                    <a:pt x="2311665" y="4601527"/>
                  </a:lnTo>
                  <a:lnTo>
                    <a:pt x="2366203" y="4593401"/>
                  </a:lnTo>
                  <a:lnTo>
                    <a:pt x="2420041" y="4585661"/>
                  </a:lnTo>
                  <a:lnTo>
                    <a:pt x="2473139" y="4578391"/>
                  </a:lnTo>
                  <a:lnTo>
                    <a:pt x="2525596" y="4571649"/>
                  </a:lnTo>
                  <a:lnTo>
                    <a:pt x="2577671" y="4565470"/>
                  </a:lnTo>
                  <a:lnTo>
                    <a:pt x="2629802" y="4559862"/>
                  </a:lnTo>
                  <a:lnTo>
                    <a:pt x="2667772" y="4556167"/>
                  </a:lnTo>
                  <a:lnTo>
                    <a:pt x="2716183" y="4551952"/>
                  </a:lnTo>
                  <a:lnTo>
                    <a:pt x="2766338" y="4548178"/>
                  </a:lnTo>
                  <a:lnTo>
                    <a:pt x="2819094" y="4544821"/>
                  </a:lnTo>
                  <a:lnTo>
                    <a:pt x="2875402" y="4541841"/>
                  </a:lnTo>
                  <a:lnTo>
                    <a:pt x="2936223" y="4539191"/>
                  </a:lnTo>
                  <a:lnTo>
                    <a:pt x="3002434" y="4536829"/>
                  </a:lnTo>
                  <a:lnTo>
                    <a:pt x="3074709" y="4534719"/>
                  </a:lnTo>
                  <a:lnTo>
                    <a:pt x="3153357" y="4532832"/>
                  </a:lnTo>
                  <a:lnTo>
                    <a:pt x="3238109" y="4531147"/>
                  </a:lnTo>
                  <a:lnTo>
                    <a:pt x="3327886" y="4529655"/>
                  </a:lnTo>
                  <a:lnTo>
                    <a:pt x="3420572" y="4528352"/>
                  </a:lnTo>
                  <a:lnTo>
                    <a:pt x="3512930" y="4527241"/>
                  </a:lnTo>
                  <a:lnTo>
                    <a:pt x="3600760" y="4526326"/>
                  </a:lnTo>
                  <a:lnTo>
                    <a:pt x="3679416" y="4525610"/>
                  </a:lnTo>
                  <a:lnTo>
                    <a:pt x="3744648" y="4525086"/>
                  </a:lnTo>
                  <a:lnTo>
                    <a:pt x="3793582" y="4524737"/>
                  </a:lnTo>
                  <a:lnTo>
                    <a:pt x="3825500" y="4524533"/>
                  </a:lnTo>
                  <a:lnTo>
                    <a:pt x="3842172" y="4524438"/>
                  </a:lnTo>
                  <a:lnTo>
                    <a:pt x="3847697" y="4524409"/>
                  </a:lnTo>
                  <a:lnTo>
                    <a:pt x="3848118" y="4524407"/>
                  </a:lnTo>
                  <a:lnTo>
                    <a:pt x="4386855" y="4524407"/>
                  </a:lnTo>
                  <a:lnTo>
                    <a:pt x="4387741" y="4524306"/>
                  </a:lnTo>
                  <a:lnTo>
                    <a:pt x="4393574" y="4523583"/>
                  </a:lnTo>
                  <a:lnTo>
                    <a:pt x="4408299" y="4521584"/>
                  </a:lnTo>
                  <a:lnTo>
                    <a:pt x="4434679" y="4517648"/>
                  </a:lnTo>
                  <a:lnTo>
                    <a:pt x="4474097" y="4511160"/>
                  </a:lnTo>
                  <a:lnTo>
                    <a:pt x="4526451" y="4501616"/>
                  </a:lnTo>
                  <a:lnTo>
                    <a:pt x="4590259" y="4488665"/>
                  </a:lnTo>
                  <a:lnTo>
                    <a:pt x="4662999" y="4472126"/>
                  </a:lnTo>
                  <a:lnTo>
                    <a:pt x="4741595" y="4451961"/>
                  </a:lnTo>
                  <a:lnTo>
                    <a:pt x="4822928" y="4428223"/>
                  </a:lnTo>
                  <a:lnTo>
                    <a:pt x="4904236" y="4400990"/>
                  </a:lnTo>
                  <a:lnTo>
                    <a:pt x="4983351" y="4370307"/>
                  </a:lnTo>
                  <a:lnTo>
                    <a:pt x="5058779" y="4336138"/>
                  </a:lnTo>
                  <a:lnTo>
                    <a:pt x="5129653" y="4298336"/>
                  </a:lnTo>
                  <a:lnTo>
                    <a:pt x="5195630" y="4256634"/>
                  </a:lnTo>
                  <a:lnTo>
                    <a:pt x="5256764" y="4210636"/>
                  </a:lnTo>
                  <a:lnTo>
                    <a:pt x="5313386" y="4159825"/>
                  </a:lnTo>
                  <a:lnTo>
                    <a:pt x="5366003" y="4103582"/>
                  </a:lnTo>
                  <a:lnTo>
                    <a:pt x="5415225" y="4041209"/>
                  </a:lnTo>
                  <a:lnTo>
                    <a:pt x="5461703" y="3971981"/>
                  </a:lnTo>
                  <a:lnTo>
                    <a:pt x="5506085" y="3895227"/>
                  </a:lnTo>
                  <a:lnTo>
                    <a:pt x="5548969" y="3810468"/>
                  </a:lnTo>
                  <a:lnTo>
                    <a:pt x="5567201" y="3771247"/>
                  </a:lnTo>
                  <a:lnTo>
                    <a:pt x="5596242" y="3704946"/>
                  </a:lnTo>
                  <a:lnTo>
                    <a:pt x="5625032" y="3634655"/>
                  </a:lnTo>
                  <a:lnTo>
                    <a:pt x="5653695" y="3560291"/>
                  </a:lnTo>
                  <a:lnTo>
                    <a:pt x="5682333" y="3481817"/>
                  </a:lnTo>
                  <a:lnTo>
                    <a:pt x="5711029" y="3399241"/>
                  </a:lnTo>
                  <a:lnTo>
                    <a:pt x="5739847" y="3312619"/>
                  </a:lnTo>
                  <a:lnTo>
                    <a:pt x="5768836" y="3222064"/>
                  </a:lnTo>
                  <a:lnTo>
                    <a:pt x="5798028" y="3127742"/>
                  </a:lnTo>
                  <a:lnTo>
                    <a:pt x="5827443" y="3029877"/>
                  </a:lnTo>
                  <a:lnTo>
                    <a:pt x="5857084" y="2928751"/>
                  </a:lnTo>
                  <a:lnTo>
                    <a:pt x="5886946" y="2824699"/>
                  </a:lnTo>
                  <a:lnTo>
                    <a:pt x="5917009" y="2718110"/>
                  </a:lnTo>
                  <a:lnTo>
                    <a:pt x="5947248" y="2609418"/>
                  </a:lnTo>
                  <a:lnTo>
                    <a:pt x="5977627" y="2499099"/>
                  </a:lnTo>
                  <a:lnTo>
                    <a:pt x="6008103" y="2387658"/>
                  </a:lnTo>
                  <a:lnTo>
                    <a:pt x="6038633" y="2275625"/>
                  </a:lnTo>
                  <a:lnTo>
                    <a:pt x="6069166" y="2163541"/>
                  </a:lnTo>
                  <a:lnTo>
                    <a:pt x="6099657" y="2051946"/>
                  </a:lnTo>
                  <a:lnTo>
                    <a:pt x="6130057" y="1941373"/>
                  </a:lnTo>
                  <a:lnTo>
                    <a:pt x="6160326" y="1832333"/>
                  </a:lnTo>
                  <a:lnTo>
                    <a:pt x="6190425" y="1725307"/>
                  </a:lnTo>
                  <a:lnTo>
                    <a:pt x="6220327" y="1620740"/>
                  </a:lnTo>
                  <a:lnTo>
                    <a:pt x="6250011" y="1519028"/>
                  </a:lnTo>
                  <a:lnTo>
                    <a:pt x="6279469" y="1420517"/>
                  </a:lnTo>
                  <a:lnTo>
                    <a:pt x="6308703" y="1325500"/>
                  </a:lnTo>
                  <a:lnTo>
                    <a:pt x="6337728" y="1234212"/>
                  </a:lnTo>
                  <a:lnTo>
                    <a:pt x="6366576" y="1146829"/>
                  </a:lnTo>
                  <a:lnTo>
                    <a:pt x="6395291" y="1063475"/>
                  </a:lnTo>
                  <a:lnTo>
                    <a:pt x="6423934" y="984216"/>
                  </a:lnTo>
                  <a:lnTo>
                    <a:pt x="6452585" y="909070"/>
                  </a:lnTo>
                  <a:lnTo>
                    <a:pt x="6481341" y="838006"/>
                  </a:lnTo>
                  <a:lnTo>
                    <a:pt x="6510324" y="770952"/>
                  </a:lnTo>
                  <a:lnTo>
                    <a:pt x="6515891" y="758605"/>
                  </a:lnTo>
                  <a:lnTo>
                    <a:pt x="6558288" y="670324"/>
                  </a:lnTo>
                  <a:lnTo>
                    <a:pt x="6601952" y="590145"/>
                  </a:lnTo>
                  <a:lnTo>
                    <a:pt x="6647445" y="517733"/>
                  </a:lnTo>
                  <a:lnTo>
                    <a:pt x="6695399" y="452480"/>
                  </a:lnTo>
                  <a:lnTo>
                    <a:pt x="6746467" y="393672"/>
                  </a:lnTo>
                  <a:lnTo>
                    <a:pt x="6801285" y="340590"/>
                  </a:lnTo>
                  <a:lnTo>
                    <a:pt x="6860412" y="292578"/>
                  </a:lnTo>
                  <a:lnTo>
                    <a:pt x="6924267" y="249072"/>
                  </a:lnTo>
                  <a:lnTo>
                    <a:pt x="6993037" y="209622"/>
                  </a:lnTo>
                  <a:lnTo>
                    <a:pt x="7066566" y="173905"/>
                  </a:lnTo>
                  <a:lnTo>
                    <a:pt x="7144229" y="141723"/>
                  </a:lnTo>
                  <a:lnTo>
                    <a:pt x="7224815" y="112995"/>
                  </a:lnTo>
                  <a:lnTo>
                    <a:pt x="7306444" y="87735"/>
                  </a:lnTo>
                  <a:lnTo>
                    <a:pt x="7386595" y="66013"/>
                  </a:lnTo>
                  <a:lnTo>
                    <a:pt x="7462262" y="47902"/>
                  </a:lnTo>
                  <a:lnTo>
                    <a:pt x="7530291" y="33410"/>
                  </a:lnTo>
                  <a:lnTo>
                    <a:pt x="7587858" y="22424"/>
                  </a:lnTo>
                  <a:lnTo>
                    <a:pt x="7632975" y="14667"/>
                  </a:lnTo>
                  <a:lnTo>
                    <a:pt x="7664917" y="9696"/>
                  </a:lnTo>
                  <a:lnTo>
                    <a:pt x="7684426" y="6938"/>
                  </a:lnTo>
                  <a:lnTo>
                    <a:pt x="7693690" y="57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51" y="101"/>
                  </a:lnTo>
                  <a:lnTo>
                    <a:pt x="7689519" y="824"/>
                  </a:lnTo>
                  <a:lnTo>
                    <a:pt x="7674793" y="2823"/>
                  </a:lnTo>
                  <a:lnTo>
                    <a:pt x="7648414" y="6759"/>
                  </a:lnTo>
                  <a:lnTo>
                    <a:pt x="7608996" y="13247"/>
                  </a:lnTo>
                  <a:lnTo>
                    <a:pt x="7556642" y="22791"/>
                  </a:lnTo>
                  <a:lnTo>
                    <a:pt x="7492833" y="35742"/>
                  </a:lnTo>
                  <a:lnTo>
                    <a:pt x="7420094" y="52281"/>
                  </a:lnTo>
                  <a:lnTo>
                    <a:pt x="7341497" y="72446"/>
                  </a:lnTo>
                  <a:lnTo>
                    <a:pt x="7260164" y="96184"/>
                  </a:lnTo>
                  <a:lnTo>
                    <a:pt x="7178857" y="123417"/>
                  </a:lnTo>
                  <a:lnTo>
                    <a:pt x="7099741" y="154100"/>
                  </a:lnTo>
                  <a:lnTo>
                    <a:pt x="7024314" y="188269"/>
                  </a:lnTo>
                  <a:lnTo>
                    <a:pt x="6953440" y="226070"/>
                  </a:lnTo>
                  <a:lnTo>
                    <a:pt x="6887462" y="267773"/>
                  </a:lnTo>
                  <a:lnTo>
                    <a:pt x="6826328" y="313771"/>
                  </a:lnTo>
                  <a:lnTo>
                    <a:pt x="6769707" y="364582"/>
                  </a:lnTo>
                  <a:lnTo>
                    <a:pt x="6717089" y="420825"/>
                  </a:lnTo>
                  <a:lnTo>
                    <a:pt x="6667868" y="483197"/>
                  </a:lnTo>
                  <a:lnTo>
                    <a:pt x="6621389" y="552426"/>
                  </a:lnTo>
                  <a:lnTo>
                    <a:pt x="6577007" y="629180"/>
                  </a:lnTo>
                  <a:lnTo>
                    <a:pt x="6534124" y="713938"/>
                  </a:lnTo>
                  <a:lnTo>
                    <a:pt x="6515891" y="753160"/>
                  </a:lnTo>
                  <a:lnTo>
                    <a:pt x="6486850" y="819460"/>
                  </a:lnTo>
                  <a:lnTo>
                    <a:pt x="6458060" y="889752"/>
                  </a:lnTo>
                  <a:lnTo>
                    <a:pt x="6429397" y="964116"/>
                  </a:lnTo>
                  <a:lnTo>
                    <a:pt x="6400759" y="1042590"/>
                  </a:lnTo>
                  <a:lnTo>
                    <a:pt x="6372064" y="1125166"/>
                  </a:lnTo>
                  <a:lnTo>
                    <a:pt x="6343245" y="1211788"/>
                  </a:lnTo>
                  <a:lnTo>
                    <a:pt x="6314256" y="1302343"/>
                  </a:lnTo>
                  <a:lnTo>
                    <a:pt x="6285064" y="1396665"/>
                  </a:lnTo>
                  <a:lnTo>
                    <a:pt x="6255650" y="1494530"/>
                  </a:lnTo>
                  <a:lnTo>
                    <a:pt x="6226008" y="1595656"/>
                  </a:lnTo>
                  <a:lnTo>
                    <a:pt x="6196147" y="1699708"/>
                  </a:lnTo>
                  <a:lnTo>
                    <a:pt x="6166083" y="1806297"/>
                  </a:lnTo>
                  <a:lnTo>
                    <a:pt x="6135844" y="1914989"/>
                  </a:lnTo>
                  <a:lnTo>
                    <a:pt x="6105466" y="2025308"/>
                  </a:lnTo>
                  <a:lnTo>
                    <a:pt x="6074989" y="2136749"/>
                  </a:lnTo>
                  <a:lnTo>
                    <a:pt x="6044460" y="2248781"/>
                  </a:lnTo>
                  <a:lnTo>
                    <a:pt x="6013926" y="2360866"/>
                  </a:lnTo>
                  <a:lnTo>
                    <a:pt x="5983436" y="2472461"/>
                  </a:lnTo>
                  <a:lnTo>
                    <a:pt x="5953035" y="2583034"/>
                  </a:lnTo>
                  <a:lnTo>
                    <a:pt x="5922767" y="2692074"/>
                  </a:lnTo>
                  <a:lnTo>
                    <a:pt x="5892667" y="2799099"/>
                  </a:lnTo>
                  <a:lnTo>
                    <a:pt x="5862765" y="2903667"/>
                  </a:lnTo>
                  <a:lnTo>
                    <a:pt x="5833081" y="3005379"/>
                  </a:lnTo>
                  <a:lnTo>
                    <a:pt x="5803623" y="3103890"/>
                  </a:lnTo>
                  <a:lnTo>
                    <a:pt x="5774390" y="3198907"/>
                  </a:lnTo>
                  <a:lnTo>
                    <a:pt x="5745364" y="3290195"/>
                  </a:lnTo>
                  <a:lnTo>
                    <a:pt x="5716517" y="3377578"/>
                  </a:lnTo>
                  <a:lnTo>
                    <a:pt x="5687802" y="3460932"/>
                  </a:lnTo>
                  <a:lnTo>
                    <a:pt x="5659159" y="3540191"/>
                  </a:lnTo>
                  <a:lnTo>
                    <a:pt x="5630508" y="3615337"/>
                  </a:lnTo>
                  <a:lnTo>
                    <a:pt x="5601751" y="3686401"/>
                  </a:lnTo>
                  <a:lnTo>
                    <a:pt x="5572769" y="3753455"/>
                  </a:lnTo>
                  <a:lnTo>
                    <a:pt x="5567201" y="3765802"/>
                  </a:lnTo>
                  <a:lnTo>
                    <a:pt x="5524805" y="3854083"/>
                  </a:lnTo>
                  <a:lnTo>
                    <a:pt x="5481140" y="3934262"/>
                  </a:lnTo>
                  <a:lnTo>
                    <a:pt x="5435647" y="4006674"/>
                  </a:lnTo>
                  <a:lnTo>
                    <a:pt x="5387694" y="4071927"/>
                  </a:lnTo>
                  <a:lnTo>
                    <a:pt x="5336625" y="4130735"/>
                  </a:lnTo>
                  <a:lnTo>
                    <a:pt x="5281807" y="4183817"/>
                  </a:lnTo>
                  <a:lnTo>
                    <a:pt x="5222680" y="4231829"/>
                  </a:lnTo>
                  <a:lnTo>
                    <a:pt x="5158825" y="4275335"/>
                  </a:lnTo>
                  <a:lnTo>
                    <a:pt x="5090055" y="4314785"/>
                  </a:lnTo>
                  <a:lnTo>
                    <a:pt x="5016527" y="4350502"/>
                  </a:lnTo>
                  <a:lnTo>
                    <a:pt x="4938863" y="4382684"/>
                  </a:lnTo>
                  <a:lnTo>
                    <a:pt x="4858278" y="4411412"/>
                  </a:lnTo>
                  <a:lnTo>
                    <a:pt x="4776648" y="4436672"/>
                  </a:lnTo>
                  <a:lnTo>
                    <a:pt x="4696497" y="4458394"/>
                  </a:lnTo>
                  <a:lnTo>
                    <a:pt x="4620831" y="4476505"/>
                  </a:lnTo>
                  <a:lnTo>
                    <a:pt x="4552801" y="4490997"/>
                  </a:lnTo>
                  <a:lnTo>
                    <a:pt x="4495235" y="4501983"/>
                  </a:lnTo>
                  <a:lnTo>
                    <a:pt x="4450117" y="4509740"/>
                  </a:lnTo>
                  <a:lnTo>
                    <a:pt x="4418175" y="4514711"/>
                  </a:lnTo>
                  <a:lnTo>
                    <a:pt x="4398666" y="4517468"/>
                  </a:lnTo>
                  <a:lnTo>
                    <a:pt x="4389403" y="4518662"/>
                  </a:lnTo>
                  <a:lnTo>
                    <a:pt x="4386855" y="4518963"/>
                  </a:lnTo>
                  <a:lnTo>
                    <a:pt x="3848118" y="4518963"/>
                  </a:lnTo>
                  <a:lnTo>
                    <a:pt x="3846816" y="4518969"/>
                  </a:lnTo>
                  <a:lnTo>
                    <a:pt x="3838322" y="4519015"/>
                  </a:lnTo>
                  <a:lnTo>
                    <a:pt x="3817146" y="4519140"/>
                  </a:lnTo>
                  <a:lnTo>
                    <a:pt x="3779894" y="4519386"/>
                  </a:lnTo>
                  <a:lnTo>
                    <a:pt x="3725591" y="4519788"/>
                  </a:lnTo>
                  <a:lnTo>
                    <a:pt x="3655698" y="4520372"/>
                  </a:lnTo>
                  <a:lnTo>
                    <a:pt x="3573629" y="4521151"/>
                  </a:lnTo>
                  <a:lnTo>
                    <a:pt x="3483863" y="4522128"/>
                  </a:lnTo>
                  <a:lnTo>
                    <a:pt x="3390985" y="4523301"/>
                  </a:lnTo>
                  <a:lnTo>
                    <a:pt x="3298925" y="4524664"/>
                  </a:lnTo>
                  <a:lnTo>
                    <a:pt x="3210568" y="4526217"/>
                  </a:lnTo>
                  <a:lnTo>
                    <a:pt x="3127682" y="4527964"/>
                  </a:lnTo>
                  <a:lnTo>
                    <a:pt x="3051062" y="4529919"/>
                  </a:lnTo>
                  <a:lnTo>
                    <a:pt x="2980768" y="4532106"/>
                  </a:lnTo>
                  <a:lnTo>
                    <a:pt x="2916355" y="4534555"/>
                  </a:lnTo>
                  <a:lnTo>
                    <a:pt x="2857069" y="4537305"/>
                  </a:lnTo>
                  <a:lnTo>
                    <a:pt x="2801995" y="4540400"/>
                  </a:lnTo>
                  <a:lnTo>
                    <a:pt x="2750166" y="4543885"/>
                  </a:lnTo>
                  <a:lnTo>
                    <a:pt x="2700650" y="4547798"/>
                  </a:lnTo>
                  <a:lnTo>
                    <a:pt x="2667772" y="4550723"/>
                  </a:lnTo>
                  <a:lnTo>
                    <a:pt x="2615210" y="4555926"/>
                  </a:lnTo>
                  <a:lnTo>
                    <a:pt x="2563150" y="4561693"/>
                  </a:lnTo>
                  <a:lnTo>
                    <a:pt x="2511005" y="4568031"/>
                  </a:lnTo>
                  <a:lnTo>
                    <a:pt x="2458387" y="4574925"/>
                  </a:lnTo>
                  <a:lnTo>
                    <a:pt x="2405087" y="4582333"/>
                  </a:lnTo>
                  <a:lnTo>
                    <a:pt x="2351044" y="4590190"/>
                  </a:lnTo>
                  <a:lnTo>
                    <a:pt x="2296333" y="4598405"/>
                  </a:lnTo>
                  <a:lnTo>
                    <a:pt x="2241130" y="4606865"/>
                  </a:lnTo>
                  <a:lnTo>
                    <a:pt x="2185684" y="4615441"/>
                  </a:lnTo>
                  <a:lnTo>
                    <a:pt x="2130278" y="4623999"/>
                  </a:lnTo>
                  <a:lnTo>
                    <a:pt x="2075189" y="4632402"/>
                  </a:lnTo>
                  <a:lnTo>
                    <a:pt x="2020651" y="4640528"/>
                  </a:lnTo>
                  <a:lnTo>
                    <a:pt x="1966814" y="4648268"/>
                  </a:lnTo>
                  <a:lnTo>
                    <a:pt x="1913716" y="4655538"/>
                  </a:lnTo>
                  <a:lnTo>
                    <a:pt x="1861258" y="4662280"/>
                  </a:lnTo>
                  <a:lnTo>
                    <a:pt x="1809184" y="4668459"/>
                  </a:lnTo>
                  <a:lnTo>
                    <a:pt x="1757053" y="4674067"/>
                  </a:lnTo>
                  <a:lnTo>
                    <a:pt x="1719082" y="4677762"/>
                  </a:lnTo>
                  <a:lnTo>
                    <a:pt x="1670672" y="4681977"/>
                  </a:lnTo>
                  <a:lnTo>
                    <a:pt x="1620516" y="4685751"/>
                  </a:lnTo>
                  <a:lnTo>
                    <a:pt x="1567760" y="4689108"/>
                  </a:lnTo>
                  <a:lnTo>
                    <a:pt x="1511452" y="4692088"/>
                  </a:lnTo>
                  <a:lnTo>
                    <a:pt x="1450631" y="4694738"/>
                  </a:lnTo>
                  <a:lnTo>
                    <a:pt x="1384420" y="4697100"/>
                  </a:lnTo>
                  <a:lnTo>
                    <a:pt x="1312145" y="4699210"/>
                  </a:lnTo>
                  <a:lnTo>
                    <a:pt x="1233498" y="4701097"/>
                  </a:lnTo>
                  <a:lnTo>
                    <a:pt x="1148745" y="4702782"/>
                  </a:lnTo>
                  <a:lnTo>
                    <a:pt x="1058969" y="4704274"/>
                  </a:lnTo>
                  <a:lnTo>
                    <a:pt x="966283" y="4705577"/>
                  </a:lnTo>
                  <a:lnTo>
                    <a:pt x="873925" y="4706688"/>
                  </a:lnTo>
                  <a:lnTo>
                    <a:pt x="786094" y="4707603"/>
                  </a:lnTo>
                  <a:lnTo>
                    <a:pt x="707439" y="4708319"/>
                  </a:lnTo>
                  <a:lnTo>
                    <a:pt x="642207" y="4708843"/>
                  </a:lnTo>
                  <a:lnTo>
                    <a:pt x="593273" y="4709192"/>
                  </a:lnTo>
                  <a:lnTo>
                    <a:pt x="561354" y="4709395"/>
                  </a:lnTo>
                  <a:lnTo>
                    <a:pt x="544683" y="4709491"/>
                  </a:lnTo>
                  <a:lnTo>
                    <a:pt x="539158" y="4709520"/>
                  </a:lnTo>
                  <a:lnTo>
                    <a:pt x="538736" y="4709522"/>
                  </a:lnTo>
                  <a:lnTo>
                    <a:pt x="0" y="4709522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71" name="pl1671"/>
            <p:cNvSpPr/>
            <p:nvPr/>
          </p:nvSpPr>
          <p:spPr>
            <a:xfrm>
              <a:off x="546595" y="549009"/>
              <a:ext cx="8234974" cy="4709522"/>
            </a:xfrm>
            <a:custGeom>
              <a:avLst/>
              <a:pathLst>
                <a:path w="8234974" h="4709522">
                  <a:moveTo>
                    <a:pt x="0" y="4709522"/>
                  </a:moveTo>
                  <a:lnTo>
                    <a:pt x="538736" y="4709522"/>
                  </a:lnTo>
                  <a:lnTo>
                    <a:pt x="540038" y="4709515"/>
                  </a:lnTo>
                  <a:lnTo>
                    <a:pt x="548533" y="4709470"/>
                  </a:lnTo>
                  <a:lnTo>
                    <a:pt x="569708" y="4709344"/>
                  </a:lnTo>
                  <a:lnTo>
                    <a:pt x="606960" y="4709098"/>
                  </a:lnTo>
                  <a:lnTo>
                    <a:pt x="661264" y="4708696"/>
                  </a:lnTo>
                  <a:lnTo>
                    <a:pt x="731156" y="4708113"/>
                  </a:lnTo>
                  <a:lnTo>
                    <a:pt x="813226" y="4707334"/>
                  </a:lnTo>
                  <a:lnTo>
                    <a:pt x="902992" y="4706356"/>
                  </a:lnTo>
                  <a:lnTo>
                    <a:pt x="995870" y="4705184"/>
                  </a:lnTo>
                  <a:lnTo>
                    <a:pt x="1087929" y="4703820"/>
                  </a:lnTo>
                  <a:lnTo>
                    <a:pt x="1176286" y="4702268"/>
                  </a:lnTo>
                  <a:lnTo>
                    <a:pt x="1259173" y="4700521"/>
                  </a:lnTo>
                  <a:lnTo>
                    <a:pt x="1335792" y="4698565"/>
                  </a:lnTo>
                  <a:lnTo>
                    <a:pt x="1406086" y="4696379"/>
                  </a:lnTo>
                  <a:lnTo>
                    <a:pt x="1470500" y="4693930"/>
                  </a:lnTo>
                  <a:lnTo>
                    <a:pt x="1529786" y="4691179"/>
                  </a:lnTo>
                  <a:lnTo>
                    <a:pt x="1584860" y="4688084"/>
                  </a:lnTo>
                  <a:lnTo>
                    <a:pt x="1636689" y="4684599"/>
                  </a:lnTo>
                  <a:lnTo>
                    <a:pt x="1686204" y="4680686"/>
                  </a:lnTo>
                  <a:lnTo>
                    <a:pt x="1719082" y="4677762"/>
                  </a:lnTo>
                  <a:lnTo>
                    <a:pt x="1771645" y="4672558"/>
                  </a:lnTo>
                  <a:lnTo>
                    <a:pt x="1823704" y="4666791"/>
                  </a:lnTo>
                  <a:lnTo>
                    <a:pt x="1875850" y="4660453"/>
                  </a:lnTo>
                  <a:lnTo>
                    <a:pt x="1928467" y="4653560"/>
                  </a:lnTo>
                  <a:lnTo>
                    <a:pt x="1981768" y="4646151"/>
                  </a:lnTo>
                  <a:lnTo>
                    <a:pt x="2035810" y="4638294"/>
                  </a:lnTo>
                  <a:lnTo>
                    <a:pt x="2090521" y="4630079"/>
                  </a:lnTo>
                  <a:lnTo>
                    <a:pt x="2145724" y="4621620"/>
                  </a:lnTo>
                  <a:lnTo>
                    <a:pt x="2201171" y="4613043"/>
                  </a:lnTo>
                  <a:lnTo>
                    <a:pt x="2256577" y="4604486"/>
                  </a:lnTo>
                  <a:lnTo>
                    <a:pt x="2311665" y="4596082"/>
                  </a:lnTo>
                  <a:lnTo>
                    <a:pt x="2366203" y="4587957"/>
                  </a:lnTo>
                  <a:lnTo>
                    <a:pt x="2420041" y="4580216"/>
                  </a:lnTo>
                  <a:lnTo>
                    <a:pt x="2473139" y="4572946"/>
                  </a:lnTo>
                  <a:lnTo>
                    <a:pt x="2525596" y="4566205"/>
                  </a:lnTo>
                  <a:lnTo>
                    <a:pt x="2577671" y="4560026"/>
                  </a:lnTo>
                  <a:lnTo>
                    <a:pt x="2629802" y="4554417"/>
                  </a:lnTo>
                  <a:lnTo>
                    <a:pt x="2667772" y="4550723"/>
                  </a:lnTo>
                  <a:lnTo>
                    <a:pt x="2716183" y="4546507"/>
                  </a:lnTo>
                  <a:lnTo>
                    <a:pt x="2766338" y="4542733"/>
                  </a:lnTo>
                  <a:lnTo>
                    <a:pt x="2819094" y="4539377"/>
                  </a:lnTo>
                  <a:lnTo>
                    <a:pt x="2875402" y="4536396"/>
                  </a:lnTo>
                  <a:lnTo>
                    <a:pt x="2936223" y="4533746"/>
                  </a:lnTo>
                  <a:lnTo>
                    <a:pt x="3002434" y="4531384"/>
                  </a:lnTo>
                  <a:lnTo>
                    <a:pt x="3074709" y="4529274"/>
                  </a:lnTo>
                  <a:lnTo>
                    <a:pt x="3153357" y="4527387"/>
                  </a:lnTo>
                  <a:lnTo>
                    <a:pt x="3238109" y="4525703"/>
                  </a:lnTo>
                  <a:lnTo>
                    <a:pt x="3327886" y="4524211"/>
                  </a:lnTo>
                  <a:lnTo>
                    <a:pt x="3420572" y="4522907"/>
                  </a:lnTo>
                  <a:lnTo>
                    <a:pt x="3512930" y="4521796"/>
                  </a:lnTo>
                  <a:lnTo>
                    <a:pt x="3600760" y="4520882"/>
                  </a:lnTo>
                  <a:lnTo>
                    <a:pt x="3679416" y="4520166"/>
                  </a:lnTo>
                  <a:lnTo>
                    <a:pt x="3744648" y="4519642"/>
                  </a:lnTo>
                  <a:lnTo>
                    <a:pt x="3793582" y="4519293"/>
                  </a:lnTo>
                  <a:lnTo>
                    <a:pt x="3825500" y="4519089"/>
                  </a:lnTo>
                  <a:lnTo>
                    <a:pt x="3842172" y="4518993"/>
                  </a:lnTo>
                  <a:lnTo>
                    <a:pt x="3847697" y="4518965"/>
                  </a:lnTo>
                  <a:lnTo>
                    <a:pt x="3848118" y="4518963"/>
                  </a:lnTo>
                  <a:lnTo>
                    <a:pt x="4386855" y="4518963"/>
                  </a:lnTo>
                  <a:lnTo>
                    <a:pt x="4387741" y="4518861"/>
                  </a:lnTo>
                  <a:lnTo>
                    <a:pt x="4393574" y="4518138"/>
                  </a:lnTo>
                  <a:lnTo>
                    <a:pt x="4408299" y="4516139"/>
                  </a:lnTo>
                  <a:lnTo>
                    <a:pt x="4434679" y="4512203"/>
                  </a:lnTo>
                  <a:lnTo>
                    <a:pt x="4474097" y="4505716"/>
                  </a:lnTo>
                  <a:lnTo>
                    <a:pt x="4526451" y="4496172"/>
                  </a:lnTo>
                  <a:lnTo>
                    <a:pt x="4590259" y="4483221"/>
                  </a:lnTo>
                  <a:lnTo>
                    <a:pt x="4662999" y="4466682"/>
                  </a:lnTo>
                  <a:lnTo>
                    <a:pt x="4741595" y="4446517"/>
                  </a:lnTo>
                  <a:lnTo>
                    <a:pt x="4822928" y="4422778"/>
                  </a:lnTo>
                  <a:lnTo>
                    <a:pt x="4904236" y="4395545"/>
                  </a:lnTo>
                  <a:lnTo>
                    <a:pt x="4983351" y="4364862"/>
                  </a:lnTo>
                  <a:lnTo>
                    <a:pt x="5058779" y="4330693"/>
                  </a:lnTo>
                  <a:lnTo>
                    <a:pt x="5129653" y="4292892"/>
                  </a:lnTo>
                  <a:lnTo>
                    <a:pt x="5195630" y="4251190"/>
                  </a:lnTo>
                  <a:lnTo>
                    <a:pt x="5256764" y="4205191"/>
                  </a:lnTo>
                  <a:lnTo>
                    <a:pt x="5313386" y="4154381"/>
                  </a:lnTo>
                  <a:lnTo>
                    <a:pt x="5366003" y="4098138"/>
                  </a:lnTo>
                  <a:lnTo>
                    <a:pt x="5415225" y="4035765"/>
                  </a:lnTo>
                  <a:lnTo>
                    <a:pt x="5461703" y="3966537"/>
                  </a:lnTo>
                  <a:lnTo>
                    <a:pt x="5506085" y="3889783"/>
                  </a:lnTo>
                  <a:lnTo>
                    <a:pt x="5548969" y="3805024"/>
                  </a:lnTo>
                  <a:lnTo>
                    <a:pt x="5567201" y="3765802"/>
                  </a:lnTo>
                  <a:lnTo>
                    <a:pt x="5596242" y="3699502"/>
                  </a:lnTo>
                  <a:lnTo>
                    <a:pt x="5625032" y="3629210"/>
                  </a:lnTo>
                  <a:lnTo>
                    <a:pt x="5653695" y="3554846"/>
                  </a:lnTo>
                  <a:lnTo>
                    <a:pt x="5682333" y="3476373"/>
                  </a:lnTo>
                  <a:lnTo>
                    <a:pt x="5711029" y="3393796"/>
                  </a:lnTo>
                  <a:lnTo>
                    <a:pt x="5739847" y="3307175"/>
                  </a:lnTo>
                  <a:lnTo>
                    <a:pt x="5768836" y="3216620"/>
                  </a:lnTo>
                  <a:lnTo>
                    <a:pt x="5798028" y="3122298"/>
                  </a:lnTo>
                  <a:lnTo>
                    <a:pt x="5827443" y="3024433"/>
                  </a:lnTo>
                  <a:lnTo>
                    <a:pt x="5857084" y="2923306"/>
                  </a:lnTo>
                  <a:lnTo>
                    <a:pt x="5886946" y="2819255"/>
                  </a:lnTo>
                  <a:lnTo>
                    <a:pt x="5917009" y="2712665"/>
                  </a:lnTo>
                  <a:lnTo>
                    <a:pt x="5947248" y="2603974"/>
                  </a:lnTo>
                  <a:lnTo>
                    <a:pt x="5977627" y="2493654"/>
                  </a:lnTo>
                  <a:lnTo>
                    <a:pt x="6008103" y="2382214"/>
                  </a:lnTo>
                  <a:lnTo>
                    <a:pt x="6038633" y="2270181"/>
                  </a:lnTo>
                  <a:lnTo>
                    <a:pt x="6069166" y="2158096"/>
                  </a:lnTo>
                  <a:lnTo>
                    <a:pt x="6099657" y="2046501"/>
                  </a:lnTo>
                  <a:lnTo>
                    <a:pt x="6130057" y="1935928"/>
                  </a:lnTo>
                  <a:lnTo>
                    <a:pt x="6160326" y="1826888"/>
                  </a:lnTo>
                  <a:lnTo>
                    <a:pt x="6190425" y="1719863"/>
                  </a:lnTo>
                  <a:lnTo>
                    <a:pt x="6220327" y="1615295"/>
                  </a:lnTo>
                  <a:lnTo>
                    <a:pt x="6250011" y="1513583"/>
                  </a:lnTo>
                  <a:lnTo>
                    <a:pt x="6279469" y="1415073"/>
                  </a:lnTo>
                  <a:lnTo>
                    <a:pt x="6308703" y="1320056"/>
                  </a:lnTo>
                  <a:lnTo>
                    <a:pt x="6337728" y="1228767"/>
                  </a:lnTo>
                  <a:lnTo>
                    <a:pt x="6366576" y="1141385"/>
                  </a:lnTo>
                  <a:lnTo>
                    <a:pt x="6395291" y="1058030"/>
                  </a:lnTo>
                  <a:lnTo>
                    <a:pt x="6423934" y="978772"/>
                  </a:lnTo>
                  <a:lnTo>
                    <a:pt x="6452585" y="903625"/>
                  </a:lnTo>
                  <a:lnTo>
                    <a:pt x="6481341" y="832562"/>
                  </a:lnTo>
                  <a:lnTo>
                    <a:pt x="6510324" y="765508"/>
                  </a:lnTo>
                  <a:lnTo>
                    <a:pt x="6515891" y="753160"/>
                  </a:lnTo>
                  <a:lnTo>
                    <a:pt x="6558288" y="664879"/>
                  </a:lnTo>
                  <a:lnTo>
                    <a:pt x="6601952" y="584700"/>
                  </a:lnTo>
                  <a:lnTo>
                    <a:pt x="6647445" y="512288"/>
                  </a:lnTo>
                  <a:lnTo>
                    <a:pt x="6695399" y="447035"/>
                  </a:lnTo>
                  <a:lnTo>
                    <a:pt x="6746467" y="388227"/>
                  </a:lnTo>
                  <a:lnTo>
                    <a:pt x="6801285" y="335146"/>
                  </a:lnTo>
                  <a:lnTo>
                    <a:pt x="6860412" y="287134"/>
                  </a:lnTo>
                  <a:lnTo>
                    <a:pt x="6924267" y="243627"/>
                  </a:lnTo>
                  <a:lnTo>
                    <a:pt x="6993037" y="204178"/>
                  </a:lnTo>
                  <a:lnTo>
                    <a:pt x="7066566" y="168461"/>
                  </a:lnTo>
                  <a:lnTo>
                    <a:pt x="7144229" y="136279"/>
                  </a:lnTo>
                  <a:lnTo>
                    <a:pt x="7224815" y="107550"/>
                  </a:lnTo>
                  <a:lnTo>
                    <a:pt x="7306444" y="82290"/>
                  </a:lnTo>
                  <a:lnTo>
                    <a:pt x="7386595" y="60568"/>
                  </a:lnTo>
                  <a:lnTo>
                    <a:pt x="7462262" y="42457"/>
                  </a:lnTo>
                  <a:lnTo>
                    <a:pt x="7530291" y="27966"/>
                  </a:lnTo>
                  <a:lnTo>
                    <a:pt x="7587858" y="16979"/>
                  </a:lnTo>
                  <a:lnTo>
                    <a:pt x="7632975" y="9222"/>
                  </a:lnTo>
                  <a:lnTo>
                    <a:pt x="7664917" y="4252"/>
                  </a:lnTo>
                  <a:lnTo>
                    <a:pt x="7684426" y="1494"/>
                  </a:lnTo>
                  <a:lnTo>
                    <a:pt x="7693690" y="300"/>
                  </a:lnTo>
                  <a:lnTo>
                    <a:pt x="7696163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2" name="pl1672"/>
            <p:cNvSpPr/>
            <p:nvPr/>
          </p:nvSpPr>
          <p:spPr>
            <a:xfrm>
              <a:off x="546595" y="543564"/>
              <a:ext cx="8234974" cy="4709522"/>
            </a:xfrm>
            <a:custGeom>
              <a:avLst/>
              <a:pathLst>
                <a:path w="8234974" h="4709522">
                  <a:moveTo>
                    <a:pt x="8234974" y="0"/>
                  </a:moveTo>
                  <a:lnTo>
                    <a:pt x="7696237" y="0"/>
                  </a:lnTo>
                  <a:lnTo>
                    <a:pt x="7695351" y="101"/>
                  </a:lnTo>
                  <a:lnTo>
                    <a:pt x="7689519" y="824"/>
                  </a:lnTo>
                  <a:lnTo>
                    <a:pt x="7674793" y="2823"/>
                  </a:lnTo>
                  <a:lnTo>
                    <a:pt x="7648414" y="6759"/>
                  </a:lnTo>
                  <a:lnTo>
                    <a:pt x="7608996" y="13247"/>
                  </a:lnTo>
                  <a:lnTo>
                    <a:pt x="7556642" y="22791"/>
                  </a:lnTo>
                  <a:lnTo>
                    <a:pt x="7492833" y="35742"/>
                  </a:lnTo>
                  <a:lnTo>
                    <a:pt x="7420094" y="52281"/>
                  </a:lnTo>
                  <a:lnTo>
                    <a:pt x="7341497" y="72446"/>
                  </a:lnTo>
                  <a:lnTo>
                    <a:pt x="7260164" y="96184"/>
                  </a:lnTo>
                  <a:lnTo>
                    <a:pt x="7178857" y="123417"/>
                  </a:lnTo>
                  <a:lnTo>
                    <a:pt x="7099741" y="154100"/>
                  </a:lnTo>
                  <a:lnTo>
                    <a:pt x="7024314" y="188269"/>
                  </a:lnTo>
                  <a:lnTo>
                    <a:pt x="6953440" y="226070"/>
                  </a:lnTo>
                  <a:lnTo>
                    <a:pt x="6887462" y="267773"/>
                  </a:lnTo>
                  <a:lnTo>
                    <a:pt x="6826328" y="313771"/>
                  </a:lnTo>
                  <a:lnTo>
                    <a:pt x="6769707" y="364582"/>
                  </a:lnTo>
                  <a:lnTo>
                    <a:pt x="6717089" y="420825"/>
                  </a:lnTo>
                  <a:lnTo>
                    <a:pt x="6667868" y="483197"/>
                  </a:lnTo>
                  <a:lnTo>
                    <a:pt x="6621389" y="552426"/>
                  </a:lnTo>
                  <a:lnTo>
                    <a:pt x="6577007" y="629180"/>
                  </a:lnTo>
                  <a:lnTo>
                    <a:pt x="6534124" y="713938"/>
                  </a:lnTo>
                  <a:lnTo>
                    <a:pt x="6515891" y="753160"/>
                  </a:lnTo>
                  <a:lnTo>
                    <a:pt x="6486850" y="819460"/>
                  </a:lnTo>
                  <a:lnTo>
                    <a:pt x="6458060" y="889752"/>
                  </a:lnTo>
                  <a:lnTo>
                    <a:pt x="6429397" y="964116"/>
                  </a:lnTo>
                  <a:lnTo>
                    <a:pt x="6400759" y="1042590"/>
                  </a:lnTo>
                  <a:lnTo>
                    <a:pt x="6372064" y="1125166"/>
                  </a:lnTo>
                  <a:lnTo>
                    <a:pt x="6343245" y="1211788"/>
                  </a:lnTo>
                  <a:lnTo>
                    <a:pt x="6314256" y="1302343"/>
                  </a:lnTo>
                  <a:lnTo>
                    <a:pt x="6285064" y="1396665"/>
                  </a:lnTo>
                  <a:lnTo>
                    <a:pt x="6255650" y="1494530"/>
                  </a:lnTo>
                  <a:lnTo>
                    <a:pt x="6226008" y="1595656"/>
                  </a:lnTo>
                  <a:lnTo>
                    <a:pt x="6196147" y="1699708"/>
                  </a:lnTo>
                  <a:lnTo>
                    <a:pt x="6166083" y="1806297"/>
                  </a:lnTo>
                  <a:lnTo>
                    <a:pt x="6135844" y="1914989"/>
                  </a:lnTo>
                  <a:lnTo>
                    <a:pt x="6105466" y="2025308"/>
                  </a:lnTo>
                  <a:lnTo>
                    <a:pt x="6074989" y="2136749"/>
                  </a:lnTo>
                  <a:lnTo>
                    <a:pt x="6044460" y="2248781"/>
                  </a:lnTo>
                  <a:lnTo>
                    <a:pt x="6013926" y="2360866"/>
                  </a:lnTo>
                  <a:lnTo>
                    <a:pt x="5983436" y="2472461"/>
                  </a:lnTo>
                  <a:lnTo>
                    <a:pt x="5953035" y="2583034"/>
                  </a:lnTo>
                  <a:lnTo>
                    <a:pt x="5922767" y="2692074"/>
                  </a:lnTo>
                  <a:lnTo>
                    <a:pt x="5892667" y="2799099"/>
                  </a:lnTo>
                  <a:lnTo>
                    <a:pt x="5862765" y="2903667"/>
                  </a:lnTo>
                  <a:lnTo>
                    <a:pt x="5833081" y="3005379"/>
                  </a:lnTo>
                  <a:lnTo>
                    <a:pt x="5803623" y="3103890"/>
                  </a:lnTo>
                  <a:lnTo>
                    <a:pt x="5774390" y="3198907"/>
                  </a:lnTo>
                  <a:lnTo>
                    <a:pt x="5745364" y="3290195"/>
                  </a:lnTo>
                  <a:lnTo>
                    <a:pt x="5716517" y="3377578"/>
                  </a:lnTo>
                  <a:lnTo>
                    <a:pt x="5687802" y="3460932"/>
                  </a:lnTo>
                  <a:lnTo>
                    <a:pt x="5659159" y="3540191"/>
                  </a:lnTo>
                  <a:lnTo>
                    <a:pt x="5630508" y="3615337"/>
                  </a:lnTo>
                  <a:lnTo>
                    <a:pt x="5601751" y="3686401"/>
                  </a:lnTo>
                  <a:lnTo>
                    <a:pt x="5572769" y="3753455"/>
                  </a:lnTo>
                  <a:lnTo>
                    <a:pt x="5567201" y="3765802"/>
                  </a:lnTo>
                  <a:lnTo>
                    <a:pt x="5524805" y="3854083"/>
                  </a:lnTo>
                  <a:lnTo>
                    <a:pt x="5481140" y="3934262"/>
                  </a:lnTo>
                  <a:lnTo>
                    <a:pt x="5435647" y="4006674"/>
                  </a:lnTo>
                  <a:lnTo>
                    <a:pt x="5387694" y="4071927"/>
                  </a:lnTo>
                  <a:lnTo>
                    <a:pt x="5336625" y="4130735"/>
                  </a:lnTo>
                  <a:lnTo>
                    <a:pt x="5281807" y="4183817"/>
                  </a:lnTo>
                  <a:lnTo>
                    <a:pt x="5222680" y="4231829"/>
                  </a:lnTo>
                  <a:lnTo>
                    <a:pt x="5158825" y="4275335"/>
                  </a:lnTo>
                  <a:lnTo>
                    <a:pt x="5090055" y="4314785"/>
                  </a:lnTo>
                  <a:lnTo>
                    <a:pt x="5016527" y="4350502"/>
                  </a:lnTo>
                  <a:lnTo>
                    <a:pt x="4938863" y="4382684"/>
                  </a:lnTo>
                  <a:lnTo>
                    <a:pt x="4858278" y="4411412"/>
                  </a:lnTo>
                  <a:lnTo>
                    <a:pt x="4776648" y="4436672"/>
                  </a:lnTo>
                  <a:lnTo>
                    <a:pt x="4696497" y="4458394"/>
                  </a:lnTo>
                  <a:lnTo>
                    <a:pt x="4620831" y="4476505"/>
                  </a:lnTo>
                  <a:lnTo>
                    <a:pt x="4552801" y="4490997"/>
                  </a:lnTo>
                  <a:lnTo>
                    <a:pt x="4495235" y="4501983"/>
                  </a:lnTo>
                  <a:lnTo>
                    <a:pt x="4450117" y="4509740"/>
                  </a:lnTo>
                  <a:lnTo>
                    <a:pt x="4418175" y="4514711"/>
                  </a:lnTo>
                  <a:lnTo>
                    <a:pt x="4398666" y="4517468"/>
                  </a:lnTo>
                  <a:lnTo>
                    <a:pt x="4389403" y="4518662"/>
                  </a:lnTo>
                  <a:lnTo>
                    <a:pt x="4386929" y="4518955"/>
                  </a:lnTo>
                  <a:lnTo>
                    <a:pt x="4386855" y="4518963"/>
                  </a:lnTo>
                  <a:lnTo>
                    <a:pt x="3848118" y="4518963"/>
                  </a:lnTo>
                  <a:lnTo>
                    <a:pt x="3846816" y="4518969"/>
                  </a:lnTo>
                  <a:lnTo>
                    <a:pt x="3838322" y="4519015"/>
                  </a:lnTo>
                  <a:lnTo>
                    <a:pt x="3817146" y="4519140"/>
                  </a:lnTo>
                  <a:lnTo>
                    <a:pt x="3779894" y="4519386"/>
                  </a:lnTo>
                  <a:lnTo>
                    <a:pt x="3725591" y="4519788"/>
                  </a:lnTo>
                  <a:lnTo>
                    <a:pt x="3655698" y="4520372"/>
                  </a:lnTo>
                  <a:lnTo>
                    <a:pt x="3573629" y="4521151"/>
                  </a:lnTo>
                  <a:lnTo>
                    <a:pt x="3483863" y="4522128"/>
                  </a:lnTo>
                  <a:lnTo>
                    <a:pt x="3390985" y="4523301"/>
                  </a:lnTo>
                  <a:lnTo>
                    <a:pt x="3298925" y="4524664"/>
                  </a:lnTo>
                  <a:lnTo>
                    <a:pt x="3210568" y="4526217"/>
                  </a:lnTo>
                  <a:lnTo>
                    <a:pt x="3127682" y="4527964"/>
                  </a:lnTo>
                  <a:lnTo>
                    <a:pt x="3051062" y="4529919"/>
                  </a:lnTo>
                  <a:lnTo>
                    <a:pt x="2980768" y="4532106"/>
                  </a:lnTo>
                  <a:lnTo>
                    <a:pt x="2916355" y="4534555"/>
                  </a:lnTo>
                  <a:lnTo>
                    <a:pt x="2857069" y="4537305"/>
                  </a:lnTo>
                  <a:lnTo>
                    <a:pt x="2801995" y="4540400"/>
                  </a:lnTo>
                  <a:lnTo>
                    <a:pt x="2750166" y="4543885"/>
                  </a:lnTo>
                  <a:lnTo>
                    <a:pt x="2700650" y="4547798"/>
                  </a:lnTo>
                  <a:lnTo>
                    <a:pt x="2667772" y="4550723"/>
                  </a:lnTo>
                  <a:lnTo>
                    <a:pt x="2615210" y="4555926"/>
                  </a:lnTo>
                  <a:lnTo>
                    <a:pt x="2563150" y="4561693"/>
                  </a:lnTo>
                  <a:lnTo>
                    <a:pt x="2511005" y="4568031"/>
                  </a:lnTo>
                  <a:lnTo>
                    <a:pt x="2458387" y="4574925"/>
                  </a:lnTo>
                  <a:lnTo>
                    <a:pt x="2405087" y="4582333"/>
                  </a:lnTo>
                  <a:lnTo>
                    <a:pt x="2351044" y="4590190"/>
                  </a:lnTo>
                  <a:lnTo>
                    <a:pt x="2296333" y="4598405"/>
                  </a:lnTo>
                  <a:lnTo>
                    <a:pt x="2241130" y="4606865"/>
                  </a:lnTo>
                  <a:lnTo>
                    <a:pt x="2185684" y="4615441"/>
                  </a:lnTo>
                  <a:lnTo>
                    <a:pt x="2130278" y="4623999"/>
                  </a:lnTo>
                  <a:lnTo>
                    <a:pt x="2075189" y="4632402"/>
                  </a:lnTo>
                  <a:lnTo>
                    <a:pt x="2020651" y="4640528"/>
                  </a:lnTo>
                  <a:lnTo>
                    <a:pt x="1966814" y="4648268"/>
                  </a:lnTo>
                  <a:lnTo>
                    <a:pt x="1913716" y="4655538"/>
                  </a:lnTo>
                  <a:lnTo>
                    <a:pt x="1861258" y="4662280"/>
                  </a:lnTo>
                  <a:lnTo>
                    <a:pt x="1809184" y="4668459"/>
                  </a:lnTo>
                  <a:lnTo>
                    <a:pt x="1757053" y="4674067"/>
                  </a:lnTo>
                  <a:lnTo>
                    <a:pt x="1719082" y="4677762"/>
                  </a:lnTo>
                  <a:lnTo>
                    <a:pt x="1670672" y="4681977"/>
                  </a:lnTo>
                  <a:lnTo>
                    <a:pt x="1620516" y="4685751"/>
                  </a:lnTo>
                  <a:lnTo>
                    <a:pt x="1567760" y="4689108"/>
                  </a:lnTo>
                  <a:lnTo>
                    <a:pt x="1511452" y="4692088"/>
                  </a:lnTo>
                  <a:lnTo>
                    <a:pt x="1450631" y="4694738"/>
                  </a:lnTo>
                  <a:lnTo>
                    <a:pt x="1384420" y="4697100"/>
                  </a:lnTo>
                  <a:lnTo>
                    <a:pt x="1312145" y="4699210"/>
                  </a:lnTo>
                  <a:lnTo>
                    <a:pt x="1233498" y="4701097"/>
                  </a:lnTo>
                  <a:lnTo>
                    <a:pt x="1148745" y="4702782"/>
                  </a:lnTo>
                  <a:lnTo>
                    <a:pt x="1058969" y="4704274"/>
                  </a:lnTo>
                  <a:lnTo>
                    <a:pt x="966283" y="4705577"/>
                  </a:lnTo>
                  <a:lnTo>
                    <a:pt x="873925" y="4706688"/>
                  </a:lnTo>
                  <a:lnTo>
                    <a:pt x="786094" y="4707603"/>
                  </a:lnTo>
                  <a:lnTo>
                    <a:pt x="707439" y="4708319"/>
                  </a:lnTo>
                  <a:lnTo>
                    <a:pt x="642207" y="4708843"/>
                  </a:lnTo>
                  <a:lnTo>
                    <a:pt x="593273" y="4709192"/>
                  </a:lnTo>
                  <a:lnTo>
                    <a:pt x="561354" y="4709395"/>
                  </a:lnTo>
                  <a:lnTo>
                    <a:pt x="544683" y="4709491"/>
                  </a:lnTo>
                  <a:lnTo>
                    <a:pt x="539158" y="4709520"/>
                  </a:lnTo>
                  <a:lnTo>
                    <a:pt x="538736" y="4709522"/>
                  </a:lnTo>
                  <a:lnTo>
                    <a:pt x="0" y="47095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3" name="pg1673"/>
            <p:cNvSpPr/>
            <p:nvPr/>
          </p:nvSpPr>
          <p:spPr>
            <a:xfrm>
              <a:off x="546595" y="1093462"/>
              <a:ext cx="8234974" cy="4170513"/>
            </a:xfrm>
            <a:custGeom>
              <a:avLst/>
              <a:pathLst>
                <a:path w="8234974" h="4170513">
                  <a:moveTo>
                    <a:pt x="0" y="4170513"/>
                  </a:moveTo>
                  <a:lnTo>
                    <a:pt x="538736" y="4170513"/>
                  </a:lnTo>
                  <a:lnTo>
                    <a:pt x="540038" y="4170507"/>
                  </a:lnTo>
                  <a:lnTo>
                    <a:pt x="548533" y="4170462"/>
                  </a:lnTo>
                  <a:lnTo>
                    <a:pt x="569709" y="4170341"/>
                  </a:lnTo>
                  <a:lnTo>
                    <a:pt x="606962" y="4170102"/>
                  </a:lnTo>
                  <a:lnTo>
                    <a:pt x="661267" y="4169711"/>
                  </a:lnTo>
                  <a:lnTo>
                    <a:pt x="731161" y="4169144"/>
                  </a:lnTo>
                  <a:lnTo>
                    <a:pt x="813232" y="4168387"/>
                  </a:lnTo>
                  <a:lnTo>
                    <a:pt x="902999" y="4167438"/>
                  </a:lnTo>
                  <a:lnTo>
                    <a:pt x="995878" y="4166298"/>
                  </a:lnTo>
                  <a:lnTo>
                    <a:pt x="1087938" y="4164974"/>
                  </a:lnTo>
                  <a:lnTo>
                    <a:pt x="1176296" y="4163466"/>
                  </a:lnTo>
                  <a:lnTo>
                    <a:pt x="1259183" y="4161769"/>
                  </a:lnTo>
                  <a:lnTo>
                    <a:pt x="1335802" y="4159869"/>
                  </a:lnTo>
                  <a:lnTo>
                    <a:pt x="1406096" y="4157745"/>
                  </a:lnTo>
                  <a:lnTo>
                    <a:pt x="1470509" y="4155366"/>
                  </a:lnTo>
                  <a:lnTo>
                    <a:pt x="1529795" y="4152694"/>
                  </a:lnTo>
                  <a:lnTo>
                    <a:pt x="1584869" y="4149687"/>
                  </a:lnTo>
                  <a:lnTo>
                    <a:pt x="1636698" y="4146301"/>
                  </a:lnTo>
                  <a:lnTo>
                    <a:pt x="1686214" y="4142501"/>
                  </a:lnTo>
                  <a:lnTo>
                    <a:pt x="1719082" y="4139660"/>
                  </a:lnTo>
                  <a:lnTo>
                    <a:pt x="1771658" y="4134604"/>
                  </a:lnTo>
                  <a:lnTo>
                    <a:pt x="1823730" y="4129000"/>
                  </a:lnTo>
                  <a:lnTo>
                    <a:pt x="1875889" y="4122841"/>
                  </a:lnTo>
                  <a:lnTo>
                    <a:pt x="1928520" y="4116143"/>
                  </a:lnTo>
                  <a:lnTo>
                    <a:pt x="1981835" y="4108944"/>
                  </a:lnTo>
                  <a:lnTo>
                    <a:pt x="2035891" y="4101309"/>
                  </a:lnTo>
                  <a:lnTo>
                    <a:pt x="2090617" y="4093326"/>
                  </a:lnTo>
                  <a:lnTo>
                    <a:pt x="2145834" y="4085106"/>
                  </a:lnTo>
                  <a:lnTo>
                    <a:pt x="2201295" y="4076772"/>
                  </a:lnTo>
                  <a:lnTo>
                    <a:pt x="2256714" y="4068457"/>
                  </a:lnTo>
                  <a:lnTo>
                    <a:pt x="2311815" y="4060292"/>
                  </a:lnTo>
                  <a:lnTo>
                    <a:pt x="2366365" y="4052398"/>
                  </a:lnTo>
                  <a:lnTo>
                    <a:pt x="2420213" y="4044878"/>
                  </a:lnTo>
                  <a:lnTo>
                    <a:pt x="2473322" y="4037816"/>
                  </a:lnTo>
                  <a:lnTo>
                    <a:pt x="2525791" y="4031267"/>
                  </a:lnTo>
                  <a:lnTo>
                    <a:pt x="2577877" y="4025265"/>
                  </a:lnTo>
                  <a:lnTo>
                    <a:pt x="2630023" y="4019818"/>
                  </a:lnTo>
                  <a:lnTo>
                    <a:pt x="2667772" y="4016251"/>
                  </a:lnTo>
                  <a:lnTo>
                    <a:pt x="2716184" y="4012156"/>
                  </a:lnTo>
                  <a:lnTo>
                    <a:pt x="2766340" y="4008490"/>
                  </a:lnTo>
                  <a:lnTo>
                    <a:pt x="2819096" y="4005229"/>
                  </a:lnTo>
                  <a:lnTo>
                    <a:pt x="2875404" y="4002333"/>
                  </a:lnTo>
                  <a:lnTo>
                    <a:pt x="2936226" y="3999759"/>
                  </a:lnTo>
                  <a:lnTo>
                    <a:pt x="3002439" y="3997465"/>
                  </a:lnTo>
                  <a:lnTo>
                    <a:pt x="3074715" y="3995415"/>
                  </a:lnTo>
                  <a:lnTo>
                    <a:pt x="3153363" y="3993582"/>
                  </a:lnTo>
                  <a:lnTo>
                    <a:pt x="3238117" y="3991946"/>
                  </a:lnTo>
                  <a:lnTo>
                    <a:pt x="3327895" y="3990496"/>
                  </a:lnTo>
                  <a:lnTo>
                    <a:pt x="3420582" y="3989230"/>
                  </a:lnTo>
                  <a:lnTo>
                    <a:pt x="3512941" y="3988151"/>
                  </a:lnTo>
                  <a:lnTo>
                    <a:pt x="3600771" y="3987262"/>
                  </a:lnTo>
                  <a:lnTo>
                    <a:pt x="3679426" y="3986567"/>
                  </a:lnTo>
                  <a:lnTo>
                    <a:pt x="3744657" y="3986058"/>
                  </a:lnTo>
                  <a:lnTo>
                    <a:pt x="3793588" y="3985719"/>
                  </a:lnTo>
                  <a:lnTo>
                    <a:pt x="3825505" y="3985521"/>
                  </a:lnTo>
                  <a:lnTo>
                    <a:pt x="3842174" y="3985428"/>
                  </a:lnTo>
                  <a:lnTo>
                    <a:pt x="3847697" y="3985400"/>
                  </a:lnTo>
                  <a:lnTo>
                    <a:pt x="3848118" y="3985399"/>
                  </a:lnTo>
                  <a:lnTo>
                    <a:pt x="4386855" y="3985399"/>
                  </a:lnTo>
                  <a:lnTo>
                    <a:pt x="4387784" y="3985305"/>
                  </a:lnTo>
                  <a:lnTo>
                    <a:pt x="4393892" y="3984636"/>
                  </a:lnTo>
                  <a:lnTo>
                    <a:pt x="4409292" y="3982788"/>
                  </a:lnTo>
                  <a:lnTo>
                    <a:pt x="4436825" y="3979149"/>
                  </a:lnTo>
                  <a:lnTo>
                    <a:pt x="4477856" y="3973158"/>
                  </a:lnTo>
                  <a:lnTo>
                    <a:pt x="4532167" y="3964355"/>
                  </a:lnTo>
                  <a:lnTo>
                    <a:pt x="4598090" y="3952433"/>
                  </a:lnTo>
                  <a:lnTo>
                    <a:pt x="4672893" y="3937238"/>
                  </a:lnTo>
                  <a:lnTo>
                    <a:pt x="4753320" y="3918748"/>
                  </a:lnTo>
                  <a:lnTo>
                    <a:pt x="4836128" y="3897019"/>
                  </a:lnTo>
                  <a:lnTo>
                    <a:pt x="4918505" y="3872122"/>
                  </a:lnTo>
                  <a:lnTo>
                    <a:pt x="4998295" y="3844088"/>
                  </a:lnTo>
                  <a:lnTo>
                    <a:pt x="5074058" y="3812866"/>
                  </a:lnTo>
                  <a:lnTo>
                    <a:pt x="5145005" y="3778298"/>
                  </a:lnTo>
                  <a:lnTo>
                    <a:pt x="5210878" y="3740112"/>
                  </a:lnTo>
                  <a:lnTo>
                    <a:pt x="5271812" y="3697914"/>
                  </a:lnTo>
                  <a:lnTo>
                    <a:pt x="5328209" y="3651202"/>
                  </a:lnTo>
                  <a:lnTo>
                    <a:pt x="5380636" y="3599382"/>
                  </a:lnTo>
                  <a:lnTo>
                    <a:pt x="5429751" y="3541794"/>
                  </a:lnTo>
                  <a:lnTo>
                    <a:pt x="5476240" y="3477776"/>
                  </a:lnTo>
                  <a:lnTo>
                    <a:pt x="5520772" y="3406747"/>
                  </a:lnTo>
                  <a:lnTo>
                    <a:pt x="5563945" y="3328363"/>
                  </a:lnTo>
                  <a:lnTo>
                    <a:pt x="5567201" y="3322073"/>
                  </a:lnTo>
                  <a:lnTo>
                    <a:pt x="5597939" y="3260143"/>
                  </a:lnTo>
                  <a:lnTo>
                    <a:pt x="5628403" y="3194267"/>
                  </a:lnTo>
                  <a:lnTo>
                    <a:pt x="5658740" y="3124366"/>
                  </a:lnTo>
                  <a:lnTo>
                    <a:pt x="5689066" y="3050405"/>
                  </a:lnTo>
                  <a:lnTo>
                    <a:pt x="5719476" y="2972403"/>
                  </a:lnTo>
                  <a:lnTo>
                    <a:pt x="5750040" y="2890436"/>
                  </a:lnTo>
                  <a:lnTo>
                    <a:pt x="5780811" y="2804637"/>
                  </a:lnTo>
                  <a:lnTo>
                    <a:pt x="5811819" y="2715204"/>
                  </a:lnTo>
                  <a:lnTo>
                    <a:pt x="5843081" y="2622398"/>
                  </a:lnTo>
                  <a:lnTo>
                    <a:pt x="5874595" y="2526541"/>
                  </a:lnTo>
                  <a:lnTo>
                    <a:pt x="5906345" y="2428016"/>
                  </a:lnTo>
                  <a:lnTo>
                    <a:pt x="5938303" y="2327259"/>
                  </a:lnTo>
                  <a:lnTo>
                    <a:pt x="5970430" y="2224753"/>
                  </a:lnTo>
                  <a:lnTo>
                    <a:pt x="6002679" y="2121020"/>
                  </a:lnTo>
                  <a:lnTo>
                    <a:pt x="6034995" y="2016608"/>
                  </a:lnTo>
                  <a:lnTo>
                    <a:pt x="6067324" y="1912081"/>
                  </a:lnTo>
                  <a:lnTo>
                    <a:pt x="6099607" y="1808006"/>
                  </a:lnTo>
                  <a:lnTo>
                    <a:pt x="6131789" y="1704939"/>
                  </a:lnTo>
                  <a:lnTo>
                    <a:pt x="6163821" y="1603412"/>
                  </a:lnTo>
                  <a:lnTo>
                    <a:pt x="6195659" y="1503927"/>
                  </a:lnTo>
                  <a:lnTo>
                    <a:pt x="6227271" y="1406940"/>
                  </a:lnTo>
                  <a:lnTo>
                    <a:pt x="6258636" y="1312855"/>
                  </a:lnTo>
                  <a:lnTo>
                    <a:pt x="6289747" y="1222020"/>
                  </a:lnTo>
                  <a:lnTo>
                    <a:pt x="6320611" y="1134722"/>
                  </a:lnTo>
                  <a:lnTo>
                    <a:pt x="6351254" y="1051182"/>
                  </a:lnTo>
                  <a:lnTo>
                    <a:pt x="6381719" y="971561"/>
                  </a:lnTo>
                  <a:lnTo>
                    <a:pt x="6412069" y="895957"/>
                  </a:lnTo>
                  <a:lnTo>
                    <a:pt x="6442388" y="824412"/>
                  </a:lnTo>
                  <a:lnTo>
                    <a:pt x="6472785" y="756912"/>
                  </a:lnTo>
                  <a:lnTo>
                    <a:pt x="6503393" y="693396"/>
                  </a:lnTo>
                  <a:lnTo>
                    <a:pt x="6515891" y="668770"/>
                  </a:lnTo>
                  <a:lnTo>
                    <a:pt x="6558982" y="589822"/>
                  </a:lnTo>
                  <a:lnTo>
                    <a:pt x="6603390" y="518239"/>
                  </a:lnTo>
                  <a:lnTo>
                    <a:pt x="6649707" y="453703"/>
                  </a:lnTo>
                  <a:lnTo>
                    <a:pt x="6698597" y="395648"/>
                  </a:lnTo>
                  <a:lnTo>
                    <a:pt x="6750747" y="343410"/>
                  </a:lnTo>
                  <a:lnTo>
                    <a:pt x="6806819" y="296330"/>
                  </a:lnTo>
                  <a:lnTo>
                    <a:pt x="6867389" y="253807"/>
                  </a:lnTo>
                  <a:lnTo>
                    <a:pt x="6932877" y="215329"/>
                  </a:lnTo>
                  <a:lnTo>
                    <a:pt x="7003440" y="180496"/>
                  </a:lnTo>
                  <a:lnTo>
                    <a:pt x="7078855" y="149026"/>
                  </a:lnTo>
                  <a:lnTo>
                    <a:pt x="7158379" y="120751"/>
                  </a:lnTo>
                  <a:lnTo>
                    <a:pt x="7240625" y="95614"/>
                  </a:lnTo>
                  <a:lnTo>
                    <a:pt x="7323493" y="73641"/>
                  </a:lnTo>
                  <a:lnTo>
                    <a:pt x="7404212" y="54901"/>
                  </a:lnTo>
                  <a:lnTo>
                    <a:pt x="7479562" y="39454"/>
                  </a:lnTo>
                  <a:lnTo>
                    <a:pt x="7546270" y="27285"/>
                  </a:lnTo>
                  <a:lnTo>
                    <a:pt x="7601543" y="18253"/>
                  </a:lnTo>
                  <a:lnTo>
                    <a:pt x="7643616" y="12061"/>
                  </a:lnTo>
                  <a:lnTo>
                    <a:pt x="7672152" y="8262"/>
                  </a:lnTo>
                  <a:lnTo>
                    <a:pt x="7688396" y="6298"/>
                  </a:lnTo>
                  <a:lnTo>
                    <a:pt x="7695084" y="55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8" y="93"/>
                  </a:lnTo>
                  <a:lnTo>
                    <a:pt x="7689200" y="762"/>
                  </a:lnTo>
                  <a:lnTo>
                    <a:pt x="7673801" y="2610"/>
                  </a:lnTo>
                  <a:lnTo>
                    <a:pt x="7646267" y="6249"/>
                  </a:lnTo>
                  <a:lnTo>
                    <a:pt x="7605236" y="12240"/>
                  </a:lnTo>
                  <a:lnTo>
                    <a:pt x="7550925" y="21043"/>
                  </a:lnTo>
                  <a:lnTo>
                    <a:pt x="7485002" y="32965"/>
                  </a:lnTo>
                  <a:lnTo>
                    <a:pt x="7410199" y="48160"/>
                  </a:lnTo>
                  <a:lnTo>
                    <a:pt x="7329773" y="66650"/>
                  </a:lnTo>
                  <a:lnTo>
                    <a:pt x="7246964" y="88379"/>
                  </a:lnTo>
                  <a:lnTo>
                    <a:pt x="7164588" y="113276"/>
                  </a:lnTo>
                  <a:lnTo>
                    <a:pt x="7084798" y="141310"/>
                  </a:lnTo>
                  <a:lnTo>
                    <a:pt x="7009035" y="172532"/>
                  </a:lnTo>
                  <a:lnTo>
                    <a:pt x="6938088" y="207100"/>
                  </a:lnTo>
                  <a:lnTo>
                    <a:pt x="6872214" y="245286"/>
                  </a:lnTo>
                  <a:lnTo>
                    <a:pt x="6811280" y="287484"/>
                  </a:lnTo>
                  <a:lnTo>
                    <a:pt x="6754884" y="334196"/>
                  </a:lnTo>
                  <a:lnTo>
                    <a:pt x="6702457" y="386016"/>
                  </a:lnTo>
                  <a:lnTo>
                    <a:pt x="6653342" y="443604"/>
                  </a:lnTo>
                  <a:lnTo>
                    <a:pt x="6606852" y="507622"/>
                  </a:lnTo>
                  <a:lnTo>
                    <a:pt x="6562320" y="578651"/>
                  </a:lnTo>
                  <a:lnTo>
                    <a:pt x="6519147" y="657035"/>
                  </a:lnTo>
                  <a:lnTo>
                    <a:pt x="6515891" y="663325"/>
                  </a:lnTo>
                  <a:lnTo>
                    <a:pt x="6485154" y="725255"/>
                  </a:lnTo>
                  <a:lnTo>
                    <a:pt x="6454689" y="791131"/>
                  </a:lnTo>
                  <a:lnTo>
                    <a:pt x="6424353" y="861032"/>
                  </a:lnTo>
                  <a:lnTo>
                    <a:pt x="6394026" y="934993"/>
                  </a:lnTo>
                  <a:lnTo>
                    <a:pt x="6363617" y="1012995"/>
                  </a:lnTo>
                  <a:lnTo>
                    <a:pt x="6333052" y="1094962"/>
                  </a:lnTo>
                  <a:lnTo>
                    <a:pt x="6302282" y="1180761"/>
                  </a:lnTo>
                  <a:lnTo>
                    <a:pt x="6271273" y="1270194"/>
                  </a:lnTo>
                  <a:lnTo>
                    <a:pt x="6240011" y="1363000"/>
                  </a:lnTo>
                  <a:lnTo>
                    <a:pt x="6208498" y="1458857"/>
                  </a:lnTo>
                  <a:lnTo>
                    <a:pt x="6176747" y="1557382"/>
                  </a:lnTo>
                  <a:lnTo>
                    <a:pt x="6144789" y="1658139"/>
                  </a:lnTo>
                  <a:lnTo>
                    <a:pt x="6112662" y="1760645"/>
                  </a:lnTo>
                  <a:lnTo>
                    <a:pt x="6080414" y="1864378"/>
                  </a:lnTo>
                  <a:lnTo>
                    <a:pt x="6048097" y="1968790"/>
                  </a:lnTo>
                  <a:lnTo>
                    <a:pt x="6015769" y="2073317"/>
                  </a:lnTo>
                  <a:lnTo>
                    <a:pt x="5983486" y="2177392"/>
                  </a:lnTo>
                  <a:lnTo>
                    <a:pt x="5951303" y="2280459"/>
                  </a:lnTo>
                  <a:lnTo>
                    <a:pt x="5919272" y="2381986"/>
                  </a:lnTo>
                  <a:lnTo>
                    <a:pt x="5887433" y="2481471"/>
                  </a:lnTo>
                  <a:lnTo>
                    <a:pt x="5855821" y="2578458"/>
                  </a:lnTo>
                  <a:lnTo>
                    <a:pt x="5824456" y="2672543"/>
                  </a:lnTo>
                  <a:lnTo>
                    <a:pt x="5793346" y="2763378"/>
                  </a:lnTo>
                  <a:lnTo>
                    <a:pt x="5762482" y="2850676"/>
                  </a:lnTo>
                  <a:lnTo>
                    <a:pt x="5731839" y="2934216"/>
                  </a:lnTo>
                  <a:lnTo>
                    <a:pt x="5701374" y="3013837"/>
                  </a:lnTo>
                  <a:lnTo>
                    <a:pt x="5671024" y="3089441"/>
                  </a:lnTo>
                  <a:lnTo>
                    <a:pt x="5640704" y="3160986"/>
                  </a:lnTo>
                  <a:lnTo>
                    <a:pt x="5610307" y="3228486"/>
                  </a:lnTo>
                  <a:lnTo>
                    <a:pt x="5579700" y="3292002"/>
                  </a:lnTo>
                  <a:lnTo>
                    <a:pt x="5567201" y="3316628"/>
                  </a:lnTo>
                  <a:lnTo>
                    <a:pt x="5524111" y="3395576"/>
                  </a:lnTo>
                  <a:lnTo>
                    <a:pt x="5479703" y="3467159"/>
                  </a:lnTo>
                  <a:lnTo>
                    <a:pt x="5433385" y="3531695"/>
                  </a:lnTo>
                  <a:lnTo>
                    <a:pt x="5384495" y="3589750"/>
                  </a:lnTo>
                  <a:lnTo>
                    <a:pt x="5332345" y="3641988"/>
                  </a:lnTo>
                  <a:lnTo>
                    <a:pt x="5276274" y="3689068"/>
                  </a:lnTo>
                  <a:lnTo>
                    <a:pt x="5215703" y="3731591"/>
                  </a:lnTo>
                  <a:lnTo>
                    <a:pt x="5150216" y="3770069"/>
                  </a:lnTo>
                  <a:lnTo>
                    <a:pt x="5079653" y="3804902"/>
                  </a:lnTo>
                  <a:lnTo>
                    <a:pt x="5004238" y="3836372"/>
                  </a:lnTo>
                  <a:lnTo>
                    <a:pt x="4924713" y="3864647"/>
                  </a:lnTo>
                  <a:lnTo>
                    <a:pt x="4842467" y="3889784"/>
                  </a:lnTo>
                  <a:lnTo>
                    <a:pt x="4759600" y="3911757"/>
                  </a:lnTo>
                  <a:lnTo>
                    <a:pt x="4678881" y="3930497"/>
                  </a:lnTo>
                  <a:lnTo>
                    <a:pt x="4603530" y="3945944"/>
                  </a:lnTo>
                  <a:lnTo>
                    <a:pt x="4536822" y="3958113"/>
                  </a:lnTo>
                  <a:lnTo>
                    <a:pt x="4481549" y="3967145"/>
                  </a:lnTo>
                  <a:lnTo>
                    <a:pt x="4439476" y="3973337"/>
                  </a:lnTo>
                  <a:lnTo>
                    <a:pt x="4410940" y="3977136"/>
                  </a:lnTo>
                  <a:lnTo>
                    <a:pt x="4394696" y="3979100"/>
                  </a:lnTo>
                  <a:lnTo>
                    <a:pt x="4388009" y="3979837"/>
                  </a:lnTo>
                  <a:lnTo>
                    <a:pt x="4386855" y="3979954"/>
                  </a:lnTo>
                  <a:lnTo>
                    <a:pt x="3848118" y="3979954"/>
                  </a:lnTo>
                  <a:lnTo>
                    <a:pt x="3846816" y="3979960"/>
                  </a:lnTo>
                  <a:lnTo>
                    <a:pt x="3838321" y="3980004"/>
                  </a:lnTo>
                  <a:lnTo>
                    <a:pt x="3817145" y="3980126"/>
                  </a:lnTo>
                  <a:lnTo>
                    <a:pt x="3779892" y="3980365"/>
                  </a:lnTo>
                  <a:lnTo>
                    <a:pt x="3725588" y="3980756"/>
                  </a:lnTo>
                  <a:lnTo>
                    <a:pt x="3655694" y="3981323"/>
                  </a:lnTo>
                  <a:lnTo>
                    <a:pt x="3573622" y="3982079"/>
                  </a:lnTo>
                  <a:lnTo>
                    <a:pt x="3483855" y="3983029"/>
                  </a:lnTo>
                  <a:lnTo>
                    <a:pt x="3390976" y="3984168"/>
                  </a:lnTo>
                  <a:lnTo>
                    <a:pt x="3298916" y="3985493"/>
                  </a:lnTo>
                  <a:lnTo>
                    <a:pt x="3210559" y="3987001"/>
                  </a:lnTo>
                  <a:lnTo>
                    <a:pt x="3127672" y="3988698"/>
                  </a:lnTo>
                  <a:lnTo>
                    <a:pt x="3051052" y="3990598"/>
                  </a:lnTo>
                  <a:lnTo>
                    <a:pt x="2980759" y="3992722"/>
                  </a:lnTo>
                  <a:lnTo>
                    <a:pt x="2916346" y="3995101"/>
                  </a:lnTo>
                  <a:lnTo>
                    <a:pt x="2857060" y="3997772"/>
                  </a:lnTo>
                  <a:lnTo>
                    <a:pt x="2801986" y="4000779"/>
                  </a:lnTo>
                  <a:lnTo>
                    <a:pt x="2750157" y="4004165"/>
                  </a:lnTo>
                  <a:lnTo>
                    <a:pt x="2700641" y="4007966"/>
                  </a:lnTo>
                  <a:lnTo>
                    <a:pt x="2667772" y="4010806"/>
                  </a:lnTo>
                  <a:lnTo>
                    <a:pt x="2615197" y="4015862"/>
                  </a:lnTo>
                  <a:lnTo>
                    <a:pt x="2563124" y="4021466"/>
                  </a:lnTo>
                  <a:lnTo>
                    <a:pt x="2510966" y="4027625"/>
                  </a:lnTo>
                  <a:lnTo>
                    <a:pt x="2458335" y="4034324"/>
                  </a:lnTo>
                  <a:lnTo>
                    <a:pt x="2405020" y="4041523"/>
                  </a:lnTo>
                  <a:lnTo>
                    <a:pt x="2350963" y="4049158"/>
                  </a:lnTo>
                  <a:lnTo>
                    <a:pt x="2296238" y="4057141"/>
                  </a:lnTo>
                  <a:lnTo>
                    <a:pt x="2241020" y="4065361"/>
                  </a:lnTo>
                  <a:lnTo>
                    <a:pt x="2185560" y="4073695"/>
                  </a:lnTo>
                  <a:lnTo>
                    <a:pt x="2130140" y="4082009"/>
                  </a:lnTo>
                  <a:lnTo>
                    <a:pt x="2075040" y="4090174"/>
                  </a:lnTo>
                  <a:lnTo>
                    <a:pt x="2020490" y="4098069"/>
                  </a:lnTo>
                  <a:lnTo>
                    <a:pt x="1966641" y="4105588"/>
                  </a:lnTo>
                  <a:lnTo>
                    <a:pt x="1913533" y="4112651"/>
                  </a:lnTo>
                  <a:lnTo>
                    <a:pt x="1861064" y="4119199"/>
                  </a:lnTo>
                  <a:lnTo>
                    <a:pt x="1808977" y="4125201"/>
                  </a:lnTo>
                  <a:lnTo>
                    <a:pt x="1756832" y="4130648"/>
                  </a:lnTo>
                  <a:lnTo>
                    <a:pt x="1719082" y="4134216"/>
                  </a:lnTo>
                  <a:lnTo>
                    <a:pt x="1670671" y="4138311"/>
                  </a:lnTo>
                  <a:lnTo>
                    <a:pt x="1620515" y="4141977"/>
                  </a:lnTo>
                  <a:lnTo>
                    <a:pt x="1567759" y="4145238"/>
                  </a:lnTo>
                  <a:lnTo>
                    <a:pt x="1511450" y="4148133"/>
                  </a:lnTo>
                  <a:lnTo>
                    <a:pt x="1450628" y="4150707"/>
                  </a:lnTo>
                  <a:lnTo>
                    <a:pt x="1384416" y="4153002"/>
                  </a:lnTo>
                  <a:lnTo>
                    <a:pt x="1312140" y="4155051"/>
                  </a:lnTo>
                  <a:lnTo>
                    <a:pt x="1233491" y="4156885"/>
                  </a:lnTo>
                  <a:lnTo>
                    <a:pt x="1148737" y="4158521"/>
                  </a:lnTo>
                  <a:lnTo>
                    <a:pt x="1058959" y="4159971"/>
                  </a:lnTo>
                  <a:lnTo>
                    <a:pt x="966272" y="4161236"/>
                  </a:lnTo>
                  <a:lnTo>
                    <a:pt x="873914" y="4162316"/>
                  </a:lnTo>
                  <a:lnTo>
                    <a:pt x="786083" y="4163204"/>
                  </a:lnTo>
                  <a:lnTo>
                    <a:pt x="707428" y="4163900"/>
                  </a:lnTo>
                  <a:lnTo>
                    <a:pt x="642198" y="4164409"/>
                  </a:lnTo>
                  <a:lnTo>
                    <a:pt x="593266" y="4164748"/>
                  </a:lnTo>
                  <a:lnTo>
                    <a:pt x="561350" y="4164946"/>
                  </a:lnTo>
                  <a:lnTo>
                    <a:pt x="544681" y="4165038"/>
                  </a:lnTo>
                  <a:lnTo>
                    <a:pt x="539158" y="4165066"/>
                  </a:lnTo>
                  <a:lnTo>
                    <a:pt x="538736" y="4165068"/>
                  </a:lnTo>
                  <a:lnTo>
                    <a:pt x="0" y="4165068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74" name="pl1674"/>
            <p:cNvSpPr/>
            <p:nvPr/>
          </p:nvSpPr>
          <p:spPr>
            <a:xfrm>
              <a:off x="546595" y="1098907"/>
              <a:ext cx="8234974" cy="4165068"/>
            </a:xfrm>
            <a:custGeom>
              <a:avLst/>
              <a:pathLst>
                <a:path w="8234974" h="4165068">
                  <a:moveTo>
                    <a:pt x="0" y="4165068"/>
                  </a:moveTo>
                  <a:lnTo>
                    <a:pt x="538736" y="4165068"/>
                  </a:lnTo>
                  <a:lnTo>
                    <a:pt x="540038" y="4165062"/>
                  </a:lnTo>
                  <a:lnTo>
                    <a:pt x="548533" y="4165018"/>
                  </a:lnTo>
                  <a:lnTo>
                    <a:pt x="569709" y="4164896"/>
                  </a:lnTo>
                  <a:lnTo>
                    <a:pt x="606962" y="4164657"/>
                  </a:lnTo>
                  <a:lnTo>
                    <a:pt x="661267" y="4164266"/>
                  </a:lnTo>
                  <a:lnTo>
                    <a:pt x="731161" y="4163699"/>
                  </a:lnTo>
                  <a:lnTo>
                    <a:pt x="813232" y="4162943"/>
                  </a:lnTo>
                  <a:lnTo>
                    <a:pt x="902999" y="4161993"/>
                  </a:lnTo>
                  <a:lnTo>
                    <a:pt x="995878" y="4160854"/>
                  </a:lnTo>
                  <a:lnTo>
                    <a:pt x="1087938" y="4159530"/>
                  </a:lnTo>
                  <a:lnTo>
                    <a:pt x="1176296" y="4158021"/>
                  </a:lnTo>
                  <a:lnTo>
                    <a:pt x="1259183" y="4156324"/>
                  </a:lnTo>
                  <a:lnTo>
                    <a:pt x="1335802" y="4154424"/>
                  </a:lnTo>
                  <a:lnTo>
                    <a:pt x="1406096" y="4152300"/>
                  </a:lnTo>
                  <a:lnTo>
                    <a:pt x="1470509" y="4149921"/>
                  </a:lnTo>
                  <a:lnTo>
                    <a:pt x="1529795" y="4147250"/>
                  </a:lnTo>
                  <a:lnTo>
                    <a:pt x="1584869" y="4144243"/>
                  </a:lnTo>
                  <a:lnTo>
                    <a:pt x="1636698" y="4140857"/>
                  </a:lnTo>
                  <a:lnTo>
                    <a:pt x="1686214" y="4137056"/>
                  </a:lnTo>
                  <a:lnTo>
                    <a:pt x="1719082" y="4134216"/>
                  </a:lnTo>
                  <a:lnTo>
                    <a:pt x="1771658" y="4129160"/>
                  </a:lnTo>
                  <a:lnTo>
                    <a:pt x="1823730" y="4123556"/>
                  </a:lnTo>
                  <a:lnTo>
                    <a:pt x="1875889" y="4117397"/>
                  </a:lnTo>
                  <a:lnTo>
                    <a:pt x="1928520" y="4110698"/>
                  </a:lnTo>
                  <a:lnTo>
                    <a:pt x="1981835" y="4103499"/>
                  </a:lnTo>
                  <a:lnTo>
                    <a:pt x="2035891" y="4095864"/>
                  </a:lnTo>
                  <a:lnTo>
                    <a:pt x="2090617" y="4087881"/>
                  </a:lnTo>
                  <a:lnTo>
                    <a:pt x="2145834" y="4079661"/>
                  </a:lnTo>
                  <a:lnTo>
                    <a:pt x="2201295" y="4071328"/>
                  </a:lnTo>
                  <a:lnTo>
                    <a:pt x="2256714" y="4063013"/>
                  </a:lnTo>
                  <a:lnTo>
                    <a:pt x="2311815" y="4054848"/>
                  </a:lnTo>
                  <a:lnTo>
                    <a:pt x="2366365" y="4046953"/>
                  </a:lnTo>
                  <a:lnTo>
                    <a:pt x="2420213" y="4039434"/>
                  </a:lnTo>
                  <a:lnTo>
                    <a:pt x="2473322" y="4032371"/>
                  </a:lnTo>
                  <a:lnTo>
                    <a:pt x="2525791" y="4025823"/>
                  </a:lnTo>
                  <a:lnTo>
                    <a:pt x="2577877" y="4019821"/>
                  </a:lnTo>
                  <a:lnTo>
                    <a:pt x="2630023" y="4014374"/>
                  </a:lnTo>
                  <a:lnTo>
                    <a:pt x="2667772" y="4010806"/>
                  </a:lnTo>
                  <a:lnTo>
                    <a:pt x="2716184" y="4006711"/>
                  </a:lnTo>
                  <a:lnTo>
                    <a:pt x="2766340" y="4003045"/>
                  </a:lnTo>
                  <a:lnTo>
                    <a:pt x="2819096" y="3999784"/>
                  </a:lnTo>
                  <a:lnTo>
                    <a:pt x="2875404" y="3996889"/>
                  </a:lnTo>
                  <a:lnTo>
                    <a:pt x="2936226" y="3994315"/>
                  </a:lnTo>
                  <a:lnTo>
                    <a:pt x="3002439" y="3992021"/>
                  </a:lnTo>
                  <a:lnTo>
                    <a:pt x="3074715" y="3989971"/>
                  </a:lnTo>
                  <a:lnTo>
                    <a:pt x="3153363" y="3988137"/>
                  </a:lnTo>
                  <a:lnTo>
                    <a:pt x="3238117" y="3986501"/>
                  </a:lnTo>
                  <a:lnTo>
                    <a:pt x="3327895" y="3985052"/>
                  </a:lnTo>
                  <a:lnTo>
                    <a:pt x="3420582" y="3983786"/>
                  </a:lnTo>
                  <a:lnTo>
                    <a:pt x="3512941" y="3982706"/>
                  </a:lnTo>
                  <a:lnTo>
                    <a:pt x="3600771" y="3981818"/>
                  </a:lnTo>
                  <a:lnTo>
                    <a:pt x="3679426" y="3981122"/>
                  </a:lnTo>
                  <a:lnTo>
                    <a:pt x="3744657" y="3980613"/>
                  </a:lnTo>
                  <a:lnTo>
                    <a:pt x="3793588" y="3980274"/>
                  </a:lnTo>
                  <a:lnTo>
                    <a:pt x="3825505" y="3980076"/>
                  </a:lnTo>
                  <a:lnTo>
                    <a:pt x="3842174" y="3979984"/>
                  </a:lnTo>
                  <a:lnTo>
                    <a:pt x="3847697" y="3979956"/>
                  </a:lnTo>
                  <a:lnTo>
                    <a:pt x="3848118" y="3979954"/>
                  </a:lnTo>
                  <a:lnTo>
                    <a:pt x="4386855" y="3979954"/>
                  </a:lnTo>
                  <a:lnTo>
                    <a:pt x="4387784" y="3979860"/>
                  </a:lnTo>
                  <a:lnTo>
                    <a:pt x="4393892" y="3979192"/>
                  </a:lnTo>
                  <a:lnTo>
                    <a:pt x="4409292" y="3977343"/>
                  </a:lnTo>
                  <a:lnTo>
                    <a:pt x="4436825" y="3973705"/>
                  </a:lnTo>
                  <a:lnTo>
                    <a:pt x="4477856" y="3967713"/>
                  </a:lnTo>
                  <a:lnTo>
                    <a:pt x="4532167" y="3958911"/>
                  </a:lnTo>
                  <a:lnTo>
                    <a:pt x="4598090" y="3946988"/>
                  </a:lnTo>
                  <a:lnTo>
                    <a:pt x="4672893" y="3931793"/>
                  </a:lnTo>
                  <a:lnTo>
                    <a:pt x="4753320" y="3913303"/>
                  </a:lnTo>
                  <a:lnTo>
                    <a:pt x="4836128" y="3891575"/>
                  </a:lnTo>
                  <a:lnTo>
                    <a:pt x="4918505" y="3866678"/>
                  </a:lnTo>
                  <a:lnTo>
                    <a:pt x="4998295" y="3838644"/>
                  </a:lnTo>
                  <a:lnTo>
                    <a:pt x="5074058" y="3807421"/>
                  </a:lnTo>
                  <a:lnTo>
                    <a:pt x="5145005" y="3772854"/>
                  </a:lnTo>
                  <a:lnTo>
                    <a:pt x="5210878" y="3734667"/>
                  </a:lnTo>
                  <a:lnTo>
                    <a:pt x="5271812" y="3692469"/>
                  </a:lnTo>
                  <a:lnTo>
                    <a:pt x="5328209" y="3645758"/>
                  </a:lnTo>
                  <a:lnTo>
                    <a:pt x="5380636" y="3593937"/>
                  </a:lnTo>
                  <a:lnTo>
                    <a:pt x="5429751" y="3536350"/>
                  </a:lnTo>
                  <a:lnTo>
                    <a:pt x="5476240" y="3472331"/>
                  </a:lnTo>
                  <a:lnTo>
                    <a:pt x="5520772" y="3401302"/>
                  </a:lnTo>
                  <a:lnTo>
                    <a:pt x="5563945" y="3322918"/>
                  </a:lnTo>
                  <a:lnTo>
                    <a:pt x="5567201" y="3316628"/>
                  </a:lnTo>
                  <a:lnTo>
                    <a:pt x="5597939" y="3254698"/>
                  </a:lnTo>
                  <a:lnTo>
                    <a:pt x="5628403" y="3188823"/>
                  </a:lnTo>
                  <a:lnTo>
                    <a:pt x="5658740" y="3118921"/>
                  </a:lnTo>
                  <a:lnTo>
                    <a:pt x="5689066" y="3044960"/>
                  </a:lnTo>
                  <a:lnTo>
                    <a:pt x="5719476" y="2966959"/>
                  </a:lnTo>
                  <a:lnTo>
                    <a:pt x="5750040" y="2884991"/>
                  </a:lnTo>
                  <a:lnTo>
                    <a:pt x="5780811" y="2799192"/>
                  </a:lnTo>
                  <a:lnTo>
                    <a:pt x="5811819" y="2709760"/>
                  </a:lnTo>
                  <a:lnTo>
                    <a:pt x="5843081" y="2616953"/>
                  </a:lnTo>
                  <a:lnTo>
                    <a:pt x="5874595" y="2521096"/>
                  </a:lnTo>
                  <a:lnTo>
                    <a:pt x="5906345" y="2422571"/>
                  </a:lnTo>
                  <a:lnTo>
                    <a:pt x="5938303" y="2321814"/>
                  </a:lnTo>
                  <a:lnTo>
                    <a:pt x="5970430" y="2219308"/>
                  </a:lnTo>
                  <a:lnTo>
                    <a:pt x="6002679" y="2115575"/>
                  </a:lnTo>
                  <a:lnTo>
                    <a:pt x="6034995" y="2011164"/>
                  </a:lnTo>
                  <a:lnTo>
                    <a:pt x="6067324" y="1906637"/>
                  </a:lnTo>
                  <a:lnTo>
                    <a:pt x="6099607" y="1802562"/>
                  </a:lnTo>
                  <a:lnTo>
                    <a:pt x="6131789" y="1699494"/>
                  </a:lnTo>
                  <a:lnTo>
                    <a:pt x="6163821" y="1597968"/>
                  </a:lnTo>
                  <a:lnTo>
                    <a:pt x="6195659" y="1498483"/>
                  </a:lnTo>
                  <a:lnTo>
                    <a:pt x="6227271" y="1401495"/>
                  </a:lnTo>
                  <a:lnTo>
                    <a:pt x="6258636" y="1307410"/>
                  </a:lnTo>
                  <a:lnTo>
                    <a:pt x="6289747" y="1216576"/>
                  </a:lnTo>
                  <a:lnTo>
                    <a:pt x="6320611" y="1129277"/>
                  </a:lnTo>
                  <a:lnTo>
                    <a:pt x="6351254" y="1045737"/>
                  </a:lnTo>
                  <a:lnTo>
                    <a:pt x="6381719" y="966116"/>
                  </a:lnTo>
                  <a:lnTo>
                    <a:pt x="6412069" y="890513"/>
                  </a:lnTo>
                  <a:lnTo>
                    <a:pt x="6442388" y="818968"/>
                  </a:lnTo>
                  <a:lnTo>
                    <a:pt x="6472785" y="751468"/>
                  </a:lnTo>
                  <a:lnTo>
                    <a:pt x="6503393" y="687951"/>
                  </a:lnTo>
                  <a:lnTo>
                    <a:pt x="6515891" y="663325"/>
                  </a:lnTo>
                  <a:lnTo>
                    <a:pt x="6558982" y="584377"/>
                  </a:lnTo>
                  <a:lnTo>
                    <a:pt x="6603390" y="512794"/>
                  </a:lnTo>
                  <a:lnTo>
                    <a:pt x="6649707" y="448259"/>
                  </a:lnTo>
                  <a:lnTo>
                    <a:pt x="6698597" y="390203"/>
                  </a:lnTo>
                  <a:lnTo>
                    <a:pt x="6750747" y="337966"/>
                  </a:lnTo>
                  <a:lnTo>
                    <a:pt x="6806819" y="290886"/>
                  </a:lnTo>
                  <a:lnTo>
                    <a:pt x="6867389" y="248362"/>
                  </a:lnTo>
                  <a:lnTo>
                    <a:pt x="6932877" y="209884"/>
                  </a:lnTo>
                  <a:lnTo>
                    <a:pt x="7003440" y="175052"/>
                  </a:lnTo>
                  <a:lnTo>
                    <a:pt x="7078855" y="143581"/>
                  </a:lnTo>
                  <a:lnTo>
                    <a:pt x="7158379" y="115306"/>
                  </a:lnTo>
                  <a:lnTo>
                    <a:pt x="7240625" y="90170"/>
                  </a:lnTo>
                  <a:lnTo>
                    <a:pt x="7323493" y="68197"/>
                  </a:lnTo>
                  <a:lnTo>
                    <a:pt x="7404212" y="49457"/>
                  </a:lnTo>
                  <a:lnTo>
                    <a:pt x="7479562" y="34010"/>
                  </a:lnTo>
                  <a:lnTo>
                    <a:pt x="7546270" y="21840"/>
                  </a:lnTo>
                  <a:lnTo>
                    <a:pt x="7601543" y="12809"/>
                  </a:lnTo>
                  <a:lnTo>
                    <a:pt x="7643616" y="6617"/>
                  </a:lnTo>
                  <a:lnTo>
                    <a:pt x="7672152" y="2818"/>
                  </a:lnTo>
                  <a:lnTo>
                    <a:pt x="7688396" y="854"/>
                  </a:lnTo>
                  <a:lnTo>
                    <a:pt x="7695084" y="117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5" name="pl1675"/>
            <p:cNvSpPr/>
            <p:nvPr/>
          </p:nvSpPr>
          <p:spPr>
            <a:xfrm>
              <a:off x="546595" y="1093462"/>
              <a:ext cx="8234974" cy="4165068"/>
            </a:xfrm>
            <a:custGeom>
              <a:avLst/>
              <a:pathLst>
                <a:path w="8234974" h="4165068">
                  <a:moveTo>
                    <a:pt x="8234974" y="0"/>
                  </a:moveTo>
                  <a:lnTo>
                    <a:pt x="7696237" y="0"/>
                  </a:lnTo>
                  <a:lnTo>
                    <a:pt x="7695308" y="93"/>
                  </a:lnTo>
                  <a:lnTo>
                    <a:pt x="7689200" y="762"/>
                  </a:lnTo>
                  <a:lnTo>
                    <a:pt x="7673801" y="2610"/>
                  </a:lnTo>
                  <a:lnTo>
                    <a:pt x="7646267" y="6249"/>
                  </a:lnTo>
                  <a:lnTo>
                    <a:pt x="7605236" y="12240"/>
                  </a:lnTo>
                  <a:lnTo>
                    <a:pt x="7550925" y="21043"/>
                  </a:lnTo>
                  <a:lnTo>
                    <a:pt x="7485002" y="32965"/>
                  </a:lnTo>
                  <a:lnTo>
                    <a:pt x="7410199" y="48160"/>
                  </a:lnTo>
                  <a:lnTo>
                    <a:pt x="7329773" y="66650"/>
                  </a:lnTo>
                  <a:lnTo>
                    <a:pt x="7246964" y="88379"/>
                  </a:lnTo>
                  <a:lnTo>
                    <a:pt x="7164588" y="113276"/>
                  </a:lnTo>
                  <a:lnTo>
                    <a:pt x="7084798" y="141310"/>
                  </a:lnTo>
                  <a:lnTo>
                    <a:pt x="7009035" y="172532"/>
                  </a:lnTo>
                  <a:lnTo>
                    <a:pt x="6938088" y="207100"/>
                  </a:lnTo>
                  <a:lnTo>
                    <a:pt x="6872214" y="245286"/>
                  </a:lnTo>
                  <a:lnTo>
                    <a:pt x="6811280" y="287484"/>
                  </a:lnTo>
                  <a:lnTo>
                    <a:pt x="6754884" y="334196"/>
                  </a:lnTo>
                  <a:lnTo>
                    <a:pt x="6702457" y="386016"/>
                  </a:lnTo>
                  <a:lnTo>
                    <a:pt x="6653342" y="443604"/>
                  </a:lnTo>
                  <a:lnTo>
                    <a:pt x="6606852" y="507622"/>
                  </a:lnTo>
                  <a:lnTo>
                    <a:pt x="6562320" y="578651"/>
                  </a:lnTo>
                  <a:lnTo>
                    <a:pt x="6519147" y="657035"/>
                  </a:lnTo>
                  <a:lnTo>
                    <a:pt x="6515891" y="663325"/>
                  </a:lnTo>
                  <a:lnTo>
                    <a:pt x="6485154" y="725255"/>
                  </a:lnTo>
                  <a:lnTo>
                    <a:pt x="6454689" y="791131"/>
                  </a:lnTo>
                  <a:lnTo>
                    <a:pt x="6424353" y="861032"/>
                  </a:lnTo>
                  <a:lnTo>
                    <a:pt x="6394026" y="934993"/>
                  </a:lnTo>
                  <a:lnTo>
                    <a:pt x="6363617" y="1012995"/>
                  </a:lnTo>
                  <a:lnTo>
                    <a:pt x="6333052" y="1094962"/>
                  </a:lnTo>
                  <a:lnTo>
                    <a:pt x="6302282" y="1180761"/>
                  </a:lnTo>
                  <a:lnTo>
                    <a:pt x="6271273" y="1270194"/>
                  </a:lnTo>
                  <a:lnTo>
                    <a:pt x="6240011" y="1363000"/>
                  </a:lnTo>
                  <a:lnTo>
                    <a:pt x="6208498" y="1458857"/>
                  </a:lnTo>
                  <a:lnTo>
                    <a:pt x="6176747" y="1557382"/>
                  </a:lnTo>
                  <a:lnTo>
                    <a:pt x="6144789" y="1658139"/>
                  </a:lnTo>
                  <a:lnTo>
                    <a:pt x="6112662" y="1760645"/>
                  </a:lnTo>
                  <a:lnTo>
                    <a:pt x="6080414" y="1864378"/>
                  </a:lnTo>
                  <a:lnTo>
                    <a:pt x="6048097" y="1968790"/>
                  </a:lnTo>
                  <a:lnTo>
                    <a:pt x="6015769" y="2073317"/>
                  </a:lnTo>
                  <a:lnTo>
                    <a:pt x="5983486" y="2177392"/>
                  </a:lnTo>
                  <a:lnTo>
                    <a:pt x="5951303" y="2280459"/>
                  </a:lnTo>
                  <a:lnTo>
                    <a:pt x="5919272" y="2381986"/>
                  </a:lnTo>
                  <a:lnTo>
                    <a:pt x="5887433" y="2481471"/>
                  </a:lnTo>
                  <a:lnTo>
                    <a:pt x="5855821" y="2578458"/>
                  </a:lnTo>
                  <a:lnTo>
                    <a:pt x="5824456" y="2672543"/>
                  </a:lnTo>
                  <a:lnTo>
                    <a:pt x="5793346" y="2763378"/>
                  </a:lnTo>
                  <a:lnTo>
                    <a:pt x="5762482" y="2850676"/>
                  </a:lnTo>
                  <a:lnTo>
                    <a:pt x="5731839" y="2934216"/>
                  </a:lnTo>
                  <a:lnTo>
                    <a:pt x="5701374" y="3013837"/>
                  </a:lnTo>
                  <a:lnTo>
                    <a:pt x="5671024" y="3089441"/>
                  </a:lnTo>
                  <a:lnTo>
                    <a:pt x="5640704" y="3160986"/>
                  </a:lnTo>
                  <a:lnTo>
                    <a:pt x="5610307" y="3228486"/>
                  </a:lnTo>
                  <a:lnTo>
                    <a:pt x="5579700" y="3292002"/>
                  </a:lnTo>
                  <a:lnTo>
                    <a:pt x="5567201" y="3316628"/>
                  </a:lnTo>
                  <a:lnTo>
                    <a:pt x="5524111" y="3395576"/>
                  </a:lnTo>
                  <a:lnTo>
                    <a:pt x="5479703" y="3467159"/>
                  </a:lnTo>
                  <a:lnTo>
                    <a:pt x="5433385" y="3531695"/>
                  </a:lnTo>
                  <a:lnTo>
                    <a:pt x="5384495" y="3589750"/>
                  </a:lnTo>
                  <a:lnTo>
                    <a:pt x="5332345" y="3641988"/>
                  </a:lnTo>
                  <a:lnTo>
                    <a:pt x="5276274" y="3689068"/>
                  </a:lnTo>
                  <a:lnTo>
                    <a:pt x="5215703" y="3731591"/>
                  </a:lnTo>
                  <a:lnTo>
                    <a:pt x="5150216" y="3770069"/>
                  </a:lnTo>
                  <a:lnTo>
                    <a:pt x="5079653" y="3804902"/>
                  </a:lnTo>
                  <a:lnTo>
                    <a:pt x="5004238" y="3836372"/>
                  </a:lnTo>
                  <a:lnTo>
                    <a:pt x="4924713" y="3864647"/>
                  </a:lnTo>
                  <a:lnTo>
                    <a:pt x="4842467" y="3889784"/>
                  </a:lnTo>
                  <a:lnTo>
                    <a:pt x="4759600" y="3911757"/>
                  </a:lnTo>
                  <a:lnTo>
                    <a:pt x="4678881" y="3930497"/>
                  </a:lnTo>
                  <a:lnTo>
                    <a:pt x="4603530" y="3945944"/>
                  </a:lnTo>
                  <a:lnTo>
                    <a:pt x="4536822" y="3958113"/>
                  </a:lnTo>
                  <a:lnTo>
                    <a:pt x="4481549" y="3967145"/>
                  </a:lnTo>
                  <a:lnTo>
                    <a:pt x="4439476" y="3973337"/>
                  </a:lnTo>
                  <a:lnTo>
                    <a:pt x="4410940" y="3977136"/>
                  </a:lnTo>
                  <a:lnTo>
                    <a:pt x="4394696" y="3979100"/>
                  </a:lnTo>
                  <a:lnTo>
                    <a:pt x="4388009" y="3979837"/>
                  </a:lnTo>
                  <a:lnTo>
                    <a:pt x="4386856" y="3979954"/>
                  </a:lnTo>
                  <a:lnTo>
                    <a:pt x="4386855" y="3979954"/>
                  </a:lnTo>
                  <a:lnTo>
                    <a:pt x="3848118" y="3979954"/>
                  </a:lnTo>
                  <a:lnTo>
                    <a:pt x="3846816" y="3979960"/>
                  </a:lnTo>
                  <a:lnTo>
                    <a:pt x="3838321" y="3980004"/>
                  </a:lnTo>
                  <a:lnTo>
                    <a:pt x="3817145" y="3980126"/>
                  </a:lnTo>
                  <a:lnTo>
                    <a:pt x="3779892" y="3980365"/>
                  </a:lnTo>
                  <a:lnTo>
                    <a:pt x="3725588" y="3980756"/>
                  </a:lnTo>
                  <a:lnTo>
                    <a:pt x="3655694" y="3981323"/>
                  </a:lnTo>
                  <a:lnTo>
                    <a:pt x="3573622" y="3982079"/>
                  </a:lnTo>
                  <a:lnTo>
                    <a:pt x="3483855" y="3983029"/>
                  </a:lnTo>
                  <a:lnTo>
                    <a:pt x="3390976" y="3984168"/>
                  </a:lnTo>
                  <a:lnTo>
                    <a:pt x="3298916" y="3985493"/>
                  </a:lnTo>
                  <a:lnTo>
                    <a:pt x="3210559" y="3987001"/>
                  </a:lnTo>
                  <a:lnTo>
                    <a:pt x="3127672" y="3988698"/>
                  </a:lnTo>
                  <a:lnTo>
                    <a:pt x="3051052" y="3990598"/>
                  </a:lnTo>
                  <a:lnTo>
                    <a:pt x="2980759" y="3992722"/>
                  </a:lnTo>
                  <a:lnTo>
                    <a:pt x="2916346" y="3995101"/>
                  </a:lnTo>
                  <a:lnTo>
                    <a:pt x="2857060" y="3997772"/>
                  </a:lnTo>
                  <a:lnTo>
                    <a:pt x="2801986" y="4000779"/>
                  </a:lnTo>
                  <a:lnTo>
                    <a:pt x="2750157" y="4004165"/>
                  </a:lnTo>
                  <a:lnTo>
                    <a:pt x="2700641" y="4007966"/>
                  </a:lnTo>
                  <a:lnTo>
                    <a:pt x="2667772" y="4010806"/>
                  </a:lnTo>
                  <a:lnTo>
                    <a:pt x="2615197" y="4015862"/>
                  </a:lnTo>
                  <a:lnTo>
                    <a:pt x="2563124" y="4021466"/>
                  </a:lnTo>
                  <a:lnTo>
                    <a:pt x="2510966" y="4027625"/>
                  </a:lnTo>
                  <a:lnTo>
                    <a:pt x="2458335" y="4034324"/>
                  </a:lnTo>
                  <a:lnTo>
                    <a:pt x="2405020" y="4041523"/>
                  </a:lnTo>
                  <a:lnTo>
                    <a:pt x="2350963" y="4049158"/>
                  </a:lnTo>
                  <a:lnTo>
                    <a:pt x="2296238" y="4057141"/>
                  </a:lnTo>
                  <a:lnTo>
                    <a:pt x="2241020" y="4065361"/>
                  </a:lnTo>
                  <a:lnTo>
                    <a:pt x="2185560" y="4073695"/>
                  </a:lnTo>
                  <a:lnTo>
                    <a:pt x="2130140" y="4082009"/>
                  </a:lnTo>
                  <a:lnTo>
                    <a:pt x="2075040" y="4090174"/>
                  </a:lnTo>
                  <a:lnTo>
                    <a:pt x="2020490" y="4098069"/>
                  </a:lnTo>
                  <a:lnTo>
                    <a:pt x="1966641" y="4105588"/>
                  </a:lnTo>
                  <a:lnTo>
                    <a:pt x="1913533" y="4112651"/>
                  </a:lnTo>
                  <a:lnTo>
                    <a:pt x="1861064" y="4119199"/>
                  </a:lnTo>
                  <a:lnTo>
                    <a:pt x="1808977" y="4125201"/>
                  </a:lnTo>
                  <a:lnTo>
                    <a:pt x="1756832" y="4130648"/>
                  </a:lnTo>
                  <a:lnTo>
                    <a:pt x="1719082" y="4134216"/>
                  </a:lnTo>
                  <a:lnTo>
                    <a:pt x="1670671" y="4138311"/>
                  </a:lnTo>
                  <a:lnTo>
                    <a:pt x="1620515" y="4141977"/>
                  </a:lnTo>
                  <a:lnTo>
                    <a:pt x="1567759" y="4145238"/>
                  </a:lnTo>
                  <a:lnTo>
                    <a:pt x="1511450" y="4148133"/>
                  </a:lnTo>
                  <a:lnTo>
                    <a:pt x="1450628" y="4150707"/>
                  </a:lnTo>
                  <a:lnTo>
                    <a:pt x="1384416" y="4153002"/>
                  </a:lnTo>
                  <a:lnTo>
                    <a:pt x="1312140" y="4155051"/>
                  </a:lnTo>
                  <a:lnTo>
                    <a:pt x="1233491" y="4156885"/>
                  </a:lnTo>
                  <a:lnTo>
                    <a:pt x="1148737" y="4158521"/>
                  </a:lnTo>
                  <a:lnTo>
                    <a:pt x="1058959" y="4159971"/>
                  </a:lnTo>
                  <a:lnTo>
                    <a:pt x="966272" y="4161236"/>
                  </a:lnTo>
                  <a:lnTo>
                    <a:pt x="873914" y="4162316"/>
                  </a:lnTo>
                  <a:lnTo>
                    <a:pt x="786083" y="4163204"/>
                  </a:lnTo>
                  <a:lnTo>
                    <a:pt x="707428" y="4163900"/>
                  </a:lnTo>
                  <a:lnTo>
                    <a:pt x="642198" y="4164409"/>
                  </a:lnTo>
                  <a:lnTo>
                    <a:pt x="593266" y="4164748"/>
                  </a:lnTo>
                  <a:lnTo>
                    <a:pt x="561350" y="4164946"/>
                  </a:lnTo>
                  <a:lnTo>
                    <a:pt x="544681" y="4165038"/>
                  </a:lnTo>
                  <a:lnTo>
                    <a:pt x="539158" y="4165066"/>
                  </a:lnTo>
                  <a:lnTo>
                    <a:pt x="538736" y="4165068"/>
                  </a:lnTo>
                  <a:lnTo>
                    <a:pt x="0" y="41650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6" name="pg1676"/>
            <p:cNvSpPr/>
            <p:nvPr/>
          </p:nvSpPr>
          <p:spPr>
            <a:xfrm>
              <a:off x="546595" y="1774029"/>
              <a:ext cx="8234974" cy="3495390"/>
            </a:xfrm>
            <a:custGeom>
              <a:avLst/>
              <a:pathLst>
                <a:path w="8234974" h="3495390">
                  <a:moveTo>
                    <a:pt x="0" y="3495390"/>
                  </a:moveTo>
                  <a:lnTo>
                    <a:pt x="538736" y="3495390"/>
                  </a:lnTo>
                  <a:lnTo>
                    <a:pt x="540039" y="3495385"/>
                  </a:lnTo>
                  <a:lnTo>
                    <a:pt x="548535" y="3495348"/>
                  </a:lnTo>
                  <a:lnTo>
                    <a:pt x="569713" y="3495244"/>
                  </a:lnTo>
                  <a:lnTo>
                    <a:pt x="606971" y="3495040"/>
                  </a:lnTo>
                  <a:lnTo>
                    <a:pt x="661282" y="3494707"/>
                  </a:lnTo>
                  <a:lnTo>
                    <a:pt x="731182" y="3494223"/>
                  </a:lnTo>
                  <a:lnTo>
                    <a:pt x="813260" y="3493577"/>
                  </a:lnTo>
                  <a:lnTo>
                    <a:pt x="903033" y="3492767"/>
                  </a:lnTo>
                  <a:lnTo>
                    <a:pt x="995917" y="3491796"/>
                  </a:lnTo>
                  <a:lnTo>
                    <a:pt x="1087981" y="3490666"/>
                  </a:lnTo>
                  <a:lnTo>
                    <a:pt x="1176340" y="3489379"/>
                  </a:lnTo>
                  <a:lnTo>
                    <a:pt x="1259227" y="3487931"/>
                  </a:lnTo>
                  <a:lnTo>
                    <a:pt x="1335847" y="3486311"/>
                  </a:lnTo>
                  <a:lnTo>
                    <a:pt x="1406140" y="3484499"/>
                  </a:lnTo>
                  <a:lnTo>
                    <a:pt x="1470552" y="3482470"/>
                  </a:lnTo>
                  <a:lnTo>
                    <a:pt x="1529837" y="3480191"/>
                  </a:lnTo>
                  <a:lnTo>
                    <a:pt x="1584911" y="3477625"/>
                  </a:lnTo>
                  <a:lnTo>
                    <a:pt x="1636740" y="3474737"/>
                  </a:lnTo>
                  <a:lnTo>
                    <a:pt x="1686257" y="3471495"/>
                  </a:lnTo>
                  <a:lnTo>
                    <a:pt x="1719082" y="3469075"/>
                  </a:lnTo>
                  <a:lnTo>
                    <a:pt x="1771717" y="3464758"/>
                  </a:lnTo>
                  <a:lnTo>
                    <a:pt x="1823848" y="3459971"/>
                  </a:lnTo>
                  <a:lnTo>
                    <a:pt x="1876067" y="3454711"/>
                  </a:lnTo>
                  <a:lnTo>
                    <a:pt x="1928761" y="3448989"/>
                  </a:lnTo>
                  <a:lnTo>
                    <a:pt x="1982140" y="3442840"/>
                  </a:lnTo>
                  <a:lnTo>
                    <a:pt x="2036262" y="3436318"/>
                  </a:lnTo>
                  <a:lnTo>
                    <a:pt x="2091055" y="3429500"/>
                  </a:lnTo>
                  <a:lnTo>
                    <a:pt x="2146338" y="3422479"/>
                  </a:lnTo>
                  <a:lnTo>
                    <a:pt x="2201862" y="3415362"/>
                  </a:lnTo>
                  <a:lnTo>
                    <a:pt x="2257343" y="3408263"/>
                  </a:lnTo>
                  <a:lnTo>
                    <a:pt x="2312501" y="3401293"/>
                  </a:lnTo>
                  <a:lnTo>
                    <a:pt x="2367104" y="3394556"/>
                  </a:lnTo>
                  <a:lnTo>
                    <a:pt x="2421003" y="3388140"/>
                  </a:lnTo>
                  <a:lnTo>
                    <a:pt x="2474162" y="3382115"/>
                  </a:lnTo>
                  <a:lnTo>
                    <a:pt x="2526681" y="3376531"/>
                  </a:lnTo>
                  <a:lnTo>
                    <a:pt x="2578824" y="3371414"/>
                  </a:lnTo>
                  <a:lnTo>
                    <a:pt x="2631035" y="3366772"/>
                  </a:lnTo>
                  <a:lnTo>
                    <a:pt x="2667772" y="3363814"/>
                  </a:lnTo>
                  <a:lnTo>
                    <a:pt x="2716186" y="3360321"/>
                  </a:lnTo>
                  <a:lnTo>
                    <a:pt x="2766344" y="3357194"/>
                  </a:lnTo>
                  <a:lnTo>
                    <a:pt x="2819103" y="3354413"/>
                  </a:lnTo>
                  <a:lnTo>
                    <a:pt x="2875415" y="3351943"/>
                  </a:lnTo>
                  <a:lnTo>
                    <a:pt x="2936241" y="3349747"/>
                  </a:lnTo>
                  <a:lnTo>
                    <a:pt x="3002458" y="3347790"/>
                  </a:lnTo>
                  <a:lnTo>
                    <a:pt x="3074739" y="3346042"/>
                  </a:lnTo>
                  <a:lnTo>
                    <a:pt x="3153394" y="3344478"/>
                  </a:lnTo>
                  <a:lnTo>
                    <a:pt x="3238154" y="3343083"/>
                  </a:lnTo>
                  <a:lnTo>
                    <a:pt x="3327938" y="3341846"/>
                  </a:lnTo>
                  <a:lnTo>
                    <a:pt x="3420630" y="3340767"/>
                  </a:lnTo>
                  <a:lnTo>
                    <a:pt x="3512992" y="3339846"/>
                  </a:lnTo>
                  <a:lnTo>
                    <a:pt x="3600822" y="3339088"/>
                  </a:lnTo>
                  <a:lnTo>
                    <a:pt x="3679474" y="3338495"/>
                  </a:lnTo>
                  <a:lnTo>
                    <a:pt x="3744697" y="3338061"/>
                  </a:lnTo>
                  <a:lnTo>
                    <a:pt x="3793618" y="3337772"/>
                  </a:lnTo>
                  <a:lnTo>
                    <a:pt x="3825523" y="3337603"/>
                  </a:lnTo>
                  <a:lnTo>
                    <a:pt x="3842182" y="3337524"/>
                  </a:lnTo>
                  <a:lnTo>
                    <a:pt x="3847699" y="3337501"/>
                  </a:lnTo>
                  <a:lnTo>
                    <a:pt x="3848118" y="3337499"/>
                  </a:lnTo>
                  <a:lnTo>
                    <a:pt x="4386855" y="3337499"/>
                  </a:lnTo>
                  <a:lnTo>
                    <a:pt x="4387980" y="3337403"/>
                  </a:lnTo>
                  <a:lnTo>
                    <a:pt x="4395343" y="3336722"/>
                  </a:lnTo>
                  <a:lnTo>
                    <a:pt x="4413795" y="3334836"/>
                  </a:lnTo>
                  <a:lnTo>
                    <a:pt x="4446499" y="3331131"/>
                  </a:lnTo>
                  <a:lnTo>
                    <a:pt x="4494662" y="3325055"/>
                  </a:lnTo>
                  <a:lnTo>
                    <a:pt x="4557460" y="3316185"/>
                  </a:lnTo>
                  <a:lnTo>
                    <a:pt x="4632331" y="3304266"/>
                  </a:lnTo>
                  <a:lnTo>
                    <a:pt x="4715603" y="3289205"/>
                  </a:lnTo>
                  <a:lnTo>
                    <a:pt x="4803262" y="3271027"/>
                  </a:lnTo>
                  <a:lnTo>
                    <a:pt x="4891627" y="3249803"/>
                  </a:lnTo>
                  <a:lnTo>
                    <a:pt x="4977772" y="3225585"/>
                  </a:lnTo>
                  <a:lnTo>
                    <a:pt x="5059692" y="3198348"/>
                  </a:lnTo>
                  <a:lnTo>
                    <a:pt x="5136258" y="3167958"/>
                  </a:lnTo>
                  <a:lnTo>
                    <a:pt x="5207061" y="3134155"/>
                  </a:lnTo>
                  <a:lnTo>
                    <a:pt x="5272224" y="3096553"/>
                  </a:lnTo>
                  <a:lnTo>
                    <a:pt x="5332226" y="3054642"/>
                  </a:lnTo>
                  <a:lnTo>
                    <a:pt x="5387761" y="3007815"/>
                  </a:lnTo>
                  <a:lnTo>
                    <a:pt x="5439635" y="2955400"/>
                  </a:lnTo>
                  <a:lnTo>
                    <a:pt x="5488680" y="2896728"/>
                  </a:lnTo>
                  <a:lnTo>
                    <a:pt x="5535694" y="2831255"/>
                  </a:lnTo>
                  <a:lnTo>
                    <a:pt x="5567201" y="2782156"/>
                  </a:lnTo>
                  <a:lnTo>
                    <a:pt x="5600386" y="2726015"/>
                  </a:lnTo>
                  <a:lnTo>
                    <a:pt x="5633267" y="2666012"/>
                  </a:lnTo>
                  <a:lnTo>
                    <a:pt x="5666022" y="2602069"/>
                  </a:lnTo>
                  <a:lnTo>
                    <a:pt x="5698794" y="2534163"/>
                  </a:lnTo>
                  <a:lnTo>
                    <a:pt x="5731691" y="2462327"/>
                  </a:lnTo>
                  <a:lnTo>
                    <a:pt x="5764796" y="2386665"/>
                  </a:lnTo>
                  <a:lnTo>
                    <a:pt x="5798161" y="2307347"/>
                  </a:lnTo>
                  <a:lnTo>
                    <a:pt x="5831817" y="2224615"/>
                  </a:lnTo>
                  <a:lnTo>
                    <a:pt x="5865768" y="2138784"/>
                  </a:lnTo>
                  <a:lnTo>
                    <a:pt x="5900002" y="2050239"/>
                  </a:lnTo>
                  <a:lnTo>
                    <a:pt x="5934485" y="1959425"/>
                  </a:lnTo>
                  <a:lnTo>
                    <a:pt x="5969172" y="1866846"/>
                  </a:lnTo>
                  <a:lnTo>
                    <a:pt x="6004003" y="1773048"/>
                  </a:lnTo>
                  <a:lnTo>
                    <a:pt x="6038910" y="1678609"/>
                  </a:lnTo>
                  <a:lnTo>
                    <a:pt x="6073823" y="1584126"/>
                  </a:lnTo>
                  <a:lnTo>
                    <a:pt x="6108670" y="1490194"/>
                  </a:lnTo>
                  <a:lnTo>
                    <a:pt x="6143382" y="1397394"/>
                  </a:lnTo>
                  <a:lnTo>
                    <a:pt x="6177900" y="1306281"/>
                  </a:lnTo>
                  <a:lnTo>
                    <a:pt x="6212174" y="1217363"/>
                  </a:lnTo>
                  <a:lnTo>
                    <a:pt x="6246169" y="1131096"/>
                  </a:lnTo>
                  <a:lnTo>
                    <a:pt x="6279869" y="1047875"/>
                  </a:lnTo>
                  <a:lnTo>
                    <a:pt x="6313277" y="968024"/>
                  </a:lnTo>
                  <a:lnTo>
                    <a:pt x="6346418" y="891797"/>
                  </a:lnTo>
                  <a:lnTo>
                    <a:pt x="6379343" y="819375"/>
                  </a:lnTo>
                  <a:lnTo>
                    <a:pt x="6412127" y="750872"/>
                  </a:lnTo>
                  <a:lnTo>
                    <a:pt x="6444876" y="686331"/>
                  </a:lnTo>
                  <a:lnTo>
                    <a:pt x="6477728" y="625737"/>
                  </a:lnTo>
                  <a:lnTo>
                    <a:pt x="6510853" y="569019"/>
                  </a:lnTo>
                  <a:lnTo>
                    <a:pt x="6515891" y="560787"/>
                  </a:lnTo>
                  <a:lnTo>
                    <a:pt x="6561916" y="490475"/>
                  </a:lnTo>
                  <a:lnTo>
                    <a:pt x="6609484" y="427172"/>
                  </a:lnTo>
                  <a:lnTo>
                    <a:pt x="6659325" y="370523"/>
                  </a:lnTo>
                  <a:lnTo>
                    <a:pt x="6712253" y="319927"/>
                  </a:lnTo>
                  <a:lnTo>
                    <a:pt x="6769101" y="274706"/>
                  </a:lnTo>
                  <a:lnTo>
                    <a:pt x="6830648" y="234203"/>
                  </a:lnTo>
                  <a:lnTo>
                    <a:pt x="6897536" y="197838"/>
                  </a:lnTo>
                  <a:lnTo>
                    <a:pt x="6970148" y="165137"/>
                  </a:lnTo>
                  <a:lnTo>
                    <a:pt x="7048461" y="135754"/>
                  </a:lnTo>
                  <a:lnTo>
                    <a:pt x="7131862" y="109469"/>
                  </a:lnTo>
                  <a:lnTo>
                    <a:pt x="7218959" y="86185"/>
                  </a:lnTo>
                  <a:lnTo>
                    <a:pt x="7307459" y="65905"/>
                  </a:lnTo>
                  <a:lnTo>
                    <a:pt x="7394170" y="48694"/>
                  </a:lnTo>
                  <a:lnTo>
                    <a:pt x="7475246" y="34617"/>
                  </a:lnTo>
                  <a:lnTo>
                    <a:pt x="7546702" y="23667"/>
                  </a:lnTo>
                  <a:lnTo>
                    <a:pt x="7605130" y="15706"/>
                  </a:lnTo>
                  <a:lnTo>
                    <a:pt x="7648458" y="10423"/>
                  </a:lnTo>
                  <a:lnTo>
                    <a:pt x="7676482" y="7350"/>
                  </a:lnTo>
                  <a:lnTo>
                    <a:pt x="7691044" y="5909"/>
                  </a:lnTo>
                  <a:lnTo>
                    <a:pt x="7695865" y="547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13" y="95"/>
                  </a:lnTo>
                  <a:lnTo>
                    <a:pt x="7687749" y="777"/>
                  </a:lnTo>
                  <a:lnTo>
                    <a:pt x="7669298" y="2662"/>
                  </a:lnTo>
                  <a:lnTo>
                    <a:pt x="7636594" y="6367"/>
                  </a:lnTo>
                  <a:lnTo>
                    <a:pt x="7588430" y="12443"/>
                  </a:lnTo>
                  <a:lnTo>
                    <a:pt x="7525632" y="21314"/>
                  </a:lnTo>
                  <a:lnTo>
                    <a:pt x="7450762" y="33233"/>
                  </a:lnTo>
                  <a:lnTo>
                    <a:pt x="7367490" y="48293"/>
                  </a:lnTo>
                  <a:lnTo>
                    <a:pt x="7279830" y="66472"/>
                  </a:lnTo>
                  <a:lnTo>
                    <a:pt x="7191466" y="87695"/>
                  </a:lnTo>
                  <a:lnTo>
                    <a:pt x="7105321" y="111914"/>
                  </a:lnTo>
                  <a:lnTo>
                    <a:pt x="7023400" y="139151"/>
                  </a:lnTo>
                  <a:lnTo>
                    <a:pt x="6946834" y="169541"/>
                  </a:lnTo>
                  <a:lnTo>
                    <a:pt x="6876031" y="203343"/>
                  </a:lnTo>
                  <a:lnTo>
                    <a:pt x="6810868" y="240945"/>
                  </a:lnTo>
                  <a:lnTo>
                    <a:pt x="6750867" y="282856"/>
                  </a:lnTo>
                  <a:lnTo>
                    <a:pt x="6695331" y="329683"/>
                  </a:lnTo>
                  <a:lnTo>
                    <a:pt x="6643458" y="382099"/>
                  </a:lnTo>
                  <a:lnTo>
                    <a:pt x="6594412" y="440770"/>
                  </a:lnTo>
                  <a:lnTo>
                    <a:pt x="6547398" y="506243"/>
                  </a:lnTo>
                  <a:lnTo>
                    <a:pt x="6515891" y="555342"/>
                  </a:lnTo>
                  <a:lnTo>
                    <a:pt x="6482706" y="611484"/>
                  </a:lnTo>
                  <a:lnTo>
                    <a:pt x="6449825" y="671487"/>
                  </a:lnTo>
                  <a:lnTo>
                    <a:pt x="6417070" y="735429"/>
                  </a:lnTo>
                  <a:lnTo>
                    <a:pt x="6384299" y="803336"/>
                  </a:lnTo>
                  <a:lnTo>
                    <a:pt x="6351401" y="875171"/>
                  </a:lnTo>
                  <a:lnTo>
                    <a:pt x="6318296" y="950834"/>
                  </a:lnTo>
                  <a:lnTo>
                    <a:pt x="6284931" y="1030152"/>
                  </a:lnTo>
                  <a:lnTo>
                    <a:pt x="6251276" y="1112884"/>
                  </a:lnTo>
                  <a:lnTo>
                    <a:pt x="6217324" y="1198714"/>
                  </a:lnTo>
                  <a:lnTo>
                    <a:pt x="6183091" y="1287260"/>
                  </a:lnTo>
                  <a:lnTo>
                    <a:pt x="6148607" y="1378073"/>
                  </a:lnTo>
                  <a:lnTo>
                    <a:pt x="6113920" y="1470653"/>
                  </a:lnTo>
                  <a:lnTo>
                    <a:pt x="6079090" y="1564451"/>
                  </a:lnTo>
                  <a:lnTo>
                    <a:pt x="6044182" y="1658889"/>
                  </a:lnTo>
                  <a:lnTo>
                    <a:pt x="6009269" y="1753372"/>
                  </a:lnTo>
                  <a:lnTo>
                    <a:pt x="5974423" y="1847305"/>
                  </a:lnTo>
                  <a:lnTo>
                    <a:pt x="5939710" y="1940104"/>
                  </a:lnTo>
                  <a:lnTo>
                    <a:pt x="5905193" y="2031218"/>
                  </a:lnTo>
                  <a:lnTo>
                    <a:pt x="5870919" y="2120136"/>
                  </a:lnTo>
                  <a:lnTo>
                    <a:pt x="5836923" y="2206402"/>
                  </a:lnTo>
                  <a:lnTo>
                    <a:pt x="5803223" y="2289624"/>
                  </a:lnTo>
                  <a:lnTo>
                    <a:pt x="5769815" y="2369475"/>
                  </a:lnTo>
                  <a:lnTo>
                    <a:pt x="5736674" y="2445702"/>
                  </a:lnTo>
                  <a:lnTo>
                    <a:pt x="5703750" y="2518123"/>
                  </a:lnTo>
                  <a:lnTo>
                    <a:pt x="5670966" y="2586627"/>
                  </a:lnTo>
                  <a:lnTo>
                    <a:pt x="5638216" y="2651168"/>
                  </a:lnTo>
                  <a:lnTo>
                    <a:pt x="5605365" y="2711761"/>
                  </a:lnTo>
                  <a:lnTo>
                    <a:pt x="5572239" y="2768479"/>
                  </a:lnTo>
                  <a:lnTo>
                    <a:pt x="5567201" y="2776712"/>
                  </a:lnTo>
                  <a:lnTo>
                    <a:pt x="5521177" y="2847023"/>
                  </a:lnTo>
                  <a:lnTo>
                    <a:pt x="5473608" y="2910327"/>
                  </a:lnTo>
                  <a:lnTo>
                    <a:pt x="5423768" y="2966976"/>
                  </a:lnTo>
                  <a:lnTo>
                    <a:pt x="5370840" y="3017572"/>
                  </a:lnTo>
                  <a:lnTo>
                    <a:pt x="5313992" y="3062792"/>
                  </a:lnTo>
                  <a:lnTo>
                    <a:pt x="5252444" y="3103295"/>
                  </a:lnTo>
                  <a:lnTo>
                    <a:pt x="5185557" y="3139661"/>
                  </a:lnTo>
                  <a:lnTo>
                    <a:pt x="5112945" y="3172361"/>
                  </a:lnTo>
                  <a:lnTo>
                    <a:pt x="5034631" y="3201744"/>
                  </a:lnTo>
                  <a:lnTo>
                    <a:pt x="4951231" y="3228029"/>
                  </a:lnTo>
                  <a:lnTo>
                    <a:pt x="4864133" y="3251314"/>
                  </a:lnTo>
                  <a:lnTo>
                    <a:pt x="4775633" y="3271593"/>
                  </a:lnTo>
                  <a:lnTo>
                    <a:pt x="4688923" y="3288804"/>
                  </a:lnTo>
                  <a:lnTo>
                    <a:pt x="4607846" y="3302882"/>
                  </a:lnTo>
                  <a:lnTo>
                    <a:pt x="4536391" y="3313831"/>
                  </a:lnTo>
                  <a:lnTo>
                    <a:pt x="4477962" y="3321793"/>
                  </a:lnTo>
                  <a:lnTo>
                    <a:pt x="4434634" y="3327075"/>
                  </a:lnTo>
                  <a:lnTo>
                    <a:pt x="4406610" y="3330148"/>
                  </a:lnTo>
                  <a:lnTo>
                    <a:pt x="4392048" y="3331590"/>
                  </a:lnTo>
                  <a:lnTo>
                    <a:pt x="4387227" y="3332024"/>
                  </a:lnTo>
                  <a:lnTo>
                    <a:pt x="4386855" y="3332054"/>
                  </a:lnTo>
                  <a:lnTo>
                    <a:pt x="3848118" y="3332054"/>
                  </a:lnTo>
                  <a:lnTo>
                    <a:pt x="3846816" y="3332060"/>
                  </a:lnTo>
                  <a:lnTo>
                    <a:pt x="3838320" y="3332097"/>
                  </a:lnTo>
                  <a:lnTo>
                    <a:pt x="3817141" y="3332201"/>
                  </a:lnTo>
                  <a:lnTo>
                    <a:pt x="3779884" y="3332405"/>
                  </a:lnTo>
                  <a:lnTo>
                    <a:pt x="3725573" y="3332738"/>
                  </a:lnTo>
                  <a:lnTo>
                    <a:pt x="3655672" y="3333222"/>
                  </a:lnTo>
                  <a:lnTo>
                    <a:pt x="3573594" y="3333867"/>
                  </a:lnTo>
                  <a:lnTo>
                    <a:pt x="3483821" y="3334678"/>
                  </a:lnTo>
                  <a:lnTo>
                    <a:pt x="3390937" y="3335649"/>
                  </a:lnTo>
                  <a:lnTo>
                    <a:pt x="3298874" y="3336779"/>
                  </a:lnTo>
                  <a:lnTo>
                    <a:pt x="3210515" y="3338066"/>
                  </a:lnTo>
                  <a:lnTo>
                    <a:pt x="3127627" y="3339513"/>
                  </a:lnTo>
                  <a:lnTo>
                    <a:pt x="3051008" y="3341134"/>
                  </a:lnTo>
                  <a:lnTo>
                    <a:pt x="2980715" y="3342946"/>
                  </a:lnTo>
                  <a:lnTo>
                    <a:pt x="2916303" y="3344975"/>
                  </a:lnTo>
                  <a:lnTo>
                    <a:pt x="2857017" y="3347254"/>
                  </a:lnTo>
                  <a:lnTo>
                    <a:pt x="2801944" y="3349819"/>
                  </a:lnTo>
                  <a:lnTo>
                    <a:pt x="2750114" y="3352708"/>
                  </a:lnTo>
                  <a:lnTo>
                    <a:pt x="2700598" y="3355950"/>
                  </a:lnTo>
                  <a:lnTo>
                    <a:pt x="2667772" y="3358370"/>
                  </a:lnTo>
                  <a:lnTo>
                    <a:pt x="2615138" y="3362687"/>
                  </a:lnTo>
                  <a:lnTo>
                    <a:pt x="2563006" y="3367473"/>
                  </a:lnTo>
                  <a:lnTo>
                    <a:pt x="2510787" y="3372734"/>
                  </a:lnTo>
                  <a:lnTo>
                    <a:pt x="2458094" y="3378456"/>
                  </a:lnTo>
                  <a:lnTo>
                    <a:pt x="2404715" y="3384605"/>
                  </a:lnTo>
                  <a:lnTo>
                    <a:pt x="2350592" y="3391127"/>
                  </a:lnTo>
                  <a:lnTo>
                    <a:pt x="2295800" y="3397945"/>
                  </a:lnTo>
                  <a:lnTo>
                    <a:pt x="2240517" y="3404966"/>
                  </a:lnTo>
                  <a:lnTo>
                    <a:pt x="2184992" y="3412082"/>
                  </a:lnTo>
                  <a:lnTo>
                    <a:pt x="2129512" y="3419182"/>
                  </a:lnTo>
                  <a:lnTo>
                    <a:pt x="2074354" y="3426152"/>
                  </a:lnTo>
                  <a:lnTo>
                    <a:pt x="2019750" y="3432889"/>
                  </a:lnTo>
                  <a:lnTo>
                    <a:pt x="1965851" y="3439305"/>
                  </a:lnTo>
                  <a:lnTo>
                    <a:pt x="1912693" y="3445329"/>
                  </a:lnTo>
                  <a:lnTo>
                    <a:pt x="1860174" y="3450914"/>
                  </a:lnTo>
                  <a:lnTo>
                    <a:pt x="1808031" y="3456030"/>
                  </a:lnTo>
                  <a:lnTo>
                    <a:pt x="1755820" y="3460673"/>
                  </a:lnTo>
                  <a:lnTo>
                    <a:pt x="1719082" y="3463631"/>
                  </a:lnTo>
                  <a:lnTo>
                    <a:pt x="1670669" y="3467124"/>
                  </a:lnTo>
                  <a:lnTo>
                    <a:pt x="1620510" y="3470251"/>
                  </a:lnTo>
                  <a:lnTo>
                    <a:pt x="1567751" y="3473032"/>
                  </a:lnTo>
                  <a:lnTo>
                    <a:pt x="1511439" y="3475502"/>
                  </a:lnTo>
                  <a:lnTo>
                    <a:pt x="1450613" y="3477698"/>
                  </a:lnTo>
                  <a:lnTo>
                    <a:pt x="1384397" y="3479654"/>
                  </a:lnTo>
                  <a:lnTo>
                    <a:pt x="1312115" y="3481403"/>
                  </a:lnTo>
                  <a:lnTo>
                    <a:pt x="1233461" y="3482967"/>
                  </a:lnTo>
                  <a:lnTo>
                    <a:pt x="1148701" y="3484362"/>
                  </a:lnTo>
                  <a:lnTo>
                    <a:pt x="1058917" y="3485598"/>
                  </a:lnTo>
                  <a:lnTo>
                    <a:pt x="966225" y="3486678"/>
                  </a:lnTo>
                  <a:lnTo>
                    <a:pt x="873863" y="3487599"/>
                  </a:lnTo>
                  <a:lnTo>
                    <a:pt x="786032" y="3488357"/>
                  </a:lnTo>
                  <a:lnTo>
                    <a:pt x="707381" y="3488950"/>
                  </a:lnTo>
                  <a:lnTo>
                    <a:pt x="642158" y="3489384"/>
                  </a:lnTo>
                  <a:lnTo>
                    <a:pt x="593236" y="3489673"/>
                  </a:lnTo>
                  <a:lnTo>
                    <a:pt x="561331" y="3489842"/>
                  </a:lnTo>
                  <a:lnTo>
                    <a:pt x="544672" y="3489921"/>
                  </a:lnTo>
                  <a:lnTo>
                    <a:pt x="539156" y="3489944"/>
                  </a:lnTo>
                  <a:lnTo>
                    <a:pt x="538736" y="3489946"/>
                  </a:lnTo>
                  <a:lnTo>
                    <a:pt x="0" y="3489946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77" name="pl1677"/>
            <p:cNvSpPr/>
            <p:nvPr/>
          </p:nvSpPr>
          <p:spPr>
            <a:xfrm>
              <a:off x="546595" y="1779474"/>
              <a:ext cx="8234974" cy="3489946"/>
            </a:xfrm>
            <a:custGeom>
              <a:avLst/>
              <a:pathLst>
                <a:path w="8234974" h="3489946">
                  <a:moveTo>
                    <a:pt x="0" y="3489946"/>
                  </a:moveTo>
                  <a:lnTo>
                    <a:pt x="538736" y="3489946"/>
                  </a:lnTo>
                  <a:lnTo>
                    <a:pt x="540039" y="3489941"/>
                  </a:lnTo>
                  <a:lnTo>
                    <a:pt x="548535" y="3489903"/>
                  </a:lnTo>
                  <a:lnTo>
                    <a:pt x="569713" y="3489799"/>
                  </a:lnTo>
                  <a:lnTo>
                    <a:pt x="606971" y="3489595"/>
                  </a:lnTo>
                  <a:lnTo>
                    <a:pt x="661282" y="3489262"/>
                  </a:lnTo>
                  <a:lnTo>
                    <a:pt x="731182" y="3488778"/>
                  </a:lnTo>
                  <a:lnTo>
                    <a:pt x="813260" y="3488133"/>
                  </a:lnTo>
                  <a:lnTo>
                    <a:pt x="903033" y="3487323"/>
                  </a:lnTo>
                  <a:lnTo>
                    <a:pt x="995917" y="3486351"/>
                  </a:lnTo>
                  <a:lnTo>
                    <a:pt x="1087981" y="3485221"/>
                  </a:lnTo>
                  <a:lnTo>
                    <a:pt x="1176340" y="3483935"/>
                  </a:lnTo>
                  <a:lnTo>
                    <a:pt x="1259227" y="3482487"/>
                  </a:lnTo>
                  <a:lnTo>
                    <a:pt x="1335847" y="3480866"/>
                  </a:lnTo>
                  <a:lnTo>
                    <a:pt x="1406140" y="3479054"/>
                  </a:lnTo>
                  <a:lnTo>
                    <a:pt x="1470552" y="3477025"/>
                  </a:lnTo>
                  <a:lnTo>
                    <a:pt x="1529837" y="3474746"/>
                  </a:lnTo>
                  <a:lnTo>
                    <a:pt x="1584911" y="3472181"/>
                  </a:lnTo>
                  <a:lnTo>
                    <a:pt x="1636740" y="3469293"/>
                  </a:lnTo>
                  <a:lnTo>
                    <a:pt x="1686257" y="3466050"/>
                  </a:lnTo>
                  <a:lnTo>
                    <a:pt x="1719082" y="3463631"/>
                  </a:lnTo>
                  <a:lnTo>
                    <a:pt x="1771717" y="3459313"/>
                  </a:lnTo>
                  <a:lnTo>
                    <a:pt x="1823848" y="3454527"/>
                  </a:lnTo>
                  <a:lnTo>
                    <a:pt x="1876067" y="3449266"/>
                  </a:lnTo>
                  <a:lnTo>
                    <a:pt x="1928761" y="3443545"/>
                  </a:lnTo>
                  <a:lnTo>
                    <a:pt x="1982140" y="3437395"/>
                  </a:lnTo>
                  <a:lnTo>
                    <a:pt x="2036262" y="3430873"/>
                  </a:lnTo>
                  <a:lnTo>
                    <a:pt x="2091055" y="3424055"/>
                  </a:lnTo>
                  <a:lnTo>
                    <a:pt x="2146338" y="3417034"/>
                  </a:lnTo>
                  <a:lnTo>
                    <a:pt x="2201862" y="3409918"/>
                  </a:lnTo>
                  <a:lnTo>
                    <a:pt x="2257343" y="3402819"/>
                  </a:lnTo>
                  <a:lnTo>
                    <a:pt x="2312501" y="3395849"/>
                  </a:lnTo>
                  <a:lnTo>
                    <a:pt x="2367104" y="3389111"/>
                  </a:lnTo>
                  <a:lnTo>
                    <a:pt x="2421003" y="3382695"/>
                  </a:lnTo>
                  <a:lnTo>
                    <a:pt x="2474162" y="3376671"/>
                  </a:lnTo>
                  <a:lnTo>
                    <a:pt x="2526681" y="3371087"/>
                  </a:lnTo>
                  <a:lnTo>
                    <a:pt x="2578824" y="3365970"/>
                  </a:lnTo>
                  <a:lnTo>
                    <a:pt x="2631035" y="3361327"/>
                  </a:lnTo>
                  <a:lnTo>
                    <a:pt x="2667772" y="3358370"/>
                  </a:lnTo>
                  <a:lnTo>
                    <a:pt x="2716186" y="3354877"/>
                  </a:lnTo>
                  <a:lnTo>
                    <a:pt x="2766344" y="3351750"/>
                  </a:lnTo>
                  <a:lnTo>
                    <a:pt x="2819103" y="3348968"/>
                  </a:lnTo>
                  <a:lnTo>
                    <a:pt x="2875415" y="3346498"/>
                  </a:lnTo>
                  <a:lnTo>
                    <a:pt x="2936241" y="3344303"/>
                  </a:lnTo>
                  <a:lnTo>
                    <a:pt x="3002458" y="3342346"/>
                  </a:lnTo>
                  <a:lnTo>
                    <a:pt x="3074739" y="3340598"/>
                  </a:lnTo>
                  <a:lnTo>
                    <a:pt x="3153394" y="3339034"/>
                  </a:lnTo>
                  <a:lnTo>
                    <a:pt x="3238154" y="3337638"/>
                  </a:lnTo>
                  <a:lnTo>
                    <a:pt x="3327938" y="3336402"/>
                  </a:lnTo>
                  <a:lnTo>
                    <a:pt x="3420630" y="3335322"/>
                  </a:lnTo>
                  <a:lnTo>
                    <a:pt x="3512992" y="3334402"/>
                  </a:lnTo>
                  <a:lnTo>
                    <a:pt x="3600822" y="3333644"/>
                  </a:lnTo>
                  <a:lnTo>
                    <a:pt x="3679474" y="3333051"/>
                  </a:lnTo>
                  <a:lnTo>
                    <a:pt x="3744697" y="3332617"/>
                  </a:lnTo>
                  <a:lnTo>
                    <a:pt x="3793618" y="3332327"/>
                  </a:lnTo>
                  <a:lnTo>
                    <a:pt x="3825523" y="3332159"/>
                  </a:lnTo>
                  <a:lnTo>
                    <a:pt x="3842182" y="3332080"/>
                  </a:lnTo>
                  <a:lnTo>
                    <a:pt x="3847699" y="3332056"/>
                  </a:lnTo>
                  <a:lnTo>
                    <a:pt x="3848118" y="3332054"/>
                  </a:lnTo>
                  <a:lnTo>
                    <a:pt x="4386855" y="3332054"/>
                  </a:lnTo>
                  <a:lnTo>
                    <a:pt x="4387980" y="3331959"/>
                  </a:lnTo>
                  <a:lnTo>
                    <a:pt x="4395343" y="3331277"/>
                  </a:lnTo>
                  <a:lnTo>
                    <a:pt x="4413795" y="3329392"/>
                  </a:lnTo>
                  <a:lnTo>
                    <a:pt x="4446499" y="3325687"/>
                  </a:lnTo>
                  <a:lnTo>
                    <a:pt x="4494662" y="3319611"/>
                  </a:lnTo>
                  <a:lnTo>
                    <a:pt x="4557460" y="3310740"/>
                  </a:lnTo>
                  <a:lnTo>
                    <a:pt x="4632331" y="3298821"/>
                  </a:lnTo>
                  <a:lnTo>
                    <a:pt x="4715603" y="3283761"/>
                  </a:lnTo>
                  <a:lnTo>
                    <a:pt x="4803262" y="3265582"/>
                  </a:lnTo>
                  <a:lnTo>
                    <a:pt x="4891627" y="3244359"/>
                  </a:lnTo>
                  <a:lnTo>
                    <a:pt x="4977772" y="3220140"/>
                  </a:lnTo>
                  <a:lnTo>
                    <a:pt x="5059692" y="3192903"/>
                  </a:lnTo>
                  <a:lnTo>
                    <a:pt x="5136258" y="3162513"/>
                  </a:lnTo>
                  <a:lnTo>
                    <a:pt x="5207061" y="3128711"/>
                  </a:lnTo>
                  <a:lnTo>
                    <a:pt x="5272224" y="3091108"/>
                  </a:lnTo>
                  <a:lnTo>
                    <a:pt x="5332226" y="3049198"/>
                  </a:lnTo>
                  <a:lnTo>
                    <a:pt x="5387761" y="3002371"/>
                  </a:lnTo>
                  <a:lnTo>
                    <a:pt x="5439635" y="2949955"/>
                  </a:lnTo>
                  <a:lnTo>
                    <a:pt x="5488680" y="2891284"/>
                  </a:lnTo>
                  <a:lnTo>
                    <a:pt x="5535694" y="2825811"/>
                  </a:lnTo>
                  <a:lnTo>
                    <a:pt x="5567201" y="2776712"/>
                  </a:lnTo>
                  <a:lnTo>
                    <a:pt x="5600386" y="2720570"/>
                  </a:lnTo>
                  <a:lnTo>
                    <a:pt x="5633267" y="2660567"/>
                  </a:lnTo>
                  <a:lnTo>
                    <a:pt x="5666022" y="2596625"/>
                  </a:lnTo>
                  <a:lnTo>
                    <a:pt x="5698794" y="2528718"/>
                  </a:lnTo>
                  <a:lnTo>
                    <a:pt x="5731691" y="2456883"/>
                  </a:lnTo>
                  <a:lnTo>
                    <a:pt x="5764796" y="2381220"/>
                  </a:lnTo>
                  <a:lnTo>
                    <a:pt x="5798161" y="2301902"/>
                  </a:lnTo>
                  <a:lnTo>
                    <a:pt x="5831817" y="2219170"/>
                  </a:lnTo>
                  <a:lnTo>
                    <a:pt x="5865768" y="2133340"/>
                  </a:lnTo>
                  <a:lnTo>
                    <a:pt x="5900002" y="2044794"/>
                  </a:lnTo>
                  <a:lnTo>
                    <a:pt x="5934485" y="1953981"/>
                  </a:lnTo>
                  <a:lnTo>
                    <a:pt x="5969172" y="1861401"/>
                  </a:lnTo>
                  <a:lnTo>
                    <a:pt x="6004003" y="1767603"/>
                  </a:lnTo>
                  <a:lnTo>
                    <a:pt x="6038910" y="1673165"/>
                  </a:lnTo>
                  <a:lnTo>
                    <a:pt x="6073823" y="1578682"/>
                  </a:lnTo>
                  <a:lnTo>
                    <a:pt x="6108670" y="1484749"/>
                  </a:lnTo>
                  <a:lnTo>
                    <a:pt x="6143382" y="1391950"/>
                  </a:lnTo>
                  <a:lnTo>
                    <a:pt x="6177900" y="1300836"/>
                  </a:lnTo>
                  <a:lnTo>
                    <a:pt x="6212174" y="1211918"/>
                  </a:lnTo>
                  <a:lnTo>
                    <a:pt x="6246169" y="1125651"/>
                  </a:lnTo>
                  <a:lnTo>
                    <a:pt x="6279869" y="1042430"/>
                  </a:lnTo>
                  <a:lnTo>
                    <a:pt x="6313277" y="962579"/>
                  </a:lnTo>
                  <a:lnTo>
                    <a:pt x="6346418" y="886352"/>
                  </a:lnTo>
                  <a:lnTo>
                    <a:pt x="6379343" y="813931"/>
                  </a:lnTo>
                  <a:lnTo>
                    <a:pt x="6412127" y="745427"/>
                  </a:lnTo>
                  <a:lnTo>
                    <a:pt x="6444876" y="680886"/>
                  </a:lnTo>
                  <a:lnTo>
                    <a:pt x="6477728" y="620293"/>
                  </a:lnTo>
                  <a:lnTo>
                    <a:pt x="6510853" y="563575"/>
                  </a:lnTo>
                  <a:lnTo>
                    <a:pt x="6515891" y="555342"/>
                  </a:lnTo>
                  <a:lnTo>
                    <a:pt x="6561916" y="485031"/>
                  </a:lnTo>
                  <a:lnTo>
                    <a:pt x="6609484" y="421727"/>
                  </a:lnTo>
                  <a:lnTo>
                    <a:pt x="6659325" y="365078"/>
                  </a:lnTo>
                  <a:lnTo>
                    <a:pt x="6712253" y="314482"/>
                  </a:lnTo>
                  <a:lnTo>
                    <a:pt x="6769101" y="269262"/>
                  </a:lnTo>
                  <a:lnTo>
                    <a:pt x="6830648" y="228759"/>
                  </a:lnTo>
                  <a:lnTo>
                    <a:pt x="6897536" y="192393"/>
                  </a:lnTo>
                  <a:lnTo>
                    <a:pt x="6970148" y="159693"/>
                  </a:lnTo>
                  <a:lnTo>
                    <a:pt x="7048461" y="130310"/>
                  </a:lnTo>
                  <a:lnTo>
                    <a:pt x="7131862" y="104025"/>
                  </a:lnTo>
                  <a:lnTo>
                    <a:pt x="7218959" y="80740"/>
                  </a:lnTo>
                  <a:lnTo>
                    <a:pt x="7307459" y="60460"/>
                  </a:lnTo>
                  <a:lnTo>
                    <a:pt x="7394170" y="43250"/>
                  </a:lnTo>
                  <a:lnTo>
                    <a:pt x="7475246" y="29172"/>
                  </a:lnTo>
                  <a:lnTo>
                    <a:pt x="7546702" y="18223"/>
                  </a:lnTo>
                  <a:lnTo>
                    <a:pt x="7605130" y="10261"/>
                  </a:lnTo>
                  <a:lnTo>
                    <a:pt x="7648458" y="4979"/>
                  </a:lnTo>
                  <a:lnTo>
                    <a:pt x="7676482" y="1906"/>
                  </a:lnTo>
                  <a:lnTo>
                    <a:pt x="7691044" y="464"/>
                  </a:lnTo>
                  <a:lnTo>
                    <a:pt x="7695865" y="3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8" name="pl1678"/>
            <p:cNvSpPr/>
            <p:nvPr/>
          </p:nvSpPr>
          <p:spPr>
            <a:xfrm>
              <a:off x="546595" y="1774029"/>
              <a:ext cx="8234974" cy="3489946"/>
            </a:xfrm>
            <a:custGeom>
              <a:avLst/>
              <a:pathLst>
                <a:path w="8234974" h="3489946">
                  <a:moveTo>
                    <a:pt x="8234974" y="0"/>
                  </a:moveTo>
                  <a:lnTo>
                    <a:pt x="7696237" y="0"/>
                  </a:lnTo>
                  <a:lnTo>
                    <a:pt x="7695113" y="95"/>
                  </a:lnTo>
                  <a:lnTo>
                    <a:pt x="7687749" y="777"/>
                  </a:lnTo>
                  <a:lnTo>
                    <a:pt x="7669298" y="2662"/>
                  </a:lnTo>
                  <a:lnTo>
                    <a:pt x="7636594" y="6367"/>
                  </a:lnTo>
                  <a:lnTo>
                    <a:pt x="7588430" y="12443"/>
                  </a:lnTo>
                  <a:lnTo>
                    <a:pt x="7525632" y="21314"/>
                  </a:lnTo>
                  <a:lnTo>
                    <a:pt x="7450762" y="33233"/>
                  </a:lnTo>
                  <a:lnTo>
                    <a:pt x="7367490" y="48293"/>
                  </a:lnTo>
                  <a:lnTo>
                    <a:pt x="7279830" y="66472"/>
                  </a:lnTo>
                  <a:lnTo>
                    <a:pt x="7191466" y="87695"/>
                  </a:lnTo>
                  <a:lnTo>
                    <a:pt x="7105321" y="111914"/>
                  </a:lnTo>
                  <a:lnTo>
                    <a:pt x="7023400" y="139151"/>
                  </a:lnTo>
                  <a:lnTo>
                    <a:pt x="6946834" y="169541"/>
                  </a:lnTo>
                  <a:lnTo>
                    <a:pt x="6876031" y="203343"/>
                  </a:lnTo>
                  <a:lnTo>
                    <a:pt x="6810868" y="240945"/>
                  </a:lnTo>
                  <a:lnTo>
                    <a:pt x="6750867" y="282856"/>
                  </a:lnTo>
                  <a:lnTo>
                    <a:pt x="6695331" y="329683"/>
                  </a:lnTo>
                  <a:lnTo>
                    <a:pt x="6643458" y="382099"/>
                  </a:lnTo>
                  <a:lnTo>
                    <a:pt x="6594412" y="440770"/>
                  </a:lnTo>
                  <a:lnTo>
                    <a:pt x="6547398" y="506243"/>
                  </a:lnTo>
                  <a:lnTo>
                    <a:pt x="6515891" y="555342"/>
                  </a:lnTo>
                  <a:lnTo>
                    <a:pt x="6482706" y="611484"/>
                  </a:lnTo>
                  <a:lnTo>
                    <a:pt x="6449825" y="671487"/>
                  </a:lnTo>
                  <a:lnTo>
                    <a:pt x="6417070" y="735429"/>
                  </a:lnTo>
                  <a:lnTo>
                    <a:pt x="6384299" y="803336"/>
                  </a:lnTo>
                  <a:lnTo>
                    <a:pt x="6351401" y="875171"/>
                  </a:lnTo>
                  <a:lnTo>
                    <a:pt x="6318296" y="950834"/>
                  </a:lnTo>
                  <a:lnTo>
                    <a:pt x="6284931" y="1030152"/>
                  </a:lnTo>
                  <a:lnTo>
                    <a:pt x="6251276" y="1112884"/>
                  </a:lnTo>
                  <a:lnTo>
                    <a:pt x="6217324" y="1198714"/>
                  </a:lnTo>
                  <a:lnTo>
                    <a:pt x="6183091" y="1287260"/>
                  </a:lnTo>
                  <a:lnTo>
                    <a:pt x="6148607" y="1378073"/>
                  </a:lnTo>
                  <a:lnTo>
                    <a:pt x="6113920" y="1470653"/>
                  </a:lnTo>
                  <a:lnTo>
                    <a:pt x="6079090" y="1564451"/>
                  </a:lnTo>
                  <a:lnTo>
                    <a:pt x="6044182" y="1658889"/>
                  </a:lnTo>
                  <a:lnTo>
                    <a:pt x="6009269" y="1753372"/>
                  </a:lnTo>
                  <a:lnTo>
                    <a:pt x="5974423" y="1847305"/>
                  </a:lnTo>
                  <a:lnTo>
                    <a:pt x="5939710" y="1940104"/>
                  </a:lnTo>
                  <a:lnTo>
                    <a:pt x="5905193" y="2031218"/>
                  </a:lnTo>
                  <a:lnTo>
                    <a:pt x="5870919" y="2120136"/>
                  </a:lnTo>
                  <a:lnTo>
                    <a:pt x="5836923" y="2206402"/>
                  </a:lnTo>
                  <a:lnTo>
                    <a:pt x="5803223" y="2289624"/>
                  </a:lnTo>
                  <a:lnTo>
                    <a:pt x="5769815" y="2369475"/>
                  </a:lnTo>
                  <a:lnTo>
                    <a:pt x="5736674" y="2445702"/>
                  </a:lnTo>
                  <a:lnTo>
                    <a:pt x="5703750" y="2518123"/>
                  </a:lnTo>
                  <a:lnTo>
                    <a:pt x="5670966" y="2586627"/>
                  </a:lnTo>
                  <a:lnTo>
                    <a:pt x="5638216" y="2651168"/>
                  </a:lnTo>
                  <a:lnTo>
                    <a:pt x="5605365" y="2711761"/>
                  </a:lnTo>
                  <a:lnTo>
                    <a:pt x="5572239" y="2768479"/>
                  </a:lnTo>
                  <a:lnTo>
                    <a:pt x="5567201" y="2776712"/>
                  </a:lnTo>
                  <a:lnTo>
                    <a:pt x="5521177" y="2847023"/>
                  </a:lnTo>
                  <a:lnTo>
                    <a:pt x="5473608" y="2910327"/>
                  </a:lnTo>
                  <a:lnTo>
                    <a:pt x="5423768" y="2966976"/>
                  </a:lnTo>
                  <a:lnTo>
                    <a:pt x="5370840" y="3017572"/>
                  </a:lnTo>
                  <a:lnTo>
                    <a:pt x="5313992" y="3062792"/>
                  </a:lnTo>
                  <a:lnTo>
                    <a:pt x="5252444" y="3103295"/>
                  </a:lnTo>
                  <a:lnTo>
                    <a:pt x="5185557" y="3139661"/>
                  </a:lnTo>
                  <a:lnTo>
                    <a:pt x="5112945" y="3172361"/>
                  </a:lnTo>
                  <a:lnTo>
                    <a:pt x="5034631" y="3201744"/>
                  </a:lnTo>
                  <a:lnTo>
                    <a:pt x="4951231" y="3228029"/>
                  </a:lnTo>
                  <a:lnTo>
                    <a:pt x="4864133" y="3251314"/>
                  </a:lnTo>
                  <a:lnTo>
                    <a:pt x="4775633" y="3271593"/>
                  </a:lnTo>
                  <a:lnTo>
                    <a:pt x="4688923" y="3288804"/>
                  </a:lnTo>
                  <a:lnTo>
                    <a:pt x="4607846" y="3302882"/>
                  </a:lnTo>
                  <a:lnTo>
                    <a:pt x="4536391" y="3313831"/>
                  </a:lnTo>
                  <a:lnTo>
                    <a:pt x="4477962" y="3321793"/>
                  </a:lnTo>
                  <a:lnTo>
                    <a:pt x="4434634" y="3327075"/>
                  </a:lnTo>
                  <a:lnTo>
                    <a:pt x="4406610" y="3330148"/>
                  </a:lnTo>
                  <a:lnTo>
                    <a:pt x="4392048" y="3331590"/>
                  </a:lnTo>
                  <a:lnTo>
                    <a:pt x="4387227" y="3332024"/>
                  </a:lnTo>
                  <a:lnTo>
                    <a:pt x="4386855" y="3332054"/>
                  </a:lnTo>
                  <a:lnTo>
                    <a:pt x="3848118" y="3332054"/>
                  </a:lnTo>
                  <a:lnTo>
                    <a:pt x="3846816" y="3332060"/>
                  </a:lnTo>
                  <a:lnTo>
                    <a:pt x="3838320" y="3332097"/>
                  </a:lnTo>
                  <a:lnTo>
                    <a:pt x="3817141" y="3332201"/>
                  </a:lnTo>
                  <a:lnTo>
                    <a:pt x="3779884" y="3332405"/>
                  </a:lnTo>
                  <a:lnTo>
                    <a:pt x="3725573" y="3332738"/>
                  </a:lnTo>
                  <a:lnTo>
                    <a:pt x="3655672" y="3333222"/>
                  </a:lnTo>
                  <a:lnTo>
                    <a:pt x="3573594" y="3333867"/>
                  </a:lnTo>
                  <a:lnTo>
                    <a:pt x="3483821" y="3334678"/>
                  </a:lnTo>
                  <a:lnTo>
                    <a:pt x="3390937" y="3335649"/>
                  </a:lnTo>
                  <a:lnTo>
                    <a:pt x="3298874" y="3336779"/>
                  </a:lnTo>
                  <a:lnTo>
                    <a:pt x="3210515" y="3338066"/>
                  </a:lnTo>
                  <a:lnTo>
                    <a:pt x="3127627" y="3339513"/>
                  </a:lnTo>
                  <a:lnTo>
                    <a:pt x="3051008" y="3341134"/>
                  </a:lnTo>
                  <a:lnTo>
                    <a:pt x="2980715" y="3342946"/>
                  </a:lnTo>
                  <a:lnTo>
                    <a:pt x="2916303" y="3344975"/>
                  </a:lnTo>
                  <a:lnTo>
                    <a:pt x="2857017" y="3347254"/>
                  </a:lnTo>
                  <a:lnTo>
                    <a:pt x="2801944" y="3349819"/>
                  </a:lnTo>
                  <a:lnTo>
                    <a:pt x="2750114" y="3352708"/>
                  </a:lnTo>
                  <a:lnTo>
                    <a:pt x="2700598" y="3355950"/>
                  </a:lnTo>
                  <a:lnTo>
                    <a:pt x="2667772" y="3358370"/>
                  </a:lnTo>
                  <a:lnTo>
                    <a:pt x="2615138" y="3362687"/>
                  </a:lnTo>
                  <a:lnTo>
                    <a:pt x="2563006" y="3367473"/>
                  </a:lnTo>
                  <a:lnTo>
                    <a:pt x="2510787" y="3372734"/>
                  </a:lnTo>
                  <a:lnTo>
                    <a:pt x="2458094" y="3378456"/>
                  </a:lnTo>
                  <a:lnTo>
                    <a:pt x="2404715" y="3384605"/>
                  </a:lnTo>
                  <a:lnTo>
                    <a:pt x="2350592" y="3391127"/>
                  </a:lnTo>
                  <a:lnTo>
                    <a:pt x="2295800" y="3397945"/>
                  </a:lnTo>
                  <a:lnTo>
                    <a:pt x="2240517" y="3404966"/>
                  </a:lnTo>
                  <a:lnTo>
                    <a:pt x="2184992" y="3412082"/>
                  </a:lnTo>
                  <a:lnTo>
                    <a:pt x="2129512" y="3419182"/>
                  </a:lnTo>
                  <a:lnTo>
                    <a:pt x="2074354" y="3426152"/>
                  </a:lnTo>
                  <a:lnTo>
                    <a:pt x="2019750" y="3432889"/>
                  </a:lnTo>
                  <a:lnTo>
                    <a:pt x="1965851" y="3439305"/>
                  </a:lnTo>
                  <a:lnTo>
                    <a:pt x="1912693" y="3445329"/>
                  </a:lnTo>
                  <a:lnTo>
                    <a:pt x="1860174" y="3450914"/>
                  </a:lnTo>
                  <a:lnTo>
                    <a:pt x="1808031" y="3456030"/>
                  </a:lnTo>
                  <a:lnTo>
                    <a:pt x="1755820" y="3460673"/>
                  </a:lnTo>
                  <a:lnTo>
                    <a:pt x="1719082" y="3463631"/>
                  </a:lnTo>
                  <a:lnTo>
                    <a:pt x="1670669" y="3467124"/>
                  </a:lnTo>
                  <a:lnTo>
                    <a:pt x="1620510" y="3470251"/>
                  </a:lnTo>
                  <a:lnTo>
                    <a:pt x="1567751" y="3473032"/>
                  </a:lnTo>
                  <a:lnTo>
                    <a:pt x="1511439" y="3475502"/>
                  </a:lnTo>
                  <a:lnTo>
                    <a:pt x="1450613" y="3477698"/>
                  </a:lnTo>
                  <a:lnTo>
                    <a:pt x="1384397" y="3479654"/>
                  </a:lnTo>
                  <a:lnTo>
                    <a:pt x="1312115" y="3481403"/>
                  </a:lnTo>
                  <a:lnTo>
                    <a:pt x="1233461" y="3482967"/>
                  </a:lnTo>
                  <a:lnTo>
                    <a:pt x="1148701" y="3484362"/>
                  </a:lnTo>
                  <a:lnTo>
                    <a:pt x="1058917" y="3485598"/>
                  </a:lnTo>
                  <a:lnTo>
                    <a:pt x="966225" y="3486678"/>
                  </a:lnTo>
                  <a:lnTo>
                    <a:pt x="873863" y="3487599"/>
                  </a:lnTo>
                  <a:lnTo>
                    <a:pt x="786032" y="3488357"/>
                  </a:lnTo>
                  <a:lnTo>
                    <a:pt x="707381" y="3488950"/>
                  </a:lnTo>
                  <a:lnTo>
                    <a:pt x="642158" y="3489384"/>
                  </a:lnTo>
                  <a:lnTo>
                    <a:pt x="593236" y="3489673"/>
                  </a:lnTo>
                  <a:lnTo>
                    <a:pt x="561331" y="3489842"/>
                  </a:lnTo>
                  <a:lnTo>
                    <a:pt x="544672" y="3489921"/>
                  </a:lnTo>
                  <a:lnTo>
                    <a:pt x="539156" y="3489944"/>
                  </a:lnTo>
                  <a:lnTo>
                    <a:pt x="538736" y="3489946"/>
                  </a:lnTo>
                  <a:lnTo>
                    <a:pt x="0" y="3489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9" name="pg1679"/>
            <p:cNvSpPr/>
            <p:nvPr/>
          </p:nvSpPr>
          <p:spPr>
            <a:xfrm>
              <a:off x="546595" y="2084368"/>
              <a:ext cx="8234974" cy="3136051"/>
            </a:xfrm>
            <a:custGeom>
              <a:avLst/>
              <a:pathLst>
                <a:path w="8234974" h="3136051">
                  <a:moveTo>
                    <a:pt x="0" y="3136051"/>
                  </a:moveTo>
                  <a:lnTo>
                    <a:pt x="538736" y="3136051"/>
                  </a:lnTo>
                  <a:lnTo>
                    <a:pt x="540004" y="3136007"/>
                  </a:lnTo>
                  <a:lnTo>
                    <a:pt x="548284" y="3135690"/>
                  </a:lnTo>
                  <a:lnTo>
                    <a:pt x="568942" y="3134815"/>
                  </a:lnTo>
                  <a:lnTo>
                    <a:pt x="605336" y="3133097"/>
                  </a:lnTo>
                  <a:lnTo>
                    <a:pt x="658491" y="3130288"/>
                  </a:lnTo>
                  <a:lnTo>
                    <a:pt x="727071" y="3126206"/>
                  </a:lnTo>
                  <a:lnTo>
                    <a:pt x="807828" y="3120752"/>
                  </a:lnTo>
                  <a:lnTo>
                    <a:pt x="896432" y="3113898"/>
                  </a:lnTo>
                  <a:lnTo>
                    <a:pt x="988399" y="3105667"/>
                  </a:lnTo>
                  <a:lnTo>
                    <a:pt x="1079835" y="3096092"/>
                  </a:lnTo>
                  <a:lnTo>
                    <a:pt x="1167839" y="3085184"/>
                  </a:lnTo>
                  <a:lnTo>
                    <a:pt x="1250595" y="3072911"/>
                  </a:lnTo>
                  <a:lnTo>
                    <a:pt x="1327237" y="3059185"/>
                  </a:lnTo>
                  <a:lnTo>
                    <a:pt x="1397643" y="3043853"/>
                  </a:lnTo>
                  <a:lnTo>
                    <a:pt x="1462198" y="3026703"/>
                  </a:lnTo>
                  <a:lnTo>
                    <a:pt x="1521606" y="3007470"/>
                  </a:lnTo>
                  <a:lnTo>
                    <a:pt x="1576742" y="2985852"/>
                  </a:lnTo>
                  <a:lnTo>
                    <a:pt x="1628548" y="2961534"/>
                  </a:lnTo>
                  <a:lnTo>
                    <a:pt x="1677940" y="2934240"/>
                  </a:lnTo>
                  <a:lnTo>
                    <a:pt x="1719082" y="2908288"/>
                  </a:lnTo>
                  <a:lnTo>
                    <a:pt x="1763970" y="2876706"/>
                  </a:lnTo>
                  <a:lnTo>
                    <a:pt x="1808418" y="2842193"/>
                  </a:lnTo>
                  <a:lnTo>
                    <a:pt x="1852823" y="2804699"/>
                  </a:lnTo>
                  <a:lnTo>
                    <a:pt x="1897467" y="2764252"/>
                  </a:lnTo>
                  <a:lnTo>
                    <a:pt x="1942536" y="2720975"/>
                  </a:lnTo>
                  <a:lnTo>
                    <a:pt x="1988125" y="2675084"/>
                  </a:lnTo>
                  <a:lnTo>
                    <a:pt x="2034255" y="2626899"/>
                  </a:lnTo>
                  <a:lnTo>
                    <a:pt x="2080876" y="2576829"/>
                  </a:lnTo>
                  <a:lnTo>
                    <a:pt x="2127883" y="2525370"/>
                  </a:lnTo>
                  <a:lnTo>
                    <a:pt x="2175130" y="2473078"/>
                  </a:lnTo>
                  <a:lnTo>
                    <a:pt x="2222447" y="2420550"/>
                  </a:lnTo>
                  <a:lnTo>
                    <a:pt x="2269654" y="2368396"/>
                  </a:lnTo>
                  <a:lnTo>
                    <a:pt x="2316586" y="2317204"/>
                  </a:lnTo>
                  <a:lnTo>
                    <a:pt x="2363102" y="2267521"/>
                  </a:lnTo>
                  <a:lnTo>
                    <a:pt x="2409112" y="2219823"/>
                  </a:lnTo>
                  <a:lnTo>
                    <a:pt x="2454579" y="2174501"/>
                  </a:lnTo>
                  <a:lnTo>
                    <a:pt x="2499539" y="2131849"/>
                  </a:lnTo>
                  <a:lnTo>
                    <a:pt x="2544110" y="2092065"/>
                  </a:lnTo>
                  <a:lnTo>
                    <a:pt x="2588496" y="2055247"/>
                  </a:lnTo>
                  <a:lnTo>
                    <a:pt x="2633005" y="2021405"/>
                  </a:lnTo>
                  <a:lnTo>
                    <a:pt x="2667772" y="1997236"/>
                  </a:lnTo>
                  <a:lnTo>
                    <a:pt x="2715745" y="1967260"/>
                  </a:lnTo>
                  <a:lnTo>
                    <a:pt x="2765424" y="1940398"/>
                  </a:lnTo>
                  <a:lnTo>
                    <a:pt x="2817641" y="1916477"/>
                  </a:lnTo>
                  <a:lnTo>
                    <a:pt x="2873321" y="1895213"/>
                  </a:lnTo>
                  <a:lnTo>
                    <a:pt x="2933402" y="1876291"/>
                  </a:lnTo>
                  <a:lnTo>
                    <a:pt x="2998743" y="1859412"/>
                  </a:lnTo>
                  <a:lnTo>
                    <a:pt x="3070011" y="1844317"/>
                  </a:lnTo>
                  <a:lnTo>
                    <a:pt x="3147536" y="1830803"/>
                  </a:lnTo>
                  <a:lnTo>
                    <a:pt x="3231101" y="1818726"/>
                  </a:lnTo>
                  <a:lnTo>
                    <a:pt x="3319722" y="1808006"/>
                  </a:lnTo>
                  <a:lnTo>
                    <a:pt x="3411432" y="1798618"/>
                  </a:lnTo>
                  <a:lnTo>
                    <a:pt x="3503181" y="1790579"/>
                  </a:lnTo>
                  <a:lnTo>
                    <a:pt x="3590958" y="1783921"/>
                  </a:lnTo>
                  <a:lnTo>
                    <a:pt x="3670251" y="1778663"/>
                  </a:lnTo>
                  <a:lnTo>
                    <a:pt x="3736822" y="1774768"/>
                  </a:lnTo>
                  <a:lnTo>
                    <a:pt x="3787649" y="1772125"/>
                  </a:lnTo>
                  <a:lnTo>
                    <a:pt x="3821714" y="1770542"/>
                  </a:lnTo>
                  <a:lnTo>
                    <a:pt x="3840379" y="1769762"/>
                  </a:lnTo>
                  <a:lnTo>
                    <a:pt x="3847306" y="1769501"/>
                  </a:lnTo>
                  <a:lnTo>
                    <a:pt x="3848118" y="1769473"/>
                  </a:lnTo>
                  <a:lnTo>
                    <a:pt x="4386855" y="1769473"/>
                  </a:lnTo>
                  <a:lnTo>
                    <a:pt x="4388102" y="1769417"/>
                  </a:lnTo>
                  <a:lnTo>
                    <a:pt x="4396242" y="1769016"/>
                  </a:lnTo>
                  <a:lnTo>
                    <a:pt x="4416566" y="1767906"/>
                  </a:lnTo>
                  <a:lnTo>
                    <a:pt x="4452404" y="1765727"/>
                  </a:lnTo>
                  <a:lnTo>
                    <a:pt x="4504812" y="1762163"/>
                  </a:lnTo>
                  <a:lnTo>
                    <a:pt x="4572535" y="1756981"/>
                  </a:lnTo>
                  <a:lnTo>
                    <a:pt x="4652430" y="1750050"/>
                  </a:lnTo>
                  <a:lnTo>
                    <a:pt x="4740265" y="1741334"/>
                  </a:lnTo>
                  <a:lnTo>
                    <a:pt x="4831624" y="1730860"/>
                  </a:lnTo>
                  <a:lnTo>
                    <a:pt x="4922639" y="1718668"/>
                  </a:lnTo>
                  <a:lnTo>
                    <a:pt x="5010400" y="1704777"/>
                  </a:lnTo>
                  <a:lnTo>
                    <a:pt x="5093058" y="1689150"/>
                  </a:lnTo>
                  <a:lnTo>
                    <a:pt x="5169709" y="1671678"/>
                  </a:lnTo>
                  <a:lnTo>
                    <a:pt x="5240184" y="1652177"/>
                  </a:lnTo>
                  <a:lnTo>
                    <a:pt x="5304831" y="1630381"/>
                  </a:lnTo>
                  <a:lnTo>
                    <a:pt x="5364321" y="1605962"/>
                  </a:lnTo>
                  <a:lnTo>
                    <a:pt x="5419505" y="1578536"/>
                  </a:lnTo>
                  <a:lnTo>
                    <a:pt x="5471303" y="1547705"/>
                  </a:lnTo>
                  <a:lnTo>
                    <a:pt x="5520623" y="1513111"/>
                  </a:lnTo>
                  <a:lnTo>
                    <a:pt x="5567201" y="1475468"/>
                  </a:lnTo>
                  <a:lnTo>
                    <a:pt x="5609100" y="1437549"/>
                  </a:lnTo>
                  <a:lnTo>
                    <a:pt x="5650592" y="1396343"/>
                  </a:lnTo>
                  <a:lnTo>
                    <a:pt x="5692006" y="1351787"/>
                  </a:lnTo>
                  <a:lnTo>
                    <a:pt x="5733587" y="1303899"/>
                  </a:lnTo>
                  <a:lnTo>
                    <a:pt x="5775504" y="1252782"/>
                  </a:lnTo>
                  <a:lnTo>
                    <a:pt x="5817854" y="1198633"/>
                  </a:lnTo>
                  <a:lnTo>
                    <a:pt x="5860676" y="1141747"/>
                  </a:lnTo>
                  <a:lnTo>
                    <a:pt x="5903953" y="1082513"/>
                  </a:lnTo>
                  <a:lnTo>
                    <a:pt x="5947621" y="1021409"/>
                  </a:lnTo>
                  <a:lnTo>
                    <a:pt x="5991579" y="958984"/>
                  </a:lnTo>
                  <a:lnTo>
                    <a:pt x="6035698" y="895842"/>
                  </a:lnTo>
                  <a:lnTo>
                    <a:pt x="6079837" y="832615"/>
                  </a:lnTo>
                  <a:lnTo>
                    <a:pt x="6123851" y="769939"/>
                  </a:lnTo>
                  <a:lnTo>
                    <a:pt x="6167607" y="708429"/>
                  </a:lnTo>
                  <a:lnTo>
                    <a:pt x="6210995" y="648650"/>
                  </a:lnTo>
                  <a:lnTo>
                    <a:pt x="6253941" y="591101"/>
                  </a:lnTo>
                  <a:lnTo>
                    <a:pt x="6296415" y="536194"/>
                  </a:lnTo>
                  <a:lnTo>
                    <a:pt x="6338440" y="484250"/>
                  </a:lnTo>
                  <a:lnTo>
                    <a:pt x="6380096" y="435493"/>
                  </a:lnTo>
                  <a:lnTo>
                    <a:pt x="6421535" y="390050"/>
                  </a:lnTo>
                  <a:lnTo>
                    <a:pt x="6462977" y="347959"/>
                  </a:lnTo>
                  <a:lnTo>
                    <a:pt x="6504730" y="309179"/>
                  </a:lnTo>
                  <a:lnTo>
                    <a:pt x="6515891" y="299449"/>
                  </a:lnTo>
                  <a:lnTo>
                    <a:pt x="6563577" y="260970"/>
                  </a:lnTo>
                  <a:lnTo>
                    <a:pt x="6612944" y="226466"/>
                  </a:lnTo>
                  <a:lnTo>
                    <a:pt x="6664809" y="195717"/>
                  </a:lnTo>
                  <a:lnTo>
                    <a:pt x="6720081" y="168364"/>
                  </a:lnTo>
                  <a:lnTo>
                    <a:pt x="6779680" y="144009"/>
                  </a:lnTo>
                  <a:lnTo>
                    <a:pt x="6844454" y="122270"/>
                  </a:lnTo>
                  <a:lnTo>
                    <a:pt x="6915068" y="102817"/>
                  </a:lnTo>
                  <a:lnTo>
                    <a:pt x="6991861" y="85390"/>
                  </a:lnTo>
                  <a:lnTo>
                    <a:pt x="7074649" y="69803"/>
                  </a:lnTo>
                  <a:lnTo>
                    <a:pt x="7162510" y="55951"/>
                  </a:lnTo>
                  <a:lnTo>
                    <a:pt x="7253568" y="43799"/>
                  </a:lnTo>
                  <a:lnTo>
                    <a:pt x="7344893" y="33363"/>
                  </a:lnTo>
                  <a:lnTo>
                    <a:pt x="7432597" y="24688"/>
                  </a:lnTo>
                  <a:lnTo>
                    <a:pt x="7512258" y="17798"/>
                  </a:lnTo>
                  <a:lnTo>
                    <a:pt x="7579660" y="12655"/>
                  </a:lnTo>
                  <a:lnTo>
                    <a:pt x="7631694" y="9126"/>
                  </a:lnTo>
                  <a:lnTo>
                    <a:pt x="7667156" y="6975"/>
                  </a:lnTo>
                  <a:lnTo>
                    <a:pt x="7687156" y="5886"/>
                  </a:lnTo>
                  <a:lnTo>
                    <a:pt x="7695073" y="549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91" y="56"/>
                  </a:lnTo>
                  <a:lnTo>
                    <a:pt x="7686851" y="457"/>
                  </a:lnTo>
                  <a:lnTo>
                    <a:pt x="7666526" y="1567"/>
                  </a:lnTo>
                  <a:lnTo>
                    <a:pt x="7630688" y="3746"/>
                  </a:lnTo>
                  <a:lnTo>
                    <a:pt x="7578281" y="7309"/>
                  </a:lnTo>
                  <a:lnTo>
                    <a:pt x="7510558" y="12491"/>
                  </a:lnTo>
                  <a:lnTo>
                    <a:pt x="7430662" y="19423"/>
                  </a:lnTo>
                  <a:lnTo>
                    <a:pt x="7342827" y="28138"/>
                  </a:lnTo>
                  <a:lnTo>
                    <a:pt x="7251468" y="38613"/>
                  </a:lnTo>
                  <a:lnTo>
                    <a:pt x="7160454" y="50805"/>
                  </a:lnTo>
                  <a:lnTo>
                    <a:pt x="7072692" y="64696"/>
                  </a:lnTo>
                  <a:lnTo>
                    <a:pt x="6990034" y="80323"/>
                  </a:lnTo>
                  <a:lnTo>
                    <a:pt x="6913384" y="97794"/>
                  </a:lnTo>
                  <a:lnTo>
                    <a:pt x="6842908" y="117296"/>
                  </a:lnTo>
                  <a:lnTo>
                    <a:pt x="6778261" y="139091"/>
                  </a:lnTo>
                  <a:lnTo>
                    <a:pt x="6718771" y="163511"/>
                  </a:lnTo>
                  <a:lnTo>
                    <a:pt x="6663588" y="190937"/>
                  </a:lnTo>
                  <a:lnTo>
                    <a:pt x="6611790" y="221768"/>
                  </a:lnTo>
                  <a:lnTo>
                    <a:pt x="6562469" y="256362"/>
                  </a:lnTo>
                  <a:lnTo>
                    <a:pt x="6515891" y="294004"/>
                  </a:lnTo>
                  <a:lnTo>
                    <a:pt x="6473992" y="331923"/>
                  </a:lnTo>
                  <a:lnTo>
                    <a:pt x="6432501" y="373130"/>
                  </a:lnTo>
                  <a:lnTo>
                    <a:pt x="6391086" y="417685"/>
                  </a:lnTo>
                  <a:lnTo>
                    <a:pt x="6349505" y="465573"/>
                  </a:lnTo>
                  <a:lnTo>
                    <a:pt x="6307589" y="516691"/>
                  </a:lnTo>
                  <a:lnTo>
                    <a:pt x="6265239" y="570840"/>
                  </a:lnTo>
                  <a:lnTo>
                    <a:pt x="6222416" y="627726"/>
                  </a:lnTo>
                  <a:lnTo>
                    <a:pt x="6179140" y="686959"/>
                  </a:lnTo>
                  <a:lnTo>
                    <a:pt x="6135472" y="748063"/>
                  </a:lnTo>
                  <a:lnTo>
                    <a:pt x="6091514" y="810488"/>
                  </a:lnTo>
                  <a:lnTo>
                    <a:pt x="6047394" y="873631"/>
                  </a:lnTo>
                  <a:lnTo>
                    <a:pt x="6003255" y="936858"/>
                  </a:lnTo>
                  <a:lnTo>
                    <a:pt x="5959242" y="999533"/>
                  </a:lnTo>
                  <a:lnTo>
                    <a:pt x="5915486" y="1061043"/>
                  </a:lnTo>
                  <a:lnTo>
                    <a:pt x="5872097" y="1120822"/>
                  </a:lnTo>
                  <a:lnTo>
                    <a:pt x="5829151" y="1178372"/>
                  </a:lnTo>
                  <a:lnTo>
                    <a:pt x="5786677" y="1233279"/>
                  </a:lnTo>
                  <a:lnTo>
                    <a:pt x="5744653" y="1285222"/>
                  </a:lnTo>
                  <a:lnTo>
                    <a:pt x="5702996" y="1333980"/>
                  </a:lnTo>
                  <a:lnTo>
                    <a:pt x="5661558" y="1379423"/>
                  </a:lnTo>
                  <a:lnTo>
                    <a:pt x="5620115" y="1421513"/>
                  </a:lnTo>
                  <a:lnTo>
                    <a:pt x="5578362" y="1460293"/>
                  </a:lnTo>
                  <a:lnTo>
                    <a:pt x="5567201" y="1470024"/>
                  </a:lnTo>
                  <a:lnTo>
                    <a:pt x="5519516" y="1508502"/>
                  </a:lnTo>
                  <a:lnTo>
                    <a:pt x="5470148" y="1543007"/>
                  </a:lnTo>
                  <a:lnTo>
                    <a:pt x="5418283" y="1573756"/>
                  </a:lnTo>
                  <a:lnTo>
                    <a:pt x="5363011" y="1601108"/>
                  </a:lnTo>
                  <a:lnTo>
                    <a:pt x="5303412" y="1625464"/>
                  </a:lnTo>
                  <a:lnTo>
                    <a:pt x="5238639" y="1647203"/>
                  </a:lnTo>
                  <a:lnTo>
                    <a:pt x="5168024" y="1666656"/>
                  </a:lnTo>
                  <a:lnTo>
                    <a:pt x="5091232" y="1684083"/>
                  </a:lnTo>
                  <a:lnTo>
                    <a:pt x="5008443" y="1699669"/>
                  </a:lnTo>
                  <a:lnTo>
                    <a:pt x="4920583" y="1713521"/>
                  </a:lnTo>
                  <a:lnTo>
                    <a:pt x="4829524" y="1725674"/>
                  </a:lnTo>
                  <a:lnTo>
                    <a:pt x="4738200" y="1736109"/>
                  </a:lnTo>
                  <a:lnTo>
                    <a:pt x="4650496" y="1744784"/>
                  </a:lnTo>
                  <a:lnTo>
                    <a:pt x="4570834" y="1751674"/>
                  </a:lnTo>
                  <a:lnTo>
                    <a:pt x="4503432" y="1756818"/>
                  </a:lnTo>
                  <a:lnTo>
                    <a:pt x="4451398" y="1760347"/>
                  </a:lnTo>
                  <a:lnTo>
                    <a:pt x="4415936" y="1762497"/>
                  </a:lnTo>
                  <a:lnTo>
                    <a:pt x="4395936" y="1763587"/>
                  </a:lnTo>
                  <a:lnTo>
                    <a:pt x="4388020" y="1763976"/>
                  </a:lnTo>
                  <a:lnTo>
                    <a:pt x="4386855" y="1764029"/>
                  </a:lnTo>
                  <a:lnTo>
                    <a:pt x="3848118" y="1764029"/>
                  </a:lnTo>
                  <a:lnTo>
                    <a:pt x="3846850" y="1764073"/>
                  </a:lnTo>
                  <a:lnTo>
                    <a:pt x="3838571" y="1764389"/>
                  </a:lnTo>
                  <a:lnTo>
                    <a:pt x="3817912" y="1765265"/>
                  </a:lnTo>
                  <a:lnTo>
                    <a:pt x="3781518" y="1766983"/>
                  </a:lnTo>
                  <a:lnTo>
                    <a:pt x="3728363" y="1769792"/>
                  </a:lnTo>
                  <a:lnTo>
                    <a:pt x="3659783" y="1773873"/>
                  </a:lnTo>
                  <a:lnTo>
                    <a:pt x="3579026" y="1779328"/>
                  </a:lnTo>
                  <a:lnTo>
                    <a:pt x="3490423" y="1786182"/>
                  </a:lnTo>
                  <a:lnTo>
                    <a:pt x="3398456" y="1794413"/>
                  </a:lnTo>
                  <a:lnTo>
                    <a:pt x="3307020" y="1803988"/>
                  </a:lnTo>
                  <a:lnTo>
                    <a:pt x="3219015" y="1814896"/>
                  </a:lnTo>
                  <a:lnTo>
                    <a:pt x="3136260" y="1827168"/>
                  </a:lnTo>
                  <a:lnTo>
                    <a:pt x="3059617" y="1840895"/>
                  </a:lnTo>
                  <a:lnTo>
                    <a:pt x="2989211" y="1856227"/>
                  </a:lnTo>
                  <a:lnTo>
                    <a:pt x="2924656" y="1873377"/>
                  </a:lnTo>
                  <a:lnTo>
                    <a:pt x="2865249" y="1892609"/>
                  </a:lnTo>
                  <a:lnTo>
                    <a:pt x="2810112" y="1914228"/>
                  </a:lnTo>
                  <a:lnTo>
                    <a:pt x="2758307" y="1938546"/>
                  </a:lnTo>
                  <a:lnTo>
                    <a:pt x="2708915" y="1965839"/>
                  </a:lnTo>
                  <a:lnTo>
                    <a:pt x="2667772" y="1991792"/>
                  </a:lnTo>
                  <a:lnTo>
                    <a:pt x="2622885" y="2023374"/>
                  </a:lnTo>
                  <a:lnTo>
                    <a:pt x="2578437" y="2057886"/>
                  </a:lnTo>
                  <a:lnTo>
                    <a:pt x="2534032" y="2095381"/>
                  </a:lnTo>
                  <a:lnTo>
                    <a:pt x="2489387" y="2135827"/>
                  </a:lnTo>
                  <a:lnTo>
                    <a:pt x="2444319" y="2179105"/>
                  </a:lnTo>
                  <a:lnTo>
                    <a:pt x="2398729" y="2224995"/>
                  </a:lnTo>
                  <a:lnTo>
                    <a:pt x="2352600" y="2273181"/>
                  </a:lnTo>
                  <a:lnTo>
                    <a:pt x="2305979" y="2323251"/>
                  </a:lnTo>
                  <a:lnTo>
                    <a:pt x="2258972" y="2374710"/>
                  </a:lnTo>
                  <a:lnTo>
                    <a:pt x="2211724" y="2427002"/>
                  </a:lnTo>
                  <a:lnTo>
                    <a:pt x="2164408" y="2479529"/>
                  </a:lnTo>
                  <a:lnTo>
                    <a:pt x="2117200" y="2531684"/>
                  </a:lnTo>
                  <a:lnTo>
                    <a:pt x="2070269" y="2582875"/>
                  </a:lnTo>
                  <a:lnTo>
                    <a:pt x="2023752" y="2632558"/>
                  </a:lnTo>
                  <a:lnTo>
                    <a:pt x="1977743" y="2680257"/>
                  </a:lnTo>
                  <a:lnTo>
                    <a:pt x="1932276" y="2725579"/>
                  </a:lnTo>
                  <a:lnTo>
                    <a:pt x="1887315" y="2768230"/>
                  </a:lnTo>
                  <a:lnTo>
                    <a:pt x="1842745" y="2808015"/>
                  </a:lnTo>
                  <a:lnTo>
                    <a:pt x="1798358" y="2844833"/>
                  </a:lnTo>
                  <a:lnTo>
                    <a:pt x="1753849" y="2878674"/>
                  </a:lnTo>
                  <a:lnTo>
                    <a:pt x="1719082" y="2902844"/>
                  </a:lnTo>
                  <a:lnTo>
                    <a:pt x="1671110" y="2932820"/>
                  </a:lnTo>
                  <a:lnTo>
                    <a:pt x="1621431" y="2959682"/>
                  </a:lnTo>
                  <a:lnTo>
                    <a:pt x="1569214" y="2983603"/>
                  </a:lnTo>
                  <a:lnTo>
                    <a:pt x="1513533" y="3004867"/>
                  </a:lnTo>
                  <a:lnTo>
                    <a:pt x="1453452" y="3023788"/>
                  </a:lnTo>
                  <a:lnTo>
                    <a:pt x="1388112" y="3040668"/>
                  </a:lnTo>
                  <a:lnTo>
                    <a:pt x="1316843" y="3055763"/>
                  </a:lnTo>
                  <a:lnTo>
                    <a:pt x="1239319" y="3069277"/>
                  </a:lnTo>
                  <a:lnTo>
                    <a:pt x="1155754" y="3081354"/>
                  </a:lnTo>
                  <a:lnTo>
                    <a:pt x="1067133" y="3092074"/>
                  </a:lnTo>
                  <a:lnTo>
                    <a:pt x="975422" y="3101462"/>
                  </a:lnTo>
                  <a:lnTo>
                    <a:pt x="883673" y="3109501"/>
                  </a:lnTo>
                  <a:lnTo>
                    <a:pt x="795896" y="3116159"/>
                  </a:lnTo>
                  <a:lnTo>
                    <a:pt x="716604" y="3121417"/>
                  </a:lnTo>
                  <a:lnTo>
                    <a:pt x="650032" y="3125312"/>
                  </a:lnTo>
                  <a:lnTo>
                    <a:pt x="599205" y="3127955"/>
                  </a:lnTo>
                  <a:lnTo>
                    <a:pt x="565141" y="3129538"/>
                  </a:lnTo>
                  <a:lnTo>
                    <a:pt x="546476" y="3130317"/>
                  </a:lnTo>
                  <a:lnTo>
                    <a:pt x="539548" y="3130579"/>
                  </a:lnTo>
                  <a:lnTo>
                    <a:pt x="538736" y="3130607"/>
                  </a:lnTo>
                  <a:lnTo>
                    <a:pt x="0" y="3130607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80" name="pl1680"/>
            <p:cNvSpPr/>
            <p:nvPr/>
          </p:nvSpPr>
          <p:spPr>
            <a:xfrm>
              <a:off x="546595" y="2089812"/>
              <a:ext cx="8234974" cy="3130607"/>
            </a:xfrm>
            <a:custGeom>
              <a:avLst/>
              <a:pathLst>
                <a:path w="8234974" h="3130607">
                  <a:moveTo>
                    <a:pt x="0" y="3130607"/>
                  </a:moveTo>
                  <a:lnTo>
                    <a:pt x="538736" y="3130607"/>
                  </a:lnTo>
                  <a:lnTo>
                    <a:pt x="540004" y="3130562"/>
                  </a:lnTo>
                  <a:lnTo>
                    <a:pt x="548284" y="3130246"/>
                  </a:lnTo>
                  <a:lnTo>
                    <a:pt x="568942" y="3129370"/>
                  </a:lnTo>
                  <a:lnTo>
                    <a:pt x="605336" y="3127652"/>
                  </a:lnTo>
                  <a:lnTo>
                    <a:pt x="658491" y="3124844"/>
                  </a:lnTo>
                  <a:lnTo>
                    <a:pt x="727071" y="3120762"/>
                  </a:lnTo>
                  <a:lnTo>
                    <a:pt x="807828" y="3115307"/>
                  </a:lnTo>
                  <a:lnTo>
                    <a:pt x="896432" y="3108454"/>
                  </a:lnTo>
                  <a:lnTo>
                    <a:pt x="988399" y="3100223"/>
                  </a:lnTo>
                  <a:lnTo>
                    <a:pt x="1079835" y="3090647"/>
                  </a:lnTo>
                  <a:lnTo>
                    <a:pt x="1167839" y="3079739"/>
                  </a:lnTo>
                  <a:lnTo>
                    <a:pt x="1250595" y="3067467"/>
                  </a:lnTo>
                  <a:lnTo>
                    <a:pt x="1327237" y="3053740"/>
                  </a:lnTo>
                  <a:lnTo>
                    <a:pt x="1397643" y="3038408"/>
                  </a:lnTo>
                  <a:lnTo>
                    <a:pt x="1462198" y="3021258"/>
                  </a:lnTo>
                  <a:lnTo>
                    <a:pt x="1521606" y="3002026"/>
                  </a:lnTo>
                  <a:lnTo>
                    <a:pt x="1576742" y="2980408"/>
                  </a:lnTo>
                  <a:lnTo>
                    <a:pt x="1628548" y="2956089"/>
                  </a:lnTo>
                  <a:lnTo>
                    <a:pt x="1677940" y="2928796"/>
                  </a:lnTo>
                  <a:lnTo>
                    <a:pt x="1719082" y="2902844"/>
                  </a:lnTo>
                  <a:lnTo>
                    <a:pt x="1763970" y="2871262"/>
                  </a:lnTo>
                  <a:lnTo>
                    <a:pt x="1808418" y="2836749"/>
                  </a:lnTo>
                  <a:lnTo>
                    <a:pt x="1852823" y="2799254"/>
                  </a:lnTo>
                  <a:lnTo>
                    <a:pt x="1897467" y="2758808"/>
                  </a:lnTo>
                  <a:lnTo>
                    <a:pt x="1942536" y="2715530"/>
                  </a:lnTo>
                  <a:lnTo>
                    <a:pt x="1988125" y="2669640"/>
                  </a:lnTo>
                  <a:lnTo>
                    <a:pt x="2034255" y="2621454"/>
                  </a:lnTo>
                  <a:lnTo>
                    <a:pt x="2080876" y="2571385"/>
                  </a:lnTo>
                  <a:lnTo>
                    <a:pt x="2127883" y="2519925"/>
                  </a:lnTo>
                  <a:lnTo>
                    <a:pt x="2175130" y="2467633"/>
                  </a:lnTo>
                  <a:lnTo>
                    <a:pt x="2222447" y="2415106"/>
                  </a:lnTo>
                  <a:lnTo>
                    <a:pt x="2269654" y="2362951"/>
                  </a:lnTo>
                  <a:lnTo>
                    <a:pt x="2316586" y="2311760"/>
                  </a:lnTo>
                  <a:lnTo>
                    <a:pt x="2363102" y="2262077"/>
                  </a:lnTo>
                  <a:lnTo>
                    <a:pt x="2409112" y="2214379"/>
                  </a:lnTo>
                  <a:lnTo>
                    <a:pt x="2454579" y="2169056"/>
                  </a:lnTo>
                  <a:lnTo>
                    <a:pt x="2499539" y="2126405"/>
                  </a:lnTo>
                  <a:lnTo>
                    <a:pt x="2544110" y="2086620"/>
                  </a:lnTo>
                  <a:lnTo>
                    <a:pt x="2588496" y="2049802"/>
                  </a:lnTo>
                  <a:lnTo>
                    <a:pt x="2633005" y="2015961"/>
                  </a:lnTo>
                  <a:lnTo>
                    <a:pt x="2667772" y="1991792"/>
                  </a:lnTo>
                  <a:lnTo>
                    <a:pt x="2715745" y="1961815"/>
                  </a:lnTo>
                  <a:lnTo>
                    <a:pt x="2765424" y="1934953"/>
                  </a:lnTo>
                  <a:lnTo>
                    <a:pt x="2817641" y="1911032"/>
                  </a:lnTo>
                  <a:lnTo>
                    <a:pt x="2873321" y="1889769"/>
                  </a:lnTo>
                  <a:lnTo>
                    <a:pt x="2933402" y="1870847"/>
                  </a:lnTo>
                  <a:lnTo>
                    <a:pt x="2998743" y="1853967"/>
                  </a:lnTo>
                  <a:lnTo>
                    <a:pt x="3070011" y="1838872"/>
                  </a:lnTo>
                  <a:lnTo>
                    <a:pt x="3147536" y="1825358"/>
                  </a:lnTo>
                  <a:lnTo>
                    <a:pt x="3231101" y="1813281"/>
                  </a:lnTo>
                  <a:lnTo>
                    <a:pt x="3319722" y="1802562"/>
                  </a:lnTo>
                  <a:lnTo>
                    <a:pt x="3411432" y="1793174"/>
                  </a:lnTo>
                  <a:lnTo>
                    <a:pt x="3503181" y="1785134"/>
                  </a:lnTo>
                  <a:lnTo>
                    <a:pt x="3590958" y="1778477"/>
                  </a:lnTo>
                  <a:lnTo>
                    <a:pt x="3670251" y="1773218"/>
                  </a:lnTo>
                  <a:lnTo>
                    <a:pt x="3736822" y="1769323"/>
                  </a:lnTo>
                  <a:lnTo>
                    <a:pt x="3787649" y="1766680"/>
                  </a:lnTo>
                  <a:lnTo>
                    <a:pt x="3821714" y="1765097"/>
                  </a:lnTo>
                  <a:lnTo>
                    <a:pt x="3840379" y="1764318"/>
                  </a:lnTo>
                  <a:lnTo>
                    <a:pt x="3847306" y="1764057"/>
                  </a:lnTo>
                  <a:lnTo>
                    <a:pt x="3848118" y="1764029"/>
                  </a:lnTo>
                  <a:lnTo>
                    <a:pt x="4386855" y="1764029"/>
                  </a:lnTo>
                  <a:lnTo>
                    <a:pt x="4388102" y="1763972"/>
                  </a:lnTo>
                  <a:lnTo>
                    <a:pt x="4396242" y="1763571"/>
                  </a:lnTo>
                  <a:lnTo>
                    <a:pt x="4416566" y="1762461"/>
                  </a:lnTo>
                  <a:lnTo>
                    <a:pt x="4452404" y="1760283"/>
                  </a:lnTo>
                  <a:lnTo>
                    <a:pt x="4504812" y="1756719"/>
                  </a:lnTo>
                  <a:lnTo>
                    <a:pt x="4572535" y="1751537"/>
                  </a:lnTo>
                  <a:lnTo>
                    <a:pt x="4652430" y="1744606"/>
                  </a:lnTo>
                  <a:lnTo>
                    <a:pt x="4740265" y="1735890"/>
                  </a:lnTo>
                  <a:lnTo>
                    <a:pt x="4831624" y="1725415"/>
                  </a:lnTo>
                  <a:lnTo>
                    <a:pt x="4922639" y="1713223"/>
                  </a:lnTo>
                  <a:lnTo>
                    <a:pt x="5010400" y="1699332"/>
                  </a:lnTo>
                  <a:lnTo>
                    <a:pt x="5093058" y="1683705"/>
                  </a:lnTo>
                  <a:lnTo>
                    <a:pt x="5169709" y="1666234"/>
                  </a:lnTo>
                  <a:lnTo>
                    <a:pt x="5240184" y="1646732"/>
                  </a:lnTo>
                  <a:lnTo>
                    <a:pt x="5304831" y="1624937"/>
                  </a:lnTo>
                  <a:lnTo>
                    <a:pt x="5364321" y="1600517"/>
                  </a:lnTo>
                  <a:lnTo>
                    <a:pt x="5419505" y="1573092"/>
                  </a:lnTo>
                  <a:lnTo>
                    <a:pt x="5471303" y="1542261"/>
                  </a:lnTo>
                  <a:lnTo>
                    <a:pt x="5520623" y="1507666"/>
                  </a:lnTo>
                  <a:lnTo>
                    <a:pt x="5567201" y="1470024"/>
                  </a:lnTo>
                  <a:lnTo>
                    <a:pt x="5609100" y="1432105"/>
                  </a:lnTo>
                  <a:lnTo>
                    <a:pt x="5650592" y="1390898"/>
                  </a:lnTo>
                  <a:lnTo>
                    <a:pt x="5692006" y="1346343"/>
                  </a:lnTo>
                  <a:lnTo>
                    <a:pt x="5733587" y="1298455"/>
                  </a:lnTo>
                  <a:lnTo>
                    <a:pt x="5775504" y="1247337"/>
                  </a:lnTo>
                  <a:lnTo>
                    <a:pt x="5817854" y="1193188"/>
                  </a:lnTo>
                  <a:lnTo>
                    <a:pt x="5860676" y="1136302"/>
                  </a:lnTo>
                  <a:lnTo>
                    <a:pt x="5903953" y="1077069"/>
                  </a:lnTo>
                  <a:lnTo>
                    <a:pt x="5947621" y="1015965"/>
                  </a:lnTo>
                  <a:lnTo>
                    <a:pt x="5991579" y="953540"/>
                  </a:lnTo>
                  <a:lnTo>
                    <a:pt x="6035698" y="890397"/>
                  </a:lnTo>
                  <a:lnTo>
                    <a:pt x="6079837" y="827170"/>
                  </a:lnTo>
                  <a:lnTo>
                    <a:pt x="6123851" y="764495"/>
                  </a:lnTo>
                  <a:lnTo>
                    <a:pt x="6167607" y="702985"/>
                  </a:lnTo>
                  <a:lnTo>
                    <a:pt x="6210995" y="643206"/>
                  </a:lnTo>
                  <a:lnTo>
                    <a:pt x="6253941" y="585656"/>
                  </a:lnTo>
                  <a:lnTo>
                    <a:pt x="6296415" y="530750"/>
                  </a:lnTo>
                  <a:lnTo>
                    <a:pt x="6338440" y="478806"/>
                  </a:lnTo>
                  <a:lnTo>
                    <a:pt x="6380096" y="430048"/>
                  </a:lnTo>
                  <a:lnTo>
                    <a:pt x="6421535" y="384605"/>
                  </a:lnTo>
                  <a:lnTo>
                    <a:pt x="6462977" y="342515"/>
                  </a:lnTo>
                  <a:lnTo>
                    <a:pt x="6504730" y="303735"/>
                  </a:lnTo>
                  <a:lnTo>
                    <a:pt x="6515891" y="294004"/>
                  </a:lnTo>
                  <a:lnTo>
                    <a:pt x="6563577" y="255526"/>
                  </a:lnTo>
                  <a:lnTo>
                    <a:pt x="6612944" y="221021"/>
                  </a:lnTo>
                  <a:lnTo>
                    <a:pt x="6664809" y="190272"/>
                  </a:lnTo>
                  <a:lnTo>
                    <a:pt x="6720081" y="162920"/>
                  </a:lnTo>
                  <a:lnTo>
                    <a:pt x="6779680" y="138564"/>
                  </a:lnTo>
                  <a:lnTo>
                    <a:pt x="6844454" y="116825"/>
                  </a:lnTo>
                  <a:lnTo>
                    <a:pt x="6915068" y="97372"/>
                  </a:lnTo>
                  <a:lnTo>
                    <a:pt x="6991861" y="79945"/>
                  </a:lnTo>
                  <a:lnTo>
                    <a:pt x="7074649" y="64359"/>
                  </a:lnTo>
                  <a:lnTo>
                    <a:pt x="7162510" y="50507"/>
                  </a:lnTo>
                  <a:lnTo>
                    <a:pt x="7253568" y="38354"/>
                  </a:lnTo>
                  <a:lnTo>
                    <a:pt x="7344893" y="27919"/>
                  </a:lnTo>
                  <a:lnTo>
                    <a:pt x="7432597" y="19244"/>
                  </a:lnTo>
                  <a:lnTo>
                    <a:pt x="7512258" y="12354"/>
                  </a:lnTo>
                  <a:lnTo>
                    <a:pt x="7579660" y="7210"/>
                  </a:lnTo>
                  <a:lnTo>
                    <a:pt x="7631694" y="3681"/>
                  </a:lnTo>
                  <a:lnTo>
                    <a:pt x="7667156" y="1531"/>
                  </a:lnTo>
                  <a:lnTo>
                    <a:pt x="7687156" y="441"/>
                  </a:lnTo>
                  <a:lnTo>
                    <a:pt x="7695073" y="5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1" name="pl1681"/>
            <p:cNvSpPr/>
            <p:nvPr/>
          </p:nvSpPr>
          <p:spPr>
            <a:xfrm>
              <a:off x="546595" y="2084368"/>
              <a:ext cx="8234974" cy="3130607"/>
            </a:xfrm>
            <a:custGeom>
              <a:avLst/>
              <a:pathLst>
                <a:path w="8234974" h="3130607">
                  <a:moveTo>
                    <a:pt x="8234974" y="0"/>
                  </a:moveTo>
                  <a:lnTo>
                    <a:pt x="7696237" y="0"/>
                  </a:lnTo>
                  <a:lnTo>
                    <a:pt x="7694991" y="56"/>
                  </a:lnTo>
                  <a:lnTo>
                    <a:pt x="7686851" y="457"/>
                  </a:lnTo>
                  <a:lnTo>
                    <a:pt x="7666526" y="1567"/>
                  </a:lnTo>
                  <a:lnTo>
                    <a:pt x="7630688" y="3746"/>
                  </a:lnTo>
                  <a:lnTo>
                    <a:pt x="7578281" y="7309"/>
                  </a:lnTo>
                  <a:lnTo>
                    <a:pt x="7510558" y="12491"/>
                  </a:lnTo>
                  <a:lnTo>
                    <a:pt x="7430662" y="19423"/>
                  </a:lnTo>
                  <a:lnTo>
                    <a:pt x="7342827" y="28138"/>
                  </a:lnTo>
                  <a:lnTo>
                    <a:pt x="7251468" y="38613"/>
                  </a:lnTo>
                  <a:lnTo>
                    <a:pt x="7160454" y="50805"/>
                  </a:lnTo>
                  <a:lnTo>
                    <a:pt x="7072692" y="64696"/>
                  </a:lnTo>
                  <a:lnTo>
                    <a:pt x="6990034" y="80323"/>
                  </a:lnTo>
                  <a:lnTo>
                    <a:pt x="6913384" y="97794"/>
                  </a:lnTo>
                  <a:lnTo>
                    <a:pt x="6842908" y="117296"/>
                  </a:lnTo>
                  <a:lnTo>
                    <a:pt x="6778261" y="139091"/>
                  </a:lnTo>
                  <a:lnTo>
                    <a:pt x="6718771" y="163511"/>
                  </a:lnTo>
                  <a:lnTo>
                    <a:pt x="6663588" y="190937"/>
                  </a:lnTo>
                  <a:lnTo>
                    <a:pt x="6611790" y="221768"/>
                  </a:lnTo>
                  <a:lnTo>
                    <a:pt x="6562469" y="256362"/>
                  </a:lnTo>
                  <a:lnTo>
                    <a:pt x="6515891" y="294004"/>
                  </a:lnTo>
                  <a:lnTo>
                    <a:pt x="6473992" y="331923"/>
                  </a:lnTo>
                  <a:lnTo>
                    <a:pt x="6432501" y="373130"/>
                  </a:lnTo>
                  <a:lnTo>
                    <a:pt x="6391086" y="417685"/>
                  </a:lnTo>
                  <a:lnTo>
                    <a:pt x="6349505" y="465573"/>
                  </a:lnTo>
                  <a:lnTo>
                    <a:pt x="6307589" y="516691"/>
                  </a:lnTo>
                  <a:lnTo>
                    <a:pt x="6265239" y="570840"/>
                  </a:lnTo>
                  <a:lnTo>
                    <a:pt x="6222416" y="627726"/>
                  </a:lnTo>
                  <a:lnTo>
                    <a:pt x="6179140" y="686959"/>
                  </a:lnTo>
                  <a:lnTo>
                    <a:pt x="6135472" y="748063"/>
                  </a:lnTo>
                  <a:lnTo>
                    <a:pt x="6091514" y="810488"/>
                  </a:lnTo>
                  <a:lnTo>
                    <a:pt x="6047394" y="873631"/>
                  </a:lnTo>
                  <a:lnTo>
                    <a:pt x="6003255" y="936858"/>
                  </a:lnTo>
                  <a:lnTo>
                    <a:pt x="5959242" y="999533"/>
                  </a:lnTo>
                  <a:lnTo>
                    <a:pt x="5915486" y="1061043"/>
                  </a:lnTo>
                  <a:lnTo>
                    <a:pt x="5872097" y="1120822"/>
                  </a:lnTo>
                  <a:lnTo>
                    <a:pt x="5829151" y="1178372"/>
                  </a:lnTo>
                  <a:lnTo>
                    <a:pt x="5786677" y="1233279"/>
                  </a:lnTo>
                  <a:lnTo>
                    <a:pt x="5744653" y="1285222"/>
                  </a:lnTo>
                  <a:lnTo>
                    <a:pt x="5702996" y="1333980"/>
                  </a:lnTo>
                  <a:lnTo>
                    <a:pt x="5661558" y="1379423"/>
                  </a:lnTo>
                  <a:lnTo>
                    <a:pt x="5620115" y="1421513"/>
                  </a:lnTo>
                  <a:lnTo>
                    <a:pt x="5578362" y="1460293"/>
                  </a:lnTo>
                  <a:lnTo>
                    <a:pt x="5567201" y="1470024"/>
                  </a:lnTo>
                  <a:lnTo>
                    <a:pt x="5519516" y="1508502"/>
                  </a:lnTo>
                  <a:lnTo>
                    <a:pt x="5470148" y="1543007"/>
                  </a:lnTo>
                  <a:lnTo>
                    <a:pt x="5418283" y="1573756"/>
                  </a:lnTo>
                  <a:lnTo>
                    <a:pt x="5363011" y="1601108"/>
                  </a:lnTo>
                  <a:lnTo>
                    <a:pt x="5303412" y="1625464"/>
                  </a:lnTo>
                  <a:lnTo>
                    <a:pt x="5238639" y="1647203"/>
                  </a:lnTo>
                  <a:lnTo>
                    <a:pt x="5168024" y="1666656"/>
                  </a:lnTo>
                  <a:lnTo>
                    <a:pt x="5091232" y="1684083"/>
                  </a:lnTo>
                  <a:lnTo>
                    <a:pt x="5008443" y="1699669"/>
                  </a:lnTo>
                  <a:lnTo>
                    <a:pt x="4920583" y="1713521"/>
                  </a:lnTo>
                  <a:lnTo>
                    <a:pt x="4829524" y="1725674"/>
                  </a:lnTo>
                  <a:lnTo>
                    <a:pt x="4738200" y="1736109"/>
                  </a:lnTo>
                  <a:lnTo>
                    <a:pt x="4650496" y="1744784"/>
                  </a:lnTo>
                  <a:lnTo>
                    <a:pt x="4570834" y="1751674"/>
                  </a:lnTo>
                  <a:lnTo>
                    <a:pt x="4503432" y="1756818"/>
                  </a:lnTo>
                  <a:lnTo>
                    <a:pt x="4451398" y="1760347"/>
                  </a:lnTo>
                  <a:lnTo>
                    <a:pt x="4415936" y="1762497"/>
                  </a:lnTo>
                  <a:lnTo>
                    <a:pt x="4395936" y="1763587"/>
                  </a:lnTo>
                  <a:lnTo>
                    <a:pt x="4388020" y="1763976"/>
                  </a:lnTo>
                  <a:lnTo>
                    <a:pt x="4386855" y="1764029"/>
                  </a:lnTo>
                  <a:lnTo>
                    <a:pt x="3848118" y="1764029"/>
                  </a:lnTo>
                  <a:lnTo>
                    <a:pt x="3846850" y="1764073"/>
                  </a:lnTo>
                  <a:lnTo>
                    <a:pt x="3838571" y="1764389"/>
                  </a:lnTo>
                  <a:lnTo>
                    <a:pt x="3817912" y="1765265"/>
                  </a:lnTo>
                  <a:lnTo>
                    <a:pt x="3781518" y="1766983"/>
                  </a:lnTo>
                  <a:lnTo>
                    <a:pt x="3728363" y="1769792"/>
                  </a:lnTo>
                  <a:lnTo>
                    <a:pt x="3659783" y="1773873"/>
                  </a:lnTo>
                  <a:lnTo>
                    <a:pt x="3579026" y="1779328"/>
                  </a:lnTo>
                  <a:lnTo>
                    <a:pt x="3490423" y="1786182"/>
                  </a:lnTo>
                  <a:lnTo>
                    <a:pt x="3398456" y="1794413"/>
                  </a:lnTo>
                  <a:lnTo>
                    <a:pt x="3307020" y="1803988"/>
                  </a:lnTo>
                  <a:lnTo>
                    <a:pt x="3219015" y="1814896"/>
                  </a:lnTo>
                  <a:lnTo>
                    <a:pt x="3136260" y="1827168"/>
                  </a:lnTo>
                  <a:lnTo>
                    <a:pt x="3059617" y="1840895"/>
                  </a:lnTo>
                  <a:lnTo>
                    <a:pt x="2989211" y="1856227"/>
                  </a:lnTo>
                  <a:lnTo>
                    <a:pt x="2924656" y="1873377"/>
                  </a:lnTo>
                  <a:lnTo>
                    <a:pt x="2865249" y="1892609"/>
                  </a:lnTo>
                  <a:lnTo>
                    <a:pt x="2810112" y="1914228"/>
                  </a:lnTo>
                  <a:lnTo>
                    <a:pt x="2758307" y="1938546"/>
                  </a:lnTo>
                  <a:lnTo>
                    <a:pt x="2708915" y="1965839"/>
                  </a:lnTo>
                  <a:lnTo>
                    <a:pt x="2667772" y="1991792"/>
                  </a:lnTo>
                  <a:lnTo>
                    <a:pt x="2622885" y="2023374"/>
                  </a:lnTo>
                  <a:lnTo>
                    <a:pt x="2578437" y="2057886"/>
                  </a:lnTo>
                  <a:lnTo>
                    <a:pt x="2534032" y="2095381"/>
                  </a:lnTo>
                  <a:lnTo>
                    <a:pt x="2489387" y="2135827"/>
                  </a:lnTo>
                  <a:lnTo>
                    <a:pt x="2444319" y="2179105"/>
                  </a:lnTo>
                  <a:lnTo>
                    <a:pt x="2398729" y="2224995"/>
                  </a:lnTo>
                  <a:lnTo>
                    <a:pt x="2352600" y="2273181"/>
                  </a:lnTo>
                  <a:lnTo>
                    <a:pt x="2305979" y="2323251"/>
                  </a:lnTo>
                  <a:lnTo>
                    <a:pt x="2258972" y="2374710"/>
                  </a:lnTo>
                  <a:lnTo>
                    <a:pt x="2211724" y="2427002"/>
                  </a:lnTo>
                  <a:lnTo>
                    <a:pt x="2164408" y="2479529"/>
                  </a:lnTo>
                  <a:lnTo>
                    <a:pt x="2117200" y="2531684"/>
                  </a:lnTo>
                  <a:lnTo>
                    <a:pt x="2070269" y="2582875"/>
                  </a:lnTo>
                  <a:lnTo>
                    <a:pt x="2023752" y="2632558"/>
                  </a:lnTo>
                  <a:lnTo>
                    <a:pt x="1977743" y="2680257"/>
                  </a:lnTo>
                  <a:lnTo>
                    <a:pt x="1932276" y="2725579"/>
                  </a:lnTo>
                  <a:lnTo>
                    <a:pt x="1887315" y="2768230"/>
                  </a:lnTo>
                  <a:lnTo>
                    <a:pt x="1842745" y="2808015"/>
                  </a:lnTo>
                  <a:lnTo>
                    <a:pt x="1798358" y="2844833"/>
                  </a:lnTo>
                  <a:lnTo>
                    <a:pt x="1753849" y="2878674"/>
                  </a:lnTo>
                  <a:lnTo>
                    <a:pt x="1719082" y="2902844"/>
                  </a:lnTo>
                  <a:lnTo>
                    <a:pt x="1671110" y="2932820"/>
                  </a:lnTo>
                  <a:lnTo>
                    <a:pt x="1621431" y="2959682"/>
                  </a:lnTo>
                  <a:lnTo>
                    <a:pt x="1569214" y="2983603"/>
                  </a:lnTo>
                  <a:lnTo>
                    <a:pt x="1513533" y="3004867"/>
                  </a:lnTo>
                  <a:lnTo>
                    <a:pt x="1453452" y="3023788"/>
                  </a:lnTo>
                  <a:lnTo>
                    <a:pt x="1388112" y="3040668"/>
                  </a:lnTo>
                  <a:lnTo>
                    <a:pt x="1316843" y="3055763"/>
                  </a:lnTo>
                  <a:lnTo>
                    <a:pt x="1239319" y="3069277"/>
                  </a:lnTo>
                  <a:lnTo>
                    <a:pt x="1155754" y="3081354"/>
                  </a:lnTo>
                  <a:lnTo>
                    <a:pt x="1067133" y="3092074"/>
                  </a:lnTo>
                  <a:lnTo>
                    <a:pt x="975422" y="3101462"/>
                  </a:lnTo>
                  <a:lnTo>
                    <a:pt x="883673" y="3109501"/>
                  </a:lnTo>
                  <a:lnTo>
                    <a:pt x="795896" y="3116159"/>
                  </a:lnTo>
                  <a:lnTo>
                    <a:pt x="716604" y="3121417"/>
                  </a:lnTo>
                  <a:lnTo>
                    <a:pt x="650032" y="3125312"/>
                  </a:lnTo>
                  <a:lnTo>
                    <a:pt x="599205" y="3127955"/>
                  </a:lnTo>
                  <a:lnTo>
                    <a:pt x="565141" y="3129538"/>
                  </a:lnTo>
                  <a:lnTo>
                    <a:pt x="546476" y="3130317"/>
                  </a:lnTo>
                  <a:lnTo>
                    <a:pt x="539548" y="3130579"/>
                  </a:lnTo>
                  <a:lnTo>
                    <a:pt x="538736" y="3130607"/>
                  </a:lnTo>
                  <a:lnTo>
                    <a:pt x="0" y="3130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2" name="pg1682"/>
            <p:cNvSpPr/>
            <p:nvPr/>
          </p:nvSpPr>
          <p:spPr>
            <a:xfrm>
              <a:off x="546595" y="4496296"/>
              <a:ext cx="8234974" cy="1067128"/>
            </a:xfrm>
            <a:custGeom>
              <a:avLst/>
              <a:pathLst>
                <a:path w="8234974" h="1067128">
                  <a:moveTo>
                    <a:pt x="0" y="784012"/>
                  </a:moveTo>
                  <a:lnTo>
                    <a:pt x="538736" y="784012"/>
                  </a:lnTo>
                  <a:lnTo>
                    <a:pt x="540037" y="784022"/>
                  </a:lnTo>
                  <a:lnTo>
                    <a:pt x="548527" y="784089"/>
                  </a:lnTo>
                  <a:lnTo>
                    <a:pt x="569689" y="784275"/>
                  </a:lnTo>
                  <a:lnTo>
                    <a:pt x="606920" y="784641"/>
                  </a:lnTo>
                  <a:lnTo>
                    <a:pt x="661196" y="785238"/>
                  </a:lnTo>
                  <a:lnTo>
                    <a:pt x="731056" y="786104"/>
                  </a:lnTo>
                  <a:lnTo>
                    <a:pt x="813094" y="787261"/>
                  </a:lnTo>
                  <a:lnTo>
                    <a:pt x="902831" y="788712"/>
                  </a:lnTo>
                  <a:lnTo>
                    <a:pt x="995687" y="790454"/>
                  </a:lnTo>
                  <a:lnTo>
                    <a:pt x="1087732" y="792478"/>
                  </a:lnTo>
                  <a:lnTo>
                    <a:pt x="1176080" y="794784"/>
                  </a:lnTo>
                  <a:lnTo>
                    <a:pt x="1258964" y="797378"/>
                  </a:lnTo>
                  <a:lnTo>
                    <a:pt x="1335584" y="800282"/>
                  </a:lnTo>
                  <a:lnTo>
                    <a:pt x="1405881" y="803529"/>
                  </a:lnTo>
                  <a:lnTo>
                    <a:pt x="1470297" y="807165"/>
                  </a:lnTo>
                  <a:lnTo>
                    <a:pt x="1529587" y="811248"/>
                  </a:lnTo>
                  <a:lnTo>
                    <a:pt x="1584662" y="815844"/>
                  </a:lnTo>
                  <a:lnTo>
                    <a:pt x="1636490" y="821019"/>
                  </a:lnTo>
                  <a:lnTo>
                    <a:pt x="1686003" y="826828"/>
                  </a:lnTo>
                  <a:lnTo>
                    <a:pt x="1719082" y="831198"/>
                  </a:lnTo>
                  <a:lnTo>
                    <a:pt x="1771371" y="838886"/>
                  </a:lnTo>
                  <a:lnTo>
                    <a:pt x="1823158" y="847403"/>
                  </a:lnTo>
                  <a:lnTo>
                    <a:pt x="1875026" y="856759"/>
                  </a:lnTo>
                  <a:lnTo>
                    <a:pt x="1927356" y="866932"/>
                  </a:lnTo>
                  <a:lnTo>
                    <a:pt x="1980360" y="877865"/>
                  </a:lnTo>
                  <a:lnTo>
                    <a:pt x="2034098" y="889460"/>
                  </a:lnTo>
                  <a:lnTo>
                    <a:pt x="2088502" y="901585"/>
                  </a:lnTo>
                  <a:lnTo>
                    <a:pt x="2143400" y="914077"/>
                  </a:lnTo>
                  <a:lnTo>
                    <a:pt x="2198551" y="926749"/>
                  </a:lnTo>
                  <a:lnTo>
                    <a:pt x="2253675" y="939402"/>
                  </a:lnTo>
                  <a:lnTo>
                    <a:pt x="2308498" y="951840"/>
                  </a:lnTo>
                  <a:lnTo>
                    <a:pt x="2362789" y="963878"/>
                  </a:lnTo>
                  <a:lnTo>
                    <a:pt x="2416392" y="975359"/>
                  </a:lnTo>
                  <a:lnTo>
                    <a:pt x="2469262" y="986157"/>
                  </a:lnTo>
                  <a:lnTo>
                    <a:pt x="2521485" y="996181"/>
                  </a:lnTo>
                  <a:lnTo>
                    <a:pt x="2573304" y="1005382"/>
                  </a:lnTo>
                  <a:lnTo>
                    <a:pt x="2625134" y="1013744"/>
                  </a:lnTo>
                  <a:lnTo>
                    <a:pt x="2667772" y="1019942"/>
                  </a:lnTo>
                  <a:lnTo>
                    <a:pt x="2716172" y="1026204"/>
                  </a:lnTo>
                  <a:lnTo>
                    <a:pt x="2766316" y="1031810"/>
                  </a:lnTo>
                  <a:lnTo>
                    <a:pt x="2819059" y="1036796"/>
                  </a:lnTo>
                  <a:lnTo>
                    <a:pt x="2875351" y="1041224"/>
                  </a:lnTo>
                  <a:lnTo>
                    <a:pt x="2936154" y="1045160"/>
                  </a:lnTo>
                  <a:lnTo>
                    <a:pt x="3002344" y="1048669"/>
                  </a:lnTo>
                  <a:lnTo>
                    <a:pt x="3074594" y="1051804"/>
                  </a:lnTo>
                  <a:lnTo>
                    <a:pt x="3153214" y="1054608"/>
                  </a:lnTo>
                  <a:lnTo>
                    <a:pt x="3237938" y="1057110"/>
                  </a:lnTo>
                  <a:lnTo>
                    <a:pt x="3327686" y="1059327"/>
                  </a:lnTo>
                  <a:lnTo>
                    <a:pt x="3420348" y="1061263"/>
                  </a:lnTo>
                  <a:lnTo>
                    <a:pt x="3512692" y="1062915"/>
                  </a:lnTo>
                  <a:lnTo>
                    <a:pt x="3600522" y="1064274"/>
                  </a:lnTo>
                  <a:lnTo>
                    <a:pt x="3679194" y="1065339"/>
                  </a:lnTo>
                  <a:lnTo>
                    <a:pt x="3744460" y="1066118"/>
                  </a:lnTo>
                  <a:lnTo>
                    <a:pt x="3793441" y="1066637"/>
                  </a:lnTo>
                  <a:lnTo>
                    <a:pt x="3825412" y="1066940"/>
                  </a:lnTo>
                  <a:lnTo>
                    <a:pt x="3842132" y="1067082"/>
                  </a:lnTo>
                  <a:lnTo>
                    <a:pt x="3847689" y="1067125"/>
                  </a:lnTo>
                  <a:lnTo>
                    <a:pt x="3848118" y="1067128"/>
                  </a:lnTo>
                  <a:lnTo>
                    <a:pt x="4386855" y="1067128"/>
                  </a:lnTo>
                  <a:lnTo>
                    <a:pt x="4388137" y="1067093"/>
                  </a:lnTo>
                  <a:lnTo>
                    <a:pt x="4396502" y="1066845"/>
                  </a:lnTo>
                  <a:lnTo>
                    <a:pt x="4417366" y="1066157"/>
                  </a:lnTo>
                  <a:lnTo>
                    <a:pt x="4454101" y="1064808"/>
                  </a:lnTo>
                  <a:lnTo>
                    <a:pt x="4507712" y="1062603"/>
                  </a:lnTo>
                  <a:lnTo>
                    <a:pt x="4576816" y="1059400"/>
                  </a:lnTo>
                  <a:lnTo>
                    <a:pt x="4658097" y="1055122"/>
                  </a:lnTo>
                  <a:lnTo>
                    <a:pt x="4747166" y="1049749"/>
                  </a:lnTo>
                  <a:lnTo>
                    <a:pt x="4839499" y="1043299"/>
                  </a:lnTo>
                  <a:lnTo>
                    <a:pt x="4931186" y="1035798"/>
                  </a:lnTo>
                  <a:lnTo>
                    <a:pt x="5019334" y="1027254"/>
                  </a:lnTo>
                  <a:lnTo>
                    <a:pt x="5102144" y="1017640"/>
                  </a:lnTo>
                  <a:lnTo>
                    <a:pt x="5178779" y="1006884"/>
                  </a:lnTo>
                  <a:lnTo>
                    <a:pt x="5249141" y="994865"/>
                  </a:lnTo>
                  <a:lnTo>
                    <a:pt x="5313640" y="981415"/>
                  </a:lnTo>
                  <a:lnTo>
                    <a:pt x="5372998" y="966323"/>
                  </a:lnTo>
                  <a:lnTo>
                    <a:pt x="5428109" y="949349"/>
                  </a:lnTo>
                  <a:lnTo>
                    <a:pt x="5479922" y="930248"/>
                  </a:lnTo>
                  <a:lnTo>
                    <a:pt x="5529361" y="908809"/>
                  </a:lnTo>
                  <a:lnTo>
                    <a:pt x="5567201" y="890181"/>
                  </a:lnTo>
                  <a:lnTo>
                    <a:pt x="5614503" y="864252"/>
                  </a:lnTo>
                  <a:lnTo>
                    <a:pt x="5661343" y="835789"/>
                  </a:lnTo>
                  <a:lnTo>
                    <a:pt x="5708173" y="804752"/>
                  </a:lnTo>
                  <a:lnTo>
                    <a:pt x="5755309" y="771179"/>
                  </a:lnTo>
                  <a:lnTo>
                    <a:pt x="5802946" y="735196"/>
                  </a:lnTo>
                  <a:lnTo>
                    <a:pt x="5851176" y="697024"/>
                  </a:lnTo>
                  <a:lnTo>
                    <a:pt x="5899995" y="656978"/>
                  </a:lnTo>
                  <a:lnTo>
                    <a:pt x="5949321" y="615460"/>
                  </a:lnTo>
                  <a:lnTo>
                    <a:pt x="5999011" y="572945"/>
                  </a:lnTo>
                  <a:lnTo>
                    <a:pt x="6048878" y="529961"/>
                  </a:lnTo>
                  <a:lnTo>
                    <a:pt x="6098713" y="487058"/>
                  </a:lnTo>
                  <a:lnTo>
                    <a:pt x="6148314" y="444784"/>
                  </a:lnTo>
                  <a:lnTo>
                    <a:pt x="6197504" y="403652"/>
                  </a:lnTo>
                  <a:lnTo>
                    <a:pt x="6246155" y="364119"/>
                  </a:lnTo>
                  <a:lnTo>
                    <a:pt x="6294207" y="326562"/>
                  </a:lnTo>
                  <a:lnTo>
                    <a:pt x="6341683" y="291268"/>
                  </a:lnTo>
                  <a:lnTo>
                    <a:pt x="6388703" y="258431"/>
                  </a:lnTo>
                  <a:lnTo>
                    <a:pt x="6435498" y="228151"/>
                  </a:lnTo>
                  <a:lnTo>
                    <a:pt x="6482420" y="200440"/>
                  </a:lnTo>
                  <a:lnTo>
                    <a:pt x="6515891" y="182391"/>
                  </a:lnTo>
                  <a:lnTo>
                    <a:pt x="6564039" y="159024"/>
                  </a:lnTo>
                  <a:lnTo>
                    <a:pt x="6613908" y="138093"/>
                  </a:lnTo>
                  <a:lnTo>
                    <a:pt x="6666339" y="119462"/>
                  </a:lnTo>
                  <a:lnTo>
                    <a:pt x="6722270" y="102907"/>
                  </a:lnTo>
                  <a:lnTo>
                    <a:pt x="6782645" y="88182"/>
                  </a:lnTo>
                  <a:lnTo>
                    <a:pt x="6848332" y="75050"/>
                  </a:lnTo>
                  <a:lnTo>
                    <a:pt x="6920001" y="63311"/>
                  </a:lnTo>
                  <a:lnTo>
                    <a:pt x="6997973" y="52806"/>
                  </a:lnTo>
                  <a:lnTo>
                    <a:pt x="7082011" y="43423"/>
                  </a:lnTo>
                  <a:lnTo>
                    <a:pt x="7171094" y="35100"/>
                  </a:lnTo>
                  <a:lnTo>
                    <a:pt x="7263197" y="27820"/>
                  </a:lnTo>
                  <a:lnTo>
                    <a:pt x="7355195" y="21596"/>
                  </a:lnTo>
                  <a:lnTo>
                    <a:pt x="7443002" y="16454"/>
                  </a:lnTo>
                  <a:lnTo>
                    <a:pt x="7522051" y="12406"/>
                  </a:lnTo>
                  <a:lnTo>
                    <a:pt x="7588098" y="9423"/>
                  </a:lnTo>
                  <a:lnTo>
                    <a:pt x="7638177" y="7413"/>
                  </a:lnTo>
                  <a:lnTo>
                    <a:pt x="7671386" y="6222"/>
                  </a:lnTo>
                  <a:lnTo>
                    <a:pt x="7689249" y="5646"/>
                  </a:lnTo>
                  <a:lnTo>
                    <a:pt x="7695601" y="54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6" y="34"/>
                  </a:lnTo>
                  <a:lnTo>
                    <a:pt x="7686591" y="283"/>
                  </a:lnTo>
                  <a:lnTo>
                    <a:pt x="7665727" y="970"/>
                  </a:lnTo>
                  <a:lnTo>
                    <a:pt x="7628992" y="2319"/>
                  </a:lnTo>
                  <a:lnTo>
                    <a:pt x="7575380" y="4525"/>
                  </a:lnTo>
                  <a:lnTo>
                    <a:pt x="7506277" y="7728"/>
                  </a:lnTo>
                  <a:lnTo>
                    <a:pt x="7424996" y="12006"/>
                  </a:lnTo>
                  <a:lnTo>
                    <a:pt x="7335927" y="17379"/>
                  </a:lnTo>
                  <a:lnTo>
                    <a:pt x="7243594" y="23829"/>
                  </a:lnTo>
                  <a:lnTo>
                    <a:pt x="7151906" y="31330"/>
                  </a:lnTo>
                  <a:lnTo>
                    <a:pt x="7063758" y="39874"/>
                  </a:lnTo>
                  <a:lnTo>
                    <a:pt x="6980948" y="49488"/>
                  </a:lnTo>
                  <a:lnTo>
                    <a:pt x="6904313" y="60243"/>
                  </a:lnTo>
                  <a:lnTo>
                    <a:pt x="6833951" y="72262"/>
                  </a:lnTo>
                  <a:lnTo>
                    <a:pt x="6769453" y="85713"/>
                  </a:lnTo>
                  <a:lnTo>
                    <a:pt x="6710094" y="100805"/>
                  </a:lnTo>
                  <a:lnTo>
                    <a:pt x="6654984" y="117778"/>
                  </a:lnTo>
                  <a:lnTo>
                    <a:pt x="6603171" y="136879"/>
                  </a:lnTo>
                  <a:lnTo>
                    <a:pt x="6553731" y="158319"/>
                  </a:lnTo>
                  <a:lnTo>
                    <a:pt x="6515891" y="176947"/>
                  </a:lnTo>
                  <a:lnTo>
                    <a:pt x="6468590" y="202876"/>
                  </a:lnTo>
                  <a:lnTo>
                    <a:pt x="6421750" y="231338"/>
                  </a:lnTo>
                  <a:lnTo>
                    <a:pt x="6374919" y="262375"/>
                  </a:lnTo>
                  <a:lnTo>
                    <a:pt x="6327784" y="295949"/>
                  </a:lnTo>
                  <a:lnTo>
                    <a:pt x="6280146" y="331932"/>
                  </a:lnTo>
                  <a:lnTo>
                    <a:pt x="6231917" y="370104"/>
                  </a:lnTo>
                  <a:lnTo>
                    <a:pt x="6183098" y="410150"/>
                  </a:lnTo>
                  <a:lnTo>
                    <a:pt x="6133771" y="451668"/>
                  </a:lnTo>
                  <a:lnTo>
                    <a:pt x="6084081" y="494182"/>
                  </a:lnTo>
                  <a:lnTo>
                    <a:pt x="6034215" y="537167"/>
                  </a:lnTo>
                  <a:lnTo>
                    <a:pt x="5984379" y="580070"/>
                  </a:lnTo>
                  <a:lnTo>
                    <a:pt x="5934778" y="622344"/>
                  </a:lnTo>
                  <a:lnTo>
                    <a:pt x="5885588" y="663476"/>
                  </a:lnTo>
                  <a:lnTo>
                    <a:pt x="5836937" y="703009"/>
                  </a:lnTo>
                  <a:lnTo>
                    <a:pt x="5788886" y="740566"/>
                  </a:lnTo>
                  <a:lnTo>
                    <a:pt x="5741410" y="775860"/>
                  </a:lnTo>
                  <a:lnTo>
                    <a:pt x="5694389" y="808697"/>
                  </a:lnTo>
                  <a:lnTo>
                    <a:pt x="5647594" y="838977"/>
                  </a:lnTo>
                  <a:lnTo>
                    <a:pt x="5600672" y="866688"/>
                  </a:lnTo>
                  <a:lnTo>
                    <a:pt x="5567201" y="884736"/>
                  </a:lnTo>
                  <a:lnTo>
                    <a:pt x="5519054" y="908104"/>
                  </a:lnTo>
                  <a:lnTo>
                    <a:pt x="5469185" y="929035"/>
                  </a:lnTo>
                  <a:lnTo>
                    <a:pt x="5416753" y="947666"/>
                  </a:lnTo>
                  <a:lnTo>
                    <a:pt x="5360823" y="964221"/>
                  </a:lnTo>
                  <a:lnTo>
                    <a:pt x="5300447" y="978946"/>
                  </a:lnTo>
                  <a:lnTo>
                    <a:pt x="5234760" y="992077"/>
                  </a:lnTo>
                  <a:lnTo>
                    <a:pt x="5163091" y="1003816"/>
                  </a:lnTo>
                  <a:lnTo>
                    <a:pt x="5085120" y="1014322"/>
                  </a:lnTo>
                  <a:lnTo>
                    <a:pt x="5001081" y="1023705"/>
                  </a:lnTo>
                  <a:lnTo>
                    <a:pt x="4911998" y="1032027"/>
                  </a:lnTo>
                  <a:lnTo>
                    <a:pt x="4819895" y="1039308"/>
                  </a:lnTo>
                  <a:lnTo>
                    <a:pt x="4727898" y="1045532"/>
                  </a:lnTo>
                  <a:lnTo>
                    <a:pt x="4640091" y="1050674"/>
                  </a:lnTo>
                  <a:lnTo>
                    <a:pt x="4561042" y="1054721"/>
                  </a:lnTo>
                  <a:lnTo>
                    <a:pt x="4494994" y="1057705"/>
                  </a:lnTo>
                  <a:lnTo>
                    <a:pt x="4444915" y="1059715"/>
                  </a:lnTo>
                  <a:lnTo>
                    <a:pt x="4411706" y="1060906"/>
                  </a:lnTo>
                  <a:lnTo>
                    <a:pt x="4393843" y="1061482"/>
                  </a:lnTo>
                  <a:lnTo>
                    <a:pt x="4387491" y="1061667"/>
                  </a:lnTo>
                  <a:lnTo>
                    <a:pt x="4386855" y="1061684"/>
                  </a:lnTo>
                  <a:lnTo>
                    <a:pt x="3848118" y="1061684"/>
                  </a:lnTo>
                  <a:lnTo>
                    <a:pt x="3846817" y="1061674"/>
                  </a:lnTo>
                  <a:lnTo>
                    <a:pt x="3838328" y="1061607"/>
                  </a:lnTo>
                  <a:lnTo>
                    <a:pt x="3817165" y="1061421"/>
                  </a:lnTo>
                  <a:lnTo>
                    <a:pt x="3779934" y="1061055"/>
                  </a:lnTo>
                  <a:lnTo>
                    <a:pt x="3725659" y="1060458"/>
                  </a:lnTo>
                  <a:lnTo>
                    <a:pt x="3655799" y="1059592"/>
                  </a:lnTo>
                  <a:lnTo>
                    <a:pt x="3573761" y="1058435"/>
                  </a:lnTo>
                  <a:lnTo>
                    <a:pt x="3484024" y="1056984"/>
                  </a:lnTo>
                  <a:lnTo>
                    <a:pt x="3391167" y="1055242"/>
                  </a:lnTo>
                  <a:lnTo>
                    <a:pt x="3299123" y="1053218"/>
                  </a:lnTo>
                  <a:lnTo>
                    <a:pt x="3210774" y="1050912"/>
                  </a:lnTo>
                  <a:lnTo>
                    <a:pt x="3127891" y="1048318"/>
                  </a:lnTo>
                  <a:lnTo>
                    <a:pt x="3051270" y="1045414"/>
                  </a:lnTo>
                  <a:lnTo>
                    <a:pt x="2980974" y="1042167"/>
                  </a:lnTo>
                  <a:lnTo>
                    <a:pt x="2916557" y="1038531"/>
                  </a:lnTo>
                  <a:lnTo>
                    <a:pt x="2857268" y="1034448"/>
                  </a:lnTo>
                  <a:lnTo>
                    <a:pt x="2802193" y="1029852"/>
                  </a:lnTo>
                  <a:lnTo>
                    <a:pt x="2750364" y="1024677"/>
                  </a:lnTo>
                  <a:lnTo>
                    <a:pt x="2700852" y="1018868"/>
                  </a:lnTo>
                  <a:lnTo>
                    <a:pt x="2667772" y="1014498"/>
                  </a:lnTo>
                  <a:lnTo>
                    <a:pt x="2615484" y="1006810"/>
                  </a:lnTo>
                  <a:lnTo>
                    <a:pt x="2563696" y="998293"/>
                  </a:lnTo>
                  <a:lnTo>
                    <a:pt x="2511829" y="988937"/>
                  </a:lnTo>
                  <a:lnTo>
                    <a:pt x="2459498" y="978764"/>
                  </a:lnTo>
                  <a:lnTo>
                    <a:pt x="2406495" y="967831"/>
                  </a:lnTo>
                  <a:lnTo>
                    <a:pt x="2352757" y="956236"/>
                  </a:lnTo>
                  <a:lnTo>
                    <a:pt x="2298353" y="944111"/>
                  </a:lnTo>
                  <a:lnTo>
                    <a:pt x="2243454" y="931619"/>
                  </a:lnTo>
                  <a:lnTo>
                    <a:pt x="2188304" y="918947"/>
                  </a:lnTo>
                  <a:lnTo>
                    <a:pt x="2133180" y="906294"/>
                  </a:lnTo>
                  <a:lnTo>
                    <a:pt x="2078356" y="893856"/>
                  </a:lnTo>
                  <a:lnTo>
                    <a:pt x="2024066" y="881818"/>
                  </a:lnTo>
                  <a:lnTo>
                    <a:pt x="1970463" y="870337"/>
                  </a:lnTo>
                  <a:lnTo>
                    <a:pt x="1917593" y="859539"/>
                  </a:lnTo>
                  <a:lnTo>
                    <a:pt x="1865369" y="849515"/>
                  </a:lnTo>
                  <a:lnTo>
                    <a:pt x="1813551" y="840314"/>
                  </a:lnTo>
                  <a:lnTo>
                    <a:pt x="1761721" y="831952"/>
                  </a:lnTo>
                  <a:lnTo>
                    <a:pt x="1719082" y="825754"/>
                  </a:lnTo>
                  <a:lnTo>
                    <a:pt x="1670682" y="819492"/>
                  </a:lnTo>
                  <a:lnTo>
                    <a:pt x="1620538" y="813886"/>
                  </a:lnTo>
                  <a:lnTo>
                    <a:pt x="1567796" y="808900"/>
                  </a:lnTo>
                  <a:lnTo>
                    <a:pt x="1511503" y="804472"/>
                  </a:lnTo>
                  <a:lnTo>
                    <a:pt x="1450700" y="800536"/>
                  </a:lnTo>
                  <a:lnTo>
                    <a:pt x="1384511" y="797027"/>
                  </a:lnTo>
                  <a:lnTo>
                    <a:pt x="1312261" y="793892"/>
                  </a:lnTo>
                  <a:lnTo>
                    <a:pt x="1233641" y="791088"/>
                  </a:lnTo>
                  <a:lnTo>
                    <a:pt x="1148917" y="788586"/>
                  </a:lnTo>
                  <a:lnTo>
                    <a:pt x="1059169" y="786369"/>
                  </a:lnTo>
                  <a:lnTo>
                    <a:pt x="966506" y="784433"/>
                  </a:lnTo>
                  <a:lnTo>
                    <a:pt x="874163" y="782781"/>
                  </a:lnTo>
                  <a:lnTo>
                    <a:pt x="786333" y="781422"/>
                  </a:lnTo>
                  <a:lnTo>
                    <a:pt x="707660" y="780358"/>
                  </a:lnTo>
                  <a:lnTo>
                    <a:pt x="642395" y="779579"/>
                  </a:lnTo>
                  <a:lnTo>
                    <a:pt x="593414" y="779059"/>
                  </a:lnTo>
                  <a:lnTo>
                    <a:pt x="561442" y="778756"/>
                  </a:lnTo>
                  <a:lnTo>
                    <a:pt x="544723" y="778614"/>
                  </a:lnTo>
                  <a:lnTo>
                    <a:pt x="539166" y="778571"/>
                  </a:lnTo>
                  <a:lnTo>
                    <a:pt x="538736" y="778568"/>
                  </a:lnTo>
                  <a:lnTo>
                    <a:pt x="0" y="778568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83" name="pl1683"/>
            <p:cNvSpPr/>
            <p:nvPr/>
          </p:nvSpPr>
          <p:spPr>
            <a:xfrm>
              <a:off x="546595" y="4501741"/>
              <a:ext cx="8234974" cy="1061684"/>
            </a:xfrm>
            <a:custGeom>
              <a:avLst/>
              <a:pathLst>
                <a:path w="8234974" h="1061684">
                  <a:moveTo>
                    <a:pt x="0" y="778568"/>
                  </a:moveTo>
                  <a:lnTo>
                    <a:pt x="538736" y="778568"/>
                  </a:lnTo>
                  <a:lnTo>
                    <a:pt x="540037" y="778577"/>
                  </a:lnTo>
                  <a:lnTo>
                    <a:pt x="548527" y="778645"/>
                  </a:lnTo>
                  <a:lnTo>
                    <a:pt x="569689" y="778831"/>
                  </a:lnTo>
                  <a:lnTo>
                    <a:pt x="606920" y="779196"/>
                  </a:lnTo>
                  <a:lnTo>
                    <a:pt x="661196" y="779793"/>
                  </a:lnTo>
                  <a:lnTo>
                    <a:pt x="731056" y="780660"/>
                  </a:lnTo>
                  <a:lnTo>
                    <a:pt x="813094" y="781816"/>
                  </a:lnTo>
                  <a:lnTo>
                    <a:pt x="902831" y="783268"/>
                  </a:lnTo>
                  <a:lnTo>
                    <a:pt x="995687" y="785009"/>
                  </a:lnTo>
                  <a:lnTo>
                    <a:pt x="1087732" y="787034"/>
                  </a:lnTo>
                  <a:lnTo>
                    <a:pt x="1176080" y="789339"/>
                  </a:lnTo>
                  <a:lnTo>
                    <a:pt x="1258964" y="791934"/>
                  </a:lnTo>
                  <a:lnTo>
                    <a:pt x="1335584" y="794837"/>
                  </a:lnTo>
                  <a:lnTo>
                    <a:pt x="1405881" y="798084"/>
                  </a:lnTo>
                  <a:lnTo>
                    <a:pt x="1470297" y="801720"/>
                  </a:lnTo>
                  <a:lnTo>
                    <a:pt x="1529587" y="805804"/>
                  </a:lnTo>
                  <a:lnTo>
                    <a:pt x="1584662" y="810400"/>
                  </a:lnTo>
                  <a:lnTo>
                    <a:pt x="1636490" y="815574"/>
                  </a:lnTo>
                  <a:lnTo>
                    <a:pt x="1686003" y="821383"/>
                  </a:lnTo>
                  <a:lnTo>
                    <a:pt x="1719082" y="825754"/>
                  </a:lnTo>
                  <a:lnTo>
                    <a:pt x="1771371" y="833442"/>
                  </a:lnTo>
                  <a:lnTo>
                    <a:pt x="1823158" y="841959"/>
                  </a:lnTo>
                  <a:lnTo>
                    <a:pt x="1875026" y="851315"/>
                  </a:lnTo>
                  <a:lnTo>
                    <a:pt x="1927356" y="861488"/>
                  </a:lnTo>
                  <a:lnTo>
                    <a:pt x="1980360" y="872420"/>
                  </a:lnTo>
                  <a:lnTo>
                    <a:pt x="2034098" y="884015"/>
                  </a:lnTo>
                  <a:lnTo>
                    <a:pt x="2088502" y="896141"/>
                  </a:lnTo>
                  <a:lnTo>
                    <a:pt x="2143400" y="908633"/>
                  </a:lnTo>
                  <a:lnTo>
                    <a:pt x="2198551" y="921305"/>
                  </a:lnTo>
                  <a:lnTo>
                    <a:pt x="2253675" y="933958"/>
                  </a:lnTo>
                  <a:lnTo>
                    <a:pt x="2308498" y="946395"/>
                  </a:lnTo>
                  <a:lnTo>
                    <a:pt x="2362789" y="958434"/>
                  </a:lnTo>
                  <a:lnTo>
                    <a:pt x="2416392" y="969915"/>
                  </a:lnTo>
                  <a:lnTo>
                    <a:pt x="2469262" y="980712"/>
                  </a:lnTo>
                  <a:lnTo>
                    <a:pt x="2521485" y="990737"/>
                  </a:lnTo>
                  <a:lnTo>
                    <a:pt x="2573304" y="999938"/>
                  </a:lnTo>
                  <a:lnTo>
                    <a:pt x="2625134" y="1008299"/>
                  </a:lnTo>
                  <a:lnTo>
                    <a:pt x="2667772" y="1014498"/>
                  </a:lnTo>
                  <a:lnTo>
                    <a:pt x="2716172" y="1020760"/>
                  </a:lnTo>
                  <a:lnTo>
                    <a:pt x="2766316" y="1026365"/>
                  </a:lnTo>
                  <a:lnTo>
                    <a:pt x="2819059" y="1031351"/>
                  </a:lnTo>
                  <a:lnTo>
                    <a:pt x="2875351" y="1035779"/>
                  </a:lnTo>
                  <a:lnTo>
                    <a:pt x="2936154" y="1039716"/>
                  </a:lnTo>
                  <a:lnTo>
                    <a:pt x="3002344" y="1043224"/>
                  </a:lnTo>
                  <a:lnTo>
                    <a:pt x="3074594" y="1046359"/>
                  </a:lnTo>
                  <a:lnTo>
                    <a:pt x="3153214" y="1049163"/>
                  </a:lnTo>
                  <a:lnTo>
                    <a:pt x="3237938" y="1051665"/>
                  </a:lnTo>
                  <a:lnTo>
                    <a:pt x="3327686" y="1053883"/>
                  </a:lnTo>
                  <a:lnTo>
                    <a:pt x="3420348" y="1055819"/>
                  </a:lnTo>
                  <a:lnTo>
                    <a:pt x="3512692" y="1057470"/>
                  </a:lnTo>
                  <a:lnTo>
                    <a:pt x="3600522" y="1058829"/>
                  </a:lnTo>
                  <a:lnTo>
                    <a:pt x="3679194" y="1059894"/>
                  </a:lnTo>
                  <a:lnTo>
                    <a:pt x="3744460" y="1060673"/>
                  </a:lnTo>
                  <a:lnTo>
                    <a:pt x="3793441" y="1061192"/>
                  </a:lnTo>
                  <a:lnTo>
                    <a:pt x="3825412" y="1061496"/>
                  </a:lnTo>
                  <a:lnTo>
                    <a:pt x="3842132" y="1061638"/>
                  </a:lnTo>
                  <a:lnTo>
                    <a:pt x="3847689" y="1061681"/>
                  </a:lnTo>
                  <a:lnTo>
                    <a:pt x="3848118" y="1061684"/>
                  </a:lnTo>
                  <a:lnTo>
                    <a:pt x="4386855" y="1061684"/>
                  </a:lnTo>
                  <a:lnTo>
                    <a:pt x="4388137" y="1061649"/>
                  </a:lnTo>
                  <a:lnTo>
                    <a:pt x="4396502" y="1061400"/>
                  </a:lnTo>
                  <a:lnTo>
                    <a:pt x="4417366" y="1060713"/>
                  </a:lnTo>
                  <a:lnTo>
                    <a:pt x="4454101" y="1059364"/>
                  </a:lnTo>
                  <a:lnTo>
                    <a:pt x="4507712" y="1057159"/>
                  </a:lnTo>
                  <a:lnTo>
                    <a:pt x="4576816" y="1053955"/>
                  </a:lnTo>
                  <a:lnTo>
                    <a:pt x="4658097" y="1049677"/>
                  </a:lnTo>
                  <a:lnTo>
                    <a:pt x="4747166" y="1044304"/>
                  </a:lnTo>
                  <a:lnTo>
                    <a:pt x="4839499" y="1037854"/>
                  </a:lnTo>
                  <a:lnTo>
                    <a:pt x="4931186" y="1030353"/>
                  </a:lnTo>
                  <a:lnTo>
                    <a:pt x="5019334" y="1021809"/>
                  </a:lnTo>
                  <a:lnTo>
                    <a:pt x="5102144" y="1012195"/>
                  </a:lnTo>
                  <a:lnTo>
                    <a:pt x="5178779" y="1001440"/>
                  </a:lnTo>
                  <a:lnTo>
                    <a:pt x="5249141" y="989421"/>
                  </a:lnTo>
                  <a:lnTo>
                    <a:pt x="5313640" y="975970"/>
                  </a:lnTo>
                  <a:lnTo>
                    <a:pt x="5372998" y="960878"/>
                  </a:lnTo>
                  <a:lnTo>
                    <a:pt x="5428109" y="943905"/>
                  </a:lnTo>
                  <a:lnTo>
                    <a:pt x="5479922" y="924804"/>
                  </a:lnTo>
                  <a:lnTo>
                    <a:pt x="5529361" y="903364"/>
                  </a:lnTo>
                  <a:lnTo>
                    <a:pt x="5567201" y="884736"/>
                  </a:lnTo>
                  <a:lnTo>
                    <a:pt x="5614503" y="858807"/>
                  </a:lnTo>
                  <a:lnTo>
                    <a:pt x="5661343" y="830345"/>
                  </a:lnTo>
                  <a:lnTo>
                    <a:pt x="5708173" y="799308"/>
                  </a:lnTo>
                  <a:lnTo>
                    <a:pt x="5755309" y="765734"/>
                  </a:lnTo>
                  <a:lnTo>
                    <a:pt x="5802946" y="729751"/>
                  </a:lnTo>
                  <a:lnTo>
                    <a:pt x="5851176" y="691579"/>
                  </a:lnTo>
                  <a:lnTo>
                    <a:pt x="5899995" y="651533"/>
                  </a:lnTo>
                  <a:lnTo>
                    <a:pt x="5949321" y="610015"/>
                  </a:lnTo>
                  <a:lnTo>
                    <a:pt x="5999011" y="567501"/>
                  </a:lnTo>
                  <a:lnTo>
                    <a:pt x="6048878" y="524516"/>
                  </a:lnTo>
                  <a:lnTo>
                    <a:pt x="6098713" y="481614"/>
                  </a:lnTo>
                  <a:lnTo>
                    <a:pt x="6148314" y="439339"/>
                  </a:lnTo>
                  <a:lnTo>
                    <a:pt x="6197504" y="398208"/>
                  </a:lnTo>
                  <a:lnTo>
                    <a:pt x="6246155" y="358674"/>
                  </a:lnTo>
                  <a:lnTo>
                    <a:pt x="6294207" y="321117"/>
                  </a:lnTo>
                  <a:lnTo>
                    <a:pt x="6341683" y="285824"/>
                  </a:lnTo>
                  <a:lnTo>
                    <a:pt x="6388703" y="252987"/>
                  </a:lnTo>
                  <a:lnTo>
                    <a:pt x="6435498" y="222706"/>
                  </a:lnTo>
                  <a:lnTo>
                    <a:pt x="6482420" y="194996"/>
                  </a:lnTo>
                  <a:lnTo>
                    <a:pt x="6515891" y="176947"/>
                  </a:lnTo>
                  <a:lnTo>
                    <a:pt x="6564039" y="153579"/>
                  </a:lnTo>
                  <a:lnTo>
                    <a:pt x="6613908" y="132648"/>
                  </a:lnTo>
                  <a:lnTo>
                    <a:pt x="6666339" y="114017"/>
                  </a:lnTo>
                  <a:lnTo>
                    <a:pt x="6722270" y="97463"/>
                  </a:lnTo>
                  <a:lnTo>
                    <a:pt x="6782645" y="82737"/>
                  </a:lnTo>
                  <a:lnTo>
                    <a:pt x="6848332" y="69606"/>
                  </a:lnTo>
                  <a:lnTo>
                    <a:pt x="6920001" y="57867"/>
                  </a:lnTo>
                  <a:lnTo>
                    <a:pt x="6997973" y="47361"/>
                  </a:lnTo>
                  <a:lnTo>
                    <a:pt x="7082011" y="37978"/>
                  </a:lnTo>
                  <a:lnTo>
                    <a:pt x="7171094" y="29656"/>
                  </a:lnTo>
                  <a:lnTo>
                    <a:pt x="7263197" y="22375"/>
                  </a:lnTo>
                  <a:lnTo>
                    <a:pt x="7355195" y="16151"/>
                  </a:lnTo>
                  <a:lnTo>
                    <a:pt x="7443002" y="11009"/>
                  </a:lnTo>
                  <a:lnTo>
                    <a:pt x="7522051" y="6962"/>
                  </a:lnTo>
                  <a:lnTo>
                    <a:pt x="7588098" y="3979"/>
                  </a:lnTo>
                  <a:lnTo>
                    <a:pt x="7638177" y="1969"/>
                  </a:lnTo>
                  <a:lnTo>
                    <a:pt x="7671386" y="777"/>
                  </a:lnTo>
                  <a:lnTo>
                    <a:pt x="7689249" y="201"/>
                  </a:lnTo>
                  <a:lnTo>
                    <a:pt x="7695601" y="1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4" name="pl1684"/>
            <p:cNvSpPr/>
            <p:nvPr/>
          </p:nvSpPr>
          <p:spPr>
            <a:xfrm>
              <a:off x="546595" y="4496296"/>
              <a:ext cx="8234974" cy="1061684"/>
            </a:xfrm>
            <a:custGeom>
              <a:avLst/>
              <a:pathLst>
                <a:path w="8234974" h="1061684">
                  <a:moveTo>
                    <a:pt x="8234974" y="0"/>
                  </a:moveTo>
                  <a:lnTo>
                    <a:pt x="7696237" y="0"/>
                  </a:lnTo>
                  <a:lnTo>
                    <a:pt x="7694956" y="34"/>
                  </a:lnTo>
                  <a:lnTo>
                    <a:pt x="7686591" y="283"/>
                  </a:lnTo>
                  <a:lnTo>
                    <a:pt x="7665727" y="970"/>
                  </a:lnTo>
                  <a:lnTo>
                    <a:pt x="7628992" y="2319"/>
                  </a:lnTo>
                  <a:lnTo>
                    <a:pt x="7575380" y="4525"/>
                  </a:lnTo>
                  <a:lnTo>
                    <a:pt x="7506277" y="7728"/>
                  </a:lnTo>
                  <a:lnTo>
                    <a:pt x="7424996" y="12006"/>
                  </a:lnTo>
                  <a:lnTo>
                    <a:pt x="7335927" y="17379"/>
                  </a:lnTo>
                  <a:lnTo>
                    <a:pt x="7243594" y="23829"/>
                  </a:lnTo>
                  <a:lnTo>
                    <a:pt x="7151906" y="31330"/>
                  </a:lnTo>
                  <a:lnTo>
                    <a:pt x="7063758" y="39874"/>
                  </a:lnTo>
                  <a:lnTo>
                    <a:pt x="6980948" y="49488"/>
                  </a:lnTo>
                  <a:lnTo>
                    <a:pt x="6904313" y="60243"/>
                  </a:lnTo>
                  <a:lnTo>
                    <a:pt x="6833951" y="72262"/>
                  </a:lnTo>
                  <a:lnTo>
                    <a:pt x="6769453" y="85713"/>
                  </a:lnTo>
                  <a:lnTo>
                    <a:pt x="6710094" y="100805"/>
                  </a:lnTo>
                  <a:lnTo>
                    <a:pt x="6654984" y="117778"/>
                  </a:lnTo>
                  <a:lnTo>
                    <a:pt x="6603171" y="136879"/>
                  </a:lnTo>
                  <a:lnTo>
                    <a:pt x="6553731" y="158319"/>
                  </a:lnTo>
                  <a:lnTo>
                    <a:pt x="6515891" y="176947"/>
                  </a:lnTo>
                  <a:lnTo>
                    <a:pt x="6468590" y="202876"/>
                  </a:lnTo>
                  <a:lnTo>
                    <a:pt x="6421750" y="231338"/>
                  </a:lnTo>
                  <a:lnTo>
                    <a:pt x="6374919" y="262375"/>
                  </a:lnTo>
                  <a:lnTo>
                    <a:pt x="6327784" y="295949"/>
                  </a:lnTo>
                  <a:lnTo>
                    <a:pt x="6280146" y="331932"/>
                  </a:lnTo>
                  <a:lnTo>
                    <a:pt x="6231917" y="370104"/>
                  </a:lnTo>
                  <a:lnTo>
                    <a:pt x="6183098" y="410150"/>
                  </a:lnTo>
                  <a:lnTo>
                    <a:pt x="6133771" y="451668"/>
                  </a:lnTo>
                  <a:lnTo>
                    <a:pt x="6084081" y="494182"/>
                  </a:lnTo>
                  <a:lnTo>
                    <a:pt x="6034215" y="537167"/>
                  </a:lnTo>
                  <a:lnTo>
                    <a:pt x="5984379" y="580070"/>
                  </a:lnTo>
                  <a:lnTo>
                    <a:pt x="5934778" y="622344"/>
                  </a:lnTo>
                  <a:lnTo>
                    <a:pt x="5885588" y="663476"/>
                  </a:lnTo>
                  <a:lnTo>
                    <a:pt x="5836937" y="703009"/>
                  </a:lnTo>
                  <a:lnTo>
                    <a:pt x="5788886" y="740566"/>
                  </a:lnTo>
                  <a:lnTo>
                    <a:pt x="5741410" y="775860"/>
                  </a:lnTo>
                  <a:lnTo>
                    <a:pt x="5694389" y="808697"/>
                  </a:lnTo>
                  <a:lnTo>
                    <a:pt x="5647594" y="838977"/>
                  </a:lnTo>
                  <a:lnTo>
                    <a:pt x="5600672" y="866688"/>
                  </a:lnTo>
                  <a:lnTo>
                    <a:pt x="5567201" y="884736"/>
                  </a:lnTo>
                  <a:lnTo>
                    <a:pt x="5519054" y="908104"/>
                  </a:lnTo>
                  <a:lnTo>
                    <a:pt x="5469185" y="929035"/>
                  </a:lnTo>
                  <a:lnTo>
                    <a:pt x="5416753" y="947666"/>
                  </a:lnTo>
                  <a:lnTo>
                    <a:pt x="5360823" y="964221"/>
                  </a:lnTo>
                  <a:lnTo>
                    <a:pt x="5300447" y="978946"/>
                  </a:lnTo>
                  <a:lnTo>
                    <a:pt x="5234760" y="992077"/>
                  </a:lnTo>
                  <a:lnTo>
                    <a:pt x="5163091" y="1003816"/>
                  </a:lnTo>
                  <a:lnTo>
                    <a:pt x="5085120" y="1014322"/>
                  </a:lnTo>
                  <a:lnTo>
                    <a:pt x="5001081" y="1023705"/>
                  </a:lnTo>
                  <a:lnTo>
                    <a:pt x="4911998" y="1032027"/>
                  </a:lnTo>
                  <a:lnTo>
                    <a:pt x="4819895" y="1039308"/>
                  </a:lnTo>
                  <a:lnTo>
                    <a:pt x="4727898" y="1045532"/>
                  </a:lnTo>
                  <a:lnTo>
                    <a:pt x="4640091" y="1050674"/>
                  </a:lnTo>
                  <a:lnTo>
                    <a:pt x="4561042" y="1054721"/>
                  </a:lnTo>
                  <a:lnTo>
                    <a:pt x="4494994" y="1057705"/>
                  </a:lnTo>
                  <a:lnTo>
                    <a:pt x="4444915" y="1059715"/>
                  </a:lnTo>
                  <a:lnTo>
                    <a:pt x="4411706" y="1060906"/>
                  </a:lnTo>
                  <a:lnTo>
                    <a:pt x="4393843" y="1061482"/>
                  </a:lnTo>
                  <a:lnTo>
                    <a:pt x="4387491" y="1061667"/>
                  </a:lnTo>
                  <a:lnTo>
                    <a:pt x="4386855" y="1061684"/>
                  </a:lnTo>
                  <a:lnTo>
                    <a:pt x="3848118" y="1061684"/>
                  </a:lnTo>
                  <a:lnTo>
                    <a:pt x="3846817" y="1061674"/>
                  </a:lnTo>
                  <a:lnTo>
                    <a:pt x="3838328" y="1061607"/>
                  </a:lnTo>
                  <a:lnTo>
                    <a:pt x="3817165" y="1061421"/>
                  </a:lnTo>
                  <a:lnTo>
                    <a:pt x="3779934" y="1061055"/>
                  </a:lnTo>
                  <a:lnTo>
                    <a:pt x="3725659" y="1060458"/>
                  </a:lnTo>
                  <a:lnTo>
                    <a:pt x="3655799" y="1059592"/>
                  </a:lnTo>
                  <a:lnTo>
                    <a:pt x="3573761" y="1058435"/>
                  </a:lnTo>
                  <a:lnTo>
                    <a:pt x="3484024" y="1056984"/>
                  </a:lnTo>
                  <a:lnTo>
                    <a:pt x="3391167" y="1055242"/>
                  </a:lnTo>
                  <a:lnTo>
                    <a:pt x="3299123" y="1053218"/>
                  </a:lnTo>
                  <a:lnTo>
                    <a:pt x="3210774" y="1050912"/>
                  </a:lnTo>
                  <a:lnTo>
                    <a:pt x="3127891" y="1048318"/>
                  </a:lnTo>
                  <a:lnTo>
                    <a:pt x="3051270" y="1045414"/>
                  </a:lnTo>
                  <a:lnTo>
                    <a:pt x="2980974" y="1042167"/>
                  </a:lnTo>
                  <a:lnTo>
                    <a:pt x="2916557" y="1038531"/>
                  </a:lnTo>
                  <a:lnTo>
                    <a:pt x="2857268" y="1034448"/>
                  </a:lnTo>
                  <a:lnTo>
                    <a:pt x="2802193" y="1029852"/>
                  </a:lnTo>
                  <a:lnTo>
                    <a:pt x="2750364" y="1024677"/>
                  </a:lnTo>
                  <a:lnTo>
                    <a:pt x="2700852" y="1018868"/>
                  </a:lnTo>
                  <a:lnTo>
                    <a:pt x="2667772" y="1014498"/>
                  </a:lnTo>
                  <a:lnTo>
                    <a:pt x="2615484" y="1006810"/>
                  </a:lnTo>
                  <a:lnTo>
                    <a:pt x="2563696" y="998293"/>
                  </a:lnTo>
                  <a:lnTo>
                    <a:pt x="2511829" y="988937"/>
                  </a:lnTo>
                  <a:lnTo>
                    <a:pt x="2459498" y="978764"/>
                  </a:lnTo>
                  <a:lnTo>
                    <a:pt x="2406495" y="967831"/>
                  </a:lnTo>
                  <a:lnTo>
                    <a:pt x="2352757" y="956236"/>
                  </a:lnTo>
                  <a:lnTo>
                    <a:pt x="2298353" y="944111"/>
                  </a:lnTo>
                  <a:lnTo>
                    <a:pt x="2243454" y="931619"/>
                  </a:lnTo>
                  <a:lnTo>
                    <a:pt x="2188304" y="918947"/>
                  </a:lnTo>
                  <a:lnTo>
                    <a:pt x="2133180" y="906294"/>
                  </a:lnTo>
                  <a:lnTo>
                    <a:pt x="2078356" y="893856"/>
                  </a:lnTo>
                  <a:lnTo>
                    <a:pt x="2024066" y="881818"/>
                  </a:lnTo>
                  <a:lnTo>
                    <a:pt x="1970463" y="870337"/>
                  </a:lnTo>
                  <a:lnTo>
                    <a:pt x="1917593" y="859539"/>
                  </a:lnTo>
                  <a:lnTo>
                    <a:pt x="1865369" y="849515"/>
                  </a:lnTo>
                  <a:lnTo>
                    <a:pt x="1813551" y="840314"/>
                  </a:lnTo>
                  <a:lnTo>
                    <a:pt x="1761721" y="831952"/>
                  </a:lnTo>
                  <a:lnTo>
                    <a:pt x="1719082" y="825754"/>
                  </a:lnTo>
                  <a:lnTo>
                    <a:pt x="1670682" y="819492"/>
                  </a:lnTo>
                  <a:lnTo>
                    <a:pt x="1620538" y="813886"/>
                  </a:lnTo>
                  <a:lnTo>
                    <a:pt x="1567796" y="808900"/>
                  </a:lnTo>
                  <a:lnTo>
                    <a:pt x="1511503" y="804472"/>
                  </a:lnTo>
                  <a:lnTo>
                    <a:pt x="1450700" y="800536"/>
                  </a:lnTo>
                  <a:lnTo>
                    <a:pt x="1384511" y="797027"/>
                  </a:lnTo>
                  <a:lnTo>
                    <a:pt x="1312261" y="793892"/>
                  </a:lnTo>
                  <a:lnTo>
                    <a:pt x="1233641" y="791088"/>
                  </a:lnTo>
                  <a:lnTo>
                    <a:pt x="1148917" y="788586"/>
                  </a:lnTo>
                  <a:lnTo>
                    <a:pt x="1059169" y="786369"/>
                  </a:lnTo>
                  <a:lnTo>
                    <a:pt x="966506" y="784433"/>
                  </a:lnTo>
                  <a:lnTo>
                    <a:pt x="874163" y="782781"/>
                  </a:lnTo>
                  <a:lnTo>
                    <a:pt x="786333" y="781422"/>
                  </a:lnTo>
                  <a:lnTo>
                    <a:pt x="707660" y="780358"/>
                  </a:lnTo>
                  <a:lnTo>
                    <a:pt x="642395" y="779579"/>
                  </a:lnTo>
                  <a:lnTo>
                    <a:pt x="593414" y="779059"/>
                  </a:lnTo>
                  <a:lnTo>
                    <a:pt x="561442" y="778756"/>
                  </a:lnTo>
                  <a:lnTo>
                    <a:pt x="544723" y="778614"/>
                  </a:lnTo>
                  <a:lnTo>
                    <a:pt x="539166" y="778571"/>
                  </a:lnTo>
                  <a:lnTo>
                    <a:pt x="538736" y="778568"/>
                  </a:lnTo>
                  <a:lnTo>
                    <a:pt x="0" y="7785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5" name="pg1685"/>
            <p:cNvSpPr/>
            <p:nvPr/>
          </p:nvSpPr>
          <p:spPr>
            <a:xfrm>
              <a:off x="546595" y="5231308"/>
              <a:ext cx="8234974" cy="353894"/>
            </a:xfrm>
            <a:custGeom>
              <a:avLst/>
              <a:pathLst>
                <a:path w="8234974" h="353894">
                  <a:moveTo>
                    <a:pt x="0" y="54445"/>
                  </a:moveTo>
                  <a:lnTo>
                    <a:pt x="538736" y="54445"/>
                  </a:lnTo>
                  <a:lnTo>
                    <a:pt x="540037" y="54455"/>
                  </a:lnTo>
                  <a:lnTo>
                    <a:pt x="548526" y="54526"/>
                  </a:lnTo>
                  <a:lnTo>
                    <a:pt x="569685" y="54723"/>
                  </a:lnTo>
                  <a:lnTo>
                    <a:pt x="606912" y="55109"/>
                  </a:lnTo>
                  <a:lnTo>
                    <a:pt x="661181" y="55741"/>
                  </a:lnTo>
                  <a:lnTo>
                    <a:pt x="731034" y="56657"/>
                  </a:lnTo>
                  <a:lnTo>
                    <a:pt x="813065" y="57880"/>
                  </a:lnTo>
                  <a:lnTo>
                    <a:pt x="902796" y="59415"/>
                  </a:lnTo>
                  <a:lnTo>
                    <a:pt x="995648" y="61257"/>
                  </a:lnTo>
                  <a:lnTo>
                    <a:pt x="1087689" y="63398"/>
                  </a:lnTo>
                  <a:lnTo>
                    <a:pt x="1176035" y="65836"/>
                  </a:lnTo>
                  <a:lnTo>
                    <a:pt x="1258918" y="68580"/>
                  </a:lnTo>
                  <a:lnTo>
                    <a:pt x="1335539" y="71651"/>
                  </a:lnTo>
                  <a:lnTo>
                    <a:pt x="1405836" y="75085"/>
                  </a:lnTo>
                  <a:lnTo>
                    <a:pt x="1470254" y="78930"/>
                  </a:lnTo>
                  <a:lnTo>
                    <a:pt x="1529543" y="83249"/>
                  </a:lnTo>
                  <a:lnTo>
                    <a:pt x="1584619" y="88109"/>
                  </a:lnTo>
                  <a:lnTo>
                    <a:pt x="1636447" y="93581"/>
                  </a:lnTo>
                  <a:lnTo>
                    <a:pt x="1685959" y="99724"/>
                  </a:lnTo>
                  <a:lnTo>
                    <a:pt x="1719082" y="104353"/>
                  </a:lnTo>
                  <a:lnTo>
                    <a:pt x="1771312" y="112475"/>
                  </a:lnTo>
                  <a:lnTo>
                    <a:pt x="1823042" y="121471"/>
                  </a:lnTo>
                  <a:lnTo>
                    <a:pt x="1874850" y="131354"/>
                  </a:lnTo>
                  <a:lnTo>
                    <a:pt x="1927119" y="142098"/>
                  </a:lnTo>
                  <a:lnTo>
                    <a:pt x="1980059" y="153644"/>
                  </a:lnTo>
                  <a:lnTo>
                    <a:pt x="2033732" y="165891"/>
                  </a:lnTo>
                  <a:lnTo>
                    <a:pt x="2088070" y="178698"/>
                  </a:lnTo>
                  <a:lnTo>
                    <a:pt x="2142904" y="191893"/>
                  </a:lnTo>
                  <a:lnTo>
                    <a:pt x="2197991" y="205280"/>
                  </a:lnTo>
                  <a:lnTo>
                    <a:pt x="2253055" y="218650"/>
                  </a:lnTo>
                  <a:lnTo>
                    <a:pt x="2307822" y="231794"/>
                  </a:lnTo>
                  <a:lnTo>
                    <a:pt x="2362059" y="244519"/>
                  </a:lnTo>
                  <a:lnTo>
                    <a:pt x="2415612" y="256658"/>
                  </a:lnTo>
                  <a:lnTo>
                    <a:pt x="2468433" y="268077"/>
                  </a:lnTo>
                  <a:lnTo>
                    <a:pt x="2520607" y="278682"/>
                  </a:lnTo>
                  <a:lnTo>
                    <a:pt x="2572371" y="288419"/>
                  </a:lnTo>
                  <a:lnTo>
                    <a:pt x="2624137" y="297269"/>
                  </a:lnTo>
                  <a:lnTo>
                    <a:pt x="2667772" y="303986"/>
                  </a:lnTo>
                  <a:lnTo>
                    <a:pt x="2716170" y="310609"/>
                  </a:lnTo>
                  <a:lnTo>
                    <a:pt x="2766311" y="316538"/>
                  </a:lnTo>
                  <a:lnTo>
                    <a:pt x="2819051" y="321811"/>
                  </a:lnTo>
                  <a:lnTo>
                    <a:pt x="2875340" y="326495"/>
                  </a:lnTo>
                  <a:lnTo>
                    <a:pt x="2936139" y="330658"/>
                  </a:lnTo>
                  <a:lnTo>
                    <a:pt x="3002324" y="334369"/>
                  </a:lnTo>
                  <a:lnTo>
                    <a:pt x="3074569" y="337685"/>
                  </a:lnTo>
                  <a:lnTo>
                    <a:pt x="3153183" y="340650"/>
                  </a:lnTo>
                  <a:lnTo>
                    <a:pt x="3237900" y="343297"/>
                  </a:lnTo>
                  <a:lnTo>
                    <a:pt x="3327642" y="345642"/>
                  </a:lnTo>
                  <a:lnTo>
                    <a:pt x="3420300" y="347690"/>
                  </a:lnTo>
                  <a:lnTo>
                    <a:pt x="3512640" y="349437"/>
                  </a:lnTo>
                  <a:lnTo>
                    <a:pt x="3600470" y="350874"/>
                  </a:lnTo>
                  <a:lnTo>
                    <a:pt x="3679146" y="352001"/>
                  </a:lnTo>
                  <a:lnTo>
                    <a:pt x="3744419" y="352825"/>
                  </a:lnTo>
                  <a:lnTo>
                    <a:pt x="3793410" y="353374"/>
                  </a:lnTo>
                  <a:lnTo>
                    <a:pt x="3825393" y="353695"/>
                  </a:lnTo>
                  <a:lnTo>
                    <a:pt x="3842123" y="353846"/>
                  </a:lnTo>
                  <a:lnTo>
                    <a:pt x="3847687" y="353891"/>
                  </a:lnTo>
                  <a:lnTo>
                    <a:pt x="3848118" y="353894"/>
                  </a:lnTo>
                  <a:lnTo>
                    <a:pt x="4386855" y="353894"/>
                  </a:lnTo>
                  <a:lnTo>
                    <a:pt x="4388156" y="353883"/>
                  </a:lnTo>
                  <a:lnTo>
                    <a:pt x="4396640" y="353800"/>
                  </a:lnTo>
                  <a:lnTo>
                    <a:pt x="4417791" y="353571"/>
                  </a:lnTo>
                  <a:lnTo>
                    <a:pt x="4455002" y="353121"/>
                  </a:lnTo>
                  <a:lnTo>
                    <a:pt x="4509250" y="352387"/>
                  </a:lnTo>
                  <a:lnTo>
                    <a:pt x="4579081" y="351321"/>
                  </a:lnTo>
                  <a:lnTo>
                    <a:pt x="4661088" y="349898"/>
                  </a:lnTo>
                  <a:lnTo>
                    <a:pt x="4750799" y="348113"/>
                  </a:lnTo>
                  <a:lnTo>
                    <a:pt x="4843634" y="345971"/>
                  </a:lnTo>
                  <a:lnTo>
                    <a:pt x="4935665" y="343480"/>
                  </a:lnTo>
                  <a:lnTo>
                    <a:pt x="5024005" y="340644"/>
                  </a:lnTo>
                  <a:lnTo>
                    <a:pt x="5106886" y="337452"/>
                  </a:lnTo>
                  <a:lnTo>
                    <a:pt x="5183507" y="333880"/>
                  </a:lnTo>
                  <a:lnTo>
                    <a:pt x="5253806" y="329886"/>
                  </a:lnTo>
                  <a:lnTo>
                    <a:pt x="5318226" y="325413"/>
                  </a:lnTo>
                  <a:lnTo>
                    <a:pt x="5377518" y="320391"/>
                  </a:lnTo>
                  <a:lnTo>
                    <a:pt x="5432595" y="314738"/>
                  </a:lnTo>
                  <a:lnTo>
                    <a:pt x="5484423" y="308373"/>
                  </a:lnTo>
                  <a:lnTo>
                    <a:pt x="5533932" y="301228"/>
                  </a:lnTo>
                  <a:lnTo>
                    <a:pt x="5567201" y="295819"/>
                  </a:lnTo>
                  <a:lnTo>
                    <a:pt x="5619238" y="286405"/>
                  </a:lnTo>
                  <a:lnTo>
                    <a:pt x="5670776" y="275981"/>
                  </a:lnTo>
                  <a:lnTo>
                    <a:pt x="5722389" y="264534"/>
                  </a:lnTo>
                  <a:lnTo>
                    <a:pt x="5774456" y="252090"/>
                  </a:lnTo>
                  <a:lnTo>
                    <a:pt x="5827187" y="238720"/>
                  </a:lnTo>
                  <a:lnTo>
                    <a:pt x="5880646" y="224538"/>
                  </a:lnTo>
                  <a:lnTo>
                    <a:pt x="5934768" y="209704"/>
                  </a:lnTo>
                  <a:lnTo>
                    <a:pt x="5989387" y="194416"/>
                  </a:lnTo>
                  <a:lnTo>
                    <a:pt x="6044265" y="178899"/>
                  </a:lnTo>
                  <a:lnTo>
                    <a:pt x="6099130" y="163395"/>
                  </a:lnTo>
                  <a:lnTo>
                    <a:pt x="6153710" y="148142"/>
                  </a:lnTo>
                  <a:lnTo>
                    <a:pt x="6207772" y="133364"/>
                  </a:lnTo>
                  <a:lnTo>
                    <a:pt x="6261159" y="119256"/>
                  </a:lnTo>
                  <a:lnTo>
                    <a:pt x="6313820" y="105973"/>
                  </a:lnTo>
                  <a:lnTo>
                    <a:pt x="6365830" y="93625"/>
                  </a:lnTo>
                  <a:lnTo>
                    <a:pt x="6417415" y="82279"/>
                  </a:lnTo>
                  <a:lnTo>
                    <a:pt x="6468973" y="71956"/>
                  </a:lnTo>
                  <a:lnTo>
                    <a:pt x="6515891" y="63519"/>
                  </a:lnTo>
                  <a:lnTo>
                    <a:pt x="6564281" y="55814"/>
                  </a:lnTo>
                  <a:lnTo>
                    <a:pt x="6614414" y="48916"/>
                  </a:lnTo>
                  <a:lnTo>
                    <a:pt x="6667144" y="42780"/>
                  </a:lnTo>
                  <a:lnTo>
                    <a:pt x="6723422" y="37330"/>
                  </a:lnTo>
                  <a:lnTo>
                    <a:pt x="6784208" y="32486"/>
                  </a:lnTo>
                  <a:lnTo>
                    <a:pt x="6850378" y="28168"/>
                  </a:lnTo>
                  <a:lnTo>
                    <a:pt x="6922605" y="24310"/>
                  </a:lnTo>
                  <a:lnTo>
                    <a:pt x="7001198" y="20859"/>
                  </a:lnTo>
                  <a:lnTo>
                    <a:pt x="7085895" y="17780"/>
                  </a:lnTo>
                  <a:lnTo>
                    <a:pt x="7175617" y="15051"/>
                  </a:lnTo>
                  <a:lnTo>
                    <a:pt x="7268257" y="12667"/>
                  </a:lnTo>
                  <a:lnTo>
                    <a:pt x="7360587" y="10635"/>
                  </a:lnTo>
                  <a:lnTo>
                    <a:pt x="7448417" y="8961"/>
                  </a:lnTo>
                  <a:lnTo>
                    <a:pt x="7527105" y="7650"/>
                  </a:lnTo>
                  <a:lnTo>
                    <a:pt x="7592402" y="6690"/>
                  </a:lnTo>
                  <a:lnTo>
                    <a:pt x="7641427" y="6050"/>
                  </a:lnTo>
                  <a:lnTo>
                    <a:pt x="7673448" y="5676"/>
                  </a:lnTo>
                  <a:lnTo>
                    <a:pt x="7690212" y="5501"/>
                  </a:lnTo>
                  <a:lnTo>
                    <a:pt x="7695801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7" y="11"/>
                  </a:lnTo>
                  <a:lnTo>
                    <a:pt x="7686452" y="94"/>
                  </a:lnTo>
                  <a:lnTo>
                    <a:pt x="7665302" y="323"/>
                  </a:lnTo>
                  <a:lnTo>
                    <a:pt x="7628091" y="772"/>
                  </a:lnTo>
                  <a:lnTo>
                    <a:pt x="7573842" y="1507"/>
                  </a:lnTo>
                  <a:lnTo>
                    <a:pt x="7504012" y="2573"/>
                  </a:lnTo>
                  <a:lnTo>
                    <a:pt x="7422004" y="3995"/>
                  </a:lnTo>
                  <a:lnTo>
                    <a:pt x="7332294" y="5781"/>
                  </a:lnTo>
                  <a:lnTo>
                    <a:pt x="7239458" y="7923"/>
                  </a:lnTo>
                  <a:lnTo>
                    <a:pt x="7147428" y="10413"/>
                  </a:lnTo>
                  <a:lnTo>
                    <a:pt x="7059087" y="13250"/>
                  </a:lnTo>
                  <a:lnTo>
                    <a:pt x="6976206" y="16441"/>
                  </a:lnTo>
                  <a:lnTo>
                    <a:pt x="6899585" y="20013"/>
                  </a:lnTo>
                  <a:lnTo>
                    <a:pt x="6829286" y="24007"/>
                  </a:lnTo>
                  <a:lnTo>
                    <a:pt x="6764866" y="28480"/>
                  </a:lnTo>
                  <a:lnTo>
                    <a:pt x="6705574" y="33503"/>
                  </a:lnTo>
                  <a:lnTo>
                    <a:pt x="6650498" y="39156"/>
                  </a:lnTo>
                  <a:lnTo>
                    <a:pt x="6598670" y="45521"/>
                  </a:lnTo>
                  <a:lnTo>
                    <a:pt x="6549160" y="52666"/>
                  </a:lnTo>
                  <a:lnTo>
                    <a:pt x="6515891" y="58075"/>
                  </a:lnTo>
                  <a:lnTo>
                    <a:pt x="6463854" y="67488"/>
                  </a:lnTo>
                  <a:lnTo>
                    <a:pt x="6412316" y="77912"/>
                  </a:lnTo>
                  <a:lnTo>
                    <a:pt x="6360703" y="89360"/>
                  </a:lnTo>
                  <a:lnTo>
                    <a:pt x="6308637" y="101803"/>
                  </a:lnTo>
                  <a:lnTo>
                    <a:pt x="6255905" y="115174"/>
                  </a:lnTo>
                  <a:lnTo>
                    <a:pt x="6202447" y="129356"/>
                  </a:lnTo>
                  <a:lnTo>
                    <a:pt x="6148325" y="144190"/>
                  </a:lnTo>
                  <a:lnTo>
                    <a:pt x="6093706" y="159478"/>
                  </a:lnTo>
                  <a:lnTo>
                    <a:pt x="6038827" y="174995"/>
                  </a:lnTo>
                  <a:lnTo>
                    <a:pt x="5983962" y="190499"/>
                  </a:lnTo>
                  <a:lnTo>
                    <a:pt x="5929383" y="205752"/>
                  </a:lnTo>
                  <a:lnTo>
                    <a:pt x="5875321" y="220529"/>
                  </a:lnTo>
                  <a:lnTo>
                    <a:pt x="5821933" y="234638"/>
                  </a:lnTo>
                  <a:lnTo>
                    <a:pt x="5769273" y="247921"/>
                  </a:lnTo>
                  <a:lnTo>
                    <a:pt x="5717263" y="260268"/>
                  </a:lnTo>
                  <a:lnTo>
                    <a:pt x="5665677" y="271615"/>
                  </a:lnTo>
                  <a:lnTo>
                    <a:pt x="5614119" y="281937"/>
                  </a:lnTo>
                  <a:lnTo>
                    <a:pt x="5567201" y="290375"/>
                  </a:lnTo>
                  <a:lnTo>
                    <a:pt x="5518811" y="298080"/>
                  </a:lnTo>
                  <a:lnTo>
                    <a:pt x="5468678" y="304978"/>
                  </a:lnTo>
                  <a:lnTo>
                    <a:pt x="5415948" y="311114"/>
                  </a:lnTo>
                  <a:lnTo>
                    <a:pt x="5359670" y="316563"/>
                  </a:lnTo>
                  <a:lnTo>
                    <a:pt x="5298884" y="321408"/>
                  </a:lnTo>
                  <a:lnTo>
                    <a:pt x="5232715" y="325726"/>
                  </a:lnTo>
                  <a:lnTo>
                    <a:pt x="5160488" y="329584"/>
                  </a:lnTo>
                  <a:lnTo>
                    <a:pt x="5081894" y="333034"/>
                  </a:lnTo>
                  <a:lnTo>
                    <a:pt x="4997198" y="336114"/>
                  </a:lnTo>
                  <a:lnTo>
                    <a:pt x="4907476" y="338843"/>
                  </a:lnTo>
                  <a:lnTo>
                    <a:pt x="4814836" y="341226"/>
                  </a:lnTo>
                  <a:lnTo>
                    <a:pt x="4722506" y="343259"/>
                  </a:lnTo>
                  <a:lnTo>
                    <a:pt x="4634676" y="344933"/>
                  </a:lnTo>
                  <a:lnTo>
                    <a:pt x="4555988" y="346244"/>
                  </a:lnTo>
                  <a:lnTo>
                    <a:pt x="4490690" y="347203"/>
                  </a:lnTo>
                  <a:lnTo>
                    <a:pt x="4441666" y="347844"/>
                  </a:lnTo>
                  <a:lnTo>
                    <a:pt x="4409645" y="348217"/>
                  </a:lnTo>
                  <a:lnTo>
                    <a:pt x="4392880" y="348393"/>
                  </a:lnTo>
                  <a:lnTo>
                    <a:pt x="4387292" y="348446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7" y="348440"/>
                  </a:lnTo>
                  <a:lnTo>
                    <a:pt x="3838329" y="348368"/>
                  </a:lnTo>
                  <a:lnTo>
                    <a:pt x="3817169" y="348172"/>
                  </a:lnTo>
                  <a:lnTo>
                    <a:pt x="3779943" y="347785"/>
                  </a:lnTo>
                  <a:lnTo>
                    <a:pt x="3725674" y="347154"/>
                  </a:lnTo>
                  <a:lnTo>
                    <a:pt x="3655820" y="346237"/>
                  </a:lnTo>
                  <a:lnTo>
                    <a:pt x="3573790" y="345014"/>
                  </a:lnTo>
                  <a:lnTo>
                    <a:pt x="3484059" y="343479"/>
                  </a:lnTo>
                  <a:lnTo>
                    <a:pt x="3391207" y="341638"/>
                  </a:lnTo>
                  <a:lnTo>
                    <a:pt x="3299166" y="339497"/>
                  </a:lnTo>
                  <a:lnTo>
                    <a:pt x="3210819" y="337058"/>
                  </a:lnTo>
                  <a:lnTo>
                    <a:pt x="3127936" y="334315"/>
                  </a:lnTo>
                  <a:lnTo>
                    <a:pt x="3051316" y="331244"/>
                  </a:lnTo>
                  <a:lnTo>
                    <a:pt x="2981018" y="327810"/>
                  </a:lnTo>
                  <a:lnTo>
                    <a:pt x="2916601" y="323964"/>
                  </a:lnTo>
                  <a:lnTo>
                    <a:pt x="2857311" y="319646"/>
                  </a:lnTo>
                  <a:lnTo>
                    <a:pt x="2802236" y="314786"/>
                  </a:lnTo>
                  <a:lnTo>
                    <a:pt x="2750407" y="309313"/>
                  </a:lnTo>
                  <a:lnTo>
                    <a:pt x="2700896" y="303170"/>
                  </a:lnTo>
                  <a:lnTo>
                    <a:pt x="2667772" y="298541"/>
                  </a:lnTo>
                  <a:lnTo>
                    <a:pt x="2615542" y="290420"/>
                  </a:lnTo>
                  <a:lnTo>
                    <a:pt x="2563813" y="281423"/>
                  </a:lnTo>
                  <a:lnTo>
                    <a:pt x="2512005" y="271541"/>
                  </a:lnTo>
                  <a:lnTo>
                    <a:pt x="2459736" y="260796"/>
                  </a:lnTo>
                  <a:lnTo>
                    <a:pt x="2406795" y="249250"/>
                  </a:lnTo>
                  <a:lnTo>
                    <a:pt x="2353122" y="237004"/>
                  </a:lnTo>
                  <a:lnTo>
                    <a:pt x="2298784" y="224197"/>
                  </a:lnTo>
                  <a:lnTo>
                    <a:pt x="2243951" y="211001"/>
                  </a:lnTo>
                  <a:lnTo>
                    <a:pt x="2188864" y="197614"/>
                  </a:lnTo>
                  <a:lnTo>
                    <a:pt x="2133800" y="184245"/>
                  </a:lnTo>
                  <a:lnTo>
                    <a:pt x="2079033" y="171101"/>
                  </a:lnTo>
                  <a:lnTo>
                    <a:pt x="2024796" y="158375"/>
                  </a:lnTo>
                  <a:lnTo>
                    <a:pt x="1971243" y="146236"/>
                  </a:lnTo>
                  <a:lnTo>
                    <a:pt x="1918421" y="134817"/>
                  </a:lnTo>
                  <a:lnTo>
                    <a:pt x="1866248" y="124212"/>
                  </a:lnTo>
                  <a:lnTo>
                    <a:pt x="1814484" y="114476"/>
                  </a:lnTo>
                  <a:lnTo>
                    <a:pt x="1762717" y="105626"/>
                  </a:lnTo>
                  <a:lnTo>
                    <a:pt x="1719082" y="98909"/>
                  </a:lnTo>
                  <a:lnTo>
                    <a:pt x="1670685" y="92286"/>
                  </a:lnTo>
                  <a:lnTo>
                    <a:pt x="1620543" y="86357"/>
                  </a:lnTo>
                  <a:lnTo>
                    <a:pt x="1567804" y="81083"/>
                  </a:lnTo>
                  <a:lnTo>
                    <a:pt x="1511515" y="76400"/>
                  </a:lnTo>
                  <a:lnTo>
                    <a:pt x="1450715" y="72236"/>
                  </a:lnTo>
                  <a:lnTo>
                    <a:pt x="1384530" y="68526"/>
                  </a:lnTo>
                  <a:lnTo>
                    <a:pt x="1312286" y="65210"/>
                  </a:lnTo>
                  <a:lnTo>
                    <a:pt x="1233672" y="62244"/>
                  </a:lnTo>
                  <a:lnTo>
                    <a:pt x="1148954" y="59598"/>
                  </a:lnTo>
                  <a:lnTo>
                    <a:pt x="1059212" y="57253"/>
                  </a:lnTo>
                  <a:lnTo>
                    <a:pt x="966555" y="55205"/>
                  </a:lnTo>
                  <a:lnTo>
                    <a:pt x="874214" y="53458"/>
                  </a:lnTo>
                  <a:lnTo>
                    <a:pt x="786385" y="52020"/>
                  </a:lnTo>
                  <a:lnTo>
                    <a:pt x="707708" y="50894"/>
                  </a:lnTo>
                  <a:lnTo>
                    <a:pt x="642435" y="50070"/>
                  </a:lnTo>
                  <a:lnTo>
                    <a:pt x="593445" y="49520"/>
                  </a:lnTo>
                  <a:lnTo>
                    <a:pt x="561462" y="49199"/>
                  </a:lnTo>
                  <a:lnTo>
                    <a:pt x="544732" y="49049"/>
                  </a:lnTo>
                  <a:lnTo>
                    <a:pt x="539167" y="49004"/>
                  </a:lnTo>
                  <a:lnTo>
                    <a:pt x="538736" y="49000"/>
                  </a:lnTo>
                  <a:lnTo>
                    <a:pt x="0" y="49000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86" name="pl1686"/>
            <p:cNvSpPr/>
            <p:nvPr/>
          </p:nvSpPr>
          <p:spPr>
            <a:xfrm>
              <a:off x="546595" y="5236753"/>
              <a:ext cx="8234974" cy="348450"/>
            </a:xfrm>
            <a:custGeom>
              <a:avLst/>
              <a:pathLst>
                <a:path w="8234974" h="348450">
                  <a:moveTo>
                    <a:pt x="0" y="49000"/>
                  </a:moveTo>
                  <a:lnTo>
                    <a:pt x="538736" y="49000"/>
                  </a:lnTo>
                  <a:lnTo>
                    <a:pt x="540037" y="49010"/>
                  </a:lnTo>
                  <a:lnTo>
                    <a:pt x="548526" y="49082"/>
                  </a:lnTo>
                  <a:lnTo>
                    <a:pt x="569685" y="49278"/>
                  </a:lnTo>
                  <a:lnTo>
                    <a:pt x="606912" y="49665"/>
                  </a:lnTo>
                  <a:lnTo>
                    <a:pt x="661181" y="50296"/>
                  </a:lnTo>
                  <a:lnTo>
                    <a:pt x="731034" y="51213"/>
                  </a:lnTo>
                  <a:lnTo>
                    <a:pt x="813065" y="52436"/>
                  </a:lnTo>
                  <a:lnTo>
                    <a:pt x="902796" y="53971"/>
                  </a:lnTo>
                  <a:lnTo>
                    <a:pt x="995648" y="55812"/>
                  </a:lnTo>
                  <a:lnTo>
                    <a:pt x="1087689" y="57953"/>
                  </a:lnTo>
                  <a:lnTo>
                    <a:pt x="1176035" y="60392"/>
                  </a:lnTo>
                  <a:lnTo>
                    <a:pt x="1258918" y="63135"/>
                  </a:lnTo>
                  <a:lnTo>
                    <a:pt x="1335539" y="66206"/>
                  </a:lnTo>
                  <a:lnTo>
                    <a:pt x="1405836" y="69640"/>
                  </a:lnTo>
                  <a:lnTo>
                    <a:pt x="1470254" y="73486"/>
                  </a:lnTo>
                  <a:lnTo>
                    <a:pt x="1529543" y="77804"/>
                  </a:lnTo>
                  <a:lnTo>
                    <a:pt x="1584619" y="82664"/>
                  </a:lnTo>
                  <a:lnTo>
                    <a:pt x="1636447" y="88137"/>
                  </a:lnTo>
                  <a:lnTo>
                    <a:pt x="1685959" y="94280"/>
                  </a:lnTo>
                  <a:lnTo>
                    <a:pt x="1719082" y="98909"/>
                  </a:lnTo>
                  <a:lnTo>
                    <a:pt x="1771312" y="107030"/>
                  </a:lnTo>
                  <a:lnTo>
                    <a:pt x="1823042" y="116027"/>
                  </a:lnTo>
                  <a:lnTo>
                    <a:pt x="1874850" y="125909"/>
                  </a:lnTo>
                  <a:lnTo>
                    <a:pt x="1927119" y="136654"/>
                  </a:lnTo>
                  <a:lnTo>
                    <a:pt x="1980059" y="148200"/>
                  </a:lnTo>
                  <a:lnTo>
                    <a:pt x="2033732" y="160446"/>
                  </a:lnTo>
                  <a:lnTo>
                    <a:pt x="2088070" y="173253"/>
                  </a:lnTo>
                  <a:lnTo>
                    <a:pt x="2142904" y="186449"/>
                  </a:lnTo>
                  <a:lnTo>
                    <a:pt x="2197991" y="199836"/>
                  </a:lnTo>
                  <a:lnTo>
                    <a:pt x="2253055" y="213205"/>
                  </a:lnTo>
                  <a:lnTo>
                    <a:pt x="2307822" y="226349"/>
                  </a:lnTo>
                  <a:lnTo>
                    <a:pt x="2362059" y="239075"/>
                  </a:lnTo>
                  <a:lnTo>
                    <a:pt x="2415612" y="251214"/>
                  </a:lnTo>
                  <a:lnTo>
                    <a:pt x="2468433" y="262633"/>
                  </a:lnTo>
                  <a:lnTo>
                    <a:pt x="2520607" y="273238"/>
                  </a:lnTo>
                  <a:lnTo>
                    <a:pt x="2572371" y="282974"/>
                  </a:lnTo>
                  <a:lnTo>
                    <a:pt x="2624137" y="291824"/>
                  </a:lnTo>
                  <a:lnTo>
                    <a:pt x="2667772" y="298541"/>
                  </a:lnTo>
                  <a:lnTo>
                    <a:pt x="2716170" y="305164"/>
                  </a:lnTo>
                  <a:lnTo>
                    <a:pt x="2766311" y="311093"/>
                  </a:lnTo>
                  <a:lnTo>
                    <a:pt x="2819051" y="316367"/>
                  </a:lnTo>
                  <a:lnTo>
                    <a:pt x="2875340" y="321050"/>
                  </a:lnTo>
                  <a:lnTo>
                    <a:pt x="2936139" y="325214"/>
                  </a:lnTo>
                  <a:lnTo>
                    <a:pt x="3002324" y="328924"/>
                  </a:lnTo>
                  <a:lnTo>
                    <a:pt x="3074569" y="332240"/>
                  </a:lnTo>
                  <a:lnTo>
                    <a:pt x="3153183" y="335206"/>
                  </a:lnTo>
                  <a:lnTo>
                    <a:pt x="3237900" y="337852"/>
                  </a:lnTo>
                  <a:lnTo>
                    <a:pt x="3327642" y="340197"/>
                  </a:lnTo>
                  <a:lnTo>
                    <a:pt x="3420300" y="342245"/>
                  </a:lnTo>
                  <a:lnTo>
                    <a:pt x="3512640" y="343992"/>
                  </a:lnTo>
                  <a:lnTo>
                    <a:pt x="3600470" y="345430"/>
                  </a:lnTo>
                  <a:lnTo>
                    <a:pt x="3679146" y="346556"/>
                  </a:lnTo>
                  <a:lnTo>
                    <a:pt x="3744419" y="347380"/>
                  </a:lnTo>
                  <a:lnTo>
                    <a:pt x="3793410" y="347930"/>
                  </a:lnTo>
                  <a:lnTo>
                    <a:pt x="3825393" y="348251"/>
                  </a:lnTo>
                  <a:lnTo>
                    <a:pt x="3842123" y="348401"/>
                  </a:lnTo>
                  <a:lnTo>
                    <a:pt x="3847687" y="348446"/>
                  </a:lnTo>
                  <a:lnTo>
                    <a:pt x="3848118" y="348450"/>
                  </a:lnTo>
                  <a:lnTo>
                    <a:pt x="4386855" y="348450"/>
                  </a:lnTo>
                  <a:lnTo>
                    <a:pt x="4388156" y="348438"/>
                  </a:lnTo>
                  <a:lnTo>
                    <a:pt x="4396640" y="348355"/>
                  </a:lnTo>
                  <a:lnTo>
                    <a:pt x="4417791" y="348126"/>
                  </a:lnTo>
                  <a:lnTo>
                    <a:pt x="4455002" y="347677"/>
                  </a:lnTo>
                  <a:lnTo>
                    <a:pt x="4509250" y="346943"/>
                  </a:lnTo>
                  <a:lnTo>
                    <a:pt x="4579081" y="345877"/>
                  </a:lnTo>
                  <a:lnTo>
                    <a:pt x="4661088" y="344454"/>
                  </a:lnTo>
                  <a:lnTo>
                    <a:pt x="4750799" y="342668"/>
                  </a:lnTo>
                  <a:lnTo>
                    <a:pt x="4843634" y="340526"/>
                  </a:lnTo>
                  <a:lnTo>
                    <a:pt x="4935665" y="338036"/>
                  </a:lnTo>
                  <a:lnTo>
                    <a:pt x="5024005" y="335200"/>
                  </a:lnTo>
                  <a:lnTo>
                    <a:pt x="5106886" y="332008"/>
                  </a:lnTo>
                  <a:lnTo>
                    <a:pt x="5183507" y="328436"/>
                  </a:lnTo>
                  <a:lnTo>
                    <a:pt x="5253806" y="324442"/>
                  </a:lnTo>
                  <a:lnTo>
                    <a:pt x="5318226" y="319969"/>
                  </a:lnTo>
                  <a:lnTo>
                    <a:pt x="5377518" y="314946"/>
                  </a:lnTo>
                  <a:lnTo>
                    <a:pt x="5432595" y="309293"/>
                  </a:lnTo>
                  <a:lnTo>
                    <a:pt x="5484423" y="302928"/>
                  </a:lnTo>
                  <a:lnTo>
                    <a:pt x="5533932" y="295783"/>
                  </a:lnTo>
                  <a:lnTo>
                    <a:pt x="5567201" y="290375"/>
                  </a:lnTo>
                  <a:lnTo>
                    <a:pt x="5619238" y="280961"/>
                  </a:lnTo>
                  <a:lnTo>
                    <a:pt x="5670776" y="270537"/>
                  </a:lnTo>
                  <a:lnTo>
                    <a:pt x="5722389" y="259090"/>
                  </a:lnTo>
                  <a:lnTo>
                    <a:pt x="5774456" y="246646"/>
                  </a:lnTo>
                  <a:lnTo>
                    <a:pt x="5827187" y="233275"/>
                  </a:lnTo>
                  <a:lnTo>
                    <a:pt x="5880646" y="219093"/>
                  </a:lnTo>
                  <a:lnTo>
                    <a:pt x="5934768" y="204259"/>
                  </a:lnTo>
                  <a:lnTo>
                    <a:pt x="5989387" y="188971"/>
                  </a:lnTo>
                  <a:lnTo>
                    <a:pt x="6044265" y="173455"/>
                  </a:lnTo>
                  <a:lnTo>
                    <a:pt x="6099130" y="157950"/>
                  </a:lnTo>
                  <a:lnTo>
                    <a:pt x="6153710" y="142697"/>
                  </a:lnTo>
                  <a:lnTo>
                    <a:pt x="6207772" y="127920"/>
                  </a:lnTo>
                  <a:lnTo>
                    <a:pt x="6261159" y="113812"/>
                  </a:lnTo>
                  <a:lnTo>
                    <a:pt x="6313820" y="100528"/>
                  </a:lnTo>
                  <a:lnTo>
                    <a:pt x="6365830" y="88181"/>
                  </a:lnTo>
                  <a:lnTo>
                    <a:pt x="6417415" y="76835"/>
                  </a:lnTo>
                  <a:lnTo>
                    <a:pt x="6468973" y="66512"/>
                  </a:lnTo>
                  <a:lnTo>
                    <a:pt x="6515891" y="58075"/>
                  </a:lnTo>
                  <a:lnTo>
                    <a:pt x="6564281" y="50369"/>
                  </a:lnTo>
                  <a:lnTo>
                    <a:pt x="6614414" y="43471"/>
                  </a:lnTo>
                  <a:lnTo>
                    <a:pt x="6667144" y="37335"/>
                  </a:lnTo>
                  <a:lnTo>
                    <a:pt x="6723422" y="31886"/>
                  </a:lnTo>
                  <a:lnTo>
                    <a:pt x="6784208" y="27041"/>
                  </a:lnTo>
                  <a:lnTo>
                    <a:pt x="6850378" y="22724"/>
                  </a:lnTo>
                  <a:lnTo>
                    <a:pt x="6922605" y="18866"/>
                  </a:lnTo>
                  <a:lnTo>
                    <a:pt x="7001198" y="15415"/>
                  </a:lnTo>
                  <a:lnTo>
                    <a:pt x="7085895" y="12335"/>
                  </a:lnTo>
                  <a:lnTo>
                    <a:pt x="7175617" y="9606"/>
                  </a:lnTo>
                  <a:lnTo>
                    <a:pt x="7268257" y="7223"/>
                  </a:lnTo>
                  <a:lnTo>
                    <a:pt x="7360587" y="5190"/>
                  </a:lnTo>
                  <a:lnTo>
                    <a:pt x="7448417" y="3516"/>
                  </a:lnTo>
                  <a:lnTo>
                    <a:pt x="7527105" y="2205"/>
                  </a:lnTo>
                  <a:lnTo>
                    <a:pt x="7592402" y="1246"/>
                  </a:lnTo>
                  <a:lnTo>
                    <a:pt x="7641427" y="606"/>
                  </a:lnTo>
                  <a:lnTo>
                    <a:pt x="7673448" y="232"/>
                  </a:lnTo>
                  <a:lnTo>
                    <a:pt x="7690212" y="56"/>
                  </a:lnTo>
                  <a:lnTo>
                    <a:pt x="7695801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7" name="pl1687"/>
            <p:cNvSpPr/>
            <p:nvPr/>
          </p:nvSpPr>
          <p:spPr>
            <a:xfrm>
              <a:off x="546595" y="5231308"/>
              <a:ext cx="8234974" cy="348450"/>
            </a:xfrm>
            <a:custGeom>
              <a:avLst/>
              <a:pathLst>
                <a:path w="8234974" h="348450">
                  <a:moveTo>
                    <a:pt x="8234974" y="0"/>
                  </a:moveTo>
                  <a:lnTo>
                    <a:pt x="7696237" y="0"/>
                  </a:lnTo>
                  <a:lnTo>
                    <a:pt x="7694937" y="11"/>
                  </a:lnTo>
                  <a:lnTo>
                    <a:pt x="7686452" y="94"/>
                  </a:lnTo>
                  <a:lnTo>
                    <a:pt x="7665302" y="323"/>
                  </a:lnTo>
                  <a:lnTo>
                    <a:pt x="7628091" y="772"/>
                  </a:lnTo>
                  <a:lnTo>
                    <a:pt x="7573842" y="1507"/>
                  </a:lnTo>
                  <a:lnTo>
                    <a:pt x="7504012" y="2573"/>
                  </a:lnTo>
                  <a:lnTo>
                    <a:pt x="7422004" y="3995"/>
                  </a:lnTo>
                  <a:lnTo>
                    <a:pt x="7332294" y="5781"/>
                  </a:lnTo>
                  <a:lnTo>
                    <a:pt x="7239458" y="7923"/>
                  </a:lnTo>
                  <a:lnTo>
                    <a:pt x="7147428" y="10413"/>
                  </a:lnTo>
                  <a:lnTo>
                    <a:pt x="7059087" y="13250"/>
                  </a:lnTo>
                  <a:lnTo>
                    <a:pt x="6976206" y="16441"/>
                  </a:lnTo>
                  <a:lnTo>
                    <a:pt x="6899585" y="20013"/>
                  </a:lnTo>
                  <a:lnTo>
                    <a:pt x="6829286" y="24007"/>
                  </a:lnTo>
                  <a:lnTo>
                    <a:pt x="6764866" y="28480"/>
                  </a:lnTo>
                  <a:lnTo>
                    <a:pt x="6705574" y="33503"/>
                  </a:lnTo>
                  <a:lnTo>
                    <a:pt x="6650498" y="39156"/>
                  </a:lnTo>
                  <a:lnTo>
                    <a:pt x="6598670" y="45521"/>
                  </a:lnTo>
                  <a:lnTo>
                    <a:pt x="6549160" y="52666"/>
                  </a:lnTo>
                  <a:lnTo>
                    <a:pt x="6515891" y="58075"/>
                  </a:lnTo>
                  <a:lnTo>
                    <a:pt x="6463854" y="67488"/>
                  </a:lnTo>
                  <a:lnTo>
                    <a:pt x="6412316" y="77912"/>
                  </a:lnTo>
                  <a:lnTo>
                    <a:pt x="6360703" y="89360"/>
                  </a:lnTo>
                  <a:lnTo>
                    <a:pt x="6308637" y="101803"/>
                  </a:lnTo>
                  <a:lnTo>
                    <a:pt x="6255905" y="115174"/>
                  </a:lnTo>
                  <a:lnTo>
                    <a:pt x="6202447" y="129356"/>
                  </a:lnTo>
                  <a:lnTo>
                    <a:pt x="6148325" y="144190"/>
                  </a:lnTo>
                  <a:lnTo>
                    <a:pt x="6093706" y="159478"/>
                  </a:lnTo>
                  <a:lnTo>
                    <a:pt x="6038827" y="174995"/>
                  </a:lnTo>
                  <a:lnTo>
                    <a:pt x="5983962" y="190499"/>
                  </a:lnTo>
                  <a:lnTo>
                    <a:pt x="5929383" y="205752"/>
                  </a:lnTo>
                  <a:lnTo>
                    <a:pt x="5875321" y="220529"/>
                  </a:lnTo>
                  <a:lnTo>
                    <a:pt x="5821933" y="234638"/>
                  </a:lnTo>
                  <a:lnTo>
                    <a:pt x="5769273" y="247921"/>
                  </a:lnTo>
                  <a:lnTo>
                    <a:pt x="5717263" y="260268"/>
                  </a:lnTo>
                  <a:lnTo>
                    <a:pt x="5665677" y="271615"/>
                  </a:lnTo>
                  <a:lnTo>
                    <a:pt x="5614119" y="281937"/>
                  </a:lnTo>
                  <a:lnTo>
                    <a:pt x="5567201" y="290375"/>
                  </a:lnTo>
                  <a:lnTo>
                    <a:pt x="5518811" y="298080"/>
                  </a:lnTo>
                  <a:lnTo>
                    <a:pt x="5468678" y="304978"/>
                  </a:lnTo>
                  <a:lnTo>
                    <a:pt x="5415948" y="311114"/>
                  </a:lnTo>
                  <a:lnTo>
                    <a:pt x="5359670" y="316563"/>
                  </a:lnTo>
                  <a:lnTo>
                    <a:pt x="5298884" y="321408"/>
                  </a:lnTo>
                  <a:lnTo>
                    <a:pt x="5232715" y="325726"/>
                  </a:lnTo>
                  <a:lnTo>
                    <a:pt x="5160488" y="329584"/>
                  </a:lnTo>
                  <a:lnTo>
                    <a:pt x="5081894" y="333034"/>
                  </a:lnTo>
                  <a:lnTo>
                    <a:pt x="4997198" y="336114"/>
                  </a:lnTo>
                  <a:lnTo>
                    <a:pt x="4907476" y="338843"/>
                  </a:lnTo>
                  <a:lnTo>
                    <a:pt x="4814836" y="341226"/>
                  </a:lnTo>
                  <a:lnTo>
                    <a:pt x="4722506" y="343259"/>
                  </a:lnTo>
                  <a:lnTo>
                    <a:pt x="4634676" y="344933"/>
                  </a:lnTo>
                  <a:lnTo>
                    <a:pt x="4555988" y="346244"/>
                  </a:lnTo>
                  <a:lnTo>
                    <a:pt x="4490690" y="347203"/>
                  </a:lnTo>
                  <a:lnTo>
                    <a:pt x="4441666" y="347844"/>
                  </a:lnTo>
                  <a:lnTo>
                    <a:pt x="4409645" y="348217"/>
                  </a:lnTo>
                  <a:lnTo>
                    <a:pt x="4392880" y="348393"/>
                  </a:lnTo>
                  <a:lnTo>
                    <a:pt x="4387292" y="348446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7" y="348440"/>
                  </a:lnTo>
                  <a:lnTo>
                    <a:pt x="3838329" y="348368"/>
                  </a:lnTo>
                  <a:lnTo>
                    <a:pt x="3817169" y="348172"/>
                  </a:lnTo>
                  <a:lnTo>
                    <a:pt x="3779943" y="347785"/>
                  </a:lnTo>
                  <a:lnTo>
                    <a:pt x="3725674" y="347154"/>
                  </a:lnTo>
                  <a:lnTo>
                    <a:pt x="3655820" y="346237"/>
                  </a:lnTo>
                  <a:lnTo>
                    <a:pt x="3573790" y="345014"/>
                  </a:lnTo>
                  <a:lnTo>
                    <a:pt x="3484059" y="343479"/>
                  </a:lnTo>
                  <a:lnTo>
                    <a:pt x="3391207" y="341638"/>
                  </a:lnTo>
                  <a:lnTo>
                    <a:pt x="3299166" y="339497"/>
                  </a:lnTo>
                  <a:lnTo>
                    <a:pt x="3210819" y="337058"/>
                  </a:lnTo>
                  <a:lnTo>
                    <a:pt x="3127936" y="334315"/>
                  </a:lnTo>
                  <a:lnTo>
                    <a:pt x="3051316" y="331244"/>
                  </a:lnTo>
                  <a:lnTo>
                    <a:pt x="2981018" y="327810"/>
                  </a:lnTo>
                  <a:lnTo>
                    <a:pt x="2916601" y="323964"/>
                  </a:lnTo>
                  <a:lnTo>
                    <a:pt x="2857311" y="319646"/>
                  </a:lnTo>
                  <a:lnTo>
                    <a:pt x="2802236" y="314786"/>
                  </a:lnTo>
                  <a:lnTo>
                    <a:pt x="2750407" y="309313"/>
                  </a:lnTo>
                  <a:lnTo>
                    <a:pt x="2700896" y="303170"/>
                  </a:lnTo>
                  <a:lnTo>
                    <a:pt x="2667772" y="298541"/>
                  </a:lnTo>
                  <a:lnTo>
                    <a:pt x="2615542" y="290420"/>
                  </a:lnTo>
                  <a:lnTo>
                    <a:pt x="2563813" y="281423"/>
                  </a:lnTo>
                  <a:lnTo>
                    <a:pt x="2512005" y="271541"/>
                  </a:lnTo>
                  <a:lnTo>
                    <a:pt x="2459736" y="260796"/>
                  </a:lnTo>
                  <a:lnTo>
                    <a:pt x="2406795" y="249250"/>
                  </a:lnTo>
                  <a:lnTo>
                    <a:pt x="2353122" y="237004"/>
                  </a:lnTo>
                  <a:lnTo>
                    <a:pt x="2298784" y="224197"/>
                  </a:lnTo>
                  <a:lnTo>
                    <a:pt x="2243951" y="211001"/>
                  </a:lnTo>
                  <a:lnTo>
                    <a:pt x="2188864" y="197614"/>
                  </a:lnTo>
                  <a:lnTo>
                    <a:pt x="2133800" y="184245"/>
                  </a:lnTo>
                  <a:lnTo>
                    <a:pt x="2079033" y="171101"/>
                  </a:lnTo>
                  <a:lnTo>
                    <a:pt x="2024796" y="158375"/>
                  </a:lnTo>
                  <a:lnTo>
                    <a:pt x="1971243" y="146236"/>
                  </a:lnTo>
                  <a:lnTo>
                    <a:pt x="1918421" y="134817"/>
                  </a:lnTo>
                  <a:lnTo>
                    <a:pt x="1866248" y="124212"/>
                  </a:lnTo>
                  <a:lnTo>
                    <a:pt x="1814484" y="114476"/>
                  </a:lnTo>
                  <a:lnTo>
                    <a:pt x="1762717" y="105626"/>
                  </a:lnTo>
                  <a:lnTo>
                    <a:pt x="1719082" y="98909"/>
                  </a:lnTo>
                  <a:lnTo>
                    <a:pt x="1670685" y="92286"/>
                  </a:lnTo>
                  <a:lnTo>
                    <a:pt x="1620543" y="86357"/>
                  </a:lnTo>
                  <a:lnTo>
                    <a:pt x="1567804" y="81083"/>
                  </a:lnTo>
                  <a:lnTo>
                    <a:pt x="1511515" y="76400"/>
                  </a:lnTo>
                  <a:lnTo>
                    <a:pt x="1450715" y="72236"/>
                  </a:lnTo>
                  <a:lnTo>
                    <a:pt x="1384530" y="68526"/>
                  </a:lnTo>
                  <a:lnTo>
                    <a:pt x="1312286" y="65210"/>
                  </a:lnTo>
                  <a:lnTo>
                    <a:pt x="1233672" y="62244"/>
                  </a:lnTo>
                  <a:lnTo>
                    <a:pt x="1148954" y="59598"/>
                  </a:lnTo>
                  <a:lnTo>
                    <a:pt x="1059212" y="57253"/>
                  </a:lnTo>
                  <a:lnTo>
                    <a:pt x="966555" y="55205"/>
                  </a:lnTo>
                  <a:lnTo>
                    <a:pt x="874214" y="53458"/>
                  </a:lnTo>
                  <a:lnTo>
                    <a:pt x="786385" y="52020"/>
                  </a:lnTo>
                  <a:lnTo>
                    <a:pt x="707708" y="50894"/>
                  </a:lnTo>
                  <a:lnTo>
                    <a:pt x="642435" y="50070"/>
                  </a:lnTo>
                  <a:lnTo>
                    <a:pt x="593445" y="49520"/>
                  </a:lnTo>
                  <a:lnTo>
                    <a:pt x="561462" y="49199"/>
                  </a:lnTo>
                  <a:lnTo>
                    <a:pt x="544732" y="49049"/>
                  </a:lnTo>
                  <a:lnTo>
                    <a:pt x="539167" y="49004"/>
                  </a:lnTo>
                  <a:lnTo>
                    <a:pt x="538736" y="49000"/>
                  </a:lnTo>
                  <a:lnTo>
                    <a:pt x="0" y="490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8" name="pg1688"/>
            <p:cNvSpPr/>
            <p:nvPr/>
          </p:nvSpPr>
          <p:spPr>
            <a:xfrm>
              <a:off x="546595" y="2612487"/>
              <a:ext cx="8234974" cy="2635154"/>
            </a:xfrm>
            <a:custGeom>
              <a:avLst/>
              <a:pathLst>
                <a:path w="8234974" h="2635154">
                  <a:moveTo>
                    <a:pt x="0" y="2635154"/>
                  </a:moveTo>
                  <a:lnTo>
                    <a:pt x="538736" y="2635154"/>
                  </a:lnTo>
                  <a:lnTo>
                    <a:pt x="540035" y="2635138"/>
                  </a:lnTo>
                  <a:lnTo>
                    <a:pt x="548505" y="2635023"/>
                  </a:lnTo>
                  <a:lnTo>
                    <a:pt x="569623" y="2634705"/>
                  </a:lnTo>
                  <a:lnTo>
                    <a:pt x="606780" y="2634081"/>
                  </a:lnTo>
                  <a:lnTo>
                    <a:pt x="660956" y="2633062"/>
                  </a:lnTo>
                  <a:lnTo>
                    <a:pt x="730703" y="2631582"/>
                  </a:lnTo>
                  <a:lnTo>
                    <a:pt x="812628" y="2629606"/>
                  </a:lnTo>
                  <a:lnTo>
                    <a:pt x="902265" y="2627127"/>
                  </a:lnTo>
                  <a:lnTo>
                    <a:pt x="995044" y="2624152"/>
                  </a:lnTo>
                  <a:lnTo>
                    <a:pt x="1087036" y="2620693"/>
                  </a:lnTo>
                  <a:lnTo>
                    <a:pt x="1175355" y="2616754"/>
                  </a:lnTo>
                  <a:lnTo>
                    <a:pt x="1258228" y="2612321"/>
                  </a:lnTo>
                  <a:lnTo>
                    <a:pt x="1334851" y="2607361"/>
                  </a:lnTo>
                  <a:lnTo>
                    <a:pt x="1405157" y="2601814"/>
                  </a:lnTo>
                  <a:lnTo>
                    <a:pt x="1469586" y="2595603"/>
                  </a:lnTo>
                  <a:lnTo>
                    <a:pt x="1528885" y="2588630"/>
                  </a:lnTo>
                  <a:lnTo>
                    <a:pt x="1583966" y="2580782"/>
                  </a:lnTo>
                  <a:lnTo>
                    <a:pt x="1635792" y="2571946"/>
                  </a:lnTo>
                  <a:lnTo>
                    <a:pt x="1685293" y="2562027"/>
                  </a:lnTo>
                  <a:lnTo>
                    <a:pt x="1719082" y="2554393"/>
                  </a:lnTo>
                  <a:lnTo>
                    <a:pt x="1770459" y="2541478"/>
                  </a:lnTo>
                  <a:lnTo>
                    <a:pt x="1821340" y="2527195"/>
                  </a:lnTo>
                  <a:lnTo>
                    <a:pt x="1872284" y="2511524"/>
                  </a:lnTo>
                  <a:lnTo>
                    <a:pt x="1923659" y="2494501"/>
                  </a:lnTo>
                  <a:lnTo>
                    <a:pt x="1975675" y="2476214"/>
                  </a:lnTo>
                  <a:lnTo>
                    <a:pt x="2028401" y="2456816"/>
                  </a:lnTo>
                  <a:lnTo>
                    <a:pt x="2081781" y="2436515"/>
                  </a:lnTo>
                  <a:lnTo>
                    <a:pt x="2135664" y="2415574"/>
                  </a:lnTo>
                  <a:lnTo>
                    <a:pt x="2189826" y="2394290"/>
                  </a:lnTo>
                  <a:lnTo>
                    <a:pt x="2244006" y="2372985"/>
                  </a:lnTo>
                  <a:lnTo>
                    <a:pt x="2297940" y="2351980"/>
                  </a:lnTo>
                  <a:lnTo>
                    <a:pt x="2351398" y="2331579"/>
                  </a:lnTo>
                  <a:lnTo>
                    <a:pt x="2404216" y="2312047"/>
                  </a:lnTo>
                  <a:lnTo>
                    <a:pt x="2456326" y="2293603"/>
                  </a:lnTo>
                  <a:lnTo>
                    <a:pt x="2507777" y="2276405"/>
                  </a:lnTo>
                  <a:lnTo>
                    <a:pt x="2558760" y="2260552"/>
                  </a:lnTo>
                  <a:lnTo>
                    <a:pt x="2609623" y="2246084"/>
                  </a:lnTo>
                  <a:lnTo>
                    <a:pt x="2660893" y="2232990"/>
                  </a:lnTo>
                  <a:lnTo>
                    <a:pt x="2667772" y="2231351"/>
                  </a:lnTo>
                  <a:lnTo>
                    <a:pt x="2716135" y="2220641"/>
                  </a:lnTo>
                  <a:lnTo>
                    <a:pt x="2766237" y="2211053"/>
                  </a:lnTo>
                  <a:lnTo>
                    <a:pt x="2818933" y="2202524"/>
                  </a:lnTo>
                  <a:lnTo>
                    <a:pt x="2875172" y="2194949"/>
                  </a:lnTo>
                  <a:lnTo>
                    <a:pt x="2935911" y="2188214"/>
                  </a:lnTo>
                  <a:lnTo>
                    <a:pt x="3002025" y="2182210"/>
                  </a:lnTo>
                  <a:lnTo>
                    <a:pt x="3074189" y="2176846"/>
                  </a:lnTo>
                  <a:lnTo>
                    <a:pt x="3152711" y="2172048"/>
                  </a:lnTo>
                  <a:lnTo>
                    <a:pt x="3237333" y="2167765"/>
                  </a:lnTo>
                  <a:lnTo>
                    <a:pt x="3326982" y="2163970"/>
                  </a:lnTo>
                  <a:lnTo>
                    <a:pt x="3419561" y="2160654"/>
                  </a:lnTo>
                  <a:lnTo>
                    <a:pt x="3511854" y="2157826"/>
                  </a:lnTo>
                  <a:lnTo>
                    <a:pt x="3599682" y="2155496"/>
                  </a:lnTo>
                  <a:lnTo>
                    <a:pt x="3678413" y="2153671"/>
                  </a:lnTo>
                  <a:lnTo>
                    <a:pt x="3743797" y="2152333"/>
                  </a:lnTo>
                  <a:lnTo>
                    <a:pt x="3792943" y="2151440"/>
                  </a:lnTo>
                  <a:lnTo>
                    <a:pt x="3825099" y="2150917"/>
                  </a:lnTo>
                  <a:lnTo>
                    <a:pt x="3841988" y="2150671"/>
                  </a:lnTo>
                  <a:lnTo>
                    <a:pt x="3847661" y="2150596"/>
                  </a:lnTo>
                  <a:lnTo>
                    <a:pt x="3848118" y="2150591"/>
                  </a:lnTo>
                  <a:lnTo>
                    <a:pt x="4386855" y="2150591"/>
                  </a:lnTo>
                  <a:lnTo>
                    <a:pt x="4388077" y="2150524"/>
                  </a:lnTo>
                  <a:lnTo>
                    <a:pt x="4396057" y="2150046"/>
                  </a:lnTo>
                  <a:lnTo>
                    <a:pt x="4415998" y="2148724"/>
                  </a:lnTo>
                  <a:lnTo>
                    <a:pt x="4451197" y="2146129"/>
                  </a:lnTo>
                  <a:lnTo>
                    <a:pt x="4502744" y="2141882"/>
                  </a:lnTo>
                  <a:lnTo>
                    <a:pt x="4569475" y="2135701"/>
                  </a:lnTo>
                  <a:lnTo>
                    <a:pt x="4648369" y="2127426"/>
                  </a:lnTo>
                  <a:lnTo>
                    <a:pt x="4735306" y="2117011"/>
                  </a:lnTo>
                  <a:lnTo>
                    <a:pt x="4825948" y="2104483"/>
                  </a:lnTo>
                  <a:lnTo>
                    <a:pt x="4916460" y="2089894"/>
                  </a:lnTo>
                  <a:lnTo>
                    <a:pt x="5003927" y="2073266"/>
                  </a:lnTo>
                  <a:lnTo>
                    <a:pt x="5086462" y="2054563"/>
                  </a:lnTo>
                  <a:lnTo>
                    <a:pt x="5163114" y="2033662"/>
                  </a:lnTo>
                  <a:lnTo>
                    <a:pt x="5233665" y="2010350"/>
                  </a:lnTo>
                  <a:lnTo>
                    <a:pt x="5298419" y="1984321"/>
                  </a:lnTo>
                  <a:lnTo>
                    <a:pt x="5358007" y="1955188"/>
                  </a:lnTo>
                  <a:lnTo>
                    <a:pt x="5413250" y="1922503"/>
                  </a:lnTo>
                  <a:lnTo>
                    <a:pt x="5465047" y="1885788"/>
                  </a:lnTo>
                  <a:lnTo>
                    <a:pt x="5514293" y="1844606"/>
                  </a:lnTo>
                  <a:lnTo>
                    <a:pt x="5561801" y="1798673"/>
                  </a:lnTo>
                  <a:lnTo>
                    <a:pt x="5567201" y="1793066"/>
                  </a:lnTo>
                  <a:lnTo>
                    <a:pt x="5606532" y="1749913"/>
                  </a:lnTo>
                  <a:lnTo>
                    <a:pt x="5645483" y="1703247"/>
                  </a:lnTo>
                  <a:lnTo>
                    <a:pt x="5684336" y="1652998"/>
                  </a:lnTo>
                  <a:lnTo>
                    <a:pt x="5723302" y="1599170"/>
                  </a:lnTo>
                  <a:lnTo>
                    <a:pt x="5762533" y="1541847"/>
                  </a:lnTo>
                  <a:lnTo>
                    <a:pt x="5802126" y="1481200"/>
                  </a:lnTo>
                  <a:lnTo>
                    <a:pt x="5842128" y="1417494"/>
                  </a:lnTo>
                  <a:lnTo>
                    <a:pt x="5882544" y="1351081"/>
                  </a:lnTo>
                  <a:lnTo>
                    <a:pt x="5923336" y="1282401"/>
                  </a:lnTo>
                  <a:lnTo>
                    <a:pt x="5964437" y="1211972"/>
                  </a:lnTo>
                  <a:lnTo>
                    <a:pt x="6005752" y="1140369"/>
                  </a:lnTo>
                  <a:lnTo>
                    <a:pt x="6047170" y="1068214"/>
                  </a:lnTo>
                  <a:lnTo>
                    <a:pt x="6088572" y="996146"/>
                  </a:lnTo>
                  <a:lnTo>
                    <a:pt x="6129839" y="924803"/>
                  </a:lnTo>
                  <a:lnTo>
                    <a:pt x="6170864" y="854793"/>
                  </a:lnTo>
                  <a:lnTo>
                    <a:pt x="6211560" y="786681"/>
                  </a:lnTo>
                  <a:lnTo>
                    <a:pt x="6251865" y="720963"/>
                  </a:lnTo>
                  <a:lnTo>
                    <a:pt x="6291754" y="658056"/>
                  </a:lnTo>
                  <a:lnTo>
                    <a:pt x="6331242" y="598289"/>
                  </a:lnTo>
                  <a:lnTo>
                    <a:pt x="6370389" y="541902"/>
                  </a:lnTo>
                  <a:lnTo>
                    <a:pt x="6409307" y="489040"/>
                  </a:lnTo>
                  <a:lnTo>
                    <a:pt x="6448163" y="439767"/>
                  </a:lnTo>
                  <a:lnTo>
                    <a:pt x="6487187" y="394064"/>
                  </a:lnTo>
                  <a:lnTo>
                    <a:pt x="6515891" y="362968"/>
                  </a:lnTo>
                  <a:lnTo>
                    <a:pt x="6563244" y="316482"/>
                  </a:lnTo>
                  <a:lnTo>
                    <a:pt x="6612251" y="274762"/>
                  </a:lnTo>
                  <a:lnTo>
                    <a:pt x="6663709" y="237553"/>
                  </a:lnTo>
                  <a:lnTo>
                    <a:pt x="6718508" y="204427"/>
                  </a:lnTo>
                  <a:lnTo>
                    <a:pt x="6777551" y="174908"/>
                  </a:lnTo>
                  <a:lnTo>
                    <a:pt x="6841671" y="148542"/>
                  </a:lnTo>
                  <a:lnTo>
                    <a:pt x="6911531" y="124934"/>
                  </a:lnTo>
                  <a:lnTo>
                    <a:pt x="6987478" y="103767"/>
                  </a:lnTo>
                  <a:lnTo>
                    <a:pt x="7069367" y="84818"/>
                  </a:lnTo>
                  <a:lnTo>
                    <a:pt x="7156342" y="67955"/>
                  </a:lnTo>
                  <a:lnTo>
                    <a:pt x="7246632" y="53130"/>
                  </a:lnTo>
                  <a:lnTo>
                    <a:pt x="7337440" y="40362"/>
                  </a:lnTo>
                  <a:lnTo>
                    <a:pt x="7425022" y="29701"/>
                  </a:lnTo>
                  <a:lnTo>
                    <a:pt x="7505065" y="21180"/>
                  </a:lnTo>
                  <a:lnTo>
                    <a:pt x="7573382" y="14763"/>
                  </a:lnTo>
                  <a:lnTo>
                    <a:pt x="7626781" y="10305"/>
                  </a:lnTo>
                  <a:lnTo>
                    <a:pt x="7663853" y="7537"/>
                  </a:lnTo>
                  <a:lnTo>
                    <a:pt x="7685426" y="6090"/>
                  </a:lnTo>
                  <a:lnTo>
                    <a:pt x="7694554" y="553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20" y="2145162"/>
                  </a:lnTo>
                  <a:lnTo>
                    <a:pt x="3838349" y="2145277"/>
                  </a:lnTo>
                  <a:lnTo>
                    <a:pt x="3817232" y="2145595"/>
                  </a:lnTo>
                  <a:lnTo>
                    <a:pt x="3780075" y="2146219"/>
                  </a:lnTo>
                  <a:lnTo>
                    <a:pt x="3725899" y="2147238"/>
                  </a:lnTo>
                  <a:lnTo>
                    <a:pt x="3656152" y="2148718"/>
                  </a:lnTo>
                  <a:lnTo>
                    <a:pt x="3574227" y="2150694"/>
                  </a:lnTo>
                  <a:lnTo>
                    <a:pt x="3484589" y="2153173"/>
                  </a:lnTo>
                  <a:lnTo>
                    <a:pt x="3391811" y="2156148"/>
                  </a:lnTo>
                  <a:lnTo>
                    <a:pt x="3299819" y="2159607"/>
                  </a:lnTo>
                  <a:lnTo>
                    <a:pt x="3211500" y="2163546"/>
                  </a:lnTo>
                  <a:lnTo>
                    <a:pt x="3128627" y="2167979"/>
                  </a:lnTo>
                  <a:lnTo>
                    <a:pt x="3052004" y="2172939"/>
                  </a:lnTo>
                  <a:lnTo>
                    <a:pt x="2981697" y="2178486"/>
                  </a:lnTo>
                  <a:lnTo>
                    <a:pt x="2917268" y="2184697"/>
                  </a:lnTo>
                  <a:lnTo>
                    <a:pt x="2857969" y="2191670"/>
                  </a:lnTo>
                  <a:lnTo>
                    <a:pt x="2802889" y="2199518"/>
                  </a:lnTo>
                  <a:lnTo>
                    <a:pt x="2751063" y="2208354"/>
                  </a:lnTo>
                  <a:lnTo>
                    <a:pt x="2701562" y="2218273"/>
                  </a:lnTo>
                  <a:lnTo>
                    <a:pt x="2667772" y="2225907"/>
                  </a:lnTo>
                  <a:lnTo>
                    <a:pt x="2616396" y="2238822"/>
                  </a:lnTo>
                  <a:lnTo>
                    <a:pt x="2565514" y="2253105"/>
                  </a:lnTo>
                  <a:lnTo>
                    <a:pt x="2514571" y="2268776"/>
                  </a:lnTo>
                  <a:lnTo>
                    <a:pt x="2463196" y="2285799"/>
                  </a:lnTo>
                  <a:lnTo>
                    <a:pt x="2411179" y="2304086"/>
                  </a:lnTo>
                  <a:lnTo>
                    <a:pt x="2358454" y="2323484"/>
                  </a:lnTo>
                  <a:lnTo>
                    <a:pt x="2305073" y="2343785"/>
                  </a:lnTo>
                  <a:lnTo>
                    <a:pt x="2251190" y="2364726"/>
                  </a:lnTo>
                  <a:lnTo>
                    <a:pt x="2197028" y="2386010"/>
                  </a:lnTo>
                  <a:lnTo>
                    <a:pt x="2142848" y="2407315"/>
                  </a:lnTo>
                  <a:lnTo>
                    <a:pt x="2088914" y="2428320"/>
                  </a:lnTo>
                  <a:lnTo>
                    <a:pt x="2035456" y="2448721"/>
                  </a:lnTo>
                  <a:lnTo>
                    <a:pt x="1982638" y="2468253"/>
                  </a:lnTo>
                  <a:lnTo>
                    <a:pt x="1930529" y="2486697"/>
                  </a:lnTo>
                  <a:lnTo>
                    <a:pt x="1879077" y="2503895"/>
                  </a:lnTo>
                  <a:lnTo>
                    <a:pt x="1828094" y="2519748"/>
                  </a:lnTo>
                  <a:lnTo>
                    <a:pt x="1777232" y="2534216"/>
                  </a:lnTo>
                  <a:lnTo>
                    <a:pt x="1725961" y="2547310"/>
                  </a:lnTo>
                  <a:lnTo>
                    <a:pt x="1719082" y="2548949"/>
                  </a:lnTo>
                  <a:lnTo>
                    <a:pt x="1670720" y="2559659"/>
                  </a:lnTo>
                  <a:lnTo>
                    <a:pt x="1620617" y="2569247"/>
                  </a:lnTo>
                  <a:lnTo>
                    <a:pt x="1567921" y="2577776"/>
                  </a:lnTo>
                  <a:lnTo>
                    <a:pt x="1511683" y="2585351"/>
                  </a:lnTo>
                  <a:lnTo>
                    <a:pt x="1450944" y="2592086"/>
                  </a:lnTo>
                  <a:lnTo>
                    <a:pt x="1384829" y="2598090"/>
                  </a:lnTo>
                  <a:lnTo>
                    <a:pt x="1312666" y="2603454"/>
                  </a:lnTo>
                  <a:lnTo>
                    <a:pt x="1234143" y="2608252"/>
                  </a:lnTo>
                  <a:lnTo>
                    <a:pt x="1149522" y="2612535"/>
                  </a:lnTo>
                  <a:lnTo>
                    <a:pt x="1059873" y="2616330"/>
                  </a:lnTo>
                  <a:lnTo>
                    <a:pt x="967293" y="2619646"/>
                  </a:lnTo>
                  <a:lnTo>
                    <a:pt x="875000" y="2622474"/>
                  </a:lnTo>
                  <a:lnTo>
                    <a:pt x="787172" y="2624804"/>
                  </a:lnTo>
                  <a:lnTo>
                    <a:pt x="708442" y="2626629"/>
                  </a:lnTo>
                  <a:lnTo>
                    <a:pt x="643058" y="2627967"/>
                  </a:lnTo>
                  <a:lnTo>
                    <a:pt x="593912" y="2628860"/>
                  </a:lnTo>
                  <a:lnTo>
                    <a:pt x="561755" y="2629383"/>
                  </a:lnTo>
                  <a:lnTo>
                    <a:pt x="544866" y="2629629"/>
                  </a:lnTo>
                  <a:lnTo>
                    <a:pt x="539193" y="2629704"/>
                  </a:lnTo>
                  <a:lnTo>
                    <a:pt x="538736" y="2629710"/>
                  </a:lnTo>
                  <a:lnTo>
                    <a:pt x="0" y="2629710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89" name="pl1689"/>
            <p:cNvSpPr/>
            <p:nvPr/>
          </p:nvSpPr>
          <p:spPr>
            <a:xfrm>
              <a:off x="546595" y="2617932"/>
              <a:ext cx="8234974" cy="2629710"/>
            </a:xfrm>
            <a:custGeom>
              <a:avLst/>
              <a:pathLst>
                <a:path w="8234974" h="2629710">
                  <a:moveTo>
                    <a:pt x="0" y="2629710"/>
                  </a:moveTo>
                  <a:lnTo>
                    <a:pt x="538736" y="2629710"/>
                  </a:lnTo>
                  <a:lnTo>
                    <a:pt x="540035" y="2629693"/>
                  </a:lnTo>
                  <a:lnTo>
                    <a:pt x="548505" y="2629578"/>
                  </a:lnTo>
                  <a:lnTo>
                    <a:pt x="569623" y="2629260"/>
                  </a:lnTo>
                  <a:lnTo>
                    <a:pt x="606780" y="2628637"/>
                  </a:lnTo>
                  <a:lnTo>
                    <a:pt x="660956" y="2627617"/>
                  </a:lnTo>
                  <a:lnTo>
                    <a:pt x="730703" y="2626137"/>
                  </a:lnTo>
                  <a:lnTo>
                    <a:pt x="812628" y="2624162"/>
                  </a:lnTo>
                  <a:lnTo>
                    <a:pt x="902265" y="2621682"/>
                  </a:lnTo>
                  <a:lnTo>
                    <a:pt x="995044" y="2618707"/>
                  </a:lnTo>
                  <a:lnTo>
                    <a:pt x="1087036" y="2615248"/>
                  </a:lnTo>
                  <a:lnTo>
                    <a:pt x="1175355" y="2611309"/>
                  </a:lnTo>
                  <a:lnTo>
                    <a:pt x="1258228" y="2606877"/>
                  </a:lnTo>
                  <a:lnTo>
                    <a:pt x="1334851" y="2601916"/>
                  </a:lnTo>
                  <a:lnTo>
                    <a:pt x="1405157" y="2596370"/>
                  </a:lnTo>
                  <a:lnTo>
                    <a:pt x="1469586" y="2590159"/>
                  </a:lnTo>
                  <a:lnTo>
                    <a:pt x="1528885" y="2583185"/>
                  </a:lnTo>
                  <a:lnTo>
                    <a:pt x="1583966" y="2575337"/>
                  </a:lnTo>
                  <a:lnTo>
                    <a:pt x="1635792" y="2566501"/>
                  </a:lnTo>
                  <a:lnTo>
                    <a:pt x="1685293" y="2556583"/>
                  </a:lnTo>
                  <a:lnTo>
                    <a:pt x="1719082" y="2548949"/>
                  </a:lnTo>
                  <a:lnTo>
                    <a:pt x="1770459" y="2536034"/>
                  </a:lnTo>
                  <a:lnTo>
                    <a:pt x="1821340" y="2521750"/>
                  </a:lnTo>
                  <a:lnTo>
                    <a:pt x="1872284" y="2506080"/>
                  </a:lnTo>
                  <a:lnTo>
                    <a:pt x="1923659" y="2489056"/>
                  </a:lnTo>
                  <a:lnTo>
                    <a:pt x="1975675" y="2470769"/>
                  </a:lnTo>
                  <a:lnTo>
                    <a:pt x="2028401" y="2451371"/>
                  </a:lnTo>
                  <a:lnTo>
                    <a:pt x="2081781" y="2431071"/>
                  </a:lnTo>
                  <a:lnTo>
                    <a:pt x="2135664" y="2410129"/>
                  </a:lnTo>
                  <a:lnTo>
                    <a:pt x="2189826" y="2388846"/>
                  </a:lnTo>
                  <a:lnTo>
                    <a:pt x="2244006" y="2367541"/>
                  </a:lnTo>
                  <a:lnTo>
                    <a:pt x="2297940" y="2346536"/>
                  </a:lnTo>
                  <a:lnTo>
                    <a:pt x="2351398" y="2326134"/>
                  </a:lnTo>
                  <a:lnTo>
                    <a:pt x="2404216" y="2306603"/>
                  </a:lnTo>
                  <a:lnTo>
                    <a:pt x="2456326" y="2288159"/>
                  </a:lnTo>
                  <a:lnTo>
                    <a:pt x="2507777" y="2270960"/>
                  </a:lnTo>
                  <a:lnTo>
                    <a:pt x="2558760" y="2255107"/>
                  </a:lnTo>
                  <a:lnTo>
                    <a:pt x="2609623" y="2240639"/>
                  </a:lnTo>
                  <a:lnTo>
                    <a:pt x="2660893" y="2227545"/>
                  </a:lnTo>
                  <a:lnTo>
                    <a:pt x="2667772" y="2225907"/>
                  </a:lnTo>
                  <a:lnTo>
                    <a:pt x="2716135" y="2215197"/>
                  </a:lnTo>
                  <a:lnTo>
                    <a:pt x="2766237" y="2205609"/>
                  </a:lnTo>
                  <a:lnTo>
                    <a:pt x="2818933" y="2197079"/>
                  </a:lnTo>
                  <a:lnTo>
                    <a:pt x="2875172" y="2189504"/>
                  </a:lnTo>
                  <a:lnTo>
                    <a:pt x="2935911" y="2182769"/>
                  </a:lnTo>
                  <a:lnTo>
                    <a:pt x="3002025" y="2176766"/>
                  </a:lnTo>
                  <a:lnTo>
                    <a:pt x="3074189" y="2171402"/>
                  </a:lnTo>
                  <a:lnTo>
                    <a:pt x="3152711" y="2166603"/>
                  </a:lnTo>
                  <a:lnTo>
                    <a:pt x="3237333" y="2162320"/>
                  </a:lnTo>
                  <a:lnTo>
                    <a:pt x="3326982" y="2158525"/>
                  </a:lnTo>
                  <a:lnTo>
                    <a:pt x="3419561" y="2155210"/>
                  </a:lnTo>
                  <a:lnTo>
                    <a:pt x="3511854" y="2152381"/>
                  </a:lnTo>
                  <a:lnTo>
                    <a:pt x="3599682" y="2150052"/>
                  </a:lnTo>
                  <a:lnTo>
                    <a:pt x="3678413" y="2148226"/>
                  </a:lnTo>
                  <a:lnTo>
                    <a:pt x="3743797" y="2146888"/>
                  </a:lnTo>
                  <a:lnTo>
                    <a:pt x="3792943" y="2145995"/>
                  </a:lnTo>
                  <a:lnTo>
                    <a:pt x="3825099" y="2145473"/>
                  </a:lnTo>
                  <a:lnTo>
                    <a:pt x="3841988" y="2145226"/>
                  </a:lnTo>
                  <a:lnTo>
                    <a:pt x="3847661" y="2145151"/>
                  </a:lnTo>
                  <a:lnTo>
                    <a:pt x="3848118" y="2145146"/>
                  </a:lnTo>
                  <a:lnTo>
                    <a:pt x="4386855" y="2145146"/>
                  </a:lnTo>
                  <a:lnTo>
                    <a:pt x="4388077" y="2145079"/>
                  </a:lnTo>
                  <a:lnTo>
                    <a:pt x="4396057" y="2144601"/>
                  </a:lnTo>
                  <a:lnTo>
                    <a:pt x="4415998" y="2143279"/>
                  </a:lnTo>
                  <a:lnTo>
                    <a:pt x="4451197" y="2140684"/>
                  </a:lnTo>
                  <a:lnTo>
                    <a:pt x="4502744" y="2136437"/>
                  </a:lnTo>
                  <a:lnTo>
                    <a:pt x="4569475" y="2130256"/>
                  </a:lnTo>
                  <a:lnTo>
                    <a:pt x="4648369" y="2121982"/>
                  </a:lnTo>
                  <a:lnTo>
                    <a:pt x="4735306" y="2111567"/>
                  </a:lnTo>
                  <a:lnTo>
                    <a:pt x="4825948" y="2099039"/>
                  </a:lnTo>
                  <a:lnTo>
                    <a:pt x="4916460" y="2084449"/>
                  </a:lnTo>
                  <a:lnTo>
                    <a:pt x="5003927" y="2067822"/>
                  </a:lnTo>
                  <a:lnTo>
                    <a:pt x="5086462" y="2049118"/>
                  </a:lnTo>
                  <a:lnTo>
                    <a:pt x="5163114" y="2028217"/>
                  </a:lnTo>
                  <a:lnTo>
                    <a:pt x="5233665" y="2004905"/>
                  </a:lnTo>
                  <a:lnTo>
                    <a:pt x="5298419" y="1978876"/>
                  </a:lnTo>
                  <a:lnTo>
                    <a:pt x="5358007" y="1949744"/>
                  </a:lnTo>
                  <a:lnTo>
                    <a:pt x="5413250" y="1917058"/>
                  </a:lnTo>
                  <a:lnTo>
                    <a:pt x="5465047" y="1880343"/>
                  </a:lnTo>
                  <a:lnTo>
                    <a:pt x="5514293" y="1839162"/>
                  </a:lnTo>
                  <a:lnTo>
                    <a:pt x="5561801" y="1793229"/>
                  </a:lnTo>
                  <a:lnTo>
                    <a:pt x="5567201" y="1787622"/>
                  </a:lnTo>
                  <a:lnTo>
                    <a:pt x="5606532" y="1744469"/>
                  </a:lnTo>
                  <a:lnTo>
                    <a:pt x="5645483" y="1697802"/>
                  </a:lnTo>
                  <a:lnTo>
                    <a:pt x="5684336" y="1647553"/>
                  </a:lnTo>
                  <a:lnTo>
                    <a:pt x="5723302" y="1593725"/>
                  </a:lnTo>
                  <a:lnTo>
                    <a:pt x="5762533" y="1536402"/>
                  </a:lnTo>
                  <a:lnTo>
                    <a:pt x="5802126" y="1475756"/>
                  </a:lnTo>
                  <a:lnTo>
                    <a:pt x="5842128" y="1412049"/>
                  </a:lnTo>
                  <a:lnTo>
                    <a:pt x="5882544" y="1345636"/>
                  </a:lnTo>
                  <a:lnTo>
                    <a:pt x="5923336" y="1276957"/>
                  </a:lnTo>
                  <a:lnTo>
                    <a:pt x="5964437" y="1206527"/>
                  </a:lnTo>
                  <a:lnTo>
                    <a:pt x="6005752" y="1134925"/>
                  </a:lnTo>
                  <a:lnTo>
                    <a:pt x="6047170" y="1062770"/>
                  </a:lnTo>
                  <a:lnTo>
                    <a:pt x="6088572" y="990702"/>
                  </a:lnTo>
                  <a:lnTo>
                    <a:pt x="6129839" y="919358"/>
                  </a:lnTo>
                  <a:lnTo>
                    <a:pt x="6170864" y="849349"/>
                  </a:lnTo>
                  <a:lnTo>
                    <a:pt x="6211560" y="781237"/>
                  </a:lnTo>
                  <a:lnTo>
                    <a:pt x="6251865" y="715518"/>
                  </a:lnTo>
                  <a:lnTo>
                    <a:pt x="6291754" y="652611"/>
                  </a:lnTo>
                  <a:lnTo>
                    <a:pt x="6331242" y="592845"/>
                  </a:lnTo>
                  <a:lnTo>
                    <a:pt x="6370389" y="536457"/>
                  </a:lnTo>
                  <a:lnTo>
                    <a:pt x="6409307" y="483596"/>
                  </a:lnTo>
                  <a:lnTo>
                    <a:pt x="6448163" y="434322"/>
                  </a:lnTo>
                  <a:lnTo>
                    <a:pt x="6487187" y="388619"/>
                  </a:lnTo>
                  <a:lnTo>
                    <a:pt x="6515891" y="357524"/>
                  </a:lnTo>
                  <a:lnTo>
                    <a:pt x="6563244" y="311037"/>
                  </a:lnTo>
                  <a:lnTo>
                    <a:pt x="6612251" y="269318"/>
                  </a:lnTo>
                  <a:lnTo>
                    <a:pt x="6663709" y="232108"/>
                  </a:lnTo>
                  <a:lnTo>
                    <a:pt x="6718508" y="198982"/>
                  </a:lnTo>
                  <a:lnTo>
                    <a:pt x="6777551" y="169464"/>
                  </a:lnTo>
                  <a:lnTo>
                    <a:pt x="6841671" y="143098"/>
                  </a:lnTo>
                  <a:lnTo>
                    <a:pt x="6911531" y="119489"/>
                  </a:lnTo>
                  <a:lnTo>
                    <a:pt x="6987478" y="98323"/>
                  </a:lnTo>
                  <a:lnTo>
                    <a:pt x="7069367" y="79374"/>
                  </a:lnTo>
                  <a:lnTo>
                    <a:pt x="7156342" y="62510"/>
                  </a:lnTo>
                  <a:lnTo>
                    <a:pt x="7246632" y="47685"/>
                  </a:lnTo>
                  <a:lnTo>
                    <a:pt x="7337440" y="34917"/>
                  </a:lnTo>
                  <a:lnTo>
                    <a:pt x="7425022" y="24256"/>
                  </a:lnTo>
                  <a:lnTo>
                    <a:pt x="7505065" y="15735"/>
                  </a:lnTo>
                  <a:lnTo>
                    <a:pt x="7573382" y="9318"/>
                  </a:lnTo>
                  <a:lnTo>
                    <a:pt x="7626781" y="4860"/>
                  </a:lnTo>
                  <a:lnTo>
                    <a:pt x="7663853" y="2093"/>
                  </a:lnTo>
                  <a:lnTo>
                    <a:pt x="7685426" y="646"/>
                  </a:lnTo>
                  <a:lnTo>
                    <a:pt x="7694554" y="93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0" name="pl1690"/>
            <p:cNvSpPr/>
            <p:nvPr/>
          </p:nvSpPr>
          <p:spPr>
            <a:xfrm>
              <a:off x="546595" y="2612487"/>
              <a:ext cx="8234974" cy="2629710"/>
            </a:xfrm>
            <a:custGeom>
              <a:avLst/>
              <a:pathLst>
                <a:path w="8234974" h="2629710">
                  <a:moveTo>
                    <a:pt x="8234974" y="0"/>
                  </a:move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7" y="2145146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20" y="2145162"/>
                  </a:lnTo>
                  <a:lnTo>
                    <a:pt x="3838349" y="2145277"/>
                  </a:lnTo>
                  <a:lnTo>
                    <a:pt x="3817232" y="2145595"/>
                  </a:lnTo>
                  <a:lnTo>
                    <a:pt x="3780075" y="2146219"/>
                  </a:lnTo>
                  <a:lnTo>
                    <a:pt x="3725899" y="2147238"/>
                  </a:lnTo>
                  <a:lnTo>
                    <a:pt x="3656152" y="2148718"/>
                  </a:lnTo>
                  <a:lnTo>
                    <a:pt x="3574227" y="2150694"/>
                  </a:lnTo>
                  <a:lnTo>
                    <a:pt x="3484589" y="2153173"/>
                  </a:lnTo>
                  <a:lnTo>
                    <a:pt x="3391811" y="2156148"/>
                  </a:lnTo>
                  <a:lnTo>
                    <a:pt x="3299819" y="2159607"/>
                  </a:lnTo>
                  <a:lnTo>
                    <a:pt x="3211500" y="2163546"/>
                  </a:lnTo>
                  <a:lnTo>
                    <a:pt x="3128627" y="2167979"/>
                  </a:lnTo>
                  <a:lnTo>
                    <a:pt x="3052004" y="2172939"/>
                  </a:lnTo>
                  <a:lnTo>
                    <a:pt x="2981697" y="2178486"/>
                  </a:lnTo>
                  <a:lnTo>
                    <a:pt x="2917268" y="2184697"/>
                  </a:lnTo>
                  <a:lnTo>
                    <a:pt x="2857969" y="2191670"/>
                  </a:lnTo>
                  <a:lnTo>
                    <a:pt x="2802889" y="2199518"/>
                  </a:lnTo>
                  <a:lnTo>
                    <a:pt x="2751063" y="2208354"/>
                  </a:lnTo>
                  <a:lnTo>
                    <a:pt x="2701562" y="2218273"/>
                  </a:lnTo>
                  <a:lnTo>
                    <a:pt x="2667772" y="2225907"/>
                  </a:lnTo>
                  <a:lnTo>
                    <a:pt x="2616396" y="2238822"/>
                  </a:lnTo>
                  <a:lnTo>
                    <a:pt x="2565514" y="2253105"/>
                  </a:lnTo>
                  <a:lnTo>
                    <a:pt x="2514571" y="2268776"/>
                  </a:lnTo>
                  <a:lnTo>
                    <a:pt x="2463196" y="2285799"/>
                  </a:lnTo>
                  <a:lnTo>
                    <a:pt x="2411179" y="2304086"/>
                  </a:lnTo>
                  <a:lnTo>
                    <a:pt x="2358454" y="2323484"/>
                  </a:lnTo>
                  <a:lnTo>
                    <a:pt x="2305073" y="2343785"/>
                  </a:lnTo>
                  <a:lnTo>
                    <a:pt x="2251190" y="2364726"/>
                  </a:lnTo>
                  <a:lnTo>
                    <a:pt x="2197028" y="2386010"/>
                  </a:lnTo>
                  <a:lnTo>
                    <a:pt x="2142848" y="2407315"/>
                  </a:lnTo>
                  <a:lnTo>
                    <a:pt x="2088914" y="2428320"/>
                  </a:lnTo>
                  <a:lnTo>
                    <a:pt x="2035456" y="2448721"/>
                  </a:lnTo>
                  <a:lnTo>
                    <a:pt x="1982638" y="2468253"/>
                  </a:lnTo>
                  <a:lnTo>
                    <a:pt x="1930529" y="2486697"/>
                  </a:lnTo>
                  <a:lnTo>
                    <a:pt x="1879077" y="2503895"/>
                  </a:lnTo>
                  <a:lnTo>
                    <a:pt x="1828094" y="2519748"/>
                  </a:lnTo>
                  <a:lnTo>
                    <a:pt x="1777232" y="2534216"/>
                  </a:lnTo>
                  <a:lnTo>
                    <a:pt x="1725961" y="2547310"/>
                  </a:lnTo>
                  <a:lnTo>
                    <a:pt x="1719082" y="2548949"/>
                  </a:lnTo>
                  <a:lnTo>
                    <a:pt x="1670720" y="2559659"/>
                  </a:lnTo>
                  <a:lnTo>
                    <a:pt x="1620617" y="2569247"/>
                  </a:lnTo>
                  <a:lnTo>
                    <a:pt x="1567921" y="2577776"/>
                  </a:lnTo>
                  <a:lnTo>
                    <a:pt x="1511683" y="2585351"/>
                  </a:lnTo>
                  <a:lnTo>
                    <a:pt x="1450944" y="2592086"/>
                  </a:lnTo>
                  <a:lnTo>
                    <a:pt x="1384829" y="2598090"/>
                  </a:lnTo>
                  <a:lnTo>
                    <a:pt x="1312666" y="2603454"/>
                  </a:lnTo>
                  <a:lnTo>
                    <a:pt x="1234143" y="2608252"/>
                  </a:lnTo>
                  <a:lnTo>
                    <a:pt x="1149522" y="2612535"/>
                  </a:lnTo>
                  <a:lnTo>
                    <a:pt x="1059873" y="2616330"/>
                  </a:lnTo>
                  <a:lnTo>
                    <a:pt x="967293" y="2619646"/>
                  </a:lnTo>
                  <a:lnTo>
                    <a:pt x="875000" y="2622474"/>
                  </a:lnTo>
                  <a:lnTo>
                    <a:pt x="787172" y="2624804"/>
                  </a:lnTo>
                  <a:lnTo>
                    <a:pt x="708442" y="2626629"/>
                  </a:lnTo>
                  <a:lnTo>
                    <a:pt x="643058" y="2627967"/>
                  </a:lnTo>
                  <a:lnTo>
                    <a:pt x="593912" y="2628860"/>
                  </a:lnTo>
                  <a:lnTo>
                    <a:pt x="561755" y="2629383"/>
                  </a:lnTo>
                  <a:lnTo>
                    <a:pt x="544866" y="2629629"/>
                  </a:lnTo>
                  <a:lnTo>
                    <a:pt x="539193" y="2629704"/>
                  </a:lnTo>
                  <a:lnTo>
                    <a:pt x="538736" y="2629710"/>
                  </a:lnTo>
                  <a:lnTo>
                    <a:pt x="0" y="2629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1" name="pg1691"/>
            <p:cNvSpPr/>
            <p:nvPr/>
          </p:nvSpPr>
          <p:spPr>
            <a:xfrm>
              <a:off x="546595" y="1784918"/>
              <a:ext cx="8234974" cy="3386500"/>
            </a:xfrm>
            <a:custGeom>
              <a:avLst/>
              <a:pathLst>
                <a:path w="8234974" h="3386500">
                  <a:moveTo>
                    <a:pt x="0" y="3386500"/>
                  </a:moveTo>
                  <a:lnTo>
                    <a:pt x="538736" y="3386500"/>
                  </a:lnTo>
                  <a:lnTo>
                    <a:pt x="539856" y="3386403"/>
                  </a:lnTo>
                  <a:lnTo>
                    <a:pt x="547192" y="3385714"/>
                  </a:lnTo>
                  <a:lnTo>
                    <a:pt x="565575" y="3383809"/>
                  </a:lnTo>
                  <a:lnTo>
                    <a:pt x="598164" y="3380065"/>
                  </a:lnTo>
                  <a:lnTo>
                    <a:pt x="646170" y="3373923"/>
                  </a:lnTo>
                  <a:lnTo>
                    <a:pt x="708785" y="3364957"/>
                  </a:lnTo>
                  <a:lnTo>
                    <a:pt x="783466" y="3352906"/>
                  </a:lnTo>
                  <a:lnTo>
                    <a:pt x="866562" y="3337676"/>
                  </a:lnTo>
                  <a:lnTo>
                    <a:pt x="954077" y="3319291"/>
                  </a:lnTo>
                  <a:lnTo>
                    <a:pt x="1042335" y="3297823"/>
                  </a:lnTo>
                  <a:lnTo>
                    <a:pt x="1128412" y="3273324"/>
                  </a:lnTo>
                  <a:lnTo>
                    <a:pt x="1210298" y="3245771"/>
                  </a:lnTo>
                  <a:lnTo>
                    <a:pt x="1286856" y="3215030"/>
                  </a:lnTo>
                  <a:lnTo>
                    <a:pt x="1357669" y="3180842"/>
                  </a:lnTo>
                  <a:lnTo>
                    <a:pt x="1422850" y="3142817"/>
                  </a:lnTo>
                  <a:lnTo>
                    <a:pt x="1482872" y="3100444"/>
                  </a:lnTo>
                  <a:lnTo>
                    <a:pt x="1538423" y="3053109"/>
                  </a:lnTo>
                  <a:lnTo>
                    <a:pt x="1590303" y="3000134"/>
                  </a:lnTo>
                  <a:lnTo>
                    <a:pt x="1639343" y="2940844"/>
                  </a:lnTo>
                  <a:lnTo>
                    <a:pt x="1686337" y="2874682"/>
                  </a:lnTo>
                  <a:lnTo>
                    <a:pt x="1719082" y="2822990"/>
                  </a:lnTo>
                  <a:lnTo>
                    <a:pt x="1752064" y="2766386"/>
                  </a:lnTo>
                  <a:lnTo>
                    <a:pt x="1784744" y="2705913"/>
                  </a:lnTo>
                  <a:lnTo>
                    <a:pt x="1817297" y="2641492"/>
                  </a:lnTo>
                  <a:lnTo>
                    <a:pt x="1849865" y="2573098"/>
                  </a:lnTo>
                  <a:lnTo>
                    <a:pt x="1882555" y="2500765"/>
                  </a:lnTo>
                  <a:lnTo>
                    <a:pt x="1915448" y="2424592"/>
                  </a:lnTo>
                  <a:lnTo>
                    <a:pt x="1948596" y="2344747"/>
                  </a:lnTo>
                  <a:lnTo>
                    <a:pt x="1982030" y="2261469"/>
                  </a:lnTo>
                  <a:lnTo>
                    <a:pt x="2015757" y="2175068"/>
                  </a:lnTo>
                  <a:lnTo>
                    <a:pt x="2049764" y="2085923"/>
                  </a:lnTo>
                  <a:lnTo>
                    <a:pt x="2084020" y="1994475"/>
                  </a:lnTo>
                  <a:lnTo>
                    <a:pt x="2118480" y="1901222"/>
                  </a:lnTo>
                  <a:lnTo>
                    <a:pt x="2153087" y="1806706"/>
                  </a:lnTo>
                  <a:lnTo>
                    <a:pt x="2187776" y="1711500"/>
                  </a:lnTo>
                  <a:lnTo>
                    <a:pt x="2222476" y="1616198"/>
                  </a:lnTo>
                  <a:lnTo>
                    <a:pt x="2257117" y="1521393"/>
                  </a:lnTo>
                  <a:lnTo>
                    <a:pt x="2291631" y="1427667"/>
                  </a:lnTo>
                  <a:lnTo>
                    <a:pt x="2325960" y="1335575"/>
                  </a:lnTo>
                  <a:lnTo>
                    <a:pt x="2360052" y="1245628"/>
                  </a:lnTo>
                  <a:lnTo>
                    <a:pt x="2393872" y="1158289"/>
                  </a:lnTo>
                  <a:lnTo>
                    <a:pt x="2427402" y="1073956"/>
                  </a:lnTo>
                  <a:lnTo>
                    <a:pt x="2460641" y="992963"/>
                  </a:lnTo>
                  <a:lnTo>
                    <a:pt x="2493612" y="915573"/>
                  </a:lnTo>
                  <a:lnTo>
                    <a:pt x="2526361" y="841975"/>
                  </a:lnTo>
                  <a:lnTo>
                    <a:pt x="2558958" y="772291"/>
                  </a:lnTo>
                  <a:lnTo>
                    <a:pt x="2591502" y="706576"/>
                  </a:lnTo>
                  <a:lnTo>
                    <a:pt x="2624124" y="644823"/>
                  </a:lnTo>
                  <a:lnTo>
                    <a:pt x="2656985" y="586971"/>
                  </a:lnTo>
                  <a:lnTo>
                    <a:pt x="2667772" y="568953"/>
                  </a:lnTo>
                  <a:lnTo>
                    <a:pt x="2713734" y="497699"/>
                  </a:lnTo>
                  <a:lnTo>
                    <a:pt x="2761235" y="433536"/>
                  </a:lnTo>
                  <a:lnTo>
                    <a:pt x="2811000" y="376109"/>
                  </a:lnTo>
                  <a:lnTo>
                    <a:pt x="2863841" y="324811"/>
                  </a:lnTo>
                  <a:lnTo>
                    <a:pt x="2920587" y="278956"/>
                  </a:lnTo>
                  <a:lnTo>
                    <a:pt x="2982015" y="237880"/>
                  </a:lnTo>
                  <a:lnTo>
                    <a:pt x="3048764" y="200995"/>
                  </a:lnTo>
                  <a:lnTo>
                    <a:pt x="3121221" y="167822"/>
                  </a:lnTo>
                  <a:lnTo>
                    <a:pt x="3199367" y="138011"/>
                  </a:lnTo>
                  <a:lnTo>
                    <a:pt x="3282598" y="111336"/>
                  </a:lnTo>
                  <a:lnTo>
                    <a:pt x="3369542" y="87698"/>
                  </a:lnTo>
                  <a:lnTo>
                    <a:pt x="3457924" y="67100"/>
                  </a:lnTo>
                  <a:lnTo>
                    <a:pt x="3544579" y="49607"/>
                  </a:lnTo>
                  <a:lnTo>
                    <a:pt x="3625685" y="35284"/>
                  </a:lnTo>
                  <a:lnTo>
                    <a:pt x="3697267" y="24128"/>
                  </a:lnTo>
                  <a:lnTo>
                    <a:pt x="3755914" y="16000"/>
                  </a:lnTo>
                  <a:lnTo>
                    <a:pt x="3799527" y="10591"/>
                  </a:lnTo>
                  <a:lnTo>
                    <a:pt x="3827858" y="7432"/>
                  </a:lnTo>
                  <a:lnTo>
                    <a:pt x="3842695" y="5937"/>
                  </a:lnTo>
                  <a:lnTo>
                    <a:pt x="3847702" y="547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27" y="5527"/>
                  </a:lnTo>
                  <a:lnTo>
                    <a:pt x="4395692" y="6123"/>
                  </a:lnTo>
                  <a:lnTo>
                    <a:pt x="4414872" y="7768"/>
                  </a:lnTo>
                  <a:lnTo>
                    <a:pt x="4448799" y="11001"/>
                  </a:lnTo>
                  <a:lnTo>
                    <a:pt x="4498625" y="16297"/>
                  </a:lnTo>
                  <a:lnTo>
                    <a:pt x="4563364" y="24017"/>
                  </a:lnTo>
                  <a:lnTo>
                    <a:pt x="4640230" y="34372"/>
                  </a:lnTo>
                  <a:lnTo>
                    <a:pt x="4725330" y="47430"/>
                  </a:lnTo>
                  <a:lnTo>
                    <a:pt x="4814490" y="63165"/>
                  </a:lnTo>
                  <a:lnTo>
                    <a:pt x="4903946" y="81512"/>
                  </a:lnTo>
                  <a:lnTo>
                    <a:pt x="4990774" y="102434"/>
                  </a:lnTo>
                  <a:lnTo>
                    <a:pt x="5073023" y="125964"/>
                  </a:lnTo>
                  <a:lnTo>
                    <a:pt x="5149651" y="152237"/>
                  </a:lnTo>
                  <a:lnTo>
                    <a:pt x="5220341" y="181499"/>
                  </a:lnTo>
                  <a:lnTo>
                    <a:pt x="5285305" y="214108"/>
                  </a:lnTo>
                  <a:lnTo>
                    <a:pt x="5345098" y="250529"/>
                  </a:lnTo>
                  <a:lnTo>
                    <a:pt x="5400479" y="291306"/>
                  </a:lnTo>
                  <a:lnTo>
                    <a:pt x="5452299" y="337032"/>
                  </a:lnTo>
                  <a:lnTo>
                    <a:pt x="5501425" y="388275"/>
                  </a:lnTo>
                  <a:lnTo>
                    <a:pt x="5548664" y="445455"/>
                  </a:lnTo>
                  <a:lnTo>
                    <a:pt x="5567201" y="470044"/>
                  </a:lnTo>
                  <a:lnTo>
                    <a:pt x="5602891" y="520710"/>
                  </a:lnTo>
                  <a:lnTo>
                    <a:pt x="5638246" y="575122"/>
                  </a:lnTo>
                  <a:lnTo>
                    <a:pt x="5673482" y="633356"/>
                  </a:lnTo>
                  <a:lnTo>
                    <a:pt x="5708769" y="695426"/>
                  </a:lnTo>
                  <a:lnTo>
                    <a:pt x="5744233" y="761277"/>
                  </a:lnTo>
                  <a:lnTo>
                    <a:pt x="5779964" y="830779"/>
                  </a:lnTo>
                  <a:lnTo>
                    <a:pt x="5816014" y="903722"/>
                  </a:lnTo>
                  <a:lnTo>
                    <a:pt x="5852407" y="979817"/>
                  </a:lnTo>
                  <a:lnTo>
                    <a:pt x="5889136" y="1058693"/>
                  </a:lnTo>
                  <a:lnTo>
                    <a:pt x="5926167" y="1139910"/>
                  </a:lnTo>
                  <a:lnTo>
                    <a:pt x="5963448" y="1222956"/>
                  </a:lnTo>
                  <a:lnTo>
                    <a:pt x="6000907" y="1307273"/>
                  </a:lnTo>
                  <a:lnTo>
                    <a:pt x="6038463" y="1392260"/>
                  </a:lnTo>
                  <a:lnTo>
                    <a:pt x="6076025" y="1477298"/>
                  </a:lnTo>
                  <a:lnTo>
                    <a:pt x="6113506" y="1561766"/>
                  </a:lnTo>
                  <a:lnTo>
                    <a:pt x="6150822" y="1645061"/>
                  </a:lnTo>
                  <a:lnTo>
                    <a:pt x="6187898" y="1726614"/>
                  </a:lnTo>
                  <a:lnTo>
                    <a:pt x="6224679" y="1805907"/>
                  </a:lnTo>
                  <a:lnTo>
                    <a:pt x="6261129" y="1882485"/>
                  </a:lnTo>
                  <a:lnTo>
                    <a:pt x="6297235" y="1955968"/>
                  </a:lnTo>
                  <a:lnTo>
                    <a:pt x="6333015" y="2026051"/>
                  </a:lnTo>
                  <a:lnTo>
                    <a:pt x="6368518" y="2092512"/>
                  </a:lnTo>
                  <a:lnTo>
                    <a:pt x="6403826" y="2155208"/>
                  </a:lnTo>
                  <a:lnTo>
                    <a:pt x="6439060" y="2214073"/>
                  </a:lnTo>
                  <a:lnTo>
                    <a:pt x="6474382" y="2269108"/>
                  </a:lnTo>
                  <a:lnTo>
                    <a:pt x="6510000" y="2320382"/>
                  </a:lnTo>
                  <a:lnTo>
                    <a:pt x="6515891" y="2328445"/>
                  </a:lnTo>
                  <a:lnTo>
                    <a:pt x="6562573" y="2388054"/>
                  </a:lnTo>
                  <a:lnTo>
                    <a:pt x="6610853" y="2441636"/>
                  </a:lnTo>
                  <a:lnTo>
                    <a:pt x="6661492" y="2489507"/>
                  </a:lnTo>
                  <a:lnTo>
                    <a:pt x="6715343" y="2532193"/>
                  </a:lnTo>
                  <a:lnTo>
                    <a:pt x="6773271" y="2570289"/>
                  </a:lnTo>
                  <a:lnTo>
                    <a:pt x="6836085" y="2604363"/>
                  </a:lnTo>
                  <a:lnTo>
                    <a:pt x="6904435" y="2634916"/>
                  </a:lnTo>
                  <a:lnTo>
                    <a:pt x="6978689" y="2662349"/>
                  </a:lnTo>
                  <a:lnTo>
                    <a:pt x="7058768" y="2686955"/>
                  </a:lnTo>
                  <a:lnTo>
                    <a:pt x="7143944" y="2708912"/>
                  </a:lnTo>
                  <a:lnTo>
                    <a:pt x="7232645" y="2728291"/>
                  </a:lnTo>
                  <a:lnTo>
                    <a:pt x="7322334" y="2745079"/>
                  </a:lnTo>
                  <a:lnTo>
                    <a:pt x="7409550" y="2759215"/>
                  </a:lnTo>
                  <a:lnTo>
                    <a:pt x="7490213" y="2770650"/>
                  </a:lnTo>
                  <a:lnTo>
                    <a:pt x="7560221" y="2779408"/>
                  </a:lnTo>
                  <a:lnTo>
                    <a:pt x="7616248" y="2785640"/>
                  </a:lnTo>
                  <a:lnTo>
                    <a:pt x="7656523" y="2789647"/>
                  </a:lnTo>
                  <a:lnTo>
                    <a:pt x="7681329" y="2791865"/>
                  </a:lnTo>
                  <a:lnTo>
                    <a:pt x="7693094" y="2792815"/>
                  </a:lnTo>
                  <a:lnTo>
                    <a:pt x="7696237" y="2793046"/>
                  </a:lnTo>
                  <a:lnTo>
                    <a:pt x="8234974" y="2793046"/>
                  </a:lnTo>
                  <a:lnTo>
                    <a:pt x="8234974" y="2787601"/>
                  </a:lnTo>
                  <a:lnTo>
                    <a:pt x="7696237" y="2787601"/>
                  </a:lnTo>
                  <a:lnTo>
                    <a:pt x="7695065" y="2787518"/>
                  </a:lnTo>
                  <a:lnTo>
                    <a:pt x="7687400" y="2786922"/>
                  </a:lnTo>
                  <a:lnTo>
                    <a:pt x="7668220" y="2785277"/>
                  </a:lnTo>
                  <a:lnTo>
                    <a:pt x="7634293" y="2782044"/>
                  </a:lnTo>
                  <a:lnTo>
                    <a:pt x="7584467" y="2776748"/>
                  </a:lnTo>
                  <a:lnTo>
                    <a:pt x="7519728" y="2769028"/>
                  </a:lnTo>
                  <a:lnTo>
                    <a:pt x="7442863" y="2758673"/>
                  </a:lnTo>
                  <a:lnTo>
                    <a:pt x="7357762" y="2745615"/>
                  </a:lnTo>
                  <a:lnTo>
                    <a:pt x="7268603" y="2729880"/>
                  </a:lnTo>
                  <a:lnTo>
                    <a:pt x="7179146" y="2711533"/>
                  </a:lnTo>
                  <a:lnTo>
                    <a:pt x="7092319" y="2690611"/>
                  </a:lnTo>
                  <a:lnTo>
                    <a:pt x="7010069" y="2667081"/>
                  </a:lnTo>
                  <a:lnTo>
                    <a:pt x="6933442" y="2640808"/>
                  </a:lnTo>
                  <a:lnTo>
                    <a:pt x="6862751" y="2611546"/>
                  </a:lnTo>
                  <a:lnTo>
                    <a:pt x="6797787" y="2578937"/>
                  </a:lnTo>
                  <a:lnTo>
                    <a:pt x="6737994" y="2542516"/>
                  </a:lnTo>
                  <a:lnTo>
                    <a:pt x="6682613" y="2501739"/>
                  </a:lnTo>
                  <a:lnTo>
                    <a:pt x="6630793" y="2456013"/>
                  </a:lnTo>
                  <a:lnTo>
                    <a:pt x="6581667" y="2404771"/>
                  </a:lnTo>
                  <a:lnTo>
                    <a:pt x="6534428" y="2347590"/>
                  </a:lnTo>
                  <a:lnTo>
                    <a:pt x="6515891" y="2323001"/>
                  </a:lnTo>
                  <a:lnTo>
                    <a:pt x="6480201" y="2272335"/>
                  </a:lnTo>
                  <a:lnTo>
                    <a:pt x="6444847" y="2217923"/>
                  </a:lnTo>
                  <a:lnTo>
                    <a:pt x="6409610" y="2159689"/>
                  </a:lnTo>
                  <a:lnTo>
                    <a:pt x="6374324" y="2097619"/>
                  </a:lnTo>
                  <a:lnTo>
                    <a:pt x="6338860" y="2031768"/>
                  </a:lnTo>
                  <a:lnTo>
                    <a:pt x="6303129" y="1962266"/>
                  </a:lnTo>
                  <a:lnTo>
                    <a:pt x="6267078" y="1889323"/>
                  </a:lnTo>
                  <a:lnTo>
                    <a:pt x="6230685" y="1813228"/>
                  </a:lnTo>
                  <a:lnTo>
                    <a:pt x="6193957" y="1734352"/>
                  </a:lnTo>
                  <a:lnTo>
                    <a:pt x="6156925" y="1653136"/>
                  </a:lnTo>
                  <a:lnTo>
                    <a:pt x="6119644" y="1570089"/>
                  </a:lnTo>
                  <a:lnTo>
                    <a:pt x="6082185" y="1485772"/>
                  </a:lnTo>
                  <a:lnTo>
                    <a:pt x="6044630" y="1400785"/>
                  </a:lnTo>
                  <a:lnTo>
                    <a:pt x="6007067" y="1315747"/>
                  </a:lnTo>
                  <a:lnTo>
                    <a:pt x="5969586" y="1231279"/>
                  </a:lnTo>
                  <a:lnTo>
                    <a:pt x="5932271" y="1147984"/>
                  </a:lnTo>
                  <a:lnTo>
                    <a:pt x="5895194" y="1066431"/>
                  </a:lnTo>
                  <a:lnTo>
                    <a:pt x="5858413" y="987138"/>
                  </a:lnTo>
                  <a:lnTo>
                    <a:pt x="5821964" y="910560"/>
                  </a:lnTo>
                  <a:lnTo>
                    <a:pt x="5785858" y="837077"/>
                  </a:lnTo>
                  <a:lnTo>
                    <a:pt x="5750077" y="766994"/>
                  </a:lnTo>
                  <a:lnTo>
                    <a:pt x="5714574" y="700533"/>
                  </a:lnTo>
                  <a:lnTo>
                    <a:pt x="5679266" y="637837"/>
                  </a:lnTo>
                  <a:lnTo>
                    <a:pt x="5644032" y="578972"/>
                  </a:lnTo>
                  <a:lnTo>
                    <a:pt x="5608711" y="523937"/>
                  </a:lnTo>
                  <a:lnTo>
                    <a:pt x="5573093" y="472663"/>
                  </a:lnTo>
                  <a:lnTo>
                    <a:pt x="5567201" y="464600"/>
                  </a:lnTo>
                  <a:lnTo>
                    <a:pt x="5520519" y="404991"/>
                  </a:lnTo>
                  <a:lnTo>
                    <a:pt x="5472240" y="351409"/>
                  </a:lnTo>
                  <a:lnTo>
                    <a:pt x="5421600" y="303538"/>
                  </a:lnTo>
                  <a:lnTo>
                    <a:pt x="5367750" y="260852"/>
                  </a:lnTo>
                  <a:lnTo>
                    <a:pt x="5309821" y="222756"/>
                  </a:lnTo>
                  <a:lnTo>
                    <a:pt x="5247008" y="188682"/>
                  </a:lnTo>
                  <a:lnTo>
                    <a:pt x="5178658" y="158129"/>
                  </a:lnTo>
                  <a:lnTo>
                    <a:pt x="5104403" y="130696"/>
                  </a:lnTo>
                  <a:lnTo>
                    <a:pt x="5024324" y="106090"/>
                  </a:lnTo>
                  <a:lnTo>
                    <a:pt x="4939149" y="84133"/>
                  </a:lnTo>
                  <a:lnTo>
                    <a:pt x="4850448" y="64754"/>
                  </a:lnTo>
                  <a:lnTo>
                    <a:pt x="4760759" y="47966"/>
                  </a:lnTo>
                  <a:lnTo>
                    <a:pt x="4673542" y="33830"/>
                  </a:lnTo>
                  <a:lnTo>
                    <a:pt x="4592879" y="22395"/>
                  </a:lnTo>
                  <a:lnTo>
                    <a:pt x="4522872" y="13637"/>
                  </a:lnTo>
                  <a:lnTo>
                    <a:pt x="4466845" y="7405"/>
                  </a:lnTo>
                  <a:lnTo>
                    <a:pt x="4426569" y="3399"/>
                  </a:lnTo>
                  <a:lnTo>
                    <a:pt x="4401763" y="1180"/>
                  </a:lnTo>
                  <a:lnTo>
                    <a:pt x="4389998" y="23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8" y="96"/>
                  </a:lnTo>
                  <a:lnTo>
                    <a:pt x="3839663" y="785"/>
                  </a:lnTo>
                  <a:lnTo>
                    <a:pt x="3821280" y="2690"/>
                  </a:lnTo>
                  <a:lnTo>
                    <a:pt x="3788691" y="6435"/>
                  </a:lnTo>
                  <a:lnTo>
                    <a:pt x="3740684" y="12576"/>
                  </a:lnTo>
                  <a:lnTo>
                    <a:pt x="3678070" y="21543"/>
                  </a:lnTo>
                  <a:lnTo>
                    <a:pt x="3603389" y="33593"/>
                  </a:lnTo>
                  <a:lnTo>
                    <a:pt x="3520293" y="48823"/>
                  </a:lnTo>
                  <a:lnTo>
                    <a:pt x="3432778" y="67208"/>
                  </a:lnTo>
                  <a:lnTo>
                    <a:pt x="3344520" y="88677"/>
                  </a:lnTo>
                  <a:lnTo>
                    <a:pt x="3258443" y="113176"/>
                  </a:lnTo>
                  <a:lnTo>
                    <a:pt x="3176556" y="140729"/>
                  </a:lnTo>
                  <a:lnTo>
                    <a:pt x="3099998" y="171469"/>
                  </a:lnTo>
                  <a:lnTo>
                    <a:pt x="3029186" y="205657"/>
                  </a:lnTo>
                  <a:lnTo>
                    <a:pt x="2964004" y="243682"/>
                  </a:lnTo>
                  <a:lnTo>
                    <a:pt x="2903983" y="286055"/>
                  </a:lnTo>
                  <a:lnTo>
                    <a:pt x="2848432" y="333390"/>
                  </a:lnTo>
                  <a:lnTo>
                    <a:pt x="2796552" y="386365"/>
                  </a:lnTo>
                  <a:lnTo>
                    <a:pt x="2747512" y="445655"/>
                  </a:lnTo>
                  <a:lnTo>
                    <a:pt x="2700517" y="511817"/>
                  </a:lnTo>
                  <a:lnTo>
                    <a:pt x="2667772" y="563509"/>
                  </a:lnTo>
                  <a:lnTo>
                    <a:pt x="2634791" y="620113"/>
                  </a:lnTo>
                  <a:lnTo>
                    <a:pt x="2602111" y="680586"/>
                  </a:lnTo>
                  <a:lnTo>
                    <a:pt x="2569557" y="745007"/>
                  </a:lnTo>
                  <a:lnTo>
                    <a:pt x="2536990" y="813401"/>
                  </a:lnTo>
                  <a:lnTo>
                    <a:pt x="2504299" y="885735"/>
                  </a:lnTo>
                  <a:lnTo>
                    <a:pt x="2471407" y="961908"/>
                  </a:lnTo>
                  <a:lnTo>
                    <a:pt x="2438259" y="1041753"/>
                  </a:lnTo>
                  <a:lnTo>
                    <a:pt x="2404825" y="1125030"/>
                  </a:lnTo>
                  <a:lnTo>
                    <a:pt x="2371098" y="1211431"/>
                  </a:lnTo>
                  <a:lnTo>
                    <a:pt x="2337091" y="1300577"/>
                  </a:lnTo>
                  <a:lnTo>
                    <a:pt x="2302835" y="1392024"/>
                  </a:lnTo>
                  <a:lnTo>
                    <a:pt x="2268375" y="1485277"/>
                  </a:lnTo>
                  <a:lnTo>
                    <a:pt x="2233768" y="1579794"/>
                  </a:lnTo>
                  <a:lnTo>
                    <a:pt x="2199079" y="1674999"/>
                  </a:lnTo>
                  <a:lnTo>
                    <a:pt x="2164379" y="1770301"/>
                  </a:lnTo>
                  <a:lnTo>
                    <a:pt x="2129738" y="1865106"/>
                  </a:lnTo>
                  <a:lnTo>
                    <a:pt x="2095223" y="1958832"/>
                  </a:lnTo>
                  <a:lnTo>
                    <a:pt x="2060895" y="2050925"/>
                  </a:lnTo>
                  <a:lnTo>
                    <a:pt x="2026803" y="2140871"/>
                  </a:lnTo>
                  <a:lnTo>
                    <a:pt x="1992983" y="2228211"/>
                  </a:lnTo>
                  <a:lnTo>
                    <a:pt x="1959453" y="2312543"/>
                  </a:lnTo>
                  <a:lnTo>
                    <a:pt x="1926214" y="2393536"/>
                  </a:lnTo>
                  <a:lnTo>
                    <a:pt x="1893242" y="2470927"/>
                  </a:lnTo>
                  <a:lnTo>
                    <a:pt x="1860494" y="2544525"/>
                  </a:lnTo>
                  <a:lnTo>
                    <a:pt x="1827897" y="2614209"/>
                  </a:lnTo>
                  <a:lnTo>
                    <a:pt x="1795352" y="2679924"/>
                  </a:lnTo>
                  <a:lnTo>
                    <a:pt x="1762731" y="2741676"/>
                  </a:lnTo>
                  <a:lnTo>
                    <a:pt x="1729869" y="2799529"/>
                  </a:lnTo>
                  <a:lnTo>
                    <a:pt x="1719082" y="2817546"/>
                  </a:lnTo>
                  <a:lnTo>
                    <a:pt x="1673120" y="2888801"/>
                  </a:lnTo>
                  <a:lnTo>
                    <a:pt x="1625620" y="2952963"/>
                  </a:lnTo>
                  <a:lnTo>
                    <a:pt x="1575854" y="3010390"/>
                  </a:lnTo>
                  <a:lnTo>
                    <a:pt x="1523014" y="3061688"/>
                  </a:lnTo>
                  <a:lnTo>
                    <a:pt x="1466268" y="3107543"/>
                  </a:lnTo>
                  <a:lnTo>
                    <a:pt x="1404840" y="3148619"/>
                  </a:lnTo>
                  <a:lnTo>
                    <a:pt x="1338090" y="3185505"/>
                  </a:lnTo>
                  <a:lnTo>
                    <a:pt x="1265634" y="3218677"/>
                  </a:lnTo>
                  <a:lnTo>
                    <a:pt x="1187488" y="3248489"/>
                  </a:lnTo>
                  <a:lnTo>
                    <a:pt x="1104256" y="3275164"/>
                  </a:lnTo>
                  <a:lnTo>
                    <a:pt x="1017313" y="3298801"/>
                  </a:lnTo>
                  <a:lnTo>
                    <a:pt x="928931" y="3319399"/>
                  </a:lnTo>
                  <a:lnTo>
                    <a:pt x="842276" y="3336892"/>
                  </a:lnTo>
                  <a:lnTo>
                    <a:pt x="761170" y="3351215"/>
                  </a:lnTo>
                  <a:lnTo>
                    <a:pt x="689588" y="3362372"/>
                  </a:lnTo>
                  <a:lnTo>
                    <a:pt x="630940" y="3370500"/>
                  </a:lnTo>
                  <a:lnTo>
                    <a:pt x="587328" y="3375908"/>
                  </a:lnTo>
                  <a:lnTo>
                    <a:pt x="558997" y="3379068"/>
                  </a:lnTo>
                  <a:lnTo>
                    <a:pt x="544160" y="3380562"/>
                  </a:lnTo>
                  <a:lnTo>
                    <a:pt x="539153" y="3381020"/>
                  </a:lnTo>
                  <a:lnTo>
                    <a:pt x="538736" y="3381055"/>
                  </a:lnTo>
                  <a:lnTo>
                    <a:pt x="0" y="338105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92" name="pl1692"/>
            <p:cNvSpPr/>
            <p:nvPr/>
          </p:nvSpPr>
          <p:spPr>
            <a:xfrm>
              <a:off x="546595" y="1790363"/>
              <a:ext cx="8234974" cy="3381055"/>
            </a:xfrm>
            <a:custGeom>
              <a:avLst/>
              <a:pathLst>
                <a:path w="8234974" h="3381055">
                  <a:moveTo>
                    <a:pt x="0" y="3381055"/>
                  </a:moveTo>
                  <a:lnTo>
                    <a:pt x="538736" y="3381055"/>
                  </a:lnTo>
                  <a:lnTo>
                    <a:pt x="539856" y="3380959"/>
                  </a:lnTo>
                  <a:lnTo>
                    <a:pt x="547192" y="3380270"/>
                  </a:lnTo>
                  <a:lnTo>
                    <a:pt x="565575" y="3378364"/>
                  </a:lnTo>
                  <a:lnTo>
                    <a:pt x="598164" y="3374620"/>
                  </a:lnTo>
                  <a:lnTo>
                    <a:pt x="646170" y="3368479"/>
                  </a:lnTo>
                  <a:lnTo>
                    <a:pt x="708785" y="3359512"/>
                  </a:lnTo>
                  <a:lnTo>
                    <a:pt x="783466" y="3347461"/>
                  </a:lnTo>
                  <a:lnTo>
                    <a:pt x="866562" y="3332232"/>
                  </a:lnTo>
                  <a:lnTo>
                    <a:pt x="954077" y="3313846"/>
                  </a:lnTo>
                  <a:lnTo>
                    <a:pt x="1042335" y="3292378"/>
                  </a:lnTo>
                  <a:lnTo>
                    <a:pt x="1128412" y="3267879"/>
                  </a:lnTo>
                  <a:lnTo>
                    <a:pt x="1210298" y="3240326"/>
                  </a:lnTo>
                  <a:lnTo>
                    <a:pt x="1286856" y="3209586"/>
                  </a:lnTo>
                  <a:lnTo>
                    <a:pt x="1357669" y="3175398"/>
                  </a:lnTo>
                  <a:lnTo>
                    <a:pt x="1422850" y="3137373"/>
                  </a:lnTo>
                  <a:lnTo>
                    <a:pt x="1482872" y="3094999"/>
                  </a:lnTo>
                  <a:lnTo>
                    <a:pt x="1538423" y="3047664"/>
                  </a:lnTo>
                  <a:lnTo>
                    <a:pt x="1590303" y="2994690"/>
                  </a:lnTo>
                  <a:lnTo>
                    <a:pt x="1639343" y="2935400"/>
                  </a:lnTo>
                  <a:lnTo>
                    <a:pt x="1686337" y="2869237"/>
                  </a:lnTo>
                  <a:lnTo>
                    <a:pt x="1719082" y="2817546"/>
                  </a:lnTo>
                  <a:lnTo>
                    <a:pt x="1752064" y="2760942"/>
                  </a:lnTo>
                  <a:lnTo>
                    <a:pt x="1784744" y="2700469"/>
                  </a:lnTo>
                  <a:lnTo>
                    <a:pt x="1817297" y="2636048"/>
                  </a:lnTo>
                  <a:lnTo>
                    <a:pt x="1849865" y="2567653"/>
                  </a:lnTo>
                  <a:lnTo>
                    <a:pt x="1882555" y="2495320"/>
                  </a:lnTo>
                  <a:lnTo>
                    <a:pt x="1915448" y="2419147"/>
                  </a:lnTo>
                  <a:lnTo>
                    <a:pt x="1948596" y="2339302"/>
                  </a:lnTo>
                  <a:lnTo>
                    <a:pt x="1982030" y="2256024"/>
                  </a:lnTo>
                  <a:lnTo>
                    <a:pt x="2015757" y="2169623"/>
                  </a:lnTo>
                  <a:lnTo>
                    <a:pt x="2049764" y="2080478"/>
                  </a:lnTo>
                  <a:lnTo>
                    <a:pt x="2084020" y="1989030"/>
                  </a:lnTo>
                  <a:lnTo>
                    <a:pt x="2118480" y="1895777"/>
                  </a:lnTo>
                  <a:lnTo>
                    <a:pt x="2153087" y="1801261"/>
                  </a:lnTo>
                  <a:lnTo>
                    <a:pt x="2187776" y="1706056"/>
                  </a:lnTo>
                  <a:lnTo>
                    <a:pt x="2222476" y="1610753"/>
                  </a:lnTo>
                  <a:lnTo>
                    <a:pt x="2257117" y="1515949"/>
                  </a:lnTo>
                  <a:lnTo>
                    <a:pt x="2291631" y="1422223"/>
                  </a:lnTo>
                  <a:lnTo>
                    <a:pt x="2325960" y="1330130"/>
                  </a:lnTo>
                  <a:lnTo>
                    <a:pt x="2360052" y="1240184"/>
                  </a:lnTo>
                  <a:lnTo>
                    <a:pt x="2393872" y="1152844"/>
                  </a:lnTo>
                  <a:lnTo>
                    <a:pt x="2427402" y="1068512"/>
                  </a:lnTo>
                  <a:lnTo>
                    <a:pt x="2460641" y="987519"/>
                  </a:lnTo>
                  <a:lnTo>
                    <a:pt x="2493612" y="910128"/>
                  </a:lnTo>
                  <a:lnTo>
                    <a:pt x="2526361" y="836530"/>
                  </a:lnTo>
                  <a:lnTo>
                    <a:pt x="2558958" y="766846"/>
                  </a:lnTo>
                  <a:lnTo>
                    <a:pt x="2591502" y="701131"/>
                  </a:lnTo>
                  <a:lnTo>
                    <a:pt x="2624124" y="639379"/>
                  </a:lnTo>
                  <a:lnTo>
                    <a:pt x="2656985" y="581526"/>
                  </a:lnTo>
                  <a:lnTo>
                    <a:pt x="2667772" y="563509"/>
                  </a:lnTo>
                  <a:lnTo>
                    <a:pt x="2713734" y="492254"/>
                  </a:lnTo>
                  <a:lnTo>
                    <a:pt x="2761235" y="428092"/>
                  </a:lnTo>
                  <a:lnTo>
                    <a:pt x="2811000" y="370665"/>
                  </a:lnTo>
                  <a:lnTo>
                    <a:pt x="2863841" y="319367"/>
                  </a:lnTo>
                  <a:lnTo>
                    <a:pt x="2920587" y="273512"/>
                  </a:lnTo>
                  <a:lnTo>
                    <a:pt x="2982015" y="232435"/>
                  </a:lnTo>
                  <a:lnTo>
                    <a:pt x="3048764" y="195550"/>
                  </a:lnTo>
                  <a:lnTo>
                    <a:pt x="3121221" y="162378"/>
                  </a:lnTo>
                  <a:lnTo>
                    <a:pt x="3199367" y="132566"/>
                  </a:lnTo>
                  <a:lnTo>
                    <a:pt x="3282598" y="105891"/>
                  </a:lnTo>
                  <a:lnTo>
                    <a:pt x="3369542" y="82253"/>
                  </a:lnTo>
                  <a:lnTo>
                    <a:pt x="3457924" y="61656"/>
                  </a:lnTo>
                  <a:lnTo>
                    <a:pt x="3544579" y="44162"/>
                  </a:lnTo>
                  <a:lnTo>
                    <a:pt x="3625685" y="29839"/>
                  </a:lnTo>
                  <a:lnTo>
                    <a:pt x="3697267" y="18683"/>
                  </a:lnTo>
                  <a:lnTo>
                    <a:pt x="3755914" y="10555"/>
                  </a:lnTo>
                  <a:lnTo>
                    <a:pt x="3799527" y="5147"/>
                  </a:lnTo>
                  <a:lnTo>
                    <a:pt x="3827858" y="1987"/>
                  </a:lnTo>
                  <a:lnTo>
                    <a:pt x="3842695" y="493"/>
                  </a:lnTo>
                  <a:lnTo>
                    <a:pt x="3847702" y="3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27" y="83"/>
                  </a:lnTo>
                  <a:lnTo>
                    <a:pt x="4395692" y="678"/>
                  </a:lnTo>
                  <a:lnTo>
                    <a:pt x="4414872" y="2324"/>
                  </a:lnTo>
                  <a:lnTo>
                    <a:pt x="4448799" y="5556"/>
                  </a:lnTo>
                  <a:lnTo>
                    <a:pt x="4498625" y="10853"/>
                  </a:lnTo>
                  <a:lnTo>
                    <a:pt x="4563364" y="18573"/>
                  </a:lnTo>
                  <a:lnTo>
                    <a:pt x="4640230" y="28927"/>
                  </a:lnTo>
                  <a:lnTo>
                    <a:pt x="4725330" y="41986"/>
                  </a:lnTo>
                  <a:lnTo>
                    <a:pt x="4814490" y="57720"/>
                  </a:lnTo>
                  <a:lnTo>
                    <a:pt x="4903946" y="76067"/>
                  </a:lnTo>
                  <a:lnTo>
                    <a:pt x="4990774" y="96989"/>
                  </a:lnTo>
                  <a:lnTo>
                    <a:pt x="5073023" y="120520"/>
                  </a:lnTo>
                  <a:lnTo>
                    <a:pt x="5149651" y="146792"/>
                  </a:lnTo>
                  <a:lnTo>
                    <a:pt x="5220341" y="176054"/>
                  </a:lnTo>
                  <a:lnTo>
                    <a:pt x="5285305" y="208664"/>
                  </a:lnTo>
                  <a:lnTo>
                    <a:pt x="5345098" y="245084"/>
                  </a:lnTo>
                  <a:lnTo>
                    <a:pt x="5400479" y="285862"/>
                  </a:lnTo>
                  <a:lnTo>
                    <a:pt x="5452299" y="331588"/>
                  </a:lnTo>
                  <a:lnTo>
                    <a:pt x="5501425" y="382830"/>
                  </a:lnTo>
                  <a:lnTo>
                    <a:pt x="5548664" y="440011"/>
                  </a:lnTo>
                  <a:lnTo>
                    <a:pt x="5567201" y="464600"/>
                  </a:lnTo>
                  <a:lnTo>
                    <a:pt x="5602891" y="515266"/>
                  </a:lnTo>
                  <a:lnTo>
                    <a:pt x="5638246" y="569678"/>
                  </a:lnTo>
                  <a:lnTo>
                    <a:pt x="5673482" y="627912"/>
                  </a:lnTo>
                  <a:lnTo>
                    <a:pt x="5708769" y="689982"/>
                  </a:lnTo>
                  <a:lnTo>
                    <a:pt x="5744233" y="755833"/>
                  </a:lnTo>
                  <a:lnTo>
                    <a:pt x="5779964" y="825334"/>
                  </a:lnTo>
                  <a:lnTo>
                    <a:pt x="5816014" y="898277"/>
                  </a:lnTo>
                  <a:lnTo>
                    <a:pt x="5852407" y="974372"/>
                  </a:lnTo>
                  <a:lnTo>
                    <a:pt x="5889136" y="1053249"/>
                  </a:lnTo>
                  <a:lnTo>
                    <a:pt x="5926167" y="1134465"/>
                  </a:lnTo>
                  <a:lnTo>
                    <a:pt x="5963448" y="1217512"/>
                  </a:lnTo>
                  <a:lnTo>
                    <a:pt x="6000907" y="1301828"/>
                  </a:lnTo>
                  <a:lnTo>
                    <a:pt x="6038463" y="1386815"/>
                  </a:lnTo>
                  <a:lnTo>
                    <a:pt x="6076025" y="1471853"/>
                  </a:lnTo>
                  <a:lnTo>
                    <a:pt x="6113506" y="1556321"/>
                  </a:lnTo>
                  <a:lnTo>
                    <a:pt x="6150822" y="1639616"/>
                  </a:lnTo>
                  <a:lnTo>
                    <a:pt x="6187898" y="1721169"/>
                  </a:lnTo>
                  <a:lnTo>
                    <a:pt x="6224679" y="1800462"/>
                  </a:lnTo>
                  <a:lnTo>
                    <a:pt x="6261129" y="1877041"/>
                  </a:lnTo>
                  <a:lnTo>
                    <a:pt x="6297235" y="1950523"/>
                  </a:lnTo>
                  <a:lnTo>
                    <a:pt x="6333015" y="2020606"/>
                  </a:lnTo>
                  <a:lnTo>
                    <a:pt x="6368518" y="2087068"/>
                  </a:lnTo>
                  <a:lnTo>
                    <a:pt x="6403826" y="2149764"/>
                  </a:lnTo>
                  <a:lnTo>
                    <a:pt x="6439060" y="2208628"/>
                  </a:lnTo>
                  <a:lnTo>
                    <a:pt x="6474382" y="2263664"/>
                  </a:lnTo>
                  <a:lnTo>
                    <a:pt x="6510000" y="2314937"/>
                  </a:lnTo>
                  <a:lnTo>
                    <a:pt x="6515891" y="2323001"/>
                  </a:lnTo>
                  <a:lnTo>
                    <a:pt x="6562573" y="2382609"/>
                  </a:lnTo>
                  <a:lnTo>
                    <a:pt x="6610853" y="2436192"/>
                  </a:lnTo>
                  <a:lnTo>
                    <a:pt x="6661492" y="2484062"/>
                  </a:lnTo>
                  <a:lnTo>
                    <a:pt x="6715343" y="2526749"/>
                  </a:lnTo>
                  <a:lnTo>
                    <a:pt x="6773271" y="2564844"/>
                  </a:lnTo>
                  <a:lnTo>
                    <a:pt x="6836085" y="2598919"/>
                  </a:lnTo>
                  <a:lnTo>
                    <a:pt x="6904435" y="2629471"/>
                  </a:lnTo>
                  <a:lnTo>
                    <a:pt x="6978689" y="2656905"/>
                  </a:lnTo>
                  <a:lnTo>
                    <a:pt x="7058768" y="2681511"/>
                  </a:lnTo>
                  <a:lnTo>
                    <a:pt x="7143944" y="2703467"/>
                  </a:lnTo>
                  <a:lnTo>
                    <a:pt x="7232645" y="2722846"/>
                  </a:lnTo>
                  <a:lnTo>
                    <a:pt x="7322334" y="2739634"/>
                  </a:lnTo>
                  <a:lnTo>
                    <a:pt x="7409550" y="2753771"/>
                  </a:lnTo>
                  <a:lnTo>
                    <a:pt x="7490213" y="2765206"/>
                  </a:lnTo>
                  <a:lnTo>
                    <a:pt x="7560221" y="2773964"/>
                  </a:lnTo>
                  <a:lnTo>
                    <a:pt x="7616248" y="2780195"/>
                  </a:lnTo>
                  <a:lnTo>
                    <a:pt x="7656523" y="2784202"/>
                  </a:lnTo>
                  <a:lnTo>
                    <a:pt x="7681329" y="2786420"/>
                  </a:lnTo>
                  <a:lnTo>
                    <a:pt x="7693094" y="2787371"/>
                  </a:lnTo>
                  <a:lnTo>
                    <a:pt x="7696159" y="2787596"/>
                  </a:lnTo>
                  <a:lnTo>
                    <a:pt x="7696237" y="2787601"/>
                  </a:lnTo>
                  <a:lnTo>
                    <a:pt x="8234974" y="27876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3" name="pl1693"/>
            <p:cNvSpPr/>
            <p:nvPr/>
          </p:nvSpPr>
          <p:spPr>
            <a:xfrm>
              <a:off x="546595" y="1784918"/>
              <a:ext cx="8234974" cy="3381055"/>
            </a:xfrm>
            <a:custGeom>
              <a:avLst/>
              <a:pathLst>
                <a:path w="8234974" h="3381055">
                  <a:moveTo>
                    <a:pt x="8234974" y="2787601"/>
                  </a:moveTo>
                  <a:lnTo>
                    <a:pt x="7696237" y="2787601"/>
                  </a:lnTo>
                  <a:lnTo>
                    <a:pt x="7695065" y="2787518"/>
                  </a:lnTo>
                  <a:lnTo>
                    <a:pt x="7687400" y="2786922"/>
                  </a:lnTo>
                  <a:lnTo>
                    <a:pt x="7668220" y="2785277"/>
                  </a:lnTo>
                  <a:lnTo>
                    <a:pt x="7634293" y="2782044"/>
                  </a:lnTo>
                  <a:lnTo>
                    <a:pt x="7584467" y="2776748"/>
                  </a:lnTo>
                  <a:lnTo>
                    <a:pt x="7519728" y="2769028"/>
                  </a:lnTo>
                  <a:lnTo>
                    <a:pt x="7442863" y="2758673"/>
                  </a:lnTo>
                  <a:lnTo>
                    <a:pt x="7357762" y="2745615"/>
                  </a:lnTo>
                  <a:lnTo>
                    <a:pt x="7268603" y="2729880"/>
                  </a:lnTo>
                  <a:lnTo>
                    <a:pt x="7179146" y="2711533"/>
                  </a:lnTo>
                  <a:lnTo>
                    <a:pt x="7092319" y="2690611"/>
                  </a:lnTo>
                  <a:lnTo>
                    <a:pt x="7010069" y="2667081"/>
                  </a:lnTo>
                  <a:lnTo>
                    <a:pt x="6933442" y="2640808"/>
                  </a:lnTo>
                  <a:lnTo>
                    <a:pt x="6862751" y="2611546"/>
                  </a:lnTo>
                  <a:lnTo>
                    <a:pt x="6797787" y="2578937"/>
                  </a:lnTo>
                  <a:lnTo>
                    <a:pt x="6737994" y="2542516"/>
                  </a:lnTo>
                  <a:lnTo>
                    <a:pt x="6682613" y="2501739"/>
                  </a:lnTo>
                  <a:lnTo>
                    <a:pt x="6630793" y="2456013"/>
                  </a:lnTo>
                  <a:lnTo>
                    <a:pt x="6581667" y="2404771"/>
                  </a:lnTo>
                  <a:lnTo>
                    <a:pt x="6534428" y="2347590"/>
                  </a:lnTo>
                  <a:lnTo>
                    <a:pt x="6515891" y="2323001"/>
                  </a:lnTo>
                  <a:lnTo>
                    <a:pt x="6480201" y="2272335"/>
                  </a:lnTo>
                  <a:lnTo>
                    <a:pt x="6444847" y="2217923"/>
                  </a:lnTo>
                  <a:lnTo>
                    <a:pt x="6409610" y="2159689"/>
                  </a:lnTo>
                  <a:lnTo>
                    <a:pt x="6374324" y="2097619"/>
                  </a:lnTo>
                  <a:lnTo>
                    <a:pt x="6338860" y="2031768"/>
                  </a:lnTo>
                  <a:lnTo>
                    <a:pt x="6303129" y="1962266"/>
                  </a:lnTo>
                  <a:lnTo>
                    <a:pt x="6267078" y="1889323"/>
                  </a:lnTo>
                  <a:lnTo>
                    <a:pt x="6230685" y="1813228"/>
                  </a:lnTo>
                  <a:lnTo>
                    <a:pt x="6193957" y="1734352"/>
                  </a:lnTo>
                  <a:lnTo>
                    <a:pt x="6156925" y="1653136"/>
                  </a:lnTo>
                  <a:lnTo>
                    <a:pt x="6119644" y="1570089"/>
                  </a:lnTo>
                  <a:lnTo>
                    <a:pt x="6082185" y="1485772"/>
                  </a:lnTo>
                  <a:lnTo>
                    <a:pt x="6044630" y="1400785"/>
                  </a:lnTo>
                  <a:lnTo>
                    <a:pt x="6007067" y="1315747"/>
                  </a:lnTo>
                  <a:lnTo>
                    <a:pt x="5969586" y="1231279"/>
                  </a:lnTo>
                  <a:lnTo>
                    <a:pt x="5932271" y="1147984"/>
                  </a:lnTo>
                  <a:lnTo>
                    <a:pt x="5895194" y="1066431"/>
                  </a:lnTo>
                  <a:lnTo>
                    <a:pt x="5858413" y="987138"/>
                  </a:lnTo>
                  <a:lnTo>
                    <a:pt x="5821964" y="910560"/>
                  </a:lnTo>
                  <a:lnTo>
                    <a:pt x="5785858" y="837077"/>
                  </a:lnTo>
                  <a:lnTo>
                    <a:pt x="5750077" y="766994"/>
                  </a:lnTo>
                  <a:lnTo>
                    <a:pt x="5714574" y="700533"/>
                  </a:lnTo>
                  <a:lnTo>
                    <a:pt x="5679266" y="637837"/>
                  </a:lnTo>
                  <a:lnTo>
                    <a:pt x="5644032" y="578972"/>
                  </a:lnTo>
                  <a:lnTo>
                    <a:pt x="5608711" y="523937"/>
                  </a:lnTo>
                  <a:lnTo>
                    <a:pt x="5573093" y="472663"/>
                  </a:lnTo>
                  <a:lnTo>
                    <a:pt x="5567201" y="464600"/>
                  </a:lnTo>
                  <a:lnTo>
                    <a:pt x="5520519" y="404991"/>
                  </a:lnTo>
                  <a:lnTo>
                    <a:pt x="5472240" y="351409"/>
                  </a:lnTo>
                  <a:lnTo>
                    <a:pt x="5421600" y="303538"/>
                  </a:lnTo>
                  <a:lnTo>
                    <a:pt x="5367750" y="260852"/>
                  </a:lnTo>
                  <a:lnTo>
                    <a:pt x="5309821" y="222756"/>
                  </a:lnTo>
                  <a:lnTo>
                    <a:pt x="5247008" y="188682"/>
                  </a:lnTo>
                  <a:lnTo>
                    <a:pt x="5178658" y="158129"/>
                  </a:lnTo>
                  <a:lnTo>
                    <a:pt x="5104403" y="130696"/>
                  </a:lnTo>
                  <a:lnTo>
                    <a:pt x="5024324" y="106090"/>
                  </a:lnTo>
                  <a:lnTo>
                    <a:pt x="4939149" y="84133"/>
                  </a:lnTo>
                  <a:lnTo>
                    <a:pt x="4850448" y="64754"/>
                  </a:lnTo>
                  <a:lnTo>
                    <a:pt x="4760759" y="47966"/>
                  </a:lnTo>
                  <a:lnTo>
                    <a:pt x="4673542" y="33830"/>
                  </a:lnTo>
                  <a:lnTo>
                    <a:pt x="4592879" y="22395"/>
                  </a:lnTo>
                  <a:lnTo>
                    <a:pt x="4522872" y="13637"/>
                  </a:lnTo>
                  <a:lnTo>
                    <a:pt x="4466845" y="7405"/>
                  </a:lnTo>
                  <a:lnTo>
                    <a:pt x="4426569" y="3399"/>
                  </a:lnTo>
                  <a:lnTo>
                    <a:pt x="4401763" y="1180"/>
                  </a:lnTo>
                  <a:lnTo>
                    <a:pt x="4389998" y="230"/>
                  </a:lnTo>
                  <a:lnTo>
                    <a:pt x="4386933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8" y="96"/>
                  </a:lnTo>
                  <a:lnTo>
                    <a:pt x="3839663" y="785"/>
                  </a:lnTo>
                  <a:lnTo>
                    <a:pt x="3821280" y="2690"/>
                  </a:lnTo>
                  <a:lnTo>
                    <a:pt x="3788691" y="6435"/>
                  </a:lnTo>
                  <a:lnTo>
                    <a:pt x="3740684" y="12576"/>
                  </a:lnTo>
                  <a:lnTo>
                    <a:pt x="3678070" y="21543"/>
                  </a:lnTo>
                  <a:lnTo>
                    <a:pt x="3603389" y="33593"/>
                  </a:lnTo>
                  <a:lnTo>
                    <a:pt x="3520293" y="48823"/>
                  </a:lnTo>
                  <a:lnTo>
                    <a:pt x="3432778" y="67208"/>
                  </a:lnTo>
                  <a:lnTo>
                    <a:pt x="3344520" y="88677"/>
                  </a:lnTo>
                  <a:lnTo>
                    <a:pt x="3258443" y="113176"/>
                  </a:lnTo>
                  <a:lnTo>
                    <a:pt x="3176556" y="140729"/>
                  </a:lnTo>
                  <a:lnTo>
                    <a:pt x="3099998" y="171469"/>
                  </a:lnTo>
                  <a:lnTo>
                    <a:pt x="3029186" y="205657"/>
                  </a:lnTo>
                  <a:lnTo>
                    <a:pt x="2964004" y="243682"/>
                  </a:lnTo>
                  <a:lnTo>
                    <a:pt x="2903983" y="286055"/>
                  </a:lnTo>
                  <a:lnTo>
                    <a:pt x="2848432" y="333390"/>
                  </a:lnTo>
                  <a:lnTo>
                    <a:pt x="2796552" y="386365"/>
                  </a:lnTo>
                  <a:lnTo>
                    <a:pt x="2747512" y="445655"/>
                  </a:lnTo>
                  <a:lnTo>
                    <a:pt x="2700517" y="511817"/>
                  </a:lnTo>
                  <a:lnTo>
                    <a:pt x="2667772" y="563509"/>
                  </a:lnTo>
                  <a:lnTo>
                    <a:pt x="2634791" y="620113"/>
                  </a:lnTo>
                  <a:lnTo>
                    <a:pt x="2602111" y="680586"/>
                  </a:lnTo>
                  <a:lnTo>
                    <a:pt x="2569557" y="745007"/>
                  </a:lnTo>
                  <a:lnTo>
                    <a:pt x="2536990" y="813401"/>
                  </a:lnTo>
                  <a:lnTo>
                    <a:pt x="2504299" y="885735"/>
                  </a:lnTo>
                  <a:lnTo>
                    <a:pt x="2471407" y="961908"/>
                  </a:lnTo>
                  <a:lnTo>
                    <a:pt x="2438259" y="1041753"/>
                  </a:lnTo>
                  <a:lnTo>
                    <a:pt x="2404825" y="1125030"/>
                  </a:lnTo>
                  <a:lnTo>
                    <a:pt x="2371098" y="1211431"/>
                  </a:lnTo>
                  <a:lnTo>
                    <a:pt x="2337091" y="1300577"/>
                  </a:lnTo>
                  <a:lnTo>
                    <a:pt x="2302835" y="1392024"/>
                  </a:lnTo>
                  <a:lnTo>
                    <a:pt x="2268375" y="1485277"/>
                  </a:lnTo>
                  <a:lnTo>
                    <a:pt x="2233768" y="1579794"/>
                  </a:lnTo>
                  <a:lnTo>
                    <a:pt x="2199079" y="1674999"/>
                  </a:lnTo>
                  <a:lnTo>
                    <a:pt x="2164379" y="1770301"/>
                  </a:lnTo>
                  <a:lnTo>
                    <a:pt x="2129738" y="1865106"/>
                  </a:lnTo>
                  <a:lnTo>
                    <a:pt x="2095223" y="1958832"/>
                  </a:lnTo>
                  <a:lnTo>
                    <a:pt x="2060895" y="2050925"/>
                  </a:lnTo>
                  <a:lnTo>
                    <a:pt x="2026803" y="2140871"/>
                  </a:lnTo>
                  <a:lnTo>
                    <a:pt x="1992983" y="2228211"/>
                  </a:lnTo>
                  <a:lnTo>
                    <a:pt x="1959453" y="2312543"/>
                  </a:lnTo>
                  <a:lnTo>
                    <a:pt x="1926214" y="2393536"/>
                  </a:lnTo>
                  <a:lnTo>
                    <a:pt x="1893242" y="2470927"/>
                  </a:lnTo>
                  <a:lnTo>
                    <a:pt x="1860494" y="2544525"/>
                  </a:lnTo>
                  <a:lnTo>
                    <a:pt x="1827897" y="2614209"/>
                  </a:lnTo>
                  <a:lnTo>
                    <a:pt x="1795352" y="2679924"/>
                  </a:lnTo>
                  <a:lnTo>
                    <a:pt x="1762731" y="2741676"/>
                  </a:lnTo>
                  <a:lnTo>
                    <a:pt x="1729869" y="2799529"/>
                  </a:lnTo>
                  <a:lnTo>
                    <a:pt x="1719082" y="2817546"/>
                  </a:lnTo>
                  <a:lnTo>
                    <a:pt x="1673120" y="2888801"/>
                  </a:lnTo>
                  <a:lnTo>
                    <a:pt x="1625620" y="2952963"/>
                  </a:lnTo>
                  <a:lnTo>
                    <a:pt x="1575854" y="3010390"/>
                  </a:lnTo>
                  <a:lnTo>
                    <a:pt x="1523014" y="3061688"/>
                  </a:lnTo>
                  <a:lnTo>
                    <a:pt x="1466268" y="3107543"/>
                  </a:lnTo>
                  <a:lnTo>
                    <a:pt x="1404840" y="3148619"/>
                  </a:lnTo>
                  <a:lnTo>
                    <a:pt x="1338090" y="3185505"/>
                  </a:lnTo>
                  <a:lnTo>
                    <a:pt x="1265634" y="3218677"/>
                  </a:lnTo>
                  <a:lnTo>
                    <a:pt x="1187488" y="3248489"/>
                  </a:lnTo>
                  <a:lnTo>
                    <a:pt x="1104256" y="3275164"/>
                  </a:lnTo>
                  <a:lnTo>
                    <a:pt x="1017313" y="3298801"/>
                  </a:lnTo>
                  <a:lnTo>
                    <a:pt x="928931" y="3319399"/>
                  </a:lnTo>
                  <a:lnTo>
                    <a:pt x="842276" y="3336892"/>
                  </a:lnTo>
                  <a:lnTo>
                    <a:pt x="761170" y="3351215"/>
                  </a:lnTo>
                  <a:lnTo>
                    <a:pt x="689588" y="3362372"/>
                  </a:lnTo>
                  <a:lnTo>
                    <a:pt x="630940" y="3370500"/>
                  </a:lnTo>
                  <a:lnTo>
                    <a:pt x="587328" y="3375908"/>
                  </a:lnTo>
                  <a:lnTo>
                    <a:pt x="558997" y="3379068"/>
                  </a:lnTo>
                  <a:lnTo>
                    <a:pt x="544160" y="3380562"/>
                  </a:lnTo>
                  <a:lnTo>
                    <a:pt x="539153" y="3381020"/>
                  </a:lnTo>
                  <a:lnTo>
                    <a:pt x="538736" y="3381055"/>
                  </a:lnTo>
                  <a:lnTo>
                    <a:pt x="0" y="33810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4" name="pg1694"/>
            <p:cNvSpPr/>
            <p:nvPr/>
          </p:nvSpPr>
          <p:spPr>
            <a:xfrm>
              <a:off x="546595" y="4806635"/>
              <a:ext cx="8234974" cy="446451"/>
            </a:xfrm>
            <a:custGeom>
              <a:avLst/>
              <a:pathLst>
                <a:path w="8234974" h="446451">
                  <a:moveTo>
                    <a:pt x="0" y="446451"/>
                  </a:moveTo>
                  <a:lnTo>
                    <a:pt x="538736" y="446451"/>
                  </a:lnTo>
                  <a:lnTo>
                    <a:pt x="540038" y="446443"/>
                  </a:lnTo>
                  <a:lnTo>
                    <a:pt x="548529" y="446382"/>
                  </a:lnTo>
                  <a:lnTo>
                    <a:pt x="569696" y="446214"/>
                  </a:lnTo>
                  <a:lnTo>
                    <a:pt x="606934" y="445883"/>
                  </a:lnTo>
                  <a:lnTo>
                    <a:pt x="661218" y="445344"/>
                  </a:lnTo>
                  <a:lnTo>
                    <a:pt x="731090" y="444560"/>
                  </a:lnTo>
                  <a:lnTo>
                    <a:pt x="813138" y="443515"/>
                  </a:lnTo>
                  <a:lnTo>
                    <a:pt x="902885" y="442202"/>
                  </a:lnTo>
                  <a:lnTo>
                    <a:pt x="995748" y="440628"/>
                  </a:lnTo>
                  <a:lnTo>
                    <a:pt x="1087798" y="438798"/>
                  </a:lnTo>
                  <a:lnTo>
                    <a:pt x="1176149" y="436714"/>
                  </a:lnTo>
                  <a:lnTo>
                    <a:pt x="1259034" y="434369"/>
                  </a:lnTo>
                  <a:lnTo>
                    <a:pt x="1335654" y="431744"/>
                  </a:lnTo>
                  <a:lnTo>
                    <a:pt x="1405950" y="428808"/>
                  </a:lnTo>
                  <a:lnTo>
                    <a:pt x="1470365" y="425521"/>
                  </a:lnTo>
                  <a:lnTo>
                    <a:pt x="1529653" y="421830"/>
                  </a:lnTo>
                  <a:lnTo>
                    <a:pt x="1584728" y="417675"/>
                  </a:lnTo>
                  <a:lnTo>
                    <a:pt x="1636557" y="412997"/>
                  </a:lnTo>
                  <a:lnTo>
                    <a:pt x="1686070" y="407745"/>
                  </a:lnTo>
                  <a:lnTo>
                    <a:pt x="1719082" y="403802"/>
                  </a:lnTo>
                  <a:lnTo>
                    <a:pt x="1771462" y="396841"/>
                  </a:lnTo>
                  <a:lnTo>
                    <a:pt x="1823339" y="389127"/>
                  </a:lnTo>
                  <a:lnTo>
                    <a:pt x="1875299" y="380653"/>
                  </a:lnTo>
                  <a:lnTo>
                    <a:pt x="1927725" y="371437"/>
                  </a:lnTo>
                  <a:lnTo>
                    <a:pt x="1980827" y="361534"/>
                  </a:lnTo>
                  <a:lnTo>
                    <a:pt x="2034666" y="351030"/>
                  </a:lnTo>
                  <a:lnTo>
                    <a:pt x="2089172" y="340047"/>
                  </a:lnTo>
                  <a:lnTo>
                    <a:pt x="2144171" y="328733"/>
                  </a:lnTo>
                  <a:lnTo>
                    <a:pt x="2199420" y="317259"/>
                  </a:lnTo>
                  <a:lnTo>
                    <a:pt x="2254638" y="305804"/>
                  </a:lnTo>
                  <a:lnTo>
                    <a:pt x="2309549" y="294548"/>
                  </a:lnTo>
                  <a:lnTo>
                    <a:pt x="2363922" y="283657"/>
                  </a:lnTo>
                  <a:lnTo>
                    <a:pt x="2417603" y="273274"/>
                  </a:lnTo>
                  <a:lnTo>
                    <a:pt x="2470548" y="263513"/>
                  </a:lnTo>
                  <a:lnTo>
                    <a:pt x="2522849" y="254455"/>
                  </a:lnTo>
                  <a:lnTo>
                    <a:pt x="2574753" y="246145"/>
                  </a:lnTo>
                  <a:lnTo>
                    <a:pt x="2626682" y="238596"/>
                  </a:lnTo>
                  <a:lnTo>
                    <a:pt x="2667772" y="233207"/>
                  </a:lnTo>
                  <a:lnTo>
                    <a:pt x="2716176" y="227547"/>
                  </a:lnTo>
                  <a:lnTo>
                    <a:pt x="2766324" y="222480"/>
                  </a:lnTo>
                  <a:lnTo>
                    <a:pt x="2819070" y="217973"/>
                  </a:lnTo>
                  <a:lnTo>
                    <a:pt x="2875368" y="213971"/>
                  </a:lnTo>
                  <a:lnTo>
                    <a:pt x="2936177" y="210412"/>
                  </a:lnTo>
                  <a:lnTo>
                    <a:pt x="3002374" y="207241"/>
                  </a:lnTo>
                  <a:lnTo>
                    <a:pt x="3074633" y="204408"/>
                  </a:lnTo>
                  <a:lnTo>
                    <a:pt x="3153261" y="201873"/>
                  </a:lnTo>
                  <a:lnTo>
                    <a:pt x="3237995" y="199612"/>
                  </a:lnTo>
                  <a:lnTo>
                    <a:pt x="3327753" y="197608"/>
                  </a:lnTo>
                  <a:lnTo>
                    <a:pt x="3420423" y="195858"/>
                  </a:lnTo>
                  <a:lnTo>
                    <a:pt x="3512771" y="194365"/>
                  </a:lnTo>
                  <a:lnTo>
                    <a:pt x="3600602" y="193137"/>
                  </a:lnTo>
                  <a:lnTo>
                    <a:pt x="3679268" y="192175"/>
                  </a:lnTo>
                  <a:lnTo>
                    <a:pt x="3744523" y="191471"/>
                  </a:lnTo>
                  <a:lnTo>
                    <a:pt x="3793488" y="191002"/>
                  </a:lnTo>
                  <a:lnTo>
                    <a:pt x="3825442" y="190728"/>
                  </a:lnTo>
                  <a:lnTo>
                    <a:pt x="3842145" y="190599"/>
                  </a:lnTo>
                  <a:lnTo>
                    <a:pt x="3847692" y="190561"/>
                  </a:lnTo>
                  <a:lnTo>
                    <a:pt x="3848118" y="190558"/>
                  </a:lnTo>
                  <a:lnTo>
                    <a:pt x="4386855" y="190558"/>
                  </a:lnTo>
                  <a:lnTo>
                    <a:pt x="4388157" y="190552"/>
                  </a:lnTo>
                  <a:lnTo>
                    <a:pt x="4396652" y="190508"/>
                  </a:lnTo>
                  <a:lnTo>
                    <a:pt x="4417828" y="190386"/>
                  </a:lnTo>
                  <a:lnTo>
                    <a:pt x="4455081" y="190147"/>
                  </a:lnTo>
                  <a:lnTo>
                    <a:pt x="4509386" y="189756"/>
                  </a:lnTo>
                  <a:lnTo>
                    <a:pt x="4579280" y="189190"/>
                  </a:lnTo>
                  <a:lnTo>
                    <a:pt x="4661351" y="188433"/>
                  </a:lnTo>
                  <a:lnTo>
                    <a:pt x="4751118" y="187483"/>
                  </a:lnTo>
                  <a:lnTo>
                    <a:pt x="4843997" y="186344"/>
                  </a:lnTo>
                  <a:lnTo>
                    <a:pt x="4936057" y="185020"/>
                  </a:lnTo>
                  <a:lnTo>
                    <a:pt x="5024415" y="183511"/>
                  </a:lnTo>
                  <a:lnTo>
                    <a:pt x="5107302" y="181814"/>
                  </a:lnTo>
                  <a:lnTo>
                    <a:pt x="5183921" y="179914"/>
                  </a:lnTo>
                  <a:lnTo>
                    <a:pt x="5254215" y="177790"/>
                  </a:lnTo>
                  <a:lnTo>
                    <a:pt x="5318628" y="175411"/>
                  </a:lnTo>
                  <a:lnTo>
                    <a:pt x="5377914" y="172740"/>
                  </a:lnTo>
                  <a:lnTo>
                    <a:pt x="5432988" y="169733"/>
                  </a:lnTo>
                  <a:lnTo>
                    <a:pt x="5484817" y="166347"/>
                  </a:lnTo>
                  <a:lnTo>
                    <a:pt x="5534333" y="162546"/>
                  </a:lnTo>
                  <a:lnTo>
                    <a:pt x="5567201" y="159706"/>
                  </a:lnTo>
                  <a:lnTo>
                    <a:pt x="5619777" y="154650"/>
                  </a:lnTo>
                  <a:lnTo>
                    <a:pt x="5671849" y="149046"/>
                  </a:lnTo>
                  <a:lnTo>
                    <a:pt x="5724008" y="142887"/>
                  </a:lnTo>
                  <a:lnTo>
                    <a:pt x="5776639" y="136188"/>
                  </a:lnTo>
                  <a:lnTo>
                    <a:pt x="5829954" y="128989"/>
                  </a:lnTo>
                  <a:lnTo>
                    <a:pt x="5884010" y="121354"/>
                  </a:lnTo>
                  <a:lnTo>
                    <a:pt x="5938736" y="113372"/>
                  </a:lnTo>
                  <a:lnTo>
                    <a:pt x="5993953" y="105151"/>
                  </a:lnTo>
                  <a:lnTo>
                    <a:pt x="6049414" y="96818"/>
                  </a:lnTo>
                  <a:lnTo>
                    <a:pt x="6104833" y="88503"/>
                  </a:lnTo>
                  <a:lnTo>
                    <a:pt x="6159934" y="80338"/>
                  </a:lnTo>
                  <a:lnTo>
                    <a:pt x="6214484" y="72444"/>
                  </a:lnTo>
                  <a:lnTo>
                    <a:pt x="6268332" y="64924"/>
                  </a:lnTo>
                  <a:lnTo>
                    <a:pt x="6321441" y="57861"/>
                  </a:lnTo>
                  <a:lnTo>
                    <a:pt x="6373909" y="51313"/>
                  </a:lnTo>
                  <a:lnTo>
                    <a:pt x="6425996" y="45311"/>
                  </a:lnTo>
                  <a:lnTo>
                    <a:pt x="6478142" y="39864"/>
                  </a:lnTo>
                  <a:lnTo>
                    <a:pt x="6515891" y="36296"/>
                  </a:lnTo>
                  <a:lnTo>
                    <a:pt x="6564303" y="32201"/>
                  </a:lnTo>
                  <a:lnTo>
                    <a:pt x="6614458" y="28535"/>
                  </a:lnTo>
                  <a:lnTo>
                    <a:pt x="6667215" y="25275"/>
                  </a:lnTo>
                  <a:lnTo>
                    <a:pt x="6723523" y="22379"/>
                  </a:lnTo>
                  <a:lnTo>
                    <a:pt x="6784345" y="19805"/>
                  </a:lnTo>
                  <a:lnTo>
                    <a:pt x="6850558" y="17511"/>
                  </a:lnTo>
                  <a:lnTo>
                    <a:pt x="6922834" y="15461"/>
                  </a:lnTo>
                  <a:lnTo>
                    <a:pt x="7001482" y="13627"/>
                  </a:lnTo>
                  <a:lnTo>
                    <a:pt x="7086236" y="11991"/>
                  </a:lnTo>
                  <a:lnTo>
                    <a:pt x="7176014" y="10542"/>
                  </a:lnTo>
                  <a:lnTo>
                    <a:pt x="7268701" y="9276"/>
                  </a:lnTo>
                  <a:lnTo>
                    <a:pt x="7361060" y="8196"/>
                  </a:lnTo>
                  <a:lnTo>
                    <a:pt x="7448890" y="7308"/>
                  </a:lnTo>
                  <a:lnTo>
                    <a:pt x="7527545" y="6612"/>
                  </a:lnTo>
                  <a:lnTo>
                    <a:pt x="7592776" y="6103"/>
                  </a:lnTo>
                  <a:lnTo>
                    <a:pt x="7641707" y="5764"/>
                  </a:lnTo>
                  <a:lnTo>
                    <a:pt x="7673624" y="5567"/>
                  </a:lnTo>
                  <a:lnTo>
                    <a:pt x="7690293" y="5474"/>
                  </a:lnTo>
                  <a:lnTo>
                    <a:pt x="7695816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6"/>
                  </a:lnTo>
                  <a:lnTo>
                    <a:pt x="7686440" y="50"/>
                  </a:lnTo>
                  <a:lnTo>
                    <a:pt x="7665264" y="172"/>
                  </a:lnTo>
                  <a:lnTo>
                    <a:pt x="7628011" y="411"/>
                  </a:lnTo>
                  <a:lnTo>
                    <a:pt x="7573707" y="801"/>
                  </a:lnTo>
                  <a:lnTo>
                    <a:pt x="7503812" y="1368"/>
                  </a:lnTo>
                  <a:lnTo>
                    <a:pt x="7421741" y="2125"/>
                  </a:lnTo>
                  <a:lnTo>
                    <a:pt x="7331974" y="3074"/>
                  </a:lnTo>
                  <a:lnTo>
                    <a:pt x="7239095" y="4214"/>
                  </a:lnTo>
                  <a:lnTo>
                    <a:pt x="7147035" y="5538"/>
                  </a:lnTo>
                  <a:lnTo>
                    <a:pt x="7058678" y="7046"/>
                  </a:lnTo>
                  <a:lnTo>
                    <a:pt x="6975791" y="8744"/>
                  </a:lnTo>
                  <a:lnTo>
                    <a:pt x="6899171" y="10643"/>
                  </a:lnTo>
                  <a:lnTo>
                    <a:pt x="6828878" y="12767"/>
                  </a:lnTo>
                  <a:lnTo>
                    <a:pt x="6764465" y="15146"/>
                  </a:lnTo>
                  <a:lnTo>
                    <a:pt x="6705178" y="17818"/>
                  </a:lnTo>
                  <a:lnTo>
                    <a:pt x="6650105" y="20825"/>
                  </a:lnTo>
                  <a:lnTo>
                    <a:pt x="6598275" y="24211"/>
                  </a:lnTo>
                  <a:lnTo>
                    <a:pt x="6548760" y="28012"/>
                  </a:lnTo>
                  <a:lnTo>
                    <a:pt x="6515891" y="30852"/>
                  </a:lnTo>
                  <a:lnTo>
                    <a:pt x="6463316" y="35908"/>
                  </a:lnTo>
                  <a:lnTo>
                    <a:pt x="6411243" y="41512"/>
                  </a:lnTo>
                  <a:lnTo>
                    <a:pt x="6359085" y="47671"/>
                  </a:lnTo>
                  <a:lnTo>
                    <a:pt x="6306454" y="54369"/>
                  </a:lnTo>
                  <a:lnTo>
                    <a:pt x="6253139" y="61568"/>
                  </a:lnTo>
                  <a:lnTo>
                    <a:pt x="6199082" y="69204"/>
                  </a:lnTo>
                  <a:lnTo>
                    <a:pt x="6144357" y="77186"/>
                  </a:lnTo>
                  <a:lnTo>
                    <a:pt x="6089139" y="85407"/>
                  </a:lnTo>
                  <a:lnTo>
                    <a:pt x="6033679" y="93740"/>
                  </a:lnTo>
                  <a:lnTo>
                    <a:pt x="5978259" y="102055"/>
                  </a:lnTo>
                  <a:lnTo>
                    <a:pt x="5923159" y="110220"/>
                  </a:lnTo>
                  <a:lnTo>
                    <a:pt x="5868609" y="118114"/>
                  </a:lnTo>
                  <a:lnTo>
                    <a:pt x="5814760" y="125634"/>
                  </a:lnTo>
                  <a:lnTo>
                    <a:pt x="5761651" y="132696"/>
                  </a:lnTo>
                  <a:lnTo>
                    <a:pt x="5709183" y="139245"/>
                  </a:lnTo>
                  <a:lnTo>
                    <a:pt x="5657096" y="145247"/>
                  </a:lnTo>
                  <a:lnTo>
                    <a:pt x="5604951" y="150694"/>
                  </a:lnTo>
                  <a:lnTo>
                    <a:pt x="5567201" y="154261"/>
                  </a:lnTo>
                  <a:lnTo>
                    <a:pt x="5518790" y="158356"/>
                  </a:lnTo>
                  <a:lnTo>
                    <a:pt x="5468634" y="162022"/>
                  </a:lnTo>
                  <a:lnTo>
                    <a:pt x="5415878" y="165283"/>
                  </a:lnTo>
                  <a:lnTo>
                    <a:pt x="5359569" y="168179"/>
                  </a:lnTo>
                  <a:lnTo>
                    <a:pt x="5298747" y="170753"/>
                  </a:lnTo>
                  <a:lnTo>
                    <a:pt x="5232535" y="173047"/>
                  </a:lnTo>
                  <a:lnTo>
                    <a:pt x="5160259" y="175097"/>
                  </a:lnTo>
                  <a:lnTo>
                    <a:pt x="5081610" y="176930"/>
                  </a:lnTo>
                  <a:lnTo>
                    <a:pt x="4996856" y="178566"/>
                  </a:lnTo>
                  <a:lnTo>
                    <a:pt x="4907078" y="180016"/>
                  </a:lnTo>
                  <a:lnTo>
                    <a:pt x="4814391" y="181282"/>
                  </a:lnTo>
                  <a:lnTo>
                    <a:pt x="4722033" y="182361"/>
                  </a:lnTo>
                  <a:lnTo>
                    <a:pt x="4634202" y="183250"/>
                  </a:lnTo>
                  <a:lnTo>
                    <a:pt x="4555547" y="183945"/>
                  </a:lnTo>
                  <a:lnTo>
                    <a:pt x="4490317" y="184454"/>
                  </a:lnTo>
                  <a:lnTo>
                    <a:pt x="4441385" y="184793"/>
                  </a:lnTo>
                  <a:lnTo>
                    <a:pt x="4409469" y="184991"/>
                  </a:lnTo>
                  <a:lnTo>
                    <a:pt x="4392800" y="185084"/>
                  </a:lnTo>
                  <a:lnTo>
                    <a:pt x="4387276" y="185112"/>
                  </a:lnTo>
                  <a:lnTo>
                    <a:pt x="4386855" y="185114"/>
                  </a:lnTo>
                  <a:lnTo>
                    <a:pt x="3848118" y="185114"/>
                  </a:lnTo>
                  <a:lnTo>
                    <a:pt x="3846817" y="185122"/>
                  </a:lnTo>
                  <a:lnTo>
                    <a:pt x="3838326" y="185183"/>
                  </a:lnTo>
                  <a:lnTo>
                    <a:pt x="3817159" y="185351"/>
                  </a:lnTo>
                  <a:lnTo>
                    <a:pt x="3779921" y="185682"/>
                  </a:lnTo>
                  <a:lnTo>
                    <a:pt x="3725636" y="186221"/>
                  </a:lnTo>
                  <a:lnTo>
                    <a:pt x="3655765" y="187005"/>
                  </a:lnTo>
                  <a:lnTo>
                    <a:pt x="3573717" y="188050"/>
                  </a:lnTo>
                  <a:lnTo>
                    <a:pt x="3483970" y="189363"/>
                  </a:lnTo>
                  <a:lnTo>
                    <a:pt x="3391106" y="190937"/>
                  </a:lnTo>
                  <a:lnTo>
                    <a:pt x="3299057" y="192767"/>
                  </a:lnTo>
                  <a:lnTo>
                    <a:pt x="3210706" y="194851"/>
                  </a:lnTo>
                  <a:lnTo>
                    <a:pt x="3127821" y="197196"/>
                  </a:lnTo>
                  <a:lnTo>
                    <a:pt x="3051201" y="199821"/>
                  </a:lnTo>
                  <a:lnTo>
                    <a:pt x="2980905" y="202757"/>
                  </a:lnTo>
                  <a:lnTo>
                    <a:pt x="2916490" y="206044"/>
                  </a:lnTo>
                  <a:lnTo>
                    <a:pt x="2857201" y="209735"/>
                  </a:lnTo>
                  <a:lnTo>
                    <a:pt x="2802126" y="213890"/>
                  </a:lnTo>
                  <a:lnTo>
                    <a:pt x="2750298" y="218568"/>
                  </a:lnTo>
                  <a:lnTo>
                    <a:pt x="2700784" y="223820"/>
                  </a:lnTo>
                  <a:lnTo>
                    <a:pt x="2667772" y="227763"/>
                  </a:lnTo>
                  <a:lnTo>
                    <a:pt x="2615393" y="234724"/>
                  </a:lnTo>
                  <a:lnTo>
                    <a:pt x="2563515" y="242437"/>
                  </a:lnTo>
                  <a:lnTo>
                    <a:pt x="2511555" y="250912"/>
                  </a:lnTo>
                  <a:lnTo>
                    <a:pt x="2459130" y="260127"/>
                  </a:lnTo>
                  <a:lnTo>
                    <a:pt x="2406027" y="270031"/>
                  </a:lnTo>
                  <a:lnTo>
                    <a:pt x="2352189" y="280535"/>
                  </a:lnTo>
                  <a:lnTo>
                    <a:pt x="2297683" y="291518"/>
                  </a:lnTo>
                  <a:lnTo>
                    <a:pt x="2242683" y="302832"/>
                  </a:lnTo>
                  <a:lnTo>
                    <a:pt x="2187435" y="314306"/>
                  </a:lnTo>
                  <a:lnTo>
                    <a:pt x="2132217" y="325761"/>
                  </a:lnTo>
                  <a:lnTo>
                    <a:pt x="2077305" y="337017"/>
                  </a:lnTo>
                  <a:lnTo>
                    <a:pt x="2022933" y="347908"/>
                  </a:lnTo>
                  <a:lnTo>
                    <a:pt x="1969252" y="358291"/>
                  </a:lnTo>
                  <a:lnTo>
                    <a:pt x="1916306" y="368052"/>
                  </a:lnTo>
                  <a:lnTo>
                    <a:pt x="1864005" y="377110"/>
                  </a:lnTo>
                  <a:lnTo>
                    <a:pt x="1812102" y="385420"/>
                  </a:lnTo>
                  <a:lnTo>
                    <a:pt x="1760173" y="392969"/>
                  </a:lnTo>
                  <a:lnTo>
                    <a:pt x="1719082" y="398358"/>
                  </a:lnTo>
                  <a:lnTo>
                    <a:pt x="1670679" y="404018"/>
                  </a:lnTo>
                  <a:lnTo>
                    <a:pt x="1620531" y="409085"/>
                  </a:lnTo>
                  <a:lnTo>
                    <a:pt x="1567784" y="413592"/>
                  </a:lnTo>
                  <a:lnTo>
                    <a:pt x="1511486" y="417594"/>
                  </a:lnTo>
                  <a:lnTo>
                    <a:pt x="1450677" y="421153"/>
                  </a:lnTo>
                  <a:lnTo>
                    <a:pt x="1384480" y="424324"/>
                  </a:lnTo>
                  <a:lnTo>
                    <a:pt x="1312222" y="427157"/>
                  </a:lnTo>
                  <a:lnTo>
                    <a:pt x="1233593" y="429692"/>
                  </a:lnTo>
                  <a:lnTo>
                    <a:pt x="1148860" y="431953"/>
                  </a:lnTo>
                  <a:lnTo>
                    <a:pt x="1059102" y="433957"/>
                  </a:lnTo>
                  <a:lnTo>
                    <a:pt x="966432" y="435707"/>
                  </a:lnTo>
                  <a:lnTo>
                    <a:pt x="874083" y="437200"/>
                  </a:lnTo>
                  <a:lnTo>
                    <a:pt x="786253" y="438428"/>
                  </a:lnTo>
                  <a:lnTo>
                    <a:pt x="707586" y="439390"/>
                  </a:lnTo>
                  <a:lnTo>
                    <a:pt x="642332" y="440094"/>
                  </a:lnTo>
                  <a:lnTo>
                    <a:pt x="593367" y="440563"/>
                  </a:lnTo>
                  <a:lnTo>
                    <a:pt x="561413" y="440837"/>
                  </a:lnTo>
                  <a:lnTo>
                    <a:pt x="544710" y="440965"/>
                  </a:lnTo>
                  <a:lnTo>
                    <a:pt x="539163" y="441004"/>
                  </a:lnTo>
                  <a:lnTo>
                    <a:pt x="538736" y="441007"/>
                  </a:lnTo>
                  <a:lnTo>
                    <a:pt x="0" y="441007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95" name="pl1695"/>
            <p:cNvSpPr/>
            <p:nvPr/>
          </p:nvSpPr>
          <p:spPr>
            <a:xfrm>
              <a:off x="546595" y="4812079"/>
              <a:ext cx="8234974" cy="441007"/>
            </a:xfrm>
            <a:custGeom>
              <a:avLst/>
              <a:pathLst>
                <a:path w="8234974" h="441007">
                  <a:moveTo>
                    <a:pt x="0" y="441007"/>
                  </a:moveTo>
                  <a:lnTo>
                    <a:pt x="538736" y="441007"/>
                  </a:lnTo>
                  <a:lnTo>
                    <a:pt x="540038" y="440998"/>
                  </a:lnTo>
                  <a:lnTo>
                    <a:pt x="548529" y="440937"/>
                  </a:lnTo>
                  <a:lnTo>
                    <a:pt x="569696" y="440769"/>
                  </a:lnTo>
                  <a:lnTo>
                    <a:pt x="606934" y="440439"/>
                  </a:lnTo>
                  <a:lnTo>
                    <a:pt x="661218" y="439899"/>
                  </a:lnTo>
                  <a:lnTo>
                    <a:pt x="731090" y="439116"/>
                  </a:lnTo>
                  <a:lnTo>
                    <a:pt x="813138" y="438070"/>
                  </a:lnTo>
                  <a:lnTo>
                    <a:pt x="902885" y="436758"/>
                  </a:lnTo>
                  <a:lnTo>
                    <a:pt x="995748" y="435184"/>
                  </a:lnTo>
                  <a:lnTo>
                    <a:pt x="1087798" y="433354"/>
                  </a:lnTo>
                  <a:lnTo>
                    <a:pt x="1176149" y="431269"/>
                  </a:lnTo>
                  <a:lnTo>
                    <a:pt x="1259034" y="428924"/>
                  </a:lnTo>
                  <a:lnTo>
                    <a:pt x="1335654" y="426299"/>
                  </a:lnTo>
                  <a:lnTo>
                    <a:pt x="1405950" y="423364"/>
                  </a:lnTo>
                  <a:lnTo>
                    <a:pt x="1470365" y="420077"/>
                  </a:lnTo>
                  <a:lnTo>
                    <a:pt x="1529653" y="416385"/>
                  </a:lnTo>
                  <a:lnTo>
                    <a:pt x="1584728" y="412230"/>
                  </a:lnTo>
                  <a:lnTo>
                    <a:pt x="1636557" y="407552"/>
                  </a:lnTo>
                  <a:lnTo>
                    <a:pt x="1686070" y="402301"/>
                  </a:lnTo>
                  <a:lnTo>
                    <a:pt x="1719082" y="398358"/>
                  </a:lnTo>
                  <a:lnTo>
                    <a:pt x="1771462" y="391396"/>
                  </a:lnTo>
                  <a:lnTo>
                    <a:pt x="1823339" y="383683"/>
                  </a:lnTo>
                  <a:lnTo>
                    <a:pt x="1875299" y="375208"/>
                  </a:lnTo>
                  <a:lnTo>
                    <a:pt x="1927725" y="365993"/>
                  </a:lnTo>
                  <a:lnTo>
                    <a:pt x="1980827" y="356090"/>
                  </a:lnTo>
                  <a:lnTo>
                    <a:pt x="2034666" y="345586"/>
                  </a:lnTo>
                  <a:lnTo>
                    <a:pt x="2089172" y="334602"/>
                  </a:lnTo>
                  <a:lnTo>
                    <a:pt x="2144171" y="323289"/>
                  </a:lnTo>
                  <a:lnTo>
                    <a:pt x="2199420" y="311814"/>
                  </a:lnTo>
                  <a:lnTo>
                    <a:pt x="2254638" y="300359"/>
                  </a:lnTo>
                  <a:lnTo>
                    <a:pt x="2309549" y="289103"/>
                  </a:lnTo>
                  <a:lnTo>
                    <a:pt x="2363922" y="278212"/>
                  </a:lnTo>
                  <a:lnTo>
                    <a:pt x="2417603" y="267829"/>
                  </a:lnTo>
                  <a:lnTo>
                    <a:pt x="2470548" y="258069"/>
                  </a:lnTo>
                  <a:lnTo>
                    <a:pt x="2522849" y="249011"/>
                  </a:lnTo>
                  <a:lnTo>
                    <a:pt x="2574753" y="240700"/>
                  </a:lnTo>
                  <a:lnTo>
                    <a:pt x="2626682" y="233152"/>
                  </a:lnTo>
                  <a:lnTo>
                    <a:pt x="2667772" y="227763"/>
                  </a:lnTo>
                  <a:lnTo>
                    <a:pt x="2716176" y="222102"/>
                  </a:lnTo>
                  <a:lnTo>
                    <a:pt x="2766324" y="217036"/>
                  </a:lnTo>
                  <a:lnTo>
                    <a:pt x="2819070" y="212528"/>
                  </a:lnTo>
                  <a:lnTo>
                    <a:pt x="2875368" y="208526"/>
                  </a:lnTo>
                  <a:lnTo>
                    <a:pt x="2936177" y="204968"/>
                  </a:lnTo>
                  <a:lnTo>
                    <a:pt x="3002374" y="201797"/>
                  </a:lnTo>
                  <a:lnTo>
                    <a:pt x="3074633" y="198963"/>
                  </a:lnTo>
                  <a:lnTo>
                    <a:pt x="3153261" y="196429"/>
                  </a:lnTo>
                  <a:lnTo>
                    <a:pt x="3237995" y="194167"/>
                  </a:lnTo>
                  <a:lnTo>
                    <a:pt x="3327753" y="192163"/>
                  </a:lnTo>
                  <a:lnTo>
                    <a:pt x="3420423" y="190413"/>
                  </a:lnTo>
                  <a:lnTo>
                    <a:pt x="3512771" y="188921"/>
                  </a:lnTo>
                  <a:lnTo>
                    <a:pt x="3600602" y="187692"/>
                  </a:lnTo>
                  <a:lnTo>
                    <a:pt x="3679268" y="186730"/>
                  </a:lnTo>
                  <a:lnTo>
                    <a:pt x="3744523" y="186027"/>
                  </a:lnTo>
                  <a:lnTo>
                    <a:pt x="3793488" y="185557"/>
                  </a:lnTo>
                  <a:lnTo>
                    <a:pt x="3825442" y="185283"/>
                  </a:lnTo>
                  <a:lnTo>
                    <a:pt x="3842145" y="185155"/>
                  </a:lnTo>
                  <a:lnTo>
                    <a:pt x="3847692" y="185116"/>
                  </a:lnTo>
                  <a:lnTo>
                    <a:pt x="3848118" y="185114"/>
                  </a:lnTo>
                  <a:lnTo>
                    <a:pt x="4386855" y="185114"/>
                  </a:lnTo>
                  <a:lnTo>
                    <a:pt x="4388157" y="185107"/>
                  </a:lnTo>
                  <a:lnTo>
                    <a:pt x="4396652" y="185063"/>
                  </a:lnTo>
                  <a:lnTo>
                    <a:pt x="4417828" y="184942"/>
                  </a:lnTo>
                  <a:lnTo>
                    <a:pt x="4455081" y="184703"/>
                  </a:lnTo>
                  <a:lnTo>
                    <a:pt x="4509386" y="184312"/>
                  </a:lnTo>
                  <a:lnTo>
                    <a:pt x="4579280" y="183745"/>
                  </a:lnTo>
                  <a:lnTo>
                    <a:pt x="4661351" y="182988"/>
                  </a:lnTo>
                  <a:lnTo>
                    <a:pt x="4751118" y="182039"/>
                  </a:lnTo>
                  <a:lnTo>
                    <a:pt x="4843997" y="180899"/>
                  </a:lnTo>
                  <a:lnTo>
                    <a:pt x="4936057" y="179575"/>
                  </a:lnTo>
                  <a:lnTo>
                    <a:pt x="5024415" y="178067"/>
                  </a:lnTo>
                  <a:lnTo>
                    <a:pt x="5107302" y="176370"/>
                  </a:lnTo>
                  <a:lnTo>
                    <a:pt x="5183921" y="174470"/>
                  </a:lnTo>
                  <a:lnTo>
                    <a:pt x="5254215" y="172346"/>
                  </a:lnTo>
                  <a:lnTo>
                    <a:pt x="5318628" y="169967"/>
                  </a:lnTo>
                  <a:lnTo>
                    <a:pt x="5377914" y="167295"/>
                  </a:lnTo>
                  <a:lnTo>
                    <a:pt x="5432988" y="164288"/>
                  </a:lnTo>
                  <a:lnTo>
                    <a:pt x="5484817" y="160902"/>
                  </a:lnTo>
                  <a:lnTo>
                    <a:pt x="5534333" y="157102"/>
                  </a:lnTo>
                  <a:lnTo>
                    <a:pt x="5567201" y="154261"/>
                  </a:lnTo>
                  <a:lnTo>
                    <a:pt x="5619777" y="149205"/>
                  </a:lnTo>
                  <a:lnTo>
                    <a:pt x="5671849" y="143601"/>
                  </a:lnTo>
                  <a:lnTo>
                    <a:pt x="5724008" y="137442"/>
                  </a:lnTo>
                  <a:lnTo>
                    <a:pt x="5776639" y="130744"/>
                  </a:lnTo>
                  <a:lnTo>
                    <a:pt x="5829954" y="123545"/>
                  </a:lnTo>
                  <a:lnTo>
                    <a:pt x="5884010" y="115910"/>
                  </a:lnTo>
                  <a:lnTo>
                    <a:pt x="5938736" y="107927"/>
                  </a:lnTo>
                  <a:lnTo>
                    <a:pt x="5993953" y="99707"/>
                  </a:lnTo>
                  <a:lnTo>
                    <a:pt x="6049414" y="91373"/>
                  </a:lnTo>
                  <a:lnTo>
                    <a:pt x="6104833" y="83058"/>
                  </a:lnTo>
                  <a:lnTo>
                    <a:pt x="6159934" y="74893"/>
                  </a:lnTo>
                  <a:lnTo>
                    <a:pt x="6214484" y="66999"/>
                  </a:lnTo>
                  <a:lnTo>
                    <a:pt x="6268332" y="59479"/>
                  </a:lnTo>
                  <a:lnTo>
                    <a:pt x="6321441" y="52417"/>
                  </a:lnTo>
                  <a:lnTo>
                    <a:pt x="6373909" y="45868"/>
                  </a:lnTo>
                  <a:lnTo>
                    <a:pt x="6425996" y="39866"/>
                  </a:lnTo>
                  <a:lnTo>
                    <a:pt x="6478142" y="34419"/>
                  </a:lnTo>
                  <a:lnTo>
                    <a:pt x="6515891" y="30852"/>
                  </a:lnTo>
                  <a:lnTo>
                    <a:pt x="6564303" y="26757"/>
                  </a:lnTo>
                  <a:lnTo>
                    <a:pt x="6614458" y="23091"/>
                  </a:lnTo>
                  <a:lnTo>
                    <a:pt x="6667215" y="19830"/>
                  </a:lnTo>
                  <a:lnTo>
                    <a:pt x="6723523" y="16934"/>
                  </a:lnTo>
                  <a:lnTo>
                    <a:pt x="6784345" y="14360"/>
                  </a:lnTo>
                  <a:lnTo>
                    <a:pt x="6850558" y="12066"/>
                  </a:lnTo>
                  <a:lnTo>
                    <a:pt x="6922834" y="10016"/>
                  </a:lnTo>
                  <a:lnTo>
                    <a:pt x="7001482" y="8183"/>
                  </a:lnTo>
                  <a:lnTo>
                    <a:pt x="7086236" y="6547"/>
                  </a:lnTo>
                  <a:lnTo>
                    <a:pt x="7176014" y="5097"/>
                  </a:lnTo>
                  <a:lnTo>
                    <a:pt x="7268701" y="3831"/>
                  </a:lnTo>
                  <a:lnTo>
                    <a:pt x="7361060" y="2752"/>
                  </a:lnTo>
                  <a:lnTo>
                    <a:pt x="7448890" y="1863"/>
                  </a:lnTo>
                  <a:lnTo>
                    <a:pt x="7527545" y="1168"/>
                  </a:lnTo>
                  <a:lnTo>
                    <a:pt x="7592776" y="659"/>
                  </a:lnTo>
                  <a:lnTo>
                    <a:pt x="7641707" y="320"/>
                  </a:lnTo>
                  <a:lnTo>
                    <a:pt x="7673624" y="122"/>
                  </a:lnTo>
                  <a:lnTo>
                    <a:pt x="7690293" y="29"/>
                  </a:lnTo>
                  <a:lnTo>
                    <a:pt x="7695816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6" name="pl1696"/>
            <p:cNvSpPr/>
            <p:nvPr/>
          </p:nvSpPr>
          <p:spPr>
            <a:xfrm>
              <a:off x="546595" y="4806635"/>
              <a:ext cx="8234974" cy="441007"/>
            </a:xfrm>
            <a:custGeom>
              <a:avLst/>
              <a:pathLst>
                <a:path w="8234974" h="441007">
                  <a:moveTo>
                    <a:pt x="8234974" y="0"/>
                  </a:moveTo>
                  <a:lnTo>
                    <a:pt x="7696237" y="0"/>
                  </a:lnTo>
                  <a:lnTo>
                    <a:pt x="7694935" y="6"/>
                  </a:lnTo>
                  <a:lnTo>
                    <a:pt x="7686440" y="50"/>
                  </a:lnTo>
                  <a:lnTo>
                    <a:pt x="7665264" y="172"/>
                  </a:lnTo>
                  <a:lnTo>
                    <a:pt x="7628011" y="411"/>
                  </a:lnTo>
                  <a:lnTo>
                    <a:pt x="7573707" y="801"/>
                  </a:lnTo>
                  <a:lnTo>
                    <a:pt x="7503812" y="1368"/>
                  </a:lnTo>
                  <a:lnTo>
                    <a:pt x="7421741" y="2125"/>
                  </a:lnTo>
                  <a:lnTo>
                    <a:pt x="7331974" y="3074"/>
                  </a:lnTo>
                  <a:lnTo>
                    <a:pt x="7239095" y="4214"/>
                  </a:lnTo>
                  <a:lnTo>
                    <a:pt x="7147035" y="5538"/>
                  </a:lnTo>
                  <a:lnTo>
                    <a:pt x="7058678" y="7046"/>
                  </a:lnTo>
                  <a:lnTo>
                    <a:pt x="6975791" y="8744"/>
                  </a:lnTo>
                  <a:lnTo>
                    <a:pt x="6899171" y="10643"/>
                  </a:lnTo>
                  <a:lnTo>
                    <a:pt x="6828878" y="12767"/>
                  </a:lnTo>
                  <a:lnTo>
                    <a:pt x="6764465" y="15146"/>
                  </a:lnTo>
                  <a:lnTo>
                    <a:pt x="6705178" y="17818"/>
                  </a:lnTo>
                  <a:lnTo>
                    <a:pt x="6650105" y="20825"/>
                  </a:lnTo>
                  <a:lnTo>
                    <a:pt x="6598275" y="24211"/>
                  </a:lnTo>
                  <a:lnTo>
                    <a:pt x="6548760" y="28012"/>
                  </a:lnTo>
                  <a:lnTo>
                    <a:pt x="6515891" y="30852"/>
                  </a:lnTo>
                  <a:lnTo>
                    <a:pt x="6463316" y="35908"/>
                  </a:lnTo>
                  <a:lnTo>
                    <a:pt x="6411243" y="41512"/>
                  </a:lnTo>
                  <a:lnTo>
                    <a:pt x="6359085" y="47671"/>
                  </a:lnTo>
                  <a:lnTo>
                    <a:pt x="6306454" y="54369"/>
                  </a:lnTo>
                  <a:lnTo>
                    <a:pt x="6253139" y="61568"/>
                  </a:lnTo>
                  <a:lnTo>
                    <a:pt x="6199082" y="69204"/>
                  </a:lnTo>
                  <a:lnTo>
                    <a:pt x="6144357" y="77186"/>
                  </a:lnTo>
                  <a:lnTo>
                    <a:pt x="6089139" y="85407"/>
                  </a:lnTo>
                  <a:lnTo>
                    <a:pt x="6033679" y="93740"/>
                  </a:lnTo>
                  <a:lnTo>
                    <a:pt x="5978259" y="102055"/>
                  </a:lnTo>
                  <a:lnTo>
                    <a:pt x="5923159" y="110220"/>
                  </a:lnTo>
                  <a:lnTo>
                    <a:pt x="5868609" y="118114"/>
                  </a:lnTo>
                  <a:lnTo>
                    <a:pt x="5814760" y="125634"/>
                  </a:lnTo>
                  <a:lnTo>
                    <a:pt x="5761651" y="132696"/>
                  </a:lnTo>
                  <a:lnTo>
                    <a:pt x="5709183" y="139245"/>
                  </a:lnTo>
                  <a:lnTo>
                    <a:pt x="5657096" y="145247"/>
                  </a:lnTo>
                  <a:lnTo>
                    <a:pt x="5604951" y="150694"/>
                  </a:lnTo>
                  <a:lnTo>
                    <a:pt x="5567201" y="154261"/>
                  </a:lnTo>
                  <a:lnTo>
                    <a:pt x="5518790" y="158356"/>
                  </a:lnTo>
                  <a:lnTo>
                    <a:pt x="5468634" y="162022"/>
                  </a:lnTo>
                  <a:lnTo>
                    <a:pt x="5415878" y="165283"/>
                  </a:lnTo>
                  <a:lnTo>
                    <a:pt x="5359569" y="168179"/>
                  </a:lnTo>
                  <a:lnTo>
                    <a:pt x="5298747" y="170753"/>
                  </a:lnTo>
                  <a:lnTo>
                    <a:pt x="5232535" y="173047"/>
                  </a:lnTo>
                  <a:lnTo>
                    <a:pt x="5160259" y="175097"/>
                  </a:lnTo>
                  <a:lnTo>
                    <a:pt x="5081610" y="176930"/>
                  </a:lnTo>
                  <a:lnTo>
                    <a:pt x="4996856" y="178566"/>
                  </a:lnTo>
                  <a:lnTo>
                    <a:pt x="4907078" y="180016"/>
                  </a:lnTo>
                  <a:lnTo>
                    <a:pt x="4814391" y="181282"/>
                  </a:lnTo>
                  <a:lnTo>
                    <a:pt x="4722033" y="182361"/>
                  </a:lnTo>
                  <a:lnTo>
                    <a:pt x="4634202" y="183250"/>
                  </a:lnTo>
                  <a:lnTo>
                    <a:pt x="4555547" y="183945"/>
                  </a:lnTo>
                  <a:lnTo>
                    <a:pt x="4490317" y="184454"/>
                  </a:lnTo>
                  <a:lnTo>
                    <a:pt x="4441385" y="184793"/>
                  </a:lnTo>
                  <a:lnTo>
                    <a:pt x="4409469" y="184991"/>
                  </a:lnTo>
                  <a:lnTo>
                    <a:pt x="4392800" y="185084"/>
                  </a:lnTo>
                  <a:lnTo>
                    <a:pt x="4387276" y="185112"/>
                  </a:lnTo>
                  <a:lnTo>
                    <a:pt x="4386855" y="185114"/>
                  </a:lnTo>
                  <a:lnTo>
                    <a:pt x="3848118" y="185114"/>
                  </a:lnTo>
                  <a:lnTo>
                    <a:pt x="3846817" y="185122"/>
                  </a:lnTo>
                  <a:lnTo>
                    <a:pt x="3838326" y="185183"/>
                  </a:lnTo>
                  <a:lnTo>
                    <a:pt x="3817159" y="185351"/>
                  </a:lnTo>
                  <a:lnTo>
                    <a:pt x="3779921" y="185682"/>
                  </a:lnTo>
                  <a:lnTo>
                    <a:pt x="3725636" y="186221"/>
                  </a:lnTo>
                  <a:lnTo>
                    <a:pt x="3655765" y="187005"/>
                  </a:lnTo>
                  <a:lnTo>
                    <a:pt x="3573717" y="188050"/>
                  </a:lnTo>
                  <a:lnTo>
                    <a:pt x="3483970" y="189363"/>
                  </a:lnTo>
                  <a:lnTo>
                    <a:pt x="3391106" y="190937"/>
                  </a:lnTo>
                  <a:lnTo>
                    <a:pt x="3299057" y="192767"/>
                  </a:lnTo>
                  <a:lnTo>
                    <a:pt x="3210706" y="194851"/>
                  </a:lnTo>
                  <a:lnTo>
                    <a:pt x="3127821" y="197196"/>
                  </a:lnTo>
                  <a:lnTo>
                    <a:pt x="3051201" y="199821"/>
                  </a:lnTo>
                  <a:lnTo>
                    <a:pt x="2980905" y="202757"/>
                  </a:lnTo>
                  <a:lnTo>
                    <a:pt x="2916490" y="206044"/>
                  </a:lnTo>
                  <a:lnTo>
                    <a:pt x="2857201" y="209735"/>
                  </a:lnTo>
                  <a:lnTo>
                    <a:pt x="2802126" y="213890"/>
                  </a:lnTo>
                  <a:lnTo>
                    <a:pt x="2750298" y="218568"/>
                  </a:lnTo>
                  <a:lnTo>
                    <a:pt x="2700784" y="223820"/>
                  </a:lnTo>
                  <a:lnTo>
                    <a:pt x="2667772" y="227763"/>
                  </a:lnTo>
                  <a:lnTo>
                    <a:pt x="2615393" y="234724"/>
                  </a:lnTo>
                  <a:lnTo>
                    <a:pt x="2563515" y="242437"/>
                  </a:lnTo>
                  <a:lnTo>
                    <a:pt x="2511555" y="250912"/>
                  </a:lnTo>
                  <a:lnTo>
                    <a:pt x="2459130" y="260127"/>
                  </a:lnTo>
                  <a:lnTo>
                    <a:pt x="2406027" y="270031"/>
                  </a:lnTo>
                  <a:lnTo>
                    <a:pt x="2352189" y="280535"/>
                  </a:lnTo>
                  <a:lnTo>
                    <a:pt x="2297683" y="291518"/>
                  </a:lnTo>
                  <a:lnTo>
                    <a:pt x="2242683" y="302832"/>
                  </a:lnTo>
                  <a:lnTo>
                    <a:pt x="2187435" y="314306"/>
                  </a:lnTo>
                  <a:lnTo>
                    <a:pt x="2132217" y="325761"/>
                  </a:lnTo>
                  <a:lnTo>
                    <a:pt x="2077305" y="337017"/>
                  </a:lnTo>
                  <a:lnTo>
                    <a:pt x="2022933" y="347908"/>
                  </a:lnTo>
                  <a:lnTo>
                    <a:pt x="1969252" y="358291"/>
                  </a:lnTo>
                  <a:lnTo>
                    <a:pt x="1916306" y="368052"/>
                  </a:lnTo>
                  <a:lnTo>
                    <a:pt x="1864005" y="377110"/>
                  </a:lnTo>
                  <a:lnTo>
                    <a:pt x="1812102" y="385420"/>
                  </a:lnTo>
                  <a:lnTo>
                    <a:pt x="1760173" y="392969"/>
                  </a:lnTo>
                  <a:lnTo>
                    <a:pt x="1719082" y="398358"/>
                  </a:lnTo>
                  <a:lnTo>
                    <a:pt x="1670679" y="404018"/>
                  </a:lnTo>
                  <a:lnTo>
                    <a:pt x="1620531" y="409085"/>
                  </a:lnTo>
                  <a:lnTo>
                    <a:pt x="1567784" y="413592"/>
                  </a:lnTo>
                  <a:lnTo>
                    <a:pt x="1511486" y="417594"/>
                  </a:lnTo>
                  <a:lnTo>
                    <a:pt x="1450677" y="421153"/>
                  </a:lnTo>
                  <a:lnTo>
                    <a:pt x="1384480" y="424324"/>
                  </a:lnTo>
                  <a:lnTo>
                    <a:pt x="1312222" y="427157"/>
                  </a:lnTo>
                  <a:lnTo>
                    <a:pt x="1233593" y="429692"/>
                  </a:lnTo>
                  <a:lnTo>
                    <a:pt x="1148860" y="431953"/>
                  </a:lnTo>
                  <a:lnTo>
                    <a:pt x="1059102" y="433957"/>
                  </a:lnTo>
                  <a:lnTo>
                    <a:pt x="966432" y="435707"/>
                  </a:lnTo>
                  <a:lnTo>
                    <a:pt x="874083" y="437200"/>
                  </a:lnTo>
                  <a:lnTo>
                    <a:pt x="786253" y="438428"/>
                  </a:lnTo>
                  <a:lnTo>
                    <a:pt x="707586" y="439390"/>
                  </a:lnTo>
                  <a:lnTo>
                    <a:pt x="642332" y="440094"/>
                  </a:lnTo>
                  <a:lnTo>
                    <a:pt x="593367" y="440563"/>
                  </a:lnTo>
                  <a:lnTo>
                    <a:pt x="561413" y="440837"/>
                  </a:lnTo>
                  <a:lnTo>
                    <a:pt x="544710" y="440965"/>
                  </a:lnTo>
                  <a:lnTo>
                    <a:pt x="539163" y="441004"/>
                  </a:lnTo>
                  <a:lnTo>
                    <a:pt x="538736" y="441007"/>
                  </a:lnTo>
                  <a:lnTo>
                    <a:pt x="0" y="4410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7" name="pg1697"/>
            <p:cNvSpPr/>
            <p:nvPr/>
          </p:nvSpPr>
          <p:spPr>
            <a:xfrm>
              <a:off x="546595" y="3946398"/>
              <a:ext cx="8234974" cy="2215925"/>
            </a:xfrm>
            <a:custGeom>
              <a:avLst/>
              <a:pathLst>
                <a:path w="8234974" h="2215925">
                  <a:moveTo>
                    <a:pt x="0" y="1366578"/>
                  </a:moveTo>
                  <a:lnTo>
                    <a:pt x="538736" y="1366578"/>
                  </a:lnTo>
                  <a:lnTo>
                    <a:pt x="540025" y="1366606"/>
                  </a:lnTo>
                  <a:lnTo>
                    <a:pt x="548438" y="1366806"/>
                  </a:lnTo>
                  <a:lnTo>
                    <a:pt x="569416" y="1367359"/>
                  </a:lnTo>
                  <a:lnTo>
                    <a:pt x="606342" y="1368445"/>
                  </a:lnTo>
                  <a:lnTo>
                    <a:pt x="660208" y="1370219"/>
                  </a:lnTo>
                  <a:lnTo>
                    <a:pt x="729602" y="1372796"/>
                  </a:lnTo>
                  <a:lnTo>
                    <a:pt x="811175" y="1376237"/>
                  </a:lnTo>
                  <a:lnTo>
                    <a:pt x="900501" y="1380556"/>
                  </a:lnTo>
                  <a:lnTo>
                    <a:pt x="993036" y="1385741"/>
                  </a:lnTo>
                  <a:lnTo>
                    <a:pt x="1084862" y="1391770"/>
                  </a:lnTo>
                  <a:lnTo>
                    <a:pt x="1173088" y="1398636"/>
                  </a:lnTo>
                  <a:lnTo>
                    <a:pt x="1255927" y="1406363"/>
                  </a:lnTo>
                  <a:lnTo>
                    <a:pt x="1332557" y="1415008"/>
                  </a:lnTo>
                  <a:lnTo>
                    <a:pt x="1402894" y="1424671"/>
                  </a:lnTo>
                  <a:lnTo>
                    <a:pt x="1467361" y="1435488"/>
                  </a:lnTo>
                  <a:lnTo>
                    <a:pt x="1526693" y="1447630"/>
                  </a:lnTo>
                  <a:lnTo>
                    <a:pt x="1581789" y="1461288"/>
                  </a:lnTo>
                  <a:lnTo>
                    <a:pt x="1633607" y="1476662"/>
                  </a:lnTo>
                  <a:lnTo>
                    <a:pt x="1683074" y="1493919"/>
                  </a:lnTo>
                  <a:lnTo>
                    <a:pt x="1719082" y="1508135"/>
                  </a:lnTo>
                  <a:lnTo>
                    <a:pt x="1768031" y="1529642"/>
                  </a:lnTo>
                  <a:lnTo>
                    <a:pt x="1816503" y="1553322"/>
                  </a:lnTo>
                  <a:lnTo>
                    <a:pt x="1864992" y="1579208"/>
                  </a:lnTo>
                  <a:lnTo>
                    <a:pt x="1913836" y="1607260"/>
                  </a:lnTo>
                  <a:lnTo>
                    <a:pt x="1963236" y="1637355"/>
                  </a:lnTo>
                  <a:lnTo>
                    <a:pt x="2013276" y="1669284"/>
                  </a:lnTo>
                  <a:lnTo>
                    <a:pt x="2063936" y="1702752"/>
                  </a:lnTo>
                  <a:lnTo>
                    <a:pt x="2115107" y="1737387"/>
                  </a:lnTo>
                  <a:lnTo>
                    <a:pt x="2166614" y="1772752"/>
                  </a:lnTo>
                  <a:lnTo>
                    <a:pt x="2218241" y="1808372"/>
                  </a:lnTo>
                  <a:lnTo>
                    <a:pt x="2269757" y="1843756"/>
                  </a:lnTo>
                  <a:lnTo>
                    <a:pt x="2320944" y="1878427"/>
                  </a:lnTo>
                  <a:lnTo>
                    <a:pt x="2371626" y="1911948"/>
                  </a:lnTo>
                  <a:lnTo>
                    <a:pt x="2421691" y="1943943"/>
                  </a:lnTo>
                  <a:lnTo>
                    <a:pt x="2471116" y="1974113"/>
                  </a:lnTo>
                  <a:lnTo>
                    <a:pt x="2519978" y="2002247"/>
                  </a:lnTo>
                  <a:lnTo>
                    <a:pt x="2568476" y="2028218"/>
                  </a:lnTo>
                  <a:lnTo>
                    <a:pt x="2616940" y="2051984"/>
                  </a:lnTo>
                  <a:lnTo>
                    <a:pt x="2665859" y="2073573"/>
                  </a:lnTo>
                  <a:lnTo>
                    <a:pt x="2667772" y="2074367"/>
                  </a:lnTo>
                  <a:lnTo>
                    <a:pt x="2716017" y="2093096"/>
                  </a:lnTo>
                  <a:lnTo>
                    <a:pt x="2765991" y="2109869"/>
                  </a:lnTo>
                  <a:lnTo>
                    <a:pt x="2818542" y="2124794"/>
                  </a:lnTo>
                  <a:lnTo>
                    <a:pt x="2874612" y="2138054"/>
                  </a:lnTo>
                  <a:lnTo>
                    <a:pt x="2935152" y="2149845"/>
                  </a:lnTo>
                  <a:lnTo>
                    <a:pt x="3001032" y="2160358"/>
                  </a:lnTo>
                  <a:lnTo>
                    <a:pt x="3072924" y="2169755"/>
                  </a:lnTo>
                  <a:lnTo>
                    <a:pt x="3151145" y="2178162"/>
                  </a:lnTo>
                  <a:lnTo>
                    <a:pt x="3235447" y="2185668"/>
                  </a:lnTo>
                  <a:lnTo>
                    <a:pt x="3324786" y="2192324"/>
                  </a:lnTo>
                  <a:lnTo>
                    <a:pt x="3417105" y="2198142"/>
                  </a:lnTo>
                  <a:lnTo>
                    <a:pt x="3509237" y="2203112"/>
                  </a:lnTo>
                  <a:lnTo>
                    <a:pt x="3597056" y="2207212"/>
                  </a:lnTo>
                  <a:lnTo>
                    <a:pt x="3675963" y="2210433"/>
                  </a:lnTo>
                  <a:lnTo>
                    <a:pt x="3741714" y="2212800"/>
                  </a:lnTo>
                  <a:lnTo>
                    <a:pt x="3791372" y="2214389"/>
                  </a:lnTo>
                  <a:lnTo>
                    <a:pt x="3824106" y="2215325"/>
                  </a:lnTo>
                  <a:lnTo>
                    <a:pt x="3841527" y="2215773"/>
                  </a:lnTo>
                  <a:lnTo>
                    <a:pt x="3847568" y="2215913"/>
                  </a:lnTo>
                  <a:lnTo>
                    <a:pt x="3848118" y="2215925"/>
                  </a:lnTo>
                  <a:lnTo>
                    <a:pt x="4386855" y="2215925"/>
                  </a:lnTo>
                  <a:lnTo>
                    <a:pt x="4388072" y="2215856"/>
                  </a:lnTo>
                  <a:lnTo>
                    <a:pt x="4396023" y="2215366"/>
                  </a:lnTo>
                  <a:lnTo>
                    <a:pt x="4415893" y="2214009"/>
                  </a:lnTo>
                  <a:lnTo>
                    <a:pt x="4450972" y="2211345"/>
                  </a:lnTo>
                  <a:lnTo>
                    <a:pt x="4502359" y="2206986"/>
                  </a:lnTo>
                  <a:lnTo>
                    <a:pt x="4568905" y="2200639"/>
                  </a:lnTo>
                  <a:lnTo>
                    <a:pt x="4647611" y="2192142"/>
                  </a:lnTo>
                  <a:lnTo>
                    <a:pt x="4734379" y="2181445"/>
                  </a:lnTo>
                  <a:lnTo>
                    <a:pt x="4824886" y="2168576"/>
                  </a:lnTo>
                  <a:lnTo>
                    <a:pt x="4915303" y="2153588"/>
                  </a:lnTo>
                  <a:lnTo>
                    <a:pt x="5002712" y="2136504"/>
                  </a:lnTo>
                  <a:lnTo>
                    <a:pt x="5085223" y="2117289"/>
                  </a:lnTo>
                  <a:lnTo>
                    <a:pt x="5161874" y="2095818"/>
                  </a:lnTo>
                  <a:lnTo>
                    <a:pt x="5232439" y="2071872"/>
                  </a:lnTo>
                  <a:lnTo>
                    <a:pt x="5297212" y="2045141"/>
                  </a:lnTo>
                  <a:lnTo>
                    <a:pt x="5356819" y="2015229"/>
                  </a:lnTo>
                  <a:lnTo>
                    <a:pt x="5412074" y="1981675"/>
                  </a:lnTo>
                  <a:lnTo>
                    <a:pt x="5463872" y="1943990"/>
                  </a:lnTo>
                  <a:lnTo>
                    <a:pt x="5513105" y="1901724"/>
                  </a:lnTo>
                  <a:lnTo>
                    <a:pt x="5560587" y="1854578"/>
                  </a:lnTo>
                  <a:lnTo>
                    <a:pt x="5567201" y="1847511"/>
                  </a:lnTo>
                  <a:lnTo>
                    <a:pt x="5606123" y="1803528"/>
                  </a:lnTo>
                  <a:lnTo>
                    <a:pt x="5644670" y="1756000"/>
                  </a:lnTo>
                  <a:lnTo>
                    <a:pt x="5683116" y="1704858"/>
                  </a:lnTo>
                  <a:lnTo>
                    <a:pt x="5721668" y="1650103"/>
                  </a:lnTo>
                  <a:lnTo>
                    <a:pt x="5760474" y="1591816"/>
                  </a:lnTo>
                  <a:lnTo>
                    <a:pt x="5799630" y="1530164"/>
                  </a:lnTo>
                  <a:lnTo>
                    <a:pt x="5839186" y="1465405"/>
                  </a:lnTo>
                  <a:lnTo>
                    <a:pt x="5879148" y="1397886"/>
                  </a:lnTo>
                  <a:lnTo>
                    <a:pt x="5919482" y="1328039"/>
                  </a:lnTo>
                  <a:lnTo>
                    <a:pt x="5960127" y="1256375"/>
                  </a:lnTo>
                  <a:lnTo>
                    <a:pt x="6000992" y="1183464"/>
                  </a:lnTo>
                  <a:lnTo>
                    <a:pt x="6041971" y="1109921"/>
                  </a:lnTo>
                  <a:lnTo>
                    <a:pt x="6082949" y="1036386"/>
                  </a:lnTo>
                  <a:lnTo>
                    <a:pt x="6123810" y="963494"/>
                  </a:lnTo>
                  <a:lnTo>
                    <a:pt x="6164449" y="891862"/>
                  </a:lnTo>
                  <a:lnTo>
                    <a:pt x="6204777" y="822059"/>
                  </a:lnTo>
                  <a:lnTo>
                    <a:pt x="6244730" y="754593"/>
                  </a:lnTo>
                  <a:lnTo>
                    <a:pt x="6284278" y="689895"/>
                  </a:lnTo>
                  <a:lnTo>
                    <a:pt x="6323426" y="628311"/>
                  </a:lnTo>
                  <a:lnTo>
                    <a:pt x="6362226" y="570095"/>
                  </a:lnTo>
                  <a:lnTo>
                    <a:pt x="6400773" y="515415"/>
                  </a:lnTo>
                  <a:lnTo>
                    <a:pt x="6439219" y="464348"/>
                  </a:lnTo>
                  <a:lnTo>
                    <a:pt x="6477771" y="416894"/>
                  </a:lnTo>
                  <a:lnTo>
                    <a:pt x="6515891" y="373858"/>
                  </a:lnTo>
                  <a:lnTo>
                    <a:pt x="6563182" y="326014"/>
                  </a:lnTo>
                  <a:lnTo>
                    <a:pt x="6612121" y="283070"/>
                  </a:lnTo>
                  <a:lnTo>
                    <a:pt x="6663503" y="244763"/>
                  </a:lnTo>
                  <a:lnTo>
                    <a:pt x="6718214" y="210654"/>
                  </a:lnTo>
                  <a:lnTo>
                    <a:pt x="6777153" y="180256"/>
                  </a:lnTo>
                  <a:lnTo>
                    <a:pt x="6841151" y="153100"/>
                  </a:lnTo>
                  <a:lnTo>
                    <a:pt x="6910870" y="128782"/>
                  </a:lnTo>
                  <a:lnTo>
                    <a:pt x="6986660" y="106976"/>
                  </a:lnTo>
                  <a:lnTo>
                    <a:pt x="7068381" y="87451"/>
                  </a:lnTo>
                  <a:lnTo>
                    <a:pt x="7155189" y="70070"/>
                  </a:lnTo>
                  <a:lnTo>
                    <a:pt x="7245334" y="54785"/>
                  </a:lnTo>
                  <a:lnTo>
                    <a:pt x="7336043" y="41613"/>
                  </a:lnTo>
                  <a:lnTo>
                    <a:pt x="7423597" y="30606"/>
                  </a:lnTo>
                  <a:lnTo>
                    <a:pt x="7503707" y="21798"/>
                  </a:lnTo>
                  <a:lnTo>
                    <a:pt x="7572190" y="15155"/>
                  </a:lnTo>
                  <a:lnTo>
                    <a:pt x="7625839" y="10529"/>
                  </a:lnTo>
                  <a:lnTo>
                    <a:pt x="7663211" y="7648"/>
                  </a:lnTo>
                  <a:lnTo>
                    <a:pt x="7685080" y="6132"/>
                  </a:lnTo>
                  <a:lnTo>
                    <a:pt x="7694443" y="55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1" y="68"/>
                  </a:lnTo>
                  <a:lnTo>
                    <a:pt x="7687069" y="559"/>
                  </a:lnTo>
                  <a:lnTo>
                    <a:pt x="7667200" y="1915"/>
                  </a:lnTo>
                  <a:lnTo>
                    <a:pt x="7632120" y="4579"/>
                  </a:lnTo>
                  <a:lnTo>
                    <a:pt x="7580734" y="8939"/>
                  </a:lnTo>
                  <a:lnTo>
                    <a:pt x="7514188" y="15285"/>
                  </a:lnTo>
                  <a:lnTo>
                    <a:pt x="7435482" y="23782"/>
                  </a:lnTo>
                  <a:lnTo>
                    <a:pt x="7348714" y="34479"/>
                  </a:lnTo>
                  <a:lnTo>
                    <a:pt x="7258207" y="47348"/>
                  </a:lnTo>
                  <a:lnTo>
                    <a:pt x="7167790" y="62337"/>
                  </a:lnTo>
                  <a:lnTo>
                    <a:pt x="7080380" y="79420"/>
                  </a:lnTo>
                  <a:lnTo>
                    <a:pt x="6997870" y="98635"/>
                  </a:lnTo>
                  <a:lnTo>
                    <a:pt x="6921219" y="120107"/>
                  </a:lnTo>
                  <a:lnTo>
                    <a:pt x="6850653" y="144052"/>
                  </a:lnTo>
                  <a:lnTo>
                    <a:pt x="6785880" y="170783"/>
                  </a:lnTo>
                  <a:lnTo>
                    <a:pt x="6726273" y="200696"/>
                  </a:lnTo>
                  <a:lnTo>
                    <a:pt x="6671018" y="234250"/>
                  </a:lnTo>
                  <a:lnTo>
                    <a:pt x="6619221" y="271934"/>
                  </a:lnTo>
                  <a:lnTo>
                    <a:pt x="6569987" y="314201"/>
                  </a:lnTo>
                  <a:lnTo>
                    <a:pt x="6522505" y="361347"/>
                  </a:lnTo>
                  <a:lnTo>
                    <a:pt x="6515891" y="368413"/>
                  </a:lnTo>
                  <a:lnTo>
                    <a:pt x="6476970" y="412397"/>
                  </a:lnTo>
                  <a:lnTo>
                    <a:pt x="6438422" y="459924"/>
                  </a:lnTo>
                  <a:lnTo>
                    <a:pt x="6399976" y="511067"/>
                  </a:lnTo>
                  <a:lnTo>
                    <a:pt x="6361425" y="565822"/>
                  </a:lnTo>
                  <a:lnTo>
                    <a:pt x="6322619" y="624109"/>
                  </a:lnTo>
                  <a:lnTo>
                    <a:pt x="6283462" y="685760"/>
                  </a:lnTo>
                  <a:lnTo>
                    <a:pt x="6243906" y="750520"/>
                  </a:lnTo>
                  <a:lnTo>
                    <a:pt x="6203945" y="818039"/>
                  </a:lnTo>
                  <a:lnTo>
                    <a:pt x="6163610" y="887885"/>
                  </a:lnTo>
                  <a:lnTo>
                    <a:pt x="6122966" y="959550"/>
                  </a:lnTo>
                  <a:lnTo>
                    <a:pt x="6082101" y="1032461"/>
                  </a:lnTo>
                  <a:lnTo>
                    <a:pt x="6041121" y="1106003"/>
                  </a:lnTo>
                  <a:lnTo>
                    <a:pt x="6000144" y="1179539"/>
                  </a:lnTo>
                  <a:lnTo>
                    <a:pt x="5959282" y="1252430"/>
                  </a:lnTo>
                  <a:lnTo>
                    <a:pt x="5918643" y="1324062"/>
                  </a:lnTo>
                  <a:lnTo>
                    <a:pt x="5878315" y="1393866"/>
                  </a:lnTo>
                  <a:lnTo>
                    <a:pt x="5838362" y="1461332"/>
                  </a:lnTo>
                  <a:lnTo>
                    <a:pt x="5798815" y="1526030"/>
                  </a:lnTo>
                  <a:lnTo>
                    <a:pt x="5759666" y="1587614"/>
                  </a:lnTo>
                  <a:lnTo>
                    <a:pt x="5720867" y="1645829"/>
                  </a:lnTo>
                  <a:lnTo>
                    <a:pt x="5682319" y="1700510"/>
                  </a:lnTo>
                  <a:lnTo>
                    <a:pt x="5643873" y="1751577"/>
                  </a:lnTo>
                  <a:lnTo>
                    <a:pt x="5605321" y="1799030"/>
                  </a:lnTo>
                  <a:lnTo>
                    <a:pt x="5567201" y="1842067"/>
                  </a:lnTo>
                  <a:lnTo>
                    <a:pt x="5519910" y="1889911"/>
                  </a:lnTo>
                  <a:lnTo>
                    <a:pt x="5470971" y="1932855"/>
                  </a:lnTo>
                  <a:lnTo>
                    <a:pt x="5419589" y="1971162"/>
                  </a:lnTo>
                  <a:lnTo>
                    <a:pt x="5364879" y="2005270"/>
                  </a:lnTo>
                  <a:lnTo>
                    <a:pt x="5305940" y="2035669"/>
                  </a:lnTo>
                  <a:lnTo>
                    <a:pt x="5241941" y="2062824"/>
                  </a:lnTo>
                  <a:lnTo>
                    <a:pt x="5172222" y="2087143"/>
                  </a:lnTo>
                  <a:lnTo>
                    <a:pt x="5096432" y="2108949"/>
                  </a:lnTo>
                  <a:lnTo>
                    <a:pt x="5014711" y="2128473"/>
                  </a:lnTo>
                  <a:lnTo>
                    <a:pt x="4927903" y="2145854"/>
                  </a:lnTo>
                  <a:lnTo>
                    <a:pt x="4837758" y="2161139"/>
                  </a:lnTo>
                  <a:lnTo>
                    <a:pt x="4747050" y="2174311"/>
                  </a:lnTo>
                  <a:lnTo>
                    <a:pt x="4659495" y="2185318"/>
                  </a:lnTo>
                  <a:lnTo>
                    <a:pt x="4579386" y="2194126"/>
                  </a:lnTo>
                  <a:lnTo>
                    <a:pt x="4510903" y="2200769"/>
                  </a:lnTo>
                  <a:lnTo>
                    <a:pt x="4457254" y="2205395"/>
                  </a:lnTo>
                  <a:lnTo>
                    <a:pt x="4419881" y="2208277"/>
                  </a:lnTo>
                  <a:lnTo>
                    <a:pt x="4398012" y="2209792"/>
                  </a:lnTo>
                  <a:lnTo>
                    <a:pt x="4388650" y="2210378"/>
                  </a:lnTo>
                  <a:lnTo>
                    <a:pt x="4386855" y="2210480"/>
                  </a:lnTo>
                  <a:lnTo>
                    <a:pt x="3848118" y="2210480"/>
                  </a:lnTo>
                  <a:lnTo>
                    <a:pt x="3846829" y="2210452"/>
                  </a:lnTo>
                  <a:lnTo>
                    <a:pt x="3838417" y="2210252"/>
                  </a:lnTo>
                  <a:lnTo>
                    <a:pt x="3817438" y="2209699"/>
                  </a:lnTo>
                  <a:lnTo>
                    <a:pt x="3780513" y="2208613"/>
                  </a:lnTo>
                  <a:lnTo>
                    <a:pt x="3726646" y="2206839"/>
                  </a:lnTo>
                  <a:lnTo>
                    <a:pt x="3657252" y="2204262"/>
                  </a:lnTo>
                  <a:lnTo>
                    <a:pt x="3575680" y="2200821"/>
                  </a:lnTo>
                  <a:lnTo>
                    <a:pt x="3486353" y="2196502"/>
                  </a:lnTo>
                  <a:lnTo>
                    <a:pt x="3393818" y="2191317"/>
                  </a:lnTo>
                  <a:lnTo>
                    <a:pt x="3301993" y="2185288"/>
                  </a:lnTo>
                  <a:lnTo>
                    <a:pt x="3213767" y="2178422"/>
                  </a:lnTo>
                  <a:lnTo>
                    <a:pt x="3130928" y="2170695"/>
                  </a:lnTo>
                  <a:lnTo>
                    <a:pt x="3054298" y="2162050"/>
                  </a:lnTo>
                  <a:lnTo>
                    <a:pt x="2983960" y="2152387"/>
                  </a:lnTo>
                  <a:lnTo>
                    <a:pt x="2919493" y="2141570"/>
                  </a:lnTo>
                  <a:lnTo>
                    <a:pt x="2860162" y="2129428"/>
                  </a:lnTo>
                  <a:lnTo>
                    <a:pt x="2805065" y="2115770"/>
                  </a:lnTo>
                  <a:lnTo>
                    <a:pt x="2753247" y="2100396"/>
                  </a:lnTo>
                  <a:lnTo>
                    <a:pt x="2703780" y="2083139"/>
                  </a:lnTo>
                  <a:lnTo>
                    <a:pt x="2667772" y="2068922"/>
                  </a:lnTo>
                  <a:lnTo>
                    <a:pt x="2618824" y="2047416"/>
                  </a:lnTo>
                  <a:lnTo>
                    <a:pt x="2570352" y="2023736"/>
                  </a:lnTo>
                  <a:lnTo>
                    <a:pt x="2521863" y="1997850"/>
                  </a:lnTo>
                  <a:lnTo>
                    <a:pt x="2473019" y="1969798"/>
                  </a:lnTo>
                  <a:lnTo>
                    <a:pt x="2423619" y="1939703"/>
                  </a:lnTo>
                  <a:lnTo>
                    <a:pt x="2373578" y="1907774"/>
                  </a:lnTo>
                  <a:lnTo>
                    <a:pt x="2322919" y="1874306"/>
                  </a:lnTo>
                  <a:lnTo>
                    <a:pt x="2271748" y="1839671"/>
                  </a:lnTo>
                  <a:lnTo>
                    <a:pt x="2220241" y="1804306"/>
                  </a:lnTo>
                  <a:lnTo>
                    <a:pt x="2168614" y="1768686"/>
                  </a:lnTo>
                  <a:lnTo>
                    <a:pt x="2117098" y="1733302"/>
                  </a:lnTo>
                  <a:lnTo>
                    <a:pt x="2065911" y="1698631"/>
                  </a:lnTo>
                  <a:lnTo>
                    <a:pt x="2015229" y="1665110"/>
                  </a:lnTo>
                  <a:lnTo>
                    <a:pt x="1965163" y="1633115"/>
                  </a:lnTo>
                  <a:lnTo>
                    <a:pt x="1915739" y="1602945"/>
                  </a:lnTo>
                  <a:lnTo>
                    <a:pt x="1866877" y="1574811"/>
                  </a:lnTo>
                  <a:lnTo>
                    <a:pt x="1818379" y="1548840"/>
                  </a:lnTo>
                  <a:lnTo>
                    <a:pt x="1769914" y="1525074"/>
                  </a:lnTo>
                  <a:lnTo>
                    <a:pt x="1720996" y="1503485"/>
                  </a:lnTo>
                  <a:lnTo>
                    <a:pt x="1719082" y="1502691"/>
                  </a:lnTo>
                  <a:lnTo>
                    <a:pt x="1670838" y="1483962"/>
                  </a:lnTo>
                  <a:lnTo>
                    <a:pt x="1620863" y="1467189"/>
                  </a:lnTo>
                  <a:lnTo>
                    <a:pt x="1568312" y="1452264"/>
                  </a:lnTo>
                  <a:lnTo>
                    <a:pt x="1512243" y="1439004"/>
                  </a:lnTo>
                  <a:lnTo>
                    <a:pt x="1451703" y="1427213"/>
                  </a:lnTo>
                  <a:lnTo>
                    <a:pt x="1385823" y="1416700"/>
                  </a:lnTo>
                  <a:lnTo>
                    <a:pt x="1313930" y="1407303"/>
                  </a:lnTo>
                  <a:lnTo>
                    <a:pt x="1235710" y="1398896"/>
                  </a:lnTo>
                  <a:lnTo>
                    <a:pt x="1151408" y="1391390"/>
                  </a:lnTo>
                  <a:lnTo>
                    <a:pt x="1062069" y="1384734"/>
                  </a:lnTo>
                  <a:lnTo>
                    <a:pt x="969750" y="1378916"/>
                  </a:lnTo>
                  <a:lnTo>
                    <a:pt x="877617" y="1373946"/>
                  </a:lnTo>
                  <a:lnTo>
                    <a:pt x="789799" y="1369846"/>
                  </a:lnTo>
                  <a:lnTo>
                    <a:pt x="710891" y="1366625"/>
                  </a:lnTo>
                  <a:lnTo>
                    <a:pt x="645141" y="1364258"/>
                  </a:lnTo>
                  <a:lnTo>
                    <a:pt x="595482" y="1362669"/>
                  </a:lnTo>
                  <a:lnTo>
                    <a:pt x="562748" y="1361732"/>
                  </a:lnTo>
                  <a:lnTo>
                    <a:pt x="545327" y="1361285"/>
                  </a:lnTo>
                  <a:lnTo>
                    <a:pt x="539287" y="1361145"/>
                  </a:lnTo>
                  <a:lnTo>
                    <a:pt x="538736" y="1361133"/>
                  </a:lnTo>
                  <a:lnTo>
                    <a:pt x="0" y="1361133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698" name="pl1698"/>
            <p:cNvSpPr/>
            <p:nvPr/>
          </p:nvSpPr>
          <p:spPr>
            <a:xfrm>
              <a:off x="546595" y="3951843"/>
              <a:ext cx="8234974" cy="2210480"/>
            </a:xfrm>
            <a:custGeom>
              <a:avLst/>
              <a:pathLst>
                <a:path w="8234974" h="2210480">
                  <a:moveTo>
                    <a:pt x="0" y="1361133"/>
                  </a:moveTo>
                  <a:lnTo>
                    <a:pt x="538736" y="1361133"/>
                  </a:lnTo>
                  <a:lnTo>
                    <a:pt x="540025" y="1361161"/>
                  </a:lnTo>
                  <a:lnTo>
                    <a:pt x="548438" y="1361361"/>
                  </a:lnTo>
                  <a:lnTo>
                    <a:pt x="569416" y="1361915"/>
                  </a:lnTo>
                  <a:lnTo>
                    <a:pt x="606342" y="1363000"/>
                  </a:lnTo>
                  <a:lnTo>
                    <a:pt x="660208" y="1364775"/>
                  </a:lnTo>
                  <a:lnTo>
                    <a:pt x="729602" y="1367351"/>
                  </a:lnTo>
                  <a:lnTo>
                    <a:pt x="811175" y="1370792"/>
                  </a:lnTo>
                  <a:lnTo>
                    <a:pt x="900501" y="1375112"/>
                  </a:lnTo>
                  <a:lnTo>
                    <a:pt x="993036" y="1380296"/>
                  </a:lnTo>
                  <a:lnTo>
                    <a:pt x="1084862" y="1386325"/>
                  </a:lnTo>
                  <a:lnTo>
                    <a:pt x="1173088" y="1393192"/>
                  </a:lnTo>
                  <a:lnTo>
                    <a:pt x="1255927" y="1400918"/>
                  </a:lnTo>
                  <a:lnTo>
                    <a:pt x="1332557" y="1409564"/>
                  </a:lnTo>
                  <a:lnTo>
                    <a:pt x="1402894" y="1419227"/>
                  </a:lnTo>
                  <a:lnTo>
                    <a:pt x="1467361" y="1430044"/>
                  </a:lnTo>
                  <a:lnTo>
                    <a:pt x="1526693" y="1442185"/>
                  </a:lnTo>
                  <a:lnTo>
                    <a:pt x="1581789" y="1455844"/>
                  </a:lnTo>
                  <a:lnTo>
                    <a:pt x="1633607" y="1471217"/>
                  </a:lnTo>
                  <a:lnTo>
                    <a:pt x="1683074" y="1488475"/>
                  </a:lnTo>
                  <a:lnTo>
                    <a:pt x="1719082" y="1502691"/>
                  </a:lnTo>
                  <a:lnTo>
                    <a:pt x="1768031" y="1524198"/>
                  </a:lnTo>
                  <a:lnTo>
                    <a:pt x="1816503" y="1547878"/>
                  </a:lnTo>
                  <a:lnTo>
                    <a:pt x="1864992" y="1573764"/>
                  </a:lnTo>
                  <a:lnTo>
                    <a:pt x="1913836" y="1601815"/>
                  </a:lnTo>
                  <a:lnTo>
                    <a:pt x="1963236" y="1631910"/>
                  </a:lnTo>
                  <a:lnTo>
                    <a:pt x="2013276" y="1663839"/>
                  </a:lnTo>
                  <a:lnTo>
                    <a:pt x="2063936" y="1697308"/>
                  </a:lnTo>
                  <a:lnTo>
                    <a:pt x="2115107" y="1731942"/>
                  </a:lnTo>
                  <a:lnTo>
                    <a:pt x="2166614" y="1767307"/>
                  </a:lnTo>
                  <a:lnTo>
                    <a:pt x="2218241" y="1802927"/>
                  </a:lnTo>
                  <a:lnTo>
                    <a:pt x="2269757" y="1838312"/>
                  </a:lnTo>
                  <a:lnTo>
                    <a:pt x="2320944" y="1872983"/>
                  </a:lnTo>
                  <a:lnTo>
                    <a:pt x="2371626" y="1906503"/>
                  </a:lnTo>
                  <a:lnTo>
                    <a:pt x="2421691" y="1938498"/>
                  </a:lnTo>
                  <a:lnTo>
                    <a:pt x="2471116" y="1968669"/>
                  </a:lnTo>
                  <a:lnTo>
                    <a:pt x="2519978" y="1996802"/>
                  </a:lnTo>
                  <a:lnTo>
                    <a:pt x="2568476" y="2022774"/>
                  </a:lnTo>
                  <a:lnTo>
                    <a:pt x="2616940" y="2046539"/>
                  </a:lnTo>
                  <a:lnTo>
                    <a:pt x="2665859" y="2068129"/>
                  </a:lnTo>
                  <a:lnTo>
                    <a:pt x="2667772" y="2068922"/>
                  </a:lnTo>
                  <a:lnTo>
                    <a:pt x="2716017" y="2087652"/>
                  </a:lnTo>
                  <a:lnTo>
                    <a:pt x="2765991" y="2104424"/>
                  </a:lnTo>
                  <a:lnTo>
                    <a:pt x="2818542" y="2119350"/>
                  </a:lnTo>
                  <a:lnTo>
                    <a:pt x="2874612" y="2132609"/>
                  </a:lnTo>
                  <a:lnTo>
                    <a:pt x="2935152" y="2144401"/>
                  </a:lnTo>
                  <a:lnTo>
                    <a:pt x="3001032" y="2154914"/>
                  </a:lnTo>
                  <a:lnTo>
                    <a:pt x="3072924" y="2164310"/>
                  </a:lnTo>
                  <a:lnTo>
                    <a:pt x="3151145" y="2172717"/>
                  </a:lnTo>
                  <a:lnTo>
                    <a:pt x="3235447" y="2180224"/>
                  </a:lnTo>
                  <a:lnTo>
                    <a:pt x="3324786" y="2186879"/>
                  </a:lnTo>
                  <a:lnTo>
                    <a:pt x="3417105" y="2192698"/>
                  </a:lnTo>
                  <a:lnTo>
                    <a:pt x="3509237" y="2197667"/>
                  </a:lnTo>
                  <a:lnTo>
                    <a:pt x="3597056" y="2201767"/>
                  </a:lnTo>
                  <a:lnTo>
                    <a:pt x="3675963" y="2204988"/>
                  </a:lnTo>
                  <a:lnTo>
                    <a:pt x="3741714" y="2207356"/>
                  </a:lnTo>
                  <a:lnTo>
                    <a:pt x="3791372" y="2208945"/>
                  </a:lnTo>
                  <a:lnTo>
                    <a:pt x="3824106" y="2209881"/>
                  </a:lnTo>
                  <a:lnTo>
                    <a:pt x="3841527" y="2210328"/>
                  </a:lnTo>
                  <a:lnTo>
                    <a:pt x="3847568" y="2210469"/>
                  </a:lnTo>
                  <a:lnTo>
                    <a:pt x="3848118" y="2210480"/>
                  </a:lnTo>
                  <a:lnTo>
                    <a:pt x="4386855" y="2210480"/>
                  </a:lnTo>
                  <a:lnTo>
                    <a:pt x="4388072" y="2210412"/>
                  </a:lnTo>
                  <a:lnTo>
                    <a:pt x="4396023" y="2209921"/>
                  </a:lnTo>
                  <a:lnTo>
                    <a:pt x="4415893" y="2208564"/>
                  </a:lnTo>
                  <a:lnTo>
                    <a:pt x="4450972" y="2205901"/>
                  </a:lnTo>
                  <a:lnTo>
                    <a:pt x="4502359" y="2201541"/>
                  </a:lnTo>
                  <a:lnTo>
                    <a:pt x="4568905" y="2195195"/>
                  </a:lnTo>
                  <a:lnTo>
                    <a:pt x="4647611" y="2186698"/>
                  </a:lnTo>
                  <a:lnTo>
                    <a:pt x="4734379" y="2176001"/>
                  </a:lnTo>
                  <a:lnTo>
                    <a:pt x="4824886" y="2163132"/>
                  </a:lnTo>
                  <a:lnTo>
                    <a:pt x="4915303" y="2148143"/>
                  </a:lnTo>
                  <a:lnTo>
                    <a:pt x="5002712" y="2131060"/>
                  </a:lnTo>
                  <a:lnTo>
                    <a:pt x="5085223" y="2111845"/>
                  </a:lnTo>
                  <a:lnTo>
                    <a:pt x="5161874" y="2090373"/>
                  </a:lnTo>
                  <a:lnTo>
                    <a:pt x="5232439" y="2066427"/>
                  </a:lnTo>
                  <a:lnTo>
                    <a:pt x="5297212" y="2039696"/>
                  </a:lnTo>
                  <a:lnTo>
                    <a:pt x="5356819" y="2009784"/>
                  </a:lnTo>
                  <a:lnTo>
                    <a:pt x="5412074" y="1976230"/>
                  </a:lnTo>
                  <a:lnTo>
                    <a:pt x="5463872" y="1938545"/>
                  </a:lnTo>
                  <a:lnTo>
                    <a:pt x="5513105" y="1896279"/>
                  </a:lnTo>
                  <a:lnTo>
                    <a:pt x="5560587" y="1849133"/>
                  </a:lnTo>
                  <a:lnTo>
                    <a:pt x="5567201" y="1842067"/>
                  </a:lnTo>
                  <a:lnTo>
                    <a:pt x="5606123" y="1798083"/>
                  </a:lnTo>
                  <a:lnTo>
                    <a:pt x="5644670" y="1750555"/>
                  </a:lnTo>
                  <a:lnTo>
                    <a:pt x="5683116" y="1699413"/>
                  </a:lnTo>
                  <a:lnTo>
                    <a:pt x="5721668" y="1644658"/>
                  </a:lnTo>
                  <a:lnTo>
                    <a:pt x="5760474" y="1586371"/>
                  </a:lnTo>
                  <a:lnTo>
                    <a:pt x="5799630" y="1524719"/>
                  </a:lnTo>
                  <a:lnTo>
                    <a:pt x="5839186" y="1459960"/>
                  </a:lnTo>
                  <a:lnTo>
                    <a:pt x="5879148" y="1392441"/>
                  </a:lnTo>
                  <a:lnTo>
                    <a:pt x="5919482" y="1322595"/>
                  </a:lnTo>
                  <a:lnTo>
                    <a:pt x="5960127" y="1250930"/>
                  </a:lnTo>
                  <a:lnTo>
                    <a:pt x="6000992" y="1178019"/>
                  </a:lnTo>
                  <a:lnTo>
                    <a:pt x="6041971" y="1104477"/>
                  </a:lnTo>
                  <a:lnTo>
                    <a:pt x="6082949" y="1030941"/>
                  </a:lnTo>
                  <a:lnTo>
                    <a:pt x="6123810" y="958050"/>
                  </a:lnTo>
                  <a:lnTo>
                    <a:pt x="6164449" y="886417"/>
                  </a:lnTo>
                  <a:lnTo>
                    <a:pt x="6204777" y="816614"/>
                  </a:lnTo>
                  <a:lnTo>
                    <a:pt x="6244730" y="749148"/>
                  </a:lnTo>
                  <a:lnTo>
                    <a:pt x="6284278" y="684450"/>
                  </a:lnTo>
                  <a:lnTo>
                    <a:pt x="6323426" y="622866"/>
                  </a:lnTo>
                  <a:lnTo>
                    <a:pt x="6362226" y="564651"/>
                  </a:lnTo>
                  <a:lnTo>
                    <a:pt x="6400773" y="509970"/>
                  </a:lnTo>
                  <a:lnTo>
                    <a:pt x="6439219" y="458903"/>
                  </a:lnTo>
                  <a:lnTo>
                    <a:pt x="6477771" y="411449"/>
                  </a:lnTo>
                  <a:lnTo>
                    <a:pt x="6515891" y="368413"/>
                  </a:lnTo>
                  <a:lnTo>
                    <a:pt x="6563182" y="320569"/>
                  </a:lnTo>
                  <a:lnTo>
                    <a:pt x="6612121" y="277625"/>
                  </a:lnTo>
                  <a:lnTo>
                    <a:pt x="6663503" y="239318"/>
                  </a:lnTo>
                  <a:lnTo>
                    <a:pt x="6718214" y="205209"/>
                  </a:lnTo>
                  <a:lnTo>
                    <a:pt x="6777153" y="174811"/>
                  </a:lnTo>
                  <a:lnTo>
                    <a:pt x="6841151" y="147656"/>
                  </a:lnTo>
                  <a:lnTo>
                    <a:pt x="6910870" y="123337"/>
                  </a:lnTo>
                  <a:lnTo>
                    <a:pt x="6986660" y="101531"/>
                  </a:lnTo>
                  <a:lnTo>
                    <a:pt x="7068381" y="82006"/>
                  </a:lnTo>
                  <a:lnTo>
                    <a:pt x="7155189" y="64626"/>
                  </a:lnTo>
                  <a:lnTo>
                    <a:pt x="7245334" y="49340"/>
                  </a:lnTo>
                  <a:lnTo>
                    <a:pt x="7336043" y="36169"/>
                  </a:lnTo>
                  <a:lnTo>
                    <a:pt x="7423597" y="25161"/>
                  </a:lnTo>
                  <a:lnTo>
                    <a:pt x="7503707" y="16354"/>
                  </a:lnTo>
                  <a:lnTo>
                    <a:pt x="7572190" y="9711"/>
                  </a:lnTo>
                  <a:lnTo>
                    <a:pt x="7625839" y="5085"/>
                  </a:lnTo>
                  <a:lnTo>
                    <a:pt x="7663211" y="2203"/>
                  </a:lnTo>
                  <a:lnTo>
                    <a:pt x="7685080" y="688"/>
                  </a:lnTo>
                  <a:lnTo>
                    <a:pt x="7694443" y="102"/>
                  </a:lnTo>
                  <a:lnTo>
                    <a:pt x="7696234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9" name="pl1699"/>
            <p:cNvSpPr/>
            <p:nvPr/>
          </p:nvSpPr>
          <p:spPr>
            <a:xfrm>
              <a:off x="546595" y="3946398"/>
              <a:ext cx="8234974" cy="2210480"/>
            </a:xfrm>
            <a:custGeom>
              <a:avLst/>
              <a:pathLst>
                <a:path w="8234974" h="2210480">
                  <a:moveTo>
                    <a:pt x="8234974" y="0"/>
                  </a:moveTo>
                  <a:lnTo>
                    <a:pt x="7696237" y="0"/>
                  </a:lnTo>
                  <a:lnTo>
                    <a:pt x="7695021" y="68"/>
                  </a:lnTo>
                  <a:lnTo>
                    <a:pt x="7687069" y="559"/>
                  </a:lnTo>
                  <a:lnTo>
                    <a:pt x="7667200" y="1915"/>
                  </a:lnTo>
                  <a:lnTo>
                    <a:pt x="7632120" y="4579"/>
                  </a:lnTo>
                  <a:lnTo>
                    <a:pt x="7580734" y="8939"/>
                  </a:lnTo>
                  <a:lnTo>
                    <a:pt x="7514188" y="15285"/>
                  </a:lnTo>
                  <a:lnTo>
                    <a:pt x="7435482" y="23782"/>
                  </a:lnTo>
                  <a:lnTo>
                    <a:pt x="7348714" y="34479"/>
                  </a:lnTo>
                  <a:lnTo>
                    <a:pt x="7258207" y="47348"/>
                  </a:lnTo>
                  <a:lnTo>
                    <a:pt x="7167790" y="62337"/>
                  </a:lnTo>
                  <a:lnTo>
                    <a:pt x="7080380" y="79420"/>
                  </a:lnTo>
                  <a:lnTo>
                    <a:pt x="6997870" y="98635"/>
                  </a:lnTo>
                  <a:lnTo>
                    <a:pt x="6921219" y="120107"/>
                  </a:lnTo>
                  <a:lnTo>
                    <a:pt x="6850653" y="144052"/>
                  </a:lnTo>
                  <a:lnTo>
                    <a:pt x="6785880" y="170783"/>
                  </a:lnTo>
                  <a:lnTo>
                    <a:pt x="6726273" y="200696"/>
                  </a:lnTo>
                  <a:lnTo>
                    <a:pt x="6671018" y="234250"/>
                  </a:lnTo>
                  <a:lnTo>
                    <a:pt x="6619221" y="271934"/>
                  </a:lnTo>
                  <a:lnTo>
                    <a:pt x="6569987" y="314201"/>
                  </a:lnTo>
                  <a:lnTo>
                    <a:pt x="6522505" y="361347"/>
                  </a:lnTo>
                  <a:lnTo>
                    <a:pt x="6515891" y="368413"/>
                  </a:lnTo>
                  <a:lnTo>
                    <a:pt x="6476970" y="412397"/>
                  </a:lnTo>
                  <a:lnTo>
                    <a:pt x="6438422" y="459924"/>
                  </a:lnTo>
                  <a:lnTo>
                    <a:pt x="6399976" y="511067"/>
                  </a:lnTo>
                  <a:lnTo>
                    <a:pt x="6361425" y="565822"/>
                  </a:lnTo>
                  <a:lnTo>
                    <a:pt x="6322619" y="624109"/>
                  </a:lnTo>
                  <a:lnTo>
                    <a:pt x="6283462" y="685760"/>
                  </a:lnTo>
                  <a:lnTo>
                    <a:pt x="6243906" y="750520"/>
                  </a:lnTo>
                  <a:lnTo>
                    <a:pt x="6203945" y="818039"/>
                  </a:lnTo>
                  <a:lnTo>
                    <a:pt x="6163610" y="887885"/>
                  </a:lnTo>
                  <a:lnTo>
                    <a:pt x="6122966" y="959550"/>
                  </a:lnTo>
                  <a:lnTo>
                    <a:pt x="6082101" y="1032461"/>
                  </a:lnTo>
                  <a:lnTo>
                    <a:pt x="6041121" y="1106003"/>
                  </a:lnTo>
                  <a:lnTo>
                    <a:pt x="6000144" y="1179539"/>
                  </a:lnTo>
                  <a:lnTo>
                    <a:pt x="5959282" y="1252430"/>
                  </a:lnTo>
                  <a:lnTo>
                    <a:pt x="5918643" y="1324062"/>
                  </a:lnTo>
                  <a:lnTo>
                    <a:pt x="5878315" y="1393866"/>
                  </a:lnTo>
                  <a:lnTo>
                    <a:pt x="5838362" y="1461332"/>
                  </a:lnTo>
                  <a:lnTo>
                    <a:pt x="5798815" y="1526030"/>
                  </a:lnTo>
                  <a:lnTo>
                    <a:pt x="5759666" y="1587614"/>
                  </a:lnTo>
                  <a:lnTo>
                    <a:pt x="5720867" y="1645829"/>
                  </a:lnTo>
                  <a:lnTo>
                    <a:pt x="5682319" y="1700510"/>
                  </a:lnTo>
                  <a:lnTo>
                    <a:pt x="5643873" y="1751577"/>
                  </a:lnTo>
                  <a:lnTo>
                    <a:pt x="5605321" y="1799030"/>
                  </a:lnTo>
                  <a:lnTo>
                    <a:pt x="5567201" y="1842067"/>
                  </a:lnTo>
                  <a:lnTo>
                    <a:pt x="5519910" y="1889911"/>
                  </a:lnTo>
                  <a:lnTo>
                    <a:pt x="5470971" y="1932855"/>
                  </a:lnTo>
                  <a:lnTo>
                    <a:pt x="5419589" y="1971162"/>
                  </a:lnTo>
                  <a:lnTo>
                    <a:pt x="5364879" y="2005270"/>
                  </a:lnTo>
                  <a:lnTo>
                    <a:pt x="5305940" y="2035669"/>
                  </a:lnTo>
                  <a:lnTo>
                    <a:pt x="5241941" y="2062824"/>
                  </a:lnTo>
                  <a:lnTo>
                    <a:pt x="5172222" y="2087143"/>
                  </a:lnTo>
                  <a:lnTo>
                    <a:pt x="5096432" y="2108949"/>
                  </a:lnTo>
                  <a:lnTo>
                    <a:pt x="5014711" y="2128473"/>
                  </a:lnTo>
                  <a:lnTo>
                    <a:pt x="4927903" y="2145854"/>
                  </a:lnTo>
                  <a:lnTo>
                    <a:pt x="4837758" y="2161139"/>
                  </a:lnTo>
                  <a:lnTo>
                    <a:pt x="4747050" y="2174311"/>
                  </a:lnTo>
                  <a:lnTo>
                    <a:pt x="4659495" y="2185318"/>
                  </a:lnTo>
                  <a:lnTo>
                    <a:pt x="4579386" y="2194126"/>
                  </a:lnTo>
                  <a:lnTo>
                    <a:pt x="4510903" y="2200769"/>
                  </a:lnTo>
                  <a:lnTo>
                    <a:pt x="4457254" y="2205395"/>
                  </a:lnTo>
                  <a:lnTo>
                    <a:pt x="4419881" y="2208277"/>
                  </a:lnTo>
                  <a:lnTo>
                    <a:pt x="4398012" y="2209792"/>
                  </a:lnTo>
                  <a:lnTo>
                    <a:pt x="4388650" y="2210378"/>
                  </a:lnTo>
                  <a:lnTo>
                    <a:pt x="4386859" y="2210480"/>
                  </a:lnTo>
                  <a:lnTo>
                    <a:pt x="4386855" y="2210480"/>
                  </a:lnTo>
                  <a:lnTo>
                    <a:pt x="3848118" y="2210480"/>
                  </a:lnTo>
                  <a:lnTo>
                    <a:pt x="3846829" y="2210452"/>
                  </a:lnTo>
                  <a:lnTo>
                    <a:pt x="3838417" y="2210252"/>
                  </a:lnTo>
                  <a:lnTo>
                    <a:pt x="3817438" y="2209699"/>
                  </a:lnTo>
                  <a:lnTo>
                    <a:pt x="3780513" y="2208613"/>
                  </a:lnTo>
                  <a:lnTo>
                    <a:pt x="3726646" y="2206839"/>
                  </a:lnTo>
                  <a:lnTo>
                    <a:pt x="3657252" y="2204262"/>
                  </a:lnTo>
                  <a:lnTo>
                    <a:pt x="3575680" y="2200821"/>
                  </a:lnTo>
                  <a:lnTo>
                    <a:pt x="3486353" y="2196502"/>
                  </a:lnTo>
                  <a:lnTo>
                    <a:pt x="3393818" y="2191317"/>
                  </a:lnTo>
                  <a:lnTo>
                    <a:pt x="3301993" y="2185288"/>
                  </a:lnTo>
                  <a:lnTo>
                    <a:pt x="3213767" y="2178422"/>
                  </a:lnTo>
                  <a:lnTo>
                    <a:pt x="3130928" y="2170695"/>
                  </a:lnTo>
                  <a:lnTo>
                    <a:pt x="3054298" y="2162050"/>
                  </a:lnTo>
                  <a:lnTo>
                    <a:pt x="2983960" y="2152387"/>
                  </a:lnTo>
                  <a:lnTo>
                    <a:pt x="2919493" y="2141570"/>
                  </a:lnTo>
                  <a:lnTo>
                    <a:pt x="2860162" y="2129428"/>
                  </a:lnTo>
                  <a:lnTo>
                    <a:pt x="2805065" y="2115770"/>
                  </a:lnTo>
                  <a:lnTo>
                    <a:pt x="2753247" y="2100396"/>
                  </a:lnTo>
                  <a:lnTo>
                    <a:pt x="2703780" y="2083139"/>
                  </a:lnTo>
                  <a:lnTo>
                    <a:pt x="2667772" y="2068922"/>
                  </a:lnTo>
                  <a:lnTo>
                    <a:pt x="2618824" y="2047416"/>
                  </a:lnTo>
                  <a:lnTo>
                    <a:pt x="2570352" y="2023736"/>
                  </a:lnTo>
                  <a:lnTo>
                    <a:pt x="2521863" y="1997850"/>
                  </a:lnTo>
                  <a:lnTo>
                    <a:pt x="2473019" y="1969798"/>
                  </a:lnTo>
                  <a:lnTo>
                    <a:pt x="2423619" y="1939703"/>
                  </a:lnTo>
                  <a:lnTo>
                    <a:pt x="2373578" y="1907774"/>
                  </a:lnTo>
                  <a:lnTo>
                    <a:pt x="2322919" y="1874306"/>
                  </a:lnTo>
                  <a:lnTo>
                    <a:pt x="2271748" y="1839671"/>
                  </a:lnTo>
                  <a:lnTo>
                    <a:pt x="2220241" y="1804306"/>
                  </a:lnTo>
                  <a:lnTo>
                    <a:pt x="2168614" y="1768686"/>
                  </a:lnTo>
                  <a:lnTo>
                    <a:pt x="2117098" y="1733302"/>
                  </a:lnTo>
                  <a:lnTo>
                    <a:pt x="2065911" y="1698631"/>
                  </a:lnTo>
                  <a:lnTo>
                    <a:pt x="2015229" y="1665110"/>
                  </a:lnTo>
                  <a:lnTo>
                    <a:pt x="1965163" y="1633115"/>
                  </a:lnTo>
                  <a:lnTo>
                    <a:pt x="1915739" y="1602945"/>
                  </a:lnTo>
                  <a:lnTo>
                    <a:pt x="1866877" y="1574811"/>
                  </a:lnTo>
                  <a:lnTo>
                    <a:pt x="1818379" y="1548840"/>
                  </a:lnTo>
                  <a:lnTo>
                    <a:pt x="1769914" y="1525074"/>
                  </a:lnTo>
                  <a:lnTo>
                    <a:pt x="1720996" y="1503485"/>
                  </a:lnTo>
                  <a:lnTo>
                    <a:pt x="1719082" y="1502691"/>
                  </a:lnTo>
                  <a:lnTo>
                    <a:pt x="1670838" y="1483962"/>
                  </a:lnTo>
                  <a:lnTo>
                    <a:pt x="1620863" y="1467189"/>
                  </a:lnTo>
                  <a:lnTo>
                    <a:pt x="1568312" y="1452264"/>
                  </a:lnTo>
                  <a:lnTo>
                    <a:pt x="1512243" y="1439004"/>
                  </a:lnTo>
                  <a:lnTo>
                    <a:pt x="1451703" y="1427213"/>
                  </a:lnTo>
                  <a:lnTo>
                    <a:pt x="1385823" y="1416700"/>
                  </a:lnTo>
                  <a:lnTo>
                    <a:pt x="1313930" y="1407303"/>
                  </a:lnTo>
                  <a:lnTo>
                    <a:pt x="1235710" y="1398896"/>
                  </a:lnTo>
                  <a:lnTo>
                    <a:pt x="1151408" y="1391390"/>
                  </a:lnTo>
                  <a:lnTo>
                    <a:pt x="1062069" y="1384734"/>
                  </a:lnTo>
                  <a:lnTo>
                    <a:pt x="969750" y="1378916"/>
                  </a:lnTo>
                  <a:lnTo>
                    <a:pt x="877617" y="1373946"/>
                  </a:lnTo>
                  <a:lnTo>
                    <a:pt x="789799" y="1369846"/>
                  </a:lnTo>
                  <a:lnTo>
                    <a:pt x="710891" y="1366625"/>
                  </a:lnTo>
                  <a:lnTo>
                    <a:pt x="645141" y="1364258"/>
                  </a:lnTo>
                  <a:lnTo>
                    <a:pt x="595482" y="1362669"/>
                  </a:lnTo>
                  <a:lnTo>
                    <a:pt x="562748" y="1361732"/>
                  </a:lnTo>
                  <a:lnTo>
                    <a:pt x="545327" y="1361285"/>
                  </a:lnTo>
                  <a:lnTo>
                    <a:pt x="539287" y="1361145"/>
                  </a:lnTo>
                  <a:lnTo>
                    <a:pt x="538736" y="1361133"/>
                  </a:lnTo>
                  <a:lnTo>
                    <a:pt x="0" y="13611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0" name="pg1700"/>
            <p:cNvSpPr/>
            <p:nvPr/>
          </p:nvSpPr>
          <p:spPr>
            <a:xfrm>
              <a:off x="546595" y="4169624"/>
              <a:ext cx="8234974" cy="1056239"/>
            </a:xfrm>
            <a:custGeom>
              <a:avLst/>
              <a:pathLst>
                <a:path w="8234974" h="1056239">
                  <a:moveTo>
                    <a:pt x="0" y="1056239"/>
                  </a:moveTo>
                  <a:lnTo>
                    <a:pt x="538736" y="1056239"/>
                  </a:lnTo>
                  <a:lnTo>
                    <a:pt x="540018" y="1056205"/>
                  </a:lnTo>
                  <a:lnTo>
                    <a:pt x="548386" y="1055958"/>
                  </a:lnTo>
                  <a:lnTo>
                    <a:pt x="569256" y="1055278"/>
                  </a:lnTo>
                  <a:lnTo>
                    <a:pt x="606002" y="1053942"/>
                  </a:lnTo>
                  <a:lnTo>
                    <a:pt x="659628" y="1051759"/>
                  </a:lnTo>
                  <a:lnTo>
                    <a:pt x="728748" y="1048588"/>
                  </a:lnTo>
                  <a:lnTo>
                    <a:pt x="810045" y="1044352"/>
                  </a:lnTo>
                  <a:lnTo>
                    <a:pt x="899129" y="1039033"/>
                  </a:lnTo>
                  <a:lnTo>
                    <a:pt x="991473" y="1032647"/>
                  </a:lnTo>
                  <a:lnTo>
                    <a:pt x="1083169" y="1025221"/>
                  </a:lnTo>
                  <a:lnTo>
                    <a:pt x="1171321" y="1016762"/>
                  </a:lnTo>
                  <a:lnTo>
                    <a:pt x="1254133" y="1007245"/>
                  </a:lnTo>
                  <a:lnTo>
                    <a:pt x="1330768" y="996597"/>
                  </a:lnTo>
                  <a:lnTo>
                    <a:pt x="1401128" y="984698"/>
                  </a:lnTo>
                  <a:lnTo>
                    <a:pt x="1465625" y="971381"/>
                  </a:lnTo>
                  <a:lnTo>
                    <a:pt x="1524982" y="956439"/>
                  </a:lnTo>
                  <a:lnTo>
                    <a:pt x="1580091" y="939634"/>
                  </a:lnTo>
                  <a:lnTo>
                    <a:pt x="1631905" y="920723"/>
                  </a:lnTo>
                  <a:lnTo>
                    <a:pt x="1681346" y="899496"/>
                  </a:lnTo>
                  <a:lnTo>
                    <a:pt x="1719082" y="881107"/>
                  </a:lnTo>
                  <a:lnTo>
                    <a:pt x="1766470" y="855394"/>
                  </a:lnTo>
                  <a:lnTo>
                    <a:pt x="1813395" y="827165"/>
                  </a:lnTo>
                  <a:lnTo>
                    <a:pt x="1860312" y="796378"/>
                  </a:lnTo>
                  <a:lnTo>
                    <a:pt x="1907537" y="763073"/>
                  </a:lnTo>
                  <a:lnTo>
                    <a:pt x="1955267" y="727374"/>
                  </a:lnTo>
                  <a:lnTo>
                    <a:pt x="2003591" y="689504"/>
                  </a:lnTo>
                  <a:lnTo>
                    <a:pt x="2052506" y="649776"/>
                  </a:lnTo>
                  <a:lnTo>
                    <a:pt x="2101929" y="608592"/>
                  </a:lnTo>
                  <a:lnTo>
                    <a:pt x="2151714" y="566425"/>
                  </a:lnTo>
                  <a:lnTo>
                    <a:pt x="2201673" y="523801"/>
                  </a:lnTo>
                  <a:lnTo>
                    <a:pt x="2251597" y="481267"/>
                  </a:lnTo>
                  <a:lnTo>
                    <a:pt x="2301282" y="439368"/>
                  </a:lnTo>
                  <a:lnTo>
                    <a:pt x="2350551" y="398616"/>
                  </a:lnTo>
                  <a:lnTo>
                    <a:pt x="2399277" y="359460"/>
                  </a:lnTo>
                  <a:lnTo>
                    <a:pt x="2447400" y="322277"/>
                  </a:lnTo>
                  <a:lnTo>
                    <a:pt x="2494948" y="287348"/>
                  </a:lnTo>
                  <a:lnTo>
                    <a:pt x="2542044" y="254864"/>
                  </a:lnTo>
                  <a:lnTo>
                    <a:pt x="2588923" y="224921"/>
                  </a:lnTo>
                  <a:lnTo>
                    <a:pt x="2635943" y="197530"/>
                  </a:lnTo>
                  <a:lnTo>
                    <a:pt x="2667772" y="180577"/>
                  </a:lnTo>
                  <a:lnTo>
                    <a:pt x="2715925" y="157446"/>
                  </a:lnTo>
                  <a:lnTo>
                    <a:pt x="2765800" y="136728"/>
                  </a:lnTo>
                  <a:lnTo>
                    <a:pt x="2818238" y="118286"/>
                  </a:lnTo>
                  <a:lnTo>
                    <a:pt x="2874177" y="101901"/>
                  </a:lnTo>
                  <a:lnTo>
                    <a:pt x="2934562" y="87325"/>
                  </a:lnTo>
                  <a:lnTo>
                    <a:pt x="3000259" y="74328"/>
                  </a:lnTo>
                  <a:lnTo>
                    <a:pt x="3071941" y="62709"/>
                  </a:lnTo>
                  <a:lnTo>
                    <a:pt x="3149927" y="52311"/>
                  </a:lnTo>
                  <a:lnTo>
                    <a:pt x="3233980" y="43024"/>
                  </a:lnTo>
                  <a:lnTo>
                    <a:pt x="3323078" y="34787"/>
                  </a:lnTo>
                  <a:lnTo>
                    <a:pt x="3415193" y="27582"/>
                  </a:lnTo>
                  <a:lnTo>
                    <a:pt x="3507198" y="21422"/>
                  </a:lnTo>
                  <a:lnTo>
                    <a:pt x="3595006" y="16334"/>
                  </a:lnTo>
                  <a:lnTo>
                    <a:pt x="3674047" y="12329"/>
                  </a:lnTo>
                  <a:lnTo>
                    <a:pt x="3740077" y="9378"/>
                  </a:lnTo>
                  <a:lnTo>
                    <a:pt x="3790133" y="7390"/>
                  </a:lnTo>
                  <a:lnTo>
                    <a:pt x="3823315" y="6212"/>
                  </a:lnTo>
                  <a:lnTo>
                    <a:pt x="3841153" y="5643"/>
                  </a:lnTo>
                  <a:lnTo>
                    <a:pt x="3847487" y="546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1" y="5476"/>
                  </a:lnTo>
                  <a:lnTo>
                    <a:pt x="4396530" y="5701"/>
                  </a:lnTo>
                  <a:lnTo>
                    <a:pt x="4417453" y="6323"/>
                  </a:lnTo>
                  <a:lnTo>
                    <a:pt x="4454285" y="7544"/>
                  </a:lnTo>
                  <a:lnTo>
                    <a:pt x="4508028" y="9541"/>
                  </a:lnTo>
                  <a:lnTo>
                    <a:pt x="4577281" y="12440"/>
                  </a:lnTo>
                  <a:lnTo>
                    <a:pt x="4658711" y="16312"/>
                  </a:lnTo>
                  <a:lnTo>
                    <a:pt x="4747913" y="21174"/>
                  </a:lnTo>
                  <a:lnTo>
                    <a:pt x="4840350" y="27009"/>
                  </a:lnTo>
                  <a:lnTo>
                    <a:pt x="4932108" y="33796"/>
                  </a:lnTo>
                  <a:lnTo>
                    <a:pt x="5020297" y="41525"/>
                  </a:lnTo>
                  <a:lnTo>
                    <a:pt x="5103122" y="50223"/>
                  </a:lnTo>
                  <a:lnTo>
                    <a:pt x="5179754" y="59954"/>
                  </a:lnTo>
                  <a:lnTo>
                    <a:pt x="5250104" y="70830"/>
                  </a:lnTo>
                  <a:lnTo>
                    <a:pt x="5314586" y="83003"/>
                  </a:lnTo>
                  <a:lnTo>
                    <a:pt x="5373930" y="96664"/>
                  </a:lnTo>
                  <a:lnTo>
                    <a:pt x="5429033" y="112029"/>
                  </a:lnTo>
                  <a:lnTo>
                    <a:pt x="5480849" y="129323"/>
                  </a:lnTo>
                  <a:lnTo>
                    <a:pt x="5530303" y="148735"/>
                  </a:lnTo>
                  <a:lnTo>
                    <a:pt x="5567201" y="165150"/>
                  </a:lnTo>
                  <a:lnTo>
                    <a:pt x="5615315" y="188978"/>
                  </a:lnTo>
                  <a:lnTo>
                    <a:pt x="5662961" y="215172"/>
                  </a:lnTo>
                  <a:lnTo>
                    <a:pt x="5710609" y="243772"/>
                  </a:lnTo>
                  <a:lnTo>
                    <a:pt x="5758587" y="274736"/>
                  </a:lnTo>
                  <a:lnTo>
                    <a:pt x="5807093" y="307939"/>
                  </a:lnTo>
                  <a:lnTo>
                    <a:pt x="5856215" y="343165"/>
                  </a:lnTo>
                  <a:lnTo>
                    <a:pt x="5905942" y="380105"/>
                  </a:lnTo>
                  <a:lnTo>
                    <a:pt x="5956178" y="418369"/>
                  </a:lnTo>
                  <a:lnTo>
                    <a:pt x="6006767" y="457499"/>
                  </a:lnTo>
                  <a:lnTo>
                    <a:pt x="6057505" y="496988"/>
                  </a:lnTo>
                  <a:lnTo>
                    <a:pt x="6108173" y="536312"/>
                  </a:lnTo>
                  <a:lnTo>
                    <a:pt x="6158562" y="574954"/>
                  </a:lnTo>
                  <a:lnTo>
                    <a:pt x="6208493" y="612435"/>
                  </a:lnTo>
                  <a:lnTo>
                    <a:pt x="6257845" y="648338"/>
                  </a:lnTo>
                  <a:lnTo>
                    <a:pt x="6306575" y="682321"/>
                  </a:lnTo>
                  <a:lnTo>
                    <a:pt x="6354732" y="714136"/>
                  </a:lnTo>
                  <a:lnTo>
                    <a:pt x="6402472" y="743622"/>
                  </a:lnTo>
                  <a:lnTo>
                    <a:pt x="6450071" y="770708"/>
                  </a:lnTo>
                  <a:lnTo>
                    <a:pt x="6497946" y="795405"/>
                  </a:lnTo>
                  <a:lnTo>
                    <a:pt x="6515891" y="803976"/>
                  </a:lnTo>
                  <a:lnTo>
                    <a:pt x="6564088" y="825087"/>
                  </a:lnTo>
                  <a:lnTo>
                    <a:pt x="6614012" y="843995"/>
                  </a:lnTo>
                  <a:lnTo>
                    <a:pt x="6666505" y="860822"/>
                  </a:lnTo>
                  <a:lnTo>
                    <a:pt x="6722507" y="875773"/>
                  </a:lnTo>
                  <a:lnTo>
                    <a:pt x="6782966" y="889070"/>
                  </a:lnTo>
                  <a:lnTo>
                    <a:pt x="6848753" y="900926"/>
                  </a:lnTo>
                  <a:lnTo>
                    <a:pt x="6920536" y="911525"/>
                  </a:lnTo>
                  <a:lnTo>
                    <a:pt x="6998636" y="921008"/>
                  </a:lnTo>
                  <a:lnTo>
                    <a:pt x="7082810" y="929477"/>
                  </a:lnTo>
                  <a:lnTo>
                    <a:pt x="7172024" y="936987"/>
                  </a:lnTo>
                  <a:lnTo>
                    <a:pt x="7264238" y="943555"/>
                  </a:lnTo>
                  <a:lnTo>
                    <a:pt x="7356305" y="949167"/>
                  </a:lnTo>
                  <a:lnTo>
                    <a:pt x="7444119" y="953800"/>
                  </a:lnTo>
                  <a:lnTo>
                    <a:pt x="7523096" y="957443"/>
                  </a:lnTo>
                  <a:lnTo>
                    <a:pt x="7588991" y="960125"/>
                  </a:lnTo>
                  <a:lnTo>
                    <a:pt x="7638854" y="961928"/>
                  </a:lnTo>
                  <a:lnTo>
                    <a:pt x="7671819" y="962993"/>
                  </a:lnTo>
                  <a:lnTo>
                    <a:pt x="7689455" y="963505"/>
                  </a:lnTo>
                  <a:lnTo>
                    <a:pt x="7695646" y="963668"/>
                  </a:lnTo>
                  <a:lnTo>
                    <a:pt x="7696237" y="963682"/>
                  </a:lnTo>
                  <a:lnTo>
                    <a:pt x="8234974" y="963682"/>
                  </a:lnTo>
                  <a:lnTo>
                    <a:pt x="8234974" y="958238"/>
                  </a:lnTo>
                  <a:lnTo>
                    <a:pt x="7696237" y="958238"/>
                  </a:lnTo>
                  <a:lnTo>
                    <a:pt x="7694952" y="958206"/>
                  </a:lnTo>
                  <a:lnTo>
                    <a:pt x="7686562" y="957981"/>
                  </a:lnTo>
                  <a:lnTo>
                    <a:pt x="7665640" y="957358"/>
                  </a:lnTo>
                  <a:lnTo>
                    <a:pt x="7628807" y="956137"/>
                  </a:lnTo>
                  <a:lnTo>
                    <a:pt x="7575064" y="954141"/>
                  </a:lnTo>
                  <a:lnTo>
                    <a:pt x="7505812" y="951242"/>
                  </a:lnTo>
                  <a:lnTo>
                    <a:pt x="7424381" y="947370"/>
                  </a:lnTo>
                  <a:lnTo>
                    <a:pt x="7335180" y="942508"/>
                  </a:lnTo>
                  <a:lnTo>
                    <a:pt x="7242743" y="936672"/>
                  </a:lnTo>
                  <a:lnTo>
                    <a:pt x="7150984" y="929886"/>
                  </a:lnTo>
                  <a:lnTo>
                    <a:pt x="7062796" y="922156"/>
                  </a:lnTo>
                  <a:lnTo>
                    <a:pt x="6979971" y="913459"/>
                  </a:lnTo>
                  <a:lnTo>
                    <a:pt x="6903338" y="903727"/>
                  </a:lnTo>
                  <a:lnTo>
                    <a:pt x="6832989" y="892852"/>
                  </a:lnTo>
                  <a:lnTo>
                    <a:pt x="6768507" y="880679"/>
                  </a:lnTo>
                  <a:lnTo>
                    <a:pt x="6709162" y="867018"/>
                  </a:lnTo>
                  <a:lnTo>
                    <a:pt x="6654059" y="851652"/>
                  </a:lnTo>
                  <a:lnTo>
                    <a:pt x="6602243" y="834359"/>
                  </a:lnTo>
                  <a:lnTo>
                    <a:pt x="6552790" y="814947"/>
                  </a:lnTo>
                  <a:lnTo>
                    <a:pt x="6515891" y="798531"/>
                  </a:lnTo>
                  <a:lnTo>
                    <a:pt x="6467777" y="774704"/>
                  </a:lnTo>
                  <a:lnTo>
                    <a:pt x="6420132" y="748509"/>
                  </a:lnTo>
                  <a:lnTo>
                    <a:pt x="6372483" y="719910"/>
                  </a:lnTo>
                  <a:lnTo>
                    <a:pt x="6324506" y="688946"/>
                  </a:lnTo>
                  <a:lnTo>
                    <a:pt x="6276000" y="655743"/>
                  </a:lnTo>
                  <a:lnTo>
                    <a:pt x="6226877" y="620517"/>
                  </a:lnTo>
                  <a:lnTo>
                    <a:pt x="6177151" y="583577"/>
                  </a:lnTo>
                  <a:lnTo>
                    <a:pt x="6126914" y="545312"/>
                  </a:lnTo>
                  <a:lnTo>
                    <a:pt x="6076326" y="506183"/>
                  </a:lnTo>
                  <a:lnTo>
                    <a:pt x="6025588" y="466693"/>
                  </a:lnTo>
                  <a:lnTo>
                    <a:pt x="5974919" y="427370"/>
                  </a:lnTo>
                  <a:lnTo>
                    <a:pt x="5924531" y="388728"/>
                  </a:lnTo>
                  <a:lnTo>
                    <a:pt x="5874600" y="351247"/>
                  </a:lnTo>
                  <a:lnTo>
                    <a:pt x="5825247" y="315344"/>
                  </a:lnTo>
                  <a:lnTo>
                    <a:pt x="5776517" y="281360"/>
                  </a:lnTo>
                  <a:lnTo>
                    <a:pt x="5728360" y="249546"/>
                  </a:lnTo>
                  <a:lnTo>
                    <a:pt x="5680621" y="220060"/>
                  </a:lnTo>
                  <a:lnTo>
                    <a:pt x="5633021" y="192973"/>
                  </a:lnTo>
                  <a:lnTo>
                    <a:pt x="5585146" y="168276"/>
                  </a:lnTo>
                  <a:lnTo>
                    <a:pt x="5567201" y="159706"/>
                  </a:lnTo>
                  <a:lnTo>
                    <a:pt x="5519004" y="138595"/>
                  </a:lnTo>
                  <a:lnTo>
                    <a:pt x="5469081" y="119687"/>
                  </a:lnTo>
                  <a:lnTo>
                    <a:pt x="5416588" y="102859"/>
                  </a:lnTo>
                  <a:lnTo>
                    <a:pt x="5360586" y="87909"/>
                  </a:lnTo>
                  <a:lnTo>
                    <a:pt x="5300126" y="74611"/>
                  </a:lnTo>
                  <a:lnTo>
                    <a:pt x="5234340" y="62755"/>
                  </a:lnTo>
                  <a:lnTo>
                    <a:pt x="5162556" y="52157"/>
                  </a:lnTo>
                  <a:lnTo>
                    <a:pt x="5084457" y="42673"/>
                  </a:lnTo>
                  <a:lnTo>
                    <a:pt x="5000283" y="34204"/>
                  </a:lnTo>
                  <a:lnTo>
                    <a:pt x="4911068" y="26694"/>
                  </a:lnTo>
                  <a:lnTo>
                    <a:pt x="4818854" y="20127"/>
                  </a:lnTo>
                  <a:lnTo>
                    <a:pt x="4726787" y="14515"/>
                  </a:lnTo>
                  <a:lnTo>
                    <a:pt x="4638974" y="9882"/>
                  </a:lnTo>
                  <a:lnTo>
                    <a:pt x="4559997" y="6238"/>
                  </a:lnTo>
                  <a:lnTo>
                    <a:pt x="4494102" y="3557"/>
                  </a:lnTo>
                  <a:lnTo>
                    <a:pt x="4444238" y="1754"/>
                  </a:lnTo>
                  <a:lnTo>
                    <a:pt x="4411273" y="688"/>
                  </a:lnTo>
                  <a:lnTo>
                    <a:pt x="4393637" y="176"/>
                  </a:lnTo>
                  <a:lnTo>
                    <a:pt x="4387446" y="1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4"/>
                  </a:lnTo>
                  <a:lnTo>
                    <a:pt x="3838469" y="280"/>
                  </a:lnTo>
                  <a:lnTo>
                    <a:pt x="3817598" y="961"/>
                  </a:lnTo>
                  <a:lnTo>
                    <a:pt x="3780853" y="2296"/>
                  </a:lnTo>
                  <a:lnTo>
                    <a:pt x="3727227" y="4480"/>
                  </a:lnTo>
                  <a:lnTo>
                    <a:pt x="3658107" y="7651"/>
                  </a:lnTo>
                  <a:lnTo>
                    <a:pt x="3576809" y="11887"/>
                  </a:lnTo>
                  <a:lnTo>
                    <a:pt x="3487726" y="17206"/>
                  </a:lnTo>
                  <a:lnTo>
                    <a:pt x="3395381" y="23591"/>
                  </a:lnTo>
                  <a:lnTo>
                    <a:pt x="3303686" y="31018"/>
                  </a:lnTo>
                  <a:lnTo>
                    <a:pt x="3215534" y="39476"/>
                  </a:lnTo>
                  <a:lnTo>
                    <a:pt x="3132722" y="48994"/>
                  </a:lnTo>
                  <a:lnTo>
                    <a:pt x="3056087" y="59642"/>
                  </a:lnTo>
                  <a:lnTo>
                    <a:pt x="2985726" y="71541"/>
                  </a:lnTo>
                  <a:lnTo>
                    <a:pt x="2921230" y="84857"/>
                  </a:lnTo>
                  <a:lnTo>
                    <a:pt x="2861873" y="99800"/>
                  </a:lnTo>
                  <a:lnTo>
                    <a:pt x="2806763" y="116604"/>
                  </a:lnTo>
                  <a:lnTo>
                    <a:pt x="2754950" y="135516"/>
                  </a:lnTo>
                  <a:lnTo>
                    <a:pt x="2705509" y="156743"/>
                  </a:lnTo>
                  <a:lnTo>
                    <a:pt x="2667772" y="175132"/>
                  </a:lnTo>
                  <a:lnTo>
                    <a:pt x="2620384" y="200844"/>
                  </a:lnTo>
                  <a:lnTo>
                    <a:pt x="2573459" y="229074"/>
                  </a:lnTo>
                  <a:lnTo>
                    <a:pt x="2526542" y="259860"/>
                  </a:lnTo>
                  <a:lnTo>
                    <a:pt x="2479317" y="293166"/>
                  </a:lnTo>
                  <a:lnTo>
                    <a:pt x="2431588" y="328864"/>
                  </a:lnTo>
                  <a:lnTo>
                    <a:pt x="2383264" y="366734"/>
                  </a:lnTo>
                  <a:lnTo>
                    <a:pt x="2334349" y="406462"/>
                  </a:lnTo>
                  <a:lnTo>
                    <a:pt x="2284926" y="447646"/>
                  </a:lnTo>
                  <a:lnTo>
                    <a:pt x="2235141" y="489813"/>
                  </a:lnTo>
                  <a:lnTo>
                    <a:pt x="2185182" y="532438"/>
                  </a:lnTo>
                  <a:lnTo>
                    <a:pt x="2135257" y="574972"/>
                  </a:lnTo>
                  <a:lnTo>
                    <a:pt x="2085573" y="616870"/>
                  </a:lnTo>
                  <a:lnTo>
                    <a:pt x="2036304" y="657623"/>
                  </a:lnTo>
                  <a:lnTo>
                    <a:pt x="1987578" y="696778"/>
                  </a:lnTo>
                  <a:lnTo>
                    <a:pt x="1939454" y="733962"/>
                  </a:lnTo>
                  <a:lnTo>
                    <a:pt x="1891906" y="768890"/>
                  </a:lnTo>
                  <a:lnTo>
                    <a:pt x="1844810" y="801374"/>
                  </a:lnTo>
                  <a:lnTo>
                    <a:pt x="1797932" y="831317"/>
                  </a:lnTo>
                  <a:lnTo>
                    <a:pt x="1750912" y="858708"/>
                  </a:lnTo>
                  <a:lnTo>
                    <a:pt x="1719082" y="875662"/>
                  </a:lnTo>
                  <a:lnTo>
                    <a:pt x="1670930" y="898793"/>
                  </a:lnTo>
                  <a:lnTo>
                    <a:pt x="1621055" y="919511"/>
                  </a:lnTo>
                  <a:lnTo>
                    <a:pt x="1568616" y="937952"/>
                  </a:lnTo>
                  <a:lnTo>
                    <a:pt x="1512678" y="954338"/>
                  </a:lnTo>
                  <a:lnTo>
                    <a:pt x="1452293" y="968913"/>
                  </a:lnTo>
                  <a:lnTo>
                    <a:pt x="1386595" y="981910"/>
                  </a:lnTo>
                  <a:lnTo>
                    <a:pt x="1314913" y="993529"/>
                  </a:lnTo>
                  <a:lnTo>
                    <a:pt x="1236928" y="1003927"/>
                  </a:lnTo>
                  <a:lnTo>
                    <a:pt x="1152874" y="1013214"/>
                  </a:lnTo>
                  <a:lnTo>
                    <a:pt x="1063777" y="1021451"/>
                  </a:lnTo>
                  <a:lnTo>
                    <a:pt x="971662" y="1028656"/>
                  </a:lnTo>
                  <a:lnTo>
                    <a:pt x="879657" y="1034816"/>
                  </a:lnTo>
                  <a:lnTo>
                    <a:pt x="791849" y="1039904"/>
                  </a:lnTo>
                  <a:lnTo>
                    <a:pt x="712808" y="1043909"/>
                  </a:lnTo>
                  <a:lnTo>
                    <a:pt x="646777" y="1046860"/>
                  </a:lnTo>
                  <a:lnTo>
                    <a:pt x="596722" y="1048849"/>
                  </a:lnTo>
                  <a:lnTo>
                    <a:pt x="563539" y="1050027"/>
                  </a:lnTo>
                  <a:lnTo>
                    <a:pt x="545701" y="1050595"/>
                  </a:lnTo>
                  <a:lnTo>
                    <a:pt x="539367" y="1050778"/>
                  </a:lnTo>
                  <a:lnTo>
                    <a:pt x="538736" y="1050795"/>
                  </a:lnTo>
                  <a:lnTo>
                    <a:pt x="0" y="105079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01" name="pl1701"/>
            <p:cNvSpPr/>
            <p:nvPr/>
          </p:nvSpPr>
          <p:spPr>
            <a:xfrm>
              <a:off x="546595" y="4175069"/>
              <a:ext cx="8234974" cy="1050795"/>
            </a:xfrm>
            <a:custGeom>
              <a:avLst/>
              <a:pathLst>
                <a:path w="8234974" h="1050795">
                  <a:moveTo>
                    <a:pt x="0" y="1050795"/>
                  </a:moveTo>
                  <a:lnTo>
                    <a:pt x="538736" y="1050795"/>
                  </a:lnTo>
                  <a:lnTo>
                    <a:pt x="540018" y="1050760"/>
                  </a:lnTo>
                  <a:lnTo>
                    <a:pt x="548386" y="1050514"/>
                  </a:lnTo>
                  <a:lnTo>
                    <a:pt x="569256" y="1049833"/>
                  </a:lnTo>
                  <a:lnTo>
                    <a:pt x="606002" y="1048498"/>
                  </a:lnTo>
                  <a:lnTo>
                    <a:pt x="659628" y="1046314"/>
                  </a:lnTo>
                  <a:lnTo>
                    <a:pt x="728748" y="1043143"/>
                  </a:lnTo>
                  <a:lnTo>
                    <a:pt x="810045" y="1038907"/>
                  </a:lnTo>
                  <a:lnTo>
                    <a:pt x="899129" y="1033588"/>
                  </a:lnTo>
                  <a:lnTo>
                    <a:pt x="991473" y="1027203"/>
                  </a:lnTo>
                  <a:lnTo>
                    <a:pt x="1083169" y="1019777"/>
                  </a:lnTo>
                  <a:lnTo>
                    <a:pt x="1171321" y="1011318"/>
                  </a:lnTo>
                  <a:lnTo>
                    <a:pt x="1254133" y="1001800"/>
                  </a:lnTo>
                  <a:lnTo>
                    <a:pt x="1330768" y="991152"/>
                  </a:lnTo>
                  <a:lnTo>
                    <a:pt x="1401128" y="979253"/>
                  </a:lnTo>
                  <a:lnTo>
                    <a:pt x="1465625" y="965937"/>
                  </a:lnTo>
                  <a:lnTo>
                    <a:pt x="1524982" y="950995"/>
                  </a:lnTo>
                  <a:lnTo>
                    <a:pt x="1580091" y="934190"/>
                  </a:lnTo>
                  <a:lnTo>
                    <a:pt x="1631905" y="915278"/>
                  </a:lnTo>
                  <a:lnTo>
                    <a:pt x="1681346" y="894051"/>
                  </a:lnTo>
                  <a:lnTo>
                    <a:pt x="1719082" y="875662"/>
                  </a:lnTo>
                  <a:lnTo>
                    <a:pt x="1766470" y="849950"/>
                  </a:lnTo>
                  <a:lnTo>
                    <a:pt x="1813395" y="821720"/>
                  </a:lnTo>
                  <a:lnTo>
                    <a:pt x="1860312" y="790934"/>
                  </a:lnTo>
                  <a:lnTo>
                    <a:pt x="1907537" y="757628"/>
                  </a:lnTo>
                  <a:lnTo>
                    <a:pt x="1955267" y="721930"/>
                  </a:lnTo>
                  <a:lnTo>
                    <a:pt x="2003591" y="684060"/>
                  </a:lnTo>
                  <a:lnTo>
                    <a:pt x="2052506" y="644332"/>
                  </a:lnTo>
                  <a:lnTo>
                    <a:pt x="2101929" y="603148"/>
                  </a:lnTo>
                  <a:lnTo>
                    <a:pt x="2151714" y="560981"/>
                  </a:lnTo>
                  <a:lnTo>
                    <a:pt x="2201673" y="518356"/>
                  </a:lnTo>
                  <a:lnTo>
                    <a:pt x="2251597" y="475823"/>
                  </a:lnTo>
                  <a:lnTo>
                    <a:pt x="2301282" y="433924"/>
                  </a:lnTo>
                  <a:lnTo>
                    <a:pt x="2350551" y="393171"/>
                  </a:lnTo>
                  <a:lnTo>
                    <a:pt x="2399277" y="354016"/>
                  </a:lnTo>
                  <a:lnTo>
                    <a:pt x="2447400" y="316832"/>
                  </a:lnTo>
                  <a:lnTo>
                    <a:pt x="2494948" y="281904"/>
                  </a:lnTo>
                  <a:lnTo>
                    <a:pt x="2542044" y="249420"/>
                  </a:lnTo>
                  <a:lnTo>
                    <a:pt x="2588923" y="219477"/>
                  </a:lnTo>
                  <a:lnTo>
                    <a:pt x="2635943" y="192086"/>
                  </a:lnTo>
                  <a:lnTo>
                    <a:pt x="2667772" y="175132"/>
                  </a:lnTo>
                  <a:lnTo>
                    <a:pt x="2715925" y="152002"/>
                  </a:lnTo>
                  <a:lnTo>
                    <a:pt x="2765800" y="131283"/>
                  </a:lnTo>
                  <a:lnTo>
                    <a:pt x="2818238" y="112842"/>
                  </a:lnTo>
                  <a:lnTo>
                    <a:pt x="2874177" y="96456"/>
                  </a:lnTo>
                  <a:lnTo>
                    <a:pt x="2934562" y="81881"/>
                  </a:lnTo>
                  <a:lnTo>
                    <a:pt x="3000259" y="68884"/>
                  </a:lnTo>
                  <a:lnTo>
                    <a:pt x="3071941" y="57265"/>
                  </a:lnTo>
                  <a:lnTo>
                    <a:pt x="3149927" y="46867"/>
                  </a:lnTo>
                  <a:lnTo>
                    <a:pt x="3233980" y="37580"/>
                  </a:lnTo>
                  <a:lnTo>
                    <a:pt x="3323078" y="29343"/>
                  </a:lnTo>
                  <a:lnTo>
                    <a:pt x="3415193" y="22138"/>
                  </a:lnTo>
                  <a:lnTo>
                    <a:pt x="3507198" y="15978"/>
                  </a:lnTo>
                  <a:lnTo>
                    <a:pt x="3595006" y="10890"/>
                  </a:lnTo>
                  <a:lnTo>
                    <a:pt x="3674047" y="6885"/>
                  </a:lnTo>
                  <a:lnTo>
                    <a:pt x="3740077" y="3934"/>
                  </a:lnTo>
                  <a:lnTo>
                    <a:pt x="3790133" y="1946"/>
                  </a:lnTo>
                  <a:lnTo>
                    <a:pt x="3823315" y="767"/>
                  </a:lnTo>
                  <a:lnTo>
                    <a:pt x="3841153" y="199"/>
                  </a:lnTo>
                  <a:lnTo>
                    <a:pt x="3847487" y="1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1" y="31"/>
                  </a:lnTo>
                  <a:lnTo>
                    <a:pt x="4396530" y="256"/>
                  </a:lnTo>
                  <a:lnTo>
                    <a:pt x="4417453" y="879"/>
                  </a:lnTo>
                  <a:lnTo>
                    <a:pt x="4454285" y="2100"/>
                  </a:lnTo>
                  <a:lnTo>
                    <a:pt x="4508028" y="4096"/>
                  </a:lnTo>
                  <a:lnTo>
                    <a:pt x="4577281" y="6995"/>
                  </a:lnTo>
                  <a:lnTo>
                    <a:pt x="4658711" y="10867"/>
                  </a:lnTo>
                  <a:lnTo>
                    <a:pt x="4747913" y="15729"/>
                  </a:lnTo>
                  <a:lnTo>
                    <a:pt x="4840350" y="21565"/>
                  </a:lnTo>
                  <a:lnTo>
                    <a:pt x="4932108" y="28351"/>
                  </a:lnTo>
                  <a:lnTo>
                    <a:pt x="5020297" y="36081"/>
                  </a:lnTo>
                  <a:lnTo>
                    <a:pt x="5103122" y="44778"/>
                  </a:lnTo>
                  <a:lnTo>
                    <a:pt x="5179754" y="54510"/>
                  </a:lnTo>
                  <a:lnTo>
                    <a:pt x="5250104" y="65385"/>
                  </a:lnTo>
                  <a:lnTo>
                    <a:pt x="5314586" y="77558"/>
                  </a:lnTo>
                  <a:lnTo>
                    <a:pt x="5373930" y="91219"/>
                  </a:lnTo>
                  <a:lnTo>
                    <a:pt x="5429033" y="106585"/>
                  </a:lnTo>
                  <a:lnTo>
                    <a:pt x="5480849" y="123878"/>
                  </a:lnTo>
                  <a:lnTo>
                    <a:pt x="5530303" y="143290"/>
                  </a:lnTo>
                  <a:lnTo>
                    <a:pt x="5567201" y="159706"/>
                  </a:lnTo>
                  <a:lnTo>
                    <a:pt x="5615315" y="183533"/>
                  </a:lnTo>
                  <a:lnTo>
                    <a:pt x="5662961" y="209728"/>
                  </a:lnTo>
                  <a:lnTo>
                    <a:pt x="5710609" y="238327"/>
                  </a:lnTo>
                  <a:lnTo>
                    <a:pt x="5758587" y="269291"/>
                  </a:lnTo>
                  <a:lnTo>
                    <a:pt x="5807093" y="302494"/>
                  </a:lnTo>
                  <a:lnTo>
                    <a:pt x="5856215" y="337720"/>
                  </a:lnTo>
                  <a:lnTo>
                    <a:pt x="5905942" y="374660"/>
                  </a:lnTo>
                  <a:lnTo>
                    <a:pt x="5956178" y="412925"/>
                  </a:lnTo>
                  <a:lnTo>
                    <a:pt x="6006767" y="452054"/>
                  </a:lnTo>
                  <a:lnTo>
                    <a:pt x="6057505" y="491544"/>
                  </a:lnTo>
                  <a:lnTo>
                    <a:pt x="6108173" y="530867"/>
                  </a:lnTo>
                  <a:lnTo>
                    <a:pt x="6158562" y="569509"/>
                  </a:lnTo>
                  <a:lnTo>
                    <a:pt x="6208493" y="606991"/>
                  </a:lnTo>
                  <a:lnTo>
                    <a:pt x="6257845" y="642893"/>
                  </a:lnTo>
                  <a:lnTo>
                    <a:pt x="6306575" y="676877"/>
                  </a:lnTo>
                  <a:lnTo>
                    <a:pt x="6354732" y="708691"/>
                  </a:lnTo>
                  <a:lnTo>
                    <a:pt x="6402472" y="738177"/>
                  </a:lnTo>
                  <a:lnTo>
                    <a:pt x="6450071" y="765264"/>
                  </a:lnTo>
                  <a:lnTo>
                    <a:pt x="6497946" y="789961"/>
                  </a:lnTo>
                  <a:lnTo>
                    <a:pt x="6515891" y="798531"/>
                  </a:lnTo>
                  <a:lnTo>
                    <a:pt x="6564088" y="819642"/>
                  </a:lnTo>
                  <a:lnTo>
                    <a:pt x="6614012" y="838550"/>
                  </a:lnTo>
                  <a:lnTo>
                    <a:pt x="6666505" y="855378"/>
                  </a:lnTo>
                  <a:lnTo>
                    <a:pt x="6722507" y="870328"/>
                  </a:lnTo>
                  <a:lnTo>
                    <a:pt x="6782966" y="883626"/>
                  </a:lnTo>
                  <a:lnTo>
                    <a:pt x="6848753" y="895482"/>
                  </a:lnTo>
                  <a:lnTo>
                    <a:pt x="6920536" y="906080"/>
                  </a:lnTo>
                  <a:lnTo>
                    <a:pt x="6998636" y="915564"/>
                  </a:lnTo>
                  <a:lnTo>
                    <a:pt x="7082810" y="924033"/>
                  </a:lnTo>
                  <a:lnTo>
                    <a:pt x="7172024" y="931543"/>
                  </a:lnTo>
                  <a:lnTo>
                    <a:pt x="7264238" y="938110"/>
                  </a:lnTo>
                  <a:lnTo>
                    <a:pt x="7356305" y="943722"/>
                  </a:lnTo>
                  <a:lnTo>
                    <a:pt x="7444119" y="948355"/>
                  </a:lnTo>
                  <a:lnTo>
                    <a:pt x="7523096" y="951999"/>
                  </a:lnTo>
                  <a:lnTo>
                    <a:pt x="7588991" y="954680"/>
                  </a:lnTo>
                  <a:lnTo>
                    <a:pt x="7638854" y="956483"/>
                  </a:lnTo>
                  <a:lnTo>
                    <a:pt x="7671819" y="957549"/>
                  </a:lnTo>
                  <a:lnTo>
                    <a:pt x="7689455" y="958061"/>
                  </a:lnTo>
                  <a:lnTo>
                    <a:pt x="7695646" y="958223"/>
                  </a:lnTo>
                  <a:lnTo>
                    <a:pt x="7696237" y="958238"/>
                  </a:lnTo>
                  <a:lnTo>
                    <a:pt x="8234974" y="9582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2" name="pl1702"/>
            <p:cNvSpPr/>
            <p:nvPr/>
          </p:nvSpPr>
          <p:spPr>
            <a:xfrm>
              <a:off x="546595" y="4169624"/>
              <a:ext cx="8234974" cy="1050795"/>
            </a:xfrm>
            <a:custGeom>
              <a:avLst/>
              <a:pathLst>
                <a:path w="8234974" h="1050795">
                  <a:moveTo>
                    <a:pt x="8234974" y="958238"/>
                  </a:moveTo>
                  <a:lnTo>
                    <a:pt x="7696237" y="958238"/>
                  </a:lnTo>
                  <a:lnTo>
                    <a:pt x="7694952" y="958206"/>
                  </a:lnTo>
                  <a:lnTo>
                    <a:pt x="7686562" y="957981"/>
                  </a:lnTo>
                  <a:lnTo>
                    <a:pt x="7665640" y="957358"/>
                  </a:lnTo>
                  <a:lnTo>
                    <a:pt x="7628807" y="956137"/>
                  </a:lnTo>
                  <a:lnTo>
                    <a:pt x="7575064" y="954141"/>
                  </a:lnTo>
                  <a:lnTo>
                    <a:pt x="7505812" y="951242"/>
                  </a:lnTo>
                  <a:lnTo>
                    <a:pt x="7424381" y="947370"/>
                  </a:lnTo>
                  <a:lnTo>
                    <a:pt x="7335180" y="942508"/>
                  </a:lnTo>
                  <a:lnTo>
                    <a:pt x="7242743" y="936672"/>
                  </a:lnTo>
                  <a:lnTo>
                    <a:pt x="7150984" y="929886"/>
                  </a:lnTo>
                  <a:lnTo>
                    <a:pt x="7062796" y="922156"/>
                  </a:lnTo>
                  <a:lnTo>
                    <a:pt x="6979971" y="913459"/>
                  </a:lnTo>
                  <a:lnTo>
                    <a:pt x="6903338" y="903727"/>
                  </a:lnTo>
                  <a:lnTo>
                    <a:pt x="6832989" y="892852"/>
                  </a:lnTo>
                  <a:lnTo>
                    <a:pt x="6768507" y="880679"/>
                  </a:lnTo>
                  <a:lnTo>
                    <a:pt x="6709162" y="867018"/>
                  </a:lnTo>
                  <a:lnTo>
                    <a:pt x="6654059" y="851652"/>
                  </a:lnTo>
                  <a:lnTo>
                    <a:pt x="6602243" y="834359"/>
                  </a:lnTo>
                  <a:lnTo>
                    <a:pt x="6552790" y="814947"/>
                  </a:lnTo>
                  <a:lnTo>
                    <a:pt x="6515891" y="798531"/>
                  </a:lnTo>
                  <a:lnTo>
                    <a:pt x="6467777" y="774704"/>
                  </a:lnTo>
                  <a:lnTo>
                    <a:pt x="6420132" y="748509"/>
                  </a:lnTo>
                  <a:lnTo>
                    <a:pt x="6372483" y="719910"/>
                  </a:lnTo>
                  <a:lnTo>
                    <a:pt x="6324506" y="688946"/>
                  </a:lnTo>
                  <a:lnTo>
                    <a:pt x="6276000" y="655743"/>
                  </a:lnTo>
                  <a:lnTo>
                    <a:pt x="6226877" y="620517"/>
                  </a:lnTo>
                  <a:lnTo>
                    <a:pt x="6177151" y="583577"/>
                  </a:lnTo>
                  <a:lnTo>
                    <a:pt x="6126914" y="545312"/>
                  </a:lnTo>
                  <a:lnTo>
                    <a:pt x="6076326" y="506183"/>
                  </a:lnTo>
                  <a:lnTo>
                    <a:pt x="6025588" y="466693"/>
                  </a:lnTo>
                  <a:lnTo>
                    <a:pt x="5974919" y="427370"/>
                  </a:lnTo>
                  <a:lnTo>
                    <a:pt x="5924531" y="388728"/>
                  </a:lnTo>
                  <a:lnTo>
                    <a:pt x="5874600" y="351247"/>
                  </a:lnTo>
                  <a:lnTo>
                    <a:pt x="5825247" y="315344"/>
                  </a:lnTo>
                  <a:lnTo>
                    <a:pt x="5776517" y="281360"/>
                  </a:lnTo>
                  <a:lnTo>
                    <a:pt x="5728360" y="249546"/>
                  </a:lnTo>
                  <a:lnTo>
                    <a:pt x="5680621" y="220060"/>
                  </a:lnTo>
                  <a:lnTo>
                    <a:pt x="5633021" y="192973"/>
                  </a:lnTo>
                  <a:lnTo>
                    <a:pt x="5585146" y="168276"/>
                  </a:lnTo>
                  <a:lnTo>
                    <a:pt x="5567201" y="159706"/>
                  </a:lnTo>
                  <a:lnTo>
                    <a:pt x="5519004" y="138595"/>
                  </a:lnTo>
                  <a:lnTo>
                    <a:pt x="5469081" y="119687"/>
                  </a:lnTo>
                  <a:lnTo>
                    <a:pt x="5416588" y="102859"/>
                  </a:lnTo>
                  <a:lnTo>
                    <a:pt x="5360586" y="87909"/>
                  </a:lnTo>
                  <a:lnTo>
                    <a:pt x="5300126" y="74611"/>
                  </a:lnTo>
                  <a:lnTo>
                    <a:pt x="5234340" y="62755"/>
                  </a:lnTo>
                  <a:lnTo>
                    <a:pt x="5162556" y="52157"/>
                  </a:lnTo>
                  <a:lnTo>
                    <a:pt x="5084457" y="42673"/>
                  </a:lnTo>
                  <a:lnTo>
                    <a:pt x="5000283" y="34204"/>
                  </a:lnTo>
                  <a:lnTo>
                    <a:pt x="4911068" y="26694"/>
                  </a:lnTo>
                  <a:lnTo>
                    <a:pt x="4818854" y="20127"/>
                  </a:lnTo>
                  <a:lnTo>
                    <a:pt x="4726787" y="14515"/>
                  </a:lnTo>
                  <a:lnTo>
                    <a:pt x="4638974" y="9882"/>
                  </a:lnTo>
                  <a:lnTo>
                    <a:pt x="4559997" y="6238"/>
                  </a:lnTo>
                  <a:lnTo>
                    <a:pt x="4494102" y="3557"/>
                  </a:lnTo>
                  <a:lnTo>
                    <a:pt x="4444238" y="1754"/>
                  </a:lnTo>
                  <a:lnTo>
                    <a:pt x="4411273" y="688"/>
                  </a:lnTo>
                  <a:lnTo>
                    <a:pt x="4393637" y="176"/>
                  </a:lnTo>
                  <a:lnTo>
                    <a:pt x="4387446" y="1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4"/>
                  </a:lnTo>
                  <a:lnTo>
                    <a:pt x="3838469" y="280"/>
                  </a:lnTo>
                  <a:lnTo>
                    <a:pt x="3817598" y="961"/>
                  </a:lnTo>
                  <a:lnTo>
                    <a:pt x="3780853" y="2296"/>
                  </a:lnTo>
                  <a:lnTo>
                    <a:pt x="3727227" y="4480"/>
                  </a:lnTo>
                  <a:lnTo>
                    <a:pt x="3658107" y="7651"/>
                  </a:lnTo>
                  <a:lnTo>
                    <a:pt x="3576809" y="11887"/>
                  </a:lnTo>
                  <a:lnTo>
                    <a:pt x="3487726" y="17206"/>
                  </a:lnTo>
                  <a:lnTo>
                    <a:pt x="3395381" y="23591"/>
                  </a:lnTo>
                  <a:lnTo>
                    <a:pt x="3303686" y="31018"/>
                  </a:lnTo>
                  <a:lnTo>
                    <a:pt x="3215534" y="39476"/>
                  </a:lnTo>
                  <a:lnTo>
                    <a:pt x="3132722" y="48994"/>
                  </a:lnTo>
                  <a:lnTo>
                    <a:pt x="3056087" y="59642"/>
                  </a:lnTo>
                  <a:lnTo>
                    <a:pt x="2985726" y="71541"/>
                  </a:lnTo>
                  <a:lnTo>
                    <a:pt x="2921230" y="84857"/>
                  </a:lnTo>
                  <a:lnTo>
                    <a:pt x="2861873" y="99800"/>
                  </a:lnTo>
                  <a:lnTo>
                    <a:pt x="2806763" y="116604"/>
                  </a:lnTo>
                  <a:lnTo>
                    <a:pt x="2754950" y="135516"/>
                  </a:lnTo>
                  <a:lnTo>
                    <a:pt x="2705509" y="156743"/>
                  </a:lnTo>
                  <a:lnTo>
                    <a:pt x="2667772" y="175132"/>
                  </a:lnTo>
                  <a:lnTo>
                    <a:pt x="2620384" y="200844"/>
                  </a:lnTo>
                  <a:lnTo>
                    <a:pt x="2573459" y="229074"/>
                  </a:lnTo>
                  <a:lnTo>
                    <a:pt x="2526542" y="259860"/>
                  </a:lnTo>
                  <a:lnTo>
                    <a:pt x="2479317" y="293166"/>
                  </a:lnTo>
                  <a:lnTo>
                    <a:pt x="2431588" y="328864"/>
                  </a:lnTo>
                  <a:lnTo>
                    <a:pt x="2383264" y="366734"/>
                  </a:lnTo>
                  <a:lnTo>
                    <a:pt x="2334349" y="406462"/>
                  </a:lnTo>
                  <a:lnTo>
                    <a:pt x="2284926" y="447646"/>
                  </a:lnTo>
                  <a:lnTo>
                    <a:pt x="2235141" y="489813"/>
                  </a:lnTo>
                  <a:lnTo>
                    <a:pt x="2185182" y="532438"/>
                  </a:lnTo>
                  <a:lnTo>
                    <a:pt x="2135257" y="574972"/>
                  </a:lnTo>
                  <a:lnTo>
                    <a:pt x="2085573" y="616870"/>
                  </a:lnTo>
                  <a:lnTo>
                    <a:pt x="2036304" y="657623"/>
                  </a:lnTo>
                  <a:lnTo>
                    <a:pt x="1987578" y="696778"/>
                  </a:lnTo>
                  <a:lnTo>
                    <a:pt x="1939454" y="733962"/>
                  </a:lnTo>
                  <a:lnTo>
                    <a:pt x="1891906" y="768890"/>
                  </a:lnTo>
                  <a:lnTo>
                    <a:pt x="1844810" y="801374"/>
                  </a:lnTo>
                  <a:lnTo>
                    <a:pt x="1797932" y="831317"/>
                  </a:lnTo>
                  <a:lnTo>
                    <a:pt x="1750912" y="858708"/>
                  </a:lnTo>
                  <a:lnTo>
                    <a:pt x="1719082" y="875662"/>
                  </a:lnTo>
                  <a:lnTo>
                    <a:pt x="1670930" y="898793"/>
                  </a:lnTo>
                  <a:lnTo>
                    <a:pt x="1621055" y="919511"/>
                  </a:lnTo>
                  <a:lnTo>
                    <a:pt x="1568616" y="937952"/>
                  </a:lnTo>
                  <a:lnTo>
                    <a:pt x="1512678" y="954338"/>
                  </a:lnTo>
                  <a:lnTo>
                    <a:pt x="1452293" y="968913"/>
                  </a:lnTo>
                  <a:lnTo>
                    <a:pt x="1386595" y="981910"/>
                  </a:lnTo>
                  <a:lnTo>
                    <a:pt x="1314913" y="993529"/>
                  </a:lnTo>
                  <a:lnTo>
                    <a:pt x="1236928" y="1003927"/>
                  </a:lnTo>
                  <a:lnTo>
                    <a:pt x="1152874" y="1013214"/>
                  </a:lnTo>
                  <a:lnTo>
                    <a:pt x="1063777" y="1021451"/>
                  </a:lnTo>
                  <a:lnTo>
                    <a:pt x="971662" y="1028656"/>
                  </a:lnTo>
                  <a:lnTo>
                    <a:pt x="879657" y="1034816"/>
                  </a:lnTo>
                  <a:lnTo>
                    <a:pt x="791849" y="1039904"/>
                  </a:lnTo>
                  <a:lnTo>
                    <a:pt x="712808" y="1043909"/>
                  </a:lnTo>
                  <a:lnTo>
                    <a:pt x="646777" y="1046860"/>
                  </a:lnTo>
                  <a:lnTo>
                    <a:pt x="596722" y="1048849"/>
                  </a:lnTo>
                  <a:lnTo>
                    <a:pt x="563539" y="1050027"/>
                  </a:lnTo>
                  <a:lnTo>
                    <a:pt x="545701" y="1050595"/>
                  </a:lnTo>
                  <a:lnTo>
                    <a:pt x="539367" y="1050778"/>
                  </a:lnTo>
                  <a:lnTo>
                    <a:pt x="538736" y="1050795"/>
                  </a:lnTo>
                  <a:lnTo>
                    <a:pt x="0" y="1050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3" name="pg1703"/>
            <p:cNvSpPr/>
            <p:nvPr/>
          </p:nvSpPr>
          <p:spPr>
            <a:xfrm>
              <a:off x="546595" y="4175069"/>
              <a:ext cx="8234974" cy="1459135"/>
            </a:xfrm>
            <a:custGeom>
              <a:avLst/>
              <a:pathLst>
                <a:path w="8234974" h="1459135">
                  <a:moveTo>
                    <a:pt x="0" y="1056239"/>
                  </a:moveTo>
                  <a:lnTo>
                    <a:pt x="538736" y="1056239"/>
                  </a:lnTo>
                  <a:lnTo>
                    <a:pt x="540018" y="1056205"/>
                  </a:lnTo>
                  <a:lnTo>
                    <a:pt x="548386" y="1055958"/>
                  </a:lnTo>
                  <a:lnTo>
                    <a:pt x="569256" y="1055278"/>
                  </a:lnTo>
                  <a:lnTo>
                    <a:pt x="606002" y="1053942"/>
                  </a:lnTo>
                  <a:lnTo>
                    <a:pt x="659628" y="1051759"/>
                  </a:lnTo>
                  <a:lnTo>
                    <a:pt x="728748" y="1048588"/>
                  </a:lnTo>
                  <a:lnTo>
                    <a:pt x="810045" y="1044352"/>
                  </a:lnTo>
                  <a:lnTo>
                    <a:pt x="899129" y="1039033"/>
                  </a:lnTo>
                  <a:lnTo>
                    <a:pt x="991473" y="1032647"/>
                  </a:lnTo>
                  <a:lnTo>
                    <a:pt x="1083169" y="1025221"/>
                  </a:lnTo>
                  <a:lnTo>
                    <a:pt x="1171321" y="1016762"/>
                  </a:lnTo>
                  <a:lnTo>
                    <a:pt x="1254133" y="1007245"/>
                  </a:lnTo>
                  <a:lnTo>
                    <a:pt x="1330768" y="996597"/>
                  </a:lnTo>
                  <a:lnTo>
                    <a:pt x="1401128" y="984698"/>
                  </a:lnTo>
                  <a:lnTo>
                    <a:pt x="1465625" y="971381"/>
                  </a:lnTo>
                  <a:lnTo>
                    <a:pt x="1524982" y="956439"/>
                  </a:lnTo>
                  <a:lnTo>
                    <a:pt x="1580091" y="939634"/>
                  </a:lnTo>
                  <a:lnTo>
                    <a:pt x="1631905" y="920723"/>
                  </a:lnTo>
                  <a:lnTo>
                    <a:pt x="1681346" y="899496"/>
                  </a:lnTo>
                  <a:lnTo>
                    <a:pt x="1719082" y="881107"/>
                  </a:lnTo>
                  <a:lnTo>
                    <a:pt x="1766470" y="855394"/>
                  </a:lnTo>
                  <a:lnTo>
                    <a:pt x="1813395" y="827165"/>
                  </a:lnTo>
                  <a:lnTo>
                    <a:pt x="1860312" y="796378"/>
                  </a:lnTo>
                  <a:lnTo>
                    <a:pt x="1907537" y="763073"/>
                  </a:lnTo>
                  <a:lnTo>
                    <a:pt x="1955267" y="727374"/>
                  </a:lnTo>
                  <a:lnTo>
                    <a:pt x="2003591" y="689504"/>
                  </a:lnTo>
                  <a:lnTo>
                    <a:pt x="2052506" y="649776"/>
                  </a:lnTo>
                  <a:lnTo>
                    <a:pt x="2101929" y="608592"/>
                  </a:lnTo>
                  <a:lnTo>
                    <a:pt x="2151714" y="566425"/>
                  </a:lnTo>
                  <a:lnTo>
                    <a:pt x="2201673" y="523801"/>
                  </a:lnTo>
                  <a:lnTo>
                    <a:pt x="2251597" y="481267"/>
                  </a:lnTo>
                  <a:lnTo>
                    <a:pt x="2301282" y="439368"/>
                  </a:lnTo>
                  <a:lnTo>
                    <a:pt x="2350551" y="398616"/>
                  </a:lnTo>
                  <a:lnTo>
                    <a:pt x="2399277" y="359460"/>
                  </a:lnTo>
                  <a:lnTo>
                    <a:pt x="2447400" y="322277"/>
                  </a:lnTo>
                  <a:lnTo>
                    <a:pt x="2494948" y="287348"/>
                  </a:lnTo>
                  <a:lnTo>
                    <a:pt x="2542044" y="254864"/>
                  </a:lnTo>
                  <a:lnTo>
                    <a:pt x="2588923" y="224921"/>
                  </a:lnTo>
                  <a:lnTo>
                    <a:pt x="2635943" y="197530"/>
                  </a:lnTo>
                  <a:lnTo>
                    <a:pt x="2667772" y="180577"/>
                  </a:lnTo>
                  <a:lnTo>
                    <a:pt x="2715925" y="157446"/>
                  </a:lnTo>
                  <a:lnTo>
                    <a:pt x="2765800" y="136728"/>
                  </a:lnTo>
                  <a:lnTo>
                    <a:pt x="2818238" y="118286"/>
                  </a:lnTo>
                  <a:lnTo>
                    <a:pt x="2874177" y="101901"/>
                  </a:lnTo>
                  <a:lnTo>
                    <a:pt x="2934562" y="87325"/>
                  </a:lnTo>
                  <a:lnTo>
                    <a:pt x="3000259" y="74328"/>
                  </a:lnTo>
                  <a:lnTo>
                    <a:pt x="3071941" y="62709"/>
                  </a:lnTo>
                  <a:lnTo>
                    <a:pt x="3149927" y="52311"/>
                  </a:lnTo>
                  <a:lnTo>
                    <a:pt x="3233980" y="43024"/>
                  </a:lnTo>
                  <a:lnTo>
                    <a:pt x="3323078" y="34787"/>
                  </a:lnTo>
                  <a:lnTo>
                    <a:pt x="3415193" y="27582"/>
                  </a:lnTo>
                  <a:lnTo>
                    <a:pt x="3507198" y="21422"/>
                  </a:lnTo>
                  <a:lnTo>
                    <a:pt x="3595006" y="16334"/>
                  </a:lnTo>
                  <a:lnTo>
                    <a:pt x="3674047" y="12329"/>
                  </a:lnTo>
                  <a:lnTo>
                    <a:pt x="3740077" y="9378"/>
                  </a:lnTo>
                  <a:lnTo>
                    <a:pt x="3790133" y="7390"/>
                  </a:lnTo>
                  <a:lnTo>
                    <a:pt x="3823315" y="6212"/>
                  </a:lnTo>
                  <a:lnTo>
                    <a:pt x="3841153" y="5643"/>
                  </a:lnTo>
                  <a:lnTo>
                    <a:pt x="3847487" y="546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9" y="5491"/>
                  </a:lnTo>
                  <a:lnTo>
                    <a:pt x="4396371" y="5827"/>
                  </a:lnTo>
                  <a:lnTo>
                    <a:pt x="4416962" y="6754"/>
                  </a:lnTo>
                  <a:lnTo>
                    <a:pt x="4453245" y="8575"/>
                  </a:lnTo>
                  <a:lnTo>
                    <a:pt x="4506250" y="11553"/>
                  </a:lnTo>
                  <a:lnTo>
                    <a:pt x="4574658" y="15881"/>
                  </a:lnTo>
                  <a:lnTo>
                    <a:pt x="4655243" y="21665"/>
                  </a:lnTo>
                  <a:lnTo>
                    <a:pt x="4743694" y="28934"/>
                  </a:lnTo>
                  <a:lnTo>
                    <a:pt x="4835540" y="37665"/>
                  </a:lnTo>
                  <a:lnTo>
                    <a:pt x="4926893" y="47823"/>
                  </a:lnTo>
                  <a:lnTo>
                    <a:pt x="5014850" y="59395"/>
                  </a:lnTo>
                  <a:lnTo>
                    <a:pt x="5097586" y="72414"/>
                  </a:lnTo>
                  <a:lnTo>
                    <a:pt x="5174231" y="86975"/>
                  </a:lnTo>
                  <a:lnTo>
                    <a:pt x="5244651" y="103236"/>
                  </a:lnTo>
                  <a:lnTo>
                    <a:pt x="5309224" y="121422"/>
                  </a:lnTo>
                  <a:lnTo>
                    <a:pt x="5368648" y="141813"/>
                  </a:lnTo>
                  <a:lnTo>
                    <a:pt x="5423794" y="164730"/>
                  </a:lnTo>
                  <a:lnTo>
                    <a:pt x="5475597" y="190506"/>
                  </a:lnTo>
                  <a:lnTo>
                    <a:pt x="5524974" y="219434"/>
                  </a:lnTo>
                  <a:lnTo>
                    <a:pt x="5567201" y="247726"/>
                  </a:lnTo>
                  <a:lnTo>
                    <a:pt x="5611411" y="280788"/>
                  </a:lnTo>
                  <a:lnTo>
                    <a:pt x="5655189" y="316872"/>
                  </a:lnTo>
                  <a:lnTo>
                    <a:pt x="5698916" y="356033"/>
                  </a:lnTo>
                  <a:lnTo>
                    <a:pt x="5742864" y="398242"/>
                  </a:lnTo>
                  <a:lnTo>
                    <a:pt x="5787216" y="443383"/>
                  </a:lnTo>
                  <a:lnTo>
                    <a:pt x="5832068" y="491241"/>
                  </a:lnTo>
                  <a:lnTo>
                    <a:pt x="5877446" y="541501"/>
                  </a:lnTo>
                  <a:lnTo>
                    <a:pt x="5923308" y="593754"/>
                  </a:lnTo>
                  <a:lnTo>
                    <a:pt x="5969560" y="647507"/>
                  </a:lnTo>
                  <a:lnTo>
                    <a:pt x="6016066" y="702200"/>
                  </a:lnTo>
                  <a:lnTo>
                    <a:pt x="6062665" y="757232"/>
                  </a:lnTo>
                  <a:lnTo>
                    <a:pt x="6109187" y="811983"/>
                  </a:lnTo>
                  <a:lnTo>
                    <a:pt x="6155469" y="865849"/>
                  </a:lnTo>
                  <a:lnTo>
                    <a:pt x="6201373" y="918264"/>
                  </a:lnTo>
                  <a:lnTo>
                    <a:pt x="6246799" y="968729"/>
                  </a:lnTo>
                  <a:lnTo>
                    <a:pt x="6291700" y="1016827"/>
                  </a:lnTo>
                  <a:lnTo>
                    <a:pt x="6336096" y="1062233"/>
                  </a:lnTo>
                  <a:lnTo>
                    <a:pt x="6380076" y="1104723"/>
                  </a:lnTo>
                  <a:lnTo>
                    <a:pt x="6423813" y="1144171"/>
                  </a:lnTo>
                  <a:lnTo>
                    <a:pt x="6467571" y="1180543"/>
                  </a:lnTo>
                  <a:lnTo>
                    <a:pt x="6511722" y="1213883"/>
                  </a:lnTo>
                  <a:lnTo>
                    <a:pt x="6515891" y="1216853"/>
                  </a:lnTo>
                  <a:lnTo>
                    <a:pt x="6563806" y="1248705"/>
                  </a:lnTo>
                  <a:lnTo>
                    <a:pt x="6613423" y="1277251"/>
                  </a:lnTo>
                  <a:lnTo>
                    <a:pt x="6665570" y="1302675"/>
                  </a:lnTo>
                  <a:lnTo>
                    <a:pt x="6721168" y="1325279"/>
                  </a:lnTo>
                  <a:lnTo>
                    <a:pt x="6781153" y="1345395"/>
                  </a:lnTo>
                  <a:lnTo>
                    <a:pt x="6846380" y="1363343"/>
                  </a:lnTo>
                  <a:lnTo>
                    <a:pt x="6917518" y="1379395"/>
                  </a:lnTo>
                  <a:lnTo>
                    <a:pt x="6994895" y="1393768"/>
                  </a:lnTo>
                  <a:lnTo>
                    <a:pt x="7078305" y="1406614"/>
                  </a:lnTo>
                  <a:lnTo>
                    <a:pt x="7166775" y="1418019"/>
                  </a:lnTo>
                  <a:lnTo>
                    <a:pt x="7258356" y="1428012"/>
                  </a:lnTo>
                  <a:lnTo>
                    <a:pt x="7350022" y="1436573"/>
                  </a:lnTo>
                  <a:lnTo>
                    <a:pt x="7437786" y="1443668"/>
                  </a:lnTo>
                  <a:lnTo>
                    <a:pt x="7517155" y="1449279"/>
                  </a:lnTo>
                  <a:lnTo>
                    <a:pt x="7583896" y="1453441"/>
                  </a:lnTo>
                  <a:lnTo>
                    <a:pt x="7634966" y="1456272"/>
                  </a:lnTo>
                  <a:lnTo>
                    <a:pt x="7669310" y="1457974"/>
                  </a:lnTo>
                  <a:lnTo>
                    <a:pt x="7688241" y="1458816"/>
                  </a:lnTo>
                  <a:lnTo>
                    <a:pt x="7695362" y="1459102"/>
                  </a:lnTo>
                  <a:lnTo>
                    <a:pt x="7696237" y="1459135"/>
                  </a:lnTo>
                  <a:lnTo>
                    <a:pt x="8234974" y="1459135"/>
                  </a:lnTo>
                  <a:lnTo>
                    <a:pt x="8234974" y="1453690"/>
                  </a:lnTo>
                  <a:lnTo>
                    <a:pt x="7696237" y="1453690"/>
                  </a:lnTo>
                  <a:lnTo>
                    <a:pt x="7694973" y="1453643"/>
                  </a:lnTo>
                  <a:lnTo>
                    <a:pt x="7686722" y="1453308"/>
                  </a:lnTo>
                  <a:lnTo>
                    <a:pt x="7666130" y="1452380"/>
                  </a:lnTo>
                  <a:lnTo>
                    <a:pt x="7629848" y="1450559"/>
                  </a:lnTo>
                  <a:lnTo>
                    <a:pt x="7576843" y="1447581"/>
                  </a:lnTo>
                  <a:lnTo>
                    <a:pt x="7508434" y="1443254"/>
                  </a:lnTo>
                  <a:lnTo>
                    <a:pt x="7427849" y="1437469"/>
                  </a:lnTo>
                  <a:lnTo>
                    <a:pt x="7339398" y="1430200"/>
                  </a:lnTo>
                  <a:lnTo>
                    <a:pt x="7247552" y="1421470"/>
                  </a:lnTo>
                  <a:lnTo>
                    <a:pt x="7156200" y="1411312"/>
                  </a:lnTo>
                  <a:lnTo>
                    <a:pt x="7068243" y="1399740"/>
                  </a:lnTo>
                  <a:lnTo>
                    <a:pt x="6985506" y="1386720"/>
                  </a:lnTo>
                  <a:lnTo>
                    <a:pt x="6908862" y="1372160"/>
                  </a:lnTo>
                  <a:lnTo>
                    <a:pt x="6838441" y="1355898"/>
                  </a:lnTo>
                  <a:lnTo>
                    <a:pt x="6773868" y="1337712"/>
                  </a:lnTo>
                  <a:lnTo>
                    <a:pt x="6714444" y="1317321"/>
                  </a:lnTo>
                  <a:lnTo>
                    <a:pt x="6659299" y="1294404"/>
                  </a:lnTo>
                  <a:lnTo>
                    <a:pt x="6607496" y="1268628"/>
                  </a:lnTo>
                  <a:lnTo>
                    <a:pt x="6558118" y="1239700"/>
                  </a:lnTo>
                  <a:lnTo>
                    <a:pt x="6515891" y="1211408"/>
                  </a:lnTo>
                  <a:lnTo>
                    <a:pt x="6471681" y="1178346"/>
                  </a:lnTo>
                  <a:lnTo>
                    <a:pt x="6427903" y="1142262"/>
                  </a:lnTo>
                  <a:lnTo>
                    <a:pt x="6384177" y="1103102"/>
                  </a:lnTo>
                  <a:lnTo>
                    <a:pt x="6340228" y="1060892"/>
                  </a:lnTo>
                  <a:lnTo>
                    <a:pt x="6295877" y="1015751"/>
                  </a:lnTo>
                  <a:lnTo>
                    <a:pt x="6251024" y="967893"/>
                  </a:lnTo>
                  <a:lnTo>
                    <a:pt x="6205646" y="917633"/>
                  </a:lnTo>
                  <a:lnTo>
                    <a:pt x="6159784" y="865380"/>
                  </a:lnTo>
                  <a:lnTo>
                    <a:pt x="6113532" y="811627"/>
                  </a:lnTo>
                  <a:lnTo>
                    <a:pt x="6067026" y="756934"/>
                  </a:lnTo>
                  <a:lnTo>
                    <a:pt x="6020427" y="701902"/>
                  </a:lnTo>
                  <a:lnTo>
                    <a:pt x="5973905" y="647151"/>
                  </a:lnTo>
                  <a:lnTo>
                    <a:pt x="5927623" y="593286"/>
                  </a:lnTo>
                  <a:lnTo>
                    <a:pt x="5881720" y="540870"/>
                  </a:lnTo>
                  <a:lnTo>
                    <a:pt x="5836294" y="490405"/>
                  </a:lnTo>
                  <a:lnTo>
                    <a:pt x="5791392" y="442308"/>
                  </a:lnTo>
                  <a:lnTo>
                    <a:pt x="5746997" y="396902"/>
                  </a:lnTo>
                  <a:lnTo>
                    <a:pt x="5703017" y="354411"/>
                  </a:lnTo>
                  <a:lnTo>
                    <a:pt x="5659280" y="314963"/>
                  </a:lnTo>
                  <a:lnTo>
                    <a:pt x="5615521" y="278591"/>
                  </a:lnTo>
                  <a:lnTo>
                    <a:pt x="5571371" y="245251"/>
                  </a:lnTo>
                  <a:lnTo>
                    <a:pt x="5567201" y="242281"/>
                  </a:lnTo>
                  <a:lnTo>
                    <a:pt x="5519286" y="210430"/>
                  </a:lnTo>
                  <a:lnTo>
                    <a:pt x="5469669" y="181883"/>
                  </a:lnTo>
                  <a:lnTo>
                    <a:pt x="5417523" y="156459"/>
                  </a:lnTo>
                  <a:lnTo>
                    <a:pt x="5361924" y="133855"/>
                  </a:lnTo>
                  <a:lnTo>
                    <a:pt x="5301940" y="113739"/>
                  </a:lnTo>
                  <a:lnTo>
                    <a:pt x="5236713" y="95791"/>
                  </a:lnTo>
                  <a:lnTo>
                    <a:pt x="5165575" y="79739"/>
                  </a:lnTo>
                  <a:lnTo>
                    <a:pt x="5088197" y="65366"/>
                  </a:lnTo>
                  <a:lnTo>
                    <a:pt x="5004787" y="52520"/>
                  </a:lnTo>
                  <a:lnTo>
                    <a:pt x="4916318" y="41115"/>
                  </a:lnTo>
                  <a:lnTo>
                    <a:pt x="4824737" y="31123"/>
                  </a:lnTo>
                  <a:lnTo>
                    <a:pt x="4733071" y="22561"/>
                  </a:lnTo>
                  <a:lnTo>
                    <a:pt x="4645306" y="15466"/>
                  </a:lnTo>
                  <a:lnTo>
                    <a:pt x="4565937" y="9855"/>
                  </a:lnTo>
                  <a:lnTo>
                    <a:pt x="4499197" y="5693"/>
                  </a:lnTo>
                  <a:lnTo>
                    <a:pt x="4448126" y="2862"/>
                  </a:lnTo>
                  <a:lnTo>
                    <a:pt x="4413782" y="1161"/>
                  </a:lnTo>
                  <a:lnTo>
                    <a:pt x="4394852" y="318"/>
                  </a:lnTo>
                  <a:lnTo>
                    <a:pt x="4387731" y="3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4"/>
                  </a:lnTo>
                  <a:lnTo>
                    <a:pt x="3838469" y="280"/>
                  </a:lnTo>
                  <a:lnTo>
                    <a:pt x="3817598" y="961"/>
                  </a:lnTo>
                  <a:lnTo>
                    <a:pt x="3780853" y="2296"/>
                  </a:lnTo>
                  <a:lnTo>
                    <a:pt x="3727227" y="4480"/>
                  </a:lnTo>
                  <a:lnTo>
                    <a:pt x="3658107" y="7651"/>
                  </a:lnTo>
                  <a:lnTo>
                    <a:pt x="3576809" y="11887"/>
                  </a:lnTo>
                  <a:lnTo>
                    <a:pt x="3487726" y="17206"/>
                  </a:lnTo>
                  <a:lnTo>
                    <a:pt x="3395381" y="23591"/>
                  </a:lnTo>
                  <a:lnTo>
                    <a:pt x="3303686" y="31018"/>
                  </a:lnTo>
                  <a:lnTo>
                    <a:pt x="3215534" y="39476"/>
                  </a:lnTo>
                  <a:lnTo>
                    <a:pt x="3132722" y="48994"/>
                  </a:lnTo>
                  <a:lnTo>
                    <a:pt x="3056087" y="59642"/>
                  </a:lnTo>
                  <a:lnTo>
                    <a:pt x="2985726" y="71541"/>
                  </a:lnTo>
                  <a:lnTo>
                    <a:pt x="2921230" y="84857"/>
                  </a:lnTo>
                  <a:lnTo>
                    <a:pt x="2861873" y="99800"/>
                  </a:lnTo>
                  <a:lnTo>
                    <a:pt x="2806763" y="116604"/>
                  </a:lnTo>
                  <a:lnTo>
                    <a:pt x="2754950" y="135516"/>
                  </a:lnTo>
                  <a:lnTo>
                    <a:pt x="2705509" y="156743"/>
                  </a:lnTo>
                  <a:lnTo>
                    <a:pt x="2667772" y="175132"/>
                  </a:lnTo>
                  <a:lnTo>
                    <a:pt x="2620384" y="200844"/>
                  </a:lnTo>
                  <a:lnTo>
                    <a:pt x="2573459" y="229074"/>
                  </a:lnTo>
                  <a:lnTo>
                    <a:pt x="2526542" y="259860"/>
                  </a:lnTo>
                  <a:lnTo>
                    <a:pt x="2479317" y="293166"/>
                  </a:lnTo>
                  <a:lnTo>
                    <a:pt x="2431588" y="328864"/>
                  </a:lnTo>
                  <a:lnTo>
                    <a:pt x="2383264" y="366734"/>
                  </a:lnTo>
                  <a:lnTo>
                    <a:pt x="2334349" y="406462"/>
                  </a:lnTo>
                  <a:lnTo>
                    <a:pt x="2284926" y="447646"/>
                  </a:lnTo>
                  <a:lnTo>
                    <a:pt x="2235141" y="489813"/>
                  </a:lnTo>
                  <a:lnTo>
                    <a:pt x="2185182" y="532438"/>
                  </a:lnTo>
                  <a:lnTo>
                    <a:pt x="2135257" y="574972"/>
                  </a:lnTo>
                  <a:lnTo>
                    <a:pt x="2085573" y="616870"/>
                  </a:lnTo>
                  <a:lnTo>
                    <a:pt x="2036304" y="657623"/>
                  </a:lnTo>
                  <a:lnTo>
                    <a:pt x="1987578" y="696778"/>
                  </a:lnTo>
                  <a:lnTo>
                    <a:pt x="1939454" y="733962"/>
                  </a:lnTo>
                  <a:lnTo>
                    <a:pt x="1891906" y="768890"/>
                  </a:lnTo>
                  <a:lnTo>
                    <a:pt x="1844810" y="801374"/>
                  </a:lnTo>
                  <a:lnTo>
                    <a:pt x="1797932" y="831317"/>
                  </a:lnTo>
                  <a:lnTo>
                    <a:pt x="1750912" y="858708"/>
                  </a:lnTo>
                  <a:lnTo>
                    <a:pt x="1719082" y="875662"/>
                  </a:lnTo>
                  <a:lnTo>
                    <a:pt x="1670930" y="898793"/>
                  </a:lnTo>
                  <a:lnTo>
                    <a:pt x="1621055" y="919511"/>
                  </a:lnTo>
                  <a:lnTo>
                    <a:pt x="1568616" y="937952"/>
                  </a:lnTo>
                  <a:lnTo>
                    <a:pt x="1512678" y="954338"/>
                  </a:lnTo>
                  <a:lnTo>
                    <a:pt x="1452293" y="968913"/>
                  </a:lnTo>
                  <a:lnTo>
                    <a:pt x="1386595" y="981910"/>
                  </a:lnTo>
                  <a:lnTo>
                    <a:pt x="1314913" y="993529"/>
                  </a:lnTo>
                  <a:lnTo>
                    <a:pt x="1236928" y="1003927"/>
                  </a:lnTo>
                  <a:lnTo>
                    <a:pt x="1152874" y="1013214"/>
                  </a:lnTo>
                  <a:lnTo>
                    <a:pt x="1063777" y="1021451"/>
                  </a:lnTo>
                  <a:lnTo>
                    <a:pt x="971662" y="1028656"/>
                  </a:lnTo>
                  <a:lnTo>
                    <a:pt x="879657" y="1034816"/>
                  </a:lnTo>
                  <a:lnTo>
                    <a:pt x="791849" y="1039904"/>
                  </a:lnTo>
                  <a:lnTo>
                    <a:pt x="712808" y="1043909"/>
                  </a:lnTo>
                  <a:lnTo>
                    <a:pt x="646777" y="1046860"/>
                  </a:lnTo>
                  <a:lnTo>
                    <a:pt x="596722" y="1048849"/>
                  </a:lnTo>
                  <a:lnTo>
                    <a:pt x="563539" y="1050027"/>
                  </a:lnTo>
                  <a:lnTo>
                    <a:pt x="545701" y="1050595"/>
                  </a:lnTo>
                  <a:lnTo>
                    <a:pt x="539367" y="1050778"/>
                  </a:lnTo>
                  <a:lnTo>
                    <a:pt x="538736" y="1050795"/>
                  </a:lnTo>
                  <a:lnTo>
                    <a:pt x="0" y="1050795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04" name="pl1704"/>
            <p:cNvSpPr/>
            <p:nvPr/>
          </p:nvSpPr>
          <p:spPr>
            <a:xfrm>
              <a:off x="546595" y="4180513"/>
              <a:ext cx="8234974" cy="1453690"/>
            </a:xfrm>
            <a:custGeom>
              <a:avLst/>
              <a:pathLst>
                <a:path w="8234974" h="1453690">
                  <a:moveTo>
                    <a:pt x="0" y="1050795"/>
                  </a:moveTo>
                  <a:lnTo>
                    <a:pt x="538736" y="1050795"/>
                  </a:lnTo>
                  <a:lnTo>
                    <a:pt x="540018" y="1050760"/>
                  </a:lnTo>
                  <a:lnTo>
                    <a:pt x="548386" y="1050514"/>
                  </a:lnTo>
                  <a:lnTo>
                    <a:pt x="569256" y="1049833"/>
                  </a:lnTo>
                  <a:lnTo>
                    <a:pt x="606002" y="1048498"/>
                  </a:lnTo>
                  <a:lnTo>
                    <a:pt x="659628" y="1046314"/>
                  </a:lnTo>
                  <a:lnTo>
                    <a:pt x="728748" y="1043143"/>
                  </a:lnTo>
                  <a:lnTo>
                    <a:pt x="810045" y="1038907"/>
                  </a:lnTo>
                  <a:lnTo>
                    <a:pt x="899129" y="1033588"/>
                  </a:lnTo>
                  <a:lnTo>
                    <a:pt x="991473" y="1027203"/>
                  </a:lnTo>
                  <a:lnTo>
                    <a:pt x="1083169" y="1019777"/>
                  </a:lnTo>
                  <a:lnTo>
                    <a:pt x="1171321" y="1011318"/>
                  </a:lnTo>
                  <a:lnTo>
                    <a:pt x="1254133" y="1001800"/>
                  </a:lnTo>
                  <a:lnTo>
                    <a:pt x="1330768" y="991152"/>
                  </a:lnTo>
                  <a:lnTo>
                    <a:pt x="1401128" y="979253"/>
                  </a:lnTo>
                  <a:lnTo>
                    <a:pt x="1465625" y="965937"/>
                  </a:lnTo>
                  <a:lnTo>
                    <a:pt x="1524982" y="950995"/>
                  </a:lnTo>
                  <a:lnTo>
                    <a:pt x="1580091" y="934190"/>
                  </a:lnTo>
                  <a:lnTo>
                    <a:pt x="1631905" y="915278"/>
                  </a:lnTo>
                  <a:lnTo>
                    <a:pt x="1681346" y="894051"/>
                  </a:lnTo>
                  <a:lnTo>
                    <a:pt x="1719082" y="875662"/>
                  </a:lnTo>
                  <a:lnTo>
                    <a:pt x="1766470" y="849950"/>
                  </a:lnTo>
                  <a:lnTo>
                    <a:pt x="1813395" y="821720"/>
                  </a:lnTo>
                  <a:lnTo>
                    <a:pt x="1860312" y="790934"/>
                  </a:lnTo>
                  <a:lnTo>
                    <a:pt x="1907537" y="757628"/>
                  </a:lnTo>
                  <a:lnTo>
                    <a:pt x="1955267" y="721930"/>
                  </a:lnTo>
                  <a:lnTo>
                    <a:pt x="2003591" y="684060"/>
                  </a:lnTo>
                  <a:lnTo>
                    <a:pt x="2052506" y="644332"/>
                  </a:lnTo>
                  <a:lnTo>
                    <a:pt x="2101929" y="603148"/>
                  </a:lnTo>
                  <a:lnTo>
                    <a:pt x="2151714" y="560981"/>
                  </a:lnTo>
                  <a:lnTo>
                    <a:pt x="2201673" y="518356"/>
                  </a:lnTo>
                  <a:lnTo>
                    <a:pt x="2251597" y="475823"/>
                  </a:lnTo>
                  <a:lnTo>
                    <a:pt x="2301282" y="433924"/>
                  </a:lnTo>
                  <a:lnTo>
                    <a:pt x="2350551" y="393171"/>
                  </a:lnTo>
                  <a:lnTo>
                    <a:pt x="2399277" y="354016"/>
                  </a:lnTo>
                  <a:lnTo>
                    <a:pt x="2447400" y="316832"/>
                  </a:lnTo>
                  <a:lnTo>
                    <a:pt x="2494948" y="281904"/>
                  </a:lnTo>
                  <a:lnTo>
                    <a:pt x="2542044" y="249420"/>
                  </a:lnTo>
                  <a:lnTo>
                    <a:pt x="2588923" y="219477"/>
                  </a:lnTo>
                  <a:lnTo>
                    <a:pt x="2635943" y="192086"/>
                  </a:lnTo>
                  <a:lnTo>
                    <a:pt x="2667772" y="175132"/>
                  </a:lnTo>
                  <a:lnTo>
                    <a:pt x="2715925" y="152002"/>
                  </a:lnTo>
                  <a:lnTo>
                    <a:pt x="2765800" y="131283"/>
                  </a:lnTo>
                  <a:lnTo>
                    <a:pt x="2818238" y="112842"/>
                  </a:lnTo>
                  <a:lnTo>
                    <a:pt x="2874177" y="96456"/>
                  </a:lnTo>
                  <a:lnTo>
                    <a:pt x="2934562" y="81881"/>
                  </a:lnTo>
                  <a:lnTo>
                    <a:pt x="3000259" y="68884"/>
                  </a:lnTo>
                  <a:lnTo>
                    <a:pt x="3071941" y="57265"/>
                  </a:lnTo>
                  <a:lnTo>
                    <a:pt x="3149927" y="46867"/>
                  </a:lnTo>
                  <a:lnTo>
                    <a:pt x="3233980" y="37580"/>
                  </a:lnTo>
                  <a:lnTo>
                    <a:pt x="3323078" y="29343"/>
                  </a:lnTo>
                  <a:lnTo>
                    <a:pt x="3415193" y="22138"/>
                  </a:lnTo>
                  <a:lnTo>
                    <a:pt x="3507198" y="15978"/>
                  </a:lnTo>
                  <a:lnTo>
                    <a:pt x="3595006" y="10890"/>
                  </a:lnTo>
                  <a:lnTo>
                    <a:pt x="3674047" y="6885"/>
                  </a:lnTo>
                  <a:lnTo>
                    <a:pt x="3740077" y="3934"/>
                  </a:lnTo>
                  <a:lnTo>
                    <a:pt x="3790133" y="1946"/>
                  </a:lnTo>
                  <a:lnTo>
                    <a:pt x="3823315" y="767"/>
                  </a:lnTo>
                  <a:lnTo>
                    <a:pt x="3841153" y="199"/>
                  </a:lnTo>
                  <a:lnTo>
                    <a:pt x="3847487" y="1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9" y="46"/>
                  </a:lnTo>
                  <a:lnTo>
                    <a:pt x="4396371" y="382"/>
                  </a:lnTo>
                  <a:lnTo>
                    <a:pt x="4416962" y="1310"/>
                  </a:lnTo>
                  <a:lnTo>
                    <a:pt x="4453245" y="3131"/>
                  </a:lnTo>
                  <a:lnTo>
                    <a:pt x="4506250" y="6108"/>
                  </a:lnTo>
                  <a:lnTo>
                    <a:pt x="4574658" y="10436"/>
                  </a:lnTo>
                  <a:lnTo>
                    <a:pt x="4655243" y="16220"/>
                  </a:lnTo>
                  <a:lnTo>
                    <a:pt x="4743694" y="23489"/>
                  </a:lnTo>
                  <a:lnTo>
                    <a:pt x="4835540" y="32220"/>
                  </a:lnTo>
                  <a:lnTo>
                    <a:pt x="4926893" y="42378"/>
                  </a:lnTo>
                  <a:lnTo>
                    <a:pt x="5014850" y="53950"/>
                  </a:lnTo>
                  <a:lnTo>
                    <a:pt x="5097586" y="66969"/>
                  </a:lnTo>
                  <a:lnTo>
                    <a:pt x="5174231" y="81530"/>
                  </a:lnTo>
                  <a:lnTo>
                    <a:pt x="5244651" y="97792"/>
                  </a:lnTo>
                  <a:lnTo>
                    <a:pt x="5309224" y="115978"/>
                  </a:lnTo>
                  <a:lnTo>
                    <a:pt x="5368648" y="136369"/>
                  </a:lnTo>
                  <a:lnTo>
                    <a:pt x="5423794" y="159286"/>
                  </a:lnTo>
                  <a:lnTo>
                    <a:pt x="5475597" y="185062"/>
                  </a:lnTo>
                  <a:lnTo>
                    <a:pt x="5524974" y="213989"/>
                  </a:lnTo>
                  <a:lnTo>
                    <a:pt x="5567201" y="242281"/>
                  </a:lnTo>
                  <a:lnTo>
                    <a:pt x="5611411" y="275343"/>
                  </a:lnTo>
                  <a:lnTo>
                    <a:pt x="5655189" y="311428"/>
                  </a:lnTo>
                  <a:lnTo>
                    <a:pt x="5698916" y="350588"/>
                  </a:lnTo>
                  <a:lnTo>
                    <a:pt x="5742864" y="392798"/>
                  </a:lnTo>
                  <a:lnTo>
                    <a:pt x="5787216" y="437939"/>
                  </a:lnTo>
                  <a:lnTo>
                    <a:pt x="5832068" y="485796"/>
                  </a:lnTo>
                  <a:lnTo>
                    <a:pt x="5877446" y="536056"/>
                  </a:lnTo>
                  <a:lnTo>
                    <a:pt x="5923308" y="588309"/>
                  </a:lnTo>
                  <a:lnTo>
                    <a:pt x="5969560" y="642062"/>
                  </a:lnTo>
                  <a:lnTo>
                    <a:pt x="6016066" y="696756"/>
                  </a:lnTo>
                  <a:lnTo>
                    <a:pt x="6062665" y="751787"/>
                  </a:lnTo>
                  <a:lnTo>
                    <a:pt x="6109187" y="806538"/>
                  </a:lnTo>
                  <a:lnTo>
                    <a:pt x="6155469" y="860404"/>
                  </a:lnTo>
                  <a:lnTo>
                    <a:pt x="6201373" y="912820"/>
                  </a:lnTo>
                  <a:lnTo>
                    <a:pt x="6246799" y="963285"/>
                  </a:lnTo>
                  <a:lnTo>
                    <a:pt x="6291700" y="1011382"/>
                  </a:lnTo>
                  <a:lnTo>
                    <a:pt x="6336096" y="1056788"/>
                  </a:lnTo>
                  <a:lnTo>
                    <a:pt x="6380076" y="1099279"/>
                  </a:lnTo>
                  <a:lnTo>
                    <a:pt x="6423813" y="1138727"/>
                  </a:lnTo>
                  <a:lnTo>
                    <a:pt x="6467571" y="1175098"/>
                  </a:lnTo>
                  <a:lnTo>
                    <a:pt x="6511722" y="1208439"/>
                  </a:lnTo>
                  <a:lnTo>
                    <a:pt x="6515891" y="1211408"/>
                  </a:lnTo>
                  <a:lnTo>
                    <a:pt x="6563806" y="1243260"/>
                  </a:lnTo>
                  <a:lnTo>
                    <a:pt x="6613423" y="1271806"/>
                  </a:lnTo>
                  <a:lnTo>
                    <a:pt x="6665570" y="1297231"/>
                  </a:lnTo>
                  <a:lnTo>
                    <a:pt x="6721168" y="1319834"/>
                  </a:lnTo>
                  <a:lnTo>
                    <a:pt x="6781153" y="1339951"/>
                  </a:lnTo>
                  <a:lnTo>
                    <a:pt x="6846380" y="1357898"/>
                  </a:lnTo>
                  <a:lnTo>
                    <a:pt x="6917518" y="1373950"/>
                  </a:lnTo>
                  <a:lnTo>
                    <a:pt x="6994895" y="1388323"/>
                  </a:lnTo>
                  <a:lnTo>
                    <a:pt x="7078305" y="1401169"/>
                  </a:lnTo>
                  <a:lnTo>
                    <a:pt x="7166775" y="1412575"/>
                  </a:lnTo>
                  <a:lnTo>
                    <a:pt x="7258356" y="1422567"/>
                  </a:lnTo>
                  <a:lnTo>
                    <a:pt x="7350022" y="1431129"/>
                  </a:lnTo>
                  <a:lnTo>
                    <a:pt x="7437786" y="1438224"/>
                  </a:lnTo>
                  <a:lnTo>
                    <a:pt x="7517155" y="1443835"/>
                  </a:lnTo>
                  <a:lnTo>
                    <a:pt x="7583896" y="1447997"/>
                  </a:lnTo>
                  <a:lnTo>
                    <a:pt x="7634966" y="1450827"/>
                  </a:lnTo>
                  <a:lnTo>
                    <a:pt x="7669310" y="1452529"/>
                  </a:lnTo>
                  <a:lnTo>
                    <a:pt x="7688241" y="1453372"/>
                  </a:lnTo>
                  <a:lnTo>
                    <a:pt x="7695362" y="1453658"/>
                  </a:lnTo>
                  <a:lnTo>
                    <a:pt x="7696237" y="1453690"/>
                  </a:lnTo>
                  <a:lnTo>
                    <a:pt x="8234974" y="14536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5" name="pl1705"/>
            <p:cNvSpPr/>
            <p:nvPr/>
          </p:nvSpPr>
          <p:spPr>
            <a:xfrm>
              <a:off x="546595" y="4175069"/>
              <a:ext cx="8234974" cy="1453690"/>
            </a:xfrm>
            <a:custGeom>
              <a:avLst/>
              <a:pathLst>
                <a:path w="8234974" h="1453690">
                  <a:moveTo>
                    <a:pt x="8234974" y="1453690"/>
                  </a:moveTo>
                  <a:lnTo>
                    <a:pt x="7696237" y="1453690"/>
                  </a:lnTo>
                  <a:lnTo>
                    <a:pt x="7694973" y="1453643"/>
                  </a:lnTo>
                  <a:lnTo>
                    <a:pt x="7686722" y="1453308"/>
                  </a:lnTo>
                  <a:lnTo>
                    <a:pt x="7666130" y="1452380"/>
                  </a:lnTo>
                  <a:lnTo>
                    <a:pt x="7629848" y="1450559"/>
                  </a:lnTo>
                  <a:lnTo>
                    <a:pt x="7576843" y="1447581"/>
                  </a:lnTo>
                  <a:lnTo>
                    <a:pt x="7508434" y="1443254"/>
                  </a:lnTo>
                  <a:lnTo>
                    <a:pt x="7427849" y="1437469"/>
                  </a:lnTo>
                  <a:lnTo>
                    <a:pt x="7339398" y="1430200"/>
                  </a:lnTo>
                  <a:lnTo>
                    <a:pt x="7247552" y="1421470"/>
                  </a:lnTo>
                  <a:lnTo>
                    <a:pt x="7156200" y="1411312"/>
                  </a:lnTo>
                  <a:lnTo>
                    <a:pt x="7068243" y="1399740"/>
                  </a:lnTo>
                  <a:lnTo>
                    <a:pt x="6985506" y="1386720"/>
                  </a:lnTo>
                  <a:lnTo>
                    <a:pt x="6908862" y="1372160"/>
                  </a:lnTo>
                  <a:lnTo>
                    <a:pt x="6838441" y="1355898"/>
                  </a:lnTo>
                  <a:lnTo>
                    <a:pt x="6773868" y="1337712"/>
                  </a:lnTo>
                  <a:lnTo>
                    <a:pt x="6714444" y="1317321"/>
                  </a:lnTo>
                  <a:lnTo>
                    <a:pt x="6659299" y="1294404"/>
                  </a:lnTo>
                  <a:lnTo>
                    <a:pt x="6607496" y="1268628"/>
                  </a:lnTo>
                  <a:lnTo>
                    <a:pt x="6558118" y="1239700"/>
                  </a:lnTo>
                  <a:lnTo>
                    <a:pt x="6515891" y="1211408"/>
                  </a:lnTo>
                  <a:lnTo>
                    <a:pt x="6471681" y="1178346"/>
                  </a:lnTo>
                  <a:lnTo>
                    <a:pt x="6427903" y="1142262"/>
                  </a:lnTo>
                  <a:lnTo>
                    <a:pt x="6384177" y="1103102"/>
                  </a:lnTo>
                  <a:lnTo>
                    <a:pt x="6340228" y="1060892"/>
                  </a:lnTo>
                  <a:lnTo>
                    <a:pt x="6295877" y="1015751"/>
                  </a:lnTo>
                  <a:lnTo>
                    <a:pt x="6251024" y="967893"/>
                  </a:lnTo>
                  <a:lnTo>
                    <a:pt x="6205646" y="917633"/>
                  </a:lnTo>
                  <a:lnTo>
                    <a:pt x="6159784" y="865380"/>
                  </a:lnTo>
                  <a:lnTo>
                    <a:pt x="6113532" y="811627"/>
                  </a:lnTo>
                  <a:lnTo>
                    <a:pt x="6067026" y="756934"/>
                  </a:lnTo>
                  <a:lnTo>
                    <a:pt x="6020427" y="701902"/>
                  </a:lnTo>
                  <a:lnTo>
                    <a:pt x="5973905" y="647151"/>
                  </a:lnTo>
                  <a:lnTo>
                    <a:pt x="5927623" y="593286"/>
                  </a:lnTo>
                  <a:lnTo>
                    <a:pt x="5881720" y="540870"/>
                  </a:lnTo>
                  <a:lnTo>
                    <a:pt x="5836294" y="490405"/>
                  </a:lnTo>
                  <a:lnTo>
                    <a:pt x="5791392" y="442308"/>
                  </a:lnTo>
                  <a:lnTo>
                    <a:pt x="5746997" y="396902"/>
                  </a:lnTo>
                  <a:lnTo>
                    <a:pt x="5703017" y="354411"/>
                  </a:lnTo>
                  <a:lnTo>
                    <a:pt x="5659280" y="314963"/>
                  </a:lnTo>
                  <a:lnTo>
                    <a:pt x="5615521" y="278591"/>
                  </a:lnTo>
                  <a:lnTo>
                    <a:pt x="5571371" y="245251"/>
                  </a:lnTo>
                  <a:lnTo>
                    <a:pt x="5567201" y="242281"/>
                  </a:lnTo>
                  <a:lnTo>
                    <a:pt x="5519286" y="210430"/>
                  </a:lnTo>
                  <a:lnTo>
                    <a:pt x="5469669" y="181883"/>
                  </a:lnTo>
                  <a:lnTo>
                    <a:pt x="5417523" y="156459"/>
                  </a:lnTo>
                  <a:lnTo>
                    <a:pt x="5361924" y="133855"/>
                  </a:lnTo>
                  <a:lnTo>
                    <a:pt x="5301940" y="113739"/>
                  </a:lnTo>
                  <a:lnTo>
                    <a:pt x="5236713" y="95791"/>
                  </a:lnTo>
                  <a:lnTo>
                    <a:pt x="5165575" y="79739"/>
                  </a:lnTo>
                  <a:lnTo>
                    <a:pt x="5088197" y="65366"/>
                  </a:lnTo>
                  <a:lnTo>
                    <a:pt x="5004787" y="52520"/>
                  </a:lnTo>
                  <a:lnTo>
                    <a:pt x="4916318" y="41115"/>
                  </a:lnTo>
                  <a:lnTo>
                    <a:pt x="4824737" y="31123"/>
                  </a:lnTo>
                  <a:lnTo>
                    <a:pt x="4733071" y="22561"/>
                  </a:lnTo>
                  <a:lnTo>
                    <a:pt x="4645306" y="15466"/>
                  </a:lnTo>
                  <a:lnTo>
                    <a:pt x="4565937" y="9855"/>
                  </a:lnTo>
                  <a:lnTo>
                    <a:pt x="4499197" y="5693"/>
                  </a:lnTo>
                  <a:lnTo>
                    <a:pt x="4448126" y="2862"/>
                  </a:lnTo>
                  <a:lnTo>
                    <a:pt x="4413782" y="1161"/>
                  </a:lnTo>
                  <a:lnTo>
                    <a:pt x="4394852" y="318"/>
                  </a:lnTo>
                  <a:lnTo>
                    <a:pt x="4387731" y="3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6" y="34"/>
                  </a:lnTo>
                  <a:lnTo>
                    <a:pt x="3838469" y="280"/>
                  </a:lnTo>
                  <a:lnTo>
                    <a:pt x="3817598" y="961"/>
                  </a:lnTo>
                  <a:lnTo>
                    <a:pt x="3780853" y="2296"/>
                  </a:lnTo>
                  <a:lnTo>
                    <a:pt x="3727227" y="4480"/>
                  </a:lnTo>
                  <a:lnTo>
                    <a:pt x="3658107" y="7651"/>
                  </a:lnTo>
                  <a:lnTo>
                    <a:pt x="3576809" y="11887"/>
                  </a:lnTo>
                  <a:lnTo>
                    <a:pt x="3487726" y="17206"/>
                  </a:lnTo>
                  <a:lnTo>
                    <a:pt x="3395381" y="23591"/>
                  </a:lnTo>
                  <a:lnTo>
                    <a:pt x="3303686" y="31018"/>
                  </a:lnTo>
                  <a:lnTo>
                    <a:pt x="3215534" y="39476"/>
                  </a:lnTo>
                  <a:lnTo>
                    <a:pt x="3132722" y="48994"/>
                  </a:lnTo>
                  <a:lnTo>
                    <a:pt x="3056087" y="59642"/>
                  </a:lnTo>
                  <a:lnTo>
                    <a:pt x="2985726" y="71541"/>
                  </a:lnTo>
                  <a:lnTo>
                    <a:pt x="2921230" y="84857"/>
                  </a:lnTo>
                  <a:lnTo>
                    <a:pt x="2861873" y="99800"/>
                  </a:lnTo>
                  <a:lnTo>
                    <a:pt x="2806763" y="116604"/>
                  </a:lnTo>
                  <a:lnTo>
                    <a:pt x="2754950" y="135516"/>
                  </a:lnTo>
                  <a:lnTo>
                    <a:pt x="2705509" y="156743"/>
                  </a:lnTo>
                  <a:lnTo>
                    <a:pt x="2667772" y="175132"/>
                  </a:lnTo>
                  <a:lnTo>
                    <a:pt x="2620384" y="200844"/>
                  </a:lnTo>
                  <a:lnTo>
                    <a:pt x="2573459" y="229074"/>
                  </a:lnTo>
                  <a:lnTo>
                    <a:pt x="2526542" y="259860"/>
                  </a:lnTo>
                  <a:lnTo>
                    <a:pt x="2479317" y="293166"/>
                  </a:lnTo>
                  <a:lnTo>
                    <a:pt x="2431588" y="328864"/>
                  </a:lnTo>
                  <a:lnTo>
                    <a:pt x="2383264" y="366734"/>
                  </a:lnTo>
                  <a:lnTo>
                    <a:pt x="2334349" y="406462"/>
                  </a:lnTo>
                  <a:lnTo>
                    <a:pt x="2284926" y="447646"/>
                  </a:lnTo>
                  <a:lnTo>
                    <a:pt x="2235141" y="489813"/>
                  </a:lnTo>
                  <a:lnTo>
                    <a:pt x="2185182" y="532438"/>
                  </a:lnTo>
                  <a:lnTo>
                    <a:pt x="2135257" y="574972"/>
                  </a:lnTo>
                  <a:lnTo>
                    <a:pt x="2085573" y="616870"/>
                  </a:lnTo>
                  <a:lnTo>
                    <a:pt x="2036304" y="657623"/>
                  </a:lnTo>
                  <a:lnTo>
                    <a:pt x="1987578" y="696778"/>
                  </a:lnTo>
                  <a:lnTo>
                    <a:pt x="1939454" y="733962"/>
                  </a:lnTo>
                  <a:lnTo>
                    <a:pt x="1891906" y="768890"/>
                  </a:lnTo>
                  <a:lnTo>
                    <a:pt x="1844810" y="801374"/>
                  </a:lnTo>
                  <a:lnTo>
                    <a:pt x="1797932" y="831317"/>
                  </a:lnTo>
                  <a:lnTo>
                    <a:pt x="1750912" y="858708"/>
                  </a:lnTo>
                  <a:lnTo>
                    <a:pt x="1719082" y="875662"/>
                  </a:lnTo>
                  <a:lnTo>
                    <a:pt x="1670930" y="898793"/>
                  </a:lnTo>
                  <a:lnTo>
                    <a:pt x="1621055" y="919511"/>
                  </a:lnTo>
                  <a:lnTo>
                    <a:pt x="1568616" y="937952"/>
                  </a:lnTo>
                  <a:lnTo>
                    <a:pt x="1512678" y="954338"/>
                  </a:lnTo>
                  <a:lnTo>
                    <a:pt x="1452293" y="968913"/>
                  </a:lnTo>
                  <a:lnTo>
                    <a:pt x="1386595" y="981910"/>
                  </a:lnTo>
                  <a:lnTo>
                    <a:pt x="1314913" y="993529"/>
                  </a:lnTo>
                  <a:lnTo>
                    <a:pt x="1236928" y="1003927"/>
                  </a:lnTo>
                  <a:lnTo>
                    <a:pt x="1152874" y="1013214"/>
                  </a:lnTo>
                  <a:lnTo>
                    <a:pt x="1063777" y="1021451"/>
                  </a:lnTo>
                  <a:lnTo>
                    <a:pt x="971662" y="1028656"/>
                  </a:lnTo>
                  <a:lnTo>
                    <a:pt x="879657" y="1034816"/>
                  </a:lnTo>
                  <a:lnTo>
                    <a:pt x="791849" y="1039904"/>
                  </a:lnTo>
                  <a:lnTo>
                    <a:pt x="712808" y="1043909"/>
                  </a:lnTo>
                  <a:lnTo>
                    <a:pt x="646777" y="1046860"/>
                  </a:lnTo>
                  <a:lnTo>
                    <a:pt x="596722" y="1048849"/>
                  </a:lnTo>
                  <a:lnTo>
                    <a:pt x="563539" y="1050027"/>
                  </a:lnTo>
                  <a:lnTo>
                    <a:pt x="545701" y="1050595"/>
                  </a:lnTo>
                  <a:lnTo>
                    <a:pt x="539367" y="1050778"/>
                  </a:lnTo>
                  <a:lnTo>
                    <a:pt x="538736" y="1050795"/>
                  </a:lnTo>
                  <a:lnTo>
                    <a:pt x="0" y="1050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6" name="pg1706"/>
            <p:cNvSpPr/>
            <p:nvPr/>
          </p:nvSpPr>
          <p:spPr>
            <a:xfrm>
              <a:off x="546595" y="570787"/>
              <a:ext cx="8234974" cy="4704077"/>
            </a:xfrm>
            <a:custGeom>
              <a:avLst/>
              <a:pathLst>
                <a:path w="8234974" h="4704077">
                  <a:moveTo>
                    <a:pt x="0" y="4704077"/>
                  </a:moveTo>
                  <a:lnTo>
                    <a:pt x="538736" y="4704077"/>
                  </a:lnTo>
                  <a:lnTo>
                    <a:pt x="540039" y="4704076"/>
                  </a:lnTo>
                  <a:lnTo>
                    <a:pt x="548538" y="4704073"/>
                  </a:lnTo>
                  <a:lnTo>
                    <a:pt x="569724" y="4704062"/>
                  </a:lnTo>
                  <a:lnTo>
                    <a:pt x="606993" y="4704041"/>
                  </a:lnTo>
                  <a:lnTo>
                    <a:pt x="661320" y="4704006"/>
                  </a:lnTo>
                  <a:lnTo>
                    <a:pt x="731239" y="4703956"/>
                  </a:lnTo>
                  <a:lnTo>
                    <a:pt x="813335" y="4703889"/>
                  </a:lnTo>
                  <a:lnTo>
                    <a:pt x="903124" y="4703806"/>
                  </a:lnTo>
                  <a:lnTo>
                    <a:pt x="996020" y="4703705"/>
                  </a:lnTo>
                  <a:lnTo>
                    <a:pt x="1088092" y="4703588"/>
                  </a:lnTo>
                  <a:lnTo>
                    <a:pt x="1176456" y="4703455"/>
                  </a:lnTo>
                  <a:lnTo>
                    <a:pt x="1259345" y="4703305"/>
                  </a:lnTo>
                  <a:lnTo>
                    <a:pt x="1335964" y="4703137"/>
                  </a:lnTo>
                  <a:lnTo>
                    <a:pt x="1406255" y="4702950"/>
                  </a:lnTo>
                  <a:lnTo>
                    <a:pt x="1470666" y="4702740"/>
                  </a:lnTo>
                  <a:lnTo>
                    <a:pt x="1529950" y="4702504"/>
                  </a:lnTo>
                  <a:lnTo>
                    <a:pt x="1585022" y="4702239"/>
                  </a:lnTo>
                  <a:lnTo>
                    <a:pt x="1636852" y="4701940"/>
                  </a:lnTo>
                  <a:lnTo>
                    <a:pt x="1686370" y="4701604"/>
                  </a:lnTo>
                  <a:lnTo>
                    <a:pt x="1719082" y="4701355"/>
                  </a:lnTo>
                  <a:lnTo>
                    <a:pt x="1771875" y="4700907"/>
                  </a:lnTo>
                  <a:lnTo>
                    <a:pt x="1824164" y="4700410"/>
                  </a:lnTo>
                  <a:lnTo>
                    <a:pt x="1876544" y="4699864"/>
                  </a:lnTo>
                  <a:lnTo>
                    <a:pt x="1929403" y="4699269"/>
                  </a:lnTo>
                  <a:lnTo>
                    <a:pt x="1982954" y="4698631"/>
                  </a:lnTo>
                  <a:lnTo>
                    <a:pt x="2037253" y="4697953"/>
                  </a:lnTo>
                  <a:lnTo>
                    <a:pt x="2092223" y="4697246"/>
                  </a:lnTo>
                  <a:lnTo>
                    <a:pt x="2147682" y="4696517"/>
                  </a:lnTo>
                  <a:lnTo>
                    <a:pt x="2203377" y="4695778"/>
                  </a:lnTo>
                  <a:lnTo>
                    <a:pt x="2259020" y="4695042"/>
                  </a:lnTo>
                  <a:lnTo>
                    <a:pt x="2314331" y="4694319"/>
                  </a:lnTo>
                  <a:lnTo>
                    <a:pt x="2369077" y="4693621"/>
                  </a:lnTo>
                  <a:lnTo>
                    <a:pt x="2423112" y="4692957"/>
                  </a:lnTo>
                  <a:lnTo>
                    <a:pt x="2476402" y="4692333"/>
                  </a:lnTo>
                  <a:lnTo>
                    <a:pt x="2529057" y="4691756"/>
                  </a:lnTo>
                  <a:lnTo>
                    <a:pt x="2581349" y="4691228"/>
                  </a:lnTo>
                  <a:lnTo>
                    <a:pt x="2633738" y="4690748"/>
                  </a:lnTo>
                  <a:lnTo>
                    <a:pt x="2667772" y="4690466"/>
                  </a:lnTo>
                  <a:lnTo>
                    <a:pt x="2716192" y="4690104"/>
                  </a:lnTo>
                  <a:lnTo>
                    <a:pt x="2766357" y="4689781"/>
                  </a:lnTo>
                  <a:lnTo>
                    <a:pt x="2819123" y="4689493"/>
                  </a:lnTo>
                  <a:lnTo>
                    <a:pt x="2875444" y="4689238"/>
                  </a:lnTo>
                  <a:lnTo>
                    <a:pt x="2936280" y="4689010"/>
                  </a:lnTo>
                  <a:lnTo>
                    <a:pt x="3002509" y="4688808"/>
                  </a:lnTo>
                  <a:lnTo>
                    <a:pt x="3074804" y="4688627"/>
                  </a:lnTo>
                  <a:lnTo>
                    <a:pt x="3153474" y="4688465"/>
                  </a:lnTo>
                  <a:lnTo>
                    <a:pt x="3238251" y="4688321"/>
                  </a:lnTo>
                  <a:lnTo>
                    <a:pt x="3328050" y="4688193"/>
                  </a:lnTo>
                  <a:lnTo>
                    <a:pt x="3420756" y="4688081"/>
                  </a:lnTo>
                  <a:lnTo>
                    <a:pt x="3513126" y="4687986"/>
                  </a:lnTo>
                  <a:lnTo>
                    <a:pt x="3600956" y="4687908"/>
                  </a:lnTo>
                  <a:lnTo>
                    <a:pt x="3679598" y="4687846"/>
                  </a:lnTo>
                  <a:lnTo>
                    <a:pt x="3744803" y="4687802"/>
                  </a:lnTo>
                  <a:lnTo>
                    <a:pt x="3793697" y="4687772"/>
                  </a:lnTo>
                  <a:lnTo>
                    <a:pt x="3825573" y="4687754"/>
                  </a:lnTo>
                  <a:lnTo>
                    <a:pt x="3842205" y="4687746"/>
                  </a:lnTo>
                  <a:lnTo>
                    <a:pt x="3847703" y="4687744"/>
                  </a:lnTo>
                  <a:lnTo>
                    <a:pt x="3848118" y="4687743"/>
                  </a:lnTo>
                  <a:lnTo>
                    <a:pt x="4386855" y="4687743"/>
                  </a:lnTo>
                  <a:lnTo>
                    <a:pt x="4387728" y="4687640"/>
                  </a:lnTo>
                  <a:lnTo>
                    <a:pt x="4393477" y="4686902"/>
                  </a:lnTo>
                  <a:lnTo>
                    <a:pt x="4407996" y="4684862"/>
                  </a:lnTo>
                  <a:lnTo>
                    <a:pt x="4434023" y="4680845"/>
                  </a:lnTo>
                  <a:lnTo>
                    <a:pt x="4472945" y="4674223"/>
                  </a:lnTo>
                  <a:lnTo>
                    <a:pt x="4524696" y="4664477"/>
                  </a:lnTo>
                  <a:lnTo>
                    <a:pt x="4587848" y="4651244"/>
                  </a:lnTo>
                  <a:lnTo>
                    <a:pt x="4659943" y="4634333"/>
                  </a:lnTo>
                  <a:lnTo>
                    <a:pt x="4737962" y="4613703"/>
                  </a:lnTo>
                  <a:lnTo>
                    <a:pt x="4818824" y="4589404"/>
                  </a:lnTo>
                  <a:lnTo>
                    <a:pt x="4899786" y="4561517"/>
                  </a:lnTo>
                  <a:lnTo>
                    <a:pt x="4978677" y="4530090"/>
                  </a:lnTo>
                  <a:lnTo>
                    <a:pt x="5053988" y="4495092"/>
                  </a:lnTo>
                  <a:lnTo>
                    <a:pt x="5124829" y="4456383"/>
                  </a:lnTo>
                  <a:lnTo>
                    <a:pt x="5190832" y="4413695"/>
                  </a:lnTo>
                  <a:lnTo>
                    <a:pt x="5252026" y="4366636"/>
                  </a:lnTo>
                  <a:lnTo>
                    <a:pt x="5308717" y="4314687"/>
                  </a:lnTo>
                  <a:lnTo>
                    <a:pt x="5361397" y="4257224"/>
                  </a:lnTo>
                  <a:lnTo>
                    <a:pt x="5410658" y="4193540"/>
                  </a:lnTo>
                  <a:lnTo>
                    <a:pt x="5457141" y="4122895"/>
                  </a:lnTo>
                  <a:lnTo>
                    <a:pt x="5501486" y="4044592"/>
                  </a:lnTo>
                  <a:lnTo>
                    <a:pt x="5544289" y="3958115"/>
                  </a:lnTo>
                  <a:lnTo>
                    <a:pt x="5567201" y="3907360"/>
                  </a:lnTo>
                  <a:lnTo>
                    <a:pt x="5595778" y="3839800"/>
                  </a:lnTo>
                  <a:lnTo>
                    <a:pt x="5624109" y="3768237"/>
                  </a:lnTo>
                  <a:lnTo>
                    <a:pt x="5652314" y="3692592"/>
                  </a:lnTo>
                  <a:lnTo>
                    <a:pt x="5680491" y="3612825"/>
                  </a:lnTo>
                  <a:lnTo>
                    <a:pt x="5708719" y="3528940"/>
                  </a:lnTo>
                  <a:lnTo>
                    <a:pt x="5737061" y="3440991"/>
                  </a:lnTo>
                  <a:lnTo>
                    <a:pt x="5765565" y="3349082"/>
                  </a:lnTo>
                  <a:lnTo>
                    <a:pt x="5794263" y="3253373"/>
                  </a:lnTo>
                  <a:lnTo>
                    <a:pt x="5823174" y="3154078"/>
                  </a:lnTo>
                  <a:lnTo>
                    <a:pt x="5852305" y="3051467"/>
                  </a:lnTo>
                  <a:lnTo>
                    <a:pt x="5881651" y="2945864"/>
                  </a:lnTo>
                  <a:lnTo>
                    <a:pt x="5911197" y="2837642"/>
                  </a:lnTo>
                  <a:lnTo>
                    <a:pt x="5940917" y="2727224"/>
                  </a:lnTo>
                  <a:lnTo>
                    <a:pt x="5970781" y="2615071"/>
                  </a:lnTo>
                  <a:lnTo>
                    <a:pt x="6000749" y="2501677"/>
                  </a:lnTo>
                  <a:lnTo>
                    <a:pt x="6030780" y="2387558"/>
                  </a:lnTo>
                  <a:lnTo>
                    <a:pt x="6060826" y="2273248"/>
                  </a:lnTo>
                  <a:lnTo>
                    <a:pt x="6090843" y="2159282"/>
                  </a:lnTo>
                  <a:lnTo>
                    <a:pt x="6120786" y="2046187"/>
                  </a:lnTo>
                  <a:lnTo>
                    <a:pt x="6150613" y="1934477"/>
                  </a:lnTo>
                  <a:lnTo>
                    <a:pt x="6180287" y="1824636"/>
                  </a:lnTo>
                  <a:lnTo>
                    <a:pt x="6209778" y="1717116"/>
                  </a:lnTo>
                  <a:lnTo>
                    <a:pt x="6239065" y="1612324"/>
                  </a:lnTo>
                  <a:lnTo>
                    <a:pt x="6268134" y="1510622"/>
                  </a:lnTo>
                  <a:lnTo>
                    <a:pt x="6296983" y="1412319"/>
                  </a:lnTo>
                  <a:lnTo>
                    <a:pt x="6325623" y="1317667"/>
                  </a:lnTo>
                  <a:lnTo>
                    <a:pt x="6354077" y="1226867"/>
                  </a:lnTo>
                  <a:lnTo>
                    <a:pt x="6382381" y="1140061"/>
                  </a:lnTo>
                  <a:lnTo>
                    <a:pt x="6410588" y="1057340"/>
                  </a:lnTo>
                  <a:lnTo>
                    <a:pt x="6438764" y="978742"/>
                  </a:lnTo>
                  <a:lnTo>
                    <a:pt x="6466994" y="904260"/>
                  </a:lnTo>
                  <a:lnTo>
                    <a:pt x="6495382" y="833841"/>
                  </a:lnTo>
                  <a:lnTo>
                    <a:pt x="6515891" y="785827"/>
                  </a:lnTo>
                  <a:lnTo>
                    <a:pt x="6558072" y="694794"/>
                  </a:lnTo>
                  <a:lnTo>
                    <a:pt x="6601506" y="612072"/>
                  </a:lnTo>
                  <a:lnTo>
                    <a:pt x="6646743" y="537323"/>
                  </a:lnTo>
                  <a:lnTo>
                    <a:pt x="6694407" y="469928"/>
                  </a:lnTo>
                  <a:lnTo>
                    <a:pt x="6745142" y="409158"/>
                  </a:lnTo>
                  <a:lnTo>
                    <a:pt x="6799573" y="354281"/>
                  </a:lnTo>
                  <a:lnTo>
                    <a:pt x="6858256" y="304623"/>
                  </a:lnTo>
                  <a:lnTo>
                    <a:pt x="6921608" y="259605"/>
                  </a:lnTo>
                  <a:lnTo>
                    <a:pt x="6989824" y="218764"/>
                  </a:lnTo>
                  <a:lnTo>
                    <a:pt x="7062768" y="181764"/>
                  </a:lnTo>
                  <a:lnTo>
                    <a:pt x="7139850" y="148397"/>
                  </a:lnTo>
                  <a:lnTo>
                    <a:pt x="7219908" y="118574"/>
                  </a:lnTo>
                  <a:lnTo>
                    <a:pt x="7301131" y="92306"/>
                  </a:lnTo>
                  <a:lnTo>
                    <a:pt x="7381071" y="69663"/>
                  </a:lnTo>
                  <a:lnTo>
                    <a:pt x="7456790" y="50718"/>
                  </a:lnTo>
                  <a:lnTo>
                    <a:pt x="7525179" y="35490"/>
                  </a:lnTo>
                  <a:lnTo>
                    <a:pt x="7583410" y="23873"/>
                  </a:lnTo>
                  <a:lnTo>
                    <a:pt x="7629439" y="15600"/>
                  </a:lnTo>
                  <a:lnTo>
                    <a:pt x="7662429" y="10232"/>
                  </a:lnTo>
                  <a:lnTo>
                    <a:pt x="7682977" y="7195"/>
                  </a:lnTo>
                  <a:lnTo>
                    <a:pt x="7693103" y="5830"/>
                  </a:lnTo>
                  <a:lnTo>
                    <a:pt x="7696092" y="546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816" y="4682299"/>
                  </a:lnTo>
                  <a:lnTo>
                    <a:pt x="3838317" y="4682303"/>
                  </a:lnTo>
                  <a:lnTo>
                    <a:pt x="3817131" y="4682314"/>
                  </a:lnTo>
                  <a:lnTo>
                    <a:pt x="3779861" y="4682335"/>
                  </a:lnTo>
                  <a:lnTo>
                    <a:pt x="3725535" y="4682370"/>
                  </a:lnTo>
                  <a:lnTo>
                    <a:pt x="3655616" y="4682420"/>
                  </a:lnTo>
                  <a:lnTo>
                    <a:pt x="3573520" y="4682487"/>
                  </a:lnTo>
                  <a:lnTo>
                    <a:pt x="3483731" y="4682570"/>
                  </a:lnTo>
                  <a:lnTo>
                    <a:pt x="3390834" y="4682671"/>
                  </a:lnTo>
                  <a:lnTo>
                    <a:pt x="3298763" y="4682788"/>
                  </a:lnTo>
                  <a:lnTo>
                    <a:pt x="3210399" y="4682921"/>
                  </a:lnTo>
                  <a:lnTo>
                    <a:pt x="3127510" y="4683071"/>
                  </a:lnTo>
                  <a:lnTo>
                    <a:pt x="3050891" y="4683238"/>
                  </a:lnTo>
                  <a:lnTo>
                    <a:pt x="2980599" y="4683426"/>
                  </a:lnTo>
                  <a:lnTo>
                    <a:pt x="2916189" y="4683636"/>
                  </a:lnTo>
                  <a:lnTo>
                    <a:pt x="2856905" y="4683872"/>
                  </a:lnTo>
                  <a:lnTo>
                    <a:pt x="2801832" y="4684137"/>
                  </a:lnTo>
                  <a:lnTo>
                    <a:pt x="2750002" y="4684436"/>
                  </a:lnTo>
                  <a:lnTo>
                    <a:pt x="2700484" y="4684772"/>
                  </a:lnTo>
                  <a:lnTo>
                    <a:pt x="2667772" y="4685021"/>
                  </a:lnTo>
                  <a:lnTo>
                    <a:pt x="2614979" y="4685469"/>
                  </a:lnTo>
                  <a:lnTo>
                    <a:pt x="2562690" y="4685966"/>
                  </a:lnTo>
                  <a:lnTo>
                    <a:pt x="2510311" y="4686512"/>
                  </a:lnTo>
                  <a:lnTo>
                    <a:pt x="2457451" y="4687106"/>
                  </a:lnTo>
                  <a:lnTo>
                    <a:pt x="2403900" y="4687745"/>
                  </a:lnTo>
                  <a:lnTo>
                    <a:pt x="2349601" y="4688422"/>
                  </a:lnTo>
                  <a:lnTo>
                    <a:pt x="2294632" y="4689130"/>
                  </a:lnTo>
                  <a:lnTo>
                    <a:pt x="2239172" y="4689859"/>
                  </a:lnTo>
                  <a:lnTo>
                    <a:pt x="2183477" y="4690598"/>
                  </a:lnTo>
                  <a:lnTo>
                    <a:pt x="2127834" y="4691334"/>
                  </a:lnTo>
                  <a:lnTo>
                    <a:pt x="2072523" y="4692057"/>
                  </a:lnTo>
                  <a:lnTo>
                    <a:pt x="2017777" y="4692755"/>
                  </a:lnTo>
                  <a:lnTo>
                    <a:pt x="1963743" y="4693419"/>
                  </a:lnTo>
                  <a:lnTo>
                    <a:pt x="1910453" y="4694042"/>
                  </a:lnTo>
                  <a:lnTo>
                    <a:pt x="1857798" y="4694620"/>
                  </a:lnTo>
                  <a:lnTo>
                    <a:pt x="1805505" y="4695148"/>
                  </a:lnTo>
                  <a:lnTo>
                    <a:pt x="1753117" y="4695628"/>
                  </a:lnTo>
                  <a:lnTo>
                    <a:pt x="1719082" y="4695910"/>
                  </a:lnTo>
                  <a:lnTo>
                    <a:pt x="1670663" y="4696272"/>
                  </a:lnTo>
                  <a:lnTo>
                    <a:pt x="1620498" y="4696595"/>
                  </a:lnTo>
                  <a:lnTo>
                    <a:pt x="1567731" y="4696883"/>
                  </a:lnTo>
                  <a:lnTo>
                    <a:pt x="1511411" y="4697138"/>
                  </a:lnTo>
                  <a:lnTo>
                    <a:pt x="1450574" y="4697366"/>
                  </a:lnTo>
                  <a:lnTo>
                    <a:pt x="1384346" y="4697568"/>
                  </a:lnTo>
                  <a:lnTo>
                    <a:pt x="1312050" y="4697749"/>
                  </a:lnTo>
                  <a:lnTo>
                    <a:pt x="1233381" y="4697911"/>
                  </a:lnTo>
                  <a:lnTo>
                    <a:pt x="1148604" y="4698055"/>
                  </a:lnTo>
                  <a:lnTo>
                    <a:pt x="1058804" y="4698183"/>
                  </a:lnTo>
                  <a:lnTo>
                    <a:pt x="966099" y="4698295"/>
                  </a:lnTo>
                  <a:lnTo>
                    <a:pt x="873729" y="4698390"/>
                  </a:lnTo>
                  <a:lnTo>
                    <a:pt x="785898" y="4698468"/>
                  </a:lnTo>
                  <a:lnTo>
                    <a:pt x="707256" y="4698530"/>
                  </a:lnTo>
                  <a:lnTo>
                    <a:pt x="642052" y="4698574"/>
                  </a:lnTo>
                  <a:lnTo>
                    <a:pt x="593157" y="4698604"/>
                  </a:lnTo>
                  <a:lnTo>
                    <a:pt x="561282" y="4698622"/>
                  </a:lnTo>
                  <a:lnTo>
                    <a:pt x="544650" y="4698630"/>
                  </a:lnTo>
                  <a:lnTo>
                    <a:pt x="539152" y="4698632"/>
                  </a:lnTo>
                  <a:lnTo>
                    <a:pt x="538736" y="4698632"/>
                  </a:lnTo>
                  <a:lnTo>
                    <a:pt x="0" y="4698632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07" name="pl1707"/>
            <p:cNvSpPr/>
            <p:nvPr/>
          </p:nvSpPr>
          <p:spPr>
            <a:xfrm>
              <a:off x="546595" y="576232"/>
              <a:ext cx="8234974" cy="4698632"/>
            </a:xfrm>
            <a:custGeom>
              <a:avLst/>
              <a:pathLst>
                <a:path w="8234974" h="4698632">
                  <a:moveTo>
                    <a:pt x="0" y="4698632"/>
                  </a:moveTo>
                  <a:lnTo>
                    <a:pt x="538736" y="4698632"/>
                  </a:lnTo>
                  <a:lnTo>
                    <a:pt x="540039" y="4698632"/>
                  </a:lnTo>
                  <a:lnTo>
                    <a:pt x="548538" y="4698628"/>
                  </a:lnTo>
                  <a:lnTo>
                    <a:pt x="569724" y="4698617"/>
                  </a:lnTo>
                  <a:lnTo>
                    <a:pt x="606993" y="4698596"/>
                  </a:lnTo>
                  <a:lnTo>
                    <a:pt x="661320" y="4698562"/>
                  </a:lnTo>
                  <a:lnTo>
                    <a:pt x="731239" y="4698512"/>
                  </a:lnTo>
                  <a:lnTo>
                    <a:pt x="813335" y="4698445"/>
                  </a:lnTo>
                  <a:lnTo>
                    <a:pt x="903124" y="4698361"/>
                  </a:lnTo>
                  <a:lnTo>
                    <a:pt x="996020" y="4698260"/>
                  </a:lnTo>
                  <a:lnTo>
                    <a:pt x="1088092" y="4698144"/>
                  </a:lnTo>
                  <a:lnTo>
                    <a:pt x="1176456" y="4698010"/>
                  </a:lnTo>
                  <a:lnTo>
                    <a:pt x="1259345" y="4697861"/>
                  </a:lnTo>
                  <a:lnTo>
                    <a:pt x="1335964" y="4697693"/>
                  </a:lnTo>
                  <a:lnTo>
                    <a:pt x="1406255" y="4697505"/>
                  </a:lnTo>
                  <a:lnTo>
                    <a:pt x="1470666" y="4697295"/>
                  </a:lnTo>
                  <a:lnTo>
                    <a:pt x="1529950" y="4697060"/>
                  </a:lnTo>
                  <a:lnTo>
                    <a:pt x="1585022" y="4696794"/>
                  </a:lnTo>
                  <a:lnTo>
                    <a:pt x="1636852" y="4696495"/>
                  </a:lnTo>
                  <a:lnTo>
                    <a:pt x="1686370" y="4696160"/>
                  </a:lnTo>
                  <a:lnTo>
                    <a:pt x="1719082" y="4695910"/>
                  </a:lnTo>
                  <a:lnTo>
                    <a:pt x="1771875" y="4695462"/>
                  </a:lnTo>
                  <a:lnTo>
                    <a:pt x="1824164" y="4694965"/>
                  </a:lnTo>
                  <a:lnTo>
                    <a:pt x="1876544" y="4694419"/>
                  </a:lnTo>
                  <a:lnTo>
                    <a:pt x="1929403" y="4693825"/>
                  </a:lnTo>
                  <a:lnTo>
                    <a:pt x="1982954" y="4693186"/>
                  </a:lnTo>
                  <a:lnTo>
                    <a:pt x="2037253" y="4692509"/>
                  </a:lnTo>
                  <a:lnTo>
                    <a:pt x="2092223" y="4691801"/>
                  </a:lnTo>
                  <a:lnTo>
                    <a:pt x="2147682" y="4691072"/>
                  </a:lnTo>
                  <a:lnTo>
                    <a:pt x="2203377" y="4690334"/>
                  </a:lnTo>
                  <a:lnTo>
                    <a:pt x="2259020" y="4689597"/>
                  </a:lnTo>
                  <a:lnTo>
                    <a:pt x="2314331" y="4688875"/>
                  </a:lnTo>
                  <a:lnTo>
                    <a:pt x="2369077" y="4688177"/>
                  </a:lnTo>
                  <a:lnTo>
                    <a:pt x="2423112" y="4687512"/>
                  </a:lnTo>
                  <a:lnTo>
                    <a:pt x="2476402" y="4686889"/>
                  </a:lnTo>
                  <a:lnTo>
                    <a:pt x="2529057" y="4686312"/>
                  </a:lnTo>
                  <a:lnTo>
                    <a:pt x="2581349" y="4685783"/>
                  </a:lnTo>
                  <a:lnTo>
                    <a:pt x="2633738" y="4685304"/>
                  </a:lnTo>
                  <a:lnTo>
                    <a:pt x="2667772" y="4685021"/>
                  </a:lnTo>
                  <a:lnTo>
                    <a:pt x="2716192" y="4684660"/>
                  </a:lnTo>
                  <a:lnTo>
                    <a:pt x="2766357" y="4684336"/>
                  </a:lnTo>
                  <a:lnTo>
                    <a:pt x="2819123" y="4684049"/>
                  </a:lnTo>
                  <a:lnTo>
                    <a:pt x="2875444" y="4683793"/>
                  </a:lnTo>
                  <a:lnTo>
                    <a:pt x="2936280" y="4683566"/>
                  </a:lnTo>
                  <a:lnTo>
                    <a:pt x="3002509" y="4683363"/>
                  </a:lnTo>
                  <a:lnTo>
                    <a:pt x="3074804" y="4683183"/>
                  </a:lnTo>
                  <a:lnTo>
                    <a:pt x="3153474" y="4683021"/>
                  </a:lnTo>
                  <a:lnTo>
                    <a:pt x="3238251" y="4682876"/>
                  </a:lnTo>
                  <a:lnTo>
                    <a:pt x="3328050" y="4682748"/>
                  </a:lnTo>
                  <a:lnTo>
                    <a:pt x="3420756" y="4682637"/>
                  </a:lnTo>
                  <a:lnTo>
                    <a:pt x="3513126" y="4682542"/>
                  </a:lnTo>
                  <a:lnTo>
                    <a:pt x="3600956" y="4682463"/>
                  </a:lnTo>
                  <a:lnTo>
                    <a:pt x="3679598" y="4682402"/>
                  </a:lnTo>
                  <a:lnTo>
                    <a:pt x="3744803" y="4682357"/>
                  </a:lnTo>
                  <a:lnTo>
                    <a:pt x="3793697" y="4682327"/>
                  </a:lnTo>
                  <a:lnTo>
                    <a:pt x="3825573" y="4682310"/>
                  </a:lnTo>
                  <a:lnTo>
                    <a:pt x="3842205" y="4682302"/>
                  </a:lnTo>
                  <a:lnTo>
                    <a:pt x="3847703" y="4682299"/>
                  </a:lnTo>
                  <a:lnTo>
                    <a:pt x="3848118" y="4682299"/>
                  </a:lnTo>
                  <a:lnTo>
                    <a:pt x="4386855" y="4682299"/>
                  </a:lnTo>
                  <a:lnTo>
                    <a:pt x="4387728" y="4682195"/>
                  </a:lnTo>
                  <a:lnTo>
                    <a:pt x="4393477" y="4681457"/>
                  </a:lnTo>
                  <a:lnTo>
                    <a:pt x="4407996" y="4679418"/>
                  </a:lnTo>
                  <a:lnTo>
                    <a:pt x="4434023" y="4675401"/>
                  </a:lnTo>
                  <a:lnTo>
                    <a:pt x="4472945" y="4668779"/>
                  </a:lnTo>
                  <a:lnTo>
                    <a:pt x="4524696" y="4659032"/>
                  </a:lnTo>
                  <a:lnTo>
                    <a:pt x="4587848" y="4645799"/>
                  </a:lnTo>
                  <a:lnTo>
                    <a:pt x="4659943" y="4628889"/>
                  </a:lnTo>
                  <a:lnTo>
                    <a:pt x="4737962" y="4608259"/>
                  </a:lnTo>
                  <a:lnTo>
                    <a:pt x="4818824" y="4583960"/>
                  </a:lnTo>
                  <a:lnTo>
                    <a:pt x="4899786" y="4556072"/>
                  </a:lnTo>
                  <a:lnTo>
                    <a:pt x="4978677" y="4524645"/>
                  </a:lnTo>
                  <a:lnTo>
                    <a:pt x="5053988" y="4489648"/>
                  </a:lnTo>
                  <a:lnTo>
                    <a:pt x="5124829" y="4450938"/>
                  </a:lnTo>
                  <a:lnTo>
                    <a:pt x="5190832" y="4408251"/>
                  </a:lnTo>
                  <a:lnTo>
                    <a:pt x="5252026" y="4361191"/>
                  </a:lnTo>
                  <a:lnTo>
                    <a:pt x="5308717" y="4309243"/>
                  </a:lnTo>
                  <a:lnTo>
                    <a:pt x="5361397" y="4251780"/>
                  </a:lnTo>
                  <a:lnTo>
                    <a:pt x="5410658" y="4188096"/>
                  </a:lnTo>
                  <a:lnTo>
                    <a:pt x="5457141" y="4117450"/>
                  </a:lnTo>
                  <a:lnTo>
                    <a:pt x="5501486" y="4039147"/>
                  </a:lnTo>
                  <a:lnTo>
                    <a:pt x="5544289" y="3952671"/>
                  </a:lnTo>
                  <a:lnTo>
                    <a:pt x="5567201" y="3901916"/>
                  </a:lnTo>
                  <a:lnTo>
                    <a:pt x="5595778" y="3834355"/>
                  </a:lnTo>
                  <a:lnTo>
                    <a:pt x="5624109" y="3762793"/>
                  </a:lnTo>
                  <a:lnTo>
                    <a:pt x="5652314" y="3687148"/>
                  </a:lnTo>
                  <a:lnTo>
                    <a:pt x="5680491" y="3607380"/>
                  </a:lnTo>
                  <a:lnTo>
                    <a:pt x="5708719" y="3523495"/>
                  </a:lnTo>
                  <a:lnTo>
                    <a:pt x="5737061" y="3435546"/>
                  </a:lnTo>
                  <a:lnTo>
                    <a:pt x="5765565" y="3343637"/>
                  </a:lnTo>
                  <a:lnTo>
                    <a:pt x="5794263" y="3247929"/>
                  </a:lnTo>
                  <a:lnTo>
                    <a:pt x="5823174" y="3148634"/>
                  </a:lnTo>
                  <a:lnTo>
                    <a:pt x="5852305" y="3046023"/>
                  </a:lnTo>
                  <a:lnTo>
                    <a:pt x="5881651" y="2940419"/>
                  </a:lnTo>
                  <a:lnTo>
                    <a:pt x="5911197" y="2832198"/>
                  </a:lnTo>
                  <a:lnTo>
                    <a:pt x="5940917" y="2721780"/>
                  </a:lnTo>
                  <a:lnTo>
                    <a:pt x="5970781" y="2609627"/>
                  </a:lnTo>
                  <a:lnTo>
                    <a:pt x="6000749" y="2496232"/>
                  </a:lnTo>
                  <a:lnTo>
                    <a:pt x="6030780" y="2382114"/>
                  </a:lnTo>
                  <a:lnTo>
                    <a:pt x="6060826" y="2267804"/>
                  </a:lnTo>
                  <a:lnTo>
                    <a:pt x="6090843" y="2153837"/>
                  </a:lnTo>
                  <a:lnTo>
                    <a:pt x="6120786" y="2040743"/>
                  </a:lnTo>
                  <a:lnTo>
                    <a:pt x="6150613" y="1929032"/>
                  </a:lnTo>
                  <a:lnTo>
                    <a:pt x="6180287" y="1819192"/>
                  </a:lnTo>
                  <a:lnTo>
                    <a:pt x="6209778" y="1711671"/>
                  </a:lnTo>
                  <a:lnTo>
                    <a:pt x="6239065" y="1606880"/>
                  </a:lnTo>
                  <a:lnTo>
                    <a:pt x="6268134" y="1505178"/>
                  </a:lnTo>
                  <a:lnTo>
                    <a:pt x="6296983" y="1406874"/>
                  </a:lnTo>
                  <a:lnTo>
                    <a:pt x="6325623" y="1312223"/>
                  </a:lnTo>
                  <a:lnTo>
                    <a:pt x="6354077" y="1221422"/>
                  </a:lnTo>
                  <a:lnTo>
                    <a:pt x="6382381" y="1134617"/>
                  </a:lnTo>
                  <a:lnTo>
                    <a:pt x="6410588" y="1051895"/>
                  </a:lnTo>
                  <a:lnTo>
                    <a:pt x="6438764" y="973297"/>
                  </a:lnTo>
                  <a:lnTo>
                    <a:pt x="6466994" y="898815"/>
                  </a:lnTo>
                  <a:lnTo>
                    <a:pt x="6495382" y="828396"/>
                  </a:lnTo>
                  <a:lnTo>
                    <a:pt x="6515891" y="780383"/>
                  </a:lnTo>
                  <a:lnTo>
                    <a:pt x="6558072" y="689349"/>
                  </a:lnTo>
                  <a:lnTo>
                    <a:pt x="6601506" y="606627"/>
                  </a:lnTo>
                  <a:lnTo>
                    <a:pt x="6646743" y="531878"/>
                  </a:lnTo>
                  <a:lnTo>
                    <a:pt x="6694407" y="464483"/>
                  </a:lnTo>
                  <a:lnTo>
                    <a:pt x="6745142" y="403713"/>
                  </a:lnTo>
                  <a:lnTo>
                    <a:pt x="6799573" y="348837"/>
                  </a:lnTo>
                  <a:lnTo>
                    <a:pt x="6858256" y="299178"/>
                  </a:lnTo>
                  <a:lnTo>
                    <a:pt x="6921608" y="254160"/>
                  </a:lnTo>
                  <a:lnTo>
                    <a:pt x="6989824" y="213319"/>
                  </a:lnTo>
                  <a:lnTo>
                    <a:pt x="7062768" y="176319"/>
                  </a:lnTo>
                  <a:lnTo>
                    <a:pt x="7139850" y="142952"/>
                  </a:lnTo>
                  <a:lnTo>
                    <a:pt x="7219908" y="113130"/>
                  </a:lnTo>
                  <a:lnTo>
                    <a:pt x="7301131" y="86862"/>
                  </a:lnTo>
                  <a:lnTo>
                    <a:pt x="7381071" y="64218"/>
                  </a:lnTo>
                  <a:lnTo>
                    <a:pt x="7456790" y="45274"/>
                  </a:lnTo>
                  <a:lnTo>
                    <a:pt x="7525179" y="30046"/>
                  </a:lnTo>
                  <a:lnTo>
                    <a:pt x="7583410" y="18429"/>
                  </a:lnTo>
                  <a:lnTo>
                    <a:pt x="7629439" y="10155"/>
                  </a:lnTo>
                  <a:lnTo>
                    <a:pt x="7662429" y="4788"/>
                  </a:lnTo>
                  <a:lnTo>
                    <a:pt x="7682977" y="1750"/>
                  </a:lnTo>
                  <a:lnTo>
                    <a:pt x="7693103" y="386"/>
                  </a:lnTo>
                  <a:lnTo>
                    <a:pt x="7696092" y="1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8" name="pl1708"/>
            <p:cNvSpPr/>
            <p:nvPr/>
          </p:nvSpPr>
          <p:spPr>
            <a:xfrm>
              <a:off x="546595" y="570787"/>
              <a:ext cx="8234974" cy="4698632"/>
            </a:xfrm>
            <a:custGeom>
              <a:avLst/>
              <a:pathLst>
                <a:path w="8234974" h="4698632">
                  <a:moveTo>
                    <a:pt x="8234974" y="0"/>
                  </a:moveTo>
                  <a:lnTo>
                    <a:pt x="7696237" y="0"/>
                  </a:lnTo>
                  <a:lnTo>
                    <a:pt x="7695364" y="103"/>
                  </a:lnTo>
                  <a:lnTo>
                    <a:pt x="7689616" y="841"/>
                  </a:lnTo>
                  <a:lnTo>
                    <a:pt x="7675096" y="2881"/>
                  </a:lnTo>
                  <a:lnTo>
                    <a:pt x="7649069" y="6897"/>
                  </a:lnTo>
                  <a:lnTo>
                    <a:pt x="7610147" y="13520"/>
                  </a:lnTo>
                  <a:lnTo>
                    <a:pt x="7558397" y="23266"/>
                  </a:lnTo>
                  <a:lnTo>
                    <a:pt x="7495244" y="36499"/>
                  </a:lnTo>
                  <a:lnTo>
                    <a:pt x="7423150" y="53409"/>
                  </a:lnTo>
                  <a:lnTo>
                    <a:pt x="7345131" y="74040"/>
                  </a:lnTo>
                  <a:lnTo>
                    <a:pt x="7264268" y="98339"/>
                  </a:lnTo>
                  <a:lnTo>
                    <a:pt x="7183307" y="126226"/>
                  </a:lnTo>
                  <a:lnTo>
                    <a:pt x="7104415" y="157653"/>
                  </a:lnTo>
                  <a:lnTo>
                    <a:pt x="7029104" y="192651"/>
                  </a:lnTo>
                  <a:lnTo>
                    <a:pt x="6958263" y="231360"/>
                  </a:lnTo>
                  <a:lnTo>
                    <a:pt x="6892260" y="274048"/>
                  </a:lnTo>
                  <a:lnTo>
                    <a:pt x="6831067" y="321107"/>
                  </a:lnTo>
                  <a:lnTo>
                    <a:pt x="6774375" y="373056"/>
                  </a:lnTo>
                  <a:lnTo>
                    <a:pt x="6721696" y="430518"/>
                  </a:lnTo>
                  <a:lnTo>
                    <a:pt x="6672434" y="494203"/>
                  </a:lnTo>
                  <a:lnTo>
                    <a:pt x="6625951" y="564848"/>
                  </a:lnTo>
                  <a:lnTo>
                    <a:pt x="6581606" y="643151"/>
                  </a:lnTo>
                  <a:lnTo>
                    <a:pt x="6538803" y="729628"/>
                  </a:lnTo>
                  <a:lnTo>
                    <a:pt x="6515891" y="780383"/>
                  </a:lnTo>
                  <a:lnTo>
                    <a:pt x="6487314" y="847943"/>
                  </a:lnTo>
                  <a:lnTo>
                    <a:pt x="6458983" y="919506"/>
                  </a:lnTo>
                  <a:lnTo>
                    <a:pt x="6430778" y="995151"/>
                  </a:lnTo>
                  <a:lnTo>
                    <a:pt x="6402601" y="1074918"/>
                  </a:lnTo>
                  <a:lnTo>
                    <a:pt x="6374373" y="1158803"/>
                  </a:lnTo>
                  <a:lnTo>
                    <a:pt x="6346031" y="1246752"/>
                  </a:lnTo>
                  <a:lnTo>
                    <a:pt x="6317527" y="1338661"/>
                  </a:lnTo>
                  <a:lnTo>
                    <a:pt x="6288830" y="1434370"/>
                  </a:lnTo>
                  <a:lnTo>
                    <a:pt x="6259919" y="1533665"/>
                  </a:lnTo>
                  <a:lnTo>
                    <a:pt x="6230788" y="1636276"/>
                  </a:lnTo>
                  <a:lnTo>
                    <a:pt x="6201442" y="1741879"/>
                  </a:lnTo>
                  <a:lnTo>
                    <a:pt x="6171896" y="1850101"/>
                  </a:lnTo>
                  <a:lnTo>
                    <a:pt x="6142175" y="1960519"/>
                  </a:lnTo>
                  <a:lnTo>
                    <a:pt x="6112311" y="2072672"/>
                  </a:lnTo>
                  <a:lnTo>
                    <a:pt x="6082343" y="2186066"/>
                  </a:lnTo>
                  <a:lnTo>
                    <a:pt x="6052313" y="2300184"/>
                  </a:lnTo>
                  <a:lnTo>
                    <a:pt x="6022266" y="2414495"/>
                  </a:lnTo>
                  <a:lnTo>
                    <a:pt x="5992249" y="2528461"/>
                  </a:lnTo>
                  <a:lnTo>
                    <a:pt x="5962306" y="2641556"/>
                  </a:lnTo>
                  <a:lnTo>
                    <a:pt x="5932479" y="2753266"/>
                  </a:lnTo>
                  <a:lnTo>
                    <a:pt x="5902805" y="2863107"/>
                  </a:lnTo>
                  <a:lnTo>
                    <a:pt x="5873314" y="2970627"/>
                  </a:lnTo>
                  <a:lnTo>
                    <a:pt x="5844028" y="3075419"/>
                  </a:lnTo>
                  <a:lnTo>
                    <a:pt x="5814959" y="3177121"/>
                  </a:lnTo>
                  <a:lnTo>
                    <a:pt x="5786109" y="3275424"/>
                  </a:lnTo>
                  <a:lnTo>
                    <a:pt x="5757469" y="3370076"/>
                  </a:lnTo>
                  <a:lnTo>
                    <a:pt x="5729015" y="3460876"/>
                  </a:lnTo>
                  <a:lnTo>
                    <a:pt x="5700711" y="3547682"/>
                  </a:lnTo>
                  <a:lnTo>
                    <a:pt x="5672505" y="3630403"/>
                  </a:lnTo>
                  <a:lnTo>
                    <a:pt x="5644329" y="3709001"/>
                  </a:lnTo>
                  <a:lnTo>
                    <a:pt x="5616099" y="3783483"/>
                  </a:lnTo>
                  <a:lnTo>
                    <a:pt x="5587711" y="3853902"/>
                  </a:lnTo>
                  <a:lnTo>
                    <a:pt x="5567201" y="3901916"/>
                  </a:lnTo>
                  <a:lnTo>
                    <a:pt x="5525020" y="3992949"/>
                  </a:lnTo>
                  <a:lnTo>
                    <a:pt x="5481587" y="4075671"/>
                  </a:lnTo>
                  <a:lnTo>
                    <a:pt x="5436349" y="4150420"/>
                  </a:lnTo>
                  <a:lnTo>
                    <a:pt x="5388685" y="4217815"/>
                  </a:lnTo>
                  <a:lnTo>
                    <a:pt x="5337951" y="4278585"/>
                  </a:lnTo>
                  <a:lnTo>
                    <a:pt x="5283519" y="4333462"/>
                  </a:lnTo>
                  <a:lnTo>
                    <a:pt x="5224836" y="4383120"/>
                  </a:lnTo>
                  <a:lnTo>
                    <a:pt x="5161484" y="4428138"/>
                  </a:lnTo>
                  <a:lnTo>
                    <a:pt x="5093268" y="4468979"/>
                  </a:lnTo>
                  <a:lnTo>
                    <a:pt x="5020324" y="4505979"/>
                  </a:lnTo>
                  <a:lnTo>
                    <a:pt x="4943243" y="4539346"/>
                  </a:lnTo>
                  <a:lnTo>
                    <a:pt x="4863185" y="4569169"/>
                  </a:lnTo>
                  <a:lnTo>
                    <a:pt x="4781961" y="4595437"/>
                  </a:lnTo>
                  <a:lnTo>
                    <a:pt x="4702022" y="4618080"/>
                  </a:lnTo>
                  <a:lnTo>
                    <a:pt x="4626302" y="4637024"/>
                  </a:lnTo>
                  <a:lnTo>
                    <a:pt x="4557913" y="4652253"/>
                  </a:lnTo>
                  <a:lnTo>
                    <a:pt x="4499683" y="4663870"/>
                  </a:lnTo>
                  <a:lnTo>
                    <a:pt x="4453654" y="4672143"/>
                  </a:lnTo>
                  <a:lnTo>
                    <a:pt x="4420663" y="4677511"/>
                  </a:lnTo>
                  <a:lnTo>
                    <a:pt x="4400116" y="4680548"/>
                  </a:lnTo>
                  <a:lnTo>
                    <a:pt x="4389990" y="4681913"/>
                  </a:lnTo>
                  <a:lnTo>
                    <a:pt x="4387001" y="4682282"/>
                  </a:lnTo>
                  <a:lnTo>
                    <a:pt x="4386855" y="4682299"/>
                  </a:lnTo>
                  <a:lnTo>
                    <a:pt x="3848118" y="4682299"/>
                  </a:lnTo>
                  <a:lnTo>
                    <a:pt x="3846816" y="4682299"/>
                  </a:lnTo>
                  <a:lnTo>
                    <a:pt x="3838317" y="4682303"/>
                  </a:lnTo>
                  <a:lnTo>
                    <a:pt x="3817131" y="4682314"/>
                  </a:lnTo>
                  <a:lnTo>
                    <a:pt x="3779861" y="4682335"/>
                  </a:lnTo>
                  <a:lnTo>
                    <a:pt x="3725535" y="4682370"/>
                  </a:lnTo>
                  <a:lnTo>
                    <a:pt x="3655616" y="4682420"/>
                  </a:lnTo>
                  <a:lnTo>
                    <a:pt x="3573520" y="4682487"/>
                  </a:lnTo>
                  <a:lnTo>
                    <a:pt x="3483731" y="4682570"/>
                  </a:lnTo>
                  <a:lnTo>
                    <a:pt x="3390834" y="4682671"/>
                  </a:lnTo>
                  <a:lnTo>
                    <a:pt x="3298763" y="4682788"/>
                  </a:lnTo>
                  <a:lnTo>
                    <a:pt x="3210399" y="4682921"/>
                  </a:lnTo>
                  <a:lnTo>
                    <a:pt x="3127510" y="4683071"/>
                  </a:lnTo>
                  <a:lnTo>
                    <a:pt x="3050891" y="4683238"/>
                  </a:lnTo>
                  <a:lnTo>
                    <a:pt x="2980599" y="4683426"/>
                  </a:lnTo>
                  <a:lnTo>
                    <a:pt x="2916189" y="4683636"/>
                  </a:lnTo>
                  <a:lnTo>
                    <a:pt x="2856905" y="4683872"/>
                  </a:lnTo>
                  <a:lnTo>
                    <a:pt x="2801832" y="4684137"/>
                  </a:lnTo>
                  <a:lnTo>
                    <a:pt x="2750002" y="4684436"/>
                  </a:lnTo>
                  <a:lnTo>
                    <a:pt x="2700484" y="4684772"/>
                  </a:lnTo>
                  <a:lnTo>
                    <a:pt x="2667772" y="4685021"/>
                  </a:lnTo>
                  <a:lnTo>
                    <a:pt x="2614979" y="4685469"/>
                  </a:lnTo>
                  <a:lnTo>
                    <a:pt x="2562690" y="4685966"/>
                  </a:lnTo>
                  <a:lnTo>
                    <a:pt x="2510311" y="4686512"/>
                  </a:lnTo>
                  <a:lnTo>
                    <a:pt x="2457451" y="4687106"/>
                  </a:lnTo>
                  <a:lnTo>
                    <a:pt x="2403900" y="4687745"/>
                  </a:lnTo>
                  <a:lnTo>
                    <a:pt x="2349601" y="4688422"/>
                  </a:lnTo>
                  <a:lnTo>
                    <a:pt x="2294632" y="4689130"/>
                  </a:lnTo>
                  <a:lnTo>
                    <a:pt x="2239172" y="4689859"/>
                  </a:lnTo>
                  <a:lnTo>
                    <a:pt x="2183477" y="4690598"/>
                  </a:lnTo>
                  <a:lnTo>
                    <a:pt x="2127834" y="4691334"/>
                  </a:lnTo>
                  <a:lnTo>
                    <a:pt x="2072523" y="4692057"/>
                  </a:lnTo>
                  <a:lnTo>
                    <a:pt x="2017777" y="4692755"/>
                  </a:lnTo>
                  <a:lnTo>
                    <a:pt x="1963743" y="4693419"/>
                  </a:lnTo>
                  <a:lnTo>
                    <a:pt x="1910453" y="4694042"/>
                  </a:lnTo>
                  <a:lnTo>
                    <a:pt x="1857798" y="4694620"/>
                  </a:lnTo>
                  <a:lnTo>
                    <a:pt x="1805505" y="4695148"/>
                  </a:lnTo>
                  <a:lnTo>
                    <a:pt x="1753117" y="4695628"/>
                  </a:lnTo>
                  <a:lnTo>
                    <a:pt x="1719082" y="4695910"/>
                  </a:lnTo>
                  <a:lnTo>
                    <a:pt x="1670663" y="4696272"/>
                  </a:lnTo>
                  <a:lnTo>
                    <a:pt x="1620498" y="4696595"/>
                  </a:lnTo>
                  <a:lnTo>
                    <a:pt x="1567731" y="4696883"/>
                  </a:lnTo>
                  <a:lnTo>
                    <a:pt x="1511411" y="4697138"/>
                  </a:lnTo>
                  <a:lnTo>
                    <a:pt x="1450574" y="4697366"/>
                  </a:lnTo>
                  <a:lnTo>
                    <a:pt x="1384346" y="4697568"/>
                  </a:lnTo>
                  <a:lnTo>
                    <a:pt x="1312050" y="4697749"/>
                  </a:lnTo>
                  <a:lnTo>
                    <a:pt x="1233381" y="4697911"/>
                  </a:lnTo>
                  <a:lnTo>
                    <a:pt x="1148604" y="4698055"/>
                  </a:lnTo>
                  <a:lnTo>
                    <a:pt x="1058804" y="4698183"/>
                  </a:lnTo>
                  <a:lnTo>
                    <a:pt x="966099" y="4698295"/>
                  </a:lnTo>
                  <a:lnTo>
                    <a:pt x="873729" y="4698390"/>
                  </a:lnTo>
                  <a:lnTo>
                    <a:pt x="785898" y="4698468"/>
                  </a:lnTo>
                  <a:lnTo>
                    <a:pt x="707256" y="4698530"/>
                  </a:lnTo>
                  <a:lnTo>
                    <a:pt x="642052" y="4698574"/>
                  </a:lnTo>
                  <a:lnTo>
                    <a:pt x="593157" y="4698604"/>
                  </a:lnTo>
                  <a:lnTo>
                    <a:pt x="561282" y="4698622"/>
                  </a:lnTo>
                  <a:lnTo>
                    <a:pt x="544650" y="4698630"/>
                  </a:lnTo>
                  <a:lnTo>
                    <a:pt x="539152" y="4698632"/>
                  </a:lnTo>
                  <a:lnTo>
                    <a:pt x="538736" y="4698632"/>
                  </a:lnTo>
                  <a:lnTo>
                    <a:pt x="0" y="4698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9" name="pg1709"/>
            <p:cNvSpPr/>
            <p:nvPr/>
          </p:nvSpPr>
          <p:spPr>
            <a:xfrm>
              <a:off x="546595" y="636121"/>
              <a:ext cx="8234974" cy="4491740"/>
            </a:xfrm>
            <a:custGeom>
              <a:avLst/>
              <a:pathLst>
                <a:path w="8234974" h="4491740">
                  <a:moveTo>
                    <a:pt x="0" y="4491740"/>
                  </a:moveTo>
                  <a:lnTo>
                    <a:pt x="538736" y="4491740"/>
                  </a:lnTo>
                  <a:lnTo>
                    <a:pt x="539640" y="4491642"/>
                  </a:lnTo>
                  <a:lnTo>
                    <a:pt x="545587" y="4490940"/>
                  </a:lnTo>
                  <a:lnTo>
                    <a:pt x="560593" y="4489000"/>
                  </a:lnTo>
                  <a:lnTo>
                    <a:pt x="587454" y="4485182"/>
                  </a:lnTo>
                  <a:lnTo>
                    <a:pt x="627544" y="4478890"/>
                  </a:lnTo>
                  <a:lnTo>
                    <a:pt x="680717" y="4469639"/>
                  </a:lnTo>
                  <a:lnTo>
                    <a:pt x="745411" y="4457096"/>
                  </a:lnTo>
                  <a:lnTo>
                    <a:pt x="819019" y="4441091"/>
                  </a:lnTo>
                  <a:lnTo>
                    <a:pt x="898388" y="4421593"/>
                  </a:lnTo>
                  <a:lnTo>
                    <a:pt x="980347" y="4398657"/>
                  </a:lnTo>
                  <a:lnTo>
                    <a:pt x="1062112" y="4372358"/>
                  </a:lnTo>
                  <a:lnTo>
                    <a:pt x="1141518" y="4342736"/>
                  </a:lnTo>
                  <a:lnTo>
                    <a:pt x="1217094" y="4309747"/>
                  </a:lnTo>
                  <a:lnTo>
                    <a:pt x="1288004" y="4273240"/>
                  </a:lnTo>
                  <a:lnTo>
                    <a:pt x="1353942" y="4232944"/>
                  </a:lnTo>
                  <a:lnTo>
                    <a:pt x="1414994" y="4188463"/>
                  </a:lnTo>
                  <a:lnTo>
                    <a:pt x="1471521" y="4139284"/>
                  </a:lnTo>
                  <a:lnTo>
                    <a:pt x="1524056" y="4084797"/>
                  </a:lnTo>
                  <a:lnTo>
                    <a:pt x="1573229" y="4024319"/>
                  </a:lnTo>
                  <a:lnTo>
                    <a:pt x="1619708" y="3957147"/>
                  </a:lnTo>
                  <a:lnTo>
                    <a:pt x="1664147" y="3882647"/>
                  </a:lnTo>
                  <a:lnTo>
                    <a:pt x="1707146" y="3800395"/>
                  </a:lnTo>
                  <a:lnTo>
                    <a:pt x="1719082" y="3775784"/>
                  </a:lnTo>
                  <a:lnTo>
                    <a:pt x="1748794" y="3711252"/>
                  </a:lnTo>
                  <a:lnTo>
                    <a:pt x="1778245" y="3642745"/>
                  </a:lnTo>
                  <a:lnTo>
                    <a:pt x="1807569" y="3570183"/>
                  </a:lnTo>
                  <a:lnTo>
                    <a:pt x="1836874" y="3493530"/>
                  </a:lnTo>
                  <a:lnTo>
                    <a:pt x="1866246" y="3412797"/>
                  </a:lnTo>
                  <a:lnTo>
                    <a:pt x="1895753" y="3328049"/>
                  </a:lnTo>
                  <a:lnTo>
                    <a:pt x="1925444" y="3239406"/>
                  </a:lnTo>
                  <a:lnTo>
                    <a:pt x="1955352" y="3147047"/>
                  </a:lnTo>
                  <a:lnTo>
                    <a:pt x="1985494" y="3051209"/>
                  </a:lnTo>
                  <a:lnTo>
                    <a:pt x="2015874" y="2952191"/>
                  </a:lnTo>
                  <a:lnTo>
                    <a:pt x="2046481" y="2850348"/>
                  </a:lnTo>
                  <a:lnTo>
                    <a:pt x="2077293" y="2746085"/>
                  </a:lnTo>
                  <a:lnTo>
                    <a:pt x="2108279" y="2639858"/>
                  </a:lnTo>
                  <a:lnTo>
                    <a:pt x="2139398" y="2532160"/>
                  </a:lnTo>
                  <a:lnTo>
                    <a:pt x="2170606" y="2423516"/>
                  </a:lnTo>
                  <a:lnTo>
                    <a:pt x="2201850" y="2314468"/>
                  </a:lnTo>
                  <a:lnTo>
                    <a:pt x="2233081" y="2205569"/>
                  </a:lnTo>
                  <a:lnTo>
                    <a:pt x="2264247" y="2097369"/>
                  </a:lnTo>
                  <a:lnTo>
                    <a:pt x="2295300" y="1990401"/>
                  </a:lnTo>
                  <a:lnTo>
                    <a:pt x="2326197" y="1885174"/>
                  </a:lnTo>
                  <a:lnTo>
                    <a:pt x="2356902" y="1782161"/>
                  </a:lnTo>
                  <a:lnTo>
                    <a:pt x="2387388" y="1681794"/>
                  </a:lnTo>
                  <a:lnTo>
                    <a:pt x="2417640" y="1584450"/>
                  </a:lnTo>
                  <a:lnTo>
                    <a:pt x="2447655" y="1490455"/>
                  </a:lnTo>
                  <a:lnTo>
                    <a:pt x="2477443" y="1400073"/>
                  </a:lnTo>
                  <a:lnTo>
                    <a:pt x="2507030" y="1313511"/>
                  </a:lnTo>
                  <a:lnTo>
                    <a:pt x="2536457" y="1230916"/>
                  </a:lnTo>
                  <a:lnTo>
                    <a:pt x="2565783" y="1152379"/>
                  </a:lnTo>
                  <a:lnTo>
                    <a:pt x="2595086" y="1077933"/>
                  </a:lnTo>
                  <a:lnTo>
                    <a:pt x="2624464" y="1007565"/>
                  </a:lnTo>
                  <a:lnTo>
                    <a:pt x="2654037" y="941213"/>
                  </a:lnTo>
                  <a:lnTo>
                    <a:pt x="2667772" y="911959"/>
                  </a:lnTo>
                  <a:lnTo>
                    <a:pt x="2710460" y="827497"/>
                  </a:lnTo>
                  <a:lnTo>
                    <a:pt x="2754436" y="750840"/>
                  </a:lnTo>
                  <a:lnTo>
                    <a:pt x="2800274" y="681659"/>
                  </a:lnTo>
                  <a:lnTo>
                    <a:pt x="2848620" y="619363"/>
                  </a:lnTo>
                  <a:lnTo>
                    <a:pt x="2900141" y="563258"/>
                  </a:lnTo>
                  <a:lnTo>
                    <a:pt x="2955482" y="512648"/>
                  </a:lnTo>
                  <a:lnTo>
                    <a:pt x="3015213" y="466899"/>
                  </a:lnTo>
                  <a:lnTo>
                    <a:pt x="3079750" y="425468"/>
                  </a:lnTo>
                  <a:lnTo>
                    <a:pt x="3149270" y="387925"/>
                  </a:lnTo>
                  <a:lnTo>
                    <a:pt x="3223589" y="353965"/>
                  </a:lnTo>
                  <a:lnTo>
                    <a:pt x="3302035" y="323402"/>
                  </a:lnTo>
                  <a:lnTo>
                    <a:pt x="3383324" y="296165"/>
                  </a:lnTo>
                  <a:lnTo>
                    <a:pt x="3465486" y="272273"/>
                  </a:lnTo>
                  <a:lnTo>
                    <a:pt x="3545896" y="251798"/>
                  </a:lnTo>
                  <a:lnTo>
                    <a:pt x="3621457" y="234807"/>
                  </a:lnTo>
                  <a:lnTo>
                    <a:pt x="3688963" y="221297"/>
                  </a:lnTo>
                  <a:lnTo>
                    <a:pt x="3745596" y="211145"/>
                  </a:lnTo>
                  <a:lnTo>
                    <a:pt x="3789457" y="204062"/>
                  </a:lnTo>
                  <a:lnTo>
                    <a:pt x="3819974" y="199602"/>
                  </a:lnTo>
                  <a:lnTo>
                    <a:pt x="3838098" y="197197"/>
                  </a:lnTo>
                  <a:lnTo>
                    <a:pt x="3846243" y="196211"/>
                  </a:lnTo>
                  <a:lnTo>
                    <a:pt x="3848118" y="196003"/>
                  </a:lnTo>
                  <a:lnTo>
                    <a:pt x="4386855" y="196003"/>
                  </a:lnTo>
                  <a:lnTo>
                    <a:pt x="4388157" y="195996"/>
                  </a:lnTo>
                  <a:lnTo>
                    <a:pt x="4396652" y="195951"/>
                  </a:lnTo>
                  <a:lnTo>
                    <a:pt x="4417827" y="195826"/>
                  </a:lnTo>
                  <a:lnTo>
                    <a:pt x="4455079" y="195580"/>
                  </a:lnTo>
                  <a:lnTo>
                    <a:pt x="4509383" y="195177"/>
                  </a:lnTo>
                  <a:lnTo>
                    <a:pt x="4579275" y="194594"/>
                  </a:lnTo>
                  <a:lnTo>
                    <a:pt x="4661345" y="193815"/>
                  </a:lnTo>
                  <a:lnTo>
                    <a:pt x="4751111" y="192837"/>
                  </a:lnTo>
                  <a:lnTo>
                    <a:pt x="4843989" y="191665"/>
                  </a:lnTo>
                  <a:lnTo>
                    <a:pt x="4936048" y="190301"/>
                  </a:lnTo>
                  <a:lnTo>
                    <a:pt x="5024405" y="188749"/>
                  </a:lnTo>
                  <a:lnTo>
                    <a:pt x="5107292" y="187002"/>
                  </a:lnTo>
                  <a:lnTo>
                    <a:pt x="5183911" y="185046"/>
                  </a:lnTo>
                  <a:lnTo>
                    <a:pt x="5254205" y="182860"/>
                  </a:lnTo>
                  <a:lnTo>
                    <a:pt x="5318618" y="180411"/>
                  </a:lnTo>
                  <a:lnTo>
                    <a:pt x="5377905" y="177661"/>
                  </a:lnTo>
                  <a:lnTo>
                    <a:pt x="5432979" y="174565"/>
                  </a:lnTo>
                  <a:lnTo>
                    <a:pt x="5484808" y="171080"/>
                  </a:lnTo>
                  <a:lnTo>
                    <a:pt x="5534323" y="167168"/>
                  </a:lnTo>
                  <a:lnTo>
                    <a:pt x="5567201" y="164243"/>
                  </a:lnTo>
                  <a:lnTo>
                    <a:pt x="5619764" y="159040"/>
                  </a:lnTo>
                  <a:lnTo>
                    <a:pt x="5671823" y="153272"/>
                  </a:lnTo>
                  <a:lnTo>
                    <a:pt x="5723969" y="146934"/>
                  </a:lnTo>
                  <a:lnTo>
                    <a:pt x="5776586" y="140041"/>
                  </a:lnTo>
                  <a:lnTo>
                    <a:pt x="5829887" y="132633"/>
                  </a:lnTo>
                  <a:lnTo>
                    <a:pt x="5883929" y="124775"/>
                  </a:lnTo>
                  <a:lnTo>
                    <a:pt x="5938640" y="116560"/>
                  </a:lnTo>
                  <a:lnTo>
                    <a:pt x="5993843" y="108101"/>
                  </a:lnTo>
                  <a:lnTo>
                    <a:pt x="6049290" y="99524"/>
                  </a:lnTo>
                  <a:lnTo>
                    <a:pt x="6104696" y="90967"/>
                  </a:lnTo>
                  <a:lnTo>
                    <a:pt x="6159784" y="82563"/>
                  </a:lnTo>
                  <a:lnTo>
                    <a:pt x="6214322" y="74438"/>
                  </a:lnTo>
                  <a:lnTo>
                    <a:pt x="6268160" y="66698"/>
                  </a:lnTo>
                  <a:lnTo>
                    <a:pt x="6321258" y="59427"/>
                  </a:lnTo>
                  <a:lnTo>
                    <a:pt x="6373715" y="52686"/>
                  </a:lnTo>
                  <a:lnTo>
                    <a:pt x="6425790" y="46507"/>
                  </a:lnTo>
                  <a:lnTo>
                    <a:pt x="6477921" y="40899"/>
                  </a:lnTo>
                  <a:lnTo>
                    <a:pt x="6515891" y="37204"/>
                  </a:lnTo>
                  <a:lnTo>
                    <a:pt x="6564302" y="32988"/>
                  </a:lnTo>
                  <a:lnTo>
                    <a:pt x="6614457" y="29215"/>
                  </a:lnTo>
                  <a:lnTo>
                    <a:pt x="6667213" y="25858"/>
                  </a:lnTo>
                  <a:lnTo>
                    <a:pt x="6723521" y="22877"/>
                  </a:lnTo>
                  <a:lnTo>
                    <a:pt x="6784342" y="20227"/>
                  </a:lnTo>
                  <a:lnTo>
                    <a:pt x="6850553" y="17866"/>
                  </a:lnTo>
                  <a:lnTo>
                    <a:pt x="6922828" y="15755"/>
                  </a:lnTo>
                  <a:lnTo>
                    <a:pt x="7001475" y="13868"/>
                  </a:lnTo>
                  <a:lnTo>
                    <a:pt x="7086228" y="12184"/>
                  </a:lnTo>
                  <a:lnTo>
                    <a:pt x="7176005" y="10692"/>
                  </a:lnTo>
                  <a:lnTo>
                    <a:pt x="7268691" y="9389"/>
                  </a:lnTo>
                  <a:lnTo>
                    <a:pt x="7361049" y="8277"/>
                  </a:lnTo>
                  <a:lnTo>
                    <a:pt x="7448879" y="7363"/>
                  </a:lnTo>
                  <a:lnTo>
                    <a:pt x="7527535" y="6647"/>
                  </a:lnTo>
                  <a:lnTo>
                    <a:pt x="7592767" y="6123"/>
                  </a:lnTo>
                  <a:lnTo>
                    <a:pt x="7641701" y="5774"/>
                  </a:lnTo>
                  <a:lnTo>
                    <a:pt x="7673619" y="5570"/>
                  </a:lnTo>
                  <a:lnTo>
                    <a:pt x="7690291" y="5475"/>
                  </a:lnTo>
                  <a:lnTo>
                    <a:pt x="7695816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6"/>
                  </a:lnTo>
                  <a:lnTo>
                    <a:pt x="7686441" y="51"/>
                  </a:lnTo>
                  <a:lnTo>
                    <a:pt x="7665265" y="177"/>
                  </a:lnTo>
                  <a:lnTo>
                    <a:pt x="7628013" y="423"/>
                  </a:lnTo>
                  <a:lnTo>
                    <a:pt x="7573710" y="825"/>
                  </a:lnTo>
                  <a:lnTo>
                    <a:pt x="7503817" y="1408"/>
                  </a:lnTo>
                  <a:lnTo>
                    <a:pt x="7421747" y="2187"/>
                  </a:lnTo>
                  <a:lnTo>
                    <a:pt x="7331982" y="3165"/>
                  </a:lnTo>
                  <a:lnTo>
                    <a:pt x="7239104" y="4338"/>
                  </a:lnTo>
                  <a:lnTo>
                    <a:pt x="7147044" y="5701"/>
                  </a:lnTo>
                  <a:lnTo>
                    <a:pt x="7058687" y="7253"/>
                  </a:lnTo>
                  <a:lnTo>
                    <a:pt x="6975801" y="9000"/>
                  </a:lnTo>
                  <a:lnTo>
                    <a:pt x="6899181" y="10956"/>
                  </a:lnTo>
                  <a:lnTo>
                    <a:pt x="6828887" y="13143"/>
                  </a:lnTo>
                  <a:lnTo>
                    <a:pt x="6764474" y="15591"/>
                  </a:lnTo>
                  <a:lnTo>
                    <a:pt x="6705188" y="18342"/>
                  </a:lnTo>
                  <a:lnTo>
                    <a:pt x="6650114" y="21437"/>
                  </a:lnTo>
                  <a:lnTo>
                    <a:pt x="6598285" y="24922"/>
                  </a:lnTo>
                  <a:lnTo>
                    <a:pt x="6548769" y="28835"/>
                  </a:lnTo>
                  <a:lnTo>
                    <a:pt x="6515891" y="31759"/>
                  </a:lnTo>
                  <a:lnTo>
                    <a:pt x="6463329" y="36963"/>
                  </a:lnTo>
                  <a:lnTo>
                    <a:pt x="6411269" y="42730"/>
                  </a:lnTo>
                  <a:lnTo>
                    <a:pt x="6359124" y="49068"/>
                  </a:lnTo>
                  <a:lnTo>
                    <a:pt x="6306506" y="55961"/>
                  </a:lnTo>
                  <a:lnTo>
                    <a:pt x="6253205" y="63370"/>
                  </a:lnTo>
                  <a:lnTo>
                    <a:pt x="6199163" y="71227"/>
                  </a:lnTo>
                  <a:lnTo>
                    <a:pt x="6144452" y="79442"/>
                  </a:lnTo>
                  <a:lnTo>
                    <a:pt x="6089249" y="87902"/>
                  </a:lnTo>
                  <a:lnTo>
                    <a:pt x="6033803" y="96478"/>
                  </a:lnTo>
                  <a:lnTo>
                    <a:pt x="5978397" y="105035"/>
                  </a:lnTo>
                  <a:lnTo>
                    <a:pt x="5923308" y="113439"/>
                  </a:lnTo>
                  <a:lnTo>
                    <a:pt x="5868770" y="121564"/>
                  </a:lnTo>
                  <a:lnTo>
                    <a:pt x="5814933" y="129305"/>
                  </a:lnTo>
                  <a:lnTo>
                    <a:pt x="5761835" y="136575"/>
                  </a:lnTo>
                  <a:lnTo>
                    <a:pt x="5709377" y="143316"/>
                  </a:lnTo>
                  <a:lnTo>
                    <a:pt x="5657303" y="149495"/>
                  </a:lnTo>
                  <a:lnTo>
                    <a:pt x="5605172" y="155104"/>
                  </a:lnTo>
                  <a:lnTo>
                    <a:pt x="5567201" y="158798"/>
                  </a:lnTo>
                  <a:lnTo>
                    <a:pt x="5518790" y="163014"/>
                  </a:lnTo>
                  <a:lnTo>
                    <a:pt x="5468635" y="166788"/>
                  </a:lnTo>
                  <a:lnTo>
                    <a:pt x="5415879" y="170144"/>
                  </a:lnTo>
                  <a:lnTo>
                    <a:pt x="5359571" y="173125"/>
                  </a:lnTo>
                  <a:lnTo>
                    <a:pt x="5298750" y="175775"/>
                  </a:lnTo>
                  <a:lnTo>
                    <a:pt x="5232539" y="178137"/>
                  </a:lnTo>
                  <a:lnTo>
                    <a:pt x="5160264" y="180247"/>
                  </a:lnTo>
                  <a:lnTo>
                    <a:pt x="5081617" y="182134"/>
                  </a:lnTo>
                  <a:lnTo>
                    <a:pt x="4996864" y="183818"/>
                  </a:lnTo>
                  <a:lnTo>
                    <a:pt x="4907088" y="185310"/>
                  </a:lnTo>
                  <a:lnTo>
                    <a:pt x="4814402" y="186614"/>
                  </a:lnTo>
                  <a:lnTo>
                    <a:pt x="4722044" y="187725"/>
                  </a:lnTo>
                  <a:lnTo>
                    <a:pt x="4634213" y="188639"/>
                  </a:lnTo>
                  <a:lnTo>
                    <a:pt x="4555558" y="189355"/>
                  </a:lnTo>
                  <a:lnTo>
                    <a:pt x="4490326" y="189879"/>
                  </a:lnTo>
                  <a:lnTo>
                    <a:pt x="4441392" y="190229"/>
                  </a:lnTo>
                  <a:lnTo>
                    <a:pt x="4409473" y="190432"/>
                  </a:lnTo>
                  <a:lnTo>
                    <a:pt x="4392802" y="190528"/>
                  </a:lnTo>
                  <a:lnTo>
                    <a:pt x="4387277" y="190556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7215" y="190657"/>
                  </a:lnTo>
                  <a:lnTo>
                    <a:pt x="3841267" y="191358"/>
                  </a:lnTo>
                  <a:lnTo>
                    <a:pt x="3826261" y="193298"/>
                  </a:lnTo>
                  <a:lnTo>
                    <a:pt x="3799401" y="197117"/>
                  </a:lnTo>
                  <a:lnTo>
                    <a:pt x="3759310" y="203408"/>
                  </a:lnTo>
                  <a:lnTo>
                    <a:pt x="3706138" y="212659"/>
                  </a:lnTo>
                  <a:lnTo>
                    <a:pt x="3641443" y="225203"/>
                  </a:lnTo>
                  <a:lnTo>
                    <a:pt x="3567836" y="241208"/>
                  </a:lnTo>
                  <a:lnTo>
                    <a:pt x="3488467" y="260705"/>
                  </a:lnTo>
                  <a:lnTo>
                    <a:pt x="3406508" y="283641"/>
                  </a:lnTo>
                  <a:lnTo>
                    <a:pt x="3324743" y="309940"/>
                  </a:lnTo>
                  <a:lnTo>
                    <a:pt x="3245336" y="339562"/>
                  </a:lnTo>
                  <a:lnTo>
                    <a:pt x="3169761" y="372551"/>
                  </a:lnTo>
                  <a:lnTo>
                    <a:pt x="3098850" y="409058"/>
                  </a:lnTo>
                  <a:lnTo>
                    <a:pt x="3032913" y="449354"/>
                  </a:lnTo>
                  <a:lnTo>
                    <a:pt x="2971861" y="493836"/>
                  </a:lnTo>
                  <a:lnTo>
                    <a:pt x="2915334" y="543014"/>
                  </a:lnTo>
                  <a:lnTo>
                    <a:pt x="2862798" y="597501"/>
                  </a:lnTo>
                  <a:lnTo>
                    <a:pt x="2813625" y="657979"/>
                  </a:lnTo>
                  <a:lnTo>
                    <a:pt x="2767147" y="725152"/>
                  </a:lnTo>
                  <a:lnTo>
                    <a:pt x="2722708" y="799652"/>
                  </a:lnTo>
                  <a:lnTo>
                    <a:pt x="2679708" y="881904"/>
                  </a:lnTo>
                  <a:lnTo>
                    <a:pt x="2667772" y="906514"/>
                  </a:lnTo>
                  <a:lnTo>
                    <a:pt x="2638061" y="971047"/>
                  </a:lnTo>
                  <a:lnTo>
                    <a:pt x="2608609" y="1039553"/>
                  </a:lnTo>
                  <a:lnTo>
                    <a:pt x="2579285" y="1112115"/>
                  </a:lnTo>
                  <a:lnTo>
                    <a:pt x="2549981" y="1188768"/>
                  </a:lnTo>
                  <a:lnTo>
                    <a:pt x="2520609" y="1269501"/>
                  </a:lnTo>
                  <a:lnTo>
                    <a:pt x="2491102" y="1354249"/>
                  </a:lnTo>
                  <a:lnTo>
                    <a:pt x="2461411" y="1442892"/>
                  </a:lnTo>
                  <a:lnTo>
                    <a:pt x="2431503" y="1535252"/>
                  </a:lnTo>
                  <a:lnTo>
                    <a:pt x="2401360" y="1631089"/>
                  </a:lnTo>
                  <a:lnTo>
                    <a:pt x="2370980" y="1730107"/>
                  </a:lnTo>
                  <a:lnTo>
                    <a:pt x="2340374" y="1831951"/>
                  </a:lnTo>
                  <a:lnTo>
                    <a:pt x="2309561" y="1936213"/>
                  </a:lnTo>
                  <a:lnTo>
                    <a:pt x="2278576" y="2042441"/>
                  </a:lnTo>
                  <a:lnTo>
                    <a:pt x="2247456" y="2150138"/>
                  </a:lnTo>
                  <a:lnTo>
                    <a:pt x="2216249" y="2258783"/>
                  </a:lnTo>
                  <a:lnTo>
                    <a:pt x="2185004" y="2367830"/>
                  </a:lnTo>
                  <a:lnTo>
                    <a:pt x="2153773" y="2476729"/>
                  </a:lnTo>
                  <a:lnTo>
                    <a:pt x="2122607" y="2584929"/>
                  </a:lnTo>
                  <a:lnTo>
                    <a:pt x="2091555" y="2691898"/>
                  </a:lnTo>
                  <a:lnTo>
                    <a:pt x="2060658" y="2797125"/>
                  </a:lnTo>
                  <a:lnTo>
                    <a:pt x="2029953" y="2900137"/>
                  </a:lnTo>
                  <a:lnTo>
                    <a:pt x="1999467" y="3000505"/>
                  </a:lnTo>
                  <a:lnTo>
                    <a:pt x="1969214" y="3097848"/>
                  </a:lnTo>
                  <a:lnTo>
                    <a:pt x="1939199" y="3191844"/>
                  </a:lnTo>
                  <a:lnTo>
                    <a:pt x="1909411" y="3282226"/>
                  </a:lnTo>
                  <a:lnTo>
                    <a:pt x="1879825" y="3368787"/>
                  </a:lnTo>
                  <a:lnTo>
                    <a:pt x="1850398" y="3451382"/>
                  </a:lnTo>
                  <a:lnTo>
                    <a:pt x="1821072" y="3529920"/>
                  </a:lnTo>
                  <a:lnTo>
                    <a:pt x="1791769" y="3604365"/>
                  </a:lnTo>
                  <a:lnTo>
                    <a:pt x="1762391" y="3674734"/>
                  </a:lnTo>
                  <a:lnTo>
                    <a:pt x="1732817" y="3741085"/>
                  </a:lnTo>
                  <a:lnTo>
                    <a:pt x="1719082" y="3770339"/>
                  </a:lnTo>
                  <a:lnTo>
                    <a:pt x="1676395" y="3854802"/>
                  </a:lnTo>
                  <a:lnTo>
                    <a:pt x="1632419" y="3931459"/>
                  </a:lnTo>
                  <a:lnTo>
                    <a:pt x="1586580" y="4000639"/>
                  </a:lnTo>
                  <a:lnTo>
                    <a:pt x="1538235" y="4062935"/>
                  </a:lnTo>
                  <a:lnTo>
                    <a:pt x="1486714" y="4119041"/>
                  </a:lnTo>
                  <a:lnTo>
                    <a:pt x="1431372" y="4169650"/>
                  </a:lnTo>
                  <a:lnTo>
                    <a:pt x="1371642" y="4215400"/>
                  </a:lnTo>
                  <a:lnTo>
                    <a:pt x="1307105" y="4256831"/>
                  </a:lnTo>
                  <a:lnTo>
                    <a:pt x="1237585" y="4294373"/>
                  </a:lnTo>
                  <a:lnTo>
                    <a:pt x="1163266" y="4328334"/>
                  </a:lnTo>
                  <a:lnTo>
                    <a:pt x="1084820" y="4358897"/>
                  </a:lnTo>
                  <a:lnTo>
                    <a:pt x="1003531" y="4386134"/>
                  </a:lnTo>
                  <a:lnTo>
                    <a:pt x="921369" y="4410025"/>
                  </a:lnTo>
                  <a:lnTo>
                    <a:pt x="840959" y="4430500"/>
                  </a:lnTo>
                  <a:lnTo>
                    <a:pt x="765397" y="4447492"/>
                  </a:lnTo>
                  <a:lnTo>
                    <a:pt x="697891" y="4461001"/>
                  </a:lnTo>
                  <a:lnTo>
                    <a:pt x="641258" y="4471154"/>
                  </a:lnTo>
                  <a:lnTo>
                    <a:pt x="597398" y="4478237"/>
                  </a:lnTo>
                  <a:lnTo>
                    <a:pt x="566880" y="4482696"/>
                  </a:lnTo>
                  <a:lnTo>
                    <a:pt x="548756" y="4485102"/>
                  </a:lnTo>
                  <a:lnTo>
                    <a:pt x="540612" y="4486087"/>
                  </a:lnTo>
                  <a:lnTo>
                    <a:pt x="538736" y="4486296"/>
                  </a:lnTo>
                  <a:lnTo>
                    <a:pt x="0" y="4486296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10" name="pl1710"/>
            <p:cNvSpPr/>
            <p:nvPr/>
          </p:nvSpPr>
          <p:spPr>
            <a:xfrm>
              <a:off x="546595" y="641566"/>
              <a:ext cx="8234974" cy="4486296"/>
            </a:xfrm>
            <a:custGeom>
              <a:avLst/>
              <a:pathLst>
                <a:path w="8234974" h="4486296">
                  <a:moveTo>
                    <a:pt x="0" y="4486296"/>
                  </a:moveTo>
                  <a:lnTo>
                    <a:pt x="538736" y="4486296"/>
                  </a:lnTo>
                  <a:lnTo>
                    <a:pt x="539640" y="4486197"/>
                  </a:lnTo>
                  <a:lnTo>
                    <a:pt x="545587" y="4485496"/>
                  </a:lnTo>
                  <a:lnTo>
                    <a:pt x="560593" y="4483556"/>
                  </a:lnTo>
                  <a:lnTo>
                    <a:pt x="587454" y="4479737"/>
                  </a:lnTo>
                  <a:lnTo>
                    <a:pt x="627544" y="4473446"/>
                  </a:lnTo>
                  <a:lnTo>
                    <a:pt x="680717" y="4464195"/>
                  </a:lnTo>
                  <a:lnTo>
                    <a:pt x="745411" y="4451651"/>
                  </a:lnTo>
                  <a:lnTo>
                    <a:pt x="819019" y="4435646"/>
                  </a:lnTo>
                  <a:lnTo>
                    <a:pt x="898388" y="4416148"/>
                  </a:lnTo>
                  <a:lnTo>
                    <a:pt x="980347" y="4393212"/>
                  </a:lnTo>
                  <a:lnTo>
                    <a:pt x="1062112" y="4366914"/>
                  </a:lnTo>
                  <a:lnTo>
                    <a:pt x="1141518" y="4337291"/>
                  </a:lnTo>
                  <a:lnTo>
                    <a:pt x="1217094" y="4304302"/>
                  </a:lnTo>
                  <a:lnTo>
                    <a:pt x="1288004" y="4267796"/>
                  </a:lnTo>
                  <a:lnTo>
                    <a:pt x="1353942" y="4227500"/>
                  </a:lnTo>
                  <a:lnTo>
                    <a:pt x="1414994" y="4183018"/>
                  </a:lnTo>
                  <a:lnTo>
                    <a:pt x="1471521" y="4133840"/>
                  </a:lnTo>
                  <a:lnTo>
                    <a:pt x="1524056" y="4079353"/>
                  </a:lnTo>
                  <a:lnTo>
                    <a:pt x="1573229" y="4018874"/>
                  </a:lnTo>
                  <a:lnTo>
                    <a:pt x="1619708" y="3951702"/>
                  </a:lnTo>
                  <a:lnTo>
                    <a:pt x="1664147" y="3877202"/>
                  </a:lnTo>
                  <a:lnTo>
                    <a:pt x="1707146" y="3794950"/>
                  </a:lnTo>
                  <a:lnTo>
                    <a:pt x="1719082" y="3770339"/>
                  </a:lnTo>
                  <a:lnTo>
                    <a:pt x="1748794" y="3705807"/>
                  </a:lnTo>
                  <a:lnTo>
                    <a:pt x="1778245" y="3637300"/>
                  </a:lnTo>
                  <a:lnTo>
                    <a:pt x="1807569" y="3564739"/>
                  </a:lnTo>
                  <a:lnTo>
                    <a:pt x="1836874" y="3488086"/>
                  </a:lnTo>
                  <a:lnTo>
                    <a:pt x="1866246" y="3407353"/>
                  </a:lnTo>
                  <a:lnTo>
                    <a:pt x="1895753" y="3322605"/>
                  </a:lnTo>
                  <a:lnTo>
                    <a:pt x="1925444" y="3233962"/>
                  </a:lnTo>
                  <a:lnTo>
                    <a:pt x="1955352" y="3141602"/>
                  </a:lnTo>
                  <a:lnTo>
                    <a:pt x="1985494" y="3045765"/>
                  </a:lnTo>
                  <a:lnTo>
                    <a:pt x="2015874" y="2946747"/>
                  </a:lnTo>
                  <a:lnTo>
                    <a:pt x="2046481" y="2844903"/>
                  </a:lnTo>
                  <a:lnTo>
                    <a:pt x="2077293" y="2740640"/>
                  </a:lnTo>
                  <a:lnTo>
                    <a:pt x="2108279" y="2634413"/>
                  </a:lnTo>
                  <a:lnTo>
                    <a:pt x="2139398" y="2526716"/>
                  </a:lnTo>
                  <a:lnTo>
                    <a:pt x="2170606" y="2418071"/>
                  </a:lnTo>
                  <a:lnTo>
                    <a:pt x="2201850" y="2309024"/>
                  </a:lnTo>
                  <a:lnTo>
                    <a:pt x="2233081" y="2200125"/>
                  </a:lnTo>
                  <a:lnTo>
                    <a:pt x="2264247" y="2091924"/>
                  </a:lnTo>
                  <a:lnTo>
                    <a:pt x="2295300" y="1984956"/>
                  </a:lnTo>
                  <a:lnTo>
                    <a:pt x="2326197" y="1879729"/>
                  </a:lnTo>
                  <a:lnTo>
                    <a:pt x="2356902" y="1776717"/>
                  </a:lnTo>
                  <a:lnTo>
                    <a:pt x="2387388" y="1676349"/>
                  </a:lnTo>
                  <a:lnTo>
                    <a:pt x="2417640" y="1579006"/>
                  </a:lnTo>
                  <a:lnTo>
                    <a:pt x="2447655" y="1485010"/>
                  </a:lnTo>
                  <a:lnTo>
                    <a:pt x="2477443" y="1394628"/>
                  </a:lnTo>
                  <a:lnTo>
                    <a:pt x="2507030" y="1308067"/>
                  </a:lnTo>
                  <a:lnTo>
                    <a:pt x="2536457" y="1225472"/>
                  </a:lnTo>
                  <a:lnTo>
                    <a:pt x="2565783" y="1146934"/>
                  </a:lnTo>
                  <a:lnTo>
                    <a:pt x="2595086" y="1072488"/>
                  </a:lnTo>
                  <a:lnTo>
                    <a:pt x="2624464" y="1002120"/>
                  </a:lnTo>
                  <a:lnTo>
                    <a:pt x="2654037" y="935769"/>
                  </a:lnTo>
                  <a:lnTo>
                    <a:pt x="2667772" y="906514"/>
                  </a:lnTo>
                  <a:lnTo>
                    <a:pt x="2710460" y="822052"/>
                  </a:lnTo>
                  <a:lnTo>
                    <a:pt x="2754436" y="745395"/>
                  </a:lnTo>
                  <a:lnTo>
                    <a:pt x="2800274" y="676215"/>
                  </a:lnTo>
                  <a:lnTo>
                    <a:pt x="2848620" y="613919"/>
                  </a:lnTo>
                  <a:lnTo>
                    <a:pt x="2900141" y="557813"/>
                  </a:lnTo>
                  <a:lnTo>
                    <a:pt x="2955482" y="507204"/>
                  </a:lnTo>
                  <a:lnTo>
                    <a:pt x="3015213" y="461454"/>
                  </a:lnTo>
                  <a:lnTo>
                    <a:pt x="3079750" y="420023"/>
                  </a:lnTo>
                  <a:lnTo>
                    <a:pt x="3149270" y="382481"/>
                  </a:lnTo>
                  <a:lnTo>
                    <a:pt x="3223589" y="348520"/>
                  </a:lnTo>
                  <a:lnTo>
                    <a:pt x="3302035" y="317957"/>
                  </a:lnTo>
                  <a:lnTo>
                    <a:pt x="3383324" y="290720"/>
                  </a:lnTo>
                  <a:lnTo>
                    <a:pt x="3465486" y="266829"/>
                  </a:lnTo>
                  <a:lnTo>
                    <a:pt x="3545896" y="246354"/>
                  </a:lnTo>
                  <a:lnTo>
                    <a:pt x="3621457" y="229362"/>
                  </a:lnTo>
                  <a:lnTo>
                    <a:pt x="3688963" y="215853"/>
                  </a:lnTo>
                  <a:lnTo>
                    <a:pt x="3745596" y="205700"/>
                  </a:lnTo>
                  <a:lnTo>
                    <a:pt x="3789457" y="198617"/>
                  </a:lnTo>
                  <a:lnTo>
                    <a:pt x="3819974" y="194157"/>
                  </a:lnTo>
                  <a:lnTo>
                    <a:pt x="3838098" y="191752"/>
                  </a:lnTo>
                  <a:lnTo>
                    <a:pt x="3846243" y="190767"/>
                  </a:lnTo>
                  <a:lnTo>
                    <a:pt x="3848097" y="190560"/>
                  </a:lnTo>
                  <a:lnTo>
                    <a:pt x="3848118" y="190558"/>
                  </a:lnTo>
                  <a:lnTo>
                    <a:pt x="4386855" y="190558"/>
                  </a:lnTo>
                  <a:lnTo>
                    <a:pt x="4388157" y="190552"/>
                  </a:lnTo>
                  <a:lnTo>
                    <a:pt x="4396652" y="190506"/>
                  </a:lnTo>
                  <a:lnTo>
                    <a:pt x="4417827" y="190381"/>
                  </a:lnTo>
                  <a:lnTo>
                    <a:pt x="4455079" y="190135"/>
                  </a:lnTo>
                  <a:lnTo>
                    <a:pt x="4509383" y="189733"/>
                  </a:lnTo>
                  <a:lnTo>
                    <a:pt x="4579275" y="189149"/>
                  </a:lnTo>
                  <a:lnTo>
                    <a:pt x="4661345" y="188370"/>
                  </a:lnTo>
                  <a:lnTo>
                    <a:pt x="4751111" y="187393"/>
                  </a:lnTo>
                  <a:lnTo>
                    <a:pt x="4843989" y="186220"/>
                  </a:lnTo>
                  <a:lnTo>
                    <a:pt x="4936048" y="184857"/>
                  </a:lnTo>
                  <a:lnTo>
                    <a:pt x="5024405" y="183304"/>
                  </a:lnTo>
                  <a:lnTo>
                    <a:pt x="5107292" y="181557"/>
                  </a:lnTo>
                  <a:lnTo>
                    <a:pt x="5183911" y="179602"/>
                  </a:lnTo>
                  <a:lnTo>
                    <a:pt x="5254205" y="177415"/>
                  </a:lnTo>
                  <a:lnTo>
                    <a:pt x="5318618" y="174966"/>
                  </a:lnTo>
                  <a:lnTo>
                    <a:pt x="5377905" y="172216"/>
                  </a:lnTo>
                  <a:lnTo>
                    <a:pt x="5432979" y="169121"/>
                  </a:lnTo>
                  <a:lnTo>
                    <a:pt x="5484808" y="165636"/>
                  </a:lnTo>
                  <a:lnTo>
                    <a:pt x="5534323" y="161723"/>
                  </a:lnTo>
                  <a:lnTo>
                    <a:pt x="5567201" y="158798"/>
                  </a:lnTo>
                  <a:lnTo>
                    <a:pt x="5619764" y="153595"/>
                  </a:lnTo>
                  <a:lnTo>
                    <a:pt x="5671823" y="147828"/>
                  </a:lnTo>
                  <a:lnTo>
                    <a:pt x="5723969" y="141490"/>
                  </a:lnTo>
                  <a:lnTo>
                    <a:pt x="5776586" y="134596"/>
                  </a:lnTo>
                  <a:lnTo>
                    <a:pt x="5829887" y="127188"/>
                  </a:lnTo>
                  <a:lnTo>
                    <a:pt x="5883929" y="119331"/>
                  </a:lnTo>
                  <a:lnTo>
                    <a:pt x="5938640" y="111116"/>
                  </a:lnTo>
                  <a:lnTo>
                    <a:pt x="5993843" y="102656"/>
                  </a:lnTo>
                  <a:lnTo>
                    <a:pt x="6049290" y="94080"/>
                  </a:lnTo>
                  <a:lnTo>
                    <a:pt x="6104696" y="85522"/>
                  </a:lnTo>
                  <a:lnTo>
                    <a:pt x="6159784" y="77119"/>
                  </a:lnTo>
                  <a:lnTo>
                    <a:pt x="6214322" y="68993"/>
                  </a:lnTo>
                  <a:lnTo>
                    <a:pt x="6268160" y="61253"/>
                  </a:lnTo>
                  <a:lnTo>
                    <a:pt x="6321258" y="53983"/>
                  </a:lnTo>
                  <a:lnTo>
                    <a:pt x="6373715" y="47242"/>
                  </a:lnTo>
                  <a:lnTo>
                    <a:pt x="6425790" y="41062"/>
                  </a:lnTo>
                  <a:lnTo>
                    <a:pt x="6477921" y="35454"/>
                  </a:lnTo>
                  <a:lnTo>
                    <a:pt x="6515891" y="31759"/>
                  </a:lnTo>
                  <a:lnTo>
                    <a:pt x="6564302" y="27544"/>
                  </a:lnTo>
                  <a:lnTo>
                    <a:pt x="6614457" y="23770"/>
                  </a:lnTo>
                  <a:lnTo>
                    <a:pt x="6667213" y="20413"/>
                  </a:lnTo>
                  <a:lnTo>
                    <a:pt x="6723521" y="17433"/>
                  </a:lnTo>
                  <a:lnTo>
                    <a:pt x="6784342" y="14783"/>
                  </a:lnTo>
                  <a:lnTo>
                    <a:pt x="6850553" y="12421"/>
                  </a:lnTo>
                  <a:lnTo>
                    <a:pt x="6922828" y="10311"/>
                  </a:lnTo>
                  <a:lnTo>
                    <a:pt x="7001475" y="8424"/>
                  </a:lnTo>
                  <a:lnTo>
                    <a:pt x="7086228" y="6739"/>
                  </a:lnTo>
                  <a:lnTo>
                    <a:pt x="7176005" y="5247"/>
                  </a:lnTo>
                  <a:lnTo>
                    <a:pt x="7268691" y="3944"/>
                  </a:lnTo>
                  <a:lnTo>
                    <a:pt x="7361049" y="2833"/>
                  </a:lnTo>
                  <a:lnTo>
                    <a:pt x="7448879" y="1918"/>
                  </a:lnTo>
                  <a:lnTo>
                    <a:pt x="7527535" y="1202"/>
                  </a:lnTo>
                  <a:lnTo>
                    <a:pt x="7592767" y="678"/>
                  </a:lnTo>
                  <a:lnTo>
                    <a:pt x="7641701" y="329"/>
                  </a:lnTo>
                  <a:lnTo>
                    <a:pt x="7673619" y="126"/>
                  </a:lnTo>
                  <a:lnTo>
                    <a:pt x="7690291" y="30"/>
                  </a:lnTo>
                  <a:lnTo>
                    <a:pt x="7695816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1" name="pl1711"/>
            <p:cNvSpPr/>
            <p:nvPr/>
          </p:nvSpPr>
          <p:spPr>
            <a:xfrm>
              <a:off x="546595" y="636121"/>
              <a:ext cx="8234974" cy="4486296"/>
            </a:xfrm>
            <a:custGeom>
              <a:avLst/>
              <a:pathLst>
                <a:path w="8234974" h="4486296">
                  <a:moveTo>
                    <a:pt x="8234974" y="0"/>
                  </a:moveTo>
                  <a:lnTo>
                    <a:pt x="7696237" y="0"/>
                  </a:lnTo>
                  <a:lnTo>
                    <a:pt x="7694935" y="6"/>
                  </a:lnTo>
                  <a:lnTo>
                    <a:pt x="7686441" y="51"/>
                  </a:lnTo>
                  <a:lnTo>
                    <a:pt x="7665265" y="177"/>
                  </a:lnTo>
                  <a:lnTo>
                    <a:pt x="7628013" y="423"/>
                  </a:lnTo>
                  <a:lnTo>
                    <a:pt x="7573710" y="825"/>
                  </a:lnTo>
                  <a:lnTo>
                    <a:pt x="7503817" y="1408"/>
                  </a:lnTo>
                  <a:lnTo>
                    <a:pt x="7421747" y="2187"/>
                  </a:lnTo>
                  <a:lnTo>
                    <a:pt x="7331982" y="3165"/>
                  </a:lnTo>
                  <a:lnTo>
                    <a:pt x="7239104" y="4338"/>
                  </a:lnTo>
                  <a:lnTo>
                    <a:pt x="7147044" y="5701"/>
                  </a:lnTo>
                  <a:lnTo>
                    <a:pt x="7058687" y="7253"/>
                  </a:lnTo>
                  <a:lnTo>
                    <a:pt x="6975801" y="9000"/>
                  </a:lnTo>
                  <a:lnTo>
                    <a:pt x="6899181" y="10956"/>
                  </a:lnTo>
                  <a:lnTo>
                    <a:pt x="6828887" y="13143"/>
                  </a:lnTo>
                  <a:lnTo>
                    <a:pt x="6764474" y="15591"/>
                  </a:lnTo>
                  <a:lnTo>
                    <a:pt x="6705188" y="18342"/>
                  </a:lnTo>
                  <a:lnTo>
                    <a:pt x="6650114" y="21437"/>
                  </a:lnTo>
                  <a:lnTo>
                    <a:pt x="6598285" y="24922"/>
                  </a:lnTo>
                  <a:lnTo>
                    <a:pt x="6548769" y="28835"/>
                  </a:lnTo>
                  <a:lnTo>
                    <a:pt x="6515891" y="31759"/>
                  </a:lnTo>
                  <a:lnTo>
                    <a:pt x="6463329" y="36963"/>
                  </a:lnTo>
                  <a:lnTo>
                    <a:pt x="6411269" y="42730"/>
                  </a:lnTo>
                  <a:lnTo>
                    <a:pt x="6359124" y="49068"/>
                  </a:lnTo>
                  <a:lnTo>
                    <a:pt x="6306506" y="55961"/>
                  </a:lnTo>
                  <a:lnTo>
                    <a:pt x="6253205" y="63370"/>
                  </a:lnTo>
                  <a:lnTo>
                    <a:pt x="6199163" y="71227"/>
                  </a:lnTo>
                  <a:lnTo>
                    <a:pt x="6144452" y="79442"/>
                  </a:lnTo>
                  <a:lnTo>
                    <a:pt x="6089249" y="87902"/>
                  </a:lnTo>
                  <a:lnTo>
                    <a:pt x="6033803" y="96478"/>
                  </a:lnTo>
                  <a:lnTo>
                    <a:pt x="5978397" y="105035"/>
                  </a:lnTo>
                  <a:lnTo>
                    <a:pt x="5923308" y="113439"/>
                  </a:lnTo>
                  <a:lnTo>
                    <a:pt x="5868770" y="121564"/>
                  </a:lnTo>
                  <a:lnTo>
                    <a:pt x="5814933" y="129305"/>
                  </a:lnTo>
                  <a:lnTo>
                    <a:pt x="5761835" y="136575"/>
                  </a:lnTo>
                  <a:lnTo>
                    <a:pt x="5709377" y="143316"/>
                  </a:lnTo>
                  <a:lnTo>
                    <a:pt x="5657303" y="149495"/>
                  </a:lnTo>
                  <a:lnTo>
                    <a:pt x="5605172" y="155104"/>
                  </a:lnTo>
                  <a:lnTo>
                    <a:pt x="5567201" y="158798"/>
                  </a:lnTo>
                  <a:lnTo>
                    <a:pt x="5518790" y="163014"/>
                  </a:lnTo>
                  <a:lnTo>
                    <a:pt x="5468635" y="166788"/>
                  </a:lnTo>
                  <a:lnTo>
                    <a:pt x="5415879" y="170144"/>
                  </a:lnTo>
                  <a:lnTo>
                    <a:pt x="5359571" y="173125"/>
                  </a:lnTo>
                  <a:lnTo>
                    <a:pt x="5298750" y="175775"/>
                  </a:lnTo>
                  <a:lnTo>
                    <a:pt x="5232539" y="178137"/>
                  </a:lnTo>
                  <a:lnTo>
                    <a:pt x="5160264" y="180247"/>
                  </a:lnTo>
                  <a:lnTo>
                    <a:pt x="5081617" y="182134"/>
                  </a:lnTo>
                  <a:lnTo>
                    <a:pt x="4996864" y="183818"/>
                  </a:lnTo>
                  <a:lnTo>
                    <a:pt x="4907088" y="185310"/>
                  </a:lnTo>
                  <a:lnTo>
                    <a:pt x="4814402" y="186614"/>
                  </a:lnTo>
                  <a:lnTo>
                    <a:pt x="4722044" y="187725"/>
                  </a:lnTo>
                  <a:lnTo>
                    <a:pt x="4634213" y="188639"/>
                  </a:lnTo>
                  <a:lnTo>
                    <a:pt x="4555558" y="189355"/>
                  </a:lnTo>
                  <a:lnTo>
                    <a:pt x="4490326" y="189879"/>
                  </a:lnTo>
                  <a:lnTo>
                    <a:pt x="4441392" y="190229"/>
                  </a:lnTo>
                  <a:lnTo>
                    <a:pt x="4409473" y="190432"/>
                  </a:lnTo>
                  <a:lnTo>
                    <a:pt x="4392802" y="190528"/>
                  </a:lnTo>
                  <a:lnTo>
                    <a:pt x="4387277" y="190556"/>
                  </a:lnTo>
                  <a:lnTo>
                    <a:pt x="4386855" y="190558"/>
                  </a:lnTo>
                  <a:lnTo>
                    <a:pt x="3848118" y="190558"/>
                  </a:lnTo>
                  <a:lnTo>
                    <a:pt x="3847215" y="190657"/>
                  </a:lnTo>
                  <a:lnTo>
                    <a:pt x="3841267" y="191358"/>
                  </a:lnTo>
                  <a:lnTo>
                    <a:pt x="3826261" y="193298"/>
                  </a:lnTo>
                  <a:lnTo>
                    <a:pt x="3799401" y="197117"/>
                  </a:lnTo>
                  <a:lnTo>
                    <a:pt x="3759310" y="203408"/>
                  </a:lnTo>
                  <a:lnTo>
                    <a:pt x="3706138" y="212659"/>
                  </a:lnTo>
                  <a:lnTo>
                    <a:pt x="3641443" y="225203"/>
                  </a:lnTo>
                  <a:lnTo>
                    <a:pt x="3567836" y="241208"/>
                  </a:lnTo>
                  <a:lnTo>
                    <a:pt x="3488467" y="260705"/>
                  </a:lnTo>
                  <a:lnTo>
                    <a:pt x="3406508" y="283641"/>
                  </a:lnTo>
                  <a:lnTo>
                    <a:pt x="3324743" y="309940"/>
                  </a:lnTo>
                  <a:lnTo>
                    <a:pt x="3245336" y="339562"/>
                  </a:lnTo>
                  <a:lnTo>
                    <a:pt x="3169761" y="372551"/>
                  </a:lnTo>
                  <a:lnTo>
                    <a:pt x="3098850" y="409058"/>
                  </a:lnTo>
                  <a:lnTo>
                    <a:pt x="3032913" y="449354"/>
                  </a:lnTo>
                  <a:lnTo>
                    <a:pt x="2971861" y="493836"/>
                  </a:lnTo>
                  <a:lnTo>
                    <a:pt x="2915334" y="543014"/>
                  </a:lnTo>
                  <a:lnTo>
                    <a:pt x="2862798" y="597501"/>
                  </a:lnTo>
                  <a:lnTo>
                    <a:pt x="2813625" y="657979"/>
                  </a:lnTo>
                  <a:lnTo>
                    <a:pt x="2767147" y="725152"/>
                  </a:lnTo>
                  <a:lnTo>
                    <a:pt x="2722708" y="799652"/>
                  </a:lnTo>
                  <a:lnTo>
                    <a:pt x="2679708" y="881904"/>
                  </a:lnTo>
                  <a:lnTo>
                    <a:pt x="2667772" y="906514"/>
                  </a:lnTo>
                  <a:lnTo>
                    <a:pt x="2638061" y="971047"/>
                  </a:lnTo>
                  <a:lnTo>
                    <a:pt x="2608609" y="1039553"/>
                  </a:lnTo>
                  <a:lnTo>
                    <a:pt x="2579285" y="1112115"/>
                  </a:lnTo>
                  <a:lnTo>
                    <a:pt x="2549981" y="1188768"/>
                  </a:lnTo>
                  <a:lnTo>
                    <a:pt x="2520609" y="1269501"/>
                  </a:lnTo>
                  <a:lnTo>
                    <a:pt x="2491102" y="1354249"/>
                  </a:lnTo>
                  <a:lnTo>
                    <a:pt x="2461411" y="1442892"/>
                  </a:lnTo>
                  <a:lnTo>
                    <a:pt x="2431503" y="1535252"/>
                  </a:lnTo>
                  <a:lnTo>
                    <a:pt x="2401360" y="1631089"/>
                  </a:lnTo>
                  <a:lnTo>
                    <a:pt x="2370980" y="1730107"/>
                  </a:lnTo>
                  <a:lnTo>
                    <a:pt x="2340374" y="1831951"/>
                  </a:lnTo>
                  <a:lnTo>
                    <a:pt x="2309561" y="1936213"/>
                  </a:lnTo>
                  <a:lnTo>
                    <a:pt x="2278576" y="2042441"/>
                  </a:lnTo>
                  <a:lnTo>
                    <a:pt x="2247456" y="2150138"/>
                  </a:lnTo>
                  <a:lnTo>
                    <a:pt x="2216249" y="2258783"/>
                  </a:lnTo>
                  <a:lnTo>
                    <a:pt x="2185004" y="2367830"/>
                  </a:lnTo>
                  <a:lnTo>
                    <a:pt x="2153773" y="2476729"/>
                  </a:lnTo>
                  <a:lnTo>
                    <a:pt x="2122607" y="2584929"/>
                  </a:lnTo>
                  <a:lnTo>
                    <a:pt x="2091555" y="2691898"/>
                  </a:lnTo>
                  <a:lnTo>
                    <a:pt x="2060658" y="2797125"/>
                  </a:lnTo>
                  <a:lnTo>
                    <a:pt x="2029953" y="2900137"/>
                  </a:lnTo>
                  <a:lnTo>
                    <a:pt x="1999467" y="3000505"/>
                  </a:lnTo>
                  <a:lnTo>
                    <a:pt x="1969214" y="3097848"/>
                  </a:lnTo>
                  <a:lnTo>
                    <a:pt x="1939199" y="3191844"/>
                  </a:lnTo>
                  <a:lnTo>
                    <a:pt x="1909411" y="3282226"/>
                  </a:lnTo>
                  <a:lnTo>
                    <a:pt x="1879825" y="3368787"/>
                  </a:lnTo>
                  <a:lnTo>
                    <a:pt x="1850398" y="3451382"/>
                  </a:lnTo>
                  <a:lnTo>
                    <a:pt x="1821072" y="3529920"/>
                  </a:lnTo>
                  <a:lnTo>
                    <a:pt x="1791769" y="3604365"/>
                  </a:lnTo>
                  <a:lnTo>
                    <a:pt x="1762391" y="3674734"/>
                  </a:lnTo>
                  <a:lnTo>
                    <a:pt x="1732817" y="3741085"/>
                  </a:lnTo>
                  <a:lnTo>
                    <a:pt x="1719082" y="3770339"/>
                  </a:lnTo>
                  <a:lnTo>
                    <a:pt x="1676395" y="3854802"/>
                  </a:lnTo>
                  <a:lnTo>
                    <a:pt x="1632419" y="3931459"/>
                  </a:lnTo>
                  <a:lnTo>
                    <a:pt x="1586580" y="4000639"/>
                  </a:lnTo>
                  <a:lnTo>
                    <a:pt x="1538235" y="4062935"/>
                  </a:lnTo>
                  <a:lnTo>
                    <a:pt x="1486714" y="4119041"/>
                  </a:lnTo>
                  <a:lnTo>
                    <a:pt x="1431372" y="4169650"/>
                  </a:lnTo>
                  <a:lnTo>
                    <a:pt x="1371642" y="4215400"/>
                  </a:lnTo>
                  <a:lnTo>
                    <a:pt x="1307105" y="4256831"/>
                  </a:lnTo>
                  <a:lnTo>
                    <a:pt x="1237585" y="4294373"/>
                  </a:lnTo>
                  <a:lnTo>
                    <a:pt x="1163266" y="4328334"/>
                  </a:lnTo>
                  <a:lnTo>
                    <a:pt x="1084820" y="4358897"/>
                  </a:lnTo>
                  <a:lnTo>
                    <a:pt x="1003531" y="4386134"/>
                  </a:lnTo>
                  <a:lnTo>
                    <a:pt x="921369" y="4410025"/>
                  </a:lnTo>
                  <a:lnTo>
                    <a:pt x="840959" y="4430500"/>
                  </a:lnTo>
                  <a:lnTo>
                    <a:pt x="765397" y="4447492"/>
                  </a:lnTo>
                  <a:lnTo>
                    <a:pt x="697891" y="4461001"/>
                  </a:lnTo>
                  <a:lnTo>
                    <a:pt x="641258" y="4471154"/>
                  </a:lnTo>
                  <a:lnTo>
                    <a:pt x="597398" y="4478237"/>
                  </a:lnTo>
                  <a:lnTo>
                    <a:pt x="566880" y="4482696"/>
                  </a:lnTo>
                  <a:lnTo>
                    <a:pt x="548756" y="4485102"/>
                  </a:lnTo>
                  <a:lnTo>
                    <a:pt x="540612" y="4486087"/>
                  </a:lnTo>
                  <a:lnTo>
                    <a:pt x="538757" y="4486293"/>
                  </a:lnTo>
                  <a:lnTo>
                    <a:pt x="538736" y="4486296"/>
                  </a:lnTo>
                  <a:lnTo>
                    <a:pt x="0" y="44862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2" name="pg1712"/>
            <p:cNvSpPr/>
            <p:nvPr/>
          </p:nvSpPr>
          <p:spPr>
            <a:xfrm>
              <a:off x="546595" y="902904"/>
              <a:ext cx="8234974" cy="4230403"/>
            </a:xfrm>
            <a:custGeom>
              <a:avLst/>
              <a:pathLst>
                <a:path w="8234974" h="4230403">
                  <a:moveTo>
                    <a:pt x="0" y="4230403"/>
                  </a:moveTo>
                  <a:lnTo>
                    <a:pt x="538736" y="4230403"/>
                  </a:lnTo>
                  <a:lnTo>
                    <a:pt x="539646" y="4230305"/>
                  </a:lnTo>
                  <a:lnTo>
                    <a:pt x="545629" y="4229611"/>
                  </a:lnTo>
                  <a:lnTo>
                    <a:pt x="560724" y="4227691"/>
                  </a:lnTo>
                  <a:lnTo>
                    <a:pt x="587736" y="4223911"/>
                  </a:lnTo>
                  <a:lnTo>
                    <a:pt x="628039" y="4217684"/>
                  </a:lnTo>
                  <a:lnTo>
                    <a:pt x="681468" y="4208530"/>
                  </a:lnTo>
                  <a:lnTo>
                    <a:pt x="746441" y="4196121"/>
                  </a:lnTo>
                  <a:lnTo>
                    <a:pt x="820320" y="4180292"/>
                  </a:lnTo>
                  <a:lnTo>
                    <a:pt x="899930" y="4161014"/>
                  </a:lnTo>
                  <a:lnTo>
                    <a:pt x="982083" y="4138341"/>
                  </a:lnTo>
                  <a:lnTo>
                    <a:pt x="1063989" y="4112349"/>
                  </a:lnTo>
                  <a:lnTo>
                    <a:pt x="1143484" y="4083073"/>
                  </a:lnTo>
                  <a:lnTo>
                    <a:pt x="1219104" y="4050470"/>
                  </a:lnTo>
                  <a:lnTo>
                    <a:pt x="1290024" y="4014387"/>
                  </a:lnTo>
                  <a:lnTo>
                    <a:pt x="1355948" y="3974551"/>
                  </a:lnTo>
                  <a:lnTo>
                    <a:pt x="1416974" y="3930567"/>
                  </a:lnTo>
                  <a:lnTo>
                    <a:pt x="1473471" y="3881926"/>
                  </a:lnTo>
                  <a:lnTo>
                    <a:pt x="1525981" y="3828017"/>
                  </a:lnTo>
                  <a:lnTo>
                    <a:pt x="1575140" y="3768165"/>
                  </a:lnTo>
                  <a:lnTo>
                    <a:pt x="1621620" y="3701674"/>
                  </a:lnTo>
                  <a:lnTo>
                    <a:pt x="1666079" y="3627923"/>
                  </a:lnTo>
                  <a:lnTo>
                    <a:pt x="1709116" y="3546505"/>
                  </a:lnTo>
                  <a:lnTo>
                    <a:pt x="1719082" y="3526243"/>
                  </a:lnTo>
                  <a:lnTo>
                    <a:pt x="1749015" y="3462283"/>
                  </a:lnTo>
                  <a:lnTo>
                    <a:pt x="1778686" y="3394355"/>
                  </a:lnTo>
                  <a:lnTo>
                    <a:pt x="1808229" y="3322378"/>
                  </a:lnTo>
                  <a:lnTo>
                    <a:pt x="1837754" y="3246315"/>
                  </a:lnTo>
                  <a:lnTo>
                    <a:pt x="1867350" y="3166182"/>
                  </a:lnTo>
                  <a:lnTo>
                    <a:pt x="1897085" y="3082043"/>
                  </a:lnTo>
                  <a:lnTo>
                    <a:pt x="1927008" y="2994022"/>
                  </a:lnTo>
                  <a:lnTo>
                    <a:pt x="1957154" y="2902303"/>
                  </a:lnTo>
                  <a:lnTo>
                    <a:pt x="1987538" y="2807127"/>
                  </a:lnTo>
                  <a:lnTo>
                    <a:pt x="2018162" y="2708799"/>
                  </a:lnTo>
                  <a:lnTo>
                    <a:pt x="2049016" y="2607678"/>
                  </a:lnTo>
                  <a:lnTo>
                    <a:pt x="2080076" y="2504178"/>
                  </a:lnTo>
                  <a:lnTo>
                    <a:pt x="2111308" y="2398759"/>
                  </a:lnTo>
                  <a:lnTo>
                    <a:pt x="2142672" y="2291923"/>
                  </a:lnTo>
                  <a:lnTo>
                    <a:pt x="2174120" y="2184198"/>
                  </a:lnTo>
                  <a:lnTo>
                    <a:pt x="2205600" y="2076132"/>
                  </a:lnTo>
                  <a:lnTo>
                    <a:pt x="2237060" y="1968281"/>
                  </a:lnTo>
                  <a:lnTo>
                    <a:pt x="2268448" y="1861195"/>
                  </a:lnTo>
                  <a:lnTo>
                    <a:pt x="2299714" y="1755411"/>
                  </a:lnTo>
                  <a:lnTo>
                    <a:pt x="2330816" y="1651434"/>
                  </a:lnTo>
                  <a:lnTo>
                    <a:pt x="2361719" y="1549736"/>
                  </a:lnTo>
                  <a:lnTo>
                    <a:pt x="2392397" y="1450741"/>
                  </a:lnTo>
                  <a:lnTo>
                    <a:pt x="2422835" y="1354822"/>
                  </a:lnTo>
                  <a:lnTo>
                    <a:pt x="2453034" y="1262296"/>
                  </a:lnTo>
                  <a:lnTo>
                    <a:pt x="2483006" y="1173419"/>
                  </a:lnTo>
                  <a:lnTo>
                    <a:pt x="2512780" y="1088387"/>
                  </a:lnTo>
                  <a:lnTo>
                    <a:pt x="2542402" y="1007338"/>
                  </a:lnTo>
                  <a:lnTo>
                    <a:pt x="2571936" y="930350"/>
                  </a:lnTo>
                  <a:lnTo>
                    <a:pt x="2601466" y="857448"/>
                  </a:lnTo>
                  <a:lnTo>
                    <a:pt x="2631097" y="788608"/>
                  </a:lnTo>
                  <a:lnTo>
                    <a:pt x="2660957" y="723758"/>
                  </a:lnTo>
                  <a:lnTo>
                    <a:pt x="2667772" y="709604"/>
                  </a:lnTo>
                  <a:lnTo>
                    <a:pt x="2710551" y="626366"/>
                  </a:lnTo>
                  <a:lnTo>
                    <a:pt x="2754625" y="550837"/>
                  </a:lnTo>
                  <a:lnTo>
                    <a:pt x="2800572" y="482690"/>
                  </a:lnTo>
                  <a:lnTo>
                    <a:pt x="2849040" y="421339"/>
                  </a:lnTo>
                  <a:lnTo>
                    <a:pt x="2900703" y="366096"/>
                  </a:lnTo>
                  <a:lnTo>
                    <a:pt x="2956210" y="316274"/>
                  </a:lnTo>
                  <a:lnTo>
                    <a:pt x="3016130" y="271245"/>
                  </a:lnTo>
                  <a:lnTo>
                    <a:pt x="3080882" y="230474"/>
                  </a:lnTo>
                  <a:lnTo>
                    <a:pt x="3150638" y="193538"/>
                  </a:lnTo>
                  <a:lnTo>
                    <a:pt x="3225205" y="160135"/>
                  </a:lnTo>
                  <a:lnTo>
                    <a:pt x="3303896" y="130085"/>
                  </a:lnTo>
                  <a:lnTo>
                    <a:pt x="3385404" y="103320"/>
                  </a:lnTo>
                  <a:lnTo>
                    <a:pt x="3467729" y="79860"/>
                  </a:lnTo>
                  <a:lnTo>
                    <a:pt x="3548214" y="59777"/>
                  </a:lnTo>
                  <a:lnTo>
                    <a:pt x="3623734" y="43136"/>
                  </a:lnTo>
                  <a:lnTo>
                    <a:pt x="3691067" y="29932"/>
                  </a:lnTo>
                  <a:lnTo>
                    <a:pt x="3747399" y="20036"/>
                  </a:lnTo>
                  <a:lnTo>
                    <a:pt x="3790859" y="13160"/>
                  </a:lnTo>
                  <a:lnTo>
                    <a:pt x="3820928" y="8854"/>
                  </a:lnTo>
                  <a:lnTo>
                    <a:pt x="3838622" y="6554"/>
                  </a:lnTo>
                  <a:lnTo>
                    <a:pt x="3846426" y="562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1" y="5475"/>
                  </a:lnTo>
                  <a:lnTo>
                    <a:pt x="4396534" y="5696"/>
                  </a:lnTo>
                  <a:lnTo>
                    <a:pt x="4417466" y="6309"/>
                  </a:lnTo>
                  <a:lnTo>
                    <a:pt x="4454313" y="7510"/>
                  </a:lnTo>
                  <a:lnTo>
                    <a:pt x="4508075" y="9473"/>
                  </a:lnTo>
                  <a:lnTo>
                    <a:pt x="4577350" y="12324"/>
                  </a:lnTo>
                  <a:lnTo>
                    <a:pt x="4658803" y="16131"/>
                  </a:lnTo>
                  <a:lnTo>
                    <a:pt x="4748024" y="20912"/>
                  </a:lnTo>
                  <a:lnTo>
                    <a:pt x="4840476" y="26650"/>
                  </a:lnTo>
                  <a:lnTo>
                    <a:pt x="4932246" y="33323"/>
                  </a:lnTo>
                  <a:lnTo>
                    <a:pt x="5020440" y="40924"/>
                  </a:lnTo>
                  <a:lnTo>
                    <a:pt x="5103267" y="49476"/>
                  </a:lnTo>
                  <a:lnTo>
                    <a:pt x="5179899" y="59045"/>
                  </a:lnTo>
                  <a:lnTo>
                    <a:pt x="5250247" y="69739"/>
                  </a:lnTo>
                  <a:lnTo>
                    <a:pt x="5314727" y="81710"/>
                  </a:lnTo>
                  <a:lnTo>
                    <a:pt x="5374069" y="95143"/>
                  </a:lnTo>
                  <a:lnTo>
                    <a:pt x="5429171" y="110254"/>
                  </a:lnTo>
                  <a:lnTo>
                    <a:pt x="5480987" y="127261"/>
                  </a:lnTo>
                  <a:lnTo>
                    <a:pt x="5530443" y="146351"/>
                  </a:lnTo>
                  <a:lnTo>
                    <a:pt x="5567201" y="162428"/>
                  </a:lnTo>
                  <a:lnTo>
                    <a:pt x="5615442" y="185914"/>
                  </a:lnTo>
                  <a:lnTo>
                    <a:pt x="5663213" y="211740"/>
                  </a:lnTo>
                  <a:lnTo>
                    <a:pt x="5710989" y="239942"/>
                  </a:lnTo>
                  <a:lnTo>
                    <a:pt x="5759099" y="270481"/>
                  </a:lnTo>
                  <a:lnTo>
                    <a:pt x="5807741" y="303230"/>
                  </a:lnTo>
                  <a:lnTo>
                    <a:pt x="5857002" y="337974"/>
                  </a:lnTo>
                  <a:lnTo>
                    <a:pt x="5906871" y="374407"/>
                  </a:lnTo>
                  <a:lnTo>
                    <a:pt x="5957249" y="412140"/>
                  </a:lnTo>
                  <a:lnTo>
                    <a:pt x="6007977" y="450718"/>
                  </a:lnTo>
                  <a:lnTo>
                    <a:pt x="6058851" y="489640"/>
                  </a:lnTo>
                  <a:lnTo>
                    <a:pt x="6109649" y="528383"/>
                  </a:lnTo>
                  <a:lnTo>
                    <a:pt x="6160160" y="566439"/>
                  </a:lnTo>
                  <a:lnTo>
                    <a:pt x="6210205" y="603334"/>
                  </a:lnTo>
                  <a:lnTo>
                    <a:pt x="6259667" y="638656"/>
                  </a:lnTo>
                  <a:lnTo>
                    <a:pt x="6308503" y="672071"/>
                  </a:lnTo>
                  <a:lnTo>
                    <a:pt x="6356766" y="703334"/>
                  </a:lnTo>
                  <a:lnTo>
                    <a:pt x="6404619" y="732291"/>
                  </a:lnTo>
                  <a:lnTo>
                    <a:pt x="6452348" y="758877"/>
                  </a:lnTo>
                  <a:lnTo>
                    <a:pt x="6500377" y="783103"/>
                  </a:lnTo>
                  <a:lnTo>
                    <a:pt x="6515891" y="790364"/>
                  </a:lnTo>
                  <a:lnTo>
                    <a:pt x="6564096" y="811119"/>
                  </a:lnTo>
                  <a:lnTo>
                    <a:pt x="6614027" y="829706"/>
                  </a:lnTo>
                  <a:lnTo>
                    <a:pt x="6666529" y="846249"/>
                  </a:lnTo>
                  <a:lnTo>
                    <a:pt x="6722542" y="860946"/>
                  </a:lnTo>
                  <a:lnTo>
                    <a:pt x="6783014" y="874018"/>
                  </a:lnTo>
                  <a:lnTo>
                    <a:pt x="6848815" y="885673"/>
                  </a:lnTo>
                  <a:lnTo>
                    <a:pt x="6920616" y="896091"/>
                  </a:lnTo>
                  <a:lnTo>
                    <a:pt x="6998734" y="905413"/>
                  </a:lnTo>
                  <a:lnTo>
                    <a:pt x="7082928" y="913737"/>
                  </a:lnTo>
                  <a:lnTo>
                    <a:pt x="7172163" y="921119"/>
                  </a:lnTo>
                  <a:lnTo>
                    <a:pt x="7264393" y="927574"/>
                  </a:lnTo>
                  <a:lnTo>
                    <a:pt x="7356471" y="933090"/>
                  </a:lnTo>
                  <a:lnTo>
                    <a:pt x="7444285" y="937643"/>
                  </a:lnTo>
                  <a:lnTo>
                    <a:pt x="7523251" y="941223"/>
                  </a:lnTo>
                  <a:lnTo>
                    <a:pt x="7589123" y="943857"/>
                  </a:lnTo>
                  <a:lnTo>
                    <a:pt x="7638955" y="945628"/>
                  </a:lnTo>
                  <a:lnTo>
                    <a:pt x="7671884" y="946673"/>
                  </a:lnTo>
                  <a:lnTo>
                    <a:pt x="7689485" y="947176"/>
                  </a:lnTo>
                  <a:lnTo>
                    <a:pt x="7695653" y="947335"/>
                  </a:lnTo>
                  <a:lnTo>
                    <a:pt x="7696237" y="947348"/>
                  </a:lnTo>
                  <a:lnTo>
                    <a:pt x="8234974" y="947348"/>
                  </a:lnTo>
                  <a:lnTo>
                    <a:pt x="8234974" y="941904"/>
                  </a:lnTo>
                  <a:lnTo>
                    <a:pt x="7696237" y="941904"/>
                  </a:lnTo>
                  <a:lnTo>
                    <a:pt x="7694951" y="941873"/>
                  </a:lnTo>
                  <a:lnTo>
                    <a:pt x="7686558" y="941652"/>
                  </a:lnTo>
                  <a:lnTo>
                    <a:pt x="7665627" y="941039"/>
                  </a:lnTo>
                  <a:lnTo>
                    <a:pt x="7628779" y="939838"/>
                  </a:lnTo>
                  <a:lnTo>
                    <a:pt x="7575017" y="937875"/>
                  </a:lnTo>
                  <a:lnTo>
                    <a:pt x="7505743" y="935024"/>
                  </a:lnTo>
                  <a:lnTo>
                    <a:pt x="7424289" y="931217"/>
                  </a:lnTo>
                  <a:lnTo>
                    <a:pt x="7335068" y="926436"/>
                  </a:lnTo>
                  <a:lnTo>
                    <a:pt x="7242616" y="920698"/>
                  </a:lnTo>
                  <a:lnTo>
                    <a:pt x="7150847" y="914025"/>
                  </a:lnTo>
                  <a:lnTo>
                    <a:pt x="7062653" y="906424"/>
                  </a:lnTo>
                  <a:lnTo>
                    <a:pt x="6979825" y="897872"/>
                  </a:lnTo>
                  <a:lnTo>
                    <a:pt x="6903193" y="888303"/>
                  </a:lnTo>
                  <a:lnTo>
                    <a:pt x="6832846" y="877609"/>
                  </a:lnTo>
                  <a:lnTo>
                    <a:pt x="6768366" y="865638"/>
                  </a:lnTo>
                  <a:lnTo>
                    <a:pt x="6709023" y="852205"/>
                  </a:lnTo>
                  <a:lnTo>
                    <a:pt x="6653921" y="837094"/>
                  </a:lnTo>
                  <a:lnTo>
                    <a:pt x="6602105" y="820087"/>
                  </a:lnTo>
                  <a:lnTo>
                    <a:pt x="6552650" y="800997"/>
                  </a:lnTo>
                  <a:lnTo>
                    <a:pt x="6515891" y="784920"/>
                  </a:lnTo>
                  <a:lnTo>
                    <a:pt x="6467650" y="761434"/>
                  </a:lnTo>
                  <a:lnTo>
                    <a:pt x="6419879" y="735608"/>
                  </a:lnTo>
                  <a:lnTo>
                    <a:pt x="6372103" y="707405"/>
                  </a:lnTo>
                  <a:lnTo>
                    <a:pt x="6323994" y="676867"/>
                  </a:lnTo>
                  <a:lnTo>
                    <a:pt x="6275352" y="644118"/>
                  </a:lnTo>
                  <a:lnTo>
                    <a:pt x="6226090" y="609374"/>
                  </a:lnTo>
                  <a:lnTo>
                    <a:pt x="6176222" y="572941"/>
                  </a:lnTo>
                  <a:lnTo>
                    <a:pt x="6125843" y="535208"/>
                  </a:lnTo>
                  <a:lnTo>
                    <a:pt x="6075115" y="496629"/>
                  </a:lnTo>
                  <a:lnTo>
                    <a:pt x="6024241" y="457708"/>
                  </a:lnTo>
                  <a:lnTo>
                    <a:pt x="5973443" y="418965"/>
                  </a:lnTo>
                  <a:lnTo>
                    <a:pt x="5922933" y="380909"/>
                  </a:lnTo>
                  <a:lnTo>
                    <a:pt x="5872887" y="344014"/>
                  </a:lnTo>
                  <a:lnTo>
                    <a:pt x="5823426" y="308692"/>
                  </a:lnTo>
                  <a:lnTo>
                    <a:pt x="5774590" y="275277"/>
                  </a:lnTo>
                  <a:lnTo>
                    <a:pt x="5726326" y="244014"/>
                  </a:lnTo>
                  <a:lnTo>
                    <a:pt x="5678473" y="215057"/>
                  </a:lnTo>
                  <a:lnTo>
                    <a:pt x="5630744" y="188471"/>
                  </a:lnTo>
                  <a:lnTo>
                    <a:pt x="5582716" y="164245"/>
                  </a:lnTo>
                  <a:lnTo>
                    <a:pt x="5567201" y="156984"/>
                  </a:lnTo>
                  <a:lnTo>
                    <a:pt x="5518997" y="136229"/>
                  </a:lnTo>
                  <a:lnTo>
                    <a:pt x="5469065" y="117642"/>
                  </a:lnTo>
                  <a:lnTo>
                    <a:pt x="5416563" y="101099"/>
                  </a:lnTo>
                  <a:lnTo>
                    <a:pt x="5360551" y="86402"/>
                  </a:lnTo>
                  <a:lnTo>
                    <a:pt x="5300078" y="73330"/>
                  </a:lnTo>
                  <a:lnTo>
                    <a:pt x="5234277" y="61675"/>
                  </a:lnTo>
                  <a:lnTo>
                    <a:pt x="5162476" y="51257"/>
                  </a:lnTo>
                  <a:lnTo>
                    <a:pt x="5084358" y="41935"/>
                  </a:lnTo>
                  <a:lnTo>
                    <a:pt x="5000164" y="33611"/>
                  </a:lnTo>
                  <a:lnTo>
                    <a:pt x="4910930" y="26229"/>
                  </a:lnTo>
                  <a:lnTo>
                    <a:pt x="4818699" y="19774"/>
                  </a:lnTo>
                  <a:lnTo>
                    <a:pt x="4726622" y="14258"/>
                  </a:lnTo>
                  <a:lnTo>
                    <a:pt x="4638807" y="9705"/>
                  </a:lnTo>
                  <a:lnTo>
                    <a:pt x="4559841" y="6125"/>
                  </a:lnTo>
                  <a:lnTo>
                    <a:pt x="4493969" y="3491"/>
                  </a:lnTo>
                  <a:lnTo>
                    <a:pt x="4444138" y="1720"/>
                  </a:lnTo>
                  <a:lnTo>
                    <a:pt x="4411209" y="674"/>
                  </a:lnTo>
                  <a:lnTo>
                    <a:pt x="4393607" y="172"/>
                  </a:lnTo>
                  <a:lnTo>
                    <a:pt x="4387440" y="1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9" y="97"/>
                  </a:lnTo>
                  <a:lnTo>
                    <a:pt x="3841226" y="792"/>
                  </a:lnTo>
                  <a:lnTo>
                    <a:pt x="3826131" y="2711"/>
                  </a:lnTo>
                  <a:lnTo>
                    <a:pt x="3799119" y="6491"/>
                  </a:lnTo>
                  <a:lnTo>
                    <a:pt x="3758816" y="12718"/>
                  </a:lnTo>
                  <a:lnTo>
                    <a:pt x="3705386" y="21872"/>
                  </a:lnTo>
                  <a:lnTo>
                    <a:pt x="3640413" y="34281"/>
                  </a:lnTo>
                  <a:lnTo>
                    <a:pt x="3566534" y="50110"/>
                  </a:lnTo>
                  <a:lnTo>
                    <a:pt x="3486925" y="69388"/>
                  </a:lnTo>
                  <a:lnTo>
                    <a:pt x="3404771" y="92061"/>
                  </a:lnTo>
                  <a:lnTo>
                    <a:pt x="3322866" y="118054"/>
                  </a:lnTo>
                  <a:lnTo>
                    <a:pt x="3243370" y="147329"/>
                  </a:lnTo>
                  <a:lnTo>
                    <a:pt x="3167751" y="179932"/>
                  </a:lnTo>
                  <a:lnTo>
                    <a:pt x="3096830" y="216015"/>
                  </a:lnTo>
                  <a:lnTo>
                    <a:pt x="3030907" y="255851"/>
                  </a:lnTo>
                  <a:lnTo>
                    <a:pt x="2969881" y="299835"/>
                  </a:lnTo>
                  <a:lnTo>
                    <a:pt x="2913384" y="348476"/>
                  </a:lnTo>
                  <a:lnTo>
                    <a:pt x="2860873" y="402385"/>
                  </a:lnTo>
                  <a:lnTo>
                    <a:pt x="2811714" y="462237"/>
                  </a:lnTo>
                  <a:lnTo>
                    <a:pt x="2765235" y="528728"/>
                  </a:lnTo>
                  <a:lnTo>
                    <a:pt x="2720776" y="602479"/>
                  </a:lnTo>
                  <a:lnTo>
                    <a:pt x="2677738" y="683897"/>
                  </a:lnTo>
                  <a:lnTo>
                    <a:pt x="2667772" y="704159"/>
                  </a:lnTo>
                  <a:lnTo>
                    <a:pt x="2637839" y="768119"/>
                  </a:lnTo>
                  <a:lnTo>
                    <a:pt x="2608169" y="836047"/>
                  </a:lnTo>
                  <a:lnTo>
                    <a:pt x="2578626" y="908025"/>
                  </a:lnTo>
                  <a:lnTo>
                    <a:pt x="2549101" y="984087"/>
                  </a:lnTo>
                  <a:lnTo>
                    <a:pt x="2519505" y="1064220"/>
                  </a:lnTo>
                  <a:lnTo>
                    <a:pt x="2489770" y="1148359"/>
                  </a:lnTo>
                  <a:lnTo>
                    <a:pt x="2459846" y="1236380"/>
                  </a:lnTo>
                  <a:lnTo>
                    <a:pt x="2429701" y="1328100"/>
                  </a:lnTo>
                  <a:lnTo>
                    <a:pt x="2399317" y="1423275"/>
                  </a:lnTo>
                  <a:lnTo>
                    <a:pt x="2368692" y="1521603"/>
                  </a:lnTo>
                  <a:lnTo>
                    <a:pt x="2337839" y="1622725"/>
                  </a:lnTo>
                  <a:lnTo>
                    <a:pt x="2306779" y="1726224"/>
                  </a:lnTo>
                  <a:lnTo>
                    <a:pt x="2275546" y="1831643"/>
                  </a:lnTo>
                  <a:lnTo>
                    <a:pt x="2244182" y="1938479"/>
                  </a:lnTo>
                  <a:lnTo>
                    <a:pt x="2212734" y="2046204"/>
                  </a:lnTo>
                  <a:lnTo>
                    <a:pt x="2181254" y="2154270"/>
                  </a:lnTo>
                  <a:lnTo>
                    <a:pt x="2149794" y="2262122"/>
                  </a:lnTo>
                  <a:lnTo>
                    <a:pt x="2118407" y="2369207"/>
                  </a:lnTo>
                  <a:lnTo>
                    <a:pt x="2087141" y="2474991"/>
                  </a:lnTo>
                  <a:lnTo>
                    <a:pt x="2056039" y="2578968"/>
                  </a:lnTo>
                  <a:lnTo>
                    <a:pt x="2025136" y="2680666"/>
                  </a:lnTo>
                  <a:lnTo>
                    <a:pt x="1994458" y="2779661"/>
                  </a:lnTo>
                  <a:lnTo>
                    <a:pt x="1964019" y="2875580"/>
                  </a:lnTo>
                  <a:lnTo>
                    <a:pt x="1933820" y="2968106"/>
                  </a:lnTo>
                  <a:lnTo>
                    <a:pt x="1903849" y="3056983"/>
                  </a:lnTo>
                  <a:lnTo>
                    <a:pt x="1874075" y="3142015"/>
                  </a:lnTo>
                  <a:lnTo>
                    <a:pt x="1844453" y="3223064"/>
                  </a:lnTo>
                  <a:lnTo>
                    <a:pt x="1814918" y="3300052"/>
                  </a:lnTo>
                  <a:lnTo>
                    <a:pt x="1785388" y="3372954"/>
                  </a:lnTo>
                  <a:lnTo>
                    <a:pt x="1755758" y="3441794"/>
                  </a:lnTo>
                  <a:lnTo>
                    <a:pt x="1725898" y="3506644"/>
                  </a:lnTo>
                  <a:lnTo>
                    <a:pt x="1719082" y="3520798"/>
                  </a:lnTo>
                  <a:lnTo>
                    <a:pt x="1676304" y="3604036"/>
                  </a:lnTo>
                  <a:lnTo>
                    <a:pt x="1632229" y="3679565"/>
                  </a:lnTo>
                  <a:lnTo>
                    <a:pt x="1586283" y="3747712"/>
                  </a:lnTo>
                  <a:lnTo>
                    <a:pt x="1537814" y="3809063"/>
                  </a:lnTo>
                  <a:lnTo>
                    <a:pt x="1486151" y="3864306"/>
                  </a:lnTo>
                  <a:lnTo>
                    <a:pt x="1430644" y="3914128"/>
                  </a:lnTo>
                  <a:lnTo>
                    <a:pt x="1370724" y="3959157"/>
                  </a:lnTo>
                  <a:lnTo>
                    <a:pt x="1305972" y="3999928"/>
                  </a:lnTo>
                  <a:lnTo>
                    <a:pt x="1236217" y="4036864"/>
                  </a:lnTo>
                  <a:lnTo>
                    <a:pt x="1161650" y="4070267"/>
                  </a:lnTo>
                  <a:lnTo>
                    <a:pt x="1082959" y="4100317"/>
                  </a:lnTo>
                  <a:lnTo>
                    <a:pt x="1001451" y="4127082"/>
                  </a:lnTo>
                  <a:lnTo>
                    <a:pt x="919126" y="4150542"/>
                  </a:lnTo>
                  <a:lnTo>
                    <a:pt x="838641" y="4170625"/>
                  </a:lnTo>
                  <a:lnTo>
                    <a:pt x="763121" y="4187266"/>
                  </a:lnTo>
                  <a:lnTo>
                    <a:pt x="695788" y="4200470"/>
                  </a:lnTo>
                  <a:lnTo>
                    <a:pt x="639456" y="4210366"/>
                  </a:lnTo>
                  <a:lnTo>
                    <a:pt x="595996" y="4217243"/>
                  </a:lnTo>
                  <a:lnTo>
                    <a:pt x="565927" y="4221548"/>
                  </a:lnTo>
                  <a:lnTo>
                    <a:pt x="548233" y="4223849"/>
                  </a:lnTo>
                  <a:lnTo>
                    <a:pt x="540428" y="4224774"/>
                  </a:lnTo>
                  <a:lnTo>
                    <a:pt x="538736" y="4224958"/>
                  </a:lnTo>
                  <a:lnTo>
                    <a:pt x="0" y="4224958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13" name="pl1713"/>
            <p:cNvSpPr/>
            <p:nvPr/>
          </p:nvSpPr>
          <p:spPr>
            <a:xfrm>
              <a:off x="546595" y="908348"/>
              <a:ext cx="8234974" cy="4224958"/>
            </a:xfrm>
            <a:custGeom>
              <a:avLst/>
              <a:pathLst>
                <a:path w="8234974" h="4224958">
                  <a:moveTo>
                    <a:pt x="0" y="4224958"/>
                  </a:moveTo>
                  <a:lnTo>
                    <a:pt x="538736" y="4224958"/>
                  </a:lnTo>
                  <a:lnTo>
                    <a:pt x="539646" y="4224861"/>
                  </a:lnTo>
                  <a:lnTo>
                    <a:pt x="545629" y="4224166"/>
                  </a:lnTo>
                  <a:lnTo>
                    <a:pt x="560724" y="4222246"/>
                  </a:lnTo>
                  <a:lnTo>
                    <a:pt x="587736" y="4218466"/>
                  </a:lnTo>
                  <a:lnTo>
                    <a:pt x="628039" y="4212239"/>
                  </a:lnTo>
                  <a:lnTo>
                    <a:pt x="681468" y="4203086"/>
                  </a:lnTo>
                  <a:lnTo>
                    <a:pt x="746441" y="4190677"/>
                  </a:lnTo>
                  <a:lnTo>
                    <a:pt x="820320" y="4174848"/>
                  </a:lnTo>
                  <a:lnTo>
                    <a:pt x="899930" y="4155569"/>
                  </a:lnTo>
                  <a:lnTo>
                    <a:pt x="982083" y="4132897"/>
                  </a:lnTo>
                  <a:lnTo>
                    <a:pt x="1063989" y="4106904"/>
                  </a:lnTo>
                  <a:lnTo>
                    <a:pt x="1143484" y="4077628"/>
                  </a:lnTo>
                  <a:lnTo>
                    <a:pt x="1219104" y="4045025"/>
                  </a:lnTo>
                  <a:lnTo>
                    <a:pt x="1290024" y="4008943"/>
                  </a:lnTo>
                  <a:lnTo>
                    <a:pt x="1355948" y="3969107"/>
                  </a:lnTo>
                  <a:lnTo>
                    <a:pt x="1416974" y="3925123"/>
                  </a:lnTo>
                  <a:lnTo>
                    <a:pt x="1473471" y="3876481"/>
                  </a:lnTo>
                  <a:lnTo>
                    <a:pt x="1525981" y="3822573"/>
                  </a:lnTo>
                  <a:lnTo>
                    <a:pt x="1575140" y="3762720"/>
                  </a:lnTo>
                  <a:lnTo>
                    <a:pt x="1621620" y="3696230"/>
                  </a:lnTo>
                  <a:lnTo>
                    <a:pt x="1666079" y="3622479"/>
                  </a:lnTo>
                  <a:lnTo>
                    <a:pt x="1709116" y="3541060"/>
                  </a:lnTo>
                  <a:lnTo>
                    <a:pt x="1719082" y="3520798"/>
                  </a:lnTo>
                  <a:lnTo>
                    <a:pt x="1749015" y="3456839"/>
                  </a:lnTo>
                  <a:lnTo>
                    <a:pt x="1778686" y="3388910"/>
                  </a:lnTo>
                  <a:lnTo>
                    <a:pt x="1808229" y="3316933"/>
                  </a:lnTo>
                  <a:lnTo>
                    <a:pt x="1837754" y="3240871"/>
                  </a:lnTo>
                  <a:lnTo>
                    <a:pt x="1867350" y="3160737"/>
                  </a:lnTo>
                  <a:lnTo>
                    <a:pt x="1897085" y="3076598"/>
                  </a:lnTo>
                  <a:lnTo>
                    <a:pt x="1927008" y="2988578"/>
                  </a:lnTo>
                  <a:lnTo>
                    <a:pt x="1957154" y="2896858"/>
                  </a:lnTo>
                  <a:lnTo>
                    <a:pt x="1987538" y="2801682"/>
                  </a:lnTo>
                  <a:lnTo>
                    <a:pt x="2018162" y="2703354"/>
                  </a:lnTo>
                  <a:lnTo>
                    <a:pt x="2049016" y="2602233"/>
                  </a:lnTo>
                  <a:lnTo>
                    <a:pt x="2080076" y="2498733"/>
                  </a:lnTo>
                  <a:lnTo>
                    <a:pt x="2111308" y="2393315"/>
                  </a:lnTo>
                  <a:lnTo>
                    <a:pt x="2142672" y="2286478"/>
                  </a:lnTo>
                  <a:lnTo>
                    <a:pt x="2174120" y="2178753"/>
                  </a:lnTo>
                  <a:lnTo>
                    <a:pt x="2205600" y="2070687"/>
                  </a:lnTo>
                  <a:lnTo>
                    <a:pt x="2237060" y="1962836"/>
                  </a:lnTo>
                  <a:lnTo>
                    <a:pt x="2268448" y="1855751"/>
                  </a:lnTo>
                  <a:lnTo>
                    <a:pt x="2299714" y="1749966"/>
                  </a:lnTo>
                  <a:lnTo>
                    <a:pt x="2330816" y="1645990"/>
                  </a:lnTo>
                  <a:lnTo>
                    <a:pt x="2361719" y="1544291"/>
                  </a:lnTo>
                  <a:lnTo>
                    <a:pt x="2392397" y="1445296"/>
                  </a:lnTo>
                  <a:lnTo>
                    <a:pt x="2422835" y="1349378"/>
                  </a:lnTo>
                  <a:lnTo>
                    <a:pt x="2453034" y="1256851"/>
                  </a:lnTo>
                  <a:lnTo>
                    <a:pt x="2483006" y="1167974"/>
                  </a:lnTo>
                  <a:lnTo>
                    <a:pt x="2512780" y="1082943"/>
                  </a:lnTo>
                  <a:lnTo>
                    <a:pt x="2542402" y="1001893"/>
                  </a:lnTo>
                  <a:lnTo>
                    <a:pt x="2571936" y="924905"/>
                  </a:lnTo>
                  <a:lnTo>
                    <a:pt x="2601466" y="852004"/>
                  </a:lnTo>
                  <a:lnTo>
                    <a:pt x="2631097" y="783163"/>
                  </a:lnTo>
                  <a:lnTo>
                    <a:pt x="2660957" y="718313"/>
                  </a:lnTo>
                  <a:lnTo>
                    <a:pt x="2667772" y="704159"/>
                  </a:lnTo>
                  <a:lnTo>
                    <a:pt x="2710551" y="620921"/>
                  </a:lnTo>
                  <a:lnTo>
                    <a:pt x="2754625" y="545392"/>
                  </a:lnTo>
                  <a:lnTo>
                    <a:pt x="2800572" y="477246"/>
                  </a:lnTo>
                  <a:lnTo>
                    <a:pt x="2849040" y="415894"/>
                  </a:lnTo>
                  <a:lnTo>
                    <a:pt x="2900703" y="360651"/>
                  </a:lnTo>
                  <a:lnTo>
                    <a:pt x="2956210" y="310829"/>
                  </a:lnTo>
                  <a:lnTo>
                    <a:pt x="3016130" y="265800"/>
                  </a:lnTo>
                  <a:lnTo>
                    <a:pt x="3080882" y="225029"/>
                  </a:lnTo>
                  <a:lnTo>
                    <a:pt x="3150638" y="188093"/>
                  </a:lnTo>
                  <a:lnTo>
                    <a:pt x="3225205" y="154690"/>
                  </a:lnTo>
                  <a:lnTo>
                    <a:pt x="3303896" y="124640"/>
                  </a:lnTo>
                  <a:lnTo>
                    <a:pt x="3385404" y="97875"/>
                  </a:lnTo>
                  <a:lnTo>
                    <a:pt x="3467729" y="74416"/>
                  </a:lnTo>
                  <a:lnTo>
                    <a:pt x="3548214" y="54333"/>
                  </a:lnTo>
                  <a:lnTo>
                    <a:pt x="3623734" y="37691"/>
                  </a:lnTo>
                  <a:lnTo>
                    <a:pt x="3691067" y="24487"/>
                  </a:lnTo>
                  <a:lnTo>
                    <a:pt x="3747399" y="14592"/>
                  </a:lnTo>
                  <a:lnTo>
                    <a:pt x="3790859" y="7715"/>
                  </a:lnTo>
                  <a:lnTo>
                    <a:pt x="3820928" y="3410"/>
                  </a:lnTo>
                  <a:lnTo>
                    <a:pt x="3838622" y="1109"/>
                  </a:lnTo>
                  <a:lnTo>
                    <a:pt x="3846426" y="184"/>
                  </a:lnTo>
                  <a:lnTo>
                    <a:pt x="3848106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1" y="30"/>
                  </a:lnTo>
                  <a:lnTo>
                    <a:pt x="4396534" y="252"/>
                  </a:lnTo>
                  <a:lnTo>
                    <a:pt x="4417466" y="864"/>
                  </a:lnTo>
                  <a:lnTo>
                    <a:pt x="4454313" y="2065"/>
                  </a:lnTo>
                  <a:lnTo>
                    <a:pt x="4508075" y="4028"/>
                  </a:lnTo>
                  <a:lnTo>
                    <a:pt x="4577350" y="6879"/>
                  </a:lnTo>
                  <a:lnTo>
                    <a:pt x="4658803" y="10687"/>
                  </a:lnTo>
                  <a:lnTo>
                    <a:pt x="4748024" y="15467"/>
                  </a:lnTo>
                  <a:lnTo>
                    <a:pt x="4840476" y="21206"/>
                  </a:lnTo>
                  <a:lnTo>
                    <a:pt x="4932246" y="27879"/>
                  </a:lnTo>
                  <a:lnTo>
                    <a:pt x="5020440" y="35479"/>
                  </a:lnTo>
                  <a:lnTo>
                    <a:pt x="5103267" y="44032"/>
                  </a:lnTo>
                  <a:lnTo>
                    <a:pt x="5179899" y="53601"/>
                  </a:lnTo>
                  <a:lnTo>
                    <a:pt x="5250247" y="64295"/>
                  </a:lnTo>
                  <a:lnTo>
                    <a:pt x="5314727" y="76265"/>
                  </a:lnTo>
                  <a:lnTo>
                    <a:pt x="5374069" y="89699"/>
                  </a:lnTo>
                  <a:lnTo>
                    <a:pt x="5429171" y="104809"/>
                  </a:lnTo>
                  <a:lnTo>
                    <a:pt x="5480987" y="121816"/>
                  </a:lnTo>
                  <a:lnTo>
                    <a:pt x="5530443" y="140906"/>
                  </a:lnTo>
                  <a:lnTo>
                    <a:pt x="5567201" y="156984"/>
                  </a:lnTo>
                  <a:lnTo>
                    <a:pt x="5615442" y="180470"/>
                  </a:lnTo>
                  <a:lnTo>
                    <a:pt x="5663213" y="206296"/>
                  </a:lnTo>
                  <a:lnTo>
                    <a:pt x="5710989" y="234498"/>
                  </a:lnTo>
                  <a:lnTo>
                    <a:pt x="5759099" y="265036"/>
                  </a:lnTo>
                  <a:lnTo>
                    <a:pt x="5807741" y="297785"/>
                  </a:lnTo>
                  <a:lnTo>
                    <a:pt x="5857002" y="332529"/>
                  </a:lnTo>
                  <a:lnTo>
                    <a:pt x="5906871" y="368962"/>
                  </a:lnTo>
                  <a:lnTo>
                    <a:pt x="5957249" y="406696"/>
                  </a:lnTo>
                  <a:lnTo>
                    <a:pt x="6007977" y="445274"/>
                  </a:lnTo>
                  <a:lnTo>
                    <a:pt x="6058851" y="484195"/>
                  </a:lnTo>
                  <a:lnTo>
                    <a:pt x="6109649" y="522939"/>
                  </a:lnTo>
                  <a:lnTo>
                    <a:pt x="6160160" y="560995"/>
                  </a:lnTo>
                  <a:lnTo>
                    <a:pt x="6210205" y="597890"/>
                  </a:lnTo>
                  <a:lnTo>
                    <a:pt x="6259667" y="633211"/>
                  </a:lnTo>
                  <a:lnTo>
                    <a:pt x="6308503" y="666626"/>
                  </a:lnTo>
                  <a:lnTo>
                    <a:pt x="6356766" y="697889"/>
                  </a:lnTo>
                  <a:lnTo>
                    <a:pt x="6404619" y="726847"/>
                  </a:lnTo>
                  <a:lnTo>
                    <a:pt x="6452348" y="753432"/>
                  </a:lnTo>
                  <a:lnTo>
                    <a:pt x="6500377" y="777658"/>
                  </a:lnTo>
                  <a:lnTo>
                    <a:pt x="6515891" y="784920"/>
                  </a:lnTo>
                  <a:lnTo>
                    <a:pt x="6564096" y="805674"/>
                  </a:lnTo>
                  <a:lnTo>
                    <a:pt x="6614027" y="824262"/>
                  </a:lnTo>
                  <a:lnTo>
                    <a:pt x="6666529" y="840805"/>
                  </a:lnTo>
                  <a:lnTo>
                    <a:pt x="6722542" y="855502"/>
                  </a:lnTo>
                  <a:lnTo>
                    <a:pt x="6783014" y="868573"/>
                  </a:lnTo>
                  <a:lnTo>
                    <a:pt x="6848815" y="880228"/>
                  </a:lnTo>
                  <a:lnTo>
                    <a:pt x="6920616" y="890646"/>
                  </a:lnTo>
                  <a:lnTo>
                    <a:pt x="6998734" y="899968"/>
                  </a:lnTo>
                  <a:lnTo>
                    <a:pt x="7082928" y="908293"/>
                  </a:lnTo>
                  <a:lnTo>
                    <a:pt x="7172163" y="915675"/>
                  </a:lnTo>
                  <a:lnTo>
                    <a:pt x="7264393" y="922130"/>
                  </a:lnTo>
                  <a:lnTo>
                    <a:pt x="7356471" y="927645"/>
                  </a:lnTo>
                  <a:lnTo>
                    <a:pt x="7444285" y="932198"/>
                  </a:lnTo>
                  <a:lnTo>
                    <a:pt x="7523251" y="935778"/>
                  </a:lnTo>
                  <a:lnTo>
                    <a:pt x="7589123" y="938412"/>
                  </a:lnTo>
                  <a:lnTo>
                    <a:pt x="7638955" y="940183"/>
                  </a:lnTo>
                  <a:lnTo>
                    <a:pt x="7671884" y="941229"/>
                  </a:lnTo>
                  <a:lnTo>
                    <a:pt x="7689485" y="941731"/>
                  </a:lnTo>
                  <a:lnTo>
                    <a:pt x="7695653" y="941890"/>
                  </a:lnTo>
                  <a:lnTo>
                    <a:pt x="7696237" y="941904"/>
                  </a:lnTo>
                  <a:lnTo>
                    <a:pt x="8234974" y="941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4" name="pl1714"/>
            <p:cNvSpPr/>
            <p:nvPr/>
          </p:nvSpPr>
          <p:spPr>
            <a:xfrm>
              <a:off x="546595" y="902904"/>
              <a:ext cx="8234974" cy="4224958"/>
            </a:xfrm>
            <a:custGeom>
              <a:avLst/>
              <a:pathLst>
                <a:path w="8234974" h="4224958">
                  <a:moveTo>
                    <a:pt x="8234974" y="941904"/>
                  </a:moveTo>
                  <a:lnTo>
                    <a:pt x="7696237" y="941904"/>
                  </a:lnTo>
                  <a:lnTo>
                    <a:pt x="7694951" y="941873"/>
                  </a:lnTo>
                  <a:lnTo>
                    <a:pt x="7686558" y="941652"/>
                  </a:lnTo>
                  <a:lnTo>
                    <a:pt x="7665627" y="941039"/>
                  </a:lnTo>
                  <a:lnTo>
                    <a:pt x="7628779" y="939838"/>
                  </a:lnTo>
                  <a:lnTo>
                    <a:pt x="7575017" y="937875"/>
                  </a:lnTo>
                  <a:lnTo>
                    <a:pt x="7505743" y="935024"/>
                  </a:lnTo>
                  <a:lnTo>
                    <a:pt x="7424289" y="931217"/>
                  </a:lnTo>
                  <a:lnTo>
                    <a:pt x="7335068" y="926436"/>
                  </a:lnTo>
                  <a:lnTo>
                    <a:pt x="7242616" y="920698"/>
                  </a:lnTo>
                  <a:lnTo>
                    <a:pt x="7150847" y="914025"/>
                  </a:lnTo>
                  <a:lnTo>
                    <a:pt x="7062653" y="906424"/>
                  </a:lnTo>
                  <a:lnTo>
                    <a:pt x="6979825" y="897872"/>
                  </a:lnTo>
                  <a:lnTo>
                    <a:pt x="6903193" y="888303"/>
                  </a:lnTo>
                  <a:lnTo>
                    <a:pt x="6832846" y="877609"/>
                  </a:lnTo>
                  <a:lnTo>
                    <a:pt x="6768366" y="865638"/>
                  </a:lnTo>
                  <a:lnTo>
                    <a:pt x="6709023" y="852205"/>
                  </a:lnTo>
                  <a:lnTo>
                    <a:pt x="6653921" y="837094"/>
                  </a:lnTo>
                  <a:lnTo>
                    <a:pt x="6602105" y="820087"/>
                  </a:lnTo>
                  <a:lnTo>
                    <a:pt x="6552650" y="800997"/>
                  </a:lnTo>
                  <a:lnTo>
                    <a:pt x="6515891" y="784920"/>
                  </a:lnTo>
                  <a:lnTo>
                    <a:pt x="6467650" y="761434"/>
                  </a:lnTo>
                  <a:lnTo>
                    <a:pt x="6419879" y="735608"/>
                  </a:lnTo>
                  <a:lnTo>
                    <a:pt x="6372103" y="707405"/>
                  </a:lnTo>
                  <a:lnTo>
                    <a:pt x="6323994" y="676867"/>
                  </a:lnTo>
                  <a:lnTo>
                    <a:pt x="6275352" y="644118"/>
                  </a:lnTo>
                  <a:lnTo>
                    <a:pt x="6226090" y="609374"/>
                  </a:lnTo>
                  <a:lnTo>
                    <a:pt x="6176222" y="572941"/>
                  </a:lnTo>
                  <a:lnTo>
                    <a:pt x="6125843" y="535208"/>
                  </a:lnTo>
                  <a:lnTo>
                    <a:pt x="6075115" y="496629"/>
                  </a:lnTo>
                  <a:lnTo>
                    <a:pt x="6024241" y="457708"/>
                  </a:lnTo>
                  <a:lnTo>
                    <a:pt x="5973443" y="418965"/>
                  </a:lnTo>
                  <a:lnTo>
                    <a:pt x="5922933" y="380909"/>
                  </a:lnTo>
                  <a:lnTo>
                    <a:pt x="5872887" y="344014"/>
                  </a:lnTo>
                  <a:lnTo>
                    <a:pt x="5823426" y="308692"/>
                  </a:lnTo>
                  <a:lnTo>
                    <a:pt x="5774590" y="275277"/>
                  </a:lnTo>
                  <a:lnTo>
                    <a:pt x="5726326" y="244014"/>
                  </a:lnTo>
                  <a:lnTo>
                    <a:pt x="5678473" y="215057"/>
                  </a:lnTo>
                  <a:lnTo>
                    <a:pt x="5630744" y="188471"/>
                  </a:lnTo>
                  <a:lnTo>
                    <a:pt x="5582716" y="164245"/>
                  </a:lnTo>
                  <a:lnTo>
                    <a:pt x="5567201" y="156984"/>
                  </a:lnTo>
                  <a:lnTo>
                    <a:pt x="5518997" y="136229"/>
                  </a:lnTo>
                  <a:lnTo>
                    <a:pt x="5469065" y="117642"/>
                  </a:lnTo>
                  <a:lnTo>
                    <a:pt x="5416563" y="101099"/>
                  </a:lnTo>
                  <a:lnTo>
                    <a:pt x="5360551" y="86402"/>
                  </a:lnTo>
                  <a:lnTo>
                    <a:pt x="5300078" y="73330"/>
                  </a:lnTo>
                  <a:lnTo>
                    <a:pt x="5234277" y="61675"/>
                  </a:lnTo>
                  <a:lnTo>
                    <a:pt x="5162476" y="51257"/>
                  </a:lnTo>
                  <a:lnTo>
                    <a:pt x="5084358" y="41935"/>
                  </a:lnTo>
                  <a:lnTo>
                    <a:pt x="5000164" y="33611"/>
                  </a:lnTo>
                  <a:lnTo>
                    <a:pt x="4910930" y="26229"/>
                  </a:lnTo>
                  <a:lnTo>
                    <a:pt x="4818699" y="19774"/>
                  </a:lnTo>
                  <a:lnTo>
                    <a:pt x="4726622" y="14258"/>
                  </a:lnTo>
                  <a:lnTo>
                    <a:pt x="4638807" y="9705"/>
                  </a:lnTo>
                  <a:lnTo>
                    <a:pt x="4559841" y="6125"/>
                  </a:lnTo>
                  <a:lnTo>
                    <a:pt x="4493969" y="3491"/>
                  </a:lnTo>
                  <a:lnTo>
                    <a:pt x="4444138" y="1720"/>
                  </a:lnTo>
                  <a:lnTo>
                    <a:pt x="4411209" y="674"/>
                  </a:lnTo>
                  <a:lnTo>
                    <a:pt x="4393607" y="172"/>
                  </a:lnTo>
                  <a:lnTo>
                    <a:pt x="4387440" y="1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9" y="97"/>
                  </a:lnTo>
                  <a:lnTo>
                    <a:pt x="3841226" y="792"/>
                  </a:lnTo>
                  <a:lnTo>
                    <a:pt x="3826131" y="2711"/>
                  </a:lnTo>
                  <a:lnTo>
                    <a:pt x="3799119" y="6491"/>
                  </a:lnTo>
                  <a:lnTo>
                    <a:pt x="3758816" y="12718"/>
                  </a:lnTo>
                  <a:lnTo>
                    <a:pt x="3705386" y="21872"/>
                  </a:lnTo>
                  <a:lnTo>
                    <a:pt x="3640413" y="34281"/>
                  </a:lnTo>
                  <a:lnTo>
                    <a:pt x="3566534" y="50110"/>
                  </a:lnTo>
                  <a:lnTo>
                    <a:pt x="3486925" y="69388"/>
                  </a:lnTo>
                  <a:lnTo>
                    <a:pt x="3404771" y="92061"/>
                  </a:lnTo>
                  <a:lnTo>
                    <a:pt x="3322866" y="118054"/>
                  </a:lnTo>
                  <a:lnTo>
                    <a:pt x="3243370" y="147329"/>
                  </a:lnTo>
                  <a:lnTo>
                    <a:pt x="3167751" y="179932"/>
                  </a:lnTo>
                  <a:lnTo>
                    <a:pt x="3096830" y="216015"/>
                  </a:lnTo>
                  <a:lnTo>
                    <a:pt x="3030907" y="255851"/>
                  </a:lnTo>
                  <a:lnTo>
                    <a:pt x="2969881" y="299835"/>
                  </a:lnTo>
                  <a:lnTo>
                    <a:pt x="2913384" y="348476"/>
                  </a:lnTo>
                  <a:lnTo>
                    <a:pt x="2860873" y="402385"/>
                  </a:lnTo>
                  <a:lnTo>
                    <a:pt x="2811714" y="462237"/>
                  </a:lnTo>
                  <a:lnTo>
                    <a:pt x="2765235" y="528728"/>
                  </a:lnTo>
                  <a:lnTo>
                    <a:pt x="2720776" y="602479"/>
                  </a:lnTo>
                  <a:lnTo>
                    <a:pt x="2677738" y="683897"/>
                  </a:lnTo>
                  <a:lnTo>
                    <a:pt x="2667772" y="704159"/>
                  </a:lnTo>
                  <a:lnTo>
                    <a:pt x="2637839" y="768119"/>
                  </a:lnTo>
                  <a:lnTo>
                    <a:pt x="2608169" y="836047"/>
                  </a:lnTo>
                  <a:lnTo>
                    <a:pt x="2578626" y="908025"/>
                  </a:lnTo>
                  <a:lnTo>
                    <a:pt x="2549101" y="984087"/>
                  </a:lnTo>
                  <a:lnTo>
                    <a:pt x="2519505" y="1064220"/>
                  </a:lnTo>
                  <a:lnTo>
                    <a:pt x="2489770" y="1148359"/>
                  </a:lnTo>
                  <a:lnTo>
                    <a:pt x="2459846" y="1236380"/>
                  </a:lnTo>
                  <a:lnTo>
                    <a:pt x="2429701" y="1328100"/>
                  </a:lnTo>
                  <a:lnTo>
                    <a:pt x="2399317" y="1423275"/>
                  </a:lnTo>
                  <a:lnTo>
                    <a:pt x="2368692" y="1521603"/>
                  </a:lnTo>
                  <a:lnTo>
                    <a:pt x="2337839" y="1622725"/>
                  </a:lnTo>
                  <a:lnTo>
                    <a:pt x="2306779" y="1726224"/>
                  </a:lnTo>
                  <a:lnTo>
                    <a:pt x="2275546" y="1831643"/>
                  </a:lnTo>
                  <a:lnTo>
                    <a:pt x="2244182" y="1938479"/>
                  </a:lnTo>
                  <a:lnTo>
                    <a:pt x="2212734" y="2046204"/>
                  </a:lnTo>
                  <a:lnTo>
                    <a:pt x="2181254" y="2154270"/>
                  </a:lnTo>
                  <a:lnTo>
                    <a:pt x="2149794" y="2262122"/>
                  </a:lnTo>
                  <a:lnTo>
                    <a:pt x="2118407" y="2369207"/>
                  </a:lnTo>
                  <a:lnTo>
                    <a:pt x="2087141" y="2474991"/>
                  </a:lnTo>
                  <a:lnTo>
                    <a:pt x="2056039" y="2578968"/>
                  </a:lnTo>
                  <a:lnTo>
                    <a:pt x="2025136" y="2680666"/>
                  </a:lnTo>
                  <a:lnTo>
                    <a:pt x="1994458" y="2779661"/>
                  </a:lnTo>
                  <a:lnTo>
                    <a:pt x="1964019" y="2875580"/>
                  </a:lnTo>
                  <a:lnTo>
                    <a:pt x="1933820" y="2968106"/>
                  </a:lnTo>
                  <a:lnTo>
                    <a:pt x="1903849" y="3056983"/>
                  </a:lnTo>
                  <a:lnTo>
                    <a:pt x="1874075" y="3142015"/>
                  </a:lnTo>
                  <a:lnTo>
                    <a:pt x="1844453" y="3223064"/>
                  </a:lnTo>
                  <a:lnTo>
                    <a:pt x="1814918" y="3300052"/>
                  </a:lnTo>
                  <a:lnTo>
                    <a:pt x="1785388" y="3372954"/>
                  </a:lnTo>
                  <a:lnTo>
                    <a:pt x="1755758" y="3441794"/>
                  </a:lnTo>
                  <a:lnTo>
                    <a:pt x="1725898" y="3506644"/>
                  </a:lnTo>
                  <a:lnTo>
                    <a:pt x="1719082" y="3520798"/>
                  </a:lnTo>
                  <a:lnTo>
                    <a:pt x="1676304" y="3604036"/>
                  </a:lnTo>
                  <a:lnTo>
                    <a:pt x="1632229" y="3679565"/>
                  </a:lnTo>
                  <a:lnTo>
                    <a:pt x="1586283" y="3747712"/>
                  </a:lnTo>
                  <a:lnTo>
                    <a:pt x="1537814" y="3809063"/>
                  </a:lnTo>
                  <a:lnTo>
                    <a:pt x="1486151" y="3864306"/>
                  </a:lnTo>
                  <a:lnTo>
                    <a:pt x="1430644" y="3914128"/>
                  </a:lnTo>
                  <a:lnTo>
                    <a:pt x="1370724" y="3959157"/>
                  </a:lnTo>
                  <a:lnTo>
                    <a:pt x="1305972" y="3999928"/>
                  </a:lnTo>
                  <a:lnTo>
                    <a:pt x="1236217" y="4036864"/>
                  </a:lnTo>
                  <a:lnTo>
                    <a:pt x="1161650" y="4070267"/>
                  </a:lnTo>
                  <a:lnTo>
                    <a:pt x="1082959" y="4100317"/>
                  </a:lnTo>
                  <a:lnTo>
                    <a:pt x="1001451" y="4127082"/>
                  </a:lnTo>
                  <a:lnTo>
                    <a:pt x="919126" y="4150542"/>
                  </a:lnTo>
                  <a:lnTo>
                    <a:pt x="838641" y="4170625"/>
                  </a:lnTo>
                  <a:lnTo>
                    <a:pt x="763121" y="4187266"/>
                  </a:lnTo>
                  <a:lnTo>
                    <a:pt x="695788" y="4200470"/>
                  </a:lnTo>
                  <a:lnTo>
                    <a:pt x="639456" y="4210366"/>
                  </a:lnTo>
                  <a:lnTo>
                    <a:pt x="595996" y="4217243"/>
                  </a:lnTo>
                  <a:lnTo>
                    <a:pt x="565927" y="4221548"/>
                  </a:lnTo>
                  <a:lnTo>
                    <a:pt x="548233" y="4223849"/>
                  </a:lnTo>
                  <a:lnTo>
                    <a:pt x="540428" y="4224774"/>
                  </a:lnTo>
                  <a:lnTo>
                    <a:pt x="538748" y="4224957"/>
                  </a:lnTo>
                  <a:lnTo>
                    <a:pt x="538736" y="4224958"/>
                  </a:lnTo>
                  <a:lnTo>
                    <a:pt x="0" y="42249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5" name="pg1715"/>
            <p:cNvSpPr/>
            <p:nvPr/>
          </p:nvSpPr>
          <p:spPr>
            <a:xfrm>
              <a:off x="546595" y="941015"/>
              <a:ext cx="8234974" cy="4203180"/>
            </a:xfrm>
            <a:custGeom>
              <a:avLst/>
              <a:pathLst>
                <a:path w="8234974" h="4203180">
                  <a:moveTo>
                    <a:pt x="0" y="4203180"/>
                  </a:moveTo>
                  <a:lnTo>
                    <a:pt x="538736" y="4203180"/>
                  </a:lnTo>
                  <a:lnTo>
                    <a:pt x="539648" y="4203083"/>
                  </a:lnTo>
                  <a:lnTo>
                    <a:pt x="545648" y="4202392"/>
                  </a:lnTo>
                  <a:lnTo>
                    <a:pt x="560784" y="4200481"/>
                  </a:lnTo>
                  <a:lnTo>
                    <a:pt x="587866" y="4196720"/>
                  </a:lnTo>
                  <a:lnTo>
                    <a:pt x="628266" y="4190523"/>
                  </a:lnTo>
                  <a:lnTo>
                    <a:pt x="681814" y="4181415"/>
                  </a:lnTo>
                  <a:lnTo>
                    <a:pt x="746915" y="4169069"/>
                  </a:lnTo>
                  <a:lnTo>
                    <a:pt x="820919" y="4153322"/>
                  </a:lnTo>
                  <a:lnTo>
                    <a:pt x="900639" y="4134146"/>
                  </a:lnTo>
                  <a:lnTo>
                    <a:pt x="982881" y="4111596"/>
                  </a:lnTo>
                  <a:lnTo>
                    <a:pt x="1064851" y="4085747"/>
                  </a:lnTo>
                  <a:lnTo>
                    <a:pt x="1144387" y="4056633"/>
                  </a:lnTo>
                  <a:lnTo>
                    <a:pt x="1220027" y="4024210"/>
                  </a:lnTo>
                  <a:lnTo>
                    <a:pt x="1290951" y="3988325"/>
                  </a:lnTo>
                  <a:lnTo>
                    <a:pt x="1356868" y="3948704"/>
                  </a:lnTo>
                  <a:lnTo>
                    <a:pt x="1417882" y="3904952"/>
                  </a:lnTo>
                  <a:lnTo>
                    <a:pt x="1474366" y="3856561"/>
                  </a:lnTo>
                  <a:lnTo>
                    <a:pt x="1526864" y="3802924"/>
                  </a:lnTo>
                  <a:lnTo>
                    <a:pt x="1576017" y="3743365"/>
                  </a:lnTo>
                  <a:lnTo>
                    <a:pt x="1622498" y="3677194"/>
                  </a:lnTo>
                  <a:lnTo>
                    <a:pt x="1666966" y="3603793"/>
                  </a:lnTo>
                  <a:lnTo>
                    <a:pt x="1710021" y="3522766"/>
                  </a:lnTo>
                  <a:lnTo>
                    <a:pt x="1719082" y="3504465"/>
                  </a:lnTo>
                  <a:lnTo>
                    <a:pt x="1749119" y="3440771"/>
                  </a:lnTo>
                  <a:lnTo>
                    <a:pt x="1778892" y="3373112"/>
                  </a:lnTo>
                  <a:lnTo>
                    <a:pt x="1808538" y="3301407"/>
                  </a:lnTo>
                  <a:lnTo>
                    <a:pt x="1838166" y="3225620"/>
                  </a:lnTo>
                  <a:lnTo>
                    <a:pt x="1867867" y="3145765"/>
                  </a:lnTo>
                  <a:lnTo>
                    <a:pt x="1897709" y="3061910"/>
                  </a:lnTo>
                  <a:lnTo>
                    <a:pt x="1927742" y="2974179"/>
                  </a:lnTo>
                  <a:lnTo>
                    <a:pt x="1957999" y="2882758"/>
                  </a:lnTo>
                  <a:lnTo>
                    <a:pt x="1988496" y="2787891"/>
                  </a:lnTo>
                  <a:lnTo>
                    <a:pt x="2019235" y="2689885"/>
                  </a:lnTo>
                  <a:lnTo>
                    <a:pt x="2050204" y="2589101"/>
                  </a:lnTo>
                  <a:lnTo>
                    <a:pt x="2081380" y="2485957"/>
                  </a:lnTo>
                  <a:lnTo>
                    <a:pt x="2112728" y="2380917"/>
                  </a:lnTo>
                  <a:lnTo>
                    <a:pt x="2144207" y="2274484"/>
                  </a:lnTo>
                  <a:lnTo>
                    <a:pt x="2175767" y="2167188"/>
                  </a:lnTo>
                  <a:lnTo>
                    <a:pt x="2207358" y="2059581"/>
                  </a:lnTo>
                  <a:lnTo>
                    <a:pt x="2238924" y="1952220"/>
                  </a:lnTo>
                  <a:lnTo>
                    <a:pt x="2270415" y="1845656"/>
                  </a:lnTo>
                  <a:lnTo>
                    <a:pt x="2301781" y="1740425"/>
                  </a:lnTo>
                  <a:lnTo>
                    <a:pt x="2332979" y="1637032"/>
                  </a:lnTo>
                  <a:lnTo>
                    <a:pt x="2363974" y="1535947"/>
                  </a:lnTo>
                  <a:lnTo>
                    <a:pt x="2394742" y="1437593"/>
                  </a:lnTo>
                  <a:lnTo>
                    <a:pt x="2425268" y="1342338"/>
                  </a:lnTo>
                  <a:lnTo>
                    <a:pt x="2455552" y="1250496"/>
                  </a:lnTo>
                  <a:lnTo>
                    <a:pt x="2485610" y="1162319"/>
                  </a:lnTo>
                  <a:lnTo>
                    <a:pt x="2515472" y="1077999"/>
                  </a:lnTo>
                  <a:lnTo>
                    <a:pt x="2545187" y="997667"/>
                  </a:lnTo>
                  <a:lnTo>
                    <a:pt x="2574820" y="921398"/>
                  </a:lnTo>
                  <a:lnTo>
                    <a:pt x="2604458" y="849211"/>
                  </a:lnTo>
                  <a:lnTo>
                    <a:pt x="2634209" y="781078"/>
                  </a:lnTo>
                  <a:lnTo>
                    <a:pt x="2664207" y="716922"/>
                  </a:lnTo>
                  <a:lnTo>
                    <a:pt x="2667772" y="709604"/>
                  </a:lnTo>
                  <a:lnTo>
                    <a:pt x="2710593" y="626933"/>
                  </a:lnTo>
                  <a:lnTo>
                    <a:pt x="2754712" y="551927"/>
                  </a:lnTo>
                  <a:lnTo>
                    <a:pt x="2800709" y="484258"/>
                  </a:lnTo>
                  <a:lnTo>
                    <a:pt x="2849234" y="423344"/>
                  </a:lnTo>
                  <a:lnTo>
                    <a:pt x="2900962" y="368500"/>
                  </a:lnTo>
                  <a:lnTo>
                    <a:pt x="2956545" y="319043"/>
                  </a:lnTo>
                  <a:lnTo>
                    <a:pt x="3016552" y="274347"/>
                  </a:lnTo>
                  <a:lnTo>
                    <a:pt x="3081403" y="233881"/>
                  </a:lnTo>
                  <a:lnTo>
                    <a:pt x="3151267" y="197225"/>
                  </a:lnTo>
                  <a:lnTo>
                    <a:pt x="3225948" y="164079"/>
                  </a:lnTo>
                  <a:lnTo>
                    <a:pt x="3304752" y="134266"/>
                  </a:lnTo>
                  <a:lnTo>
                    <a:pt x="3386359" y="107718"/>
                  </a:lnTo>
                  <a:lnTo>
                    <a:pt x="3468759" y="84458"/>
                  </a:lnTo>
                  <a:lnTo>
                    <a:pt x="3549278" y="64555"/>
                  </a:lnTo>
                  <a:lnTo>
                    <a:pt x="3624778" y="48074"/>
                  </a:lnTo>
                  <a:lnTo>
                    <a:pt x="3692029" y="35011"/>
                  </a:lnTo>
                  <a:lnTo>
                    <a:pt x="3748221" y="25233"/>
                  </a:lnTo>
                  <a:lnTo>
                    <a:pt x="3791496" y="18450"/>
                  </a:lnTo>
                  <a:lnTo>
                    <a:pt x="3821360" y="14214"/>
                  </a:lnTo>
                  <a:lnTo>
                    <a:pt x="3838856" y="11961"/>
                  </a:lnTo>
                  <a:lnTo>
                    <a:pt x="3846507" y="11062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37" y="10923"/>
                  </a:lnTo>
                  <a:lnTo>
                    <a:pt x="4396502" y="11172"/>
                  </a:lnTo>
                  <a:lnTo>
                    <a:pt x="4417366" y="11860"/>
                  </a:lnTo>
                  <a:lnTo>
                    <a:pt x="4454101" y="13209"/>
                  </a:lnTo>
                  <a:lnTo>
                    <a:pt x="4507712" y="15414"/>
                  </a:lnTo>
                  <a:lnTo>
                    <a:pt x="4576816" y="18617"/>
                  </a:lnTo>
                  <a:lnTo>
                    <a:pt x="4658097" y="22895"/>
                  </a:lnTo>
                  <a:lnTo>
                    <a:pt x="4747166" y="28268"/>
                  </a:lnTo>
                  <a:lnTo>
                    <a:pt x="4839499" y="34718"/>
                  </a:lnTo>
                  <a:lnTo>
                    <a:pt x="4931186" y="42219"/>
                  </a:lnTo>
                  <a:lnTo>
                    <a:pt x="5019334" y="50763"/>
                  </a:lnTo>
                  <a:lnTo>
                    <a:pt x="5102144" y="60377"/>
                  </a:lnTo>
                  <a:lnTo>
                    <a:pt x="5178779" y="71133"/>
                  </a:lnTo>
                  <a:lnTo>
                    <a:pt x="5249141" y="83151"/>
                  </a:lnTo>
                  <a:lnTo>
                    <a:pt x="5313640" y="96602"/>
                  </a:lnTo>
                  <a:lnTo>
                    <a:pt x="5372998" y="111694"/>
                  </a:lnTo>
                  <a:lnTo>
                    <a:pt x="5428109" y="128668"/>
                  </a:lnTo>
                  <a:lnTo>
                    <a:pt x="5479922" y="147768"/>
                  </a:lnTo>
                  <a:lnTo>
                    <a:pt x="5529361" y="169208"/>
                  </a:lnTo>
                  <a:lnTo>
                    <a:pt x="5567201" y="187836"/>
                  </a:lnTo>
                  <a:lnTo>
                    <a:pt x="5614503" y="213765"/>
                  </a:lnTo>
                  <a:lnTo>
                    <a:pt x="5661343" y="242227"/>
                  </a:lnTo>
                  <a:lnTo>
                    <a:pt x="5708173" y="273264"/>
                  </a:lnTo>
                  <a:lnTo>
                    <a:pt x="5755309" y="306838"/>
                  </a:lnTo>
                  <a:lnTo>
                    <a:pt x="5802946" y="342821"/>
                  </a:lnTo>
                  <a:lnTo>
                    <a:pt x="5851176" y="380993"/>
                  </a:lnTo>
                  <a:lnTo>
                    <a:pt x="5899995" y="421039"/>
                  </a:lnTo>
                  <a:lnTo>
                    <a:pt x="5949321" y="462557"/>
                  </a:lnTo>
                  <a:lnTo>
                    <a:pt x="5999011" y="505071"/>
                  </a:lnTo>
                  <a:lnTo>
                    <a:pt x="6048878" y="548056"/>
                  </a:lnTo>
                  <a:lnTo>
                    <a:pt x="6098713" y="590959"/>
                  </a:lnTo>
                  <a:lnTo>
                    <a:pt x="6148314" y="633233"/>
                  </a:lnTo>
                  <a:lnTo>
                    <a:pt x="6197504" y="674365"/>
                  </a:lnTo>
                  <a:lnTo>
                    <a:pt x="6246155" y="713898"/>
                  </a:lnTo>
                  <a:lnTo>
                    <a:pt x="6294207" y="751455"/>
                  </a:lnTo>
                  <a:lnTo>
                    <a:pt x="6341683" y="786749"/>
                  </a:lnTo>
                  <a:lnTo>
                    <a:pt x="6388703" y="819586"/>
                  </a:lnTo>
                  <a:lnTo>
                    <a:pt x="6435498" y="849866"/>
                  </a:lnTo>
                  <a:lnTo>
                    <a:pt x="6482420" y="877577"/>
                  </a:lnTo>
                  <a:lnTo>
                    <a:pt x="6515891" y="895625"/>
                  </a:lnTo>
                  <a:lnTo>
                    <a:pt x="6564039" y="918993"/>
                  </a:lnTo>
                  <a:lnTo>
                    <a:pt x="6613908" y="939924"/>
                  </a:lnTo>
                  <a:lnTo>
                    <a:pt x="6666339" y="958555"/>
                  </a:lnTo>
                  <a:lnTo>
                    <a:pt x="6722270" y="975110"/>
                  </a:lnTo>
                  <a:lnTo>
                    <a:pt x="6782645" y="989835"/>
                  </a:lnTo>
                  <a:lnTo>
                    <a:pt x="6848332" y="1002966"/>
                  </a:lnTo>
                  <a:lnTo>
                    <a:pt x="6920001" y="1014705"/>
                  </a:lnTo>
                  <a:lnTo>
                    <a:pt x="6997973" y="1025211"/>
                  </a:lnTo>
                  <a:lnTo>
                    <a:pt x="7082011" y="1034594"/>
                  </a:lnTo>
                  <a:lnTo>
                    <a:pt x="7171094" y="1042916"/>
                  </a:lnTo>
                  <a:lnTo>
                    <a:pt x="7263197" y="1050197"/>
                  </a:lnTo>
                  <a:lnTo>
                    <a:pt x="7355195" y="1056421"/>
                  </a:lnTo>
                  <a:lnTo>
                    <a:pt x="7443002" y="1061563"/>
                  </a:lnTo>
                  <a:lnTo>
                    <a:pt x="7522051" y="1065610"/>
                  </a:lnTo>
                  <a:lnTo>
                    <a:pt x="7588098" y="1068594"/>
                  </a:lnTo>
                  <a:lnTo>
                    <a:pt x="7638177" y="1070604"/>
                  </a:lnTo>
                  <a:lnTo>
                    <a:pt x="7671386" y="1071795"/>
                  </a:lnTo>
                  <a:lnTo>
                    <a:pt x="7689249" y="1072371"/>
                  </a:lnTo>
                  <a:lnTo>
                    <a:pt x="7695601" y="1072556"/>
                  </a:lnTo>
                  <a:lnTo>
                    <a:pt x="7696237" y="1072573"/>
                  </a:lnTo>
                  <a:lnTo>
                    <a:pt x="8234974" y="1072573"/>
                  </a:lnTo>
                  <a:lnTo>
                    <a:pt x="8234974" y="1061684"/>
                  </a:ln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6" y="96"/>
                  </a:lnTo>
                  <a:lnTo>
                    <a:pt x="3841206" y="788"/>
                  </a:lnTo>
                  <a:lnTo>
                    <a:pt x="3826071" y="2698"/>
                  </a:lnTo>
                  <a:lnTo>
                    <a:pt x="3798989" y="6460"/>
                  </a:lnTo>
                  <a:lnTo>
                    <a:pt x="3758588" y="12656"/>
                  </a:lnTo>
                  <a:lnTo>
                    <a:pt x="3705040" y="21765"/>
                  </a:lnTo>
                  <a:lnTo>
                    <a:pt x="3639939" y="34110"/>
                  </a:lnTo>
                  <a:lnTo>
                    <a:pt x="3565936" y="49857"/>
                  </a:lnTo>
                  <a:lnTo>
                    <a:pt x="3486216" y="69033"/>
                  </a:lnTo>
                  <a:lnTo>
                    <a:pt x="3403973" y="91583"/>
                  </a:lnTo>
                  <a:lnTo>
                    <a:pt x="3322004" y="117433"/>
                  </a:lnTo>
                  <a:lnTo>
                    <a:pt x="3242468" y="146547"/>
                  </a:lnTo>
                  <a:lnTo>
                    <a:pt x="3166828" y="178969"/>
                  </a:lnTo>
                  <a:lnTo>
                    <a:pt x="3095904" y="214855"/>
                  </a:lnTo>
                  <a:lnTo>
                    <a:pt x="3029986" y="254476"/>
                  </a:lnTo>
                  <a:lnTo>
                    <a:pt x="2968973" y="298227"/>
                  </a:lnTo>
                  <a:lnTo>
                    <a:pt x="2912489" y="346618"/>
                  </a:lnTo>
                  <a:lnTo>
                    <a:pt x="2859990" y="400256"/>
                  </a:lnTo>
                  <a:lnTo>
                    <a:pt x="2810837" y="459815"/>
                  </a:lnTo>
                  <a:lnTo>
                    <a:pt x="2764357" y="525986"/>
                  </a:lnTo>
                  <a:lnTo>
                    <a:pt x="2719889" y="599386"/>
                  </a:lnTo>
                  <a:lnTo>
                    <a:pt x="2676834" y="680413"/>
                  </a:lnTo>
                  <a:lnTo>
                    <a:pt x="2667772" y="698715"/>
                  </a:lnTo>
                  <a:lnTo>
                    <a:pt x="2637735" y="762408"/>
                  </a:lnTo>
                  <a:lnTo>
                    <a:pt x="2607962" y="830067"/>
                  </a:lnTo>
                  <a:lnTo>
                    <a:pt x="2578317" y="901773"/>
                  </a:lnTo>
                  <a:lnTo>
                    <a:pt x="2548689" y="977560"/>
                  </a:lnTo>
                  <a:lnTo>
                    <a:pt x="2518988" y="1057415"/>
                  </a:lnTo>
                  <a:lnTo>
                    <a:pt x="2489146" y="1141270"/>
                  </a:lnTo>
                  <a:lnTo>
                    <a:pt x="2459113" y="1229000"/>
                  </a:lnTo>
                  <a:lnTo>
                    <a:pt x="2428856" y="1320421"/>
                  </a:lnTo>
                  <a:lnTo>
                    <a:pt x="2398359" y="1415288"/>
                  </a:lnTo>
                  <a:lnTo>
                    <a:pt x="2367620" y="1513295"/>
                  </a:lnTo>
                  <a:lnTo>
                    <a:pt x="2336650" y="1614078"/>
                  </a:lnTo>
                  <a:lnTo>
                    <a:pt x="2305474" y="1717222"/>
                  </a:lnTo>
                  <a:lnTo>
                    <a:pt x="2274126" y="1822262"/>
                  </a:lnTo>
                  <a:lnTo>
                    <a:pt x="2242648" y="1928696"/>
                  </a:lnTo>
                  <a:lnTo>
                    <a:pt x="2211087" y="2035991"/>
                  </a:lnTo>
                  <a:lnTo>
                    <a:pt x="2179497" y="2143598"/>
                  </a:lnTo>
                  <a:lnTo>
                    <a:pt x="2147930" y="2250960"/>
                  </a:lnTo>
                  <a:lnTo>
                    <a:pt x="2116439" y="2357523"/>
                  </a:lnTo>
                  <a:lnTo>
                    <a:pt x="2085073" y="2462755"/>
                  </a:lnTo>
                  <a:lnTo>
                    <a:pt x="2053875" y="2566147"/>
                  </a:lnTo>
                  <a:lnTo>
                    <a:pt x="2022880" y="2667232"/>
                  </a:lnTo>
                  <a:lnTo>
                    <a:pt x="1992113" y="2765587"/>
                  </a:lnTo>
                  <a:lnTo>
                    <a:pt x="1961587" y="2860841"/>
                  </a:lnTo>
                  <a:lnTo>
                    <a:pt x="1931302" y="2952683"/>
                  </a:lnTo>
                  <a:lnTo>
                    <a:pt x="1901244" y="3040860"/>
                  </a:lnTo>
                  <a:lnTo>
                    <a:pt x="1871382" y="3125181"/>
                  </a:lnTo>
                  <a:lnTo>
                    <a:pt x="1841668" y="3205513"/>
                  </a:lnTo>
                  <a:lnTo>
                    <a:pt x="1812035" y="3281782"/>
                  </a:lnTo>
                  <a:lnTo>
                    <a:pt x="1782397" y="3353968"/>
                  </a:lnTo>
                  <a:lnTo>
                    <a:pt x="1752646" y="3422102"/>
                  </a:lnTo>
                  <a:lnTo>
                    <a:pt x="1722648" y="3486258"/>
                  </a:lnTo>
                  <a:lnTo>
                    <a:pt x="1719082" y="3493576"/>
                  </a:lnTo>
                  <a:lnTo>
                    <a:pt x="1676262" y="3576246"/>
                  </a:lnTo>
                  <a:lnTo>
                    <a:pt x="1632142" y="3651253"/>
                  </a:lnTo>
                  <a:lnTo>
                    <a:pt x="1586146" y="3718921"/>
                  </a:lnTo>
                  <a:lnTo>
                    <a:pt x="1537621" y="3779835"/>
                  </a:lnTo>
                  <a:lnTo>
                    <a:pt x="1485892" y="3834679"/>
                  </a:lnTo>
                  <a:lnTo>
                    <a:pt x="1430310" y="3884137"/>
                  </a:lnTo>
                  <a:lnTo>
                    <a:pt x="1370302" y="3928833"/>
                  </a:lnTo>
                  <a:lnTo>
                    <a:pt x="1305452" y="3969299"/>
                  </a:lnTo>
                  <a:lnTo>
                    <a:pt x="1235588" y="4005955"/>
                  </a:lnTo>
                  <a:lnTo>
                    <a:pt x="1160906" y="4039100"/>
                  </a:lnTo>
                  <a:lnTo>
                    <a:pt x="1082103" y="4068914"/>
                  </a:lnTo>
                  <a:lnTo>
                    <a:pt x="1000495" y="4095461"/>
                  </a:lnTo>
                  <a:lnTo>
                    <a:pt x="918096" y="4118722"/>
                  </a:lnTo>
                  <a:lnTo>
                    <a:pt x="837577" y="4138624"/>
                  </a:lnTo>
                  <a:lnTo>
                    <a:pt x="762077" y="4155105"/>
                  </a:lnTo>
                  <a:lnTo>
                    <a:pt x="694826" y="4168169"/>
                  </a:lnTo>
                  <a:lnTo>
                    <a:pt x="638633" y="4177947"/>
                  </a:lnTo>
                  <a:lnTo>
                    <a:pt x="595358" y="4184730"/>
                  </a:lnTo>
                  <a:lnTo>
                    <a:pt x="565495" y="4188965"/>
                  </a:lnTo>
                  <a:lnTo>
                    <a:pt x="547998" y="4191219"/>
                  </a:lnTo>
                  <a:lnTo>
                    <a:pt x="540348" y="4192117"/>
                  </a:lnTo>
                  <a:lnTo>
                    <a:pt x="538736" y="4192291"/>
                  </a:lnTo>
                  <a:lnTo>
                    <a:pt x="0" y="4192291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16" name="pl1716"/>
            <p:cNvSpPr/>
            <p:nvPr/>
          </p:nvSpPr>
          <p:spPr>
            <a:xfrm>
              <a:off x="546595" y="951904"/>
              <a:ext cx="8234974" cy="4192291"/>
            </a:xfrm>
            <a:custGeom>
              <a:avLst/>
              <a:pathLst>
                <a:path w="8234974" h="4192291">
                  <a:moveTo>
                    <a:pt x="0" y="4192291"/>
                  </a:moveTo>
                  <a:lnTo>
                    <a:pt x="538736" y="4192291"/>
                  </a:lnTo>
                  <a:lnTo>
                    <a:pt x="539648" y="4192194"/>
                  </a:lnTo>
                  <a:lnTo>
                    <a:pt x="545648" y="4191503"/>
                  </a:lnTo>
                  <a:lnTo>
                    <a:pt x="560784" y="4189592"/>
                  </a:lnTo>
                  <a:lnTo>
                    <a:pt x="587866" y="4185830"/>
                  </a:lnTo>
                  <a:lnTo>
                    <a:pt x="628266" y="4179634"/>
                  </a:lnTo>
                  <a:lnTo>
                    <a:pt x="681814" y="4170526"/>
                  </a:lnTo>
                  <a:lnTo>
                    <a:pt x="746915" y="4158180"/>
                  </a:lnTo>
                  <a:lnTo>
                    <a:pt x="820919" y="4142433"/>
                  </a:lnTo>
                  <a:lnTo>
                    <a:pt x="900639" y="4123257"/>
                  </a:lnTo>
                  <a:lnTo>
                    <a:pt x="982881" y="4100707"/>
                  </a:lnTo>
                  <a:lnTo>
                    <a:pt x="1064851" y="4074857"/>
                  </a:lnTo>
                  <a:lnTo>
                    <a:pt x="1144387" y="4045744"/>
                  </a:lnTo>
                  <a:lnTo>
                    <a:pt x="1220027" y="4013321"/>
                  </a:lnTo>
                  <a:lnTo>
                    <a:pt x="1290951" y="3977436"/>
                  </a:lnTo>
                  <a:lnTo>
                    <a:pt x="1356868" y="3937815"/>
                  </a:lnTo>
                  <a:lnTo>
                    <a:pt x="1417882" y="3894063"/>
                  </a:lnTo>
                  <a:lnTo>
                    <a:pt x="1474366" y="3845672"/>
                  </a:lnTo>
                  <a:lnTo>
                    <a:pt x="1526864" y="3792035"/>
                  </a:lnTo>
                  <a:lnTo>
                    <a:pt x="1576017" y="3732476"/>
                  </a:lnTo>
                  <a:lnTo>
                    <a:pt x="1622498" y="3666305"/>
                  </a:lnTo>
                  <a:lnTo>
                    <a:pt x="1666966" y="3592904"/>
                  </a:lnTo>
                  <a:lnTo>
                    <a:pt x="1710021" y="3511877"/>
                  </a:lnTo>
                  <a:lnTo>
                    <a:pt x="1719082" y="3493576"/>
                  </a:lnTo>
                  <a:lnTo>
                    <a:pt x="1749119" y="3429882"/>
                  </a:lnTo>
                  <a:lnTo>
                    <a:pt x="1778892" y="3362223"/>
                  </a:lnTo>
                  <a:lnTo>
                    <a:pt x="1808538" y="3290518"/>
                  </a:lnTo>
                  <a:lnTo>
                    <a:pt x="1838166" y="3214731"/>
                  </a:lnTo>
                  <a:lnTo>
                    <a:pt x="1867867" y="3134876"/>
                  </a:lnTo>
                  <a:lnTo>
                    <a:pt x="1897709" y="3051021"/>
                  </a:lnTo>
                  <a:lnTo>
                    <a:pt x="1927742" y="2963290"/>
                  </a:lnTo>
                  <a:lnTo>
                    <a:pt x="1957999" y="2871869"/>
                  </a:lnTo>
                  <a:lnTo>
                    <a:pt x="1988496" y="2777002"/>
                  </a:lnTo>
                  <a:lnTo>
                    <a:pt x="2019235" y="2678996"/>
                  </a:lnTo>
                  <a:lnTo>
                    <a:pt x="2050204" y="2578212"/>
                  </a:lnTo>
                  <a:lnTo>
                    <a:pt x="2081380" y="2475068"/>
                  </a:lnTo>
                  <a:lnTo>
                    <a:pt x="2112728" y="2370028"/>
                  </a:lnTo>
                  <a:lnTo>
                    <a:pt x="2144207" y="2263594"/>
                  </a:lnTo>
                  <a:lnTo>
                    <a:pt x="2175767" y="2156299"/>
                  </a:lnTo>
                  <a:lnTo>
                    <a:pt x="2207358" y="2048692"/>
                  </a:lnTo>
                  <a:lnTo>
                    <a:pt x="2238924" y="1941331"/>
                  </a:lnTo>
                  <a:lnTo>
                    <a:pt x="2270415" y="1834767"/>
                  </a:lnTo>
                  <a:lnTo>
                    <a:pt x="2301781" y="1729535"/>
                  </a:lnTo>
                  <a:lnTo>
                    <a:pt x="2332979" y="1626143"/>
                  </a:lnTo>
                  <a:lnTo>
                    <a:pt x="2363974" y="1525058"/>
                  </a:lnTo>
                  <a:lnTo>
                    <a:pt x="2394742" y="1426704"/>
                  </a:lnTo>
                  <a:lnTo>
                    <a:pt x="2425268" y="1331449"/>
                  </a:lnTo>
                  <a:lnTo>
                    <a:pt x="2455552" y="1239607"/>
                  </a:lnTo>
                  <a:lnTo>
                    <a:pt x="2485610" y="1151430"/>
                  </a:lnTo>
                  <a:lnTo>
                    <a:pt x="2515472" y="1067110"/>
                  </a:lnTo>
                  <a:lnTo>
                    <a:pt x="2545187" y="986778"/>
                  </a:lnTo>
                  <a:lnTo>
                    <a:pt x="2574820" y="910509"/>
                  </a:lnTo>
                  <a:lnTo>
                    <a:pt x="2604458" y="838322"/>
                  </a:lnTo>
                  <a:lnTo>
                    <a:pt x="2634209" y="770189"/>
                  </a:lnTo>
                  <a:lnTo>
                    <a:pt x="2664207" y="706033"/>
                  </a:lnTo>
                  <a:lnTo>
                    <a:pt x="2667772" y="698715"/>
                  </a:lnTo>
                  <a:lnTo>
                    <a:pt x="2710593" y="616044"/>
                  </a:lnTo>
                  <a:lnTo>
                    <a:pt x="2754712" y="541037"/>
                  </a:lnTo>
                  <a:lnTo>
                    <a:pt x="2800709" y="473369"/>
                  </a:lnTo>
                  <a:lnTo>
                    <a:pt x="2849234" y="412455"/>
                  </a:lnTo>
                  <a:lnTo>
                    <a:pt x="2900962" y="357611"/>
                  </a:lnTo>
                  <a:lnTo>
                    <a:pt x="2956545" y="308153"/>
                  </a:lnTo>
                  <a:lnTo>
                    <a:pt x="3016552" y="263458"/>
                  </a:lnTo>
                  <a:lnTo>
                    <a:pt x="3081403" y="222992"/>
                  </a:lnTo>
                  <a:lnTo>
                    <a:pt x="3151267" y="186336"/>
                  </a:lnTo>
                  <a:lnTo>
                    <a:pt x="3225948" y="153190"/>
                  </a:lnTo>
                  <a:lnTo>
                    <a:pt x="3304752" y="123377"/>
                  </a:lnTo>
                  <a:lnTo>
                    <a:pt x="3386359" y="96829"/>
                  </a:lnTo>
                  <a:lnTo>
                    <a:pt x="3468759" y="73569"/>
                  </a:lnTo>
                  <a:lnTo>
                    <a:pt x="3549278" y="53666"/>
                  </a:lnTo>
                  <a:lnTo>
                    <a:pt x="3624778" y="37185"/>
                  </a:lnTo>
                  <a:lnTo>
                    <a:pt x="3692029" y="24122"/>
                  </a:lnTo>
                  <a:lnTo>
                    <a:pt x="3748221" y="14344"/>
                  </a:lnTo>
                  <a:lnTo>
                    <a:pt x="3791496" y="7561"/>
                  </a:lnTo>
                  <a:lnTo>
                    <a:pt x="3821360" y="3325"/>
                  </a:lnTo>
                  <a:lnTo>
                    <a:pt x="3838856" y="1072"/>
                  </a:lnTo>
                  <a:lnTo>
                    <a:pt x="3846507" y="173"/>
                  </a:lnTo>
                  <a:lnTo>
                    <a:pt x="3848109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7" y="34"/>
                  </a:lnTo>
                  <a:lnTo>
                    <a:pt x="4396502" y="283"/>
                  </a:lnTo>
                  <a:lnTo>
                    <a:pt x="4417366" y="970"/>
                  </a:lnTo>
                  <a:lnTo>
                    <a:pt x="4454101" y="2319"/>
                  </a:lnTo>
                  <a:lnTo>
                    <a:pt x="4507712" y="4525"/>
                  </a:lnTo>
                  <a:lnTo>
                    <a:pt x="4576816" y="7728"/>
                  </a:lnTo>
                  <a:lnTo>
                    <a:pt x="4658097" y="12006"/>
                  </a:lnTo>
                  <a:lnTo>
                    <a:pt x="4747166" y="17379"/>
                  </a:lnTo>
                  <a:lnTo>
                    <a:pt x="4839499" y="23829"/>
                  </a:lnTo>
                  <a:lnTo>
                    <a:pt x="4931186" y="31330"/>
                  </a:lnTo>
                  <a:lnTo>
                    <a:pt x="5019334" y="39874"/>
                  </a:lnTo>
                  <a:lnTo>
                    <a:pt x="5102144" y="49488"/>
                  </a:lnTo>
                  <a:lnTo>
                    <a:pt x="5178779" y="60243"/>
                  </a:lnTo>
                  <a:lnTo>
                    <a:pt x="5249141" y="72262"/>
                  </a:lnTo>
                  <a:lnTo>
                    <a:pt x="5313640" y="85713"/>
                  </a:lnTo>
                  <a:lnTo>
                    <a:pt x="5372998" y="100805"/>
                  </a:lnTo>
                  <a:lnTo>
                    <a:pt x="5428109" y="117778"/>
                  </a:lnTo>
                  <a:lnTo>
                    <a:pt x="5479922" y="136879"/>
                  </a:lnTo>
                  <a:lnTo>
                    <a:pt x="5529361" y="158319"/>
                  </a:lnTo>
                  <a:lnTo>
                    <a:pt x="5567201" y="176947"/>
                  </a:lnTo>
                  <a:lnTo>
                    <a:pt x="5614503" y="202876"/>
                  </a:lnTo>
                  <a:lnTo>
                    <a:pt x="5661343" y="231338"/>
                  </a:lnTo>
                  <a:lnTo>
                    <a:pt x="5708173" y="262375"/>
                  </a:lnTo>
                  <a:lnTo>
                    <a:pt x="5755309" y="295949"/>
                  </a:lnTo>
                  <a:lnTo>
                    <a:pt x="5802946" y="331932"/>
                  </a:lnTo>
                  <a:lnTo>
                    <a:pt x="5851176" y="370104"/>
                  </a:lnTo>
                  <a:lnTo>
                    <a:pt x="5899995" y="410150"/>
                  </a:lnTo>
                  <a:lnTo>
                    <a:pt x="5949321" y="451668"/>
                  </a:lnTo>
                  <a:lnTo>
                    <a:pt x="5999011" y="494182"/>
                  </a:lnTo>
                  <a:lnTo>
                    <a:pt x="6048878" y="537167"/>
                  </a:lnTo>
                  <a:lnTo>
                    <a:pt x="6098713" y="580070"/>
                  </a:lnTo>
                  <a:lnTo>
                    <a:pt x="6148314" y="622344"/>
                  </a:lnTo>
                  <a:lnTo>
                    <a:pt x="6197504" y="663476"/>
                  </a:lnTo>
                  <a:lnTo>
                    <a:pt x="6246155" y="703009"/>
                  </a:lnTo>
                  <a:lnTo>
                    <a:pt x="6294207" y="740566"/>
                  </a:lnTo>
                  <a:lnTo>
                    <a:pt x="6341683" y="775860"/>
                  </a:lnTo>
                  <a:lnTo>
                    <a:pt x="6388703" y="808697"/>
                  </a:lnTo>
                  <a:lnTo>
                    <a:pt x="6435498" y="838977"/>
                  </a:lnTo>
                  <a:lnTo>
                    <a:pt x="6482420" y="866688"/>
                  </a:lnTo>
                  <a:lnTo>
                    <a:pt x="6515891" y="884736"/>
                  </a:lnTo>
                  <a:lnTo>
                    <a:pt x="6564039" y="908104"/>
                  </a:lnTo>
                  <a:lnTo>
                    <a:pt x="6613908" y="929035"/>
                  </a:lnTo>
                  <a:lnTo>
                    <a:pt x="6666339" y="947666"/>
                  </a:lnTo>
                  <a:lnTo>
                    <a:pt x="6722270" y="964221"/>
                  </a:lnTo>
                  <a:lnTo>
                    <a:pt x="6782645" y="978946"/>
                  </a:lnTo>
                  <a:lnTo>
                    <a:pt x="6848332" y="992077"/>
                  </a:lnTo>
                  <a:lnTo>
                    <a:pt x="6920001" y="1003816"/>
                  </a:lnTo>
                  <a:lnTo>
                    <a:pt x="6997973" y="1014322"/>
                  </a:lnTo>
                  <a:lnTo>
                    <a:pt x="7082011" y="1023705"/>
                  </a:lnTo>
                  <a:lnTo>
                    <a:pt x="7171094" y="1032027"/>
                  </a:lnTo>
                  <a:lnTo>
                    <a:pt x="7263197" y="1039308"/>
                  </a:lnTo>
                  <a:lnTo>
                    <a:pt x="7355195" y="1045532"/>
                  </a:lnTo>
                  <a:lnTo>
                    <a:pt x="7443002" y="1050674"/>
                  </a:lnTo>
                  <a:lnTo>
                    <a:pt x="7522051" y="1054721"/>
                  </a:lnTo>
                  <a:lnTo>
                    <a:pt x="7588098" y="1057705"/>
                  </a:lnTo>
                  <a:lnTo>
                    <a:pt x="7638177" y="1059715"/>
                  </a:lnTo>
                  <a:lnTo>
                    <a:pt x="7671386" y="1060906"/>
                  </a:lnTo>
                  <a:lnTo>
                    <a:pt x="7689249" y="1061482"/>
                  </a:lnTo>
                  <a:lnTo>
                    <a:pt x="7695601" y="1061667"/>
                  </a:lnTo>
                  <a:lnTo>
                    <a:pt x="7696237" y="1061684"/>
                  </a:lnTo>
                  <a:lnTo>
                    <a:pt x="8234974" y="1061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7" name="pl1717"/>
            <p:cNvSpPr/>
            <p:nvPr/>
          </p:nvSpPr>
          <p:spPr>
            <a:xfrm>
              <a:off x="546595" y="941015"/>
              <a:ext cx="8234974" cy="4192291"/>
            </a:xfrm>
            <a:custGeom>
              <a:avLst/>
              <a:pathLst>
                <a:path w="8234974" h="4192291">
                  <a:moveTo>
                    <a:pt x="8234974" y="1061684"/>
                  </a:move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6" y="96"/>
                  </a:lnTo>
                  <a:lnTo>
                    <a:pt x="3841206" y="788"/>
                  </a:lnTo>
                  <a:lnTo>
                    <a:pt x="3826071" y="2698"/>
                  </a:lnTo>
                  <a:lnTo>
                    <a:pt x="3798989" y="6460"/>
                  </a:lnTo>
                  <a:lnTo>
                    <a:pt x="3758588" y="12656"/>
                  </a:lnTo>
                  <a:lnTo>
                    <a:pt x="3705040" y="21765"/>
                  </a:lnTo>
                  <a:lnTo>
                    <a:pt x="3639939" y="34110"/>
                  </a:lnTo>
                  <a:lnTo>
                    <a:pt x="3565936" y="49857"/>
                  </a:lnTo>
                  <a:lnTo>
                    <a:pt x="3486216" y="69033"/>
                  </a:lnTo>
                  <a:lnTo>
                    <a:pt x="3403973" y="91583"/>
                  </a:lnTo>
                  <a:lnTo>
                    <a:pt x="3322004" y="117433"/>
                  </a:lnTo>
                  <a:lnTo>
                    <a:pt x="3242468" y="146547"/>
                  </a:lnTo>
                  <a:lnTo>
                    <a:pt x="3166828" y="178969"/>
                  </a:lnTo>
                  <a:lnTo>
                    <a:pt x="3095904" y="214855"/>
                  </a:lnTo>
                  <a:lnTo>
                    <a:pt x="3029986" y="254476"/>
                  </a:lnTo>
                  <a:lnTo>
                    <a:pt x="2968973" y="298227"/>
                  </a:lnTo>
                  <a:lnTo>
                    <a:pt x="2912489" y="346618"/>
                  </a:lnTo>
                  <a:lnTo>
                    <a:pt x="2859990" y="400256"/>
                  </a:lnTo>
                  <a:lnTo>
                    <a:pt x="2810837" y="459815"/>
                  </a:lnTo>
                  <a:lnTo>
                    <a:pt x="2764357" y="525986"/>
                  </a:lnTo>
                  <a:lnTo>
                    <a:pt x="2719889" y="599386"/>
                  </a:lnTo>
                  <a:lnTo>
                    <a:pt x="2676834" y="680413"/>
                  </a:lnTo>
                  <a:lnTo>
                    <a:pt x="2667772" y="698715"/>
                  </a:lnTo>
                  <a:lnTo>
                    <a:pt x="2637735" y="762408"/>
                  </a:lnTo>
                  <a:lnTo>
                    <a:pt x="2607962" y="830067"/>
                  </a:lnTo>
                  <a:lnTo>
                    <a:pt x="2578317" y="901773"/>
                  </a:lnTo>
                  <a:lnTo>
                    <a:pt x="2548689" y="977560"/>
                  </a:lnTo>
                  <a:lnTo>
                    <a:pt x="2518988" y="1057415"/>
                  </a:lnTo>
                  <a:lnTo>
                    <a:pt x="2489146" y="1141270"/>
                  </a:lnTo>
                  <a:lnTo>
                    <a:pt x="2459113" y="1229000"/>
                  </a:lnTo>
                  <a:lnTo>
                    <a:pt x="2428856" y="1320421"/>
                  </a:lnTo>
                  <a:lnTo>
                    <a:pt x="2398359" y="1415288"/>
                  </a:lnTo>
                  <a:lnTo>
                    <a:pt x="2367620" y="1513295"/>
                  </a:lnTo>
                  <a:lnTo>
                    <a:pt x="2336650" y="1614078"/>
                  </a:lnTo>
                  <a:lnTo>
                    <a:pt x="2305474" y="1717222"/>
                  </a:lnTo>
                  <a:lnTo>
                    <a:pt x="2274126" y="1822262"/>
                  </a:lnTo>
                  <a:lnTo>
                    <a:pt x="2242648" y="1928696"/>
                  </a:lnTo>
                  <a:lnTo>
                    <a:pt x="2211087" y="2035991"/>
                  </a:lnTo>
                  <a:lnTo>
                    <a:pt x="2179497" y="2143598"/>
                  </a:lnTo>
                  <a:lnTo>
                    <a:pt x="2147930" y="2250960"/>
                  </a:lnTo>
                  <a:lnTo>
                    <a:pt x="2116439" y="2357523"/>
                  </a:lnTo>
                  <a:lnTo>
                    <a:pt x="2085073" y="2462755"/>
                  </a:lnTo>
                  <a:lnTo>
                    <a:pt x="2053875" y="2566147"/>
                  </a:lnTo>
                  <a:lnTo>
                    <a:pt x="2022880" y="2667232"/>
                  </a:lnTo>
                  <a:lnTo>
                    <a:pt x="1992113" y="2765587"/>
                  </a:lnTo>
                  <a:lnTo>
                    <a:pt x="1961587" y="2860841"/>
                  </a:lnTo>
                  <a:lnTo>
                    <a:pt x="1931302" y="2952683"/>
                  </a:lnTo>
                  <a:lnTo>
                    <a:pt x="1901244" y="3040860"/>
                  </a:lnTo>
                  <a:lnTo>
                    <a:pt x="1871382" y="3125181"/>
                  </a:lnTo>
                  <a:lnTo>
                    <a:pt x="1841668" y="3205513"/>
                  </a:lnTo>
                  <a:lnTo>
                    <a:pt x="1812035" y="3281782"/>
                  </a:lnTo>
                  <a:lnTo>
                    <a:pt x="1782397" y="3353968"/>
                  </a:lnTo>
                  <a:lnTo>
                    <a:pt x="1752646" y="3422102"/>
                  </a:lnTo>
                  <a:lnTo>
                    <a:pt x="1722648" y="3486258"/>
                  </a:lnTo>
                  <a:lnTo>
                    <a:pt x="1719082" y="3493576"/>
                  </a:lnTo>
                  <a:lnTo>
                    <a:pt x="1676262" y="3576246"/>
                  </a:lnTo>
                  <a:lnTo>
                    <a:pt x="1632142" y="3651253"/>
                  </a:lnTo>
                  <a:lnTo>
                    <a:pt x="1586146" y="3718921"/>
                  </a:lnTo>
                  <a:lnTo>
                    <a:pt x="1537621" y="3779835"/>
                  </a:lnTo>
                  <a:lnTo>
                    <a:pt x="1485892" y="3834679"/>
                  </a:lnTo>
                  <a:lnTo>
                    <a:pt x="1430310" y="3884137"/>
                  </a:lnTo>
                  <a:lnTo>
                    <a:pt x="1370302" y="3928833"/>
                  </a:lnTo>
                  <a:lnTo>
                    <a:pt x="1305452" y="3969299"/>
                  </a:lnTo>
                  <a:lnTo>
                    <a:pt x="1235588" y="4005955"/>
                  </a:lnTo>
                  <a:lnTo>
                    <a:pt x="1160906" y="4039100"/>
                  </a:lnTo>
                  <a:lnTo>
                    <a:pt x="1082103" y="4068914"/>
                  </a:lnTo>
                  <a:lnTo>
                    <a:pt x="1000495" y="4095461"/>
                  </a:lnTo>
                  <a:lnTo>
                    <a:pt x="918096" y="4118722"/>
                  </a:lnTo>
                  <a:lnTo>
                    <a:pt x="837577" y="4138624"/>
                  </a:lnTo>
                  <a:lnTo>
                    <a:pt x="762077" y="4155105"/>
                  </a:lnTo>
                  <a:lnTo>
                    <a:pt x="694826" y="4168169"/>
                  </a:lnTo>
                  <a:lnTo>
                    <a:pt x="638633" y="4177947"/>
                  </a:lnTo>
                  <a:lnTo>
                    <a:pt x="595358" y="4184730"/>
                  </a:lnTo>
                  <a:lnTo>
                    <a:pt x="565495" y="4188965"/>
                  </a:lnTo>
                  <a:lnTo>
                    <a:pt x="547998" y="4191219"/>
                  </a:lnTo>
                  <a:lnTo>
                    <a:pt x="540348" y="4192117"/>
                  </a:lnTo>
                  <a:lnTo>
                    <a:pt x="538745" y="4192290"/>
                  </a:lnTo>
                  <a:lnTo>
                    <a:pt x="538736" y="4192291"/>
                  </a:lnTo>
                  <a:lnTo>
                    <a:pt x="0" y="41922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8" name="pg1718"/>
            <p:cNvSpPr/>
            <p:nvPr/>
          </p:nvSpPr>
          <p:spPr>
            <a:xfrm>
              <a:off x="546595" y="1017239"/>
              <a:ext cx="8234974" cy="4132401"/>
            </a:xfrm>
            <a:custGeom>
              <a:avLst/>
              <a:pathLst>
                <a:path w="8234974" h="4132401">
                  <a:moveTo>
                    <a:pt x="0" y="4132401"/>
                  </a:moveTo>
                  <a:lnTo>
                    <a:pt x="538736" y="4132401"/>
                  </a:lnTo>
                  <a:lnTo>
                    <a:pt x="539653" y="4132305"/>
                  </a:lnTo>
                  <a:lnTo>
                    <a:pt x="545687" y="4131620"/>
                  </a:lnTo>
                  <a:lnTo>
                    <a:pt x="560904" y="4129729"/>
                  </a:lnTo>
                  <a:lnTo>
                    <a:pt x="588125" y="4126004"/>
                  </a:lnTo>
                  <a:lnTo>
                    <a:pt x="628721" y="4119869"/>
                  </a:lnTo>
                  <a:lnTo>
                    <a:pt x="682505" y="4110853"/>
                  </a:lnTo>
                  <a:lnTo>
                    <a:pt x="747860" y="4098635"/>
                  </a:lnTo>
                  <a:lnTo>
                    <a:pt x="822112" y="4083055"/>
                  </a:lnTo>
                  <a:lnTo>
                    <a:pt x="902052" y="4064087"/>
                  </a:lnTo>
                  <a:lnTo>
                    <a:pt x="984470" y="4041785"/>
                  </a:lnTo>
                  <a:lnTo>
                    <a:pt x="1066567" y="4016224"/>
                  </a:lnTo>
                  <a:lnTo>
                    <a:pt x="1146183" y="3987437"/>
                  </a:lnTo>
                  <a:lnTo>
                    <a:pt x="1221862" y="3955378"/>
                  </a:lnTo>
                  <a:lnTo>
                    <a:pt x="1292794" y="3919892"/>
                  </a:lnTo>
                  <a:lnTo>
                    <a:pt x="1358698" y="3880706"/>
                  </a:lnTo>
                  <a:lnTo>
                    <a:pt x="1419687" y="3837425"/>
                  </a:lnTo>
                  <a:lnTo>
                    <a:pt x="1476144" y="3789541"/>
                  </a:lnTo>
                  <a:lnTo>
                    <a:pt x="1528620" y="3736452"/>
                  </a:lnTo>
                  <a:lnTo>
                    <a:pt x="1577761" y="3677488"/>
                  </a:lnTo>
                  <a:lnTo>
                    <a:pt x="1624243" y="3611965"/>
                  </a:lnTo>
                  <a:lnTo>
                    <a:pt x="1668730" y="3539278"/>
                  </a:lnTo>
                  <a:lnTo>
                    <a:pt x="1711821" y="3459045"/>
                  </a:lnTo>
                  <a:lnTo>
                    <a:pt x="1719082" y="3444575"/>
                  </a:lnTo>
                  <a:lnTo>
                    <a:pt x="1749330" y="3381418"/>
                  </a:lnTo>
                  <a:lnTo>
                    <a:pt x="1779311" y="3314301"/>
                  </a:lnTo>
                  <a:lnTo>
                    <a:pt x="1809164" y="3243144"/>
                  </a:lnTo>
                  <a:lnTo>
                    <a:pt x="1839003" y="3167912"/>
                  </a:lnTo>
                  <a:lnTo>
                    <a:pt x="1868917" y="3088619"/>
                  </a:lnTo>
                  <a:lnTo>
                    <a:pt x="1898976" y="3005337"/>
                  </a:lnTo>
                  <a:lnTo>
                    <a:pt x="1929231" y="2918192"/>
                  </a:lnTo>
                  <a:lnTo>
                    <a:pt x="1959714" y="2827374"/>
                  </a:lnTo>
                  <a:lnTo>
                    <a:pt x="1990441" y="2733131"/>
                  </a:lnTo>
                  <a:lnTo>
                    <a:pt x="2021413" y="2635775"/>
                  </a:lnTo>
                  <a:lnTo>
                    <a:pt x="2052617" y="2535674"/>
                  </a:lnTo>
                  <a:lnTo>
                    <a:pt x="2084028" y="2433251"/>
                  </a:lnTo>
                  <a:lnTo>
                    <a:pt x="2115611" y="2328977"/>
                  </a:lnTo>
                  <a:lnTo>
                    <a:pt x="2147321" y="2223358"/>
                  </a:lnTo>
                  <a:lnTo>
                    <a:pt x="2179110" y="2116933"/>
                  </a:lnTo>
                  <a:lnTo>
                    <a:pt x="2210923" y="2010256"/>
                  </a:lnTo>
                  <a:lnTo>
                    <a:pt x="2242706" y="1903886"/>
                  </a:lnTo>
                  <a:lnTo>
                    <a:pt x="2274406" y="1798378"/>
                  </a:lnTo>
                  <a:lnTo>
                    <a:pt x="2305974" y="1694266"/>
                  </a:lnTo>
                  <a:lnTo>
                    <a:pt x="2337366" y="1592056"/>
                  </a:lnTo>
                  <a:lnTo>
                    <a:pt x="2368548" y="1492211"/>
                  </a:lnTo>
                  <a:lnTo>
                    <a:pt x="2399496" y="1395150"/>
                  </a:lnTo>
                  <a:lnTo>
                    <a:pt x="2430198" y="1301237"/>
                  </a:lnTo>
                  <a:lnTo>
                    <a:pt x="2460657" y="1210775"/>
                  </a:lnTo>
                  <a:lnTo>
                    <a:pt x="2490891" y="1124009"/>
                  </a:lnTo>
                  <a:lnTo>
                    <a:pt x="2520933" y="1041120"/>
                  </a:lnTo>
                  <a:lnTo>
                    <a:pt x="2550836" y="962232"/>
                  </a:lnTo>
                  <a:lnTo>
                    <a:pt x="2580671" y="887407"/>
                  </a:lnTo>
                  <a:lnTo>
                    <a:pt x="2610532" y="816656"/>
                  </a:lnTo>
                  <a:lnTo>
                    <a:pt x="2640533" y="749939"/>
                  </a:lnTo>
                  <a:lnTo>
                    <a:pt x="2667772" y="693270"/>
                  </a:lnTo>
                  <a:lnTo>
                    <a:pt x="2710677" y="611739"/>
                  </a:lnTo>
                  <a:lnTo>
                    <a:pt x="2754885" y="537780"/>
                  </a:lnTo>
                  <a:lnTo>
                    <a:pt x="2800981" y="471072"/>
                  </a:lnTo>
                  <a:lnTo>
                    <a:pt x="2849619" y="411034"/>
                  </a:lnTo>
                  <a:lnTo>
                    <a:pt x="2901478" y="356990"/>
                  </a:lnTo>
                  <a:lnTo>
                    <a:pt x="2957212" y="308262"/>
                  </a:lnTo>
                  <a:lnTo>
                    <a:pt x="3017394" y="264233"/>
                  </a:lnTo>
                  <a:lnTo>
                    <a:pt x="3082441" y="224378"/>
                  </a:lnTo>
                  <a:lnTo>
                    <a:pt x="3152521" y="188282"/>
                  </a:lnTo>
                  <a:lnTo>
                    <a:pt x="3227430" y="155652"/>
                  </a:lnTo>
                  <a:lnTo>
                    <a:pt x="3306457" y="126312"/>
                  </a:lnTo>
                  <a:lnTo>
                    <a:pt x="3388263" y="100199"/>
                  </a:lnTo>
                  <a:lnTo>
                    <a:pt x="3470810" y="77336"/>
                  </a:lnTo>
                  <a:lnTo>
                    <a:pt x="3551393" y="57792"/>
                  </a:lnTo>
                  <a:lnTo>
                    <a:pt x="3626851" y="41632"/>
                  </a:lnTo>
                  <a:lnTo>
                    <a:pt x="3693938" y="28846"/>
                  </a:lnTo>
                  <a:lnTo>
                    <a:pt x="3749849" y="19301"/>
                  </a:lnTo>
                  <a:lnTo>
                    <a:pt x="3792754" y="12704"/>
                  </a:lnTo>
                  <a:lnTo>
                    <a:pt x="3822206" y="8606"/>
                  </a:lnTo>
                  <a:lnTo>
                    <a:pt x="3839313" y="6445"/>
                  </a:lnTo>
                  <a:lnTo>
                    <a:pt x="3846659" y="559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2" y="5505"/>
                  </a:lnTo>
                  <a:lnTo>
                    <a:pt x="4396171" y="5937"/>
                  </a:lnTo>
                  <a:lnTo>
                    <a:pt x="4416349" y="7133"/>
                  </a:lnTo>
                  <a:lnTo>
                    <a:pt x="4451943" y="9482"/>
                  </a:lnTo>
                  <a:lnTo>
                    <a:pt x="4504022" y="13324"/>
                  </a:lnTo>
                  <a:lnTo>
                    <a:pt x="4571368" y="18913"/>
                  </a:lnTo>
                  <a:lnTo>
                    <a:pt x="4650882" y="26390"/>
                  </a:lnTo>
                  <a:lnTo>
                    <a:pt x="4738376" y="35797"/>
                  </a:lnTo>
                  <a:lnTo>
                    <a:pt x="4829464" y="47105"/>
                  </a:lnTo>
                  <a:lnTo>
                    <a:pt x="4920289" y="60270"/>
                  </a:lnTo>
                  <a:lnTo>
                    <a:pt x="5007939" y="75271"/>
                  </a:lnTo>
                  <a:lnTo>
                    <a:pt x="5090552" y="92146"/>
                  </a:lnTo>
                  <a:lnTo>
                    <a:pt x="5167204" y="111010"/>
                  </a:lnTo>
                  <a:lnTo>
                    <a:pt x="5237709" y="132059"/>
                  </a:lnTo>
                  <a:lnTo>
                    <a:pt x="5302397" y="155576"/>
                  </a:lnTo>
                  <a:lnTo>
                    <a:pt x="5361924" y="181913"/>
                  </a:lnTo>
                  <a:lnTo>
                    <a:pt x="5417129" y="211481"/>
                  </a:lnTo>
                  <a:lnTo>
                    <a:pt x="5468926" y="244711"/>
                  </a:lnTo>
                  <a:lnTo>
                    <a:pt x="5518217" y="281992"/>
                  </a:lnTo>
                  <a:lnTo>
                    <a:pt x="5565815" y="323564"/>
                  </a:lnTo>
                  <a:lnTo>
                    <a:pt x="5567201" y="324857"/>
                  </a:lnTo>
                  <a:lnTo>
                    <a:pt x="5608035" y="364955"/>
                  </a:lnTo>
                  <a:lnTo>
                    <a:pt x="5648473" y="408442"/>
                  </a:lnTo>
                  <a:lnTo>
                    <a:pt x="5688824" y="455382"/>
                  </a:lnTo>
                  <a:lnTo>
                    <a:pt x="5729319" y="505765"/>
                  </a:lnTo>
                  <a:lnTo>
                    <a:pt x="5770119" y="559495"/>
                  </a:lnTo>
                  <a:lnTo>
                    <a:pt x="5811323" y="616384"/>
                  </a:lnTo>
                  <a:lnTo>
                    <a:pt x="5852973" y="676150"/>
                  </a:lnTo>
                  <a:lnTo>
                    <a:pt x="5895061" y="738417"/>
                  </a:lnTo>
                  <a:lnTo>
                    <a:pt x="5937537" y="802721"/>
                  </a:lnTo>
                  <a:lnTo>
                    <a:pt x="5980312" y="868524"/>
                  </a:lnTo>
                  <a:lnTo>
                    <a:pt x="6023274" y="935230"/>
                  </a:lnTo>
                  <a:lnTo>
                    <a:pt x="6066293" y="1002210"/>
                  </a:lnTo>
                  <a:lnTo>
                    <a:pt x="6109235" y="1068820"/>
                  </a:lnTo>
                  <a:lnTo>
                    <a:pt x="6151972" y="1134434"/>
                  </a:lnTo>
                  <a:lnTo>
                    <a:pt x="6194394" y="1198464"/>
                  </a:lnTo>
                  <a:lnTo>
                    <a:pt x="6236419" y="1260382"/>
                  </a:lnTo>
                  <a:lnTo>
                    <a:pt x="6278001" y="1319737"/>
                  </a:lnTo>
                  <a:lnTo>
                    <a:pt x="6319140" y="1376166"/>
                  </a:lnTo>
                  <a:lnTo>
                    <a:pt x="6359886" y="1429402"/>
                  </a:lnTo>
                  <a:lnTo>
                    <a:pt x="6400348" y="1479270"/>
                  </a:lnTo>
                  <a:lnTo>
                    <a:pt x="6440695" y="1525690"/>
                  </a:lnTo>
                  <a:lnTo>
                    <a:pt x="6481171" y="1568660"/>
                  </a:lnTo>
                  <a:lnTo>
                    <a:pt x="6515891" y="1602507"/>
                  </a:lnTo>
                  <a:lnTo>
                    <a:pt x="6563450" y="1644208"/>
                  </a:lnTo>
                  <a:lnTo>
                    <a:pt x="6612680" y="1681613"/>
                  </a:lnTo>
                  <a:lnTo>
                    <a:pt x="6664390" y="1714957"/>
                  </a:lnTo>
                  <a:lnTo>
                    <a:pt x="6719482" y="1744627"/>
                  </a:lnTo>
                  <a:lnTo>
                    <a:pt x="6778869" y="1771053"/>
                  </a:lnTo>
                  <a:lnTo>
                    <a:pt x="6843393" y="1794648"/>
                  </a:lnTo>
                  <a:lnTo>
                    <a:pt x="6913720" y="1815766"/>
                  </a:lnTo>
                  <a:lnTo>
                    <a:pt x="6990190" y="1834690"/>
                  </a:lnTo>
                  <a:lnTo>
                    <a:pt x="7072636" y="1851622"/>
                  </a:lnTo>
                  <a:lnTo>
                    <a:pt x="7160160" y="1866678"/>
                  </a:lnTo>
                  <a:lnTo>
                    <a:pt x="7250928" y="1879897"/>
                  </a:lnTo>
                  <a:lnTo>
                    <a:pt x="7342059" y="1891261"/>
                  </a:lnTo>
                  <a:lnTo>
                    <a:pt x="7429721" y="1900724"/>
                  </a:lnTo>
                  <a:lnTo>
                    <a:pt x="7509533" y="1908258"/>
                  </a:lnTo>
                  <a:lnTo>
                    <a:pt x="7577290" y="1913901"/>
                  </a:lnTo>
                  <a:lnTo>
                    <a:pt x="7629848" y="1917792"/>
                  </a:lnTo>
                  <a:lnTo>
                    <a:pt x="7665924" y="1920180"/>
                  </a:lnTo>
                  <a:lnTo>
                    <a:pt x="7686520" y="1921404"/>
                  </a:lnTo>
                  <a:lnTo>
                    <a:pt x="7694890" y="1921854"/>
                  </a:lnTo>
                  <a:lnTo>
                    <a:pt x="7696237" y="1921920"/>
                  </a:lnTo>
                  <a:lnTo>
                    <a:pt x="8234974" y="1921920"/>
                  </a:lnTo>
                  <a:lnTo>
                    <a:pt x="8234974" y="1916476"/>
                  </a:ln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1" y="95"/>
                  </a:lnTo>
                  <a:lnTo>
                    <a:pt x="3841168" y="780"/>
                  </a:lnTo>
                  <a:lnTo>
                    <a:pt x="3825951" y="2672"/>
                  </a:lnTo>
                  <a:lnTo>
                    <a:pt x="3798729" y="6396"/>
                  </a:lnTo>
                  <a:lnTo>
                    <a:pt x="3758134" y="12531"/>
                  </a:lnTo>
                  <a:lnTo>
                    <a:pt x="3704350" y="21547"/>
                  </a:lnTo>
                  <a:lnTo>
                    <a:pt x="3638994" y="33765"/>
                  </a:lnTo>
                  <a:lnTo>
                    <a:pt x="3564743" y="49346"/>
                  </a:lnTo>
                  <a:lnTo>
                    <a:pt x="3484803" y="68314"/>
                  </a:lnTo>
                  <a:lnTo>
                    <a:pt x="3402385" y="90615"/>
                  </a:lnTo>
                  <a:lnTo>
                    <a:pt x="3320288" y="116176"/>
                  </a:lnTo>
                  <a:lnTo>
                    <a:pt x="3240672" y="144963"/>
                  </a:lnTo>
                  <a:lnTo>
                    <a:pt x="3164993" y="177022"/>
                  </a:lnTo>
                  <a:lnTo>
                    <a:pt x="3094061" y="212508"/>
                  </a:lnTo>
                  <a:lnTo>
                    <a:pt x="3028157" y="251694"/>
                  </a:lnTo>
                  <a:lnTo>
                    <a:pt x="2967167" y="294976"/>
                  </a:lnTo>
                  <a:lnTo>
                    <a:pt x="2910711" y="342859"/>
                  </a:lnTo>
                  <a:lnTo>
                    <a:pt x="2858235" y="395948"/>
                  </a:lnTo>
                  <a:lnTo>
                    <a:pt x="2809094" y="454913"/>
                  </a:lnTo>
                  <a:lnTo>
                    <a:pt x="2762612" y="520436"/>
                  </a:lnTo>
                  <a:lnTo>
                    <a:pt x="2718124" y="593123"/>
                  </a:lnTo>
                  <a:lnTo>
                    <a:pt x="2675033" y="673355"/>
                  </a:lnTo>
                  <a:lnTo>
                    <a:pt x="2667772" y="687826"/>
                  </a:lnTo>
                  <a:lnTo>
                    <a:pt x="2637524" y="750983"/>
                  </a:lnTo>
                  <a:lnTo>
                    <a:pt x="2607543" y="818099"/>
                  </a:lnTo>
                  <a:lnTo>
                    <a:pt x="2577690" y="889257"/>
                  </a:lnTo>
                  <a:lnTo>
                    <a:pt x="2547852" y="964489"/>
                  </a:lnTo>
                  <a:lnTo>
                    <a:pt x="2517938" y="1043781"/>
                  </a:lnTo>
                  <a:lnTo>
                    <a:pt x="2487879" y="1127063"/>
                  </a:lnTo>
                  <a:lnTo>
                    <a:pt x="2457624" y="1214208"/>
                  </a:lnTo>
                  <a:lnTo>
                    <a:pt x="2427141" y="1305027"/>
                  </a:lnTo>
                  <a:lnTo>
                    <a:pt x="2396414" y="1399270"/>
                  </a:lnTo>
                  <a:lnTo>
                    <a:pt x="2365442" y="1496626"/>
                  </a:lnTo>
                  <a:lnTo>
                    <a:pt x="2334238" y="1596726"/>
                  </a:lnTo>
                  <a:lnTo>
                    <a:pt x="2302826" y="1699149"/>
                  </a:lnTo>
                  <a:lnTo>
                    <a:pt x="2271244" y="1803424"/>
                  </a:lnTo>
                  <a:lnTo>
                    <a:pt x="2239533" y="1909042"/>
                  </a:lnTo>
                  <a:lnTo>
                    <a:pt x="2207744" y="2015467"/>
                  </a:lnTo>
                  <a:lnTo>
                    <a:pt x="2175931" y="2122145"/>
                  </a:lnTo>
                  <a:lnTo>
                    <a:pt x="2144148" y="2228514"/>
                  </a:lnTo>
                  <a:lnTo>
                    <a:pt x="2112448" y="2334022"/>
                  </a:lnTo>
                  <a:lnTo>
                    <a:pt x="2080881" y="2438134"/>
                  </a:lnTo>
                  <a:lnTo>
                    <a:pt x="2049489" y="2540345"/>
                  </a:lnTo>
                  <a:lnTo>
                    <a:pt x="2018307" y="2640189"/>
                  </a:lnTo>
                  <a:lnTo>
                    <a:pt x="1987359" y="2737250"/>
                  </a:lnTo>
                  <a:lnTo>
                    <a:pt x="1956656" y="2831164"/>
                  </a:lnTo>
                  <a:lnTo>
                    <a:pt x="1926197" y="2921626"/>
                  </a:lnTo>
                  <a:lnTo>
                    <a:pt x="1895964" y="3008392"/>
                  </a:lnTo>
                  <a:lnTo>
                    <a:pt x="1865922" y="3091280"/>
                  </a:lnTo>
                  <a:lnTo>
                    <a:pt x="1836019" y="3170169"/>
                  </a:lnTo>
                  <a:lnTo>
                    <a:pt x="1806183" y="3244994"/>
                  </a:lnTo>
                  <a:lnTo>
                    <a:pt x="1776323" y="3315745"/>
                  </a:lnTo>
                  <a:lnTo>
                    <a:pt x="1746322" y="3382461"/>
                  </a:lnTo>
                  <a:lnTo>
                    <a:pt x="1719082" y="3439130"/>
                  </a:lnTo>
                  <a:lnTo>
                    <a:pt x="1676178" y="3520662"/>
                  </a:lnTo>
                  <a:lnTo>
                    <a:pt x="1631969" y="3594620"/>
                  </a:lnTo>
                  <a:lnTo>
                    <a:pt x="1585874" y="3661329"/>
                  </a:lnTo>
                  <a:lnTo>
                    <a:pt x="1537236" y="3721366"/>
                  </a:lnTo>
                  <a:lnTo>
                    <a:pt x="1485377" y="3775411"/>
                  </a:lnTo>
                  <a:lnTo>
                    <a:pt x="1429643" y="3824139"/>
                  </a:lnTo>
                  <a:lnTo>
                    <a:pt x="1369461" y="3868168"/>
                  </a:lnTo>
                  <a:lnTo>
                    <a:pt x="1304414" y="3908023"/>
                  </a:lnTo>
                  <a:lnTo>
                    <a:pt x="1234333" y="3944118"/>
                  </a:lnTo>
                  <a:lnTo>
                    <a:pt x="1159425" y="3976749"/>
                  </a:lnTo>
                  <a:lnTo>
                    <a:pt x="1080398" y="4006089"/>
                  </a:lnTo>
                  <a:lnTo>
                    <a:pt x="998591" y="4032202"/>
                  </a:lnTo>
                  <a:lnTo>
                    <a:pt x="916045" y="4055065"/>
                  </a:lnTo>
                  <a:lnTo>
                    <a:pt x="835461" y="4074608"/>
                  </a:lnTo>
                  <a:lnTo>
                    <a:pt x="760004" y="4090768"/>
                  </a:lnTo>
                  <a:lnTo>
                    <a:pt x="692917" y="4103554"/>
                  </a:lnTo>
                  <a:lnTo>
                    <a:pt x="637006" y="4113099"/>
                  </a:lnTo>
                  <a:lnTo>
                    <a:pt x="594101" y="4119697"/>
                  </a:lnTo>
                  <a:lnTo>
                    <a:pt x="564648" y="4123794"/>
                  </a:lnTo>
                  <a:lnTo>
                    <a:pt x="547542" y="4125956"/>
                  </a:lnTo>
                  <a:lnTo>
                    <a:pt x="540195" y="4126802"/>
                  </a:lnTo>
                  <a:lnTo>
                    <a:pt x="538736" y="4126956"/>
                  </a:lnTo>
                  <a:lnTo>
                    <a:pt x="0" y="4126956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19" name="pl1719"/>
            <p:cNvSpPr/>
            <p:nvPr/>
          </p:nvSpPr>
          <p:spPr>
            <a:xfrm>
              <a:off x="546595" y="1022683"/>
              <a:ext cx="8234974" cy="4126956"/>
            </a:xfrm>
            <a:custGeom>
              <a:avLst/>
              <a:pathLst>
                <a:path w="8234974" h="4126956">
                  <a:moveTo>
                    <a:pt x="0" y="4126956"/>
                  </a:moveTo>
                  <a:lnTo>
                    <a:pt x="538736" y="4126956"/>
                  </a:lnTo>
                  <a:lnTo>
                    <a:pt x="539653" y="4126860"/>
                  </a:lnTo>
                  <a:lnTo>
                    <a:pt x="545687" y="4126176"/>
                  </a:lnTo>
                  <a:lnTo>
                    <a:pt x="560904" y="4124284"/>
                  </a:lnTo>
                  <a:lnTo>
                    <a:pt x="588125" y="4120560"/>
                  </a:lnTo>
                  <a:lnTo>
                    <a:pt x="628721" y="4114425"/>
                  </a:lnTo>
                  <a:lnTo>
                    <a:pt x="682505" y="4105409"/>
                  </a:lnTo>
                  <a:lnTo>
                    <a:pt x="747860" y="4093191"/>
                  </a:lnTo>
                  <a:lnTo>
                    <a:pt x="822112" y="4077610"/>
                  </a:lnTo>
                  <a:lnTo>
                    <a:pt x="902052" y="4058642"/>
                  </a:lnTo>
                  <a:lnTo>
                    <a:pt x="984470" y="4036341"/>
                  </a:lnTo>
                  <a:lnTo>
                    <a:pt x="1066567" y="4010779"/>
                  </a:lnTo>
                  <a:lnTo>
                    <a:pt x="1146183" y="3981993"/>
                  </a:lnTo>
                  <a:lnTo>
                    <a:pt x="1221862" y="3949934"/>
                  </a:lnTo>
                  <a:lnTo>
                    <a:pt x="1292794" y="3914448"/>
                  </a:lnTo>
                  <a:lnTo>
                    <a:pt x="1358698" y="3875261"/>
                  </a:lnTo>
                  <a:lnTo>
                    <a:pt x="1419687" y="3831980"/>
                  </a:lnTo>
                  <a:lnTo>
                    <a:pt x="1476144" y="3784097"/>
                  </a:lnTo>
                  <a:lnTo>
                    <a:pt x="1528620" y="3731008"/>
                  </a:lnTo>
                  <a:lnTo>
                    <a:pt x="1577761" y="3672043"/>
                  </a:lnTo>
                  <a:lnTo>
                    <a:pt x="1624243" y="3606520"/>
                  </a:lnTo>
                  <a:lnTo>
                    <a:pt x="1668730" y="3533833"/>
                  </a:lnTo>
                  <a:lnTo>
                    <a:pt x="1711821" y="3453601"/>
                  </a:lnTo>
                  <a:lnTo>
                    <a:pt x="1719082" y="3439130"/>
                  </a:lnTo>
                  <a:lnTo>
                    <a:pt x="1749330" y="3375973"/>
                  </a:lnTo>
                  <a:lnTo>
                    <a:pt x="1779311" y="3308856"/>
                  </a:lnTo>
                  <a:lnTo>
                    <a:pt x="1809164" y="3237699"/>
                  </a:lnTo>
                  <a:lnTo>
                    <a:pt x="1839003" y="3162467"/>
                  </a:lnTo>
                  <a:lnTo>
                    <a:pt x="1868917" y="3083175"/>
                  </a:lnTo>
                  <a:lnTo>
                    <a:pt x="1898976" y="2999893"/>
                  </a:lnTo>
                  <a:lnTo>
                    <a:pt x="1929231" y="2912748"/>
                  </a:lnTo>
                  <a:lnTo>
                    <a:pt x="1959714" y="2821929"/>
                  </a:lnTo>
                  <a:lnTo>
                    <a:pt x="1990441" y="2727686"/>
                  </a:lnTo>
                  <a:lnTo>
                    <a:pt x="2021413" y="2630330"/>
                  </a:lnTo>
                  <a:lnTo>
                    <a:pt x="2052617" y="2530229"/>
                  </a:lnTo>
                  <a:lnTo>
                    <a:pt x="2084028" y="2427807"/>
                  </a:lnTo>
                  <a:lnTo>
                    <a:pt x="2115611" y="2323532"/>
                  </a:lnTo>
                  <a:lnTo>
                    <a:pt x="2147321" y="2217914"/>
                  </a:lnTo>
                  <a:lnTo>
                    <a:pt x="2179110" y="2111488"/>
                  </a:lnTo>
                  <a:lnTo>
                    <a:pt x="2210923" y="2004811"/>
                  </a:lnTo>
                  <a:lnTo>
                    <a:pt x="2242706" y="1898442"/>
                  </a:lnTo>
                  <a:lnTo>
                    <a:pt x="2274406" y="1792934"/>
                  </a:lnTo>
                  <a:lnTo>
                    <a:pt x="2305974" y="1688822"/>
                  </a:lnTo>
                  <a:lnTo>
                    <a:pt x="2337366" y="1586611"/>
                  </a:lnTo>
                  <a:lnTo>
                    <a:pt x="2368548" y="1486766"/>
                  </a:lnTo>
                  <a:lnTo>
                    <a:pt x="2399496" y="1389706"/>
                  </a:lnTo>
                  <a:lnTo>
                    <a:pt x="2430198" y="1295792"/>
                  </a:lnTo>
                  <a:lnTo>
                    <a:pt x="2460657" y="1205330"/>
                  </a:lnTo>
                  <a:lnTo>
                    <a:pt x="2490891" y="1118564"/>
                  </a:lnTo>
                  <a:lnTo>
                    <a:pt x="2520933" y="1035676"/>
                  </a:lnTo>
                  <a:lnTo>
                    <a:pt x="2550836" y="956787"/>
                  </a:lnTo>
                  <a:lnTo>
                    <a:pt x="2580671" y="881962"/>
                  </a:lnTo>
                  <a:lnTo>
                    <a:pt x="2610532" y="811211"/>
                  </a:lnTo>
                  <a:lnTo>
                    <a:pt x="2640533" y="744495"/>
                  </a:lnTo>
                  <a:lnTo>
                    <a:pt x="2667772" y="687826"/>
                  </a:lnTo>
                  <a:lnTo>
                    <a:pt x="2710677" y="606294"/>
                  </a:lnTo>
                  <a:lnTo>
                    <a:pt x="2754885" y="532336"/>
                  </a:lnTo>
                  <a:lnTo>
                    <a:pt x="2800981" y="465627"/>
                  </a:lnTo>
                  <a:lnTo>
                    <a:pt x="2849619" y="405590"/>
                  </a:lnTo>
                  <a:lnTo>
                    <a:pt x="2901478" y="351545"/>
                  </a:lnTo>
                  <a:lnTo>
                    <a:pt x="2957212" y="302817"/>
                  </a:lnTo>
                  <a:lnTo>
                    <a:pt x="3017394" y="258788"/>
                  </a:lnTo>
                  <a:lnTo>
                    <a:pt x="3082441" y="218933"/>
                  </a:lnTo>
                  <a:lnTo>
                    <a:pt x="3152521" y="182838"/>
                  </a:lnTo>
                  <a:lnTo>
                    <a:pt x="3227430" y="150207"/>
                  </a:lnTo>
                  <a:lnTo>
                    <a:pt x="3306457" y="120867"/>
                  </a:lnTo>
                  <a:lnTo>
                    <a:pt x="3388263" y="94754"/>
                  </a:lnTo>
                  <a:lnTo>
                    <a:pt x="3470810" y="71891"/>
                  </a:lnTo>
                  <a:lnTo>
                    <a:pt x="3551393" y="52348"/>
                  </a:lnTo>
                  <a:lnTo>
                    <a:pt x="3626851" y="36187"/>
                  </a:lnTo>
                  <a:lnTo>
                    <a:pt x="3693938" y="23402"/>
                  </a:lnTo>
                  <a:lnTo>
                    <a:pt x="3749849" y="13857"/>
                  </a:lnTo>
                  <a:lnTo>
                    <a:pt x="3792754" y="7259"/>
                  </a:lnTo>
                  <a:lnTo>
                    <a:pt x="3822206" y="3162"/>
                  </a:lnTo>
                  <a:lnTo>
                    <a:pt x="3839313" y="1000"/>
                  </a:lnTo>
                  <a:lnTo>
                    <a:pt x="3846659" y="154"/>
                  </a:lnTo>
                  <a:lnTo>
                    <a:pt x="3848114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2" y="60"/>
                  </a:lnTo>
                  <a:lnTo>
                    <a:pt x="4396171" y="493"/>
                  </a:lnTo>
                  <a:lnTo>
                    <a:pt x="4416349" y="1689"/>
                  </a:lnTo>
                  <a:lnTo>
                    <a:pt x="4451943" y="4037"/>
                  </a:lnTo>
                  <a:lnTo>
                    <a:pt x="4504022" y="7879"/>
                  </a:lnTo>
                  <a:lnTo>
                    <a:pt x="4571368" y="13468"/>
                  </a:lnTo>
                  <a:lnTo>
                    <a:pt x="4650882" y="20946"/>
                  </a:lnTo>
                  <a:lnTo>
                    <a:pt x="4738376" y="30352"/>
                  </a:lnTo>
                  <a:lnTo>
                    <a:pt x="4829464" y="41660"/>
                  </a:lnTo>
                  <a:lnTo>
                    <a:pt x="4920289" y="54825"/>
                  </a:lnTo>
                  <a:lnTo>
                    <a:pt x="5007939" y="69827"/>
                  </a:lnTo>
                  <a:lnTo>
                    <a:pt x="5090552" y="86702"/>
                  </a:lnTo>
                  <a:lnTo>
                    <a:pt x="5167204" y="105565"/>
                  </a:lnTo>
                  <a:lnTo>
                    <a:pt x="5237709" y="126615"/>
                  </a:lnTo>
                  <a:lnTo>
                    <a:pt x="5302397" y="150131"/>
                  </a:lnTo>
                  <a:lnTo>
                    <a:pt x="5361924" y="176469"/>
                  </a:lnTo>
                  <a:lnTo>
                    <a:pt x="5417129" y="206037"/>
                  </a:lnTo>
                  <a:lnTo>
                    <a:pt x="5468926" y="239266"/>
                  </a:lnTo>
                  <a:lnTo>
                    <a:pt x="5518217" y="276547"/>
                  </a:lnTo>
                  <a:lnTo>
                    <a:pt x="5565815" y="318120"/>
                  </a:lnTo>
                  <a:lnTo>
                    <a:pt x="5567201" y="319412"/>
                  </a:lnTo>
                  <a:lnTo>
                    <a:pt x="5608035" y="359510"/>
                  </a:lnTo>
                  <a:lnTo>
                    <a:pt x="5648473" y="402997"/>
                  </a:lnTo>
                  <a:lnTo>
                    <a:pt x="5688824" y="449937"/>
                  </a:lnTo>
                  <a:lnTo>
                    <a:pt x="5729319" y="500320"/>
                  </a:lnTo>
                  <a:lnTo>
                    <a:pt x="5770119" y="554050"/>
                  </a:lnTo>
                  <a:lnTo>
                    <a:pt x="5811323" y="610939"/>
                  </a:lnTo>
                  <a:lnTo>
                    <a:pt x="5852973" y="670705"/>
                  </a:lnTo>
                  <a:lnTo>
                    <a:pt x="5895061" y="732972"/>
                  </a:lnTo>
                  <a:lnTo>
                    <a:pt x="5937537" y="797276"/>
                  </a:lnTo>
                  <a:lnTo>
                    <a:pt x="5980312" y="863079"/>
                  </a:lnTo>
                  <a:lnTo>
                    <a:pt x="6023274" y="929786"/>
                  </a:lnTo>
                  <a:lnTo>
                    <a:pt x="6066293" y="996765"/>
                  </a:lnTo>
                  <a:lnTo>
                    <a:pt x="6109235" y="1063376"/>
                  </a:lnTo>
                  <a:lnTo>
                    <a:pt x="6151972" y="1128990"/>
                  </a:lnTo>
                  <a:lnTo>
                    <a:pt x="6194394" y="1193020"/>
                  </a:lnTo>
                  <a:lnTo>
                    <a:pt x="6236419" y="1254938"/>
                  </a:lnTo>
                  <a:lnTo>
                    <a:pt x="6278001" y="1314293"/>
                  </a:lnTo>
                  <a:lnTo>
                    <a:pt x="6319140" y="1370722"/>
                  </a:lnTo>
                  <a:lnTo>
                    <a:pt x="6359886" y="1423957"/>
                  </a:lnTo>
                  <a:lnTo>
                    <a:pt x="6400348" y="1473826"/>
                  </a:lnTo>
                  <a:lnTo>
                    <a:pt x="6440695" y="1520245"/>
                  </a:lnTo>
                  <a:lnTo>
                    <a:pt x="6481171" y="1563216"/>
                  </a:lnTo>
                  <a:lnTo>
                    <a:pt x="6515891" y="1597063"/>
                  </a:lnTo>
                  <a:lnTo>
                    <a:pt x="6563450" y="1638763"/>
                  </a:lnTo>
                  <a:lnTo>
                    <a:pt x="6612680" y="1676168"/>
                  </a:lnTo>
                  <a:lnTo>
                    <a:pt x="6664390" y="1709512"/>
                  </a:lnTo>
                  <a:lnTo>
                    <a:pt x="6719482" y="1739182"/>
                  </a:lnTo>
                  <a:lnTo>
                    <a:pt x="6778869" y="1765609"/>
                  </a:lnTo>
                  <a:lnTo>
                    <a:pt x="6843393" y="1789203"/>
                  </a:lnTo>
                  <a:lnTo>
                    <a:pt x="6913720" y="1810321"/>
                  </a:lnTo>
                  <a:lnTo>
                    <a:pt x="6990190" y="1829246"/>
                  </a:lnTo>
                  <a:lnTo>
                    <a:pt x="7072636" y="1846178"/>
                  </a:lnTo>
                  <a:lnTo>
                    <a:pt x="7160160" y="1861233"/>
                  </a:lnTo>
                  <a:lnTo>
                    <a:pt x="7250928" y="1874452"/>
                  </a:lnTo>
                  <a:lnTo>
                    <a:pt x="7342059" y="1885816"/>
                  </a:lnTo>
                  <a:lnTo>
                    <a:pt x="7429721" y="1895279"/>
                  </a:lnTo>
                  <a:lnTo>
                    <a:pt x="7509533" y="1902814"/>
                  </a:lnTo>
                  <a:lnTo>
                    <a:pt x="7577290" y="1908457"/>
                  </a:lnTo>
                  <a:lnTo>
                    <a:pt x="7629848" y="1912347"/>
                  </a:lnTo>
                  <a:lnTo>
                    <a:pt x="7665924" y="1914735"/>
                  </a:lnTo>
                  <a:lnTo>
                    <a:pt x="7686520" y="1915960"/>
                  </a:lnTo>
                  <a:lnTo>
                    <a:pt x="7694890" y="1916409"/>
                  </a:lnTo>
                  <a:lnTo>
                    <a:pt x="7696237" y="1916476"/>
                  </a:lnTo>
                  <a:lnTo>
                    <a:pt x="7696237" y="1916476"/>
                  </a:lnTo>
                  <a:lnTo>
                    <a:pt x="8234974" y="1916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0" name="pl1720"/>
            <p:cNvSpPr/>
            <p:nvPr/>
          </p:nvSpPr>
          <p:spPr>
            <a:xfrm>
              <a:off x="546595" y="1017239"/>
              <a:ext cx="8234974" cy="4126956"/>
            </a:xfrm>
            <a:custGeom>
              <a:avLst/>
              <a:pathLst>
                <a:path w="8234974" h="4126956">
                  <a:moveTo>
                    <a:pt x="8234974" y="1916476"/>
                  </a:moveTo>
                  <a:lnTo>
                    <a:pt x="7696237" y="1916476"/>
                  </a:lnTo>
                  <a:lnTo>
                    <a:pt x="7695000" y="1916415"/>
                  </a:lnTo>
                  <a:lnTo>
                    <a:pt x="7686921" y="1915982"/>
                  </a:lnTo>
                  <a:lnTo>
                    <a:pt x="7666743" y="1914786"/>
                  </a:lnTo>
                  <a:lnTo>
                    <a:pt x="7631149" y="1912438"/>
                  </a:lnTo>
                  <a:lnTo>
                    <a:pt x="7579070" y="1908596"/>
                  </a:lnTo>
                  <a:lnTo>
                    <a:pt x="7511725" y="1903007"/>
                  </a:lnTo>
                  <a:lnTo>
                    <a:pt x="7432210" y="1895529"/>
                  </a:lnTo>
                  <a:lnTo>
                    <a:pt x="7344716" y="1886123"/>
                  </a:lnTo>
                  <a:lnTo>
                    <a:pt x="7253629" y="1874815"/>
                  </a:lnTo>
                  <a:lnTo>
                    <a:pt x="7162804" y="1861650"/>
                  </a:lnTo>
                  <a:lnTo>
                    <a:pt x="7075153" y="1846648"/>
                  </a:lnTo>
                  <a:lnTo>
                    <a:pt x="6992540" y="1829773"/>
                  </a:lnTo>
                  <a:lnTo>
                    <a:pt x="6915888" y="1810910"/>
                  </a:lnTo>
                  <a:lnTo>
                    <a:pt x="6845383" y="1789860"/>
                  </a:lnTo>
                  <a:lnTo>
                    <a:pt x="6780696" y="1766344"/>
                  </a:lnTo>
                  <a:lnTo>
                    <a:pt x="6721169" y="1740007"/>
                  </a:lnTo>
                  <a:lnTo>
                    <a:pt x="6665963" y="1710438"/>
                  </a:lnTo>
                  <a:lnTo>
                    <a:pt x="6614167" y="1677209"/>
                  </a:lnTo>
                  <a:lnTo>
                    <a:pt x="6564876" y="1639928"/>
                  </a:lnTo>
                  <a:lnTo>
                    <a:pt x="6517277" y="1598355"/>
                  </a:lnTo>
                  <a:lnTo>
                    <a:pt x="6515891" y="1597063"/>
                  </a:lnTo>
                  <a:lnTo>
                    <a:pt x="6475057" y="1556965"/>
                  </a:lnTo>
                  <a:lnTo>
                    <a:pt x="6434620" y="1513478"/>
                  </a:lnTo>
                  <a:lnTo>
                    <a:pt x="6394268" y="1466538"/>
                  </a:lnTo>
                  <a:lnTo>
                    <a:pt x="6353773" y="1416155"/>
                  </a:lnTo>
                  <a:lnTo>
                    <a:pt x="6312973" y="1362425"/>
                  </a:lnTo>
                  <a:lnTo>
                    <a:pt x="6271770" y="1305536"/>
                  </a:lnTo>
                  <a:lnTo>
                    <a:pt x="6230120" y="1245770"/>
                  </a:lnTo>
                  <a:lnTo>
                    <a:pt x="6188031" y="1183503"/>
                  </a:lnTo>
                  <a:lnTo>
                    <a:pt x="6145556" y="1119199"/>
                  </a:lnTo>
                  <a:lnTo>
                    <a:pt x="6102780" y="1053396"/>
                  </a:lnTo>
                  <a:lnTo>
                    <a:pt x="6059818" y="986689"/>
                  </a:lnTo>
                  <a:lnTo>
                    <a:pt x="6016799" y="919710"/>
                  </a:lnTo>
                  <a:lnTo>
                    <a:pt x="5973857" y="853099"/>
                  </a:lnTo>
                  <a:lnTo>
                    <a:pt x="5931120" y="787485"/>
                  </a:lnTo>
                  <a:lnTo>
                    <a:pt x="5888698" y="723455"/>
                  </a:lnTo>
                  <a:lnTo>
                    <a:pt x="5846674" y="661537"/>
                  </a:lnTo>
                  <a:lnTo>
                    <a:pt x="5805092" y="602183"/>
                  </a:lnTo>
                  <a:lnTo>
                    <a:pt x="5763953" y="545753"/>
                  </a:lnTo>
                  <a:lnTo>
                    <a:pt x="5723206" y="492518"/>
                  </a:lnTo>
                  <a:lnTo>
                    <a:pt x="5682745" y="442649"/>
                  </a:lnTo>
                  <a:lnTo>
                    <a:pt x="5642397" y="396230"/>
                  </a:lnTo>
                  <a:lnTo>
                    <a:pt x="5601922" y="353259"/>
                  </a:lnTo>
                  <a:lnTo>
                    <a:pt x="5567201" y="319412"/>
                  </a:lnTo>
                  <a:lnTo>
                    <a:pt x="5519642" y="277712"/>
                  </a:lnTo>
                  <a:lnTo>
                    <a:pt x="5470412" y="240307"/>
                  </a:lnTo>
                  <a:lnTo>
                    <a:pt x="5418702" y="206963"/>
                  </a:lnTo>
                  <a:lnTo>
                    <a:pt x="5363611" y="177293"/>
                  </a:lnTo>
                  <a:lnTo>
                    <a:pt x="5304224" y="150866"/>
                  </a:lnTo>
                  <a:lnTo>
                    <a:pt x="5239699" y="127272"/>
                  </a:lnTo>
                  <a:lnTo>
                    <a:pt x="5169373" y="106154"/>
                  </a:lnTo>
                  <a:lnTo>
                    <a:pt x="5092902" y="87229"/>
                  </a:lnTo>
                  <a:lnTo>
                    <a:pt x="5010456" y="70297"/>
                  </a:lnTo>
                  <a:lnTo>
                    <a:pt x="4922933" y="55242"/>
                  </a:lnTo>
                  <a:lnTo>
                    <a:pt x="4832165" y="42023"/>
                  </a:lnTo>
                  <a:lnTo>
                    <a:pt x="4741034" y="30659"/>
                  </a:lnTo>
                  <a:lnTo>
                    <a:pt x="4653372" y="21196"/>
                  </a:lnTo>
                  <a:lnTo>
                    <a:pt x="4573559" y="13661"/>
                  </a:lnTo>
                  <a:lnTo>
                    <a:pt x="4505803" y="8018"/>
                  </a:lnTo>
                  <a:lnTo>
                    <a:pt x="4453245" y="4128"/>
                  </a:lnTo>
                  <a:lnTo>
                    <a:pt x="4417168" y="1740"/>
                  </a:lnTo>
                  <a:lnTo>
                    <a:pt x="4396572" y="515"/>
                  </a:lnTo>
                  <a:lnTo>
                    <a:pt x="4388202" y="66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1" y="95"/>
                  </a:lnTo>
                  <a:lnTo>
                    <a:pt x="3841168" y="780"/>
                  </a:lnTo>
                  <a:lnTo>
                    <a:pt x="3825951" y="2672"/>
                  </a:lnTo>
                  <a:lnTo>
                    <a:pt x="3798729" y="6396"/>
                  </a:lnTo>
                  <a:lnTo>
                    <a:pt x="3758134" y="12531"/>
                  </a:lnTo>
                  <a:lnTo>
                    <a:pt x="3704350" y="21547"/>
                  </a:lnTo>
                  <a:lnTo>
                    <a:pt x="3638994" y="33765"/>
                  </a:lnTo>
                  <a:lnTo>
                    <a:pt x="3564743" y="49346"/>
                  </a:lnTo>
                  <a:lnTo>
                    <a:pt x="3484803" y="68314"/>
                  </a:lnTo>
                  <a:lnTo>
                    <a:pt x="3402385" y="90615"/>
                  </a:lnTo>
                  <a:lnTo>
                    <a:pt x="3320288" y="116176"/>
                  </a:lnTo>
                  <a:lnTo>
                    <a:pt x="3240672" y="144963"/>
                  </a:lnTo>
                  <a:lnTo>
                    <a:pt x="3164993" y="177022"/>
                  </a:lnTo>
                  <a:lnTo>
                    <a:pt x="3094061" y="212508"/>
                  </a:lnTo>
                  <a:lnTo>
                    <a:pt x="3028157" y="251694"/>
                  </a:lnTo>
                  <a:lnTo>
                    <a:pt x="2967167" y="294976"/>
                  </a:lnTo>
                  <a:lnTo>
                    <a:pt x="2910711" y="342859"/>
                  </a:lnTo>
                  <a:lnTo>
                    <a:pt x="2858235" y="395948"/>
                  </a:lnTo>
                  <a:lnTo>
                    <a:pt x="2809094" y="454913"/>
                  </a:lnTo>
                  <a:lnTo>
                    <a:pt x="2762612" y="520436"/>
                  </a:lnTo>
                  <a:lnTo>
                    <a:pt x="2718124" y="593123"/>
                  </a:lnTo>
                  <a:lnTo>
                    <a:pt x="2675033" y="673355"/>
                  </a:lnTo>
                  <a:lnTo>
                    <a:pt x="2667772" y="687826"/>
                  </a:lnTo>
                  <a:lnTo>
                    <a:pt x="2637524" y="750983"/>
                  </a:lnTo>
                  <a:lnTo>
                    <a:pt x="2607543" y="818099"/>
                  </a:lnTo>
                  <a:lnTo>
                    <a:pt x="2577690" y="889257"/>
                  </a:lnTo>
                  <a:lnTo>
                    <a:pt x="2547852" y="964489"/>
                  </a:lnTo>
                  <a:lnTo>
                    <a:pt x="2517938" y="1043781"/>
                  </a:lnTo>
                  <a:lnTo>
                    <a:pt x="2487879" y="1127063"/>
                  </a:lnTo>
                  <a:lnTo>
                    <a:pt x="2457624" y="1214208"/>
                  </a:lnTo>
                  <a:lnTo>
                    <a:pt x="2427141" y="1305027"/>
                  </a:lnTo>
                  <a:lnTo>
                    <a:pt x="2396414" y="1399270"/>
                  </a:lnTo>
                  <a:lnTo>
                    <a:pt x="2365442" y="1496626"/>
                  </a:lnTo>
                  <a:lnTo>
                    <a:pt x="2334238" y="1596726"/>
                  </a:lnTo>
                  <a:lnTo>
                    <a:pt x="2302826" y="1699149"/>
                  </a:lnTo>
                  <a:lnTo>
                    <a:pt x="2271244" y="1803424"/>
                  </a:lnTo>
                  <a:lnTo>
                    <a:pt x="2239533" y="1909042"/>
                  </a:lnTo>
                  <a:lnTo>
                    <a:pt x="2207744" y="2015467"/>
                  </a:lnTo>
                  <a:lnTo>
                    <a:pt x="2175931" y="2122145"/>
                  </a:lnTo>
                  <a:lnTo>
                    <a:pt x="2144148" y="2228514"/>
                  </a:lnTo>
                  <a:lnTo>
                    <a:pt x="2112448" y="2334022"/>
                  </a:lnTo>
                  <a:lnTo>
                    <a:pt x="2080881" y="2438134"/>
                  </a:lnTo>
                  <a:lnTo>
                    <a:pt x="2049489" y="2540345"/>
                  </a:lnTo>
                  <a:lnTo>
                    <a:pt x="2018307" y="2640189"/>
                  </a:lnTo>
                  <a:lnTo>
                    <a:pt x="1987359" y="2737250"/>
                  </a:lnTo>
                  <a:lnTo>
                    <a:pt x="1956656" y="2831164"/>
                  </a:lnTo>
                  <a:lnTo>
                    <a:pt x="1926197" y="2921626"/>
                  </a:lnTo>
                  <a:lnTo>
                    <a:pt x="1895964" y="3008392"/>
                  </a:lnTo>
                  <a:lnTo>
                    <a:pt x="1865922" y="3091280"/>
                  </a:lnTo>
                  <a:lnTo>
                    <a:pt x="1836019" y="3170169"/>
                  </a:lnTo>
                  <a:lnTo>
                    <a:pt x="1806183" y="3244994"/>
                  </a:lnTo>
                  <a:lnTo>
                    <a:pt x="1776323" y="3315745"/>
                  </a:lnTo>
                  <a:lnTo>
                    <a:pt x="1746322" y="3382461"/>
                  </a:lnTo>
                  <a:lnTo>
                    <a:pt x="1719082" y="3439130"/>
                  </a:lnTo>
                  <a:lnTo>
                    <a:pt x="1676178" y="3520662"/>
                  </a:lnTo>
                  <a:lnTo>
                    <a:pt x="1631969" y="3594620"/>
                  </a:lnTo>
                  <a:lnTo>
                    <a:pt x="1585874" y="3661329"/>
                  </a:lnTo>
                  <a:lnTo>
                    <a:pt x="1537236" y="3721366"/>
                  </a:lnTo>
                  <a:lnTo>
                    <a:pt x="1485377" y="3775411"/>
                  </a:lnTo>
                  <a:lnTo>
                    <a:pt x="1429643" y="3824139"/>
                  </a:lnTo>
                  <a:lnTo>
                    <a:pt x="1369461" y="3868168"/>
                  </a:lnTo>
                  <a:lnTo>
                    <a:pt x="1304414" y="3908023"/>
                  </a:lnTo>
                  <a:lnTo>
                    <a:pt x="1234333" y="3944118"/>
                  </a:lnTo>
                  <a:lnTo>
                    <a:pt x="1159425" y="3976749"/>
                  </a:lnTo>
                  <a:lnTo>
                    <a:pt x="1080398" y="4006089"/>
                  </a:lnTo>
                  <a:lnTo>
                    <a:pt x="998591" y="4032202"/>
                  </a:lnTo>
                  <a:lnTo>
                    <a:pt x="916045" y="4055065"/>
                  </a:lnTo>
                  <a:lnTo>
                    <a:pt x="835461" y="4074608"/>
                  </a:lnTo>
                  <a:lnTo>
                    <a:pt x="760004" y="4090768"/>
                  </a:lnTo>
                  <a:lnTo>
                    <a:pt x="692917" y="4103554"/>
                  </a:lnTo>
                  <a:lnTo>
                    <a:pt x="637006" y="4113099"/>
                  </a:lnTo>
                  <a:lnTo>
                    <a:pt x="594101" y="4119697"/>
                  </a:lnTo>
                  <a:lnTo>
                    <a:pt x="564648" y="4123794"/>
                  </a:lnTo>
                  <a:lnTo>
                    <a:pt x="547542" y="4125956"/>
                  </a:lnTo>
                  <a:lnTo>
                    <a:pt x="540195" y="4126802"/>
                  </a:lnTo>
                  <a:lnTo>
                    <a:pt x="538741" y="4126956"/>
                  </a:lnTo>
                  <a:lnTo>
                    <a:pt x="538736" y="4126956"/>
                  </a:lnTo>
                  <a:lnTo>
                    <a:pt x="0" y="41269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1" name="pg1721"/>
            <p:cNvSpPr/>
            <p:nvPr/>
          </p:nvSpPr>
          <p:spPr>
            <a:xfrm>
              <a:off x="546595" y="1142463"/>
              <a:ext cx="8234974" cy="4687743"/>
            </a:xfrm>
            <a:custGeom>
              <a:avLst/>
              <a:pathLst>
                <a:path w="8234974" h="4687743">
                  <a:moveTo>
                    <a:pt x="0" y="4018066"/>
                  </a:moveTo>
                  <a:lnTo>
                    <a:pt x="538736" y="4018066"/>
                  </a:lnTo>
                  <a:lnTo>
                    <a:pt x="539663" y="4017972"/>
                  </a:lnTo>
                  <a:lnTo>
                    <a:pt x="545757" y="4017300"/>
                  </a:lnTo>
                  <a:lnTo>
                    <a:pt x="561123" y="4015443"/>
                  </a:lnTo>
                  <a:lnTo>
                    <a:pt x="588599" y="4011789"/>
                  </a:lnTo>
                  <a:lnTo>
                    <a:pt x="629550" y="4005770"/>
                  </a:lnTo>
                  <a:lnTo>
                    <a:pt x="683764" y="3996928"/>
                  </a:lnTo>
                  <a:lnTo>
                    <a:pt x="749582" y="3984949"/>
                  </a:lnTo>
                  <a:lnTo>
                    <a:pt x="824284" y="3969682"/>
                  </a:lnTo>
                  <a:lnTo>
                    <a:pt x="904621" y="3951102"/>
                  </a:lnTo>
                  <a:lnTo>
                    <a:pt x="987358" y="3929266"/>
                  </a:lnTo>
                  <a:lnTo>
                    <a:pt x="1069683" y="3904245"/>
                  </a:lnTo>
                  <a:lnTo>
                    <a:pt x="1149442" y="3876069"/>
                  </a:lnTo>
                  <a:lnTo>
                    <a:pt x="1225189" y="3844690"/>
                  </a:lnTo>
                  <a:lnTo>
                    <a:pt x="1296134" y="3809951"/>
                  </a:lnTo>
                  <a:lnTo>
                    <a:pt x="1362013" y="3771577"/>
                  </a:lnTo>
                  <a:lnTo>
                    <a:pt x="1422957" y="3729175"/>
                  </a:lnTo>
                  <a:lnTo>
                    <a:pt x="1479365" y="3682244"/>
                  </a:lnTo>
                  <a:lnTo>
                    <a:pt x="1531801" y="3630184"/>
                  </a:lnTo>
                  <a:lnTo>
                    <a:pt x="1580920" y="3572338"/>
                  </a:lnTo>
                  <a:lnTo>
                    <a:pt x="1627408" y="3508036"/>
                  </a:lnTo>
                  <a:lnTo>
                    <a:pt x="1671932" y="3436694"/>
                  </a:lnTo>
                  <a:lnTo>
                    <a:pt x="1715090" y="3357962"/>
                  </a:lnTo>
                  <a:lnTo>
                    <a:pt x="1719082" y="3350203"/>
                  </a:lnTo>
                  <a:lnTo>
                    <a:pt x="1749727" y="3288044"/>
                  </a:lnTo>
                  <a:lnTo>
                    <a:pt x="1780101" y="3221936"/>
                  </a:lnTo>
                  <a:lnTo>
                    <a:pt x="1810346" y="3151799"/>
                  </a:lnTo>
                  <a:lnTo>
                    <a:pt x="1840581" y="3077601"/>
                  </a:lnTo>
                  <a:lnTo>
                    <a:pt x="1870897" y="2999357"/>
                  </a:lnTo>
                  <a:lnTo>
                    <a:pt x="1901366" y="2917143"/>
                  </a:lnTo>
                  <a:lnTo>
                    <a:pt x="1932039" y="2831092"/>
                  </a:lnTo>
                  <a:lnTo>
                    <a:pt x="1962948" y="2741400"/>
                  </a:lnTo>
                  <a:lnTo>
                    <a:pt x="1994109" y="2648324"/>
                  </a:lnTo>
                  <a:lnTo>
                    <a:pt x="2025521" y="2552186"/>
                  </a:lnTo>
                  <a:lnTo>
                    <a:pt x="2057168" y="2453364"/>
                  </a:lnTo>
                  <a:lnTo>
                    <a:pt x="2089023" y="2352294"/>
                  </a:lnTo>
                  <a:lnTo>
                    <a:pt x="2121047" y="2249456"/>
                  </a:lnTo>
                  <a:lnTo>
                    <a:pt x="2153195" y="2145368"/>
                  </a:lnTo>
                  <a:lnTo>
                    <a:pt x="2185412" y="2040577"/>
                  </a:lnTo>
                  <a:lnTo>
                    <a:pt x="2217643" y="1935646"/>
                  </a:lnTo>
                  <a:lnTo>
                    <a:pt x="2249832" y="1831140"/>
                  </a:lnTo>
                  <a:lnTo>
                    <a:pt x="2281924" y="1727613"/>
                  </a:lnTo>
                  <a:lnTo>
                    <a:pt x="2313869" y="1625601"/>
                  </a:lnTo>
                  <a:lnTo>
                    <a:pt x="2345623" y="1525604"/>
                  </a:lnTo>
                  <a:lnTo>
                    <a:pt x="2377155" y="1428080"/>
                  </a:lnTo>
                  <a:lnTo>
                    <a:pt x="2408442" y="1333437"/>
                  </a:lnTo>
                  <a:lnTo>
                    <a:pt x="2439475" y="1242026"/>
                  </a:lnTo>
                  <a:lnTo>
                    <a:pt x="2470263" y="1154136"/>
                  </a:lnTo>
                  <a:lnTo>
                    <a:pt x="2500828" y="1069993"/>
                  </a:lnTo>
                  <a:lnTo>
                    <a:pt x="2531213" y="989762"/>
                  </a:lnTo>
                  <a:lnTo>
                    <a:pt x="2561478" y="913546"/>
                  </a:lnTo>
                  <a:lnTo>
                    <a:pt x="2591704" y="841391"/>
                  </a:lnTo>
                  <a:lnTo>
                    <a:pt x="2621998" y="773287"/>
                  </a:lnTo>
                  <a:lnTo>
                    <a:pt x="2652488" y="709177"/>
                  </a:lnTo>
                  <a:lnTo>
                    <a:pt x="2667772" y="678751"/>
                  </a:lnTo>
                  <a:lnTo>
                    <a:pt x="2710828" y="599323"/>
                  </a:lnTo>
                  <a:lnTo>
                    <a:pt x="2755200" y="527298"/>
                  </a:lnTo>
                  <a:lnTo>
                    <a:pt x="2801476" y="462359"/>
                  </a:lnTo>
                  <a:lnTo>
                    <a:pt x="2850320" y="403935"/>
                  </a:lnTo>
                  <a:lnTo>
                    <a:pt x="2902416" y="351362"/>
                  </a:lnTo>
                  <a:lnTo>
                    <a:pt x="2958426" y="303976"/>
                  </a:lnTo>
                  <a:lnTo>
                    <a:pt x="3018925" y="261174"/>
                  </a:lnTo>
                  <a:lnTo>
                    <a:pt x="3084331" y="222441"/>
                  </a:lnTo>
                  <a:lnTo>
                    <a:pt x="3154805" y="187374"/>
                  </a:lnTo>
                  <a:lnTo>
                    <a:pt x="3230127" y="155688"/>
                  </a:lnTo>
                  <a:lnTo>
                    <a:pt x="3309560" y="127216"/>
                  </a:lnTo>
                  <a:lnTo>
                    <a:pt x="3391725" y="101899"/>
                  </a:lnTo>
                  <a:lnTo>
                    <a:pt x="3474534" y="79761"/>
                  </a:lnTo>
                  <a:lnTo>
                    <a:pt x="3555229" y="60874"/>
                  </a:lnTo>
                  <a:lnTo>
                    <a:pt x="3630601" y="45295"/>
                  </a:lnTo>
                  <a:lnTo>
                    <a:pt x="3697379" y="33013"/>
                  </a:lnTo>
                  <a:lnTo>
                    <a:pt x="3752771" y="23887"/>
                  </a:lnTo>
                  <a:lnTo>
                    <a:pt x="3794998" y="17621"/>
                  </a:lnTo>
                  <a:lnTo>
                    <a:pt x="3823703" y="13768"/>
                  </a:lnTo>
                  <a:lnTo>
                    <a:pt x="3840105" y="11769"/>
                  </a:lnTo>
                  <a:lnTo>
                    <a:pt x="3846912" y="11012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729" y="10992"/>
                  </a:lnTo>
                  <a:lnTo>
                    <a:pt x="4393480" y="11730"/>
                  </a:lnTo>
                  <a:lnTo>
                    <a:pt x="4408006" y="13768"/>
                  </a:lnTo>
                  <a:lnTo>
                    <a:pt x="4434045" y="17782"/>
                  </a:lnTo>
                  <a:lnTo>
                    <a:pt x="4472984" y="24400"/>
                  </a:lnTo>
                  <a:lnTo>
                    <a:pt x="4524754" y="34140"/>
                  </a:lnTo>
                  <a:lnTo>
                    <a:pt x="4587929" y="47364"/>
                  </a:lnTo>
                  <a:lnTo>
                    <a:pt x="4660045" y="64262"/>
                  </a:lnTo>
                  <a:lnTo>
                    <a:pt x="4738083" y="84877"/>
                  </a:lnTo>
                  <a:lnTo>
                    <a:pt x="4818962" y="109158"/>
                  </a:lnTo>
                  <a:lnTo>
                    <a:pt x="4899935" y="137023"/>
                  </a:lnTo>
                  <a:lnTo>
                    <a:pt x="4978834" y="168426"/>
                  </a:lnTo>
                  <a:lnTo>
                    <a:pt x="5054149" y="203397"/>
                  </a:lnTo>
                  <a:lnTo>
                    <a:pt x="5124991" y="242077"/>
                  </a:lnTo>
                  <a:lnTo>
                    <a:pt x="5190994" y="284732"/>
                  </a:lnTo>
                  <a:lnTo>
                    <a:pt x="5252185" y="331756"/>
                  </a:lnTo>
                  <a:lnTo>
                    <a:pt x="5308874" y="383667"/>
                  </a:lnTo>
                  <a:lnTo>
                    <a:pt x="5361552" y="441091"/>
                  </a:lnTo>
                  <a:lnTo>
                    <a:pt x="5410811" y="504732"/>
                  </a:lnTo>
                  <a:lnTo>
                    <a:pt x="5457294" y="575332"/>
                  </a:lnTo>
                  <a:lnTo>
                    <a:pt x="5501641" y="653584"/>
                  </a:lnTo>
                  <a:lnTo>
                    <a:pt x="5544446" y="740005"/>
                  </a:lnTo>
                  <a:lnTo>
                    <a:pt x="5567201" y="790364"/>
                  </a:lnTo>
                  <a:lnTo>
                    <a:pt x="5595793" y="857883"/>
                  </a:lnTo>
                  <a:lnTo>
                    <a:pt x="5624140" y="929404"/>
                  </a:lnTo>
                  <a:lnTo>
                    <a:pt x="5652359" y="1005007"/>
                  </a:lnTo>
                  <a:lnTo>
                    <a:pt x="5680551" y="1084732"/>
                  </a:lnTo>
                  <a:lnTo>
                    <a:pt x="5708794" y="1168573"/>
                  </a:lnTo>
                  <a:lnTo>
                    <a:pt x="5737152" y="1256479"/>
                  </a:lnTo>
                  <a:lnTo>
                    <a:pt x="5765672" y="1348343"/>
                  </a:lnTo>
                  <a:lnTo>
                    <a:pt x="5794385" y="1444006"/>
                  </a:lnTo>
                  <a:lnTo>
                    <a:pt x="5823313" y="1543254"/>
                  </a:lnTo>
                  <a:lnTo>
                    <a:pt x="5852461" y="1645816"/>
                  </a:lnTo>
                  <a:lnTo>
                    <a:pt x="5881823" y="1751369"/>
                  </a:lnTo>
                  <a:lnTo>
                    <a:pt x="5911386" y="1859537"/>
                  </a:lnTo>
                  <a:lnTo>
                    <a:pt x="5941124" y="1969898"/>
                  </a:lnTo>
                  <a:lnTo>
                    <a:pt x="5971004" y="2081991"/>
                  </a:lnTo>
                  <a:lnTo>
                    <a:pt x="6000989" y="2195322"/>
                  </a:lnTo>
                  <a:lnTo>
                    <a:pt x="6031036" y="2309372"/>
                  </a:lnTo>
                  <a:lnTo>
                    <a:pt x="6061098" y="2423609"/>
                  </a:lnTo>
                  <a:lnTo>
                    <a:pt x="6091131" y="2537498"/>
                  </a:lnTo>
                  <a:lnTo>
                    <a:pt x="6121089" y="2650510"/>
                  </a:lnTo>
                  <a:lnTo>
                    <a:pt x="6150930" y="2762133"/>
                  </a:lnTo>
                  <a:lnTo>
                    <a:pt x="6180618" y="2871882"/>
                  </a:lnTo>
                  <a:lnTo>
                    <a:pt x="6210123" y="2979305"/>
                  </a:lnTo>
                  <a:lnTo>
                    <a:pt x="6239422" y="3083996"/>
                  </a:lnTo>
                  <a:lnTo>
                    <a:pt x="6268504" y="3185593"/>
                  </a:lnTo>
                  <a:lnTo>
                    <a:pt x="6297366" y="3283788"/>
                  </a:lnTo>
                  <a:lnTo>
                    <a:pt x="6326018" y="3378329"/>
                  </a:lnTo>
                  <a:lnTo>
                    <a:pt x="6354485" y="3469016"/>
                  </a:lnTo>
                  <a:lnTo>
                    <a:pt x="6382803" y="3555708"/>
                  </a:lnTo>
                  <a:lnTo>
                    <a:pt x="6411023" y="3638315"/>
                  </a:lnTo>
                  <a:lnTo>
                    <a:pt x="6439214" y="3716798"/>
                  </a:lnTo>
                  <a:lnTo>
                    <a:pt x="6467461" y="3791167"/>
                  </a:lnTo>
                  <a:lnTo>
                    <a:pt x="6495868" y="3861474"/>
                  </a:lnTo>
                  <a:lnTo>
                    <a:pt x="6515891" y="3908268"/>
                  </a:lnTo>
                  <a:lnTo>
                    <a:pt x="6558079" y="3999210"/>
                  </a:lnTo>
                  <a:lnTo>
                    <a:pt x="6601521" y="4081848"/>
                  </a:lnTo>
                  <a:lnTo>
                    <a:pt x="6646767" y="4156519"/>
                  </a:lnTo>
                  <a:lnTo>
                    <a:pt x="6694440" y="4223843"/>
                  </a:lnTo>
                  <a:lnTo>
                    <a:pt x="6745186" y="4284548"/>
                  </a:lnTo>
                  <a:lnTo>
                    <a:pt x="6799631" y="4339365"/>
                  </a:lnTo>
                  <a:lnTo>
                    <a:pt x="6858328" y="4388968"/>
                  </a:lnTo>
                  <a:lnTo>
                    <a:pt x="6921697" y="4433936"/>
                  </a:lnTo>
                  <a:lnTo>
                    <a:pt x="6989932" y="4474731"/>
                  </a:lnTo>
                  <a:lnTo>
                    <a:pt x="7062895" y="4511688"/>
                  </a:lnTo>
                  <a:lnTo>
                    <a:pt x="7139996" y="4545016"/>
                  </a:lnTo>
                  <a:lnTo>
                    <a:pt x="7220072" y="4574801"/>
                  </a:lnTo>
                  <a:lnTo>
                    <a:pt x="7301309" y="4601036"/>
                  </a:lnTo>
                  <a:lnTo>
                    <a:pt x="7381256" y="4623649"/>
                  </a:lnTo>
                  <a:lnTo>
                    <a:pt x="7456974" y="4642565"/>
                  </a:lnTo>
                  <a:lnTo>
                    <a:pt x="7525351" y="4657768"/>
                  </a:lnTo>
                  <a:lnTo>
                    <a:pt x="7583560" y="4669364"/>
                  </a:lnTo>
                  <a:lnTo>
                    <a:pt x="7629559" y="4677620"/>
                  </a:lnTo>
                  <a:lnTo>
                    <a:pt x="7662514" y="4682974"/>
                  </a:lnTo>
                  <a:lnTo>
                    <a:pt x="7683027" y="4686002"/>
                  </a:lnTo>
                  <a:lnTo>
                    <a:pt x="7693124" y="4687361"/>
                  </a:lnTo>
                  <a:lnTo>
                    <a:pt x="7696095" y="4687727"/>
                  </a:lnTo>
                  <a:lnTo>
                    <a:pt x="7696237" y="4687743"/>
                  </a:lnTo>
                  <a:lnTo>
                    <a:pt x="8234974" y="4687743"/>
                  </a:lnTo>
                  <a:lnTo>
                    <a:pt x="8234974" y="4676854"/>
                  </a:lnTo>
                  <a:lnTo>
                    <a:pt x="7696237" y="4676854"/>
                  </a:lnTo>
                  <a:lnTo>
                    <a:pt x="7695364" y="4676751"/>
                  </a:lnTo>
                  <a:lnTo>
                    <a:pt x="7689613" y="4676013"/>
                  </a:lnTo>
                  <a:lnTo>
                    <a:pt x="7675086" y="4673975"/>
                  </a:lnTo>
                  <a:lnTo>
                    <a:pt x="7649048" y="4669961"/>
                  </a:lnTo>
                  <a:lnTo>
                    <a:pt x="7610109" y="4663343"/>
                  </a:lnTo>
                  <a:lnTo>
                    <a:pt x="7558338" y="4653603"/>
                  </a:lnTo>
                  <a:lnTo>
                    <a:pt x="7495164" y="4640379"/>
                  </a:lnTo>
                  <a:lnTo>
                    <a:pt x="7423047" y="4623481"/>
                  </a:lnTo>
                  <a:lnTo>
                    <a:pt x="7345009" y="4602866"/>
                  </a:lnTo>
                  <a:lnTo>
                    <a:pt x="7264131" y="4578585"/>
                  </a:lnTo>
                  <a:lnTo>
                    <a:pt x="7183158" y="4550720"/>
                  </a:lnTo>
                  <a:lnTo>
                    <a:pt x="7104259" y="4519317"/>
                  </a:lnTo>
                  <a:lnTo>
                    <a:pt x="7028944" y="4484346"/>
                  </a:lnTo>
                  <a:lnTo>
                    <a:pt x="6958101" y="4445666"/>
                  </a:lnTo>
                  <a:lnTo>
                    <a:pt x="6892099" y="4403011"/>
                  </a:lnTo>
                  <a:lnTo>
                    <a:pt x="6830908" y="4355987"/>
                  </a:lnTo>
                  <a:lnTo>
                    <a:pt x="6774218" y="4304075"/>
                  </a:lnTo>
                  <a:lnTo>
                    <a:pt x="6721541" y="4246652"/>
                  </a:lnTo>
                  <a:lnTo>
                    <a:pt x="6672281" y="4183011"/>
                  </a:lnTo>
                  <a:lnTo>
                    <a:pt x="6625798" y="4112411"/>
                  </a:lnTo>
                  <a:lnTo>
                    <a:pt x="6581452" y="4034159"/>
                  </a:lnTo>
                  <a:lnTo>
                    <a:pt x="6538646" y="3947738"/>
                  </a:lnTo>
                  <a:lnTo>
                    <a:pt x="6515891" y="3897379"/>
                  </a:lnTo>
                  <a:lnTo>
                    <a:pt x="6487299" y="3829860"/>
                  </a:lnTo>
                  <a:lnTo>
                    <a:pt x="6458953" y="3758339"/>
                  </a:lnTo>
                  <a:lnTo>
                    <a:pt x="6430733" y="3682736"/>
                  </a:lnTo>
                  <a:lnTo>
                    <a:pt x="6402541" y="3603011"/>
                  </a:lnTo>
                  <a:lnTo>
                    <a:pt x="6374298" y="3519169"/>
                  </a:lnTo>
                  <a:lnTo>
                    <a:pt x="6345940" y="3431264"/>
                  </a:lnTo>
                  <a:lnTo>
                    <a:pt x="6317421" y="3339400"/>
                  </a:lnTo>
                  <a:lnTo>
                    <a:pt x="6288707" y="3243737"/>
                  </a:lnTo>
                  <a:lnTo>
                    <a:pt x="6259780" y="3144489"/>
                  </a:lnTo>
                  <a:lnTo>
                    <a:pt x="6230632" y="3041927"/>
                  </a:lnTo>
                  <a:lnTo>
                    <a:pt x="6201269" y="2936374"/>
                  </a:lnTo>
                  <a:lnTo>
                    <a:pt x="6171706" y="2828206"/>
                  </a:lnTo>
                  <a:lnTo>
                    <a:pt x="6141969" y="2717845"/>
                  </a:lnTo>
                  <a:lnTo>
                    <a:pt x="6112088" y="2605752"/>
                  </a:lnTo>
                  <a:lnTo>
                    <a:pt x="6082103" y="2492421"/>
                  </a:lnTo>
                  <a:lnTo>
                    <a:pt x="6052057" y="2378371"/>
                  </a:lnTo>
                  <a:lnTo>
                    <a:pt x="6021994" y="2264134"/>
                  </a:lnTo>
                  <a:lnTo>
                    <a:pt x="5991962" y="2150245"/>
                  </a:lnTo>
                  <a:lnTo>
                    <a:pt x="5962004" y="2037233"/>
                  </a:lnTo>
                  <a:lnTo>
                    <a:pt x="5932162" y="1925610"/>
                  </a:lnTo>
                  <a:lnTo>
                    <a:pt x="5902474" y="1815861"/>
                  </a:lnTo>
                  <a:lnTo>
                    <a:pt x="5872970" y="1708438"/>
                  </a:lnTo>
                  <a:lnTo>
                    <a:pt x="5843670" y="1603747"/>
                  </a:lnTo>
                  <a:lnTo>
                    <a:pt x="5814589" y="1502150"/>
                  </a:lnTo>
                  <a:lnTo>
                    <a:pt x="5785727" y="1403955"/>
                  </a:lnTo>
                  <a:lnTo>
                    <a:pt x="5757074" y="1309414"/>
                  </a:lnTo>
                  <a:lnTo>
                    <a:pt x="5728607" y="1218727"/>
                  </a:lnTo>
                  <a:lnTo>
                    <a:pt x="5700290" y="1132035"/>
                  </a:lnTo>
                  <a:lnTo>
                    <a:pt x="5672069" y="1049428"/>
                  </a:lnTo>
                  <a:lnTo>
                    <a:pt x="5643878" y="970945"/>
                  </a:lnTo>
                  <a:lnTo>
                    <a:pt x="5615632" y="896576"/>
                  </a:lnTo>
                  <a:lnTo>
                    <a:pt x="5587225" y="826269"/>
                  </a:lnTo>
                  <a:lnTo>
                    <a:pt x="5567201" y="779475"/>
                  </a:lnTo>
                  <a:lnTo>
                    <a:pt x="5525013" y="688533"/>
                  </a:lnTo>
                  <a:lnTo>
                    <a:pt x="5481572" y="605895"/>
                  </a:lnTo>
                  <a:lnTo>
                    <a:pt x="5436326" y="531224"/>
                  </a:lnTo>
                  <a:lnTo>
                    <a:pt x="5388652" y="463900"/>
                  </a:lnTo>
                  <a:lnTo>
                    <a:pt x="5337906" y="403195"/>
                  </a:lnTo>
                  <a:lnTo>
                    <a:pt x="5283462" y="348378"/>
                  </a:lnTo>
                  <a:lnTo>
                    <a:pt x="5224764" y="298775"/>
                  </a:lnTo>
                  <a:lnTo>
                    <a:pt x="5161395" y="253807"/>
                  </a:lnTo>
                  <a:lnTo>
                    <a:pt x="5093161" y="213012"/>
                  </a:lnTo>
                  <a:lnTo>
                    <a:pt x="5020197" y="176055"/>
                  </a:lnTo>
                  <a:lnTo>
                    <a:pt x="4943096" y="142727"/>
                  </a:lnTo>
                  <a:lnTo>
                    <a:pt x="4863020" y="112942"/>
                  </a:lnTo>
                  <a:lnTo>
                    <a:pt x="4781783" y="86707"/>
                  </a:lnTo>
                  <a:lnTo>
                    <a:pt x="4701836" y="64094"/>
                  </a:lnTo>
                  <a:lnTo>
                    <a:pt x="4626118" y="45178"/>
                  </a:lnTo>
                  <a:lnTo>
                    <a:pt x="4557741" y="29975"/>
                  </a:lnTo>
                  <a:lnTo>
                    <a:pt x="4499532" y="18379"/>
                  </a:lnTo>
                  <a:lnTo>
                    <a:pt x="4453534" y="10123"/>
                  </a:lnTo>
                  <a:lnTo>
                    <a:pt x="4420578" y="4769"/>
                  </a:lnTo>
                  <a:lnTo>
                    <a:pt x="4400066" y="1741"/>
                  </a:lnTo>
                  <a:lnTo>
                    <a:pt x="4389969" y="382"/>
                  </a:lnTo>
                  <a:lnTo>
                    <a:pt x="4386998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2" y="94"/>
                  </a:lnTo>
                  <a:lnTo>
                    <a:pt x="3841097" y="765"/>
                  </a:lnTo>
                  <a:lnTo>
                    <a:pt x="3825731" y="2622"/>
                  </a:lnTo>
                  <a:lnTo>
                    <a:pt x="3798256" y="6277"/>
                  </a:lnTo>
                  <a:lnTo>
                    <a:pt x="3757305" y="12295"/>
                  </a:lnTo>
                  <a:lnTo>
                    <a:pt x="3703091" y="21138"/>
                  </a:lnTo>
                  <a:lnTo>
                    <a:pt x="3637273" y="33116"/>
                  </a:lnTo>
                  <a:lnTo>
                    <a:pt x="3562571" y="48383"/>
                  </a:lnTo>
                  <a:lnTo>
                    <a:pt x="3482234" y="66963"/>
                  </a:lnTo>
                  <a:lnTo>
                    <a:pt x="3399497" y="88799"/>
                  </a:lnTo>
                  <a:lnTo>
                    <a:pt x="3317171" y="113821"/>
                  </a:lnTo>
                  <a:lnTo>
                    <a:pt x="3237413" y="141996"/>
                  </a:lnTo>
                  <a:lnTo>
                    <a:pt x="3161665" y="173375"/>
                  </a:lnTo>
                  <a:lnTo>
                    <a:pt x="3090721" y="208115"/>
                  </a:lnTo>
                  <a:lnTo>
                    <a:pt x="3024841" y="246489"/>
                  </a:lnTo>
                  <a:lnTo>
                    <a:pt x="2963897" y="288890"/>
                  </a:lnTo>
                  <a:lnTo>
                    <a:pt x="2907490" y="335822"/>
                  </a:lnTo>
                  <a:lnTo>
                    <a:pt x="2855054" y="387881"/>
                  </a:lnTo>
                  <a:lnTo>
                    <a:pt x="2805934" y="445728"/>
                  </a:lnTo>
                  <a:lnTo>
                    <a:pt x="2759446" y="510029"/>
                  </a:lnTo>
                  <a:lnTo>
                    <a:pt x="2714923" y="581371"/>
                  </a:lnTo>
                  <a:lnTo>
                    <a:pt x="2671765" y="660104"/>
                  </a:lnTo>
                  <a:lnTo>
                    <a:pt x="2667772" y="667862"/>
                  </a:lnTo>
                  <a:lnTo>
                    <a:pt x="2637127" y="730022"/>
                  </a:lnTo>
                  <a:lnTo>
                    <a:pt x="2606754" y="796129"/>
                  </a:lnTo>
                  <a:lnTo>
                    <a:pt x="2576508" y="866266"/>
                  </a:lnTo>
                  <a:lnTo>
                    <a:pt x="2546274" y="940465"/>
                  </a:lnTo>
                  <a:lnTo>
                    <a:pt x="2515958" y="1018708"/>
                  </a:lnTo>
                  <a:lnTo>
                    <a:pt x="2485489" y="1100922"/>
                  </a:lnTo>
                  <a:lnTo>
                    <a:pt x="2454816" y="1186973"/>
                  </a:lnTo>
                  <a:lnTo>
                    <a:pt x="2423906" y="1276666"/>
                  </a:lnTo>
                  <a:lnTo>
                    <a:pt x="2392745" y="1369741"/>
                  </a:lnTo>
                  <a:lnTo>
                    <a:pt x="2361334" y="1465880"/>
                  </a:lnTo>
                  <a:lnTo>
                    <a:pt x="2329687" y="1564701"/>
                  </a:lnTo>
                  <a:lnTo>
                    <a:pt x="2297832" y="1665771"/>
                  </a:lnTo>
                  <a:lnTo>
                    <a:pt x="2265807" y="1768610"/>
                  </a:lnTo>
                  <a:lnTo>
                    <a:pt x="2233660" y="1872697"/>
                  </a:lnTo>
                  <a:lnTo>
                    <a:pt x="2201443" y="1977488"/>
                  </a:lnTo>
                  <a:lnTo>
                    <a:pt x="2169211" y="2082419"/>
                  </a:lnTo>
                  <a:lnTo>
                    <a:pt x="2137022" y="2186926"/>
                  </a:lnTo>
                  <a:lnTo>
                    <a:pt x="2104930" y="2290452"/>
                  </a:lnTo>
                  <a:lnTo>
                    <a:pt x="2072986" y="2392465"/>
                  </a:lnTo>
                  <a:lnTo>
                    <a:pt x="2041231" y="2492462"/>
                  </a:lnTo>
                  <a:lnTo>
                    <a:pt x="2009700" y="2589985"/>
                  </a:lnTo>
                  <a:lnTo>
                    <a:pt x="1978413" y="2684628"/>
                  </a:lnTo>
                  <a:lnTo>
                    <a:pt x="1947379" y="2776039"/>
                  </a:lnTo>
                  <a:lnTo>
                    <a:pt x="1916592" y="2863930"/>
                  </a:lnTo>
                  <a:lnTo>
                    <a:pt x="1886026" y="2948072"/>
                  </a:lnTo>
                  <a:lnTo>
                    <a:pt x="1855642" y="3028303"/>
                  </a:lnTo>
                  <a:lnTo>
                    <a:pt x="1825377" y="3104519"/>
                  </a:lnTo>
                  <a:lnTo>
                    <a:pt x="1795150" y="3176674"/>
                  </a:lnTo>
                  <a:lnTo>
                    <a:pt x="1764857" y="3244778"/>
                  </a:lnTo>
                  <a:lnTo>
                    <a:pt x="1734367" y="3308888"/>
                  </a:lnTo>
                  <a:lnTo>
                    <a:pt x="1719082" y="3339314"/>
                  </a:lnTo>
                  <a:lnTo>
                    <a:pt x="1676026" y="3418742"/>
                  </a:lnTo>
                  <a:lnTo>
                    <a:pt x="1631655" y="3490767"/>
                  </a:lnTo>
                  <a:lnTo>
                    <a:pt x="1585378" y="3555706"/>
                  </a:lnTo>
                  <a:lnTo>
                    <a:pt x="1536535" y="3614130"/>
                  </a:lnTo>
                  <a:lnTo>
                    <a:pt x="1484438" y="3666703"/>
                  </a:lnTo>
                  <a:lnTo>
                    <a:pt x="1428429" y="3714089"/>
                  </a:lnTo>
                  <a:lnTo>
                    <a:pt x="1367930" y="3756892"/>
                  </a:lnTo>
                  <a:lnTo>
                    <a:pt x="1302524" y="3795625"/>
                  </a:lnTo>
                  <a:lnTo>
                    <a:pt x="1232050" y="3830691"/>
                  </a:lnTo>
                  <a:lnTo>
                    <a:pt x="1156728" y="3862377"/>
                  </a:lnTo>
                  <a:lnTo>
                    <a:pt x="1077295" y="3890849"/>
                  </a:lnTo>
                  <a:lnTo>
                    <a:pt x="995129" y="3916166"/>
                  </a:lnTo>
                  <a:lnTo>
                    <a:pt x="912321" y="3938304"/>
                  </a:lnTo>
                  <a:lnTo>
                    <a:pt x="831625" y="3957192"/>
                  </a:lnTo>
                  <a:lnTo>
                    <a:pt x="756254" y="3972770"/>
                  </a:lnTo>
                  <a:lnTo>
                    <a:pt x="689475" y="3985053"/>
                  </a:lnTo>
                  <a:lnTo>
                    <a:pt x="634083" y="3994178"/>
                  </a:lnTo>
                  <a:lnTo>
                    <a:pt x="591856" y="4000444"/>
                  </a:lnTo>
                  <a:lnTo>
                    <a:pt x="563151" y="4004297"/>
                  </a:lnTo>
                  <a:lnTo>
                    <a:pt x="546750" y="4006297"/>
                  </a:lnTo>
                  <a:lnTo>
                    <a:pt x="539943" y="4007053"/>
                  </a:lnTo>
                  <a:lnTo>
                    <a:pt x="538736" y="4007177"/>
                  </a:lnTo>
                  <a:lnTo>
                    <a:pt x="0" y="4007177"/>
                  </a:lnTo>
                  <a:close/>
                </a:path>
              </a:pathLst>
            </a:custGeom>
            <a:solidFill>
              <a:srgbClr val="D9B26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22" name="pl1722"/>
            <p:cNvSpPr/>
            <p:nvPr/>
          </p:nvSpPr>
          <p:spPr>
            <a:xfrm>
              <a:off x="546595" y="1153352"/>
              <a:ext cx="8234974" cy="4676854"/>
            </a:xfrm>
            <a:custGeom>
              <a:avLst/>
              <a:pathLst>
                <a:path w="8234974" h="4676854">
                  <a:moveTo>
                    <a:pt x="0" y="4007177"/>
                  </a:moveTo>
                  <a:lnTo>
                    <a:pt x="538736" y="4007177"/>
                  </a:lnTo>
                  <a:lnTo>
                    <a:pt x="539663" y="4007082"/>
                  </a:lnTo>
                  <a:lnTo>
                    <a:pt x="545757" y="4006411"/>
                  </a:lnTo>
                  <a:lnTo>
                    <a:pt x="561123" y="4004554"/>
                  </a:lnTo>
                  <a:lnTo>
                    <a:pt x="588599" y="4000900"/>
                  </a:lnTo>
                  <a:lnTo>
                    <a:pt x="629550" y="3994881"/>
                  </a:lnTo>
                  <a:lnTo>
                    <a:pt x="683764" y="3986038"/>
                  </a:lnTo>
                  <a:lnTo>
                    <a:pt x="749582" y="3974060"/>
                  </a:lnTo>
                  <a:lnTo>
                    <a:pt x="824284" y="3958793"/>
                  </a:lnTo>
                  <a:lnTo>
                    <a:pt x="904621" y="3940213"/>
                  </a:lnTo>
                  <a:lnTo>
                    <a:pt x="987358" y="3918377"/>
                  </a:lnTo>
                  <a:lnTo>
                    <a:pt x="1069683" y="3893356"/>
                  </a:lnTo>
                  <a:lnTo>
                    <a:pt x="1149442" y="3865180"/>
                  </a:lnTo>
                  <a:lnTo>
                    <a:pt x="1225189" y="3833801"/>
                  </a:lnTo>
                  <a:lnTo>
                    <a:pt x="1296134" y="3799062"/>
                  </a:lnTo>
                  <a:lnTo>
                    <a:pt x="1362013" y="3760687"/>
                  </a:lnTo>
                  <a:lnTo>
                    <a:pt x="1422957" y="3718286"/>
                  </a:lnTo>
                  <a:lnTo>
                    <a:pt x="1479365" y="3671354"/>
                  </a:lnTo>
                  <a:lnTo>
                    <a:pt x="1531801" y="3619295"/>
                  </a:lnTo>
                  <a:lnTo>
                    <a:pt x="1580920" y="3561449"/>
                  </a:lnTo>
                  <a:lnTo>
                    <a:pt x="1627408" y="3497147"/>
                  </a:lnTo>
                  <a:lnTo>
                    <a:pt x="1671932" y="3425805"/>
                  </a:lnTo>
                  <a:lnTo>
                    <a:pt x="1715090" y="3347073"/>
                  </a:lnTo>
                  <a:lnTo>
                    <a:pt x="1719082" y="3339314"/>
                  </a:lnTo>
                  <a:lnTo>
                    <a:pt x="1749727" y="3277155"/>
                  </a:lnTo>
                  <a:lnTo>
                    <a:pt x="1780101" y="3211047"/>
                  </a:lnTo>
                  <a:lnTo>
                    <a:pt x="1810346" y="3140910"/>
                  </a:lnTo>
                  <a:lnTo>
                    <a:pt x="1840581" y="3066712"/>
                  </a:lnTo>
                  <a:lnTo>
                    <a:pt x="1870897" y="2988468"/>
                  </a:lnTo>
                  <a:lnTo>
                    <a:pt x="1901366" y="2906254"/>
                  </a:lnTo>
                  <a:lnTo>
                    <a:pt x="1932039" y="2820203"/>
                  </a:lnTo>
                  <a:lnTo>
                    <a:pt x="1962948" y="2730511"/>
                  </a:lnTo>
                  <a:lnTo>
                    <a:pt x="1994109" y="2637435"/>
                  </a:lnTo>
                  <a:lnTo>
                    <a:pt x="2025521" y="2541296"/>
                  </a:lnTo>
                  <a:lnTo>
                    <a:pt x="2057168" y="2442475"/>
                  </a:lnTo>
                  <a:lnTo>
                    <a:pt x="2089023" y="2341405"/>
                  </a:lnTo>
                  <a:lnTo>
                    <a:pt x="2121047" y="2238567"/>
                  </a:lnTo>
                  <a:lnTo>
                    <a:pt x="2153195" y="2134479"/>
                  </a:lnTo>
                  <a:lnTo>
                    <a:pt x="2185412" y="2029688"/>
                  </a:lnTo>
                  <a:lnTo>
                    <a:pt x="2217643" y="1924757"/>
                  </a:lnTo>
                  <a:lnTo>
                    <a:pt x="2249832" y="1820250"/>
                  </a:lnTo>
                  <a:lnTo>
                    <a:pt x="2281924" y="1716724"/>
                  </a:lnTo>
                  <a:lnTo>
                    <a:pt x="2313869" y="1614712"/>
                  </a:lnTo>
                  <a:lnTo>
                    <a:pt x="2345623" y="1514715"/>
                  </a:lnTo>
                  <a:lnTo>
                    <a:pt x="2377155" y="1417191"/>
                  </a:lnTo>
                  <a:lnTo>
                    <a:pt x="2408442" y="1322548"/>
                  </a:lnTo>
                  <a:lnTo>
                    <a:pt x="2439475" y="1231137"/>
                  </a:lnTo>
                  <a:lnTo>
                    <a:pt x="2470263" y="1143247"/>
                  </a:lnTo>
                  <a:lnTo>
                    <a:pt x="2500828" y="1059104"/>
                  </a:lnTo>
                  <a:lnTo>
                    <a:pt x="2531213" y="978873"/>
                  </a:lnTo>
                  <a:lnTo>
                    <a:pt x="2561478" y="902657"/>
                  </a:lnTo>
                  <a:lnTo>
                    <a:pt x="2591704" y="830502"/>
                  </a:lnTo>
                  <a:lnTo>
                    <a:pt x="2621998" y="762398"/>
                  </a:lnTo>
                  <a:lnTo>
                    <a:pt x="2652488" y="698288"/>
                  </a:lnTo>
                  <a:lnTo>
                    <a:pt x="2667772" y="667862"/>
                  </a:lnTo>
                  <a:lnTo>
                    <a:pt x="2710828" y="588434"/>
                  </a:lnTo>
                  <a:lnTo>
                    <a:pt x="2755200" y="516409"/>
                  </a:lnTo>
                  <a:lnTo>
                    <a:pt x="2801476" y="451470"/>
                  </a:lnTo>
                  <a:lnTo>
                    <a:pt x="2850320" y="393046"/>
                  </a:lnTo>
                  <a:lnTo>
                    <a:pt x="2902416" y="340473"/>
                  </a:lnTo>
                  <a:lnTo>
                    <a:pt x="2958426" y="293087"/>
                  </a:lnTo>
                  <a:lnTo>
                    <a:pt x="3018925" y="250285"/>
                  </a:lnTo>
                  <a:lnTo>
                    <a:pt x="3084331" y="211551"/>
                  </a:lnTo>
                  <a:lnTo>
                    <a:pt x="3154805" y="176485"/>
                  </a:lnTo>
                  <a:lnTo>
                    <a:pt x="3230127" y="144799"/>
                  </a:lnTo>
                  <a:lnTo>
                    <a:pt x="3309560" y="116327"/>
                  </a:lnTo>
                  <a:lnTo>
                    <a:pt x="3391725" y="91010"/>
                  </a:lnTo>
                  <a:lnTo>
                    <a:pt x="3474534" y="68872"/>
                  </a:lnTo>
                  <a:lnTo>
                    <a:pt x="3555229" y="49985"/>
                  </a:lnTo>
                  <a:lnTo>
                    <a:pt x="3630601" y="34406"/>
                  </a:lnTo>
                  <a:lnTo>
                    <a:pt x="3697379" y="22124"/>
                  </a:lnTo>
                  <a:lnTo>
                    <a:pt x="3752771" y="12998"/>
                  </a:lnTo>
                  <a:lnTo>
                    <a:pt x="3794998" y="6732"/>
                  </a:lnTo>
                  <a:lnTo>
                    <a:pt x="3823703" y="2879"/>
                  </a:lnTo>
                  <a:lnTo>
                    <a:pt x="3840105" y="879"/>
                  </a:lnTo>
                  <a:lnTo>
                    <a:pt x="3846912" y="123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29" y="103"/>
                  </a:lnTo>
                  <a:lnTo>
                    <a:pt x="4393480" y="841"/>
                  </a:lnTo>
                  <a:lnTo>
                    <a:pt x="4408006" y="2879"/>
                  </a:lnTo>
                  <a:lnTo>
                    <a:pt x="4434045" y="6893"/>
                  </a:lnTo>
                  <a:lnTo>
                    <a:pt x="4472984" y="13511"/>
                  </a:lnTo>
                  <a:lnTo>
                    <a:pt x="4524754" y="23251"/>
                  </a:lnTo>
                  <a:lnTo>
                    <a:pt x="4587929" y="36475"/>
                  </a:lnTo>
                  <a:lnTo>
                    <a:pt x="4660045" y="53373"/>
                  </a:lnTo>
                  <a:lnTo>
                    <a:pt x="4738083" y="73988"/>
                  </a:lnTo>
                  <a:lnTo>
                    <a:pt x="4818962" y="98268"/>
                  </a:lnTo>
                  <a:lnTo>
                    <a:pt x="4899935" y="126134"/>
                  </a:lnTo>
                  <a:lnTo>
                    <a:pt x="4978834" y="157537"/>
                  </a:lnTo>
                  <a:lnTo>
                    <a:pt x="5054149" y="192508"/>
                  </a:lnTo>
                  <a:lnTo>
                    <a:pt x="5124991" y="231187"/>
                  </a:lnTo>
                  <a:lnTo>
                    <a:pt x="5190994" y="273843"/>
                  </a:lnTo>
                  <a:lnTo>
                    <a:pt x="5252185" y="320867"/>
                  </a:lnTo>
                  <a:lnTo>
                    <a:pt x="5308874" y="372778"/>
                  </a:lnTo>
                  <a:lnTo>
                    <a:pt x="5361552" y="430202"/>
                  </a:lnTo>
                  <a:lnTo>
                    <a:pt x="5410811" y="493843"/>
                  </a:lnTo>
                  <a:lnTo>
                    <a:pt x="5457294" y="564443"/>
                  </a:lnTo>
                  <a:lnTo>
                    <a:pt x="5501641" y="642695"/>
                  </a:lnTo>
                  <a:lnTo>
                    <a:pt x="5544446" y="729116"/>
                  </a:lnTo>
                  <a:lnTo>
                    <a:pt x="5567201" y="779475"/>
                  </a:lnTo>
                  <a:lnTo>
                    <a:pt x="5595793" y="846994"/>
                  </a:lnTo>
                  <a:lnTo>
                    <a:pt x="5624140" y="918515"/>
                  </a:lnTo>
                  <a:lnTo>
                    <a:pt x="5652359" y="994118"/>
                  </a:lnTo>
                  <a:lnTo>
                    <a:pt x="5680551" y="1073843"/>
                  </a:lnTo>
                  <a:lnTo>
                    <a:pt x="5708794" y="1157684"/>
                  </a:lnTo>
                  <a:lnTo>
                    <a:pt x="5737152" y="1245590"/>
                  </a:lnTo>
                  <a:lnTo>
                    <a:pt x="5765672" y="1337454"/>
                  </a:lnTo>
                  <a:lnTo>
                    <a:pt x="5794385" y="1433117"/>
                  </a:lnTo>
                  <a:lnTo>
                    <a:pt x="5823313" y="1532365"/>
                  </a:lnTo>
                  <a:lnTo>
                    <a:pt x="5852461" y="1634927"/>
                  </a:lnTo>
                  <a:lnTo>
                    <a:pt x="5881823" y="1740480"/>
                  </a:lnTo>
                  <a:lnTo>
                    <a:pt x="5911386" y="1848648"/>
                  </a:lnTo>
                  <a:lnTo>
                    <a:pt x="5941124" y="1959009"/>
                  </a:lnTo>
                  <a:lnTo>
                    <a:pt x="5971004" y="2071102"/>
                  </a:lnTo>
                  <a:lnTo>
                    <a:pt x="6000989" y="2184433"/>
                  </a:lnTo>
                  <a:lnTo>
                    <a:pt x="6031036" y="2298483"/>
                  </a:lnTo>
                  <a:lnTo>
                    <a:pt x="6061098" y="2412720"/>
                  </a:lnTo>
                  <a:lnTo>
                    <a:pt x="6091131" y="2526609"/>
                  </a:lnTo>
                  <a:lnTo>
                    <a:pt x="6121089" y="2639621"/>
                  </a:lnTo>
                  <a:lnTo>
                    <a:pt x="6150930" y="2751244"/>
                  </a:lnTo>
                  <a:lnTo>
                    <a:pt x="6180618" y="2860992"/>
                  </a:lnTo>
                  <a:lnTo>
                    <a:pt x="6210123" y="2968416"/>
                  </a:lnTo>
                  <a:lnTo>
                    <a:pt x="6239422" y="3073106"/>
                  </a:lnTo>
                  <a:lnTo>
                    <a:pt x="6268504" y="3174704"/>
                  </a:lnTo>
                  <a:lnTo>
                    <a:pt x="6297366" y="3272899"/>
                  </a:lnTo>
                  <a:lnTo>
                    <a:pt x="6326018" y="3367440"/>
                  </a:lnTo>
                  <a:lnTo>
                    <a:pt x="6354485" y="3458127"/>
                  </a:lnTo>
                  <a:lnTo>
                    <a:pt x="6382803" y="3544819"/>
                  </a:lnTo>
                  <a:lnTo>
                    <a:pt x="6411023" y="3627426"/>
                  </a:lnTo>
                  <a:lnTo>
                    <a:pt x="6439214" y="3705909"/>
                  </a:lnTo>
                  <a:lnTo>
                    <a:pt x="6467461" y="3780278"/>
                  </a:lnTo>
                  <a:lnTo>
                    <a:pt x="6495868" y="3850585"/>
                  </a:lnTo>
                  <a:lnTo>
                    <a:pt x="6515891" y="3897379"/>
                  </a:lnTo>
                  <a:lnTo>
                    <a:pt x="6558079" y="3988321"/>
                  </a:lnTo>
                  <a:lnTo>
                    <a:pt x="6601521" y="4070959"/>
                  </a:lnTo>
                  <a:lnTo>
                    <a:pt x="6646767" y="4145630"/>
                  </a:lnTo>
                  <a:lnTo>
                    <a:pt x="6694440" y="4212954"/>
                  </a:lnTo>
                  <a:lnTo>
                    <a:pt x="6745186" y="4273659"/>
                  </a:lnTo>
                  <a:lnTo>
                    <a:pt x="6799631" y="4328476"/>
                  </a:lnTo>
                  <a:lnTo>
                    <a:pt x="6858328" y="4378079"/>
                  </a:lnTo>
                  <a:lnTo>
                    <a:pt x="6921697" y="4423047"/>
                  </a:lnTo>
                  <a:lnTo>
                    <a:pt x="6989932" y="4463842"/>
                  </a:lnTo>
                  <a:lnTo>
                    <a:pt x="7062895" y="4500799"/>
                  </a:lnTo>
                  <a:lnTo>
                    <a:pt x="7139996" y="4534126"/>
                  </a:lnTo>
                  <a:lnTo>
                    <a:pt x="7220072" y="4563912"/>
                  </a:lnTo>
                  <a:lnTo>
                    <a:pt x="7301309" y="4590147"/>
                  </a:lnTo>
                  <a:lnTo>
                    <a:pt x="7381256" y="4612760"/>
                  </a:lnTo>
                  <a:lnTo>
                    <a:pt x="7456974" y="4631676"/>
                  </a:lnTo>
                  <a:lnTo>
                    <a:pt x="7525351" y="4646879"/>
                  </a:lnTo>
                  <a:lnTo>
                    <a:pt x="7583560" y="4658475"/>
                  </a:lnTo>
                  <a:lnTo>
                    <a:pt x="7629559" y="4666731"/>
                  </a:lnTo>
                  <a:lnTo>
                    <a:pt x="7662514" y="4672085"/>
                  </a:lnTo>
                  <a:lnTo>
                    <a:pt x="7683027" y="4675113"/>
                  </a:lnTo>
                  <a:lnTo>
                    <a:pt x="7693124" y="4676471"/>
                  </a:lnTo>
                  <a:lnTo>
                    <a:pt x="7696095" y="4676838"/>
                  </a:lnTo>
                  <a:lnTo>
                    <a:pt x="7696237" y="4676854"/>
                  </a:lnTo>
                  <a:lnTo>
                    <a:pt x="8234974" y="46768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3" name="pl1723"/>
            <p:cNvSpPr/>
            <p:nvPr/>
          </p:nvSpPr>
          <p:spPr>
            <a:xfrm>
              <a:off x="546595" y="1142463"/>
              <a:ext cx="8234974" cy="4676854"/>
            </a:xfrm>
            <a:custGeom>
              <a:avLst/>
              <a:pathLst>
                <a:path w="8234974" h="4676854">
                  <a:moveTo>
                    <a:pt x="8234974" y="4676854"/>
                  </a:moveTo>
                  <a:lnTo>
                    <a:pt x="7696237" y="4676854"/>
                  </a:lnTo>
                  <a:lnTo>
                    <a:pt x="7695364" y="4676751"/>
                  </a:lnTo>
                  <a:lnTo>
                    <a:pt x="7689613" y="4676013"/>
                  </a:lnTo>
                  <a:lnTo>
                    <a:pt x="7675086" y="4673975"/>
                  </a:lnTo>
                  <a:lnTo>
                    <a:pt x="7649048" y="4669961"/>
                  </a:lnTo>
                  <a:lnTo>
                    <a:pt x="7610109" y="4663343"/>
                  </a:lnTo>
                  <a:lnTo>
                    <a:pt x="7558338" y="4653603"/>
                  </a:lnTo>
                  <a:lnTo>
                    <a:pt x="7495164" y="4640379"/>
                  </a:lnTo>
                  <a:lnTo>
                    <a:pt x="7423047" y="4623481"/>
                  </a:lnTo>
                  <a:lnTo>
                    <a:pt x="7345009" y="4602866"/>
                  </a:lnTo>
                  <a:lnTo>
                    <a:pt x="7264131" y="4578585"/>
                  </a:lnTo>
                  <a:lnTo>
                    <a:pt x="7183158" y="4550720"/>
                  </a:lnTo>
                  <a:lnTo>
                    <a:pt x="7104259" y="4519317"/>
                  </a:lnTo>
                  <a:lnTo>
                    <a:pt x="7028944" y="4484346"/>
                  </a:lnTo>
                  <a:lnTo>
                    <a:pt x="6958101" y="4445666"/>
                  </a:lnTo>
                  <a:lnTo>
                    <a:pt x="6892099" y="4403011"/>
                  </a:lnTo>
                  <a:lnTo>
                    <a:pt x="6830908" y="4355987"/>
                  </a:lnTo>
                  <a:lnTo>
                    <a:pt x="6774218" y="4304075"/>
                  </a:lnTo>
                  <a:lnTo>
                    <a:pt x="6721541" y="4246652"/>
                  </a:lnTo>
                  <a:lnTo>
                    <a:pt x="6672281" y="4183011"/>
                  </a:lnTo>
                  <a:lnTo>
                    <a:pt x="6625798" y="4112411"/>
                  </a:lnTo>
                  <a:lnTo>
                    <a:pt x="6581452" y="4034159"/>
                  </a:lnTo>
                  <a:lnTo>
                    <a:pt x="6538646" y="3947738"/>
                  </a:lnTo>
                  <a:lnTo>
                    <a:pt x="6515891" y="3897379"/>
                  </a:lnTo>
                  <a:lnTo>
                    <a:pt x="6487299" y="3829860"/>
                  </a:lnTo>
                  <a:lnTo>
                    <a:pt x="6458953" y="3758339"/>
                  </a:lnTo>
                  <a:lnTo>
                    <a:pt x="6430733" y="3682736"/>
                  </a:lnTo>
                  <a:lnTo>
                    <a:pt x="6402541" y="3603011"/>
                  </a:lnTo>
                  <a:lnTo>
                    <a:pt x="6374298" y="3519169"/>
                  </a:lnTo>
                  <a:lnTo>
                    <a:pt x="6345940" y="3431264"/>
                  </a:lnTo>
                  <a:lnTo>
                    <a:pt x="6317421" y="3339400"/>
                  </a:lnTo>
                  <a:lnTo>
                    <a:pt x="6288707" y="3243737"/>
                  </a:lnTo>
                  <a:lnTo>
                    <a:pt x="6259780" y="3144489"/>
                  </a:lnTo>
                  <a:lnTo>
                    <a:pt x="6230632" y="3041927"/>
                  </a:lnTo>
                  <a:lnTo>
                    <a:pt x="6201269" y="2936374"/>
                  </a:lnTo>
                  <a:lnTo>
                    <a:pt x="6171706" y="2828206"/>
                  </a:lnTo>
                  <a:lnTo>
                    <a:pt x="6141969" y="2717845"/>
                  </a:lnTo>
                  <a:lnTo>
                    <a:pt x="6112088" y="2605752"/>
                  </a:lnTo>
                  <a:lnTo>
                    <a:pt x="6082103" y="2492421"/>
                  </a:lnTo>
                  <a:lnTo>
                    <a:pt x="6052057" y="2378371"/>
                  </a:lnTo>
                  <a:lnTo>
                    <a:pt x="6021994" y="2264134"/>
                  </a:lnTo>
                  <a:lnTo>
                    <a:pt x="5991962" y="2150245"/>
                  </a:lnTo>
                  <a:lnTo>
                    <a:pt x="5962004" y="2037233"/>
                  </a:lnTo>
                  <a:lnTo>
                    <a:pt x="5932162" y="1925610"/>
                  </a:lnTo>
                  <a:lnTo>
                    <a:pt x="5902474" y="1815861"/>
                  </a:lnTo>
                  <a:lnTo>
                    <a:pt x="5872970" y="1708438"/>
                  </a:lnTo>
                  <a:lnTo>
                    <a:pt x="5843670" y="1603747"/>
                  </a:lnTo>
                  <a:lnTo>
                    <a:pt x="5814589" y="1502150"/>
                  </a:lnTo>
                  <a:lnTo>
                    <a:pt x="5785727" y="1403955"/>
                  </a:lnTo>
                  <a:lnTo>
                    <a:pt x="5757074" y="1309414"/>
                  </a:lnTo>
                  <a:lnTo>
                    <a:pt x="5728607" y="1218727"/>
                  </a:lnTo>
                  <a:lnTo>
                    <a:pt x="5700290" y="1132035"/>
                  </a:lnTo>
                  <a:lnTo>
                    <a:pt x="5672069" y="1049428"/>
                  </a:lnTo>
                  <a:lnTo>
                    <a:pt x="5643878" y="970945"/>
                  </a:lnTo>
                  <a:lnTo>
                    <a:pt x="5615632" y="896576"/>
                  </a:lnTo>
                  <a:lnTo>
                    <a:pt x="5587225" y="826269"/>
                  </a:lnTo>
                  <a:lnTo>
                    <a:pt x="5567201" y="779475"/>
                  </a:lnTo>
                  <a:lnTo>
                    <a:pt x="5525013" y="688533"/>
                  </a:lnTo>
                  <a:lnTo>
                    <a:pt x="5481572" y="605895"/>
                  </a:lnTo>
                  <a:lnTo>
                    <a:pt x="5436326" y="531224"/>
                  </a:lnTo>
                  <a:lnTo>
                    <a:pt x="5388652" y="463900"/>
                  </a:lnTo>
                  <a:lnTo>
                    <a:pt x="5337906" y="403195"/>
                  </a:lnTo>
                  <a:lnTo>
                    <a:pt x="5283462" y="348378"/>
                  </a:lnTo>
                  <a:lnTo>
                    <a:pt x="5224764" y="298775"/>
                  </a:lnTo>
                  <a:lnTo>
                    <a:pt x="5161395" y="253807"/>
                  </a:lnTo>
                  <a:lnTo>
                    <a:pt x="5093161" y="213012"/>
                  </a:lnTo>
                  <a:lnTo>
                    <a:pt x="5020197" y="176055"/>
                  </a:lnTo>
                  <a:lnTo>
                    <a:pt x="4943096" y="142727"/>
                  </a:lnTo>
                  <a:lnTo>
                    <a:pt x="4863020" y="112942"/>
                  </a:lnTo>
                  <a:lnTo>
                    <a:pt x="4781783" y="86707"/>
                  </a:lnTo>
                  <a:lnTo>
                    <a:pt x="4701836" y="64094"/>
                  </a:lnTo>
                  <a:lnTo>
                    <a:pt x="4626118" y="45178"/>
                  </a:lnTo>
                  <a:lnTo>
                    <a:pt x="4557741" y="29975"/>
                  </a:lnTo>
                  <a:lnTo>
                    <a:pt x="4499532" y="18379"/>
                  </a:lnTo>
                  <a:lnTo>
                    <a:pt x="4453534" y="10123"/>
                  </a:lnTo>
                  <a:lnTo>
                    <a:pt x="4420578" y="4769"/>
                  </a:lnTo>
                  <a:lnTo>
                    <a:pt x="4400066" y="1741"/>
                  </a:lnTo>
                  <a:lnTo>
                    <a:pt x="4389969" y="382"/>
                  </a:lnTo>
                  <a:lnTo>
                    <a:pt x="4386998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2" y="94"/>
                  </a:lnTo>
                  <a:lnTo>
                    <a:pt x="3841097" y="765"/>
                  </a:lnTo>
                  <a:lnTo>
                    <a:pt x="3825731" y="2622"/>
                  </a:lnTo>
                  <a:lnTo>
                    <a:pt x="3798256" y="6277"/>
                  </a:lnTo>
                  <a:lnTo>
                    <a:pt x="3757305" y="12295"/>
                  </a:lnTo>
                  <a:lnTo>
                    <a:pt x="3703091" y="21138"/>
                  </a:lnTo>
                  <a:lnTo>
                    <a:pt x="3637273" y="33116"/>
                  </a:lnTo>
                  <a:lnTo>
                    <a:pt x="3562571" y="48383"/>
                  </a:lnTo>
                  <a:lnTo>
                    <a:pt x="3482234" y="66963"/>
                  </a:lnTo>
                  <a:lnTo>
                    <a:pt x="3399497" y="88799"/>
                  </a:lnTo>
                  <a:lnTo>
                    <a:pt x="3317171" y="113821"/>
                  </a:lnTo>
                  <a:lnTo>
                    <a:pt x="3237413" y="141996"/>
                  </a:lnTo>
                  <a:lnTo>
                    <a:pt x="3161665" y="173375"/>
                  </a:lnTo>
                  <a:lnTo>
                    <a:pt x="3090721" y="208115"/>
                  </a:lnTo>
                  <a:lnTo>
                    <a:pt x="3024841" y="246489"/>
                  </a:lnTo>
                  <a:lnTo>
                    <a:pt x="2963897" y="288890"/>
                  </a:lnTo>
                  <a:lnTo>
                    <a:pt x="2907490" y="335822"/>
                  </a:lnTo>
                  <a:lnTo>
                    <a:pt x="2855054" y="387881"/>
                  </a:lnTo>
                  <a:lnTo>
                    <a:pt x="2805934" y="445728"/>
                  </a:lnTo>
                  <a:lnTo>
                    <a:pt x="2759446" y="510029"/>
                  </a:lnTo>
                  <a:lnTo>
                    <a:pt x="2714923" y="581371"/>
                  </a:lnTo>
                  <a:lnTo>
                    <a:pt x="2671765" y="660104"/>
                  </a:lnTo>
                  <a:lnTo>
                    <a:pt x="2667772" y="667862"/>
                  </a:lnTo>
                  <a:lnTo>
                    <a:pt x="2637127" y="730022"/>
                  </a:lnTo>
                  <a:lnTo>
                    <a:pt x="2606754" y="796129"/>
                  </a:lnTo>
                  <a:lnTo>
                    <a:pt x="2576508" y="866266"/>
                  </a:lnTo>
                  <a:lnTo>
                    <a:pt x="2546274" y="940465"/>
                  </a:lnTo>
                  <a:lnTo>
                    <a:pt x="2515958" y="1018708"/>
                  </a:lnTo>
                  <a:lnTo>
                    <a:pt x="2485489" y="1100922"/>
                  </a:lnTo>
                  <a:lnTo>
                    <a:pt x="2454816" y="1186973"/>
                  </a:lnTo>
                  <a:lnTo>
                    <a:pt x="2423906" y="1276666"/>
                  </a:lnTo>
                  <a:lnTo>
                    <a:pt x="2392745" y="1369741"/>
                  </a:lnTo>
                  <a:lnTo>
                    <a:pt x="2361334" y="1465880"/>
                  </a:lnTo>
                  <a:lnTo>
                    <a:pt x="2329687" y="1564701"/>
                  </a:lnTo>
                  <a:lnTo>
                    <a:pt x="2297832" y="1665771"/>
                  </a:lnTo>
                  <a:lnTo>
                    <a:pt x="2265807" y="1768610"/>
                  </a:lnTo>
                  <a:lnTo>
                    <a:pt x="2233660" y="1872697"/>
                  </a:lnTo>
                  <a:lnTo>
                    <a:pt x="2201443" y="1977488"/>
                  </a:lnTo>
                  <a:lnTo>
                    <a:pt x="2169211" y="2082419"/>
                  </a:lnTo>
                  <a:lnTo>
                    <a:pt x="2137022" y="2186926"/>
                  </a:lnTo>
                  <a:lnTo>
                    <a:pt x="2104930" y="2290452"/>
                  </a:lnTo>
                  <a:lnTo>
                    <a:pt x="2072986" y="2392465"/>
                  </a:lnTo>
                  <a:lnTo>
                    <a:pt x="2041231" y="2492462"/>
                  </a:lnTo>
                  <a:lnTo>
                    <a:pt x="2009700" y="2589985"/>
                  </a:lnTo>
                  <a:lnTo>
                    <a:pt x="1978413" y="2684628"/>
                  </a:lnTo>
                  <a:lnTo>
                    <a:pt x="1947379" y="2776039"/>
                  </a:lnTo>
                  <a:lnTo>
                    <a:pt x="1916592" y="2863930"/>
                  </a:lnTo>
                  <a:lnTo>
                    <a:pt x="1886026" y="2948072"/>
                  </a:lnTo>
                  <a:lnTo>
                    <a:pt x="1855642" y="3028303"/>
                  </a:lnTo>
                  <a:lnTo>
                    <a:pt x="1825377" y="3104519"/>
                  </a:lnTo>
                  <a:lnTo>
                    <a:pt x="1795150" y="3176674"/>
                  </a:lnTo>
                  <a:lnTo>
                    <a:pt x="1764857" y="3244778"/>
                  </a:lnTo>
                  <a:lnTo>
                    <a:pt x="1734367" y="3308888"/>
                  </a:lnTo>
                  <a:lnTo>
                    <a:pt x="1719082" y="3339314"/>
                  </a:lnTo>
                  <a:lnTo>
                    <a:pt x="1676026" y="3418742"/>
                  </a:lnTo>
                  <a:lnTo>
                    <a:pt x="1631655" y="3490767"/>
                  </a:lnTo>
                  <a:lnTo>
                    <a:pt x="1585378" y="3555706"/>
                  </a:lnTo>
                  <a:lnTo>
                    <a:pt x="1536535" y="3614130"/>
                  </a:lnTo>
                  <a:lnTo>
                    <a:pt x="1484438" y="3666703"/>
                  </a:lnTo>
                  <a:lnTo>
                    <a:pt x="1428429" y="3714089"/>
                  </a:lnTo>
                  <a:lnTo>
                    <a:pt x="1367930" y="3756892"/>
                  </a:lnTo>
                  <a:lnTo>
                    <a:pt x="1302524" y="3795625"/>
                  </a:lnTo>
                  <a:lnTo>
                    <a:pt x="1232050" y="3830691"/>
                  </a:lnTo>
                  <a:lnTo>
                    <a:pt x="1156728" y="3862377"/>
                  </a:lnTo>
                  <a:lnTo>
                    <a:pt x="1077295" y="3890849"/>
                  </a:lnTo>
                  <a:lnTo>
                    <a:pt x="995129" y="3916166"/>
                  </a:lnTo>
                  <a:lnTo>
                    <a:pt x="912321" y="3938304"/>
                  </a:lnTo>
                  <a:lnTo>
                    <a:pt x="831625" y="3957192"/>
                  </a:lnTo>
                  <a:lnTo>
                    <a:pt x="756254" y="3972770"/>
                  </a:lnTo>
                  <a:lnTo>
                    <a:pt x="689475" y="3985053"/>
                  </a:lnTo>
                  <a:lnTo>
                    <a:pt x="634083" y="3994178"/>
                  </a:lnTo>
                  <a:lnTo>
                    <a:pt x="591856" y="4000444"/>
                  </a:lnTo>
                  <a:lnTo>
                    <a:pt x="563151" y="4004297"/>
                  </a:lnTo>
                  <a:lnTo>
                    <a:pt x="546750" y="4006297"/>
                  </a:lnTo>
                  <a:lnTo>
                    <a:pt x="539943" y="4007053"/>
                  </a:lnTo>
                  <a:lnTo>
                    <a:pt x="538737" y="4007177"/>
                  </a:lnTo>
                  <a:lnTo>
                    <a:pt x="538736" y="4007177"/>
                  </a:lnTo>
                  <a:lnTo>
                    <a:pt x="0" y="4007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4" name="pg1724"/>
            <p:cNvSpPr/>
            <p:nvPr/>
          </p:nvSpPr>
          <p:spPr>
            <a:xfrm>
              <a:off x="546595" y="2552597"/>
              <a:ext cx="8234974" cy="2803935"/>
            </a:xfrm>
            <a:custGeom>
              <a:avLst/>
              <a:pathLst>
                <a:path w="8234974" h="2803935">
                  <a:moveTo>
                    <a:pt x="0" y="2803935"/>
                  </a:moveTo>
                  <a:lnTo>
                    <a:pt x="538736" y="2803935"/>
                  </a:lnTo>
                  <a:lnTo>
                    <a:pt x="539907" y="2803851"/>
                  </a:lnTo>
                  <a:lnTo>
                    <a:pt x="547567" y="2803254"/>
                  </a:lnTo>
                  <a:lnTo>
                    <a:pt x="566733" y="2801603"/>
                  </a:lnTo>
                  <a:lnTo>
                    <a:pt x="600636" y="2798360"/>
                  </a:lnTo>
                  <a:lnTo>
                    <a:pt x="650431" y="2793048"/>
                  </a:lnTo>
                  <a:lnTo>
                    <a:pt x="715133" y="2785303"/>
                  </a:lnTo>
                  <a:lnTo>
                    <a:pt x="791961" y="2774915"/>
                  </a:lnTo>
                  <a:lnTo>
                    <a:pt x="877027" y="2761815"/>
                  </a:lnTo>
                  <a:lnTo>
                    <a:pt x="966159" y="2746029"/>
                  </a:lnTo>
                  <a:lnTo>
                    <a:pt x="1055595" y="2727621"/>
                  </a:lnTo>
                  <a:lnTo>
                    <a:pt x="1142410" y="2706630"/>
                  </a:lnTo>
                  <a:lnTo>
                    <a:pt x="1224654" y="2683022"/>
                  </a:lnTo>
                  <a:lnTo>
                    <a:pt x="1301281" y="2656663"/>
                  </a:lnTo>
                  <a:lnTo>
                    <a:pt x="1371973" y="2627306"/>
                  </a:lnTo>
                  <a:lnTo>
                    <a:pt x="1436941" y="2594591"/>
                  </a:lnTo>
                  <a:lnTo>
                    <a:pt x="1496738" y="2558055"/>
                  </a:lnTo>
                  <a:lnTo>
                    <a:pt x="1552122" y="2517149"/>
                  </a:lnTo>
                  <a:lnTo>
                    <a:pt x="1603943" y="2471280"/>
                  </a:lnTo>
                  <a:lnTo>
                    <a:pt x="1653067" y="2419880"/>
                  </a:lnTo>
                  <a:lnTo>
                    <a:pt x="1700301" y="2362521"/>
                  </a:lnTo>
                  <a:lnTo>
                    <a:pt x="1719082" y="2337520"/>
                  </a:lnTo>
                  <a:lnTo>
                    <a:pt x="1754717" y="2286737"/>
                  </a:lnTo>
                  <a:lnTo>
                    <a:pt x="1790018" y="2232206"/>
                  </a:lnTo>
                  <a:lnTo>
                    <a:pt x="1825200" y="2173850"/>
                  </a:lnTo>
                  <a:lnTo>
                    <a:pt x="1860431" y="2111654"/>
                  </a:lnTo>
                  <a:lnTo>
                    <a:pt x="1895839" y="2045674"/>
                  </a:lnTo>
                  <a:lnTo>
                    <a:pt x="1931512" y="1976039"/>
                  </a:lnTo>
                  <a:lnTo>
                    <a:pt x="1967503" y="1902958"/>
                  </a:lnTo>
                  <a:lnTo>
                    <a:pt x="2003836" y="1826719"/>
                  </a:lnTo>
                  <a:lnTo>
                    <a:pt x="2040504" y="1747690"/>
                  </a:lnTo>
                  <a:lnTo>
                    <a:pt x="2077474" y="1666314"/>
                  </a:lnTo>
                  <a:lnTo>
                    <a:pt x="2114693" y="1583097"/>
                  </a:lnTo>
                  <a:lnTo>
                    <a:pt x="2152092" y="1498599"/>
                  </a:lnTo>
                  <a:lnTo>
                    <a:pt x="2189588" y="1413420"/>
                  </a:lnTo>
                  <a:lnTo>
                    <a:pt x="2227094" y="1328176"/>
                  </a:lnTo>
                  <a:lnTo>
                    <a:pt x="2264520" y="1243489"/>
                  </a:lnTo>
                  <a:lnTo>
                    <a:pt x="2301782" y="1159963"/>
                  </a:lnTo>
                  <a:lnTo>
                    <a:pt x="2338808" y="1078167"/>
                  </a:lnTo>
                  <a:lnTo>
                    <a:pt x="2375541" y="998620"/>
                  </a:lnTo>
                  <a:lnTo>
                    <a:pt x="2411944" y="921777"/>
                  </a:lnTo>
                  <a:lnTo>
                    <a:pt x="2448004" y="848023"/>
                  </a:lnTo>
                  <a:lnTo>
                    <a:pt x="2483739" y="777663"/>
                  </a:lnTo>
                  <a:lnTo>
                    <a:pt x="2519195" y="710922"/>
                  </a:lnTo>
                  <a:lnTo>
                    <a:pt x="2554454" y="647946"/>
                  </a:lnTo>
                  <a:lnTo>
                    <a:pt x="2589633" y="588803"/>
                  </a:lnTo>
                  <a:lnTo>
                    <a:pt x="2624893" y="533493"/>
                  </a:lnTo>
                  <a:lnTo>
                    <a:pt x="2660440" y="481952"/>
                  </a:lnTo>
                  <a:lnTo>
                    <a:pt x="2667772" y="471859"/>
                  </a:lnTo>
                  <a:lnTo>
                    <a:pt x="2714442" y="412033"/>
                  </a:lnTo>
                  <a:lnTo>
                    <a:pt x="2762708" y="358253"/>
                  </a:lnTo>
                  <a:lnTo>
                    <a:pt x="2813332" y="310204"/>
                  </a:lnTo>
                  <a:lnTo>
                    <a:pt x="2867165" y="267357"/>
                  </a:lnTo>
                  <a:lnTo>
                    <a:pt x="2925073" y="229118"/>
                  </a:lnTo>
                  <a:lnTo>
                    <a:pt x="2987863" y="194914"/>
                  </a:lnTo>
                  <a:lnTo>
                    <a:pt x="3056185" y="164245"/>
                  </a:lnTo>
                  <a:lnTo>
                    <a:pt x="3130408" y="136706"/>
                  </a:lnTo>
                  <a:lnTo>
                    <a:pt x="3210454" y="112004"/>
                  </a:lnTo>
                  <a:lnTo>
                    <a:pt x="3295596" y="89961"/>
                  </a:lnTo>
                  <a:lnTo>
                    <a:pt x="3384267" y="70504"/>
                  </a:lnTo>
                  <a:lnTo>
                    <a:pt x="3473934" y="53647"/>
                  </a:lnTo>
                  <a:lnTo>
                    <a:pt x="3561143" y="39450"/>
                  </a:lnTo>
                  <a:lnTo>
                    <a:pt x="3641815" y="27964"/>
                  </a:lnTo>
                  <a:lnTo>
                    <a:pt x="3711852" y="19164"/>
                  </a:lnTo>
                  <a:lnTo>
                    <a:pt x="3767926" y="12900"/>
                  </a:lnTo>
                  <a:lnTo>
                    <a:pt x="3808260" y="8870"/>
                  </a:lnTo>
                  <a:lnTo>
                    <a:pt x="3833127" y="6636"/>
                  </a:lnTo>
                  <a:lnTo>
                    <a:pt x="3844943" y="567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7" y="5518"/>
                  </a:lnTo>
                  <a:lnTo>
                    <a:pt x="4395910" y="6048"/>
                  </a:lnTo>
                  <a:lnTo>
                    <a:pt x="4415544" y="7512"/>
                  </a:lnTo>
                  <a:lnTo>
                    <a:pt x="4450231" y="10387"/>
                  </a:lnTo>
                  <a:lnTo>
                    <a:pt x="4501086" y="15096"/>
                  </a:lnTo>
                  <a:lnTo>
                    <a:pt x="4567018" y="21952"/>
                  </a:lnTo>
                  <a:lnTo>
                    <a:pt x="4645101" y="31138"/>
                  </a:lnTo>
                  <a:lnTo>
                    <a:pt x="4731306" y="42708"/>
                  </a:lnTo>
                  <a:lnTo>
                    <a:pt x="4821361" y="56636"/>
                  </a:lnTo>
                  <a:lnTo>
                    <a:pt x="4911457" y="72864"/>
                  </a:lnTo>
                  <a:lnTo>
                    <a:pt x="4998675" y="91362"/>
                  </a:lnTo>
                  <a:lnTo>
                    <a:pt x="5081102" y="112168"/>
                  </a:lnTo>
                  <a:lnTo>
                    <a:pt x="5157748" y="135411"/>
                  </a:lnTo>
                  <a:lnTo>
                    <a:pt x="5228358" y="161320"/>
                  </a:lnTo>
                  <a:lnTo>
                    <a:pt x="5293196" y="190226"/>
                  </a:lnTo>
                  <a:lnTo>
                    <a:pt x="5352866" y="222551"/>
                  </a:lnTo>
                  <a:lnTo>
                    <a:pt x="5408161" y="258789"/>
                  </a:lnTo>
                  <a:lnTo>
                    <a:pt x="5459964" y="299466"/>
                  </a:lnTo>
                  <a:lnTo>
                    <a:pt x="5509157" y="345077"/>
                  </a:lnTo>
                  <a:lnTo>
                    <a:pt x="5556553" y="395964"/>
                  </a:lnTo>
                  <a:lnTo>
                    <a:pt x="5567201" y="408340"/>
                  </a:lnTo>
                  <a:lnTo>
                    <a:pt x="5604888" y="454845"/>
                  </a:lnTo>
                  <a:lnTo>
                    <a:pt x="5642215" y="504981"/>
                  </a:lnTo>
                  <a:lnTo>
                    <a:pt x="5679433" y="558818"/>
                  </a:lnTo>
                  <a:lnTo>
                    <a:pt x="5716735" y="616363"/>
                  </a:lnTo>
                  <a:lnTo>
                    <a:pt x="5754260" y="677543"/>
                  </a:lnTo>
                  <a:lnTo>
                    <a:pt x="5792102" y="742205"/>
                  </a:lnTo>
                  <a:lnTo>
                    <a:pt x="5830313" y="810111"/>
                  </a:lnTo>
                  <a:lnTo>
                    <a:pt x="5868907" y="880933"/>
                  </a:lnTo>
                  <a:lnTo>
                    <a:pt x="5907862" y="954262"/>
                  </a:lnTo>
                  <a:lnTo>
                    <a:pt x="5947126" y="1029612"/>
                  </a:lnTo>
                  <a:lnTo>
                    <a:pt x="5986627" y="1106433"/>
                  </a:lnTo>
                  <a:lnTo>
                    <a:pt x="6026270" y="1184126"/>
                  </a:lnTo>
                  <a:lnTo>
                    <a:pt x="6065955" y="1262064"/>
                  </a:lnTo>
                  <a:lnTo>
                    <a:pt x="6105574" y="1339611"/>
                  </a:lnTo>
                  <a:lnTo>
                    <a:pt x="6145028" y="1416144"/>
                  </a:lnTo>
                  <a:lnTo>
                    <a:pt x="6184227" y="1491075"/>
                  </a:lnTo>
                  <a:lnTo>
                    <a:pt x="6223102" y="1563868"/>
                  </a:lnTo>
                  <a:lnTo>
                    <a:pt x="6261608" y="1634052"/>
                  </a:lnTo>
                  <a:lnTo>
                    <a:pt x="6299732" y="1701237"/>
                  </a:lnTo>
                  <a:lnTo>
                    <a:pt x="6337496" y="1765116"/>
                  </a:lnTo>
                  <a:lnTo>
                    <a:pt x="6374959" y="1825470"/>
                  </a:lnTo>
                  <a:lnTo>
                    <a:pt x="6412227" y="1882164"/>
                  </a:lnTo>
                  <a:lnTo>
                    <a:pt x="6449451" y="1935147"/>
                  </a:lnTo>
                  <a:lnTo>
                    <a:pt x="6486837" y="1984438"/>
                  </a:lnTo>
                  <a:lnTo>
                    <a:pt x="6515891" y="2019922"/>
                  </a:lnTo>
                  <a:lnTo>
                    <a:pt x="6562975" y="2072030"/>
                  </a:lnTo>
                  <a:lnTo>
                    <a:pt x="6611691" y="2118825"/>
                  </a:lnTo>
                  <a:lnTo>
                    <a:pt x="6662821" y="2160589"/>
                  </a:lnTo>
                  <a:lnTo>
                    <a:pt x="6717239" y="2197794"/>
                  </a:lnTo>
                  <a:lnTo>
                    <a:pt x="6775835" y="2230968"/>
                  </a:lnTo>
                  <a:lnTo>
                    <a:pt x="6839430" y="2260615"/>
                  </a:lnTo>
                  <a:lnTo>
                    <a:pt x="6908683" y="2287176"/>
                  </a:lnTo>
                  <a:lnTo>
                    <a:pt x="6983951" y="2311004"/>
                  </a:lnTo>
                  <a:lnTo>
                    <a:pt x="7065114" y="2332352"/>
                  </a:lnTo>
                  <a:lnTo>
                    <a:pt x="7151370" y="2351372"/>
                  </a:lnTo>
                  <a:lnTo>
                    <a:pt x="7241030" y="2368119"/>
                  </a:lnTo>
                  <a:lnTo>
                    <a:pt x="7331402" y="2382577"/>
                  </a:lnTo>
                  <a:lnTo>
                    <a:pt x="7418856" y="2394690"/>
                  </a:lnTo>
                  <a:lnTo>
                    <a:pt x="7499172" y="2404420"/>
                  </a:lnTo>
                  <a:lnTo>
                    <a:pt x="7568191" y="2411797"/>
                  </a:lnTo>
                  <a:lnTo>
                    <a:pt x="7622663" y="2416973"/>
                  </a:lnTo>
                  <a:lnTo>
                    <a:pt x="7661026" y="2420233"/>
                  </a:lnTo>
                  <a:lnTo>
                    <a:pt x="7683885" y="2421979"/>
                  </a:lnTo>
                  <a:lnTo>
                    <a:pt x="7694040" y="2422679"/>
                  </a:lnTo>
                  <a:lnTo>
                    <a:pt x="7696237" y="2422817"/>
                  </a:lnTo>
                  <a:lnTo>
                    <a:pt x="8234974" y="2422817"/>
                  </a:lnTo>
                  <a:lnTo>
                    <a:pt x="8234974" y="2417373"/>
                  </a:ln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7" y="83"/>
                  </a:lnTo>
                  <a:lnTo>
                    <a:pt x="3839288" y="680"/>
                  </a:lnTo>
                  <a:lnTo>
                    <a:pt x="3820122" y="2331"/>
                  </a:lnTo>
                  <a:lnTo>
                    <a:pt x="3786218" y="5574"/>
                  </a:lnTo>
                  <a:lnTo>
                    <a:pt x="3736424" y="10887"/>
                  </a:lnTo>
                  <a:lnTo>
                    <a:pt x="3671721" y="18631"/>
                  </a:lnTo>
                  <a:lnTo>
                    <a:pt x="3594894" y="29019"/>
                  </a:lnTo>
                  <a:lnTo>
                    <a:pt x="3509828" y="42119"/>
                  </a:lnTo>
                  <a:lnTo>
                    <a:pt x="3420696" y="57905"/>
                  </a:lnTo>
                  <a:lnTo>
                    <a:pt x="3331260" y="76313"/>
                  </a:lnTo>
                  <a:lnTo>
                    <a:pt x="3244444" y="97304"/>
                  </a:lnTo>
                  <a:lnTo>
                    <a:pt x="3162201" y="120912"/>
                  </a:lnTo>
                  <a:lnTo>
                    <a:pt x="3085574" y="147271"/>
                  </a:lnTo>
                  <a:lnTo>
                    <a:pt x="3014881" y="176628"/>
                  </a:lnTo>
                  <a:lnTo>
                    <a:pt x="2949914" y="209343"/>
                  </a:lnTo>
                  <a:lnTo>
                    <a:pt x="2890116" y="245880"/>
                  </a:lnTo>
                  <a:lnTo>
                    <a:pt x="2834733" y="286785"/>
                  </a:lnTo>
                  <a:lnTo>
                    <a:pt x="2782912" y="332654"/>
                  </a:lnTo>
                  <a:lnTo>
                    <a:pt x="2733788" y="384054"/>
                  </a:lnTo>
                  <a:lnTo>
                    <a:pt x="2686553" y="441413"/>
                  </a:lnTo>
                  <a:lnTo>
                    <a:pt x="2667772" y="466415"/>
                  </a:lnTo>
                  <a:lnTo>
                    <a:pt x="2632137" y="517197"/>
                  </a:lnTo>
                  <a:lnTo>
                    <a:pt x="2596837" y="571728"/>
                  </a:lnTo>
                  <a:lnTo>
                    <a:pt x="2561655" y="630084"/>
                  </a:lnTo>
                  <a:lnTo>
                    <a:pt x="2526423" y="692280"/>
                  </a:lnTo>
                  <a:lnTo>
                    <a:pt x="2491016" y="758260"/>
                  </a:lnTo>
                  <a:lnTo>
                    <a:pt x="2455343" y="827895"/>
                  </a:lnTo>
                  <a:lnTo>
                    <a:pt x="2419351" y="900976"/>
                  </a:lnTo>
                  <a:lnTo>
                    <a:pt x="2383018" y="977215"/>
                  </a:lnTo>
                  <a:lnTo>
                    <a:pt x="2346351" y="1056244"/>
                  </a:lnTo>
                  <a:lnTo>
                    <a:pt x="2309381" y="1137620"/>
                  </a:lnTo>
                  <a:lnTo>
                    <a:pt x="2272161" y="1220837"/>
                  </a:lnTo>
                  <a:lnTo>
                    <a:pt x="2234763" y="1305335"/>
                  </a:lnTo>
                  <a:lnTo>
                    <a:pt x="2197266" y="1390515"/>
                  </a:lnTo>
                  <a:lnTo>
                    <a:pt x="2159761" y="1475758"/>
                  </a:lnTo>
                  <a:lnTo>
                    <a:pt x="2122335" y="1560445"/>
                  </a:lnTo>
                  <a:lnTo>
                    <a:pt x="2085072" y="1643971"/>
                  </a:lnTo>
                  <a:lnTo>
                    <a:pt x="2048046" y="1725767"/>
                  </a:lnTo>
                  <a:lnTo>
                    <a:pt x="2011314" y="1805315"/>
                  </a:lnTo>
                  <a:lnTo>
                    <a:pt x="1974911" y="1882157"/>
                  </a:lnTo>
                  <a:lnTo>
                    <a:pt x="1938850" y="1955911"/>
                  </a:lnTo>
                  <a:lnTo>
                    <a:pt x="1903116" y="2026271"/>
                  </a:lnTo>
                  <a:lnTo>
                    <a:pt x="1867660" y="2093012"/>
                  </a:lnTo>
                  <a:lnTo>
                    <a:pt x="1832401" y="2155989"/>
                  </a:lnTo>
                  <a:lnTo>
                    <a:pt x="1797221" y="2215131"/>
                  </a:lnTo>
                  <a:lnTo>
                    <a:pt x="1761961" y="2270441"/>
                  </a:lnTo>
                  <a:lnTo>
                    <a:pt x="1726415" y="2321982"/>
                  </a:lnTo>
                  <a:lnTo>
                    <a:pt x="1719082" y="2332075"/>
                  </a:lnTo>
                  <a:lnTo>
                    <a:pt x="1672413" y="2391902"/>
                  </a:lnTo>
                  <a:lnTo>
                    <a:pt x="1624147" y="2445681"/>
                  </a:lnTo>
                  <a:lnTo>
                    <a:pt x="1573522" y="2493730"/>
                  </a:lnTo>
                  <a:lnTo>
                    <a:pt x="1519689" y="2536577"/>
                  </a:lnTo>
                  <a:lnTo>
                    <a:pt x="1461781" y="2574816"/>
                  </a:lnTo>
                  <a:lnTo>
                    <a:pt x="1398992" y="2609020"/>
                  </a:lnTo>
                  <a:lnTo>
                    <a:pt x="1330670" y="2639689"/>
                  </a:lnTo>
                  <a:lnTo>
                    <a:pt x="1256446" y="2667228"/>
                  </a:lnTo>
                  <a:lnTo>
                    <a:pt x="1176401" y="2691930"/>
                  </a:lnTo>
                  <a:lnTo>
                    <a:pt x="1091259" y="2713973"/>
                  </a:lnTo>
                  <a:lnTo>
                    <a:pt x="1002588" y="2733430"/>
                  </a:lnTo>
                  <a:lnTo>
                    <a:pt x="912920" y="2750287"/>
                  </a:lnTo>
                  <a:lnTo>
                    <a:pt x="825712" y="2764484"/>
                  </a:lnTo>
                  <a:lnTo>
                    <a:pt x="745040" y="2775970"/>
                  </a:lnTo>
                  <a:lnTo>
                    <a:pt x="675003" y="2784770"/>
                  </a:lnTo>
                  <a:lnTo>
                    <a:pt x="618928" y="2791034"/>
                  </a:lnTo>
                  <a:lnTo>
                    <a:pt x="578595" y="2795064"/>
                  </a:lnTo>
                  <a:lnTo>
                    <a:pt x="553728" y="2797298"/>
                  </a:lnTo>
                  <a:lnTo>
                    <a:pt x="541912" y="2798256"/>
                  </a:lnTo>
                  <a:lnTo>
                    <a:pt x="538736" y="2798490"/>
                  </a:lnTo>
                  <a:lnTo>
                    <a:pt x="0" y="2798490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25" name="pl1725"/>
            <p:cNvSpPr/>
            <p:nvPr/>
          </p:nvSpPr>
          <p:spPr>
            <a:xfrm>
              <a:off x="546595" y="2558042"/>
              <a:ext cx="8234974" cy="2798490"/>
            </a:xfrm>
            <a:custGeom>
              <a:avLst/>
              <a:pathLst>
                <a:path w="8234974" h="2798490">
                  <a:moveTo>
                    <a:pt x="0" y="2798490"/>
                  </a:moveTo>
                  <a:lnTo>
                    <a:pt x="538736" y="2798490"/>
                  </a:lnTo>
                  <a:lnTo>
                    <a:pt x="539907" y="2798406"/>
                  </a:lnTo>
                  <a:lnTo>
                    <a:pt x="547567" y="2797809"/>
                  </a:lnTo>
                  <a:lnTo>
                    <a:pt x="566733" y="2796159"/>
                  </a:lnTo>
                  <a:lnTo>
                    <a:pt x="600636" y="2792916"/>
                  </a:lnTo>
                  <a:lnTo>
                    <a:pt x="650431" y="2787603"/>
                  </a:lnTo>
                  <a:lnTo>
                    <a:pt x="715133" y="2779859"/>
                  </a:lnTo>
                  <a:lnTo>
                    <a:pt x="791961" y="2769471"/>
                  </a:lnTo>
                  <a:lnTo>
                    <a:pt x="877027" y="2756370"/>
                  </a:lnTo>
                  <a:lnTo>
                    <a:pt x="966159" y="2740584"/>
                  </a:lnTo>
                  <a:lnTo>
                    <a:pt x="1055595" y="2722177"/>
                  </a:lnTo>
                  <a:lnTo>
                    <a:pt x="1142410" y="2701186"/>
                  </a:lnTo>
                  <a:lnTo>
                    <a:pt x="1224654" y="2677578"/>
                  </a:lnTo>
                  <a:lnTo>
                    <a:pt x="1301281" y="2651219"/>
                  </a:lnTo>
                  <a:lnTo>
                    <a:pt x="1371973" y="2621861"/>
                  </a:lnTo>
                  <a:lnTo>
                    <a:pt x="1436941" y="2589147"/>
                  </a:lnTo>
                  <a:lnTo>
                    <a:pt x="1496738" y="2552610"/>
                  </a:lnTo>
                  <a:lnTo>
                    <a:pt x="1552122" y="2511704"/>
                  </a:lnTo>
                  <a:lnTo>
                    <a:pt x="1603943" y="2465836"/>
                  </a:lnTo>
                  <a:lnTo>
                    <a:pt x="1653067" y="2414435"/>
                  </a:lnTo>
                  <a:lnTo>
                    <a:pt x="1700301" y="2357077"/>
                  </a:lnTo>
                  <a:lnTo>
                    <a:pt x="1719082" y="2332075"/>
                  </a:lnTo>
                  <a:lnTo>
                    <a:pt x="1754717" y="2281293"/>
                  </a:lnTo>
                  <a:lnTo>
                    <a:pt x="1790018" y="2226761"/>
                  </a:lnTo>
                  <a:lnTo>
                    <a:pt x="1825200" y="2168405"/>
                  </a:lnTo>
                  <a:lnTo>
                    <a:pt x="1860431" y="2106210"/>
                  </a:lnTo>
                  <a:lnTo>
                    <a:pt x="1895839" y="2040230"/>
                  </a:lnTo>
                  <a:lnTo>
                    <a:pt x="1931512" y="1970595"/>
                  </a:lnTo>
                  <a:lnTo>
                    <a:pt x="1967503" y="1897513"/>
                  </a:lnTo>
                  <a:lnTo>
                    <a:pt x="2003836" y="1821274"/>
                  </a:lnTo>
                  <a:lnTo>
                    <a:pt x="2040504" y="1742246"/>
                  </a:lnTo>
                  <a:lnTo>
                    <a:pt x="2077474" y="1660869"/>
                  </a:lnTo>
                  <a:lnTo>
                    <a:pt x="2114693" y="1577652"/>
                  </a:lnTo>
                  <a:lnTo>
                    <a:pt x="2152092" y="1493155"/>
                  </a:lnTo>
                  <a:lnTo>
                    <a:pt x="2189588" y="1407975"/>
                  </a:lnTo>
                  <a:lnTo>
                    <a:pt x="2227094" y="1322732"/>
                  </a:lnTo>
                  <a:lnTo>
                    <a:pt x="2264520" y="1238045"/>
                  </a:lnTo>
                  <a:lnTo>
                    <a:pt x="2301782" y="1154519"/>
                  </a:lnTo>
                  <a:lnTo>
                    <a:pt x="2338808" y="1072722"/>
                  </a:lnTo>
                  <a:lnTo>
                    <a:pt x="2375541" y="993175"/>
                  </a:lnTo>
                  <a:lnTo>
                    <a:pt x="2411944" y="916333"/>
                  </a:lnTo>
                  <a:lnTo>
                    <a:pt x="2448004" y="842579"/>
                  </a:lnTo>
                  <a:lnTo>
                    <a:pt x="2483739" y="772219"/>
                  </a:lnTo>
                  <a:lnTo>
                    <a:pt x="2519195" y="705478"/>
                  </a:lnTo>
                  <a:lnTo>
                    <a:pt x="2554454" y="642501"/>
                  </a:lnTo>
                  <a:lnTo>
                    <a:pt x="2589633" y="583358"/>
                  </a:lnTo>
                  <a:lnTo>
                    <a:pt x="2624893" y="528048"/>
                  </a:lnTo>
                  <a:lnTo>
                    <a:pt x="2660440" y="476508"/>
                  </a:lnTo>
                  <a:lnTo>
                    <a:pt x="2667772" y="466415"/>
                  </a:lnTo>
                  <a:lnTo>
                    <a:pt x="2714442" y="406588"/>
                  </a:lnTo>
                  <a:lnTo>
                    <a:pt x="2762708" y="352808"/>
                  </a:lnTo>
                  <a:lnTo>
                    <a:pt x="2813332" y="304760"/>
                  </a:lnTo>
                  <a:lnTo>
                    <a:pt x="2867165" y="261913"/>
                  </a:lnTo>
                  <a:lnTo>
                    <a:pt x="2925073" y="223674"/>
                  </a:lnTo>
                  <a:lnTo>
                    <a:pt x="2987863" y="189470"/>
                  </a:lnTo>
                  <a:lnTo>
                    <a:pt x="3056185" y="158800"/>
                  </a:lnTo>
                  <a:lnTo>
                    <a:pt x="3130408" y="131261"/>
                  </a:lnTo>
                  <a:lnTo>
                    <a:pt x="3210454" y="106559"/>
                  </a:lnTo>
                  <a:lnTo>
                    <a:pt x="3295596" y="84516"/>
                  </a:lnTo>
                  <a:lnTo>
                    <a:pt x="3384267" y="65060"/>
                  </a:lnTo>
                  <a:lnTo>
                    <a:pt x="3473934" y="48203"/>
                  </a:lnTo>
                  <a:lnTo>
                    <a:pt x="3561143" y="34006"/>
                  </a:lnTo>
                  <a:lnTo>
                    <a:pt x="3641815" y="22519"/>
                  </a:lnTo>
                  <a:lnTo>
                    <a:pt x="3711852" y="13719"/>
                  </a:lnTo>
                  <a:lnTo>
                    <a:pt x="3767926" y="7456"/>
                  </a:lnTo>
                  <a:lnTo>
                    <a:pt x="3808260" y="3425"/>
                  </a:lnTo>
                  <a:lnTo>
                    <a:pt x="3833127" y="1192"/>
                  </a:lnTo>
                  <a:lnTo>
                    <a:pt x="3844943" y="233"/>
                  </a:lnTo>
                  <a:lnTo>
                    <a:pt x="3848037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7" y="74"/>
                  </a:lnTo>
                  <a:lnTo>
                    <a:pt x="4395910" y="603"/>
                  </a:lnTo>
                  <a:lnTo>
                    <a:pt x="4415544" y="2068"/>
                  </a:lnTo>
                  <a:lnTo>
                    <a:pt x="4450231" y="4943"/>
                  </a:lnTo>
                  <a:lnTo>
                    <a:pt x="4501086" y="9651"/>
                  </a:lnTo>
                  <a:lnTo>
                    <a:pt x="4567018" y="16507"/>
                  </a:lnTo>
                  <a:lnTo>
                    <a:pt x="4645101" y="25693"/>
                  </a:lnTo>
                  <a:lnTo>
                    <a:pt x="4731306" y="37264"/>
                  </a:lnTo>
                  <a:lnTo>
                    <a:pt x="4821361" y="51191"/>
                  </a:lnTo>
                  <a:lnTo>
                    <a:pt x="4911457" y="67419"/>
                  </a:lnTo>
                  <a:lnTo>
                    <a:pt x="4998675" y="85917"/>
                  </a:lnTo>
                  <a:lnTo>
                    <a:pt x="5081102" y="106724"/>
                  </a:lnTo>
                  <a:lnTo>
                    <a:pt x="5157748" y="129966"/>
                  </a:lnTo>
                  <a:lnTo>
                    <a:pt x="5228358" y="155876"/>
                  </a:lnTo>
                  <a:lnTo>
                    <a:pt x="5293196" y="184782"/>
                  </a:lnTo>
                  <a:lnTo>
                    <a:pt x="5352866" y="217107"/>
                  </a:lnTo>
                  <a:lnTo>
                    <a:pt x="5408161" y="253344"/>
                  </a:lnTo>
                  <a:lnTo>
                    <a:pt x="5459964" y="294022"/>
                  </a:lnTo>
                  <a:lnTo>
                    <a:pt x="5509157" y="339633"/>
                  </a:lnTo>
                  <a:lnTo>
                    <a:pt x="5556553" y="390519"/>
                  </a:lnTo>
                  <a:lnTo>
                    <a:pt x="5567201" y="402895"/>
                  </a:lnTo>
                  <a:lnTo>
                    <a:pt x="5604888" y="449401"/>
                  </a:lnTo>
                  <a:lnTo>
                    <a:pt x="5642215" y="499536"/>
                  </a:lnTo>
                  <a:lnTo>
                    <a:pt x="5679433" y="553374"/>
                  </a:lnTo>
                  <a:lnTo>
                    <a:pt x="5716735" y="610918"/>
                  </a:lnTo>
                  <a:lnTo>
                    <a:pt x="5754260" y="672098"/>
                  </a:lnTo>
                  <a:lnTo>
                    <a:pt x="5792102" y="736761"/>
                  </a:lnTo>
                  <a:lnTo>
                    <a:pt x="5830313" y="804667"/>
                  </a:lnTo>
                  <a:lnTo>
                    <a:pt x="5868907" y="875489"/>
                  </a:lnTo>
                  <a:lnTo>
                    <a:pt x="5907862" y="948818"/>
                  </a:lnTo>
                  <a:lnTo>
                    <a:pt x="5947126" y="1024168"/>
                  </a:lnTo>
                  <a:lnTo>
                    <a:pt x="5986627" y="1100988"/>
                  </a:lnTo>
                  <a:lnTo>
                    <a:pt x="6026270" y="1178681"/>
                  </a:lnTo>
                  <a:lnTo>
                    <a:pt x="6065955" y="1256619"/>
                  </a:lnTo>
                  <a:lnTo>
                    <a:pt x="6105574" y="1334166"/>
                  </a:lnTo>
                  <a:lnTo>
                    <a:pt x="6145028" y="1410699"/>
                  </a:lnTo>
                  <a:lnTo>
                    <a:pt x="6184227" y="1485631"/>
                  </a:lnTo>
                  <a:lnTo>
                    <a:pt x="6223102" y="1558423"/>
                  </a:lnTo>
                  <a:lnTo>
                    <a:pt x="6261608" y="1628608"/>
                  </a:lnTo>
                  <a:lnTo>
                    <a:pt x="6299732" y="1695792"/>
                  </a:lnTo>
                  <a:lnTo>
                    <a:pt x="6337496" y="1759672"/>
                  </a:lnTo>
                  <a:lnTo>
                    <a:pt x="6374959" y="1820025"/>
                  </a:lnTo>
                  <a:lnTo>
                    <a:pt x="6412227" y="1876720"/>
                  </a:lnTo>
                  <a:lnTo>
                    <a:pt x="6449451" y="1929702"/>
                  </a:lnTo>
                  <a:lnTo>
                    <a:pt x="6486837" y="1978994"/>
                  </a:lnTo>
                  <a:lnTo>
                    <a:pt x="6515891" y="2014477"/>
                  </a:lnTo>
                  <a:lnTo>
                    <a:pt x="6562975" y="2066585"/>
                  </a:lnTo>
                  <a:lnTo>
                    <a:pt x="6611691" y="2113380"/>
                  </a:lnTo>
                  <a:lnTo>
                    <a:pt x="6662821" y="2155145"/>
                  </a:lnTo>
                  <a:lnTo>
                    <a:pt x="6717239" y="2192350"/>
                  </a:lnTo>
                  <a:lnTo>
                    <a:pt x="6775835" y="2225523"/>
                  </a:lnTo>
                  <a:lnTo>
                    <a:pt x="6839430" y="2255170"/>
                  </a:lnTo>
                  <a:lnTo>
                    <a:pt x="6908683" y="2281732"/>
                  </a:lnTo>
                  <a:lnTo>
                    <a:pt x="6983951" y="2305560"/>
                  </a:lnTo>
                  <a:lnTo>
                    <a:pt x="7065114" y="2326908"/>
                  </a:lnTo>
                  <a:lnTo>
                    <a:pt x="7151370" y="2345927"/>
                  </a:lnTo>
                  <a:lnTo>
                    <a:pt x="7241030" y="2362674"/>
                  </a:lnTo>
                  <a:lnTo>
                    <a:pt x="7331402" y="2377132"/>
                  </a:lnTo>
                  <a:lnTo>
                    <a:pt x="7418856" y="2389246"/>
                  </a:lnTo>
                  <a:lnTo>
                    <a:pt x="7499172" y="2398975"/>
                  </a:lnTo>
                  <a:lnTo>
                    <a:pt x="7568191" y="2406353"/>
                  </a:lnTo>
                  <a:lnTo>
                    <a:pt x="7622663" y="2411529"/>
                  </a:lnTo>
                  <a:lnTo>
                    <a:pt x="7661026" y="2414789"/>
                  </a:lnTo>
                  <a:lnTo>
                    <a:pt x="7683885" y="2416534"/>
                  </a:lnTo>
                  <a:lnTo>
                    <a:pt x="7694040" y="2417235"/>
                  </a:lnTo>
                  <a:lnTo>
                    <a:pt x="7696222" y="2417372"/>
                  </a:lnTo>
                  <a:lnTo>
                    <a:pt x="7696237" y="2417373"/>
                  </a:lnTo>
                  <a:lnTo>
                    <a:pt x="8234974" y="2417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6" name="pl1726"/>
            <p:cNvSpPr/>
            <p:nvPr/>
          </p:nvSpPr>
          <p:spPr>
            <a:xfrm>
              <a:off x="546595" y="2552597"/>
              <a:ext cx="8234974" cy="2798490"/>
            </a:xfrm>
            <a:custGeom>
              <a:avLst/>
              <a:pathLst>
                <a:path w="8234974" h="2798490">
                  <a:moveTo>
                    <a:pt x="8234974" y="2417373"/>
                  </a:move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7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7" y="83"/>
                  </a:lnTo>
                  <a:lnTo>
                    <a:pt x="3839288" y="680"/>
                  </a:lnTo>
                  <a:lnTo>
                    <a:pt x="3820122" y="2331"/>
                  </a:lnTo>
                  <a:lnTo>
                    <a:pt x="3786218" y="5574"/>
                  </a:lnTo>
                  <a:lnTo>
                    <a:pt x="3736424" y="10887"/>
                  </a:lnTo>
                  <a:lnTo>
                    <a:pt x="3671721" y="18631"/>
                  </a:lnTo>
                  <a:lnTo>
                    <a:pt x="3594894" y="29019"/>
                  </a:lnTo>
                  <a:lnTo>
                    <a:pt x="3509828" y="42119"/>
                  </a:lnTo>
                  <a:lnTo>
                    <a:pt x="3420696" y="57905"/>
                  </a:lnTo>
                  <a:lnTo>
                    <a:pt x="3331260" y="76313"/>
                  </a:lnTo>
                  <a:lnTo>
                    <a:pt x="3244444" y="97304"/>
                  </a:lnTo>
                  <a:lnTo>
                    <a:pt x="3162201" y="120912"/>
                  </a:lnTo>
                  <a:lnTo>
                    <a:pt x="3085574" y="147271"/>
                  </a:lnTo>
                  <a:lnTo>
                    <a:pt x="3014881" y="176628"/>
                  </a:lnTo>
                  <a:lnTo>
                    <a:pt x="2949914" y="209343"/>
                  </a:lnTo>
                  <a:lnTo>
                    <a:pt x="2890116" y="245880"/>
                  </a:lnTo>
                  <a:lnTo>
                    <a:pt x="2834733" y="286785"/>
                  </a:lnTo>
                  <a:lnTo>
                    <a:pt x="2782912" y="332654"/>
                  </a:lnTo>
                  <a:lnTo>
                    <a:pt x="2733788" y="384054"/>
                  </a:lnTo>
                  <a:lnTo>
                    <a:pt x="2686553" y="441413"/>
                  </a:lnTo>
                  <a:lnTo>
                    <a:pt x="2667772" y="466415"/>
                  </a:lnTo>
                  <a:lnTo>
                    <a:pt x="2632137" y="517197"/>
                  </a:lnTo>
                  <a:lnTo>
                    <a:pt x="2596837" y="571728"/>
                  </a:lnTo>
                  <a:lnTo>
                    <a:pt x="2561655" y="630084"/>
                  </a:lnTo>
                  <a:lnTo>
                    <a:pt x="2526423" y="692280"/>
                  </a:lnTo>
                  <a:lnTo>
                    <a:pt x="2491016" y="758260"/>
                  </a:lnTo>
                  <a:lnTo>
                    <a:pt x="2455343" y="827895"/>
                  </a:lnTo>
                  <a:lnTo>
                    <a:pt x="2419351" y="900976"/>
                  </a:lnTo>
                  <a:lnTo>
                    <a:pt x="2383018" y="977215"/>
                  </a:lnTo>
                  <a:lnTo>
                    <a:pt x="2346351" y="1056244"/>
                  </a:lnTo>
                  <a:lnTo>
                    <a:pt x="2309381" y="1137620"/>
                  </a:lnTo>
                  <a:lnTo>
                    <a:pt x="2272161" y="1220837"/>
                  </a:lnTo>
                  <a:lnTo>
                    <a:pt x="2234763" y="1305335"/>
                  </a:lnTo>
                  <a:lnTo>
                    <a:pt x="2197266" y="1390515"/>
                  </a:lnTo>
                  <a:lnTo>
                    <a:pt x="2159761" y="1475758"/>
                  </a:lnTo>
                  <a:lnTo>
                    <a:pt x="2122335" y="1560445"/>
                  </a:lnTo>
                  <a:lnTo>
                    <a:pt x="2085072" y="1643971"/>
                  </a:lnTo>
                  <a:lnTo>
                    <a:pt x="2048046" y="1725767"/>
                  </a:lnTo>
                  <a:lnTo>
                    <a:pt x="2011314" y="1805315"/>
                  </a:lnTo>
                  <a:lnTo>
                    <a:pt x="1974911" y="1882157"/>
                  </a:lnTo>
                  <a:lnTo>
                    <a:pt x="1938850" y="1955911"/>
                  </a:lnTo>
                  <a:lnTo>
                    <a:pt x="1903116" y="2026271"/>
                  </a:lnTo>
                  <a:lnTo>
                    <a:pt x="1867660" y="2093012"/>
                  </a:lnTo>
                  <a:lnTo>
                    <a:pt x="1832401" y="2155989"/>
                  </a:lnTo>
                  <a:lnTo>
                    <a:pt x="1797221" y="2215131"/>
                  </a:lnTo>
                  <a:lnTo>
                    <a:pt x="1761961" y="2270441"/>
                  </a:lnTo>
                  <a:lnTo>
                    <a:pt x="1726415" y="2321982"/>
                  </a:lnTo>
                  <a:lnTo>
                    <a:pt x="1719082" y="2332075"/>
                  </a:lnTo>
                  <a:lnTo>
                    <a:pt x="1672413" y="2391902"/>
                  </a:lnTo>
                  <a:lnTo>
                    <a:pt x="1624147" y="2445681"/>
                  </a:lnTo>
                  <a:lnTo>
                    <a:pt x="1573522" y="2493730"/>
                  </a:lnTo>
                  <a:lnTo>
                    <a:pt x="1519689" y="2536577"/>
                  </a:lnTo>
                  <a:lnTo>
                    <a:pt x="1461781" y="2574816"/>
                  </a:lnTo>
                  <a:lnTo>
                    <a:pt x="1398992" y="2609020"/>
                  </a:lnTo>
                  <a:lnTo>
                    <a:pt x="1330670" y="2639689"/>
                  </a:lnTo>
                  <a:lnTo>
                    <a:pt x="1256446" y="2667228"/>
                  </a:lnTo>
                  <a:lnTo>
                    <a:pt x="1176401" y="2691930"/>
                  </a:lnTo>
                  <a:lnTo>
                    <a:pt x="1091259" y="2713973"/>
                  </a:lnTo>
                  <a:lnTo>
                    <a:pt x="1002588" y="2733430"/>
                  </a:lnTo>
                  <a:lnTo>
                    <a:pt x="912920" y="2750287"/>
                  </a:lnTo>
                  <a:lnTo>
                    <a:pt x="825712" y="2764484"/>
                  </a:lnTo>
                  <a:lnTo>
                    <a:pt x="745040" y="2775970"/>
                  </a:lnTo>
                  <a:lnTo>
                    <a:pt x="675003" y="2784770"/>
                  </a:lnTo>
                  <a:lnTo>
                    <a:pt x="618928" y="2791034"/>
                  </a:lnTo>
                  <a:lnTo>
                    <a:pt x="578595" y="2795064"/>
                  </a:lnTo>
                  <a:lnTo>
                    <a:pt x="553728" y="2797298"/>
                  </a:lnTo>
                  <a:lnTo>
                    <a:pt x="541912" y="2798256"/>
                  </a:lnTo>
                  <a:lnTo>
                    <a:pt x="538817" y="2798485"/>
                  </a:lnTo>
                  <a:lnTo>
                    <a:pt x="538736" y="2798490"/>
                  </a:lnTo>
                  <a:lnTo>
                    <a:pt x="0" y="2798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7" name="pg1727"/>
            <p:cNvSpPr/>
            <p:nvPr/>
          </p:nvSpPr>
          <p:spPr>
            <a:xfrm>
              <a:off x="546595" y="2002700"/>
              <a:ext cx="8234974" cy="3337499"/>
            </a:xfrm>
            <a:custGeom>
              <a:avLst/>
              <a:pathLst>
                <a:path w="8234974" h="3337499">
                  <a:moveTo>
                    <a:pt x="0" y="3337499"/>
                  </a:moveTo>
                  <a:lnTo>
                    <a:pt x="538736" y="3337499"/>
                  </a:lnTo>
                  <a:lnTo>
                    <a:pt x="539861" y="3337403"/>
                  </a:lnTo>
                  <a:lnTo>
                    <a:pt x="547225" y="3336722"/>
                  </a:lnTo>
                  <a:lnTo>
                    <a:pt x="565676" y="3334836"/>
                  </a:lnTo>
                  <a:lnTo>
                    <a:pt x="598380" y="3331131"/>
                  </a:lnTo>
                  <a:lnTo>
                    <a:pt x="646543" y="3325055"/>
                  </a:lnTo>
                  <a:lnTo>
                    <a:pt x="709341" y="3316185"/>
                  </a:lnTo>
                  <a:lnTo>
                    <a:pt x="784212" y="3304266"/>
                  </a:lnTo>
                  <a:lnTo>
                    <a:pt x="867484" y="3289205"/>
                  </a:lnTo>
                  <a:lnTo>
                    <a:pt x="955143" y="3271027"/>
                  </a:lnTo>
                  <a:lnTo>
                    <a:pt x="1043508" y="3249803"/>
                  </a:lnTo>
                  <a:lnTo>
                    <a:pt x="1129653" y="3225585"/>
                  </a:lnTo>
                  <a:lnTo>
                    <a:pt x="1211573" y="3198348"/>
                  </a:lnTo>
                  <a:lnTo>
                    <a:pt x="1288139" y="3167958"/>
                  </a:lnTo>
                  <a:lnTo>
                    <a:pt x="1358942" y="3134155"/>
                  </a:lnTo>
                  <a:lnTo>
                    <a:pt x="1424105" y="3096553"/>
                  </a:lnTo>
                  <a:lnTo>
                    <a:pt x="1484107" y="3054642"/>
                  </a:lnTo>
                  <a:lnTo>
                    <a:pt x="1539642" y="3007815"/>
                  </a:lnTo>
                  <a:lnTo>
                    <a:pt x="1591516" y="2955400"/>
                  </a:lnTo>
                  <a:lnTo>
                    <a:pt x="1640561" y="2896728"/>
                  </a:lnTo>
                  <a:lnTo>
                    <a:pt x="1687575" y="2831255"/>
                  </a:lnTo>
                  <a:lnTo>
                    <a:pt x="1719082" y="2782156"/>
                  </a:lnTo>
                  <a:lnTo>
                    <a:pt x="1752267" y="2726015"/>
                  </a:lnTo>
                  <a:lnTo>
                    <a:pt x="1785148" y="2666012"/>
                  </a:lnTo>
                  <a:lnTo>
                    <a:pt x="1817903" y="2602069"/>
                  </a:lnTo>
                  <a:lnTo>
                    <a:pt x="1850675" y="2534163"/>
                  </a:lnTo>
                  <a:lnTo>
                    <a:pt x="1883572" y="2462327"/>
                  </a:lnTo>
                  <a:lnTo>
                    <a:pt x="1916677" y="2386665"/>
                  </a:lnTo>
                  <a:lnTo>
                    <a:pt x="1950043" y="2307347"/>
                  </a:lnTo>
                  <a:lnTo>
                    <a:pt x="1983698" y="2224615"/>
                  </a:lnTo>
                  <a:lnTo>
                    <a:pt x="2017649" y="2138784"/>
                  </a:lnTo>
                  <a:lnTo>
                    <a:pt x="2051883" y="2050239"/>
                  </a:lnTo>
                  <a:lnTo>
                    <a:pt x="2086366" y="1959425"/>
                  </a:lnTo>
                  <a:lnTo>
                    <a:pt x="2121053" y="1866846"/>
                  </a:lnTo>
                  <a:lnTo>
                    <a:pt x="2155884" y="1773048"/>
                  </a:lnTo>
                  <a:lnTo>
                    <a:pt x="2190791" y="1678609"/>
                  </a:lnTo>
                  <a:lnTo>
                    <a:pt x="2225704" y="1584126"/>
                  </a:lnTo>
                  <a:lnTo>
                    <a:pt x="2260551" y="1490194"/>
                  </a:lnTo>
                  <a:lnTo>
                    <a:pt x="2295263" y="1397394"/>
                  </a:lnTo>
                  <a:lnTo>
                    <a:pt x="2329781" y="1306281"/>
                  </a:lnTo>
                  <a:lnTo>
                    <a:pt x="2364055" y="1217363"/>
                  </a:lnTo>
                  <a:lnTo>
                    <a:pt x="2398050" y="1131096"/>
                  </a:lnTo>
                  <a:lnTo>
                    <a:pt x="2431750" y="1047875"/>
                  </a:lnTo>
                  <a:lnTo>
                    <a:pt x="2465158" y="968024"/>
                  </a:lnTo>
                  <a:lnTo>
                    <a:pt x="2498299" y="891797"/>
                  </a:lnTo>
                  <a:lnTo>
                    <a:pt x="2531224" y="819375"/>
                  </a:lnTo>
                  <a:lnTo>
                    <a:pt x="2564008" y="750872"/>
                  </a:lnTo>
                  <a:lnTo>
                    <a:pt x="2596757" y="686331"/>
                  </a:lnTo>
                  <a:lnTo>
                    <a:pt x="2629609" y="625737"/>
                  </a:lnTo>
                  <a:lnTo>
                    <a:pt x="2662735" y="569019"/>
                  </a:lnTo>
                  <a:lnTo>
                    <a:pt x="2667772" y="560787"/>
                  </a:lnTo>
                  <a:lnTo>
                    <a:pt x="2713797" y="490475"/>
                  </a:lnTo>
                  <a:lnTo>
                    <a:pt x="2761365" y="427172"/>
                  </a:lnTo>
                  <a:lnTo>
                    <a:pt x="2811206" y="370523"/>
                  </a:lnTo>
                  <a:lnTo>
                    <a:pt x="2864134" y="319927"/>
                  </a:lnTo>
                  <a:lnTo>
                    <a:pt x="2920982" y="274706"/>
                  </a:lnTo>
                  <a:lnTo>
                    <a:pt x="2982529" y="234203"/>
                  </a:lnTo>
                  <a:lnTo>
                    <a:pt x="3049417" y="197838"/>
                  </a:lnTo>
                  <a:lnTo>
                    <a:pt x="3122029" y="165137"/>
                  </a:lnTo>
                  <a:lnTo>
                    <a:pt x="3200342" y="135754"/>
                  </a:lnTo>
                  <a:lnTo>
                    <a:pt x="3283743" y="109469"/>
                  </a:lnTo>
                  <a:lnTo>
                    <a:pt x="3370840" y="86185"/>
                  </a:lnTo>
                  <a:lnTo>
                    <a:pt x="3459340" y="65905"/>
                  </a:lnTo>
                  <a:lnTo>
                    <a:pt x="3546051" y="48694"/>
                  </a:lnTo>
                  <a:lnTo>
                    <a:pt x="3627127" y="34617"/>
                  </a:lnTo>
                  <a:lnTo>
                    <a:pt x="3698583" y="23667"/>
                  </a:lnTo>
                  <a:lnTo>
                    <a:pt x="3757011" y="15706"/>
                  </a:lnTo>
                  <a:lnTo>
                    <a:pt x="3800339" y="10423"/>
                  </a:lnTo>
                  <a:lnTo>
                    <a:pt x="3828363" y="7350"/>
                  </a:lnTo>
                  <a:lnTo>
                    <a:pt x="3842925" y="5909"/>
                  </a:lnTo>
                  <a:lnTo>
                    <a:pt x="3847746" y="547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2" y="5523"/>
                  </a:lnTo>
                  <a:lnTo>
                    <a:pt x="4395804" y="6086"/>
                  </a:lnTo>
                  <a:lnTo>
                    <a:pt x="4415216" y="7643"/>
                  </a:lnTo>
                  <a:lnTo>
                    <a:pt x="4449530" y="10700"/>
                  </a:lnTo>
                  <a:lnTo>
                    <a:pt x="4499883" y="15708"/>
                  </a:lnTo>
                  <a:lnTo>
                    <a:pt x="4565233" y="23005"/>
                  </a:lnTo>
                  <a:lnTo>
                    <a:pt x="4642723" y="32785"/>
                  </a:lnTo>
                  <a:lnTo>
                    <a:pt x="4728391" y="45112"/>
                  </a:lnTo>
                  <a:lnTo>
                    <a:pt x="4818011" y="59957"/>
                  </a:lnTo>
                  <a:lnTo>
                    <a:pt x="4907798" y="77261"/>
                  </a:lnTo>
                  <a:lnTo>
                    <a:pt x="4994828" y="96989"/>
                  </a:lnTo>
                  <a:lnTo>
                    <a:pt x="5077171" y="119177"/>
                  </a:lnTo>
                  <a:lnTo>
                    <a:pt x="5153810" y="143958"/>
                  </a:lnTo>
                  <a:lnTo>
                    <a:pt x="5224460" y="171570"/>
                  </a:lnTo>
                  <a:lnTo>
                    <a:pt x="5289360" y="202358"/>
                  </a:lnTo>
                  <a:lnTo>
                    <a:pt x="5349089" y="236767"/>
                  </a:lnTo>
                  <a:lnTo>
                    <a:pt x="5404425" y="275318"/>
                  </a:lnTo>
                  <a:lnTo>
                    <a:pt x="5456235" y="318569"/>
                  </a:lnTo>
                  <a:lnTo>
                    <a:pt x="5505394" y="367054"/>
                  </a:lnTo>
                  <a:lnTo>
                    <a:pt x="5552711" y="421152"/>
                  </a:lnTo>
                  <a:lnTo>
                    <a:pt x="5567201" y="439192"/>
                  </a:lnTo>
                  <a:lnTo>
                    <a:pt x="5603857" y="487829"/>
                  </a:lnTo>
                  <a:lnTo>
                    <a:pt x="5640166" y="540160"/>
                  </a:lnTo>
                  <a:lnTo>
                    <a:pt x="5676360" y="596257"/>
                  </a:lnTo>
                  <a:lnTo>
                    <a:pt x="5712620" y="656131"/>
                  </a:lnTo>
                  <a:lnTo>
                    <a:pt x="5749079" y="719720"/>
                  </a:lnTo>
                  <a:lnTo>
                    <a:pt x="5785829" y="786881"/>
                  </a:lnTo>
                  <a:lnTo>
                    <a:pt x="5822922" y="857390"/>
                  </a:lnTo>
                  <a:lnTo>
                    <a:pt x="5860378" y="930940"/>
                  </a:lnTo>
                  <a:lnTo>
                    <a:pt x="5898182" y="1007142"/>
                  </a:lnTo>
                  <a:lnTo>
                    <a:pt x="5936293" y="1085531"/>
                  </a:lnTo>
                  <a:lnTo>
                    <a:pt x="5974649" y="1165577"/>
                  </a:lnTo>
                  <a:lnTo>
                    <a:pt x="6013168" y="1246700"/>
                  </a:lnTo>
                  <a:lnTo>
                    <a:pt x="6051759" y="1328285"/>
                  </a:lnTo>
                  <a:lnTo>
                    <a:pt x="6090324" y="1409704"/>
                  </a:lnTo>
                  <a:lnTo>
                    <a:pt x="6128767" y="1490332"/>
                  </a:lnTo>
                  <a:lnTo>
                    <a:pt x="6167003" y="1569570"/>
                  </a:lnTo>
                  <a:lnTo>
                    <a:pt x="6204958" y="1646863"/>
                  </a:lnTo>
                  <a:lnTo>
                    <a:pt x="6242581" y="1721715"/>
                  </a:lnTo>
                  <a:lnTo>
                    <a:pt x="6279845" y="1793700"/>
                  </a:lnTo>
                  <a:lnTo>
                    <a:pt x="6316752" y="1862470"/>
                  </a:lnTo>
                  <a:lnTo>
                    <a:pt x="6353339" y="1927763"/>
                  </a:lnTo>
                  <a:lnTo>
                    <a:pt x="6389679" y="1989398"/>
                  </a:lnTo>
                  <a:lnTo>
                    <a:pt x="6425885" y="2047277"/>
                  </a:lnTo>
                  <a:lnTo>
                    <a:pt x="6462114" y="2101375"/>
                  </a:lnTo>
                  <a:lnTo>
                    <a:pt x="6498574" y="2151738"/>
                  </a:lnTo>
                  <a:lnTo>
                    <a:pt x="6515891" y="2174183"/>
                  </a:lnTo>
                  <a:lnTo>
                    <a:pt x="6562779" y="2230064"/>
                  </a:lnTo>
                  <a:lnTo>
                    <a:pt x="6611282" y="2280269"/>
                  </a:lnTo>
                  <a:lnTo>
                    <a:pt x="6662173" y="2325100"/>
                  </a:lnTo>
                  <a:lnTo>
                    <a:pt x="6716314" y="2365056"/>
                  </a:lnTo>
                  <a:lnTo>
                    <a:pt x="6774584" y="2400698"/>
                  </a:lnTo>
                  <a:lnTo>
                    <a:pt x="6837797" y="2432564"/>
                  </a:lnTo>
                  <a:lnTo>
                    <a:pt x="6906609" y="2461124"/>
                  </a:lnTo>
                  <a:lnTo>
                    <a:pt x="6981382" y="2486757"/>
                  </a:lnTo>
                  <a:lnTo>
                    <a:pt x="7062017" y="2509735"/>
                  </a:lnTo>
                  <a:lnTo>
                    <a:pt x="7147747" y="2530222"/>
                  </a:lnTo>
                  <a:lnTo>
                    <a:pt x="7236941" y="2548283"/>
                  </a:lnTo>
                  <a:lnTo>
                    <a:pt x="7326985" y="2563901"/>
                  </a:lnTo>
                  <a:lnTo>
                    <a:pt x="7414330" y="2577019"/>
                  </a:lnTo>
                  <a:lnTo>
                    <a:pt x="7494824" y="2587593"/>
                  </a:lnTo>
                  <a:lnTo>
                    <a:pt x="7564335" y="2595649"/>
                  </a:lnTo>
                  <a:lnTo>
                    <a:pt x="7619572" y="2601341"/>
                  </a:lnTo>
                  <a:lnTo>
                    <a:pt x="7658872" y="2604963"/>
                  </a:lnTo>
                  <a:lnTo>
                    <a:pt x="7682677" y="2606935"/>
                  </a:lnTo>
                  <a:lnTo>
                    <a:pt x="7693606" y="2607752"/>
                  </a:lnTo>
                  <a:lnTo>
                    <a:pt x="7696237" y="2607931"/>
                  </a:lnTo>
                  <a:lnTo>
                    <a:pt x="8234974" y="2607931"/>
                  </a:lnTo>
                  <a:lnTo>
                    <a:pt x="8234974" y="2602487"/>
                  </a:ln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4" y="95"/>
                  </a:lnTo>
                  <a:lnTo>
                    <a:pt x="3839630" y="777"/>
                  </a:lnTo>
                  <a:lnTo>
                    <a:pt x="3821179" y="2662"/>
                  </a:lnTo>
                  <a:lnTo>
                    <a:pt x="3788475" y="6367"/>
                  </a:lnTo>
                  <a:lnTo>
                    <a:pt x="3740311" y="12443"/>
                  </a:lnTo>
                  <a:lnTo>
                    <a:pt x="3677513" y="21314"/>
                  </a:lnTo>
                  <a:lnTo>
                    <a:pt x="3602643" y="33233"/>
                  </a:lnTo>
                  <a:lnTo>
                    <a:pt x="3519371" y="48293"/>
                  </a:lnTo>
                  <a:lnTo>
                    <a:pt x="3431711" y="66472"/>
                  </a:lnTo>
                  <a:lnTo>
                    <a:pt x="3343347" y="87695"/>
                  </a:lnTo>
                  <a:lnTo>
                    <a:pt x="3257202" y="111914"/>
                  </a:lnTo>
                  <a:lnTo>
                    <a:pt x="3175281" y="139151"/>
                  </a:lnTo>
                  <a:lnTo>
                    <a:pt x="3098715" y="169541"/>
                  </a:lnTo>
                  <a:lnTo>
                    <a:pt x="3027912" y="203343"/>
                  </a:lnTo>
                  <a:lnTo>
                    <a:pt x="2962749" y="240945"/>
                  </a:lnTo>
                  <a:lnTo>
                    <a:pt x="2902748" y="282856"/>
                  </a:lnTo>
                  <a:lnTo>
                    <a:pt x="2847212" y="329683"/>
                  </a:lnTo>
                  <a:lnTo>
                    <a:pt x="2795339" y="382099"/>
                  </a:lnTo>
                  <a:lnTo>
                    <a:pt x="2746293" y="440770"/>
                  </a:lnTo>
                  <a:lnTo>
                    <a:pt x="2699279" y="506243"/>
                  </a:lnTo>
                  <a:lnTo>
                    <a:pt x="2667772" y="555342"/>
                  </a:lnTo>
                  <a:lnTo>
                    <a:pt x="2634587" y="611484"/>
                  </a:lnTo>
                  <a:lnTo>
                    <a:pt x="2601706" y="671487"/>
                  </a:lnTo>
                  <a:lnTo>
                    <a:pt x="2568951" y="735429"/>
                  </a:lnTo>
                  <a:lnTo>
                    <a:pt x="2536180" y="803336"/>
                  </a:lnTo>
                  <a:lnTo>
                    <a:pt x="2503282" y="875171"/>
                  </a:lnTo>
                  <a:lnTo>
                    <a:pt x="2470177" y="950834"/>
                  </a:lnTo>
                  <a:lnTo>
                    <a:pt x="2436812" y="1030152"/>
                  </a:lnTo>
                  <a:lnTo>
                    <a:pt x="2403157" y="1112884"/>
                  </a:lnTo>
                  <a:lnTo>
                    <a:pt x="2369205" y="1198714"/>
                  </a:lnTo>
                  <a:lnTo>
                    <a:pt x="2334972" y="1287260"/>
                  </a:lnTo>
                  <a:lnTo>
                    <a:pt x="2300488" y="1378073"/>
                  </a:lnTo>
                  <a:lnTo>
                    <a:pt x="2265802" y="1470653"/>
                  </a:lnTo>
                  <a:lnTo>
                    <a:pt x="2230971" y="1564451"/>
                  </a:lnTo>
                  <a:lnTo>
                    <a:pt x="2196063" y="1658889"/>
                  </a:lnTo>
                  <a:lnTo>
                    <a:pt x="2161150" y="1753372"/>
                  </a:lnTo>
                  <a:lnTo>
                    <a:pt x="2126304" y="1847305"/>
                  </a:lnTo>
                  <a:lnTo>
                    <a:pt x="2091591" y="1940104"/>
                  </a:lnTo>
                  <a:lnTo>
                    <a:pt x="2057074" y="2031218"/>
                  </a:lnTo>
                  <a:lnTo>
                    <a:pt x="2022800" y="2120136"/>
                  </a:lnTo>
                  <a:lnTo>
                    <a:pt x="1988805" y="2206402"/>
                  </a:lnTo>
                  <a:lnTo>
                    <a:pt x="1955104" y="2289624"/>
                  </a:lnTo>
                  <a:lnTo>
                    <a:pt x="1921697" y="2369475"/>
                  </a:lnTo>
                  <a:lnTo>
                    <a:pt x="1888555" y="2445702"/>
                  </a:lnTo>
                  <a:lnTo>
                    <a:pt x="1855631" y="2518123"/>
                  </a:lnTo>
                  <a:lnTo>
                    <a:pt x="1822847" y="2586627"/>
                  </a:lnTo>
                  <a:lnTo>
                    <a:pt x="1790097" y="2651168"/>
                  </a:lnTo>
                  <a:lnTo>
                    <a:pt x="1757246" y="2711761"/>
                  </a:lnTo>
                  <a:lnTo>
                    <a:pt x="1724120" y="2768479"/>
                  </a:lnTo>
                  <a:lnTo>
                    <a:pt x="1719082" y="2776712"/>
                  </a:lnTo>
                  <a:lnTo>
                    <a:pt x="1673058" y="2847023"/>
                  </a:lnTo>
                  <a:lnTo>
                    <a:pt x="1625490" y="2910327"/>
                  </a:lnTo>
                  <a:lnTo>
                    <a:pt x="1575649" y="2966976"/>
                  </a:lnTo>
                  <a:lnTo>
                    <a:pt x="1522721" y="3017572"/>
                  </a:lnTo>
                  <a:lnTo>
                    <a:pt x="1465873" y="3062792"/>
                  </a:lnTo>
                  <a:lnTo>
                    <a:pt x="1404325" y="3103295"/>
                  </a:lnTo>
                  <a:lnTo>
                    <a:pt x="1337438" y="3139661"/>
                  </a:lnTo>
                  <a:lnTo>
                    <a:pt x="1264826" y="3172361"/>
                  </a:lnTo>
                  <a:lnTo>
                    <a:pt x="1186512" y="3201744"/>
                  </a:lnTo>
                  <a:lnTo>
                    <a:pt x="1103112" y="3228029"/>
                  </a:lnTo>
                  <a:lnTo>
                    <a:pt x="1016014" y="3251314"/>
                  </a:lnTo>
                  <a:lnTo>
                    <a:pt x="927515" y="3271593"/>
                  </a:lnTo>
                  <a:lnTo>
                    <a:pt x="840804" y="3288804"/>
                  </a:lnTo>
                  <a:lnTo>
                    <a:pt x="759727" y="3302882"/>
                  </a:lnTo>
                  <a:lnTo>
                    <a:pt x="688272" y="3313831"/>
                  </a:lnTo>
                  <a:lnTo>
                    <a:pt x="629843" y="3321793"/>
                  </a:lnTo>
                  <a:lnTo>
                    <a:pt x="586515" y="3327075"/>
                  </a:lnTo>
                  <a:lnTo>
                    <a:pt x="558491" y="3330148"/>
                  </a:lnTo>
                  <a:lnTo>
                    <a:pt x="543930" y="3331590"/>
                  </a:lnTo>
                  <a:lnTo>
                    <a:pt x="539108" y="3332024"/>
                  </a:lnTo>
                  <a:lnTo>
                    <a:pt x="538736" y="3332054"/>
                  </a:lnTo>
                  <a:lnTo>
                    <a:pt x="0" y="3332054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28" name="pl1728"/>
            <p:cNvSpPr/>
            <p:nvPr/>
          </p:nvSpPr>
          <p:spPr>
            <a:xfrm>
              <a:off x="546595" y="2008144"/>
              <a:ext cx="8234974" cy="3332054"/>
            </a:xfrm>
            <a:custGeom>
              <a:avLst/>
              <a:pathLst>
                <a:path w="8234974" h="3332054">
                  <a:moveTo>
                    <a:pt x="0" y="3332054"/>
                  </a:moveTo>
                  <a:lnTo>
                    <a:pt x="538736" y="3332054"/>
                  </a:lnTo>
                  <a:lnTo>
                    <a:pt x="539861" y="3331959"/>
                  </a:lnTo>
                  <a:lnTo>
                    <a:pt x="547225" y="3331277"/>
                  </a:lnTo>
                  <a:lnTo>
                    <a:pt x="565676" y="3329392"/>
                  </a:lnTo>
                  <a:lnTo>
                    <a:pt x="598380" y="3325687"/>
                  </a:lnTo>
                  <a:lnTo>
                    <a:pt x="646543" y="3319611"/>
                  </a:lnTo>
                  <a:lnTo>
                    <a:pt x="709341" y="3310740"/>
                  </a:lnTo>
                  <a:lnTo>
                    <a:pt x="784212" y="3298821"/>
                  </a:lnTo>
                  <a:lnTo>
                    <a:pt x="867484" y="3283761"/>
                  </a:lnTo>
                  <a:lnTo>
                    <a:pt x="955143" y="3265582"/>
                  </a:lnTo>
                  <a:lnTo>
                    <a:pt x="1043508" y="3244359"/>
                  </a:lnTo>
                  <a:lnTo>
                    <a:pt x="1129653" y="3220140"/>
                  </a:lnTo>
                  <a:lnTo>
                    <a:pt x="1211573" y="3192903"/>
                  </a:lnTo>
                  <a:lnTo>
                    <a:pt x="1288139" y="3162513"/>
                  </a:lnTo>
                  <a:lnTo>
                    <a:pt x="1358942" y="3128711"/>
                  </a:lnTo>
                  <a:lnTo>
                    <a:pt x="1424105" y="3091108"/>
                  </a:lnTo>
                  <a:lnTo>
                    <a:pt x="1484107" y="3049198"/>
                  </a:lnTo>
                  <a:lnTo>
                    <a:pt x="1539642" y="3002371"/>
                  </a:lnTo>
                  <a:lnTo>
                    <a:pt x="1591516" y="2949955"/>
                  </a:lnTo>
                  <a:lnTo>
                    <a:pt x="1640561" y="2891284"/>
                  </a:lnTo>
                  <a:lnTo>
                    <a:pt x="1687575" y="2825811"/>
                  </a:lnTo>
                  <a:lnTo>
                    <a:pt x="1719082" y="2776712"/>
                  </a:lnTo>
                  <a:lnTo>
                    <a:pt x="1752267" y="2720570"/>
                  </a:lnTo>
                  <a:lnTo>
                    <a:pt x="1785148" y="2660567"/>
                  </a:lnTo>
                  <a:lnTo>
                    <a:pt x="1817903" y="2596625"/>
                  </a:lnTo>
                  <a:lnTo>
                    <a:pt x="1850675" y="2528718"/>
                  </a:lnTo>
                  <a:lnTo>
                    <a:pt x="1883572" y="2456883"/>
                  </a:lnTo>
                  <a:lnTo>
                    <a:pt x="1916677" y="2381220"/>
                  </a:lnTo>
                  <a:lnTo>
                    <a:pt x="1950043" y="2301902"/>
                  </a:lnTo>
                  <a:lnTo>
                    <a:pt x="1983698" y="2219170"/>
                  </a:lnTo>
                  <a:lnTo>
                    <a:pt x="2017649" y="2133340"/>
                  </a:lnTo>
                  <a:lnTo>
                    <a:pt x="2051883" y="2044794"/>
                  </a:lnTo>
                  <a:lnTo>
                    <a:pt x="2086366" y="1953981"/>
                  </a:lnTo>
                  <a:lnTo>
                    <a:pt x="2121053" y="1861401"/>
                  </a:lnTo>
                  <a:lnTo>
                    <a:pt x="2155884" y="1767603"/>
                  </a:lnTo>
                  <a:lnTo>
                    <a:pt x="2190791" y="1673165"/>
                  </a:lnTo>
                  <a:lnTo>
                    <a:pt x="2225704" y="1578682"/>
                  </a:lnTo>
                  <a:lnTo>
                    <a:pt x="2260551" y="1484749"/>
                  </a:lnTo>
                  <a:lnTo>
                    <a:pt x="2295263" y="1391950"/>
                  </a:lnTo>
                  <a:lnTo>
                    <a:pt x="2329781" y="1300836"/>
                  </a:lnTo>
                  <a:lnTo>
                    <a:pt x="2364055" y="1211918"/>
                  </a:lnTo>
                  <a:lnTo>
                    <a:pt x="2398050" y="1125651"/>
                  </a:lnTo>
                  <a:lnTo>
                    <a:pt x="2431750" y="1042430"/>
                  </a:lnTo>
                  <a:lnTo>
                    <a:pt x="2465158" y="962579"/>
                  </a:lnTo>
                  <a:lnTo>
                    <a:pt x="2498299" y="886352"/>
                  </a:lnTo>
                  <a:lnTo>
                    <a:pt x="2531224" y="813931"/>
                  </a:lnTo>
                  <a:lnTo>
                    <a:pt x="2564008" y="745427"/>
                  </a:lnTo>
                  <a:lnTo>
                    <a:pt x="2596757" y="680886"/>
                  </a:lnTo>
                  <a:lnTo>
                    <a:pt x="2629609" y="620293"/>
                  </a:lnTo>
                  <a:lnTo>
                    <a:pt x="2662735" y="563575"/>
                  </a:lnTo>
                  <a:lnTo>
                    <a:pt x="2667772" y="555342"/>
                  </a:lnTo>
                  <a:lnTo>
                    <a:pt x="2713797" y="485031"/>
                  </a:lnTo>
                  <a:lnTo>
                    <a:pt x="2761365" y="421727"/>
                  </a:lnTo>
                  <a:lnTo>
                    <a:pt x="2811206" y="365078"/>
                  </a:lnTo>
                  <a:lnTo>
                    <a:pt x="2864134" y="314482"/>
                  </a:lnTo>
                  <a:lnTo>
                    <a:pt x="2920982" y="269262"/>
                  </a:lnTo>
                  <a:lnTo>
                    <a:pt x="2982529" y="228759"/>
                  </a:lnTo>
                  <a:lnTo>
                    <a:pt x="3049417" y="192393"/>
                  </a:lnTo>
                  <a:lnTo>
                    <a:pt x="3122029" y="159693"/>
                  </a:lnTo>
                  <a:lnTo>
                    <a:pt x="3200342" y="130310"/>
                  </a:lnTo>
                  <a:lnTo>
                    <a:pt x="3283743" y="104025"/>
                  </a:lnTo>
                  <a:lnTo>
                    <a:pt x="3370840" y="80740"/>
                  </a:lnTo>
                  <a:lnTo>
                    <a:pt x="3459340" y="60460"/>
                  </a:lnTo>
                  <a:lnTo>
                    <a:pt x="3546051" y="43250"/>
                  </a:lnTo>
                  <a:lnTo>
                    <a:pt x="3627127" y="29172"/>
                  </a:lnTo>
                  <a:lnTo>
                    <a:pt x="3698583" y="18223"/>
                  </a:lnTo>
                  <a:lnTo>
                    <a:pt x="3757011" y="10261"/>
                  </a:lnTo>
                  <a:lnTo>
                    <a:pt x="3800339" y="4979"/>
                  </a:lnTo>
                  <a:lnTo>
                    <a:pt x="3828363" y="1906"/>
                  </a:lnTo>
                  <a:lnTo>
                    <a:pt x="3842925" y="464"/>
                  </a:lnTo>
                  <a:lnTo>
                    <a:pt x="3847746" y="3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2" y="78"/>
                  </a:lnTo>
                  <a:lnTo>
                    <a:pt x="4395804" y="641"/>
                  </a:lnTo>
                  <a:lnTo>
                    <a:pt x="4415216" y="2198"/>
                  </a:lnTo>
                  <a:lnTo>
                    <a:pt x="4449530" y="5256"/>
                  </a:lnTo>
                  <a:lnTo>
                    <a:pt x="4499883" y="10264"/>
                  </a:lnTo>
                  <a:lnTo>
                    <a:pt x="4565233" y="17560"/>
                  </a:lnTo>
                  <a:lnTo>
                    <a:pt x="4642723" y="27340"/>
                  </a:lnTo>
                  <a:lnTo>
                    <a:pt x="4728391" y="39668"/>
                  </a:lnTo>
                  <a:lnTo>
                    <a:pt x="4818011" y="54513"/>
                  </a:lnTo>
                  <a:lnTo>
                    <a:pt x="4907798" y="71816"/>
                  </a:lnTo>
                  <a:lnTo>
                    <a:pt x="4994828" y="91544"/>
                  </a:lnTo>
                  <a:lnTo>
                    <a:pt x="5077171" y="113733"/>
                  </a:lnTo>
                  <a:lnTo>
                    <a:pt x="5153810" y="138513"/>
                  </a:lnTo>
                  <a:lnTo>
                    <a:pt x="5224460" y="166125"/>
                  </a:lnTo>
                  <a:lnTo>
                    <a:pt x="5289360" y="196914"/>
                  </a:lnTo>
                  <a:lnTo>
                    <a:pt x="5349089" y="231323"/>
                  </a:lnTo>
                  <a:lnTo>
                    <a:pt x="5404425" y="269873"/>
                  </a:lnTo>
                  <a:lnTo>
                    <a:pt x="5456235" y="313125"/>
                  </a:lnTo>
                  <a:lnTo>
                    <a:pt x="5505394" y="361609"/>
                  </a:lnTo>
                  <a:lnTo>
                    <a:pt x="5552711" y="415708"/>
                  </a:lnTo>
                  <a:lnTo>
                    <a:pt x="5567201" y="433747"/>
                  </a:lnTo>
                  <a:lnTo>
                    <a:pt x="5603857" y="482385"/>
                  </a:lnTo>
                  <a:lnTo>
                    <a:pt x="5640166" y="534715"/>
                  </a:lnTo>
                  <a:lnTo>
                    <a:pt x="5676360" y="590812"/>
                  </a:lnTo>
                  <a:lnTo>
                    <a:pt x="5712620" y="650687"/>
                  </a:lnTo>
                  <a:lnTo>
                    <a:pt x="5749079" y="714275"/>
                  </a:lnTo>
                  <a:lnTo>
                    <a:pt x="5785829" y="781436"/>
                  </a:lnTo>
                  <a:lnTo>
                    <a:pt x="5822922" y="851946"/>
                  </a:lnTo>
                  <a:lnTo>
                    <a:pt x="5860378" y="925496"/>
                  </a:lnTo>
                  <a:lnTo>
                    <a:pt x="5898182" y="1001698"/>
                  </a:lnTo>
                  <a:lnTo>
                    <a:pt x="5936293" y="1080086"/>
                  </a:lnTo>
                  <a:lnTo>
                    <a:pt x="5974649" y="1160132"/>
                  </a:lnTo>
                  <a:lnTo>
                    <a:pt x="6013168" y="1241255"/>
                  </a:lnTo>
                  <a:lnTo>
                    <a:pt x="6051759" y="1322841"/>
                  </a:lnTo>
                  <a:lnTo>
                    <a:pt x="6090324" y="1404259"/>
                  </a:lnTo>
                  <a:lnTo>
                    <a:pt x="6128767" y="1484887"/>
                  </a:lnTo>
                  <a:lnTo>
                    <a:pt x="6167003" y="1564125"/>
                  </a:lnTo>
                  <a:lnTo>
                    <a:pt x="6204958" y="1641419"/>
                  </a:lnTo>
                  <a:lnTo>
                    <a:pt x="6242581" y="1716271"/>
                  </a:lnTo>
                  <a:lnTo>
                    <a:pt x="6279845" y="1788255"/>
                  </a:lnTo>
                  <a:lnTo>
                    <a:pt x="6316752" y="1857026"/>
                  </a:lnTo>
                  <a:lnTo>
                    <a:pt x="6353339" y="1922319"/>
                  </a:lnTo>
                  <a:lnTo>
                    <a:pt x="6389679" y="1983954"/>
                  </a:lnTo>
                  <a:lnTo>
                    <a:pt x="6425885" y="2041832"/>
                  </a:lnTo>
                  <a:lnTo>
                    <a:pt x="6462114" y="2095931"/>
                  </a:lnTo>
                  <a:lnTo>
                    <a:pt x="6498574" y="2146294"/>
                  </a:lnTo>
                  <a:lnTo>
                    <a:pt x="6515891" y="2168739"/>
                  </a:lnTo>
                  <a:lnTo>
                    <a:pt x="6562779" y="2224619"/>
                  </a:lnTo>
                  <a:lnTo>
                    <a:pt x="6611282" y="2274825"/>
                  </a:lnTo>
                  <a:lnTo>
                    <a:pt x="6662173" y="2319655"/>
                  </a:lnTo>
                  <a:lnTo>
                    <a:pt x="6716314" y="2359611"/>
                  </a:lnTo>
                  <a:lnTo>
                    <a:pt x="6774584" y="2395253"/>
                  </a:lnTo>
                  <a:lnTo>
                    <a:pt x="6837797" y="2427119"/>
                  </a:lnTo>
                  <a:lnTo>
                    <a:pt x="6906609" y="2455680"/>
                  </a:lnTo>
                  <a:lnTo>
                    <a:pt x="6981382" y="2481313"/>
                  </a:lnTo>
                  <a:lnTo>
                    <a:pt x="7062017" y="2504290"/>
                  </a:lnTo>
                  <a:lnTo>
                    <a:pt x="7147747" y="2524778"/>
                  </a:lnTo>
                  <a:lnTo>
                    <a:pt x="7236941" y="2542838"/>
                  </a:lnTo>
                  <a:lnTo>
                    <a:pt x="7326985" y="2558456"/>
                  </a:lnTo>
                  <a:lnTo>
                    <a:pt x="7414330" y="2571575"/>
                  </a:lnTo>
                  <a:lnTo>
                    <a:pt x="7494824" y="2582148"/>
                  </a:lnTo>
                  <a:lnTo>
                    <a:pt x="7564335" y="2590205"/>
                  </a:lnTo>
                  <a:lnTo>
                    <a:pt x="7619572" y="2595896"/>
                  </a:lnTo>
                  <a:lnTo>
                    <a:pt x="7658872" y="2599518"/>
                  </a:lnTo>
                  <a:lnTo>
                    <a:pt x="7682677" y="2601490"/>
                  </a:lnTo>
                  <a:lnTo>
                    <a:pt x="7693606" y="2602308"/>
                  </a:lnTo>
                  <a:lnTo>
                    <a:pt x="7696200" y="2602484"/>
                  </a:lnTo>
                  <a:lnTo>
                    <a:pt x="7696237" y="2602487"/>
                  </a:lnTo>
                  <a:lnTo>
                    <a:pt x="8234974" y="26024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9" name="pl1729"/>
            <p:cNvSpPr/>
            <p:nvPr/>
          </p:nvSpPr>
          <p:spPr>
            <a:xfrm>
              <a:off x="546595" y="2002700"/>
              <a:ext cx="8234974" cy="3332054"/>
            </a:xfrm>
            <a:custGeom>
              <a:avLst/>
              <a:pathLst>
                <a:path w="8234974" h="3332054">
                  <a:moveTo>
                    <a:pt x="8234974" y="2602487"/>
                  </a:moveTo>
                  <a:lnTo>
                    <a:pt x="7696237" y="2602487"/>
                  </a:lnTo>
                  <a:lnTo>
                    <a:pt x="7695050" y="2602408"/>
                  </a:lnTo>
                  <a:lnTo>
                    <a:pt x="7687289" y="2601845"/>
                  </a:lnTo>
                  <a:lnTo>
                    <a:pt x="7667877" y="2600288"/>
                  </a:lnTo>
                  <a:lnTo>
                    <a:pt x="7633562" y="2597231"/>
                  </a:lnTo>
                  <a:lnTo>
                    <a:pt x="7583209" y="2592223"/>
                  </a:lnTo>
                  <a:lnTo>
                    <a:pt x="7517859" y="2584926"/>
                  </a:lnTo>
                  <a:lnTo>
                    <a:pt x="7440370" y="2575146"/>
                  </a:lnTo>
                  <a:lnTo>
                    <a:pt x="7354702" y="2562819"/>
                  </a:lnTo>
                  <a:lnTo>
                    <a:pt x="7265081" y="2547973"/>
                  </a:lnTo>
                  <a:lnTo>
                    <a:pt x="7175294" y="2530670"/>
                  </a:lnTo>
                  <a:lnTo>
                    <a:pt x="7088264" y="2510942"/>
                  </a:lnTo>
                  <a:lnTo>
                    <a:pt x="7005922" y="2488754"/>
                  </a:lnTo>
                  <a:lnTo>
                    <a:pt x="6929283" y="2463973"/>
                  </a:lnTo>
                  <a:lnTo>
                    <a:pt x="6858633" y="2436361"/>
                  </a:lnTo>
                  <a:lnTo>
                    <a:pt x="6793733" y="2405572"/>
                  </a:lnTo>
                  <a:lnTo>
                    <a:pt x="6734003" y="2371164"/>
                  </a:lnTo>
                  <a:lnTo>
                    <a:pt x="6678667" y="2332613"/>
                  </a:lnTo>
                  <a:lnTo>
                    <a:pt x="6626858" y="2289362"/>
                  </a:lnTo>
                  <a:lnTo>
                    <a:pt x="6577699" y="2240877"/>
                  </a:lnTo>
                  <a:lnTo>
                    <a:pt x="6530381" y="2186779"/>
                  </a:lnTo>
                  <a:lnTo>
                    <a:pt x="6515891" y="2168739"/>
                  </a:lnTo>
                  <a:lnTo>
                    <a:pt x="6479235" y="2120102"/>
                  </a:lnTo>
                  <a:lnTo>
                    <a:pt x="6442927" y="2067771"/>
                  </a:lnTo>
                  <a:lnTo>
                    <a:pt x="6406733" y="2011674"/>
                  </a:lnTo>
                  <a:lnTo>
                    <a:pt x="6370473" y="1951800"/>
                  </a:lnTo>
                  <a:lnTo>
                    <a:pt x="6334014" y="1888211"/>
                  </a:lnTo>
                  <a:lnTo>
                    <a:pt x="6297264" y="1821050"/>
                  </a:lnTo>
                  <a:lnTo>
                    <a:pt x="6260170" y="1750541"/>
                  </a:lnTo>
                  <a:lnTo>
                    <a:pt x="6222715" y="1676991"/>
                  </a:lnTo>
                  <a:lnTo>
                    <a:pt x="6184911" y="1600789"/>
                  </a:lnTo>
                  <a:lnTo>
                    <a:pt x="6146799" y="1522400"/>
                  </a:lnTo>
                  <a:lnTo>
                    <a:pt x="6108443" y="1442354"/>
                  </a:lnTo>
                  <a:lnTo>
                    <a:pt x="6069924" y="1361231"/>
                  </a:lnTo>
                  <a:lnTo>
                    <a:pt x="6031334" y="1279646"/>
                  </a:lnTo>
                  <a:lnTo>
                    <a:pt x="5992769" y="1198227"/>
                  </a:lnTo>
                  <a:lnTo>
                    <a:pt x="5954325" y="1117599"/>
                  </a:lnTo>
                  <a:lnTo>
                    <a:pt x="5916090" y="1038361"/>
                  </a:lnTo>
                  <a:lnTo>
                    <a:pt x="5878134" y="961067"/>
                  </a:lnTo>
                  <a:lnTo>
                    <a:pt x="5840511" y="886216"/>
                  </a:lnTo>
                  <a:lnTo>
                    <a:pt x="5803247" y="814231"/>
                  </a:lnTo>
                  <a:lnTo>
                    <a:pt x="5766340" y="745461"/>
                  </a:lnTo>
                  <a:lnTo>
                    <a:pt x="5729753" y="680168"/>
                  </a:lnTo>
                  <a:lnTo>
                    <a:pt x="5693413" y="618532"/>
                  </a:lnTo>
                  <a:lnTo>
                    <a:pt x="5657208" y="560654"/>
                  </a:lnTo>
                  <a:lnTo>
                    <a:pt x="5620979" y="506556"/>
                  </a:lnTo>
                  <a:lnTo>
                    <a:pt x="5584519" y="456193"/>
                  </a:lnTo>
                  <a:lnTo>
                    <a:pt x="5567201" y="433747"/>
                  </a:lnTo>
                  <a:lnTo>
                    <a:pt x="5520313" y="377867"/>
                  </a:lnTo>
                  <a:lnTo>
                    <a:pt x="5471810" y="327662"/>
                  </a:lnTo>
                  <a:lnTo>
                    <a:pt x="5420920" y="282831"/>
                  </a:lnTo>
                  <a:lnTo>
                    <a:pt x="5366778" y="242875"/>
                  </a:lnTo>
                  <a:lnTo>
                    <a:pt x="5308509" y="207233"/>
                  </a:lnTo>
                  <a:lnTo>
                    <a:pt x="5245295" y="175367"/>
                  </a:lnTo>
                  <a:lnTo>
                    <a:pt x="5176483" y="146807"/>
                  </a:lnTo>
                  <a:lnTo>
                    <a:pt x="5101710" y="121174"/>
                  </a:lnTo>
                  <a:lnTo>
                    <a:pt x="5021076" y="98196"/>
                  </a:lnTo>
                  <a:lnTo>
                    <a:pt x="4935346" y="77709"/>
                  </a:lnTo>
                  <a:lnTo>
                    <a:pt x="4846151" y="59648"/>
                  </a:lnTo>
                  <a:lnTo>
                    <a:pt x="4756108" y="44030"/>
                  </a:lnTo>
                  <a:lnTo>
                    <a:pt x="4668763" y="30912"/>
                  </a:lnTo>
                  <a:lnTo>
                    <a:pt x="4588269" y="20338"/>
                  </a:lnTo>
                  <a:lnTo>
                    <a:pt x="4518758" y="12282"/>
                  </a:lnTo>
                  <a:lnTo>
                    <a:pt x="4463520" y="6590"/>
                  </a:lnTo>
                  <a:lnTo>
                    <a:pt x="4424221" y="2968"/>
                  </a:lnTo>
                  <a:lnTo>
                    <a:pt x="4400416" y="996"/>
                  </a:lnTo>
                  <a:lnTo>
                    <a:pt x="4389486" y="178"/>
                  </a:lnTo>
                  <a:lnTo>
                    <a:pt x="4386893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4" y="95"/>
                  </a:lnTo>
                  <a:lnTo>
                    <a:pt x="3839630" y="777"/>
                  </a:lnTo>
                  <a:lnTo>
                    <a:pt x="3821179" y="2662"/>
                  </a:lnTo>
                  <a:lnTo>
                    <a:pt x="3788475" y="6367"/>
                  </a:lnTo>
                  <a:lnTo>
                    <a:pt x="3740311" y="12443"/>
                  </a:lnTo>
                  <a:lnTo>
                    <a:pt x="3677513" y="21314"/>
                  </a:lnTo>
                  <a:lnTo>
                    <a:pt x="3602643" y="33233"/>
                  </a:lnTo>
                  <a:lnTo>
                    <a:pt x="3519371" y="48293"/>
                  </a:lnTo>
                  <a:lnTo>
                    <a:pt x="3431711" y="66472"/>
                  </a:lnTo>
                  <a:lnTo>
                    <a:pt x="3343347" y="87695"/>
                  </a:lnTo>
                  <a:lnTo>
                    <a:pt x="3257202" y="111914"/>
                  </a:lnTo>
                  <a:lnTo>
                    <a:pt x="3175281" y="139151"/>
                  </a:lnTo>
                  <a:lnTo>
                    <a:pt x="3098715" y="169541"/>
                  </a:lnTo>
                  <a:lnTo>
                    <a:pt x="3027912" y="203343"/>
                  </a:lnTo>
                  <a:lnTo>
                    <a:pt x="2962749" y="240945"/>
                  </a:lnTo>
                  <a:lnTo>
                    <a:pt x="2902748" y="282856"/>
                  </a:lnTo>
                  <a:lnTo>
                    <a:pt x="2847212" y="329683"/>
                  </a:lnTo>
                  <a:lnTo>
                    <a:pt x="2795339" y="382099"/>
                  </a:lnTo>
                  <a:lnTo>
                    <a:pt x="2746293" y="440770"/>
                  </a:lnTo>
                  <a:lnTo>
                    <a:pt x="2699279" y="506243"/>
                  </a:lnTo>
                  <a:lnTo>
                    <a:pt x="2667772" y="555342"/>
                  </a:lnTo>
                  <a:lnTo>
                    <a:pt x="2634587" y="611484"/>
                  </a:lnTo>
                  <a:lnTo>
                    <a:pt x="2601706" y="671487"/>
                  </a:lnTo>
                  <a:lnTo>
                    <a:pt x="2568951" y="735429"/>
                  </a:lnTo>
                  <a:lnTo>
                    <a:pt x="2536180" y="803336"/>
                  </a:lnTo>
                  <a:lnTo>
                    <a:pt x="2503282" y="875171"/>
                  </a:lnTo>
                  <a:lnTo>
                    <a:pt x="2470177" y="950834"/>
                  </a:lnTo>
                  <a:lnTo>
                    <a:pt x="2436812" y="1030152"/>
                  </a:lnTo>
                  <a:lnTo>
                    <a:pt x="2403157" y="1112884"/>
                  </a:lnTo>
                  <a:lnTo>
                    <a:pt x="2369205" y="1198714"/>
                  </a:lnTo>
                  <a:lnTo>
                    <a:pt x="2334972" y="1287260"/>
                  </a:lnTo>
                  <a:lnTo>
                    <a:pt x="2300488" y="1378073"/>
                  </a:lnTo>
                  <a:lnTo>
                    <a:pt x="2265802" y="1470653"/>
                  </a:lnTo>
                  <a:lnTo>
                    <a:pt x="2230971" y="1564451"/>
                  </a:lnTo>
                  <a:lnTo>
                    <a:pt x="2196063" y="1658889"/>
                  </a:lnTo>
                  <a:lnTo>
                    <a:pt x="2161150" y="1753372"/>
                  </a:lnTo>
                  <a:lnTo>
                    <a:pt x="2126304" y="1847305"/>
                  </a:lnTo>
                  <a:lnTo>
                    <a:pt x="2091591" y="1940104"/>
                  </a:lnTo>
                  <a:lnTo>
                    <a:pt x="2057074" y="2031218"/>
                  </a:lnTo>
                  <a:lnTo>
                    <a:pt x="2022800" y="2120136"/>
                  </a:lnTo>
                  <a:lnTo>
                    <a:pt x="1988805" y="2206402"/>
                  </a:lnTo>
                  <a:lnTo>
                    <a:pt x="1955104" y="2289624"/>
                  </a:lnTo>
                  <a:lnTo>
                    <a:pt x="1921697" y="2369475"/>
                  </a:lnTo>
                  <a:lnTo>
                    <a:pt x="1888555" y="2445702"/>
                  </a:lnTo>
                  <a:lnTo>
                    <a:pt x="1855631" y="2518123"/>
                  </a:lnTo>
                  <a:lnTo>
                    <a:pt x="1822847" y="2586627"/>
                  </a:lnTo>
                  <a:lnTo>
                    <a:pt x="1790097" y="2651168"/>
                  </a:lnTo>
                  <a:lnTo>
                    <a:pt x="1757246" y="2711761"/>
                  </a:lnTo>
                  <a:lnTo>
                    <a:pt x="1724120" y="2768479"/>
                  </a:lnTo>
                  <a:lnTo>
                    <a:pt x="1719082" y="2776712"/>
                  </a:lnTo>
                  <a:lnTo>
                    <a:pt x="1673058" y="2847023"/>
                  </a:lnTo>
                  <a:lnTo>
                    <a:pt x="1625490" y="2910327"/>
                  </a:lnTo>
                  <a:lnTo>
                    <a:pt x="1575649" y="2966976"/>
                  </a:lnTo>
                  <a:lnTo>
                    <a:pt x="1522721" y="3017572"/>
                  </a:lnTo>
                  <a:lnTo>
                    <a:pt x="1465873" y="3062792"/>
                  </a:lnTo>
                  <a:lnTo>
                    <a:pt x="1404325" y="3103295"/>
                  </a:lnTo>
                  <a:lnTo>
                    <a:pt x="1337438" y="3139661"/>
                  </a:lnTo>
                  <a:lnTo>
                    <a:pt x="1264826" y="3172361"/>
                  </a:lnTo>
                  <a:lnTo>
                    <a:pt x="1186512" y="3201744"/>
                  </a:lnTo>
                  <a:lnTo>
                    <a:pt x="1103112" y="3228029"/>
                  </a:lnTo>
                  <a:lnTo>
                    <a:pt x="1016014" y="3251314"/>
                  </a:lnTo>
                  <a:lnTo>
                    <a:pt x="927515" y="3271593"/>
                  </a:lnTo>
                  <a:lnTo>
                    <a:pt x="840804" y="3288804"/>
                  </a:lnTo>
                  <a:lnTo>
                    <a:pt x="759727" y="3302882"/>
                  </a:lnTo>
                  <a:lnTo>
                    <a:pt x="688272" y="3313831"/>
                  </a:lnTo>
                  <a:lnTo>
                    <a:pt x="629843" y="3321793"/>
                  </a:lnTo>
                  <a:lnTo>
                    <a:pt x="586515" y="3327075"/>
                  </a:lnTo>
                  <a:lnTo>
                    <a:pt x="558491" y="3330148"/>
                  </a:lnTo>
                  <a:lnTo>
                    <a:pt x="543930" y="3331590"/>
                  </a:lnTo>
                  <a:lnTo>
                    <a:pt x="539108" y="3332024"/>
                  </a:lnTo>
                  <a:lnTo>
                    <a:pt x="538736" y="3332054"/>
                  </a:lnTo>
                  <a:lnTo>
                    <a:pt x="0" y="33320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0" name="pg1730"/>
            <p:cNvSpPr/>
            <p:nvPr/>
          </p:nvSpPr>
          <p:spPr>
            <a:xfrm>
              <a:off x="546595" y="2029922"/>
              <a:ext cx="8234974" cy="3315721"/>
            </a:xfrm>
            <a:custGeom>
              <a:avLst/>
              <a:pathLst>
                <a:path w="8234974" h="3315721">
                  <a:moveTo>
                    <a:pt x="0" y="3315721"/>
                  </a:moveTo>
                  <a:lnTo>
                    <a:pt x="538736" y="3315721"/>
                  </a:lnTo>
                  <a:lnTo>
                    <a:pt x="539863" y="3315626"/>
                  </a:lnTo>
                  <a:lnTo>
                    <a:pt x="547239" y="3314947"/>
                  </a:lnTo>
                  <a:lnTo>
                    <a:pt x="565721" y="3313071"/>
                  </a:lnTo>
                  <a:lnTo>
                    <a:pt x="598475" y="3309384"/>
                  </a:lnTo>
                  <a:lnTo>
                    <a:pt x="646708" y="3303336"/>
                  </a:lnTo>
                  <a:lnTo>
                    <a:pt x="709588" y="3294509"/>
                  </a:lnTo>
                  <a:lnTo>
                    <a:pt x="784542" y="3282649"/>
                  </a:lnTo>
                  <a:lnTo>
                    <a:pt x="867891" y="3267664"/>
                  </a:lnTo>
                  <a:lnTo>
                    <a:pt x="955615" y="3249579"/>
                  </a:lnTo>
                  <a:lnTo>
                    <a:pt x="1044026" y="3228465"/>
                  </a:lnTo>
                  <a:lnTo>
                    <a:pt x="1130201" y="3204372"/>
                  </a:lnTo>
                  <a:lnTo>
                    <a:pt x="1212136" y="3177276"/>
                  </a:lnTo>
                  <a:lnTo>
                    <a:pt x="1288706" y="3147043"/>
                  </a:lnTo>
                  <a:lnTo>
                    <a:pt x="1359504" y="3113413"/>
                  </a:lnTo>
                  <a:lnTo>
                    <a:pt x="1424659" y="3076000"/>
                  </a:lnTo>
                  <a:lnTo>
                    <a:pt x="1484652" y="3034297"/>
                  </a:lnTo>
                  <a:lnTo>
                    <a:pt x="1540180" y="2987697"/>
                  </a:lnTo>
                  <a:lnTo>
                    <a:pt x="1592051" y="2935532"/>
                  </a:lnTo>
                  <a:lnTo>
                    <a:pt x="1641099" y="2877139"/>
                  </a:lnTo>
                  <a:lnTo>
                    <a:pt x="1688122" y="2811975"/>
                  </a:lnTo>
                  <a:lnTo>
                    <a:pt x="1719082" y="2764008"/>
                  </a:lnTo>
                  <a:lnTo>
                    <a:pt x="1752359" y="2708073"/>
                  </a:lnTo>
                  <a:lnTo>
                    <a:pt x="1785330" y="2648281"/>
                  </a:lnTo>
                  <a:lnTo>
                    <a:pt x="1818176" y="2584553"/>
                  </a:lnTo>
                  <a:lnTo>
                    <a:pt x="1851039" y="2516864"/>
                  </a:lnTo>
                  <a:lnTo>
                    <a:pt x="1884030" y="2445252"/>
                  </a:lnTo>
                  <a:lnTo>
                    <a:pt x="1917230" y="2369819"/>
                  </a:lnTo>
                  <a:lnTo>
                    <a:pt x="1950693" y="2290737"/>
                  </a:lnTo>
                  <a:lnTo>
                    <a:pt x="1984448" y="2208250"/>
                  </a:lnTo>
                  <a:lnTo>
                    <a:pt x="2018501" y="2122676"/>
                  </a:lnTo>
                  <a:lnTo>
                    <a:pt x="2052836" y="2034400"/>
                  </a:lnTo>
                  <a:lnTo>
                    <a:pt x="2087422" y="1943871"/>
                  </a:lnTo>
                  <a:lnTo>
                    <a:pt x="2122211" y="1851594"/>
                  </a:lnTo>
                  <a:lnTo>
                    <a:pt x="2157142" y="1758119"/>
                  </a:lnTo>
                  <a:lnTo>
                    <a:pt x="2192147" y="1664025"/>
                  </a:lnTo>
                  <a:lnTo>
                    <a:pt x="2227156" y="1569910"/>
                  </a:lnTo>
                  <a:lnTo>
                    <a:pt x="2262095" y="1476370"/>
                  </a:lnTo>
                  <a:lnTo>
                    <a:pt x="2296896" y="1383986"/>
                  </a:lnTo>
                  <a:lnTo>
                    <a:pt x="2331498" y="1293312"/>
                  </a:lnTo>
                  <a:lnTo>
                    <a:pt x="2365854" y="1204855"/>
                  </a:lnTo>
                  <a:lnTo>
                    <a:pt x="2399927" y="1119069"/>
                  </a:lnTo>
                  <a:lnTo>
                    <a:pt x="2433704" y="1036346"/>
                  </a:lnTo>
                  <a:lnTo>
                    <a:pt x="2467188" y="957005"/>
                  </a:lnTo>
                  <a:lnTo>
                    <a:pt x="2500406" y="881299"/>
                  </a:lnTo>
                  <a:lnTo>
                    <a:pt x="2533410" y="809403"/>
                  </a:lnTo>
                  <a:lnTo>
                    <a:pt x="2566279" y="741426"/>
                  </a:lnTo>
                  <a:lnTo>
                    <a:pt x="2599121" y="677408"/>
                  </a:lnTo>
                  <a:lnTo>
                    <a:pt x="2632078" y="617330"/>
                  </a:lnTo>
                  <a:lnTo>
                    <a:pt x="2665325" y="561117"/>
                  </a:lnTo>
                  <a:lnTo>
                    <a:pt x="2667772" y="557157"/>
                  </a:lnTo>
                  <a:lnTo>
                    <a:pt x="2713824" y="487266"/>
                  </a:lnTo>
                  <a:lnTo>
                    <a:pt x="2761422" y="424345"/>
                  </a:lnTo>
                  <a:lnTo>
                    <a:pt x="2811297" y="368042"/>
                  </a:lnTo>
                  <a:lnTo>
                    <a:pt x="2864264" y="317759"/>
                  </a:lnTo>
                  <a:lnTo>
                    <a:pt x="2921157" y="272821"/>
                  </a:lnTo>
                  <a:lnTo>
                    <a:pt x="2982757" y="232573"/>
                  </a:lnTo>
                  <a:lnTo>
                    <a:pt x="3049705" y="196438"/>
                  </a:lnTo>
                  <a:lnTo>
                    <a:pt x="3122386" y="163948"/>
                  </a:lnTo>
                  <a:lnTo>
                    <a:pt x="3200773" y="134756"/>
                  </a:lnTo>
                  <a:lnTo>
                    <a:pt x="3284249" y="108644"/>
                  </a:lnTo>
                  <a:lnTo>
                    <a:pt x="3371414" y="85516"/>
                  </a:lnTo>
                  <a:lnTo>
                    <a:pt x="3459966" y="65378"/>
                  </a:lnTo>
                  <a:lnTo>
                    <a:pt x="3546701" y="48292"/>
                  </a:lnTo>
                  <a:lnTo>
                    <a:pt x="3627764" y="34323"/>
                  </a:lnTo>
                  <a:lnTo>
                    <a:pt x="3699162" y="23465"/>
                  </a:lnTo>
                  <a:lnTo>
                    <a:pt x="3757494" y="15577"/>
                  </a:lnTo>
                  <a:lnTo>
                    <a:pt x="3800696" y="10350"/>
                  </a:lnTo>
                  <a:lnTo>
                    <a:pt x="3828584" y="7315"/>
                  </a:lnTo>
                  <a:lnTo>
                    <a:pt x="3843025" y="5896"/>
                  </a:lnTo>
                  <a:lnTo>
                    <a:pt x="3847765" y="54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6" y="5530"/>
                  </a:lnTo>
                  <a:lnTo>
                    <a:pt x="4395611" y="6148"/>
                  </a:lnTo>
                  <a:lnTo>
                    <a:pt x="4414622" y="7854"/>
                  </a:lnTo>
                  <a:lnTo>
                    <a:pt x="4448266" y="11205"/>
                  </a:lnTo>
                  <a:lnTo>
                    <a:pt x="4497708" y="16698"/>
                  </a:lnTo>
                  <a:lnTo>
                    <a:pt x="4561999" y="24708"/>
                  </a:lnTo>
                  <a:lnTo>
                    <a:pt x="4638407" y="35455"/>
                  </a:lnTo>
                  <a:lnTo>
                    <a:pt x="4723089" y="49014"/>
                  </a:lnTo>
                  <a:lnTo>
                    <a:pt x="4811908" y="65359"/>
                  </a:lnTo>
                  <a:lnTo>
                    <a:pt x="4901118" y="84423"/>
                  </a:lnTo>
                  <a:lnTo>
                    <a:pt x="4987794" y="106165"/>
                  </a:lnTo>
                  <a:lnTo>
                    <a:pt x="5069972" y="130618"/>
                  </a:lnTo>
                  <a:lnTo>
                    <a:pt x="5146589" y="157917"/>
                  </a:lnTo>
                  <a:lnTo>
                    <a:pt x="5217307" y="188311"/>
                  </a:lnTo>
                  <a:lnTo>
                    <a:pt x="5282318" y="222168"/>
                  </a:lnTo>
                  <a:lnTo>
                    <a:pt x="5342158" y="259965"/>
                  </a:lnTo>
                  <a:lnTo>
                    <a:pt x="5397573" y="302262"/>
                  </a:lnTo>
                  <a:lnTo>
                    <a:pt x="5449403" y="349674"/>
                  </a:lnTo>
                  <a:lnTo>
                    <a:pt x="5498507" y="402792"/>
                  </a:lnTo>
                  <a:lnTo>
                    <a:pt x="5545691" y="462069"/>
                  </a:lnTo>
                  <a:lnTo>
                    <a:pt x="5567201" y="491822"/>
                  </a:lnTo>
                  <a:lnTo>
                    <a:pt x="5602246" y="543865"/>
                  </a:lnTo>
                  <a:lnTo>
                    <a:pt x="5636964" y="599686"/>
                  </a:lnTo>
                  <a:lnTo>
                    <a:pt x="5671561" y="659362"/>
                  </a:lnTo>
                  <a:lnTo>
                    <a:pt x="5706199" y="722911"/>
                  </a:lnTo>
                  <a:lnTo>
                    <a:pt x="5741001" y="790283"/>
                  </a:lnTo>
                  <a:lnTo>
                    <a:pt x="5776053" y="861354"/>
                  </a:lnTo>
                  <a:lnTo>
                    <a:pt x="5811410" y="935925"/>
                  </a:lnTo>
                  <a:lnTo>
                    <a:pt x="5847096" y="1013719"/>
                  </a:lnTo>
                  <a:lnTo>
                    <a:pt x="5883107" y="1094379"/>
                  </a:lnTo>
                  <a:lnTo>
                    <a:pt x="5919418" y="1177479"/>
                  </a:lnTo>
                  <a:lnTo>
                    <a:pt x="5955979" y="1262523"/>
                  </a:lnTo>
                  <a:lnTo>
                    <a:pt x="5992728" y="1348966"/>
                  </a:lnTo>
                  <a:lnTo>
                    <a:pt x="6029587" y="1436220"/>
                  </a:lnTo>
                  <a:lnTo>
                    <a:pt x="6066474" y="1523674"/>
                  </a:lnTo>
                  <a:lnTo>
                    <a:pt x="6103303" y="1610711"/>
                  </a:lnTo>
                  <a:lnTo>
                    <a:pt x="6139994" y="1696727"/>
                  </a:lnTo>
                  <a:lnTo>
                    <a:pt x="6176474" y="1781148"/>
                  </a:lnTo>
                  <a:lnTo>
                    <a:pt x="6212684" y="1863443"/>
                  </a:lnTo>
                  <a:lnTo>
                    <a:pt x="6248583" y="1943141"/>
                  </a:lnTo>
                  <a:lnTo>
                    <a:pt x="6284152" y="2019838"/>
                  </a:lnTo>
                  <a:lnTo>
                    <a:pt x="6319397" y="2093206"/>
                  </a:lnTo>
                  <a:lnTo>
                    <a:pt x="6354354" y="2162995"/>
                  </a:lnTo>
                  <a:lnTo>
                    <a:pt x="6389086" y="2229032"/>
                  </a:lnTo>
                  <a:lnTo>
                    <a:pt x="6423694" y="2291222"/>
                  </a:lnTo>
                  <a:lnTo>
                    <a:pt x="6458313" y="2349537"/>
                  </a:lnTo>
                  <a:lnTo>
                    <a:pt x="6493119" y="2404018"/>
                  </a:lnTo>
                  <a:lnTo>
                    <a:pt x="6515891" y="2437336"/>
                  </a:lnTo>
                  <a:lnTo>
                    <a:pt x="6562422" y="2499550"/>
                  </a:lnTo>
                  <a:lnTo>
                    <a:pt x="6610538" y="2555494"/>
                  </a:lnTo>
                  <a:lnTo>
                    <a:pt x="6660993" y="2605494"/>
                  </a:lnTo>
                  <a:lnTo>
                    <a:pt x="6714631" y="2650096"/>
                  </a:lnTo>
                  <a:lnTo>
                    <a:pt x="6772310" y="2689914"/>
                  </a:lnTo>
                  <a:lnTo>
                    <a:pt x="6834832" y="2725540"/>
                  </a:lnTo>
                  <a:lnTo>
                    <a:pt x="6902843" y="2757495"/>
                  </a:lnTo>
                  <a:lnTo>
                    <a:pt x="6976719" y="2786196"/>
                  </a:lnTo>
                  <a:lnTo>
                    <a:pt x="7056391" y="2811950"/>
                  </a:lnTo>
                  <a:lnTo>
                    <a:pt x="7141160" y="2834945"/>
                  </a:lnTo>
                  <a:lnTo>
                    <a:pt x="7229496" y="2855258"/>
                  </a:lnTo>
                  <a:lnTo>
                    <a:pt x="7318919" y="2872876"/>
                  </a:lnTo>
                  <a:lnTo>
                    <a:pt x="7406032" y="2887740"/>
                  </a:lnTo>
                  <a:lnTo>
                    <a:pt x="7486807" y="2899795"/>
                  </a:lnTo>
                  <a:lnTo>
                    <a:pt x="7557166" y="2909061"/>
                  </a:lnTo>
                  <a:lnTo>
                    <a:pt x="7613761" y="2915688"/>
                  </a:lnTo>
                  <a:lnTo>
                    <a:pt x="7654747" y="2919981"/>
                  </a:lnTo>
                  <a:lnTo>
                    <a:pt x="7680290" y="2922386"/>
                  </a:lnTo>
                  <a:lnTo>
                    <a:pt x="7692681" y="2923440"/>
                  </a:lnTo>
                  <a:lnTo>
                    <a:pt x="7696237" y="2923714"/>
                  </a:lnTo>
                  <a:lnTo>
                    <a:pt x="8234974" y="2923714"/>
                  </a:lnTo>
                  <a:lnTo>
                    <a:pt x="8234974" y="2918270"/>
                  </a:ln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2" y="95"/>
                  </a:lnTo>
                  <a:lnTo>
                    <a:pt x="3839616" y="773"/>
                  </a:lnTo>
                  <a:lnTo>
                    <a:pt x="3821134" y="2650"/>
                  </a:lnTo>
                  <a:lnTo>
                    <a:pt x="3788379" y="6337"/>
                  </a:lnTo>
                  <a:lnTo>
                    <a:pt x="3740146" y="12384"/>
                  </a:lnTo>
                  <a:lnTo>
                    <a:pt x="3677267" y="21211"/>
                  </a:lnTo>
                  <a:lnTo>
                    <a:pt x="3602313" y="33071"/>
                  </a:lnTo>
                  <a:lnTo>
                    <a:pt x="3518964" y="48056"/>
                  </a:lnTo>
                  <a:lnTo>
                    <a:pt x="3431240" y="66141"/>
                  </a:lnTo>
                  <a:lnTo>
                    <a:pt x="3342828" y="87256"/>
                  </a:lnTo>
                  <a:lnTo>
                    <a:pt x="3256654" y="111348"/>
                  </a:lnTo>
                  <a:lnTo>
                    <a:pt x="3174719" y="138444"/>
                  </a:lnTo>
                  <a:lnTo>
                    <a:pt x="3098149" y="168678"/>
                  </a:lnTo>
                  <a:lnTo>
                    <a:pt x="3027350" y="202307"/>
                  </a:lnTo>
                  <a:lnTo>
                    <a:pt x="2962196" y="239720"/>
                  </a:lnTo>
                  <a:lnTo>
                    <a:pt x="2902203" y="281423"/>
                  </a:lnTo>
                  <a:lnTo>
                    <a:pt x="2846674" y="328023"/>
                  </a:lnTo>
                  <a:lnTo>
                    <a:pt x="2794804" y="380188"/>
                  </a:lnTo>
                  <a:lnTo>
                    <a:pt x="2745755" y="438582"/>
                  </a:lnTo>
                  <a:lnTo>
                    <a:pt x="2698733" y="503745"/>
                  </a:lnTo>
                  <a:lnTo>
                    <a:pt x="2667772" y="551712"/>
                  </a:lnTo>
                  <a:lnTo>
                    <a:pt x="2634496" y="607647"/>
                  </a:lnTo>
                  <a:lnTo>
                    <a:pt x="2601525" y="667439"/>
                  </a:lnTo>
                  <a:lnTo>
                    <a:pt x="2568679" y="731168"/>
                  </a:lnTo>
                  <a:lnTo>
                    <a:pt x="2535816" y="798856"/>
                  </a:lnTo>
                  <a:lnTo>
                    <a:pt x="2502825" y="870468"/>
                  </a:lnTo>
                  <a:lnTo>
                    <a:pt x="2469624" y="945901"/>
                  </a:lnTo>
                  <a:lnTo>
                    <a:pt x="2436161" y="1024983"/>
                  </a:lnTo>
                  <a:lnTo>
                    <a:pt x="2402407" y="1107470"/>
                  </a:lnTo>
                  <a:lnTo>
                    <a:pt x="2368354" y="1193044"/>
                  </a:lnTo>
                  <a:lnTo>
                    <a:pt x="2334018" y="1281321"/>
                  </a:lnTo>
                  <a:lnTo>
                    <a:pt x="2299432" y="1371850"/>
                  </a:lnTo>
                  <a:lnTo>
                    <a:pt x="2264644" y="1464126"/>
                  </a:lnTo>
                  <a:lnTo>
                    <a:pt x="2229713" y="1557601"/>
                  </a:lnTo>
                  <a:lnTo>
                    <a:pt x="2194707" y="1651695"/>
                  </a:lnTo>
                  <a:lnTo>
                    <a:pt x="2159699" y="1745810"/>
                  </a:lnTo>
                  <a:lnTo>
                    <a:pt x="2124760" y="1839351"/>
                  </a:lnTo>
                  <a:lnTo>
                    <a:pt x="2089959" y="1931734"/>
                  </a:lnTo>
                  <a:lnTo>
                    <a:pt x="2055356" y="2022408"/>
                  </a:lnTo>
                  <a:lnTo>
                    <a:pt x="2021001" y="2110865"/>
                  </a:lnTo>
                  <a:lnTo>
                    <a:pt x="1986927" y="2196651"/>
                  </a:lnTo>
                  <a:lnTo>
                    <a:pt x="1953150" y="2279375"/>
                  </a:lnTo>
                  <a:lnTo>
                    <a:pt x="1919667" y="2358715"/>
                  </a:lnTo>
                  <a:lnTo>
                    <a:pt x="1886449" y="2434422"/>
                  </a:lnTo>
                  <a:lnTo>
                    <a:pt x="1853445" y="2506317"/>
                  </a:lnTo>
                  <a:lnTo>
                    <a:pt x="1820576" y="2574295"/>
                  </a:lnTo>
                  <a:lnTo>
                    <a:pt x="1787733" y="2638312"/>
                  </a:lnTo>
                  <a:lnTo>
                    <a:pt x="1754777" y="2698390"/>
                  </a:lnTo>
                  <a:lnTo>
                    <a:pt x="1721530" y="2754603"/>
                  </a:lnTo>
                  <a:lnTo>
                    <a:pt x="1719082" y="2758563"/>
                  </a:lnTo>
                  <a:lnTo>
                    <a:pt x="1673030" y="2828455"/>
                  </a:lnTo>
                  <a:lnTo>
                    <a:pt x="1625432" y="2891375"/>
                  </a:lnTo>
                  <a:lnTo>
                    <a:pt x="1575558" y="2947678"/>
                  </a:lnTo>
                  <a:lnTo>
                    <a:pt x="1522591" y="2997961"/>
                  </a:lnTo>
                  <a:lnTo>
                    <a:pt x="1465698" y="3042899"/>
                  </a:lnTo>
                  <a:lnTo>
                    <a:pt x="1404098" y="3083147"/>
                  </a:lnTo>
                  <a:lnTo>
                    <a:pt x="1337149" y="3119282"/>
                  </a:lnTo>
                  <a:lnTo>
                    <a:pt x="1264468" y="3151772"/>
                  </a:lnTo>
                  <a:lnTo>
                    <a:pt x="1186081" y="3180965"/>
                  </a:lnTo>
                  <a:lnTo>
                    <a:pt x="1102606" y="3207077"/>
                  </a:lnTo>
                  <a:lnTo>
                    <a:pt x="1015440" y="3230204"/>
                  </a:lnTo>
                  <a:lnTo>
                    <a:pt x="926889" y="3250343"/>
                  </a:lnTo>
                  <a:lnTo>
                    <a:pt x="840154" y="3267428"/>
                  </a:lnTo>
                  <a:lnTo>
                    <a:pt x="759091" y="3281397"/>
                  </a:lnTo>
                  <a:lnTo>
                    <a:pt x="687692" y="3292255"/>
                  </a:lnTo>
                  <a:lnTo>
                    <a:pt x="629361" y="3300143"/>
                  </a:lnTo>
                  <a:lnTo>
                    <a:pt x="586159" y="3305370"/>
                  </a:lnTo>
                  <a:lnTo>
                    <a:pt x="558270" y="3308405"/>
                  </a:lnTo>
                  <a:lnTo>
                    <a:pt x="543830" y="3309824"/>
                  </a:lnTo>
                  <a:lnTo>
                    <a:pt x="539090" y="3310247"/>
                  </a:lnTo>
                  <a:lnTo>
                    <a:pt x="538736" y="3310276"/>
                  </a:lnTo>
                  <a:lnTo>
                    <a:pt x="0" y="3310276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31" name="pl1731"/>
            <p:cNvSpPr/>
            <p:nvPr/>
          </p:nvSpPr>
          <p:spPr>
            <a:xfrm>
              <a:off x="546595" y="2035367"/>
              <a:ext cx="8234974" cy="3310276"/>
            </a:xfrm>
            <a:custGeom>
              <a:avLst/>
              <a:pathLst>
                <a:path w="8234974" h="3310276">
                  <a:moveTo>
                    <a:pt x="0" y="3310276"/>
                  </a:moveTo>
                  <a:lnTo>
                    <a:pt x="538736" y="3310276"/>
                  </a:lnTo>
                  <a:lnTo>
                    <a:pt x="539863" y="3310181"/>
                  </a:lnTo>
                  <a:lnTo>
                    <a:pt x="547239" y="3309503"/>
                  </a:lnTo>
                  <a:lnTo>
                    <a:pt x="565721" y="3307626"/>
                  </a:lnTo>
                  <a:lnTo>
                    <a:pt x="598475" y="3303939"/>
                  </a:lnTo>
                  <a:lnTo>
                    <a:pt x="646708" y="3297892"/>
                  </a:lnTo>
                  <a:lnTo>
                    <a:pt x="709588" y="3289065"/>
                  </a:lnTo>
                  <a:lnTo>
                    <a:pt x="784542" y="3277205"/>
                  </a:lnTo>
                  <a:lnTo>
                    <a:pt x="867891" y="3262220"/>
                  </a:lnTo>
                  <a:lnTo>
                    <a:pt x="955615" y="3244134"/>
                  </a:lnTo>
                  <a:lnTo>
                    <a:pt x="1044026" y="3223020"/>
                  </a:lnTo>
                  <a:lnTo>
                    <a:pt x="1130201" y="3198927"/>
                  </a:lnTo>
                  <a:lnTo>
                    <a:pt x="1212136" y="3171831"/>
                  </a:lnTo>
                  <a:lnTo>
                    <a:pt x="1288706" y="3141598"/>
                  </a:lnTo>
                  <a:lnTo>
                    <a:pt x="1359504" y="3107969"/>
                  </a:lnTo>
                  <a:lnTo>
                    <a:pt x="1424659" y="3070555"/>
                  </a:lnTo>
                  <a:lnTo>
                    <a:pt x="1484652" y="3028852"/>
                  </a:lnTo>
                  <a:lnTo>
                    <a:pt x="1540180" y="2982253"/>
                  </a:lnTo>
                  <a:lnTo>
                    <a:pt x="1592051" y="2930088"/>
                  </a:lnTo>
                  <a:lnTo>
                    <a:pt x="1641099" y="2871694"/>
                  </a:lnTo>
                  <a:lnTo>
                    <a:pt x="1688122" y="2806530"/>
                  </a:lnTo>
                  <a:lnTo>
                    <a:pt x="1719082" y="2758563"/>
                  </a:lnTo>
                  <a:lnTo>
                    <a:pt x="1752359" y="2702629"/>
                  </a:lnTo>
                  <a:lnTo>
                    <a:pt x="1785330" y="2642836"/>
                  </a:lnTo>
                  <a:lnTo>
                    <a:pt x="1818176" y="2579108"/>
                  </a:lnTo>
                  <a:lnTo>
                    <a:pt x="1851039" y="2511420"/>
                  </a:lnTo>
                  <a:lnTo>
                    <a:pt x="1884030" y="2439808"/>
                  </a:lnTo>
                  <a:lnTo>
                    <a:pt x="1917230" y="2364375"/>
                  </a:lnTo>
                  <a:lnTo>
                    <a:pt x="1950693" y="2285292"/>
                  </a:lnTo>
                  <a:lnTo>
                    <a:pt x="1984448" y="2202806"/>
                  </a:lnTo>
                  <a:lnTo>
                    <a:pt x="2018501" y="2117231"/>
                  </a:lnTo>
                  <a:lnTo>
                    <a:pt x="2052836" y="2028955"/>
                  </a:lnTo>
                  <a:lnTo>
                    <a:pt x="2087422" y="1938426"/>
                  </a:lnTo>
                  <a:lnTo>
                    <a:pt x="2122211" y="1846150"/>
                  </a:lnTo>
                  <a:lnTo>
                    <a:pt x="2157142" y="1752674"/>
                  </a:lnTo>
                  <a:lnTo>
                    <a:pt x="2192147" y="1658581"/>
                  </a:lnTo>
                  <a:lnTo>
                    <a:pt x="2227156" y="1564465"/>
                  </a:lnTo>
                  <a:lnTo>
                    <a:pt x="2262095" y="1470925"/>
                  </a:lnTo>
                  <a:lnTo>
                    <a:pt x="2296896" y="1378542"/>
                  </a:lnTo>
                  <a:lnTo>
                    <a:pt x="2331498" y="1287868"/>
                  </a:lnTo>
                  <a:lnTo>
                    <a:pt x="2365854" y="1199411"/>
                  </a:lnTo>
                  <a:lnTo>
                    <a:pt x="2399927" y="1113625"/>
                  </a:lnTo>
                  <a:lnTo>
                    <a:pt x="2433704" y="1030901"/>
                  </a:lnTo>
                  <a:lnTo>
                    <a:pt x="2467188" y="951561"/>
                  </a:lnTo>
                  <a:lnTo>
                    <a:pt x="2500406" y="875854"/>
                  </a:lnTo>
                  <a:lnTo>
                    <a:pt x="2533410" y="803958"/>
                  </a:lnTo>
                  <a:lnTo>
                    <a:pt x="2566279" y="735981"/>
                  </a:lnTo>
                  <a:lnTo>
                    <a:pt x="2599121" y="671964"/>
                  </a:lnTo>
                  <a:lnTo>
                    <a:pt x="2632078" y="611886"/>
                  </a:lnTo>
                  <a:lnTo>
                    <a:pt x="2665325" y="555673"/>
                  </a:lnTo>
                  <a:lnTo>
                    <a:pt x="2667772" y="551712"/>
                  </a:lnTo>
                  <a:lnTo>
                    <a:pt x="2713824" y="481821"/>
                  </a:lnTo>
                  <a:lnTo>
                    <a:pt x="2761422" y="418901"/>
                  </a:lnTo>
                  <a:lnTo>
                    <a:pt x="2811297" y="362598"/>
                  </a:lnTo>
                  <a:lnTo>
                    <a:pt x="2864264" y="312315"/>
                  </a:lnTo>
                  <a:lnTo>
                    <a:pt x="2921157" y="267376"/>
                  </a:lnTo>
                  <a:lnTo>
                    <a:pt x="2982757" y="227128"/>
                  </a:lnTo>
                  <a:lnTo>
                    <a:pt x="3049705" y="190994"/>
                  </a:lnTo>
                  <a:lnTo>
                    <a:pt x="3122386" y="158503"/>
                  </a:lnTo>
                  <a:lnTo>
                    <a:pt x="3200773" y="129311"/>
                  </a:lnTo>
                  <a:lnTo>
                    <a:pt x="3284249" y="103199"/>
                  </a:lnTo>
                  <a:lnTo>
                    <a:pt x="3371414" y="80072"/>
                  </a:lnTo>
                  <a:lnTo>
                    <a:pt x="3459966" y="59933"/>
                  </a:lnTo>
                  <a:lnTo>
                    <a:pt x="3546701" y="42847"/>
                  </a:lnTo>
                  <a:lnTo>
                    <a:pt x="3627764" y="28879"/>
                  </a:lnTo>
                  <a:lnTo>
                    <a:pt x="3699162" y="18021"/>
                  </a:lnTo>
                  <a:lnTo>
                    <a:pt x="3757494" y="10133"/>
                  </a:lnTo>
                  <a:lnTo>
                    <a:pt x="3800696" y="4905"/>
                  </a:lnTo>
                  <a:lnTo>
                    <a:pt x="3828584" y="1871"/>
                  </a:lnTo>
                  <a:lnTo>
                    <a:pt x="3843025" y="452"/>
                  </a:lnTo>
                  <a:lnTo>
                    <a:pt x="3847765" y="2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6" y="86"/>
                  </a:lnTo>
                  <a:lnTo>
                    <a:pt x="4395611" y="703"/>
                  </a:lnTo>
                  <a:lnTo>
                    <a:pt x="4414622" y="2409"/>
                  </a:lnTo>
                  <a:lnTo>
                    <a:pt x="4448266" y="5761"/>
                  </a:lnTo>
                  <a:lnTo>
                    <a:pt x="4497708" y="11254"/>
                  </a:lnTo>
                  <a:lnTo>
                    <a:pt x="4561999" y="19263"/>
                  </a:lnTo>
                  <a:lnTo>
                    <a:pt x="4638407" y="30010"/>
                  </a:lnTo>
                  <a:lnTo>
                    <a:pt x="4723089" y="43570"/>
                  </a:lnTo>
                  <a:lnTo>
                    <a:pt x="4811908" y="59914"/>
                  </a:lnTo>
                  <a:lnTo>
                    <a:pt x="4901118" y="78978"/>
                  </a:lnTo>
                  <a:lnTo>
                    <a:pt x="4987794" y="100721"/>
                  </a:lnTo>
                  <a:lnTo>
                    <a:pt x="5069972" y="125174"/>
                  </a:lnTo>
                  <a:lnTo>
                    <a:pt x="5146589" y="152472"/>
                  </a:lnTo>
                  <a:lnTo>
                    <a:pt x="5217307" y="182866"/>
                  </a:lnTo>
                  <a:lnTo>
                    <a:pt x="5282318" y="216724"/>
                  </a:lnTo>
                  <a:lnTo>
                    <a:pt x="5342158" y="254520"/>
                  </a:lnTo>
                  <a:lnTo>
                    <a:pt x="5397573" y="296818"/>
                  </a:lnTo>
                  <a:lnTo>
                    <a:pt x="5449403" y="344230"/>
                  </a:lnTo>
                  <a:lnTo>
                    <a:pt x="5498507" y="397348"/>
                  </a:lnTo>
                  <a:lnTo>
                    <a:pt x="5545691" y="456625"/>
                  </a:lnTo>
                  <a:lnTo>
                    <a:pt x="5567201" y="486378"/>
                  </a:lnTo>
                  <a:lnTo>
                    <a:pt x="5602246" y="538420"/>
                  </a:lnTo>
                  <a:lnTo>
                    <a:pt x="5636964" y="594241"/>
                  </a:lnTo>
                  <a:lnTo>
                    <a:pt x="5671561" y="653918"/>
                  </a:lnTo>
                  <a:lnTo>
                    <a:pt x="5706199" y="717467"/>
                  </a:lnTo>
                  <a:lnTo>
                    <a:pt x="5741001" y="784838"/>
                  </a:lnTo>
                  <a:lnTo>
                    <a:pt x="5776053" y="855909"/>
                  </a:lnTo>
                  <a:lnTo>
                    <a:pt x="5811410" y="930481"/>
                  </a:lnTo>
                  <a:lnTo>
                    <a:pt x="5847096" y="1008274"/>
                  </a:lnTo>
                  <a:lnTo>
                    <a:pt x="5883107" y="1088935"/>
                  </a:lnTo>
                  <a:lnTo>
                    <a:pt x="5919418" y="1172034"/>
                  </a:lnTo>
                  <a:lnTo>
                    <a:pt x="5955979" y="1257079"/>
                  </a:lnTo>
                  <a:lnTo>
                    <a:pt x="5992728" y="1343522"/>
                  </a:lnTo>
                  <a:lnTo>
                    <a:pt x="6029587" y="1430775"/>
                  </a:lnTo>
                  <a:lnTo>
                    <a:pt x="6066474" y="1518229"/>
                  </a:lnTo>
                  <a:lnTo>
                    <a:pt x="6103303" y="1605266"/>
                  </a:lnTo>
                  <a:lnTo>
                    <a:pt x="6139994" y="1691283"/>
                  </a:lnTo>
                  <a:lnTo>
                    <a:pt x="6176474" y="1775703"/>
                  </a:lnTo>
                  <a:lnTo>
                    <a:pt x="6212684" y="1857998"/>
                  </a:lnTo>
                  <a:lnTo>
                    <a:pt x="6248583" y="1937696"/>
                  </a:lnTo>
                  <a:lnTo>
                    <a:pt x="6284152" y="2014393"/>
                  </a:lnTo>
                  <a:lnTo>
                    <a:pt x="6319397" y="2087761"/>
                  </a:lnTo>
                  <a:lnTo>
                    <a:pt x="6354354" y="2157550"/>
                  </a:lnTo>
                  <a:lnTo>
                    <a:pt x="6389086" y="2223588"/>
                  </a:lnTo>
                  <a:lnTo>
                    <a:pt x="6423694" y="2285777"/>
                  </a:lnTo>
                  <a:lnTo>
                    <a:pt x="6458313" y="2344093"/>
                  </a:lnTo>
                  <a:lnTo>
                    <a:pt x="6493119" y="2398574"/>
                  </a:lnTo>
                  <a:lnTo>
                    <a:pt x="6515891" y="2431891"/>
                  </a:lnTo>
                  <a:lnTo>
                    <a:pt x="6562422" y="2494105"/>
                  </a:lnTo>
                  <a:lnTo>
                    <a:pt x="6610538" y="2550050"/>
                  </a:lnTo>
                  <a:lnTo>
                    <a:pt x="6660993" y="2600049"/>
                  </a:lnTo>
                  <a:lnTo>
                    <a:pt x="6714631" y="2644651"/>
                  </a:lnTo>
                  <a:lnTo>
                    <a:pt x="6772310" y="2684469"/>
                  </a:lnTo>
                  <a:lnTo>
                    <a:pt x="6834832" y="2720096"/>
                  </a:lnTo>
                  <a:lnTo>
                    <a:pt x="6902843" y="2752050"/>
                  </a:lnTo>
                  <a:lnTo>
                    <a:pt x="6976719" y="2780752"/>
                  </a:lnTo>
                  <a:lnTo>
                    <a:pt x="7056391" y="2806506"/>
                  </a:lnTo>
                  <a:lnTo>
                    <a:pt x="7141160" y="2829500"/>
                  </a:lnTo>
                  <a:lnTo>
                    <a:pt x="7229496" y="2849813"/>
                  </a:lnTo>
                  <a:lnTo>
                    <a:pt x="7318919" y="2867432"/>
                  </a:lnTo>
                  <a:lnTo>
                    <a:pt x="7406032" y="2882296"/>
                  </a:lnTo>
                  <a:lnTo>
                    <a:pt x="7486807" y="2894350"/>
                  </a:lnTo>
                  <a:lnTo>
                    <a:pt x="7557166" y="2903616"/>
                  </a:lnTo>
                  <a:lnTo>
                    <a:pt x="7613761" y="2910243"/>
                  </a:lnTo>
                  <a:lnTo>
                    <a:pt x="7654747" y="2914537"/>
                  </a:lnTo>
                  <a:lnTo>
                    <a:pt x="7680290" y="2916942"/>
                  </a:lnTo>
                  <a:lnTo>
                    <a:pt x="7692681" y="2917996"/>
                  </a:lnTo>
                  <a:lnTo>
                    <a:pt x="7696116" y="2918261"/>
                  </a:lnTo>
                  <a:lnTo>
                    <a:pt x="7696237" y="2918270"/>
                  </a:lnTo>
                  <a:lnTo>
                    <a:pt x="8234974" y="2918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2" name="pl1732"/>
            <p:cNvSpPr/>
            <p:nvPr/>
          </p:nvSpPr>
          <p:spPr>
            <a:xfrm>
              <a:off x="546595" y="2029922"/>
              <a:ext cx="8234974" cy="3310276"/>
            </a:xfrm>
            <a:custGeom>
              <a:avLst/>
              <a:pathLst>
                <a:path w="8234974" h="3310276">
                  <a:moveTo>
                    <a:pt x="8234974" y="2918270"/>
                  </a:moveTo>
                  <a:lnTo>
                    <a:pt x="7696237" y="2918270"/>
                  </a:lnTo>
                  <a:lnTo>
                    <a:pt x="7695076" y="2918183"/>
                  </a:lnTo>
                  <a:lnTo>
                    <a:pt x="7687481" y="2917566"/>
                  </a:lnTo>
                  <a:lnTo>
                    <a:pt x="7668470" y="2915860"/>
                  </a:lnTo>
                  <a:lnTo>
                    <a:pt x="7634827" y="2912508"/>
                  </a:lnTo>
                  <a:lnTo>
                    <a:pt x="7585385" y="2907016"/>
                  </a:lnTo>
                  <a:lnTo>
                    <a:pt x="7521093" y="2899006"/>
                  </a:lnTo>
                  <a:lnTo>
                    <a:pt x="7444686" y="2888259"/>
                  </a:lnTo>
                  <a:lnTo>
                    <a:pt x="7360003" y="2874700"/>
                  </a:lnTo>
                  <a:lnTo>
                    <a:pt x="7271185" y="2858355"/>
                  </a:lnTo>
                  <a:lnTo>
                    <a:pt x="7181974" y="2839291"/>
                  </a:lnTo>
                  <a:lnTo>
                    <a:pt x="7095299" y="2817549"/>
                  </a:lnTo>
                  <a:lnTo>
                    <a:pt x="7013120" y="2793096"/>
                  </a:lnTo>
                  <a:lnTo>
                    <a:pt x="6936503" y="2765797"/>
                  </a:lnTo>
                  <a:lnTo>
                    <a:pt x="6865785" y="2735403"/>
                  </a:lnTo>
                  <a:lnTo>
                    <a:pt x="6800775" y="2701546"/>
                  </a:lnTo>
                  <a:lnTo>
                    <a:pt x="6740934" y="2663749"/>
                  </a:lnTo>
                  <a:lnTo>
                    <a:pt x="6685519" y="2621451"/>
                  </a:lnTo>
                  <a:lnTo>
                    <a:pt x="6633690" y="2574040"/>
                  </a:lnTo>
                  <a:lnTo>
                    <a:pt x="6584585" y="2520922"/>
                  </a:lnTo>
                  <a:lnTo>
                    <a:pt x="6537402" y="2461645"/>
                  </a:lnTo>
                  <a:lnTo>
                    <a:pt x="6515891" y="2431891"/>
                  </a:lnTo>
                  <a:lnTo>
                    <a:pt x="6480846" y="2379849"/>
                  </a:lnTo>
                  <a:lnTo>
                    <a:pt x="6446128" y="2324028"/>
                  </a:lnTo>
                  <a:lnTo>
                    <a:pt x="6411531" y="2264351"/>
                  </a:lnTo>
                  <a:lnTo>
                    <a:pt x="6376893" y="2200802"/>
                  </a:lnTo>
                  <a:lnTo>
                    <a:pt x="6342092" y="2133431"/>
                  </a:lnTo>
                  <a:lnTo>
                    <a:pt x="6307040" y="2062360"/>
                  </a:lnTo>
                  <a:lnTo>
                    <a:pt x="6271683" y="1987789"/>
                  </a:lnTo>
                  <a:lnTo>
                    <a:pt x="6235997" y="1909995"/>
                  </a:lnTo>
                  <a:lnTo>
                    <a:pt x="6199985" y="1829335"/>
                  </a:lnTo>
                  <a:lnTo>
                    <a:pt x="6163675" y="1746235"/>
                  </a:lnTo>
                  <a:lnTo>
                    <a:pt x="6127113" y="1661191"/>
                  </a:lnTo>
                  <a:lnTo>
                    <a:pt x="6090365" y="1574748"/>
                  </a:lnTo>
                  <a:lnTo>
                    <a:pt x="6053506" y="1487494"/>
                  </a:lnTo>
                  <a:lnTo>
                    <a:pt x="6016619" y="1400040"/>
                  </a:lnTo>
                  <a:lnTo>
                    <a:pt x="5979789" y="1313003"/>
                  </a:lnTo>
                  <a:lnTo>
                    <a:pt x="5943098" y="1226986"/>
                  </a:lnTo>
                  <a:lnTo>
                    <a:pt x="5906619" y="1142566"/>
                  </a:lnTo>
                  <a:lnTo>
                    <a:pt x="5870409" y="1060271"/>
                  </a:lnTo>
                  <a:lnTo>
                    <a:pt x="5834510" y="980573"/>
                  </a:lnTo>
                  <a:lnTo>
                    <a:pt x="5798941" y="903876"/>
                  </a:lnTo>
                  <a:lnTo>
                    <a:pt x="5763695" y="830508"/>
                  </a:lnTo>
                  <a:lnTo>
                    <a:pt x="5728739" y="760719"/>
                  </a:lnTo>
                  <a:lnTo>
                    <a:pt x="5694006" y="694682"/>
                  </a:lnTo>
                  <a:lnTo>
                    <a:pt x="5659399" y="632492"/>
                  </a:lnTo>
                  <a:lnTo>
                    <a:pt x="5624780" y="574176"/>
                  </a:lnTo>
                  <a:lnTo>
                    <a:pt x="5589973" y="519696"/>
                  </a:lnTo>
                  <a:lnTo>
                    <a:pt x="5567201" y="486378"/>
                  </a:lnTo>
                  <a:lnTo>
                    <a:pt x="5520671" y="424164"/>
                  </a:lnTo>
                  <a:lnTo>
                    <a:pt x="5472555" y="368220"/>
                  </a:lnTo>
                  <a:lnTo>
                    <a:pt x="5422099" y="318220"/>
                  </a:lnTo>
                  <a:lnTo>
                    <a:pt x="5368461" y="273618"/>
                  </a:lnTo>
                  <a:lnTo>
                    <a:pt x="5310782" y="233800"/>
                  </a:lnTo>
                  <a:lnTo>
                    <a:pt x="5248261" y="198173"/>
                  </a:lnTo>
                  <a:lnTo>
                    <a:pt x="5180249" y="166219"/>
                  </a:lnTo>
                  <a:lnTo>
                    <a:pt x="5106373" y="137518"/>
                  </a:lnTo>
                  <a:lnTo>
                    <a:pt x="5026701" y="111764"/>
                  </a:lnTo>
                  <a:lnTo>
                    <a:pt x="4941933" y="88769"/>
                  </a:lnTo>
                  <a:lnTo>
                    <a:pt x="4853597" y="68456"/>
                  </a:lnTo>
                  <a:lnTo>
                    <a:pt x="4764173" y="50837"/>
                  </a:lnTo>
                  <a:lnTo>
                    <a:pt x="4677060" y="35974"/>
                  </a:lnTo>
                  <a:lnTo>
                    <a:pt x="4596286" y="23919"/>
                  </a:lnTo>
                  <a:lnTo>
                    <a:pt x="4525927" y="14653"/>
                  </a:lnTo>
                  <a:lnTo>
                    <a:pt x="4469331" y="8026"/>
                  </a:lnTo>
                  <a:lnTo>
                    <a:pt x="4428346" y="3733"/>
                  </a:lnTo>
                  <a:lnTo>
                    <a:pt x="4402803" y="1327"/>
                  </a:lnTo>
                  <a:lnTo>
                    <a:pt x="4390412" y="274"/>
                  </a:lnTo>
                  <a:lnTo>
                    <a:pt x="4386976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2" y="95"/>
                  </a:lnTo>
                  <a:lnTo>
                    <a:pt x="3839616" y="773"/>
                  </a:lnTo>
                  <a:lnTo>
                    <a:pt x="3821134" y="2650"/>
                  </a:lnTo>
                  <a:lnTo>
                    <a:pt x="3788379" y="6337"/>
                  </a:lnTo>
                  <a:lnTo>
                    <a:pt x="3740146" y="12384"/>
                  </a:lnTo>
                  <a:lnTo>
                    <a:pt x="3677267" y="21211"/>
                  </a:lnTo>
                  <a:lnTo>
                    <a:pt x="3602313" y="33071"/>
                  </a:lnTo>
                  <a:lnTo>
                    <a:pt x="3518964" y="48056"/>
                  </a:lnTo>
                  <a:lnTo>
                    <a:pt x="3431240" y="66141"/>
                  </a:lnTo>
                  <a:lnTo>
                    <a:pt x="3342828" y="87256"/>
                  </a:lnTo>
                  <a:lnTo>
                    <a:pt x="3256654" y="111348"/>
                  </a:lnTo>
                  <a:lnTo>
                    <a:pt x="3174719" y="138444"/>
                  </a:lnTo>
                  <a:lnTo>
                    <a:pt x="3098149" y="168678"/>
                  </a:lnTo>
                  <a:lnTo>
                    <a:pt x="3027350" y="202307"/>
                  </a:lnTo>
                  <a:lnTo>
                    <a:pt x="2962196" y="239720"/>
                  </a:lnTo>
                  <a:lnTo>
                    <a:pt x="2902203" y="281423"/>
                  </a:lnTo>
                  <a:lnTo>
                    <a:pt x="2846674" y="328023"/>
                  </a:lnTo>
                  <a:lnTo>
                    <a:pt x="2794804" y="380188"/>
                  </a:lnTo>
                  <a:lnTo>
                    <a:pt x="2745755" y="438582"/>
                  </a:lnTo>
                  <a:lnTo>
                    <a:pt x="2698733" y="503745"/>
                  </a:lnTo>
                  <a:lnTo>
                    <a:pt x="2667772" y="551712"/>
                  </a:lnTo>
                  <a:lnTo>
                    <a:pt x="2634496" y="607647"/>
                  </a:lnTo>
                  <a:lnTo>
                    <a:pt x="2601525" y="667439"/>
                  </a:lnTo>
                  <a:lnTo>
                    <a:pt x="2568679" y="731168"/>
                  </a:lnTo>
                  <a:lnTo>
                    <a:pt x="2535816" y="798856"/>
                  </a:lnTo>
                  <a:lnTo>
                    <a:pt x="2502825" y="870468"/>
                  </a:lnTo>
                  <a:lnTo>
                    <a:pt x="2469624" y="945901"/>
                  </a:lnTo>
                  <a:lnTo>
                    <a:pt x="2436161" y="1024983"/>
                  </a:lnTo>
                  <a:lnTo>
                    <a:pt x="2402407" y="1107470"/>
                  </a:lnTo>
                  <a:lnTo>
                    <a:pt x="2368354" y="1193044"/>
                  </a:lnTo>
                  <a:lnTo>
                    <a:pt x="2334018" y="1281321"/>
                  </a:lnTo>
                  <a:lnTo>
                    <a:pt x="2299432" y="1371850"/>
                  </a:lnTo>
                  <a:lnTo>
                    <a:pt x="2264644" y="1464126"/>
                  </a:lnTo>
                  <a:lnTo>
                    <a:pt x="2229713" y="1557601"/>
                  </a:lnTo>
                  <a:lnTo>
                    <a:pt x="2194707" y="1651695"/>
                  </a:lnTo>
                  <a:lnTo>
                    <a:pt x="2159699" y="1745810"/>
                  </a:lnTo>
                  <a:lnTo>
                    <a:pt x="2124760" y="1839351"/>
                  </a:lnTo>
                  <a:lnTo>
                    <a:pt x="2089959" y="1931734"/>
                  </a:lnTo>
                  <a:lnTo>
                    <a:pt x="2055356" y="2022408"/>
                  </a:lnTo>
                  <a:lnTo>
                    <a:pt x="2021001" y="2110865"/>
                  </a:lnTo>
                  <a:lnTo>
                    <a:pt x="1986927" y="2196651"/>
                  </a:lnTo>
                  <a:lnTo>
                    <a:pt x="1953150" y="2279375"/>
                  </a:lnTo>
                  <a:lnTo>
                    <a:pt x="1919667" y="2358715"/>
                  </a:lnTo>
                  <a:lnTo>
                    <a:pt x="1886449" y="2434422"/>
                  </a:lnTo>
                  <a:lnTo>
                    <a:pt x="1853445" y="2506317"/>
                  </a:lnTo>
                  <a:lnTo>
                    <a:pt x="1820576" y="2574295"/>
                  </a:lnTo>
                  <a:lnTo>
                    <a:pt x="1787733" y="2638312"/>
                  </a:lnTo>
                  <a:lnTo>
                    <a:pt x="1754777" y="2698390"/>
                  </a:lnTo>
                  <a:lnTo>
                    <a:pt x="1721530" y="2754603"/>
                  </a:lnTo>
                  <a:lnTo>
                    <a:pt x="1719082" y="2758563"/>
                  </a:lnTo>
                  <a:lnTo>
                    <a:pt x="1673030" y="2828455"/>
                  </a:lnTo>
                  <a:lnTo>
                    <a:pt x="1625432" y="2891375"/>
                  </a:lnTo>
                  <a:lnTo>
                    <a:pt x="1575558" y="2947678"/>
                  </a:lnTo>
                  <a:lnTo>
                    <a:pt x="1522591" y="2997961"/>
                  </a:lnTo>
                  <a:lnTo>
                    <a:pt x="1465698" y="3042899"/>
                  </a:lnTo>
                  <a:lnTo>
                    <a:pt x="1404098" y="3083147"/>
                  </a:lnTo>
                  <a:lnTo>
                    <a:pt x="1337149" y="3119282"/>
                  </a:lnTo>
                  <a:lnTo>
                    <a:pt x="1264468" y="3151772"/>
                  </a:lnTo>
                  <a:lnTo>
                    <a:pt x="1186081" y="3180965"/>
                  </a:lnTo>
                  <a:lnTo>
                    <a:pt x="1102606" y="3207077"/>
                  </a:lnTo>
                  <a:lnTo>
                    <a:pt x="1015440" y="3230204"/>
                  </a:lnTo>
                  <a:lnTo>
                    <a:pt x="926889" y="3250343"/>
                  </a:lnTo>
                  <a:lnTo>
                    <a:pt x="840154" y="3267428"/>
                  </a:lnTo>
                  <a:lnTo>
                    <a:pt x="759091" y="3281397"/>
                  </a:lnTo>
                  <a:lnTo>
                    <a:pt x="687692" y="3292255"/>
                  </a:lnTo>
                  <a:lnTo>
                    <a:pt x="629361" y="3300143"/>
                  </a:lnTo>
                  <a:lnTo>
                    <a:pt x="586159" y="3305370"/>
                  </a:lnTo>
                  <a:lnTo>
                    <a:pt x="558270" y="3308405"/>
                  </a:lnTo>
                  <a:lnTo>
                    <a:pt x="543830" y="3309824"/>
                  </a:lnTo>
                  <a:lnTo>
                    <a:pt x="539090" y="3310247"/>
                  </a:lnTo>
                  <a:lnTo>
                    <a:pt x="538736" y="3310276"/>
                  </a:lnTo>
                  <a:lnTo>
                    <a:pt x="0" y="3310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3" name="pg1733"/>
            <p:cNvSpPr/>
            <p:nvPr/>
          </p:nvSpPr>
          <p:spPr>
            <a:xfrm>
              <a:off x="546595" y="5242197"/>
              <a:ext cx="8234974" cy="724123"/>
            </a:xfrm>
            <a:custGeom>
              <a:avLst/>
              <a:pathLst>
                <a:path w="8234974" h="724123">
                  <a:moveTo>
                    <a:pt x="0" y="179669"/>
                  </a:moveTo>
                  <a:lnTo>
                    <a:pt x="538736" y="179669"/>
                  </a:lnTo>
                  <a:lnTo>
                    <a:pt x="540033" y="179687"/>
                  </a:lnTo>
                  <a:lnTo>
                    <a:pt x="548497" y="179816"/>
                  </a:lnTo>
                  <a:lnTo>
                    <a:pt x="569597" y="180173"/>
                  </a:lnTo>
                  <a:lnTo>
                    <a:pt x="606724" y="180874"/>
                  </a:lnTo>
                  <a:lnTo>
                    <a:pt x="660860" y="182018"/>
                  </a:lnTo>
                  <a:lnTo>
                    <a:pt x="730563" y="183679"/>
                  </a:lnTo>
                  <a:lnTo>
                    <a:pt x="812443" y="185897"/>
                  </a:lnTo>
                  <a:lnTo>
                    <a:pt x="902041" y="188681"/>
                  </a:lnTo>
                  <a:lnTo>
                    <a:pt x="994788" y="192021"/>
                  </a:lnTo>
                  <a:lnTo>
                    <a:pt x="1086759" y="195905"/>
                  </a:lnTo>
                  <a:lnTo>
                    <a:pt x="1175066" y="200328"/>
                  </a:lnTo>
                  <a:lnTo>
                    <a:pt x="1257935" y="205304"/>
                  </a:lnTo>
                  <a:lnTo>
                    <a:pt x="1334559" y="210874"/>
                  </a:lnTo>
                  <a:lnTo>
                    <a:pt x="1404869" y="217101"/>
                  </a:lnTo>
                  <a:lnTo>
                    <a:pt x="1469303" y="224074"/>
                  </a:lnTo>
                  <a:lnTo>
                    <a:pt x="1528607" y="231903"/>
                  </a:lnTo>
                  <a:lnTo>
                    <a:pt x="1583689" y="240713"/>
                  </a:lnTo>
                  <a:lnTo>
                    <a:pt x="1635514" y="250632"/>
                  </a:lnTo>
                  <a:lnTo>
                    <a:pt x="1685010" y="261766"/>
                  </a:lnTo>
                  <a:lnTo>
                    <a:pt x="1719082" y="270411"/>
                  </a:lnTo>
                  <a:lnTo>
                    <a:pt x="1770117" y="284820"/>
                  </a:lnTo>
                  <a:lnTo>
                    <a:pt x="1820659" y="300746"/>
                  </a:lnTo>
                  <a:lnTo>
                    <a:pt x="1871256" y="318210"/>
                  </a:lnTo>
                  <a:lnTo>
                    <a:pt x="1922274" y="337175"/>
                  </a:lnTo>
                  <a:lnTo>
                    <a:pt x="1973920" y="357543"/>
                  </a:lnTo>
                  <a:lnTo>
                    <a:pt x="2026266" y="379151"/>
                  </a:lnTo>
                  <a:lnTo>
                    <a:pt x="2079263" y="401770"/>
                  </a:lnTo>
                  <a:lnTo>
                    <a:pt x="2132765" y="425114"/>
                  </a:lnTo>
                  <a:lnTo>
                    <a:pt x="2186555" y="448855"/>
                  </a:lnTo>
                  <a:lnTo>
                    <a:pt x="2240379" y="472643"/>
                  </a:lnTo>
                  <a:lnTo>
                    <a:pt x="2293977" y="496121"/>
                  </a:lnTo>
                  <a:lnTo>
                    <a:pt x="2347120" y="518954"/>
                  </a:lnTo>
                  <a:lnTo>
                    <a:pt x="2399641" y="540843"/>
                  </a:lnTo>
                  <a:lnTo>
                    <a:pt x="2451465" y="561547"/>
                  </a:lnTo>
                  <a:lnTo>
                    <a:pt x="2502629" y="580882"/>
                  </a:lnTo>
                  <a:lnTo>
                    <a:pt x="2553305" y="598734"/>
                  </a:lnTo>
                  <a:lnTo>
                    <a:pt x="2603817" y="615053"/>
                  </a:lnTo>
                  <a:lnTo>
                    <a:pt x="2654662" y="629844"/>
                  </a:lnTo>
                  <a:lnTo>
                    <a:pt x="2667772" y="633380"/>
                  </a:lnTo>
                  <a:lnTo>
                    <a:pt x="2716120" y="645410"/>
                  </a:lnTo>
                  <a:lnTo>
                    <a:pt x="2766206" y="656180"/>
                  </a:lnTo>
                  <a:lnTo>
                    <a:pt x="2818884" y="665762"/>
                  </a:lnTo>
                  <a:lnTo>
                    <a:pt x="2875100" y="674272"/>
                  </a:lnTo>
                  <a:lnTo>
                    <a:pt x="2935814" y="681839"/>
                  </a:lnTo>
                  <a:lnTo>
                    <a:pt x="3001899" y="688583"/>
                  </a:lnTo>
                  <a:lnTo>
                    <a:pt x="3074027" y="694610"/>
                  </a:lnTo>
                  <a:lnTo>
                    <a:pt x="3152512" y="700001"/>
                  </a:lnTo>
                  <a:lnTo>
                    <a:pt x="3237092" y="704813"/>
                  </a:lnTo>
                  <a:lnTo>
                    <a:pt x="3326702" y="709077"/>
                  </a:lnTo>
                  <a:lnTo>
                    <a:pt x="3419248" y="712803"/>
                  </a:lnTo>
                  <a:lnTo>
                    <a:pt x="3511521" y="715982"/>
                  </a:lnTo>
                  <a:lnTo>
                    <a:pt x="3599348" y="718601"/>
                  </a:lnTo>
                  <a:lnTo>
                    <a:pt x="3678102" y="720654"/>
                  </a:lnTo>
                  <a:lnTo>
                    <a:pt x="3743533" y="722159"/>
                  </a:lnTo>
                  <a:lnTo>
                    <a:pt x="3792744" y="723165"/>
                  </a:lnTo>
                  <a:lnTo>
                    <a:pt x="3824974" y="723753"/>
                  </a:lnTo>
                  <a:lnTo>
                    <a:pt x="3841931" y="724031"/>
                  </a:lnTo>
                  <a:lnTo>
                    <a:pt x="3847650" y="724116"/>
                  </a:lnTo>
                  <a:lnTo>
                    <a:pt x="3848118" y="724123"/>
                  </a:lnTo>
                  <a:lnTo>
                    <a:pt x="4386855" y="724123"/>
                  </a:lnTo>
                  <a:lnTo>
                    <a:pt x="4388148" y="724099"/>
                  </a:lnTo>
                  <a:lnTo>
                    <a:pt x="4396586" y="723930"/>
                  </a:lnTo>
                  <a:lnTo>
                    <a:pt x="4417625" y="723464"/>
                  </a:lnTo>
                  <a:lnTo>
                    <a:pt x="4454651" y="722550"/>
                  </a:lnTo>
                  <a:lnTo>
                    <a:pt x="4508652" y="721055"/>
                  </a:lnTo>
                  <a:lnTo>
                    <a:pt x="4578200" y="718885"/>
                  </a:lnTo>
                  <a:lnTo>
                    <a:pt x="4659926" y="715987"/>
                  </a:lnTo>
                  <a:lnTo>
                    <a:pt x="4749389" y="712350"/>
                  </a:lnTo>
                  <a:lnTo>
                    <a:pt x="4842030" y="707986"/>
                  </a:lnTo>
                  <a:lnTo>
                    <a:pt x="4933928" y="702911"/>
                  </a:lnTo>
                  <a:lnTo>
                    <a:pt x="5022195" y="697131"/>
                  </a:lnTo>
                  <a:lnTo>
                    <a:pt x="5105049" y="690627"/>
                  </a:lnTo>
                  <a:lnTo>
                    <a:pt x="5181676" y="683349"/>
                  </a:lnTo>
                  <a:lnTo>
                    <a:pt x="5252000" y="675213"/>
                  </a:lnTo>
                  <a:lnTo>
                    <a:pt x="5316450" y="666104"/>
                  </a:lnTo>
                  <a:lnTo>
                    <a:pt x="5375768" y="655878"/>
                  </a:lnTo>
                  <a:lnTo>
                    <a:pt x="5430857" y="644373"/>
                  </a:lnTo>
                  <a:lnTo>
                    <a:pt x="5482678" y="631422"/>
                  </a:lnTo>
                  <a:lnTo>
                    <a:pt x="5532160" y="616883"/>
                  </a:lnTo>
                  <a:lnTo>
                    <a:pt x="5567201" y="605250"/>
                  </a:lnTo>
                  <a:lnTo>
                    <a:pt x="5617139" y="586804"/>
                  </a:lnTo>
                  <a:lnTo>
                    <a:pt x="5666593" y="566456"/>
                  </a:lnTo>
                  <a:lnTo>
                    <a:pt x="5716081" y="544180"/>
                  </a:lnTo>
                  <a:lnTo>
                    <a:pt x="5765954" y="520016"/>
                  </a:lnTo>
                  <a:lnTo>
                    <a:pt x="5816418" y="494077"/>
                  </a:lnTo>
                  <a:lnTo>
                    <a:pt x="5867551" y="466558"/>
                  </a:lnTo>
                  <a:lnTo>
                    <a:pt x="5919319" y="437730"/>
                  </a:lnTo>
                  <a:lnTo>
                    <a:pt x="5971596" y="407934"/>
                  </a:lnTo>
                  <a:lnTo>
                    <a:pt x="6024189" y="377564"/>
                  </a:lnTo>
                  <a:lnTo>
                    <a:pt x="6076863" y="347051"/>
                  </a:lnTo>
                  <a:lnTo>
                    <a:pt x="6129373" y="316830"/>
                  </a:lnTo>
                  <a:lnTo>
                    <a:pt x="6181495" y="287322"/>
                  </a:lnTo>
                  <a:lnTo>
                    <a:pt x="6233056" y="258905"/>
                  </a:lnTo>
                  <a:lnTo>
                    <a:pt x="6283959" y="231899"/>
                  </a:lnTo>
                  <a:lnTo>
                    <a:pt x="6334207" y="206547"/>
                  </a:lnTo>
                  <a:lnTo>
                    <a:pt x="6383919" y="183018"/>
                  </a:lnTo>
                  <a:lnTo>
                    <a:pt x="6433348" y="161399"/>
                  </a:lnTo>
                  <a:lnTo>
                    <a:pt x="6482899" y="141706"/>
                  </a:lnTo>
                  <a:lnTo>
                    <a:pt x="6515891" y="129761"/>
                  </a:lnTo>
                  <a:lnTo>
                    <a:pt x="6564187" y="114017"/>
                  </a:lnTo>
                  <a:lnTo>
                    <a:pt x="6614217" y="99921"/>
                  </a:lnTo>
                  <a:lnTo>
                    <a:pt x="6666832" y="87378"/>
                  </a:lnTo>
                  <a:lnTo>
                    <a:pt x="6722975" y="76237"/>
                  </a:lnTo>
                  <a:lnTo>
                    <a:pt x="6783601" y="66330"/>
                  </a:lnTo>
                  <a:lnTo>
                    <a:pt x="6849583" y="57498"/>
                  </a:lnTo>
                  <a:lnTo>
                    <a:pt x="6921594" y="49605"/>
                  </a:lnTo>
                  <a:lnTo>
                    <a:pt x="6999946" y="42544"/>
                  </a:lnTo>
                  <a:lnTo>
                    <a:pt x="7084387" y="36240"/>
                  </a:lnTo>
                  <a:lnTo>
                    <a:pt x="7173861" y="30653"/>
                  </a:lnTo>
                  <a:lnTo>
                    <a:pt x="7266294" y="25769"/>
                  </a:lnTo>
                  <a:lnTo>
                    <a:pt x="7358497" y="21600"/>
                  </a:lnTo>
                  <a:lnTo>
                    <a:pt x="7446320" y="18164"/>
                  </a:lnTo>
                  <a:lnTo>
                    <a:pt x="7525151" y="15466"/>
                  </a:lnTo>
                  <a:lnTo>
                    <a:pt x="7590743" y="13487"/>
                  </a:lnTo>
                  <a:lnTo>
                    <a:pt x="7640179" y="12161"/>
                  </a:lnTo>
                  <a:lnTo>
                    <a:pt x="7672661" y="11382"/>
                  </a:lnTo>
                  <a:lnTo>
                    <a:pt x="7689850" y="11012"/>
                  </a:lnTo>
                  <a:lnTo>
                    <a:pt x="7695729" y="10898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6" y="192"/>
                  </a:lnTo>
                  <a:lnTo>
                    <a:pt x="7665467" y="658"/>
                  </a:lnTo>
                  <a:lnTo>
                    <a:pt x="7628441" y="1572"/>
                  </a:lnTo>
                  <a:lnTo>
                    <a:pt x="7574440" y="3067"/>
                  </a:lnTo>
                  <a:lnTo>
                    <a:pt x="7504892" y="5237"/>
                  </a:lnTo>
                  <a:lnTo>
                    <a:pt x="7423166" y="8135"/>
                  </a:lnTo>
                  <a:lnTo>
                    <a:pt x="7333704" y="11772"/>
                  </a:lnTo>
                  <a:lnTo>
                    <a:pt x="7241063" y="16136"/>
                  </a:lnTo>
                  <a:lnTo>
                    <a:pt x="7149164" y="21211"/>
                  </a:lnTo>
                  <a:lnTo>
                    <a:pt x="7060898" y="26991"/>
                  </a:lnTo>
                  <a:lnTo>
                    <a:pt x="6978044" y="33495"/>
                  </a:lnTo>
                  <a:lnTo>
                    <a:pt x="6901417" y="40773"/>
                  </a:lnTo>
                  <a:lnTo>
                    <a:pt x="6831093" y="48909"/>
                  </a:lnTo>
                  <a:lnTo>
                    <a:pt x="6766642" y="58018"/>
                  </a:lnTo>
                  <a:lnTo>
                    <a:pt x="6707325" y="68244"/>
                  </a:lnTo>
                  <a:lnTo>
                    <a:pt x="6652236" y="79749"/>
                  </a:lnTo>
                  <a:lnTo>
                    <a:pt x="6600414" y="92701"/>
                  </a:lnTo>
                  <a:lnTo>
                    <a:pt x="6550932" y="107239"/>
                  </a:lnTo>
                  <a:lnTo>
                    <a:pt x="6515891" y="118872"/>
                  </a:lnTo>
                  <a:lnTo>
                    <a:pt x="6465954" y="137318"/>
                  </a:lnTo>
                  <a:lnTo>
                    <a:pt x="6416500" y="157666"/>
                  </a:lnTo>
                  <a:lnTo>
                    <a:pt x="6367012" y="179942"/>
                  </a:lnTo>
                  <a:lnTo>
                    <a:pt x="6317138" y="204106"/>
                  </a:lnTo>
                  <a:lnTo>
                    <a:pt x="6266674" y="230045"/>
                  </a:lnTo>
                  <a:lnTo>
                    <a:pt x="6215542" y="257564"/>
                  </a:lnTo>
                  <a:lnTo>
                    <a:pt x="6163774" y="286392"/>
                  </a:lnTo>
                  <a:lnTo>
                    <a:pt x="6111497" y="316189"/>
                  </a:lnTo>
                  <a:lnTo>
                    <a:pt x="6058904" y="346558"/>
                  </a:lnTo>
                  <a:lnTo>
                    <a:pt x="6006230" y="377071"/>
                  </a:lnTo>
                  <a:lnTo>
                    <a:pt x="5953720" y="407292"/>
                  </a:lnTo>
                  <a:lnTo>
                    <a:pt x="5901597" y="436800"/>
                  </a:lnTo>
                  <a:lnTo>
                    <a:pt x="5850036" y="465217"/>
                  </a:lnTo>
                  <a:lnTo>
                    <a:pt x="5799133" y="492223"/>
                  </a:lnTo>
                  <a:lnTo>
                    <a:pt x="5748885" y="517575"/>
                  </a:lnTo>
                  <a:lnTo>
                    <a:pt x="5699174" y="541104"/>
                  </a:lnTo>
                  <a:lnTo>
                    <a:pt x="5649744" y="562723"/>
                  </a:lnTo>
                  <a:lnTo>
                    <a:pt x="5600193" y="582417"/>
                  </a:lnTo>
                  <a:lnTo>
                    <a:pt x="5567201" y="594361"/>
                  </a:lnTo>
                  <a:lnTo>
                    <a:pt x="5518905" y="610105"/>
                  </a:lnTo>
                  <a:lnTo>
                    <a:pt x="5468875" y="624201"/>
                  </a:lnTo>
                  <a:lnTo>
                    <a:pt x="5416261" y="636744"/>
                  </a:lnTo>
                  <a:lnTo>
                    <a:pt x="5360118" y="647885"/>
                  </a:lnTo>
                  <a:lnTo>
                    <a:pt x="5299491" y="657792"/>
                  </a:lnTo>
                  <a:lnTo>
                    <a:pt x="5233509" y="666624"/>
                  </a:lnTo>
                  <a:lnTo>
                    <a:pt x="5161499" y="674517"/>
                  </a:lnTo>
                  <a:lnTo>
                    <a:pt x="5083147" y="681578"/>
                  </a:lnTo>
                  <a:lnTo>
                    <a:pt x="4998706" y="687882"/>
                  </a:lnTo>
                  <a:lnTo>
                    <a:pt x="4909231" y="693469"/>
                  </a:lnTo>
                  <a:lnTo>
                    <a:pt x="4816799" y="698353"/>
                  </a:lnTo>
                  <a:lnTo>
                    <a:pt x="4724596" y="702522"/>
                  </a:lnTo>
                  <a:lnTo>
                    <a:pt x="4636772" y="705958"/>
                  </a:lnTo>
                  <a:lnTo>
                    <a:pt x="4557941" y="708656"/>
                  </a:lnTo>
                  <a:lnTo>
                    <a:pt x="4492350" y="710635"/>
                  </a:lnTo>
                  <a:lnTo>
                    <a:pt x="4442914" y="711961"/>
                  </a:lnTo>
                  <a:lnTo>
                    <a:pt x="4410432" y="712740"/>
                  </a:lnTo>
                  <a:lnTo>
                    <a:pt x="4393243" y="713110"/>
                  </a:lnTo>
                  <a:lnTo>
                    <a:pt x="4387363" y="713224"/>
                  </a:lnTo>
                  <a:lnTo>
                    <a:pt x="4386855" y="713233"/>
                  </a:lnTo>
                  <a:lnTo>
                    <a:pt x="3848118" y="713233"/>
                  </a:lnTo>
                  <a:lnTo>
                    <a:pt x="3846821" y="713215"/>
                  </a:lnTo>
                  <a:lnTo>
                    <a:pt x="3838358" y="713086"/>
                  </a:lnTo>
                  <a:lnTo>
                    <a:pt x="3817258" y="712729"/>
                  </a:lnTo>
                  <a:lnTo>
                    <a:pt x="3780131" y="712029"/>
                  </a:lnTo>
                  <a:lnTo>
                    <a:pt x="3725994" y="710885"/>
                  </a:lnTo>
                  <a:lnTo>
                    <a:pt x="3656292" y="709223"/>
                  </a:lnTo>
                  <a:lnTo>
                    <a:pt x="3574412" y="707005"/>
                  </a:lnTo>
                  <a:lnTo>
                    <a:pt x="3484814" y="704221"/>
                  </a:lnTo>
                  <a:lnTo>
                    <a:pt x="3392066" y="700881"/>
                  </a:lnTo>
                  <a:lnTo>
                    <a:pt x="3300096" y="696998"/>
                  </a:lnTo>
                  <a:lnTo>
                    <a:pt x="3211788" y="692575"/>
                  </a:lnTo>
                  <a:lnTo>
                    <a:pt x="3128919" y="687598"/>
                  </a:lnTo>
                  <a:lnTo>
                    <a:pt x="3052296" y="682028"/>
                  </a:lnTo>
                  <a:lnTo>
                    <a:pt x="2981985" y="675801"/>
                  </a:lnTo>
                  <a:lnTo>
                    <a:pt x="2917551" y="668828"/>
                  </a:lnTo>
                  <a:lnTo>
                    <a:pt x="2858248" y="660999"/>
                  </a:lnTo>
                  <a:lnTo>
                    <a:pt x="2803166" y="652189"/>
                  </a:lnTo>
                  <a:lnTo>
                    <a:pt x="2751341" y="642271"/>
                  </a:lnTo>
                  <a:lnTo>
                    <a:pt x="2701844" y="631137"/>
                  </a:lnTo>
                  <a:lnTo>
                    <a:pt x="2667772" y="622491"/>
                  </a:lnTo>
                  <a:lnTo>
                    <a:pt x="2616738" y="608082"/>
                  </a:lnTo>
                  <a:lnTo>
                    <a:pt x="2566196" y="592156"/>
                  </a:lnTo>
                  <a:lnTo>
                    <a:pt x="2515599" y="574693"/>
                  </a:lnTo>
                  <a:lnTo>
                    <a:pt x="2464581" y="555728"/>
                  </a:lnTo>
                  <a:lnTo>
                    <a:pt x="2412934" y="535359"/>
                  </a:lnTo>
                  <a:lnTo>
                    <a:pt x="2360588" y="513751"/>
                  </a:lnTo>
                  <a:lnTo>
                    <a:pt x="2307591" y="491133"/>
                  </a:lnTo>
                  <a:lnTo>
                    <a:pt x="2254090" y="467789"/>
                  </a:lnTo>
                  <a:lnTo>
                    <a:pt x="2200299" y="444047"/>
                  </a:lnTo>
                  <a:lnTo>
                    <a:pt x="2146476" y="420260"/>
                  </a:lnTo>
                  <a:lnTo>
                    <a:pt x="2092878" y="396782"/>
                  </a:lnTo>
                  <a:lnTo>
                    <a:pt x="2039735" y="373949"/>
                  </a:lnTo>
                  <a:lnTo>
                    <a:pt x="1987214" y="352059"/>
                  </a:lnTo>
                  <a:lnTo>
                    <a:pt x="1935390" y="331356"/>
                  </a:lnTo>
                  <a:lnTo>
                    <a:pt x="1884226" y="312021"/>
                  </a:lnTo>
                  <a:lnTo>
                    <a:pt x="1833549" y="294168"/>
                  </a:lnTo>
                  <a:lnTo>
                    <a:pt x="1783037" y="277850"/>
                  </a:lnTo>
                  <a:lnTo>
                    <a:pt x="1732192" y="263059"/>
                  </a:lnTo>
                  <a:lnTo>
                    <a:pt x="1719082" y="259522"/>
                  </a:lnTo>
                  <a:lnTo>
                    <a:pt x="1670735" y="247492"/>
                  </a:lnTo>
                  <a:lnTo>
                    <a:pt x="1620649" y="236722"/>
                  </a:lnTo>
                  <a:lnTo>
                    <a:pt x="1567971" y="227140"/>
                  </a:lnTo>
                  <a:lnTo>
                    <a:pt x="1511754" y="218630"/>
                  </a:lnTo>
                  <a:lnTo>
                    <a:pt x="1451040" y="211064"/>
                  </a:lnTo>
                  <a:lnTo>
                    <a:pt x="1384956" y="204320"/>
                  </a:lnTo>
                  <a:lnTo>
                    <a:pt x="1312827" y="198293"/>
                  </a:lnTo>
                  <a:lnTo>
                    <a:pt x="1234343" y="192902"/>
                  </a:lnTo>
                  <a:lnTo>
                    <a:pt x="1149762" y="188090"/>
                  </a:lnTo>
                  <a:lnTo>
                    <a:pt x="1060152" y="183825"/>
                  </a:lnTo>
                  <a:lnTo>
                    <a:pt x="967606" y="180099"/>
                  </a:lnTo>
                  <a:lnTo>
                    <a:pt x="875333" y="176920"/>
                  </a:lnTo>
                  <a:lnTo>
                    <a:pt x="787506" y="174302"/>
                  </a:lnTo>
                  <a:lnTo>
                    <a:pt x="708753" y="172248"/>
                  </a:lnTo>
                  <a:lnTo>
                    <a:pt x="643322" y="170744"/>
                  </a:lnTo>
                  <a:lnTo>
                    <a:pt x="594110" y="169738"/>
                  </a:lnTo>
                  <a:lnTo>
                    <a:pt x="561880" y="169149"/>
                  </a:lnTo>
                  <a:lnTo>
                    <a:pt x="544924" y="168871"/>
                  </a:lnTo>
                  <a:lnTo>
                    <a:pt x="539204" y="168786"/>
                  </a:lnTo>
                  <a:lnTo>
                    <a:pt x="538736" y="16878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34" name="pl1734"/>
            <p:cNvSpPr/>
            <p:nvPr/>
          </p:nvSpPr>
          <p:spPr>
            <a:xfrm>
              <a:off x="546595" y="5253086"/>
              <a:ext cx="8234974" cy="713233"/>
            </a:xfrm>
            <a:custGeom>
              <a:avLst/>
              <a:pathLst>
                <a:path w="8234974" h="713233">
                  <a:moveTo>
                    <a:pt x="0" y="168780"/>
                  </a:moveTo>
                  <a:lnTo>
                    <a:pt x="538736" y="168780"/>
                  </a:lnTo>
                  <a:lnTo>
                    <a:pt x="540033" y="168798"/>
                  </a:lnTo>
                  <a:lnTo>
                    <a:pt x="548497" y="168927"/>
                  </a:lnTo>
                  <a:lnTo>
                    <a:pt x="569597" y="169284"/>
                  </a:lnTo>
                  <a:lnTo>
                    <a:pt x="606724" y="169985"/>
                  </a:lnTo>
                  <a:lnTo>
                    <a:pt x="660860" y="171129"/>
                  </a:lnTo>
                  <a:lnTo>
                    <a:pt x="730563" y="172790"/>
                  </a:lnTo>
                  <a:lnTo>
                    <a:pt x="812443" y="175008"/>
                  </a:lnTo>
                  <a:lnTo>
                    <a:pt x="902041" y="177792"/>
                  </a:lnTo>
                  <a:lnTo>
                    <a:pt x="994788" y="181132"/>
                  </a:lnTo>
                  <a:lnTo>
                    <a:pt x="1086759" y="185016"/>
                  </a:lnTo>
                  <a:lnTo>
                    <a:pt x="1175066" y="189438"/>
                  </a:lnTo>
                  <a:lnTo>
                    <a:pt x="1257935" y="194415"/>
                  </a:lnTo>
                  <a:lnTo>
                    <a:pt x="1334559" y="199985"/>
                  </a:lnTo>
                  <a:lnTo>
                    <a:pt x="1404869" y="206212"/>
                  </a:lnTo>
                  <a:lnTo>
                    <a:pt x="1469303" y="213185"/>
                  </a:lnTo>
                  <a:lnTo>
                    <a:pt x="1528607" y="221014"/>
                  </a:lnTo>
                  <a:lnTo>
                    <a:pt x="1583689" y="229824"/>
                  </a:lnTo>
                  <a:lnTo>
                    <a:pt x="1635514" y="239742"/>
                  </a:lnTo>
                  <a:lnTo>
                    <a:pt x="1685010" y="250877"/>
                  </a:lnTo>
                  <a:lnTo>
                    <a:pt x="1719082" y="259522"/>
                  </a:lnTo>
                  <a:lnTo>
                    <a:pt x="1770117" y="273931"/>
                  </a:lnTo>
                  <a:lnTo>
                    <a:pt x="1820659" y="289857"/>
                  </a:lnTo>
                  <a:lnTo>
                    <a:pt x="1871256" y="307320"/>
                  </a:lnTo>
                  <a:lnTo>
                    <a:pt x="1922274" y="326286"/>
                  </a:lnTo>
                  <a:lnTo>
                    <a:pt x="1973920" y="346654"/>
                  </a:lnTo>
                  <a:lnTo>
                    <a:pt x="2026266" y="368262"/>
                  </a:lnTo>
                  <a:lnTo>
                    <a:pt x="2079263" y="390880"/>
                  </a:lnTo>
                  <a:lnTo>
                    <a:pt x="2132765" y="414225"/>
                  </a:lnTo>
                  <a:lnTo>
                    <a:pt x="2186555" y="437966"/>
                  </a:lnTo>
                  <a:lnTo>
                    <a:pt x="2240379" y="461754"/>
                  </a:lnTo>
                  <a:lnTo>
                    <a:pt x="2293977" y="485232"/>
                  </a:lnTo>
                  <a:lnTo>
                    <a:pt x="2347120" y="508064"/>
                  </a:lnTo>
                  <a:lnTo>
                    <a:pt x="2399641" y="529954"/>
                  </a:lnTo>
                  <a:lnTo>
                    <a:pt x="2451465" y="550657"/>
                  </a:lnTo>
                  <a:lnTo>
                    <a:pt x="2502629" y="569993"/>
                  </a:lnTo>
                  <a:lnTo>
                    <a:pt x="2553305" y="587845"/>
                  </a:lnTo>
                  <a:lnTo>
                    <a:pt x="2603817" y="604164"/>
                  </a:lnTo>
                  <a:lnTo>
                    <a:pt x="2654662" y="618955"/>
                  </a:lnTo>
                  <a:lnTo>
                    <a:pt x="2667772" y="622491"/>
                  </a:lnTo>
                  <a:lnTo>
                    <a:pt x="2716120" y="634521"/>
                  </a:lnTo>
                  <a:lnTo>
                    <a:pt x="2766206" y="645291"/>
                  </a:lnTo>
                  <a:lnTo>
                    <a:pt x="2818884" y="654873"/>
                  </a:lnTo>
                  <a:lnTo>
                    <a:pt x="2875100" y="663383"/>
                  </a:lnTo>
                  <a:lnTo>
                    <a:pt x="2935814" y="670950"/>
                  </a:lnTo>
                  <a:lnTo>
                    <a:pt x="3001899" y="677694"/>
                  </a:lnTo>
                  <a:lnTo>
                    <a:pt x="3074027" y="683721"/>
                  </a:lnTo>
                  <a:lnTo>
                    <a:pt x="3152512" y="689112"/>
                  </a:lnTo>
                  <a:lnTo>
                    <a:pt x="3237092" y="693924"/>
                  </a:lnTo>
                  <a:lnTo>
                    <a:pt x="3326702" y="698188"/>
                  </a:lnTo>
                  <a:lnTo>
                    <a:pt x="3419248" y="701914"/>
                  </a:lnTo>
                  <a:lnTo>
                    <a:pt x="3511521" y="705093"/>
                  </a:lnTo>
                  <a:lnTo>
                    <a:pt x="3599348" y="707712"/>
                  </a:lnTo>
                  <a:lnTo>
                    <a:pt x="3678102" y="709765"/>
                  </a:lnTo>
                  <a:lnTo>
                    <a:pt x="3743533" y="711270"/>
                  </a:lnTo>
                  <a:lnTo>
                    <a:pt x="3792744" y="712276"/>
                  </a:lnTo>
                  <a:lnTo>
                    <a:pt x="3824974" y="712864"/>
                  </a:lnTo>
                  <a:lnTo>
                    <a:pt x="3841931" y="713142"/>
                  </a:lnTo>
                  <a:lnTo>
                    <a:pt x="3847650" y="713227"/>
                  </a:lnTo>
                  <a:lnTo>
                    <a:pt x="3848118" y="713233"/>
                  </a:lnTo>
                  <a:lnTo>
                    <a:pt x="4386855" y="713233"/>
                  </a:lnTo>
                  <a:lnTo>
                    <a:pt x="4388148" y="713210"/>
                  </a:lnTo>
                  <a:lnTo>
                    <a:pt x="4396586" y="713041"/>
                  </a:lnTo>
                  <a:lnTo>
                    <a:pt x="4417625" y="712575"/>
                  </a:lnTo>
                  <a:lnTo>
                    <a:pt x="4454651" y="711661"/>
                  </a:lnTo>
                  <a:lnTo>
                    <a:pt x="4508652" y="710166"/>
                  </a:lnTo>
                  <a:lnTo>
                    <a:pt x="4578200" y="707996"/>
                  </a:lnTo>
                  <a:lnTo>
                    <a:pt x="4659926" y="705098"/>
                  </a:lnTo>
                  <a:lnTo>
                    <a:pt x="4749389" y="701461"/>
                  </a:lnTo>
                  <a:lnTo>
                    <a:pt x="4842030" y="697097"/>
                  </a:lnTo>
                  <a:lnTo>
                    <a:pt x="4933928" y="692022"/>
                  </a:lnTo>
                  <a:lnTo>
                    <a:pt x="5022195" y="686242"/>
                  </a:lnTo>
                  <a:lnTo>
                    <a:pt x="5105049" y="679738"/>
                  </a:lnTo>
                  <a:lnTo>
                    <a:pt x="5181676" y="672460"/>
                  </a:lnTo>
                  <a:lnTo>
                    <a:pt x="5252000" y="664324"/>
                  </a:lnTo>
                  <a:lnTo>
                    <a:pt x="5316450" y="655215"/>
                  </a:lnTo>
                  <a:lnTo>
                    <a:pt x="5375768" y="644989"/>
                  </a:lnTo>
                  <a:lnTo>
                    <a:pt x="5430857" y="633484"/>
                  </a:lnTo>
                  <a:lnTo>
                    <a:pt x="5482678" y="620532"/>
                  </a:lnTo>
                  <a:lnTo>
                    <a:pt x="5532160" y="605994"/>
                  </a:lnTo>
                  <a:lnTo>
                    <a:pt x="5567201" y="594361"/>
                  </a:lnTo>
                  <a:lnTo>
                    <a:pt x="5617139" y="575915"/>
                  </a:lnTo>
                  <a:lnTo>
                    <a:pt x="5666593" y="555567"/>
                  </a:lnTo>
                  <a:lnTo>
                    <a:pt x="5716081" y="533291"/>
                  </a:lnTo>
                  <a:lnTo>
                    <a:pt x="5765954" y="509127"/>
                  </a:lnTo>
                  <a:lnTo>
                    <a:pt x="5816418" y="483188"/>
                  </a:lnTo>
                  <a:lnTo>
                    <a:pt x="5867551" y="455669"/>
                  </a:lnTo>
                  <a:lnTo>
                    <a:pt x="5919319" y="426841"/>
                  </a:lnTo>
                  <a:lnTo>
                    <a:pt x="5971596" y="397044"/>
                  </a:lnTo>
                  <a:lnTo>
                    <a:pt x="6024189" y="366675"/>
                  </a:lnTo>
                  <a:lnTo>
                    <a:pt x="6076863" y="336162"/>
                  </a:lnTo>
                  <a:lnTo>
                    <a:pt x="6129373" y="305941"/>
                  </a:lnTo>
                  <a:lnTo>
                    <a:pt x="6181495" y="276433"/>
                  </a:lnTo>
                  <a:lnTo>
                    <a:pt x="6233056" y="248016"/>
                  </a:lnTo>
                  <a:lnTo>
                    <a:pt x="6283959" y="221010"/>
                  </a:lnTo>
                  <a:lnTo>
                    <a:pt x="6334207" y="195658"/>
                  </a:lnTo>
                  <a:lnTo>
                    <a:pt x="6383919" y="172129"/>
                  </a:lnTo>
                  <a:lnTo>
                    <a:pt x="6433348" y="150510"/>
                  </a:lnTo>
                  <a:lnTo>
                    <a:pt x="6482899" y="130816"/>
                  </a:lnTo>
                  <a:lnTo>
                    <a:pt x="6515891" y="118872"/>
                  </a:lnTo>
                  <a:lnTo>
                    <a:pt x="6564187" y="103128"/>
                  </a:lnTo>
                  <a:lnTo>
                    <a:pt x="6614217" y="89032"/>
                  </a:lnTo>
                  <a:lnTo>
                    <a:pt x="6666832" y="76489"/>
                  </a:lnTo>
                  <a:lnTo>
                    <a:pt x="6722975" y="65347"/>
                  </a:lnTo>
                  <a:lnTo>
                    <a:pt x="6783601" y="55441"/>
                  </a:lnTo>
                  <a:lnTo>
                    <a:pt x="6849583" y="46609"/>
                  </a:lnTo>
                  <a:lnTo>
                    <a:pt x="6921594" y="38716"/>
                  </a:lnTo>
                  <a:lnTo>
                    <a:pt x="6999946" y="31655"/>
                  </a:lnTo>
                  <a:lnTo>
                    <a:pt x="7084387" y="25351"/>
                  </a:lnTo>
                  <a:lnTo>
                    <a:pt x="7173861" y="19764"/>
                  </a:lnTo>
                  <a:lnTo>
                    <a:pt x="7266294" y="14880"/>
                  </a:lnTo>
                  <a:lnTo>
                    <a:pt x="7358497" y="10711"/>
                  </a:lnTo>
                  <a:lnTo>
                    <a:pt x="7446320" y="7275"/>
                  </a:lnTo>
                  <a:lnTo>
                    <a:pt x="7525151" y="4577"/>
                  </a:lnTo>
                  <a:lnTo>
                    <a:pt x="7590743" y="2597"/>
                  </a:lnTo>
                  <a:lnTo>
                    <a:pt x="7640179" y="1272"/>
                  </a:lnTo>
                  <a:lnTo>
                    <a:pt x="7672661" y="493"/>
                  </a:lnTo>
                  <a:lnTo>
                    <a:pt x="7689850" y="123"/>
                  </a:lnTo>
                  <a:lnTo>
                    <a:pt x="7695729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5" name="pl1735"/>
            <p:cNvSpPr/>
            <p:nvPr/>
          </p:nvSpPr>
          <p:spPr>
            <a:xfrm>
              <a:off x="546595" y="5242197"/>
              <a:ext cx="8234974" cy="713233"/>
            </a:xfrm>
            <a:custGeom>
              <a:avLst/>
              <a:pathLst>
                <a:path w="8234974" h="713233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6" y="192"/>
                  </a:lnTo>
                  <a:lnTo>
                    <a:pt x="7665467" y="658"/>
                  </a:lnTo>
                  <a:lnTo>
                    <a:pt x="7628441" y="1572"/>
                  </a:lnTo>
                  <a:lnTo>
                    <a:pt x="7574440" y="3067"/>
                  </a:lnTo>
                  <a:lnTo>
                    <a:pt x="7504892" y="5237"/>
                  </a:lnTo>
                  <a:lnTo>
                    <a:pt x="7423166" y="8135"/>
                  </a:lnTo>
                  <a:lnTo>
                    <a:pt x="7333704" y="11772"/>
                  </a:lnTo>
                  <a:lnTo>
                    <a:pt x="7241063" y="16136"/>
                  </a:lnTo>
                  <a:lnTo>
                    <a:pt x="7149164" y="21211"/>
                  </a:lnTo>
                  <a:lnTo>
                    <a:pt x="7060898" y="26991"/>
                  </a:lnTo>
                  <a:lnTo>
                    <a:pt x="6978044" y="33495"/>
                  </a:lnTo>
                  <a:lnTo>
                    <a:pt x="6901417" y="40773"/>
                  </a:lnTo>
                  <a:lnTo>
                    <a:pt x="6831093" y="48909"/>
                  </a:lnTo>
                  <a:lnTo>
                    <a:pt x="6766642" y="58018"/>
                  </a:lnTo>
                  <a:lnTo>
                    <a:pt x="6707325" y="68244"/>
                  </a:lnTo>
                  <a:lnTo>
                    <a:pt x="6652236" y="79749"/>
                  </a:lnTo>
                  <a:lnTo>
                    <a:pt x="6600414" y="92701"/>
                  </a:lnTo>
                  <a:lnTo>
                    <a:pt x="6550932" y="107239"/>
                  </a:lnTo>
                  <a:lnTo>
                    <a:pt x="6515891" y="118872"/>
                  </a:lnTo>
                  <a:lnTo>
                    <a:pt x="6465954" y="137318"/>
                  </a:lnTo>
                  <a:lnTo>
                    <a:pt x="6416500" y="157666"/>
                  </a:lnTo>
                  <a:lnTo>
                    <a:pt x="6367012" y="179942"/>
                  </a:lnTo>
                  <a:lnTo>
                    <a:pt x="6317138" y="204106"/>
                  </a:lnTo>
                  <a:lnTo>
                    <a:pt x="6266674" y="230045"/>
                  </a:lnTo>
                  <a:lnTo>
                    <a:pt x="6215542" y="257564"/>
                  </a:lnTo>
                  <a:lnTo>
                    <a:pt x="6163774" y="286392"/>
                  </a:lnTo>
                  <a:lnTo>
                    <a:pt x="6111497" y="316189"/>
                  </a:lnTo>
                  <a:lnTo>
                    <a:pt x="6058904" y="346558"/>
                  </a:lnTo>
                  <a:lnTo>
                    <a:pt x="6006230" y="377071"/>
                  </a:lnTo>
                  <a:lnTo>
                    <a:pt x="5953720" y="407292"/>
                  </a:lnTo>
                  <a:lnTo>
                    <a:pt x="5901597" y="436800"/>
                  </a:lnTo>
                  <a:lnTo>
                    <a:pt x="5850036" y="465217"/>
                  </a:lnTo>
                  <a:lnTo>
                    <a:pt x="5799133" y="492223"/>
                  </a:lnTo>
                  <a:lnTo>
                    <a:pt x="5748885" y="517575"/>
                  </a:lnTo>
                  <a:lnTo>
                    <a:pt x="5699174" y="541104"/>
                  </a:lnTo>
                  <a:lnTo>
                    <a:pt x="5649744" y="562723"/>
                  </a:lnTo>
                  <a:lnTo>
                    <a:pt x="5600193" y="582417"/>
                  </a:lnTo>
                  <a:lnTo>
                    <a:pt x="5567201" y="594361"/>
                  </a:lnTo>
                  <a:lnTo>
                    <a:pt x="5518905" y="610105"/>
                  </a:lnTo>
                  <a:lnTo>
                    <a:pt x="5468875" y="624201"/>
                  </a:lnTo>
                  <a:lnTo>
                    <a:pt x="5416261" y="636744"/>
                  </a:lnTo>
                  <a:lnTo>
                    <a:pt x="5360118" y="647885"/>
                  </a:lnTo>
                  <a:lnTo>
                    <a:pt x="5299491" y="657792"/>
                  </a:lnTo>
                  <a:lnTo>
                    <a:pt x="5233509" y="666624"/>
                  </a:lnTo>
                  <a:lnTo>
                    <a:pt x="5161499" y="674517"/>
                  </a:lnTo>
                  <a:lnTo>
                    <a:pt x="5083147" y="681578"/>
                  </a:lnTo>
                  <a:lnTo>
                    <a:pt x="4998706" y="687882"/>
                  </a:lnTo>
                  <a:lnTo>
                    <a:pt x="4909231" y="693469"/>
                  </a:lnTo>
                  <a:lnTo>
                    <a:pt x="4816799" y="698353"/>
                  </a:lnTo>
                  <a:lnTo>
                    <a:pt x="4724596" y="702522"/>
                  </a:lnTo>
                  <a:lnTo>
                    <a:pt x="4636772" y="705958"/>
                  </a:lnTo>
                  <a:lnTo>
                    <a:pt x="4557941" y="708656"/>
                  </a:lnTo>
                  <a:lnTo>
                    <a:pt x="4492350" y="710635"/>
                  </a:lnTo>
                  <a:lnTo>
                    <a:pt x="4442914" y="711961"/>
                  </a:lnTo>
                  <a:lnTo>
                    <a:pt x="4410432" y="712740"/>
                  </a:lnTo>
                  <a:lnTo>
                    <a:pt x="4393243" y="713110"/>
                  </a:lnTo>
                  <a:lnTo>
                    <a:pt x="4387363" y="713224"/>
                  </a:lnTo>
                  <a:lnTo>
                    <a:pt x="4386855" y="713233"/>
                  </a:lnTo>
                  <a:lnTo>
                    <a:pt x="3848118" y="713233"/>
                  </a:lnTo>
                  <a:lnTo>
                    <a:pt x="3846821" y="713215"/>
                  </a:lnTo>
                  <a:lnTo>
                    <a:pt x="3838358" y="713086"/>
                  </a:lnTo>
                  <a:lnTo>
                    <a:pt x="3817258" y="712729"/>
                  </a:lnTo>
                  <a:lnTo>
                    <a:pt x="3780131" y="712029"/>
                  </a:lnTo>
                  <a:lnTo>
                    <a:pt x="3725994" y="710885"/>
                  </a:lnTo>
                  <a:lnTo>
                    <a:pt x="3656292" y="709223"/>
                  </a:lnTo>
                  <a:lnTo>
                    <a:pt x="3574412" y="707005"/>
                  </a:lnTo>
                  <a:lnTo>
                    <a:pt x="3484814" y="704221"/>
                  </a:lnTo>
                  <a:lnTo>
                    <a:pt x="3392066" y="700881"/>
                  </a:lnTo>
                  <a:lnTo>
                    <a:pt x="3300096" y="696998"/>
                  </a:lnTo>
                  <a:lnTo>
                    <a:pt x="3211788" y="692575"/>
                  </a:lnTo>
                  <a:lnTo>
                    <a:pt x="3128919" y="687598"/>
                  </a:lnTo>
                  <a:lnTo>
                    <a:pt x="3052296" y="682028"/>
                  </a:lnTo>
                  <a:lnTo>
                    <a:pt x="2981985" y="675801"/>
                  </a:lnTo>
                  <a:lnTo>
                    <a:pt x="2917551" y="668828"/>
                  </a:lnTo>
                  <a:lnTo>
                    <a:pt x="2858248" y="660999"/>
                  </a:lnTo>
                  <a:lnTo>
                    <a:pt x="2803166" y="652189"/>
                  </a:lnTo>
                  <a:lnTo>
                    <a:pt x="2751341" y="642271"/>
                  </a:lnTo>
                  <a:lnTo>
                    <a:pt x="2701844" y="631137"/>
                  </a:lnTo>
                  <a:lnTo>
                    <a:pt x="2667772" y="622491"/>
                  </a:lnTo>
                  <a:lnTo>
                    <a:pt x="2616738" y="608082"/>
                  </a:lnTo>
                  <a:lnTo>
                    <a:pt x="2566196" y="592156"/>
                  </a:lnTo>
                  <a:lnTo>
                    <a:pt x="2515599" y="574693"/>
                  </a:lnTo>
                  <a:lnTo>
                    <a:pt x="2464581" y="555728"/>
                  </a:lnTo>
                  <a:lnTo>
                    <a:pt x="2412934" y="535359"/>
                  </a:lnTo>
                  <a:lnTo>
                    <a:pt x="2360588" y="513751"/>
                  </a:lnTo>
                  <a:lnTo>
                    <a:pt x="2307591" y="491133"/>
                  </a:lnTo>
                  <a:lnTo>
                    <a:pt x="2254090" y="467789"/>
                  </a:lnTo>
                  <a:lnTo>
                    <a:pt x="2200299" y="444047"/>
                  </a:lnTo>
                  <a:lnTo>
                    <a:pt x="2146476" y="420260"/>
                  </a:lnTo>
                  <a:lnTo>
                    <a:pt x="2092878" y="396782"/>
                  </a:lnTo>
                  <a:lnTo>
                    <a:pt x="2039735" y="373949"/>
                  </a:lnTo>
                  <a:lnTo>
                    <a:pt x="1987214" y="352059"/>
                  </a:lnTo>
                  <a:lnTo>
                    <a:pt x="1935390" y="331356"/>
                  </a:lnTo>
                  <a:lnTo>
                    <a:pt x="1884226" y="312021"/>
                  </a:lnTo>
                  <a:lnTo>
                    <a:pt x="1833549" y="294168"/>
                  </a:lnTo>
                  <a:lnTo>
                    <a:pt x="1783037" y="277850"/>
                  </a:lnTo>
                  <a:lnTo>
                    <a:pt x="1732192" y="263059"/>
                  </a:lnTo>
                  <a:lnTo>
                    <a:pt x="1719082" y="259522"/>
                  </a:lnTo>
                  <a:lnTo>
                    <a:pt x="1670735" y="247492"/>
                  </a:lnTo>
                  <a:lnTo>
                    <a:pt x="1620649" y="236722"/>
                  </a:lnTo>
                  <a:lnTo>
                    <a:pt x="1567971" y="227140"/>
                  </a:lnTo>
                  <a:lnTo>
                    <a:pt x="1511754" y="218630"/>
                  </a:lnTo>
                  <a:lnTo>
                    <a:pt x="1451040" y="211064"/>
                  </a:lnTo>
                  <a:lnTo>
                    <a:pt x="1384956" y="204320"/>
                  </a:lnTo>
                  <a:lnTo>
                    <a:pt x="1312827" y="198293"/>
                  </a:lnTo>
                  <a:lnTo>
                    <a:pt x="1234343" y="192902"/>
                  </a:lnTo>
                  <a:lnTo>
                    <a:pt x="1149762" y="188090"/>
                  </a:lnTo>
                  <a:lnTo>
                    <a:pt x="1060152" y="183825"/>
                  </a:lnTo>
                  <a:lnTo>
                    <a:pt x="967606" y="180099"/>
                  </a:lnTo>
                  <a:lnTo>
                    <a:pt x="875333" y="176920"/>
                  </a:lnTo>
                  <a:lnTo>
                    <a:pt x="787506" y="174302"/>
                  </a:lnTo>
                  <a:lnTo>
                    <a:pt x="708753" y="172248"/>
                  </a:lnTo>
                  <a:lnTo>
                    <a:pt x="643322" y="170744"/>
                  </a:lnTo>
                  <a:lnTo>
                    <a:pt x="594110" y="169738"/>
                  </a:lnTo>
                  <a:lnTo>
                    <a:pt x="561880" y="169149"/>
                  </a:lnTo>
                  <a:lnTo>
                    <a:pt x="544924" y="168871"/>
                  </a:lnTo>
                  <a:lnTo>
                    <a:pt x="539204" y="168786"/>
                  </a:lnTo>
                  <a:lnTo>
                    <a:pt x="538736" y="168780"/>
                  </a:lnTo>
                  <a:lnTo>
                    <a:pt x="0" y="1687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6" name="pg1736"/>
            <p:cNvSpPr/>
            <p:nvPr/>
          </p:nvSpPr>
          <p:spPr>
            <a:xfrm>
              <a:off x="546595" y="930126"/>
              <a:ext cx="8234974" cy="4709522"/>
            </a:xfrm>
            <a:custGeom>
              <a:avLst/>
              <a:pathLst>
                <a:path w="8234974" h="4709522">
                  <a:moveTo>
                    <a:pt x="0" y="4480851"/>
                  </a:moveTo>
                  <a:lnTo>
                    <a:pt x="538736" y="4480851"/>
                  </a:lnTo>
                  <a:lnTo>
                    <a:pt x="540038" y="4480859"/>
                  </a:lnTo>
                  <a:lnTo>
                    <a:pt x="548531" y="4480913"/>
                  </a:lnTo>
                  <a:lnTo>
                    <a:pt x="569701" y="4481064"/>
                  </a:lnTo>
                  <a:lnTo>
                    <a:pt x="606946" y="4481359"/>
                  </a:lnTo>
                  <a:lnTo>
                    <a:pt x="661239" y="4481841"/>
                  </a:lnTo>
                  <a:lnTo>
                    <a:pt x="731120" y="4482541"/>
                  </a:lnTo>
                  <a:lnTo>
                    <a:pt x="813178" y="4483476"/>
                  </a:lnTo>
                  <a:lnTo>
                    <a:pt x="902933" y="4484649"/>
                  </a:lnTo>
                  <a:lnTo>
                    <a:pt x="995803" y="4486056"/>
                  </a:lnTo>
                  <a:lnTo>
                    <a:pt x="1087857" y="4487691"/>
                  </a:lnTo>
                  <a:lnTo>
                    <a:pt x="1176211" y="4489554"/>
                  </a:lnTo>
                  <a:lnTo>
                    <a:pt x="1259097" y="4491650"/>
                  </a:lnTo>
                  <a:lnTo>
                    <a:pt x="1335716" y="4493996"/>
                  </a:lnTo>
                  <a:lnTo>
                    <a:pt x="1406011" y="4496620"/>
                  </a:lnTo>
                  <a:lnTo>
                    <a:pt x="1470426" y="4499558"/>
                  </a:lnTo>
                  <a:lnTo>
                    <a:pt x="1529713" y="4502857"/>
                  </a:lnTo>
                  <a:lnTo>
                    <a:pt x="1584788" y="4506571"/>
                  </a:lnTo>
                  <a:lnTo>
                    <a:pt x="1636616" y="4510752"/>
                  </a:lnTo>
                  <a:lnTo>
                    <a:pt x="1686131" y="4515446"/>
                  </a:lnTo>
                  <a:lnTo>
                    <a:pt x="1719082" y="4518963"/>
                  </a:lnTo>
                  <a:lnTo>
                    <a:pt x="1771544" y="4525194"/>
                  </a:lnTo>
                  <a:lnTo>
                    <a:pt x="1823504" y="4532100"/>
                  </a:lnTo>
                  <a:lnTo>
                    <a:pt x="1875547" y="4539687"/>
                  </a:lnTo>
                  <a:lnTo>
                    <a:pt x="1928059" y="4547939"/>
                  </a:lnTo>
                  <a:lnTo>
                    <a:pt x="1981251" y="4556807"/>
                  </a:lnTo>
                  <a:lnTo>
                    <a:pt x="2035181" y="4566212"/>
                  </a:lnTo>
                  <a:lnTo>
                    <a:pt x="2089779" y="4576047"/>
                  </a:lnTo>
                  <a:lnTo>
                    <a:pt x="2144870" y="4586175"/>
                  </a:lnTo>
                  <a:lnTo>
                    <a:pt x="2200208" y="4596446"/>
                  </a:lnTo>
                  <a:lnTo>
                    <a:pt x="2255511" y="4606697"/>
                  </a:lnTo>
                  <a:lnTo>
                    <a:pt x="2310502" y="4616767"/>
                  </a:lnTo>
                  <a:lnTo>
                    <a:pt x="2364949" y="4626508"/>
                  </a:lnTo>
                  <a:lnTo>
                    <a:pt x="2418700" y="4635791"/>
                  </a:lnTo>
                  <a:lnTo>
                    <a:pt x="2471714" y="4644514"/>
                  </a:lnTo>
                  <a:lnTo>
                    <a:pt x="2524086" y="4652606"/>
                  </a:lnTo>
                  <a:lnTo>
                    <a:pt x="2576066" y="4660028"/>
                  </a:lnTo>
                  <a:lnTo>
                    <a:pt x="2628086" y="4666766"/>
                  </a:lnTo>
                  <a:lnTo>
                    <a:pt x="2667772" y="4671410"/>
                  </a:lnTo>
                  <a:lnTo>
                    <a:pt x="2716179" y="4676468"/>
                  </a:lnTo>
                  <a:lnTo>
                    <a:pt x="2766330" y="4680996"/>
                  </a:lnTo>
                  <a:lnTo>
                    <a:pt x="2819081" y="4685024"/>
                  </a:lnTo>
                  <a:lnTo>
                    <a:pt x="2875384" y="4688601"/>
                  </a:lnTo>
                  <a:lnTo>
                    <a:pt x="2936198" y="4691780"/>
                  </a:lnTo>
                  <a:lnTo>
                    <a:pt x="3002401" y="4694614"/>
                  </a:lnTo>
                  <a:lnTo>
                    <a:pt x="3074667" y="4697147"/>
                  </a:lnTo>
                  <a:lnTo>
                    <a:pt x="3153304" y="4699411"/>
                  </a:lnTo>
                  <a:lnTo>
                    <a:pt x="3238047" y="4701432"/>
                  </a:lnTo>
                  <a:lnTo>
                    <a:pt x="3327813" y="4703223"/>
                  </a:lnTo>
                  <a:lnTo>
                    <a:pt x="3420490" y="4704787"/>
                  </a:lnTo>
                  <a:lnTo>
                    <a:pt x="3512843" y="4706120"/>
                  </a:lnTo>
                  <a:lnTo>
                    <a:pt x="3600673" y="4707218"/>
                  </a:lnTo>
                  <a:lnTo>
                    <a:pt x="3679335" y="4708077"/>
                  </a:lnTo>
                  <a:lnTo>
                    <a:pt x="3744579" y="4708706"/>
                  </a:lnTo>
                  <a:lnTo>
                    <a:pt x="3793530" y="4709126"/>
                  </a:lnTo>
                  <a:lnTo>
                    <a:pt x="3825468" y="4709370"/>
                  </a:lnTo>
                  <a:lnTo>
                    <a:pt x="3842157" y="4709485"/>
                  </a:lnTo>
                  <a:lnTo>
                    <a:pt x="3847694" y="4709519"/>
                  </a:lnTo>
                  <a:lnTo>
                    <a:pt x="3848118" y="4709522"/>
                  </a:lnTo>
                  <a:lnTo>
                    <a:pt x="4386855" y="4709522"/>
                  </a:lnTo>
                  <a:lnTo>
                    <a:pt x="4387726" y="4709418"/>
                  </a:lnTo>
                  <a:lnTo>
                    <a:pt x="4393464" y="4708678"/>
                  </a:lnTo>
                  <a:lnTo>
                    <a:pt x="4407956" y="4706633"/>
                  </a:lnTo>
                  <a:lnTo>
                    <a:pt x="4433935" y="4702606"/>
                  </a:lnTo>
                  <a:lnTo>
                    <a:pt x="4472792" y="4695966"/>
                  </a:lnTo>
                  <a:lnTo>
                    <a:pt x="4524461" y="4686193"/>
                  </a:lnTo>
                  <a:lnTo>
                    <a:pt x="4587526" y="4672923"/>
                  </a:lnTo>
                  <a:lnTo>
                    <a:pt x="4659534" y="4655965"/>
                  </a:lnTo>
                  <a:lnTo>
                    <a:pt x="4737475" y="4635274"/>
                  </a:lnTo>
                  <a:lnTo>
                    <a:pt x="4818274" y="4610902"/>
                  </a:lnTo>
                  <a:lnTo>
                    <a:pt x="4899189" y="4582930"/>
                  </a:lnTo>
                  <a:lnTo>
                    <a:pt x="4978050" y="4551405"/>
                  </a:lnTo>
                  <a:lnTo>
                    <a:pt x="5053345" y="4516299"/>
                  </a:lnTo>
                  <a:lnTo>
                    <a:pt x="5124181" y="4477471"/>
                  </a:lnTo>
                  <a:lnTo>
                    <a:pt x="5190187" y="4434655"/>
                  </a:lnTo>
                  <a:lnTo>
                    <a:pt x="5251388" y="4387457"/>
                  </a:lnTo>
                  <a:lnTo>
                    <a:pt x="5308089" y="4335361"/>
                  </a:lnTo>
                  <a:lnTo>
                    <a:pt x="5360777" y="4277739"/>
                  </a:lnTo>
                  <a:lnTo>
                    <a:pt x="5410044" y="4213885"/>
                  </a:lnTo>
                  <a:lnTo>
                    <a:pt x="5456528" y="4143056"/>
                  </a:lnTo>
                  <a:lnTo>
                    <a:pt x="5500869" y="4064553"/>
                  </a:lnTo>
                  <a:lnTo>
                    <a:pt x="5543661" y="3977854"/>
                  </a:lnTo>
                  <a:lnTo>
                    <a:pt x="5567201" y="3925509"/>
                  </a:lnTo>
                  <a:lnTo>
                    <a:pt x="5595718" y="3857782"/>
                  </a:lnTo>
                  <a:lnTo>
                    <a:pt x="5623990" y="3786052"/>
                  </a:lnTo>
                  <a:lnTo>
                    <a:pt x="5652135" y="3710239"/>
                  </a:lnTo>
                  <a:lnTo>
                    <a:pt x="5680252" y="3630301"/>
                  </a:lnTo>
                  <a:lnTo>
                    <a:pt x="5708419" y="3546244"/>
                  </a:lnTo>
                  <a:lnTo>
                    <a:pt x="5736699" y="3458120"/>
                  </a:lnTo>
                  <a:lnTo>
                    <a:pt x="5765140" y="3366034"/>
                  </a:lnTo>
                  <a:lnTo>
                    <a:pt x="5793774" y="3270143"/>
                  </a:lnTo>
                  <a:lnTo>
                    <a:pt x="5822619" y="3170661"/>
                  </a:lnTo>
                  <a:lnTo>
                    <a:pt x="5851684" y="3067855"/>
                  </a:lnTo>
                  <a:lnTo>
                    <a:pt x="5880963" y="2962049"/>
                  </a:lnTo>
                  <a:lnTo>
                    <a:pt x="5910442" y="2853614"/>
                  </a:lnTo>
                  <a:lnTo>
                    <a:pt x="5940095" y="2742970"/>
                  </a:lnTo>
                  <a:lnTo>
                    <a:pt x="5969892" y="2630578"/>
                  </a:lnTo>
                  <a:lnTo>
                    <a:pt x="5999794" y="2516928"/>
                  </a:lnTo>
                  <a:lnTo>
                    <a:pt x="6029759" y="2402538"/>
                  </a:lnTo>
                  <a:lnTo>
                    <a:pt x="6059742" y="2287937"/>
                  </a:lnTo>
                  <a:lnTo>
                    <a:pt x="6089698" y="2173661"/>
                  </a:lnTo>
                  <a:lnTo>
                    <a:pt x="6119581" y="2060238"/>
                  </a:lnTo>
                  <a:lnTo>
                    <a:pt x="6149350" y="1948179"/>
                  </a:lnTo>
                  <a:lnTo>
                    <a:pt x="6178968" y="1837970"/>
                  </a:lnTo>
                  <a:lnTo>
                    <a:pt x="6208406" y="1730063"/>
                  </a:lnTo>
                  <a:lnTo>
                    <a:pt x="6237640" y="1624868"/>
                  </a:lnTo>
                  <a:lnTo>
                    <a:pt x="6266658" y="1522748"/>
                  </a:lnTo>
                  <a:lnTo>
                    <a:pt x="6295457" y="1424013"/>
                  </a:lnTo>
                  <a:lnTo>
                    <a:pt x="6324048" y="1328919"/>
                  </a:lnTo>
                  <a:lnTo>
                    <a:pt x="6352451" y="1237669"/>
                  </a:lnTo>
                  <a:lnTo>
                    <a:pt x="6380703" y="1150407"/>
                  </a:lnTo>
                  <a:lnTo>
                    <a:pt x="6408853" y="1067228"/>
                  </a:lnTo>
                  <a:lnTo>
                    <a:pt x="6436969" y="988173"/>
                  </a:lnTo>
                  <a:lnTo>
                    <a:pt x="6465133" y="913238"/>
                  </a:lnTo>
                  <a:lnTo>
                    <a:pt x="6493446" y="842372"/>
                  </a:lnTo>
                  <a:lnTo>
                    <a:pt x="6515891" y="789457"/>
                  </a:lnTo>
                  <a:lnTo>
                    <a:pt x="6558043" y="698059"/>
                  </a:lnTo>
                  <a:lnTo>
                    <a:pt x="6601446" y="615000"/>
                  </a:lnTo>
                  <a:lnTo>
                    <a:pt x="6646649" y="539941"/>
                  </a:lnTo>
                  <a:lnTo>
                    <a:pt x="6694274" y="472262"/>
                  </a:lnTo>
                  <a:lnTo>
                    <a:pt x="6744964" y="411232"/>
                  </a:lnTo>
                  <a:lnTo>
                    <a:pt x="6799344" y="356116"/>
                  </a:lnTo>
                  <a:lnTo>
                    <a:pt x="6857967" y="306239"/>
                  </a:lnTo>
                  <a:lnTo>
                    <a:pt x="6921252" y="261020"/>
                  </a:lnTo>
                  <a:lnTo>
                    <a:pt x="6989394" y="219994"/>
                  </a:lnTo>
                  <a:lnTo>
                    <a:pt x="7062260" y="182823"/>
                  </a:lnTo>
                  <a:lnTo>
                    <a:pt x="7139264" y="149298"/>
                  </a:lnTo>
                  <a:lnTo>
                    <a:pt x="7219250" y="119329"/>
                  </a:lnTo>
                  <a:lnTo>
                    <a:pt x="7300418" y="92927"/>
                  </a:lnTo>
                  <a:lnTo>
                    <a:pt x="7380329" y="70159"/>
                  </a:lnTo>
                  <a:lnTo>
                    <a:pt x="7456054" y="51103"/>
                  </a:lnTo>
                  <a:lnTo>
                    <a:pt x="7524489" y="35776"/>
                  </a:lnTo>
                  <a:lnTo>
                    <a:pt x="7582807" y="24073"/>
                  </a:lnTo>
                  <a:lnTo>
                    <a:pt x="7628956" y="15729"/>
                  </a:lnTo>
                  <a:lnTo>
                    <a:pt x="7662087" y="10307"/>
                  </a:lnTo>
                  <a:lnTo>
                    <a:pt x="7682774" y="7231"/>
                  </a:lnTo>
                  <a:lnTo>
                    <a:pt x="7693018" y="5843"/>
                  </a:lnTo>
                  <a:lnTo>
                    <a:pt x="7696079" y="546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6" y="103"/>
                  </a:lnTo>
                  <a:lnTo>
                    <a:pt x="7689629" y="843"/>
                  </a:lnTo>
                  <a:lnTo>
                    <a:pt x="7675137" y="2888"/>
                  </a:lnTo>
                  <a:lnTo>
                    <a:pt x="7649157" y="6915"/>
                  </a:lnTo>
                  <a:lnTo>
                    <a:pt x="7610301" y="13555"/>
                  </a:lnTo>
                  <a:lnTo>
                    <a:pt x="7558631" y="23328"/>
                  </a:lnTo>
                  <a:lnTo>
                    <a:pt x="7495567" y="36598"/>
                  </a:lnTo>
                  <a:lnTo>
                    <a:pt x="7423558" y="53556"/>
                  </a:lnTo>
                  <a:lnTo>
                    <a:pt x="7345617" y="74247"/>
                  </a:lnTo>
                  <a:lnTo>
                    <a:pt x="7264818" y="98619"/>
                  </a:lnTo>
                  <a:lnTo>
                    <a:pt x="7183904" y="126591"/>
                  </a:lnTo>
                  <a:lnTo>
                    <a:pt x="7105043" y="158116"/>
                  </a:lnTo>
                  <a:lnTo>
                    <a:pt x="7029748" y="193222"/>
                  </a:lnTo>
                  <a:lnTo>
                    <a:pt x="6958911" y="232050"/>
                  </a:lnTo>
                  <a:lnTo>
                    <a:pt x="6892905" y="274866"/>
                  </a:lnTo>
                  <a:lnTo>
                    <a:pt x="6831704" y="322064"/>
                  </a:lnTo>
                  <a:lnTo>
                    <a:pt x="6775003" y="374160"/>
                  </a:lnTo>
                  <a:lnTo>
                    <a:pt x="6722315" y="431782"/>
                  </a:lnTo>
                  <a:lnTo>
                    <a:pt x="6673048" y="495636"/>
                  </a:lnTo>
                  <a:lnTo>
                    <a:pt x="6626564" y="566466"/>
                  </a:lnTo>
                  <a:lnTo>
                    <a:pt x="6582224" y="644968"/>
                  </a:lnTo>
                  <a:lnTo>
                    <a:pt x="6539432" y="731667"/>
                  </a:lnTo>
                  <a:lnTo>
                    <a:pt x="6515891" y="784012"/>
                  </a:lnTo>
                  <a:lnTo>
                    <a:pt x="6487375" y="851739"/>
                  </a:lnTo>
                  <a:lnTo>
                    <a:pt x="6459103" y="923469"/>
                  </a:lnTo>
                  <a:lnTo>
                    <a:pt x="6430957" y="999282"/>
                  </a:lnTo>
                  <a:lnTo>
                    <a:pt x="6402841" y="1079220"/>
                  </a:lnTo>
                  <a:lnTo>
                    <a:pt x="6374673" y="1163277"/>
                  </a:lnTo>
                  <a:lnTo>
                    <a:pt x="6346393" y="1251401"/>
                  </a:lnTo>
                  <a:lnTo>
                    <a:pt x="6317952" y="1343487"/>
                  </a:lnTo>
                  <a:lnTo>
                    <a:pt x="6289319" y="1439378"/>
                  </a:lnTo>
                  <a:lnTo>
                    <a:pt x="6260473" y="1538860"/>
                  </a:lnTo>
                  <a:lnTo>
                    <a:pt x="6231408" y="1641666"/>
                  </a:lnTo>
                  <a:lnTo>
                    <a:pt x="6202129" y="1747472"/>
                  </a:lnTo>
                  <a:lnTo>
                    <a:pt x="6172651" y="1855907"/>
                  </a:lnTo>
                  <a:lnTo>
                    <a:pt x="6142997" y="1966551"/>
                  </a:lnTo>
                  <a:lnTo>
                    <a:pt x="6113200" y="2078943"/>
                  </a:lnTo>
                  <a:lnTo>
                    <a:pt x="6083298" y="2192593"/>
                  </a:lnTo>
                  <a:lnTo>
                    <a:pt x="6053333" y="2306983"/>
                  </a:lnTo>
                  <a:lnTo>
                    <a:pt x="6023350" y="2421584"/>
                  </a:lnTo>
                  <a:lnTo>
                    <a:pt x="5993395" y="2535860"/>
                  </a:lnTo>
                  <a:lnTo>
                    <a:pt x="5963512" y="2649283"/>
                  </a:lnTo>
                  <a:lnTo>
                    <a:pt x="5933743" y="2761342"/>
                  </a:lnTo>
                  <a:lnTo>
                    <a:pt x="5904124" y="2871551"/>
                  </a:lnTo>
                  <a:lnTo>
                    <a:pt x="5874687" y="2979458"/>
                  </a:lnTo>
                  <a:lnTo>
                    <a:pt x="5845452" y="3084653"/>
                  </a:lnTo>
                  <a:lnTo>
                    <a:pt x="5816434" y="3186773"/>
                  </a:lnTo>
                  <a:lnTo>
                    <a:pt x="5787635" y="3285508"/>
                  </a:lnTo>
                  <a:lnTo>
                    <a:pt x="5759045" y="3380602"/>
                  </a:lnTo>
                  <a:lnTo>
                    <a:pt x="5730642" y="3471852"/>
                  </a:lnTo>
                  <a:lnTo>
                    <a:pt x="5702390" y="3559114"/>
                  </a:lnTo>
                  <a:lnTo>
                    <a:pt x="5674239" y="3642293"/>
                  </a:lnTo>
                  <a:lnTo>
                    <a:pt x="5646124" y="3721348"/>
                  </a:lnTo>
                  <a:lnTo>
                    <a:pt x="5617960" y="3796284"/>
                  </a:lnTo>
                  <a:lnTo>
                    <a:pt x="5589646" y="3867149"/>
                  </a:lnTo>
                  <a:lnTo>
                    <a:pt x="5567201" y="3920064"/>
                  </a:lnTo>
                  <a:lnTo>
                    <a:pt x="5525049" y="4011462"/>
                  </a:lnTo>
                  <a:lnTo>
                    <a:pt x="5481647" y="4094521"/>
                  </a:lnTo>
                  <a:lnTo>
                    <a:pt x="5436443" y="4169580"/>
                  </a:lnTo>
                  <a:lnTo>
                    <a:pt x="5388818" y="4237259"/>
                  </a:lnTo>
                  <a:lnTo>
                    <a:pt x="5338128" y="4298289"/>
                  </a:lnTo>
                  <a:lnTo>
                    <a:pt x="5283748" y="4353405"/>
                  </a:lnTo>
                  <a:lnTo>
                    <a:pt x="5225125" y="4403282"/>
                  </a:lnTo>
                  <a:lnTo>
                    <a:pt x="5161840" y="4448501"/>
                  </a:lnTo>
                  <a:lnTo>
                    <a:pt x="5093698" y="4489527"/>
                  </a:lnTo>
                  <a:lnTo>
                    <a:pt x="5020833" y="4526698"/>
                  </a:lnTo>
                  <a:lnTo>
                    <a:pt x="4943829" y="4560223"/>
                  </a:lnTo>
                  <a:lnTo>
                    <a:pt x="4863842" y="4590192"/>
                  </a:lnTo>
                  <a:lnTo>
                    <a:pt x="4782674" y="4616594"/>
                  </a:lnTo>
                  <a:lnTo>
                    <a:pt x="4702764" y="4639362"/>
                  </a:lnTo>
                  <a:lnTo>
                    <a:pt x="4627039" y="4658418"/>
                  </a:lnTo>
                  <a:lnTo>
                    <a:pt x="4558604" y="4673745"/>
                  </a:lnTo>
                  <a:lnTo>
                    <a:pt x="4500286" y="4685448"/>
                  </a:lnTo>
                  <a:lnTo>
                    <a:pt x="4454136" y="4693792"/>
                  </a:lnTo>
                  <a:lnTo>
                    <a:pt x="4421005" y="4699214"/>
                  </a:lnTo>
                  <a:lnTo>
                    <a:pt x="4400318" y="4702290"/>
                  </a:lnTo>
                  <a:lnTo>
                    <a:pt x="4390074" y="4703678"/>
                  </a:lnTo>
                  <a:lnTo>
                    <a:pt x="4387013" y="4704059"/>
                  </a:lnTo>
                  <a:lnTo>
                    <a:pt x="4386855" y="4704077"/>
                  </a:lnTo>
                  <a:lnTo>
                    <a:pt x="3848118" y="4704077"/>
                  </a:lnTo>
                  <a:lnTo>
                    <a:pt x="3846817" y="4704069"/>
                  </a:lnTo>
                  <a:lnTo>
                    <a:pt x="3838324" y="4704015"/>
                  </a:lnTo>
                  <a:lnTo>
                    <a:pt x="3817153" y="4703865"/>
                  </a:lnTo>
                  <a:lnTo>
                    <a:pt x="3779909" y="4703569"/>
                  </a:lnTo>
                  <a:lnTo>
                    <a:pt x="3725616" y="4703087"/>
                  </a:lnTo>
                  <a:lnTo>
                    <a:pt x="3655735" y="4702387"/>
                  </a:lnTo>
                  <a:lnTo>
                    <a:pt x="3573677" y="4701452"/>
                  </a:lnTo>
                  <a:lnTo>
                    <a:pt x="3483922" y="4700279"/>
                  </a:lnTo>
                  <a:lnTo>
                    <a:pt x="3391051" y="4698872"/>
                  </a:lnTo>
                  <a:lnTo>
                    <a:pt x="3298997" y="4697237"/>
                  </a:lnTo>
                  <a:lnTo>
                    <a:pt x="3210644" y="4695374"/>
                  </a:lnTo>
                  <a:lnTo>
                    <a:pt x="3127758" y="4693278"/>
                  </a:lnTo>
                  <a:lnTo>
                    <a:pt x="3051138" y="4690932"/>
                  </a:lnTo>
                  <a:lnTo>
                    <a:pt x="2980843" y="4688309"/>
                  </a:lnTo>
                  <a:lnTo>
                    <a:pt x="2916429" y="4685370"/>
                  </a:lnTo>
                  <a:lnTo>
                    <a:pt x="2857141" y="4682071"/>
                  </a:lnTo>
                  <a:lnTo>
                    <a:pt x="2802067" y="4678357"/>
                  </a:lnTo>
                  <a:lnTo>
                    <a:pt x="2750238" y="4674176"/>
                  </a:lnTo>
                  <a:lnTo>
                    <a:pt x="2700724" y="4669482"/>
                  </a:lnTo>
                  <a:lnTo>
                    <a:pt x="2667772" y="4665965"/>
                  </a:lnTo>
                  <a:lnTo>
                    <a:pt x="2615310" y="4659734"/>
                  </a:lnTo>
                  <a:lnTo>
                    <a:pt x="2563351" y="4652829"/>
                  </a:lnTo>
                  <a:lnTo>
                    <a:pt x="2511308" y="4645241"/>
                  </a:lnTo>
                  <a:lnTo>
                    <a:pt x="2458796" y="4636989"/>
                  </a:lnTo>
                  <a:lnTo>
                    <a:pt x="2405604" y="4628121"/>
                  </a:lnTo>
                  <a:lnTo>
                    <a:pt x="2351674" y="4618716"/>
                  </a:lnTo>
                  <a:lnTo>
                    <a:pt x="2297076" y="4608882"/>
                  </a:lnTo>
                  <a:lnTo>
                    <a:pt x="2241984" y="4598753"/>
                  </a:lnTo>
                  <a:lnTo>
                    <a:pt x="2186647" y="4588482"/>
                  </a:lnTo>
                  <a:lnTo>
                    <a:pt x="2131344" y="4578231"/>
                  </a:lnTo>
                  <a:lnTo>
                    <a:pt x="2076353" y="4568161"/>
                  </a:lnTo>
                  <a:lnTo>
                    <a:pt x="2021906" y="4558420"/>
                  </a:lnTo>
                  <a:lnTo>
                    <a:pt x="1968154" y="4549137"/>
                  </a:lnTo>
                  <a:lnTo>
                    <a:pt x="1915140" y="4540414"/>
                  </a:lnTo>
                  <a:lnTo>
                    <a:pt x="1862769" y="4532322"/>
                  </a:lnTo>
                  <a:lnTo>
                    <a:pt x="1810789" y="4524901"/>
                  </a:lnTo>
                  <a:lnTo>
                    <a:pt x="1758769" y="4518162"/>
                  </a:lnTo>
                  <a:lnTo>
                    <a:pt x="1719082" y="4513518"/>
                  </a:lnTo>
                  <a:lnTo>
                    <a:pt x="1670675" y="4508460"/>
                  </a:lnTo>
                  <a:lnTo>
                    <a:pt x="1620524" y="4503932"/>
                  </a:lnTo>
                  <a:lnTo>
                    <a:pt x="1567773" y="4499904"/>
                  </a:lnTo>
                  <a:lnTo>
                    <a:pt x="1511471" y="4496327"/>
                  </a:lnTo>
                  <a:lnTo>
                    <a:pt x="1450657" y="4493148"/>
                  </a:lnTo>
                  <a:lnTo>
                    <a:pt x="1384453" y="4490314"/>
                  </a:lnTo>
                  <a:lnTo>
                    <a:pt x="1312187" y="4487782"/>
                  </a:lnTo>
                  <a:lnTo>
                    <a:pt x="1233550" y="4485517"/>
                  </a:lnTo>
                  <a:lnTo>
                    <a:pt x="1148808" y="4483496"/>
                  </a:lnTo>
                  <a:lnTo>
                    <a:pt x="1059042" y="4481705"/>
                  </a:lnTo>
                  <a:lnTo>
                    <a:pt x="966364" y="4480141"/>
                  </a:lnTo>
                  <a:lnTo>
                    <a:pt x="874012" y="4478808"/>
                  </a:lnTo>
                  <a:lnTo>
                    <a:pt x="786181" y="4477710"/>
                  </a:lnTo>
                  <a:lnTo>
                    <a:pt x="707519" y="4476851"/>
                  </a:lnTo>
                  <a:lnTo>
                    <a:pt x="642275" y="4476222"/>
                  </a:lnTo>
                  <a:lnTo>
                    <a:pt x="593324" y="4475803"/>
                  </a:lnTo>
                  <a:lnTo>
                    <a:pt x="561386" y="4475558"/>
                  </a:lnTo>
                  <a:lnTo>
                    <a:pt x="544697" y="4475443"/>
                  </a:lnTo>
                  <a:lnTo>
                    <a:pt x="539161" y="4475409"/>
                  </a:lnTo>
                  <a:lnTo>
                    <a:pt x="538736" y="4475407"/>
                  </a:lnTo>
                  <a:lnTo>
                    <a:pt x="0" y="4475407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37" name="pl1737"/>
            <p:cNvSpPr/>
            <p:nvPr/>
          </p:nvSpPr>
          <p:spPr>
            <a:xfrm>
              <a:off x="546595" y="935571"/>
              <a:ext cx="8234974" cy="4704077"/>
            </a:xfrm>
            <a:custGeom>
              <a:avLst/>
              <a:pathLst>
                <a:path w="8234974" h="4704077">
                  <a:moveTo>
                    <a:pt x="0" y="4475407"/>
                  </a:moveTo>
                  <a:lnTo>
                    <a:pt x="538736" y="4475407"/>
                  </a:lnTo>
                  <a:lnTo>
                    <a:pt x="540038" y="4475414"/>
                  </a:lnTo>
                  <a:lnTo>
                    <a:pt x="548531" y="4475469"/>
                  </a:lnTo>
                  <a:lnTo>
                    <a:pt x="569701" y="4475619"/>
                  </a:lnTo>
                  <a:lnTo>
                    <a:pt x="606946" y="4475914"/>
                  </a:lnTo>
                  <a:lnTo>
                    <a:pt x="661239" y="4476397"/>
                  </a:lnTo>
                  <a:lnTo>
                    <a:pt x="731120" y="4477097"/>
                  </a:lnTo>
                  <a:lnTo>
                    <a:pt x="813178" y="4478031"/>
                  </a:lnTo>
                  <a:lnTo>
                    <a:pt x="902933" y="4479204"/>
                  </a:lnTo>
                  <a:lnTo>
                    <a:pt x="995803" y="4480611"/>
                  </a:lnTo>
                  <a:lnTo>
                    <a:pt x="1087857" y="4482247"/>
                  </a:lnTo>
                  <a:lnTo>
                    <a:pt x="1176211" y="4484109"/>
                  </a:lnTo>
                  <a:lnTo>
                    <a:pt x="1259097" y="4486206"/>
                  </a:lnTo>
                  <a:lnTo>
                    <a:pt x="1335716" y="4488552"/>
                  </a:lnTo>
                  <a:lnTo>
                    <a:pt x="1406011" y="4491175"/>
                  </a:lnTo>
                  <a:lnTo>
                    <a:pt x="1470426" y="4494113"/>
                  </a:lnTo>
                  <a:lnTo>
                    <a:pt x="1529713" y="4497413"/>
                  </a:lnTo>
                  <a:lnTo>
                    <a:pt x="1584788" y="4501126"/>
                  </a:lnTo>
                  <a:lnTo>
                    <a:pt x="1636616" y="4505307"/>
                  </a:lnTo>
                  <a:lnTo>
                    <a:pt x="1686131" y="4510001"/>
                  </a:lnTo>
                  <a:lnTo>
                    <a:pt x="1719082" y="4513518"/>
                  </a:lnTo>
                  <a:lnTo>
                    <a:pt x="1771544" y="4519750"/>
                  </a:lnTo>
                  <a:lnTo>
                    <a:pt x="1823504" y="4526655"/>
                  </a:lnTo>
                  <a:lnTo>
                    <a:pt x="1875547" y="4534243"/>
                  </a:lnTo>
                  <a:lnTo>
                    <a:pt x="1928059" y="4542494"/>
                  </a:lnTo>
                  <a:lnTo>
                    <a:pt x="1981251" y="4551362"/>
                  </a:lnTo>
                  <a:lnTo>
                    <a:pt x="2035181" y="4560768"/>
                  </a:lnTo>
                  <a:lnTo>
                    <a:pt x="2089779" y="4570602"/>
                  </a:lnTo>
                  <a:lnTo>
                    <a:pt x="2144870" y="4580731"/>
                  </a:lnTo>
                  <a:lnTo>
                    <a:pt x="2200208" y="4591002"/>
                  </a:lnTo>
                  <a:lnTo>
                    <a:pt x="2255511" y="4601253"/>
                  </a:lnTo>
                  <a:lnTo>
                    <a:pt x="2310502" y="4611323"/>
                  </a:lnTo>
                  <a:lnTo>
                    <a:pt x="2364949" y="4621064"/>
                  </a:lnTo>
                  <a:lnTo>
                    <a:pt x="2418700" y="4630346"/>
                  </a:lnTo>
                  <a:lnTo>
                    <a:pt x="2471714" y="4639070"/>
                  </a:lnTo>
                  <a:lnTo>
                    <a:pt x="2524086" y="4647162"/>
                  </a:lnTo>
                  <a:lnTo>
                    <a:pt x="2576066" y="4654583"/>
                  </a:lnTo>
                  <a:lnTo>
                    <a:pt x="2628086" y="4661322"/>
                  </a:lnTo>
                  <a:lnTo>
                    <a:pt x="2667772" y="4665965"/>
                  </a:lnTo>
                  <a:lnTo>
                    <a:pt x="2716179" y="4671024"/>
                  </a:lnTo>
                  <a:lnTo>
                    <a:pt x="2766330" y="4675552"/>
                  </a:lnTo>
                  <a:lnTo>
                    <a:pt x="2819081" y="4679580"/>
                  </a:lnTo>
                  <a:lnTo>
                    <a:pt x="2875384" y="4683156"/>
                  </a:lnTo>
                  <a:lnTo>
                    <a:pt x="2936198" y="4686336"/>
                  </a:lnTo>
                  <a:lnTo>
                    <a:pt x="3002401" y="4689170"/>
                  </a:lnTo>
                  <a:lnTo>
                    <a:pt x="3074667" y="4691702"/>
                  </a:lnTo>
                  <a:lnTo>
                    <a:pt x="3153304" y="4693967"/>
                  </a:lnTo>
                  <a:lnTo>
                    <a:pt x="3238047" y="4695988"/>
                  </a:lnTo>
                  <a:lnTo>
                    <a:pt x="3327813" y="4697778"/>
                  </a:lnTo>
                  <a:lnTo>
                    <a:pt x="3420490" y="4699342"/>
                  </a:lnTo>
                  <a:lnTo>
                    <a:pt x="3512843" y="4700676"/>
                  </a:lnTo>
                  <a:lnTo>
                    <a:pt x="3600673" y="4701773"/>
                  </a:lnTo>
                  <a:lnTo>
                    <a:pt x="3679335" y="4702633"/>
                  </a:lnTo>
                  <a:lnTo>
                    <a:pt x="3744579" y="4703262"/>
                  </a:lnTo>
                  <a:lnTo>
                    <a:pt x="3793530" y="4703681"/>
                  </a:lnTo>
                  <a:lnTo>
                    <a:pt x="3825468" y="4703925"/>
                  </a:lnTo>
                  <a:lnTo>
                    <a:pt x="3842157" y="4704040"/>
                  </a:lnTo>
                  <a:lnTo>
                    <a:pt x="3847694" y="4704075"/>
                  </a:lnTo>
                  <a:lnTo>
                    <a:pt x="3848118" y="4704077"/>
                  </a:lnTo>
                  <a:lnTo>
                    <a:pt x="4386855" y="4704077"/>
                  </a:lnTo>
                  <a:lnTo>
                    <a:pt x="4387726" y="4703973"/>
                  </a:lnTo>
                  <a:lnTo>
                    <a:pt x="4393464" y="4703233"/>
                  </a:lnTo>
                  <a:lnTo>
                    <a:pt x="4407956" y="4701188"/>
                  </a:lnTo>
                  <a:lnTo>
                    <a:pt x="4433935" y="4697161"/>
                  </a:lnTo>
                  <a:lnTo>
                    <a:pt x="4472792" y="4690521"/>
                  </a:lnTo>
                  <a:lnTo>
                    <a:pt x="4524461" y="4680749"/>
                  </a:lnTo>
                  <a:lnTo>
                    <a:pt x="4587526" y="4667479"/>
                  </a:lnTo>
                  <a:lnTo>
                    <a:pt x="4659534" y="4650521"/>
                  </a:lnTo>
                  <a:lnTo>
                    <a:pt x="4737475" y="4629830"/>
                  </a:lnTo>
                  <a:lnTo>
                    <a:pt x="4818274" y="4605458"/>
                  </a:lnTo>
                  <a:lnTo>
                    <a:pt x="4899189" y="4577485"/>
                  </a:lnTo>
                  <a:lnTo>
                    <a:pt x="4978050" y="4545961"/>
                  </a:lnTo>
                  <a:lnTo>
                    <a:pt x="5053345" y="4510855"/>
                  </a:lnTo>
                  <a:lnTo>
                    <a:pt x="5124181" y="4472026"/>
                  </a:lnTo>
                  <a:lnTo>
                    <a:pt x="5190187" y="4429211"/>
                  </a:lnTo>
                  <a:lnTo>
                    <a:pt x="5251388" y="4382013"/>
                  </a:lnTo>
                  <a:lnTo>
                    <a:pt x="5308089" y="4329916"/>
                  </a:lnTo>
                  <a:lnTo>
                    <a:pt x="5360777" y="4272295"/>
                  </a:lnTo>
                  <a:lnTo>
                    <a:pt x="5410044" y="4208440"/>
                  </a:lnTo>
                  <a:lnTo>
                    <a:pt x="5456528" y="4137611"/>
                  </a:lnTo>
                  <a:lnTo>
                    <a:pt x="5500869" y="4059108"/>
                  </a:lnTo>
                  <a:lnTo>
                    <a:pt x="5543661" y="3972409"/>
                  </a:lnTo>
                  <a:lnTo>
                    <a:pt x="5567201" y="3920064"/>
                  </a:lnTo>
                  <a:lnTo>
                    <a:pt x="5595718" y="3852338"/>
                  </a:lnTo>
                  <a:lnTo>
                    <a:pt x="5623990" y="3780608"/>
                  </a:lnTo>
                  <a:lnTo>
                    <a:pt x="5652135" y="3704794"/>
                  </a:lnTo>
                  <a:lnTo>
                    <a:pt x="5680252" y="3624856"/>
                  </a:lnTo>
                  <a:lnTo>
                    <a:pt x="5708419" y="3540799"/>
                  </a:lnTo>
                  <a:lnTo>
                    <a:pt x="5736699" y="3452676"/>
                  </a:lnTo>
                  <a:lnTo>
                    <a:pt x="5765140" y="3360590"/>
                  </a:lnTo>
                  <a:lnTo>
                    <a:pt x="5793774" y="3264699"/>
                  </a:lnTo>
                  <a:lnTo>
                    <a:pt x="5822619" y="3165216"/>
                  </a:lnTo>
                  <a:lnTo>
                    <a:pt x="5851684" y="3062411"/>
                  </a:lnTo>
                  <a:lnTo>
                    <a:pt x="5880963" y="2956604"/>
                  </a:lnTo>
                  <a:lnTo>
                    <a:pt x="5910442" y="2848169"/>
                  </a:lnTo>
                  <a:lnTo>
                    <a:pt x="5940095" y="2737526"/>
                  </a:lnTo>
                  <a:lnTo>
                    <a:pt x="5969892" y="2625133"/>
                  </a:lnTo>
                  <a:lnTo>
                    <a:pt x="5999794" y="2511484"/>
                  </a:lnTo>
                  <a:lnTo>
                    <a:pt x="6029759" y="2397093"/>
                  </a:lnTo>
                  <a:lnTo>
                    <a:pt x="6059742" y="2282493"/>
                  </a:lnTo>
                  <a:lnTo>
                    <a:pt x="6089698" y="2168217"/>
                  </a:lnTo>
                  <a:lnTo>
                    <a:pt x="6119581" y="2054793"/>
                  </a:lnTo>
                  <a:lnTo>
                    <a:pt x="6149350" y="1942734"/>
                  </a:lnTo>
                  <a:lnTo>
                    <a:pt x="6178968" y="1832525"/>
                  </a:lnTo>
                  <a:lnTo>
                    <a:pt x="6208406" y="1724619"/>
                  </a:lnTo>
                  <a:lnTo>
                    <a:pt x="6237640" y="1619424"/>
                  </a:lnTo>
                  <a:lnTo>
                    <a:pt x="6266658" y="1517303"/>
                  </a:lnTo>
                  <a:lnTo>
                    <a:pt x="6295457" y="1418568"/>
                  </a:lnTo>
                  <a:lnTo>
                    <a:pt x="6324048" y="1323475"/>
                  </a:lnTo>
                  <a:lnTo>
                    <a:pt x="6352451" y="1232224"/>
                  </a:lnTo>
                  <a:lnTo>
                    <a:pt x="6380703" y="1144963"/>
                  </a:lnTo>
                  <a:lnTo>
                    <a:pt x="6408853" y="1061784"/>
                  </a:lnTo>
                  <a:lnTo>
                    <a:pt x="6436969" y="982729"/>
                  </a:lnTo>
                  <a:lnTo>
                    <a:pt x="6465133" y="907793"/>
                  </a:lnTo>
                  <a:lnTo>
                    <a:pt x="6493446" y="836927"/>
                  </a:lnTo>
                  <a:lnTo>
                    <a:pt x="6515891" y="784012"/>
                  </a:lnTo>
                  <a:lnTo>
                    <a:pt x="6558043" y="692614"/>
                  </a:lnTo>
                  <a:lnTo>
                    <a:pt x="6601446" y="609556"/>
                  </a:lnTo>
                  <a:lnTo>
                    <a:pt x="6646649" y="534497"/>
                  </a:lnTo>
                  <a:lnTo>
                    <a:pt x="6694274" y="466817"/>
                  </a:lnTo>
                  <a:lnTo>
                    <a:pt x="6744964" y="405787"/>
                  </a:lnTo>
                  <a:lnTo>
                    <a:pt x="6799344" y="350672"/>
                  </a:lnTo>
                  <a:lnTo>
                    <a:pt x="6857967" y="300795"/>
                  </a:lnTo>
                  <a:lnTo>
                    <a:pt x="6921252" y="255575"/>
                  </a:lnTo>
                  <a:lnTo>
                    <a:pt x="6989394" y="214549"/>
                  </a:lnTo>
                  <a:lnTo>
                    <a:pt x="7062260" y="177378"/>
                  </a:lnTo>
                  <a:lnTo>
                    <a:pt x="7139264" y="143853"/>
                  </a:lnTo>
                  <a:lnTo>
                    <a:pt x="7219250" y="113885"/>
                  </a:lnTo>
                  <a:lnTo>
                    <a:pt x="7300418" y="87482"/>
                  </a:lnTo>
                  <a:lnTo>
                    <a:pt x="7380329" y="64715"/>
                  </a:lnTo>
                  <a:lnTo>
                    <a:pt x="7456054" y="45659"/>
                  </a:lnTo>
                  <a:lnTo>
                    <a:pt x="7524489" y="30331"/>
                  </a:lnTo>
                  <a:lnTo>
                    <a:pt x="7582807" y="18629"/>
                  </a:lnTo>
                  <a:lnTo>
                    <a:pt x="7628956" y="10285"/>
                  </a:lnTo>
                  <a:lnTo>
                    <a:pt x="7662087" y="4863"/>
                  </a:lnTo>
                  <a:lnTo>
                    <a:pt x="7682774" y="1787"/>
                  </a:lnTo>
                  <a:lnTo>
                    <a:pt x="7693018" y="398"/>
                  </a:lnTo>
                  <a:lnTo>
                    <a:pt x="7696079" y="1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8" name="pl1738"/>
            <p:cNvSpPr/>
            <p:nvPr/>
          </p:nvSpPr>
          <p:spPr>
            <a:xfrm>
              <a:off x="546595" y="930126"/>
              <a:ext cx="8234974" cy="4704077"/>
            </a:xfrm>
            <a:custGeom>
              <a:avLst/>
              <a:pathLst>
                <a:path w="8234974" h="4704077">
                  <a:moveTo>
                    <a:pt x="8234974" y="0"/>
                  </a:moveTo>
                  <a:lnTo>
                    <a:pt x="7696237" y="0"/>
                  </a:lnTo>
                  <a:lnTo>
                    <a:pt x="7695366" y="103"/>
                  </a:lnTo>
                  <a:lnTo>
                    <a:pt x="7689629" y="843"/>
                  </a:lnTo>
                  <a:lnTo>
                    <a:pt x="7675137" y="2888"/>
                  </a:lnTo>
                  <a:lnTo>
                    <a:pt x="7649157" y="6915"/>
                  </a:lnTo>
                  <a:lnTo>
                    <a:pt x="7610301" y="13555"/>
                  </a:lnTo>
                  <a:lnTo>
                    <a:pt x="7558631" y="23328"/>
                  </a:lnTo>
                  <a:lnTo>
                    <a:pt x="7495567" y="36598"/>
                  </a:lnTo>
                  <a:lnTo>
                    <a:pt x="7423558" y="53556"/>
                  </a:lnTo>
                  <a:lnTo>
                    <a:pt x="7345617" y="74247"/>
                  </a:lnTo>
                  <a:lnTo>
                    <a:pt x="7264818" y="98619"/>
                  </a:lnTo>
                  <a:lnTo>
                    <a:pt x="7183904" y="126591"/>
                  </a:lnTo>
                  <a:lnTo>
                    <a:pt x="7105043" y="158116"/>
                  </a:lnTo>
                  <a:lnTo>
                    <a:pt x="7029748" y="193222"/>
                  </a:lnTo>
                  <a:lnTo>
                    <a:pt x="6958911" y="232050"/>
                  </a:lnTo>
                  <a:lnTo>
                    <a:pt x="6892905" y="274866"/>
                  </a:lnTo>
                  <a:lnTo>
                    <a:pt x="6831704" y="322064"/>
                  </a:lnTo>
                  <a:lnTo>
                    <a:pt x="6775003" y="374160"/>
                  </a:lnTo>
                  <a:lnTo>
                    <a:pt x="6722315" y="431782"/>
                  </a:lnTo>
                  <a:lnTo>
                    <a:pt x="6673048" y="495636"/>
                  </a:lnTo>
                  <a:lnTo>
                    <a:pt x="6626564" y="566466"/>
                  </a:lnTo>
                  <a:lnTo>
                    <a:pt x="6582224" y="644968"/>
                  </a:lnTo>
                  <a:lnTo>
                    <a:pt x="6539432" y="731667"/>
                  </a:lnTo>
                  <a:lnTo>
                    <a:pt x="6515891" y="784012"/>
                  </a:lnTo>
                  <a:lnTo>
                    <a:pt x="6487375" y="851739"/>
                  </a:lnTo>
                  <a:lnTo>
                    <a:pt x="6459103" y="923469"/>
                  </a:lnTo>
                  <a:lnTo>
                    <a:pt x="6430957" y="999282"/>
                  </a:lnTo>
                  <a:lnTo>
                    <a:pt x="6402841" y="1079220"/>
                  </a:lnTo>
                  <a:lnTo>
                    <a:pt x="6374673" y="1163277"/>
                  </a:lnTo>
                  <a:lnTo>
                    <a:pt x="6346393" y="1251401"/>
                  </a:lnTo>
                  <a:lnTo>
                    <a:pt x="6317952" y="1343487"/>
                  </a:lnTo>
                  <a:lnTo>
                    <a:pt x="6289319" y="1439378"/>
                  </a:lnTo>
                  <a:lnTo>
                    <a:pt x="6260473" y="1538860"/>
                  </a:lnTo>
                  <a:lnTo>
                    <a:pt x="6231408" y="1641666"/>
                  </a:lnTo>
                  <a:lnTo>
                    <a:pt x="6202129" y="1747472"/>
                  </a:lnTo>
                  <a:lnTo>
                    <a:pt x="6172651" y="1855907"/>
                  </a:lnTo>
                  <a:lnTo>
                    <a:pt x="6142997" y="1966551"/>
                  </a:lnTo>
                  <a:lnTo>
                    <a:pt x="6113200" y="2078943"/>
                  </a:lnTo>
                  <a:lnTo>
                    <a:pt x="6083298" y="2192593"/>
                  </a:lnTo>
                  <a:lnTo>
                    <a:pt x="6053333" y="2306983"/>
                  </a:lnTo>
                  <a:lnTo>
                    <a:pt x="6023350" y="2421584"/>
                  </a:lnTo>
                  <a:lnTo>
                    <a:pt x="5993395" y="2535860"/>
                  </a:lnTo>
                  <a:lnTo>
                    <a:pt x="5963512" y="2649283"/>
                  </a:lnTo>
                  <a:lnTo>
                    <a:pt x="5933743" y="2761342"/>
                  </a:lnTo>
                  <a:lnTo>
                    <a:pt x="5904124" y="2871551"/>
                  </a:lnTo>
                  <a:lnTo>
                    <a:pt x="5874687" y="2979458"/>
                  </a:lnTo>
                  <a:lnTo>
                    <a:pt x="5845452" y="3084653"/>
                  </a:lnTo>
                  <a:lnTo>
                    <a:pt x="5816434" y="3186773"/>
                  </a:lnTo>
                  <a:lnTo>
                    <a:pt x="5787635" y="3285508"/>
                  </a:lnTo>
                  <a:lnTo>
                    <a:pt x="5759045" y="3380602"/>
                  </a:lnTo>
                  <a:lnTo>
                    <a:pt x="5730642" y="3471852"/>
                  </a:lnTo>
                  <a:lnTo>
                    <a:pt x="5702390" y="3559114"/>
                  </a:lnTo>
                  <a:lnTo>
                    <a:pt x="5674239" y="3642293"/>
                  </a:lnTo>
                  <a:lnTo>
                    <a:pt x="5646124" y="3721348"/>
                  </a:lnTo>
                  <a:lnTo>
                    <a:pt x="5617960" y="3796284"/>
                  </a:lnTo>
                  <a:lnTo>
                    <a:pt x="5589646" y="3867149"/>
                  </a:lnTo>
                  <a:lnTo>
                    <a:pt x="5567201" y="3920064"/>
                  </a:lnTo>
                  <a:lnTo>
                    <a:pt x="5525049" y="4011462"/>
                  </a:lnTo>
                  <a:lnTo>
                    <a:pt x="5481647" y="4094521"/>
                  </a:lnTo>
                  <a:lnTo>
                    <a:pt x="5436443" y="4169580"/>
                  </a:lnTo>
                  <a:lnTo>
                    <a:pt x="5388818" y="4237259"/>
                  </a:lnTo>
                  <a:lnTo>
                    <a:pt x="5338128" y="4298289"/>
                  </a:lnTo>
                  <a:lnTo>
                    <a:pt x="5283748" y="4353405"/>
                  </a:lnTo>
                  <a:lnTo>
                    <a:pt x="5225125" y="4403282"/>
                  </a:lnTo>
                  <a:lnTo>
                    <a:pt x="5161840" y="4448501"/>
                  </a:lnTo>
                  <a:lnTo>
                    <a:pt x="5093698" y="4489527"/>
                  </a:lnTo>
                  <a:lnTo>
                    <a:pt x="5020833" y="4526698"/>
                  </a:lnTo>
                  <a:lnTo>
                    <a:pt x="4943829" y="4560223"/>
                  </a:lnTo>
                  <a:lnTo>
                    <a:pt x="4863842" y="4590192"/>
                  </a:lnTo>
                  <a:lnTo>
                    <a:pt x="4782674" y="4616594"/>
                  </a:lnTo>
                  <a:lnTo>
                    <a:pt x="4702764" y="4639362"/>
                  </a:lnTo>
                  <a:lnTo>
                    <a:pt x="4627039" y="4658418"/>
                  </a:lnTo>
                  <a:lnTo>
                    <a:pt x="4558604" y="4673745"/>
                  </a:lnTo>
                  <a:lnTo>
                    <a:pt x="4500286" y="4685448"/>
                  </a:lnTo>
                  <a:lnTo>
                    <a:pt x="4454136" y="4693792"/>
                  </a:lnTo>
                  <a:lnTo>
                    <a:pt x="4421005" y="4699214"/>
                  </a:lnTo>
                  <a:lnTo>
                    <a:pt x="4400318" y="4702290"/>
                  </a:lnTo>
                  <a:lnTo>
                    <a:pt x="4390074" y="4703678"/>
                  </a:lnTo>
                  <a:lnTo>
                    <a:pt x="4387013" y="4704059"/>
                  </a:lnTo>
                  <a:lnTo>
                    <a:pt x="4386855" y="4704077"/>
                  </a:lnTo>
                  <a:lnTo>
                    <a:pt x="3848118" y="4704077"/>
                  </a:lnTo>
                  <a:lnTo>
                    <a:pt x="3846817" y="4704069"/>
                  </a:lnTo>
                  <a:lnTo>
                    <a:pt x="3838324" y="4704015"/>
                  </a:lnTo>
                  <a:lnTo>
                    <a:pt x="3817153" y="4703865"/>
                  </a:lnTo>
                  <a:lnTo>
                    <a:pt x="3779909" y="4703569"/>
                  </a:lnTo>
                  <a:lnTo>
                    <a:pt x="3725616" y="4703087"/>
                  </a:lnTo>
                  <a:lnTo>
                    <a:pt x="3655735" y="4702387"/>
                  </a:lnTo>
                  <a:lnTo>
                    <a:pt x="3573677" y="4701452"/>
                  </a:lnTo>
                  <a:lnTo>
                    <a:pt x="3483922" y="4700279"/>
                  </a:lnTo>
                  <a:lnTo>
                    <a:pt x="3391051" y="4698872"/>
                  </a:lnTo>
                  <a:lnTo>
                    <a:pt x="3298997" y="4697237"/>
                  </a:lnTo>
                  <a:lnTo>
                    <a:pt x="3210644" y="4695374"/>
                  </a:lnTo>
                  <a:lnTo>
                    <a:pt x="3127758" y="4693278"/>
                  </a:lnTo>
                  <a:lnTo>
                    <a:pt x="3051138" y="4690932"/>
                  </a:lnTo>
                  <a:lnTo>
                    <a:pt x="2980843" y="4688309"/>
                  </a:lnTo>
                  <a:lnTo>
                    <a:pt x="2916429" y="4685370"/>
                  </a:lnTo>
                  <a:lnTo>
                    <a:pt x="2857141" y="4682071"/>
                  </a:lnTo>
                  <a:lnTo>
                    <a:pt x="2802067" y="4678357"/>
                  </a:lnTo>
                  <a:lnTo>
                    <a:pt x="2750238" y="4674176"/>
                  </a:lnTo>
                  <a:lnTo>
                    <a:pt x="2700724" y="4669482"/>
                  </a:lnTo>
                  <a:lnTo>
                    <a:pt x="2667772" y="4665965"/>
                  </a:lnTo>
                  <a:lnTo>
                    <a:pt x="2615310" y="4659734"/>
                  </a:lnTo>
                  <a:lnTo>
                    <a:pt x="2563351" y="4652829"/>
                  </a:lnTo>
                  <a:lnTo>
                    <a:pt x="2511308" y="4645241"/>
                  </a:lnTo>
                  <a:lnTo>
                    <a:pt x="2458796" y="4636989"/>
                  </a:lnTo>
                  <a:lnTo>
                    <a:pt x="2405604" y="4628121"/>
                  </a:lnTo>
                  <a:lnTo>
                    <a:pt x="2351674" y="4618716"/>
                  </a:lnTo>
                  <a:lnTo>
                    <a:pt x="2297076" y="4608882"/>
                  </a:lnTo>
                  <a:lnTo>
                    <a:pt x="2241984" y="4598753"/>
                  </a:lnTo>
                  <a:lnTo>
                    <a:pt x="2186647" y="4588482"/>
                  </a:lnTo>
                  <a:lnTo>
                    <a:pt x="2131344" y="4578231"/>
                  </a:lnTo>
                  <a:lnTo>
                    <a:pt x="2076353" y="4568161"/>
                  </a:lnTo>
                  <a:lnTo>
                    <a:pt x="2021906" y="4558420"/>
                  </a:lnTo>
                  <a:lnTo>
                    <a:pt x="1968154" y="4549137"/>
                  </a:lnTo>
                  <a:lnTo>
                    <a:pt x="1915140" y="4540414"/>
                  </a:lnTo>
                  <a:lnTo>
                    <a:pt x="1862769" y="4532322"/>
                  </a:lnTo>
                  <a:lnTo>
                    <a:pt x="1810789" y="4524901"/>
                  </a:lnTo>
                  <a:lnTo>
                    <a:pt x="1758769" y="4518162"/>
                  </a:lnTo>
                  <a:lnTo>
                    <a:pt x="1719082" y="4513518"/>
                  </a:lnTo>
                  <a:lnTo>
                    <a:pt x="1670675" y="4508460"/>
                  </a:lnTo>
                  <a:lnTo>
                    <a:pt x="1620524" y="4503932"/>
                  </a:lnTo>
                  <a:lnTo>
                    <a:pt x="1567773" y="4499904"/>
                  </a:lnTo>
                  <a:lnTo>
                    <a:pt x="1511471" y="4496327"/>
                  </a:lnTo>
                  <a:lnTo>
                    <a:pt x="1450657" y="4493148"/>
                  </a:lnTo>
                  <a:lnTo>
                    <a:pt x="1384453" y="4490314"/>
                  </a:lnTo>
                  <a:lnTo>
                    <a:pt x="1312187" y="4487782"/>
                  </a:lnTo>
                  <a:lnTo>
                    <a:pt x="1233550" y="4485517"/>
                  </a:lnTo>
                  <a:lnTo>
                    <a:pt x="1148808" y="4483496"/>
                  </a:lnTo>
                  <a:lnTo>
                    <a:pt x="1059042" y="4481705"/>
                  </a:lnTo>
                  <a:lnTo>
                    <a:pt x="966364" y="4480141"/>
                  </a:lnTo>
                  <a:lnTo>
                    <a:pt x="874012" y="4478808"/>
                  </a:lnTo>
                  <a:lnTo>
                    <a:pt x="786181" y="4477710"/>
                  </a:lnTo>
                  <a:lnTo>
                    <a:pt x="707519" y="4476851"/>
                  </a:lnTo>
                  <a:lnTo>
                    <a:pt x="642275" y="4476222"/>
                  </a:lnTo>
                  <a:lnTo>
                    <a:pt x="593324" y="4475803"/>
                  </a:lnTo>
                  <a:lnTo>
                    <a:pt x="561386" y="4475558"/>
                  </a:lnTo>
                  <a:lnTo>
                    <a:pt x="544697" y="4475443"/>
                  </a:lnTo>
                  <a:lnTo>
                    <a:pt x="539161" y="4475409"/>
                  </a:lnTo>
                  <a:lnTo>
                    <a:pt x="538736" y="4475407"/>
                  </a:lnTo>
                  <a:lnTo>
                    <a:pt x="0" y="44754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9" name="pg1739"/>
            <p:cNvSpPr/>
            <p:nvPr/>
          </p:nvSpPr>
          <p:spPr>
            <a:xfrm>
              <a:off x="546595" y="3004494"/>
              <a:ext cx="8234974" cy="2509930"/>
            </a:xfrm>
            <a:custGeom>
              <a:avLst/>
              <a:pathLst>
                <a:path w="8234974" h="2509930">
                  <a:moveTo>
                    <a:pt x="0" y="2357483"/>
                  </a:moveTo>
                  <a:lnTo>
                    <a:pt x="538736" y="2357483"/>
                  </a:lnTo>
                  <a:lnTo>
                    <a:pt x="539943" y="2357410"/>
                  </a:lnTo>
                  <a:lnTo>
                    <a:pt x="547828" y="2356893"/>
                  </a:lnTo>
                  <a:lnTo>
                    <a:pt x="567538" y="2355462"/>
                  </a:lnTo>
                  <a:lnTo>
                    <a:pt x="602351" y="2352653"/>
                  </a:lnTo>
                  <a:lnTo>
                    <a:pt x="653377" y="2348053"/>
                  </a:lnTo>
                  <a:lnTo>
                    <a:pt x="719508" y="2341356"/>
                  </a:lnTo>
                  <a:lnTo>
                    <a:pt x="797792" y="2332385"/>
                  </a:lnTo>
                  <a:lnTo>
                    <a:pt x="884179" y="2321087"/>
                  </a:lnTo>
                  <a:lnTo>
                    <a:pt x="974381" y="2307490"/>
                  </a:lnTo>
                  <a:lnTo>
                    <a:pt x="1064581" y="2291649"/>
                  </a:lnTo>
                  <a:lnTo>
                    <a:pt x="1151862" y="2273593"/>
                  </a:lnTo>
                  <a:lnTo>
                    <a:pt x="1234316" y="2253284"/>
                  </a:lnTo>
                  <a:lnTo>
                    <a:pt x="1310964" y="2230595"/>
                  </a:lnTo>
                  <a:lnTo>
                    <a:pt x="1381560" y="2205299"/>
                  </a:lnTo>
                  <a:lnTo>
                    <a:pt x="1446377" y="2177072"/>
                  </a:lnTo>
                  <a:lnTo>
                    <a:pt x="1506026" y="2145499"/>
                  </a:lnTo>
                  <a:lnTo>
                    <a:pt x="1561308" y="2110098"/>
                  </a:lnTo>
                  <a:lnTo>
                    <a:pt x="1613109" y="2070352"/>
                  </a:lnTo>
                  <a:lnTo>
                    <a:pt x="1662315" y="2025783"/>
                  </a:lnTo>
                  <a:lnTo>
                    <a:pt x="1709738" y="1976061"/>
                  </a:lnTo>
                  <a:lnTo>
                    <a:pt x="1719082" y="1965476"/>
                  </a:lnTo>
                  <a:lnTo>
                    <a:pt x="1757149" y="1919750"/>
                  </a:lnTo>
                  <a:lnTo>
                    <a:pt x="1794852" y="1870419"/>
                  </a:lnTo>
                  <a:lnTo>
                    <a:pt x="1832449" y="1817412"/>
                  </a:lnTo>
                  <a:lnTo>
                    <a:pt x="1870135" y="1760726"/>
                  </a:lnTo>
                  <a:lnTo>
                    <a:pt x="1908053" y="1700435"/>
                  </a:lnTo>
                  <a:lnTo>
                    <a:pt x="1946300" y="1636697"/>
                  </a:lnTo>
                  <a:lnTo>
                    <a:pt x="1984925" y="1569756"/>
                  </a:lnTo>
                  <a:lnTo>
                    <a:pt x="2023939" y="1499946"/>
                  </a:lnTo>
                  <a:lnTo>
                    <a:pt x="2063318" y="1427683"/>
                  </a:lnTo>
                  <a:lnTo>
                    <a:pt x="2103008" y="1353462"/>
                  </a:lnTo>
                  <a:lnTo>
                    <a:pt x="2142930" y="1277839"/>
                  </a:lnTo>
                  <a:lnTo>
                    <a:pt x="2182986" y="1201419"/>
                  </a:lnTo>
                  <a:lnTo>
                    <a:pt x="2223071" y="1124832"/>
                  </a:lnTo>
                  <a:lnTo>
                    <a:pt x="2263075" y="1048717"/>
                  </a:lnTo>
                  <a:lnTo>
                    <a:pt x="2302897" y="973693"/>
                  </a:lnTo>
                  <a:lnTo>
                    <a:pt x="2342447" y="900344"/>
                  </a:lnTo>
                  <a:lnTo>
                    <a:pt x="2381656" y="829200"/>
                  </a:lnTo>
                  <a:lnTo>
                    <a:pt x="2420485" y="760717"/>
                  </a:lnTo>
                  <a:lnTo>
                    <a:pt x="2458925" y="695275"/>
                  </a:lnTo>
                  <a:lnTo>
                    <a:pt x="2497005" y="633163"/>
                  </a:lnTo>
                  <a:lnTo>
                    <a:pt x="2534798" y="574584"/>
                  </a:lnTo>
                  <a:lnTo>
                    <a:pt x="2572420" y="519657"/>
                  </a:lnTo>
                  <a:lnTo>
                    <a:pt x="2610039" y="468416"/>
                  </a:lnTo>
                  <a:lnTo>
                    <a:pt x="2647880" y="420825"/>
                  </a:lnTo>
                  <a:lnTo>
                    <a:pt x="2667772" y="397450"/>
                  </a:lnTo>
                  <a:lnTo>
                    <a:pt x="2714923" y="346683"/>
                  </a:lnTo>
                  <a:lnTo>
                    <a:pt x="2763711" y="301100"/>
                  </a:lnTo>
                  <a:lnTo>
                    <a:pt x="2814922" y="260424"/>
                  </a:lnTo>
                  <a:lnTo>
                    <a:pt x="2869435" y="224194"/>
                  </a:lnTo>
                  <a:lnTo>
                    <a:pt x="2928141" y="191896"/>
                  </a:lnTo>
                  <a:lnTo>
                    <a:pt x="2991867" y="163034"/>
                  </a:lnTo>
                  <a:lnTo>
                    <a:pt x="3061270" y="137180"/>
                  </a:lnTo>
                  <a:lnTo>
                    <a:pt x="3136706" y="113990"/>
                  </a:lnTo>
                  <a:lnTo>
                    <a:pt x="3218050" y="93218"/>
                  </a:lnTo>
                  <a:lnTo>
                    <a:pt x="3304484" y="74716"/>
                  </a:lnTo>
                  <a:lnTo>
                    <a:pt x="3394302" y="58431"/>
                  </a:lnTo>
                  <a:lnTo>
                    <a:pt x="3484783" y="44381"/>
                  </a:lnTo>
                  <a:lnTo>
                    <a:pt x="3572271" y="32618"/>
                  </a:lnTo>
                  <a:lnTo>
                    <a:pt x="3652523" y="23182"/>
                  </a:lnTo>
                  <a:lnTo>
                    <a:pt x="3721371" y="16039"/>
                  </a:lnTo>
                  <a:lnTo>
                    <a:pt x="3775578" y="11040"/>
                  </a:lnTo>
                  <a:lnTo>
                    <a:pt x="3813623" y="7903"/>
                  </a:lnTo>
                  <a:lnTo>
                    <a:pt x="3836161" y="6232"/>
                  </a:lnTo>
                  <a:lnTo>
                    <a:pt x="3846057" y="557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0" y="5520"/>
                  </a:lnTo>
                  <a:lnTo>
                    <a:pt x="4395861" y="6066"/>
                  </a:lnTo>
                  <a:lnTo>
                    <a:pt x="4415391" y="7574"/>
                  </a:lnTo>
                  <a:lnTo>
                    <a:pt x="4449905" y="10536"/>
                  </a:lnTo>
                  <a:lnTo>
                    <a:pt x="4500527" y="15387"/>
                  </a:lnTo>
                  <a:lnTo>
                    <a:pt x="4566189" y="22452"/>
                  </a:lnTo>
                  <a:lnTo>
                    <a:pt x="4643997" y="31920"/>
                  </a:lnTo>
                  <a:lnTo>
                    <a:pt x="4729953" y="43850"/>
                  </a:lnTo>
                  <a:lnTo>
                    <a:pt x="4819807" y="58213"/>
                  </a:lnTo>
                  <a:lnTo>
                    <a:pt x="4909760" y="74951"/>
                  </a:lnTo>
                  <a:lnTo>
                    <a:pt x="4996891" y="94032"/>
                  </a:lnTo>
                  <a:lnTo>
                    <a:pt x="5079280" y="115494"/>
                  </a:lnTo>
                  <a:lnTo>
                    <a:pt x="5155923" y="139466"/>
                  </a:lnTo>
                  <a:lnTo>
                    <a:pt x="5226552" y="166183"/>
                  </a:lnTo>
                  <a:lnTo>
                    <a:pt x="5291419" y="195982"/>
                  </a:lnTo>
                  <a:lnTo>
                    <a:pt x="5351116" y="229297"/>
                  </a:lnTo>
                  <a:lnTo>
                    <a:pt x="5406430" y="266634"/>
                  </a:lnTo>
                  <a:lnTo>
                    <a:pt x="5458235" y="308535"/>
                  </a:lnTo>
                  <a:lnTo>
                    <a:pt x="5507412" y="355512"/>
                  </a:lnTo>
                  <a:lnTo>
                    <a:pt x="5554771" y="407926"/>
                  </a:lnTo>
                  <a:lnTo>
                    <a:pt x="5567201" y="422858"/>
                  </a:lnTo>
                  <a:lnTo>
                    <a:pt x="5604394" y="470381"/>
                  </a:lnTo>
                  <a:lnTo>
                    <a:pt x="5641234" y="521564"/>
                  </a:lnTo>
                  <a:lnTo>
                    <a:pt x="5677962" y="576482"/>
                  </a:lnTo>
                  <a:lnTo>
                    <a:pt x="5714764" y="635141"/>
                  </a:lnTo>
                  <a:lnTo>
                    <a:pt x="5751778" y="697474"/>
                  </a:lnTo>
                  <a:lnTo>
                    <a:pt x="5789097" y="763333"/>
                  </a:lnTo>
                  <a:lnTo>
                    <a:pt x="5826773" y="832487"/>
                  </a:lnTo>
                  <a:lnTo>
                    <a:pt x="5864821" y="904618"/>
                  </a:lnTo>
                  <a:lnTo>
                    <a:pt x="5903225" y="979325"/>
                  </a:lnTo>
                  <a:lnTo>
                    <a:pt x="5941937" y="1056133"/>
                  </a:lnTo>
                  <a:lnTo>
                    <a:pt x="5980890" y="1134501"/>
                  </a:lnTo>
                  <a:lnTo>
                    <a:pt x="6019997" y="1213840"/>
                  </a:lnTo>
                  <a:lnTo>
                    <a:pt x="6059159" y="1293526"/>
                  </a:lnTo>
                  <a:lnTo>
                    <a:pt x="6098275" y="1372928"/>
                  </a:lnTo>
                  <a:lnTo>
                    <a:pt x="6137248" y="1451421"/>
                  </a:lnTo>
                  <a:lnTo>
                    <a:pt x="6175988" y="1528412"/>
                  </a:lnTo>
                  <a:lnTo>
                    <a:pt x="6214425" y="1603353"/>
                  </a:lnTo>
                  <a:lnTo>
                    <a:pt x="6252510" y="1675762"/>
                  </a:lnTo>
                  <a:lnTo>
                    <a:pt x="6290223" y="1745231"/>
                  </a:lnTo>
                  <a:lnTo>
                    <a:pt x="6327576" y="1811434"/>
                  </a:lnTo>
                  <a:lnTo>
                    <a:pt x="6364618" y="1874129"/>
                  </a:lnTo>
                  <a:lnTo>
                    <a:pt x="6401436" y="1933162"/>
                  </a:lnTo>
                  <a:lnTo>
                    <a:pt x="6438164" y="1988457"/>
                  </a:lnTo>
                  <a:lnTo>
                    <a:pt x="6474982" y="2040013"/>
                  </a:lnTo>
                  <a:lnTo>
                    <a:pt x="6512127" y="2087899"/>
                  </a:lnTo>
                  <a:lnTo>
                    <a:pt x="6515891" y="2092515"/>
                  </a:lnTo>
                  <a:lnTo>
                    <a:pt x="6562884" y="2146404"/>
                  </a:lnTo>
                  <a:lnTo>
                    <a:pt x="6611501" y="2194808"/>
                  </a:lnTo>
                  <a:lnTo>
                    <a:pt x="6662520" y="2238019"/>
                  </a:lnTo>
                  <a:lnTo>
                    <a:pt x="6716810" y="2276521"/>
                  </a:lnTo>
                  <a:lnTo>
                    <a:pt x="6775254" y="2310858"/>
                  </a:lnTo>
                  <a:lnTo>
                    <a:pt x="6838672" y="2341550"/>
                  </a:lnTo>
                  <a:lnTo>
                    <a:pt x="6907720" y="2369053"/>
                  </a:lnTo>
                  <a:lnTo>
                    <a:pt x="6982758" y="2393731"/>
                  </a:lnTo>
                  <a:lnTo>
                    <a:pt x="7063676" y="2415846"/>
                  </a:lnTo>
                  <a:lnTo>
                    <a:pt x="7149688" y="2435556"/>
                  </a:lnTo>
                  <a:lnTo>
                    <a:pt x="7239133" y="2452921"/>
                  </a:lnTo>
                  <a:lnTo>
                    <a:pt x="7329353" y="2467924"/>
                  </a:lnTo>
                  <a:lnTo>
                    <a:pt x="7416759" y="2480508"/>
                  </a:lnTo>
                  <a:lnTo>
                    <a:pt x="7497159" y="2490633"/>
                  </a:lnTo>
                  <a:lnTo>
                    <a:pt x="7566409" y="2498327"/>
                  </a:lnTo>
                  <a:lnTo>
                    <a:pt x="7621238" y="2503743"/>
                  </a:lnTo>
                  <a:lnTo>
                    <a:pt x="7660036" y="2507170"/>
                  </a:lnTo>
                  <a:lnTo>
                    <a:pt x="7683333" y="2509020"/>
                  </a:lnTo>
                  <a:lnTo>
                    <a:pt x="7693845" y="2509774"/>
                  </a:lnTo>
                  <a:lnTo>
                    <a:pt x="7696237" y="2509930"/>
                  </a:lnTo>
                  <a:lnTo>
                    <a:pt x="8234974" y="2509930"/>
                  </a:lnTo>
                  <a:lnTo>
                    <a:pt x="8234974" y="2504485"/>
                  </a:lnTo>
                  <a:lnTo>
                    <a:pt x="7696237" y="2504485"/>
                  </a:lnTo>
                  <a:lnTo>
                    <a:pt x="7695043" y="2504409"/>
                  </a:lnTo>
                  <a:lnTo>
                    <a:pt x="7687232" y="2503863"/>
                  </a:lnTo>
                  <a:lnTo>
                    <a:pt x="7667701" y="2502355"/>
                  </a:lnTo>
                  <a:lnTo>
                    <a:pt x="7633187" y="2499393"/>
                  </a:lnTo>
                  <a:lnTo>
                    <a:pt x="7582565" y="2494542"/>
                  </a:lnTo>
                  <a:lnTo>
                    <a:pt x="7516903" y="2487477"/>
                  </a:lnTo>
                  <a:lnTo>
                    <a:pt x="7439096" y="2478009"/>
                  </a:lnTo>
                  <a:lnTo>
                    <a:pt x="7353139" y="2466079"/>
                  </a:lnTo>
                  <a:lnTo>
                    <a:pt x="7263286" y="2451716"/>
                  </a:lnTo>
                  <a:lnTo>
                    <a:pt x="7173332" y="2434978"/>
                  </a:lnTo>
                  <a:lnTo>
                    <a:pt x="7086201" y="2415897"/>
                  </a:lnTo>
                  <a:lnTo>
                    <a:pt x="7003813" y="2394435"/>
                  </a:lnTo>
                  <a:lnTo>
                    <a:pt x="6927169" y="2370463"/>
                  </a:lnTo>
                  <a:lnTo>
                    <a:pt x="6856541" y="2343746"/>
                  </a:lnTo>
                  <a:lnTo>
                    <a:pt x="6791674" y="2313947"/>
                  </a:lnTo>
                  <a:lnTo>
                    <a:pt x="6731977" y="2280632"/>
                  </a:lnTo>
                  <a:lnTo>
                    <a:pt x="6676662" y="2243296"/>
                  </a:lnTo>
                  <a:lnTo>
                    <a:pt x="6624857" y="2201395"/>
                  </a:lnTo>
                  <a:lnTo>
                    <a:pt x="6575680" y="2154417"/>
                  </a:lnTo>
                  <a:lnTo>
                    <a:pt x="6528321" y="2102003"/>
                  </a:lnTo>
                  <a:lnTo>
                    <a:pt x="6515891" y="2087071"/>
                  </a:lnTo>
                  <a:lnTo>
                    <a:pt x="6478698" y="2039548"/>
                  </a:lnTo>
                  <a:lnTo>
                    <a:pt x="6441859" y="1988365"/>
                  </a:lnTo>
                  <a:lnTo>
                    <a:pt x="6405131" y="1933447"/>
                  </a:lnTo>
                  <a:lnTo>
                    <a:pt x="6368328" y="1874789"/>
                  </a:lnTo>
                  <a:lnTo>
                    <a:pt x="6331314" y="1812456"/>
                  </a:lnTo>
                  <a:lnTo>
                    <a:pt x="6293995" y="1746596"/>
                  </a:lnTo>
                  <a:lnTo>
                    <a:pt x="6256320" y="1677442"/>
                  </a:lnTo>
                  <a:lnTo>
                    <a:pt x="6218271" y="1605312"/>
                  </a:lnTo>
                  <a:lnTo>
                    <a:pt x="6179868" y="1530604"/>
                  </a:lnTo>
                  <a:lnTo>
                    <a:pt x="6141155" y="1453796"/>
                  </a:lnTo>
                  <a:lnTo>
                    <a:pt x="6102202" y="1375428"/>
                  </a:lnTo>
                  <a:lnTo>
                    <a:pt x="6063096" y="1296090"/>
                  </a:lnTo>
                  <a:lnTo>
                    <a:pt x="6023934" y="1216403"/>
                  </a:lnTo>
                  <a:lnTo>
                    <a:pt x="5984817" y="1137001"/>
                  </a:lnTo>
                  <a:lnTo>
                    <a:pt x="5945845" y="1058508"/>
                  </a:lnTo>
                  <a:lnTo>
                    <a:pt x="5907104" y="981518"/>
                  </a:lnTo>
                  <a:lnTo>
                    <a:pt x="5868667" y="906576"/>
                  </a:lnTo>
                  <a:lnTo>
                    <a:pt x="5830582" y="834167"/>
                  </a:lnTo>
                  <a:lnTo>
                    <a:pt x="5792869" y="764698"/>
                  </a:lnTo>
                  <a:lnTo>
                    <a:pt x="5755516" y="698495"/>
                  </a:lnTo>
                  <a:lnTo>
                    <a:pt x="5718475" y="635800"/>
                  </a:lnTo>
                  <a:lnTo>
                    <a:pt x="5681657" y="576767"/>
                  </a:lnTo>
                  <a:lnTo>
                    <a:pt x="5644929" y="521473"/>
                  </a:lnTo>
                  <a:lnTo>
                    <a:pt x="5608110" y="469916"/>
                  </a:lnTo>
                  <a:lnTo>
                    <a:pt x="5570966" y="422030"/>
                  </a:lnTo>
                  <a:lnTo>
                    <a:pt x="5567201" y="417414"/>
                  </a:lnTo>
                  <a:lnTo>
                    <a:pt x="5520208" y="363525"/>
                  </a:lnTo>
                  <a:lnTo>
                    <a:pt x="5471591" y="315121"/>
                  </a:lnTo>
                  <a:lnTo>
                    <a:pt x="5420572" y="271911"/>
                  </a:lnTo>
                  <a:lnTo>
                    <a:pt x="5366283" y="233408"/>
                  </a:lnTo>
                  <a:lnTo>
                    <a:pt x="5307838" y="199072"/>
                  </a:lnTo>
                  <a:lnTo>
                    <a:pt x="5244420" y="168379"/>
                  </a:lnTo>
                  <a:lnTo>
                    <a:pt x="5175372" y="140876"/>
                  </a:lnTo>
                  <a:lnTo>
                    <a:pt x="5100334" y="116198"/>
                  </a:lnTo>
                  <a:lnTo>
                    <a:pt x="5019416" y="94083"/>
                  </a:lnTo>
                  <a:lnTo>
                    <a:pt x="4933404" y="74373"/>
                  </a:lnTo>
                  <a:lnTo>
                    <a:pt x="4843960" y="57008"/>
                  </a:lnTo>
                  <a:lnTo>
                    <a:pt x="4753739" y="42006"/>
                  </a:lnTo>
                  <a:lnTo>
                    <a:pt x="4666334" y="29421"/>
                  </a:lnTo>
                  <a:lnTo>
                    <a:pt x="4585933" y="19297"/>
                  </a:lnTo>
                  <a:lnTo>
                    <a:pt x="4516684" y="11602"/>
                  </a:lnTo>
                  <a:lnTo>
                    <a:pt x="4461855" y="6187"/>
                  </a:lnTo>
                  <a:lnTo>
                    <a:pt x="4423056" y="2759"/>
                  </a:lnTo>
                  <a:lnTo>
                    <a:pt x="4399759" y="909"/>
                  </a:lnTo>
                  <a:lnTo>
                    <a:pt x="4389247" y="15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2" y="72"/>
                  </a:lnTo>
                  <a:lnTo>
                    <a:pt x="3839027" y="589"/>
                  </a:lnTo>
                  <a:lnTo>
                    <a:pt x="3819317" y="2020"/>
                  </a:lnTo>
                  <a:lnTo>
                    <a:pt x="3784504" y="4830"/>
                  </a:lnTo>
                  <a:lnTo>
                    <a:pt x="3733477" y="9429"/>
                  </a:lnTo>
                  <a:lnTo>
                    <a:pt x="3667347" y="16126"/>
                  </a:lnTo>
                  <a:lnTo>
                    <a:pt x="3589062" y="25097"/>
                  </a:lnTo>
                  <a:lnTo>
                    <a:pt x="3502675" y="36395"/>
                  </a:lnTo>
                  <a:lnTo>
                    <a:pt x="3412474" y="49992"/>
                  </a:lnTo>
                  <a:lnTo>
                    <a:pt x="3322273" y="65833"/>
                  </a:lnTo>
                  <a:lnTo>
                    <a:pt x="3234993" y="83889"/>
                  </a:lnTo>
                  <a:lnTo>
                    <a:pt x="3152539" y="104198"/>
                  </a:lnTo>
                  <a:lnTo>
                    <a:pt x="3075890" y="126887"/>
                  </a:lnTo>
                  <a:lnTo>
                    <a:pt x="3005295" y="152183"/>
                  </a:lnTo>
                  <a:lnTo>
                    <a:pt x="2940477" y="180411"/>
                  </a:lnTo>
                  <a:lnTo>
                    <a:pt x="2880828" y="211983"/>
                  </a:lnTo>
                  <a:lnTo>
                    <a:pt x="2825546" y="247384"/>
                  </a:lnTo>
                  <a:lnTo>
                    <a:pt x="2773746" y="287130"/>
                  </a:lnTo>
                  <a:lnTo>
                    <a:pt x="2724540" y="331700"/>
                  </a:lnTo>
                  <a:lnTo>
                    <a:pt x="2677116" y="381422"/>
                  </a:lnTo>
                  <a:lnTo>
                    <a:pt x="2667772" y="392006"/>
                  </a:lnTo>
                  <a:lnTo>
                    <a:pt x="2629705" y="437732"/>
                  </a:lnTo>
                  <a:lnTo>
                    <a:pt x="2592002" y="487063"/>
                  </a:lnTo>
                  <a:lnTo>
                    <a:pt x="2554406" y="540070"/>
                  </a:lnTo>
                  <a:lnTo>
                    <a:pt x="2516720" y="596756"/>
                  </a:lnTo>
                  <a:lnTo>
                    <a:pt x="2478801" y="657047"/>
                  </a:lnTo>
                  <a:lnTo>
                    <a:pt x="2440555" y="720786"/>
                  </a:lnTo>
                  <a:lnTo>
                    <a:pt x="2401930" y="787727"/>
                  </a:lnTo>
                  <a:lnTo>
                    <a:pt x="2362916" y="857537"/>
                  </a:lnTo>
                  <a:lnTo>
                    <a:pt x="2323536" y="929799"/>
                  </a:lnTo>
                  <a:lnTo>
                    <a:pt x="2283846" y="1004020"/>
                  </a:lnTo>
                  <a:lnTo>
                    <a:pt x="2243925" y="1079643"/>
                  </a:lnTo>
                  <a:lnTo>
                    <a:pt x="2203868" y="1156063"/>
                  </a:lnTo>
                  <a:lnTo>
                    <a:pt x="2163784" y="1232650"/>
                  </a:lnTo>
                  <a:lnTo>
                    <a:pt x="2123779" y="1308766"/>
                  </a:lnTo>
                  <a:lnTo>
                    <a:pt x="2083958" y="1383790"/>
                  </a:lnTo>
                  <a:lnTo>
                    <a:pt x="2044408" y="1457138"/>
                  </a:lnTo>
                  <a:lnTo>
                    <a:pt x="2005198" y="1528283"/>
                  </a:lnTo>
                  <a:lnTo>
                    <a:pt x="1966370" y="1596765"/>
                  </a:lnTo>
                  <a:lnTo>
                    <a:pt x="1927930" y="1662208"/>
                  </a:lnTo>
                  <a:lnTo>
                    <a:pt x="1889849" y="1724320"/>
                  </a:lnTo>
                  <a:lnTo>
                    <a:pt x="1852057" y="1782898"/>
                  </a:lnTo>
                  <a:lnTo>
                    <a:pt x="1814435" y="1837826"/>
                  </a:lnTo>
                  <a:lnTo>
                    <a:pt x="1776815" y="1889066"/>
                  </a:lnTo>
                  <a:lnTo>
                    <a:pt x="1738974" y="1936657"/>
                  </a:lnTo>
                  <a:lnTo>
                    <a:pt x="1719082" y="1960032"/>
                  </a:lnTo>
                  <a:lnTo>
                    <a:pt x="1671931" y="2010799"/>
                  </a:lnTo>
                  <a:lnTo>
                    <a:pt x="1623144" y="2056382"/>
                  </a:lnTo>
                  <a:lnTo>
                    <a:pt x="1571932" y="2097058"/>
                  </a:lnTo>
                  <a:lnTo>
                    <a:pt x="1517420" y="2133288"/>
                  </a:lnTo>
                  <a:lnTo>
                    <a:pt x="1458713" y="2165587"/>
                  </a:lnTo>
                  <a:lnTo>
                    <a:pt x="1394988" y="2194448"/>
                  </a:lnTo>
                  <a:lnTo>
                    <a:pt x="1325585" y="2220302"/>
                  </a:lnTo>
                  <a:lnTo>
                    <a:pt x="1250148" y="2243492"/>
                  </a:lnTo>
                  <a:lnTo>
                    <a:pt x="1168805" y="2264265"/>
                  </a:lnTo>
                  <a:lnTo>
                    <a:pt x="1082370" y="2282766"/>
                  </a:lnTo>
                  <a:lnTo>
                    <a:pt x="992553" y="2299051"/>
                  </a:lnTo>
                  <a:lnTo>
                    <a:pt x="902071" y="2313102"/>
                  </a:lnTo>
                  <a:lnTo>
                    <a:pt x="814583" y="2324864"/>
                  </a:lnTo>
                  <a:lnTo>
                    <a:pt x="734332" y="2334300"/>
                  </a:lnTo>
                  <a:lnTo>
                    <a:pt x="665484" y="2341443"/>
                  </a:lnTo>
                  <a:lnTo>
                    <a:pt x="611276" y="2346442"/>
                  </a:lnTo>
                  <a:lnTo>
                    <a:pt x="573232" y="2349580"/>
                  </a:lnTo>
                  <a:lnTo>
                    <a:pt x="550694" y="2351250"/>
                  </a:lnTo>
                  <a:lnTo>
                    <a:pt x="540798" y="2351913"/>
                  </a:lnTo>
                  <a:lnTo>
                    <a:pt x="538736" y="2352038"/>
                  </a:lnTo>
                  <a:lnTo>
                    <a:pt x="0" y="2352038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40" name="pl1740"/>
            <p:cNvSpPr/>
            <p:nvPr/>
          </p:nvSpPr>
          <p:spPr>
            <a:xfrm>
              <a:off x="546595" y="3009938"/>
              <a:ext cx="8234974" cy="2504485"/>
            </a:xfrm>
            <a:custGeom>
              <a:avLst/>
              <a:pathLst>
                <a:path w="8234974" h="2504485">
                  <a:moveTo>
                    <a:pt x="0" y="2352038"/>
                  </a:moveTo>
                  <a:lnTo>
                    <a:pt x="538736" y="2352038"/>
                  </a:lnTo>
                  <a:lnTo>
                    <a:pt x="539943" y="2351966"/>
                  </a:lnTo>
                  <a:lnTo>
                    <a:pt x="547828" y="2351448"/>
                  </a:lnTo>
                  <a:lnTo>
                    <a:pt x="567538" y="2350018"/>
                  </a:lnTo>
                  <a:lnTo>
                    <a:pt x="602351" y="2347208"/>
                  </a:lnTo>
                  <a:lnTo>
                    <a:pt x="653377" y="2342609"/>
                  </a:lnTo>
                  <a:lnTo>
                    <a:pt x="719508" y="2335911"/>
                  </a:lnTo>
                  <a:lnTo>
                    <a:pt x="797792" y="2326940"/>
                  </a:lnTo>
                  <a:lnTo>
                    <a:pt x="884179" y="2315642"/>
                  </a:lnTo>
                  <a:lnTo>
                    <a:pt x="974381" y="2302045"/>
                  </a:lnTo>
                  <a:lnTo>
                    <a:pt x="1064581" y="2286205"/>
                  </a:lnTo>
                  <a:lnTo>
                    <a:pt x="1151862" y="2268149"/>
                  </a:lnTo>
                  <a:lnTo>
                    <a:pt x="1234316" y="2247840"/>
                  </a:lnTo>
                  <a:lnTo>
                    <a:pt x="1310964" y="2225150"/>
                  </a:lnTo>
                  <a:lnTo>
                    <a:pt x="1381560" y="2199854"/>
                  </a:lnTo>
                  <a:lnTo>
                    <a:pt x="1446377" y="2171627"/>
                  </a:lnTo>
                  <a:lnTo>
                    <a:pt x="1506026" y="2140055"/>
                  </a:lnTo>
                  <a:lnTo>
                    <a:pt x="1561308" y="2104653"/>
                  </a:lnTo>
                  <a:lnTo>
                    <a:pt x="1613109" y="2064908"/>
                  </a:lnTo>
                  <a:lnTo>
                    <a:pt x="1662315" y="2020338"/>
                  </a:lnTo>
                  <a:lnTo>
                    <a:pt x="1709738" y="1970616"/>
                  </a:lnTo>
                  <a:lnTo>
                    <a:pt x="1719082" y="1960032"/>
                  </a:lnTo>
                  <a:lnTo>
                    <a:pt x="1757149" y="1914306"/>
                  </a:lnTo>
                  <a:lnTo>
                    <a:pt x="1794852" y="1864975"/>
                  </a:lnTo>
                  <a:lnTo>
                    <a:pt x="1832449" y="1811968"/>
                  </a:lnTo>
                  <a:lnTo>
                    <a:pt x="1870135" y="1755282"/>
                  </a:lnTo>
                  <a:lnTo>
                    <a:pt x="1908053" y="1694990"/>
                  </a:lnTo>
                  <a:lnTo>
                    <a:pt x="1946300" y="1631252"/>
                  </a:lnTo>
                  <a:lnTo>
                    <a:pt x="1984925" y="1564311"/>
                  </a:lnTo>
                  <a:lnTo>
                    <a:pt x="2023939" y="1494501"/>
                  </a:lnTo>
                  <a:lnTo>
                    <a:pt x="2063318" y="1422239"/>
                  </a:lnTo>
                  <a:lnTo>
                    <a:pt x="2103008" y="1348018"/>
                  </a:lnTo>
                  <a:lnTo>
                    <a:pt x="2142930" y="1272395"/>
                  </a:lnTo>
                  <a:lnTo>
                    <a:pt x="2182986" y="1195975"/>
                  </a:lnTo>
                  <a:lnTo>
                    <a:pt x="2223071" y="1119388"/>
                  </a:lnTo>
                  <a:lnTo>
                    <a:pt x="2263075" y="1043272"/>
                  </a:lnTo>
                  <a:lnTo>
                    <a:pt x="2302897" y="968248"/>
                  </a:lnTo>
                  <a:lnTo>
                    <a:pt x="2342447" y="894900"/>
                  </a:lnTo>
                  <a:lnTo>
                    <a:pt x="2381656" y="823755"/>
                  </a:lnTo>
                  <a:lnTo>
                    <a:pt x="2420485" y="755273"/>
                  </a:lnTo>
                  <a:lnTo>
                    <a:pt x="2458925" y="689830"/>
                  </a:lnTo>
                  <a:lnTo>
                    <a:pt x="2497005" y="627718"/>
                  </a:lnTo>
                  <a:lnTo>
                    <a:pt x="2534798" y="569140"/>
                  </a:lnTo>
                  <a:lnTo>
                    <a:pt x="2572420" y="514212"/>
                  </a:lnTo>
                  <a:lnTo>
                    <a:pt x="2610039" y="462971"/>
                  </a:lnTo>
                  <a:lnTo>
                    <a:pt x="2647880" y="415380"/>
                  </a:lnTo>
                  <a:lnTo>
                    <a:pt x="2667772" y="392006"/>
                  </a:lnTo>
                  <a:lnTo>
                    <a:pt x="2714923" y="341239"/>
                  </a:lnTo>
                  <a:lnTo>
                    <a:pt x="2763711" y="295656"/>
                  </a:lnTo>
                  <a:lnTo>
                    <a:pt x="2814922" y="254980"/>
                  </a:lnTo>
                  <a:lnTo>
                    <a:pt x="2869435" y="218750"/>
                  </a:lnTo>
                  <a:lnTo>
                    <a:pt x="2928141" y="186451"/>
                  </a:lnTo>
                  <a:lnTo>
                    <a:pt x="2991867" y="157590"/>
                  </a:lnTo>
                  <a:lnTo>
                    <a:pt x="3061270" y="131736"/>
                  </a:lnTo>
                  <a:lnTo>
                    <a:pt x="3136706" y="108546"/>
                  </a:lnTo>
                  <a:lnTo>
                    <a:pt x="3218050" y="87773"/>
                  </a:lnTo>
                  <a:lnTo>
                    <a:pt x="3304484" y="69272"/>
                  </a:lnTo>
                  <a:lnTo>
                    <a:pt x="3394302" y="52987"/>
                  </a:lnTo>
                  <a:lnTo>
                    <a:pt x="3484783" y="38936"/>
                  </a:lnTo>
                  <a:lnTo>
                    <a:pt x="3572271" y="27174"/>
                  </a:lnTo>
                  <a:lnTo>
                    <a:pt x="3652523" y="17738"/>
                  </a:lnTo>
                  <a:lnTo>
                    <a:pt x="3721371" y="10595"/>
                  </a:lnTo>
                  <a:lnTo>
                    <a:pt x="3775578" y="5596"/>
                  </a:lnTo>
                  <a:lnTo>
                    <a:pt x="3813623" y="2458"/>
                  </a:lnTo>
                  <a:lnTo>
                    <a:pt x="3836161" y="788"/>
                  </a:lnTo>
                  <a:lnTo>
                    <a:pt x="3846057" y="125"/>
                  </a:lnTo>
                  <a:lnTo>
                    <a:pt x="384810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0" y="76"/>
                  </a:lnTo>
                  <a:lnTo>
                    <a:pt x="4395861" y="621"/>
                  </a:lnTo>
                  <a:lnTo>
                    <a:pt x="4415391" y="2130"/>
                  </a:lnTo>
                  <a:lnTo>
                    <a:pt x="4449905" y="5092"/>
                  </a:lnTo>
                  <a:lnTo>
                    <a:pt x="4500527" y="9942"/>
                  </a:lnTo>
                  <a:lnTo>
                    <a:pt x="4566189" y="17008"/>
                  </a:lnTo>
                  <a:lnTo>
                    <a:pt x="4643997" y="26476"/>
                  </a:lnTo>
                  <a:lnTo>
                    <a:pt x="4729953" y="38406"/>
                  </a:lnTo>
                  <a:lnTo>
                    <a:pt x="4819807" y="52768"/>
                  </a:lnTo>
                  <a:lnTo>
                    <a:pt x="4909760" y="69506"/>
                  </a:lnTo>
                  <a:lnTo>
                    <a:pt x="4996891" y="88588"/>
                  </a:lnTo>
                  <a:lnTo>
                    <a:pt x="5079280" y="110049"/>
                  </a:lnTo>
                  <a:lnTo>
                    <a:pt x="5155923" y="134021"/>
                  </a:lnTo>
                  <a:lnTo>
                    <a:pt x="5226552" y="160738"/>
                  </a:lnTo>
                  <a:lnTo>
                    <a:pt x="5291419" y="190538"/>
                  </a:lnTo>
                  <a:lnTo>
                    <a:pt x="5351116" y="223853"/>
                  </a:lnTo>
                  <a:lnTo>
                    <a:pt x="5406430" y="261189"/>
                  </a:lnTo>
                  <a:lnTo>
                    <a:pt x="5458235" y="303090"/>
                  </a:lnTo>
                  <a:lnTo>
                    <a:pt x="5507412" y="350068"/>
                  </a:lnTo>
                  <a:lnTo>
                    <a:pt x="5554771" y="402482"/>
                  </a:lnTo>
                  <a:lnTo>
                    <a:pt x="5567201" y="417414"/>
                  </a:lnTo>
                  <a:lnTo>
                    <a:pt x="5604394" y="464936"/>
                  </a:lnTo>
                  <a:lnTo>
                    <a:pt x="5641234" y="516120"/>
                  </a:lnTo>
                  <a:lnTo>
                    <a:pt x="5677962" y="571037"/>
                  </a:lnTo>
                  <a:lnTo>
                    <a:pt x="5714764" y="629696"/>
                  </a:lnTo>
                  <a:lnTo>
                    <a:pt x="5751778" y="692029"/>
                  </a:lnTo>
                  <a:lnTo>
                    <a:pt x="5789097" y="757888"/>
                  </a:lnTo>
                  <a:lnTo>
                    <a:pt x="5826773" y="827042"/>
                  </a:lnTo>
                  <a:lnTo>
                    <a:pt x="5864821" y="899173"/>
                  </a:lnTo>
                  <a:lnTo>
                    <a:pt x="5903225" y="973880"/>
                  </a:lnTo>
                  <a:lnTo>
                    <a:pt x="5941937" y="1050688"/>
                  </a:lnTo>
                  <a:lnTo>
                    <a:pt x="5980890" y="1129057"/>
                  </a:lnTo>
                  <a:lnTo>
                    <a:pt x="6019997" y="1208395"/>
                  </a:lnTo>
                  <a:lnTo>
                    <a:pt x="6059159" y="1288082"/>
                  </a:lnTo>
                  <a:lnTo>
                    <a:pt x="6098275" y="1367484"/>
                  </a:lnTo>
                  <a:lnTo>
                    <a:pt x="6137248" y="1445977"/>
                  </a:lnTo>
                  <a:lnTo>
                    <a:pt x="6175988" y="1522967"/>
                  </a:lnTo>
                  <a:lnTo>
                    <a:pt x="6214425" y="1597908"/>
                  </a:lnTo>
                  <a:lnTo>
                    <a:pt x="6252510" y="1670318"/>
                  </a:lnTo>
                  <a:lnTo>
                    <a:pt x="6290223" y="1739787"/>
                  </a:lnTo>
                  <a:lnTo>
                    <a:pt x="6327576" y="1805989"/>
                  </a:lnTo>
                  <a:lnTo>
                    <a:pt x="6364618" y="1868685"/>
                  </a:lnTo>
                  <a:lnTo>
                    <a:pt x="6401436" y="1927717"/>
                  </a:lnTo>
                  <a:lnTo>
                    <a:pt x="6438164" y="1983012"/>
                  </a:lnTo>
                  <a:lnTo>
                    <a:pt x="6474982" y="2034569"/>
                  </a:lnTo>
                  <a:lnTo>
                    <a:pt x="6512127" y="2082454"/>
                  </a:lnTo>
                  <a:lnTo>
                    <a:pt x="6515891" y="2087071"/>
                  </a:lnTo>
                  <a:lnTo>
                    <a:pt x="6562884" y="2140959"/>
                  </a:lnTo>
                  <a:lnTo>
                    <a:pt x="6611501" y="2189364"/>
                  </a:lnTo>
                  <a:lnTo>
                    <a:pt x="6662520" y="2232574"/>
                  </a:lnTo>
                  <a:lnTo>
                    <a:pt x="6716810" y="2271076"/>
                  </a:lnTo>
                  <a:lnTo>
                    <a:pt x="6775254" y="2305413"/>
                  </a:lnTo>
                  <a:lnTo>
                    <a:pt x="6838672" y="2336106"/>
                  </a:lnTo>
                  <a:lnTo>
                    <a:pt x="6907720" y="2363609"/>
                  </a:lnTo>
                  <a:lnTo>
                    <a:pt x="6982758" y="2388287"/>
                  </a:lnTo>
                  <a:lnTo>
                    <a:pt x="7063676" y="2410402"/>
                  </a:lnTo>
                  <a:lnTo>
                    <a:pt x="7149688" y="2430112"/>
                  </a:lnTo>
                  <a:lnTo>
                    <a:pt x="7239133" y="2447476"/>
                  </a:lnTo>
                  <a:lnTo>
                    <a:pt x="7329353" y="2462479"/>
                  </a:lnTo>
                  <a:lnTo>
                    <a:pt x="7416759" y="2475064"/>
                  </a:lnTo>
                  <a:lnTo>
                    <a:pt x="7497159" y="2485188"/>
                  </a:lnTo>
                  <a:lnTo>
                    <a:pt x="7566409" y="2492882"/>
                  </a:lnTo>
                  <a:lnTo>
                    <a:pt x="7621238" y="2498298"/>
                  </a:lnTo>
                  <a:lnTo>
                    <a:pt x="7660036" y="2501726"/>
                  </a:lnTo>
                  <a:lnTo>
                    <a:pt x="7683333" y="2503575"/>
                  </a:lnTo>
                  <a:lnTo>
                    <a:pt x="7693845" y="2504329"/>
                  </a:lnTo>
                  <a:lnTo>
                    <a:pt x="7696214" y="2504484"/>
                  </a:lnTo>
                  <a:lnTo>
                    <a:pt x="7696237" y="2504485"/>
                  </a:lnTo>
                  <a:lnTo>
                    <a:pt x="8234974" y="2504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1" name="pl1741"/>
            <p:cNvSpPr/>
            <p:nvPr/>
          </p:nvSpPr>
          <p:spPr>
            <a:xfrm>
              <a:off x="546595" y="3004494"/>
              <a:ext cx="8234974" cy="2504485"/>
            </a:xfrm>
            <a:custGeom>
              <a:avLst/>
              <a:pathLst>
                <a:path w="8234974" h="2504485">
                  <a:moveTo>
                    <a:pt x="8234974" y="2504485"/>
                  </a:moveTo>
                  <a:lnTo>
                    <a:pt x="7696237" y="2504485"/>
                  </a:lnTo>
                  <a:lnTo>
                    <a:pt x="7695043" y="2504409"/>
                  </a:lnTo>
                  <a:lnTo>
                    <a:pt x="7687232" y="2503863"/>
                  </a:lnTo>
                  <a:lnTo>
                    <a:pt x="7667701" y="2502355"/>
                  </a:lnTo>
                  <a:lnTo>
                    <a:pt x="7633187" y="2499393"/>
                  </a:lnTo>
                  <a:lnTo>
                    <a:pt x="7582565" y="2494542"/>
                  </a:lnTo>
                  <a:lnTo>
                    <a:pt x="7516903" y="2487477"/>
                  </a:lnTo>
                  <a:lnTo>
                    <a:pt x="7439096" y="2478009"/>
                  </a:lnTo>
                  <a:lnTo>
                    <a:pt x="7353139" y="2466079"/>
                  </a:lnTo>
                  <a:lnTo>
                    <a:pt x="7263286" y="2451716"/>
                  </a:lnTo>
                  <a:lnTo>
                    <a:pt x="7173332" y="2434978"/>
                  </a:lnTo>
                  <a:lnTo>
                    <a:pt x="7086201" y="2415897"/>
                  </a:lnTo>
                  <a:lnTo>
                    <a:pt x="7003813" y="2394435"/>
                  </a:lnTo>
                  <a:lnTo>
                    <a:pt x="6927169" y="2370463"/>
                  </a:lnTo>
                  <a:lnTo>
                    <a:pt x="6856541" y="2343746"/>
                  </a:lnTo>
                  <a:lnTo>
                    <a:pt x="6791674" y="2313947"/>
                  </a:lnTo>
                  <a:lnTo>
                    <a:pt x="6731977" y="2280632"/>
                  </a:lnTo>
                  <a:lnTo>
                    <a:pt x="6676662" y="2243296"/>
                  </a:lnTo>
                  <a:lnTo>
                    <a:pt x="6624857" y="2201395"/>
                  </a:lnTo>
                  <a:lnTo>
                    <a:pt x="6575680" y="2154417"/>
                  </a:lnTo>
                  <a:lnTo>
                    <a:pt x="6528321" y="2102003"/>
                  </a:lnTo>
                  <a:lnTo>
                    <a:pt x="6515891" y="2087071"/>
                  </a:lnTo>
                  <a:lnTo>
                    <a:pt x="6478698" y="2039548"/>
                  </a:lnTo>
                  <a:lnTo>
                    <a:pt x="6441859" y="1988365"/>
                  </a:lnTo>
                  <a:lnTo>
                    <a:pt x="6405131" y="1933447"/>
                  </a:lnTo>
                  <a:lnTo>
                    <a:pt x="6368328" y="1874789"/>
                  </a:lnTo>
                  <a:lnTo>
                    <a:pt x="6331314" y="1812456"/>
                  </a:lnTo>
                  <a:lnTo>
                    <a:pt x="6293995" y="1746596"/>
                  </a:lnTo>
                  <a:lnTo>
                    <a:pt x="6256320" y="1677442"/>
                  </a:lnTo>
                  <a:lnTo>
                    <a:pt x="6218271" y="1605312"/>
                  </a:lnTo>
                  <a:lnTo>
                    <a:pt x="6179868" y="1530604"/>
                  </a:lnTo>
                  <a:lnTo>
                    <a:pt x="6141155" y="1453796"/>
                  </a:lnTo>
                  <a:lnTo>
                    <a:pt x="6102202" y="1375428"/>
                  </a:lnTo>
                  <a:lnTo>
                    <a:pt x="6063096" y="1296090"/>
                  </a:lnTo>
                  <a:lnTo>
                    <a:pt x="6023934" y="1216403"/>
                  </a:lnTo>
                  <a:lnTo>
                    <a:pt x="5984817" y="1137001"/>
                  </a:lnTo>
                  <a:lnTo>
                    <a:pt x="5945845" y="1058508"/>
                  </a:lnTo>
                  <a:lnTo>
                    <a:pt x="5907104" y="981518"/>
                  </a:lnTo>
                  <a:lnTo>
                    <a:pt x="5868667" y="906576"/>
                  </a:lnTo>
                  <a:lnTo>
                    <a:pt x="5830582" y="834167"/>
                  </a:lnTo>
                  <a:lnTo>
                    <a:pt x="5792869" y="764698"/>
                  </a:lnTo>
                  <a:lnTo>
                    <a:pt x="5755516" y="698495"/>
                  </a:lnTo>
                  <a:lnTo>
                    <a:pt x="5718475" y="635800"/>
                  </a:lnTo>
                  <a:lnTo>
                    <a:pt x="5681657" y="576767"/>
                  </a:lnTo>
                  <a:lnTo>
                    <a:pt x="5644929" y="521473"/>
                  </a:lnTo>
                  <a:lnTo>
                    <a:pt x="5608110" y="469916"/>
                  </a:lnTo>
                  <a:lnTo>
                    <a:pt x="5570966" y="422030"/>
                  </a:lnTo>
                  <a:lnTo>
                    <a:pt x="5567201" y="417414"/>
                  </a:lnTo>
                  <a:lnTo>
                    <a:pt x="5520208" y="363525"/>
                  </a:lnTo>
                  <a:lnTo>
                    <a:pt x="5471591" y="315121"/>
                  </a:lnTo>
                  <a:lnTo>
                    <a:pt x="5420572" y="271911"/>
                  </a:lnTo>
                  <a:lnTo>
                    <a:pt x="5366283" y="233408"/>
                  </a:lnTo>
                  <a:lnTo>
                    <a:pt x="5307838" y="199072"/>
                  </a:lnTo>
                  <a:lnTo>
                    <a:pt x="5244420" y="168379"/>
                  </a:lnTo>
                  <a:lnTo>
                    <a:pt x="5175372" y="140876"/>
                  </a:lnTo>
                  <a:lnTo>
                    <a:pt x="5100334" y="116198"/>
                  </a:lnTo>
                  <a:lnTo>
                    <a:pt x="5019416" y="94083"/>
                  </a:lnTo>
                  <a:lnTo>
                    <a:pt x="4933404" y="74373"/>
                  </a:lnTo>
                  <a:lnTo>
                    <a:pt x="4843960" y="57008"/>
                  </a:lnTo>
                  <a:lnTo>
                    <a:pt x="4753739" y="42006"/>
                  </a:lnTo>
                  <a:lnTo>
                    <a:pt x="4666334" y="29421"/>
                  </a:lnTo>
                  <a:lnTo>
                    <a:pt x="4585933" y="19297"/>
                  </a:lnTo>
                  <a:lnTo>
                    <a:pt x="4516684" y="11602"/>
                  </a:lnTo>
                  <a:lnTo>
                    <a:pt x="4461855" y="6187"/>
                  </a:lnTo>
                  <a:lnTo>
                    <a:pt x="4423056" y="2759"/>
                  </a:lnTo>
                  <a:lnTo>
                    <a:pt x="4399759" y="909"/>
                  </a:lnTo>
                  <a:lnTo>
                    <a:pt x="4389247" y="156"/>
                  </a:lnTo>
                  <a:lnTo>
                    <a:pt x="4386879" y="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12" y="72"/>
                  </a:lnTo>
                  <a:lnTo>
                    <a:pt x="3839027" y="589"/>
                  </a:lnTo>
                  <a:lnTo>
                    <a:pt x="3819317" y="2020"/>
                  </a:lnTo>
                  <a:lnTo>
                    <a:pt x="3784504" y="4830"/>
                  </a:lnTo>
                  <a:lnTo>
                    <a:pt x="3733477" y="9429"/>
                  </a:lnTo>
                  <a:lnTo>
                    <a:pt x="3667347" y="16126"/>
                  </a:lnTo>
                  <a:lnTo>
                    <a:pt x="3589062" y="25097"/>
                  </a:lnTo>
                  <a:lnTo>
                    <a:pt x="3502675" y="36395"/>
                  </a:lnTo>
                  <a:lnTo>
                    <a:pt x="3412474" y="49992"/>
                  </a:lnTo>
                  <a:lnTo>
                    <a:pt x="3322273" y="65833"/>
                  </a:lnTo>
                  <a:lnTo>
                    <a:pt x="3234993" y="83889"/>
                  </a:lnTo>
                  <a:lnTo>
                    <a:pt x="3152539" y="104198"/>
                  </a:lnTo>
                  <a:lnTo>
                    <a:pt x="3075890" y="126887"/>
                  </a:lnTo>
                  <a:lnTo>
                    <a:pt x="3005295" y="152183"/>
                  </a:lnTo>
                  <a:lnTo>
                    <a:pt x="2940477" y="180411"/>
                  </a:lnTo>
                  <a:lnTo>
                    <a:pt x="2880828" y="211983"/>
                  </a:lnTo>
                  <a:lnTo>
                    <a:pt x="2825546" y="247384"/>
                  </a:lnTo>
                  <a:lnTo>
                    <a:pt x="2773746" y="287130"/>
                  </a:lnTo>
                  <a:lnTo>
                    <a:pt x="2724540" y="331700"/>
                  </a:lnTo>
                  <a:lnTo>
                    <a:pt x="2677116" y="381422"/>
                  </a:lnTo>
                  <a:lnTo>
                    <a:pt x="2667772" y="392006"/>
                  </a:lnTo>
                  <a:lnTo>
                    <a:pt x="2629705" y="437732"/>
                  </a:lnTo>
                  <a:lnTo>
                    <a:pt x="2592002" y="487063"/>
                  </a:lnTo>
                  <a:lnTo>
                    <a:pt x="2554406" y="540070"/>
                  </a:lnTo>
                  <a:lnTo>
                    <a:pt x="2516720" y="596756"/>
                  </a:lnTo>
                  <a:lnTo>
                    <a:pt x="2478801" y="657047"/>
                  </a:lnTo>
                  <a:lnTo>
                    <a:pt x="2440555" y="720786"/>
                  </a:lnTo>
                  <a:lnTo>
                    <a:pt x="2401930" y="787727"/>
                  </a:lnTo>
                  <a:lnTo>
                    <a:pt x="2362916" y="857537"/>
                  </a:lnTo>
                  <a:lnTo>
                    <a:pt x="2323536" y="929799"/>
                  </a:lnTo>
                  <a:lnTo>
                    <a:pt x="2283846" y="1004020"/>
                  </a:lnTo>
                  <a:lnTo>
                    <a:pt x="2243925" y="1079643"/>
                  </a:lnTo>
                  <a:lnTo>
                    <a:pt x="2203868" y="1156063"/>
                  </a:lnTo>
                  <a:lnTo>
                    <a:pt x="2163784" y="1232650"/>
                  </a:lnTo>
                  <a:lnTo>
                    <a:pt x="2123779" y="1308766"/>
                  </a:lnTo>
                  <a:lnTo>
                    <a:pt x="2083958" y="1383790"/>
                  </a:lnTo>
                  <a:lnTo>
                    <a:pt x="2044408" y="1457138"/>
                  </a:lnTo>
                  <a:lnTo>
                    <a:pt x="2005198" y="1528283"/>
                  </a:lnTo>
                  <a:lnTo>
                    <a:pt x="1966370" y="1596765"/>
                  </a:lnTo>
                  <a:lnTo>
                    <a:pt x="1927930" y="1662208"/>
                  </a:lnTo>
                  <a:lnTo>
                    <a:pt x="1889849" y="1724320"/>
                  </a:lnTo>
                  <a:lnTo>
                    <a:pt x="1852057" y="1782898"/>
                  </a:lnTo>
                  <a:lnTo>
                    <a:pt x="1814435" y="1837826"/>
                  </a:lnTo>
                  <a:lnTo>
                    <a:pt x="1776815" y="1889066"/>
                  </a:lnTo>
                  <a:lnTo>
                    <a:pt x="1738974" y="1936657"/>
                  </a:lnTo>
                  <a:lnTo>
                    <a:pt x="1719082" y="1960032"/>
                  </a:lnTo>
                  <a:lnTo>
                    <a:pt x="1671931" y="2010799"/>
                  </a:lnTo>
                  <a:lnTo>
                    <a:pt x="1623144" y="2056382"/>
                  </a:lnTo>
                  <a:lnTo>
                    <a:pt x="1571932" y="2097058"/>
                  </a:lnTo>
                  <a:lnTo>
                    <a:pt x="1517420" y="2133288"/>
                  </a:lnTo>
                  <a:lnTo>
                    <a:pt x="1458713" y="2165587"/>
                  </a:lnTo>
                  <a:lnTo>
                    <a:pt x="1394988" y="2194448"/>
                  </a:lnTo>
                  <a:lnTo>
                    <a:pt x="1325585" y="2220302"/>
                  </a:lnTo>
                  <a:lnTo>
                    <a:pt x="1250148" y="2243492"/>
                  </a:lnTo>
                  <a:lnTo>
                    <a:pt x="1168805" y="2264265"/>
                  </a:lnTo>
                  <a:lnTo>
                    <a:pt x="1082370" y="2282766"/>
                  </a:lnTo>
                  <a:lnTo>
                    <a:pt x="992553" y="2299051"/>
                  </a:lnTo>
                  <a:lnTo>
                    <a:pt x="902071" y="2313102"/>
                  </a:lnTo>
                  <a:lnTo>
                    <a:pt x="814583" y="2324864"/>
                  </a:lnTo>
                  <a:lnTo>
                    <a:pt x="734332" y="2334300"/>
                  </a:lnTo>
                  <a:lnTo>
                    <a:pt x="665484" y="2341443"/>
                  </a:lnTo>
                  <a:lnTo>
                    <a:pt x="611276" y="2346442"/>
                  </a:lnTo>
                  <a:lnTo>
                    <a:pt x="573232" y="2349580"/>
                  </a:lnTo>
                  <a:lnTo>
                    <a:pt x="550694" y="2351250"/>
                  </a:lnTo>
                  <a:lnTo>
                    <a:pt x="540798" y="2351913"/>
                  </a:lnTo>
                  <a:lnTo>
                    <a:pt x="538746" y="2352038"/>
                  </a:lnTo>
                  <a:lnTo>
                    <a:pt x="538736" y="2352038"/>
                  </a:lnTo>
                  <a:lnTo>
                    <a:pt x="0" y="2352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2" name="pg1742"/>
            <p:cNvSpPr/>
            <p:nvPr/>
          </p:nvSpPr>
          <p:spPr>
            <a:xfrm>
              <a:off x="546595" y="1294910"/>
              <a:ext cx="8234974" cy="4039844"/>
            </a:xfrm>
            <a:custGeom>
              <a:avLst/>
              <a:pathLst>
                <a:path w="8234974" h="4039844">
                  <a:moveTo>
                    <a:pt x="0" y="4039844"/>
                  </a:moveTo>
                  <a:lnTo>
                    <a:pt x="538736" y="4039844"/>
                  </a:lnTo>
                  <a:lnTo>
                    <a:pt x="539661" y="4039749"/>
                  </a:lnTo>
                  <a:lnTo>
                    <a:pt x="545741" y="4039075"/>
                  </a:lnTo>
                  <a:lnTo>
                    <a:pt x="561073" y="4037210"/>
                  </a:lnTo>
                  <a:lnTo>
                    <a:pt x="588491" y="4033539"/>
                  </a:lnTo>
                  <a:lnTo>
                    <a:pt x="629362" y="4027494"/>
                  </a:lnTo>
                  <a:lnTo>
                    <a:pt x="683478" y="4018611"/>
                  </a:lnTo>
                  <a:lnTo>
                    <a:pt x="749192" y="4006578"/>
                  </a:lnTo>
                  <a:lnTo>
                    <a:pt x="823792" y="3991239"/>
                  </a:lnTo>
                  <a:lnTo>
                    <a:pt x="904039" y="3972570"/>
                  </a:lnTo>
                  <a:lnTo>
                    <a:pt x="986704" y="3950627"/>
                  </a:lnTo>
                  <a:lnTo>
                    <a:pt x="1068979" y="3925481"/>
                  </a:lnTo>
                  <a:lnTo>
                    <a:pt x="1148705" y="3897166"/>
                  </a:lnTo>
                  <a:lnTo>
                    <a:pt x="1224437" y="3865631"/>
                  </a:lnTo>
                  <a:lnTo>
                    <a:pt x="1295379" y="3830720"/>
                  </a:lnTo>
                  <a:lnTo>
                    <a:pt x="1361264" y="3792159"/>
                  </a:lnTo>
                  <a:lnTo>
                    <a:pt x="1422219" y="3749556"/>
                  </a:lnTo>
                  <a:lnTo>
                    <a:pt x="1478637" y="3702406"/>
                  </a:lnTo>
                  <a:lnTo>
                    <a:pt x="1531082" y="3650109"/>
                  </a:lnTo>
                  <a:lnTo>
                    <a:pt x="1580206" y="3592006"/>
                  </a:lnTo>
                  <a:lnTo>
                    <a:pt x="1626693" y="3527422"/>
                  </a:lnTo>
                  <a:lnTo>
                    <a:pt x="1671208" y="3455771"/>
                  </a:lnTo>
                  <a:lnTo>
                    <a:pt x="1714351" y="3376692"/>
                  </a:lnTo>
                  <a:lnTo>
                    <a:pt x="1719082" y="3367444"/>
                  </a:lnTo>
                  <a:lnTo>
                    <a:pt x="1749636" y="3305056"/>
                  </a:lnTo>
                  <a:lnTo>
                    <a:pt x="1779919" y="3238717"/>
                  </a:lnTo>
                  <a:lnTo>
                    <a:pt x="1810074" y="3168347"/>
                  </a:lnTo>
                  <a:lnTo>
                    <a:pt x="1840217" y="3093912"/>
                  </a:lnTo>
                  <a:lnTo>
                    <a:pt x="1870440" y="3015428"/>
                  </a:lnTo>
                  <a:lnTo>
                    <a:pt x="1900815" y="2932969"/>
                  </a:lnTo>
                  <a:lnTo>
                    <a:pt x="1931391" y="2846667"/>
                  </a:lnTo>
                  <a:lnTo>
                    <a:pt x="1962203" y="2756716"/>
                  </a:lnTo>
                  <a:lnTo>
                    <a:pt x="1993263" y="2663372"/>
                  </a:lnTo>
                  <a:lnTo>
                    <a:pt x="2024574" y="2566954"/>
                  </a:lnTo>
                  <a:lnTo>
                    <a:pt x="2056119" y="2467839"/>
                  </a:lnTo>
                  <a:lnTo>
                    <a:pt x="2087871" y="2366458"/>
                  </a:lnTo>
                  <a:lnTo>
                    <a:pt x="2119794" y="2263289"/>
                  </a:lnTo>
                  <a:lnTo>
                    <a:pt x="2151841" y="2158849"/>
                  </a:lnTo>
                  <a:lnTo>
                    <a:pt x="2183960" y="2053683"/>
                  </a:lnTo>
                  <a:lnTo>
                    <a:pt x="2216095" y="1948350"/>
                  </a:lnTo>
                  <a:lnTo>
                    <a:pt x="2248191" y="1843415"/>
                  </a:lnTo>
                  <a:lnTo>
                    <a:pt x="2280192" y="1739432"/>
                  </a:lnTo>
                  <a:lnTo>
                    <a:pt x="2312050" y="1636937"/>
                  </a:lnTo>
                  <a:lnTo>
                    <a:pt x="2343722" y="1536432"/>
                  </a:lnTo>
                  <a:lnTo>
                    <a:pt x="2375173" y="1438375"/>
                  </a:lnTo>
                  <a:lnTo>
                    <a:pt x="2406382" y="1343178"/>
                  </a:lnTo>
                  <a:lnTo>
                    <a:pt x="2437339" y="1251193"/>
                  </a:lnTo>
                  <a:lnTo>
                    <a:pt x="2468051" y="1162713"/>
                  </a:lnTo>
                  <a:lnTo>
                    <a:pt x="2498540" y="1077970"/>
                  </a:lnTo>
                  <a:lnTo>
                    <a:pt x="2528845" y="997132"/>
                  </a:lnTo>
                  <a:lnTo>
                    <a:pt x="2559026" y="920305"/>
                  </a:lnTo>
                  <a:lnTo>
                    <a:pt x="2589161" y="847541"/>
                  </a:lnTo>
                  <a:lnTo>
                    <a:pt x="2619353" y="778834"/>
                  </a:lnTo>
                  <a:lnTo>
                    <a:pt x="2649728" y="714130"/>
                  </a:lnTo>
                  <a:lnTo>
                    <a:pt x="2667772" y="677844"/>
                  </a:lnTo>
                  <a:lnTo>
                    <a:pt x="2710794" y="597936"/>
                  </a:lnTo>
                  <a:lnTo>
                    <a:pt x="2755129" y="525470"/>
                  </a:lnTo>
                  <a:lnTo>
                    <a:pt x="2801364" y="460128"/>
                  </a:lnTo>
                  <a:lnTo>
                    <a:pt x="2850161" y="401337"/>
                  </a:lnTo>
                  <a:lnTo>
                    <a:pt x="2902204" y="348428"/>
                  </a:lnTo>
                  <a:lnTo>
                    <a:pt x="2958151" y="300737"/>
                  </a:lnTo>
                  <a:lnTo>
                    <a:pt x="3018578" y="257655"/>
                  </a:lnTo>
                  <a:lnTo>
                    <a:pt x="3083903" y="218667"/>
                  </a:lnTo>
                  <a:lnTo>
                    <a:pt x="3154288" y="183366"/>
                  </a:lnTo>
                  <a:lnTo>
                    <a:pt x="3229516" y="151466"/>
                  </a:lnTo>
                  <a:lnTo>
                    <a:pt x="3308857" y="122797"/>
                  </a:lnTo>
                  <a:lnTo>
                    <a:pt x="3390942" y="97299"/>
                  </a:lnTo>
                  <a:lnTo>
                    <a:pt x="3473692" y="74997"/>
                  </a:lnTo>
                  <a:lnTo>
                    <a:pt x="3554362" y="55960"/>
                  </a:lnTo>
                  <a:lnTo>
                    <a:pt x="3629754" y="40250"/>
                  </a:lnTo>
                  <a:lnTo>
                    <a:pt x="3696604" y="27854"/>
                  </a:lnTo>
                  <a:lnTo>
                    <a:pt x="3752114" y="18634"/>
                  </a:lnTo>
                  <a:lnTo>
                    <a:pt x="3794495" y="12294"/>
                  </a:lnTo>
                  <a:lnTo>
                    <a:pt x="3823369" y="8386"/>
                  </a:lnTo>
                  <a:lnTo>
                    <a:pt x="3839930" y="6350"/>
                  </a:lnTo>
                  <a:lnTo>
                    <a:pt x="3846858" y="557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8" y="5506"/>
                  </a:lnTo>
                  <a:lnTo>
                    <a:pt x="4396143" y="5951"/>
                  </a:lnTo>
                  <a:lnTo>
                    <a:pt x="4416260" y="7181"/>
                  </a:lnTo>
                  <a:lnTo>
                    <a:pt x="4451754" y="9594"/>
                  </a:lnTo>
                  <a:lnTo>
                    <a:pt x="4503698" y="13544"/>
                  </a:lnTo>
                  <a:lnTo>
                    <a:pt x="4570888" y="19290"/>
                  </a:lnTo>
                  <a:lnTo>
                    <a:pt x="4650245" y="26979"/>
                  </a:lnTo>
                  <a:lnTo>
                    <a:pt x="4737599" y="36653"/>
                  </a:lnTo>
                  <a:lnTo>
                    <a:pt x="4828574" y="48284"/>
                  </a:lnTo>
                  <a:lnTo>
                    <a:pt x="4919321" y="61827"/>
                  </a:lnTo>
                  <a:lnTo>
                    <a:pt x="5006925" y="77258"/>
                  </a:lnTo>
                  <a:lnTo>
                    <a:pt x="5089518" y="94617"/>
                  </a:lnTo>
                  <a:lnTo>
                    <a:pt x="5166171" y="114020"/>
                  </a:lnTo>
                  <a:lnTo>
                    <a:pt x="5236688" y="135670"/>
                  </a:lnTo>
                  <a:lnTo>
                    <a:pt x="5301392" y="159852"/>
                  </a:lnTo>
                  <a:lnTo>
                    <a:pt x="5360935" y="186931"/>
                  </a:lnTo>
                  <a:lnTo>
                    <a:pt x="5416149" y="217327"/>
                  </a:lnTo>
                  <a:lnTo>
                    <a:pt x="5467946" y="251483"/>
                  </a:lnTo>
                  <a:lnTo>
                    <a:pt x="5517225" y="289801"/>
                  </a:lnTo>
                  <a:lnTo>
                    <a:pt x="5564800" y="332533"/>
                  </a:lnTo>
                  <a:lnTo>
                    <a:pt x="5567201" y="334838"/>
                  </a:lnTo>
                  <a:lnTo>
                    <a:pt x="5607630" y="375760"/>
                  </a:lnTo>
                  <a:lnTo>
                    <a:pt x="5647668" y="420106"/>
                  </a:lnTo>
                  <a:lnTo>
                    <a:pt x="5687615" y="467942"/>
                  </a:lnTo>
                  <a:lnTo>
                    <a:pt x="5727698" y="519260"/>
                  </a:lnTo>
                  <a:lnTo>
                    <a:pt x="5768075" y="573966"/>
                  </a:lnTo>
                  <a:lnTo>
                    <a:pt x="5808844" y="631877"/>
                  </a:lnTo>
                  <a:lnTo>
                    <a:pt x="5850050" y="692717"/>
                  </a:lnTo>
                  <a:lnTo>
                    <a:pt x="5891687" y="756114"/>
                  </a:lnTo>
                  <a:lnTo>
                    <a:pt x="5933709" y="821610"/>
                  </a:lnTo>
                  <a:lnTo>
                    <a:pt x="5976035" y="888673"/>
                  </a:lnTo>
                  <a:lnTo>
                    <a:pt x="6018555" y="956712"/>
                  </a:lnTo>
                  <a:lnTo>
                    <a:pt x="6061145" y="1025097"/>
                  </a:lnTo>
                  <a:lnTo>
                    <a:pt x="6103675" y="1093187"/>
                  </a:lnTo>
                  <a:lnTo>
                    <a:pt x="6146020" y="1160350"/>
                  </a:lnTo>
                  <a:lnTo>
                    <a:pt x="6188070" y="1225992"/>
                  </a:lnTo>
                  <a:lnTo>
                    <a:pt x="6229740" y="1289574"/>
                  </a:lnTo>
                  <a:lnTo>
                    <a:pt x="6270981" y="1350632"/>
                  </a:lnTo>
                  <a:lnTo>
                    <a:pt x="6311784" y="1408788"/>
                  </a:lnTo>
                  <a:lnTo>
                    <a:pt x="6352189" y="1463758"/>
                  </a:lnTo>
                  <a:lnTo>
                    <a:pt x="6392291" y="1515350"/>
                  </a:lnTo>
                  <a:lnTo>
                    <a:pt x="6432242" y="1563465"/>
                  </a:lnTo>
                  <a:lnTo>
                    <a:pt x="6472262" y="1608087"/>
                  </a:lnTo>
                  <a:lnTo>
                    <a:pt x="6512647" y="1649278"/>
                  </a:lnTo>
                  <a:lnTo>
                    <a:pt x="6515891" y="1652416"/>
                  </a:lnTo>
                  <a:lnTo>
                    <a:pt x="6563398" y="1695375"/>
                  </a:lnTo>
                  <a:lnTo>
                    <a:pt x="6612572" y="1733914"/>
                  </a:lnTo>
                  <a:lnTo>
                    <a:pt x="6664218" y="1768274"/>
                  </a:lnTo>
                  <a:lnTo>
                    <a:pt x="6719235" y="1798852"/>
                  </a:lnTo>
                  <a:lnTo>
                    <a:pt x="6778535" y="1826090"/>
                  </a:lnTo>
                  <a:lnTo>
                    <a:pt x="6842957" y="1850411"/>
                  </a:lnTo>
                  <a:lnTo>
                    <a:pt x="6913165" y="1872182"/>
                  </a:lnTo>
                  <a:lnTo>
                    <a:pt x="6989503" y="1891695"/>
                  </a:lnTo>
                  <a:lnTo>
                    <a:pt x="7071808" y="1909155"/>
                  </a:lnTo>
                  <a:lnTo>
                    <a:pt x="7159193" y="1924684"/>
                  </a:lnTo>
                  <a:lnTo>
                    <a:pt x="7249841" y="1938323"/>
                  </a:lnTo>
                  <a:lnTo>
                    <a:pt x="7340891" y="1950053"/>
                  </a:lnTo>
                  <a:lnTo>
                    <a:pt x="7428534" y="1959828"/>
                  </a:lnTo>
                  <a:lnTo>
                    <a:pt x="7508407" y="1967618"/>
                  </a:lnTo>
                  <a:lnTo>
                    <a:pt x="7576307" y="1973461"/>
                  </a:lnTo>
                  <a:lnTo>
                    <a:pt x="7629079" y="1977497"/>
                  </a:lnTo>
                  <a:lnTo>
                    <a:pt x="7665408" y="1979982"/>
                  </a:lnTo>
                  <a:lnTo>
                    <a:pt x="7686250" y="1981263"/>
                  </a:lnTo>
                  <a:lnTo>
                    <a:pt x="7694810" y="1981738"/>
                  </a:lnTo>
                  <a:lnTo>
                    <a:pt x="7696237" y="1981810"/>
                  </a:lnTo>
                  <a:lnTo>
                    <a:pt x="8234974" y="1981810"/>
                  </a:lnTo>
                  <a:lnTo>
                    <a:pt x="8234974" y="1976365"/>
                  </a:ln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4" y="94"/>
                  </a:lnTo>
                  <a:lnTo>
                    <a:pt x="3841113" y="769"/>
                  </a:lnTo>
                  <a:lnTo>
                    <a:pt x="3825781" y="2633"/>
                  </a:lnTo>
                  <a:lnTo>
                    <a:pt x="3798363" y="6304"/>
                  </a:lnTo>
                  <a:lnTo>
                    <a:pt x="3757493" y="12349"/>
                  </a:lnTo>
                  <a:lnTo>
                    <a:pt x="3703376" y="21232"/>
                  </a:lnTo>
                  <a:lnTo>
                    <a:pt x="3637663" y="33265"/>
                  </a:lnTo>
                  <a:lnTo>
                    <a:pt x="3563063" y="48605"/>
                  </a:lnTo>
                  <a:lnTo>
                    <a:pt x="3482815" y="67274"/>
                  </a:lnTo>
                  <a:lnTo>
                    <a:pt x="3400150" y="89217"/>
                  </a:lnTo>
                  <a:lnTo>
                    <a:pt x="3317876" y="114362"/>
                  </a:lnTo>
                  <a:lnTo>
                    <a:pt x="3238150" y="142678"/>
                  </a:lnTo>
                  <a:lnTo>
                    <a:pt x="3162417" y="174213"/>
                  </a:lnTo>
                  <a:lnTo>
                    <a:pt x="3091475" y="209123"/>
                  </a:lnTo>
                  <a:lnTo>
                    <a:pt x="3025590" y="247684"/>
                  </a:lnTo>
                  <a:lnTo>
                    <a:pt x="2964636" y="290287"/>
                  </a:lnTo>
                  <a:lnTo>
                    <a:pt x="2908217" y="337438"/>
                  </a:lnTo>
                  <a:lnTo>
                    <a:pt x="2855772" y="389734"/>
                  </a:lnTo>
                  <a:lnTo>
                    <a:pt x="2806648" y="447838"/>
                  </a:lnTo>
                  <a:lnTo>
                    <a:pt x="2760162" y="512421"/>
                  </a:lnTo>
                  <a:lnTo>
                    <a:pt x="2715646" y="584073"/>
                  </a:lnTo>
                  <a:lnTo>
                    <a:pt x="2672504" y="663151"/>
                  </a:lnTo>
                  <a:lnTo>
                    <a:pt x="2667772" y="672399"/>
                  </a:lnTo>
                  <a:lnTo>
                    <a:pt x="2637219" y="734787"/>
                  </a:lnTo>
                  <a:lnTo>
                    <a:pt x="2606936" y="801126"/>
                  </a:lnTo>
                  <a:lnTo>
                    <a:pt x="2576781" y="871496"/>
                  </a:lnTo>
                  <a:lnTo>
                    <a:pt x="2546638" y="945932"/>
                  </a:lnTo>
                  <a:lnTo>
                    <a:pt x="2516414" y="1024415"/>
                  </a:lnTo>
                  <a:lnTo>
                    <a:pt x="2486040" y="1106874"/>
                  </a:lnTo>
                  <a:lnTo>
                    <a:pt x="2455463" y="1193176"/>
                  </a:lnTo>
                  <a:lnTo>
                    <a:pt x="2424652" y="1283127"/>
                  </a:lnTo>
                  <a:lnTo>
                    <a:pt x="2393591" y="1376471"/>
                  </a:lnTo>
                  <a:lnTo>
                    <a:pt x="2362281" y="1472889"/>
                  </a:lnTo>
                  <a:lnTo>
                    <a:pt x="2330736" y="1572004"/>
                  </a:lnTo>
                  <a:lnTo>
                    <a:pt x="2298983" y="1673386"/>
                  </a:lnTo>
                  <a:lnTo>
                    <a:pt x="2267061" y="1776554"/>
                  </a:lnTo>
                  <a:lnTo>
                    <a:pt x="2235014" y="1880994"/>
                  </a:lnTo>
                  <a:lnTo>
                    <a:pt x="2202895" y="1986161"/>
                  </a:lnTo>
                  <a:lnTo>
                    <a:pt x="2170760" y="2091494"/>
                  </a:lnTo>
                  <a:lnTo>
                    <a:pt x="2138664" y="2196429"/>
                  </a:lnTo>
                  <a:lnTo>
                    <a:pt x="2106662" y="2300411"/>
                  </a:lnTo>
                  <a:lnTo>
                    <a:pt x="2074804" y="2402906"/>
                  </a:lnTo>
                  <a:lnTo>
                    <a:pt x="2043133" y="2503412"/>
                  </a:lnTo>
                  <a:lnTo>
                    <a:pt x="2011682" y="2601468"/>
                  </a:lnTo>
                  <a:lnTo>
                    <a:pt x="1980473" y="2696666"/>
                  </a:lnTo>
                  <a:lnTo>
                    <a:pt x="1949515" y="2788651"/>
                  </a:lnTo>
                  <a:lnTo>
                    <a:pt x="1918803" y="2877130"/>
                  </a:lnTo>
                  <a:lnTo>
                    <a:pt x="1888315" y="2961873"/>
                  </a:lnTo>
                  <a:lnTo>
                    <a:pt x="1858010" y="3042712"/>
                  </a:lnTo>
                  <a:lnTo>
                    <a:pt x="1827829" y="3119538"/>
                  </a:lnTo>
                  <a:lnTo>
                    <a:pt x="1797694" y="3192302"/>
                  </a:lnTo>
                  <a:lnTo>
                    <a:pt x="1767501" y="3261010"/>
                  </a:lnTo>
                  <a:lnTo>
                    <a:pt x="1737126" y="3325713"/>
                  </a:lnTo>
                  <a:lnTo>
                    <a:pt x="1719082" y="3361999"/>
                  </a:lnTo>
                  <a:lnTo>
                    <a:pt x="1676061" y="3441908"/>
                  </a:lnTo>
                  <a:lnTo>
                    <a:pt x="1631726" y="3514373"/>
                  </a:lnTo>
                  <a:lnTo>
                    <a:pt x="1585490" y="3579716"/>
                  </a:lnTo>
                  <a:lnTo>
                    <a:pt x="1536693" y="3638507"/>
                  </a:lnTo>
                  <a:lnTo>
                    <a:pt x="1484651" y="3691415"/>
                  </a:lnTo>
                  <a:lnTo>
                    <a:pt x="1428704" y="3739106"/>
                  </a:lnTo>
                  <a:lnTo>
                    <a:pt x="1368277" y="3782188"/>
                  </a:lnTo>
                  <a:lnTo>
                    <a:pt x="1302952" y="3821176"/>
                  </a:lnTo>
                  <a:lnTo>
                    <a:pt x="1232567" y="3856477"/>
                  </a:lnTo>
                  <a:lnTo>
                    <a:pt x="1157338" y="3888378"/>
                  </a:lnTo>
                  <a:lnTo>
                    <a:pt x="1077997" y="3917047"/>
                  </a:lnTo>
                  <a:lnTo>
                    <a:pt x="995913" y="3942545"/>
                  </a:lnTo>
                  <a:lnTo>
                    <a:pt x="913163" y="3964847"/>
                  </a:lnTo>
                  <a:lnTo>
                    <a:pt x="832492" y="3983883"/>
                  </a:lnTo>
                  <a:lnTo>
                    <a:pt x="757100" y="3999593"/>
                  </a:lnTo>
                  <a:lnTo>
                    <a:pt x="690251" y="4011989"/>
                  </a:lnTo>
                  <a:lnTo>
                    <a:pt x="634740" y="4021209"/>
                  </a:lnTo>
                  <a:lnTo>
                    <a:pt x="592359" y="4027550"/>
                  </a:lnTo>
                  <a:lnTo>
                    <a:pt x="563485" y="4031458"/>
                  </a:lnTo>
                  <a:lnTo>
                    <a:pt x="546925" y="4033493"/>
                  </a:lnTo>
                  <a:lnTo>
                    <a:pt x="539997" y="4034269"/>
                  </a:lnTo>
                  <a:lnTo>
                    <a:pt x="538736" y="4034399"/>
                  </a:lnTo>
                  <a:lnTo>
                    <a:pt x="0" y="4034399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43" name="pl1743"/>
            <p:cNvSpPr/>
            <p:nvPr/>
          </p:nvSpPr>
          <p:spPr>
            <a:xfrm>
              <a:off x="546595" y="1300355"/>
              <a:ext cx="8234974" cy="4034399"/>
            </a:xfrm>
            <a:custGeom>
              <a:avLst/>
              <a:pathLst>
                <a:path w="8234974" h="4034399">
                  <a:moveTo>
                    <a:pt x="0" y="4034399"/>
                  </a:moveTo>
                  <a:lnTo>
                    <a:pt x="538736" y="4034399"/>
                  </a:lnTo>
                  <a:lnTo>
                    <a:pt x="539661" y="4034305"/>
                  </a:lnTo>
                  <a:lnTo>
                    <a:pt x="545741" y="4033630"/>
                  </a:lnTo>
                  <a:lnTo>
                    <a:pt x="561073" y="4031765"/>
                  </a:lnTo>
                  <a:lnTo>
                    <a:pt x="588491" y="4028095"/>
                  </a:lnTo>
                  <a:lnTo>
                    <a:pt x="629362" y="4022049"/>
                  </a:lnTo>
                  <a:lnTo>
                    <a:pt x="683478" y="4013167"/>
                  </a:lnTo>
                  <a:lnTo>
                    <a:pt x="749192" y="4001133"/>
                  </a:lnTo>
                  <a:lnTo>
                    <a:pt x="823792" y="3985794"/>
                  </a:lnTo>
                  <a:lnTo>
                    <a:pt x="904039" y="3967125"/>
                  </a:lnTo>
                  <a:lnTo>
                    <a:pt x="986704" y="3945182"/>
                  </a:lnTo>
                  <a:lnTo>
                    <a:pt x="1068979" y="3920037"/>
                  </a:lnTo>
                  <a:lnTo>
                    <a:pt x="1148705" y="3891721"/>
                  </a:lnTo>
                  <a:lnTo>
                    <a:pt x="1224437" y="3860186"/>
                  </a:lnTo>
                  <a:lnTo>
                    <a:pt x="1295379" y="3825275"/>
                  </a:lnTo>
                  <a:lnTo>
                    <a:pt x="1361264" y="3786715"/>
                  </a:lnTo>
                  <a:lnTo>
                    <a:pt x="1422219" y="3744111"/>
                  </a:lnTo>
                  <a:lnTo>
                    <a:pt x="1478637" y="3696961"/>
                  </a:lnTo>
                  <a:lnTo>
                    <a:pt x="1531082" y="3644665"/>
                  </a:lnTo>
                  <a:lnTo>
                    <a:pt x="1580206" y="3586561"/>
                  </a:lnTo>
                  <a:lnTo>
                    <a:pt x="1626693" y="3521978"/>
                  </a:lnTo>
                  <a:lnTo>
                    <a:pt x="1671208" y="3450326"/>
                  </a:lnTo>
                  <a:lnTo>
                    <a:pt x="1714351" y="3371248"/>
                  </a:lnTo>
                  <a:lnTo>
                    <a:pt x="1719082" y="3361999"/>
                  </a:lnTo>
                  <a:lnTo>
                    <a:pt x="1749636" y="3299612"/>
                  </a:lnTo>
                  <a:lnTo>
                    <a:pt x="1779919" y="3233273"/>
                  </a:lnTo>
                  <a:lnTo>
                    <a:pt x="1810074" y="3162903"/>
                  </a:lnTo>
                  <a:lnTo>
                    <a:pt x="1840217" y="3088467"/>
                  </a:lnTo>
                  <a:lnTo>
                    <a:pt x="1870440" y="3009983"/>
                  </a:lnTo>
                  <a:lnTo>
                    <a:pt x="1900815" y="2927525"/>
                  </a:lnTo>
                  <a:lnTo>
                    <a:pt x="1931391" y="2841223"/>
                  </a:lnTo>
                  <a:lnTo>
                    <a:pt x="1962203" y="2751271"/>
                  </a:lnTo>
                  <a:lnTo>
                    <a:pt x="1993263" y="2657928"/>
                  </a:lnTo>
                  <a:lnTo>
                    <a:pt x="2024574" y="2561510"/>
                  </a:lnTo>
                  <a:lnTo>
                    <a:pt x="2056119" y="2462394"/>
                  </a:lnTo>
                  <a:lnTo>
                    <a:pt x="2087871" y="2361013"/>
                  </a:lnTo>
                  <a:lnTo>
                    <a:pt x="2119794" y="2257845"/>
                  </a:lnTo>
                  <a:lnTo>
                    <a:pt x="2151841" y="2153405"/>
                  </a:lnTo>
                  <a:lnTo>
                    <a:pt x="2183960" y="2048238"/>
                  </a:lnTo>
                  <a:lnTo>
                    <a:pt x="2216095" y="1942905"/>
                  </a:lnTo>
                  <a:lnTo>
                    <a:pt x="2248191" y="1837970"/>
                  </a:lnTo>
                  <a:lnTo>
                    <a:pt x="2280192" y="1733988"/>
                  </a:lnTo>
                  <a:lnTo>
                    <a:pt x="2312050" y="1631493"/>
                  </a:lnTo>
                  <a:lnTo>
                    <a:pt x="2343722" y="1530987"/>
                  </a:lnTo>
                  <a:lnTo>
                    <a:pt x="2375173" y="1432931"/>
                  </a:lnTo>
                  <a:lnTo>
                    <a:pt x="2406382" y="1337733"/>
                  </a:lnTo>
                  <a:lnTo>
                    <a:pt x="2437339" y="1245748"/>
                  </a:lnTo>
                  <a:lnTo>
                    <a:pt x="2468051" y="1157269"/>
                  </a:lnTo>
                  <a:lnTo>
                    <a:pt x="2498540" y="1072526"/>
                  </a:lnTo>
                  <a:lnTo>
                    <a:pt x="2528845" y="991687"/>
                  </a:lnTo>
                  <a:lnTo>
                    <a:pt x="2559026" y="914861"/>
                  </a:lnTo>
                  <a:lnTo>
                    <a:pt x="2589161" y="842096"/>
                  </a:lnTo>
                  <a:lnTo>
                    <a:pt x="2619353" y="773389"/>
                  </a:lnTo>
                  <a:lnTo>
                    <a:pt x="2649728" y="708686"/>
                  </a:lnTo>
                  <a:lnTo>
                    <a:pt x="2667772" y="672399"/>
                  </a:lnTo>
                  <a:lnTo>
                    <a:pt x="2710794" y="592491"/>
                  </a:lnTo>
                  <a:lnTo>
                    <a:pt x="2755129" y="520026"/>
                  </a:lnTo>
                  <a:lnTo>
                    <a:pt x="2801364" y="454683"/>
                  </a:lnTo>
                  <a:lnTo>
                    <a:pt x="2850161" y="395892"/>
                  </a:lnTo>
                  <a:lnTo>
                    <a:pt x="2902204" y="342984"/>
                  </a:lnTo>
                  <a:lnTo>
                    <a:pt x="2958151" y="295293"/>
                  </a:lnTo>
                  <a:lnTo>
                    <a:pt x="3018578" y="252211"/>
                  </a:lnTo>
                  <a:lnTo>
                    <a:pt x="3083903" y="213222"/>
                  </a:lnTo>
                  <a:lnTo>
                    <a:pt x="3154288" y="177922"/>
                  </a:lnTo>
                  <a:lnTo>
                    <a:pt x="3229516" y="146021"/>
                  </a:lnTo>
                  <a:lnTo>
                    <a:pt x="3308857" y="117352"/>
                  </a:lnTo>
                  <a:lnTo>
                    <a:pt x="3390942" y="91854"/>
                  </a:lnTo>
                  <a:lnTo>
                    <a:pt x="3473692" y="69552"/>
                  </a:lnTo>
                  <a:lnTo>
                    <a:pt x="3554362" y="50516"/>
                  </a:lnTo>
                  <a:lnTo>
                    <a:pt x="3629754" y="34805"/>
                  </a:lnTo>
                  <a:lnTo>
                    <a:pt x="3696604" y="22410"/>
                  </a:lnTo>
                  <a:lnTo>
                    <a:pt x="3752114" y="13189"/>
                  </a:lnTo>
                  <a:lnTo>
                    <a:pt x="3794495" y="6849"/>
                  </a:lnTo>
                  <a:lnTo>
                    <a:pt x="3823369" y="2941"/>
                  </a:lnTo>
                  <a:lnTo>
                    <a:pt x="3839930" y="906"/>
                  </a:lnTo>
                  <a:lnTo>
                    <a:pt x="3846858" y="130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8" y="62"/>
                  </a:lnTo>
                  <a:lnTo>
                    <a:pt x="4396143" y="506"/>
                  </a:lnTo>
                  <a:lnTo>
                    <a:pt x="4416260" y="1736"/>
                  </a:lnTo>
                  <a:lnTo>
                    <a:pt x="4451754" y="4150"/>
                  </a:lnTo>
                  <a:lnTo>
                    <a:pt x="4503698" y="8100"/>
                  </a:lnTo>
                  <a:lnTo>
                    <a:pt x="4570888" y="13846"/>
                  </a:lnTo>
                  <a:lnTo>
                    <a:pt x="4650245" y="21535"/>
                  </a:lnTo>
                  <a:lnTo>
                    <a:pt x="4737599" y="31208"/>
                  </a:lnTo>
                  <a:lnTo>
                    <a:pt x="4828574" y="42840"/>
                  </a:lnTo>
                  <a:lnTo>
                    <a:pt x="4919321" y="56382"/>
                  </a:lnTo>
                  <a:lnTo>
                    <a:pt x="5006925" y="71814"/>
                  </a:lnTo>
                  <a:lnTo>
                    <a:pt x="5089518" y="89173"/>
                  </a:lnTo>
                  <a:lnTo>
                    <a:pt x="5166171" y="108576"/>
                  </a:lnTo>
                  <a:lnTo>
                    <a:pt x="5236688" y="130225"/>
                  </a:lnTo>
                  <a:lnTo>
                    <a:pt x="5301392" y="154408"/>
                  </a:lnTo>
                  <a:lnTo>
                    <a:pt x="5360935" y="181487"/>
                  </a:lnTo>
                  <a:lnTo>
                    <a:pt x="5416149" y="211883"/>
                  </a:lnTo>
                  <a:lnTo>
                    <a:pt x="5467946" y="246039"/>
                  </a:lnTo>
                  <a:lnTo>
                    <a:pt x="5517225" y="284356"/>
                  </a:lnTo>
                  <a:lnTo>
                    <a:pt x="5564800" y="327088"/>
                  </a:lnTo>
                  <a:lnTo>
                    <a:pt x="5567201" y="329394"/>
                  </a:lnTo>
                  <a:lnTo>
                    <a:pt x="5607630" y="370315"/>
                  </a:lnTo>
                  <a:lnTo>
                    <a:pt x="5647668" y="414661"/>
                  </a:lnTo>
                  <a:lnTo>
                    <a:pt x="5687615" y="462497"/>
                  </a:lnTo>
                  <a:lnTo>
                    <a:pt x="5727698" y="513815"/>
                  </a:lnTo>
                  <a:lnTo>
                    <a:pt x="5768075" y="568521"/>
                  </a:lnTo>
                  <a:lnTo>
                    <a:pt x="5808844" y="626433"/>
                  </a:lnTo>
                  <a:lnTo>
                    <a:pt x="5850050" y="687272"/>
                  </a:lnTo>
                  <a:lnTo>
                    <a:pt x="5891687" y="750669"/>
                  </a:lnTo>
                  <a:lnTo>
                    <a:pt x="5933709" y="816165"/>
                  </a:lnTo>
                  <a:lnTo>
                    <a:pt x="5976035" y="883229"/>
                  </a:lnTo>
                  <a:lnTo>
                    <a:pt x="6018555" y="951267"/>
                  </a:lnTo>
                  <a:lnTo>
                    <a:pt x="6061145" y="1019653"/>
                  </a:lnTo>
                  <a:lnTo>
                    <a:pt x="6103675" y="1087743"/>
                  </a:lnTo>
                  <a:lnTo>
                    <a:pt x="6146020" y="1154906"/>
                  </a:lnTo>
                  <a:lnTo>
                    <a:pt x="6188070" y="1220548"/>
                  </a:lnTo>
                  <a:lnTo>
                    <a:pt x="6229740" y="1284129"/>
                  </a:lnTo>
                  <a:lnTo>
                    <a:pt x="6270981" y="1345187"/>
                  </a:lnTo>
                  <a:lnTo>
                    <a:pt x="6311784" y="1403344"/>
                  </a:lnTo>
                  <a:lnTo>
                    <a:pt x="6352189" y="1458313"/>
                  </a:lnTo>
                  <a:lnTo>
                    <a:pt x="6392291" y="1509906"/>
                  </a:lnTo>
                  <a:lnTo>
                    <a:pt x="6432242" y="1558020"/>
                  </a:lnTo>
                  <a:lnTo>
                    <a:pt x="6472262" y="1602643"/>
                  </a:lnTo>
                  <a:lnTo>
                    <a:pt x="6512647" y="1643833"/>
                  </a:lnTo>
                  <a:lnTo>
                    <a:pt x="6515891" y="1646971"/>
                  </a:lnTo>
                  <a:lnTo>
                    <a:pt x="6563398" y="1689930"/>
                  </a:lnTo>
                  <a:lnTo>
                    <a:pt x="6612572" y="1728470"/>
                  </a:lnTo>
                  <a:lnTo>
                    <a:pt x="6664218" y="1762829"/>
                  </a:lnTo>
                  <a:lnTo>
                    <a:pt x="6719235" y="1793407"/>
                  </a:lnTo>
                  <a:lnTo>
                    <a:pt x="6778535" y="1820645"/>
                  </a:lnTo>
                  <a:lnTo>
                    <a:pt x="6842957" y="1844967"/>
                  </a:lnTo>
                  <a:lnTo>
                    <a:pt x="6913165" y="1866738"/>
                  </a:lnTo>
                  <a:lnTo>
                    <a:pt x="6989503" y="1886250"/>
                  </a:lnTo>
                  <a:lnTo>
                    <a:pt x="7071808" y="1903710"/>
                  </a:lnTo>
                  <a:lnTo>
                    <a:pt x="7159193" y="1919239"/>
                  </a:lnTo>
                  <a:lnTo>
                    <a:pt x="7249841" y="1932878"/>
                  </a:lnTo>
                  <a:lnTo>
                    <a:pt x="7340891" y="1944609"/>
                  </a:lnTo>
                  <a:lnTo>
                    <a:pt x="7428534" y="1954384"/>
                  </a:lnTo>
                  <a:lnTo>
                    <a:pt x="7508407" y="1962174"/>
                  </a:lnTo>
                  <a:lnTo>
                    <a:pt x="7576307" y="1968017"/>
                  </a:lnTo>
                  <a:lnTo>
                    <a:pt x="7629079" y="1972053"/>
                  </a:lnTo>
                  <a:lnTo>
                    <a:pt x="7665408" y="1974537"/>
                  </a:lnTo>
                  <a:lnTo>
                    <a:pt x="7686250" y="1975818"/>
                  </a:lnTo>
                  <a:lnTo>
                    <a:pt x="7694810" y="1976293"/>
                  </a:lnTo>
                  <a:lnTo>
                    <a:pt x="7696237" y="1976365"/>
                  </a:lnTo>
                  <a:lnTo>
                    <a:pt x="7696237" y="1976365"/>
                  </a:lnTo>
                  <a:lnTo>
                    <a:pt x="8234974" y="19763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4" name="pl1744"/>
            <p:cNvSpPr/>
            <p:nvPr/>
          </p:nvSpPr>
          <p:spPr>
            <a:xfrm>
              <a:off x="546595" y="1294910"/>
              <a:ext cx="8234974" cy="4034399"/>
            </a:xfrm>
            <a:custGeom>
              <a:avLst/>
              <a:pathLst>
                <a:path w="8234974" h="4034399">
                  <a:moveTo>
                    <a:pt x="8234974" y="1976365"/>
                  </a:move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4" y="94"/>
                  </a:lnTo>
                  <a:lnTo>
                    <a:pt x="3841113" y="769"/>
                  </a:lnTo>
                  <a:lnTo>
                    <a:pt x="3825781" y="2633"/>
                  </a:lnTo>
                  <a:lnTo>
                    <a:pt x="3798363" y="6304"/>
                  </a:lnTo>
                  <a:lnTo>
                    <a:pt x="3757493" y="12349"/>
                  </a:lnTo>
                  <a:lnTo>
                    <a:pt x="3703376" y="21232"/>
                  </a:lnTo>
                  <a:lnTo>
                    <a:pt x="3637663" y="33265"/>
                  </a:lnTo>
                  <a:lnTo>
                    <a:pt x="3563063" y="48605"/>
                  </a:lnTo>
                  <a:lnTo>
                    <a:pt x="3482815" y="67274"/>
                  </a:lnTo>
                  <a:lnTo>
                    <a:pt x="3400150" y="89217"/>
                  </a:lnTo>
                  <a:lnTo>
                    <a:pt x="3317876" y="114362"/>
                  </a:lnTo>
                  <a:lnTo>
                    <a:pt x="3238150" y="142678"/>
                  </a:lnTo>
                  <a:lnTo>
                    <a:pt x="3162417" y="174213"/>
                  </a:lnTo>
                  <a:lnTo>
                    <a:pt x="3091475" y="209123"/>
                  </a:lnTo>
                  <a:lnTo>
                    <a:pt x="3025590" y="247684"/>
                  </a:lnTo>
                  <a:lnTo>
                    <a:pt x="2964636" y="290287"/>
                  </a:lnTo>
                  <a:lnTo>
                    <a:pt x="2908217" y="337438"/>
                  </a:lnTo>
                  <a:lnTo>
                    <a:pt x="2855772" y="389734"/>
                  </a:lnTo>
                  <a:lnTo>
                    <a:pt x="2806648" y="447838"/>
                  </a:lnTo>
                  <a:lnTo>
                    <a:pt x="2760162" y="512421"/>
                  </a:lnTo>
                  <a:lnTo>
                    <a:pt x="2715646" y="584073"/>
                  </a:lnTo>
                  <a:lnTo>
                    <a:pt x="2672504" y="663151"/>
                  </a:lnTo>
                  <a:lnTo>
                    <a:pt x="2667772" y="672399"/>
                  </a:lnTo>
                  <a:lnTo>
                    <a:pt x="2637219" y="734787"/>
                  </a:lnTo>
                  <a:lnTo>
                    <a:pt x="2606936" y="801126"/>
                  </a:lnTo>
                  <a:lnTo>
                    <a:pt x="2576781" y="871496"/>
                  </a:lnTo>
                  <a:lnTo>
                    <a:pt x="2546638" y="945932"/>
                  </a:lnTo>
                  <a:lnTo>
                    <a:pt x="2516414" y="1024415"/>
                  </a:lnTo>
                  <a:lnTo>
                    <a:pt x="2486040" y="1106874"/>
                  </a:lnTo>
                  <a:lnTo>
                    <a:pt x="2455463" y="1193176"/>
                  </a:lnTo>
                  <a:lnTo>
                    <a:pt x="2424652" y="1283127"/>
                  </a:lnTo>
                  <a:lnTo>
                    <a:pt x="2393591" y="1376471"/>
                  </a:lnTo>
                  <a:lnTo>
                    <a:pt x="2362281" y="1472889"/>
                  </a:lnTo>
                  <a:lnTo>
                    <a:pt x="2330736" y="1572004"/>
                  </a:lnTo>
                  <a:lnTo>
                    <a:pt x="2298983" y="1673386"/>
                  </a:lnTo>
                  <a:lnTo>
                    <a:pt x="2267061" y="1776554"/>
                  </a:lnTo>
                  <a:lnTo>
                    <a:pt x="2235014" y="1880994"/>
                  </a:lnTo>
                  <a:lnTo>
                    <a:pt x="2202895" y="1986161"/>
                  </a:lnTo>
                  <a:lnTo>
                    <a:pt x="2170760" y="2091494"/>
                  </a:lnTo>
                  <a:lnTo>
                    <a:pt x="2138664" y="2196429"/>
                  </a:lnTo>
                  <a:lnTo>
                    <a:pt x="2106662" y="2300411"/>
                  </a:lnTo>
                  <a:lnTo>
                    <a:pt x="2074804" y="2402906"/>
                  </a:lnTo>
                  <a:lnTo>
                    <a:pt x="2043133" y="2503412"/>
                  </a:lnTo>
                  <a:lnTo>
                    <a:pt x="2011682" y="2601468"/>
                  </a:lnTo>
                  <a:lnTo>
                    <a:pt x="1980473" y="2696666"/>
                  </a:lnTo>
                  <a:lnTo>
                    <a:pt x="1949515" y="2788651"/>
                  </a:lnTo>
                  <a:lnTo>
                    <a:pt x="1918803" y="2877130"/>
                  </a:lnTo>
                  <a:lnTo>
                    <a:pt x="1888315" y="2961873"/>
                  </a:lnTo>
                  <a:lnTo>
                    <a:pt x="1858010" y="3042712"/>
                  </a:lnTo>
                  <a:lnTo>
                    <a:pt x="1827829" y="3119538"/>
                  </a:lnTo>
                  <a:lnTo>
                    <a:pt x="1797694" y="3192302"/>
                  </a:lnTo>
                  <a:lnTo>
                    <a:pt x="1767501" y="3261010"/>
                  </a:lnTo>
                  <a:lnTo>
                    <a:pt x="1737126" y="3325713"/>
                  </a:lnTo>
                  <a:lnTo>
                    <a:pt x="1719082" y="3361999"/>
                  </a:lnTo>
                  <a:lnTo>
                    <a:pt x="1676061" y="3441908"/>
                  </a:lnTo>
                  <a:lnTo>
                    <a:pt x="1631726" y="3514373"/>
                  </a:lnTo>
                  <a:lnTo>
                    <a:pt x="1585490" y="3579716"/>
                  </a:lnTo>
                  <a:lnTo>
                    <a:pt x="1536693" y="3638507"/>
                  </a:lnTo>
                  <a:lnTo>
                    <a:pt x="1484651" y="3691415"/>
                  </a:lnTo>
                  <a:lnTo>
                    <a:pt x="1428704" y="3739106"/>
                  </a:lnTo>
                  <a:lnTo>
                    <a:pt x="1368277" y="3782188"/>
                  </a:lnTo>
                  <a:lnTo>
                    <a:pt x="1302952" y="3821176"/>
                  </a:lnTo>
                  <a:lnTo>
                    <a:pt x="1232567" y="3856477"/>
                  </a:lnTo>
                  <a:lnTo>
                    <a:pt x="1157338" y="3888378"/>
                  </a:lnTo>
                  <a:lnTo>
                    <a:pt x="1077997" y="3917047"/>
                  </a:lnTo>
                  <a:lnTo>
                    <a:pt x="995913" y="3942545"/>
                  </a:lnTo>
                  <a:lnTo>
                    <a:pt x="913163" y="3964847"/>
                  </a:lnTo>
                  <a:lnTo>
                    <a:pt x="832492" y="3983883"/>
                  </a:lnTo>
                  <a:lnTo>
                    <a:pt x="757100" y="3999593"/>
                  </a:lnTo>
                  <a:lnTo>
                    <a:pt x="690251" y="4011989"/>
                  </a:lnTo>
                  <a:lnTo>
                    <a:pt x="634740" y="4021209"/>
                  </a:lnTo>
                  <a:lnTo>
                    <a:pt x="592359" y="4027550"/>
                  </a:lnTo>
                  <a:lnTo>
                    <a:pt x="563485" y="4031458"/>
                  </a:lnTo>
                  <a:lnTo>
                    <a:pt x="546925" y="4033493"/>
                  </a:lnTo>
                  <a:lnTo>
                    <a:pt x="539997" y="4034269"/>
                  </a:lnTo>
                  <a:lnTo>
                    <a:pt x="538737" y="4034399"/>
                  </a:lnTo>
                  <a:lnTo>
                    <a:pt x="538736" y="4034399"/>
                  </a:lnTo>
                  <a:lnTo>
                    <a:pt x="0" y="40343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5" name="pg1745"/>
            <p:cNvSpPr/>
            <p:nvPr/>
          </p:nvSpPr>
          <p:spPr>
            <a:xfrm>
              <a:off x="546595" y="788568"/>
              <a:ext cx="8234974" cy="4595186"/>
            </a:xfrm>
            <a:custGeom>
              <a:avLst/>
              <a:pathLst>
                <a:path w="8234974" h="4595186">
                  <a:moveTo>
                    <a:pt x="0" y="4595186"/>
                  </a:moveTo>
                  <a:lnTo>
                    <a:pt x="538736" y="4595186"/>
                  </a:lnTo>
                  <a:lnTo>
                    <a:pt x="539958" y="4595119"/>
                  </a:lnTo>
                  <a:lnTo>
                    <a:pt x="547939" y="4594641"/>
                  </a:lnTo>
                  <a:lnTo>
                    <a:pt x="567879" y="4593320"/>
                  </a:lnTo>
                  <a:lnTo>
                    <a:pt x="603078" y="4590725"/>
                  </a:lnTo>
                  <a:lnTo>
                    <a:pt x="654625" y="4586478"/>
                  </a:lnTo>
                  <a:lnTo>
                    <a:pt x="721356" y="4580297"/>
                  </a:lnTo>
                  <a:lnTo>
                    <a:pt x="800250" y="4572022"/>
                  </a:lnTo>
                  <a:lnTo>
                    <a:pt x="887187" y="4561607"/>
                  </a:lnTo>
                  <a:lnTo>
                    <a:pt x="977829" y="4549079"/>
                  </a:lnTo>
                  <a:lnTo>
                    <a:pt x="1068342" y="4534490"/>
                  </a:lnTo>
                  <a:lnTo>
                    <a:pt x="1155808" y="4517862"/>
                  </a:lnTo>
                  <a:lnTo>
                    <a:pt x="1238343" y="4499159"/>
                  </a:lnTo>
                  <a:lnTo>
                    <a:pt x="1314995" y="4478258"/>
                  </a:lnTo>
                  <a:lnTo>
                    <a:pt x="1385546" y="4454945"/>
                  </a:lnTo>
                  <a:lnTo>
                    <a:pt x="1450300" y="4428916"/>
                  </a:lnTo>
                  <a:lnTo>
                    <a:pt x="1509888" y="4399784"/>
                  </a:lnTo>
                  <a:lnTo>
                    <a:pt x="1565131" y="4367098"/>
                  </a:lnTo>
                  <a:lnTo>
                    <a:pt x="1616928" y="4330384"/>
                  </a:lnTo>
                  <a:lnTo>
                    <a:pt x="1666174" y="4289202"/>
                  </a:lnTo>
                  <a:lnTo>
                    <a:pt x="1713682" y="4243269"/>
                  </a:lnTo>
                  <a:lnTo>
                    <a:pt x="1719082" y="4237662"/>
                  </a:lnTo>
                  <a:lnTo>
                    <a:pt x="1758413" y="4194509"/>
                  </a:lnTo>
                  <a:lnTo>
                    <a:pt x="1797364" y="4147843"/>
                  </a:lnTo>
                  <a:lnTo>
                    <a:pt x="1836217" y="4097594"/>
                  </a:lnTo>
                  <a:lnTo>
                    <a:pt x="1875183" y="4043766"/>
                  </a:lnTo>
                  <a:lnTo>
                    <a:pt x="1914414" y="3986442"/>
                  </a:lnTo>
                  <a:lnTo>
                    <a:pt x="1954007" y="3925796"/>
                  </a:lnTo>
                  <a:lnTo>
                    <a:pt x="1994009" y="3862089"/>
                  </a:lnTo>
                  <a:lnTo>
                    <a:pt x="2034425" y="3795676"/>
                  </a:lnTo>
                  <a:lnTo>
                    <a:pt x="2075217" y="3726997"/>
                  </a:lnTo>
                  <a:lnTo>
                    <a:pt x="2116318" y="3656567"/>
                  </a:lnTo>
                  <a:lnTo>
                    <a:pt x="2157633" y="3584965"/>
                  </a:lnTo>
                  <a:lnTo>
                    <a:pt x="2199051" y="3512810"/>
                  </a:lnTo>
                  <a:lnTo>
                    <a:pt x="2240453" y="3440742"/>
                  </a:lnTo>
                  <a:lnTo>
                    <a:pt x="2281720" y="3369398"/>
                  </a:lnTo>
                  <a:lnTo>
                    <a:pt x="2322745" y="3299389"/>
                  </a:lnTo>
                  <a:lnTo>
                    <a:pt x="2363441" y="3231277"/>
                  </a:lnTo>
                  <a:lnTo>
                    <a:pt x="2403746" y="3165559"/>
                  </a:lnTo>
                  <a:lnTo>
                    <a:pt x="2443635" y="3102651"/>
                  </a:lnTo>
                  <a:lnTo>
                    <a:pt x="2483123" y="3042885"/>
                  </a:lnTo>
                  <a:lnTo>
                    <a:pt x="2522270" y="2986497"/>
                  </a:lnTo>
                  <a:lnTo>
                    <a:pt x="2561188" y="2933636"/>
                  </a:lnTo>
                  <a:lnTo>
                    <a:pt x="2600044" y="2884363"/>
                  </a:lnTo>
                  <a:lnTo>
                    <a:pt x="2639068" y="2838660"/>
                  </a:lnTo>
                  <a:lnTo>
                    <a:pt x="2667772" y="2807564"/>
                  </a:lnTo>
                  <a:lnTo>
                    <a:pt x="2715125" y="2761077"/>
                  </a:lnTo>
                  <a:lnTo>
                    <a:pt x="2764132" y="2719358"/>
                  </a:lnTo>
                  <a:lnTo>
                    <a:pt x="2815590" y="2682149"/>
                  </a:lnTo>
                  <a:lnTo>
                    <a:pt x="2870389" y="2649023"/>
                  </a:lnTo>
                  <a:lnTo>
                    <a:pt x="2929432" y="2619504"/>
                  </a:lnTo>
                  <a:lnTo>
                    <a:pt x="2993552" y="2593138"/>
                  </a:lnTo>
                  <a:lnTo>
                    <a:pt x="3063412" y="2569530"/>
                  </a:lnTo>
                  <a:lnTo>
                    <a:pt x="3139359" y="2548363"/>
                  </a:lnTo>
                  <a:lnTo>
                    <a:pt x="3221248" y="2529414"/>
                  </a:lnTo>
                  <a:lnTo>
                    <a:pt x="3308223" y="2512551"/>
                  </a:lnTo>
                  <a:lnTo>
                    <a:pt x="3398513" y="2497726"/>
                  </a:lnTo>
                  <a:lnTo>
                    <a:pt x="3489321" y="2484957"/>
                  </a:lnTo>
                  <a:lnTo>
                    <a:pt x="3576903" y="2474296"/>
                  </a:lnTo>
                  <a:lnTo>
                    <a:pt x="3656946" y="2465775"/>
                  </a:lnTo>
                  <a:lnTo>
                    <a:pt x="3725264" y="2459359"/>
                  </a:lnTo>
                  <a:lnTo>
                    <a:pt x="3778662" y="2454901"/>
                  </a:lnTo>
                  <a:lnTo>
                    <a:pt x="3815735" y="2452133"/>
                  </a:lnTo>
                  <a:lnTo>
                    <a:pt x="3837307" y="2450686"/>
                  </a:lnTo>
                  <a:lnTo>
                    <a:pt x="3846435" y="2450133"/>
                  </a:lnTo>
                  <a:lnTo>
                    <a:pt x="3848118" y="2450040"/>
                  </a:lnTo>
                  <a:lnTo>
                    <a:pt x="4386855" y="2450040"/>
                  </a:lnTo>
                  <a:lnTo>
                    <a:pt x="4388055" y="2449965"/>
                  </a:lnTo>
                  <a:lnTo>
                    <a:pt x="4395895" y="2449430"/>
                  </a:lnTo>
                  <a:lnTo>
                    <a:pt x="4415497" y="2447952"/>
                  </a:lnTo>
                  <a:lnTo>
                    <a:pt x="4450130" y="2445050"/>
                  </a:lnTo>
                  <a:lnTo>
                    <a:pt x="4500913" y="2440297"/>
                  </a:lnTo>
                  <a:lnTo>
                    <a:pt x="4566761" y="2433375"/>
                  </a:lnTo>
                  <a:lnTo>
                    <a:pt x="4644759" y="2424100"/>
                  </a:lnTo>
                  <a:lnTo>
                    <a:pt x="4730887" y="2412417"/>
                  </a:lnTo>
                  <a:lnTo>
                    <a:pt x="4820879" y="2398353"/>
                  </a:lnTo>
                  <a:lnTo>
                    <a:pt x="4910932" y="2381965"/>
                  </a:lnTo>
                  <a:lnTo>
                    <a:pt x="4998123" y="2363283"/>
                  </a:lnTo>
                  <a:lnTo>
                    <a:pt x="5080538" y="2342271"/>
                  </a:lnTo>
                  <a:lnTo>
                    <a:pt x="5157183" y="2318800"/>
                  </a:lnTo>
                  <a:lnTo>
                    <a:pt x="5227799" y="2292637"/>
                  </a:lnTo>
                  <a:lnTo>
                    <a:pt x="5292646" y="2263450"/>
                  </a:lnTo>
                  <a:lnTo>
                    <a:pt x="5352324" y="2230814"/>
                  </a:lnTo>
                  <a:lnTo>
                    <a:pt x="5407625" y="2194231"/>
                  </a:lnTo>
                  <a:lnTo>
                    <a:pt x="5459429" y="2153169"/>
                  </a:lnTo>
                  <a:lnTo>
                    <a:pt x="5508617" y="2107128"/>
                  </a:lnTo>
                  <a:lnTo>
                    <a:pt x="5556001" y="2055761"/>
                  </a:lnTo>
                  <a:lnTo>
                    <a:pt x="5567201" y="2042607"/>
                  </a:lnTo>
                  <a:lnTo>
                    <a:pt x="5604732" y="1995781"/>
                  </a:lnTo>
                  <a:lnTo>
                    <a:pt x="5641905" y="1945315"/>
                  </a:lnTo>
                  <a:lnTo>
                    <a:pt x="5678969" y="1891137"/>
                  </a:lnTo>
                  <a:lnTo>
                    <a:pt x="5716112" y="1833240"/>
                  </a:lnTo>
                  <a:lnTo>
                    <a:pt x="5753476" y="1771696"/>
                  </a:lnTo>
                  <a:lnTo>
                    <a:pt x="5791153" y="1706655"/>
                  </a:lnTo>
                  <a:lnTo>
                    <a:pt x="5829195" y="1638355"/>
                  </a:lnTo>
                  <a:lnTo>
                    <a:pt x="5867616" y="1567119"/>
                  </a:lnTo>
                  <a:lnTo>
                    <a:pt x="5906397" y="1493354"/>
                  </a:lnTo>
                  <a:lnTo>
                    <a:pt x="5945487" y="1417543"/>
                  </a:lnTo>
                  <a:lnTo>
                    <a:pt x="5984815" y="1340233"/>
                  </a:lnTo>
                  <a:lnTo>
                    <a:pt x="6024289" y="1262020"/>
                  </a:lnTo>
                  <a:lnTo>
                    <a:pt x="6063808" y="1183529"/>
                  </a:lnTo>
                  <a:lnTo>
                    <a:pt x="6103270" y="1105396"/>
                  </a:lnTo>
                  <a:lnTo>
                    <a:pt x="6142572" y="1028243"/>
                  </a:lnTo>
                  <a:lnTo>
                    <a:pt x="6181627" y="952662"/>
                  </a:lnTo>
                  <a:lnTo>
                    <a:pt x="6220364" y="879192"/>
                  </a:lnTo>
                  <a:lnTo>
                    <a:pt x="6258737" y="808307"/>
                  </a:lnTo>
                  <a:lnTo>
                    <a:pt x="6296732" y="740404"/>
                  </a:lnTo>
                  <a:lnTo>
                    <a:pt x="6334365" y="675795"/>
                  </a:lnTo>
                  <a:lnTo>
                    <a:pt x="6371695" y="614706"/>
                  </a:lnTo>
                  <a:lnTo>
                    <a:pt x="6408820" y="557278"/>
                  </a:lnTo>
                  <a:lnTo>
                    <a:pt x="6445885" y="503572"/>
                  </a:lnTo>
                  <a:lnTo>
                    <a:pt x="6483089" y="453572"/>
                  </a:lnTo>
                  <a:lnTo>
                    <a:pt x="6515891" y="412877"/>
                  </a:lnTo>
                  <a:lnTo>
                    <a:pt x="6562947" y="360211"/>
                  </a:lnTo>
                  <a:lnTo>
                    <a:pt x="6611632" y="312912"/>
                  </a:lnTo>
                  <a:lnTo>
                    <a:pt x="6662728" y="270696"/>
                  </a:lnTo>
                  <a:lnTo>
                    <a:pt x="6717106" y="233085"/>
                  </a:lnTo>
                  <a:lnTo>
                    <a:pt x="6775655" y="199547"/>
                  </a:lnTo>
                  <a:lnTo>
                    <a:pt x="6839195" y="169573"/>
                  </a:lnTo>
                  <a:lnTo>
                    <a:pt x="6908384" y="142718"/>
                  </a:lnTo>
                  <a:lnTo>
                    <a:pt x="6983581" y="118624"/>
                  </a:lnTo>
                  <a:lnTo>
                    <a:pt x="7064669" y="97036"/>
                  </a:lnTo>
                  <a:lnTo>
                    <a:pt x="7150849" y="77801"/>
                  </a:lnTo>
                  <a:lnTo>
                    <a:pt x="7240442" y="60861"/>
                  </a:lnTo>
                  <a:lnTo>
                    <a:pt x="7330768" y="46233"/>
                  </a:lnTo>
                  <a:lnTo>
                    <a:pt x="7418207" y="33972"/>
                  </a:lnTo>
                  <a:lnTo>
                    <a:pt x="7498549" y="24120"/>
                  </a:lnTo>
                  <a:lnTo>
                    <a:pt x="7567641" y="16644"/>
                  </a:lnTo>
                  <a:lnTo>
                    <a:pt x="7622223" y="11394"/>
                  </a:lnTo>
                  <a:lnTo>
                    <a:pt x="7660721" y="8082"/>
                  </a:lnTo>
                  <a:lnTo>
                    <a:pt x="7683716" y="6304"/>
                  </a:lnTo>
                  <a:lnTo>
                    <a:pt x="7693981" y="558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38" y="74"/>
                  </a:lnTo>
                  <a:lnTo>
                    <a:pt x="7687198" y="609"/>
                  </a:lnTo>
                  <a:lnTo>
                    <a:pt x="7667596" y="2087"/>
                  </a:lnTo>
                  <a:lnTo>
                    <a:pt x="7632963" y="4990"/>
                  </a:lnTo>
                  <a:lnTo>
                    <a:pt x="7582180" y="9743"/>
                  </a:lnTo>
                  <a:lnTo>
                    <a:pt x="7516331" y="16665"/>
                  </a:lnTo>
                  <a:lnTo>
                    <a:pt x="7438334" y="25939"/>
                  </a:lnTo>
                  <a:lnTo>
                    <a:pt x="7352205" y="37623"/>
                  </a:lnTo>
                  <a:lnTo>
                    <a:pt x="7262213" y="51687"/>
                  </a:lnTo>
                  <a:lnTo>
                    <a:pt x="7172161" y="68075"/>
                  </a:lnTo>
                  <a:lnTo>
                    <a:pt x="7084970" y="86756"/>
                  </a:lnTo>
                  <a:lnTo>
                    <a:pt x="7002555" y="107768"/>
                  </a:lnTo>
                  <a:lnTo>
                    <a:pt x="6925909" y="131240"/>
                  </a:lnTo>
                  <a:lnTo>
                    <a:pt x="6855293" y="157403"/>
                  </a:lnTo>
                  <a:lnTo>
                    <a:pt x="6790446" y="186589"/>
                  </a:lnTo>
                  <a:lnTo>
                    <a:pt x="6730768" y="219226"/>
                  </a:lnTo>
                  <a:lnTo>
                    <a:pt x="6675467" y="255808"/>
                  </a:lnTo>
                  <a:lnTo>
                    <a:pt x="6623664" y="296871"/>
                  </a:lnTo>
                  <a:lnTo>
                    <a:pt x="6574476" y="342911"/>
                  </a:lnTo>
                  <a:lnTo>
                    <a:pt x="6527091" y="394278"/>
                  </a:lnTo>
                  <a:lnTo>
                    <a:pt x="6515891" y="407432"/>
                  </a:lnTo>
                  <a:lnTo>
                    <a:pt x="6478360" y="454258"/>
                  </a:lnTo>
                  <a:lnTo>
                    <a:pt x="6441187" y="504724"/>
                  </a:lnTo>
                  <a:lnTo>
                    <a:pt x="6404124" y="558903"/>
                  </a:lnTo>
                  <a:lnTo>
                    <a:pt x="6366980" y="616799"/>
                  </a:lnTo>
                  <a:lnTo>
                    <a:pt x="6329617" y="678343"/>
                  </a:lnTo>
                  <a:lnTo>
                    <a:pt x="6291940" y="743384"/>
                  </a:lnTo>
                  <a:lnTo>
                    <a:pt x="6253898" y="811684"/>
                  </a:lnTo>
                  <a:lnTo>
                    <a:pt x="6215476" y="882920"/>
                  </a:lnTo>
                  <a:lnTo>
                    <a:pt x="6176696" y="956685"/>
                  </a:lnTo>
                  <a:lnTo>
                    <a:pt x="6137605" y="1032496"/>
                  </a:lnTo>
                  <a:lnTo>
                    <a:pt x="6098278" y="1109806"/>
                  </a:lnTo>
                  <a:lnTo>
                    <a:pt x="6058804" y="1188020"/>
                  </a:lnTo>
                  <a:lnTo>
                    <a:pt x="6019284" y="1266511"/>
                  </a:lnTo>
                  <a:lnTo>
                    <a:pt x="5979823" y="1344644"/>
                  </a:lnTo>
                  <a:lnTo>
                    <a:pt x="5940521" y="1421796"/>
                  </a:lnTo>
                  <a:lnTo>
                    <a:pt x="5901466" y="1497377"/>
                  </a:lnTo>
                  <a:lnTo>
                    <a:pt x="5862729" y="1570847"/>
                  </a:lnTo>
                  <a:lnTo>
                    <a:pt x="5824355" y="1641732"/>
                  </a:lnTo>
                  <a:lnTo>
                    <a:pt x="5786361" y="1709635"/>
                  </a:lnTo>
                  <a:lnTo>
                    <a:pt x="5748727" y="1774245"/>
                  </a:lnTo>
                  <a:lnTo>
                    <a:pt x="5711398" y="1835334"/>
                  </a:lnTo>
                  <a:lnTo>
                    <a:pt x="5674273" y="1892761"/>
                  </a:lnTo>
                  <a:lnTo>
                    <a:pt x="5637207" y="1946467"/>
                  </a:lnTo>
                  <a:lnTo>
                    <a:pt x="5600004" y="1996467"/>
                  </a:lnTo>
                  <a:lnTo>
                    <a:pt x="5567201" y="2037163"/>
                  </a:lnTo>
                  <a:lnTo>
                    <a:pt x="5520145" y="2089828"/>
                  </a:lnTo>
                  <a:lnTo>
                    <a:pt x="5471460" y="2137127"/>
                  </a:lnTo>
                  <a:lnTo>
                    <a:pt x="5420365" y="2179344"/>
                  </a:lnTo>
                  <a:lnTo>
                    <a:pt x="5365986" y="2216955"/>
                  </a:lnTo>
                  <a:lnTo>
                    <a:pt x="5307438" y="2250492"/>
                  </a:lnTo>
                  <a:lnTo>
                    <a:pt x="5243897" y="2280466"/>
                  </a:lnTo>
                  <a:lnTo>
                    <a:pt x="5174708" y="2307322"/>
                  </a:lnTo>
                  <a:lnTo>
                    <a:pt x="5099511" y="2331416"/>
                  </a:lnTo>
                  <a:lnTo>
                    <a:pt x="5018424" y="2353003"/>
                  </a:lnTo>
                  <a:lnTo>
                    <a:pt x="4932244" y="2372238"/>
                  </a:lnTo>
                  <a:lnTo>
                    <a:pt x="4842650" y="2389178"/>
                  </a:lnTo>
                  <a:lnTo>
                    <a:pt x="4752325" y="2403806"/>
                  </a:lnTo>
                  <a:lnTo>
                    <a:pt x="4664885" y="2416067"/>
                  </a:lnTo>
                  <a:lnTo>
                    <a:pt x="4584543" y="2425919"/>
                  </a:lnTo>
                  <a:lnTo>
                    <a:pt x="4515452" y="2433395"/>
                  </a:lnTo>
                  <a:lnTo>
                    <a:pt x="4460870" y="2438646"/>
                  </a:lnTo>
                  <a:lnTo>
                    <a:pt x="4422371" y="2441957"/>
                  </a:lnTo>
                  <a:lnTo>
                    <a:pt x="4399377" y="2443735"/>
                  </a:lnTo>
                  <a:lnTo>
                    <a:pt x="4389112" y="2444452"/>
                  </a:lnTo>
                  <a:lnTo>
                    <a:pt x="4386855" y="2444595"/>
                  </a:lnTo>
                  <a:lnTo>
                    <a:pt x="3848118" y="2444595"/>
                  </a:lnTo>
                  <a:lnTo>
                    <a:pt x="3846897" y="2444662"/>
                  </a:lnTo>
                  <a:lnTo>
                    <a:pt x="3838916" y="2445140"/>
                  </a:lnTo>
                  <a:lnTo>
                    <a:pt x="3818975" y="2446462"/>
                  </a:lnTo>
                  <a:lnTo>
                    <a:pt x="3783777" y="2449057"/>
                  </a:lnTo>
                  <a:lnTo>
                    <a:pt x="3732230" y="2453304"/>
                  </a:lnTo>
                  <a:lnTo>
                    <a:pt x="3665498" y="2459485"/>
                  </a:lnTo>
                  <a:lnTo>
                    <a:pt x="3586605" y="2467760"/>
                  </a:lnTo>
                  <a:lnTo>
                    <a:pt x="3499668" y="2478175"/>
                  </a:lnTo>
                  <a:lnTo>
                    <a:pt x="3409026" y="2490702"/>
                  </a:lnTo>
                  <a:lnTo>
                    <a:pt x="3318513" y="2505292"/>
                  </a:lnTo>
                  <a:lnTo>
                    <a:pt x="3231047" y="2521920"/>
                  </a:lnTo>
                  <a:lnTo>
                    <a:pt x="3148512" y="2540623"/>
                  </a:lnTo>
                  <a:lnTo>
                    <a:pt x="3071860" y="2561524"/>
                  </a:lnTo>
                  <a:lnTo>
                    <a:pt x="3001308" y="2584836"/>
                  </a:lnTo>
                  <a:lnTo>
                    <a:pt x="2936555" y="2610865"/>
                  </a:lnTo>
                  <a:lnTo>
                    <a:pt x="2876967" y="2639998"/>
                  </a:lnTo>
                  <a:lnTo>
                    <a:pt x="2821724" y="2672683"/>
                  </a:lnTo>
                  <a:lnTo>
                    <a:pt x="2769927" y="2709398"/>
                  </a:lnTo>
                  <a:lnTo>
                    <a:pt x="2720680" y="2750579"/>
                  </a:lnTo>
                  <a:lnTo>
                    <a:pt x="2673172" y="2796513"/>
                  </a:lnTo>
                  <a:lnTo>
                    <a:pt x="2667772" y="2802120"/>
                  </a:lnTo>
                  <a:lnTo>
                    <a:pt x="2628442" y="2845273"/>
                  </a:lnTo>
                  <a:lnTo>
                    <a:pt x="2589491" y="2891939"/>
                  </a:lnTo>
                  <a:lnTo>
                    <a:pt x="2550638" y="2942188"/>
                  </a:lnTo>
                  <a:lnTo>
                    <a:pt x="2511671" y="2996016"/>
                  </a:lnTo>
                  <a:lnTo>
                    <a:pt x="2472440" y="3053339"/>
                  </a:lnTo>
                  <a:lnTo>
                    <a:pt x="2432848" y="3113986"/>
                  </a:lnTo>
                  <a:lnTo>
                    <a:pt x="2392845" y="3177692"/>
                  </a:lnTo>
                  <a:lnTo>
                    <a:pt x="2352430" y="3244105"/>
                  </a:lnTo>
                  <a:lnTo>
                    <a:pt x="2311638" y="3312785"/>
                  </a:lnTo>
                  <a:lnTo>
                    <a:pt x="2270537" y="3383214"/>
                  </a:lnTo>
                  <a:lnTo>
                    <a:pt x="2229222" y="3454816"/>
                  </a:lnTo>
                  <a:lnTo>
                    <a:pt x="2187804" y="3526972"/>
                  </a:lnTo>
                  <a:lnTo>
                    <a:pt x="2146402" y="3599040"/>
                  </a:lnTo>
                  <a:lnTo>
                    <a:pt x="2105135" y="3670383"/>
                  </a:lnTo>
                  <a:lnTo>
                    <a:pt x="2064109" y="3740393"/>
                  </a:lnTo>
                  <a:lnTo>
                    <a:pt x="2023414" y="3808505"/>
                  </a:lnTo>
                  <a:lnTo>
                    <a:pt x="1983109" y="3874223"/>
                  </a:lnTo>
                  <a:lnTo>
                    <a:pt x="1943220" y="3937130"/>
                  </a:lnTo>
                  <a:lnTo>
                    <a:pt x="1903732" y="3996897"/>
                  </a:lnTo>
                  <a:lnTo>
                    <a:pt x="1864584" y="4053284"/>
                  </a:lnTo>
                  <a:lnTo>
                    <a:pt x="1825666" y="4106146"/>
                  </a:lnTo>
                  <a:lnTo>
                    <a:pt x="1786810" y="4155419"/>
                  </a:lnTo>
                  <a:lnTo>
                    <a:pt x="1747787" y="4201122"/>
                  </a:lnTo>
                  <a:lnTo>
                    <a:pt x="1719082" y="4232217"/>
                  </a:lnTo>
                  <a:lnTo>
                    <a:pt x="1671729" y="4278704"/>
                  </a:lnTo>
                  <a:lnTo>
                    <a:pt x="1622723" y="4320424"/>
                  </a:lnTo>
                  <a:lnTo>
                    <a:pt x="1571265" y="4357633"/>
                  </a:lnTo>
                  <a:lnTo>
                    <a:pt x="1516466" y="4390759"/>
                  </a:lnTo>
                  <a:lnTo>
                    <a:pt x="1457423" y="4420278"/>
                  </a:lnTo>
                  <a:lnTo>
                    <a:pt x="1393302" y="4446643"/>
                  </a:lnTo>
                  <a:lnTo>
                    <a:pt x="1323443" y="4470252"/>
                  </a:lnTo>
                  <a:lnTo>
                    <a:pt x="1247495" y="4491419"/>
                  </a:lnTo>
                  <a:lnTo>
                    <a:pt x="1165606" y="4510367"/>
                  </a:lnTo>
                  <a:lnTo>
                    <a:pt x="1078632" y="4527231"/>
                  </a:lnTo>
                  <a:lnTo>
                    <a:pt x="988341" y="4542056"/>
                  </a:lnTo>
                  <a:lnTo>
                    <a:pt x="897533" y="4554824"/>
                  </a:lnTo>
                  <a:lnTo>
                    <a:pt x="809952" y="4565485"/>
                  </a:lnTo>
                  <a:lnTo>
                    <a:pt x="729908" y="4574006"/>
                  </a:lnTo>
                  <a:lnTo>
                    <a:pt x="661591" y="4580423"/>
                  </a:lnTo>
                  <a:lnTo>
                    <a:pt x="608193" y="4584881"/>
                  </a:lnTo>
                  <a:lnTo>
                    <a:pt x="571120" y="4587649"/>
                  </a:lnTo>
                  <a:lnTo>
                    <a:pt x="549548" y="4589096"/>
                  </a:lnTo>
                  <a:lnTo>
                    <a:pt x="540419" y="4589649"/>
                  </a:lnTo>
                  <a:lnTo>
                    <a:pt x="538736" y="4589742"/>
                  </a:lnTo>
                  <a:lnTo>
                    <a:pt x="0" y="4589742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46" name="pl1746"/>
            <p:cNvSpPr/>
            <p:nvPr/>
          </p:nvSpPr>
          <p:spPr>
            <a:xfrm>
              <a:off x="546595" y="794013"/>
              <a:ext cx="8234974" cy="4589742"/>
            </a:xfrm>
            <a:custGeom>
              <a:avLst/>
              <a:pathLst>
                <a:path w="8234974" h="4589742">
                  <a:moveTo>
                    <a:pt x="0" y="4589742"/>
                  </a:moveTo>
                  <a:lnTo>
                    <a:pt x="538736" y="4589742"/>
                  </a:lnTo>
                  <a:lnTo>
                    <a:pt x="539958" y="4589675"/>
                  </a:lnTo>
                  <a:lnTo>
                    <a:pt x="547939" y="4589197"/>
                  </a:lnTo>
                  <a:lnTo>
                    <a:pt x="567879" y="4587875"/>
                  </a:lnTo>
                  <a:lnTo>
                    <a:pt x="603078" y="4585280"/>
                  </a:lnTo>
                  <a:lnTo>
                    <a:pt x="654625" y="4581033"/>
                  </a:lnTo>
                  <a:lnTo>
                    <a:pt x="721356" y="4574852"/>
                  </a:lnTo>
                  <a:lnTo>
                    <a:pt x="800250" y="4566578"/>
                  </a:lnTo>
                  <a:lnTo>
                    <a:pt x="887187" y="4556163"/>
                  </a:lnTo>
                  <a:lnTo>
                    <a:pt x="977829" y="4543635"/>
                  </a:lnTo>
                  <a:lnTo>
                    <a:pt x="1068342" y="4529045"/>
                  </a:lnTo>
                  <a:lnTo>
                    <a:pt x="1155808" y="4512418"/>
                  </a:lnTo>
                  <a:lnTo>
                    <a:pt x="1238343" y="4493714"/>
                  </a:lnTo>
                  <a:lnTo>
                    <a:pt x="1314995" y="4472813"/>
                  </a:lnTo>
                  <a:lnTo>
                    <a:pt x="1385546" y="4449501"/>
                  </a:lnTo>
                  <a:lnTo>
                    <a:pt x="1450300" y="4423472"/>
                  </a:lnTo>
                  <a:lnTo>
                    <a:pt x="1509888" y="4394339"/>
                  </a:lnTo>
                  <a:lnTo>
                    <a:pt x="1565131" y="4361654"/>
                  </a:lnTo>
                  <a:lnTo>
                    <a:pt x="1616928" y="4324939"/>
                  </a:lnTo>
                  <a:lnTo>
                    <a:pt x="1666174" y="4283758"/>
                  </a:lnTo>
                  <a:lnTo>
                    <a:pt x="1713682" y="4237824"/>
                  </a:lnTo>
                  <a:lnTo>
                    <a:pt x="1719082" y="4232217"/>
                  </a:lnTo>
                  <a:lnTo>
                    <a:pt x="1758413" y="4189065"/>
                  </a:lnTo>
                  <a:lnTo>
                    <a:pt x="1797364" y="4142398"/>
                  </a:lnTo>
                  <a:lnTo>
                    <a:pt x="1836217" y="4092149"/>
                  </a:lnTo>
                  <a:lnTo>
                    <a:pt x="1875183" y="4038321"/>
                  </a:lnTo>
                  <a:lnTo>
                    <a:pt x="1914414" y="3980998"/>
                  </a:lnTo>
                  <a:lnTo>
                    <a:pt x="1954007" y="3920352"/>
                  </a:lnTo>
                  <a:lnTo>
                    <a:pt x="1994009" y="3856645"/>
                  </a:lnTo>
                  <a:lnTo>
                    <a:pt x="2034425" y="3790232"/>
                  </a:lnTo>
                  <a:lnTo>
                    <a:pt x="2075217" y="3721552"/>
                  </a:lnTo>
                  <a:lnTo>
                    <a:pt x="2116318" y="3651123"/>
                  </a:lnTo>
                  <a:lnTo>
                    <a:pt x="2157633" y="3579521"/>
                  </a:lnTo>
                  <a:lnTo>
                    <a:pt x="2199051" y="3507366"/>
                  </a:lnTo>
                  <a:lnTo>
                    <a:pt x="2240453" y="3435298"/>
                  </a:lnTo>
                  <a:lnTo>
                    <a:pt x="2281720" y="3363954"/>
                  </a:lnTo>
                  <a:lnTo>
                    <a:pt x="2322745" y="3293945"/>
                  </a:lnTo>
                  <a:lnTo>
                    <a:pt x="2363441" y="3225832"/>
                  </a:lnTo>
                  <a:lnTo>
                    <a:pt x="2403746" y="3160114"/>
                  </a:lnTo>
                  <a:lnTo>
                    <a:pt x="2443635" y="3097207"/>
                  </a:lnTo>
                  <a:lnTo>
                    <a:pt x="2483123" y="3037441"/>
                  </a:lnTo>
                  <a:lnTo>
                    <a:pt x="2522270" y="2981053"/>
                  </a:lnTo>
                  <a:lnTo>
                    <a:pt x="2561188" y="2928192"/>
                  </a:lnTo>
                  <a:lnTo>
                    <a:pt x="2600044" y="2878918"/>
                  </a:lnTo>
                  <a:lnTo>
                    <a:pt x="2639068" y="2833215"/>
                  </a:lnTo>
                  <a:lnTo>
                    <a:pt x="2667772" y="2802120"/>
                  </a:lnTo>
                  <a:lnTo>
                    <a:pt x="2715125" y="2755633"/>
                  </a:lnTo>
                  <a:lnTo>
                    <a:pt x="2764132" y="2713913"/>
                  </a:lnTo>
                  <a:lnTo>
                    <a:pt x="2815590" y="2676704"/>
                  </a:lnTo>
                  <a:lnTo>
                    <a:pt x="2870389" y="2643578"/>
                  </a:lnTo>
                  <a:lnTo>
                    <a:pt x="2929432" y="2614060"/>
                  </a:lnTo>
                  <a:lnTo>
                    <a:pt x="2993552" y="2587694"/>
                  </a:lnTo>
                  <a:lnTo>
                    <a:pt x="3063412" y="2564085"/>
                  </a:lnTo>
                  <a:lnTo>
                    <a:pt x="3139359" y="2542919"/>
                  </a:lnTo>
                  <a:lnTo>
                    <a:pt x="3221248" y="2523970"/>
                  </a:lnTo>
                  <a:lnTo>
                    <a:pt x="3308223" y="2507106"/>
                  </a:lnTo>
                  <a:lnTo>
                    <a:pt x="3398513" y="2492281"/>
                  </a:lnTo>
                  <a:lnTo>
                    <a:pt x="3489321" y="2479513"/>
                  </a:lnTo>
                  <a:lnTo>
                    <a:pt x="3576903" y="2468852"/>
                  </a:lnTo>
                  <a:lnTo>
                    <a:pt x="3656946" y="2460331"/>
                  </a:lnTo>
                  <a:lnTo>
                    <a:pt x="3725264" y="2453914"/>
                  </a:lnTo>
                  <a:lnTo>
                    <a:pt x="3778662" y="2449456"/>
                  </a:lnTo>
                  <a:lnTo>
                    <a:pt x="3815735" y="2446689"/>
                  </a:lnTo>
                  <a:lnTo>
                    <a:pt x="3837307" y="2445241"/>
                  </a:lnTo>
                  <a:lnTo>
                    <a:pt x="3846435" y="2444688"/>
                  </a:lnTo>
                  <a:lnTo>
                    <a:pt x="3848116" y="2444595"/>
                  </a:lnTo>
                  <a:lnTo>
                    <a:pt x="3848118" y="2444595"/>
                  </a:lnTo>
                  <a:lnTo>
                    <a:pt x="4386855" y="2444595"/>
                  </a:lnTo>
                  <a:lnTo>
                    <a:pt x="4388055" y="2444520"/>
                  </a:lnTo>
                  <a:lnTo>
                    <a:pt x="4395895" y="2443986"/>
                  </a:lnTo>
                  <a:lnTo>
                    <a:pt x="4415497" y="2442508"/>
                  </a:lnTo>
                  <a:lnTo>
                    <a:pt x="4450130" y="2439605"/>
                  </a:lnTo>
                  <a:lnTo>
                    <a:pt x="4500913" y="2434852"/>
                  </a:lnTo>
                  <a:lnTo>
                    <a:pt x="4566761" y="2427930"/>
                  </a:lnTo>
                  <a:lnTo>
                    <a:pt x="4644759" y="2418656"/>
                  </a:lnTo>
                  <a:lnTo>
                    <a:pt x="4730887" y="2406972"/>
                  </a:lnTo>
                  <a:lnTo>
                    <a:pt x="4820879" y="2392908"/>
                  </a:lnTo>
                  <a:lnTo>
                    <a:pt x="4910932" y="2376520"/>
                  </a:lnTo>
                  <a:lnTo>
                    <a:pt x="4998123" y="2357839"/>
                  </a:lnTo>
                  <a:lnTo>
                    <a:pt x="5080538" y="2336827"/>
                  </a:lnTo>
                  <a:lnTo>
                    <a:pt x="5157183" y="2313355"/>
                  </a:lnTo>
                  <a:lnTo>
                    <a:pt x="5227799" y="2287192"/>
                  </a:lnTo>
                  <a:lnTo>
                    <a:pt x="5292646" y="2258005"/>
                  </a:lnTo>
                  <a:lnTo>
                    <a:pt x="5352324" y="2225369"/>
                  </a:lnTo>
                  <a:lnTo>
                    <a:pt x="5407625" y="2188786"/>
                  </a:lnTo>
                  <a:lnTo>
                    <a:pt x="5459429" y="2147724"/>
                  </a:lnTo>
                  <a:lnTo>
                    <a:pt x="5508617" y="2101683"/>
                  </a:lnTo>
                  <a:lnTo>
                    <a:pt x="5556001" y="2050317"/>
                  </a:lnTo>
                  <a:lnTo>
                    <a:pt x="5567201" y="2037163"/>
                  </a:lnTo>
                  <a:lnTo>
                    <a:pt x="5604732" y="1990336"/>
                  </a:lnTo>
                  <a:lnTo>
                    <a:pt x="5641905" y="1939871"/>
                  </a:lnTo>
                  <a:lnTo>
                    <a:pt x="5678969" y="1885692"/>
                  </a:lnTo>
                  <a:lnTo>
                    <a:pt x="5716112" y="1827796"/>
                  </a:lnTo>
                  <a:lnTo>
                    <a:pt x="5753476" y="1766252"/>
                  </a:lnTo>
                  <a:lnTo>
                    <a:pt x="5791153" y="1701211"/>
                  </a:lnTo>
                  <a:lnTo>
                    <a:pt x="5829195" y="1632911"/>
                  </a:lnTo>
                  <a:lnTo>
                    <a:pt x="5867616" y="1561675"/>
                  </a:lnTo>
                  <a:lnTo>
                    <a:pt x="5906397" y="1487910"/>
                  </a:lnTo>
                  <a:lnTo>
                    <a:pt x="5945487" y="1412098"/>
                  </a:lnTo>
                  <a:lnTo>
                    <a:pt x="5984815" y="1334788"/>
                  </a:lnTo>
                  <a:lnTo>
                    <a:pt x="6024289" y="1256575"/>
                  </a:lnTo>
                  <a:lnTo>
                    <a:pt x="6063808" y="1178084"/>
                  </a:lnTo>
                  <a:lnTo>
                    <a:pt x="6103270" y="1099951"/>
                  </a:lnTo>
                  <a:lnTo>
                    <a:pt x="6142572" y="1022799"/>
                  </a:lnTo>
                  <a:lnTo>
                    <a:pt x="6181627" y="947218"/>
                  </a:lnTo>
                  <a:lnTo>
                    <a:pt x="6220364" y="873748"/>
                  </a:lnTo>
                  <a:lnTo>
                    <a:pt x="6258737" y="802863"/>
                  </a:lnTo>
                  <a:lnTo>
                    <a:pt x="6296732" y="734959"/>
                  </a:lnTo>
                  <a:lnTo>
                    <a:pt x="6334365" y="670350"/>
                  </a:lnTo>
                  <a:lnTo>
                    <a:pt x="6371695" y="609261"/>
                  </a:lnTo>
                  <a:lnTo>
                    <a:pt x="6408820" y="551834"/>
                  </a:lnTo>
                  <a:lnTo>
                    <a:pt x="6445885" y="498128"/>
                  </a:lnTo>
                  <a:lnTo>
                    <a:pt x="6483089" y="448128"/>
                  </a:lnTo>
                  <a:lnTo>
                    <a:pt x="6515891" y="407432"/>
                  </a:lnTo>
                  <a:lnTo>
                    <a:pt x="6562947" y="354766"/>
                  </a:lnTo>
                  <a:lnTo>
                    <a:pt x="6611632" y="307468"/>
                  </a:lnTo>
                  <a:lnTo>
                    <a:pt x="6662728" y="265251"/>
                  </a:lnTo>
                  <a:lnTo>
                    <a:pt x="6717106" y="227640"/>
                  </a:lnTo>
                  <a:lnTo>
                    <a:pt x="6775655" y="194103"/>
                  </a:lnTo>
                  <a:lnTo>
                    <a:pt x="6839195" y="164129"/>
                  </a:lnTo>
                  <a:lnTo>
                    <a:pt x="6908384" y="137273"/>
                  </a:lnTo>
                  <a:lnTo>
                    <a:pt x="6983581" y="113179"/>
                  </a:lnTo>
                  <a:lnTo>
                    <a:pt x="7064669" y="91592"/>
                  </a:lnTo>
                  <a:lnTo>
                    <a:pt x="7150849" y="72356"/>
                  </a:lnTo>
                  <a:lnTo>
                    <a:pt x="7240442" y="55416"/>
                  </a:lnTo>
                  <a:lnTo>
                    <a:pt x="7330768" y="40788"/>
                  </a:lnTo>
                  <a:lnTo>
                    <a:pt x="7418207" y="28528"/>
                  </a:lnTo>
                  <a:lnTo>
                    <a:pt x="7498549" y="18675"/>
                  </a:lnTo>
                  <a:lnTo>
                    <a:pt x="7567641" y="11199"/>
                  </a:lnTo>
                  <a:lnTo>
                    <a:pt x="7622223" y="5949"/>
                  </a:lnTo>
                  <a:lnTo>
                    <a:pt x="7660721" y="2637"/>
                  </a:lnTo>
                  <a:lnTo>
                    <a:pt x="7683716" y="860"/>
                  </a:lnTo>
                  <a:lnTo>
                    <a:pt x="7693981" y="143"/>
                  </a:lnTo>
                  <a:lnTo>
                    <a:pt x="7696220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7" name="pl1747"/>
            <p:cNvSpPr/>
            <p:nvPr/>
          </p:nvSpPr>
          <p:spPr>
            <a:xfrm>
              <a:off x="546595" y="788568"/>
              <a:ext cx="8234974" cy="4589742"/>
            </a:xfrm>
            <a:custGeom>
              <a:avLst/>
              <a:pathLst>
                <a:path w="8234974" h="4589742">
                  <a:moveTo>
                    <a:pt x="8234974" y="0"/>
                  </a:moveTo>
                  <a:lnTo>
                    <a:pt x="7696237" y="0"/>
                  </a:lnTo>
                  <a:lnTo>
                    <a:pt x="7695038" y="74"/>
                  </a:lnTo>
                  <a:lnTo>
                    <a:pt x="7687198" y="609"/>
                  </a:lnTo>
                  <a:lnTo>
                    <a:pt x="7667596" y="2087"/>
                  </a:lnTo>
                  <a:lnTo>
                    <a:pt x="7632963" y="4990"/>
                  </a:lnTo>
                  <a:lnTo>
                    <a:pt x="7582180" y="9743"/>
                  </a:lnTo>
                  <a:lnTo>
                    <a:pt x="7516331" y="16665"/>
                  </a:lnTo>
                  <a:lnTo>
                    <a:pt x="7438334" y="25939"/>
                  </a:lnTo>
                  <a:lnTo>
                    <a:pt x="7352205" y="37623"/>
                  </a:lnTo>
                  <a:lnTo>
                    <a:pt x="7262213" y="51687"/>
                  </a:lnTo>
                  <a:lnTo>
                    <a:pt x="7172161" y="68075"/>
                  </a:lnTo>
                  <a:lnTo>
                    <a:pt x="7084970" y="86756"/>
                  </a:lnTo>
                  <a:lnTo>
                    <a:pt x="7002555" y="107768"/>
                  </a:lnTo>
                  <a:lnTo>
                    <a:pt x="6925909" y="131240"/>
                  </a:lnTo>
                  <a:lnTo>
                    <a:pt x="6855293" y="157403"/>
                  </a:lnTo>
                  <a:lnTo>
                    <a:pt x="6790446" y="186589"/>
                  </a:lnTo>
                  <a:lnTo>
                    <a:pt x="6730768" y="219226"/>
                  </a:lnTo>
                  <a:lnTo>
                    <a:pt x="6675467" y="255808"/>
                  </a:lnTo>
                  <a:lnTo>
                    <a:pt x="6623664" y="296871"/>
                  </a:lnTo>
                  <a:lnTo>
                    <a:pt x="6574476" y="342911"/>
                  </a:lnTo>
                  <a:lnTo>
                    <a:pt x="6527091" y="394278"/>
                  </a:lnTo>
                  <a:lnTo>
                    <a:pt x="6515891" y="407432"/>
                  </a:lnTo>
                  <a:lnTo>
                    <a:pt x="6478360" y="454258"/>
                  </a:lnTo>
                  <a:lnTo>
                    <a:pt x="6441187" y="504724"/>
                  </a:lnTo>
                  <a:lnTo>
                    <a:pt x="6404124" y="558903"/>
                  </a:lnTo>
                  <a:lnTo>
                    <a:pt x="6366980" y="616799"/>
                  </a:lnTo>
                  <a:lnTo>
                    <a:pt x="6329617" y="678343"/>
                  </a:lnTo>
                  <a:lnTo>
                    <a:pt x="6291940" y="743384"/>
                  </a:lnTo>
                  <a:lnTo>
                    <a:pt x="6253898" y="811684"/>
                  </a:lnTo>
                  <a:lnTo>
                    <a:pt x="6215476" y="882920"/>
                  </a:lnTo>
                  <a:lnTo>
                    <a:pt x="6176696" y="956685"/>
                  </a:lnTo>
                  <a:lnTo>
                    <a:pt x="6137605" y="1032496"/>
                  </a:lnTo>
                  <a:lnTo>
                    <a:pt x="6098278" y="1109806"/>
                  </a:lnTo>
                  <a:lnTo>
                    <a:pt x="6058804" y="1188020"/>
                  </a:lnTo>
                  <a:lnTo>
                    <a:pt x="6019284" y="1266511"/>
                  </a:lnTo>
                  <a:lnTo>
                    <a:pt x="5979823" y="1344644"/>
                  </a:lnTo>
                  <a:lnTo>
                    <a:pt x="5940521" y="1421796"/>
                  </a:lnTo>
                  <a:lnTo>
                    <a:pt x="5901466" y="1497377"/>
                  </a:lnTo>
                  <a:lnTo>
                    <a:pt x="5862729" y="1570847"/>
                  </a:lnTo>
                  <a:lnTo>
                    <a:pt x="5824355" y="1641732"/>
                  </a:lnTo>
                  <a:lnTo>
                    <a:pt x="5786361" y="1709635"/>
                  </a:lnTo>
                  <a:lnTo>
                    <a:pt x="5748727" y="1774245"/>
                  </a:lnTo>
                  <a:lnTo>
                    <a:pt x="5711398" y="1835334"/>
                  </a:lnTo>
                  <a:lnTo>
                    <a:pt x="5674273" y="1892761"/>
                  </a:lnTo>
                  <a:lnTo>
                    <a:pt x="5637207" y="1946467"/>
                  </a:lnTo>
                  <a:lnTo>
                    <a:pt x="5600004" y="1996467"/>
                  </a:lnTo>
                  <a:lnTo>
                    <a:pt x="5567201" y="2037163"/>
                  </a:lnTo>
                  <a:lnTo>
                    <a:pt x="5520145" y="2089828"/>
                  </a:lnTo>
                  <a:lnTo>
                    <a:pt x="5471460" y="2137127"/>
                  </a:lnTo>
                  <a:lnTo>
                    <a:pt x="5420365" y="2179344"/>
                  </a:lnTo>
                  <a:lnTo>
                    <a:pt x="5365986" y="2216955"/>
                  </a:lnTo>
                  <a:lnTo>
                    <a:pt x="5307438" y="2250492"/>
                  </a:lnTo>
                  <a:lnTo>
                    <a:pt x="5243897" y="2280466"/>
                  </a:lnTo>
                  <a:lnTo>
                    <a:pt x="5174708" y="2307322"/>
                  </a:lnTo>
                  <a:lnTo>
                    <a:pt x="5099511" y="2331416"/>
                  </a:lnTo>
                  <a:lnTo>
                    <a:pt x="5018424" y="2353003"/>
                  </a:lnTo>
                  <a:lnTo>
                    <a:pt x="4932244" y="2372238"/>
                  </a:lnTo>
                  <a:lnTo>
                    <a:pt x="4842650" y="2389178"/>
                  </a:lnTo>
                  <a:lnTo>
                    <a:pt x="4752325" y="2403806"/>
                  </a:lnTo>
                  <a:lnTo>
                    <a:pt x="4664885" y="2416067"/>
                  </a:lnTo>
                  <a:lnTo>
                    <a:pt x="4584543" y="2425919"/>
                  </a:lnTo>
                  <a:lnTo>
                    <a:pt x="4515452" y="2433395"/>
                  </a:lnTo>
                  <a:lnTo>
                    <a:pt x="4460870" y="2438646"/>
                  </a:lnTo>
                  <a:lnTo>
                    <a:pt x="4422371" y="2441957"/>
                  </a:lnTo>
                  <a:lnTo>
                    <a:pt x="4399377" y="2443735"/>
                  </a:lnTo>
                  <a:lnTo>
                    <a:pt x="4389112" y="2444452"/>
                  </a:lnTo>
                  <a:lnTo>
                    <a:pt x="4386873" y="2444594"/>
                  </a:lnTo>
                  <a:lnTo>
                    <a:pt x="4386855" y="2444595"/>
                  </a:lnTo>
                  <a:lnTo>
                    <a:pt x="3848118" y="2444595"/>
                  </a:lnTo>
                  <a:lnTo>
                    <a:pt x="3846897" y="2444662"/>
                  </a:lnTo>
                  <a:lnTo>
                    <a:pt x="3838916" y="2445140"/>
                  </a:lnTo>
                  <a:lnTo>
                    <a:pt x="3818975" y="2446462"/>
                  </a:lnTo>
                  <a:lnTo>
                    <a:pt x="3783777" y="2449057"/>
                  </a:lnTo>
                  <a:lnTo>
                    <a:pt x="3732230" y="2453304"/>
                  </a:lnTo>
                  <a:lnTo>
                    <a:pt x="3665498" y="2459485"/>
                  </a:lnTo>
                  <a:lnTo>
                    <a:pt x="3586605" y="2467760"/>
                  </a:lnTo>
                  <a:lnTo>
                    <a:pt x="3499668" y="2478175"/>
                  </a:lnTo>
                  <a:lnTo>
                    <a:pt x="3409026" y="2490702"/>
                  </a:lnTo>
                  <a:lnTo>
                    <a:pt x="3318513" y="2505292"/>
                  </a:lnTo>
                  <a:lnTo>
                    <a:pt x="3231047" y="2521920"/>
                  </a:lnTo>
                  <a:lnTo>
                    <a:pt x="3148512" y="2540623"/>
                  </a:lnTo>
                  <a:lnTo>
                    <a:pt x="3071860" y="2561524"/>
                  </a:lnTo>
                  <a:lnTo>
                    <a:pt x="3001308" y="2584836"/>
                  </a:lnTo>
                  <a:lnTo>
                    <a:pt x="2936555" y="2610865"/>
                  </a:lnTo>
                  <a:lnTo>
                    <a:pt x="2876967" y="2639998"/>
                  </a:lnTo>
                  <a:lnTo>
                    <a:pt x="2821724" y="2672683"/>
                  </a:lnTo>
                  <a:lnTo>
                    <a:pt x="2769927" y="2709398"/>
                  </a:lnTo>
                  <a:lnTo>
                    <a:pt x="2720680" y="2750579"/>
                  </a:lnTo>
                  <a:lnTo>
                    <a:pt x="2673172" y="2796513"/>
                  </a:lnTo>
                  <a:lnTo>
                    <a:pt x="2667772" y="2802120"/>
                  </a:lnTo>
                  <a:lnTo>
                    <a:pt x="2628442" y="2845273"/>
                  </a:lnTo>
                  <a:lnTo>
                    <a:pt x="2589491" y="2891939"/>
                  </a:lnTo>
                  <a:lnTo>
                    <a:pt x="2550638" y="2942188"/>
                  </a:lnTo>
                  <a:lnTo>
                    <a:pt x="2511671" y="2996016"/>
                  </a:lnTo>
                  <a:lnTo>
                    <a:pt x="2472440" y="3053339"/>
                  </a:lnTo>
                  <a:lnTo>
                    <a:pt x="2432848" y="3113986"/>
                  </a:lnTo>
                  <a:lnTo>
                    <a:pt x="2392845" y="3177692"/>
                  </a:lnTo>
                  <a:lnTo>
                    <a:pt x="2352430" y="3244105"/>
                  </a:lnTo>
                  <a:lnTo>
                    <a:pt x="2311638" y="3312785"/>
                  </a:lnTo>
                  <a:lnTo>
                    <a:pt x="2270537" y="3383214"/>
                  </a:lnTo>
                  <a:lnTo>
                    <a:pt x="2229222" y="3454816"/>
                  </a:lnTo>
                  <a:lnTo>
                    <a:pt x="2187804" y="3526972"/>
                  </a:lnTo>
                  <a:lnTo>
                    <a:pt x="2146402" y="3599040"/>
                  </a:lnTo>
                  <a:lnTo>
                    <a:pt x="2105135" y="3670383"/>
                  </a:lnTo>
                  <a:lnTo>
                    <a:pt x="2064109" y="3740393"/>
                  </a:lnTo>
                  <a:lnTo>
                    <a:pt x="2023414" y="3808505"/>
                  </a:lnTo>
                  <a:lnTo>
                    <a:pt x="1983109" y="3874223"/>
                  </a:lnTo>
                  <a:lnTo>
                    <a:pt x="1943220" y="3937130"/>
                  </a:lnTo>
                  <a:lnTo>
                    <a:pt x="1903732" y="3996897"/>
                  </a:lnTo>
                  <a:lnTo>
                    <a:pt x="1864584" y="4053284"/>
                  </a:lnTo>
                  <a:lnTo>
                    <a:pt x="1825666" y="4106146"/>
                  </a:lnTo>
                  <a:lnTo>
                    <a:pt x="1786810" y="4155419"/>
                  </a:lnTo>
                  <a:lnTo>
                    <a:pt x="1747787" y="4201122"/>
                  </a:lnTo>
                  <a:lnTo>
                    <a:pt x="1719082" y="4232217"/>
                  </a:lnTo>
                  <a:lnTo>
                    <a:pt x="1671729" y="4278704"/>
                  </a:lnTo>
                  <a:lnTo>
                    <a:pt x="1622723" y="4320424"/>
                  </a:lnTo>
                  <a:lnTo>
                    <a:pt x="1571265" y="4357633"/>
                  </a:lnTo>
                  <a:lnTo>
                    <a:pt x="1516466" y="4390759"/>
                  </a:lnTo>
                  <a:lnTo>
                    <a:pt x="1457423" y="4420278"/>
                  </a:lnTo>
                  <a:lnTo>
                    <a:pt x="1393302" y="4446643"/>
                  </a:lnTo>
                  <a:lnTo>
                    <a:pt x="1323443" y="4470252"/>
                  </a:lnTo>
                  <a:lnTo>
                    <a:pt x="1247495" y="4491419"/>
                  </a:lnTo>
                  <a:lnTo>
                    <a:pt x="1165606" y="4510367"/>
                  </a:lnTo>
                  <a:lnTo>
                    <a:pt x="1078632" y="4527231"/>
                  </a:lnTo>
                  <a:lnTo>
                    <a:pt x="988341" y="4542056"/>
                  </a:lnTo>
                  <a:lnTo>
                    <a:pt x="897533" y="4554824"/>
                  </a:lnTo>
                  <a:lnTo>
                    <a:pt x="809952" y="4565485"/>
                  </a:lnTo>
                  <a:lnTo>
                    <a:pt x="729908" y="4574006"/>
                  </a:lnTo>
                  <a:lnTo>
                    <a:pt x="661591" y="4580423"/>
                  </a:lnTo>
                  <a:lnTo>
                    <a:pt x="608193" y="4584881"/>
                  </a:lnTo>
                  <a:lnTo>
                    <a:pt x="571120" y="4587649"/>
                  </a:lnTo>
                  <a:lnTo>
                    <a:pt x="549548" y="4589096"/>
                  </a:lnTo>
                  <a:lnTo>
                    <a:pt x="540419" y="4589649"/>
                  </a:lnTo>
                  <a:lnTo>
                    <a:pt x="538738" y="4589742"/>
                  </a:lnTo>
                  <a:lnTo>
                    <a:pt x="538736" y="4589742"/>
                  </a:lnTo>
                  <a:lnTo>
                    <a:pt x="0" y="45897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8" name="pg1748"/>
            <p:cNvSpPr/>
            <p:nvPr/>
          </p:nvSpPr>
          <p:spPr>
            <a:xfrm>
              <a:off x="546595" y="3091606"/>
              <a:ext cx="8234974" cy="2297593"/>
            </a:xfrm>
            <a:custGeom>
              <a:avLst/>
              <a:pathLst>
                <a:path w="8234974" h="2297593">
                  <a:moveTo>
                    <a:pt x="0" y="2297593"/>
                  </a:moveTo>
                  <a:lnTo>
                    <a:pt x="538736" y="2297593"/>
                  </a:lnTo>
                  <a:lnTo>
                    <a:pt x="539961" y="2297527"/>
                  </a:lnTo>
                  <a:lnTo>
                    <a:pt x="547964" y="2297059"/>
                  </a:lnTo>
                  <a:lnTo>
                    <a:pt x="567957" y="2295764"/>
                  </a:lnTo>
                  <a:lnTo>
                    <a:pt x="603243" y="2293221"/>
                  </a:lnTo>
                  <a:lnTo>
                    <a:pt x="654908" y="2289059"/>
                  </a:lnTo>
                  <a:lnTo>
                    <a:pt x="721776" y="2283003"/>
                  </a:lnTo>
                  <a:lnTo>
                    <a:pt x="800807" y="2274897"/>
                  </a:lnTo>
                  <a:lnTo>
                    <a:pt x="887868" y="2264695"/>
                  </a:lnTo>
                  <a:lnTo>
                    <a:pt x="978609" y="2252426"/>
                  </a:lnTo>
                  <a:lnTo>
                    <a:pt x="1069192" y="2238137"/>
                  </a:lnTo>
                  <a:lnTo>
                    <a:pt x="1156699" y="2221854"/>
                  </a:lnTo>
                  <a:lnTo>
                    <a:pt x="1239252" y="2203538"/>
                  </a:lnTo>
                  <a:lnTo>
                    <a:pt x="1315904" y="2183069"/>
                  </a:lnTo>
                  <a:lnTo>
                    <a:pt x="1386446" y="2160235"/>
                  </a:lnTo>
                  <a:lnTo>
                    <a:pt x="1451184" y="2134737"/>
                  </a:lnTo>
                  <a:lnTo>
                    <a:pt x="1510759" y="2106195"/>
                  </a:lnTo>
                  <a:lnTo>
                    <a:pt x="1565993" y="2074168"/>
                  </a:lnTo>
                  <a:lnTo>
                    <a:pt x="1617790" y="2038188"/>
                  </a:lnTo>
                  <a:lnTo>
                    <a:pt x="1667046" y="1997829"/>
                  </a:lnTo>
                  <a:lnTo>
                    <a:pt x="1714574" y="1952815"/>
                  </a:lnTo>
                  <a:lnTo>
                    <a:pt x="1719082" y="1948235"/>
                  </a:lnTo>
                  <a:lnTo>
                    <a:pt x="1758725" y="1905717"/>
                  </a:lnTo>
                  <a:lnTo>
                    <a:pt x="1797986" y="1859710"/>
                  </a:lnTo>
                  <a:lnTo>
                    <a:pt x="1837150" y="1810145"/>
                  </a:lnTo>
                  <a:lnTo>
                    <a:pt x="1876434" y="1757028"/>
                  </a:lnTo>
                  <a:lnTo>
                    <a:pt x="1915990" y="1700445"/>
                  </a:lnTo>
                  <a:lnTo>
                    <a:pt x="1955917" y="1640572"/>
                  </a:lnTo>
                  <a:lnTo>
                    <a:pt x="1996261" y="1577675"/>
                  </a:lnTo>
                  <a:lnTo>
                    <a:pt x="2037024" y="1512113"/>
                  </a:lnTo>
                  <a:lnTo>
                    <a:pt x="2078166" y="1444332"/>
                  </a:lnTo>
                  <a:lnTo>
                    <a:pt x="2119615" y="1374853"/>
                  </a:lnTo>
                  <a:lnTo>
                    <a:pt x="2161274" y="1304258"/>
                  </a:lnTo>
                  <a:lnTo>
                    <a:pt x="2203027" y="1233169"/>
                  </a:lnTo>
                  <a:lnTo>
                    <a:pt x="2244752" y="1162227"/>
                  </a:lnTo>
                  <a:lnTo>
                    <a:pt x="2286328" y="1092070"/>
                  </a:lnTo>
                  <a:lnTo>
                    <a:pt x="2327646" y="1023302"/>
                  </a:lnTo>
                  <a:lnTo>
                    <a:pt x="2368621" y="956481"/>
                  </a:lnTo>
                  <a:lnTo>
                    <a:pt x="2409194" y="892094"/>
                  </a:lnTo>
                  <a:lnTo>
                    <a:pt x="2449344" y="830548"/>
                  </a:lnTo>
                  <a:lnTo>
                    <a:pt x="2489092" y="772160"/>
                  </a:lnTo>
                  <a:lnTo>
                    <a:pt x="2528507" y="717154"/>
                  </a:lnTo>
                  <a:lnTo>
                    <a:pt x="2567713" y="665665"/>
                  </a:lnTo>
                  <a:lnTo>
                    <a:pt x="2606891" y="617740"/>
                  </a:lnTo>
                  <a:lnTo>
                    <a:pt x="2646287" y="573349"/>
                  </a:lnTo>
                  <a:lnTo>
                    <a:pt x="2667772" y="550805"/>
                  </a:lnTo>
                  <a:lnTo>
                    <a:pt x="2715171" y="505339"/>
                  </a:lnTo>
                  <a:lnTo>
                    <a:pt x="2764227" y="464540"/>
                  </a:lnTo>
                  <a:lnTo>
                    <a:pt x="2815741" y="428156"/>
                  </a:lnTo>
                  <a:lnTo>
                    <a:pt x="2870605" y="395769"/>
                  </a:lnTo>
                  <a:lnTo>
                    <a:pt x="2929724" y="366911"/>
                  </a:lnTo>
                  <a:lnTo>
                    <a:pt x="2993934" y="341138"/>
                  </a:lnTo>
                  <a:lnTo>
                    <a:pt x="3063897" y="318062"/>
                  </a:lnTo>
                  <a:lnTo>
                    <a:pt x="3139961" y="297376"/>
                  </a:lnTo>
                  <a:lnTo>
                    <a:pt x="3221973" y="278859"/>
                  </a:lnTo>
                  <a:lnTo>
                    <a:pt x="3309070" y="262383"/>
                  </a:lnTo>
                  <a:lnTo>
                    <a:pt x="3399466" y="247903"/>
                  </a:lnTo>
                  <a:lnTo>
                    <a:pt x="3490347" y="235437"/>
                  </a:lnTo>
                  <a:lnTo>
                    <a:pt x="3577948" y="225034"/>
                  </a:lnTo>
                  <a:lnTo>
                    <a:pt x="3657941" y="216727"/>
                  </a:lnTo>
                  <a:lnTo>
                    <a:pt x="3726136" y="210478"/>
                  </a:lnTo>
                  <a:lnTo>
                    <a:pt x="3779349" y="206144"/>
                  </a:lnTo>
                  <a:lnTo>
                    <a:pt x="3816201" y="203461"/>
                  </a:lnTo>
                  <a:lnTo>
                    <a:pt x="3837556" y="202063"/>
                  </a:lnTo>
                  <a:lnTo>
                    <a:pt x="3846514" y="201534"/>
                  </a:lnTo>
                  <a:lnTo>
                    <a:pt x="3848118" y="201447"/>
                  </a:lnTo>
                  <a:lnTo>
                    <a:pt x="4386855" y="201447"/>
                  </a:lnTo>
                  <a:lnTo>
                    <a:pt x="4388157" y="201441"/>
                  </a:lnTo>
                  <a:lnTo>
                    <a:pt x="4396652" y="201394"/>
                  </a:lnTo>
                  <a:lnTo>
                    <a:pt x="4417826" y="201265"/>
                  </a:lnTo>
                  <a:lnTo>
                    <a:pt x="4455077" y="201012"/>
                  </a:lnTo>
                  <a:lnTo>
                    <a:pt x="4509379" y="200598"/>
                  </a:lnTo>
                  <a:lnTo>
                    <a:pt x="4579270" y="199998"/>
                  </a:lnTo>
                  <a:lnTo>
                    <a:pt x="4661339" y="199197"/>
                  </a:lnTo>
                  <a:lnTo>
                    <a:pt x="4751103" y="198192"/>
                  </a:lnTo>
                  <a:lnTo>
                    <a:pt x="4843980" y="196985"/>
                  </a:lnTo>
                  <a:lnTo>
                    <a:pt x="4936039" y="195583"/>
                  </a:lnTo>
                  <a:lnTo>
                    <a:pt x="5024395" y="193986"/>
                  </a:lnTo>
                  <a:lnTo>
                    <a:pt x="5107282" y="192189"/>
                  </a:lnTo>
                  <a:lnTo>
                    <a:pt x="5183901" y="190178"/>
                  </a:lnTo>
                  <a:lnTo>
                    <a:pt x="5254195" y="187929"/>
                  </a:lnTo>
                  <a:lnTo>
                    <a:pt x="5318609" y="185410"/>
                  </a:lnTo>
                  <a:lnTo>
                    <a:pt x="5377895" y="182582"/>
                  </a:lnTo>
                  <a:lnTo>
                    <a:pt x="5432969" y="179398"/>
                  </a:lnTo>
                  <a:lnTo>
                    <a:pt x="5484798" y="175813"/>
                  </a:lnTo>
                  <a:lnTo>
                    <a:pt x="5534314" y="171789"/>
                  </a:lnTo>
                  <a:lnTo>
                    <a:pt x="5567201" y="168780"/>
                  </a:lnTo>
                  <a:lnTo>
                    <a:pt x="5619750" y="163429"/>
                  </a:lnTo>
                  <a:lnTo>
                    <a:pt x="5671797" y="157499"/>
                  </a:lnTo>
                  <a:lnTo>
                    <a:pt x="5723929" y="150982"/>
                  </a:lnTo>
                  <a:lnTo>
                    <a:pt x="5776532" y="143894"/>
                  </a:lnTo>
                  <a:lnTo>
                    <a:pt x="5829819" y="136277"/>
                  </a:lnTo>
                  <a:lnTo>
                    <a:pt x="5883846" y="128197"/>
                  </a:lnTo>
                  <a:lnTo>
                    <a:pt x="5938542" y="119750"/>
                  </a:lnTo>
                  <a:lnTo>
                    <a:pt x="5993730" y="111052"/>
                  </a:lnTo>
                  <a:lnTo>
                    <a:pt x="6049162" y="102233"/>
                  </a:lnTo>
                  <a:lnTo>
                    <a:pt x="6104555" y="93433"/>
                  </a:lnTo>
                  <a:lnTo>
                    <a:pt x="6159630" y="84791"/>
                  </a:lnTo>
                  <a:lnTo>
                    <a:pt x="6214156" y="76434"/>
                  </a:lnTo>
                  <a:lnTo>
                    <a:pt x="6267982" y="68473"/>
                  </a:lnTo>
                  <a:lnTo>
                    <a:pt x="6321069" y="60996"/>
                  </a:lnTo>
                  <a:lnTo>
                    <a:pt x="6373515" y="54061"/>
                  </a:lnTo>
                  <a:lnTo>
                    <a:pt x="6425577" y="47705"/>
                  </a:lnTo>
                  <a:lnTo>
                    <a:pt x="6477694" y="41935"/>
                  </a:lnTo>
                  <a:lnTo>
                    <a:pt x="6515891" y="38111"/>
                  </a:lnTo>
                  <a:lnTo>
                    <a:pt x="6564301" y="33775"/>
                  </a:lnTo>
                  <a:lnTo>
                    <a:pt x="6614456" y="29894"/>
                  </a:lnTo>
                  <a:lnTo>
                    <a:pt x="6667211" y="26441"/>
                  </a:lnTo>
                  <a:lnTo>
                    <a:pt x="6723519" y="23375"/>
                  </a:lnTo>
                  <a:lnTo>
                    <a:pt x="6784339" y="20650"/>
                  </a:lnTo>
                  <a:lnTo>
                    <a:pt x="6850549" y="18221"/>
                  </a:lnTo>
                  <a:lnTo>
                    <a:pt x="6922823" y="16050"/>
                  </a:lnTo>
                  <a:lnTo>
                    <a:pt x="7001469" y="14109"/>
                  </a:lnTo>
                  <a:lnTo>
                    <a:pt x="7086220" y="12377"/>
                  </a:lnTo>
                  <a:lnTo>
                    <a:pt x="7175995" y="10842"/>
                  </a:lnTo>
                  <a:lnTo>
                    <a:pt x="7268680" y="9501"/>
                  </a:lnTo>
                  <a:lnTo>
                    <a:pt x="7361037" y="8359"/>
                  </a:lnTo>
                  <a:lnTo>
                    <a:pt x="7448868" y="7418"/>
                  </a:lnTo>
                  <a:lnTo>
                    <a:pt x="7527524" y="6681"/>
                  </a:lnTo>
                  <a:lnTo>
                    <a:pt x="7592758" y="6142"/>
                  </a:lnTo>
                  <a:lnTo>
                    <a:pt x="7641694" y="5783"/>
                  </a:lnTo>
                  <a:lnTo>
                    <a:pt x="7673615" y="5574"/>
                  </a:lnTo>
                  <a:lnTo>
                    <a:pt x="7690289" y="5476"/>
                  </a:lnTo>
                  <a:lnTo>
                    <a:pt x="7695815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6"/>
                  </a:lnTo>
                  <a:lnTo>
                    <a:pt x="7686441" y="53"/>
                  </a:lnTo>
                  <a:lnTo>
                    <a:pt x="7665266" y="182"/>
                  </a:lnTo>
                  <a:lnTo>
                    <a:pt x="7628015" y="435"/>
                  </a:lnTo>
                  <a:lnTo>
                    <a:pt x="7573713" y="848"/>
                  </a:lnTo>
                  <a:lnTo>
                    <a:pt x="7503822" y="1449"/>
                  </a:lnTo>
                  <a:lnTo>
                    <a:pt x="7421754" y="2250"/>
                  </a:lnTo>
                  <a:lnTo>
                    <a:pt x="7331990" y="3255"/>
                  </a:lnTo>
                  <a:lnTo>
                    <a:pt x="7239112" y="4461"/>
                  </a:lnTo>
                  <a:lnTo>
                    <a:pt x="7147054" y="5864"/>
                  </a:lnTo>
                  <a:lnTo>
                    <a:pt x="7058697" y="7460"/>
                  </a:lnTo>
                  <a:lnTo>
                    <a:pt x="6975811" y="9257"/>
                  </a:lnTo>
                  <a:lnTo>
                    <a:pt x="6899191" y="11269"/>
                  </a:lnTo>
                  <a:lnTo>
                    <a:pt x="6828897" y="13518"/>
                  </a:lnTo>
                  <a:lnTo>
                    <a:pt x="6764484" y="16037"/>
                  </a:lnTo>
                  <a:lnTo>
                    <a:pt x="6705197" y="18865"/>
                  </a:lnTo>
                  <a:lnTo>
                    <a:pt x="6650123" y="22049"/>
                  </a:lnTo>
                  <a:lnTo>
                    <a:pt x="6598294" y="25633"/>
                  </a:lnTo>
                  <a:lnTo>
                    <a:pt x="6548779" y="29658"/>
                  </a:lnTo>
                  <a:lnTo>
                    <a:pt x="6515891" y="32667"/>
                  </a:lnTo>
                  <a:lnTo>
                    <a:pt x="6463342" y="38017"/>
                  </a:lnTo>
                  <a:lnTo>
                    <a:pt x="6411296" y="43948"/>
                  </a:lnTo>
                  <a:lnTo>
                    <a:pt x="6359164" y="50465"/>
                  </a:lnTo>
                  <a:lnTo>
                    <a:pt x="6306560" y="57553"/>
                  </a:lnTo>
                  <a:lnTo>
                    <a:pt x="6253274" y="65170"/>
                  </a:lnTo>
                  <a:lnTo>
                    <a:pt x="6199247" y="73249"/>
                  </a:lnTo>
                  <a:lnTo>
                    <a:pt x="6144550" y="81696"/>
                  </a:lnTo>
                  <a:lnTo>
                    <a:pt x="6089362" y="90395"/>
                  </a:lnTo>
                  <a:lnTo>
                    <a:pt x="6033930" y="99214"/>
                  </a:lnTo>
                  <a:lnTo>
                    <a:pt x="5978538" y="108014"/>
                  </a:lnTo>
                  <a:lnTo>
                    <a:pt x="5923462" y="116656"/>
                  </a:lnTo>
                  <a:lnTo>
                    <a:pt x="5868936" y="125013"/>
                  </a:lnTo>
                  <a:lnTo>
                    <a:pt x="5815110" y="132973"/>
                  </a:lnTo>
                  <a:lnTo>
                    <a:pt x="5762023" y="140451"/>
                  </a:lnTo>
                  <a:lnTo>
                    <a:pt x="5709577" y="147385"/>
                  </a:lnTo>
                  <a:lnTo>
                    <a:pt x="5657515" y="153742"/>
                  </a:lnTo>
                  <a:lnTo>
                    <a:pt x="5605399" y="159511"/>
                  </a:lnTo>
                  <a:lnTo>
                    <a:pt x="5567201" y="163336"/>
                  </a:lnTo>
                  <a:lnTo>
                    <a:pt x="5518791" y="167672"/>
                  </a:lnTo>
                  <a:lnTo>
                    <a:pt x="5468636" y="171553"/>
                  </a:lnTo>
                  <a:lnTo>
                    <a:pt x="5415881" y="175006"/>
                  </a:lnTo>
                  <a:lnTo>
                    <a:pt x="5359574" y="178071"/>
                  </a:lnTo>
                  <a:lnTo>
                    <a:pt x="5298754" y="180797"/>
                  </a:lnTo>
                  <a:lnTo>
                    <a:pt x="5232543" y="183226"/>
                  </a:lnTo>
                  <a:lnTo>
                    <a:pt x="5160270" y="185397"/>
                  </a:lnTo>
                  <a:lnTo>
                    <a:pt x="5081624" y="187338"/>
                  </a:lnTo>
                  <a:lnTo>
                    <a:pt x="4996872" y="189070"/>
                  </a:lnTo>
                  <a:lnTo>
                    <a:pt x="4907097" y="190605"/>
                  </a:lnTo>
                  <a:lnTo>
                    <a:pt x="4814413" y="191945"/>
                  </a:lnTo>
                  <a:lnTo>
                    <a:pt x="4722055" y="193088"/>
                  </a:lnTo>
                  <a:lnTo>
                    <a:pt x="4634225" y="194029"/>
                  </a:lnTo>
                  <a:lnTo>
                    <a:pt x="4555568" y="194766"/>
                  </a:lnTo>
                  <a:lnTo>
                    <a:pt x="4490335" y="195304"/>
                  </a:lnTo>
                  <a:lnTo>
                    <a:pt x="4441399" y="195664"/>
                  </a:lnTo>
                  <a:lnTo>
                    <a:pt x="4409477" y="195873"/>
                  </a:lnTo>
                  <a:lnTo>
                    <a:pt x="4392804" y="195971"/>
                  </a:lnTo>
                  <a:lnTo>
                    <a:pt x="4387277" y="196001"/>
                  </a:lnTo>
                  <a:lnTo>
                    <a:pt x="4386855" y="196003"/>
                  </a:lnTo>
                  <a:lnTo>
                    <a:pt x="3848118" y="196003"/>
                  </a:lnTo>
                  <a:lnTo>
                    <a:pt x="3846894" y="196068"/>
                  </a:lnTo>
                  <a:lnTo>
                    <a:pt x="3838891" y="196537"/>
                  </a:lnTo>
                  <a:lnTo>
                    <a:pt x="3818897" y="197832"/>
                  </a:lnTo>
                  <a:lnTo>
                    <a:pt x="3783611" y="200375"/>
                  </a:lnTo>
                  <a:lnTo>
                    <a:pt x="3731947" y="204537"/>
                  </a:lnTo>
                  <a:lnTo>
                    <a:pt x="3665079" y="210592"/>
                  </a:lnTo>
                  <a:lnTo>
                    <a:pt x="3586048" y="218699"/>
                  </a:lnTo>
                  <a:lnTo>
                    <a:pt x="3498987" y="228900"/>
                  </a:lnTo>
                  <a:lnTo>
                    <a:pt x="3408245" y="241170"/>
                  </a:lnTo>
                  <a:lnTo>
                    <a:pt x="3317663" y="255458"/>
                  </a:lnTo>
                  <a:lnTo>
                    <a:pt x="3230155" y="271741"/>
                  </a:lnTo>
                  <a:lnTo>
                    <a:pt x="3147603" y="290057"/>
                  </a:lnTo>
                  <a:lnTo>
                    <a:pt x="3070950" y="310527"/>
                  </a:lnTo>
                  <a:lnTo>
                    <a:pt x="3000409" y="333361"/>
                  </a:lnTo>
                  <a:lnTo>
                    <a:pt x="2935670" y="358858"/>
                  </a:lnTo>
                  <a:lnTo>
                    <a:pt x="2876096" y="387401"/>
                  </a:lnTo>
                  <a:lnTo>
                    <a:pt x="2820861" y="419428"/>
                  </a:lnTo>
                  <a:lnTo>
                    <a:pt x="2769065" y="455408"/>
                  </a:lnTo>
                  <a:lnTo>
                    <a:pt x="2719809" y="495767"/>
                  </a:lnTo>
                  <a:lnTo>
                    <a:pt x="2672281" y="540781"/>
                  </a:lnTo>
                  <a:lnTo>
                    <a:pt x="2667772" y="545360"/>
                  </a:lnTo>
                  <a:lnTo>
                    <a:pt x="2628129" y="587878"/>
                  </a:lnTo>
                  <a:lnTo>
                    <a:pt x="2588869" y="633886"/>
                  </a:lnTo>
                  <a:lnTo>
                    <a:pt x="2549705" y="683450"/>
                  </a:lnTo>
                  <a:lnTo>
                    <a:pt x="2510421" y="736567"/>
                  </a:lnTo>
                  <a:lnTo>
                    <a:pt x="2470864" y="793150"/>
                  </a:lnTo>
                  <a:lnTo>
                    <a:pt x="2430937" y="853024"/>
                  </a:lnTo>
                  <a:lnTo>
                    <a:pt x="2390593" y="915921"/>
                  </a:lnTo>
                  <a:lnTo>
                    <a:pt x="2349831" y="981482"/>
                  </a:lnTo>
                  <a:lnTo>
                    <a:pt x="2308689" y="1049263"/>
                  </a:lnTo>
                  <a:lnTo>
                    <a:pt x="2267239" y="1118743"/>
                  </a:lnTo>
                  <a:lnTo>
                    <a:pt x="2225580" y="1189338"/>
                  </a:lnTo>
                  <a:lnTo>
                    <a:pt x="2183828" y="1260427"/>
                  </a:lnTo>
                  <a:lnTo>
                    <a:pt x="2142103" y="1331368"/>
                  </a:lnTo>
                  <a:lnTo>
                    <a:pt x="2100527" y="1401526"/>
                  </a:lnTo>
                  <a:lnTo>
                    <a:pt x="2059208" y="1470293"/>
                  </a:lnTo>
                  <a:lnTo>
                    <a:pt x="2018233" y="1537114"/>
                  </a:lnTo>
                  <a:lnTo>
                    <a:pt x="1977661" y="1601501"/>
                  </a:lnTo>
                  <a:lnTo>
                    <a:pt x="1937511" y="1663047"/>
                  </a:lnTo>
                  <a:lnTo>
                    <a:pt x="1897763" y="1721436"/>
                  </a:lnTo>
                  <a:lnTo>
                    <a:pt x="1858347" y="1776441"/>
                  </a:lnTo>
                  <a:lnTo>
                    <a:pt x="1819141" y="1827931"/>
                  </a:lnTo>
                  <a:lnTo>
                    <a:pt x="1779964" y="1875856"/>
                  </a:lnTo>
                  <a:lnTo>
                    <a:pt x="1740568" y="1920247"/>
                  </a:lnTo>
                  <a:lnTo>
                    <a:pt x="1719082" y="1942791"/>
                  </a:lnTo>
                  <a:lnTo>
                    <a:pt x="1671684" y="1988257"/>
                  </a:lnTo>
                  <a:lnTo>
                    <a:pt x="1622627" y="2029056"/>
                  </a:lnTo>
                  <a:lnTo>
                    <a:pt x="1571113" y="2065440"/>
                  </a:lnTo>
                  <a:lnTo>
                    <a:pt x="1516250" y="2097827"/>
                  </a:lnTo>
                  <a:lnTo>
                    <a:pt x="1457131" y="2126685"/>
                  </a:lnTo>
                  <a:lnTo>
                    <a:pt x="1392921" y="2152458"/>
                  </a:lnTo>
                  <a:lnTo>
                    <a:pt x="1322957" y="2175533"/>
                  </a:lnTo>
                  <a:lnTo>
                    <a:pt x="1246894" y="2196220"/>
                  </a:lnTo>
                  <a:lnTo>
                    <a:pt x="1164881" y="2214737"/>
                  </a:lnTo>
                  <a:lnTo>
                    <a:pt x="1077785" y="2231213"/>
                  </a:lnTo>
                  <a:lnTo>
                    <a:pt x="987388" y="2245693"/>
                  </a:lnTo>
                  <a:lnTo>
                    <a:pt x="896508" y="2258159"/>
                  </a:lnTo>
                  <a:lnTo>
                    <a:pt x="808907" y="2268562"/>
                  </a:lnTo>
                  <a:lnTo>
                    <a:pt x="728913" y="2276869"/>
                  </a:lnTo>
                  <a:lnTo>
                    <a:pt x="660719" y="2283118"/>
                  </a:lnTo>
                  <a:lnTo>
                    <a:pt x="607505" y="2287451"/>
                  </a:lnTo>
                  <a:lnTo>
                    <a:pt x="570653" y="2290135"/>
                  </a:lnTo>
                  <a:lnTo>
                    <a:pt x="549298" y="2291533"/>
                  </a:lnTo>
                  <a:lnTo>
                    <a:pt x="540341" y="2292062"/>
                  </a:lnTo>
                  <a:lnTo>
                    <a:pt x="538736" y="2292148"/>
                  </a:lnTo>
                  <a:lnTo>
                    <a:pt x="0" y="2292148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49" name="pl1749"/>
            <p:cNvSpPr/>
            <p:nvPr/>
          </p:nvSpPr>
          <p:spPr>
            <a:xfrm>
              <a:off x="546595" y="3097051"/>
              <a:ext cx="8234974" cy="2292148"/>
            </a:xfrm>
            <a:custGeom>
              <a:avLst/>
              <a:pathLst>
                <a:path w="8234974" h="2292148">
                  <a:moveTo>
                    <a:pt x="0" y="2292148"/>
                  </a:moveTo>
                  <a:lnTo>
                    <a:pt x="538736" y="2292148"/>
                  </a:lnTo>
                  <a:lnTo>
                    <a:pt x="539961" y="2292083"/>
                  </a:lnTo>
                  <a:lnTo>
                    <a:pt x="547964" y="2291614"/>
                  </a:lnTo>
                  <a:lnTo>
                    <a:pt x="567957" y="2290319"/>
                  </a:lnTo>
                  <a:lnTo>
                    <a:pt x="603243" y="2287776"/>
                  </a:lnTo>
                  <a:lnTo>
                    <a:pt x="654908" y="2283615"/>
                  </a:lnTo>
                  <a:lnTo>
                    <a:pt x="721776" y="2277559"/>
                  </a:lnTo>
                  <a:lnTo>
                    <a:pt x="800807" y="2269452"/>
                  </a:lnTo>
                  <a:lnTo>
                    <a:pt x="887868" y="2259251"/>
                  </a:lnTo>
                  <a:lnTo>
                    <a:pt x="978609" y="2246981"/>
                  </a:lnTo>
                  <a:lnTo>
                    <a:pt x="1069192" y="2232693"/>
                  </a:lnTo>
                  <a:lnTo>
                    <a:pt x="1156699" y="2216410"/>
                  </a:lnTo>
                  <a:lnTo>
                    <a:pt x="1239252" y="2198094"/>
                  </a:lnTo>
                  <a:lnTo>
                    <a:pt x="1315904" y="2177624"/>
                  </a:lnTo>
                  <a:lnTo>
                    <a:pt x="1386446" y="2154790"/>
                  </a:lnTo>
                  <a:lnTo>
                    <a:pt x="1451184" y="2129293"/>
                  </a:lnTo>
                  <a:lnTo>
                    <a:pt x="1510759" y="2100751"/>
                  </a:lnTo>
                  <a:lnTo>
                    <a:pt x="1565993" y="2068723"/>
                  </a:lnTo>
                  <a:lnTo>
                    <a:pt x="1617790" y="2032743"/>
                  </a:lnTo>
                  <a:lnTo>
                    <a:pt x="1667046" y="1992384"/>
                  </a:lnTo>
                  <a:lnTo>
                    <a:pt x="1714574" y="1947370"/>
                  </a:lnTo>
                  <a:lnTo>
                    <a:pt x="1719082" y="1942791"/>
                  </a:lnTo>
                  <a:lnTo>
                    <a:pt x="1758725" y="1900273"/>
                  </a:lnTo>
                  <a:lnTo>
                    <a:pt x="1797986" y="1854265"/>
                  </a:lnTo>
                  <a:lnTo>
                    <a:pt x="1837150" y="1804701"/>
                  </a:lnTo>
                  <a:lnTo>
                    <a:pt x="1876434" y="1751584"/>
                  </a:lnTo>
                  <a:lnTo>
                    <a:pt x="1915990" y="1695001"/>
                  </a:lnTo>
                  <a:lnTo>
                    <a:pt x="1955917" y="1635127"/>
                  </a:lnTo>
                  <a:lnTo>
                    <a:pt x="1996261" y="1572230"/>
                  </a:lnTo>
                  <a:lnTo>
                    <a:pt x="2037024" y="1506669"/>
                  </a:lnTo>
                  <a:lnTo>
                    <a:pt x="2078166" y="1438888"/>
                  </a:lnTo>
                  <a:lnTo>
                    <a:pt x="2119615" y="1369409"/>
                  </a:lnTo>
                  <a:lnTo>
                    <a:pt x="2161274" y="1298813"/>
                  </a:lnTo>
                  <a:lnTo>
                    <a:pt x="2203027" y="1227724"/>
                  </a:lnTo>
                  <a:lnTo>
                    <a:pt x="2244752" y="1156783"/>
                  </a:lnTo>
                  <a:lnTo>
                    <a:pt x="2286328" y="1086625"/>
                  </a:lnTo>
                  <a:lnTo>
                    <a:pt x="2327646" y="1017858"/>
                  </a:lnTo>
                  <a:lnTo>
                    <a:pt x="2368621" y="951037"/>
                  </a:lnTo>
                  <a:lnTo>
                    <a:pt x="2409194" y="886650"/>
                  </a:lnTo>
                  <a:lnTo>
                    <a:pt x="2449344" y="825104"/>
                  </a:lnTo>
                  <a:lnTo>
                    <a:pt x="2489092" y="766715"/>
                  </a:lnTo>
                  <a:lnTo>
                    <a:pt x="2528507" y="711710"/>
                  </a:lnTo>
                  <a:lnTo>
                    <a:pt x="2567713" y="660220"/>
                  </a:lnTo>
                  <a:lnTo>
                    <a:pt x="2606891" y="612295"/>
                  </a:lnTo>
                  <a:lnTo>
                    <a:pt x="2646287" y="567904"/>
                  </a:lnTo>
                  <a:lnTo>
                    <a:pt x="2667772" y="545360"/>
                  </a:lnTo>
                  <a:lnTo>
                    <a:pt x="2715171" y="499894"/>
                  </a:lnTo>
                  <a:lnTo>
                    <a:pt x="2764227" y="459096"/>
                  </a:lnTo>
                  <a:lnTo>
                    <a:pt x="2815741" y="422712"/>
                  </a:lnTo>
                  <a:lnTo>
                    <a:pt x="2870605" y="390324"/>
                  </a:lnTo>
                  <a:lnTo>
                    <a:pt x="2929724" y="361466"/>
                  </a:lnTo>
                  <a:lnTo>
                    <a:pt x="2993934" y="335693"/>
                  </a:lnTo>
                  <a:lnTo>
                    <a:pt x="3063897" y="312618"/>
                  </a:lnTo>
                  <a:lnTo>
                    <a:pt x="3139961" y="291931"/>
                  </a:lnTo>
                  <a:lnTo>
                    <a:pt x="3221973" y="273414"/>
                  </a:lnTo>
                  <a:lnTo>
                    <a:pt x="3309070" y="256939"/>
                  </a:lnTo>
                  <a:lnTo>
                    <a:pt x="3399466" y="242458"/>
                  </a:lnTo>
                  <a:lnTo>
                    <a:pt x="3490347" y="229992"/>
                  </a:lnTo>
                  <a:lnTo>
                    <a:pt x="3577948" y="219589"/>
                  </a:lnTo>
                  <a:lnTo>
                    <a:pt x="3657941" y="211282"/>
                  </a:lnTo>
                  <a:lnTo>
                    <a:pt x="3726136" y="205034"/>
                  </a:lnTo>
                  <a:lnTo>
                    <a:pt x="3779349" y="200700"/>
                  </a:lnTo>
                  <a:lnTo>
                    <a:pt x="3816201" y="198016"/>
                  </a:lnTo>
                  <a:lnTo>
                    <a:pt x="3837556" y="196619"/>
                  </a:lnTo>
                  <a:lnTo>
                    <a:pt x="3846514" y="196089"/>
                  </a:lnTo>
                  <a:lnTo>
                    <a:pt x="3848117" y="196003"/>
                  </a:lnTo>
                  <a:lnTo>
                    <a:pt x="3848118" y="196003"/>
                  </a:lnTo>
                  <a:lnTo>
                    <a:pt x="4386855" y="196003"/>
                  </a:lnTo>
                  <a:lnTo>
                    <a:pt x="4388157" y="195996"/>
                  </a:lnTo>
                  <a:lnTo>
                    <a:pt x="4396652" y="195950"/>
                  </a:lnTo>
                  <a:lnTo>
                    <a:pt x="4417826" y="195821"/>
                  </a:lnTo>
                  <a:lnTo>
                    <a:pt x="4455077" y="195567"/>
                  </a:lnTo>
                  <a:lnTo>
                    <a:pt x="4509379" y="195154"/>
                  </a:lnTo>
                  <a:lnTo>
                    <a:pt x="4579270" y="194554"/>
                  </a:lnTo>
                  <a:lnTo>
                    <a:pt x="4661339" y="193752"/>
                  </a:lnTo>
                  <a:lnTo>
                    <a:pt x="4751103" y="192747"/>
                  </a:lnTo>
                  <a:lnTo>
                    <a:pt x="4843980" y="191541"/>
                  </a:lnTo>
                  <a:lnTo>
                    <a:pt x="4936039" y="190139"/>
                  </a:lnTo>
                  <a:lnTo>
                    <a:pt x="5024395" y="188542"/>
                  </a:lnTo>
                  <a:lnTo>
                    <a:pt x="5107282" y="186745"/>
                  </a:lnTo>
                  <a:lnTo>
                    <a:pt x="5183901" y="184733"/>
                  </a:lnTo>
                  <a:lnTo>
                    <a:pt x="5254195" y="182485"/>
                  </a:lnTo>
                  <a:lnTo>
                    <a:pt x="5318609" y="179966"/>
                  </a:lnTo>
                  <a:lnTo>
                    <a:pt x="5377895" y="177137"/>
                  </a:lnTo>
                  <a:lnTo>
                    <a:pt x="5432969" y="173953"/>
                  </a:lnTo>
                  <a:lnTo>
                    <a:pt x="5484798" y="170369"/>
                  </a:lnTo>
                  <a:lnTo>
                    <a:pt x="5534314" y="166345"/>
                  </a:lnTo>
                  <a:lnTo>
                    <a:pt x="5567201" y="163336"/>
                  </a:lnTo>
                  <a:lnTo>
                    <a:pt x="5619750" y="157985"/>
                  </a:lnTo>
                  <a:lnTo>
                    <a:pt x="5671797" y="152055"/>
                  </a:lnTo>
                  <a:lnTo>
                    <a:pt x="5723929" y="145538"/>
                  </a:lnTo>
                  <a:lnTo>
                    <a:pt x="5776532" y="138450"/>
                  </a:lnTo>
                  <a:lnTo>
                    <a:pt x="5829819" y="130832"/>
                  </a:lnTo>
                  <a:lnTo>
                    <a:pt x="5883846" y="122753"/>
                  </a:lnTo>
                  <a:lnTo>
                    <a:pt x="5938542" y="114306"/>
                  </a:lnTo>
                  <a:lnTo>
                    <a:pt x="5993730" y="105607"/>
                  </a:lnTo>
                  <a:lnTo>
                    <a:pt x="6049162" y="96788"/>
                  </a:lnTo>
                  <a:lnTo>
                    <a:pt x="6104555" y="87988"/>
                  </a:lnTo>
                  <a:lnTo>
                    <a:pt x="6159630" y="79346"/>
                  </a:lnTo>
                  <a:lnTo>
                    <a:pt x="6214156" y="70990"/>
                  </a:lnTo>
                  <a:lnTo>
                    <a:pt x="6267982" y="63029"/>
                  </a:lnTo>
                  <a:lnTo>
                    <a:pt x="6321069" y="55551"/>
                  </a:lnTo>
                  <a:lnTo>
                    <a:pt x="6373515" y="48617"/>
                  </a:lnTo>
                  <a:lnTo>
                    <a:pt x="6425577" y="42260"/>
                  </a:lnTo>
                  <a:lnTo>
                    <a:pt x="6477694" y="36491"/>
                  </a:lnTo>
                  <a:lnTo>
                    <a:pt x="6515891" y="32667"/>
                  </a:lnTo>
                  <a:lnTo>
                    <a:pt x="6564301" y="28331"/>
                  </a:lnTo>
                  <a:lnTo>
                    <a:pt x="6614456" y="24449"/>
                  </a:lnTo>
                  <a:lnTo>
                    <a:pt x="6667211" y="20997"/>
                  </a:lnTo>
                  <a:lnTo>
                    <a:pt x="6723519" y="17931"/>
                  </a:lnTo>
                  <a:lnTo>
                    <a:pt x="6784339" y="15205"/>
                  </a:lnTo>
                  <a:lnTo>
                    <a:pt x="6850549" y="12776"/>
                  </a:lnTo>
                  <a:lnTo>
                    <a:pt x="6922823" y="10606"/>
                  </a:lnTo>
                  <a:lnTo>
                    <a:pt x="7001469" y="8665"/>
                  </a:lnTo>
                  <a:lnTo>
                    <a:pt x="7086220" y="6932"/>
                  </a:lnTo>
                  <a:lnTo>
                    <a:pt x="7175995" y="5397"/>
                  </a:lnTo>
                  <a:lnTo>
                    <a:pt x="7268680" y="4057"/>
                  </a:lnTo>
                  <a:lnTo>
                    <a:pt x="7361037" y="2914"/>
                  </a:lnTo>
                  <a:lnTo>
                    <a:pt x="7448868" y="1973"/>
                  </a:lnTo>
                  <a:lnTo>
                    <a:pt x="7527524" y="1237"/>
                  </a:lnTo>
                  <a:lnTo>
                    <a:pt x="7592758" y="698"/>
                  </a:lnTo>
                  <a:lnTo>
                    <a:pt x="7641694" y="339"/>
                  </a:lnTo>
                  <a:lnTo>
                    <a:pt x="7673615" y="129"/>
                  </a:lnTo>
                  <a:lnTo>
                    <a:pt x="7690289" y="31"/>
                  </a:lnTo>
                  <a:lnTo>
                    <a:pt x="7695815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0" name="pl1750"/>
            <p:cNvSpPr/>
            <p:nvPr/>
          </p:nvSpPr>
          <p:spPr>
            <a:xfrm>
              <a:off x="546595" y="3091606"/>
              <a:ext cx="8234974" cy="2292148"/>
            </a:xfrm>
            <a:custGeom>
              <a:avLst/>
              <a:pathLst>
                <a:path w="8234974" h="2292148">
                  <a:moveTo>
                    <a:pt x="8234974" y="0"/>
                  </a:moveTo>
                  <a:lnTo>
                    <a:pt x="7696237" y="0"/>
                  </a:lnTo>
                  <a:lnTo>
                    <a:pt x="7694935" y="6"/>
                  </a:lnTo>
                  <a:lnTo>
                    <a:pt x="7686441" y="53"/>
                  </a:lnTo>
                  <a:lnTo>
                    <a:pt x="7665266" y="182"/>
                  </a:lnTo>
                  <a:lnTo>
                    <a:pt x="7628015" y="435"/>
                  </a:lnTo>
                  <a:lnTo>
                    <a:pt x="7573713" y="848"/>
                  </a:lnTo>
                  <a:lnTo>
                    <a:pt x="7503822" y="1449"/>
                  </a:lnTo>
                  <a:lnTo>
                    <a:pt x="7421754" y="2250"/>
                  </a:lnTo>
                  <a:lnTo>
                    <a:pt x="7331990" y="3255"/>
                  </a:lnTo>
                  <a:lnTo>
                    <a:pt x="7239112" y="4461"/>
                  </a:lnTo>
                  <a:lnTo>
                    <a:pt x="7147054" y="5864"/>
                  </a:lnTo>
                  <a:lnTo>
                    <a:pt x="7058697" y="7460"/>
                  </a:lnTo>
                  <a:lnTo>
                    <a:pt x="6975811" y="9257"/>
                  </a:lnTo>
                  <a:lnTo>
                    <a:pt x="6899191" y="11269"/>
                  </a:lnTo>
                  <a:lnTo>
                    <a:pt x="6828897" y="13518"/>
                  </a:lnTo>
                  <a:lnTo>
                    <a:pt x="6764484" y="16037"/>
                  </a:lnTo>
                  <a:lnTo>
                    <a:pt x="6705197" y="18865"/>
                  </a:lnTo>
                  <a:lnTo>
                    <a:pt x="6650123" y="22049"/>
                  </a:lnTo>
                  <a:lnTo>
                    <a:pt x="6598294" y="25633"/>
                  </a:lnTo>
                  <a:lnTo>
                    <a:pt x="6548779" y="29658"/>
                  </a:lnTo>
                  <a:lnTo>
                    <a:pt x="6515891" y="32667"/>
                  </a:lnTo>
                  <a:lnTo>
                    <a:pt x="6463342" y="38017"/>
                  </a:lnTo>
                  <a:lnTo>
                    <a:pt x="6411296" y="43948"/>
                  </a:lnTo>
                  <a:lnTo>
                    <a:pt x="6359164" y="50465"/>
                  </a:lnTo>
                  <a:lnTo>
                    <a:pt x="6306560" y="57553"/>
                  </a:lnTo>
                  <a:lnTo>
                    <a:pt x="6253274" y="65170"/>
                  </a:lnTo>
                  <a:lnTo>
                    <a:pt x="6199247" y="73249"/>
                  </a:lnTo>
                  <a:lnTo>
                    <a:pt x="6144550" y="81696"/>
                  </a:lnTo>
                  <a:lnTo>
                    <a:pt x="6089362" y="90395"/>
                  </a:lnTo>
                  <a:lnTo>
                    <a:pt x="6033930" y="99214"/>
                  </a:lnTo>
                  <a:lnTo>
                    <a:pt x="5978538" y="108014"/>
                  </a:lnTo>
                  <a:lnTo>
                    <a:pt x="5923462" y="116656"/>
                  </a:lnTo>
                  <a:lnTo>
                    <a:pt x="5868936" y="125013"/>
                  </a:lnTo>
                  <a:lnTo>
                    <a:pt x="5815110" y="132973"/>
                  </a:lnTo>
                  <a:lnTo>
                    <a:pt x="5762023" y="140451"/>
                  </a:lnTo>
                  <a:lnTo>
                    <a:pt x="5709577" y="147385"/>
                  </a:lnTo>
                  <a:lnTo>
                    <a:pt x="5657515" y="153742"/>
                  </a:lnTo>
                  <a:lnTo>
                    <a:pt x="5605399" y="159511"/>
                  </a:lnTo>
                  <a:lnTo>
                    <a:pt x="5567201" y="163336"/>
                  </a:lnTo>
                  <a:lnTo>
                    <a:pt x="5518791" y="167672"/>
                  </a:lnTo>
                  <a:lnTo>
                    <a:pt x="5468636" y="171553"/>
                  </a:lnTo>
                  <a:lnTo>
                    <a:pt x="5415881" y="175006"/>
                  </a:lnTo>
                  <a:lnTo>
                    <a:pt x="5359574" y="178071"/>
                  </a:lnTo>
                  <a:lnTo>
                    <a:pt x="5298754" y="180797"/>
                  </a:lnTo>
                  <a:lnTo>
                    <a:pt x="5232543" y="183226"/>
                  </a:lnTo>
                  <a:lnTo>
                    <a:pt x="5160270" y="185397"/>
                  </a:lnTo>
                  <a:lnTo>
                    <a:pt x="5081624" y="187338"/>
                  </a:lnTo>
                  <a:lnTo>
                    <a:pt x="4996872" y="189070"/>
                  </a:lnTo>
                  <a:lnTo>
                    <a:pt x="4907097" y="190605"/>
                  </a:lnTo>
                  <a:lnTo>
                    <a:pt x="4814413" y="191945"/>
                  </a:lnTo>
                  <a:lnTo>
                    <a:pt x="4722055" y="193088"/>
                  </a:lnTo>
                  <a:lnTo>
                    <a:pt x="4634225" y="194029"/>
                  </a:lnTo>
                  <a:lnTo>
                    <a:pt x="4555568" y="194766"/>
                  </a:lnTo>
                  <a:lnTo>
                    <a:pt x="4490335" y="195304"/>
                  </a:lnTo>
                  <a:lnTo>
                    <a:pt x="4441399" y="195664"/>
                  </a:lnTo>
                  <a:lnTo>
                    <a:pt x="4409477" y="195873"/>
                  </a:lnTo>
                  <a:lnTo>
                    <a:pt x="4392804" y="195971"/>
                  </a:lnTo>
                  <a:lnTo>
                    <a:pt x="4387277" y="196001"/>
                  </a:lnTo>
                  <a:lnTo>
                    <a:pt x="4386855" y="196003"/>
                  </a:lnTo>
                  <a:lnTo>
                    <a:pt x="3848118" y="196003"/>
                  </a:lnTo>
                  <a:lnTo>
                    <a:pt x="3846894" y="196068"/>
                  </a:lnTo>
                  <a:lnTo>
                    <a:pt x="3838891" y="196537"/>
                  </a:lnTo>
                  <a:lnTo>
                    <a:pt x="3818897" y="197832"/>
                  </a:lnTo>
                  <a:lnTo>
                    <a:pt x="3783611" y="200375"/>
                  </a:lnTo>
                  <a:lnTo>
                    <a:pt x="3731947" y="204537"/>
                  </a:lnTo>
                  <a:lnTo>
                    <a:pt x="3665079" y="210592"/>
                  </a:lnTo>
                  <a:lnTo>
                    <a:pt x="3586048" y="218699"/>
                  </a:lnTo>
                  <a:lnTo>
                    <a:pt x="3498987" y="228900"/>
                  </a:lnTo>
                  <a:lnTo>
                    <a:pt x="3408245" y="241170"/>
                  </a:lnTo>
                  <a:lnTo>
                    <a:pt x="3317663" y="255458"/>
                  </a:lnTo>
                  <a:lnTo>
                    <a:pt x="3230155" y="271741"/>
                  </a:lnTo>
                  <a:lnTo>
                    <a:pt x="3147603" y="290057"/>
                  </a:lnTo>
                  <a:lnTo>
                    <a:pt x="3070950" y="310527"/>
                  </a:lnTo>
                  <a:lnTo>
                    <a:pt x="3000409" y="333361"/>
                  </a:lnTo>
                  <a:lnTo>
                    <a:pt x="2935670" y="358858"/>
                  </a:lnTo>
                  <a:lnTo>
                    <a:pt x="2876096" y="387401"/>
                  </a:lnTo>
                  <a:lnTo>
                    <a:pt x="2820861" y="419428"/>
                  </a:lnTo>
                  <a:lnTo>
                    <a:pt x="2769065" y="455408"/>
                  </a:lnTo>
                  <a:lnTo>
                    <a:pt x="2719809" y="495767"/>
                  </a:lnTo>
                  <a:lnTo>
                    <a:pt x="2672281" y="540781"/>
                  </a:lnTo>
                  <a:lnTo>
                    <a:pt x="2667772" y="545360"/>
                  </a:lnTo>
                  <a:lnTo>
                    <a:pt x="2628129" y="587878"/>
                  </a:lnTo>
                  <a:lnTo>
                    <a:pt x="2588869" y="633886"/>
                  </a:lnTo>
                  <a:lnTo>
                    <a:pt x="2549705" y="683450"/>
                  </a:lnTo>
                  <a:lnTo>
                    <a:pt x="2510421" y="736567"/>
                  </a:lnTo>
                  <a:lnTo>
                    <a:pt x="2470864" y="793150"/>
                  </a:lnTo>
                  <a:lnTo>
                    <a:pt x="2430937" y="853024"/>
                  </a:lnTo>
                  <a:lnTo>
                    <a:pt x="2390593" y="915921"/>
                  </a:lnTo>
                  <a:lnTo>
                    <a:pt x="2349831" y="981482"/>
                  </a:lnTo>
                  <a:lnTo>
                    <a:pt x="2308689" y="1049263"/>
                  </a:lnTo>
                  <a:lnTo>
                    <a:pt x="2267239" y="1118743"/>
                  </a:lnTo>
                  <a:lnTo>
                    <a:pt x="2225580" y="1189338"/>
                  </a:lnTo>
                  <a:lnTo>
                    <a:pt x="2183828" y="1260427"/>
                  </a:lnTo>
                  <a:lnTo>
                    <a:pt x="2142103" y="1331368"/>
                  </a:lnTo>
                  <a:lnTo>
                    <a:pt x="2100527" y="1401526"/>
                  </a:lnTo>
                  <a:lnTo>
                    <a:pt x="2059208" y="1470293"/>
                  </a:lnTo>
                  <a:lnTo>
                    <a:pt x="2018233" y="1537114"/>
                  </a:lnTo>
                  <a:lnTo>
                    <a:pt x="1977661" y="1601501"/>
                  </a:lnTo>
                  <a:lnTo>
                    <a:pt x="1937511" y="1663047"/>
                  </a:lnTo>
                  <a:lnTo>
                    <a:pt x="1897763" y="1721436"/>
                  </a:lnTo>
                  <a:lnTo>
                    <a:pt x="1858347" y="1776441"/>
                  </a:lnTo>
                  <a:lnTo>
                    <a:pt x="1819141" y="1827931"/>
                  </a:lnTo>
                  <a:lnTo>
                    <a:pt x="1779964" y="1875856"/>
                  </a:lnTo>
                  <a:lnTo>
                    <a:pt x="1740568" y="1920247"/>
                  </a:lnTo>
                  <a:lnTo>
                    <a:pt x="1719082" y="1942791"/>
                  </a:lnTo>
                  <a:lnTo>
                    <a:pt x="1671684" y="1988257"/>
                  </a:lnTo>
                  <a:lnTo>
                    <a:pt x="1622627" y="2029056"/>
                  </a:lnTo>
                  <a:lnTo>
                    <a:pt x="1571113" y="2065440"/>
                  </a:lnTo>
                  <a:lnTo>
                    <a:pt x="1516250" y="2097827"/>
                  </a:lnTo>
                  <a:lnTo>
                    <a:pt x="1457131" y="2126685"/>
                  </a:lnTo>
                  <a:lnTo>
                    <a:pt x="1392921" y="2152458"/>
                  </a:lnTo>
                  <a:lnTo>
                    <a:pt x="1322957" y="2175533"/>
                  </a:lnTo>
                  <a:lnTo>
                    <a:pt x="1246894" y="2196220"/>
                  </a:lnTo>
                  <a:lnTo>
                    <a:pt x="1164881" y="2214737"/>
                  </a:lnTo>
                  <a:lnTo>
                    <a:pt x="1077785" y="2231213"/>
                  </a:lnTo>
                  <a:lnTo>
                    <a:pt x="987388" y="2245693"/>
                  </a:lnTo>
                  <a:lnTo>
                    <a:pt x="896508" y="2258159"/>
                  </a:lnTo>
                  <a:lnTo>
                    <a:pt x="808907" y="2268562"/>
                  </a:lnTo>
                  <a:lnTo>
                    <a:pt x="728913" y="2276869"/>
                  </a:lnTo>
                  <a:lnTo>
                    <a:pt x="660719" y="2283118"/>
                  </a:lnTo>
                  <a:lnTo>
                    <a:pt x="607505" y="2287451"/>
                  </a:lnTo>
                  <a:lnTo>
                    <a:pt x="570653" y="2290135"/>
                  </a:lnTo>
                  <a:lnTo>
                    <a:pt x="549298" y="2291533"/>
                  </a:lnTo>
                  <a:lnTo>
                    <a:pt x="540341" y="2292062"/>
                  </a:lnTo>
                  <a:lnTo>
                    <a:pt x="538737" y="2292148"/>
                  </a:lnTo>
                  <a:lnTo>
                    <a:pt x="538736" y="2292148"/>
                  </a:lnTo>
                  <a:lnTo>
                    <a:pt x="0" y="2292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1" name="pg1751"/>
            <p:cNvSpPr/>
            <p:nvPr/>
          </p:nvSpPr>
          <p:spPr>
            <a:xfrm>
              <a:off x="546595" y="2313038"/>
              <a:ext cx="8234974" cy="3136051"/>
            </a:xfrm>
            <a:custGeom>
              <a:avLst/>
              <a:pathLst>
                <a:path w="8234974" h="3136051">
                  <a:moveTo>
                    <a:pt x="0" y="3038050"/>
                  </a:moveTo>
                  <a:lnTo>
                    <a:pt x="538736" y="3038050"/>
                  </a:lnTo>
                  <a:lnTo>
                    <a:pt x="539887" y="3037961"/>
                  </a:lnTo>
                  <a:lnTo>
                    <a:pt x="547420" y="3037325"/>
                  </a:lnTo>
                  <a:lnTo>
                    <a:pt x="566280" y="3035567"/>
                  </a:lnTo>
                  <a:lnTo>
                    <a:pt x="599670" y="3032114"/>
                  </a:lnTo>
                  <a:lnTo>
                    <a:pt x="648767" y="3026454"/>
                  </a:lnTo>
                  <a:lnTo>
                    <a:pt x="712657" y="3018199"/>
                  </a:lnTo>
                  <a:lnTo>
                    <a:pt x="788653" y="3007117"/>
                  </a:lnTo>
                  <a:lnTo>
                    <a:pt x="872958" y="2993130"/>
                  </a:lnTo>
                  <a:lnTo>
                    <a:pt x="961469" y="2976263"/>
                  </a:lnTo>
                  <a:lnTo>
                    <a:pt x="1050455" y="2956586"/>
                  </a:lnTo>
                  <a:lnTo>
                    <a:pt x="1136992" y="2934140"/>
                  </a:lnTo>
                  <a:lnTo>
                    <a:pt x="1219104" y="2908897"/>
                  </a:lnTo>
                  <a:lnTo>
                    <a:pt x="1295709" y="2880721"/>
                  </a:lnTo>
                  <a:lnTo>
                    <a:pt x="1366452" y="2849358"/>
                  </a:lnTo>
                  <a:lnTo>
                    <a:pt x="1431503" y="2814434"/>
                  </a:lnTo>
                  <a:lnTo>
                    <a:pt x="1491387" y="2775464"/>
                  </a:lnTo>
                  <a:lnTo>
                    <a:pt x="1546833" y="2731871"/>
                  </a:lnTo>
                  <a:lnTo>
                    <a:pt x="1598673" y="2683026"/>
                  </a:lnTo>
                  <a:lnTo>
                    <a:pt x="1647759" y="2628315"/>
                  </a:lnTo>
                  <a:lnTo>
                    <a:pt x="1694895" y="2567258"/>
                  </a:lnTo>
                  <a:lnTo>
                    <a:pt x="1719082" y="2532615"/>
                  </a:lnTo>
                  <a:lnTo>
                    <a:pt x="1753587" y="2479403"/>
                  </a:lnTo>
                  <a:lnTo>
                    <a:pt x="1787771" y="2422386"/>
                  </a:lnTo>
                  <a:lnTo>
                    <a:pt x="1821832" y="2361487"/>
                  </a:lnTo>
                  <a:lnTo>
                    <a:pt x="1855927" y="2296687"/>
                  </a:lnTo>
                  <a:lnTo>
                    <a:pt x="1890174" y="2228032"/>
                  </a:lnTo>
                  <a:lnTo>
                    <a:pt x="1924659" y="2155639"/>
                  </a:lnTo>
                  <a:lnTo>
                    <a:pt x="1959435" y="2079697"/>
                  </a:lnTo>
                  <a:lnTo>
                    <a:pt x="1994529" y="2000476"/>
                  </a:lnTo>
                  <a:lnTo>
                    <a:pt x="2029941" y="1918319"/>
                  </a:lnTo>
                  <a:lnTo>
                    <a:pt x="2065647" y="1833640"/>
                  </a:lnTo>
                  <a:lnTo>
                    <a:pt x="2101605" y="1746921"/>
                  </a:lnTo>
                  <a:lnTo>
                    <a:pt x="2137756" y="1658697"/>
                  </a:lnTo>
                  <a:lnTo>
                    <a:pt x="2174029" y="1569543"/>
                  </a:lnTo>
                  <a:lnTo>
                    <a:pt x="2210344" y="1480063"/>
                  </a:lnTo>
                  <a:lnTo>
                    <a:pt x="2246622" y="1390867"/>
                  </a:lnTo>
                  <a:lnTo>
                    <a:pt x="2282784" y="1302561"/>
                  </a:lnTo>
                  <a:lnTo>
                    <a:pt x="2318757" y="1215721"/>
                  </a:lnTo>
                  <a:lnTo>
                    <a:pt x="2354482" y="1130888"/>
                  </a:lnTo>
                  <a:lnTo>
                    <a:pt x="2389915" y="1048544"/>
                  </a:lnTo>
                  <a:lnTo>
                    <a:pt x="2425031" y="969110"/>
                  </a:lnTo>
                  <a:lnTo>
                    <a:pt x="2459829" y="892935"/>
                  </a:lnTo>
                  <a:lnTo>
                    <a:pt x="2494332" y="820292"/>
                  </a:lnTo>
                  <a:lnTo>
                    <a:pt x="2528593" y="751377"/>
                  </a:lnTo>
                  <a:lnTo>
                    <a:pt x="2562695" y="686311"/>
                  </a:lnTo>
                  <a:lnTo>
                    <a:pt x="2596754" y="625146"/>
                  </a:lnTo>
                  <a:lnTo>
                    <a:pt x="2630924" y="567866"/>
                  </a:lnTo>
                  <a:lnTo>
                    <a:pt x="2665399" y="514397"/>
                  </a:lnTo>
                  <a:lnTo>
                    <a:pt x="2667772" y="510878"/>
                  </a:lnTo>
                  <a:lnTo>
                    <a:pt x="2714167" y="446404"/>
                  </a:lnTo>
                  <a:lnTo>
                    <a:pt x="2762136" y="388407"/>
                  </a:lnTo>
                  <a:lnTo>
                    <a:pt x="2812426" y="336556"/>
                  </a:lnTo>
                  <a:lnTo>
                    <a:pt x="2865873" y="290287"/>
                  </a:lnTo>
                  <a:lnTo>
                    <a:pt x="2923329" y="248968"/>
                  </a:lnTo>
                  <a:lnTo>
                    <a:pt x="2985588" y="211988"/>
                  </a:lnTo>
                  <a:lnTo>
                    <a:pt x="3053297" y="178811"/>
                  </a:lnTo>
                  <a:lnTo>
                    <a:pt x="3126833" y="149002"/>
                  </a:lnTo>
                  <a:lnTo>
                    <a:pt x="3206140" y="122244"/>
                  </a:lnTo>
                  <a:lnTo>
                    <a:pt x="3290541" y="98340"/>
                  </a:lnTo>
                  <a:lnTo>
                    <a:pt x="3378548" y="77208"/>
                  </a:lnTo>
                  <a:lnTo>
                    <a:pt x="3467728" y="58859"/>
                  </a:lnTo>
                  <a:lnTo>
                    <a:pt x="3554741" y="43353"/>
                  </a:lnTo>
                  <a:lnTo>
                    <a:pt x="3635608" y="30749"/>
                  </a:lnTo>
                  <a:lnTo>
                    <a:pt x="3706274" y="21029"/>
                  </a:lnTo>
                  <a:lnTo>
                    <a:pt x="3763371" y="14046"/>
                  </a:lnTo>
                  <a:lnTo>
                    <a:pt x="3804992" y="9492"/>
                  </a:lnTo>
                  <a:lnTo>
                    <a:pt x="3831199" y="6914"/>
                  </a:lnTo>
                  <a:lnTo>
                    <a:pt x="3844161" y="5762"/>
                  </a:lnTo>
                  <a:lnTo>
                    <a:pt x="3847947" y="545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8" y="5535"/>
                  </a:lnTo>
                  <a:lnTo>
                    <a:pt x="4395476" y="6186"/>
                  </a:lnTo>
                  <a:lnTo>
                    <a:pt x="4414204" y="7987"/>
                  </a:lnTo>
                  <a:lnTo>
                    <a:pt x="4447373" y="11524"/>
                  </a:lnTo>
                  <a:lnTo>
                    <a:pt x="4496169" y="17324"/>
                  </a:lnTo>
                  <a:lnTo>
                    <a:pt x="4559708" y="25786"/>
                  </a:lnTo>
                  <a:lnTo>
                    <a:pt x="4635342" y="37148"/>
                  </a:lnTo>
                  <a:lnTo>
                    <a:pt x="4719317" y="51494"/>
                  </a:lnTo>
                  <a:lnTo>
                    <a:pt x="4807556" y="68798"/>
                  </a:lnTo>
                  <a:lnTo>
                    <a:pt x="4896344" y="88992"/>
                  </a:lnTo>
                  <a:lnTo>
                    <a:pt x="4982757" y="112028"/>
                  </a:lnTo>
                  <a:lnTo>
                    <a:pt x="5064809" y="137936"/>
                  </a:lnTo>
                  <a:lnTo>
                    <a:pt x="5141403" y="166851"/>
                  </a:lnTo>
                  <a:lnTo>
                    <a:pt x="5212166" y="199028"/>
                  </a:lnTo>
                  <a:lnTo>
                    <a:pt x="5277254" y="234846"/>
                  </a:lnTo>
                  <a:lnTo>
                    <a:pt x="5337175" y="274800"/>
                  </a:lnTo>
                  <a:lnTo>
                    <a:pt x="5392649" y="319476"/>
                  </a:lnTo>
                  <a:lnTo>
                    <a:pt x="5444499" y="369519"/>
                  </a:lnTo>
                  <a:lnTo>
                    <a:pt x="5493571" y="425560"/>
                  </a:lnTo>
                  <a:lnTo>
                    <a:pt x="5540666" y="488101"/>
                  </a:lnTo>
                  <a:lnTo>
                    <a:pt x="5567201" y="527212"/>
                  </a:lnTo>
                  <a:lnTo>
                    <a:pt x="5601259" y="581404"/>
                  </a:lnTo>
                  <a:lnTo>
                    <a:pt x="5635002" y="639420"/>
                  </a:lnTo>
                  <a:lnTo>
                    <a:pt x="5668621" y="701339"/>
                  </a:lnTo>
                  <a:lnTo>
                    <a:pt x="5702267" y="767181"/>
                  </a:lnTo>
                  <a:lnTo>
                    <a:pt x="5736057" y="836904"/>
                  </a:lnTo>
                  <a:lnTo>
                    <a:pt x="5770073" y="910397"/>
                  </a:lnTo>
                  <a:lnTo>
                    <a:pt x="5804371" y="987476"/>
                  </a:lnTo>
                  <a:lnTo>
                    <a:pt x="5838977" y="1067881"/>
                  </a:lnTo>
                  <a:lnTo>
                    <a:pt x="5873894" y="1151278"/>
                  </a:lnTo>
                  <a:lnTo>
                    <a:pt x="5909101" y="1237262"/>
                  </a:lnTo>
                  <a:lnTo>
                    <a:pt x="5944560" y="1325365"/>
                  </a:lnTo>
                  <a:lnTo>
                    <a:pt x="5980216" y="1415062"/>
                  </a:lnTo>
                  <a:lnTo>
                    <a:pt x="6016002" y="1505787"/>
                  </a:lnTo>
                  <a:lnTo>
                    <a:pt x="6051844" y="1596943"/>
                  </a:lnTo>
                  <a:lnTo>
                    <a:pt x="6087662" y="1687925"/>
                  </a:lnTo>
                  <a:lnTo>
                    <a:pt x="6123382" y="1778130"/>
                  </a:lnTo>
                  <a:lnTo>
                    <a:pt x="6158933" y="1866979"/>
                  </a:lnTo>
                  <a:lnTo>
                    <a:pt x="6194253" y="1953925"/>
                  </a:lnTo>
                  <a:lnTo>
                    <a:pt x="6229297" y="2038477"/>
                  </a:lnTo>
                  <a:lnTo>
                    <a:pt x="6264036" y="2120200"/>
                  </a:lnTo>
                  <a:lnTo>
                    <a:pt x="6298463" y="2198729"/>
                  </a:lnTo>
                  <a:lnTo>
                    <a:pt x="6332595" y="2273775"/>
                  </a:lnTo>
                  <a:lnTo>
                    <a:pt x="6366472" y="2345120"/>
                  </a:lnTo>
                  <a:lnTo>
                    <a:pt x="6400168" y="2412622"/>
                  </a:lnTo>
                  <a:lnTo>
                    <a:pt x="6433782" y="2476211"/>
                  </a:lnTo>
                  <a:lnTo>
                    <a:pt x="6467451" y="2535881"/>
                  </a:lnTo>
                  <a:lnTo>
                    <a:pt x="6501348" y="2591687"/>
                  </a:lnTo>
                  <a:lnTo>
                    <a:pt x="6515891" y="2614283"/>
                  </a:lnTo>
                  <a:lnTo>
                    <a:pt x="6562167" y="2680682"/>
                  </a:lnTo>
                  <a:lnTo>
                    <a:pt x="6610007" y="2740426"/>
                  </a:lnTo>
                  <a:lnTo>
                    <a:pt x="6660153" y="2793856"/>
                  </a:lnTo>
                  <a:lnTo>
                    <a:pt x="6713433" y="2841547"/>
                  </a:lnTo>
                  <a:lnTo>
                    <a:pt x="6770693" y="2884148"/>
                  </a:lnTo>
                  <a:lnTo>
                    <a:pt x="6832723" y="2922284"/>
                  </a:lnTo>
                  <a:lnTo>
                    <a:pt x="6900168" y="2956507"/>
                  </a:lnTo>
                  <a:lnTo>
                    <a:pt x="6973406" y="2987264"/>
                  </a:lnTo>
                  <a:lnTo>
                    <a:pt x="7052394" y="3014882"/>
                  </a:lnTo>
                  <a:lnTo>
                    <a:pt x="7136474" y="3039565"/>
                  </a:lnTo>
                  <a:lnTo>
                    <a:pt x="7224190" y="3061400"/>
                  </a:lnTo>
                  <a:lnTo>
                    <a:pt x="7313155" y="3080378"/>
                  </a:lnTo>
                  <a:lnTo>
                    <a:pt x="7400076" y="3096438"/>
                  </a:lnTo>
                  <a:lnTo>
                    <a:pt x="7481016" y="3109519"/>
                  </a:lnTo>
                  <a:lnTo>
                    <a:pt x="7551943" y="3119635"/>
                  </a:lnTo>
                  <a:lnTo>
                    <a:pt x="7609474" y="3126931"/>
                  </a:lnTo>
                  <a:lnTo>
                    <a:pt x="7651647" y="3131716"/>
                  </a:lnTo>
                  <a:lnTo>
                    <a:pt x="7678437" y="3134449"/>
                  </a:lnTo>
                  <a:lnTo>
                    <a:pt x="7691907" y="3135690"/>
                  </a:lnTo>
                  <a:lnTo>
                    <a:pt x="7696013" y="3136034"/>
                  </a:lnTo>
                  <a:lnTo>
                    <a:pt x="7696237" y="3136051"/>
                  </a:lnTo>
                  <a:lnTo>
                    <a:pt x="8234974" y="3136051"/>
                  </a:lnTo>
                  <a:lnTo>
                    <a:pt x="8234974" y="3130607"/>
                  </a:ln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7" y="89"/>
                  </a:lnTo>
                  <a:lnTo>
                    <a:pt x="3839435" y="724"/>
                  </a:lnTo>
                  <a:lnTo>
                    <a:pt x="3820575" y="2482"/>
                  </a:lnTo>
                  <a:lnTo>
                    <a:pt x="3787185" y="5935"/>
                  </a:lnTo>
                  <a:lnTo>
                    <a:pt x="3738087" y="11595"/>
                  </a:lnTo>
                  <a:lnTo>
                    <a:pt x="3674197" y="19850"/>
                  </a:lnTo>
                  <a:lnTo>
                    <a:pt x="3598202" y="30932"/>
                  </a:lnTo>
                  <a:lnTo>
                    <a:pt x="3513896" y="44919"/>
                  </a:lnTo>
                  <a:lnTo>
                    <a:pt x="3425386" y="61786"/>
                  </a:lnTo>
                  <a:lnTo>
                    <a:pt x="3336400" y="81463"/>
                  </a:lnTo>
                  <a:lnTo>
                    <a:pt x="3249863" y="103909"/>
                  </a:lnTo>
                  <a:lnTo>
                    <a:pt x="3167751" y="129152"/>
                  </a:lnTo>
                  <a:lnTo>
                    <a:pt x="3091145" y="157328"/>
                  </a:lnTo>
                  <a:lnTo>
                    <a:pt x="3020403" y="188691"/>
                  </a:lnTo>
                  <a:lnTo>
                    <a:pt x="2955351" y="223615"/>
                  </a:lnTo>
                  <a:lnTo>
                    <a:pt x="2895467" y="262585"/>
                  </a:lnTo>
                  <a:lnTo>
                    <a:pt x="2840022" y="306178"/>
                  </a:lnTo>
                  <a:lnTo>
                    <a:pt x="2788182" y="355023"/>
                  </a:lnTo>
                  <a:lnTo>
                    <a:pt x="2739095" y="409734"/>
                  </a:lnTo>
                  <a:lnTo>
                    <a:pt x="2691959" y="470791"/>
                  </a:lnTo>
                  <a:lnTo>
                    <a:pt x="2667772" y="505434"/>
                  </a:lnTo>
                  <a:lnTo>
                    <a:pt x="2633268" y="558646"/>
                  </a:lnTo>
                  <a:lnTo>
                    <a:pt x="2599084" y="615663"/>
                  </a:lnTo>
                  <a:lnTo>
                    <a:pt x="2565023" y="676562"/>
                  </a:lnTo>
                  <a:lnTo>
                    <a:pt x="2530928" y="741362"/>
                  </a:lnTo>
                  <a:lnTo>
                    <a:pt x="2496681" y="810017"/>
                  </a:lnTo>
                  <a:lnTo>
                    <a:pt x="2462196" y="882410"/>
                  </a:lnTo>
                  <a:lnTo>
                    <a:pt x="2427419" y="958352"/>
                  </a:lnTo>
                  <a:lnTo>
                    <a:pt x="2392325" y="1037573"/>
                  </a:lnTo>
                  <a:lnTo>
                    <a:pt x="2356914" y="1119731"/>
                  </a:lnTo>
                  <a:lnTo>
                    <a:pt x="2321207" y="1204409"/>
                  </a:lnTo>
                  <a:lnTo>
                    <a:pt x="2285249" y="1291128"/>
                  </a:lnTo>
                  <a:lnTo>
                    <a:pt x="2249099" y="1379352"/>
                  </a:lnTo>
                  <a:lnTo>
                    <a:pt x="2212826" y="1468506"/>
                  </a:lnTo>
                  <a:lnTo>
                    <a:pt x="2176510" y="1557986"/>
                  </a:lnTo>
                  <a:lnTo>
                    <a:pt x="2140232" y="1647182"/>
                  </a:lnTo>
                  <a:lnTo>
                    <a:pt x="2104071" y="1735488"/>
                  </a:lnTo>
                  <a:lnTo>
                    <a:pt x="2068097" y="1822328"/>
                  </a:lnTo>
                  <a:lnTo>
                    <a:pt x="2032372" y="1907161"/>
                  </a:lnTo>
                  <a:lnTo>
                    <a:pt x="1996940" y="1989505"/>
                  </a:lnTo>
                  <a:lnTo>
                    <a:pt x="1961824" y="2068939"/>
                  </a:lnTo>
                  <a:lnTo>
                    <a:pt x="1927026" y="2145114"/>
                  </a:lnTo>
                  <a:lnTo>
                    <a:pt x="1892523" y="2217757"/>
                  </a:lnTo>
                  <a:lnTo>
                    <a:pt x="1858262" y="2286672"/>
                  </a:lnTo>
                  <a:lnTo>
                    <a:pt x="1824160" y="2351738"/>
                  </a:lnTo>
                  <a:lnTo>
                    <a:pt x="1790101" y="2412903"/>
                  </a:lnTo>
                  <a:lnTo>
                    <a:pt x="1755931" y="2470183"/>
                  </a:lnTo>
                  <a:lnTo>
                    <a:pt x="1721456" y="2523652"/>
                  </a:lnTo>
                  <a:lnTo>
                    <a:pt x="1719082" y="2527171"/>
                  </a:lnTo>
                  <a:lnTo>
                    <a:pt x="1672687" y="2591645"/>
                  </a:lnTo>
                  <a:lnTo>
                    <a:pt x="1624719" y="2649642"/>
                  </a:lnTo>
                  <a:lnTo>
                    <a:pt x="1574428" y="2701493"/>
                  </a:lnTo>
                  <a:lnTo>
                    <a:pt x="1520981" y="2747762"/>
                  </a:lnTo>
                  <a:lnTo>
                    <a:pt x="1463526" y="2789081"/>
                  </a:lnTo>
                  <a:lnTo>
                    <a:pt x="1401267" y="2826061"/>
                  </a:lnTo>
                  <a:lnTo>
                    <a:pt x="1333558" y="2859239"/>
                  </a:lnTo>
                  <a:lnTo>
                    <a:pt x="1260022" y="2889048"/>
                  </a:lnTo>
                  <a:lnTo>
                    <a:pt x="1180715" y="2915806"/>
                  </a:lnTo>
                  <a:lnTo>
                    <a:pt x="1096313" y="2939709"/>
                  </a:lnTo>
                  <a:lnTo>
                    <a:pt x="1008307" y="2960841"/>
                  </a:lnTo>
                  <a:lnTo>
                    <a:pt x="919126" y="2979190"/>
                  </a:lnTo>
                  <a:lnTo>
                    <a:pt x="832113" y="2994696"/>
                  </a:lnTo>
                  <a:lnTo>
                    <a:pt x="751246" y="3007300"/>
                  </a:lnTo>
                  <a:lnTo>
                    <a:pt x="680581" y="3017020"/>
                  </a:lnTo>
                  <a:lnTo>
                    <a:pt x="623483" y="3024003"/>
                  </a:lnTo>
                  <a:lnTo>
                    <a:pt x="581863" y="3028557"/>
                  </a:lnTo>
                  <a:lnTo>
                    <a:pt x="555656" y="3031135"/>
                  </a:lnTo>
                  <a:lnTo>
                    <a:pt x="542693" y="3032287"/>
                  </a:lnTo>
                  <a:lnTo>
                    <a:pt x="538907" y="3032592"/>
                  </a:lnTo>
                  <a:lnTo>
                    <a:pt x="538736" y="3032605"/>
                  </a:lnTo>
                  <a:lnTo>
                    <a:pt x="0" y="3032605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52" name="pl1752"/>
            <p:cNvSpPr/>
            <p:nvPr/>
          </p:nvSpPr>
          <p:spPr>
            <a:xfrm>
              <a:off x="546595" y="2318483"/>
              <a:ext cx="8234974" cy="3130607"/>
            </a:xfrm>
            <a:custGeom>
              <a:avLst/>
              <a:pathLst>
                <a:path w="8234974" h="3130607">
                  <a:moveTo>
                    <a:pt x="0" y="3032605"/>
                  </a:moveTo>
                  <a:lnTo>
                    <a:pt x="538736" y="3032605"/>
                  </a:lnTo>
                  <a:lnTo>
                    <a:pt x="539887" y="3032516"/>
                  </a:lnTo>
                  <a:lnTo>
                    <a:pt x="547420" y="3031880"/>
                  </a:lnTo>
                  <a:lnTo>
                    <a:pt x="566280" y="3030123"/>
                  </a:lnTo>
                  <a:lnTo>
                    <a:pt x="599670" y="3026670"/>
                  </a:lnTo>
                  <a:lnTo>
                    <a:pt x="648767" y="3021010"/>
                  </a:lnTo>
                  <a:lnTo>
                    <a:pt x="712657" y="3012754"/>
                  </a:lnTo>
                  <a:lnTo>
                    <a:pt x="788653" y="3001672"/>
                  </a:lnTo>
                  <a:lnTo>
                    <a:pt x="872958" y="2987685"/>
                  </a:lnTo>
                  <a:lnTo>
                    <a:pt x="961469" y="2970819"/>
                  </a:lnTo>
                  <a:lnTo>
                    <a:pt x="1050455" y="2951141"/>
                  </a:lnTo>
                  <a:lnTo>
                    <a:pt x="1136992" y="2928696"/>
                  </a:lnTo>
                  <a:lnTo>
                    <a:pt x="1219104" y="2903452"/>
                  </a:lnTo>
                  <a:lnTo>
                    <a:pt x="1295709" y="2875276"/>
                  </a:lnTo>
                  <a:lnTo>
                    <a:pt x="1366452" y="2843913"/>
                  </a:lnTo>
                  <a:lnTo>
                    <a:pt x="1431503" y="2808989"/>
                  </a:lnTo>
                  <a:lnTo>
                    <a:pt x="1491387" y="2770019"/>
                  </a:lnTo>
                  <a:lnTo>
                    <a:pt x="1546833" y="2726427"/>
                  </a:lnTo>
                  <a:lnTo>
                    <a:pt x="1598673" y="2677582"/>
                  </a:lnTo>
                  <a:lnTo>
                    <a:pt x="1647759" y="2622870"/>
                  </a:lnTo>
                  <a:lnTo>
                    <a:pt x="1694895" y="2561814"/>
                  </a:lnTo>
                  <a:lnTo>
                    <a:pt x="1719082" y="2527171"/>
                  </a:lnTo>
                  <a:lnTo>
                    <a:pt x="1753587" y="2473958"/>
                  </a:lnTo>
                  <a:lnTo>
                    <a:pt x="1787771" y="2416941"/>
                  </a:lnTo>
                  <a:lnTo>
                    <a:pt x="1821832" y="2356043"/>
                  </a:lnTo>
                  <a:lnTo>
                    <a:pt x="1855927" y="2291243"/>
                  </a:lnTo>
                  <a:lnTo>
                    <a:pt x="1890174" y="2222588"/>
                  </a:lnTo>
                  <a:lnTo>
                    <a:pt x="1924659" y="2150194"/>
                  </a:lnTo>
                  <a:lnTo>
                    <a:pt x="1959435" y="2074253"/>
                  </a:lnTo>
                  <a:lnTo>
                    <a:pt x="1994529" y="1995032"/>
                  </a:lnTo>
                  <a:lnTo>
                    <a:pt x="2029941" y="1912874"/>
                  </a:lnTo>
                  <a:lnTo>
                    <a:pt x="2065647" y="1828196"/>
                  </a:lnTo>
                  <a:lnTo>
                    <a:pt x="2101605" y="1741477"/>
                  </a:lnTo>
                  <a:lnTo>
                    <a:pt x="2137756" y="1653252"/>
                  </a:lnTo>
                  <a:lnTo>
                    <a:pt x="2174029" y="1564099"/>
                  </a:lnTo>
                  <a:lnTo>
                    <a:pt x="2210344" y="1474618"/>
                  </a:lnTo>
                  <a:lnTo>
                    <a:pt x="2246622" y="1385423"/>
                  </a:lnTo>
                  <a:lnTo>
                    <a:pt x="2282784" y="1297116"/>
                  </a:lnTo>
                  <a:lnTo>
                    <a:pt x="2318757" y="1210277"/>
                  </a:lnTo>
                  <a:lnTo>
                    <a:pt x="2354482" y="1125443"/>
                  </a:lnTo>
                  <a:lnTo>
                    <a:pt x="2389915" y="1043099"/>
                  </a:lnTo>
                  <a:lnTo>
                    <a:pt x="2425031" y="963666"/>
                  </a:lnTo>
                  <a:lnTo>
                    <a:pt x="2459829" y="887491"/>
                  </a:lnTo>
                  <a:lnTo>
                    <a:pt x="2494332" y="814847"/>
                  </a:lnTo>
                  <a:lnTo>
                    <a:pt x="2528593" y="745932"/>
                  </a:lnTo>
                  <a:lnTo>
                    <a:pt x="2562695" y="680867"/>
                  </a:lnTo>
                  <a:lnTo>
                    <a:pt x="2596754" y="619701"/>
                  </a:lnTo>
                  <a:lnTo>
                    <a:pt x="2630924" y="562421"/>
                  </a:lnTo>
                  <a:lnTo>
                    <a:pt x="2665399" y="508952"/>
                  </a:lnTo>
                  <a:lnTo>
                    <a:pt x="2667772" y="505434"/>
                  </a:lnTo>
                  <a:lnTo>
                    <a:pt x="2714167" y="440959"/>
                  </a:lnTo>
                  <a:lnTo>
                    <a:pt x="2762136" y="382963"/>
                  </a:lnTo>
                  <a:lnTo>
                    <a:pt x="2812426" y="331111"/>
                  </a:lnTo>
                  <a:lnTo>
                    <a:pt x="2865873" y="284842"/>
                  </a:lnTo>
                  <a:lnTo>
                    <a:pt x="2923329" y="243523"/>
                  </a:lnTo>
                  <a:lnTo>
                    <a:pt x="2985588" y="206543"/>
                  </a:lnTo>
                  <a:lnTo>
                    <a:pt x="3053297" y="173366"/>
                  </a:lnTo>
                  <a:lnTo>
                    <a:pt x="3126833" y="143557"/>
                  </a:lnTo>
                  <a:lnTo>
                    <a:pt x="3206140" y="116799"/>
                  </a:lnTo>
                  <a:lnTo>
                    <a:pt x="3290541" y="92895"/>
                  </a:lnTo>
                  <a:lnTo>
                    <a:pt x="3378548" y="71764"/>
                  </a:lnTo>
                  <a:lnTo>
                    <a:pt x="3467728" y="53414"/>
                  </a:lnTo>
                  <a:lnTo>
                    <a:pt x="3554741" y="37909"/>
                  </a:lnTo>
                  <a:lnTo>
                    <a:pt x="3635608" y="25304"/>
                  </a:lnTo>
                  <a:lnTo>
                    <a:pt x="3706274" y="15584"/>
                  </a:lnTo>
                  <a:lnTo>
                    <a:pt x="3763371" y="8601"/>
                  </a:lnTo>
                  <a:lnTo>
                    <a:pt x="3804992" y="4047"/>
                  </a:lnTo>
                  <a:lnTo>
                    <a:pt x="3831199" y="1469"/>
                  </a:lnTo>
                  <a:lnTo>
                    <a:pt x="3844161" y="318"/>
                  </a:lnTo>
                  <a:lnTo>
                    <a:pt x="3847947" y="1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8" y="91"/>
                  </a:lnTo>
                  <a:lnTo>
                    <a:pt x="4395476" y="742"/>
                  </a:lnTo>
                  <a:lnTo>
                    <a:pt x="4414204" y="2542"/>
                  </a:lnTo>
                  <a:lnTo>
                    <a:pt x="4447373" y="6080"/>
                  </a:lnTo>
                  <a:lnTo>
                    <a:pt x="4496169" y="11880"/>
                  </a:lnTo>
                  <a:lnTo>
                    <a:pt x="4559708" y="20341"/>
                  </a:lnTo>
                  <a:lnTo>
                    <a:pt x="4635342" y="31703"/>
                  </a:lnTo>
                  <a:lnTo>
                    <a:pt x="4719317" y="46049"/>
                  </a:lnTo>
                  <a:lnTo>
                    <a:pt x="4807556" y="63354"/>
                  </a:lnTo>
                  <a:lnTo>
                    <a:pt x="4896344" y="83547"/>
                  </a:lnTo>
                  <a:lnTo>
                    <a:pt x="4982757" y="106584"/>
                  </a:lnTo>
                  <a:lnTo>
                    <a:pt x="5064809" y="132492"/>
                  </a:lnTo>
                  <a:lnTo>
                    <a:pt x="5141403" y="161406"/>
                  </a:lnTo>
                  <a:lnTo>
                    <a:pt x="5212166" y="193583"/>
                  </a:lnTo>
                  <a:lnTo>
                    <a:pt x="5277254" y="229402"/>
                  </a:lnTo>
                  <a:lnTo>
                    <a:pt x="5337175" y="269355"/>
                  </a:lnTo>
                  <a:lnTo>
                    <a:pt x="5392649" y="314031"/>
                  </a:lnTo>
                  <a:lnTo>
                    <a:pt x="5444499" y="364074"/>
                  </a:lnTo>
                  <a:lnTo>
                    <a:pt x="5493571" y="420116"/>
                  </a:lnTo>
                  <a:lnTo>
                    <a:pt x="5540666" y="482656"/>
                  </a:lnTo>
                  <a:lnTo>
                    <a:pt x="5567201" y="521767"/>
                  </a:lnTo>
                  <a:lnTo>
                    <a:pt x="5601259" y="575959"/>
                  </a:lnTo>
                  <a:lnTo>
                    <a:pt x="5635002" y="633976"/>
                  </a:lnTo>
                  <a:lnTo>
                    <a:pt x="5668621" y="695894"/>
                  </a:lnTo>
                  <a:lnTo>
                    <a:pt x="5702267" y="761736"/>
                  </a:lnTo>
                  <a:lnTo>
                    <a:pt x="5736057" y="831460"/>
                  </a:lnTo>
                  <a:lnTo>
                    <a:pt x="5770073" y="904953"/>
                  </a:lnTo>
                  <a:lnTo>
                    <a:pt x="5804371" y="982031"/>
                  </a:lnTo>
                  <a:lnTo>
                    <a:pt x="5838977" y="1062436"/>
                  </a:lnTo>
                  <a:lnTo>
                    <a:pt x="5873894" y="1145833"/>
                  </a:lnTo>
                  <a:lnTo>
                    <a:pt x="5909101" y="1231818"/>
                  </a:lnTo>
                  <a:lnTo>
                    <a:pt x="5944560" y="1319921"/>
                  </a:lnTo>
                  <a:lnTo>
                    <a:pt x="5980216" y="1409618"/>
                  </a:lnTo>
                  <a:lnTo>
                    <a:pt x="6016002" y="1500342"/>
                  </a:lnTo>
                  <a:lnTo>
                    <a:pt x="6051844" y="1591499"/>
                  </a:lnTo>
                  <a:lnTo>
                    <a:pt x="6087662" y="1682481"/>
                  </a:lnTo>
                  <a:lnTo>
                    <a:pt x="6123382" y="1772686"/>
                  </a:lnTo>
                  <a:lnTo>
                    <a:pt x="6158933" y="1861534"/>
                  </a:lnTo>
                  <a:lnTo>
                    <a:pt x="6194253" y="1948481"/>
                  </a:lnTo>
                  <a:lnTo>
                    <a:pt x="6229297" y="2033032"/>
                  </a:lnTo>
                  <a:lnTo>
                    <a:pt x="6264036" y="2114755"/>
                  </a:lnTo>
                  <a:lnTo>
                    <a:pt x="6298463" y="2193285"/>
                  </a:lnTo>
                  <a:lnTo>
                    <a:pt x="6332595" y="2268330"/>
                  </a:lnTo>
                  <a:lnTo>
                    <a:pt x="6366472" y="2339675"/>
                  </a:lnTo>
                  <a:lnTo>
                    <a:pt x="6400168" y="2407178"/>
                  </a:lnTo>
                  <a:lnTo>
                    <a:pt x="6433782" y="2470766"/>
                  </a:lnTo>
                  <a:lnTo>
                    <a:pt x="6467451" y="2530437"/>
                  </a:lnTo>
                  <a:lnTo>
                    <a:pt x="6501348" y="2586243"/>
                  </a:lnTo>
                  <a:lnTo>
                    <a:pt x="6515891" y="2608839"/>
                  </a:lnTo>
                  <a:lnTo>
                    <a:pt x="6562167" y="2675237"/>
                  </a:lnTo>
                  <a:lnTo>
                    <a:pt x="6610007" y="2734981"/>
                  </a:lnTo>
                  <a:lnTo>
                    <a:pt x="6660153" y="2788411"/>
                  </a:lnTo>
                  <a:lnTo>
                    <a:pt x="6713433" y="2836103"/>
                  </a:lnTo>
                  <a:lnTo>
                    <a:pt x="6770693" y="2878703"/>
                  </a:lnTo>
                  <a:lnTo>
                    <a:pt x="6832723" y="2916840"/>
                  </a:lnTo>
                  <a:lnTo>
                    <a:pt x="6900168" y="2951063"/>
                  </a:lnTo>
                  <a:lnTo>
                    <a:pt x="6973406" y="2981820"/>
                  </a:lnTo>
                  <a:lnTo>
                    <a:pt x="7052394" y="3009437"/>
                  </a:lnTo>
                  <a:lnTo>
                    <a:pt x="7136474" y="3034120"/>
                  </a:lnTo>
                  <a:lnTo>
                    <a:pt x="7224190" y="3055955"/>
                  </a:lnTo>
                  <a:lnTo>
                    <a:pt x="7313155" y="3074934"/>
                  </a:lnTo>
                  <a:lnTo>
                    <a:pt x="7400076" y="3090994"/>
                  </a:lnTo>
                  <a:lnTo>
                    <a:pt x="7481016" y="3104075"/>
                  </a:lnTo>
                  <a:lnTo>
                    <a:pt x="7551943" y="3114191"/>
                  </a:lnTo>
                  <a:lnTo>
                    <a:pt x="7609474" y="3121487"/>
                  </a:lnTo>
                  <a:lnTo>
                    <a:pt x="7651647" y="3126272"/>
                  </a:lnTo>
                  <a:lnTo>
                    <a:pt x="7678437" y="3129005"/>
                  </a:lnTo>
                  <a:lnTo>
                    <a:pt x="7691907" y="3130246"/>
                  </a:lnTo>
                  <a:lnTo>
                    <a:pt x="7696013" y="3130589"/>
                  </a:lnTo>
                  <a:lnTo>
                    <a:pt x="7696237" y="3130607"/>
                  </a:lnTo>
                  <a:lnTo>
                    <a:pt x="8234974" y="3130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3" name="pl1753"/>
            <p:cNvSpPr/>
            <p:nvPr/>
          </p:nvSpPr>
          <p:spPr>
            <a:xfrm>
              <a:off x="546595" y="2313038"/>
              <a:ext cx="8234974" cy="3130607"/>
            </a:xfrm>
            <a:custGeom>
              <a:avLst/>
              <a:pathLst>
                <a:path w="8234974" h="3130607">
                  <a:moveTo>
                    <a:pt x="8234974" y="3130607"/>
                  </a:move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7" y="89"/>
                  </a:lnTo>
                  <a:lnTo>
                    <a:pt x="3839435" y="724"/>
                  </a:lnTo>
                  <a:lnTo>
                    <a:pt x="3820575" y="2482"/>
                  </a:lnTo>
                  <a:lnTo>
                    <a:pt x="3787185" y="5935"/>
                  </a:lnTo>
                  <a:lnTo>
                    <a:pt x="3738087" y="11595"/>
                  </a:lnTo>
                  <a:lnTo>
                    <a:pt x="3674197" y="19850"/>
                  </a:lnTo>
                  <a:lnTo>
                    <a:pt x="3598202" y="30932"/>
                  </a:lnTo>
                  <a:lnTo>
                    <a:pt x="3513896" y="44919"/>
                  </a:lnTo>
                  <a:lnTo>
                    <a:pt x="3425386" y="61786"/>
                  </a:lnTo>
                  <a:lnTo>
                    <a:pt x="3336400" y="81463"/>
                  </a:lnTo>
                  <a:lnTo>
                    <a:pt x="3249863" y="103909"/>
                  </a:lnTo>
                  <a:lnTo>
                    <a:pt x="3167751" y="129152"/>
                  </a:lnTo>
                  <a:lnTo>
                    <a:pt x="3091145" y="157328"/>
                  </a:lnTo>
                  <a:lnTo>
                    <a:pt x="3020403" y="188691"/>
                  </a:lnTo>
                  <a:lnTo>
                    <a:pt x="2955351" y="223615"/>
                  </a:lnTo>
                  <a:lnTo>
                    <a:pt x="2895467" y="262585"/>
                  </a:lnTo>
                  <a:lnTo>
                    <a:pt x="2840022" y="306178"/>
                  </a:lnTo>
                  <a:lnTo>
                    <a:pt x="2788182" y="355023"/>
                  </a:lnTo>
                  <a:lnTo>
                    <a:pt x="2739095" y="409734"/>
                  </a:lnTo>
                  <a:lnTo>
                    <a:pt x="2691959" y="470791"/>
                  </a:lnTo>
                  <a:lnTo>
                    <a:pt x="2667772" y="505434"/>
                  </a:lnTo>
                  <a:lnTo>
                    <a:pt x="2633268" y="558646"/>
                  </a:lnTo>
                  <a:lnTo>
                    <a:pt x="2599084" y="615663"/>
                  </a:lnTo>
                  <a:lnTo>
                    <a:pt x="2565023" y="676562"/>
                  </a:lnTo>
                  <a:lnTo>
                    <a:pt x="2530928" y="741362"/>
                  </a:lnTo>
                  <a:lnTo>
                    <a:pt x="2496681" y="810017"/>
                  </a:lnTo>
                  <a:lnTo>
                    <a:pt x="2462196" y="882410"/>
                  </a:lnTo>
                  <a:lnTo>
                    <a:pt x="2427419" y="958352"/>
                  </a:lnTo>
                  <a:lnTo>
                    <a:pt x="2392325" y="1037573"/>
                  </a:lnTo>
                  <a:lnTo>
                    <a:pt x="2356914" y="1119731"/>
                  </a:lnTo>
                  <a:lnTo>
                    <a:pt x="2321207" y="1204409"/>
                  </a:lnTo>
                  <a:lnTo>
                    <a:pt x="2285249" y="1291128"/>
                  </a:lnTo>
                  <a:lnTo>
                    <a:pt x="2249099" y="1379352"/>
                  </a:lnTo>
                  <a:lnTo>
                    <a:pt x="2212826" y="1468506"/>
                  </a:lnTo>
                  <a:lnTo>
                    <a:pt x="2176510" y="1557986"/>
                  </a:lnTo>
                  <a:lnTo>
                    <a:pt x="2140232" y="1647182"/>
                  </a:lnTo>
                  <a:lnTo>
                    <a:pt x="2104071" y="1735488"/>
                  </a:lnTo>
                  <a:lnTo>
                    <a:pt x="2068097" y="1822328"/>
                  </a:lnTo>
                  <a:lnTo>
                    <a:pt x="2032372" y="1907161"/>
                  </a:lnTo>
                  <a:lnTo>
                    <a:pt x="1996940" y="1989505"/>
                  </a:lnTo>
                  <a:lnTo>
                    <a:pt x="1961824" y="2068939"/>
                  </a:lnTo>
                  <a:lnTo>
                    <a:pt x="1927026" y="2145114"/>
                  </a:lnTo>
                  <a:lnTo>
                    <a:pt x="1892523" y="2217757"/>
                  </a:lnTo>
                  <a:lnTo>
                    <a:pt x="1858262" y="2286672"/>
                  </a:lnTo>
                  <a:lnTo>
                    <a:pt x="1824160" y="2351738"/>
                  </a:lnTo>
                  <a:lnTo>
                    <a:pt x="1790101" y="2412903"/>
                  </a:lnTo>
                  <a:lnTo>
                    <a:pt x="1755931" y="2470183"/>
                  </a:lnTo>
                  <a:lnTo>
                    <a:pt x="1721456" y="2523652"/>
                  </a:lnTo>
                  <a:lnTo>
                    <a:pt x="1719082" y="2527171"/>
                  </a:lnTo>
                  <a:lnTo>
                    <a:pt x="1672687" y="2591645"/>
                  </a:lnTo>
                  <a:lnTo>
                    <a:pt x="1624719" y="2649642"/>
                  </a:lnTo>
                  <a:lnTo>
                    <a:pt x="1574428" y="2701493"/>
                  </a:lnTo>
                  <a:lnTo>
                    <a:pt x="1520981" y="2747762"/>
                  </a:lnTo>
                  <a:lnTo>
                    <a:pt x="1463526" y="2789081"/>
                  </a:lnTo>
                  <a:lnTo>
                    <a:pt x="1401267" y="2826061"/>
                  </a:lnTo>
                  <a:lnTo>
                    <a:pt x="1333558" y="2859239"/>
                  </a:lnTo>
                  <a:lnTo>
                    <a:pt x="1260022" y="2889048"/>
                  </a:lnTo>
                  <a:lnTo>
                    <a:pt x="1180715" y="2915806"/>
                  </a:lnTo>
                  <a:lnTo>
                    <a:pt x="1096313" y="2939709"/>
                  </a:lnTo>
                  <a:lnTo>
                    <a:pt x="1008307" y="2960841"/>
                  </a:lnTo>
                  <a:lnTo>
                    <a:pt x="919126" y="2979190"/>
                  </a:lnTo>
                  <a:lnTo>
                    <a:pt x="832113" y="2994696"/>
                  </a:lnTo>
                  <a:lnTo>
                    <a:pt x="751246" y="3007300"/>
                  </a:lnTo>
                  <a:lnTo>
                    <a:pt x="680581" y="3017020"/>
                  </a:lnTo>
                  <a:lnTo>
                    <a:pt x="623483" y="3024003"/>
                  </a:lnTo>
                  <a:lnTo>
                    <a:pt x="581863" y="3028557"/>
                  </a:lnTo>
                  <a:lnTo>
                    <a:pt x="555656" y="3031135"/>
                  </a:lnTo>
                  <a:lnTo>
                    <a:pt x="542693" y="3032287"/>
                  </a:lnTo>
                  <a:lnTo>
                    <a:pt x="538907" y="3032592"/>
                  </a:lnTo>
                  <a:lnTo>
                    <a:pt x="538736" y="3032605"/>
                  </a:lnTo>
                  <a:lnTo>
                    <a:pt x="0" y="30326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4" name="pg1754"/>
            <p:cNvSpPr/>
            <p:nvPr/>
          </p:nvSpPr>
          <p:spPr>
            <a:xfrm>
              <a:off x="546595" y="1746806"/>
              <a:ext cx="8234974" cy="3653282"/>
            </a:xfrm>
            <a:custGeom>
              <a:avLst/>
              <a:pathLst>
                <a:path w="8234974" h="3653282">
                  <a:moveTo>
                    <a:pt x="0" y="3653282"/>
                  </a:moveTo>
                  <a:lnTo>
                    <a:pt x="538736" y="3653282"/>
                  </a:lnTo>
                  <a:lnTo>
                    <a:pt x="540027" y="3653256"/>
                  </a:lnTo>
                  <a:lnTo>
                    <a:pt x="548451" y="3653070"/>
                  </a:lnTo>
                  <a:lnTo>
                    <a:pt x="569458" y="3652554"/>
                  </a:lnTo>
                  <a:lnTo>
                    <a:pt x="606429" y="3651544"/>
                  </a:lnTo>
                  <a:lnTo>
                    <a:pt x="660358" y="3649892"/>
                  </a:lnTo>
                  <a:lnTo>
                    <a:pt x="729823" y="3647494"/>
                  </a:lnTo>
                  <a:lnTo>
                    <a:pt x="811466" y="3644292"/>
                  </a:lnTo>
                  <a:lnTo>
                    <a:pt x="900855" y="3640272"/>
                  </a:lnTo>
                  <a:lnTo>
                    <a:pt x="993439" y="3635447"/>
                  </a:lnTo>
                  <a:lnTo>
                    <a:pt x="1085298" y="3629837"/>
                  </a:lnTo>
                  <a:lnTo>
                    <a:pt x="1173543" y="3623448"/>
                  </a:lnTo>
                  <a:lnTo>
                    <a:pt x="1256389" y="3616258"/>
                  </a:lnTo>
                  <a:lnTo>
                    <a:pt x="1333018" y="3608213"/>
                  </a:lnTo>
                  <a:lnTo>
                    <a:pt x="1403349" y="3599221"/>
                  </a:lnTo>
                  <a:lnTo>
                    <a:pt x="1467808" y="3589153"/>
                  </a:lnTo>
                  <a:lnTo>
                    <a:pt x="1527133" y="3577853"/>
                  </a:lnTo>
                  <a:lnTo>
                    <a:pt x="1582226" y="3565139"/>
                  </a:lnTo>
                  <a:lnTo>
                    <a:pt x="1634046" y="3550828"/>
                  </a:lnTo>
                  <a:lnTo>
                    <a:pt x="1683520" y="3534764"/>
                  </a:lnTo>
                  <a:lnTo>
                    <a:pt x="1719082" y="3521706"/>
                  </a:lnTo>
                  <a:lnTo>
                    <a:pt x="1768475" y="3501524"/>
                  </a:lnTo>
                  <a:lnTo>
                    <a:pt x="1817388" y="3479284"/>
                  </a:lnTo>
                  <a:lnTo>
                    <a:pt x="1866325" y="3454956"/>
                  </a:lnTo>
                  <a:lnTo>
                    <a:pt x="1915631" y="3428581"/>
                  </a:lnTo>
                  <a:lnTo>
                    <a:pt x="1965508" y="3400277"/>
                  </a:lnTo>
                  <a:lnTo>
                    <a:pt x="2016039" y="3370249"/>
                  </a:lnTo>
                  <a:lnTo>
                    <a:pt x="2067196" y="3338781"/>
                  </a:lnTo>
                  <a:lnTo>
                    <a:pt x="2118864" y="3306234"/>
                  </a:lnTo>
                  <a:lnTo>
                    <a:pt x="2170859" y="3273028"/>
                  </a:lnTo>
                  <a:lnTo>
                    <a:pt x="2222957" y="3239618"/>
                  </a:lnTo>
                  <a:lnTo>
                    <a:pt x="2274921" y="3206474"/>
                  </a:lnTo>
                  <a:lnTo>
                    <a:pt x="2326530" y="3174048"/>
                  </a:lnTo>
                  <a:lnTo>
                    <a:pt x="2377608" y="3142754"/>
                  </a:lnTo>
                  <a:lnTo>
                    <a:pt x="2428050" y="3112941"/>
                  </a:lnTo>
                  <a:lnTo>
                    <a:pt x="2477844" y="3084885"/>
                  </a:lnTo>
                  <a:lnTo>
                    <a:pt x="2527086" y="3058778"/>
                  </a:lnTo>
                  <a:lnTo>
                    <a:pt x="2575997" y="3034729"/>
                  </a:lnTo>
                  <a:lnTo>
                    <a:pt x="2624941" y="3012767"/>
                  </a:lnTo>
                  <a:lnTo>
                    <a:pt x="2667772" y="2995401"/>
                  </a:lnTo>
                  <a:lnTo>
                    <a:pt x="2716040" y="2977984"/>
                  </a:lnTo>
                  <a:lnTo>
                    <a:pt x="2766041" y="2962388"/>
                  </a:lnTo>
                  <a:lnTo>
                    <a:pt x="2818621" y="2948510"/>
                  </a:lnTo>
                  <a:lnTo>
                    <a:pt x="2874724" y="2936182"/>
                  </a:lnTo>
                  <a:lnTo>
                    <a:pt x="2935304" y="2925220"/>
                  </a:lnTo>
                  <a:lnTo>
                    <a:pt x="3001231" y="2915446"/>
                  </a:lnTo>
                  <a:lnTo>
                    <a:pt x="3073178" y="2906711"/>
                  </a:lnTo>
                  <a:lnTo>
                    <a:pt x="3151459" y="2898896"/>
                  </a:lnTo>
                  <a:lnTo>
                    <a:pt x="3235825" y="2891919"/>
                  </a:lnTo>
                  <a:lnTo>
                    <a:pt x="3325226" y="2885733"/>
                  </a:lnTo>
                  <a:lnTo>
                    <a:pt x="3417598" y="2880327"/>
                  </a:lnTo>
                  <a:lnTo>
                    <a:pt x="3509763" y="2875710"/>
                  </a:lnTo>
                  <a:lnTo>
                    <a:pt x="3597584" y="2871902"/>
                  </a:lnTo>
                  <a:lnTo>
                    <a:pt x="3676456" y="2868912"/>
                  </a:lnTo>
                  <a:lnTo>
                    <a:pt x="3742133" y="2866715"/>
                  </a:lnTo>
                  <a:lnTo>
                    <a:pt x="3791690" y="2865243"/>
                  </a:lnTo>
                  <a:lnTo>
                    <a:pt x="3824308" y="2864377"/>
                  </a:lnTo>
                  <a:lnTo>
                    <a:pt x="3841621" y="2863964"/>
                  </a:lnTo>
                  <a:lnTo>
                    <a:pt x="3847588" y="2863835"/>
                  </a:lnTo>
                  <a:lnTo>
                    <a:pt x="3848118" y="2863824"/>
                  </a:lnTo>
                  <a:lnTo>
                    <a:pt x="4386855" y="2863824"/>
                  </a:lnTo>
                  <a:lnTo>
                    <a:pt x="4388022" y="2863740"/>
                  </a:lnTo>
                  <a:lnTo>
                    <a:pt x="4395652" y="2863133"/>
                  </a:lnTo>
                  <a:lnTo>
                    <a:pt x="4414748" y="2861457"/>
                  </a:lnTo>
                  <a:lnTo>
                    <a:pt x="4448534" y="2858165"/>
                  </a:lnTo>
                  <a:lnTo>
                    <a:pt x="4498170" y="2852769"/>
                  </a:lnTo>
                  <a:lnTo>
                    <a:pt x="4562686" y="2844904"/>
                  </a:lnTo>
                  <a:lnTo>
                    <a:pt x="4639325" y="2834351"/>
                  </a:lnTo>
                  <a:lnTo>
                    <a:pt x="4724218" y="2821041"/>
                  </a:lnTo>
                  <a:lnTo>
                    <a:pt x="4813208" y="2804999"/>
                  </a:lnTo>
                  <a:lnTo>
                    <a:pt x="4902543" y="2786292"/>
                  </a:lnTo>
                  <a:lnTo>
                    <a:pt x="4989296" y="2764957"/>
                  </a:lnTo>
                  <a:lnTo>
                    <a:pt x="5071510" y="2740963"/>
                  </a:lnTo>
                  <a:lnTo>
                    <a:pt x="5148133" y="2714175"/>
                  </a:lnTo>
                  <a:lnTo>
                    <a:pt x="5218837" y="2684343"/>
                  </a:lnTo>
                  <a:lnTo>
                    <a:pt x="5283824" y="2651106"/>
                  </a:lnTo>
                  <a:lnTo>
                    <a:pt x="5343641" y="2613993"/>
                  </a:lnTo>
                  <a:lnTo>
                    <a:pt x="5399038" y="2572450"/>
                  </a:lnTo>
                  <a:lnTo>
                    <a:pt x="5450863" y="2525874"/>
                  </a:lnTo>
                  <a:lnTo>
                    <a:pt x="5499978" y="2473687"/>
                  </a:lnTo>
                  <a:lnTo>
                    <a:pt x="5547189" y="2415450"/>
                  </a:lnTo>
                  <a:lnTo>
                    <a:pt x="5567201" y="2388335"/>
                  </a:lnTo>
                  <a:lnTo>
                    <a:pt x="5602565" y="2336976"/>
                  </a:lnTo>
                  <a:lnTo>
                    <a:pt x="5637598" y="2281853"/>
                  </a:lnTo>
                  <a:lnTo>
                    <a:pt x="5672511" y="2222892"/>
                  </a:lnTo>
                  <a:lnTo>
                    <a:pt x="5707469" y="2160075"/>
                  </a:lnTo>
                  <a:lnTo>
                    <a:pt x="5742598" y="2093457"/>
                  </a:lnTo>
                  <a:lnTo>
                    <a:pt x="5777985" y="2023162"/>
                  </a:lnTo>
                  <a:lnTo>
                    <a:pt x="5813685" y="1949396"/>
                  </a:lnTo>
                  <a:lnTo>
                    <a:pt x="5849720" y="1872443"/>
                  </a:lnTo>
                  <a:lnTo>
                    <a:pt x="5886086" y="1792664"/>
                  </a:lnTo>
                  <a:lnTo>
                    <a:pt x="5922753" y="1710495"/>
                  </a:lnTo>
                  <a:lnTo>
                    <a:pt x="5959670" y="1626438"/>
                  </a:lnTo>
                  <a:lnTo>
                    <a:pt x="5996770" y="1541046"/>
                  </a:lnTo>
                  <a:lnTo>
                    <a:pt x="6033974" y="1454912"/>
                  </a:lnTo>
                  <a:lnTo>
                    <a:pt x="6071195" y="1368652"/>
                  </a:lnTo>
                  <a:lnTo>
                    <a:pt x="6108348" y="1282886"/>
                  </a:lnTo>
                  <a:lnTo>
                    <a:pt x="6145348" y="1198216"/>
                  </a:lnTo>
                  <a:lnTo>
                    <a:pt x="6182124" y="1115215"/>
                  </a:lnTo>
                  <a:lnTo>
                    <a:pt x="6218617" y="1034407"/>
                  </a:lnTo>
                  <a:lnTo>
                    <a:pt x="6254789" y="956256"/>
                  </a:lnTo>
                  <a:lnTo>
                    <a:pt x="6290624" y="881155"/>
                  </a:lnTo>
                  <a:lnTo>
                    <a:pt x="6326133" y="809419"/>
                  </a:lnTo>
                  <a:lnTo>
                    <a:pt x="6361359" y="741286"/>
                  </a:lnTo>
                  <a:lnTo>
                    <a:pt x="6396374" y="676912"/>
                  </a:lnTo>
                  <a:lnTo>
                    <a:pt x="6431288" y="616380"/>
                  </a:lnTo>
                  <a:lnTo>
                    <a:pt x="6466249" y="559702"/>
                  </a:lnTo>
                  <a:lnTo>
                    <a:pt x="6501449" y="506825"/>
                  </a:lnTo>
                  <a:lnTo>
                    <a:pt x="6515891" y="486378"/>
                  </a:lnTo>
                  <a:lnTo>
                    <a:pt x="6562498" y="425464"/>
                  </a:lnTo>
                  <a:lnTo>
                    <a:pt x="6610696" y="370698"/>
                  </a:lnTo>
                  <a:lnTo>
                    <a:pt x="6661244" y="321761"/>
                  </a:lnTo>
                  <a:lnTo>
                    <a:pt x="6714990" y="278116"/>
                  </a:lnTo>
                  <a:lnTo>
                    <a:pt x="6772794" y="239158"/>
                  </a:lnTo>
                  <a:lnTo>
                    <a:pt x="6835463" y="204307"/>
                  </a:lnTo>
                  <a:lnTo>
                    <a:pt x="6903645" y="173053"/>
                  </a:lnTo>
                  <a:lnTo>
                    <a:pt x="6977711" y="144985"/>
                  </a:lnTo>
                  <a:lnTo>
                    <a:pt x="7057588" y="119805"/>
                  </a:lnTo>
                  <a:lnTo>
                    <a:pt x="7142562" y="97330"/>
                  </a:lnTo>
                  <a:lnTo>
                    <a:pt x="7231082" y="77484"/>
                  </a:lnTo>
                  <a:lnTo>
                    <a:pt x="7320640" y="60281"/>
                  </a:lnTo>
                  <a:lnTo>
                    <a:pt x="7407806" y="45782"/>
                  </a:lnTo>
                  <a:lnTo>
                    <a:pt x="7488525" y="34038"/>
                  </a:lnTo>
                  <a:lnTo>
                    <a:pt x="7558709" y="25028"/>
                  </a:lnTo>
                  <a:lnTo>
                    <a:pt x="7615019" y="18600"/>
                  </a:lnTo>
                  <a:lnTo>
                    <a:pt x="7655647" y="14451"/>
                  </a:lnTo>
                  <a:lnTo>
                    <a:pt x="7680819" y="12141"/>
                  </a:lnTo>
                  <a:lnTo>
                    <a:pt x="7692893" y="11140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27" y="2852961"/>
                  </a:lnTo>
                  <a:lnTo>
                    <a:pt x="3838403" y="2853148"/>
                  </a:lnTo>
                  <a:lnTo>
                    <a:pt x="3817397" y="2853663"/>
                  </a:lnTo>
                  <a:lnTo>
                    <a:pt x="3780425" y="2854673"/>
                  </a:lnTo>
                  <a:lnTo>
                    <a:pt x="3726497" y="2856325"/>
                  </a:lnTo>
                  <a:lnTo>
                    <a:pt x="3657031" y="2858723"/>
                  </a:lnTo>
                  <a:lnTo>
                    <a:pt x="3575388" y="2861926"/>
                  </a:lnTo>
                  <a:lnTo>
                    <a:pt x="3485999" y="2865946"/>
                  </a:lnTo>
                  <a:lnTo>
                    <a:pt x="3393415" y="2870770"/>
                  </a:lnTo>
                  <a:lnTo>
                    <a:pt x="3301556" y="2876380"/>
                  </a:lnTo>
                  <a:lnTo>
                    <a:pt x="3213311" y="2882769"/>
                  </a:lnTo>
                  <a:lnTo>
                    <a:pt x="3130465" y="2889959"/>
                  </a:lnTo>
                  <a:lnTo>
                    <a:pt x="3053837" y="2898004"/>
                  </a:lnTo>
                  <a:lnTo>
                    <a:pt x="2983506" y="2906997"/>
                  </a:lnTo>
                  <a:lnTo>
                    <a:pt x="2919046" y="2917064"/>
                  </a:lnTo>
                  <a:lnTo>
                    <a:pt x="2859721" y="2928365"/>
                  </a:lnTo>
                  <a:lnTo>
                    <a:pt x="2804628" y="2941078"/>
                  </a:lnTo>
                  <a:lnTo>
                    <a:pt x="2752808" y="2955389"/>
                  </a:lnTo>
                  <a:lnTo>
                    <a:pt x="2703335" y="2971454"/>
                  </a:lnTo>
                  <a:lnTo>
                    <a:pt x="2667772" y="2984512"/>
                  </a:lnTo>
                  <a:lnTo>
                    <a:pt x="2618380" y="3004694"/>
                  </a:lnTo>
                  <a:lnTo>
                    <a:pt x="2569467" y="3026934"/>
                  </a:lnTo>
                  <a:lnTo>
                    <a:pt x="2520529" y="3051261"/>
                  </a:lnTo>
                  <a:lnTo>
                    <a:pt x="2471224" y="3077637"/>
                  </a:lnTo>
                  <a:lnTo>
                    <a:pt x="2421346" y="3105940"/>
                  </a:lnTo>
                  <a:lnTo>
                    <a:pt x="2370816" y="3135969"/>
                  </a:lnTo>
                  <a:lnTo>
                    <a:pt x="2319659" y="3167436"/>
                  </a:lnTo>
                  <a:lnTo>
                    <a:pt x="2267991" y="3199983"/>
                  </a:lnTo>
                  <a:lnTo>
                    <a:pt x="2215996" y="3233190"/>
                  </a:lnTo>
                  <a:lnTo>
                    <a:pt x="2163898" y="3266599"/>
                  </a:lnTo>
                  <a:lnTo>
                    <a:pt x="2111934" y="3299744"/>
                  </a:lnTo>
                  <a:lnTo>
                    <a:pt x="2060325" y="3332169"/>
                  </a:lnTo>
                  <a:lnTo>
                    <a:pt x="2009247" y="3363464"/>
                  </a:lnTo>
                  <a:lnTo>
                    <a:pt x="1958804" y="3393276"/>
                  </a:lnTo>
                  <a:lnTo>
                    <a:pt x="1909010" y="3421332"/>
                  </a:lnTo>
                  <a:lnTo>
                    <a:pt x="1859769" y="3447439"/>
                  </a:lnTo>
                  <a:lnTo>
                    <a:pt x="1810857" y="3471488"/>
                  </a:lnTo>
                  <a:lnTo>
                    <a:pt x="1761913" y="3493450"/>
                  </a:lnTo>
                  <a:lnTo>
                    <a:pt x="1719082" y="3510817"/>
                  </a:lnTo>
                  <a:lnTo>
                    <a:pt x="1670814" y="3528233"/>
                  </a:lnTo>
                  <a:lnTo>
                    <a:pt x="1620814" y="3543829"/>
                  </a:lnTo>
                  <a:lnTo>
                    <a:pt x="1568234" y="3557707"/>
                  </a:lnTo>
                  <a:lnTo>
                    <a:pt x="1512130" y="3570035"/>
                  </a:lnTo>
                  <a:lnTo>
                    <a:pt x="1451551" y="3580998"/>
                  </a:lnTo>
                  <a:lnTo>
                    <a:pt x="1385623" y="3590771"/>
                  </a:lnTo>
                  <a:lnTo>
                    <a:pt x="1313677" y="3599506"/>
                  </a:lnTo>
                  <a:lnTo>
                    <a:pt x="1235396" y="3607321"/>
                  </a:lnTo>
                  <a:lnTo>
                    <a:pt x="1151030" y="3614298"/>
                  </a:lnTo>
                  <a:lnTo>
                    <a:pt x="1061628" y="3620484"/>
                  </a:lnTo>
                  <a:lnTo>
                    <a:pt x="969257" y="3625891"/>
                  </a:lnTo>
                  <a:lnTo>
                    <a:pt x="877092" y="3630508"/>
                  </a:lnTo>
                  <a:lnTo>
                    <a:pt x="789271" y="3634315"/>
                  </a:lnTo>
                  <a:lnTo>
                    <a:pt x="710398" y="3637306"/>
                  </a:lnTo>
                  <a:lnTo>
                    <a:pt x="644721" y="3639502"/>
                  </a:lnTo>
                  <a:lnTo>
                    <a:pt x="595165" y="3640974"/>
                  </a:lnTo>
                  <a:lnTo>
                    <a:pt x="562547" y="3641841"/>
                  </a:lnTo>
                  <a:lnTo>
                    <a:pt x="545233" y="3642254"/>
                  </a:lnTo>
                  <a:lnTo>
                    <a:pt x="539267" y="3642382"/>
                  </a:lnTo>
                  <a:lnTo>
                    <a:pt x="538736" y="3642393"/>
                  </a:lnTo>
                  <a:lnTo>
                    <a:pt x="0" y="3642393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55" name="pl1755"/>
            <p:cNvSpPr/>
            <p:nvPr/>
          </p:nvSpPr>
          <p:spPr>
            <a:xfrm>
              <a:off x="546595" y="1757695"/>
              <a:ext cx="8234974" cy="3642393"/>
            </a:xfrm>
            <a:custGeom>
              <a:avLst/>
              <a:pathLst>
                <a:path w="8234974" h="3642393">
                  <a:moveTo>
                    <a:pt x="0" y="3642393"/>
                  </a:moveTo>
                  <a:lnTo>
                    <a:pt x="538736" y="3642393"/>
                  </a:lnTo>
                  <a:lnTo>
                    <a:pt x="540027" y="3642367"/>
                  </a:lnTo>
                  <a:lnTo>
                    <a:pt x="548451" y="3642181"/>
                  </a:lnTo>
                  <a:lnTo>
                    <a:pt x="569458" y="3641665"/>
                  </a:lnTo>
                  <a:lnTo>
                    <a:pt x="606429" y="3640655"/>
                  </a:lnTo>
                  <a:lnTo>
                    <a:pt x="660358" y="3639003"/>
                  </a:lnTo>
                  <a:lnTo>
                    <a:pt x="729823" y="3636605"/>
                  </a:lnTo>
                  <a:lnTo>
                    <a:pt x="811466" y="3633403"/>
                  </a:lnTo>
                  <a:lnTo>
                    <a:pt x="900855" y="3629383"/>
                  </a:lnTo>
                  <a:lnTo>
                    <a:pt x="993439" y="3624558"/>
                  </a:lnTo>
                  <a:lnTo>
                    <a:pt x="1085298" y="3618948"/>
                  </a:lnTo>
                  <a:lnTo>
                    <a:pt x="1173543" y="3612559"/>
                  </a:lnTo>
                  <a:lnTo>
                    <a:pt x="1256389" y="3605369"/>
                  </a:lnTo>
                  <a:lnTo>
                    <a:pt x="1333018" y="3597324"/>
                  </a:lnTo>
                  <a:lnTo>
                    <a:pt x="1403349" y="3588331"/>
                  </a:lnTo>
                  <a:lnTo>
                    <a:pt x="1467808" y="3578264"/>
                  </a:lnTo>
                  <a:lnTo>
                    <a:pt x="1527133" y="3566964"/>
                  </a:lnTo>
                  <a:lnTo>
                    <a:pt x="1582226" y="3554250"/>
                  </a:lnTo>
                  <a:lnTo>
                    <a:pt x="1634046" y="3539939"/>
                  </a:lnTo>
                  <a:lnTo>
                    <a:pt x="1683520" y="3523875"/>
                  </a:lnTo>
                  <a:lnTo>
                    <a:pt x="1719082" y="3510817"/>
                  </a:lnTo>
                  <a:lnTo>
                    <a:pt x="1768475" y="3490635"/>
                  </a:lnTo>
                  <a:lnTo>
                    <a:pt x="1817388" y="3468395"/>
                  </a:lnTo>
                  <a:lnTo>
                    <a:pt x="1866325" y="3444067"/>
                  </a:lnTo>
                  <a:lnTo>
                    <a:pt x="1915631" y="3417692"/>
                  </a:lnTo>
                  <a:lnTo>
                    <a:pt x="1965508" y="3389388"/>
                  </a:lnTo>
                  <a:lnTo>
                    <a:pt x="2016039" y="3359360"/>
                  </a:lnTo>
                  <a:lnTo>
                    <a:pt x="2067196" y="3327892"/>
                  </a:lnTo>
                  <a:lnTo>
                    <a:pt x="2118864" y="3295345"/>
                  </a:lnTo>
                  <a:lnTo>
                    <a:pt x="2170859" y="3262139"/>
                  </a:lnTo>
                  <a:lnTo>
                    <a:pt x="2222957" y="3228729"/>
                  </a:lnTo>
                  <a:lnTo>
                    <a:pt x="2274921" y="3195585"/>
                  </a:lnTo>
                  <a:lnTo>
                    <a:pt x="2326530" y="3163159"/>
                  </a:lnTo>
                  <a:lnTo>
                    <a:pt x="2377608" y="3131864"/>
                  </a:lnTo>
                  <a:lnTo>
                    <a:pt x="2428050" y="3102052"/>
                  </a:lnTo>
                  <a:lnTo>
                    <a:pt x="2477844" y="3073996"/>
                  </a:lnTo>
                  <a:lnTo>
                    <a:pt x="2527086" y="3047889"/>
                  </a:lnTo>
                  <a:lnTo>
                    <a:pt x="2575997" y="3023840"/>
                  </a:lnTo>
                  <a:lnTo>
                    <a:pt x="2624941" y="3001878"/>
                  </a:lnTo>
                  <a:lnTo>
                    <a:pt x="2667772" y="2984512"/>
                  </a:lnTo>
                  <a:lnTo>
                    <a:pt x="2716040" y="2967095"/>
                  </a:lnTo>
                  <a:lnTo>
                    <a:pt x="2766041" y="2951499"/>
                  </a:lnTo>
                  <a:lnTo>
                    <a:pt x="2818621" y="2937621"/>
                  </a:lnTo>
                  <a:lnTo>
                    <a:pt x="2874724" y="2925293"/>
                  </a:lnTo>
                  <a:lnTo>
                    <a:pt x="2935304" y="2914331"/>
                  </a:lnTo>
                  <a:lnTo>
                    <a:pt x="3001231" y="2904557"/>
                  </a:lnTo>
                  <a:lnTo>
                    <a:pt x="3073178" y="2895822"/>
                  </a:lnTo>
                  <a:lnTo>
                    <a:pt x="3151459" y="2888007"/>
                  </a:lnTo>
                  <a:lnTo>
                    <a:pt x="3235825" y="2881030"/>
                  </a:lnTo>
                  <a:lnTo>
                    <a:pt x="3325226" y="2874844"/>
                  </a:lnTo>
                  <a:lnTo>
                    <a:pt x="3417598" y="2869438"/>
                  </a:lnTo>
                  <a:lnTo>
                    <a:pt x="3509763" y="2864821"/>
                  </a:lnTo>
                  <a:lnTo>
                    <a:pt x="3597584" y="2861013"/>
                  </a:lnTo>
                  <a:lnTo>
                    <a:pt x="3676456" y="2858023"/>
                  </a:lnTo>
                  <a:lnTo>
                    <a:pt x="3742133" y="2855826"/>
                  </a:lnTo>
                  <a:lnTo>
                    <a:pt x="3791690" y="2854354"/>
                  </a:lnTo>
                  <a:lnTo>
                    <a:pt x="3824308" y="2853488"/>
                  </a:lnTo>
                  <a:lnTo>
                    <a:pt x="3841621" y="2853075"/>
                  </a:lnTo>
                  <a:lnTo>
                    <a:pt x="3847588" y="2852946"/>
                  </a:lnTo>
                  <a:lnTo>
                    <a:pt x="3848118" y="2852935"/>
                  </a:lnTo>
                  <a:lnTo>
                    <a:pt x="4386855" y="2852935"/>
                  </a:lnTo>
                  <a:lnTo>
                    <a:pt x="4388022" y="2852851"/>
                  </a:lnTo>
                  <a:lnTo>
                    <a:pt x="4395652" y="2852244"/>
                  </a:lnTo>
                  <a:lnTo>
                    <a:pt x="4414748" y="2850568"/>
                  </a:lnTo>
                  <a:lnTo>
                    <a:pt x="4448534" y="2847275"/>
                  </a:lnTo>
                  <a:lnTo>
                    <a:pt x="4498170" y="2841880"/>
                  </a:lnTo>
                  <a:lnTo>
                    <a:pt x="4562686" y="2834014"/>
                  </a:lnTo>
                  <a:lnTo>
                    <a:pt x="4639325" y="2823462"/>
                  </a:lnTo>
                  <a:lnTo>
                    <a:pt x="4724218" y="2810152"/>
                  </a:lnTo>
                  <a:lnTo>
                    <a:pt x="4813208" y="2794110"/>
                  </a:lnTo>
                  <a:lnTo>
                    <a:pt x="4902543" y="2775403"/>
                  </a:lnTo>
                  <a:lnTo>
                    <a:pt x="4989296" y="2754068"/>
                  </a:lnTo>
                  <a:lnTo>
                    <a:pt x="5071510" y="2730074"/>
                  </a:lnTo>
                  <a:lnTo>
                    <a:pt x="5148133" y="2703286"/>
                  </a:lnTo>
                  <a:lnTo>
                    <a:pt x="5218837" y="2673454"/>
                  </a:lnTo>
                  <a:lnTo>
                    <a:pt x="5283824" y="2640217"/>
                  </a:lnTo>
                  <a:lnTo>
                    <a:pt x="5343641" y="2603104"/>
                  </a:lnTo>
                  <a:lnTo>
                    <a:pt x="5399038" y="2561561"/>
                  </a:lnTo>
                  <a:lnTo>
                    <a:pt x="5450863" y="2514985"/>
                  </a:lnTo>
                  <a:lnTo>
                    <a:pt x="5499978" y="2462798"/>
                  </a:lnTo>
                  <a:lnTo>
                    <a:pt x="5547189" y="2404561"/>
                  </a:lnTo>
                  <a:lnTo>
                    <a:pt x="5567201" y="2377446"/>
                  </a:lnTo>
                  <a:lnTo>
                    <a:pt x="5602565" y="2326087"/>
                  </a:lnTo>
                  <a:lnTo>
                    <a:pt x="5637598" y="2270964"/>
                  </a:lnTo>
                  <a:lnTo>
                    <a:pt x="5672511" y="2212002"/>
                  </a:lnTo>
                  <a:lnTo>
                    <a:pt x="5707469" y="2149186"/>
                  </a:lnTo>
                  <a:lnTo>
                    <a:pt x="5742598" y="2082567"/>
                  </a:lnTo>
                  <a:lnTo>
                    <a:pt x="5777985" y="2012273"/>
                  </a:lnTo>
                  <a:lnTo>
                    <a:pt x="5813685" y="1938507"/>
                  </a:lnTo>
                  <a:lnTo>
                    <a:pt x="5849720" y="1861554"/>
                  </a:lnTo>
                  <a:lnTo>
                    <a:pt x="5886086" y="1781775"/>
                  </a:lnTo>
                  <a:lnTo>
                    <a:pt x="5922753" y="1699606"/>
                  </a:lnTo>
                  <a:lnTo>
                    <a:pt x="5959670" y="1615549"/>
                  </a:lnTo>
                  <a:lnTo>
                    <a:pt x="5996770" y="1530157"/>
                  </a:lnTo>
                  <a:lnTo>
                    <a:pt x="6033974" y="1444023"/>
                  </a:lnTo>
                  <a:lnTo>
                    <a:pt x="6071195" y="1357763"/>
                  </a:lnTo>
                  <a:lnTo>
                    <a:pt x="6108348" y="1271996"/>
                  </a:lnTo>
                  <a:lnTo>
                    <a:pt x="6145348" y="1187327"/>
                  </a:lnTo>
                  <a:lnTo>
                    <a:pt x="6182124" y="1104326"/>
                  </a:lnTo>
                  <a:lnTo>
                    <a:pt x="6218617" y="1023518"/>
                  </a:lnTo>
                  <a:lnTo>
                    <a:pt x="6254789" y="945367"/>
                  </a:lnTo>
                  <a:lnTo>
                    <a:pt x="6290624" y="870266"/>
                  </a:lnTo>
                  <a:lnTo>
                    <a:pt x="6326133" y="798530"/>
                  </a:lnTo>
                  <a:lnTo>
                    <a:pt x="6361359" y="730397"/>
                  </a:lnTo>
                  <a:lnTo>
                    <a:pt x="6396374" y="666023"/>
                  </a:lnTo>
                  <a:lnTo>
                    <a:pt x="6431288" y="605491"/>
                  </a:lnTo>
                  <a:lnTo>
                    <a:pt x="6466249" y="548813"/>
                  </a:lnTo>
                  <a:lnTo>
                    <a:pt x="6501449" y="495936"/>
                  </a:lnTo>
                  <a:lnTo>
                    <a:pt x="6515891" y="475489"/>
                  </a:lnTo>
                  <a:lnTo>
                    <a:pt x="6562498" y="414575"/>
                  </a:lnTo>
                  <a:lnTo>
                    <a:pt x="6610696" y="359809"/>
                  </a:lnTo>
                  <a:lnTo>
                    <a:pt x="6661244" y="310872"/>
                  </a:lnTo>
                  <a:lnTo>
                    <a:pt x="6714990" y="267227"/>
                  </a:lnTo>
                  <a:lnTo>
                    <a:pt x="6772794" y="228269"/>
                  </a:lnTo>
                  <a:lnTo>
                    <a:pt x="6835463" y="193418"/>
                  </a:lnTo>
                  <a:lnTo>
                    <a:pt x="6903645" y="162164"/>
                  </a:lnTo>
                  <a:lnTo>
                    <a:pt x="6977711" y="134096"/>
                  </a:lnTo>
                  <a:lnTo>
                    <a:pt x="7057588" y="108916"/>
                  </a:lnTo>
                  <a:lnTo>
                    <a:pt x="7142562" y="86440"/>
                  </a:lnTo>
                  <a:lnTo>
                    <a:pt x="7231082" y="66595"/>
                  </a:lnTo>
                  <a:lnTo>
                    <a:pt x="7320640" y="49392"/>
                  </a:lnTo>
                  <a:lnTo>
                    <a:pt x="7407806" y="34893"/>
                  </a:lnTo>
                  <a:lnTo>
                    <a:pt x="7488525" y="23149"/>
                  </a:lnTo>
                  <a:lnTo>
                    <a:pt x="7558709" y="14138"/>
                  </a:lnTo>
                  <a:lnTo>
                    <a:pt x="7615019" y="7711"/>
                  </a:lnTo>
                  <a:lnTo>
                    <a:pt x="7655647" y="3562"/>
                  </a:lnTo>
                  <a:lnTo>
                    <a:pt x="7680819" y="1252"/>
                  </a:lnTo>
                  <a:lnTo>
                    <a:pt x="7692893" y="251"/>
                  </a:lnTo>
                  <a:lnTo>
                    <a:pt x="769614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6" name="pl1756"/>
            <p:cNvSpPr/>
            <p:nvPr/>
          </p:nvSpPr>
          <p:spPr>
            <a:xfrm>
              <a:off x="546595" y="1746806"/>
              <a:ext cx="8234974" cy="3642393"/>
            </a:xfrm>
            <a:custGeom>
              <a:avLst/>
              <a:pathLst>
                <a:path w="8234974" h="3642393">
                  <a:moveTo>
                    <a:pt x="8234974" y="0"/>
                  </a:move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953" y="2852929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27" y="2852961"/>
                  </a:lnTo>
                  <a:lnTo>
                    <a:pt x="3838403" y="2853148"/>
                  </a:lnTo>
                  <a:lnTo>
                    <a:pt x="3817397" y="2853663"/>
                  </a:lnTo>
                  <a:lnTo>
                    <a:pt x="3780425" y="2854673"/>
                  </a:lnTo>
                  <a:lnTo>
                    <a:pt x="3726497" y="2856325"/>
                  </a:lnTo>
                  <a:lnTo>
                    <a:pt x="3657031" y="2858723"/>
                  </a:lnTo>
                  <a:lnTo>
                    <a:pt x="3575388" y="2861926"/>
                  </a:lnTo>
                  <a:lnTo>
                    <a:pt x="3485999" y="2865946"/>
                  </a:lnTo>
                  <a:lnTo>
                    <a:pt x="3393415" y="2870770"/>
                  </a:lnTo>
                  <a:lnTo>
                    <a:pt x="3301556" y="2876380"/>
                  </a:lnTo>
                  <a:lnTo>
                    <a:pt x="3213311" y="2882769"/>
                  </a:lnTo>
                  <a:lnTo>
                    <a:pt x="3130465" y="2889959"/>
                  </a:lnTo>
                  <a:lnTo>
                    <a:pt x="3053837" y="2898004"/>
                  </a:lnTo>
                  <a:lnTo>
                    <a:pt x="2983506" y="2906997"/>
                  </a:lnTo>
                  <a:lnTo>
                    <a:pt x="2919046" y="2917064"/>
                  </a:lnTo>
                  <a:lnTo>
                    <a:pt x="2859721" y="2928365"/>
                  </a:lnTo>
                  <a:lnTo>
                    <a:pt x="2804628" y="2941078"/>
                  </a:lnTo>
                  <a:lnTo>
                    <a:pt x="2752808" y="2955389"/>
                  </a:lnTo>
                  <a:lnTo>
                    <a:pt x="2703335" y="2971454"/>
                  </a:lnTo>
                  <a:lnTo>
                    <a:pt x="2667772" y="2984512"/>
                  </a:lnTo>
                  <a:lnTo>
                    <a:pt x="2618380" y="3004694"/>
                  </a:lnTo>
                  <a:lnTo>
                    <a:pt x="2569467" y="3026934"/>
                  </a:lnTo>
                  <a:lnTo>
                    <a:pt x="2520529" y="3051261"/>
                  </a:lnTo>
                  <a:lnTo>
                    <a:pt x="2471224" y="3077637"/>
                  </a:lnTo>
                  <a:lnTo>
                    <a:pt x="2421346" y="3105940"/>
                  </a:lnTo>
                  <a:lnTo>
                    <a:pt x="2370816" y="3135969"/>
                  </a:lnTo>
                  <a:lnTo>
                    <a:pt x="2319659" y="3167436"/>
                  </a:lnTo>
                  <a:lnTo>
                    <a:pt x="2267991" y="3199983"/>
                  </a:lnTo>
                  <a:lnTo>
                    <a:pt x="2215996" y="3233190"/>
                  </a:lnTo>
                  <a:lnTo>
                    <a:pt x="2163898" y="3266599"/>
                  </a:lnTo>
                  <a:lnTo>
                    <a:pt x="2111934" y="3299744"/>
                  </a:lnTo>
                  <a:lnTo>
                    <a:pt x="2060325" y="3332169"/>
                  </a:lnTo>
                  <a:lnTo>
                    <a:pt x="2009247" y="3363464"/>
                  </a:lnTo>
                  <a:lnTo>
                    <a:pt x="1958804" y="3393276"/>
                  </a:lnTo>
                  <a:lnTo>
                    <a:pt x="1909010" y="3421332"/>
                  </a:lnTo>
                  <a:lnTo>
                    <a:pt x="1859769" y="3447439"/>
                  </a:lnTo>
                  <a:lnTo>
                    <a:pt x="1810857" y="3471488"/>
                  </a:lnTo>
                  <a:lnTo>
                    <a:pt x="1761913" y="3493450"/>
                  </a:lnTo>
                  <a:lnTo>
                    <a:pt x="1719082" y="3510817"/>
                  </a:lnTo>
                  <a:lnTo>
                    <a:pt x="1670814" y="3528233"/>
                  </a:lnTo>
                  <a:lnTo>
                    <a:pt x="1620814" y="3543829"/>
                  </a:lnTo>
                  <a:lnTo>
                    <a:pt x="1568234" y="3557707"/>
                  </a:lnTo>
                  <a:lnTo>
                    <a:pt x="1512130" y="3570035"/>
                  </a:lnTo>
                  <a:lnTo>
                    <a:pt x="1451551" y="3580998"/>
                  </a:lnTo>
                  <a:lnTo>
                    <a:pt x="1385623" y="3590771"/>
                  </a:lnTo>
                  <a:lnTo>
                    <a:pt x="1313677" y="3599506"/>
                  </a:lnTo>
                  <a:lnTo>
                    <a:pt x="1235396" y="3607321"/>
                  </a:lnTo>
                  <a:lnTo>
                    <a:pt x="1151030" y="3614298"/>
                  </a:lnTo>
                  <a:lnTo>
                    <a:pt x="1061628" y="3620484"/>
                  </a:lnTo>
                  <a:lnTo>
                    <a:pt x="969257" y="3625891"/>
                  </a:lnTo>
                  <a:lnTo>
                    <a:pt x="877092" y="3630508"/>
                  </a:lnTo>
                  <a:lnTo>
                    <a:pt x="789271" y="3634315"/>
                  </a:lnTo>
                  <a:lnTo>
                    <a:pt x="710398" y="3637306"/>
                  </a:lnTo>
                  <a:lnTo>
                    <a:pt x="644721" y="3639502"/>
                  </a:lnTo>
                  <a:lnTo>
                    <a:pt x="595165" y="3640974"/>
                  </a:lnTo>
                  <a:lnTo>
                    <a:pt x="562547" y="3641841"/>
                  </a:lnTo>
                  <a:lnTo>
                    <a:pt x="545233" y="3642254"/>
                  </a:lnTo>
                  <a:lnTo>
                    <a:pt x="539267" y="3642382"/>
                  </a:lnTo>
                  <a:lnTo>
                    <a:pt x="538736" y="3642393"/>
                  </a:lnTo>
                  <a:lnTo>
                    <a:pt x="0" y="36423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7" name="pg1757"/>
            <p:cNvSpPr/>
            <p:nvPr/>
          </p:nvSpPr>
          <p:spPr>
            <a:xfrm>
              <a:off x="546595" y="4817524"/>
              <a:ext cx="8234974" cy="588009"/>
            </a:xfrm>
            <a:custGeom>
              <a:avLst/>
              <a:pathLst>
                <a:path w="8234974" h="588009">
                  <a:moveTo>
                    <a:pt x="0" y="588009"/>
                  </a:moveTo>
                  <a:lnTo>
                    <a:pt x="538736" y="588009"/>
                  </a:lnTo>
                  <a:lnTo>
                    <a:pt x="540038" y="588001"/>
                  </a:lnTo>
                  <a:lnTo>
                    <a:pt x="548530" y="587946"/>
                  </a:lnTo>
                  <a:lnTo>
                    <a:pt x="569700" y="587792"/>
                  </a:lnTo>
                  <a:lnTo>
                    <a:pt x="606943" y="587489"/>
                  </a:lnTo>
                  <a:lnTo>
                    <a:pt x="661235" y="586996"/>
                  </a:lnTo>
                  <a:lnTo>
                    <a:pt x="731114" y="586279"/>
                  </a:lnTo>
                  <a:lnTo>
                    <a:pt x="813170" y="585322"/>
                  </a:lnTo>
                  <a:lnTo>
                    <a:pt x="902924" y="584121"/>
                  </a:lnTo>
                  <a:lnTo>
                    <a:pt x="995793" y="582681"/>
                  </a:lnTo>
                  <a:lnTo>
                    <a:pt x="1087846" y="581006"/>
                  </a:lnTo>
                  <a:lnTo>
                    <a:pt x="1176199" y="579099"/>
                  </a:lnTo>
                  <a:lnTo>
                    <a:pt x="1259085" y="576953"/>
                  </a:lnTo>
                  <a:lnTo>
                    <a:pt x="1335705" y="574551"/>
                  </a:lnTo>
                  <a:lnTo>
                    <a:pt x="1406000" y="571866"/>
                  </a:lnTo>
                  <a:lnTo>
                    <a:pt x="1470414" y="568858"/>
                  </a:lnTo>
                  <a:lnTo>
                    <a:pt x="1529702" y="565480"/>
                  </a:lnTo>
                  <a:lnTo>
                    <a:pt x="1584776" y="561678"/>
                  </a:lnTo>
                  <a:lnTo>
                    <a:pt x="1636605" y="557398"/>
                  </a:lnTo>
                  <a:lnTo>
                    <a:pt x="1686119" y="552592"/>
                  </a:lnTo>
                  <a:lnTo>
                    <a:pt x="1719082" y="548990"/>
                  </a:lnTo>
                  <a:lnTo>
                    <a:pt x="1771528" y="542612"/>
                  </a:lnTo>
                  <a:lnTo>
                    <a:pt x="1823472" y="535545"/>
                  </a:lnTo>
                  <a:lnTo>
                    <a:pt x="1875500" y="527780"/>
                  </a:lnTo>
                  <a:lnTo>
                    <a:pt x="1927995" y="519335"/>
                  </a:lnTo>
                  <a:lnTo>
                    <a:pt x="1981169" y="510259"/>
                  </a:lnTo>
                  <a:lnTo>
                    <a:pt x="2035082" y="500634"/>
                  </a:lnTo>
                  <a:lnTo>
                    <a:pt x="2089663" y="490569"/>
                  </a:lnTo>
                  <a:lnTo>
                    <a:pt x="2144736" y="480202"/>
                  </a:lnTo>
                  <a:lnTo>
                    <a:pt x="2200057" y="469690"/>
                  </a:lnTo>
                  <a:lnTo>
                    <a:pt x="2255343" y="459198"/>
                  </a:lnTo>
                  <a:lnTo>
                    <a:pt x="2310319" y="448891"/>
                  </a:lnTo>
                  <a:lnTo>
                    <a:pt x="2364752" y="438920"/>
                  </a:lnTo>
                  <a:lnTo>
                    <a:pt x="2418490" y="429417"/>
                  </a:lnTo>
                  <a:lnTo>
                    <a:pt x="2471491" y="420486"/>
                  </a:lnTo>
                  <a:lnTo>
                    <a:pt x="2523849" y="412201"/>
                  </a:lnTo>
                  <a:lnTo>
                    <a:pt x="2575814" y="404602"/>
                  </a:lnTo>
                  <a:lnTo>
                    <a:pt x="2627817" y="397701"/>
                  </a:lnTo>
                  <a:lnTo>
                    <a:pt x="2667772" y="392913"/>
                  </a:lnTo>
                  <a:lnTo>
                    <a:pt x="2716179" y="387735"/>
                  </a:lnTo>
                  <a:lnTo>
                    <a:pt x="2766329" y="383099"/>
                  </a:lnTo>
                  <a:lnTo>
                    <a:pt x="2819079" y="378975"/>
                  </a:lnTo>
                  <a:lnTo>
                    <a:pt x="2875381" y="375313"/>
                  </a:lnTo>
                  <a:lnTo>
                    <a:pt x="2936194" y="372058"/>
                  </a:lnTo>
                  <a:lnTo>
                    <a:pt x="3002396" y="369157"/>
                  </a:lnTo>
                  <a:lnTo>
                    <a:pt x="3074661" y="366564"/>
                  </a:lnTo>
                  <a:lnTo>
                    <a:pt x="3153296" y="364246"/>
                  </a:lnTo>
                  <a:lnTo>
                    <a:pt x="3238037" y="362176"/>
                  </a:lnTo>
                  <a:lnTo>
                    <a:pt x="3327801" y="360343"/>
                  </a:lnTo>
                  <a:lnTo>
                    <a:pt x="3420477" y="358742"/>
                  </a:lnTo>
                  <a:lnTo>
                    <a:pt x="3512829" y="357377"/>
                  </a:lnTo>
                  <a:lnTo>
                    <a:pt x="3600660" y="356253"/>
                  </a:lnTo>
                  <a:lnTo>
                    <a:pt x="3679322" y="355373"/>
                  </a:lnTo>
                  <a:lnTo>
                    <a:pt x="3744569" y="354729"/>
                  </a:lnTo>
                  <a:lnTo>
                    <a:pt x="3793522" y="354300"/>
                  </a:lnTo>
                  <a:lnTo>
                    <a:pt x="3825463" y="354049"/>
                  </a:lnTo>
                  <a:lnTo>
                    <a:pt x="3842155" y="353932"/>
                  </a:lnTo>
                  <a:lnTo>
                    <a:pt x="3847693" y="353897"/>
                  </a:lnTo>
                  <a:lnTo>
                    <a:pt x="3848118" y="353894"/>
                  </a:lnTo>
                  <a:lnTo>
                    <a:pt x="4386855" y="353894"/>
                  </a:lnTo>
                  <a:lnTo>
                    <a:pt x="4388156" y="353883"/>
                  </a:lnTo>
                  <a:lnTo>
                    <a:pt x="4396640" y="353800"/>
                  </a:lnTo>
                  <a:lnTo>
                    <a:pt x="4417791" y="353571"/>
                  </a:lnTo>
                  <a:lnTo>
                    <a:pt x="4455002" y="353121"/>
                  </a:lnTo>
                  <a:lnTo>
                    <a:pt x="4509250" y="352387"/>
                  </a:lnTo>
                  <a:lnTo>
                    <a:pt x="4579081" y="351321"/>
                  </a:lnTo>
                  <a:lnTo>
                    <a:pt x="4661088" y="349898"/>
                  </a:lnTo>
                  <a:lnTo>
                    <a:pt x="4750799" y="348113"/>
                  </a:lnTo>
                  <a:lnTo>
                    <a:pt x="4843634" y="345971"/>
                  </a:lnTo>
                  <a:lnTo>
                    <a:pt x="4935665" y="343480"/>
                  </a:lnTo>
                  <a:lnTo>
                    <a:pt x="5024005" y="340644"/>
                  </a:lnTo>
                  <a:lnTo>
                    <a:pt x="5106886" y="337452"/>
                  </a:lnTo>
                  <a:lnTo>
                    <a:pt x="5183507" y="333880"/>
                  </a:lnTo>
                  <a:lnTo>
                    <a:pt x="5253806" y="329886"/>
                  </a:lnTo>
                  <a:lnTo>
                    <a:pt x="5318226" y="325413"/>
                  </a:lnTo>
                  <a:lnTo>
                    <a:pt x="5377518" y="320391"/>
                  </a:lnTo>
                  <a:lnTo>
                    <a:pt x="5432595" y="314738"/>
                  </a:lnTo>
                  <a:lnTo>
                    <a:pt x="5484423" y="308373"/>
                  </a:lnTo>
                  <a:lnTo>
                    <a:pt x="5533932" y="301228"/>
                  </a:lnTo>
                  <a:lnTo>
                    <a:pt x="5567201" y="295819"/>
                  </a:lnTo>
                  <a:lnTo>
                    <a:pt x="5619238" y="286405"/>
                  </a:lnTo>
                  <a:lnTo>
                    <a:pt x="5670776" y="275981"/>
                  </a:lnTo>
                  <a:lnTo>
                    <a:pt x="5722389" y="264534"/>
                  </a:lnTo>
                  <a:lnTo>
                    <a:pt x="5774456" y="252090"/>
                  </a:lnTo>
                  <a:lnTo>
                    <a:pt x="5827187" y="238720"/>
                  </a:lnTo>
                  <a:lnTo>
                    <a:pt x="5880646" y="224538"/>
                  </a:lnTo>
                  <a:lnTo>
                    <a:pt x="5934768" y="209704"/>
                  </a:lnTo>
                  <a:lnTo>
                    <a:pt x="5989387" y="194416"/>
                  </a:lnTo>
                  <a:lnTo>
                    <a:pt x="6044265" y="178899"/>
                  </a:lnTo>
                  <a:lnTo>
                    <a:pt x="6099130" y="163395"/>
                  </a:lnTo>
                  <a:lnTo>
                    <a:pt x="6153710" y="148142"/>
                  </a:lnTo>
                  <a:lnTo>
                    <a:pt x="6207772" y="133364"/>
                  </a:lnTo>
                  <a:lnTo>
                    <a:pt x="6261159" y="119256"/>
                  </a:lnTo>
                  <a:lnTo>
                    <a:pt x="6313820" y="105973"/>
                  </a:lnTo>
                  <a:lnTo>
                    <a:pt x="6365830" y="93625"/>
                  </a:lnTo>
                  <a:lnTo>
                    <a:pt x="6417415" y="82279"/>
                  </a:lnTo>
                  <a:lnTo>
                    <a:pt x="6468973" y="71956"/>
                  </a:lnTo>
                  <a:lnTo>
                    <a:pt x="6515891" y="63519"/>
                  </a:lnTo>
                  <a:lnTo>
                    <a:pt x="6564281" y="55814"/>
                  </a:lnTo>
                  <a:lnTo>
                    <a:pt x="6614414" y="48916"/>
                  </a:lnTo>
                  <a:lnTo>
                    <a:pt x="6667144" y="42780"/>
                  </a:lnTo>
                  <a:lnTo>
                    <a:pt x="6723422" y="37330"/>
                  </a:lnTo>
                  <a:lnTo>
                    <a:pt x="6784208" y="32486"/>
                  </a:lnTo>
                  <a:lnTo>
                    <a:pt x="6850378" y="28168"/>
                  </a:lnTo>
                  <a:lnTo>
                    <a:pt x="6922605" y="24310"/>
                  </a:lnTo>
                  <a:lnTo>
                    <a:pt x="7001198" y="20859"/>
                  </a:lnTo>
                  <a:lnTo>
                    <a:pt x="7085895" y="17780"/>
                  </a:lnTo>
                  <a:lnTo>
                    <a:pt x="7175617" y="15051"/>
                  </a:lnTo>
                  <a:lnTo>
                    <a:pt x="7268257" y="12667"/>
                  </a:lnTo>
                  <a:lnTo>
                    <a:pt x="7360587" y="10635"/>
                  </a:lnTo>
                  <a:lnTo>
                    <a:pt x="7448417" y="8961"/>
                  </a:lnTo>
                  <a:lnTo>
                    <a:pt x="7527105" y="7650"/>
                  </a:lnTo>
                  <a:lnTo>
                    <a:pt x="7592402" y="6690"/>
                  </a:lnTo>
                  <a:lnTo>
                    <a:pt x="7641427" y="6050"/>
                  </a:lnTo>
                  <a:lnTo>
                    <a:pt x="7673448" y="5676"/>
                  </a:lnTo>
                  <a:lnTo>
                    <a:pt x="7690212" y="5501"/>
                  </a:lnTo>
                  <a:lnTo>
                    <a:pt x="7695801" y="544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7" y="11"/>
                  </a:lnTo>
                  <a:lnTo>
                    <a:pt x="7686452" y="94"/>
                  </a:lnTo>
                  <a:lnTo>
                    <a:pt x="7665302" y="323"/>
                  </a:lnTo>
                  <a:lnTo>
                    <a:pt x="7628091" y="772"/>
                  </a:lnTo>
                  <a:lnTo>
                    <a:pt x="7573842" y="1507"/>
                  </a:lnTo>
                  <a:lnTo>
                    <a:pt x="7504012" y="2573"/>
                  </a:lnTo>
                  <a:lnTo>
                    <a:pt x="7422004" y="3995"/>
                  </a:lnTo>
                  <a:lnTo>
                    <a:pt x="7332294" y="5781"/>
                  </a:lnTo>
                  <a:lnTo>
                    <a:pt x="7239458" y="7923"/>
                  </a:lnTo>
                  <a:lnTo>
                    <a:pt x="7147428" y="10413"/>
                  </a:lnTo>
                  <a:lnTo>
                    <a:pt x="7059087" y="13250"/>
                  </a:lnTo>
                  <a:lnTo>
                    <a:pt x="6976206" y="16441"/>
                  </a:lnTo>
                  <a:lnTo>
                    <a:pt x="6899585" y="20013"/>
                  </a:lnTo>
                  <a:lnTo>
                    <a:pt x="6829286" y="24007"/>
                  </a:lnTo>
                  <a:lnTo>
                    <a:pt x="6764866" y="28480"/>
                  </a:lnTo>
                  <a:lnTo>
                    <a:pt x="6705574" y="33503"/>
                  </a:lnTo>
                  <a:lnTo>
                    <a:pt x="6650498" y="39156"/>
                  </a:lnTo>
                  <a:lnTo>
                    <a:pt x="6598670" y="45521"/>
                  </a:lnTo>
                  <a:lnTo>
                    <a:pt x="6549160" y="52666"/>
                  </a:lnTo>
                  <a:lnTo>
                    <a:pt x="6515891" y="58075"/>
                  </a:lnTo>
                  <a:lnTo>
                    <a:pt x="6463854" y="67488"/>
                  </a:lnTo>
                  <a:lnTo>
                    <a:pt x="6412316" y="77912"/>
                  </a:lnTo>
                  <a:lnTo>
                    <a:pt x="6360703" y="89360"/>
                  </a:lnTo>
                  <a:lnTo>
                    <a:pt x="6308637" y="101803"/>
                  </a:lnTo>
                  <a:lnTo>
                    <a:pt x="6255905" y="115174"/>
                  </a:lnTo>
                  <a:lnTo>
                    <a:pt x="6202447" y="129356"/>
                  </a:lnTo>
                  <a:lnTo>
                    <a:pt x="6148325" y="144190"/>
                  </a:lnTo>
                  <a:lnTo>
                    <a:pt x="6093706" y="159478"/>
                  </a:lnTo>
                  <a:lnTo>
                    <a:pt x="6038827" y="174995"/>
                  </a:lnTo>
                  <a:lnTo>
                    <a:pt x="5983962" y="190499"/>
                  </a:lnTo>
                  <a:lnTo>
                    <a:pt x="5929383" y="205752"/>
                  </a:lnTo>
                  <a:lnTo>
                    <a:pt x="5875321" y="220529"/>
                  </a:lnTo>
                  <a:lnTo>
                    <a:pt x="5821933" y="234638"/>
                  </a:lnTo>
                  <a:lnTo>
                    <a:pt x="5769273" y="247921"/>
                  </a:lnTo>
                  <a:lnTo>
                    <a:pt x="5717263" y="260268"/>
                  </a:lnTo>
                  <a:lnTo>
                    <a:pt x="5665677" y="271615"/>
                  </a:lnTo>
                  <a:lnTo>
                    <a:pt x="5614119" y="281937"/>
                  </a:lnTo>
                  <a:lnTo>
                    <a:pt x="5567201" y="290375"/>
                  </a:lnTo>
                  <a:lnTo>
                    <a:pt x="5518811" y="298080"/>
                  </a:lnTo>
                  <a:lnTo>
                    <a:pt x="5468678" y="304978"/>
                  </a:lnTo>
                  <a:lnTo>
                    <a:pt x="5415948" y="311114"/>
                  </a:lnTo>
                  <a:lnTo>
                    <a:pt x="5359670" y="316563"/>
                  </a:lnTo>
                  <a:lnTo>
                    <a:pt x="5298884" y="321408"/>
                  </a:lnTo>
                  <a:lnTo>
                    <a:pt x="5232715" y="325726"/>
                  </a:lnTo>
                  <a:lnTo>
                    <a:pt x="5160488" y="329584"/>
                  </a:lnTo>
                  <a:lnTo>
                    <a:pt x="5081894" y="333034"/>
                  </a:lnTo>
                  <a:lnTo>
                    <a:pt x="4997198" y="336114"/>
                  </a:lnTo>
                  <a:lnTo>
                    <a:pt x="4907476" y="338843"/>
                  </a:lnTo>
                  <a:lnTo>
                    <a:pt x="4814836" y="341226"/>
                  </a:lnTo>
                  <a:lnTo>
                    <a:pt x="4722506" y="343259"/>
                  </a:lnTo>
                  <a:lnTo>
                    <a:pt x="4634676" y="344933"/>
                  </a:lnTo>
                  <a:lnTo>
                    <a:pt x="4555988" y="346244"/>
                  </a:lnTo>
                  <a:lnTo>
                    <a:pt x="4490690" y="347203"/>
                  </a:lnTo>
                  <a:lnTo>
                    <a:pt x="4441666" y="347844"/>
                  </a:lnTo>
                  <a:lnTo>
                    <a:pt x="4409645" y="348217"/>
                  </a:lnTo>
                  <a:lnTo>
                    <a:pt x="4392880" y="348393"/>
                  </a:lnTo>
                  <a:lnTo>
                    <a:pt x="4387292" y="348446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7" y="348457"/>
                  </a:lnTo>
                  <a:lnTo>
                    <a:pt x="3838324" y="348513"/>
                  </a:lnTo>
                  <a:lnTo>
                    <a:pt x="3817154" y="348667"/>
                  </a:lnTo>
                  <a:lnTo>
                    <a:pt x="3779911" y="348969"/>
                  </a:lnTo>
                  <a:lnTo>
                    <a:pt x="3725620" y="349463"/>
                  </a:lnTo>
                  <a:lnTo>
                    <a:pt x="3655741" y="350180"/>
                  </a:lnTo>
                  <a:lnTo>
                    <a:pt x="3573684" y="351137"/>
                  </a:lnTo>
                  <a:lnTo>
                    <a:pt x="3483931" y="352338"/>
                  </a:lnTo>
                  <a:lnTo>
                    <a:pt x="3391062" y="353778"/>
                  </a:lnTo>
                  <a:lnTo>
                    <a:pt x="3299009" y="355452"/>
                  </a:lnTo>
                  <a:lnTo>
                    <a:pt x="3210655" y="357359"/>
                  </a:lnTo>
                  <a:lnTo>
                    <a:pt x="3127770" y="359506"/>
                  </a:lnTo>
                  <a:lnTo>
                    <a:pt x="3051150" y="361907"/>
                  </a:lnTo>
                  <a:lnTo>
                    <a:pt x="2980855" y="364593"/>
                  </a:lnTo>
                  <a:lnTo>
                    <a:pt x="2916440" y="367601"/>
                  </a:lnTo>
                  <a:lnTo>
                    <a:pt x="2857153" y="370979"/>
                  </a:lnTo>
                  <a:lnTo>
                    <a:pt x="2802078" y="374781"/>
                  </a:lnTo>
                  <a:lnTo>
                    <a:pt x="2750250" y="379061"/>
                  </a:lnTo>
                  <a:lnTo>
                    <a:pt x="2700735" y="383867"/>
                  </a:lnTo>
                  <a:lnTo>
                    <a:pt x="2667772" y="387469"/>
                  </a:lnTo>
                  <a:lnTo>
                    <a:pt x="2615326" y="393847"/>
                  </a:lnTo>
                  <a:lnTo>
                    <a:pt x="2563382" y="400914"/>
                  </a:lnTo>
                  <a:lnTo>
                    <a:pt x="2511355" y="408679"/>
                  </a:lnTo>
                  <a:lnTo>
                    <a:pt x="2458860" y="417124"/>
                  </a:lnTo>
                  <a:lnTo>
                    <a:pt x="2405685" y="426200"/>
                  </a:lnTo>
                  <a:lnTo>
                    <a:pt x="2351772" y="435825"/>
                  </a:lnTo>
                  <a:lnTo>
                    <a:pt x="2297192" y="445890"/>
                  </a:lnTo>
                  <a:lnTo>
                    <a:pt x="2242118" y="456256"/>
                  </a:lnTo>
                  <a:lnTo>
                    <a:pt x="2186798" y="466768"/>
                  </a:lnTo>
                  <a:lnTo>
                    <a:pt x="2131511" y="477261"/>
                  </a:lnTo>
                  <a:lnTo>
                    <a:pt x="2076535" y="487568"/>
                  </a:lnTo>
                  <a:lnTo>
                    <a:pt x="2022102" y="497539"/>
                  </a:lnTo>
                  <a:lnTo>
                    <a:pt x="1968365" y="507042"/>
                  </a:lnTo>
                  <a:lnTo>
                    <a:pt x="1915364" y="515973"/>
                  </a:lnTo>
                  <a:lnTo>
                    <a:pt x="1863006" y="524258"/>
                  </a:lnTo>
                  <a:lnTo>
                    <a:pt x="1811040" y="531857"/>
                  </a:lnTo>
                  <a:lnTo>
                    <a:pt x="1759038" y="538757"/>
                  </a:lnTo>
                  <a:lnTo>
                    <a:pt x="1719082" y="543545"/>
                  </a:lnTo>
                  <a:lnTo>
                    <a:pt x="1670676" y="548724"/>
                  </a:lnTo>
                  <a:lnTo>
                    <a:pt x="1620526" y="553360"/>
                  </a:lnTo>
                  <a:lnTo>
                    <a:pt x="1567775" y="557484"/>
                  </a:lnTo>
                  <a:lnTo>
                    <a:pt x="1511474" y="561146"/>
                  </a:lnTo>
                  <a:lnTo>
                    <a:pt x="1450661" y="564401"/>
                  </a:lnTo>
                  <a:lnTo>
                    <a:pt x="1384458" y="567302"/>
                  </a:lnTo>
                  <a:lnTo>
                    <a:pt x="1312194" y="569895"/>
                  </a:lnTo>
                  <a:lnTo>
                    <a:pt x="1233558" y="572213"/>
                  </a:lnTo>
                  <a:lnTo>
                    <a:pt x="1148818" y="574283"/>
                  </a:lnTo>
                  <a:lnTo>
                    <a:pt x="1059053" y="576116"/>
                  </a:lnTo>
                  <a:lnTo>
                    <a:pt x="966377" y="577717"/>
                  </a:lnTo>
                  <a:lnTo>
                    <a:pt x="874025" y="579082"/>
                  </a:lnTo>
                  <a:lnTo>
                    <a:pt x="786195" y="580206"/>
                  </a:lnTo>
                  <a:lnTo>
                    <a:pt x="707532" y="581086"/>
                  </a:lnTo>
                  <a:lnTo>
                    <a:pt x="642286" y="581730"/>
                  </a:lnTo>
                  <a:lnTo>
                    <a:pt x="593332" y="582159"/>
                  </a:lnTo>
                  <a:lnTo>
                    <a:pt x="561391" y="582409"/>
                  </a:lnTo>
                  <a:lnTo>
                    <a:pt x="544700" y="582527"/>
                  </a:lnTo>
                  <a:lnTo>
                    <a:pt x="539161" y="582562"/>
                  </a:lnTo>
                  <a:lnTo>
                    <a:pt x="538736" y="582565"/>
                  </a:lnTo>
                  <a:lnTo>
                    <a:pt x="0" y="582565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58" name="pl1758"/>
            <p:cNvSpPr/>
            <p:nvPr/>
          </p:nvSpPr>
          <p:spPr>
            <a:xfrm>
              <a:off x="546595" y="4822968"/>
              <a:ext cx="8234974" cy="582565"/>
            </a:xfrm>
            <a:custGeom>
              <a:avLst/>
              <a:pathLst>
                <a:path w="8234974" h="582565">
                  <a:moveTo>
                    <a:pt x="0" y="582565"/>
                  </a:moveTo>
                  <a:lnTo>
                    <a:pt x="538736" y="582565"/>
                  </a:lnTo>
                  <a:lnTo>
                    <a:pt x="540038" y="582557"/>
                  </a:lnTo>
                  <a:lnTo>
                    <a:pt x="548530" y="582501"/>
                  </a:lnTo>
                  <a:lnTo>
                    <a:pt x="569700" y="582347"/>
                  </a:lnTo>
                  <a:lnTo>
                    <a:pt x="606943" y="582045"/>
                  </a:lnTo>
                  <a:lnTo>
                    <a:pt x="661235" y="581551"/>
                  </a:lnTo>
                  <a:lnTo>
                    <a:pt x="731114" y="580834"/>
                  </a:lnTo>
                  <a:lnTo>
                    <a:pt x="813170" y="579877"/>
                  </a:lnTo>
                  <a:lnTo>
                    <a:pt x="902924" y="578677"/>
                  </a:lnTo>
                  <a:lnTo>
                    <a:pt x="995793" y="577236"/>
                  </a:lnTo>
                  <a:lnTo>
                    <a:pt x="1087846" y="575562"/>
                  </a:lnTo>
                  <a:lnTo>
                    <a:pt x="1176199" y="573655"/>
                  </a:lnTo>
                  <a:lnTo>
                    <a:pt x="1259085" y="571509"/>
                  </a:lnTo>
                  <a:lnTo>
                    <a:pt x="1335705" y="569107"/>
                  </a:lnTo>
                  <a:lnTo>
                    <a:pt x="1406000" y="566421"/>
                  </a:lnTo>
                  <a:lnTo>
                    <a:pt x="1470414" y="563413"/>
                  </a:lnTo>
                  <a:lnTo>
                    <a:pt x="1529702" y="560035"/>
                  </a:lnTo>
                  <a:lnTo>
                    <a:pt x="1584776" y="556234"/>
                  </a:lnTo>
                  <a:lnTo>
                    <a:pt x="1636605" y="551953"/>
                  </a:lnTo>
                  <a:lnTo>
                    <a:pt x="1686119" y="547148"/>
                  </a:lnTo>
                  <a:lnTo>
                    <a:pt x="1719082" y="543545"/>
                  </a:lnTo>
                  <a:lnTo>
                    <a:pt x="1771528" y="537168"/>
                  </a:lnTo>
                  <a:lnTo>
                    <a:pt x="1823472" y="530101"/>
                  </a:lnTo>
                  <a:lnTo>
                    <a:pt x="1875500" y="522335"/>
                  </a:lnTo>
                  <a:lnTo>
                    <a:pt x="1927995" y="513890"/>
                  </a:lnTo>
                  <a:lnTo>
                    <a:pt x="1981169" y="504815"/>
                  </a:lnTo>
                  <a:lnTo>
                    <a:pt x="2035082" y="495189"/>
                  </a:lnTo>
                  <a:lnTo>
                    <a:pt x="2089663" y="485124"/>
                  </a:lnTo>
                  <a:lnTo>
                    <a:pt x="2144736" y="474758"/>
                  </a:lnTo>
                  <a:lnTo>
                    <a:pt x="2200057" y="464246"/>
                  </a:lnTo>
                  <a:lnTo>
                    <a:pt x="2255343" y="453754"/>
                  </a:lnTo>
                  <a:lnTo>
                    <a:pt x="2310319" y="443446"/>
                  </a:lnTo>
                  <a:lnTo>
                    <a:pt x="2364752" y="433475"/>
                  </a:lnTo>
                  <a:lnTo>
                    <a:pt x="2418490" y="423972"/>
                  </a:lnTo>
                  <a:lnTo>
                    <a:pt x="2471491" y="415042"/>
                  </a:lnTo>
                  <a:lnTo>
                    <a:pt x="2523849" y="406756"/>
                  </a:lnTo>
                  <a:lnTo>
                    <a:pt x="2575814" y="399157"/>
                  </a:lnTo>
                  <a:lnTo>
                    <a:pt x="2627817" y="392257"/>
                  </a:lnTo>
                  <a:lnTo>
                    <a:pt x="2667772" y="387469"/>
                  </a:lnTo>
                  <a:lnTo>
                    <a:pt x="2716179" y="382290"/>
                  </a:lnTo>
                  <a:lnTo>
                    <a:pt x="2766329" y="377654"/>
                  </a:lnTo>
                  <a:lnTo>
                    <a:pt x="2819079" y="373531"/>
                  </a:lnTo>
                  <a:lnTo>
                    <a:pt x="2875381" y="369869"/>
                  </a:lnTo>
                  <a:lnTo>
                    <a:pt x="2936194" y="366613"/>
                  </a:lnTo>
                  <a:lnTo>
                    <a:pt x="3002396" y="363712"/>
                  </a:lnTo>
                  <a:lnTo>
                    <a:pt x="3074661" y="361120"/>
                  </a:lnTo>
                  <a:lnTo>
                    <a:pt x="3153296" y="358801"/>
                  </a:lnTo>
                  <a:lnTo>
                    <a:pt x="3238037" y="356732"/>
                  </a:lnTo>
                  <a:lnTo>
                    <a:pt x="3327801" y="354898"/>
                  </a:lnTo>
                  <a:lnTo>
                    <a:pt x="3420477" y="353297"/>
                  </a:lnTo>
                  <a:lnTo>
                    <a:pt x="3512829" y="351932"/>
                  </a:lnTo>
                  <a:lnTo>
                    <a:pt x="3600660" y="350808"/>
                  </a:lnTo>
                  <a:lnTo>
                    <a:pt x="3679322" y="349928"/>
                  </a:lnTo>
                  <a:lnTo>
                    <a:pt x="3744569" y="349284"/>
                  </a:lnTo>
                  <a:lnTo>
                    <a:pt x="3793522" y="348855"/>
                  </a:lnTo>
                  <a:lnTo>
                    <a:pt x="3825463" y="348605"/>
                  </a:lnTo>
                  <a:lnTo>
                    <a:pt x="3842155" y="348487"/>
                  </a:lnTo>
                  <a:lnTo>
                    <a:pt x="3847693" y="348452"/>
                  </a:lnTo>
                  <a:lnTo>
                    <a:pt x="3848118" y="348450"/>
                  </a:lnTo>
                  <a:lnTo>
                    <a:pt x="4386855" y="348450"/>
                  </a:lnTo>
                  <a:lnTo>
                    <a:pt x="4388156" y="348438"/>
                  </a:lnTo>
                  <a:lnTo>
                    <a:pt x="4396640" y="348355"/>
                  </a:lnTo>
                  <a:lnTo>
                    <a:pt x="4417791" y="348126"/>
                  </a:lnTo>
                  <a:lnTo>
                    <a:pt x="4455002" y="347677"/>
                  </a:lnTo>
                  <a:lnTo>
                    <a:pt x="4509250" y="346943"/>
                  </a:lnTo>
                  <a:lnTo>
                    <a:pt x="4579081" y="345877"/>
                  </a:lnTo>
                  <a:lnTo>
                    <a:pt x="4661088" y="344454"/>
                  </a:lnTo>
                  <a:lnTo>
                    <a:pt x="4750799" y="342668"/>
                  </a:lnTo>
                  <a:lnTo>
                    <a:pt x="4843634" y="340526"/>
                  </a:lnTo>
                  <a:lnTo>
                    <a:pt x="4935665" y="338036"/>
                  </a:lnTo>
                  <a:lnTo>
                    <a:pt x="5024005" y="335200"/>
                  </a:lnTo>
                  <a:lnTo>
                    <a:pt x="5106886" y="332008"/>
                  </a:lnTo>
                  <a:lnTo>
                    <a:pt x="5183507" y="328436"/>
                  </a:lnTo>
                  <a:lnTo>
                    <a:pt x="5253806" y="324442"/>
                  </a:lnTo>
                  <a:lnTo>
                    <a:pt x="5318226" y="319969"/>
                  </a:lnTo>
                  <a:lnTo>
                    <a:pt x="5377518" y="314946"/>
                  </a:lnTo>
                  <a:lnTo>
                    <a:pt x="5432595" y="309293"/>
                  </a:lnTo>
                  <a:lnTo>
                    <a:pt x="5484423" y="302928"/>
                  </a:lnTo>
                  <a:lnTo>
                    <a:pt x="5533932" y="295783"/>
                  </a:lnTo>
                  <a:lnTo>
                    <a:pt x="5567201" y="290375"/>
                  </a:lnTo>
                  <a:lnTo>
                    <a:pt x="5619238" y="280961"/>
                  </a:lnTo>
                  <a:lnTo>
                    <a:pt x="5670776" y="270537"/>
                  </a:lnTo>
                  <a:lnTo>
                    <a:pt x="5722389" y="259090"/>
                  </a:lnTo>
                  <a:lnTo>
                    <a:pt x="5774456" y="246646"/>
                  </a:lnTo>
                  <a:lnTo>
                    <a:pt x="5827187" y="233275"/>
                  </a:lnTo>
                  <a:lnTo>
                    <a:pt x="5880646" y="219093"/>
                  </a:lnTo>
                  <a:lnTo>
                    <a:pt x="5934768" y="204259"/>
                  </a:lnTo>
                  <a:lnTo>
                    <a:pt x="5989387" y="188971"/>
                  </a:lnTo>
                  <a:lnTo>
                    <a:pt x="6044265" y="173455"/>
                  </a:lnTo>
                  <a:lnTo>
                    <a:pt x="6099130" y="157950"/>
                  </a:lnTo>
                  <a:lnTo>
                    <a:pt x="6153710" y="142697"/>
                  </a:lnTo>
                  <a:lnTo>
                    <a:pt x="6207772" y="127920"/>
                  </a:lnTo>
                  <a:lnTo>
                    <a:pt x="6261159" y="113812"/>
                  </a:lnTo>
                  <a:lnTo>
                    <a:pt x="6313820" y="100528"/>
                  </a:lnTo>
                  <a:lnTo>
                    <a:pt x="6365830" y="88181"/>
                  </a:lnTo>
                  <a:lnTo>
                    <a:pt x="6417415" y="76835"/>
                  </a:lnTo>
                  <a:lnTo>
                    <a:pt x="6468973" y="66512"/>
                  </a:lnTo>
                  <a:lnTo>
                    <a:pt x="6515891" y="58075"/>
                  </a:lnTo>
                  <a:lnTo>
                    <a:pt x="6564281" y="50369"/>
                  </a:lnTo>
                  <a:lnTo>
                    <a:pt x="6614414" y="43471"/>
                  </a:lnTo>
                  <a:lnTo>
                    <a:pt x="6667144" y="37335"/>
                  </a:lnTo>
                  <a:lnTo>
                    <a:pt x="6723422" y="31886"/>
                  </a:lnTo>
                  <a:lnTo>
                    <a:pt x="6784208" y="27041"/>
                  </a:lnTo>
                  <a:lnTo>
                    <a:pt x="6850378" y="22724"/>
                  </a:lnTo>
                  <a:lnTo>
                    <a:pt x="6922605" y="18866"/>
                  </a:lnTo>
                  <a:lnTo>
                    <a:pt x="7001198" y="15415"/>
                  </a:lnTo>
                  <a:lnTo>
                    <a:pt x="7085895" y="12335"/>
                  </a:lnTo>
                  <a:lnTo>
                    <a:pt x="7175617" y="9606"/>
                  </a:lnTo>
                  <a:lnTo>
                    <a:pt x="7268257" y="7223"/>
                  </a:lnTo>
                  <a:lnTo>
                    <a:pt x="7360587" y="5190"/>
                  </a:lnTo>
                  <a:lnTo>
                    <a:pt x="7448417" y="3516"/>
                  </a:lnTo>
                  <a:lnTo>
                    <a:pt x="7527105" y="2205"/>
                  </a:lnTo>
                  <a:lnTo>
                    <a:pt x="7592402" y="1246"/>
                  </a:lnTo>
                  <a:lnTo>
                    <a:pt x="7641427" y="606"/>
                  </a:lnTo>
                  <a:lnTo>
                    <a:pt x="7673448" y="232"/>
                  </a:lnTo>
                  <a:lnTo>
                    <a:pt x="7690212" y="56"/>
                  </a:lnTo>
                  <a:lnTo>
                    <a:pt x="7695801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9" name="pl1759"/>
            <p:cNvSpPr/>
            <p:nvPr/>
          </p:nvSpPr>
          <p:spPr>
            <a:xfrm>
              <a:off x="546595" y="4817524"/>
              <a:ext cx="8234974" cy="582565"/>
            </a:xfrm>
            <a:custGeom>
              <a:avLst/>
              <a:pathLst>
                <a:path w="8234974" h="582565">
                  <a:moveTo>
                    <a:pt x="8234974" y="0"/>
                  </a:moveTo>
                  <a:lnTo>
                    <a:pt x="7696237" y="0"/>
                  </a:lnTo>
                  <a:lnTo>
                    <a:pt x="7694937" y="11"/>
                  </a:lnTo>
                  <a:lnTo>
                    <a:pt x="7686452" y="94"/>
                  </a:lnTo>
                  <a:lnTo>
                    <a:pt x="7665302" y="323"/>
                  </a:lnTo>
                  <a:lnTo>
                    <a:pt x="7628091" y="772"/>
                  </a:lnTo>
                  <a:lnTo>
                    <a:pt x="7573842" y="1507"/>
                  </a:lnTo>
                  <a:lnTo>
                    <a:pt x="7504012" y="2573"/>
                  </a:lnTo>
                  <a:lnTo>
                    <a:pt x="7422004" y="3995"/>
                  </a:lnTo>
                  <a:lnTo>
                    <a:pt x="7332294" y="5781"/>
                  </a:lnTo>
                  <a:lnTo>
                    <a:pt x="7239458" y="7923"/>
                  </a:lnTo>
                  <a:lnTo>
                    <a:pt x="7147428" y="10413"/>
                  </a:lnTo>
                  <a:lnTo>
                    <a:pt x="7059087" y="13250"/>
                  </a:lnTo>
                  <a:lnTo>
                    <a:pt x="6976206" y="16441"/>
                  </a:lnTo>
                  <a:lnTo>
                    <a:pt x="6899585" y="20013"/>
                  </a:lnTo>
                  <a:lnTo>
                    <a:pt x="6829286" y="24007"/>
                  </a:lnTo>
                  <a:lnTo>
                    <a:pt x="6764866" y="28480"/>
                  </a:lnTo>
                  <a:lnTo>
                    <a:pt x="6705574" y="33503"/>
                  </a:lnTo>
                  <a:lnTo>
                    <a:pt x="6650498" y="39156"/>
                  </a:lnTo>
                  <a:lnTo>
                    <a:pt x="6598670" y="45521"/>
                  </a:lnTo>
                  <a:lnTo>
                    <a:pt x="6549160" y="52666"/>
                  </a:lnTo>
                  <a:lnTo>
                    <a:pt x="6515891" y="58075"/>
                  </a:lnTo>
                  <a:lnTo>
                    <a:pt x="6463854" y="67488"/>
                  </a:lnTo>
                  <a:lnTo>
                    <a:pt x="6412316" y="77912"/>
                  </a:lnTo>
                  <a:lnTo>
                    <a:pt x="6360703" y="89360"/>
                  </a:lnTo>
                  <a:lnTo>
                    <a:pt x="6308637" y="101803"/>
                  </a:lnTo>
                  <a:lnTo>
                    <a:pt x="6255905" y="115174"/>
                  </a:lnTo>
                  <a:lnTo>
                    <a:pt x="6202447" y="129356"/>
                  </a:lnTo>
                  <a:lnTo>
                    <a:pt x="6148325" y="144190"/>
                  </a:lnTo>
                  <a:lnTo>
                    <a:pt x="6093706" y="159478"/>
                  </a:lnTo>
                  <a:lnTo>
                    <a:pt x="6038827" y="174995"/>
                  </a:lnTo>
                  <a:lnTo>
                    <a:pt x="5983962" y="190499"/>
                  </a:lnTo>
                  <a:lnTo>
                    <a:pt x="5929383" y="205752"/>
                  </a:lnTo>
                  <a:lnTo>
                    <a:pt x="5875321" y="220529"/>
                  </a:lnTo>
                  <a:lnTo>
                    <a:pt x="5821933" y="234638"/>
                  </a:lnTo>
                  <a:lnTo>
                    <a:pt x="5769273" y="247921"/>
                  </a:lnTo>
                  <a:lnTo>
                    <a:pt x="5717263" y="260268"/>
                  </a:lnTo>
                  <a:lnTo>
                    <a:pt x="5665677" y="271615"/>
                  </a:lnTo>
                  <a:lnTo>
                    <a:pt x="5614119" y="281937"/>
                  </a:lnTo>
                  <a:lnTo>
                    <a:pt x="5567201" y="290375"/>
                  </a:lnTo>
                  <a:lnTo>
                    <a:pt x="5518811" y="298080"/>
                  </a:lnTo>
                  <a:lnTo>
                    <a:pt x="5468678" y="304978"/>
                  </a:lnTo>
                  <a:lnTo>
                    <a:pt x="5415948" y="311114"/>
                  </a:lnTo>
                  <a:lnTo>
                    <a:pt x="5359670" y="316563"/>
                  </a:lnTo>
                  <a:lnTo>
                    <a:pt x="5298884" y="321408"/>
                  </a:lnTo>
                  <a:lnTo>
                    <a:pt x="5232715" y="325726"/>
                  </a:lnTo>
                  <a:lnTo>
                    <a:pt x="5160488" y="329584"/>
                  </a:lnTo>
                  <a:lnTo>
                    <a:pt x="5081894" y="333034"/>
                  </a:lnTo>
                  <a:lnTo>
                    <a:pt x="4997198" y="336114"/>
                  </a:lnTo>
                  <a:lnTo>
                    <a:pt x="4907476" y="338843"/>
                  </a:lnTo>
                  <a:lnTo>
                    <a:pt x="4814836" y="341226"/>
                  </a:lnTo>
                  <a:lnTo>
                    <a:pt x="4722506" y="343259"/>
                  </a:lnTo>
                  <a:lnTo>
                    <a:pt x="4634676" y="344933"/>
                  </a:lnTo>
                  <a:lnTo>
                    <a:pt x="4555988" y="346244"/>
                  </a:lnTo>
                  <a:lnTo>
                    <a:pt x="4490690" y="347203"/>
                  </a:lnTo>
                  <a:lnTo>
                    <a:pt x="4441666" y="347844"/>
                  </a:lnTo>
                  <a:lnTo>
                    <a:pt x="4409645" y="348217"/>
                  </a:lnTo>
                  <a:lnTo>
                    <a:pt x="4392880" y="348393"/>
                  </a:lnTo>
                  <a:lnTo>
                    <a:pt x="4387292" y="348446"/>
                  </a:lnTo>
                  <a:lnTo>
                    <a:pt x="4386855" y="348450"/>
                  </a:lnTo>
                  <a:lnTo>
                    <a:pt x="3848118" y="348450"/>
                  </a:lnTo>
                  <a:lnTo>
                    <a:pt x="3846817" y="348457"/>
                  </a:lnTo>
                  <a:lnTo>
                    <a:pt x="3838324" y="348513"/>
                  </a:lnTo>
                  <a:lnTo>
                    <a:pt x="3817154" y="348667"/>
                  </a:lnTo>
                  <a:lnTo>
                    <a:pt x="3779911" y="348969"/>
                  </a:lnTo>
                  <a:lnTo>
                    <a:pt x="3725620" y="349463"/>
                  </a:lnTo>
                  <a:lnTo>
                    <a:pt x="3655741" y="350180"/>
                  </a:lnTo>
                  <a:lnTo>
                    <a:pt x="3573684" y="351137"/>
                  </a:lnTo>
                  <a:lnTo>
                    <a:pt x="3483931" y="352338"/>
                  </a:lnTo>
                  <a:lnTo>
                    <a:pt x="3391062" y="353778"/>
                  </a:lnTo>
                  <a:lnTo>
                    <a:pt x="3299009" y="355452"/>
                  </a:lnTo>
                  <a:lnTo>
                    <a:pt x="3210655" y="357359"/>
                  </a:lnTo>
                  <a:lnTo>
                    <a:pt x="3127770" y="359506"/>
                  </a:lnTo>
                  <a:lnTo>
                    <a:pt x="3051150" y="361907"/>
                  </a:lnTo>
                  <a:lnTo>
                    <a:pt x="2980855" y="364593"/>
                  </a:lnTo>
                  <a:lnTo>
                    <a:pt x="2916440" y="367601"/>
                  </a:lnTo>
                  <a:lnTo>
                    <a:pt x="2857153" y="370979"/>
                  </a:lnTo>
                  <a:lnTo>
                    <a:pt x="2802078" y="374781"/>
                  </a:lnTo>
                  <a:lnTo>
                    <a:pt x="2750250" y="379061"/>
                  </a:lnTo>
                  <a:lnTo>
                    <a:pt x="2700735" y="383867"/>
                  </a:lnTo>
                  <a:lnTo>
                    <a:pt x="2667772" y="387469"/>
                  </a:lnTo>
                  <a:lnTo>
                    <a:pt x="2615326" y="393847"/>
                  </a:lnTo>
                  <a:lnTo>
                    <a:pt x="2563382" y="400914"/>
                  </a:lnTo>
                  <a:lnTo>
                    <a:pt x="2511355" y="408679"/>
                  </a:lnTo>
                  <a:lnTo>
                    <a:pt x="2458860" y="417124"/>
                  </a:lnTo>
                  <a:lnTo>
                    <a:pt x="2405685" y="426200"/>
                  </a:lnTo>
                  <a:lnTo>
                    <a:pt x="2351772" y="435825"/>
                  </a:lnTo>
                  <a:lnTo>
                    <a:pt x="2297192" y="445890"/>
                  </a:lnTo>
                  <a:lnTo>
                    <a:pt x="2242118" y="456256"/>
                  </a:lnTo>
                  <a:lnTo>
                    <a:pt x="2186798" y="466768"/>
                  </a:lnTo>
                  <a:lnTo>
                    <a:pt x="2131511" y="477261"/>
                  </a:lnTo>
                  <a:lnTo>
                    <a:pt x="2076535" y="487568"/>
                  </a:lnTo>
                  <a:lnTo>
                    <a:pt x="2022102" y="497539"/>
                  </a:lnTo>
                  <a:lnTo>
                    <a:pt x="1968365" y="507042"/>
                  </a:lnTo>
                  <a:lnTo>
                    <a:pt x="1915364" y="515973"/>
                  </a:lnTo>
                  <a:lnTo>
                    <a:pt x="1863006" y="524258"/>
                  </a:lnTo>
                  <a:lnTo>
                    <a:pt x="1811040" y="531857"/>
                  </a:lnTo>
                  <a:lnTo>
                    <a:pt x="1759038" y="538757"/>
                  </a:lnTo>
                  <a:lnTo>
                    <a:pt x="1719082" y="543545"/>
                  </a:lnTo>
                  <a:lnTo>
                    <a:pt x="1670676" y="548724"/>
                  </a:lnTo>
                  <a:lnTo>
                    <a:pt x="1620526" y="553360"/>
                  </a:lnTo>
                  <a:lnTo>
                    <a:pt x="1567775" y="557484"/>
                  </a:lnTo>
                  <a:lnTo>
                    <a:pt x="1511474" y="561146"/>
                  </a:lnTo>
                  <a:lnTo>
                    <a:pt x="1450661" y="564401"/>
                  </a:lnTo>
                  <a:lnTo>
                    <a:pt x="1384458" y="567302"/>
                  </a:lnTo>
                  <a:lnTo>
                    <a:pt x="1312194" y="569895"/>
                  </a:lnTo>
                  <a:lnTo>
                    <a:pt x="1233558" y="572213"/>
                  </a:lnTo>
                  <a:lnTo>
                    <a:pt x="1148818" y="574283"/>
                  </a:lnTo>
                  <a:lnTo>
                    <a:pt x="1059053" y="576116"/>
                  </a:lnTo>
                  <a:lnTo>
                    <a:pt x="966377" y="577717"/>
                  </a:lnTo>
                  <a:lnTo>
                    <a:pt x="874025" y="579082"/>
                  </a:lnTo>
                  <a:lnTo>
                    <a:pt x="786195" y="580206"/>
                  </a:lnTo>
                  <a:lnTo>
                    <a:pt x="707532" y="581086"/>
                  </a:lnTo>
                  <a:lnTo>
                    <a:pt x="642286" y="581730"/>
                  </a:lnTo>
                  <a:lnTo>
                    <a:pt x="593332" y="582159"/>
                  </a:lnTo>
                  <a:lnTo>
                    <a:pt x="561391" y="582409"/>
                  </a:lnTo>
                  <a:lnTo>
                    <a:pt x="544700" y="582527"/>
                  </a:lnTo>
                  <a:lnTo>
                    <a:pt x="539161" y="582562"/>
                  </a:lnTo>
                  <a:lnTo>
                    <a:pt x="538736" y="582565"/>
                  </a:lnTo>
                  <a:lnTo>
                    <a:pt x="0" y="5825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0" name="pg1760"/>
            <p:cNvSpPr/>
            <p:nvPr/>
          </p:nvSpPr>
          <p:spPr>
            <a:xfrm>
              <a:off x="546595" y="592565"/>
              <a:ext cx="8234974" cy="4725855"/>
            </a:xfrm>
            <a:custGeom>
              <a:avLst/>
              <a:pathLst>
                <a:path w="8234974" h="4725855">
                  <a:moveTo>
                    <a:pt x="0" y="4725855"/>
                  </a:moveTo>
                  <a:lnTo>
                    <a:pt x="538736" y="4725855"/>
                  </a:lnTo>
                  <a:lnTo>
                    <a:pt x="539606" y="4725751"/>
                  </a:lnTo>
                  <a:lnTo>
                    <a:pt x="545335" y="4725010"/>
                  </a:lnTo>
                  <a:lnTo>
                    <a:pt x="559806" y="4722961"/>
                  </a:lnTo>
                  <a:lnTo>
                    <a:pt x="585751" y="4718926"/>
                  </a:lnTo>
                  <a:lnTo>
                    <a:pt x="624557" y="4712273"/>
                  </a:lnTo>
                  <a:lnTo>
                    <a:pt x="676166" y="4702481"/>
                  </a:lnTo>
                  <a:lnTo>
                    <a:pt x="739165" y="4689184"/>
                  </a:lnTo>
                  <a:lnTo>
                    <a:pt x="811108" y="4672190"/>
                  </a:lnTo>
                  <a:lnTo>
                    <a:pt x="888991" y="4651454"/>
                  </a:lnTo>
                  <a:lnTo>
                    <a:pt x="969742" y="4627027"/>
                  </a:lnTo>
                  <a:lnTo>
                    <a:pt x="1050621" y="4598990"/>
                  </a:lnTo>
                  <a:lnTo>
                    <a:pt x="1129459" y="4567394"/>
                  </a:lnTo>
                  <a:lnTo>
                    <a:pt x="1204742" y="4532207"/>
                  </a:lnTo>
                  <a:lnTo>
                    <a:pt x="1275575" y="4493290"/>
                  </a:lnTo>
                  <a:lnTo>
                    <a:pt x="1341584" y="4450378"/>
                  </a:lnTo>
                  <a:lnTo>
                    <a:pt x="1402790" y="4403077"/>
                  </a:lnTo>
                  <a:lnTo>
                    <a:pt x="1459499" y="4350869"/>
                  </a:lnTo>
                  <a:lnTo>
                    <a:pt x="1512193" y="4293130"/>
                  </a:lnTo>
                  <a:lnTo>
                    <a:pt x="1561464" y="4229148"/>
                  </a:lnTo>
                  <a:lnTo>
                    <a:pt x="1607949" y="4158182"/>
                  </a:lnTo>
                  <a:lnTo>
                    <a:pt x="1652286" y="4079530"/>
                  </a:lnTo>
                  <a:lnTo>
                    <a:pt x="1695070" y="3992666"/>
                  </a:lnTo>
                  <a:lnTo>
                    <a:pt x="1719082" y="3939120"/>
                  </a:lnTo>
                  <a:lnTo>
                    <a:pt x="1747554" y="3871270"/>
                  </a:lnTo>
                  <a:lnTo>
                    <a:pt x="1775781" y="3799415"/>
                  </a:lnTo>
                  <a:lnTo>
                    <a:pt x="1803882" y="3723475"/>
                  </a:lnTo>
                  <a:lnTo>
                    <a:pt x="1831954" y="3643410"/>
                  </a:lnTo>
                  <a:lnTo>
                    <a:pt x="1860076" y="3559224"/>
                  </a:lnTo>
                  <a:lnTo>
                    <a:pt x="1888311" y="3470970"/>
                  </a:lnTo>
                  <a:lnTo>
                    <a:pt x="1916704" y="3378751"/>
                  </a:lnTo>
                  <a:lnTo>
                    <a:pt x="1945290" y="3282724"/>
                  </a:lnTo>
                  <a:lnTo>
                    <a:pt x="1974087" y="3183101"/>
                  </a:lnTo>
                  <a:lnTo>
                    <a:pt x="2003102" y="3080150"/>
                  </a:lnTo>
                  <a:lnTo>
                    <a:pt x="2032332" y="2974192"/>
                  </a:lnTo>
                  <a:lnTo>
                    <a:pt x="2061760" y="2865598"/>
                  </a:lnTo>
                  <a:lnTo>
                    <a:pt x="2091363" y="2754786"/>
                  </a:lnTo>
                  <a:lnTo>
                    <a:pt x="2121110" y="2642214"/>
                  </a:lnTo>
                  <a:lnTo>
                    <a:pt x="2150962" y="2528374"/>
                  </a:lnTo>
                  <a:lnTo>
                    <a:pt x="2180879" y="2413781"/>
                  </a:lnTo>
                  <a:lnTo>
                    <a:pt x="2210815" y="2298963"/>
                  </a:lnTo>
                  <a:lnTo>
                    <a:pt x="2240724" y="2184456"/>
                  </a:lnTo>
                  <a:lnTo>
                    <a:pt x="2270562" y="2070787"/>
                  </a:lnTo>
                  <a:lnTo>
                    <a:pt x="2300288" y="1958467"/>
                  </a:lnTo>
                  <a:lnTo>
                    <a:pt x="2329865" y="1847984"/>
                  </a:lnTo>
                  <a:lnTo>
                    <a:pt x="2359262" y="1739788"/>
                  </a:lnTo>
                  <a:lnTo>
                    <a:pt x="2388458" y="1634292"/>
                  </a:lnTo>
                  <a:lnTo>
                    <a:pt x="2417438" y="1531859"/>
                  </a:lnTo>
                  <a:lnTo>
                    <a:pt x="2446200" y="1432801"/>
                  </a:lnTo>
                  <a:lnTo>
                    <a:pt x="2474753" y="1337377"/>
                  </a:lnTo>
                  <a:lnTo>
                    <a:pt x="2503118" y="1245790"/>
                  </a:lnTo>
                  <a:lnTo>
                    <a:pt x="2531331" y="1158188"/>
                  </a:lnTo>
                  <a:lnTo>
                    <a:pt x="2559440" y="1074666"/>
                  </a:lnTo>
                  <a:lnTo>
                    <a:pt x="2587511" y="995269"/>
                  </a:lnTo>
                  <a:lnTo>
                    <a:pt x="2615626" y="919993"/>
                  </a:lnTo>
                  <a:lnTo>
                    <a:pt x="2643884" y="848792"/>
                  </a:lnTo>
                  <a:lnTo>
                    <a:pt x="2667772" y="792179"/>
                  </a:lnTo>
                  <a:lnTo>
                    <a:pt x="2709903" y="700508"/>
                  </a:lnTo>
                  <a:lnTo>
                    <a:pt x="2753282" y="617197"/>
                  </a:lnTo>
                  <a:lnTo>
                    <a:pt x="2798460" y="541906"/>
                  </a:lnTo>
                  <a:lnTo>
                    <a:pt x="2846056" y="474014"/>
                  </a:lnTo>
                  <a:lnTo>
                    <a:pt x="2896712" y="412788"/>
                  </a:lnTo>
                  <a:lnTo>
                    <a:pt x="2951053" y="357494"/>
                  </a:lnTo>
                  <a:lnTo>
                    <a:pt x="3009632" y="307453"/>
                  </a:lnTo>
                  <a:lnTo>
                    <a:pt x="3072866" y="262083"/>
                  </a:lnTo>
                  <a:lnTo>
                    <a:pt x="3140953" y="220918"/>
                  </a:lnTo>
                  <a:lnTo>
                    <a:pt x="3213760" y="183619"/>
                  </a:lnTo>
                  <a:lnTo>
                    <a:pt x="3290705" y="149975"/>
                  </a:lnTo>
                  <a:lnTo>
                    <a:pt x="3370638" y="119897"/>
                  </a:lnTo>
                  <a:lnTo>
                    <a:pt x="3451764" y="93394"/>
                  </a:lnTo>
                  <a:lnTo>
                    <a:pt x="3531652" y="70533"/>
                  </a:lnTo>
                  <a:lnTo>
                    <a:pt x="3607381" y="51393"/>
                  </a:lnTo>
                  <a:lnTo>
                    <a:pt x="3675851" y="35991"/>
                  </a:lnTo>
                  <a:lnTo>
                    <a:pt x="3734234" y="24225"/>
                  </a:lnTo>
                  <a:lnTo>
                    <a:pt x="3780474" y="15828"/>
                  </a:lnTo>
                  <a:lnTo>
                    <a:pt x="3813710" y="10365"/>
                  </a:lnTo>
                  <a:lnTo>
                    <a:pt x="3834502" y="7259"/>
                  </a:lnTo>
                  <a:lnTo>
                    <a:pt x="3844834" y="5852"/>
                  </a:lnTo>
                  <a:lnTo>
                    <a:pt x="3847951" y="546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5" y="5515"/>
                  </a:lnTo>
                  <a:lnTo>
                    <a:pt x="4395973" y="6023"/>
                  </a:lnTo>
                  <a:lnTo>
                    <a:pt x="4415740" y="7429"/>
                  </a:lnTo>
                  <a:lnTo>
                    <a:pt x="4450646" y="10188"/>
                  </a:lnTo>
                  <a:lnTo>
                    <a:pt x="4501799" y="14706"/>
                  </a:lnTo>
                  <a:lnTo>
                    <a:pt x="4568076" y="21282"/>
                  </a:lnTo>
                  <a:lnTo>
                    <a:pt x="4646508" y="30090"/>
                  </a:lnTo>
                  <a:lnTo>
                    <a:pt x="4733029" y="41182"/>
                  </a:lnTo>
                  <a:lnTo>
                    <a:pt x="4823338" y="54529"/>
                  </a:lnTo>
                  <a:lnTo>
                    <a:pt x="4913615" y="70076"/>
                  </a:lnTo>
                  <a:lnTo>
                    <a:pt x="5000941" y="87798"/>
                  </a:lnTo>
                  <a:lnTo>
                    <a:pt x="5083416" y="107731"/>
                  </a:lnTo>
                  <a:lnTo>
                    <a:pt x="5160065" y="130002"/>
                  </a:lnTo>
                  <a:lnTo>
                    <a:pt x="5230650" y="154833"/>
                  </a:lnTo>
                  <a:lnTo>
                    <a:pt x="5295452" y="182547"/>
                  </a:lnTo>
                  <a:lnTo>
                    <a:pt x="5355086" y="213549"/>
                  </a:lnTo>
                  <a:lnTo>
                    <a:pt x="5410359" y="248316"/>
                  </a:lnTo>
                  <a:lnTo>
                    <a:pt x="5462158" y="287355"/>
                  </a:lnTo>
                  <a:lnTo>
                    <a:pt x="5511374" y="331135"/>
                  </a:lnTo>
                  <a:lnTo>
                    <a:pt x="5558817" y="379973"/>
                  </a:lnTo>
                  <a:lnTo>
                    <a:pt x="5567201" y="389284"/>
                  </a:lnTo>
                  <a:lnTo>
                    <a:pt x="5605559" y="434415"/>
                  </a:lnTo>
                  <a:lnTo>
                    <a:pt x="5643550" y="483131"/>
                  </a:lnTo>
                  <a:lnTo>
                    <a:pt x="5681435" y="535503"/>
                  </a:lnTo>
                  <a:lnTo>
                    <a:pt x="5719416" y="591533"/>
                  </a:lnTo>
                  <a:lnTo>
                    <a:pt x="5757637" y="651142"/>
                  </a:lnTo>
                  <a:lnTo>
                    <a:pt x="5796193" y="714172"/>
                  </a:lnTo>
                  <a:lnTo>
                    <a:pt x="5835134" y="780372"/>
                  </a:lnTo>
                  <a:lnTo>
                    <a:pt x="5874471" y="849405"/>
                  </a:lnTo>
                  <a:lnTo>
                    <a:pt x="5914176" y="920848"/>
                  </a:lnTo>
                  <a:lnTo>
                    <a:pt x="5954191" y="994202"/>
                  </a:lnTo>
                  <a:lnTo>
                    <a:pt x="5994434" y="1068904"/>
                  </a:lnTo>
                  <a:lnTo>
                    <a:pt x="6034805" y="1144347"/>
                  </a:lnTo>
                  <a:lnTo>
                    <a:pt x="6075195" y="1219897"/>
                  </a:lnTo>
                  <a:lnTo>
                    <a:pt x="6115493" y="1294917"/>
                  </a:lnTo>
                  <a:lnTo>
                    <a:pt x="6155594" y="1368786"/>
                  </a:lnTo>
                  <a:lnTo>
                    <a:pt x="6195410" y="1440925"/>
                  </a:lnTo>
                  <a:lnTo>
                    <a:pt x="6234875" y="1510813"/>
                  </a:lnTo>
                  <a:lnTo>
                    <a:pt x="6273949" y="1578000"/>
                  </a:lnTo>
                  <a:lnTo>
                    <a:pt x="6312630" y="1642120"/>
                  </a:lnTo>
                  <a:lnTo>
                    <a:pt x="6350954" y="1702893"/>
                  </a:lnTo>
                  <a:lnTo>
                    <a:pt x="6389002" y="1760130"/>
                  </a:lnTo>
                  <a:lnTo>
                    <a:pt x="6426899" y="1813726"/>
                  </a:lnTo>
                  <a:lnTo>
                    <a:pt x="6464829" y="1863657"/>
                  </a:lnTo>
                  <a:lnTo>
                    <a:pt x="6503031" y="1909973"/>
                  </a:lnTo>
                  <a:lnTo>
                    <a:pt x="6515891" y="1924642"/>
                  </a:lnTo>
                  <a:lnTo>
                    <a:pt x="6563091" y="1974400"/>
                  </a:lnTo>
                  <a:lnTo>
                    <a:pt x="6611932" y="2019072"/>
                  </a:lnTo>
                  <a:lnTo>
                    <a:pt x="6663203" y="2058929"/>
                  </a:lnTo>
                  <a:lnTo>
                    <a:pt x="6717786" y="2094426"/>
                  </a:lnTo>
                  <a:lnTo>
                    <a:pt x="6776574" y="2126068"/>
                  </a:lnTo>
                  <a:lnTo>
                    <a:pt x="6840395" y="2154340"/>
                  </a:lnTo>
                  <a:lnTo>
                    <a:pt x="6909909" y="2179663"/>
                  </a:lnTo>
                  <a:lnTo>
                    <a:pt x="6985470" y="2202374"/>
                  </a:lnTo>
                  <a:lnTo>
                    <a:pt x="7066946" y="2222714"/>
                  </a:lnTo>
                  <a:lnTo>
                    <a:pt x="7153512" y="2240828"/>
                  </a:lnTo>
                  <a:lnTo>
                    <a:pt x="7243445" y="2256766"/>
                  </a:lnTo>
                  <a:lnTo>
                    <a:pt x="7334007" y="2270512"/>
                  </a:lnTo>
                  <a:lnTo>
                    <a:pt x="7421519" y="2282012"/>
                  </a:lnTo>
                  <a:lnTo>
                    <a:pt x="7501721" y="2291230"/>
                  </a:lnTo>
                  <a:lnTo>
                    <a:pt x="7570442" y="2298198"/>
                  </a:lnTo>
                  <a:lnTo>
                    <a:pt x="7624454" y="2303067"/>
                  </a:lnTo>
                  <a:lnTo>
                    <a:pt x="7662263" y="2306114"/>
                  </a:lnTo>
                  <a:lnTo>
                    <a:pt x="7684565" y="2307730"/>
                  </a:lnTo>
                  <a:lnTo>
                    <a:pt x="7694273" y="2308365"/>
                  </a:lnTo>
                  <a:lnTo>
                    <a:pt x="7696237" y="2308482"/>
                  </a:lnTo>
                  <a:lnTo>
                    <a:pt x="8234974" y="2308482"/>
                  </a:lnTo>
                  <a:lnTo>
                    <a:pt x="8234974" y="2303037"/>
                  </a:ln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8" y="104"/>
                  </a:lnTo>
                  <a:lnTo>
                    <a:pt x="3841520" y="845"/>
                  </a:lnTo>
                  <a:lnTo>
                    <a:pt x="3827048" y="2894"/>
                  </a:lnTo>
                  <a:lnTo>
                    <a:pt x="3801104" y="6929"/>
                  </a:lnTo>
                  <a:lnTo>
                    <a:pt x="3762297" y="13581"/>
                  </a:lnTo>
                  <a:lnTo>
                    <a:pt x="3710688" y="23374"/>
                  </a:lnTo>
                  <a:lnTo>
                    <a:pt x="3647690" y="36671"/>
                  </a:lnTo>
                  <a:lnTo>
                    <a:pt x="3575746" y="53665"/>
                  </a:lnTo>
                  <a:lnTo>
                    <a:pt x="3497863" y="74401"/>
                  </a:lnTo>
                  <a:lnTo>
                    <a:pt x="3417112" y="98828"/>
                  </a:lnTo>
                  <a:lnTo>
                    <a:pt x="3336233" y="126864"/>
                  </a:lnTo>
                  <a:lnTo>
                    <a:pt x="3257395" y="158461"/>
                  </a:lnTo>
                  <a:lnTo>
                    <a:pt x="3182112" y="193648"/>
                  </a:lnTo>
                  <a:lnTo>
                    <a:pt x="3111279" y="232565"/>
                  </a:lnTo>
                  <a:lnTo>
                    <a:pt x="3045271" y="275477"/>
                  </a:lnTo>
                  <a:lnTo>
                    <a:pt x="2984064" y="322778"/>
                  </a:lnTo>
                  <a:lnTo>
                    <a:pt x="2927356" y="374985"/>
                  </a:lnTo>
                  <a:lnTo>
                    <a:pt x="2874662" y="432725"/>
                  </a:lnTo>
                  <a:lnTo>
                    <a:pt x="2825391" y="496706"/>
                  </a:lnTo>
                  <a:lnTo>
                    <a:pt x="2778906" y="567672"/>
                  </a:lnTo>
                  <a:lnTo>
                    <a:pt x="2734569" y="646324"/>
                  </a:lnTo>
                  <a:lnTo>
                    <a:pt x="2691784" y="733189"/>
                  </a:lnTo>
                  <a:lnTo>
                    <a:pt x="2667772" y="786735"/>
                  </a:lnTo>
                  <a:lnTo>
                    <a:pt x="2639301" y="854585"/>
                  </a:lnTo>
                  <a:lnTo>
                    <a:pt x="2611073" y="926440"/>
                  </a:lnTo>
                  <a:lnTo>
                    <a:pt x="2582972" y="1002380"/>
                  </a:lnTo>
                  <a:lnTo>
                    <a:pt x="2554900" y="1082445"/>
                  </a:lnTo>
                  <a:lnTo>
                    <a:pt x="2526778" y="1166631"/>
                  </a:lnTo>
                  <a:lnTo>
                    <a:pt x="2498544" y="1254885"/>
                  </a:lnTo>
                  <a:lnTo>
                    <a:pt x="2470150" y="1347104"/>
                  </a:lnTo>
                  <a:lnTo>
                    <a:pt x="2441565" y="1443131"/>
                  </a:lnTo>
                  <a:lnTo>
                    <a:pt x="2412768" y="1542753"/>
                  </a:lnTo>
                  <a:lnTo>
                    <a:pt x="2383752" y="1645704"/>
                  </a:lnTo>
                  <a:lnTo>
                    <a:pt x="2354523" y="1751663"/>
                  </a:lnTo>
                  <a:lnTo>
                    <a:pt x="2325095" y="1860257"/>
                  </a:lnTo>
                  <a:lnTo>
                    <a:pt x="2295492" y="1971069"/>
                  </a:lnTo>
                  <a:lnTo>
                    <a:pt x="2265745" y="2083641"/>
                  </a:lnTo>
                  <a:lnTo>
                    <a:pt x="2235892" y="2197481"/>
                  </a:lnTo>
                  <a:lnTo>
                    <a:pt x="2205976" y="2312074"/>
                  </a:lnTo>
                  <a:lnTo>
                    <a:pt x="2176040" y="2426891"/>
                  </a:lnTo>
                  <a:lnTo>
                    <a:pt x="2146131" y="2541399"/>
                  </a:lnTo>
                  <a:lnTo>
                    <a:pt x="2116293" y="2655068"/>
                  </a:lnTo>
                  <a:lnTo>
                    <a:pt x="2086566" y="2767387"/>
                  </a:lnTo>
                  <a:lnTo>
                    <a:pt x="2056990" y="2877871"/>
                  </a:lnTo>
                  <a:lnTo>
                    <a:pt x="2027592" y="2986066"/>
                  </a:lnTo>
                  <a:lnTo>
                    <a:pt x="1998397" y="3091562"/>
                  </a:lnTo>
                  <a:lnTo>
                    <a:pt x="1969417" y="3193996"/>
                  </a:lnTo>
                  <a:lnTo>
                    <a:pt x="1940655" y="3293054"/>
                  </a:lnTo>
                  <a:lnTo>
                    <a:pt x="1912102" y="3388478"/>
                  </a:lnTo>
                  <a:lnTo>
                    <a:pt x="1883736" y="3480065"/>
                  </a:lnTo>
                  <a:lnTo>
                    <a:pt x="1855524" y="3567667"/>
                  </a:lnTo>
                  <a:lnTo>
                    <a:pt x="1827414" y="3651189"/>
                  </a:lnTo>
                  <a:lnTo>
                    <a:pt x="1799344" y="3730586"/>
                  </a:lnTo>
                  <a:lnTo>
                    <a:pt x="1771229" y="3805862"/>
                  </a:lnTo>
                  <a:lnTo>
                    <a:pt x="1742971" y="3877063"/>
                  </a:lnTo>
                  <a:lnTo>
                    <a:pt x="1719082" y="3933675"/>
                  </a:lnTo>
                  <a:lnTo>
                    <a:pt x="1676952" y="4025346"/>
                  </a:lnTo>
                  <a:lnTo>
                    <a:pt x="1633573" y="4108657"/>
                  </a:lnTo>
                  <a:lnTo>
                    <a:pt x="1588395" y="4183949"/>
                  </a:lnTo>
                  <a:lnTo>
                    <a:pt x="1540799" y="4251841"/>
                  </a:lnTo>
                  <a:lnTo>
                    <a:pt x="1490142" y="4313066"/>
                  </a:lnTo>
                  <a:lnTo>
                    <a:pt x="1435801" y="4368360"/>
                  </a:lnTo>
                  <a:lnTo>
                    <a:pt x="1377223" y="4418402"/>
                  </a:lnTo>
                  <a:lnTo>
                    <a:pt x="1313988" y="4463772"/>
                  </a:lnTo>
                  <a:lnTo>
                    <a:pt x="1245902" y="4504937"/>
                  </a:lnTo>
                  <a:lnTo>
                    <a:pt x="1173095" y="4542236"/>
                  </a:lnTo>
                  <a:lnTo>
                    <a:pt x="1096150" y="4575879"/>
                  </a:lnTo>
                  <a:lnTo>
                    <a:pt x="1016217" y="4605957"/>
                  </a:lnTo>
                  <a:lnTo>
                    <a:pt x="935090" y="4632461"/>
                  </a:lnTo>
                  <a:lnTo>
                    <a:pt x="855202" y="4655321"/>
                  </a:lnTo>
                  <a:lnTo>
                    <a:pt x="779473" y="4674461"/>
                  </a:lnTo>
                  <a:lnTo>
                    <a:pt x="711004" y="4689863"/>
                  </a:lnTo>
                  <a:lnTo>
                    <a:pt x="652621" y="4701630"/>
                  </a:lnTo>
                  <a:lnTo>
                    <a:pt x="606380" y="4710027"/>
                  </a:lnTo>
                  <a:lnTo>
                    <a:pt x="573145" y="4715490"/>
                  </a:lnTo>
                  <a:lnTo>
                    <a:pt x="552352" y="4718595"/>
                  </a:lnTo>
                  <a:lnTo>
                    <a:pt x="542020" y="4720002"/>
                  </a:lnTo>
                  <a:lnTo>
                    <a:pt x="538904" y="4720391"/>
                  </a:lnTo>
                  <a:lnTo>
                    <a:pt x="538736" y="4720411"/>
                  </a:lnTo>
                  <a:lnTo>
                    <a:pt x="0" y="4720411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61" name="pl1761"/>
            <p:cNvSpPr/>
            <p:nvPr/>
          </p:nvSpPr>
          <p:spPr>
            <a:xfrm>
              <a:off x="546595" y="598010"/>
              <a:ext cx="8234974" cy="4720411"/>
            </a:xfrm>
            <a:custGeom>
              <a:avLst/>
              <a:pathLst>
                <a:path w="8234974" h="4720411">
                  <a:moveTo>
                    <a:pt x="0" y="4720411"/>
                  </a:moveTo>
                  <a:lnTo>
                    <a:pt x="538736" y="4720411"/>
                  </a:lnTo>
                  <a:lnTo>
                    <a:pt x="539606" y="4720307"/>
                  </a:lnTo>
                  <a:lnTo>
                    <a:pt x="545335" y="4719565"/>
                  </a:lnTo>
                  <a:lnTo>
                    <a:pt x="559806" y="4717516"/>
                  </a:lnTo>
                  <a:lnTo>
                    <a:pt x="585751" y="4713481"/>
                  </a:lnTo>
                  <a:lnTo>
                    <a:pt x="624557" y="4706829"/>
                  </a:lnTo>
                  <a:lnTo>
                    <a:pt x="676166" y="4697036"/>
                  </a:lnTo>
                  <a:lnTo>
                    <a:pt x="739165" y="4683739"/>
                  </a:lnTo>
                  <a:lnTo>
                    <a:pt x="811108" y="4666745"/>
                  </a:lnTo>
                  <a:lnTo>
                    <a:pt x="888991" y="4646009"/>
                  </a:lnTo>
                  <a:lnTo>
                    <a:pt x="969742" y="4621582"/>
                  </a:lnTo>
                  <a:lnTo>
                    <a:pt x="1050621" y="4593546"/>
                  </a:lnTo>
                  <a:lnTo>
                    <a:pt x="1129459" y="4561949"/>
                  </a:lnTo>
                  <a:lnTo>
                    <a:pt x="1204742" y="4526762"/>
                  </a:lnTo>
                  <a:lnTo>
                    <a:pt x="1275575" y="4487845"/>
                  </a:lnTo>
                  <a:lnTo>
                    <a:pt x="1341584" y="4444933"/>
                  </a:lnTo>
                  <a:lnTo>
                    <a:pt x="1402790" y="4397632"/>
                  </a:lnTo>
                  <a:lnTo>
                    <a:pt x="1459499" y="4345425"/>
                  </a:lnTo>
                  <a:lnTo>
                    <a:pt x="1512193" y="4287685"/>
                  </a:lnTo>
                  <a:lnTo>
                    <a:pt x="1561464" y="4223704"/>
                  </a:lnTo>
                  <a:lnTo>
                    <a:pt x="1607949" y="4152738"/>
                  </a:lnTo>
                  <a:lnTo>
                    <a:pt x="1652286" y="4074086"/>
                  </a:lnTo>
                  <a:lnTo>
                    <a:pt x="1695070" y="3987221"/>
                  </a:lnTo>
                  <a:lnTo>
                    <a:pt x="1719082" y="3933675"/>
                  </a:lnTo>
                  <a:lnTo>
                    <a:pt x="1747554" y="3865825"/>
                  </a:lnTo>
                  <a:lnTo>
                    <a:pt x="1775781" y="3793970"/>
                  </a:lnTo>
                  <a:lnTo>
                    <a:pt x="1803882" y="3718030"/>
                  </a:lnTo>
                  <a:lnTo>
                    <a:pt x="1831954" y="3637965"/>
                  </a:lnTo>
                  <a:lnTo>
                    <a:pt x="1860076" y="3553779"/>
                  </a:lnTo>
                  <a:lnTo>
                    <a:pt x="1888311" y="3465525"/>
                  </a:lnTo>
                  <a:lnTo>
                    <a:pt x="1916704" y="3373306"/>
                  </a:lnTo>
                  <a:lnTo>
                    <a:pt x="1945290" y="3277279"/>
                  </a:lnTo>
                  <a:lnTo>
                    <a:pt x="1974087" y="3177657"/>
                  </a:lnTo>
                  <a:lnTo>
                    <a:pt x="2003102" y="3074706"/>
                  </a:lnTo>
                  <a:lnTo>
                    <a:pt x="2032332" y="2968747"/>
                  </a:lnTo>
                  <a:lnTo>
                    <a:pt x="2061760" y="2860153"/>
                  </a:lnTo>
                  <a:lnTo>
                    <a:pt x="2091363" y="2749341"/>
                  </a:lnTo>
                  <a:lnTo>
                    <a:pt x="2121110" y="2636770"/>
                  </a:lnTo>
                  <a:lnTo>
                    <a:pt x="2150962" y="2522930"/>
                  </a:lnTo>
                  <a:lnTo>
                    <a:pt x="2180879" y="2408336"/>
                  </a:lnTo>
                  <a:lnTo>
                    <a:pt x="2210815" y="2293519"/>
                  </a:lnTo>
                  <a:lnTo>
                    <a:pt x="2240724" y="2179012"/>
                  </a:lnTo>
                  <a:lnTo>
                    <a:pt x="2270562" y="2065342"/>
                  </a:lnTo>
                  <a:lnTo>
                    <a:pt x="2300288" y="1953023"/>
                  </a:lnTo>
                  <a:lnTo>
                    <a:pt x="2329865" y="1842539"/>
                  </a:lnTo>
                  <a:lnTo>
                    <a:pt x="2359262" y="1734344"/>
                  </a:lnTo>
                  <a:lnTo>
                    <a:pt x="2388458" y="1628848"/>
                  </a:lnTo>
                  <a:lnTo>
                    <a:pt x="2417438" y="1526414"/>
                  </a:lnTo>
                  <a:lnTo>
                    <a:pt x="2446200" y="1427357"/>
                  </a:lnTo>
                  <a:lnTo>
                    <a:pt x="2474753" y="1331932"/>
                  </a:lnTo>
                  <a:lnTo>
                    <a:pt x="2503118" y="1240345"/>
                  </a:lnTo>
                  <a:lnTo>
                    <a:pt x="2531331" y="1152743"/>
                  </a:lnTo>
                  <a:lnTo>
                    <a:pt x="2559440" y="1069221"/>
                  </a:lnTo>
                  <a:lnTo>
                    <a:pt x="2587511" y="989824"/>
                  </a:lnTo>
                  <a:lnTo>
                    <a:pt x="2615626" y="914548"/>
                  </a:lnTo>
                  <a:lnTo>
                    <a:pt x="2643884" y="843347"/>
                  </a:lnTo>
                  <a:lnTo>
                    <a:pt x="2667772" y="786735"/>
                  </a:lnTo>
                  <a:lnTo>
                    <a:pt x="2709903" y="695064"/>
                  </a:lnTo>
                  <a:lnTo>
                    <a:pt x="2753282" y="611753"/>
                  </a:lnTo>
                  <a:lnTo>
                    <a:pt x="2798460" y="536462"/>
                  </a:lnTo>
                  <a:lnTo>
                    <a:pt x="2846056" y="468569"/>
                  </a:lnTo>
                  <a:lnTo>
                    <a:pt x="2896712" y="407344"/>
                  </a:lnTo>
                  <a:lnTo>
                    <a:pt x="2951053" y="352050"/>
                  </a:lnTo>
                  <a:lnTo>
                    <a:pt x="3009632" y="302009"/>
                  </a:lnTo>
                  <a:lnTo>
                    <a:pt x="3072866" y="256638"/>
                  </a:lnTo>
                  <a:lnTo>
                    <a:pt x="3140953" y="215473"/>
                  </a:lnTo>
                  <a:lnTo>
                    <a:pt x="3213760" y="178174"/>
                  </a:lnTo>
                  <a:lnTo>
                    <a:pt x="3290705" y="144531"/>
                  </a:lnTo>
                  <a:lnTo>
                    <a:pt x="3370638" y="114453"/>
                  </a:lnTo>
                  <a:lnTo>
                    <a:pt x="3451764" y="87949"/>
                  </a:lnTo>
                  <a:lnTo>
                    <a:pt x="3531652" y="65089"/>
                  </a:lnTo>
                  <a:lnTo>
                    <a:pt x="3607381" y="45949"/>
                  </a:lnTo>
                  <a:lnTo>
                    <a:pt x="3675851" y="30547"/>
                  </a:lnTo>
                  <a:lnTo>
                    <a:pt x="3734234" y="18780"/>
                  </a:lnTo>
                  <a:lnTo>
                    <a:pt x="3780474" y="10383"/>
                  </a:lnTo>
                  <a:lnTo>
                    <a:pt x="3813710" y="4920"/>
                  </a:lnTo>
                  <a:lnTo>
                    <a:pt x="3834502" y="1815"/>
                  </a:lnTo>
                  <a:lnTo>
                    <a:pt x="3844834" y="408"/>
                  </a:lnTo>
                  <a:lnTo>
                    <a:pt x="3847951" y="1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5" y="71"/>
                  </a:lnTo>
                  <a:lnTo>
                    <a:pt x="4395973" y="579"/>
                  </a:lnTo>
                  <a:lnTo>
                    <a:pt x="4415740" y="1984"/>
                  </a:lnTo>
                  <a:lnTo>
                    <a:pt x="4450646" y="4744"/>
                  </a:lnTo>
                  <a:lnTo>
                    <a:pt x="4501799" y="9261"/>
                  </a:lnTo>
                  <a:lnTo>
                    <a:pt x="4568076" y="15838"/>
                  </a:lnTo>
                  <a:lnTo>
                    <a:pt x="4646508" y="24646"/>
                  </a:lnTo>
                  <a:lnTo>
                    <a:pt x="4733029" y="35737"/>
                  </a:lnTo>
                  <a:lnTo>
                    <a:pt x="4823338" y="49084"/>
                  </a:lnTo>
                  <a:lnTo>
                    <a:pt x="4913615" y="64632"/>
                  </a:lnTo>
                  <a:lnTo>
                    <a:pt x="5000941" y="82353"/>
                  </a:lnTo>
                  <a:lnTo>
                    <a:pt x="5083416" y="102286"/>
                  </a:lnTo>
                  <a:lnTo>
                    <a:pt x="5160065" y="124557"/>
                  </a:lnTo>
                  <a:lnTo>
                    <a:pt x="5230650" y="149389"/>
                  </a:lnTo>
                  <a:lnTo>
                    <a:pt x="5295452" y="177102"/>
                  </a:lnTo>
                  <a:lnTo>
                    <a:pt x="5355086" y="208105"/>
                  </a:lnTo>
                  <a:lnTo>
                    <a:pt x="5410359" y="242872"/>
                  </a:lnTo>
                  <a:lnTo>
                    <a:pt x="5462158" y="281910"/>
                  </a:lnTo>
                  <a:lnTo>
                    <a:pt x="5511374" y="325690"/>
                  </a:lnTo>
                  <a:lnTo>
                    <a:pt x="5558817" y="374529"/>
                  </a:lnTo>
                  <a:lnTo>
                    <a:pt x="5567201" y="383839"/>
                  </a:lnTo>
                  <a:lnTo>
                    <a:pt x="5605559" y="428971"/>
                  </a:lnTo>
                  <a:lnTo>
                    <a:pt x="5643550" y="477687"/>
                  </a:lnTo>
                  <a:lnTo>
                    <a:pt x="5681435" y="530059"/>
                  </a:lnTo>
                  <a:lnTo>
                    <a:pt x="5719416" y="586088"/>
                  </a:lnTo>
                  <a:lnTo>
                    <a:pt x="5757637" y="645698"/>
                  </a:lnTo>
                  <a:lnTo>
                    <a:pt x="5796193" y="708727"/>
                  </a:lnTo>
                  <a:lnTo>
                    <a:pt x="5835134" y="774928"/>
                  </a:lnTo>
                  <a:lnTo>
                    <a:pt x="5874471" y="843961"/>
                  </a:lnTo>
                  <a:lnTo>
                    <a:pt x="5914176" y="915403"/>
                  </a:lnTo>
                  <a:lnTo>
                    <a:pt x="5954191" y="988757"/>
                  </a:lnTo>
                  <a:lnTo>
                    <a:pt x="5994434" y="1063460"/>
                  </a:lnTo>
                  <a:lnTo>
                    <a:pt x="6034805" y="1138903"/>
                  </a:lnTo>
                  <a:lnTo>
                    <a:pt x="6075195" y="1214453"/>
                  </a:lnTo>
                  <a:lnTo>
                    <a:pt x="6115493" y="1289472"/>
                  </a:lnTo>
                  <a:lnTo>
                    <a:pt x="6155594" y="1363341"/>
                  </a:lnTo>
                  <a:lnTo>
                    <a:pt x="6195410" y="1435480"/>
                  </a:lnTo>
                  <a:lnTo>
                    <a:pt x="6234875" y="1505368"/>
                  </a:lnTo>
                  <a:lnTo>
                    <a:pt x="6273949" y="1572556"/>
                  </a:lnTo>
                  <a:lnTo>
                    <a:pt x="6312630" y="1636676"/>
                  </a:lnTo>
                  <a:lnTo>
                    <a:pt x="6350954" y="1697449"/>
                  </a:lnTo>
                  <a:lnTo>
                    <a:pt x="6389002" y="1754685"/>
                  </a:lnTo>
                  <a:lnTo>
                    <a:pt x="6426899" y="1808281"/>
                  </a:lnTo>
                  <a:lnTo>
                    <a:pt x="6464829" y="1858213"/>
                  </a:lnTo>
                  <a:lnTo>
                    <a:pt x="6503031" y="1904529"/>
                  </a:lnTo>
                  <a:lnTo>
                    <a:pt x="6515891" y="1919198"/>
                  </a:lnTo>
                  <a:lnTo>
                    <a:pt x="6563091" y="1968956"/>
                  </a:lnTo>
                  <a:lnTo>
                    <a:pt x="6611932" y="2013627"/>
                  </a:lnTo>
                  <a:lnTo>
                    <a:pt x="6663203" y="2053485"/>
                  </a:lnTo>
                  <a:lnTo>
                    <a:pt x="6717786" y="2088982"/>
                  </a:lnTo>
                  <a:lnTo>
                    <a:pt x="6776574" y="2120624"/>
                  </a:lnTo>
                  <a:lnTo>
                    <a:pt x="6840395" y="2148895"/>
                  </a:lnTo>
                  <a:lnTo>
                    <a:pt x="6909909" y="2174218"/>
                  </a:lnTo>
                  <a:lnTo>
                    <a:pt x="6985470" y="2196929"/>
                  </a:lnTo>
                  <a:lnTo>
                    <a:pt x="7066946" y="2217270"/>
                  </a:lnTo>
                  <a:lnTo>
                    <a:pt x="7153512" y="2235383"/>
                  </a:lnTo>
                  <a:lnTo>
                    <a:pt x="7243445" y="2251322"/>
                  </a:lnTo>
                  <a:lnTo>
                    <a:pt x="7334007" y="2265068"/>
                  </a:lnTo>
                  <a:lnTo>
                    <a:pt x="7421519" y="2276568"/>
                  </a:lnTo>
                  <a:lnTo>
                    <a:pt x="7501721" y="2285785"/>
                  </a:lnTo>
                  <a:lnTo>
                    <a:pt x="7570442" y="2292754"/>
                  </a:lnTo>
                  <a:lnTo>
                    <a:pt x="7624454" y="2297622"/>
                  </a:lnTo>
                  <a:lnTo>
                    <a:pt x="7662263" y="2300670"/>
                  </a:lnTo>
                  <a:lnTo>
                    <a:pt x="7684565" y="2302285"/>
                  </a:lnTo>
                  <a:lnTo>
                    <a:pt x="7694273" y="2302920"/>
                  </a:lnTo>
                  <a:lnTo>
                    <a:pt x="7696230" y="2303037"/>
                  </a:lnTo>
                  <a:lnTo>
                    <a:pt x="7696237" y="2303037"/>
                  </a:lnTo>
                  <a:lnTo>
                    <a:pt x="8234974" y="2303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2" name="pl1762"/>
            <p:cNvSpPr/>
            <p:nvPr/>
          </p:nvSpPr>
          <p:spPr>
            <a:xfrm>
              <a:off x="546595" y="592565"/>
              <a:ext cx="8234974" cy="4720411"/>
            </a:xfrm>
            <a:custGeom>
              <a:avLst/>
              <a:pathLst>
                <a:path w="8234974" h="4720411">
                  <a:moveTo>
                    <a:pt x="8234974" y="2303037"/>
                  </a:move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62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8" y="104"/>
                  </a:lnTo>
                  <a:lnTo>
                    <a:pt x="3841520" y="845"/>
                  </a:lnTo>
                  <a:lnTo>
                    <a:pt x="3827048" y="2894"/>
                  </a:lnTo>
                  <a:lnTo>
                    <a:pt x="3801104" y="6929"/>
                  </a:lnTo>
                  <a:lnTo>
                    <a:pt x="3762297" y="13581"/>
                  </a:lnTo>
                  <a:lnTo>
                    <a:pt x="3710688" y="23374"/>
                  </a:lnTo>
                  <a:lnTo>
                    <a:pt x="3647690" y="36671"/>
                  </a:lnTo>
                  <a:lnTo>
                    <a:pt x="3575746" y="53665"/>
                  </a:lnTo>
                  <a:lnTo>
                    <a:pt x="3497863" y="74401"/>
                  </a:lnTo>
                  <a:lnTo>
                    <a:pt x="3417112" y="98828"/>
                  </a:lnTo>
                  <a:lnTo>
                    <a:pt x="3336233" y="126864"/>
                  </a:lnTo>
                  <a:lnTo>
                    <a:pt x="3257395" y="158461"/>
                  </a:lnTo>
                  <a:lnTo>
                    <a:pt x="3182112" y="193648"/>
                  </a:lnTo>
                  <a:lnTo>
                    <a:pt x="3111279" y="232565"/>
                  </a:lnTo>
                  <a:lnTo>
                    <a:pt x="3045271" y="275477"/>
                  </a:lnTo>
                  <a:lnTo>
                    <a:pt x="2984064" y="322778"/>
                  </a:lnTo>
                  <a:lnTo>
                    <a:pt x="2927356" y="374985"/>
                  </a:lnTo>
                  <a:lnTo>
                    <a:pt x="2874662" y="432725"/>
                  </a:lnTo>
                  <a:lnTo>
                    <a:pt x="2825391" y="496706"/>
                  </a:lnTo>
                  <a:lnTo>
                    <a:pt x="2778906" y="567672"/>
                  </a:lnTo>
                  <a:lnTo>
                    <a:pt x="2734569" y="646324"/>
                  </a:lnTo>
                  <a:lnTo>
                    <a:pt x="2691784" y="733189"/>
                  </a:lnTo>
                  <a:lnTo>
                    <a:pt x="2667772" y="786735"/>
                  </a:lnTo>
                  <a:lnTo>
                    <a:pt x="2639301" y="854585"/>
                  </a:lnTo>
                  <a:lnTo>
                    <a:pt x="2611073" y="926440"/>
                  </a:lnTo>
                  <a:lnTo>
                    <a:pt x="2582972" y="1002380"/>
                  </a:lnTo>
                  <a:lnTo>
                    <a:pt x="2554900" y="1082445"/>
                  </a:lnTo>
                  <a:lnTo>
                    <a:pt x="2526778" y="1166631"/>
                  </a:lnTo>
                  <a:lnTo>
                    <a:pt x="2498544" y="1254885"/>
                  </a:lnTo>
                  <a:lnTo>
                    <a:pt x="2470150" y="1347104"/>
                  </a:lnTo>
                  <a:lnTo>
                    <a:pt x="2441565" y="1443131"/>
                  </a:lnTo>
                  <a:lnTo>
                    <a:pt x="2412768" y="1542753"/>
                  </a:lnTo>
                  <a:lnTo>
                    <a:pt x="2383752" y="1645704"/>
                  </a:lnTo>
                  <a:lnTo>
                    <a:pt x="2354523" y="1751663"/>
                  </a:lnTo>
                  <a:lnTo>
                    <a:pt x="2325095" y="1860257"/>
                  </a:lnTo>
                  <a:lnTo>
                    <a:pt x="2295492" y="1971069"/>
                  </a:lnTo>
                  <a:lnTo>
                    <a:pt x="2265745" y="2083641"/>
                  </a:lnTo>
                  <a:lnTo>
                    <a:pt x="2235892" y="2197481"/>
                  </a:lnTo>
                  <a:lnTo>
                    <a:pt x="2205976" y="2312074"/>
                  </a:lnTo>
                  <a:lnTo>
                    <a:pt x="2176040" y="2426891"/>
                  </a:lnTo>
                  <a:lnTo>
                    <a:pt x="2146131" y="2541399"/>
                  </a:lnTo>
                  <a:lnTo>
                    <a:pt x="2116293" y="2655068"/>
                  </a:lnTo>
                  <a:lnTo>
                    <a:pt x="2086566" y="2767387"/>
                  </a:lnTo>
                  <a:lnTo>
                    <a:pt x="2056990" y="2877871"/>
                  </a:lnTo>
                  <a:lnTo>
                    <a:pt x="2027592" y="2986066"/>
                  </a:lnTo>
                  <a:lnTo>
                    <a:pt x="1998397" y="3091562"/>
                  </a:lnTo>
                  <a:lnTo>
                    <a:pt x="1969417" y="3193996"/>
                  </a:lnTo>
                  <a:lnTo>
                    <a:pt x="1940655" y="3293054"/>
                  </a:lnTo>
                  <a:lnTo>
                    <a:pt x="1912102" y="3388478"/>
                  </a:lnTo>
                  <a:lnTo>
                    <a:pt x="1883736" y="3480065"/>
                  </a:lnTo>
                  <a:lnTo>
                    <a:pt x="1855524" y="3567667"/>
                  </a:lnTo>
                  <a:lnTo>
                    <a:pt x="1827414" y="3651189"/>
                  </a:lnTo>
                  <a:lnTo>
                    <a:pt x="1799344" y="3730586"/>
                  </a:lnTo>
                  <a:lnTo>
                    <a:pt x="1771229" y="3805862"/>
                  </a:lnTo>
                  <a:lnTo>
                    <a:pt x="1742971" y="3877063"/>
                  </a:lnTo>
                  <a:lnTo>
                    <a:pt x="1719082" y="3933675"/>
                  </a:lnTo>
                  <a:lnTo>
                    <a:pt x="1676952" y="4025346"/>
                  </a:lnTo>
                  <a:lnTo>
                    <a:pt x="1633573" y="4108657"/>
                  </a:lnTo>
                  <a:lnTo>
                    <a:pt x="1588395" y="4183949"/>
                  </a:lnTo>
                  <a:lnTo>
                    <a:pt x="1540799" y="4251841"/>
                  </a:lnTo>
                  <a:lnTo>
                    <a:pt x="1490142" y="4313066"/>
                  </a:lnTo>
                  <a:lnTo>
                    <a:pt x="1435801" y="4368360"/>
                  </a:lnTo>
                  <a:lnTo>
                    <a:pt x="1377223" y="4418402"/>
                  </a:lnTo>
                  <a:lnTo>
                    <a:pt x="1313988" y="4463772"/>
                  </a:lnTo>
                  <a:lnTo>
                    <a:pt x="1245902" y="4504937"/>
                  </a:lnTo>
                  <a:lnTo>
                    <a:pt x="1173095" y="4542236"/>
                  </a:lnTo>
                  <a:lnTo>
                    <a:pt x="1096150" y="4575879"/>
                  </a:lnTo>
                  <a:lnTo>
                    <a:pt x="1016217" y="4605957"/>
                  </a:lnTo>
                  <a:lnTo>
                    <a:pt x="935090" y="4632461"/>
                  </a:lnTo>
                  <a:lnTo>
                    <a:pt x="855202" y="4655321"/>
                  </a:lnTo>
                  <a:lnTo>
                    <a:pt x="779473" y="4674461"/>
                  </a:lnTo>
                  <a:lnTo>
                    <a:pt x="711004" y="4689863"/>
                  </a:lnTo>
                  <a:lnTo>
                    <a:pt x="652621" y="4701630"/>
                  </a:lnTo>
                  <a:lnTo>
                    <a:pt x="606380" y="4710027"/>
                  </a:lnTo>
                  <a:lnTo>
                    <a:pt x="573145" y="4715490"/>
                  </a:lnTo>
                  <a:lnTo>
                    <a:pt x="552352" y="4718595"/>
                  </a:lnTo>
                  <a:lnTo>
                    <a:pt x="542020" y="4720002"/>
                  </a:lnTo>
                  <a:lnTo>
                    <a:pt x="538904" y="4720391"/>
                  </a:lnTo>
                  <a:lnTo>
                    <a:pt x="538736" y="4720411"/>
                  </a:lnTo>
                  <a:lnTo>
                    <a:pt x="0" y="47204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3" name="pg1763"/>
            <p:cNvSpPr/>
            <p:nvPr/>
          </p:nvSpPr>
          <p:spPr>
            <a:xfrm>
              <a:off x="546595" y="1066240"/>
              <a:ext cx="8234974" cy="4257625"/>
            </a:xfrm>
            <a:custGeom>
              <a:avLst/>
              <a:pathLst>
                <a:path w="8234974" h="4257625">
                  <a:moveTo>
                    <a:pt x="0" y="4257625"/>
                  </a:moveTo>
                  <a:lnTo>
                    <a:pt x="538736" y="4257625"/>
                  </a:lnTo>
                  <a:lnTo>
                    <a:pt x="539644" y="4257527"/>
                  </a:lnTo>
                  <a:lnTo>
                    <a:pt x="545613" y="4256830"/>
                  </a:lnTo>
                  <a:lnTo>
                    <a:pt x="560674" y="4254903"/>
                  </a:lnTo>
                  <a:lnTo>
                    <a:pt x="587627" y="4251108"/>
                  </a:lnTo>
                  <a:lnTo>
                    <a:pt x="627849" y="4244856"/>
                  </a:lnTo>
                  <a:lnTo>
                    <a:pt x="681179" y="4235664"/>
                  </a:lnTo>
                  <a:lnTo>
                    <a:pt x="746046" y="4223204"/>
                  </a:lnTo>
                  <a:lnTo>
                    <a:pt x="819820" y="4207306"/>
                  </a:lnTo>
                  <a:lnTo>
                    <a:pt x="899338" y="4187943"/>
                  </a:lnTo>
                  <a:lnTo>
                    <a:pt x="981417" y="4165169"/>
                  </a:lnTo>
                  <a:lnTo>
                    <a:pt x="1063268" y="4139058"/>
                  </a:lnTo>
                  <a:lnTo>
                    <a:pt x="1142730" y="4109648"/>
                  </a:lnTo>
                  <a:lnTo>
                    <a:pt x="1218333" y="4076896"/>
                  </a:lnTo>
                  <a:lnTo>
                    <a:pt x="1289249" y="4040649"/>
                  </a:lnTo>
                  <a:lnTo>
                    <a:pt x="1355178" y="4000636"/>
                  </a:lnTo>
                  <a:lnTo>
                    <a:pt x="1416214" y="3956460"/>
                  </a:lnTo>
                  <a:lnTo>
                    <a:pt x="1472723" y="3907610"/>
                  </a:lnTo>
                  <a:lnTo>
                    <a:pt x="1525243" y="3853478"/>
                  </a:lnTo>
                  <a:lnTo>
                    <a:pt x="1574407" y="3793383"/>
                  </a:lnTo>
                  <a:lnTo>
                    <a:pt x="1620886" y="3726629"/>
                  </a:lnTo>
                  <a:lnTo>
                    <a:pt x="1665337" y="3652588"/>
                  </a:lnTo>
                  <a:lnTo>
                    <a:pt x="1708360" y="3570846"/>
                  </a:lnTo>
                  <a:lnTo>
                    <a:pt x="1719082" y="3548928"/>
                  </a:lnTo>
                  <a:lnTo>
                    <a:pt x="1748930" y="3484748"/>
                  </a:lnTo>
                  <a:lnTo>
                    <a:pt x="1778515" y="3416596"/>
                  </a:lnTo>
                  <a:lnTo>
                    <a:pt x="1807973" y="3344393"/>
                  </a:lnTo>
                  <a:lnTo>
                    <a:pt x="1837413" y="3268103"/>
                  </a:lnTo>
                  <a:lnTo>
                    <a:pt x="1866922" y="3187738"/>
                  </a:lnTo>
                  <a:lnTo>
                    <a:pt x="1896569" y="3103364"/>
                  </a:lnTo>
                  <a:lnTo>
                    <a:pt x="1926403" y="3015103"/>
                  </a:lnTo>
                  <a:lnTo>
                    <a:pt x="1956456" y="2923136"/>
                  </a:lnTo>
                  <a:lnTo>
                    <a:pt x="1986747" y="2827705"/>
                  </a:lnTo>
                  <a:lnTo>
                    <a:pt x="2017277" y="2729110"/>
                  </a:lnTo>
                  <a:lnTo>
                    <a:pt x="2048035" y="2627710"/>
                  </a:lnTo>
                  <a:lnTo>
                    <a:pt x="2078999" y="2523915"/>
                  </a:lnTo>
                  <a:lnTo>
                    <a:pt x="2110136" y="2418184"/>
                  </a:lnTo>
                  <a:lnTo>
                    <a:pt x="2141405" y="2311015"/>
                  </a:lnTo>
                  <a:lnTo>
                    <a:pt x="2172760" y="2202934"/>
                  </a:lnTo>
                  <a:lnTo>
                    <a:pt x="2204149" y="2094488"/>
                  </a:lnTo>
                  <a:lnTo>
                    <a:pt x="2235520" y="1986232"/>
                  </a:lnTo>
                  <a:lnTo>
                    <a:pt x="2266822" y="1878716"/>
                  </a:lnTo>
                  <a:lnTo>
                    <a:pt x="2298006" y="1772473"/>
                  </a:lnTo>
                  <a:lnTo>
                    <a:pt x="2329029" y="1668013"/>
                  </a:lnTo>
                  <a:lnTo>
                    <a:pt x="2359855" y="1565807"/>
                  </a:lnTo>
                  <a:lnTo>
                    <a:pt x="2390459" y="1466282"/>
                  </a:lnTo>
                  <a:lnTo>
                    <a:pt x="2420825" y="1369813"/>
                  </a:lnTo>
                  <a:lnTo>
                    <a:pt x="2450953" y="1276719"/>
                  </a:lnTo>
                  <a:lnTo>
                    <a:pt x="2480854" y="1187261"/>
                  </a:lnTo>
                  <a:lnTo>
                    <a:pt x="2510555" y="1101640"/>
                  </a:lnTo>
                  <a:lnTo>
                    <a:pt x="2540101" y="1019994"/>
                  </a:lnTo>
                  <a:lnTo>
                    <a:pt x="2569554" y="942409"/>
                  </a:lnTo>
                  <a:lnTo>
                    <a:pt x="2598996" y="868913"/>
                  </a:lnTo>
                  <a:lnTo>
                    <a:pt x="2628528" y="799484"/>
                  </a:lnTo>
                  <a:lnTo>
                    <a:pt x="2658276" y="734056"/>
                  </a:lnTo>
                  <a:lnTo>
                    <a:pt x="2667772" y="714141"/>
                  </a:lnTo>
                  <a:lnTo>
                    <a:pt x="2710516" y="630431"/>
                  </a:lnTo>
                  <a:lnTo>
                    <a:pt x="2754553" y="554468"/>
                  </a:lnTo>
                  <a:lnTo>
                    <a:pt x="2800458" y="485923"/>
                  </a:lnTo>
                  <a:lnTo>
                    <a:pt x="2848879" y="424208"/>
                  </a:lnTo>
                  <a:lnTo>
                    <a:pt x="2900487" y="368633"/>
                  </a:lnTo>
                  <a:lnTo>
                    <a:pt x="2955931" y="318508"/>
                  </a:lnTo>
                  <a:lnTo>
                    <a:pt x="3015778" y="273202"/>
                  </a:lnTo>
                  <a:lnTo>
                    <a:pt x="3080447" y="232177"/>
                  </a:lnTo>
                  <a:lnTo>
                    <a:pt x="3150112" y="195007"/>
                  </a:lnTo>
                  <a:lnTo>
                    <a:pt x="3224584" y="161390"/>
                  </a:lnTo>
                  <a:lnTo>
                    <a:pt x="3303181" y="131142"/>
                  </a:lnTo>
                  <a:lnTo>
                    <a:pt x="3384605" y="104196"/>
                  </a:lnTo>
                  <a:lnTo>
                    <a:pt x="3466868" y="80570"/>
                  </a:lnTo>
                  <a:lnTo>
                    <a:pt x="3547324" y="60337"/>
                  </a:lnTo>
                  <a:lnTo>
                    <a:pt x="3622861" y="43561"/>
                  </a:lnTo>
                  <a:lnTo>
                    <a:pt x="3690260" y="30240"/>
                  </a:lnTo>
                  <a:lnTo>
                    <a:pt x="3746709" y="20246"/>
                  </a:lnTo>
                  <a:lnTo>
                    <a:pt x="3790323" y="13290"/>
                  </a:lnTo>
                  <a:lnTo>
                    <a:pt x="3820564" y="8926"/>
                  </a:lnTo>
                  <a:lnTo>
                    <a:pt x="3838423" y="6585"/>
                  </a:lnTo>
                  <a:lnTo>
                    <a:pt x="3846357" y="563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7" y="5535"/>
                  </a:lnTo>
                  <a:lnTo>
                    <a:pt x="4395469" y="6188"/>
                  </a:lnTo>
                  <a:lnTo>
                    <a:pt x="4414182" y="7994"/>
                  </a:lnTo>
                  <a:lnTo>
                    <a:pt x="4447326" y="11540"/>
                  </a:lnTo>
                  <a:lnTo>
                    <a:pt x="4496089" y="17355"/>
                  </a:lnTo>
                  <a:lnTo>
                    <a:pt x="4559589" y="25840"/>
                  </a:lnTo>
                  <a:lnTo>
                    <a:pt x="4635182" y="37232"/>
                  </a:lnTo>
                  <a:lnTo>
                    <a:pt x="4719119" y="51618"/>
                  </a:lnTo>
                  <a:lnTo>
                    <a:pt x="4807327" y="68970"/>
                  </a:lnTo>
                  <a:lnTo>
                    <a:pt x="4896094" y="89221"/>
                  </a:lnTo>
                  <a:lnTo>
                    <a:pt x="4982492" y="112322"/>
                  </a:lnTo>
                  <a:lnTo>
                    <a:pt x="5064538" y="138303"/>
                  </a:lnTo>
                  <a:lnTo>
                    <a:pt x="5141131" y="167299"/>
                  </a:lnTo>
                  <a:lnTo>
                    <a:pt x="5211896" y="199565"/>
                  </a:lnTo>
                  <a:lnTo>
                    <a:pt x="5276988" y="235482"/>
                  </a:lnTo>
                  <a:lnTo>
                    <a:pt x="5336913" y="275544"/>
                  </a:lnTo>
                  <a:lnTo>
                    <a:pt x="5392390" y="320339"/>
                  </a:lnTo>
                  <a:lnTo>
                    <a:pt x="5444241" y="370513"/>
                  </a:lnTo>
                  <a:lnTo>
                    <a:pt x="5493312" y="426700"/>
                  </a:lnTo>
                  <a:lnTo>
                    <a:pt x="5540403" y="489404"/>
                  </a:lnTo>
                  <a:lnTo>
                    <a:pt x="5567201" y="529027"/>
                  </a:lnTo>
                  <a:lnTo>
                    <a:pt x="5601210" y="583326"/>
                  </a:lnTo>
                  <a:lnTo>
                    <a:pt x="5634905" y="641452"/>
                  </a:lnTo>
                  <a:lnTo>
                    <a:pt x="5668476" y="703483"/>
                  </a:lnTo>
                  <a:lnTo>
                    <a:pt x="5702073" y="769439"/>
                  </a:lnTo>
                  <a:lnTo>
                    <a:pt x="5735813" y="839279"/>
                  </a:lnTo>
                  <a:lnTo>
                    <a:pt x="5769779" y="912893"/>
                  </a:lnTo>
                  <a:lnTo>
                    <a:pt x="5804024" y="990096"/>
                  </a:lnTo>
                  <a:lnTo>
                    <a:pt x="5838577" y="1070630"/>
                  </a:lnTo>
                  <a:lnTo>
                    <a:pt x="5873440" y="1154162"/>
                  </a:lnTo>
                  <a:lnTo>
                    <a:pt x="5908593" y="1240289"/>
                  </a:lnTo>
                  <a:lnTo>
                    <a:pt x="5943998" y="1328543"/>
                  </a:lnTo>
                  <a:lnTo>
                    <a:pt x="5979600" y="1418401"/>
                  </a:lnTo>
                  <a:lnTo>
                    <a:pt x="6015332" y="1509297"/>
                  </a:lnTo>
                  <a:lnTo>
                    <a:pt x="6051122" y="1600636"/>
                  </a:lnTo>
                  <a:lnTo>
                    <a:pt x="6086890" y="1691813"/>
                  </a:lnTo>
                  <a:lnTo>
                    <a:pt x="6122562" y="1782226"/>
                  </a:lnTo>
                  <a:lnTo>
                    <a:pt x="6158066" y="1871294"/>
                  </a:lnTo>
                  <a:lnTo>
                    <a:pt x="6193342" y="1958472"/>
                  </a:lnTo>
                  <a:lnTo>
                    <a:pt x="6228343" y="2043265"/>
                  </a:lnTo>
                  <a:lnTo>
                    <a:pt x="6263041" y="2125239"/>
                  </a:lnTo>
                  <a:lnTo>
                    <a:pt x="6297428" y="2204027"/>
                  </a:lnTo>
                  <a:lnTo>
                    <a:pt x="6331518" y="2279337"/>
                  </a:lnTo>
                  <a:lnTo>
                    <a:pt x="6365355" y="2350950"/>
                  </a:lnTo>
                  <a:lnTo>
                    <a:pt x="6399006" y="2418721"/>
                  </a:lnTo>
                  <a:lnTo>
                    <a:pt x="6432573" y="2482578"/>
                  </a:lnTo>
                  <a:lnTo>
                    <a:pt x="6466189" y="2542513"/>
                  </a:lnTo>
                  <a:lnTo>
                    <a:pt x="6500025" y="2598579"/>
                  </a:lnTo>
                  <a:lnTo>
                    <a:pt x="6515891" y="2623358"/>
                  </a:lnTo>
                  <a:lnTo>
                    <a:pt x="6562154" y="2689969"/>
                  </a:lnTo>
                  <a:lnTo>
                    <a:pt x="6609979" y="2749906"/>
                  </a:lnTo>
                  <a:lnTo>
                    <a:pt x="6660109" y="2803511"/>
                  </a:lnTo>
                  <a:lnTo>
                    <a:pt x="6713370" y="2851360"/>
                  </a:lnTo>
                  <a:lnTo>
                    <a:pt x="6770608" y="2894103"/>
                  </a:lnTo>
                  <a:lnTo>
                    <a:pt x="6832613" y="2932368"/>
                  </a:lnTo>
                  <a:lnTo>
                    <a:pt x="6900028" y="2966707"/>
                  </a:lnTo>
                  <a:lnTo>
                    <a:pt x="6973233" y="2997569"/>
                  </a:lnTo>
                  <a:lnTo>
                    <a:pt x="7052184" y="3025282"/>
                  </a:lnTo>
                  <a:lnTo>
                    <a:pt x="7136229" y="3050052"/>
                  </a:lnTo>
                  <a:lnTo>
                    <a:pt x="7223912" y="3071965"/>
                  </a:lnTo>
                  <a:lnTo>
                    <a:pt x="7312852" y="3091014"/>
                  </a:lnTo>
                  <a:lnTo>
                    <a:pt x="7399763" y="3107135"/>
                  </a:lnTo>
                  <a:lnTo>
                    <a:pt x="7480711" y="3120270"/>
                  </a:lnTo>
                  <a:lnTo>
                    <a:pt x="7551666" y="3130430"/>
                  </a:lnTo>
                  <a:lnTo>
                    <a:pt x="7609246" y="3137761"/>
                  </a:lnTo>
                  <a:lnTo>
                    <a:pt x="7651480" y="3142572"/>
                  </a:lnTo>
                  <a:lnTo>
                    <a:pt x="7678336" y="3145323"/>
                  </a:lnTo>
                  <a:lnTo>
                    <a:pt x="7691863" y="3146574"/>
                  </a:lnTo>
                  <a:lnTo>
                    <a:pt x="7696006" y="3146922"/>
                  </a:lnTo>
                  <a:lnTo>
                    <a:pt x="7696237" y="3146940"/>
                  </a:lnTo>
                  <a:lnTo>
                    <a:pt x="8234974" y="3146940"/>
                  </a:lnTo>
                  <a:lnTo>
                    <a:pt x="8234974" y="3141496"/>
                  </a:ln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1" y="97"/>
                  </a:lnTo>
                  <a:lnTo>
                    <a:pt x="3841242" y="795"/>
                  </a:lnTo>
                  <a:lnTo>
                    <a:pt x="3826181" y="2722"/>
                  </a:lnTo>
                  <a:lnTo>
                    <a:pt x="3799227" y="6517"/>
                  </a:lnTo>
                  <a:lnTo>
                    <a:pt x="3759006" y="12769"/>
                  </a:lnTo>
                  <a:lnTo>
                    <a:pt x="3705675" y="21960"/>
                  </a:lnTo>
                  <a:lnTo>
                    <a:pt x="3640809" y="34421"/>
                  </a:lnTo>
                  <a:lnTo>
                    <a:pt x="3567034" y="50318"/>
                  </a:lnTo>
                  <a:lnTo>
                    <a:pt x="3487517" y="69682"/>
                  </a:lnTo>
                  <a:lnTo>
                    <a:pt x="3405438" y="92456"/>
                  </a:lnTo>
                  <a:lnTo>
                    <a:pt x="3323586" y="118567"/>
                  </a:lnTo>
                  <a:lnTo>
                    <a:pt x="3244125" y="147977"/>
                  </a:lnTo>
                  <a:lnTo>
                    <a:pt x="3168522" y="180729"/>
                  </a:lnTo>
                  <a:lnTo>
                    <a:pt x="3097605" y="216975"/>
                  </a:lnTo>
                  <a:lnTo>
                    <a:pt x="3031676" y="256989"/>
                  </a:lnTo>
                  <a:lnTo>
                    <a:pt x="2970640" y="301165"/>
                  </a:lnTo>
                  <a:lnTo>
                    <a:pt x="2914132" y="350014"/>
                  </a:lnTo>
                  <a:lnTo>
                    <a:pt x="2861612" y="404147"/>
                  </a:lnTo>
                  <a:lnTo>
                    <a:pt x="2812447" y="464241"/>
                  </a:lnTo>
                  <a:lnTo>
                    <a:pt x="2765968" y="530996"/>
                  </a:lnTo>
                  <a:lnTo>
                    <a:pt x="2721517" y="605037"/>
                  </a:lnTo>
                  <a:lnTo>
                    <a:pt x="2678494" y="686778"/>
                  </a:lnTo>
                  <a:lnTo>
                    <a:pt x="2667772" y="708696"/>
                  </a:lnTo>
                  <a:lnTo>
                    <a:pt x="2637925" y="772877"/>
                  </a:lnTo>
                  <a:lnTo>
                    <a:pt x="2608339" y="841029"/>
                  </a:lnTo>
                  <a:lnTo>
                    <a:pt x="2578881" y="913231"/>
                  </a:lnTo>
                  <a:lnTo>
                    <a:pt x="2549441" y="989522"/>
                  </a:lnTo>
                  <a:lnTo>
                    <a:pt x="2519932" y="1069887"/>
                  </a:lnTo>
                  <a:lnTo>
                    <a:pt x="2490286" y="1154261"/>
                  </a:lnTo>
                  <a:lnTo>
                    <a:pt x="2460452" y="1242522"/>
                  </a:lnTo>
                  <a:lnTo>
                    <a:pt x="2430398" y="1334488"/>
                  </a:lnTo>
                  <a:lnTo>
                    <a:pt x="2400108" y="1429920"/>
                  </a:lnTo>
                  <a:lnTo>
                    <a:pt x="2369578" y="1528515"/>
                  </a:lnTo>
                  <a:lnTo>
                    <a:pt x="2338820" y="1629915"/>
                  </a:lnTo>
                  <a:lnTo>
                    <a:pt x="2307856" y="1733710"/>
                  </a:lnTo>
                  <a:lnTo>
                    <a:pt x="2276719" y="1839441"/>
                  </a:lnTo>
                  <a:lnTo>
                    <a:pt x="2245450" y="1946610"/>
                  </a:lnTo>
                  <a:lnTo>
                    <a:pt x="2214095" y="2054691"/>
                  </a:lnTo>
                  <a:lnTo>
                    <a:pt x="2182706" y="2163137"/>
                  </a:lnTo>
                  <a:lnTo>
                    <a:pt x="2151334" y="2271393"/>
                  </a:lnTo>
                  <a:lnTo>
                    <a:pt x="2120033" y="2378909"/>
                  </a:lnTo>
                  <a:lnTo>
                    <a:pt x="2088849" y="2485151"/>
                  </a:lnTo>
                  <a:lnTo>
                    <a:pt x="2057826" y="2589611"/>
                  </a:lnTo>
                  <a:lnTo>
                    <a:pt x="2027000" y="2691818"/>
                  </a:lnTo>
                  <a:lnTo>
                    <a:pt x="1996396" y="2791343"/>
                  </a:lnTo>
                  <a:lnTo>
                    <a:pt x="1966029" y="2887812"/>
                  </a:lnTo>
                  <a:lnTo>
                    <a:pt x="1935902" y="2980905"/>
                  </a:lnTo>
                  <a:lnTo>
                    <a:pt x="1906001" y="3070363"/>
                  </a:lnTo>
                  <a:lnTo>
                    <a:pt x="1876300" y="3155985"/>
                  </a:lnTo>
                  <a:lnTo>
                    <a:pt x="1846753" y="3237630"/>
                  </a:lnTo>
                  <a:lnTo>
                    <a:pt x="1817300" y="3315216"/>
                  </a:lnTo>
                  <a:lnTo>
                    <a:pt x="1787859" y="3388712"/>
                  </a:lnTo>
                  <a:lnTo>
                    <a:pt x="1758327" y="3458141"/>
                  </a:lnTo>
                  <a:lnTo>
                    <a:pt x="1728578" y="3523569"/>
                  </a:lnTo>
                  <a:lnTo>
                    <a:pt x="1719082" y="3543484"/>
                  </a:lnTo>
                  <a:lnTo>
                    <a:pt x="1676339" y="3627193"/>
                  </a:lnTo>
                  <a:lnTo>
                    <a:pt x="1632302" y="3703157"/>
                  </a:lnTo>
                  <a:lnTo>
                    <a:pt x="1586397" y="3771702"/>
                  </a:lnTo>
                  <a:lnTo>
                    <a:pt x="1537976" y="3833417"/>
                  </a:lnTo>
                  <a:lnTo>
                    <a:pt x="1486367" y="3888992"/>
                  </a:lnTo>
                  <a:lnTo>
                    <a:pt x="1430924" y="3939117"/>
                  </a:lnTo>
                  <a:lnTo>
                    <a:pt x="1371077" y="3984423"/>
                  </a:lnTo>
                  <a:lnTo>
                    <a:pt x="1306407" y="4025448"/>
                  </a:lnTo>
                  <a:lnTo>
                    <a:pt x="1236742" y="4062617"/>
                  </a:lnTo>
                  <a:lnTo>
                    <a:pt x="1162270" y="4096235"/>
                  </a:lnTo>
                  <a:lnTo>
                    <a:pt x="1083673" y="4126482"/>
                  </a:lnTo>
                  <a:lnTo>
                    <a:pt x="1002250" y="4153429"/>
                  </a:lnTo>
                  <a:lnTo>
                    <a:pt x="919987" y="4177054"/>
                  </a:lnTo>
                  <a:lnTo>
                    <a:pt x="839530" y="4197288"/>
                  </a:lnTo>
                  <a:lnTo>
                    <a:pt x="763994" y="4214064"/>
                  </a:lnTo>
                  <a:lnTo>
                    <a:pt x="696594" y="4227385"/>
                  </a:lnTo>
                  <a:lnTo>
                    <a:pt x="640146" y="4237379"/>
                  </a:lnTo>
                  <a:lnTo>
                    <a:pt x="596532" y="4244335"/>
                  </a:lnTo>
                  <a:lnTo>
                    <a:pt x="566290" y="4248699"/>
                  </a:lnTo>
                  <a:lnTo>
                    <a:pt x="548432" y="4251039"/>
                  </a:lnTo>
                  <a:lnTo>
                    <a:pt x="540497" y="4251987"/>
                  </a:lnTo>
                  <a:lnTo>
                    <a:pt x="538736" y="4252181"/>
                  </a:lnTo>
                  <a:lnTo>
                    <a:pt x="0" y="4252181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64" name="pl1764"/>
            <p:cNvSpPr/>
            <p:nvPr/>
          </p:nvSpPr>
          <p:spPr>
            <a:xfrm>
              <a:off x="546595" y="1071684"/>
              <a:ext cx="8234974" cy="4252181"/>
            </a:xfrm>
            <a:custGeom>
              <a:avLst/>
              <a:pathLst>
                <a:path w="8234974" h="4252181">
                  <a:moveTo>
                    <a:pt x="0" y="4252181"/>
                  </a:moveTo>
                  <a:lnTo>
                    <a:pt x="538736" y="4252181"/>
                  </a:lnTo>
                  <a:lnTo>
                    <a:pt x="539644" y="4252083"/>
                  </a:lnTo>
                  <a:lnTo>
                    <a:pt x="545613" y="4251386"/>
                  </a:lnTo>
                  <a:lnTo>
                    <a:pt x="560674" y="4249458"/>
                  </a:lnTo>
                  <a:lnTo>
                    <a:pt x="587627" y="4245663"/>
                  </a:lnTo>
                  <a:lnTo>
                    <a:pt x="627849" y="4239411"/>
                  </a:lnTo>
                  <a:lnTo>
                    <a:pt x="681179" y="4230220"/>
                  </a:lnTo>
                  <a:lnTo>
                    <a:pt x="746046" y="4217759"/>
                  </a:lnTo>
                  <a:lnTo>
                    <a:pt x="819820" y="4201862"/>
                  </a:lnTo>
                  <a:lnTo>
                    <a:pt x="899338" y="4182499"/>
                  </a:lnTo>
                  <a:lnTo>
                    <a:pt x="981417" y="4159724"/>
                  </a:lnTo>
                  <a:lnTo>
                    <a:pt x="1063268" y="4133613"/>
                  </a:lnTo>
                  <a:lnTo>
                    <a:pt x="1142730" y="4104204"/>
                  </a:lnTo>
                  <a:lnTo>
                    <a:pt x="1218333" y="4071451"/>
                  </a:lnTo>
                  <a:lnTo>
                    <a:pt x="1289249" y="4035205"/>
                  </a:lnTo>
                  <a:lnTo>
                    <a:pt x="1355178" y="3995191"/>
                  </a:lnTo>
                  <a:lnTo>
                    <a:pt x="1416214" y="3951015"/>
                  </a:lnTo>
                  <a:lnTo>
                    <a:pt x="1472723" y="3902166"/>
                  </a:lnTo>
                  <a:lnTo>
                    <a:pt x="1525243" y="3848034"/>
                  </a:lnTo>
                  <a:lnTo>
                    <a:pt x="1574407" y="3787939"/>
                  </a:lnTo>
                  <a:lnTo>
                    <a:pt x="1620886" y="3721185"/>
                  </a:lnTo>
                  <a:lnTo>
                    <a:pt x="1665337" y="3647143"/>
                  </a:lnTo>
                  <a:lnTo>
                    <a:pt x="1708360" y="3565402"/>
                  </a:lnTo>
                  <a:lnTo>
                    <a:pt x="1719082" y="3543484"/>
                  </a:lnTo>
                  <a:lnTo>
                    <a:pt x="1748930" y="3479303"/>
                  </a:lnTo>
                  <a:lnTo>
                    <a:pt x="1778515" y="3411152"/>
                  </a:lnTo>
                  <a:lnTo>
                    <a:pt x="1807973" y="3338949"/>
                  </a:lnTo>
                  <a:lnTo>
                    <a:pt x="1837413" y="3262659"/>
                  </a:lnTo>
                  <a:lnTo>
                    <a:pt x="1866922" y="3182294"/>
                  </a:lnTo>
                  <a:lnTo>
                    <a:pt x="1896569" y="3097919"/>
                  </a:lnTo>
                  <a:lnTo>
                    <a:pt x="1926403" y="3009658"/>
                  </a:lnTo>
                  <a:lnTo>
                    <a:pt x="1956456" y="2917692"/>
                  </a:lnTo>
                  <a:lnTo>
                    <a:pt x="1986747" y="2822261"/>
                  </a:lnTo>
                  <a:lnTo>
                    <a:pt x="2017277" y="2723666"/>
                  </a:lnTo>
                  <a:lnTo>
                    <a:pt x="2048035" y="2622265"/>
                  </a:lnTo>
                  <a:lnTo>
                    <a:pt x="2078999" y="2518470"/>
                  </a:lnTo>
                  <a:lnTo>
                    <a:pt x="2110136" y="2412740"/>
                  </a:lnTo>
                  <a:lnTo>
                    <a:pt x="2141405" y="2305570"/>
                  </a:lnTo>
                  <a:lnTo>
                    <a:pt x="2172760" y="2197489"/>
                  </a:lnTo>
                  <a:lnTo>
                    <a:pt x="2204149" y="2089044"/>
                  </a:lnTo>
                  <a:lnTo>
                    <a:pt x="2235520" y="1980787"/>
                  </a:lnTo>
                  <a:lnTo>
                    <a:pt x="2266822" y="1873271"/>
                  </a:lnTo>
                  <a:lnTo>
                    <a:pt x="2298006" y="1767029"/>
                  </a:lnTo>
                  <a:lnTo>
                    <a:pt x="2329029" y="1662569"/>
                  </a:lnTo>
                  <a:lnTo>
                    <a:pt x="2359855" y="1560363"/>
                  </a:lnTo>
                  <a:lnTo>
                    <a:pt x="2390459" y="1460837"/>
                  </a:lnTo>
                  <a:lnTo>
                    <a:pt x="2420825" y="1364368"/>
                  </a:lnTo>
                  <a:lnTo>
                    <a:pt x="2450953" y="1271275"/>
                  </a:lnTo>
                  <a:lnTo>
                    <a:pt x="2480854" y="1181817"/>
                  </a:lnTo>
                  <a:lnTo>
                    <a:pt x="2510555" y="1096195"/>
                  </a:lnTo>
                  <a:lnTo>
                    <a:pt x="2540101" y="1014550"/>
                  </a:lnTo>
                  <a:lnTo>
                    <a:pt x="2569554" y="936965"/>
                  </a:lnTo>
                  <a:lnTo>
                    <a:pt x="2598996" y="863468"/>
                  </a:lnTo>
                  <a:lnTo>
                    <a:pt x="2628528" y="794039"/>
                  </a:lnTo>
                  <a:lnTo>
                    <a:pt x="2658276" y="728612"/>
                  </a:lnTo>
                  <a:lnTo>
                    <a:pt x="2667772" y="708696"/>
                  </a:lnTo>
                  <a:lnTo>
                    <a:pt x="2710516" y="624987"/>
                  </a:lnTo>
                  <a:lnTo>
                    <a:pt x="2754553" y="549023"/>
                  </a:lnTo>
                  <a:lnTo>
                    <a:pt x="2800458" y="480479"/>
                  </a:lnTo>
                  <a:lnTo>
                    <a:pt x="2848879" y="418763"/>
                  </a:lnTo>
                  <a:lnTo>
                    <a:pt x="2900487" y="363188"/>
                  </a:lnTo>
                  <a:lnTo>
                    <a:pt x="2955931" y="313063"/>
                  </a:lnTo>
                  <a:lnTo>
                    <a:pt x="3015778" y="267757"/>
                  </a:lnTo>
                  <a:lnTo>
                    <a:pt x="3080447" y="226732"/>
                  </a:lnTo>
                  <a:lnTo>
                    <a:pt x="3150112" y="189563"/>
                  </a:lnTo>
                  <a:lnTo>
                    <a:pt x="3224584" y="155945"/>
                  </a:lnTo>
                  <a:lnTo>
                    <a:pt x="3303181" y="125698"/>
                  </a:lnTo>
                  <a:lnTo>
                    <a:pt x="3384605" y="98751"/>
                  </a:lnTo>
                  <a:lnTo>
                    <a:pt x="3466868" y="75126"/>
                  </a:lnTo>
                  <a:lnTo>
                    <a:pt x="3547324" y="54892"/>
                  </a:lnTo>
                  <a:lnTo>
                    <a:pt x="3622861" y="38116"/>
                  </a:lnTo>
                  <a:lnTo>
                    <a:pt x="3690260" y="24795"/>
                  </a:lnTo>
                  <a:lnTo>
                    <a:pt x="3746709" y="14801"/>
                  </a:lnTo>
                  <a:lnTo>
                    <a:pt x="3790323" y="7846"/>
                  </a:lnTo>
                  <a:lnTo>
                    <a:pt x="3820564" y="3481"/>
                  </a:lnTo>
                  <a:lnTo>
                    <a:pt x="3838423" y="1141"/>
                  </a:lnTo>
                  <a:lnTo>
                    <a:pt x="3846357" y="193"/>
                  </a:lnTo>
                  <a:lnTo>
                    <a:pt x="3848103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7" y="91"/>
                  </a:lnTo>
                  <a:lnTo>
                    <a:pt x="4395469" y="744"/>
                  </a:lnTo>
                  <a:lnTo>
                    <a:pt x="4414182" y="2549"/>
                  </a:lnTo>
                  <a:lnTo>
                    <a:pt x="4447326" y="6096"/>
                  </a:lnTo>
                  <a:lnTo>
                    <a:pt x="4496089" y="11911"/>
                  </a:lnTo>
                  <a:lnTo>
                    <a:pt x="4559589" y="20395"/>
                  </a:lnTo>
                  <a:lnTo>
                    <a:pt x="4635182" y="31788"/>
                  </a:lnTo>
                  <a:lnTo>
                    <a:pt x="4719119" y="46173"/>
                  </a:lnTo>
                  <a:lnTo>
                    <a:pt x="4807327" y="63526"/>
                  </a:lnTo>
                  <a:lnTo>
                    <a:pt x="4896094" y="83776"/>
                  </a:lnTo>
                  <a:lnTo>
                    <a:pt x="4982492" y="106878"/>
                  </a:lnTo>
                  <a:lnTo>
                    <a:pt x="5064538" y="132859"/>
                  </a:lnTo>
                  <a:lnTo>
                    <a:pt x="5141131" y="161854"/>
                  </a:lnTo>
                  <a:lnTo>
                    <a:pt x="5211896" y="194121"/>
                  </a:lnTo>
                  <a:lnTo>
                    <a:pt x="5276988" y="230038"/>
                  </a:lnTo>
                  <a:lnTo>
                    <a:pt x="5336913" y="270099"/>
                  </a:lnTo>
                  <a:lnTo>
                    <a:pt x="5392390" y="314894"/>
                  </a:lnTo>
                  <a:lnTo>
                    <a:pt x="5444241" y="365069"/>
                  </a:lnTo>
                  <a:lnTo>
                    <a:pt x="5493312" y="421256"/>
                  </a:lnTo>
                  <a:lnTo>
                    <a:pt x="5540403" y="483959"/>
                  </a:lnTo>
                  <a:lnTo>
                    <a:pt x="5567201" y="523582"/>
                  </a:lnTo>
                  <a:lnTo>
                    <a:pt x="5601210" y="577882"/>
                  </a:lnTo>
                  <a:lnTo>
                    <a:pt x="5634905" y="636008"/>
                  </a:lnTo>
                  <a:lnTo>
                    <a:pt x="5668476" y="698038"/>
                  </a:lnTo>
                  <a:lnTo>
                    <a:pt x="5702073" y="763995"/>
                  </a:lnTo>
                  <a:lnTo>
                    <a:pt x="5735813" y="833835"/>
                  </a:lnTo>
                  <a:lnTo>
                    <a:pt x="5769779" y="907448"/>
                  </a:lnTo>
                  <a:lnTo>
                    <a:pt x="5804024" y="984651"/>
                  </a:lnTo>
                  <a:lnTo>
                    <a:pt x="5838577" y="1065185"/>
                  </a:lnTo>
                  <a:lnTo>
                    <a:pt x="5873440" y="1148718"/>
                  </a:lnTo>
                  <a:lnTo>
                    <a:pt x="5908593" y="1234845"/>
                  </a:lnTo>
                  <a:lnTo>
                    <a:pt x="5943998" y="1323099"/>
                  </a:lnTo>
                  <a:lnTo>
                    <a:pt x="5979600" y="1412957"/>
                  </a:lnTo>
                  <a:lnTo>
                    <a:pt x="6015332" y="1503852"/>
                  </a:lnTo>
                  <a:lnTo>
                    <a:pt x="6051122" y="1595192"/>
                  </a:lnTo>
                  <a:lnTo>
                    <a:pt x="6086890" y="1686369"/>
                  </a:lnTo>
                  <a:lnTo>
                    <a:pt x="6122562" y="1776781"/>
                  </a:lnTo>
                  <a:lnTo>
                    <a:pt x="6158066" y="1865849"/>
                  </a:lnTo>
                  <a:lnTo>
                    <a:pt x="6193342" y="1953027"/>
                  </a:lnTo>
                  <a:lnTo>
                    <a:pt x="6228343" y="2037820"/>
                  </a:lnTo>
                  <a:lnTo>
                    <a:pt x="6263041" y="2119794"/>
                  </a:lnTo>
                  <a:lnTo>
                    <a:pt x="6297428" y="2198583"/>
                  </a:lnTo>
                  <a:lnTo>
                    <a:pt x="6331518" y="2273892"/>
                  </a:lnTo>
                  <a:lnTo>
                    <a:pt x="6365355" y="2345505"/>
                  </a:lnTo>
                  <a:lnTo>
                    <a:pt x="6399006" y="2413277"/>
                  </a:lnTo>
                  <a:lnTo>
                    <a:pt x="6432573" y="2477134"/>
                  </a:lnTo>
                  <a:lnTo>
                    <a:pt x="6466189" y="2537069"/>
                  </a:lnTo>
                  <a:lnTo>
                    <a:pt x="6500025" y="2593134"/>
                  </a:lnTo>
                  <a:lnTo>
                    <a:pt x="6515891" y="2617913"/>
                  </a:lnTo>
                  <a:lnTo>
                    <a:pt x="6562154" y="2684524"/>
                  </a:lnTo>
                  <a:lnTo>
                    <a:pt x="6609979" y="2744462"/>
                  </a:lnTo>
                  <a:lnTo>
                    <a:pt x="6660109" y="2798067"/>
                  </a:lnTo>
                  <a:lnTo>
                    <a:pt x="6713370" y="2845916"/>
                  </a:lnTo>
                  <a:lnTo>
                    <a:pt x="6770608" y="2888659"/>
                  </a:lnTo>
                  <a:lnTo>
                    <a:pt x="6832613" y="2926923"/>
                  </a:lnTo>
                  <a:lnTo>
                    <a:pt x="6900028" y="2961263"/>
                  </a:lnTo>
                  <a:lnTo>
                    <a:pt x="6973233" y="2992125"/>
                  </a:lnTo>
                  <a:lnTo>
                    <a:pt x="7052184" y="3019838"/>
                  </a:lnTo>
                  <a:lnTo>
                    <a:pt x="7136229" y="3044607"/>
                  </a:lnTo>
                  <a:lnTo>
                    <a:pt x="7223912" y="3066520"/>
                  </a:lnTo>
                  <a:lnTo>
                    <a:pt x="7312852" y="3085569"/>
                  </a:lnTo>
                  <a:lnTo>
                    <a:pt x="7399763" y="3101691"/>
                  </a:lnTo>
                  <a:lnTo>
                    <a:pt x="7480711" y="3114825"/>
                  </a:lnTo>
                  <a:lnTo>
                    <a:pt x="7551666" y="3124985"/>
                  </a:lnTo>
                  <a:lnTo>
                    <a:pt x="7609246" y="3132317"/>
                  </a:lnTo>
                  <a:lnTo>
                    <a:pt x="7651480" y="3137128"/>
                  </a:lnTo>
                  <a:lnTo>
                    <a:pt x="7678336" y="3139878"/>
                  </a:lnTo>
                  <a:lnTo>
                    <a:pt x="7691863" y="3141130"/>
                  </a:lnTo>
                  <a:lnTo>
                    <a:pt x="7696006" y="3141478"/>
                  </a:lnTo>
                  <a:lnTo>
                    <a:pt x="7696237" y="3141496"/>
                  </a:lnTo>
                  <a:lnTo>
                    <a:pt x="8234974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5" name="pl1765"/>
            <p:cNvSpPr/>
            <p:nvPr/>
          </p:nvSpPr>
          <p:spPr>
            <a:xfrm>
              <a:off x="546595" y="1066240"/>
              <a:ext cx="8234974" cy="4252181"/>
            </a:xfrm>
            <a:custGeom>
              <a:avLst/>
              <a:pathLst>
                <a:path w="8234974" h="4252181">
                  <a:moveTo>
                    <a:pt x="8234974" y="3141496"/>
                  </a:move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1" y="97"/>
                  </a:lnTo>
                  <a:lnTo>
                    <a:pt x="3841242" y="795"/>
                  </a:lnTo>
                  <a:lnTo>
                    <a:pt x="3826181" y="2722"/>
                  </a:lnTo>
                  <a:lnTo>
                    <a:pt x="3799227" y="6517"/>
                  </a:lnTo>
                  <a:lnTo>
                    <a:pt x="3759006" y="12769"/>
                  </a:lnTo>
                  <a:lnTo>
                    <a:pt x="3705675" y="21960"/>
                  </a:lnTo>
                  <a:lnTo>
                    <a:pt x="3640809" y="34421"/>
                  </a:lnTo>
                  <a:lnTo>
                    <a:pt x="3567034" y="50318"/>
                  </a:lnTo>
                  <a:lnTo>
                    <a:pt x="3487517" y="69682"/>
                  </a:lnTo>
                  <a:lnTo>
                    <a:pt x="3405438" y="92456"/>
                  </a:lnTo>
                  <a:lnTo>
                    <a:pt x="3323586" y="118567"/>
                  </a:lnTo>
                  <a:lnTo>
                    <a:pt x="3244125" y="147977"/>
                  </a:lnTo>
                  <a:lnTo>
                    <a:pt x="3168522" y="180729"/>
                  </a:lnTo>
                  <a:lnTo>
                    <a:pt x="3097605" y="216975"/>
                  </a:lnTo>
                  <a:lnTo>
                    <a:pt x="3031676" y="256989"/>
                  </a:lnTo>
                  <a:lnTo>
                    <a:pt x="2970640" y="301165"/>
                  </a:lnTo>
                  <a:lnTo>
                    <a:pt x="2914132" y="350014"/>
                  </a:lnTo>
                  <a:lnTo>
                    <a:pt x="2861612" y="404147"/>
                  </a:lnTo>
                  <a:lnTo>
                    <a:pt x="2812447" y="464241"/>
                  </a:lnTo>
                  <a:lnTo>
                    <a:pt x="2765968" y="530996"/>
                  </a:lnTo>
                  <a:lnTo>
                    <a:pt x="2721517" y="605037"/>
                  </a:lnTo>
                  <a:lnTo>
                    <a:pt x="2678494" y="686778"/>
                  </a:lnTo>
                  <a:lnTo>
                    <a:pt x="2667772" y="708696"/>
                  </a:lnTo>
                  <a:lnTo>
                    <a:pt x="2637925" y="772877"/>
                  </a:lnTo>
                  <a:lnTo>
                    <a:pt x="2608339" y="841029"/>
                  </a:lnTo>
                  <a:lnTo>
                    <a:pt x="2578881" y="913231"/>
                  </a:lnTo>
                  <a:lnTo>
                    <a:pt x="2549441" y="989522"/>
                  </a:lnTo>
                  <a:lnTo>
                    <a:pt x="2519932" y="1069887"/>
                  </a:lnTo>
                  <a:lnTo>
                    <a:pt x="2490286" y="1154261"/>
                  </a:lnTo>
                  <a:lnTo>
                    <a:pt x="2460452" y="1242522"/>
                  </a:lnTo>
                  <a:lnTo>
                    <a:pt x="2430398" y="1334488"/>
                  </a:lnTo>
                  <a:lnTo>
                    <a:pt x="2400108" y="1429920"/>
                  </a:lnTo>
                  <a:lnTo>
                    <a:pt x="2369578" y="1528515"/>
                  </a:lnTo>
                  <a:lnTo>
                    <a:pt x="2338820" y="1629915"/>
                  </a:lnTo>
                  <a:lnTo>
                    <a:pt x="2307856" y="1733710"/>
                  </a:lnTo>
                  <a:lnTo>
                    <a:pt x="2276719" y="1839441"/>
                  </a:lnTo>
                  <a:lnTo>
                    <a:pt x="2245450" y="1946610"/>
                  </a:lnTo>
                  <a:lnTo>
                    <a:pt x="2214095" y="2054691"/>
                  </a:lnTo>
                  <a:lnTo>
                    <a:pt x="2182706" y="2163137"/>
                  </a:lnTo>
                  <a:lnTo>
                    <a:pt x="2151334" y="2271393"/>
                  </a:lnTo>
                  <a:lnTo>
                    <a:pt x="2120033" y="2378909"/>
                  </a:lnTo>
                  <a:lnTo>
                    <a:pt x="2088849" y="2485151"/>
                  </a:lnTo>
                  <a:lnTo>
                    <a:pt x="2057826" y="2589611"/>
                  </a:lnTo>
                  <a:lnTo>
                    <a:pt x="2027000" y="2691818"/>
                  </a:lnTo>
                  <a:lnTo>
                    <a:pt x="1996396" y="2791343"/>
                  </a:lnTo>
                  <a:lnTo>
                    <a:pt x="1966029" y="2887812"/>
                  </a:lnTo>
                  <a:lnTo>
                    <a:pt x="1935902" y="2980905"/>
                  </a:lnTo>
                  <a:lnTo>
                    <a:pt x="1906001" y="3070363"/>
                  </a:lnTo>
                  <a:lnTo>
                    <a:pt x="1876300" y="3155985"/>
                  </a:lnTo>
                  <a:lnTo>
                    <a:pt x="1846753" y="3237630"/>
                  </a:lnTo>
                  <a:lnTo>
                    <a:pt x="1817300" y="3315216"/>
                  </a:lnTo>
                  <a:lnTo>
                    <a:pt x="1787859" y="3388712"/>
                  </a:lnTo>
                  <a:lnTo>
                    <a:pt x="1758327" y="3458141"/>
                  </a:lnTo>
                  <a:lnTo>
                    <a:pt x="1728578" y="3523569"/>
                  </a:lnTo>
                  <a:lnTo>
                    <a:pt x="1719082" y="3543484"/>
                  </a:lnTo>
                  <a:lnTo>
                    <a:pt x="1676339" y="3627193"/>
                  </a:lnTo>
                  <a:lnTo>
                    <a:pt x="1632302" y="3703157"/>
                  </a:lnTo>
                  <a:lnTo>
                    <a:pt x="1586397" y="3771702"/>
                  </a:lnTo>
                  <a:lnTo>
                    <a:pt x="1537976" y="3833417"/>
                  </a:lnTo>
                  <a:lnTo>
                    <a:pt x="1486367" y="3888992"/>
                  </a:lnTo>
                  <a:lnTo>
                    <a:pt x="1430924" y="3939117"/>
                  </a:lnTo>
                  <a:lnTo>
                    <a:pt x="1371077" y="3984423"/>
                  </a:lnTo>
                  <a:lnTo>
                    <a:pt x="1306407" y="4025448"/>
                  </a:lnTo>
                  <a:lnTo>
                    <a:pt x="1236742" y="4062617"/>
                  </a:lnTo>
                  <a:lnTo>
                    <a:pt x="1162270" y="4096235"/>
                  </a:lnTo>
                  <a:lnTo>
                    <a:pt x="1083673" y="4126482"/>
                  </a:lnTo>
                  <a:lnTo>
                    <a:pt x="1002250" y="4153429"/>
                  </a:lnTo>
                  <a:lnTo>
                    <a:pt x="919987" y="4177054"/>
                  </a:lnTo>
                  <a:lnTo>
                    <a:pt x="839530" y="4197288"/>
                  </a:lnTo>
                  <a:lnTo>
                    <a:pt x="763994" y="4214064"/>
                  </a:lnTo>
                  <a:lnTo>
                    <a:pt x="696594" y="4227385"/>
                  </a:lnTo>
                  <a:lnTo>
                    <a:pt x="640146" y="4237379"/>
                  </a:lnTo>
                  <a:lnTo>
                    <a:pt x="596532" y="4244335"/>
                  </a:lnTo>
                  <a:lnTo>
                    <a:pt x="566290" y="4248699"/>
                  </a:lnTo>
                  <a:lnTo>
                    <a:pt x="548432" y="4251039"/>
                  </a:lnTo>
                  <a:lnTo>
                    <a:pt x="540497" y="4251987"/>
                  </a:lnTo>
                  <a:lnTo>
                    <a:pt x="538751" y="4252179"/>
                  </a:lnTo>
                  <a:lnTo>
                    <a:pt x="538736" y="4252181"/>
                  </a:lnTo>
                  <a:lnTo>
                    <a:pt x="0" y="4252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6" name="pg1766"/>
            <p:cNvSpPr/>
            <p:nvPr/>
          </p:nvSpPr>
          <p:spPr>
            <a:xfrm>
              <a:off x="546595" y="1082573"/>
              <a:ext cx="8234974" cy="4246736"/>
            </a:xfrm>
            <a:custGeom>
              <a:avLst/>
              <a:pathLst>
                <a:path w="8234974" h="4246736">
                  <a:moveTo>
                    <a:pt x="0" y="4246736"/>
                  </a:moveTo>
                  <a:lnTo>
                    <a:pt x="538736" y="4246736"/>
                  </a:lnTo>
                  <a:lnTo>
                    <a:pt x="539644" y="4246639"/>
                  </a:lnTo>
                  <a:lnTo>
                    <a:pt x="545619" y="4245942"/>
                  </a:lnTo>
                  <a:lnTo>
                    <a:pt x="560694" y="4244018"/>
                  </a:lnTo>
                  <a:lnTo>
                    <a:pt x="587671" y="4240229"/>
                  </a:lnTo>
                  <a:lnTo>
                    <a:pt x="627925" y="4233987"/>
                  </a:lnTo>
                  <a:lnTo>
                    <a:pt x="681295" y="4224811"/>
                  </a:lnTo>
                  <a:lnTo>
                    <a:pt x="746204" y="4212371"/>
                  </a:lnTo>
                  <a:lnTo>
                    <a:pt x="820020" y="4196501"/>
                  </a:lnTo>
                  <a:lnTo>
                    <a:pt x="899575" y="4177171"/>
                  </a:lnTo>
                  <a:lnTo>
                    <a:pt x="981684" y="4154437"/>
                  </a:lnTo>
                  <a:lnTo>
                    <a:pt x="1063557" y="4128374"/>
                  </a:lnTo>
                  <a:lnTo>
                    <a:pt x="1143032" y="4099018"/>
                  </a:lnTo>
                  <a:lnTo>
                    <a:pt x="1218641" y="4066325"/>
                  </a:lnTo>
                  <a:lnTo>
                    <a:pt x="1289559" y="4030144"/>
                  </a:lnTo>
                  <a:lnTo>
                    <a:pt x="1355487" y="3990201"/>
                  </a:lnTo>
                  <a:lnTo>
                    <a:pt x="1416518" y="3946102"/>
                  </a:lnTo>
                  <a:lnTo>
                    <a:pt x="1473022" y="3897335"/>
                  </a:lnTo>
                  <a:lnTo>
                    <a:pt x="1525539" y="3843292"/>
                  </a:lnTo>
                  <a:lnTo>
                    <a:pt x="1574701" y="3783295"/>
                  </a:lnTo>
                  <a:lnTo>
                    <a:pt x="1621180" y="3716645"/>
                  </a:lnTo>
                  <a:lnTo>
                    <a:pt x="1665634" y="3642720"/>
                  </a:lnTo>
                  <a:lnTo>
                    <a:pt x="1708663" y="3561107"/>
                  </a:lnTo>
                  <a:lnTo>
                    <a:pt x="1719082" y="3539854"/>
                  </a:lnTo>
                  <a:lnTo>
                    <a:pt x="1748964" y="3475762"/>
                  </a:lnTo>
                  <a:lnTo>
                    <a:pt x="1778583" y="3407699"/>
                  </a:lnTo>
                  <a:lnTo>
                    <a:pt x="1808075" y="3335587"/>
                  </a:lnTo>
                  <a:lnTo>
                    <a:pt x="1837549" y="3259388"/>
                  </a:lnTo>
                  <a:lnTo>
                    <a:pt x="1867093" y="3179115"/>
                  </a:lnTo>
                  <a:lnTo>
                    <a:pt x="1896775" y="3094835"/>
                  </a:lnTo>
                  <a:lnTo>
                    <a:pt x="1926644" y="3006670"/>
                  </a:lnTo>
                  <a:lnTo>
                    <a:pt x="1956735" y="2914802"/>
                  </a:lnTo>
                  <a:lnTo>
                    <a:pt x="1987062" y="2819473"/>
                  </a:lnTo>
                  <a:lnTo>
                    <a:pt x="2017630" y="2720984"/>
                  </a:lnTo>
                  <a:lnTo>
                    <a:pt x="2048426" y="2619695"/>
                  </a:lnTo>
                  <a:lnTo>
                    <a:pt x="2079428" y="2516018"/>
                  </a:lnTo>
                  <a:lnTo>
                    <a:pt x="2110604" y="2410412"/>
                  </a:lnTo>
                  <a:lnTo>
                    <a:pt x="2141911" y="2303376"/>
                  </a:lnTo>
                  <a:lnTo>
                    <a:pt x="2173303" y="2195437"/>
                  </a:lnTo>
                  <a:lnTo>
                    <a:pt x="2204728" y="2087143"/>
                  </a:lnTo>
                  <a:lnTo>
                    <a:pt x="2236135" y="1979048"/>
                  </a:lnTo>
                  <a:lnTo>
                    <a:pt x="2267471" y="1871704"/>
                  </a:lnTo>
                  <a:lnTo>
                    <a:pt x="2298687" y="1765644"/>
                  </a:lnTo>
                  <a:lnTo>
                    <a:pt x="2329742" y="1661377"/>
                  </a:lnTo>
                  <a:lnTo>
                    <a:pt x="2360599" y="1559374"/>
                  </a:lnTo>
                  <a:lnTo>
                    <a:pt x="2391232" y="1460060"/>
                  </a:lnTo>
                  <a:lnTo>
                    <a:pt x="2421628" y="1363811"/>
                  </a:lnTo>
                  <a:lnTo>
                    <a:pt x="2451784" y="1270944"/>
                  </a:lnTo>
                  <a:lnTo>
                    <a:pt x="2481713" y="1181718"/>
                  </a:lnTo>
                  <a:lnTo>
                    <a:pt x="2511443" y="1096332"/>
                  </a:lnTo>
                  <a:lnTo>
                    <a:pt x="2541019" y="1014925"/>
                  </a:lnTo>
                  <a:lnTo>
                    <a:pt x="2570505" y="937579"/>
                  </a:lnTo>
                  <a:lnTo>
                    <a:pt x="2599982" y="864320"/>
                  </a:lnTo>
                  <a:lnTo>
                    <a:pt x="2629553" y="795127"/>
                  </a:lnTo>
                  <a:lnTo>
                    <a:pt x="2659346" y="729930"/>
                  </a:lnTo>
                  <a:lnTo>
                    <a:pt x="2667772" y="712326"/>
                  </a:lnTo>
                  <a:lnTo>
                    <a:pt x="2710530" y="628805"/>
                  </a:lnTo>
                  <a:lnTo>
                    <a:pt x="2754582" y="553015"/>
                  </a:lnTo>
                  <a:lnTo>
                    <a:pt x="2800503" y="484630"/>
                  </a:lnTo>
                  <a:lnTo>
                    <a:pt x="2848943" y="423060"/>
                  </a:lnTo>
                  <a:lnTo>
                    <a:pt x="2900574" y="367618"/>
                  </a:lnTo>
                  <a:lnTo>
                    <a:pt x="2956043" y="317614"/>
                  </a:lnTo>
                  <a:lnTo>
                    <a:pt x="3015919" y="272418"/>
                  </a:lnTo>
                  <a:lnTo>
                    <a:pt x="3080621" y="231495"/>
                  </a:lnTo>
                  <a:lnTo>
                    <a:pt x="3150322" y="194419"/>
                  </a:lnTo>
                  <a:lnTo>
                    <a:pt x="3224833" y="160887"/>
                  </a:lnTo>
                  <a:lnTo>
                    <a:pt x="3303467" y="130719"/>
                  </a:lnTo>
                  <a:lnTo>
                    <a:pt x="3384925" y="103845"/>
                  </a:lnTo>
                  <a:lnTo>
                    <a:pt x="3467212" y="80286"/>
                  </a:lnTo>
                  <a:lnTo>
                    <a:pt x="3547680" y="60113"/>
                  </a:lnTo>
                  <a:lnTo>
                    <a:pt x="3623210" y="43390"/>
                  </a:lnTo>
                  <a:lnTo>
                    <a:pt x="3690583" y="30116"/>
                  </a:lnTo>
                  <a:lnTo>
                    <a:pt x="3746985" y="20162"/>
                  </a:lnTo>
                  <a:lnTo>
                    <a:pt x="3790537" y="13238"/>
                  </a:lnTo>
                  <a:lnTo>
                    <a:pt x="3820710" y="8897"/>
                  </a:lnTo>
                  <a:lnTo>
                    <a:pt x="3838503" y="6573"/>
                  </a:lnTo>
                  <a:lnTo>
                    <a:pt x="3846385" y="563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6" y="5529"/>
                  </a:lnTo>
                  <a:lnTo>
                    <a:pt x="4394202" y="6134"/>
                  </a:lnTo>
                  <a:lnTo>
                    <a:pt x="4410256" y="7806"/>
                  </a:lnTo>
                  <a:lnTo>
                    <a:pt x="4438905" y="11096"/>
                  </a:lnTo>
                  <a:lnTo>
                    <a:pt x="4481489" y="16510"/>
                  </a:lnTo>
                  <a:lnTo>
                    <a:pt x="4537670" y="24453"/>
                  </a:lnTo>
                  <a:lnTo>
                    <a:pt x="4605596" y="35193"/>
                  </a:lnTo>
                  <a:lnTo>
                    <a:pt x="4682332" y="48854"/>
                  </a:lnTo>
                  <a:lnTo>
                    <a:pt x="4764450" y="65447"/>
                  </a:lnTo>
                  <a:lnTo>
                    <a:pt x="4848597" y="84916"/>
                  </a:lnTo>
                  <a:lnTo>
                    <a:pt x="4931922" y="107199"/>
                  </a:lnTo>
                  <a:lnTo>
                    <a:pt x="5012287" y="132279"/>
                  </a:lnTo>
                  <a:lnTo>
                    <a:pt x="5088312" y="160216"/>
                  </a:lnTo>
                  <a:lnTo>
                    <a:pt x="5159287" y="191173"/>
                  </a:lnTo>
                  <a:lnTo>
                    <a:pt x="5225035" y="225419"/>
                  </a:lnTo>
                  <a:lnTo>
                    <a:pt x="5285769" y="263331"/>
                  </a:lnTo>
                  <a:lnTo>
                    <a:pt x="5341956" y="305385"/>
                  </a:lnTo>
                  <a:lnTo>
                    <a:pt x="5394221" y="352135"/>
                  </a:lnTo>
                  <a:lnTo>
                    <a:pt x="5443264" y="404184"/>
                  </a:lnTo>
                  <a:lnTo>
                    <a:pt x="5489803" y="462122"/>
                  </a:lnTo>
                  <a:lnTo>
                    <a:pt x="5534520" y="526425"/>
                  </a:lnTo>
                  <a:lnTo>
                    <a:pt x="5567201" y="578935"/>
                  </a:lnTo>
                  <a:lnTo>
                    <a:pt x="5599938" y="636098"/>
                  </a:lnTo>
                  <a:lnTo>
                    <a:pt x="5632377" y="697140"/>
                  </a:lnTo>
                  <a:lnTo>
                    <a:pt x="5664689" y="762139"/>
                  </a:lnTo>
                  <a:lnTo>
                    <a:pt x="5697012" y="831121"/>
                  </a:lnTo>
                  <a:lnTo>
                    <a:pt x="5729453" y="904056"/>
                  </a:lnTo>
                  <a:lnTo>
                    <a:pt x="5762091" y="980844"/>
                  </a:lnTo>
                  <a:lnTo>
                    <a:pt x="5794979" y="1061324"/>
                  </a:lnTo>
                  <a:lnTo>
                    <a:pt x="5828148" y="1145259"/>
                  </a:lnTo>
                  <a:lnTo>
                    <a:pt x="5861606" y="1232347"/>
                  </a:lnTo>
                  <a:lnTo>
                    <a:pt x="5895340" y="1322213"/>
                  </a:lnTo>
                  <a:lnTo>
                    <a:pt x="5929323" y="1414423"/>
                  </a:lnTo>
                  <a:lnTo>
                    <a:pt x="5963511" y="1508486"/>
                  </a:lnTo>
                  <a:lnTo>
                    <a:pt x="5997850" y="1603866"/>
                  </a:lnTo>
                  <a:lnTo>
                    <a:pt x="6032275" y="1699993"/>
                  </a:lnTo>
                  <a:lnTo>
                    <a:pt x="6066719" y="1796280"/>
                  </a:lnTo>
                  <a:lnTo>
                    <a:pt x="6101112" y="1892134"/>
                  </a:lnTo>
                  <a:lnTo>
                    <a:pt x="6135388" y="1986974"/>
                  </a:lnTo>
                  <a:lnTo>
                    <a:pt x="6169488" y="2080246"/>
                  </a:lnTo>
                  <a:lnTo>
                    <a:pt x="6203361" y="2171432"/>
                  </a:lnTo>
                  <a:lnTo>
                    <a:pt x="6236970" y="2260066"/>
                  </a:lnTo>
                  <a:lnTo>
                    <a:pt x="6270295" y="2345740"/>
                  </a:lnTo>
                  <a:lnTo>
                    <a:pt x="6303332" y="2428114"/>
                  </a:lnTo>
                  <a:lnTo>
                    <a:pt x="6336099" y="2506914"/>
                  </a:lnTo>
                  <a:lnTo>
                    <a:pt x="6368638" y="2581939"/>
                  </a:lnTo>
                  <a:lnTo>
                    <a:pt x="6401013" y="2653057"/>
                  </a:lnTo>
                  <a:lnTo>
                    <a:pt x="6433316" y="2720201"/>
                  </a:lnTo>
                  <a:lnTo>
                    <a:pt x="6465668" y="2783366"/>
                  </a:lnTo>
                  <a:lnTo>
                    <a:pt x="6498220" y="2842604"/>
                  </a:lnTo>
                  <a:lnTo>
                    <a:pt x="6515891" y="2872899"/>
                  </a:lnTo>
                  <a:lnTo>
                    <a:pt x="6559638" y="2942132"/>
                  </a:lnTo>
                  <a:lnTo>
                    <a:pt x="6604751" y="3004807"/>
                  </a:lnTo>
                  <a:lnTo>
                    <a:pt x="6651851" y="3061218"/>
                  </a:lnTo>
                  <a:lnTo>
                    <a:pt x="6701633" y="3111883"/>
                  </a:lnTo>
                  <a:lnTo>
                    <a:pt x="6754817" y="3157401"/>
                  </a:lnTo>
                  <a:lnTo>
                    <a:pt x="6812089" y="3198368"/>
                  </a:lnTo>
                  <a:lnTo>
                    <a:pt x="6874042" y="3235321"/>
                  </a:lnTo>
                  <a:lnTo>
                    <a:pt x="6941093" y="3268711"/>
                  </a:lnTo>
                  <a:lnTo>
                    <a:pt x="7013367" y="3298891"/>
                  </a:lnTo>
                  <a:lnTo>
                    <a:pt x="7090571" y="3326102"/>
                  </a:lnTo>
                  <a:lnTo>
                    <a:pt x="7171836" y="3350479"/>
                  </a:lnTo>
                  <a:lnTo>
                    <a:pt x="7255597" y="3372061"/>
                  </a:lnTo>
                  <a:lnTo>
                    <a:pt x="7339529" y="3390816"/>
                  </a:lnTo>
                  <a:lnTo>
                    <a:pt x="7420625" y="3406678"/>
                  </a:lnTo>
                  <a:lnTo>
                    <a:pt x="7495467" y="3419603"/>
                  </a:lnTo>
                  <a:lnTo>
                    <a:pt x="7560693" y="3429625"/>
                  </a:lnTo>
                  <a:lnTo>
                    <a:pt x="7613589" y="3436903"/>
                  </a:lnTo>
                  <a:lnTo>
                    <a:pt x="7652648" y="3441742"/>
                  </a:lnTo>
                  <a:lnTo>
                    <a:pt x="7677951" y="3444577"/>
                  </a:lnTo>
                  <a:lnTo>
                    <a:pt x="7691251" y="3445930"/>
                  </a:lnTo>
                  <a:lnTo>
                    <a:pt x="7695823" y="3446354"/>
                  </a:lnTo>
                  <a:lnTo>
                    <a:pt x="7696237" y="3446390"/>
                  </a:lnTo>
                  <a:lnTo>
                    <a:pt x="8234974" y="3446390"/>
                  </a:lnTo>
                  <a:lnTo>
                    <a:pt x="8234974" y="3440945"/>
                  </a:lnTo>
                  <a:lnTo>
                    <a:pt x="7696237" y="3440945"/>
                  </a:lnTo>
                  <a:lnTo>
                    <a:pt x="7695267" y="3440860"/>
                  </a:lnTo>
                  <a:lnTo>
                    <a:pt x="7688890" y="3440255"/>
                  </a:lnTo>
                  <a:lnTo>
                    <a:pt x="7672836" y="3438583"/>
                  </a:lnTo>
                  <a:lnTo>
                    <a:pt x="7644188" y="3435293"/>
                  </a:lnTo>
                  <a:lnTo>
                    <a:pt x="7601604" y="3429879"/>
                  </a:lnTo>
                  <a:lnTo>
                    <a:pt x="7545422" y="3421936"/>
                  </a:lnTo>
                  <a:lnTo>
                    <a:pt x="7477496" y="3411196"/>
                  </a:lnTo>
                  <a:lnTo>
                    <a:pt x="7400760" y="3397535"/>
                  </a:lnTo>
                  <a:lnTo>
                    <a:pt x="7318643" y="3380942"/>
                  </a:lnTo>
                  <a:lnTo>
                    <a:pt x="7234495" y="3361474"/>
                  </a:lnTo>
                  <a:lnTo>
                    <a:pt x="7151171" y="3339190"/>
                  </a:lnTo>
                  <a:lnTo>
                    <a:pt x="7070805" y="3314110"/>
                  </a:lnTo>
                  <a:lnTo>
                    <a:pt x="6994780" y="3286173"/>
                  </a:lnTo>
                  <a:lnTo>
                    <a:pt x="6923805" y="3255216"/>
                  </a:lnTo>
                  <a:lnTo>
                    <a:pt x="6858057" y="3220970"/>
                  </a:lnTo>
                  <a:lnTo>
                    <a:pt x="6797324" y="3183058"/>
                  </a:lnTo>
                  <a:lnTo>
                    <a:pt x="6741136" y="3141005"/>
                  </a:lnTo>
                  <a:lnTo>
                    <a:pt x="6688872" y="3094254"/>
                  </a:lnTo>
                  <a:lnTo>
                    <a:pt x="6639829" y="3042205"/>
                  </a:lnTo>
                  <a:lnTo>
                    <a:pt x="6593290" y="2984267"/>
                  </a:lnTo>
                  <a:lnTo>
                    <a:pt x="6548573" y="2919964"/>
                  </a:lnTo>
                  <a:lnTo>
                    <a:pt x="6515891" y="2867454"/>
                  </a:lnTo>
                  <a:lnTo>
                    <a:pt x="6483154" y="2810291"/>
                  </a:lnTo>
                  <a:lnTo>
                    <a:pt x="6450716" y="2749249"/>
                  </a:lnTo>
                  <a:lnTo>
                    <a:pt x="6418403" y="2684250"/>
                  </a:lnTo>
                  <a:lnTo>
                    <a:pt x="6386080" y="2615268"/>
                  </a:lnTo>
                  <a:lnTo>
                    <a:pt x="6353639" y="2542334"/>
                  </a:lnTo>
                  <a:lnTo>
                    <a:pt x="6321001" y="2465545"/>
                  </a:lnTo>
                  <a:lnTo>
                    <a:pt x="6288113" y="2385065"/>
                  </a:lnTo>
                  <a:lnTo>
                    <a:pt x="6254944" y="2301130"/>
                  </a:lnTo>
                  <a:lnTo>
                    <a:pt x="6221487" y="2214042"/>
                  </a:lnTo>
                  <a:lnTo>
                    <a:pt x="6187752" y="2124176"/>
                  </a:lnTo>
                  <a:lnTo>
                    <a:pt x="6153769" y="2031966"/>
                  </a:lnTo>
                  <a:lnTo>
                    <a:pt x="6119581" y="1937903"/>
                  </a:lnTo>
                  <a:lnTo>
                    <a:pt x="6085243" y="1842523"/>
                  </a:lnTo>
                  <a:lnTo>
                    <a:pt x="6050818" y="1746396"/>
                  </a:lnTo>
                  <a:lnTo>
                    <a:pt x="6016374" y="1650110"/>
                  </a:lnTo>
                  <a:lnTo>
                    <a:pt x="5981980" y="1554255"/>
                  </a:lnTo>
                  <a:lnTo>
                    <a:pt x="5947704" y="1459415"/>
                  </a:lnTo>
                  <a:lnTo>
                    <a:pt x="5913604" y="1366143"/>
                  </a:lnTo>
                  <a:lnTo>
                    <a:pt x="5879731" y="1274957"/>
                  </a:lnTo>
                  <a:lnTo>
                    <a:pt x="5846122" y="1186323"/>
                  </a:lnTo>
                  <a:lnTo>
                    <a:pt x="5812798" y="1100649"/>
                  </a:lnTo>
                  <a:lnTo>
                    <a:pt x="5779761" y="1018276"/>
                  </a:lnTo>
                  <a:lnTo>
                    <a:pt x="5746993" y="939475"/>
                  </a:lnTo>
                  <a:lnTo>
                    <a:pt x="5714454" y="864450"/>
                  </a:lnTo>
                  <a:lnTo>
                    <a:pt x="5682079" y="793332"/>
                  </a:lnTo>
                  <a:lnTo>
                    <a:pt x="5649776" y="726189"/>
                  </a:lnTo>
                  <a:lnTo>
                    <a:pt x="5617425" y="663023"/>
                  </a:lnTo>
                  <a:lnTo>
                    <a:pt x="5584872" y="603785"/>
                  </a:lnTo>
                  <a:lnTo>
                    <a:pt x="5567201" y="573490"/>
                  </a:lnTo>
                  <a:lnTo>
                    <a:pt x="5523455" y="504257"/>
                  </a:lnTo>
                  <a:lnTo>
                    <a:pt x="5478341" y="441582"/>
                  </a:lnTo>
                  <a:lnTo>
                    <a:pt x="5431242" y="385171"/>
                  </a:lnTo>
                  <a:lnTo>
                    <a:pt x="5381459" y="334506"/>
                  </a:lnTo>
                  <a:lnTo>
                    <a:pt x="5328276" y="288988"/>
                  </a:lnTo>
                  <a:lnTo>
                    <a:pt x="5271004" y="248021"/>
                  </a:lnTo>
                  <a:lnTo>
                    <a:pt x="5209050" y="211068"/>
                  </a:lnTo>
                  <a:lnTo>
                    <a:pt x="5142000" y="177678"/>
                  </a:lnTo>
                  <a:lnTo>
                    <a:pt x="5069725" y="147498"/>
                  </a:lnTo>
                  <a:lnTo>
                    <a:pt x="4992522" y="120287"/>
                  </a:lnTo>
                  <a:lnTo>
                    <a:pt x="4911256" y="95910"/>
                  </a:lnTo>
                  <a:lnTo>
                    <a:pt x="4827495" y="74328"/>
                  </a:lnTo>
                  <a:lnTo>
                    <a:pt x="4743564" y="55573"/>
                  </a:lnTo>
                  <a:lnTo>
                    <a:pt x="4662468" y="39711"/>
                  </a:lnTo>
                  <a:lnTo>
                    <a:pt x="4587626" y="26787"/>
                  </a:lnTo>
                  <a:lnTo>
                    <a:pt x="4522399" y="16764"/>
                  </a:lnTo>
                  <a:lnTo>
                    <a:pt x="4469504" y="9486"/>
                  </a:lnTo>
                  <a:lnTo>
                    <a:pt x="4430444" y="4647"/>
                  </a:lnTo>
                  <a:lnTo>
                    <a:pt x="4405141" y="1812"/>
                  </a:lnTo>
                  <a:lnTo>
                    <a:pt x="4391842" y="459"/>
                  </a:lnTo>
                  <a:lnTo>
                    <a:pt x="4387270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0" y="97"/>
                  </a:lnTo>
                  <a:lnTo>
                    <a:pt x="3841235" y="793"/>
                  </a:lnTo>
                  <a:lnTo>
                    <a:pt x="3826161" y="2718"/>
                  </a:lnTo>
                  <a:lnTo>
                    <a:pt x="3799184" y="6507"/>
                  </a:lnTo>
                  <a:lnTo>
                    <a:pt x="3758930" y="12749"/>
                  </a:lnTo>
                  <a:lnTo>
                    <a:pt x="3705560" y="21925"/>
                  </a:lnTo>
                  <a:lnTo>
                    <a:pt x="3640651" y="34365"/>
                  </a:lnTo>
                  <a:lnTo>
                    <a:pt x="3566834" y="50235"/>
                  </a:lnTo>
                  <a:lnTo>
                    <a:pt x="3487280" y="69564"/>
                  </a:lnTo>
                  <a:lnTo>
                    <a:pt x="3405171" y="92298"/>
                  </a:lnTo>
                  <a:lnTo>
                    <a:pt x="3323298" y="118362"/>
                  </a:lnTo>
                  <a:lnTo>
                    <a:pt x="3243823" y="147718"/>
                  </a:lnTo>
                  <a:lnTo>
                    <a:pt x="3168213" y="180411"/>
                  </a:lnTo>
                  <a:lnTo>
                    <a:pt x="3097295" y="216592"/>
                  </a:lnTo>
                  <a:lnTo>
                    <a:pt x="3031368" y="256535"/>
                  </a:lnTo>
                  <a:lnTo>
                    <a:pt x="2970336" y="300634"/>
                  </a:lnTo>
                  <a:lnTo>
                    <a:pt x="2913832" y="349400"/>
                  </a:lnTo>
                  <a:lnTo>
                    <a:pt x="2861316" y="403443"/>
                  </a:lnTo>
                  <a:lnTo>
                    <a:pt x="2812154" y="463441"/>
                  </a:lnTo>
                  <a:lnTo>
                    <a:pt x="2765675" y="530090"/>
                  </a:lnTo>
                  <a:lnTo>
                    <a:pt x="2721220" y="604016"/>
                  </a:lnTo>
                  <a:lnTo>
                    <a:pt x="2678192" y="685628"/>
                  </a:lnTo>
                  <a:lnTo>
                    <a:pt x="2667772" y="706882"/>
                  </a:lnTo>
                  <a:lnTo>
                    <a:pt x="2637891" y="770974"/>
                  </a:lnTo>
                  <a:lnTo>
                    <a:pt x="2608271" y="839036"/>
                  </a:lnTo>
                  <a:lnTo>
                    <a:pt x="2578779" y="911149"/>
                  </a:lnTo>
                  <a:lnTo>
                    <a:pt x="2549306" y="987348"/>
                  </a:lnTo>
                  <a:lnTo>
                    <a:pt x="2519762" y="1067621"/>
                  </a:lnTo>
                  <a:lnTo>
                    <a:pt x="2490080" y="1151901"/>
                  </a:lnTo>
                  <a:lnTo>
                    <a:pt x="2460210" y="1240066"/>
                  </a:lnTo>
                  <a:lnTo>
                    <a:pt x="2430120" y="1331934"/>
                  </a:lnTo>
                  <a:lnTo>
                    <a:pt x="2399792" y="1427263"/>
                  </a:lnTo>
                  <a:lnTo>
                    <a:pt x="2369225" y="1525751"/>
                  </a:lnTo>
                  <a:lnTo>
                    <a:pt x="2338428" y="1627040"/>
                  </a:lnTo>
                  <a:lnTo>
                    <a:pt x="2307426" y="1730717"/>
                  </a:lnTo>
                  <a:lnTo>
                    <a:pt x="2276251" y="1836324"/>
                  </a:lnTo>
                  <a:lnTo>
                    <a:pt x="2244944" y="1943360"/>
                  </a:lnTo>
                  <a:lnTo>
                    <a:pt x="2213552" y="2051299"/>
                  </a:lnTo>
                  <a:lnTo>
                    <a:pt x="2182126" y="2159593"/>
                  </a:lnTo>
                  <a:lnTo>
                    <a:pt x="2150720" y="2267688"/>
                  </a:lnTo>
                  <a:lnTo>
                    <a:pt x="2119384" y="2375032"/>
                  </a:lnTo>
                  <a:lnTo>
                    <a:pt x="2088167" y="2481091"/>
                  </a:lnTo>
                  <a:lnTo>
                    <a:pt x="2057113" y="2585358"/>
                  </a:lnTo>
                  <a:lnTo>
                    <a:pt x="2026256" y="2687362"/>
                  </a:lnTo>
                  <a:lnTo>
                    <a:pt x="1995622" y="2786675"/>
                  </a:lnTo>
                  <a:lnTo>
                    <a:pt x="1965227" y="2882925"/>
                  </a:lnTo>
                  <a:lnTo>
                    <a:pt x="1935071" y="2975792"/>
                  </a:lnTo>
                  <a:lnTo>
                    <a:pt x="1905142" y="3065017"/>
                  </a:lnTo>
                  <a:lnTo>
                    <a:pt x="1875412" y="3150403"/>
                  </a:lnTo>
                  <a:lnTo>
                    <a:pt x="1845835" y="3231810"/>
                  </a:lnTo>
                  <a:lnTo>
                    <a:pt x="1816350" y="3309157"/>
                  </a:lnTo>
                  <a:lnTo>
                    <a:pt x="1786873" y="3382416"/>
                  </a:lnTo>
                  <a:lnTo>
                    <a:pt x="1757302" y="3451609"/>
                  </a:lnTo>
                  <a:lnTo>
                    <a:pt x="1727509" y="3516806"/>
                  </a:lnTo>
                  <a:lnTo>
                    <a:pt x="1719082" y="3534410"/>
                  </a:lnTo>
                  <a:lnTo>
                    <a:pt x="1676325" y="3617931"/>
                  </a:lnTo>
                  <a:lnTo>
                    <a:pt x="1632273" y="3693721"/>
                  </a:lnTo>
                  <a:lnTo>
                    <a:pt x="1586351" y="3762106"/>
                  </a:lnTo>
                  <a:lnTo>
                    <a:pt x="1537911" y="3823676"/>
                  </a:lnTo>
                  <a:lnTo>
                    <a:pt x="1486281" y="3879118"/>
                  </a:lnTo>
                  <a:lnTo>
                    <a:pt x="1430812" y="3929122"/>
                  </a:lnTo>
                  <a:lnTo>
                    <a:pt x="1370936" y="3974317"/>
                  </a:lnTo>
                  <a:lnTo>
                    <a:pt x="1306233" y="4015241"/>
                  </a:lnTo>
                  <a:lnTo>
                    <a:pt x="1236532" y="4052317"/>
                  </a:lnTo>
                  <a:lnTo>
                    <a:pt x="1162022" y="4085848"/>
                  </a:lnTo>
                  <a:lnTo>
                    <a:pt x="1083387" y="4116017"/>
                  </a:lnTo>
                  <a:lnTo>
                    <a:pt x="1001930" y="4142891"/>
                  </a:lnTo>
                  <a:lnTo>
                    <a:pt x="919642" y="4166450"/>
                  </a:lnTo>
                  <a:lnTo>
                    <a:pt x="839174" y="4186623"/>
                  </a:lnTo>
                  <a:lnTo>
                    <a:pt x="763644" y="4203345"/>
                  </a:lnTo>
                  <a:lnTo>
                    <a:pt x="696271" y="4216619"/>
                  </a:lnTo>
                  <a:lnTo>
                    <a:pt x="639870" y="4226574"/>
                  </a:lnTo>
                  <a:lnTo>
                    <a:pt x="596317" y="4233498"/>
                  </a:lnTo>
                  <a:lnTo>
                    <a:pt x="566144" y="4237838"/>
                  </a:lnTo>
                  <a:lnTo>
                    <a:pt x="548352" y="4240163"/>
                  </a:lnTo>
                  <a:lnTo>
                    <a:pt x="540469" y="4241102"/>
                  </a:lnTo>
                  <a:lnTo>
                    <a:pt x="538736" y="4241292"/>
                  </a:lnTo>
                  <a:lnTo>
                    <a:pt x="0" y="4241292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67" name="pl1767"/>
            <p:cNvSpPr/>
            <p:nvPr/>
          </p:nvSpPr>
          <p:spPr>
            <a:xfrm>
              <a:off x="546595" y="1088018"/>
              <a:ext cx="8234974" cy="4241292"/>
            </a:xfrm>
            <a:custGeom>
              <a:avLst/>
              <a:pathLst>
                <a:path w="8234974" h="4241292">
                  <a:moveTo>
                    <a:pt x="0" y="4241292"/>
                  </a:moveTo>
                  <a:lnTo>
                    <a:pt x="538736" y="4241292"/>
                  </a:lnTo>
                  <a:lnTo>
                    <a:pt x="539644" y="4241194"/>
                  </a:lnTo>
                  <a:lnTo>
                    <a:pt x="545619" y="4240498"/>
                  </a:lnTo>
                  <a:lnTo>
                    <a:pt x="560694" y="4238573"/>
                  </a:lnTo>
                  <a:lnTo>
                    <a:pt x="587671" y="4234784"/>
                  </a:lnTo>
                  <a:lnTo>
                    <a:pt x="627925" y="4228542"/>
                  </a:lnTo>
                  <a:lnTo>
                    <a:pt x="681295" y="4219366"/>
                  </a:lnTo>
                  <a:lnTo>
                    <a:pt x="746204" y="4206926"/>
                  </a:lnTo>
                  <a:lnTo>
                    <a:pt x="820020" y="4191056"/>
                  </a:lnTo>
                  <a:lnTo>
                    <a:pt x="899575" y="4171727"/>
                  </a:lnTo>
                  <a:lnTo>
                    <a:pt x="981684" y="4148993"/>
                  </a:lnTo>
                  <a:lnTo>
                    <a:pt x="1063557" y="4122929"/>
                  </a:lnTo>
                  <a:lnTo>
                    <a:pt x="1143032" y="4093573"/>
                  </a:lnTo>
                  <a:lnTo>
                    <a:pt x="1218641" y="4060880"/>
                  </a:lnTo>
                  <a:lnTo>
                    <a:pt x="1289559" y="4024699"/>
                  </a:lnTo>
                  <a:lnTo>
                    <a:pt x="1355487" y="3984757"/>
                  </a:lnTo>
                  <a:lnTo>
                    <a:pt x="1416518" y="3940657"/>
                  </a:lnTo>
                  <a:lnTo>
                    <a:pt x="1473022" y="3891891"/>
                  </a:lnTo>
                  <a:lnTo>
                    <a:pt x="1525539" y="3837848"/>
                  </a:lnTo>
                  <a:lnTo>
                    <a:pt x="1574701" y="3777850"/>
                  </a:lnTo>
                  <a:lnTo>
                    <a:pt x="1621180" y="3711201"/>
                  </a:lnTo>
                  <a:lnTo>
                    <a:pt x="1665634" y="3637275"/>
                  </a:lnTo>
                  <a:lnTo>
                    <a:pt x="1708663" y="3555663"/>
                  </a:lnTo>
                  <a:lnTo>
                    <a:pt x="1719082" y="3534410"/>
                  </a:lnTo>
                  <a:lnTo>
                    <a:pt x="1748964" y="3470317"/>
                  </a:lnTo>
                  <a:lnTo>
                    <a:pt x="1778583" y="3402255"/>
                  </a:lnTo>
                  <a:lnTo>
                    <a:pt x="1808075" y="3330142"/>
                  </a:lnTo>
                  <a:lnTo>
                    <a:pt x="1837549" y="3253943"/>
                  </a:lnTo>
                  <a:lnTo>
                    <a:pt x="1867093" y="3173670"/>
                  </a:lnTo>
                  <a:lnTo>
                    <a:pt x="1896775" y="3089390"/>
                  </a:lnTo>
                  <a:lnTo>
                    <a:pt x="1926644" y="3001225"/>
                  </a:lnTo>
                  <a:lnTo>
                    <a:pt x="1956735" y="2909357"/>
                  </a:lnTo>
                  <a:lnTo>
                    <a:pt x="1987062" y="2814028"/>
                  </a:lnTo>
                  <a:lnTo>
                    <a:pt x="2017630" y="2715540"/>
                  </a:lnTo>
                  <a:lnTo>
                    <a:pt x="2048426" y="2614251"/>
                  </a:lnTo>
                  <a:lnTo>
                    <a:pt x="2079428" y="2510574"/>
                  </a:lnTo>
                  <a:lnTo>
                    <a:pt x="2110604" y="2404968"/>
                  </a:lnTo>
                  <a:lnTo>
                    <a:pt x="2141911" y="2297931"/>
                  </a:lnTo>
                  <a:lnTo>
                    <a:pt x="2173303" y="2189992"/>
                  </a:lnTo>
                  <a:lnTo>
                    <a:pt x="2204728" y="2081698"/>
                  </a:lnTo>
                  <a:lnTo>
                    <a:pt x="2236135" y="1973604"/>
                  </a:lnTo>
                  <a:lnTo>
                    <a:pt x="2267471" y="1866259"/>
                  </a:lnTo>
                  <a:lnTo>
                    <a:pt x="2298687" y="1760200"/>
                  </a:lnTo>
                  <a:lnTo>
                    <a:pt x="2329742" y="1655933"/>
                  </a:lnTo>
                  <a:lnTo>
                    <a:pt x="2360599" y="1553929"/>
                  </a:lnTo>
                  <a:lnTo>
                    <a:pt x="2391232" y="1454616"/>
                  </a:lnTo>
                  <a:lnTo>
                    <a:pt x="2421628" y="1358367"/>
                  </a:lnTo>
                  <a:lnTo>
                    <a:pt x="2451784" y="1265500"/>
                  </a:lnTo>
                  <a:lnTo>
                    <a:pt x="2481713" y="1176274"/>
                  </a:lnTo>
                  <a:lnTo>
                    <a:pt x="2511443" y="1090888"/>
                  </a:lnTo>
                  <a:lnTo>
                    <a:pt x="2541019" y="1009481"/>
                  </a:lnTo>
                  <a:lnTo>
                    <a:pt x="2570505" y="932134"/>
                  </a:lnTo>
                  <a:lnTo>
                    <a:pt x="2599982" y="858875"/>
                  </a:lnTo>
                  <a:lnTo>
                    <a:pt x="2629553" y="789682"/>
                  </a:lnTo>
                  <a:lnTo>
                    <a:pt x="2659346" y="724485"/>
                  </a:lnTo>
                  <a:lnTo>
                    <a:pt x="2667772" y="706882"/>
                  </a:lnTo>
                  <a:lnTo>
                    <a:pt x="2710530" y="623361"/>
                  </a:lnTo>
                  <a:lnTo>
                    <a:pt x="2754582" y="547571"/>
                  </a:lnTo>
                  <a:lnTo>
                    <a:pt x="2800503" y="479185"/>
                  </a:lnTo>
                  <a:lnTo>
                    <a:pt x="2848943" y="417615"/>
                  </a:lnTo>
                  <a:lnTo>
                    <a:pt x="2900574" y="362173"/>
                  </a:lnTo>
                  <a:lnTo>
                    <a:pt x="2956043" y="312169"/>
                  </a:lnTo>
                  <a:lnTo>
                    <a:pt x="3015919" y="266974"/>
                  </a:lnTo>
                  <a:lnTo>
                    <a:pt x="3080621" y="226051"/>
                  </a:lnTo>
                  <a:lnTo>
                    <a:pt x="3150322" y="188975"/>
                  </a:lnTo>
                  <a:lnTo>
                    <a:pt x="3224833" y="155443"/>
                  </a:lnTo>
                  <a:lnTo>
                    <a:pt x="3303467" y="125274"/>
                  </a:lnTo>
                  <a:lnTo>
                    <a:pt x="3384925" y="98400"/>
                  </a:lnTo>
                  <a:lnTo>
                    <a:pt x="3467212" y="74841"/>
                  </a:lnTo>
                  <a:lnTo>
                    <a:pt x="3547680" y="54668"/>
                  </a:lnTo>
                  <a:lnTo>
                    <a:pt x="3623210" y="37946"/>
                  </a:lnTo>
                  <a:lnTo>
                    <a:pt x="3690583" y="24672"/>
                  </a:lnTo>
                  <a:lnTo>
                    <a:pt x="3746985" y="14717"/>
                  </a:lnTo>
                  <a:lnTo>
                    <a:pt x="3790537" y="7793"/>
                  </a:lnTo>
                  <a:lnTo>
                    <a:pt x="3820710" y="3453"/>
                  </a:lnTo>
                  <a:lnTo>
                    <a:pt x="3838503" y="1128"/>
                  </a:lnTo>
                  <a:lnTo>
                    <a:pt x="3846385" y="189"/>
                  </a:lnTo>
                  <a:lnTo>
                    <a:pt x="3848104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6" y="84"/>
                  </a:lnTo>
                  <a:lnTo>
                    <a:pt x="4394202" y="689"/>
                  </a:lnTo>
                  <a:lnTo>
                    <a:pt x="4410256" y="2361"/>
                  </a:lnTo>
                  <a:lnTo>
                    <a:pt x="4438905" y="5652"/>
                  </a:lnTo>
                  <a:lnTo>
                    <a:pt x="4481489" y="11066"/>
                  </a:lnTo>
                  <a:lnTo>
                    <a:pt x="4537670" y="19009"/>
                  </a:lnTo>
                  <a:lnTo>
                    <a:pt x="4605596" y="29749"/>
                  </a:lnTo>
                  <a:lnTo>
                    <a:pt x="4682332" y="43410"/>
                  </a:lnTo>
                  <a:lnTo>
                    <a:pt x="4764450" y="60002"/>
                  </a:lnTo>
                  <a:lnTo>
                    <a:pt x="4848597" y="79471"/>
                  </a:lnTo>
                  <a:lnTo>
                    <a:pt x="4931922" y="101754"/>
                  </a:lnTo>
                  <a:lnTo>
                    <a:pt x="5012287" y="126834"/>
                  </a:lnTo>
                  <a:lnTo>
                    <a:pt x="5088312" y="154772"/>
                  </a:lnTo>
                  <a:lnTo>
                    <a:pt x="5159287" y="185729"/>
                  </a:lnTo>
                  <a:lnTo>
                    <a:pt x="5225035" y="219975"/>
                  </a:lnTo>
                  <a:lnTo>
                    <a:pt x="5285769" y="257887"/>
                  </a:lnTo>
                  <a:lnTo>
                    <a:pt x="5341956" y="299940"/>
                  </a:lnTo>
                  <a:lnTo>
                    <a:pt x="5394221" y="346691"/>
                  </a:lnTo>
                  <a:lnTo>
                    <a:pt x="5443264" y="398740"/>
                  </a:lnTo>
                  <a:lnTo>
                    <a:pt x="5489803" y="456677"/>
                  </a:lnTo>
                  <a:lnTo>
                    <a:pt x="5534520" y="520981"/>
                  </a:lnTo>
                  <a:lnTo>
                    <a:pt x="5567201" y="573490"/>
                  </a:lnTo>
                  <a:lnTo>
                    <a:pt x="5599938" y="630654"/>
                  </a:lnTo>
                  <a:lnTo>
                    <a:pt x="5632377" y="691695"/>
                  </a:lnTo>
                  <a:lnTo>
                    <a:pt x="5664689" y="756694"/>
                  </a:lnTo>
                  <a:lnTo>
                    <a:pt x="5697012" y="825677"/>
                  </a:lnTo>
                  <a:lnTo>
                    <a:pt x="5729453" y="898611"/>
                  </a:lnTo>
                  <a:lnTo>
                    <a:pt x="5762091" y="975400"/>
                  </a:lnTo>
                  <a:lnTo>
                    <a:pt x="5794979" y="1055879"/>
                  </a:lnTo>
                  <a:lnTo>
                    <a:pt x="5828148" y="1139815"/>
                  </a:lnTo>
                  <a:lnTo>
                    <a:pt x="5861606" y="1226902"/>
                  </a:lnTo>
                  <a:lnTo>
                    <a:pt x="5895340" y="1316769"/>
                  </a:lnTo>
                  <a:lnTo>
                    <a:pt x="5929323" y="1408979"/>
                  </a:lnTo>
                  <a:lnTo>
                    <a:pt x="5963511" y="1503042"/>
                  </a:lnTo>
                  <a:lnTo>
                    <a:pt x="5997850" y="1598421"/>
                  </a:lnTo>
                  <a:lnTo>
                    <a:pt x="6032275" y="1694548"/>
                  </a:lnTo>
                  <a:lnTo>
                    <a:pt x="6066719" y="1790835"/>
                  </a:lnTo>
                  <a:lnTo>
                    <a:pt x="6101112" y="1886689"/>
                  </a:lnTo>
                  <a:lnTo>
                    <a:pt x="6135388" y="1981530"/>
                  </a:lnTo>
                  <a:lnTo>
                    <a:pt x="6169488" y="2074801"/>
                  </a:lnTo>
                  <a:lnTo>
                    <a:pt x="6203361" y="2165987"/>
                  </a:lnTo>
                  <a:lnTo>
                    <a:pt x="6236970" y="2254621"/>
                  </a:lnTo>
                  <a:lnTo>
                    <a:pt x="6270295" y="2340296"/>
                  </a:lnTo>
                  <a:lnTo>
                    <a:pt x="6303332" y="2422669"/>
                  </a:lnTo>
                  <a:lnTo>
                    <a:pt x="6336099" y="2501469"/>
                  </a:lnTo>
                  <a:lnTo>
                    <a:pt x="6368638" y="2576495"/>
                  </a:lnTo>
                  <a:lnTo>
                    <a:pt x="6401013" y="2647612"/>
                  </a:lnTo>
                  <a:lnTo>
                    <a:pt x="6433316" y="2714756"/>
                  </a:lnTo>
                  <a:lnTo>
                    <a:pt x="6465668" y="2777921"/>
                  </a:lnTo>
                  <a:lnTo>
                    <a:pt x="6498220" y="2837159"/>
                  </a:lnTo>
                  <a:lnTo>
                    <a:pt x="6515891" y="2867454"/>
                  </a:lnTo>
                  <a:lnTo>
                    <a:pt x="6559638" y="2936687"/>
                  </a:lnTo>
                  <a:lnTo>
                    <a:pt x="6604751" y="2999363"/>
                  </a:lnTo>
                  <a:lnTo>
                    <a:pt x="6651851" y="3055774"/>
                  </a:lnTo>
                  <a:lnTo>
                    <a:pt x="6701633" y="3106438"/>
                  </a:lnTo>
                  <a:lnTo>
                    <a:pt x="6754817" y="3151957"/>
                  </a:lnTo>
                  <a:lnTo>
                    <a:pt x="6812089" y="3192924"/>
                  </a:lnTo>
                  <a:lnTo>
                    <a:pt x="6874042" y="3229876"/>
                  </a:lnTo>
                  <a:lnTo>
                    <a:pt x="6941093" y="3263267"/>
                  </a:lnTo>
                  <a:lnTo>
                    <a:pt x="7013367" y="3293446"/>
                  </a:lnTo>
                  <a:lnTo>
                    <a:pt x="7090571" y="3320657"/>
                  </a:lnTo>
                  <a:lnTo>
                    <a:pt x="7171836" y="3345034"/>
                  </a:lnTo>
                  <a:lnTo>
                    <a:pt x="7255597" y="3366617"/>
                  </a:lnTo>
                  <a:lnTo>
                    <a:pt x="7339529" y="3385371"/>
                  </a:lnTo>
                  <a:lnTo>
                    <a:pt x="7420625" y="3401233"/>
                  </a:lnTo>
                  <a:lnTo>
                    <a:pt x="7495467" y="3414158"/>
                  </a:lnTo>
                  <a:lnTo>
                    <a:pt x="7560693" y="3424180"/>
                  </a:lnTo>
                  <a:lnTo>
                    <a:pt x="7613589" y="3431459"/>
                  </a:lnTo>
                  <a:lnTo>
                    <a:pt x="7652648" y="3436298"/>
                  </a:lnTo>
                  <a:lnTo>
                    <a:pt x="7677951" y="3439133"/>
                  </a:lnTo>
                  <a:lnTo>
                    <a:pt x="7691251" y="3440485"/>
                  </a:lnTo>
                  <a:lnTo>
                    <a:pt x="7695823" y="3440910"/>
                  </a:lnTo>
                  <a:lnTo>
                    <a:pt x="7696237" y="3440945"/>
                  </a:lnTo>
                  <a:lnTo>
                    <a:pt x="8234974" y="3440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8" name="pl1768"/>
            <p:cNvSpPr/>
            <p:nvPr/>
          </p:nvSpPr>
          <p:spPr>
            <a:xfrm>
              <a:off x="546595" y="1082573"/>
              <a:ext cx="8234974" cy="4241292"/>
            </a:xfrm>
            <a:custGeom>
              <a:avLst/>
              <a:pathLst>
                <a:path w="8234974" h="4241292">
                  <a:moveTo>
                    <a:pt x="8234974" y="3440945"/>
                  </a:moveTo>
                  <a:lnTo>
                    <a:pt x="7696237" y="3440945"/>
                  </a:lnTo>
                  <a:lnTo>
                    <a:pt x="7695267" y="3440860"/>
                  </a:lnTo>
                  <a:lnTo>
                    <a:pt x="7688890" y="3440255"/>
                  </a:lnTo>
                  <a:lnTo>
                    <a:pt x="7672836" y="3438583"/>
                  </a:lnTo>
                  <a:lnTo>
                    <a:pt x="7644188" y="3435293"/>
                  </a:lnTo>
                  <a:lnTo>
                    <a:pt x="7601604" y="3429879"/>
                  </a:lnTo>
                  <a:lnTo>
                    <a:pt x="7545422" y="3421936"/>
                  </a:lnTo>
                  <a:lnTo>
                    <a:pt x="7477496" y="3411196"/>
                  </a:lnTo>
                  <a:lnTo>
                    <a:pt x="7400760" y="3397535"/>
                  </a:lnTo>
                  <a:lnTo>
                    <a:pt x="7318643" y="3380942"/>
                  </a:lnTo>
                  <a:lnTo>
                    <a:pt x="7234495" y="3361474"/>
                  </a:lnTo>
                  <a:lnTo>
                    <a:pt x="7151171" y="3339190"/>
                  </a:lnTo>
                  <a:lnTo>
                    <a:pt x="7070805" y="3314110"/>
                  </a:lnTo>
                  <a:lnTo>
                    <a:pt x="6994780" y="3286173"/>
                  </a:lnTo>
                  <a:lnTo>
                    <a:pt x="6923805" y="3255216"/>
                  </a:lnTo>
                  <a:lnTo>
                    <a:pt x="6858057" y="3220970"/>
                  </a:lnTo>
                  <a:lnTo>
                    <a:pt x="6797324" y="3183058"/>
                  </a:lnTo>
                  <a:lnTo>
                    <a:pt x="6741136" y="3141005"/>
                  </a:lnTo>
                  <a:lnTo>
                    <a:pt x="6688872" y="3094254"/>
                  </a:lnTo>
                  <a:lnTo>
                    <a:pt x="6639829" y="3042205"/>
                  </a:lnTo>
                  <a:lnTo>
                    <a:pt x="6593290" y="2984267"/>
                  </a:lnTo>
                  <a:lnTo>
                    <a:pt x="6548573" y="2919964"/>
                  </a:lnTo>
                  <a:lnTo>
                    <a:pt x="6515891" y="2867454"/>
                  </a:lnTo>
                  <a:lnTo>
                    <a:pt x="6483154" y="2810291"/>
                  </a:lnTo>
                  <a:lnTo>
                    <a:pt x="6450716" y="2749249"/>
                  </a:lnTo>
                  <a:lnTo>
                    <a:pt x="6418403" y="2684250"/>
                  </a:lnTo>
                  <a:lnTo>
                    <a:pt x="6386080" y="2615268"/>
                  </a:lnTo>
                  <a:lnTo>
                    <a:pt x="6353639" y="2542334"/>
                  </a:lnTo>
                  <a:lnTo>
                    <a:pt x="6321001" y="2465545"/>
                  </a:lnTo>
                  <a:lnTo>
                    <a:pt x="6288113" y="2385065"/>
                  </a:lnTo>
                  <a:lnTo>
                    <a:pt x="6254944" y="2301130"/>
                  </a:lnTo>
                  <a:lnTo>
                    <a:pt x="6221487" y="2214042"/>
                  </a:lnTo>
                  <a:lnTo>
                    <a:pt x="6187752" y="2124176"/>
                  </a:lnTo>
                  <a:lnTo>
                    <a:pt x="6153769" y="2031966"/>
                  </a:lnTo>
                  <a:lnTo>
                    <a:pt x="6119581" y="1937903"/>
                  </a:lnTo>
                  <a:lnTo>
                    <a:pt x="6085243" y="1842523"/>
                  </a:lnTo>
                  <a:lnTo>
                    <a:pt x="6050818" y="1746396"/>
                  </a:lnTo>
                  <a:lnTo>
                    <a:pt x="6016374" y="1650110"/>
                  </a:lnTo>
                  <a:lnTo>
                    <a:pt x="5981980" y="1554255"/>
                  </a:lnTo>
                  <a:lnTo>
                    <a:pt x="5947704" y="1459415"/>
                  </a:lnTo>
                  <a:lnTo>
                    <a:pt x="5913604" y="1366143"/>
                  </a:lnTo>
                  <a:lnTo>
                    <a:pt x="5879731" y="1274957"/>
                  </a:lnTo>
                  <a:lnTo>
                    <a:pt x="5846122" y="1186323"/>
                  </a:lnTo>
                  <a:lnTo>
                    <a:pt x="5812798" y="1100649"/>
                  </a:lnTo>
                  <a:lnTo>
                    <a:pt x="5779761" y="1018276"/>
                  </a:lnTo>
                  <a:lnTo>
                    <a:pt x="5746993" y="939475"/>
                  </a:lnTo>
                  <a:lnTo>
                    <a:pt x="5714454" y="864450"/>
                  </a:lnTo>
                  <a:lnTo>
                    <a:pt x="5682079" y="793332"/>
                  </a:lnTo>
                  <a:lnTo>
                    <a:pt x="5649776" y="726189"/>
                  </a:lnTo>
                  <a:lnTo>
                    <a:pt x="5617425" y="663023"/>
                  </a:lnTo>
                  <a:lnTo>
                    <a:pt x="5584872" y="603785"/>
                  </a:lnTo>
                  <a:lnTo>
                    <a:pt x="5567201" y="573490"/>
                  </a:lnTo>
                  <a:lnTo>
                    <a:pt x="5523455" y="504257"/>
                  </a:lnTo>
                  <a:lnTo>
                    <a:pt x="5478341" y="441582"/>
                  </a:lnTo>
                  <a:lnTo>
                    <a:pt x="5431242" y="385171"/>
                  </a:lnTo>
                  <a:lnTo>
                    <a:pt x="5381459" y="334506"/>
                  </a:lnTo>
                  <a:lnTo>
                    <a:pt x="5328276" y="288988"/>
                  </a:lnTo>
                  <a:lnTo>
                    <a:pt x="5271004" y="248021"/>
                  </a:lnTo>
                  <a:lnTo>
                    <a:pt x="5209050" y="211068"/>
                  </a:lnTo>
                  <a:lnTo>
                    <a:pt x="5142000" y="177678"/>
                  </a:lnTo>
                  <a:lnTo>
                    <a:pt x="5069725" y="147498"/>
                  </a:lnTo>
                  <a:lnTo>
                    <a:pt x="4992522" y="120287"/>
                  </a:lnTo>
                  <a:lnTo>
                    <a:pt x="4911256" y="95910"/>
                  </a:lnTo>
                  <a:lnTo>
                    <a:pt x="4827495" y="74328"/>
                  </a:lnTo>
                  <a:lnTo>
                    <a:pt x="4743564" y="55573"/>
                  </a:lnTo>
                  <a:lnTo>
                    <a:pt x="4662468" y="39711"/>
                  </a:lnTo>
                  <a:lnTo>
                    <a:pt x="4587626" y="26787"/>
                  </a:lnTo>
                  <a:lnTo>
                    <a:pt x="4522399" y="16764"/>
                  </a:lnTo>
                  <a:lnTo>
                    <a:pt x="4469504" y="9486"/>
                  </a:lnTo>
                  <a:lnTo>
                    <a:pt x="4430444" y="4647"/>
                  </a:lnTo>
                  <a:lnTo>
                    <a:pt x="4405141" y="1812"/>
                  </a:lnTo>
                  <a:lnTo>
                    <a:pt x="4391842" y="459"/>
                  </a:lnTo>
                  <a:lnTo>
                    <a:pt x="4387270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0" y="97"/>
                  </a:lnTo>
                  <a:lnTo>
                    <a:pt x="3841235" y="793"/>
                  </a:lnTo>
                  <a:lnTo>
                    <a:pt x="3826161" y="2718"/>
                  </a:lnTo>
                  <a:lnTo>
                    <a:pt x="3799184" y="6507"/>
                  </a:lnTo>
                  <a:lnTo>
                    <a:pt x="3758930" y="12749"/>
                  </a:lnTo>
                  <a:lnTo>
                    <a:pt x="3705560" y="21925"/>
                  </a:lnTo>
                  <a:lnTo>
                    <a:pt x="3640651" y="34365"/>
                  </a:lnTo>
                  <a:lnTo>
                    <a:pt x="3566834" y="50235"/>
                  </a:lnTo>
                  <a:lnTo>
                    <a:pt x="3487280" y="69564"/>
                  </a:lnTo>
                  <a:lnTo>
                    <a:pt x="3405171" y="92298"/>
                  </a:lnTo>
                  <a:lnTo>
                    <a:pt x="3323298" y="118362"/>
                  </a:lnTo>
                  <a:lnTo>
                    <a:pt x="3243823" y="147718"/>
                  </a:lnTo>
                  <a:lnTo>
                    <a:pt x="3168213" y="180411"/>
                  </a:lnTo>
                  <a:lnTo>
                    <a:pt x="3097295" y="216592"/>
                  </a:lnTo>
                  <a:lnTo>
                    <a:pt x="3031368" y="256535"/>
                  </a:lnTo>
                  <a:lnTo>
                    <a:pt x="2970336" y="300634"/>
                  </a:lnTo>
                  <a:lnTo>
                    <a:pt x="2913832" y="349400"/>
                  </a:lnTo>
                  <a:lnTo>
                    <a:pt x="2861316" y="403443"/>
                  </a:lnTo>
                  <a:lnTo>
                    <a:pt x="2812154" y="463441"/>
                  </a:lnTo>
                  <a:lnTo>
                    <a:pt x="2765675" y="530090"/>
                  </a:lnTo>
                  <a:lnTo>
                    <a:pt x="2721220" y="604016"/>
                  </a:lnTo>
                  <a:lnTo>
                    <a:pt x="2678192" y="685628"/>
                  </a:lnTo>
                  <a:lnTo>
                    <a:pt x="2667772" y="706882"/>
                  </a:lnTo>
                  <a:lnTo>
                    <a:pt x="2637891" y="770974"/>
                  </a:lnTo>
                  <a:lnTo>
                    <a:pt x="2608271" y="839036"/>
                  </a:lnTo>
                  <a:lnTo>
                    <a:pt x="2578779" y="911149"/>
                  </a:lnTo>
                  <a:lnTo>
                    <a:pt x="2549306" y="987348"/>
                  </a:lnTo>
                  <a:lnTo>
                    <a:pt x="2519762" y="1067621"/>
                  </a:lnTo>
                  <a:lnTo>
                    <a:pt x="2490080" y="1151901"/>
                  </a:lnTo>
                  <a:lnTo>
                    <a:pt x="2460210" y="1240066"/>
                  </a:lnTo>
                  <a:lnTo>
                    <a:pt x="2430120" y="1331934"/>
                  </a:lnTo>
                  <a:lnTo>
                    <a:pt x="2399792" y="1427263"/>
                  </a:lnTo>
                  <a:lnTo>
                    <a:pt x="2369225" y="1525751"/>
                  </a:lnTo>
                  <a:lnTo>
                    <a:pt x="2338428" y="1627040"/>
                  </a:lnTo>
                  <a:lnTo>
                    <a:pt x="2307426" y="1730717"/>
                  </a:lnTo>
                  <a:lnTo>
                    <a:pt x="2276251" y="1836324"/>
                  </a:lnTo>
                  <a:lnTo>
                    <a:pt x="2244944" y="1943360"/>
                  </a:lnTo>
                  <a:lnTo>
                    <a:pt x="2213552" y="2051299"/>
                  </a:lnTo>
                  <a:lnTo>
                    <a:pt x="2182126" y="2159593"/>
                  </a:lnTo>
                  <a:lnTo>
                    <a:pt x="2150720" y="2267688"/>
                  </a:lnTo>
                  <a:lnTo>
                    <a:pt x="2119384" y="2375032"/>
                  </a:lnTo>
                  <a:lnTo>
                    <a:pt x="2088167" y="2481091"/>
                  </a:lnTo>
                  <a:lnTo>
                    <a:pt x="2057113" y="2585358"/>
                  </a:lnTo>
                  <a:lnTo>
                    <a:pt x="2026256" y="2687362"/>
                  </a:lnTo>
                  <a:lnTo>
                    <a:pt x="1995622" y="2786675"/>
                  </a:lnTo>
                  <a:lnTo>
                    <a:pt x="1965227" y="2882925"/>
                  </a:lnTo>
                  <a:lnTo>
                    <a:pt x="1935071" y="2975792"/>
                  </a:lnTo>
                  <a:lnTo>
                    <a:pt x="1905142" y="3065017"/>
                  </a:lnTo>
                  <a:lnTo>
                    <a:pt x="1875412" y="3150403"/>
                  </a:lnTo>
                  <a:lnTo>
                    <a:pt x="1845835" y="3231810"/>
                  </a:lnTo>
                  <a:lnTo>
                    <a:pt x="1816350" y="3309157"/>
                  </a:lnTo>
                  <a:lnTo>
                    <a:pt x="1786873" y="3382416"/>
                  </a:lnTo>
                  <a:lnTo>
                    <a:pt x="1757302" y="3451609"/>
                  </a:lnTo>
                  <a:lnTo>
                    <a:pt x="1727509" y="3516806"/>
                  </a:lnTo>
                  <a:lnTo>
                    <a:pt x="1719082" y="3534410"/>
                  </a:lnTo>
                  <a:lnTo>
                    <a:pt x="1676325" y="3617931"/>
                  </a:lnTo>
                  <a:lnTo>
                    <a:pt x="1632273" y="3693721"/>
                  </a:lnTo>
                  <a:lnTo>
                    <a:pt x="1586351" y="3762106"/>
                  </a:lnTo>
                  <a:lnTo>
                    <a:pt x="1537911" y="3823676"/>
                  </a:lnTo>
                  <a:lnTo>
                    <a:pt x="1486281" y="3879118"/>
                  </a:lnTo>
                  <a:lnTo>
                    <a:pt x="1430812" y="3929122"/>
                  </a:lnTo>
                  <a:lnTo>
                    <a:pt x="1370936" y="3974317"/>
                  </a:lnTo>
                  <a:lnTo>
                    <a:pt x="1306233" y="4015241"/>
                  </a:lnTo>
                  <a:lnTo>
                    <a:pt x="1236532" y="4052317"/>
                  </a:lnTo>
                  <a:lnTo>
                    <a:pt x="1162022" y="4085848"/>
                  </a:lnTo>
                  <a:lnTo>
                    <a:pt x="1083387" y="4116017"/>
                  </a:lnTo>
                  <a:lnTo>
                    <a:pt x="1001930" y="4142891"/>
                  </a:lnTo>
                  <a:lnTo>
                    <a:pt x="919642" y="4166450"/>
                  </a:lnTo>
                  <a:lnTo>
                    <a:pt x="839174" y="4186623"/>
                  </a:lnTo>
                  <a:lnTo>
                    <a:pt x="763644" y="4203345"/>
                  </a:lnTo>
                  <a:lnTo>
                    <a:pt x="696271" y="4216619"/>
                  </a:lnTo>
                  <a:lnTo>
                    <a:pt x="639870" y="4226574"/>
                  </a:lnTo>
                  <a:lnTo>
                    <a:pt x="596317" y="4233498"/>
                  </a:lnTo>
                  <a:lnTo>
                    <a:pt x="566144" y="4237838"/>
                  </a:lnTo>
                  <a:lnTo>
                    <a:pt x="548352" y="4240163"/>
                  </a:lnTo>
                  <a:lnTo>
                    <a:pt x="540469" y="4241102"/>
                  </a:lnTo>
                  <a:lnTo>
                    <a:pt x="538750" y="4241290"/>
                  </a:lnTo>
                  <a:lnTo>
                    <a:pt x="538736" y="4241292"/>
                  </a:lnTo>
                  <a:lnTo>
                    <a:pt x="0" y="42412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9" name="pg1769"/>
            <p:cNvSpPr/>
            <p:nvPr/>
          </p:nvSpPr>
          <p:spPr>
            <a:xfrm>
              <a:off x="546595" y="2781268"/>
              <a:ext cx="8234974" cy="2586153"/>
            </a:xfrm>
            <a:custGeom>
              <a:avLst/>
              <a:pathLst>
                <a:path w="8234974" h="2586153">
                  <a:moveTo>
                    <a:pt x="0" y="2586153"/>
                  </a:moveTo>
                  <a:lnTo>
                    <a:pt x="538736" y="2586153"/>
                  </a:lnTo>
                  <a:lnTo>
                    <a:pt x="539946" y="2586082"/>
                  </a:lnTo>
                  <a:lnTo>
                    <a:pt x="547855" y="2585574"/>
                  </a:lnTo>
                  <a:lnTo>
                    <a:pt x="567621" y="2584169"/>
                  </a:lnTo>
                  <a:lnTo>
                    <a:pt x="602527" y="2581409"/>
                  </a:lnTo>
                  <a:lnTo>
                    <a:pt x="653680" y="2576892"/>
                  </a:lnTo>
                  <a:lnTo>
                    <a:pt x="719957" y="2570315"/>
                  </a:lnTo>
                  <a:lnTo>
                    <a:pt x="798389" y="2561507"/>
                  </a:lnTo>
                  <a:lnTo>
                    <a:pt x="884911" y="2550415"/>
                  </a:lnTo>
                  <a:lnTo>
                    <a:pt x="975219" y="2537069"/>
                  </a:lnTo>
                  <a:lnTo>
                    <a:pt x="1065496" y="2521521"/>
                  </a:lnTo>
                  <a:lnTo>
                    <a:pt x="1152822" y="2503799"/>
                  </a:lnTo>
                  <a:lnTo>
                    <a:pt x="1235297" y="2483866"/>
                  </a:lnTo>
                  <a:lnTo>
                    <a:pt x="1311946" y="2461596"/>
                  </a:lnTo>
                  <a:lnTo>
                    <a:pt x="1382531" y="2436764"/>
                  </a:lnTo>
                  <a:lnTo>
                    <a:pt x="1447333" y="2409051"/>
                  </a:lnTo>
                  <a:lnTo>
                    <a:pt x="1506967" y="2378048"/>
                  </a:lnTo>
                  <a:lnTo>
                    <a:pt x="1562240" y="2343281"/>
                  </a:lnTo>
                  <a:lnTo>
                    <a:pt x="1614039" y="2304242"/>
                  </a:lnTo>
                  <a:lnTo>
                    <a:pt x="1663255" y="2260463"/>
                  </a:lnTo>
                  <a:lnTo>
                    <a:pt x="1710698" y="2211624"/>
                  </a:lnTo>
                  <a:lnTo>
                    <a:pt x="1719082" y="2202314"/>
                  </a:lnTo>
                  <a:lnTo>
                    <a:pt x="1757440" y="2157182"/>
                  </a:lnTo>
                  <a:lnTo>
                    <a:pt x="1795431" y="2108466"/>
                  </a:lnTo>
                  <a:lnTo>
                    <a:pt x="1833316" y="2056094"/>
                  </a:lnTo>
                  <a:lnTo>
                    <a:pt x="1871297" y="2000065"/>
                  </a:lnTo>
                  <a:lnTo>
                    <a:pt x="1909518" y="1940455"/>
                  </a:lnTo>
                  <a:lnTo>
                    <a:pt x="1948074" y="1877425"/>
                  </a:lnTo>
                  <a:lnTo>
                    <a:pt x="1987015" y="1811225"/>
                  </a:lnTo>
                  <a:lnTo>
                    <a:pt x="2026352" y="1742192"/>
                  </a:lnTo>
                  <a:lnTo>
                    <a:pt x="2066057" y="1670749"/>
                  </a:lnTo>
                  <a:lnTo>
                    <a:pt x="2106072" y="1597396"/>
                  </a:lnTo>
                  <a:lnTo>
                    <a:pt x="2146315" y="1522693"/>
                  </a:lnTo>
                  <a:lnTo>
                    <a:pt x="2186686" y="1447250"/>
                  </a:lnTo>
                  <a:lnTo>
                    <a:pt x="2227076" y="1371700"/>
                  </a:lnTo>
                  <a:lnTo>
                    <a:pt x="2267374" y="1296681"/>
                  </a:lnTo>
                  <a:lnTo>
                    <a:pt x="2307475" y="1222812"/>
                  </a:lnTo>
                  <a:lnTo>
                    <a:pt x="2347292" y="1150672"/>
                  </a:lnTo>
                  <a:lnTo>
                    <a:pt x="2386756" y="1080784"/>
                  </a:lnTo>
                  <a:lnTo>
                    <a:pt x="2425830" y="1013597"/>
                  </a:lnTo>
                  <a:lnTo>
                    <a:pt x="2464511" y="949477"/>
                  </a:lnTo>
                  <a:lnTo>
                    <a:pt x="2502835" y="888704"/>
                  </a:lnTo>
                  <a:lnTo>
                    <a:pt x="2540883" y="831467"/>
                  </a:lnTo>
                  <a:lnTo>
                    <a:pt x="2578780" y="777871"/>
                  </a:lnTo>
                  <a:lnTo>
                    <a:pt x="2616710" y="727940"/>
                  </a:lnTo>
                  <a:lnTo>
                    <a:pt x="2654912" y="681624"/>
                  </a:lnTo>
                  <a:lnTo>
                    <a:pt x="2667772" y="666955"/>
                  </a:lnTo>
                  <a:lnTo>
                    <a:pt x="2714972" y="617197"/>
                  </a:lnTo>
                  <a:lnTo>
                    <a:pt x="2763813" y="572525"/>
                  </a:lnTo>
                  <a:lnTo>
                    <a:pt x="2815085" y="532668"/>
                  </a:lnTo>
                  <a:lnTo>
                    <a:pt x="2869667" y="497171"/>
                  </a:lnTo>
                  <a:lnTo>
                    <a:pt x="2928455" y="465529"/>
                  </a:lnTo>
                  <a:lnTo>
                    <a:pt x="2992276" y="437258"/>
                  </a:lnTo>
                  <a:lnTo>
                    <a:pt x="3061790" y="411935"/>
                  </a:lnTo>
                  <a:lnTo>
                    <a:pt x="3137351" y="389224"/>
                  </a:lnTo>
                  <a:lnTo>
                    <a:pt x="3218827" y="368883"/>
                  </a:lnTo>
                  <a:lnTo>
                    <a:pt x="3305393" y="350769"/>
                  </a:lnTo>
                  <a:lnTo>
                    <a:pt x="3395326" y="334831"/>
                  </a:lnTo>
                  <a:lnTo>
                    <a:pt x="3485888" y="321085"/>
                  </a:lnTo>
                  <a:lnTo>
                    <a:pt x="3573400" y="309585"/>
                  </a:lnTo>
                  <a:lnTo>
                    <a:pt x="3653602" y="300368"/>
                  </a:lnTo>
                  <a:lnTo>
                    <a:pt x="3722323" y="293399"/>
                  </a:lnTo>
                  <a:lnTo>
                    <a:pt x="3776335" y="288531"/>
                  </a:lnTo>
                  <a:lnTo>
                    <a:pt x="3814144" y="285483"/>
                  </a:lnTo>
                  <a:lnTo>
                    <a:pt x="3836446" y="283867"/>
                  </a:lnTo>
                  <a:lnTo>
                    <a:pt x="3846154" y="283232"/>
                  </a:lnTo>
                  <a:lnTo>
                    <a:pt x="3848118" y="283115"/>
                  </a:lnTo>
                  <a:lnTo>
                    <a:pt x="4386855" y="283115"/>
                  </a:lnTo>
                  <a:lnTo>
                    <a:pt x="4388156" y="283106"/>
                  </a:lnTo>
                  <a:lnTo>
                    <a:pt x="4396646" y="283040"/>
                  </a:lnTo>
                  <a:lnTo>
                    <a:pt x="4417810" y="282857"/>
                  </a:lnTo>
                  <a:lnTo>
                    <a:pt x="4455042" y="282499"/>
                  </a:lnTo>
                  <a:lnTo>
                    <a:pt x="4509319" y="281913"/>
                  </a:lnTo>
                  <a:lnTo>
                    <a:pt x="4579182" y="281064"/>
                  </a:lnTo>
                  <a:lnTo>
                    <a:pt x="4661222" y="279929"/>
                  </a:lnTo>
                  <a:lnTo>
                    <a:pt x="4750961" y="278505"/>
                  </a:lnTo>
                  <a:lnTo>
                    <a:pt x="4843819" y="276798"/>
                  </a:lnTo>
                  <a:lnTo>
                    <a:pt x="4935864" y="274812"/>
                  </a:lnTo>
                  <a:lnTo>
                    <a:pt x="5024213" y="272551"/>
                  </a:lnTo>
                  <a:lnTo>
                    <a:pt x="5107097" y="270006"/>
                  </a:lnTo>
                  <a:lnTo>
                    <a:pt x="5183718" y="267158"/>
                  </a:lnTo>
                  <a:lnTo>
                    <a:pt x="5254014" y="263974"/>
                  </a:lnTo>
                  <a:lnTo>
                    <a:pt x="5318430" y="260407"/>
                  </a:lnTo>
                  <a:lnTo>
                    <a:pt x="5377719" y="256402"/>
                  </a:lnTo>
                  <a:lnTo>
                    <a:pt x="5432795" y="251894"/>
                  </a:lnTo>
                  <a:lnTo>
                    <a:pt x="5484623" y="246819"/>
                  </a:lnTo>
                  <a:lnTo>
                    <a:pt x="5534136" y="241122"/>
                  </a:lnTo>
                  <a:lnTo>
                    <a:pt x="5567201" y="236837"/>
                  </a:lnTo>
                  <a:lnTo>
                    <a:pt x="5619509" y="229294"/>
                  </a:lnTo>
                  <a:lnTo>
                    <a:pt x="5671315" y="220937"/>
                  </a:lnTo>
                  <a:lnTo>
                    <a:pt x="5723202" y="211757"/>
                  </a:lnTo>
                  <a:lnTo>
                    <a:pt x="5775552" y="201775"/>
                  </a:lnTo>
                  <a:lnTo>
                    <a:pt x="5828576" y="191048"/>
                  </a:lnTo>
                  <a:lnTo>
                    <a:pt x="5882335" y="179670"/>
                  </a:lnTo>
                  <a:lnTo>
                    <a:pt x="5936759" y="167773"/>
                  </a:lnTo>
                  <a:lnTo>
                    <a:pt x="5991679" y="155516"/>
                  </a:lnTo>
                  <a:lnTo>
                    <a:pt x="6046850" y="143083"/>
                  </a:lnTo>
                  <a:lnTo>
                    <a:pt x="6101994" y="130669"/>
                  </a:lnTo>
                  <a:lnTo>
                    <a:pt x="6156835" y="118467"/>
                  </a:lnTo>
                  <a:lnTo>
                    <a:pt x="6211143" y="106658"/>
                  </a:lnTo>
                  <a:lnTo>
                    <a:pt x="6264762" y="95396"/>
                  </a:lnTo>
                  <a:lnTo>
                    <a:pt x="6317648" y="84806"/>
                  </a:lnTo>
                  <a:lnTo>
                    <a:pt x="6369887" y="74975"/>
                  </a:lnTo>
                  <a:lnTo>
                    <a:pt x="6421723" y="65952"/>
                  </a:lnTo>
                  <a:lnTo>
                    <a:pt x="6473574" y="57754"/>
                  </a:lnTo>
                  <a:lnTo>
                    <a:pt x="6515891" y="51723"/>
                  </a:lnTo>
                  <a:lnTo>
                    <a:pt x="6564292" y="45581"/>
                  </a:lnTo>
                  <a:lnTo>
                    <a:pt x="6614437" y="40083"/>
                  </a:lnTo>
                  <a:lnTo>
                    <a:pt x="6667180" y="35193"/>
                  </a:lnTo>
                  <a:lnTo>
                    <a:pt x="6723474" y="30850"/>
                  </a:lnTo>
                  <a:lnTo>
                    <a:pt x="6784278" y="26989"/>
                  </a:lnTo>
                  <a:lnTo>
                    <a:pt x="6850469" y="23548"/>
                  </a:lnTo>
                  <a:lnTo>
                    <a:pt x="6922721" y="20473"/>
                  </a:lnTo>
                  <a:lnTo>
                    <a:pt x="7001343" y="17723"/>
                  </a:lnTo>
                  <a:lnTo>
                    <a:pt x="7086068" y="15269"/>
                  </a:lnTo>
                  <a:lnTo>
                    <a:pt x="7175819" y="13095"/>
                  </a:lnTo>
                  <a:lnTo>
                    <a:pt x="7268483" y="11196"/>
                  </a:lnTo>
                  <a:lnTo>
                    <a:pt x="7360827" y="9576"/>
                  </a:lnTo>
                  <a:lnTo>
                    <a:pt x="7448657" y="8243"/>
                  </a:lnTo>
                  <a:lnTo>
                    <a:pt x="7527329" y="7199"/>
                  </a:lnTo>
                  <a:lnTo>
                    <a:pt x="7592592" y="6435"/>
                  </a:lnTo>
                  <a:lnTo>
                    <a:pt x="7641569" y="5926"/>
                  </a:lnTo>
                  <a:lnTo>
                    <a:pt x="7673537" y="5628"/>
                  </a:lnTo>
                  <a:lnTo>
                    <a:pt x="7690253" y="5489"/>
                  </a:lnTo>
                  <a:lnTo>
                    <a:pt x="7695809" y="544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6" y="9"/>
                  </a:lnTo>
                  <a:lnTo>
                    <a:pt x="7686446" y="75"/>
                  </a:lnTo>
                  <a:lnTo>
                    <a:pt x="7665283" y="257"/>
                  </a:lnTo>
                  <a:lnTo>
                    <a:pt x="7628050" y="616"/>
                  </a:lnTo>
                  <a:lnTo>
                    <a:pt x="7573773" y="1201"/>
                  </a:lnTo>
                  <a:lnTo>
                    <a:pt x="7503911" y="2051"/>
                  </a:lnTo>
                  <a:lnTo>
                    <a:pt x="7421871" y="3186"/>
                  </a:lnTo>
                  <a:lnTo>
                    <a:pt x="7332131" y="4609"/>
                  </a:lnTo>
                  <a:lnTo>
                    <a:pt x="7239274" y="6317"/>
                  </a:lnTo>
                  <a:lnTo>
                    <a:pt x="7147228" y="8303"/>
                  </a:lnTo>
                  <a:lnTo>
                    <a:pt x="7058879" y="10564"/>
                  </a:lnTo>
                  <a:lnTo>
                    <a:pt x="6975995" y="13109"/>
                  </a:lnTo>
                  <a:lnTo>
                    <a:pt x="6899375" y="15957"/>
                  </a:lnTo>
                  <a:lnTo>
                    <a:pt x="6829078" y="19141"/>
                  </a:lnTo>
                  <a:lnTo>
                    <a:pt x="6764662" y="22708"/>
                  </a:lnTo>
                  <a:lnTo>
                    <a:pt x="6705373" y="26713"/>
                  </a:lnTo>
                  <a:lnTo>
                    <a:pt x="6650298" y="31220"/>
                  </a:lnTo>
                  <a:lnTo>
                    <a:pt x="6598469" y="36296"/>
                  </a:lnTo>
                  <a:lnTo>
                    <a:pt x="6548957" y="41993"/>
                  </a:lnTo>
                  <a:lnTo>
                    <a:pt x="6515891" y="46278"/>
                  </a:lnTo>
                  <a:lnTo>
                    <a:pt x="6463584" y="53821"/>
                  </a:lnTo>
                  <a:lnTo>
                    <a:pt x="6411778" y="62178"/>
                  </a:lnTo>
                  <a:lnTo>
                    <a:pt x="6359891" y="71358"/>
                  </a:lnTo>
                  <a:lnTo>
                    <a:pt x="6307541" y="81340"/>
                  </a:lnTo>
                  <a:lnTo>
                    <a:pt x="6254517" y="92067"/>
                  </a:lnTo>
                  <a:lnTo>
                    <a:pt x="6200758" y="103444"/>
                  </a:lnTo>
                  <a:lnTo>
                    <a:pt x="6146333" y="115342"/>
                  </a:lnTo>
                  <a:lnTo>
                    <a:pt x="6091414" y="127599"/>
                  </a:lnTo>
                  <a:lnTo>
                    <a:pt x="6036243" y="140032"/>
                  </a:lnTo>
                  <a:lnTo>
                    <a:pt x="5981099" y="152446"/>
                  </a:lnTo>
                  <a:lnTo>
                    <a:pt x="5926257" y="164648"/>
                  </a:lnTo>
                  <a:lnTo>
                    <a:pt x="5871950" y="176457"/>
                  </a:lnTo>
                  <a:lnTo>
                    <a:pt x="5818331" y="187718"/>
                  </a:lnTo>
                  <a:lnTo>
                    <a:pt x="5765445" y="198308"/>
                  </a:lnTo>
                  <a:lnTo>
                    <a:pt x="5713205" y="208140"/>
                  </a:lnTo>
                  <a:lnTo>
                    <a:pt x="5661369" y="217162"/>
                  </a:lnTo>
                  <a:lnTo>
                    <a:pt x="5609519" y="225361"/>
                  </a:lnTo>
                  <a:lnTo>
                    <a:pt x="5567201" y="231392"/>
                  </a:lnTo>
                  <a:lnTo>
                    <a:pt x="5518800" y="237534"/>
                  </a:lnTo>
                  <a:lnTo>
                    <a:pt x="5468656" y="243032"/>
                  </a:lnTo>
                  <a:lnTo>
                    <a:pt x="5415913" y="247922"/>
                  </a:lnTo>
                  <a:lnTo>
                    <a:pt x="5359619" y="252265"/>
                  </a:lnTo>
                  <a:lnTo>
                    <a:pt x="5298815" y="256126"/>
                  </a:lnTo>
                  <a:lnTo>
                    <a:pt x="5232623" y="259567"/>
                  </a:lnTo>
                  <a:lnTo>
                    <a:pt x="5160371" y="262641"/>
                  </a:lnTo>
                  <a:lnTo>
                    <a:pt x="5081750" y="265391"/>
                  </a:lnTo>
                  <a:lnTo>
                    <a:pt x="4997024" y="267846"/>
                  </a:lnTo>
                  <a:lnTo>
                    <a:pt x="4907274" y="270020"/>
                  </a:lnTo>
                  <a:lnTo>
                    <a:pt x="4814610" y="271919"/>
                  </a:lnTo>
                  <a:lnTo>
                    <a:pt x="4722265" y="273538"/>
                  </a:lnTo>
                  <a:lnTo>
                    <a:pt x="4634435" y="274872"/>
                  </a:lnTo>
                  <a:lnTo>
                    <a:pt x="4555764" y="275916"/>
                  </a:lnTo>
                  <a:lnTo>
                    <a:pt x="4490500" y="276680"/>
                  </a:lnTo>
                  <a:lnTo>
                    <a:pt x="4441523" y="277189"/>
                  </a:lnTo>
                  <a:lnTo>
                    <a:pt x="4409555" y="277486"/>
                  </a:lnTo>
                  <a:lnTo>
                    <a:pt x="4392839" y="277626"/>
                  </a:lnTo>
                  <a:lnTo>
                    <a:pt x="4387284" y="277668"/>
                  </a:lnTo>
                  <a:lnTo>
                    <a:pt x="4386855" y="277671"/>
                  </a:lnTo>
                  <a:lnTo>
                    <a:pt x="3848118" y="277671"/>
                  </a:lnTo>
                  <a:lnTo>
                    <a:pt x="3846908" y="277742"/>
                  </a:lnTo>
                  <a:lnTo>
                    <a:pt x="3839000" y="278250"/>
                  </a:lnTo>
                  <a:lnTo>
                    <a:pt x="3819234" y="279655"/>
                  </a:lnTo>
                  <a:lnTo>
                    <a:pt x="3784327" y="282415"/>
                  </a:lnTo>
                  <a:lnTo>
                    <a:pt x="3733174" y="286932"/>
                  </a:lnTo>
                  <a:lnTo>
                    <a:pt x="3666898" y="293509"/>
                  </a:lnTo>
                  <a:lnTo>
                    <a:pt x="3588465" y="302317"/>
                  </a:lnTo>
                  <a:lnTo>
                    <a:pt x="3501944" y="313409"/>
                  </a:lnTo>
                  <a:lnTo>
                    <a:pt x="3411635" y="326755"/>
                  </a:lnTo>
                  <a:lnTo>
                    <a:pt x="3321358" y="342303"/>
                  </a:lnTo>
                  <a:lnTo>
                    <a:pt x="3234032" y="360025"/>
                  </a:lnTo>
                  <a:lnTo>
                    <a:pt x="3151558" y="379958"/>
                  </a:lnTo>
                  <a:lnTo>
                    <a:pt x="3074908" y="402228"/>
                  </a:lnTo>
                  <a:lnTo>
                    <a:pt x="3004323" y="427060"/>
                  </a:lnTo>
                  <a:lnTo>
                    <a:pt x="2939521" y="454773"/>
                  </a:lnTo>
                  <a:lnTo>
                    <a:pt x="2879887" y="485776"/>
                  </a:lnTo>
                  <a:lnTo>
                    <a:pt x="2824615" y="520543"/>
                  </a:lnTo>
                  <a:lnTo>
                    <a:pt x="2772815" y="559582"/>
                  </a:lnTo>
                  <a:lnTo>
                    <a:pt x="2723600" y="603361"/>
                  </a:lnTo>
                  <a:lnTo>
                    <a:pt x="2676156" y="652200"/>
                  </a:lnTo>
                  <a:lnTo>
                    <a:pt x="2667772" y="661510"/>
                  </a:lnTo>
                  <a:lnTo>
                    <a:pt x="2629414" y="706642"/>
                  </a:lnTo>
                  <a:lnTo>
                    <a:pt x="2591424" y="755358"/>
                  </a:lnTo>
                  <a:lnTo>
                    <a:pt x="2553538" y="807730"/>
                  </a:lnTo>
                  <a:lnTo>
                    <a:pt x="2515557" y="863759"/>
                  </a:lnTo>
                  <a:lnTo>
                    <a:pt x="2477337" y="923369"/>
                  </a:lnTo>
                  <a:lnTo>
                    <a:pt x="2438781" y="986399"/>
                  </a:lnTo>
                  <a:lnTo>
                    <a:pt x="2399839" y="1052599"/>
                  </a:lnTo>
                  <a:lnTo>
                    <a:pt x="2360503" y="1121632"/>
                  </a:lnTo>
                  <a:lnTo>
                    <a:pt x="2320798" y="1193075"/>
                  </a:lnTo>
                  <a:lnTo>
                    <a:pt x="2280783" y="1266428"/>
                  </a:lnTo>
                  <a:lnTo>
                    <a:pt x="2240539" y="1341131"/>
                  </a:lnTo>
                  <a:lnTo>
                    <a:pt x="2200168" y="1416574"/>
                  </a:lnTo>
                  <a:lnTo>
                    <a:pt x="2159778" y="1492124"/>
                  </a:lnTo>
                  <a:lnTo>
                    <a:pt x="2119481" y="1567143"/>
                  </a:lnTo>
                  <a:lnTo>
                    <a:pt x="2079379" y="1641012"/>
                  </a:lnTo>
                  <a:lnTo>
                    <a:pt x="2039563" y="1713152"/>
                  </a:lnTo>
                  <a:lnTo>
                    <a:pt x="2000099" y="1783040"/>
                  </a:lnTo>
                  <a:lnTo>
                    <a:pt x="1961025" y="1850227"/>
                  </a:lnTo>
                  <a:lnTo>
                    <a:pt x="1922343" y="1914347"/>
                  </a:lnTo>
                  <a:lnTo>
                    <a:pt x="1884019" y="1975120"/>
                  </a:lnTo>
                  <a:lnTo>
                    <a:pt x="1845972" y="2032357"/>
                  </a:lnTo>
                  <a:lnTo>
                    <a:pt x="1808074" y="2085953"/>
                  </a:lnTo>
                  <a:lnTo>
                    <a:pt x="1770145" y="2135884"/>
                  </a:lnTo>
                  <a:lnTo>
                    <a:pt x="1731943" y="2182200"/>
                  </a:lnTo>
                  <a:lnTo>
                    <a:pt x="1719082" y="2196869"/>
                  </a:lnTo>
                  <a:lnTo>
                    <a:pt x="1671882" y="2246627"/>
                  </a:lnTo>
                  <a:lnTo>
                    <a:pt x="1623041" y="2291299"/>
                  </a:lnTo>
                  <a:lnTo>
                    <a:pt x="1571770" y="2331156"/>
                  </a:lnTo>
                  <a:lnTo>
                    <a:pt x="1517188" y="2366653"/>
                  </a:lnTo>
                  <a:lnTo>
                    <a:pt x="1458400" y="2398295"/>
                  </a:lnTo>
                  <a:lnTo>
                    <a:pt x="1394578" y="2426566"/>
                  </a:lnTo>
                  <a:lnTo>
                    <a:pt x="1325064" y="2451889"/>
                  </a:lnTo>
                  <a:lnTo>
                    <a:pt x="1249504" y="2474600"/>
                  </a:lnTo>
                  <a:lnTo>
                    <a:pt x="1168027" y="2494941"/>
                  </a:lnTo>
                  <a:lnTo>
                    <a:pt x="1081462" y="2513055"/>
                  </a:lnTo>
                  <a:lnTo>
                    <a:pt x="991529" y="2528993"/>
                  </a:lnTo>
                  <a:lnTo>
                    <a:pt x="900967" y="2542739"/>
                  </a:lnTo>
                  <a:lnTo>
                    <a:pt x="813455" y="2554239"/>
                  </a:lnTo>
                  <a:lnTo>
                    <a:pt x="733252" y="2563456"/>
                  </a:lnTo>
                  <a:lnTo>
                    <a:pt x="664531" y="2570425"/>
                  </a:lnTo>
                  <a:lnTo>
                    <a:pt x="610519" y="2575293"/>
                  </a:lnTo>
                  <a:lnTo>
                    <a:pt x="572711" y="2578341"/>
                  </a:lnTo>
                  <a:lnTo>
                    <a:pt x="550408" y="2579957"/>
                  </a:lnTo>
                  <a:lnTo>
                    <a:pt x="540701" y="2580592"/>
                  </a:lnTo>
                  <a:lnTo>
                    <a:pt x="538736" y="2580709"/>
                  </a:lnTo>
                  <a:lnTo>
                    <a:pt x="0" y="2580709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70" name="pl1770"/>
            <p:cNvSpPr/>
            <p:nvPr/>
          </p:nvSpPr>
          <p:spPr>
            <a:xfrm>
              <a:off x="546595" y="2786712"/>
              <a:ext cx="8234974" cy="2580709"/>
            </a:xfrm>
            <a:custGeom>
              <a:avLst/>
              <a:pathLst>
                <a:path w="8234974" h="2580709">
                  <a:moveTo>
                    <a:pt x="0" y="2580709"/>
                  </a:moveTo>
                  <a:lnTo>
                    <a:pt x="538736" y="2580709"/>
                  </a:lnTo>
                  <a:lnTo>
                    <a:pt x="539946" y="2580638"/>
                  </a:lnTo>
                  <a:lnTo>
                    <a:pt x="547855" y="2580129"/>
                  </a:lnTo>
                  <a:lnTo>
                    <a:pt x="567621" y="2578724"/>
                  </a:lnTo>
                  <a:lnTo>
                    <a:pt x="602527" y="2575965"/>
                  </a:lnTo>
                  <a:lnTo>
                    <a:pt x="653680" y="2571447"/>
                  </a:lnTo>
                  <a:lnTo>
                    <a:pt x="719957" y="2564871"/>
                  </a:lnTo>
                  <a:lnTo>
                    <a:pt x="798389" y="2556062"/>
                  </a:lnTo>
                  <a:lnTo>
                    <a:pt x="884911" y="2544971"/>
                  </a:lnTo>
                  <a:lnTo>
                    <a:pt x="975219" y="2531624"/>
                  </a:lnTo>
                  <a:lnTo>
                    <a:pt x="1065496" y="2516076"/>
                  </a:lnTo>
                  <a:lnTo>
                    <a:pt x="1152822" y="2498355"/>
                  </a:lnTo>
                  <a:lnTo>
                    <a:pt x="1235297" y="2478422"/>
                  </a:lnTo>
                  <a:lnTo>
                    <a:pt x="1311946" y="2456151"/>
                  </a:lnTo>
                  <a:lnTo>
                    <a:pt x="1382531" y="2431319"/>
                  </a:lnTo>
                  <a:lnTo>
                    <a:pt x="1447333" y="2403606"/>
                  </a:lnTo>
                  <a:lnTo>
                    <a:pt x="1506967" y="2372604"/>
                  </a:lnTo>
                  <a:lnTo>
                    <a:pt x="1562240" y="2337836"/>
                  </a:lnTo>
                  <a:lnTo>
                    <a:pt x="1614039" y="2298798"/>
                  </a:lnTo>
                  <a:lnTo>
                    <a:pt x="1663255" y="2255018"/>
                  </a:lnTo>
                  <a:lnTo>
                    <a:pt x="1710698" y="2206180"/>
                  </a:lnTo>
                  <a:lnTo>
                    <a:pt x="1719082" y="2196869"/>
                  </a:lnTo>
                  <a:lnTo>
                    <a:pt x="1757440" y="2151738"/>
                  </a:lnTo>
                  <a:lnTo>
                    <a:pt x="1795431" y="2103021"/>
                  </a:lnTo>
                  <a:lnTo>
                    <a:pt x="1833316" y="2050649"/>
                  </a:lnTo>
                  <a:lnTo>
                    <a:pt x="1871297" y="1994620"/>
                  </a:lnTo>
                  <a:lnTo>
                    <a:pt x="1909518" y="1935010"/>
                  </a:lnTo>
                  <a:lnTo>
                    <a:pt x="1948074" y="1871981"/>
                  </a:lnTo>
                  <a:lnTo>
                    <a:pt x="1987015" y="1805780"/>
                  </a:lnTo>
                  <a:lnTo>
                    <a:pt x="2026352" y="1736748"/>
                  </a:lnTo>
                  <a:lnTo>
                    <a:pt x="2066057" y="1665305"/>
                  </a:lnTo>
                  <a:lnTo>
                    <a:pt x="2106072" y="1591951"/>
                  </a:lnTo>
                  <a:lnTo>
                    <a:pt x="2146315" y="1517249"/>
                  </a:lnTo>
                  <a:lnTo>
                    <a:pt x="2186686" y="1441805"/>
                  </a:lnTo>
                  <a:lnTo>
                    <a:pt x="2227076" y="1366255"/>
                  </a:lnTo>
                  <a:lnTo>
                    <a:pt x="2267374" y="1291236"/>
                  </a:lnTo>
                  <a:lnTo>
                    <a:pt x="2307475" y="1217367"/>
                  </a:lnTo>
                  <a:lnTo>
                    <a:pt x="2347292" y="1145228"/>
                  </a:lnTo>
                  <a:lnTo>
                    <a:pt x="2386756" y="1075340"/>
                  </a:lnTo>
                  <a:lnTo>
                    <a:pt x="2425830" y="1008152"/>
                  </a:lnTo>
                  <a:lnTo>
                    <a:pt x="2464511" y="944033"/>
                  </a:lnTo>
                  <a:lnTo>
                    <a:pt x="2502835" y="883259"/>
                  </a:lnTo>
                  <a:lnTo>
                    <a:pt x="2540883" y="826023"/>
                  </a:lnTo>
                  <a:lnTo>
                    <a:pt x="2578780" y="772427"/>
                  </a:lnTo>
                  <a:lnTo>
                    <a:pt x="2616710" y="722495"/>
                  </a:lnTo>
                  <a:lnTo>
                    <a:pt x="2654912" y="676179"/>
                  </a:lnTo>
                  <a:lnTo>
                    <a:pt x="2667772" y="661510"/>
                  </a:lnTo>
                  <a:lnTo>
                    <a:pt x="2714972" y="611753"/>
                  </a:lnTo>
                  <a:lnTo>
                    <a:pt x="2763813" y="567081"/>
                  </a:lnTo>
                  <a:lnTo>
                    <a:pt x="2815085" y="527223"/>
                  </a:lnTo>
                  <a:lnTo>
                    <a:pt x="2869667" y="491726"/>
                  </a:lnTo>
                  <a:lnTo>
                    <a:pt x="2928455" y="460085"/>
                  </a:lnTo>
                  <a:lnTo>
                    <a:pt x="2992276" y="431813"/>
                  </a:lnTo>
                  <a:lnTo>
                    <a:pt x="3061790" y="406490"/>
                  </a:lnTo>
                  <a:lnTo>
                    <a:pt x="3137351" y="383779"/>
                  </a:lnTo>
                  <a:lnTo>
                    <a:pt x="3218827" y="363438"/>
                  </a:lnTo>
                  <a:lnTo>
                    <a:pt x="3305393" y="345325"/>
                  </a:lnTo>
                  <a:lnTo>
                    <a:pt x="3395326" y="329386"/>
                  </a:lnTo>
                  <a:lnTo>
                    <a:pt x="3485888" y="315641"/>
                  </a:lnTo>
                  <a:lnTo>
                    <a:pt x="3573400" y="304140"/>
                  </a:lnTo>
                  <a:lnTo>
                    <a:pt x="3653602" y="294923"/>
                  </a:lnTo>
                  <a:lnTo>
                    <a:pt x="3722323" y="287955"/>
                  </a:lnTo>
                  <a:lnTo>
                    <a:pt x="3776335" y="283086"/>
                  </a:lnTo>
                  <a:lnTo>
                    <a:pt x="3814144" y="280038"/>
                  </a:lnTo>
                  <a:lnTo>
                    <a:pt x="3836446" y="278423"/>
                  </a:lnTo>
                  <a:lnTo>
                    <a:pt x="3846154" y="277788"/>
                  </a:lnTo>
                  <a:lnTo>
                    <a:pt x="3848111" y="277671"/>
                  </a:lnTo>
                  <a:lnTo>
                    <a:pt x="3848118" y="277671"/>
                  </a:lnTo>
                  <a:lnTo>
                    <a:pt x="4386855" y="277671"/>
                  </a:lnTo>
                  <a:lnTo>
                    <a:pt x="4388156" y="277661"/>
                  </a:lnTo>
                  <a:lnTo>
                    <a:pt x="4396646" y="277595"/>
                  </a:lnTo>
                  <a:lnTo>
                    <a:pt x="4417810" y="277413"/>
                  </a:lnTo>
                  <a:lnTo>
                    <a:pt x="4455042" y="277054"/>
                  </a:lnTo>
                  <a:lnTo>
                    <a:pt x="4509319" y="276469"/>
                  </a:lnTo>
                  <a:lnTo>
                    <a:pt x="4579182" y="275619"/>
                  </a:lnTo>
                  <a:lnTo>
                    <a:pt x="4661222" y="274485"/>
                  </a:lnTo>
                  <a:lnTo>
                    <a:pt x="4750961" y="273061"/>
                  </a:lnTo>
                  <a:lnTo>
                    <a:pt x="4843819" y="271353"/>
                  </a:lnTo>
                  <a:lnTo>
                    <a:pt x="4935864" y="269367"/>
                  </a:lnTo>
                  <a:lnTo>
                    <a:pt x="5024213" y="267106"/>
                  </a:lnTo>
                  <a:lnTo>
                    <a:pt x="5107097" y="264562"/>
                  </a:lnTo>
                  <a:lnTo>
                    <a:pt x="5183718" y="261714"/>
                  </a:lnTo>
                  <a:lnTo>
                    <a:pt x="5254014" y="258529"/>
                  </a:lnTo>
                  <a:lnTo>
                    <a:pt x="5318430" y="254963"/>
                  </a:lnTo>
                  <a:lnTo>
                    <a:pt x="5377719" y="250958"/>
                  </a:lnTo>
                  <a:lnTo>
                    <a:pt x="5432795" y="246450"/>
                  </a:lnTo>
                  <a:lnTo>
                    <a:pt x="5484623" y="241375"/>
                  </a:lnTo>
                  <a:lnTo>
                    <a:pt x="5534136" y="235677"/>
                  </a:lnTo>
                  <a:lnTo>
                    <a:pt x="5567201" y="231392"/>
                  </a:lnTo>
                  <a:lnTo>
                    <a:pt x="5619509" y="223849"/>
                  </a:lnTo>
                  <a:lnTo>
                    <a:pt x="5671315" y="215493"/>
                  </a:lnTo>
                  <a:lnTo>
                    <a:pt x="5723202" y="206312"/>
                  </a:lnTo>
                  <a:lnTo>
                    <a:pt x="5775552" y="196330"/>
                  </a:lnTo>
                  <a:lnTo>
                    <a:pt x="5828576" y="185603"/>
                  </a:lnTo>
                  <a:lnTo>
                    <a:pt x="5882335" y="174226"/>
                  </a:lnTo>
                  <a:lnTo>
                    <a:pt x="5936759" y="162328"/>
                  </a:lnTo>
                  <a:lnTo>
                    <a:pt x="5991679" y="150071"/>
                  </a:lnTo>
                  <a:lnTo>
                    <a:pt x="6046850" y="137638"/>
                  </a:lnTo>
                  <a:lnTo>
                    <a:pt x="6101994" y="125224"/>
                  </a:lnTo>
                  <a:lnTo>
                    <a:pt x="6156835" y="113023"/>
                  </a:lnTo>
                  <a:lnTo>
                    <a:pt x="6211143" y="101213"/>
                  </a:lnTo>
                  <a:lnTo>
                    <a:pt x="6264762" y="89952"/>
                  </a:lnTo>
                  <a:lnTo>
                    <a:pt x="6317648" y="79362"/>
                  </a:lnTo>
                  <a:lnTo>
                    <a:pt x="6369887" y="69530"/>
                  </a:lnTo>
                  <a:lnTo>
                    <a:pt x="6421723" y="60508"/>
                  </a:lnTo>
                  <a:lnTo>
                    <a:pt x="6473574" y="52309"/>
                  </a:lnTo>
                  <a:lnTo>
                    <a:pt x="6515891" y="46278"/>
                  </a:lnTo>
                  <a:lnTo>
                    <a:pt x="6564292" y="40136"/>
                  </a:lnTo>
                  <a:lnTo>
                    <a:pt x="6614437" y="34639"/>
                  </a:lnTo>
                  <a:lnTo>
                    <a:pt x="6667180" y="29748"/>
                  </a:lnTo>
                  <a:lnTo>
                    <a:pt x="6723474" y="25405"/>
                  </a:lnTo>
                  <a:lnTo>
                    <a:pt x="6784278" y="21544"/>
                  </a:lnTo>
                  <a:lnTo>
                    <a:pt x="6850469" y="18103"/>
                  </a:lnTo>
                  <a:lnTo>
                    <a:pt x="6922721" y="15029"/>
                  </a:lnTo>
                  <a:lnTo>
                    <a:pt x="7001343" y="12279"/>
                  </a:lnTo>
                  <a:lnTo>
                    <a:pt x="7086068" y="9825"/>
                  </a:lnTo>
                  <a:lnTo>
                    <a:pt x="7175819" y="7650"/>
                  </a:lnTo>
                  <a:lnTo>
                    <a:pt x="7268483" y="5751"/>
                  </a:lnTo>
                  <a:lnTo>
                    <a:pt x="7360827" y="4132"/>
                  </a:lnTo>
                  <a:lnTo>
                    <a:pt x="7448657" y="2799"/>
                  </a:lnTo>
                  <a:lnTo>
                    <a:pt x="7527329" y="1755"/>
                  </a:lnTo>
                  <a:lnTo>
                    <a:pt x="7592592" y="991"/>
                  </a:lnTo>
                  <a:lnTo>
                    <a:pt x="7641569" y="481"/>
                  </a:lnTo>
                  <a:lnTo>
                    <a:pt x="7673537" y="184"/>
                  </a:lnTo>
                  <a:lnTo>
                    <a:pt x="7690253" y="44"/>
                  </a:lnTo>
                  <a:lnTo>
                    <a:pt x="7695809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1" name="pl1771"/>
            <p:cNvSpPr/>
            <p:nvPr/>
          </p:nvSpPr>
          <p:spPr>
            <a:xfrm>
              <a:off x="546595" y="2781268"/>
              <a:ext cx="8234974" cy="2580709"/>
            </a:xfrm>
            <a:custGeom>
              <a:avLst/>
              <a:pathLst>
                <a:path w="8234974" h="2580709">
                  <a:moveTo>
                    <a:pt x="8234974" y="0"/>
                  </a:moveTo>
                  <a:lnTo>
                    <a:pt x="7696237" y="0"/>
                  </a:lnTo>
                  <a:lnTo>
                    <a:pt x="7694936" y="9"/>
                  </a:lnTo>
                  <a:lnTo>
                    <a:pt x="7686446" y="75"/>
                  </a:lnTo>
                  <a:lnTo>
                    <a:pt x="7665283" y="257"/>
                  </a:lnTo>
                  <a:lnTo>
                    <a:pt x="7628050" y="616"/>
                  </a:lnTo>
                  <a:lnTo>
                    <a:pt x="7573773" y="1201"/>
                  </a:lnTo>
                  <a:lnTo>
                    <a:pt x="7503911" y="2051"/>
                  </a:lnTo>
                  <a:lnTo>
                    <a:pt x="7421871" y="3186"/>
                  </a:lnTo>
                  <a:lnTo>
                    <a:pt x="7332131" y="4609"/>
                  </a:lnTo>
                  <a:lnTo>
                    <a:pt x="7239274" y="6317"/>
                  </a:lnTo>
                  <a:lnTo>
                    <a:pt x="7147228" y="8303"/>
                  </a:lnTo>
                  <a:lnTo>
                    <a:pt x="7058879" y="10564"/>
                  </a:lnTo>
                  <a:lnTo>
                    <a:pt x="6975995" y="13109"/>
                  </a:lnTo>
                  <a:lnTo>
                    <a:pt x="6899375" y="15957"/>
                  </a:lnTo>
                  <a:lnTo>
                    <a:pt x="6829078" y="19141"/>
                  </a:lnTo>
                  <a:lnTo>
                    <a:pt x="6764662" y="22708"/>
                  </a:lnTo>
                  <a:lnTo>
                    <a:pt x="6705373" y="26713"/>
                  </a:lnTo>
                  <a:lnTo>
                    <a:pt x="6650298" y="31220"/>
                  </a:lnTo>
                  <a:lnTo>
                    <a:pt x="6598469" y="36296"/>
                  </a:lnTo>
                  <a:lnTo>
                    <a:pt x="6548957" y="41993"/>
                  </a:lnTo>
                  <a:lnTo>
                    <a:pt x="6515891" y="46278"/>
                  </a:lnTo>
                  <a:lnTo>
                    <a:pt x="6463584" y="53821"/>
                  </a:lnTo>
                  <a:lnTo>
                    <a:pt x="6411778" y="62178"/>
                  </a:lnTo>
                  <a:lnTo>
                    <a:pt x="6359891" y="71358"/>
                  </a:lnTo>
                  <a:lnTo>
                    <a:pt x="6307541" y="81340"/>
                  </a:lnTo>
                  <a:lnTo>
                    <a:pt x="6254517" y="92067"/>
                  </a:lnTo>
                  <a:lnTo>
                    <a:pt x="6200758" y="103444"/>
                  </a:lnTo>
                  <a:lnTo>
                    <a:pt x="6146333" y="115342"/>
                  </a:lnTo>
                  <a:lnTo>
                    <a:pt x="6091414" y="127599"/>
                  </a:lnTo>
                  <a:lnTo>
                    <a:pt x="6036243" y="140032"/>
                  </a:lnTo>
                  <a:lnTo>
                    <a:pt x="5981099" y="152446"/>
                  </a:lnTo>
                  <a:lnTo>
                    <a:pt x="5926257" y="164648"/>
                  </a:lnTo>
                  <a:lnTo>
                    <a:pt x="5871950" y="176457"/>
                  </a:lnTo>
                  <a:lnTo>
                    <a:pt x="5818331" y="187718"/>
                  </a:lnTo>
                  <a:lnTo>
                    <a:pt x="5765445" y="198308"/>
                  </a:lnTo>
                  <a:lnTo>
                    <a:pt x="5713205" y="208140"/>
                  </a:lnTo>
                  <a:lnTo>
                    <a:pt x="5661369" y="217162"/>
                  </a:lnTo>
                  <a:lnTo>
                    <a:pt x="5609519" y="225361"/>
                  </a:lnTo>
                  <a:lnTo>
                    <a:pt x="5567201" y="231392"/>
                  </a:lnTo>
                  <a:lnTo>
                    <a:pt x="5518800" y="237534"/>
                  </a:lnTo>
                  <a:lnTo>
                    <a:pt x="5468656" y="243032"/>
                  </a:lnTo>
                  <a:lnTo>
                    <a:pt x="5415913" y="247922"/>
                  </a:lnTo>
                  <a:lnTo>
                    <a:pt x="5359619" y="252265"/>
                  </a:lnTo>
                  <a:lnTo>
                    <a:pt x="5298815" y="256126"/>
                  </a:lnTo>
                  <a:lnTo>
                    <a:pt x="5232623" y="259567"/>
                  </a:lnTo>
                  <a:lnTo>
                    <a:pt x="5160371" y="262641"/>
                  </a:lnTo>
                  <a:lnTo>
                    <a:pt x="5081750" y="265391"/>
                  </a:lnTo>
                  <a:lnTo>
                    <a:pt x="4997024" y="267846"/>
                  </a:lnTo>
                  <a:lnTo>
                    <a:pt x="4907274" y="270020"/>
                  </a:lnTo>
                  <a:lnTo>
                    <a:pt x="4814610" y="271919"/>
                  </a:lnTo>
                  <a:lnTo>
                    <a:pt x="4722265" y="273538"/>
                  </a:lnTo>
                  <a:lnTo>
                    <a:pt x="4634435" y="274872"/>
                  </a:lnTo>
                  <a:lnTo>
                    <a:pt x="4555764" y="275916"/>
                  </a:lnTo>
                  <a:lnTo>
                    <a:pt x="4490500" y="276680"/>
                  </a:lnTo>
                  <a:lnTo>
                    <a:pt x="4441523" y="277189"/>
                  </a:lnTo>
                  <a:lnTo>
                    <a:pt x="4409555" y="277486"/>
                  </a:lnTo>
                  <a:lnTo>
                    <a:pt x="4392839" y="277626"/>
                  </a:lnTo>
                  <a:lnTo>
                    <a:pt x="4387284" y="277668"/>
                  </a:lnTo>
                  <a:lnTo>
                    <a:pt x="4386855" y="277671"/>
                  </a:lnTo>
                  <a:lnTo>
                    <a:pt x="3848118" y="277671"/>
                  </a:lnTo>
                  <a:lnTo>
                    <a:pt x="3846908" y="277742"/>
                  </a:lnTo>
                  <a:lnTo>
                    <a:pt x="3839000" y="278250"/>
                  </a:lnTo>
                  <a:lnTo>
                    <a:pt x="3819234" y="279655"/>
                  </a:lnTo>
                  <a:lnTo>
                    <a:pt x="3784327" y="282415"/>
                  </a:lnTo>
                  <a:lnTo>
                    <a:pt x="3733174" y="286932"/>
                  </a:lnTo>
                  <a:lnTo>
                    <a:pt x="3666898" y="293509"/>
                  </a:lnTo>
                  <a:lnTo>
                    <a:pt x="3588465" y="302317"/>
                  </a:lnTo>
                  <a:lnTo>
                    <a:pt x="3501944" y="313409"/>
                  </a:lnTo>
                  <a:lnTo>
                    <a:pt x="3411635" y="326755"/>
                  </a:lnTo>
                  <a:lnTo>
                    <a:pt x="3321358" y="342303"/>
                  </a:lnTo>
                  <a:lnTo>
                    <a:pt x="3234032" y="360025"/>
                  </a:lnTo>
                  <a:lnTo>
                    <a:pt x="3151558" y="379958"/>
                  </a:lnTo>
                  <a:lnTo>
                    <a:pt x="3074908" y="402228"/>
                  </a:lnTo>
                  <a:lnTo>
                    <a:pt x="3004323" y="427060"/>
                  </a:lnTo>
                  <a:lnTo>
                    <a:pt x="2939521" y="454773"/>
                  </a:lnTo>
                  <a:lnTo>
                    <a:pt x="2879887" y="485776"/>
                  </a:lnTo>
                  <a:lnTo>
                    <a:pt x="2824615" y="520543"/>
                  </a:lnTo>
                  <a:lnTo>
                    <a:pt x="2772815" y="559582"/>
                  </a:lnTo>
                  <a:lnTo>
                    <a:pt x="2723600" y="603361"/>
                  </a:lnTo>
                  <a:lnTo>
                    <a:pt x="2676156" y="652200"/>
                  </a:lnTo>
                  <a:lnTo>
                    <a:pt x="2667772" y="661510"/>
                  </a:lnTo>
                  <a:lnTo>
                    <a:pt x="2629414" y="706642"/>
                  </a:lnTo>
                  <a:lnTo>
                    <a:pt x="2591424" y="755358"/>
                  </a:lnTo>
                  <a:lnTo>
                    <a:pt x="2553538" y="807730"/>
                  </a:lnTo>
                  <a:lnTo>
                    <a:pt x="2515557" y="863759"/>
                  </a:lnTo>
                  <a:lnTo>
                    <a:pt x="2477337" y="923369"/>
                  </a:lnTo>
                  <a:lnTo>
                    <a:pt x="2438781" y="986399"/>
                  </a:lnTo>
                  <a:lnTo>
                    <a:pt x="2399839" y="1052599"/>
                  </a:lnTo>
                  <a:lnTo>
                    <a:pt x="2360503" y="1121632"/>
                  </a:lnTo>
                  <a:lnTo>
                    <a:pt x="2320798" y="1193075"/>
                  </a:lnTo>
                  <a:lnTo>
                    <a:pt x="2280783" y="1266428"/>
                  </a:lnTo>
                  <a:lnTo>
                    <a:pt x="2240539" y="1341131"/>
                  </a:lnTo>
                  <a:lnTo>
                    <a:pt x="2200168" y="1416574"/>
                  </a:lnTo>
                  <a:lnTo>
                    <a:pt x="2159778" y="1492124"/>
                  </a:lnTo>
                  <a:lnTo>
                    <a:pt x="2119481" y="1567143"/>
                  </a:lnTo>
                  <a:lnTo>
                    <a:pt x="2079379" y="1641012"/>
                  </a:lnTo>
                  <a:lnTo>
                    <a:pt x="2039563" y="1713152"/>
                  </a:lnTo>
                  <a:lnTo>
                    <a:pt x="2000099" y="1783040"/>
                  </a:lnTo>
                  <a:lnTo>
                    <a:pt x="1961025" y="1850227"/>
                  </a:lnTo>
                  <a:lnTo>
                    <a:pt x="1922343" y="1914347"/>
                  </a:lnTo>
                  <a:lnTo>
                    <a:pt x="1884019" y="1975120"/>
                  </a:lnTo>
                  <a:lnTo>
                    <a:pt x="1845972" y="2032357"/>
                  </a:lnTo>
                  <a:lnTo>
                    <a:pt x="1808074" y="2085953"/>
                  </a:lnTo>
                  <a:lnTo>
                    <a:pt x="1770145" y="2135884"/>
                  </a:lnTo>
                  <a:lnTo>
                    <a:pt x="1731943" y="2182200"/>
                  </a:lnTo>
                  <a:lnTo>
                    <a:pt x="1719082" y="2196869"/>
                  </a:lnTo>
                  <a:lnTo>
                    <a:pt x="1671882" y="2246627"/>
                  </a:lnTo>
                  <a:lnTo>
                    <a:pt x="1623041" y="2291299"/>
                  </a:lnTo>
                  <a:lnTo>
                    <a:pt x="1571770" y="2331156"/>
                  </a:lnTo>
                  <a:lnTo>
                    <a:pt x="1517188" y="2366653"/>
                  </a:lnTo>
                  <a:lnTo>
                    <a:pt x="1458400" y="2398295"/>
                  </a:lnTo>
                  <a:lnTo>
                    <a:pt x="1394578" y="2426566"/>
                  </a:lnTo>
                  <a:lnTo>
                    <a:pt x="1325064" y="2451889"/>
                  </a:lnTo>
                  <a:lnTo>
                    <a:pt x="1249504" y="2474600"/>
                  </a:lnTo>
                  <a:lnTo>
                    <a:pt x="1168027" y="2494941"/>
                  </a:lnTo>
                  <a:lnTo>
                    <a:pt x="1081462" y="2513055"/>
                  </a:lnTo>
                  <a:lnTo>
                    <a:pt x="991529" y="2528993"/>
                  </a:lnTo>
                  <a:lnTo>
                    <a:pt x="900967" y="2542739"/>
                  </a:lnTo>
                  <a:lnTo>
                    <a:pt x="813455" y="2554239"/>
                  </a:lnTo>
                  <a:lnTo>
                    <a:pt x="733252" y="2563456"/>
                  </a:lnTo>
                  <a:lnTo>
                    <a:pt x="664531" y="2570425"/>
                  </a:lnTo>
                  <a:lnTo>
                    <a:pt x="610519" y="2575293"/>
                  </a:lnTo>
                  <a:lnTo>
                    <a:pt x="572711" y="2578341"/>
                  </a:lnTo>
                  <a:lnTo>
                    <a:pt x="550408" y="2579957"/>
                  </a:lnTo>
                  <a:lnTo>
                    <a:pt x="540701" y="2580592"/>
                  </a:lnTo>
                  <a:lnTo>
                    <a:pt x="538744" y="2580708"/>
                  </a:lnTo>
                  <a:lnTo>
                    <a:pt x="538736" y="2580709"/>
                  </a:lnTo>
                  <a:lnTo>
                    <a:pt x="0" y="25807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2" name="pg1772"/>
            <p:cNvSpPr/>
            <p:nvPr/>
          </p:nvSpPr>
          <p:spPr>
            <a:xfrm>
              <a:off x="546595" y="3113385"/>
              <a:ext cx="8234974" cy="2259481"/>
            </a:xfrm>
            <a:custGeom>
              <a:avLst/>
              <a:pathLst>
                <a:path w="8234974" h="2259481">
                  <a:moveTo>
                    <a:pt x="0" y="2259481"/>
                  </a:moveTo>
                  <a:lnTo>
                    <a:pt x="538736" y="2259481"/>
                  </a:lnTo>
                  <a:lnTo>
                    <a:pt x="539950" y="2259411"/>
                  </a:lnTo>
                  <a:lnTo>
                    <a:pt x="547881" y="2258912"/>
                  </a:lnTo>
                  <a:lnTo>
                    <a:pt x="567702" y="2257533"/>
                  </a:lnTo>
                  <a:lnTo>
                    <a:pt x="602701" y="2254824"/>
                  </a:lnTo>
                  <a:lnTo>
                    <a:pt x="653978" y="2250389"/>
                  </a:lnTo>
                  <a:lnTo>
                    <a:pt x="720399" y="2243934"/>
                  </a:lnTo>
                  <a:lnTo>
                    <a:pt x="798977" y="2235290"/>
                  </a:lnTo>
                  <a:lnTo>
                    <a:pt x="885630" y="2224407"/>
                  </a:lnTo>
                  <a:lnTo>
                    <a:pt x="976045" y="2211312"/>
                  </a:lnTo>
                  <a:lnTo>
                    <a:pt x="1066396" y="2196060"/>
                  </a:lnTo>
                  <a:lnTo>
                    <a:pt x="1153767" y="2178675"/>
                  </a:lnTo>
                  <a:lnTo>
                    <a:pt x="1236261" y="2159121"/>
                  </a:lnTo>
                  <a:lnTo>
                    <a:pt x="1312911" y="2137272"/>
                  </a:lnTo>
                  <a:lnTo>
                    <a:pt x="1383486" y="2112908"/>
                  </a:lnTo>
                  <a:lnTo>
                    <a:pt x="1448273" y="2085713"/>
                  </a:lnTo>
                  <a:lnTo>
                    <a:pt x="1507892" y="2055285"/>
                  </a:lnTo>
                  <a:lnTo>
                    <a:pt x="1563155" y="2021158"/>
                  </a:lnTo>
                  <a:lnTo>
                    <a:pt x="1614954" y="1982833"/>
                  </a:lnTo>
                  <a:lnTo>
                    <a:pt x="1664179" y="1939851"/>
                  </a:lnTo>
                  <a:lnTo>
                    <a:pt x="1711642" y="1891905"/>
                  </a:lnTo>
                  <a:lnTo>
                    <a:pt x="1719082" y="1883808"/>
                  </a:lnTo>
                  <a:lnTo>
                    <a:pt x="1757736" y="1839280"/>
                  </a:lnTo>
                  <a:lnTo>
                    <a:pt x="1796020" y="1791189"/>
                  </a:lnTo>
                  <a:lnTo>
                    <a:pt x="1834200" y="1739463"/>
                  </a:lnTo>
                  <a:lnTo>
                    <a:pt x="1872480" y="1684103"/>
                  </a:lnTo>
                  <a:lnTo>
                    <a:pt x="1911008" y="1625187"/>
                  </a:lnTo>
                  <a:lnTo>
                    <a:pt x="1949879" y="1562880"/>
                  </a:lnTo>
                  <a:lnTo>
                    <a:pt x="1989144" y="1497436"/>
                  </a:lnTo>
                  <a:lnTo>
                    <a:pt x="2028808" y="1429197"/>
                  </a:lnTo>
                  <a:lnTo>
                    <a:pt x="2068844" y="1358591"/>
                  </a:lnTo>
                  <a:lnTo>
                    <a:pt x="2109190" y="1286123"/>
                  </a:lnTo>
                  <a:lnTo>
                    <a:pt x="2149760" y="1212360"/>
                  </a:lnTo>
                  <a:lnTo>
                    <a:pt x="2190451" y="1137914"/>
                  </a:lnTo>
                  <a:lnTo>
                    <a:pt x="2231150" y="1063421"/>
                  </a:lnTo>
                  <a:lnTo>
                    <a:pt x="2271745" y="989519"/>
                  </a:lnTo>
                  <a:lnTo>
                    <a:pt x="2312129" y="916825"/>
                  </a:lnTo>
                  <a:lnTo>
                    <a:pt x="2352215" y="845914"/>
                  </a:lnTo>
                  <a:lnTo>
                    <a:pt x="2391937" y="777301"/>
                  </a:lnTo>
                  <a:lnTo>
                    <a:pt x="2431260" y="711424"/>
                  </a:lnTo>
                  <a:lnTo>
                    <a:pt x="2470187" y="648641"/>
                  </a:lnTo>
                  <a:lnTo>
                    <a:pt x="2508760" y="589217"/>
                  </a:lnTo>
                  <a:lnTo>
                    <a:pt x="2547069" y="533330"/>
                  </a:lnTo>
                  <a:lnTo>
                    <a:pt x="2585252" y="481071"/>
                  </a:lnTo>
                  <a:lnTo>
                    <a:pt x="2623505" y="432451"/>
                  </a:lnTo>
                  <a:lnTo>
                    <a:pt x="2662085" y="387409"/>
                  </a:lnTo>
                  <a:lnTo>
                    <a:pt x="2667772" y="381117"/>
                  </a:lnTo>
                  <a:lnTo>
                    <a:pt x="2715021" y="332371"/>
                  </a:lnTo>
                  <a:lnTo>
                    <a:pt x="2763914" y="288613"/>
                  </a:lnTo>
                  <a:lnTo>
                    <a:pt x="2815244" y="249576"/>
                  </a:lnTo>
                  <a:lnTo>
                    <a:pt x="2869895" y="214813"/>
                  </a:lnTo>
                  <a:lnTo>
                    <a:pt x="2928764" y="183829"/>
                  </a:lnTo>
                  <a:lnTo>
                    <a:pt x="2992680" y="156148"/>
                  </a:lnTo>
                  <a:lnTo>
                    <a:pt x="3062303" y="131357"/>
                  </a:lnTo>
                  <a:lnTo>
                    <a:pt x="3137986" y="109125"/>
                  </a:lnTo>
                  <a:lnTo>
                    <a:pt x="3219592" y="89216"/>
                  </a:lnTo>
                  <a:lnTo>
                    <a:pt x="3306287" y="71491"/>
                  </a:lnTo>
                  <a:lnTo>
                    <a:pt x="3396334" y="55898"/>
                  </a:lnTo>
                  <a:lnTo>
                    <a:pt x="3486974" y="42456"/>
                  </a:lnTo>
                  <a:lnTo>
                    <a:pt x="3574509" y="31218"/>
                  </a:lnTo>
                  <a:lnTo>
                    <a:pt x="3654662" y="22218"/>
                  </a:lnTo>
                  <a:lnTo>
                    <a:pt x="3723257" y="15422"/>
                  </a:lnTo>
                  <a:lnTo>
                    <a:pt x="3777076" y="10683"/>
                  </a:lnTo>
                  <a:lnTo>
                    <a:pt x="3814652" y="7724"/>
                  </a:lnTo>
                  <a:lnTo>
                    <a:pt x="3836723" y="6162"/>
                  </a:lnTo>
                  <a:lnTo>
                    <a:pt x="3846246" y="555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5"/>
                  </a:lnTo>
                  <a:lnTo>
                    <a:pt x="4396603" y="5612"/>
                  </a:lnTo>
                  <a:lnTo>
                    <a:pt x="4417678" y="6018"/>
                  </a:lnTo>
                  <a:lnTo>
                    <a:pt x="4454762" y="6815"/>
                  </a:lnTo>
                  <a:lnTo>
                    <a:pt x="4508842" y="8118"/>
                  </a:lnTo>
                  <a:lnTo>
                    <a:pt x="4578480" y="10010"/>
                  </a:lnTo>
                  <a:lnTo>
                    <a:pt x="4660295" y="12536"/>
                  </a:lnTo>
                  <a:lnTo>
                    <a:pt x="4749837" y="15706"/>
                  </a:lnTo>
                  <a:lnTo>
                    <a:pt x="4842540" y="19509"/>
                  </a:lnTo>
                  <a:lnTo>
                    <a:pt x="4934480" y="23932"/>
                  </a:lnTo>
                  <a:lnTo>
                    <a:pt x="5022770" y="28969"/>
                  </a:lnTo>
                  <a:lnTo>
                    <a:pt x="5105633" y="34637"/>
                  </a:lnTo>
                  <a:lnTo>
                    <a:pt x="5182258" y="40980"/>
                  </a:lnTo>
                  <a:lnTo>
                    <a:pt x="5252574" y="48071"/>
                  </a:lnTo>
                  <a:lnTo>
                    <a:pt x="5317015" y="56010"/>
                  </a:lnTo>
                  <a:lnTo>
                    <a:pt x="5376324" y="64924"/>
                  </a:lnTo>
                  <a:lnTo>
                    <a:pt x="5431410" y="74955"/>
                  </a:lnTo>
                  <a:lnTo>
                    <a:pt x="5483233" y="86246"/>
                  </a:lnTo>
                  <a:lnTo>
                    <a:pt x="5532723" y="98922"/>
                  </a:lnTo>
                  <a:lnTo>
                    <a:pt x="5567201" y="108890"/>
                  </a:lnTo>
                  <a:lnTo>
                    <a:pt x="5617762" y="125155"/>
                  </a:lnTo>
                  <a:lnTo>
                    <a:pt x="5667834" y="143117"/>
                  </a:lnTo>
                  <a:lnTo>
                    <a:pt x="5717952" y="162798"/>
                  </a:lnTo>
                  <a:lnTo>
                    <a:pt x="5768476" y="184163"/>
                  </a:lnTo>
                  <a:lnTo>
                    <a:pt x="5819611" y="207103"/>
                  </a:lnTo>
                  <a:lnTo>
                    <a:pt x="5871433" y="231440"/>
                  </a:lnTo>
                  <a:lnTo>
                    <a:pt x="5923899" y="256923"/>
                  </a:lnTo>
                  <a:lnTo>
                    <a:pt x="5976873" y="283241"/>
                  </a:lnTo>
                  <a:lnTo>
                    <a:pt x="6030147" y="310033"/>
                  </a:lnTo>
                  <a:lnTo>
                    <a:pt x="6083476" y="336910"/>
                  </a:lnTo>
                  <a:lnTo>
                    <a:pt x="6136606" y="363476"/>
                  </a:lnTo>
                  <a:lnTo>
                    <a:pt x="6189310" y="389358"/>
                  </a:lnTo>
                  <a:lnTo>
                    <a:pt x="6241418" y="414219"/>
                  </a:lnTo>
                  <a:lnTo>
                    <a:pt x="6292845" y="437783"/>
                  </a:lnTo>
                  <a:lnTo>
                    <a:pt x="6343613" y="459837"/>
                  </a:lnTo>
                  <a:lnTo>
                    <a:pt x="6393870" y="480247"/>
                  </a:lnTo>
                  <a:lnTo>
                    <a:pt x="6443907" y="498944"/>
                  </a:lnTo>
                  <a:lnTo>
                    <a:pt x="6494181" y="515928"/>
                  </a:lnTo>
                  <a:lnTo>
                    <a:pt x="6515891" y="522675"/>
                  </a:lnTo>
                  <a:lnTo>
                    <a:pt x="6564217" y="536383"/>
                  </a:lnTo>
                  <a:lnTo>
                    <a:pt x="6614280" y="548657"/>
                  </a:lnTo>
                  <a:lnTo>
                    <a:pt x="6666931" y="559577"/>
                  </a:lnTo>
                  <a:lnTo>
                    <a:pt x="6723117" y="569276"/>
                  </a:lnTo>
                  <a:lnTo>
                    <a:pt x="6783794" y="577899"/>
                  </a:lnTo>
                  <a:lnTo>
                    <a:pt x="6849836" y="585587"/>
                  </a:lnTo>
                  <a:lnTo>
                    <a:pt x="6921915" y="592456"/>
                  </a:lnTo>
                  <a:lnTo>
                    <a:pt x="7000344" y="598602"/>
                  </a:lnTo>
                  <a:lnTo>
                    <a:pt x="7084866" y="604088"/>
                  </a:lnTo>
                  <a:lnTo>
                    <a:pt x="7174419" y="608949"/>
                  </a:lnTo>
                  <a:lnTo>
                    <a:pt x="7266917" y="613198"/>
                  </a:lnTo>
                  <a:lnTo>
                    <a:pt x="7359161" y="616823"/>
                  </a:lnTo>
                  <a:lnTo>
                    <a:pt x="7446987" y="619811"/>
                  </a:lnTo>
                  <a:lnTo>
                    <a:pt x="7525773" y="622155"/>
                  </a:lnTo>
                  <a:lnTo>
                    <a:pt x="7591271" y="623873"/>
                  </a:lnTo>
                  <a:lnTo>
                    <a:pt x="7640577" y="625023"/>
                  </a:lnTo>
                  <a:lnTo>
                    <a:pt x="7672913" y="625696"/>
                  </a:lnTo>
                  <a:lnTo>
                    <a:pt x="7689966" y="626016"/>
                  </a:lnTo>
                  <a:lnTo>
                    <a:pt x="7695753" y="626113"/>
                  </a:lnTo>
                  <a:lnTo>
                    <a:pt x="7696237" y="626121"/>
                  </a:lnTo>
                  <a:lnTo>
                    <a:pt x="8234974" y="626121"/>
                  </a:lnTo>
                  <a:lnTo>
                    <a:pt x="8234974" y="620676"/>
                  </a:ln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5" y="69"/>
                  </a:lnTo>
                  <a:lnTo>
                    <a:pt x="3838974" y="568"/>
                  </a:lnTo>
                  <a:lnTo>
                    <a:pt x="3819152" y="1948"/>
                  </a:lnTo>
                  <a:lnTo>
                    <a:pt x="3784153" y="4657"/>
                  </a:lnTo>
                  <a:lnTo>
                    <a:pt x="3732876" y="9091"/>
                  </a:lnTo>
                  <a:lnTo>
                    <a:pt x="3666456" y="15546"/>
                  </a:lnTo>
                  <a:lnTo>
                    <a:pt x="3587877" y="24190"/>
                  </a:lnTo>
                  <a:lnTo>
                    <a:pt x="3501225" y="35074"/>
                  </a:lnTo>
                  <a:lnTo>
                    <a:pt x="3410810" y="48168"/>
                  </a:lnTo>
                  <a:lnTo>
                    <a:pt x="3320458" y="63421"/>
                  </a:lnTo>
                  <a:lnTo>
                    <a:pt x="3233088" y="80806"/>
                  </a:lnTo>
                  <a:lnTo>
                    <a:pt x="3150594" y="100360"/>
                  </a:lnTo>
                  <a:lnTo>
                    <a:pt x="3073943" y="122209"/>
                  </a:lnTo>
                  <a:lnTo>
                    <a:pt x="3003368" y="146573"/>
                  </a:lnTo>
                  <a:lnTo>
                    <a:pt x="2938582" y="173768"/>
                  </a:lnTo>
                  <a:lnTo>
                    <a:pt x="2878962" y="204196"/>
                  </a:lnTo>
                  <a:lnTo>
                    <a:pt x="2823699" y="238323"/>
                  </a:lnTo>
                  <a:lnTo>
                    <a:pt x="2771901" y="276648"/>
                  </a:lnTo>
                  <a:lnTo>
                    <a:pt x="2722676" y="319630"/>
                  </a:lnTo>
                  <a:lnTo>
                    <a:pt x="2675212" y="367576"/>
                  </a:lnTo>
                  <a:lnTo>
                    <a:pt x="2667772" y="375672"/>
                  </a:lnTo>
                  <a:lnTo>
                    <a:pt x="2629118" y="420200"/>
                  </a:lnTo>
                  <a:lnTo>
                    <a:pt x="2590835" y="468292"/>
                  </a:lnTo>
                  <a:lnTo>
                    <a:pt x="2552655" y="520018"/>
                  </a:lnTo>
                  <a:lnTo>
                    <a:pt x="2514375" y="575378"/>
                  </a:lnTo>
                  <a:lnTo>
                    <a:pt x="2475847" y="634294"/>
                  </a:lnTo>
                  <a:lnTo>
                    <a:pt x="2436975" y="696600"/>
                  </a:lnTo>
                  <a:lnTo>
                    <a:pt x="2397711" y="762045"/>
                  </a:lnTo>
                  <a:lnTo>
                    <a:pt x="2358046" y="830284"/>
                  </a:lnTo>
                  <a:lnTo>
                    <a:pt x="2318010" y="900889"/>
                  </a:lnTo>
                  <a:lnTo>
                    <a:pt x="2277665" y="973357"/>
                  </a:lnTo>
                  <a:lnTo>
                    <a:pt x="2237094" y="1047120"/>
                  </a:lnTo>
                  <a:lnTo>
                    <a:pt x="2196403" y="1121567"/>
                  </a:lnTo>
                  <a:lnTo>
                    <a:pt x="2155704" y="1196059"/>
                  </a:lnTo>
                  <a:lnTo>
                    <a:pt x="2115110" y="1269961"/>
                  </a:lnTo>
                  <a:lnTo>
                    <a:pt x="2074725" y="1342655"/>
                  </a:lnTo>
                  <a:lnTo>
                    <a:pt x="2034640" y="1413566"/>
                  </a:lnTo>
                  <a:lnTo>
                    <a:pt x="1994918" y="1482180"/>
                  </a:lnTo>
                  <a:lnTo>
                    <a:pt x="1955595" y="1548057"/>
                  </a:lnTo>
                  <a:lnTo>
                    <a:pt x="1916668" y="1610840"/>
                  </a:lnTo>
                  <a:lnTo>
                    <a:pt x="1878095" y="1670264"/>
                  </a:lnTo>
                  <a:lnTo>
                    <a:pt x="1839786" y="1726151"/>
                  </a:lnTo>
                  <a:lnTo>
                    <a:pt x="1801602" y="1778410"/>
                  </a:lnTo>
                  <a:lnTo>
                    <a:pt x="1763349" y="1827030"/>
                  </a:lnTo>
                  <a:lnTo>
                    <a:pt x="1724769" y="1872072"/>
                  </a:lnTo>
                  <a:lnTo>
                    <a:pt x="1719082" y="1878364"/>
                  </a:lnTo>
                  <a:lnTo>
                    <a:pt x="1671834" y="1927110"/>
                  </a:lnTo>
                  <a:lnTo>
                    <a:pt x="1622941" y="1970867"/>
                  </a:lnTo>
                  <a:lnTo>
                    <a:pt x="1571610" y="2009905"/>
                  </a:lnTo>
                  <a:lnTo>
                    <a:pt x="1516959" y="2044668"/>
                  </a:lnTo>
                  <a:lnTo>
                    <a:pt x="1458091" y="2075651"/>
                  </a:lnTo>
                  <a:lnTo>
                    <a:pt x="1394175" y="2103332"/>
                  </a:lnTo>
                  <a:lnTo>
                    <a:pt x="1324552" y="2128124"/>
                  </a:lnTo>
                  <a:lnTo>
                    <a:pt x="1248869" y="2150356"/>
                  </a:lnTo>
                  <a:lnTo>
                    <a:pt x="1167262" y="2170265"/>
                  </a:lnTo>
                  <a:lnTo>
                    <a:pt x="1080567" y="2187990"/>
                  </a:lnTo>
                  <a:lnTo>
                    <a:pt x="990521" y="2203583"/>
                  </a:lnTo>
                  <a:lnTo>
                    <a:pt x="899881" y="2217024"/>
                  </a:lnTo>
                  <a:lnTo>
                    <a:pt x="812346" y="2228263"/>
                  </a:lnTo>
                  <a:lnTo>
                    <a:pt x="732192" y="2237263"/>
                  </a:lnTo>
                  <a:lnTo>
                    <a:pt x="663598" y="2244058"/>
                  </a:lnTo>
                  <a:lnTo>
                    <a:pt x="609779" y="2248798"/>
                  </a:lnTo>
                  <a:lnTo>
                    <a:pt x="572203" y="2251757"/>
                  </a:lnTo>
                  <a:lnTo>
                    <a:pt x="550132" y="2253319"/>
                  </a:lnTo>
                  <a:lnTo>
                    <a:pt x="540609" y="2253928"/>
                  </a:lnTo>
                  <a:lnTo>
                    <a:pt x="538736" y="2254037"/>
                  </a:lnTo>
                  <a:lnTo>
                    <a:pt x="0" y="2254037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73" name="pl1773"/>
            <p:cNvSpPr/>
            <p:nvPr/>
          </p:nvSpPr>
          <p:spPr>
            <a:xfrm>
              <a:off x="546595" y="3118829"/>
              <a:ext cx="8234974" cy="2254037"/>
            </a:xfrm>
            <a:custGeom>
              <a:avLst/>
              <a:pathLst>
                <a:path w="8234974" h="2254037">
                  <a:moveTo>
                    <a:pt x="0" y="2254037"/>
                  </a:moveTo>
                  <a:lnTo>
                    <a:pt x="538736" y="2254037"/>
                  </a:lnTo>
                  <a:lnTo>
                    <a:pt x="539950" y="2253967"/>
                  </a:lnTo>
                  <a:lnTo>
                    <a:pt x="547881" y="2253468"/>
                  </a:lnTo>
                  <a:lnTo>
                    <a:pt x="567702" y="2252088"/>
                  </a:lnTo>
                  <a:lnTo>
                    <a:pt x="602701" y="2249379"/>
                  </a:lnTo>
                  <a:lnTo>
                    <a:pt x="653978" y="2244945"/>
                  </a:lnTo>
                  <a:lnTo>
                    <a:pt x="720399" y="2238490"/>
                  </a:lnTo>
                  <a:lnTo>
                    <a:pt x="798977" y="2229846"/>
                  </a:lnTo>
                  <a:lnTo>
                    <a:pt x="885630" y="2218962"/>
                  </a:lnTo>
                  <a:lnTo>
                    <a:pt x="976045" y="2205868"/>
                  </a:lnTo>
                  <a:lnTo>
                    <a:pt x="1066396" y="2190615"/>
                  </a:lnTo>
                  <a:lnTo>
                    <a:pt x="1153767" y="2173230"/>
                  </a:lnTo>
                  <a:lnTo>
                    <a:pt x="1236261" y="2153676"/>
                  </a:lnTo>
                  <a:lnTo>
                    <a:pt x="1312911" y="2131827"/>
                  </a:lnTo>
                  <a:lnTo>
                    <a:pt x="1383486" y="2107463"/>
                  </a:lnTo>
                  <a:lnTo>
                    <a:pt x="1448273" y="2080268"/>
                  </a:lnTo>
                  <a:lnTo>
                    <a:pt x="1507892" y="2049841"/>
                  </a:lnTo>
                  <a:lnTo>
                    <a:pt x="1563155" y="2015713"/>
                  </a:lnTo>
                  <a:lnTo>
                    <a:pt x="1614954" y="1977388"/>
                  </a:lnTo>
                  <a:lnTo>
                    <a:pt x="1664179" y="1934406"/>
                  </a:lnTo>
                  <a:lnTo>
                    <a:pt x="1711642" y="1886460"/>
                  </a:lnTo>
                  <a:lnTo>
                    <a:pt x="1719082" y="1878364"/>
                  </a:lnTo>
                  <a:lnTo>
                    <a:pt x="1757736" y="1833836"/>
                  </a:lnTo>
                  <a:lnTo>
                    <a:pt x="1796020" y="1785744"/>
                  </a:lnTo>
                  <a:lnTo>
                    <a:pt x="1834200" y="1734018"/>
                  </a:lnTo>
                  <a:lnTo>
                    <a:pt x="1872480" y="1678658"/>
                  </a:lnTo>
                  <a:lnTo>
                    <a:pt x="1911008" y="1619743"/>
                  </a:lnTo>
                  <a:lnTo>
                    <a:pt x="1949879" y="1557436"/>
                  </a:lnTo>
                  <a:lnTo>
                    <a:pt x="1989144" y="1491991"/>
                  </a:lnTo>
                  <a:lnTo>
                    <a:pt x="2028808" y="1423752"/>
                  </a:lnTo>
                  <a:lnTo>
                    <a:pt x="2068844" y="1353147"/>
                  </a:lnTo>
                  <a:lnTo>
                    <a:pt x="2109190" y="1280679"/>
                  </a:lnTo>
                  <a:lnTo>
                    <a:pt x="2149760" y="1206916"/>
                  </a:lnTo>
                  <a:lnTo>
                    <a:pt x="2190451" y="1132470"/>
                  </a:lnTo>
                  <a:lnTo>
                    <a:pt x="2231150" y="1057977"/>
                  </a:lnTo>
                  <a:lnTo>
                    <a:pt x="2271745" y="984075"/>
                  </a:lnTo>
                  <a:lnTo>
                    <a:pt x="2312129" y="911381"/>
                  </a:lnTo>
                  <a:lnTo>
                    <a:pt x="2352215" y="840470"/>
                  </a:lnTo>
                  <a:lnTo>
                    <a:pt x="2391937" y="771856"/>
                  </a:lnTo>
                  <a:lnTo>
                    <a:pt x="2431260" y="705980"/>
                  </a:lnTo>
                  <a:lnTo>
                    <a:pt x="2470187" y="643196"/>
                  </a:lnTo>
                  <a:lnTo>
                    <a:pt x="2508760" y="583772"/>
                  </a:lnTo>
                  <a:lnTo>
                    <a:pt x="2547069" y="527886"/>
                  </a:lnTo>
                  <a:lnTo>
                    <a:pt x="2585252" y="475627"/>
                  </a:lnTo>
                  <a:lnTo>
                    <a:pt x="2623505" y="427006"/>
                  </a:lnTo>
                  <a:lnTo>
                    <a:pt x="2662085" y="381964"/>
                  </a:lnTo>
                  <a:lnTo>
                    <a:pt x="2667772" y="375672"/>
                  </a:lnTo>
                  <a:lnTo>
                    <a:pt x="2715021" y="326927"/>
                  </a:lnTo>
                  <a:lnTo>
                    <a:pt x="2763914" y="283169"/>
                  </a:lnTo>
                  <a:lnTo>
                    <a:pt x="2815244" y="244131"/>
                  </a:lnTo>
                  <a:lnTo>
                    <a:pt x="2869895" y="209369"/>
                  </a:lnTo>
                  <a:lnTo>
                    <a:pt x="2928764" y="178385"/>
                  </a:lnTo>
                  <a:lnTo>
                    <a:pt x="2992680" y="150704"/>
                  </a:lnTo>
                  <a:lnTo>
                    <a:pt x="3062303" y="125912"/>
                  </a:lnTo>
                  <a:lnTo>
                    <a:pt x="3137986" y="103680"/>
                  </a:lnTo>
                  <a:lnTo>
                    <a:pt x="3219592" y="83772"/>
                  </a:lnTo>
                  <a:lnTo>
                    <a:pt x="3306287" y="66046"/>
                  </a:lnTo>
                  <a:lnTo>
                    <a:pt x="3396334" y="50453"/>
                  </a:lnTo>
                  <a:lnTo>
                    <a:pt x="3486974" y="37012"/>
                  </a:lnTo>
                  <a:lnTo>
                    <a:pt x="3574509" y="25773"/>
                  </a:lnTo>
                  <a:lnTo>
                    <a:pt x="3654662" y="16773"/>
                  </a:lnTo>
                  <a:lnTo>
                    <a:pt x="3723257" y="9978"/>
                  </a:lnTo>
                  <a:lnTo>
                    <a:pt x="3777076" y="5238"/>
                  </a:lnTo>
                  <a:lnTo>
                    <a:pt x="3814652" y="2279"/>
                  </a:lnTo>
                  <a:lnTo>
                    <a:pt x="3836723" y="717"/>
                  </a:lnTo>
                  <a:lnTo>
                    <a:pt x="3846246" y="109"/>
                  </a:lnTo>
                  <a:lnTo>
                    <a:pt x="384811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20"/>
                  </a:lnTo>
                  <a:lnTo>
                    <a:pt x="4396603" y="167"/>
                  </a:lnTo>
                  <a:lnTo>
                    <a:pt x="4417678" y="573"/>
                  </a:lnTo>
                  <a:lnTo>
                    <a:pt x="4454762" y="1371"/>
                  </a:lnTo>
                  <a:lnTo>
                    <a:pt x="4508842" y="2674"/>
                  </a:lnTo>
                  <a:lnTo>
                    <a:pt x="4578480" y="4565"/>
                  </a:lnTo>
                  <a:lnTo>
                    <a:pt x="4660295" y="7091"/>
                  </a:lnTo>
                  <a:lnTo>
                    <a:pt x="4749837" y="10261"/>
                  </a:lnTo>
                  <a:lnTo>
                    <a:pt x="4842540" y="14065"/>
                  </a:lnTo>
                  <a:lnTo>
                    <a:pt x="4934480" y="18487"/>
                  </a:lnTo>
                  <a:lnTo>
                    <a:pt x="5022770" y="23524"/>
                  </a:lnTo>
                  <a:lnTo>
                    <a:pt x="5105633" y="29192"/>
                  </a:lnTo>
                  <a:lnTo>
                    <a:pt x="5182258" y="35535"/>
                  </a:lnTo>
                  <a:lnTo>
                    <a:pt x="5252574" y="42626"/>
                  </a:lnTo>
                  <a:lnTo>
                    <a:pt x="5317015" y="50566"/>
                  </a:lnTo>
                  <a:lnTo>
                    <a:pt x="5376324" y="59480"/>
                  </a:lnTo>
                  <a:lnTo>
                    <a:pt x="5431410" y="69510"/>
                  </a:lnTo>
                  <a:lnTo>
                    <a:pt x="5483233" y="80802"/>
                  </a:lnTo>
                  <a:lnTo>
                    <a:pt x="5532723" y="93478"/>
                  </a:lnTo>
                  <a:lnTo>
                    <a:pt x="5567201" y="103446"/>
                  </a:lnTo>
                  <a:lnTo>
                    <a:pt x="5617762" y="119710"/>
                  </a:lnTo>
                  <a:lnTo>
                    <a:pt x="5667834" y="137672"/>
                  </a:lnTo>
                  <a:lnTo>
                    <a:pt x="5717952" y="157354"/>
                  </a:lnTo>
                  <a:lnTo>
                    <a:pt x="5768476" y="178718"/>
                  </a:lnTo>
                  <a:lnTo>
                    <a:pt x="5819611" y="201658"/>
                  </a:lnTo>
                  <a:lnTo>
                    <a:pt x="5871433" y="225995"/>
                  </a:lnTo>
                  <a:lnTo>
                    <a:pt x="5923899" y="251479"/>
                  </a:lnTo>
                  <a:lnTo>
                    <a:pt x="5976873" y="277797"/>
                  </a:lnTo>
                  <a:lnTo>
                    <a:pt x="6030147" y="304589"/>
                  </a:lnTo>
                  <a:lnTo>
                    <a:pt x="6083476" y="331465"/>
                  </a:lnTo>
                  <a:lnTo>
                    <a:pt x="6136606" y="358032"/>
                  </a:lnTo>
                  <a:lnTo>
                    <a:pt x="6189310" y="383914"/>
                  </a:lnTo>
                  <a:lnTo>
                    <a:pt x="6241418" y="408775"/>
                  </a:lnTo>
                  <a:lnTo>
                    <a:pt x="6292845" y="432338"/>
                  </a:lnTo>
                  <a:lnTo>
                    <a:pt x="6343613" y="454393"/>
                  </a:lnTo>
                  <a:lnTo>
                    <a:pt x="6393870" y="474802"/>
                  </a:lnTo>
                  <a:lnTo>
                    <a:pt x="6443907" y="493500"/>
                  </a:lnTo>
                  <a:lnTo>
                    <a:pt x="6494181" y="510483"/>
                  </a:lnTo>
                  <a:lnTo>
                    <a:pt x="6515891" y="517230"/>
                  </a:lnTo>
                  <a:lnTo>
                    <a:pt x="6564217" y="530939"/>
                  </a:lnTo>
                  <a:lnTo>
                    <a:pt x="6614280" y="543212"/>
                  </a:lnTo>
                  <a:lnTo>
                    <a:pt x="6666931" y="554132"/>
                  </a:lnTo>
                  <a:lnTo>
                    <a:pt x="6723117" y="563831"/>
                  </a:lnTo>
                  <a:lnTo>
                    <a:pt x="6783794" y="572455"/>
                  </a:lnTo>
                  <a:lnTo>
                    <a:pt x="6849836" y="580142"/>
                  </a:lnTo>
                  <a:lnTo>
                    <a:pt x="6921915" y="587012"/>
                  </a:lnTo>
                  <a:lnTo>
                    <a:pt x="7000344" y="593157"/>
                  </a:lnTo>
                  <a:lnTo>
                    <a:pt x="7084866" y="598643"/>
                  </a:lnTo>
                  <a:lnTo>
                    <a:pt x="7174419" y="603505"/>
                  </a:lnTo>
                  <a:lnTo>
                    <a:pt x="7266917" y="607753"/>
                  </a:lnTo>
                  <a:lnTo>
                    <a:pt x="7359161" y="611379"/>
                  </a:lnTo>
                  <a:lnTo>
                    <a:pt x="7446987" y="614367"/>
                  </a:lnTo>
                  <a:lnTo>
                    <a:pt x="7525773" y="616710"/>
                  </a:lnTo>
                  <a:lnTo>
                    <a:pt x="7591271" y="618429"/>
                  </a:lnTo>
                  <a:lnTo>
                    <a:pt x="7640577" y="619578"/>
                  </a:lnTo>
                  <a:lnTo>
                    <a:pt x="7672913" y="620252"/>
                  </a:lnTo>
                  <a:lnTo>
                    <a:pt x="7689966" y="620571"/>
                  </a:lnTo>
                  <a:lnTo>
                    <a:pt x="7695753" y="620669"/>
                  </a:lnTo>
                  <a:lnTo>
                    <a:pt x="7696237" y="620676"/>
                  </a:lnTo>
                  <a:lnTo>
                    <a:pt x="8234974" y="620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4" name="pl1774"/>
            <p:cNvSpPr/>
            <p:nvPr/>
          </p:nvSpPr>
          <p:spPr>
            <a:xfrm>
              <a:off x="546595" y="3113385"/>
              <a:ext cx="8234974" cy="2254037"/>
            </a:xfrm>
            <a:custGeom>
              <a:avLst/>
              <a:pathLst>
                <a:path w="8234974" h="2254037">
                  <a:moveTo>
                    <a:pt x="8234974" y="620676"/>
                  </a:move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5" y="69"/>
                  </a:lnTo>
                  <a:lnTo>
                    <a:pt x="3838974" y="568"/>
                  </a:lnTo>
                  <a:lnTo>
                    <a:pt x="3819152" y="1948"/>
                  </a:lnTo>
                  <a:lnTo>
                    <a:pt x="3784153" y="4657"/>
                  </a:lnTo>
                  <a:lnTo>
                    <a:pt x="3732876" y="9091"/>
                  </a:lnTo>
                  <a:lnTo>
                    <a:pt x="3666456" y="15546"/>
                  </a:lnTo>
                  <a:lnTo>
                    <a:pt x="3587877" y="24190"/>
                  </a:lnTo>
                  <a:lnTo>
                    <a:pt x="3501225" y="35074"/>
                  </a:lnTo>
                  <a:lnTo>
                    <a:pt x="3410810" y="48168"/>
                  </a:lnTo>
                  <a:lnTo>
                    <a:pt x="3320458" y="63421"/>
                  </a:lnTo>
                  <a:lnTo>
                    <a:pt x="3233088" y="80806"/>
                  </a:lnTo>
                  <a:lnTo>
                    <a:pt x="3150594" y="100360"/>
                  </a:lnTo>
                  <a:lnTo>
                    <a:pt x="3073943" y="122209"/>
                  </a:lnTo>
                  <a:lnTo>
                    <a:pt x="3003368" y="146573"/>
                  </a:lnTo>
                  <a:lnTo>
                    <a:pt x="2938582" y="173768"/>
                  </a:lnTo>
                  <a:lnTo>
                    <a:pt x="2878962" y="204196"/>
                  </a:lnTo>
                  <a:lnTo>
                    <a:pt x="2823699" y="238323"/>
                  </a:lnTo>
                  <a:lnTo>
                    <a:pt x="2771901" y="276648"/>
                  </a:lnTo>
                  <a:lnTo>
                    <a:pt x="2722676" y="319630"/>
                  </a:lnTo>
                  <a:lnTo>
                    <a:pt x="2675212" y="367576"/>
                  </a:lnTo>
                  <a:lnTo>
                    <a:pt x="2667772" y="375672"/>
                  </a:lnTo>
                  <a:lnTo>
                    <a:pt x="2629118" y="420200"/>
                  </a:lnTo>
                  <a:lnTo>
                    <a:pt x="2590835" y="468292"/>
                  </a:lnTo>
                  <a:lnTo>
                    <a:pt x="2552655" y="520018"/>
                  </a:lnTo>
                  <a:lnTo>
                    <a:pt x="2514375" y="575378"/>
                  </a:lnTo>
                  <a:lnTo>
                    <a:pt x="2475847" y="634294"/>
                  </a:lnTo>
                  <a:lnTo>
                    <a:pt x="2436975" y="696600"/>
                  </a:lnTo>
                  <a:lnTo>
                    <a:pt x="2397711" y="762045"/>
                  </a:lnTo>
                  <a:lnTo>
                    <a:pt x="2358046" y="830284"/>
                  </a:lnTo>
                  <a:lnTo>
                    <a:pt x="2318010" y="900889"/>
                  </a:lnTo>
                  <a:lnTo>
                    <a:pt x="2277665" y="973357"/>
                  </a:lnTo>
                  <a:lnTo>
                    <a:pt x="2237094" y="1047120"/>
                  </a:lnTo>
                  <a:lnTo>
                    <a:pt x="2196403" y="1121567"/>
                  </a:lnTo>
                  <a:lnTo>
                    <a:pt x="2155704" y="1196059"/>
                  </a:lnTo>
                  <a:lnTo>
                    <a:pt x="2115110" y="1269961"/>
                  </a:lnTo>
                  <a:lnTo>
                    <a:pt x="2074725" y="1342655"/>
                  </a:lnTo>
                  <a:lnTo>
                    <a:pt x="2034640" y="1413566"/>
                  </a:lnTo>
                  <a:lnTo>
                    <a:pt x="1994918" y="1482180"/>
                  </a:lnTo>
                  <a:lnTo>
                    <a:pt x="1955595" y="1548057"/>
                  </a:lnTo>
                  <a:lnTo>
                    <a:pt x="1916668" y="1610840"/>
                  </a:lnTo>
                  <a:lnTo>
                    <a:pt x="1878095" y="1670264"/>
                  </a:lnTo>
                  <a:lnTo>
                    <a:pt x="1839786" y="1726151"/>
                  </a:lnTo>
                  <a:lnTo>
                    <a:pt x="1801602" y="1778410"/>
                  </a:lnTo>
                  <a:lnTo>
                    <a:pt x="1763349" y="1827030"/>
                  </a:lnTo>
                  <a:lnTo>
                    <a:pt x="1724769" y="1872072"/>
                  </a:lnTo>
                  <a:lnTo>
                    <a:pt x="1719082" y="1878364"/>
                  </a:lnTo>
                  <a:lnTo>
                    <a:pt x="1671834" y="1927110"/>
                  </a:lnTo>
                  <a:lnTo>
                    <a:pt x="1622941" y="1970867"/>
                  </a:lnTo>
                  <a:lnTo>
                    <a:pt x="1571610" y="2009905"/>
                  </a:lnTo>
                  <a:lnTo>
                    <a:pt x="1516959" y="2044668"/>
                  </a:lnTo>
                  <a:lnTo>
                    <a:pt x="1458091" y="2075651"/>
                  </a:lnTo>
                  <a:lnTo>
                    <a:pt x="1394175" y="2103332"/>
                  </a:lnTo>
                  <a:lnTo>
                    <a:pt x="1324552" y="2128124"/>
                  </a:lnTo>
                  <a:lnTo>
                    <a:pt x="1248869" y="2150356"/>
                  </a:lnTo>
                  <a:lnTo>
                    <a:pt x="1167262" y="2170265"/>
                  </a:lnTo>
                  <a:lnTo>
                    <a:pt x="1080567" y="2187990"/>
                  </a:lnTo>
                  <a:lnTo>
                    <a:pt x="990521" y="2203583"/>
                  </a:lnTo>
                  <a:lnTo>
                    <a:pt x="899881" y="2217024"/>
                  </a:lnTo>
                  <a:lnTo>
                    <a:pt x="812346" y="2228263"/>
                  </a:lnTo>
                  <a:lnTo>
                    <a:pt x="732192" y="2237263"/>
                  </a:lnTo>
                  <a:lnTo>
                    <a:pt x="663598" y="2244058"/>
                  </a:lnTo>
                  <a:lnTo>
                    <a:pt x="609779" y="2248798"/>
                  </a:lnTo>
                  <a:lnTo>
                    <a:pt x="572203" y="2251757"/>
                  </a:lnTo>
                  <a:lnTo>
                    <a:pt x="550132" y="2253319"/>
                  </a:lnTo>
                  <a:lnTo>
                    <a:pt x="540609" y="2253928"/>
                  </a:lnTo>
                  <a:lnTo>
                    <a:pt x="538741" y="2254036"/>
                  </a:lnTo>
                  <a:lnTo>
                    <a:pt x="538736" y="2254037"/>
                  </a:lnTo>
                  <a:lnTo>
                    <a:pt x="0" y="2254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5" name="pg1775"/>
            <p:cNvSpPr/>
            <p:nvPr/>
          </p:nvSpPr>
          <p:spPr>
            <a:xfrm>
              <a:off x="546595" y="3146052"/>
              <a:ext cx="8234974" cy="2232259"/>
            </a:xfrm>
            <a:custGeom>
              <a:avLst/>
              <a:pathLst>
                <a:path w="8234974" h="2232259">
                  <a:moveTo>
                    <a:pt x="0" y="2232259"/>
                  </a:moveTo>
                  <a:lnTo>
                    <a:pt x="538736" y="2232259"/>
                  </a:lnTo>
                  <a:lnTo>
                    <a:pt x="539952" y="2232189"/>
                  </a:lnTo>
                  <a:lnTo>
                    <a:pt x="547896" y="2231696"/>
                  </a:lnTo>
                  <a:lnTo>
                    <a:pt x="567747" y="2230330"/>
                  </a:lnTo>
                  <a:lnTo>
                    <a:pt x="602797" y="2227650"/>
                  </a:lnTo>
                  <a:lnTo>
                    <a:pt x="654142" y="2223262"/>
                  </a:lnTo>
                  <a:lnTo>
                    <a:pt x="720641" y="2216875"/>
                  </a:lnTo>
                  <a:lnTo>
                    <a:pt x="799300" y="2208323"/>
                  </a:lnTo>
                  <a:lnTo>
                    <a:pt x="886025" y="2197555"/>
                  </a:lnTo>
                  <a:lnTo>
                    <a:pt x="976497" y="2184602"/>
                  </a:lnTo>
                  <a:lnTo>
                    <a:pt x="1066890" y="2169514"/>
                  </a:lnTo>
                  <a:lnTo>
                    <a:pt x="1154285" y="2152317"/>
                  </a:lnTo>
                  <a:lnTo>
                    <a:pt x="1236789" y="2132975"/>
                  </a:lnTo>
                  <a:lnTo>
                    <a:pt x="1313440" y="2111361"/>
                  </a:lnTo>
                  <a:lnTo>
                    <a:pt x="1384009" y="2087258"/>
                  </a:lnTo>
                  <a:lnTo>
                    <a:pt x="1448787" y="2060353"/>
                  </a:lnTo>
                  <a:lnTo>
                    <a:pt x="1508399" y="2030247"/>
                  </a:lnTo>
                  <a:lnTo>
                    <a:pt x="1563657" y="1996477"/>
                  </a:lnTo>
                  <a:lnTo>
                    <a:pt x="1615455" y="1958552"/>
                  </a:lnTo>
                  <a:lnTo>
                    <a:pt x="1664685" y="1916017"/>
                  </a:lnTo>
                  <a:lnTo>
                    <a:pt x="1712160" y="1868570"/>
                  </a:lnTo>
                  <a:lnTo>
                    <a:pt x="1719082" y="1861123"/>
                  </a:lnTo>
                  <a:lnTo>
                    <a:pt x="1757903" y="1816934"/>
                  </a:lnTo>
                  <a:lnTo>
                    <a:pt x="1796351" y="1769194"/>
                  </a:lnTo>
                  <a:lnTo>
                    <a:pt x="1834697" y="1717832"/>
                  </a:lnTo>
                  <a:lnTo>
                    <a:pt x="1873146" y="1662849"/>
                  </a:lnTo>
                  <a:lnTo>
                    <a:pt x="1911847" y="1604325"/>
                  </a:lnTo>
                  <a:lnTo>
                    <a:pt x="1950896" y="1542426"/>
                  </a:lnTo>
                  <a:lnTo>
                    <a:pt x="1990342" y="1477408"/>
                  </a:lnTo>
                  <a:lnTo>
                    <a:pt x="2030192" y="1409617"/>
                  </a:lnTo>
                  <a:lnTo>
                    <a:pt x="2070414" y="1339485"/>
                  </a:lnTo>
                  <a:lnTo>
                    <a:pt x="2110946" y="1267517"/>
                  </a:lnTo>
                  <a:lnTo>
                    <a:pt x="2151700" y="1194285"/>
                  </a:lnTo>
                  <a:lnTo>
                    <a:pt x="2192571" y="1120401"/>
                  </a:lnTo>
                  <a:lnTo>
                    <a:pt x="2233444" y="1046505"/>
                  </a:lnTo>
                  <a:lnTo>
                    <a:pt x="2274205" y="973233"/>
                  </a:lnTo>
                  <a:lnTo>
                    <a:pt x="2314748" y="901200"/>
                  </a:lnTo>
                  <a:lnTo>
                    <a:pt x="2354985" y="830980"/>
                  </a:lnTo>
                  <a:lnTo>
                    <a:pt x="2394851" y="763082"/>
                  </a:lnTo>
                  <a:lnTo>
                    <a:pt x="2434314" y="697940"/>
                  </a:lnTo>
                  <a:lnTo>
                    <a:pt x="2473379" y="635905"/>
                  </a:lnTo>
                  <a:lnTo>
                    <a:pt x="2512093" y="577236"/>
                  </a:lnTo>
                  <a:lnTo>
                    <a:pt x="2550550" y="522102"/>
                  </a:lnTo>
                  <a:lnTo>
                    <a:pt x="2588897" y="470588"/>
                  </a:lnTo>
                  <a:lnTo>
                    <a:pt x="2627335" y="422697"/>
                  </a:lnTo>
                  <a:lnTo>
                    <a:pt x="2666134" y="378361"/>
                  </a:lnTo>
                  <a:lnTo>
                    <a:pt x="2667772" y="376580"/>
                  </a:lnTo>
                  <a:lnTo>
                    <a:pt x="2715047" y="328397"/>
                  </a:lnTo>
                  <a:lnTo>
                    <a:pt x="2763969" y="285148"/>
                  </a:lnTo>
                  <a:lnTo>
                    <a:pt x="2815332" y="246567"/>
                  </a:lnTo>
                  <a:lnTo>
                    <a:pt x="2870020" y="212213"/>
                  </a:lnTo>
                  <a:lnTo>
                    <a:pt x="2928933" y="181595"/>
                  </a:lnTo>
                  <a:lnTo>
                    <a:pt x="2992901" y="154243"/>
                  </a:lnTo>
                  <a:lnTo>
                    <a:pt x="3062584" y="129747"/>
                  </a:lnTo>
                  <a:lnTo>
                    <a:pt x="3138334" y="107781"/>
                  </a:lnTo>
                  <a:lnTo>
                    <a:pt x="3220012" y="88112"/>
                  </a:lnTo>
                  <a:lnTo>
                    <a:pt x="3306778" y="70602"/>
                  </a:lnTo>
                  <a:lnTo>
                    <a:pt x="3396886" y="55201"/>
                  </a:lnTo>
                  <a:lnTo>
                    <a:pt x="3487569" y="41929"/>
                  </a:lnTo>
                  <a:lnTo>
                    <a:pt x="3575117" y="30835"/>
                  </a:lnTo>
                  <a:lnTo>
                    <a:pt x="3655242" y="21955"/>
                  </a:lnTo>
                  <a:lnTo>
                    <a:pt x="3723767" y="15255"/>
                  </a:lnTo>
                  <a:lnTo>
                    <a:pt x="3777480" y="10586"/>
                  </a:lnTo>
                  <a:lnTo>
                    <a:pt x="3814928" y="7676"/>
                  </a:lnTo>
                  <a:lnTo>
                    <a:pt x="3836873" y="6143"/>
                  </a:lnTo>
                  <a:lnTo>
                    <a:pt x="3846295" y="554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1" y="5484"/>
                  </a:lnTo>
                  <a:lnTo>
                    <a:pt x="4396455" y="5767"/>
                  </a:lnTo>
                  <a:lnTo>
                    <a:pt x="4417222" y="6549"/>
                  </a:lnTo>
                  <a:lnTo>
                    <a:pt x="4453796" y="8084"/>
                  </a:lnTo>
                  <a:lnTo>
                    <a:pt x="4507193" y="10593"/>
                  </a:lnTo>
                  <a:lnTo>
                    <a:pt x="4576050" y="14239"/>
                  </a:lnTo>
                  <a:lnTo>
                    <a:pt x="4657084" y="19110"/>
                  </a:lnTo>
                  <a:lnTo>
                    <a:pt x="4745934" y="25228"/>
                  </a:lnTo>
                  <a:lnTo>
                    <a:pt x="4838095" y="32574"/>
                  </a:lnTo>
                  <a:lnTo>
                    <a:pt x="4929665" y="41119"/>
                  </a:lnTo>
                  <a:lnTo>
                    <a:pt x="5017746" y="50852"/>
                  </a:lnTo>
                  <a:lnTo>
                    <a:pt x="5100530" y="61804"/>
                  </a:lnTo>
                  <a:lnTo>
                    <a:pt x="5177169" y="74054"/>
                  </a:lnTo>
                  <a:lnTo>
                    <a:pt x="5247552" y="87741"/>
                  </a:lnTo>
                  <a:lnTo>
                    <a:pt x="5312077" y="103054"/>
                  </a:lnTo>
                  <a:lnTo>
                    <a:pt x="5371459" y="120232"/>
                  </a:lnTo>
                  <a:lnTo>
                    <a:pt x="5426581" y="139547"/>
                  </a:lnTo>
                  <a:lnTo>
                    <a:pt x="5478390" y="161278"/>
                  </a:lnTo>
                  <a:lnTo>
                    <a:pt x="5527807" y="185669"/>
                  </a:lnTo>
                  <a:lnTo>
                    <a:pt x="5567201" y="207799"/>
                  </a:lnTo>
                  <a:lnTo>
                    <a:pt x="5613292" y="236651"/>
                  </a:lnTo>
                  <a:lnTo>
                    <a:pt x="5658933" y="268252"/>
                  </a:lnTo>
                  <a:lnTo>
                    <a:pt x="5704546" y="302646"/>
                  </a:lnTo>
                  <a:lnTo>
                    <a:pt x="5750430" y="339801"/>
                  </a:lnTo>
                  <a:lnTo>
                    <a:pt x="5796777" y="379590"/>
                  </a:lnTo>
                  <a:lnTo>
                    <a:pt x="5843680" y="421793"/>
                  </a:lnTo>
                  <a:lnTo>
                    <a:pt x="5891149" y="466089"/>
                  </a:lnTo>
                  <a:lnTo>
                    <a:pt x="5939118" y="512068"/>
                  </a:lnTo>
                  <a:lnTo>
                    <a:pt x="5987465" y="559241"/>
                  </a:lnTo>
                  <a:lnTo>
                    <a:pt x="6036023" y="607060"/>
                  </a:lnTo>
                  <a:lnTo>
                    <a:pt x="6084603" y="654946"/>
                  </a:lnTo>
                  <a:lnTo>
                    <a:pt x="6133014" y="702316"/>
                  </a:lnTo>
                  <a:lnTo>
                    <a:pt x="6181082" y="748612"/>
                  </a:lnTo>
                  <a:lnTo>
                    <a:pt x="6228673" y="793330"/>
                  </a:lnTo>
                  <a:lnTo>
                    <a:pt x="6275707" y="836040"/>
                  </a:lnTo>
                  <a:lnTo>
                    <a:pt x="6322175" y="876401"/>
                  </a:lnTo>
                  <a:lnTo>
                    <a:pt x="6368151" y="914168"/>
                  </a:lnTo>
                  <a:lnTo>
                    <a:pt x="6413804" y="949196"/>
                  </a:lnTo>
                  <a:lnTo>
                    <a:pt x="6459405" y="981430"/>
                  </a:lnTo>
                  <a:lnTo>
                    <a:pt x="6505349" y="1010899"/>
                  </a:lnTo>
                  <a:lnTo>
                    <a:pt x="6515891" y="1017220"/>
                  </a:lnTo>
                  <a:lnTo>
                    <a:pt x="6563956" y="1043900"/>
                  </a:lnTo>
                  <a:lnTo>
                    <a:pt x="6613736" y="1067803"/>
                  </a:lnTo>
                  <a:lnTo>
                    <a:pt x="6666066" y="1089084"/>
                  </a:lnTo>
                  <a:lnTo>
                    <a:pt x="6721879" y="1107997"/>
                  </a:lnTo>
                  <a:lnTo>
                    <a:pt x="6782116" y="1124823"/>
                  </a:lnTo>
                  <a:lnTo>
                    <a:pt x="6847639" y="1139831"/>
                  </a:lnTo>
                  <a:lnTo>
                    <a:pt x="6919120" y="1153249"/>
                  </a:lnTo>
                  <a:lnTo>
                    <a:pt x="6996881" y="1165260"/>
                  </a:lnTo>
                  <a:lnTo>
                    <a:pt x="7080696" y="1175990"/>
                  </a:lnTo>
                  <a:lnTo>
                    <a:pt x="7169562" y="1185510"/>
                  </a:lnTo>
                  <a:lnTo>
                    <a:pt x="7261481" y="1193843"/>
                  </a:lnTo>
                  <a:lnTo>
                    <a:pt x="7353362" y="1200973"/>
                  </a:lnTo>
                  <a:lnTo>
                    <a:pt x="7441156" y="1206869"/>
                  </a:lnTo>
                  <a:lnTo>
                    <a:pt x="7520322" y="1211518"/>
                  </a:lnTo>
                  <a:lnTo>
                    <a:pt x="7586617" y="1214953"/>
                  </a:lnTo>
                  <a:lnTo>
                    <a:pt x="7637050" y="1217275"/>
                  </a:lnTo>
                  <a:lnTo>
                    <a:pt x="7670662" y="1218658"/>
                  </a:lnTo>
                  <a:lnTo>
                    <a:pt x="7688902" y="1219332"/>
                  </a:lnTo>
                  <a:lnTo>
                    <a:pt x="7695522" y="1219553"/>
                  </a:lnTo>
                  <a:lnTo>
                    <a:pt x="7696237" y="1219575"/>
                  </a:lnTo>
                  <a:lnTo>
                    <a:pt x="8234974" y="1219575"/>
                  </a:lnTo>
                  <a:lnTo>
                    <a:pt x="8234974" y="1214131"/>
                  </a:ln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3" y="69"/>
                  </a:lnTo>
                  <a:lnTo>
                    <a:pt x="3838959" y="562"/>
                  </a:lnTo>
                  <a:lnTo>
                    <a:pt x="3819107" y="1928"/>
                  </a:lnTo>
                  <a:lnTo>
                    <a:pt x="3784058" y="4608"/>
                  </a:lnTo>
                  <a:lnTo>
                    <a:pt x="3732712" y="8996"/>
                  </a:lnTo>
                  <a:lnTo>
                    <a:pt x="3666213" y="15383"/>
                  </a:lnTo>
                  <a:lnTo>
                    <a:pt x="3587555" y="23935"/>
                  </a:lnTo>
                  <a:lnTo>
                    <a:pt x="3500830" y="34703"/>
                  </a:lnTo>
                  <a:lnTo>
                    <a:pt x="3410357" y="47656"/>
                  </a:lnTo>
                  <a:lnTo>
                    <a:pt x="3319965" y="62744"/>
                  </a:lnTo>
                  <a:lnTo>
                    <a:pt x="3232570" y="79941"/>
                  </a:lnTo>
                  <a:lnTo>
                    <a:pt x="3150065" y="99283"/>
                  </a:lnTo>
                  <a:lnTo>
                    <a:pt x="3073414" y="120897"/>
                  </a:lnTo>
                  <a:lnTo>
                    <a:pt x="3002845" y="145000"/>
                  </a:lnTo>
                  <a:lnTo>
                    <a:pt x="2938067" y="171905"/>
                  </a:lnTo>
                  <a:lnTo>
                    <a:pt x="2878456" y="202011"/>
                  </a:lnTo>
                  <a:lnTo>
                    <a:pt x="2823198" y="235781"/>
                  </a:lnTo>
                  <a:lnTo>
                    <a:pt x="2771400" y="273706"/>
                  </a:lnTo>
                  <a:lnTo>
                    <a:pt x="2722170" y="316241"/>
                  </a:lnTo>
                  <a:lnTo>
                    <a:pt x="2674695" y="363688"/>
                  </a:lnTo>
                  <a:lnTo>
                    <a:pt x="2667772" y="371135"/>
                  </a:lnTo>
                  <a:lnTo>
                    <a:pt x="2628951" y="415324"/>
                  </a:lnTo>
                  <a:lnTo>
                    <a:pt x="2590504" y="463064"/>
                  </a:lnTo>
                  <a:lnTo>
                    <a:pt x="2552158" y="514426"/>
                  </a:lnTo>
                  <a:lnTo>
                    <a:pt x="2513708" y="569409"/>
                  </a:lnTo>
                  <a:lnTo>
                    <a:pt x="2475007" y="627933"/>
                  </a:lnTo>
                  <a:lnTo>
                    <a:pt x="2435958" y="689832"/>
                  </a:lnTo>
                  <a:lnTo>
                    <a:pt x="2396512" y="754850"/>
                  </a:lnTo>
                  <a:lnTo>
                    <a:pt x="2356663" y="822641"/>
                  </a:lnTo>
                  <a:lnTo>
                    <a:pt x="2316440" y="892773"/>
                  </a:lnTo>
                  <a:lnTo>
                    <a:pt x="2275908" y="964741"/>
                  </a:lnTo>
                  <a:lnTo>
                    <a:pt x="2235155" y="1037973"/>
                  </a:lnTo>
                  <a:lnTo>
                    <a:pt x="2194284" y="1111857"/>
                  </a:lnTo>
                  <a:lnTo>
                    <a:pt x="2153411" y="1185753"/>
                  </a:lnTo>
                  <a:lnTo>
                    <a:pt x="2112650" y="1259026"/>
                  </a:lnTo>
                  <a:lnTo>
                    <a:pt x="2072107" y="1331058"/>
                  </a:lnTo>
                  <a:lnTo>
                    <a:pt x="2031870" y="1401278"/>
                  </a:lnTo>
                  <a:lnTo>
                    <a:pt x="1992004" y="1469176"/>
                  </a:lnTo>
                  <a:lnTo>
                    <a:pt x="1952541" y="1534318"/>
                  </a:lnTo>
                  <a:lnTo>
                    <a:pt x="1913476" y="1596353"/>
                  </a:lnTo>
                  <a:lnTo>
                    <a:pt x="1874762" y="1655022"/>
                  </a:lnTo>
                  <a:lnTo>
                    <a:pt x="1836304" y="1710156"/>
                  </a:lnTo>
                  <a:lnTo>
                    <a:pt x="1797958" y="1761670"/>
                  </a:lnTo>
                  <a:lnTo>
                    <a:pt x="1759519" y="1809561"/>
                  </a:lnTo>
                  <a:lnTo>
                    <a:pt x="1720721" y="1853897"/>
                  </a:lnTo>
                  <a:lnTo>
                    <a:pt x="1719082" y="1855678"/>
                  </a:lnTo>
                  <a:lnTo>
                    <a:pt x="1671807" y="1903861"/>
                  </a:lnTo>
                  <a:lnTo>
                    <a:pt x="1622885" y="1947110"/>
                  </a:lnTo>
                  <a:lnTo>
                    <a:pt x="1571523" y="1985691"/>
                  </a:lnTo>
                  <a:lnTo>
                    <a:pt x="1516834" y="2020045"/>
                  </a:lnTo>
                  <a:lnTo>
                    <a:pt x="1457922" y="2050663"/>
                  </a:lnTo>
                  <a:lnTo>
                    <a:pt x="1393954" y="2078016"/>
                  </a:lnTo>
                  <a:lnTo>
                    <a:pt x="1324271" y="2102511"/>
                  </a:lnTo>
                  <a:lnTo>
                    <a:pt x="1248521" y="2124477"/>
                  </a:lnTo>
                  <a:lnTo>
                    <a:pt x="1166842" y="2144146"/>
                  </a:lnTo>
                  <a:lnTo>
                    <a:pt x="1080076" y="2161656"/>
                  </a:lnTo>
                  <a:lnTo>
                    <a:pt x="989968" y="2177057"/>
                  </a:lnTo>
                  <a:lnTo>
                    <a:pt x="899285" y="2190330"/>
                  </a:lnTo>
                  <a:lnTo>
                    <a:pt x="811738" y="2201423"/>
                  </a:lnTo>
                  <a:lnTo>
                    <a:pt x="731612" y="2210303"/>
                  </a:lnTo>
                  <a:lnTo>
                    <a:pt x="663087" y="2217003"/>
                  </a:lnTo>
                  <a:lnTo>
                    <a:pt x="609375" y="2221672"/>
                  </a:lnTo>
                  <a:lnTo>
                    <a:pt x="571926" y="2224582"/>
                  </a:lnTo>
                  <a:lnTo>
                    <a:pt x="549982" y="2226115"/>
                  </a:lnTo>
                  <a:lnTo>
                    <a:pt x="540560" y="2226709"/>
                  </a:lnTo>
                  <a:lnTo>
                    <a:pt x="538736" y="2226814"/>
                  </a:lnTo>
                  <a:lnTo>
                    <a:pt x="0" y="2226814"/>
                  </a:lnTo>
                  <a:close/>
                </a:path>
              </a:pathLst>
            </a:custGeom>
            <a:solidFill>
              <a:srgbClr val="9E9E9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76" name="pl1776"/>
            <p:cNvSpPr/>
            <p:nvPr/>
          </p:nvSpPr>
          <p:spPr>
            <a:xfrm>
              <a:off x="546595" y="3151496"/>
              <a:ext cx="8234974" cy="2226814"/>
            </a:xfrm>
            <a:custGeom>
              <a:avLst/>
              <a:pathLst>
                <a:path w="8234974" h="2226814">
                  <a:moveTo>
                    <a:pt x="0" y="2226814"/>
                  </a:moveTo>
                  <a:lnTo>
                    <a:pt x="538736" y="2226814"/>
                  </a:lnTo>
                  <a:lnTo>
                    <a:pt x="539952" y="2226745"/>
                  </a:lnTo>
                  <a:lnTo>
                    <a:pt x="547896" y="2226251"/>
                  </a:lnTo>
                  <a:lnTo>
                    <a:pt x="567747" y="2224886"/>
                  </a:lnTo>
                  <a:lnTo>
                    <a:pt x="602797" y="2222205"/>
                  </a:lnTo>
                  <a:lnTo>
                    <a:pt x="654142" y="2217817"/>
                  </a:lnTo>
                  <a:lnTo>
                    <a:pt x="720641" y="2211430"/>
                  </a:lnTo>
                  <a:lnTo>
                    <a:pt x="799300" y="2202878"/>
                  </a:lnTo>
                  <a:lnTo>
                    <a:pt x="886025" y="2192111"/>
                  </a:lnTo>
                  <a:lnTo>
                    <a:pt x="976497" y="2179157"/>
                  </a:lnTo>
                  <a:lnTo>
                    <a:pt x="1066890" y="2164069"/>
                  </a:lnTo>
                  <a:lnTo>
                    <a:pt x="1154285" y="2146873"/>
                  </a:lnTo>
                  <a:lnTo>
                    <a:pt x="1236789" y="2127530"/>
                  </a:lnTo>
                  <a:lnTo>
                    <a:pt x="1313440" y="2105917"/>
                  </a:lnTo>
                  <a:lnTo>
                    <a:pt x="1384009" y="2081814"/>
                  </a:lnTo>
                  <a:lnTo>
                    <a:pt x="1448787" y="2054908"/>
                  </a:lnTo>
                  <a:lnTo>
                    <a:pt x="1508399" y="2024802"/>
                  </a:lnTo>
                  <a:lnTo>
                    <a:pt x="1563657" y="1991033"/>
                  </a:lnTo>
                  <a:lnTo>
                    <a:pt x="1615455" y="1953108"/>
                  </a:lnTo>
                  <a:lnTo>
                    <a:pt x="1664685" y="1910572"/>
                  </a:lnTo>
                  <a:lnTo>
                    <a:pt x="1712160" y="1863125"/>
                  </a:lnTo>
                  <a:lnTo>
                    <a:pt x="1719082" y="1855678"/>
                  </a:lnTo>
                  <a:lnTo>
                    <a:pt x="1757903" y="1811490"/>
                  </a:lnTo>
                  <a:lnTo>
                    <a:pt x="1796351" y="1763749"/>
                  </a:lnTo>
                  <a:lnTo>
                    <a:pt x="1834697" y="1712387"/>
                  </a:lnTo>
                  <a:lnTo>
                    <a:pt x="1873146" y="1657404"/>
                  </a:lnTo>
                  <a:lnTo>
                    <a:pt x="1911847" y="1598880"/>
                  </a:lnTo>
                  <a:lnTo>
                    <a:pt x="1950896" y="1536981"/>
                  </a:lnTo>
                  <a:lnTo>
                    <a:pt x="1990342" y="1471964"/>
                  </a:lnTo>
                  <a:lnTo>
                    <a:pt x="2030192" y="1404173"/>
                  </a:lnTo>
                  <a:lnTo>
                    <a:pt x="2070414" y="1334040"/>
                  </a:lnTo>
                  <a:lnTo>
                    <a:pt x="2110946" y="1262073"/>
                  </a:lnTo>
                  <a:lnTo>
                    <a:pt x="2151700" y="1188840"/>
                  </a:lnTo>
                  <a:lnTo>
                    <a:pt x="2192571" y="1114957"/>
                  </a:lnTo>
                  <a:lnTo>
                    <a:pt x="2233444" y="1041060"/>
                  </a:lnTo>
                  <a:lnTo>
                    <a:pt x="2274205" y="967788"/>
                  </a:lnTo>
                  <a:lnTo>
                    <a:pt x="2314748" y="895756"/>
                  </a:lnTo>
                  <a:lnTo>
                    <a:pt x="2354985" y="825535"/>
                  </a:lnTo>
                  <a:lnTo>
                    <a:pt x="2394851" y="757637"/>
                  </a:lnTo>
                  <a:lnTo>
                    <a:pt x="2434314" y="692496"/>
                  </a:lnTo>
                  <a:lnTo>
                    <a:pt x="2473379" y="630461"/>
                  </a:lnTo>
                  <a:lnTo>
                    <a:pt x="2512093" y="571791"/>
                  </a:lnTo>
                  <a:lnTo>
                    <a:pt x="2550550" y="516658"/>
                  </a:lnTo>
                  <a:lnTo>
                    <a:pt x="2588897" y="465143"/>
                  </a:lnTo>
                  <a:lnTo>
                    <a:pt x="2627335" y="417252"/>
                  </a:lnTo>
                  <a:lnTo>
                    <a:pt x="2666134" y="372917"/>
                  </a:lnTo>
                  <a:lnTo>
                    <a:pt x="2667772" y="371135"/>
                  </a:lnTo>
                  <a:lnTo>
                    <a:pt x="2715047" y="322953"/>
                  </a:lnTo>
                  <a:lnTo>
                    <a:pt x="2763969" y="279704"/>
                  </a:lnTo>
                  <a:lnTo>
                    <a:pt x="2815332" y="241122"/>
                  </a:lnTo>
                  <a:lnTo>
                    <a:pt x="2870020" y="206768"/>
                  </a:lnTo>
                  <a:lnTo>
                    <a:pt x="2928933" y="176150"/>
                  </a:lnTo>
                  <a:lnTo>
                    <a:pt x="2992901" y="148798"/>
                  </a:lnTo>
                  <a:lnTo>
                    <a:pt x="3062584" y="124302"/>
                  </a:lnTo>
                  <a:lnTo>
                    <a:pt x="3138334" y="102336"/>
                  </a:lnTo>
                  <a:lnTo>
                    <a:pt x="3220012" y="82667"/>
                  </a:lnTo>
                  <a:lnTo>
                    <a:pt x="3306778" y="65158"/>
                  </a:lnTo>
                  <a:lnTo>
                    <a:pt x="3396886" y="49757"/>
                  </a:lnTo>
                  <a:lnTo>
                    <a:pt x="3487569" y="36484"/>
                  </a:lnTo>
                  <a:lnTo>
                    <a:pt x="3575117" y="25390"/>
                  </a:lnTo>
                  <a:lnTo>
                    <a:pt x="3655242" y="16511"/>
                  </a:lnTo>
                  <a:lnTo>
                    <a:pt x="3723767" y="9810"/>
                  </a:lnTo>
                  <a:lnTo>
                    <a:pt x="3777480" y="5142"/>
                  </a:lnTo>
                  <a:lnTo>
                    <a:pt x="3814928" y="2231"/>
                  </a:lnTo>
                  <a:lnTo>
                    <a:pt x="3836873" y="699"/>
                  </a:lnTo>
                  <a:lnTo>
                    <a:pt x="3846295" y="104"/>
                  </a:lnTo>
                  <a:lnTo>
                    <a:pt x="3848114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1" y="39"/>
                  </a:lnTo>
                  <a:lnTo>
                    <a:pt x="4396455" y="322"/>
                  </a:lnTo>
                  <a:lnTo>
                    <a:pt x="4417222" y="1104"/>
                  </a:lnTo>
                  <a:lnTo>
                    <a:pt x="4453796" y="2639"/>
                  </a:lnTo>
                  <a:lnTo>
                    <a:pt x="4507193" y="5149"/>
                  </a:lnTo>
                  <a:lnTo>
                    <a:pt x="4576050" y="8794"/>
                  </a:lnTo>
                  <a:lnTo>
                    <a:pt x="4657084" y="13665"/>
                  </a:lnTo>
                  <a:lnTo>
                    <a:pt x="4745934" y="19783"/>
                  </a:lnTo>
                  <a:lnTo>
                    <a:pt x="4838095" y="27130"/>
                  </a:lnTo>
                  <a:lnTo>
                    <a:pt x="4929665" y="35674"/>
                  </a:lnTo>
                  <a:lnTo>
                    <a:pt x="5017746" y="45408"/>
                  </a:lnTo>
                  <a:lnTo>
                    <a:pt x="5100530" y="56359"/>
                  </a:lnTo>
                  <a:lnTo>
                    <a:pt x="5177169" y="68610"/>
                  </a:lnTo>
                  <a:lnTo>
                    <a:pt x="5247552" y="82296"/>
                  </a:lnTo>
                  <a:lnTo>
                    <a:pt x="5312077" y="97610"/>
                  </a:lnTo>
                  <a:lnTo>
                    <a:pt x="5371459" y="114788"/>
                  </a:lnTo>
                  <a:lnTo>
                    <a:pt x="5426581" y="134102"/>
                  </a:lnTo>
                  <a:lnTo>
                    <a:pt x="5478390" y="155833"/>
                  </a:lnTo>
                  <a:lnTo>
                    <a:pt x="5527807" y="180224"/>
                  </a:lnTo>
                  <a:lnTo>
                    <a:pt x="5567201" y="202355"/>
                  </a:lnTo>
                  <a:lnTo>
                    <a:pt x="5613292" y="231207"/>
                  </a:lnTo>
                  <a:lnTo>
                    <a:pt x="5658933" y="262807"/>
                  </a:lnTo>
                  <a:lnTo>
                    <a:pt x="5704546" y="297202"/>
                  </a:lnTo>
                  <a:lnTo>
                    <a:pt x="5750430" y="334356"/>
                  </a:lnTo>
                  <a:lnTo>
                    <a:pt x="5796777" y="374146"/>
                  </a:lnTo>
                  <a:lnTo>
                    <a:pt x="5843680" y="416348"/>
                  </a:lnTo>
                  <a:lnTo>
                    <a:pt x="5891149" y="460644"/>
                  </a:lnTo>
                  <a:lnTo>
                    <a:pt x="5939118" y="506624"/>
                  </a:lnTo>
                  <a:lnTo>
                    <a:pt x="5987465" y="553797"/>
                  </a:lnTo>
                  <a:lnTo>
                    <a:pt x="6036023" y="601616"/>
                  </a:lnTo>
                  <a:lnTo>
                    <a:pt x="6084603" y="649502"/>
                  </a:lnTo>
                  <a:lnTo>
                    <a:pt x="6133014" y="696871"/>
                  </a:lnTo>
                  <a:lnTo>
                    <a:pt x="6181082" y="743167"/>
                  </a:lnTo>
                  <a:lnTo>
                    <a:pt x="6228673" y="787885"/>
                  </a:lnTo>
                  <a:lnTo>
                    <a:pt x="6275707" y="830595"/>
                  </a:lnTo>
                  <a:lnTo>
                    <a:pt x="6322175" y="870956"/>
                  </a:lnTo>
                  <a:lnTo>
                    <a:pt x="6368151" y="908724"/>
                  </a:lnTo>
                  <a:lnTo>
                    <a:pt x="6413804" y="943752"/>
                  </a:lnTo>
                  <a:lnTo>
                    <a:pt x="6459405" y="975986"/>
                  </a:lnTo>
                  <a:lnTo>
                    <a:pt x="6505349" y="1005455"/>
                  </a:lnTo>
                  <a:lnTo>
                    <a:pt x="6515891" y="1011775"/>
                  </a:lnTo>
                  <a:lnTo>
                    <a:pt x="6563956" y="1038456"/>
                  </a:lnTo>
                  <a:lnTo>
                    <a:pt x="6613736" y="1062359"/>
                  </a:lnTo>
                  <a:lnTo>
                    <a:pt x="6666066" y="1083640"/>
                  </a:lnTo>
                  <a:lnTo>
                    <a:pt x="6721879" y="1102553"/>
                  </a:lnTo>
                  <a:lnTo>
                    <a:pt x="6782116" y="1119379"/>
                  </a:lnTo>
                  <a:lnTo>
                    <a:pt x="6847639" y="1134386"/>
                  </a:lnTo>
                  <a:lnTo>
                    <a:pt x="6919120" y="1147804"/>
                  </a:lnTo>
                  <a:lnTo>
                    <a:pt x="6996881" y="1159815"/>
                  </a:lnTo>
                  <a:lnTo>
                    <a:pt x="7080696" y="1170545"/>
                  </a:lnTo>
                  <a:lnTo>
                    <a:pt x="7169562" y="1180066"/>
                  </a:lnTo>
                  <a:lnTo>
                    <a:pt x="7261481" y="1188398"/>
                  </a:lnTo>
                  <a:lnTo>
                    <a:pt x="7353362" y="1195528"/>
                  </a:lnTo>
                  <a:lnTo>
                    <a:pt x="7441156" y="1201425"/>
                  </a:lnTo>
                  <a:lnTo>
                    <a:pt x="7520322" y="1206074"/>
                  </a:lnTo>
                  <a:lnTo>
                    <a:pt x="7586617" y="1209508"/>
                  </a:lnTo>
                  <a:lnTo>
                    <a:pt x="7637050" y="1211830"/>
                  </a:lnTo>
                  <a:lnTo>
                    <a:pt x="7670662" y="1213213"/>
                  </a:lnTo>
                  <a:lnTo>
                    <a:pt x="7688902" y="1213888"/>
                  </a:lnTo>
                  <a:lnTo>
                    <a:pt x="7695522" y="1214109"/>
                  </a:lnTo>
                  <a:lnTo>
                    <a:pt x="7696237" y="1214131"/>
                  </a:lnTo>
                  <a:lnTo>
                    <a:pt x="8234974" y="1214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7" name="pl1777"/>
            <p:cNvSpPr/>
            <p:nvPr/>
          </p:nvSpPr>
          <p:spPr>
            <a:xfrm>
              <a:off x="546595" y="3146052"/>
              <a:ext cx="8234974" cy="2226814"/>
            </a:xfrm>
            <a:custGeom>
              <a:avLst/>
              <a:pathLst>
                <a:path w="8234974" h="2226814">
                  <a:moveTo>
                    <a:pt x="8234974" y="1214131"/>
                  </a:move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3" y="69"/>
                  </a:lnTo>
                  <a:lnTo>
                    <a:pt x="3838959" y="562"/>
                  </a:lnTo>
                  <a:lnTo>
                    <a:pt x="3819107" y="1928"/>
                  </a:lnTo>
                  <a:lnTo>
                    <a:pt x="3784058" y="4608"/>
                  </a:lnTo>
                  <a:lnTo>
                    <a:pt x="3732712" y="8996"/>
                  </a:lnTo>
                  <a:lnTo>
                    <a:pt x="3666213" y="15383"/>
                  </a:lnTo>
                  <a:lnTo>
                    <a:pt x="3587555" y="23935"/>
                  </a:lnTo>
                  <a:lnTo>
                    <a:pt x="3500830" y="34703"/>
                  </a:lnTo>
                  <a:lnTo>
                    <a:pt x="3410357" y="47656"/>
                  </a:lnTo>
                  <a:lnTo>
                    <a:pt x="3319965" y="62744"/>
                  </a:lnTo>
                  <a:lnTo>
                    <a:pt x="3232570" y="79941"/>
                  </a:lnTo>
                  <a:lnTo>
                    <a:pt x="3150065" y="99283"/>
                  </a:lnTo>
                  <a:lnTo>
                    <a:pt x="3073414" y="120897"/>
                  </a:lnTo>
                  <a:lnTo>
                    <a:pt x="3002845" y="145000"/>
                  </a:lnTo>
                  <a:lnTo>
                    <a:pt x="2938067" y="171905"/>
                  </a:lnTo>
                  <a:lnTo>
                    <a:pt x="2878456" y="202011"/>
                  </a:lnTo>
                  <a:lnTo>
                    <a:pt x="2823198" y="235781"/>
                  </a:lnTo>
                  <a:lnTo>
                    <a:pt x="2771400" y="273706"/>
                  </a:lnTo>
                  <a:lnTo>
                    <a:pt x="2722170" y="316241"/>
                  </a:lnTo>
                  <a:lnTo>
                    <a:pt x="2674695" y="363688"/>
                  </a:lnTo>
                  <a:lnTo>
                    <a:pt x="2667772" y="371135"/>
                  </a:lnTo>
                  <a:lnTo>
                    <a:pt x="2628951" y="415324"/>
                  </a:lnTo>
                  <a:lnTo>
                    <a:pt x="2590504" y="463064"/>
                  </a:lnTo>
                  <a:lnTo>
                    <a:pt x="2552158" y="514426"/>
                  </a:lnTo>
                  <a:lnTo>
                    <a:pt x="2513708" y="569409"/>
                  </a:lnTo>
                  <a:lnTo>
                    <a:pt x="2475007" y="627933"/>
                  </a:lnTo>
                  <a:lnTo>
                    <a:pt x="2435958" y="689832"/>
                  </a:lnTo>
                  <a:lnTo>
                    <a:pt x="2396512" y="754850"/>
                  </a:lnTo>
                  <a:lnTo>
                    <a:pt x="2356663" y="822641"/>
                  </a:lnTo>
                  <a:lnTo>
                    <a:pt x="2316440" y="892773"/>
                  </a:lnTo>
                  <a:lnTo>
                    <a:pt x="2275908" y="964741"/>
                  </a:lnTo>
                  <a:lnTo>
                    <a:pt x="2235155" y="1037973"/>
                  </a:lnTo>
                  <a:lnTo>
                    <a:pt x="2194284" y="1111857"/>
                  </a:lnTo>
                  <a:lnTo>
                    <a:pt x="2153411" y="1185753"/>
                  </a:lnTo>
                  <a:lnTo>
                    <a:pt x="2112650" y="1259026"/>
                  </a:lnTo>
                  <a:lnTo>
                    <a:pt x="2072107" y="1331058"/>
                  </a:lnTo>
                  <a:lnTo>
                    <a:pt x="2031870" y="1401278"/>
                  </a:lnTo>
                  <a:lnTo>
                    <a:pt x="1992004" y="1469176"/>
                  </a:lnTo>
                  <a:lnTo>
                    <a:pt x="1952541" y="1534318"/>
                  </a:lnTo>
                  <a:lnTo>
                    <a:pt x="1913476" y="1596353"/>
                  </a:lnTo>
                  <a:lnTo>
                    <a:pt x="1874762" y="1655022"/>
                  </a:lnTo>
                  <a:lnTo>
                    <a:pt x="1836304" y="1710156"/>
                  </a:lnTo>
                  <a:lnTo>
                    <a:pt x="1797958" y="1761670"/>
                  </a:lnTo>
                  <a:lnTo>
                    <a:pt x="1759519" y="1809561"/>
                  </a:lnTo>
                  <a:lnTo>
                    <a:pt x="1720721" y="1853897"/>
                  </a:lnTo>
                  <a:lnTo>
                    <a:pt x="1719082" y="1855678"/>
                  </a:lnTo>
                  <a:lnTo>
                    <a:pt x="1671807" y="1903861"/>
                  </a:lnTo>
                  <a:lnTo>
                    <a:pt x="1622885" y="1947110"/>
                  </a:lnTo>
                  <a:lnTo>
                    <a:pt x="1571523" y="1985691"/>
                  </a:lnTo>
                  <a:lnTo>
                    <a:pt x="1516834" y="2020045"/>
                  </a:lnTo>
                  <a:lnTo>
                    <a:pt x="1457922" y="2050663"/>
                  </a:lnTo>
                  <a:lnTo>
                    <a:pt x="1393954" y="2078016"/>
                  </a:lnTo>
                  <a:lnTo>
                    <a:pt x="1324271" y="2102511"/>
                  </a:lnTo>
                  <a:lnTo>
                    <a:pt x="1248521" y="2124477"/>
                  </a:lnTo>
                  <a:lnTo>
                    <a:pt x="1166842" y="2144146"/>
                  </a:lnTo>
                  <a:lnTo>
                    <a:pt x="1080076" y="2161656"/>
                  </a:lnTo>
                  <a:lnTo>
                    <a:pt x="989968" y="2177057"/>
                  </a:lnTo>
                  <a:lnTo>
                    <a:pt x="899285" y="2190330"/>
                  </a:lnTo>
                  <a:lnTo>
                    <a:pt x="811738" y="2201423"/>
                  </a:lnTo>
                  <a:lnTo>
                    <a:pt x="731612" y="2210303"/>
                  </a:lnTo>
                  <a:lnTo>
                    <a:pt x="663087" y="2217003"/>
                  </a:lnTo>
                  <a:lnTo>
                    <a:pt x="609375" y="2221672"/>
                  </a:lnTo>
                  <a:lnTo>
                    <a:pt x="571926" y="2224582"/>
                  </a:lnTo>
                  <a:lnTo>
                    <a:pt x="549982" y="2226115"/>
                  </a:lnTo>
                  <a:lnTo>
                    <a:pt x="540560" y="2226709"/>
                  </a:lnTo>
                  <a:lnTo>
                    <a:pt x="538740" y="2226814"/>
                  </a:lnTo>
                  <a:lnTo>
                    <a:pt x="538736" y="2226814"/>
                  </a:lnTo>
                  <a:lnTo>
                    <a:pt x="0" y="22268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8" name="pg1778"/>
            <p:cNvSpPr/>
            <p:nvPr/>
          </p:nvSpPr>
          <p:spPr>
            <a:xfrm>
              <a:off x="546595" y="2558042"/>
              <a:ext cx="8234974" cy="2891047"/>
            </a:xfrm>
            <a:custGeom>
              <a:avLst/>
              <a:pathLst>
                <a:path w="8234974" h="2891047">
                  <a:moveTo>
                    <a:pt x="0" y="2891047"/>
                  </a:moveTo>
                  <a:lnTo>
                    <a:pt x="538736" y="2891047"/>
                  </a:lnTo>
                  <a:lnTo>
                    <a:pt x="539900" y="2890961"/>
                  </a:lnTo>
                  <a:lnTo>
                    <a:pt x="547513" y="2890350"/>
                  </a:lnTo>
                  <a:lnTo>
                    <a:pt x="566566" y="2888659"/>
                  </a:lnTo>
                  <a:lnTo>
                    <a:pt x="600281" y="2885336"/>
                  </a:lnTo>
                  <a:lnTo>
                    <a:pt x="649820" y="2879892"/>
                  </a:lnTo>
                  <a:lnTo>
                    <a:pt x="714225" y="2871954"/>
                  </a:lnTo>
                  <a:lnTo>
                    <a:pt x="790748" y="2861304"/>
                  </a:lnTo>
                  <a:lnTo>
                    <a:pt x="875536" y="2847869"/>
                  </a:lnTo>
                  <a:lnTo>
                    <a:pt x="964442" y="2831675"/>
                  </a:lnTo>
                  <a:lnTo>
                    <a:pt x="1053714" y="2812789"/>
                  </a:lnTo>
                  <a:lnTo>
                    <a:pt x="1140429" y="2791250"/>
                  </a:lnTo>
                  <a:lnTo>
                    <a:pt x="1222625" y="2767026"/>
                  </a:lnTo>
                  <a:lnTo>
                    <a:pt x="1299245" y="2739982"/>
                  </a:lnTo>
                  <a:lnTo>
                    <a:pt x="1369956" y="2709868"/>
                  </a:lnTo>
                  <a:lnTo>
                    <a:pt x="1434955" y="2676319"/>
                  </a:lnTo>
                  <a:lnTo>
                    <a:pt x="1494784" y="2638864"/>
                  </a:lnTo>
                  <a:lnTo>
                    <a:pt x="1550190" y="2596942"/>
                  </a:lnTo>
                  <a:lnTo>
                    <a:pt x="1602017" y="2549947"/>
                  </a:lnTo>
                  <a:lnTo>
                    <a:pt x="1651126" y="2497292"/>
                  </a:lnTo>
                  <a:lnTo>
                    <a:pt x="1698324" y="2438533"/>
                  </a:lnTo>
                  <a:lnTo>
                    <a:pt x="1719082" y="2410113"/>
                  </a:lnTo>
                  <a:lnTo>
                    <a:pt x="1754286" y="2358411"/>
                  </a:lnTo>
                  <a:lnTo>
                    <a:pt x="1789160" y="2302938"/>
                  </a:lnTo>
                  <a:lnTo>
                    <a:pt x="1823914" y="2243617"/>
                  </a:lnTo>
                  <a:lnTo>
                    <a:pt x="1858712" y="2180433"/>
                  </a:lnTo>
                  <a:lnTo>
                    <a:pt x="1893676" y="2113436"/>
                  </a:lnTo>
                  <a:lnTo>
                    <a:pt x="1928895" y="2042751"/>
                  </a:lnTo>
                  <a:lnTo>
                    <a:pt x="1964422" y="1968581"/>
                  </a:lnTo>
                  <a:lnTo>
                    <a:pt x="2000281" y="1891205"/>
                  </a:lnTo>
                  <a:lnTo>
                    <a:pt x="2036469" y="1810983"/>
                  </a:lnTo>
                  <a:lnTo>
                    <a:pt x="2072956" y="1728346"/>
                  </a:lnTo>
                  <a:lnTo>
                    <a:pt x="2109695" y="1643792"/>
                  </a:lnTo>
                  <a:lnTo>
                    <a:pt x="2146618" y="1557871"/>
                  </a:lnTo>
                  <a:lnTo>
                    <a:pt x="2183649" y="1471175"/>
                  </a:lnTo>
                  <a:lnTo>
                    <a:pt x="2220702" y="1384314"/>
                  </a:lnTo>
                  <a:lnTo>
                    <a:pt x="2257692" y="1297909"/>
                  </a:lnTo>
                  <a:lnTo>
                    <a:pt x="2294537" y="1212562"/>
                  </a:lnTo>
                  <a:lnTo>
                    <a:pt x="2331165" y="1128848"/>
                  </a:lnTo>
                  <a:lnTo>
                    <a:pt x="2367516" y="1047293"/>
                  </a:lnTo>
                  <a:lnTo>
                    <a:pt x="2403550" y="968366"/>
                  </a:lnTo>
                  <a:lnTo>
                    <a:pt x="2439252" y="892464"/>
                  </a:lnTo>
                  <a:lnTo>
                    <a:pt x="2474629" y="819909"/>
                  </a:lnTo>
                  <a:lnTo>
                    <a:pt x="2509718" y="750946"/>
                  </a:lnTo>
                  <a:lnTo>
                    <a:pt x="2544591" y="685739"/>
                  </a:lnTo>
                  <a:lnTo>
                    <a:pt x="2579350" y="624377"/>
                  </a:lnTo>
                  <a:lnTo>
                    <a:pt x="2614138" y="566879"/>
                  </a:lnTo>
                  <a:lnTo>
                    <a:pt x="2649138" y="513200"/>
                  </a:lnTo>
                  <a:lnTo>
                    <a:pt x="2667772" y="486378"/>
                  </a:lnTo>
                  <a:lnTo>
                    <a:pt x="2714341" y="424813"/>
                  </a:lnTo>
                  <a:lnTo>
                    <a:pt x="2762498" y="369458"/>
                  </a:lnTo>
                  <a:lnTo>
                    <a:pt x="2813000" y="319989"/>
                  </a:lnTo>
                  <a:lnTo>
                    <a:pt x="2866692" y="275865"/>
                  </a:lnTo>
                  <a:lnTo>
                    <a:pt x="2924434" y="236477"/>
                  </a:lnTo>
                  <a:lnTo>
                    <a:pt x="2987029" y="201238"/>
                  </a:lnTo>
                  <a:lnTo>
                    <a:pt x="3055126" y="169634"/>
                  </a:lnTo>
                  <a:lnTo>
                    <a:pt x="3129098" y="141249"/>
                  </a:lnTo>
                  <a:lnTo>
                    <a:pt x="3208873" y="115782"/>
                  </a:lnTo>
                  <a:lnTo>
                    <a:pt x="3293744" y="93047"/>
                  </a:lnTo>
                  <a:lnTo>
                    <a:pt x="3382173" y="72967"/>
                  </a:lnTo>
                  <a:lnTo>
                    <a:pt x="3471664" y="55557"/>
                  </a:lnTo>
                  <a:lnTo>
                    <a:pt x="3558803" y="40876"/>
                  </a:lnTo>
                  <a:lnTo>
                    <a:pt x="3639551" y="28977"/>
                  </a:lnTo>
                  <a:lnTo>
                    <a:pt x="3709822" y="19839"/>
                  </a:lnTo>
                  <a:lnTo>
                    <a:pt x="3766275" y="13312"/>
                  </a:lnTo>
                  <a:lnTo>
                    <a:pt x="3807081" y="9091"/>
                  </a:lnTo>
                  <a:lnTo>
                    <a:pt x="3832438" y="6734"/>
                  </a:lnTo>
                  <a:lnTo>
                    <a:pt x="3844670" y="570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7" y="5518"/>
                  </a:lnTo>
                  <a:lnTo>
                    <a:pt x="4395910" y="6048"/>
                  </a:lnTo>
                  <a:lnTo>
                    <a:pt x="4415544" y="7512"/>
                  </a:lnTo>
                  <a:lnTo>
                    <a:pt x="4450231" y="10387"/>
                  </a:lnTo>
                  <a:lnTo>
                    <a:pt x="4501086" y="15096"/>
                  </a:lnTo>
                  <a:lnTo>
                    <a:pt x="4567018" y="21952"/>
                  </a:lnTo>
                  <a:lnTo>
                    <a:pt x="4645101" y="31138"/>
                  </a:lnTo>
                  <a:lnTo>
                    <a:pt x="4731306" y="42708"/>
                  </a:lnTo>
                  <a:lnTo>
                    <a:pt x="4821361" y="56636"/>
                  </a:lnTo>
                  <a:lnTo>
                    <a:pt x="4911457" y="72864"/>
                  </a:lnTo>
                  <a:lnTo>
                    <a:pt x="4998675" y="91362"/>
                  </a:lnTo>
                  <a:lnTo>
                    <a:pt x="5081102" y="112168"/>
                  </a:lnTo>
                  <a:lnTo>
                    <a:pt x="5157748" y="135411"/>
                  </a:lnTo>
                  <a:lnTo>
                    <a:pt x="5228358" y="161320"/>
                  </a:lnTo>
                  <a:lnTo>
                    <a:pt x="5293196" y="190226"/>
                  </a:lnTo>
                  <a:lnTo>
                    <a:pt x="5352866" y="222551"/>
                  </a:lnTo>
                  <a:lnTo>
                    <a:pt x="5408161" y="258789"/>
                  </a:lnTo>
                  <a:lnTo>
                    <a:pt x="5459964" y="299466"/>
                  </a:lnTo>
                  <a:lnTo>
                    <a:pt x="5509157" y="345077"/>
                  </a:lnTo>
                  <a:lnTo>
                    <a:pt x="5556553" y="395964"/>
                  </a:lnTo>
                  <a:lnTo>
                    <a:pt x="5567201" y="408340"/>
                  </a:lnTo>
                  <a:lnTo>
                    <a:pt x="5604888" y="454845"/>
                  </a:lnTo>
                  <a:lnTo>
                    <a:pt x="5642215" y="504981"/>
                  </a:lnTo>
                  <a:lnTo>
                    <a:pt x="5679433" y="558818"/>
                  </a:lnTo>
                  <a:lnTo>
                    <a:pt x="5716735" y="616363"/>
                  </a:lnTo>
                  <a:lnTo>
                    <a:pt x="5754260" y="677543"/>
                  </a:lnTo>
                  <a:lnTo>
                    <a:pt x="5792102" y="742205"/>
                  </a:lnTo>
                  <a:lnTo>
                    <a:pt x="5830313" y="810111"/>
                  </a:lnTo>
                  <a:lnTo>
                    <a:pt x="5868907" y="880933"/>
                  </a:lnTo>
                  <a:lnTo>
                    <a:pt x="5907862" y="954262"/>
                  </a:lnTo>
                  <a:lnTo>
                    <a:pt x="5947126" y="1029612"/>
                  </a:lnTo>
                  <a:lnTo>
                    <a:pt x="5986627" y="1106433"/>
                  </a:lnTo>
                  <a:lnTo>
                    <a:pt x="6026270" y="1184126"/>
                  </a:lnTo>
                  <a:lnTo>
                    <a:pt x="6065955" y="1262064"/>
                  </a:lnTo>
                  <a:lnTo>
                    <a:pt x="6105574" y="1339611"/>
                  </a:lnTo>
                  <a:lnTo>
                    <a:pt x="6145028" y="1416144"/>
                  </a:lnTo>
                  <a:lnTo>
                    <a:pt x="6184227" y="1491075"/>
                  </a:lnTo>
                  <a:lnTo>
                    <a:pt x="6223102" y="1563868"/>
                  </a:lnTo>
                  <a:lnTo>
                    <a:pt x="6261608" y="1634052"/>
                  </a:lnTo>
                  <a:lnTo>
                    <a:pt x="6299732" y="1701237"/>
                  </a:lnTo>
                  <a:lnTo>
                    <a:pt x="6337496" y="1765116"/>
                  </a:lnTo>
                  <a:lnTo>
                    <a:pt x="6374959" y="1825470"/>
                  </a:lnTo>
                  <a:lnTo>
                    <a:pt x="6412227" y="1882164"/>
                  </a:lnTo>
                  <a:lnTo>
                    <a:pt x="6449451" y="1935147"/>
                  </a:lnTo>
                  <a:lnTo>
                    <a:pt x="6486837" y="1984438"/>
                  </a:lnTo>
                  <a:lnTo>
                    <a:pt x="6515891" y="2019922"/>
                  </a:lnTo>
                  <a:lnTo>
                    <a:pt x="6562975" y="2072030"/>
                  </a:lnTo>
                  <a:lnTo>
                    <a:pt x="6611691" y="2118825"/>
                  </a:lnTo>
                  <a:lnTo>
                    <a:pt x="6662821" y="2160589"/>
                  </a:lnTo>
                  <a:lnTo>
                    <a:pt x="6717239" y="2197794"/>
                  </a:lnTo>
                  <a:lnTo>
                    <a:pt x="6775835" y="2230968"/>
                  </a:lnTo>
                  <a:lnTo>
                    <a:pt x="6839430" y="2260615"/>
                  </a:lnTo>
                  <a:lnTo>
                    <a:pt x="6908683" y="2287176"/>
                  </a:lnTo>
                  <a:lnTo>
                    <a:pt x="6983951" y="2311004"/>
                  </a:lnTo>
                  <a:lnTo>
                    <a:pt x="7065114" y="2332352"/>
                  </a:lnTo>
                  <a:lnTo>
                    <a:pt x="7151370" y="2351372"/>
                  </a:lnTo>
                  <a:lnTo>
                    <a:pt x="7241030" y="2368119"/>
                  </a:lnTo>
                  <a:lnTo>
                    <a:pt x="7331402" y="2382577"/>
                  </a:lnTo>
                  <a:lnTo>
                    <a:pt x="7418856" y="2394690"/>
                  </a:lnTo>
                  <a:lnTo>
                    <a:pt x="7499172" y="2404420"/>
                  </a:lnTo>
                  <a:lnTo>
                    <a:pt x="7568191" y="2411797"/>
                  </a:lnTo>
                  <a:lnTo>
                    <a:pt x="7622663" y="2416973"/>
                  </a:lnTo>
                  <a:lnTo>
                    <a:pt x="7661026" y="2420233"/>
                  </a:lnTo>
                  <a:lnTo>
                    <a:pt x="7683885" y="2421979"/>
                  </a:lnTo>
                  <a:lnTo>
                    <a:pt x="7694040" y="2422679"/>
                  </a:lnTo>
                  <a:lnTo>
                    <a:pt x="7696237" y="2422817"/>
                  </a:lnTo>
                  <a:lnTo>
                    <a:pt x="8234974" y="2422817"/>
                  </a:lnTo>
                  <a:lnTo>
                    <a:pt x="8234974" y="2417373"/>
                  </a:ln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5" y="85"/>
                  </a:lnTo>
                  <a:lnTo>
                    <a:pt x="3839342" y="697"/>
                  </a:lnTo>
                  <a:lnTo>
                    <a:pt x="3820288" y="2388"/>
                  </a:lnTo>
                  <a:lnTo>
                    <a:pt x="3786573" y="5710"/>
                  </a:lnTo>
                  <a:lnTo>
                    <a:pt x="3737034" y="11155"/>
                  </a:lnTo>
                  <a:lnTo>
                    <a:pt x="3672629" y="19092"/>
                  </a:lnTo>
                  <a:lnTo>
                    <a:pt x="3596106" y="29742"/>
                  </a:lnTo>
                  <a:lnTo>
                    <a:pt x="3511318" y="43178"/>
                  </a:lnTo>
                  <a:lnTo>
                    <a:pt x="3422413" y="59371"/>
                  </a:lnTo>
                  <a:lnTo>
                    <a:pt x="3333140" y="78258"/>
                  </a:lnTo>
                  <a:lnTo>
                    <a:pt x="3246426" y="99797"/>
                  </a:lnTo>
                  <a:lnTo>
                    <a:pt x="3164229" y="124021"/>
                  </a:lnTo>
                  <a:lnTo>
                    <a:pt x="3087610" y="151065"/>
                  </a:lnTo>
                  <a:lnTo>
                    <a:pt x="3016898" y="181179"/>
                  </a:lnTo>
                  <a:lnTo>
                    <a:pt x="2951900" y="214727"/>
                  </a:lnTo>
                  <a:lnTo>
                    <a:pt x="2892071" y="252183"/>
                  </a:lnTo>
                  <a:lnTo>
                    <a:pt x="2836665" y="294105"/>
                  </a:lnTo>
                  <a:lnTo>
                    <a:pt x="2784838" y="341100"/>
                  </a:lnTo>
                  <a:lnTo>
                    <a:pt x="2735728" y="393754"/>
                  </a:lnTo>
                  <a:lnTo>
                    <a:pt x="2688531" y="452514"/>
                  </a:lnTo>
                  <a:lnTo>
                    <a:pt x="2667772" y="480933"/>
                  </a:lnTo>
                  <a:lnTo>
                    <a:pt x="2632569" y="532636"/>
                  </a:lnTo>
                  <a:lnTo>
                    <a:pt x="2597694" y="588109"/>
                  </a:lnTo>
                  <a:lnTo>
                    <a:pt x="2562940" y="647429"/>
                  </a:lnTo>
                  <a:lnTo>
                    <a:pt x="2528143" y="710614"/>
                  </a:lnTo>
                  <a:lnTo>
                    <a:pt x="2493179" y="777611"/>
                  </a:lnTo>
                  <a:lnTo>
                    <a:pt x="2457960" y="848295"/>
                  </a:lnTo>
                  <a:lnTo>
                    <a:pt x="2422433" y="922466"/>
                  </a:lnTo>
                  <a:lnTo>
                    <a:pt x="2386573" y="999842"/>
                  </a:lnTo>
                  <a:lnTo>
                    <a:pt x="2350386" y="1080064"/>
                  </a:lnTo>
                  <a:lnTo>
                    <a:pt x="2313898" y="1162701"/>
                  </a:lnTo>
                  <a:lnTo>
                    <a:pt x="2277160" y="1247255"/>
                  </a:lnTo>
                  <a:lnTo>
                    <a:pt x="2240236" y="1333175"/>
                  </a:lnTo>
                  <a:lnTo>
                    <a:pt x="2203206" y="1419872"/>
                  </a:lnTo>
                  <a:lnTo>
                    <a:pt x="2166152" y="1506732"/>
                  </a:lnTo>
                  <a:lnTo>
                    <a:pt x="2129162" y="1593138"/>
                  </a:lnTo>
                  <a:lnTo>
                    <a:pt x="2092317" y="1678484"/>
                  </a:lnTo>
                  <a:lnTo>
                    <a:pt x="2055690" y="1762199"/>
                  </a:lnTo>
                  <a:lnTo>
                    <a:pt x="2019339" y="1843753"/>
                  </a:lnTo>
                  <a:lnTo>
                    <a:pt x="1983304" y="1922681"/>
                  </a:lnTo>
                  <a:lnTo>
                    <a:pt x="1947603" y="1998583"/>
                  </a:lnTo>
                  <a:lnTo>
                    <a:pt x="1912226" y="2071137"/>
                  </a:lnTo>
                  <a:lnTo>
                    <a:pt x="1877136" y="2140101"/>
                  </a:lnTo>
                  <a:lnTo>
                    <a:pt x="1842264" y="2205308"/>
                  </a:lnTo>
                  <a:lnTo>
                    <a:pt x="1807505" y="2266670"/>
                  </a:lnTo>
                  <a:lnTo>
                    <a:pt x="1772717" y="2324168"/>
                  </a:lnTo>
                  <a:lnTo>
                    <a:pt x="1737716" y="2377847"/>
                  </a:lnTo>
                  <a:lnTo>
                    <a:pt x="1719082" y="2404669"/>
                  </a:lnTo>
                  <a:lnTo>
                    <a:pt x="1672513" y="2466233"/>
                  </a:lnTo>
                  <a:lnTo>
                    <a:pt x="1624356" y="2521589"/>
                  </a:lnTo>
                  <a:lnTo>
                    <a:pt x="1573854" y="2571058"/>
                  </a:lnTo>
                  <a:lnTo>
                    <a:pt x="1520163" y="2615182"/>
                  </a:lnTo>
                  <a:lnTo>
                    <a:pt x="1462420" y="2654570"/>
                  </a:lnTo>
                  <a:lnTo>
                    <a:pt x="1399825" y="2689809"/>
                  </a:lnTo>
                  <a:lnTo>
                    <a:pt x="1331728" y="2721413"/>
                  </a:lnTo>
                  <a:lnTo>
                    <a:pt x="1257757" y="2749798"/>
                  </a:lnTo>
                  <a:lnTo>
                    <a:pt x="1177982" y="2775265"/>
                  </a:lnTo>
                  <a:lnTo>
                    <a:pt x="1093111" y="2798000"/>
                  </a:lnTo>
                  <a:lnTo>
                    <a:pt x="1004682" y="2818079"/>
                  </a:lnTo>
                  <a:lnTo>
                    <a:pt x="915191" y="2835490"/>
                  </a:lnTo>
                  <a:lnTo>
                    <a:pt x="828051" y="2850171"/>
                  </a:lnTo>
                  <a:lnTo>
                    <a:pt x="747304" y="2862070"/>
                  </a:lnTo>
                  <a:lnTo>
                    <a:pt x="677033" y="2871208"/>
                  </a:lnTo>
                  <a:lnTo>
                    <a:pt x="620580" y="2877735"/>
                  </a:lnTo>
                  <a:lnTo>
                    <a:pt x="579773" y="2881955"/>
                  </a:lnTo>
                  <a:lnTo>
                    <a:pt x="554417" y="2884313"/>
                  </a:lnTo>
                  <a:lnTo>
                    <a:pt x="542185" y="2885340"/>
                  </a:lnTo>
                  <a:lnTo>
                    <a:pt x="538736" y="2885603"/>
                  </a:lnTo>
                  <a:lnTo>
                    <a:pt x="0" y="2885603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79" name="pl1779"/>
            <p:cNvSpPr/>
            <p:nvPr/>
          </p:nvSpPr>
          <p:spPr>
            <a:xfrm>
              <a:off x="546595" y="2563487"/>
              <a:ext cx="8234974" cy="2885603"/>
            </a:xfrm>
            <a:custGeom>
              <a:avLst/>
              <a:pathLst>
                <a:path w="8234974" h="2885603">
                  <a:moveTo>
                    <a:pt x="0" y="2885603"/>
                  </a:moveTo>
                  <a:lnTo>
                    <a:pt x="538736" y="2885603"/>
                  </a:lnTo>
                  <a:lnTo>
                    <a:pt x="539900" y="2885517"/>
                  </a:lnTo>
                  <a:lnTo>
                    <a:pt x="547513" y="2884905"/>
                  </a:lnTo>
                  <a:lnTo>
                    <a:pt x="566566" y="2883214"/>
                  </a:lnTo>
                  <a:lnTo>
                    <a:pt x="600281" y="2879892"/>
                  </a:lnTo>
                  <a:lnTo>
                    <a:pt x="649820" y="2874447"/>
                  </a:lnTo>
                  <a:lnTo>
                    <a:pt x="714225" y="2866510"/>
                  </a:lnTo>
                  <a:lnTo>
                    <a:pt x="790748" y="2855860"/>
                  </a:lnTo>
                  <a:lnTo>
                    <a:pt x="875536" y="2842424"/>
                  </a:lnTo>
                  <a:lnTo>
                    <a:pt x="964442" y="2826231"/>
                  </a:lnTo>
                  <a:lnTo>
                    <a:pt x="1053714" y="2807345"/>
                  </a:lnTo>
                  <a:lnTo>
                    <a:pt x="1140429" y="2785806"/>
                  </a:lnTo>
                  <a:lnTo>
                    <a:pt x="1222625" y="2761581"/>
                  </a:lnTo>
                  <a:lnTo>
                    <a:pt x="1299245" y="2734537"/>
                  </a:lnTo>
                  <a:lnTo>
                    <a:pt x="1369956" y="2704423"/>
                  </a:lnTo>
                  <a:lnTo>
                    <a:pt x="1434955" y="2670875"/>
                  </a:lnTo>
                  <a:lnTo>
                    <a:pt x="1494784" y="2633419"/>
                  </a:lnTo>
                  <a:lnTo>
                    <a:pt x="1550190" y="2591497"/>
                  </a:lnTo>
                  <a:lnTo>
                    <a:pt x="1602017" y="2544502"/>
                  </a:lnTo>
                  <a:lnTo>
                    <a:pt x="1651126" y="2491848"/>
                  </a:lnTo>
                  <a:lnTo>
                    <a:pt x="1698324" y="2433089"/>
                  </a:lnTo>
                  <a:lnTo>
                    <a:pt x="1719082" y="2404669"/>
                  </a:lnTo>
                  <a:lnTo>
                    <a:pt x="1754286" y="2352966"/>
                  </a:lnTo>
                  <a:lnTo>
                    <a:pt x="1789160" y="2297493"/>
                  </a:lnTo>
                  <a:lnTo>
                    <a:pt x="1823914" y="2238173"/>
                  </a:lnTo>
                  <a:lnTo>
                    <a:pt x="1858712" y="2174988"/>
                  </a:lnTo>
                  <a:lnTo>
                    <a:pt x="1893676" y="2107991"/>
                  </a:lnTo>
                  <a:lnTo>
                    <a:pt x="1928895" y="2037307"/>
                  </a:lnTo>
                  <a:lnTo>
                    <a:pt x="1964422" y="1963136"/>
                  </a:lnTo>
                  <a:lnTo>
                    <a:pt x="2000281" y="1885760"/>
                  </a:lnTo>
                  <a:lnTo>
                    <a:pt x="2036469" y="1805538"/>
                  </a:lnTo>
                  <a:lnTo>
                    <a:pt x="2072956" y="1722901"/>
                  </a:lnTo>
                  <a:lnTo>
                    <a:pt x="2109695" y="1638347"/>
                  </a:lnTo>
                  <a:lnTo>
                    <a:pt x="2146618" y="1552427"/>
                  </a:lnTo>
                  <a:lnTo>
                    <a:pt x="2183649" y="1465730"/>
                  </a:lnTo>
                  <a:lnTo>
                    <a:pt x="2220702" y="1378870"/>
                  </a:lnTo>
                  <a:lnTo>
                    <a:pt x="2257692" y="1292464"/>
                  </a:lnTo>
                  <a:lnTo>
                    <a:pt x="2294537" y="1207118"/>
                  </a:lnTo>
                  <a:lnTo>
                    <a:pt x="2331165" y="1123403"/>
                  </a:lnTo>
                  <a:lnTo>
                    <a:pt x="2367516" y="1041849"/>
                  </a:lnTo>
                  <a:lnTo>
                    <a:pt x="2403550" y="962921"/>
                  </a:lnTo>
                  <a:lnTo>
                    <a:pt x="2439252" y="887019"/>
                  </a:lnTo>
                  <a:lnTo>
                    <a:pt x="2474629" y="814465"/>
                  </a:lnTo>
                  <a:lnTo>
                    <a:pt x="2509718" y="745501"/>
                  </a:lnTo>
                  <a:lnTo>
                    <a:pt x="2544591" y="680294"/>
                  </a:lnTo>
                  <a:lnTo>
                    <a:pt x="2579350" y="618932"/>
                  </a:lnTo>
                  <a:lnTo>
                    <a:pt x="2614138" y="561435"/>
                  </a:lnTo>
                  <a:lnTo>
                    <a:pt x="2649138" y="507755"/>
                  </a:lnTo>
                  <a:lnTo>
                    <a:pt x="2667772" y="480933"/>
                  </a:lnTo>
                  <a:lnTo>
                    <a:pt x="2714341" y="419369"/>
                  </a:lnTo>
                  <a:lnTo>
                    <a:pt x="2762498" y="364013"/>
                  </a:lnTo>
                  <a:lnTo>
                    <a:pt x="2813000" y="314544"/>
                  </a:lnTo>
                  <a:lnTo>
                    <a:pt x="2866692" y="270420"/>
                  </a:lnTo>
                  <a:lnTo>
                    <a:pt x="2924434" y="231032"/>
                  </a:lnTo>
                  <a:lnTo>
                    <a:pt x="2987029" y="195793"/>
                  </a:lnTo>
                  <a:lnTo>
                    <a:pt x="3055126" y="164189"/>
                  </a:lnTo>
                  <a:lnTo>
                    <a:pt x="3129098" y="135804"/>
                  </a:lnTo>
                  <a:lnTo>
                    <a:pt x="3208873" y="110337"/>
                  </a:lnTo>
                  <a:lnTo>
                    <a:pt x="3293744" y="87602"/>
                  </a:lnTo>
                  <a:lnTo>
                    <a:pt x="3382173" y="67523"/>
                  </a:lnTo>
                  <a:lnTo>
                    <a:pt x="3471664" y="50112"/>
                  </a:lnTo>
                  <a:lnTo>
                    <a:pt x="3558803" y="35431"/>
                  </a:lnTo>
                  <a:lnTo>
                    <a:pt x="3639551" y="23532"/>
                  </a:lnTo>
                  <a:lnTo>
                    <a:pt x="3709822" y="14394"/>
                  </a:lnTo>
                  <a:lnTo>
                    <a:pt x="3766275" y="7867"/>
                  </a:lnTo>
                  <a:lnTo>
                    <a:pt x="3807081" y="3647"/>
                  </a:lnTo>
                  <a:lnTo>
                    <a:pt x="3832438" y="1289"/>
                  </a:lnTo>
                  <a:lnTo>
                    <a:pt x="3844670" y="262"/>
                  </a:lnTo>
                  <a:lnTo>
                    <a:pt x="3848010" y="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7" y="74"/>
                  </a:lnTo>
                  <a:lnTo>
                    <a:pt x="4395910" y="603"/>
                  </a:lnTo>
                  <a:lnTo>
                    <a:pt x="4415544" y="2068"/>
                  </a:lnTo>
                  <a:lnTo>
                    <a:pt x="4450231" y="4943"/>
                  </a:lnTo>
                  <a:lnTo>
                    <a:pt x="4501086" y="9651"/>
                  </a:lnTo>
                  <a:lnTo>
                    <a:pt x="4567018" y="16507"/>
                  </a:lnTo>
                  <a:lnTo>
                    <a:pt x="4645101" y="25693"/>
                  </a:lnTo>
                  <a:lnTo>
                    <a:pt x="4731306" y="37264"/>
                  </a:lnTo>
                  <a:lnTo>
                    <a:pt x="4821361" y="51191"/>
                  </a:lnTo>
                  <a:lnTo>
                    <a:pt x="4911457" y="67419"/>
                  </a:lnTo>
                  <a:lnTo>
                    <a:pt x="4998675" y="85917"/>
                  </a:lnTo>
                  <a:lnTo>
                    <a:pt x="5081102" y="106724"/>
                  </a:lnTo>
                  <a:lnTo>
                    <a:pt x="5157748" y="129966"/>
                  </a:lnTo>
                  <a:lnTo>
                    <a:pt x="5228358" y="155876"/>
                  </a:lnTo>
                  <a:lnTo>
                    <a:pt x="5293196" y="184782"/>
                  </a:lnTo>
                  <a:lnTo>
                    <a:pt x="5352866" y="217107"/>
                  </a:lnTo>
                  <a:lnTo>
                    <a:pt x="5408161" y="253344"/>
                  </a:lnTo>
                  <a:lnTo>
                    <a:pt x="5459964" y="294022"/>
                  </a:lnTo>
                  <a:lnTo>
                    <a:pt x="5509157" y="339633"/>
                  </a:lnTo>
                  <a:lnTo>
                    <a:pt x="5556553" y="390519"/>
                  </a:lnTo>
                  <a:lnTo>
                    <a:pt x="5567201" y="402895"/>
                  </a:lnTo>
                  <a:lnTo>
                    <a:pt x="5604888" y="449401"/>
                  </a:lnTo>
                  <a:lnTo>
                    <a:pt x="5642215" y="499536"/>
                  </a:lnTo>
                  <a:lnTo>
                    <a:pt x="5679433" y="553374"/>
                  </a:lnTo>
                  <a:lnTo>
                    <a:pt x="5716735" y="610918"/>
                  </a:lnTo>
                  <a:lnTo>
                    <a:pt x="5754260" y="672098"/>
                  </a:lnTo>
                  <a:lnTo>
                    <a:pt x="5792102" y="736761"/>
                  </a:lnTo>
                  <a:lnTo>
                    <a:pt x="5830313" y="804667"/>
                  </a:lnTo>
                  <a:lnTo>
                    <a:pt x="5868907" y="875489"/>
                  </a:lnTo>
                  <a:lnTo>
                    <a:pt x="5907862" y="948818"/>
                  </a:lnTo>
                  <a:lnTo>
                    <a:pt x="5947126" y="1024168"/>
                  </a:lnTo>
                  <a:lnTo>
                    <a:pt x="5986627" y="1100988"/>
                  </a:lnTo>
                  <a:lnTo>
                    <a:pt x="6026270" y="1178681"/>
                  </a:lnTo>
                  <a:lnTo>
                    <a:pt x="6065955" y="1256619"/>
                  </a:lnTo>
                  <a:lnTo>
                    <a:pt x="6105574" y="1334166"/>
                  </a:lnTo>
                  <a:lnTo>
                    <a:pt x="6145028" y="1410699"/>
                  </a:lnTo>
                  <a:lnTo>
                    <a:pt x="6184227" y="1485631"/>
                  </a:lnTo>
                  <a:lnTo>
                    <a:pt x="6223102" y="1558423"/>
                  </a:lnTo>
                  <a:lnTo>
                    <a:pt x="6261608" y="1628608"/>
                  </a:lnTo>
                  <a:lnTo>
                    <a:pt x="6299732" y="1695792"/>
                  </a:lnTo>
                  <a:lnTo>
                    <a:pt x="6337496" y="1759672"/>
                  </a:lnTo>
                  <a:lnTo>
                    <a:pt x="6374959" y="1820025"/>
                  </a:lnTo>
                  <a:lnTo>
                    <a:pt x="6412227" y="1876720"/>
                  </a:lnTo>
                  <a:lnTo>
                    <a:pt x="6449451" y="1929702"/>
                  </a:lnTo>
                  <a:lnTo>
                    <a:pt x="6486837" y="1978994"/>
                  </a:lnTo>
                  <a:lnTo>
                    <a:pt x="6515891" y="2014477"/>
                  </a:lnTo>
                  <a:lnTo>
                    <a:pt x="6562975" y="2066585"/>
                  </a:lnTo>
                  <a:lnTo>
                    <a:pt x="6611691" y="2113380"/>
                  </a:lnTo>
                  <a:lnTo>
                    <a:pt x="6662821" y="2155145"/>
                  </a:lnTo>
                  <a:lnTo>
                    <a:pt x="6717239" y="2192350"/>
                  </a:lnTo>
                  <a:lnTo>
                    <a:pt x="6775835" y="2225523"/>
                  </a:lnTo>
                  <a:lnTo>
                    <a:pt x="6839430" y="2255170"/>
                  </a:lnTo>
                  <a:lnTo>
                    <a:pt x="6908683" y="2281732"/>
                  </a:lnTo>
                  <a:lnTo>
                    <a:pt x="6983951" y="2305560"/>
                  </a:lnTo>
                  <a:lnTo>
                    <a:pt x="7065114" y="2326908"/>
                  </a:lnTo>
                  <a:lnTo>
                    <a:pt x="7151370" y="2345927"/>
                  </a:lnTo>
                  <a:lnTo>
                    <a:pt x="7241030" y="2362674"/>
                  </a:lnTo>
                  <a:lnTo>
                    <a:pt x="7331402" y="2377132"/>
                  </a:lnTo>
                  <a:lnTo>
                    <a:pt x="7418856" y="2389246"/>
                  </a:lnTo>
                  <a:lnTo>
                    <a:pt x="7499172" y="2398975"/>
                  </a:lnTo>
                  <a:lnTo>
                    <a:pt x="7568191" y="2406353"/>
                  </a:lnTo>
                  <a:lnTo>
                    <a:pt x="7622663" y="2411529"/>
                  </a:lnTo>
                  <a:lnTo>
                    <a:pt x="7661026" y="2414789"/>
                  </a:lnTo>
                  <a:lnTo>
                    <a:pt x="7683885" y="2416534"/>
                  </a:lnTo>
                  <a:lnTo>
                    <a:pt x="7694040" y="2417235"/>
                  </a:lnTo>
                  <a:lnTo>
                    <a:pt x="7696222" y="2417372"/>
                  </a:lnTo>
                  <a:lnTo>
                    <a:pt x="7696237" y="2417373"/>
                  </a:lnTo>
                  <a:lnTo>
                    <a:pt x="8234974" y="2417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0" name="pl1780"/>
            <p:cNvSpPr/>
            <p:nvPr/>
          </p:nvSpPr>
          <p:spPr>
            <a:xfrm>
              <a:off x="546595" y="2558042"/>
              <a:ext cx="8234974" cy="2885603"/>
            </a:xfrm>
            <a:custGeom>
              <a:avLst/>
              <a:pathLst>
                <a:path w="8234974" h="2885603">
                  <a:moveTo>
                    <a:pt x="8234974" y="2417373"/>
                  </a:moveTo>
                  <a:lnTo>
                    <a:pt x="7696237" y="2417373"/>
                  </a:lnTo>
                  <a:lnTo>
                    <a:pt x="7695036" y="2417299"/>
                  </a:lnTo>
                  <a:lnTo>
                    <a:pt x="7687182" y="2416769"/>
                  </a:lnTo>
                  <a:lnTo>
                    <a:pt x="7667548" y="2415305"/>
                  </a:lnTo>
                  <a:lnTo>
                    <a:pt x="7632862" y="2412429"/>
                  </a:lnTo>
                  <a:lnTo>
                    <a:pt x="7582007" y="2407721"/>
                  </a:lnTo>
                  <a:lnTo>
                    <a:pt x="7516074" y="2400865"/>
                  </a:lnTo>
                  <a:lnTo>
                    <a:pt x="7437992" y="2391679"/>
                  </a:lnTo>
                  <a:lnTo>
                    <a:pt x="7351786" y="2380108"/>
                  </a:lnTo>
                  <a:lnTo>
                    <a:pt x="7261732" y="2366181"/>
                  </a:lnTo>
                  <a:lnTo>
                    <a:pt x="7171635" y="2349953"/>
                  </a:lnTo>
                  <a:lnTo>
                    <a:pt x="7084418" y="2331455"/>
                  </a:lnTo>
                  <a:lnTo>
                    <a:pt x="7001991" y="2310649"/>
                  </a:lnTo>
                  <a:lnTo>
                    <a:pt x="6925344" y="2287406"/>
                  </a:lnTo>
                  <a:lnTo>
                    <a:pt x="6854734" y="2261497"/>
                  </a:lnTo>
                  <a:lnTo>
                    <a:pt x="6789896" y="2232590"/>
                  </a:lnTo>
                  <a:lnTo>
                    <a:pt x="6730227" y="2200265"/>
                  </a:lnTo>
                  <a:lnTo>
                    <a:pt x="6674931" y="2164028"/>
                  </a:lnTo>
                  <a:lnTo>
                    <a:pt x="6623129" y="2123350"/>
                  </a:lnTo>
                  <a:lnTo>
                    <a:pt x="6573936" y="2077739"/>
                  </a:lnTo>
                  <a:lnTo>
                    <a:pt x="6526540" y="2026853"/>
                  </a:lnTo>
                  <a:lnTo>
                    <a:pt x="6515891" y="2014477"/>
                  </a:lnTo>
                  <a:lnTo>
                    <a:pt x="6478204" y="1967971"/>
                  </a:lnTo>
                  <a:lnTo>
                    <a:pt x="6440877" y="1917836"/>
                  </a:lnTo>
                  <a:lnTo>
                    <a:pt x="6403659" y="1863998"/>
                  </a:lnTo>
                  <a:lnTo>
                    <a:pt x="6366358" y="1806454"/>
                  </a:lnTo>
                  <a:lnTo>
                    <a:pt x="6328833" y="1745274"/>
                  </a:lnTo>
                  <a:lnTo>
                    <a:pt x="6290991" y="1680611"/>
                  </a:lnTo>
                  <a:lnTo>
                    <a:pt x="6252779" y="1612706"/>
                  </a:lnTo>
                  <a:lnTo>
                    <a:pt x="6214185" y="1541883"/>
                  </a:lnTo>
                  <a:lnTo>
                    <a:pt x="6175231" y="1468554"/>
                  </a:lnTo>
                  <a:lnTo>
                    <a:pt x="6135966" y="1393205"/>
                  </a:lnTo>
                  <a:lnTo>
                    <a:pt x="6096466" y="1316384"/>
                  </a:lnTo>
                  <a:lnTo>
                    <a:pt x="6056822" y="1238691"/>
                  </a:lnTo>
                  <a:lnTo>
                    <a:pt x="6017138" y="1160753"/>
                  </a:lnTo>
                  <a:lnTo>
                    <a:pt x="5977518" y="1083206"/>
                  </a:lnTo>
                  <a:lnTo>
                    <a:pt x="5938065" y="1006673"/>
                  </a:lnTo>
                  <a:lnTo>
                    <a:pt x="5898865" y="931741"/>
                  </a:lnTo>
                  <a:lnTo>
                    <a:pt x="5859990" y="858949"/>
                  </a:lnTo>
                  <a:lnTo>
                    <a:pt x="5821484" y="788765"/>
                  </a:lnTo>
                  <a:lnTo>
                    <a:pt x="5783360" y="721580"/>
                  </a:lnTo>
                  <a:lnTo>
                    <a:pt x="5745597" y="657701"/>
                  </a:lnTo>
                  <a:lnTo>
                    <a:pt x="5708133" y="597347"/>
                  </a:lnTo>
                  <a:lnTo>
                    <a:pt x="5670865" y="540652"/>
                  </a:lnTo>
                  <a:lnTo>
                    <a:pt x="5633641" y="487670"/>
                  </a:lnTo>
                  <a:lnTo>
                    <a:pt x="5596256" y="438379"/>
                  </a:lnTo>
                  <a:lnTo>
                    <a:pt x="5567201" y="402895"/>
                  </a:lnTo>
                  <a:lnTo>
                    <a:pt x="5520117" y="350787"/>
                  </a:lnTo>
                  <a:lnTo>
                    <a:pt x="5471402" y="303992"/>
                  </a:lnTo>
                  <a:lnTo>
                    <a:pt x="5420272" y="262228"/>
                  </a:lnTo>
                  <a:lnTo>
                    <a:pt x="5365853" y="225022"/>
                  </a:lnTo>
                  <a:lnTo>
                    <a:pt x="5307258" y="191849"/>
                  </a:lnTo>
                  <a:lnTo>
                    <a:pt x="5243663" y="162202"/>
                  </a:lnTo>
                  <a:lnTo>
                    <a:pt x="5174410" y="135640"/>
                  </a:lnTo>
                  <a:lnTo>
                    <a:pt x="5099142" y="111812"/>
                  </a:lnTo>
                  <a:lnTo>
                    <a:pt x="5017978" y="90464"/>
                  </a:lnTo>
                  <a:lnTo>
                    <a:pt x="4931722" y="71445"/>
                  </a:lnTo>
                  <a:lnTo>
                    <a:pt x="4842063" y="54698"/>
                  </a:lnTo>
                  <a:lnTo>
                    <a:pt x="4751690" y="40240"/>
                  </a:lnTo>
                  <a:lnTo>
                    <a:pt x="4664236" y="28126"/>
                  </a:lnTo>
                  <a:lnTo>
                    <a:pt x="4583921" y="18397"/>
                  </a:lnTo>
                  <a:lnTo>
                    <a:pt x="4514901" y="11019"/>
                  </a:lnTo>
                  <a:lnTo>
                    <a:pt x="4460430" y="5844"/>
                  </a:lnTo>
                  <a:lnTo>
                    <a:pt x="4422066" y="2584"/>
                  </a:lnTo>
                  <a:lnTo>
                    <a:pt x="4399208" y="838"/>
                  </a:lnTo>
                  <a:lnTo>
                    <a:pt x="4389053" y="138"/>
                  </a:lnTo>
                  <a:lnTo>
                    <a:pt x="438687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5" y="85"/>
                  </a:lnTo>
                  <a:lnTo>
                    <a:pt x="3839342" y="697"/>
                  </a:lnTo>
                  <a:lnTo>
                    <a:pt x="3820288" y="2388"/>
                  </a:lnTo>
                  <a:lnTo>
                    <a:pt x="3786573" y="5710"/>
                  </a:lnTo>
                  <a:lnTo>
                    <a:pt x="3737034" y="11155"/>
                  </a:lnTo>
                  <a:lnTo>
                    <a:pt x="3672629" y="19092"/>
                  </a:lnTo>
                  <a:lnTo>
                    <a:pt x="3596106" y="29742"/>
                  </a:lnTo>
                  <a:lnTo>
                    <a:pt x="3511318" y="43178"/>
                  </a:lnTo>
                  <a:lnTo>
                    <a:pt x="3422413" y="59371"/>
                  </a:lnTo>
                  <a:lnTo>
                    <a:pt x="3333140" y="78258"/>
                  </a:lnTo>
                  <a:lnTo>
                    <a:pt x="3246426" y="99797"/>
                  </a:lnTo>
                  <a:lnTo>
                    <a:pt x="3164229" y="124021"/>
                  </a:lnTo>
                  <a:lnTo>
                    <a:pt x="3087610" y="151065"/>
                  </a:lnTo>
                  <a:lnTo>
                    <a:pt x="3016898" y="181179"/>
                  </a:lnTo>
                  <a:lnTo>
                    <a:pt x="2951900" y="214727"/>
                  </a:lnTo>
                  <a:lnTo>
                    <a:pt x="2892071" y="252183"/>
                  </a:lnTo>
                  <a:lnTo>
                    <a:pt x="2836665" y="294105"/>
                  </a:lnTo>
                  <a:lnTo>
                    <a:pt x="2784838" y="341100"/>
                  </a:lnTo>
                  <a:lnTo>
                    <a:pt x="2735728" y="393754"/>
                  </a:lnTo>
                  <a:lnTo>
                    <a:pt x="2688531" y="452514"/>
                  </a:lnTo>
                  <a:lnTo>
                    <a:pt x="2667772" y="480933"/>
                  </a:lnTo>
                  <a:lnTo>
                    <a:pt x="2632569" y="532636"/>
                  </a:lnTo>
                  <a:lnTo>
                    <a:pt x="2597694" y="588109"/>
                  </a:lnTo>
                  <a:lnTo>
                    <a:pt x="2562940" y="647429"/>
                  </a:lnTo>
                  <a:lnTo>
                    <a:pt x="2528143" y="710614"/>
                  </a:lnTo>
                  <a:lnTo>
                    <a:pt x="2493179" y="777611"/>
                  </a:lnTo>
                  <a:lnTo>
                    <a:pt x="2457960" y="848295"/>
                  </a:lnTo>
                  <a:lnTo>
                    <a:pt x="2422433" y="922466"/>
                  </a:lnTo>
                  <a:lnTo>
                    <a:pt x="2386573" y="999842"/>
                  </a:lnTo>
                  <a:lnTo>
                    <a:pt x="2350386" y="1080064"/>
                  </a:lnTo>
                  <a:lnTo>
                    <a:pt x="2313898" y="1162701"/>
                  </a:lnTo>
                  <a:lnTo>
                    <a:pt x="2277160" y="1247255"/>
                  </a:lnTo>
                  <a:lnTo>
                    <a:pt x="2240236" y="1333175"/>
                  </a:lnTo>
                  <a:lnTo>
                    <a:pt x="2203206" y="1419872"/>
                  </a:lnTo>
                  <a:lnTo>
                    <a:pt x="2166152" y="1506732"/>
                  </a:lnTo>
                  <a:lnTo>
                    <a:pt x="2129162" y="1593138"/>
                  </a:lnTo>
                  <a:lnTo>
                    <a:pt x="2092317" y="1678484"/>
                  </a:lnTo>
                  <a:lnTo>
                    <a:pt x="2055690" y="1762199"/>
                  </a:lnTo>
                  <a:lnTo>
                    <a:pt x="2019339" y="1843753"/>
                  </a:lnTo>
                  <a:lnTo>
                    <a:pt x="1983304" y="1922681"/>
                  </a:lnTo>
                  <a:lnTo>
                    <a:pt x="1947603" y="1998583"/>
                  </a:lnTo>
                  <a:lnTo>
                    <a:pt x="1912226" y="2071137"/>
                  </a:lnTo>
                  <a:lnTo>
                    <a:pt x="1877136" y="2140101"/>
                  </a:lnTo>
                  <a:lnTo>
                    <a:pt x="1842264" y="2205308"/>
                  </a:lnTo>
                  <a:lnTo>
                    <a:pt x="1807505" y="2266670"/>
                  </a:lnTo>
                  <a:lnTo>
                    <a:pt x="1772717" y="2324168"/>
                  </a:lnTo>
                  <a:lnTo>
                    <a:pt x="1737716" y="2377847"/>
                  </a:lnTo>
                  <a:lnTo>
                    <a:pt x="1719082" y="2404669"/>
                  </a:lnTo>
                  <a:lnTo>
                    <a:pt x="1672513" y="2466233"/>
                  </a:lnTo>
                  <a:lnTo>
                    <a:pt x="1624356" y="2521589"/>
                  </a:lnTo>
                  <a:lnTo>
                    <a:pt x="1573854" y="2571058"/>
                  </a:lnTo>
                  <a:lnTo>
                    <a:pt x="1520163" y="2615182"/>
                  </a:lnTo>
                  <a:lnTo>
                    <a:pt x="1462420" y="2654570"/>
                  </a:lnTo>
                  <a:lnTo>
                    <a:pt x="1399825" y="2689809"/>
                  </a:lnTo>
                  <a:lnTo>
                    <a:pt x="1331728" y="2721413"/>
                  </a:lnTo>
                  <a:lnTo>
                    <a:pt x="1257757" y="2749798"/>
                  </a:lnTo>
                  <a:lnTo>
                    <a:pt x="1177982" y="2775265"/>
                  </a:lnTo>
                  <a:lnTo>
                    <a:pt x="1093111" y="2798000"/>
                  </a:lnTo>
                  <a:lnTo>
                    <a:pt x="1004682" y="2818079"/>
                  </a:lnTo>
                  <a:lnTo>
                    <a:pt x="915191" y="2835490"/>
                  </a:lnTo>
                  <a:lnTo>
                    <a:pt x="828051" y="2850171"/>
                  </a:lnTo>
                  <a:lnTo>
                    <a:pt x="747304" y="2862070"/>
                  </a:lnTo>
                  <a:lnTo>
                    <a:pt x="677033" y="2871208"/>
                  </a:lnTo>
                  <a:lnTo>
                    <a:pt x="620580" y="2877735"/>
                  </a:lnTo>
                  <a:lnTo>
                    <a:pt x="579773" y="2881955"/>
                  </a:lnTo>
                  <a:lnTo>
                    <a:pt x="554417" y="2884313"/>
                  </a:lnTo>
                  <a:lnTo>
                    <a:pt x="542185" y="2885340"/>
                  </a:lnTo>
                  <a:lnTo>
                    <a:pt x="538845" y="2885595"/>
                  </a:lnTo>
                  <a:lnTo>
                    <a:pt x="538736" y="2885603"/>
                  </a:lnTo>
                  <a:lnTo>
                    <a:pt x="0" y="2885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1" name="pg1781"/>
            <p:cNvSpPr/>
            <p:nvPr/>
          </p:nvSpPr>
          <p:spPr>
            <a:xfrm>
              <a:off x="546595" y="1213242"/>
              <a:ext cx="8234974" cy="4546186"/>
            </a:xfrm>
            <a:custGeom>
              <a:avLst/>
              <a:pathLst>
                <a:path w="8234974" h="4546186">
                  <a:moveTo>
                    <a:pt x="0" y="4290292"/>
                  </a:moveTo>
                  <a:lnTo>
                    <a:pt x="538736" y="4290292"/>
                  </a:lnTo>
                  <a:lnTo>
                    <a:pt x="540038" y="4290301"/>
                  </a:lnTo>
                  <a:lnTo>
                    <a:pt x="548529" y="4290362"/>
                  </a:lnTo>
                  <a:lnTo>
                    <a:pt x="569696" y="4290530"/>
                  </a:lnTo>
                  <a:lnTo>
                    <a:pt x="606934" y="4290860"/>
                  </a:lnTo>
                  <a:lnTo>
                    <a:pt x="661218" y="4291400"/>
                  </a:lnTo>
                  <a:lnTo>
                    <a:pt x="731090" y="4292184"/>
                  </a:lnTo>
                  <a:lnTo>
                    <a:pt x="813138" y="4293229"/>
                  </a:lnTo>
                  <a:lnTo>
                    <a:pt x="902885" y="4294541"/>
                  </a:lnTo>
                  <a:lnTo>
                    <a:pt x="995748" y="4296116"/>
                  </a:lnTo>
                  <a:lnTo>
                    <a:pt x="1087798" y="4297946"/>
                  </a:lnTo>
                  <a:lnTo>
                    <a:pt x="1176149" y="4300030"/>
                  </a:lnTo>
                  <a:lnTo>
                    <a:pt x="1259034" y="4302375"/>
                  </a:lnTo>
                  <a:lnTo>
                    <a:pt x="1335654" y="4305000"/>
                  </a:lnTo>
                  <a:lnTo>
                    <a:pt x="1405950" y="4307935"/>
                  </a:lnTo>
                  <a:lnTo>
                    <a:pt x="1470365" y="4311223"/>
                  </a:lnTo>
                  <a:lnTo>
                    <a:pt x="1529653" y="4314914"/>
                  </a:lnTo>
                  <a:lnTo>
                    <a:pt x="1584728" y="4319069"/>
                  </a:lnTo>
                  <a:lnTo>
                    <a:pt x="1636557" y="4323747"/>
                  </a:lnTo>
                  <a:lnTo>
                    <a:pt x="1686070" y="4328999"/>
                  </a:lnTo>
                  <a:lnTo>
                    <a:pt x="1719082" y="4332941"/>
                  </a:lnTo>
                  <a:lnTo>
                    <a:pt x="1771462" y="4339903"/>
                  </a:lnTo>
                  <a:lnTo>
                    <a:pt x="1823339" y="4347616"/>
                  </a:lnTo>
                  <a:lnTo>
                    <a:pt x="1875299" y="4356091"/>
                  </a:lnTo>
                  <a:lnTo>
                    <a:pt x="1927725" y="4365306"/>
                  </a:lnTo>
                  <a:lnTo>
                    <a:pt x="1980827" y="4375210"/>
                  </a:lnTo>
                  <a:lnTo>
                    <a:pt x="2034666" y="4385713"/>
                  </a:lnTo>
                  <a:lnTo>
                    <a:pt x="2089172" y="4396697"/>
                  </a:lnTo>
                  <a:lnTo>
                    <a:pt x="2144171" y="4408011"/>
                  </a:lnTo>
                  <a:lnTo>
                    <a:pt x="2199420" y="4419485"/>
                  </a:lnTo>
                  <a:lnTo>
                    <a:pt x="2254638" y="4430940"/>
                  </a:lnTo>
                  <a:lnTo>
                    <a:pt x="2309549" y="4442196"/>
                  </a:lnTo>
                  <a:lnTo>
                    <a:pt x="2363922" y="4453087"/>
                  </a:lnTo>
                  <a:lnTo>
                    <a:pt x="2417603" y="4463470"/>
                  </a:lnTo>
                  <a:lnTo>
                    <a:pt x="2470548" y="4473230"/>
                  </a:lnTo>
                  <a:lnTo>
                    <a:pt x="2522849" y="4482289"/>
                  </a:lnTo>
                  <a:lnTo>
                    <a:pt x="2574753" y="4490599"/>
                  </a:lnTo>
                  <a:lnTo>
                    <a:pt x="2626682" y="4498147"/>
                  </a:lnTo>
                  <a:lnTo>
                    <a:pt x="2667772" y="4503537"/>
                  </a:lnTo>
                  <a:lnTo>
                    <a:pt x="2716176" y="4509197"/>
                  </a:lnTo>
                  <a:lnTo>
                    <a:pt x="2766324" y="4514264"/>
                  </a:lnTo>
                  <a:lnTo>
                    <a:pt x="2819070" y="4518771"/>
                  </a:lnTo>
                  <a:lnTo>
                    <a:pt x="2875368" y="4522773"/>
                  </a:lnTo>
                  <a:lnTo>
                    <a:pt x="2936177" y="4526331"/>
                  </a:lnTo>
                  <a:lnTo>
                    <a:pt x="3002374" y="4529503"/>
                  </a:lnTo>
                  <a:lnTo>
                    <a:pt x="3074633" y="4532336"/>
                  </a:lnTo>
                  <a:lnTo>
                    <a:pt x="3153261" y="4534870"/>
                  </a:lnTo>
                  <a:lnTo>
                    <a:pt x="3237995" y="4537132"/>
                  </a:lnTo>
                  <a:lnTo>
                    <a:pt x="3327753" y="4539136"/>
                  </a:lnTo>
                  <a:lnTo>
                    <a:pt x="3420423" y="4540886"/>
                  </a:lnTo>
                  <a:lnTo>
                    <a:pt x="3512771" y="4542378"/>
                  </a:lnTo>
                  <a:lnTo>
                    <a:pt x="3600602" y="4543607"/>
                  </a:lnTo>
                  <a:lnTo>
                    <a:pt x="3679268" y="4544569"/>
                  </a:lnTo>
                  <a:lnTo>
                    <a:pt x="3744523" y="4545273"/>
                  </a:lnTo>
                  <a:lnTo>
                    <a:pt x="3793488" y="4545742"/>
                  </a:lnTo>
                  <a:lnTo>
                    <a:pt x="3825442" y="4546016"/>
                  </a:lnTo>
                  <a:lnTo>
                    <a:pt x="3842145" y="4546144"/>
                  </a:lnTo>
                  <a:lnTo>
                    <a:pt x="3847692" y="4546183"/>
                  </a:lnTo>
                  <a:lnTo>
                    <a:pt x="3848118" y="4546186"/>
                  </a:lnTo>
                  <a:lnTo>
                    <a:pt x="4386855" y="4546186"/>
                  </a:lnTo>
                  <a:lnTo>
                    <a:pt x="4387739" y="4546084"/>
                  </a:lnTo>
                  <a:lnTo>
                    <a:pt x="4393561" y="4545359"/>
                  </a:lnTo>
                  <a:lnTo>
                    <a:pt x="4408259" y="4543354"/>
                  </a:lnTo>
                  <a:lnTo>
                    <a:pt x="4434592" y="4539407"/>
                  </a:lnTo>
                  <a:lnTo>
                    <a:pt x="4473943" y="4532901"/>
                  </a:lnTo>
                  <a:lnTo>
                    <a:pt x="4526217" y="4523330"/>
                  </a:lnTo>
                  <a:lnTo>
                    <a:pt x="4589938" y="4510340"/>
                  </a:lnTo>
                  <a:lnTo>
                    <a:pt x="4662593" y="4493751"/>
                  </a:lnTo>
                  <a:lnTo>
                    <a:pt x="4741112" y="4473522"/>
                  </a:lnTo>
                  <a:lnTo>
                    <a:pt x="4822383" y="4449708"/>
                  </a:lnTo>
                  <a:lnTo>
                    <a:pt x="4903645" y="4422387"/>
                  </a:lnTo>
                  <a:lnTo>
                    <a:pt x="4982731" y="4391603"/>
                  </a:lnTo>
                  <a:lnTo>
                    <a:pt x="5058144" y="4357321"/>
                  </a:lnTo>
                  <a:lnTo>
                    <a:pt x="5129014" y="4319397"/>
                  </a:lnTo>
                  <a:lnTo>
                    <a:pt x="5194995" y="4277562"/>
                  </a:lnTo>
                  <a:lnTo>
                    <a:pt x="5256137" y="4231419"/>
                  </a:lnTo>
                  <a:lnTo>
                    <a:pt x="5312768" y="4180454"/>
                  </a:lnTo>
                  <a:lnTo>
                    <a:pt x="5365393" y="4124046"/>
                  </a:lnTo>
                  <a:lnTo>
                    <a:pt x="5414620" y="4061494"/>
                  </a:lnTo>
                  <a:lnTo>
                    <a:pt x="5461099" y="3992073"/>
                  </a:lnTo>
                  <a:lnTo>
                    <a:pt x="5505476" y="3915107"/>
                  </a:lnTo>
                  <a:lnTo>
                    <a:pt x="5548348" y="3830114"/>
                  </a:lnTo>
                  <a:lnTo>
                    <a:pt x="5567201" y="3789395"/>
                  </a:lnTo>
                  <a:lnTo>
                    <a:pt x="5596179" y="3722925"/>
                  </a:lnTo>
                  <a:lnTo>
                    <a:pt x="5624907" y="3652462"/>
                  </a:lnTo>
                  <a:lnTo>
                    <a:pt x="5653507" y="3577926"/>
                  </a:lnTo>
                  <a:lnTo>
                    <a:pt x="5682083" y="3499278"/>
                  </a:lnTo>
                  <a:lnTo>
                    <a:pt x="5710715" y="3416525"/>
                  </a:lnTo>
                  <a:lnTo>
                    <a:pt x="5739468" y="3329725"/>
                  </a:lnTo>
                  <a:lnTo>
                    <a:pt x="5768391" y="3238987"/>
                  </a:lnTo>
                  <a:lnTo>
                    <a:pt x="5797516" y="3144478"/>
                  </a:lnTo>
                  <a:lnTo>
                    <a:pt x="5826862" y="3046420"/>
                  </a:lnTo>
                  <a:lnTo>
                    <a:pt x="5856434" y="2945093"/>
                  </a:lnTo>
                  <a:lnTo>
                    <a:pt x="5886225" y="2840831"/>
                  </a:lnTo>
                  <a:lnTo>
                    <a:pt x="5916219" y="2734021"/>
                  </a:lnTo>
                  <a:lnTo>
                    <a:pt x="5946387" y="2625095"/>
                  </a:lnTo>
                  <a:lnTo>
                    <a:pt x="5976695" y="2514528"/>
                  </a:lnTo>
                  <a:lnTo>
                    <a:pt x="6007103" y="2402822"/>
                  </a:lnTo>
                  <a:lnTo>
                    <a:pt x="6037565" y="2290507"/>
                  </a:lnTo>
                  <a:lnTo>
                    <a:pt x="6068032" y="2178120"/>
                  </a:lnTo>
                  <a:lnTo>
                    <a:pt x="6098459" y="2066204"/>
                  </a:lnTo>
                  <a:lnTo>
                    <a:pt x="6128797" y="1955289"/>
                  </a:lnTo>
                  <a:lnTo>
                    <a:pt x="6159006" y="1845887"/>
                  </a:lnTo>
                  <a:lnTo>
                    <a:pt x="6189048" y="1738481"/>
                  </a:lnTo>
                  <a:lnTo>
                    <a:pt x="6218894" y="1633514"/>
                  </a:lnTo>
                  <a:lnTo>
                    <a:pt x="6248525" y="1531385"/>
                  </a:lnTo>
                  <a:lnTo>
                    <a:pt x="6277930" y="1432444"/>
                  </a:lnTo>
                  <a:lnTo>
                    <a:pt x="6307111" y="1336984"/>
                  </a:lnTo>
                  <a:lnTo>
                    <a:pt x="6336084" y="1245242"/>
                  </a:lnTo>
                  <a:lnTo>
                    <a:pt x="6364878" y="1157400"/>
                  </a:lnTo>
                  <a:lnTo>
                    <a:pt x="6393536" y="1073582"/>
                  </a:lnTo>
                  <a:lnTo>
                    <a:pt x="6422119" y="993858"/>
                  </a:lnTo>
                  <a:lnTo>
                    <a:pt x="6450704" y="918249"/>
                  </a:lnTo>
                  <a:lnTo>
                    <a:pt x="6479387" y="846728"/>
                  </a:lnTo>
                  <a:lnTo>
                    <a:pt x="6508287" y="779225"/>
                  </a:lnTo>
                  <a:lnTo>
                    <a:pt x="6515891" y="762234"/>
                  </a:lnTo>
                  <a:lnTo>
                    <a:pt x="6558259" y="673584"/>
                  </a:lnTo>
                  <a:lnTo>
                    <a:pt x="6601893" y="593065"/>
                  </a:lnTo>
                  <a:lnTo>
                    <a:pt x="6647352" y="520340"/>
                  </a:lnTo>
                  <a:lnTo>
                    <a:pt x="6695267" y="454800"/>
                  </a:lnTo>
                  <a:lnTo>
                    <a:pt x="6746291" y="395730"/>
                  </a:lnTo>
                  <a:lnTo>
                    <a:pt x="6801058" y="342408"/>
                  </a:lnTo>
                  <a:lnTo>
                    <a:pt x="6860126" y="294176"/>
                  </a:lnTo>
                  <a:lnTo>
                    <a:pt x="6923914" y="250468"/>
                  </a:lnTo>
                  <a:lnTo>
                    <a:pt x="6992610" y="210832"/>
                  </a:lnTo>
                  <a:lnTo>
                    <a:pt x="7066061" y="174944"/>
                  </a:lnTo>
                  <a:lnTo>
                    <a:pt x="7143647" y="142604"/>
                  </a:lnTo>
                  <a:lnTo>
                    <a:pt x="7224163" y="113730"/>
                  </a:lnTo>
                  <a:lnTo>
                    <a:pt x="7305739" y="88336"/>
                  </a:lnTo>
                  <a:lnTo>
                    <a:pt x="7385863" y="66492"/>
                  </a:lnTo>
                  <a:lnTo>
                    <a:pt x="7461538" y="48270"/>
                  </a:lnTo>
                  <a:lnTo>
                    <a:pt x="7529617" y="33681"/>
                  </a:lnTo>
                  <a:lnTo>
                    <a:pt x="7587273" y="22612"/>
                  </a:lnTo>
                  <a:lnTo>
                    <a:pt x="7632512" y="14787"/>
                  </a:lnTo>
                  <a:lnTo>
                    <a:pt x="7664593" y="9765"/>
                  </a:lnTo>
                  <a:lnTo>
                    <a:pt x="7684240" y="6971"/>
                  </a:lnTo>
                  <a:lnTo>
                    <a:pt x="7693616" y="57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53" y="101"/>
                  </a:lnTo>
                  <a:lnTo>
                    <a:pt x="7689532" y="826"/>
                  </a:lnTo>
                  <a:lnTo>
                    <a:pt x="7674834" y="2831"/>
                  </a:lnTo>
                  <a:lnTo>
                    <a:pt x="7648501" y="6778"/>
                  </a:lnTo>
                  <a:lnTo>
                    <a:pt x="7609149" y="13284"/>
                  </a:lnTo>
                  <a:lnTo>
                    <a:pt x="7556875" y="22856"/>
                  </a:lnTo>
                  <a:lnTo>
                    <a:pt x="7493154" y="35845"/>
                  </a:lnTo>
                  <a:lnTo>
                    <a:pt x="7420500" y="52434"/>
                  </a:lnTo>
                  <a:lnTo>
                    <a:pt x="7341980" y="72663"/>
                  </a:lnTo>
                  <a:lnTo>
                    <a:pt x="7260709" y="96477"/>
                  </a:lnTo>
                  <a:lnTo>
                    <a:pt x="7179447" y="123798"/>
                  </a:lnTo>
                  <a:lnTo>
                    <a:pt x="7100361" y="154582"/>
                  </a:lnTo>
                  <a:lnTo>
                    <a:pt x="7024948" y="188864"/>
                  </a:lnTo>
                  <a:lnTo>
                    <a:pt x="6954079" y="226788"/>
                  </a:lnTo>
                  <a:lnTo>
                    <a:pt x="6888098" y="268623"/>
                  </a:lnTo>
                  <a:lnTo>
                    <a:pt x="6826956" y="314766"/>
                  </a:lnTo>
                  <a:lnTo>
                    <a:pt x="6770325" y="365731"/>
                  </a:lnTo>
                  <a:lnTo>
                    <a:pt x="6717699" y="422139"/>
                  </a:lnTo>
                  <a:lnTo>
                    <a:pt x="6668472" y="484691"/>
                  </a:lnTo>
                  <a:lnTo>
                    <a:pt x="6621994" y="554112"/>
                  </a:lnTo>
                  <a:lnTo>
                    <a:pt x="6577617" y="631078"/>
                  </a:lnTo>
                  <a:lnTo>
                    <a:pt x="6534744" y="716071"/>
                  </a:lnTo>
                  <a:lnTo>
                    <a:pt x="6515891" y="756790"/>
                  </a:lnTo>
                  <a:lnTo>
                    <a:pt x="6486913" y="823260"/>
                  </a:lnTo>
                  <a:lnTo>
                    <a:pt x="6458186" y="893723"/>
                  </a:lnTo>
                  <a:lnTo>
                    <a:pt x="6429585" y="968259"/>
                  </a:lnTo>
                  <a:lnTo>
                    <a:pt x="6401010" y="1046907"/>
                  </a:lnTo>
                  <a:lnTo>
                    <a:pt x="6372378" y="1129660"/>
                  </a:lnTo>
                  <a:lnTo>
                    <a:pt x="6343624" y="1216460"/>
                  </a:lnTo>
                  <a:lnTo>
                    <a:pt x="6314701" y="1307198"/>
                  </a:lnTo>
                  <a:lnTo>
                    <a:pt x="6285576" y="1401707"/>
                  </a:lnTo>
                  <a:lnTo>
                    <a:pt x="6256231" y="1499765"/>
                  </a:lnTo>
                  <a:lnTo>
                    <a:pt x="6226659" y="1601092"/>
                  </a:lnTo>
                  <a:lnTo>
                    <a:pt x="6196867" y="1705354"/>
                  </a:lnTo>
                  <a:lnTo>
                    <a:pt x="6166874" y="1812164"/>
                  </a:lnTo>
                  <a:lnTo>
                    <a:pt x="6136706" y="1921090"/>
                  </a:lnTo>
                  <a:lnTo>
                    <a:pt x="6106397" y="2031657"/>
                  </a:lnTo>
                  <a:lnTo>
                    <a:pt x="6075989" y="2143363"/>
                  </a:lnTo>
                  <a:lnTo>
                    <a:pt x="6045528" y="2255678"/>
                  </a:lnTo>
                  <a:lnTo>
                    <a:pt x="6015060" y="2368065"/>
                  </a:lnTo>
                  <a:lnTo>
                    <a:pt x="5984634" y="2479981"/>
                  </a:lnTo>
                  <a:lnTo>
                    <a:pt x="5954295" y="2590896"/>
                  </a:lnTo>
                  <a:lnTo>
                    <a:pt x="5924087" y="2700298"/>
                  </a:lnTo>
                  <a:lnTo>
                    <a:pt x="5894044" y="2807704"/>
                  </a:lnTo>
                  <a:lnTo>
                    <a:pt x="5864198" y="2912671"/>
                  </a:lnTo>
                  <a:lnTo>
                    <a:pt x="5834568" y="3014800"/>
                  </a:lnTo>
                  <a:lnTo>
                    <a:pt x="5805163" y="3113741"/>
                  </a:lnTo>
                  <a:lnTo>
                    <a:pt x="5775981" y="3209201"/>
                  </a:lnTo>
                  <a:lnTo>
                    <a:pt x="5747008" y="3300943"/>
                  </a:lnTo>
                  <a:lnTo>
                    <a:pt x="5718215" y="3388785"/>
                  </a:lnTo>
                  <a:lnTo>
                    <a:pt x="5689556" y="3472603"/>
                  </a:lnTo>
                  <a:lnTo>
                    <a:pt x="5660973" y="3552327"/>
                  </a:lnTo>
                  <a:lnTo>
                    <a:pt x="5632388" y="3627936"/>
                  </a:lnTo>
                  <a:lnTo>
                    <a:pt x="5603705" y="3699457"/>
                  </a:lnTo>
                  <a:lnTo>
                    <a:pt x="5574806" y="3766960"/>
                  </a:lnTo>
                  <a:lnTo>
                    <a:pt x="5567201" y="3783951"/>
                  </a:lnTo>
                  <a:lnTo>
                    <a:pt x="5524833" y="3872601"/>
                  </a:lnTo>
                  <a:lnTo>
                    <a:pt x="5481200" y="3953120"/>
                  </a:lnTo>
                  <a:lnTo>
                    <a:pt x="5435740" y="4025845"/>
                  </a:lnTo>
                  <a:lnTo>
                    <a:pt x="5387826" y="4091385"/>
                  </a:lnTo>
                  <a:lnTo>
                    <a:pt x="5336801" y="4150456"/>
                  </a:lnTo>
                  <a:lnTo>
                    <a:pt x="5282035" y="4203777"/>
                  </a:lnTo>
                  <a:lnTo>
                    <a:pt x="5222967" y="4252009"/>
                  </a:lnTo>
                  <a:lnTo>
                    <a:pt x="5159179" y="4295717"/>
                  </a:lnTo>
                  <a:lnTo>
                    <a:pt x="5090482" y="4335353"/>
                  </a:lnTo>
                  <a:lnTo>
                    <a:pt x="5017031" y="4371241"/>
                  </a:lnTo>
                  <a:lnTo>
                    <a:pt x="4939445" y="4403581"/>
                  </a:lnTo>
                  <a:lnTo>
                    <a:pt x="4858929" y="4432455"/>
                  </a:lnTo>
                  <a:lnTo>
                    <a:pt x="4777353" y="4457849"/>
                  </a:lnTo>
                  <a:lnTo>
                    <a:pt x="4697230" y="4479693"/>
                  </a:lnTo>
                  <a:lnTo>
                    <a:pt x="4621555" y="4497915"/>
                  </a:lnTo>
                  <a:lnTo>
                    <a:pt x="4553476" y="4512504"/>
                  </a:lnTo>
                  <a:lnTo>
                    <a:pt x="4495820" y="4523573"/>
                  </a:lnTo>
                  <a:lnTo>
                    <a:pt x="4450580" y="4531398"/>
                  </a:lnTo>
                  <a:lnTo>
                    <a:pt x="4418499" y="4536420"/>
                  </a:lnTo>
                  <a:lnTo>
                    <a:pt x="4398853" y="4539214"/>
                  </a:lnTo>
                  <a:lnTo>
                    <a:pt x="4389476" y="4540430"/>
                  </a:lnTo>
                  <a:lnTo>
                    <a:pt x="4386855" y="4540741"/>
                  </a:lnTo>
                  <a:lnTo>
                    <a:pt x="3848118" y="4540741"/>
                  </a:lnTo>
                  <a:lnTo>
                    <a:pt x="3846817" y="4540732"/>
                  </a:lnTo>
                  <a:lnTo>
                    <a:pt x="3838326" y="4540672"/>
                  </a:lnTo>
                  <a:lnTo>
                    <a:pt x="3817159" y="4540503"/>
                  </a:lnTo>
                  <a:lnTo>
                    <a:pt x="3779921" y="4540173"/>
                  </a:lnTo>
                  <a:lnTo>
                    <a:pt x="3725636" y="4539633"/>
                  </a:lnTo>
                  <a:lnTo>
                    <a:pt x="3655765" y="4538850"/>
                  </a:lnTo>
                  <a:lnTo>
                    <a:pt x="3573717" y="4537804"/>
                  </a:lnTo>
                  <a:lnTo>
                    <a:pt x="3483970" y="4536492"/>
                  </a:lnTo>
                  <a:lnTo>
                    <a:pt x="3391106" y="4534918"/>
                  </a:lnTo>
                  <a:lnTo>
                    <a:pt x="3299057" y="4533088"/>
                  </a:lnTo>
                  <a:lnTo>
                    <a:pt x="3210706" y="4531004"/>
                  </a:lnTo>
                  <a:lnTo>
                    <a:pt x="3127821" y="4528658"/>
                  </a:lnTo>
                  <a:lnTo>
                    <a:pt x="3051201" y="4526033"/>
                  </a:lnTo>
                  <a:lnTo>
                    <a:pt x="2980905" y="4523098"/>
                  </a:lnTo>
                  <a:lnTo>
                    <a:pt x="2916490" y="4519811"/>
                  </a:lnTo>
                  <a:lnTo>
                    <a:pt x="2857201" y="4516119"/>
                  </a:lnTo>
                  <a:lnTo>
                    <a:pt x="2802126" y="4511965"/>
                  </a:lnTo>
                  <a:lnTo>
                    <a:pt x="2750298" y="4507286"/>
                  </a:lnTo>
                  <a:lnTo>
                    <a:pt x="2700784" y="4502035"/>
                  </a:lnTo>
                  <a:lnTo>
                    <a:pt x="2667772" y="4498092"/>
                  </a:lnTo>
                  <a:lnTo>
                    <a:pt x="2615393" y="4491131"/>
                  </a:lnTo>
                  <a:lnTo>
                    <a:pt x="2563515" y="4483417"/>
                  </a:lnTo>
                  <a:lnTo>
                    <a:pt x="2511555" y="4474943"/>
                  </a:lnTo>
                  <a:lnTo>
                    <a:pt x="2459130" y="4465727"/>
                  </a:lnTo>
                  <a:lnTo>
                    <a:pt x="2406027" y="4455824"/>
                  </a:lnTo>
                  <a:lnTo>
                    <a:pt x="2352189" y="4445320"/>
                  </a:lnTo>
                  <a:lnTo>
                    <a:pt x="2297683" y="4434337"/>
                  </a:lnTo>
                  <a:lnTo>
                    <a:pt x="2242683" y="4423023"/>
                  </a:lnTo>
                  <a:lnTo>
                    <a:pt x="2187435" y="4411548"/>
                  </a:lnTo>
                  <a:lnTo>
                    <a:pt x="2132217" y="4400094"/>
                  </a:lnTo>
                  <a:lnTo>
                    <a:pt x="2077305" y="4388837"/>
                  </a:lnTo>
                  <a:lnTo>
                    <a:pt x="2022933" y="4377946"/>
                  </a:lnTo>
                  <a:lnTo>
                    <a:pt x="1969252" y="4367564"/>
                  </a:lnTo>
                  <a:lnTo>
                    <a:pt x="1916306" y="4357803"/>
                  </a:lnTo>
                  <a:lnTo>
                    <a:pt x="1864005" y="4348745"/>
                  </a:lnTo>
                  <a:lnTo>
                    <a:pt x="1812102" y="4340435"/>
                  </a:lnTo>
                  <a:lnTo>
                    <a:pt x="1760173" y="4332886"/>
                  </a:lnTo>
                  <a:lnTo>
                    <a:pt x="1719082" y="4327497"/>
                  </a:lnTo>
                  <a:lnTo>
                    <a:pt x="1670679" y="4321837"/>
                  </a:lnTo>
                  <a:lnTo>
                    <a:pt x="1620531" y="4316770"/>
                  </a:lnTo>
                  <a:lnTo>
                    <a:pt x="1567784" y="4312263"/>
                  </a:lnTo>
                  <a:lnTo>
                    <a:pt x="1511486" y="4308260"/>
                  </a:lnTo>
                  <a:lnTo>
                    <a:pt x="1450677" y="4304702"/>
                  </a:lnTo>
                  <a:lnTo>
                    <a:pt x="1384480" y="4301531"/>
                  </a:lnTo>
                  <a:lnTo>
                    <a:pt x="1312222" y="4298697"/>
                  </a:lnTo>
                  <a:lnTo>
                    <a:pt x="1233593" y="4296163"/>
                  </a:lnTo>
                  <a:lnTo>
                    <a:pt x="1148860" y="4293901"/>
                  </a:lnTo>
                  <a:lnTo>
                    <a:pt x="1059102" y="4291898"/>
                  </a:lnTo>
                  <a:lnTo>
                    <a:pt x="966432" y="4290148"/>
                  </a:lnTo>
                  <a:lnTo>
                    <a:pt x="874083" y="4288655"/>
                  </a:lnTo>
                  <a:lnTo>
                    <a:pt x="786253" y="4287427"/>
                  </a:lnTo>
                  <a:lnTo>
                    <a:pt x="707586" y="4286465"/>
                  </a:lnTo>
                  <a:lnTo>
                    <a:pt x="642332" y="4285761"/>
                  </a:lnTo>
                  <a:lnTo>
                    <a:pt x="593367" y="4285291"/>
                  </a:lnTo>
                  <a:lnTo>
                    <a:pt x="561413" y="4285018"/>
                  </a:lnTo>
                  <a:lnTo>
                    <a:pt x="544710" y="4284889"/>
                  </a:lnTo>
                  <a:lnTo>
                    <a:pt x="539163" y="4284851"/>
                  </a:lnTo>
                  <a:lnTo>
                    <a:pt x="538736" y="4284848"/>
                  </a:lnTo>
                  <a:lnTo>
                    <a:pt x="0" y="4284848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82" name="pl1782"/>
            <p:cNvSpPr/>
            <p:nvPr/>
          </p:nvSpPr>
          <p:spPr>
            <a:xfrm>
              <a:off x="546595" y="1218687"/>
              <a:ext cx="8234974" cy="4540741"/>
            </a:xfrm>
            <a:custGeom>
              <a:avLst/>
              <a:pathLst>
                <a:path w="8234974" h="4540741">
                  <a:moveTo>
                    <a:pt x="0" y="4284848"/>
                  </a:moveTo>
                  <a:lnTo>
                    <a:pt x="538736" y="4284848"/>
                  </a:lnTo>
                  <a:lnTo>
                    <a:pt x="540038" y="4284856"/>
                  </a:lnTo>
                  <a:lnTo>
                    <a:pt x="548529" y="4284917"/>
                  </a:lnTo>
                  <a:lnTo>
                    <a:pt x="569696" y="4285086"/>
                  </a:lnTo>
                  <a:lnTo>
                    <a:pt x="606934" y="4285416"/>
                  </a:lnTo>
                  <a:lnTo>
                    <a:pt x="661218" y="4285956"/>
                  </a:lnTo>
                  <a:lnTo>
                    <a:pt x="731090" y="4286739"/>
                  </a:lnTo>
                  <a:lnTo>
                    <a:pt x="813138" y="4287785"/>
                  </a:lnTo>
                  <a:lnTo>
                    <a:pt x="902885" y="4289097"/>
                  </a:lnTo>
                  <a:lnTo>
                    <a:pt x="995748" y="4290671"/>
                  </a:lnTo>
                  <a:lnTo>
                    <a:pt x="1087798" y="4292501"/>
                  </a:lnTo>
                  <a:lnTo>
                    <a:pt x="1176149" y="4294585"/>
                  </a:lnTo>
                  <a:lnTo>
                    <a:pt x="1259034" y="4296931"/>
                  </a:lnTo>
                  <a:lnTo>
                    <a:pt x="1335654" y="4299556"/>
                  </a:lnTo>
                  <a:lnTo>
                    <a:pt x="1405950" y="4302491"/>
                  </a:lnTo>
                  <a:lnTo>
                    <a:pt x="1470365" y="4305778"/>
                  </a:lnTo>
                  <a:lnTo>
                    <a:pt x="1529653" y="4309470"/>
                  </a:lnTo>
                  <a:lnTo>
                    <a:pt x="1584728" y="4313624"/>
                  </a:lnTo>
                  <a:lnTo>
                    <a:pt x="1636557" y="4318302"/>
                  </a:lnTo>
                  <a:lnTo>
                    <a:pt x="1686070" y="4323554"/>
                  </a:lnTo>
                  <a:lnTo>
                    <a:pt x="1719082" y="4327497"/>
                  </a:lnTo>
                  <a:lnTo>
                    <a:pt x="1771462" y="4334458"/>
                  </a:lnTo>
                  <a:lnTo>
                    <a:pt x="1823339" y="4342172"/>
                  </a:lnTo>
                  <a:lnTo>
                    <a:pt x="1875299" y="4350646"/>
                  </a:lnTo>
                  <a:lnTo>
                    <a:pt x="1927725" y="4359862"/>
                  </a:lnTo>
                  <a:lnTo>
                    <a:pt x="1980827" y="4369765"/>
                  </a:lnTo>
                  <a:lnTo>
                    <a:pt x="2034666" y="4380269"/>
                  </a:lnTo>
                  <a:lnTo>
                    <a:pt x="2089172" y="4391252"/>
                  </a:lnTo>
                  <a:lnTo>
                    <a:pt x="2144171" y="4402566"/>
                  </a:lnTo>
                  <a:lnTo>
                    <a:pt x="2199420" y="4414041"/>
                  </a:lnTo>
                  <a:lnTo>
                    <a:pt x="2254638" y="4425495"/>
                  </a:lnTo>
                  <a:lnTo>
                    <a:pt x="2309549" y="4436751"/>
                  </a:lnTo>
                  <a:lnTo>
                    <a:pt x="2363922" y="4447643"/>
                  </a:lnTo>
                  <a:lnTo>
                    <a:pt x="2417603" y="4458025"/>
                  </a:lnTo>
                  <a:lnTo>
                    <a:pt x="2470548" y="4467786"/>
                  </a:lnTo>
                  <a:lnTo>
                    <a:pt x="2522849" y="4476844"/>
                  </a:lnTo>
                  <a:lnTo>
                    <a:pt x="2574753" y="4485154"/>
                  </a:lnTo>
                  <a:lnTo>
                    <a:pt x="2626682" y="4492703"/>
                  </a:lnTo>
                  <a:lnTo>
                    <a:pt x="2667772" y="4498092"/>
                  </a:lnTo>
                  <a:lnTo>
                    <a:pt x="2716176" y="4503752"/>
                  </a:lnTo>
                  <a:lnTo>
                    <a:pt x="2766324" y="4508819"/>
                  </a:lnTo>
                  <a:lnTo>
                    <a:pt x="2819070" y="4513326"/>
                  </a:lnTo>
                  <a:lnTo>
                    <a:pt x="2875368" y="4517329"/>
                  </a:lnTo>
                  <a:lnTo>
                    <a:pt x="2936177" y="4520887"/>
                  </a:lnTo>
                  <a:lnTo>
                    <a:pt x="3002374" y="4524058"/>
                  </a:lnTo>
                  <a:lnTo>
                    <a:pt x="3074633" y="4526891"/>
                  </a:lnTo>
                  <a:lnTo>
                    <a:pt x="3153261" y="4529426"/>
                  </a:lnTo>
                  <a:lnTo>
                    <a:pt x="3237995" y="4531687"/>
                  </a:lnTo>
                  <a:lnTo>
                    <a:pt x="3327753" y="4533691"/>
                  </a:lnTo>
                  <a:lnTo>
                    <a:pt x="3420423" y="4535441"/>
                  </a:lnTo>
                  <a:lnTo>
                    <a:pt x="3512771" y="4536934"/>
                  </a:lnTo>
                  <a:lnTo>
                    <a:pt x="3600602" y="4538162"/>
                  </a:lnTo>
                  <a:lnTo>
                    <a:pt x="3679268" y="4539124"/>
                  </a:lnTo>
                  <a:lnTo>
                    <a:pt x="3744523" y="4539828"/>
                  </a:lnTo>
                  <a:lnTo>
                    <a:pt x="3793488" y="4540297"/>
                  </a:lnTo>
                  <a:lnTo>
                    <a:pt x="3825442" y="4540571"/>
                  </a:lnTo>
                  <a:lnTo>
                    <a:pt x="3842145" y="4540700"/>
                  </a:lnTo>
                  <a:lnTo>
                    <a:pt x="3847692" y="4540738"/>
                  </a:lnTo>
                  <a:lnTo>
                    <a:pt x="3848118" y="4540741"/>
                  </a:lnTo>
                  <a:lnTo>
                    <a:pt x="4386855" y="4540741"/>
                  </a:lnTo>
                  <a:lnTo>
                    <a:pt x="4387739" y="4540639"/>
                  </a:lnTo>
                  <a:lnTo>
                    <a:pt x="4393561" y="4539914"/>
                  </a:lnTo>
                  <a:lnTo>
                    <a:pt x="4408259" y="4537910"/>
                  </a:lnTo>
                  <a:lnTo>
                    <a:pt x="4434592" y="4533963"/>
                  </a:lnTo>
                  <a:lnTo>
                    <a:pt x="4473943" y="4527457"/>
                  </a:lnTo>
                  <a:lnTo>
                    <a:pt x="4526217" y="4517885"/>
                  </a:lnTo>
                  <a:lnTo>
                    <a:pt x="4589938" y="4504896"/>
                  </a:lnTo>
                  <a:lnTo>
                    <a:pt x="4662593" y="4488306"/>
                  </a:lnTo>
                  <a:lnTo>
                    <a:pt x="4741112" y="4468078"/>
                  </a:lnTo>
                  <a:lnTo>
                    <a:pt x="4822383" y="4444264"/>
                  </a:lnTo>
                  <a:lnTo>
                    <a:pt x="4903645" y="4416942"/>
                  </a:lnTo>
                  <a:lnTo>
                    <a:pt x="4982731" y="4386158"/>
                  </a:lnTo>
                  <a:lnTo>
                    <a:pt x="5058144" y="4351877"/>
                  </a:lnTo>
                  <a:lnTo>
                    <a:pt x="5129014" y="4313953"/>
                  </a:lnTo>
                  <a:lnTo>
                    <a:pt x="5194995" y="4272117"/>
                  </a:lnTo>
                  <a:lnTo>
                    <a:pt x="5256137" y="4225975"/>
                  </a:lnTo>
                  <a:lnTo>
                    <a:pt x="5312768" y="4175010"/>
                  </a:lnTo>
                  <a:lnTo>
                    <a:pt x="5365393" y="4118601"/>
                  </a:lnTo>
                  <a:lnTo>
                    <a:pt x="5414620" y="4056050"/>
                  </a:lnTo>
                  <a:lnTo>
                    <a:pt x="5461099" y="3986628"/>
                  </a:lnTo>
                  <a:lnTo>
                    <a:pt x="5505476" y="3909663"/>
                  </a:lnTo>
                  <a:lnTo>
                    <a:pt x="5548348" y="3824670"/>
                  </a:lnTo>
                  <a:lnTo>
                    <a:pt x="5567201" y="3783951"/>
                  </a:lnTo>
                  <a:lnTo>
                    <a:pt x="5596179" y="3717481"/>
                  </a:lnTo>
                  <a:lnTo>
                    <a:pt x="5624907" y="3647018"/>
                  </a:lnTo>
                  <a:lnTo>
                    <a:pt x="5653507" y="3572482"/>
                  </a:lnTo>
                  <a:lnTo>
                    <a:pt x="5682083" y="3493834"/>
                  </a:lnTo>
                  <a:lnTo>
                    <a:pt x="5710715" y="3411081"/>
                  </a:lnTo>
                  <a:lnTo>
                    <a:pt x="5739468" y="3324280"/>
                  </a:lnTo>
                  <a:lnTo>
                    <a:pt x="5768391" y="3233542"/>
                  </a:lnTo>
                  <a:lnTo>
                    <a:pt x="5797516" y="3139033"/>
                  </a:lnTo>
                  <a:lnTo>
                    <a:pt x="5826862" y="3040975"/>
                  </a:lnTo>
                  <a:lnTo>
                    <a:pt x="5856434" y="2939648"/>
                  </a:lnTo>
                  <a:lnTo>
                    <a:pt x="5886225" y="2835386"/>
                  </a:lnTo>
                  <a:lnTo>
                    <a:pt x="5916219" y="2728576"/>
                  </a:lnTo>
                  <a:lnTo>
                    <a:pt x="5946387" y="2619651"/>
                  </a:lnTo>
                  <a:lnTo>
                    <a:pt x="5976695" y="2509083"/>
                  </a:lnTo>
                  <a:lnTo>
                    <a:pt x="6007103" y="2397378"/>
                  </a:lnTo>
                  <a:lnTo>
                    <a:pt x="6037565" y="2285062"/>
                  </a:lnTo>
                  <a:lnTo>
                    <a:pt x="6068032" y="2172676"/>
                  </a:lnTo>
                  <a:lnTo>
                    <a:pt x="6098459" y="2060759"/>
                  </a:lnTo>
                  <a:lnTo>
                    <a:pt x="6128797" y="1949844"/>
                  </a:lnTo>
                  <a:lnTo>
                    <a:pt x="6159006" y="1840443"/>
                  </a:lnTo>
                  <a:lnTo>
                    <a:pt x="6189048" y="1733036"/>
                  </a:lnTo>
                  <a:lnTo>
                    <a:pt x="6218894" y="1628069"/>
                  </a:lnTo>
                  <a:lnTo>
                    <a:pt x="6248525" y="1525941"/>
                  </a:lnTo>
                  <a:lnTo>
                    <a:pt x="6277930" y="1426999"/>
                  </a:lnTo>
                  <a:lnTo>
                    <a:pt x="6307111" y="1331539"/>
                  </a:lnTo>
                  <a:lnTo>
                    <a:pt x="6336084" y="1239797"/>
                  </a:lnTo>
                  <a:lnTo>
                    <a:pt x="6364878" y="1151955"/>
                  </a:lnTo>
                  <a:lnTo>
                    <a:pt x="6393536" y="1068137"/>
                  </a:lnTo>
                  <a:lnTo>
                    <a:pt x="6422119" y="988414"/>
                  </a:lnTo>
                  <a:lnTo>
                    <a:pt x="6450704" y="912805"/>
                  </a:lnTo>
                  <a:lnTo>
                    <a:pt x="6479387" y="841284"/>
                  </a:lnTo>
                  <a:lnTo>
                    <a:pt x="6508287" y="773780"/>
                  </a:lnTo>
                  <a:lnTo>
                    <a:pt x="6515891" y="756790"/>
                  </a:lnTo>
                  <a:lnTo>
                    <a:pt x="6558259" y="668140"/>
                  </a:lnTo>
                  <a:lnTo>
                    <a:pt x="6601893" y="587620"/>
                  </a:lnTo>
                  <a:lnTo>
                    <a:pt x="6647352" y="514895"/>
                  </a:lnTo>
                  <a:lnTo>
                    <a:pt x="6695267" y="449356"/>
                  </a:lnTo>
                  <a:lnTo>
                    <a:pt x="6746291" y="390285"/>
                  </a:lnTo>
                  <a:lnTo>
                    <a:pt x="6801058" y="336964"/>
                  </a:lnTo>
                  <a:lnTo>
                    <a:pt x="6860126" y="288732"/>
                  </a:lnTo>
                  <a:lnTo>
                    <a:pt x="6923914" y="245023"/>
                  </a:lnTo>
                  <a:lnTo>
                    <a:pt x="6992610" y="205388"/>
                  </a:lnTo>
                  <a:lnTo>
                    <a:pt x="7066061" y="169500"/>
                  </a:lnTo>
                  <a:lnTo>
                    <a:pt x="7143647" y="137160"/>
                  </a:lnTo>
                  <a:lnTo>
                    <a:pt x="7224163" y="108286"/>
                  </a:lnTo>
                  <a:lnTo>
                    <a:pt x="7305739" y="82891"/>
                  </a:lnTo>
                  <a:lnTo>
                    <a:pt x="7385863" y="61047"/>
                  </a:lnTo>
                  <a:lnTo>
                    <a:pt x="7461538" y="42826"/>
                  </a:lnTo>
                  <a:lnTo>
                    <a:pt x="7529617" y="28237"/>
                  </a:lnTo>
                  <a:lnTo>
                    <a:pt x="7587273" y="17167"/>
                  </a:lnTo>
                  <a:lnTo>
                    <a:pt x="7632512" y="9342"/>
                  </a:lnTo>
                  <a:lnTo>
                    <a:pt x="7664593" y="4320"/>
                  </a:lnTo>
                  <a:lnTo>
                    <a:pt x="7684240" y="1526"/>
                  </a:lnTo>
                  <a:lnTo>
                    <a:pt x="7693616" y="311"/>
                  </a:lnTo>
                  <a:lnTo>
                    <a:pt x="7696155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3" name="pl1783"/>
            <p:cNvSpPr/>
            <p:nvPr/>
          </p:nvSpPr>
          <p:spPr>
            <a:xfrm>
              <a:off x="546595" y="1213242"/>
              <a:ext cx="8234974" cy="4540741"/>
            </a:xfrm>
            <a:custGeom>
              <a:avLst/>
              <a:pathLst>
                <a:path w="8234974" h="4540741">
                  <a:moveTo>
                    <a:pt x="8234974" y="0"/>
                  </a:moveTo>
                  <a:lnTo>
                    <a:pt x="7696237" y="0"/>
                  </a:lnTo>
                  <a:lnTo>
                    <a:pt x="7695353" y="101"/>
                  </a:lnTo>
                  <a:lnTo>
                    <a:pt x="7689532" y="826"/>
                  </a:lnTo>
                  <a:lnTo>
                    <a:pt x="7674834" y="2831"/>
                  </a:lnTo>
                  <a:lnTo>
                    <a:pt x="7648501" y="6778"/>
                  </a:lnTo>
                  <a:lnTo>
                    <a:pt x="7609149" y="13284"/>
                  </a:lnTo>
                  <a:lnTo>
                    <a:pt x="7556875" y="22856"/>
                  </a:lnTo>
                  <a:lnTo>
                    <a:pt x="7493154" y="35845"/>
                  </a:lnTo>
                  <a:lnTo>
                    <a:pt x="7420500" y="52434"/>
                  </a:lnTo>
                  <a:lnTo>
                    <a:pt x="7341980" y="72663"/>
                  </a:lnTo>
                  <a:lnTo>
                    <a:pt x="7260709" y="96477"/>
                  </a:lnTo>
                  <a:lnTo>
                    <a:pt x="7179447" y="123798"/>
                  </a:lnTo>
                  <a:lnTo>
                    <a:pt x="7100361" y="154582"/>
                  </a:lnTo>
                  <a:lnTo>
                    <a:pt x="7024948" y="188864"/>
                  </a:lnTo>
                  <a:lnTo>
                    <a:pt x="6954079" y="226788"/>
                  </a:lnTo>
                  <a:lnTo>
                    <a:pt x="6888098" y="268623"/>
                  </a:lnTo>
                  <a:lnTo>
                    <a:pt x="6826956" y="314766"/>
                  </a:lnTo>
                  <a:lnTo>
                    <a:pt x="6770325" y="365731"/>
                  </a:lnTo>
                  <a:lnTo>
                    <a:pt x="6717699" y="422139"/>
                  </a:lnTo>
                  <a:lnTo>
                    <a:pt x="6668472" y="484691"/>
                  </a:lnTo>
                  <a:lnTo>
                    <a:pt x="6621994" y="554112"/>
                  </a:lnTo>
                  <a:lnTo>
                    <a:pt x="6577617" y="631078"/>
                  </a:lnTo>
                  <a:lnTo>
                    <a:pt x="6534744" y="716071"/>
                  </a:lnTo>
                  <a:lnTo>
                    <a:pt x="6515891" y="756790"/>
                  </a:lnTo>
                  <a:lnTo>
                    <a:pt x="6486913" y="823260"/>
                  </a:lnTo>
                  <a:lnTo>
                    <a:pt x="6458186" y="893723"/>
                  </a:lnTo>
                  <a:lnTo>
                    <a:pt x="6429585" y="968259"/>
                  </a:lnTo>
                  <a:lnTo>
                    <a:pt x="6401010" y="1046907"/>
                  </a:lnTo>
                  <a:lnTo>
                    <a:pt x="6372378" y="1129660"/>
                  </a:lnTo>
                  <a:lnTo>
                    <a:pt x="6343624" y="1216460"/>
                  </a:lnTo>
                  <a:lnTo>
                    <a:pt x="6314701" y="1307198"/>
                  </a:lnTo>
                  <a:lnTo>
                    <a:pt x="6285576" y="1401707"/>
                  </a:lnTo>
                  <a:lnTo>
                    <a:pt x="6256231" y="1499765"/>
                  </a:lnTo>
                  <a:lnTo>
                    <a:pt x="6226659" y="1601092"/>
                  </a:lnTo>
                  <a:lnTo>
                    <a:pt x="6196867" y="1705354"/>
                  </a:lnTo>
                  <a:lnTo>
                    <a:pt x="6166874" y="1812164"/>
                  </a:lnTo>
                  <a:lnTo>
                    <a:pt x="6136706" y="1921090"/>
                  </a:lnTo>
                  <a:lnTo>
                    <a:pt x="6106397" y="2031657"/>
                  </a:lnTo>
                  <a:lnTo>
                    <a:pt x="6075989" y="2143363"/>
                  </a:lnTo>
                  <a:lnTo>
                    <a:pt x="6045528" y="2255678"/>
                  </a:lnTo>
                  <a:lnTo>
                    <a:pt x="6015060" y="2368065"/>
                  </a:lnTo>
                  <a:lnTo>
                    <a:pt x="5984634" y="2479981"/>
                  </a:lnTo>
                  <a:lnTo>
                    <a:pt x="5954295" y="2590896"/>
                  </a:lnTo>
                  <a:lnTo>
                    <a:pt x="5924087" y="2700298"/>
                  </a:lnTo>
                  <a:lnTo>
                    <a:pt x="5894044" y="2807704"/>
                  </a:lnTo>
                  <a:lnTo>
                    <a:pt x="5864198" y="2912671"/>
                  </a:lnTo>
                  <a:lnTo>
                    <a:pt x="5834568" y="3014800"/>
                  </a:lnTo>
                  <a:lnTo>
                    <a:pt x="5805163" y="3113741"/>
                  </a:lnTo>
                  <a:lnTo>
                    <a:pt x="5775981" y="3209201"/>
                  </a:lnTo>
                  <a:lnTo>
                    <a:pt x="5747008" y="3300943"/>
                  </a:lnTo>
                  <a:lnTo>
                    <a:pt x="5718215" y="3388785"/>
                  </a:lnTo>
                  <a:lnTo>
                    <a:pt x="5689556" y="3472603"/>
                  </a:lnTo>
                  <a:lnTo>
                    <a:pt x="5660973" y="3552327"/>
                  </a:lnTo>
                  <a:lnTo>
                    <a:pt x="5632388" y="3627936"/>
                  </a:lnTo>
                  <a:lnTo>
                    <a:pt x="5603705" y="3699457"/>
                  </a:lnTo>
                  <a:lnTo>
                    <a:pt x="5574806" y="3766960"/>
                  </a:lnTo>
                  <a:lnTo>
                    <a:pt x="5567201" y="3783951"/>
                  </a:lnTo>
                  <a:lnTo>
                    <a:pt x="5524833" y="3872601"/>
                  </a:lnTo>
                  <a:lnTo>
                    <a:pt x="5481200" y="3953120"/>
                  </a:lnTo>
                  <a:lnTo>
                    <a:pt x="5435740" y="4025845"/>
                  </a:lnTo>
                  <a:lnTo>
                    <a:pt x="5387826" y="4091385"/>
                  </a:lnTo>
                  <a:lnTo>
                    <a:pt x="5336801" y="4150456"/>
                  </a:lnTo>
                  <a:lnTo>
                    <a:pt x="5282035" y="4203777"/>
                  </a:lnTo>
                  <a:lnTo>
                    <a:pt x="5222967" y="4252009"/>
                  </a:lnTo>
                  <a:lnTo>
                    <a:pt x="5159179" y="4295717"/>
                  </a:lnTo>
                  <a:lnTo>
                    <a:pt x="5090482" y="4335353"/>
                  </a:lnTo>
                  <a:lnTo>
                    <a:pt x="5017031" y="4371241"/>
                  </a:lnTo>
                  <a:lnTo>
                    <a:pt x="4939445" y="4403581"/>
                  </a:lnTo>
                  <a:lnTo>
                    <a:pt x="4858929" y="4432455"/>
                  </a:lnTo>
                  <a:lnTo>
                    <a:pt x="4777353" y="4457849"/>
                  </a:lnTo>
                  <a:lnTo>
                    <a:pt x="4697230" y="4479693"/>
                  </a:lnTo>
                  <a:lnTo>
                    <a:pt x="4621555" y="4497915"/>
                  </a:lnTo>
                  <a:lnTo>
                    <a:pt x="4553476" y="4512504"/>
                  </a:lnTo>
                  <a:lnTo>
                    <a:pt x="4495820" y="4523573"/>
                  </a:lnTo>
                  <a:lnTo>
                    <a:pt x="4450580" y="4531398"/>
                  </a:lnTo>
                  <a:lnTo>
                    <a:pt x="4418499" y="4536420"/>
                  </a:lnTo>
                  <a:lnTo>
                    <a:pt x="4398853" y="4539214"/>
                  </a:lnTo>
                  <a:lnTo>
                    <a:pt x="4389476" y="4540430"/>
                  </a:lnTo>
                  <a:lnTo>
                    <a:pt x="4386937" y="4540732"/>
                  </a:lnTo>
                  <a:lnTo>
                    <a:pt x="4386855" y="4540741"/>
                  </a:lnTo>
                  <a:lnTo>
                    <a:pt x="3848118" y="4540741"/>
                  </a:lnTo>
                  <a:lnTo>
                    <a:pt x="3846817" y="4540732"/>
                  </a:lnTo>
                  <a:lnTo>
                    <a:pt x="3838326" y="4540672"/>
                  </a:lnTo>
                  <a:lnTo>
                    <a:pt x="3817159" y="4540503"/>
                  </a:lnTo>
                  <a:lnTo>
                    <a:pt x="3779921" y="4540173"/>
                  </a:lnTo>
                  <a:lnTo>
                    <a:pt x="3725636" y="4539633"/>
                  </a:lnTo>
                  <a:lnTo>
                    <a:pt x="3655765" y="4538850"/>
                  </a:lnTo>
                  <a:lnTo>
                    <a:pt x="3573717" y="4537804"/>
                  </a:lnTo>
                  <a:lnTo>
                    <a:pt x="3483970" y="4536492"/>
                  </a:lnTo>
                  <a:lnTo>
                    <a:pt x="3391106" y="4534918"/>
                  </a:lnTo>
                  <a:lnTo>
                    <a:pt x="3299057" y="4533088"/>
                  </a:lnTo>
                  <a:lnTo>
                    <a:pt x="3210706" y="4531004"/>
                  </a:lnTo>
                  <a:lnTo>
                    <a:pt x="3127821" y="4528658"/>
                  </a:lnTo>
                  <a:lnTo>
                    <a:pt x="3051201" y="4526033"/>
                  </a:lnTo>
                  <a:lnTo>
                    <a:pt x="2980905" y="4523098"/>
                  </a:lnTo>
                  <a:lnTo>
                    <a:pt x="2916490" y="4519811"/>
                  </a:lnTo>
                  <a:lnTo>
                    <a:pt x="2857201" y="4516119"/>
                  </a:lnTo>
                  <a:lnTo>
                    <a:pt x="2802126" y="4511965"/>
                  </a:lnTo>
                  <a:lnTo>
                    <a:pt x="2750298" y="4507286"/>
                  </a:lnTo>
                  <a:lnTo>
                    <a:pt x="2700784" y="4502035"/>
                  </a:lnTo>
                  <a:lnTo>
                    <a:pt x="2667772" y="4498092"/>
                  </a:lnTo>
                  <a:lnTo>
                    <a:pt x="2615393" y="4491131"/>
                  </a:lnTo>
                  <a:lnTo>
                    <a:pt x="2563515" y="4483417"/>
                  </a:lnTo>
                  <a:lnTo>
                    <a:pt x="2511555" y="4474943"/>
                  </a:lnTo>
                  <a:lnTo>
                    <a:pt x="2459130" y="4465727"/>
                  </a:lnTo>
                  <a:lnTo>
                    <a:pt x="2406027" y="4455824"/>
                  </a:lnTo>
                  <a:lnTo>
                    <a:pt x="2352189" y="4445320"/>
                  </a:lnTo>
                  <a:lnTo>
                    <a:pt x="2297683" y="4434337"/>
                  </a:lnTo>
                  <a:lnTo>
                    <a:pt x="2242683" y="4423023"/>
                  </a:lnTo>
                  <a:lnTo>
                    <a:pt x="2187435" y="4411548"/>
                  </a:lnTo>
                  <a:lnTo>
                    <a:pt x="2132217" y="4400094"/>
                  </a:lnTo>
                  <a:lnTo>
                    <a:pt x="2077305" y="4388837"/>
                  </a:lnTo>
                  <a:lnTo>
                    <a:pt x="2022933" y="4377946"/>
                  </a:lnTo>
                  <a:lnTo>
                    <a:pt x="1969252" y="4367564"/>
                  </a:lnTo>
                  <a:lnTo>
                    <a:pt x="1916306" y="4357803"/>
                  </a:lnTo>
                  <a:lnTo>
                    <a:pt x="1864005" y="4348745"/>
                  </a:lnTo>
                  <a:lnTo>
                    <a:pt x="1812102" y="4340435"/>
                  </a:lnTo>
                  <a:lnTo>
                    <a:pt x="1760173" y="4332886"/>
                  </a:lnTo>
                  <a:lnTo>
                    <a:pt x="1719082" y="4327497"/>
                  </a:lnTo>
                  <a:lnTo>
                    <a:pt x="1670679" y="4321837"/>
                  </a:lnTo>
                  <a:lnTo>
                    <a:pt x="1620531" y="4316770"/>
                  </a:lnTo>
                  <a:lnTo>
                    <a:pt x="1567784" y="4312263"/>
                  </a:lnTo>
                  <a:lnTo>
                    <a:pt x="1511486" y="4308260"/>
                  </a:lnTo>
                  <a:lnTo>
                    <a:pt x="1450677" y="4304702"/>
                  </a:lnTo>
                  <a:lnTo>
                    <a:pt x="1384480" y="4301531"/>
                  </a:lnTo>
                  <a:lnTo>
                    <a:pt x="1312222" y="4298697"/>
                  </a:lnTo>
                  <a:lnTo>
                    <a:pt x="1233593" y="4296163"/>
                  </a:lnTo>
                  <a:lnTo>
                    <a:pt x="1148860" y="4293901"/>
                  </a:lnTo>
                  <a:lnTo>
                    <a:pt x="1059102" y="4291898"/>
                  </a:lnTo>
                  <a:lnTo>
                    <a:pt x="966432" y="4290148"/>
                  </a:lnTo>
                  <a:lnTo>
                    <a:pt x="874083" y="4288655"/>
                  </a:lnTo>
                  <a:lnTo>
                    <a:pt x="786253" y="4287427"/>
                  </a:lnTo>
                  <a:lnTo>
                    <a:pt x="707586" y="4286465"/>
                  </a:lnTo>
                  <a:lnTo>
                    <a:pt x="642332" y="4285761"/>
                  </a:lnTo>
                  <a:lnTo>
                    <a:pt x="593367" y="4285291"/>
                  </a:lnTo>
                  <a:lnTo>
                    <a:pt x="561413" y="4285018"/>
                  </a:lnTo>
                  <a:lnTo>
                    <a:pt x="544710" y="4284889"/>
                  </a:lnTo>
                  <a:lnTo>
                    <a:pt x="539163" y="4284851"/>
                  </a:lnTo>
                  <a:lnTo>
                    <a:pt x="538736" y="4284848"/>
                  </a:lnTo>
                  <a:lnTo>
                    <a:pt x="0" y="4284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4" name="pg1784"/>
            <p:cNvSpPr/>
            <p:nvPr/>
          </p:nvSpPr>
          <p:spPr>
            <a:xfrm>
              <a:off x="546595" y="3940954"/>
              <a:ext cx="8234974" cy="2188702"/>
            </a:xfrm>
            <a:custGeom>
              <a:avLst/>
              <a:pathLst>
                <a:path w="8234974" h="2188702">
                  <a:moveTo>
                    <a:pt x="0" y="1573470"/>
                  </a:moveTo>
                  <a:lnTo>
                    <a:pt x="538736" y="1573470"/>
                  </a:lnTo>
                  <a:lnTo>
                    <a:pt x="540032" y="1573490"/>
                  </a:lnTo>
                  <a:lnTo>
                    <a:pt x="548485" y="1573636"/>
                  </a:lnTo>
                  <a:lnTo>
                    <a:pt x="569562" y="1574039"/>
                  </a:lnTo>
                  <a:lnTo>
                    <a:pt x="606650" y="1574829"/>
                  </a:lnTo>
                  <a:lnTo>
                    <a:pt x="660734" y="1576121"/>
                  </a:lnTo>
                  <a:lnTo>
                    <a:pt x="730376" y="1577996"/>
                  </a:lnTo>
                  <a:lnTo>
                    <a:pt x="812196" y="1580500"/>
                  </a:lnTo>
                  <a:lnTo>
                    <a:pt x="901742" y="1583642"/>
                  </a:lnTo>
                  <a:lnTo>
                    <a:pt x="994449" y="1587413"/>
                  </a:lnTo>
                  <a:lnTo>
                    <a:pt x="1086391" y="1591797"/>
                  </a:lnTo>
                  <a:lnTo>
                    <a:pt x="1174683" y="1596790"/>
                  </a:lnTo>
                  <a:lnTo>
                    <a:pt x="1257546" y="1602409"/>
                  </a:lnTo>
                  <a:lnTo>
                    <a:pt x="1334171" y="1608697"/>
                  </a:lnTo>
                  <a:lnTo>
                    <a:pt x="1404487" y="1615726"/>
                  </a:lnTo>
                  <a:lnTo>
                    <a:pt x="1468927" y="1623597"/>
                  </a:lnTo>
                  <a:lnTo>
                    <a:pt x="1528236" y="1632433"/>
                  </a:lnTo>
                  <a:lnTo>
                    <a:pt x="1583321" y="1642377"/>
                  </a:lnTo>
                  <a:lnTo>
                    <a:pt x="1635144" y="1653571"/>
                  </a:lnTo>
                  <a:lnTo>
                    <a:pt x="1684635" y="1666136"/>
                  </a:lnTo>
                  <a:lnTo>
                    <a:pt x="1719082" y="1676009"/>
                  </a:lnTo>
                  <a:lnTo>
                    <a:pt x="1769678" y="1692143"/>
                  </a:lnTo>
                  <a:lnTo>
                    <a:pt x="1819785" y="1709961"/>
                  </a:lnTo>
                  <a:lnTo>
                    <a:pt x="1869939" y="1729487"/>
                  </a:lnTo>
                  <a:lnTo>
                    <a:pt x="1920499" y="1750682"/>
                  </a:lnTo>
                  <a:lnTo>
                    <a:pt x="1971672" y="1773442"/>
                  </a:lnTo>
                  <a:lnTo>
                    <a:pt x="2023533" y="1797587"/>
                  </a:lnTo>
                  <a:lnTo>
                    <a:pt x="2076039" y="1822869"/>
                  </a:lnTo>
                  <a:lnTo>
                    <a:pt x="2129051" y="1848978"/>
                  </a:lnTo>
                  <a:lnTo>
                    <a:pt x="2182363" y="1875555"/>
                  </a:lnTo>
                  <a:lnTo>
                    <a:pt x="2235729" y="1902213"/>
                  </a:lnTo>
                  <a:lnTo>
                    <a:pt x="2288894" y="1928562"/>
                  </a:lnTo>
                  <a:lnTo>
                    <a:pt x="2341631" y="1954228"/>
                  </a:lnTo>
                  <a:lnTo>
                    <a:pt x="2393770" y="1978878"/>
                  </a:lnTo>
                  <a:lnTo>
                    <a:pt x="2445227" y="2002237"/>
                  </a:lnTo>
                  <a:lnTo>
                    <a:pt x="2496024" y="2024098"/>
                  </a:lnTo>
                  <a:lnTo>
                    <a:pt x="2546311" y="2044325"/>
                  </a:lnTo>
                  <a:lnTo>
                    <a:pt x="2596383" y="2062851"/>
                  </a:lnTo>
                  <a:lnTo>
                    <a:pt x="2646699" y="2079677"/>
                  </a:lnTo>
                  <a:lnTo>
                    <a:pt x="2667772" y="2086164"/>
                  </a:lnTo>
                  <a:lnTo>
                    <a:pt x="2716100" y="2099752"/>
                  </a:lnTo>
                  <a:lnTo>
                    <a:pt x="2766164" y="2111918"/>
                  </a:lnTo>
                  <a:lnTo>
                    <a:pt x="2818817" y="2122743"/>
                  </a:lnTo>
                  <a:lnTo>
                    <a:pt x="2875006" y="2132357"/>
                  </a:lnTo>
                  <a:lnTo>
                    <a:pt x="2935686" y="2140905"/>
                  </a:lnTo>
                  <a:lnTo>
                    <a:pt x="3001731" y="2148525"/>
                  </a:lnTo>
                  <a:lnTo>
                    <a:pt x="3073813" y="2155334"/>
                  </a:lnTo>
                  <a:lnTo>
                    <a:pt x="3152246" y="2161426"/>
                  </a:lnTo>
                  <a:lnTo>
                    <a:pt x="3236773" y="2166864"/>
                  </a:lnTo>
                  <a:lnTo>
                    <a:pt x="3326330" y="2171683"/>
                  </a:lnTo>
                  <a:lnTo>
                    <a:pt x="3418833" y="2175894"/>
                  </a:lnTo>
                  <a:lnTo>
                    <a:pt x="3511078" y="2179488"/>
                  </a:lnTo>
                  <a:lnTo>
                    <a:pt x="3598904" y="2182449"/>
                  </a:lnTo>
                  <a:lnTo>
                    <a:pt x="3677688" y="2184772"/>
                  </a:lnTo>
                  <a:lnTo>
                    <a:pt x="3743181" y="2186475"/>
                  </a:lnTo>
                  <a:lnTo>
                    <a:pt x="3792480" y="2187614"/>
                  </a:lnTo>
                  <a:lnTo>
                    <a:pt x="3824807" y="2188282"/>
                  </a:lnTo>
                  <a:lnTo>
                    <a:pt x="3841854" y="2188598"/>
                  </a:lnTo>
                  <a:lnTo>
                    <a:pt x="3847635" y="2188695"/>
                  </a:lnTo>
                  <a:lnTo>
                    <a:pt x="3848118" y="2188702"/>
                  </a:lnTo>
                  <a:lnTo>
                    <a:pt x="4386855" y="2188702"/>
                  </a:lnTo>
                  <a:lnTo>
                    <a:pt x="4388074" y="2188634"/>
                  </a:lnTo>
                  <a:lnTo>
                    <a:pt x="4396038" y="2188149"/>
                  </a:lnTo>
                  <a:lnTo>
                    <a:pt x="4415937" y="2186807"/>
                  </a:lnTo>
                  <a:lnTo>
                    <a:pt x="4451067" y="2184172"/>
                  </a:lnTo>
                  <a:lnTo>
                    <a:pt x="4502520" y="2179859"/>
                  </a:lnTo>
                  <a:lnTo>
                    <a:pt x="4569144" y="2173581"/>
                  </a:lnTo>
                  <a:lnTo>
                    <a:pt x="4647929" y="2165177"/>
                  </a:lnTo>
                  <a:lnTo>
                    <a:pt x="4734768" y="2154597"/>
                  </a:lnTo>
                  <a:lnTo>
                    <a:pt x="4825331" y="2141869"/>
                  </a:lnTo>
                  <a:lnTo>
                    <a:pt x="4915788" y="2127046"/>
                  </a:lnTo>
                  <a:lnTo>
                    <a:pt x="5003222" y="2110153"/>
                  </a:lnTo>
                  <a:lnTo>
                    <a:pt x="5085743" y="2091150"/>
                  </a:lnTo>
                  <a:lnTo>
                    <a:pt x="5162394" y="2069916"/>
                  </a:lnTo>
                  <a:lnTo>
                    <a:pt x="5232954" y="2046233"/>
                  </a:lnTo>
                  <a:lnTo>
                    <a:pt x="5297719" y="2019794"/>
                  </a:lnTo>
                  <a:lnTo>
                    <a:pt x="5357318" y="1990205"/>
                  </a:lnTo>
                  <a:lnTo>
                    <a:pt x="5412568" y="1957012"/>
                  </a:lnTo>
                  <a:lnTo>
                    <a:pt x="5464365" y="1919730"/>
                  </a:lnTo>
                  <a:lnTo>
                    <a:pt x="5513604" y="1877914"/>
                  </a:lnTo>
                  <a:lnTo>
                    <a:pt x="5561097" y="1831271"/>
                  </a:lnTo>
                  <a:lnTo>
                    <a:pt x="5567201" y="1824826"/>
                  </a:lnTo>
                  <a:lnTo>
                    <a:pt x="5606292" y="1781186"/>
                  </a:lnTo>
                  <a:lnTo>
                    <a:pt x="5645007" y="1734015"/>
                  </a:lnTo>
                  <a:lnTo>
                    <a:pt x="5683621" y="1683242"/>
                  </a:lnTo>
                  <a:lnTo>
                    <a:pt x="5722344" y="1628871"/>
                  </a:lnTo>
                  <a:lnTo>
                    <a:pt x="5761326" y="1570982"/>
                  </a:lnTo>
                  <a:lnTo>
                    <a:pt x="5800663" y="1509746"/>
                  </a:lnTo>
                  <a:lnTo>
                    <a:pt x="5840404" y="1445422"/>
                  </a:lnTo>
                  <a:lnTo>
                    <a:pt x="5880553" y="1378359"/>
                  </a:lnTo>
                  <a:lnTo>
                    <a:pt x="5921077" y="1308995"/>
                  </a:lnTo>
                  <a:lnTo>
                    <a:pt x="5961910" y="1237841"/>
                  </a:lnTo>
                  <a:lnTo>
                    <a:pt x="6002962" y="1165471"/>
                  </a:lnTo>
                  <a:lnTo>
                    <a:pt x="6044123" y="1092502"/>
                  </a:lnTo>
                  <a:lnTo>
                    <a:pt x="6085277" y="1019573"/>
                  </a:lnTo>
                  <a:lnTo>
                    <a:pt x="6126306" y="947321"/>
                  </a:lnTo>
                  <a:lnTo>
                    <a:pt x="6167106" y="876361"/>
                  </a:lnTo>
                  <a:lnTo>
                    <a:pt x="6207586" y="807258"/>
                  </a:lnTo>
                  <a:lnTo>
                    <a:pt x="6247685" y="740516"/>
                  </a:lnTo>
                  <a:lnTo>
                    <a:pt x="6287374" y="676561"/>
                  </a:lnTo>
                  <a:lnTo>
                    <a:pt x="6326663" y="615732"/>
                  </a:lnTo>
                  <a:lnTo>
                    <a:pt x="6365606" y="558276"/>
                  </a:lnTo>
                  <a:lnTo>
                    <a:pt x="6404306" y="504352"/>
                  </a:lnTo>
                  <a:lnTo>
                    <a:pt x="6442921" y="454031"/>
                  </a:lnTo>
                  <a:lnTo>
                    <a:pt x="6481666" y="407307"/>
                  </a:lnTo>
                  <a:lnTo>
                    <a:pt x="6515891" y="369320"/>
                  </a:lnTo>
                  <a:lnTo>
                    <a:pt x="6563208" y="322041"/>
                  </a:lnTo>
                  <a:lnTo>
                    <a:pt x="6612176" y="279607"/>
                  </a:lnTo>
                  <a:lnTo>
                    <a:pt x="6663589" y="241757"/>
                  </a:lnTo>
                  <a:lnTo>
                    <a:pt x="6718337" y="208058"/>
                  </a:lnTo>
                  <a:lnTo>
                    <a:pt x="6777320" y="178026"/>
                  </a:lnTo>
                  <a:lnTo>
                    <a:pt x="6841369" y="151199"/>
                  </a:lnTo>
                  <a:lnTo>
                    <a:pt x="6911147" y="127176"/>
                  </a:lnTo>
                  <a:lnTo>
                    <a:pt x="6987003" y="105637"/>
                  </a:lnTo>
                  <a:lnTo>
                    <a:pt x="7068795" y="86352"/>
                  </a:lnTo>
                  <a:lnTo>
                    <a:pt x="7155673" y="69187"/>
                  </a:lnTo>
                  <a:lnTo>
                    <a:pt x="7245879" y="54093"/>
                  </a:lnTo>
                  <a:lnTo>
                    <a:pt x="7336629" y="41090"/>
                  </a:lnTo>
                  <a:lnTo>
                    <a:pt x="7424195" y="30227"/>
                  </a:lnTo>
                  <a:lnTo>
                    <a:pt x="7504277" y="21539"/>
                  </a:lnTo>
                  <a:lnTo>
                    <a:pt x="7572691" y="14991"/>
                  </a:lnTo>
                  <a:lnTo>
                    <a:pt x="7626235" y="10435"/>
                  </a:lnTo>
                  <a:lnTo>
                    <a:pt x="7663482" y="7601"/>
                  </a:lnTo>
                  <a:lnTo>
                    <a:pt x="7685226" y="6114"/>
                  </a:lnTo>
                  <a:lnTo>
                    <a:pt x="7694490" y="554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9" y="67"/>
                  </a:lnTo>
                  <a:lnTo>
                    <a:pt x="7687055" y="553"/>
                  </a:lnTo>
                  <a:lnTo>
                    <a:pt x="7667155" y="1895"/>
                  </a:lnTo>
                  <a:lnTo>
                    <a:pt x="7632026" y="4530"/>
                  </a:lnTo>
                  <a:lnTo>
                    <a:pt x="7580572" y="8843"/>
                  </a:lnTo>
                  <a:lnTo>
                    <a:pt x="7513948" y="15121"/>
                  </a:lnTo>
                  <a:lnTo>
                    <a:pt x="7435164" y="23525"/>
                  </a:lnTo>
                  <a:lnTo>
                    <a:pt x="7348325" y="34105"/>
                  </a:lnTo>
                  <a:lnTo>
                    <a:pt x="7257761" y="46832"/>
                  </a:lnTo>
                  <a:lnTo>
                    <a:pt x="7167304" y="61655"/>
                  </a:lnTo>
                  <a:lnTo>
                    <a:pt x="7079871" y="78549"/>
                  </a:lnTo>
                  <a:lnTo>
                    <a:pt x="6997350" y="97552"/>
                  </a:lnTo>
                  <a:lnTo>
                    <a:pt x="6920698" y="118786"/>
                  </a:lnTo>
                  <a:lnTo>
                    <a:pt x="6850138" y="142469"/>
                  </a:lnTo>
                  <a:lnTo>
                    <a:pt x="6785374" y="168908"/>
                  </a:lnTo>
                  <a:lnTo>
                    <a:pt x="6725775" y="198496"/>
                  </a:lnTo>
                  <a:lnTo>
                    <a:pt x="6670525" y="231690"/>
                  </a:lnTo>
                  <a:lnTo>
                    <a:pt x="6618727" y="268972"/>
                  </a:lnTo>
                  <a:lnTo>
                    <a:pt x="6569489" y="310788"/>
                  </a:lnTo>
                  <a:lnTo>
                    <a:pt x="6521996" y="357430"/>
                  </a:lnTo>
                  <a:lnTo>
                    <a:pt x="6515891" y="363876"/>
                  </a:lnTo>
                  <a:lnTo>
                    <a:pt x="6476800" y="407515"/>
                  </a:lnTo>
                  <a:lnTo>
                    <a:pt x="6438086" y="454687"/>
                  </a:lnTo>
                  <a:lnTo>
                    <a:pt x="6399471" y="505459"/>
                  </a:lnTo>
                  <a:lnTo>
                    <a:pt x="6360748" y="559831"/>
                  </a:lnTo>
                  <a:lnTo>
                    <a:pt x="6321766" y="617720"/>
                  </a:lnTo>
                  <a:lnTo>
                    <a:pt x="6282429" y="678956"/>
                  </a:lnTo>
                  <a:lnTo>
                    <a:pt x="6242689" y="743280"/>
                  </a:lnTo>
                  <a:lnTo>
                    <a:pt x="6202540" y="810342"/>
                  </a:lnTo>
                  <a:lnTo>
                    <a:pt x="6162015" y="879707"/>
                  </a:lnTo>
                  <a:lnTo>
                    <a:pt x="6121182" y="950861"/>
                  </a:lnTo>
                  <a:lnTo>
                    <a:pt x="6080131" y="1023231"/>
                  </a:lnTo>
                  <a:lnTo>
                    <a:pt x="6038970" y="1096200"/>
                  </a:lnTo>
                  <a:lnTo>
                    <a:pt x="5997816" y="1169129"/>
                  </a:lnTo>
                  <a:lnTo>
                    <a:pt x="5956786" y="1241380"/>
                  </a:lnTo>
                  <a:lnTo>
                    <a:pt x="5915987" y="1312341"/>
                  </a:lnTo>
                  <a:lnTo>
                    <a:pt x="5875507" y="1381444"/>
                  </a:lnTo>
                  <a:lnTo>
                    <a:pt x="5835407" y="1448185"/>
                  </a:lnTo>
                  <a:lnTo>
                    <a:pt x="5795718" y="1512141"/>
                  </a:lnTo>
                  <a:lnTo>
                    <a:pt x="5756429" y="1572970"/>
                  </a:lnTo>
                  <a:lnTo>
                    <a:pt x="5717486" y="1630426"/>
                  </a:lnTo>
                  <a:lnTo>
                    <a:pt x="5678786" y="1684350"/>
                  </a:lnTo>
                  <a:lnTo>
                    <a:pt x="5640172" y="1734670"/>
                  </a:lnTo>
                  <a:lnTo>
                    <a:pt x="5601427" y="1781395"/>
                  </a:lnTo>
                  <a:lnTo>
                    <a:pt x="5567201" y="1819381"/>
                  </a:lnTo>
                  <a:lnTo>
                    <a:pt x="5519884" y="1866660"/>
                  </a:lnTo>
                  <a:lnTo>
                    <a:pt x="5470917" y="1909095"/>
                  </a:lnTo>
                  <a:lnTo>
                    <a:pt x="5419503" y="1946945"/>
                  </a:lnTo>
                  <a:lnTo>
                    <a:pt x="5364755" y="1980644"/>
                  </a:lnTo>
                  <a:lnTo>
                    <a:pt x="5305773" y="2010676"/>
                  </a:lnTo>
                  <a:lnTo>
                    <a:pt x="5241723" y="2037503"/>
                  </a:lnTo>
                  <a:lnTo>
                    <a:pt x="5171945" y="2061525"/>
                  </a:lnTo>
                  <a:lnTo>
                    <a:pt x="5096089" y="2083065"/>
                  </a:lnTo>
                  <a:lnTo>
                    <a:pt x="5014298" y="2102350"/>
                  </a:lnTo>
                  <a:lnTo>
                    <a:pt x="4927420" y="2119515"/>
                  </a:lnTo>
                  <a:lnTo>
                    <a:pt x="4837214" y="2134609"/>
                  </a:lnTo>
                  <a:lnTo>
                    <a:pt x="4746463" y="2147612"/>
                  </a:lnTo>
                  <a:lnTo>
                    <a:pt x="4658897" y="2158475"/>
                  </a:lnTo>
                  <a:lnTo>
                    <a:pt x="4578815" y="2167163"/>
                  </a:lnTo>
                  <a:lnTo>
                    <a:pt x="4510402" y="2173711"/>
                  </a:lnTo>
                  <a:lnTo>
                    <a:pt x="4456858" y="2178267"/>
                  </a:lnTo>
                  <a:lnTo>
                    <a:pt x="4419611" y="2181101"/>
                  </a:lnTo>
                  <a:lnTo>
                    <a:pt x="4397866" y="2182587"/>
                  </a:lnTo>
                  <a:lnTo>
                    <a:pt x="4388602" y="2183159"/>
                  </a:lnTo>
                  <a:lnTo>
                    <a:pt x="4386855" y="2183258"/>
                  </a:lnTo>
                  <a:lnTo>
                    <a:pt x="3848118" y="2183258"/>
                  </a:lnTo>
                  <a:lnTo>
                    <a:pt x="3846823" y="2183237"/>
                  </a:lnTo>
                  <a:lnTo>
                    <a:pt x="3838369" y="2183092"/>
                  </a:lnTo>
                  <a:lnTo>
                    <a:pt x="3817293" y="2182689"/>
                  </a:lnTo>
                  <a:lnTo>
                    <a:pt x="3780205" y="2181898"/>
                  </a:lnTo>
                  <a:lnTo>
                    <a:pt x="3726121" y="2180607"/>
                  </a:lnTo>
                  <a:lnTo>
                    <a:pt x="3656478" y="2178731"/>
                  </a:lnTo>
                  <a:lnTo>
                    <a:pt x="3574658" y="2176228"/>
                  </a:lnTo>
                  <a:lnTo>
                    <a:pt x="3485113" y="2173085"/>
                  </a:lnTo>
                  <a:lnTo>
                    <a:pt x="3392406" y="2169315"/>
                  </a:lnTo>
                  <a:lnTo>
                    <a:pt x="3300463" y="2164930"/>
                  </a:lnTo>
                  <a:lnTo>
                    <a:pt x="3212172" y="2159937"/>
                  </a:lnTo>
                  <a:lnTo>
                    <a:pt x="3129309" y="2154319"/>
                  </a:lnTo>
                  <a:lnTo>
                    <a:pt x="3052684" y="2148031"/>
                  </a:lnTo>
                  <a:lnTo>
                    <a:pt x="2982368" y="2141002"/>
                  </a:lnTo>
                  <a:lnTo>
                    <a:pt x="2917928" y="2133131"/>
                  </a:lnTo>
                  <a:lnTo>
                    <a:pt x="2858619" y="2124294"/>
                  </a:lnTo>
                  <a:lnTo>
                    <a:pt x="2803534" y="2114351"/>
                  </a:lnTo>
                  <a:lnTo>
                    <a:pt x="2751710" y="2103157"/>
                  </a:lnTo>
                  <a:lnTo>
                    <a:pt x="2702219" y="2090591"/>
                  </a:lnTo>
                  <a:lnTo>
                    <a:pt x="2667772" y="2080719"/>
                  </a:lnTo>
                  <a:lnTo>
                    <a:pt x="2617176" y="2064585"/>
                  </a:lnTo>
                  <a:lnTo>
                    <a:pt x="2567069" y="2046767"/>
                  </a:lnTo>
                  <a:lnTo>
                    <a:pt x="2516916" y="2027241"/>
                  </a:lnTo>
                  <a:lnTo>
                    <a:pt x="2466356" y="2006045"/>
                  </a:lnTo>
                  <a:lnTo>
                    <a:pt x="2415182" y="1983286"/>
                  </a:lnTo>
                  <a:lnTo>
                    <a:pt x="2363321" y="1959141"/>
                  </a:lnTo>
                  <a:lnTo>
                    <a:pt x="2310816" y="1933858"/>
                  </a:lnTo>
                  <a:lnTo>
                    <a:pt x="2257804" y="1907750"/>
                  </a:lnTo>
                  <a:lnTo>
                    <a:pt x="2204491" y="1881173"/>
                  </a:lnTo>
                  <a:lnTo>
                    <a:pt x="2151126" y="1854514"/>
                  </a:lnTo>
                  <a:lnTo>
                    <a:pt x="2097961" y="1828166"/>
                  </a:lnTo>
                  <a:lnTo>
                    <a:pt x="2045224" y="1802500"/>
                  </a:lnTo>
                  <a:lnTo>
                    <a:pt x="1993085" y="1777850"/>
                  </a:lnTo>
                  <a:lnTo>
                    <a:pt x="1941628" y="1754490"/>
                  </a:lnTo>
                  <a:lnTo>
                    <a:pt x="1890831" y="1732629"/>
                  </a:lnTo>
                  <a:lnTo>
                    <a:pt x="1840543" y="1712403"/>
                  </a:lnTo>
                  <a:lnTo>
                    <a:pt x="1790471" y="1693877"/>
                  </a:lnTo>
                  <a:lnTo>
                    <a:pt x="1740156" y="1677051"/>
                  </a:lnTo>
                  <a:lnTo>
                    <a:pt x="1719082" y="1670564"/>
                  </a:lnTo>
                  <a:lnTo>
                    <a:pt x="1670755" y="1656976"/>
                  </a:lnTo>
                  <a:lnTo>
                    <a:pt x="1620690" y="1644809"/>
                  </a:lnTo>
                  <a:lnTo>
                    <a:pt x="1568037" y="1633985"/>
                  </a:lnTo>
                  <a:lnTo>
                    <a:pt x="1511849" y="1624371"/>
                  </a:lnTo>
                  <a:lnTo>
                    <a:pt x="1451169" y="1615823"/>
                  </a:lnTo>
                  <a:lnTo>
                    <a:pt x="1385124" y="1608203"/>
                  </a:lnTo>
                  <a:lnTo>
                    <a:pt x="1313041" y="1601393"/>
                  </a:lnTo>
                  <a:lnTo>
                    <a:pt x="1234608" y="1595302"/>
                  </a:lnTo>
                  <a:lnTo>
                    <a:pt x="1150082" y="1589864"/>
                  </a:lnTo>
                  <a:lnTo>
                    <a:pt x="1060524" y="1585045"/>
                  </a:lnTo>
                  <a:lnTo>
                    <a:pt x="968022" y="1580834"/>
                  </a:lnTo>
                  <a:lnTo>
                    <a:pt x="875776" y="1577240"/>
                  </a:lnTo>
                  <a:lnTo>
                    <a:pt x="787950" y="1574279"/>
                  </a:lnTo>
                  <a:lnTo>
                    <a:pt x="709167" y="1571956"/>
                  </a:lnTo>
                  <a:lnTo>
                    <a:pt x="643673" y="1570253"/>
                  </a:lnTo>
                  <a:lnTo>
                    <a:pt x="594375" y="1569114"/>
                  </a:lnTo>
                  <a:lnTo>
                    <a:pt x="562047" y="1568446"/>
                  </a:lnTo>
                  <a:lnTo>
                    <a:pt x="545001" y="1568130"/>
                  </a:lnTo>
                  <a:lnTo>
                    <a:pt x="539220" y="1568033"/>
                  </a:lnTo>
                  <a:lnTo>
                    <a:pt x="538736" y="1568025"/>
                  </a:lnTo>
                  <a:lnTo>
                    <a:pt x="0" y="1568025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85" name="pl1785"/>
            <p:cNvSpPr/>
            <p:nvPr/>
          </p:nvSpPr>
          <p:spPr>
            <a:xfrm>
              <a:off x="546595" y="3946398"/>
              <a:ext cx="8234974" cy="2183258"/>
            </a:xfrm>
            <a:custGeom>
              <a:avLst/>
              <a:pathLst>
                <a:path w="8234974" h="2183258">
                  <a:moveTo>
                    <a:pt x="0" y="1568025"/>
                  </a:moveTo>
                  <a:lnTo>
                    <a:pt x="538736" y="1568025"/>
                  </a:lnTo>
                  <a:lnTo>
                    <a:pt x="540032" y="1568046"/>
                  </a:lnTo>
                  <a:lnTo>
                    <a:pt x="548485" y="1568191"/>
                  </a:lnTo>
                  <a:lnTo>
                    <a:pt x="569562" y="1568594"/>
                  </a:lnTo>
                  <a:lnTo>
                    <a:pt x="606650" y="1569385"/>
                  </a:lnTo>
                  <a:lnTo>
                    <a:pt x="660734" y="1570676"/>
                  </a:lnTo>
                  <a:lnTo>
                    <a:pt x="730376" y="1572552"/>
                  </a:lnTo>
                  <a:lnTo>
                    <a:pt x="812196" y="1575055"/>
                  </a:lnTo>
                  <a:lnTo>
                    <a:pt x="901742" y="1578198"/>
                  </a:lnTo>
                  <a:lnTo>
                    <a:pt x="994449" y="1581968"/>
                  </a:lnTo>
                  <a:lnTo>
                    <a:pt x="1086391" y="1586353"/>
                  </a:lnTo>
                  <a:lnTo>
                    <a:pt x="1174683" y="1591346"/>
                  </a:lnTo>
                  <a:lnTo>
                    <a:pt x="1257546" y="1596964"/>
                  </a:lnTo>
                  <a:lnTo>
                    <a:pt x="1334171" y="1603252"/>
                  </a:lnTo>
                  <a:lnTo>
                    <a:pt x="1404487" y="1610281"/>
                  </a:lnTo>
                  <a:lnTo>
                    <a:pt x="1468927" y="1618152"/>
                  </a:lnTo>
                  <a:lnTo>
                    <a:pt x="1528236" y="1626989"/>
                  </a:lnTo>
                  <a:lnTo>
                    <a:pt x="1583321" y="1636932"/>
                  </a:lnTo>
                  <a:lnTo>
                    <a:pt x="1635144" y="1648126"/>
                  </a:lnTo>
                  <a:lnTo>
                    <a:pt x="1684635" y="1660692"/>
                  </a:lnTo>
                  <a:lnTo>
                    <a:pt x="1719082" y="1670564"/>
                  </a:lnTo>
                  <a:lnTo>
                    <a:pt x="1769678" y="1686698"/>
                  </a:lnTo>
                  <a:lnTo>
                    <a:pt x="1819785" y="1704516"/>
                  </a:lnTo>
                  <a:lnTo>
                    <a:pt x="1869939" y="1724042"/>
                  </a:lnTo>
                  <a:lnTo>
                    <a:pt x="1920499" y="1745238"/>
                  </a:lnTo>
                  <a:lnTo>
                    <a:pt x="1971672" y="1767997"/>
                  </a:lnTo>
                  <a:lnTo>
                    <a:pt x="2023533" y="1792142"/>
                  </a:lnTo>
                  <a:lnTo>
                    <a:pt x="2076039" y="1817425"/>
                  </a:lnTo>
                  <a:lnTo>
                    <a:pt x="2129051" y="1843533"/>
                  </a:lnTo>
                  <a:lnTo>
                    <a:pt x="2182363" y="1870110"/>
                  </a:lnTo>
                  <a:lnTo>
                    <a:pt x="2235729" y="1896769"/>
                  </a:lnTo>
                  <a:lnTo>
                    <a:pt x="2288894" y="1923117"/>
                  </a:lnTo>
                  <a:lnTo>
                    <a:pt x="2341631" y="1948783"/>
                  </a:lnTo>
                  <a:lnTo>
                    <a:pt x="2393770" y="1973433"/>
                  </a:lnTo>
                  <a:lnTo>
                    <a:pt x="2445227" y="1996793"/>
                  </a:lnTo>
                  <a:lnTo>
                    <a:pt x="2496024" y="2018654"/>
                  </a:lnTo>
                  <a:lnTo>
                    <a:pt x="2546311" y="2038880"/>
                  </a:lnTo>
                  <a:lnTo>
                    <a:pt x="2596383" y="2057407"/>
                  </a:lnTo>
                  <a:lnTo>
                    <a:pt x="2646699" y="2074232"/>
                  </a:lnTo>
                  <a:lnTo>
                    <a:pt x="2667772" y="2080719"/>
                  </a:lnTo>
                  <a:lnTo>
                    <a:pt x="2716100" y="2094307"/>
                  </a:lnTo>
                  <a:lnTo>
                    <a:pt x="2766164" y="2106474"/>
                  </a:lnTo>
                  <a:lnTo>
                    <a:pt x="2818817" y="2117298"/>
                  </a:lnTo>
                  <a:lnTo>
                    <a:pt x="2875006" y="2126912"/>
                  </a:lnTo>
                  <a:lnTo>
                    <a:pt x="2935686" y="2135460"/>
                  </a:lnTo>
                  <a:lnTo>
                    <a:pt x="3001731" y="2143080"/>
                  </a:lnTo>
                  <a:lnTo>
                    <a:pt x="3073813" y="2149890"/>
                  </a:lnTo>
                  <a:lnTo>
                    <a:pt x="3152246" y="2155981"/>
                  </a:lnTo>
                  <a:lnTo>
                    <a:pt x="3236773" y="2161419"/>
                  </a:lnTo>
                  <a:lnTo>
                    <a:pt x="3326330" y="2166238"/>
                  </a:lnTo>
                  <a:lnTo>
                    <a:pt x="3418833" y="2170449"/>
                  </a:lnTo>
                  <a:lnTo>
                    <a:pt x="3511078" y="2174043"/>
                  </a:lnTo>
                  <a:lnTo>
                    <a:pt x="3598904" y="2177004"/>
                  </a:lnTo>
                  <a:lnTo>
                    <a:pt x="3677688" y="2179327"/>
                  </a:lnTo>
                  <a:lnTo>
                    <a:pt x="3743181" y="2181030"/>
                  </a:lnTo>
                  <a:lnTo>
                    <a:pt x="3792480" y="2182169"/>
                  </a:lnTo>
                  <a:lnTo>
                    <a:pt x="3824807" y="2182837"/>
                  </a:lnTo>
                  <a:lnTo>
                    <a:pt x="3841854" y="2183153"/>
                  </a:lnTo>
                  <a:lnTo>
                    <a:pt x="3847635" y="2183250"/>
                  </a:lnTo>
                  <a:lnTo>
                    <a:pt x="3848118" y="2183258"/>
                  </a:lnTo>
                  <a:lnTo>
                    <a:pt x="4386855" y="2183258"/>
                  </a:lnTo>
                  <a:lnTo>
                    <a:pt x="4388074" y="2183190"/>
                  </a:lnTo>
                  <a:lnTo>
                    <a:pt x="4396038" y="2182704"/>
                  </a:lnTo>
                  <a:lnTo>
                    <a:pt x="4415937" y="2181362"/>
                  </a:lnTo>
                  <a:lnTo>
                    <a:pt x="4451067" y="2178727"/>
                  </a:lnTo>
                  <a:lnTo>
                    <a:pt x="4502520" y="2174414"/>
                  </a:lnTo>
                  <a:lnTo>
                    <a:pt x="4569144" y="2168137"/>
                  </a:lnTo>
                  <a:lnTo>
                    <a:pt x="4647929" y="2159732"/>
                  </a:lnTo>
                  <a:lnTo>
                    <a:pt x="4734768" y="2149152"/>
                  </a:lnTo>
                  <a:lnTo>
                    <a:pt x="4825331" y="2136425"/>
                  </a:lnTo>
                  <a:lnTo>
                    <a:pt x="4915788" y="2121602"/>
                  </a:lnTo>
                  <a:lnTo>
                    <a:pt x="5003222" y="2104708"/>
                  </a:lnTo>
                  <a:lnTo>
                    <a:pt x="5085743" y="2085706"/>
                  </a:lnTo>
                  <a:lnTo>
                    <a:pt x="5162394" y="2064471"/>
                  </a:lnTo>
                  <a:lnTo>
                    <a:pt x="5232954" y="2040789"/>
                  </a:lnTo>
                  <a:lnTo>
                    <a:pt x="5297719" y="2014349"/>
                  </a:lnTo>
                  <a:lnTo>
                    <a:pt x="5357318" y="1984761"/>
                  </a:lnTo>
                  <a:lnTo>
                    <a:pt x="5412568" y="1951567"/>
                  </a:lnTo>
                  <a:lnTo>
                    <a:pt x="5464365" y="1914285"/>
                  </a:lnTo>
                  <a:lnTo>
                    <a:pt x="5513604" y="1872470"/>
                  </a:lnTo>
                  <a:lnTo>
                    <a:pt x="5561097" y="1825827"/>
                  </a:lnTo>
                  <a:lnTo>
                    <a:pt x="5567201" y="1819381"/>
                  </a:lnTo>
                  <a:lnTo>
                    <a:pt x="5606292" y="1775742"/>
                  </a:lnTo>
                  <a:lnTo>
                    <a:pt x="5645007" y="1728570"/>
                  </a:lnTo>
                  <a:lnTo>
                    <a:pt x="5683621" y="1677798"/>
                  </a:lnTo>
                  <a:lnTo>
                    <a:pt x="5722344" y="1623426"/>
                  </a:lnTo>
                  <a:lnTo>
                    <a:pt x="5761326" y="1565538"/>
                  </a:lnTo>
                  <a:lnTo>
                    <a:pt x="5800663" y="1504301"/>
                  </a:lnTo>
                  <a:lnTo>
                    <a:pt x="5840404" y="1439977"/>
                  </a:lnTo>
                  <a:lnTo>
                    <a:pt x="5880553" y="1372915"/>
                  </a:lnTo>
                  <a:lnTo>
                    <a:pt x="5921077" y="1303551"/>
                  </a:lnTo>
                  <a:lnTo>
                    <a:pt x="5961910" y="1232396"/>
                  </a:lnTo>
                  <a:lnTo>
                    <a:pt x="6002962" y="1160026"/>
                  </a:lnTo>
                  <a:lnTo>
                    <a:pt x="6044123" y="1087057"/>
                  </a:lnTo>
                  <a:lnTo>
                    <a:pt x="6085277" y="1014128"/>
                  </a:lnTo>
                  <a:lnTo>
                    <a:pt x="6126306" y="941877"/>
                  </a:lnTo>
                  <a:lnTo>
                    <a:pt x="6167106" y="870916"/>
                  </a:lnTo>
                  <a:lnTo>
                    <a:pt x="6207586" y="801814"/>
                  </a:lnTo>
                  <a:lnTo>
                    <a:pt x="6247685" y="735072"/>
                  </a:lnTo>
                  <a:lnTo>
                    <a:pt x="6287374" y="671117"/>
                  </a:lnTo>
                  <a:lnTo>
                    <a:pt x="6326663" y="610287"/>
                  </a:lnTo>
                  <a:lnTo>
                    <a:pt x="6365606" y="552831"/>
                  </a:lnTo>
                  <a:lnTo>
                    <a:pt x="6404306" y="498907"/>
                  </a:lnTo>
                  <a:lnTo>
                    <a:pt x="6442921" y="448587"/>
                  </a:lnTo>
                  <a:lnTo>
                    <a:pt x="6481666" y="401863"/>
                  </a:lnTo>
                  <a:lnTo>
                    <a:pt x="6515891" y="363876"/>
                  </a:lnTo>
                  <a:lnTo>
                    <a:pt x="6563208" y="316597"/>
                  </a:lnTo>
                  <a:lnTo>
                    <a:pt x="6612176" y="274163"/>
                  </a:lnTo>
                  <a:lnTo>
                    <a:pt x="6663589" y="236312"/>
                  </a:lnTo>
                  <a:lnTo>
                    <a:pt x="6718337" y="202613"/>
                  </a:lnTo>
                  <a:lnTo>
                    <a:pt x="6777320" y="172581"/>
                  </a:lnTo>
                  <a:lnTo>
                    <a:pt x="6841369" y="145755"/>
                  </a:lnTo>
                  <a:lnTo>
                    <a:pt x="6911147" y="121732"/>
                  </a:lnTo>
                  <a:lnTo>
                    <a:pt x="6987003" y="100192"/>
                  </a:lnTo>
                  <a:lnTo>
                    <a:pt x="7068795" y="80907"/>
                  </a:lnTo>
                  <a:lnTo>
                    <a:pt x="7155673" y="63742"/>
                  </a:lnTo>
                  <a:lnTo>
                    <a:pt x="7245879" y="48649"/>
                  </a:lnTo>
                  <a:lnTo>
                    <a:pt x="7336629" y="35645"/>
                  </a:lnTo>
                  <a:lnTo>
                    <a:pt x="7424195" y="24782"/>
                  </a:lnTo>
                  <a:lnTo>
                    <a:pt x="7504277" y="16095"/>
                  </a:lnTo>
                  <a:lnTo>
                    <a:pt x="7572691" y="9546"/>
                  </a:lnTo>
                  <a:lnTo>
                    <a:pt x="7626235" y="4990"/>
                  </a:lnTo>
                  <a:lnTo>
                    <a:pt x="7663482" y="2156"/>
                  </a:lnTo>
                  <a:lnTo>
                    <a:pt x="7685226" y="670"/>
                  </a:lnTo>
                  <a:lnTo>
                    <a:pt x="7694490" y="98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6" name="pl1786"/>
            <p:cNvSpPr/>
            <p:nvPr/>
          </p:nvSpPr>
          <p:spPr>
            <a:xfrm>
              <a:off x="546595" y="3940954"/>
              <a:ext cx="8234974" cy="2183258"/>
            </a:xfrm>
            <a:custGeom>
              <a:avLst/>
              <a:pathLst>
                <a:path w="8234974" h="2183258">
                  <a:moveTo>
                    <a:pt x="8234974" y="0"/>
                  </a:moveTo>
                  <a:lnTo>
                    <a:pt x="7696237" y="0"/>
                  </a:lnTo>
                  <a:lnTo>
                    <a:pt x="7695019" y="67"/>
                  </a:lnTo>
                  <a:lnTo>
                    <a:pt x="7687055" y="553"/>
                  </a:lnTo>
                  <a:lnTo>
                    <a:pt x="7667155" y="1895"/>
                  </a:lnTo>
                  <a:lnTo>
                    <a:pt x="7632026" y="4530"/>
                  </a:lnTo>
                  <a:lnTo>
                    <a:pt x="7580572" y="8843"/>
                  </a:lnTo>
                  <a:lnTo>
                    <a:pt x="7513948" y="15121"/>
                  </a:lnTo>
                  <a:lnTo>
                    <a:pt x="7435164" y="23525"/>
                  </a:lnTo>
                  <a:lnTo>
                    <a:pt x="7348325" y="34105"/>
                  </a:lnTo>
                  <a:lnTo>
                    <a:pt x="7257761" y="46832"/>
                  </a:lnTo>
                  <a:lnTo>
                    <a:pt x="7167304" y="61655"/>
                  </a:lnTo>
                  <a:lnTo>
                    <a:pt x="7079871" y="78549"/>
                  </a:lnTo>
                  <a:lnTo>
                    <a:pt x="6997350" y="97552"/>
                  </a:lnTo>
                  <a:lnTo>
                    <a:pt x="6920698" y="118786"/>
                  </a:lnTo>
                  <a:lnTo>
                    <a:pt x="6850138" y="142469"/>
                  </a:lnTo>
                  <a:lnTo>
                    <a:pt x="6785374" y="168908"/>
                  </a:lnTo>
                  <a:lnTo>
                    <a:pt x="6725775" y="198496"/>
                  </a:lnTo>
                  <a:lnTo>
                    <a:pt x="6670525" y="231690"/>
                  </a:lnTo>
                  <a:lnTo>
                    <a:pt x="6618727" y="268972"/>
                  </a:lnTo>
                  <a:lnTo>
                    <a:pt x="6569489" y="310788"/>
                  </a:lnTo>
                  <a:lnTo>
                    <a:pt x="6521996" y="357430"/>
                  </a:lnTo>
                  <a:lnTo>
                    <a:pt x="6515891" y="363876"/>
                  </a:lnTo>
                  <a:lnTo>
                    <a:pt x="6476800" y="407515"/>
                  </a:lnTo>
                  <a:lnTo>
                    <a:pt x="6438086" y="454687"/>
                  </a:lnTo>
                  <a:lnTo>
                    <a:pt x="6399471" y="505459"/>
                  </a:lnTo>
                  <a:lnTo>
                    <a:pt x="6360748" y="559831"/>
                  </a:lnTo>
                  <a:lnTo>
                    <a:pt x="6321766" y="617720"/>
                  </a:lnTo>
                  <a:lnTo>
                    <a:pt x="6282429" y="678956"/>
                  </a:lnTo>
                  <a:lnTo>
                    <a:pt x="6242689" y="743280"/>
                  </a:lnTo>
                  <a:lnTo>
                    <a:pt x="6202540" y="810342"/>
                  </a:lnTo>
                  <a:lnTo>
                    <a:pt x="6162015" y="879707"/>
                  </a:lnTo>
                  <a:lnTo>
                    <a:pt x="6121182" y="950861"/>
                  </a:lnTo>
                  <a:lnTo>
                    <a:pt x="6080131" y="1023231"/>
                  </a:lnTo>
                  <a:lnTo>
                    <a:pt x="6038970" y="1096200"/>
                  </a:lnTo>
                  <a:lnTo>
                    <a:pt x="5997816" y="1169129"/>
                  </a:lnTo>
                  <a:lnTo>
                    <a:pt x="5956786" y="1241380"/>
                  </a:lnTo>
                  <a:lnTo>
                    <a:pt x="5915987" y="1312341"/>
                  </a:lnTo>
                  <a:lnTo>
                    <a:pt x="5875507" y="1381444"/>
                  </a:lnTo>
                  <a:lnTo>
                    <a:pt x="5835407" y="1448185"/>
                  </a:lnTo>
                  <a:lnTo>
                    <a:pt x="5795718" y="1512141"/>
                  </a:lnTo>
                  <a:lnTo>
                    <a:pt x="5756429" y="1572970"/>
                  </a:lnTo>
                  <a:lnTo>
                    <a:pt x="5717486" y="1630426"/>
                  </a:lnTo>
                  <a:lnTo>
                    <a:pt x="5678786" y="1684350"/>
                  </a:lnTo>
                  <a:lnTo>
                    <a:pt x="5640172" y="1734670"/>
                  </a:lnTo>
                  <a:lnTo>
                    <a:pt x="5601427" y="1781395"/>
                  </a:lnTo>
                  <a:lnTo>
                    <a:pt x="5567201" y="1819381"/>
                  </a:lnTo>
                  <a:lnTo>
                    <a:pt x="5519884" y="1866660"/>
                  </a:lnTo>
                  <a:lnTo>
                    <a:pt x="5470917" y="1909095"/>
                  </a:lnTo>
                  <a:lnTo>
                    <a:pt x="5419503" y="1946945"/>
                  </a:lnTo>
                  <a:lnTo>
                    <a:pt x="5364755" y="1980644"/>
                  </a:lnTo>
                  <a:lnTo>
                    <a:pt x="5305773" y="2010676"/>
                  </a:lnTo>
                  <a:lnTo>
                    <a:pt x="5241723" y="2037503"/>
                  </a:lnTo>
                  <a:lnTo>
                    <a:pt x="5171945" y="2061525"/>
                  </a:lnTo>
                  <a:lnTo>
                    <a:pt x="5096089" y="2083065"/>
                  </a:lnTo>
                  <a:lnTo>
                    <a:pt x="5014298" y="2102350"/>
                  </a:lnTo>
                  <a:lnTo>
                    <a:pt x="4927420" y="2119515"/>
                  </a:lnTo>
                  <a:lnTo>
                    <a:pt x="4837214" y="2134609"/>
                  </a:lnTo>
                  <a:lnTo>
                    <a:pt x="4746463" y="2147612"/>
                  </a:lnTo>
                  <a:lnTo>
                    <a:pt x="4658897" y="2158475"/>
                  </a:lnTo>
                  <a:lnTo>
                    <a:pt x="4578815" y="2167163"/>
                  </a:lnTo>
                  <a:lnTo>
                    <a:pt x="4510402" y="2173711"/>
                  </a:lnTo>
                  <a:lnTo>
                    <a:pt x="4456858" y="2178267"/>
                  </a:lnTo>
                  <a:lnTo>
                    <a:pt x="4419611" y="2181101"/>
                  </a:lnTo>
                  <a:lnTo>
                    <a:pt x="4397866" y="2182587"/>
                  </a:lnTo>
                  <a:lnTo>
                    <a:pt x="4388602" y="2183159"/>
                  </a:lnTo>
                  <a:lnTo>
                    <a:pt x="4386858" y="2183258"/>
                  </a:lnTo>
                  <a:lnTo>
                    <a:pt x="4386855" y="2183258"/>
                  </a:lnTo>
                  <a:lnTo>
                    <a:pt x="3848118" y="2183258"/>
                  </a:lnTo>
                  <a:lnTo>
                    <a:pt x="3846823" y="2183237"/>
                  </a:lnTo>
                  <a:lnTo>
                    <a:pt x="3838369" y="2183092"/>
                  </a:lnTo>
                  <a:lnTo>
                    <a:pt x="3817293" y="2182689"/>
                  </a:lnTo>
                  <a:lnTo>
                    <a:pt x="3780205" y="2181898"/>
                  </a:lnTo>
                  <a:lnTo>
                    <a:pt x="3726121" y="2180607"/>
                  </a:lnTo>
                  <a:lnTo>
                    <a:pt x="3656478" y="2178731"/>
                  </a:lnTo>
                  <a:lnTo>
                    <a:pt x="3574658" y="2176228"/>
                  </a:lnTo>
                  <a:lnTo>
                    <a:pt x="3485113" y="2173085"/>
                  </a:lnTo>
                  <a:lnTo>
                    <a:pt x="3392406" y="2169315"/>
                  </a:lnTo>
                  <a:lnTo>
                    <a:pt x="3300463" y="2164930"/>
                  </a:lnTo>
                  <a:lnTo>
                    <a:pt x="3212172" y="2159937"/>
                  </a:lnTo>
                  <a:lnTo>
                    <a:pt x="3129309" y="2154319"/>
                  </a:lnTo>
                  <a:lnTo>
                    <a:pt x="3052684" y="2148031"/>
                  </a:lnTo>
                  <a:lnTo>
                    <a:pt x="2982368" y="2141002"/>
                  </a:lnTo>
                  <a:lnTo>
                    <a:pt x="2917928" y="2133131"/>
                  </a:lnTo>
                  <a:lnTo>
                    <a:pt x="2858619" y="2124294"/>
                  </a:lnTo>
                  <a:lnTo>
                    <a:pt x="2803534" y="2114351"/>
                  </a:lnTo>
                  <a:lnTo>
                    <a:pt x="2751710" y="2103157"/>
                  </a:lnTo>
                  <a:lnTo>
                    <a:pt x="2702219" y="2090591"/>
                  </a:lnTo>
                  <a:lnTo>
                    <a:pt x="2667772" y="2080719"/>
                  </a:lnTo>
                  <a:lnTo>
                    <a:pt x="2617176" y="2064585"/>
                  </a:lnTo>
                  <a:lnTo>
                    <a:pt x="2567069" y="2046767"/>
                  </a:lnTo>
                  <a:lnTo>
                    <a:pt x="2516916" y="2027241"/>
                  </a:lnTo>
                  <a:lnTo>
                    <a:pt x="2466356" y="2006045"/>
                  </a:lnTo>
                  <a:lnTo>
                    <a:pt x="2415182" y="1983286"/>
                  </a:lnTo>
                  <a:lnTo>
                    <a:pt x="2363321" y="1959141"/>
                  </a:lnTo>
                  <a:lnTo>
                    <a:pt x="2310816" y="1933858"/>
                  </a:lnTo>
                  <a:lnTo>
                    <a:pt x="2257804" y="1907750"/>
                  </a:lnTo>
                  <a:lnTo>
                    <a:pt x="2204491" y="1881173"/>
                  </a:lnTo>
                  <a:lnTo>
                    <a:pt x="2151126" y="1854514"/>
                  </a:lnTo>
                  <a:lnTo>
                    <a:pt x="2097961" y="1828166"/>
                  </a:lnTo>
                  <a:lnTo>
                    <a:pt x="2045224" y="1802500"/>
                  </a:lnTo>
                  <a:lnTo>
                    <a:pt x="1993085" y="1777850"/>
                  </a:lnTo>
                  <a:lnTo>
                    <a:pt x="1941628" y="1754490"/>
                  </a:lnTo>
                  <a:lnTo>
                    <a:pt x="1890831" y="1732629"/>
                  </a:lnTo>
                  <a:lnTo>
                    <a:pt x="1840543" y="1712403"/>
                  </a:lnTo>
                  <a:lnTo>
                    <a:pt x="1790471" y="1693877"/>
                  </a:lnTo>
                  <a:lnTo>
                    <a:pt x="1740156" y="1677051"/>
                  </a:lnTo>
                  <a:lnTo>
                    <a:pt x="1719082" y="1670564"/>
                  </a:lnTo>
                  <a:lnTo>
                    <a:pt x="1670755" y="1656976"/>
                  </a:lnTo>
                  <a:lnTo>
                    <a:pt x="1620690" y="1644809"/>
                  </a:lnTo>
                  <a:lnTo>
                    <a:pt x="1568037" y="1633985"/>
                  </a:lnTo>
                  <a:lnTo>
                    <a:pt x="1511849" y="1624371"/>
                  </a:lnTo>
                  <a:lnTo>
                    <a:pt x="1451169" y="1615823"/>
                  </a:lnTo>
                  <a:lnTo>
                    <a:pt x="1385124" y="1608203"/>
                  </a:lnTo>
                  <a:lnTo>
                    <a:pt x="1313041" y="1601393"/>
                  </a:lnTo>
                  <a:lnTo>
                    <a:pt x="1234608" y="1595302"/>
                  </a:lnTo>
                  <a:lnTo>
                    <a:pt x="1150082" y="1589864"/>
                  </a:lnTo>
                  <a:lnTo>
                    <a:pt x="1060524" y="1585045"/>
                  </a:lnTo>
                  <a:lnTo>
                    <a:pt x="968022" y="1580834"/>
                  </a:lnTo>
                  <a:lnTo>
                    <a:pt x="875776" y="1577240"/>
                  </a:lnTo>
                  <a:lnTo>
                    <a:pt x="787950" y="1574279"/>
                  </a:lnTo>
                  <a:lnTo>
                    <a:pt x="709167" y="1571956"/>
                  </a:lnTo>
                  <a:lnTo>
                    <a:pt x="643673" y="1570253"/>
                  </a:lnTo>
                  <a:lnTo>
                    <a:pt x="594375" y="1569114"/>
                  </a:lnTo>
                  <a:lnTo>
                    <a:pt x="562047" y="1568446"/>
                  </a:lnTo>
                  <a:lnTo>
                    <a:pt x="545001" y="1568130"/>
                  </a:lnTo>
                  <a:lnTo>
                    <a:pt x="539220" y="1568033"/>
                  </a:lnTo>
                  <a:lnTo>
                    <a:pt x="538736" y="1568025"/>
                  </a:lnTo>
                  <a:lnTo>
                    <a:pt x="0" y="1568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7" name="pg1787"/>
            <p:cNvSpPr/>
            <p:nvPr/>
          </p:nvSpPr>
          <p:spPr>
            <a:xfrm>
              <a:off x="546595" y="2051700"/>
              <a:ext cx="8234974" cy="3391944"/>
            </a:xfrm>
            <a:custGeom>
              <a:avLst/>
              <a:pathLst>
                <a:path w="8234974" h="3391944">
                  <a:moveTo>
                    <a:pt x="0" y="3391944"/>
                  </a:moveTo>
                  <a:lnTo>
                    <a:pt x="538736" y="3391944"/>
                  </a:lnTo>
                  <a:lnTo>
                    <a:pt x="539856" y="3391848"/>
                  </a:lnTo>
                  <a:lnTo>
                    <a:pt x="547188" y="3391158"/>
                  </a:lnTo>
                  <a:lnTo>
                    <a:pt x="565564" y="3389250"/>
                  </a:lnTo>
                  <a:lnTo>
                    <a:pt x="598140" y="3385502"/>
                  </a:lnTo>
                  <a:lnTo>
                    <a:pt x="646129" y="3379353"/>
                  </a:lnTo>
                  <a:lnTo>
                    <a:pt x="708723" y="3370376"/>
                  </a:lnTo>
                  <a:lnTo>
                    <a:pt x="783382" y="3358311"/>
                  </a:lnTo>
                  <a:lnTo>
                    <a:pt x="866459" y="3343062"/>
                  </a:lnTo>
                  <a:lnTo>
                    <a:pt x="953958" y="3324654"/>
                  </a:lnTo>
                  <a:lnTo>
                    <a:pt x="1042204" y="3303159"/>
                  </a:lnTo>
                  <a:lnTo>
                    <a:pt x="1128273" y="3278629"/>
                  </a:lnTo>
                  <a:lnTo>
                    <a:pt x="1210156" y="3251041"/>
                  </a:lnTo>
                  <a:lnTo>
                    <a:pt x="1286713" y="3220262"/>
                  </a:lnTo>
                  <a:lnTo>
                    <a:pt x="1357527" y="3186031"/>
                  </a:lnTo>
                  <a:lnTo>
                    <a:pt x="1422710" y="3147959"/>
                  </a:lnTo>
                  <a:lnTo>
                    <a:pt x="1482734" y="3105535"/>
                  </a:lnTo>
                  <a:lnTo>
                    <a:pt x="1538287" y="3058144"/>
                  </a:lnTo>
                  <a:lnTo>
                    <a:pt x="1590167" y="3005108"/>
                  </a:lnTo>
                  <a:lnTo>
                    <a:pt x="1639207" y="2945749"/>
                  </a:lnTo>
                  <a:lnTo>
                    <a:pt x="1686199" y="2879511"/>
                  </a:lnTo>
                  <a:lnTo>
                    <a:pt x="1719082" y="2827528"/>
                  </a:lnTo>
                  <a:lnTo>
                    <a:pt x="1752041" y="2770872"/>
                  </a:lnTo>
                  <a:lnTo>
                    <a:pt x="1784699" y="2710347"/>
                  </a:lnTo>
                  <a:lnTo>
                    <a:pt x="1817231" y="2645873"/>
                  </a:lnTo>
                  <a:lnTo>
                    <a:pt x="1849776" y="2577425"/>
                  </a:lnTo>
                  <a:lnTo>
                    <a:pt x="1882443" y="2505037"/>
                  </a:lnTo>
                  <a:lnTo>
                    <a:pt x="1915312" y="2428808"/>
                  </a:lnTo>
                  <a:lnTo>
                    <a:pt x="1948437" y="2348905"/>
                  </a:lnTo>
                  <a:lnTo>
                    <a:pt x="1981846" y="2265567"/>
                  </a:lnTo>
                  <a:lnTo>
                    <a:pt x="2015549" y="2179103"/>
                  </a:lnTo>
                  <a:lnTo>
                    <a:pt x="2049530" y="2089891"/>
                  </a:lnTo>
                  <a:lnTo>
                    <a:pt x="2083761" y="1998374"/>
                  </a:lnTo>
                  <a:lnTo>
                    <a:pt x="2118197" y="1905047"/>
                  </a:lnTo>
                  <a:lnTo>
                    <a:pt x="2152779" y="1810451"/>
                  </a:lnTo>
                  <a:lnTo>
                    <a:pt x="2187443" y="1715161"/>
                  </a:lnTo>
                  <a:lnTo>
                    <a:pt x="2222120" y="1619769"/>
                  </a:lnTo>
                  <a:lnTo>
                    <a:pt x="2256738" y="1524868"/>
                  </a:lnTo>
                  <a:lnTo>
                    <a:pt x="2291231" y="1431040"/>
                  </a:lnTo>
                  <a:lnTo>
                    <a:pt x="2325539" y="1338839"/>
                  </a:lnTo>
                  <a:lnTo>
                    <a:pt x="2359611" y="1248779"/>
                  </a:lnTo>
                  <a:lnTo>
                    <a:pt x="2393412" y="1161321"/>
                  </a:lnTo>
                  <a:lnTo>
                    <a:pt x="2426923" y="1076866"/>
                  </a:lnTo>
                  <a:lnTo>
                    <a:pt x="2460143" y="995747"/>
                  </a:lnTo>
                  <a:lnTo>
                    <a:pt x="2493096" y="918228"/>
                  </a:lnTo>
                  <a:lnTo>
                    <a:pt x="2525825" y="844499"/>
                  </a:lnTo>
                  <a:lnTo>
                    <a:pt x="2558402" y="774685"/>
                  </a:lnTo>
                  <a:lnTo>
                    <a:pt x="2590924" y="708840"/>
                  </a:lnTo>
                  <a:lnTo>
                    <a:pt x="2623520" y="646958"/>
                  </a:lnTo>
                  <a:lnTo>
                    <a:pt x="2656353" y="588980"/>
                  </a:lnTo>
                  <a:lnTo>
                    <a:pt x="2667772" y="569861"/>
                  </a:lnTo>
                  <a:lnTo>
                    <a:pt x="2713727" y="498501"/>
                  </a:lnTo>
                  <a:lnTo>
                    <a:pt x="2761221" y="434244"/>
                  </a:lnTo>
                  <a:lnTo>
                    <a:pt x="2810977" y="376731"/>
                  </a:lnTo>
                  <a:lnTo>
                    <a:pt x="2863808" y="325355"/>
                  </a:lnTo>
                  <a:lnTo>
                    <a:pt x="2920543" y="279429"/>
                  </a:lnTo>
                  <a:lnTo>
                    <a:pt x="2981957" y="238289"/>
                  </a:lnTo>
                  <a:lnTo>
                    <a:pt x="3048691" y="201346"/>
                  </a:lnTo>
                  <a:lnTo>
                    <a:pt x="3121131" y="168122"/>
                  </a:lnTo>
                  <a:lnTo>
                    <a:pt x="3199258" y="138262"/>
                  </a:lnTo>
                  <a:lnTo>
                    <a:pt x="3282471" y="111544"/>
                  </a:lnTo>
                  <a:lnTo>
                    <a:pt x="3369397" y="87867"/>
                  </a:lnTo>
                  <a:lnTo>
                    <a:pt x="3457766" y="67234"/>
                  </a:lnTo>
                  <a:lnTo>
                    <a:pt x="3544415" y="49709"/>
                  </a:lnTo>
                  <a:lnTo>
                    <a:pt x="3625524" y="35359"/>
                  </a:lnTo>
                  <a:lnTo>
                    <a:pt x="3697120" y="24179"/>
                  </a:lnTo>
                  <a:lnTo>
                    <a:pt x="3755791" y="16033"/>
                  </a:lnTo>
                  <a:lnTo>
                    <a:pt x="3799436" y="10610"/>
                  </a:lnTo>
                  <a:lnTo>
                    <a:pt x="3827801" y="7441"/>
                  </a:lnTo>
                  <a:lnTo>
                    <a:pt x="3842669" y="5940"/>
                  </a:lnTo>
                  <a:lnTo>
                    <a:pt x="3847696" y="548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82" y="5539"/>
                  </a:lnTo>
                  <a:lnTo>
                    <a:pt x="4395358" y="6218"/>
                  </a:lnTo>
                  <a:lnTo>
                    <a:pt x="4413840" y="8094"/>
                  </a:lnTo>
                  <a:lnTo>
                    <a:pt x="4446594" y="11781"/>
                  </a:lnTo>
                  <a:lnTo>
                    <a:pt x="4494827" y="17828"/>
                  </a:lnTo>
                  <a:lnTo>
                    <a:pt x="4557707" y="26655"/>
                  </a:lnTo>
                  <a:lnTo>
                    <a:pt x="4632661" y="38516"/>
                  </a:lnTo>
                  <a:lnTo>
                    <a:pt x="4716010" y="53500"/>
                  </a:lnTo>
                  <a:lnTo>
                    <a:pt x="4803734" y="71586"/>
                  </a:lnTo>
                  <a:lnTo>
                    <a:pt x="4892145" y="92700"/>
                  </a:lnTo>
                  <a:lnTo>
                    <a:pt x="4978320" y="116793"/>
                  </a:lnTo>
                  <a:lnTo>
                    <a:pt x="5060255" y="143889"/>
                  </a:lnTo>
                  <a:lnTo>
                    <a:pt x="5136825" y="174122"/>
                  </a:lnTo>
                  <a:lnTo>
                    <a:pt x="5207623" y="207752"/>
                  </a:lnTo>
                  <a:lnTo>
                    <a:pt x="5272778" y="245165"/>
                  </a:lnTo>
                  <a:lnTo>
                    <a:pt x="5332771" y="286868"/>
                  </a:lnTo>
                  <a:lnTo>
                    <a:pt x="5388299" y="333468"/>
                  </a:lnTo>
                  <a:lnTo>
                    <a:pt x="5440170" y="385632"/>
                  </a:lnTo>
                  <a:lnTo>
                    <a:pt x="5489218" y="444026"/>
                  </a:lnTo>
                  <a:lnTo>
                    <a:pt x="5536241" y="509190"/>
                  </a:lnTo>
                  <a:lnTo>
                    <a:pt x="5567201" y="557157"/>
                  </a:lnTo>
                  <a:lnTo>
                    <a:pt x="5600478" y="613092"/>
                  </a:lnTo>
                  <a:lnTo>
                    <a:pt x="5633449" y="672884"/>
                  </a:lnTo>
                  <a:lnTo>
                    <a:pt x="5666295" y="736612"/>
                  </a:lnTo>
                  <a:lnTo>
                    <a:pt x="5699158" y="804300"/>
                  </a:lnTo>
                  <a:lnTo>
                    <a:pt x="5732149" y="875912"/>
                  </a:lnTo>
                  <a:lnTo>
                    <a:pt x="5765349" y="951346"/>
                  </a:lnTo>
                  <a:lnTo>
                    <a:pt x="5798812" y="1030428"/>
                  </a:lnTo>
                  <a:lnTo>
                    <a:pt x="5832567" y="1112915"/>
                  </a:lnTo>
                  <a:lnTo>
                    <a:pt x="5866620" y="1198489"/>
                  </a:lnTo>
                  <a:lnTo>
                    <a:pt x="5900955" y="1286765"/>
                  </a:lnTo>
                  <a:lnTo>
                    <a:pt x="5935541" y="1377294"/>
                  </a:lnTo>
                  <a:lnTo>
                    <a:pt x="5970329" y="1469571"/>
                  </a:lnTo>
                  <a:lnTo>
                    <a:pt x="6005261" y="1563046"/>
                  </a:lnTo>
                  <a:lnTo>
                    <a:pt x="6040266" y="1657139"/>
                  </a:lnTo>
                  <a:lnTo>
                    <a:pt x="6075275" y="1751255"/>
                  </a:lnTo>
                  <a:lnTo>
                    <a:pt x="6110214" y="1844795"/>
                  </a:lnTo>
                  <a:lnTo>
                    <a:pt x="6145015" y="1937178"/>
                  </a:lnTo>
                  <a:lnTo>
                    <a:pt x="6179617" y="2027853"/>
                  </a:lnTo>
                  <a:lnTo>
                    <a:pt x="6213972" y="2116310"/>
                  </a:lnTo>
                  <a:lnTo>
                    <a:pt x="6248046" y="2202095"/>
                  </a:lnTo>
                  <a:lnTo>
                    <a:pt x="6281823" y="2284819"/>
                  </a:lnTo>
                  <a:lnTo>
                    <a:pt x="6315307" y="2364160"/>
                  </a:lnTo>
                  <a:lnTo>
                    <a:pt x="6348525" y="2439866"/>
                  </a:lnTo>
                  <a:lnTo>
                    <a:pt x="6381529" y="2511762"/>
                  </a:lnTo>
                  <a:lnTo>
                    <a:pt x="6414398" y="2579739"/>
                  </a:lnTo>
                  <a:lnTo>
                    <a:pt x="6447240" y="2643757"/>
                  </a:lnTo>
                  <a:lnTo>
                    <a:pt x="6480197" y="2703834"/>
                  </a:lnTo>
                  <a:lnTo>
                    <a:pt x="6513444" y="2760048"/>
                  </a:lnTo>
                  <a:lnTo>
                    <a:pt x="6515891" y="2764008"/>
                  </a:lnTo>
                  <a:lnTo>
                    <a:pt x="6561943" y="2833899"/>
                  </a:lnTo>
                  <a:lnTo>
                    <a:pt x="6609541" y="2896820"/>
                  </a:lnTo>
                  <a:lnTo>
                    <a:pt x="6659416" y="2953123"/>
                  </a:lnTo>
                  <a:lnTo>
                    <a:pt x="6712382" y="3003406"/>
                  </a:lnTo>
                  <a:lnTo>
                    <a:pt x="6769276" y="3048344"/>
                  </a:lnTo>
                  <a:lnTo>
                    <a:pt x="6830876" y="3088592"/>
                  </a:lnTo>
                  <a:lnTo>
                    <a:pt x="6897824" y="3124726"/>
                  </a:lnTo>
                  <a:lnTo>
                    <a:pt x="6970505" y="3157217"/>
                  </a:lnTo>
                  <a:lnTo>
                    <a:pt x="7048892" y="3186409"/>
                  </a:lnTo>
                  <a:lnTo>
                    <a:pt x="7132368" y="3212521"/>
                  </a:lnTo>
                  <a:lnTo>
                    <a:pt x="7219533" y="3235649"/>
                  </a:lnTo>
                  <a:lnTo>
                    <a:pt x="7308085" y="3255787"/>
                  </a:lnTo>
                  <a:lnTo>
                    <a:pt x="7394820" y="3272873"/>
                  </a:lnTo>
                  <a:lnTo>
                    <a:pt x="7475882" y="3286841"/>
                  </a:lnTo>
                  <a:lnTo>
                    <a:pt x="7547281" y="3297699"/>
                  </a:lnTo>
                  <a:lnTo>
                    <a:pt x="7605613" y="3305588"/>
                  </a:lnTo>
                  <a:lnTo>
                    <a:pt x="7648815" y="3310815"/>
                  </a:lnTo>
                  <a:lnTo>
                    <a:pt x="7676703" y="3313850"/>
                  </a:lnTo>
                  <a:lnTo>
                    <a:pt x="7691144" y="3315269"/>
                  </a:lnTo>
                  <a:lnTo>
                    <a:pt x="7695884" y="3315692"/>
                  </a:lnTo>
                  <a:lnTo>
                    <a:pt x="7696237" y="3315721"/>
                  </a:lnTo>
                  <a:lnTo>
                    <a:pt x="8234974" y="3315721"/>
                  </a:lnTo>
                  <a:lnTo>
                    <a:pt x="8234974" y="3310276"/>
                  </a:ln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9" y="96"/>
                  </a:lnTo>
                  <a:lnTo>
                    <a:pt x="3839666" y="786"/>
                  </a:lnTo>
                  <a:lnTo>
                    <a:pt x="3821291" y="2694"/>
                  </a:lnTo>
                  <a:lnTo>
                    <a:pt x="3788715" y="6442"/>
                  </a:lnTo>
                  <a:lnTo>
                    <a:pt x="3740726" y="12591"/>
                  </a:lnTo>
                  <a:lnTo>
                    <a:pt x="3678132" y="21568"/>
                  </a:lnTo>
                  <a:lnTo>
                    <a:pt x="3603472" y="33633"/>
                  </a:lnTo>
                  <a:lnTo>
                    <a:pt x="3520395" y="48882"/>
                  </a:lnTo>
                  <a:lnTo>
                    <a:pt x="3432897" y="67290"/>
                  </a:lnTo>
                  <a:lnTo>
                    <a:pt x="3344651" y="88785"/>
                  </a:lnTo>
                  <a:lnTo>
                    <a:pt x="3258581" y="113315"/>
                  </a:lnTo>
                  <a:lnTo>
                    <a:pt x="3176699" y="140903"/>
                  </a:lnTo>
                  <a:lnTo>
                    <a:pt x="3100141" y="171682"/>
                  </a:lnTo>
                  <a:lnTo>
                    <a:pt x="3029328" y="205913"/>
                  </a:lnTo>
                  <a:lnTo>
                    <a:pt x="2964145" y="243984"/>
                  </a:lnTo>
                  <a:lnTo>
                    <a:pt x="2904121" y="286409"/>
                  </a:lnTo>
                  <a:lnTo>
                    <a:pt x="2848568" y="333800"/>
                  </a:lnTo>
                  <a:lnTo>
                    <a:pt x="2796687" y="386836"/>
                  </a:lnTo>
                  <a:lnTo>
                    <a:pt x="2747648" y="446195"/>
                  </a:lnTo>
                  <a:lnTo>
                    <a:pt x="2700655" y="512433"/>
                  </a:lnTo>
                  <a:lnTo>
                    <a:pt x="2667772" y="564416"/>
                  </a:lnTo>
                  <a:lnTo>
                    <a:pt x="2634813" y="621072"/>
                  </a:lnTo>
                  <a:lnTo>
                    <a:pt x="2602156" y="681597"/>
                  </a:lnTo>
                  <a:lnTo>
                    <a:pt x="2569624" y="746070"/>
                  </a:lnTo>
                  <a:lnTo>
                    <a:pt x="2537079" y="814518"/>
                  </a:lnTo>
                  <a:lnTo>
                    <a:pt x="2504411" y="886907"/>
                  </a:lnTo>
                  <a:lnTo>
                    <a:pt x="2471542" y="963136"/>
                  </a:lnTo>
                  <a:lnTo>
                    <a:pt x="2438418" y="1043039"/>
                  </a:lnTo>
                  <a:lnTo>
                    <a:pt x="2405008" y="1126377"/>
                  </a:lnTo>
                  <a:lnTo>
                    <a:pt x="2371306" y="1212841"/>
                  </a:lnTo>
                  <a:lnTo>
                    <a:pt x="2337324" y="1302052"/>
                  </a:lnTo>
                  <a:lnTo>
                    <a:pt x="2303093" y="1393570"/>
                  </a:lnTo>
                  <a:lnTo>
                    <a:pt x="2268658" y="1486897"/>
                  </a:lnTo>
                  <a:lnTo>
                    <a:pt x="2234075" y="1581493"/>
                  </a:lnTo>
                  <a:lnTo>
                    <a:pt x="2199411" y="1676782"/>
                  </a:lnTo>
                  <a:lnTo>
                    <a:pt x="2164734" y="1772175"/>
                  </a:lnTo>
                  <a:lnTo>
                    <a:pt x="2130116" y="1867076"/>
                  </a:lnTo>
                  <a:lnTo>
                    <a:pt x="2095623" y="1960904"/>
                  </a:lnTo>
                  <a:lnTo>
                    <a:pt x="2061316" y="2053105"/>
                  </a:lnTo>
                  <a:lnTo>
                    <a:pt x="2027244" y="2143165"/>
                  </a:lnTo>
                  <a:lnTo>
                    <a:pt x="1993443" y="2230623"/>
                  </a:lnTo>
                  <a:lnTo>
                    <a:pt x="1959932" y="2315078"/>
                  </a:lnTo>
                  <a:lnTo>
                    <a:pt x="1926711" y="2396197"/>
                  </a:lnTo>
                  <a:lnTo>
                    <a:pt x="1893759" y="2473716"/>
                  </a:lnTo>
                  <a:lnTo>
                    <a:pt x="1861030" y="2547444"/>
                  </a:lnTo>
                  <a:lnTo>
                    <a:pt x="1828453" y="2617259"/>
                  </a:lnTo>
                  <a:lnTo>
                    <a:pt x="1795931" y="2683104"/>
                  </a:lnTo>
                  <a:lnTo>
                    <a:pt x="1763334" y="2744986"/>
                  </a:lnTo>
                  <a:lnTo>
                    <a:pt x="1730502" y="2802964"/>
                  </a:lnTo>
                  <a:lnTo>
                    <a:pt x="1719082" y="2822083"/>
                  </a:lnTo>
                  <a:lnTo>
                    <a:pt x="1673127" y="2893442"/>
                  </a:lnTo>
                  <a:lnTo>
                    <a:pt x="1625634" y="2957700"/>
                  </a:lnTo>
                  <a:lnTo>
                    <a:pt x="1575877" y="3015213"/>
                  </a:lnTo>
                  <a:lnTo>
                    <a:pt x="1523046" y="3066589"/>
                  </a:lnTo>
                  <a:lnTo>
                    <a:pt x="1466312" y="3112514"/>
                  </a:lnTo>
                  <a:lnTo>
                    <a:pt x="1404897" y="3153655"/>
                  </a:lnTo>
                  <a:lnTo>
                    <a:pt x="1338163" y="3190598"/>
                  </a:lnTo>
                  <a:lnTo>
                    <a:pt x="1265724" y="3223822"/>
                  </a:lnTo>
                  <a:lnTo>
                    <a:pt x="1187596" y="3253682"/>
                  </a:lnTo>
                  <a:lnTo>
                    <a:pt x="1104384" y="3280400"/>
                  </a:lnTo>
                  <a:lnTo>
                    <a:pt x="1017458" y="3304077"/>
                  </a:lnTo>
                  <a:lnTo>
                    <a:pt x="929089" y="3324710"/>
                  </a:lnTo>
                  <a:lnTo>
                    <a:pt x="842440" y="3342235"/>
                  </a:lnTo>
                  <a:lnTo>
                    <a:pt x="761331" y="3356585"/>
                  </a:lnTo>
                  <a:lnTo>
                    <a:pt x="689735" y="3367764"/>
                  </a:lnTo>
                  <a:lnTo>
                    <a:pt x="631063" y="3375911"/>
                  </a:lnTo>
                  <a:lnTo>
                    <a:pt x="587419" y="3381334"/>
                  </a:lnTo>
                  <a:lnTo>
                    <a:pt x="559054" y="3384503"/>
                  </a:lnTo>
                  <a:lnTo>
                    <a:pt x="544186" y="3386003"/>
                  </a:lnTo>
                  <a:lnTo>
                    <a:pt x="539158" y="3386464"/>
                  </a:lnTo>
                  <a:lnTo>
                    <a:pt x="538736" y="3386500"/>
                  </a:lnTo>
                  <a:lnTo>
                    <a:pt x="0" y="3386500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88" name="pl1788"/>
            <p:cNvSpPr/>
            <p:nvPr/>
          </p:nvSpPr>
          <p:spPr>
            <a:xfrm>
              <a:off x="546595" y="2057145"/>
              <a:ext cx="8234974" cy="3386500"/>
            </a:xfrm>
            <a:custGeom>
              <a:avLst/>
              <a:pathLst>
                <a:path w="8234974" h="3386500">
                  <a:moveTo>
                    <a:pt x="0" y="3386500"/>
                  </a:moveTo>
                  <a:lnTo>
                    <a:pt x="538736" y="3386500"/>
                  </a:lnTo>
                  <a:lnTo>
                    <a:pt x="539856" y="3386403"/>
                  </a:lnTo>
                  <a:lnTo>
                    <a:pt x="547188" y="3385713"/>
                  </a:lnTo>
                  <a:lnTo>
                    <a:pt x="565564" y="3383806"/>
                  </a:lnTo>
                  <a:lnTo>
                    <a:pt x="598140" y="3380057"/>
                  </a:lnTo>
                  <a:lnTo>
                    <a:pt x="646129" y="3373909"/>
                  </a:lnTo>
                  <a:lnTo>
                    <a:pt x="708723" y="3364931"/>
                  </a:lnTo>
                  <a:lnTo>
                    <a:pt x="783382" y="3352866"/>
                  </a:lnTo>
                  <a:lnTo>
                    <a:pt x="866459" y="3337618"/>
                  </a:lnTo>
                  <a:lnTo>
                    <a:pt x="953958" y="3319209"/>
                  </a:lnTo>
                  <a:lnTo>
                    <a:pt x="1042204" y="3297714"/>
                  </a:lnTo>
                  <a:lnTo>
                    <a:pt x="1128273" y="3273184"/>
                  </a:lnTo>
                  <a:lnTo>
                    <a:pt x="1210156" y="3245596"/>
                  </a:lnTo>
                  <a:lnTo>
                    <a:pt x="1286713" y="3214817"/>
                  </a:lnTo>
                  <a:lnTo>
                    <a:pt x="1357527" y="3180587"/>
                  </a:lnTo>
                  <a:lnTo>
                    <a:pt x="1422710" y="3142515"/>
                  </a:lnTo>
                  <a:lnTo>
                    <a:pt x="1482734" y="3100090"/>
                  </a:lnTo>
                  <a:lnTo>
                    <a:pt x="1538287" y="3052699"/>
                  </a:lnTo>
                  <a:lnTo>
                    <a:pt x="1590167" y="2999663"/>
                  </a:lnTo>
                  <a:lnTo>
                    <a:pt x="1639207" y="2940305"/>
                  </a:lnTo>
                  <a:lnTo>
                    <a:pt x="1686199" y="2874066"/>
                  </a:lnTo>
                  <a:lnTo>
                    <a:pt x="1719082" y="2822083"/>
                  </a:lnTo>
                  <a:lnTo>
                    <a:pt x="1752041" y="2765428"/>
                  </a:lnTo>
                  <a:lnTo>
                    <a:pt x="1784699" y="2704903"/>
                  </a:lnTo>
                  <a:lnTo>
                    <a:pt x="1817231" y="2640429"/>
                  </a:lnTo>
                  <a:lnTo>
                    <a:pt x="1849776" y="2571981"/>
                  </a:lnTo>
                  <a:lnTo>
                    <a:pt x="1882443" y="2499593"/>
                  </a:lnTo>
                  <a:lnTo>
                    <a:pt x="1915312" y="2423363"/>
                  </a:lnTo>
                  <a:lnTo>
                    <a:pt x="1948437" y="2343460"/>
                  </a:lnTo>
                  <a:lnTo>
                    <a:pt x="1981846" y="2260122"/>
                  </a:lnTo>
                  <a:lnTo>
                    <a:pt x="2015549" y="2173658"/>
                  </a:lnTo>
                  <a:lnTo>
                    <a:pt x="2049530" y="2084447"/>
                  </a:lnTo>
                  <a:lnTo>
                    <a:pt x="2083761" y="1992929"/>
                  </a:lnTo>
                  <a:lnTo>
                    <a:pt x="2118197" y="1899602"/>
                  </a:lnTo>
                  <a:lnTo>
                    <a:pt x="2152779" y="1805007"/>
                  </a:lnTo>
                  <a:lnTo>
                    <a:pt x="2187443" y="1709717"/>
                  </a:lnTo>
                  <a:lnTo>
                    <a:pt x="2222120" y="1614324"/>
                  </a:lnTo>
                  <a:lnTo>
                    <a:pt x="2256738" y="1519423"/>
                  </a:lnTo>
                  <a:lnTo>
                    <a:pt x="2291231" y="1425595"/>
                  </a:lnTo>
                  <a:lnTo>
                    <a:pt x="2325539" y="1333395"/>
                  </a:lnTo>
                  <a:lnTo>
                    <a:pt x="2359611" y="1243335"/>
                  </a:lnTo>
                  <a:lnTo>
                    <a:pt x="2393412" y="1155877"/>
                  </a:lnTo>
                  <a:lnTo>
                    <a:pt x="2426923" y="1071422"/>
                  </a:lnTo>
                  <a:lnTo>
                    <a:pt x="2460143" y="990303"/>
                  </a:lnTo>
                  <a:lnTo>
                    <a:pt x="2493096" y="912783"/>
                  </a:lnTo>
                  <a:lnTo>
                    <a:pt x="2525825" y="839055"/>
                  </a:lnTo>
                  <a:lnTo>
                    <a:pt x="2558402" y="769240"/>
                  </a:lnTo>
                  <a:lnTo>
                    <a:pt x="2590924" y="703395"/>
                  </a:lnTo>
                  <a:lnTo>
                    <a:pt x="2623520" y="641514"/>
                  </a:lnTo>
                  <a:lnTo>
                    <a:pt x="2656353" y="583535"/>
                  </a:lnTo>
                  <a:lnTo>
                    <a:pt x="2667772" y="564416"/>
                  </a:lnTo>
                  <a:lnTo>
                    <a:pt x="2713727" y="493057"/>
                  </a:lnTo>
                  <a:lnTo>
                    <a:pt x="2761221" y="428799"/>
                  </a:lnTo>
                  <a:lnTo>
                    <a:pt x="2810977" y="371286"/>
                  </a:lnTo>
                  <a:lnTo>
                    <a:pt x="2863808" y="319910"/>
                  </a:lnTo>
                  <a:lnTo>
                    <a:pt x="2920543" y="273985"/>
                  </a:lnTo>
                  <a:lnTo>
                    <a:pt x="2981957" y="232845"/>
                  </a:lnTo>
                  <a:lnTo>
                    <a:pt x="3048691" y="195902"/>
                  </a:lnTo>
                  <a:lnTo>
                    <a:pt x="3121131" y="162677"/>
                  </a:lnTo>
                  <a:lnTo>
                    <a:pt x="3199258" y="132818"/>
                  </a:lnTo>
                  <a:lnTo>
                    <a:pt x="3282471" y="106099"/>
                  </a:lnTo>
                  <a:lnTo>
                    <a:pt x="3369397" y="82422"/>
                  </a:lnTo>
                  <a:lnTo>
                    <a:pt x="3457766" y="61789"/>
                  </a:lnTo>
                  <a:lnTo>
                    <a:pt x="3544415" y="44264"/>
                  </a:lnTo>
                  <a:lnTo>
                    <a:pt x="3625524" y="29914"/>
                  </a:lnTo>
                  <a:lnTo>
                    <a:pt x="3697120" y="18735"/>
                  </a:lnTo>
                  <a:lnTo>
                    <a:pt x="3755791" y="10588"/>
                  </a:lnTo>
                  <a:lnTo>
                    <a:pt x="3799436" y="5166"/>
                  </a:lnTo>
                  <a:lnTo>
                    <a:pt x="3827801" y="1996"/>
                  </a:lnTo>
                  <a:lnTo>
                    <a:pt x="3842669" y="496"/>
                  </a:lnTo>
                  <a:lnTo>
                    <a:pt x="3847696" y="3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82" y="95"/>
                  </a:lnTo>
                  <a:lnTo>
                    <a:pt x="4395358" y="773"/>
                  </a:lnTo>
                  <a:lnTo>
                    <a:pt x="4413840" y="2650"/>
                  </a:lnTo>
                  <a:lnTo>
                    <a:pt x="4446594" y="6337"/>
                  </a:lnTo>
                  <a:lnTo>
                    <a:pt x="4494827" y="12384"/>
                  </a:lnTo>
                  <a:lnTo>
                    <a:pt x="4557707" y="21211"/>
                  </a:lnTo>
                  <a:lnTo>
                    <a:pt x="4632661" y="33071"/>
                  </a:lnTo>
                  <a:lnTo>
                    <a:pt x="4716010" y="48056"/>
                  </a:lnTo>
                  <a:lnTo>
                    <a:pt x="4803734" y="66141"/>
                  </a:lnTo>
                  <a:lnTo>
                    <a:pt x="4892145" y="87256"/>
                  </a:lnTo>
                  <a:lnTo>
                    <a:pt x="4978320" y="111348"/>
                  </a:lnTo>
                  <a:lnTo>
                    <a:pt x="5060255" y="138444"/>
                  </a:lnTo>
                  <a:lnTo>
                    <a:pt x="5136825" y="168678"/>
                  </a:lnTo>
                  <a:lnTo>
                    <a:pt x="5207623" y="202307"/>
                  </a:lnTo>
                  <a:lnTo>
                    <a:pt x="5272778" y="239720"/>
                  </a:lnTo>
                  <a:lnTo>
                    <a:pt x="5332771" y="281423"/>
                  </a:lnTo>
                  <a:lnTo>
                    <a:pt x="5388299" y="328023"/>
                  </a:lnTo>
                  <a:lnTo>
                    <a:pt x="5440170" y="380188"/>
                  </a:lnTo>
                  <a:lnTo>
                    <a:pt x="5489218" y="438582"/>
                  </a:lnTo>
                  <a:lnTo>
                    <a:pt x="5536241" y="503745"/>
                  </a:lnTo>
                  <a:lnTo>
                    <a:pt x="5567201" y="551712"/>
                  </a:lnTo>
                  <a:lnTo>
                    <a:pt x="5600478" y="607647"/>
                  </a:lnTo>
                  <a:lnTo>
                    <a:pt x="5633449" y="667439"/>
                  </a:lnTo>
                  <a:lnTo>
                    <a:pt x="5666295" y="731168"/>
                  </a:lnTo>
                  <a:lnTo>
                    <a:pt x="5699158" y="798856"/>
                  </a:lnTo>
                  <a:lnTo>
                    <a:pt x="5732149" y="870468"/>
                  </a:lnTo>
                  <a:lnTo>
                    <a:pt x="5765349" y="945901"/>
                  </a:lnTo>
                  <a:lnTo>
                    <a:pt x="5798812" y="1024983"/>
                  </a:lnTo>
                  <a:lnTo>
                    <a:pt x="5832567" y="1107470"/>
                  </a:lnTo>
                  <a:lnTo>
                    <a:pt x="5866620" y="1193044"/>
                  </a:lnTo>
                  <a:lnTo>
                    <a:pt x="5900955" y="1281321"/>
                  </a:lnTo>
                  <a:lnTo>
                    <a:pt x="5935541" y="1371850"/>
                  </a:lnTo>
                  <a:lnTo>
                    <a:pt x="5970329" y="1464126"/>
                  </a:lnTo>
                  <a:lnTo>
                    <a:pt x="6005261" y="1557601"/>
                  </a:lnTo>
                  <a:lnTo>
                    <a:pt x="6040266" y="1651695"/>
                  </a:lnTo>
                  <a:lnTo>
                    <a:pt x="6075275" y="1745810"/>
                  </a:lnTo>
                  <a:lnTo>
                    <a:pt x="6110214" y="1839351"/>
                  </a:lnTo>
                  <a:lnTo>
                    <a:pt x="6145015" y="1931734"/>
                  </a:lnTo>
                  <a:lnTo>
                    <a:pt x="6179617" y="2022408"/>
                  </a:lnTo>
                  <a:lnTo>
                    <a:pt x="6213972" y="2110865"/>
                  </a:lnTo>
                  <a:lnTo>
                    <a:pt x="6248046" y="2196651"/>
                  </a:lnTo>
                  <a:lnTo>
                    <a:pt x="6281823" y="2279375"/>
                  </a:lnTo>
                  <a:lnTo>
                    <a:pt x="6315307" y="2358715"/>
                  </a:lnTo>
                  <a:lnTo>
                    <a:pt x="6348525" y="2434422"/>
                  </a:lnTo>
                  <a:lnTo>
                    <a:pt x="6381529" y="2506317"/>
                  </a:lnTo>
                  <a:lnTo>
                    <a:pt x="6414398" y="2574295"/>
                  </a:lnTo>
                  <a:lnTo>
                    <a:pt x="6447240" y="2638312"/>
                  </a:lnTo>
                  <a:lnTo>
                    <a:pt x="6480197" y="2698390"/>
                  </a:lnTo>
                  <a:lnTo>
                    <a:pt x="6513444" y="2754603"/>
                  </a:lnTo>
                  <a:lnTo>
                    <a:pt x="6515891" y="2758563"/>
                  </a:lnTo>
                  <a:lnTo>
                    <a:pt x="6561943" y="2828455"/>
                  </a:lnTo>
                  <a:lnTo>
                    <a:pt x="6609541" y="2891375"/>
                  </a:lnTo>
                  <a:lnTo>
                    <a:pt x="6659416" y="2947678"/>
                  </a:lnTo>
                  <a:lnTo>
                    <a:pt x="6712382" y="2997961"/>
                  </a:lnTo>
                  <a:lnTo>
                    <a:pt x="6769276" y="3042899"/>
                  </a:lnTo>
                  <a:lnTo>
                    <a:pt x="6830876" y="3083147"/>
                  </a:lnTo>
                  <a:lnTo>
                    <a:pt x="6897824" y="3119282"/>
                  </a:lnTo>
                  <a:lnTo>
                    <a:pt x="6970505" y="3151772"/>
                  </a:lnTo>
                  <a:lnTo>
                    <a:pt x="7048892" y="3180965"/>
                  </a:lnTo>
                  <a:lnTo>
                    <a:pt x="7132368" y="3207077"/>
                  </a:lnTo>
                  <a:lnTo>
                    <a:pt x="7219533" y="3230204"/>
                  </a:lnTo>
                  <a:lnTo>
                    <a:pt x="7308085" y="3250343"/>
                  </a:lnTo>
                  <a:lnTo>
                    <a:pt x="7394820" y="3267428"/>
                  </a:lnTo>
                  <a:lnTo>
                    <a:pt x="7475882" y="3281397"/>
                  </a:lnTo>
                  <a:lnTo>
                    <a:pt x="7547281" y="3292255"/>
                  </a:lnTo>
                  <a:lnTo>
                    <a:pt x="7605613" y="3300143"/>
                  </a:lnTo>
                  <a:lnTo>
                    <a:pt x="7648815" y="3305370"/>
                  </a:lnTo>
                  <a:lnTo>
                    <a:pt x="7676703" y="3308405"/>
                  </a:lnTo>
                  <a:lnTo>
                    <a:pt x="7691144" y="3309824"/>
                  </a:lnTo>
                  <a:lnTo>
                    <a:pt x="7695884" y="3310247"/>
                  </a:lnTo>
                  <a:lnTo>
                    <a:pt x="7696237" y="3310276"/>
                  </a:lnTo>
                  <a:lnTo>
                    <a:pt x="8234974" y="3310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9" name="pl1789"/>
            <p:cNvSpPr/>
            <p:nvPr/>
          </p:nvSpPr>
          <p:spPr>
            <a:xfrm>
              <a:off x="546595" y="2051700"/>
              <a:ext cx="8234974" cy="3386500"/>
            </a:xfrm>
            <a:custGeom>
              <a:avLst/>
              <a:pathLst>
                <a:path w="8234974" h="3386500">
                  <a:moveTo>
                    <a:pt x="8234974" y="3310276"/>
                  </a:move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9" y="96"/>
                  </a:lnTo>
                  <a:lnTo>
                    <a:pt x="3839666" y="786"/>
                  </a:lnTo>
                  <a:lnTo>
                    <a:pt x="3821291" y="2694"/>
                  </a:lnTo>
                  <a:lnTo>
                    <a:pt x="3788715" y="6442"/>
                  </a:lnTo>
                  <a:lnTo>
                    <a:pt x="3740726" y="12591"/>
                  </a:lnTo>
                  <a:lnTo>
                    <a:pt x="3678132" y="21568"/>
                  </a:lnTo>
                  <a:lnTo>
                    <a:pt x="3603472" y="33633"/>
                  </a:lnTo>
                  <a:lnTo>
                    <a:pt x="3520395" y="48882"/>
                  </a:lnTo>
                  <a:lnTo>
                    <a:pt x="3432897" y="67290"/>
                  </a:lnTo>
                  <a:lnTo>
                    <a:pt x="3344651" y="88785"/>
                  </a:lnTo>
                  <a:lnTo>
                    <a:pt x="3258581" y="113315"/>
                  </a:lnTo>
                  <a:lnTo>
                    <a:pt x="3176699" y="140903"/>
                  </a:lnTo>
                  <a:lnTo>
                    <a:pt x="3100141" y="171682"/>
                  </a:lnTo>
                  <a:lnTo>
                    <a:pt x="3029328" y="205913"/>
                  </a:lnTo>
                  <a:lnTo>
                    <a:pt x="2964145" y="243984"/>
                  </a:lnTo>
                  <a:lnTo>
                    <a:pt x="2904121" y="286409"/>
                  </a:lnTo>
                  <a:lnTo>
                    <a:pt x="2848568" y="333800"/>
                  </a:lnTo>
                  <a:lnTo>
                    <a:pt x="2796687" y="386836"/>
                  </a:lnTo>
                  <a:lnTo>
                    <a:pt x="2747648" y="446195"/>
                  </a:lnTo>
                  <a:lnTo>
                    <a:pt x="2700655" y="512433"/>
                  </a:lnTo>
                  <a:lnTo>
                    <a:pt x="2667772" y="564416"/>
                  </a:lnTo>
                  <a:lnTo>
                    <a:pt x="2634813" y="621072"/>
                  </a:lnTo>
                  <a:lnTo>
                    <a:pt x="2602156" y="681597"/>
                  </a:lnTo>
                  <a:lnTo>
                    <a:pt x="2569624" y="746070"/>
                  </a:lnTo>
                  <a:lnTo>
                    <a:pt x="2537079" y="814518"/>
                  </a:lnTo>
                  <a:lnTo>
                    <a:pt x="2504411" y="886907"/>
                  </a:lnTo>
                  <a:lnTo>
                    <a:pt x="2471542" y="963136"/>
                  </a:lnTo>
                  <a:lnTo>
                    <a:pt x="2438418" y="1043039"/>
                  </a:lnTo>
                  <a:lnTo>
                    <a:pt x="2405008" y="1126377"/>
                  </a:lnTo>
                  <a:lnTo>
                    <a:pt x="2371306" y="1212841"/>
                  </a:lnTo>
                  <a:lnTo>
                    <a:pt x="2337324" y="1302052"/>
                  </a:lnTo>
                  <a:lnTo>
                    <a:pt x="2303093" y="1393570"/>
                  </a:lnTo>
                  <a:lnTo>
                    <a:pt x="2268658" y="1486897"/>
                  </a:lnTo>
                  <a:lnTo>
                    <a:pt x="2234075" y="1581493"/>
                  </a:lnTo>
                  <a:lnTo>
                    <a:pt x="2199411" y="1676782"/>
                  </a:lnTo>
                  <a:lnTo>
                    <a:pt x="2164734" y="1772175"/>
                  </a:lnTo>
                  <a:lnTo>
                    <a:pt x="2130116" y="1867076"/>
                  </a:lnTo>
                  <a:lnTo>
                    <a:pt x="2095623" y="1960904"/>
                  </a:lnTo>
                  <a:lnTo>
                    <a:pt x="2061316" y="2053105"/>
                  </a:lnTo>
                  <a:lnTo>
                    <a:pt x="2027244" y="2143165"/>
                  </a:lnTo>
                  <a:lnTo>
                    <a:pt x="1993443" y="2230623"/>
                  </a:lnTo>
                  <a:lnTo>
                    <a:pt x="1959932" y="2315078"/>
                  </a:lnTo>
                  <a:lnTo>
                    <a:pt x="1926711" y="2396197"/>
                  </a:lnTo>
                  <a:lnTo>
                    <a:pt x="1893759" y="2473716"/>
                  </a:lnTo>
                  <a:lnTo>
                    <a:pt x="1861030" y="2547444"/>
                  </a:lnTo>
                  <a:lnTo>
                    <a:pt x="1828453" y="2617259"/>
                  </a:lnTo>
                  <a:lnTo>
                    <a:pt x="1795931" y="2683104"/>
                  </a:lnTo>
                  <a:lnTo>
                    <a:pt x="1763334" y="2744986"/>
                  </a:lnTo>
                  <a:lnTo>
                    <a:pt x="1730502" y="2802964"/>
                  </a:lnTo>
                  <a:lnTo>
                    <a:pt x="1719082" y="2822083"/>
                  </a:lnTo>
                  <a:lnTo>
                    <a:pt x="1673127" y="2893442"/>
                  </a:lnTo>
                  <a:lnTo>
                    <a:pt x="1625634" y="2957700"/>
                  </a:lnTo>
                  <a:lnTo>
                    <a:pt x="1575877" y="3015213"/>
                  </a:lnTo>
                  <a:lnTo>
                    <a:pt x="1523046" y="3066589"/>
                  </a:lnTo>
                  <a:lnTo>
                    <a:pt x="1466312" y="3112514"/>
                  </a:lnTo>
                  <a:lnTo>
                    <a:pt x="1404897" y="3153655"/>
                  </a:lnTo>
                  <a:lnTo>
                    <a:pt x="1338163" y="3190598"/>
                  </a:lnTo>
                  <a:lnTo>
                    <a:pt x="1265724" y="3223822"/>
                  </a:lnTo>
                  <a:lnTo>
                    <a:pt x="1187596" y="3253682"/>
                  </a:lnTo>
                  <a:lnTo>
                    <a:pt x="1104384" y="3280400"/>
                  </a:lnTo>
                  <a:lnTo>
                    <a:pt x="1017458" y="3304077"/>
                  </a:lnTo>
                  <a:lnTo>
                    <a:pt x="929089" y="3324710"/>
                  </a:lnTo>
                  <a:lnTo>
                    <a:pt x="842440" y="3342235"/>
                  </a:lnTo>
                  <a:lnTo>
                    <a:pt x="761331" y="3356585"/>
                  </a:lnTo>
                  <a:lnTo>
                    <a:pt x="689735" y="3367764"/>
                  </a:lnTo>
                  <a:lnTo>
                    <a:pt x="631063" y="3375911"/>
                  </a:lnTo>
                  <a:lnTo>
                    <a:pt x="587419" y="3381334"/>
                  </a:lnTo>
                  <a:lnTo>
                    <a:pt x="559054" y="3384503"/>
                  </a:lnTo>
                  <a:lnTo>
                    <a:pt x="544186" y="3386003"/>
                  </a:lnTo>
                  <a:lnTo>
                    <a:pt x="539158" y="3386464"/>
                  </a:lnTo>
                  <a:lnTo>
                    <a:pt x="538736" y="3386500"/>
                  </a:lnTo>
                  <a:lnTo>
                    <a:pt x="0" y="33865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0" name="pg1790"/>
            <p:cNvSpPr/>
            <p:nvPr/>
          </p:nvSpPr>
          <p:spPr>
            <a:xfrm>
              <a:off x="546595" y="641566"/>
              <a:ext cx="8234974" cy="4812968"/>
            </a:xfrm>
            <a:custGeom>
              <a:avLst/>
              <a:pathLst>
                <a:path w="8234974" h="4812968">
                  <a:moveTo>
                    <a:pt x="0" y="4812968"/>
                  </a:moveTo>
                  <a:lnTo>
                    <a:pt x="538736" y="4812968"/>
                  </a:lnTo>
                  <a:lnTo>
                    <a:pt x="539905" y="4812884"/>
                  </a:lnTo>
                  <a:lnTo>
                    <a:pt x="547553" y="4812283"/>
                  </a:lnTo>
                  <a:lnTo>
                    <a:pt x="566691" y="4810622"/>
                  </a:lnTo>
                  <a:lnTo>
                    <a:pt x="600548" y="4807359"/>
                  </a:lnTo>
                  <a:lnTo>
                    <a:pt x="650279" y="4802013"/>
                  </a:lnTo>
                  <a:lnTo>
                    <a:pt x="714908" y="4794220"/>
                  </a:lnTo>
                  <a:lnTo>
                    <a:pt x="791660" y="4783766"/>
                  </a:lnTo>
                  <a:lnTo>
                    <a:pt x="876657" y="4770581"/>
                  </a:lnTo>
                  <a:lnTo>
                    <a:pt x="965733" y="4754693"/>
                  </a:lnTo>
                  <a:lnTo>
                    <a:pt x="1055128" y="4736165"/>
                  </a:lnTo>
                  <a:lnTo>
                    <a:pt x="1141919" y="4715036"/>
                  </a:lnTo>
                  <a:lnTo>
                    <a:pt x="1224151" y="4691273"/>
                  </a:lnTo>
                  <a:lnTo>
                    <a:pt x="1300776" y="4664742"/>
                  </a:lnTo>
                  <a:lnTo>
                    <a:pt x="1371473" y="4635195"/>
                  </a:lnTo>
                  <a:lnTo>
                    <a:pt x="1436449" y="4602270"/>
                  </a:lnTo>
                  <a:lnTo>
                    <a:pt x="1496254" y="4565502"/>
                  </a:lnTo>
                  <a:lnTo>
                    <a:pt x="1551643" y="4524341"/>
                  </a:lnTo>
                  <a:lnTo>
                    <a:pt x="1603465" y="4478188"/>
                  </a:lnTo>
                  <a:lnTo>
                    <a:pt x="1652585" y="4426472"/>
                  </a:lnTo>
                  <a:lnTo>
                    <a:pt x="1699811" y="4368761"/>
                  </a:lnTo>
                  <a:lnTo>
                    <a:pt x="1719082" y="4342923"/>
                  </a:lnTo>
                  <a:lnTo>
                    <a:pt x="1754608" y="4291909"/>
                  </a:lnTo>
                  <a:lnTo>
                    <a:pt x="1789801" y="4237140"/>
                  </a:lnTo>
                  <a:lnTo>
                    <a:pt x="1824875" y="4178541"/>
                  </a:lnTo>
                  <a:lnTo>
                    <a:pt x="1859996" y="4116096"/>
                  </a:lnTo>
                  <a:lnTo>
                    <a:pt x="1895292" y="4049859"/>
                  </a:lnTo>
                  <a:lnTo>
                    <a:pt x="1930850" y="3979959"/>
                  </a:lnTo>
                  <a:lnTo>
                    <a:pt x="1966724" y="3906602"/>
                  </a:lnTo>
                  <a:lnTo>
                    <a:pt x="2002937" y="3830076"/>
                  </a:lnTo>
                  <a:lnTo>
                    <a:pt x="2039483" y="3750745"/>
                  </a:lnTo>
                  <a:lnTo>
                    <a:pt x="2076331" y="3669050"/>
                  </a:lnTo>
                  <a:lnTo>
                    <a:pt x="2113429" y="3585495"/>
                  </a:lnTo>
                  <a:lnTo>
                    <a:pt x="2150708" y="3500637"/>
                  </a:lnTo>
                  <a:lnTo>
                    <a:pt x="2188086" y="3415074"/>
                  </a:lnTo>
                  <a:lnTo>
                    <a:pt x="2225478" y="3329422"/>
                  </a:lnTo>
                  <a:lnTo>
                    <a:pt x="2262794" y="3244300"/>
                  </a:lnTo>
                  <a:lnTo>
                    <a:pt x="2299951" y="3160314"/>
                  </a:lnTo>
                  <a:lnTo>
                    <a:pt x="2336877" y="3078034"/>
                  </a:lnTo>
                  <a:lnTo>
                    <a:pt x="2373513" y="2997980"/>
                  </a:lnTo>
                  <a:lnTo>
                    <a:pt x="2409823" y="2920612"/>
                  </a:lnTo>
                  <a:lnTo>
                    <a:pt x="2445793" y="2846317"/>
                  </a:lnTo>
                  <a:lnTo>
                    <a:pt x="2481437" y="2775406"/>
                  </a:lnTo>
                  <a:lnTo>
                    <a:pt x="2516800" y="2708106"/>
                  </a:lnTo>
                  <a:lnTo>
                    <a:pt x="2551960" y="2644569"/>
                  </a:lnTo>
                  <a:lnTo>
                    <a:pt x="2587032" y="2584870"/>
                  </a:lnTo>
                  <a:lnTo>
                    <a:pt x="2622171" y="2529013"/>
                  </a:lnTo>
                  <a:lnTo>
                    <a:pt x="2657577" y="2476937"/>
                  </a:lnTo>
                  <a:lnTo>
                    <a:pt x="2667772" y="2462744"/>
                  </a:lnTo>
                  <a:lnTo>
                    <a:pt x="2714417" y="2402482"/>
                  </a:lnTo>
                  <a:lnTo>
                    <a:pt x="2762656" y="2348307"/>
                  </a:lnTo>
                  <a:lnTo>
                    <a:pt x="2813250" y="2299903"/>
                  </a:lnTo>
                  <a:lnTo>
                    <a:pt x="2867048" y="2256737"/>
                  </a:lnTo>
                  <a:lnTo>
                    <a:pt x="2924915" y="2218210"/>
                  </a:lnTo>
                  <a:lnTo>
                    <a:pt x="2987656" y="2183747"/>
                  </a:lnTo>
                  <a:lnTo>
                    <a:pt x="3055922" y="2152844"/>
                  </a:lnTo>
                  <a:lnTo>
                    <a:pt x="3130083" y="2125093"/>
                  </a:lnTo>
                  <a:lnTo>
                    <a:pt x="3210062" y="2100200"/>
                  </a:lnTo>
                  <a:lnTo>
                    <a:pt x="3295136" y="2077984"/>
                  </a:lnTo>
                  <a:lnTo>
                    <a:pt x="3383747" y="2058371"/>
                  </a:lnTo>
                  <a:lnTo>
                    <a:pt x="3473371" y="2041376"/>
                  </a:lnTo>
                  <a:lnTo>
                    <a:pt x="3560563" y="2027059"/>
                  </a:lnTo>
                  <a:lnTo>
                    <a:pt x="3641254" y="2015469"/>
                  </a:lnTo>
                  <a:lnTo>
                    <a:pt x="3711350" y="2006586"/>
                  </a:lnTo>
                  <a:lnTo>
                    <a:pt x="3767518" y="2000256"/>
                  </a:lnTo>
                  <a:lnTo>
                    <a:pt x="3807969" y="1996179"/>
                  </a:lnTo>
                  <a:lnTo>
                    <a:pt x="3832958" y="1993915"/>
                  </a:lnTo>
                  <a:lnTo>
                    <a:pt x="3844876" y="1992940"/>
                  </a:lnTo>
                  <a:lnTo>
                    <a:pt x="3848118" y="1992699"/>
                  </a:lnTo>
                  <a:lnTo>
                    <a:pt x="4386855" y="1992699"/>
                  </a:lnTo>
                  <a:lnTo>
                    <a:pt x="4388087" y="1992636"/>
                  </a:lnTo>
                  <a:lnTo>
                    <a:pt x="4396137" y="1992190"/>
                  </a:lnTo>
                  <a:lnTo>
                    <a:pt x="4416244" y="1990954"/>
                  </a:lnTo>
                  <a:lnTo>
                    <a:pt x="4451719" y="1988528"/>
                  </a:lnTo>
                  <a:lnTo>
                    <a:pt x="4503638" y="1984559"/>
                  </a:lnTo>
                  <a:lnTo>
                    <a:pt x="4570800" y="1978785"/>
                  </a:lnTo>
                  <a:lnTo>
                    <a:pt x="4650128" y="1971057"/>
                  </a:lnTo>
                  <a:lnTo>
                    <a:pt x="4737455" y="1961335"/>
                  </a:lnTo>
                  <a:lnTo>
                    <a:pt x="4828410" y="1949645"/>
                  </a:lnTo>
                  <a:lnTo>
                    <a:pt x="4919142" y="1936035"/>
                  </a:lnTo>
                  <a:lnTo>
                    <a:pt x="5006738" y="1920525"/>
                  </a:lnTo>
                  <a:lnTo>
                    <a:pt x="5089328" y="1903078"/>
                  </a:lnTo>
                  <a:lnTo>
                    <a:pt x="5165980" y="1883578"/>
                  </a:lnTo>
                  <a:lnTo>
                    <a:pt x="5236499" y="1861820"/>
                  </a:lnTo>
                  <a:lnTo>
                    <a:pt x="5301207" y="1837517"/>
                  </a:lnTo>
                  <a:lnTo>
                    <a:pt x="5360752" y="1810304"/>
                  </a:lnTo>
                  <a:lnTo>
                    <a:pt x="5415968" y="1779758"/>
                  </a:lnTo>
                  <a:lnTo>
                    <a:pt x="5467765" y="1745435"/>
                  </a:lnTo>
                  <a:lnTo>
                    <a:pt x="5517042" y="1706930"/>
                  </a:lnTo>
                  <a:lnTo>
                    <a:pt x="5564613" y="1663989"/>
                  </a:lnTo>
                  <a:lnTo>
                    <a:pt x="5567201" y="1661490"/>
                  </a:lnTo>
                  <a:lnTo>
                    <a:pt x="5607558" y="1620420"/>
                  </a:lnTo>
                  <a:lnTo>
                    <a:pt x="5647523" y="1575920"/>
                  </a:lnTo>
                  <a:lnTo>
                    <a:pt x="5687398" y="1527924"/>
                  </a:lnTo>
                  <a:lnTo>
                    <a:pt x="5727407" y="1476439"/>
                  </a:lnTo>
                  <a:lnTo>
                    <a:pt x="5767708" y="1421558"/>
                  </a:lnTo>
                  <a:lnTo>
                    <a:pt x="5808399" y="1363463"/>
                  </a:lnTo>
                  <a:lnTo>
                    <a:pt x="5849525" y="1302432"/>
                  </a:lnTo>
                  <a:lnTo>
                    <a:pt x="5891081" y="1238833"/>
                  </a:lnTo>
                  <a:lnTo>
                    <a:pt x="5933022" y="1173124"/>
                  </a:lnTo>
                  <a:lnTo>
                    <a:pt x="5975266" y="1105835"/>
                  </a:lnTo>
                  <a:lnTo>
                    <a:pt x="6017706" y="1037558"/>
                  </a:lnTo>
                  <a:lnTo>
                    <a:pt x="6060220" y="968921"/>
                  </a:lnTo>
                  <a:lnTo>
                    <a:pt x="6102676" y="900567"/>
                  </a:lnTo>
                  <a:lnTo>
                    <a:pt x="6144950" y="833125"/>
                  </a:lnTo>
                  <a:lnTo>
                    <a:pt x="6186933" y="767194"/>
                  </a:lnTo>
                  <a:lnTo>
                    <a:pt x="6228539" y="703313"/>
                  </a:lnTo>
                  <a:lnTo>
                    <a:pt x="6269718" y="641948"/>
                  </a:lnTo>
                  <a:lnTo>
                    <a:pt x="6310461" y="583480"/>
                  </a:lnTo>
                  <a:lnTo>
                    <a:pt x="6350805" y="528197"/>
                  </a:lnTo>
                  <a:lnTo>
                    <a:pt x="6390842" y="476292"/>
                  </a:lnTo>
                  <a:lnTo>
                    <a:pt x="6430723" y="427870"/>
                  </a:lnTo>
                  <a:lnTo>
                    <a:pt x="6470663" y="382947"/>
                  </a:lnTo>
                  <a:lnTo>
                    <a:pt x="6510953" y="341466"/>
                  </a:lnTo>
                  <a:lnTo>
                    <a:pt x="6515891" y="336653"/>
                  </a:lnTo>
                  <a:lnTo>
                    <a:pt x="6563388" y="293465"/>
                  </a:lnTo>
                  <a:lnTo>
                    <a:pt x="6612552" y="254720"/>
                  </a:lnTo>
                  <a:lnTo>
                    <a:pt x="6664186" y="220176"/>
                  </a:lnTo>
                  <a:lnTo>
                    <a:pt x="6719190" y="189434"/>
                  </a:lnTo>
                  <a:lnTo>
                    <a:pt x="6778473" y="162048"/>
                  </a:lnTo>
                  <a:lnTo>
                    <a:pt x="6842877" y="137594"/>
                  </a:lnTo>
                  <a:lnTo>
                    <a:pt x="6913063" y="115704"/>
                  </a:lnTo>
                  <a:lnTo>
                    <a:pt x="6989377" y="96085"/>
                  </a:lnTo>
                  <a:lnTo>
                    <a:pt x="7071656" y="78529"/>
                  </a:lnTo>
                  <a:lnTo>
                    <a:pt x="7159015" y="62914"/>
                  </a:lnTo>
                  <a:lnTo>
                    <a:pt x="7249640" y="49199"/>
                  </a:lnTo>
                  <a:lnTo>
                    <a:pt x="7340675" y="37402"/>
                  </a:lnTo>
                  <a:lnTo>
                    <a:pt x="7428315" y="27570"/>
                  </a:lnTo>
                  <a:lnTo>
                    <a:pt x="7508199" y="19733"/>
                  </a:lnTo>
                  <a:lnTo>
                    <a:pt x="7576125" y="13854"/>
                  </a:lnTo>
                  <a:lnTo>
                    <a:pt x="7628937" y="9791"/>
                  </a:lnTo>
                  <a:lnTo>
                    <a:pt x="7665312" y="7288"/>
                  </a:lnTo>
                  <a:lnTo>
                    <a:pt x="7686200" y="5997"/>
                  </a:lnTo>
                  <a:lnTo>
                    <a:pt x="7694794" y="551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5" y="62"/>
                  </a:lnTo>
                  <a:lnTo>
                    <a:pt x="7686955" y="509"/>
                  </a:lnTo>
                  <a:lnTo>
                    <a:pt x="7666849" y="1745"/>
                  </a:lnTo>
                  <a:lnTo>
                    <a:pt x="7631373" y="4170"/>
                  </a:lnTo>
                  <a:lnTo>
                    <a:pt x="7579454" y="8139"/>
                  </a:lnTo>
                  <a:lnTo>
                    <a:pt x="7512293" y="13914"/>
                  </a:lnTo>
                  <a:lnTo>
                    <a:pt x="7432964" y="21641"/>
                  </a:lnTo>
                  <a:lnTo>
                    <a:pt x="7345637" y="31363"/>
                  </a:lnTo>
                  <a:lnTo>
                    <a:pt x="7254683" y="43053"/>
                  </a:lnTo>
                  <a:lnTo>
                    <a:pt x="7163951" y="56664"/>
                  </a:lnTo>
                  <a:lnTo>
                    <a:pt x="7076355" y="72173"/>
                  </a:lnTo>
                  <a:lnTo>
                    <a:pt x="6993765" y="89620"/>
                  </a:lnTo>
                  <a:lnTo>
                    <a:pt x="6917112" y="109121"/>
                  </a:lnTo>
                  <a:lnTo>
                    <a:pt x="6846593" y="130878"/>
                  </a:lnTo>
                  <a:lnTo>
                    <a:pt x="6781886" y="155182"/>
                  </a:lnTo>
                  <a:lnTo>
                    <a:pt x="6722341" y="182395"/>
                  </a:lnTo>
                  <a:lnTo>
                    <a:pt x="6667124" y="212941"/>
                  </a:lnTo>
                  <a:lnTo>
                    <a:pt x="6615328" y="247264"/>
                  </a:lnTo>
                  <a:lnTo>
                    <a:pt x="6566050" y="285769"/>
                  </a:lnTo>
                  <a:lnTo>
                    <a:pt x="6518479" y="328710"/>
                  </a:lnTo>
                  <a:lnTo>
                    <a:pt x="6515891" y="331209"/>
                  </a:lnTo>
                  <a:lnTo>
                    <a:pt x="6475535" y="372278"/>
                  </a:lnTo>
                  <a:lnTo>
                    <a:pt x="6435569" y="416778"/>
                  </a:lnTo>
                  <a:lnTo>
                    <a:pt x="6395694" y="464775"/>
                  </a:lnTo>
                  <a:lnTo>
                    <a:pt x="6355685" y="516260"/>
                  </a:lnTo>
                  <a:lnTo>
                    <a:pt x="6315385" y="571141"/>
                  </a:lnTo>
                  <a:lnTo>
                    <a:pt x="6274693" y="629235"/>
                  </a:lnTo>
                  <a:lnTo>
                    <a:pt x="6233568" y="690266"/>
                  </a:lnTo>
                  <a:lnTo>
                    <a:pt x="6192011" y="753865"/>
                  </a:lnTo>
                  <a:lnTo>
                    <a:pt x="6150071" y="819575"/>
                  </a:lnTo>
                  <a:lnTo>
                    <a:pt x="6107826" y="886863"/>
                  </a:lnTo>
                  <a:lnTo>
                    <a:pt x="6065386" y="955140"/>
                  </a:lnTo>
                  <a:lnTo>
                    <a:pt x="6022873" y="1023777"/>
                  </a:lnTo>
                  <a:lnTo>
                    <a:pt x="5980417" y="1092132"/>
                  </a:lnTo>
                  <a:lnTo>
                    <a:pt x="5938142" y="1159573"/>
                  </a:lnTo>
                  <a:lnTo>
                    <a:pt x="5896160" y="1225504"/>
                  </a:lnTo>
                  <a:lnTo>
                    <a:pt x="5854554" y="1289386"/>
                  </a:lnTo>
                  <a:lnTo>
                    <a:pt x="5813374" y="1350751"/>
                  </a:lnTo>
                  <a:lnTo>
                    <a:pt x="5772632" y="1409219"/>
                  </a:lnTo>
                  <a:lnTo>
                    <a:pt x="5732288" y="1464502"/>
                  </a:lnTo>
                  <a:lnTo>
                    <a:pt x="5692251" y="1516406"/>
                  </a:lnTo>
                  <a:lnTo>
                    <a:pt x="5652370" y="1564829"/>
                  </a:lnTo>
                  <a:lnTo>
                    <a:pt x="5612430" y="1609752"/>
                  </a:lnTo>
                  <a:lnTo>
                    <a:pt x="5572140" y="1651233"/>
                  </a:lnTo>
                  <a:lnTo>
                    <a:pt x="5567201" y="1656045"/>
                  </a:lnTo>
                  <a:lnTo>
                    <a:pt x="5519704" y="1699233"/>
                  </a:lnTo>
                  <a:lnTo>
                    <a:pt x="5470541" y="1737978"/>
                  </a:lnTo>
                  <a:lnTo>
                    <a:pt x="5418906" y="1772522"/>
                  </a:lnTo>
                  <a:lnTo>
                    <a:pt x="5363903" y="1803265"/>
                  </a:lnTo>
                  <a:lnTo>
                    <a:pt x="5304619" y="1830651"/>
                  </a:lnTo>
                  <a:lnTo>
                    <a:pt x="5240216" y="1855104"/>
                  </a:lnTo>
                  <a:lnTo>
                    <a:pt x="5170029" y="1876994"/>
                  </a:lnTo>
                  <a:lnTo>
                    <a:pt x="5093716" y="1896613"/>
                  </a:lnTo>
                  <a:lnTo>
                    <a:pt x="5011437" y="1914169"/>
                  </a:lnTo>
                  <a:lnTo>
                    <a:pt x="4924078" y="1929784"/>
                  </a:lnTo>
                  <a:lnTo>
                    <a:pt x="4833452" y="1943500"/>
                  </a:lnTo>
                  <a:lnTo>
                    <a:pt x="4742417" y="1955297"/>
                  </a:lnTo>
                  <a:lnTo>
                    <a:pt x="4654778" y="1965129"/>
                  </a:lnTo>
                  <a:lnTo>
                    <a:pt x="4574894" y="1972966"/>
                  </a:lnTo>
                  <a:lnTo>
                    <a:pt x="4506967" y="1978845"/>
                  </a:lnTo>
                  <a:lnTo>
                    <a:pt x="4454156" y="1982908"/>
                  </a:lnTo>
                  <a:lnTo>
                    <a:pt x="4417780" y="1985410"/>
                  </a:lnTo>
                  <a:lnTo>
                    <a:pt x="4396893" y="1986701"/>
                  </a:lnTo>
                  <a:lnTo>
                    <a:pt x="4388298" y="1987181"/>
                  </a:lnTo>
                  <a:lnTo>
                    <a:pt x="4386855" y="1987254"/>
                  </a:lnTo>
                  <a:lnTo>
                    <a:pt x="3848118" y="1987254"/>
                  </a:lnTo>
                  <a:lnTo>
                    <a:pt x="3846949" y="1987339"/>
                  </a:lnTo>
                  <a:lnTo>
                    <a:pt x="3839301" y="1987939"/>
                  </a:lnTo>
                  <a:lnTo>
                    <a:pt x="3820163" y="1989600"/>
                  </a:lnTo>
                  <a:lnTo>
                    <a:pt x="3786307" y="1992863"/>
                  </a:lnTo>
                  <a:lnTo>
                    <a:pt x="3736575" y="1998209"/>
                  </a:lnTo>
                  <a:lnTo>
                    <a:pt x="3671947" y="2006002"/>
                  </a:lnTo>
                  <a:lnTo>
                    <a:pt x="3595195" y="2016456"/>
                  </a:lnTo>
                  <a:lnTo>
                    <a:pt x="3510198" y="2029641"/>
                  </a:lnTo>
                  <a:lnTo>
                    <a:pt x="3421122" y="2045529"/>
                  </a:lnTo>
                  <a:lnTo>
                    <a:pt x="3331726" y="2064057"/>
                  </a:lnTo>
                  <a:lnTo>
                    <a:pt x="3244936" y="2085186"/>
                  </a:lnTo>
                  <a:lnTo>
                    <a:pt x="3162704" y="2108949"/>
                  </a:lnTo>
                  <a:lnTo>
                    <a:pt x="3086079" y="2135480"/>
                  </a:lnTo>
                  <a:lnTo>
                    <a:pt x="3015381" y="2165028"/>
                  </a:lnTo>
                  <a:lnTo>
                    <a:pt x="2950406" y="2197952"/>
                  </a:lnTo>
                  <a:lnTo>
                    <a:pt x="2890601" y="2234720"/>
                  </a:lnTo>
                  <a:lnTo>
                    <a:pt x="2835212" y="2275882"/>
                  </a:lnTo>
                  <a:lnTo>
                    <a:pt x="2783389" y="2322034"/>
                  </a:lnTo>
                  <a:lnTo>
                    <a:pt x="2734269" y="2373750"/>
                  </a:lnTo>
                  <a:lnTo>
                    <a:pt x="2687044" y="2431462"/>
                  </a:lnTo>
                  <a:lnTo>
                    <a:pt x="2667772" y="2457299"/>
                  </a:lnTo>
                  <a:lnTo>
                    <a:pt x="2632246" y="2508313"/>
                  </a:lnTo>
                  <a:lnTo>
                    <a:pt x="2597054" y="2563082"/>
                  </a:lnTo>
                  <a:lnTo>
                    <a:pt x="2561980" y="2621682"/>
                  </a:lnTo>
                  <a:lnTo>
                    <a:pt x="2526858" y="2684126"/>
                  </a:lnTo>
                  <a:lnTo>
                    <a:pt x="2491563" y="2750363"/>
                  </a:lnTo>
                  <a:lnTo>
                    <a:pt x="2456005" y="2820263"/>
                  </a:lnTo>
                  <a:lnTo>
                    <a:pt x="2420131" y="2893620"/>
                  </a:lnTo>
                  <a:lnTo>
                    <a:pt x="2383918" y="2970147"/>
                  </a:lnTo>
                  <a:lnTo>
                    <a:pt x="2347372" y="3049477"/>
                  </a:lnTo>
                  <a:lnTo>
                    <a:pt x="2310524" y="3131172"/>
                  </a:lnTo>
                  <a:lnTo>
                    <a:pt x="2273426" y="3214727"/>
                  </a:lnTo>
                  <a:lnTo>
                    <a:pt x="2236147" y="3299585"/>
                  </a:lnTo>
                  <a:lnTo>
                    <a:pt x="2198768" y="3385148"/>
                  </a:lnTo>
                  <a:lnTo>
                    <a:pt x="2161377" y="3470801"/>
                  </a:lnTo>
                  <a:lnTo>
                    <a:pt x="2124061" y="3555922"/>
                  </a:lnTo>
                  <a:lnTo>
                    <a:pt x="2086904" y="3639908"/>
                  </a:lnTo>
                  <a:lnTo>
                    <a:pt x="2049978" y="3722188"/>
                  </a:lnTo>
                  <a:lnTo>
                    <a:pt x="2013342" y="3802242"/>
                  </a:lnTo>
                  <a:lnTo>
                    <a:pt x="1977032" y="3879610"/>
                  </a:lnTo>
                  <a:lnTo>
                    <a:pt x="1941062" y="3953905"/>
                  </a:lnTo>
                  <a:lnTo>
                    <a:pt x="1905418" y="4024817"/>
                  </a:lnTo>
                  <a:lnTo>
                    <a:pt x="1870055" y="4092116"/>
                  </a:lnTo>
                  <a:lnTo>
                    <a:pt x="1834894" y="4155653"/>
                  </a:lnTo>
                  <a:lnTo>
                    <a:pt x="1799822" y="4215352"/>
                  </a:lnTo>
                  <a:lnTo>
                    <a:pt x="1764683" y="4271209"/>
                  </a:lnTo>
                  <a:lnTo>
                    <a:pt x="1729277" y="4323285"/>
                  </a:lnTo>
                  <a:lnTo>
                    <a:pt x="1719082" y="4337478"/>
                  </a:lnTo>
                  <a:lnTo>
                    <a:pt x="1672438" y="4397740"/>
                  </a:lnTo>
                  <a:lnTo>
                    <a:pt x="1624199" y="4451915"/>
                  </a:lnTo>
                  <a:lnTo>
                    <a:pt x="1573605" y="4500319"/>
                  </a:lnTo>
                  <a:lnTo>
                    <a:pt x="1519807" y="4543486"/>
                  </a:lnTo>
                  <a:lnTo>
                    <a:pt x="1461940" y="4582012"/>
                  </a:lnTo>
                  <a:lnTo>
                    <a:pt x="1399199" y="4616475"/>
                  </a:lnTo>
                  <a:lnTo>
                    <a:pt x="1330933" y="4647379"/>
                  </a:lnTo>
                  <a:lnTo>
                    <a:pt x="1256772" y="4675129"/>
                  </a:lnTo>
                  <a:lnTo>
                    <a:pt x="1176793" y="4700022"/>
                  </a:lnTo>
                  <a:lnTo>
                    <a:pt x="1091718" y="4722238"/>
                  </a:lnTo>
                  <a:lnTo>
                    <a:pt x="1003107" y="4741851"/>
                  </a:lnTo>
                  <a:lnTo>
                    <a:pt x="913483" y="4758846"/>
                  </a:lnTo>
                  <a:lnTo>
                    <a:pt x="826292" y="4773163"/>
                  </a:lnTo>
                  <a:lnTo>
                    <a:pt x="745600" y="4784753"/>
                  </a:lnTo>
                  <a:lnTo>
                    <a:pt x="675505" y="4793637"/>
                  </a:lnTo>
                  <a:lnTo>
                    <a:pt x="619337" y="4799966"/>
                  </a:lnTo>
                  <a:lnTo>
                    <a:pt x="578885" y="4804043"/>
                  </a:lnTo>
                  <a:lnTo>
                    <a:pt x="553897" y="4806307"/>
                  </a:lnTo>
                  <a:lnTo>
                    <a:pt x="541978" y="4807282"/>
                  </a:lnTo>
                  <a:lnTo>
                    <a:pt x="538736" y="4807523"/>
                  </a:lnTo>
                  <a:lnTo>
                    <a:pt x="0" y="4807523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91" name="pl1791"/>
            <p:cNvSpPr/>
            <p:nvPr/>
          </p:nvSpPr>
          <p:spPr>
            <a:xfrm>
              <a:off x="546595" y="647011"/>
              <a:ext cx="8234974" cy="4807523"/>
            </a:xfrm>
            <a:custGeom>
              <a:avLst/>
              <a:pathLst>
                <a:path w="8234974" h="4807523">
                  <a:moveTo>
                    <a:pt x="0" y="4807523"/>
                  </a:moveTo>
                  <a:lnTo>
                    <a:pt x="538736" y="4807523"/>
                  </a:lnTo>
                  <a:lnTo>
                    <a:pt x="539905" y="4807439"/>
                  </a:lnTo>
                  <a:lnTo>
                    <a:pt x="547553" y="4806838"/>
                  </a:lnTo>
                  <a:lnTo>
                    <a:pt x="566691" y="4805177"/>
                  </a:lnTo>
                  <a:lnTo>
                    <a:pt x="600548" y="4801915"/>
                  </a:lnTo>
                  <a:lnTo>
                    <a:pt x="650279" y="4796569"/>
                  </a:lnTo>
                  <a:lnTo>
                    <a:pt x="714908" y="4788775"/>
                  </a:lnTo>
                  <a:lnTo>
                    <a:pt x="791660" y="4778322"/>
                  </a:lnTo>
                  <a:lnTo>
                    <a:pt x="876657" y="4765137"/>
                  </a:lnTo>
                  <a:lnTo>
                    <a:pt x="965733" y="4749248"/>
                  </a:lnTo>
                  <a:lnTo>
                    <a:pt x="1055128" y="4730721"/>
                  </a:lnTo>
                  <a:lnTo>
                    <a:pt x="1141919" y="4709592"/>
                  </a:lnTo>
                  <a:lnTo>
                    <a:pt x="1224151" y="4685829"/>
                  </a:lnTo>
                  <a:lnTo>
                    <a:pt x="1300776" y="4659297"/>
                  </a:lnTo>
                  <a:lnTo>
                    <a:pt x="1371473" y="4629750"/>
                  </a:lnTo>
                  <a:lnTo>
                    <a:pt x="1436449" y="4596825"/>
                  </a:lnTo>
                  <a:lnTo>
                    <a:pt x="1496254" y="4560058"/>
                  </a:lnTo>
                  <a:lnTo>
                    <a:pt x="1551643" y="4518896"/>
                  </a:lnTo>
                  <a:lnTo>
                    <a:pt x="1603465" y="4472744"/>
                  </a:lnTo>
                  <a:lnTo>
                    <a:pt x="1652585" y="4421027"/>
                  </a:lnTo>
                  <a:lnTo>
                    <a:pt x="1699811" y="4363316"/>
                  </a:lnTo>
                  <a:lnTo>
                    <a:pt x="1719082" y="4337478"/>
                  </a:lnTo>
                  <a:lnTo>
                    <a:pt x="1754608" y="4286464"/>
                  </a:lnTo>
                  <a:lnTo>
                    <a:pt x="1789801" y="4231696"/>
                  </a:lnTo>
                  <a:lnTo>
                    <a:pt x="1824875" y="4173096"/>
                  </a:lnTo>
                  <a:lnTo>
                    <a:pt x="1859996" y="4110651"/>
                  </a:lnTo>
                  <a:lnTo>
                    <a:pt x="1895292" y="4044414"/>
                  </a:lnTo>
                  <a:lnTo>
                    <a:pt x="1930850" y="3974514"/>
                  </a:lnTo>
                  <a:lnTo>
                    <a:pt x="1966724" y="3901158"/>
                  </a:lnTo>
                  <a:lnTo>
                    <a:pt x="2002937" y="3824631"/>
                  </a:lnTo>
                  <a:lnTo>
                    <a:pt x="2039483" y="3745301"/>
                  </a:lnTo>
                  <a:lnTo>
                    <a:pt x="2076331" y="3663606"/>
                  </a:lnTo>
                  <a:lnTo>
                    <a:pt x="2113429" y="3580050"/>
                  </a:lnTo>
                  <a:lnTo>
                    <a:pt x="2150708" y="3495193"/>
                  </a:lnTo>
                  <a:lnTo>
                    <a:pt x="2188086" y="3409629"/>
                  </a:lnTo>
                  <a:lnTo>
                    <a:pt x="2225478" y="3323977"/>
                  </a:lnTo>
                  <a:lnTo>
                    <a:pt x="2262794" y="3238856"/>
                  </a:lnTo>
                  <a:lnTo>
                    <a:pt x="2299951" y="3154870"/>
                  </a:lnTo>
                  <a:lnTo>
                    <a:pt x="2336877" y="3072589"/>
                  </a:lnTo>
                  <a:lnTo>
                    <a:pt x="2373513" y="2992536"/>
                  </a:lnTo>
                  <a:lnTo>
                    <a:pt x="2409823" y="2915168"/>
                  </a:lnTo>
                  <a:lnTo>
                    <a:pt x="2445793" y="2840873"/>
                  </a:lnTo>
                  <a:lnTo>
                    <a:pt x="2481437" y="2769961"/>
                  </a:lnTo>
                  <a:lnTo>
                    <a:pt x="2516800" y="2702662"/>
                  </a:lnTo>
                  <a:lnTo>
                    <a:pt x="2551960" y="2639125"/>
                  </a:lnTo>
                  <a:lnTo>
                    <a:pt x="2587032" y="2579426"/>
                  </a:lnTo>
                  <a:lnTo>
                    <a:pt x="2622171" y="2523568"/>
                  </a:lnTo>
                  <a:lnTo>
                    <a:pt x="2657577" y="2471493"/>
                  </a:lnTo>
                  <a:lnTo>
                    <a:pt x="2667772" y="2457299"/>
                  </a:lnTo>
                  <a:lnTo>
                    <a:pt x="2714417" y="2397037"/>
                  </a:lnTo>
                  <a:lnTo>
                    <a:pt x="2762656" y="2342863"/>
                  </a:lnTo>
                  <a:lnTo>
                    <a:pt x="2813250" y="2294459"/>
                  </a:lnTo>
                  <a:lnTo>
                    <a:pt x="2867048" y="2251292"/>
                  </a:lnTo>
                  <a:lnTo>
                    <a:pt x="2924915" y="2212765"/>
                  </a:lnTo>
                  <a:lnTo>
                    <a:pt x="2987656" y="2178302"/>
                  </a:lnTo>
                  <a:lnTo>
                    <a:pt x="3055922" y="2147399"/>
                  </a:lnTo>
                  <a:lnTo>
                    <a:pt x="3130083" y="2119648"/>
                  </a:lnTo>
                  <a:lnTo>
                    <a:pt x="3210062" y="2094755"/>
                  </a:lnTo>
                  <a:lnTo>
                    <a:pt x="3295136" y="2072539"/>
                  </a:lnTo>
                  <a:lnTo>
                    <a:pt x="3383747" y="2052927"/>
                  </a:lnTo>
                  <a:lnTo>
                    <a:pt x="3473371" y="2035932"/>
                  </a:lnTo>
                  <a:lnTo>
                    <a:pt x="3560563" y="2021614"/>
                  </a:lnTo>
                  <a:lnTo>
                    <a:pt x="3641254" y="2010025"/>
                  </a:lnTo>
                  <a:lnTo>
                    <a:pt x="3711350" y="2001141"/>
                  </a:lnTo>
                  <a:lnTo>
                    <a:pt x="3767518" y="1994812"/>
                  </a:lnTo>
                  <a:lnTo>
                    <a:pt x="3807969" y="1990735"/>
                  </a:lnTo>
                  <a:lnTo>
                    <a:pt x="3832958" y="1988470"/>
                  </a:lnTo>
                  <a:lnTo>
                    <a:pt x="3844876" y="1987495"/>
                  </a:lnTo>
                  <a:lnTo>
                    <a:pt x="3848031" y="1987260"/>
                  </a:lnTo>
                  <a:lnTo>
                    <a:pt x="3848118" y="1987254"/>
                  </a:lnTo>
                  <a:lnTo>
                    <a:pt x="4386855" y="1987254"/>
                  </a:lnTo>
                  <a:lnTo>
                    <a:pt x="4388087" y="1987192"/>
                  </a:lnTo>
                  <a:lnTo>
                    <a:pt x="4396137" y="1986745"/>
                  </a:lnTo>
                  <a:lnTo>
                    <a:pt x="4416244" y="1985509"/>
                  </a:lnTo>
                  <a:lnTo>
                    <a:pt x="4451719" y="1983084"/>
                  </a:lnTo>
                  <a:lnTo>
                    <a:pt x="4503638" y="1979115"/>
                  </a:lnTo>
                  <a:lnTo>
                    <a:pt x="4570800" y="1973340"/>
                  </a:lnTo>
                  <a:lnTo>
                    <a:pt x="4650128" y="1965613"/>
                  </a:lnTo>
                  <a:lnTo>
                    <a:pt x="4737455" y="1955891"/>
                  </a:lnTo>
                  <a:lnTo>
                    <a:pt x="4828410" y="1944201"/>
                  </a:lnTo>
                  <a:lnTo>
                    <a:pt x="4919142" y="1930590"/>
                  </a:lnTo>
                  <a:lnTo>
                    <a:pt x="5006738" y="1915081"/>
                  </a:lnTo>
                  <a:lnTo>
                    <a:pt x="5089328" y="1897634"/>
                  </a:lnTo>
                  <a:lnTo>
                    <a:pt x="5165980" y="1878133"/>
                  </a:lnTo>
                  <a:lnTo>
                    <a:pt x="5236499" y="1856376"/>
                  </a:lnTo>
                  <a:lnTo>
                    <a:pt x="5301207" y="1832072"/>
                  </a:lnTo>
                  <a:lnTo>
                    <a:pt x="5360752" y="1804859"/>
                  </a:lnTo>
                  <a:lnTo>
                    <a:pt x="5415968" y="1774313"/>
                  </a:lnTo>
                  <a:lnTo>
                    <a:pt x="5467765" y="1739990"/>
                  </a:lnTo>
                  <a:lnTo>
                    <a:pt x="5517042" y="1701485"/>
                  </a:lnTo>
                  <a:lnTo>
                    <a:pt x="5564613" y="1658544"/>
                  </a:lnTo>
                  <a:lnTo>
                    <a:pt x="5567201" y="1656045"/>
                  </a:lnTo>
                  <a:lnTo>
                    <a:pt x="5607558" y="1614976"/>
                  </a:lnTo>
                  <a:lnTo>
                    <a:pt x="5647523" y="1570476"/>
                  </a:lnTo>
                  <a:lnTo>
                    <a:pt x="5687398" y="1522479"/>
                  </a:lnTo>
                  <a:lnTo>
                    <a:pt x="5727407" y="1470994"/>
                  </a:lnTo>
                  <a:lnTo>
                    <a:pt x="5767708" y="1416113"/>
                  </a:lnTo>
                  <a:lnTo>
                    <a:pt x="5808399" y="1358019"/>
                  </a:lnTo>
                  <a:lnTo>
                    <a:pt x="5849525" y="1296988"/>
                  </a:lnTo>
                  <a:lnTo>
                    <a:pt x="5891081" y="1233389"/>
                  </a:lnTo>
                  <a:lnTo>
                    <a:pt x="5933022" y="1167679"/>
                  </a:lnTo>
                  <a:lnTo>
                    <a:pt x="5975266" y="1100391"/>
                  </a:lnTo>
                  <a:lnTo>
                    <a:pt x="6017706" y="1032114"/>
                  </a:lnTo>
                  <a:lnTo>
                    <a:pt x="6060220" y="963477"/>
                  </a:lnTo>
                  <a:lnTo>
                    <a:pt x="6102676" y="895122"/>
                  </a:lnTo>
                  <a:lnTo>
                    <a:pt x="6144950" y="827681"/>
                  </a:lnTo>
                  <a:lnTo>
                    <a:pt x="6186933" y="761750"/>
                  </a:lnTo>
                  <a:lnTo>
                    <a:pt x="6228539" y="697868"/>
                  </a:lnTo>
                  <a:lnTo>
                    <a:pt x="6269718" y="636503"/>
                  </a:lnTo>
                  <a:lnTo>
                    <a:pt x="6310461" y="578035"/>
                  </a:lnTo>
                  <a:lnTo>
                    <a:pt x="6350805" y="522752"/>
                  </a:lnTo>
                  <a:lnTo>
                    <a:pt x="6390842" y="470848"/>
                  </a:lnTo>
                  <a:lnTo>
                    <a:pt x="6430723" y="422425"/>
                  </a:lnTo>
                  <a:lnTo>
                    <a:pt x="6470663" y="377502"/>
                  </a:lnTo>
                  <a:lnTo>
                    <a:pt x="6510953" y="336021"/>
                  </a:lnTo>
                  <a:lnTo>
                    <a:pt x="6515891" y="331209"/>
                  </a:lnTo>
                  <a:lnTo>
                    <a:pt x="6563388" y="288021"/>
                  </a:lnTo>
                  <a:lnTo>
                    <a:pt x="6612552" y="249276"/>
                  </a:lnTo>
                  <a:lnTo>
                    <a:pt x="6664186" y="214732"/>
                  </a:lnTo>
                  <a:lnTo>
                    <a:pt x="6719190" y="183989"/>
                  </a:lnTo>
                  <a:lnTo>
                    <a:pt x="6778473" y="156603"/>
                  </a:lnTo>
                  <a:lnTo>
                    <a:pt x="6842877" y="132150"/>
                  </a:lnTo>
                  <a:lnTo>
                    <a:pt x="6913063" y="110260"/>
                  </a:lnTo>
                  <a:lnTo>
                    <a:pt x="6989377" y="90641"/>
                  </a:lnTo>
                  <a:lnTo>
                    <a:pt x="7071656" y="73085"/>
                  </a:lnTo>
                  <a:lnTo>
                    <a:pt x="7159015" y="57470"/>
                  </a:lnTo>
                  <a:lnTo>
                    <a:pt x="7249640" y="43754"/>
                  </a:lnTo>
                  <a:lnTo>
                    <a:pt x="7340675" y="31957"/>
                  </a:lnTo>
                  <a:lnTo>
                    <a:pt x="7428315" y="22125"/>
                  </a:lnTo>
                  <a:lnTo>
                    <a:pt x="7508199" y="14288"/>
                  </a:lnTo>
                  <a:lnTo>
                    <a:pt x="7576125" y="8409"/>
                  </a:lnTo>
                  <a:lnTo>
                    <a:pt x="7628937" y="4346"/>
                  </a:lnTo>
                  <a:lnTo>
                    <a:pt x="7665312" y="1844"/>
                  </a:lnTo>
                  <a:lnTo>
                    <a:pt x="7686200" y="553"/>
                  </a:lnTo>
                  <a:lnTo>
                    <a:pt x="7694794" y="7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2" name="pl1792"/>
            <p:cNvSpPr/>
            <p:nvPr/>
          </p:nvSpPr>
          <p:spPr>
            <a:xfrm>
              <a:off x="546595" y="641566"/>
              <a:ext cx="8234974" cy="4807523"/>
            </a:xfrm>
            <a:custGeom>
              <a:avLst/>
              <a:pathLst>
                <a:path w="8234974" h="4807523">
                  <a:moveTo>
                    <a:pt x="8234974" y="0"/>
                  </a:moveTo>
                  <a:lnTo>
                    <a:pt x="7696237" y="0"/>
                  </a:lnTo>
                  <a:lnTo>
                    <a:pt x="7695005" y="62"/>
                  </a:lnTo>
                  <a:lnTo>
                    <a:pt x="7686955" y="509"/>
                  </a:lnTo>
                  <a:lnTo>
                    <a:pt x="7666849" y="1745"/>
                  </a:lnTo>
                  <a:lnTo>
                    <a:pt x="7631373" y="4170"/>
                  </a:lnTo>
                  <a:lnTo>
                    <a:pt x="7579454" y="8139"/>
                  </a:lnTo>
                  <a:lnTo>
                    <a:pt x="7512293" y="13914"/>
                  </a:lnTo>
                  <a:lnTo>
                    <a:pt x="7432964" y="21641"/>
                  </a:lnTo>
                  <a:lnTo>
                    <a:pt x="7345637" y="31363"/>
                  </a:lnTo>
                  <a:lnTo>
                    <a:pt x="7254683" y="43053"/>
                  </a:lnTo>
                  <a:lnTo>
                    <a:pt x="7163951" y="56664"/>
                  </a:lnTo>
                  <a:lnTo>
                    <a:pt x="7076355" y="72173"/>
                  </a:lnTo>
                  <a:lnTo>
                    <a:pt x="6993765" y="89620"/>
                  </a:lnTo>
                  <a:lnTo>
                    <a:pt x="6917112" y="109121"/>
                  </a:lnTo>
                  <a:lnTo>
                    <a:pt x="6846593" y="130878"/>
                  </a:lnTo>
                  <a:lnTo>
                    <a:pt x="6781886" y="155182"/>
                  </a:lnTo>
                  <a:lnTo>
                    <a:pt x="6722341" y="182395"/>
                  </a:lnTo>
                  <a:lnTo>
                    <a:pt x="6667124" y="212941"/>
                  </a:lnTo>
                  <a:lnTo>
                    <a:pt x="6615328" y="247264"/>
                  </a:lnTo>
                  <a:lnTo>
                    <a:pt x="6566050" y="285769"/>
                  </a:lnTo>
                  <a:lnTo>
                    <a:pt x="6518479" y="328710"/>
                  </a:lnTo>
                  <a:lnTo>
                    <a:pt x="6515891" y="331209"/>
                  </a:lnTo>
                  <a:lnTo>
                    <a:pt x="6475535" y="372278"/>
                  </a:lnTo>
                  <a:lnTo>
                    <a:pt x="6435569" y="416778"/>
                  </a:lnTo>
                  <a:lnTo>
                    <a:pt x="6395694" y="464775"/>
                  </a:lnTo>
                  <a:lnTo>
                    <a:pt x="6355685" y="516260"/>
                  </a:lnTo>
                  <a:lnTo>
                    <a:pt x="6315385" y="571141"/>
                  </a:lnTo>
                  <a:lnTo>
                    <a:pt x="6274693" y="629235"/>
                  </a:lnTo>
                  <a:lnTo>
                    <a:pt x="6233568" y="690266"/>
                  </a:lnTo>
                  <a:lnTo>
                    <a:pt x="6192011" y="753865"/>
                  </a:lnTo>
                  <a:lnTo>
                    <a:pt x="6150071" y="819575"/>
                  </a:lnTo>
                  <a:lnTo>
                    <a:pt x="6107826" y="886863"/>
                  </a:lnTo>
                  <a:lnTo>
                    <a:pt x="6065386" y="955140"/>
                  </a:lnTo>
                  <a:lnTo>
                    <a:pt x="6022873" y="1023777"/>
                  </a:lnTo>
                  <a:lnTo>
                    <a:pt x="5980417" y="1092132"/>
                  </a:lnTo>
                  <a:lnTo>
                    <a:pt x="5938142" y="1159573"/>
                  </a:lnTo>
                  <a:lnTo>
                    <a:pt x="5896160" y="1225504"/>
                  </a:lnTo>
                  <a:lnTo>
                    <a:pt x="5854554" y="1289386"/>
                  </a:lnTo>
                  <a:lnTo>
                    <a:pt x="5813374" y="1350751"/>
                  </a:lnTo>
                  <a:lnTo>
                    <a:pt x="5772632" y="1409219"/>
                  </a:lnTo>
                  <a:lnTo>
                    <a:pt x="5732288" y="1464502"/>
                  </a:lnTo>
                  <a:lnTo>
                    <a:pt x="5692251" y="1516406"/>
                  </a:lnTo>
                  <a:lnTo>
                    <a:pt x="5652370" y="1564829"/>
                  </a:lnTo>
                  <a:lnTo>
                    <a:pt x="5612430" y="1609752"/>
                  </a:lnTo>
                  <a:lnTo>
                    <a:pt x="5572140" y="1651233"/>
                  </a:lnTo>
                  <a:lnTo>
                    <a:pt x="5567201" y="1656045"/>
                  </a:lnTo>
                  <a:lnTo>
                    <a:pt x="5519704" y="1699233"/>
                  </a:lnTo>
                  <a:lnTo>
                    <a:pt x="5470541" y="1737978"/>
                  </a:lnTo>
                  <a:lnTo>
                    <a:pt x="5418906" y="1772522"/>
                  </a:lnTo>
                  <a:lnTo>
                    <a:pt x="5363903" y="1803265"/>
                  </a:lnTo>
                  <a:lnTo>
                    <a:pt x="5304619" y="1830651"/>
                  </a:lnTo>
                  <a:lnTo>
                    <a:pt x="5240216" y="1855104"/>
                  </a:lnTo>
                  <a:lnTo>
                    <a:pt x="5170029" y="1876994"/>
                  </a:lnTo>
                  <a:lnTo>
                    <a:pt x="5093716" y="1896613"/>
                  </a:lnTo>
                  <a:lnTo>
                    <a:pt x="5011437" y="1914169"/>
                  </a:lnTo>
                  <a:lnTo>
                    <a:pt x="4924078" y="1929784"/>
                  </a:lnTo>
                  <a:lnTo>
                    <a:pt x="4833452" y="1943500"/>
                  </a:lnTo>
                  <a:lnTo>
                    <a:pt x="4742417" y="1955297"/>
                  </a:lnTo>
                  <a:lnTo>
                    <a:pt x="4654778" y="1965129"/>
                  </a:lnTo>
                  <a:lnTo>
                    <a:pt x="4574894" y="1972966"/>
                  </a:lnTo>
                  <a:lnTo>
                    <a:pt x="4506967" y="1978845"/>
                  </a:lnTo>
                  <a:lnTo>
                    <a:pt x="4454156" y="1982908"/>
                  </a:lnTo>
                  <a:lnTo>
                    <a:pt x="4417780" y="1985410"/>
                  </a:lnTo>
                  <a:lnTo>
                    <a:pt x="4396893" y="1986701"/>
                  </a:lnTo>
                  <a:lnTo>
                    <a:pt x="4388298" y="1987181"/>
                  </a:lnTo>
                  <a:lnTo>
                    <a:pt x="4386855" y="1987254"/>
                  </a:lnTo>
                  <a:lnTo>
                    <a:pt x="4386855" y="1987254"/>
                  </a:lnTo>
                  <a:lnTo>
                    <a:pt x="3848118" y="1987254"/>
                  </a:lnTo>
                  <a:lnTo>
                    <a:pt x="3846949" y="1987339"/>
                  </a:lnTo>
                  <a:lnTo>
                    <a:pt x="3839301" y="1987939"/>
                  </a:lnTo>
                  <a:lnTo>
                    <a:pt x="3820163" y="1989600"/>
                  </a:lnTo>
                  <a:lnTo>
                    <a:pt x="3786307" y="1992863"/>
                  </a:lnTo>
                  <a:lnTo>
                    <a:pt x="3736575" y="1998209"/>
                  </a:lnTo>
                  <a:lnTo>
                    <a:pt x="3671947" y="2006002"/>
                  </a:lnTo>
                  <a:lnTo>
                    <a:pt x="3595195" y="2016456"/>
                  </a:lnTo>
                  <a:lnTo>
                    <a:pt x="3510198" y="2029641"/>
                  </a:lnTo>
                  <a:lnTo>
                    <a:pt x="3421122" y="2045529"/>
                  </a:lnTo>
                  <a:lnTo>
                    <a:pt x="3331726" y="2064057"/>
                  </a:lnTo>
                  <a:lnTo>
                    <a:pt x="3244936" y="2085186"/>
                  </a:lnTo>
                  <a:lnTo>
                    <a:pt x="3162704" y="2108949"/>
                  </a:lnTo>
                  <a:lnTo>
                    <a:pt x="3086079" y="2135480"/>
                  </a:lnTo>
                  <a:lnTo>
                    <a:pt x="3015381" y="2165028"/>
                  </a:lnTo>
                  <a:lnTo>
                    <a:pt x="2950406" y="2197952"/>
                  </a:lnTo>
                  <a:lnTo>
                    <a:pt x="2890601" y="2234720"/>
                  </a:lnTo>
                  <a:lnTo>
                    <a:pt x="2835212" y="2275882"/>
                  </a:lnTo>
                  <a:lnTo>
                    <a:pt x="2783389" y="2322034"/>
                  </a:lnTo>
                  <a:lnTo>
                    <a:pt x="2734269" y="2373750"/>
                  </a:lnTo>
                  <a:lnTo>
                    <a:pt x="2687044" y="2431462"/>
                  </a:lnTo>
                  <a:lnTo>
                    <a:pt x="2667772" y="2457299"/>
                  </a:lnTo>
                  <a:lnTo>
                    <a:pt x="2632246" y="2508313"/>
                  </a:lnTo>
                  <a:lnTo>
                    <a:pt x="2597054" y="2563082"/>
                  </a:lnTo>
                  <a:lnTo>
                    <a:pt x="2561980" y="2621682"/>
                  </a:lnTo>
                  <a:lnTo>
                    <a:pt x="2526858" y="2684126"/>
                  </a:lnTo>
                  <a:lnTo>
                    <a:pt x="2491563" y="2750363"/>
                  </a:lnTo>
                  <a:lnTo>
                    <a:pt x="2456005" y="2820263"/>
                  </a:lnTo>
                  <a:lnTo>
                    <a:pt x="2420131" y="2893620"/>
                  </a:lnTo>
                  <a:lnTo>
                    <a:pt x="2383918" y="2970147"/>
                  </a:lnTo>
                  <a:lnTo>
                    <a:pt x="2347372" y="3049477"/>
                  </a:lnTo>
                  <a:lnTo>
                    <a:pt x="2310524" y="3131172"/>
                  </a:lnTo>
                  <a:lnTo>
                    <a:pt x="2273426" y="3214727"/>
                  </a:lnTo>
                  <a:lnTo>
                    <a:pt x="2236147" y="3299585"/>
                  </a:lnTo>
                  <a:lnTo>
                    <a:pt x="2198768" y="3385148"/>
                  </a:lnTo>
                  <a:lnTo>
                    <a:pt x="2161377" y="3470801"/>
                  </a:lnTo>
                  <a:lnTo>
                    <a:pt x="2124061" y="3555922"/>
                  </a:lnTo>
                  <a:lnTo>
                    <a:pt x="2086904" y="3639908"/>
                  </a:lnTo>
                  <a:lnTo>
                    <a:pt x="2049978" y="3722188"/>
                  </a:lnTo>
                  <a:lnTo>
                    <a:pt x="2013342" y="3802242"/>
                  </a:lnTo>
                  <a:lnTo>
                    <a:pt x="1977032" y="3879610"/>
                  </a:lnTo>
                  <a:lnTo>
                    <a:pt x="1941062" y="3953905"/>
                  </a:lnTo>
                  <a:lnTo>
                    <a:pt x="1905418" y="4024817"/>
                  </a:lnTo>
                  <a:lnTo>
                    <a:pt x="1870055" y="4092116"/>
                  </a:lnTo>
                  <a:lnTo>
                    <a:pt x="1834894" y="4155653"/>
                  </a:lnTo>
                  <a:lnTo>
                    <a:pt x="1799822" y="4215352"/>
                  </a:lnTo>
                  <a:lnTo>
                    <a:pt x="1764683" y="4271209"/>
                  </a:lnTo>
                  <a:lnTo>
                    <a:pt x="1729277" y="4323285"/>
                  </a:lnTo>
                  <a:lnTo>
                    <a:pt x="1719082" y="4337478"/>
                  </a:lnTo>
                  <a:lnTo>
                    <a:pt x="1672438" y="4397740"/>
                  </a:lnTo>
                  <a:lnTo>
                    <a:pt x="1624199" y="4451915"/>
                  </a:lnTo>
                  <a:lnTo>
                    <a:pt x="1573605" y="4500319"/>
                  </a:lnTo>
                  <a:lnTo>
                    <a:pt x="1519807" y="4543486"/>
                  </a:lnTo>
                  <a:lnTo>
                    <a:pt x="1461940" y="4582012"/>
                  </a:lnTo>
                  <a:lnTo>
                    <a:pt x="1399199" y="4616475"/>
                  </a:lnTo>
                  <a:lnTo>
                    <a:pt x="1330933" y="4647379"/>
                  </a:lnTo>
                  <a:lnTo>
                    <a:pt x="1256772" y="4675129"/>
                  </a:lnTo>
                  <a:lnTo>
                    <a:pt x="1176793" y="4700022"/>
                  </a:lnTo>
                  <a:lnTo>
                    <a:pt x="1091718" y="4722238"/>
                  </a:lnTo>
                  <a:lnTo>
                    <a:pt x="1003107" y="4741851"/>
                  </a:lnTo>
                  <a:lnTo>
                    <a:pt x="913483" y="4758846"/>
                  </a:lnTo>
                  <a:lnTo>
                    <a:pt x="826292" y="4773163"/>
                  </a:lnTo>
                  <a:lnTo>
                    <a:pt x="745600" y="4784753"/>
                  </a:lnTo>
                  <a:lnTo>
                    <a:pt x="675505" y="4793637"/>
                  </a:lnTo>
                  <a:lnTo>
                    <a:pt x="619337" y="4799966"/>
                  </a:lnTo>
                  <a:lnTo>
                    <a:pt x="578885" y="4804043"/>
                  </a:lnTo>
                  <a:lnTo>
                    <a:pt x="553897" y="4806307"/>
                  </a:lnTo>
                  <a:lnTo>
                    <a:pt x="541978" y="4807282"/>
                  </a:lnTo>
                  <a:lnTo>
                    <a:pt x="538824" y="4807517"/>
                  </a:lnTo>
                  <a:lnTo>
                    <a:pt x="538736" y="4807523"/>
                  </a:lnTo>
                  <a:lnTo>
                    <a:pt x="0" y="48075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3" name="pg1793"/>
            <p:cNvSpPr/>
            <p:nvPr/>
          </p:nvSpPr>
          <p:spPr>
            <a:xfrm>
              <a:off x="546595" y="690567"/>
              <a:ext cx="8234974" cy="4769411"/>
            </a:xfrm>
            <a:custGeom>
              <a:avLst/>
              <a:pathLst>
                <a:path w="8234974" h="4769411">
                  <a:moveTo>
                    <a:pt x="0" y="4769411"/>
                  </a:moveTo>
                  <a:lnTo>
                    <a:pt x="538736" y="4769411"/>
                  </a:lnTo>
                  <a:lnTo>
                    <a:pt x="539906" y="4769328"/>
                  </a:lnTo>
                  <a:lnTo>
                    <a:pt x="547560" y="4768729"/>
                  </a:lnTo>
                  <a:lnTo>
                    <a:pt x="566712" y="4767073"/>
                  </a:lnTo>
                  <a:lnTo>
                    <a:pt x="600592" y="4763820"/>
                  </a:lnTo>
                  <a:lnTo>
                    <a:pt x="650355" y="4758491"/>
                  </a:lnTo>
                  <a:lnTo>
                    <a:pt x="715021" y="4750722"/>
                  </a:lnTo>
                  <a:lnTo>
                    <a:pt x="791811" y="4740301"/>
                  </a:lnTo>
                  <a:lnTo>
                    <a:pt x="876842" y="4727158"/>
                  </a:lnTo>
                  <a:lnTo>
                    <a:pt x="965946" y="4711321"/>
                  </a:lnTo>
                  <a:lnTo>
                    <a:pt x="1055362" y="4692853"/>
                  </a:lnTo>
                  <a:lnTo>
                    <a:pt x="1142165" y="4671793"/>
                  </a:lnTo>
                  <a:lnTo>
                    <a:pt x="1224403" y="4648108"/>
                  </a:lnTo>
                  <a:lnTo>
                    <a:pt x="1301029" y="4621662"/>
                  </a:lnTo>
                  <a:lnTo>
                    <a:pt x="1371724" y="4592210"/>
                  </a:lnTo>
                  <a:lnTo>
                    <a:pt x="1436695" y="4559390"/>
                  </a:lnTo>
                  <a:lnTo>
                    <a:pt x="1496496" y="4522738"/>
                  </a:lnTo>
                  <a:lnTo>
                    <a:pt x="1551883" y="4481704"/>
                  </a:lnTo>
                  <a:lnTo>
                    <a:pt x="1603704" y="4435693"/>
                  </a:lnTo>
                  <a:lnTo>
                    <a:pt x="1652826" y="4384135"/>
                  </a:lnTo>
                  <a:lnTo>
                    <a:pt x="1700056" y="4326600"/>
                  </a:lnTo>
                  <a:lnTo>
                    <a:pt x="1719082" y="4301182"/>
                  </a:lnTo>
                  <a:lnTo>
                    <a:pt x="1754663" y="4250283"/>
                  </a:lnTo>
                  <a:lnTo>
                    <a:pt x="1789909" y="4195633"/>
                  </a:lnTo>
                  <a:lnTo>
                    <a:pt x="1825037" y="4137155"/>
                  </a:lnTo>
                  <a:lnTo>
                    <a:pt x="1860213" y="4074835"/>
                  </a:lnTo>
                  <a:lnTo>
                    <a:pt x="1895565" y="4008726"/>
                  </a:lnTo>
                  <a:lnTo>
                    <a:pt x="1931180" y="3938958"/>
                  </a:lnTo>
                  <a:lnTo>
                    <a:pt x="1967113" y="3865739"/>
                  </a:lnTo>
                  <a:lnTo>
                    <a:pt x="2003386" y="3789356"/>
                  </a:lnTo>
                  <a:lnTo>
                    <a:pt x="2039992" y="3710176"/>
                  </a:lnTo>
                  <a:lnTo>
                    <a:pt x="2076901" y="3628640"/>
                  </a:lnTo>
                  <a:lnTo>
                    <a:pt x="2114060" y="3545254"/>
                  </a:lnTo>
                  <a:lnTo>
                    <a:pt x="2151399" y="3460576"/>
                  </a:lnTo>
                  <a:lnTo>
                    <a:pt x="2188836" y="3375204"/>
                  </a:lnTo>
                  <a:lnTo>
                    <a:pt x="2226284" y="3289755"/>
                  </a:lnTo>
                  <a:lnTo>
                    <a:pt x="2263655" y="3204851"/>
                  </a:lnTo>
                  <a:lnTo>
                    <a:pt x="2300865" y="3121095"/>
                  </a:lnTo>
                  <a:lnTo>
                    <a:pt x="2337841" y="3039056"/>
                  </a:lnTo>
                  <a:lnTo>
                    <a:pt x="2374525" y="2959255"/>
                  </a:lnTo>
                  <a:lnTo>
                    <a:pt x="2410881" y="2882149"/>
                  </a:lnTo>
                  <a:lnTo>
                    <a:pt x="2446897" y="2808125"/>
                  </a:lnTo>
                  <a:lnTo>
                    <a:pt x="2482586" y="2737488"/>
                  </a:lnTo>
                  <a:lnTo>
                    <a:pt x="2517995" y="2670468"/>
                  </a:lnTo>
                  <a:lnTo>
                    <a:pt x="2553205" y="2607211"/>
                  </a:lnTo>
                  <a:lnTo>
                    <a:pt x="2588330" y="2547790"/>
                  </a:lnTo>
                  <a:lnTo>
                    <a:pt x="2623530" y="2492206"/>
                  </a:lnTo>
                  <a:lnTo>
                    <a:pt x="2659005" y="2440398"/>
                  </a:lnTo>
                  <a:lnTo>
                    <a:pt x="2667772" y="2428262"/>
                  </a:lnTo>
                  <a:lnTo>
                    <a:pt x="2714429" y="2368217"/>
                  </a:lnTo>
                  <a:lnTo>
                    <a:pt x="2762682" y="2314240"/>
                  </a:lnTo>
                  <a:lnTo>
                    <a:pt x="2813291" y="2266014"/>
                  </a:lnTo>
                  <a:lnTo>
                    <a:pt x="2867107" y="2223007"/>
                  </a:lnTo>
                  <a:lnTo>
                    <a:pt x="2924994" y="2184624"/>
                  </a:lnTo>
                  <a:lnTo>
                    <a:pt x="2987760" y="2150291"/>
                  </a:lnTo>
                  <a:lnTo>
                    <a:pt x="3056054" y="2119504"/>
                  </a:lnTo>
                  <a:lnTo>
                    <a:pt x="3130246" y="2091859"/>
                  </a:lnTo>
                  <a:lnTo>
                    <a:pt x="3210258" y="2067062"/>
                  </a:lnTo>
                  <a:lnTo>
                    <a:pt x="3295366" y="2044932"/>
                  </a:lnTo>
                  <a:lnTo>
                    <a:pt x="3384007" y="2025398"/>
                  </a:lnTo>
                  <a:lnTo>
                    <a:pt x="3473653" y="2008472"/>
                  </a:lnTo>
                  <a:lnTo>
                    <a:pt x="3560853" y="1994215"/>
                  </a:lnTo>
                  <a:lnTo>
                    <a:pt x="3641535" y="1982677"/>
                  </a:lnTo>
                  <a:lnTo>
                    <a:pt x="3711601" y="1973835"/>
                  </a:lnTo>
                  <a:lnTo>
                    <a:pt x="3767723" y="1967538"/>
                  </a:lnTo>
                  <a:lnTo>
                    <a:pt x="3808115" y="1963485"/>
                  </a:lnTo>
                  <a:lnTo>
                    <a:pt x="3833042" y="1961236"/>
                  </a:lnTo>
                  <a:lnTo>
                    <a:pt x="3844910" y="1960269"/>
                  </a:lnTo>
                  <a:lnTo>
                    <a:pt x="3848118" y="1960032"/>
                  </a:lnTo>
                  <a:lnTo>
                    <a:pt x="4386855" y="1960032"/>
                  </a:lnTo>
                  <a:lnTo>
                    <a:pt x="4388090" y="1959970"/>
                  </a:lnTo>
                  <a:lnTo>
                    <a:pt x="4396153" y="1959530"/>
                  </a:lnTo>
                  <a:lnTo>
                    <a:pt x="4416293" y="1958312"/>
                  </a:lnTo>
                  <a:lnTo>
                    <a:pt x="4451823" y="1955922"/>
                  </a:lnTo>
                  <a:lnTo>
                    <a:pt x="4503817" y="1952012"/>
                  </a:lnTo>
                  <a:lnTo>
                    <a:pt x="4571064" y="1946323"/>
                  </a:lnTo>
                  <a:lnTo>
                    <a:pt x="4650479" y="1938710"/>
                  </a:lnTo>
                  <a:lnTo>
                    <a:pt x="4737884" y="1929133"/>
                  </a:lnTo>
                  <a:lnTo>
                    <a:pt x="4828900" y="1917619"/>
                  </a:lnTo>
                  <a:lnTo>
                    <a:pt x="4919675" y="1904214"/>
                  </a:lnTo>
                  <a:lnTo>
                    <a:pt x="5007297" y="1888938"/>
                  </a:lnTo>
                  <a:lnTo>
                    <a:pt x="5089897" y="1871755"/>
                  </a:lnTo>
                  <a:lnTo>
                    <a:pt x="5166550" y="1852547"/>
                  </a:lnTo>
                  <a:lnTo>
                    <a:pt x="5237063" y="1831116"/>
                  </a:lnTo>
                  <a:lnTo>
                    <a:pt x="5301761" y="1807175"/>
                  </a:lnTo>
                  <a:lnTo>
                    <a:pt x="5361297" y="1780364"/>
                  </a:lnTo>
                  <a:lnTo>
                    <a:pt x="5416509" y="1750269"/>
                  </a:lnTo>
                  <a:lnTo>
                    <a:pt x="5468305" y="1716448"/>
                  </a:lnTo>
                  <a:lnTo>
                    <a:pt x="5517589" y="1678507"/>
                  </a:lnTo>
                  <a:lnTo>
                    <a:pt x="5565172" y="1636195"/>
                  </a:lnTo>
                  <a:lnTo>
                    <a:pt x="5567201" y="1634267"/>
                  </a:lnTo>
                  <a:lnTo>
                    <a:pt x="5607777" y="1593643"/>
                  </a:lnTo>
                  <a:lnTo>
                    <a:pt x="5647959" y="1549607"/>
                  </a:lnTo>
                  <a:lnTo>
                    <a:pt x="5688052" y="1502094"/>
                  </a:lnTo>
                  <a:lnTo>
                    <a:pt x="5728284" y="1451114"/>
                  </a:lnTo>
                  <a:lnTo>
                    <a:pt x="5768814" y="1396760"/>
                  </a:lnTo>
                  <a:lnTo>
                    <a:pt x="5809740" y="1339216"/>
                  </a:lnTo>
                  <a:lnTo>
                    <a:pt x="5851106" y="1278764"/>
                  </a:lnTo>
                  <a:lnTo>
                    <a:pt x="5892906" y="1215774"/>
                  </a:lnTo>
                  <a:lnTo>
                    <a:pt x="5935092" y="1150707"/>
                  </a:lnTo>
                  <a:lnTo>
                    <a:pt x="5977580" y="1084098"/>
                  </a:lnTo>
                  <a:lnTo>
                    <a:pt x="6020260" y="1016539"/>
                  </a:lnTo>
                  <a:lnTo>
                    <a:pt x="6063006" y="948661"/>
                  </a:lnTo>
                  <a:lnTo>
                    <a:pt x="6105685" y="881105"/>
                  </a:lnTo>
                  <a:lnTo>
                    <a:pt x="6148172" y="814501"/>
                  </a:lnTo>
                  <a:lnTo>
                    <a:pt x="6190357" y="749442"/>
                  </a:lnTo>
                  <a:lnTo>
                    <a:pt x="6232155" y="686461"/>
                  </a:lnTo>
                  <a:lnTo>
                    <a:pt x="6273520" y="626020"/>
                  </a:lnTo>
                  <a:lnTo>
                    <a:pt x="6314444" y="568489"/>
                  </a:lnTo>
                  <a:lnTo>
                    <a:pt x="6354972" y="514148"/>
                  </a:lnTo>
                  <a:lnTo>
                    <a:pt x="6395203" y="463182"/>
                  </a:lnTo>
                  <a:lnTo>
                    <a:pt x="6435296" y="415683"/>
                  </a:lnTo>
                  <a:lnTo>
                    <a:pt x="6475479" y="371661"/>
                  </a:lnTo>
                  <a:lnTo>
                    <a:pt x="6515891" y="331209"/>
                  </a:lnTo>
                  <a:lnTo>
                    <a:pt x="6563417" y="288707"/>
                  </a:lnTo>
                  <a:lnTo>
                    <a:pt x="6612611" y="250580"/>
                  </a:lnTo>
                  <a:lnTo>
                    <a:pt x="6664281" y="216589"/>
                  </a:lnTo>
                  <a:lnTo>
                    <a:pt x="6719326" y="186341"/>
                  </a:lnTo>
                  <a:lnTo>
                    <a:pt x="6778657" y="159398"/>
                  </a:lnTo>
                  <a:lnTo>
                    <a:pt x="6843117" y="135341"/>
                  </a:lnTo>
                  <a:lnTo>
                    <a:pt x="6913369" y="113807"/>
                  </a:lnTo>
                  <a:lnTo>
                    <a:pt x="6989755" y="94508"/>
                  </a:lnTo>
                  <a:lnTo>
                    <a:pt x="7072112" y="77240"/>
                  </a:lnTo>
                  <a:lnTo>
                    <a:pt x="7159547" y="61884"/>
                  </a:lnTo>
                  <a:lnTo>
                    <a:pt x="7250239" y="48397"/>
                  </a:lnTo>
                  <a:lnTo>
                    <a:pt x="7341319" y="36800"/>
                  </a:lnTo>
                  <a:lnTo>
                    <a:pt x="7428969" y="27139"/>
                  </a:lnTo>
                  <a:lnTo>
                    <a:pt x="7508820" y="19442"/>
                  </a:lnTo>
                  <a:lnTo>
                    <a:pt x="7576668" y="13672"/>
                  </a:lnTo>
                  <a:lnTo>
                    <a:pt x="7629361" y="9689"/>
                  </a:lnTo>
                  <a:lnTo>
                    <a:pt x="7665598" y="7240"/>
                  </a:lnTo>
                  <a:lnTo>
                    <a:pt x="7686350" y="5980"/>
                  </a:lnTo>
                  <a:lnTo>
                    <a:pt x="7694839" y="551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948" y="1954671"/>
                  </a:lnTo>
                  <a:lnTo>
                    <a:pt x="3839295" y="1955270"/>
                  </a:lnTo>
                  <a:lnTo>
                    <a:pt x="3820142" y="1956926"/>
                  </a:lnTo>
                  <a:lnTo>
                    <a:pt x="3786262" y="1960179"/>
                  </a:lnTo>
                  <a:lnTo>
                    <a:pt x="3736499" y="1965508"/>
                  </a:lnTo>
                  <a:lnTo>
                    <a:pt x="3671834" y="1973277"/>
                  </a:lnTo>
                  <a:lnTo>
                    <a:pt x="3595044" y="1983698"/>
                  </a:lnTo>
                  <a:lnTo>
                    <a:pt x="3510012" y="1996841"/>
                  </a:lnTo>
                  <a:lnTo>
                    <a:pt x="3420909" y="2012678"/>
                  </a:lnTo>
                  <a:lnTo>
                    <a:pt x="3331493" y="2031146"/>
                  </a:lnTo>
                  <a:lnTo>
                    <a:pt x="3244690" y="2052205"/>
                  </a:lnTo>
                  <a:lnTo>
                    <a:pt x="3162452" y="2075891"/>
                  </a:lnTo>
                  <a:lnTo>
                    <a:pt x="3085826" y="2102336"/>
                  </a:lnTo>
                  <a:lnTo>
                    <a:pt x="3015131" y="2131789"/>
                  </a:lnTo>
                  <a:lnTo>
                    <a:pt x="2950159" y="2164609"/>
                  </a:lnTo>
                  <a:lnTo>
                    <a:pt x="2890358" y="2201261"/>
                  </a:lnTo>
                  <a:lnTo>
                    <a:pt x="2834972" y="2242295"/>
                  </a:lnTo>
                  <a:lnTo>
                    <a:pt x="2783150" y="2288305"/>
                  </a:lnTo>
                  <a:lnTo>
                    <a:pt x="2734028" y="2339864"/>
                  </a:lnTo>
                  <a:lnTo>
                    <a:pt x="2686798" y="2397399"/>
                  </a:lnTo>
                  <a:lnTo>
                    <a:pt x="2667772" y="2422817"/>
                  </a:lnTo>
                  <a:lnTo>
                    <a:pt x="2632192" y="2473716"/>
                  </a:lnTo>
                  <a:lnTo>
                    <a:pt x="2596945" y="2528366"/>
                  </a:lnTo>
                  <a:lnTo>
                    <a:pt x="2561818" y="2586844"/>
                  </a:lnTo>
                  <a:lnTo>
                    <a:pt x="2526641" y="2649164"/>
                  </a:lnTo>
                  <a:lnTo>
                    <a:pt x="2491290" y="2715273"/>
                  </a:lnTo>
                  <a:lnTo>
                    <a:pt x="2455675" y="2785040"/>
                  </a:lnTo>
                  <a:lnTo>
                    <a:pt x="2419742" y="2858260"/>
                  </a:lnTo>
                  <a:lnTo>
                    <a:pt x="2383469" y="2934643"/>
                  </a:lnTo>
                  <a:lnTo>
                    <a:pt x="2346862" y="3013823"/>
                  </a:lnTo>
                  <a:lnTo>
                    <a:pt x="2309953" y="3095359"/>
                  </a:lnTo>
                  <a:lnTo>
                    <a:pt x="2272795" y="3178745"/>
                  </a:lnTo>
                  <a:lnTo>
                    <a:pt x="2235456" y="3263423"/>
                  </a:lnTo>
                  <a:lnTo>
                    <a:pt x="2198019" y="3348795"/>
                  </a:lnTo>
                  <a:lnTo>
                    <a:pt x="2160570" y="3434243"/>
                  </a:lnTo>
                  <a:lnTo>
                    <a:pt x="2123200" y="3519148"/>
                  </a:lnTo>
                  <a:lnTo>
                    <a:pt x="2085990" y="3602904"/>
                  </a:lnTo>
                  <a:lnTo>
                    <a:pt x="2049014" y="3684943"/>
                  </a:lnTo>
                  <a:lnTo>
                    <a:pt x="2012329" y="3764744"/>
                  </a:lnTo>
                  <a:lnTo>
                    <a:pt x="1975973" y="3841849"/>
                  </a:lnTo>
                  <a:lnTo>
                    <a:pt x="1939958" y="3915874"/>
                  </a:lnTo>
                  <a:lnTo>
                    <a:pt x="1904269" y="3986510"/>
                  </a:lnTo>
                  <a:lnTo>
                    <a:pt x="1868859" y="4053531"/>
                  </a:lnTo>
                  <a:lnTo>
                    <a:pt x="1833650" y="4116788"/>
                  </a:lnTo>
                  <a:lnTo>
                    <a:pt x="1798524" y="4176209"/>
                  </a:lnTo>
                  <a:lnTo>
                    <a:pt x="1763325" y="4231792"/>
                  </a:lnTo>
                  <a:lnTo>
                    <a:pt x="1727849" y="4283600"/>
                  </a:lnTo>
                  <a:lnTo>
                    <a:pt x="1719082" y="4295737"/>
                  </a:lnTo>
                  <a:lnTo>
                    <a:pt x="1672425" y="4355781"/>
                  </a:lnTo>
                  <a:lnTo>
                    <a:pt x="1624173" y="4409759"/>
                  </a:lnTo>
                  <a:lnTo>
                    <a:pt x="1573564" y="4457985"/>
                  </a:lnTo>
                  <a:lnTo>
                    <a:pt x="1519748" y="4500992"/>
                  </a:lnTo>
                  <a:lnTo>
                    <a:pt x="1461860" y="4539375"/>
                  </a:lnTo>
                  <a:lnTo>
                    <a:pt x="1399095" y="4573708"/>
                  </a:lnTo>
                  <a:lnTo>
                    <a:pt x="1330801" y="4604495"/>
                  </a:lnTo>
                  <a:lnTo>
                    <a:pt x="1256609" y="4632139"/>
                  </a:lnTo>
                  <a:lnTo>
                    <a:pt x="1176597" y="4656937"/>
                  </a:lnTo>
                  <a:lnTo>
                    <a:pt x="1091488" y="4679066"/>
                  </a:lnTo>
                  <a:lnTo>
                    <a:pt x="1002847" y="4698601"/>
                  </a:lnTo>
                  <a:lnTo>
                    <a:pt x="913201" y="4715527"/>
                  </a:lnTo>
                  <a:lnTo>
                    <a:pt x="826002" y="4729784"/>
                  </a:lnTo>
                  <a:lnTo>
                    <a:pt x="745320" y="4741322"/>
                  </a:lnTo>
                  <a:lnTo>
                    <a:pt x="675253" y="4750164"/>
                  </a:lnTo>
                  <a:lnTo>
                    <a:pt x="619132" y="4756460"/>
                  </a:lnTo>
                  <a:lnTo>
                    <a:pt x="578740" y="4760514"/>
                  </a:lnTo>
                  <a:lnTo>
                    <a:pt x="553812" y="4762763"/>
                  </a:lnTo>
                  <a:lnTo>
                    <a:pt x="541945" y="4763730"/>
                  </a:lnTo>
                  <a:lnTo>
                    <a:pt x="538736" y="4763967"/>
                  </a:lnTo>
                  <a:lnTo>
                    <a:pt x="0" y="4763967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94" name="pl1794"/>
            <p:cNvSpPr/>
            <p:nvPr/>
          </p:nvSpPr>
          <p:spPr>
            <a:xfrm>
              <a:off x="546595" y="696011"/>
              <a:ext cx="8234974" cy="4763967"/>
            </a:xfrm>
            <a:custGeom>
              <a:avLst/>
              <a:pathLst>
                <a:path w="8234974" h="4763967">
                  <a:moveTo>
                    <a:pt x="0" y="4763967"/>
                  </a:moveTo>
                  <a:lnTo>
                    <a:pt x="538736" y="4763967"/>
                  </a:lnTo>
                  <a:lnTo>
                    <a:pt x="539906" y="4763883"/>
                  </a:lnTo>
                  <a:lnTo>
                    <a:pt x="547560" y="4763284"/>
                  </a:lnTo>
                  <a:lnTo>
                    <a:pt x="566712" y="4761628"/>
                  </a:lnTo>
                  <a:lnTo>
                    <a:pt x="600592" y="4758376"/>
                  </a:lnTo>
                  <a:lnTo>
                    <a:pt x="650355" y="4753046"/>
                  </a:lnTo>
                  <a:lnTo>
                    <a:pt x="715021" y="4745277"/>
                  </a:lnTo>
                  <a:lnTo>
                    <a:pt x="791811" y="4734857"/>
                  </a:lnTo>
                  <a:lnTo>
                    <a:pt x="876842" y="4721714"/>
                  </a:lnTo>
                  <a:lnTo>
                    <a:pt x="965946" y="4705876"/>
                  </a:lnTo>
                  <a:lnTo>
                    <a:pt x="1055362" y="4687409"/>
                  </a:lnTo>
                  <a:lnTo>
                    <a:pt x="1142165" y="4666349"/>
                  </a:lnTo>
                  <a:lnTo>
                    <a:pt x="1224403" y="4642663"/>
                  </a:lnTo>
                  <a:lnTo>
                    <a:pt x="1301029" y="4616218"/>
                  </a:lnTo>
                  <a:lnTo>
                    <a:pt x="1371724" y="4586765"/>
                  </a:lnTo>
                  <a:lnTo>
                    <a:pt x="1436695" y="4553946"/>
                  </a:lnTo>
                  <a:lnTo>
                    <a:pt x="1496496" y="4517293"/>
                  </a:lnTo>
                  <a:lnTo>
                    <a:pt x="1551883" y="4476259"/>
                  </a:lnTo>
                  <a:lnTo>
                    <a:pt x="1603704" y="4430249"/>
                  </a:lnTo>
                  <a:lnTo>
                    <a:pt x="1652826" y="4378690"/>
                  </a:lnTo>
                  <a:lnTo>
                    <a:pt x="1700056" y="4321155"/>
                  </a:lnTo>
                  <a:lnTo>
                    <a:pt x="1719082" y="4295737"/>
                  </a:lnTo>
                  <a:lnTo>
                    <a:pt x="1754663" y="4244839"/>
                  </a:lnTo>
                  <a:lnTo>
                    <a:pt x="1789909" y="4190189"/>
                  </a:lnTo>
                  <a:lnTo>
                    <a:pt x="1825037" y="4131710"/>
                  </a:lnTo>
                  <a:lnTo>
                    <a:pt x="1860213" y="4069390"/>
                  </a:lnTo>
                  <a:lnTo>
                    <a:pt x="1895565" y="4003282"/>
                  </a:lnTo>
                  <a:lnTo>
                    <a:pt x="1931180" y="3933514"/>
                  </a:lnTo>
                  <a:lnTo>
                    <a:pt x="1967113" y="3860294"/>
                  </a:lnTo>
                  <a:lnTo>
                    <a:pt x="2003386" y="3783911"/>
                  </a:lnTo>
                  <a:lnTo>
                    <a:pt x="2039992" y="3704731"/>
                  </a:lnTo>
                  <a:lnTo>
                    <a:pt x="2076901" y="3623195"/>
                  </a:lnTo>
                  <a:lnTo>
                    <a:pt x="2114060" y="3539809"/>
                  </a:lnTo>
                  <a:lnTo>
                    <a:pt x="2151399" y="3455131"/>
                  </a:lnTo>
                  <a:lnTo>
                    <a:pt x="2188836" y="3369759"/>
                  </a:lnTo>
                  <a:lnTo>
                    <a:pt x="2226284" y="3284311"/>
                  </a:lnTo>
                  <a:lnTo>
                    <a:pt x="2263655" y="3199406"/>
                  </a:lnTo>
                  <a:lnTo>
                    <a:pt x="2300865" y="3115650"/>
                  </a:lnTo>
                  <a:lnTo>
                    <a:pt x="2337841" y="3033611"/>
                  </a:lnTo>
                  <a:lnTo>
                    <a:pt x="2374525" y="2953810"/>
                  </a:lnTo>
                  <a:lnTo>
                    <a:pt x="2410881" y="2876705"/>
                  </a:lnTo>
                  <a:lnTo>
                    <a:pt x="2446897" y="2802680"/>
                  </a:lnTo>
                  <a:lnTo>
                    <a:pt x="2482586" y="2732044"/>
                  </a:lnTo>
                  <a:lnTo>
                    <a:pt x="2517995" y="2665023"/>
                  </a:lnTo>
                  <a:lnTo>
                    <a:pt x="2553205" y="2601767"/>
                  </a:lnTo>
                  <a:lnTo>
                    <a:pt x="2588330" y="2542345"/>
                  </a:lnTo>
                  <a:lnTo>
                    <a:pt x="2623530" y="2486762"/>
                  </a:lnTo>
                  <a:lnTo>
                    <a:pt x="2659005" y="2434954"/>
                  </a:lnTo>
                  <a:lnTo>
                    <a:pt x="2667772" y="2422817"/>
                  </a:lnTo>
                  <a:lnTo>
                    <a:pt x="2714429" y="2362773"/>
                  </a:lnTo>
                  <a:lnTo>
                    <a:pt x="2762682" y="2308796"/>
                  </a:lnTo>
                  <a:lnTo>
                    <a:pt x="2813291" y="2260569"/>
                  </a:lnTo>
                  <a:lnTo>
                    <a:pt x="2867107" y="2217563"/>
                  </a:lnTo>
                  <a:lnTo>
                    <a:pt x="2924994" y="2179180"/>
                  </a:lnTo>
                  <a:lnTo>
                    <a:pt x="2987760" y="2144846"/>
                  </a:lnTo>
                  <a:lnTo>
                    <a:pt x="3056054" y="2114060"/>
                  </a:lnTo>
                  <a:lnTo>
                    <a:pt x="3130246" y="2086415"/>
                  </a:lnTo>
                  <a:lnTo>
                    <a:pt x="3210258" y="2061617"/>
                  </a:lnTo>
                  <a:lnTo>
                    <a:pt x="3295366" y="2039488"/>
                  </a:lnTo>
                  <a:lnTo>
                    <a:pt x="3384007" y="2019953"/>
                  </a:lnTo>
                  <a:lnTo>
                    <a:pt x="3473653" y="2003027"/>
                  </a:lnTo>
                  <a:lnTo>
                    <a:pt x="3560853" y="1988770"/>
                  </a:lnTo>
                  <a:lnTo>
                    <a:pt x="3641535" y="1977232"/>
                  </a:lnTo>
                  <a:lnTo>
                    <a:pt x="3711601" y="1968390"/>
                  </a:lnTo>
                  <a:lnTo>
                    <a:pt x="3767723" y="1962094"/>
                  </a:lnTo>
                  <a:lnTo>
                    <a:pt x="3808115" y="1958040"/>
                  </a:lnTo>
                  <a:lnTo>
                    <a:pt x="3833042" y="1955791"/>
                  </a:lnTo>
                  <a:lnTo>
                    <a:pt x="3844910" y="1954825"/>
                  </a:lnTo>
                  <a:lnTo>
                    <a:pt x="3848034" y="1954593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3" y="1954085"/>
                  </a:lnTo>
                  <a:lnTo>
                    <a:pt x="4416293" y="1952868"/>
                  </a:lnTo>
                  <a:lnTo>
                    <a:pt x="4451823" y="1950478"/>
                  </a:lnTo>
                  <a:lnTo>
                    <a:pt x="4503817" y="1946567"/>
                  </a:lnTo>
                  <a:lnTo>
                    <a:pt x="4571064" y="1940878"/>
                  </a:lnTo>
                  <a:lnTo>
                    <a:pt x="4650479" y="1933266"/>
                  </a:lnTo>
                  <a:lnTo>
                    <a:pt x="4737884" y="1923689"/>
                  </a:lnTo>
                  <a:lnTo>
                    <a:pt x="4828900" y="1912175"/>
                  </a:lnTo>
                  <a:lnTo>
                    <a:pt x="4919675" y="1898769"/>
                  </a:lnTo>
                  <a:lnTo>
                    <a:pt x="5007297" y="1883494"/>
                  </a:lnTo>
                  <a:lnTo>
                    <a:pt x="5089897" y="1866310"/>
                  </a:lnTo>
                  <a:lnTo>
                    <a:pt x="5166550" y="1847103"/>
                  </a:lnTo>
                  <a:lnTo>
                    <a:pt x="5237063" y="1825671"/>
                  </a:lnTo>
                  <a:lnTo>
                    <a:pt x="5301761" y="1801730"/>
                  </a:lnTo>
                  <a:lnTo>
                    <a:pt x="5361297" y="1774920"/>
                  </a:lnTo>
                  <a:lnTo>
                    <a:pt x="5416509" y="1744824"/>
                  </a:lnTo>
                  <a:lnTo>
                    <a:pt x="5468305" y="1711004"/>
                  </a:lnTo>
                  <a:lnTo>
                    <a:pt x="5517589" y="1673062"/>
                  </a:lnTo>
                  <a:lnTo>
                    <a:pt x="5565172" y="1630750"/>
                  </a:lnTo>
                  <a:lnTo>
                    <a:pt x="5567201" y="1628823"/>
                  </a:lnTo>
                  <a:lnTo>
                    <a:pt x="5607777" y="1588198"/>
                  </a:lnTo>
                  <a:lnTo>
                    <a:pt x="5647959" y="1544163"/>
                  </a:lnTo>
                  <a:lnTo>
                    <a:pt x="5688052" y="1496650"/>
                  </a:lnTo>
                  <a:lnTo>
                    <a:pt x="5728284" y="1445669"/>
                  </a:lnTo>
                  <a:lnTo>
                    <a:pt x="5768814" y="1391315"/>
                  </a:lnTo>
                  <a:lnTo>
                    <a:pt x="5809740" y="1333772"/>
                  </a:lnTo>
                  <a:lnTo>
                    <a:pt x="5851106" y="1273319"/>
                  </a:lnTo>
                  <a:lnTo>
                    <a:pt x="5892906" y="1210330"/>
                  </a:lnTo>
                  <a:lnTo>
                    <a:pt x="5935092" y="1145263"/>
                  </a:lnTo>
                  <a:lnTo>
                    <a:pt x="5977580" y="1078654"/>
                  </a:lnTo>
                  <a:lnTo>
                    <a:pt x="6020260" y="1011095"/>
                  </a:lnTo>
                  <a:lnTo>
                    <a:pt x="6063006" y="943217"/>
                  </a:lnTo>
                  <a:lnTo>
                    <a:pt x="6105685" y="875661"/>
                  </a:lnTo>
                  <a:lnTo>
                    <a:pt x="6148172" y="809056"/>
                  </a:lnTo>
                  <a:lnTo>
                    <a:pt x="6190357" y="743997"/>
                  </a:lnTo>
                  <a:lnTo>
                    <a:pt x="6232155" y="681017"/>
                  </a:lnTo>
                  <a:lnTo>
                    <a:pt x="6273520" y="620575"/>
                  </a:lnTo>
                  <a:lnTo>
                    <a:pt x="6314444" y="563044"/>
                  </a:lnTo>
                  <a:lnTo>
                    <a:pt x="6354972" y="508704"/>
                  </a:lnTo>
                  <a:lnTo>
                    <a:pt x="6395203" y="457737"/>
                  </a:lnTo>
                  <a:lnTo>
                    <a:pt x="6435296" y="410238"/>
                  </a:lnTo>
                  <a:lnTo>
                    <a:pt x="6475479" y="366217"/>
                  </a:lnTo>
                  <a:lnTo>
                    <a:pt x="6515891" y="325764"/>
                  </a:lnTo>
                  <a:lnTo>
                    <a:pt x="6563417" y="283262"/>
                  </a:lnTo>
                  <a:lnTo>
                    <a:pt x="6612611" y="245135"/>
                  </a:lnTo>
                  <a:lnTo>
                    <a:pt x="6664281" y="211144"/>
                  </a:lnTo>
                  <a:lnTo>
                    <a:pt x="6719326" y="180897"/>
                  </a:lnTo>
                  <a:lnTo>
                    <a:pt x="6778657" y="153953"/>
                  </a:lnTo>
                  <a:lnTo>
                    <a:pt x="6843117" y="129896"/>
                  </a:lnTo>
                  <a:lnTo>
                    <a:pt x="6913369" y="108362"/>
                  </a:lnTo>
                  <a:lnTo>
                    <a:pt x="6989755" y="89064"/>
                  </a:lnTo>
                  <a:lnTo>
                    <a:pt x="7072112" y="71796"/>
                  </a:lnTo>
                  <a:lnTo>
                    <a:pt x="7159547" y="56439"/>
                  </a:lnTo>
                  <a:lnTo>
                    <a:pt x="7250239" y="42953"/>
                  </a:lnTo>
                  <a:lnTo>
                    <a:pt x="7341319" y="31356"/>
                  </a:lnTo>
                  <a:lnTo>
                    <a:pt x="7428969" y="21694"/>
                  </a:lnTo>
                  <a:lnTo>
                    <a:pt x="7508820" y="13997"/>
                  </a:lnTo>
                  <a:lnTo>
                    <a:pt x="7576668" y="8227"/>
                  </a:lnTo>
                  <a:lnTo>
                    <a:pt x="7629361" y="4244"/>
                  </a:lnTo>
                  <a:lnTo>
                    <a:pt x="7665598" y="1795"/>
                  </a:lnTo>
                  <a:lnTo>
                    <a:pt x="7686350" y="535"/>
                  </a:lnTo>
                  <a:lnTo>
                    <a:pt x="7694839" y="70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5" name="pl1795"/>
            <p:cNvSpPr/>
            <p:nvPr/>
          </p:nvSpPr>
          <p:spPr>
            <a:xfrm>
              <a:off x="546595" y="690567"/>
              <a:ext cx="8234974" cy="4763967"/>
            </a:xfrm>
            <a:custGeom>
              <a:avLst/>
              <a:pathLst>
                <a:path w="8234974" h="4763967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9" y="501"/>
                  </a:lnTo>
                  <a:lnTo>
                    <a:pt x="7666800" y="1719"/>
                  </a:lnTo>
                  <a:lnTo>
                    <a:pt x="7631269" y="4109"/>
                  </a:lnTo>
                  <a:lnTo>
                    <a:pt x="7579275" y="8020"/>
                  </a:lnTo>
                  <a:lnTo>
                    <a:pt x="7512029" y="13709"/>
                  </a:lnTo>
                  <a:lnTo>
                    <a:pt x="7432614" y="21321"/>
                  </a:lnTo>
                  <a:lnTo>
                    <a:pt x="7345209" y="30898"/>
                  </a:lnTo>
                  <a:lnTo>
                    <a:pt x="7254192" y="42412"/>
                  </a:lnTo>
                  <a:lnTo>
                    <a:pt x="7163417" y="55818"/>
                  </a:lnTo>
                  <a:lnTo>
                    <a:pt x="7075796" y="71093"/>
                  </a:lnTo>
                  <a:lnTo>
                    <a:pt x="6993195" y="88277"/>
                  </a:lnTo>
                  <a:lnTo>
                    <a:pt x="6916543" y="107484"/>
                  </a:lnTo>
                  <a:lnTo>
                    <a:pt x="6846030" y="128916"/>
                  </a:lnTo>
                  <a:lnTo>
                    <a:pt x="6781332" y="152857"/>
                  </a:lnTo>
                  <a:lnTo>
                    <a:pt x="6721795" y="179667"/>
                  </a:lnTo>
                  <a:lnTo>
                    <a:pt x="6666584" y="209763"/>
                  </a:lnTo>
                  <a:lnTo>
                    <a:pt x="6614787" y="243583"/>
                  </a:lnTo>
                  <a:lnTo>
                    <a:pt x="6565504" y="281525"/>
                  </a:lnTo>
                  <a:lnTo>
                    <a:pt x="6517920" y="323836"/>
                  </a:lnTo>
                  <a:lnTo>
                    <a:pt x="6515891" y="325764"/>
                  </a:lnTo>
                  <a:lnTo>
                    <a:pt x="6475316" y="366388"/>
                  </a:lnTo>
                  <a:lnTo>
                    <a:pt x="6435134" y="410424"/>
                  </a:lnTo>
                  <a:lnTo>
                    <a:pt x="6395040" y="457937"/>
                  </a:lnTo>
                  <a:lnTo>
                    <a:pt x="6354808" y="508917"/>
                  </a:lnTo>
                  <a:lnTo>
                    <a:pt x="6314279" y="563272"/>
                  </a:lnTo>
                  <a:lnTo>
                    <a:pt x="6273353" y="620815"/>
                  </a:lnTo>
                  <a:lnTo>
                    <a:pt x="6231986" y="681268"/>
                  </a:lnTo>
                  <a:lnTo>
                    <a:pt x="6190186" y="744257"/>
                  </a:lnTo>
                  <a:lnTo>
                    <a:pt x="6148000" y="809324"/>
                  </a:lnTo>
                  <a:lnTo>
                    <a:pt x="6105512" y="875933"/>
                  </a:lnTo>
                  <a:lnTo>
                    <a:pt x="6062832" y="943492"/>
                  </a:lnTo>
                  <a:lnTo>
                    <a:pt x="6020087" y="1011370"/>
                  </a:lnTo>
                  <a:lnTo>
                    <a:pt x="5977407" y="1078926"/>
                  </a:lnTo>
                  <a:lnTo>
                    <a:pt x="5934920" y="1145530"/>
                  </a:lnTo>
                  <a:lnTo>
                    <a:pt x="5892736" y="1210590"/>
                  </a:lnTo>
                  <a:lnTo>
                    <a:pt x="5850937" y="1273570"/>
                  </a:lnTo>
                  <a:lnTo>
                    <a:pt x="5809573" y="1334012"/>
                  </a:lnTo>
                  <a:lnTo>
                    <a:pt x="5768649" y="1391542"/>
                  </a:lnTo>
                  <a:lnTo>
                    <a:pt x="5728120" y="1445883"/>
                  </a:lnTo>
                  <a:lnTo>
                    <a:pt x="5687889" y="1496850"/>
                  </a:lnTo>
                  <a:lnTo>
                    <a:pt x="5647796" y="1544348"/>
                  </a:lnTo>
                  <a:lnTo>
                    <a:pt x="5607613" y="1588370"/>
                  </a:lnTo>
                  <a:lnTo>
                    <a:pt x="5567201" y="1628823"/>
                  </a:lnTo>
                  <a:lnTo>
                    <a:pt x="5519675" y="1671324"/>
                  </a:lnTo>
                  <a:lnTo>
                    <a:pt x="5470481" y="1709452"/>
                  </a:lnTo>
                  <a:lnTo>
                    <a:pt x="5418811" y="1743442"/>
                  </a:lnTo>
                  <a:lnTo>
                    <a:pt x="5363767" y="1773690"/>
                  </a:lnTo>
                  <a:lnTo>
                    <a:pt x="5304435" y="1800633"/>
                  </a:lnTo>
                  <a:lnTo>
                    <a:pt x="5239975" y="1824691"/>
                  </a:lnTo>
                  <a:lnTo>
                    <a:pt x="5169724" y="1846224"/>
                  </a:lnTo>
                  <a:lnTo>
                    <a:pt x="5093337" y="1865523"/>
                  </a:lnTo>
                  <a:lnTo>
                    <a:pt x="5010981" y="1882791"/>
                  </a:lnTo>
                  <a:lnTo>
                    <a:pt x="4923545" y="1898148"/>
                  </a:lnTo>
                  <a:lnTo>
                    <a:pt x="4832853" y="1911634"/>
                  </a:lnTo>
                  <a:lnTo>
                    <a:pt x="4741773" y="1923231"/>
                  </a:lnTo>
                  <a:lnTo>
                    <a:pt x="4654123" y="1932892"/>
                  </a:lnTo>
                  <a:lnTo>
                    <a:pt x="4574272" y="1940589"/>
                  </a:lnTo>
                  <a:lnTo>
                    <a:pt x="4506425" y="1946359"/>
                  </a:lnTo>
                  <a:lnTo>
                    <a:pt x="4453731" y="1950342"/>
                  </a:lnTo>
                  <a:lnTo>
                    <a:pt x="4417494" y="1952791"/>
                  </a:lnTo>
                  <a:lnTo>
                    <a:pt x="4396743" y="1954052"/>
                  </a:lnTo>
                  <a:lnTo>
                    <a:pt x="4388253" y="1954517"/>
                  </a:lnTo>
                  <a:lnTo>
                    <a:pt x="4386855" y="1954587"/>
                  </a:lnTo>
                  <a:lnTo>
                    <a:pt x="4386855" y="1954587"/>
                  </a:lnTo>
                  <a:lnTo>
                    <a:pt x="3848118" y="1954587"/>
                  </a:lnTo>
                  <a:lnTo>
                    <a:pt x="3846948" y="1954671"/>
                  </a:lnTo>
                  <a:lnTo>
                    <a:pt x="3839295" y="1955270"/>
                  </a:lnTo>
                  <a:lnTo>
                    <a:pt x="3820142" y="1956926"/>
                  </a:lnTo>
                  <a:lnTo>
                    <a:pt x="3786262" y="1960179"/>
                  </a:lnTo>
                  <a:lnTo>
                    <a:pt x="3736499" y="1965508"/>
                  </a:lnTo>
                  <a:lnTo>
                    <a:pt x="3671834" y="1973277"/>
                  </a:lnTo>
                  <a:lnTo>
                    <a:pt x="3595044" y="1983698"/>
                  </a:lnTo>
                  <a:lnTo>
                    <a:pt x="3510012" y="1996841"/>
                  </a:lnTo>
                  <a:lnTo>
                    <a:pt x="3420909" y="2012678"/>
                  </a:lnTo>
                  <a:lnTo>
                    <a:pt x="3331493" y="2031146"/>
                  </a:lnTo>
                  <a:lnTo>
                    <a:pt x="3244690" y="2052205"/>
                  </a:lnTo>
                  <a:lnTo>
                    <a:pt x="3162452" y="2075891"/>
                  </a:lnTo>
                  <a:lnTo>
                    <a:pt x="3085826" y="2102336"/>
                  </a:lnTo>
                  <a:lnTo>
                    <a:pt x="3015131" y="2131789"/>
                  </a:lnTo>
                  <a:lnTo>
                    <a:pt x="2950159" y="2164609"/>
                  </a:lnTo>
                  <a:lnTo>
                    <a:pt x="2890358" y="2201261"/>
                  </a:lnTo>
                  <a:lnTo>
                    <a:pt x="2834972" y="2242295"/>
                  </a:lnTo>
                  <a:lnTo>
                    <a:pt x="2783150" y="2288305"/>
                  </a:lnTo>
                  <a:lnTo>
                    <a:pt x="2734028" y="2339864"/>
                  </a:lnTo>
                  <a:lnTo>
                    <a:pt x="2686798" y="2397399"/>
                  </a:lnTo>
                  <a:lnTo>
                    <a:pt x="2667772" y="2422817"/>
                  </a:lnTo>
                  <a:lnTo>
                    <a:pt x="2632192" y="2473716"/>
                  </a:lnTo>
                  <a:lnTo>
                    <a:pt x="2596945" y="2528366"/>
                  </a:lnTo>
                  <a:lnTo>
                    <a:pt x="2561818" y="2586844"/>
                  </a:lnTo>
                  <a:lnTo>
                    <a:pt x="2526641" y="2649164"/>
                  </a:lnTo>
                  <a:lnTo>
                    <a:pt x="2491290" y="2715273"/>
                  </a:lnTo>
                  <a:lnTo>
                    <a:pt x="2455675" y="2785040"/>
                  </a:lnTo>
                  <a:lnTo>
                    <a:pt x="2419742" y="2858260"/>
                  </a:lnTo>
                  <a:lnTo>
                    <a:pt x="2383469" y="2934643"/>
                  </a:lnTo>
                  <a:lnTo>
                    <a:pt x="2346862" y="3013823"/>
                  </a:lnTo>
                  <a:lnTo>
                    <a:pt x="2309953" y="3095359"/>
                  </a:lnTo>
                  <a:lnTo>
                    <a:pt x="2272795" y="3178745"/>
                  </a:lnTo>
                  <a:lnTo>
                    <a:pt x="2235456" y="3263423"/>
                  </a:lnTo>
                  <a:lnTo>
                    <a:pt x="2198019" y="3348795"/>
                  </a:lnTo>
                  <a:lnTo>
                    <a:pt x="2160570" y="3434243"/>
                  </a:lnTo>
                  <a:lnTo>
                    <a:pt x="2123200" y="3519148"/>
                  </a:lnTo>
                  <a:lnTo>
                    <a:pt x="2085990" y="3602904"/>
                  </a:lnTo>
                  <a:lnTo>
                    <a:pt x="2049014" y="3684943"/>
                  </a:lnTo>
                  <a:lnTo>
                    <a:pt x="2012329" y="3764744"/>
                  </a:lnTo>
                  <a:lnTo>
                    <a:pt x="1975973" y="3841849"/>
                  </a:lnTo>
                  <a:lnTo>
                    <a:pt x="1939958" y="3915874"/>
                  </a:lnTo>
                  <a:lnTo>
                    <a:pt x="1904269" y="3986510"/>
                  </a:lnTo>
                  <a:lnTo>
                    <a:pt x="1868859" y="4053531"/>
                  </a:lnTo>
                  <a:lnTo>
                    <a:pt x="1833650" y="4116788"/>
                  </a:lnTo>
                  <a:lnTo>
                    <a:pt x="1798524" y="4176209"/>
                  </a:lnTo>
                  <a:lnTo>
                    <a:pt x="1763325" y="4231792"/>
                  </a:lnTo>
                  <a:lnTo>
                    <a:pt x="1727849" y="4283600"/>
                  </a:lnTo>
                  <a:lnTo>
                    <a:pt x="1719082" y="4295737"/>
                  </a:lnTo>
                  <a:lnTo>
                    <a:pt x="1672425" y="4355781"/>
                  </a:lnTo>
                  <a:lnTo>
                    <a:pt x="1624173" y="4409759"/>
                  </a:lnTo>
                  <a:lnTo>
                    <a:pt x="1573564" y="4457985"/>
                  </a:lnTo>
                  <a:lnTo>
                    <a:pt x="1519748" y="4500992"/>
                  </a:lnTo>
                  <a:lnTo>
                    <a:pt x="1461860" y="4539375"/>
                  </a:lnTo>
                  <a:lnTo>
                    <a:pt x="1399095" y="4573708"/>
                  </a:lnTo>
                  <a:lnTo>
                    <a:pt x="1330801" y="4604495"/>
                  </a:lnTo>
                  <a:lnTo>
                    <a:pt x="1256609" y="4632139"/>
                  </a:lnTo>
                  <a:lnTo>
                    <a:pt x="1176597" y="4656937"/>
                  </a:lnTo>
                  <a:lnTo>
                    <a:pt x="1091488" y="4679066"/>
                  </a:lnTo>
                  <a:lnTo>
                    <a:pt x="1002847" y="4698601"/>
                  </a:lnTo>
                  <a:lnTo>
                    <a:pt x="913201" y="4715527"/>
                  </a:lnTo>
                  <a:lnTo>
                    <a:pt x="826002" y="4729784"/>
                  </a:lnTo>
                  <a:lnTo>
                    <a:pt x="745320" y="4741322"/>
                  </a:lnTo>
                  <a:lnTo>
                    <a:pt x="675253" y="4750164"/>
                  </a:lnTo>
                  <a:lnTo>
                    <a:pt x="619132" y="4756460"/>
                  </a:lnTo>
                  <a:lnTo>
                    <a:pt x="578740" y="4760514"/>
                  </a:lnTo>
                  <a:lnTo>
                    <a:pt x="553812" y="4762763"/>
                  </a:lnTo>
                  <a:lnTo>
                    <a:pt x="541945" y="4763730"/>
                  </a:lnTo>
                  <a:lnTo>
                    <a:pt x="538820" y="4763961"/>
                  </a:lnTo>
                  <a:lnTo>
                    <a:pt x="538736" y="4763967"/>
                  </a:lnTo>
                  <a:lnTo>
                    <a:pt x="0" y="47639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6" name="pg1796"/>
            <p:cNvSpPr/>
            <p:nvPr/>
          </p:nvSpPr>
          <p:spPr>
            <a:xfrm>
              <a:off x="546595" y="2318483"/>
              <a:ext cx="8234974" cy="3146940"/>
            </a:xfrm>
            <a:custGeom>
              <a:avLst/>
              <a:pathLst>
                <a:path w="8234974" h="3146940">
                  <a:moveTo>
                    <a:pt x="0" y="3146940"/>
                  </a:moveTo>
                  <a:lnTo>
                    <a:pt x="538736" y="3146940"/>
                  </a:lnTo>
                  <a:lnTo>
                    <a:pt x="539915" y="3146859"/>
                  </a:lnTo>
                  <a:lnTo>
                    <a:pt x="547623" y="3146278"/>
                  </a:lnTo>
                  <a:lnTo>
                    <a:pt x="566906" y="3144671"/>
                  </a:lnTo>
                  <a:lnTo>
                    <a:pt x="601006" y="3141514"/>
                  </a:lnTo>
                  <a:lnTo>
                    <a:pt x="651068" y="3136344"/>
                  </a:lnTo>
                  <a:lnTo>
                    <a:pt x="716080" y="3128809"/>
                  </a:lnTo>
                  <a:lnTo>
                    <a:pt x="793224" y="3118705"/>
                  </a:lnTo>
                  <a:lnTo>
                    <a:pt x="878579" y="3105966"/>
                  </a:lnTo>
                  <a:lnTo>
                    <a:pt x="967945" y="3090620"/>
                  </a:lnTo>
                  <a:lnTo>
                    <a:pt x="1057549" y="3072730"/>
                  </a:lnTo>
                  <a:lnTo>
                    <a:pt x="1144468" y="3052330"/>
                  </a:lnTo>
                  <a:lnTo>
                    <a:pt x="1226760" y="3029387"/>
                  </a:lnTo>
                  <a:lnTo>
                    <a:pt x="1303393" y="3003766"/>
                  </a:lnTo>
                  <a:lnTo>
                    <a:pt x="1374066" y="2975226"/>
                  </a:lnTo>
                  <a:lnTo>
                    <a:pt x="1439001" y="2943412"/>
                  </a:lnTo>
                  <a:lnTo>
                    <a:pt x="1498766" y="2907870"/>
                  </a:lnTo>
                  <a:lnTo>
                    <a:pt x="1554126" y="2868065"/>
                  </a:lnTo>
                  <a:lnTo>
                    <a:pt x="1605941" y="2823418"/>
                  </a:lnTo>
                  <a:lnTo>
                    <a:pt x="1655081" y="2773378"/>
                  </a:lnTo>
                  <a:lnTo>
                    <a:pt x="1702355" y="2717541"/>
                  </a:lnTo>
                  <a:lnTo>
                    <a:pt x="1719082" y="2695951"/>
                  </a:lnTo>
                  <a:lnTo>
                    <a:pt x="1755191" y="2646168"/>
                  </a:lnTo>
                  <a:lnTo>
                    <a:pt x="1790958" y="2592662"/>
                  </a:lnTo>
                  <a:lnTo>
                    <a:pt x="1826609" y="2535356"/>
                  </a:lnTo>
                  <a:lnTo>
                    <a:pt x="1862317" y="2474240"/>
                  </a:lnTo>
                  <a:lnTo>
                    <a:pt x="1898212" y="2409370"/>
                  </a:lnTo>
                  <a:lnTo>
                    <a:pt x="1934384" y="2340884"/>
                  </a:lnTo>
                  <a:lnTo>
                    <a:pt x="1970886" y="2268995"/>
                  </a:lnTo>
                  <a:lnTo>
                    <a:pt x="2007739" y="2194002"/>
                  </a:lnTo>
                  <a:lnTo>
                    <a:pt x="2044933" y="2116282"/>
                  </a:lnTo>
                  <a:lnTo>
                    <a:pt x="2082432" y="2036289"/>
                  </a:lnTo>
                  <a:lnTo>
                    <a:pt x="2120178" y="1954541"/>
                  </a:lnTo>
                  <a:lnTo>
                    <a:pt x="2158098" y="1871606"/>
                  </a:lnTo>
                  <a:lnTo>
                    <a:pt x="2196103" y="1788091"/>
                  </a:lnTo>
                  <a:lnTo>
                    <a:pt x="2234101" y="1704620"/>
                  </a:lnTo>
                  <a:lnTo>
                    <a:pt x="2272001" y="1621816"/>
                  </a:lnTo>
                  <a:lnTo>
                    <a:pt x="2309717" y="1540281"/>
                  </a:lnTo>
                  <a:lnTo>
                    <a:pt x="2347176" y="1460578"/>
                  </a:lnTo>
                  <a:lnTo>
                    <a:pt x="2384324" y="1383217"/>
                  </a:lnTo>
                  <a:lnTo>
                    <a:pt x="2421127" y="1308640"/>
                  </a:lnTo>
                  <a:lnTo>
                    <a:pt x="2457581" y="1237213"/>
                  </a:lnTo>
                  <a:lnTo>
                    <a:pt x="2493709" y="1169224"/>
                  </a:lnTo>
                  <a:lnTo>
                    <a:pt x="2529571" y="1104877"/>
                  </a:lnTo>
                  <a:lnTo>
                    <a:pt x="2565263" y="1044295"/>
                  </a:lnTo>
                  <a:lnTo>
                    <a:pt x="2600918" y="987526"/>
                  </a:lnTo>
                  <a:lnTo>
                    <a:pt x="2636719" y="934550"/>
                  </a:lnTo>
                  <a:lnTo>
                    <a:pt x="2667772" y="891996"/>
                  </a:lnTo>
                  <a:lnTo>
                    <a:pt x="2714546" y="834027"/>
                  </a:lnTo>
                  <a:lnTo>
                    <a:pt x="2762926" y="781930"/>
                  </a:lnTo>
                  <a:lnTo>
                    <a:pt x="2813677" y="735397"/>
                  </a:lnTo>
                  <a:lnTo>
                    <a:pt x="2867658" y="693912"/>
                  </a:lnTo>
                  <a:lnTo>
                    <a:pt x="2925739" y="656898"/>
                  </a:lnTo>
                  <a:lnTo>
                    <a:pt x="2988731" y="623796"/>
                  </a:lnTo>
                  <a:lnTo>
                    <a:pt x="3057287" y="594122"/>
                  </a:lnTo>
                  <a:lnTo>
                    <a:pt x="3131773" y="567482"/>
                  </a:lnTo>
                  <a:lnTo>
                    <a:pt x="3212101" y="543594"/>
                  </a:lnTo>
                  <a:lnTo>
                    <a:pt x="3297524" y="522286"/>
                  </a:lnTo>
                  <a:lnTo>
                    <a:pt x="3386446" y="503489"/>
                  </a:lnTo>
                  <a:lnTo>
                    <a:pt x="3476294" y="487218"/>
                  </a:lnTo>
                  <a:lnTo>
                    <a:pt x="3563570" y="473533"/>
                  </a:lnTo>
                  <a:lnTo>
                    <a:pt x="3644160" y="462480"/>
                  </a:lnTo>
                  <a:lnTo>
                    <a:pt x="3713948" y="454034"/>
                  </a:lnTo>
                  <a:lnTo>
                    <a:pt x="3769624" y="448044"/>
                  </a:lnTo>
                  <a:lnTo>
                    <a:pt x="3809464" y="444210"/>
                  </a:lnTo>
                  <a:lnTo>
                    <a:pt x="3833823" y="442103"/>
                  </a:lnTo>
                  <a:lnTo>
                    <a:pt x="3845212" y="441213"/>
                  </a:lnTo>
                  <a:lnTo>
                    <a:pt x="3848118" y="441007"/>
                  </a:lnTo>
                  <a:lnTo>
                    <a:pt x="4386855" y="441007"/>
                  </a:lnTo>
                  <a:lnTo>
                    <a:pt x="4388154" y="440992"/>
                  </a:lnTo>
                  <a:lnTo>
                    <a:pt x="4396630" y="440889"/>
                  </a:lnTo>
                  <a:lnTo>
                    <a:pt x="4417761" y="440603"/>
                  </a:lnTo>
                  <a:lnTo>
                    <a:pt x="4454940" y="440042"/>
                  </a:lnTo>
                  <a:lnTo>
                    <a:pt x="4509144" y="439125"/>
                  </a:lnTo>
                  <a:lnTo>
                    <a:pt x="4578925" y="437794"/>
                  </a:lnTo>
                  <a:lnTo>
                    <a:pt x="4660882" y="436017"/>
                  </a:lnTo>
                  <a:lnTo>
                    <a:pt x="4750549" y="433787"/>
                  </a:lnTo>
                  <a:lnTo>
                    <a:pt x="4843350" y="431111"/>
                  </a:lnTo>
                  <a:lnTo>
                    <a:pt x="4935357" y="428001"/>
                  </a:lnTo>
                  <a:lnTo>
                    <a:pt x="5023685" y="424458"/>
                  </a:lnTo>
                  <a:lnTo>
                    <a:pt x="5106561" y="420472"/>
                  </a:lnTo>
                  <a:lnTo>
                    <a:pt x="5183183" y="416010"/>
                  </a:lnTo>
                  <a:lnTo>
                    <a:pt x="5253487" y="411022"/>
                  </a:lnTo>
                  <a:lnTo>
                    <a:pt x="5317912" y="405436"/>
                  </a:lnTo>
                  <a:lnTo>
                    <a:pt x="5377209" y="399163"/>
                  </a:lnTo>
                  <a:lnTo>
                    <a:pt x="5432287" y="392104"/>
                  </a:lnTo>
                  <a:lnTo>
                    <a:pt x="5484114" y="384157"/>
                  </a:lnTo>
                  <a:lnTo>
                    <a:pt x="5533618" y="375235"/>
                  </a:lnTo>
                  <a:lnTo>
                    <a:pt x="5567201" y="368413"/>
                  </a:lnTo>
                  <a:lnTo>
                    <a:pt x="5618835" y="356742"/>
                  </a:lnTo>
                  <a:lnTo>
                    <a:pt x="5669973" y="343829"/>
                  </a:lnTo>
                  <a:lnTo>
                    <a:pt x="5721177" y="329656"/>
                  </a:lnTo>
                  <a:lnTo>
                    <a:pt x="5772822" y="314255"/>
                  </a:lnTo>
                  <a:lnTo>
                    <a:pt x="5825117" y="297711"/>
                  </a:lnTo>
                  <a:lnTo>
                    <a:pt x="5878128" y="280161"/>
                  </a:lnTo>
                  <a:lnTo>
                    <a:pt x="5931798" y="261798"/>
                  </a:lnTo>
                  <a:lnTo>
                    <a:pt x="5985968" y="242862"/>
                  </a:lnTo>
                  <a:lnTo>
                    <a:pt x="6040410" y="223628"/>
                  </a:lnTo>
                  <a:lnTo>
                    <a:pt x="6094858" y="204387"/>
                  </a:lnTo>
                  <a:lnTo>
                    <a:pt x="6149044" y="185433"/>
                  </a:lnTo>
                  <a:lnTo>
                    <a:pt x="6202738" y="167041"/>
                  </a:lnTo>
                  <a:lnTo>
                    <a:pt x="6255779" y="149453"/>
                  </a:lnTo>
                  <a:lnTo>
                    <a:pt x="6308103" y="132863"/>
                  </a:lnTo>
                  <a:lnTo>
                    <a:pt x="6359772" y="117413"/>
                  </a:lnTo>
                  <a:lnTo>
                    <a:pt x="6410988" y="103188"/>
                  </a:lnTo>
                  <a:lnTo>
                    <a:pt x="6462119" y="90222"/>
                  </a:lnTo>
                  <a:lnTo>
                    <a:pt x="6513718" y="78500"/>
                  </a:lnTo>
                  <a:lnTo>
                    <a:pt x="6515891" y="78038"/>
                  </a:lnTo>
                  <a:lnTo>
                    <a:pt x="6564265" y="68409"/>
                  </a:lnTo>
                  <a:lnTo>
                    <a:pt x="6614379" y="59789"/>
                  </a:lnTo>
                  <a:lnTo>
                    <a:pt x="6667089" y="52121"/>
                  </a:lnTo>
                  <a:lnTo>
                    <a:pt x="6723343" y="45311"/>
                  </a:lnTo>
                  <a:lnTo>
                    <a:pt x="6784101" y="39256"/>
                  </a:lnTo>
                  <a:lnTo>
                    <a:pt x="6850237" y="33860"/>
                  </a:lnTo>
                  <a:lnTo>
                    <a:pt x="6922426" y="29037"/>
                  </a:lnTo>
                  <a:lnTo>
                    <a:pt x="7000976" y="24724"/>
                  </a:lnTo>
                  <a:lnTo>
                    <a:pt x="7085628" y="20874"/>
                  </a:lnTo>
                  <a:lnTo>
                    <a:pt x="7175306" y="17463"/>
                  </a:lnTo>
                  <a:lnTo>
                    <a:pt x="7267909" y="14483"/>
                  </a:lnTo>
                  <a:lnTo>
                    <a:pt x="7360217" y="11942"/>
                  </a:lnTo>
                  <a:lnTo>
                    <a:pt x="7448046" y="9848"/>
                  </a:lnTo>
                  <a:lnTo>
                    <a:pt x="7526759" y="8208"/>
                  </a:lnTo>
                  <a:lnTo>
                    <a:pt x="7592109" y="7007"/>
                  </a:lnTo>
                  <a:lnTo>
                    <a:pt x="7641207" y="6205"/>
                  </a:lnTo>
                  <a:lnTo>
                    <a:pt x="7673310" y="5737"/>
                  </a:lnTo>
                  <a:lnTo>
                    <a:pt x="7690149" y="5516"/>
                  </a:lnTo>
                  <a:lnTo>
                    <a:pt x="7695789" y="544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8" y="14"/>
                  </a:lnTo>
                  <a:lnTo>
                    <a:pt x="7686462" y="117"/>
                  </a:lnTo>
                  <a:lnTo>
                    <a:pt x="7665331" y="403"/>
                  </a:lnTo>
                  <a:lnTo>
                    <a:pt x="7628153" y="965"/>
                  </a:lnTo>
                  <a:lnTo>
                    <a:pt x="7573948" y="1882"/>
                  </a:lnTo>
                  <a:lnTo>
                    <a:pt x="7504168" y="3213"/>
                  </a:lnTo>
                  <a:lnTo>
                    <a:pt x="7422210" y="4990"/>
                  </a:lnTo>
                  <a:lnTo>
                    <a:pt x="7332543" y="7220"/>
                  </a:lnTo>
                  <a:lnTo>
                    <a:pt x="7239742" y="9895"/>
                  </a:lnTo>
                  <a:lnTo>
                    <a:pt x="7147735" y="13006"/>
                  </a:lnTo>
                  <a:lnTo>
                    <a:pt x="7059408" y="16548"/>
                  </a:lnTo>
                  <a:lnTo>
                    <a:pt x="6976531" y="20535"/>
                  </a:lnTo>
                  <a:lnTo>
                    <a:pt x="6899909" y="24996"/>
                  </a:lnTo>
                  <a:lnTo>
                    <a:pt x="6829606" y="29984"/>
                  </a:lnTo>
                  <a:lnTo>
                    <a:pt x="6765180" y="35570"/>
                  </a:lnTo>
                  <a:lnTo>
                    <a:pt x="6705884" y="41843"/>
                  </a:lnTo>
                  <a:lnTo>
                    <a:pt x="6650805" y="48902"/>
                  </a:lnTo>
                  <a:lnTo>
                    <a:pt x="6598978" y="56850"/>
                  </a:lnTo>
                  <a:lnTo>
                    <a:pt x="6549474" y="65772"/>
                  </a:lnTo>
                  <a:lnTo>
                    <a:pt x="6515891" y="72593"/>
                  </a:lnTo>
                  <a:lnTo>
                    <a:pt x="6464257" y="84264"/>
                  </a:lnTo>
                  <a:lnTo>
                    <a:pt x="6413120" y="97178"/>
                  </a:lnTo>
                  <a:lnTo>
                    <a:pt x="6361915" y="111350"/>
                  </a:lnTo>
                  <a:lnTo>
                    <a:pt x="6310270" y="126751"/>
                  </a:lnTo>
                  <a:lnTo>
                    <a:pt x="6257975" y="143296"/>
                  </a:lnTo>
                  <a:lnTo>
                    <a:pt x="6204964" y="160846"/>
                  </a:lnTo>
                  <a:lnTo>
                    <a:pt x="6151295" y="179208"/>
                  </a:lnTo>
                  <a:lnTo>
                    <a:pt x="6097125" y="198144"/>
                  </a:lnTo>
                  <a:lnTo>
                    <a:pt x="6042683" y="217379"/>
                  </a:lnTo>
                  <a:lnTo>
                    <a:pt x="5988235" y="236620"/>
                  </a:lnTo>
                  <a:lnTo>
                    <a:pt x="5934048" y="255573"/>
                  </a:lnTo>
                  <a:lnTo>
                    <a:pt x="5880354" y="273965"/>
                  </a:lnTo>
                  <a:lnTo>
                    <a:pt x="5827314" y="291553"/>
                  </a:lnTo>
                  <a:lnTo>
                    <a:pt x="5774989" y="308143"/>
                  </a:lnTo>
                  <a:lnTo>
                    <a:pt x="5723320" y="323593"/>
                  </a:lnTo>
                  <a:lnTo>
                    <a:pt x="5672104" y="337818"/>
                  </a:lnTo>
                  <a:lnTo>
                    <a:pt x="5620974" y="350784"/>
                  </a:lnTo>
                  <a:lnTo>
                    <a:pt x="5569374" y="362506"/>
                  </a:lnTo>
                  <a:lnTo>
                    <a:pt x="5567201" y="362968"/>
                  </a:lnTo>
                  <a:lnTo>
                    <a:pt x="5518828" y="372597"/>
                  </a:lnTo>
                  <a:lnTo>
                    <a:pt x="5468713" y="381217"/>
                  </a:lnTo>
                  <a:lnTo>
                    <a:pt x="5416004" y="388886"/>
                  </a:lnTo>
                  <a:lnTo>
                    <a:pt x="5359750" y="395696"/>
                  </a:lnTo>
                  <a:lnTo>
                    <a:pt x="5298992" y="401750"/>
                  </a:lnTo>
                  <a:lnTo>
                    <a:pt x="5232855" y="407147"/>
                  </a:lnTo>
                  <a:lnTo>
                    <a:pt x="5160667" y="411969"/>
                  </a:lnTo>
                  <a:lnTo>
                    <a:pt x="5082116" y="416282"/>
                  </a:lnTo>
                  <a:lnTo>
                    <a:pt x="4997465" y="420132"/>
                  </a:lnTo>
                  <a:lnTo>
                    <a:pt x="4907787" y="423543"/>
                  </a:lnTo>
                  <a:lnTo>
                    <a:pt x="4815183" y="426523"/>
                  </a:lnTo>
                  <a:lnTo>
                    <a:pt x="4722875" y="429065"/>
                  </a:lnTo>
                  <a:lnTo>
                    <a:pt x="4635047" y="431158"/>
                  </a:lnTo>
                  <a:lnTo>
                    <a:pt x="4556333" y="432798"/>
                  </a:lnTo>
                  <a:lnTo>
                    <a:pt x="4490983" y="433999"/>
                  </a:lnTo>
                  <a:lnTo>
                    <a:pt x="4441885" y="434801"/>
                  </a:lnTo>
                  <a:lnTo>
                    <a:pt x="4409783" y="435270"/>
                  </a:lnTo>
                  <a:lnTo>
                    <a:pt x="4392943" y="435491"/>
                  </a:lnTo>
                  <a:lnTo>
                    <a:pt x="4387304" y="435557"/>
                  </a:lnTo>
                  <a:lnTo>
                    <a:pt x="4386855" y="435562"/>
                  </a:lnTo>
                  <a:lnTo>
                    <a:pt x="3848118" y="435562"/>
                  </a:lnTo>
                  <a:lnTo>
                    <a:pt x="3846940" y="435644"/>
                  </a:lnTo>
                  <a:lnTo>
                    <a:pt x="3839232" y="436225"/>
                  </a:lnTo>
                  <a:lnTo>
                    <a:pt x="3819948" y="437832"/>
                  </a:lnTo>
                  <a:lnTo>
                    <a:pt x="3785848" y="440988"/>
                  </a:lnTo>
                  <a:lnTo>
                    <a:pt x="3735787" y="446159"/>
                  </a:lnTo>
                  <a:lnTo>
                    <a:pt x="3670775" y="453694"/>
                  </a:lnTo>
                  <a:lnTo>
                    <a:pt x="3593630" y="463798"/>
                  </a:lnTo>
                  <a:lnTo>
                    <a:pt x="3508276" y="476536"/>
                  </a:lnTo>
                  <a:lnTo>
                    <a:pt x="3418910" y="491882"/>
                  </a:lnTo>
                  <a:lnTo>
                    <a:pt x="3329305" y="509773"/>
                  </a:lnTo>
                  <a:lnTo>
                    <a:pt x="3242386" y="530172"/>
                  </a:lnTo>
                  <a:lnTo>
                    <a:pt x="3160094" y="553116"/>
                  </a:lnTo>
                  <a:lnTo>
                    <a:pt x="3083461" y="578736"/>
                  </a:lnTo>
                  <a:lnTo>
                    <a:pt x="3012789" y="607277"/>
                  </a:lnTo>
                  <a:lnTo>
                    <a:pt x="2947853" y="639090"/>
                  </a:lnTo>
                  <a:lnTo>
                    <a:pt x="2888089" y="674633"/>
                  </a:lnTo>
                  <a:lnTo>
                    <a:pt x="2832728" y="714438"/>
                  </a:lnTo>
                  <a:lnTo>
                    <a:pt x="2780913" y="759085"/>
                  </a:lnTo>
                  <a:lnTo>
                    <a:pt x="2731773" y="809125"/>
                  </a:lnTo>
                  <a:lnTo>
                    <a:pt x="2684499" y="864962"/>
                  </a:lnTo>
                  <a:lnTo>
                    <a:pt x="2667772" y="886551"/>
                  </a:lnTo>
                  <a:lnTo>
                    <a:pt x="2631664" y="936334"/>
                  </a:lnTo>
                  <a:lnTo>
                    <a:pt x="2595896" y="989841"/>
                  </a:lnTo>
                  <a:lnTo>
                    <a:pt x="2560245" y="1047146"/>
                  </a:lnTo>
                  <a:lnTo>
                    <a:pt x="2524537" y="1108263"/>
                  </a:lnTo>
                  <a:lnTo>
                    <a:pt x="2488642" y="1173132"/>
                  </a:lnTo>
                  <a:lnTo>
                    <a:pt x="2452471" y="1241619"/>
                  </a:lnTo>
                  <a:lnTo>
                    <a:pt x="2415969" y="1313508"/>
                  </a:lnTo>
                  <a:lnTo>
                    <a:pt x="2379116" y="1388501"/>
                  </a:lnTo>
                  <a:lnTo>
                    <a:pt x="2341922" y="1466220"/>
                  </a:lnTo>
                  <a:lnTo>
                    <a:pt x="2304423" y="1546213"/>
                  </a:lnTo>
                  <a:lnTo>
                    <a:pt x="2266676" y="1627962"/>
                  </a:lnTo>
                  <a:lnTo>
                    <a:pt x="2228757" y="1710897"/>
                  </a:lnTo>
                  <a:lnTo>
                    <a:pt x="2190752" y="1794412"/>
                  </a:lnTo>
                  <a:lnTo>
                    <a:pt x="2152754" y="1877882"/>
                  </a:lnTo>
                  <a:lnTo>
                    <a:pt x="2114854" y="1960686"/>
                  </a:lnTo>
                  <a:lnTo>
                    <a:pt x="2077138" y="2042222"/>
                  </a:lnTo>
                  <a:lnTo>
                    <a:pt x="2039678" y="2121924"/>
                  </a:lnTo>
                  <a:lnTo>
                    <a:pt x="2002531" y="2199286"/>
                  </a:lnTo>
                  <a:lnTo>
                    <a:pt x="1965727" y="2273863"/>
                  </a:lnTo>
                  <a:lnTo>
                    <a:pt x="1929274" y="2345289"/>
                  </a:lnTo>
                  <a:lnTo>
                    <a:pt x="1893145" y="2413278"/>
                  </a:lnTo>
                  <a:lnTo>
                    <a:pt x="1857283" y="2477626"/>
                  </a:lnTo>
                  <a:lnTo>
                    <a:pt x="1821592" y="2538208"/>
                  </a:lnTo>
                  <a:lnTo>
                    <a:pt x="1785936" y="2594976"/>
                  </a:lnTo>
                  <a:lnTo>
                    <a:pt x="1750135" y="2647953"/>
                  </a:lnTo>
                  <a:lnTo>
                    <a:pt x="1719082" y="2690507"/>
                  </a:lnTo>
                  <a:lnTo>
                    <a:pt x="1672308" y="2748476"/>
                  </a:lnTo>
                  <a:lnTo>
                    <a:pt x="1623929" y="2800573"/>
                  </a:lnTo>
                  <a:lnTo>
                    <a:pt x="1573177" y="2847106"/>
                  </a:lnTo>
                  <a:lnTo>
                    <a:pt x="1519197" y="2888590"/>
                  </a:lnTo>
                  <a:lnTo>
                    <a:pt x="1461116" y="2925605"/>
                  </a:lnTo>
                  <a:lnTo>
                    <a:pt x="1398124" y="2958706"/>
                  </a:lnTo>
                  <a:lnTo>
                    <a:pt x="1329568" y="2988381"/>
                  </a:lnTo>
                  <a:lnTo>
                    <a:pt x="1255081" y="3015021"/>
                  </a:lnTo>
                  <a:lnTo>
                    <a:pt x="1174754" y="3038908"/>
                  </a:lnTo>
                  <a:lnTo>
                    <a:pt x="1089331" y="3060217"/>
                  </a:lnTo>
                  <a:lnTo>
                    <a:pt x="1000409" y="3079013"/>
                  </a:lnTo>
                  <a:lnTo>
                    <a:pt x="910560" y="3095284"/>
                  </a:lnTo>
                  <a:lnTo>
                    <a:pt x="823284" y="3108970"/>
                  </a:lnTo>
                  <a:lnTo>
                    <a:pt x="742695" y="3120022"/>
                  </a:lnTo>
                  <a:lnTo>
                    <a:pt x="672907" y="3128468"/>
                  </a:lnTo>
                  <a:lnTo>
                    <a:pt x="617230" y="3134459"/>
                  </a:lnTo>
                  <a:lnTo>
                    <a:pt x="577390" y="3138293"/>
                  </a:lnTo>
                  <a:lnTo>
                    <a:pt x="553032" y="3140400"/>
                  </a:lnTo>
                  <a:lnTo>
                    <a:pt x="541643" y="3141289"/>
                  </a:lnTo>
                  <a:lnTo>
                    <a:pt x="538736" y="3141496"/>
                  </a:lnTo>
                  <a:lnTo>
                    <a:pt x="0" y="3141496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797" name="pl1797"/>
            <p:cNvSpPr/>
            <p:nvPr/>
          </p:nvSpPr>
          <p:spPr>
            <a:xfrm>
              <a:off x="546595" y="2323927"/>
              <a:ext cx="8234974" cy="3141496"/>
            </a:xfrm>
            <a:custGeom>
              <a:avLst/>
              <a:pathLst>
                <a:path w="8234974" h="3141496">
                  <a:moveTo>
                    <a:pt x="0" y="3141496"/>
                  </a:moveTo>
                  <a:lnTo>
                    <a:pt x="538736" y="3141496"/>
                  </a:lnTo>
                  <a:lnTo>
                    <a:pt x="539915" y="3141414"/>
                  </a:lnTo>
                  <a:lnTo>
                    <a:pt x="547623" y="3140833"/>
                  </a:lnTo>
                  <a:lnTo>
                    <a:pt x="566906" y="3139226"/>
                  </a:lnTo>
                  <a:lnTo>
                    <a:pt x="601006" y="3136070"/>
                  </a:lnTo>
                  <a:lnTo>
                    <a:pt x="651068" y="3130899"/>
                  </a:lnTo>
                  <a:lnTo>
                    <a:pt x="716080" y="3123364"/>
                  </a:lnTo>
                  <a:lnTo>
                    <a:pt x="793224" y="3113260"/>
                  </a:lnTo>
                  <a:lnTo>
                    <a:pt x="878579" y="3100521"/>
                  </a:lnTo>
                  <a:lnTo>
                    <a:pt x="967945" y="3085176"/>
                  </a:lnTo>
                  <a:lnTo>
                    <a:pt x="1057549" y="3067285"/>
                  </a:lnTo>
                  <a:lnTo>
                    <a:pt x="1144468" y="3046885"/>
                  </a:lnTo>
                  <a:lnTo>
                    <a:pt x="1226760" y="3023942"/>
                  </a:lnTo>
                  <a:lnTo>
                    <a:pt x="1303393" y="2998322"/>
                  </a:lnTo>
                  <a:lnTo>
                    <a:pt x="1374066" y="2969781"/>
                  </a:lnTo>
                  <a:lnTo>
                    <a:pt x="1439001" y="2937967"/>
                  </a:lnTo>
                  <a:lnTo>
                    <a:pt x="1498766" y="2902425"/>
                  </a:lnTo>
                  <a:lnTo>
                    <a:pt x="1554126" y="2862620"/>
                  </a:lnTo>
                  <a:lnTo>
                    <a:pt x="1605941" y="2817973"/>
                  </a:lnTo>
                  <a:lnTo>
                    <a:pt x="1655081" y="2767933"/>
                  </a:lnTo>
                  <a:lnTo>
                    <a:pt x="1702355" y="2712096"/>
                  </a:lnTo>
                  <a:lnTo>
                    <a:pt x="1719082" y="2690507"/>
                  </a:lnTo>
                  <a:lnTo>
                    <a:pt x="1755191" y="2640724"/>
                  </a:lnTo>
                  <a:lnTo>
                    <a:pt x="1790958" y="2587217"/>
                  </a:lnTo>
                  <a:lnTo>
                    <a:pt x="1826609" y="2529912"/>
                  </a:lnTo>
                  <a:lnTo>
                    <a:pt x="1862317" y="2468795"/>
                  </a:lnTo>
                  <a:lnTo>
                    <a:pt x="1898212" y="2403926"/>
                  </a:lnTo>
                  <a:lnTo>
                    <a:pt x="1934384" y="2335439"/>
                  </a:lnTo>
                  <a:lnTo>
                    <a:pt x="1970886" y="2263550"/>
                  </a:lnTo>
                  <a:lnTo>
                    <a:pt x="2007739" y="2188557"/>
                  </a:lnTo>
                  <a:lnTo>
                    <a:pt x="2044933" y="2110838"/>
                  </a:lnTo>
                  <a:lnTo>
                    <a:pt x="2082432" y="2030845"/>
                  </a:lnTo>
                  <a:lnTo>
                    <a:pt x="2120178" y="1949096"/>
                  </a:lnTo>
                  <a:lnTo>
                    <a:pt x="2158098" y="1866161"/>
                  </a:lnTo>
                  <a:lnTo>
                    <a:pt x="2196103" y="1782646"/>
                  </a:lnTo>
                  <a:lnTo>
                    <a:pt x="2234101" y="1699176"/>
                  </a:lnTo>
                  <a:lnTo>
                    <a:pt x="2272001" y="1616372"/>
                  </a:lnTo>
                  <a:lnTo>
                    <a:pt x="2309717" y="1534836"/>
                  </a:lnTo>
                  <a:lnTo>
                    <a:pt x="2347176" y="1455134"/>
                  </a:lnTo>
                  <a:lnTo>
                    <a:pt x="2384324" y="1377772"/>
                  </a:lnTo>
                  <a:lnTo>
                    <a:pt x="2421127" y="1303195"/>
                  </a:lnTo>
                  <a:lnTo>
                    <a:pt x="2457581" y="1231769"/>
                  </a:lnTo>
                  <a:lnTo>
                    <a:pt x="2493709" y="1163780"/>
                  </a:lnTo>
                  <a:lnTo>
                    <a:pt x="2529571" y="1099432"/>
                  </a:lnTo>
                  <a:lnTo>
                    <a:pt x="2565263" y="1038850"/>
                  </a:lnTo>
                  <a:lnTo>
                    <a:pt x="2600918" y="982082"/>
                  </a:lnTo>
                  <a:lnTo>
                    <a:pt x="2636719" y="929105"/>
                  </a:lnTo>
                  <a:lnTo>
                    <a:pt x="2667772" y="886551"/>
                  </a:lnTo>
                  <a:lnTo>
                    <a:pt x="2714546" y="828582"/>
                  </a:lnTo>
                  <a:lnTo>
                    <a:pt x="2762926" y="776485"/>
                  </a:lnTo>
                  <a:lnTo>
                    <a:pt x="2813677" y="729952"/>
                  </a:lnTo>
                  <a:lnTo>
                    <a:pt x="2867658" y="688468"/>
                  </a:lnTo>
                  <a:lnTo>
                    <a:pt x="2925739" y="651453"/>
                  </a:lnTo>
                  <a:lnTo>
                    <a:pt x="2988731" y="618352"/>
                  </a:lnTo>
                  <a:lnTo>
                    <a:pt x="3057287" y="588677"/>
                  </a:lnTo>
                  <a:lnTo>
                    <a:pt x="3131773" y="562037"/>
                  </a:lnTo>
                  <a:lnTo>
                    <a:pt x="3212101" y="538150"/>
                  </a:lnTo>
                  <a:lnTo>
                    <a:pt x="3297524" y="516841"/>
                  </a:lnTo>
                  <a:lnTo>
                    <a:pt x="3386446" y="498044"/>
                  </a:lnTo>
                  <a:lnTo>
                    <a:pt x="3476294" y="481774"/>
                  </a:lnTo>
                  <a:lnTo>
                    <a:pt x="3563570" y="468088"/>
                  </a:lnTo>
                  <a:lnTo>
                    <a:pt x="3644160" y="457036"/>
                  </a:lnTo>
                  <a:lnTo>
                    <a:pt x="3713948" y="448590"/>
                  </a:lnTo>
                  <a:lnTo>
                    <a:pt x="3769624" y="442599"/>
                  </a:lnTo>
                  <a:lnTo>
                    <a:pt x="3809464" y="438765"/>
                  </a:lnTo>
                  <a:lnTo>
                    <a:pt x="3833823" y="436658"/>
                  </a:lnTo>
                  <a:lnTo>
                    <a:pt x="3845212" y="435769"/>
                  </a:lnTo>
                  <a:lnTo>
                    <a:pt x="3848061" y="435566"/>
                  </a:lnTo>
                  <a:lnTo>
                    <a:pt x="3848118" y="435562"/>
                  </a:lnTo>
                  <a:lnTo>
                    <a:pt x="4386855" y="435562"/>
                  </a:lnTo>
                  <a:lnTo>
                    <a:pt x="4388154" y="435548"/>
                  </a:lnTo>
                  <a:lnTo>
                    <a:pt x="4396630" y="435444"/>
                  </a:lnTo>
                  <a:lnTo>
                    <a:pt x="4417761" y="435158"/>
                  </a:lnTo>
                  <a:lnTo>
                    <a:pt x="4454940" y="434597"/>
                  </a:lnTo>
                  <a:lnTo>
                    <a:pt x="4509144" y="433680"/>
                  </a:lnTo>
                  <a:lnTo>
                    <a:pt x="4578925" y="432349"/>
                  </a:lnTo>
                  <a:lnTo>
                    <a:pt x="4660882" y="430572"/>
                  </a:lnTo>
                  <a:lnTo>
                    <a:pt x="4750549" y="428342"/>
                  </a:lnTo>
                  <a:lnTo>
                    <a:pt x="4843350" y="425667"/>
                  </a:lnTo>
                  <a:lnTo>
                    <a:pt x="4935357" y="422556"/>
                  </a:lnTo>
                  <a:lnTo>
                    <a:pt x="5023685" y="419014"/>
                  </a:lnTo>
                  <a:lnTo>
                    <a:pt x="5106561" y="415027"/>
                  </a:lnTo>
                  <a:lnTo>
                    <a:pt x="5183183" y="410566"/>
                  </a:lnTo>
                  <a:lnTo>
                    <a:pt x="5253487" y="405577"/>
                  </a:lnTo>
                  <a:lnTo>
                    <a:pt x="5317912" y="399991"/>
                  </a:lnTo>
                  <a:lnTo>
                    <a:pt x="5377209" y="393719"/>
                  </a:lnTo>
                  <a:lnTo>
                    <a:pt x="5432287" y="386660"/>
                  </a:lnTo>
                  <a:lnTo>
                    <a:pt x="5484114" y="378712"/>
                  </a:lnTo>
                  <a:lnTo>
                    <a:pt x="5533618" y="369790"/>
                  </a:lnTo>
                  <a:lnTo>
                    <a:pt x="5567201" y="362968"/>
                  </a:lnTo>
                  <a:lnTo>
                    <a:pt x="5618835" y="351298"/>
                  </a:lnTo>
                  <a:lnTo>
                    <a:pt x="5669973" y="338384"/>
                  </a:lnTo>
                  <a:lnTo>
                    <a:pt x="5721177" y="324212"/>
                  </a:lnTo>
                  <a:lnTo>
                    <a:pt x="5772822" y="308811"/>
                  </a:lnTo>
                  <a:lnTo>
                    <a:pt x="5825117" y="292266"/>
                  </a:lnTo>
                  <a:lnTo>
                    <a:pt x="5878128" y="274716"/>
                  </a:lnTo>
                  <a:lnTo>
                    <a:pt x="5931798" y="256354"/>
                  </a:lnTo>
                  <a:lnTo>
                    <a:pt x="5985968" y="237418"/>
                  </a:lnTo>
                  <a:lnTo>
                    <a:pt x="6040410" y="218183"/>
                  </a:lnTo>
                  <a:lnTo>
                    <a:pt x="6094858" y="198942"/>
                  </a:lnTo>
                  <a:lnTo>
                    <a:pt x="6149044" y="179988"/>
                  </a:lnTo>
                  <a:lnTo>
                    <a:pt x="6202738" y="161597"/>
                  </a:lnTo>
                  <a:lnTo>
                    <a:pt x="6255779" y="144009"/>
                  </a:lnTo>
                  <a:lnTo>
                    <a:pt x="6308103" y="127419"/>
                  </a:lnTo>
                  <a:lnTo>
                    <a:pt x="6359772" y="111968"/>
                  </a:lnTo>
                  <a:lnTo>
                    <a:pt x="6410988" y="97744"/>
                  </a:lnTo>
                  <a:lnTo>
                    <a:pt x="6462119" y="84778"/>
                  </a:lnTo>
                  <a:lnTo>
                    <a:pt x="6513718" y="73056"/>
                  </a:lnTo>
                  <a:lnTo>
                    <a:pt x="6515891" y="72593"/>
                  </a:lnTo>
                  <a:lnTo>
                    <a:pt x="6564265" y="62965"/>
                  </a:lnTo>
                  <a:lnTo>
                    <a:pt x="6614379" y="54345"/>
                  </a:lnTo>
                  <a:lnTo>
                    <a:pt x="6667089" y="46676"/>
                  </a:lnTo>
                  <a:lnTo>
                    <a:pt x="6723343" y="39866"/>
                  </a:lnTo>
                  <a:lnTo>
                    <a:pt x="6784101" y="33812"/>
                  </a:lnTo>
                  <a:lnTo>
                    <a:pt x="6850237" y="28415"/>
                  </a:lnTo>
                  <a:lnTo>
                    <a:pt x="6922426" y="23593"/>
                  </a:lnTo>
                  <a:lnTo>
                    <a:pt x="7000976" y="19280"/>
                  </a:lnTo>
                  <a:lnTo>
                    <a:pt x="7085628" y="15430"/>
                  </a:lnTo>
                  <a:lnTo>
                    <a:pt x="7175306" y="12019"/>
                  </a:lnTo>
                  <a:lnTo>
                    <a:pt x="7267909" y="9039"/>
                  </a:lnTo>
                  <a:lnTo>
                    <a:pt x="7360217" y="6497"/>
                  </a:lnTo>
                  <a:lnTo>
                    <a:pt x="7448046" y="4404"/>
                  </a:lnTo>
                  <a:lnTo>
                    <a:pt x="7526759" y="2764"/>
                  </a:lnTo>
                  <a:lnTo>
                    <a:pt x="7592109" y="1562"/>
                  </a:lnTo>
                  <a:lnTo>
                    <a:pt x="7641207" y="761"/>
                  </a:lnTo>
                  <a:lnTo>
                    <a:pt x="7673310" y="292"/>
                  </a:lnTo>
                  <a:lnTo>
                    <a:pt x="7690149" y="71"/>
                  </a:lnTo>
                  <a:lnTo>
                    <a:pt x="7695789" y="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8" name="pl1798"/>
            <p:cNvSpPr/>
            <p:nvPr/>
          </p:nvSpPr>
          <p:spPr>
            <a:xfrm>
              <a:off x="546595" y="2318483"/>
              <a:ext cx="8234974" cy="3141496"/>
            </a:xfrm>
            <a:custGeom>
              <a:avLst/>
              <a:pathLst>
                <a:path w="8234974" h="3141496">
                  <a:moveTo>
                    <a:pt x="8234974" y="0"/>
                  </a:moveTo>
                  <a:lnTo>
                    <a:pt x="7696237" y="0"/>
                  </a:lnTo>
                  <a:lnTo>
                    <a:pt x="7694938" y="14"/>
                  </a:lnTo>
                  <a:lnTo>
                    <a:pt x="7686462" y="117"/>
                  </a:lnTo>
                  <a:lnTo>
                    <a:pt x="7665331" y="403"/>
                  </a:lnTo>
                  <a:lnTo>
                    <a:pt x="7628153" y="965"/>
                  </a:lnTo>
                  <a:lnTo>
                    <a:pt x="7573948" y="1882"/>
                  </a:lnTo>
                  <a:lnTo>
                    <a:pt x="7504168" y="3213"/>
                  </a:lnTo>
                  <a:lnTo>
                    <a:pt x="7422210" y="4990"/>
                  </a:lnTo>
                  <a:lnTo>
                    <a:pt x="7332543" y="7220"/>
                  </a:lnTo>
                  <a:lnTo>
                    <a:pt x="7239742" y="9895"/>
                  </a:lnTo>
                  <a:lnTo>
                    <a:pt x="7147735" y="13006"/>
                  </a:lnTo>
                  <a:lnTo>
                    <a:pt x="7059408" y="16548"/>
                  </a:lnTo>
                  <a:lnTo>
                    <a:pt x="6976531" y="20535"/>
                  </a:lnTo>
                  <a:lnTo>
                    <a:pt x="6899909" y="24996"/>
                  </a:lnTo>
                  <a:lnTo>
                    <a:pt x="6829606" y="29984"/>
                  </a:lnTo>
                  <a:lnTo>
                    <a:pt x="6765180" y="35570"/>
                  </a:lnTo>
                  <a:lnTo>
                    <a:pt x="6705884" y="41843"/>
                  </a:lnTo>
                  <a:lnTo>
                    <a:pt x="6650805" y="48902"/>
                  </a:lnTo>
                  <a:lnTo>
                    <a:pt x="6598978" y="56850"/>
                  </a:lnTo>
                  <a:lnTo>
                    <a:pt x="6549474" y="65772"/>
                  </a:lnTo>
                  <a:lnTo>
                    <a:pt x="6515891" y="72593"/>
                  </a:lnTo>
                  <a:lnTo>
                    <a:pt x="6464257" y="84264"/>
                  </a:lnTo>
                  <a:lnTo>
                    <a:pt x="6413120" y="97178"/>
                  </a:lnTo>
                  <a:lnTo>
                    <a:pt x="6361915" y="111350"/>
                  </a:lnTo>
                  <a:lnTo>
                    <a:pt x="6310270" y="126751"/>
                  </a:lnTo>
                  <a:lnTo>
                    <a:pt x="6257975" y="143296"/>
                  </a:lnTo>
                  <a:lnTo>
                    <a:pt x="6204964" y="160846"/>
                  </a:lnTo>
                  <a:lnTo>
                    <a:pt x="6151295" y="179208"/>
                  </a:lnTo>
                  <a:lnTo>
                    <a:pt x="6097125" y="198144"/>
                  </a:lnTo>
                  <a:lnTo>
                    <a:pt x="6042683" y="217379"/>
                  </a:lnTo>
                  <a:lnTo>
                    <a:pt x="5988235" y="236620"/>
                  </a:lnTo>
                  <a:lnTo>
                    <a:pt x="5934048" y="255573"/>
                  </a:lnTo>
                  <a:lnTo>
                    <a:pt x="5880354" y="273965"/>
                  </a:lnTo>
                  <a:lnTo>
                    <a:pt x="5827314" y="291553"/>
                  </a:lnTo>
                  <a:lnTo>
                    <a:pt x="5774989" y="308143"/>
                  </a:lnTo>
                  <a:lnTo>
                    <a:pt x="5723320" y="323593"/>
                  </a:lnTo>
                  <a:lnTo>
                    <a:pt x="5672104" y="337818"/>
                  </a:lnTo>
                  <a:lnTo>
                    <a:pt x="5620974" y="350784"/>
                  </a:lnTo>
                  <a:lnTo>
                    <a:pt x="5569374" y="362506"/>
                  </a:lnTo>
                  <a:lnTo>
                    <a:pt x="5567201" y="362968"/>
                  </a:lnTo>
                  <a:lnTo>
                    <a:pt x="5518828" y="372597"/>
                  </a:lnTo>
                  <a:lnTo>
                    <a:pt x="5468713" y="381217"/>
                  </a:lnTo>
                  <a:lnTo>
                    <a:pt x="5416004" y="388886"/>
                  </a:lnTo>
                  <a:lnTo>
                    <a:pt x="5359750" y="395696"/>
                  </a:lnTo>
                  <a:lnTo>
                    <a:pt x="5298992" y="401750"/>
                  </a:lnTo>
                  <a:lnTo>
                    <a:pt x="5232855" y="407147"/>
                  </a:lnTo>
                  <a:lnTo>
                    <a:pt x="5160667" y="411969"/>
                  </a:lnTo>
                  <a:lnTo>
                    <a:pt x="5082116" y="416282"/>
                  </a:lnTo>
                  <a:lnTo>
                    <a:pt x="4997465" y="420132"/>
                  </a:lnTo>
                  <a:lnTo>
                    <a:pt x="4907787" y="423543"/>
                  </a:lnTo>
                  <a:lnTo>
                    <a:pt x="4815183" y="426523"/>
                  </a:lnTo>
                  <a:lnTo>
                    <a:pt x="4722875" y="429065"/>
                  </a:lnTo>
                  <a:lnTo>
                    <a:pt x="4635047" y="431158"/>
                  </a:lnTo>
                  <a:lnTo>
                    <a:pt x="4556333" y="432798"/>
                  </a:lnTo>
                  <a:lnTo>
                    <a:pt x="4490983" y="433999"/>
                  </a:lnTo>
                  <a:lnTo>
                    <a:pt x="4441885" y="434801"/>
                  </a:lnTo>
                  <a:lnTo>
                    <a:pt x="4409783" y="435270"/>
                  </a:lnTo>
                  <a:lnTo>
                    <a:pt x="4392943" y="435491"/>
                  </a:lnTo>
                  <a:lnTo>
                    <a:pt x="4387304" y="435557"/>
                  </a:lnTo>
                  <a:lnTo>
                    <a:pt x="4386855" y="435562"/>
                  </a:lnTo>
                  <a:lnTo>
                    <a:pt x="3848118" y="435562"/>
                  </a:lnTo>
                  <a:lnTo>
                    <a:pt x="3846940" y="435644"/>
                  </a:lnTo>
                  <a:lnTo>
                    <a:pt x="3839232" y="436225"/>
                  </a:lnTo>
                  <a:lnTo>
                    <a:pt x="3819948" y="437832"/>
                  </a:lnTo>
                  <a:lnTo>
                    <a:pt x="3785848" y="440988"/>
                  </a:lnTo>
                  <a:lnTo>
                    <a:pt x="3735787" y="446159"/>
                  </a:lnTo>
                  <a:lnTo>
                    <a:pt x="3670775" y="453694"/>
                  </a:lnTo>
                  <a:lnTo>
                    <a:pt x="3593630" y="463798"/>
                  </a:lnTo>
                  <a:lnTo>
                    <a:pt x="3508276" y="476536"/>
                  </a:lnTo>
                  <a:lnTo>
                    <a:pt x="3418910" y="491882"/>
                  </a:lnTo>
                  <a:lnTo>
                    <a:pt x="3329305" y="509773"/>
                  </a:lnTo>
                  <a:lnTo>
                    <a:pt x="3242386" y="530172"/>
                  </a:lnTo>
                  <a:lnTo>
                    <a:pt x="3160094" y="553116"/>
                  </a:lnTo>
                  <a:lnTo>
                    <a:pt x="3083461" y="578736"/>
                  </a:lnTo>
                  <a:lnTo>
                    <a:pt x="3012789" y="607277"/>
                  </a:lnTo>
                  <a:lnTo>
                    <a:pt x="2947853" y="639090"/>
                  </a:lnTo>
                  <a:lnTo>
                    <a:pt x="2888089" y="674633"/>
                  </a:lnTo>
                  <a:lnTo>
                    <a:pt x="2832728" y="714438"/>
                  </a:lnTo>
                  <a:lnTo>
                    <a:pt x="2780913" y="759085"/>
                  </a:lnTo>
                  <a:lnTo>
                    <a:pt x="2731773" y="809125"/>
                  </a:lnTo>
                  <a:lnTo>
                    <a:pt x="2684499" y="864962"/>
                  </a:lnTo>
                  <a:lnTo>
                    <a:pt x="2667772" y="886551"/>
                  </a:lnTo>
                  <a:lnTo>
                    <a:pt x="2631664" y="936334"/>
                  </a:lnTo>
                  <a:lnTo>
                    <a:pt x="2595896" y="989841"/>
                  </a:lnTo>
                  <a:lnTo>
                    <a:pt x="2560245" y="1047146"/>
                  </a:lnTo>
                  <a:lnTo>
                    <a:pt x="2524537" y="1108263"/>
                  </a:lnTo>
                  <a:lnTo>
                    <a:pt x="2488642" y="1173132"/>
                  </a:lnTo>
                  <a:lnTo>
                    <a:pt x="2452471" y="1241619"/>
                  </a:lnTo>
                  <a:lnTo>
                    <a:pt x="2415969" y="1313508"/>
                  </a:lnTo>
                  <a:lnTo>
                    <a:pt x="2379116" y="1388501"/>
                  </a:lnTo>
                  <a:lnTo>
                    <a:pt x="2341922" y="1466220"/>
                  </a:lnTo>
                  <a:lnTo>
                    <a:pt x="2304423" y="1546213"/>
                  </a:lnTo>
                  <a:lnTo>
                    <a:pt x="2266676" y="1627962"/>
                  </a:lnTo>
                  <a:lnTo>
                    <a:pt x="2228757" y="1710897"/>
                  </a:lnTo>
                  <a:lnTo>
                    <a:pt x="2190752" y="1794412"/>
                  </a:lnTo>
                  <a:lnTo>
                    <a:pt x="2152754" y="1877882"/>
                  </a:lnTo>
                  <a:lnTo>
                    <a:pt x="2114854" y="1960686"/>
                  </a:lnTo>
                  <a:lnTo>
                    <a:pt x="2077138" y="2042222"/>
                  </a:lnTo>
                  <a:lnTo>
                    <a:pt x="2039678" y="2121924"/>
                  </a:lnTo>
                  <a:lnTo>
                    <a:pt x="2002531" y="2199286"/>
                  </a:lnTo>
                  <a:lnTo>
                    <a:pt x="1965727" y="2273863"/>
                  </a:lnTo>
                  <a:lnTo>
                    <a:pt x="1929274" y="2345289"/>
                  </a:lnTo>
                  <a:lnTo>
                    <a:pt x="1893145" y="2413278"/>
                  </a:lnTo>
                  <a:lnTo>
                    <a:pt x="1857283" y="2477626"/>
                  </a:lnTo>
                  <a:lnTo>
                    <a:pt x="1821592" y="2538208"/>
                  </a:lnTo>
                  <a:lnTo>
                    <a:pt x="1785936" y="2594976"/>
                  </a:lnTo>
                  <a:lnTo>
                    <a:pt x="1750135" y="2647953"/>
                  </a:lnTo>
                  <a:lnTo>
                    <a:pt x="1719082" y="2690507"/>
                  </a:lnTo>
                  <a:lnTo>
                    <a:pt x="1672308" y="2748476"/>
                  </a:lnTo>
                  <a:lnTo>
                    <a:pt x="1623929" y="2800573"/>
                  </a:lnTo>
                  <a:lnTo>
                    <a:pt x="1573177" y="2847106"/>
                  </a:lnTo>
                  <a:lnTo>
                    <a:pt x="1519197" y="2888590"/>
                  </a:lnTo>
                  <a:lnTo>
                    <a:pt x="1461116" y="2925605"/>
                  </a:lnTo>
                  <a:lnTo>
                    <a:pt x="1398124" y="2958706"/>
                  </a:lnTo>
                  <a:lnTo>
                    <a:pt x="1329568" y="2988381"/>
                  </a:lnTo>
                  <a:lnTo>
                    <a:pt x="1255081" y="3015021"/>
                  </a:lnTo>
                  <a:lnTo>
                    <a:pt x="1174754" y="3038908"/>
                  </a:lnTo>
                  <a:lnTo>
                    <a:pt x="1089331" y="3060217"/>
                  </a:lnTo>
                  <a:lnTo>
                    <a:pt x="1000409" y="3079013"/>
                  </a:lnTo>
                  <a:lnTo>
                    <a:pt x="910560" y="3095284"/>
                  </a:lnTo>
                  <a:lnTo>
                    <a:pt x="823284" y="3108970"/>
                  </a:lnTo>
                  <a:lnTo>
                    <a:pt x="742695" y="3120022"/>
                  </a:lnTo>
                  <a:lnTo>
                    <a:pt x="672907" y="3128468"/>
                  </a:lnTo>
                  <a:lnTo>
                    <a:pt x="617230" y="3134459"/>
                  </a:lnTo>
                  <a:lnTo>
                    <a:pt x="577390" y="3138293"/>
                  </a:lnTo>
                  <a:lnTo>
                    <a:pt x="553032" y="3140400"/>
                  </a:lnTo>
                  <a:lnTo>
                    <a:pt x="541643" y="3141289"/>
                  </a:lnTo>
                  <a:lnTo>
                    <a:pt x="538794" y="3141492"/>
                  </a:lnTo>
                  <a:lnTo>
                    <a:pt x="538736" y="3141496"/>
                  </a:lnTo>
                  <a:lnTo>
                    <a:pt x="0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9" name="pg1799"/>
            <p:cNvSpPr/>
            <p:nvPr/>
          </p:nvSpPr>
          <p:spPr>
            <a:xfrm>
              <a:off x="546595" y="3821174"/>
              <a:ext cx="8234974" cy="1671471"/>
            </a:xfrm>
            <a:custGeom>
              <a:avLst/>
              <a:pathLst>
                <a:path w="8234974" h="1671471">
                  <a:moveTo>
                    <a:pt x="0" y="1671471"/>
                  </a:moveTo>
                  <a:lnTo>
                    <a:pt x="538736" y="1671471"/>
                  </a:lnTo>
                  <a:lnTo>
                    <a:pt x="540021" y="1671439"/>
                  </a:lnTo>
                  <a:lnTo>
                    <a:pt x="548402" y="1671206"/>
                  </a:lnTo>
                  <a:lnTo>
                    <a:pt x="569307" y="1670563"/>
                  </a:lnTo>
                  <a:lnTo>
                    <a:pt x="606110" y="1669302"/>
                  </a:lnTo>
                  <a:lnTo>
                    <a:pt x="659813" y="1667239"/>
                  </a:lnTo>
                  <a:lnTo>
                    <a:pt x="729020" y="1664244"/>
                  </a:lnTo>
                  <a:lnTo>
                    <a:pt x="810405" y="1660243"/>
                  </a:lnTo>
                  <a:lnTo>
                    <a:pt x="899566" y="1655219"/>
                  </a:lnTo>
                  <a:lnTo>
                    <a:pt x="991971" y="1649189"/>
                  </a:lnTo>
                  <a:lnTo>
                    <a:pt x="1083708" y="1642177"/>
                  </a:lnTo>
                  <a:lnTo>
                    <a:pt x="1171884" y="1634189"/>
                  </a:lnTo>
                  <a:lnTo>
                    <a:pt x="1254704" y="1625202"/>
                  </a:lnTo>
                  <a:lnTo>
                    <a:pt x="1331338" y="1615146"/>
                  </a:lnTo>
                  <a:lnTo>
                    <a:pt x="1401691" y="1603908"/>
                  </a:lnTo>
                  <a:lnTo>
                    <a:pt x="1466178" y="1591331"/>
                  </a:lnTo>
                  <a:lnTo>
                    <a:pt x="1525527" y="1577217"/>
                  </a:lnTo>
                  <a:lnTo>
                    <a:pt x="1580632" y="1561342"/>
                  </a:lnTo>
                  <a:lnTo>
                    <a:pt x="1632447" y="1543476"/>
                  </a:lnTo>
                  <a:lnTo>
                    <a:pt x="1681896" y="1523421"/>
                  </a:lnTo>
                  <a:lnTo>
                    <a:pt x="1719082" y="1506321"/>
                  </a:lnTo>
                  <a:lnTo>
                    <a:pt x="1766941" y="1481819"/>
                  </a:lnTo>
                  <a:lnTo>
                    <a:pt x="1814334" y="1454896"/>
                  </a:lnTo>
                  <a:lnTo>
                    <a:pt x="1861725" y="1425512"/>
                  </a:lnTo>
                  <a:lnTo>
                    <a:pt x="1909439" y="1393708"/>
                  </a:lnTo>
                  <a:lnTo>
                    <a:pt x="1957672" y="1359609"/>
                  </a:lnTo>
                  <a:lnTo>
                    <a:pt x="2006514" y="1323433"/>
                  </a:lnTo>
                  <a:lnTo>
                    <a:pt x="2055955" y="1285492"/>
                  </a:lnTo>
                  <a:lnTo>
                    <a:pt x="2105906" y="1246180"/>
                  </a:lnTo>
                  <a:lnTo>
                    <a:pt x="2156213" y="1205962"/>
                  </a:lnTo>
                  <a:lnTo>
                    <a:pt x="2206678" y="1165350"/>
                  </a:lnTo>
                  <a:lnTo>
                    <a:pt x="2257086" y="1124879"/>
                  </a:lnTo>
                  <a:lnTo>
                    <a:pt x="2307228" y="1085075"/>
                  </a:lnTo>
                  <a:lnTo>
                    <a:pt x="2356927" y="1046428"/>
                  </a:lnTo>
                  <a:lnTo>
                    <a:pt x="2406061" y="1009370"/>
                  </a:lnTo>
                  <a:lnTo>
                    <a:pt x="2454578" y="974252"/>
                  </a:lnTo>
                  <a:lnTo>
                    <a:pt x="2502521" y="941336"/>
                  </a:lnTo>
                  <a:lnTo>
                    <a:pt x="2550033" y="910793"/>
                  </a:lnTo>
                  <a:lnTo>
                    <a:pt x="2597376" y="882701"/>
                  </a:lnTo>
                  <a:lnTo>
                    <a:pt x="2644945" y="857058"/>
                  </a:lnTo>
                  <a:lnTo>
                    <a:pt x="2667772" y="845717"/>
                  </a:lnTo>
                  <a:lnTo>
                    <a:pt x="2715954" y="823893"/>
                  </a:lnTo>
                  <a:lnTo>
                    <a:pt x="2765861" y="804346"/>
                  </a:lnTo>
                  <a:lnTo>
                    <a:pt x="2818335" y="786948"/>
                  </a:lnTo>
                  <a:lnTo>
                    <a:pt x="2874315" y="771491"/>
                  </a:lnTo>
                  <a:lnTo>
                    <a:pt x="2934749" y="757742"/>
                  </a:lnTo>
                  <a:lnTo>
                    <a:pt x="3000505" y="745483"/>
                  </a:lnTo>
                  <a:lnTo>
                    <a:pt x="3072254" y="734524"/>
                  </a:lnTo>
                  <a:lnTo>
                    <a:pt x="3150314" y="724718"/>
                  </a:lnTo>
                  <a:lnTo>
                    <a:pt x="3234447" y="715960"/>
                  </a:lnTo>
                  <a:lnTo>
                    <a:pt x="3323621" y="708194"/>
                  </a:lnTo>
                  <a:lnTo>
                    <a:pt x="3415802" y="701401"/>
                  </a:lnTo>
                  <a:lnTo>
                    <a:pt x="3507848" y="695596"/>
                  </a:lnTo>
                  <a:lnTo>
                    <a:pt x="3595659" y="690803"/>
                  </a:lnTo>
                  <a:lnTo>
                    <a:pt x="3674658" y="687032"/>
                  </a:lnTo>
                  <a:lnTo>
                    <a:pt x="3740600" y="684256"/>
                  </a:lnTo>
                  <a:lnTo>
                    <a:pt x="3790529" y="682387"/>
                  </a:lnTo>
                  <a:lnTo>
                    <a:pt x="3823569" y="681283"/>
                  </a:lnTo>
                  <a:lnTo>
                    <a:pt x="3841274" y="680751"/>
                  </a:lnTo>
                  <a:lnTo>
                    <a:pt x="3847514" y="680581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4" y="680384"/>
                  </a:lnTo>
                  <a:lnTo>
                    <a:pt x="4417648" y="679943"/>
                  </a:lnTo>
                  <a:lnTo>
                    <a:pt x="4454699" y="679076"/>
                  </a:lnTo>
                  <a:lnTo>
                    <a:pt x="4508734" y="677661"/>
                  </a:lnTo>
                  <a:lnTo>
                    <a:pt x="4578320" y="675605"/>
                  </a:lnTo>
                  <a:lnTo>
                    <a:pt x="4660084" y="672860"/>
                  </a:lnTo>
                  <a:lnTo>
                    <a:pt x="4749580" y="669415"/>
                  </a:lnTo>
                  <a:lnTo>
                    <a:pt x="4842248" y="665281"/>
                  </a:lnTo>
                  <a:lnTo>
                    <a:pt x="4934164" y="660475"/>
                  </a:lnTo>
                  <a:lnTo>
                    <a:pt x="5022441" y="655000"/>
                  </a:lnTo>
                  <a:lnTo>
                    <a:pt x="5105299" y="648840"/>
                  </a:lnTo>
                  <a:lnTo>
                    <a:pt x="5181925" y="641947"/>
                  </a:lnTo>
                  <a:lnTo>
                    <a:pt x="5252246" y="634240"/>
                  </a:lnTo>
                  <a:lnTo>
                    <a:pt x="5316692" y="625612"/>
                  </a:lnTo>
                  <a:lnTo>
                    <a:pt x="5376006" y="615926"/>
                  </a:lnTo>
                  <a:lnTo>
                    <a:pt x="5431094" y="605027"/>
                  </a:lnTo>
                  <a:lnTo>
                    <a:pt x="5482916" y="592758"/>
                  </a:lnTo>
                  <a:lnTo>
                    <a:pt x="5532401" y="578985"/>
                  </a:lnTo>
                  <a:lnTo>
                    <a:pt x="5567201" y="568046"/>
                  </a:lnTo>
                  <a:lnTo>
                    <a:pt x="5617401" y="550488"/>
                  </a:lnTo>
                  <a:lnTo>
                    <a:pt x="5667115" y="531111"/>
                  </a:lnTo>
                  <a:lnTo>
                    <a:pt x="5716869" y="509890"/>
                  </a:lnTo>
                  <a:lnTo>
                    <a:pt x="5767015" y="486863"/>
                  </a:lnTo>
                  <a:lnTo>
                    <a:pt x="5817762" y="462142"/>
                  </a:lnTo>
                  <a:lnTo>
                    <a:pt x="5869185" y="435916"/>
                  </a:lnTo>
                  <a:lnTo>
                    <a:pt x="5921246" y="408447"/>
                  </a:lnTo>
                  <a:lnTo>
                    <a:pt x="5973817" y="380065"/>
                  </a:lnTo>
                  <a:lnTo>
                    <a:pt x="6026697" y="351151"/>
                  </a:lnTo>
                  <a:lnTo>
                    <a:pt x="6079647" y="322120"/>
                  </a:lnTo>
                  <a:lnTo>
                    <a:pt x="6132418" y="293390"/>
                  </a:lnTo>
                  <a:lnTo>
                    <a:pt x="6184786" y="265364"/>
                  </a:lnTo>
                  <a:lnTo>
                    <a:pt x="6236578" y="238404"/>
                  </a:lnTo>
                  <a:lnTo>
                    <a:pt x="6287702" y="212811"/>
                  </a:lnTo>
                  <a:lnTo>
                    <a:pt x="6338169" y="188816"/>
                  </a:lnTo>
                  <a:lnTo>
                    <a:pt x="6388109" y="166573"/>
                  </a:lnTo>
                  <a:lnTo>
                    <a:pt x="6437792" y="146161"/>
                  </a:lnTo>
                  <a:lnTo>
                    <a:pt x="6487644" y="127590"/>
                  </a:lnTo>
                  <a:lnTo>
                    <a:pt x="6515891" y="117964"/>
                  </a:lnTo>
                  <a:lnTo>
                    <a:pt x="6564200" y="103059"/>
                  </a:lnTo>
                  <a:lnTo>
                    <a:pt x="6614244" y="89712"/>
                  </a:lnTo>
                  <a:lnTo>
                    <a:pt x="6666874" y="77837"/>
                  </a:lnTo>
                  <a:lnTo>
                    <a:pt x="6723036" y="67290"/>
                  </a:lnTo>
                  <a:lnTo>
                    <a:pt x="6783684" y="57911"/>
                  </a:lnTo>
                  <a:lnTo>
                    <a:pt x="6849691" y="49550"/>
                  </a:lnTo>
                  <a:lnTo>
                    <a:pt x="6921731" y="42079"/>
                  </a:lnTo>
                  <a:lnTo>
                    <a:pt x="7000116" y="35395"/>
                  </a:lnTo>
                  <a:lnTo>
                    <a:pt x="7084592" y="29428"/>
                  </a:lnTo>
                  <a:lnTo>
                    <a:pt x="7174100" y="24139"/>
                  </a:lnTo>
                  <a:lnTo>
                    <a:pt x="7266561" y="19517"/>
                  </a:lnTo>
                  <a:lnTo>
                    <a:pt x="7358781" y="15572"/>
                  </a:lnTo>
                  <a:lnTo>
                    <a:pt x="7446606" y="12320"/>
                  </a:lnTo>
                  <a:lnTo>
                    <a:pt x="7525418" y="9769"/>
                  </a:lnTo>
                  <a:lnTo>
                    <a:pt x="7590969" y="7897"/>
                  </a:lnTo>
                  <a:lnTo>
                    <a:pt x="7640349" y="6644"/>
                  </a:lnTo>
                  <a:lnTo>
                    <a:pt x="7672769" y="5909"/>
                  </a:lnTo>
                  <a:lnTo>
                    <a:pt x="7689900" y="5560"/>
                  </a:lnTo>
                  <a:lnTo>
                    <a:pt x="7695739" y="545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34" y="675154"/>
                  </a:lnTo>
                  <a:lnTo>
                    <a:pt x="3838452" y="675387"/>
                  </a:lnTo>
                  <a:lnTo>
                    <a:pt x="3817547" y="676030"/>
                  </a:lnTo>
                  <a:lnTo>
                    <a:pt x="3780745" y="677292"/>
                  </a:lnTo>
                  <a:lnTo>
                    <a:pt x="3727042" y="679354"/>
                  </a:lnTo>
                  <a:lnTo>
                    <a:pt x="3657835" y="682350"/>
                  </a:lnTo>
                  <a:lnTo>
                    <a:pt x="3576450" y="686350"/>
                  </a:lnTo>
                  <a:lnTo>
                    <a:pt x="3487289" y="691374"/>
                  </a:lnTo>
                  <a:lnTo>
                    <a:pt x="3394884" y="697404"/>
                  </a:lnTo>
                  <a:lnTo>
                    <a:pt x="3303147" y="704417"/>
                  </a:lnTo>
                  <a:lnTo>
                    <a:pt x="3214971" y="712404"/>
                  </a:lnTo>
                  <a:lnTo>
                    <a:pt x="3132150" y="721392"/>
                  </a:lnTo>
                  <a:lnTo>
                    <a:pt x="3055517" y="731447"/>
                  </a:lnTo>
                  <a:lnTo>
                    <a:pt x="2985164" y="742685"/>
                  </a:lnTo>
                  <a:lnTo>
                    <a:pt x="2920676" y="755262"/>
                  </a:lnTo>
                  <a:lnTo>
                    <a:pt x="2861328" y="769376"/>
                  </a:lnTo>
                  <a:lnTo>
                    <a:pt x="2806222" y="785252"/>
                  </a:lnTo>
                  <a:lnTo>
                    <a:pt x="2754408" y="803118"/>
                  </a:lnTo>
                  <a:lnTo>
                    <a:pt x="2704958" y="823172"/>
                  </a:lnTo>
                  <a:lnTo>
                    <a:pt x="2667772" y="840273"/>
                  </a:lnTo>
                  <a:lnTo>
                    <a:pt x="2619913" y="864774"/>
                  </a:lnTo>
                  <a:lnTo>
                    <a:pt x="2572521" y="891698"/>
                  </a:lnTo>
                  <a:lnTo>
                    <a:pt x="2525129" y="921081"/>
                  </a:lnTo>
                  <a:lnTo>
                    <a:pt x="2477416" y="952886"/>
                  </a:lnTo>
                  <a:lnTo>
                    <a:pt x="2429183" y="986984"/>
                  </a:lnTo>
                  <a:lnTo>
                    <a:pt x="2380341" y="1023160"/>
                  </a:lnTo>
                  <a:lnTo>
                    <a:pt x="2330899" y="1061101"/>
                  </a:lnTo>
                  <a:lnTo>
                    <a:pt x="2280948" y="1100413"/>
                  </a:lnTo>
                  <a:lnTo>
                    <a:pt x="2230642" y="1140631"/>
                  </a:lnTo>
                  <a:lnTo>
                    <a:pt x="2180177" y="1181243"/>
                  </a:lnTo>
                  <a:lnTo>
                    <a:pt x="2129769" y="1221714"/>
                  </a:lnTo>
                  <a:lnTo>
                    <a:pt x="2079626" y="1261519"/>
                  </a:lnTo>
                  <a:lnTo>
                    <a:pt x="2029927" y="1300165"/>
                  </a:lnTo>
                  <a:lnTo>
                    <a:pt x="1980794" y="1337223"/>
                  </a:lnTo>
                  <a:lnTo>
                    <a:pt x="1932276" y="1372341"/>
                  </a:lnTo>
                  <a:lnTo>
                    <a:pt x="1884334" y="1405257"/>
                  </a:lnTo>
                  <a:lnTo>
                    <a:pt x="1836822" y="1435800"/>
                  </a:lnTo>
                  <a:lnTo>
                    <a:pt x="1789479" y="1463892"/>
                  </a:lnTo>
                  <a:lnTo>
                    <a:pt x="1741909" y="1489535"/>
                  </a:lnTo>
                  <a:lnTo>
                    <a:pt x="1719082" y="1500876"/>
                  </a:lnTo>
                  <a:lnTo>
                    <a:pt x="1670900" y="1522701"/>
                  </a:lnTo>
                  <a:lnTo>
                    <a:pt x="1620994" y="1542248"/>
                  </a:lnTo>
                  <a:lnTo>
                    <a:pt x="1568519" y="1559645"/>
                  </a:lnTo>
                  <a:lnTo>
                    <a:pt x="1512539" y="1575103"/>
                  </a:lnTo>
                  <a:lnTo>
                    <a:pt x="1452105" y="1588851"/>
                  </a:lnTo>
                  <a:lnTo>
                    <a:pt x="1386349" y="1601110"/>
                  </a:lnTo>
                  <a:lnTo>
                    <a:pt x="1314600" y="1612069"/>
                  </a:lnTo>
                  <a:lnTo>
                    <a:pt x="1236540" y="1621875"/>
                  </a:lnTo>
                  <a:lnTo>
                    <a:pt x="1152408" y="1630633"/>
                  </a:lnTo>
                  <a:lnTo>
                    <a:pt x="1063233" y="1638399"/>
                  </a:lnTo>
                  <a:lnTo>
                    <a:pt x="971053" y="1645192"/>
                  </a:lnTo>
                  <a:lnTo>
                    <a:pt x="879007" y="1650997"/>
                  </a:lnTo>
                  <a:lnTo>
                    <a:pt x="791195" y="1655791"/>
                  </a:lnTo>
                  <a:lnTo>
                    <a:pt x="712197" y="1659561"/>
                  </a:lnTo>
                  <a:lnTo>
                    <a:pt x="646255" y="1662338"/>
                  </a:lnTo>
                  <a:lnTo>
                    <a:pt x="596325" y="1664206"/>
                  </a:lnTo>
                  <a:lnTo>
                    <a:pt x="563286" y="1665311"/>
                  </a:lnTo>
                  <a:lnTo>
                    <a:pt x="545581" y="1665843"/>
                  </a:lnTo>
                  <a:lnTo>
                    <a:pt x="539341" y="1666012"/>
                  </a:lnTo>
                  <a:lnTo>
                    <a:pt x="538736" y="1666027"/>
                  </a:lnTo>
                  <a:lnTo>
                    <a:pt x="0" y="1666027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00" name="pl1800"/>
            <p:cNvSpPr/>
            <p:nvPr/>
          </p:nvSpPr>
          <p:spPr>
            <a:xfrm>
              <a:off x="546595" y="3826618"/>
              <a:ext cx="8234974" cy="1666027"/>
            </a:xfrm>
            <a:custGeom>
              <a:avLst/>
              <a:pathLst>
                <a:path w="8234974" h="1666027">
                  <a:moveTo>
                    <a:pt x="0" y="1666027"/>
                  </a:moveTo>
                  <a:lnTo>
                    <a:pt x="538736" y="1666027"/>
                  </a:lnTo>
                  <a:lnTo>
                    <a:pt x="540021" y="1665994"/>
                  </a:lnTo>
                  <a:lnTo>
                    <a:pt x="548402" y="1665762"/>
                  </a:lnTo>
                  <a:lnTo>
                    <a:pt x="569307" y="1665119"/>
                  </a:lnTo>
                  <a:lnTo>
                    <a:pt x="606110" y="1663857"/>
                  </a:lnTo>
                  <a:lnTo>
                    <a:pt x="659813" y="1661795"/>
                  </a:lnTo>
                  <a:lnTo>
                    <a:pt x="729020" y="1658799"/>
                  </a:lnTo>
                  <a:lnTo>
                    <a:pt x="810405" y="1654798"/>
                  </a:lnTo>
                  <a:lnTo>
                    <a:pt x="899566" y="1649775"/>
                  </a:lnTo>
                  <a:lnTo>
                    <a:pt x="991971" y="1643745"/>
                  </a:lnTo>
                  <a:lnTo>
                    <a:pt x="1083708" y="1636732"/>
                  </a:lnTo>
                  <a:lnTo>
                    <a:pt x="1171884" y="1628745"/>
                  </a:lnTo>
                  <a:lnTo>
                    <a:pt x="1254704" y="1619757"/>
                  </a:lnTo>
                  <a:lnTo>
                    <a:pt x="1331338" y="1609701"/>
                  </a:lnTo>
                  <a:lnTo>
                    <a:pt x="1401691" y="1598464"/>
                  </a:lnTo>
                  <a:lnTo>
                    <a:pt x="1466178" y="1585886"/>
                  </a:lnTo>
                  <a:lnTo>
                    <a:pt x="1525527" y="1571772"/>
                  </a:lnTo>
                  <a:lnTo>
                    <a:pt x="1580632" y="1555897"/>
                  </a:lnTo>
                  <a:lnTo>
                    <a:pt x="1632447" y="1538031"/>
                  </a:lnTo>
                  <a:lnTo>
                    <a:pt x="1681896" y="1517977"/>
                  </a:lnTo>
                  <a:lnTo>
                    <a:pt x="1719082" y="1500876"/>
                  </a:lnTo>
                  <a:lnTo>
                    <a:pt x="1766941" y="1476375"/>
                  </a:lnTo>
                  <a:lnTo>
                    <a:pt x="1814334" y="1449451"/>
                  </a:lnTo>
                  <a:lnTo>
                    <a:pt x="1861725" y="1420067"/>
                  </a:lnTo>
                  <a:lnTo>
                    <a:pt x="1909439" y="1388263"/>
                  </a:lnTo>
                  <a:lnTo>
                    <a:pt x="1957672" y="1354164"/>
                  </a:lnTo>
                  <a:lnTo>
                    <a:pt x="2006514" y="1317989"/>
                  </a:lnTo>
                  <a:lnTo>
                    <a:pt x="2055955" y="1280048"/>
                  </a:lnTo>
                  <a:lnTo>
                    <a:pt x="2105906" y="1240736"/>
                  </a:lnTo>
                  <a:lnTo>
                    <a:pt x="2156213" y="1200517"/>
                  </a:lnTo>
                  <a:lnTo>
                    <a:pt x="2206678" y="1159905"/>
                  </a:lnTo>
                  <a:lnTo>
                    <a:pt x="2257086" y="1119434"/>
                  </a:lnTo>
                  <a:lnTo>
                    <a:pt x="2307228" y="1079630"/>
                  </a:lnTo>
                  <a:lnTo>
                    <a:pt x="2356927" y="1040984"/>
                  </a:lnTo>
                  <a:lnTo>
                    <a:pt x="2406061" y="1003926"/>
                  </a:lnTo>
                  <a:lnTo>
                    <a:pt x="2454578" y="968807"/>
                  </a:lnTo>
                  <a:lnTo>
                    <a:pt x="2502521" y="935892"/>
                  </a:lnTo>
                  <a:lnTo>
                    <a:pt x="2550033" y="905348"/>
                  </a:lnTo>
                  <a:lnTo>
                    <a:pt x="2597376" y="877257"/>
                  </a:lnTo>
                  <a:lnTo>
                    <a:pt x="2644945" y="851614"/>
                  </a:lnTo>
                  <a:lnTo>
                    <a:pt x="2667772" y="840273"/>
                  </a:lnTo>
                  <a:lnTo>
                    <a:pt x="2715954" y="818448"/>
                  </a:lnTo>
                  <a:lnTo>
                    <a:pt x="2765861" y="798901"/>
                  </a:lnTo>
                  <a:lnTo>
                    <a:pt x="2818335" y="781503"/>
                  </a:lnTo>
                  <a:lnTo>
                    <a:pt x="2874315" y="766046"/>
                  </a:lnTo>
                  <a:lnTo>
                    <a:pt x="2934749" y="752297"/>
                  </a:lnTo>
                  <a:lnTo>
                    <a:pt x="3000505" y="740038"/>
                  </a:lnTo>
                  <a:lnTo>
                    <a:pt x="3072254" y="729080"/>
                  </a:lnTo>
                  <a:lnTo>
                    <a:pt x="3150314" y="719273"/>
                  </a:lnTo>
                  <a:lnTo>
                    <a:pt x="3234447" y="710516"/>
                  </a:lnTo>
                  <a:lnTo>
                    <a:pt x="3323621" y="702749"/>
                  </a:lnTo>
                  <a:lnTo>
                    <a:pt x="3415802" y="695957"/>
                  </a:lnTo>
                  <a:lnTo>
                    <a:pt x="3507848" y="690151"/>
                  </a:lnTo>
                  <a:lnTo>
                    <a:pt x="3595659" y="685358"/>
                  </a:lnTo>
                  <a:lnTo>
                    <a:pt x="3674658" y="681587"/>
                  </a:lnTo>
                  <a:lnTo>
                    <a:pt x="3740600" y="678811"/>
                  </a:lnTo>
                  <a:lnTo>
                    <a:pt x="3790529" y="676943"/>
                  </a:lnTo>
                  <a:lnTo>
                    <a:pt x="3823569" y="675838"/>
                  </a:lnTo>
                  <a:lnTo>
                    <a:pt x="3841274" y="675306"/>
                  </a:lnTo>
                  <a:lnTo>
                    <a:pt x="3847514" y="675137"/>
                  </a:lnTo>
                  <a:lnTo>
                    <a:pt x="3848118" y="675122"/>
                  </a:lnTo>
                  <a:lnTo>
                    <a:pt x="4386855" y="675122"/>
                  </a:lnTo>
                  <a:lnTo>
                    <a:pt x="4388149" y="675099"/>
                  </a:lnTo>
                  <a:lnTo>
                    <a:pt x="4396594" y="674940"/>
                  </a:lnTo>
                  <a:lnTo>
                    <a:pt x="4417648" y="674498"/>
                  </a:lnTo>
                  <a:lnTo>
                    <a:pt x="4454699" y="673632"/>
                  </a:lnTo>
                  <a:lnTo>
                    <a:pt x="4508734" y="672216"/>
                  </a:lnTo>
                  <a:lnTo>
                    <a:pt x="4578320" y="670160"/>
                  </a:lnTo>
                  <a:lnTo>
                    <a:pt x="4660084" y="667416"/>
                  </a:lnTo>
                  <a:lnTo>
                    <a:pt x="4749580" y="663971"/>
                  </a:lnTo>
                  <a:lnTo>
                    <a:pt x="4842248" y="659837"/>
                  </a:lnTo>
                  <a:lnTo>
                    <a:pt x="4934164" y="655030"/>
                  </a:lnTo>
                  <a:lnTo>
                    <a:pt x="5022441" y="649556"/>
                  </a:lnTo>
                  <a:lnTo>
                    <a:pt x="5105299" y="643396"/>
                  </a:lnTo>
                  <a:lnTo>
                    <a:pt x="5181925" y="636502"/>
                  </a:lnTo>
                  <a:lnTo>
                    <a:pt x="5252246" y="628796"/>
                  </a:lnTo>
                  <a:lnTo>
                    <a:pt x="5316692" y="620168"/>
                  </a:lnTo>
                  <a:lnTo>
                    <a:pt x="5376006" y="610481"/>
                  </a:lnTo>
                  <a:lnTo>
                    <a:pt x="5431094" y="599582"/>
                  </a:lnTo>
                  <a:lnTo>
                    <a:pt x="5482916" y="587313"/>
                  </a:lnTo>
                  <a:lnTo>
                    <a:pt x="5532401" y="573540"/>
                  </a:lnTo>
                  <a:lnTo>
                    <a:pt x="5567201" y="562601"/>
                  </a:lnTo>
                  <a:lnTo>
                    <a:pt x="5617401" y="545043"/>
                  </a:lnTo>
                  <a:lnTo>
                    <a:pt x="5667115" y="525667"/>
                  </a:lnTo>
                  <a:lnTo>
                    <a:pt x="5716869" y="504445"/>
                  </a:lnTo>
                  <a:lnTo>
                    <a:pt x="5767015" y="481419"/>
                  </a:lnTo>
                  <a:lnTo>
                    <a:pt x="5817762" y="456698"/>
                  </a:lnTo>
                  <a:lnTo>
                    <a:pt x="5869185" y="430471"/>
                  </a:lnTo>
                  <a:lnTo>
                    <a:pt x="5921246" y="403002"/>
                  </a:lnTo>
                  <a:lnTo>
                    <a:pt x="5973817" y="374620"/>
                  </a:lnTo>
                  <a:lnTo>
                    <a:pt x="6026697" y="345707"/>
                  </a:lnTo>
                  <a:lnTo>
                    <a:pt x="6079647" y="316675"/>
                  </a:lnTo>
                  <a:lnTo>
                    <a:pt x="6132418" y="287945"/>
                  </a:lnTo>
                  <a:lnTo>
                    <a:pt x="6184786" y="259920"/>
                  </a:lnTo>
                  <a:lnTo>
                    <a:pt x="6236578" y="232960"/>
                  </a:lnTo>
                  <a:lnTo>
                    <a:pt x="6287702" y="207367"/>
                  </a:lnTo>
                  <a:lnTo>
                    <a:pt x="6338169" y="183371"/>
                  </a:lnTo>
                  <a:lnTo>
                    <a:pt x="6388109" y="161128"/>
                  </a:lnTo>
                  <a:lnTo>
                    <a:pt x="6437792" y="140716"/>
                  </a:lnTo>
                  <a:lnTo>
                    <a:pt x="6487644" y="122145"/>
                  </a:lnTo>
                  <a:lnTo>
                    <a:pt x="6515891" y="112520"/>
                  </a:lnTo>
                  <a:lnTo>
                    <a:pt x="6564200" y="97614"/>
                  </a:lnTo>
                  <a:lnTo>
                    <a:pt x="6614244" y="84268"/>
                  </a:lnTo>
                  <a:lnTo>
                    <a:pt x="6666874" y="72393"/>
                  </a:lnTo>
                  <a:lnTo>
                    <a:pt x="6723036" y="61845"/>
                  </a:lnTo>
                  <a:lnTo>
                    <a:pt x="6783684" y="52466"/>
                  </a:lnTo>
                  <a:lnTo>
                    <a:pt x="6849691" y="44106"/>
                  </a:lnTo>
                  <a:lnTo>
                    <a:pt x="6921731" y="36634"/>
                  </a:lnTo>
                  <a:lnTo>
                    <a:pt x="7000116" y="29950"/>
                  </a:lnTo>
                  <a:lnTo>
                    <a:pt x="7084592" y="23983"/>
                  </a:lnTo>
                  <a:lnTo>
                    <a:pt x="7174100" y="18694"/>
                  </a:lnTo>
                  <a:lnTo>
                    <a:pt x="7266561" y="14073"/>
                  </a:lnTo>
                  <a:lnTo>
                    <a:pt x="7358781" y="10128"/>
                  </a:lnTo>
                  <a:lnTo>
                    <a:pt x="7446606" y="6876"/>
                  </a:lnTo>
                  <a:lnTo>
                    <a:pt x="7525418" y="4325"/>
                  </a:lnTo>
                  <a:lnTo>
                    <a:pt x="7590969" y="2453"/>
                  </a:lnTo>
                  <a:lnTo>
                    <a:pt x="7640349" y="1200"/>
                  </a:lnTo>
                  <a:lnTo>
                    <a:pt x="7672769" y="464"/>
                  </a:lnTo>
                  <a:lnTo>
                    <a:pt x="7689900" y="115"/>
                  </a:lnTo>
                  <a:lnTo>
                    <a:pt x="7695739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1" name="pl1801"/>
            <p:cNvSpPr/>
            <p:nvPr/>
          </p:nvSpPr>
          <p:spPr>
            <a:xfrm>
              <a:off x="546595" y="3821174"/>
              <a:ext cx="8234974" cy="1666027"/>
            </a:xfrm>
            <a:custGeom>
              <a:avLst/>
              <a:pathLst>
                <a:path w="8234974" h="1666027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499" y="182"/>
                  </a:lnTo>
                  <a:lnTo>
                    <a:pt x="7665445" y="623"/>
                  </a:lnTo>
                  <a:lnTo>
                    <a:pt x="7628394" y="1490"/>
                  </a:lnTo>
                  <a:lnTo>
                    <a:pt x="7574359" y="2905"/>
                  </a:lnTo>
                  <a:lnTo>
                    <a:pt x="7504772" y="4961"/>
                  </a:lnTo>
                  <a:lnTo>
                    <a:pt x="7423008" y="7706"/>
                  </a:lnTo>
                  <a:lnTo>
                    <a:pt x="7333512" y="11151"/>
                  </a:lnTo>
                  <a:lnTo>
                    <a:pt x="7240844" y="15285"/>
                  </a:lnTo>
                  <a:lnTo>
                    <a:pt x="7148928" y="20091"/>
                  </a:lnTo>
                  <a:lnTo>
                    <a:pt x="7060651" y="25565"/>
                  </a:lnTo>
                  <a:lnTo>
                    <a:pt x="6977793" y="31726"/>
                  </a:lnTo>
                  <a:lnTo>
                    <a:pt x="6901167" y="38619"/>
                  </a:lnTo>
                  <a:lnTo>
                    <a:pt x="6830847" y="46325"/>
                  </a:lnTo>
                  <a:lnTo>
                    <a:pt x="6766400" y="54954"/>
                  </a:lnTo>
                  <a:lnTo>
                    <a:pt x="6707086" y="64640"/>
                  </a:lnTo>
                  <a:lnTo>
                    <a:pt x="6651999" y="75539"/>
                  </a:lnTo>
                  <a:lnTo>
                    <a:pt x="6600177" y="87808"/>
                  </a:lnTo>
                  <a:lnTo>
                    <a:pt x="6550691" y="101581"/>
                  </a:lnTo>
                  <a:lnTo>
                    <a:pt x="6515891" y="112520"/>
                  </a:lnTo>
                  <a:lnTo>
                    <a:pt x="6465691" y="130078"/>
                  </a:lnTo>
                  <a:lnTo>
                    <a:pt x="6415977" y="149455"/>
                  </a:lnTo>
                  <a:lnTo>
                    <a:pt x="6366224" y="170676"/>
                  </a:lnTo>
                  <a:lnTo>
                    <a:pt x="6316077" y="193703"/>
                  </a:lnTo>
                  <a:lnTo>
                    <a:pt x="6265330" y="218423"/>
                  </a:lnTo>
                  <a:lnTo>
                    <a:pt x="6213908" y="244650"/>
                  </a:lnTo>
                  <a:lnTo>
                    <a:pt x="6161846" y="272119"/>
                  </a:lnTo>
                  <a:lnTo>
                    <a:pt x="6109276" y="300501"/>
                  </a:lnTo>
                  <a:lnTo>
                    <a:pt x="6056396" y="329415"/>
                  </a:lnTo>
                  <a:lnTo>
                    <a:pt x="6003446" y="358446"/>
                  </a:lnTo>
                  <a:lnTo>
                    <a:pt x="5950674" y="387176"/>
                  </a:lnTo>
                  <a:lnTo>
                    <a:pt x="5898306" y="415201"/>
                  </a:lnTo>
                  <a:lnTo>
                    <a:pt x="5846514" y="442162"/>
                  </a:lnTo>
                  <a:lnTo>
                    <a:pt x="5795390" y="467755"/>
                  </a:lnTo>
                  <a:lnTo>
                    <a:pt x="5744924" y="491750"/>
                  </a:lnTo>
                  <a:lnTo>
                    <a:pt x="5694983" y="513993"/>
                  </a:lnTo>
                  <a:lnTo>
                    <a:pt x="5645300" y="534405"/>
                  </a:lnTo>
                  <a:lnTo>
                    <a:pt x="5595449" y="552976"/>
                  </a:lnTo>
                  <a:lnTo>
                    <a:pt x="5567201" y="562601"/>
                  </a:lnTo>
                  <a:lnTo>
                    <a:pt x="5518893" y="577507"/>
                  </a:lnTo>
                  <a:lnTo>
                    <a:pt x="5468848" y="590854"/>
                  </a:lnTo>
                  <a:lnTo>
                    <a:pt x="5416218" y="602729"/>
                  </a:lnTo>
                  <a:lnTo>
                    <a:pt x="5360057" y="613276"/>
                  </a:lnTo>
                  <a:lnTo>
                    <a:pt x="5299409" y="622655"/>
                  </a:lnTo>
                  <a:lnTo>
                    <a:pt x="5233401" y="631015"/>
                  </a:lnTo>
                  <a:lnTo>
                    <a:pt x="5161361" y="638487"/>
                  </a:lnTo>
                  <a:lnTo>
                    <a:pt x="5082976" y="645171"/>
                  </a:lnTo>
                  <a:lnTo>
                    <a:pt x="4998501" y="651138"/>
                  </a:lnTo>
                  <a:lnTo>
                    <a:pt x="4908993" y="656427"/>
                  </a:lnTo>
                  <a:lnTo>
                    <a:pt x="4816532" y="661048"/>
                  </a:lnTo>
                  <a:lnTo>
                    <a:pt x="4724311" y="664994"/>
                  </a:lnTo>
                  <a:lnTo>
                    <a:pt x="4636487" y="668245"/>
                  </a:lnTo>
                  <a:lnTo>
                    <a:pt x="4557675" y="670797"/>
                  </a:lnTo>
                  <a:lnTo>
                    <a:pt x="4492123" y="672669"/>
                  </a:lnTo>
                  <a:lnTo>
                    <a:pt x="4442743" y="673922"/>
                  </a:lnTo>
                  <a:lnTo>
                    <a:pt x="4410323" y="674657"/>
                  </a:lnTo>
                  <a:lnTo>
                    <a:pt x="4393193" y="675006"/>
                  </a:lnTo>
                  <a:lnTo>
                    <a:pt x="4387353" y="675113"/>
                  </a:lnTo>
                  <a:lnTo>
                    <a:pt x="4386855" y="675122"/>
                  </a:lnTo>
                  <a:lnTo>
                    <a:pt x="3848118" y="675122"/>
                  </a:lnTo>
                  <a:lnTo>
                    <a:pt x="3846834" y="675154"/>
                  </a:lnTo>
                  <a:lnTo>
                    <a:pt x="3838452" y="675387"/>
                  </a:lnTo>
                  <a:lnTo>
                    <a:pt x="3817547" y="676030"/>
                  </a:lnTo>
                  <a:lnTo>
                    <a:pt x="3780745" y="677292"/>
                  </a:lnTo>
                  <a:lnTo>
                    <a:pt x="3727042" y="679354"/>
                  </a:lnTo>
                  <a:lnTo>
                    <a:pt x="3657835" y="682350"/>
                  </a:lnTo>
                  <a:lnTo>
                    <a:pt x="3576450" y="686350"/>
                  </a:lnTo>
                  <a:lnTo>
                    <a:pt x="3487289" y="691374"/>
                  </a:lnTo>
                  <a:lnTo>
                    <a:pt x="3394884" y="697404"/>
                  </a:lnTo>
                  <a:lnTo>
                    <a:pt x="3303147" y="704417"/>
                  </a:lnTo>
                  <a:lnTo>
                    <a:pt x="3214971" y="712404"/>
                  </a:lnTo>
                  <a:lnTo>
                    <a:pt x="3132150" y="721392"/>
                  </a:lnTo>
                  <a:lnTo>
                    <a:pt x="3055517" y="731447"/>
                  </a:lnTo>
                  <a:lnTo>
                    <a:pt x="2985164" y="742685"/>
                  </a:lnTo>
                  <a:lnTo>
                    <a:pt x="2920676" y="755262"/>
                  </a:lnTo>
                  <a:lnTo>
                    <a:pt x="2861328" y="769376"/>
                  </a:lnTo>
                  <a:lnTo>
                    <a:pt x="2806222" y="785252"/>
                  </a:lnTo>
                  <a:lnTo>
                    <a:pt x="2754408" y="803118"/>
                  </a:lnTo>
                  <a:lnTo>
                    <a:pt x="2704958" y="823172"/>
                  </a:lnTo>
                  <a:lnTo>
                    <a:pt x="2667772" y="840273"/>
                  </a:lnTo>
                  <a:lnTo>
                    <a:pt x="2619913" y="864774"/>
                  </a:lnTo>
                  <a:lnTo>
                    <a:pt x="2572521" y="891698"/>
                  </a:lnTo>
                  <a:lnTo>
                    <a:pt x="2525129" y="921081"/>
                  </a:lnTo>
                  <a:lnTo>
                    <a:pt x="2477416" y="952886"/>
                  </a:lnTo>
                  <a:lnTo>
                    <a:pt x="2429183" y="986984"/>
                  </a:lnTo>
                  <a:lnTo>
                    <a:pt x="2380341" y="1023160"/>
                  </a:lnTo>
                  <a:lnTo>
                    <a:pt x="2330899" y="1061101"/>
                  </a:lnTo>
                  <a:lnTo>
                    <a:pt x="2280948" y="1100413"/>
                  </a:lnTo>
                  <a:lnTo>
                    <a:pt x="2230642" y="1140631"/>
                  </a:lnTo>
                  <a:lnTo>
                    <a:pt x="2180177" y="1181243"/>
                  </a:lnTo>
                  <a:lnTo>
                    <a:pt x="2129769" y="1221714"/>
                  </a:lnTo>
                  <a:lnTo>
                    <a:pt x="2079626" y="1261519"/>
                  </a:lnTo>
                  <a:lnTo>
                    <a:pt x="2029927" y="1300165"/>
                  </a:lnTo>
                  <a:lnTo>
                    <a:pt x="1980794" y="1337223"/>
                  </a:lnTo>
                  <a:lnTo>
                    <a:pt x="1932276" y="1372341"/>
                  </a:lnTo>
                  <a:lnTo>
                    <a:pt x="1884334" y="1405257"/>
                  </a:lnTo>
                  <a:lnTo>
                    <a:pt x="1836822" y="1435800"/>
                  </a:lnTo>
                  <a:lnTo>
                    <a:pt x="1789479" y="1463892"/>
                  </a:lnTo>
                  <a:lnTo>
                    <a:pt x="1741909" y="1489535"/>
                  </a:lnTo>
                  <a:lnTo>
                    <a:pt x="1719082" y="1500876"/>
                  </a:lnTo>
                  <a:lnTo>
                    <a:pt x="1670900" y="1522701"/>
                  </a:lnTo>
                  <a:lnTo>
                    <a:pt x="1620994" y="1542248"/>
                  </a:lnTo>
                  <a:lnTo>
                    <a:pt x="1568519" y="1559645"/>
                  </a:lnTo>
                  <a:lnTo>
                    <a:pt x="1512539" y="1575103"/>
                  </a:lnTo>
                  <a:lnTo>
                    <a:pt x="1452105" y="1588851"/>
                  </a:lnTo>
                  <a:lnTo>
                    <a:pt x="1386349" y="1601110"/>
                  </a:lnTo>
                  <a:lnTo>
                    <a:pt x="1314600" y="1612069"/>
                  </a:lnTo>
                  <a:lnTo>
                    <a:pt x="1236540" y="1621875"/>
                  </a:lnTo>
                  <a:lnTo>
                    <a:pt x="1152408" y="1630633"/>
                  </a:lnTo>
                  <a:lnTo>
                    <a:pt x="1063233" y="1638399"/>
                  </a:lnTo>
                  <a:lnTo>
                    <a:pt x="971053" y="1645192"/>
                  </a:lnTo>
                  <a:lnTo>
                    <a:pt x="879007" y="1650997"/>
                  </a:lnTo>
                  <a:lnTo>
                    <a:pt x="791195" y="1655791"/>
                  </a:lnTo>
                  <a:lnTo>
                    <a:pt x="712197" y="1659561"/>
                  </a:lnTo>
                  <a:lnTo>
                    <a:pt x="646255" y="1662338"/>
                  </a:lnTo>
                  <a:lnTo>
                    <a:pt x="596325" y="1664206"/>
                  </a:lnTo>
                  <a:lnTo>
                    <a:pt x="563286" y="1665311"/>
                  </a:lnTo>
                  <a:lnTo>
                    <a:pt x="545581" y="1665843"/>
                  </a:lnTo>
                  <a:lnTo>
                    <a:pt x="539341" y="1666012"/>
                  </a:lnTo>
                  <a:lnTo>
                    <a:pt x="538736" y="1666027"/>
                  </a:lnTo>
                  <a:lnTo>
                    <a:pt x="0" y="16660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2" name="pg1802"/>
            <p:cNvSpPr/>
            <p:nvPr/>
          </p:nvSpPr>
          <p:spPr>
            <a:xfrm>
              <a:off x="546595" y="701456"/>
              <a:ext cx="8234974" cy="5308420"/>
            </a:xfrm>
            <a:custGeom>
              <a:avLst/>
              <a:pathLst>
                <a:path w="8234974" h="5308420">
                  <a:moveTo>
                    <a:pt x="0" y="4807523"/>
                  </a:moveTo>
                  <a:lnTo>
                    <a:pt x="538736" y="4807523"/>
                  </a:lnTo>
                  <a:lnTo>
                    <a:pt x="540034" y="4807540"/>
                  </a:lnTo>
                  <a:lnTo>
                    <a:pt x="548503" y="4807659"/>
                  </a:lnTo>
                  <a:lnTo>
                    <a:pt x="569616" y="4807987"/>
                  </a:lnTo>
                  <a:lnTo>
                    <a:pt x="606765" y="4808632"/>
                  </a:lnTo>
                  <a:lnTo>
                    <a:pt x="660931" y="4809686"/>
                  </a:lnTo>
                  <a:lnTo>
                    <a:pt x="730666" y="4811215"/>
                  </a:lnTo>
                  <a:lnTo>
                    <a:pt x="812579" y="4813257"/>
                  </a:lnTo>
                  <a:lnTo>
                    <a:pt x="902207" y="4815819"/>
                  </a:lnTo>
                  <a:lnTo>
                    <a:pt x="994977" y="4818894"/>
                  </a:lnTo>
                  <a:lnTo>
                    <a:pt x="1086963" y="4822469"/>
                  </a:lnTo>
                  <a:lnTo>
                    <a:pt x="1175279" y="4826540"/>
                  </a:lnTo>
                  <a:lnTo>
                    <a:pt x="1258151" y="4831121"/>
                  </a:lnTo>
                  <a:lnTo>
                    <a:pt x="1334774" y="4836248"/>
                  </a:lnTo>
                  <a:lnTo>
                    <a:pt x="1405082" y="4841980"/>
                  </a:lnTo>
                  <a:lnTo>
                    <a:pt x="1469512" y="4848399"/>
                  </a:lnTo>
                  <a:lnTo>
                    <a:pt x="1528813" y="4855606"/>
                  </a:lnTo>
                  <a:lnTo>
                    <a:pt x="1583893" y="4863717"/>
                  </a:lnTo>
                  <a:lnTo>
                    <a:pt x="1635719" y="4872848"/>
                  </a:lnTo>
                  <a:lnTo>
                    <a:pt x="1685219" y="4883099"/>
                  </a:lnTo>
                  <a:lnTo>
                    <a:pt x="1719082" y="4891006"/>
                  </a:lnTo>
                  <a:lnTo>
                    <a:pt x="1770368" y="4904332"/>
                  </a:lnTo>
                  <a:lnTo>
                    <a:pt x="1821160" y="4919067"/>
                  </a:lnTo>
                  <a:lnTo>
                    <a:pt x="1872012" y="4935230"/>
                  </a:lnTo>
                  <a:lnTo>
                    <a:pt x="1923293" y="4952788"/>
                  </a:lnTo>
                  <a:lnTo>
                    <a:pt x="1975211" y="4971648"/>
                  </a:lnTo>
                  <a:lnTo>
                    <a:pt x="2027836" y="4991654"/>
                  </a:lnTo>
                  <a:lnTo>
                    <a:pt x="2081115" y="5012592"/>
                  </a:lnTo>
                  <a:lnTo>
                    <a:pt x="2134897" y="5034195"/>
                  </a:lnTo>
                  <a:lnTo>
                    <a:pt x="2188961" y="5056154"/>
                  </a:lnTo>
                  <a:lnTo>
                    <a:pt x="2243047" y="5078141"/>
                  </a:lnTo>
                  <a:lnTo>
                    <a:pt x="2296893" y="5099824"/>
                  </a:lnTo>
                  <a:lnTo>
                    <a:pt x="2350267" y="5120891"/>
                  </a:lnTo>
                  <a:lnTo>
                    <a:pt x="2403007" y="5141068"/>
                  </a:lnTo>
                  <a:lnTo>
                    <a:pt x="2455041" y="5160129"/>
                  </a:lnTo>
                  <a:lnTo>
                    <a:pt x="2506416" y="5177910"/>
                  </a:lnTo>
                  <a:lnTo>
                    <a:pt x="2557318" y="5194307"/>
                  </a:lnTo>
                  <a:lnTo>
                    <a:pt x="2608087" y="5209278"/>
                  </a:lnTo>
                  <a:lnTo>
                    <a:pt x="2659244" y="5222833"/>
                  </a:lnTo>
                  <a:lnTo>
                    <a:pt x="2667772" y="5224937"/>
                  </a:lnTo>
                  <a:lnTo>
                    <a:pt x="2716131" y="5236007"/>
                  </a:lnTo>
                  <a:lnTo>
                    <a:pt x="2766229" y="5245918"/>
                  </a:lnTo>
                  <a:lnTo>
                    <a:pt x="2818920" y="5254735"/>
                  </a:lnTo>
                  <a:lnTo>
                    <a:pt x="2875153" y="5262565"/>
                  </a:lnTo>
                  <a:lnTo>
                    <a:pt x="2935886" y="5269526"/>
                  </a:lnTo>
                  <a:lnTo>
                    <a:pt x="3001992" y="5275732"/>
                  </a:lnTo>
                  <a:lnTo>
                    <a:pt x="3074146" y="5281277"/>
                  </a:lnTo>
                  <a:lnTo>
                    <a:pt x="3152659" y="5286237"/>
                  </a:lnTo>
                  <a:lnTo>
                    <a:pt x="3237270" y="5290664"/>
                  </a:lnTo>
                  <a:lnTo>
                    <a:pt x="3326909" y="5294587"/>
                  </a:lnTo>
                  <a:lnTo>
                    <a:pt x="3419479" y="5298014"/>
                  </a:lnTo>
                  <a:lnTo>
                    <a:pt x="3511767" y="5300938"/>
                  </a:lnTo>
                  <a:lnTo>
                    <a:pt x="3599595" y="5303347"/>
                  </a:lnTo>
                  <a:lnTo>
                    <a:pt x="3678332" y="5305235"/>
                  </a:lnTo>
                  <a:lnTo>
                    <a:pt x="3743728" y="5306618"/>
                  </a:lnTo>
                  <a:lnTo>
                    <a:pt x="3792891" y="5307542"/>
                  </a:lnTo>
                  <a:lnTo>
                    <a:pt x="3825067" y="5308082"/>
                  </a:lnTo>
                  <a:lnTo>
                    <a:pt x="3841973" y="5308337"/>
                  </a:lnTo>
                  <a:lnTo>
                    <a:pt x="3847659" y="5308415"/>
                  </a:lnTo>
                  <a:lnTo>
                    <a:pt x="3848118" y="5308420"/>
                  </a:lnTo>
                  <a:lnTo>
                    <a:pt x="4386855" y="5308420"/>
                  </a:lnTo>
                  <a:lnTo>
                    <a:pt x="4387679" y="5308310"/>
                  </a:lnTo>
                  <a:lnTo>
                    <a:pt x="4393109" y="5307523"/>
                  </a:lnTo>
                  <a:lnTo>
                    <a:pt x="4406849" y="5305347"/>
                  </a:lnTo>
                  <a:lnTo>
                    <a:pt x="4431535" y="5301061"/>
                  </a:lnTo>
                  <a:lnTo>
                    <a:pt x="4468569" y="5293988"/>
                  </a:lnTo>
                  <a:lnTo>
                    <a:pt x="4518006" y="5283560"/>
                  </a:lnTo>
                  <a:lnTo>
                    <a:pt x="4578627" y="5269373"/>
                  </a:lnTo>
                  <a:lnTo>
                    <a:pt x="4648213" y="5251200"/>
                  </a:lnTo>
                  <a:lnTo>
                    <a:pt x="4723963" y="5228974"/>
                  </a:lnTo>
                  <a:lnTo>
                    <a:pt x="4802951" y="5202740"/>
                  </a:lnTo>
                  <a:lnTo>
                    <a:pt x="4882510" y="5172583"/>
                  </a:lnTo>
                  <a:lnTo>
                    <a:pt x="4960471" y="5138567"/>
                  </a:lnTo>
                  <a:lnTo>
                    <a:pt x="5035273" y="5100681"/>
                  </a:lnTo>
                  <a:lnTo>
                    <a:pt x="5105941" y="5058805"/>
                  </a:lnTo>
                  <a:lnTo>
                    <a:pt x="5172010" y="5012692"/>
                  </a:lnTo>
                  <a:lnTo>
                    <a:pt x="5233414" y="4961960"/>
                  </a:lnTo>
                  <a:lnTo>
                    <a:pt x="5290374" y="4906094"/>
                  </a:lnTo>
                  <a:lnTo>
                    <a:pt x="5343306" y="4844463"/>
                  </a:lnTo>
                  <a:lnTo>
                    <a:pt x="5392744" y="4776335"/>
                  </a:lnTo>
                  <a:lnTo>
                    <a:pt x="5439281" y="4700928"/>
                  </a:lnTo>
                  <a:lnTo>
                    <a:pt x="5483525" y="4617465"/>
                  </a:lnTo>
                  <a:lnTo>
                    <a:pt x="5526059" y="4525296"/>
                  </a:lnTo>
                  <a:lnTo>
                    <a:pt x="5567201" y="4424591"/>
                  </a:lnTo>
                  <a:lnTo>
                    <a:pt x="5594188" y="4352472"/>
                  </a:lnTo>
                  <a:lnTo>
                    <a:pt x="5620950" y="4276318"/>
                  </a:lnTo>
                  <a:lnTo>
                    <a:pt x="5647588" y="4196049"/>
                  </a:lnTo>
                  <a:lnTo>
                    <a:pt x="5674187" y="4111623"/>
                  </a:lnTo>
                  <a:lnTo>
                    <a:pt x="5700819" y="4023035"/>
                  </a:lnTo>
                  <a:lnTo>
                    <a:pt x="5727537" y="3930323"/>
                  </a:lnTo>
                  <a:lnTo>
                    <a:pt x="5754387" y="3833573"/>
                  </a:lnTo>
                  <a:lnTo>
                    <a:pt x="5781401" y="3732916"/>
                  </a:lnTo>
                  <a:lnTo>
                    <a:pt x="5808598" y="3628536"/>
                  </a:lnTo>
                  <a:lnTo>
                    <a:pt x="5835990" y="3520663"/>
                  </a:lnTo>
                  <a:lnTo>
                    <a:pt x="5863577" y="3409580"/>
                  </a:lnTo>
                  <a:lnTo>
                    <a:pt x="5891352" y="3295615"/>
                  </a:lnTo>
                  <a:lnTo>
                    <a:pt x="5919298" y="3179142"/>
                  </a:lnTo>
                  <a:lnTo>
                    <a:pt x="5947394" y="3060575"/>
                  </a:lnTo>
                  <a:lnTo>
                    <a:pt x="5975609" y="2940362"/>
                  </a:lnTo>
                  <a:lnTo>
                    <a:pt x="6003912" y="2818979"/>
                  </a:lnTo>
                  <a:lnTo>
                    <a:pt x="6032266" y="2696921"/>
                  </a:lnTo>
                  <a:lnTo>
                    <a:pt x="6060633" y="2574696"/>
                  </a:lnTo>
                  <a:lnTo>
                    <a:pt x="6088974" y="2452814"/>
                  </a:lnTo>
                  <a:lnTo>
                    <a:pt x="6117251" y="2331781"/>
                  </a:lnTo>
                  <a:lnTo>
                    <a:pt x="6145428" y="2212084"/>
                  </a:lnTo>
                  <a:lnTo>
                    <a:pt x="6173475" y="2094192"/>
                  </a:lnTo>
                  <a:lnTo>
                    <a:pt x="6201364" y="1978542"/>
                  </a:lnTo>
                  <a:lnTo>
                    <a:pt x="6229076" y="1865533"/>
                  </a:lnTo>
                  <a:lnTo>
                    <a:pt x="6256596" y="1755525"/>
                  </a:lnTo>
                  <a:lnTo>
                    <a:pt x="6283920" y="1648831"/>
                  </a:lnTo>
                  <a:lnTo>
                    <a:pt x="6311052" y="1545714"/>
                  </a:lnTo>
                  <a:lnTo>
                    <a:pt x="6338006" y="1446390"/>
                  </a:lnTo>
                  <a:lnTo>
                    <a:pt x="6364806" y="1351023"/>
                  </a:lnTo>
                  <a:lnTo>
                    <a:pt x="6391489" y="1259730"/>
                  </a:lnTo>
                  <a:lnTo>
                    <a:pt x="6418102" y="1172579"/>
                  </a:lnTo>
                  <a:lnTo>
                    <a:pt x="6444707" y="1089593"/>
                  </a:lnTo>
                  <a:lnTo>
                    <a:pt x="6471377" y="1010754"/>
                  </a:lnTo>
                  <a:lnTo>
                    <a:pt x="6498204" y="936006"/>
                  </a:lnTo>
                  <a:lnTo>
                    <a:pt x="6515891" y="889273"/>
                  </a:lnTo>
                  <a:lnTo>
                    <a:pt x="6557238" y="788095"/>
                  </a:lnTo>
                  <a:lnTo>
                    <a:pt x="6599780" y="695970"/>
                  </a:lnTo>
                  <a:lnTo>
                    <a:pt x="6644033" y="612548"/>
                  </a:lnTo>
                  <a:lnTo>
                    <a:pt x="6690583" y="537178"/>
                  </a:lnTo>
                  <a:lnTo>
                    <a:pt x="6740036" y="469085"/>
                  </a:lnTo>
                  <a:lnTo>
                    <a:pt x="6792987" y="407483"/>
                  </a:lnTo>
                  <a:lnTo>
                    <a:pt x="6849969" y="351644"/>
                  </a:lnTo>
                  <a:lnTo>
                    <a:pt x="6911395" y="300935"/>
                  </a:lnTo>
                  <a:lnTo>
                    <a:pt x="6977487" y="254844"/>
                  </a:lnTo>
                  <a:lnTo>
                    <a:pt x="7048177" y="212989"/>
                  </a:lnTo>
                  <a:lnTo>
                    <a:pt x="7122996" y="175122"/>
                  </a:lnTo>
                  <a:lnTo>
                    <a:pt x="7200970" y="141124"/>
                  </a:lnTo>
                  <a:lnTo>
                    <a:pt x="7280532" y="110986"/>
                  </a:lnTo>
                  <a:lnTo>
                    <a:pt x="7359511" y="84771"/>
                  </a:lnTo>
                  <a:lnTo>
                    <a:pt x="7435238" y="62566"/>
                  </a:lnTo>
                  <a:lnTo>
                    <a:pt x="7504786" y="44412"/>
                  </a:lnTo>
                  <a:lnTo>
                    <a:pt x="7565358" y="30244"/>
                  </a:lnTo>
                  <a:lnTo>
                    <a:pt x="7614736" y="19834"/>
                  </a:lnTo>
                  <a:lnTo>
                    <a:pt x="7651708" y="12776"/>
                  </a:lnTo>
                  <a:lnTo>
                    <a:pt x="7676336" y="8502"/>
                  </a:lnTo>
                  <a:lnTo>
                    <a:pt x="7690027" y="6335"/>
                  </a:lnTo>
                  <a:lnTo>
                    <a:pt x="7695425" y="55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14" y="110"/>
                  </a:lnTo>
                  <a:lnTo>
                    <a:pt x="7689983" y="897"/>
                  </a:lnTo>
                  <a:lnTo>
                    <a:pt x="7676243" y="3073"/>
                  </a:lnTo>
                  <a:lnTo>
                    <a:pt x="7651557" y="7359"/>
                  </a:lnTo>
                  <a:lnTo>
                    <a:pt x="7614524" y="14432"/>
                  </a:lnTo>
                  <a:lnTo>
                    <a:pt x="7565087" y="24860"/>
                  </a:lnTo>
                  <a:lnTo>
                    <a:pt x="7504465" y="39047"/>
                  </a:lnTo>
                  <a:lnTo>
                    <a:pt x="7434879" y="57220"/>
                  </a:lnTo>
                  <a:lnTo>
                    <a:pt x="7359130" y="79446"/>
                  </a:lnTo>
                  <a:lnTo>
                    <a:pt x="7280141" y="105680"/>
                  </a:lnTo>
                  <a:lnTo>
                    <a:pt x="7200583" y="135837"/>
                  </a:lnTo>
                  <a:lnTo>
                    <a:pt x="7122621" y="169853"/>
                  </a:lnTo>
                  <a:lnTo>
                    <a:pt x="7047820" y="207739"/>
                  </a:lnTo>
                  <a:lnTo>
                    <a:pt x="6977152" y="249615"/>
                  </a:lnTo>
                  <a:lnTo>
                    <a:pt x="6911083" y="295727"/>
                  </a:lnTo>
                  <a:lnTo>
                    <a:pt x="6849679" y="346460"/>
                  </a:lnTo>
                  <a:lnTo>
                    <a:pt x="6792719" y="402326"/>
                  </a:lnTo>
                  <a:lnTo>
                    <a:pt x="6739786" y="463957"/>
                  </a:lnTo>
                  <a:lnTo>
                    <a:pt x="6690348" y="532084"/>
                  </a:lnTo>
                  <a:lnTo>
                    <a:pt x="6643811" y="607492"/>
                  </a:lnTo>
                  <a:lnTo>
                    <a:pt x="6599568" y="690955"/>
                  </a:lnTo>
                  <a:lnTo>
                    <a:pt x="6557033" y="783124"/>
                  </a:lnTo>
                  <a:lnTo>
                    <a:pt x="6515891" y="883829"/>
                  </a:lnTo>
                  <a:lnTo>
                    <a:pt x="6488905" y="955948"/>
                  </a:lnTo>
                  <a:lnTo>
                    <a:pt x="6462143" y="1032102"/>
                  </a:lnTo>
                  <a:lnTo>
                    <a:pt x="6435505" y="1112370"/>
                  </a:lnTo>
                  <a:lnTo>
                    <a:pt x="6408905" y="1196797"/>
                  </a:lnTo>
                  <a:lnTo>
                    <a:pt x="6382274" y="1285385"/>
                  </a:lnTo>
                  <a:lnTo>
                    <a:pt x="6355555" y="1378097"/>
                  </a:lnTo>
                  <a:lnTo>
                    <a:pt x="6328705" y="1474847"/>
                  </a:lnTo>
                  <a:lnTo>
                    <a:pt x="6301692" y="1575504"/>
                  </a:lnTo>
                  <a:lnTo>
                    <a:pt x="6274494" y="1679884"/>
                  </a:lnTo>
                  <a:lnTo>
                    <a:pt x="6247103" y="1787757"/>
                  </a:lnTo>
                  <a:lnTo>
                    <a:pt x="6219515" y="1898840"/>
                  </a:lnTo>
                  <a:lnTo>
                    <a:pt x="6191741" y="2012805"/>
                  </a:lnTo>
                  <a:lnTo>
                    <a:pt x="6163794" y="2129278"/>
                  </a:lnTo>
                  <a:lnTo>
                    <a:pt x="6135699" y="2247844"/>
                  </a:lnTo>
                  <a:lnTo>
                    <a:pt x="6107483" y="2368057"/>
                  </a:lnTo>
                  <a:lnTo>
                    <a:pt x="6079180" y="2489441"/>
                  </a:lnTo>
                  <a:lnTo>
                    <a:pt x="6050826" y="2611499"/>
                  </a:lnTo>
                  <a:lnTo>
                    <a:pt x="6022459" y="2733724"/>
                  </a:lnTo>
                  <a:lnTo>
                    <a:pt x="5994119" y="2855605"/>
                  </a:lnTo>
                  <a:lnTo>
                    <a:pt x="5965842" y="2976639"/>
                  </a:lnTo>
                  <a:lnTo>
                    <a:pt x="5937664" y="3096336"/>
                  </a:lnTo>
                  <a:lnTo>
                    <a:pt x="5909617" y="3214228"/>
                  </a:lnTo>
                  <a:lnTo>
                    <a:pt x="5881728" y="3329878"/>
                  </a:lnTo>
                  <a:lnTo>
                    <a:pt x="5854017" y="3442886"/>
                  </a:lnTo>
                  <a:lnTo>
                    <a:pt x="5826497" y="3552895"/>
                  </a:lnTo>
                  <a:lnTo>
                    <a:pt x="5799173" y="3659589"/>
                  </a:lnTo>
                  <a:lnTo>
                    <a:pt x="5772041" y="3762706"/>
                  </a:lnTo>
                  <a:lnTo>
                    <a:pt x="5745087" y="3862030"/>
                  </a:lnTo>
                  <a:lnTo>
                    <a:pt x="5718286" y="3957396"/>
                  </a:lnTo>
                  <a:lnTo>
                    <a:pt x="5691603" y="4048690"/>
                  </a:lnTo>
                  <a:lnTo>
                    <a:pt x="5664990" y="4135841"/>
                  </a:lnTo>
                  <a:lnTo>
                    <a:pt x="5638386" y="4218827"/>
                  </a:lnTo>
                  <a:lnTo>
                    <a:pt x="5611715" y="4297666"/>
                  </a:lnTo>
                  <a:lnTo>
                    <a:pt x="5584888" y="4372414"/>
                  </a:lnTo>
                  <a:lnTo>
                    <a:pt x="5567201" y="4419146"/>
                  </a:lnTo>
                  <a:lnTo>
                    <a:pt x="5525854" y="4520325"/>
                  </a:lnTo>
                  <a:lnTo>
                    <a:pt x="5483313" y="4612450"/>
                  </a:lnTo>
                  <a:lnTo>
                    <a:pt x="5439059" y="4695871"/>
                  </a:lnTo>
                  <a:lnTo>
                    <a:pt x="5392510" y="4771242"/>
                  </a:lnTo>
                  <a:lnTo>
                    <a:pt x="5343056" y="4839335"/>
                  </a:lnTo>
                  <a:lnTo>
                    <a:pt x="5290105" y="4900937"/>
                  </a:lnTo>
                  <a:lnTo>
                    <a:pt x="5233124" y="4956776"/>
                  </a:lnTo>
                  <a:lnTo>
                    <a:pt x="5171698" y="5007485"/>
                  </a:lnTo>
                  <a:lnTo>
                    <a:pt x="5105605" y="5053576"/>
                  </a:lnTo>
                  <a:lnTo>
                    <a:pt x="5034916" y="5095431"/>
                  </a:lnTo>
                  <a:lnTo>
                    <a:pt x="4960096" y="5133298"/>
                  </a:lnTo>
                  <a:lnTo>
                    <a:pt x="4882122" y="5167296"/>
                  </a:lnTo>
                  <a:lnTo>
                    <a:pt x="4802561" y="5197434"/>
                  </a:lnTo>
                  <a:lnTo>
                    <a:pt x="4723582" y="5223648"/>
                  </a:lnTo>
                  <a:lnTo>
                    <a:pt x="4647855" y="5245854"/>
                  </a:lnTo>
                  <a:lnTo>
                    <a:pt x="4578306" y="5264008"/>
                  </a:lnTo>
                  <a:lnTo>
                    <a:pt x="4517735" y="5278176"/>
                  </a:lnTo>
                  <a:lnTo>
                    <a:pt x="4468357" y="5288585"/>
                  </a:lnTo>
                  <a:lnTo>
                    <a:pt x="4431385" y="5295644"/>
                  </a:lnTo>
                  <a:lnTo>
                    <a:pt x="4406757" y="5299918"/>
                  </a:lnTo>
                  <a:lnTo>
                    <a:pt x="4393065" y="5302085"/>
                  </a:lnTo>
                  <a:lnTo>
                    <a:pt x="4387667" y="5302867"/>
                  </a:lnTo>
                  <a:lnTo>
                    <a:pt x="4386855" y="5302976"/>
                  </a:lnTo>
                  <a:lnTo>
                    <a:pt x="3848118" y="5302976"/>
                  </a:lnTo>
                  <a:lnTo>
                    <a:pt x="3846820" y="5302959"/>
                  </a:lnTo>
                  <a:lnTo>
                    <a:pt x="3838352" y="5302840"/>
                  </a:lnTo>
                  <a:lnTo>
                    <a:pt x="3817238" y="5302512"/>
                  </a:lnTo>
                  <a:lnTo>
                    <a:pt x="3780090" y="5301867"/>
                  </a:lnTo>
                  <a:lnTo>
                    <a:pt x="3725924" y="5300813"/>
                  </a:lnTo>
                  <a:lnTo>
                    <a:pt x="3656188" y="5299284"/>
                  </a:lnTo>
                  <a:lnTo>
                    <a:pt x="3574275" y="5297242"/>
                  </a:lnTo>
                  <a:lnTo>
                    <a:pt x="3484648" y="5294680"/>
                  </a:lnTo>
                  <a:lnTo>
                    <a:pt x="3391877" y="5291605"/>
                  </a:lnTo>
                  <a:lnTo>
                    <a:pt x="3299891" y="5288030"/>
                  </a:lnTo>
                  <a:lnTo>
                    <a:pt x="3211575" y="5283959"/>
                  </a:lnTo>
                  <a:lnTo>
                    <a:pt x="3128703" y="5279378"/>
                  </a:lnTo>
                  <a:lnTo>
                    <a:pt x="3052080" y="5274251"/>
                  </a:lnTo>
                  <a:lnTo>
                    <a:pt x="2981773" y="5268519"/>
                  </a:lnTo>
                  <a:lnTo>
                    <a:pt x="2917342" y="5262100"/>
                  </a:lnTo>
                  <a:lnTo>
                    <a:pt x="2858042" y="5254893"/>
                  </a:lnTo>
                  <a:lnTo>
                    <a:pt x="2802961" y="5246782"/>
                  </a:lnTo>
                  <a:lnTo>
                    <a:pt x="2751136" y="5237651"/>
                  </a:lnTo>
                  <a:lnTo>
                    <a:pt x="2701636" y="5227400"/>
                  </a:lnTo>
                  <a:lnTo>
                    <a:pt x="2667772" y="5219493"/>
                  </a:lnTo>
                  <a:lnTo>
                    <a:pt x="2616486" y="5206167"/>
                  </a:lnTo>
                  <a:lnTo>
                    <a:pt x="2565694" y="5191432"/>
                  </a:lnTo>
                  <a:lnTo>
                    <a:pt x="2514843" y="5175269"/>
                  </a:lnTo>
                  <a:lnTo>
                    <a:pt x="2463562" y="5157711"/>
                  </a:lnTo>
                  <a:lnTo>
                    <a:pt x="2411643" y="5138851"/>
                  </a:lnTo>
                  <a:lnTo>
                    <a:pt x="2359018" y="5118845"/>
                  </a:lnTo>
                  <a:lnTo>
                    <a:pt x="2305739" y="5097907"/>
                  </a:lnTo>
                  <a:lnTo>
                    <a:pt x="2251957" y="5076304"/>
                  </a:lnTo>
                  <a:lnTo>
                    <a:pt x="2197893" y="5054345"/>
                  </a:lnTo>
                  <a:lnTo>
                    <a:pt x="2143807" y="5032358"/>
                  </a:lnTo>
                  <a:lnTo>
                    <a:pt x="2089962" y="5010675"/>
                  </a:lnTo>
                  <a:lnTo>
                    <a:pt x="2036587" y="4989608"/>
                  </a:lnTo>
                  <a:lnTo>
                    <a:pt x="1983848" y="4969431"/>
                  </a:lnTo>
                  <a:lnTo>
                    <a:pt x="1931814" y="4950370"/>
                  </a:lnTo>
                  <a:lnTo>
                    <a:pt x="1880438" y="4932589"/>
                  </a:lnTo>
                  <a:lnTo>
                    <a:pt x="1829537" y="4916192"/>
                  </a:lnTo>
                  <a:lnTo>
                    <a:pt x="1778768" y="4901221"/>
                  </a:lnTo>
                  <a:lnTo>
                    <a:pt x="1727610" y="4887666"/>
                  </a:lnTo>
                  <a:lnTo>
                    <a:pt x="1719082" y="4885562"/>
                  </a:lnTo>
                  <a:lnTo>
                    <a:pt x="1670724" y="4874492"/>
                  </a:lnTo>
                  <a:lnTo>
                    <a:pt x="1620625" y="4864581"/>
                  </a:lnTo>
                  <a:lnTo>
                    <a:pt x="1567934" y="4855764"/>
                  </a:lnTo>
                  <a:lnTo>
                    <a:pt x="1511701" y="4847934"/>
                  </a:lnTo>
                  <a:lnTo>
                    <a:pt x="1450969" y="4840972"/>
                  </a:lnTo>
                  <a:lnTo>
                    <a:pt x="1384862" y="4834767"/>
                  </a:lnTo>
                  <a:lnTo>
                    <a:pt x="1312708" y="4829222"/>
                  </a:lnTo>
                  <a:lnTo>
                    <a:pt x="1234195" y="4824262"/>
                  </a:lnTo>
                  <a:lnTo>
                    <a:pt x="1149585" y="4819835"/>
                  </a:lnTo>
                  <a:lnTo>
                    <a:pt x="1059946" y="4815912"/>
                  </a:lnTo>
                  <a:lnTo>
                    <a:pt x="967375" y="4812485"/>
                  </a:lnTo>
                  <a:lnTo>
                    <a:pt x="875087" y="4809561"/>
                  </a:lnTo>
                  <a:lnTo>
                    <a:pt x="787260" y="4807152"/>
                  </a:lnTo>
                  <a:lnTo>
                    <a:pt x="708523" y="4805264"/>
                  </a:lnTo>
                  <a:lnTo>
                    <a:pt x="643127" y="4803881"/>
                  </a:lnTo>
                  <a:lnTo>
                    <a:pt x="593964" y="4802957"/>
                  </a:lnTo>
                  <a:lnTo>
                    <a:pt x="561788" y="4802417"/>
                  </a:lnTo>
                  <a:lnTo>
                    <a:pt x="544881" y="4802162"/>
                  </a:lnTo>
                  <a:lnTo>
                    <a:pt x="539196" y="4802084"/>
                  </a:lnTo>
                  <a:lnTo>
                    <a:pt x="538736" y="4802079"/>
                  </a:lnTo>
                  <a:lnTo>
                    <a:pt x="0" y="4802079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03" name="pl1803"/>
            <p:cNvSpPr/>
            <p:nvPr/>
          </p:nvSpPr>
          <p:spPr>
            <a:xfrm>
              <a:off x="546595" y="706900"/>
              <a:ext cx="8234974" cy="5302976"/>
            </a:xfrm>
            <a:custGeom>
              <a:avLst/>
              <a:pathLst>
                <a:path w="8234974" h="5302976">
                  <a:moveTo>
                    <a:pt x="0" y="4802079"/>
                  </a:moveTo>
                  <a:lnTo>
                    <a:pt x="538736" y="4802079"/>
                  </a:lnTo>
                  <a:lnTo>
                    <a:pt x="540034" y="4802095"/>
                  </a:lnTo>
                  <a:lnTo>
                    <a:pt x="548503" y="4802214"/>
                  </a:lnTo>
                  <a:lnTo>
                    <a:pt x="569616" y="4802543"/>
                  </a:lnTo>
                  <a:lnTo>
                    <a:pt x="606765" y="4803188"/>
                  </a:lnTo>
                  <a:lnTo>
                    <a:pt x="660931" y="4804241"/>
                  </a:lnTo>
                  <a:lnTo>
                    <a:pt x="730666" y="4805771"/>
                  </a:lnTo>
                  <a:lnTo>
                    <a:pt x="812579" y="4807812"/>
                  </a:lnTo>
                  <a:lnTo>
                    <a:pt x="902207" y="4810375"/>
                  </a:lnTo>
                  <a:lnTo>
                    <a:pt x="994977" y="4813450"/>
                  </a:lnTo>
                  <a:lnTo>
                    <a:pt x="1086963" y="4817024"/>
                  </a:lnTo>
                  <a:lnTo>
                    <a:pt x="1175279" y="4821095"/>
                  </a:lnTo>
                  <a:lnTo>
                    <a:pt x="1258151" y="4825676"/>
                  </a:lnTo>
                  <a:lnTo>
                    <a:pt x="1334774" y="4830803"/>
                  </a:lnTo>
                  <a:lnTo>
                    <a:pt x="1405082" y="4836535"/>
                  </a:lnTo>
                  <a:lnTo>
                    <a:pt x="1469512" y="4842954"/>
                  </a:lnTo>
                  <a:lnTo>
                    <a:pt x="1528813" y="4850162"/>
                  </a:lnTo>
                  <a:lnTo>
                    <a:pt x="1583893" y="4858272"/>
                  </a:lnTo>
                  <a:lnTo>
                    <a:pt x="1635719" y="4867403"/>
                  </a:lnTo>
                  <a:lnTo>
                    <a:pt x="1685219" y="4877654"/>
                  </a:lnTo>
                  <a:lnTo>
                    <a:pt x="1719082" y="4885562"/>
                  </a:lnTo>
                  <a:lnTo>
                    <a:pt x="1770368" y="4898887"/>
                  </a:lnTo>
                  <a:lnTo>
                    <a:pt x="1821160" y="4913622"/>
                  </a:lnTo>
                  <a:lnTo>
                    <a:pt x="1872012" y="4929786"/>
                  </a:lnTo>
                  <a:lnTo>
                    <a:pt x="1923293" y="4947344"/>
                  </a:lnTo>
                  <a:lnTo>
                    <a:pt x="1975211" y="4966203"/>
                  </a:lnTo>
                  <a:lnTo>
                    <a:pt x="2027836" y="4986210"/>
                  </a:lnTo>
                  <a:lnTo>
                    <a:pt x="2081115" y="5007148"/>
                  </a:lnTo>
                  <a:lnTo>
                    <a:pt x="2134897" y="5028750"/>
                  </a:lnTo>
                  <a:lnTo>
                    <a:pt x="2188961" y="5050709"/>
                  </a:lnTo>
                  <a:lnTo>
                    <a:pt x="2243047" y="5072696"/>
                  </a:lnTo>
                  <a:lnTo>
                    <a:pt x="2296893" y="5094379"/>
                  </a:lnTo>
                  <a:lnTo>
                    <a:pt x="2350267" y="5115447"/>
                  </a:lnTo>
                  <a:lnTo>
                    <a:pt x="2403007" y="5135623"/>
                  </a:lnTo>
                  <a:lnTo>
                    <a:pt x="2455041" y="5154684"/>
                  </a:lnTo>
                  <a:lnTo>
                    <a:pt x="2506416" y="5172465"/>
                  </a:lnTo>
                  <a:lnTo>
                    <a:pt x="2557318" y="5188863"/>
                  </a:lnTo>
                  <a:lnTo>
                    <a:pt x="2608087" y="5203834"/>
                  </a:lnTo>
                  <a:lnTo>
                    <a:pt x="2659244" y="5217389"/>
                  </a:lnTo>
                  <a:lnTo>
                    <a:pt x="2667772" y="5219493"/>
                  </a:lnTo>
                  <a:lnTo>
                    <a:pt x="2716131" y="5230563"/>
                  </a:lnTo>
                  <a:lnTo>
                    <a:pt x="2766229" y="5240473"/>
                  </a:lnTo>
                  <a:lnTo>
                    <a:pt x="2818920" y="5249290"/>
                  </a:lnTo>
                  <a:lnTo>
                    <a:pt x="2875153" y="5257120"/>
                  </a:lnTo>
                  <a:lnTo>
                    <a:pt x="2935886" y="5264082"/>
                  </a:lnTo>
                  <a:lnTo>
                    <a:pt x="3001992" y="5270287"/>
                  </a:lnTo>
                  <a:lnTo>
                    <a:pt x="3074146" y="5275832"/>
                  </a:lnTo>
                  <a:lnTo>
                    <a:pt x="3152659" y="5280792"/>
                  </a:lnTo>
                  <a:lnTo>
                    <a:pt x="3237270" y="5285219"/>
                  </a:lnTo>
                  <a:lnTo>
                    <a:pt x="3326909" y="5289143"/>
                  </a:lnTo>
                  <a:lnTo>
                    <a:pt x="3419479" y="5292570"/>
                  </a:lnTo>
                  <a:lnTo>
                    <a:pt x="3511767" y="5295494"/>
                  </a:lnTo>
                  <a:lnTo>
                    <a:pt x="3599595" y="5297902"/>
                  </a:lnTo>
                  <a:lnTo>
                    <a:pt x="3678332" y="5299790"/>
                  </a:lnTo>
                  <a:lnTo>
                    <a:pt x="3743728" y="5301173"/>
                  </a:lnTo>
                  <a:lnTo>
                    <a:pt x="3792891" y="5302097"/>
                  </a:lnTo>
                  <a:lnTo>
                    <a:pt x="3825067" y="5302637"/>
                  </a:lnTo>
                  <a:lnTo>
                    <a:pt x="3841973" y="5302893"/>
                  </a:lnTo>
                  <a:lnTo>
                    <a:pt x="3847659" y="5302970"/>
                  </a:lnTo>
                  <a:lnTo>
                    <a:pt x="3848118" y="5302976"/>
                  </a:lnTo>
                  <a:lnTo>
                    <a:pt x="4386855" y="5302976"/>
                  </a:lnTo>
                  <a:lnTo>
                    <a:pt x="4387679" y="5302865"/>
                  </a:lnTo>
                  <a:lnTo>
                    <a:pt x="4393109" y="5302078"/>
                  </a:lnTo>
                  <a:lnTo>
                    <a:pt x="4406849" y="5299902"/>
                  </a:lnTo>
                  <a:lnTo>
                    <a:pt x="4431535" y="5295616"/>
                  </a:lnTo>
                  <a:lnTo>
                    <a:pt x="4468569" y="5288543"/>
                  </a:lnTo>
                  <a:lnTo>
                    <a:pt x="4518006" y="5278116"/>
                  </a:lnTo>
                  <a:lnTo>
                    <a:pt x="4578627" y="5263928"/>
                  </a:lnTo>
                  <a:lnTo>
                    <a:pt x="4648213" y="5245755"/>
                  </a:lnTo>
                  <a:lnTo>
                    <a:pt x="4723963" y="5223530"/>
                  </a:lnTo>
                  <a:lnTo>
                    <a:pt x="4802951" y="5197295"/>
                  </a:lnTo>
                  <a:lnTo>
                    <a:pt x="4882510" y="5167138"/>
                  </a:lnTo>
                  <a:lnTo>
                    <a:pt x="4960471" y="5133122"/>
                  </a:lnTo>
                  <a:lnTo>
                    <a:pt x="5035273" y="5095236"/>
                  </a:lnTo>
                  <a:lnTo>
                    <a:pt x="5105941" y="5053361"/>
                  </a:lnTo>
                  <a:lnTo>
                    <a:pt x="5172010" y="5007248"/>
                  </a:lnTo>
                  <a:lnTo>
                    <a:pt x="5233414" y="4956515"/>
                  </a:lnTo>
                  <a:lnTo>
                    <a:pt x="5290374" y="4900650"/>
                  </a:lnTo>
                  <a:lnTo>
                    <a:pt x="5343306" y="4839018"/>
                  </a:lnTo>
                  <a:lnTo>
                    <a:pt x="5392744" y="4770891"/>
                  </a:lnTo>
                  <a:lnTo>
                    <a:pt x="5439281" y="4695483"/>
                  </a:lnTo>
                  <a:lnTo>
                    <a:pt x="5483525" y="4612020"/>
                  </a:lnTo>
                  <a:lnTo>
                    <a:pt x="5526059" y="4519852"/>
                  </a:lnTo>
                  <a:lnTo>
                    <a:pt x="5567201" y="4419146"/>
                  </a:lnTo>
                  <a:lnTo>
                    <a:pt x="5594188" y="4347027"/>
                  </a:lnTo>
                  <a:lnTo>
                    <a:pt x="5620950" y="4270873"/>
                  </a:lnTo>
                  <a:lnTo>
                    <a:pt x="5647588" y="4190605"/>
                  </a:lnTo>
                  <a:lnTo>
                    <a:pt x="5674187" y="4106179"/>
                  </a:lnTo>
                  <a:lnTo>
                    <a:pt x="5700819" y="4017590"/>
                  </a:lnTo>
                  <a:lnTo>
                    <a:pt x="5727537" y="3924879"/>
                  </a:lnTo>
                  <a:lnTo>
                    <a:pt x="5754387" y="3828128"/>
                  </a:lnTo>
                  <a:lnTo>
                    <a:pt x="5781401" y="3727472"/>
                  </a:lnTo>
                  <a:lnTo>
                    <a:pt x="5808598" y="3623091"/>
                  </a:lnTo>
                  <a:lnTo>
                    <a:pt x="5835990" y="3515218"/>
                  </a:lnTo>
                  <a:lnTo>
                    <a:pt x="5863577" y="3404135"/>
                  </a:lnTo>
                  <a:lnTo>
                    <a:pt x="5891352" y="3290170"/>
                  </a:lnTo>
                  <a:lnTo>
                    <a:pt x="5919298" y="3173698"/>
                  </a:lnTo>
                  <a:lnTo>
                    <a:pt x="5947394" y="3055131"/>
                  </a:lnTo>
                  <a:lnTo>
                    <a:pt x="5975609" y="2934918"/>
                  </a:lnTo>
                  <a:lnTo>
                    <a:pt x="6003912" y="2813534"/>
                  </a:lnTo>
                  <a:lnTo>
                    <a:pt x="6032266" y="2691477"/>
                  </a:lnTo>
                  <a:lnTo>
                    <a:pt x="6060633" y="2569252"/>
                  </a:lnTo>
                  <a:lnTo>
                    <a:pt x="6088974" y="2447370"/>
                  </a:lnTo>
                  <a:lnTo>
                    <a:pt x="6117251" y="2326336"/>
                  </a:lnTo>
                  <a:lnTo>
                    <a:pt x="6145428" y="2206640"/>
                  </a:lnTo>
                  <a:lnTo>
                    <a:pt x="6173475" y="2088748"/>
                  </a:lnTo>
                  <a:lnTo>
                    <a:pt x="6201364" y="1973097"/>
                  </a:lnTo>
                  <a:lnTo>
                    <a:pt x="6229076" y="1860089"/>
                  </a:lnTo>
                  <a:lnTo>
                    <a:pt x="6256596" y="1750081"/>
                  </a:lnTo>
                  <a:lnTo>
                    <a:pt x="6283920" y="1643386"/>
                  </a:lnTo>
                  <a:lnTo>
                    <a:pt x="6311052" y="1540269"/>
                  </a:lnTo>
                  <a:lnTo>
                    <a:pt x="6338006" y="1440945"/>
                  </a:lnTo>
                  <a:lnTo>
                    <a:pt x="6364806" y="1345579"/>
                  </a:lnTo>
                  <a:lnTo>
                    <a:pt x="6391489" y="1254286"/>
                  </a:lnTo>
                  <a:lnTo>
                    <a:pt x="6418102" y="1167134"/>
                  </a:lnTo>
                  <a:lnTo>
                    <a:pt x="6444707" y="1084148"/>
                  </a:lnTo>
                  <a:lnTo>
                    <a:pt x="6471377" y="1005309"/>
                  </a:lnTo>
                  <a:lnTo>
                    <a:pt x="6498204" y="930561"/>
                  </a:lnTo>
                  <a:lnTo>
                    <a:pt x="6515891" y="883829"/>
                  </a:lnTo>
                  <a:lnTo>
                    <a:pt x="6557238" y="782650"/>
                  </a:lnTo>
                  <a:lnTo>
                    <a:pt x="6599780" y="690526"/>
                  </a:lnTo>
                  <a:lnTo>
                    <a:pt x="6644033" y="607104"/>
                  </a:lnTo>
                  <a:lnTo>
                    <a:pt x="6690583" y="531734"/>
                  </a:lnTo>
                  <a:lnTo>
                    <a:pt x="6740036" y="463640"/>
                  </a:lnTo>
                  <a:lnTo>
                    <a:pt x="6792987" y="402038"/>
                  </a:lnTo>
                  <a:lnTo>
                    <a:pt x="6849969" y="346199"/>
                  </a:lnTo>
                  <a:lnTo>
                    <a:pt x="6911395" y="295491"/>
                  </a:lnTo>
                  <a:lnTo>
                    <a:pt x="6977487" y="249400"/>
                  </a:lnTo>
                  <a:lnTo>
                    <a:pt x="7048177" y="207544"/>
                  </a:lnTo>
                  <a:lnTo>
                    <a:pt x="7122996" y="169677"/>
                  </a:lnTo>
                  <a:lnTo>
                    <a:pt x="7200970" y="135680"/>
                  </a:lnTo>
                  <a:lnTo>
                    <a:pt x="7280532" y="105542"/>
                  </a:lnTo>
                  <a:lnTo>
                    <a:pt x="7359511" y="79327"/>
                  </a:lnTo>
                  <a:lnTo>
                    <a:pt x="7435238" y="57121"/>
                  </a:lnTo>
                  <a:lnTo>
                    <a:pt x="7504786" y="38968"/>
                  </a:lnTo>
                  <a:lnTo>
                    <a:pt x="7565358" y="24800"/>
                  </a:lnTo>
                  <a:lnTo>
                    <a:pt x="7614736" y="14390"/>
                  </a:lnTo>
                  <a:lnTo>
                    <a:pt x="7651708" y="7332"/>
                  </a:lnTo>
                  <a:lnTo>
                    <a:pt x="7676336" y="3058"/>
                  </a:lnTo>
                  <a:lnTo>
                    <a:pt x="7690027" y="891"/>
                  </a:lnTo>
                  <a:lnTo>
                    <a:pt x="7695425" y="10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4" name="pl1804"/>
            <p:cNvSpPr/>
            <p:nvPr/>
          </p:nvSpPr>
          <p:spPr>
            <a:xfrm>
              <a:off x="546595" y="701456"/>
              <a:ext cx="8234974" cy="5302976"/>
            </a:xfrm>
            <a:custGeom>
              <a:avLst/>
              <a:pathLst>
                <a:path w="8234974" h="5302976">
                  <a:moveTo>
                    <a:pt x="8234974" y="0"/>
                  </a:moveTo>
                  <a:lnTo>
                    <a:pt x="7696237" y="0"/>
                  </a:lnTo>
                  <a:lnTo>
                    <a:pt x="7695414" y="110"/>
                  </a:lnTo>
                  <a:lnTo>
                    <a:pt x="7689983" y="897"/>
                  </a:lnTo>
                  <a:lnTo>
                    <a:pt x="7676243" y="3073"/>
                  </a:lnTo>
                  <a:lnTo>
                    <a:pt x="7651557" y="7359"/>
                  </a:lnTo>
                  <a:lnTo>
                    <a:pt x="7614524" y="14432"/>
                  </a:lnTo>
                  <a:lnTo>
                    <a:pt x="7565087" y="24860"/>
                  </a:lnTo>
                  <a:lnTo>
                    <a:pt x="7504465" y="39047"/>
                  </a:lnTo>
                  <a:lnTo>
                    <a:pt x="7434879" y="57220"/>
                  </a:lnTo>
                  <a:lnTo>
                    <a:pt x="7359130" y="79446"/>
                  </a:lnTo>
                  <a:lnTo>
                    <a:pt x="7280141" y="105680"/>
                  </a:lnTo>
                  <a:lnTo>
                    <a:pt x="7200583" y="135837"/>
                  </a:lnTo>
                  <a:lnTo>
                    <a:pt x="7122621" y="169853"/>
                  </a:lnTo>
                  <a:lnTo>
                    <a:pt x="7047820" y="207739"/>
                  </a:lnTo>
                  <a:lnTo>
                    <a:pt x="6977152" y="249615"/>
                  </a:lnTo>
                  <a:lnTo>
                    <a:pt x="6911083" y="295727"/>
                  </a:lnTo>
                  <a:lnTo>
                    <a:pt x="6849679" y="346460"/>
                  </a:lnTo>
                  <a:lnTo>
                    <a:pt x="6792719" y="402326"/>
                  </a:lnTo>
                  <a:lnTo>
                    <a:pt x="6739786" y="463957"/>
                  </a:lnTo>
                  <a:lnTo>
                    <a:pt x="6690348" y="532084"/>
                  </a:lnTo>
                  <a:lnTo>
                    <a:pt x="6643811" y="607492"/>
                  </a:lnTo>
                  <a:lnTo>
                    <a:pt x="6599568" y="690955"/>
                  </a:lnTo>
                  <a:lnTo>
                    <a:pt x="6557033" y="783124"/>
                  </a:lnTo>
                  <a:lnTo>
                    <a:pt x="6515891" y="883829"/>
                  </a:lnTo>
                  <a:lnTo>
                    <a:pt x="6488905" y="955948"/>
                  </a:lnTo>
                  <a:lnTo>
                    <a:pt x="6462143" y="1032102"/>
                  </a:lnTo>
                  <a:lnTo>
                    <a:pt x="6435505" y="1112370"/>
                  </a:lnTo>
                  <a:lnTo>
                    <a:pt x="6408905" y="1196797"/>
                  </a:lnTo>
                  <a:lnTo>
                    <a:pt x="6382274" y="1285385"/>
                  </a:lnTo>
                  <a:lnTo>
                    <a:pt x="6355555" y="1378097"/>
                  </a:lnTo>
                  <a:lnTo>
                    <a:pt x="6328705" y="1474847"/>
                  </a:lnTo>
                  <a:lnTo>
                    <a:pt x="6301692" y="1575504"/>
                  </a:lnTo>
                  <a:lnTo>
                    <a:pt x="6274494" y="1679884"/>
                  </a:lnTo>
                  <a:lnTo>
                    <a:pt x="6247103" y="1787757"/>
                  </a:lnTo>
                  <a:lnTo>
                    <a:pt x="6219515" y="1898840"/>
                  </a:lnTo>
                  <a:lnTo>
                    <a:pt x="6191741" y="2012805"/>
                  </a:lnTo>
                  <a:lnTo>
                    <a:pt x="6163794" y="2129278"/>
                  </a:lnTo>
                  <a:lnTo>
                    <a:pt x="6135699" y="2247844"/>
                  </a:lnTo>
                  <a:lnTo>
                    <a:pt x="6107483" y="2368057"/>
                  </a:lnTo>
                  <a:lnTo>
                    <a:pt x="6079180" y="2489441"/>
                  </a:lnTo>
                  <a:lnTo>
                    <a:pt x="6050826" y="2611499"/>
                  </a:lnTo>
                  <a:lnTo>
                    <a:pt x="6022459" y="2733724"/>
                  </a:lnTo>
                  <a:lnTo>
                    <a:pt x="5994119" y="2855605"/>
                  </a:lnTo>
                  <a:lnTo>
                    <a:pt x="5965842" y="2976639"/>
                  </a:lnTo>
                  <a:lnTo>
                    <a:pt x="5937664" y="3096336"/>
                  </a:lnTo>
                  <a:lnTo>
                    <a:pt x="5909617" y="3214228"/>
                  </a:lnTo>
                  <a:lnTo>
                    <a:pt x="5881728" y="3329878"/>
                  </a:lnTo>
                  <a:lnTo>
                    <a:pt x="5854017" y="3442886"/>
                  </a:lnTo>
                  <a:lnTo>
                    <a:pt x="5826497" y="3552895"/>
                  </a:lnTo>
                  <a:lnTo>
                    <a:pt x="5799173" y="3659589"/>
                  </a:lnTo>
                  <a:lnTo>
                    <a:pt x="5772041" y="3762706"/>
                  </a:lnTo>
                  <a:lnTo>
                    <a:pt x="5745087" y="3862030"/>
                  </a:lnTo>
                  <a:lnTo>
                    <a:pt x="5718286" y="3957396"/>
                  </a:lnTo>
                  <a:lnTo>
                    <a:pt x="5691603" y="4048690"/>
                  </a:lnTo>
                  <a:lnTo>
                    <a:pt x="5664990" y="4135841"/>
                  </a:lnTo>
                  <a:lnTo>
                    <a:pt x="5638386" y="4218827"/>
                  </a:lnTo>
                  <a:lnTo>
                    <a:pt x="5611715" y="4297666"/>
                  </a:lnTo>
                  <a:lnTo>
                    <a:pt x="5584888" y="4372414"/>
                  </a:lnTo>
                  <a:lnTo>
                    <a:pt x="5567201" y="4419146"/>
                  </a:lnTo>
                  <a:lnTo>
                    <a:pt x="5525854" y="4520325"/>
                  </a:lnTo>
                  <a:lnTo>
                    <a:pt x="5483313" y="4612450"/>
                  </a:lnTo>
                  <a:lnTo>
                    <a:pt x="5439059" y="4695871"/>
                  </a:lnTo>
                  <a:lnTo>
                    <a:pt x="5392510" y="4771242"/>
                  </a:lnTo>
                  <a:lnTo>
                    <a:pt x="5343056" y="4839335"/>
                  </a:lnTo>
                  <a:lnTo>
                    <a:pt x="5290105" y="4900937"/>
                  </a:lnTo>
                  <a:lnTo>
                    <a:pt x="5233124" y="4956776"/>
                  </a:lnTo>
                  <a:lnTo>
                    <a:pt x="5171698" y="5007485"/>
                  </a:lnTo>
                  <a:lnTo>
                    <a:pt x="5105605" y="5053576"/>
                  </a:lnTo>
                  <a:lnTo>
                    <a:pt x="5034916" y="5095431"/>
                  </a:lnTo>
                  <a:lnTo>
                    <a:pt x="4960096" y="5133298"/>
                  </a:lnTo>
                  <a:lnTo>
                    <a:pt x="4882122" y="5167296"/>
                  </a:lnTo>
                  <a:lnTo>
                    <a:pt x="4802561" y="5197434"/>
                  </a:lnTo>
                  <a:lnTo>
                    <a:pt x="4723582" y="5223648"/>
                  </a:lnTo>
                  <a:lnTo>
                    <a:pt x="4647855" y="5245854"/>
                  </a:lnTo>
                  <a:lnTo>
                    <a:pt x="4578306" y="5264008"/>
                  </a:lnTo>
                  <a:lnTo>
                    <a:pt x="4517735" y="5278176"/>
                  </a:lnTo>
                  <a:lnTo>
                    <a:pt x="4468357" y="5288585"/>
                  </a:lnTo>
                  <a:lnTo>
                    <a:pt x="4431385" y="5295644"/>
                  </a:lnTo>
                  <a:lnTo>
                    <a:pt x="4406757" y="5299918"/>
                  </a:lnTo>
                  <a:lnTo>
                    <a:pt x="4393065" y="5302085"/>
                  </a:lnTo>
                  <a:lnTo>
                    <a:pt x="4387667" y="5302867"/>
                  </a:lnTo>
                  <a:lnTo>
                    <a:pt x="4386855" y="5302976"/>
                  </a:lnTo>
                  <a:lnTo>
                    <a:pt x="3848118" y="5302976"/>
                  </a:lnTo>
                  <a:lnTo>
                    <a:pt x="3846820" y="5302959"/>
                  </a:lnTo>
                  <a:lnTo>
                    <a:pt x="3838352" y="5302840"/>
                  </a:lnTo>
                  <a:lnTo>
                    <a:pt x="3817238" y="5302512"/>
                  </a:lnTo>
                  <a:lnTo>
                    <a:pt x="3780090" y="5301867"/>
                  </a:lnTo>
                  <a:lnTo>
                    <a:pt x="3725924" y="5300813"/>
                  </a:lnTo>
                  <a:lnTo>
                    <a:pt x="3656188" y="5299284"/>
                  </a:lnTo>
                  <a:lnTo>
                    <a:pt x="3574275" y="5297242"/>
                  </a:lnTo>
                  <a:lnTo>
                    <a:pt x="3484648" y="5294680"/>
                  </a:lnTo>
                  <a:lnTo>
                    <a:pt x="3391877" y="5291605"/>
                  </a:lnTo>
                  <a:lnTo>
                    <a:pt x="3299891" y="5288030"/>
                  </a:lnTo>
                  <a:lnTo>
                    <a:pt x="3211575" y="5283959"/>
                  </a:lnTo>
                  <a:lnTo>
                    <a:pt x="3128703" y="5279378"/>
                  </a:lnTo>
                  <a:lnTo>
                    <a:pt x="3052080" y="5274251"/>
                  </a:lnTo>
                  <a:lnTo>
                    <a:pt x="2981773" y="5268519"/>
                  </a:lnTo>
                  <a:lnTo>
                    <a:pt x="2917342" y="5262100"/>
                  </a:lnTo>
                  <a:lnTo>
                    <a:pt x="2858042" y="5254893"/>
                  </a:lnTo>
                  <a:lnTo>
                    <a:pt x="2802961" y="5246782"/>
                  </a:lnTo>
                  <a:lnTo>
                    <a:pt x="2751136" y="5237651"/>
                  </a:lnTo>
                  <a:lnTo>
                    <a:pt x="2701636" y="5227400"/>
                  </a:lnTo>
                  <a:lnTo>
                    <a:pt x="2667772" y="5219493"/>
                  </a:lnTo>
                  <a:lnTo>
                    <a:pt x="2616486" y="5206167"/>
                  </a:lnTo>
                  <a:lnTo>
                    <a:pt x="2565694" y="5191432"/>
                  </a:lnTo>
                  <a:lnTo>
                    <a:pt x="2514843" y="5175269"/>
                  </a:lnTo>
                  <a:lnTo>
                    <a:pt x="2463562" y="5157711"/>
                  </a:lnTo>
                  <a:lnTo>
                    <a:pt x="2411643" y="5138851"/>
                  </a:lnTo>
                  <a:lnTo>
                    <a:pt x="2359018" y="5118845"/>
                  </a:lnTo>
                  <a:lnTo>
                    <a:pt x="2305739" y="5097907"/>
                  </a:lnTo>
                  <a:lnTo>
                    <a:pt x="2251957" y="5076304"/>
                  </a:lnTo>
                  <a:lnTo>
                    <a:pt x="2197893" y="5054345"/>
                  </a:lnTo>
                  <a:lnTo>
                    <a:pt x="2143807" y="5032358"/>
                  </a:lnTo>
                  <a:lnTo>
                    <a:pt x="2089962" y="5010675"/>
                  </a:lnTo>
                  <a:lnTo>
                    <a:pt x="2036587" y="4989608"/>
                  </a:lnTo>
                  <a:lnTo>
                    <a:pt x="1983848" y="4969431"/>
                  </a:lnTo>
                  <a:lnTo>
                    <a:pt x="1931814" y="4950370"/>
                  </a:lnTo>
                  <a:lnTo>
                    <a:pt x="1880438" y="4932589"/>
                  </a:lnTo>
                  <a:lnTo>
                    <a:pt x="1829537" y="4916192"/>
                  </a:lnTo>
                  <a:lnTo>
                    <a:pt x="1778768" y="4901221"/>
                  </a:lnTo>
                  <a:lnTo>
                    <a:pt x="1727610" y="4887666"/>
                  </a:lnTo>
                  <a:lnTo>
                    <a:pt x="1719082" y="4885562"/>
                  </a:lnTo>
                  <a:lnTo>
                    <a:pt x="1670724" y="4874492"/>
                  </a:lnTo>
                  <a:lnTo>
                    <a:pt x="1620625" y="4864581"/>
                  </a:lnTo>
                  <a:lnTo>
                    <a:pt x="1567934" y="4855764"/>
                  </a:lnTo>
                  <a:lnTo>
                    <a:pt x="1511701" y="4847934"/>
                  </a:lnTo>
                  <a:lnTo>
                    <a:pt x="1450969" y="4840972"/>
                  </a:lnTo>
                  <a:lnTo>
                    <a:pt x="1384862" y="4834767"/>
                  </a:lnTo>
                  <a:lnTo>
                    <a:pt x="1312708" y="4829222"/>
                  </a:lnTo>
                  <a:lnTo>
                    <a:pt x="1234195" y="4824262"/>
                  </a:lnTo>
                  <a:lnTo>
                    <a:pt x="1149585" y="4819835"/>
                  </a:lnTo>
                  <a:lnTo>
                    <a:pt x="1059946" y="4815912"/>
                  </a:lnTo>
                  <a:lnTo>
                    <a:pt x="967375" y="4812485"/>
                  </a:lnTo>
                  <a:lnTo>
                    <a:pt x="875087" y="4809561"/>
                  </a:lnTo>
                  <a:lnTo>
                    <a:pt x="787260" y="4807152"/>
                  </a:lnTo>
                  <a:lnTo>
                    <a:pt x="708523" y="4805264"/>
                  </a:lnTo>
                  <a:lnTo>
                    <a:pt x="643127" y="4803881"/>
                  </a:lnTo>
                  <a:lnTo>
                    <a:pt x="593964" y="4802957"/>
                  </a:lnTo>
                  <a:lnTo>
                    <a:pt x="561788" y="4802417"/>
                  </a:lnTo>
                  <a:lnTo>
                    <a:pt x="544881" y="4802162"/>
                  </a:lnTo>
                  <a:lnTo>
                    <a:pt x="539196" y="4802084"/>
                  </a:lnTo>
                  <a:lnTo>
                    <a:pt x="538736" y="4802079"/>
                  </a:lnTo>
                  <a:lnTo>
                    <a:pt x="0" y="48020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5" name="pg1805"/>
            <p:cNvSpPr/>
            <p:nvPr/>
          </p:nvSpPr>
          <p:spPr>
            <a:xfrm>
              <a:off x="546595" y="1877475"/>
              <a:ext cx="8234974" cy="3593392"/>
            </a:xfrm>
            <a:custGeom>
              <a:avLst/>
              <a:pathLst>
                <a:path w="8234974" h="3593392">
                  <a:moveTo>
                    <a:pt x="0" y="3593392"/>
                  </a:moveTo>
                  <a:lnTo>
                    <a:pt x="538736" y="3593392"/>
                  </a:lnTo>
                  <a:lnTo>
                    <a:pt x="539922" y="3593313"/>
                  </a:lnTo>
                  <a:lnTo>
                    <a:pt x="547678" y="3592748"/>
                  </a:lnTo>
                  <a:lnTo>
                    <a:pt x="567077" y="3591186"/>
                  </a:lnTo>
                  <a:lnTo>
                    <a:pt x="601369" y="3588118"/>
                  </a:lnTo>
                  <a:lnTo>
                    <a:pt x="651692" y="3583092"/>
                  </a:lnTo>
                  <a:lnTo>
                    <a:pt x="717006" y="3575771"/>
                  </a:lnTo>
                  <a:lnTo>
                    <a:pt x="794460" y="3565956"/>
                  </a:lnTo>
                  <a:lnTo>
                    <a:pt x="880096" y="3553585"/>
                  </a:lnTo>
                  <a:lnTo>
                    <a:pt x="969690" y="3538687"/>
                  </a:lnTo>
                  <a:lnTo>
                    <a:pt x="1059458" y="3521321"/>
                  </a:lnTo>
                  <a:lnTo>
                    <a:pt x="1146476" y="3501522"/>
                  </a:lnTo>
                  <a:lnTo>
                    <a:pt x="1228814" y="3479253"/>
                  </a:lnTo>
                  <a:lnTo>
                    <a:pt x="1305452" y="3454384"/>
                  </a:lnTo>
                  <a:lnTo>
                    <a:pt x="1376105" y="3426673"/>
                  </a:lnTo>
                  <a:lnTo>
                    <a:pt x="1441008" y="3395776"/>
                  </a:lnTo>
                  <a:lnTo>
                    <a:pt x="1500741" y="3361247"/>
                  </a:lnTo>
                  <a:lnTo>
                    <a:pt x="1556080" y="3322563"/>
                  </a:lnTo>
                  <a:lnTo>
                    <a:pt x="1607890" y="3279163"/>
                  </a:lnTo>
                  <a:lnTo>
                    <a:pt x="1657047" y="3230513"/>
                  </a:lnTo>
                  <a:lnTo>
                    <a:pt x="1704360" y="3176230"/>
                  </a:lnTo>
                  <a:lnTo>
                    <a:pt x="1719082" y="3157829"/>
                  </a:lnTo>
                  <a:lnTo>
                    <a:pt x="1755679" y="3109070"/>
                  </a:lnTo>
                  <a:lnTo>
                    <a:pt x="1791930" y="3056614"/>
                  </a:lnTo>
                  <a:lnTo>
                    <a:pt x="1828066" y="3000388"/>
                  </a:lnTo>
                  <a:lnTo>
                    <a:pt x="1864267" y="2940381"/>
                  </a:lnTo>
                  <a:lnTo>
                    <a:pt x="1900666" y="2876656"/>
                  </a:lnTo>
                  <a:lnTo>
                    <a:pt x="1937354" y="2809353"/>
                  </a:lnTo>
                  <a:lnTo>
                    <a:pt x="1974384" y="2738696"/>
                  </a:lnTo>
                  <a:lnTo>
                    <a:pt x="2011775" y="2664991"/>
                  </a:lnTo>
                  <a:lnTo>
                    <a:pt x="2049514" y="2588627"/>
                  </a:lnTo>
                  <a:lnTo>
                    <a:pt x="2087560" y="2510066"/>
                  </a:lnTo>
                  <a:lnTo>
                    <a:pt x="2125850" y="2429838"/>
                  </a:lnTo>
                  <a:lnTo>
                    <a:pt x="2164306" y="2348521"/>
                  </a:lnTo>
                  <a:lnTo>
                    <a:pt x="2202833" y="2266729"/>
                  </a:lnTo>
                  <a:lnTo>
                    <a:pt x="2241338" y="2185090"/>
                  </a:lnTo>
                  <a:lnTo>
                    <a:pt x="2279723" y="2104230"/>
                  </a:lnTo>
                  <a:lnTo>
                    <a:pt x="2317904" y="2024746"/>
                  </a:lnTo>
                  <a:lnTo>
                    <a:pt x="2355806" y="1947195"/>
                  </a:lnTo>
                  <a:lnTo>
                    <a:pt x="2393379" y="1872076"/>
                  </a:lnTo>
                  <a:lnTo>
                    <a:pt x="2430593" y="1799816"/>
                  </a:lnTo>
                  <a:lnTo>
                    <a:pt x="2467452" y="1730763"/>
                  </a:lnTo>
                  <a:lnTo>
                    <a:pt x="2503990" y="1665184"/>
                  </a:lnTo>
                  <a:lnTo>
                    <a:pt x="2540278" y="1603261"/>
                  </a:lnTo>
                  <a:lnTo>
                    <a:pt x="2576428" y="1545097"/>
                  </a:lnTo>
                  <a:lnTo>
                    <a:pt x="2612595" y="1490717"/>
                  </a:lnTo>
                  <a:lnTo>
                    <a:pt x="2648982" y="1440079"/>
                  </a:lnTo>
                  <a:lnTo>
                    <a:pt x="2667772" y="1415578"/>
                  </a:lnTo>
                  <a:lnTo>
                    <a:pt x="2714649" y="1359478"/>
                  </a:lnTo>
                  <a:lnTo>
                    <a:pt x="2763139" y="1309072"/>
                  </a:lnTo>
                  <a:lnTo>
                    <a:pt x="2814015" y="1264062"/>
                  </a:lnTo>
                  <a:lnTo>
                    <a:pt x="2868139" y="1223945"/>
                  </a:lnTo>
                  <a:lnTo>
                    <a:pt x="2926389" y="1188159"/>
                  </a:lnTo>
                  <a:lnTo>
                    <a:pt x="2989580" y="1156162"/>
                  </a:lnTo>
                  <a:lnTo>
                    <a:pt x="3058365" y="1127484"/>
                  </a:lnTo>
                  <a:lnTo>
                    <a:pt x="3133108" y="1101745"/>
                  </a:lnTo>
                  <a:lnTo>
                    <a:pt x="3213711" y="1078672"/>
                  </a:lnTo>
                  <a:lnTo>
                    <a:pt x="3299409" y="1058098"/>
                  </a:lnTo>
                  <a:lnTo>
                    <a:pt x="3388575" y="1039960"/>
                  </a:lnTo>
                  <a:lnTo>
                    <a:pt x="3478598" y="1024273"/>
                  </a:lnTo>
                  <a:lnTo>
                    <a:pt x="3565937" y="1011096"/>
                  </a:lnTo>
                  <a:lnTo>
                    <a:pt x="3646441" y="1000472"/>
                  </a:lnTo>
                  <a:lnTo>
                    <a:pt x="3715981" y="992375"/>
                  </a:lnTo>
                  <a:lnTo>
                    <a:pt x="3771264" y="986652"/>
                  </a:lnTo>
                  <a:lnTo>
                    <a:pt x="3810620" y="983008"/>
                  </a:lnTo>
                  <a:lnTo>
                    <a:pt x="3834483" y="981022"/>
                  </a:lnTo>
                  <a:lnTo>
                    <a:pt x="3845460" y="980197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6" y="979755"/>
                  </a:lnTo>
                  <a:lnTo>
                    <a:pt x="4417439" y="979122"/>
                  </a:lnTo>
                  <a:lnTo>
                    <a:pt x="4454257" y="977880"/>
                  </a:lnTo>
                  <a:lnTo>
                    <a:pt x="4507980" y="975851"/>
                  </a:lnTo>
                  <a:lnTo>
                    <a:pt x="4577210" y="972904"/>
                  </a:lnTo>
                  <a:lnTo>
                    <a:pt x="4658618" y="968967"/>
                  </a:lnTo>
                  <a:lnTo>
                    <a:pt x="4747800" y="964025"/>
                  </a:lnTo>
                  <a:lnTo>
                    <a:pt x="4840221" y="958092"/>
                  </a:lnTo>
                  <a:lnTo>
                    <a:pt x="4931969" y="951192"/>
                  </a:lnTo>
                  <a:lnTo>
                    <a:pt x="5020151" y="943333"/>
                  </a:lnTo>
                  <a:lnTo>
                    <a:pt x="5102974" y="934491"/>
                  </a:lnTo>
                  <a:lnTo>
                    <a:pt x="5179607" y="924597"/>
                  </a:lnTo>
                  <a:lnTo>
                    <a:pt x="5249958" y="913541"/>
                  </a:lnTo>
                  <a:lnTo>
                    <a:pt x="5314443" y="901165"/>
                  </a:lnTo>
                  <a:lnTo>
                    <a:pt x="5373789" y="887278"/>
                  </a:lnTo>
                  <a:lnTo>
                    <a:pt x="5428893" y="871657"/>
                  </a:lnTo>
                  <a:lnTo>
                    <a:pt x="5480709" y="854077"/>
                  </a:lnTo>
                  <a:lnTo>
                    <a:pt x="5530160" y="834344"/>
                  </a:lnTo>
                  <a:lnTo>
                    <a:pt x="5567201" y="817587"/>
                  </a:lnTo>
                  <a:lnTo>
                    <a:pt x="5615188" y="793421"/>
                  </a:lnTo>
                  <a:lnTo>
                    <a:pt x="5662707" y="766861"/>
                  </a:lnTo>
                  <a:lnTo>
                    <a:pt x="5710227" y="737868"/>
                  </a:lnTo>
                  <a:lnTo>
                    <a:pt x="5758073" y="706482"/>
                  </a:lnTo>
                  <a:lnTo>
                    <a:pt x="5806443" y="672828"/>
                  </a:lnTo>
                  <a:lnTo>
                    <a:pt x="5855425" y="637126"/>
                  </a:lnTo>
                  <a:lnTo>
                    <a:pt x="5905009" y="599683"/>
                  </a:lnTo>
                  <a:lnTo>
                    <a:pt x="5955104" y="560892"/>
                  </a:lnTo>
                  <a:lnTo>
                    <a:pt x="6005551" y="521216"/>
                  </a:lnTo>
                  <a:lnTo>
                    <a:pt x="6056153" y="481163"/>
                  </a:lnTo>
                  <a:lnTo>
                    <a:pt x="6106692" y="441264"/>
                  </a:lnTo>
                  <a:lnTo>
                    <a:pt x="6156957" y="402039"/>
                  </a:lnTo>
                  <a:lnTo>
                    <a:pt x="6206773" y="363974"/>
                  </a:lnTo>
                  <a:lnTo>
                    <a:pt x="6256016" y="327492"/>
                  </a:lnTo>
                  <a:lnTo>
                    <a:pt x="6304640" y="292941"/>
                  </a:lnTo>
                  <a:lnTo>
                    <a:pt x="6352690" y="260575"/>
                  </a:lnTo>
                  <a:lnTo>
                    <a:pt x="6400315" y="230561"/>
                  </a:lnTo>
                  <a:lnTo>
                    <a:pt x="6447787" y="202972"/>
                  </a:lnTo>
                  <a:lnTo>
                    <a:pt x="6495508" y="177803"/>
                  </a:lnTo>
                  <a:lnTo>
                    <a:pt x="6515891" y="167873"/>
                  </a:lnTo>
                  <a:lnTo>
                    <a:pt x="6564081" y="146405"/>
                  </a:lnTo>
                  <a:lnTo>
                    <a:pt x="6613996" y="127177"/>
                  </a:lnTo>
                  <a:lnTo>
                    <a:pt x="6666480" y="110065"/>
                  </a:lnTo>
                  <a:lnTo>
                    <a:pt x="6722471" y="94861"/>
                  </a:lnTo>
                  <a:lnTo>
                    <a:pt x="6782918" y="81338"/>
                  </a:lnTo>
                  <a:lnTo>
                    <a:pt x="6848689" y="69280"/>
                  </a:lnTo>
                  <a:lnTo>
                    <a:pt x="6920455" y="58501"/>
                  </a:lnTo>
                  <a:lnTo>
                    <a:pt x="6998535" y="48857"/>
                  </a:lnTo>
                  <a:lnTo>
                    <a:pt x="7082689" y="40243"/>
                  </a:lnTo>
                  <a:lnTo>
                    <a:pt x="7171883" y="32605"/>
                  </a:lnTo>
                  <a:lnTo>
                    <a:pt x="7264081" y="25925"/>
                  </a:lnTo>
                  <a:lnTo>
                    <a:pt x="7356137" y="20216"/>
                  </a:lnTo>
                  <a:lnTo>
                    <a:pt x="7443950" y="15503"/>
                  </a:lnTo>
                  <a:lnTo>
                    <a:pt x="7522938" y="11796"/>
                  </a:lnTo>
                  <a:lnTo>
                    <a:pt x="7588856" y="9067"/>
                  </a:lnTo>
                  <a:lnTo>
                    <a:pt x="7638752" y="7232"/>
                  </a:lnTo>
                  <a:lnTo>
                    <a:pt x="7671754" y="6146"/>
                  </a:lnTo>
                  <a:lnTo>
                    <a:pt x="7689424" y="5625"/>
                  </a:lnTo>
                  <a:lnTo>
                    <a:pt x="7695640" y="545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932" y="974650"/>
                  </a:lnTo>
                  <a:lnTo>
                    <a:pt x="3839176" y="975215"/>
                  </a:lnTo>
                  <a:lnTo>
                    <a:pt x="3819778" y="976777"/>
                  </a:lnTo>
                  <a:lnTo>
                    <a:pt x="3785485" y="979845"/>
                  </a:lnTo>
                  <a:lnTo>
                    <a:pt x="3735163" y="984871"/>
                  </a:lnTo>
                  <a:lnTo>
                    <a:pt x="3669848" y="992192"/>
                  </a:lnTo>
                  <a:lnTo>
                    <a:pt x="3592394" y="1002007"/>
                  </a:lnTo>
                  <a:lnTo>
                    <a:pt x="3506759" y="1014378"/>
                  </a:lnTo>
                  <a:lnTo>
                    <a:pt x="3417165" y="1029276"/>
                  </a:lnTo>
                  <a:lnTo>
                    <a:pt x="3327397" y="1046642"/>
                  </a:lnTo>
                  <a:lnTo>
                    <a:pt x="3240378" y="1066441"/>
                  </a:lnTo>
                  <a:lnTo>
                    <a:pt x="3158041" y="1088710"/>
                  </a:lnTo>
                  <a:lnTo>
                    <a:pt x="3081402" y="1113579"/>
                  </a:lnTo>
                  <a:lnTo>
                    <a:pt x="3010750" y="1141290"/>
                  </a:lnTo>
                  <a:lnTo>
                    <a:pt x="2945846" y="1172187"/>
                  </a:lnTo>
                  <a:lnTo>
                    <a:pt x="2886113" y="1206717"/>
                  </a:lnTo>
                  <a:lnTo>
                    <a:pt x="2830775" y="1245400"/>
                  </a:lnTo>
                  <a:lnTo>
                    <a:pt x="2778965" y="1288800"/>
                  </a:lnTo>
                  <a:lnTo>
                    <a:pt x="2729808" y="1337450"/>
                  </a:lnTo>
                  <a:lnTo>
                    <a:pt x="2682495" y="1391734"/>
                  </a:lnTo>
                  <a:lnTo>
                    <a:pt x="2667772" y="1410134"/>
                  </a:lnTo>
                  <a:lnTo>
                    <a:pt x="2631175" y="1458893"/>
                  </a:lnTo>
                  <a:lnTo>
                    <a:pt x="2594924" y="1511349"/>
                  </a:lnTo>
                  <a:lnTo>
                    <a:pt x="2558788" y="1567575"/>
                  </a:lnTo>
                  <a:lnTo>
                    <a:pt x="2522587" y="1627582"/>
                  </a:lnTo>
                  <a:lnTo>
                    <a:pt x="2486189" y="1691308"/>
                  </a:lnTo>
                  <a:lnTo>
                    <a:pt x="2449501" y="1758610"/>
                  </a:lnTo>
                  <a:lnTo>
                    <a:pt x="2412471" y="1829267"/>
                  </a:lnTo>
                  <a:lnTo>
                    <a:pt x="2375080" y="1902972"/>
                  </a:lnTo>
                  <a:lnTo>
                    <a:pt x="2337341" y="1979336"/>
                  </a:lnTo>
                  <a:lnTo>
                    <a:pt x="2299295" y="2057897"/>
                  </a:lnTo>
                  <a:lnTo>
                    <a:pt x="2261004" y="2138126"/>
                  </a:lnTo>
                  <a:lnTo>
                    <a:pt x="2222549" y="2219443"/>
                  </a:lnTo>
                  <a:lnTo>
                    <a:pt x="2184021" y="2301235"/>
                  </a:lnTo>
                  <a:lnTo>
                    <a:pt x="2145517" y="2382873"/>
                  </a:lnTo>
                  <a:lnTo>
                    <a:pt x="2107131" y="2463733"/>
                  </a:lnTo>
                  <a:lnTo>
                    <a:pt x="2068951" y="2543217"/>
                  </a:lnTo>
                  <a:lnTo>
                    <a:pt x="2031048" y="2620768"/>
                  </a:lnTo>
                  <a:lnTo>
                    <a:pt x="1993476" y="2695887"/>
                  </a:lnTo>
                  <a:lnTo>
                    <a:pt x="1956261" y="2768148"/>
                  </a:lnTo>
                  <a:lnTo>
                    <a:pt x="1919402" y="2837200"/>
                  </a:lnTo>
                  <a:lnTo>
                    <a:pt x="1882865" y="2902779"/>
                  </a:lnTo>
                  <a:lnTo>
                    <a:pt x="1846576" y="2964702"/>
                  </a:lnTo>
                  <a:lnTo>
                    <a:pt x="1810427" y="3022866"/>
                  </a:lnTo>
                  <a:lnTo>
                    <a:pt x="1774260" y="3077246"/>
                  </a:lnTo>
                  <a:lnTo>
                    <a:pt x="1737873" y="3127885"/>
                  </a:lnTo>
                  <a:lnTo>
                    <a:pt x="1719082" y="3152385"/>
                  </a:lnTo>
                  <a:lnTo>
                    <a:pt x="1672206" y="3208485"/>
                  </a:lnTo>
                  <a:lnTo>
                    <a:pt x="1623716" y="3258891"/>
                  </a:lnTo>
                  <a:lnTo>
                    <a:pt x="1572840" y="3303901"/>
                  </a:lnTo>
                  <a:lnTo>
                    <a:pt x="1518715" y="3344018"/>
                  </a:lnTo>
                  <a:lnTo>
                    <a:pt x="1460465" y="3379805"/>
                  </a:lnTo>
                  <a:lnTo>
                    <a:pt x="1397275" y="3411801"/>
                  </a:lnTo>
                  <a:lnTo>
                    <a:pt x="1328490" y="3440479"/>
                  </a:lnTo>
                  <a:lnTo>
                    <a:pt x="1253746" y="3466218"/>
                  </a:lnTo>
                  <a:lnTo>
                    <a:pt x="1173144" y="3489291"/>
                  </a:lnTo>
                  <a:lnTo>
                    <a:pt x="1087446" y="3509865"/>
                  </a:lnTo>
                  <a:lnTo>
                    <a:pt x="998280" y="3528003"/>
                  </a:lnTo>
                  <a:lnTo>
                    <a:pt x="908256" y="3543690"/>
                  </a:lnTo>
                  <a:lnTo>
                    <a:pt x="820918" y="3556867"/>
                  </a:lnTo>
                  <a:lnTo>
                    <a:pt x="740414" y="3567491"/>
                  </a:lnTo>
                  <a:lnTo>
                    <a:pt x="670874" y="3575588"/>
                  </a:lnTo>
                  <a:lnTo>
                    <a:pt x="615590" y="3581311"/>
                  </a:lnTo>
                  <a:lnTo>
                    <a:pt x="576235" y="3584955"/>
                  </a:lnTo>
                  <a:lnTo>
                    <a:pt x="552372" y="3586941"/>
                  </a:lnTo>
                  <a:lnTo>
                    <a:pt x="541395" y="3587766"/>
                  </a:lnTo>
                  <a:lnTo>
                    <a:pt x="538736" y="3587948"/>
                  </a:lnTo>
                  <a:lnTo>
                    <a:pt x="0" y="3587948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06" name="pl1806"/>
            <p:cNvSpPr/>
            <p:nvPr/>
          </p:nvSpPr>
          <p:spPr>
            <a:xfrm>
              <a:off x="546595" y="1882920"/>
              <a:ext cx="8234974" cy="3587948"/>
            </a:xfrm>
            <a:custGeom>
              <a:avLst/>
              <a:pathLst>
                <a:path w="8234974" h="3587948">
                  <a:moveTo>
                    <a:pt x="0" y="3587948"/>
                  </a:moveTo>
                  <a:lnTo>
                    <a:pt x="538736" y="3587948"/>
                  </a:lnTo>
                  <a:lnTo>
                    <a:pt x="539922" y="3587868"/>
                  </a:lnTo>
                  <a:lnTo>
                    <a:pt x="547678" y="3587303"/>
                  </a:lnTo>
                  <a:lnTo>
                    <a:pt x="567077" y="3585741"/>
                  </a:lnTo>
                  <a:lnTo>
                    <a:pt x="601369" y="3582673"/>
                  </a:lnTo>
                  <a:lnTo>
                    <a:pt x="651692" y="3577648"/>
                  </a:lnTo>
                  <a:lnTo>
                    <a:pt x="717006" y="3570326"/>
                  </a:lnTo>
                  <a:lnTo>
                    <a:pt x="794460" y="3560512"/>
                  </a:lnTo>
                  <a:lnTo>
                    <a:pt x="880096" y="3548141"/>
                  </a:lnTo>
                  <a:lnTo>
                    <a:pt x="969690" y="3533242"/>
                  </a:lnTo>
                  <a:lnTo>
                    <a:pt x="1059458" y="3515877"/>
                  </a:lnTo>
                  <a:lnTo>
                    <a:pt x="1146476" y="3496077"/>
                  </a:lnTo>
                  <a:lnTo>
                    <a:pt x="1228814" y="3473809"/>
                  </a:lnTo>
                  <a:lnTo>
                    <a:pt x="1305452" y="3448939"/>
                  </a:lnTo>
                  <a:lnTo>
                    <a:pt x="1376105" y="3421229"/>
                  </a:lnTo>
                  <a:lnTo>
                    <a:pt x="1441008" y="3390331"/>
                  </a:lnTo>
                  <a:lnTo>
                    <a:pt x="1500741" y="3355802"/>
                  </a:lnTo>
                  <a:lnTo>
                    <a:pt x="1556080" y="3317118"/>
                  </a:lnTo>
                  <a:lnTo>
                    <a:pt x="1607890" y="3273718"/>
                  </a:lnTo>
                  <a:lnTo>
                    <a:pt x="1657047" y="3225069"/>
                  </a:lnTo>
                  <a:lnTo>
                    <a:pt x="1704360" y="3170785"/>
                  </a:lnTo>
                  <a:lnTo>
                    <a:pt x="1719082" y="3152385"/>
                  </a:lnTo>
                  <a:lnTo>
                    <a:pt x="1755679" y="3103625"/>
                  </a:lnTo>
                  <a:lnTo>
                    <a:pt x="1791930" y="3051170"/>
                  </a:lnTo>
                  <a:lnTo>
                    <a:pt x="1828066" y="2994943"/>
                  </a:lnTo>
                  <a:lnTo>
                    <a:pt x="1864267" y="2934936"/>
                  </a:lnTo>
                  <a:lnTo>
                    <a:pt x="1900666" y="2871211"/>
                  </a:lnTo>
                  <a:lnTo>
                    <a:pt x="1937354" y="2803908"/>
                  </a:lnTo>
                  <a:lnTo>
                    <a:pt x="1974384" y="2733251"/>
                  </a:lnTo>
                  <a:lnTo>
                    <a:pt x="2011775" y="2659546"/>
                  </a:lnTo>
                  <a:lnTo>
                    <a:pt x="2049514" y="2583182"/>
                  </a:lnTo>
                  <a:lnTo>
                    <a:pt x="2087560" y="2504622"/>
                  </a:lnTo>
                  <a:lnTo>
                    <a:pt x="2125850" y="2424393"/>
                  </a:lnTo>
                  <a:lnTo>
                    <a:pt x="2164306" y="2343076"/>
                  </a:lnTo>
                  <a:lnTo>
                    <a:pt x="2202833" y="2261284"/>
                  </a:lnTo>
                  <a:lnTo>
                    <a:pt x="2241338" y="2179646"/>
                  </a:lnTo>
                  <a:lnTo>
                    <a:pt x="2279723" y="2098785"/>
                  </a:lnTo>
                  <a:lnTo>
                    <a:pt x="2317904" y="2019301"/>
                  </a:lnTo>
                  <a:lnTo>
                    <a:pt x="2355806" y="1941751"/>
                  </a:lnTo>
                  <a:lnTo>
                    <a:pt x="2393379" y="1866631"/>
                  </a:lnTo>
                  <a:lnTo>
                    <a:pt x="2430593" y="1794371"/>
                  </a:lnTo>
                  <a:lnTo>
                    <a:pt x="2467452" y="1725318"/>
                  </a:lnTo>
                  <a:lnTo>
                    <a:pt x="2503990" y="1659739"/>
                  </a:lnTo>
                  <a:lnTo>
                    <a:pt x="2540278" y="1597817"/>
                  </a:lnTo>
                  <a:lnTo>
                    <a:pt x="2576428" y="1539652"/>
                  </a:lnTo>
                  <a:lnTo>
                    <a:pt x="2612595" y="1485272"/>
                  </a:lnTo>
                  <a:lnTo>
                    <a:pt x="2648982" y="1434634"/>
                  </a:lnTo>
                  <a:lnTo>
                    <a:pt x="2667772" y="1410134"/>
                  </a:lnTo>
                  <a:lnTo>
                    <a:pt x="2714649" y="1354033"/>
                  </a:lnTo>
                  <a:lnTo>
                    <a:pt x="2763139" y="1303628"/>
                  </a:lnTo>
                  <a:lnTo>
                    <a:pt x="2814015" y="1258618"/>
                  </a:lnTo>
                  <a:lnTo>
                    <a:pt x="2868139" y="1218501"/>
                  </a:lnTo>
                  <a:lnTo>
                    <a:pt x="2926389" y="1182714"/>
                  </a:lnTo>
                  <a:lnTo>
                    <a:pt x="2989580" y="1150718"/>
                  </a:lnTo>
                  <a:lnTo>
                    <a:pt x="3058365" y="1122040"/>
                  </a:lnTo>
                  <a:lnTo>
                    <a:pt x="3133108" y="1096301"/>
                  </a:lnTo>
                  <a:lnTo>
                    <a:pt x="3213711" y="1073227"/>
                  </a:lnTo>
                  <a:lnTo>
                    <a:pt x="3299409" y="1052654"/>
                  </a:lnTo>
                  <a:lnTo>
                    <a:pt x="3388575" y="1034516"/>
                  </a:lnTo>
                  <a:lnTo>
                    <a:pt x="3478598" y="1018829"/>
                  </a:lnTo>
                  <a:lnTo>
                    <a:pt x="3565937" y="1005651"/>
                  </a:lnTo>
                  <a:lnTo>
                    <a:pt x="3646441" y="995028"/>
                  </a:lnTo>
                  <a:lnTo>
                    <a:pt x="3715981" y="986930"/>
                  </a:lnTo>
                  <a:lnTo>
                    <a:pt x="3771264" y="981207"/>
                  </a:lnTo>
                  <a:lnTo>
                    <a:pt x="3810620" y="977564"/>
                  </a:lnTo>
                  <a:lnTo>
                    <a:pt x="3834483" y="975578"/>
                  </a:lnTo>
                  <a:lnTo>
                    <a:pt x="3845460" y="974753"/>
                  </a:lnTo>
                  <a:lnTo>
                    <a:pt x="3848079" y="974574"/>
                  </a:lnTo>
                  <a:lnTo>
                    <a:pt x="3848118" y="974571"/>
                  </a:lnTo>
                  <a:lnTo>
                    <a:pt x="4386855" y="974571"/>
                  </a:lnTo>
                  <a:lnTo>
                    <a:pt x="4388140" y="974539"/>
                  </a:lnTo>
                  <a:lnTo>
                    <a:pt x="4396526" y="974310"/>
                  </a:lnTo>
                  <a:lnTo>
                    <a:pt x="4417439" y="973677"/>
                  </a:lnTo>
                  <a:lnTo>
                    <a:pt x="4454257" y="972436"/>
                  </a:lnTo>
                  <a:lnTo>
                    <a:pt x="4507980" y="970407"/>
                  </a:lnTo>
                  <a:lnTo>
                    <a:pt x="4577210" y="967459"/>
                  </a:lnTo>
                  <a:lnTo>
                    <a:pt x="4658618" y="963523"/>
                  </a:lnTo>
                  <a:lnTo>
                    <a:pt x="4747800" y="958580"/>
                  </a:lnTo>
                  <a:lnTo>
                    <a:pt x="4840221" y="952647"/>
                  </a:lnTo>
                  <a:lnTo>
                    <a:pt x="4931969" y="945747"/>
                  </a:lnTo>
                  <a:lnTo>
                    <a:pt x="5020151" y="937889"/>
                  </a:lnTo>
                  <a:lnTo>
                    <a:pt x="5102974" y="929046"/>
                  </a:lnTo>
                  <a:lnTo>
                    <a:pt x="5179607" y="919153"/>
                  </a:lnTo>
                  <a:lnTo>
                    <a:pt x="5249958" y="908096"/>
                  </a:lnTo>
                  <a:lnTo>
                    <a:pt x="5314443" y="895721"/>
                  </a:lnTo>
                  <a:lnTo>
                    <a:pt x="5373789" y="881833"/>
                  </a:lnTo>
                  <a:lnTo>
                    <a:pt x="5428893" y="866212"/>
                  </a:lnTo>
                  <a:lnTo>
                    <a:pt x="5480709" y="848632"/>
                  </a:lnTo>
                  <a:lnTo>
                    <a:pt x="5530160" y="828899"/>
                  </a:lnTo>
                  <a:lnTo>
                    <a:pt x="5567201" y="812143"/>
                  </a:lnTo>
                  <a:lnTo>
                    <a:pt x="5615188" y="787977"/>
                  </a:lnTo>
                  <a:lnTo>
                    <a:pt x="5662707" y="761416"/>
                  </a:lnTo>
                  <a:lnTo>
                    <a:pt x="5710227" y="732423"/>
                  </a:lnTo>
                  <a:lnTo>
                    <a:pt x="5758073" y="701037"/>
                  </a:lnTo>
                  <a:lnTo>
                    <a:pt x="5806443" y="667384"/>
                  </a:lnTo>
                  <a:lnTo>
                    <a:pt x="5855425" y="631681"/>
                  </a:lnTo>
                  <a:lnTo>
                    <a:pt x="5905009" y="594238"/>
                  </a:lnTo>
                  <a:lnTo>
                    <a:pt x="5955104" y="555447"/>
                  </a:lnTo>
                  <a:lnTo>
                    <a:pt x="6005551" y="515771"/>
                  </a:lnTo>
                  <a:lnTo>
                    <a:pt x="6056153" y="475718"/>
                  </a:lnTo>
                  <a:lnTo>
                    <a:pt x="6106692" y="435819"/>
                  </a:lnTo>
                  <a:lnTo>
                    <a:pt x="6156957" y="396594"/>
                  </a:lnTo>
                  <a:lnTo>
                    <a:pt x="6206773" y="358529"/>
                  </a:lnTo>
                  <a:lnTo>
                    <a:pt x="6256016" y="322048"/>
                  </a:lnTo>
                  <a:lnTo>
                    <a:pt x="6304640" y="287496"/>
                  </a:lnTo>
                  <a:lnTo>
                    <a:pt x="6352690" y="255131"/>
                  </a:lnTo>
                  <a:lnTo>
                    <a:pt x="6400315" y="225116"/>
                  </a:lnTo>
                  <a:lnTo>
                    <a:pt x="6447787" y="197528"/>
                  </a:lnTo>
                  <a:lnTo>
                    <a:pt x="6495508" y="172358"/>
                  </a:lnTo>
                  <a:lnTo>
                    <a:pt x="6515891" y="162428"/>
                  </a:lnTo>
                  <a:lnTo>
                    <a:pt x="6564081" y="140960"/>
                  </a:lnTo>
                  <a:lnTo>
                    <a:pt x="6613996" y="121733"/>
                  </a:lnTo>
                  <a:lnTo>
                    <a:pt x="6666480" y="104620"/>
                  </a:lnTo>
                  <a:lnTo>
                    <a:pt x="6722471" y="89416"/>
                  </a:lnTo>
                  <a:lnTo>
                    <a:pt x="6782918" y="75893"/>
                  </a:lnTo>
                  <a:lnTo>
                    <a:pt x="6848689" y="63835"/>
                  </a:lnTo>
                  <a:lnTo>
                    <a:pt x="6920455" y="53057"/>
                  </a:lnTo>
                  <a:lnTo>
                    <a:pt x="6998535" y="43412"/>
                  </a:lnTo>
                  <a:lnTo>
                    <a:pt x="7082689" y="34799"/>
                  </a:lnTo>
                  <a:lnTo>
                    <a:pt x="7171883" y="27160"/>
                  </a:lnTo>
                  <a:lnTo>
                    <a:pt x="7264081" y="20480"/>
                  </a:lnTo>
                  <a:lnTo>
                    <a:pt x="7356137" y="14772"/>
                  </a:lnTo>
                  <a:lnTo>
                    <a:pt x="7443950" y="10058"/>
                  </a:lnTo>
                  <a:lnTo>
                    <a:pt x="7522938" y="6352"/>
                  </a:lnTo>
                  <a:lnTo>
                    <a:pt x="7588856" y="3623"/>
                  </a:lnTo>
                  <a:lnTo>
                    <a:pt x="7638752" y="1787"/>
                  </a:lnTo>
                  <a:lnTo>
                    <a:pt x="7671754" y="702"/>
                  </a:lnTo>
                  <a:lnTo>
                    <a:pt x="7689424" y="180"/>
                  </a:lnTo>
                  <a:lnTo>
                    <a:pt x="7695640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7" name="pl1807"/>
            <p:cNvSpPr/>
            <p:nvPr/>
          </p:nvSpPr>
          <p:spPr>
            <a:xfrm>
              <a:off x="546595" y="1877475"/>
              <a:ext cx="8234974" cy="3587948"/>
            </a:xfrm>
            <a:custGeom>
              <a:avLst/>
              <a:pathLst>
                <a:path w="8234974" h="3587948">
                  <a:moveTo>
                    <a:pt x="8234974" y="0"/>
                  </a:move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932" y="974650"/>
                  </a:lnTo>
                  <a:lnTo>
                    <a:pt x="3839176" y="975215"/>
                  </a:lnTo>
                  <a:lnTo>
                    <a:pt x="3819778" y="976777"/>
                  </a:lnTo>
                  <a:lnTo>
                    <a:pt x="3785485" y="979845"/>
                  </a:lnTo>
                  <a:lnTo>
                    <a:pt x="3735163" y="984871"/>
                  </a:lnTo>
                  <a:lnTo>
                    <a:pt x="3669848" y="992192"/>
                  </a:lnTo>
                  <a:lnTo>
                    <a:pt x="3592394" y="1002007"/>
                  </a:lnTo>
                  <a:lnTo>
                    <a:pt x="3506759" y="1014378"/>
                  </a:lnTo>
                  <a:lnTo>
                    <a:pt x="3417165" y="1029276"/>
                  </a:lnTo>
                  <a:lnTo>
                    <a:pt x="3327397" y="1046642"/>
                  </a:lnTo>
                  <a:lnTo>
                    <a:pt x="3240378" y="1066441"/>
                  </a:lnTo>
                  <a:lnTo>
                    <a:pt x="3158041" y="1088710"/>
                  </a:lnTo>
                  <a:lnTo>
                    <a:pt x="3081402" y="1113579"/>
                  </a:lnTo>
                  <a:lnTo>
                    <a:pt x="3010750" y="1141290"/>
                  </a:lnTo>
                  <a:lnTo>
                    <a:pt x="2945846" y="1172187"/>
                  </a:lnTo>
                  <a:lnTo>
                    <a:pt x="2886113" y="1206717"/>
                  </a:lnTo>
                  <a:lnTo>
                    <a:pt x="2830775" y="1245400"/>
                  </a:lnTo>
                  <a:lnTo>
                    <a:pt x="2778965" y="1288800"/>
                  </a:lnTo>
                  <a:lnTo>
                    <a:pt x="2729808" y="1337450"/>
                  </a:lnTo>
                  <a:lnTo>
                    <a:pt x="2682495" y="1391734"/>
                  </a:lnTo>
                  <a:lnTo>
                    <a:pt x="2667772" y="1410134"/>
                  </a:lnTo>
                  <a:lnTo>
                    <a:pt x="2631175" y="1458893"/>
                  </a:lnTo>
                  <a:lnTo>
                    <a:pt x="2594924" y="1511349"/>
                  </a:lnTo>
                  <a:lnTo>
                    <a:pt x="2558788" y="1567575"/>
                  </a:lnTo>
                  <a:lnTo>
                    <a:pt x="2522587" y="1627582"/>
                  </a:lnTo>
                  <a:lnTo>
                    <a:pt x="2486189" y="1691308"/>
                  </a:lnTo>
                  <a:lnTo>
                    <a:pt x="2449501" y="1758610"/>
                  </a:lnTo>
                  <a:lnTo>
                    <a:pt x="2412471" y="1829267"/>
                  </a:lnTo>
                  <a:lnTo>
                    <a:pt x="2375080" y="1902972"/>
                  </a:lnTo>
                  <a:lnTo>
                    <a:pt x="2337341" y="1979336"/>
                  </a:lnTo>
                  <a:lnTo>
                    <a:pt x="2299295" y="2057897"/>
                  </a:lnTo>
                  <a:lnTo>
                    <a:pt x="2261004" y="2138126"/>
                  </a:lnTo>
                  <a:lnTo>
                    <a:pt x="2222549" y="2219443"/>
                  </a:lnTo>
                  <a:lnTo>
                    <a:pt x="2184021" y="2301235"/>
                  </a:lnTo>
                  <a:lnTo>
                    <a:pt x="2145517" y="2382873"/>
                  </a:lnTo>
                  <a:lnTo>
                    <a:pt x="2107131" y="2463733"/>
                  </a:lnTo>
                  <a:lnTo>
                    <a:pt x="2068951" y="2543217"/>
                  </a:lnTo>
                  <a:lnTo>
                    <a:pt x="2031048" y="2620768"/>
                  </a:lnTo>
                  <a:lnTo>
                    <a:pt x="1993476" y="2695887"/>
                  </a:lnTo>
                  <a:lnTo>
                    <a:pt x="1956261" y="2768148"/>
                  </a:lnTo>
                  <a:lnTo>
                    <a:pt x="1919402" y="2837200"/>
                  </a:lnTo>
                  <a:lnTo>
                    <a:pt x="1882865" y="2902779"/>
                  </a:lnTo>
                  <a:lnTo>
                    <a:pt x="1846576" y="2964702"/>
                  </a:lnTo>
                  <a:lnTo>
                    <a:pt x="1810427" y="3022866"/>
                  </a:lnTo>
                  <a:lnTo>
                    <a:pt x="1774260" y="3077246"/>
                  </a:lnTo>
                  <a:lnTo>
                    <a:pt x="1737873" y="3127885"/>
                  </a:lnTo>
                  <a:lnTo>
                    <a:pt x="1719082" y="3152385"/>
                  </a:lnTo>
                  <a:lnTo>
                    <a:pt x="1672206" y="3208485"/>
                  </a:lnTo>
                  <a:lnTo>
                    <a:pt x="1623716" y="3258891"/>
                  </a:lnTo>
                  <a:lnTo>
                    <a:pt x="1572840" y="3303901"/>
                  </a:lnTo>
                  <a:lnTo>
                    <a:pt x="1518715" y="3344018"/>
                  </a:lnTo>
                  <a:lnTo>
                    <a:pt x="1460465" y="3379805"/>
                  </a:lnTo>
                  <a:lnTo>
                    <a:pt x="1397275" y="3411801"/>
                  </a:lnTo>
                  <a:lnTo>
                    <a:pt x="1328490" y="3440479"/>
                  </a:lnTo>
                  <a:lnTo>
                    <a:pt x="1253746" y="3466218"/>
                  </a:lnTo>
                  <a:lnTo>
                    <a:pt x="1173144" y="3489291"/>
                  </a:lnTo>
                  <a:lnTo>
                    <a:pt x="1087446" y="3509865"/>
                  </a:lnTo>
                  <a:lnTo>
                    <a:pt x="998280" y="3528003"/>
                  </a:lnTo>
                  <a:lnTo>
                    <a:pt x="908256" y="3543690"/>
                  </a:lnTo>
                  <a:lnTo>
                    <a:pt x="820918" y="3556867"/>
                  </a:lnTo>
                  <a:lnTo>
                    <a:pt x="740414" y="3567491"/>
                  </a:lnTo>
                  <a:lnTo>
                    <a:pt x="670874" y="3575588"/>
                  </a:lnTo>
                  <a:lnTo>
                    <a:pt x="615590" y="3581311"/>
                  </a:lnTo>
                  <a:lnTo>
                    <a:pt x="576235" y="3584955"/>
                  </a:lnTo>
                  <a:lnTo>
                    <a:pt x="552372" y="3586941"/>
                  </a:lnTo>
                  <a:lnTo>
                    <a:pt x="541395" y="3587766"/>
                  </a:lnTo>
                  <a:lnTo>
                    <a:pt x="538775" y="3587945"/>
                  </a:lnTo>
                  <a:lnTo>
                    <a:pt x="538736" y="3587948"/>
                  </a:lnTo>
                  <a:lnTo>
                    <a:pt x="0" y="35879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8" name="pg1808"/>
            <p:cNvSpPr/>
            <p:nvPr/>
          </p:nvSpPr>
          <p:spPr>
            <a:xfrm>
              <a:off x="546595" y="1409245"/>
              <a:ext cx="8234974" cy="4028955"/>
            </a:xfrm>
            <a:custGeom>
              <a:avLst/>
              <a:pathLst>
                <a:path w="8234974" h="4028955">
                  <a:moveTo>
                    <a:pt x="0" y="4028955"/>
                  </a:moveTo>
                  <a:lnTo>
                    <a:pt x="538736" y="4028955"/>
                  </a:lnTo>
                  <a:lnTo>
                    <a:pt x="539662" y="4028860"/>
                  </a:lnTo>
                  <a:lnTo>
                    <a:pt x="545748" y="4028187"/>
                  </a:lnTo>
                  <a:lnTo>
                    <a:pt x="561093" y="4026325"/>
                  </a:lnTo>
                  <a:lnTo>
                    <a:pt x="588534" y="4022661"/>
                  </a:lnTo>
                  <a:lnTo>
                    <a:pt x="629437" y="4016627"/>
                  </a:lnTo>
                  <a:lnTo>
                    <a:pt x="683592" y="4007760"/>
                  </a:lnTo>
                  <a:lnTo>
                    <a:pt x="749348" y="3995749"/>
                  </a:lnTo>
                  <a:lnTo>
                    <a:pt x="823989" y="3980438"/>
                  </a:lnTo>
                  <a:lnTo>
                    <a:pt x="904272" y="3961805"/>
                  </a:lnTo>
                  <a:lnTo>
                    <a:pt x="986966" y="3939904"/>
                  </a:lnTo>
                  <a:lnTo>
                    <a:pt x="1069261" y="3914808"/>
                  </a:lnTo>
                  <a:lnTo>
                    <a:pt x="1149000" y="3886549"/>
                  </a:lnTo>
                  <a:lnTo>
                    <a:pt x="1224738" y="3855076"/>
                  </a:lnTo>
                  <a:lnTo>
                    <a:pt x="1295681" y="3820234"/>
                  </a:lnTo>
                  <a:lnTo>
                    <a:pt x="1361564" y="3781748"/>
                  </a:lnTo>
                  <a:lnTo>
                    <a:pt x="1422514" y="3739225"/>
                  </a:lnTo>
                  <a:lnTo>
                    <a:pt x="1478929" y="3692162"/>
                  </a:lnTo>
                  <a:lnTo>
                    <a:pt x="1531370" y="3639960"/>
                  </a:lnTo>
                  <a:lnTo>
                    <a:pt x="1580492" y="3581959"/>
                  </a:lnTo>
                  <a:lnTo>
                    <a:pt x="1626979" y="3517488"/>
                  </a:lnTo>
                  <a:lnTo>
                    <a:pt x="1671498" y="3445960"/>
                  </a:lnTo>
                  <a:lnTo>
                    <a:pt x="1714646" y="3367020"/>
                  </a:lnTo>
                  <a:lnTo>
                    <a:pt x="1719082" y="3358370"/>
                  </a:lnTo>
                  <a:lnTo>
                    <a:pt x="1749672" y="3296073"/>
                  </a:lnTo>
                  <a:lnTo>
                    <a:pt x="1779992" y="3229827"/>
                  </a:lnTo>
                  <a:lnTo>
                    <a:pt x="1810183" y="3159550"/>
                  </a:lnTo>
                  <a:lnTo>
                    <a:pt x="1840362" y="3085209"/>
                  </a:lnTo>
                  <a:lnTo>
                    <a:pt x="1870622" y="3006821"/>
                  </a:lnTo>
                  <a:lnTo>
                    <a:pt x="1901035" y="2924460"/>
                  </a:lnTo>
                  <a:lnTo>
                    <a:pt x="1931650" y="2838258"/>
                  </a:lnTo>
                  <a:lnTo>
                    <a:pt x="1962500" y="2748411"/>
                  </a:lnTo>
                  <a:lnTo>
                    <a:pt x="1993601" y="2655174"/>
                  </a:lnTo>
                  <a:lnTo>
                    <a:pt x="2024952" y="2558867"/>
                  </a:lnTo>
                  <a:lnTo>
                    <a:pt x="2056537" y="2459869"/>
                  </a:lnTo>
                  <a:lnTo>
                    <a:pt x="2088331" y="2358612"/>
                  </a:lnTo>
                  <a:lnTo>
                    <a:pt x="2120294" y="2255576"/>
                  </a:lnTo>
                  <a:lnTo>
                    <a:pt x="2152381" y="2151276"/>
                  </a:lnTo>
                  <a:lnTo>
                    <a:pt x="2184539" y="2046260"/>
                  </a:lnTo>
                  <a:lnTo>
                    <a:pt x="2216713" y="1941087"/>
                  </a:lnTo>
                  <a:lnTo>
                    <a:pt x="2248846" y="1836323"/>
                  </a:lnTo>
                  <a:lnTo>
                    <a:pt x="2280883" y="1732523"/>
                  </a:lnTo>
                  <a:lnTo>
                    <a:pt x="2312776" y="1630221"/>
                  </a:lnTo>
                  <a:lnTo>
                    <a:pt x="2344481" y="1529918"/>
                  </a:lnTo>
                  <a:lnTo>
                    <a:pt x="2375964" y="1432074"/>
                  </a:lnTo>
                  <a:lnTo>
                    <a:pt x="2407204" y="1337098"/>
                  </a:lnTo>
                  <a:lnTo>
                    <a:pt x="2438192" y="1245342"/>
                  </a:lnTo>
                  <a:lnTo>
                    <a:pt x="2468934" y="1157098"/>
                  </a:lnTo>
                  <a:lnTo>
                    <a:pt x="2499453" y="1072595"/>
                  </a:lnTo>
                  <a:lnTo>
                    <a:pt x="2529790" y="991999"/>
                  </a:lnTo>
                  <a:lnTo>
                    <a:pt x="2560004" y="915417"/>
                  </a:lnTo>
                  <a:lnTo>
                    <a:pt x="2590176" y="842896"/>
                  </a:lnTo>
                  <a:lnTo>
                    <a:pt x="2620408" y="774430"/>
                  </a:lnTo>
                  <a:lnTo>
                    <a:pt x="2650829" y="709964"/>
                  </a:lnTo>
                  <a:lnTo>
                    <a:pt x="2667772" y="676029"/>
                  </a:lnTo>
                  <a:lnTo>
                    <a:pt x="2710808" y="596313"/>
                  </a:lnTo>
                  <a:lnTo>
                    <a:pt x="2755157" y="524023"/>
                  </a:lnTo>
                  <a:lnTo>
                    <a:pt x="2801409" y="458842"/>
                  </a:lnTo>
                  <a:lnTo>
                    <a:pt x="2850225" y="400198"/>
                  </a:lnTo>
                  <a:lnTo>
                    <a:pt x="2902289" y="347424"/>
                  </a:lnTo>
                  <a:lnTo>
                    <a:pt x="2958261" y="299855"/>
                  </a:lnTo>
                  <a:lnTo>
                    <a:pt x="3018717" y="256884"/>
                  </a:lnTo>
                  <a:lnTo>
                    <a:pt x="3084074" y="217998"/>
                  </a:lnTo>
                  <a:lnTo>
                    <a:pt x="3154495" y="182791"/>
                  </a:lnTo>
                  <a:lnTo>
                    <a:pt x="3229761" y="150976"/>
                  </a:lnTo>
                  <a:lnTo>
                    <a:pt x="3309138" y="122386"/>
                  </a:lnTo>
                  <a:lnTo>
                    <a:pt x="3391255" y="96960"/>
                  </a:lnTo>
                  <a:lnTo>
                    <a:pt x="3474029" y="74724"/>
                  </a:lnTo>
                  <a:lnTo>
                    <a:pt x="3554709" y="55747"/>
                  </a:lnTo>
                  <a:lnTo>
                    <a:pt x="3630093" y="40090"/>
                  </a:lnTo>
                  <a:lnTo>
                    <a:pt x="3696915" y="27739"/>
                  </a:lnTo>
                  <a:lnTo>
                    <a:pt x="3752377" y="18557"/>
                  </a:lnTo>
                  <a:lnTo>
                    <a:pt x="3794697" y="12247"/>
                  </a:lnTo>
                  <a:lnTo>
                    <a:pt x="3823503" y="8361"/>
                  </a:lnTo>
                  <a:lnTo>
                    <a:pt x="3840000" y="6340"/>
                  </a:lnTo>
                  <a:lnTo>
                    <a:pt x="3846880" y="557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1" y="5530"/>
                  </a:lnTo>
                  <a:lnTo>
                    <a:pt x="4394168" y="6142"/>
                  </a:lnTo>
                  <a:lnTo>
                    <a:pt x="4410151" y="7835"/>
                  </a:lnTo>
                  <a:lnTo>
                    <a:pt x="4438679" y="11167"/>
                  </a:lnTo>
                  <a:lnTo>
                    <a:pt x="4481094" y="16649"/>
                  </a:lnTo>
                  <a:lnTo>
                    <a:pt x="4537074" y="24694"/>
                  </a:lnTo>
                  <a:lnTo>
                    <a:pt x="4604784" y="35573"/>
                  </a:lnTo>
                  <a:lnTo>
                    <a:pt x="4681313" y="49414"/>
                  </a:lnTo>
                  <a:lnTo>
                    <a:pt x="4763250" y="66228"/>
                  </a:lnTo>
                  <a:lnTo>
                    <a:pt x="4847256" y="85961"/>
                  </a:lnTo>
                  <a:lnTo>
                    <a:pt x="4930482" y="108548"/>
                  </a:lnTo>
                  <a:lnTo>
                    <a:pt x="5010789" y="133972"/>
                  </a:lnTo>
                  <a:lnTo>
                    <a:pt x="5086788" y="162291"/>
                  </a:lnTo>
                  <a:lnTo>
                    <a:pt x="5157761" y="193668"/>
                  </a:lnTo>
                  <a:lnTo>
                    <a:pt x="5223524" y="228374"/>
                  </a:lnTo>
                  <a:lnTo>
                    <a:pt x="5284280" y="266786"/>
                  </a:lnTo>
                  <a:lnTo>
                    <a:pt x="5340489" y="309386"/>
                  </a:lnTo>
                  <a:lnTo>
                    <a:pt x="5392771" y="356733"/>
                  </a:lnTo>
                  <a:lnTo>
                    <a:pt x="5441820" y="409437"/>
                  </a:lnTo>
                  <a:lnTo>
                    <a:pt x="5488351" y="468094"/>
                  </a:lnTo>
                  <a:lnTo>
                    <a:pt x="5533047" y="533197"/>
                  </a:lnTo>
                  <a:lnTo>
                    <a:pt x="5567201" y="588917"/>
                  </a:lnTo>
                  <a:lnTo>
                    <a:pt x="5599699" y="646633"/>
                  </a:lnTo>
                  <a:lnTo>
                    <a:pt x="5631901" y="708236"/>
                  </a:lnTo>
                  <a:lnTo>
                    <a:pt x="5663976" y="773805"/>
                  </a:lnTo>
                  <a:lnTo>
                    <a:pt x="5696060" y="843369"/>
                  </a:lnTo>
                  <a:lnTo>
                    <a:pt x="5728256" y="916895"/>
                  </a:lnTo>
                  <a:lnTo>
                    <a:pt x="5760645" y="994291"/>
                  </a:lnTo>
                  <a:lnTo>
                    <a:pt x="5793279" y="1075395"/>
                  </a:lnTo>
                  <a:lnTo>
                    <a:pt x="5826188" y="1159979"/>
                  </a:lnTo>
                  <a:lnTo>
                    <a:pt x="5859381" y="1247741"/>
                  </a:lnTo>
                  <a:lnTo>
                    <a:pt x="5892849" y="1338317"/>
                  </a:lnTo>
                  <a:lnTo>
                    <a:pt x="5926564" y="1431276"/>
                  </a:lnTo>
                  <a:lnTo>
                    <a:pt x="5960485" y="1526134"/>
                  </a:lnTo>
                  <a:lnTo>
                    <a:pt x="5994560" y="1622361"/>
                  </a:lnTo>
                  <a:lnTo>
                    <a:pt x="6028726" y="1719393"/>
                  </a:lnTo>
                  <a:lnTo>
                    <a:pt x="6062918" y="1816647"/>
                  </a:lnTo>
                  <a:lnTo>
                    <a:pt x="6097067" y="1913532"/>
                  </a:lnTo>
                  <a:lnTo>
                    <a:pt x="6131109" y="2009468"/>
                  </a:lnTo>
                  <a:lnTo>
                    <a:pt x="6164983" y="2103899"/>
                  </a:lnTo>
                  <a:lnTo>
                    <a:pt x="6198640" y="2196306"/>
                  </a:lnTo>
                  <a:lnTo>
                    <a:pt x="6232041" y="2286215"/>
                  </a:lnTo>
                  <a:lnTo>
                    <a:pt x="6265164" y="2373214"/>
                  </a:lnTo>
                  <a:lnTo>
                    <a:pt x="6298002" y="2456953"/>
                  </a:lnTo>
                  <a:lnTo>
                    <a:pt x="6330571" y="2537148"/>
                  </a:lnTo>
                  <a:lnTo>
                    <a:pt x="6362905" y="2613588"/>
                  </a:lnTo>
                  <a:lnTo>
                    <a:pt x="6395066" y="2686130"/>
                  </a:lnTo>
                  <a:lnTo>
                    <a:pt x="6427136" y="2754695"/>
                  </a:lnTo>
                  <a:lnTo>
                    <a:pt x="6459229" y="2819268"/>
                  </a:lnTo>
                  <a:lnTo>
                    <a:pt x="6491488" y="2879889"/>
                  </a:lnTo>
                  <a:lnTo>
                    <a:pt x="6515891" y="2922807"/>
                  </a:lnTo>
                  <a:lnTo>
                    <a:pt x="6559567" y="2993138"/>
                  </a:lnTo>
                  <a:lnTo>
                    <a:pt x="6604605" y="3056819"/>
                  </a:lnTo>
                  <a:lnTo>
                    <a:pt x="6651620" y="3114144"/>
                  </a:lnTo>
                  <a:lnTo>
                    <a:pt x="6701306" y="3165639"/>
                  </a:lnTo>
                  <a:lnTo>
                    <a:pt x="6754378" y="3211912"/>
                  </a:lnTo>
                  <a:lnTo>
                    <a:pt x="6811520" y="3253563"/>
                  </a:lnTo>
                  <a:lnTo>
                    <a:pt x="6873324" y="3291138"/>
                  </a:lnTo>
                  <a:lnTo>
                    <a:pt x="6940205" y="3325097"/>
                  </a:lnTo>
                  <a:lnTo>
                    <a:pt x="7012295" y="3355795"/>
                  </a:lnTo>
                  <a:lnTo>
                    <a:pt x="7089306" y="3383480"/>
                  </a:lnTo>
                  <a:lnTo>
                    <a:pt x="7170385" y="3408289"/>
                  </a:lnTo>
                  <a:lnTo>
                    <a:pt x="7253986" y="3430264"/>
                  </a:lnTo>
                  <a:lnTo>
                    <a:pt x="7337808" y="3449373"/>
                  </a:lnTo>
                  <a:lnTo>
                    <a:pt x="7418871" y="3465549"/>
                  </a:lnTo>
                  <a:lnTo>
                    <a:pt x="7493778" y="3478747"/>
                  </a:lnTo>
                  <a:lnTo>
                    <a:pt x="7559175" y="3488999"/>
                  </a:lnTo>
                  <a:lnTo>
                    <a:pt x="7612335" y="3496462"/>
                  </a:lnTo>
                  <a:lnTo>
                    <a:pt x="7651724" y="3501441"/>
                  </a:lnTo>
                  <a:lnTo>
                    <a:pt x="7677375" y="3504373"/>
                  </a:lnTo>
                  <a:lnTo>
                    <a:pt x="7690982" y="3505785"/>
                  </a:lnTo>
                  <a:lnTo>
                    <a:pt x="7695766" y="3506238"/>
                  </a:lnTo>
                  <a:lnTo>
                    <a:pt x="7696237" y="3506280"/>
                  </a:lnTo>
                  <a:lnTo>
                    <a:pt x="8234974" y="3506280"/>
                  </a:lnTo>
                  <a:lnTo>
                    <a:pt x="8234974" y="3500835"/>
                  </a:lnTo>
                  <a:lnTo>
                    <a:pt x="7696237" y="3500835"/>
                  </a:lnTo>
                  <a:lnTo>
                    <a:pt x="7695271" y="3500749"/>
                  </a:lnTo>
                  <a:lnTo>
                    <a:pt x="7688924" y="3500137"/>
                  </a:lnTo>
                  <a:lnTo>
                    <a:pt x="7672941" y="3498444"/>
                  </a:lnTo>
                  <a:lnTo>
                    <a:pt x="7644414" y="3495112"/>
                  </a:lnTo>
                  <a:lnTo>
                    <a:pt x="7601998" y="3489630"/>
                  </a:lnTo>
                  <a:lnTo>
                    <a:pt x="7546019" y="3481585"/>
                  </a:lnTo>
                  <a:lnTo>
                    <a:pt x="7478309" y="3470706"/>
                  </a:lnTo>
                  <a:lnTo>
                    <a:pt x="7401780" y="3456865"/>
                  </a:lnTo>
                  <a:lnTo>
                    <a:pt x="7319842" y="3440051"/>
                  </a:lnTo>
                  <a:lnTo>
                    <a:pt x="7235836" y="3420318"/>
                  </a:lnTo>
                  <a:lnTo>
                    <a:pt x="7152610" y="3397731"/>
                  </a:lnTo>
                  <a:lnTo>
                    <a:pt x="7072304" y="3372307"/>
                  </a:lnTo>
                  <a:lnTo>
                    <a:pt x="6996304" y="3343988"/>
                  </a:lnTo>
                  <a:lnTo>
                    <a:pt x="6925331" y="3312611"/>
                  </a:lnTo>
                  <a:lnTo>
                    <a:pt x="6859568" y="3277905"/>
                  </a:lnTo>
                  <a:lnTo>
                    <a:pt x="6798813" y="3239493"/>
                  </a:lnTo>
                  <a:lnTo>
                    <a:pt x="6742603" y="3196893"/>
                  </a:lnTo>
                  <a:lnTo>
                    <a:pt x="6690322" y="3149546"/>
                  </a:lnTo>
                  <a:lnTo>
                    <a:pt x="6641273" y="3096842"/>
                  </a:lnTo>
                  <a:lnTo>
                    <a:pt x="6594741" y="3038185"/>
                  </a:lnTo>
                  <a:lnTo>
                    <a:pt x="6550046" y="2973082"/>
                  </a:lnTo>
                  <a:lnTo>
                    <a:pt x="6515891" y="2917362"/>
                  </a:lnTo>
                  <a:lnTo>
                    <a:pt x="6483394" y="2859646"/>
                  </a:lnTo>
                  <a:lnTo>
                    <a:pt x="6451192" y="2798043"/>
                  </a:lnTo>
                  <a:lnTo>
                    <a:pt x="6419116" y="2732474"/>
                  </a:lnTo>
                  <a:lnTo>
                    <a:pt x="6387033" y="2662910"/>
                  </a:lnTo>
                  <a:lnTo>
                    <a:pt x="6354836" y="2589384"/>
                  </a:lnTo>
                  <a:lnTo>
                    <a:pt x="6322447" y="2511988"/>
                  </a:lnTo>
                  <a:lnTo>
                    <a:pt x="6289814" y="2430884"/>
                  </a:lnTo>
                  <a:lnTo>
                    <a:pt x="6256905" y="2346300"/>
                  </a:lnTo>
                  <a:lnTo>
                    <a:pt x="6223712" y="2258538"/>
                  </a:lnTo>
                  <a:lnTo>
                    <a:pt x="6190244" y="2167962"/>
                  </a:lnTo>
                  <a:lnTo>
                    <a:pt x="6156528" y="2075003"/>
                  </a:lnTo>
                  <a:lnTo>
                    <a:pt x="6122607" y="1980145"/>
                  </a:lnTo>
                  <a:lnTo>
                    <a:pt x="6088532" y="1883918"/>
                  </a:lnTo>
                  <a:lnTo>
                    <a:pt x="6054366" y="1786886"/>
                  </a:lnTo>
                  <a:lnTo>
                    <a:pt x="6020175" y="1689632"/>
                  </a:lnTo>
                  <a:lnTo>
                    <a:pt x="5986025" y="1592747"/>
                  </a:lnTo>
                  <a:lnTo>
                    <a:pt x="5951983" y="1496811"/>
                  </a:lnTo>
                  <a:lnTo>
                    <a:pt x="5918109" y="1402380"/>
                  </a:lnTo>
                  <a:lnTo>
                    <a:pt x="5884452" y="1309973"/>
                  </a:lnTo>
                  <a:lnTo>
                    <a:pt x="5851051" y="1220064"/>
                  </a:lnTo>
                  <a:lnTo>
                    <a:pt x="5817929" y="1133065"/>
                  </a:lnTo>
                  <a:lnTo>
                    <a:pt x="5785090" y="1049326"/>
                  </a:lnTo>
                  <a:lnTo>
                    <a:pt x="5752522" y="969131"/>
                  </a:lnTo>
                  <a:lnTo>
                    <a:pt x="5720187" y="892691"/>
                  </a:lnTo>
                  <a:lnTo>
                    <a:pt x="5688027" y="820149"/>
                  </a:lnTo>
                  <a:lnTo>
                    <a:pt x="5655956" y="751584"/>
                  </a:lnTo>
                  <a:lnTo>
                    <a:pt x="5623863" y="687011"/>
                  </a:lnTo>
                  <a:lnTo>
                    <a:pt x="5591605" y="626390"/>
                  </a:lnTo>
                  <a:lnTo>
                    <a:pt x="5567201" y="583472"/>
                  </a:lnTo>
                  <a:lnTo>
                    <a:pt x="5523525" y="513141"/>
                  </a:lnTo>
                  <a:lnTo>
                    <a:pt x="5478488" y="449460"/>
                  </a:lnTo>
                  <a:lnTo>
                    <a:pt x="5431473" y="392135"/>
                  </a:lnTo>
                  <a:lnTo>
                    <a:pt x="5381786" y="340640"/>
                  </a:lnTo>
                  <a:lnTo>
                    <a:pt x="5328715" y="294367"/>
                  </a:lnTo>
                  <a:lnTo>
                    <a:pt x="5271572" y="252716"/>
                  </a:lnTo>
                  <a:lnTo>
                    <a:pt x="5209768" y="215141"/>
                  </a:lnTo>
                  <a:lnTo>
                    <a:pt x="5142887" y="181182"/>
                  </a:lnTo>
                  <a:lnTo>
                    <a:pt x="5070797" y="150484"/>
                  </a:lnTo>
                  <a:lnTo>
                    <a:pt x="4993787" y="122799"/>
                  </a:lnTo>
                  <a:lnTo>
                    <a:pt x="4912707" y="97990"/>
                  </a:lnTo>
                  <a:lnTo>
                    <a:pt x="4829106" y="76015"/>
                  </a:lnTo>
                  <a:lnTo>
                    <a:pt x="4745284" y="56906"/>
                  </a:lnTo>
                  <a:lnTo>
                    <a:pt x="4664221" y="40730"/>
                  </a:lnTo>
                  <a:lnTo>
                    <a:pt x="4589314" y="27532"/>
                  </a:lnTo>
                  <a:lnTo>
                    <a:pt x="4523918" y="17280"/>
                  </a:lnTo>
                  <a:lnTo>
                    <a:pt x="4470757" y="9817"/>
                  </a:lnTo>
                  <a:lnTo>
                    <a:pt x="4431368" y="4838"/>
                  </a:lnTo>
                  <a:lnTo>
                    <a:pt x="4405718" y="1906"/>
                  </a:lnTo>
                  <a:lnTo>
                    <a:pt x="4392110" y="494"/>
                  </a:lnTo>
                  <a:lnTo>
                    <a:pt x="4387327" y="4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3" y="94"/>
                  </a:lnTo>
                  <a:lnTo>
                    <a:pt x="3841107" y="767"/>
                  </a:lnTo>
                  <a:lnTo>
                    <a:pt x="3825761" y="2629"/>
                  </a:lnTo>
                  <a:lnTo>
                    <a:pt x="3798320" y="6293"/>
                  </a:lnTo>
                  <a:lnTo>
                    <a:pt x="3757418" y="12328"/>
                  </a:lnTo>
                  <a:lnTo>
                    <a:pt x="3703262" y="21194"/>
                  </a:lnTo>
                  <a:lnTo>
                    <a:pt x="3637506" y="33206"/>
                  </a:lnTo>
                  <a:lnTo>
                    <a:pt x="3562866" y="48516"/>
                  </a:lnTo>
                  <a:lnTo>
                    <a:pt x="3482582" y="67150"/>
                  </a:lnTo>
                  <a:lnTo>
                    <a:pt x="3399889" y="89050"/>
                  </a:lnTo>
                  <a:lnTo>
                    <a:pt x="3317594" y="114146"/>
                  </a:lnTo>
                  <a:lnTo>
                    <a:pt x="3237855" y="142405"/>
                  </a:lnTo>
                  <a:lnTo>
                    <a:pt x="3162116" y="173878"/>
                  </a:lnTo>
                  <a:lnTo>
                    <a:pt x="3091173" y="208721"/>
                  </a:lnTo>
                  <a:lnTo>
                    <a:pt x="3025290" y="247207"/>
                  </a:lnTo>
                  <a:lnTo>
                    <a:pt x="2964340" y="289729"/>
                  </a:lnTo>
                  <a:lnTo>
                    <a:pt x="2907926" y="336793"/>
                  </a:lnTo>
                  <a:lnTo>
                    <a:pt x="2855484" y="388994"/>
                  </a:lnTo>
                  <a:lnTo>
                    <a:pt x="2806362" y="446995"/>
                  </a:lnTo>
                  <a:lnTo>
                    <a:pt x="2759875" y="511466"/>
                  </a:lnTo>
                  <a:lnTo>
                    <a:pt x="2715357" y="582994"/>
                  </a:lnTo>
                  <a:lnTo>
                    <a:pt x="2672208" y="661935"/>
                  </a:lnTo>
                  <a:lnTo>
                    <a:pt x="2667772" y="670585"/>
                  </a:lnTo>
                  <a:lnTo>
                    <a:pt x="2637182" y="732881"/>
                  </a:lnTo>
                  <a:lnTo>
                    <a:pt x="2606863" y="799128"/>
                  </a:lnTo>
                  <a:lnTo>
                    <a:pt x="2576672" y="869404"/>
                  </a:lnTo>
                  <a:lnTo>
                    <a:pt x="2546493" y="943745"/>
                  </a:lnTo>
                  <a:lnTo>
                    <a:pt x="2516232" y="1022133"/>
                  </a:lnTo>
                  <a:lnTo>
                    <a:pt x="2485820" y="1104494"/>
                  </a:lnTo>
                  <a:lnTo>
                    <a:pt x="2455205" y="1190696"/>
                  </a:lnTo>
                  <a:lnTo>
                    <a:pt x="2424354" y="1280544"/>
                  </a:lnTo>
                  <a:lnTo>
                    <a:pt x="2393254" y="1373781"/>
                  </a:lnTo>
                  <a:lnTo>
                    <a:pt x="2361903" y="1470087"/>
                  </a:lnTo>
                  <a:lnTo>
                    <a:pt x="2330317" y="1569085"/>
                  </a:lnTo>
                  <a:lnTo>
                    <a:pt x="2298524" y="1670342"/>
                  </a:lnTo>
                  <a:lnTo>
                    <a:pt x="2266560" y="1773379"/>
                  </a:lnTo>
                  <a:lnTo>
                    <a:pt x="2234474" y="1877678"/>
                  </a:lnTo>
                  <a:lnTo>
                    <a:pt x="2202316" y="1982694"/>
                  </a:lnTo>
                  <a:lnTo>
                    <a:pt x="2170142" y="2087867"/>
                  </a:lnTo>
                  <a:lnTo>
                    <a:pt x="2138009" y="2192631"/>
                  </a:lnTo>
                  <a:lnTo>
                    <a:pt x="2105971" y="2296432"/>
                  </a:lnTo>
                  <a:lnTo>
                    <a:pt x="2074079" y="2398734"/>
                  </a:lnTo>
                  <a:lnTo>
                    <a:pt x="2042374" y="2499036"/>
                  </a:lnTo>
                  <a:lnTo>
                    <a:pt x="2010891" y="2596880"/>
                  </a:lnTo>
                  <a:lnTo>
                    <a:pt x="1979651" y="2691856"/>
                  </a:lnTo>
                  <a:lnTo>
                    <a:pt x="1948663" y="2783612"/>
                  </a:lnTo>
                  <a:lnTo>
                    <a:pt x="1917921" y="2871856"/>
                  </a:lnTo>
                  <a:lnTo>
                    <a:pt x="1887402" y="2956359"/>
                  </a:lnTo>
                  <a:lnTo>
                    <a:pt x="1857065" y="3036955"/>
                  </a:lnTo>
                  <a:lnTo>
                    <a:pt x="1826851" y="3113537"/>
                  </a:lnTo>
                  <a:lnTo>
                    <a:pt x="1796679" y="3186058"/>
                  </a:lnTo>
                  <a:lnTo>
                    <a:pt x="1766446" y="3254524"/>
                  </a:lnTo>
                  <a:lnTo>
                    <a:pt x="1736025" y="3318991"/>
                  </a:lnTo>
                  <a:lnTo>
                    <a:pt x="1719082" y="3352925"/>
                  </a:lnTo>
                  <a:lnTo>
                    <a:pt x="1676047" y="3432642"/>
                  </a:lnTo>
                  <a:lnTo>
                    <a:pt x="1631697" y="3504931"/>
                  </a:lnTo>
                  <a:lnTo>
                    <a:pt x="1585446" y="3570112"/>
                  </a:lnTo>
                  <a:lnTo>
                    <a:pt x="1536630" y="3628756"/>
                  </a:lnTo>
                  <a:lnTo>
                    <a:pt x="1484566" y="3681531"/>
                  </a:lnTo>
                  <a:lnTo>
                    <a:pt x="1428594" y="3729100"/>
                  </a:lnTo>
                  <a:lnTo>
                    <a:pt x="1368138" y="3772070"/>
                  </a:lnTo>
                  <a:lnTo>
                    <a:pt x="1302780" y="3810956"/>
                  </a:lnTo>
                  <a:lnTo>
                    <a:pt x="1232360" y="3846163"/>
                  </a:lnTo>
                  <a:lnTo>
                    <a:pt x="1157094" y="3877978"/>
                  </a:lnTo>
                  <a:lnTo>
                    <a:pt x="1077716" y="3906568"/>
                  </a:lnTo>
                  <a:lnTo>
                    <a:pt x="995599" y="3931994"/>
                  </a:lnTo>
                  <a:lnTo>
                    <a:pt x="912826" y="3954230"/>
                  </a:lnTo>
                  <a:lnTo>
                    <a:pt x="832145" y="3973207"/>
                  </a:lnTo>
                  <a:lnTo>
                    <a:pt x="756761" y="3988865"/>
                  </a:lnTo>
                  <a:lnTo>
                    <a:pt x="689940" y="4001215"/>
                  </a:lnTo>
                  <a:lnTo>
                    <a:pt x="634477" y="4010397"/>
                  </a:lnTo>
                  <a:lnTo>
                    <a:pt x="592158" y="4016708"/>
                  </a:lnTo>
                  <a:lnTo>
                    <a:pt x="563351" y="4020594"/>
                  </a:lnTo>
                  <a:lnTo>
                    <a:pt x="546854" y="4022615"/>
                  </a:lnTo>
                  <a:lnTo>
                    <a:pt x="539975" y="4023383"/>
                  </a:lnTo>
                  <a:lnTo>
                    <a:pt x="538736" y="4023510"/>
                  </a:lnTo>
                  <a:lnTo>
                    <a:pt x="0" y="4023510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09" name="pl1809"/>
            <p:cNvSpPr/>
            <p:nvPr/>
          </p:nvSpPr>
          <p:spPr>
            <a:xfrm>
              <a:off x="546595" y="1414690"/>
              <a:ext cx="8234974" cy="4023510"/>
            </a:xfrm>
            <a:custGeom>
              <a:avLst/>
              <a:pathLst>
                <a:path w="8234974" h="4023510">
                  <a:moveTo>
                    <a:pt x="0" y="4023510"/>
                  </a:moveTo>
                  <a:lnTo>
                    <a:pt x="538736" y="4023510"/>
                  </a:lnTo>
                  <a:lnTo>
                    <a:pt x="539662" y="4023416"/>
                  </a:lnTo>
                  <a:lnTo>
                    <a:pt x="545748" y="4022742"/>
                  </a:lnTo>
                  <a:lnTo>
                    <a:pt x="561093" y="4020881"/>
                  </a:lnTo>
                  <a:lnTo>
                    <a:pt x="588534" y="4017217"/>
                  </a:lnTo>
                  <a:lnTo>
                    <a:pt x="629437" y="4011182"/>
                  </a:lnTo>
                  <a:lnTo>
                    <a:pt x="683592" y="4002315"/>
                  </a:lnTo>
                  <a:lnTo>
                    <a:pt x="749348" y="3990304"/>
                  </a:lnTo>
                  <a:lnTo>
                    <a:pt x="823989" y="3974993"/>
                  </a:lnTo>
                  <a:lnTo>
                    <a:pt x="904272" y="3956360"/>
                  </a:lnTo>
                  <a:lnTo>
                    <a:pt x="986966" y="3934460"/>
                  </a:lnTo>
                  <a:lnTo>
                    <a:pt x="1069261" y="3909364"/>
                  </a:lnTo>
                  <a:lnTo>
                    <a:pt x="1149000" y="3881104"/>
                  </a:lnTo>
                  <a:lnTo>
                    <a:pt x="1224738" y="3849632"/>
                  </a:lnTo>
                  <a:lnTo>
                    <a:pt x="1295681" y="3814789"/>
                  </a:lnTo>
                  <a:lnTo>
                    <a:pt x="1361564" y="3776303"/>
                  </a:lnTo>
                  <a:lnTo>
                    <a:pt x="1422514" y="3733780"/>
                  </a:lnTo>
                  <a:lnTo>
                    <a:pt x="1478929" y="3686717"/>
                  </a:lnTo>
                  <a:lnTo>
                    <a:pt x="1531370" y="3634516"/>
                  </a:lnTo>
                  <a:lnTo>
                    <a:pt x="1580492" y="3576514"/>
                  </a:lnTo>
                  <a:lnTo>
                    <a:pt x="1626979" y="3512044"/>
                  </a:lnTo>
                  <a:lnTo>
                    <a:pt x="1671498" y="3440515"/>
                  </a:lnTo>
                  <a:lnTo>
                    <a:pt x="1714646" y="3361575"/>
                  </a:lnTo>
                  <a:lnTo>
                    <a:pt x="1719082" y="3352925"/>
                  </a:lnTo>
                  <a:lnTo>
                    <a:pt x="1749672" y="3290629"/>
                  </a:lnTo>
                  <a:lnTo>
                    <a:pt x="1779992" y="3224382"/>
                  </a:lnTo>
                  <a:lnTo>
                    <a:pt x="1810183" y="3154105"/>
                  </a:lnTo>
                  <a:lnTo>
                    <a:pt x="1840362" y="3079764"/>
                  </a:lnTo>
                  <a:lnTo>
                    <a:pt x="1870622" y="3001377"/>
                  </a:lnTo>
                  <a:lnTo>
                    <a:pt x="1901035" y="2919016"/>
                  </a:lnTo>
                  <a:lnTo>
                    <a:pt x="1931650" y="2832814"/>
                  </a:lnTo>
                  <a:lnTo>
                    <a:pt x="1962500" y="2742966"/>
                  </a:lnTo>
                  <a:lnTo>
                    <a:pt x="1993601" y="2649729"/>
                  </a:lnTo>
                  <a:lnTo>
                    <a:pt x="2024952" y="2553423"/>
                  </a:lnTo>
                  <a:lnTo>
                    <a:pt x="2056537" y="2454425"/>
                  </a:lnTo>
                  <a:lnTo>
                    <a:pt x="2088331" y="2353168"/>
                  </a:lnTo>
                  <a:lnTo>
                    <a:pt x="2120294" y="2250131"/>
                  </a:lnTo>
                  <a:lnTo>
                    <a:pt x="2152381" y="2145832"/>
                  </a:lnTo>
                  <a:lnTo>
                    <a:pt x="2184539" y="2040815"/>
                  </a:lnTo>
                  <a:lnTo>
                    <a:pt x="2216713" y="1935643"/>
                  </a:lnTo>
                  <a:lnTo>
                    <a:pt x="2248846" y="1830879"/>
                  </a:lnTo>
                  <a:lnTo>
                    <a:pt x="2280883" y="1727078"/>
                  </a:lnTo>
                  <a:lnTo>
                    <a:pt x="2312776" y="1624776"/>
                  </a:lnTo>
                  <a:lnTo>
                    <a:pt x="2344481" y="1524473"/>
                  </a:lnTo>
                  <a:lnTo>
                    <a:pt x="2375964" y="1426630"/>
                  </a:lnTo>
                  <a:lnTo>
                    <a:pt x="2407204" y="1331654"/>
                  </a:lnTo>
                  <a:lnTo>
                    <a:pt x="2438192" y="1239898"/>
                  </a:lnTo>
                  <a:lnTo>
                    <a:pt x="2468934" y="1151654"/>
                  </a:lnTo>
                  <a:lnTo>
                    <a:pt x="2499453" y="1067150"/>
                  </a:lnTo>
                  <a:lnTo>
                    <a:pt x="2529790" y="986555"/>
                  </a:lnTo>
                  <a:lnTo>
                    <a:pt x="2560004" y="909972"/>
                  </a:lnTo>
                  <a:lnTo>
                    <a:pt x="2590176" y="837451"/>
                  </a:lnTo>
                  <a:lnTo>
                    <a:pt x="2620408" y="768985"/>
                  </a:lnTo>
                  <a:lnTo>
                    <a:pt x="2650829" y="704519"/>
                  </a:lnTo>
                  <a:lnTo>
                    <a:pt x="2667772" y="670585"/>
                  </a:lnTo>
                  <a:lnTo>
                    <a:pt x="2710808" y="590868"/>
                  </a:lnTo>
                  <a:lnTo>
                    <a:pt x="2755157" y="518579"/>
                  </a:lnTo>
                  <a:lnTo>
                    <a:pt x="2801409" y="453398"/>
                  </a:lnTo>
                  <a:lnTo>
                    <a:pt x="2850225" y="394753"/>
                  </a:lnTo>
                  <a:lnTo>
                    <a:pt x="2902289" y="341979"/>
                  </a:lnTo>
                  <a:lnTo>
                    <a:pt x="2958261" y="294410"/>
                  </a:lnTo>
                  <a:lnTo>
                    <a:pt x="3018717" y="251440"/>
                  </a:lnTo>
                  <a:lnTo>
                    <a:pt x="3084074" y="212554"/>
                  </a:lnTo>
                  <a:lnTo>
                    <a:pt x="3154495" y="177347"/>
                  </a:lnTo>
                  <a:lnTo>
                    <a:pt x="3229761" y="145532"/>
                  </a:lnTo>
                  <a:lnTo>
                    <a:pt x="3309138" y="116942"/>
                  </a:lnTo>
                  <a:lnTo>
                    <a:pt x="3391255" y="91516"/>
                  </a:lnTo>
                  <a:lnTo>
                    <a:pt x="3474029" y="69280"/>
                  </a:lnTo>
                  <a:lnTo>
                    <a:pt x="3554709" y="50303"/>
                  </a:lnTo>
                  <a:lnTo>
                    <a:pt x="3630093" y="34645"/>
                  </a:lnTo>
                  <a:lnTo>
                    <a:pt x="3696915" y="22295"/>
                  </a:lnTo>
                  <a:lnTo>
                    <a:pt x="3752377" y="13113"/>
                  </a:lnTo>
                  <a:lnTo>
                    <a:pt x="3794697" y="6802"/>
                  </a:lnTo>
                  <a:lnTo>
                    <a:pt x="3823503" y="2916"/>
                  </a:lnTo>
                  <a:lnTo>
                    <a:pt x="3840000" y="895"/>
                  </a:lnTo>
                  <a:lnTo>
                    <a:pt x="3846880" y="127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1" y="85"/>
                  </a:lnTo>
                  <a:lnTo>
                    <a:pt x="4394168" y="698"/>
                  </a:lnTo>
                  <a:lnTo>
                    <a:pt x="4410151" y="2391"/>
                  </a:lnTo>
                  <a:lnTo>
                    <a:pt x="4438679" y="5723"/>
                  </a:lnTo>
                  <a:lnTo>
                    <a:pt x="4481094" y="11205"/>
                  </a:lnTo>
                  <a:lnTo>
                    <a:pt x="4537074" y="19249"/>
                  </a:lnTo>
                  <a:lnTo>
                    <a:pt x="4604784" y="30128"/>
                  </a:lnTo>
                  <a:lnTo>
                    <a:pt x="4681313" y="43969"/>
                  </a:lnTo>
                  <a:lnTo>
                    <a:pt x="4763250" y="60784"/>
                  </a:lnTo>
                  <a:lnTo>
                    <a:pt x="4847256" y="80516"/>
                  </a:lnTo>
                  <a:lnTo>
                    <a:pt x="4930482" y="103104"/>
                  </a:lnTo>
                  <a:lnTo>
                    <a:pt x="5010789" y="128527"/>
                  </a:lnTo>
                  <a:lnTo>
                    <a:pt x="5086788" y="156847"/>
                  </a:lnTo>
                  <a:lnTo>
                    <a:pt x="5157761" y="188224"/>
                  </a:lnTo>
                  <a:lnTo>
                    <a:pt x="5223524" y="222929"/>
                  </a:lnTo>
                  <a:lnTo>
                    <a:pt x="5284280" y="261342"/>
                  </a:lnTo>
                  <a:lnTo>
                    <a:pt x="5340489" y="303942"/>
                  </a:lnTo>
                  <a:lnTo>
                    <a:pt x="5392771" y="351289"/>
                  </a:lnTo>
                  <a:lnTo>
                    <a:pt x="5441820" y="403992"/>
                  </a:lnTo>
                  <a:lnTo>
                    <a:pt x="5488351" y="462650"/>
                  </a:lnTo>
                  <a:lnTo>
                    <a:pt x="5533047" y="527752"/>
                  </a:lnTo>
                  <a:lnTo>
                    <a:pt x="5567201" y="583472"/>
                  </a:lnTo>
                  <a:lnTo>
                    <a:pt x="5599699" y="641188"/>
                  </a:lnTo>
                  <a:lnTo>
                    <a:pt x="5631901" y="702791"/>
                  </a:lnTo>
                  <a:lnTo>
                    <a:pt x="5663976" y="768361"/>
                  </a:lnTo>
                  <a:lnTo>
                    <a:pt x="5696060" y="837924"/>
                  </a:lnTo>
                  <a:lnTo>
                    <a:pt x="5728256" y="911451"/>
                  </a:lnTo>
                  <a:lnTo>
                    <a:pt x="5760645" y="988847"/>
                  </a:lnTo>
                  <a:lnTo>
                    <a:pt x="5793279" y="1069951"/>
                  </a:lnTo>
                  <a:lnTo>
                    <a:pt x="5826188" y="1154534"/>
                  </a:lnTo>
                  <a:lnTo>
                    <a:pt x="5859381" y="1242297"/>
                  </a:lnTo>
                  <a:lnTo>
                    <a:pt x="5892849" y="1332872"/>
                  </a:lnTo>
                  <a:lnTo>
                    <a:pt x="5926564" y="1425831"/>
                  </a:lnTo>
                  <a:lnTo>
                    <a:pt x="5960485" y="1520689"/>
                  </a:lnTo>
                  <a:lnTo>
                    <a:pt x="5994560" y="1616916"/>
                  </a:lnTo>
                  <a:lnTo>
                    <a:pt x="6028726" y="1713949"/>
                  </a:lnTo>
                  <a:lnTo>
                    <a:pt x="6062918" y="1811202"/>
                  </a:lnTo>
                  <a:lnTo>
                    <a:pt x="6097067" y="1908087"/>
                  </a:lnTo>
                  <a:lnTo>
                    <a:pt x="6131109" y="2004024"/>
                  </a:lnTo>
                  <a:lnTo>
                    <a:pt x="6164983" y="2098455"/>
                  </a:lnTo>
                  <a:lnTo>
                    <a:pt x="6198640" y="2190861"/>
                  </a:lnTo>
                  <a:lnTo>
                    <a:pt x="6232041" y="2280771"/>
                  </a:lnTo>
                  <a:lnTo>
                    <a:pt x="6265164" y="2367770"/>
                  </a:lnTo>
                  <a:lnTo>
                    <a:pt x="6298002" y="2451508"/>
                  </a:lnTo>
                  <a:lnTo>
                    <a:pt x="6330571" y="2531704"/>
                  </a:lnTo>
                  <a:lnTo>
                    <a:pt x="6362905" y="2608144"/>
                  </a:lnTo>
                  <a:lnTo>
                    <a:pt x="6395066" y="2680685"/>
                  </a:lnTo>
                  <a:lnTo>
                    <a:pt x="6427136" y="2749250"/>
                  </a:lnTo>
                  <a:lnTo>
                    <a:pt x="6459229" y="2813823"/>
                  </a:lnTo>
                  <a:lnTo>
                    <a:pt x="6491488" y="2874444"/>
                  </a:lnTo>
                  <a:lnTo>
                    <a:pt x="6515891" y="2917362"/>
                  </a:lnTo>
                  <a:lnTo>
                    <a:pt x="6559567" y="2987694"/>
                  </a:lnTo>
                  <a:lnTo>
                    <a:pt x="6604605" y="3051374"/>
                  </a:lnTo>
                  <a:lnTo>
                    <a:pt x="6651620" y="3108700"/>
                  </a:lnTo>
                  <a:lnTo>
                    <a:pt x="6701306" y="3160195"/>
                  </a:lnTo>
                  <a:lnTo>
                    <a:pt x="6754378" y="3206467"/>
                  </a:lnTo>
                  <a:lnTo>
                    <a:pt x="6811520" y="3248118"/>
                  </a:lnTo>
                  <a:lnTo>
                    <a:pt x="6873324" y="3285694"/>
                  </a:lnTo>
                  <a:lnTo>
                    <a:pt x="6940205" y="3319652"/>
                  </a:lnTo>
                  <a:lnTo>
                    <a:pt x="7012295" y="3350351"/>
                  </a:lnTo>
                  <a:lnTo>
                    <a:pt x="7089306" y="3378035"/>
                  </a:lnTo>
                  <a:lnTo>
                    <a:pt x="7170385" y="3402845"/>
                  </a:lnTo>
                  <a:lnTo>
                    <a:pt x="7253986" y="3424820"/>
                  </a:lnTo>
                  <a:lnTo>
                    <a:pt x="7337808" y="3443928"/>
                  </a:lnTo>
                  <a:lnTo>
                    <a:pt x="7418871" y="3460105"/>
                  </a:lnTo>
                  <a:lnTo>
                    <a:pt x="7493778" y="3473302"/>
                  </a:lnTo>
                  <a:lnTo>
                    <a:pt x="7559175" y="3483554"/>
                  </a:lnTo>
                  <a:lnTo>
                    <a:pt x="7612335" y="3491017"/>
                  </a:lnTo>
                  <a:lnTo>
                    <a:pt x="7651724" y="3495997"/>
                  </a:lnTo>
                  <a:lnTo>
                    <a:pt x="7677375" y="3498929"/>
                  </a:lnTo>
                  <a:lnTo>
                    <a:pt x="7690982" y="3500341"/>
                  </a:lnTo>
                  <a:lnTo>
                    <a:pt x="7695766" y="3500794"/>
                  </a:lnTo>
                  <a:lnTo>
                    <a:pt x="7696237" y="3500835"/>
                  </a:lnTo>
                  <a:lnTo>
                    <a:pt x="8234974" y="3500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0" name="pl1810"/>
            <p:cNvSpPr/>
            <p:nvPr/>
          </p:nvSpPr>
          <p:spPr>
            <a:xfrm>
              <a:off x="546595" y="1409245"/>
              <a:ext cx="8234974" cy="4023510"/>
            </a:xfrm>
            <a:custGeom>
              <a:avLst/>
              <a:pathLst>
                <a:path w="8234974" h="4023510">
                  <a:moveTo>
                    <a:pt x="8234974" y="3500835"/>
                  </a:moveTo>
                  <a:lnTo>
                    <a:pt x="7696237" y="3500835"/>
                  </a:lnTo>
                  <a:lnTo>
                    <a:pt x="7695271" y="3500749"/>
                  </a:lnTo>
                  <a:lnTo>
                    <a:pt x="7688924" y="3500137"/>
                  </a:lnTo>
                  <a:lnTo>
                    <a:pt x="7672941" y="3498444"/>
                  </a:lnTo>
                  <a:lnTo>
                    <a:pt x="7644414" y="3495112"/>
                  </a:lnTo>
                  <a:lnTo>
                    <a:pt x="7601998" y="3489630"/>
                  </a:lnTo>
                  <a:lnTo>
                    <a:pt x="7546019" y="3481585"/>
                  </a:lnTo>
                  <a:lnTo>
                    <a:pt x="7478309" y="3470706"/>
                  </a:lnTo>
                  <a:lnTo>
                    <a:pt x="7401780" y="3456865"/>
                  </a:lnTo>
                  <a:lnTo>
                    <a:pt x="7319842" y="3440051"/>
                  </a:lnTo>
                  <a:lnTo>
                    <a:pt x="7235836" y="3420318"/>
                  </a:lnTo>
                  <a:lnTo>
                    <a:pt x="7152610" y="3397731"/>
                  </a:lnTo>
                  <a:lnTo>
                    <a:pt x="7072304" y="3372307"/>
                  </a:lnTo>
                  <a:lnTo>
                    <a:pt x="6996304" y="3343988"/>
                  </a:lnTo>
                  <a:lnTo>
                    <a:pt x="6925331" y="3312611"/>
                  </a:lnTo>
                  <a:lnTo>
                    <a:pt x="6859568" y="3277905"/>
                  </a:lnTo>
                  <a:lnTo>
                    <a:pt x="6798813" y="3239493"/>
                  </a:lnTo>
                  <a:lnTo>
                    <a:pt x="6742603" y="3196893"/>
                  </a:lnTo>
                  <a:lnTo>
                    <a:pt x="6690322" y="3149546"/>
                  </a:lnTo>
                  <a:lnTo>
                    <a:pt x="6641273" y="3096842"/>
                  </a:lnTo>
                  <a:lnTo>
                    <a:pt x="6594741" y="3038185"/>
                  </a:lnTo>
                  <a:lnTo>
                    <a:pt x="6550046" y="2973082"/>
                  </a:lnTo>
                  <a:lnTo>
                    <a:pt x="6515891" y="2917362"/>
                  </a:lnTo>
                  <a:lnTo>
                    <a:pt x="6483394" y="2859646"/>
                  </a:lnTo>
                  <a:lnTo>
                    <a:pt x="6451192" y="2798043"/>
                  </a:lnTo>
                  <a:lnTo>
                    <a:pt x="6419116" y="2732474"/>
                  </a:lnTo>
                  <a:lnTo>
                    <a:pt x="6387033" y="2662910"/>
                  </a:lnTo>
                  <a:lnTo>
                    <a:pt x="6354836" y="2589384"/>
                  </a:lnTo>
                  <a:lnTo>
                    <a:pt x="6322447" y="2511988"/>
                  </a:lnTo>
                  <a:lnTo>
                    <a:pt x="6289814" y="2430884"/>
                  </a:lnTo>
                  <a:lnTo>
                    <a:pt x="6256905" y="2346300"/>
                  </a:lnTo>
                  <a:lnTo>
                    <a:pt x="6223712" y="2258538"/>
                  </a:lnTo>
                  <a:lnTo>
                    <a:pt x="6190244" y="2167962"/>
                  </a:lnTo>
                  <a:lnTo>
                    <a:pt x="6156528" y="2075003"/>
                  </a:lnTo>
                  <a:lnTo>
                    <a:pt x="6122607" y="1980145"/>
                  </a:lnTo>
                  <a:lnTo>
                    <a:pt x="6088532" y="1883918"/>
                  </a:lnTo>
                  <a:lnTo>
                    <a:pt x="6054366" y="1786886"/>
                  </a:lnTo>
                  <a:lnTo>
                    <a:pt x="6020175" y="1689632"/>
                  </a:lnTo>
                  <a:lnTo>
                    <a:pt x="5986025" y="1592747"/>
                  </a:lnTo>
                  <a:lnTo>
                    <a:pt x="5951983" y="1496811"/>
                  </a:lnTo>
                  <a:lnTo>
                    <a:pt x="5918109" y="1402380"/>
                  </a:lnTo>
                  <a:lnTo>
                    <a:pt x="5884452" y="1309973"/>
                  </a:lnTo>
                  <a:lnTo>
                    <a:pt x="5851051" y="1220064"/>
                  </a:lnTo>
                  <a:lnTo>
                    <a:pt x="5817929" y="1133065"/>
                  </a:lnTo>
                  <a:lnTo>
                    <a:pt x="5785090" y="1049326"/>
                  </a:lnTo>
                  <a:lnTo>
                    <a:pt x="5752522" y="969131"/>
                  </a:lnTo>
                  <a:lnTo>
                    <a:pt x="5720187" y="892691"/>
                  </a:lnTo>
                  <a:lnTo>
                    <a:pt x="5688027" y="820149"/>
                  </a:lnTo>
                  <a:lnTo>
                    <a:pt x="5655956" y="751584"/>
                  </a:lnTo>
                  <a:lnTo>
                    <a:pt x="5623863" y="687011"/>
                  </a:lnTo>
                  <a:lnTo>
                    <a:pt x="5591605" y="626390"/>
                  </a:lnTo>
                  <a:lnTo>
                    <a:pt x="5567201" y="583472"/>
                  </a:lnTo>
                  <a:lnTo>
                    <a:pt x="5523525" y="513141"/>
                  </a:lnTo>
                  <a:lnTo>
                    <a:pt x="5478488" y="449460"/>
                  </a:lnTo>
                  <a:lnTo>
                    <a:pt x="5431473" y="392135"/>
                  </a:lnTo>
                  <a:lnTo>
                    <a:pt x="5381786" y="340640"/>
                  </a:lnTo>
                  <a:lnTo>
                    <a:pt x="5328715" y="294367"/>
                  </a:lnTo>
                  <a:lnTo>
                    <a:pt x="5271572" y="252716"/>
                  </a:lnTo>
                  <a:lnTo>
                    <a:pt x="5209768" y="215141"/>
                  </a:lnTo>
                  <a:lnTo>
                    <a:pt x="5142887" y="181182"/>
                  </a:lnTo>
                  <a:lnTo>
                    <a:pt x="5070797" y="150484"/>
                  </a:lnTo>
                  <a:lnTo>
                    <a:pt x="4993787" y="122799"/>
                  </a:lnTo>
                  <a:lnTo>
                    <a:pt x="4912707" y="97990"/>
                  </a:lnTo>
                  <a:lnTo>
                    <a:pt x="4829106" y="76015"/>
                  </a:lnTo>
                  <a:lnTo>
                    <a:pt x="4745284" y="56906"/>
                  </a:lnTo>
                  <a:lnTo>
                    <a:pt x="4664221" y="40730"/>
                  </a:lnTo>
                  <a:lnTo>
                    <a:pt x="4589314" y="27532"/>
                  </a:lnTo>
                  <a:lnTo>
                    <a:pt x="4523918" y="17280"/>
                  </a:lnTo>
                  <a:lnTo>
                    <a:pt x="4470757" y="9817"/>
                  </a:lnTo>
                  <a:lnTo>
                    <a:pt x="4431368" y="4838"/>
                  </a:lnTo>
                  <a:lnTo>
                    <a:pt x="4405718" y="1906"/>
                  </a:lnTo>
                  <a:lnTo>
                    <a:pt x="4392110" y="494"/>
                  </a:lnTo>
                  <a:lnTo>
                    <a:pt x="4387327" y="4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3" y="94"/>
                  </a:lnTo>
                  <a:lnTo>
                    <a:pt x="3841107" y="767"/>
                  </a:lnTo>
                  <a:lnTo>
                    <a:pt x="3825761" y="2629"/>
                  </a:lnTo>
                  <a:lnTo>
                    <a:pt x="3798320" y="6293"/>
                  </a:lnTo>
                  <a:lnTo>
                    <a:pt x="3757418" y="12328"/>
                  </a:lnTo>
                  <a:lnTo>
                    <a:pt x="3703262" y="21194"/>
                  </a:lnTo>
                  <a:lnTo>
                    <a:pt x="3637506" y="33206"/>
                  </a:lnTo>
                  <a:lnTo>
                    <a:pt x="3562866" y="48516"/>
                  </a:lnTo>
                  <a:lnTo>
                    <a:pt x="3482582" y="67150"/>
                  </a:lnTo>
                  <a:lnTo>
                    <a:pt x="3399889" y="89050"/>
                  </a:lnTo>
                  <a:lnTo>
                    <a:pt x="3317594" y="114146"/>
                  </a:lnTo>
                  <a:lnTo>
                    <a:pt x="3237855" y="142405"/>
                  </a:lnTo>
                  <a:lnTo>
                    <a:pt x="3162116" y="173878"/>
                  </a:lnTo>
                  <a:lnTo>
                    <a:pt x="3091173" y="208721"/>
                  </a:lnTo>
                  <a:lnTo>
                    <a:pt x="3025290" y="247207"/>
                  </a:lnTo>
                  <a:lnTo>
                    <a:pt x="2964340" y="289729"/>
                  </a:lnTo>
                  <a:lnTo>
                    <a:pt x="2907926" y="336793"/>
                  </a:lnTo>
                  <a:lnTo>
                    <a:pt x="2855484" y="388994"/>
                  </a:lnTo>
                  <a:lnTo>
                    <a:pt x="2806362" y="446995"/>
                  </a:lnTo>
                  <a:lnTo>
                    <a:pt x="2759875" y="511466"/>
                  </a:lnTo>
                  <a:lnTo>
                    <a:pt x="2715357" y="582994"/>
                  </a:lnTo>
                  <a:lnTo>
                    <a:pt x="2672208" y="661935"/>
                  </a:lnTo>
                  <a:lnTo>
                    <a:pt x="2667772" y="670585"/>
                  </a:lnTo>
                  <a:lnTo>
                    <a:pt x="2637182" y="732881"/>
                  </a:lnTo>
                  <a:lnTo>
                    <a:pt x="2606863" y="799128"/>
                  </a:lnTo>
                  <a:lnTo>
                    <a:pt x="2576672" y="869404"/>
                  </a:lnTo>
                  <a:lnTo>
                    <a:pt x="2546493" y="943745"/>
                  </a:lnTo>
                  <a:lnTo>
                    <a:pt x="2516232" y="1022133"/>
                  </a:lnTo>
                  <a:lnTo>
                    <a:pt x="2485820" y="1104494"/>
                  </a:lnTo>
                  <a:lnTo>
                    <a:pt x="2455205" y="1190696"/>
                  </a:lnTo>
                  <a:lnTo>
                    <a:pt x="2424354" y="1280544"/>
                  </a:lnTo>
                  <a:lnTo>
                    <a:pt x="2393254" y="1373781"/>
                  </a:lnTo>
                  <a:lnTo>
                    <a:pt x="2361903" y="1470087"/>
                  </a:lnTo>
                  <a:lnTo>
                    <a:pt x="2330317" y="1569085"/>
                  </a:lnTo>
                  <a:lnTo>
                    <a:pt x="2298524" y="1670342"/>
                  </a:lnTo>
                  <a:lnTo>
                    <a:pt x="2266560" y="1773379"/>
                  </a:lnTo>
                  <a:lnTo>
                    <a:pt x="2234474" y="1877678"/>
                  </a:lnTo>
                  <a:lnTo>
                    <a:pt x="2202316" y="1982694"/>
                  </a:lnTo>
                  <a:lnTo>
                    <a:pt x="2170142" y="2087867"/>
                  </a:lnTo>
                  <a:lnTo>
                    <a:pt x="2138009" y="2192631"/>
                  </a:lnTo>
                  <a:lnTo>
                    <a:pt x="2105971" y="2296432"/>
                  </a:lnTo>
                  <a:lnTo>
                    <a:pt x="2074079" y="2398734"/>
                  </a:lnTo>
                  <a:lnTo>
                    <a:pt x="2042374" y="2499036"/>
                  </a:lnTo>
                  <a:lnTo>
                    <a:pt x="2010891" y="2596880"/>
                  </a:lnTo>
                  <a:lnTo>
                    <a:pt x="1979651" y="2691856"/>
                  </a:lnTo>
                  <a:lnTo>
                    <a:pt x="1948663" y="2783612"/>
                  </a:lnTo>
                  <a:lnTo>
                    <a:pt x="1917921" y="2871856"/>
                  </a:lnTo>
                  <a:lnTo>
                    <a:pt x="1887402" y="2956359"/>
                  </a:lnTo>
                  <a:lnTo>
                    <a:pt x="1857065" y="3036955"/>
                  </a:lnTo>
                  <a:lnTo>
                    <a:pt x="1826851" y="3113537"/>
                  </a:lnTo>
                  <a:lnTo>
                    <a:pt x="1796679" y="3186058"/>
                  </a:lnTo>
                  <a:lnTo>
                    <a:pt x="1766446" y="3254524"/>
                  </a:lnTo>
                  <a:lnTo>
                    <a:pt x="1736025" y="3318991"/>
                  </a:lnTo>
                  <a:lnTo>
                    <a:pt x="1719082" y="3352925"/>
                  </a:lnTo>
                  <a:lnTo>
                    <a:pt x="1676047" y="3432642"/>
                  </a:lnTo>
                  <a:lnTo>
                    <a:pt x="1631697" y="3504931"/>
                  </a:lnTo>
                  <a:lnTo>
                    <a:pt x="1585446" y="3570112"/>
                  </a:lnTo>
                  <a:lnTo>
                    <a:pt x="1536630" y="3628756"/>
                  </a:lnTo>
                  <a:lnTo>
                    <a:pt x="1484566" y="3681531"/>
                  </a:lnTo>
                  <a:lnTo>
                    <a:pt x="1428594" y="3729100"/>
                  </a:lnTo>
                  <a:lnTo>
                    <a:pt x="1368138" y="3772070"/>
                  </a:lnTo>
                  <a:lnTo>
                    <a:pt x="1302780" y="3810956"/>
                  </a:lnTo>
                  <a:lnTo>
                    <a:pt x="1232360" y="3846163"/>
                  </a:lnTo>
                  <a:lnTo>
                    <a:pt x="1157094" y="3877978"/>
                  </a:lnTo>
                  <a:lnTo>
                    <a:pt x="1077716" y="3906568"/>
                  </a:lnTo>
                  <a:lnTo>
                    <a:pt x="995599" y="3931994"/>
                  </a:lnTo>
                  <a:lnTo>
                    <a:pt x="912826" y="3954230"/>
                  </a:lnTo>
                  <a:lnTo>
                    <a:pt x="832145" y="3973207"/>
                  </a:lnTo>
                  <a:lnTo>
                    <a:pt x="756761" y="3988865"/>
                  </a:lnTo>
                  <a:lnTo>
                    <a:pt x="689940" y="4001215"/>
                  </a:lnTo>
                  <a:lnTo>
                    <a:pt x="634477" y="4010397"/>
                  </a:lnTo>
                  <a:lnTo>
                    <a:pt x="592158" y="4016708"/>
                  </a:lnTo>
                  <a:lnTo>
                    <a:pt x="563351" y="4020594"/>
                  </a:lnTo>
                  <a:lnTo>
                    <a:pt x="546854" y="4022615"/>
                  </a:lnTo>
                  <a:lnTo>
                    <a:pt x="539975" y="4023383"/>
                  </a:lnTo>
                  <a:lnTo>
                    <a:pt x="538737" y="4023510"/>
                  </a:lnTo>
                  <a:lnTo>
                    <a:pt x="538736" y="4023510"/>
                  </a:lnTo>
                  <a:lnTo>
                    <a:pt x="0" y="40235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1" name="pg1811"/>
            <p:cNvSpPr/>
            <p:nvPr/>
          </p:nvSpPr>
          <p:spPr>
            <a:xfrm>
              <a:off x="546595" y="3320277"/>
              <a:ext cx="8234974" cy="2166924"/>
            </a:xfrm>
            <a:custGeom>
              <a:avLst/>
              <a:pathLst>
                <a:path w="8234974" h="2166924">
                  <a:moveTo>
                    <a:pt x="0" y="2166924"/>
                  </a:moveTo>
                  <a:lnTo>
                    <a:pt x="538736" y="2166924"/>
                  </a:lnTo>
                  <a:lnTo>
                    <a:pt x="539956" y="2166857"/>
                  </a:lnTo>
                  <a:lnTo>
                    <a:pt x="547930" y="2166376"/>
                  </a:lnTo>
                  <a:lnTo>
                    <a:pt x="567853" y="2165045"/>
                  </a:lnTo>
                  <a:lnTo>
                    <a:pt x="603022" y="2162433"/>
                  </a:lnTo>
                  <a:lnTo>
                    <a:pt x="654529" y="2158157"/>
                  </a:lnTo>
                  <a:lnTo>
                    <a:pt x="721215" y="2151935"/>
                  </a:lnTo>
                  <a:lnTo>
                    <a:pt x="800062" y="2143605"/>
                  </a:lnTo>
                  <a:lnTo>
                    <a:pt x="886957" y="2133119"/>
                  </a:lnTo>
                  <a:lnTo>
                    <a:pt x="977566" y="2120505"/>
                  </a:lnTo>
                  <a:lnTo>
                    <a:pt x="1068055" y="2105816"/>
                  </a:lnTo>
                  <a:lnTo>
                    <a:pt x="1155507" y="2089074"/>
                  </a:lnTo>
                  <a:lnTo>
                    <a:pt x="1238036" y="2070242"/>
                  </a:lnTo>
                  <a:lnTo>
                    <a:pt x="1314688" y="2049198"/>
                  </a:lnTo>
                  <a:lnTo>
                    <a:pt x="1385243" y="2025727"/>
                  </a:lnTo>
                  <a:lnTo>
                    <a:pt x="1450001" y="1999521"/>
                  </a:lnTo>
                  <a:lnTo>
                    <a:pt x="1509594" y="1970193"/>
                  </a:lnTo>
                  <a:lnTo>
                    <a:pt x="1564840" y="1937290"/>
                  </a:lnTo>
                  <a:lnTo>
                    <a:pt x="1616637" y="1900331"/>
                  </a:lnTo>
                  <a:lnTo>
                    <a:pt x="1665880" y="1858877"/>
                  </a:lnTo>
                  <a:lnTo>
                    <a:pt x="1713382" y="1812640"/>
                  </a:lnTo>
                  <a:lnTo>
                    <a:pt x="1719082" y="1806677"/>
                  </a:lnTo>
                  <a:lnTo>
                    <a:pt x="1758310" y="1763315"/>
                  </a:lnTo>
                  <a:lnTo>
                    <a:pt x="1797159" y="1716432"/>
                  </a:lnTo>
                  <a:lnTo>
                    <a:pt x="1835909" y="1665957"/>
                  </a:lnTo>
                  <a:lnTo>
                    <a:pt x="1874771" y="1611895"/>
                  </a:lnTo>
                  <a:lnTo>
                    <a:pt x="1913895" y="1554329"/>
                  </a:lnTo>
                  <a:lnTo>
                    <a:pt x="1953378" y="1493428"/>
                  </a:lnTo>
                  <a:lnTo>
                    <a:pt x="1993267" y="1429456"/>
                  </a:lnTo>
                  <a:lnTo>
                    <a:pt x="2033568" y="1362763"/>
                  </a:lnTo>
                  <a:lnTo>
                    <a:pt x="2074245" y="1293789"/>
                  </a:lnTo>
                  <a:lnTo>
                    <a:pt x="2115231" y="1223047"/>
                  </a:lnTo>
                  <a:lnTo>
                    <a:pt x="2156433" y="1151114"/>
                  </a:lnTo>
                  <a:lnTo>
                    <a:pt x="2197740" y="1078609"/>
                  </a:lnTo>
                  <a:lnTo>
                    <a:pt x="2239035" y="1006170"/>
                  </a:lnTo>
                  <a:lnTo>
                    <a:pt x="2280201" y="934436"/>
                  </a:lnTo>
                  <a:lnTo>
                    <a:pt x="2321129" y="864017"/>
                  </a:lnTo>
                  <a:lnTo>
                    <a:pt x="2361732" y="795479"/>
                  </a:lnTo>
                  <a:lnTo>
                    <a:pt x="2401948" y="729321"/>
                  </a:lnTo>
                  <a:lnTo>
                    <a:pt x="2441751" y="665963"/>
                  </a:lnTo>
                  <a:lnTo>
                    <a:pt x="2481154" y="605740"/>
                  </a:lnTo>
                  <a:lnTo>
                    <a:pt x="2520213" y="548894"/>
                  </a:lnTo>
                  <a:lnTo>
                    <a:pt x="2559037" y="495577"/>
                  </a:lnTo>
                  <a:lnTo>
                    <a:pt x="2597789" y="445854"/>
                  </a:lnTo>
                  <a:lnTo>
                    <a:pt x="2636692" y="399714"/>
                  </a:lnTo>
                  <a:lnTo>
                    <a:pt x="2667772" y="365691"/>
                  </a:lnTo>
                  <a:lnTo>
                    <a:pt x="2715110" y="318864"/>
                  </a:lnTo>
                  <a:lnTo>
                    <a:pt x="2764100" y="276838"/>
                  </a:lnTo>
                  <a:lnTo>
                    <a:pt x="2815539" y="239354"/>
                  </a:lnTo>
                  <a:lnTo>
                    <a:pt x="2870316" y="205982"/>
                  </a:lnTo>
                  <a:lnTo>
                    <a:pt x="2929333" y="176244"/>
                  </a:lnTo>
                  <a:lnTo>
                    <a:pt x="2993423" y="149680"/>
                  </a:lnTo>
                  <a:lnTo>
                    <a:pt x="3063248" y="125894"/>
                  </a:lnTo>
                  <a:lnTo>
                    <a:pt x="3139157" y="104568"/>
                  </a:lnTo>
                  <a:lnTo>
                    <a:pt x="3221004" y="85475"/>
                  </a:lnTo>
                  <a:lnTo>
                    <a:pt x="3307937" y="68482"/>
                  </a:lnTo>
                  <a:lnTo>
                    <a:pt x="3398192" y="53542"/>
                  </a:lnTo>
                  <a:lnTo>
                    <a:pt x="3488975" y="40673"/>
                  </a:lnTo>
                  <a:lnTo>
                    <a:pt x="3576550" y="29926"/>
                  </a:lnTo>
                  <a:lnTo>
                    <a:pt x="3656610" y="21333"/>
                  </a:lnTo>
                  <a:lnTo>
                    <a:pt x="3724968" y="14860"/>
                  </a:lnTo>
                  <a:lnTo>
                    <a:pt x="3778429" y="10360"/>
                  </a:lnTo>
                  <a:lnTo>
                    <a:pt x="3815576" y="7564"/>
                  </a:lnTo>
                  <a:lnTo>
                    <a:pt x="3837222" y="6100"/>
                  </a:lnTo>
                  <a:lnTo>
                    <a:pt x="3846408" y="553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4" y="5488"/>
                  </a:lnTo>
                  <a:lnTo>
                    <a:pt x="4396409" y="5801"/>
                  </a:lnTo>
                  <a:lnTo>
                    <a:pt x="4417079" y="6666"/>
                  </a:lnTo>
                  <a:lnTo>
                    <a:pt x="4453494" y="8365"/>
                  </a:lnTo>
                  <a:lnTo>
                    <a:pt x="4506675" y="11142"/>
                  </a:lnTo>
                  <a:lnTo>
                    <a:pt x="4575287" y="15177"/>
                  </a:lnTo>
                  <a:lnTo>
                    <a:pt x="4656075" y="20570"/>
                  </a:lnTo>
                  <a:lnTo>
                    <a:pt x="4744706" y="27345"/>
                  </a:lnTo>
                  <a:lnTo>
                    <a:pt x="4836695" y="35482"/>
                  </a:lnTo>
                  <a:lnTo>
                    <a:pt x="4928146" y="44948"/>
                  </a:lnTo>
                  <a:lnTo>
                    <a:pt x="5016159" y="55730"/>
                  </a:lnTo>
                  <a:lnTo>
                    <a:pt x="5098918" y="67862"/>
                  </a:lnTo>
                  <a:lnTo>
                    <a:pt x="5175560" y="81431"/>
                  </a:lnTo>
                  <a:lnTo>
                    <a:pt x="5245964" y="96589"/>
                  </a:lnTo>
                  <a:lnTo>
                    <a:pt x="5310515" y="113543"/>
                  </a:lnTo>
                  <a:lnTo>
                    <a:pt x="5369920" y="132557"/>
                  </a:lnTo>
                  <a:lnTo>
                    <a:pt x="5425054" y="153930"/>
                  </a:lnTo>
                  <a:lnTo>
                    <a:pt x="5476860" y="177974"/>
                  </a:lnTo>
                  <a:lnTo>
                    <a:pt x="5526255" y="204958"/>
                  </a:lnTo>
                  <a:lnTo>
                    <a:pt x="5567201" y="230485"/>
                  </a:lnTo>
                  <a:lnTo>
                    <a:pt x="5612217" y="261783"/>
                  </a:lnTo>
                  <a:lnTo>
                    <a:pt x="5656792" y="295994"/>
                  </a:lnTo>
                  <a:lnTo>
                    <a:pt x="5701325" y="333168"/>
                  </a:lnTo>
                  <a:lnTo>
                    <a:pt x="5746101" y="373274"/>
                  </a:lnTo>
                  <a:lnTo>
                    <a:pt x="5791305" y="416193"/>
                  </a:lnTo>
                  <a:lnTo>
                    <a:pt x="5837034" y="461703"/>
                  </a:lnTo>
                  <a:lnTo>
                    <a:pt x="5883306" y="509488"/>
                  </a:lnTo>
                  <a:lnTo>
                    <a:pt x="5930070" y="559136"/>
                  </a:lnTo>
                  <a:lnTo>
                    <a:pt x="5977220" y="610154"/>
                  </a:lnTo>
                  <a:lnTo>
                    <a:pt x="6024607" y="661983"/>
                  </a:lnTo>
                  <a:lnTo>
                    <a:pt x="6072059" y="714029"/>
                  </a:lnTo>
                  <a:lnTo>
                    <a:pt x="6119395" y="765686"/>
                  </a:lnTo>
                  <a:lnTo>
                    <a:pt x="6166448" y="816366"/>
                  </a:lnTo>
                  <a:lnTo>
                    <a:pt x="6213080" y="865528"/>
                  </a:lnTo>
                  <a:lnTo>
                    <a:pt x="6259199" y="912700"/>
                  </a:lnTo>
                  <a:lnTo>
                    <a:pt x="6304773" y="957497"/>
                  </a:lnTo>
                  <a:lnTo>
                    <a:pt x="6349841" y="999629"/>
                  </a:lnTo>
                  <a:lnTo>
                    <a:pt x="6394525" y="1038904"/>
                  </a:lnTo>
                  <a:lnTo>
                    <a:pt x="6439036" y="1075230"/>
                  </a:lnTo>
                  <a:lnTo>
                    <a:pt x="6483691" y="1108599"/>
                  </a:lnTo>
                  <a:lnTo>
                    <a:pt x="6515891" y="1130648"/>
                  </a:lnTo>
                  <a:lnTo>
                    <a:pt x="6563874" y="1160272"/>
                  </a:lnTo>
                  <a:lnTo>
                    <a:pt x="6613564" y="1186818"/>
                  </a:lnTo>
                  <a:lnTo>
                    <a:pt x="6665794" y="1210456"/>
                  </a:lnTo>
                  <a:lnTo>
                    <a:pt x="6721490" y="1231468"/>
                  </a:lnTo>
                  <a:lnTo>
                    <a:pt x="6781588" y="1250166"/>
                  </a:lnTo>
                  <a:lnTo>
                    <a:pt x="6846949" y="1266845"/>
                  </a:lnTo>
                  <a:lnTo>
                    <a:pt x="6918241" y="1281760"/>
                  </a:lnTo>
                  <a:lnTo>
                    <a:pt x="6995792" y="1295114"/>
                  </a:lnTo>
                  <a:lnTo>
                    <a:pt x="7079385" y="1307046"/>
                  </a:lnTo>
                  <a:lnTo>
                    <a:pt x="7168034" y="1317637"/>
                  </a:lnTo>
                  <a:lnTo>
                    <a:pt x="7259768" y="1326912"/>
                  </a:lnTo>
                  <a:lnTo>
                    <a:pt x="7351532" y="1334854"/>
                  </a:lnTo>
                  <a:lnTo>
                    <a:pt x="7439311" y="1341429"/>
                  </a:lnTo>
                  <a:lnTo>
                    <a:pt x="7518589" y="1346622"/>
                  </a:lnTo>
                  <a:lnTo>
                    <a:pt x="7585130" y="1350467"/>
                  </a:lnTo>
                  <a:lnTo>
                    <a:pt x="7635913" y="1353075"/>
                  </a:lnTo>
                  <a:lnTo>
                    <a:pt x="7669926" y="1354637"/>
                  </a:lnTo>
                  <a:lnTo>
                    <a:pt x="7688544" y="1355404"/>
                  </a:lnTo>
                  <a:lnTo>
                    <a:pt x="7695437" y="1355661"/>
                  </a:lnTo>
                  <a:lnTo>
                    <a:pt x="7696237" y="1355689"/>
                  </a:lnTo>
                  <a:lnTo>
                    <a:pt x="8234974" y="1355689"/>
                  </a:lnTo>
                  <a:lnTo>
                    <a:pt x="8234974" y="1350244"/>
                  </a:lnTo>
                  <a:lnTo>
                    <a:pt x="7696237" y="1350244"/>
                  </a:lnTo>
                  <a:lnTo>
                    <a:pt x="7694968" y="1350200"/>
                  </a:lnTo>
                  <a:lnTo>
                    <a:pt x="7686684" y="1349887"/>
                  </a:lnTo>
                  <a:lnTo>
                    <a:pt x="7666013" y="1349022"/>
                  </a:lnTo>
                  <a:lnTo>
                    <a:pt x="7629599" y="1347323"/>
                  </a:lnTo>
                  <a:lnTo>
                    <a:pt x="7576417" y="1344546"/>
                  </a:lnTo>
                  <a:lnTo>
                    <a:pt x="7507806" y="1340511"/>
                  </a:lnTo>
                  <a:lnTo>
                    <a:pt x="7427018" y="1335118"/>
                  </a:lnTo>
                  <a:lnTo>
                    <a:pt x="7338386" y="1328343"/>
                  </a:lnTo>
                  <a:lnTo>
                    <a:pt x="7246397" y="1320206"/>
                  </a:lnTo>
                  <a:lnTo>
                    <a:pt x="7154947" y="1310740"/>
                  </a:lnTo>
                  <a:lnTo>
                    <a:pt x="7066933" y="1299958"/>
                  </a:lnTo>
                  <a:lnTo>
                    <a:pt x="6984175" y="1287826"/>
                  </a:lnTo>
                  <a:lnTo>
                    <a:pt x="6907532" y="1274257"/>
                  </a:lnTo>
                  <a:lnTo>
                    <a:pt x="6837129" y="1259099"/>
                  </a:lnTo>
                  <a:lnTo>
                    <a:pt x="6772577" y="1242145"/>
                  </a:lnTo>
                  <a:lnTo>
                    <a:pt x="6713173" y="1223131"/>
                  </a:lnTo>
                  <a:lnTo>
                    <a:pt x="6658038" y="1201758"/>
                  </a:lnTo>
                  <a:lnTo>
                    <a:pt x="6606232" y="1177714"/>
                  </a:lnTo>
                  <a:lnTo>
                    <a:pt x="6556837" y="1150730"/>
                  </a:lnTo>
                  <a:lnTo>
                    <a:pt x="6515891" y="1125203"/>
                  </a:lnTo>
                  <a:lnTo>
                    <a:pt x="6470876" y="1093905"/>
                  </a:lnTo>
                  <a:lnTo>
                    <a:pt x="6426301" y="1059694"/>
                  </a:lnTo>
                  <a:lnTo>
                    <a:pt x="6381767" y="1022520"/>
                  </a:lnTo>
                  <a:lnTo>
                    <a:pt x="6336991" y="982414"/>
                  </a:lnTo>
                  <a:lnTo>
                    <a:pt x="6291787" y="939495"/>
                  </a:lnTo>
                  <a:lnTo>
                    <a:pt x="6246058" y="893985"/>
                  </a:lnTo>
                  <a:lnTo>
                    <a:pt x="6199786" y="846200"/>
                  </a:lnTo>
                  <a:lnTo>
                    <a:pt x="6153022" y="796552"/>
                  </a:lnTo>
                  <a:lnTo>
                    <a:pt x="6105872" y="745534"/>
                  </a:lnTo>
                  <a:lnTo>
                    <a:pt x="6058485" y="693705"/>
                  </a:lnTo>
                  <a:lnTo>
                    <a:pt x="6011033" y="641659"/>
                  </a:lnTo>
                  <a:lnTo>
                    <a:pt x="5963697" y="590002"/>
                  </a:lnTo>
                  <a:lnTo>
                    <a:pt x="5916644" y="539323"/>
                  </a:lnTo>
                  <a:lnTo>
                    <a:pt x="5870012" y="490160"/>
                  </a:lnTo>
                  <a:lnTo>
                    <a:pt x="5823893" y="442988"/>
                  </a:lnTo>
                  <a:lnTo>
                    <a:pt x="5778319" y="398191"/>
                  </a:lnTo>
                  <a:lnTo>
                    <a:pt x="5733251" y="356059"/>
                  </a:lnTo>
                  <a:lnTo>
                    <a:pt x="5688568" y="316784"/>
                  </a:lnTo>
                  <a:lnTo>
                    <a:pt x="5644056" y="280458"/>
                  </a:lnTo>
                  <a:lnTo>
                    <a:pt x="5599401" y="247089"/>
                  </a:lnTo>
                  <a:lnTo>
                    <a:pt x="5567201" y="225040"/>
                  </a:lnTo>
                  <a:lnTo>
                    <a:pt x="5519218" y="195416"/>
                  </a:lnTo>
                  <a:lnTo>
                    <a:pt x="5469528" y="168870"/>
                  </a:lnTo>
                  <a:lnTo>
                    <a:pt x="5417298" y="145232"/>
                  </a:lnTo>
                  <a:lnTo>
                    <a:pt x="5361603" y="124220"/>
                  </a:lnTo>
                  <a:lnTo>
                    <a:pt x="5301505" y="105522"/>
                  </a:lnTo>
                  <a:lnTo>
                    <a:pt x="5236144" y="88843"/>
                  </a:lnTo>
                  <a:lnTo>
                    <a:pt x="5164851" y="73928"/>
                  </a:lnTo>
                  <a:lnTo>
                    <a:pt x="5087300" y="60574"/>
                  </a:lnTo>
                  <a:lnTo>
                    <a:pt x="5003707" y="48642"/>
                  </a:lnTo>
                  <a:lnTo>
                    <a:pt x="4915059" y="38051"/>
                  </a:lnTo>
                  <a:lnTo>
                    <a:pt x="4823324" y="28776"/>
                  </a:lnTo>
                  <a:lnTo>
                    <a:pt x="4731560" y="20834"/>
                  </a:lnTo>
                  <a:lnTo>
                    <a:pt x="4643781" y="14259"/>
                  </a:lnTo>
                  <a:lnTo>
                    <a:pt x="4564503" y="9066"/>
                  </a:lnTo>
                  <a:lnTo>
                    <a:pt x="4497962" y="5221"/>
                  </a:lnTo>
                  <a:lnTo>
                    <a:pt x="4447179" y="2613"/>
                  </a:lnTo>
                  <a:lnTo>
                    <a:pt x="4413166" y="1051"/>
                  </a:lnTo>
                  <a:lnTo>
                    <a:pt x="4394548" y="284"/>
                  </a:lnTo>
                  <a:lnTo>
                    <a:pt x="4387656" y="2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8" y="67"/>
                  </a:lnTo>
                  <a:lnTo>
                    <a:pt x="3838925" y="548"/>
                  </a:lnTo>
                  <a:lnTo>
                    <a:pt x="3819001" y="1879"/>
                  </a:lnTo>
                  <a:lnTo>
                    <a:pt x="3783832" y="4491"/>
                  </a:lnTo>
                  <a:lnTo>
                    <a:pt x="3732325" y="8766"/>
                  </a:lnTo>
                  <a:lnTo>
                    <a:pt x="3665640" y="14989"/>
                  </a:lnTo>
                  <a:lnTo>
                    <a:pt x="3586793" y="23319"/>
                  </a:lnTo>
                  <a:lnTo>
                    <a:pt x="3499898" y="33805"/>
                  </a:lnTo>
                  <a:lnTo>
                    <a:pt x="3409289" y="46418"/>
                  </a:lnTo>
                  <a:lnTo>
                    <a:pt x="3318800" y="61108"/>
                  </a:lnTo>
                  <a:lnTo>
                    <a:pt x="3231348" y="77850"/>
                  </a:lnTo>
                  <a:lnTo>
                    <a:pt x="3148819" y="96682"/>
                  </a:lnTo>
                  <a:lnTo>
                    <a:pt x="3072167" y="117726"/>
                  </a:lnTo>
                  <a:lnTo>
                    <a:pt x="3001612" y="141197"/>
                  </a:lnTo>
                  <a:lnTo>
                    <a:pt x="2936854" y="167402"/>
                  </a:lnTo>
                  <a:lnTo>
                    <a:pt x="2877261" y="196730"/>
                  </a:lnTo>
                  <a:lnTo>
                    <a:pt x="2822015" y="229634"/>
                  </a:lnTo>
                  <a:lnTo>
                    <a:pt x="2770218" y="266592"/>
                  </a:lnTo>
                  <a:lnTo>
                    <a:pt x="2720975" y="308046"/>
                  </a:lnTo>
                  <a:lnTo>
                    <a:pt x="2673473" y="354284"/>
                  </a:lnTo>
                  <a:lnTo>
                    <a:pt x="2667772" y="360246"/>
                  </a:lnTo>
                  <a:lnTo>
                    <a:pt x="2628545" y="403608"/>
                  </a:lnTo>
                  <a:lnTo>
                    <a:pt x="2589695" y="450492"/>
                  </a:lnTo>
                  <a:lnTo>
                    <a:pt x="2550945" y="500966"/>
                  </a:lnTo>
                  <a:lnTo>
                    <a:pt x="2512083" y="555028"/>
                  </a:lnTo>
                  <a:lnTo>
                    <a:pt x="2472960" y="612595"/>
                  </a:lnTo>
                  <a:lnTo>
                    <a:pt x="2433477" y="673495"/>
                  </a:lnTo>
                  <a:lnTo>
                    <a:pt x="2393587" y="737468"/>
                  </a:lnTo>
                  <a:lnTo>
                    <a:pt x="2353286" y="804161"/>
                  </a:lnTo>
                  <a:lnTo>
                    <a:pt x="2312609" y="873135"/>
                  </a:lnTo>
                  <a:lnTo>
                    <a:pt x="2271624" y="943877"/>
                  </a:lnTo>
                  <a:lnTo>
                    <a:pt x="2230422" y="1015810"/>
                  </a:lnTo>
                  <a:lnTo>
                    <a:pt x="2189114" y="1088315"/>
                  </a:lnTo>
                  <a:lnTo>
                    <a:pt x="2147819" y="1160754"/>
                  </a:lnTo>
                  <a:lnTo>
                    <a:pt x="2106654" y="1232488"/>
                  </a:lnTo>
                  <a:lnTo>
                    <a:pt x="2065726" y="1302906"/>
                  </a:lnTo>
                  <a:lnTo>
                    <a:pt x="2025123" y="1371445"/>
                  </a:lnTo>
                  <a:lnTo>
                    <a:pt x="1984906" y="1437603"/>
                  </a:lnTo>
                  <a:lnTo>
                    <a:pt x="1945103" y="1500960"/>
                  </a:lnTo>
                  <a:lnTo>
                    <a:pt x="1905701" y="1561183"/>
                  </a:lnTo>
                  <a:lnTo>
                    <a:pt x="1866641" y="1618029"/>
                  </a:lnTo>
                  <a:lnTo>
                    <a:pt x="1827817" y="1671347"/>
                  </a:lnTo>
                  <a:lnTo>
                    <a:pt x="1789066" y="1721069"/>
                  </a:lnTo>
                  <a:lnTo>
                    <a:pt x="1750163" y="1767210"/>
                  </a:lnTo>
                  <a:lnTo>
                    <a:pt x="1719082" y="1801233"/>
                  </a:lnTo>
                  <a:lnTo>
                    <a:pt x="1671745" y="1848059"/>
                  </a:lnTo>
                  <a:lnTo>
                    <a:pt x="1622755" y="1890085"/>
                  </a:lnTo>
                  <a:lnTo>
                    <a:pt x="1571316" y="1927570"/>
                  </a:lnTo>
                  <a:lnTo>
                    <a:pt x="1516539" y="1960941"/>
                  </a:lnTo>
                  <a:lnTo>
                    <a:pt x="1457521" y="1990680"/>
                  </a:lnTo>
                  <a:lnTo>
                    <a:pt x="1393431" y="2017243"/>
                  </a:lnTo>
                  <a:lnTo>
                    <a:pt x="1323607" y="2041029"/>
                  </a:lnTo>
                  <a:lnTo>
                    <a:pt x="1247698" y="2062356"/>
                  </a:lnTo>
                  <a:lnTo>
                    <a:pt x="1165851" y="2081449"/>
                  </a:lnTo>
                  <a:lnTo>
                    <a:pt x="1078917" y="2098441"/>
                  </a:lnTo>
                  <a:lnTo>
                    <a:pt x="988663" y="2113382"/>
                  </a:lnTo>
                  <a:lnTo>
                    <a:pt x="897880" y="2126251"/>
                  </a:lnTo>
                  <a:lnTo>
                    <a:pt x="810305" y="2136998"/>
                  </a:lnTo>
                  <a:lnTo>
                    <a:pt x="730245" y="2145590"/>
                  </a:lnTo>
                  <a:lnTo>
                    <a:pt x="661886" y="2152064"/>
                  </a:lnTo>
                  <a:lnTo>
                    <a:pt x="608426" y="2156563"/>
                  </a:lnTo>
                  <a:lnTo>
                    <a:pt x="571278" y="2159359"/>
                  </a:lnTo>
                  <a:lnTo>
                    <a:pt x="549633" y="2160823"/>
                  </a:lnTo>
                  <a:lnTo>
                    <a:pt x="540446" y="2161384"/>
                  </a:lnTo>
                  <a:lnTo>
                    <a:pt x="538736" y="2161480"/>
                  </a:lnTo>
                  <a:lnTo>
                    <a:pt x="0" y="2161480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12" name="pl1812"/>
            <p:cNvSpPr/>
            <p:nvPr/>
          </p:nvSpPr>
          <p:spPr>
            <a:xfrm>
              <a:off x="546595" y="3325721"/>
              <a:ext cx="8234974" cy="2161480"/>
            </a:xfrm>
            <a:custGeom>
              <a:avLst/>
              <a:pathLst>
                <a:path w="8234974" h="2161480">
                  <a:moveTo>
                    <a:pt x="0" y="2161480"/>
                  </a:moveTo>
                  <a:lnTo>
                    <a:pt x="538736" y="2161480"/>
                  </a:lnTo>
                  <a:lnTo>
                    <a:pt x="539956" y="2161412"/>
                  </a:lnTo>
                  <a:lnTo>
                    <a:pt x="547930" y="2160931"/>
                  </a:lnTo>
                  <a:lnTo>
                    <a:pt x="567853" y="2159601"/>
                  </a:lnTo>
                  <a:lnTo>
                    <a:pt x="603022" y="2156988"/>
                  </a:lnTo>
                  <a:lnTo>
                    <a:pt x="654529" y="2152713"/>
                  </a:lnTo>
                  <a:lnTo>
                    <a:pt x="721215" y="2146491"/>
                  </a:lnTo>
                  <a:lnTo>
                    <a:pt x="800062" y="2138160"/>
                  </a:lnTo>
                  <a:lnTo>
                    <a:pt x="886957" y="2127674"/>
                  </a:lnTo>
                  <a:lnTo>
                    <a:pt x="977566" y="2115061"/>
                  </a:lnTo>
                  <a:lnTo>
                    <a:pt x="1068055" y="2100371"/>
                  </a:lnTo>
                  <a:lnTo>
                    <a:pt x="1155507" y="2083629"/>
                  </a:lnTo>
                  <a:lnTo>
                    <a:pt x="1238036" y="2064798"/>
                  </a:lnTo>
                  <a:lnTo>
                    <a:pt x="1314688" y="2043753"/>
                  </a:lnTo>
                  <a:lnTo>
                    <a:pt x="1385243" y="2020282"/>
                  </a:lnTo>
                  <a:lnTo>
                    <a:pt x="1450001" y="1994077"/>
                  </a:lnTo>
                  <a:lnTo>
                    <a:pt x="1509594" y="1964749"/>
                  </a:lnTo>
                  <a:lnTo>
                    <a:pt x="1564840" y="1931845"/>
                  </a:lnTo>
                  <a:lnTo>
                    <a:pt x="1616637" y="1894887"/>
                  </a:lnTo>
                  <a:lnTo>
                    <a:pt x="1665880" y="1853433"/>
                  </a:lnTo>
                  <a:lnTo>
                    <a:pt x="1713382" y="1807195"/>
                  </a:lnTo>
                  <a:lnTo>
                    <a:pt x="1719082" y="1801233"/>
                  </a:lnTo>
                  <a:lnTo>
                    <a:pt x="1758310" y="1757871"/>
                  </a:lnTo>
                  <a:lnTo>
                    <a:pt x="1797159" y="1710987"/>
                  </a:lnTo>
                  <a:lnTo>
                    <a:pt x="1835909" y="1660513"/>
                  </a:lnTo>
                  <a:lnTo>
                    <a:pt x="1874771" y="1606451"/>
                  </a:lnTo>
                  <a:lnTo>
                    <a:pt x="1913895" y="1548884"/>
                  </a:lnTo>
                  <a:lnTo>
                    <a:pt x="1953378" y="1487984"/>
                  </a:lnTo>
                  <a:lnTo>
                    <a:pt x="1993267" y="1424011"/>
                  </a:lnTo>
                  <a:lnTo>
                    <a:pt x="2033568" y="1357319"/>
                  </a:lnTo>
                  <a:lnTo>
                    <a:pt x="2074245" y="1288344"/>
                  </a:lnTo>
                  <a:lnTo>
                    <a:pt x="2115231" y="1217603"/>
                  </a:lnTo>
                  <a:lnTo>
                    <a:pt x="2156433" y="1145670"/>
                  </a:lnTo>
                  <a:lnTo>
                    <a:pt x="2197740" y="1073164"/>
                  </a:lnTo>
                  <a:lnTo>
                    <a:pt x="2239035" y="1000725"/>
                  </a:lnTo>
                  <a:lnTo>
                    <a:pt x="2280201" y="928991"/>
                  </a:lnTo>
                  <a:lnTo>
                    <a:pt x="2321129" y="858573"/>
                  </a:lnTo>
                  <a:lnTo>
                    <a:pt x="2361732" y="790034"/>
                  </a:lnTo>
                  <a:lnTo>
                    <a:pt x="2401948" y="723876"/>
                  </a:lnTo>
                  <a:lnTo>
                    <a:pt x="2441751" y="660519"/>
                  </a:lnTo>
                  <a:lnTo>
                    <a:pt x="2481154" y="600296"/>
                  </a:lnTo>
                  <a:lnTo>
                    <a:pt x="2520213" y="543450"/>
                  </a:lnTo>
                  <a:lnTo>
                    <a:pt x="2559037" y="490132"/>
                  </a:lnTo>
                  <a:lnTo>
                    <a:pt x="2597789" y="440410"/>
                  </a:lnTo>
                  <a:lnTo>
                    <a:pt x="2636692" y="394269"/>
                  </a:lnTo>
                  <a:lnTo>
                    <a:pt x="2667772" y="360246"/>
                  </a:lnTo>
                  <a:lnTo>
                    <a:pt x="2715110" y="313420"/>
                  </a:lnTo>
                  <a:lnTo>
                    <a:pt x="2764100" y="271394"/>
                  </a:lnTo>
                  <a:lnTo>
                    <a:pt x="2815539" y="233910"/>
                  </a:lnTo>
                  <a:lnTo>
                    <a:pt x="2870316" y="200538"/>
                  </a:lnTo>
                  <a:lnTo>
                    <a:pt x="2929333" y="170799"/>
                  </a:lnTo>
                  <a:lnTo>
                    <a:pt x="2993423" y="144236"/>
                  </a:lnTo>
                  <a:lnTo>
                    <a:pt x="3063248" y="120450"/>
                  </a:lnTo>
                  <a:lnTo>
                    <a:pt x="3139157" y="99123"/>
                  </a:lnTo>
                  <a:lnTo>
                    <a:pt x="3221004" y="80030"/>
                  </a:lnTo>
                  <a:lnTo>
                    <a:pt x="3307937" y="63038"/>
                  </a:lnTo>
                  <a:lnTo>
                    <a:pt x="3398192" y="48097"/>
                  </a:lnTo>
                  <a:lnTo>
                    <a:pt x="3488975" y="35228"/>
                  </a:lnTo>
                  <a:lnTo>
                    <a:pt x="3576550" y="24481"/>
                  </a:lnTo>
                  <a:lnTo>
                    <a:pt x="3656610" y="15889"/>
                  </a:lnTo>
                  <a:lnTo>
                    <a:pt x="3724968" y="9416"/>
                  </a:lnTo>
                  <a:lnTo>
                    <a:pt x="3778429" y="4916"/>
                  </a:lnTo>
                  <a:lnTo>
                    <a:pt x="3815576" y="2120"/>
                  </a:lnTo>
                  <a:lnTo>
                    <a:pt x="3837222" y="656"/>
                  </a:lnTo>
                  <a:lnTo>
                    <a:pt x="3846408" y="95"/>
                  </a:lnTo>
                  <a:lnTo>
                    <a:pt x="3848116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4" y="43"/>
                  </a:lnTo>
                  <a:lnTo>
                    <a:pt x="4396409" y="356"/>
                  </a:lnTo>
                  <a:lnTo>
                    <a:pt x="4417079" y="1222"/>
                  </a:lnTo>
                  <a:lnTo>
                    <a:pt x="4453494" y="2920"/>
                  </a:lnTo>
                  <a:lnTo>
                    <a:pt x="4506675" y="5697"/>
                  </a:lnTo>
                  <a:lnTo>
                    <a:pt x="4575287" y="9733"/>
                  </a:lnTo>
                  <a:lnTo>
                    <a:pt x="4656075" y="15125"/>
                  </a:lnTo>
                  <a:lnTo>
                    <a:pt x="4744706" y="21900"/>
                  </a:lnTo>
                  <a:lnTo>
                    <a:pt x="4836695" y="30037"/>
                  </a:lnTo>
                  <a:lnTo>
                    <a:pt x="4928146" y="39503"/>
                  </a:lnTo>
                  <a:lnTo>
                    <a:pt x="5016159" y="50286"/>
                  </a:lnTo>
                  <a:lnTo>
                    <a:pt x="5098918" y="62418"/>
                  </a:lnTo>
                  <a:lnTo>
                    <a:pt x="5175560" y="75987"/>
                  </a:lnTo>
                  <a:lnTo>
                    <a:pt x="5245964" y="91144"/>
                  </a:lnTo>
                  <a:lnTo>
                    <a:pt x="5310515" y="108098"/>
                  </a:lnTo>
                  <a:lnTo>
                    <a:pt x="5369920" y="127112"/>
                  </a:lnTo>
                  <a:lnTo>
                    <a:pt x="5425054" y="148485"/>
                  </a:lnTo>
                  <a:lnTo>
                    <a:pt x="5476860" y="172529"/>
                  </a:lnTo>
                  <a:lnTo>
                    <a:pt x="5526255" y="199514"/>
                  </a:lnTo>
                  <a:lnTo>
                    <a:pt x="5567201" y="225040"/>
                  </a:lnTo>
                  <a:lnTo>
                    <a:pt x="5612217" y="256338"/>
                  </a:lnTo>
                  <a:lnTo>
                    <a:pt x="5656792" y="290549"/>
                  </a:lnTo>
                  <a:lnTo>
                    <a:pt x="5701325" y="327723"/>
                  </a:lnTo>
                  <a:lnTo>
                    <a:pt x="5746101" y="367830"/>
                  </a:lnTo>
                  <a:lnTo>
                    <a:pt x="5791305" y="410748"/>
                  </a:lnTo>
                  <a:lnTo>
                    <a:pt x="5837034" y="456259"/>
                  </a:lnTo>
                  <a:lnTo>
                    <a:pt x="5883306" y="504044"/>
                  </a:lnTo>
                  <a:lnTo>
                    <a:pt x="5930070" y="553692"/>
                  </a:lnTo>
                  <a:lnTo>
                    <a:pt x="5977220" y="604709"/>
                  </a:lnTo>
                  <a:lnTo>
                    <a:pt x="6024607" y="656538"/>
                  </a:lnTo>
                  <a:lnTo>
                    <a:pt x="6072059" y="708584"/>
                  </a:lnTo>
                  <a:lnTo>
                    <a:pt x="6119395" y="760241"/>
                  </a:lnTo>
                  <a:lnTo>
                    <a:pt x="6166448" y="810921"/>
                  </a:lnTo>
                  <a:lnTo>
                    <a:pt x="6213080" y="860083"/>
                  </a:lnTo>
                  <a:lnTo>
                    <a:pt x="6259199" y="907256"/>
                  </a:lnTo>
                  <a:lnTo>
                    <a:pt x="6304773" y="952052"/>
                  </a:lnTo>
                  <a:lnTo>
                    <a:pt x="6349841" y="994184"/>
                  </a:lnTo>
                  <a:lnTo>
                    <a:pt x="6394525" y="1033460"/>
                  </a:lnTo>
                  <a:lnTo>
                    <a:pt x="6439036" y="1069785"/>
                  </a:lnTo>
                  <a:lnTo>
                    <a:pt x="6483691" y="1103154"/>
                  </a:lnTo>
                  <a:lnTo>
                    <a:pt x="6515891" y="1125203"/>
                  </a:lnTo>
                  <a:lnTo>
                    <a:pt x="6563874" y="1154827"/>
                  </a:lnTo>
                  <a:lnTo>
                    <a:pt x="6613564" y="1181373"/>
                  </a:lnTo>
                  <a:lnTo>
                    <a:pt x="6665794" y="1205011"/>
                  </a:lnTo>
                  <a:lnTo>
                    <a:pt x="6721490" y="1226024"/>
                  </a:lnTo>
                  <a:lnTo>
                    <a:pt x="6781588" y="1244721"/>
                  </a:lnTo>
                  <a:lnTo>
                    <a:pt x="6846949" y="1261400"/>
                  </a:lnTo>
                  <a:lnTo>
                    <a:pt x="6918241" y="1276316"/>
                  </a:lnTo>
                  <a:lnTo>
                    <a:pt x="6995792" y="1289669"/>
                  </a:lnTo>
                  <a:lnTo>
                    <a:pt x="7079385" y="1301601"/>
                  </a:lnTo>
                  <a:lnTo>
                    <a:pt x="7168034" y="1312193"/>
                  </a:lnTo>
                  <a:lnTo>
                    <a:pt x="7259768" y="1321468"/>
                  </a:lnTo>
                  <a:lnTo>
                    <a:pt x="7351532" y="1329409"/>
                  </a:lnTo>
                  <a:lnTo>
                    <a:pt x="7439311" y="1335985"/>
                  </a:lnTo>
                  <a:lnTo>
                    <a:pt x="7518589" y="1341178"/>
                  </a:lnTo>
                  <a:lnTo>
                    <a:pt x="7585130" y="1345023"/>
                  </a:lnTo>
                  <a:lnTo>
                    <a:pt x="7635913" y="1347631"/>
                  </a:lnTo>
                  <a:lnTo>
                    <a:pt x="7669926" y="1349192"/>
                  </a:lnTo>
                  <a:lnTo>
                    <a:pt x="7688544" y="1349960"/>
                  </a:lnTo>
                  <a:lnTo>
                    <a:pt x="7695437" y="1350217"/>
                  </a:lnTo>
                  <a:lnTo>
                    <a:pt x="7696237" y="1350244"/>
                  </a:lnTo>
                  <a:lnTo>
                    <a:pt x="8234974" y="1350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3" name="pl1813"/>
            <p:cNvSpPr/>
            <p:nvPr/>
          </p:nvSpPr>
          <p:spPr>
            <a:xfrm>
              <a:off x="546595" y="3320277"/>
              <a:ext cx="8234974" cy="2161480"/>
            </a:xfrm>
            <a:custGeom>
              <a:avLst/>
              <a:pathLst>
                <a:path w="8234974" h="2161480">
                  <a:moveTo>
                    <a:pt x="8234974" y="1350244"/>
                  </a:moveTo>
                  <a:lnTo>
                    <a:pt x="7696237" y="1350244"/>
                  </a:lnTo>
                  <a:lnTo>
                    <a:pt x="7694968" y="1350200"/>
                  </a:lnTo>
                  <a:lnTo>
                    <a:pt x="7686684" y="1349887"/>
                  </a:lnTo>
                  <a:lnTo>
                    <a:pt x="7666013" y="1349022"/>
                  </a:lnTo>
                  <a:lnTo>
                    <a:pt x="7629599" y="1347323"/>
                  </a:lnTo>
                  <a:lnTo>
                    <a:pt x="7576417" y="1344546"/>
                  </a:lnTo>
                  <a:lnTo>
                    <a:pt x="7507806" y="1340511"/>
                  </a:lnTo>
                  <a:lnTo>
                    <a:pt x="7427018" y="1335118"/>
                  </a:lnTo>
                  <a:lnTo>
                    <a:pt x="7338386" y="1328343"/>
                  </a:lnTo>
                  <a:lnTo>
                    <a:pt x="7246397" y="1320206"/>
                  </a:lnTo>
                  <a:lnTo>
                    <a:pt x="7154947" y="1310740"/>
                  </a:lnTo>
                  <a:lnTo>
                    <a:pt x="7066933" y="1299958"/>
                  </a:lnTo>
                  <a:lnTo>
                    <a:pt x="6984175" y="1287826"/>
                  </a:lnTo>
                  <a:lnTo>
                    <a:pt x="6907532" y="1274257"/>
                  </a:lnTo>
                  <a:lnTo>
                    <a:pt x="6837129" y="1259099"/>
                  </a:lnTo>
                  <a:lnTo>
                    <a:pt x="6772577" y="1242145"/>
                  </a:lnTo>
                  <a:lnTo>
                    <a:pt x="6713173" y="1223131"/>
                  </a:lnTo>
                  <a:lnTo>
                    <a:pt x="6658038" y="1201758"/>
                  </a:lnTo>
                  <a:lnTo>
                    <a:pt x="6606232" y="1177714"/>
                  </a:lnTo>
                  <a:lnTo>
                    <a:pt x="6556837" y="1150730"/>
                  </a:lnTo>
                  <a:lnTo>
                    <a:pt x="6515891" y="1125203"/>
                  </a:lnTo>
                  <a:lnTo>
                    <a:pt x="6470876" y="1093905"/>
                  </a:lnTo>
                  <a:lnTo>
                    <a:pt x="6426301" y="1059694"/>
                  </a:lnTo>
                  <a:lnTo>
                    <a:pt x="6381767" y="1022520"/>
                  </a:lnTo>
                  <a:lnTo>
                    <a:pt x="6336991" y="982414"/>
                  </a:lnTo>
                  <a:lnTo>
                    <a:pt x="6291787" y="939495"/>
                  </a:lnTo>
                  <a:lnTo>
                    <a:pt x="6246058" y="893985"/>
                  </a:lnTo>
                  <a:lnTo>
                    <a:pt x="6199786" y="846200"/>
                  </a:lnTo>
                  <a:lnTo>
                    <a:pt x="6153022" y="796552"/>
                  </a:lnTo>
                  <a:lnTo>
                    <a:pt x="6105872" y="745534"/>
                  </a:lnTo>
                  <a:lnTo>
                    <a:pt x="6058485" y="693705"/>
                  </a:lnTo>
                  <a:lnTo>
                    <a:pt x="6011033" y="641659"/>
                  </a:lnTo>
                  <a:lnTo>
                    <a:pt x="5963697" y="590002"/>
                  </a:lnTo>
                  <a:lnTo>
                    <a:pt x="5916644" y="539323"/>
                  </a:lnTo>
                  <a:lnTo>
                    <a:pt x="5870012" y="490160"/>
                  </a:lnTo>
                  <a:lnTo>
                    <a:pt x="5823893" y="442988"/>
                  </a:lnTo>
                  <a:lnTo>
                    <a:pt x="5778319" y="398191"/>
                  </a:lnTo>
                  <a:lnTo>
                    <a:pt x="5733251" y="356059"/>
                  </a:lnTo>
                  <a:lnTo>
                    <a:pt x="5688568" y="316784"/>
                  </a:lnTo>
                  <a:lnTo>
                    <a:pt x="5644056" y="280458"/>
                  </a:lnTo>
                  <a:lnTo>
                    <a:pt x="5599401" y="247089"/>
                  </a:lnTo>
                  <a:lnTo>
                    <a:pt x="5567201" y="225040"/>
                  </a:lnTo>
                  <a:lnTo>
                    <a:pt x="5519218" y="195416"/>
                  </a:lnTo>
                  <a:lnTo>
                    <a:pt x="5469528" y="168870"/>
                  </a:lnTo>
                  <a:lnTo>
                    <a:pt x="5417298" y="145232"/>
                  </a:lnTo>
                  <a:lnTo>
                    <a:pt x="5361603" y="124220"/>
                  </a:lnTo>
                  <a:lnTo>
                    <a:pt x="5301505" y="105522"/>
                  </a:lnTo>
                  <a:lnTo>
                    <a:pt x="5236144" y="88843"/>
                  </a:lnTo>
                  <a:lnTo>
                    <a:pt x="5164851" y="73928"/>
                  </a:lnTo>
                  <a:lnTo>
                    <a:pt x="5087300" y="60574"/>
                  </a:lnTo>
                  <a:lnTo>
                    <a:pt x="5003707" y="48642"/>
                  </a:lnTo>
                  <a:lnTo>
                    <a:pt x="4915059" y="38051"/>
                  </a:lnTo>
                  <a:lnTo>
                    <a:pt x="4823324" y="28776"/>
                  </a:lnTo>
                  <a:lnTo>
                    <a:pt x="4731560" y="20834"/>
                  </a:lnTo>
                  <a:lnTo>
                    <a:pt x="4643781" y="14259"/>
                  </a:lnTo>
                  <a:lnTo>
                    <a:pt x="4564503" y="9066"/>
                  </a:lnTo>
                  <a:lnTo>
                    <a:pt x="4497962" y="5221"/>
                  </a:lnTo>
                  <a:lnTo>
                    <a:pt x="4447179" y="2613"/>
                  </a:lnTo>
                  <a:lnTo>
                    <a:pt x="4413166" y="1051"/>
                  </a:lnTo>
                  <a:lnTo>
                    <a:pt x="4394548" y="284"/>
                  </a:lnTo>
                  <a:lnTo>
                    <a:pt x="4387656" y="2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8" y="67"/>
                  </a:lnTo>
                  <a:lnTo>
                    <a:pt x="3838925" y="548"/>
                  </a:lnTo>
                  <a:lnTo>
                    <a:pt x="3819001" y="1879"/>
                  </a:lnTo>
                  <a:lnTo>
                    <a:pt x="3783832" y="4491"/>
                  </a:lnTo>
                  <a:lnTo>
                    <a:pt x="3732325" y="8766"/>
                  </a:lnTo>
                  <a:lnTo>
                    <a:pt x="3665640" y="14989"/>
                  </a:lnTo>
                  <a:lnTo>
                    <a:pt x="3586793" y="23319"/>
                  </a:lnTo>
                  <a:lnTo>
                    <a:pt x="3499898" y="33805"/>
                  </a:lnTo>
                  <a:lnTo>
                    <a:pt x="3409289" y="46418"/>
                  </a:lnTo>
                  <a:lnTo>
                    <a:pt x="3318800" y="61108"/>
                  </a:lnTo>
                  <a:lnTo>
                    <a:pt x="3231348" y="77850"/>
                  </a:lnTo>
                  <a:lnTo>
                    <a:pt x="3148819" y="96682"/>
                  </a:lnTo>
                  <a:lnTo>
                    <a:pt x="3072167" y="117726"/>
                  </a:lnTo>
                  <a:lnTo>
                    <a:pt x="3001612" y="141197"/>
                  </a:lnTo>
                  <a:lnTo>
                    <a:pt x="2936854" y="167402"/>
                  </a:lnTo>
                  <a:lnTo>
                    <a:pt x="2877261" y="196730"/>
                  </a:lnTo>
                  <a:lnTo>
                    <a:pt x="2822015" y="229634"/>
                  </a:lnTo>
                  <a:lnTo>
                    <a:pt x="2770218" y="266592"/>
                  </a:lnTo>
                  <a:lnTo>
                    <a:pt x="2720975" y="308046"/>
                  </a:lnTo>
                  <a:lnTo>
                    <a:pt x="2673473" y="354284"/>
                  </a:lnTo>
                  <a:lnTo>
                    <a:pt x="2667772" y="360246"/>
                  </a:lnTo>
                  <a:lnTo>
                    <a:pt x="2628545" y="403608"/>
                  </a:lnTo>
                  <a:lnTo>
                    <a:pt x="2589695" y="450492"/>
                  </a:lnTo>
                  <a:lnTo>
                    <a:pt x="2550945" y="500966"/>
                  </a:lnTo>
                  <a:lnTo>
                    <a:pt x="2512083" y="555028"/>
                  </a:lnTo>
                  <a:lnTo>
                    <a:pt x="2472960" y="612595"/>
                  </a:lnTo>
                  <a:lnTo>
                    <a:pt x="2433477" y="673495"/>
                  </a:lnTo>
                  <a:lnTo>
                    <a:pt x="2393587" y="737468"/>
                  </a:lnTo>
                  <a:lnTo>
                    <a:pt x="2353286" y="804161"/>
                  </a:lnTo>
                  <a:lnTo>
                    <a:pt x="2312609" y="873135"/>
                  </a:lnTo>
                  <a:lnTo>
                    <a:pt x="2271624" y="943877"/>
                  </a:lnTo>
                  <a:lnTo>
                    <a:pt x="2230422" y="1015810"/>
                  </a:lnTo>
                  <a:lnTo>
                    <a:pt x="2189114" y="1088315"/>
                  </a:lnTo>
                  <a:lnTo>
                    <a:pt x="2147819" y="1160754"/>
                  </a:lnTo>
                  <a:lnTo>
                    <a:pt x="2106654" y="1232488"/>
                  </a:lnTo>
                  <a:lnTo>
                    <a:pt x="2065726" y="1302906"/>
                  </a:lnTo>
                  <a:lnTo>
                    <a:pt x="2025123" y="1371445"/>
                  </a:lnTo>
                  <a:lnTo>
                    <a:pt x="1984906" y="1437603"/>
                  </a:lnTo>
                  <a:lnTo>
                    <a:pt x="1945103" y="1500960"/>
                  </a:lnTo>
                  <a:lnTo>
                    <a:pt x="1905701" y="1561183"/>
                  </a:lnTo>
                  <a:lnTo>
                    <a:pt x="1866641" y="1618029"/>
                  </a:lnTo>
                  <a:lnTo>
                    <a:pt x="1827817" y="1671347"/>
                  </a:lnTo>
                  <a:lnTo>
                    <a:pt x="1789066" y="1721069"/>
                  </a:lnTo>
                  <a:lnTo>
                    <a:pt x="1750163" y="1767210"/>
                  </a:lnTo>
                  <a:lnTo>
                    <a:pt x="1719082" y="1801233"/>
                  </a:lnTo>
                  <a:lnTo>
                    <a:pt x="1671745" y="1848059"/>
                  </a:lnTo>
                  <a:lnTo>
                    <a:pt x="1622755" y="1890085"/>
                  </a:lnTo>
                  <a:lnTo>
                    <a:pt x="1571316" y="1927570"/>
                  </a:lnTo>
                  <a:lnTo>
                    <a:pt x="1516539" y="1960941"/>
                  </a:lnTo>
                  <a:lnTo>
                    <a:pt x="1457521" y="1990680"/>
                  </a:lnTo>
                  <a:lnTo>
                    <a:pt x="1393431" y="2017243"/>
                  </a:lnTo>
                  <a:lnTo>
                    <a:pt x="1323607" y="2041029"/>
                  </a:lnTo>
                  <a:lnTo>
                    <a:pt x="1247698" y="2062356"/>
                  </a:lnTo>
                  <a:lnTo>
                    <a:pt x="1165851" y="2081449"/>
                  </a:lnTo>
                  <a:lnTo>
                    <a:pt x="1078917" y="2098441"/>
                  </a:lnTo>
                  <a:lnTo>
                    <a:pt x="988663" y="2113382"/>
                  </a:lnTo>
                  <a:lnTo>
                    <a:pt x="897880" y="2126251"/>
                  </a:lnTo>
                  <a:lnTo>
                    <a:pt x="810305" y="2136998"/>
                  </a:lnTo>
                  <a:lnTo>
                    <a:pt x="730245" y="2145590"/>
                  </a:lnTo>
                  <a:lnTo>
                    <a:pt x="661886" y="2152064"/>
                  </a:lnTo>
                  <a:lnTo>
                    <a:pt x="608426" y="2156563"/>
                  </a:lnTo>
                  <a:lnTo>
                    <a:pt x="571278" y="2159359"/>
                  </a:lnTo>
                  <a:lnTo>
                    <a:pt x="549633" y="2160823"/>
                  </a:lnTo>
                  <a:lnTo>
                    <a:pt x="540446" y="2161384"/>
                  </a:lnTo>
                  <a:lnTo>
                    <a:pt x="538738" y="2161479"/>
                  </a:lnTo>
                  <a:lnTo>
                    <a:pt x="538736" y="2161480"/>
                  </a:lnTo>
                  <a:lnTo>
                    <a:pt x="0" y="21614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4" name="pg1814"/>
            <p:cNvSpPr/>
            <p:nvPr/>
          </p:nvSpPr>
          <p:spPr>
            <a:xfrm>
              <a:off x="546595" y="1757695"/>
              <a:ext cx="8234974" cy="3740394"/>
            </a:xfrm>
            <a:custGeom>
              <a:avLst/>
              <a:pathLst>
                <a:path w="8234974" h="3740394">
                  <a:moveTo>
                    <a:pt x="0" y="3740394"/>
                  </a:moveTo>
                  <a:lnTo>
                    <a:pt x="538736" y="3740394"/>
                  </a:lnTo>
                  <a:lnTo>
                    <a:pt x="540024" y="3740365"/>
                  </a:lnTo>
                  <a:lnTo>
                    <a:pt x="548430" y="3740158"/>
                  </a:lnTo>
                  <a:lnTo>
                    <a:pt x="569393" y="3739584"/>
                  </a:lnTo>
                  <a:lnTo>
                    <a:pt x="606291" y="3738457"/>
                  </a:lnTo>
                  <a:lnTo>
                    <a:pt x="660122" y="3736616"/>
                  </a:lnTo>
                  <a:lnTo>
                    <a:pt x="729475" y="3733942"/>
                  </a:lnTo>
                  <a:lnTo>
                    <a:pt x="811007" y="3730372"/>
                  </a:lnTo>
                  <a:lnTo>
                    <a:pt x="900297" y="3725889"/>
                  </a:lnTo>
                  <a:lnTo>
                    <a:pt x="992804" y="3720509"/>
                  </a:lnTo>
                  <a:lnTo>
                    <a:pt x="1084611" y="3714252"/>
                  </a:lnTo>
                  <a:lnTo>
                    <a:pt x="1172826" y="3707126"/>
                  </a:lnTo>
                  <a:lnTo>
                    <a:pt x="1255661" y="3699108"/>
                  </a:lnTo>
                  <a:lnTo>
                    <a:pt x="1332292" y="3690136"/>
                  </a:lnTo>
                  <a:lnTo>
                    <a:pt x="1402632" y="3680108"/>
                  </a:lnTo>
                  <a:lnTo>
                    <a:pt x="1467104" y="3668883"/>
                  </a:lnTo>
                  <a:lnTo>
                    <a:pt x="1526439" y="3656284"/>
                  </a:lnTo>
                  <a:lnTo>
                    <a:pt x="1581537" y="3642112"/>
                  </a:lnTo>
                  <a:lnTo>
                    <a:pt x="1633355" y="3626161"/>
                  </a:lnTo>
                  <a:lnTo>
                    <a:pt x="1682818" y="3608255"/>
                  </a:lnTo>
                  <a:lnTo>
                    <a:pt x="1719082" y="3593392"/>
                  </a:lnTo>
                  <a:lnTo>
                    <a:pt x="1767783" y="3571177"/>
                  </a:lnTo>
                  <a:lnTo>
                    <a:pt x="1816011" y="3546729"/>
                  </a:lnTo>
                  <a:lnTo>
                    <a:pt x="1864251" y="3520013"/>
                  </a:lnTo>
                  <a:lnTo>
                    <a:pt x="1912837" y="3491069"/>
                  </a:lnTo>
                  <a:lnTo>
                    <a:pt x="1961973" y="3460022"/>
                  </a:lnTo>
                  <a:lnTo>
                    <a:pt x="2011741" y="3427082"/>
                  </a:lnTo>
                  <a:lnTo>
                    <a:pt x="2062124" y="3392550"/>
                  </a:lnTo>
                  <a:lnTo>
                    <a:pt x="2113018" y="3356804"/>
                  </a:lnTo>
                  <a:lnTo>
                    <a:pt x="2164253" y="3320288"/>
                  </a:lnTo>
                  <a:lnTo>
                    <a:pt x="2215617" y="3283487"/>
                  </a:lnTo>
                  <a:lnTo>
                    <a:pt x="2266883" y="3246903"/>
                  </a:lnTo>
                  <a:lnTo>
                    <a:pt x="2317835" y="3211025"/>
                  </a:lnTo>
                  <a:lnTo>
                    <a:pt x="2368295" y="3176304"/>
                  </a:lnTo>
                  <a:lnTo>
                    <a:pt x="2418150" y="3143128"/>
                  </a:lnTo>
                  <a:lnTo>
                    <a:pt x="2467369" y="3111809"/>
                  </a:lnTo>
                  <a:lnTo>
                    <a:pt x="2516021" y="3082570"/>
                  </a:lnTo>
                  <a:lnTo>
                    <a:pt x="2564292" y="3055546"/>
                  </a:lnTo>
                  <a:lnTo>
                    <a:pt x="2612496" y="3030790"/>
                  </a:lnTo>
                  <a:lnTo>
                    <a:pt x="2661097" y="3008276"/>
                  </a:lnTo>
                  <a:lnTo>
                    <a:pt x="2667772" y="3005382"/>
                  </a:lnTo>
                  <a:lnTo>
                    <a:pt x="2716003" y="2985938"/>
                  </a:lnTo>
                  <a:lnTo>
                    <a:pt x="2765963" y="2968524"/>
                  </a:lnTo>
                  <a:lnTo>
                    <a:pt x="2818497" y="2953028"/>
                  </a:lnTo>
                  <a:lnTo>
                    <a:pt x="2874547" y="2939261"/>
                  </a:lnTo>
                  <a:lnTo>
                    <a:pt x="2935064" y="2927017"/>
                  </a:lnTo>
                  <a:lnTo>
                    <a:pt x="3000917" y="2916101"/>
                  </a:lnTo>
                  <a:lnTo>
                    <a:pt x="3072778" y="2906344"/>
                  </a:lnTo>
                  <a:lnTo>
                    <a:pt x="3150964" y="2897614"/>
                  </a:lnTo>
                  <a:lnTo>
                    <a:pt x="3235229" y="2889819"/>
                  </a:lnTo>
                  <a:lnTo>
                    <a:pt x="3324532" y="2882907"/>
                  </a:lnTo>
                  <a:lnTo>
                    <a:pt x="3416821" y="2876864"/>
                  </a:lnTo>
                  <a:lnTo>
                    <a:pt x="3508935" y="2871701"/>
                  </a:lnTo>
                  <a:lnTo>
                    <a:pt x="3596752" y="2867442"/>
                  </a:lnTo>
                  <a:lnTo>
                    <a:pt x="3675680" y="2864095"/>
                  </a:lnTo>
                  <a:lnTo>
                    <a:pt x="3741472" y="2861633"/>
                  </a:lnTo>
                  <a:lnTo>
                    <a:pt x="3791190" y="2859980"/>
                  </a:lnTo>
                  <a:lnTo>
                    <a:pt x="3823990" y="2859006"/>
                  </a:lnTo>
                  <a:lnTo>
                    <a:pt x="3841473" y="2858539"/>
                  </a:lnTo>
                  <a:lnTo>
                    <a:pt x="3847557" y="2858392"/>
                  </a:lnTo>
                  <a:lnTo>
                    <a:pt x="3848118" y="2858380"/>
                  </a:lnTo>
                  <a:lnTo>
                    <a:pt x="4386855" y="2858380"/>
                  </a:lnTo>
                  <a:lnTo>
                    <a:pt x="4388022" y="2858295"/>
                  </a:lnTo>
                  <a:lnTo>
                    <a:pt x="4395652" y="2857689"/>
                  </a:lnTo>
                  <a:lnTo>
                    <a:pt x="4414748" y="2856013"/>
                  </a:lnTo>
                  <a:lnTo>
                    <a:pt x="4448534" y="2852720"/>
                  </a:lnTo>
                  <a:lnTo>
                    <a:pt x="4498170" y="2847325"/>
                  </a:lnTo>
                  <a:lnTo>
                    <a:pt x="4562686" y="2839459"/>
                  </a:lnTo>
                  <a:lnTo>
                    <a:pt x="4639325" y="2828907"/>
                  </a:lnTo>
                  <a:lnTo>
                    <a:pt x="4724218" y="2815596"/>
                  </a:lnTo>
                  <a:lnTo>
                    <a:pt x="4813208" y="2799555"/>
                  </a:lnTo>
                  <a:lnTo>
                    <a:pt x="4902543" y="2780847"/>
                  </a:lnTo>
                  <a:lnTo>
                    <a:pt x="4989296" y="2759513"/>
                  </a:lnTo>
                  <a:lnTo>
                    <a:pt x="5071510" y="2735519"/>
                  </a:lnTo>
                  <a:lnTo>
                    <a:pt x="5148133" y="2708730"/>
                  </a:lnTo>
                  <a:lnTo>
                    <a:pt x="5218837" y="2678899"/>
                  </a:lnTo>
                  <a:lnTo>
                    <a:pt x="5283824" y="2645661"/>
                  </a:lnTo>
                  <a:lnTo>
                    <a:pt x="5343641" y="2608548"/>
                  </a:lnTo>
                  <a:lnTo>
                    <a:pt x="5399038" y="2567005"/>
                  </a:lnTo>
                  <a:lnTo>
                    <a:pt x="5450863" y="2520430"/>
                  </a:lnTo>
                  <a:lnTo>
                    <a:pt x="5499978" y="2468243"/>
                  </a:lnTo>
                  <a:lnTo>
                    <a:pt x="5547189" y="2410005"/>
                  </a:lnTo>
                  <a:lnTo>
                    <a:pt x="5567201" y="2382891"/>
                  </a:lnTo>
                  <a:lnTo>
                    <a:pt x="5602565" y="2331531"/>
                  </a:lnTo>
                  <a:lnTo>
                    <a:pt x="5637598" y="2276409"/>
                  </a:lnTo>
                  <a:lnTo>
                    <a:pt x="5672511" y="2217447"/>
                  </a:lnTo>
                  <a:lnTo>
                    <a:pt x="5707469" y="2154631"/>
                  </a:lnTo>
                  <a:lnTo>
                    <a:pt x="5742598" y="2088012"/>
                  </a:lnTo>
                  <a:lnTo>
                    <a:pt x="5777985" y="2017718"/>
                  </a:lnTo>
                  <a:lnTo>
                    <a:pt x="5813685" y="1943952"/>
                  </a:lnTo>
                  <a:lnTo>
                    <a:pt x="5849720" y="1866998"/>
                  </a:lnTo>
                  <a:lnTo>
                    <a:pt x="5886086" y="1787219"/>
                  </a:lnTo>
                  <a:lnTo>
                    <a:pt x="5922753" y="1705051"/>
                  </a:lnTo>
                  <a:lnTo>
                    <a:pt x="5959670" y="1620993"/>
                  </a:lnTo>
                  <a:lnTo>
                    <a:pt x="5996770" y="1535601"/>
                  </a:lnTo>
                  <a:lnTo>
                    <a:pt x="6033974" y="1449468"/>
                  </a:lnTo>
                  <a:lnTo>
                    <a:pt x="6071195" y="1363208"/>
                  </a:lnTo>
                  <a:lnTo>
                    <a:pt x="6108348" y="1277441"/>
                  </a:lnTo>
                  <a:lnTo>
                    <a:pt x="6145348" y="1192771"/>
                  </a:lnTo>
                  <a:lnTo>
                    <a:pt x="6182124" y="1109770"/>
                  </a:lnTo>
                  <a:lnTo>
                    <a:pt x="6218617" y="1028963"/>
                  </a:lnTo>
                  <a:lnTo>
                    <a:pt x="6254789" y="950812"/>
                  </a:lnTo>
                  <a:lnTo>
                    <a:pt x="6290624" y="875710"/>
                  </a:lnTo>
                  <a:lnTo>
                    <a:pt x="6326133" y="803975"/>
                  </a:lnTo>
                  <a:lnTo>
                    <a:pt x="6361359" y="735841"/>
                  </a:lnTo>
                  <a:lnTo>
                    <a:pt x="6396374" y="671468"/>
                  </a:lnTo>
                  <a:lnTo>
                    <a:pt x="6431288" y="610936"/>
                  </a:lnTo>
                  <a:lnTo>
                    <a:pt x="6466249" y="554258"/>
                  </a:lnTo>
                  <a:lnTo>
                    <a:pt x="6501449" y="501380"/>
                  </a:lnTo>
                  <a:lnTo>
                    <a:pt x="6515891" y="480933"/>
                  </a:lnTo>
                  <a:lnTo>
                    <a:pt x="6562498" y="420019"/>
                  </a:lnTo>
                  <a:lnTo>
                    <a:pt x="6610696" y="365254"/>
                  </a:lnTo>
                  <a:lnTo>
                    <a:pt x="6661244" y="316317"/>
                  </a:lnTo>
                  <a:lnTo>
                    <a:pt x="6714990" y="272671"/>
                  </a:lnTo>
                  <a:lnTo>
                    <a:pt x="6772794" y="233714"/>
                  </a:lnTo>
                  <a:lnTo>
                    <a:pt x="6835463" y="198862"/>
                  </a:lnTo>
                  <a:lnTo>
                    <a:pt x="6903645" y="167609"/>
                  </a:lnTo>
                  <a:lnTo>
                    <a:pt x="6977711" y="139541"/>
                  </a:lnTo>
                  <a:lnTo>
                    <a:pt x="7057588" y="114361"/>
                  </a:lnTo>
                  <a:lnTo>
                    <a:pt x="7142562" y="91885"/>
                  </a:lnTo>
                  <a:lnTo>
                    <a:pt x="7231082" y="72039"/>
                  </a:lnTo>
                  <a:lnTo>
                    <a:pt x="7320640" y="54837"/>
                  </a:lnTo>
                  <a:lnTo>
                    <a:pt x="7407806" y="40338"/>
                  </a:lnTo>
                  <a:lnTo>
                    <a:pt x="7488525" y="28594"/>
                  </a:lnTo>
                  <a:lnTo>
                    <a:pt x="7558709" y="19583"/>
                  </a:lnTo>
                  <a:lnTo>
                    <a:pt x="7615019" y="13155"/>
                  </a:lnTo>
                  <a:lnTo>
                    <a:pt x="7655647" y="9007"/>
                  </a:lnTo>
                  <a:lnTo>
                    <a:pt x="7680819" y="6696"/>
                  </a:lnTo>
                  <a:lnTo>
                    <a:pt x="7692893" y="569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30" y="2852964"/>
                  </a:lnTo>
                  <a:lnTo>
                    <a:pt x="3838424" y="2853172"/>
                  </a:lnTo>
                  <a:lnTo>
                    <a:pt x="3817462" y="2853746"/>
                  </a:lnTo>
                  <a:lnTo>
                    <a:pt x="3780563" y="2854873"/>
                  </a:lnTo>
                  <a:lnTo>
                    <a:pt x="3726733" y="2856714"/>
                  </a:lnTo>
                  <a:lnTo>
                    <a:pt x="3657379" y="2859388"/>
                  </a:lnTo>
                  <a:lnTo>
                    <a:pt x="3575848" y="2862958"/>
                  </a:lnTo>
                  <a:lnTo>
                    <a:pt x="3486557" y="2867441"/>
                  </a:lnTo>
                  <a:lnTo>
                    <a:pt x="3394050" y="2872821"/>
                  </a:lnTo>
                  <a:lnTo>
                    <a:pt x="3302244" y="2879078"/>
                  </a:lnTo>
                  <a:lnTo>
                    <a:pt x="3214029" y="2886204"/>
                  </a:lnTo>
                  <a:lnTo>
                    <a:pt x="3131194" y="2894222"/>
                  </a:lnTo>
                  <a:lnTo>
                    <a:pt x="3054563" y="2903194"/>
                  </a:lnTo>
                  <a:lnTo>
                    <a:pt x="2984222" y="2913222"/>
                  </a:lnTo>
                  <a:lnTo>
                    <a:pt x="2919751" y="2924447"/>
                  </a:lnTo>
                  <a:lnTo>
                    <a:pt x="2860415" y="2937046"/>
                  </a:lnTo>
                  <a:lnTo>
                    <a:pt x="2805317" y="2951218"/>
                  </a:lnTo>
                  <a:lnTo>
                    <a:pt x="2753500" y="2967169"/>
                  </a:lnTo>
                  <a:lnTo>
                    <a:pt x="2704037" y="2985075"/>
                  </a:lnTo>
                  <a:lnTo>
                    <a:pt x="2667772" y="2999938"/>
                  </a:lnTo>
                  <a:lnTo>
                    <a:pt x="2619071" y="3022152"/>
                  </a:lnTo>
                  <a:lnTo>
                    <a:pt x="2570844" y="3046601"/>
                  </a:lnTo>
                  <a:lnTo>
                    <a:pt x="2522604" y="3073317"/>
                  </a:lnTo>
                  <a:lnTo>
                    <a:pt x="2474017" y="3102261"/>
                  </a:lnTo>
                  <a:lnTo>
                    <a:pt x="2424882" y="3133308"/>
                  </a:lnTo>
                  <a:lnTo>
                    <a:pt x="2375114" y="3166248"/>
                  </a:lnTo>
                  <a:lnTo>
                    <a:pt x="2324731" y="3200780"/>
                  </a:lnTo>
                  <a:lnTo>
                    <a:pt x="2273837" y="3236526"/>
                  </a:lnTo>
                  <a:lnTo>
                    <a:pt x="2222602" y="3273042"/>
                  </a:lnTo>
                  <a:lnTo>
                    <a:pt x="2171237" y="3309843"/>
                  </a:lnTo>
                  <a:lnTo>
                    <a:pt x="2119972" y="3346427"/>
                  </a:lnTo>
                  <a:lnTo>
                    <a:pt x="2069020" y="3382305"/>
                  </a:lnTo>
                  <a:lnTo>
                    <a:pt x="2018560" y="3417026"/>
                  </a:lnTo>
                  <a:lnTo>
                    <a:pt x="1968705" y="3450202"/>
                  </a:lnTo>
                  <a:lnTo>
                    <a:pt x="1919486" y="3481521"/>
                  </a:lnTo>
                  <a:lnTo>
                    <a:pt x="1870833" y="3510760"/>
                  </a:lnTo>
                  <a:lnTo>
                    <a:pt x="1822563" y="3537783"/>
                  </a:lnTo>
                  <a:lnTo>
                    <a:pt x="1774359" y="3562540"/>
                  </a:lnTo>
                  <a:lnTo>
                    <a:pt x="1725757" y="3585054"/>
                  </a:lnTo>
                  <a:lnTo>
                    <a:pt x="1719082" y="3587948"/>
                  </a:lnTo>
                  <a:lnTo>
                    <a:pt x="1670851" y="3607392"/>
                  </a:lnTo>
                  <a:lnTo>
                    <a:pt x="1620892" y="3624806"/>
                  </a:lnTo>
                  <a:lnTo>
                    <a:pt x="1568357" y="3640302"/>
                  </a:lnTo>
                  <a:lnTo>
                    <a:pt x="1512307" y="3654069"/>
                  </a:lnTo>
                  <a:lnTo>
                    <a:pt x="1451790" y="3666313"/>
                  </a:lnTo>
                  <a:lnTo>
                    <a:pt x="1385937" y="3677229"/>
                  </a:lnTo>
                  <a:lnTo>
                    <a:pt x="1314076" y="3686986"/>
                  </a:lnTo>
                  <a:lnTo>
                    <a:pt x="1235891" y="3695716"/>
                  </a:lnTo>
                  <a:lnTo>
                    <a:pt x="1151626" y="3703511"/>
                  </a:lnTo>
                  <a:lnTo>
                    <a:pt x="1062322" y="3710423"/>
                  </a:lnTo>
                  <a:lnTo>
                    <a:pt x="970034" y="3716466"/>
                  </a:lnTo>
                  <a:lnTo>
                    <a:pt x="877920" y="3721628"/>
                  </a:lnTo>
                  <a:lnTo>
                    <a:pt x="790103" y="3725888"/>
                  </a:lnTo>
                  <a:lnTo>
                    <a:pt x="711175" y="3729235"/>
                  </a:lnTo>
                  <a:lnTo>
                    <a:pt x="645383" y="3731697"/>
                  </a:lnTo>
                  <a:lnTo>
                    <a:pt x="595665" y="3733350"/>
                  </a:lnTo>
                  <a:lnTo>
                    <a:pt x="562865" y="3734324"/>
                  </a:lnTo>
                  <a:lnTo>
                    <a:pt x="545382" y="3734791"/>
                  </a:lnTo>
                  <a:lnTo>
                    <a:pt x="539298" y="3734938"/>
                  </a:lnTo>
                  <a:lnTo>
                    <a:pt x="538736" y="3734950"/>
                  </a:lnTo>
                  <a:lnTo>
                    <a:pt x="0" y="3734950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15" name="pl1815"/>
            <p:cNvSpPr/>
            <p:nvPr/>
          </p:nvSpPr>
          <p:spPr>
            <a:xfrm>
              <a:off x="546595" y="1763140"/>
              <a:ext cx="8234974" cy="3734950"/>
            </a:xfrm>
            <a:custGeom>
              <a:avLst/>
              <a:pathLst>
                <a:path w="8234974" h="3734950">
                  <a:moveTo>
                    <a:pt x="0" y="3734950"/>
                  </a:moveTo>
                  <a:lnTo>
                    <a:pt x="538736" y="3734950"/>
                  </a:lnTo>
                  <a:lnTo>
                    <a:pt x="540024" y="3734921"/>
                  </a:lnTo>
                  <a:lnTo>
                    <a:pt x="548430" y="3734713"/>
                  </a:lnTo>
                  <a:lnTo>
                    <a:pt x="569393" y="3734139"/>
                  </a:lnTo>
                  <a:lnTo>
                    <a:pt x="606291" y="3733013"/>
                  </a:lnTo>
                  <a:lnTo>
                    <a:pt x="660122" y="3731172"/>
                  </a:lnTo>
                  <a:lnTo>
                    <a:pt x="729475" y="3728498"/>
                  </a:lnTo>
                  <a:lnTo>
                    <a:pt x="811007" y="3724927"/>
                  </a:lnTo>
                  <a:lnTo>
                    <a:pt x="900297" y="3720444"/>
                  </a:lnTo>
                  <a:lnTo>
                    <a:pt x="992804" y="3715064"/>
                  </a:lnTo>
                  <a:lnTo>
                    <a:pt x="1084611" y="3708807"/>
                  </a:lnTo>
                  <a:lnTo>
                    <a:pt x="1172826" y="3701682"/>
                  </a:lnTo>
                  <a:lnTo>
                    <a:pt x="1255661" y="3693663"/>
                  </a:lnTo>
                  <a:lnTo>
                    <a:pt x="1332292" y="3684691"/>
                  </a:lnTo>
                  <a:lnTo>
                    <a:pt x="1402632" y="3674663"/>
                  </a:lnTo>
                  <a:lnTo>
                    <a:pt x="1467104" y="3663438"/>
                  </a:lnTo>
                  <a:lnTo>
                    <a:pt x="1526439" y="3650840"/>
                  </a:lnTo>
                  <a:lnTo>
                    <a:pt x="1581537" y="3636667"/>
                  </a:lnTo>
                  <a:lnTo>
                    <a:pt x="1633355" y="3620716"/>
                  </a:lnTo>
                  <a:lnTo>
                    <a:pt x="1682818" y="3602810"/>
                  </a:lnTo>
                  <a:lnTo>
                    <a:pt x="1719082" y="3587948"/>
                  </a:lnTo>
                  <a:lnTo>
                    <a:pt x="1767783" y="3565733"/>
                  </a:lnTo>
                  <a:lnTo>
                    <a:pt x="1816011" y="3541284"/>
                  </a:lnTo>
                  <a:lnTo>
                    <a:pt x="1864251" y="3514568"/>
                  </a:lnTo>
                  <a:lnTo>
                    <a:pt x="1912837" y="3485625"/>
                  </a:lnTo>
                  <a:lnTo>
                    <a:pt x="1961973" y="3454577"/>
                  </a:lnTo>
                  <a:lnTo>
                    <a:pt x="2011741" y="3421638"/>
                  </a:lnTo>
                  <a:lnTo>
                    <a:pt x="2062124" y="3387106"/>
                  </a:lnTo>
                  <a:lnTo>
                    <a:pt x="2113018" y="3351360"/>
                  </a:lnTo>
                  <a:lnTo>
                    <a:pt x="2164253" y="3314843"/>
                  </a:lnTo>
                  <a:lnTo>
                    <a:pt x="2215617" y="3278042"/>
                  </a:lnTo>
                  <a:lnTo>
                    <a:pt x="2266883" y="3241458"/>
                  </a:lnTo>
                  <a:lnTo>
                    <a:pt x="2317835" y="3205580"/>
                  </a:lnTo>
                  <a:lnTo>
                    <a:pt x="2368295" y="3170859"/>
                  </a:lnTo>
                  <a:lnTo>
                    <a:pt x="2418150" y="3137684"/>
                  </a:lnTo>
                  <a:lnTo>
                    <a:pt x="2467369" y="3106364"/>
                  </a:lnTo>
                  <a:lnTo>
                    <a:pt x="2516021" y="3077125"/>
                  </a:lnTo>
                  <a:lnTo>
                    <a:pt x="2564292" y="3050102"/>
                  </a:lnTo>
                  <a:lnTo>
                    <a:pt x="2612496" y="3025345"/>
                  </a:lnTo>
                  <a:lnTo>
                    <a:pt x="2661097" y="3002831"/>
                  </a:lnTo>
                  <a:lnTo>
                    <a:pt x="2667772" y="2999938"/>
                  </a:lnTo>
                  <a:lnTo>
                    <a:pt x="2716003" y="2980493"/>
                  </a:lnTo>
                  <a:lnTo>
                    <a:pt x="2765963" y="2963080"/>
                  </a:lnTo>
                  <a:lnTo>
                    <a:pt x="2818497" y="2947583"/>
                  </a:lnTo>
                  <a:lnTo>
                    <a:pt x="2874547" y="2933816"/>
                  </a:lnTo>
                  <a:lnTo>
                    <a:pt x="2935064" y="2921573"/>
                  </a:lnTo>
                  <a:lnTo>
                    <a:pt x="3000917" y="2910657"/>
                  </a:lnTo>
                  <a:lnTo>
                    <a:pt x="3072778" y="2900900"/>
                  </a:lnTo>
                  <a:lnTo>
                    <a:pt x="3150964" y="2892169"/>
                  </a:lnTo>
                  <a:lnTo>
                    <a:pt x="3235229" y="2884374"/>
                  </a:lnTo>
                  <a:lnTo>
                    <a:pt x="3324532" y="2877462"/>
                  </a:lnTo>
                  <a:lnTo>
                    <a:pt x="3416821" y="2871419"/>
                  </a:lnTo>
                  <a:lnTo>
                    <a:pt x="3508935" y="2866257"/>
                  </a:lnTo>
                  <a:lnTo>
                    <a:pt x="3596752" y="2861997"/>
                  </a:lnTo>
                  <a:lnTo>
                    <a:pt x="3675680" y="2858650"/>
                  </a:lnTo>
                  <a:lnTo>
                    <a:pt x="3741472" y="2856189"/>
                  </a:lnTo>
                  <a:lnTo>
                    <a:pt x="3791190" y="2854536"/>
                  </a:lnTo>
                  <a:lnTo>
                    <a:pt x="3823990" y="2853561"/>
                  </a:lnTo>
                  <a:lnTo>
                    <a:pt x="3841473" y="2853095"/>
                  </a:lnTo>
                  <a:lnTo>
                    <a:pt x="3847557" y="2852948"/>
                  </a:lnTo>
                  <a:lnTo>
                    <a:pt x="3848118" y="2852935"/>
                  </a:lnTo>
                  <a:lnTo>
                    <a:pt x="4386855" y="2852935"/>
                  </a:lnTo>
                  <a:lnTo>
                    <a:pt x="4388022" y="2852851"/>
                  </a:lnTo>
                  <a:lnTo>
                    <a:pt x="4395652" y="2852244"/>
                  </a:lnTo>
                  <a:lnTo>
                    <a:pt x="4414748" y="2850568"/>
                  </a:lnTo>
                  <a:lnTo>
                    <a:pt x="4448534" y="2847275"/>
                  </a:lnTo>
                  <a:lnTo>
                    <a:pt x="4498170" y="2841880"/>
                  </a:lnTo>
                  <a:lnTo>
                    <a:pt x="4562686" y="2834014"/>
                  </a:lnTo>
                  <a:lnTo>
                    <a:pt x="4639325" y="2823462"/>
                  </a:lnTo>
                  <a:lnTo>
                    <a:pt x="4724218" y="2810152"/>
                  </a:lnTo>
                  <a:lnTo>
                    <a:pt x="4813208" y="2794110"/>
                  </a:lnTo>
                  <a:lnTo>
                    <a:pt x="4902543" y="2775403"/>
                  </a:lnTo>
                  <a:lnTo>
                    <a:pt x="4989296" y="2754068"/>
                  </a:lnTo>
                  <a:lnTo>
                    <a:pt x="5071510" y="2730074"/>
                  </a:lnTo>
                  <a:lnTo>
                    <a:pt x="5148133" y="2703286"/>
                  </a:lnTo>
                  <a:lnTo>
                    <a:pt x="5218837" y="2673454"/>
                  </a:lnTo>
                  <a:lnTo>
                    <a:pt x="5283824" y="2640217"/>
                  </a:lnTo>
                  <a:lnTo>
                    <a:pt x="5343641" y="2603104"/>
                  </a:lnTo>
                  <a:lnTo>
                    <a:pt x="5399038" y="2561561"/>
                  </a:lnTo>
                  <a:lnTo>
                    <a:pt x="5450863" y="2514985"/>
                  </a:lnTo>
                  <a:lnTo>
                    <a:pt x="5499978" y="2462798"/>
                  </a:lnTo>
                  <a:lnTo>
                    <a:pt x="5547189" y="2404561"/>
                  </a:lnTo>
                  <a:lnTo>
                    <a:pt x="5567201" y="2377446"/>
                  </a:lnTo>
                  <a:lnTo>
                    <a:pt x="5602565" y="2326087"/>
                  </a:lnTo>
                  <a:lnTo>
                    <a:pt x="5637598" y="2270964"/>
                  </a:lnTo>
                  <a:lnTo>
                    <a:pt x="5672511" y="2212002"/>
                  </a:lnTo>
                  <a:lnTo>
                    <a:pt x="5707469" y="2149186"/>
                  </a:lnTo>
                  <a:lnTo>
                    <a:pt x="5742598" y="2082567"/>
                  </a:lnTo>
                  <a:lnTo>
                    <a:pt x="5777985" y="2012273"/>
                  </a:lnTo>
                  <a:lnTo>
                    <a:pt x="5813685" y="1938507"/>
                  </a:lnTo>
                  <a:lnTo>
                    <a:pt x="5849720" y="1861554"/>
                  </a:lnTo>
                  <a:lnTo>
                    <a:pt x="5886086" y="1781775"/>
                  </a:lnTo>
                  <a:lnTo>
                    <a:pt x="5922753" y="1699606"/>
                  </a:lnTo>
                  <a:lnTo>
                    <a:pt x="5959670" y="1615549"/>
                  </a:lnTo>
                  <a:lnTo>
                    <a:pt x="5996770" y="1530157"/>
                  </a:lnTo>
                  <a:lnTo>
                    <a:pt x="6033974" y="1444023"/>
                  </a:lnTo>
                  <a:lnTo>
                    <a:pt x="6071195" y="1357763"/>
                  </a:lnTo>
                  <a:lnTo>
                    <a:pt x="6108348" y="1271996"/>
                  </a:lnTo>
                  <a:lnTo>
                    <a:pt x="6145348" y="1187327"/>
                  </a:lnTo>
                  <a:lnTo>
                    <a:pt x="6182124" y="1104326"/>
                  </a:lnTo>
                  <a:lnTo>
                    <a:pt x="6218617" y="1023518"/>
                  </a:lnTo>
                  <a:lnTo>
                    <a:pt x="6254789" y="945367"/>
                  </a:lnTo>
                  <a:lnTo>
                    <a:pt x="6290624" y="870266"/>
                  </a:lnTo>
                  <a:lnTo>
                    <a:pt x="6326133" y="798530"/>
                  </a:lnTo>
                  <a:lnTo>
                    <a:pt x="6361359" y="730397"/>
                  </a:lnTo>
                  <a:lnTo>
                    <a:pt x="6396374" y="666023"/>
                  </a:lnTo>
                  <a:lnTo>
                    <a:pt x="6431288" y="605491"/>
                  </a:lnTo>
                  <a:lnTo>
                    <a:pt x="6466249" y="548813"/>
                  </a:lnTo>
                  <a:lnTo>
                    <a:pt x="6501449" y="495936"/>
                  </a:lnTo>
                  <a:lnTo>
                    <a:pt x="6515891" y="475489"/>
                  </a:lnTo>
                  <a:lnTo>
                    <a:pt x="6562498" y="414575"/>
                  </a:lnTo>
                  <a:lnTo>
                    <a:pt x="6610696" y="359809"/>
                  </a:lnTo>
                  <a:lnTo>
                    <a:pt x="6661244" y="310872"/>
                  </a:lnTo>
                  <a:lnTo>
                    <a:pt x="6714990" y="267227"/>
                  </a:lnTo>
                  <a:lnTo>
                    <a:pt x="6772794" y="228269"/>
                  </a:lnTo>
                  <a:lnTo>
                    <a:pt x="6835463" y="193418"/>
                  </a:lnTo>
                  <a:lnTo>
                    <a:pt x="6903645" y="162164"/>
                  </a:lnTo>
                  <a:lnTo>
                    <a:pt x="6977711" y="134096"/>
                  </a:lnTo>
                  <a:lnTo>
                    <a:pt x="7057588" y="108916"/>
                  </a:lnTo>
                  <a:lnTo>
                    <a:pt x="7142562" y="86440"/>
                  </a:lnTo>
                  <a:lnTo>
                    <a:pt x="7231082" y="66595"/>
                  </a:lnTo>
                  <a:lnTo>
                    <a:pt x="7320640" y="49392"/>
                  </a:lnTo>
                  <a:lnTo>
                    <a:pt x="7407806" y="34893"/>
                  </a:lnTo>
                  <a:lnTo>
                    <a:pt x="7488525" y="23149"/>
                  </a:lnTo>
                  <a:lnTo>
                    <a:pt x="7558709" y="14138"/>
                  </a:lnTo>
                  <a:lnTo>
                    <a:pt x="7615019" y="7711"/>
                  </a:lnTo>
                  <a:lnTo>
                    <a:pt x="7655647" y="3562"/>
                  </a:lnTo>
                  <a:lnTo>
                    <a:pt x="7680819" y="1252"/>
                  </a:lnTo>
                  <a:lnTo>
                    <a:pt x="7692893" y="251"/>
                  </a:lnTo>
                  <a:lnTo>
                    <a:pt x="7696140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6" name="pl1816"/>
            <p:cNvSpPr/>
            <p:nvPr/>
          </p:nvSpPr>
          <p:spPr>
            <a:xfrm>
              <a:off x="546595" y="1757695"/>
              <a:ext cx="8234974" cy="3734950"/>
            </a:xfrm>
            <a:custGeom>
              <a:avLst/>
              <a:pathLst>
                <a:path w="8234974" h="3734950">
                  <a:moveTo>
                    <a:pt x="8234974" y="0"/>
                  </a:moveTo>
                  <a:lnTo>
                    <a:pt x="7696237" y="0"/>
                  </a:lnTo>
                  <a:lnTo>
                    <a:pt x="7695071" y="84"/>
                  </a:lnTo>
                  <a:lnTo>
                    <a:pt x="7687440" y="691"/>
                  </a:lnTo>
                  <a:lnTo>
                    <a:pt x="7668344" y="2367"/>
                  </a:lnTo>
                  <a:lnTo>
                    <a:pt x="7634558" y="5659"/>
                  </a:lnTo>
                  <a:lnTo>
                    <a:pt x="7584923" y="11055"/>
                  </a:lnTo>
                  <a:lnTo>
                    <a:pt x="7520406" y="18920"/>
                  </a:lnTo>
                  <a:lnTo>
                    <a:pt x="7443768" y="29473"/>
                  </a:lnTo>
                  <a:lnTo>
                    <a:pt x="7358875" y="42783"/>
                  </a:lnTo>
                  <a:lnTo>
                    <a:pt x="7269884" y="58825"/>
                  </a:lnTo>
                  <a:lnTo>
                    <a:pt x="7180550" y="77532"/>
                  </a:lnTo>
                  <a:lnTo>
                    <a:pt x="7093797" y="98867"/>
                  </a:lnTo>
                  <a:lnTo>
                    <a:pt x="7011582" y="122861"/>
                  </a:lnTo>
                  <a:lnTo>
                    <a:pt x="6934960" y="149649"/>
                  </a:lnTo>
                  <a:lnTo>
                    <a:pt x="6864256" y="179481"/>
                  </a:lnTo>
                  <a:lnTo>
                    <a:pt x="6799269" y="212718"/>
                  </a:lnTo>
                  <a:lnTo>
                    <a:pt x="6739452" y="249831"/>
                  </a:lnTo>
                  <a:lnTo>
                    <a:pt x="6684054" y="291374"/>
                  </a:lnTo>
                  <a:lnTo>
                    <a:pt x="6632230" y="337949"/>
                  </a:lnTo>
                  <a:lnTo>
                    <a:pt x="6583115" y="390137"/>
                  </a:lnTo>
                  <a:lnTo>
                    <a:pt x="6535903" y="448374"/>
                  </a:lnTo>
                  <a:lnTo>
                    <a:pt x="6515891" y="475489"/>
                  </a:lnTo>
                  <a:lnTo>
                    <a:pt x="6480527" y="526848"/>
                  </a:lnTo>
                  <a:lnTo>
                    <a:pt x="6445495" y="581971"/>
                  </a:lnTo>
                  <a:lnTo>
                    <a:pt x="6410582" y="640932"/>
                  </a:lnTo>
                  <a:lnTo>
                    <a:pt x="6375623" y="703749"/>
                  </a:lnTo>
                  <a:lnTo>
                    <a:pt x="6340494" y="770367"/>
                  </a:lnTo>
                  <a:lnTo>
                    <a:pt x="6305107" y="840662"/>
                  </a:lnTo>
                  <a:lnTo>
                    <a:pt x="6269408" y="914428"/>
                  </a:lnTo>
                  <a:lnTo>
                    <a:pt x="6233372" y="991381"/>
                  </a:lnTo>
                  <a:lnTo>
                    <a:pt x="6197007" y="1071160"/>
                  </a:lnTo>
                  <a:lnTo>
                    <a:pt x="6160340" y="1153329"/>
                  </a:lnTo>
                  <a:lnTo>
                    <a:pt x="6123423" y="1237386"/>
                  </a:lnTo>
                  <a:lnTo>
                    <a:pt x="6086323" y="1322778"/>
                  </a:lnTo>
                  <a:lnTo>
                    <a:pt x="6049119" y="1408912"/>
                  </a:lnTo>
                  <a:lnTo>
                    <a:pt x="6011897" y="1495172"/>
                  </a:lnTo>
                  <a:lnTo>
                    <a:pt x="5974745" y="1580938"/>
                  </a:lnTo>
                  <a:lnTo>
                    <a:pt x="5937744" y="1665608"/>
                  </a:lnTo>
                  <a:lnTo>
                    <a:pt x="5900968" y="1748609"/>
                  </a:lnTo>
                  <a:lnTo>
                    <a:pt x="5864475" y="1829417"/>
                  </a:lnTo>
                  <a:lnTo>
                    <a:pt x="5828304" y="1907568"/>
                  </a:lnTo>
                  <a:lnTo>
                    <a:pt x="5792469" y="1982669"/>
                  </a:lnTo>
                  <a:lnTo>
                    <a:pt x="5756959" y="2054405"/>
                  </a:lnTo>
                  <a:lnTo>
                    <a:pt x="5721734" y="2122538"/>
                  </a:lnTo>
                  <a:lnTo>
                    <a:pt x="5686719" y="2186912"/>
                  </a:lnTo>
                  <a:lnTo>
                    <a:pt x="5651805" y="2247444"/>
                  </a:lnTo>
                  <a:lnTo>
                    <a:pt x="5616844" y="2304122"/>
                  </a:lnTo>
                  <a:lnTo>
                    <a:pt x="5581643" y="2356999"/>
                  </a:lnTo>
                  <a:lnTo>
                    <a:pt x="5567201" y="2377446"/>
                  </a:lnTo>
                  <a:lnTo>
                    <a:pt x="5520594" y="2438360"/>
                  </a:lnTo>
                  <a:lnTo>
                    <a:pt x="5472396" y="2493126"/>
                  </a:lnTo>
                  <a:lnTo>
                    <a:pt x="5421848" y="2542063"/>
                  </a:lnTo>
                  <a:lnTo>
                    <a:pt x="5368103" y="2585708"/>
                  </a:lnTo>
                  <a:lnTo>
                    <a:pt x="5310298" y="2624666"/>
                  </a:lnTo>
                  <a:lnTo>
                    <a:pt x="5247630" y="2659517"/>
                  </a:lnTo>
                  <a:lnTo>
                    <a:pt x="5179448" y="2690771"/>
                  </a:lnTo>
                  <a:lnTo>
                    <a:pt x="5105381" y="2718839"/>
                  </a:lnTo>
                  <a:lnTo>
                    <a:pt x="5025504" y="2744019"/>
                  </a:lnTo>
                  <a:lnTo>
                    <a:pt x="4940531" y="2766494"/>
                  </a:lnTo>
                  <a:lnTo>
                    <a:pt x="4852011" y="2786340"/>
                  </a:lnTo>
                  <a:lnTo>
                    <a:pt x="4762453" y="2803543"/>
                  </a:lnTo>
                  <a:lnTo>
                    <a:pt x="4675287" y="2818042"/>
                  </a:lnTo>
                  <a:lnTo>
                    <a:pt x="4594567" y="2829786"/>
                  </a:lnTo>
                  <a:lnTo>
                    <a:pt x="4524384" y="2838796"/>
                  </a:lnTo>
                  <a:lnTo>
                    <a:pt x="4468074" y="2845224"/>
                  </a:lnTo>
                  <a:lnTo>
                    <a:pt x="4427445" y="2849373"/>
                  </a:lnTo>
                  <a:lnTo>
                    <a:pt x="4402274" y="2851683"/>
                  </a:lnTo>
                  <a:lnTo>
                    <a:pt x="4390199" y="2852684"/>
                  </a:lnTo>
                  <a:lnTo>
                    <a:pt x="4386953" y="2852929"/>
                  </a:lnTo>
                  <a:lnTo>
                    <a:pt x="4386855" y="2852935"/>
                  </a:lnTo>
                  <a:lnTo>
                    <a:pt x="3848118" y="2852935"/>
                  </a:lnTo>
                  <a:lnTo>
                    <a:pt x="3846830" y="2852964"/>
                  </a:lnTo>
                  <a:lnTo>
                    <a:pt x="3838424" y="2853172"/>
                  </a:lnTo>
                  <a:lnTo>
                    <a:pt x="3817462" y="2853746"/>
                  </a:lnTo>
                  <a:lnTo>
                    <a:pt x="3780563" y="2854873"/>
                  </a:lnTo>
                  <a:lnTo>
                    <a:pt x="3726733" y="2856714"/>
                  </a:lnTo>
                  <a:lnTo>
                    <a:pt x="3657379" y="2859388"/>
                  </a:lnTo>
                  <a:lnTo>
                    <a:pt x="3575848" y="2862958"/>
                  </a:lnTo>
                  <a:lnTo>
                    <a:pt x="3486557" y="2867441"/>
                  </a:lnTo>
                  <a:lnTo>
                    <a:pt x="3394050" y="2872821"/>
                  </a:lnTo>
                  <a:lnTo>
                    <a:pt x="3302244" y="2879078"/>
                  </a:lnTo>
                  <a:lnTo>
                    <a:pt x="3214029" y="2886204"/>
                  </a:lnTo>
                  <a:lnTo>
                    <a:pt x="3131194" y="2894222"/>
                  </a:lnTo>
                  <a:lnTo>
                    <a:pt x="3054563" y="2903194"/>
                  </a:lnTo>
                  <a:lnTo>
                    <a:pt x="2984222" y="2913222"/>
                  </a:lnTo>
                  <a:lnTo>
                    <a:pt x="2919751" y="2924447"/>
                  </a:lnTo>
                  <a:lnTo>
                    <a:pt x="2860415" y="2937046"/>
                  </a:lnTo>
                  <a:lnTo>
                    <a:pt x="2805317" y="2951218"/>
                  </a:lnTo>
                  <a:lnTo>
                    <a:pt x="2753500" y="2967169"/>
                  </a:lnTo>
                  <a:lnTo>
                    <a:pt x="2704037" y="2985075"/>
                  </a:lnTo>
                  <a:lnTo>
                    <a:pt x="2667772" y="2999938"/>
                  </a:lnTo>
                  <a:lnTo>
                    <a:pt x="2619071" y="3022152"/>
                  </a:lnTo>
                  <a:lnTo>
                    <a:pt x="2570844" y="3046601"/>
                  </a:lnTo>
                  <a:lnTo>
                    <a:pt x="2522604" y="3073317"/>
                  </a:lnTo>
                  <a:lnTo>
                    <a:pt x="2474017" y="3102261"/>
                  </a:lnTo>
                  <a:lnTo>
                    <a:pt x="2424882" y="3133308"/>
                  </a:lnTo>
                  <a:lnTo>
                    <a:pt x="2375114" y="3166248"/>
                  </a:lnTo>
                  <a:lnTo>
                    <a:pt x="2324731" y="3200780"/>
                  </a:lnTo>
                  <a:lnTo>
                    <a:pt x="2273837" y="3236526"/>
                  </a:lnTo>
                  <a:lnTo>
                    <a:pt x="2222602" y="3273042"/>
                  </a:lnTo>
                  <a:lnTo>
                    <a:pt x="2171237" y="3309843"/>
                  </a:lnTo>
                  <a:lnTo>
                    <a:pt x="2119972" y="3346427"/>
                  </a:lnTo>
                  <a:lnTo>
                    <a:pt x="2069020" y="3382305"/>
                  </a:lnTo>
                  <a:lnTo>
                    <a:pt x="2018560" y="3417026"/>
                  </a:lnTo>
                  <a:lnTo>
                    <a:pt x="1968705" y="3450202"/>
                  </a:lnTo>
                  <a:lnTo>
                    <a:pt x="1919486" y="3481521"/>
                  </a:lnTo>
                  <a:lnTo>
                    <a:pt x="1870833" y="3510760"/>
                  </a:lnTo>
                  <a:lnTo>
                    <a:pt x="1822563" y="3537783"/>
                  </a:lnTo>
                  <a:lnTo>
                    <a:pt x="1774359" y="3562540"/>
                  </a:lnTo>
                  <a:lnTo>
                    <a:pt x="1725757" y="3585054"/>
                  </a:lnTo>
                  <a:lnTo>
                    <a:pt x="1719082" y="3587948"/>
                  </a:lnTo>
                  <a:lnTo>
                    <a:pt x="1670851" y="3607392"/>
                  </a:lnTo>
                  <a:lnTo>
                    <a:pt x="1620892" y="3624806"/>
                  </a:lnTo>
                  <a:lnTo>
                    <a:pt x="1568357" y="3640302"/>
                  </a:lnTo>
                  <a:lnTo>
                    <a:pt x="1512307" y="3654069"/>
                  </a:lnTo>
                  <a:lnTo>
                    <a:pt x="1451790" y="3666313"/>
                  </a:lnTo>
                  <a:lnTo>
                    <a:pt x="1385937" y="3677229"/>
                  </a:lnTo>
                  <a:lnTo>
                    <a:pt x="1314076" y="3686986"/>
                  </a:lnTo>
                  <a:lnTo>
                    <a:pt x="1235891" y="3695716"/>
                  </a:lnTo>
                  <a:lnTo>
                    <a:pt x="1151626" y="3703511"/>
                  </a:lnTo>
                  <a:lnTo>
                    <a:pt x="1062322" y="3710423"/>
                  </a:lnTo>
                  <a:lnTo>
                    <a:pt x="970034" y="3716466"/>
                  </a:lnTo>
                  <a:lnTo>
                    <a:pt x="877920" y="3721628"/>
                  </a:lnTo>
                  <a:lnTo>
                    <a:pt x="790103" y="3725888"/>
                  </a:lnTo>
                  <a:lnTo>
                    <a:pt x="711175" y="3729235"/>
                  </a:lnTo>
                  <a:lnTo>
                    <a:pt x="645383" y="3731697"/>
                  </a:lnTo>
                  <a:lnTo>
                    <a:pt x="595665" y="3733350"/>
                  </a:lnTo>
                  <a:lnTo>
                    <a:pt x="562865" y="3734324"/>
                  </a:lnTo>
                  <a:lnTo>
                    <a:pt x="545382" y="3734791"/>
                  </a:lnTo>
                  <a:lnTo>
                    <a:pt x="539298" y="3734938"/>
                  </a:lnTo>
                  <a:lnTo>
                    <a:pt x="538736" y="3734950"/>
                  </a:lnTo>
                  <a:lnTo>
                    <a:pt x="0" y="3734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7" name="pg1817"/>
            <p:cNvSpPr/>
            <p:nvPr/>
          </p:nvSpPr>
          <p:spPr>
            <a:xfrm>
              <a:off x="546595" y="5514424"/>
              <a:ext cx="8234974" cy="675122"/>
            </a:xfrm>
            <a:custGeom>
              <a:avLst/>
              <a:pathLst>
                <a:path w="8234974" h="675122">
                  <a:moveTo>
                    <a:pt x="0" y="5444"/>
                  </a:moveTo>
                  <a:lnTo>
                    <a:pt x="538736" y="5444"/>
                  </a:lnTo>
                  <a:lnTo>
                    <a:pt x="540031" y="5466"/>
                  </a:lnTo>
                  <a:lnTo>
                    <a:pt x="548476" y="5625"/>
                  </a:lnTo>
                  <a:lnTo>
                    <a:pt x="569532" y="6063"/>
                  </a:lnTo>
                  <a:lnTo>
                    <a:pt x="606587" y="6922"/>
                  </a:lnTo>
                  <a:lnTo>
                    <a:pt x="660626" y="8327"/>
                  </a:lnTo>
                  <a:lnTo>
                    <a:pt x="730218" y="10366"/>
                  </a:lnTo>
                  <a:lnTo>
                    <a:pt x="811987" y="13089"/>
                  </a:lnTo>
                  <a:lnTo>
                    <a:pt x="901488" y="16506"/>
                  </a:lnTo>
                  <a:lnTo>
                    <a:pt x="994159" y="20607"/>
                  </a:lnTo>
                  <a:lnTo>
                    <a:pt x="1086078" y="25376"/>
                  </a:lnTo>
                  <a:lnTo>
                    <a:pt x="1174356" y="30806"/>
                  </a:lnTo>
                  <a:lnTo>
                    <a:pt x="1257215" y="36917"/>
                  </a:lnTo>
                  <a:lnTo>
                    <a:pt x="1333841" y="43756"/>
                  </a:lnTo>
                  <a:lnTo>
                    <a:pt x="1404161" y="51400"/>
                  </a:lnTo>
                  <a:lnTo>
                    <a:pt x="1468607" y="59960"/>
                  </a:lnTo>
                  <a:lnTo>
                    <a:pt x="1527920" y="69569"/>
                  </a:lnTo>
                  <a:lnTo>
                    <a:pt x="1583007" y="80381"/>
                  </a:lnTo>
                  <a:lnTo>
                    <a:pt x="1634830" y="92553"/>
                  </a:lnTo>
                  <a:lnTo>
                    <a:pt x="1684316" y="106216"/>
                  </a:lnTo>
                  <a:lnTo>
                    <a:pt x="1719082" y="117057"/>
                  </a:lnTo>
                  <a:lnTo>
                    <a:pt x="1769319" y="134487"/>
                  </a:lnTo>
                  <a:lnTo>
                    <a:pt x="1819070" y="153724"/>
                  </a:lnTo>
                  <a:lnTo>
                    <a:pt x="1868860" y="174793"/>
                  </a:lnTo>
                  <a:lnTo>
                    <a:pt x="1919046" y="197655"/>
                  </a:lnTo>
                  <a:lnTo>
                    <a:pt x="1969832" y="222200"/>
                  </a:lnTo>
                  <a:lnTo>
                    <a:pt x="2021295" y="248240"/>
                  </a:lnTo>
                  <a:lnTo>
                    <a:pt x="2073398" y="275513"/>
                  </a:lnTo>
                  <a:lnTo>
                    <a:pt x="2126010" y="303691"/>
                  </a:lnTo>
                  <a:lnTo>
                    <a:pt x="2178930" y="332394"/>
                  </a:lnTo>
                  <a:lnTo>
                    <a:pt x="2231919" y="361212"/>
                  </a:lnTo>
                  <a:lnTo>
                    <a:pt x="2284727" y="389727"/>
                  </a:lnTo>
                  <a:lnTo>
                    <a:pt x="2337130" y="417540"/>
                  </a:lnTo>
                  <a:lnTo>
                    <a:pt x="2388954" y="444291"/>
                  </a:lnTo>
                  <a:lnTo>
                    <a:pt x="2440109" y="469682"/>
                  </a:lnTo>
                  <a:lnTo>
                    <a:pt x="2490606" y="493483"/>
                  </a:lnTo>
                  <a:lnTo>
                    <a:pt x="2540579" y="515543"/>
                  </a:lnTo>
                  <a:lnTo>
                    <a:pt x="2590297" y="535783"/>
                  </a:lnTo>
                  <a:lnTo>
                    <a:pt x="2640192" y="554194"/>
                  </a:lnTo>
                  <a:lnTo>
                    <a:pt x="2667772" y="563509"/>
                  </a:lnTo>
                  <a:lnTo>
                    <a:pt x="2716083" y="578295"/>
                  </a:lnTo>
                  <a:lnTo>
                    <a:pt x="2766129" y="591534"/>
                  </a:lnTo>
                  <a:lnTo>
                    <a:pt x="2818761" y="603314"/>
                  </a:lnTo>
                  <a:lnTo>
                    <a:pt x="2874925" y="613776"/>
                  </a:lnTo>
                  <a:lnTo>
                    <a:pt x="2935576" y="623079"/>
                  </a:lnTo>
                  <a:lnTo>
                    <a:pt x="3001587" y="631373"/>
                  </a:lnTo>
                  <a:lnTo>
                    <a:pt x="3073631" y="638784"/>
                  </a:lnTo>
                  <a:lnTo>
                    <a:pt x="3152021" y="645414"/>
                  </a:lnTo>
                  <a:lnTo>
                    <a:pt x="3236501" y="651333"/>
                  </a:lnTo>
                  <a:lnTo>
                    <a:pt x="3326014" y="656579"/>
                  </a:lnTo>
                  <a:lnTo>
                    <a:pt x="3418479" y="661164"/>
                  </a:lnTo>
                  <a:lnTo>
                    <a:pt x="3510702" y="665077"/>
                  </a:lnTo>
                  <a:lnTo>
                    <a:pt x="3598526" y="668302"/>
                  </a:lnTo>
                  <a:lnTo>
                    <a:pt x="3677335" y="670833"/>
                  </a:lnTo>
                  <a:lnTo>
                    <a:pt x="3742882" y="672689"/>
                  </a:lnTo>
                  <a:lnTo>
                    <a:pt x="3792254" y="673932"/>
                  </a:lnTo>
                  <a:lnTo>
                    <a:pt x="3824665" y="674661"/>
                  </a:lnTo>
                  <a:lnTo>
                    <a:pt x="3841788" y="675007"/>
                  </a:lnTo>
                  <a:lnTo>
                    <a:pt x="3847622" y="675113"/>
                  </a:lnTo>
                  <a:lnTo>
                    <a:pt x="3848118" y="675122"/>
                  </a:lnTo>
                  <a:lnTo>
                    <a:pt x="4386855" y="675122"/>
                  </a:lnTo>
                  <a:lnTo>
                    <a:pt x="4388155" y="675108"/>
                  </a:lnTo>
                  <a:lnTo>
                    <a:pt x="4396632" y="675008"/>
                  </a:lnTo>
                  <a:lnTo>
                    <a:pt x="4417767" y="674733"/>
                  </a:lnTo>
                  <a:lnTo>
                    <a:pt x="4454952" y="674193"/>
                  </a:lnTo>
                  <a:lnTo>
                    <a:pt x="4509166" y="673310"/>
                  </a:lnTo>
                  <a:lnTo>
                    <a:pt x="4578956" y="672028"/>
                  </a:lnTo>
                  <a:lnTo>
                    <a:pt x="4660924" y="670318"/>
                  </a:lnTo>
                  <a:lnTo>
                    <a:pt x="4750600" y="668171"/>
                  </a:lnTo>
                  <a:lnTo>
                    <a:pt x="4843408" y="665595"/>
                  </a:lnTo>
                  <a:lnTo>
                    <a:pt x="4935420" y="662601"/>
                  </a:lnTo>
                  <a:lnTo>
                    <a:pt x="5023750" y="659191"/>
                  </a:lnTo>
                  <a:lnTo>
                    <a:pt x="5106628" y="655353"/>
                  </a:lnTo>
                  <a:lnTo>
                    <a:pt x="5183249" y="651058"/>
                  </a:lnTo>
                  <a:lnTo>
                    <a:pt x="5253552" y="646256"/>
                  </a:lnTo>
                  <a:lnTo>
                    <a:pt x="5317976" y="640879"/>
                  </a:lnTo>
                  <a:lnTo>
                    <a:pt x="5377272" y="634840"/>
                  </a:lnTo>
                  <a:lnTo>
                    <a:pt x="5432350" y="628045"/>
                  </a:lnTo>
                  <a:lnTo>
                    <a:pt x="5484177" y="620393"/>
                  </a:lnTo>
                  <a:lnTo>
                    <a:pt x="5533683" y="611804"/>
                  </a:lnTo>
                  <a:lnTo>
                    <a:pt x="5567201" y="605250"/>
                  </a:lnTo>
                  <a:lnTo>
                    <a:pt x="5618916" y="593998"/>
                  </a:lnTo>
                  <a:lnTo>
                    <a:pt x="5670135" y="581547"/>
                  </a:lnTo>
                  <a:lnTo>
                    <a:pt x="5721421" y="567879"/>
                  </a:lnTo>
                  <a:lnTo>
                    <a:pt x="5773151" y="553026"/>
                  </a:lnTo>
                  <a:lnTo>
                    <a:pt x="5825534" y="537069"/>
                  </a:lnTo>
                  <a:lnTo>
                    <a:pt x="5878635" y="520143"/>
                  </a:lnTo>
                  <a:lnTo>
                    <a:pt x="5932395" y="502434"/>
                  </a:lnTo>
                  <a:lnTo>
                    <a:pt x="5986656" y="484175"/>
                  </a:lnTo>
                  <a:lnTo>
                    <a:pt x="6041186" y="465630"/>
                  </a:lnTo>
                  <a:lnTo>
                    <a:pt x="6095718" y="447083"/>
                  </a:lnTo>
                  <a:lnTo>
                    <a:pt x="6149983" y="428818"/>
                  </a:lnTo>
                  <a:lnTo>
                    <a:pt x="6203752" y="411101"/>
                  </a:lnTo>
                  <a:lnTo>
                    <a:pt x="6256862" y="394163"/>
                  </a:lnTo>
                  <a:lnTo>
                    <a:pt x="6309254" y="378192"/>
                  </a:lnTo>
                  <a:lnTo>
                    <a:pt x="6360992" y="363324"/>
                  </a:lnTo>
                  <a:lnTo>
                    <a:pt x="6412282" y="349640"/>
                  </a:lnTo>
                  <a:lnTo>
                    <a:pt x="6463498" y="337172"/>
                  </a:lnTo>
                  <a:lnTo>
                    <a:pt x="6515202" y="325905"/>
                  </a:lnTo>
                  <a:lnTo>
                    <a:pt x="6515891" y="325764"/>
                  </a:lnTo>
                  <a:lnTo>
                    <a:pt x="6564268" y="316496"/>
                  </a:lnTo>
                  <a:lnTo>
                    <a:pt x="6614386" y="308199"/>
                  </a:lnTo>
                  <a:lnTo>
                    <a:pt x="6667100" y="300817"/>
                  </a:lnTo>
                  <a:lnTo>
                    <a:pt x="6723359" y="294263"/>
                  </a:lnTo>
                  <a:lnTo>
                    <a:pt x="6784123" y="288435"/>
                  </a:lnTo>
                  <a:lnTo>
                    <a:pt x="6850266" y="283240"/>
                  </a:lnTo>
                  <a:lnTo>
                    <a:pt x="6922462" y="278599"/>
                  </a:lnTo>
                  <a:lnTo>
                    <a:pt x="7001022" y="274448"/>
                  </a:lnTo>
                  <a:lnTo>
                    <a:pt x="7085682" y="270742"/>
                  </a:lnTo>
                  <a:lnTo>
                    <a:pt x="7175369" y="267459"/>
                  </a:lnTo>
                  <a:lnTo>
                    <a:pt x="7267980" y="264591"/>
                  </a:lnTo>
                  <a:lnTo>
                    <a:pt x="7360293" y="262145"/>
                  </a:lnTo>
                  <a:lnTo>
                    <a:pt x="7448122" y="260130"/>
                  </a:lnTo>
                  <a:lnTo>
                    <a:pt x="7526830" y="258552"/>
                  </a:lnTo>
                  <a:lnTo>
                    <a:pt x="7592169" y="257396"/>
                  </a:lnTo>
                  <a:lnTo>
                    <a:pt x="7641252" y="256624"/>
                  </a:lnTo>
                  <a:lnTo>
                    <a:pt x="7673338" y="256174"/>
                  </a:lnTo>
                  <a:lnTo>
                    <a:pt x="7690162" y="255961"/>
                  </a:lnTo>
                  <a:lnTo>
                    <a:pt x="7695791" y="255897"/>
                  </a:lnTo>
                  <a:lnTo>
                    <a:pt x="7696237" y="255893"/>
                  </a:lnTo>
                  <a:lnTo>
                    <a:pt x="8234974" y="255893"/>
                  </a:lnTo>
                  <a:lnTo>
                    <a:pt x="8234974" y="250448"/>
                  </a:lnTo>
                  <a:lnTo>
                    <a:pt x="7696237" y="250448"/>
                  </a:lnTo>
                  <a:lnTo>
                    <a:pt x="7694938" y="250462"/>
                  </a:lnTo>
                  <a:lnTo>
                    <a:pt x="7686460" y="250562"/>
                  </a:lnTo>
                  <a:lnTo>
                    <a:pt x="7665325" y="250837"/>
                  </a:lnTo>
                  <a:lnTo>
                    <a:pt x="7628140" y="251377"/>
                  </a:lnTo>
                  <a:lnTo>
                    <a:pt x="7573926" y="252260"/>
                  </a:lnTo>
                  <a:lnTo>
                    <a:pt x="7504136" y="253541"/>
                  </a:lnTo>
                  <a:lnTo>
                    <a:pt x="7422168" y="255252"/>
                  </a:lnTo>
                  <a:lnTo>
                    <a:pt x="7332492" y="257399"/>
                  </a:lnTo>
                  <a:lnTo>
                    <a:pt x="7239684" y="259974"/>
                  </a:lnTo>
                  <a:lnTo>
                    <a:pt x="7147672" y="262969"/>
                  </a:lnTo>
                  <a:lnTo>
                    <a:pt x="7059342" y="266379"/>
                  </a:lnTo>
                  <a:lnTo>
                    <a:pt x="6976465" y="270216"/>
                  </a:lnTo>
                  <a:lnTo>
                    <a:pt x="6899843" y="274511"/>
                  </a:lnTo>
                  <a:lnTo>
                    <a:pt x="6829540" y="279313"/>
                  </a:lnTo>
                  <a:lnTo>
                    <a:pt x="6765116" y="284691"/>
                  </a:lnTo>
                  <a:lnTo>
                    <a:pt x="6705821" y="290730"/>
                  </a:lnTo>
                  <a:lnTo>
                    <a:pt x="6650742" y="297525"/>
                  </a:lnTo>
                  <a:lnTo>
                    <a:pt x="6598915" y="305176"/>
                  </a:lnTo>
                  <a:lnTo>
                    <a:pt x="6549410" y="313766"/>
                  </a:lnTo>
                  <a:lnTo>
                    <a:pt x="6515891" y="320320"/>
                  </a:lnTo>
                  <a:lnTo>
                    <a:pt x="6464176" y="331571"/>
                  </a:lnTo>
                  <a:lnTo>
                    <a:pt x="6412958" y="344023"/>
                  </a:lnTo>
                  <a:lnTo>
                    <a:pt x="6361671" y="357691"/>
                  </a:lnTo>
                  <a:lnTo>
                    <a:pt x="6309942" y="372544"/>
                  </a:lnTo>
                  <a:lnTo>
                    <a:pt x="6257559" y="388501"/>
                  </a:lnTo>
                  <a:lnTo>
                    <a:pt x="6204458" y="405427"/>
                  </a:lnTo>
                  <a:lnTo>
                    <a:pt x="6150697" y="423136"/>
                  </a:lnTo>
                  <a:lnTo>
                    <a:pt x="6096437" y="441395"/>
                  </a:lnTo>
                  <a:lnTo>
                    <a:pt x="6041907" y="459940"/>
                  </a:lnTo>
                  <a:lnTo>
                    <a:pt x="5987375" y="478486"/>
                  </a:lnTo>
                  <a:lnTo>
                    <a:pt x="5933109" y="496751"/>
                  </a:lnTo>
                  <a:lnTo>
                    <a:pt x="5879341" y="514469"/>
                  </a:lnTo>
                  <a:lnTo>
                    <a:pt x="5826230" y="531407"/>
                  </a:lnTo>
                  <a:lnTo>
                    <a:pt x="5773838" y="547378"/>
                  </a:lnTo>
                  <a:lnTo>
                    <a:pt x="5722101" y="562246"/>
                  </a:lnTo>
                  <a:lnTo>
                    <a:pt x="5670810" y="575929"/>
                  </a:lnTo>
                  <a:lnTo>
                    <a:pt x="5619595" y="588397"/>
                  </a:lnTo>
                  <a:lnTo>
                    <a:pt x="5567891" y="599665"/>
                  </a:lnTo>
                  <a:lnTo>
                    <a:pt x="5567201" y="599806"/>
                  </a:lnTo>
                  <a:lnTo>
                    <a:pt x="5518825" y="609074"/>
                  </a:lnTo>
                  <a:lnTo>
                    <a:pt x="5468706" y="617371"/>
                  </a:lnTo>
                  <a:lnTo>
                    <a:pt x="5415992" y="624752"/>
                  </a:lnTo>
                  <a:lnTo>
                    <a:pt x="5359733" y="631307"/>
                  </a:lnTo>
                  <a:lnTo>
                    <a:pt x="5298970" y="637135"/>
                  </a:lnTo>
                  <a:lnTo>
                    <a:pt x="5232827" y="642329"/>
                  </a:lnTo>
                  <a:lnTo>
                    <a:pt x="5160630" y="646971"/>
                  </a:lnTo>
                  <a:lnTo>
                    <a:pt x="5082071" y="651122"/>
                  </a:lnTo>
                  <a:lnTo>
                    <a:pt x="4997410" y="654828"/>
                  </a:lnTo>
                  <a:lnTo>
                    <a:pt x="4907723" y="658111"/>
                  </a:lnTo>
                  <a:lnTo>
                    <a:pt x="4815112" y="660979"/>
                  </a:lnTo>
                  <a:lnTo>
                    <a:pt x="4722800" y="663425"/>
                  </a:lnTo>
                  <a:lnTo>
                    <a:pt x="4634971" y="665440"/>
                  </a:lnTo>
                  <a:lnTo>
                    <a:pt x="4556263" y="667018"/>
                  </a:lnTo>
                  <a:lnTo>
                    <a:pt x="4490923" y="668174"/>
                  </a:lnTo>
                  <a:lnTo>
                    <a:pt x="4441841" y="668945"/>
                  </a:lnTo>
                  <a:lnTo>
                    <a:pt x="4409755" y="669396"/>
                  </a:lnTo>
                  <a:lnTo>
                    <a:pt x="4392930" y="669608"/>
                  </a:lnTo>
                  <a:lnTo>
                    <a:pt x="4387301" y="669673"/>
                  </a:lnTo>
                  <a:lnTo>
                    <a:pt x="4386855" y="669677"/>
                  </a:lnTo>
                  <a:lnTo>
                    <a:pt x="3848118" y="669677"/>
                  </a:lnTo>
                  <a:lnTo>
                    <a:pt x="3846824" y="669655"/>
                  </a:lnTo>
                  <a:lnTo>
                    <a:pt x="3838379" y="669497"/>
                  </a:lnTo>
                  <a:lnTo>
                    <a:pt x="3817323" y="669059"/>
                  </a:lnTo>
                  <a:lnTo>
                    <a:pt x="3780268" y="668199"/>
                  </a:lnTo>
                  <a:lnTo>
                    <a:pt x="3726229" y="666795"/>
                  </a:lnTo>
                  <a:lnTo>
                    <a:pt x="3656637" y="664755"/>
                  </a:lnTo>
                  <a:lnTo>
                    <a:pt x="3574867" y="662033"/>
                  </a:lnTo>
                  <a:lnTo>
                    <a:pt x="3485367" y="658615"/>
                  </a:lnTo>
                  <a:lnTo>
                    <a:pt x="3392695" y="654514"/>
                  </a:lnTo>
                  <a:lnTo>
                    <a:pt x="3300776" y="649746"/>
                  </a:lnTo>
                  <a:lnTo>
                    <a:pt x="3212498" y="644315"/>
                  </a:lnTo>
                  <a:lnTo>
                    <a:pt x="3129640" y="638204"/>
                  </a:lnTo>
                  <a:lnTo>
                    <a:pt x="3053014" y="631366"/>
                  </a:lnTo>
                  <a:lnTo>
                    <a:pt x="2982694" y="623721"/>
                  </a:lnTo>
                  <a:lnTo>
                    <a:pt x="2918248" y="615161"/>
                  </a:lnTo>
                  <a:lnTo>
                    <a:pt x="2858934" y="605552"/>
                  </a:lnTo>
                  <a:lnTo>
                    <a:pt x="2803847" y="594740"/>
                  </a:lnTo>
                  <a:lnTo>
                    <a:pt x="2752025" y="582568"/>
                  </a:lnTo>
                  <a:lnTo>
                    <a:pt x="2702539" y="568905"/>
                  </a:lnTo>
                  <a:lnTo>
                    <a:pt x="2667772" y="558064"/>
                  </a:lnTo>
                  <a:lnTo>
                    <a:pt x="2617535" y="540634"/>
                  </a:lnTo>
                  <a:lnTo>
                    <a:pt x="2567785" y="521398"/>
                  </a:lnTo>
                  <a:lnTo>
                    <a:pt x="2517994" y="500329"/>
                  </a:lnTo>
                  <a:lnTo>
                    <a:pt x="2467809" y="477466"/>
                  </a:lnTo>
                  <a:lnTo>
                    <a:pt x="2417023" y="452921"/>
                  </a:lnTo>
                  <a:lnTo>
                    <a:pt x="2365559" y="426881"/>
                  </a:lnTo>
                  <a:lnTo>
                    <a:pt x="2313456" y="399608"/>
                  </a:lnTo>
                  <a:lnTo>
                    <a:pt x="2260845" y="371430"/>
                  </a:lnTo>
                  <a:lnTo>
                    <a:pt x="2207925" y="342727"/>
                  </a:lnTo>
                  <a:lnTo>
                    <a:pt x="2154936" y="313909"/>
                  </a:lnTo>
                  <a:lnTo>
                    <a:pt x="2102127" y="285394"/>
                  </a:lnTo>
                  <a:lnTo>
                    <a:pt x="2049725" y="257581"/>
                  </a:lnTo>
                  <a:lnTo>
                    <a:pt x="1997901" y="230830"/>
                  </a:lnTo>
                  <a:lnTo>
                    <a:pt x="1946746" y="205439"/>
                  </a:lnTo>
                  <a:lnTo>
                    <a:pt x="1896248" y="181638"/>
                  </a:lnTo>
                  <a:lnTo>
                    <a:pt x="1846276" y="159579"/>
                  </a:lnTo>
                  <a:lnTo>
                    <a:pt x="1796557" y="139339"/>
                  </a:lnTo>
                  <a:lnTo>
                    <a:pt x="1746663" y="120927"/>
                  </a:lnTo>
                  <a:lnTo>
                    <a:pt x="1719082" y="111612"/>
                  </a:lnTo>
                  <a:lnTo>
                    <a:pt x="1670772" y="96826"/>
                  </a:lnTo>
                  <a:lnTo>
                    <a:pt x="1620726" y="83587"/>
                  </a:lnTo>
                  <a:lnTo>
                    <a:pt x="1568094" y="71808"/>
                  </a:lnTo>
                  <a:lnTo>
                    <a:pt x="1511930" y="61345"/>
                  </a:lnTo>
                  <a:lnTo>
                    <a:pt x="1451278" y="52042"/>
                  </a:lnTo>
                  <a:lnTo>
                    <a:pt x="1385267" y="43749"/>
                  </a:lnTo>
                  <a:lnTo>
                    <a:pt x="1313223" y="36337"/>
                  </a:lnTo>
                  <a:lnTo>
                    <a:pt x="1234834" y="29707"/>
                  </a:lnTo>
                  <a:lnTo>
                    <a:pt x="1150353" y="23788"/>
                  </a:lnTo>
                  <a:lnTo>
                    <a:pt x="1060841" y="18542"/>
                  </a:lnTo>
                  <a:lnTo>
                    <a:pt x="968376" y="13958"/>
                  </a:lnTo>
                  <a:lnTo>
                    <a:pt x="876153" y="10044"/>
                  </a:lnTo>
                  <a:lnTo>
                    <a:pt x="788328" y="6819"/>
                  </a:lnTo>
                  <a:lnTo>
                    <a:pt x="709519" y="4289"/>
                  </a:lnTo>
                  <a:lnTo>
                    <a:pt x="643973" y="2432"/>
                  </a:lnTo>
                  <a:lnTo>
                    <a:pt x="594600" y="1189"/>
                  </a:lnTo>
                  <a:lnTo>
                    <a:pt x="562190" y="460"/>
                  </a:lnTo>
                  <a:lnTo>
                    <a:pt x="545067" y="114"/>
                  </a:lnTo>
                  <a:lnTo>
                    <a:pt x="539233" y="8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18" name="pl1818"/>
            <p:cNvSpPr/>
            <p:nvPr/>
          </p:nvSpPr>
          <p:spPr>
            <a:xfrm>
              <a:off x="546595" y="5519869"/>
              <a:ext cx="8234974" cy="669677"/>
            </a:xfrm>
            <a:custGeom>
              <a:avLst/>
              <a:pathLst>
                <a:path w="8234974" h="669677">
                  <a:moveTo>
                    <a:pt x="0" y="0"/>
                  </a:moveTo>
                  <a:lnTo>
                    <a:pt x="538736" y="0"/>
                  </a:lnTo>
                  <a:lnTo>
                    <a:pt x="540031" y="22"/>
                  </a:lnTo>
                  <a:lnTo>
                    <a:pt x="548476" y="180"/>
                  </a:lnTo>
                  <a:lnTo>
                    <a:pt x="569532" y="618"/>
                  </a:lnTo>
                  <a:lnTo>
                    <a:pt x="606587" y="1478"/>
                  </a:lnTo>
                  <a:lnTo>
                    <a:pt x="660626" y="2882"/>
                  </a:lnTo>
                  <a:lnTo>
                    <a:pt x="730218" y="4921"/>
                  </a:lnTo>
                  <a:lnTo>
                    <a:pt x="811987" y="7644"/>
                  </a:lnTo>
                  <a:lnTo>
                    <a:pt x="901488" y="11062"/>
                  </a:lnTo>
                  <a:lnTo>
                    <a:pt x="994159" y="15163"/>
                  </a:lnTo>
                  <a:lnTo>
                    <a:pt x="1086078" y="19931"/>
                  </a:lnTo>
                  <a:lnTo>
                    <a:pt x="1174356" y="25362"/>
                  </a:lnTo>
                  <a:lnTo>
                    <a:pt x="1257215" y="31473"/>
                  </a:lnTo>
                  <a:lnTo>
                    <a:pt x="1333841" y="38311"/>
                  </a:lnTo>
                  <a:lnTo>
                    <a:pt x="1404161" y="45956"/>
                  </a:lnTo>
                  <a:lnTo>
                    <a:pt x="1468607" y="54515"/>
                  </a:lnTo>
                  <a:lnTo>
                    <a:pt x="1527920" y="64125"/>
                  </a:lnTo>
                  <a:lnTo>
                    <a:pt x="1583007" y="74937"/>
                  </a:lnTo>
                  <a:lnTo>
                    <a:pt x="1634830" y="87108"/>
                  </a:lnTo>
                  <a:lnTo>
                    <a:pt x="1684316" y="100772"/>
                  </a:lnTo>
                  <a:lnTo>
                    <a:pt x="1719082" y="111612"/>
                  </a:lnTo>
                  <a:lnTo>
                    <a:pt x="1769319" y="129042"/>
                  </a:lnTo>
                  <a:lnTo>
                    <a:pt x="1819070" y="148279"/>
                  </a:lnTo>
                  <a:lnTo>
                    <a:pt x="1868860" y="169348"/>
                  </a:lnTo>
                  <a:lnTo>
                    <a:pt x="1919046" y="192211"/>
                  </a:lnTo>
                  <a:lnTo>
                    <a:pt x="1969832" y="216755"/>
                  </a:lnTo>
                  <a:lnTo>
                    <a:pt x="2021295" y="242795"/>
                  </a:lnTo>
                  <a:lnTo>
                    <a:pt x="2073398" y="270068"/>
                  </a:lnTo>
                  <a:lnTo>
                    <a:pt x="2126010" y="298246"/>
                  </a:lnTo>
                  <a:lnTo>
                    <a:pt x="2178930" y="326950"/>
                  </a:lnTo>
                  <a:lnTo>
                    <a:pt x="2231919" y="355768"/>
                  </a:lnTo>
                  <a:lnTo>
                    <a:pt x="2284727" y="384283"/>
                  </a:lnTo>
                  <a:lnTo>
                    <a:pt x="2337130" y="412095"/>
                  </a:lnTo>
                  <a:lnTo>
                    <a:pt x="2388954" y="438847"/>
                  </a:lnTo>
                  <a:lnTo>
                    <a:pt x="2440109" y="464237"/>
                  </a:lnTo>
                  <a:lnTo>
                    <a:pt x="2490606" y="488039"/>
                  </a:lnTo>
                  <a:lnTo>
                    <a:pt x="2540579" y="510098"/>
                  </a:lnTo>
                  <a:lnTo>
                    <a:pt x="2590297" y="530338"/>
                  </a:lnTo>
                  <a:lnTo>
                    <a:pt x="2640192" y="548750"/>
                  </a:lnTo>
                  <a:lnTo>
                    <a:pt x="2667772" y="558064"/>
                  </a:lnTo>
                  <a:lnTo>
                    <a:pt x="2716083" y="572850"/>
                  </a:lnTo>
                  <a:lnTo>
                    <a:pt x="2766129" y="586090"/>
                  </a:lnTo>
                  <a:lnTo>
                    <a:pt x="2818761" y="597869"/>
                  </a:lnTo>
                  <a:lnTo>
                    <a:pt x="2874925" y="608332"/>
                  </a:lnTo>
                  <a:lnTo>
                    <a:pt x="2935576" y="617635"/>
                  </a:lnTo>
                  <a:lnTo>
                    <a:pt x="3001587" y="625928"/>
                  </a:lnTo>
                  <a:lnTo>
                    <a:pt x="3073631" y="633340"/>
                  </a:lnTo>
                  <a:lnTo>
                    <a:pt x="3152021" y="639970"/>
                  </a:lnTo>
                  <a:lnTo>
                    <a:pt x="3236501" y="645889"/>
                  </a:lnTo>
                  <a:lnTo>
                    <a:pt x="3326014" y="651135"/>
                  </a:lnTo>
                  <a:lnTo>
                    <a:pt x="3418479" y="655719"/>
                  </a:lnTo>
                  <a:lnTo>
                    <a:pt x="3510702" y="659632"/>
                  </a:lnTo>
                  <a:lnTo>
                    <a:pt x="3598526" y="662858"/>
                  </a:lnTo>
                  <a:lnTo>
                    <a:pt x="3677335" y="665388"/>
                  </a:lnTo>
                  <a:lnTo>
                    <a:pt x="3742882" y="667245"/>
                  </a:lnTo>
                  <a:lnTo>
                    <a:pt x="3792254" y="668487"/>
                  </a:lnTo>
                  <a:lnTo>
                    <a:pt x="3824665" y="669216"/>
                  </a:lnTo>
                  <a:lnTo>
                    <a:pt x="3841788" y="669562"/>
                  </a:lnTo>
                  <a:lnTo>
                    <a:pt x="3847622" y="669669"/>
                  </a:lnTo>
                  <a:lnTo>
                    <a:pt x="3848118" y="669677"/>
                  </a:lnTo>
                  <a:lnTo>
                    <a:pt x="4386855" y="669677"/>
                  </a:lnTo>
                  <a:lnTo>
                    <a:pt x="4388155" y="669663"/>
                  </a:lnTo>
                  <a:lnTo>
                    <a:pt x="4396632" y="669564"/>
                  </a:lnTo>
                  <a:lnTo>
                    <a:pt x="4417767" y="669288"/>
                  </a:lnTo>
                  <a:lnTo>
                    <a:pt x="4454952" y="668748"/>
                  </a:lnTo>
                  <a:lnTo>
                    <a:pt x="4509166" y="667865"/>
                  </a:lnTo>
                  <a:lnTo>
                    <a:pt x="4578956" y="666584"/>
                  </a:lnTo>
                  <a:lnTo>
                    <a:pt x="4660924" y="664873"/>
                  </a:lnTo>
                  <a:lnTo>
                    <a:pt x="4750600" y="662727"/>
                  </a:lnTo>
                  <a:lnTo>
                    <a:pt x="4843408" y="660151"/>
                  </a:lnTo>
                  <a:lnTo>
                    <a:pt x="4935420" y="657157"/>
                  </a:lnTo>
                  <a:lnTo>
                    <a:pt x="5023750" y="653746"/>
                  </a:lnTo>
                  <a:lnTo>
                    <a:pt x="5106628" y="649909"/>
                  </a:lnTo>
                  <a:lnTo>
                    <a:pt x="5183249" y="645614"/>
                  </a:lnTo>
                  <a:lnTo>
                    <a:pt x="5253552" y="640812"/>
                  </a:lnTo>
                  <a:lnTo>
                    <a:pt x="5317976" y="635434"/>
                  </a:lnTo>
                  <a:lnTo>
                    <a:pt x="5377272" y="629396"/>
                  </a:lnTo>
                  <a:lnTo>
                    <a:pt x="5432350" y="622600"/>
                  </a:lnTo>
                  <a:lnTo>
                    <a:pt x="5484177" y="614949"/>
                  </a:lnTo>
                  <a:lnTo>
                    <a:pt x="5533683" y="606360"/>
                  </a:lnTo>
                  <a:lnTo>
                    <a:pt x="5567201" y="599806"/>
                  </a:lnTo>
                  <a:lnTo>
                    <a:pt x="5618916" y="588554"/>
                  </a:lnTo>
                  <a:lnTo>
                    <a:pt x="5670135" y="576102"/>
                  </a:lnTo>
                  <a:lnTo>
                    <a:pt x="5721421" y="562435"/>
                  </a:lnTo>
                  <a:lnTo>
                    <a:pt x="5773151" y="547582"/>
                  </a:lnTo>
                  <a:lnTo>
                    <a:pt x="5825534" y="531625"/>
                  </a:lnTo>
                  <a:lnTo>
                    <a:pt x="5878635" y="514698"/>
                  </a:lnTo>
                  <a:lnTo>
                    <a:pt x="5932395" y="496989"/>
                  </a:lnTo>
                  <a:lnTo>
                    <a:pt x="5986656" y="478730"/>
                  </a:lnTo>
                  <a:lnTo>
                    <a:pt x="6041186" y="460185"/>
                  </a:lnTo>
                  <a:lnTo>
                    <a:pt x="6095718" y="441639"/>
                  </a:lnTo>
                  <a:lnTo>
                    <a:pt x="6149983" y="423374"/>
                  </a:lnTo>
                  <a:lnTo>
                    <a:pt x="6203752" y="405656"/>
                  </a:lnTo>
                  <a:lnTo>
                    <a:pt x="6256862" y="388718"/>
                  </a:lnTo>
                  <a:lnTo>
                    <a:pt x="6309254" y="372747"/>
                  </a:lnTo>
                  <a:lnTo>
                    <a:pt x="6360992" y="357879"/>
                  </a:lnTo>
                  <a:lnTo>
                    <a:pt x="6412282" y="344196"/>
                  </a:lnTo>
                  <a:lnTo>
                    <a:pt x="6463498" y="331728"/>
                  </a:lnTo>
                  <a:lnTo>
                    <a:pt x="6515202" y="320461"/>
                  </a:lnTo>
                  <a:lnTo>
                    <a:pt x="6515891" y="320320"/>
                  </a:lnTo>
                  <a:lnTo>
                    <a:pt x="6564268" y="311051"/>
                  </a:lnTo>
                  <a:lnTo>
                    <a:pt x="6614386" y="302754"/>
                  </a:lnTo>
                  <a:lnTo>
                    <a:pt x="6667100" y="295373"/>
                  </a:lnTo>
                  <a:lnTo>
                    <a:pt x="6723359" y="288818"/>
                  </a:lnTo>
                  <a:lnTo>
                    <a:pt x="6784123" y="282990"/>
                  </a:lnTo>
                  <a:lnTo>
                    <a:pt x="6850266" y="277796"/>
                  </a:lnTo>
                  <a:lnTo>
                    <a:pt x="6922462" y="273155"/>
                  </a:lnTo>
                  <a:lnTo>
                    <a:pt x="7001022" y="269003"/>
                  </a:lnTo>
                  <a:lnTo>
                    <a:pt x="7085682" y="265298"/>
                  </a:lnTo>
                  <a:lnTo>
                    <a:pt x="7175369" y="262014"/>
                  </a:lnTo>
                  <a:lnTo>
                    <a:pt x="7267980" y="259147"/>
                  </a:lnTo>
                  <a:lnTo>
                    <a:pt x="7360293" y="256700"/>
                  </a:lnTo>
                  <a:lnTo>
                    <a:pt x="7448122" y="254686"/>
                  </a:lnTo>
                  <a:lnTo>
                    <a:pt x="7526830" y="253107"/>
                  </a:lnTo>
                  <a:lnTo>
                    <a:pt x="7592169" y="251951"/>
                  </a:lnTo>
                  <a:lnTo>
                    <a:pt x="7641252" y="251180"/>
                  </a:lnTo>
                  <a:lnTo>
                    <a:pt x="7673338" y="250729"/>
                  </a:lnTo>
                  <a:lnTo>
                    <a:pt x="7690162" y="250517"/>
                  </a:lnTo>
                  <a:lnTo>
                    <a:pt x="7695791" y="250453"/>
                  </a:lnTo>
                  <a:lnTo>
                    <a:pt x="7696237" y="250448"/>
                  </a:lnTo>
                  <a:lnTo>
                    <a:pt x="8234974" y="250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9" name="pl1819"/>
            <p:cNvSpPr/>
            <p:nvPr/>
          </p:nvSpPr>
          <p:spPr>
            <a:xfrm>
              <a:off x="546595" y="5514424"/>
              <a:ext cx="8234974" cy="669677"/>
            </a:xfrm>
            <a:custGeom>
              <a:avLst/>
              <a:pathLst>
                <a:path w="8234974" h="669677">
                  <a:moveTo>
                    <a:pt x="8234974" y="250448"/>
                  </a:moveTo>
                  <a:lnTo>
                    <a:pt x="7696237" y="250448"/>
                  </a:lnTo>
                  <a:lnTo>
                    <a:pt x="7694938" y="250462"/>
                  </a:lnTo>
                  <a:lnTo>
                    <a:pt x="7686460" y="250562"/>
                  </a:lnTo>
                  <a:lnTo>
                    <a:pt x="7665325" y="250837"/>
                  </a:lnTo>
                  <a:lnTo>
                    <a:pt x="7628140" y="251377"/>
                  </a:lnTo>
                  <a:lnTo>
                    <a:pt x="7573926" y="252260"/>
                  </a:lnTo>
                  <a:lnTo>
                    <a:pt x="7504136" y="253541"/>
                  </a:lnTo>
                  <a:lnTo>
                    <a:pt x="7422168" y="255252"/>
                  </a:lnTo>
                  <a:lnTo>
                    <a:pt x="7332492" y="257399"/>
                  </a:lnTo>
                  <a:lnTo>
                    <a:pt x="7239684" y="259974"/>
                  </a:lnTo>
                  <a:lnTo>
                    <a:pt x="7147672" y="262969"/>
                  </a:lnTo>
                  <a:lnTo>
                    <a:pt x="7059342" y="266379"/>
                  </a:lnTo>
                  <a:lnTo>
                    <a:pt x="6976465" y="270216"/>
                  </a:lnTo>
                  <a:lnTo>
                    <a:pt x="6899843" y="274511"/>
                  </a:lnTo>
                  <a:lnTo>
                    <a:pt x="6829540" y="279313"/>
                  </a:lnTo>
                  <a:lnTo>
                    <a:pt x="6765116" y="284691"/>
                  </a:lnTo>
                  <a:lnTo>
                    <a:pt x="6705821" y="290730"/>
                  </a:lnTo>
                  <a:lnTo>
                    <a:pt x="6650742" y="297525"/>
                  </a:lnTo>
                  <a:lnTo>
                    <a:pt x="6598915" y="305176"/>
                  </a:lnTo>
                  <a:lnTo>
                    <a:pt x="6549410" y="313766"/>
                  </a:lnTo>
                  <a:lnTo>
                    <a:pt x="6515891" y="320320"/>
                  </a:lnTo>
                  <a:lnTo>
                    <a:pt x="6464176" y="331571"/>
                  </a:lnTo>
                  <a:lnTo>
                    <a:pt x="6412958" y="344023"/>
                  </a:lnTo>
                  <a:lnTo>
                    <a:pt x="6361671" y="357691"/>
                  </a:lnTo>
                  <a:lnTo>
                    <a:pt x="6309942" y="372544"/>
                  </a:lnTo>
                  <a:lnTo>
                    <a:pt x="6257559" y="388501"/>
                  </a:lnTo>
                  <a:lnTo>
                    <a:pt x="6204458" y="405427"/>
                  </a:lnTo>
                  <a:lnTo>
                    <a:pt x="6150697" y="423136"/>
                  </a:lnTo>
                  <a:lnTo>
                    <a:pt x="6096437" y="441395"/>
                  </a:lnTo>
                  <a:lnTo>
                    <a:pt x="6041907" y="459940"/>
                  </a:lnTo>
                  <a:lnTo>
                    <a:pt x="5987375" y="478486"/>
                  </a:lnTo>
                  <a:lnTo>
                    <a:pt x="5933109" y="496751"/>
                  </a:lnTo>
                  <a:lnTo>
                    <a:pt x="5879341" y="514469"/>
                  </a:lnTo>
                  <a:lnTo>
                    <a:pt x="5826230" y="531407"/>
                  </a:lnTo>
                  <a:lnTo>
                    <a:pt x="5773838" y="547378"/>
                  </a:lnTo>
                  <a:lnTo>
                    <a:pt x="5722101" y="562246"/>
                  </a:lnTo>
                  <a:lnTo>
                    <a:pt x="5670810" y="575929"/>
                  </a:lnTo>
                  <a:lnTo>
                    <a:pt x="5619595" y="588397"/>
                  </a:lnTo>
                  <a:lnTo>
                    <a:pt x="5567891" y="599665"/>
                  </a:lnTo>
                  <a:lnTo>
                    <a:pt x="5567201" y="599806"/>
                  </a:lnTo>
                  <a:lnTo>
                    <a:pt x="5518825" y="609074"/>
                  </a:lnTo>
                  <a:lnTo>
                    <a:pt x="5468706" y="617371"/>
                  </a:lnTo>
                  <a:lnTo>
                    <a:pt x="5415992" y="624752"/>
                  </a:lnTo>
                  <a:lnTo>
                    <a:pt x="5359733" y="631307"/>
                  </a:lnTo>
                  <a:lnTo>
                    <a:pt x="5298970" y="637135"/>
                  </a:lnTo>
                  <a:lnTo>
                    <a:pt x="5232827" y="642329"/>
                  </a:lnTo>
                  <a:lnTo>
                    <a:pt x="5160630" y="646971"/>
                  </a:lnTo>
                  <a:lnTo>
                    <a:pt x="5082071" y="651122"/>
                  </a:lnTo>
                  <a:lnTo>
                    <a:pt x="4997410" y="654828"/>
                  </a:lnTo>
                  <a:lnTo>
                    <a:pt x="4907723" y="658111"/>
                  </a:lnTo>
                  <a:lnTo>
                    <a:pt x="4815112" y="660979"/>
                  </a:lnTo>
                  <a:lnTo>
                    <a:pt x="4722800" y="663425"/>
                  </a:lnTo>
                  <a:lnTo>
                    <a:pt x="4634971" y="665440"/>
                  </a:lnTo>
                  <a:lnTo>
                    <a:pt x="4556263" y="667018"/>
                  </a:lnTo>
                  <a:lnTo>
                    <a:pt x="4490923" y="668174"/>
                  </a:lnTo>
                  <a:lnTo>
                    <a:pt x="4441841" y="668945"/>
                  </a:lnTo>
                  <a:lnTo>
                    <a:pt x="4409755" y="669396"/>
                  </a:lnTo>
                  <a:lnTo>
                    <a:pt x="4392930" y="669608"/>
                  </a:lnTo>
                  <a:lnTo>
                    <a:pt x="4387301" y="669673"/>
                  </a:lnTo>
                  <a:lnTo>
                    <a:pt x="4386855" y="669677"/>
                  </a:lnTo>
                  <a:lnTo>
                    <a:pt x="3848118" y="669677"/>
                  </a:lnTo>
                  <a:lnTo>
                    <a:pt x="3846824" y="669655"/>
                  </a:lnTo>
                  <a:lnTo>
                    <a:pt x="3838379" y="669497"/>
                  </a:lnTo>
                  <a:lnTo>
                    <a:pt x="3817323" y="669059"/>
                  </a:lnTo>
                  <a:lnTo>
                    <a:pt x="3780268" y="668199"/>
                  </a:lnTo>
                  <a:lnTo>
                    <a:pt x="3726229" y="666795"/>
                  </a:lnTo>
                  <a:lnTo>
                    <a:pt x="3656637" y="664755"/>
                  </a:lnTo>
                  <a:lnTo>
                    <a:pt x="3574867" y="662033"/>
                  </a:lnTo>
                  <a:lnTo>
                    <a:pt x="3485367" y="658615"/>
                  </a:lnTo>
                  <a:lnTo>
                    <a:pt x="3392695" y="654514"/>
                  </a:lnTo>
                  <a:lnTo>
                    <a:pt x="3300776" y="649746"/>
                  </a:lnTo>
                  <a:lnTo>
                    <a:pt x="3212498" y="644315"/>
                  </a:lnTo>
                  <a:lnTo>
                    <a:pt x="3129640" y="638204"/>
                  </a:lnTo>
                  <a:lnTo>
                    <a:pt x="3053014" y="631366"/>
                  </a:lnTo>
                  <a:lnTo>
                    <a:pt x="2982694" y="623721"/>
                  </a:lnTo>
                  <a:lnTo>
                    <a:pt x="2918248" y="615161"/>
                  </a:lnTo>
                  <a:lnTo>
                    <a:pt x="2858934" y="605552"/>
                  </a:lnTo>
                  <a:lnTo>
                    <a:pt x="2803847" y="594740"/>
                  </a:lnTo>
                  <a:lnTo>
                    <a:pt x="2752025" y="582568"/>
                  </a:lnTo>
                  <a:lnTo>
                    <a:pt x="2702539" y="568905"/>
                  </a:lnTo>
                  <a:lnTo>
                    <a:pt x="2667772" y="558064"/>
                  </a:lnTo>
                  <a:lnTo>
                    <a:pt x="2617535" y="540634"/>
                  </a:lnTo>
                  <a:lnTo>
                    <a:pt x="2567785" y="521398"/>
                  </a:lnTo>
                  <a:lnTo>
                    <a:pt x="2517994" y="500329"/>
                  </a:lnTo>
                  <a:lnTo>
                    <a:pt x="2467809" y="477466"/>
                  </a:lnTo>
                  <a:lnTo>
                    <a:pt x="2417023" y="452921"/>
                  </a:lnTo>
                  <a:lnTo>
                    <a:pt x="2365559" y="426881"/>
                  </a:lnTo>
                  <a:lnTo>
                    <a:pt x="2313456" y="399608"/>
                  </a:lnTo>
                  <a:lnTo>
                    <a:pt x="2260845" y="371430"/>
                  </a:lnTo>
                  <a:lnTo>
                    <a:pt x="2207925" y="342727"/>
                  </a:lnTo>
                  <a:lnTo>
                    <a:pt x="2154936" y="313909"/>
                  </a:lnTo>
                  <a:lnTo>
                    <a:pt x="2102127" y="285394"/>
                  </a:lnTo>
                  <a:lnTo>
                    <a:pt x="2049725" y="257581"/>
                  </a:lnTo>
                  <a:lnTo>
                    <a:pt x="1997901" y="230830"/>
                  </a:lnTo>
                  <a:lnTo>
                    <a:pt x="1946746" y="205439"/>
                  </a:lnTo>
                  <a:lnTo>
                    <a:pt x="1896248" y="181638"/>
                  </a:lnTo>
                  <a:lnTo>
                    <a:pt x="1846276" y="159579"/>
                  </a:lnTo>
                  <a:lnTo>
                    <a:pt x="1796557" y="139339"/>
                  </a:lnTo>
                  <a:lnTo>
                    <a:pt x="1746663" y="120927"/>
                  </a:lnTo>
                  <a:lnTo>
                    <a:pt x="1719082" y="111612"/>
                  </a:lnTo>
                  <a:lnTo>
                    <a:pt x="1670772" y="96826"/>
                  </a:lnTo>
                  <a:lnTo>
                    <a:pt x="1620726" y="83587"/>
                  </a:lnTo>
                  <a:lnTo>
                    <a:pt x="1568094" y="71808"/>
                  </a:lnTo>
                  <a:lnTo>
                    <a:pt x="1511930" y="61345"/>
                  </a:lnTo>
                  <a:lnTo>
                    <a:pt x="1451278" y="52042"/>
                  </a:lnTo>
                  <a:lnTo>
                    <a:pt x="1385267" y="43749"/>
                  </a:lnTo>
                  <a:lnTo>
                    <a:pt x="1313223" y="36337"/>
                  </a:lnTo>
                  <a:lnTo>
                    <a:pt x="1234834" y="29707"/>
                  </a:lnTo>
                  <a:lnTo>
                    <a:pt x="1150353" y="23788"/>
                  </a:lnTo>
                  <a:lnTo>
                    <a:pt x="1060841" y="18542"/>
                  </a:lnTo>
                  <a:lnTo>
                    <a:pt x="968376" y="13958"/>
                  </a:lnTo>
                  <a:lnTo>
                    <a:pt x="876153" y="10044"/>
                  </a:lnTo>
                  <a:lnTo>
                    <a:pt x="788328" y="6819"/>
                  </a:lnTo>
                  <a:lnTo>
                    <a:pt x="709519" y="4289"/>
                  </a:lnTo>
                  <a:lnTo>
                    <a:pt x="643973" y="2432"/>
                  </a:lnTo>
                  <a:lnTo>
                    <a:pt x="594600" y="1189"/>
                  </a:lnTo>
                  <a:lnTo>
                    <a:pt x="562190" y="460"/>
                  </a:lnTo>
                  <a:lnTo>
                    <a:pt x="545067" y="114"/>
                  </a:lnTo>
                  <a:lnTo>
                    <a:pt x="539233" y="8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0" name="pg1820"/>
            <p:cNvSpPr/>
            <p:nvPr/>
          </p:nvSpPr>
          <p:spPr>
            <a:xfrm>
              <a:off x="546595" y="706900"/>
              <a:ext cx="8234974" cy="4720411"/>
            </a:xfrm>
            <a:custGeom>
              <a:avLst/>
              <a:pathLst>
                <a:path w="8234974" h="4720411">
                  <a:moveTo>
                    <a:pt x="0" y="4720411"/>
                  </a:moveTo>
                  <a:lnTo>
                    <a:pt x="538736" y="4720411"/>
                  </a:lnTo>
                  <a:lnTo>
                    <a:pt x="539607" y="4720307"/>
                  </a:lnTo>
                  <a:lnTo>
                    <a:pt x="545338" y="4719566"/>
                  </a:lnTo>
                  <a:lnTo>
                    <a:pt x="559817" y="4717518"/>
                  </a:lnTo>
                  <a:lnTo>
                    <a:pt x="585773" y="4713486"/>
                  </a:lnTo>
                  <a:lnTo>
                    <a:pt x="624596" y="4706837"/>
                  </a:lnTo>
                  <a:lnTo>
                    <a:pt x="676225" y="4697052"/>
                  </a:lnTo>
                  <a:lnTo>
                    <a:pt x="739246" y="4683764"/>
                  </a:lnTo>
                  <a:lnTo>
                    <a:pt x="811211" y="4666781"/>
                  </a:lnTo>
                  <a:lnTo>
                    <a:pt x="889113" y="4646060"/>
                  </a:lnTo>
                  <a:lnTo>
                    <a:pt x="969880" y="4621652"/>
                  </a:lnTo>
                  <a:lnTo>
                    <a:pt x="1050771" y="4593637"/>
                  </a:lnTo>
                  <a:lnTo>
                    <a:pt x="1129617" y="4562064"/>
                  </a:lnTo>
                  <a:lnTo>
                    <a:pt x="1204903" y="4526904"/>
                  </a:lnTo>
                  <a:lnTo>
                    <a:pt x="1275738" y="4488017"/>
                  </a:lnTo>
                  <a:lnTo>
                    <a:pt x="1341745" y="4445137"/>
                  </a:lnTo>
                  <a:lnTo>
                    <a:pt x="1402950" y="4397870"/>
                  </a:lnTo>
                  <a:lnTo>
                    <a:pt x="1459656" y="4345699"/>
                  </a:lnTo>
                  <a:lnTo>
                    <a:pt x="1512348" y="4287999"/>
                  </a:lnTo>
                  <a:lnTo>
                    <a:pt x="1561618" y="4224060"/>
                  </a:lnTo>
                  <a:lnTo>
                    <a:pt x="1608102" y="4153139"/>
                  </a:lnTo>
                  <a:lnTo>
                    <a:pt x="1652440" y="4074537"/>
                  </a:lnTo>
                  <a:lnTo>
                    <a:pt x="1695227" y="3987728"/>
                  </a:lnTo>
                  <a:lnTo>
                    <a:pt x="1719082" y="3934583"/>
                  </a:lnTo>
                  <a:lnTo>
                    <a:pt x="1747569" y="3866774"/>
                  </a:lnTo>
                  <a:lnTo>
                    <a:pt x="1775811" y="3794960"/>
                  </a:lnTo>
                  <a:lnTo>
                    <a:pt x="1803927" y="3719062"/>
                  </a:lnTo>
                  <a:lnTo>
                    <a:pt x="1832014" y="3639040"/>
                  </a:lnTo>
                  <a:lnTo>
                    <a:pt x="1860151" y="3554897"/>
                  </a:lnTo>
                  <a:lnTo>
                    <a:pt x="1888400" y="3466686"/>
                  </a:lnTo>
                  <a:lnTo>
                    <a:pt x="1916810" y="3374512"/>
                  </a:lnTo>
                  <a:lnTo>
                    <a:pt x="1945411" y="3278530"/>
                  </a:lnTo>
                  <a:lnTo>
                    <a:pt x="1974225" y="3178954"/>
                  </a:lnTo>
                  <a:lnTo>
                    <a:pt x="2003256" y="3076052"/>
                  </a:lnTo>
                  <a:lnTo>
                    <a:pt x="2032502" y="2970144"/>
                  </a:lnTo>
                  <a:lnTo>
                    <a:pt x="2061947" y="2861603"/>
                  </a:lnTo>
                  <a:lnTo>
                    <a:pt x="2091567" y="2750847"/>
                  </a:lnTo>
                  <a:lnTo>
                    <a:pt x="2121331" y="2638335"/>
                  </a:lnTo>
                  <a:lnTo>
                    <a:pt x="2151200" y="2524558"/>
                  </a:lnTo>
                  <a:lnTo>
                    <a:pt x="2181132" y="2410032"/>
                  </a:lnTo>
                  <a:lnTo>
                    <a:pt x="2211084" y="2295287"/>
                  </a:lnTo>
                  <a:lnTo>
                    <a:pt x="2241008" y="2180857"/>
                  </a:lnTo>
                  <a:lnTo>
                    <a:pt x="2270862" y="2067269"/>
                  </a:lnTo>
                  <a:lnTo>
                    <a:pt x="2300602" y="1955037"/>
                  </a:lnTo>
                  <a:lnTo>
                    <a:pt x="2330193" y="1844644"/>
                  </a:lnTo>
                  <a:lnTo>
                    <a:pt x="2359603" y="1736545"/>
                  </a:lnTo>
                  <a:lnTo>
                    <a:pt x="2388812" y="1631149"/>
                  </a:lnTo>
                  <a:lnTo>
                    <a:pt x="2417804" y="1528820"/>
                  </a:lnTo>
                  <a:lnTo>
                    <a:pt x="2446579" y="1429870"/>
                  </a:lnTo>
                  <a:lnTo>
                    <a:pt x="2475144" y="1334556"/>
                  </a:lnTo>
                  <a:lnTo>
                    <a:pt x="2503522" y="1243081"/>
                  </a:lnTo>
                  <a:lnTo>
                    <a:pt x="2531748" y="1155592"/>
                  </a:lnTo>
                  <a:lnTo>
                    <a:pt x="2559871" y="1072185"/>
                  </a:lnTo>
                  <a:lnTo>
                    <a:pt x="2587957" y="992902"/>
                  </a:lnTo>
                  <a:lnTo>
                    <a:pt x="2616088" y="917739"/>
                  </a:lnTo>
                  <a:lnTo>
                    <a:pt x="2644364" y="846650"/>
                  </a:lnTo>
                  <a:lnTo>
                    <a:pt x="2667772" y="791272"/>
                  </a:lnTo>
                  <a:lnTo>
                    <a:pt x="2709910" y="699692"/>
                  </a:lnTo>
                  <a:lnTo>
                    <a:pt x="2753297" y="616465"/>
                  </a:lnTo>
                  <a:lnTo>
                    <a:pt x="2798483" y="541251"/>
                  </a:lnTo>
                  <a:lnTo>
                    <a:pt x="2846089" y="473430"/>
                  </a:lnTo>
                  <a:lnTo>
                    <a:pt x="2896757" y="412269"/>
                  </a:lnTo>
                  <a:lnTo>
                    <a:pt x="2951111" y="357035"/>
                  </a:lnTo>
                  <a:lnTo>
                    <a:pt x="3009704" y="307048"/>
                  </a:lnTo>
                  <a:lnTo>
                    <a:pt x="3072955" y="261728"/>
                  </a:lnTo>
                  <a:lnTo>
                    <a:pt x="3141060" y="220610"/>
                  </a:lnTo>
                  <a:lnTo>
                    <a:pt x="3213887" y="183353"/>
                  </a:lnTo>
                  <a:lnTo>
                    <a:pt x="3290851" y="149749"/>
                  </a:lnTo>
                  <a:lnTo>
                    <a:pt x="3370802" y="119708"/>
                  </a:lnTo>
                  <a:lnTo>
                    <a:pt x="3451943" y="93238"/>
                  </a:lnTo>
                  <a:lnTo>
                    <a:pt x="3531838" y="70409"/>
                  </a:lnTo>
                  <a:lnTo>
                    <a:pt x="3607566" y="51297"/>
                  </a:lnTo>
                  <a:lnTo>
                    <a:pt x="3676024" y="35919"/>
                  </a:lnTo>
                  <a:lnTo>
                    <a:pt x="3734385" y="24174"/>
                  </a:lnTo>
                  <a:lnTo>
                    <a:pt x="3780595" y="15795"/>
                  </a:lnTo>
                  <a:lnTo>
                    <a:pt x="3813796" y="10346"/>
                  </a:lnTo>
                  <a:lnTo>
                    <a:pt x="3834553" y="7250"/>
                  </a:lnTo>
                  <a:lnTo>
                    <a:pt x="3844856" y="5849"/>
                  </a:lnTo>
                  <a:lnTo>
                    <a:pt x="3847954" y="546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3" y="5530"/>
                  </a:lnTo>
                  <a:lnTo>
                    <a:pt x="4394181" y="6139"/>
                  </a:lnTo>
                  <a:lnTo>
                    <a:pt x="4410189" y="7825"/>
                  </a:lnTo>
                  <a:lnTo>
                    <a:pt x="4438761" y="11141"/>
                  </a:lnTo>
                  <a:lnTo>
                    <a:pt x="4481238" y="16599"/>
                  </a:lnTo>
                  <a:lnTo>
                    <a:pt x="4537291" y="24607"/>
                  </a:lnTo>
                  <a:lnTo>
                    <a:pt x="4605080" y="35435"/>
                  </a:lnTo>
                  <a:lnTo>
                    <a:pt x="4681684" y="49211"/>
                  </a:lnTo>
                  <a:lnTo>
                    <a:pt x="4763688" y="65945"/>
                  </a:lnTo>
                  <a:lnTo>
                    <a:pt x="4847745" y="85582"/>
                  </a:lnTo>
                  <a:lnTo>
                    <a:pt x="4931007" y="108060"/>
                  </a:lnTo>
                  <a:lnTo>
                    <a:pt x="5011335" y="133358"/>
                  </a:lnTo>
                  <a:lnTo>
                    <a:pt x="5087344" y="161540"/>
                  </a:lnTo>
                  <a:lnTo>
                    <a:pt x="5158318" y="192764"/>
                  </a:lnTo>
                  <a:lnTo>
                    <a:pt x="5224076" y="227303"/>
                  </a:lnTo>
                  <a:lnTo>
                    <a:pt x="5284823" y="265535"/>
                  </a:lnTo>
                  <a:lnTo>
                    <a:pt x="5341025" y="307937"/>
                  </a:lnTo>
                  <a:lnTo>
                    <a:pt x="5393300" y="355068"/>
                  </a:lnTo>
                  <a:lnTo>
                    <a:pt x="5442347" y="407535"/>
                  </a:lnTo>
                  <a:lnTo>
                    <a:pt x="5488881" y="465932"/>
                  </a:lnTo>
                  <a:lnTo>
                    <a:pt x="5533584" y="530745"/>
                  </a:lnTo>
                  <a:lnTo>
                    <a:pt x="5567201" y="585287"/>
                  </a:lnTo>
                  <a:lnTo>
                    <a:pt x="5599785" y="642803"/>
                  </a:lnTo>
                  <a:lnTo>
                    <a:pt x="5632073" y="704202"/>
                  </a:lnTo>
                  <a:lnTo>
                    <a:pt x="5664234" y="769565"/>
                  </a:lnTo>
                  <a:lnTo>
                    <a:pt x="5696404" y="838918"/>
                  </a:lnTo>
                  <a:lnTo>
                    <a:pt x="5728689" y="912230"/>
                  </a:lnTo>
                  <a:lnTo>
                    <a:pt x="5761168" y="989407"/>
                  </a:lnTo>
                  <a:lnTo>
                    <a:pt x="5793893" y="1070285"/>
                  </a:lnTo>
                  <a:lnTo>
                    <a:pt x="5826896" y="1154634"/>
                  </a:lnTo>
                  <a:lnTo>
                    <a:pt x="5860185" y="1242152"/>
                  </a:lnTo>
                  <a:lnTo>
                    <a:pt x="5893749" y="1332471"/>
                  </a:lnTo>
                  <a:lnTo>
                    <a:pt x="5927561" y="1425159"/>
                  </a:lnTo>
                  <a:lnTo>
                    <a:pt x="5961579" y="1519730"/>
                  </a:lnTo>
                  <a:lnTo>
                    <a:pt x="5995749" y="1615650"/>
                  </a:lnTo>
                  <a:lnTo>
                    <a:pt x="6030009" y="1712355"/>
                  </a:lnTo>
                  <a:lnTo>
                    <a:pt x="6064291" y="1809259"/>
                  </a:lnTo>
                  <a:lnTo>
                    <a:pt x="6098529" y="1905772"/>
                  </a:lnTo>
                  <a:lnTo>
                    <a:pt x="6132656" y="2001312"/>
                  </a:lnTo>
                  <a:lnTo>
                    <a:pt x="6166612" y="2095324"/>
                  </a:lnTo>
                  <a:lnTo>
                    <a:pt x="6200347" y="2187288"/>
                  </a:lnTo>
                  <a:lnTo>
                    <a:pt x="6233823" y="2276736"/>
                  </a:lnTo>
                  <a:lnTo>
                    <a:pt x="6267019" y="2363255"/>
                  </a:lnTo>
                  <a:lnTo>
                    <a:pt x="6299929" y="2446499"/>
                  </a:lnTo>
                  <a:lnTo>
                    <a:pt x="6332569" y="2526189"/>
                  </a:lnTo>
                  <a:lnTo>
                    <a:pt x="6364978" y="2602116"/>
                  </a:lnTo>
                  <a:lnTo>
                    <a:pt x="6397215" y="2674141"/>
                  </a:lnTo>
                  <a:lnTo>
                    <a:pt x="6429369" y="2742190"/>
                  </a:lnTo>
                  <a:lnTo>
                    <a:pt x="6461555" y="2806252"/>
                  </a:lnTo>
                  <a:lnTo>
                    <a:pt x="6493919" y="2866370"/>
                  </a:lnTo>
                  <a:lnTo>
                    <a:pt x="6515891" y="2904658"/>
                  </a:lnTo>
                  <a:lnTo>
                    <a:pt x="6559593" y="2974591"/>
                  </a:lnTo>
                  <a:lnTo>
                    <a:pt x="6604658" y="3037906"/>
                  </a:lnTo>
                  <a:lnTo>
                    <a:pt x="6651704" y="3094900"/>
                  </a:lnTo>
                  <a:lnTo>
                    <a:pt x="6701425" y="3146093"/>
                  </a:lnTo>
                  <a:lnTo>
                    <a:pt x="6754538" y="3192092"/>
                  </a:lnTo>
                  <a:lnTo>
                    <a:pt x="6811727" y="3233494"/>
                  </a:lnTo>
                  <a:lnTo>
                    <a:pt x="6873586" y="3270843"/>
                  </a:lnTo>
                  <a:lnTo>
                    <a:pt x="6940529" y="3304595"/>
                  </a:lnTo>
                  <a:lnTo>
                    <a:pt x="7012686" y="3335105"/>
                  </a:lnTo>
                  <a:lnTo>
                    <a:pt x="7089767" y="3362617"/>
                  </a:lnTo>
                  <a:lnTo>
                    <a:pt x="7170914" y="3387269"/>
                  </a:lnTo>
                  <a:lnTo>
                    <a:pt x="7254574" y="3409102"/>
                  </a:lnTo>
                  <a:lnTo>
                    <a:pt x="7338436" y="3428081"/>
                  </a:lnTo>
                  <a:lnTo>
                    <a:pt x="7419511" y="3444143"/>
                  </a:lnTo>
                  <a:lnTo>
                    <a:pt x="7494395" y="3457241"/>
                  </a:lnTo>
                  <a:lnTo>
                    <a:pt x="7559729" y="3467409"/>
                  </a:lnTo>
                  <a:lnTo>
                    <a:pt x="7612793" y="3474805"/>
                  </a:lnTo>
                  <a:lnTo>
                    <a:pt x="7652063" y="3479733"/>
                  </a:lnTo>
                  <a:lnTo>
                    <a:pt x="7677586" y="3482630"/>
                  </a:lnTo>
                  <a:lnTo>
                    <a:pt x="7691081" y="3484020"/>
                  </a:lnTo>
                  <a:lnTo>
                    <a:pt x="7695787" y="3484462"/>
                  </a:lnTo>
                  <a:lnTo>
                    <a:pt x="7696237" y="3484501"/>
                  </a:lnTo>
                  <a:lnTo>
                    <a:pt x="8234974" y="3484501"/>
                  </a:lnTo>
                  <a:lnTo>
                    <a:pt x="8234974" y="3479057"/>
                  </a:ln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8" y="103"/>
                  </a:lnTo>
                  <a:lnTo>
                    <a:pt x="3841516" y="844"/>
                  </a:lnTo>
                  <a:lnTo>
                    <a:pt x="3827038" y="2892"/>
                  </a:lnTo>
                  <a:lnTo>
                    <a:pt x="3801082" y="6924"/>
                  </a:lnTo>
                  <a:lnTo>
                    <a:pt x="3762259" y="13573"/>
                  </a:lnTo>
                  <a:lnTo>
                    <a:pt x="3710630" y="23359"/>
                  </a:lnTo>
                  <a:lnTo>
                    <a:pt x="3647609" y="36646"/>
                  </a:lnTo>
                  <a:lnTo>
                    <a:pt x="3575644" y="53629"/>
                  </a:lnTo>
                  <a:lnTo>
                    <a:pt x="3497742" y="74350"/>
                  </a:lnTo>
                  <a:lnTo>
                    <a:pt x="3416975" y="98758"/>
                  </a:lnTo>
                  <a:lnTo>
                    <a:pt x="3336084" y="126773"/>
                  </a:lnTo>
                  <a:lnTo>
                    <a:pt x="3257238" y="158346"/>
                  </a:lnTo>
                  <a:lnTo>
                    <a:pt x="3181951" y="193506"/>
                  </a:lnTo>
                  <a:lnTo>
                    <a:pt x="3111117" y="232393"/>
                  </a:lnTo>
                  <a:lnTo>
                    <a:pt x="3045109" y="275274"/>
                  </a:lnTo>
                  <a:lnTo>
                    <a:pt x="2983904" y="322540"/>
                  </a:lnTo>
                  <a:lnTo>
                    <a:pt x="2927199" y="374711"/>
                  </a:lnTo>
                  <a:lnTo>
                    <a:pt x="2874506" y="432411"/>
                  </a:lnTo>
                  <a:lnTo>
                    <a:pt x="2825237" y="496350"/>
                  </a:lnTo>
                  <a:lnTo>
                    <a:pt x="2778752" y="567271"/>
                  </a:lnTo>
                  <a:lnTo>
                    <a:pt x="2734414" y="645873"/>
                  </a:lnTo>
                  <a:lnTo>
                    <a:pt x="2691627" y="732682"/>
                  </a:lnTo>
                  <a:lnTo>
                    <a:pt x="2667772" y="785827"/>
                  </a:lnTo>
                  <a:lnTo>
                    <a:pt x="2639286" y="853636"/>
                  </a:lnTo>
                  <a:lnTo>
                    <a:pt x="2611044" y="925450"/>
                  </a:lnTo>
                  <a:lnTo>
                    <a:pt x="2582928" y="1001348"/>
                  </a:lnTo>
                  <a:lnTo>
                    <a:pt x="2554841" y="1081370"/>
                  </a:lnTo>
                  <a:lnTo>
                    <a:pt x="2526704" y="1165513"/>
                  </a:lnTo>
                  <a:lnTo>
                    <a:pt x="2498454" y="1253724"/>
                  </a:lnTo>
                  <a:lnTo>
                    <a:pt x="2470045" y="1345898"/>
                  </a:lnTo>
                  <a:lnTo>
                    <a:pt x="2441443" y="1441880"/>
                  </a:lnTo>
                  <a:lnTo>
                    <a:pt x="2412630" y="1541456"/>
                  </a:lnTo>
                  <a:lnTo>
                    <a:pt x="2383598" y="1644358"/>
                  </a:lnTo>
                  <a:lnTo>
                    <a:pt x="2354352" y="1750266"/>
                  </a:lnTo>
                  <a:lnTo>
                    <a:pt x="2324907" y="1858808"/>
                  </a:lnTo>
                  <a:lnTo>
                    <a:pt x="2295287" y="1969563"/>
                  </a:lnTo>
                  <a:lnTo>
                    <a:pt x="2265524" y="2082075"/>
                  </a:lnTo>
                  <a:lnTo>
                    <a:pt x="2235655" y="2195852"/>
                  </a:lnTo>
                  <a:lnTo>
                    <a:pt x="2205722" y="2310378"/>
                  </a:lnTo>
                  <a:lnTo>
                    <a:pt x="2175771" y="2425123"/>
                  </a:lnTo>
                  <a:lnTo>
                    <a:pt x="2145846" y="2539553"/>
                  </a:lnTo>
                  <a:lnTo>
                    <a:pt x="2115993" y="2653141"/>
                  </a:lnTo>
                  <a:lnTo>
                    <a:pt x="2086253" y="2765374"/>
                  </a:lnTo>
                  <a:lnTo>
                    <a:pt x="2056662" y="2875766"/>
                  </a:lnTo>
                  <a:lnTo>
                    <a:pt x="2027251" y="2983865"/>
                  </a:lnTo>
                  <a:lnTo>
                    <a:pt x="1998043" y="3089261"/>
                  </a:lnTo>
                  <a:lnTo>
                    <a:pt x="1969050" y="3191590"/>
                  </a:lnTo>
                  <a:lnTo>
                    <a:pt x="1940276" y="3290540"/>
                  </a:lnTo>
                  <a:lnTo>
                    <a:pt x="1911710" y="3385854"/>
                  </a:lnTo>
                  <a:lnTo>
                    <a:pt x="1883332" y="3477329"/>
                  </a:lnTo>
                  <a:lnTo>
                    <a:pt x="1855107" y="3564818"/>
                  </a:lnTo>
                  <a:lnTo>
                    <a:pt x="1826984" y="3648225"/>
                  </a:lnTo>
                  <a:lnTo>
                    <a:pt x="1798898" y="3727509"/>
                  </a:lnTo>
                  <a:lnTo>
                    <a:pt x="1770767" y="3802671"/>
                  </a:lnTo>
                  <a:lnTo>
                    <a:pt x="1742490" y="3873761"/>
                  </a:lnTo>
                  <a:lnTo>
                    <a:pt x="1719082" y="3929138"/>
                  </a:lnTo>
                  <a:lnTo>
                    <a:pt x="1676945" y="4020718"/>
                  </a:lnTo>
                  <a:lnTo>
                    <a:pt x="1633558" y="4103945"/>
                  </a:lnTo>
                  <a:lnTo>
                    <a:pt x="1588371" y="4179159"/>
                  </a:lnTo>
                  <a:lnTo>
                    <a:pt x="1540766" y="4246981"/>
                  </a:lnTo>
                  <a:lnTo>
                    <a:pt x="1490098" y="4308141"/>
                  </a:lnTo>
                  <a:lnTo>
                    <a:pt x="1435744" y="4363375"/>
                  </a:lnTo>
                  <a:lnTo>
                    <a:pt x="1377150" y="4413362"/>
                  </a:lnTo>
                  <a:lnTo>
                    <a:pt x="1313899" y="4458682"/>
                  </a:lnTo>
                  <a:lnTo>
                    <a:pt x="1245794" y="4499801"/>
                  </a:lnTo>
                  <a:lnTo>
                    <a:pt x="1172968" y="4537057"/>
                  </a:lnTo>
                  <a:lnTo>
                    <a:pt x="1096003" y="4570661"/>
                  </a:lnTo>
                  <a:lnTo>
                    <a:pt x="1016052" y="4600702"/>
                  </a:lnTo>
                  <a:lnTo>
                    <a:pt x="934912" y="4627172"/>
                  </a:lnTo>
                  <a:lnTo>
                    <a:pt x="855016" y="4650002"/>
                  </a:lnTo>
                  <a:lnTo>
                    <a:pt x="779289" y="4669114"/>
                  </a:lnTo>
                  <a:lnTo>
                    <a:pt x="710831" y="4684491"/>
                  </a:lnTo>
                  <a:lnTo>
                    <a:pt x="652469" y="4696236"/>
                  </a:lnTo>
                  <a:lnTo>
                    <a:pt x="606259" y="4704615"/>
                  </a:lnTo>
                  <a:lnTo>
                    <a:pt x="573059" y="4710065"/>
                  </a:lnTo>
                  <a:lnTo>
                    <a:pt x="552301" y="4713160"/>
                  </a:lnTo>
                  <a:lnTo>
                    <a:pt x="541998" y="4714561"/>
                  </a:lnTo>
                  <a:lnTo>
                    <a:pt x="538900" y="4714947"/>
                  </a:lnTo>
                  <a:lnTo>
                    <a:pt x="538736" y="4714966"/>
                  </a:lnTo>
                  <a:lnTo>
                    <a:pt x="0" y="4714966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21" name="pl1821"/>
            <p:cNvSpPr/>
            <p:nvPr/>
          </p:nvSpPr>
          <p:spPr>
            <a:xfrm>
              <a:off x="546595" y="712345"/>
              <a:ext cx="8234974" cy="4714966"/>
            </a:xfrm>
            <a:custGeom>
              <a:avLst/>
              <a:pathLst>
                <a:path w="8234974" h="4714966">
                  <a:moveTo>
                    <a:pt x="0" y="4714966"/>
                  </a:moveTo>
                  <a:lnTo>
                    <a:pt x="538736" y="4714966"/>
                  </a:lnTo>
                  <a:lnTo>
                    <a:pt x="539607" y="4714862"/>
                  </a:lnTo>
                  <a:lnTo>
                    <a:pt x="545338" y="4714121"/>
                  </a:lnTo>
                  <a:lnTo>
                    <a:pt x="559817" y="4712074"/>
                  </a:lnTo>
                  <a:lnTo>
                    <a:pt x="585773" y="4708041"/>
                  </a:lnTo>
                  <a:lnTo>
                    <a:pt x="624596" y="4701393"/>
                  </a:lnTo>
                  <a:lnTo>
                    <a:pt x="676225" y="4691607"/>
                  </a:lnTo>
                  <a:lnTo>
                    <a:pt x="739246" y="4678319"/>
                  </a:lnTo>
                  <a:lnTo>
                    <a:pt x="811211" y="4661337"/>
                  </a:lnTo>
                  <a:lnTo>
                    <a:pt x="889113" y="4640616"/>
                  </a:lnTo>
                  <a:lnTo>
                    <a:pt x="969880" y="4616207"/>
                  </a:lnTo>
                  <a:lnTo>
                    <a:pt x="1050771" y="4588192"/>
                  </a:lnTo>
                  <a:lnTo>
                    <a:pt x="1129617" y="4556620"/>
                  </a:lnTo>
                  <a:lnTo>
                    <a:pt x="1204903" y="4521460"/>
                  </a:lnTo>
                  <a:lnTo>
                    <a:pt x="1275738" y="4482572"/>
                  </a:lnTo>
                  <a:lnTo>
                    <a:pt x="1341745" y="4439692"/>
                  </a:lnTo>
                  <a:lnTo>
                    <a:pt x="1402950" y="4392425"/>
                  </a:lnTo>
                  <a:lnTo>
                    <a:pt x="1459656" y="4340255"/>
                  </a:lnTo>
                  <a:lnTo>
                    <a:pt x="1512348" y="4282554"/>
                  </a:lnTo>
                  <a:lnTo>
                    <a:pt x="1561618" y="4218616"/>
                  </a:lnTo>
                  <a:lnTo>
                    <a:pt x="1608102" y="4147695"/>
                  </a:lnTo>
                  <a:lnTo>
                    <a:pt x="1652440" y="4069093"/>
                  </a:lnTo>
                  <a:lnTo>
                    <a:pt x="1695227" y="3982283"/>
                  </a:lnTo>
                  <a:lnTo>
                    <a:pt x="1719082" y="3929138"/>
                  </a:lnTo>
                  <a:lnTo>
                    <a:pt x="1747569" y="3861329"/>
                  </a:lnTo>
                  <a:lnTo>
                    <a:pt x="1775811" y="3789516"/>
                  </a:lnTo>
                  <a:lnTo>
                    <a:pt x="1803927" y="3713618"/>
                  </a:lnTo>
                  <a:lnTo>
                    <a:pt x="1832014" y="3633595"/>
                  </a:lnTo>
                  <a:lnTo>
                    <a:pt x="1860151" y="3549453"/>
                  </a:lnTo>
                  <a:lnTo>
                    <a:pt x="1888400" y="3461242"/>
                  </a:lnTo>
                  <a:lnTo>
                    <a:pt x="1916810" y="3369067"/>
                  </a:lnTo>
                  <a:lnTo>
                    <a:pt x="1945411" y="3273086"/>
                  </a:lnTo>
                  <a:lnTo>
                    <a:pt x="1974225" y="3173510"/>
                  </a:lnTo>
                  <a:lnTo>
                    <a:pt x="2003256" y="3070607"/>
                  </a:lnTo>
                  <a:lnTo>
                    <a:pt x="2032502" y="2964699"/>
                  </a:lnTo>
                  <a:lnTo>
                    <a:pt x="2061947" y="2856158"/>
                  </a:lnTo>
                  <a:lnTo>
                    <a:pt x="2091567" y="2745402"/>
                  </a:lnTo>
                  <a:lnTo>
                    <a:pt x="2121331" y="2632890"/>
                  </a:lnTo>
                  <a:lnTo>
                    <a:pt x="2151200" y="2519114"/>
                  </a:lnTo>
                  <a:lnTo>
                    <a:pt x="2181132" y="2404588"/>
                  </a:lnTo>
                  <a:lnTo>
                    <a:pt x="2211084" y="2289843"/>
                  </a:lnTo>
                  <a:lnTo>
                    <a:pt x="2241008" y="2175412"/>
                  </a:lnTo>
                  <a:lnTo>
                    <a:pt x="2270862" y="2061825"/>
                  </a:lnTo>
                  <a:lnTo>
                    <a:pt x="2300602" y="1949592"/>
                  </a:lnTo>
                  <a:lnTo>
                    <a:pt x="2330193" y="1839200"/>
                  </a:lnTo>
                  <a:lnTo>
                    <a:pt x="2359603" y="1731101"/>
                  </a:lnTo>
                  <a:lnTo>
                    <a:pt x="2388812" y="1625705"/>
                  </a:lnTo>
                  <a:lnTo>
                    <a:pt x="2417804" y="1523376"/>
                  </a:lnTo>
                  <a:lnTo>
                    <a:pt x="2446579" y="1424425"/>
                  </a:lnTo>
                  <a:lnTo>
                    <a:pt x="2475144" y="1329111"/>
                  </a:lnTo>
                  <a:lnTo>
                    <a:pt x="2503522" y="1237636"/>
                  </a:lnTo>
                  <a:lnTo>
                    <a:pt x="2531748" y="1150148"/>
                  </a:lnTo>
                  <a:lnTo>
                    <a:pt x="2559871" y="1066740"/>
                  </a:lnTo>
                  <a:lnTo>
                    <a:pt x="2587957" y="987457"/>
                  </a:lnTo>
                  <a:lnTo>
                    <a:pt x="2616088" y="912295"/>
                  </a:lnTo>
                  <a:lnTo>
                    <a:pt x="2644364" y="841205"/>
                  </a:lnTo>
                  <a:lnTo>
                    <a:pt x="2667772" y="785827"/>
                  </a:lnTo>
                  <a:lnTo>
                    <a:pt x="2709910" y="694247"/>
                  </a:lnTo>
                  <a:lnTo>
                    <a:pt x="2753297" y="611020"/>
                  </a:lnTo>
                  <a:lnTo>
                    <a:pt x="2798483" y="535806"/>
                  </a:lnTo>
                  <a:lnTo>
                    <a:pt x="2846089" y="467985"/>
                  </a:lnTo>
                  <a:lnTo>
                    <a:pt x="2896757" y="406825"/>
                  </a:lnTo>
                  <a:lnTo>
                    <a:pt x="2951111" y="351590"/>
                  </a:lnTo>
                  <a:lnTo>
                    <a:pt x="3009704" y="301604"/>
                  </a:lnTo>
                  <a:lnTo>
                    <a:pt x="3072955" y="256284"/>
                  </a:lnTo>
                  <a:lnTo>
                    <a:pt x="3141060" y="215165"/>
                  </a:lnTo>
                  <a:lnTo>
                    <a:pt x="3213887" y="177909"/>
                  </a:lnTo>
                  <a:lnTo>
                    <a:pt x="3290851" y="144305"/>
                  </a:lnTo>
                  <a:lnTo>
                    <a:pt x="3370802" y="114263"/>
                  </a:lnTo>
                  <a:lnTo>
                    <a:pt x="3451943" y="87793"/>
                  </a:lnTo>
                  <a:lnTo>
                    <a:pt x="3531838" y="64964"/>
                  </a:lnTo>
                  <a:lnTo>
                    <a:pt x="3607566" y="45852"/>
                  </a:lnTo>
                  <a:lnTo>
                    <a:pt x="3676024" y="30475"/>
                  </a:lnTo>
                  <a:lnTo>
                    <a:pt x="3734385" y="18730"/>
                  </a:lnTo>
                  <a:lnTo>
                    <a:pt x="3780595" y="10350"/>
                  </a:lnTo>
                  <a:lnTo>
                    <a:pt x="3813796" y="4901"/>
                  </a:lnTo>
                  <a:lnTo>
                    <a:pt x="3834553" y="1806"/>
                  </a:lnTo>
                  <a:lnTo>
                    <a:pt x="3844856" y="405"/>
                  </a:lnTo>
                  <a:lnTo>
                    <a:pt x="3847954" y="1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3" y="85"/>
                  </a:lnTo>
                  <a:lnTo>
                    <a:pt x="4394181" y="695"/>
                  </a:lnTo>
                  <a:lnTo>
                    <a:pt x="4410189" y="2380"/>
                  </a:lnTo>
                  <a:lnTo>
                    <a:pt x="4438761" y="5697"/>
                  </a:lnTo>
                  <a:lnTo>
                    <a:pt x="4481238" y="11155"/>
                  </a:lnTo>
                  <a:lnTo>
                    <a:pt x="4537291" y="19162"/>
                  </a:lnTo>
                  <a:lnTo>
                    <a:pt x="4605080" y="29991"/>
                  </a:lnTo>
                  <a:lnTo>
                    <a:pt x="4681684" y="43767"/>
                  </a:lnTo>
                  <a:lnTo>
                    <a:pt x="4763688" y="60501"/>
                  </a:lnTo>
                  <a:lnTo>
                    <a:pt x="4847745" y="80138"/>
                  </a:lnTo>
                  <a:lnTo>
                    <a:pt x="4931007" y="102615"/>
                  </a:lnTo>
                  <a:lnTo>
                    <a:pt x="5011335" y="127914"/>
                  </a:lnTo>
                  <a:lnTo>
                    <a:pt x="5087344" y="156095"/>
                  </a:lnTo>
                  <a:lnTo>
                    <a:pt x="5158318" y="187320"/>
                  </a:lnTo>
                  <a:lnTo>
                    <a:pt x="5224076" y="221859"/>
                  </a:lnTo>
                  <a:lnTo>
                    <a:pt x="5284823" y="260090"/>
                  </a:lnTo>
                  <a:lnTo>
                    <a:pt x="5341025" y="302492"/>
                  </a:lnTo>
                  <a:lnTo>
                    <a:pt x="5393300" y="349623"/>
                  </a:lnTo>
                  <a:lnTo>
                    <a:pt x="5442347" y="402090"/>
                  </a:lnTo>
                  <a:lnTo>
                    <a:pt x="5488881" y="460487"/>
                  </a:lnTo>
                  <a:lnTo>
                    <a:pt x="5533584" y="525300"/>
                  </a:lnTo>
                  <a:lnTo>
                    <a:pt x="5567201" y="579842"/>
                  </a:lnTo>
                  <a:lnTo>
                    <a:pt x="5599785" y="637358"/>
                  </a:lnTo>
                  <a:lnTo>
                    <a:pt x="5632073" y="698758"/>
                  </a:lnTo>
                  <a:lnTo>
                    <a:pt x="5664234" y="764121"/>
                  </a:lnTo>
                  <a:lnTo>
                    <a:pt x="5696404" y="833474"/>
                  </a:lnTo>
                  <a:lnTo>
                    <a:pt x="5728689" y="906786"/>
                  </a:lnTo>
                  <a:lnTo>
                    <a:pt x="5761168" y="983962"/>
                  </a:lnTo>
                  <a:lnTo>
                    <a:pt x="5793893" y="1064840"/>
                  </a:lnTo>
                  <a:lnTo>
                    <a:pt x="5826896" y="1149189"/>
                  </a:lnTo>
                  <a:lnTo>
                    <a:pt x="5860185" y="1236707"/>
                  </a:lnTo>
                  <a:lnTo>
                    <a:pt x="5893749" y="1327026"/>
                  </a:lnTo>
                  <a:lnTo>
                    <a:pt x="5927561" y="1419715"/>
                  </a:lnTo>
                  <a:lnTo>
                    <a:pt x="5961579" y="1514285"/>
                  </a:lnTo>
                  <a:lnTo>
                    <a:pt x="5995749" y="1610206"/>
                  </a:lnTo>
                  <a:lnTo>
                    <a:pt x="6030009" y="1706911"/>
                  </a:lnTo>
                  <a:lnTo>
                    <a:pt x="6064291" y="1803815"/>
                  </a:lnTo>
                  <a:lnTo>
                    <a:pt x="6098529" y="1900327"/>
                  </a:lnTo>
                  <a:lnTo>
                    <a:pt x="6132656" y="1995867"/>
                  </a:lnTo>
                  <a:lnTo>
                    <a:pt x="6166612" y="2089879"/>
                  </a:lnTo>
                  <a:lnTo>
                    <a:pt x="6200347" y="2181844"/>
                  </a:lnTo>
                  <a:lnTo>
                    <a:pt x="6233823" y="2271292"/>
                  </a:lnTo>
                  <a:lnTo>
                    <a:pt x="6267019" y="2357811"/>
                  </a:lnTo>
                  <a:lnTo>
                    <a:pt x="6299929" y="2441055"/>
                  </a:lnTo>
                  <a:lnTo>
                    <a:pt x="6332569" y="2520745"/>
                  </a:lnTo>
                  <a:lnTo>
                    <a:pt x="6364978" y="2596672"/>
                  </a:lnTo>
                  <a:lnTo>
                    <a:pt x="6397215" y="2668697"/>
                  </a:lnTo>
                  <a:lnTo>
                    <a:pt x="6429369" y="2736746"/>
                  </a:lnTo>
                  <a:lnTo>
                    <a:pt x="6461555" y="2800807"/>
                  </a:lnTo>
                  <a:lnTo>
                    <a:pt x="6493919" y="2860926"/>
                  </a:lnTo>
                  <a:lnTo>
                    <a:pt x="6515891" y="2899214"/>
                  </a:lnTo>
                  <a:lnTo>
                    <a:pt x="6559593" y="2969146"/>
                  </a:lnTo>
                  <a:lnTo>
                    <a:pt x="6604658" y="3032462"/>
                  </a:lnTo>
                  <a:lnTo>
                    <a:pt x="6651704" y="3089455"/>
                  </a:lnTo>
                  <a:lnTo>
                    <a:pt x="6701425" y="3140649"/>
                  </a:lnTo>
                  <a:lnTo>
                    <a:pt x="6754538" y="3186647"/>
                  </a:lnTo>
                  <a:lnTo>
                    <a:pt x="6811727" y="3228049"/>
                  </a:lnTo>
                  <a:lnTo>
                    <a:pt x="6873586" y="3265399"/>
                  </a:lnTo>
                  <a:lnTo>
                    <a:pt x="6940529" y="3299151"/>
                  </a:lnTo>
                  <a:lnTo>
                    <a:pt x="7012686" y="3329660"/>
                  </a:lnTo>
                  <a:lnTo>
                    <a:pt x="7089767" y="3357173"/>
                  </a:lnTo>
                  <a:lnTo>
                    <a:pt x="7170914" y="3381825"/>
                  </a:lnTo>
                  <a:lnTo>
                    <a:pt x="7254574" y="3403657"/>
                  </a:lnTo>
                  <a:lnTo>
                    <a:pt x="7338436" y="3422637"/>
                  </a:lnTo>
                  <a:lnTo>
                    <a:pt x="7419511" y="3438699"/>
                  </a:lnTo>
                  <a:lnTo>
                    <a:pt x="7494395" y="3451797"/>
                  </a:lnTo>
                  <a:lnTo>
                    <a:pt x="7559729" y="3461965"/>
                  </a:lnTo>
                  <a:lnTo>
                    <a:pt x="7612793" y="3469361"/>
                  </a:lnTo>
                  <a:lnTo>
                    <a:pt x="7652063" y="3474289"/>
                  </a:lnTo>
                  <a:lnTo>
                    <a:pt x="7677586" y="3477185"/>
                  </a:lnTo>
                  <a:lnTo>
                    <a:pt x="7691081" y="3478575"/>
                  </a:lnTo>
                  <a:lnTo>
                    <a:pt x="7695787" y="3479018"/>
                  </a:lnTo>
                  <a:lnTo>
                    <a:pt x="7696237" y="3479057"/>
                  </a:lnTo>
                  <a:lnTo>
                    <a:pt x="8234974" y="3479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2" name="pl1822"/>
            <p:cNvSpPr/>
            <p:nvPr/>
          </p:nvSpPr>
          <p:spPr>
            <a:xfrm>
              <a:off x="546595" y="706900"/>
              <a:ext cx="8234974" cy="4714966"/>
            </a:xfrm>
            <a:custGeom>
              <a:avLst/>
              <a:pathLst>
                <a:path w="8234974" h="4714966">
                  <a:moveTo>
                    <a:pt x="8234974" y="3479057"/>
                  </a:move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8" y="103"/>
                  </a:lnTo>
                  <a:lnTo>
                    <a:pt x="3841516" y="844"/>
                  </a:lnTo>
                  <a:lnTo>
                    <a:pt x="3827038" y="2892"/>
                  </a:lnTo>
                  <a:lnTo>
                    <a:pt x="3801082" y="6924"/>
                  </a:lnTo>
                  <a:lnTo>
                    <a:pt x="3762259" y="13573"/>
                  </a:lnTo>
                  <a:lnTo>
                    <a:pt x="3710630" y="23359"/>
                  </a:lnTo>
                  <a:lnTo>
                    <a:pt x="3647609" y="36646"/>
                  </a:lnTo>
                  <a:lnTo>
                    <a:pt x="3575644" y="53629"/>
                  </a:lnTo>
                  <a:lnTo>
                    <a:pt x="3497742" y="74350"/>
                  </a:lnTo>
                  <a:lnTo>
                    <a:pt x="3416975" y="98758"/>
                  </a:lnTo>
                  <a:lnTo>
                    <a:pt x="3336084" y="126773"/>
                  </a:lnTo>
                  <a:lnTo>
                    <a:pt x="3257238" y="158346"/>
                  </a:lnTo>
                  <a:lnTo>
                    <a:pt x="3181951" y="193506"/>
                  </a:lnTo>
                  <a:lnTo>
                    <a:pt x="3111117" y="232393"/>
                  </a:lnTo>
                  <a:lnTo>
                    <a:pt x="3045109" y="275274"/>
                  </a:lnTo>
                  <a:lnTo>
                    <a:pt x="2983904" y="322540"/>
                  </a:lnTo>
                  <a:lnTo>
                    <a:pt x="2927199" y="374711"/>
                  </a:lnTo>
                  <a:lnTo>
                    <a:pt x="2874506" y="432411"/>
                  </a:lnTo>
                  <a:lnTo>
                    <a:pt x="2825237" y="496350"/>
                  </a:lnTo>
                  <a:lnTo>
                    <a:pt x="2778752" y="567271"/>
                  </a:lnTo>
                  <a:lnTo>
                    <a:pt x="2734414" y="645873"/>
                  </a:lnTo>
                  <a:lnTo>
                    <a:pt x="2691627" y="732682"/>
                  </a:lnTo>
                  <a:lnTo>
                    <a:pt x="2667772" y="785827"/>
                  </a:lnTo>
                  <a:lnTo>
                    <a:pt x="2639286" y="853636"/>
                  </a:lnTo>
                  <a:lnTo>
                    <a:pt x="2611044" y="925450"/>
                  </a:lnTo>
                  <a:lnTo>
                    <a:pt x="2582928" y="1001348"/>
                  </a:lnTo>
                  <a:lnTo>
                    <a:pt x="2554841" y="1081370"/>
                  </a:lnTo>
                  <a:lnTo>
                    <a:pt x="2526704" y="1165513"/>
                  </a:lnTo>
                  <a:lnTo>
                    <a:pt x="2498454" y="1253724"/>
                  </a:lnTo>
                  <a:lnTo>
                    <a:pt x="2470045" y="1345898"/>
                  </a:lnTo>
                  <a:lnTo>
                    <a:pt x="2441443" y="1441880"/>
                  </a:lnTo>
                  <a:lnTo>
                    <a:pt x="2412630" y="1541456"/>
                  </a:lnTo>
                  <a:lnTo>
                    <a:pt x="2383598" y="1644358"/>
                  </a:lnTo>
                  <a:lnTo>
                    <a:pt x="2354352" y="1750266"/>
                  </a:lnTo>
                  <a:lnTo>
                    <a:pt x="2324907" y="1858808"/>
                  </a:lnTo>
                  <a:lnTo>
                    <a:pt x="2295287" y="1969563"/>
                  </a:lnTo>
                  <a:lnTo>
                    <a:pt x="2265524" y="2082075"/>
                  </a:lnTo>
                  <a:lnTo>
                    <a:pt x="2235655" y="2195852"/>
                  </a:lnTo>
                  <a:lnTo>
                    <a:pt x="2205722" y="2310378"/>
                  </a:lnTo>
                  <a:lnTo>
                    <a:pt x="2175771" y="2425123"/>
                  </a:lnTo>
                  <a:lnTo>
                    <a:pt x="2145846" y="2539553"/>
                  </a:lnTo>
                  <a:lnTo>
                    <a:pt x="2115993" y="2653141"/>
                  </a:lnTo>
                  <a:lnTo>
                    <a:pt x="2086253" y="2765374"/>
                  </a:lnTo>
                  <a:lnTo>
                    <a:pt x="2056662" y="2875766"/>
                  </a:lnTo>
                  <a:lnTo>
                    <a:pt x="2027251" y="2983865"/>
                  </a:lnTo>
                  <a:lnTo>
                    <a:pt x="1998043" y="3089261"/>
                  </a:lnTo>
                  <a:lnTo>
                    <a:pt x="1969050" y="3191590"/>
                  </a:lnTo>
                  <a:lnTo>
                    <a:pt x="1940276" y="3290540"/>
                  </a:lnTo>
                  <a:lnTo>
                    <a:pt x="1911710" y="3385854"/>
                  </a:lnTo>
                  <a:lnTo>
                    <a:pt x="1883332" y="3477329"/>
                  </a:lnTo>
                  <a:lnTo>
                    <a:pt x="1855107" y="3564818"/>
                  </a:lnTo>
                  <a:lnTo>
                    <a:pt x="1826984" y="3648225"/>
                  </a:lnTo>
                  <a:lnTo>
                    <a:pt x="1798898" y="3727509"/>
                  </a:lnTo>
                  <a:lnTo>
                    <a:pt x="1770767" y="3802671"/>
                  </a:lnTo>
                  <a:lnTo>
                    <a:pt x="1742490" y="3873761"/>
                  </a:lnTo>
                  <a:lnTo>
                    <a:pt x="1719082" y="3929138"/>
                  </a:lnTo>
                  <a:lnTo>
                    <a:pt x="1676945" y="4020718"/>
                  </a:lnTo>
                  <a:lnTo>
                    <a:pt x="1633558" y="4103945"/>
                  </a:lnTo>
                  <a:lnTo>
                    <a:pt x="1588371" y="4179159"/>
                  </a:lnTo>
                  <a:lnTo>
                    <a:pt x="1540766" y="4246981"/>
                  </a:lnTo>
                  <a:lnTo>
                    <a:pt x="1490098" y="4308141"/>
                  </a:lnTo>
                  <a:lnTo>
                    <a:pt x="1435744" y="4363375"/>
                  </a:lnTo>
                  <a:lnTo>
                    <a:pt x="1377150" y="4413362"/>
                  </a:lnTo>
                  <a:lnTo>
                    <a:pt x="1313899" y="4458682"/>
                  </a:lnTo>
                  <a:lnTo>
                    <a:pt x="1245794" y="4499801"/>
                  </a:lnTo>
                  <a:lnTo>
                    <a:pt x="1172968" y="4537057"/>
                  </a:lnTo>
                  <a:lnTo>
                    <a:pt x="1096003" y="4570661"/>
                  </a:lnTo>
                  <a:lnTo>
                    <a:pt x="1016052" y="4600702"/>
                  </a:lnTo>
                  <a:lnTo>
                    <a:pt x="934912" y="4627172"/>
                  </a:lnTo>
                  <a:lnTo>
                    <a:pt x="855016" y="4650002"/>
                  </a:lnTo>
                  <a:lnTo>
                    <a:pt x="779289" y="4669114"/>
                  </a:lnTo>
                  <a:lnTo>
                    <a:pt x="710831" y="4684491"/>
                  </a:lnTo>
                  <a:lnTo>
                    <a:pt x="652469" y="4696236"/>
                  </a:lnTo>
                  <a:lnTo>
                    <a:pt x="606259" y="4704615"/>
                  </a:lnTo>
                  <a:lnTo>
                    <a:pt x="573059" y="4710065"/>
                  </a:lnTo>
                  <a:lnTo>
                    <a:pt x="552301" y="4713160"/>
                  </a:lnTo>
                  <a:lnTo>
                    <a:pt x="541998" y="4714561"/>
                  </a:lnTo>
                  <a:lnTo>
                    <a:pt x="538900" y="4714947"/>
                  </a:lnTo>
                  <a:lnTo>
                    <a:pt x="538736" y="4714966"/>
                  </a:lnTo>
                  <a:lnTo>
                    <a:pt x="0" y="471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3" name="pg1823"/>
            <p:cNvSpPr/>
            <p:nvPr/>
          </p:nvSpPr>
          <p:spPr>
            <a:xfrm>
              <a:off x="546595" y="532675"/>
              <a:ext cx="8234974" cy="4900080"/>
            </a:xfrm>
            <a:custGeom>
              <a:avLst/>
              <a:pathLst>
                <a:path w="8234974" h="4900080">
                  <a:moveTo>
                    <a:pt x="0" y="4900080"/>
                  </a:moveTo>
                  <a:lnTo>
                    <a:pt x="538736" y="4900080"/>
                  </a:lnTo>
                  <a:lnTo>
                    <a:pt x="539615" y="4899978"/>
                  </a:lnTo>
                  <a:lnTo>
                    <a:pt x="545400" y="4899246"/>
                  </a:lnTo>
                  <a:lnTo>
                    <a:pt x="560008" y="4897224"/>
                  </a:lnTo>
                  <a:lnTo>
                    <a:pt x="586188" y="4893241"/>
                  </a:lnTo>
                  <a:lnTo>
                    <a:pt x="625326" y="4886677"/>
                  </a:lnTo>
                  <a:lnTo>
                    <a:pt x="677338" y="4877017"/>
                  </a:lnTo>
                  <a:lnTo>
                    <a:pt x="740775" y="4863904"/>
                  </a:lnTo>
                  <a:lnTo>
                    <a:pt x="813151" y="4847153"/>
                  </a:lnTo>
                  <a:lnTo>
                    <a:pt x="891421" y="4826722"/>
                  </a:lnTo>
                  <a:lnTo>
                    <a:pt x="972488" y="4802663"/>
                  </a:lnTo>
                  <a:lnTo>
                    <a:pt x="1053601" y="4775056"/>
                  </a:lnTo>
                  <a:lnTo>
                    <a:pt x="1132591" y="4743948"/>
                  </a:lnTo>
                  <a:lnTo>
                    <a:pt x="1207953" y="4709306"/>
                  </a:lnTo>
                  <a:lnTo>
                    <a:pt x="1278809" y="4670986"/>
                  </a:lnTo>
                  <a:lnTo>
                    <a:pt x="1344802" y="4628721"/>
                  </a:lnTo>
                  <a:lnTo>
                    <a:pt x="1405969" y="4582117"/>
                  </a:lnTo>
                  <a:lnTo>
                    <a:pt x="1462631" y="4530655"/>
                  </a:lnTo>
                  <a:lnTo>
                    <a:pt x="1515283" y="4473715"/>
                  </a:lnTo>
                  <a:lnTo>
                    <a:pt x="1564527" y="4410591"/>
                  </a:lnTo>
                  <a:lnTo>
                    <a:pt x="1611007" y="4340551"/>
                  </a:lnTo>
                  <a:lnTo>
                    <a:pt x="1655368" y="4262909"/>
                  </a:lnTo>
                  <a:lnTo>
                    <a:pt x="1698205" y="4177165"/>
                  </a:lnTo>
                  <a:lnTo>
                    <a:pt x="1719082" y="4131494"/>
                  </a:lnTo>
                  <a:lnTo>
                    <a:pt x="1747858" y="4064476"/>
                  </a:lnTo>
                  <a:lnTo>
                    <a:pt x="1776385" y="3993460"/>
                  </a:lnTo>
                  <a:lnTo>
                    <a:pt x="1804786" y="3918367"/>
                  </a:lnTo>
                  <a:lnTo>
                    <a:pt x="1833160" y="3839156"/>
                  </a:lnTo>
                  <a:lnTo>
                    <a:pt x="1861588" y="3755834"/>
                  </a:lnTo>
                  <a:lnTo>
                    <a:pt x="1890134" y="3668456"/>
                  </a:lnTo>
                  <a:lnTo>
                    <a:pt x="1918845" y="3577130"/>
                  </a:lnTo>
                  <a:lnTo>
                    <a:pt x="1947754" y="3482017"/>
                  </a:lnTo>
                  <a:lnTo>
                    <a:pt x="1976880" y="3383337"/>
                  </a:lnTo>
                  <a:lnTo>
                    <a:pt x="2006230" y="3281363"/>
                  </a:lnTo>
                  <a:lnTo>
                    <a:pt x="2035796" y="3176426"/>
                  </a:lnTo>
                  <a:lnTo>
                    <a:pt x="2065563" y="3068905"/>
                  </a:lnTo>
                  <a:lnTo>
                    <a:pt x="2095506" y="2959227"/>
                  </a:lnTo>
                  <a:lnTo>
                    <a:pt x="2125590" y="2847860"/>
                  </a:lnTo>
                  <a:lnTo>
                    <a:pt x="2155776" y="2735304"/>
                  </a:lnTo>
                  <a:lnTo>
                    <a:pt x="2186020" y="2622079"/>
                  </a:lnTo>
                  <a:lnTo>
                    <a:pt x="2216275" y="2508723"/>
                  </a:lnTo>
                  <a:lnTo>
                    <a:pt x="2246495" y="2395773"/>
                  </a:lnTo>
                  <a:lnTo>
                    <a:pt x="2276634" y="2283759"/>
                  </a:lnTo>
                  <a:lnTo>
                    <a:pt x="2306651" y="2173194"/>
                  </a:lnTo>
                  <a:lnTo>
                    <a:pt x="2336508" y="2064561"/>
                  </a:lnTo>
                  <a:lnTo>
                    <a:pt x="2366175" y="1958308"/>
                  </a:lnTo>
                  <a:lnTo>
                    <a:pt x="2395632" y="1854839"/>
                  </a:lnTo>
                  <a:lnTo>
                    <a:pt x="2424868" y="1754509"/>
                  </a:lnTo>
                  <a:lnTo>
                    <a:pt x="2453881" y="1657619"/>
                  </a:lnTo>
                  <a:lnTo>
                    <a:pt x="2482686" y="1564414"/>
                  </a:lnTo>
                  <a:lnTo>
                    <a:pt x="2511308" y="1475086"/>
                  </a:lnTo>
                  <a:lnTo>
                    <a:pt x="2539787" y="1389768"/>
                  </a:lnTo>
                  <a:lnTo>
                    <a:pt x="2568178" y="1308541"/>
                  </a:lnTo>
                  <a:lnTo>
                    <a:pt x="2596555" y="1231434"/>
                  </a:lnTo>
                  <a:lnTo>
                    <a:pt x="2625006" y="1158429"/>
                  </a:lnTo>
                  <a:lnTo>
                    <a:pt x="2653644" y="1089467"/>
                  </a:lnTo>
                  <a:lnTo>
                    <a:pt x="2667772" y="1057147"/>
                  </a:lnTo>
                  <a:lnTo>
                    <a:pt x="2710047" y="967301"/>
                  </a:lnTo>
                  <a:lnTo>
                    <a:pt x="2753581" y="885678"/>
                  </a:lnTo>
                  <a:lnTo>
                    <a:pt x="2798929" y="811939"/>
                  </a:lnTo>
                  <a:lnTo>
                    <a:pt x="2846719" y="745470"/>
                  </a:lnTo>
                  <a:lnTo>
                    <a:pt x="2897598" y="685548"/>
                  </a:lnTo>
                  <a:lnTo>
                    <a:pt x="2952198" y="631448"/>
                  </a:lnTo>
                  <a:lnTo>
                    <a:pt x="3011073" y="582502"/>
                  </a:lnTo>
                  <a:lnTo>
                    <a:pt x="3074644" y="538139"/>
                  </a:lnTo>
                  <a:lnTo>
                    <a:pt x="3143100" y="497900"/>
                  </a:lnTo>
                  <a:lnTo>
                    <a:pt x="3216298" y="461456"/>
                  </a:lnTo>
                  <a:lnTo>
                    <a:pt x="3293633" y="428602"/>
                  </a:lnTo>
                  <a:lnTo>
                    <a:pt x="3373920" y="399254"/>
                  </a:lnTo>
                  <a:lnTo>
                    <a:pt x="3455322" y="373424"/>
                  </a:lnTo>
                  <a:lnTo>
                    <a:pt x="3535355" y="351180"/>
                  </a:lnTo>
                  <a:lnTo>
                    <a:pt x="3611054" y="332599"/>
                  </a:lnTo>
                  <a:lnTo>
                    <a:pt x="3679290" y="317691"/>
                  </a:lnTo>
                  <a:lnTo>
                    <a:pt x="3737235" y="306350"/>
                  </a:lnTo>
                  <a:lnTo>
                    <a:pt x="3782870" y="298302"/>
                  </a:lnTo>
                  <a:lnTo>
                    <a:pt x="3815405" y="293109"/>
                  </a:lnTo>
                  <a:lnTo>
                    <a:pt x="3835500" y="290196"/>
                  </a:lnTo>
                  <a:lnTo>
                    <a:pt x="3845249" y="288907"/>
                  </a:lnTo>
                  <a:lnTo>
                    <a:pt x="3848118" y="288560"/>
                  </a:lnTo>
                  <a:lnTo>
                    <a:pt x="4386855" y="288560"/>
                  </a:lnTo>
                  <a:lnTo>
                    <a:pt x="4388156" y="288550"/>
                  </a:lnTo>
                  <a:lnTo>
                    <a:pt x="4396646" y="288483"/>
                  </a:lnTo>
                  <a:lnTo>
                    <a:pt x="4417808" y="288297"/>
                  </a:lnTo>
                  <a:lnTo>
                    <a:pt x="4455039" y="287931"/>
                  </a:lnTo>
                  <a:lnTo>
                    <a:pt x="4509314" y="287335"/>
                  </a:lnTo>
                  <a:lnTo>
                    <a:pt x="4579175" y="286468"/>
                  </a:lnTo>
                  <a:lnTo>
                    <a:pt x="4661213" y="285311"/>
                  </a:lnTo>
                  <a:lnTo>
                    <a:pt x="4750950" y="283860"/>
                  </a:lnTo>
                  <a:lnTo>
                    <a:pt x="4843806" y="282118"/>
                  </a:lnTo>
                  <a:lnTo>
                    <a:pt x="4935850" y="280094"/>
                  </a:lnTo>
                  <a:lnTo>
                    <a:pt x="5024199" y="277789"/>
                  </a:lnTo>
                  <a:lnTo>
                    <a:pt x="5107083" y="275194"/>
                  </a:lnTo>
                  <a:lnTo>
                    <a:pt x="5183703" y="272290"/>
                  </a:lnTo>
                  <a:lnTo>
                    <a:pt x="5254000" y="269044"/>
                  </a:lnTo>
                  <a:lnTo>
                    <a:pt x="5318416" y="265407"/>
                  </a:lnTo>
                  <a:lnTo>
                    <a:pt x="5377706" y="261324"/>
                  </a:lnTo>
                  <a:lnTo>
                    <a:pt x="5432781" y="256728"/>
                  </a:lnTo>
                  <a:lnTo>
                    <a:pt x="5484609" y="251554"/>
                  </a:lnTo>
                  <a:lnTo>
                    <a:pt x="5534122" y="245745"/>
                  </a:lnTo>
                  <a:lnTo>
                    <a:pt x="5567201" y="241374"/>
                  </a:lnTo>
                  <a:lnTo>
                    <a:pt x="5619490" y="233686"/>
                  </a:lnTo>
                  <a:lnTo>
                    <a:pt x="5671277" y="225169"/>
                  </a:lnTo>
                  <a:lnTo>
                    <a:pt x="5723145" y="215813"/>
                  </a:lnTo>
                  <a:lnTo>
                    <a:pt x="5775475" y="205640"/>
                  </a:lnTo>
                  <a:lnTo>
                    <a:pt x="5828479" y="194708"/>
                  </a:lnTo>
                  <a:lnTo>
                    <a:pt x="5882217" y="183113"/>
                  </a:lnTo>
                  <a:lnTo>
                    <a:pt x="5936620" y="170987"/>
                  </a:lnTo>
                  <a:lnTo>
                    <a:pt x="5991519" y="158495"/>
                  </a:lnTo>
                  <a:lnTo>
                    <a:pt x="6046670" y="145823"/>
                  </a:lnTo>
                  <a:lnTo>
                    <a:pt x="6101794" y="133170"/>
                  </a:lnTo>
                  <a:lnTo>
                    <a:pt x="6156617" y="120732"/>
                  </a:lnTo>
                  <a:lnTo>
                    <a:pt x="6210908" y="108694"/>
                  </a:lnTo>
                  <a:lnTo>
                    <a:pt x="6264511" y="97213"/>
                  </a:lnTo>
                  <a:lnTo>
                    <a:pt x="6317381" y="86415"/>
                  </a:lnTo>
                  <a:lnTo>
                    <a:pt x="6369604" y="76391"/>
                  </a:lnTo>
                  <a:lnTo>
                    <a:pt x="6421423" y="67190"/>
                  </a:lnTo>
                  <a:lnTo>
                    <a:pt x="6473253" y="58829"/>
                  </a:lnTo>
                  <a:lnTo>
                    <a:pt x="6515891" y="52630"/>
                  </a:lnTo>
                  <a:lnTo>
                    <a:pt x="6564291" y="46368"/>
                  </a:lnTo>
                  <a:lnTo>
                    <a:pt x="6614435" y="40763"/>
                  </a:lnTo>
                  <a:lnTo>
                    <a:pt x="6667177" y="35776"/>
                  </a:lnTo>
                  <a:lnTo>
                    <a:pt x="6723470" y="31348"/>
                  </a:lnTo>
                  <a:lnTo>
                    <a:pt x="6784273" y="27412"/>
                  </a:lnTo>
                  <a:lnTo>
                    <a:pt x="6850463" y="23903"/>
                  </a:lnTo>
                  <a:lnTo>
                    <a:pt x="6922713" y="20768"/>
                  </a:lnTo>
                  <a:lnTo>
                    <a:pt x="7001333" y="17965"/>
                  </a:lnTo>
                  <a:lnTo>
                    <a:pt x="7086056" y="15462"/>
                  </a:lnTo>
                  <a:lnTo>
                    <a:pt x="7175805" y="13245"/>
                  </a:lnTo>
                  <a:lnTo>
                    <a:pt x="7268467" y="11309"/>
                  </a:lnTo>
                  <a:lnTo>
                    <a:pt x="7360811" y="9658"/>
                  </a:lnTo>
                  <a:lnTo>
                    <a:pt x="7448641" y="8298"/>
                  </a:lnTo>
                  <a:lnTo>
                    <a:pt x="7527313" y="7234"/>
                  </a:lnTo>
                  <a:lnTo>
                    <a:pt x="7592579" y="6455"/>
                  </a:lnTo>
                  <a:lnTo>
                    <a:pt x="7641560" y="5935"/>
                  </a:lnTo>
                  <a:lnTo>
                    <a:pt x="7673531" y="5632"/>
                  </a:lnTo>
                  <a:lnTo>
                    <a:pt x="7690250" y="5490"/>
                  </a:lnTo>
                  <a:lnTo>
                    <a:pt x="7695808" y="544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6" y="9"/>
                  </a:lnTo>
                  <a:lnTo>
                    <a:pt x="7686447" y="76"/>
                  </a:lnTo>
                  <a:lnTo>
                    <a:pt x="7665284" y="263"/>
                  </a:lnTo>
                  <a:lnTo>
                    <a:pt x="7628053" y="628"/>
                  </a:lnTo>
                  <a:lnTo>
                    <a:pt x="7573778" y="1225"/>
                  </a:lnTo>
                  <a:lnTo>
                    <a:pt x="7503918" y="2091"/>
                  </a:lnTo>
                  <a:lnTo>
                    <a:pt x="7421880" y="3248"/>
                  </a:lnTo>
                  <a:lnTo>
                    <a:pt x="7332143" y="4699"/>
                  </a:lnTo>
                  <a:lnTo>
                    <a:pt x="7239286" y="6441"/>
                  </a:lnTo>
                  <a:lnTo>
                    <a:pt x="7147242" y="8465"/>
                  </a:lnTo>
                  <a:lnTo>
                    <a:pt x="7058893" y="10771"/>
                  </a:lnTo>
                  <a:lnTo>
                    <a:pt x="6976010" y="13365"/>
                  </a:lnTo>
                  <a:lnTo>
                    <a:pt x="6899389" y="16269"/>
                  </a:lnTo>
                  <a:lnTo>
                    <a:pt x="6829093" y="19516"/>
                  </a:lnTo>
                  <a:lnTo>
                    <a:pt x="6764676" y="23152"/>
                  </a:lnTo>
                  <a:lnTo>
                    <a:pt x="6705387" y="27235"/>
                  </a:lnTo>
                  <a:lnTo>
                    <a:pt x="6650312" y="31831"/>
                  </a:lnTo>
                  <a:lnTo>
                    <a:pt x="6598483" y="37006"/>
                  </a:lnTo>
                  <a:lnTo>
                    <a:pt x="6548971" y="42815"/>
                  </a:lnTo>
                  <a:lnTo>
                    <a:pt x="6515891" y="47185"/>
                  </a:lnTo>
                  <a:lnTo>
                    <a:pt x="6463603" y="54873"/>
                  </a:lnTo>
                  <a:lnTo>
                    <a:pt x="6411815" y="63390"/>
                  </a:lnTo>
                  <a:lnTo>
                    <a:pt x="6359948" y="72746"/>
                  </a:lnTo>
                  <a:lnTo>
                    <a:pt x="6307617" y="82920"/>
                  </a:lnTo>
                  <a:lnTo>
                    <a:pt x="6254614" y="93852"/>
                  </a:lnTo>
                  <a:lnTo>
                    <a:pt x="6200876" y="105447"/>
                  </a:lnTo>
                  <a:lnTo>
                    <a:pt x="6146472" y="117572"/>
                  </a:lnTo>
                  <a:lnTo>
                    <a:pt x="6091573" y="130064"/>
                  </a:lnTo>
                  <a:lnTo>
                    <a:pt x="6036423" y="142736"/>
                  </a:lnTo>
                  <a:lnTo>
                    <a:pt x="5981299" y="155389"/>
                  </a:lnTo>
                  <a:lnTo>
                    <a:pt x="5926475" y="167827"/>
                  </a:lnTo>
                  <a:lnTo>
                    <a:pt x="5872185" y="179866"/>
                  </a:lnTo>
                  <a:lnTo>
                    <a:pt x="5818582" y="191346"/>
                  </a:lnTo>
                  <a:lnTo>
                    <a:pt x="5765712" y="202144"/>
                  </a:lnTo>
                  <a:lnTo>
                    <a:pt x="5713488" y="212169"/>
                  </a:lnTo>
                  <a:lnTo>
                    <a:pt x="5661670" y="221369"/>
                  </a:lnTo>
                  <a:lnTo>
                    <a:pt x="5609840" y="229731"/>
                  </a:lnTo>
                  <a:lnTo>
                    <a:pt x="5567201" y="235929"/>
                  </a:lnTo>
                  <a:lnTo>
                    <a:pt x="5518801" y="242191"/>
                  </a:lnTo>
                  <a:lnTo>
                    <a:pt x="5468657" y="247797"/>
                  </a:lnTo>
                  <a:lnTo>
                    <a:pt x="5415915" y="252783"/>
                  </a:lnTo>
                  <a:lnTo>
                    <a:pt x="5359622" y="257211"/>
                  </a:lnTo>
                  <a:lnTo>
                    <a:pt x="5298819" y="261148"/>
                  </a:lnTo>
                  <a:lnTo>
                    <a:pt x="5232630" y="264656"/>
                  </a:lnTo>
                  <a:lnTo>
                    <a:pt x="5160379" y="267791"/>
                  </a:lnTo>
                  <a:lnTo>
                    <a:pt x="5081760" y="270595"/>
                  </a:lnTo>
                  <a:lnTo>
                    <a:pt x="4997036" y="273097"/>
                  </a:lnTo>
                  <a:lnTo>
                    <a:pt x="4907288" y="275314"/>
                  </a:lnTo>
                  <a:lnTo>
                    <a:pt x="4814625" y="277250"/>
                  </a:lnTo>
                  <a:lnTo>
                    <a:pt x="4722282" y="278902"/>
                  </a:lnTo>
                  <a:lnTo>
                    <a:pt x="4634452" y="280261"/>
                  </a:lnTo>
                  <a:lnTo>
                    <a:pt x="4555779" y="281326"/>
                  </a:lnTo>
                  <a:lnTo>
                    <a:pt x="4490514" y="282105"/>
                  </a:lnTo>
                  <a:lnTo>
                    <a:pt x="4441533" y="282624"/>
                  </a:lnTo>
                  <a:lnTo>
                    <a:pt x="4409561" y="282927"/>
                  </a:lnTo>
                  <a:lnTo>
                    <a:pt x="4392842" y="283069"/>
                  </a:lnTo>
                  <a:lnTo>
                    <a:pt x="4387284" y="283112"/>
                  </a:lnTo>
                  <a:lnTo>
                    <a:pt x="4386855" y="283115"/>
                  </a:lnTo>
                  <a:lnTo>
                    <a:pt x="3848118" y="283115"/>
                  </a:lnTo>
                  <a:lnTo>
                    <a:pt x="3847240" y="283218"/>
                  </a:lnTo>
                  <a:lnTo>
                    <a:pt x="3841455" y="283950"/>
                  </a:lnTo>
                  <a:lnTo>
                    <a:pt x="3826846" y="285972"/>
                  </a:lnTo>
                  <a:lnTo>
                    <a:pt x="3800666" y="289954"/>
                  </a:lnTo>
                  <a:lnTo>
                    <a:pt x="3761529" y="296519"/>
                  </a:lnTo>
                  <a:lnTo>
                    <a:pt x="3709517" y="306179"/>
                  </a:lnTo>
                  <a:lnTo>
                    <a:pt x="3646079" y="319291"/>
                  </a:lnTo>
                  <a:lnTo>
                    <a:pt x="3573704" y="336043"/>
                  </a:lnTo>
                  <a:lnTo>
                    <a:pt x="3495434" y="356474"/>
                  </a:lnTo>
                  <a:lnTo>
                    <a:pt x="3414366" y="380533"/>
                  </a:lnTo>
                  <a:lnTo>
                    <a:pt x="3333253" y="408139"/>
                  </a:lnTo>
                  <a:lnTo>
                    <a:pt x="3254264" y="439247"/>
                  </a:lnTo>
                  <a:lnTo>
                    <a:pt x="3178901" y="473890"/>
                  </a:lnTo>
                  <a:lnTo>
                    <a:pt x="3108045" y="512209"/>
                  </a:lnTo>
                  <a:lnTo>
                    <a:pt x="3042053" y="554474"/>
                  </a:lnTo>
                  <a:lnTo>
                    <a:pt x="2980885" y="601079"/>
                  </a:lnTo>
                  <a:lnTo>
                    <a:pt x="2924224" y="652540"/>
                  </a:lnTo>
                  <a:lnTo>
                    <a:pt x="2871572" y="709481"/>
                  </a:lnTo>
                  <a:lnTo>
                    <a:pt x="2822328" y="772604"/>
                  </a:lnTo>
                  <a:lnTo>
                    <a:pt x="2775847" y="842645"/>
                  </a:lnTo>
                  <a:lnTo>
                    <a:pt x="2731487" y="920287"/>
                  </a:lnTo>
                  <a:lnTo>
                    <a:pt x="2688650" y="1006031"/>
                  </a:lnTo>
                  <a:lnTo>
                    <a:pt x="2667772" y="1051702"/>
                  </a:lnTo>
                  <a:lnTo>
                    <a:pt x="2638997" y="1118720"/>
                  </a:lnTo>
                  <a:lnTo>
                    <a:pt x="2610469" y="1189735"/>
                  </a:lnTo>
                  <a:lnTo>
                    <a:pt x="2582068" y="1264829"/>
                  </a:lnTo>
                  <a:lnTo>
                    <a:pt x="2553694" y="1344039"/>
                  </a:lnTo>
                  <a:lnTo>
                    <a:pt x="2525266" y="1427361"/>
                  </a:lnTo>
                  <a:lnTo>
                    <a:pt x="2496721" y="1514739"/>
                  </a:lnTo>
                  <a:lnTo>
                    <a:pt x="2468010" y="1606066"/>
                  </a:lnTo>
                  <a:lnTo>
                    <a:pt x="2439101" y="1701179"/>
                  </a:lnTo>
                  <a:lnTo>
                    <a:pt x="2409974" y="1799859"/>
                  </a:lnTo>
                  <a:lnTo>
                    <a:pt x="2380625" y="1901832"/>
                  </a:lnTo>
                  <a:lnTo>
                    <a:pt x="2351059" y="2006770"/>
                  </a:lnTo>
                  <a:lnTo>
                    <a:pt x="2321291" y="2114291"/>
                  </a:lnTo>
                  <a:lnTo>
                    <a:pt x="2291349" y="2223968"/>
                  </a:lnTo>
                  <a:lnTo>
                    <a:pt x="2261265" y="2335335"/>
                  </a:lnTo>
                  <a:lnTo>
                    <a:pt x="2231079" y="2447892"/>
                  </a:lnTo>
                  <a:lnTo>
                    <a:pt x="2200835" y="2561116"/>
                  </a:lnTo>
                  <a:lnTo>
                    <a:pt x="2170579" y="2674473"/>
                  </a:lnTo>
                  <a:lnTo>
                    <a:pt x="2140359" y="2787423"/>
                  </a:lnTo>
                  <a:lnTo>
                    <a:pt x="2110220" y="2899436"/>
                  </a:lnTo>
                  <a:lnTo>
                    <a:pt x="2080204" y="3010001"/>
                  </a:lnTo>
                  <a:lnTo>
                    <a:pt x="2050347" y="3118634"/>
                  </a:lnTo>
                  <a:lnTo>
                    <a:pt x="2020679" y="3224887"/>
                  </a:lnTo>
                  <a:lnTo>
                    <a:pt x="1991222" y="3328356"/>
                  </a:lnTo>
                  <a:lnTo>
                    <a:pt x="1961987" y="3428687"/>
                  </a:lnTo>
                  <a:lnTo>
                    <a:pt x="1932973" y="3525577"/>
                  </a:lnTo>
                  <a:lnTo>
                    <a:pt x="1904168" y="3618781"/>
                  </a:lnTo>
                  <a:lnTo>
                    <a:pt x="1875547" y="3708109"/>
                  </a:lnTo>
                  <a:lnTo>
                    <a:pt x="1847068" y="3793427"/>
                  </a:lnTo>
                  <a:lnTo>
                    <a:pt x="1818676" y="3874655"/>
                  </a:lnTo>
                  <a:lnTo>
                    <a:pt x="1790300" y="3951762"/>
                  </a:lnTo>
                  <a:lnTo>
                    <a:pt x="1761848" y="4024766"/>
                  </a:lnTo>
                  <a:lnTo>
                    <a:pt x="1733211" y="4093729"/>
                  </a:lnTo>
                  <a:lnTo>
                    <a:pt x="1719082" y="4126049"/>
                  </a:lnTo>
                  <a:lnTo>
                    <a:pt x="1676808" y="4215894"/>
                  </a:lnTo>
                  <a:lnTo>
                    <a:pt x="1633274" y="4297518"/>
                  </a:lnTo>
                  <a:lnTo>
                    <a:pt x="1587925" y="4371257"/>
                  </a:lnTo>
                  <a:lnTo>
                    <a:pt x="1540136" y="4437726"/>
                  </a:lnTo>
                  <a:lnTo>
                    <a:pt x="1489256" y="4497647"/>
                  </a:lnTo>
                  <a:lnTo>
                    <a:pt x="1434657" y="4551747"/>
                  </a:lnTo>
                  <a:lnTo>
                    <a:pt x="1375781" y="4600693"/>
                  </a:lnTo>
                  <a:lnTo>
                    <a:pt x="1312211" y="4645057"/>
                  </a:lnTo>
                  <a:lnTo>
                    <a:pt x="1243754" y="4685296"/>
                  </a:lnTo>
                  <a:lnTo>
                    <a:pt x="1170556" y="4721740"/>
                  </a:lnTo>
                  <a:lnTo>
                    <a:pt x="1093222" y="4754593"/>
                  </a:lnTo>
                  <a:lnTo>
                    <a:pt x="1012934" y="4783941"/>
                  </a:lnTo>
                  <a:lnTo>
                    <a:pt x="931533" y="4809772"/>
                  </a:lnTo>
                  <a:lnTo>
                    <a:pt x="851500" y="4832015"/>
                  </a:lnTo>
                  <a:lnTo>
                    <a:pt x="775801" y="4850597"/>
                  </a:lnTo>
                  <a:lnTo>
                    <a:pt x="707565" y="4865504"/>
                  </a:lnTo>
                  <a:lnTo>
                    <a:pt x="649620" y="4876846"/>
                  </a:lnTo>
                  <a:lnTo>
                    <a:pt x="603985" y="4884893"/>
                  </a:lnTo>
                  <a:lnTo>
                    <a:pt x="571449" y="4890086"/>
                  </a:lnTo>
                  <a:lnTo>
                    <a:pt x="551354" y="4893000"/>
                  </a:lnTo>
                  <a:lnTo>
                    <a:pt x="541606" y="4894289"/>
                  </a:lnTo>
                  <a:lnTo>
                    <a:pt x="538736" y="4894636"/>
                  </a:lnTo>
                  <a:lnTo>
                    <a:pt x="0" y="4894636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24" name="pl1824"/>
            <p:cNvSpPr/>
            <p:nvPr/>
          </p:nvSpPr>
          <p:spPr>
            <a:xfrm>
              <a:off x="546595" y="538120"/>
              <a:ext cx="8234974" cy="4894636"/>
            </a:xfrm>
            <a:custGeom>
              <a:avLst/>
              <a:pathLst>
                <a:path w="8234974" h="4894636">
                  <a:moveTo>
                    <a:pt x="0" y="4894636"/>
                  </a:moveTo>
                  <a:lnTo>
                    <a:pt x="538736" y="4894636"/>
                  </a:lnTo>
                  <a:lnTo>
                    <a:pt x="539615" y="4894533"/>
                  </a:lnTo>
                  <a:lnTo>
                    <a:pt x="545400" y="4893801"/>
                  </a:lnTo>
                  <a:lnTo>
                    <a:pt x="560008" y="4891779"/>
                  </a:lnTo>
                  <a:lnTo>
                    <a:pt x="586188" y="4887797"/>
                  </a:lnTo>
                  <a:lnTo>
                    <a:pt x="625326" y="4881232"/>
                  </a:lnTo>
                  <a:lnTo>
                    <a:pt x="677338" y="4871572"/>
                  </a:lnTo>
                  <a:lnTo>
                    <a:pt x="740775" y="4858460"/>
                  </a:lnTo>
                  <a:lnTo>
                    <a:pt x="813151" y="4841708"/>
                  </a:lnTo>
                  <a:lnTo>
                    <a:pt x="891421" y="4821277"/>
                  </a:lnTo>
                  <a:lnTo>
                    <a:pt x="972488" y="4797218"/>
                  </a:lnTo>
                  <a:lnTo>
                    <a:pt x="1053601" y="4769612"/>
                  </a:lnTo>
                  <a:lnTo>
                    <a:pt x="1132591" y="4738504"/>
                  </a:lnTo>
                  <a:lnTo>
                    <a:pt x="1207953" y="4703861"/>
                  </a:lnTo>
                  <a:lnTo>
                    <a:pt x="1278809" y="4665542"/>
                  </a:lnTo>
                  <a:lnTo>
                    <a:pt x="1344802" y="4623277"/>
                  </a:lnTo>
                  <a:lnTo>
                    <a:pt x="1405969" y="4576672"/>
                  </a:lnTo>
                  <a:lnTo>
                    <a:pt x="1462631" y="4525211"/>
                  </a:lnTo>
                  <a:lnTo>
                    <a:pt x="1515283" y="4468270"/>
                  </a:lnTo>
                  <a:lnTo>
                    <a:pt x="1564527" y="4405147"/>
                  </a:lnTo>
                  <a:lnTo>
                    <a:pt x="1611007" y="4335106"/>
                  </a:lnTo>
                  <a:lnTo>
                    <a:pt x="1655368" y="4257464"/>
                  </a:lnTo>
                  <a:lnTo>
                    <a:pt x="1698205" y="4171720"/>
                  </a:lnTo>
                  <a:lnTo>
                    <a:pt x="1719082" y="4126049"/>
                  </a:lnTo>
                  <a:lnTo>
                    <a:pt x="1747858" y="4059031"/>
                  </a:lnTo>
                  <a:lnTo>
                    <a:pt x="1776385" y="3988016"/>
                  </a:lnTo>
                  <a:lnTo>
                    <a:pt x="1804786" y="3912922"/>
                  </a:lnTo>
                  <a:lnTo>
                    <a:pt x="1833160" y="3833712"/>
                  </a:lnTo>
                  <a:lnTo>
                    <a:pt x="1861588" y="3750390"/>
                  </a:lnTo>
                  <a:lnTo>
                    <a:pt x="1890134" y="3663012"/>
                  </a:lnTo>
                  <a:lnTo>
                    <a:pt x="1918845" y="3571685"/>
                  </a:lnTo>
                  <a:lnTo>
                    <a:pt x="1947754" y="3476572"/>
                  </a:lnTo>
                  <a:lnTo>
                    <a:pt x="1976880" y="3377892"/>
                  </a:lnTo>
                  <a:lnTo>
                    <a:pt x="2006230" y="3275919"/>
                  </a:lnTo>
                  <a:lnTo>
                    <a:pt x="2035796" y="3170981"/>
                  </a:lnTo>
                  <a:lnTo>
                    <a:pt x="2065563" y="3063460"/>
                  </a:lnTo>
                  <a:lnTo>
                    <a:pt x="2095506" y="2953783"/>
                  </a:lnTo>
                  <a:lnTo>
                    <a:pt x="2125590" y="2842416"/>
                  </a:lnTo>
                  <a:lnTo>
                    <a:pt x="2155776" y="2729859"/>
                  </a:lnTo>
                  <a:lnTo>
                    <a:pt x="2186020" y="2616635"/>
                  </a:lnTo>
                  <a:lnTo>
                    <a:pt x="2216275" y="2503278"/>
                  </a:lnTo>
                  <a:lnTo>
                    <a:pt x="2246495" y="2390328"/>
                  </a:lnTo>
                  <a:lnTo>
                    <a:pt x="2276634" y="2278315"/>
                  </a:lnTo>
                  <a:lnTo>
                    <a:pt x="2306651" y="2167750"/>
                  </a:lnTo>
                  <a:lnTo>
                    <a:pt x="2336508" y="2059117"/>
                  </a:lnTo>
                  <a:lnTo>
                    <a:pt x="2366175" y="1952864"/>
                  </a:lnTo>
                  <a:lnTo>
                    <a:pt x="2395632" y="1849395"/>
                  </a:lnTo>
                  <a:lnTo>
                    <a:pt x="2424868" y="1749064"/>
                  </a:lnTo>
                  <a:lnTo>
                    <a:pt x="2453881" y="1652174"/>
                  </a:lnTo>
                  <a:lnTo>
                    <a:pt x="2482686" y="1558970"/>
                  </a:lnTo>
                  <a:lnTo>
                    <a:pt x="2511308" y="1469642"/>
                  </a:lnTo>
                  <a:lnTo>
                    <a:pt x="2539787" y="1384324"/>
                  </a:lnTo>
                  <a:lnTo>
                    <a:pt x="2568178" y="1303096"/>
                  </a:lnTo>
                  <a:lnTo>
                    <a:pt x="2596555" y="1225989"/>
                  </a:lnTo>
                  <a:lnTo>
                    <a:pt x="2625006" y="1152985"/>
                  </a:lnTo>
                  <a:lnTo>
                    <a:pt x="2653644" y="1084022"/>
                  </a:lnTo>
                  <a:lnTo>
                    <a:pt x="2667772" y="1051702"/>
                  </a:lnTo>
                  <a:lnTo>
                    <a:pt x="2710047" y="961857"/>
                  </a:lnTo>
                  <a:lnTo>
                    <a:pt x="2753581" y="880233"/>
                  </a:lnTo>
                  <a:lnTo>
                    <a:pt x="2798929" y="806494"/>
                  </a:lnTo>
                  <a:lnTo>
                    <a:pt x="2846719" y="740025"/>
                  </a:lnTo>
                  <a:lnTo>
                    <a:pt x="2897598" y="680104"/>
                  </a:lnTo>
                  <a:lnTo>
                    <a:pt x="2952198" y="626004"/>
                  </a:lnTo>
                  <a:lnTo>
                    <a:pt x="3011073" y="577058"/>
                  </a:lnTo>
                  <a:lnTo>
                    <a:pt x="3074644" y="532694"/>
                  </a:lnTo>
                  <a:lnTo>
                    <a:pt x="3143100" y="492455"/>
                  </a:lnTo>
                  <a:lnTo>
                    <a:pt x="3216298" y="456011"/>
                  </a:lnTo>
                  <a:lnTo>
                    <a:pt x="3293633" y="423158"/>
                  </a:lnTo>
                  <a:lnTo>
                    <a:pt x="3373920" y="393810"/>
                  </a:lnTo>
                  <a:lnTo>
                    <a:pt x="3455322" y="367979"/>
                  </a:lnTo>
                  <a:lnTo>
                    <a:pt x="3535355" y="345736"/>
                  </a:lnTo>
                  <a:lnTo>
                    <a:pt x="3611054" y="327154"/>
                  </a:lnTo>
                  <a:lnTo>
                    <a:pt x="3679290" y="312247"/>
                  </a:lnTo>
                  <a:lnTo>
                    <a:pt x="3737235" y="300905"/>
                  </a:lnTo>
                  <a:lnTo>
                    <a:pt x="3782870" y="292858"/>
                  </a:lnTo>
                  <a:lnTo>
                    <a:pt x="3815405" y="287665"/>
                  </a:lnTo>
                  <a:lnTo>
                    <a:pt x="3835500" y="284751"/>
                  </a:lnTo>
                  <a:lnTo>
                    <a:pt x="3845249" y="283462"/>
                  </a:lnTo>
                  <a:lnTo>
                    <a:pt x="3848008" y="283128"/>
                  </a:lnTo>
                  <a:lnTo>
                    <a:pt x="3848118" y="283115"/>
                  </a:lnTo>
                  <a:lnTo>
                    <a:pt x="4386855" y="283115"/>
                  </a:lnTo>
                  <a:lnTo>
                    <a:pt x="4388156" y="283106"/>
                  </a:lnTo>
                  <a:lnTo>
                    <a:pt x="4396646" y="283039"/>
                  </a:lnTo>
                  <a:lnTo>
                    <a:pt x="4417808" y="282852"/>
                  </a:lnTo>
                  <a:lnTo>
                    <a:pt x="4455039" y="282487"/>
                  </a:lnTo>
                  <a:lnTo>
                    <a:pt x="4509314" y="281890"/>
                  </a:lnTo>
                  <a:lnTo>
                    <a:pt x="4579175" y="281023"/>
                  </a:lnTo>
                  <a:lnTo>
                    <a:pt x="4661213" y="279867"/>
                  </a:lnTo>
                  <a:lnTo>
                    <a:pt x="4750950" y="278415"/>
                  </a:lnTo>
                  <a:lnTo>
                    <a:pt x="4843806" y="276674"/>
                  </a:lnTo>
                  <a:lnTo>
                    <a:pt x="4935850" y="274650"/>
                  </a:lnTo>
                  <a:lnTo>
                    <a:pt x="5024199" y="272344"/>
                  </a:lnTo>
                  <a:lnTo>
                    <a:pt x="5107083" y="269750"/>
                  </a:lnTo>
                  <a:lnTo>
                    <a:pt x="5183703" y="266846"/>
                  </a:lnTo>
                  <a:lnTo>
                    <a:pt x="5254000" y="263599"/>
                  </a:lnTo>
                  <a:lnTo>
                    <a:pt x="5318416" y="259963"/>
                  </a:lnTo>
                  <a:lnTo>
                    <a:pt x="5377706" y="255879"/>
                  </a:lnTo>
                  <a:lnTo>
                    <a:pt x="5432781" y="251284"/>
                  </a:lnTo>
                  <a:lnTo>
                    <a:pt x="5484609" y="246109"/>
                  </a:lnTo>
                  <a:lnTo>
                    <a:pt x="5534122" y="240300"/>
                  </a:lnTo>
                  <a:lnTo>
                    <a:pt x="5567201" y="235929"/>
                  </a:lnTo>
                  <a:lnTo>
                    <a:pt x="5619490" y="228241"/>
                  </a:lnTo>
                  <a:lnTo>
                    <a:pt x="5671277" y="219724"/>
                  </a:lnTo>
                  <a:lnTo>
                    <a:pt x="5723145" y="210368"/>
                  </a:lnTo>
                  <a:lnTo>
                    <a:pt x="5775475" y="200195"/>
                  </a:lnTo>
                  <a:lnTo>
                    <a:pt x="5828479" y="189263"/>
                  </a:lnTo>
                  <a:lnTo>
                    <a:pt x="5882217" y="177668"/>
                  </a:lnTo>
                  <a:lnTo>
                    <a:pt x="5936620" y="165543"/>
                  </a:lnTo>
                  <a:lnTo>
                    <a:pt x="5991519" y="153050"/>
                  </a:lnTo>
                  <a:lnTo>
                    <a:pt x="6046670" y="140379"/>
                  </a:lnTo>
                  <a:lnTo>
                    <a:pt x="6101794" y="127725"/>
                  </a:lnTo>
                  <a:lnTo>
                    <a:pt x="6156617" y="115288"/>
                  </a:lnTo>
                  <a:lnTo>
                    <a:pt x="6210908" y="103249"/>
                  </a:lnTo>
                  <a:lnTo>
                    <a:pt x="6264511" y="91768"/>
                  </a:lnTo>
                  <a:lnTo>
                    <a:pt x="6317381" y="80971"/>
                  </a:lnTo>
                  <a:lnTo>
                    <a:pt x="6369604" y="70946"/>
                  </a:lnTo>
                  <a:lnTo>
                    <a:pt x="6421423" y="61745"/>
                  </a:lnTo>
                  <a:lnTo>
                    <a:pt x="6473253" y="53384"/>
                  </a:lnTo>
                  <a:lnTo>
                    <a:pt x="6515891" y="47185"/>
                  </a:lnTo>
                  <a:lnTo>
                    <a:pt x="6564291" y="40924"/>
                  </a:lnTo>
                  <a:lnTo>
                    <a:pt x="6614435" y="35318"/>
                  </a:lnTo>
                  <a:lnTo>
                    <a:pt x="6667177" y="30332"/>
                  </a:lnTo>
                  <a:lnTo>
                    <a:pt x="6723470" y="25904"/>
                  </a:lnTo>
                  <a:lnTo>
                    <a:pt x="6784273" y="21967"/>
                  </a:lnTo>
                  <a:lnTo>
                    <a:pt x="6850463" y="18459"/>
                  </a:lnTo>
                  <a:lnTo>
                    <a:pt x="6922713" y="15324"/>
                  </a:lnTo>
                  <a:lnTo>
                    <a:pt x="7001333" y="12520"/>
                  </a:lnTo>
                  <a:lnTo>
                    <a:pt x="7086056" y="10018"/>
                  </a:lnTo>
                  <a:lnTo>
                    <a:pt x="7175805" y="7801"/>
                  </a:lnTo>
                  <a:lnTo>
                    <a:pt x="7268467" y="5864"/>
                  </a:lnTo>
                  <a:lnTo>
                    <a:pt x="7360811" y="4213"/>
                  </a:lnTo>
                  <a:lnTo>
                    <a:pt x="7448641" y="2854"/>
                  </a:lnTo>
                  <a:lnTo>
                    <a:pt x="7527313" y="1789"/>
                  </a:lnTo>
                  <a:lnTo>
                    <a:pt x="7592579" y="1010"/>
                  </a:lnTo>
                  <a:lnTo>
                    <a:pt x="7641560" y="491"/>
                  </a:lnTo>
                  <a:lnTo>
                    <a:pt x="7673531" y="188"/>
                  </a:lnTo>
                  <a:lnTo>
                    <a:pt x="7690250" y="45"/>
                  </a:lnTo>
                  <a:lnTo>
                    <a:pt x="7695808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5" name="pl1825"/>
            <p:cNvSpPr/>
            <p:nvPr/>
          </p:nvSpPr>
          <p:spPr>
            <a:xfrm>
              <a:off x="546595" y="532675"/>
              <a:ext cx="8234974" cy="4894636"/>
            </a:xfrm>
            <a:custGeom>
              <a:avLst/>
              <a:pathLst>
                <a:path w="8234974" h="4894636">
                  <a:moveTo>
                    <a:pt x="8234974" y="0"/>
                  </a:moveTo>
                  <a:lnTo>
                    <a:pt x="7696237" y="0"/>
                  </a:lnTo>
                  <a:lnTo>
                    <a:pt x="7694936" y="9"/>
                  </a:lnTo>
                  <a:lnTo>
                    <a:pt x="7686447" y="76"/>
                  </a:lnTo>
                  <a:lnTo>
                    <a:pt x="7665284" y="263"/>
                  </a:lnTo>
                  <a:lnTo>
                    <a:pt x="7628053" y="628"/>
                  </a:lnTo>
                  <a:lnTo>
                    <a:pt x="7573778" y="1225"/>
                  </a:lnTo>
                  <a:lnTo>
                    <a:pt x="7503918" y="2091"/>
                  </a:lnTo>
                  <a:lnTo>
                    <a:pt x="7421880" y="3248"/>
                  </a:lnTo>
                  <a:lnTo>
                    <a:pt x="7332143" y="4699"/>
                  </a:lnTo>
                  <a:lnTo>
                    <a:pt x="7239286" y="6441"/>
                  </a:lnTo>
                  <a:lnTo>
                    <a:pt x="7147242" y="8465"/>
                  </a:lnTo>
                  <a:lnTo>
                    <a:pt x="7058893" y="10771"/>
                  </a:lnTo>
                  <a:lnTo>
                    <a:pt x="6976010" y="13365"/>
                  </a:lnTo>
                  <a:lnTo>
                    <a:pt x="6899389" y="16269"/>
                  </a:lnTo>
                  <a:lnTo>
                    <a:pt x="6829093" y="19516"/>
                  </a:lnTo>
                  <a:lnTo>
                    <a:pt x="6764676" y="23152"/>
                  </a:lnTo>
                  <a:lnTo>
                    <a:pt x="6705387" y="27235"/>
                  </a:lnTo>
                  <a:lnTo>
                    <a:pt x="6650312" y="31831"/>
                  </a:lnTo>
                  <a:lnTo>
                    <a:pt x="6598483" y="37006"/>
                  </a:lnTo>
                  <a:lnTo>
                    <a:pt x="6548971" y="42815"/>
                  </a:lnTo>
                  <a:lnTo>
                    <a:pt x="6515891" y="47185"/>
                  </a:lnTo>
                  <a:lnTo>
                    <a:pt x="6463603" y="54873"/>
                  </a:lnTo>
                  <a:lnTo>
                    <a:pt x="6411815" y="63390"/>
                  </a:lnTo>
                  <a:lnTo>
                    <a:pt x="6359948" y="72746"/>
                  </a:lnTo>
                  <a:lnTo>
                    <a:pt x="6307617" y="82920"/>
                  </a:lnTo>
                  <a:lnTo>
                    <a:pt x="6254614" y="93852"/>
                  </a:lnTo>
                  <a:lnTo>
                    <a:pt x="6200876" y="105447"/>
                  </a:lnTo>
                  <a:lnTo>
                    <a:pt x="6146472" y="117572"/>
                  </a:lnTo>
                  <a:lnTo>
                    <a:pt x="6091573" y="130064"/>
                  </a:lnTo>
                  <a:lnTo>
                    <a:pt x="6036423" y="142736"/>
                  </a:lnTo>
                  <a:lnTo>
                    <a:pt x="5981299" y="155389"/>
                  </a:lnTo>
                  <a:lnTo>
                    <a:pt x="5926475" y="167827"/>
                  </a:lnTo>
                  <a:lnTo>
                    <a:pt x="5872185" y="179866"/>
                  </a:lnTo>
                  <a:lnTo>
                    <a:pt x="5818582" y="191346"/>
                  </a:lnTo>
                  <a:lnTo>
                    <a:pt x="5765712" y="202144"/>
                  </a:lnTo>
                  <a:lnTo>
                    <a:pt x="5713488" y="212169"/>
                  </a:lnTo>
                  <a:lnTo>
                    <a:pt x="5661670" y="221369"/>
                  </a:lnTo>
                  <a:lnTo>
                    <a:pt x="5609840" y="229731"/>
                  </a:lnTo>
                  <a:lnTo>
                    <a:pt x="5567201" y="235929"/>
                  </a:lnTo>
                  <a:lnTo>
                    <a:pt x="5518801" y="242191"/>
                  </a:lnTo>
                  <a:lnTo>
                    <a:pt x="5468657" y="247797"/>
                  </a:lnTo>
                  <a:lnTo>
                    <a:pt x="5415915" y="252783"/>
                  </a:lnTo>
                  <a:lnTo>
                    <a:pt x="5359622" y="257211"/>
                  </a:lnTo>
                  <a:lnTo>
                    <a:pt x="5298819" y="261148"/>
                  </a:lnTo>
                  <a:lnTo>
                    <a:pt x="5232630" y="264656"/>
                  </a:lnTo>
                  <a:lnTo>
                    <a:pt x="5160379" y="267791"/>
                  </a:lnTo>
                  <a:lnTo>
                    <a:pt x="5081760" y="270595"/>
                  </a:lnTo>
                  <a:lnTo>
                    <a:pt x="4997036" y="273097"/>
                  </a:lnTo>
                  <a:lnTo>
                    <a:pt x="4907288" y="275314"/>
                  </a:lnTo>
                  <a:lnTo>
                    <a:pt x="4814625" y="277250"/>
                  </a:lnTo>
                  <a:lnTo>
                    <a:pt x="4722282" y="278902"/>
                  </a:lnTo>
                  <a:lnTo>
                    <a:pt x="4634452" y="280261"/>
                  </a:lnTo>
                  <a:lnTo>
                    <a:pt x="4555779" y="281326"/>
                  </a:lnTo>
                  <a:lnTo>
                    <a:pt x="4490514" y="282105"/>
                  </a:lnTo>
                  <a:lnTo>
                    <a:pt x="4441533" y="282624"/>
                  </a:lnTo>
                  <a:lnTo>
                    <a:pt x="4409561" y="282927"/>
                  </a:lnTo>
                  <a:lnTo>
                    <a:pt x="4392842" y="283069"/>
                  </a:lnTo>
                  <a:lnTo>
                    <a:pt x="4387284" y="283112"/>
                  </a:lnTo>
                  <a:lnTo>
                    <a:pt x="4386855" y="283115"/>
                  </a:lnTo>
                  <a:lnTo>
                    <a:pt x="3848118" y="283115"/>
                  </a:lnTo>
                  <a:lnTo>
                    <a:pt x="3847240" y="283218"/>
                  </a:lnTo>
                  <a:lnTo>
                    <a:pt x="3841455" y="283950"/>
                  </a:lnTo>
                  <a:lnTo>
                    <a:pt x="3826846" y="285972"/>
                  </a:lnTo>
                  <a:lnTo>
                    <a:pt x="3800666" y="289954"/>
                  </a:lnTo>
                  <a:lnTo>
                    <a:pt x="3761529" y="296519"/>
                  </a:lnTo>
                  <a:lnTo>
                    <a:pt x="3709517" y="306179"/>
                  </a:lnTo>
                  <a:lnTo>
                    <a:pt x="3646079" y="319291"/>
                  </a:lnTo>
                  <a:lnTo>
                    <a:pt x="3573704" y="336043"/>
                  </a:lnTo>
                  <a:lnTo>
                    <a:pt x="3495434" y="356474"/>
                  </a:lnTo>
                  <a:lnTo>
                    <a:pt x="3414366" y="380533"/>
                  </a:lnTo>
                  <a:lnTo>
                    <a:pt x="3333253" y="408139"/>
                  </a:lnTo>
                  <a:lnTo>
                    <a:pt x="3254264" y="439247"/>
                  </a:lnTo>
                  <a:lnTo>
                    <a:pt x="3178901" y="473890"/>
                  </a:lnTo>
                  <a:lnTo>
                    <a:pt x="3108045" y="512209"/>
                  </a:lnTo>
                  <a:lnTo>
                    <a:pt x="3042053" y="554474"/>
                  </a:lnTo>
                  <a:lnTo>
                    <a:pt x="2980885" y="601079"/>
                  </a:lnTo>
                  <a:lnTo>
                    <a:pt x="2924224" y="652540"/>
                  </a:lnTo>
                  <a:lnTo>
                    <a:pt x="2871572" y="709481"/>
                  </a:lnTo>
                  <a:lnTo>
                    <a:pt x="2822328" y="772604"/>
                  </a:lnTo>
                  <a:lnTo>
                    <a:pt x="2775847" y="842645"/>
                  </a:lnTo>
                  <a:lnTo>
                    <a:pt x="2731487" y="920287"/>
                  </a:lnTo>
                  <a:lnTo>
                    <a:pt x="2688650" y="1006031"/>
                  </a:lnTo>
                  <a:lnTo>
                    <a:pt x="2667772" y="1051702"/>
                  </a:lnTo>
                  <a:lnTo>
                    <a:pt x="2638997" y="1118720"/>
                  </a:lnTo>
                  <a:lnTo>
                    <a:pt x="2610469" y="1189735"/>
                  </a:lnTo>
                  <a:lnTo>
                    <a:pt x="2582068" y="1264829"/>
                  </a:lnTo>
                  <a:lnTo>
                    <a:pt x="2553694" y="1344039"/>
                  </a:lnTo>
                  <a:lnTo>
                    <a:pt x="2525266" y="1427361"/>
                  </a:lnTo>
                  <a:lnTo>
                    <a:pt x="2496721" y="1514739"/>
                  </a:lnTo>
                  <a:lnTo>
                    <a:pt x="2468010" y="1606066"/>
                  </a:lnTo>
                  <a:lnTo>
                    <a:pt x="2439101" y="1701179"/>
                  </a:lnTo>
                  <a:lnTo>
                    <a:pt x="2409974" y="1799859"/>
                  </a:lnTo>
                  <a:lnTo>
                    <a:pt x="2380625" y="1901832"/>
                  </a:lnTo>
                  <a:lnTo>
                    <a:pt x="2351059" y="2006770"/>
                  </a:lnTo>
                  <a:lnTo>
                    <a:pt x="2321291" y="2114291"/>
                  </a:lnTo>
                  <a:lnTo>
                    <a:pt x="2291349" y="2223968"/>
                  </a:lnTo>
                  <a:lnTo>
                    <a:pt x="2261265" y="2335335"/>
                  </a:lnTo>
                  <a:lnTo>
                    <a:pt x="2231079" y="2447892"/>
                  </a:lnTo>
                  <a:lnTo>
                    <a:pt x="2200835" y="2561116"/>
                  </a:lnTo>
                  <a:lnTo>
                    <a:pt x="2170579" y="2674473"/>
                  </a:lnTo>
                  <a:lnTo>
                    <a:pt x="2140359" y="2787423"/>
                  </a:lnTo>
                  <a:lnTo>
                    <a:pt x="2110220" y="2899436"/>
                  </a:lnTo>
                  <a:lnTo>
                    <a:pt x="2080204" y="3010001"/>
                  </a:lnTo>
                  <a:lnTo>
                    <a:pt x="2050347" y="3118634"/>
                  </a:lnTo>
                  <a:lnTo>
                    <a:pt x="2020679" y="3224887"/>
                  </a:lnTo>
                  <a:lnTo>
                    <a:pt x="1991222" y="3328356"/>
                  </a:lnTo>
                  <a:lnTo>
                    <a:pt x="1961987" y="3428687"/>
                  </a:lnTo>
                  <a:lnTo>
                    <a:pt x="1932973" y="3525577"/>
                  </a:lnTo>
                  <a:lnTo>
                    <a:pt x="1904168" y="3618781"/>
                  </a:lnTo>
                  <a:lnTo>
                    <a:pt x="1875547" y="3708109"/>
                  </a:lnTo>
                  <a:lnTo>
                    <a:pt x="1847068" y="3793427"/>
                  </a:lnTo>
                  <a:lnTo>
                    <a:pt x="1818676" y="3874655"/>
                  </a:lnTo>
                  <a:lnTo>
                    <a:pt x="1790300" y="3951762"/>
                  </a:lnTo>
                  <a:lnTo>
                    <a:pt x="1761848" y="4024766"/>
                  </a:lnTo>
                  <a:lnTo>
                    <a:pt x="1733211" y="4093729"/>
                  </a:lnTo>
                  <a:lnTo>
                    <a:pt x="1719082" y="4126049"/>
                  </a:lnTo>
                  <a:lnTo>
                    <a:pt x="1676808" y="4215894"/>
                  </a:lnTo>
                  <a:lnTo>
                    <a:pt x="1633274" y="4297518"/>
                  </a:lnTo>
                  <a:lnTo>
                    <a:pt x="1587925" y="4371257"/>
                  </a:lnTo>
                  <a:lnTo>
                    <a:pt x="1540136" y="4437726"/>
                  </a:lnTo>
                  <a:lnTo>
                    <a:pt x="1489256" y="4497647"/>
                  </a:lnTo>
                  <a:lnTo>
                    <a:pt x="1434657" y="4551747"/>
                  </a:lnTo>
                  <a:lnTo>
                    <a:pt x="1375781" y="4600693"/>
                  </a:lnTo>
                  <a:lnTo>
                    <a:pt x="1312211" y="4645057"/>
                  </a:lnTo>
                  <a:lnTo>
                    <a:pt x="1243754" y="4685296"/>
                  </a:lnTo>
                  <a:lnTo>
                    <a:pt x="1170556" y="4721740"/>
                  </a:lnTo>
                  <a:lnTo>
                    <a:pt x="1093222" y="4754593"/>
                  </a:lnTo>
                  <a:lnTo>
                    <a:pt x="1012934" y="4783941"/>
                  </a:lnTo>
                  <a:lnTo>
                    <a:pt x="931533" y="4809772"/>
                  </a:lnTo>
                  <a:lnTo>
                    <a:pt x="851500" y="4832015"/>
                  </a:lnTo>
                  <a:lnTo>
                    <a:pt x="775801" y="4850597"/>
                  </a:lnTo>
                  <a:lnTo>
                    <a:pt x="707565" y="4865504"/>
                  </a:lnTo>
                  <a:lnTo>
                    <a:pt x="649620" y="4876846"/>
                  </a:lnTo>
                  <a:lnTo>
                    <a:pt x="603985" y="4884893"/>
                  </a:lnTo>
                  <a:lnTo>
                    <a:pt x="571449" y="4890086"/>
                  </a:lnTo>
                  <a:lnTo>
                    <a:pt x="551354" y="4893000"/>
                  </a:lnTo>
                  <a:lnTo>
                    <a:pt x="541606" y="4894289"/>
                  </a:lnTo>
                  <a:lnTo>
                    <a:pt x="538847" y="4894623"/>
                  </a:lnTo>
                  <a:lnTo>
                    <a:pt x="538736" y="4894636"/>
                  </a:lnTo>
                  <a:lnTo>
                    <a:pt x="0" y="48946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6" name="pg1826"/>
            <p:cNvSpPr/>
            <p:nvPr/>
          </p:nvSpPr>
          <p:spPr>
            <a:xfrm>
              <a:off x="546595" y="2547153"/>
              <a:ext cx="8234974" cy="2929159"/>
            </a:xfrm>
            <a:custGeom>
              <a:avLst/>
              <a:pathLst>
                <a:path w="8234974" h="2929159">
                  <a:moveTo>
                    <a:pt x="0" y="2929159"/>
                  </a:moveTo>
                  <a:lnTo>
                    <a:pt x="538736" y="2929159"/>
                  </a:lnTo>
                  <a:lnTo>
                    <a:pt x="539938" y="2929085"/>
                  </a:lnTo>
                  <a:lnTo>
                    <a:pt x="547791" y="2928555"/>
                  </a:lnTo>
                  <a:lnTo>
                    <a:pt x="567425" y="2927091"/>
                  </a:lnTo>
                  <a:lnTo>
                    <a:pt x="602112" y="2924215"/>
                  </a:lnTo>
                  <a:lnTo>
                    <a:pt x="652967" y="2919507"/>
                  </a:lnTo>
                  <a:lnTo>
                    <a:pt x="718899" y="2912651"/>
                  </a:lnTo>
                  <a:lnTo>
                    <a:pt x="796982" y="2903465"/>
                  </a:lnTo>
                  <a:lnTo>
                    <a:pt x="883187" y="2891895"/>
                  </a:lnTo>
                  <a:lnTo>
                    <a:pt x="973242" y="2877967"/>
                  </a:lnTo>
                  <a:lnTo>
                    <a:pt x="1063338" y="2861739"/>
                  </a:lnTo>
                  <a:lnTo>
                    <a:pt x="1150556" y="2843241"/>
                  </a:lnTo>
                  <a:lnTo>
                    <a:pt x="1232983" y="2822435"/>
                  </a:lnTo>
                  <a:lnTo>
                    <a:pt x="1309629" y="2799192"/>
                  </a:lnTo>
                  <a:lnTo>
                    <a:pt x="1380239" y="2773283"/>
                  </a:lnTo>
                  <a:lnTo>
                    <a:pt x="1445077" y="2744377"/>
                  </a:lnTo>
                  <a:lnTo>
                    <a:pt x="1504747" y="2712052"/>
                  </a:lnTo>
                  <a:lnTo>
                    <a:pt x="1560042" y="2675814"/>
                  </a:lnTo>
                  <a:lnTo>
                    <a:pt x="1611845" y="2635137"/>
                  </a:lnTo>
                  <a:lnTo>
                    <a:pt x="1661038" y="2589525"/>
                  </a:lnTo>
                  <a:lnTo>
                    <a:pt x="1708434" y="2538639"/>
                  </a:lnTo>
                  <a:lnTo>
                    <a:pt x="1719082" y="2526263"/>
                  </a:lnTo>
                  <a:lnTo>
                    <a:pt x="1756769" y="2479758"/>
                  </a:lnTo>
                  <a:lnTo>
                    <a:pt x="1794096" y="2429622"/>
                  </a:lnTo>
                  <a:lnTo>
                    <a:pt x="1831314" y="2375785"/>
                  </a:lnTo>
                  <a:lnTo>
                    <a:pt x="1868616" y="2318240"/>
                  </a:lnTo>
                  <a:lnTo>
                    <a:pt x="1906141" y="2257060"/>
                  </a:lnTo>
                  <a:lnTo>
                    <a:pt x="1943983" y="2192397"/>
                  </a:lnTo>
                  <a:lnTo>
                    <a:pt x="1982194" y="2124492"/>
                  </a:lnTo>
                  <a:lnTo>
                    <a:pt x="2020788" y="2053670"/>
                  </a:lnTo>
                  <a:lnTo>
                    <a:pt x="2059743" y="1980341"/>
                  </a:lnTo>
                  <a:lnTo>
                    <a:pt x="2099007" y="1904991"/>
                  </a:lnTo>
                  <a:lnTo>
                    <a:pt x="2138508" y="1828170"/>
                  </a:lnTo>
                  <a:lnTo>
                    <a:pt x="2178151" y="1750477"/>
                  </a:lnTo>
                  <a:lnTo>
                    <a:pt x="2217836" y="1672539"/>
                  </a:lnTo>
                  <a:lnTo>
                    <a:pt x="2257455" y="1594992"/>
                  </a:lnTo>
                  <a:lnTo>
                    <a:pt x="2296909" y="1518459"/>
                  </a:lnTo>
                  <a:lnTo>
                    <a:pt x="2336108" y="1443528"/>
                  </a:lnTo>
                  <a:lnTo>
                    <a:pt x="2374983" y="1370735"/>
                  </a:lnTo>
                  <a:lnTo>
                    <a:pt x="2413490" y="1300551"/>
                  </a:lnTo>
                  <a:lnTo>
                    <a:pt x="2451614" y="1233366"/>
                  </a:lnTo>
                  <a:lnTo>
                    <a:pt x="2489377" y="1169487"/>
                  </a:lnTo>
                  <a:lnTo>
                    <a:pt x="2526840" y="1109133"/>
                  </a:lnTo>
                  <a:lnTo>
                    <a:pt x="2564108" y="1052439"/>
                  </a:lnTo>
                  <a:lnTo>
                    <a:pt x="2601332" y="999456"/>
                  </a:lnTo>
                  <a:lnTo>
                    <a:pt x="2638718" y="950165"/>
                  </a:lnTo>
                  <a:lnTo>
                    <a:pt x="2667772" y="914681"/>
                  </a:lnTo>
                  <a:lnTo>
                    <a:pt x="2714857" y="862573"/>
                  </a:lnTo>
                  <a:lnTo>
                    <a:pt x="2763572" y="815778"/>
                  </a:lnTo>
                  <a:lnTo>
                    <a:pt x="2814702" y="774014"/>
                  </a:lnTo>
                  <a:lnTo>
                    <a:pt x="2869120" y="736808"/>
                  </a:lnTo>
                  <a:lnTo>
                    <a:pt x="2927716" y="703635"/>
                  </a:lnTo>
                  <a:lnTo>
                    <a:pt x="2991311" y="673988"/>
                  </a:lnTo>
                  <a:lnTo>
                    <a:pt x="3060564" y="647427"/>
                  </a:lnTo>
                  <a:lnTo>
                    <a:pt x="3135832" y="623599"/>
                  </a:lnTo>
                  <a:lnTo>
                    <a:pt x="3216995" y="602251"/>
                  </a:lnTo>
                  <a:lnTo>
                    <a:pt x="3303251" y="583231"/>
                  </a:lnTo>
                  <a:lnTo>
                    <a:pt x="3392911" y="566484"/>
                  </a:lnTo>
                  <a:lnTo>
                    <a:pt x="3483283" y="552026"/>
                  </a:lnTo>
                  <a:lnTo>
                    <a:pt x="3570737" y="539913"/>
                  </a:lnTo>
                  <a:lnTo>
                    <a:pt x="3651053" y="530183"/>
                  </a:lnTo>
                  <a:lnTo>
                    <a:pt x="3720072" y="522806"/>
                  </a:lnTo>
                  <a:lnTo>
                    <a:pt x="3774544" y="517630"/>
                  </a:lnTo>
                  <a:lnTo>
                    <a:pt x="3812907" y="514370"/>
                  </a:lnTo>
                  <a:lnTo>
                    <a:pt x="3835766" y="512624"/>
                  </a:lnTo>
                  <a:lnTo>
                    <a:pt x="3845921" y="511924"/>
                  </a:lnTo>
                  <a:lnTo>
                    <a:pt x="3848118" y="511786"/>
                  </a:lnTo>
                  <a:lnTo>
                    <a:pt x="4386855" y="511786"/>
                  </a:lnTo>
                  <a:lnTo>
                    <a:pt x="4388153" y="511769"/>
                  </a:lnTo>
                  <a:lnTo>
                    <a:pt x="4396621" y="511649"/>
                  </a:lnTo>
                  <a:lnTo>
                    <a:pt x="4417733" y="511317"/>
                  </a:lnTo>
                  <a:lnTo>
                    <a:pt x="4454879" y="510665"/>
                  </a:lnTo>
                  <a:lnTo>
                    <a:pt x="4509041" y="509600"/>
                  </a:lnTo>
                  <a:lnTo>
                    <a:pt x="4578773" y="508054"/>
                  </a:lnTo>
                  <a:lnTo>
                    <a:pt x="4660682" y="505990"/>
                  </a:lnTo>
                  <a:lnTo>
                    <a:pt x="4750306" y="503400"/>
                  </a:lnTo>
                  <a:lnTo>
                    <a:pt x="4843073" y="500292"/>
                  </a:lnTo>
                  <a:lnTo>
                    <a:pt x="4935058" y="496679"/>
                  </a:lnTo>
                  <a:lnTo>
                    <a:pt x="5023373" y="492564"/>
                  </a:lnTo>
                  <a:lnTo>
                    <a:pt x="5106244" y="487933"/>
                  </a:lnTo>
                  <a:lnTo>
                    <a:pt x="5182867" y="482751"/>
                  </a:lnTo>
                  <a:lnTo>
                    <a:pt x="5253175" y="476957"/>
                  </a:lnTo>
                  <a:lnTo>
                    <a:pt x="5317606" y="470469"/>
                  </a:lnTo>
                  <a:lnTo>
                    <a:pt x="5376907" y="463184"/>
                  </a:lnTo>
                  <a:lnTo>
                    <a:pt x="5431988" y="454985"/>
                  </a:lnTo>
                  <a:lnTo>
                    <a:pt x="5483813" y="445756"/>
                  </a:lnTo>
                  <a:lnTo>
                    <a:pt x="5533313" y="435395"/>
                  </a:lnTo>
                  <a:lnTo>
                    <a:pt x="5567201" y="427395"/>
                  </a:lnTo>
                  <a:lnTo>
                    <a:pt x="5618457" y="413934"/>
                  </a:lnTo>
                  <a:lnTo>
                    <a:pt x="5669218" y="399049"/>
                  </a:lnTo>
                  <a:lnTo>
                    <a:pt x="5720039" y="382721"/>
                  </a:lnTo>
                  <a:lnTo>
                    <a:pt x="5771287" y="364986"/>
                  </a:lnTo>
                  <a:lnTo>
                    <a:pt x="5823173" y="345936"/>
                  </a:lnTo>
                  <a:lnTo>
                    <a:pt x="5875764" y="325728"/>
                  </a:lnTo>
                  <a:lnTo>
                    <a:pt x="5929009" y="304578"/>
                  </a:lnTo>
                  <a:lnTo>
                    <a:pt x="5982757" y="282757"/>
                  </a:lnTo>
                  <a:lnTo>
                    <a:pt x="6036787" y="260573"/>
                  </a:lnTo>
                  <a:lnTo>
                    <a:pt x="6090841" y="238360"/>
                  </a:lnTo>
                  <a:lnTo>
                    <a:pt x="6144657" y="216451"/>
                  </a:lnTo>
                  <a:lnTo>
                    <a:pt x="6198003" y="195162"/>
                  </a:lnTo>
                  <a:lnTo>
                    <a:pt x="6250716" y="174771"/>
                  </a:lnTo>
                  <a:lnTo>
                    <a:pt x="6302724" y="155504"/>
                  </a:lnTo>
                  <a:lnTo>
                    <a:pt x="6354074" y="137529"/>
                  </a:lnTo>
                  <a:lnTo>
                    <a:pt x="6404948" y="120950"/>
                  </a:lnTo>
                  <a:lnTo>
                    <a:pt x="6455686" y="105811"/>
                  </a:lnTo>
                  <a:lnTo>
                    <a:pt x="6506805" y="92102"/>
                  </a:lnTo>
                  <a:lnTo>
                    <a:pt x="6515891" y="89834"/>
                  </a:lnTo>
                  <a:lnTo>
                    <a:pt x="6564248" y="78644"/>
                  </a:lnTo>
                  <a:lnTo>
                    <a:pt x="6614345" y="68626"/>
                  </a:lnTo>
                  <a:lnTo>
                    <a:pt x="6667035" y="59714"/>
                  </a:lnTo>
                  <a:lnTo>
                    <a:pt x="6723266" y="51799"/>
                  </a:lnTo>
                  <a:lnTo>
                    <a:pt x="6783996" y="44762"/>
                  </a:lnTo>
                  <a:lnTo>
                    <a:pt x="6850100" y="38489"/>
                  </a:lnTo>
                  <a:lnTo>
                    <a:pt x="6922251" y="32884"/>
                  </a:lnTo>
                  <a:lnTo>
                    <a:pt x="7000760" y="27870"/>
                  </a:lnTo>
                  <a:lnTo>
                    <a:pt x="7085368" y="23394"/>
                  </a:lnTo>
                  <a:lnTo>
                    <a:pt x="7175003" y="19429"/>
                  </a:lnTo>
                  <a:lnTo>
                    <a:pt x="7267571" y="15964"/>
                  </a:lnTo>
                  <a:lnTo>
                    <a:pt x="7359856" y="13008"/>
                  </a:lnTo>
                  <a:lnTo>
                    <a:pt x="7447684" y="10573"/>
                  </a:lnTo>
                  <a:lnTo>
                    <a:pt x="7526423" y="8665"/>
                  </a:lnTo>
                  <a:lnTo>
                    <a:pt x="7591823" y="7267"/>
                  </a:lnTo>
                  <a:lnTo>
                    <a:pt x="7640992" y="6333"/>
                  </a:lnTo>
                  <a:lnTo>
                    <a:pt x="7673175" y="5786"/>
                  </a:lnTo>
                  <a:lnTo>
                    <a:pt x="7690087" y="5528"/>
                  </a:lnTo>
                  <a:lnTo>
                    <a:pt x="7695776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917" y="506415"/>
                  </a:lnTo>
                  <a:lnTo>
                    <a:pt x="3839063" y="506945"/>
                  </a:lnTo>
                  <a:lnTo>
                    <a:pt x="3819429" y="508409"/>
                  </a:lnTo>
                  <a:lnTo>
                    <a:pt x="3784743" y="511285"/>
                  </a:lnTo>
                  <a:lnTo>
                    <a:pt x="3733888" y="515993"/>
                  </a:lnTo>
                  <a:lnTo>
                    <a:pt x="3667955" y="522849"/>
                  </a:lnTo>
                  <a:lnTo>
                    <a:pt x="3589873" y="532035"/>
                  </a:lnTo>
                  <a:lnTo>
                    <a:pt x="3503667" y="543605"/>
                  </a:lnTo>
                  <a:lnTo>
                    <a:pt x="3413613" y="557533"/>
                  </a:lnTo>
                  <a:lnTo>
                    <a:pt x="3323516" y="573761"/>
                  </a:lnTo>
                  <a:lnTo>
                    <a:pt x="3236299" y="592259"/>
                  </a:lnTo>
                  <a:lnTo>
                    <a:pt x="3153872" y="613065"/>
                  </a:lnTo>
                  <a:lnTo>
                    <a:pt x="3077225" y="636308"/>
                  </a:lnTo>
                  <a:lnTo>
                    <a:pt x="3006615" y="662217"/>
                  </a:lnTo>
                  <a:lnTo>
                    <a:pt x="2941777" y="691123"/>
                  </a:lnTo>
                  <a:lnTo>
                    <a:pt x="2882108" y="723449"/>
                  </a:lnTo>
                  <a:lnTo>
                    <a:pt x="2826812" y="759686"/>
                  </a:lnTo>
                  <a:lnTo>
                    <a:pt x="2775010" y="800364"/>
                  </a:lnTo>
                  <a:lnTo>
                    <a:pt x="2725817" y="845975"/>
                  </a:lnTo>
                  <a:lnTo>
                    <a:pt x="2678421" y="896861"/>
                  </a:lnTo>
                  <a:lnTo>
                    <a:pt x="2667772" y="909237"/>
                  </a:lnTo>
                  <a:lnTo>
                    <a:pt x="2630085" y="955743"/>
                  </a:lnTo>
                  <a:lnTo>
                    <a:pt x="2592758" y="1005878"/>
                  </a:lnTo>
                  <a:lnTo>
                    <a:pt x="2555540" y="1059716"/>
                  </a:lnTo>
                  <a:lnTo>
                    <a:pt x="2518239" y="1117260"/>
                  </a:lnTo>
                  <a:lnTo>
                    <a:pt x="2480714" y="1178440"/>
                  </a:lnTo>
                  <a:lnTo>
                    <a:pt x="2442872" y="1243103"/>
                  </a:lnTo>
                  <a:lnTo>
                    <a:pt x="2404660" y="1311008"/>
                  </a:lnTo>
                  <a:lnTo>
                    <a:pt x="2366067" y="1381830"/>
                  </a:lnTo>
                  <a:lnTo>
                    <a:pt x="2327112" y="1455160"/>
                  </a:lnTo>
                  <a:lnTo>
                    <a:pt x="2287847" y="1530509"/>
                  </a:lnTo>
                  <a:lnTo>
                    <a:pt x="2248347" y="1607330"/>
                  </a:lnTo>
                  <a:lnTo>
                    <a:pt x="2208703" y="1685023"/>
                  </a:lnTo>
                  <a:lnTo>
                    <a:pt x="2169019" y="1762961"/>
                  </a:lnTo>
                  <a:lnTo>
                    <a:pt x="2129399" y="1840508"/>
                  </a:lnTo>
                  <a:lnTo>
                    <a:pt x="2089946" y="1917041"/>
                  </a:lnTo>
                  <a:lnTo>
                    <a:pt x="2050746" y="1991972"/>
                  </a:lnTo>
                  <a:lnTo>
                    <a:pt x="2011871" y="2064765"/>
                  </a:lnTo>
                  <a:lnTo>
                    <a:pt x="1973365" y="2134949"/>
                  </a:lnTo>
                  <a:lnTo>
                    <a:pt x="1935241" y="2202134"/>
                  </a:lnTo>
                  <a:lnTo>
                    <a:pt x="1897478" y="2266013"/>
                  </a:lnTo>
                  <a:lnTo>
                    <a:pt x="1860014" y="2326367"/>
                  </a:lnTo>
                  <a:lnTo>
                    <a:pt x="1822746" y="2383062"/>
                  </a:lnTo>
                  <a:lnTo>
                    <a:pt x="1785522" y="2436044"/>
                  </a:lnTo>
                  <a:lnTo>
                    <a:pt x="1748137" y="2485335"/>
                  </a:lnTo>
                  <a:lnTo>
                    <a:pt x="1719082" y="2520819"/>
                  </a:lnTo>
                  <a:lnTo>
                    <a:pt x="1671998" y="2572927"/>
                  </a:lnTo>
                  <a:lnTo>
                    <a:pt x="1623283" y="2619722"/>
                  </a:lnTo>
                  <a:lnTo>
                    <a:pt x="1572153" y="2661486"/>
                  </a:lnTo>
                  <a:lnTo>
                    <a:pt x="1517734" y="2698692"/>
                  </a:lnTo>
                  <a:lnTo>
                    <a:pt x="1459139" y="2731865"/>
                  </a:lnTo>
                  <a:lnTo>
                    <a:pt x="1395544" y="2761512"/>
                  </a:lnTo>
                  <a:lnTo>
                    <a:pt x="1326291" y="2788073"/>
                  </a:lnTo>
                  <a:lnTo>
                    <a:pt x="1251023" y="2811901"/>
                  </a:lnTo>
                  <a:lnTo>
                    <a:pt x="1169859" y="2833249"/>
                  </a:lnTo>
                  <a:lnTo>
                    <a:pt x="1083604" y="2852269"/>
                  </a:lnTo>
                  <a:lnTo>
                    <a:pt x="993944" y="2869016"/>
                  </a:lnTo>
                  <a:lnTo>
                    <a:pt x="903571" y="2883474"/>
                  </a:lnTo>
                  <a:lnTo>
                    <a:pt x="816117" y="2895587"/>
                  </a:lnTo>
                  <a:lnTo>
                    <a:pt x="735802" y="2905317"/>
                  </a:lnTo>
                  <a:lnTo>
                    <a:pt x="666782" y="2912694"/>
                  </a:lnTo>
                  <a:lnTo>
                    <a:pt x="612311" y="2917870"/>
                  </a:lnTo>
                  <a:lnTo>
                    <a:pt x="573947" y="2921130"/>
                  </a:lnTo>
                  <a:lnTo>
                    <a:pt x="551089" y="2922876"/>
                  </a:lnTo>
                  <a:lnTo>
                    <a:pt x="540934" y="2923576"/>
                  </a:lnTo>
                  <a:lnTo>
                    <a:pt x="538736" y="2923714"/>
                  </a:lnTo>
                  <a:lnTo>
                    <a:pt x="0" y="2923714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27" name="pl1827"/>
            <p:cNvSpPr/>
            <p:nvPr/>
          </p:nvSpPr>
          <p:spPr>
            <a:xfrm>
              <a:off x="546595" y="2552597"/>
              <a:ext cx="8234974" cy="2923714"/>
            </a:xfrm>
            <a:custGeom>
              <a:avLst/>
              <a:pathLst>
                <a:path w="8234974" h="2923714">
                  <a:moveTo>
                    <a:pt x="0" y="2923714"/>
                  </a:moveTo>
                  <a:lnTo>
                    <a:pt x="538736" y="2923714"/>
                  </a:lnTo>
                  <a:lnTo>
                    <a:pt x="539938" y="2923640"/>
                  </a:lnTo>
                  <a:lnTo>
                    <a:pt x="547791" y="2923111"/>
                  </a:lnTo>
                  <a:lnTo>
                    <a:pt x="567425" y="2921646"/>
                  </a:lnTo>
                  <a:lnTo>
                    <a:pt x="602112" y="2918771"/>
                  </a:lnTo>
                  <a:lnTo>
                    <a:pt x="652967" y="2914063"/>
                  </a:lnTo>
                  <a:lnTo>
                    <a:pt x="718899" y="2907206"/>
                  </a:lnTo>
                  <a:lnTo>
                    <a:pt x="796982" y="2898021"/>
                  </a:lnTo>
                  <a:lnTo>
                    <a:pt x="883187" y="2886450"/>
                  </a:lnTo>
                  <a:lnTo>
                    <a:pt x="973242" y="2872523"/>
                  </a:lnTo>
                  <a:lnTo>
                    <a:pt x="1063338" y="2856295"/>
                  </a:lnTo>
                  <a:lnTo>
                    <a:pt x="1150556" y="2837796"/>
                  </a:lnTo>
                  <a:lnTo>
                    <a:pt x="1232983" y="2816990"/>
                  </a:lnTo>
                  <a:lnTo>
                    <a:pt x="1309629" y="2793747"/>
                  </a:lnTo>
                  <a:lnTo>
                    <a:pt x="1380239" y="2767838"/>
                  </a:lnTo>
                  <a:lnTo>
                    <a:pt x="1445077" y="2738932"/>
                  </a:lnTo>
                  <a:lnTo>
                    <a:pt x="1504747" y="2706607"/>
                  </a:lnTo>
                  <a:lnTo>
                    <a:pt x="1560042" y="2670369"/>
                  </a:lnTo>
                  <a:lnTo>
                    <a:pt x="1611845" y="2629692"/>
                  </a:lnTo>
                  <a:lnTo>
                    <a:pt x="1661038" y="2584081"/>
                  </a:lnTo>
                  <a:lnTo>
                    <a:pt x="1708434" y="2533195"/>
                  </a:lnTo>
                  <a:lnTo>
                    <a:pt x="1719082" y="2520819"/>
                  </a:lnTo>
                  <a:lnTo>
                    <a:pt x="1756769" y="2474313"/>
                  </a:lnTo>
                  <a:lnTo>
                    <a:pt x="1794096" y="2424178"/>
                  </a:lnTo>
                  <a:lnTo>
                    <a:pt x="1831314" y="2370340"/>
                  </a:lnTo>
                  <a:lnTo>
                    <a:pt x="1868616" y="2312796"/>
                  </a:lnTo>
                  <a:lnTo>
                    <a:pt x="1906141" y="2251616"/>
                  </a:lnTo>
                  <a:lnTo>
                    <a:pt x="1943983" y="2186953"/>
                  </a:lnTo>
                  <a:lnTo>
                    <a:pt x="1982194" y="2119047"/>
                  </a:lnTo>
                  <a:lnTo>
                    <a:pt x="2020788" y="2048225"/>
                  </a:lnTo>
                  <a:lnTo>
                    <a:pt x="2059743" y="1974896"/>
                  </a:lnTo>
                  <a:lnTo>
                    <a:pt x="2099007" y="1899546"/>
                  </a:lnTo>
                  <a:lnTo>
                    <a:pt x="2138508" y="1822726"/>
                  </a:lnTo>
                  <a:lnTo>
                    <a:pt x="2178151" y="1745033"/>
                  </a:lnTo>
                  <a:lnTo>
                    <a:pt x="2217836" y="1667095"/>
                  </a:lnTo>
                  <a:lnTo>
                    <a:pt x="2257455" y="1589548"/>
                  </a:lnTo>
                  <a:lnTo>
                    <a:pt x="2296909" y="1513014"/>
                  </a:lnTo>
                  <a:lnTo>
                    <a:pt x="2336108" y="1438083"/>
                  </a:lnTo>
                  <a:lnTo>
                    <a:pt x="2374983" y="1365291"/>
                  </a:lnTo>
                  <a:lnTo>
                    <a:pt x="2413490" y="1295106"/>
                  </a:lnTo>
                  <a:lnTo>
                    <a:pt x="2451614" y="1227921"/>
                  </a:lnTo>
                  <a:lnTo>
                    <a:pt x="2489377" y="1164042"/>
                  </a:lnTo>
                  <a:lnTo>
                    <a:pt x="2526840" y="1103689"/>
                  </a:lnTo>
                  <a:lnTo>
                    <a:pt x="2564108" y="1046994"/>
                  </a:lnTo>
                  <a:lnTo>
                    <a:pt x="2601332" y="994012"/>
                  </a:lnTo>
                  <a:lnTo>
                    <a:pt x="2638718" y="944720"/>
                  </a:lnTo>
                  <a:lnTo>
                    <a:pt x="2667772" y="909237"/>
                  </a:lnTo>
                  <a:lnTo>
                    <a:pt x="2714857" y="857128"/>
                  </a:lnTo>
                  <a:lnTo>
                    <a:pt x="2763572" y="810334"/>
                  </a:lnTo>
                  <a:lnTo>
                    <a:pt x="2814702" y="768569"/>
                  </a:lnTo>
                  <a:lnTo>
                    <a:pt x="2869120" y="731364"/>
                  </a:lnTo>
                  <a:lnTo>
                    <a:pt x="2927716" y="698190"/>
                  </a:lnTo>
                  <a:lnTo>
                    <a:pt x="2991311" y="668543"/>
                  </a:lnTo>
                  <a:lnTo>
                    <a:pt x="3060564" y="641982"/>
                  </a:lnTo>
                  <a:lnTo>
                    <a:pt x="3135832" y="618154"/>
                  </a:lnTo>
                  <a:lnTo>
                    <a:pt x="3216995" y="596806"/>
                  </a:lnTo>
                  <a:lnTo>
                    <a:pt x="3303251" y="577787"/>
                  </a:lnTo>
                  <a:lnTo>
                    <a:pt x="3392911" y="561040"/>
                  </a:lnTo>
                  <a:lnTo>
                    <a:pt x="3483283" y="546582"/>
                  </a:lnTo>
                  <a:lnTo>
                    <a:pt x="3570737" y="534468"/>
                  </a:lnTo>
                  <a:lnTo>
                    <a:pt x="3651053" y="524739"/>
                  </a:lnTo>
                  <a:lnTo>
                    <a:pt x="3720072" y="517361"/>
                  </a:lnTo>
                  <a:lnTo>
                    <a:pt x="3774544" y="512185"/>
                  </a:lnTo>
                  <a:lnTo>
                    <a:pt x="3812907" y="508925"/>
                  </a:lnTo>
                  <a:lnTo>
                    <a:pt x="3835766" y="507179"/>
                  </a:lnTo>
                  <a:lnTo>
                    <a:pt x="3845921" y="506479"/>
                  </a:lnTo>
                  <a:lnTo>
                    <a:pt x="3848103" y="506342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4"/>
                  </a:lnTo>
                  <a:lnTo>
                    <a:pt x="4396621" y="506204"/>
                  </a:lnTo>
                  <a:lnTo>
                    <a:pt x="4417733" y="505872"/>
                  </a:lnTo>
                  <a:lnTo>
                    <a:pt x="4454879" y="505220"/>
                  </a:lnTo>
                  <a:lnTo>
                    <a:pt x="4509041" y="504155"/>
                  </a:lnTo>
                  <a:lnTo>
                    <a:pt x="4578773" y="502609"/>
                  </a:lnTo>
                  <a:lnTo>
                    <a:pt x="4660682" y="500546"/>
                  </a:lnTo>
                  <a:lnTo>
                    <a:pt x="4750306" y="497955"/>
                  </a:lnTo>
                  <a:lnTo>
                    <a:pt x="4843073" y="494848"/>
                  </a:lnTo>
                  <a:lnTo>
                    <a:pt x="4935058" y="491234"/>
                  </a:lnTo>
                  <a:lnTo>
                    <a:pt x="5023373" y="487119"/>
                  </a:lnTo>
                  <a:lnTo>
                    <a:pt x="5106244" y="482489"/>
                  </a:lnTo>
                  <a:lnTo>
                    <a:pt x="5182867" y="477306"/>
                  </a:lnTo>
                  <a:lnTo>
                    <a:pt x="5253175" y="471512"/>
                  </a:lnTo>
                  <a:lnTo>
                    <a:pt x="5317606" y="465024"/>
                  </a:lnTo>
                  <a:lnTo>
                    <a:pt x="5376907" y="457739"/>
                  </a:lnTo>
                  <a:lnTo>
                    <a:pt x="5431988" y="449541"/>
                  </a:lnTo>
                  <a:lnTo>
                    <a:pt x="5483813" y="440311"/>
                  </a:lnTo>
                  <a:lnTo>
                    <a:pt x="5533313" y="429950"/>
                  </a:lnTo>
                  <a:lnTo>
                    <a:pt x="5567201" y="421951"/>
                  </a:lnTo>
                  <a:lnTo>
                    <a:pt x="5618457" y="408489"/>
                  </a:lnTo>
                  <a:lnTo>
                    <a:pt x="5669218" y="393604"/>
                  </a:lnTo>
                  <a:lnTo>
                    <a:pt x="5720039" y="377277"/>
                  </a:lnTo>
                  <a:lnTo>
                    <a:pt x="5771287" y="359541"/>
                  </a:lnTo>
                  <a:lnTo>
                    <a:pt x="5823173" y="340492"/>
                  </a:lnTo>
                  <a:lnTo>
                    <a:pt x="5875764" y="320284"/>
                  </a:lnTo>
                  <a:lnTo>
                    <a:pt x="5929009" y="299134"/>
                  </a:lnTo>
                  <a:lnTo>
                    <a:pt x="5982757" y="277312"/>
                  </a:lnTo>
                  <a:lnTo>
                    <a:pt x="6036787" y="255129"/>
                  </a:lnTo>
                  <a:lnTo>
                    <a:pt x="6090841" y="232915"/>
                  </a:lnTo>
                  <a:lnTo>
                    <a:pt x="6144657" y="211007"/>
                  </a:lnTo>
                  <a:lnTo>
                    <a:pt x="6198003" y="189718"/>
                  </a:lnTo>
                  <a:lnTo>
                    <a:pt x="6250716" y="169326"/>
                  </a:lnTo>
                  <a:lnTo>
                    <a:pt x="6302724" y="150060"/>
                  </a:lnTo>
                  <a:lnTo>
                    <a:pt x="6354074" y="132085"/>
                  </a:lnTo>
                  <a:lnTo>
                    <a:pt x="6404948" y="115505"/>
                  </a:lnTo>
                  <a:lnTo>
                    <a:pt x="6455686" y="100367"/>
                  </a:lnTo>
                  <a:lnTo>
                    <a:pt x="6506805" y="86658"/>
                  </a:lnTo>
                  <a:lnTo>
                    <a:pt x="6515891" y="84390"/>
                  </a:lnTo>
                  <a:lnTo>
                    <a:pt x="6564248" y="73200"/>
                  </a:lnTo>
                  <a:lnTo>
                    <a:pt x="6614345" y="63182"/>
                  </a:lnTo>
                  <a:lnTo>
                    <a:pt x="6667035" y="54270"/>
                  </a:lnTo>
                  <a:lnTo>
                    <a:pt x="6723266" y="46354"/>
                  </a:lnTo>
                  <a:lnTo>
                    <a:pt x="6783996" y="39317"/>
                  </a:lnTo>
                  <a:lnTo>
                    <a:pt x="6850100" y="33044"/>
                  </a:lnTo>
                  <a:lnTo>
                    <a:pt x="6922251" y="27439"/>
                  </a:lnTo>
                  <a:lnTo>
                    <a:pt x="7000760" y="22425"/>
                  </a:lnTo>
                  <a:lnTo>
                    <a:pt x="7085368" y="17950"/>
                  </a:lnTo>
                  <a:lnTo>
                    <a:pt x="7175003" y="13984"/>
                  </a:lnTo>
                  <a:lnTo>
                    <a:pt x="7267571" y="10520"/>
                  </a:lnTo>
                  <a:lnTo>
                    <a:pt x="7359856" y="7564"/>
                  </a:lnTo>
                  <a:lnTo>
                    <a:pt x="7447684" y="5129"/>
                  </a:lnTo>
                  <a:lnTo>
                    <a:pt x="7526423" y="3220"/>
                  </a:lnTo>
                  <a:lnTo>
                    <a:pt x="7591823" y="1822"/>
                  </a:lnTo>
                  <a:lnTo>
                    <a:pt x="7640992" y="888"/>
                  </a:lnTo>
                  <a:lnTo>
                    <a:pt x="7673175" y="342"/>
                  </a:lnTo>
                  <a:lnTo>
                    <a:pt x="7690087" y="84"/>
                  </a:lnTo>
                  <a:lnTo>
                    <a:pt x="7695776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8" name="pl1828"/>
            <p:cNvSpPr/>
            <p:nvPr/>
          </p:nvSpPr>
          <p:spPr>
            <a:xfrm>
              <a:off x="546595" y="2547153"/>
              <a:ext cx="8234974" cy="2923714"/>
            </a:xfrm>
            <a:custGeom>
              <a:avLst/>
              <a:pathLst>
                <a:path w="8234974" h="2923714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6917" y="506415"/>
                  </a:lnTo>
                  <a:lnTo>
                    <a:pt x="3839063" y="506945"/>
                  </a:lnTo>
                  <a:lnTo>
                    <a:pt x="3819429" y="508409"/>
                  </a:lnTo>
                  <a:lnTo>
                    <a:pt x="3784743" y="511285"/>
                  </a:lnTo>
                  <a:lnTo>
                    <a:pt x="3733888" y="515993"/>
                  </a:lnTo>
                  <a:lnTo>
                    <a:pt x="3667955" y="522849"/>
                  </a:lnTo>
                  <a:lnTo>
                    <a:pt x="3589873" y="532035"/>
                  </a:lnTo>
                  <a:lnTo>
                    <a:pt x="3503667" y="543605"/>
                  </a:lnTo>
                  <a:lnTo>
                    <a:pt x="3413613" y="557533"/>
                  </a:lnTo>
                  <a:lnTo>
                    <a:pt x="3323516" y="573761"/>
                  </a:lnTo>
                  <a:lnTo>
                    <a:pt x="3236299" y="592259"/>
                  </a:lnTo>
                  <a:lnTo>
                    <a:pt x="3153872" y="613065"/>
                  </a:lnTo>
                  <a:lnTo>
                    <a:pt x="3077225" y="636308"/>
                  </a:lnTo>
                  <a:lnTo>
                    <a:pt x="3006615" y="662217"/>
                  </a:lnTo>
                  <a:lnTo>
                    <a:pt x="2941777" y="691123"/>
                  </a:lnTo>
                  <a:lnTo>
                    <a:pt x="2882108" y="723449"/>
                  </a:lnTo>
                  <a:lnTo>
                    <a:pt x="2826812" y="759686"/>
                  </a:lnTo>
                  <a:lnTo>
                    <a:pt x="2775010" y="800364"/>
                  </a:lnTo>
                  <a:lnTo>
                    <a:pt x="2725817" y="845975"/>
                  </a:lnTo>
                  <a:lnTo>
                    <a:pt x="2678421" y="896861"/>
                  </a:lnTo>
                  <a:lnTo>
                    <a:pt x="2667772" y="909237"/>
                  </a:lnTo>
                  <a:lnTo>
                    <a:pt x="2630085" y="955743"/>
                  </a:lnTo>
                  <a:lnTo>
                    <a:pt x="2592758" y="1005878"/>
                  </a:lnTo>
                  <a:lnTo>
                    <a:pt x="2555540" y="1059716"/>
                  </a:lnTo>
                  <a:lnTo>
                    <a:pt x="2518239" y="1117260"/>
                  </a:lnTo>
                  <a:lnTo>
                    <a:pt x="2480714" y="1178440"/>
                  </a:lnTo>
                  <a:lnTo>
                    <a:pt x="2442872" y="1243103"/>
                  </a:lnTo>
                  <a:lnTo>
                    <a:pt x="2404660" y="1311008"/>
                  </a:lnTo>
                  <a:lnTo>
                    <a:pt x="2366067" y="1381830"/>
                  </a:lnTo>
                  <a:lnTo>
                    <a:pt x="2327112" y="1455160"/>
                  </a:lnTo>
                  <a:lnTo>
                    <a:pt x="2287847" y="1530509"/>
                  </a:lnTo>
                  <a:lnTo>
                    <a:pt x="2248347" y="1607330"/>
                  </a:lnTo>
                  <a:lnTo>
                    <a:pt x="2208703" y="1685023"/>
                  </a:lnTo>
                  <a:lnTo>
                    <a:pt x="2169019" y="1762961"/>
                  </a:lnTo>
                  <a:lnTo>
                    <a:pt x="2129399" y="1840508"/>
                  </a:lnTo>
                  <a:lnTo>
                    <a:pt x="2089946" y="1917041"/>
                  </a:lnTo>
                  <a:lnTo>
                    <a:pt x="2050746" y="1991972"/>
                  </a:lnTo>
                  <a:lnTo>
                    <a:pt x="2011871" y="2064765"/>
                  </a:lnTo>
                  <a:lnTo>
                    <a:pt x="1973365" y="2134949"/>
                  </a:lnTo>
                  <a:lnTo>
                    <a:pt x="1935241" y="2202134"/>
                  </a:lnTo>
                  <a:lnTo>
                    <a:pt x="1897478" y="2266013"/>
                  </a:lnTo>
                  <a:lnTo>
                    <a:pt x="1860014" y="2326367"/>
                  </a:lnTo>
                  <a:lnTo>
                    <a:pt x="1822746" y="2383062"/>
                  </a:lnTo>
                  <a:lnTo>
                    <a:pt x="1785522" y="2436044"/>
                  </a:lnTo>
                  <a:lnTo>
                    <a:pt x="1748137" y="2485335"/>
                  </a:lnTo>
                  <a:lnTo>
                    <a:pt x="1719082" y="2520819"/>
                  </a:lnTo>
                  <a:lnTo>
                    <a:pt x="1671998" y="2572927"/>
                  </a:lnTo>
                  <a:lnTo>
                    <a:pt x="1623283" y="2619722"/>
                  </a:lnTo>
                  <a:lnTo>
                    <a:pt x="1572153" y="2661486"/>
                  </a:lnTo>
                  <a:lnTo>
                    <a:pt x="1517734" y="2698692"/>
                  </a:lnTo>
                  <a:lnTo>
                    <a:pt x="1459139" y="2731865"/>
                  </a:lnTo>
                  <a:lnTo>
                    <a:pt x="1395544" y="2761512"/>
                  </a:lnTo>
                  <a:lnTo>
                    <a:pt x="1326291" y="2788073"/>
                  </a:lnTo>
                  <a:lnTo>
                    <a:pt x="1251023" y="2811901"/>
                  </a:lnTo>
                  <a:lnTo>
                    <a:pt x="1169859" y="2833249"/>
                  </a:lnTo>
                  <a:lnTo>
                    <a:pt x="1083604" y="2852269"/>
                  </a:lnTo>
                  <a:lnTo>
                    <a:pt x="993944" y="2869016"/>
                  </a:lnTo>
                  <a:lnTo>
                    <a:pt x="903571" y="2883474"/>
                  </a:lnTo>
                  <a:lnTo>
                    <a:pt x="816117" y="2895587"/>
                  </a:lnTo>
                  <a:lnTo>
                    <a:pt x="735802" y="2905317"/>
                  </a:lnTo>
                  <a:lnTo>
                    <a:pt x="666782" y="2912694"/>
                  </a:lnTo>
                  <a:lnTo>
                    <a:pt x="612311" y="2917870"/>
                  </a:lnTo>
                  <a:lnTo>
                    <a:pt x="573947" y="2921130"/>
                  </a:lnTo>
                  <a:lnTo>
                    <a:pt x="551089" y="2922876"/>
                  </a:lnTo>
                  <a:lnTo>
                    <a:pt x="540934" y="2923576"/>
                  </a:lnTo>
                  <a:lnTo>
                    <a:pt x="538751" y="2923713"/>
                  </a:lnTo>
                  <a:lnTo>
                    <a:pt x="538736" y="2923714"/>
                  </a:lnTo>
                  <a:lnTo>
                    <a:pt x="0" y="2923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9" name="pg1829"/>
            <p:cNvSpPr/>
            <p:nvPr/>
          </p:nvSpPr>
          <p:spPr>
            <a:xfrm>
              <a:off x="546595" y="3211386"/>
              <a:ext cx="8234974" cy="2270370"/>
            </a:xfrm>
            <a:custGeom>
              <a:avLst/>
              <a:pathLst>
                <a:path w="8234974" h="2270370">
                  <a:moveTo>
                    <a:pt x="0" y="2270370"/>
                  </a:moveTo>
                  <a:lnTo>
                    <a:pt x="538736" y="2270370"/>
                  </a:lnTo>
                  <a:lnTo>
                    <a:pt x="539949" y="2270300"/>
                  </a:lnTo>
                  <a:lnTo>
                    <a:pt x="547875" y="2269799"/>
                  </a:lnTo>
                  <a:lnTo>
                    <a:pt x="567684" y="2268414"/>
                  </a:lnTo>
                  <a:lnTo>
                    <a:pt x="602663" y="2265694"/>
                  </a:lnTo>
                  <a:lnTo>
                    <a:pt x="653913" y="2261241"/>
                  </a:lnTo>
                  <a:lnTo>
                    <a:pt x="720301" y="2254759"/>
                  </a:lnTo>
                  <a:lnTo>
                    <a:pt x="798847" y="2246078"/>
                  </a:lnTo>
                  <a:lnTo>
                    <a:pt x="885471" y="2235148"/>
                  </a:lnTo>
                  <a:lnTo>
                    <a:pt x="975862" y="2221997"/>
                  </a:lnTo>
                  <a:lnTo>
                    <a:pt x="1066198" y="2206679"/>
                  </a:lnTo>
                  <a:lnTo>
                    <a:pt x="1153558" y="2189219"/>
                  </a:lnTo>
                  <a:lnTo>
                    <a:pt x="1236048" y="2169580"/>
                  </a:lnTo>
                  <a:lnTo>
                    <a:pt x="1312698" y="2147638"/>
                  </a:lnTo>
                  <a:lnTo>
                    <a:pt x="1383275" y="2123169"/>
                  </a:lnTo>
                  <a:lnTo>
                    <a:pt x="1448065" y="2095859"/>
                  </a:lnTo>
                  <a:lnTo>
                    <a:pt x="1507688" y="2065303"/>
                  </a:lnTo>
                  <a:lnTo>
                    <a:pt x="1562953" y="2031033"/>
                  </a:lnTo>
                  <a:lnTo>
                    <a:pt x="1614752" y="1992549"/>
                  </a:lnTo>
                  <a:lnTo>
                    <a:pt x="1663975" y="1949389"/>
                  </a:lnTo>
                  <a:lnTo>
                    <a:pt x="1711434" y="1901244"/>
                  </a:lnTo>
                  <a:lnTo>
                    <a:pt x="1719082" y="1892883"/>
                  </a:lnTo>
                  <a:lnTo>
                    <a:pt x="1757670" y="1848220"/>
                  </a:lnTo>
                  <a:lnTo>
                    <a:pt x="1795888" y="1799988"/>
                  </a:lnTo>
                  <a:lnTo>
                    <a:pt x="1834002" y="1748118"/>
                  </a:lnTo>
                  <a:lnTo>
                    <a:pt x="1872215" y="1692608"/>
                  </a:lnTo>
                  <a:lnTo>
                    <a:pt x="1910675" y="1633537"/>
                  </a:lnTo>
                  <a:lnTo>
                    <a:pt x="1949475" y="1571068"/>
                  </a:lnTo>
                  <a:lnTo>
                    <a:pt x="1988667" y="1505455"/>
                  </a:lnTo>
                  <a:lnTo>
                    <a:pt x="2028259" y="1437038"/>
                  </a:lnTo>
                  <a:lnTo>
                    <a:pt x="2068220" y="1366245"/>
                  </a:lnTo>
                  <a:lnTo>
                    <a:pt x="2108492" y="1293578"/>
                  </a:lnTo>
                  <a:lnTo>
                    <a:pt x="2148989" y="1219605"/>
                  </a:lnTo>
                  <a:lnTo>
                    <a:pt x="2189609" y="1144935"/>
                  </a:lnTo>
                  <a:lnTo>
                    <a:pt x="2230239" y="1070205"/>
                  </a:lnTo>
                  <a:lnTo>
                    <a:pt x="2270767" y="996054"/>
                  </a:lnTo>
                  <a:lnTo>
                    <a:pt x="2311089" y="923097"/>
                  </a:lnTo>
                  <a:lnTo>
                    <a:pt x="2351114" y="851911"/>
                  </a:lnTo>
                  <a:lnTo>
                    <a:pt x="2390778" y="783013"/>
                  </a:lnTo>
                  <a:lnTo>
                    <a:pt x="2430046" y="716843"/>
                  </a:lnTo>
                  <a:lnTo>
                    <a:pt x="2468918" y="653762"/>
                  </a:lnTo>
                  <a:lnTo>
                    <a:pt x="2507435" y="594037"/>
                  </a:lnTo>
                  <a:lnTo>
                    <a:pt x="2545685" y="537850"/>
                  </a:lnTo>
                  <a:lnTo>
                    <a:pt x="2583804" y="485293"/>
                  </a:lnTo>
                  <a:lnTo>
                    <a:pt x="2621984" y="436382"/>
                  </a:lnTo>
                  <a:lnTo>
                    <a:pt x="2660479" y="391057"/>
                  </a:lnTo>
                  <a:lnTo>
                    <a:pt x="2667772" y="382932"/>
                  </a:lnTo>
                  <a:lnTo>
                    <a:pt x="2715010" y="333961"/>
                  </a:lnTo>
                  <a:lnTo>
                    <a:pt x="2763892" y="290000"/>
                  </a:lnTo>
                  <a:lnTo>
                    <a:pt x="2815209" y="250780"/>
                  </a:lnTo>
                  <a:lnTo>
                    <a:pt x="2869845" y="215854"/>
                  </a:lnTo>
                  <a:lnTo>
                    <a:pt x="2928695" y="184724"/>
                  </a:lnTo>
                  <a:lnTo>
                    <a:pt x="2992590" y="156912"/>
                  </a:lnTo>
                  <a:lnTo>
                    <a:pt x="3062190" y="132002"/>
                  </a:lnTo>
                  <a:lnTo>
                    <a:pt x="3137846" y="109663"/>
                  </a:lnTo>
                  <a:lnTo>
                    <a:pt x="3219423" y="89659"/>
                  </a:lnTo>
                  <a:lnTo>
                    <a:pt x="3306090" y="71847"/>
                  </a:lnTo>
                  <a:lnTo>
                    <a:pt x="3396111" y="56178"/>
                  </a:lnTo>
                  <a:lnTo>
                    <a:pt x="3486734" y="42668"/>
                  </a:lnTo>
                  <a:lnTo>
                    <a:pt x="3574264" y="31372"/>
                  </a:lnTo>
                  <a:lnTo>
                    <a:pt x="3654428" y="22324"/>
                  </a:lnTo>
                  <a:lnTo>
                    <a:pt x="3723051" y="15490"/>
                  </a:lnTo>
                  <a:lnTo>
                    <a:pt x="3776912" y="10722"/>
                  </a:lnTo>
                  <a:lnTo>
                    <a:pt x="3814540" y="7743"/>
                  </a:lnTo>
                  <a:lnTo>
                    <a:pt x="3836662" y="6169"/>
                  </a:lnTo>
                  <a:lnTo>
                    <a:pt x="3846226" y="555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99" y="5501"/>
                  </a:lnTo>
                  <a:lnTo>
                    <a:pt x="4396225" y="5911"/>
                  </a:lnTo>
                  <a:lnTo>
                    <a:pt x="4416513" y="7042"/>
                  </a:lnTo>
                  <a:lnTo>
                    <a:pt x="4452292" y="9264"/>
                  </a:lnTo>
                  <a:lnTo>
                    <a:pt x="4504619" y="12898"/>
                  </a:lnTo>
                  <a:lnTo>
                    <a:pt x="4572250" y="18182"/>
                  </a:lnTo>
                  <a:lnTo>
                    <a:pt x="4652053" y="25251"/>
                  </a:lnTo>
                  <a:lnTo>
                    <a:pt x="4739805" y="34141"/>
                  </a:lnTo>
                  <a:lnTo>
                    <a:pt x="4831098" y="44825"/>
                  </a:lnTo>
                  <a:lnTo>
                    <a:pt x="4922067" y="57262"/>
                  </a:lnTo>
                  <a:lnTo>
                    <a:pt x="5009801" y="71433"/>
                  </a:lnTo>
                  <a:lnTo>
                    <a:pt x="5092449" y="87374"/>
                  </a:lnTo>
                  <a:lnTo>
                    <a:pt x="5169100" y="105196"/>
                  </a:lnTo>
                  <a:lnTo>
                    <a:pt x="5239583" y="125087"/>
                  </a:lnTo>
                  <a:lnTo>
                    <a:pt x="5304239" y="147316"/>
                  </a:lnTo>
                  <a:lnTo>
                    <a:pt x="5363738" y="172219"/>
                  </a:lnTo>
                  <a:lnTo>
                    <a:pt x="5418927" y="200185"/>
                  </a:lnTo>
                  <a:lnTo>
                    <a:pt x="5470724" y="231621"/>
                  </a:lnTo>
                  <a:lnTo>
                    <a:pt x="5520038" y="266893"/>
                  </a:lnTo>
                  <a:lnTo>
                    <a:pt x="5567201" y="305801"/>
                  </a:lnTo>
                  <a:lnTo>
                    <a:pt x="5608829" y="344276"/>
                  </a:lnTo>
                  <a:lnTo>
                    <a:pt x="5650053" y="386066"/>
                  </a:lnTo>
                  <a:lnTo>
                    <a:pt x="5691197" y="431232"/>
                  </a:lnTo>
                  <a:lnTo>
                    <a:pt x="5732501" y="479761"/>
                  </a:lnTo>
                  <a:lnTo>
                    <a:pt x="5774133" y="531549"/>
                  </a:lnTo>
                  <a:lnTo>
                    <a:pt x="5816192" y="586403"/>
                  </a:lnTo>
                  <a:lnTo>
                    <a:pt x="5858715" y="644030"/>
                  </a:lnTo>
                  <a:lnTo>
                    <a:pt x="5901690" y="704044"/>
                  </a:lnTo>
                  <a:lnTo>
                    <a:pt x="5945054" y="765971"/>
                  </a:lnTo>
                  <a:lnTo>
                    <a:pt x="5988712" y="829264"/>
                  </a:lnTo>
                  <a:lnTo>
                    <a:pt x="6032538" y="893322"/>
                  </a:lnTo>
                  <a:lnTo>
                    <a:pt x="6076393" y="957511"/>
                  </a:lnTo>
                  <a:lnTo>
                    <a:pt x="6120136" y="1021194"/>
                  </a:lnTo>
                  <a:lnTo>
                    <a:pt x="6163634" y="1083752"/>
                  </a:lnTo>
                  <a:lnTo>
                    <a:pt x="6206779" y="1144614"/>
                  </a:lnTo>
                  <a:lnTo>
                    <a:pt x="6249492" y="1203273"/>
                  </a:lnTo>
                  <a:lnTo>
                    <a:pt x="6291740" y="1259306"/>
                  </a:lnTo>
                  <a:lnTo>
                    <a:pt x="6333538" y="1312383"/>
                  </a:lnTo>
                  <a:lnTo>
                    <a:pt x="6374961" y="1362268"/>
                  </a:lnTo>
                  <a:lnTo>
                    <a:pt x="6416147" y="1408821"/>
                  </a:lnTo>
                  <a:lnTo>
                    <a:pt x="6457303" y="1451995"/>
                  </a:lnTo>
                  <a:lnTo>
                    <a:pt x="6498720" y="1491819"/>
                  </a:lnTo>
                  <a:lnTo>
                    <a:pt x="6515891" y="1507228"/>
                  </a:lnTo>
                  <a:lnTo>
                    <a:pt x="6563546" y="1546514"/>
                  </a:lnTo>
                  <a:lnTo>
                    <a:pt x="6612880" y="1581746"/>
                  </a:lnTo>
                  <a:lnTo>
                    <a:pt x="6664707" y="1613145"/>
                  </a:lnTo>
                  <a:lnTo>
                    <a:pt x="6719935" y="1641077"/>
                  </a:lnTo>
                  <a:lnTo>
                    <a:pt x="6779482" y="1665951"/>
                  </a:lnTo>
                  <a:lnTo>
                    <a:pt x="6844196" y="1688155"/>
                  </a:lnTo>
                  <a:lnTo>
                    <a:pt x="6914740" y="1708024"/>
                  </a:lnTo>
                  <a:lnTo>
                    <a:pt x="6991454" y="1725826"/>
                  </a:lnTo>
                  <a:lnTo>
                    <a:pt x="7074159" y="1741749"/>
                  </a:lnTo>
                  <a:lnTo>
                    <a:pt x="7161937" y="1755902"/>
                  </a:lnTo>
                  <a:lnTo>
                    <a:pt x="7252925" y="1768321"/>
                  </a:lnTo>
                  <a:lnTo>
                    <a:pt x="7344203" y="1778988"/>
                  </a:lnTo>
                  <a:lnTo>
                    <a:pt x="7431897" y="1787859"/>
                  </a:lnTo>
                  <a:lnTo>
                    <a:pt x="7511597" y="1794909"/>
                  </a:lnTo>
                  <a:lnTo>
                    <a:pt x="7579085" y="1800176"/>
                  </a:lnTo>
                  <a:lnTo>
                    <a:pt x="7631247" y="1803794"/>
                  </a:lnTo>
                  <a:lnTo>
                    <a:pt x="7666859" y="1806003"/>
                  </a:lnTo>
                  <a:lnTo>
                    <a:pt x="7687004" y="1807125"/>
                  </a:lnTo>
                  <a:lnTo>
                    <a:pt x="7695030" y="1807529"/>
                  </a:lnTo>
                  <a:lnTo>
                    <a:pt x="7696237" y="1807585"/>
                  </a:lnTo>
                  <a:lnTo>
                    <a:pt x="8234974" y="1807585"/>
                  </a:lnTo>
                  <a:lnTo>
                    <a:pt x="8234974" y="1802140"/>
                  </a:ln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6" y="70"/>
                  </a:lnTo>
                  <a:lnTo>
                    <a:pt x="3838979" y="571"/>
                  </a:lnTo>
                  <a:lnTo>
                    <a:pt x="3819170" y="1956"/>
                  </a:lnTo>
                  <a:lnTo>
                    <a:pt x="3784192" y="4676"/>
                  </a:lnTo>
                  <a:lnTo>
                    <a:pt x="3732942" y="9129"/>
                  </a:lnTo>
                  <a:lnTo>
                    <a:pt x="3666553" y="15611"/>
                  </a:lnTo>
                  <a:lnTo>
                    <a:pt x="3588007" y="24292"/>
                  </a:lnTo>
                  <a:lnTo>
                    <a:pt x="3501383" y="35222"/>
                  </a:lnTo>
                  <a:lnTo>
                    <a:pt x="3410992" y="48373"/>
                  </a:lnTo>
                  <a:lnTo>
                    <a:pt x="3320657" y="63691"/>
                  </a:lnTo>
                  <a:lnTo>
                    <a:pt x="3233296" y="81151"/>
                  </a:lnTo>
                  <a:lnTo>
                    <a:pt x="3150807" y="100789"/>
                  </a:lnTo>
                  <a:lnTo>
                    <a:pt x="3074156" y="122732"/>
                  </a:lnTo>
                  <a:lnTo>
                    <a:pt x="3003579" y="147201"/>
                  </a:lnTo>
                  <a:lnTo>
                    <a:pt x="2938789" y="174511"/>
                  </a:lnTo>
                  <a:lnTo>
                    <a:pt x="2879167" y="205067"/>
                  </a:lnTo>
                  <a:lnTo>
                    <a:pt x="2823901" y="239337"/>
                  </a:lnTo>
                  <a:lnTo>
                    <a:pt x="2772103" y="277821"/>
                  </a:lnTo>
                  <a:lnTo>
                    <a:pt x="2722880" y="320981"/>
                  </a:lnTo>
                  <a:lnTo>
                    <a:pt x="2675421" y="369126"/>
                  </a:lnTo>
                  <a:lnTo>
                    <a:pt x="2667772" y="377487"/>
                  </a:lnTo>
                  <a:lnTo>
                    <a:pt x="2629184" y="422150"/>
                  </a:lnTo>
                  <a:lnTo>
                    <a:pt x="2590967" y="470381"/>
                  </a:lnTo>
                  <a:lnTo>
                    <a:pt x="2552853" y="522252"/>
                  </a:lnTo>
                  <a:lnTo>
                    <a:pt x="2514639" y="577762"/>
                  </a:lnTo>
                  <a:lnTo>
                    <a:pt x="2476180" y="636833"/>
                  </a:lnTo>
                  <a:lnTo>
                    <a:pt x="2437379" y="699301"/>
                  </a:lnTo>
                  <a:lnTo>
                    <a:pt x="2398187" y="764915"/>
                  </a:lnTo>
                  <a:lnTo>
                    <a:pt x="2358596" y="833332"/>
                  </a:lnTo>
                  <a:lnTo>
                    <a:pt x="2318634" y="904125"/>
                  </a:lnTo>
                  <a:lnTo>
                    <a:pt x="2278362" y="976792"/>
                  </a:lnTo>
                  <a:lnTo>
                    <a:pt x="2237865" y="1050765"/>
                  </a:lnTo>
                  <a:lnTo>
                    <a:pt x="2197246" y="1125435"/>
                  </a:lnTo>
                  <a:lnTo>
                    <a:pt x="2156615" y="1200164"/>
                  </a:lnTo>
                  <a:lnTo>
                    <a:pt x="2116087" y="1274316"/>
                  </a:lnTo>
                  <a:lnTo>
                    <a:pt x="2075766" y="1347273"/>
                  </a:lnTo>
                  <a:lnTo>
                    <a:pt x="2035740" y="1418459"/>
                  </a:lnTo>
                  <a:lnTo>
                    <a:pt x="1996076" y="1487357"/>
                  </a:lnTo>
                  <a:lnTo>
                    <a:pt x="1956809" y="1553526"/>
                  </a:lnTo>
                  <a:lnTo>
                    <a:pt x="1917937" y="1616608"/>
                  </a:lnTo>
                  <a:lnTo>
                    <a:pt x="1879419" y="1676332"/>
                  </a:lnTo>
                  <a:lnTo>
                    <a:pt x="1841169" y="1732520"/>
                  </a:lnTo>
                  <a:lnTo>
                    <a:pt x="1803050" y="1785076"/>
                  </a:lnTo>
                  <a:lnTo>
                    <a:pt x="1764870" y="1833988"/>
                  </a:lnTo>
                  <a:lnTo>
                    <a:pt x="1726376" y="1879313"/>
                  </a:lnTo>
                  <a:lnTo>
                    <a:pt x="1719082" y="1887438"/>
                  </a:lnTo>
                  <a:lnTo>
                    <a:pt x="1671845" y="1936409"/>
                  </a:lnTo>
                  <a:lnTo>
                    <a:pt x="1622963" y="1980370"/>
                  </a:lnTo>
                  <a:lnTo>
                    <a:pt x="1571646" y="2019590"/>
                  </a:lnTo>
                  <a:lnTo>
                    <a:pt x="1517010" y="2054516"/>
                  </a:lnTo>
                  <a:lnTo>
                    <a:pt x="1458159" y="2085646"/>
                  </a:lnTo>
                  <a:lnTo>
                    <a:pt x="1394264" y="2113458"/>
                  </a:lnTo>
                  <a:lnTo>
                    <a:pt x="1324665" y="2138368"/>
                  </a:lnTo>
                  <a:lnTo>
                    <a:pt x="1249009" y="2160706"/>
                  </a:lnTo>
                  <a:lnTo>
                    <a:pt x="1167431" y="2180711"/>
                  </a:lnTo>
                  <a:lnTo>
                    <a:pt x="1080765" y="2198523"/>
                  </a:lnTo>
                  <a:lnTo>
                    <a:pt x="990744" y="2214192"/>
                  </a:lnTo>
                  <a:lnTo>
                    <a:pt x="900120" y="2227701"/>
                  </a:lnTo>
                  <a:lnTo>
                    <a:pt x="812590" y="2238998"/>
                  </a:lnTo>
                  <a:lnTo>
                    <a:pt x="732426" y="2248046"/>
                  </a:lnTo>
                  <a:lnTo>
                    <a:pt x="663804" y="2254880"/>
                  </a:lnTo>
                  <a:lnTo>
                    <a:pt x="609942" y="2259648"/>
                  </a:lnTo>
                  <a:lnTo>
                    <a:pt x="572315" y="2262627"/>
                  </a:lnTo>
                  <a:lnTo>
                    <a:pt x="550192" y="2264201"/>
                  </a:lnTo>
                  <a:lnTo>
                    <a:pt x="540629" y="2264815"/>
                  </a:lnTo>
                  <a:lnTo>
                    <a:pt x="538736" y="2264926"/>
                  </a:lnTo>
                  <a:lnTo>
                    <a:pt x="0" y="2264926"/>
                  </a:lnTo>
                  <a:close/>
                </a:path>
              </a:pathLst>
            </a:custGeom>
            <a:solidFill>
              <a:srgbClr val="B497D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30" name="pl1830"/>
            <p:cNvSpPr/>
            <p:nvPr/>
          </p:nvSpPr>
          <p:spPr>
            <a:xfrm>
              <a:off x="546595" y="3216831"/>
              <a:ext cx="8234974" cy="2264926"/>
            </a:xfrm>
            <a:custGeom>
              <a:avLst/>
              <a:pathLst>
                <a:path w="8234974" h="2264926">
                  <a:moveTo>
                    <a:pt x="0" y="2264926"/>
                  </a:moveTo>
                  <a:lnTo>
                    <a:pt x="538736" y="2264926"/>
                  </a:lnTo>
                  <a:lnTo>
                    <a:pt x="539949" y="2264856"/>
                  </a:lnTo>
                  <a:lnTo>
                    <a:pt x="547875" y="2264355"/>
                  </a:lnTo>
                  <a:lnTo>
                    <a:pt x="567684" y="2262969"/>
                  </a:lnTo>
                  <a:lnTo>
                    <a:pt x="602663" y="2260249"/>
                  </a:lnTo>
                  <a:lnTo>
                    <a:pt x="653913" y="2255796"/>
                  </a:lnTo>
                  <a:lnTo>
                    <a:pt x="720301" y="2249314"/>
                  </a:lnTo>
                  <a:lnTo>
                    <a:pt x="798847" y="2240633"/>
                  </a:lnTo>
                  <a:lnTo>
                    <a:pt x="885471" y="2229703"/>
                  </a:lnTo>
                  <a:lnTo>
                    <a:pt x="975862" y="2216553"/>
                  </a:lnTo>
                  <a:lnTo>
                    <a:pt x="1066198" y="2201234"/>
                  </a:lnTo>
                  <a:lnTo>
                    <a:pt x="1153558" y="2183775"/>
                  </a:lnTo>
                  <a:lnTo>
                    <a:pt x="1236048" y="2164136"/>
                  </a:lnTo>
                  <a:lnTo>
                    <a:pt x="1312698" y="2142193"/>
                  </a:lnTo>
                  <a:lnTo>
                    <a:pt x="1383275" y="2117725"/>
                  </a:lnTo>
                  <a:lnTo>
                    <a:pt x="1448065" y="2090414"/>
                  </a:lnTo>
                  <a:lnTo>
                    <a:pt x="1507688" y="2059858"/>
                  </a:lnTo>
                  <a:lnTo>
                    <a:pt x="1562953" y="2025588"/>
                  </a:lnTo>
                  <a:lnTo>
                    <a:pt x="1614752" y="1987104"/>
                  </a:lnTo>
                  <a:lnTo>
                    <a:pt x="1663975" y="1943944"/>
                  </a:lnTo>
                  <a:lnTo>
                    <a:pt x="1711434" y="1895799"/>
                  </a:lnTo>
                  <a:lnTo>
                    <a:pt x="1719082" y="1887438"/>
                  </a:lnTo>
                  <a:lnTo>
                    <a:pt x="1757670" y="1842775"/>
                  </a:lnTo>
                  <a:lnTo>
                    <a:pt x="1795888" y="1794544"/>
                  </a:lnTo>
                  <a:lnTo>
                    <a:pt x="1834002" y="1742673"/>
                  </a:lnTo>
                  <a:lnTo>
                    <a:pt x="1872215" y="1687163"/>
                  </a:lnTo>
                  <a:lnTo>
                    <a:pt x="1910675" y="1628092"/>
                  </a:lnTo>
                  <a:lnTo>
                    <a:pt x="1949475" y="1565624"/>
                  </a:lnTo>
                  <a:lnTo>
                    <a:pt x="1988667" y="1500010"/>
                  </a:lnTo>
                  <a:lnTo>
                    <a:pt x="2028259" y="1431593"/>
                  </a:lnTo>
                  <a:lnTo>
                    <a:pt x="2068220" y="1360800"/>
                  </a:lnTo>
                  <a:lnTo>
                    <a:pt x="2108492" y="1288134"/>
                  </a:lnTo>
                  <a:lnTo>
                    <a:pt x="2148989" y="1214160"/>
                  </a:lnTo>
                  <a:lnTo>
                    <a:pt x="2189609" y="1139491"/>
                  </a:lnTo>
                  <a:lnTo>
                    <a:pt x="2230239" y="1064761"/>
                  </a:lnTo>
                  <a:lnTo>
                    <a:pt x="2270767" y="990609"/>
                  </a:lnTo>
                  <a:lnTo>
                    <a:pt x="2311089" y="917652"/>
                  </a:lnTo>
                  <a:lnTo>
                    <a:pt x="2351114" y="846466"/>
                  </a:lnTo>
                  <a:lnTo>
                    <a:pt x="2390778" y="777568"/>
                  </a:lnTo>
                  <a:lnTo>
                    <a:pt x="2430046" y="711399"/>
                  </a:lnTo>
                  <a:lnTo>
                    <a:pt x="2468918" y="648317"/>
                  </a:lnTo>
                  <a:lnTo>
                    <a:pt x="2507435" y="588593"/>
                  </a:lnTo>
                  <a:lnTo>
                    <a:pt x="2545685" y="532405"/>
                  </a:lnTo>
                  <a:lnTo>
                    <a:pt x="2583804" y="479849"/>
                  </a:lnTo>
                  <a:lnTo>
                    <a:pt x="2621984" y="430937"/>
                  </a:lnTo>
                  <a:lnTo>
                    <a:pt x="2660479" y="385612"/>
                  </a:lnTo>
                  <a:lnTo>
                    <a:pt x="2667772" y="377487"/>
                  </a:lnTo>
                  <a:lnTo>
                    <a:pt x="2715010" y="328516"/>
                  </a:lnTo>
                  <a:lnTo>
                    <a:pt x="2763892" y="284555"/>
                  </a:lnTo>
                  <a:lnTo>
                    <a:pt x="2815209" y="245335"/>
                  </a:lnTo>
                  <a:lnTo>
                    <a:pt x="2869845" y="210409"/>
                  </a:lnTo>
                  <a:lnTo>
                    <a:pt x="2928695" y="179279"/>
                  </a:lnTo>
                  <a:lnTo>
                    <a:pt x="2992590" y="151467"/>
                  </a:lnTo>
                  <a:lnTo>
                    <a:pt x="3062190" y="126557"/>
                  </a:lnTo>
                  <a:lnTo>
                    <a:pt x="3137846" y="104219"/>
                  </a:lnTo>
                  <a:lnTo>
                    <a:pt x="3219423" y="84214"/>
                  </a:lnTo>
                  <a:lnTo>
                    <a:pt x="3306090" y="66402"/>
                  </a:lnTo>
                  <a:lnTo>
                    <a:pt x="3396111" y="50733"/>
                  </a:lnTo>
                  <a:lnTo>
                    <a:pt x="3486734" y="37224"/>
                  </a:lnTo>
                  <a:lnTo>
                    <a:pt x="3574264" y="25927"/>
                  </a:lnTo>
                  <a:lnTo>
                    <a:pt x="3654428" y="16879"/>
                  </a:lnTo>
                  <a:lnTo>
                    <a:pt x="3723051" y="10045"/>
                  </a:lnTo>
                  <a:lnTo>
                    <a:pt x="3776912" y="5277"/>
                  </a:lnTo>
                  <a:lnTo>
                    <a:pt x="3814540" y="2298"/>
                  </a:lnTo>
                  <a:lnTo>
                    <a:pt x="3836662" y="725"/>
                  </a:lnTo>
                  <a:lnTo>
                    <a:pt x="3846226" y="110"/>
                  </a:lnTo>
                  <a:lnTo>
                    <a:pt x="3848113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99" y="57"/>
                  </a:lnTo>
                  <a:lnTo>
                    <a:pt x="4396225" y="466"/>
                  </a:lnTo>
                  <a:lnTo>
                    <a:pt x="4416513" y="1598"/>
                  </a:lnTo>
                  <a:lnTo>
                    <a:pt x="4452292" y="3819"/>
                  </a:lnTo>
                  <a:lnTo>
                    <a:pt x="4504619" y="7453"/>
                  </a:lnTo>
                  <a:lnTo>
                    <a:pt x="4572250" y="12738"/>
                  </a:lnTo>
                  <a:lnTo>
                    <a:pt x="4652053" y="19807"/>
                  </a:lnTo>
                  <a:lnTo>
                    <a:pt x="4739805" y="28696"/>
                  </a:lnTo>
                  <a:lnTo>
                    <a:pt x="4831098" y="39381"/>
                  </a:lnTo>
                  <a:lnTo>
                    <a:pt x="4922067" y="51818"/>
                  </a:lnTo>
                  <a:lnTo>
                    <a:pt x="5009801" y="65988"/>
                  </a:lnTo>
                  <a:lnTo>
                    <a:pt x="5092449" y="81929"/>
                  </a:lnTo>
                  <a:lnTo>
                    <a:pt x="5169100" y="99751"/>
                  </a:lnTo>
                  <a:lnTo>
                    <a:pt x="5239583" y="119643"/>
                  </a:lnTo>
                  <a:lnTo>
                    <a:pt x="5304239" y="141871"/>
                  </a:lnTo>
                  <a:lnTo>
                    <a:pt x="5363738" y="166775"/>
                  </a:lnTo>
                  <a:lnTo>
                    <a:pt x="5418927" y="194740"/>
                  </a:lnTo>
                  <a:lnTo>
                    <a:pt x="5470724" y="226177"/>
                  </a:lnTo>
                  <a:lnTo>
                    <a:pt x="5520038" y="261449"/>
                  </a:lnTo>
                  <a:lnTo>
                    <a:pt x="5567201" y="300356"/>
                  </a:lnTo>
                  <a:lnTo>
                    <a:pt x="5608829" y="338832"/>
                  </a:lnTo>
                  <a:lnTo>
                    <a:pt x="5650053" y="380622"/>
                  </a:lnTo>
                  <a:lnTo>
                    <a:pt x="5691197" y="425788"/>
                  </a:lnTo>
                  <a:lnTo>
                    <a:pt x="5732501" y="474316"/>
                  </a:lnTo>
                  <a:lnTo>
                    <a:pt x="5774133" y="526105"/>
                  </a:lnTo>
                  <a:lnTo>
                    <a:pt x="5816192" y="580958"/>
                  </a:lnTo>
                  <a:lnTo>
                    <a:pt x="5858715" y="638585"/>
                  </a:lnTo>
                  <a:lnTo>
                    <a:pt x="5901690" y="698599"/>
                  </a:lnTo>
                  <a:lnTo>
                    <a:pt x="5945054" y="760526"/>
                  </a:lnTo>
                  <a:lnTo>
                    <a:pt x="5988712" y="823820"/>
                  </a:lnTo>
                  <a:lnTo>
                    <a:pt x="6032538" y="887877"/>
                  </a:lnTo>
                  <a:lnTo>
                    <a:pt x="6076393" y="952067"/>
                  </a:lnTo>
                  <a:lnTo>
                    <a:pt x="6120136" y="1015749"/>
                  </a:lnTo>
                  <a:lnTo>
                    <a:pt x="6163634" y="1078307"/>
                  </a:lnTo>
                  <a:lnTo>
                    <a:pt x="6206779" y="1139169"/>
                  </a:lnTo>
                  <a:lnTo>
                    <a:pt x="6249492" y="1197828"/>
                  </a:lnTo>
                  <a:lnTo>
                    <a:pt x="6291740" y="1253862"/>
                  </a:lnTo>
                  <a:lnTo>
                    <a:pt x="6333538" y="1306938"/>
                  </a:lnTo>
                  <a:lnTo>
                    <a:pt x="6374961" y="1356823"/>
                  </a:lnTo>
                  <a:lnTo>
                    <a:pt x="6416147" y="1403377"/>
                  </a:lnTo>
                  <a:lnTo>
                    <a:pt x="6457303" y="1446550"/>
                  </a:lnTo>
                  <a:lnTo>
                    <a:pt x="6498720" y="1486375"/>
                  </a:lnTo>
                  <a:lnTo>
                    <a:pt x="6515891" y="1501784"/>
                  </a:lnTo>
                  <a:lnTo>
                    <a:pt x="6563546" y="1541070"/>
                  </a:lnTo>
                  <a:lnTo>
                    <a:pt x="6612880" y="1576301"/>
                  </a:lnTo>
                  <a:lnTo>
                    <a:pt x="6664707" y="1607700"/>
                  </a:lnTo>
                  <a:lnTo>
                    <a:pt x="6719935" y="1635633"/>
                  </a:lnTo>
                  <a:lnTo>
                    <a:pt x="6779482" y="1660507"/>
                  </a:lnTo>
                  <a:lnTo>
                    <a:pt x="6844196" y="1682710"/>
                  </a:lnTo>
                  <a:lnTo>
                    <a:pt x="6914740" y="1702580"/>
                  </a:lnTo>
                  <a:lnTo>
                    <a:pt x="6991454" y="1720382"/>
                  </a:lnTo>
                  <a:lnTo>
                    <a:pt x="7074159" y="1736304"/>
                  </a:lnTo>
                  <a:lnTo>
                    <a:pt x="7161937" y="1750457"/>
                  </a:lnTo>
                  <a:lnTo>
                    <a:pt x="7252925" y="1762876"/>
                  </a:lnTo>
                  <a:lnTo>
                    <a:pt x="7344203" y="1773543"/>
                  </a:lnTo>
                  <a:lnTo>
                    <a:pt x="7431897" y="1782414"/>
                  </a:lnTo>
                  <a:lnTo>
                    <a:pt x="7511597" y="1789465"/>
                  </a:lnTo>
                  <a:lnTo>
                    <a:pt x="7579085" y="1794732"/>
                  </a:lnTo>
                  <a:lnTo>
                    <a:pt x="7631247" y="1798350"/>
                  </a:lnTo>
                  <a:lnTo>
                    <a:pt x="7666859" y="1800558"/>
                  </a:lnTo>
                  <a:lnTo>
                    <a:pt x="7687004" y="1801681"/>
                  </a:lnTo>
                  <a:lnTo>
                    <a:pt x="7695030" y="1802085"/>
                  </a:lnTo>
                  <a:lnTo>
                    <a:pt x="7696237" y="1802140"/>
                  </a:lnTo>
                  <a:lnTo>
                    <a:pt x="8234974" y="18021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1" name="pl1831"/>
            <p:cNvSpPr/>
            <p:nvPr/>
          </p:nvSpPr>
          <p:spPr>
            <a:xfrm>
              <a:off x="546595" y="3211386"/>
              <a:ext cx="8234974" cy="2264926"/>
            </a:xfrm>
            <a:custGeom>
              <a:avLst/>
              <a:pathLst>
                <a:path w="8234974" h="2264926">
                  <a:moveTo>
                    <a:pt x="8234974" y="1802140"/>
                  </a:moveTo>
                  <a:lnTo>
                    <a:pt x="7696237" y="1802140"/>
                  </a:lnTo>
                  <a:lnTo>
                    <a:pt x="7694993" y="1802083"/>
                  </a:lnTo>
                  <a:lnTo>
                    <a:pt x="7686868" y="1801674"/>
                  </a:lnTo>
                  <a:lnTo>
                    <a:pt x="7666579" y="1800542"/>
                  </a:lnTo>
                  <a:lnTo>
                    <a:pt x="7630801" y="1798321"/>
                  </a:lnTo>
                  <a:lnTo>
                    <a:pt x="7578473" y="1794687"/>
                  </a:lnTo>
                  <a:lnTo>
                    <a:pt x="7510842" y="1789402"/>
                  </a:lnTo>
                  <a:lnTo>
                    <a:pt x="7431039" y="1782333"/>
                  </a:lnTo>
                  <a:lnTo>
                    <a:pt x="7343287" y="1773444"/>
                  </a:lnTo>
                  <a:lnTo>
                    <a:pt x="7251994" y="1762759"/>
                  </a:lnTo>
                  <a:lnTo>
                    <a:pt x="7161026" y="1750322"/>
                  </a:lnTo>
                  <a:lnTo>
                    <a:pt x="7073291" y="1736152"/>
                  </a:lnTo>
                  <a:lnTo>
                    <a:pt x="6990644" y="1720211"/>
                  </a:lnTo>
                  <a:lnTo>
                    <a:pt x="6913993" y="1702389"/>
                  </a:lnTo>
                  <a:lnTo>
                    <a:pt x="6843510" y="1682497"/>
                  </a:lnTo>
                  <a:lnTo>
                    <a:pt x="6778853" y="1660268"/>
                  </a:lnTo>
                  <a:lnTo>
                    <a:pt x="6719354" y="1635365"/>
                  </a:lnTo>
                  <a:lnTo>
                    <a:pt x="6664166" y="1607399"/>
                  </a:lnTo>
                  <a:lnTo>
                    <a:pt x="6612368" y="1575963"/>
                  </a:lnTo>
                  <a:lnTo>
                    <a:pt x="6563055" y="1540691"/>
                  </a:lnTo>
                  <a:lnTo>
                    <a:pt x="6515891" y="1501784"/>
                  </a:lnTo>
                  <a:lnTo>
                    <a:pt x="6474263" y="1463308"/>
                  </a:lnTo>
                  <a:lnTo>
                    <a:pt x="6433040" y="1421518"/>
                  </a:lnTo>
                  <a:lnTo>
                    <a:pt x="6391896" y="1376352"/>
                  </a:lnTo>
                  <a:lnTo>
                    <a:pt x="6350591" y="1327824"/>
                  </a:lnTo>
                  <a:lnTo>
                    <a:pt x="6308959" y="1276035"/>
                  </a:lnTo>
                  <a:lnTo>
                    <a:pt x="6266901" y="1221182"/>
                  </a:lnTo>
                  <a:lnTo>
                    <a:pt x="6224377" y="1163555"/>
                  </a:lnTo>
                  <a:lnTo>
                    <a:pt x="6181403" y="1103541"/>
                  </a:lnTo>
                  <a:lnTo>
                    <a:pt x="6138038" y="1041614"/>
                  </a:lnTo>
                  <a:lnTo>
                    <a:pt x="6094381" y="978320"/>
                  </a:lnTo>
                  <a:lnTo>
                    <a:pt x="6050555" y="914262"/>
                  </a:lnTo>
                  <a:lnTo>
                    <a:pt x="6006700" y="850073"/>
                  </a:lnTo>
                  <a:lnTo>
                    <a:pt x="5962957" y="786391"/>
                  </a:lnTo>
                  <a:lnTo>
                    <a:pt x="5919458" y="723832"/>
                  </a:lnTo>
                  <a:lnTo>
                    <a:pt x="5876314" y="662971"/>
                  </a:lnTo>
                  <a:lnTo>
                    <a:pt x="5833601" y="604311"/>
                  </a:lnTo>
                  <a:lnTo>
                    <a:pt x="5791353" y="548278"/>
                  </a:lnTo>
                  <a:lnTo>
                    <a:pt x="5749554" y="495201"/>
                  </a:lnTo>
                  <a:lnTo>
                    <a:pt x="5708131" y="445317"/>
                  </a:lnTo>
                  <a:lnTo>
                    <a:pt x="5666946" y="398763"/>
                  </a:lnTo>
                  <a:lnTo>
                    <a:pt x="5625789" y="355590"/>
                  </a:lnTo>
                  <a:lnTo>
                    <a:pt x="5584373" y="315765"/>
                  </a:lnTo>
                  <a:lnTo>
                    <a:pt x="5567201" y="300356"/>
                  </a:lnTo>
                  <a:lnTo>
                    <a:pt x="5519546" y="261070"/>
                  </a:lnTo>
                  <a:lnTo>
                    <a:pt x="5470212" y="225839"/>
                  </a:lnTo>
                  <a:lnTo>
                    <a:pt x="5418385" y="194440"/>
                  </a:lnTo>
                  <a:lnTo>
                    <a:pt x="5363157" y="166507"/>
                  </a:lnTo>
                  <a:lnTo>
                    <a:pt x="5303610" y="141633"/>
                  </a:lnTo>
                  <a:lnTo>
                    <a:pt x="5238897" y="119429"/>
                  </a:lnTo>
                  <a:lnTo>
                    <a:pt x="5168353" y="99560"/>
                  </a:lnTo>
                  <a:lnTo>
                    <a:pt x="5091639" y="81758"/>
                  </a:lnTo>
                  <a:lnTo>
                    <a:pt x="5008934" y="65835"/>
                  </a:lnTo>
                  <a:lnTo>
                    <a:pt x="4921155" y="51683"/>
                  </a:lnTo>
                  <a:lnTo>
                    <a:pt x="4830167" y="39264"/>
                  </a:lnTo>
                  <a:lnTo>
                    <a:pt x="4738889" y="28597"/>
                  </a:lnTo>
                  <a:lnTo>
                    <a:pt x="4651195" y="19726"/>
                  </a:lnTo>
                  <a:lnTo>
                    <a:pt x="4571496" y="12675"/>
                  </a:lnTo>
                  <a:lnTo>
                    <a:pt x="4504007" y="7408"/>
                  </a:lnTo>
                  <a:lnTo>
                    <a:pt x="4451845" y="3790"/>
                  </a:lnTo>
                  <a:lnTo>
                    <a:pt x="4416233" y="1581"/>
                  </a:lnTo>
                  <a:lnTo>
                    <a:pt x="4396088" y="459"/>
                  </a:lnTo>
                  <a:lnTo>
                    <a:pt x="4388062" y="5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06" y="70"/>
                  </a:lnTo>
                  <a:lnTo>
                    <a:pt x="3838979" y="571"/>
                  </a:lnTo>
                  <a:lnTo>
                    <a:pt x="3819170" y="1956"/>
                  </a:lnTo>
                  <a:lnTo>
                    <a:pt x="3784192" y="4676"/>
                  </a:lnTo>
                  <a:lnTo>
                    <a:pt x="3732942" y="9129"/>
                  </a:lnTo>
                  <a:lnTo>
                    <a:pt x="3666553" y="15611"/>
                  </a:lnTo>
                  <a:lnTo>
                    <a:pt x="3588007" y="24292"/>
                  </a:lnTo>
                  <a:lnTo>
                    <a:pt x="3501383" y="35222"/>
                  </a:lnTo>
                  <a:lnTo>
                    <a:pt x="3410992" y="48373"/>
                  </a:lnTo>
                  <a:lnTo>
                    <a:pt x="3320657" y="63691"/>
                  </a:lnTo>
                  <a:lnTo>
                    <a:pt x="3233296" y="81151"/>
                  </a:lnTo>
                  <a:lnTo>
                    <a:pt x="3150807" y="100789"/>
                  </a:lnTo>
                  <a:lnTo>
                    <a:pt x="3074156" y="122732"/>
                  </a:lnTo>
                  <a:lnTo>
                    <a:pt x="3003579" y="147201"/>
                  </a:lnTo>
                  <a:lnTo>
                    <a:pt x="2938789" y="174511"/>
                  </a:lnTo>
                  <a:lnTo>
                    <a:pt x="2879167" y="205067"/>
                  </a:lnTo>
                  <a:lnTo>
                    <a:pt x="2823901" y="239337"/>
                  </a:lnTo>
                  <a:lnTo>
                    <a:pt x="2772103" y="277821"/>
                  </a:lnTo>
                  <a:lnTo>
                    <a:pt x="2722880" y="320981"/>
                  </a:lnTo>
                  <a:lnTo>
                    <a:pt x="2675421" y="369126"/>
                  </a:lnTo>
                  <a:lnTo>
                    <a:pt x="2667772" y="377487"/>
                  </a:lnTo>
                  <a:lnTo>
                    <a:pt x="2629184" y="422150"/>
                  </a:lnTo>
                  <a:lnTo>
                    <a:pt x="2590967" y="470381"/>
                  </a:lnTo>
                  <a:lnTo>
                    <a:pt x="2552853" y="522252"/>
                  </a:lnTo>
                  <a:lnTo>
                    <a:pt x="2514639" y="577762"/>
                  </a:lnTo>
                  <a:lnTo>
                    <a:pt x="2476180" y="636833"/>
                  </a:lnTo>
                  <a:lnTo>
                    <a:pt x="2437379" y="699301"/>
                  </a:lnTo>
                  <a:lnTo>
                    <a:pt x="2398187" y="764915"/>
                  </a:lnTo>
                  <a:lnTo>
                    <a:pt x="2358596" y="833332"/>
                  </a:lnTo>
                  <a:lnTo>
                    <a:pt x="2318634" y="904125"/>
                  </a:lnTo>
                  <a:lnTo>
                    <a:pt x="2278362" y="976792"/>
                  </a:lnTo>
                  <a:lnTo>
                    <a:pt x="2237865" y="1050765"/>
                  </a:lnTo>
                  <a:lnTo>
                    <a:pt x="2197246" y="1125435"/>
                  </a:lnTo>
                  <a:lnTo>
                    <a:pt x="2156615" y="1200164"/>
                  </a:lnTo>
                  <a:lnTo>
                    <a:pt x="2116087" y="1274316"/>
                  </a:lnTo>
                  <a:lnTo>
                    <a:pt x="2075766" y="1347273"/>
                  </a:lnTo>
                  <a:lnTo>
                    <a:pt x="2035740" y="1418459"/>
                  </a:lnTo>
                  <a:lnTo>
                    <a:pt x="1996076" y="1487357"/>
                  </a:lnTo>
                  <a:lnTo>
                    <a:pt x="1956809" y="1553526"/>
                  </a:lnTo>
                  <a:lnTo>
                    <a:pt x="1917937" y="1616608"/>
                  </a:lnTo>
                  <a:lnTo>
                    <a:pt x="1879419" y="1676332"/>
                  </a:lnTo>
                  <a:lnTo>
                    <a:pt x="1841169" y="1732520"/>
                  </a:lnTo>
                  <a:lnTo>
                    <a:pt x="1803050" y="1785076"/>
                  </a:lnTo>
                  <a:lnTo>
                    <a:pt x="1764870" y="1833988"/>
                  </a:lnTo>
                  <a:lnTo>
                    <a:pt x="1726376" y="1879313"/>
                  </a:lnTo>
                  <a:lnTo>
                    <a:pt x="1719082" y="1887438"/>
                  </a:lnTo>
                  <a:lnTo>
                    <a:pt x="1671845" y="1936409"/>
                  </a:lnTo>
                  <a:lnTo>
                    <a:pt x="1622963" y="1980370"/>
                  </a:lnTo>
                  <a:lnTo>
                    <a:pt x="1571646" y="2019590"/>
                  </a:lnTo>
                  <a:lnTo>
                    <a:pt x="1517010" y="2054516"/>
                  </a:lnTo>
                  <a:lnTo>
                    <a:pt x="1458159" y="2085646"/>
                  </a:lnTo>
                  <a:lnTo>
                    <a:pt x="1394264" y="2113458"/>
                  </a:lnTo>
                  <a:lnTo>
                    <a:pt x="1324665" y="2138368"/>
                  </a:lnTo>
                  <a:lnTo>
                    <a:pt x="1249009" y="2160706"/>
                  </a:lnTo>
                  <a:lnTo>
                    <a:pt x="1167431" y="2180711"/>
                  </a:lnTo>
                  <a:lnTo>
                    <a:pt x="1080765" y="2198523"/>
                  </a:lnTo>
                  <a:lnTo>
                    <a:pt x="990744" y="2214192"/>
                  </a:lnTo>
                  <a:lnTo>
                    <a:pt x="900120" y="2227701"/>
                  </a:lnTo>
                  <a:lnTo>
                    <a:pt x="812590" y="2238998"/>
                  </a:lnTo>
                  <a:lnTo>
                    <a:pt x="732426" y="2248046"/>
                  </a:lnTo>
                  <a:lnTo>
                    <a:pt x="663804" y="2254880"/>
                  </a:lnTo>
                  <a:lnTo>
                    <a:pt x="609942" y="2259648"/>
                  </a:lnTo>
                  <a:lnTo>
                    <a:pt x="572315" y="2262627"/>
                  </a:lnTo>
                  <a:lnTo>
                    <a:pt x="550192" y="2264201"/>
                  </a:lnTo>
                  <a:lnTo>
                    <a:pt x="540629" y="2264815"/>
                  </a:lnTo>
                  <a:lnTo>
                    <a:pt x="538742" y="2264925"/>
                  </a:lnTo>
                  <a:lnTo>
                    <a:pt x="538736" y="2264926"/>
                  </a:lnTo>
                  <a:lnTo>
                    <a:pt x="0" y="2264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2" name="pg1832"/>
            <p:cNvSpPr/>
            <p:nvPr/>
          </p:nvSpPr>
          <p:spPr>
            <a:xfrm>
              <a:off x="546595" y="1828474"/>
              <a:ext cx="8234974" cy="3958176"/>
            </a:xfrm>
            <a:custGeom>
              <a:avLst/>
              <a:pathLst>
                <a:path w="8234974" h="3958176">
                  <a:moveTo>
                    <a:pt x="0" y="3773062"/>
                  </a:moveTo>
                  <a:lnTo>
                    <a:pt x="538736" y="3773062"/>
                  </a:lnTo>
                  <a:lnTo>
                    <a:pt x="540038" y="3773068"/>
                  </a:lnTo>
                  <a:lnTo>
                    <a:pt x="548533" y="3773112"/>
                  </a:lnTo>
                  <a:lnTo>
                    <a:pt x="569709" y="3773234"/>
                  </a:lnTo>
                  <a:lnTo>
                    <a:pt x="606962" y="3773473"/>
                  </a:lnTo>
                  <a:lnTo>
                    <a:pt x="661267" y="3773863"/>
                  </a:lnTo>
                  <a:lnTo>
                    <a:pt x="731161" y="3774430"/>
                  </a:lnTo>
                  <a:lnTo>
                    <a:pt x="813232" y="3775187"/>
                  </a:lnTo>
                  <a:lnTo>
                    <a:pt x="902999" y="3776137"/>
                  </a:lnTo>
                  <a:lnTo>
                    <a:pt x="995878" y="3777276"/>
                  </a:lnTo>
                  <a:lnTo>
                    <a:pt x="1087938" y="3778600"/>
                  </a:lnTo>
                  <a:lnTo>
                    <a:pt x="1176296" y="3780108"/>
                  </a:lnTo>
                  <a:lnTo>
                    <a:pt x="1259183" y="3781806"/>
                  </a:lnTo>
                  <a:lnTo>
                    <a:pt x="1335802" y="3783705"/>
                  </a:lnTo>
                  <a:lnTo>
                    <a:pt x="1406096" y="3785830"/>
                  </a:lnTo>
                  <a:lnTo>
                    <a:pt x="1470509" y="3788209"/>
                  </a:lnTo>
                  <a:lnTo>
                    <a:pt x="1529795" y="3790880"/>
                  </a:lnTo>
                  <a:lnTo>
                    <a:pt x="1584869" y="3793887"/>
                  </a:lnTo>
                  <a:lnTo>
                    <a:pt x="1636698" y="3797273"/>
                  </a:lnTo>
                  <a:lnTo>
                    <a:pt x="1686214" y="3801074"/>
                  </a:lnTo>
                  <a:lnTo>
                    <a:pt x="1719082" y="3803914"/>
                  </a:lnTo>
                  <a:lnTo>
                    <a:pt x="1771658" y="3808970"/>
                  </a:lnTo>
                  <a:lnTo>
                    <a:pt x="1823730" y="3814574"/>
                  </a:lnTo>
                  <a:lnTo>
                    <a:pt x="1875889" y="3820733"/>
                  </a:lnTo>
                  <a:lnTo>
                    <a:pt x="1928520" y="3827431"/>
                  </a:lnTo>
                  <a:lnTo>
                    <a:pt x="1981835" y="3834631"/>
                  </a:lnTo>
                  <a:lnTo>
                    <a:pt x="2035891" y="3842266"/>
                  </a:lnTo>
                  <a:lnTo>
                    <a:pt x="2090617" y="3850248"/>
                  </a:lnTo>
                  <a:lnTo>
                    <a:pt x="2145834" y="3858469"/>
                  </a:lnTo>
                  <a:lnTo>
                    <a:pt x="2201295" y="3866802"/>
                  </a:lnTo>
                  <a:lnTo>
                    <a:pt x="2256714" y="3875117"/>
                  </a:lnTo>
                  <a:lnTo>
                    <a:pt x="2311815" y="3883282"/>
                  </a:lnTo>
                  <a:lnTo>
                    <a:pt x="2366365" y="3891176"/>
                  </a:lnTo>
                  <a:lnTo>
                    <a:pt x="2420213" y="3898696"/>
                  </a:lnTo>
                  <a:lnTo>
                    <a:pt x="2473322" y="3905759"/>
                  </a:lnTo>
                  <a:lnTo>
                    <a:pt x="2525791" y="3912307"/>
                  </a:lnTo>
                  <a:lnTo>
                    <a:pt x="2577877" y="3918309"/>
                  </a:lnTo>
                  <a:lnTo>
                    <a:pt x="2630023" y="3923756"/>
                  </a:lnTo>
                  <a:lnTo>
                    <a:pt x="2667772" y="3927323"/>
                  </a:lnTo>
                  <a:lnTo>
                    <a:pt x="2716184" y="3931419"/>
                  </a:lnTo>
                  <a:lnTo>
                    <a:pt x="2766340" y="3935085"/>
                  </a:lnTo>
                  <a:lnTo>
                    <a:pt x="2819096" y="3938345"/>
                  </a:lnTo>
                  <a:lnTo>
                    <a:pt x="2875404" y="3941241"/>
                  </a:lnTo>
                  <a:lnTo>
                    <a:pt x="2936226" y="3943815"/>
                  </a:lnTo>
                  <a:lnTo>
                    <a:pt x="3002439" y="3946109"/>
                  </a:lnTo>
                  <a:lnTo>
                    <a:pt x="3074715" y="3948159"/>
                  </a:lnTo>
                  <a:lnTo>
                    <a:pt x="3153363" y="3949993"/>
                  </a:lnTo>
                  <a:lnTo>
                    <a:pt x="3238117" y="3951629"/>
                  </a:lnTo>
                  <a:lnTo>
                    <a:pt x="3327895" y="3953078"/>
                  </a:lnTo>
                  <a:lnTo>
                    <a:pt x="3420582" y="3954344"/>
                  </a:lnTo>
                  <a:lnTo>
                    <a:pt x="3512941" y="3955424"/>
                  </a:lnTo>
                  <a:lnTo>
                    <a:pt x="3600771" y="3956312"/>
                  </a:lnTo>
                  <a:lnTo>
                    <a:pt x="3679426" y="3957008"/>
                  </a:lnTo>
                  <a:lnTo>
                    <a:pt x="3744657" y="3957516"/>
                  </a:lnTo>
                  <a:lnTo>
                    <a:pt x="3793588" y="3957856"/>
                  </a:lnTo>
                  <a:lnTo>
                    <a:pt x="3825505" y="3958053"/>
                  </a:lnTo>
                  <a:lnTo>
                    <a:pt x="3842174" y="3958146"/>
                  </a:lnTo>
                  <a:lnTo>
                    <a:pt x="3847697" y="3958174"/>
                  </a:lnTo>
                  <a:lnTo>
                    <a:pt x="3848118" y="3958176"/>
                  </a:lnTo>
                  <a:lnTo>
                    <a:pt x="4386855" y="3958176"/>
                  </a:lnTo>
                  <a:lnTo>
                    <a:pt x="4387786" y="3958082"/>
                  </a:lnTo>
                  <a:lnTo>
                    <a:pt x="4393908" y="3957417"/>
                  </a:lnTo>
                  <a:lnTo>
                    <a:pt x="4409341" y="3955577"/>
                  </a:lnTo>
                  <a:lnTo>
                    <a:pt x="4436932" y="3951955"/>
                  </a:lnTo>
                  <a:lnTo>
                    <a:pt x="4478044" y="3945990"/>
                  </a:lnTo>
                  <a:lnTo>
                    <a:pt x="4532451" y="3937228"/>
                  </a:lnTo>
                  <a:lnTo>
                    <a:pt x="4598479" y="3925362"/>
                  </a:lnTo>
                  <a:lnTo>
                    <a:pt x="4673383" y="3910240"/>
                  </a:lnTo>
                  <a:lnTo>
                    <a:pt x="4753898" y="3891840"/>
                  </a:lnTo>
                  <a:lnTo>
                    <a:pt x="4836778" y="3870220"/>
                  </a:lnTo>
                  <a:lnTo>
                    <a:pt x="4919205" y="3845448"/>
                  </a:lnTo>
                  <a:lnTo>
                    <a:pt x="4999027" y="3817556"/>
                  </a:lnTo>
                  <a:lnTo>
                    <a:pt x="5074804" y="3786491"/>
                  </a:lnTo>
                  <a:lnTo>
                    <a:pt x="5145754" y="3752097"/>
                  </a:lnTo>
                  <a:lnTo>
                    <a:pt x="5211622" y="3714099"/>
                  </a:lnTo>
                  <a:lnTo>
                    <a:pt x="5272545" y="3672106"/>
                  </a:lnTo>
                  <a:lnTo>
                    <a:pt x="5328931" y="3625616"/>
                  </a:lnTo>
                  <a:lnTo>
                    <a:pt x="5381349" y="3574035"/>
                  </a:lnTo>
                  <a:lnTo>
                    <a:pt x="5430459" y="3516709"/>
                  </a:lnTo>
                  <a:lnTo>
                    <a:pt x="5476950" y="3452976"/>
                  </a:lnTo>
                  <a:lnTo>
                    <a:pt x="5521491" y="3382262"/>
                  </a:lnTo>
                  <a:lnTo>
                    <a:pt x="5564680" y="3304230"/>
                  </a:lnTo>
                  <a:lnTo>
                    <a:pt x="5567201" y="3299387"/>
                  </a:lnTo>
                  <a:lnTo>
                    <a:pt x="5598032" y="3237688"/>
                  </a:lnTo>
                  <a:lnTo>
                    <a:pt x="5628588" y="3172045"/>
                  </a:lnTo>
                  <a:lnTo>
                    <a:pt x="5659017" y="3102380"/>
                  </a:lnTo>
                  <a:lnTo>
                    <a:pt x="5689436" y="3028658"/>
                  </a:lnTo>
                  <a:lnTo>
                    <a:pt x="5719940" y="2950899"/>
                  </a:lnTo>
                  <a:lnTo>
                    <a:pt x="5750600" y="2869179"/>
                  </a:lnTo>
                  <a:lnTo>
                    <a:pt x="5781469" y="2783634"/>
                  </a:lnTo>
                  <a:lnTo>
                    <a:pt x="5812578" y="2694463"/>
                  </a:lnTo>
                  <a:lnTo>
                    <a:pt x="5843941" y="2601928"/>
                  </a:lnTo>
                  <a:lnTo>
                    <a:pt x="5875558" y="2506354"/>
                  </a:lnTo>
                  <a:lnTo>
                    <a:pt x="5907412" y="2408127"/>
                  </a:lnTo>
                  <a:lnTo>
                    <a:pt x="5939474" y="2307685"/>
                  </a:lnTo>
                  <a:lnTo>
                    <a:pt x="5971705" y="2205514"/>
                  </a:lnTo>
                  <a:lnTo>
                    <a:pt x="6004055" y="2102139"/>
                  </a:lnTo>
                  <a:lnTo>
                    <a:pt x="6036472" y="1998108"/>
                  </a:lnTo>
                  <a:lnTo>
                    <a:pt x="6068898" y="1893989"/>
                  </a:lnTo>
                  <a:lnTo>
                    <a:pt x="6101275" y="1790349"/>
                  </a:lnTo>
                  <a:lnTo>
                    <a:pt x="6133549" y="1687743"/>
                  </a:lnTo>
                  <a:lnTo>
                    <a:pt x="6165668" y="1586706"/>
                  </a:lnTo>
                  <a:lnTo>
                    <a:pt x="6197591" y="1487736"/>
                  </a:lnTo>
                  <a:lnTo>
                    <a:pt x="6229285" y="1391288"/>
                  </a:lnTo>
                  <a:lnTo>
                    <a:pt x="6260728" y="1297765"/>
                  </a:lnTo>
                  <a:lnTo>
                    <a:pt x="6291916" y="1207510"/>
                  </a:lnTo>
                  <a:lnTo>
                    <a:pt x="6322857" y="1120805"/>
                  </a:lnTo>
                  <a:lnTo>
                    <a:pt x="6353578" y="1037871"/>
                  </a:lnTo>
                  <a:lnTo>
                    <a:pt x="6384125" y="958862"/>
                  </a:lnTo>
                  <a:lnTo>
                    <a:pt x="6414561" y="883872"/>
                  </a:lnTo>
                  <a:lnTo>
                    <a:pt x="6444975" y="812939"/>
                  </a:lnTo>
                  <a:lnTo>
                    <a:pt x="6475477" y="746044"/>
                  </a:lnTo>
                  <a:lnTo>
                    <a:pt x="6506204" y="683122"/>
                  </a:lnTo>
                  <a:lnTo>
                    <a:pt x="6515891" y="664233"/>
                  </a:lnTo>
                  <a:lnTo>
                    <a:pt x="6559016" y="585766"/>
                  </a:lnTo>
                  <a:lnTo>
                    <a:pt x="6603461" y="514625"/>
                  </a:lnTo>
                  <a:lnTo>
                    <a:pt x="6649819" y="450494"/>
                  </a:lnTo>
                  <a:lnTo>
                    <a:pt x="6698755" y="392808"/>
                  </a:lnTo>
                  <a:lnTo>
                    <a:pt x="6750959" y="340906"/>
                  </a:lnTo>
                  <a:lnTo>
                    <a:pt x="6807092" y="294132"/>
                  </a:lnTo>
                  <a:lnTo>
                    <a:pt x="6867735" y="251888"/>
                  </a:lnTo>
                  <a:lnTo>
                    <a:pt x="6933303" y="213666"/>
                  </a:lnTo>
                  <a:lnTo>
                    <a:pt x="7003954" y="179068"/>
                  </a:lnTo>
                  <a:lnTo>
                    <a:pt x="7079463" y="147812"/>
                  </a:lnTo>
                  <a:lnTo>
                    <a:pt x="7159078" y="119734"/>
                  </a:lnTo>
                  <a:lnTo>
                    <a:pt x="7241405" y="94778"/>
                  </a:lnTo>
                  <a:lnTo>
                    <a:pt x="7324330" y="72969"/>
                  </a:lnTo>
                  <a:lnTo>
                    <a:pt x="7405073" y="54377"/>
                  </a:lnTo>
                  <a:lnTo>
                    <a:pt x="7480402" y="39061"/>
                  </a:lnTo>
                  <a:lnTo>
                    <a:pt x="7547038" y="27004"/>
                  </a:lnTo>
                  <a:lnTo>
                    <a:pt x="7602192" y="18066"/>
                  </a:lnTo>
                  <a:lnTo>
                    <a:pt x="7644111" y="11948"/>
                  </a:lnTo>
                  <a:lnTo>
                    <a:pt x="7672479" y="8202"/>
                  </a:lnTo>
                  <a:lnTo>
                    <a:pt x="7688565" y="6273"/>
                  </a:lnTo>
                  <a:lnTo>
                    <a:pt x="7695135" y="55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16" y="3952725"/>
                  </a:lnTo>
                  <a:lnTo>
                    <a:pt x="3838321" y="3952681"/>
                  </a:lnTo>
                  <a:lnTo>
                    <a:pt x="3817145" y="3952559"/>
                  </a:lnTo>
                  <a:lnTo>
                    <a:pt x="3779892" y="3952320"/>
                  </a:lnTo>
                  <a:lnTo>
                    <a:pt x="3725588" y="3951930"/>
                  </a:lnTo>
                  <a:lnTo>
                    <a:pt x="3655694" y="3951363"/>
                  </a:lnTo>
                  <a:lnTo>
                    <a:pt x="3573622" y="3950606"/>
                  </a:lnTo>
                  <a:lnTo>
                    <a:pt x="3483855" y="3949656"/>
                  </a:lnTo>
                  <a:lnTo>
                    <a:pt x="3390976" y="3948517"/>
                  </a:lnTo>
                  <a:lnTo>
                    <a:pt x="3298916" y="3947193"/>
                  </a:lnTo>
                  <a:lnTo>
                    <a:pt x="3210559" y="3945685"/>
                  </a:lnTo>
                  <a:lnTo>
                    <a:pt x="3127672" y="3943987"/>
                  </a:lnTo>
                  <a:lnTo>
                    <a:pt x="3051052" y="3942088"/>
                  </a:lnTo>
                  <a:lnTo>
                    <a:pt x="2980759" y="3939963"/>
                  </a:lnTo>
                  <a:lnTo>
                    <a:pt x="2916346" y="3937584"/>
                  </a:lnTo>
                  <a:lnTo>
                    <a:pt x="2857060" y="3934913"/>
                  </a:lnTo>
                  <a:lnTo>
                    <a:pt x="2801986" y="3931906"/>
                  </a:lnTo>
                  <a:lnTo>
                    <a:pt x="2750157" y="3928520"/>
                  </a:lnTo>
                  <a:lnTo>
                    <a:pt x="2700641" y="3924719"/>
                  </a:lnTo>
                  <a:lnTo>
                    <a:pt x="2667772" y="3921879"/>
                  </a:lnTo>
                  <a:lnTo>
                    <a:pt x="2615197" y="3916823"/>
                  </a:lnTo>
                  <a:lnTo>
                    <a:pt x="2563124" y="3911219"/>
                  </a:lnTo>
                  <a:lnTo>
                    <a:pt x="2510966" y="3905060"/>
                  </a:lnTo>
                  <a:lnTo>
                    <a:pt x="2458335" y="3898362"/>
                  </a:lnTo>
                  <a:lnTo>
                    <a:pt x="2405020" y="3891162"/>
                  </a:lnTo>
                  <a:lnTo>
                    <a:pt x="2350963" y="3883527"/>
                  </a:lnTo>
                  <a:lnTo>
                    <a:pt x="2296238" y="3875545"/>
                  </a:lnTo>
                  <a:lnTo>
                    <a:pt x="2241020" y="3867324"/>
                  </a:lnTo>
                  <a:lnTo>
                    <a:pt x="2185560" y="3858991"/>
                  </a:lnTo>
                  <a:lnTo>
                    <a:pt x="2130140" y="3850676"/>
                  </a:lnTo>
                  <a:lnTo>
                    <a:pt x="2075040" y="3842511"/>
                  </a:lnTo>
                  <a:lnTo>
                    <a:pt x="2020490" y="3834617"/>
                  </a:lnTo>
                  <a:lnTo>
                    <a:pt x="1966641" y="3827097"/>
                  </a:lnTo>
                  <a:lnTo>
                    <a:pt x="1913533" y="3820034"/>
                  </a:lnTo>
                  <a:lnTo>
                    <a:pt x="1861064" y="3813486"/>
                  </a:lnTo>
                  <a:lnTo>
                    <a:pt x="1808977" y="3807484"/>
                  </a:lnTo>
                  <a:lnTo>
                    <a:pt x="1756832" y="3802037"/>
                  </a:lnTo>
                  <a:lnTo>
                    <a:pt x="1719082" y="3798470"/>
                  </a:lnTo>
                  <a:lnTo>
                    <a:pt x="1670671" y="3794374"/>
                  </a:lnTo>
                  <a:lnTo>
                    <a:pt x="1620515" y="3790708"/>
                  </a:lnTo>
                  <a:lnTo>
                    <a:pt x="1567759" y="3787448"/>
                  </a:lnTo>
                  <a:lnTo>
                    <a:pt x="1511450" y="3784552"/>
                  </a:lnTo>
                  <a:lnTo>
                    <a:pt x="1450628" y="3781978"/>
                  </a:lnTo>
                  <a:lnTo>
                    <a:pt x="1384416" y="3779684"/>
                  </a:lnTo>
                  <a:lnTo>
                    <a:pt x="1312140" y="3777634"/>
                  </a:lnTo>
                  <a:lnTo>
                    <a:pt x="1233491" y="3775800"/>
                  </a:lnTo>
                  <a:lnTo>
                    <a:pt x="1148737" y="3774164"/>
                  </a:lnTo>
                  <a:lnTo>
                    <a:pt x="1058959" y="3772715"/>
                  </a:lnTo>
                  <a:lnTo>
                    <a:pt x="966272" y="3771449"/>
                  </a:lnTo>
                  <a:lnTo>
                    <a:pt x="873914" y="3770369"/>
                  </a:lnTo>
                  <a:lnTo>
                    <a:pt x="786083" y="3769481"/>
                  </a:lnTo>
                  <a:lnTo>
                    <a:pt x="707428" y="3768785"/>
                  </a:lnTo>
                  <a:lnTo>
                    <a:pt x="642198" y="3768277"/>
                  </a:lnTo>
                  <a:lnTo>
                    <a:pt x="593266" y="3767937"/>
                  </a:lnTo>
                  <a:lnTo>
                    <a:pt x="561350" y="3767740"/>
                  </a:lnTo>
                  <a:lnTo>
                    <a:pt x="544681" y="3767647"/>
                  </a:lnTo>
                  <a:lnTo>
                    <a:pt x="539158" y="3767619"/>
                  </a:lnTo>
                  <a:lnTo>
                    <a:pt x="538736" y="3767617"/>
                  </a:lnTo>
                  <a:lnTo>
                    <a:pt x="0" y="3767617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33" name="pl1833"/>
            <p:cNvSpPr/>
            <p:nvPr/>
          </p:nvSpPr>
          <p:spPr>
            <a:xfrm>
              <a:off x="546595" y="1833919"/>
              <a:ext cx="8234974" cy="3952731"/>
            </a:xfrm>
            <a:custGeom>
              <a:avLst/>
              <a:pathLst>
                <a:path w="8234974" h="3952731">
                  <a:moveTo>
                    <a:pt x="0" y="3767617"/>
                  </a:moveTo>
                  <a:lnTo>
                    <a:pt x="538736" y="3767617"/>
                  </a:lnTo>
                  <a:lnTo>
                    <a:pt x="540038" y="3767623"/>
                  </a:lnTo>
                  <a:lnTo>
                    <a:pt x="548533" y="3767667"/>
                  </a:lnTo>
                  <a:lnTo>
                    <a:pt x="569709" y="3767789"/>
                  </a:lnTo>
                  <a:lnTo>
                    <a:pt x="606962" y="3768028"/>
                  </a:lnTo>
                  <a:lnTo>
                    <a:pt x="661267" y="3768419"/>
                  </a:lnTo>
                  <a:lnTo>
                    <a:pt x="731161" y="3768986"/>
                  </a:lnTo>
                  <a:lnTo>
                    <a:pt x="813232" y="3769743"/>
                  </a:lnTo>
                  <a:lnTo>
                    <a:pt x="902999" y="3770692"/>
                  </a:lnTo>
                  <a:lnTo>
                    <a:pt x="995878" y="3771831"/>
                  </a:lnTo>
                  <a:lnTo>
                    <a:pt x="1087938" y="3773156"/>
                  </a:lnTo>
                  <a:lnTo>
                    <a:pt x="1176296" y="3774664"/>
                  </a:lnTo>
                  <a:lnTo>
                    <a:pt x="1259183" y="3776361"/>
                  </a:lnTo>
                  <a:lnTo>
                    <a:pt x="1335802" y="3778261"/>
                  </a:lnTo>
                  <a:lnTo>
                    <a:pt x="1406096" y="3780385"/>
                  </a:lnTo>
                  <a:lnTo>
                    <a:pt x="1470509" y="3782764"/>
                  </a:lnTo>
                  <a:lnTo>
                    <a:pt x="1529795" y="3785436"/>
                  </a:lnTo>
                  <a:lnTo>
                    <a:pt x="1584869" y="3788443"/>
                  </a:lnTo>
                  <a:lnTo>
                    <a:pt x="1636698" y="3791828"/>
                  </a:lnTo>
                  <a:lnTo>
                    <a:pt x="1686214" y="3795629"/>
                  </a:lnTo>
                  <a:lnTo>
                    <a:pt x="1719082" y="3798470"/>
                  </a:lnTo>
                  <a:lnTo>
                    <a:pt x="1771658" y="3803526"/>
                  </a:lnTo>
                  <a:lnTo>
                    <a:pt x="1823730" y="3809130"/>
                  </a:lnTo>
                  <a:lnTo>
                    <a:pt x="1875889" y="3815288"/>
                  </a:lnTo>
                  <a:lnTo>
                    <a:pt x="1928520" y="3821987"/>
                  </a:lnTo>
                  <a:lnTo>
                    <a:pt x="1981835" y="3829186"/>
                  </a:lnTo>
                  <a:lnTo>
                    <a:pt x="2035891" y="3836821"/>
                  </a:lnTo>
                  <a:lnTo>
                    <a:pt x="2090617" y="3844804"/>
                  </a:lnTo>
                  <a:lnTo>
                    <a:pt x="2145834" y="3853024"/>
                  </a:lnTo>
                  <a:lnTo>
                    <a:pt x="2201295" y="3861358"/>
                  </a:lnTo>
                  <a:lnTo>
                    <a:pt x="2256714" y="3869672"/>
                  </a:lnTo>
                  <a:lnTo>
                    <a:pt x="2311815" y="3877837"/>
                  </a:lnTo>
                  <a:lnTo>
                    <a:pt x="2366365" y="3885732"/>
                  </a:lnTo>
                  <a:lnTo>
                    <a:pt x="2420213" y="3893251"/>
                  </a:lnTo>
                  <a:lnTo>
                    <a:pt x="2473322" y="3900314"/>
                  </a:lnTo>
                  <a:lnTo>
                    <a:pt x="2525791" y="3906862"/>
                  </a:lnTo>
                  <a:lnTo>
                    <a:pt x="2577877" y="3912864"/>
                  </a:lnTo>
                  <a:lnTo>
                    <a:pt x="2630023" y="3918312"/>
                  </a:lnTo>
                  <a:lnTo>
                    <a:pt x="2667772" y="3921879"/>
                  </a:lnTo>
                  <a:lnTo>
                    <a:pt x="2716184" y="3925974"/>
                  </a:lnTo>
                  <a:lnTo>
                    <a:pt x="2766340" y="3929640"/>
                  </a:lnTo>
                  <a:lnTo>
                    <a:pt x="2819096" y="3932901"/>
                  </a:lnTo>
                  <a:lnTo>
                    <a:pt x="2875404" y="3935796"/>
                  </a:lnTo>
                  <a:lnTo>
                    <a:pt x="2936226" y="3938371"/>
                  </a:lnTo>
                  <a:lnTo>
                    <a:pt x="3002439" y="3940665"/>
                  </a:lnTo>
                  <a:lnTo>
                    <a:pt x="3074715" y="3942715"/>
                  </a:lnTo>
                  <a:lnTo>
                    <a:pt x="3153363" y="3944548"/>
                  </a:lnTo>
                  <a:lnTo>
                    <a:pt x="3238117" y="3946184"/>
                  </a:lnTo>
                  <a:lnTo>
                    <a:pt x="3327895" y="3947634"/>
                  </a:lnTo>
                  <a:lnTo>
                    <a:pt x="3420582" y="3948900"/>
                  </a:lnTo>
                  <a:lnTo>
                    <a:pt x="3512941" y="3949979"/>
                  </a:lnTo>
                  <a:lnTo>
                    <a:pt x="3600771" y="3950867"/>
                  </a:lnTo>
                  <a:lnTo>
                    <a:pt x="3679426" y="3951563"/>
                  </a:lnTo>
                  <a:lnTo>
                    <a:pt x="3744657" y="3952072"/>
                  </a:lnTo>
                  <a:lnTo>
                    <a:pt x="3793588" y="3952411"/>
                  </a:lnTo>
                  <a:lnTo>
                    <a:pt x="3825505" y="3952609"/>
                  </a:lnTo>
                  <a:lnTo>
                    <a:pt x="3842174" y="3952702"/>
                  </a:lnTo>
                  <a:lnTo>
                    <a:pt x="3847697" y="3952729"/>
                  </a:lnTo>
                  <a:lnTo>
                    <a:pt x="3848118" y="3952731"/>
                  </a:lnTo>
                  <a:lnTo>
                    <a:pt x="4386855" y="3952731"/>
                  </a:lnTo>
                  <a:lnTo>
                    <a:pt x="4387786" y="3952638"/>
                  </a:lnTo>
                  <a:lnTo>
                    <a:pt x="4393908" y="3951972"/>
                  </a:lnTo>
                  <a:lnTo>
                    <a:pt x="4409341" y="3950132"/>
                  </a:lnTo>
                  <a:lnTo>
                    <a:pt x="4436932" y="3946510"/>
                  </a:lnTo>
                  <a:lnTo>
                    <a:pt x="4478044" y="3940546"/>
                  </a:lnTo>
                  <a:lnTo>
                    <a:pt x="4532451" y="3931784"/>
                  </a:lnTo>
                  <a:lnTo>
                    <a:pt x="4598479" y="3919917"/>
                  </a:lnTo>
                  <a:lnTo>
                    <a:pt x="4673383" y="3904795"/>
                  </a:lnTo>
                  <a:lnTo>
                    <a:pt x="4753898" y="3886396"/>
                  </a:lnTo>
                  <a:lnTo>
                    <a:pt x="4836778" y="3864775"/>
                  </a:lnTo>
                  <a:lnTo>
                    <a:pt x="4919205" y="3840004"/>
                  </a:lnTo>
                  <a:lnTo>
                    <a:pt x="4999027" y="3812111"/>
                  </a:lnTo>
                  <a:lnTo>
                    <a:pt x="5074804" y="3781046"/>
                  </a:lnTo>
                  <a:lnTo>
                    <a:pt x="5145754" y="3746652"/>
                  </a:lnTo>
                  <a:lnTo>
                    <a:pt x="5211622" y="3708654"/>
                  </a:lnTo>
                  <a:lnTo>
                    <a:pt x="5272545" y="3666661"/>
                  </a:lnTo>
                  <a:lnTo>
                    <a:pt x="5328931" y="3620171"/>
                  </a:lnTo>
                  <a:lnTo>
                    <a:pt x="5381349" y="3568590"/>
                  </a:lnTo>
                  <a:lnTo>
                    <a:pt x="5430459" y="3511264"/>
                  </a:lnTo>
                  <a:lnTo>
                    <a:pt x="5476950" y="3447532"/>
                  </a:lnTo>
                  <a:lnTo>
                    <a:pt x="5521491" y="3376818"/>
                  </a:lnTo>
                  <a:lnTo>
                    <a:pt x="5564680" y="3298785"/>
                  </a:lnTo>
                  <a:lnTo>
                    <a:pt x="5567201" y="3293943"/>
                  </a:lnTo>
                  <a:lnTo>
                    <a:pt x="5598032" y="3232243"/>
                  </a:lnTo>
                  <a:lnTo>
                    <a:pt x="5628588" y="3166601"/>
                  </a:lnTo>
                  <a:lnTo>
                    <a:pt x="5659017" y="3096935"/>
                  </a:lnTo>
                  <a:lnTo>
                    <a:pt x="5689436" y="3023214"/>
                  </a:lnTo>
                  <a:lnTo>
                    <a:pt x="5719940" y="2945455"/>
                  </a:lnTo>
                  <a:lnTo>
                    <a:pt x="5750600" y="2863735"/>
                  </a:lnTo>
                  <a:lnTo>
                    <a:pt x="5781469" y="2778190"/>
                  </a:lnTo>
                  <a:lnTo>
                    <a:pt x="5812578" y="2689018"/>
                  </a:lnTo>
                  <a:lnTo>
                    <a:pt x="5843941" y="2596483"/>
                  </a:lnTo>
                  <a:lnTo>
                    <a:pt x="5875558" y="2500910"/>
                  </a:lnTo>
                  <a:lnTo>
                    <a:pt x="5907412" y="2402683"/>
                  </a:lnTo>
                  <a:lnTo>
                    <a:pt x="5939474" y="2302241"/>
                  </a:lnTo>
                  <a:lnTo>
                    <a:pt x="5971705" y="2200070"/>
                  </a:lnTo>
                  <a:lnTo>
                    <a:pt x="6004055" y="2096694"/>
                  </a:lnTo>
                  <a:lnTo>
                    <a:pt x="6036472" y="1992664"/>
                  </a:lnTo>
                  <a:lnTo>
                    <a:pt x="6068898" y="1888545"/>
                  </a:lnTo>
                  <a:lnTo>
                    <a:pt x="6101275" y="1784904"/>
                  </a:lnTo>
                  <a:lnTo>
                    <a:pt x="6133549" y="1682299"/>
                  </a:lnTo>
                  <a:lnTo>
                    <a:pt x="6165668" y="1581261"/>
                  </a:lnTo>
                  <a:lnTo>
                    <a:pt x="6197591" y="1482292"/>
                  </a:lnTo>
                  <a:lnTo>
                    <a:pt x="6229285" y="1385844"/>
                  </a:lnTo>
                  <a:lnTo>
                    <a:pt x="6260728" y="1292320"/>
                  </a:lnTo>
                  <a:lnTo>
                    <a:pt x="6291916" y="1202065"/>
                  </a:lnTo>
                  <a:lnTo>
                    <a:pt x="6322857" y="1115361"/>
                  </a:lnTo>
                  <a:lnTo>
                    <a:pt x="6353578" y="1032426"/>
                  </a:lnTo>
                  <a:lnTo>
                    <a:pt x="6384125" y="953417"/>
                  </a:lnTo>
                  <a:lnTo>
                    <a:pt x="6414561" y="878428"/>
                  </a:lnTo>
                  <a:lnTo>
                    <a:pt x="6444975" y="807494"/>
                  </a:lnTo>
                  <a:lnTo>
                    <a:pt x="6475477" y="740599"/>
                  </a:lnTo>
                  <a:lnTo>
                    <a:pt x="6506204" y="677677"/>
                  </a:lnTo>
                  <a:lnTo>
                    <a:pt x="6515891" y="658788"/>
                  </a:lnTo>
                  <a:lnTo>
                    <a:pt x="6559016" y="580322"/>
                  </a:lnTo>
                  <a:lnTo>
                    <a:pt x="6603461" y="509181"/>
                  </a:lnTo>
                  <a:lnTo>
                    <a:pt x="6649819" y="445050"/>
                  </a:lnTo>
                  <a:lnTo>
                    <a:pt x="6698755" y="387363"/>
                  </a:lnTo>
                  <a:lnTo>
                    <a:pt x="6750959" y="335461"/>
                  </a:lnTo>
                  <a:lnTo>
                    <a:pt x="6807092" y="288688"/>
                  </a:lnTo>
                  <a:lnTo>
                    <a:pt x="6867735" y="246443"/>
                  </a:lnTo>
                  <a:lnTo>
                    <a:pt x="6933303" y="208221"/>
                  </a:lnTo>
                  <a:lnTo>
                    <a:pt x="7003954" y="173623"/>
                  </a:lnTo>
                  <a:lnTo>
                    <a:pt x="7079463" y="142367"/>
                  </a:lnTo>
                  <a:lnTo>
                    <a:pt x="7159078" y="114289"/>
                  </a:lnTo>
                  <a:lnTo>
                    <a:pt x="7241405" y="89333"/>
                  </a:lnTo>
                  <a:lnTo>
                    <a:pt x="7324330" y="67524"/>
                  </a:lnTo>
                  <a:lnTo>
                    <a:pt x="7405073" y="48933"/>
                  </a:lnTo>
                  <a:lnTo>
                    <a:pt x="7480402" y="33616"/>
                  </a:lnTo>
                  <a:lnTo>
                    <a:pt x="7547038" y="21560"/>
                  </a:lnTo>
                  <a:lnTo>
                    <a:pt x="7602192" y="12622"/>
                  </a:lnTo>
                  <a:lnTo>
                    <a:pt x="7644111" y="6503"/>
                  </a:lnTo>
                  <a:lnTo>
                    <a:pt x="7672479" y="2757"/>
                  </a:lnTo>
                  <a:lnTo>
                    <a:pt x="7688565" y="829"/>
                  </a:lnTo>
                  <a:lnTo>
                    <a:pt x="7695135" y="11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4" name="pl1834"/>
            <p:cNvSpPr/>
            <p:nvPr/>
          </p:nvSpPr>
          <p:spPr>
            <a:xfrm>
              <a:off x="546595" y="1828474"/>
              <a:ext cx="8234974" cy="3952731"/>
            </a:xfrm>
            <a:custGeom>
              <a:avLst/>
              <a:pathLst>
                <a:path w="8234974" h="3952731">
                  <a:moveTo>
                    <a:pt x="8234974" y="0"/>
                  </a:move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16" y="3952725"/>
                  </a:lnTo>
                  <a:lnTo>
                    <a:pt x="3838321" y="3952681"/>
                  </a:lnTo>
                  <a:lnTo>
                    <a:pt x="3817145" y="3952559"/>
                  </a:lnTo>
                  <a:lnTo>
                    <a:pt x="3779892" y="3952320"/>
                  </a:lnTo>
                  <a:lnTo>
                    <a:pt x="3725588" y="3951930"/>
                  </a:lnTo>
                  <a:lnTo>
                    <a:pt x="3655694" y="3951363"/>
                  </a:lnTo>
                  <a:lnTo>
                    <a:pt x="3573622" y="3950606"/>
                  </a:lnTo>
                  <a:lnTo>
                    <a:pt x="3483855" y="3949656"/>
                  </a:lnTo>
                  <a:lnTo>
                    <a:pt x="3390976" y="3948517"/>
                  </a:lnTo>
                  <a:lnTo>
                    <a:pt x="3298916" y="3947193"/>
                  </a:lnTo>
                  <a:lnTo>
                    <a:pt x="3210559" y="3945685"/>
                  </a:lnTo>
                  <a:lnTo>
                    <a:pt x="3127672" y="3943987"/>
                  </a:lnTo>
                  <a:lnTo>
                    <a:pt x="3051052" y="3942088"/>
                  </a:lnTo>
                  <a:lnTo>
                    <a:pt x="2980759" y="3939963"/>
                  </a:lnTo>
                  <a:lnTo>
                    <a:pt x="2916346" y="3937584"/>
                  </a:lnTo>
                  <a:lnTo>
                    <a:pt x="2857060" y="3934913"/>
                  </a:lnTo>
                  <a:lnTo>
                    <a:pt x="2801986" y="3931906"/>
                  </a:lnTo>
                  <a:lnTo>
                    <a:pt x="2750157" y="3928520"/>
                  </a:lnTo>
                  <a:lnTo>
                    <a:pt x="2700641" y="3924719"/>
                  </a:lnTo>
                  <a:lnTo>
                    <a:pt x="2667772" y="3921879"/>
                  </a:lnTo>
                  <a:lnTo>
                    <a:pt x="2615197" y="3916823"/>
                  </a:lnTo>
                  <a:lnTo>
                    <a:pt x="2563124" y="3911219"/>
                  </a:lnTo>
                  <a:lnTo>
                    <a:pt x="2510966" y="3905060"/>
                  </a:lnTo>
                  <a:lnTo>
                    <a:pt x="2458335" y="3898362"/>
                  </a:lnTo>
                  <a:lnTo>
                    <a:pt x="2405020" y="3891162"/>
                  </a:lnTo>
                  <a:lnTo>
                    <a:pt x="2350963" y="3883527"/>
                  </a:lnTo>
                  <a:lnTo>
                    <a:pt x="2296238" y="3875545"/>
                  </a:lnTo>
                  <a:lnTo>
                    <a:pt x="2241020" y="3867324"/>
                  </a:lnTo>
                  <a:lnTo>
                    <a:pt x="2185560" y="3858991"/>
                  </a:lnTo>
                  <a:lnTo>
                    <a:pt x="2130140" y="3850676"/>
                  </a:lnTo>
                  <a:lnTo>
                    <a:pt x="2075040" y="3842511"/>
                  </a:lnTo>
                  <a:lnTo>
                    <a:pt x="2020490" y="3834617"/>
                  </a:lnTo>
                  <a:lnTo>
                    <a:pt x="1966641" y="3827097"/>
                  </a:lnTo>
                  <a:lnTo>
                    <a:pt x="1913533" y="3820034"/>
                  </a:lnTo>
                  <a:lnTo>
                    <a:pt x="1861064" y="3813486"/>
                  </a:lnTo>
                  <a:lnTo>
                    <a:pt x="1808977" y="3807484"/>
                  </a:lnTo>
                  <a:lnTo>
                    <a:pt x="1756832" y="3802037"/>
                  </a:lnTo>
                  <a:lnTo>
                    <a:pt x="1719082" y="3798470"/>
                  </a:lnTo>
                  <a:lnTo>
                    <a:pt x="1670671" y="3794374"/>
                  </a:lnTo>
                  <a:lnTo>
                    <a:pt x="1620515" y="3790708"/>
                  </a:lnTo>
                  <a:lnTo>
                    <a:pt x="1567759" y="3787448"/>
                  </a:lnTo>
                  <a:lnTo>
                    <a:pt x="1511450" y="3784552"/>
                  </a:lnTo>
                  <a:lnTo>
                    <a:pt x="1450628" y="3781978"/>
                  </a:lnTo>
                  <a:lnTo>
                    <a:pt x="1384416" y="3779684"/>
                  </a:lnTo>
                  <a:lnTo>
                    <a:pt x="1312140" y="3777634"/>
                  </a:lnTo>
                  <a:lnTo>
                    <a:pt x="1233491" y="3775800"/>
                  </a:lnTo>
                  <a:lnTo>
                    <a:pt x="1148737" y="3774164"/>
                  </a:lnTo>
                  <a:lnTo>
                    <a:pt x="1058959" y="3772715"/>
                  </a:lnTo>
                  <a:lnTo>
                    <a:pt x="966272" y="3771449"/>
                  </a:lnTo>
                  <a:lnTo>
                    <a:pt x="873914" y="3770369"/>
                  </a:lnTo>
                  <a:lnTo>
                    <a:pt x="786083" y="3769481"/>
                  </a:lnTo>
                  <a:lnTo>
                    <a:pt x="707428" y="3768785"/>
                  </a:lnTo>
                  <a:lnTo>
                    <a:pt x="642198" y="3768277"/>
                  </a:lnTo>
                  <a:lnTo>
                    <a:pt x="593266" y="3767937"/>
                  </a:lnTo>
                  <a:lnTo>
                    <a:pt x="561350" y="3767740"/>
                  </a:lnTo>
                  <a:lnTo>
                    <a:pt x="544681" y="3767647"/>
                  </a:lnTo>
                  <a:lnTo>
                    <a:pt x="539158" y="3767619"/>
                  </a:lnTo>
                  <a:lnTo>
                    <a:pt x="538736" y="3767617"/>
                  </a:lnTo>
                  <a:lnTo>
                    <a:pt x="0" y="37676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5" name="pg1835"/>
            <p:cNvSpPr/>
            <p:nvPr/>
          </p:nvSpPr>
          <p:spPr>
            <a:xfrm>
              <a:off x="546595" y="951904"/>
              <a:ext cx="8234974" cy="4927303"/>
            </a:xfrm>
            <a:custGeom>
              <a:avLst/>
              <a:pathLst>
                <a:path w="8234974" h="4927303">
                  <a:moveTo>
                    <a:pt x="0" y="4660521"/>
                  </a:moveTo>
                  <a:lnTo>
                    <a:pt x="538736" y="4660521"/>
                  </a:lnTo>
                  <a:lnTo>
                    <a:pt x="540038" y="4660530"/>
                  </a:lnTo>
                  <a:lnTo>
                    <a:pt x="548528" y="4660593"/>
                  </a:lnTo>
                  <a:lnTo>
                    <a:pt x="569693" y="4660769"/>
                  </a:lnTo>
                  <a:lnTo>
                    <a:pt x="606929" y="4661113"/>
                  </a:lnTo>
                  <a:lnTo>
                    <a:pt x="661210" y="4661676"/>
                  </a:lnTo>
                  <a:lnTo>
                    <a:pt x="731077" y="4662492"/>
                  </a:lnTo>
                  <a:lnTo>
                    <a:pt x="813121" y="4663582"/>
                  </a:lnTo>
                  <a:lnTo>
                    <a:pt x="902864" y="4664950"/>
                  </a:lnTo>
                  <a:lnTo>
                    <a:pt x="995725" y="4666591"/>
                  </a:lnTo>
                  <a:lnTo>
                    <a:pt x="1087772" y="4668499"/>
                  </a:lnTo>
                  <a:lnTo>
                    <a:pt x="1176122" y="4670672"/>
                  </a:lnTo>
                  <a:lnTo>
                    <a:pt x="1259007" y="4673117"/>
                  </a:lnTo>
                  <a:lnTo>
                    <a:pt x="1335627" y="4675853"/>
                  </a:lnTo>
                  <a:lnTo>
                    <a:pt x="1405923" y="4678913"/>
                  </a:lnTo>
                  <a:lnTo>
                    <a:pt x="1470339" y="4682340"/>
                  </a:lnTo>
                  <a:lnTo>
                    <a:pt x="1529627" y="4686188"/>
                  </a:lnTo>
                  <a:lnTo>
                    <a:pt x="1584702" y="4690520"/>
                  </a:lnTo>
                  <a:lnTo>
                    <a:pt x="1636531" y="4695396"/>
                  </a:lnTo>
                  <a:lnTo>
                    <a:pt x="1686044" y="4700871"/>
                  </a:lnTo>
                  <a:lnTo>
                    <a:pt x="1719082" y="4704984"/>
                  </a:lnTo>
                  <a:lnTo>
                    <a:pt x="1771426" y="4712237"/>
                  </a:lnTo>
                  <a:lnTo>
                    <a:pt x="1823269" y="4720272"/>
                  </a:lnTo>
                  <a:lnTo>
                    <a:pt x="1875193" y="4729100"/>
                  </a:lnTo>
                  <a:lnTo>
                    <a:pt x="1927581" y="4738700"/>
                  </a:lnTo>
                  <a:lnTo>
                    <a:pt x="1980645" y="4749015"/>
                  </a:lnTo>
                  <a:lnTo>
                    <a:pt x="2034445" y="4759956"/>
                  </a:lnTo>
                  <a:lnTo>
                    <a:pt x="2088911" y="4771398"/>
                  </a:lnTo>
                  <a:lnTo>
                    <a:pt x="2143871" y="4783184"/>
                  </a:lnTo>
                  <a:lnTo>
                    <a:pt x="2199082" y="4795138"/>
                  </a:lnTo>
                  <a:lnTo>
                    <a:pt x="2254263" y="4807073"/>
                  </a:lnTo>
                  <a:lnTo>
                    <a:pt x="2309141" y="4818802"/>
                  </a:lnTo>
                  <a:lnTo>
                    <a:pt x="2363481" y="4830152"/>
                  </a:lnTo>
                  <a:lnTo>
                    <a:pt x="2417132" y="4840975"/>
                  </a:lnTo>
                  <a:lnTo>
                    <a:pt x="2470048" y="4851150"/>
                  </a:lnTo>
                  <a:lnTo>
                    <a:pt x="2522319" y="4860595"/>
                  </a:lnTo>
                  <a:lnTo>
                    <a:pt x="2574189" y="4869261"/>
                  </a:lnTo>
                  <a:lnTo>
                    <a:pt x="2626080" y="4877134"/>
                  </a:lnTo>
                  <a:lnTo>
                    <a:pt x="2667772" y="4882839"/>
                  </a:lnTo>
                  <a:lnTo>
                    <a:pt x="2716175" y="4888740"/>
                  </a:lnTo>
                  <a:lnTo>
                    <a:pt x="2766321" y="4894022"/>
                  </a:lnTo>
                  <a:lnTo>
                    <a:pt x="2819066" y="4898721"/>
                  </a:lnTo>
                  <a:lnTo>
                    <a:pt x="2875362" y="4902894"/>
                  </a:lnTo>
                  <a:lnTo>
                    <a:pt x="2936168" y="4906603"/>
                  </a:lnTo>
                  <a:lnTo>
                    <a:pt x="3002362" y="4909909"/>
                  </a:lnTo>
                  <a:lnTo>
                    <a:pt x="3074618" y="4912864"/>
                  </a:lnTo>
                  <a:lnTo>
                    <a:pt x="3153243" y="4915506"/>
                  </a:lnTo>
                  <a:lnTo>
                    <a:pt x="3237973" y="4917864"/>
                  </a:lnTo>
                  <a:lnTo>
                    <a:pt x="3327727" y="4919953"/>
                  </a:lnTo>
                  <a:lnTo>
                    <a:pt x="3420394" y="4921777"/>
                  </a:lnTo>
                  <a:lnTo>
                    <a:pt x="3512740" y="4923333"/>
                  </a:lnTo>
                  <a:lnTo>
                    <a:pt x="3600571" y="4924614"/>
                  </a:lnTo>
                  <a:lnTo>
                    <a:pt x="3679240" y="4925617"/>
                  </a:lnTo>
                  <a:lnTo>
                    <a:pt x="3744498" y="4926351"/>
                  </a:lnTo>
                  <a:lnTo>
                    <a:pt x="3793469" y="4926840"/>
                  </a:lnTo>
                  <a:lnTo>
                    <a:pt x="3825430" y="4927126"/>
                  </a:lnTo>
                  <a:lnTo>
                    <a:pt x="3842140" y="4927260"/>
                  </a:lnTo>
                  <a:lnTo>
                    <a:pt x="3847691" y="4927300"/>
                  </a:lnTo>
                  <a:lnTo>
                    <a:pt x="3848118" y="4927303"/>
                  </a:lnTo>
                  <a:lnTo>
                    <a:pt x="4386855" y="4927303"/>
                  </a:lnTo>
                  <a:lnTo>
                    <a:pt x="4387710" y="4927197"/>
                  </a:lnTo>
                  <a:lnTo>
                    <a:pt x="4393337" y="4926439"/>
                  </a:lnTo>
                  <a:lnTo>
                    <a:pt x="4407562" y="4924344"/>
                  </a:lnTo>
                  <a:lnTo>
                    <a:pt x="4433082" y="4920219"/>
                  </a:lnTo>
                  <a:lnTo>
                    <a:pt x="4471292" y="4913416"/>
                  </a:lnTo>
                  <a:lnTo>
                    <a:pt x="4522172" y="4903396"/>
                  </a:lnTo>
                  <a:lnTo>
                    <a:pt x="4584376" y="4889782"/>
                  </a:lnTo>
                  <a:lnTo>
                    <a:pt x="4655534" y="4872368"/>
                  </a:lnTo>
                  <a:lnTo>
                    <a:pt x="4732710" y="4851105"/>
                  </a:lnTo>
                  <a:lnTo>
                    <a:pt x="4812880" y="4826040"/>
                  </a:lnTo>
                  <a:lnTo>
                    <a:pt x="4893328" y="4797257"/>
                  </a:lnTo>
                  <a:lnTo>
                    <a:pt x="4971884" y="4764810"/>
                  </a:lnTo>
                  <a:lnTo>
                    <a:pt x="5047015" y="4728675"/>
                  </a:lnTo>
                  <a:lnTo>
                    <a:pt x="5117800" y="4688719"/>
                  </a:lnTo>
                  <a:lnTo>
                    <a:pt x="5183834" y="4644682"/>
                  </a:lnTo>
                  <a:lnTo>
                    <a:pt x="5245110" y="4596172"/>
                  </a:lnTo>
                  <a:lnTo>
                    <a:pt x="5301903" y="4542672"/>
                  </a:lnTo>
                  <a:lnTo>
                    <a:pt x="5354675" y="4483553"/>
                  </a:lnTo>
                  <a:lnTo>
                    <a:pt x="5403998" y="4418095"/>
                  </a:lnTo>
                  <a:lnTo>
                    <a:pt x="5450495" y="4345541"/>
                  </a:lnTo>
                  <a:lnTo>
                    <a:pt x="5494794" y="4265161"/>
                  </a:lnTo>
                  <a:lnTo>
                    <a:pt x="5537488" y="4176386"/>
                  </a:lnTo>
                  <a:lnTo>
                    <a:pt x="5567201" y="4107901"/>
                  </a:lnTo>
                  <a:lnTo>
                    <a:pt x="5595148" y="4038580"/>
                  </a:lnTo>
                  <a:lnTo>
                    <a:pt x="5622857" y="3965244"/>
                  </a:lnTo>
                  <a:lnTo>
                    <a:pt x="5650440" y="3887812"/>
                  </a:lnTo>
                  <a:lnTo>
                    <a:pt x="5677991" y="3806242"/>
                  </a:lnTo>
                  <a:lnTo>
                    <a:pt x="5705585" y="3720536"/>
                  </a:lnTo>
                  <a:lnTo>
                    <a:pt x="5733282" y="3630740"/>
                  </a:lnTo>
                  <a:lnTo>
                    <a:pt x="5761129" y="3536953"/>
                  </a:lnTo>
                  <a:lnTo>
                    <a:pt x="5789157" y="3439322"/>
                  </a:lnTo>
                  <a:lnTo>
                    <a:pt x="5817387" y="3338048"/>
                  </a:lnTo>
                  <a:lnTo>
                    <a:pt x="5845827" y="3233386"/>
                  </a:lnTo>
                  <a:lnTo>
                    <a:pt x="5874474" y="3125643"/>
                  </a:lnTo>
                  <a:lnTo>
                    <a:pt x="5903317" y="3015175"/>
                  </a:lnTo>
                  <a:lnTo>
                    <a:pt x="5932334" y="2902385"/>
                  </a:lnTo>
                  <a:lnTo>
                    <a:pt x="5961498" y="2787716"/>
                  </a:lnTo>
                  <a:lnTo>
                    <a:pt x="5990773" y="2671644"/>
                  </a:lnTo>
                  <a:lnTo>
                    <a:pt x="6020122" y="2554670"/>
                  </a:lnTo>
                  <a:lnTo>
                    <a:pt x="6049502" y="2437313"/>
                  </a:lnTo>
                  <a:lnTo>
                    <a:pt x="6078870" y="2320098"/>
                  </a:lnTo>
                  <a:lnTo>
                    <a:pt x="6108184" y="2203549"/>
                  </a:lnTo>
                  <a:lnTo>
                    <a:pt x="6137403" y="2088175"/>
                  </a:lnTo>
                  <a:lnTo>
                    <a:pt x="6166491" y="1974467"/>
                  </a:lnTo>
                  <a:lnTo>
                    <a:pt x="6195417" y="1862882"/>
                  </a:lnTo>
                  <a:lnTo>
                    <a:pt x="6224156" y="1753842"/>
                  </a:lnTo>
                  <a:lnTo>
                    <a:pt x="6252692" y="1647726"/>
                  </a:lnTo>
                  <a:lnTo>
                    <a:pt x="6281018" y="1544864"/>
                  </a:lnTo>
                  <a:lnTo>
                    <a:pt x="6309137" y="1445535"/>
                  </a:lnTo>
                  <a:lnTo>
                    <a:pt x="6337064" y="1349963"/>
                  </a:lnTo>
                  <a:lnTo>
                    <a:pt x="6364824" y="1258323"/>
                  </a:lnTo>
                  <a:lnTo>
                    <a:pt x="6392459" y="1170733"/>
                  </a:lnTo>
                  <a:lnTo>
                    <a:pt x="6420021" y="1087264"/>
                  </a:lnTo>
                  <a:lnTo>
                    <a:pt x="6447580" y="1007937"/>
                  </a:lnTo>
                  <a:lnTo>
                    <a:pt x="6475219" y="932731"/>
                  </a:lnTo>
                  <a:lnTo>
                    <a:pt x="6503041" y="861581"/>
                  </a:lnTo>
                  <a:lnTo>
                    <a:pt x="6515891" y="830291"/>
                  </a:lnTo>
                  <a:lnTo>
                    <a:pt x="6557760" y="735372"/>
                  </a:lnTo>
                  <a:lnTo>
                    <a:pt x="6600859" y="649056"/>
                  </a:lnTo>
                  <a:lnTo>
                    <a:pt x="6645728" y="570997"/>
                  </a:lnTo>
                  <a:lnTo>
                    <a:pt x="6692973" y="500563"/>
                  </a:lnTo>
                  <a:lnTo>
                    <a:pt x="6743226" y="437007"/>
                  </a:lnTo>
                  <a:lnTo>
                    <a:pt x="6797101" y="379575"/>
                  </a:lnTo>
                  <a:lnTo>
                    <a:pt x="6855143" y="327571"/>
                  </a:lnTo>
                  <a:lnTo>
                    <a:pt x="6917770" y="280396"/>
                  </a:lnTo>
                  <a:lnTo>
                    <a:pt x="6985188" y="237568"/>
                  </a:lnTo>
                  <a:lnTo>
                    <a:pt x="7057286" y="198733"/>
                  </a:lnTo>
                  <a:lnTo>
                    <a:pt x="7133523" y="163668"/>
                  </a:lnTo>
                  <a:lnTo>
                    <a:pt x="7212808" y="132273"/>
                  </a:lnTo>
                  <a:lnTo>
                    <a:pt x="7293426" y="104553"/>
                  </a:lnTo>
                  <a:lnTo>
                    <a:pt x="7373032" y="80574"/>
                  </a:lnTo>
                  <a:lnTo>
                    <a:pt x="7448791" y="60416"/>
                  </a:lnTo>
                  <a:lnTo>
                    <a:pt x="7517657" y="44108"/>
                  </a:lnTo>
                  <a:lnTo>
                    <a:pt x="7576807" y="31556"/>
                  </a:lnTo>
                  <a:lnTo>
                    <a:pt x="7624124" y="22509"/>
                  </a:lnTo>
                  <a:lnTo>
                    <a:pt x="7658621" y="16538"/>
                  </a:lnTo>
                  <a:lnTo>
                    <a:pt x="7680686" y="13066"/>
                  </a:lnTo>
                  <a:lnTo>
                    <a:pt x="7692107" y="11428"/>
                  </a:lnTo>
                  <a:lnTo>
                    <a:pt x="7695924" y="10927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17" y="4916405"/>
                  </a:lnTo>
                  <a:lnTo>
                    <a:pt x="3838326" y="4916342"/>
                  </a:lnTo>
                  <a:lnTo>
                    <a:pt x="3817161" y="4916166"/>
                  </a:lnTo>
                  <a:lnTo>
                    <a:pt x="3779926" y="4915822"/>
                  </a:lnTo>
                  <a:lnTo>
                    <a:pt x="3725645" y="4915259"/>
                  </a:lnTo>
                  <a:lnTo>
                    <a:pt x="3655778" y="4914442"/>
                  </a:lnTo>
                  <a:lnTo>
                    <a:pt x="3573734" y="4913352"/>
                  </a:lnTo>
                  <a:lnTo>
                    <a:pt x="3483991" y="4911984"/>
                  </a:lnTo>
                  <a:lnTo>
                    <a:pt x="3391130" y="4910343"/>
                  </a:lnTo>
                  <a:lnTo>
                    <a:pt x="3299083" y="4908436"/>
                  </a:lnTo>
                  <a:lnTo>
                    <a:pt x="3210732" y="4906263"/>
                  </a:lnTo>
                  <a:lnTo>
                    <a:pt x="3127848" y="4903818"/>
                  </a:lnTo>
                  <a:lnTo>
                    <a:pt x="3051228" y="4901081"/>
                  </a:lnTo>
                  <a:lnTo>
                    <a:pt x="2980932" y="4898022"/>
                  </a:lnTo>
                  <a:lnTo>
                    <a:pt x="2916516" y="4894595"/>
                  </a:lnTo>
                  <a:lnTo>
                    <a:pt x="2857227" y="4890746"/>
                  </a:lnTo>
                  <a:lnTo>
                    <a:pt x="2802152" y="4886415"/>
                  </a:lnTo>
                  <a:lnTo>
                    <a:pt x="2750324" y="4881538"/>
                  </a:lnTo>
                  <a:lnTo>
                    <a:pt x="2700811" y="4876064"/>
                  </a:lnTo>
                  <a:lnTo>
                    <a:pt x="2667772" y="4871950"/>
                  </a:lnTo>
                  <a:lnTo>
                    <a:pt x="2615428" y="4864698"/>
                  </a:lnTo>
                  <a:lnTo>
                    <a:pt x="2563586" y="4856662"/>
                  </a:lnTo>
                  <a:lnTo>
                    <a:pt x="2511662" y="4847834"/>
                  </a:lnTo>
                  <a:lnTo>
                    <a:pt x="2459273" y="4838235"/>
                  </a:lnTo>
                  <a:lnTo>
                    <a:pt x="2406209" y="4827919"/>
                  </a:lnTo>
                  <a:lnTo>
                    <a:pt x="2352410" y="4816978"/>
                  </a:lnTo>
                  <a:lnTo>
                    <a:pt x="2297944" y="4805537"/>
                  </a:lnTo>
                  <a:lnTo>
                    <a:pt x="2242983" y="4793751"/>
                  </a:lnTo>
                  <a:lnTo>
                    <a:pt x="2187773" y="4781797"/>
                  </a:lnTo>
                  <a:lnTo>
                    <a:pt x="2132591" y="4769862"/>
                  </a:lnTo>
                  <a:lnTo>
                    <a:pt x="2077714" y="4758133"/>
                  </a:lnTo>
                  <a:lnTo>
                    <a:pt x="2023373" y="4746782"/>
                  </a:lnTo>
                  <a:lnTo>
                    <a:pt x="1969723" y="4735960"/>
                  </a:lnTo>
                  <a:lnTo>
                    <a:pt x="1916807" y="4725785"/>
                  </a:lnTo>
                  <a:lnTo>
                    <a:pt x="1864536" y="4716340"/>
                  </a:lnTo>
                  <a:lnTo>
                    <a:pt x="1812666" y="4707674"/>
                  </a:lnTo>
                  <a:lnTo>
                    <a:pt x="1760775" y="4699800"/>
                  </a:lnTo>
                  <a:lnTo>
                    <a:pt x="1719082" y="4694095"/>
                  </a:lnTo>
                  <a:lnTo>
                    <a:pt x="1670680" y="4688195"/>
                  </a:lnTo>
                  <a:lnTo>
                    <a:pt x="1620534" y="4682912"/>
                  </a:lnTo>
                  <a:lnTo>
                    <a:pt x="1567789" y="4678213"/>
                  </a:lnTo>
                  <a:lnTo>
                    <a:pt x="1511493" y="4674041"/>
                  </a:lnTo>
                  <a:lnTo>
                    <a:pt x="1450686" y="4670331"/>
                  </a:lnTo>
                  <a:lnTo>
                    <a:pt x="1384492" y="4667025"/>
                  </a:lnTo>
                  <a:lnTo>
                    <a:pt x="1312237" y="4664071"/>
                  </a:lnTo>
                  <a:lnTo>
                    <a:pt x="1233612" y="4661429"/>
                  </a:lnTo>
                  <a:lnTo>
                    <a:pt x="1148882" y="4659071"/>
                  </a:lnTo>
                  <a:lnTo>
                    <a:pt x="1059128" y="4656982"/>
                  </a:lnTo>
                  <a:lnTo>
                    <a:pt x="966461" y="4655157"/>
                  </a:lnTo>
                  <a:lnTo>
                    <a:pt x="874114" y="4653601"/>
                  </a:lnTo>
                  <a:lnTo>
                    <a:pt x="786284" y="4652321"/>
                  </a:lnTo>
                  <a:lnTo>
                    <a:pt x="707615" y="4651318"/>
                  </a:lnTo>
                  <a:lnTo>
                    <a:pt x="642356" y="4650584"/>
                  </a:lnTo>
                  <a:lnTo>
                    <a:pt x="593385" y="4650094"/>
                  </a:lnTo>
                  <a:lnTo>
                    <a:pt x="561424" y="4649809"/>
                  </a:lnTo>
                  <a:lnTo>
                    <a:pt x="544715" y="4649675"/>
                  </a:lnTo>
                  <a:lnTo>
                    <a:pt x="539164" y="4649635"/>
                  </a:lnTo>
                  <a:lnTo>
                    <a:pt x="538736" y="4649632"/>
                  </a:lnTo>
                  <a:lnTo>
                    <a:pt x="0" y="4649632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36" name="pl1836"/>
            <p:cNvSpPr/>
            <p:nvPr/>
          </p:nvSpPr>
          <p:spPr>
            <a:xfrm>
              <a:off x="546595" y="962794"/>
              <a:ext cx="8234974" cy="4916414"/>
            </a:xfrm>
            <a:custGeom>
              <a:avLst/>
              <a:pathLst>
                <a:path w="8234974" h="4916414">
                  <a:moveTo>
                    <a:pt x="0" y="4649632"/>
                  </a:moveTo>
                  <a:lnTo>
                    <a:pt x="538736" y="4649632"/>
                  </a:lnTo>
                  <a:lnTo>
                    <a:pt x="540038" y="4649641"/>
                  </a:lnTo>
                  <a:lnTo>
                    <a:pt x="548528" y="4649704"/>
                  </a:lnTo>
                  <a:lnTo>
                    <a:pt x="569693" y="4649880"/>
                  </a:lnTo>
                  <a:lnTo>
                    <a:pt x="606929" y="4650224"/>
                  </a:lnTo>
                  <a:lnTo>
                    <a:pt x="661210" y="4650786"/>
                  </a:lnTo>
                  <a:lnTo>
                    <a:pt x="731077" y="4651603"/>
                  </a:lnTo>
                  <a:lnTo>
                    <a:pt x="813121" y="4652693"/>
                  </a:lnTo>
                  <a:lnTo>
                    <a:pt x="902864" y="4654061"/>
                  </a:lnTo>
                  <a:lnTo>
                    <a:pt x="995725" y="4655702"/>
                  </a:lnTo>
                  <a:lnTo>
                    <a:pt x="1087772" y="4657610"/>
                  </a:lnTo>
                  <a:lnTo>
                    <a:pt x="1176122" y="4659783"/>
                  </a:lnTo>
                  <a:lnTo>
                    <a:pt x="1259007" y="4662228"/>
                  </a:lnTo>
                  <a:lnTo>
                    <a:pt x="1335627" y="4664964"/>
                  </a:lnTo>
                  <a:lnTo>
                    <a:pt x="1405923" y="4668024"/>
                  </a:lnTo>
                  <a:lnTo>
                    <a:pt x="1470339" y="4671451"/>
                  </a:lnTo>
                  <a:lnTo>
                    <a:pt x="1529627" y="4675299"/>
                  </a:lnTo>
                  <a:lnTo>
                    <a:pt x="1584702" y="4679630"/>
                  </a:lnTo>
                  <a:lnTo>
                    <a:pt x="1636531" y="4684507"/>
                  </a:lnTo>
                  <a:lnTo>
                    <a:pt x="1686044" y="4689982"/>
                  </a:lnTo>
                  <a:lnTo>
                    <a:pt x="1719082" y="4694095"/>
                  </a:lnTo>
                  <a:lnTo>
                    <a:pt x="1771426" y="4701348"/>
                  </a:lnTo>
                  <a:lnTo>
                    <a:pt x="1823269" y="4709383"/>
                  </a:lnTo>
                  <a:lnTo>
                    <a:pt x="1875193" y="4718211"/>
                  </a:lnTo>
                  <a:lnTo>
                    <a:pt x="1927581" y="4727810"/>
                  </a:lnTo>
                  <a:lnTo>
                    <a:pt x="1980645" y="4738126"/>
                  </a:lnTo>
                  <a:lnTo>
                    <a:pt x="2034445" y="4749067"/>
                  </a:lnTo>
                  <a:lnTo>
                    <a:pt x="2088911" y="4760508"/>
                  </a:lnTo>
                  <a:lnTo>
                    <a:pt x="2143871" y="4772294"/>
                  </a:lnTo>
                  <a:lnTo>
                    <a:pt x="2199082" y="4784249"/>
                  </a:lnTo>
                  <a:lnTo>
                    <a:pt x="2254263" y="4796184"/>
                  </a:lnTo>
                  <a:lnTo>
                    <a:pt x="2309141" y="4807913"/>
                  </a:lnTo>
                  <a:lnTo>
                    <a:pt x="2363481" y="4819263"/>
                  </a:lnTo>
                  <a:lnTo>
                    <a:pt x="2417132" y="4830086"/>
                  </a:lnTo>
                  <a:lnTo>
                    <a:pt x="2470048" y="4840261"/>
                  </a:lnTo>
                  <a:lnTo>
                    <a:pt x="2522319" y="4849706"/>
                  </a:lnTo>
                  <a:lnTo>
                    <a:pt x="2574189" y="4858372"/>
                  </a:lnTo>
                  <a:lnTo>
                    <a:pt x="2626080" y="4866245"/>
                  </a:lnTo>
                  <a:lnTo>
                    <a:pt x="2667772" y="4871950"/>
                  </a:lnTo>
                  <a:lnTo>
                    <a:pt x="2716175" y="4877851"/>
                  </a:lnTo>
                  <a:lnTo>
                    <a:pt x="2766321" y="4883133"/>
                  </a:lnTo>
                  <a:lnTo>
                    <a:pt x="2819066" y="4887832"/>
                  </a:lnTo>
                  <a:lnTo>
                    <a:pt x="2875362" y="4892005"/>
                  </a:lnTo>
                  <a:lnTo>
                    <a:pt x="2936168" y="4895714"/>
                  </a:lnTo>
                  <a:lnTo>
                    <a:pt x="3002362" y="4899020"/>
                  </a:lnTo>
                  <a:lnTo>
                    <a:pt x="3074618" y="4901974"/>
                  </a:lnTo>
                  <a:lnTo>
                    <a:pt x="3153243" y="4904617"/>
                  </a:lnTo>
                  <a:lnTo>
                    <a:pt x="3237973" y="4906975"/>
                  </a:lnTo>
                  <a:lnTo>
                    <a:pt x="3327727" y="4909064"/>
                  </a:lnTo>
                  <a:lnTo>
                    <a:pt x="3420394" y="4910888"/>
                  </a:lnTo>
                  <a:lnTo>
                    <a:pt x="3512740" y="4912444"/>
                  </a:lnTo>
                  <a:lnTo>
                    <a:pt x="3600571" y="4913725"/>
                  </a:lnTo>
                  <a:lnTo>
                    <a:pt x="3679240" y="4914728"/>
                  </a:lnTo>
                  <a:lnTo>
                    <a:pt x="3744498" y="4915462"/>
                  </a:lnTo>
                  <a:lnTo>
                    <a:pt x="3793469" y="4915951"/>
                  </a:lnTo>
                  <a:lnTo>
                    <a:pt x="3825430" y="4916237"/>
                  </a:lnTo>
                  <a:lnTo>
                    <a:pt x="3842140" y="4916371"/>
                  </a:lnTo>
                  <a:lnTo>
                    <a:pt x="3847691" y="4916411"/>
                  </a:lnTo>
                  <a:lnTo>
                    <a:pt x="3848118" y="4916414"/>
                  </a:lnTo>
                  <a:lnTo>
                    <a:pt x="4386855" y="4916414"/>
                  </a:lnTo>
                  <a:lnTo>
                    <a:pt x="4387710" y="4916308"/>
                  </a:lnTo>
                  <a:lnTo>
                    <a:pt x="4393337" y="4915550"/>
                  </a:lnTo>
                  <a:lnTo>
                    <a:pt x="4407562" y="4913455"/>
                  </a:lnTo>
                  <a:lnTo>
                    <a:pt x="4433082" y="4909330"/>
                  </a:lnTo>
                  <a:lnTo>
                    <a:pt x="4471292" y="4902527"/>
                  </a:lnTo>
                  <a:lnTo>
                    <a:pt x="4522172" y="4892507"/>
                  </a:lnTo>
                  <a:lnTo>
                    <a:pt x="4584376" y="4878893"/>
                  </a:lnTo>
                  <a:lnTo>
                    <a:pt x="4655534" y="4861479"/>
                  </a:lnTo>
                  <a:lnTo>
                    <a:pt x="4732710" y="4840216"/>
                  </a:lnTo>
                  <a:lnTo>
                    <a:pt x="4812880" y="4815151"/>
                  </a:lnTo>
                  <a:lnTo>
                    <a:pt x="4893328" y="4786368"/>
                  </a:lnTo>
                  <a:lnTo>
                    <a:pt x="4971884" y="4753921"/>
                  </a:lnTo>
                  <a:lnTo>
                    <a:pt x="5047015" y="4717786"/>
                  </a:lnTo>
                  <a:lnTo>
                    <a:pt x="5117800" y="4677830"/>
                  </a:lnTo>
                  <a:lnTo>
                    <a:pt x="5183834" y="4633793"/>
                  </a:lnTo>
                  <a:lnTo>
                    <a:pt x="5245110" y="4585283"/>
                  </a:lnTo>
                  <a:lnTo>
                    <a:pt x="5301903" y="4531783"/>
                  </a:lnTo>
                  <a:lnTo>
                    <a:pt x="5354675" y="4472664"/>
                  </a:lnTo>
                  <a:lnTo>
                    <a:pt x="5403998" y="4407206"/>
                  </a:lnTo>
                  <a:lnTo>
                    <a:pt x="5450495" y="4334652"/>
                  </a:lnTo>
                  <a:lnTo>
                    <a:pt x="5494794" y="4254272"/>
                  </a:lnTo>
                  <a:lnTo>
                    <a:pt x="5537488" y="4165497"/>
                  </a:lnTo>
                  <a:lnTo>
                    <a:pt x="5567201" y="4097011"/>
                  </a:lnTo>
                  <a:lnTo>
                    <a:pt x="5595148" y="4027691"/>
                  </a:lnTo>
                  <a:lnTo>
                    <a:pt x="5622857" y="3954355"/>
                  </a:lnTo>
                  <a:lnTo>
                    <a:pt x="5650440" y="3876922"/>
                  </a:lnTo>
                  <a:lnTo>
                    <a:pt x="5677991" y="3795353"/>
                  </a:lnTo>
                  <a:lnTo>
                    <a:pt x="5705585" y="3709646"/>
                  </a:lnTo>
                  <a:lnTo>
                    <a:pt x="5733282" y="3619851"/>
                  </a:lnTo>
                  <a:lnTo>
                    <a:pt x="5761129" y="3526064"/>
                  </a:lnTo>
                  <a:lnTo>
                    <a:pt x="5789157" y="3428433"/>
                  </a:lnTo>
                  <a:lnTo>
                    <a:pt x="5817387" y="3327159"/>
                  </a:lnTo>
                  <a:lnTo>
                    <a:pt x="5845827" y="3222497"/>
                  </a:lnTo>
                  <a:lnTo>
                    <a:pt x="5874474" y="3114754"/>
                  </a:lnTo>
                  <a:lnTo>
                    <a:pt x="5903317" y="3004286"/>
                  </a:lnTo>
                  <a:lnTo>
                    <a:pt x="5932334" y="2891496"/>
                  </a:lnTo>
                  <a:lnTo>
                    <a:pt x="5961498" y="2776827"/>
                  </a:lnTo>
                  <a:lnTo>
                    <a:pt x="5990773" y="2660755"/>
                  </a:lnTo>
                  <a:lnTo>
                    <a:pt x="6020122" y="2543781"/>
                  </a:lnTo>
                  <a:lnTo>
                    <a:pt x="6049502" y="2426423"/>
                  </a:lnTo>
                  <a:lnTo>
                    <a:pt x="6078870" y="2309209"/>
                  </a:lnTo>
                  <a:lnTo>
                    <a:pt x="6108184" y="2192660"/>
                  </a:lnTo>
                  <a:lnTo>
                    <a:pt x="6137403" y="2077286"/>
                  </a:lnTo>
                  <a:lnTo>
                    <a:pt x="6166491" y="1963577"/>
                  </a:lnTo>
                  <a:lnTo>
                    <a:pt x="6195417" y="1851993"/>
                  </a:lnTo>
                  <a:lnTo>
                    <a:pt x="6224156" y="1742953"/>
                  </a:lnTo>
                  <a:lnTo>
                    <a:pt x="6252692" y="1636837"/>
                  </a:lnTo>
                  <a:lnTo>
                    <a:pt x="6281018" y="1533975"/>
                  </a:lnTo>
                  <a:lnTo>
                    <a:pt x="6309137" y="1434646"/>
                  </a:lnTo>
                  <a:lnTo>
                    <a:pt x="6337064" y="1339074"/>
                  </a:lnTo>
                  <a:lnTo>
                    <a:pt x="6364824" y="1247434"/>
                  </a:lnTo>
                  <a:lnTo>
                    <a:pt x="6392459" y="1159844"/>
                  </a:lnTo>
                  <a:lnTo>
                    <a:pt x="6420021" y="1076375"/>
                  </a:lnTo>
                  <a:lnTo>
                    <a:pt x="6447580" y="997048"/>
                  </a:lnTo>
                  <a:lnTo>
                    <a:pt x="6475219" y="921842"/>
                  </a:lnTo>
                  <a:lnTo>
                    <a:pt x="6503041" y="850692"/>
                  </a:lnTo>
                  <a:lnTo>
                    <a:pt x="6515891" y="819402"/>
                  </a:lnTo>
                  <a:lnTo>
                    <a:pt x="6557760" y="724483"/>
                  </a:lnTo>
                  <a:lnTo>
                    <a:pt x="6600859" y="638167"/>
                  </a:lnTo>
                  <a:lnTo>
                    <a:pt x="6645728" y="560108"/>
                  </a:lnTo>
                  <a:lnTo>
                    <a:pt x="6692973" y="489674"/>
                  </a:lnTo>
                  <a:lnTo>
                    <a:pt x="6743226" y="426117"/>
                  </a:lnTo>
                  <a:lnTo>
                    <a:pt x="6797101" y="368686"/>
                  </a:lnTo>
                  <a:lnTo>
                    <a:pt x="6855143" y="316682"/>
                  </a:lnTo>
                  <a:lnTo>
                    <a:pt x="6917770" y="269507"/>
                  </a:lnTo>
                  <a:lnTo>
                    <a:pt x="6985188" y="226679"/>
                  </a:lnTo>
                  <a:lnTo>
                    <a:pt x="7057286" y="187844"/>
                  </a:lnTo>
                  <a:lnTo>
                    <a:pt x="7133523" y="152779"/>
                  </a:lnTo>
                  <a:lnTo>
                    <a:pt x="7212808" y="121384"/>
                  </a:lnTo>
                  <a:lnTo>
                    <a:pt x="7293426" y="93663"/>
                  </a:lnTo>
                  <a:lnTo>
                    <a:pt x="7373032" y="69685"/>
                  </a:lnTo>
                  <a:lnTo>
                    <a:pt x="7448791" y="49527"/>
                  </a:lnTo>
                  <a:lnTo>
                    <a:pt x="7517657" y="33219"/>
                  </a:lnTo>
                  <a:lnTo>
                    <a:pt x="7576807" y="20667"/>
                  </a:lnTo>
                  <a:lnTo>
                    <a:pt x="7624124" y="11620"/>
                  </a:lnTo>
                  <a:lnTo>
                    <a:pt x="7658621" y="5648"/>
                  </a:lnTo>
                  <a:lnTo>
                    <a:pt x="7680686" y="2177"/>
                  </a:lnTo>
                  <a:lnTo>
                    <a:pt x="7692107" y="539"/>
                  </a:lnTo>
                  <a:lnTo>
                    <a:pt x="7695924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7" name="pl1837"/>
            <p:cNvSpPr/>
            <p:nvPr/>
          </p:nvSpPr>
          <p:spPr>
            <a:xfrm>
              <a:off x="546595" y="951904"/>
              <a:ext cx="8234974" cy="4916414"/>
            </a:xfrm>
            <a:custGeom>
              <a:avLst/>
              <a:pathLst>
                <a:path w="8234974" h="4916414">
                  <a:moveTo>
                    <a:pt x="8234974" y="0"/>
                  </a:move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17" y="4916405"/>
                  </a:lnTo>
                  <a:lnTo>
                    <a:pt x="3838326" y="4916342"/>
                  </a:lnTo>
                  <a:lnTo>
                    <a:pt x="3817161" y="4916166"/>
                  </a:lnTo>
                  <a:lnTo>
                    <a:pt x="3779926" y="4915822"/>
                  </a:lnTo>
                  <a:lnTo>
                    <a:pt x="3725645" y="4915259"/>
                  </a:lnTo>
                  <a:lnTo>
                    <a:pt x="3655778" y="4914442"/>
                  </a:lnTo>
                  <a:lnTo>
                    <a:pt x="3573734" y="4913352"/>
                  </a:lnTo>
                  <a:lnTo>
                    <a:pt x="3483991" y="4911984"/>
                  </a:lnTo>
                  <a:lnTo>
                    <a:pt x="3391130" y="4910343"/>
                  </a:lnTo>
                  <a:lnTo>
                    <a:pt x="3299083" y="4908436"/>
                  </a:lnTo>
                  <a:lnTo>
                    <a:pt x="3210732" y="4906263"/>
                  </a:lnTo>
                  <a:lnTo>
                    <a:pt x="3127848" y="4903818"/>
                  </a:lnTo>
                  <a:lnTo>
                    <a:pt x="3051228" y="4901081"/>
                  </a:lnTo>
                  <a:lnTo>
                    <a:pt x="2980932" y="4898022"/>
                  </a:lnTo>
                  <a:lnTo>
                    <a:pt x="2916516" y="4894595"/>
                  </a:lnTo>
                  <a:lnTo>
                    <a:pt x="2857227" y="4890746"/>
                  </a:lnTo>
                  <a:lnTo>
                    <a:pt x="2802152" y="4886415"/>
                  </a:lnTo>
                  <a:lnTo>
                    <a:pt x="2750324" y="4881538"/>
                  </a:lnTo>
                  <a:lnTo>
                    <a:pt x="2700811" y="4876064"/>
                  </a:lnTo>
                  <a:lnTo>
                    <a:pt x="2667772" y="4871950"/>
                  </a:lnTo>
                  <a:lnTo>
                    <a:pt x="2615428" y="4864698"/>
                  </a:lnTo>
                  <a:lnTo>
                    <a:pt x="2563586" y="4856662"/>
                  </a:lnTo>
                  <a:lnTo>
                    <a:pt x="2511662" y="4847834"/>
                  </a:lnTo>
                  <a:lnTo>
                    <a:pt x="2459273" y="4838235"/>
                  </a:lnTo>
                  <a:lnTo>
                    <a:pt x="2406209" y="4827919"/>
                  </a:lnTo>
                  <a:lnTo>
                    <a:pt x="2352410" y="4816978"/>
                  </a:lnTo>
                  <a:lnTo>
                    <a:pt x="2297944" y="4805537"/>
                  </a:lnTo>
                  <a:lnTo>
                    <a:pt x="2242983" y="4793751"/>
                  </a:lnTo>
                  <a:lnTo>
                    <a:pt x="2187773" y="4781797"/>
                  </a:lnTo>
                  <a:lnTo>
                    <a:pt x="2132591" y="4769862"/>
                  </a:lnTo>
                  <a:lnTo>
                    <a:pt x="2077714" y="4758133"/>
                  </a:lnTo>
                  <a:lnTo>
                    <a:pt x="2023373" y="4746782"/>
                  </a:lnTo>
                  <a:lnTo>
                    <a:pt x="1969723" y="4735960"/>
                  </a:lnTo>
                  <a:lnTo>
                    <a:pt x="1916807" y="4725785"/>
                  </a:lnTo>
                  <a:lnTo>
                    <a:pt x="1864536" y="4716340"/>
                  </a:lnTo>
                  <a:lnTo>
                    <a:pt x="1812666" y="4707674"/>
                  </a:lnTo>
                  <a:lnTo>
                    <a:pt x="1760775" y="4699800"/>
                  </a:lnTo>
                  <a:lnTo>
                    <a:pt x="1719082" y="4694095"/>
                  </a:lnTo>
                  <a:lnTo>
                    <a:pt x="1670680" y="4688195"/>
                  </a:lnTo>
                  <a:lnTo>
                    <a:pt x="1620534" y="4682912"/>
                  </a:lnTo>
                  <a:lnTo>
                    <a:pt x="1567789" y="4678213"/>
                  </a:lnTo>
                  <a:lnTo>
                    <a:pt x="1511493" y="4674041"/>
                  </a:lnTo>
                  <a:lnTo>
                    <a:pt x="1450686" y="4670331"/>
                  </a:lnTo>
                  <a:lnTo>
                    <a:pt x="1384492" y="4667025"/>
                  </a:lnTo>
                  <a:lnTo>
                    <a:pt x="1312237" y="4664071"/>
                  </a:lnTo>
                  <a:lnTo>
                    <a:pt x="1233612" y="4661429"/>
                  </a:lnTo>
                  <a:lnTo>
                    <a:pt x="1148882" y="4659071"/>
                  </a:lnTo>
                  <a:lnTo>
                    <a:pt x="1059128" y="4656982"/>
                  </a:lnTo>
                  <a:lnTo>
                    <a:pt x="966461" y="4655157"/>
                  </a:lnTo>
                  <a:lnTo>
                    <a:pt x="874114" y="4653601"/>
                  </a:lnTo>
                  <a:lnTo>
                    <a:pt x="786284" y="4652321"/>
                  </a:lnTo>
                  <a:lnTo>
                    <a:pt x="707615" y="4651318"/>
                  </a:lnTo>
                  <a:lnTo>
                    <a:pt x="642356" y="4650584"/>
                  </a:lnTo>
                  <a:lnTo>
                    <a:pt x="593385" y="4650094"/>
                  </a:lnTo>
                  <a:lnTo>
                    <a:pt x="561424" y="4649809"/>
                  </a:lnTo>
                  <a:lnTo>
                    <a:pt x="544715" y="4649675"/>
                  </a:lnTo>
                  <a:lnTo>
                    <a:pt x="539164" y="4649635"/>
                  </a:lnTo>
                  <a:lnTo>
                    <a:pt x="538736" y="4649632"/>
                  </a:lnTo>
                  <a:lnTo>
                    <a:pt x="0" y="4649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8" name="pg1838"/>
            <p:cNvSpPr/>
            <p:nvPr/>
          </p:nvSpPr>
          <p:spPr>
            <a:xfrm>
              <a:off x="546595" y="2988160"/>
              <a:ext cx="8234974" cy="2569820"/>
            </a:xfrm>
            <a:custGeom>
              <a:avLst/>
              <a:pathLst>
                <a:path w="8234974" h="2569820">
                  <a:moveTo>
                    <a:pt x="0" y="2569820"/>
                  </a:moveTo>
                  <a:lnTo>
                    <a:pt x="538736" y="2569820"/>
                  </a:lnTo>
                  <a:lnTo>
                    <a:pt x="539926" y="2569742"/>
                  </a:lnTo>
                  <a:lnTo>
                    <a:pt x="547707" y="2569185"/>
                  </a:lnTo>
                  <a:lnTo>
                    <a:pt x="567166" y="2567647"/>
                  </a:lnTo>
                  <a:lnTo>
                    <a:pt x="601558" y="2564627"/>
                  </a:lnTo>
                  <a:lnTo>
                    <a:pt x="652016" y="2559680"/>
                  </a:lnTo>
                  <a:lnTo>
                    <a:pt x="717489" y="2552473"/>
                  </a:lnTo>
                  <a:lnTo>
                    <a:pt x="795103" y="2542813"/>
                  </a:lnTo>
                  <a:lnTo>
                    <a:pt x="880884" y="2530640"/>
                  </a:lnTo>
                  <a:lnTo>
                    <a:pt x="970596" y="2515981"/>
                  </a:lnTo>
                  <a:lnTo>
                    <a:pt x="1060449" y="2498896"/>
                  </a:lnTo>
                  <a:lnTo>
                    <a:pt x="1147519" y="2479419"/>
                  </a:lnTo>
                  <a:lnTo>
                    <a:pt x="1229879" y="2457512"/>
                  </a:lnTo>
                  <a:lnTo>
                    <a:pt x="1306520" y="2433044"/>
                  </a:lnTo>
                  <a:lnTo>
                    <a:pt x="1377162" y="2405778"/>
                  </a:lnTo>
                  <a:lnTo>
                    <a:pt x="1442049" y="2375372"/>
                  </a:lnTo>
                  <a:lnTo>
                    <a:pt x="1501766" y="2341386"/>
                  </a:lnTo>
                  <a:lnTo>
                    <a:pt x="1557093" y="2303305"/>
                  </a:lnTo>
                  <a:lnTo>
                    <a:pt x="1608901" y="2260576"/>
                  </a:lnTo>
                  <a:lnTo>
                    <a:pt x="1658067" y="2212673"/>
                  </a:lnTo>
                  <a:lnTo>
                    <a:pt x="1705400" y="2159226"/>
                  </a:lnTo>
                  <a:lnTo>
                    <a:pt x="1719082" y="2142424"/>
                  </a:lnTo>
                  <a:lnTo>
                    <a:pt x="1755945" y="2094216"/>
                  </a:lnTo>
                  <a:lnTo>
                    <a:pt x="1792458" y="2042328"/>
                  </a:lnTo>
                  <a:lnTo>
                    <a:pt x="1828857" y="1986685"/>
                  </a:lnTo>
                  <a:lnTo>
                    <a:pt x="1865326" y="1927279"/>
                  </a:lnTo>
                  <a:lnTo>
                    <a:pt x="1901998" y="1864174"/>
                  </a:lnTo>
                  <a:lnTo>
                    <a:pt x="1938967" y="1797514"/>
                  </a:lnTo>
                  <a:lnTo>
                    <a:pt x="1976284" y="1727526"/>
                  </a:lnTo>
                  <a:lnTo>
                    <a:pt x="2013968" y="1654521"/>
                  </a:lnTo>
                  <a:lnTo>
                    <a:pt x="2052002" y="1578894"/>
                  </a:lnTo>
                  <a:lnTo>
                    <a:pt x="2090345" y="1501112"/>
                  </a:lnTo>
                  <a:lnTo>
                    <a:pt x="2128931" y="1421711"/>
                  </a:lnTo>
                  <a:lnTo>
                    <a:pt x="2167676" y="1341274"/>
                  </a:lnTo>
                  <a:lnTo>
                    <a:pt x="2206487" y="1260419"/>
                  </a:lnTo>
                  <a:lnTo>
                    <a:pt x="2245265" y="1179776"/>
                  </a:lnTo>
                  <a:lnTo>
                    <a:pt x="2283912" y="1099969"/>
                  </a:lnTo>
                  <a:lnTo>
                    <a:pt x="2322343" y="1021597"/>
                  </a:lnTo>
                  <a:lnTo>
                    <a:pt x="2360484" y="945210"/>
                  </a:lnTo>
                  <a:lnTo>
                    <a:pt x="2398286" y="871300"/>
                  </a:lnTo>
                  <a:lnTo>
                    <a:pt x="2435723" y="800287"/>
                  </a:lnTo>
                  <a:lnTo>
                    <a:pt x="2472801" y="732510"/>
                  </a:lnTo>
                  <a:lnTo>
                    <a:pt x="2509563" y="668222"/>
                  </a:lnTo>
                  <a:lnTo>
                    <a:pt x="2546085" y="607595"/>
                  </a:lnTo>
                  <a:lnTo>
                    <a:pt x="2582490" y="550719"/>
                  </a:lnTo>
                  <a:lnTo>
                    <a:pt x="2618942" y="497608"/>
                  </a:lnTo>
                  <a:lnTo>
                    <a:pt x="2655661" y="448209"/>
                  </a:lnTo>
                  <a:lnTo>
                    <a:pt x="2667772" y="432840"/>
                  </a:lnTo>
                  <a:lnTo>
                    <a:pt x="2714702" y="377733"/>
                  </a:lnTo>
                  <a:lnTo>
                    <a:pt x="2763249" y="328227"/>
                  </a:lnTo>
                  <a:lnTo>
                    <a:pt x="2814190" y="284025"/>
                  </a:lnTo>
                  <a:lnTo>
                    <a:pt x="2868389" y="244634"/>
                  </a:lnTo>
                  <a:lnTo>
                    <a:pt x="2926728" y="209499"/>
                  </a:lnTo>
                  <a:lnTo>
                    <a:pt x="2990021" y="178089"/>
                  </a:lnTo>
                  <a:lnTo>
                    <a:pt x="3058926" y="149940"/>
                  </a:lnTo>
                  <a:lnTo>
                    <a:pt x="3133803" y="124678"/>
                  </a:lnTo>
                  <a:lnTo>
                    <a:pt x="3214548" y="102036"/>
                  </a:lnTo>
                  <a:lnTo>
                    <a:pt x="3300389" y="81851"/>
                  </a:lnTo>
                  <a:lnTo>
                    <a:pt x="3389681" y="64061"/>
                  </a:lnTo>
                  <a:lnTo>
                    <a:pt x="3479795" y="48682"/>
                  </a:lnTo>
                  <a:lnTo>
                    <a:pt x="3567164" y="35772"/>
                  </a:lnTo>
                  <a:lnTo>
                    <a:pt x="3647622" y="25374"/>
                  </a:lnTo>
                  <a:lnTo>
                    <a:pt x="3717031" y="17459"/>
                  </a:lnTo>
                  <a:lnTo>
                    <a:pt x="3772109" y="11875"/>
                  </a:lnTo>
                  <a:lnTo>
                    <a:pt x="3811212" y="8330"/>
                  </a:lnTo>
                  <a:lnTo>
                    <a:pt x="3834818" y="6406"/>
                  </a:lnTo>
                  <a:lnTo>
                    <a:pt x="3845583" y="561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7" y="5507"/>
                  </a:lnTo>
                  <a:lnTo>
                    <a:pt x="4396132" y="5956"/>
                  </a:lnTo>
                  <a:lnTo>
                    <a:pt x="4416227" y="7198"/>
                  </a:lnTo>
                  <a:lnTo>
                    <a:pt x="4451684" y="9635"/>
                  </a:lnTo>
                  <a:lnTo>
                    <a:pt x="4503578" y="13624"/>
                  </a:lnTo>
                  <a:lnTo>
                    <a:pt x="4570711" y="19426"/>
                  </a:lnTo>
                  <a:lnTo>
                    <a:pt x="4650010" y="27192"/>
                  </a:lnTo>
                  <a:lnTo>
                    <a:pt x="4737311" y="36962"/>
                  </a:lnTo>
                  <a:lnTo>
                    <a:pt x="4828245" y="48711"/>
                  </a:lnTo>
                  <a:lnTo>
                    <a:pt x="4918962" y="62389"/>
                  </a:lnTo>
                  <a:lnTo>
                    <a:pt x="5006550" y="77977"/>
                  </a:lnTo>
                  <a:lnTo>
                    <a:pt x="5089136" y="95511"/>
                  </a:lnTo>
                  <a:lnTo>
                    <a:pt x="5165788" y="115109"/>
                  </a:lnTo>
                  <a:lnTo>
                    <a:pt x="5236310" y="136975"/>
                  </a:lnTo>
                  <a:lnTo>
                    <a:pt x="5301020" y="161399"/>
                  </a:lnTo>
                  <a:lnTo>
                    <a:pt x="5360568" y="188746"/>
                  </a:lnTo>
                  <a:lnTo>
                    <a:pt x="5415787" y="219441"/>
                  </a:lnTo>
                  <a:lnTo>
                    <a:pt x="5467583" y="253931"/>
                  </a:lnTo>
                  <a:lnTo>
                    <a:pt x="5516858" y="292623"/>
                  </a:lnTo>
                  <a:lnTo>
                    <a:pt x="5564425" y="335774"/>
                  </a:lnTo>
                  <a:lnTo>
                    <a:pt x="5567201" y="338468"/>
                  </a:lnTo>
                  <a:lnTo>
                    <a:pt x="5607485" y="379685"/>
                  </a:lnTo>
                  <a:lnTo>
                    <a:pt x="5647379" y="424338"/>
                  </a:lnTo>
                  <a:lnTo>
                    <a:pt x="5687182" y="472495"/>
                  </a:lnTo>
                  <a:lnTo>
                    <a:pt x="5727117" y="524146"/>
                  </a:lnTo>
                  <a:lnTo>
                    <a:pt x="5767342" y="579201"/>
                  </a:lnTo>
                  <a:lnTo>
                    <a:pt x="5807955" y="637478"/>
                  </a:lnTo>
                  <a:lnTo>
                    <a:pt x="5849002" y="698700"/>
                  </a:lnTo>
                  <a:lnTo>
                    <a:pt x="5890477" y="762499"/>
                  </a:lnTo>
                  <a:lnTo>
                    <a:pt x="5932337" y="828421"/>
                  </a:lnTo>
                  <a:lnTo>
                    <a:pt x="5974500" y="895933"/>
                  </a:lnTo>
                  <a:lnTo>
                    <a:pt x="6016861" y="964447"/>
                  </a:lnTo>
                  <a:lnTo>
                    <a:pt x="6059298" y="1033335"/>
                  </a:lnTo>
                  <a:lnTo>
                    <a:pt x="6101680" y="1101954"/>
                  </a:lnTo>
                  <a:lnTo>
                    <a:pt x="6143883" y="1169672"/>
                  </a:lnTo>
                  <a:lnTo>
                    <a:pt x="6185799" y="1235891"/>
                  </a:lnTo>
                  <a:lnTo>
                    <a:pt x="6227341" y="1300071"/>
                  </a:lnTo>
                  <a:lnTo>
                    <a:pt x="6268459" y="1361742"/>
                  </a:lnTo>
                  <a:lnTo>
                    <a:pt x="6309141" y="1420521"/>
                  </a:lnTo>
                  <a:lnTo>
                    <a:pt x="6349425" y="1476117"/>
                  </a:lnTo>
                  <a:lnTo>
                    <a:pt x="6389398" y="1528334"/>
                  </a:lnTo>
                  <a:lnTo>
                    <a:pt x="6429209" y="1577064"/>
                  </a:lnTo>
                  <a:lnTo>
                    <a:pt x="6469070" y="1622287"/>
                  </a:lnTo>
                  <a:lnTo>
                    <a:pt x="6509266" y="1664058"/>
                  </a:lnTo>
                  <a:lnTo>
                    <a:pt x="6515891" y="1670564"/>
                  </a:lnTo>
                  <a:lnTo>
                    <a:pt x="6563379" y="1713980"/>
                  </a:lnTo>
                  <a:lnTo>
                    <a:pt x="6612531" y="1752931"/>
                  </a:lnTo>
                  <a:lnTo>
                    <a:pt x="6664154" y="1787660"/>
                  </a:lnTo>
                  <a:lnTo>
                    <a:pt x="6719144" y="1818567"/>
                  </a:lnTo>
                  <a:lnTo>
                    <a:pt x="6778412" y="1846100"/>
                  </a:lnTo>
                  <a:lnTo>
                    <a:pt x="6842796" y="1870686"/>
                  </a:lnTo>
                  <a:lnTo>
                    <a:pt x="6912960" y="1892694"/>
                  </a:lnTo>
                  <a:lnTo>
                    <a:pt x="6989249" y="1912420"/>
                  </a:lnTo>
                  <a:lnTo>
                    <a:pt x="7071502" y="1930072"/>
                  </a:lnTo>
                  <a:lnTo>
                    <a:pt x="7158836" y="1945773"/>
                  </a:lnTo>
                  <a:lnTo>
                    <a:pt x="7249439" y="1959565"/>
                  </a:lnTo>
                  <a:lnTo>
                    <a:pt x="7340459" y="1971429"/>
                  </a:lnTo>
                  <a:lnTo>
                    <a:pt x="7428094" y="1981318"/>
                  </a:lnTo>
                  <a:lnTo>
                    <a:pt x="7507989" y="1989202"/>
                  </a:lnTo>
                  <a:lnTo>
                    <a:pt x="7575942" y="1995118"/>
                  </a:lnTo>
                  <a:lnTo>
                    <a:pt x="7628793" y="1999207"/>
                  </a:lnTo>
                  <a:lnTo>
                    <a:pt x="7665216" y="2001727"/>
                  </a:lnTo>
                  <a:lnTo>
                    <a:pt x="7686149" y="2003029"/>
                  </a:lnTo>
                  <a:lnTo>
                    <a:pt x="7694779" y="2003513"/>
                  </a:lnTo>
                  <a:lnTo>
                    <a:pt x="7696237" y="2003588"/>
                  </a:lnTo>
                  <a:lnTo>
                    <a:pt x="8234974" y="2003588"/>
                  </a:lnTo>
                  <a:lnTo>
                    <a:pt x="8234974" y="1998144"/>
                  </a:lnTo>
                  <a:lnTo>
                    <a:pt x="7696237" y="1998144"/>
                  </a:lnTo>
                  <a:lnTo>
                    <a:pt x="7695006" y="1998081"/>
                  </a:lnTo>
                  <a:lnTo>
                    <a:pt x="7686961" y="1997632"/>
                  </a:lnTo>
                  <a:lnTo>
                    <a:pt x="7666865" y="1996390"/>
                  </a:lnTo>
                  <a:lnTo>
                    <a:pt x="7631408" y="1993953"/>
                  </a:lnTo>
                  <a:lnTo>
                    <a:pt x="7579514" y="1989964"/>
                  </a:lnTo>
                  <a:lnTo>
                    <a:pt x="7512382" y="1984161"/>
                  </a:lnTo>
                  <a:lnTo>
                    <a:pt x="7433082" y="1976396"/>
                  </a:lnTo>
                  <a:lnTo>
                    <a:pt x="7345781" y="1966625"/>
                  </a:lnTo>
                  <a:lnTo>
                    <a:pt x="7254847" y="1954877"/>
                  </a:lnTo>
                  <a:lnTo>
                    <a:pt x="7164130" y="1941198"/>
                  </a:lnTo>
                  <a:lnTo>
                    <a:pt x="7076543" y="1925611"/>
                  </a:lnTo>
                  <a:lnTo>
                    <a:pt x="6993957" y="1908076"/>
                  </a:lnTo>
                  <a:lnTo>
                    <a:pt x="6917304" y="1888478"/>
                  </a:lnTo>
                  <a:lnTo>
                    <a:pt x="6846783" y="1866612"/>
                  </a:lnTo>
                  <a:lnTo>
                    <a:pt x="6782072" y="1842189"/>
                  </a:lnTo>
                  <a:lnTo>
                    <a:pt x="6722524" y="1814842"/>
                  </a:lnTo>
                  <a:lnTo>
                    <a:pt x="6667306" y="1784147"/>
                  </a:lnTo>
                  <a:lnTo>
                    <a:pt x="6615510" y="1749656"/>
                  </a:lnTo>
                  <a:lnTo>
                    <a:pt x="6566234" y="1710964"/>
                  </a:lnTo>
                  <a:lnTo>
                    <a:pt x="6518668" y="1667814"/>
                  </a:lnTo>
                  <a:lnTo>
                    <a:pt x="6515891" y="1665120"/>
                  </a:lnTo>
                  <a:lnTo>
                    <a:pt x="6475607" y="1623903"/>
                  </a:lnTo>
                  <a:lnTo>
                    <a:pt x="6435713" y="1579249"/>
                  </a:lnTo>
                  <a:lnTo>
                    <a:pt x="6395911" y="1531093"/>
                  </a:lnTo>
                  <a:lnTo>
                    <a:pt x="6355976" y="1479441"/>
                  </a:lnTo>
                  <a:lnTo>
                    <a:pt x="6315750" y="1424386"/>
                  </a:lnTo>
                  <a:lnTo>
                    <a:pt x="6275137" y="1366110"/>
                  </a:lnTo>
                  <a:lnTo>
                    <a:pt x="6234091" y="1304888"/>
                  </a:lnTo>
                  <a:lnTo>
                    <a:pt x="6192615" y="1241088"/>
                  </a:lnTo>
                  <a:lnTo>
                    <a:pt x="6150756" y="1175167"/>
                  </a:lnTo>
                  <a:lnTo>
                    <a:pt x="6108592" y="1107654"/>
                  </a:lnTo>
                  <a:lnTo>
                    <a:pt x="6066231" y="1039140"/>
                  </a:lnTo>
                  <a:lnTo>
                    <a:pt x="6023795" y="970253"/>
                  </a:lnTo>
                  <a:lnTo>
                    <a:pt x="5981413" y="901634"/>
                  </a:lnTo>
                  <a:lnTo>
                    <a:pt x="5939209" y="833916"/>
                  </a:lnTo>
                  <a:lnTo>
                    <a:pt x="5897294" y="767696"/>
                  </a:lnTo>
                  <a:lnTo>
                    <a:pt x="5855751" y="703517"/>
                  </a:lnTo>
                  <a:lnTo>
                    <a:pt x="5814633" y="641846"/>
                  </a:lnTo>
                  <a:lnTo>
                    <a:pt x="5773951" y="583067"/>
                  </a:lnTo>
                  <a:lnTo>
                    <a:pt x="5733668" y="527470"/>
                  </a:lnTo>
                  <a:lnTo>
                    <a:pt x="5693694" y="475254"/>
                  </a:lnTo>
                  <a:lnTo>
                    <a:pt x="5653883" y="426524"/>
                  </a:lnTo>
                  <a:lnTo>
                    <a:pt x="5614023" y="381300"/>
                  </a:lnTo>
                  <a:lnTo>
                    <a:pt x="5573827" y="339529"/>
                  </a:lnTo>
                  <a:lnTo>
                    <a:pt x="5567201" y="333024"/>
                  </a:lnTo>
                  <a:lnTo>
                    <a:pt x="5519714" y="289607"/>
                  </a:lnTo>
                  <a:lnTo>
                    <a:pt x="5470561" y="250656"/>
                  </a:lnTo>
                  <a:lnTo>
                    <a:pt x="5418938" y="215928"/>
                  </a:lnTo>
                  <a:lnTo>
                    <a:pt x="5363948" y="185021"/>
                  </a:lnTo>
                  <a:lnTo>
                    <a:pt x="5304681" y="157488"/>
                  </a:lnTo>
                  <a:lnTo>
                    <a:pt x="5240297" y="132902"/>
                  </a:lnTo>
                  <a:lnTo>
                    <a:pt x="5170132" y="110893"/>
                  </a:lnTo>
                  <a:lnTo>
                    <a:pt x="5093843" y="91167"/>
                  </a:lnTo>
                  <a:lnTo>
                    <a:pt x="5011590" y="73515"/>
                  </a:lnTo>
                  <a:lnTo>
                    <a:pt x="4924257" y="57814"/>
                  </a:lnTo>
                  <a:lnTo>
                    <a:pt x="4833654" y="44022"/>
                  </a:lnTo>
                  <a:lnTo>
                    <a:pt x="4742634" y="32158"/>
                  </a:lnTo>
                  <a:lnTo>
                    <a:pt x="4654998" y="22270"/>
                  </a:lnTo>
                  <a:lnTo>
                    <a:pt x="4575103" y="14386"/>
                  </a:lnTo>
                  <a:lnTo>
                    <a:pt x="4507150" y="8470"/>
                  </a:lnTo>
                  <a:lnTo>
                    <a:pt x="4454299" y="4380"/>
                  </a:lnTo>
                  <a:lnTo>
                    <a:pt x="4417877" y="1860"/>
                  </a:lnTo>
                  <a:lnTo>
                    <a:pt x="4396943" y="559"/>
                  </a:lnTo>
                  <a:lnTo>
                    <a:pt x="4388313" y="7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8" y="77"/>
                  </a:lnTo>
                  <a:lnTo>
                    <a:pt x="3839148" y="634"/>
                  </a:lnTo>
                  <a:lnTo>
                    <a:pt x="3819689" y="2172"/>
                  </a:lnTo>
                  <a:lnTo>
                    <a:pt x="3785296" y="5192"/>
                  </a:lnTo>
                  <a:lnTo>
                    <a:pt x="3734838" y="10140"/>
                  </a:lnTo>
                  <a:lnTo>
                    <a:pt x="3669366" y="17347"/>
                  </a:lnTo>
                  <a:lnTo>
                    <a:pt x="3591751" y="27006"/>
                  </a:lnTo>
                  <a:lnTo>
                    <a:pt x="3505970" y="39180"/>
                  </a:lnTo>
                  <a:lnTo>
                    <a:pt x="3416258" y="53838"/>
                  </a:lnTo>
                  <a:lnTo>
                    <a:pt x="3326406" y="70923"/>
                  </a:lnTo>
                  <a:lnTo>
                    <a:pt x="3239336" y="90400"/>
                  </a:lnTo>
                  <a:lnTo>
                    <a:pt x="3156975" y="112308"/>
                  </a:lnTo>
                  <a:lnTo>
                    <a:pt x="3080334" y="136775"/>
                  </a:lnTo>
                  <a:lnTo>
                    <a:pt x="3009693" y="164041"/>
                  </a:lnTo>
                  <a:lnTo>
                    <a:pt x="2944806" y="194447"/>
                  </a:lnTo>
                  <a:lnTo>
                    <a:pt x="2885089" y="228433"/>
                  </a:lnTo>
                  <a:lnTo>
                    <a:pt x="2829762" y="266514"/>
                  </a:lnTo>
                  <a:lnTo>
                    <a:pt x="2777954" y="309244"/>
                  </a:lnTo>
                  <a:lnTo>
                    <a:pt x="2728788" y="357146"/>
                  </a:lnTo>
                  <a:lnTo>
                    <a:pt x="2681454" y="410593"/>
                  </a:lnTo>
                  <a:lnTo>
                    <a:pt x="2667772" y="427395"/>
                  </a:lnTo>
                  <a:lnTo>
                    <a:pt x="2630910" y="475603"/>
                  </a:lnTo>
                  <a:lnTo>
                    <a:pt x="2594397" y="527491"/>
                  </a:lnTo>
                  <a:lnTo>
                    <a:pt x="2557997" y="583134"/>
                  </a:lnTo>
                  <a:lnTo>
                    <a:pt x="2521529" y="642540"/>
                  </a:lnTo>
                  <a:lnTo>
                    <a:pt x="2484856" y="705645"/>
                  </a:lnTo>
                  <a:lnTo>
                    <a:pt x="2447888" y="772305"/>
                  </a:lnTo>
                  <a:lnTo>
                    <a:pt x="2410570" y="842294"/>
                  </a:lnTo>
                  <a:lnTo>
                    <a:pt x="2372887" y="915298"/>
                  </a:lnTo>
                  <a:lnTo>
                    <a:pt x="2334852" y="990925"/>
                  </a:lnTo>
                  <a:lnTo>
                    <a:pt x="2296509" y="1068707"/>
                  </a:lnTo>
                  <a:lnTo>
                    <a:pt x="2257924" y="1148108"/>
                  </a:lnTo>
                  <a:lnTo>
                    <a:pt x="2219178" y="1228545"/>
                  </a:lnTo>
                  <a:lnTo>
                    <a:pt x="2180367" y="1309401"/>
                  </a:lnTo>
                  <a:lnTo>
                    <a:pt x="2141590" y="1390043"/>
                  </a:lnTo>
                  <a:lnTo>
                    <a:pt x="2102942" y="1469850"/>
                  </a:lnTo>
                  <a:lnTo>
                    <a:pt x="2064512" y="1548222"/>
                  </a:lnTo>
                  <a:lnTo>
                    <a:pt x="2026370" y="1624609"/>
                  </a:lnTo>
                  <a:lnTo>
                    <a:pt x="1988569" y="1698519"/>
                  </a:lnTo>
                  <a:lnTo>
                    <a:pt x="1951132" y="1769532"/>
                  </a:lnTo>
                  <a:lnTo>
                    <a:pt x="1914053" y="1837310"/>
                  </a:lnTo>
                  <a:lnTo>
                    <a:pt x="1877292" y="1901597"/>
                  </a:lnTo>
                  <a:lnTo>
                    <a:pt x="1840769" y="1962224"/>
                  </a:lnTo>
                  <a:lnTo>
                    <a:pt x="1804365" y="2019100"/>
                  </a:lnTo>
                  <a:lnTo>
                    <a:pt x="1767912" y="2072211"/>
                  </a:lnTo>
                  <a:lnTo>
                    <a:pt x="1731194" y="2121611"/>
                  </a:lnTo>
                  <a:lnTo>
                    <a:pt x="1719082" y="2136979"/>
                  </a:lnTo>
                  <a:lnTo>
                    <a:pt x="1672153" y="2192086"/>
                  </a:lnTo>
                  <a:lnTo>
                    <a:pt x="1623605" y="2241592"/>
                  </a:lnTo>
                  <a:lnTo>
                    <a:pt x="1572665" y="2285794"/>
                  </a:lnTo>
                  <a:lnTo>
                    <a:pt x="1518465" y="2325185"/>
                  </a:lnTo>
                  <a:lnTo>
                    <a:pt x="1460127" y="2360320"/>
                  </a:lnTo>
                  <a:lnTo>
                    <a:pt x="1396833" y="2391730"/>
                  </a:lnTo>
                  <a:lnTo>
                    <a:pt x="1327929" y="2419879"/>
                  </a:lnTo>
                  <a:lnTo>
                    <a:pt x="1253052" y="2445141"/>
                  </a:lnTo>
                  <a:lnTo>
                    <a:pt x="1172306" y="2467783"/>
                  </a:lnTo>
                  <a:lnTo>
                    <a:pt x="1086466" y="2487968"/>
                  </a:lnTo>
                  <a:lnTo>
                    <a:pt x="997173" y="2505758"/>
                  </a:lnTo>
                  <a:lnTo>
                    <a:pt x="907060" y="2521137"/>
                  </a:lnTo>
                  <a:lnTo>
                    <a:pt x="819691" y="2534047"/>
                  </a:lnTo>
                  <a:lnTo>
                    <a:pt x="739233" y="2544445"/>
                  </a:lnTo>
                  <a:lnTo>
                    <a:pt x="669824" y="2552360"/>
                  </a:lnTo>
                  <a:lnTo>
                    <a:pt x="614746" y="2557944"/>
                  </a:lnTo>
                  <a:lnTo>
                    <a:pt x="575643" y="2561489"/>
                  </a:lnTo>
                  <a:lnTo>
                    <a:pt x="552037" y="2563413"/>
                  </a:lnTo>
                  <a:lnTo>
                    <a:pt x="541272" y="2564205"/>
                  </a:lnTo>
                  <a:lnTo>
                    <a:pt x="538736" y="2564375"/>
                  </a:lnTo>
                  <a:lnTo>
                    <a:pt x="0" y="2564375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39" name="pl1839"/>
            <p:cNvSpPr/>
            <p:nvPr/>
          </p:nvSpPr>
          <p:spPr>
            <a:xfrm>
              <a:off x="546595" y="2993605"/>
              <a:ext cx="8234974" cy="2564375"/>
            </a:xfrm>
            <a:custGeom>
              <a:avLst/>
              <a:pathLst>
                <a:path w="8234974" h="2564375">
                  <a:moveTo>
                    <a:pt x="0" y="2564375"/>
                  </a:moveTo>
                  <a:lnTo>
                    <a:pt x="538736" y="2564375"/>
                  </a:lnTo>
                  <a:lnTo>
                    <a:pt x="539926" y="2564297"/>
                  </a:lnTo>
                  <a:lnTo>
                    <a:pt x="547707" y="2563741"/>
                  </a:lnTo>
                  <a:lnTo>
                    <a:pt x="567166" y="2562203"/>
                  </a:lnTo>
                  <a:lnTo>
                    <a:pt x="601558" y="2559182"/>
                  </a:lnTo>
                  <a:lnTo>
                    <a:pt x="652016" y="2554235"/>
                  </a:lnTo>
                  <a:lnTo>
                    <a:pt x="717489" y="2547028"/>
                  </a:lnTo>
                  <a:lnTo>
                    <a:pt x="795103" y="2537368"/>
                  </a:lnTo>
                  <a:lnTo>
                    <a:pt x="880884" y="2525195"/>
                  </a:lnTo>
                  <a:lnTo>
                    <a:pt x="970596" y="2510536"/>
                  </a:lnTo>
                  <a:lnTo>
                    <a:pt x="1060449" y="2493452"/>
                  </a:lnTo>
                  <a:lnTo>
                    <a:pt x="1147519" y="2473974"/>
                  </a:lnTo>
                  <a:lnTo>
                    <a:pt x="1229879" y="2452067"/>
                  </a:lnTo>
                  <a:lnTo>
                    <a:pt x="1306520" y="2427599"/>
                  </a:lnTo>
                  <a:lnTo>
                    <a:pt x="1377162" y="2400334"/>
                  </a:lnTo>
                  <a:lnTo>
                    <a:pt x="1442049" y="2369928"/>
                  </a:lnTo>
                  <a:lnTo>
                    <a:pt x="1501766" y="2335942"/>
                  </a:lnTo>
                  <a:lnTo>
                    <a:pt x="1557093" y="2297861"/>
                  </a:lnTo>
                  <a:lnTo>
                    <a:pt x="1608901" y="2255131"/>
                  </a:lnTo>
                  <a:lnTo>
                    <a:pt x="1658067" y="2207229"/>
                  </a:lnTo>
                  <a:lnTo>
                    <a:pt x="1705400" y="2153781"/>
                  </a:lnTo>
                  <a:lnTo>
                    <a:pt x="1719082" y="2136979"/>
                  </a:lnTo>
                  <a:lnTo>
                    <a:pt x="1755945" y="2088772"/>
                  </a:lnTo>
                  <a:lnTo>
                    <a:pt x="1792458" y="2036884"/>
                  </a:lnTo>
                  <a:lnTo>
                    <a:pt x="1828857" y="1981241"/>
                  </a:lnTo>
                  <a:lnTo>
                    <a:pt x="1865326" y="1921835"/>
                  </a:lnTo>
                  <a:lnTo>
                    <a:pt x="1901998" y="1858729"/>
                  </a:lnTo>
                  <a:lnTo>
                    <a:pt x="1938967" y="1792069"/>
                  </a:lnTo>
                  <a:lnTo>
                    <a:pt x="1976284" y="1722081"/>
                  </a:lnTo>
                  <a:lnTo>
                    <a:pt x="2013968" y="1649077"/>
                  </a:lnTo>
                  <a:lnTo>
                    <a:pt x="2052002" y="1573449"/>
                  </a:lnTo>
                  <a:lnTo>
                    <a:pt x="2090345" y="1495668"/>
                  </a:lnTo>
                  <a:lnTo>
                    <a:pt x="2128931" y="1416267"/>
                  </a:lnTo>
                  <a:lnTo>
                    <a:pt x="2167676" y="1335830"/>
                  </a:lnTo>
                  <a:lnTo>
                    <a:pt x="2206487" y="1254974"/>
                  </a:lnTo>
                  <a:lnTo>
                    <a:pt x="2245265" y="1174331"/>
                  </a:lnTo>
                  <a:lnTo>
                    <a:pt x="2283912" y="1094525"/>
                  </a:lnTo>
                  <a:lnTo>
                    <a:pt x="2322343" y="1016152"/>
                  </a:lnTo>
                  <a:lnTo>
                    <a:pt x="2360484" y="939765"/>
                  </a:lnTo>
                  <a:lnTo>
                    <a:pt x="2398286" y="865856"/>
                  </a:lnTo>
                  <a:lnTo>
                    <a:pt x="2435723" y="794843"/>
                  </a:lnTo>
                  <a:lnTo>
                    <a:pt x="2472801" y="727065"/>
                  </a:lnTo>
                  <a:lnTo>
                    <a:pt x="2509563" y="662777"/>
                  </a:lnTo>
                  <a:lnTo>
                    <a:pt x="2546085" y="602151"/>
                  </a:lnTo>
                  <a:lnTo>
                    <a:pt x="2582490" y="545274"/>
                  </a:lnTo>
                  <a:lnTo>
                    <a:pt x="2618942" y="492163"/>
                  </a:lnTo>
                  <a:lnTo>
                    <a:pt x="2655661" y="442764"/>
                  </a:lnTo>
                  <a:lnTo>
                    <a:pt x="2667772" y="427395"/>
                  </a:lnTo>
                  <a:lnTo>
                    <a:pt x="2714702" y="372288"/>
                  </a:lnTo>
                  <a:lnTo>
                    <a:pt x="2763249" y="322782"/>
                  </a:lnTo>
                  <a:lnTo>
                    <a:pt x="2814190" y="278581"/>
                  </a:lnTo>
                  <a:lnTo>
                    <a:pt x="2868389" y="239189"/>
                  </a:lnTo>
                  <a:lnTo>
                    <a:pt x="2926728" y="204055"/>
                  </a:lnTo>
                  <a:lnTo>
                    <a:pt x="2990021" y="172645"/>
                  </a:lnTo>
                  <a:lnTo>
                    <a:pt x="3058926" y="144495"/>
                  </a:lnTo>
                  <a:lnTo>
                    <a:pt x="3133803" y="119233"/>
                  </a:lnTo>
                  <a:lnTo>
                    <a:pt x="3214548" y="96591"/>
                  </a:lnTo>
                  <a:lnTo>
                    <a:pt x="3300389" y="76406"/>
                  </a:lnTo>
                  <a:lnTo>
                    <a:pt x="3389681" y="58616"/>
                  </a:lnTo>
                  <a:lnTo>
                    <a:pt x="3479795" y="43238"/>
                  </a:lnTo>
                  <a:lnTo>
                    <a:pt x="3567164" y="30328"/>
                  </a:lnTo>
                  <a:lnTo>
                    <a:pt x="3647622" y="19929"/>
                  </a:lnTo>
                  <a:lnTo>
                    <a:pt x="3717031" y="12014"/>
                  </a:lnTo>
                  <a:lnTo>
                    <a:pt x="3772109" y="6431"/>
                  </a:lnTo>
                  <a:lnTo>
                    <a:pt x="3811212" y="2885"/>
                  </a:lnTo>
                  <a:lnTo>
                    <a:pt x="3834818" y="961"/>
                  </a:lnTo>
                  <a:lnTo>
                    <a:pt x="3845583" y="169"/>
                  </a:lnTo>
                  <a:lnTo>
                    <a:pt x="3848087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7" y="62"/>
                  </a:lnTo>
                  <a:lnTo>
                    <a:pt x="4396132" y="511"/>
                  </a:lnTo>
                  <a:lnTo>
                    <a:pt x="4416227" y="1753"/>
                  </a:lnTo>
                  <a:lnTo>
                    <a:pt x="4451684" y="4191"/>
                  </a:lnTo>
                  <a:lnTo>
                    <a:pt x="4503578" y="8179"/>
                  </a:lnTo>
                  <a:lnTo>
                    <a:pt x="4570711" y="13982"/>
                  </a:lnTo>
                  <a:lnTo>
                    <a:pt x="4650010" y="21747"/>
                  </a:lnTo>
                  <a:lnTo>
                    <a:pt x="4737311" y="31518"/>
                  </a:lnTo>
                  <a:lnTo>
                    <a:pt x="4828245" y="43266"/>
                  </a:lnTo>
                  <a:lnTo>
                    <a:pt x="4918962" y="56945"/>
                  </a:lnTo>
                  <a:lnTo>
                    <a:pt x="5006550" y="72532"/>
                  </a:lnTo>
                  <a:lnTo>
                    <a:pt x="5089136" y="90067"/>
                  </a:lnTo>
                  <a:lnTo>
                    <a:pt x="5165788" y="109665"/>
                  </a:lnTo>
                  <a:lnTo>
                    <a:pt x="5236310" y="131531"/>
                  </a:lnTo>
                  <a:lnTo>
                    <a:pt x="5301020" y="155954"/>
                  </a:lnTo>
                  <a:lnTo>
                    <a:pt x="5360568" y="183301"/>
                  </a:lnTo>
                  <a:lnTo>
                    <a:pt x="5415787" y="213996"/>
                  </a:lnTo>
                  <a:lnTo>
                    <a:pt x="5467583" y="248487"/>
                  </a:lnTo>
                  <a:lnTo>
                    <a:pt x="5516858" y="287179"/>
                  </a:lnTo>
                  <a:lnTo>
                    <a:pt x="5564425" y="330329"/>
                  </a:lnTo>
                  <a:lnTo>
                    <a:pt x="5567201" y="333024"/>
                  </a:lnTo>
                  <a:lnTo>
                    <a:pt x="5607485" y="374240"/>
                  </a:lnTo>
                  <a:lnTo>
                    <a:pt x="5647379" y="418894"/>
                  </a:lnTo>
                  <a:lnTo>
                    <a:pt x="5687182" y="467050"/>
                  </a:lnTo>
                  <a:lnTo>
                    <a:pt x="5727117" y="518702"/>
                  </a:lnTo>
                  <a:lnTo>
                    <a:pt x="5767342" y="573757"/>
                  </a:lnTo>
                  <a:lnTo>
                    <a:pt x="5807955" y="632033"/>
                  </a:lnTo>
                  <a:lnTo>
                    <a:pt x="5849002" y="693255"/>
                  </a:lnTo>
                  <a:lnTo>
                    <a:pt x="5890477" y="757055"/>
                  </a:lnTo>
                  <a:lnTo>
                    <a:pt x="5932337" y="822976"/>
                  </a:lnTo>
                  <a:lnTo>
                    <a:pt x="5974500" y="890489"/>
                  </a:lnTo>
                  <a:lnTo>
                    <a:pt x="6016861" y="959003"/>
                  </a:lnTo>
                  <a:lnTo>
                    <a:pt x="6059298" y="1027890"/>
                  </a:lnTo>
                  <a:lnTo>
                    <a:pt x="6101680" y="1096509"/>
                  </a:lnTo>
                  <a:lnTo>
                    <a:pt x="6143883" y="1164227"/>
                  </a:lnTo>
                  <a:lnTo>
                    <a:pt x="6185799" y="1230447"/>
                  </a:lnTo>
                  <a:lnTo>
                    <a:pt x="6227341" y="1294626"/>
                  </a:lnTo>
                  <a:lnTo>
                    <a:pt x="6268459" y="1356297"/>
                  </a:lnTo>
                  <a:lnTo>
                    <a:pt x="6309141" y="1415076"/>
                  </a:lnTo>
                  <a:lnTo>
                    <a:pt x="6349425" y="1470673"/>
                  </a:lnTo>
                  <a:lnTo>
                    <a:pt x="6389398" y="1522889"/>
                  </a:lnTo>
                  <a:lnTo>
                    <a:pt x="6429209" y="1571619"/>
                  </a:lnTo>
                  <a:lnTo>
                    <a:pt x="6469070" y="1616843"/>
                  </a:lnTo>
                  <a:lnTo>
                    <a:pt x="6509266" y="1658614"/>
                  </a:lnTo>
                  <a:lnTo>
                    <a:pt x="6515891" y="1665120"/>
                  </a:lnTo>
                  <a:lnTo>
                    <a:pt x="6563379" y="1708536"/>
                  </a:lnTo>
                  <a:lnTo>
                    <a:pt x="6612531" y="1747487"/>
                  </a:lnTo>
                  <a:lnTo>
                    <a:pt x="6664154" y="1782215"/>
                  </a:lnTo>
                  <a:lnTo>
                    <a:pt x="6719144" y="1813122"/>
                  </a:lnTo>
                  <a:lnTo>
                    <a:pt x="6778412" y="1840656"/>
                  </a:lnTo>
                  <a:lnTo>
                    <a:pt x="6842796" y="1865241"/>
                  </a:lnTo>
                  <a:lnTo>
                    <a:pt x="6912960" y="1887250"/>
                  </a:lnTo>
                  <a:lnTo>
                    <a:pt x="6989249" y="1906976"/>
                  </a:lnTo>
                  <a:lnTo>
                    <a:pt x="7071502" y="1924628"/>
                  </a:lnTo>
                  <a:lnTo>
                    <a:pt x="7158836" y="1940329"/>
                  </a:lnTo>
                  <a:lnTo>
                    <a:pt x="7249439" y="1954121"/>
                  </a:lnTo>
                  <a:lnTo>
                    <a:pt x="7340459" y="1965985"/>
                  </a:lnTo>
                  <a:lnTo>
                    <a:pt x="7428094" y="1975873"/>
                  </a:lnTo>
                  <a:lnTo>
                    <a:pt x="7507989" y="1983757"/>
                  </a:lnTo>
                  <a:lnTo>
                    <a:pt x="7575942" y="1989673"/>
                  </a:lnTo>
                  <a:lnTo>
                    <a:pt x="7628793" y="1993763"/>
                  </a:lnTo>
                  <a:lnTo>
                    <a:pt x="7665216" y="1996283"/>
                  </a:lnTo>
                  <a:lnTo>
                    <a:pt x="7686149" y="1997584"/>
                  </a:lnTo>
                  <a:lnTo>
                    <a:pt x="7694779" y="1998069"/>
                  </a:lnTo>
                  <a:lnTo>
                    <a:pt x="7696237" y="1998144"/>
                  </a:lnTo>
                  <a:lnTo>
                    <a:pt x="7696237" y="1998144"/>
                  </a:lnTo>
                  <a:lnTo>
                    <a:pt x="8234974" y="1998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0" name="pl1840"/>
            <p:cNvSpPr/>
            <p:nvPr/>
          </p:nvSpPr>
          <p:spPr>
            <a:xfrm>
              <a:off x="546595" y="2988160"/>
              <a:ext cx="8234974" cy="2564375"/>
            </a:xfrm>
            <a:custGeom>
              <a:avLst/>
              <a:pathLst>
                <a:path w="8234974" h="2564375">
                  <a:moveTo>
                    <a:pt x="8234974" y="1998144"/>
                  </a:moveTo>
                  <a:lnTo>
                    <a:pt x="7696237" y="1998144"/>
                  </a:lnTo>
                  <a:lnTo>
                    <a:pt x="7695006" y="1998081"/>
                  </a:lnTo>
                  <a:lnTo>
                    <a:pt x="7686961" y="1997632"/>
                  </a:lnTo>
                  <a:lnTo>
                    <a:pt x="7666865" y="1996390"/>
                  </a:lnTo>
                  <a:lnTo>
                    <a:pt x="7631408" y="1993953"/>
                  </a:lnTo>
                  <a:lnTo>
                    <a:pt x="7579514" y="1989964"/>
                  </a:lnTo>
                  <a:lnTo>
                    <a:pt x="7512382" y="1984161"/>
                  </a:lnTo>
                  <a:lnTo>
                    <a:pt x="7433082" y="1976396"/>
                  </a:lnTo>
                  <a:lnTo>
                    <a:pt x="7345781" y="1966625"/>
                  </a:lnTo>
                  <a:lnTo>
                    <a:pt x="7254847" y="1954877"/>
                  </a:lnTo>
                  <a:lnTo>
                    <a:pt x="7164130" y="1941198"/>
                  </a:lnTo>
                  <a:lnTo>
                    <a:pt x="7076543" y="1925611"/>
                  </a:lnTo>
                  <a:lnTo>
                    <a:pt x="6993957" y="1908076"/>
                  </a:lnTo>
                  <a:lnTo>
                    <a:pt x="6917304" y="1888478"/>
                  </a:lnTo>
                  <a:lnTo>
                    <a:pt x="6846783" y="1866612"/>
                  </a:lnTo>
                  <a:lnTo>
                    <a:pt x="6782072" y="1842189"/>
                  </a:lnTo>
                  <a:lnTo>
                    <a:pt x="6722524" y="1814842"/>
                  </a:lnTo>
                  <a:lnTo>
                    <a:pt x="6667306" y="1784147"/>
                  </a:lnTo>
                  <a:lnTo>
                    <a:pt x="6615510" y="1749656"/>
                  </a:lnTo>
                  <a:lnTo>
                    <a:pt x="6566234" y="1710964"/>
                  </a:lnTo>
                  <a:lnTo>
                    <a:pt x="6518668" y="1667814"/>
                  </a:lnTo>
                  <a:lnTo>
                    <a:pt x="6515891" y="1665120"/>
                  </a:lnTo>
                  <a:lnTo>
                    <a:pt x="6475607" y="1623903"/>
                  </a:lnTo>
                  <a:lnTo>
                    <a:pt x="6435713" y="1579249"/>
                  </a:lnTo>
                  <a:lnTo>
                    <a:pt x="6395911" y="1531093"/>
                  </a:lnTo>
                  <a:lnTo>
                    <a:pt x="6355976" y="1479441"/>
                  </a:lnTo>
                  <a:lnTo>
                    <a:pt x="6315750" y="1424386"/>
                  </a:lnTo>
                  <a:lnTo>
                    <a:pt x="6275137" y="1366110"/>
                  </a:lnTo>
                  <a:lnTo>
                    <a:pt x="6234091" y="1304888"/>
                  </a:lnTo>
                  <a:lnTo>
                    <a:pt x="6192615" y="1241088"/>
                  </a:lnTo>
                  <a:lnTo>
                    <a:pt x="6150756" y="1175167"/>
                  </a:lnTo>
                  <a:lnTo>
                    <a:pt x="6108592" y="1107654"/>
                  </a:lnTo>
                  <a:lnTo>
                    <a:pt x="6066231" y="1039140"/>
                  </a:lnTo>
                  <a:lnTo>
                    <a:pt x="6023795" y="970253"/>
                  </a:lnTo>
                  <a:lnTo>
                    <a:pt x="5981413" y="901634"/>
                  </a:lnTo>
                  <a:lnTo>
                    <a:pt x="5939209" y="833916"/>
                  </a:lnTo>
                  <a:lnTo>
                    <a:pt x="5897294" y="767696"/>
                  </a:lnTo>
                  <a:lnTo>
                    <a:pt x="5855751" y="703517"/>
                  </a:lnTo>
                  <a:lnTo>
                    <a:pt x="5814633" y="641846"/>
                  </a:lnTo>
                  <a:lnTo>
                    <a:pt x="5773951" y="583067"/>
                  </a:lnTo>
                  <a:lnTo>
                    <a:pt x="5733668" y="527470"/>
                  </a:lnTo>
                  <a:lnTo>
                    <a:pt x="5693694" y="475254"/>
                  </a:lnTo>
                  <a:lnTo>
                    <a:pt x="5653883" y="426524"/>
                  </a:lnTo>
                  <a:lnTo>
                    <a:pt x="5614023" y="381300"/>
                  </a:lnTo>
                  <a:lnTo>
                    <a:pt x="5573827" y="339529"/>
                  </a:lnTo>
                  <a:lnTo>
                    <a:pt x="5567201" y="333024"/>
                  </a:lnTo>
                  <a:lnTo>
                    <a:pt x="5519714" y="289607"/>
                  </a:lnTo>
                  <a:lnTo>
                    <a:pt x="5470561" y="250656"/>
                  </a:lnTo>
                  <a:lnTo>
                    <a:pt x="5418938" y="215928"/>
                  </a:lnTo>
                  <a:lnTo>
                    <a:pt x="5363948" y="185021"/>
                  </a:lnTo>
                  <a:lnTo>
                    <a:pt x="5304681" y="157488"/>
                  </a:lnTo>
                  <a:lnTo>
                    <a:pt x="5240297" y="132902"/>
                  </a:lnTo>
                  <a:lnTo>
                    <a:pt x="5170132" y="110893"/>
                  </a:lnTo>
                  <a:lnTo>
                    <a:pt x="5093843" y="91167"/>
                  </a:lnTo>
                  <a:lnTo>
                    <a:pt x="5011590" y="73515"/>
                  </a:lnTo>
                  <a:lnTo>
                    <a:pt x="4924257" y="57814"/>
                  </a:lnTo>
                  <a:lnTo>
                    <a:pt x="4833654" y="44022"/>
                  </a:lnTo>
                  <a:lnTo>
                    <a:pt x="4742634" y="32158"/>
                  </a:lnTo>
                  <a:lnTo>
                    <a:pt x="4654998" y="22270"/>
                  </a:lnTo>
                  <a:lnTo>
                    <a:pt x="4575103" y="14386"/>
                  </a:lnTo>
                  <a:lnTo>
                    <a:pt x="4507150" y="8470"/>
                  </a:lnTo>
                  <a:lnTo>
                    <a:pt x="4454299" y="4380"/>
                  </a:lnTo>
                  <a:lnTo>
                    <a:pt x="4417877" y="1860"/>
                  </a:lnTo>
                  <a:lnTo>
                    <a:pt x="4396943" y="559"/>
                  </a:lnTo>
                  <a:lnTo>
                    <a:pt x="4388313" y="74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8" y="77"/>
                  </a:lnTo>
                  <a:lnTo>
                    <a:pt x="3839148" y="634"/>
                  </a:lnTo>
                  <a:lnTo>
                    <a:pt x="3819689" y="2172"/>
                  </a:lnTo>
                  <a:lnTo>
                    <a:pt x="3785296" y="5192"/>
                  </a:lnTo>
                  <a:lnTo>
                    <a:pt x="3734838" y="10140"/>
                  </a:lnTo>
                  <a:lnTo>
                    <a:pt x="3669366" y="17347"/>
                  </a:lnTo>
                  <a:lnTo>
                    <a:pt x="3591751" y="27006"/>
                  </a:lnTo>
                  <a:lnTo>
                    <a:pt x="3505970" y="39180"/>
                  </a:lnTo>
                  <a:lnTo>
                    <a:pt x="3416258" y="53838"/>
                  </a:lnTo>
                  <a:lnTo>
                    <a:pt x="3326406" y="70923"/>
                  </a:lnTo>
                  <a:lnTo>
                    <a:pt x="3239336" y="90400"/>
                  </a:lnTo>
                  <a:lnTo>
                    <a:pt x="3156975" y="112308"/>
                  </a:lnTo>
                  <a:lnTo>
                    <a:pt x="3080334" y="136775"/>
                  </a:lnTo>
                  <a:lnTo>
                    <a:pt x="3009693" y="164041"/>
                  </a:lnTo>
                  <a:lnTo>
                    <a:pt x="2944806" y="194447"/>
                  </a:lnTo>
                  <a:lnTo>
                    <a:pt x="2885089" y="228433"/>
                  </a:lnTo>
                  <a:lnTo>
                    <a:pt x="2829762" y="266514"/>
                  </a:lnTo>
                  <a:lnTo>
                    <a:pt x="2777954" y="309244"/>
                  </a:lnTo>
                  <a:lnTo>
                    <a:pt x="2728788" y="357146"/>
                  </a:lnTo>
                  <a:lnTo>
                    <a:pt x="2681454" y="410593"/>
                  </a:lnTo>
                  <a:lnTo>
                    <a:pt x="2667772" y="427395"/>
                  </a:lnTo>
                  <a:lnTo>
                    <a:pt x="2630910" y="475603"/>
                  </a:lnTo>
                  <a:lnTo>
                    <a:pt x="2594397" y="527491"/>
                  </a:lnTo>
                  <a:lnTo>
                    <a:pt x="2557997" y="583134"/>
                  </a:lnTo>
                  <a:lnTo>
                    <a:pt x="2521529" y="642540"/>
                  </a:lnTo>
                  <a:lnTo>
                    <a:pt x="2484856" y="705645"/>
                  </a:lnTo>
                  <a:lnTo>
                    <a:pt x="2447888" y="772305"/>
                  </a:lnTo>
                  <a:lnTo>
                    <a:pt x="2410570" y="842294"/>
                  </a:lnTo>
                  <a:lnTo>
                    <a:pt x="2372887" y="915298"/>
                  </a:lnTo>
                  <a:lnTo>
                    <a:pt x="2334852" y="990925"/>
                  </a:lnTo>
                  <a:lnTo>
                    <a:pt x="2296509" y="1068707"/>
                  </a:lnTo>
                  <a:lnTo>
                    <a:pt x="2257924" y="1148108"/>
                  </a:lnTo>
                  <a:lnTo>
                    <a:pt x="2219178" y="1228545"/>
                  </a:lnTo>
                  <a:lnTo>
                    <a:pt x="2180367" y="1309401"/>
                  </a:lnTo>
                  <a:lnTo>
                    <a:pt x="2141590" y="1390043"/>
                  </a:lnTo>
                  <a:lnTo>
                    <a:pt x="2102942" y="1469850"/>
                  </a:lnTo>
                  <a:lnTo>
                    <a:pt x="2064512" y="1548222"/>
                  </a:lnTo>
                  <a:lnTo>
                    <a:pt x="2026370" y="1624609"/>
                  </a:lnTo>
                  <a:lnTo>
                    <a:pt x="1988569" y="1698519"/>
                  </a:lnTo>
                  <a:lnTo>
                    <a:pt x="1951132" y="1769532"/>
                  </a:lnTo>
                  <a:lnTo>
                    <a:pt x="1914053" y="1837310"/>
                  </a:lnTo>
                  <a:lnTo>
                    <a:pt x="1877292" y="1901597"/>
                  </a:lnTo>
                  <a:lnTo>
                    <a:pt x="1840769" y="1962224"/>
                  </a:lnTo>
                  <a:lnTo>
                    <a:pt x="1804365" y="2019100"/>
                  </a:lnTo>
                  <a:lnTo>
                    <a:pt x="1767912" y="2072211"/>
                  </a:lnTo>
                  <a:lnTo>
                    <a:pt x="1731194" y="2121611"/>
                  </a:lnTo>
                  <a:lnTo>
                    <a:pt x="1719082" y="2136979"/>
                  </a:lnTo>
                  <a:lnTo>
                    <a:pt x="1672153" y="2192086"/>
                  </a:lnTo>
                  <a:lnTo>
                    <a:pt x="1623605" y="2241592"/>
                  </a:lnTo>
                  <a:lnTo>
                    <a:pt x="1572665" y="2285794"/>
                  </a:lnTo>
                  <a:lnTo>
                    <a:pt x="1518465" y="2325185"/>
                  </a:lnTo>
                  <a:lnTo>
                    <a:pt x="1460127" y="2360320"/>
                  </a:lnTo>
                  <a:lnTo>
                    <a:pt x="1396833" y="2391730"/>
                  </a:lnTo>
                  <a:lnTo>
                    <a:pt x="1327929" y="2419879"/>
                  </a:lnTo>
                  <a:lnTo>
                    <a:pt x="1253052" y="2445141"/>
                  </a:lnTo>
                  <a:lnTo>
                    <a:pt x="1172306" y="2467783"/>
                  </a:lnTo>
                  <a:lnTo>
                    <a:pt x="1086466" y="2487968"/>
                  </a:lnTo>
                  <a:lnTo>
                    <a:pt x="997173" y="2505758"/>
                  </a:lnTo>
                  <a:lnTo>
                    <a:pt x="907060" y="2521137"/>
                  </a:lnTo>
                  <a:lnTo>
                    <a:pt x="819691" y="2534047"/>
                  </a:lnTo>
                  <a:lnTo>
                    <a:pt x="739233" y="2544445"/>
                  </a:lnTo>
                  <a:lnTo>
                    <a:pt x="669824" y="2552360"/>
                  </a:lnTo>
                  <a:lnTo>
                    <a:pt x="614746" y="2557944"/>
                  </a:lnTo>
                  <a:lnTo>
                    <a:pt x="575643" y="2561489"/>
                  </a:lnTo>
                  <a:lnTo>
                    <a:pt x="552037" y="2563413"/>
                  </a:lnTo>
                  <a:lnTo>
                    <a:pt x="541272" y="2564205"/>
                  </a:lnTo>
                  <a:lnTo>
                    <a:pt x="538768" y="2564373"/>
                  </a:lnTo>
                  <a:lnTo>
                    <a:pt x="538736" y="2564375"/>
                  </a:lnTo>
                  <a:lnTo>
                    <a:pt x="0" y="25643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1" name="pg1841"/>
            <p:cNvSpPr/>
            <p:nvPr/>
          </p:nvSpPr>
          <p:spPr>
            <a:xfrm>
              <a:off x="546595" y="2563487"/>
              <a:ext cx="8234974" cy="2999938"/>
            </a:xfrm>
            <a:custGeom>
              <a:avLst/>
              <a:pathLst>
                <a:path w="8234974" h="2999938">
                  <a:moveTo>
                    <a:pt x="0" y="2999938"/>
                  </a:moveTo>
                  <a:lnTo>
                    <a:pt x="538736" y="2999938"/>
                  </a:lnTo>
                  <a:lnTo>
                    <a:pt x="539948" y="2999867"/>
                  </a:lnTo>
                  <a:lnTo>
                    <a:pt x="547866" y="2999363"/>
                  </a:lnTo>
                  <a:lnTo>
                    <a:pt x="567657" y="2997969"/>
                  </a:lnTo>
                  <a:lnTo>
                    <a:pt x="602605" y="2995232"/>
                  </a:lnTo>
                  <a:lnTo>
                    <a:pt x="653813" y="2990752"/>
                  </a:lnTo>
                  <a:lnTo>
                    <a:pt x="720154" y="2984229"/>
                  </a:lnTo>
                  <a:lnTo>
                    <a:pt x="798652" y="2975493"/>
                  </a:lnTo>
                  <a:lnTo>
                    <a:pt x="885232" y="2964494"/>
                  </a:lnTo>
                  <a:lnTo>
                    <a:pt x="975588" y="2951259"/>
                  </a:lnTo>
                  <a:lnTo>
                    <a:pt x="1065898" y="2935842"/>
                  </a:lnTo>
                  <a:lnTo>
                    <a:pt x="1153244" y="2918270"/>
                  </a:lnTo>
                  <a:lnTo>
                    <a:pt x="1235727" y="2898505"/>
                  </a:lnTo>
                  <a:lnTo>
                    <a:pt x="1312377" y="2876422"/>
                  </a:lnTo>
                  <a:lnTo>
                    <a:pt x="1382958" y="2851797"/>
                  </a:lnTo>
                  <a:lnTo>
                    <a:pt x="1447753" y="2824314"/>
                  </a:lnTo>
                  <a:lnTo>
                    <a:pt x="1507380" y="2793566"/>
                  </a:lnTo>
                  <a:lnTo>
                    <a:pt x="1562649" y="2759083"/>
                  </a:lnTo>
                  <a:lnTo>
                    <a:pt x="1614448" y="2720361"/>
                  </a:lnTo>
                  <a:lnTo>
                    <a:pt x="1663667" y="2676935"/>
                  </a:lnTo>
                  <a:lnTo>
                    <a:pt x="1711120" y="2628491"/>
                  </a:lnTo>
                  <a:lnTo>
                    <a:pt x="1719082" y="2619728"/>
                  </a:lnTo>
                  <a:lnTo>
                    <a:pt x="1757571" y="2574864"/>
                  </a:lnTo>
                  <a:lnTo>
                    <a:pt x="1795691" y="2526424"/>
                  </a:lnTo>
                  <a:lnTo>
                    <a:pt x="1833707" y="2474337"/>
                  </a:lnTo>
                  <a:lnTo>
                    <a:pt x="1871820" y="2418604"/>
                  </a:lnTo>
                  <a:lnTo>
                    <a:pt x="1910177" y="2359301"/>
                  </a:lnTo>
                  <a:lnTo>
                    <a:pt x="1948872" y="2296591"/>
                  </a:lnTo>
                  <a:lnTo>
                    <a:pt x="1987957" y="2230725"/>
                  </a:lnTo>
                  <a:lnTo>
                    <a:pt x="2027438" y="2162043"/>
                  </a:lnTo>
                  <a:lnTo>
                    <a:pt x="2067290" y="2090970"/>
                  </a:lnTo>
                  <a:lnTo>
                    <a:pt x="2107451" y="2018007"/>
                  </a:lnTo>
                  <a:lnTo>
                    <a:pt x="2147839" y="1943720"/>
                  </a:lnTo>
                  <a:lnTo>
                    <a:pt x="2188352" y="1868717"/>
                  </a:lnTo>
                  <a:lnTo>
                    <a:pt x="2228879" y="1793635"/>
                  </a:lnTo>
                  <a:lnTo>
                    <a:pt x="2269308" y="1719109"/>
                  </a:lnTo>
                  <a:lnTo>
                    <a:pt x="2309535" y="1645760"/>
                  </a:lnTo>
                  <a:lnTo>
                    <a:pt x="2349470" y="1574164"/>
                  </a:lnTo>
                  <a:lnTo>
                    <a:pt x="2389048" y="1504841"/>
                  </a:lnTo>
                  <a:lnTo>
                    <a:pt x="2428233" y="1438234"/>
                  </a:lnTo>
                  <a:lnTo>
                    <a:pt x="2467023" y="1374706"/>
                  </a:lnTo>
                  <a:lnTo>
                    <a:pt x="2505457" y="1314532"/>
                  </a:lnTo>
                  <a:lnTo>
                    <a:pt x="2543619" y="1257894"/>
                  </a:lnTo>
                  <a:lnTo>
                    <a:pt x="2581643" y="1204892"/>
                  </a:lnTo>
                  <a:lnTo>
                    <a:pt x="2619715" y="1155543"/>
                  </a:lnTo>
                  <a:lnTo>
                    <a:pt x="2658082" y="1109793"/>
                  </a:lnTo>
                  <a:lnTo>
                    <a:pt x="2667772" y="1098888"/>
                  </a:lnTo>
                  <a:lnTo>
                    <a:pt x="2714994" y="1049580"/>
                  </a:lnTo>
                  <a:lnTo>
                    <a:pt x="2763858" y="1005314"/>
                  </a:lnTo>
                  <a:lnTo>
                    <a:pt x="2815156" y="965820"/>
                  </a:lnTo>
                  <a:lnTo>
                    <a:pt x="2869769" y="930650"/>
                  </a:lnTo>
                  <a:lnTo>
                    <a:pt x="2928593" y="899300"/>
                  </a:lnTo>
                  <a:lnTo>
                    <a:pt x="2992456" y="871291"/>
                  </a:lnTo>
                  <a:lnTo>
                    <a:pt x="3062019" y="846204"/>
                  </a:lnTo>
                  <a:lnTo>
                    <a:pt x="3137634" y="823706"/>
                  </a:lnTo>
                  <a:lnTo>
                    <a:pt x="3219169" y="803557"/>
                  </a:lnTo>
                  <a:lnTo>
                    <a:pt x="3305792" y="785616"/>
                  </a:lnTo>
                  <a:lnTo>
                    <a:pt x="3395776" y="769832"/>
                  </a:lnTo>
                  <a:lnTo>
                    <a:pt x="3486373" y="756221"/>
                  </a:lnTo>
                  <a:lnTo>
                    <a:pt x="3573895" y="744837"/>
                  </a:lnTo>
                  <a:lnTo>
                    <a:pt x="3654076" y="735717"/>
                  </a:lnTo>
                  <a:lnTo>
                    <a:pt x="3722740" y="728825"/>
                  </a:lnTo>
                  <a:lnTo>
                    <a:pt x="3776666" y="724014"/>
                  </a:lnTo>
                  <a:lnTo>
                    <a:pt x="3814371" y="721006"/>
                  </a:lnTo>
                  <a:lnTo>
                    <a:pt x="3836570" y="719415"/>
                  </a:lnTo>
                  <a:lnTo>
                    <a:pt x="3846195" y="718792"/>
                  </a:lnTo>
                  <a:lnTo>
                    <a:pt x="3848118" y="718678"/>
                  </a:lnTo>
                  <a:lnTo>
                    <a:pt x="4386855" y="718678"/>
                  </a:lnTo>
                  <a:lnTo>
                    <a:pt x="4388148" y="718654"/>
                  </a:lnTo>
                  <a:lnTo>
                    <a:pt x="4396586" y="718486"/>
                  </a:lnTo>
                  <a:lnTo>
                    <a:pt x="4417625" y="718020"/>
                  </a:lnTo>
                  <a:lnTo>
                    <a:pt x="4454651" y="717105"/>
                  </a:lnTo>
                  <a:lnTo>
                    <a:pt x="4508652" y="715611"/>
                  </a:lnTo>
                  <a:lnTo>
                    <a:pt x="4578200" y="713440"/>
                  </a:lnTo>
                  <a:lnTo>
                    <a:pt x="4659926" y="710543"/>
                  </a:lnTo>
                  <a:lnTo>
                    <a:pt x="4749389" y="706906"/>
                  </a:lnTo>
                  <a:lnTo>
                    <a:pt x="4842030" y="702541"/>
                  </a:lnTo>
                  <a:lnTo>
                    <a:pt x="4933928" y="697466"/>
                  </a:lnTo>
                  <a:lnTo>
                    <a:pt x="5022195" y="691686"/>
                  </a:lnTo>
                  <a:lnTo>
                    <a:pt x="5105049" y="685182"/>
                  </a:lnTo>
                  <a:lnTo>
                    <a:pt x="5181676" y="677904"/>
                  </a:lnTo>
                  <a:lnTo>
                    <a:pt x="5252000" y="669768"/>
                  </a:lnTo>
                  <a:lnTo>
                    <a:pt x="5316450" y="660659"/>
                  </a:lnTo>
                  <a:lnTo>
                    <a:pt x="5375768" y="650434"/>
                  </a:lnTo>
                  <a:lnTo>
                    <a:pt x="5430857" y="638928"/>
                  </a:lnTo>
                  <a:lnTo>
                    <a:pt x="5482678" y="625977"/>
                  </a:lnTo>
                  <a:lnTo>
                    <a:pt x="5532160" y="611438"/>
                  </a:lnTo>
                  <a:lnTo>
                    <a:pt x="5567201" y="599806"/>
                  </a:lnTo>
                  <a:lnTo>
                    <a:pt x="5617139" y="581359"/>
                  </a:lnTo>
                  <a:lnTo>
                    <a:pt x="5666593" y="561012"/>
                  </a:lnTo>
                  <a:lnTo>
                    <a:pt x="5716081" y="538736"/>
                  </a:lnTo>
                  <a:lnTo>
                    <a:pt x="5765954" y="514571"/>
                  </a:lnTo>
                  <a:lnTo>
                    <a:pt x="5816418" y="488632"/>
                  </a:lnTo>
                  <a:lnTo>
                    <a:pt x="5867551" y="461113"/>
                  </a:lnTo>
                  <a:lnTo>
                    <a:pt x="5919319" y="432285"/>
                  </a:lnTo>
                  <a:lnTo>
                    <a:pt x="5971596" y="402489"/>
                  </a:lnTo>
                  <a:lnTo>
                    <a:pt x="6024189" y="372120"/>
                  </a:lnTo>
                  <a:lnTo>
                    <a:pt x="6076863" y="341606"/>
                  </a:lnTo>
                  <a:lnTo>
                    <a:pt x="6129373" y="311386"/>
                  </a:lnTo>
                  <a:lnTo>
                    <a:pt x="6181495" y="281877"/>
                  </a:lnTo>
                  <a:lnTo>
                    <a:pt x="6233056" y="253461"/>
                  </a:lnTo>
                  <a:lnTo>
                    <a:pt x="6283959" y="226454"/>
                  </a:lnTo>
                  <a:lnTo>
                    <a:pt x="6334207" y="201103"/>
                  </a:lnTo>
                  <a:lnTo>
                    <a:pt x="6383919" y="177573"/>
                  </a:lnTo>
                  <a:lnTo>
                    <a:pt x="6433348" y="155954"/>
                  </a:lnTo>
                  <a:lnTo>
                    <a:pt x="6482899" y="136261"/>
                  </a:lnTo>
                  <a:lnTo>
                    <a:pt x="6515891" y="124316"/>
                  </a:lnTo>
                  <a:lnTo>
                    <a:pt x="6564187" y="108573"/>
                  </a:lnTo>
                  <a:lnTo>
                    <a:pt x="6614217" y="94476"/>
                  </a:lnTo>
                  <a:lnTo>
                    <a:pt x="6666832" y="81933"/>
                  </a:lnTo>
                  <a:lnTo>
                    <a:pt x="6722975" y="70792"/>
                  </a:lnTo>
                  <a:lnTo>
                    <a:pt x="6783601" y="60885"/>
                  </a:lnTo>
                  <a:lnTo>
                    <a:pt x="6849583" y="52053"/>
                  </a:lnTo>
                  <a:lnTo>
                    <a:pt x="6921594" y="44161"/>
                  </a:lnTo>
                  <a:lnTo>
                    <a:pt x="6999946" y="37100"/>
                  </a:lnTo>
                  <a:lnTo>
                    <a:pt x="7084387" y="30796"/>
                  </a:lnTo>
                  <a:lnTo>
                    <a:pt x="7173861" y="25208"/>
                  </a:lnTo>
                  <a:lnTo>
                    <a:pt x="7266294" y="20325"/>
                  </a:lnTo>
                  <a:lnTo>
                    <a:pt x="7358497" y="16156"/>
                  </a:lnTo>
                  <a:lnTo>
                    <a:pt x="7446320" y="12719"/>
                  </a:lnTo>
                  <a:lnTo>
                    <a:pt x="7525151" y="10022"/>
                  </a:lnTo>
                  <a:lnTo>
                    <a:pt x="7590743" y="8042"/>
                  </a:lnTo>
                  <a:lnTo>
                    <a:pt x="7640179" y="6716"/>
                  </a:lnTo>
                  <a:lnTo>
                    <a:pt x="7672661" y="5938"/>
                  </a:lnTo>
                  <a:lnTo>
                    <a:pt x="7689850" y="5567"/>
                  </a:lnTo>
                  <a:lnTo>
                    <a:pt x="7695729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6" y="192"/>
                  </a:lnTo>
                  <a:lnTo>
                    <a:pt x="7665467" y="658"/>
                  </a:lnTo>
                  <a:lnTo>
                    <a:pt x="7628441" y="1572"/>
                  </a:lnTo>
                  <a:lnTo>
                    <a:pt x="7574440" y="3067"/>
                  </a:lnTo>
                  <a:lnTo>
                    <a:pt x="7504892" y="5237"/>
                  </a:lnTo>
                  <a:lnTo>
                    <a:pt x="7423166" y="8135"/>
                  </a:lnTo>
                  <a:lnTo>
                    <a:pt x="7333704" y="11772"/>
                  </a:lnTo>
                  <a:lnTo>
                    <a:pt x="7241063" y="16136"/>
                  </a:lnTo>
                  <a:lnTo>
                    <a:pt x="7149164" y="21211"/>
                  </a:lnTo>
                  <a:lnTo>
                    <a:pt x="7060898" y="26991"/>
                  </a:lnTo>
                  <a:lnTo>
                    <a:pt x="6978044" y="33495"/>
                  </a:lnTo>
                  <a:lnTo>
                    <a:pt x="6901417" y="40773"/>
                  </a:lnTo>
                  <a:lnTo>
                    <a:pt x="6831093" y="48909"/>
                  </a:lnTo>
                  <a:lnTo>
                    <a:pt x="6766642" y="58018"/>
                  </a:lnTo>
                  <a:lnTo>
                    <a:pt x="6707325" y="68244"/>
                  </a:lnTo>
                  <a:lnTo>
                    <a:pt x="6652236" y="79749"/>
                  </a:lnTo>
                  <a:lnTo>
                    <a:pt x="6600414" y="92701"/>
                  </a:lnTo>
                  <a:lnTo>
                    <a:pt x="6550932" y="107239"/>
                  </a:lnTo>
                  <a:lnTo>
                    <a:pt x="6515891" y="118872"/>
                  </a:lnTo>
                  <a:lnTo>
                    <a:pt x="6465954" y="137318"/>
                  </a:lnTo>
                  <a:lnTo>
                    <a:pt x="6416500" y="157666"/>
                  </a:lnTo>
                  <a:lnTo>
                    <a:pt x="6367012" y="179942"/>
                  </a:lnTo>
                  <a:lnTo>
                    <a:pt x="6317138" y="204106"/>
                  </a:lnTo>
                  <a:lnTo>
                    <a:pt x="6266674" y="230045"/>
                  </a:lnTo>
                  <a:lnTo>
                    <a:pt x="6215542" y="257564"/>
                  </a:lnTo>
                  <a:lnTo>
                    <a:pt x="6163774" y="286392"/>
                  </a:lnTo>
                  <a:lnTo>
                    <a:pt x="6111497" y="316189"/>
                  </a:lnTo>
                  <a:lnTo>
                    <a:pt x="6058904" y="346558"/>
                  </a:lnTo>
                  <a:lnTo>
                    <a:pt x="6006230" y="377071"/>
                  </a:lnTo>
                  <a:lnTo>
                    <a:pt x="5953720" y="407292"/>
                  </a:lnTo>
                  <a:lnTo>
                    <a:pt x="5901597" y="436800"/>
                  </a:lnTo>
                  <a:lnTo>
                    <a:pt x="5850036" y="465217"/>
                  </a:lnTo>
                  <a:lnTo>
                    <a:pt x="5799133" y="492223"/>
                  </a:lnTo>
                  <a:lnTo>
                    <a:pt x="5748885" y="517575"/>
                  </a:lnTo>
                  <a:lnTo>
                    <a:pt x="5699174" y="541104"/>
                  </a:lnTo>
                  <a:lnTo>
                    <a:pt x="5649744" y="562723"/>
                  </a:lnTo>
                  <a:lnTo>
                    <a:pt x="5600193" y="582417"/>
                  </a:lnTo>
                  <a:lnTo>
                    <a:pt x="5567201" y="594361"/>
                  </a:lnTo>
                  <a:lnTo>
                    <a:pt x="5518905" y="610105"/>
                  </a:lnTo>
                  <a:lnTo>
                    <a:pt x="5468875" y="624201"/>
                  </a:lnTo>
                  <a:lnTo>
                    <a:pt x="5416261" y="636744"/>
                  </a:lnTo>
                  <a:lnTo>
                    <a:pt x="5360118" y="647885"/>
                  </a:lnTo>
                  <a:lnTo>
                    <a:pt x="5299491" y="657792"/>
                  </a:lnTo>
                  <a:lnTo>
                    <a:pt x="5233509" y="666624"/>
                  </a:lnTo>
                  <a:lnTo>
                    <a:pt x="5161499" y="674517"/>
                  </a:lnTo>
                  <a:lnTo>
                    <a:pt x="5083147" y="681578"/>
                  </a:lnTo>
                  <a:lnTo>
                    <a:pt x="4998706" y="687882"/>
                  </a:lnTo>
                  <a:lnTo>
                    <a:pt x="4909231" y="693469"/>
                  </a:lnTo>
                  <a:lnTo>
                    <a:pt x="4816799" y="698353"/>
                  </a:lnTo>
                  <a:lnTo>
                    <a:pt x="4724596" y="702522"/>
                  </a:lnTo>
                  <a:lnTo>
                    <a:pt x="4636772" y="705958"/>
                  </a:lnTo>
                  <a:lnTo>
                    <a:pt x="4557941" y="708656"/>
                  </a:lnTo>
                  <a:lnTo>
                    <a:pt x="4492350" y="710635"/>
                  </a:lnTo>
                  <a:lnTo>
                    <a:pt x="4442914" y="711961"/>
                  </a:lnTo>
                  <a:lnTo>
                    <a:pt x="4410432" y="712740"/>
                  </a:lnTo>
                  <a:lnTo>
                    <a:pt x="4393243" y="713110"/>
                  </a:lnTo>
                  <a:lnTo>
                    <a:pt x="4387363" y="713224"/>
                  </a:lnTo>
                  <a:lnTo>
                    <a:pt x="4386855" y="713233"/>
                  </a:lnTo>
                  <a:lnTo>
                    <a:pt x="3848118" y="713233"/>
                  </a:lnTo>
                  <a:lnTo>
                    <a:pt x="3846907" y="713304"/>
                  </a:lnTo>
                  <a:lnTo>
                    <a:pt x="3838988" y="713808"/>
                  </a:lnTo>
                  <a:lnTo>
                    <a:pt x="3819198" y="715202"/>
                  </a:lnTo>
                  <a:lnTo>
                    <a:pt x="3784250" y="717939"/>
                  </a:lnTo>
                  <a:lnTo>
                    <a:pt x="3733041" y="722420"/>
                  </a:lnTo>
                  <a:lnTo>
                    <a:pt x="3666700" y="728942"/>
                  </a:lnTo>
                  <a:lnTo>
                    <a:pt x="3588203" y="737678"/>
                  </a:lnTo>
                  <a:lnTo>
                    <a:pt x="3501623" y="748677"/>
                  </a:lnTo>
                  <a:lnTo>
                    <a:pt x="3411267" y="761912"/>
                  </a:lnTo>
                  <a:lnTo>
                    <a:pt x="3320956" y="777329"/>
                  </a:lnTo>
                  <a:lnTo>
                    <a:pt x="3233610" y="794901"/>
                  </a:lnTo>
                  <a:lnTo>
                    <a:pt x="3151127" y="814666"/>
                  </a:lnTo>
                  <a:lnTo>
                    <a:pt x="3074477" y="836750"/>
                  </a:lnTo>
                  <a:lnTo>
                    <a:pt x="3003897" y="861374"/>
                  </a:lnTo>
                  <a:lnTo>
                    <a:pt x="2939102" y="888857"/>
                  </a:lnTo>
                  <a:lnTo>
                    <a:pt x="2879474" y="919605"/>
                  </a:lnTo>
                  <a:lnTo>
                    <a:pt x="2824206" y="954089"/>
                  </a:lnTo>
                  <a:lnTo>
                    <a:pt x="2772407" y="992811"/>
                  </a:lnTo>
                  <a:lnTo>
                    <a:pt x="2723187" y="1036237"/>
                  </a:lnTo>
                  <a:lnTo>
                    <a:pt x="2675735" y="1084680"/>
                  </a:lnTo>
                  <a:lnTo>
                    <a:pt x="2667772" y="1093443"/>
                  </a:lnTo>
                  <a:lnTo>
                    <a:pt x="2629283" y="1138308"/>
                  </a:lnTo>
                  <a:lnTo>
                    <a:pt x="2591163" y="1186748"/>
                  </a:lnTo>
                  <a:lnTo>
                    <a:pt x="2553147" y="1238834"/>
                  </a:lnTo>
                  <a:lnTo>
                    <a:pt x="2515034" y="1294567"/>
                  </a:lnTo>
                  <a:lnTo>
                    <a:pt x="2476678" y="1353870"/>
                  </a:lnTo>
                  <a:lnTo>
                    <a:pt x="2437982" y="1416580"/>
                  </a:lnTo>
                  <a:lnTo>
                    <a:pt x="2398898" y="1482446"/>
                  </a:lnTo>
                  <a:lnTo>
                    <a:pt x="2359416" y="1551129"/>
                  </a:lnTo>
                  <a:lnTo>
                    <a:pt x="2319565" y="1622202"/>
                  </a:lnTo>
                  <a:lnTo>
                    <a:pt x="2279404" y="1695164"/>
                  </a:lnTo>
                  <a:lnTo>
                    <a:pt x="2239016" y="1769451"/>
                  </a:lnTo>
                  <a:lnTo>
                    <a:pt x="2198503" y="1844454"/>
                  </a:lnTo>
                  <a:lnTo>
                    <a:pt x="2157976" y="1919537"/>
                  </a:lnTo>
                  <a:lnTo>
                    <a:pt x="2117547" y="1994062"/>
                  </a:lnTo>
                  <a:lnTo>
                    <a:pt x="2077320" y="2067411"/>
                  </a:lnTo>
                  <a:lnTo>
                    <a:pt x="2037385" y="2139007"/>
                  </a:lnTo>
                  <a:lnTo>
                    <a:pt x="1997806" y="2208331"/>
                  </a:lnTo>
                  <a:lnTo>
                    <a:pt x="1958622" y="2274937"/>
                  </a:lnTo>
                  <a:lnTo>
                    <a:pt x="1919832" y="2338465"/>
                  </a:lnTo>
                  <a:lnTo>
                    <a:pt x="1881398" y="2398640"/>
                  </a:lnTo>
                  <a:lnTo>
                    <a:pt x="1843235" y="2455277"/>
                  </a:lnTo>
                  <a:lnTo>
                    <a:pt x="1805212" y="2508280"/>
                  </a:lnTo>
                  <a:lnTo>
                    <a:pt x="1767140" y="2557629"/>
                  </a:lnTo>
                  <a:lnTo>
                    <a:pt x="1728772" y="2603378"/>
                  </a:lnTo>
                  <a:lnTo>
                    <a:pt x="1719082" y="2614283"/>
                  </a:lnTo>
                  <a:lnTo>
                    <a:pt x="1671861" y="2663592"/>
                  </a:lnTo>
                  <a:lnTo>
                    <a:pt x="1622996" y="2707858"/>
                  </a:lnTo>
                  <a:lnTo>
                    <a:pt x="1571699" y="2747351"/>
                  </a:lnTo>
                  <a:lnTo>
                    <a:pt x="1517086" y="2782522"/>
                  </a:lnTo>
                  <a:lnTo>
                    <a:pt x="1458262" y="2813871"/>
                  </a:lnTo>
                  <a:lnTo>
                    <a:pt x="1394398" y="2841880"/>
                  </a:lnTo>
                  <a:lnTo>
                    <a:pt x="1324835" y="2866967"/>
                  </a:lnTo>
                  <a:lnTo>
                    <a:pt x="1249220" y="2889465"/>
                  </a:lnTo>
                  <a:lnTo>
                    <a:pt x="1167686" y="2909614"/>
                  </a:lnTo>
                  <a:lnTo>
                    <a:pt x="1081062" y="2927555"/>
                  </a:lnTo>
                  <a:lnTo>
                    <a:pt x="991079" y="2943340"/>
                  </a:lnTo>
                  <a:lnTo>
                    <a:pt x="900482" y="2956950"/>
                  </a:lnTo>
                  <a:lnTo>
                    <a:pt x="812959" y="2968334"/>
                  </a:lnTo>
                  <a:lnTo>
                    <a:pt x="732779" y="2977454"/>
                  </a:lnTo>
                  <a:lnTo>
                    <a:pt x="664114" y="2984346"/>
                  </a:lnTo>
                  <a:lnTo>
                    <a:pt x="610188" y="2989157"/>
                  </a:lnTo>
                  <a:lnTo>
                    <a:pt x="572483" y="2992165"/>
                  </a:lnTo>
                  <a:lnTo>
                    <a:pt x="550284" y="2993757"/>
                  </a:lnTo>
                  <a:lnTo>
                    <a:pt x="540659" y="2994380"/>
                  </a:lnTo>
                  <a:lnTo>
                    <a:pt x="538736" y="2994493"/>
                  </a:lnTo>
                  <a:lnTo>
                    <a:pt x="0" y="2994493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42" name="pl1842"/>
            <p:cNvSpPr/>
            <p:nvPr/>
          </p:nvSpPr>
          <p:spPr>
            <a:xfrm>
              <a:off x="546595" y="2568931"/>
              <a:ext cx="8234974" cy="2994493"/>
            </a:xfrm>
            <a:custGeom>
              <a:avLst/>
              <a:pathLst>
                <a:path w="8234974" h="2994493">
                  <a:moveTo>
                    <a:pt x="0" y="2994493"/>
                  </a:moveTo>
                  <a:lnTo>
                    <a:pt x="538736" y="2994493"/>
                  </a:lnTo>
                  <a:lnTo>
                    <a:pt x="539948" y="2994423"/>
                  </a:lnTo>
                  <a:lnTo>
                    <a:pt x="547866" y="2993919"/>
                  </a:lnTo>
                  <a:lnTo>
                    <a:pt x="567657" y="2992525"/>
                  </a:lnTo>
                  <a:lnTo>
                    <a:pt x="602605" y="2989788"/>
                  </a:lnTo>
                  <a:lnTo>
                    <a:pt x="653813" y="2985307"/>
                  </a:lnTo>
                  <a:lnTo>
                    <a:pt x="720154" y="2978784"/>
                  </a:lnTo>
                  <a:lnTo>
                    <a:pt x="798652" y="2970049"/>
                  </a:lnTo>
                  <a:lnTo>
                    <a:pt x="885232" y="2959050"/>
                  </a:lnTo>
                  <a:lnTo>
                    <a:pt x="975588" y="2945815"/>
                  </a:lnTo>
                  <a:lnTo>
                    <a:pt x="1065898" y="2930398"/>
                  </a:lnTo>
                  <a:lnTo>
                    <a:pt x="1153244" y="2912826"/>
                  </a:lnTo>
                  <a:lnTo>
                    <a:pt x="1235727" y="2893061"/>
                  </a:lnTo>
                  <a:lnTo>
                    <a:pt x="1312377" y="2870977"/>
                  </a:lnTo>
                  <a:lnTo>
                    <a:pt x="1382958" y="2846353"/>
                  </a:lnTo>
                  <a:lnTo>
                    <a:pt x="1447753" y="2818869"/>
                  </a:lnTo>
                  <a:lnTo>
                    <a:pt x="1507380" y="2788122"/>
                  </a:lnTo>
                  <a:lnTo>
                    <a:pt x="1562649" y="2753638"/>
                  </a:lnTo>
                  <a:lnTo>
                    <a:pt x="1614448" y="2714916"/>
                  </a:lnTo>
                  <a:lnTo>
                    <a:pt x="1663667" y="2671490"/>
                  </a:lnTo>
                  <a:lnTo>
                    <a:pt x="1711120" y="2623047"/>
                  </a:lnTo>
                  <a:lnTo>
                    <a:pt x="1719082" y="2614283"/>
                  </a:lnTo>
                  <a:lnTo>
                    <a:pt x="1757571" y="2569419"/>
                  </a:lnTo>
                  <a:lnTo>
                    <a:pt x="1795691" y="2520979"/>
                  </a:lnTo>
                  <a:lnTo>
                    <a:pt x="1833707" y="2468893"/>
                  </a:lnTo>
                  <a:lnTo>
                    <a:pt x="1871820" y="2413160"/>
                  </a:lnTo>
                  <a:lnTo>
                    <a:pt x="1910177" y="2353857"/>
                  </a:lnTo>
                  <a:lnTo>
                    <a:pt x="1948872" y="2291146"/>
                  </a:lnTo>
                  <a:lnTo>
                    <a:pt x="1987957" y="2225280"/>
                  </a:lnTo>
                  <a:lnTo>
                    <a:pt x="2027438" y="2156598"/>
                  </a:lnTo>
                  <a:lnTo>
                    <a:pt x="2067290" y="2085525"/>
                  </a:lnTo>
                  <a:lnTo>
                    <a:pt x="2107451" y="2012563"/>
                  </a:lnTo>
                  <a:lnTo>
                    <a:pt x="2147839" y="1938275"/>
                  </a:lnTo>
                  <a:lnTo>
                    <a:pt x="2188352" y="1863273"/>
                  </a:lnTo>
                  <a:lnTo>
                    <a:pt x="2228879" y="1788190"/>
                  </a:lnTo>
                  <a:lnTo>
                    <a:pt x="2269308" y="1713665"/>
                  </a:lnTo>
                  <a:lnTo>
                    <a:pt x="2309535" y="1640316"/>
                  </a:lnTo>
                  <a:lnTo>
                    <a:pt x="2349470" y="1568720"/>
                  </a:lnTo>
                  <a:lnTo>
                    <a:pt x="2389048" y="1499396"/>
                  </a:lnTo>
                  <a:lnTo>
                    <a:pt x="2428233" y="1432789"/>
                  </a:lnTo>
                  <a:lnTo>
                    <a:pt x="2467023" y="1369262"/>
                  </a:lnTo>
                  <a:lnTo>
                    <a:pt x="2505457" y="1309087"/>
                  </a:lnTo>
                  <a:lnTo>
                    <a:pt x="2543619" y="1252449"/>
                  </a:lnTo>
                  <a:lnTo>
                    <a:pt x="2581643" y="1199447"/>
                  </a:lnTo>
                  <a:lnTo>
                    <a:pt x="2619715" y="1150098"/>
                  </a:lnTo>
                  <a:lnTo>
                    <a:pt x="2658082" y="1104349"/>
                  </a:lnTo>
                  <a:lnTo>
                    <a:pt x="2667772" y="1093443"/>
                  </a:lnTo>
                  <a:lnTo>
                    <a:pt x="2714994" y="1044135"/>
                  </a:lnTo>
                  <a:lnTo>
                    <a:pt x="2763858" y="999869"/>
                  </a:lnTo>
                  <a:lnTo>
                    <a:pt x="2815156" y="960376"/>
                  </a:lnTo>
                  <a:lnTo>
                    <a:pt x="2869769" y="925205"/>
                  </a:lnTo>
                  <a:lnTo>
                    <a:pt x="2928593" y="893856"/>
                  </a:lnTo>
                  <a:lnTo>
                    <a:pt x="2992456" y="865847"/>
                  </a:lnTo>
                  <a:lnTo>
                    <a:pt x="3062019" y="840760"/>
                  </a:lnTo>
                  <a:lnTo>
                    <a:pt x="3137634" y="818262"/>
                  </a:lnTo>
                  <a:lnTo>
                    <a:pt x="3219169" y="798113"/>
                  </a:lnTo>
                  <a:lnTo>
                    <a:pt x="3305792" y="780172"/>
                  </a:lnTo>
                  <a:lnTo>
                    <a:pt x="3395776" y="764387"/>
                  </a:lnTo>
                  <a:lnTo>
                    <a:pt x="3486373" y="750777"/>
                  </a:lnTo>
                  <a:lnTo>
                    <a:pt x="3573895" y="739393"/>
                  </a:lnTo>
                  <a:lnTo>
                    <a:pt x="3654076" y="730272"/>
                  </a:lnTo>
                  <a:lnTo>
                    <a:pt x="3722740" y="723381"/>
                  </a:lnTo>
                  <a:lnTo>
                    <a:pt x="3776666" y="718570"/>
                  </a:lnTo>
                  <a:lnTo>
                    <a:pt x="3814371" y="715562"/>
                  </a:lnTo>
                  <a:lnTo>
                    <a:pt x="3836570" y="713970"/>
                  </a:lnTo>
                  <a:lnTo>
                    <a:pt x="3846195" y="713347"/>
                  </a:lnTo>
                  <a:lnTo>
                    <a:pt x="3848112" y="713234"/>
                  </a:lnTo>
                  <a:lnTo>
                    <a:pt x="3848118" y="713233"/>
                  </a:lnTo>
                  <a:lnTo>
                    <a:pt x="4386855" y="713233"/>
                  </a:lnTo>
                  <a:lnTo>
                    <a:pt x="4388148" y="713210"/>
                  </a:lnTo>
                  <a:lnTo>
                    <a:pt x="4396586" y="713041"/>
                  </a:lnTo>
                  <a:lnTo>
                    <a:pt x="4417625" y="712575"/>
                  </a:lnTo>
                  <a:lnTo>
                    <a:pt x="4454651" y="711661"/>
                  </a:lnTo>
                  <a:lnTo>
                    <a:pt x="4508652" y="710166"/>
                  </a:lnTo>
                  <a:lnTo>
                    <a:pt x="4578200" y="707996"/>
                  </a:lnTo>
                  <a:lnTo>
                    <a:pt x="4659926" y="705098"/>
                  </a:lnTo>
                  <a:lnTo>
                    <a:pt x="4749389" y="701461"/>
                  </a:lnTo>
                  <a:lnTo>
                    <a:pt x="4842030" y="697097"/>
                  </a:lnTo>
                  <a:lnTo>
                    <a:pt x="4933928" y="692022"/>
                  </a:lnTo>
                  <a:lnTo>
                    <a:pt x="5022195" y="686242"/>
                  </a:lnTo>
                  <a:lnTo>
                    <a:pt x="5105049" y="679738"/>
                  </a:lnTo>
                  <a:lnTo>
                    <a:pt x="5181676" y="672460"/>
                  </a:lnTo>
                  <a:lnTo>
                    <a:pt x="5252000" y="664324"/>
                  </a:lnTo>
                  <a:lnTo>
                    <a:pt x="5316450" y="655215"/>
                  </a:lnTo>
                  <a:lnTo>
                    <a:pt x="5375768" y="644989"/>
                  </a:lnTo>
                  <a:lnTo>
                    <a:pt x="5430857" y="633484"/>
                  </a:lnTo>
                  <a:lnTo>
                    <a:pt x="5482678" y="620532"/>
                  </a:lnTo>
                  <a:lnTo>
                    <a:pt x="5532160" y="605994"/>
                  </a:lnTo>
                  <a:lnTo>
                    <a:pt x="5567201" y="594361"/>
                  </a:lnTo>
                  <a:lnTo>
                    <a:pt x="5617139" y="575915"/>
                  </a:lnTo>
                  <a:lnTo>
                    <a:pt x="5666593" y="555567"/>
                  </a:lnTo>
                  <a:lnTo>
                    <a:pt x="5716081" y="533291"/>
                  </a:lnTo>
                  <a:lnTo>
                    <a:pt x="5765954" y="509127"/>
                  </a:lnTo>
                  <a:lnTo>
                    <a:pt x="5816418" y="483188"/>
                  </a:lnTo>
                  <a:lnTo>
                    <a:pt x="5867551" y="455669"/>
                  </a:lnTo>
                  <a:lnTo>
                    <a:pt x="5919319" y="426841"/>
                  </a:lnTo>
                  <a:lnTo>
                    <a:pt x="5971596" y="397044"/>
                  </a:lnTo>
                  <a:lnTo>
                    <a:pt x="6024189" y="366675"/>
                  </a:lnTo>
                  <a:lnTo>
                    <a:pt x="6076863" y="336162"/>
                  </a:lnTo>
                  <a:lnTo>
                    <a:pt x="6129373" y="305941"/>
                  </a:lnTo>
                  <a:lnTo>
                    <a:pt x="6181495" y="276433"/>
                  </a:lnTo>
                  <a:lnTo>
                    <a:pt x="6233056" y="248016"/>
                  </a:lnTo>
                  <a:lnTo>
                    <a:pt x="6283959" y="221010"/>
                  </a:lnTo>
                  <a:lnTo>
                    <a:pt x="6334207" y="195658"/>
                  </a:lnTo>
                  <a:lnTo>
                    <a:pt x="6383919" y="172129"/>
                  </a:lnTo>
                  <a:lnTo>
                    <a:pt x="6433348" y="150510"/>
                  </a:lnTo>
                  <a:lnTo>
                    <a:pt x="6482899" y="130816"/>
                  </a:lnTo>
                  <a:lnTo>
                    <a:pt x="6515891" y="118872"/>
                  </a:lnTo>
                  <a:lnTo>
                    <a:pt x="6564187" y="103128"/>
                  </a:lnTo>
                  <a:lnTo>
                    <a:pt x="6614217" y="89032"/>
                  </a:lnTo>
                  <a:lnTo>
                    <a:pt x="6666832" y="76489"/>
                  </a:lnTo>
                  <a:lnTo>
                    <a:pt x="6722975" y="65347"/>
                  </a:lnTo>
                  <a:lnTo>
                    <a:pt x="6783601" y="55441"/>
                  </a:lnTo>
                  <a:lnTo>
                    <a:pt x="6849583" y="46609"/>
                  </a:lnTo>
                  <a:lnTo>
                    <a:pt x="6921594" y="38716"/>
                  </a:lnTo>
                  <a:lnTo>
                    <a:pt x="6999946" y="31655"/>
                  </a:lnTo>
                  <a:lnTo>
                    <a:pt x="7084387" y="25351"/>
                  </a:lnTo>
                  <a:lnTo>
                    <a:pt x="7173861" y="19764"/>
                  </a:lnTo>
                  <a:lnTo>
                    <a:pt x="7266294" y="14880"/>
                  </a:lnTo>
                  <a:lnTo>
                    <a:pt x="7358497" y="10711"/>
                  </a:lnTo>
                  <a:lnTo>
                    <a:pt x="7446320" y="7275"/>
                  </a:lnTo>
                  <a:lnTo>
                    <a:pt x="7525151" y="4577"/>
                  </a:lnTo>
                  <a:lnTo>
                    <a:pt x="7590743" y="2597"/>
                  </a:lnTo>
                  <a:lnTo>
                    <a:pt x="7640179" y="1272"/>
                  </a:lnTo>
                  <a:lnTo>
                    <a:pt x="7672661" y="493"/>
                  </a:lnTo>
                  <a:lnTo>
                    <a:pt x="7689850" y="123"/>
                  </a:lnTo>
                  <a:lnTo>
                    <a:pt x="7695729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3" name="pl1843"/>
            <p:cNvSpPr/>
            <p:nvPr/>
          </p:nvSpPr>
          <p:spPr>
            <a:xfrm>
              <a:off x="546595" y="2563487"/>
              <a:ext cx="8234974" cy="2994493"/>
            </a:xfrm>
            <a:custGeom>
              <a:avLst/>
              <a:pathLst>
                <a:path w="8234974" h="2994493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6" y="192"/>
                  </a:lnTo>
                  <a:lnTo>
                    <a:pt x="7665467" y="658"/>
                  </a:lnTo>
                  <a:lnTo>
                    <a:pt x="7628441" y="1572"/>
                  </a:lnTo>
                  <a:lnTo>
                    <a:pt x="7574440" y="3067"/>
                  </a:lnTo>
                  <a:lnTo>
                    <a:pt x="7504892" y="5237"/>
                  </a:lnTo>
                  <a:lnTo>
                    <a:pt x="7423166" y="8135"/>
                  </a:lnTo>
                  <a:lnTo>
                    <a:pt x="7333704" y="11772"/>
                  </a:lnTo>
                  <a:lnTo>
                    <a:pt x="7241063" y="16136"/>
                  </a:lnTo>
                  <a:lnTo>
                    <a:pt x="7149164" y="21211"/>
                  </a:lnTo>
                  <a:lnTo>
                    <a:pt x="7060898" y="26991"/>
                  </a:lnTo>
                  <a:lnTo>
                    <a:pt x="6978044" y="33495"/>
                  </a:lnTo>
                  <a:lnTo>
                    <a:pt x="6901417" y="40773"/>
                  </a:lnTo>
                  <a:lnTo>
                    <a:pt x="6831093" y="48909"/>
                  </a:lnTo>
                  <a:lnTo>
                    <a:pt x="6766642" y="58018"/>
                  </a:lnTo>
                  <a:lnTo>
                    <a:pt x="6707325" y="68244"/>
                  </a:lnTo>
                  <a:lnTo>
                    <a:pt x="6652236" y="79749"/>
                  </a:lnTo>
                  <a:lnTo>
                    <a:pt x="6600414" y="92701"/>
                  </a:lnTo>
                  <a:lnTo>
                    <a:pt x="6550932" y="107239"/>
                  </a:lnTo>
                  <a:lnTo>
                    <a:pt x="6515891" y="118872"/>
                  </a:lnTo>
                  <a:lnTo>
                    <a:pt x="6465954" y="137318"/>
                  </a:lnTo>
                  <a:lnTo>
                    <a:pt x="6416500" y="157666"/>
                  </a:lnTo>
                  <a:lnTo>
                    <a:pt x="6367012" y="179942"/>
                  </a:lnTo>
                  <a:lnTo>
                    <a:pt x="6317138" y="204106"/>
                  </a:lnTo>
                  <a:lnTo>
                    <a:pt x="6266674" y="230045"/>
                  </a:lnTo>
                  <a:lnTo>
                    <a:pt x="6215542" y="257564"/>
                  </a:lnTo>
                  <a:lnTo>
                    <a:pt x="6163774" y="286392"/>
                  </a:lnTo>
                  <a:lnTo>
                    <a:pt x="6111497" y="316189"/>
                  </a:lnTo>
                  <a:lnTo>
                    <a:pt x="6058904" y="346558"/>
                  </a:lnTo>
                  <a:lnTo>
                    <a:pt x="6006230" y="377071"/>
                  </a:lnTo>
                  <a:lnTo>
                    <a:pt x="5953720" y="407292"/>
                  </a:lnTo>
                  <a:lnTo>
                    <a:pt x="5901597" y="436800"/>
                  </a:lnTo>
                  <a:lnTo>
                    <a:pt x="5850036" y="465217"/>
                  </a:lnTo>
                  <a:lnTo>
                    <a:pt x="5799133" y="492223"/>
                  </a:lnTo>
                  <a:lnTo>
                    <a:pt x="5748885" y="517575"/>
                  </a:lnTo>
                  <a:lnTo>
                    <a:pt x="5699174" y="541104"/>
                  </a:lnTo>
                  <a:lnTo>
                    <a:pt x="5649744" y="562723"/>
                  </a:lnTo>
                  <a:lnTo>
                    <a:pt x="5600193" y="582417"/>
                  </a:lnTo>
                  <a:lnTo>
                    <a:pt x="5567201" y="594361"/>
                  </a:lnTo>
                  <a:lnTo>
                    <a:pt x="5518905" y="610105"/>
                  </a:lnTo>
                  <a:lnTo>
                    <a:pt x="5468875" y="624201"/>
                  </a:lnTo>
                  <a:lnTo>
                    <a:pt x="5416261" y="636744"/>
                  </a:lnTo>
                  <a:lnTo>
                    <a:pt x="5360118" y="647885"/>
                  </a:lnTo>
                  <a:lnTo>
                    <a:pt x="5299491" y="657792"/>
                  </a:lnTo>
                  <a:lnTo>
                    <a:pt x="5233509" y="666624"/>
                  </a:lnTo>
                  <a:lnTo>
                    <a:pt x="5161499" y="674517"/>
                  </a:lnTo>
                  <a:lnTo>
                    <a:pt x="5083147" y="681578"/>
                  </a:lnTo>
                  <a:lnTo>
                    <a:pt x="4998706" y="687882"/>
                  </a:lnTo>
                  <a:lnTo>
                    <a:pt x="4909231" y="693469"/>
                  </a:lnTo>
                  <a:lnTo>
                    <a:pt x="4816799" y="698353"/>
                  </a:lnTo>
                  <a:lnTo>
                    <a:pt x="4724596" y="702522"/>
                  </a:lnTo>
                  <a:lnTo>
                    <a:pt x="4636772" y="705958"/>
                  </a:lnTo>
                  <a:lnTo>
                    <a:pt x="4557941" y="708656"/>
                  </a:lnTo>
                  <a:lnTo>
                    <a:pt x="4492350" y="710635"/>
                  </a:lnTo>
                  <a:lnTo>
                    <a:pt x="4442914" y="711961"/>
                  </a:lnTo>
                  <a:lnTo>
                    <a:pt x="4410432" y="712740"/>
                  </a:lnTo>
                  <a:lnTo>
                    <a:pt x="4393243" y="713110"/>
                  </a:lnTo>
                  <a:lnTo>
                    <a:pt x="4387363" y="713224"/>
                  </a:lnTo>
                  <a:lnTo>
                    <a:pt x="4386855" y="713233"/>
                  </a:lnTo>
                  <a:lnTo>
                    <a:pt x="3848118" y="713233"/>
                  </a:lnTo>
                  <a:lnTo>
                    <a:pt x="3846907" y="713304"/>
                  </a:lnTo>
                  <a:lnTo>
                    <a:pt x="3838988" y="713808"/>
                  </a:lnTo>
                  <a:lnTo>
                    <a:pt x="3819198" y="715202"/>
                  </a:lnTo>
                  <a:lnTo>
                    <a:pt x="3784250" y="717939"/>
                  </a:lnTo>
                  <a:lnTo>
                    <a:pt x="3733041" y="722420"/>
                  </a:lnTo>
                  <a:lnTo>
                    <a:pt x="3666700" y="728942"/>
                  </a:lnTo>
                  <a:lnTo>
                    <a:pt x="3588203" y="737678"/>
                  </a:lnTo>
                  <a:lnTo>
                    <a:pt x="3501623" y="748677"/>
                  </a:lnTo>
                  <a:lnTo>
                    <a:pt x="3411267" y="761912"/>
                  </a:lnTo>
                  <a:lnTo>
                    <a:pt x="3320956" y="777329"/>
                  </a:lnTo>
                  <a:lnTo>
                    <a:pt x="3233610" y="794901"/>
                  </a:lnTo>
                  <a:lnTo>
                    <a:pt x="3151127" y="814666"/>
                  </a:lnTo>
                  <a:lnTo>
                    <a:pt x="3074477" y="836750"/>
                  </a:lnTo>
                  <a:lnTo>
                    <a:pt x="3003897" y="861374"/>
                  </a:lnTo>
                  <a:lnTo>
                    <a:pt x="2939102" y="888857"/>
                  </a:lnTo>
                  <a:lnTo>
                    <a:pt x="2879474" y="919605"/>
                  </a:lnTo>
                  <a:lnTo>
                    <a:pt x="2824206" y="954089"/>
                  </a:lnTo>
                  <a:lnTo>
                    <a:pt x="2772407" y="992811"/>
                  </a:lnTo>
                  <a:lnTo>
                    <a:pt x="2723187" y="1036237"/>
                  </a:lnTo>
                  <a:lnTo>
                    <a:pt x="2675735" y="1084680"/>
                  </a:lnTo>
                  <a:lnTo>
                    <a:pt x="2667772" y="1093443"/>
                  </a:lnTo>
                  <a:lnTo>
                    <a:pt x="2629283" y="1138308"/>
                  </a:lnTo>
                  <a:lnTo>
                    <a:pt x="2591163" y="1186748"/>
                  </a:lnTo>
                  <a:lnTo>
                    <a:pt x="2553147" y="1238834"/>
                  </a:lnTo>
                  <a:lnTo>
                    <a:pt x="2515034" y="1294567"/>
                  </a:lnTo>
                  <a:lnTo>
                    <a:pt x="2476678" y="1353870"/>
                  </a:lnTo>
                  <a:lnTo>
                    <a:pt x="2437982" y="1416580"/>
                  </a:lnTo>
                  <a:lnTo>
                    <a:pt x="2398898" y="1482446"/>
                  </a:lnTo>
                  <a:lnTo>
                    <a:pt x="2359416" y="1551129"/>
                  </a:lnTo>
                  <a:lnTo>
                    <a:pt x="2319565" y="1622202"/>
                  </a:lnTo>
                  <a:lnTo>
                    <a:pt x="2279404" y="1695164"/>
                  </a:lnTo>
                  <a:lnTo>
                    <a:pt x="2239016" y="1769451"/>
                  </a:lnTo>
                  <a:lnTo>
                    <a:pt x="2198503" y="1844454"/>
                  </a:lnTo>
                  <a:lnTo>
                    <a:pt x="2157976" y="1919537"/>
                  </a:lnTo>
                  <a:lnTo>
                    <a:pt x="2117547" y="1994062"/>
                  </a:lnTo>
                  <a:lnTo>
                    <a:pt x="2077320" y="2067411"/>
                  </a:lnTo>
                  <a:lnTo>
                    <a:pt x="2037385" y="2139007"/>
                  </a:lnTo>
                  <a:lnTo>
                    <a:pt x="1997806" y="2208331"/>
                  </a:lnTo>
                  <a:lnTo>
                    <a:pt x="1958622" y="2274937"/>
                  </a:lnTo>
                  <a:lnTo>
                    <a:pt x="1919832" y="2338465"/>
                  </a:lnTo>
                  <a:lnTo>
                    <a:pt x="1881398" y="2398640"/>
                  </a:lnTo>
                  <a:lnTo>
                    <a:pt x="1843235" y="2455277"/>
                  </a:lnTo>
                  <a:lnTo>
                    <a:pt x="1805212" y="2508280"/>
                  </a:lnTo>
                  <a:lnTo>
                    <a:pt x="1767140" y="2557629"/>
                  </a:lnTo>
                  <a:lnTo>
                    <a:pt x="1728772" y="2603378"/>
                  </a:lnTo>
                  <a:lnTo>
                    <a:pt x="1719082" y="2614283"/>
                  </a:lnTo>
                  <a:lnTo>
                    <a:pt x="1671861" y="2663592"/>
                  </a:lnTo>
                  <a:lnTo>
                    <a:pt x="1622996" y="2707858"/>
                  </a:lnTo>
                  <a:lnTo>
                    <a:pt x="1571699" y="2747351"/>
                  </a:lnTo>
                  <a:lnTo>
                    <a:pt x="1517086" y="2782522"/>
                  </a:lnTo>
                  <a:lnTo>
                    <a:pt x="1458262" y="2813871"/>
                  </a:lnTo>
                  <a:lnTo>
                    <a:pt x="1394398" y="2841880"/>
                  </a:lnTo>
                  <a:lnTo>
                    <a:pt x="1324835" y="2866967"/>
                  </a:lnTo>
                  <a:lnTo>
                    <a:pt x="1249220" y="2889465"/>
                  </a:lnTo>
                  <a:lnTo>
                    <a:pt x="1167686" y="2909614"/>
                  </a:lnTo>
                  <a:lnTo>
                    <a:pt x="1081062" y="2927555"/>
                  </a:lnTo>
                  <a:lnTo>
                    <a:pt x="991079" y="2943340"/>
                  </a:lnTo>
                  <a:lnTo>
                    <a:pt x="900482" y="2956950"/>
                  </a:lnTo>
                  <a:lnTo>
                    <a:pt x="812959" y="2968334"/>
                  </a:lnTo>
                  <a:lnTo>
                    <a:pt x="732779" y="2977454"/>
                  </a:lnTo>
                  <a:lnTo>
                    <a:pt x="664114" y="2984346"/>
                  </a:lnTo>
                  <a:lnTo>
                    <a:pt x="610188" y="2989157"/>
                  </a:lnTo>
                  <a:lnTo>
                    <a:pt x="572483" y="2992165"/>
                  </a:lnTo>
                  <a:lnTo>
                    <a:pt x="550284" y="2993757"/>
                  </a:lnTo>
                  <a:lnTo>
                    <a:pt x="540659" y="2994380"/>
                  </a:lnTo>
                  <a:lnTo>
                    <a:pt x="538742" y="2994493"/>
                  </a:lnTo>
                  <a:lnTo>
                    <a:pt x="538736" y="2994493"/>
                  </a:lnTo>
                  <a:lnTo>
                    <a:pt x="0" y="29944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4" name="pg1844"/>
            <p:cNvSpPr/>
            <p:nvPr/>
          </p:nvSpPr>
          <p:spPr>
            <a:xfrm>
              <a:off x="546595" y="1436468"/>
              <a:ext cx="8234974" cy="4116067"/>
            </a:xfrm>
            <a:custGeom>
              <a:avLst/>
              <a:pathLst>
                <a:path w="8234974" h="4116067">
                  <a:moveTo>
                    <a:pt x="0" y="4116067"/>
                  </a:moveTo>
                  <a:lnTo>
                    <a:pt x="538736" y="4116067"/>
                  </a:lnTo>
                  <a:lnTo>
                    <a:pt x="539854" y="4115970"/>
                  </a:lnTo>
                  <a:lnTo>
                    <a:pt x="547170" y="4115276"/>
                  </a:lnTo>
                  <a:lnTo>
                    <a:pt x="565507" y="4113358"/>
                  </a:lnTo>
                  <a:lnTo>
                    <a:pt x="598019" y="4109588"/>
                  </a:lnTo>
                  <a:lnTo>
                    <a:pt x="645921" y="4103403"/>
                  </a:lnTo>
                  <a:lnTo>
                    <a:pt x="708412" y="4094373"/>
                  </a:lnTo>
                  <a:lnTo>
                    <a:pt x="782965" y="4082235"/>
                  </a:lnTo>
                  <a:lnTo>
                    <a:pt x="865944" y="4066894"/>
                  </a:lnTo>
                  <a:lnTo>
                    <a:pt x="953361" y="4048372"/>
                  </a:lnTo>
                  <a:lnTo>
                    <a:pt x="1041547" y="4026742"/>
                  </a:lnTo>
                  <a:lnTo>
                    <a:pt x="1127579" y="4002057"/>
                  </a:lnTo>
                  <a:lnTo>
                    <a:pt x="1209442" y="3974295"/>
                  </a:lnTo>
                  <a:lnTo>
                    <a:pt x="1285995" y="3943323"/>
                  </a:lnTo>
                  <a:lnTo>
                    <a:pt x="1356813" y="3908880"/>
                  </a:lnTo>
                  <a:lnTo>
                    <a:pt x="1422007" y="3870576"/>
                  </a:lnTo>
                  <a:lnTo>
                    <a:pt x="1482042" y="3827897"/>
                  </a:lnTo>
                  <a:lnTo>
                    <a:pt x="1537604" y="3780227"/>
                  </a:lnTo>
                  <a:lnTo>
                    <a:pt x="1589488" y="3726883"/>
                  </a:lnTo>
                  <a:lnTo>
                    <a:pt x="1638525" y="3667185"/>
                  </a:lnTo>
                  <a:lnTo>
                    <a:pt x="1685506" y="3600569"/>
                  </a:lnTo>
                  <a:lnTo>
                    <a:pt x="1719082" y="3547114"/>
                  </a:lnTo>
                  <a:lnTo>
                    <a:pt x="1751930" y="3490204"/>
                  </a:lnTo>
                  <a:lnTo>
                    <a:pt x="1784477" y="3429420"/>
                  </a:lnTo>
                  <a:lnTo>
                    <a:pt x="1816899" y="3364682"/>
                  </a:lnTo>
                  <a:lnTo>
                    <a:pt x="1849333" y="3295966"/>
                  </a:lnTo>
                  <a:lnTo>
                    <a:pt x="1881886" y="3223304"/>
                  </a:lnTo>
                  <a:lnTo>
                    <a:pt x="1914639" y="3146794"/>
                  </a:lnTo>
                  <a:lnTo>
                    <a:pt x="1947645" y="3066602"/>
                  </a:lnTo>
                  <a:lnTo>
                    <a:pt x="1980934" y="2982964"/>
                  </a:lnTo>
                  <a:lnTo>
                    <a:pt x="2014513" y="2896187"/>
                  </a:lnTo>
                  <a:lnTo>
                    <a:pt x="2048370" y="2806647"/>
                  </a:lnTo>
                  <a:lnTo>
                    <a:pt x="2082477" y="2714782"/>
                  </a:lnTo>
                  <a:lnTo>
                    <a:pt x="2116788" y="2621085"/>
                  </a:lnTo>
                  <a:lnTo>
                    <a:pt x="2151248" y="2526096"/>
                  </a:lnTo>
                  <a:lnTo>
                    <a:pt x="2185792" y="2430386"/>
                  </a:lnTo>
                  <a:lnTo>
                    <a:pt x="2220352" y="2334544"/>
                  </a:lnTo>
                  <a:lnTo>
                    <a:pt x="2254858" y="2239165"/>
                  </a:lnTo>
                  <a:lnTo>
                    <a:pt x="2289242" y="2144828"/>
                  </a:lnTo>
                  <a:lnTo>
                    <a:pt x="2323445" y="2052090"/>
                  </a:lnTo>
                  <a:lnTo>
                    <a:pt x="2357417" y="1961465"/>
                  </a:lnTo>
                  <a:lnTo>
                    <a:pt x="2391122" y="1873418"/>
                  </a:lnTo>
                  <a:lnTo>
                    <a:pt x="2424539" y="1788351"/>
                  </a:lnTo>
                  <a:lnTo>
                    <a:pt x="2457668" y="1706603"/>
                  </a:lnTo>
                  <a:lnTo>
                    <a:pt x="2490527" y="1628442"/>
                  </a:lnTo>
                  <a:lnTo>
                    <a:pt x="2523161" y="1554064"/>
                  </a:lnTo>
                  <a:lnTo>
                    <a:pt x="2555636" y="1483597"/>
                  </a:lnTo>
                  <a:lnTo>
                    <a:pt x="2588047" y="1417101"/>
                  </a:lnTo>
                  <a:lnTo>
                    <a:pt x="2620520" y="1354578"/>
                  </a:lnTo>
                  <a:lnTo>
                    <a:pt x="2653211" y="1295969"/>
                  </a:lnTo>
                  <a:lnTo>
                    <a:pt x="2667772" y="1271298"/>
                  </a:lnTo>
                  <a:lnTo>
                    <a:pt x="2713692" y="1199417"/>
                  </a:lnTo>
                  <a:lnTo>
                    <a:pt x="2761148" y="1134683"/>
                  </a:lnTo>
                  <a:lnTo>
                    <a:pt x="2810862" y="1076739"/>
                  </a:lnTo>
                  <a:lnTo>
                    <a:pt x="2863645" y="1024973"/>
                  </a:lnTo>
                  <a:lnTo>
                    <a:pt x="2920322" y="978696"/>
                  </a:lnTo>
                  <a:lnTo>
                    <a:pt x="2981670" y="937238"/>
                  </a:lnTo>
                  <a:lnTo>
                    <a:pt x="3048326" y="900006"/>
                  </a:lnTo>
                  <a:lnTo>
                    <a:pt x="3120679" y="866520"/>
                  </a:lnTo>
                  <a:lnTo>
                    <a:pt x="3198713" y="836422"/>
                  </a:lnTo>
                  <a:lnTo>
                    <a:pt x="3281831" y="809487"/>
                  </a:lnTo>
                  <a:lnTo>
                    <a:pt x="3368670" y="785614"/>
                  </a:lnTo>
                  <a:lnTo>
                    <a:pt x="3456973" y="764804"/>
                  </a:lnTo>
                  <a:lnTo>
                    <a:pt x="3543590" y="747122"/>
                  </a:lnTo>
                  <a:lnTo>
                    <a:pt x="3624715" y="732635"/>
                  </a:lnTo>
                  <a:lnTo>
                    <a:pt x="3696381" y="721340"/>
                  </a:lnTo>
                  <a:lnTo>
                    <a:pt x="3755174" y="713100"/>
                  </a:lnTo>
                  <a:lnTo>
                    <a:pt x="3798977" y="707606"/>
                  </a:lnTo>
                  <a:lnTo>
                    <a:pt x="3827514" y="704388"/>
                  </a:lnTo>
                  <a:lnTo>
                    <a:pt x="3842537" y="702858"/>
                  </a:lnTo>
                  <a:lnTo>
                    <a:pt x="3847670" y="702383"/>
                  </a:lnTo>
                  <a:lnTo>
                    <a:pt x="3848118" y="702344"/>
                  </a:lnTo>
                  <a:lnTo>
                    <a:pt x="4386855" y="702344"/>
                  </a:lnTo>
                  <a:lnTo>
                    <a:pt x="4388149" y="702321"/>
                  </a:lnTo>
                  <a:lnTo>
                    <a:pt x="4396589" y="702157"/>
                  </a:lnTo>
                  <a:lnTo>
                    <a:pt x="4417635" y="701701"/>
                  </a:lnTo>
                  <a:lnTo>
                    <a:pt x="4454672" y="700807"/>
                  </a:lnTo>
                  <a:lnTo>
                    <a:pt x="4508688" y="699346"/>
                  </a:lnTo>
                  <a:lnTo>
                    <a:pt x="4578252" y="697225"/>
                  </a:lnTo>
                  <a:lnTo>
                    <a:pt x="4659995" y="694393"/>
                  </a:lnTo>
                  <a:lnTo>
                    <a:pt x="4749472" y="690838"/>
                  </a:lnTo>
                  <a:lnTo>
                    <a:pt x="4842125" y="686572"/>
                  </a:lnTo>
                  <a:lnTo>
                    <a:pt x="4934031" y="681612"/>
                  </a:lnTo>
                  <a:lnTo>
                    <a:pt x="5022302" y="675963"/>
                  </a:lnTo>
                  <a:lnTo>
                    <a:pt x="5105158" y="669607"/>
                  </a:lnTo>
                  <a:lnTo>
                    <a:pt x="5181784" y="662493"/>
                  </a:lnTo>
                  <a:lnTo>
                    <a:pt x="5252107" y="654542"/>
                  </a:lnTo>
                  <a:lnTo>
                    <a:pt x="5316555" y="645638"/>
                  </a:lnTo>
                  <a:lnTo>
                    <a:pt x="5375871" y="635644"/>
                  </a:lnTo>
                  <a:lnTo>
                    <a:pt x="5430960" y="624398"/>
                  </a:lnTo>
                  <a:lnTo>
                    <a:pt x="5482782" y="611739"/>
                  </a:lnTo>
                  <a:lnTo>
                    <a:pt x="5532265" y="597528"/>
                  </a:lnTo>
                  <a:lnTo>
                    <a:pt x="5567201" y="586194"/>
                  </a:lnTo>
                  <a:lnTo>
                    <a:pt x="5617252" y="568127"/>
                  </a:lnTo>
                  <a:lnTo>
                    <a:pt x="5666818" y="548193"/>
                  </a:lnTo>
                  <a:lnTo>
                    <a:pt x="5716421" y="526367"/>
                  </a:lnTo>
                  <a:lnTo>
                    <a:pt x="5766413" y="502688"/>
                  </a:lnTo>
                  <a:lnTo>
                    <a:pt x="5816999" y="477268"/>
                  </a:lnTo>
                  <a:lnTo>
                    <a:pt x="5868257" y="450300"/>
                  </a:lnTo>
                  <a:lnTo>
                    <a:pt x="5920151" y="422051"/>
                  </a:lnTo>
                  <a:lnTo>
                    <a:pt x="5972555" y="392858"/>
                  </a:lnTo>
                  <a:lnTo>
                    <a:pt x="6025272" y="363109"/>
                  </a:lnTo>
                  <a:lnTo>
                    <a:pt x="6078066" y="333228"/>
                  </a:lnTo>
                  <a:lnTo>
                    <a:pt x="6130689" y="303644"/>
                  </a:lnTo>
                  <a:lnTo>
                    <a:pt x="6182917" y="274770"/>
                  </a:lnTo>
                  <a:lnTo>
                    <a:pt x="6234578" y="246976"/>
                  </a:lnTo>
                  <a:lnTo>
                    <a:pt x="6285577" y="220574"/>
                  </a:lnTo>
                  <a:lnTo>
                    <a:pt x="6335919" y="195804"/>
                  </a:lnTo>
                  <a:lnTo>
                    <a:pt x="6385730" y="172826"/>
                  </a:lnTo>
                  <a:lnTo>
                    <a:pt x="6435268" y="151725"/>
                  </a:lnTo>
                  <a:lnTo>
                    <a:pt x="6484948" y="132513"/>
                  </a:lnTo>
                  <a:lnTo>
                    <a:pt x="6515891" y="121594"/>
                  </a:lnTo>
                  <a:lnTo>
                    <a:pt x="6564193" y="106210"/>
                  </a:lnTo>
                  <a:lnTo>
                    <a:pt x="6614229" y="92434"/>
                  </a:lnTo>
                  <a:lnTo>
                    <a:pt x="6666850" y="80178"/>
                  </a:lnTo>
                  <a:lnTo>
                    <a:pt x="6723001" y="69291"/>
                  </a:lnTo>
                  <a:lnTo>
                    <a:pt x="6783637" y="59610"/>
                  </a:lnTo>
                  <a:lnTo>
                    <a:pt x="6849630" y="50981"/>
                  </a:lnTo>
                  <a:lnTo>
                    <a:pt x="6921653" y="43268"/>
                  </a:lnTo>
                  <a:lnTo>
                    <a:pt x="7000020" y="36369"/>
                  </a:lnTo>
                  <a:lnTo>
                    <a:pt x="7084476" y="30209"/>
                  </a:lnTo>
                  <a:lnTo>
                    <a:pt x="7173965" y="24750"/>
                  </a:lnTo>
                  <a:lnTo>
                    <a:pt x="7266410" y="19978"/>
                  </a:lnTo>
                  <a:lnTo>
                    <a:pt x="7358620" y="15905"/>
                  </a:lnTo>
                  <a:lnTo>
                    <a:pt x="7446444" y="12548"/>
                  </a:lnTo>
                  <a:lnTo>
                    <a:pt x="7525267" y="9913"/>
                  </a:lnTo>
                  <a:lnTo>
                    <a:pt x="7590841" y="7980"/>
                  </a:lnTo>
                  <a:lnTo>
                    <a:pt x="7640253" y="6685"/>
                  </a:lnTo>
                  <a:lnTo>
                    <a:pt x="7672708" y="5925"/>
                  </a:lnTo>
                  <a:lnTo>
                    <a:pt x="7689871" y="5564"/>
                  </a:lnTo>
                  <a:lnTo>
                    <a:pt x="7695734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7001" y="696997"/>
                  </a:lnTo>
                  <a:lnTo>
                    <a:pt x="3839685" y="697691"/>
                  </a:lnTo>
                  <a:lnTo>
                    <a:pt x="3821347" y="699609"/>
                  </a:lnTo>
                  <a:lnTo>
                    <a:pt x="3788836" y="703380"/>
                  </a:lnTo>
                  <a:lnTo>
                    <a:pt x="3740934" y="709564"/>
                  </a:lnTo>
                  <a:lnTo>
                    <a:pt x="3678443" y="718594"/>
                  </a:lnTo>
                  <a:lnTo>
                    <a:pt x="3603889" y="730732"/>
                  </a:lnTo>
                  <a:lnTo>
                    <a:pt x="3520911" y="746073"/>
                  </a:lnTo>
                  <a:lnTo>
                    <a:pt x="3433493" y="764595"/>
                  </a:lnTo>
                  <a:lnTo>
                    <a:pt x="3345307" y="786225"/>
                  </a:lnTo>
                  <a:lnTo>
                    <a:pt x="3259276" y="810910"/>
                  </a:lnTo>
                  <a:lnTo>
                    <a:pt x="3177413" y="838672"/>
                  </a:lnTo>
                  <a:lnTo>
                    <a:pt x="3100860" y="869644"/>
                  </a:lnTo>
                  <a:lnTo>
                    <a:pt x="3030041" y="904087"/>
                  </a:lnTo>
                  <a:lnTo>
                    <a:pt x="2964848" y="942391"/>
                  </a:lnTo>
                  <a:lnTo>
                    <a:pt x="2904813" y="985070"/>
                  </a:lnTo>
                  <a:lnTo>
                    <a:pt x="2849251" y="1032740"/>
                  </a:lnTo>
                  <a:lnTo>
                    <a:pt x="2797366" y="1086084"/>
                  </a:lnTo>
                  <a:lnTo>
                    <a:pt x="2748330" y="1145782"/>
                  </a:lnTo>
                  <a:lnTo>
                    <a:pt x="2701348" y="1212398"/>
                  </a:lnTo>
                  <a:lnTo>
                    <a:pt x="2667772" y="1265854"/>
                  </a:lnTo>
                  <a:lnTo>
                    <a:pt x="2634925" y="1322764"/>
                  </a:lnTo>
                  <a:lnTo>
                    <a:pt x="2602377" y="1383548"/>
                  </a:lnTo>
                  <a:lnTo>
                    <a:pt x="2569956" y="1448285"/>
                  </a:lnTo>
                  <a:lnTo>
                    <a:pt x="2537522" y="1517001"/>
                  </a:lnTo>
                  <a:lnTo>
                    <a:pt x="2504968" y="1589663"/>
                  </a:lnTo>
                  <a:lnTo>
                    <a:pt x="2472215" y="1666173"/>
                  </a:lnTo>
                  <a:lnTo>
                    <a:pt x="2439210" y="1746365"/>
                  </a:lnTo>
                  <a:lnTo>
                    <a:pt x="2405921" y="1830003"/>
                  </a:lnTo>
                  <a:lnTo>
                    <a:pt x="2372342" y="1916780"/>
                  </a:lnTo>
                  <a:lnTo>
                    <a:pt x="2338484" y="2006320"/>
                  </a:lnTo>
                  <a:lnTo>
                    <a:pt x="2304378" y="2098186"/>
                  </a:lnTo>
                  <a:lnTo>
                    <a:pt x="2270066" y="2191882"/>
                  </a:lnTo>
                  <a:lnTo>
                    <a:pt x="2235607" y="2286871"/>
                  </a:lnTo>
                  <a:lnTo>
                    <a:pt x="2201062" y="2382581"/>
                  </a:lnTo>
                  <a:lnTo>
                    <a:pt x="2166503" y="2478423"/>
                  </a:lnTo>
                  <a:lnTo>
                    <a:pt x="2131997" y="2573803"/>
                  </a:lnTo>
                  <a:lnTo>
                    <a:pt x="2097613" y="2668139"/>
                  </a:lnTo>
                  <a:lnTo>
                    <a:pt x="2063410" y="2760877"/>
                  </a:lnTo>
                  <a:lnTo>
                    <a:pt x="2029437" y="2851502"/>
                  </a:lnTo>
                  <a:lnTo>
                    <a:pt x="1995733" y="2939550"/>
                  </a:lnTo>
                  <a:lnTo>
                    <a:pt x="1962315" y="3024616"/>
                  </a:lnTo>
                  <a:lnTo>
                    <a:pt x="1929187" y="3106364"/>
                  </a:lnTo>
                  <a:lnTo>
                    <a:pt x="1896327" y="3184525"/>
                  </a:lnTo>
                  <a:lnTo>
                    <a:pt x="1863694" y="3258903"/>
                  </a:lnTo>
                  <a:lnTo>
                    <a:pt x="1831219" y="3329371"/>
                  </a:lnTo>
                  <a:lnTo>
                    <a:pt x="1798807" y="3395866"/>
                  </a:lnTo>
                  <a:lnTo>
                    <a:pt x="1766335" y="3458389"/>
                  </a:lnTo>
                  <a:lnTo>
                    <a:pt x="1733643" y="3516998"/>
                  </a:lnTo>
                  <a:lnTo>
                    <a:pt x="1719082" y="3541669"/>
                  </a:lnTo>
                  <a:lnTo>
                    <a:pt x="1673162" y="3613551"/>
                  </a:lnTo>
                  <a:lnTo>
                    <a:pt x="1625707" y="3678284"/>
                  </a:lnTo>
                  <a:lnTo>
                    <a:pt x="1575992" y="3736228"/>
                  </a:lnTo>
                  <a:lnTo>
                    <a:pt x="1523210" y="3787994"/>
                  </a:lnTo>
                  <a:lnTo>
                    <a:pt x="1466533" y="3834271"/>
                  </a:lnTo>
                  <a:lnTo>
                    <a:pt x="1405185" y="3875729"/>
                  </a:lnTo>
                  <a:lnTo>
                    <a:pt x="1338528" y="3912961"/>
                  </a:lnTo>
                  <a:lnTo>
                    <a:pt x="1266175" y="3946447"/>
                  </a:lnTo>
                  <a:lnTo>
                    <a:pt x="1188142" y="3976545"/>
                  </a:lnTo>
                  <a:lnTo>
                    <a:pt x="1105024" y="4003480"/>
                  </a:lnTo>
                  <a:lnTo>
                    <a:pt x="1018184" y="4027353"/>
                  </a:lnTo>
                  <a:lnTo>
                    <a:pt x="929882" y="4048163"/>
                  </a:lnTo>
                  <a:lnTo>
                    <a:pt x="843264" y="4065845"/>
                  </a:lnTo>
                  <a:lnTo>
                    <a:pt x="762139" y="4080333"/>
                  </a:lnTo>
                  <a:lnTo>
                    <a:pt x="690473" y="4091628"/>
                  </a:lnTo>
                  <a:lnTo>
                    <a:pt x="631680" y="4099867"/>
                  </a:lnTo>
                  <a:lnTo>
                    <a:pt x="587877" y="4105361"/>
                  </a:lnTo>
                  <a:lnTo>
                    <a:pt x="559340" y="4108579"/>
                  </a:lnTo>
                  <a:lnTo>
                    <a:pt x="544318" y="4110110"/>
                  </a:lnTo>
                  <a:lnTo>
                    <a:pt x="539185" y="4110585"/>
                  </a:lnTo>
                  <a:lnTo>
                    <a:pt x="538736" y="4110623"/>
                  </a:lnTo>
                  <a:lnTo>
                    <a:pt x="0" y="4110623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45" name="pl1845"/>
            <p:cNvSpPr/>
            <p:nvPr/>
          </p:nvSpPr>
          <p:spPr>
            <a:xfrm>
              <a:off x="546595" y="1441913"/>
              <a:ext cx="8234974" cy="4110623"/>
            </a:xfrm>
            <a:custGeom>
              <a:avLst/>
              <a:pathLst>
                <a:path w="8234974" h="4110623">
                  <a:moveTo>
                    <a:pt x="0" y="4110623"/>
                  </a:moveTo>
                  <a:lnTo>
                    <a:pt x="538736" y="4110623"/>
                  </a:lnTo>
                  <a:lnTo>
                    <a:pt x="539854" y="4110526"/>
                  </a:lnTo>
                  <a:lnTo>
                    <a:pt x="547170" y="4109832"/>
                  </a:lnTo>
                  <a:lnTo>
                    <a:pt x="565507" y="4107913"/>
                  </a:lnTo>
                  <a:lnTo>
                    <a:pt x="598019" y="4104143"/>
                  </a:lnTo>
                  <a:lnTo>
                    <a:pt x="645921" y="4097959"/>
                  </a:lnTo>
                  <a:lnTo>
                    <a:pt x="708412" y="4088928"/>
                  </a:lnTo>
                  <a:lnTo>
                    <a:pt x="782965" y="4076791"/>
                  </a:lnTo>
                  <a:lnTo>
                    <a:pt x="865944" y="4061449"/>
                  </a:lnTo>
                  <a:lnTo>
                    <a:pt x="953361" y="4042927"/>
                  </a:lnTo>
                  <a:lnTo>
                    <a:pt x="1041547" y="4021297"/>
                  </a:lnTo>
                  <a:lnTo>
                    <a:pt x="1127579" y="3996613"/>
                  </a:lnTo>
                  <a:lnTo>
                    <a:pt x="1209442" y="3968851"/>
                  </a:lnTo>
                  <a:lnTo>
                    <a:pt x="1285995" y="3937879"/>
                  </a:lnTo>
                  <a:lnTo>
                    <a:pt x="1356813" y="3903436"/>
                  </a:lnTo>
                  <a:lnTo>
                    <a:pt x="1422007" y="3865132"/>
                  </a:lnTo>
                  <a:lnTo>
                    <a:pt x="1482042" y="3822452"/>
                  </a:lnTo>
                  <a:lnTo>
                    <a:pt x="1537604" y="3774782"/>
                  </a:lnTo>
                  <a:lnTo>
                    <a:pt x="1589488" y="3721439"/>
                  </a:lnTo>
                  <a:lnTo>
                    <a:pt x="1638525" y="3661741"/>
                  </a:lnTo>
                  <a:lnTo>
                    <a:pt x="1685506" y="3595124"/>
                  </a:lnTo>
                  <a:lnTo>
                    <a:pt x="1719082" y="3541669"/>
                  </a:lnTo>
                  <a:lnTo>
                    <a:pt x="1751930" y="3484759"/>
                  </a:lnTo>
                  <a:lnTo>
                    <a:pt x="1784477" y="3423975"/>
                  </a:lnTo>
                  <a:lnTo>
                    <a:pt x="1816899" y="3359238"/>
                  </a:lnTo>
                  <a:lnTo>
                    <a:pt x="1849333" y="3290522"/>
                  </a:lnTo>
                  <a:lnTo>
                    <a:pt x="1881886" y="3217860"/>
                  </a:lnTo>
                  <a:lnTo>
                    <a:pt x="1914639" y="3141350"/>
                  </a:lnTo>
                  <a:lnTo>
                    <a:pt x="1947645" y="3061157"/>
                  </a:lnTo>
                  <a:lnTo>
                    <a:pt x="1980934" y="2977519"/>
                  </a:lnTo>
                  <a:lnTo>
                    <a:pt x="2014513" y="2890743"/>
                  </a:lnTo>
                  <a:lnTo>
                    <a:pt x="2048370" y="2801202"/>
                  </a:lnTo>
                  <a:lnTo>
                    <a:pt x="2082477" y="2709337"/>
                  </a:lnTo>
                  <a:lnTo>
                    <a:pt x="2116788" y="2615641"/>
                  </a:lnTo>
                  <a:lnTo>
                    <a:pt x="2151248" y="2520651"/>
                  </a:lnTo>
                  <a:lnTo>
                    <a:pt x="2185792" y="2424941"/>
                  </a:lnTo>
                  <a:lnTo>
                    <a:pt x="2220352" y="2329100"/>
                  </a:lnTo>
                  <a:lnTo>
                    <a:pt x="2254858" y="2233720"/>
                  </a:lnTo>
                  <a:lnTo>
                    <a:pt x="2289242" y="2139384"/>
                  </a:lnTo>
                  <a:lnTo>
                    <a:pt x="2323445" y="2046646"/>
                  </a:lnTo>
                  <a:lnTo>
                    <a:pt x="2357417" y="1956021"/>
                  </a:lnTo>
                  <a:lnTo>
                    <a:pt x="2391122" y="1867973"/>
                  </a:lnTo>
                  <a:lnTo>
                    <a:pt x="2424539" y="1782907"/>
                  </a:lnTo>
                  <a:lnTo>
                    <a:pt x="2457668" y="1701159"/>
                  </a:lnTo>
                  <a:lnTo>
                    <a:pt x="2490527" y="1622997"/>
                  </a:lnTo>
                  <a:lnTo>
                    <a:pt x="2523161" y="1548619"/>
                  </a:lnTo>
                  <a:lnTo>
                    <a:pt x="2555636" y="1478152"/>
                  </a:lnTo>
                  <a:lnTo>
                    <a:pt x="2588047" y="1411657"/>
                  </a:lnTo>
                  <a:lnTo>
                    <a:pt x="2620520" y="1349133"/>
                  </a:lnTo>
                  <a:lnTo>
                    <a:pt x="2653211" y="1290525"/>
                  </a:lnTo>
                  <a:lnTo>
                    <a:pt x="2667772" y="1265854"/>
                  </a:lnTo>
                  <a:lnTo>
                    <a:pt x="2713692" y="1193972"/>
                  </a:lnTo>
                  <a:lnTo>
                    <a:pt x="2761148" y="1129239"/>
                  </a:lnTo>
                  <a:lnTo>
                    <a:pt x="2810862" y="1071294"/>
                  </a:lnTo>
                  <a:lnTo>
                    <a:pt x="2863645" y="1019529"/>
                  </a:lnTo>
                  <a:lnTo>
                    <a:pt x="2920322" y="973252"/>
                  </a:lnTo>
                  <a:lnTo>
                    <a:pt x="2981670" y="931793"/>
                  </a:lnTo>
                  <a:lnTo>
                    <a:pt x="3048326" y="894562"/>
                  </a:lnTo>
                  <a:lnTo>
                    <a:pt x="3120679" y="861076"/>
                  </a:lnTo>
                  <a:lnTo>
                    <a:pt x="3198713" y="830978"/>
                  </a:lnTo>
                  <a:lnTo>
                    <a:pt x="3281831" y="804043"/>
                  </a:lnTo>
                  <a:lnTo>
                    <a:pt x="3368670" y="780169"/>
                  </a:lnTo>
                  <a:lnTo>
                    <a:pt x="3456973" y="759359"/>
                  </a:lnTo>
                  <a:lnTo>
                    <a:pt x="3543590" y="741677"/>
                  </a:lnTo>
                  <a:lnTo>
                    <a:pt x="3624715" y="727190"/>
                  </a:lnTo>
                  <a:lnTo>
                    <a:pt x="3696381" y="715895"/>
                  </a:lnTo>
                  <a:lnTo>
                    <a:pt x="3755174" y="707655"/>
                  </a:lnTo>
                  <a:lnTo>
                    <a:pt x="3798977" y="702162"/>
                  </a:lnTo>
                  <a:lnTo>
                    <a:pt x="3827514" y="698943"/>
                  </a:lnTo>
                  <a:lnTo>
                    <a:pt x="3842537" y="697413"/>
                  </a:lnTo>
                  <a:lnTo>
                    <a:pt x="3847670" y="696938"/>
                  </a:lnTo>
                  <a:lnTo>
                    <a:pt x="3848118" y="696900"/>
                  </a:lnTo>
                  <a:lnTo>
                    <a:pt x="4386855" y="696900"/>
                  </a:lnTo>
                  <a:lnTo>
                    <a:pt x="4388149" y="696877"/>
                  </a:lnTo>
                  <a:lnTo>
                    <a:pt x="4396589" y="696712"/>
                  </a:lnTo>
                  <a:lnTo>
                    <a:pt x="4417635" y="696256"/>
                  </a:lnTo>
                  <a:lnTo>
                    <a:pt x="4454672" y="695362"/>
                  </a:lnTo>
                  <a:lnTo>
                    <a:pt x="4508688" y="693902"/>
                  </a:lnTo>
                  <a:lnTo>
                    <a:pt x="4578252" y="691781"/>
                  </a:lnTo>
                  <a:lnTo>
                    <a:pt x="4659995" y="688949"/>
                  </a:lnTo>
                  <a:lnTo>
                    <a:pt x="4749472" y="685394"/>
                  </a:lnTo>
                  <a:lnTo>
                    <a:pt x="4842125" y="681128"/>
                  </a:lnTo>
                  <a:lnTo>
                    <a:pt x="4934031" y="676168"/>
                  </a:lnTo>
                  <a:lnTo>
                    <a:pt x="5022302" y="670519"/>
                  </a:lnTo>
                  <a:lnTo>
                    <a:pt x="5105158" y="664162"/>
                  </a:lnTo>
                  <a:lnTo>
                    <a:pt x="5181784" y="657049"/>
                  </a:lnTo>
                  <a:lnTo>
                    <a:pt x="5252107" y="649097"/>
                  </a:lnTo>
                  <a:lnTo>
                    <a:pt x="5316555" y="640194"/>
                  </a:lnTo>
                  <a:lnTo>
                    <a:pt x="5375871" y="630199"/>
                  </a:lnTo>
                  <a:lnTo>
                    <a:pt x="5430960" y="618954"/>
                  </a:lnTo>
                  <a:lnTo>
                    <a:pt x="5482782" y="606294"/>
                  </a:lnTo>
                  <a:lnTo>
                    <a:pt x="5532265" y="592084"/>
                  </a:lnTo>
                  <a:lnTo>
                    <a:pt x="5567201" y="580750"/>
                  </a:lnTo>
                  <a:lnTo>
                    <a:pt x="5617252" y="562682"/>
                  </a:lnTo>
                  <a:lnTo>
                    <a:pt x="5666818" y="542749"/>
                  </a:lnTo>
                  <a:lnTo>
                    <a:pt x="5716421" y="520923"/>
                  </a:lnTo>
                  <a:lnTo>
                    <a:pt x="5766413" y="497243"/>
                  </a:lnTo>
                  <a:lnTo>
                    <a:pt x="5816999" y="471823"/>
                  </a:lnTo>
                  <a:lnTo>
                    <a:pt x="5868257" y="444855"/>
                  </a:lnTo>
                  <a:lnTo>
                    <a:pt x="5920151" y="416606"/>
                  </a:lnTo>
                  <a:lnTo>
                    <a:pt x="5972555" y="387413"/>
                  </a:lnTo>
                  <a:lnTo>
                    <a:pt x="6025272" y="357665"/>
                  </a:lnTo>
                  <a:lnTo>
                    <a:pt x="6078066" y="327784"/>
                  </a:lnTo>
                  <a:lnTo>
                    <a:pt x="6130689" y="298200"/>
                  </a:lnTo>
                  <a:lnTo>
                    <a:pt x="6182917" y="269325"/>
                  </a:lnTo>
                  <a:lnTo>
                    <a:pt x="6234578" y="241531"/>
                  </a:lnTo>
                  <a:lnTo>
                    <a:pt x="6285577" y="215129"/>
                  </a:lnTo>
                  <a:lnTo>
                    <a:pt x="6335919" y="190359"/>
                  </a:lnTo>
                  <a:lnTo>
                    <a:pt x="6385730" y="167381"/>
                  </a:lnTo>
                  <a:lnTo>
                    <a:pt x="6435268" y="146280"/>
                  </a:lnTo>
                  <a:lnTo>
                    <a:pt x="6484948" y="127069"/>
                  </a:lnTo>
                  <a:lnTo>
                    <a:pt x="6515891" y="116150"/>
                  </a:lnTo>
                  <a:lnTo>
                    <a:pt x="6564193" y="100765"/>
                  </a:lnTo>
                  <a:lnTo>
                    <a:pt x="6614229" y="86990"/>
                  </a:lnTo>
                  <a:lnTo>
                    <a:pt x="6666850" y="74733"/>
                  </a:lnTo>
                  <a:lnTo>
                    <a:pt x="6723001" y="63846"/>
                  </a:lnTo>
                  <a:lnTo>
                    <a:pt x="6783637" y="54166"/>
                  </a:lnTo>
                  <a:lnTo>
                    <a:pt x="6849630" y="45536"/>
                  </a:lnTo>
                  <a:lnTo>
                    <a:pt x="6921653" y="37824"/>
                  </a:lnTo>
                  <a:lnTo>
                    <a:pt x="7000020" y="30924"/>
                  </a:lnTo>
                  <a:lnTo>
                    <a:pt x="7084476" y="24765"/>
                  </a:lnTo>
                  <a:lnTo>
                    <a:pt x="7173965" y="19305"/>
                  </a:lnTo>
                  <a:lnTo>
                    <a:pt x="7266410" y="14534"/>
                  </a:lnTo>
                  <a:lnTo>
                    <a:pt x="7358620" y="10461"/>
                  </a:lnTo>
                  <a:lnTo>
                    <a:pt x="7446444" y="7103"/>
                  </a:lnTo>
                  <a:lnTo>
                    <a:pt x="7525267" y="4469"/>
                  </a:lnTo>
                  <a:lnTo>
                    <a:pt x="7590841" y="2535"/>
                  </a:lnTo>
                  <a:lnTo>
                    <a:pt x="7640253" y="1241"/>
                  </a:lnTo>
                  <a:lnTo>
                    <a:pt x="7672708" y="481"/>
                  </a:lnTo>
                  <a:lnTo>
                    <a:pt x="7689871" y="120"/>
                  </a:lnTo>
                  <a:lnTo>
                    <a:pt x="7695734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6" name="pl1846"/>
            <p:cNvSpPr/>
            <p:nvPr/>
          </p:nvSpPr>
          <p:spPr>
            <a:xfrm>
              <a:off x="546595" y="1436468"/>
              <a:ext cx="8234974" cy="4110623"/>
            </a:xfrm>
            <a:custGeom>
              <a:avLst/>
              <a:pathLst>
                <a:path w="8234974" h="4110623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3" y="187"/>
                  </a:lnTo>
                  <a:lnTo>
                    <a:pt x="7665457" y="643"/>
                  </a:lnTo>
                  <a:lnTo>
                    <a:pt x="7628421" y="1537"/>
                  </a:lnTo>
                  <a:lnTo>
                    <a:pt x="7574405" y="2998"/>
                  </a:lnTo>
                  <a:lnTo>
                    <a:pt x="7504840" y="5119"/>
                  </a:lnTo>
                  <a:lnTo>
                    <a:pt x="7423097" y="7951"/>
                  </a:lnTo>
                  <a:lnTo>
                    <a:pt x="7333620" y="11506"/>
                  </a:lnTo>
                  <a:lnTo>
                    <a:pt x="7240968" y="15771"/>
                  </a:lnTo>
                  <a:lnTo>
                    <a:pt x="7149062" y="20731"/>
                  </a:lnTo>
                  <a:lnTo>
                    <a:pt x="7060790" y="26380"/>
                  </a:lnTo>
                  <a:lnTo>
                    <a:pt x="6977935" y="32737"/>
                  </a:lnTo>
                  <a:lnTo>
                    <a:pt x="6901308" y="39851"/>
                  </a:lnTo>
                  <a:lnTo>
                    <a:pt x="6830986" y="47802"/>
                  </a:lnTo>
                  <a:lnTo>
                    <a:pt x="6766537" y="56706"/>
                  </a:lnTo>
                  <a:lnTo>
                    <a:pt x="6707221" y="66700"/>
                  </a:lnTo>
                  <a:lnTo>
                    <a:pt x="6652133" y="77946"/>
                  </a:lnTo>
                  <a:lnTo>
                    <a:pt x="6600311" y="90605"/>
                  </a:lnTo>
                  <a:lnTo>
                    <a:pt x="6550827" y="104816"/>
                  </a:lnTo>
                  <a:lnTo>
                    <a:pt x="6515891" y="116150"/>
                  </a:lnTo>
                  <a:lnTo>
                    <a:pt x="6465840" y="134217"/>
                  </a:lnTo>
                  <a:lnTo>
                    <a:pt x="6416274" y="154150"/>
                  </a:lnTo>
                  <a:lnTo>
                    <a:pt x="6366671" y="175977"/>
                  </a:lnTo>
                  <a:lnTo>
                    <a:pt x="6316680" y="199656"/>
                  </a:lnTo>
                  <a:lnTo>
                    <a:pt x="6266094" y="225076"/>
                  </a:lnTo>
                  <a:lnTo>
                    <a:pt x="6214836" y="252044"/>
                  </a:lnTo>
                  <a:lnTo>
                    <a:pt x="6162941" y="280293"/>
                  </a:lnTo>
                  <a:lnTo>
                    <a:pt x="6110537" y="309486"/>
                  </a:lnTo>
                  <a:lnTo>
                    <a:pt x="6057820" y="339235"/>
                  </a:lnTo>
                  <a:lnTo>
                    <a:pt x="6005027" y="369116"/>
                  </a:lnTo>
                  <a:lnTo>
                    <a:pt x="5952404" y="398700"/>
                  </a:lnTo>
                  <a:lnTo>
                    <a:pt x="5900175" y="427574"/>
                  </a:lnTo>
                  <a:lnTo>
                    <a:pt x="5848514" y="455368"/>
                  </a:lnTo>
                  <a:lnTo>
                    <a:pt x="5797516" y="481770"/>
                  </a:lnTo>
                  <a:lnTo>
                    <a:pt x="5747173" y="506540"/>
                  </a:lnTo>
                  <a:lnTo>
                    <a:pt x="5697363" y="529518"/>
                  </a:lnTo>
                  <a:lnTo>
                    <a:pt x="5647824" y="550619"/>
                  </a:lnTo>
                  <a:lnTo>
                    <a:pt x="5598144" y="569831"/>
                  </a:lnTo>
                  <a:lnTo>
                    <a:pt x="5567201" y="580750"/>
                  </a:lnTo>
                  <a:lnTo>
                    <a:pt x="5518900" y="596134"/>
                  </a:lnTo>
                  <a:lnTo>
                    <a:pt x="5468863" y="609910"/>
                  </a:lnTo>
                  <a:lnTo>
                    <a:pt x="5416242" y="622166"/>
                  </a:lnTo>
                  <a:lnTo>
                    <a:pt x="5360091" y="633053"/>
                  </a:lnTo>
                  <a:lnTo>
                    <a:pt x="5299455" y="642734"/>
                  </a:lnTo>
                  <a:lnTo>
                    <a:pt x="5233462" y="651363"/>
                  </a:lnTo>
                  <a:lnTo>
                    <a:pt x="5161439" y="659076"/>
                  </a:lnTo>
                  <a:lnTo>
                    <a:pt x="5083073" y="665975"/>
                  </a:lnTo>
                  <a:lnTo>
                    <a:pt x="4998616" y="672135"/>
                  </a:lnTo>
                  <a:lnTo>
                    <a:pt x="4909127" y="677594"/>
                  </a:lnTo>
                  <a:lnTo>
                    <a:pt x="4816683" y="682365"/>
                  </a:lnTo>
                  <a:lnTo>
                    <a:pt x="4724472" y="686438"/>
                  </a:lnTo>
                  <a:lnTo>
                    <a:pt x="4636648" y="689796"/>
                  </a:lnTo>
                  <a:lnTo>
                    <a:pt x="4557825" y="692431"/>
                  </a:lnTo>
                  <a:lnTo>
                    <a:pt x="4492251" y="694364"/>
                  </a:lnTo>
                  <a:lnTo>
                    <a:pt x="4442839" y="695659"/>
                  </a:lnTo>
                  <a:lnTo>
                    <a:pt x="4410384" y="696419"/>
                  </a:lnTo>
                  <a:lnTo>
                    <a:pt x="4393221" y="696780"/>
                  </a:lnTo>
                  <a:lnTo>
                    <a:pt x="4387359" y="696891"/>
                  </a:lnTo>
                  <a:lnTo>
                    <a:pt x="4386855" y="696900"/>
                  </a:lnTo>
                  <a:lnTo>
                    <a:pt x="3848118" y="696900"/>
                  </a:lnTo>
                  <a:lnTo>
                    <a:pt x="3847001" y="696997"/>
                  </a:lnTo>
                  <a:lnTo>
                    <a:pt x="3839685" y="697691"/>
                  </a:lnTo>
                  <a:lnTo>
                    <a:pt x="3821347" y="699609"/>
                  </a:lnTo>
                  <a:lnTo>
                    <a:pt x="3788836" y="703380"/>
                  </a:lnTo>
                  <a:lnTo>
                    <a:pt x="3740934" y="709564"/>
                  </a:lnTo>
                  <a:lnTo>
                    <a:pt x="3678443" y="718594"/>
                  </a:lnTo>
                  <a:lnTo>
                    <a:pt x="3603889" y="730732"/>
                  </a:lnTo>
                  <a:lnTo>
                    <a:pt x="3520911" y="746073"/>
                  </a:lnTo>
                  <a:lnTo>
                    <a:pt x="3433493" y="764595"/>
                  </a:lnTo>
                  <a:lnTo>
                    <a:pt x="3345307" y="786225"/>
                  </a:lnTo>
                  <a:lnTo>
                    <a:pt x="3259276" y="810910"/>
                  </a:lnTo>
                  <a:lnTo>
                    <a:pt x="3177413" y="838672"/>
                  </a:lnTo>
                  <a:lnTo>
                    <a:pt x="3100860" y="869644"/>
                  </a:lnTo>
                  <a:lnTo>
                    <a:pt x="3030041" y="904087"/>
                  </a:lnTo>
                  <a:lnTo>
                    <a:pt x="2964848" y="942391"/>
                  </a:lnTo>
                  <a:lnTo>
                    <a:pt x="2904813" y="985070"/>
                  </a:lnTo>
                  <a:lnTo>
                    <a:pt x="2849251" y="1032740"/>
                  </a:lnTo>
                  <a:lnTo>
                    <a:pt x="2797366" y="1086084"/>
                  </a:lnTo>
                  <a:lnTo>
                    <a:pt x="2748330" y="1145782"/>
                  </a:lnTo>
                  <a:lnTo>
                    <a:pt x="2701348" y="1212398"/>
                  </a:lnTo>
                  <a:lnTo>
                    <a:pt x="2667772" y="1265854"/>
                  </a:lnTo>
                  <a:lnTo>
                    <a:pt x="2634925" y="1322764"/>
                  </a:lnTo>
                  <a:lnTo>
                    <a:pt x="2602377" y="1383548"/>
                  </a:lnTo>
                  <a:lnTo>
                    <a:pt x="2569956" y="1448285"/>
                  </a:lnTo>
                  <a:lnTo>
                    <a:pt x="2537522" y="1517001"/>
                  </a:lnTo>
                  <a:lnTo>
                    <a:pt x="2504968" y="1589663"/>
                  </a:lnTo>
                  <a:lnTo>
                    <a:pt x="2472215" y="1666173"/>
                  </a:lnTo>
                  <a:lnTo>
                    <a:pt x="2439210" y="1746365"/>
                  </a:lnTo>
                  <a:lnTo>
                    <a:pt x="2405921" y="1830003"/>
                  </a:lnTo>
                  <a:lnTo>
                    <a:pt x="2372342" y="1916780"/>
                  </a:lnTo>
                  <a:lnTo>
                    <a:pt x="2338484" y="2006320"/>
                  </a:lnTo>
                  <a:lnTo>
                    <a:pt x="2304378" y="2098186"/>
                  </a:lnTo>
                  <a:lnTo>
                    <a:pt x="2270066" y="2191882"/>
                  </a:lnTo>
                  <a:lnTo>
                    <a:pt x="2235607" y="2286871"/>
                  </a:lnTo>
                  <a:lnTo>
                    <a:pt x="2201062" y="2382581"/>
                  </a:lnTo>
                  <a:lnTo>
                    <a:pt x="2166503" y="2478423"/>
                  </a:lnTo>
                  <a:lnTo>
                    <a:pt x="2131997" y="2573803"/>
                  </a:lnTo>
                  <a:lnTo>
                    <a:pt x="2097613" y="2668139"/>
                  </a:lnTo>
                  <a:lnTo>
                    <a:pt x="2063410" y="2760877"/>
                  </a:lnTo>
                  <a:lnTo>
                    <a:pt x="2029437" y="2851502"/>
                  </a:lnTo>
                  <a:lnTo>
                    <a:pt x="1995733" y="2939550"/>
                  </a:lnTo>
                  <a:lnTo>
                    <a:pt x="1962315" y="3024616"/>
                  </a:lnTo>
                  <a:lnTo>
                    <a:pt x="1929187" y="3106364"/>
                  </a:lnTo>
                  <a:lnTo>
                    <a:pt x="1896327" y="3184525"/>
                  </a:lnTo>
                  <a:lnTo>
                    <a:pt x="1863694" y="3258903"/>
                  </a:lnTo>
                  <a:lnTo>
                    <a:pt x="1831219" y="3329371"/>
                  </a:lnTo>
                  <a:lnTo>
                    <a:pt x="1798807" y="3395866"/>
                  </a:lnTo>
                  <a:lnTo>
                    <a:pt x="1766335" y="3458389"/>
                  </a:lnTo>
                  <a:lnTo>
                    <a:pt x="1733643" y="3516998"/>
                  </a:lnTo>
                  <a:lnTo>
                    <a:pt x="1719082" y="3541669"/>
                  </a:lnTo>
                  <a:lnTo>
                    <a:pt x="1673162" y="3613551"/>
                  </a:lnTo>
                  <a:lnTo>
                    <a:pt x="1625707" y="3678284"/>
                  </a:lnTo>
                  <a:lnTo>
                    <a:pt x="1575992" y="3736228"/>
                  </a:lnTo>
                  <a:lnTo>
                    <a:pt x="1523210" y="3787994"/>
                  </a:lnTo>
                  <a:lnTo>
                    <a:pt x="1466533" y="3834271"/>
                  </a:lnTo>
                  <a:lnTo>
                    <a:pt x="1405185" y="3875729"/>
                  </a:lnTo>
                  <a:lnTo>
                    <a:pt x="1338528" y="3912961"/>
                  </a:lnTo>
                  <a:lnTo>
                    <a:pt x="1266175" y="3946447"/>
                  </a:lnTo>
                  <a:lnTo>
                    <a:pt x="1188142" y="3976545"/>
                  </a:lnTo>
                  <a:lnTo>
                    <a:pt x="1105024" y="4003480"/>
                  </a:lnTo>
                  <a:lnTo>
                    <a:pt x="1018184" y="4027353"/>
                  </a:lnTo>
                  <a:lnTo>
                    <a:pt x="929882" y="4048163"/>
                  </a:lnTo>
                  <a:lnTo>
                    <a:pt x="843264" y="4065845"/>
                  </a:lnTo>
                  <a:lnTo>
                    <a:pt x="762139" y="4080333"/>
                  </a:lnTo>
                  <a:lnTo>
                    <a:pt x="690473" y="4091628"/>
                  </a:lnTo>
                  <a:lnTo>
                    <a:pt x="631680" y="4099867"/>
                  </a:lnTo>
                  <a:lnTo>
                    <a:pt x="587877" y="4105361"/>
                  </a:lnTo>
                  <a:lnTo>
                    <a:pt x="559340" y="4108579"/>
                  </a:lnTo>
                  <a:lnTo>
                    <a:pt x="544318" y="4110110"/>
                  </a:lnTo>
                  <a:lnTo>
                    <a:pt x="539185" y="4110585"/>
                  </a:lnTo>
                  <a:lnTo>
                    <a:pt x="538736" y="4110623"/>
                  </a:lnTo>
                  <a:lnTo>
                    <a:pt x="0" y="41106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7" name="pg1847"/>
            <p:cNvSpPr/>
            <p:nvPr/>
          </p:nvSpPr>
          <p:spPr>
            <a:xfrm>
              <a:off x="546595" y="3995399"/>
              <a:ext cx="8234974" cy="2074367"/>
            </a:xfrm>
            <a:custGeom>
              <a:avLst/>
              <a:pathLst>
                <a:path w="8234974" h="2074367">
                  <a:moveTo>
                    <a:pt x="0" y="1573470"/>
                  </a:moveTo>
                  <a:lnTo>
                    <a:pt x="538736" y="1573470"/>
                  </a:lnTo>
                  <a:lnTo>
                    <a:pt x="539994" y="1573419"/>
                  </a:lnTo>
                  <a:lnTo>
                    <a:pt x="548207" y="1573059"/>
                  </a:lnTo>
                  <a:lnTo>
                    <a:pt x="568705" y="1572063"/>
                  </a:lnTo>
                  <a:lnTo>
                    <a:pt x="604832" y="1570109"/>
                  </a:lnTo>
                  <a:lnTo>
                    <a:pt x="657628" y="1566913"/>
                  </a:lnTo>
                  <a:lnTo>
                    <a:pt x="725798" y="1562266"/>
                  </a:lnTo>
                  <a:lnTo>
                    <a:pt x="806143" y="1556054"/>
                  </a:lnTo>
                  <a:lnTo>
                    <a:pt x="894379" y="1548246"/>
                  </a:lnTo>
                  <a:lnTo>
                    <a:pt x="986056" y="1538866"/>
                  </a:lnTo>
                  <a:lnTo>
                    <a:pt x="1077291" y="1527951"/>
                  </a:lnTo>
                  <a:lnTo>
                    <a:pt x="1165181" y="1515516"/>
                  </a:lnTo>
                  <a:lnTo>
                    <a:pt x="1247891" y="1501526"/>
                  </a:lnTo>
                  <a:lnTo>
                    <a:pt x="1324538" y="1485881"/>
                  </a:lnTo>
                  <a:lnTo>
                    <a:pt x="1394978" y="1468413"/>
                  </a:lnTo>
                  <a:lnTo>
                    <a:pt x="1459577" y="1448881"/>
                  </a:lnTo>
                  <a:lnTo>
                    <a:pt x="1519023" y="1426987"/>
                  </a:lnTo>
                  <a:lnTo>
                    <a:pt x="1574182" y="1402387"/>
                  </a:lnTo>
                  <a:lnTo>
                    <a:pt x="1625983" y="1374723"/>
                  </a:lnTo>
                  <a:lnTo>
                    <a:pt x="1675340" y="1343679"/>
                  </a:lnTo>
                  <a:lnTo>
                    <a:pt x="1719082" y="1312132"/>
                  </a:lnTo>
                  <a:lnTo>
                    <a:pt x="1762421" y="1277209"/>
                  </a:lnTo>
                  <a:lnTo>
                    <a:pt x="1805336" y="1239156"/>
                  </a:lnTo>
                  <a:lnTo>
                    <a:pt x="1848189" y="1197915"/>
                  </a:lnTo>
                  <a:lnTo>
                    <a:pt x="1891243" y="1153510"/>
                  </a:lnTo>
                  <a:lnTo>
                    <a:pt x="1934674" y="1106053"/>
                  </a:lnTo>
                  <a:lnTo>
                    <a:pt x="1978581" y="1055755"/>
                  </a:lnTo>
                  <a:lnTo>
                    <a:pt x="2022992" y="1002923"/>
                  </a:lnTo>
                  <a:lnTo>
                    <a:pt x="2067879" y="947960"/>
                  </a:lnTo>
                  <a:lnTo>
                    <a:pt x="2113157" y="891357"/>
                  </a:lnTo>
                  <a:lnTo>
                    <a:pt x="2158705" y="833671"/>
                  </a:lnTo>
                  <a:lnTo>
                    <a:pt x="2204374" y="775509"/>
                  </a:lnTo>
                  <a:lnTo>
                    <a:pt x="2250005" y="717498"/>
                  </a:lnTo>
                  <a:lnTo>
                    <a:pt x="2295441" y="660257"/>
                  </a:lnTo>
                  <a:lnTo>
                    <a:pt x="2340544" y="604375"/>
                  </a:lnTo>
                  <a:lnTo>
                    <a:pt x="2385210" y="550377"/>
                  </a:lnTo>
                  <a:lnTo>
                    <a:pt x="2429380" y="498715"/>
                  </a:lnTo>
                  <a:lnTo>
                    <a:pt x="2473051" y="449746"/>
                  </a:lnTo>
                  <a:lnTo>
                    <a:pt x="2516284" y="403732"/>
                  </a:lnTo>
                  <a:lnTo>
                    <a:pt x="2559215" y="360835"/>
                  </a:lnTo>
                  <a:lnTo>
                    <a:pt x="2602060" y="321124"/>
                  </a:lnTo>
                  <a:lnTo>
                    <a:pt x="2645126" y="284583"/>
                  </a:lnTo>
                  <a:lnTo>
                    <a:pt x="2667772" y="266782"/>
                  </a:lnTo>
                  <a:lnTo>
                    <a:pt x="2715607" y="232478"/>
                  </a:lnTo>
                  <a:lnTo>
                    <a:pt x="2765137" y="201729"/>
                  </a:lnTo>
                  <a:lnTo>
                    <a:pt x="2817186" y="174337"/>
                  </a:lnTo>
                  <a:lnTo>
                    <a:pt x="2872670" y="149979"/>
                  </a:lnTo>
                  <a:lnTo>
                    <a:pt x="2932520" y="128298"/>
                  </a:lnTo>
                  <a:lnTo>
                    <a:pt x="2997589" y="108951"/>
                  </a:lnTo>
                  <a:lnTo>
                    <a:pt x="3068544" y="91644"/>
                  </a:lnTo>
                  <a:lnTo>
                    <a:pt x="3145717" y="76145"/>
                  </a:lnTo>
                  <a:lnTo>
                    <a:pt x="3228910" y="62289"/>
                  </a:lnTo>
                  <a:lnTo>
                    <a:pt x="3317168" y="49983"/>
                  </a:lnTo>
                  <a:lnTo>
                    <a:pt x="3408568" y="39196"/>
                  </a:lnTo>
                  <a:lnTo>
                    <a:pt x="3500116" y="29947"/>
                  </a:lnTo>
                  <a:lnTo>
                    <a:pt x="3587862" y="22274"/>
                  </a:lnTo>
                  <a:lnTo>
                    <a:pt x="3667335" y="16196"/>
                  </a:lnTo>
                  <a:lnTo>
                    <a:pt x="3734309" y="11678"/>
                  </a:lnTo>
                  <a:lnTo>
                    <a:pt x="3785718" y="8596"/>
                  </a:lnTo>
                  <a:lnTo>
                    <a:pt x="3820452" y="6734"/>
                  </a:lnTo>
                  <a:lnTo>
                    <a:pt x="3839754" y="5804"/>
                  </a:lnTo>
                  <a:lnTo>
                    <a:pt x="3847148" y="548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2" y="5509"/>
                  </a:lnTo>
                  <a:lnTo>
                    <a:pt x="4396097" y="5972"/>
                  </a:lnTo>
                  <a:lnTo>
                    <a:pt x="4416119" y="7252"/>
                  </a:lnTo>
                  <a:lnTo>
                    <a:pt x="4451453" y="9766"/>
                  </a:lnTo>
                  <a:lnTo>
                    <a:pt x="4503182" y="13880"/>
                  </a:lnTo>
                  <a:lnTo>
                    <a:pt x="4570124" y="19866"/>
                  </a:lnTo>
                  <a:lnTo>
                    <a:pt x="4649231" y="27878"/>
                  </a:lnTo>
                  <a:lnTo>
                    <a:pt x="4736360" y="37961"/>
                  </a:lnTo>
                  <a:lnTo>
                    <a:pt x="4827155" y="50086"/>
                  </a:lnTo>
                  <a:lnTo>
                    <a:pt x="4917776" y="64206"/>
                  </a:lnTo>
                  <a:lnTo>
                    <a:pt x="5005306" y="80297"/>
                  </a:lnTo>
                  <a:lnTo>
                    <a:pt x="5087868" y="98397"/>
                  </a:lnTo>
                  <a:lnTo>
                    <a:pt x="5164521" y="118625"/>
                  </a:lnTo>
                  <a:lnTo>
                    <a:pt x="5235057" y="141192"/>
                  </a:lnTo>
                  <a:lnTo>
                    <a:pt x="5299787" y="166392"/>
                  </a:lnTo>
                  <a:lnTo>
                    <a:pt x="5359354" y="194604"/>
                  </a:lnTo>
                  <a:lnTo>
                    <a:pt x="5414584" y="226264"/>
                  </a:lnTo>
                  <a:lnTo>
                    <a:pt x="5466381" y="261833"/>
                  </a:lnTo>
                  <a:lnTo>
                    <a:pt x="5515642" y="301732"/>
                  </a:lnTo>
                  <a:lnTo>
                    <a:pt x="5563181" y="346231"/>
                  </a:lnTo>
                  <a:lnTo>
                    <a:pt x="5567201" y="350265"/>
                  </a:lnTo>
                  <a:lnTo>
                    <a:pt x="5607020" y="392425"/>
                  </a:lnTo>
                  <a:lnTo>
                    <a:pt x="5646454" y="438061"/>
                  </a:lnTo>
                  <a:lnTo>
                    <a:pt x="5685794" y="487240"/>
                  </a:lnTo>
                  <a:lnTo>
                    <a:pt x="5725256" y="539956"/>
                  </a:lnTo>
                  <a:lnTo>
                    <a:pt x="5764996" y="596121"/>
                  </a:lnTo>
                  <a:lnTo>
                    <a:pt x="5805111" y="655558"/>
                  </a:lnTo>
                  <a:lnTo>
                    <a:pt x="5845648" y="717998"/>
                  </a:lnTo>
                  <a:lnTo>
                    <a:pt x="5886606" y="783078"/>
                  </a:lnTo>
                  <a:lnTo>
                    <a:pt x="5927945" y="850351"/>
                  </a:lnTo>
                  <a:lnTo>
                    <a:pt x="5969591" y="919293"/>
                  </a:lnTo>
                  <a:lnTo>
                    <a:pt x="6011443" y="989319"/>
                  </a:lnTo>
                  <a:lnTo>
                    <a:pt x="6053384" y="1059806"/>
                  </a:lnTo>
                  <a:lnTo>
                    <a:pt x="6095289" y="1130111"/>
                  </a:lnTo>
                  <a:lnTo>
                    <a:pt x="6137038" y="1199600"/>
                  </a:lnTo>
                  <a:lnTo>
                    <a:pt x="6178522" y="1267669"/>
                  </a:lnTo>
                  <a:lnTo>
                    <a:pt x="6219653" y="1333764"/>
                  </a:lnTo>
                  <a:lnTo>
                    <a:pt x="6260376" y="1397404"/>
                  </a:lnTo>
                  <a:lnTo>
                    <a:pt x="6300672" y="1458187"/>
                  </a:lnTo>
                  <a:lnTo>
                    <a:pt x="6340566" y="1515804"/>
                  </a:lnTo>
                  <a:lnTo>
                    <a:pt x="6380134" y="1570039"/>
                  </a:lnTo>
                  <a:lnTo>
                    <a:pt x="6419504" y="1620764"/>
                  </a:lnTo>
                  <a:lnTo>
                    <a:pt x="6458866" y="1667939"/>
                  </a:lnTo>
                  <a:lnTo>
                    <a:pt x="6498477" y="1711601"/>
                  </a:lnTo>
                  <a:lnTo>
                    <a:pt x="6515891" y="1729547"/>
                  </a:lnTo>
                  <a:lnTo>
                    <a:pt x="6563315" y="1774444"/>
                  </a:lnTo>
                  <a:lnTo>
                    <a:pt x="6612398" y="1814731"/>
                  </a:lnTo>
                  <a:lnTo>
                    <a:pt x="6663943" y="1850655"/>
                  </a:lnTo>
                  <a:lnTo>
                    <a:pt x="6718842" y="1882632"/>
                  </a:lnTo>
                  <a:lnTo>
                    <a:pt x="6778003" y="1911122"/>
                  </a:lnTo>
                  <a:lnTo>
                    <a:pt x="6842262" y="1936566"/>
                  </a:lnTo>
                  <a:lnTo>
                    <a:pt x="6912282" y="1959345"/>
                  </a:lnTo>
                  <a:lnTo>
                    <a:pt x="6988409" y="1979765"/>
                  </a:lnTo>
                  <a:lnTo>
                    <a:pt x="7070489" y="1998041"/>
                  </a:lnTo>
                  <a:lnTo>
                    <a:pt x="7157652" y="2014302"/>
                  </a:lnTo>
                  <a:lnTo>
                    <a:pt x="7248107" y="2028591"/>
                  </a:lnTo>
                  <a:lnTo>
                    <a:pt x="7339027" y="2040890"/>
                  </a:lnTo>
                  <a:lnTo>
                    <a:pt x="7426638" y="2051149"/>
                  </a:lnTo>
                  <a:lnTo>
                    <a:pt x="7506605" y="2059338"/>
                  </a:lnTo>
                  <a:lnTo>
                    <a:pt x="7574731" y="2065494"/>
                  </a:lnTo>
                  <a:lnTo>
                    <a:pt x="7627843" y="2069759"/>
                  </a:lnTo>
                  <a:lnTo>
                    <a:pt x="7664574" y="2072397"/>
                  </a:lnTo>
                  <a:lnTo>
                    <a:pt x="7685810" y="2073767"/>
                  </a:lnTo>
                  <a:lnTo>
                    <a:pt x="7694675" y="2074284"/>
                  </a:lnTo>
                  <a:lnTo>
                    <a:pt x="7696237" y="2074367"/>
                  </a:lnTo>
                  <a:lnTo>
                    <a:pt x="8234974" y="2074367"/>
                  </a:lnTo>
                  <a:lnTo>
                    <a:pt x="8234974" y="2068922"/>
                  </a:lnTo>
                  <a:lnTo>
                    <a:pt x="7696237" y="2068922"/>
                  </a:lnTo>
                  <a:lnTo>
                    <a:pt x="7695011" y="2068858"/>
                  </a:lnTo>
                  <a:lnTo>
                    <a:pt x="7686996" y="2068395"/>
                  </a:lnTo>
                  <a:lnTo>
                    <a:pt x="7666974" y="2067114"/>
                  </a:lnTo>
                  <a:lnTo>
                    <a:pt x="7631640" y="2064600"/>
                  </a:lnTo>
                  <a:lnTo>
                    <a:pt x="7579910" y="2060486"/>
                  </a:lnTo>
                  <a:lnTo>
                    <a:pt x="7512968" y="2054500"/>
                  </a:lnTo>
                  <a:lnTo>
                    <a:pt x="7433861" y="2046488"/>
                  </a:lnTo>
                  <a:lnTo>
                    <a:pt x="7346733" y="2036406"/>
                  </a:lnTo>
                  <a:lnTo>
                    <a:pt x="7255937" y="2024280"/>
                  </a:lnTo>
                  <a:lnTo>
                    <a:pt x="7165317" y="2010161"/>
                  </a:lnTo>
                  <a:lnTo>
                    <a:pt x="7077786" y="1994070"/>
                  </a:lnTo>
                  <a:lnTo>
                    <a:pt x="6995224" y="1975970"/>
                  </a:lnTo>
                  <a:lnTo>
                    <a:pt x="6918572" y="1955741"/>
                  </a:lnTo>
                  <a:lnTo>
                    <a:pt x="6848036" y="1933175"/>
                  </a:lnTo>
                  <a:lnTo>
                    <a:pt x="6783305" y="1907974"/>
                  </a:lnTo>
                  <a:lnTo>
                    <a:pt x="6723738" y="1879762"/>
                  </a:lnTo>
                  <a:lnTo>
                    <a:pt x="6668508" y="1848102"/>
                  </a:lnTo>
                  <a:lnTo>
                    <a:pt x="6616712" y="1812534"/>
                  </a:lnTo>
                  <a:lnTo>
                    <a:pt x="6567450" y="1772635"/>
                  </a:lnTo>
                  <a:lnTo>
                    <a:pt x="6519912" y="1728136"/>
                  </a:lnTo>
                  <a:lnTo>
                    <a:pt x="6515891" y="1724102"/>
                  </a:lnTo>
                  <a:lnTo>
                    <a:pt x="6476072" y="1681941"/>
                  </a:lnTo>
                  <a:lnTo>
                    <a:pt x="6436638" y="1636305"/>
                  </a:lnTo>
                  <a:lnTo>
                    <a:pt x="6397299" y="1587126"/>
                  </a:lnTo>
                  <a:lnTo>
                    <a:pt x="6357836" y="1534410"/>
                  </a:lnTo>
                  <a:lnTo>
                    <a:pt x="6318096" y="1478245"/>
                  </a:lnTo>
                  <a:lnTo>
                    <a:pt x="6277981" y="1418808"/>
                  </a:lnTo>
                  <a:lnTo>
                    <a:pt x="6237444" y="1356369"/>
                  </a:lnTo>
                  <a:lnTo>
                    <a:pt x="6196486" y="1291289"/>
                  </a:lnTo>
                  <a:lnTo>
                    <a:pt x="6155147" y="1224016"/>
                  </a:lnTo>
                  <a:lnTo>
                    <a:pt x="6113501" y="1155074"/>
                  </a:lnTo>
                  <a:lnTo>
                    <a:pt x="6071650" y="1085047"/>
                  </a:lnTo>
                  <a:lnTo>
                    <a:pt x="6029709" y="1014560"/>
                  </a:lnTo>
                  <a:lnTo>
                    <a:pt x="5987803" y="944255"/>
                  </a:lnTo>
                  <a:lnTo>
                    <a:pt x="5946054" y="874766"/>
                  </a:lnTo>
                  <a:lnTo>
                    <a:pt x="5904571" y="806698"/>
                  </a:lnTo>
                  <a:lnTo>
                    <a:pt x="5863440" y="740602"/>
                  </a:lnTo>
                  <a:lnTo>
                    <a:pt x="5822717" y="676963"/>
                  </a:lnTo>
                  <a:lnTo>
                    <a:pt x="5782421" y="616179"/>
                  </a:lnTo>
                  <a:lnTo>
                    <a:pt x="5742526" y="558562"/>
                  </a:lnTo>
                  <a:lnTo>
                    <a:pt x="5702958" y="504328"/>
                  </a:lnTo>
                  <a:lnTo>
                    <a:pt x="5663588" y="453603"/>
                  </a:lnTo>
                  <a:lnTo>
                    <a:pt x="5624226" y="406428"/>
                  </a:lnTo>
                  <a:lnTo>
                    <a:pt x="5584616" y="362766"/>
                  </a:lnTo>
                  <a:lnTo>
                    <a:pt x="5567201" y="344820"/>
                  </a:lnTo>
                  <a:lnTo>
                    <a:pt x="5519778" y="299922"/>
                  </a:lnTo>
                  <a:lnTo>
                    <a:pt x="5470694" y="259636"/>
                  </a:lnTo>
                  <a:lnTo>
                    <a:pt x="5419150" y="223711"/>
                  </a:lnTo>
                  <a:lnTo>
                    <a:pt x="5364250" y="191734"/>
                  </a:lnTo>
                  <a:lnTo>
                    <a:pt x="5305089" y="163244"/>
                  </a:lnTo>
                  <a:lnTo>
                    <a:pt x="5240830" y="137801"/>
                  </a:lnTo>
                  <a:lnTo>
                    <a:pt x="5170811" y="115021"/>
                  </a:lnTo>
                  <a:lnTo>
                    <a:pt x="5094684" y="94602"/>
                  </a:lnTo>
                  <a:lnTo>
                    <a:pt x="5012603" y="76325"/>
                  </a:lnTo>
                  <a:lnTo>
                    <a:pt x="4925440" y="60065"/>
                  </a:lnTo>
                  <a:lnTo>
                    <a:pt x="4834985" y="45776"/>
                  </a:lnTo>
                  <a:lnTo>
                    <a:pt x="4744065" y="33477"/>
                  </a:lnTo>
                  <a:lnTo>
                    <a:pt x="4656454" y="23217"/>
                  </a:lnTo>
                  <a:lnTo>
                    <a:pt x="4576488" y="15028"/>
                  </a:lnTo>
                  <a:lnTo>
                    <a:pt x="4508361" y="8873"/>
                  </a:lnTo>
                  <a:lnTo>
                    <a:pt x="4455250" y="4607"/>
                  </a:lnTo>
                  <a:lnTo>
                    <a:pt x="4418518" y="1969"/>
                  </a:lnTo>
                  <a:lnTo>
                    <a:pt x="4397282" y="599"/>
                  </a:lnTo>
                  <a:lnTo>
                    <a:pt x="4388417" y="8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61" y="50"/>
                  </a:lnTo>
                  <a:lnTo>
                    <a:pt x="3838648" y="410"/>
                  </a:lnTo>
                  <a:lnTo>
                    <a:pt x="3818150" y="1406"/>
                  </a:lnTo>
                  <a:lnTo>
                    <a:pt x="3782023" y="3360"/>
                  </a:lnTo>
                  <a:lnTo>
                    <a:pt x="3729226" y="6557"/>
                  </a:lnTo>
                  <a:lnTo>
                    <a:pt x="3661057" y="11203"/>
                  </a:lnTo>
                  <a:lnTo>
                    <a:pt x="3580712" y="17415"/>
                  </a:lnTo>
                  <a:lnTo>
                    <a:pt x="3492475" y="25223"/>
                  </a:lnTo>
                  <a:lnTo>
                    <a:pt x="3400799" y="34603"/>
                  </a:lnTo>
                  <a:lnTo>
                    <a:pt x="3309563" y="45519"/>
                  </a:lnTo>
                  <a:lnTo>
                    <a:pt x="3221674" y="57954"/>
                  </a:lnTo>
                  <a:lnTo>
                    <a:pt x="3138964" y="71944"/>
                  </a:lnTo>
                  <a:lnTo>
                    <a:pt x="3062317" y="87588"/>
                  </a:lnTo>
                  <a:lnTo>
                    <a:pt x="2991877" y="105057"/>
                  </a:lnTo>
                  <a:lnTo>
                    <a:pt x="2927278" y="124588"/>
                  </a:lnTo>
                  <a:lnTo>
                    <a:pt x="2867831" y="146482"/>
                  </a:lnTo>
                  <a:lnTo>
                    <a:pt x="2812673" y="171082"/>
                  </a:lnTo>
                  <a:lnTo>
                    <a:pt x="2760872" y="198746"/>
                  </a:lnTo>
                  <a:lnTo>
                    <a:pt x="2711515" y="229791"/>
                  </a:lnTo>
                  <a:lnTo>
                    <a:pt x="2667772" y="261337"/>
                  </a:lnTo>
                  <a:lnTo>
                    <a:pt x="2624434" y="296260"/>
                  </a:lnTo>
                  <a:lnTo>
                    <a:pt x="2581519" y="334314"/>
                  </a:lnTo>
                  <a:lnTo>
                    <a:pt x="2538665" y="375555"/>
                  </a:lnTo>
                  <a:lnTo>
                    <a:pt x="2495611" y="419960"/>
                  </a:lnTo>
                  <a:lnTo>
                    <a:pt x="2452180" y="467416"/>
                  </a:lnTo>
                  <a:lnTo>
                    <a:pt x="2408274" y="517714"/>
                  </a:lnTo>
                  <a:lnTo>
                    <a:pt x="2363862" y="570547"/>
                  </a:lnTo>
                  <a:lnTo>
                    <a:pt x="2318976" y="625509"/>
                  </a:lnTo>
                  <a:lnTo>
                    <a:pt x="2273698" y="682113"/>
                  </a:lnTo>
                  <a:lnTo>
                    <a:pt x="2228150" y="739798"/>
                  </a:lnTo>
                  <a:lnTo>
                    <a:pt x="2182481" y="797960"/>
                  </a:lnTo>
                  <a:lnTo>
                    <a:pt x="2136850" y="855972"/>
                  </a:lnTo>
                  <a:lnTo>
                    <a:pt x="2091414" y="913212"/>
                  </a:lnTo>
                  <a:lnTo>
                    <a:pt x="2046311" y="969095"/>
                  </a:lnTo>
                  <a:lnTo>
                    <a:pt x="2001644" y="1023092"/>
                  </a:lnTo>
                  <a:lnTo>
                    <a:pt x="1957474" y="1074755"/>
                  </a:lnTo>
                  <a:lnTo>
                    <a:pt x="1913804" y="1123724"/>
                  </a:lnTo>
                  <a:lnTo>
                    <a:pt x="1870570" y="1169737"/>
                  </a:lnTo>
                  <a:lnTo>
                    <a:pt x="1827640" y="1212634"/>
                  </a:lnTo>
                  <a:lnTo>
                    <a:pt x="1784795" y="1252345"/>
                  </a:lnTo>
                  <a:lnTo>
                    <a:pt x="1741729" y="1288887"/>
                  </a:lnTo>
                  <a:lnTo>
                    <a:pt x="1719082" y="1306688"/>
                  </a:lnTo>
                  <a:lnTo>
                    <a:pt x="1671247" y="1340991"/>
                  </a:lnTo>
                  <a:lnTo>
                    <a:pt x="1621717" y="1371741"/>
                  </a:lnTo>
                  <a:lnTo>
                    <a:pt x="1569669" y="1399133"/>
                  </a:lnTo>
                  <a:lnTo>
                    <a:pt x="1514184" y="1423490"/>
                  </a:lnTo>
                  <a:lnTo>
                    <a:pt x="1454334" y="1445172"/>
                  </a:lnTo>
                  <a:lnTo>
                    <a:pt x="1389266" y="1464518"/>
                  </a:lnTo>
                  <a:lnTo>
                    <a:pt x="1318311" y="1481825"/>
                  </a:lnTo>
                  <a:lnTo>
                    <a:pt x="1241137" y="1497324"/>
                  </a:lnTo>
                  <a:lnTo>
                    <a:pt x="1157944" y="1511180"/>
                  </a:lnTo>
                  <a:lnTo>
                    <a:pt x="1069687" y="1523486"/>
                  </a:lnTo>
                  <a:lnTo>
                    <a:pt x="978287" y="1534273"/>
                  </a:lnTo>
                  <a:lnTo>
                    <a:pt x="886739" y="1543522"/>
                  </a:lnTo>
                  <a:lnTo>
                    <a:pt x="798993" y="1551196"/>
                  </a:lnTo>
                  <a:lnTo>
                    <a:pt x="719519" y="1557273"/>
                  </a:lnTo>
                  <a:lnTo>
                    <a:pt x="652546" y="1561792"/>
                  </a:lnTo>
                  <a:lnTo>
                    <a:pt x="601137" y="1564874"/>
                  </a:lnTo>
                  <a:lnTo>
                    <a:pt x="566403" y="1566736"/>
                  </a:lnTo>
                  <a:lnTo>
                    <a:pt x="547101" y="1567665"/>
                  </a:lnTo>
                  <a:lnTo>
                    <a:pt x="539707" y="1567987"/>
                  </a:lnTo>
                  <a:lnTo>
                    <a:pt x="538736" y="1568025"/>
                  </a:lnTo>
                  <a:lnTo>
                    <a:pt x="0" y="1568025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48" name="pl1848"/>
            <p:cNvSpPr/>
            <p:nvPr/>
          </p:nvSpPr>
          <p:spPr>
            <a:xfrm>
              <a:off x="546595" y="4000844"/>
              <a:ext cx="8234974" cy="2068922"/>
            </a:xfrm>
            <a:custGeom>
              <a:avLst/>
              <a:pathLst>
                <a:path w="8234974" h="2068922">
                  <a:moveTo>
                    <a:pt x="0" y="1568025"/>
                  </a:moveTo>
                  <a:lnTo>
                    <a:pt x="538736" y="1568025"/>
                  </a:lnTo>
                  <a:lnTo>
                    <a:pt x="539994" y="1567975"/>
                  </a:lnTo>
                  <a:lnTo>
                    <a:pt x="548207" y="1567615"/>
                  </a:lnTo>
                  <a:lnTo>
                    <a:pt x="568705" y="1566619"/>
                  </a:lnTo>
                  <a:lnTo>
                    <a:pt x="604832" y="1564664"/>
                  </a:lnTo>
                  <a:lnTo>
                    <a:pt x="657628" y="1561468"/>
                  </a:lnTo>
                  <a:lnTo>
                    <a:pt x="725798" y="1556822"/>
                  </a:lnTo>
                  <a:lnTo>
                    <a:pt x="806143" y="1550610"/>
                  </a:lnTo>
                  <a:lnTo>
                    <a:pt x="894379" y="1542802"/>
                  </a:lnTo>
                  <a:lnTo>
                    <a:pt x="986056" y="1533421"/>
                  </a:lnTo>
                  <a:lnTo>
                    <a:pt x="1077291" y="1522506"/>
                  </a:lnTo>
                  <a:lnTo>
                    <a:pt x="1165181" y="1510071"/>
                  </a:lnTo>
                  <a:lnTo>
                    <a:pt x="1247891" y="1496081"/>
                  </a:lnTo>
                  <a:lnTo>
                    <a:pt x="1324538" y="1480437"/>
                  </a:lnTo>
                  <a:lnTo>
                    <a:pt x="1394978" y="1462968"/>
                  </a:lnTo>
                  <a:lnTo>
                    <a:pt x="1459577" y="1443437"/>
                  </a:lnTo>
                  <a:lnTo>
                    <a:pt x="1519023" y="1421543"/>
                  </a:lnTo>
                  <a:lnTo>
                    <a:pt x="1574182" y="1396943"/>
                  </a:lnTo>
                  <a:lnTo>
                    <a:pt x="1625983" y="1369279"/>
                  </a:lnTo>
                  <a:lnTo>
                    <a:pt x="1675340" y="1338234"/>
                  </a:lnTo>
                  <a:lnTo>
                    <a:pt x="1719082" y="1306688"/>
                  </a:lnTo>
                  <a:lnTo>
                    <a:pt x="1762421" y="1271765"/>
                  </a:lnTo>
                  <a:lnTo>
                    <a:pt x="1805336" y="1233711"/>
                  </a:lnTo>
                  <a:lnTo>
                    <a:pt x="1848189" y="1192470"/>
                  </a:lnTo>
                  <a:lnTo>
                    <a:pt x="1891243" y="1148065"/>
                  </a:lnTo>
                  <a:lnTo>
                    <a:pt x="1934674" y="1100609"/>
                  </a:lnTo>
                  <a:lnTo>
                    <a:pt x="1978581" y="1050310"/>
                  </a:lnTo>
                  <a:lnTo>
                    <a:pt x="2022992" y="997478"/>
                  </a:lnTo>
                  <a:lnTo>
                    <a:pt x="2067879" y="942516"/>
                  </a:lnTo>
                  <a:lnTo>
                    <a:pt x="2113157" y="885912"/>
                  </a:lnTo>
                  <a:lnTo>
                    <a:pt x="2158705" y="828227"/>
                  </a:lnTo>
                  <a:lnTo>
                    <a:pt x="2204374" y="770064"/>
                  </a:lnTo>
                  <a:lnTo>
                    <a:pt x="2250005" y="712053"/>
                  </a:lnTo>
                  <a:lnTo>
                    <a:pt x="2295441" y="654813"/>
                  </a:lnTo>
                  <a:lnTo>
                    <a:pt x="2340544" y="598930"/>
                  </a:lnTo>
                  <a:lnTo>
                    <a:pt x="2385210" y="544932"/>
                  </a:lnTo>
                  <a:lnTo>
                    <a:pt x="2429380" y="493270"/>
                  </a:lnTo>
                  <a:lnTo>
                    <a:pt x="2473051" y="444301"/>
                  </a:lnTo>
                  <a:lnTo>
                    <a:pt x="2516284" y="398287"/>
                  </a:lnTo>
                  <a:lnTo>
                    <a:pt x="2559215" y="355391"/>
                  </a:lnTo>
                  <a:lnTo>
                    <a:pt x="2602060" y="315680"/>
                  </a:lnTo>
                  <a:lnTo>
                    <a:pt x="2645126" y="279138"/>
                  </a:lnTo>
                  <a:lnTo>
                    <a:pt x="2667772" y="261337"/>
                  </a:lnTo>
                  <a:lnTo>
                    <a:pt x="2715607" y="227034"/>
                  </a:lnTo>
                  <a:lnTo>
                    <a:pt x="2765137" y="196284"/>
                  </a:lnTo>
                  <a:lnTo>
                    <a:pt x="2817186" y="168892"/>
                  </a:lnTo>
                  <a:lnTo>
                    <a:pt x="2872670" y="144535"/>
                  </a:lnTo>
                  <a:lnTo>
                    <a:pt x="2932520" y="122853"/>
                  </a:lnTo>
                  <a:lnTo>
                    <a:pt x="2997589" y="103506"/>
                  </a:lnTo>
                  <a:lnTo>
                    <a:pt x="3068544" y="86200"/>
                  </a:lnTo>
                  <a:lnTo>
                    <a:pt x="3145717" y="70701"/>
                  </a:lnTo>
                  <a:lnTo>
                    <a:pt x="3228910" y="56845"/>
                  </a:lnTo>
                  <a:lnTo>
                    <a:pt x="3317168" y="44539"/>
                  </a:lnTo>
                  <a:lnTo>
                    <a:pt x="3408568" y="33752"/>
                  </a:lnTo>
                  <a:lnTo>
                    <a:pt x="3500116" y="24503"/>
                  </a:lnTo>
                  <a:lnTo>
                    <a:pt x="3587862" y="16829"/>
                  </a:lnTo>
                  <a:lnTo>
                    <a:pt x="3667335" y="10752"/>
                  </a:lnTo>
                  <a:lnTo>
                    <a:pt x="3734309" y="6233"/>
                  </a:lnTo>
                  <a:lnTo>
                    <a:pt x="3785718" y="3151"/>
                  </a:lnTo>
                  <a:lnTo>
                    <a:pt x="3820452" y="1289"/>
                  </a:lnTo>
                  <a:lnTo>
                    <a:pt x="3839754" y="360"/>
                  </a:lnTo>
                  <a:lnTo>
                    <a:pt x="3847148" y="3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2" y="64"/>
                  </a:lnTo>
                  <a:lnTo>
                    <a:pt x="4396097" y="527"/>
                  </a:lnTo>
                  <a:lnTo>
                    <a:pt x="4416119" y="1808"/>
                  </a:lnTo>
                  <a:lnTo>
                    <a:pt x="4451453" y="4322"/>
                  </a:lnTo>
                  <a:lnTo>
                    <a:pt x="4503182" y="8436"/>
                  </a:lnTo>
                  <a:lnTo>
                    <a:pt x="4570124" y="14422"/>
                  </a:lnTo>
                  <a:lnTo>
                    <a:pt x="4649231" y="22434"/>
                  </a:lnTo>
                  <a:lnTo>
                    <a:pt x="4736360" y="32516"/>
                  </a:lnTo>
                  <a:lnTo>
                    <a:pt x="4827155" y="44642"/>
                  </a:lnTo>
                  <a:lnTo>
                    <a:pt x="4917776" y="58761"/>
                  </a:lnTo>
                  <a:lnTo>
                    <a:pt x="5005306" y="74852"/>
                  </a:lnTo>
                  <a:lnTo>
                    <a:pt x="5087868" y="92952"/>
                  </a:lnTo>
                  <a:lnTo>
                    <a:pt x="5164521" y="113181"/>
                  </a:lnTo>
                  <a:lnTo>
                    <a:pt x="5235057" y="135747"/>
                  </a:lnTo>
                  <a:lnTo>
                    <a:pt x="5299787" y="160948"/>
                  </a:lnTo>
                  <a:lnTo>
                    <a:pt x="5359354" y="189160"/>
                  </a:lnTo>
                  <a:lnTo>
                    <a:pt x="5414584" y="220820"/>
                  </a:lnTo>
                  <a:lnTo>
                    <a:pt x="5466381" y="256388"/>
                  </a:lnTo>
                  <a:lnTo>
                    <a:pt x="5515642" y="296287"/>
                  </a:lnTo>
                  <a:lnTo>
                    <a:pt x="5563181" y="340786"/>
                  </a:lnTo>
                  <a:lnTo>
                    <a:pt x="5567201" y="344820"/>
                  </a:lnTo>
                  <a:lnTo>
                    <a:pt x="5607020" y="386981"/>
                  </a:lnTo>
                  <a:lnTo>
                    <a:pt x="5646454" y="432617"/>
                  </a:lnTo>
                  <a:lnTo>
                    <a:pt x="5685794" y="481796"/>
                  </a:lnTo>
                  <a:lnTo>
                    <a:pt x="5725256" y="534512"/>
                  </a:lnTo>
                  <a:lnTo>
                    <a:pt x="5764996" y="590677"/>
                  </a:lnTo>
                  <a:lnTo>
                    <a:pt x="5805111" y="650114"/>
                  </a:lnTo>
                  <a:lnTo>
                    <a:pt x="5845648" y="712553"/>
                  </a:lnTo>
                  <a:lnTo>
                    <a:pt x="5886606" y="777633"/>
                  </a:lnTo>
                  <a:lnTo>
                    <a:pt x="5927945" y="844906"/>
                  </a:lnTo>
                  <a:lnTo>
                    <a:pt x="5969591" y="913848"/>
                  </a:lnTo>
                  <a:lnTo>
                    <a:pt x="6011443" y="983875"/>
                  </a:lnTo>
                  <a:lnTo>
                    <a:pt x="6053384" y="1054362"/>
                  </a:lnTo>
                  <a:lnTo>
                    <a:pt x="6095289" y="1124667"/>
                  </a:lnTo>
                  <a:lnTo>
                    <a:pt x="6137038" y="1194156"/>
                  </a:lnTo>
                  <a:lnTo>
                    <a:pt x="6178522" y="1262224"/>
                  </a:lnTo>
                  <a:lnTo>
                    <a:pt x="6219653" y="1328320"/>
                  </a:lnTo>
                  <a:lnTo>
                    <a:pt x="6260376" y="1391959"/>
                  </a:lnTo>
                  <a:lnTo>
                    <a:pt x="6300672" y="1452743"/>
                  </a:lnTo>
                  <a:lnTo>
                    <a:pt x="6340566" y="1510360"/>
                  </a:lnTo>
                  <a:lnTo>
                    <a:pt x="6380134" y="1564594"/>
                  </a:lnTo>
                  <a:lnTo>
                    <a:pt x="6419504" y="1615319"/>
                  </a:lnTo>
                  <a:lnTo>
                    <a:pt x="6458866" y="1662494"/>
                  </a:lnTo>
                  <a:lnTo>
                    <a:pt x="6498477" y="1706156"/>
                  </a:lnTo>
                  <a:lnTo>
                    <a:pt x="6515891" y="1724102"/>
                  </a:lnTo>
                  <a:lnTo>
                    <a:pt x="6563315" y="1769000"/>
                  </a:lnTo>
                  <a:lnTo>
                    <a:pt x="6612398" y="1809286"/>
                  </a:lnTo>
                  <a:lnTo>
                    <a:pt x="6663943" y="1845211"/>
                  </a:lnTo>
                  <a:lnTo>
                    <a:pt x="6718842" y="1877188"/>
                  </a:lnTo>
                  <a:lnTo>
                    <a:pt x="6778003" y="1905678"/>
                  </a:lnTo>
                  <a:lnTo>
                    <a:pt x="6842262" y="1931121"/>
                  </a:lnTo>
                  <a:lnTo>
                    <a:pt x="6912282" y="1953901"/>
                  </a:lnTo>
                  <a:lnTo>
                    <a:pt x="6988409" y="1974320"/>
                  </a:lnTo>
                  <a:lnTo>
                    <a:pt x="7070489" y="1992597"/>
                  </a:lnTo>
                  <a:lnTo>
                    <a:pt x="7157652" y="2008857"/>
                  </a:lnTo>
                  <a:lnTo>
                    <a:pt x="7248107" y="2023146"/>
                  </a:lnTo>
                  <a:lnTo>
                    <a:pt x="7339027" y="2035445"/>
                  </a:lnTo>
                  <a:lnTo>
                    <a:pt x="7426638" y="2045705"/>
                  </a:lnTo>
                  <a:lnTo>
                    <a:pt x="7506605" y="2053894"/>
                  </a:lnTo>
                  <a:lnTo>
                    <a:pt x="7574731" y="2060049"/>
                  </a:lnTo>
                  <a:lnTo>
                    <a:pt x="7627843" y="2064315"/>
                  </a:lnTo>
                  <a:lnTo>
                    <a:pt x="7664574" y="2066953"/>
                  </a:lnTo>
                  <a:lnTo>
                    <a:pt x="7685810" y="2068323"/>
                  </a:lnTo>
                  <a:lnTo>
                    <a:pt x="7694675" y="2068839"/>
                  </a:lnTo>
                  <a:lnTo>
                    <a:pt x="7696237" y="2068922"/>
                  </a:lnTo>
                  <a:lnTo>
                    <a:pt x="7696237" y="2068922"/>
                  </a:lnTo>
                  <a:lnTo>
                    <a:pt x="8234974" y="20689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9" name="pl1849"/>
            <p:cNvSpPr/>
            <p:nvPr/>
          </p:nvSpPr>
          <p:spPr>
            <a:xfrm>
              <a:off x="546595" y="3995399"/>
              <a:ext cx="8234974" cy="2068922"/>
            </a:xfrm>
            <a:custGeom>
              <a:avLst/>
              <a:pathLst>
                <a:path w="8234974" h="2068922">
                  <a:moveTo>
                    <a:pt x="8234974" y="2068922"/>
                  </a:moveTo>
                  <a:lnTo>
                    <a:pt x="7696237" y="2068922"/>
                  </a:lnTo>
                  <a:lnTo>
                    <a:pt x="7695011" y="2068858"/>
                  </a:lnTo>
                  <a:lnTo>
                    <a:pt x="7686996" y="2068395"/>
                  </a:lnTo>
                  <a:lnTo>
                    <a:pt x="7666974" y="2067114"/>
                  </a:lnTo>
                  <a:lnTo>
                    <a:pt x="7631640" y="2064600"/>
                  </a:lnTo>
                  <a:lnTo>
                    <a:pt x="7579910" y="2060486"/>
                  </a:lnTo>
                  <a:lnTo>
                    <a:pt x="7512968" y="2054500"/>
                  </a:lnTo>
                  <a:lnTo>
                    <a:pt x="7433861" y="2046488"/>
                  </a:lnTo>
                  <a:lnTo>
                    <a:pt x="7346733" y="2036406"/>
                  </a:lnTo>
                  <a:lnTo>
                    <a:pt x="7255937" y="2024280"/>
                  </a:lnTo>
                  <a:lnTo>
                    <a:pt x="7165317" y="2010161"/>
                  </a:lnTo>
                  <a:lnTo>
                    <a:pt x="7077786" y="1994070"/>
                  </a:lnTo>
                  <a:lnTo>
                    <a:pt x="6995224" y="1975970"/>
                  </a:lnTo>
                  <a:lnTo>
                    <a:pt x="6918572" y="1955741"/>
                  </a:lnTo>
                  <a:lnTo>
                    <a:pt x="6848036" y="1933175"/>
                  </a:lnTo>
                  <a:lnTo>
                    <a:pt x="6783305" y="1907974"/>
                  </a:lnTo>
                  <a:lnTo>
                    <a:pt x="6723738" y="1879762"/>
                  </a:lnTo>
                  <a:lnTo>
                    <a:pt x="6668508" y="1848102"/>
                  </a:lnTo>
                  <a:lnTo>
                    <a:pt x="6616712" y="1812534"/>
                  </a:lnTo>
                  <a:lnTo>
                    <a:pt x="6567450" y="1772635"/>
                  </a:lnTo>
                  <a:lnTo>
                    <a:pt x="6519912" y="1728136"/>
                  </a:lnTo>
                  <a:lnTo>
                    <a:pt x="6515891" y="1724102"/>
                  </a:lnTo>
                  <a:lnTo>
                    <a:pt x="6476072" y="1681941"/>
                  </a:lnTo>
                  <a:lnTo>
                    <a:pt x="6436638" y="1636305"/>
                  </a:lnTo>
                  <a:lnTo>
                    <a:pt x="6397299" y="1587126"/>
                  </a:lnTo>
                  <a:lnTo>
                    <a:pt x="6357836" y="1534410"/>
                  </a:lnTo>
                  <a:lnTo>
                    <a:pt x="6318096" y="1478245"/>
                  </a:lnTo>
                  <a:lnTo>
                    <a:pt x="6277981" y="1418808"/>
                  </a:lnTo>
                  <a:lnTo>
                    <a:pt x="6237444" y="1356369"/>
                  </a:lnTo>
                  <a:lnTo>
                    <a:pt x="6196486" y="1291289"/>
                  </a:lnTo>
                  <a:lnTo>
                    <a:pt x="6155147" y="1224016"/>
                  </a:lnTo>
                  <a:lnTo>
                    <a:pt x="6113501" y="1155074"/>
                  </a:lnTo>
                  <a:lnTo>
                    <a:pt x="6071650" y="1085047"/>
                  </a:lnTo>
                  <a:lnTo>
                    <a:pt x="6029709" y="1014560"/>
                  </a:lnTo>
                  <a:lnTo>
                    <a:pt x="5987803" y="944255"/>
                  </a:lnTo>
                  <a:lnTo>
                    <a:pt x="5946054" y="874766"/>
                  </a:lnTo>
                  <a:lnTo>
                    <a:pt x="5904571" y="806698"/>
                  </a:lnTo>
                  <a:lnTo>
                    <a:pt x="5863440" y="740602"/>
                  </a:lnTo>
                  <a:lnTo>
                    <a:pt x="5822717" y="676963"/>
                  </a:lnTo>
                  <a:lnTo>
                    <a:pt x="5782421" y="616179"/>
                  </a:lnTo>
                  <a:lnTo>
                    <a:pt x="5742526" y="558562"/>
                  </a:lnTo>
                  <a:lnTo>
                    <a:pt x="5702958" y="504328"/>
                  </a:lnTo>
                  <a:lnTo>
                    <a:pt x="5663588" y="453603"/>
                  </a:lnTo>
                  <a:lnTo>
                    <a:pt x="5624226" y="406428"/>
                  </a:lnTo>
                  <a:lnTo>
                    <a:pt x="5584616" y="362766"/>
                  </a:lnTo>
                  <a:lnTo>
                    <a:pt x="5567201" y="344820"/>
                  </a:lnTo>
                  <a:lnTo>
                    <a:pt x="5519778" y="299922"/>
                  </a:lnTo>
                  <a:lnTo>
                    <a:pt x="5470694" y="259636"/>
                  </a:lnTo>
                  <a:lnTo>
                    <a:pt x="5419150" y="223711"/>
                  </a:lnTo>
                  <a:lnTo>
                    <a:pt x="5364250" y="191734"/>
                  </a:lnTo>
                  <a:lnTo>
                    <a:pt x="5305089" y="163244"/>
                  </a:lnTo>
                  <a:lnTo>
                    <a:pt x="5240830" y="137801"/>
                  </a:lnTo>
                  <a:lnTo>
                    <a:pt x="5170811" y="115021"/>
                  </a:lnTo>
                  <a:lnTo>
                    <a:pt x="5094684" y="94602"/>
                  </a:lnTo>
                  <a:lnTo>
                    <a:pt x="5012603" y="76325"/>
                  </a:lnTo>
                  <a:lnTo>
                    <a:pt x="4925440" y="60065"/>
                  </a:lnTo>
                  <a:lnTo>
                    <a:pt x="4834985" y="45776"/>
                  </a:lnTo>
                  <a:lnTo>
                    <a:pt x="4744065" y="33477"/>
                  </a:lnTo>
                  <a:lnTo>
                    <a:pt x="4656454" y="23217"/>
                  </a:lnTo>
                  <a:lnTo>
                    <a:pt x="4576488" y="15028"/>
                  </a:lnTo>
                  <a:lnTo>
                    <a:pt x="4508361" y="8873"/>
                  </a:lnTo>
                  <a:lnTo>
                    <a:pt x="4455250" y="4607"/>
                  </a:lnTo>
                  <a:lnTo>
                    <a:pt x="4418518" y="1969"/>
                  </a:lnTo>
                  <a:lnTo>
                    <a:pt x="4397282" y="599"/>
                  </a:lnTo>
                  <a:lnTo>
                    <a:pt x="4388417" y="83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61" y="50"/>
                  </a:lnTo>
                  <a:lnTo>
                    <a:pt x="3838648" y="410"/>
                  </a:lnTo>
                  <a:lnTo>
                    <a:pt x="3818150" y="1406"/>
                  </a:lnTo>
                  <a:lnTo>
                    <a:pt x="3782023" y="3360"/>
                  </a:lnTo>
                  <a:lnTo>
                    <a:pt x="3729226" y="6557"/>
                  </a:lnTo>
                  <a:lnTo>
                    <a:pt x="3661057" y="11203"/>
                  </a:lnTo>
                  <a:lnTo>
                    <a:pt x="3580712" y="17415"/>
                  </a:lnTo>
                  <a:lnTo>
                    <a:pt x="3492475" y="25223"/>
                  </a:lnTo>
                  <a:lnTo>
                    <a:pt x="3400799" y="34603"/>
                  </a:lnTo>
                  <a:lnTo>
                    <a:pt x="3309563" y="45519"/>
                  </a:lnTo>
                  <a:lnTo>
                    <a:pt x="3221674" y="57954"/>
                  </a:lnTo>
                  <a:lnTo>
                    <a:pt x="3138964" y="71944"/>
                  </a:lnTo>
                  <a:lnTo>
                    <a:pt x="3062317" y="87588"/>
                  </a:lnTo>
                  <a:lnTo>
                    <a:pt x="2991877" y="105057"/>
                  </a:lnTo>
                  <a:lnTo>
                    <a:pt x="2927278" y="124588"/>
                  </a:lnTo>
                  <a:lnTo>
                    <a:pt x="2867831" y="146482"/>
                  </a:lnTo>
                  <a:lnTo>
                    <a:pt x="2812673" y="171082"/>
                  </a:lnTo>
                  <a:lnTo>
                    <a:pt x="2760872" y="198746"/>
                  </a:lnTo>
                  <a:lnTo>
                    <a:pt x="2711515" y="229791"/>
                  </a:lnTo>
                  <a:lnTo>
                    <a:pt x="2667772" y="261337"/>
                  </a:lnTo>
                  <a:lnTo>
                    <a:pt x="2624434" y="296260"/>
                  </a:lnTo>
                  <a:lnTo>
                    <a:pt x="2581519" y="334314"/>
                  </a:lnTo>
                  <a:lnTo>
                    <a:pt x="2538665" y="375555"/>
                  </a:lnTo>
                  <a:lnTo>
                    <a:pt x="2495611" y="419960"/>
                  </a:lnTo>
                  <a:lnTo>
                    <a:pt x="2452180" y="467416"/>
                  </a:lnTo>
                  <a:lnTo>
                    <a:pt x="2408274" y="517714"/>
                  </a:lnTo>
                  <a:lnTo>
                    <a:pt x="2363862" y="570547"/>
                  </a:lnTo>
                  <a:lnTo>
                    <a:pt x="2318976" y="625509"/>
                  </a:lnTo>
                  <a:lnTo>
                    <a:pt x="2273698" y="682113"/>
                  </a:lnTo>
                  <a:lnTo>
                    <a:pt x="2228150" y="739798"/>
                  </a:lnTo>
                  <a:lnTo>
                    <a:pt x="2182481" y="797960"/>
                  </a:lnTo>
                  <a:lnTo>
                    <a:pt x="2136850" y="855972"/>
                  </a:lnTo>
                  <a:lnTo>
                    <a:pt x="2091414" y="913212"/>
                  </a:lnTo>
                  <a:lnTo>
                    <a:pt x="2046311" y="969095"/>
                  </a:lnTo>
                  <a:lnTo>
                    <a:pt x="2001644" y="1023092"/>
                  </a:lnTo>
                  <a:lnTo>
                    <a:pt x="1957474" y="1074755"/>
                  </a:lnTo>
                  <a:lnTo>
                    <a:pt x="1913804" y="1123724"/>
                  </a:lnTo>
                  <a:lnTo>
                    <a:pt x="1870570" y="1169737"/>
                  </a:lnTo>
                  <a:lnTo>
                    <a:pt x="1827640" y="1212634"/>
                  </a:lnTo>
                  <a:lnTo>
                    <a:pt x="1784795" y="1252345"/>
                  </a:lnTo>
                  <a:lnTo>
                    <a:pt x="1741729" y="1288887"/>
                  </a:lnTo>
                  <a:lnTo>
                    <a:pt x="1719082" y="1306688"/>
                  </a:lnTo>
                  <a:lnTo>
                    <a:pt x="1671247" y="1340991"/>
                  </a:lnTo>
                  <a:lnTo>
                    <a:pt x="1621717" y="1371741"/>
                  </a:lnTo>
                  <a:lnTo>
                    <a:pt x="1569669" y="1399133"/>
                  </a:lnTo>
                  <a:lnTo>
                    <a:pt x="1514184" y="1423490"/>
                  </a:lnTo>
                  <a:lnTo>
                    <a:pt x="1454334" y="1445172"/>
                  </a:lnTo>
                  <a:lnTo>
                    <a:pt x="1389266" y="1464518"/>
                  </a:lnTo>
                  <a:lnTo>
                    <a:pt x="1318311" y="1481825"/>
                  </a:lnTo>
                  <a:lnTo>
                    <a:pt x="1241137" y="1497324"/>
                  </a:lnTo>
                  <a:lnTo>
                    <a:pt x="1157944" y="1511180"/>
                  </a:lnTo>
                  <a:lnTo>
                    <a:pt x="1069687" y="1523486"/>
                  </a:lnTo>
                  <a:lnTo>
                    <a:pt x="978287" y="1534273"/>
                  </a:lnTo>
                  <a:lnTo>
                    <a:pt x="886739" y="1543522"/>
                  </a:lnTo>
                  <a:lnTo>
                    <a:pt x="798993" y="1551196"/>
                  </a:lnTo>
                  <a:lnTo>
                    <a:pt x="719519" y="1557273"/>
                  </a:lnTo>
                  <a:lnTo>
                    <a:pt x="652546" y="1561792"/>
                  </a:lnTo>
                  <a:lnTo>
                    <a:pt x="601137" y="1564874"/>
                  </a:lnTo>
                  <a:lnTo>
                    <a:pt x="566403" y="1566736"/>
                  </a:lnTo>
                  <a:lnTo>
                    <a:pt x="547101" y="1567665"/>
                  </a:lnTo>
                  <a:lnTo>
                    <a:pt x="539707" y="1567987"/>
                  </a:lnTo>
                  <a:lnTo>
                    <a:pt x="538736" y="1568025"/>
                  </a:lnTo>
                  <a:lnTo>
                    <a:pt x="0" y="1568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0" name="pg1850"/>
            <p:cNvSpPr/>
            <p:nvPr/>
          </p:nvSpPr>
          <p:spPr>
            <a:xfrm>
              <a:off x="546595" y="3870175"/>
              <a:ext cx="8234974" cy="1704139"/>
            </a:xfrm>
            <a:custGeom>
              <a:avLst/>
              <a:pathLst>
                <a:path w="8234974" h="1704139">
                  <a:moveTo>
                    <a:pt x="0" y="1704139"/>
                  </a:moveTo>
                  <a:lnTo>
                    <a:pt x="538736" y="1704139"/>
                  </a:lnTo>
                  <a:lnTo>
                    <a:pt x="540029" y="1704115"/>
                  </a:lnTo>
                  <a:lnTo>
                    <a:pt x="548465" y="1703944"/>
                  </a:lnTo>
                  <a:lnTo>
                    <a:pt x="569500" y="1703470"/>
                  </a:lnTo>
                  <a:lnTo>
                    <a:pt x="606518" y="1702542"/>
                  </a:lnTo>
                  <a:lnTo>
                    <a:pt x="660510" y="1701025"/>
                  </a:lnTo>
                  <a:lnTo>
                    <a:pt x="730046" y="1698822"/>
                  </a:lnTo>
                  <a:lnTo>
                    <a:pt x="811761" y="1695881"/>
                  </a:lnTo>
                  <a:lnTo>
                    <a:pt x="901213" y="1692189"/>
                  </a:lnTo>
                  <a:lnTo>
                    <a:pt x="993846" y="1687759"/>
                  </a:lnTo>
                  <a:lnTo>
                    <a:pt x="1085739" y="1682607"/>
                  </a:lnTo>
                  <a:lnTo>
                    <a:pt x="1174003" y="1676740"/>
                  </a:lnTo>
                  <a:lnTo>
                    <a:pt x="1256856" y="1670138"/>
                  </a:lnTo>
                  <a:lnTo>
                    <a:pt x="1333483" y="1662750"/>
                  </a:lnTo>
                  <a:lnTo>
                    <a:pt x="1403808" y="1654492"/>
                  </a:lnTo>
                  <a:lnTo>
                    <a:pt x="1468260" y="1645246"/>
                  </a:lnTo>
                  <a:lnTo>
                    <a:pt x="1527578" y="1634866"/>
                  </a:lnTo>
                  <a:lnTo>
                    <a:pt x="1582668" y="1623188"/>
                  </a:lnTo>
                  <a:lnTo>
                    <a:pt x="1634489" y="1610042"/>
                  </a:lnTo>
                  <a:lnTo>
                    <a:pt x="1683970" y="1595285"/>
                  </a:lnTo>
                  <a:lnTo>
                    <a:pt x="1719082" y="1583452"/>
                  </a:lnTo>
                  <a:lnTo>
                    <a:pt x="1768944" y="1564754"/>
                  </a:lnTo>
                  <a:lnTo>
                    <a:pt x="1818322" y="1544132"/>
                  </a:lnTo>
                  <a:lnTo>
                    <a:pt x="1867733" y="1521558"/>
                  </a:lnTo>
                  <a:lnTo>
                    <a:pt x="1917527" y="1497072"/>
                  </a:lnTo>
                  <a:lnTo>
                    <a:pt x="1967909" y="1470790"/>
                  </a:lnTo>
                  <a:lnTo>
                    <a:pt x="2018957" y="1442906"/>
                  </a:lnTo>
                  <a:lnTo>
                    <a:pt x="2070639" y="1413695"/>
                  </a:lnTo>
                  <a:lnTo>
                    <a:pt x="2122831" y="1383499"/>
                  </a:lnTo>
                  <a:lnTo>
                    <a:pt x="2175340" y="1352718"/>
                  </a:lnTo>
                  <a:lnTo>
                    <a:pt x="2227934" y="1321786"/>
                  </a:lnTo>
                  <a:lnTo>
                    <a:pt x="2280368" y="1291142"/>
                  </a:lnTo>
                  <a:lnTo>
                    <a:pt x="2332419" y="1261214"/>
                  </a:lnTo>
                  <a:lnTo>
                    <a:pt x="2383912" y="1232383"/>
                  </a:lnTo>
                  <a:lnTo>
                    <a:pt x="2434751" y="1204973"/>
                  </a:lnTo>
                  <a:lnTo>
                    <a:pt x="2484935" y="1179235"/>
                  </a:lnTo>
                  <a:lnTo>
                    <a:pt x="2534581" y="1155338"/>
                  </a:lnTo>
                  <a:lnTo>
                    <a:pt x="2583937" y="1133373"/>
                  </a:lnTo>
                  <a:lnTo>
                    <a:pt x="2633402" y="1113357"/>
                  </a:lnTo>
                  <a:lnTo>
                    <a:pt x="2667772" y="1100703"/>
                  </a:lnTo>
                  <a:lnTo>
                    <a:pt x="2716064" y="1084720"/>
                  </a:lnTo>
                  <a:lnTo>
                    <a:pt x="2766091" y="1070409"/>
                  </a:lnTo>
                  <a:lnTo>
                    <a:pt x="2818700" y="1057675"/>
                  </a:lnTo>
                  <a:lnTo>
                    <a:pt x="2874838" y="1046365"/>
                  </a:lnTo>
                  <a:lnTo>
                    <a:pt x="2935458" y="1036307"/>
                  </a:lnTo>
                  <a:lnTo>
                    <a:pt x="3001432" y="1027341"/>
                  </a:lnTo>
                  <a:lnTo>
                    <a:pt x="3073434" y="1019327"/>
                  </a:lnTo>
                  <a:lnTo>
                    <a:pt x="3151776" y="1012159"/>
                  </a:lnTo>
                  <a:lnTo>
                    <a:pt x="3236207" y="1005759"/>
                  </a:lnTo>
                  <a:lnTo>
                    <a:pt x="3325672" y="1000086"/>
                  </a:lnTo>
                  <a:lnTo>
                    <a:pt x="3418096" y="995127"/>
                  </a:lnTo>
                  <a:lnTo>
                    <a:pt x="3510294" y="990895"/>
                  </a:lnTo>
                  <a:lnTo>
                    <a:pt x="3598117" y="987405"/>
                  </a:lnTo>
                  <a:lnTo>
                    <a:pt x="3676954" y="984666"/>
                  </a:lnTo>
                  <a:lnTo>
                    <a:pt x="3742557" y="982655"/>
                  </a:lnTo>
                  <a:lnTo>
                    <a:pt x="3792009" y="981309"/>
                  </a:lnTo>
                  <a:lnTo>
                    <a:pt x="3824510" y="980517"/>
                  </a:lnTo>
                  <a:lnTo>
                    <a:pt x="3841716" y="980141"/>
                  </a:lnTo>
                  <a:lnTo>
                    <a:pt x="3847607" y="980025"/>
                  </a:lnTo>
                  <a:lnTo>
                    <a:pt x="3848118" y="980016"/>
                  </a:lnTo>
                  <a:lnTo>
                    <a:pt x="4386855" y="980016"/>
                  </a:lnTo>
                  <a:lnTo>
                    <a:pt x="4388140" y="979984"/>
                  </a:lnTo>
                  <a:lnTo>
                    <a:pt x="4396526" y="979755"/>
                  </a:lnTo>
                  <a:lnTo>
                    <a:pt x="4417439" y="979122"/>
                  </a:lnTo>
                  <a:lnTo>
                    <a:pt x="4454257" y="977880"/>
                  </a:lnTo>
                  <a:lnTo>
                    <a:pt x="4507980" y="975851"/>
                  </a:lnTo>
                  <a:lnTo>
                    <a:pt x="4577210" y="972904"/>
                  </a:lnTo>
                  <a:lnTo>
                    <a:pt x="4658618" y="968967"/>
                  </a:lnTo>
                  <a:lnTo>
                    <a:pt x="4747800" y="964025"/>
                  </a:lnTo>
                  <a:lnTo>
                    <a:pt x="4840221" y="958092"/>
                  </a:lnTo>
                  <a:lnTo>
                    <a:pt x="4931969" y="951192"/>
                  </a:lnTo>
                  <a:lnTo>
                    <a:pt x="5020151" y="943333"/>
                  </a:lnTo>
                  <a:lnTo>
                    <a:pt x="5102974" y="934491"/>
                  </a:lnTo>
                  <a:lnTo>
                    <a:pt x="5179607" y="924597"/>
                  </a:lnTo>
                  <a:lnTo>
                    <a:pt x="5249958" y="913541"/>
                  </a:lnTo>
                  <a:lnTo>
                    <a:pt x="5314443" y="901165"/>
                  </a:lnTo>
                  <a:lnTo>
                    <a:pt x="5373789" y="887278"/>
                  </a:lnTo>
                  <a:lnTo>
                    <a:pt x="5428893" y="871657"/>
                  </a:lnTo>
                  <a:lnTo>
                    <a:pt x="5480709" y="854077"/>
                  </a:lnTo>
                  <a:lnTo>
                    <a:pt x="5530160" y="834344"/>
                  </a:lnTo>
                  <a:lnTo>
                    <a:pt x="5567201" y="817587"/>
                  </a:lnTo>
                  <a:lnTo>
                    <a:pt x="5615188" y="793421"/>
                  </a:lnTo>
                  <a:lnTo>
                    <a:pt x="5662707" y="766861"/>
                  </a:lnTo>
                  <a:lnTo>
                    <a:pt x="5710227" y="737868"/>
                  </a:lnTo>
                  <a:lnTo>
                    <a:pt x="5758073" y="706482"/>
                  </a:lnTo>
                  <a:lnTo>
                    <a:pt x="5806443" y="672828"/>
                  </a:lnTo>
                  <a:lnTo>
                    <a:pt x="5855425" y="637126"/>
                  </a:lnTo>
                  <a:lnTo>
                    <a:pt x="5905009" y="599683"/>
                  </a:lnTo>
                  <a:lnTo>
                    <a:pt x="5955104" y="560892"/>
                  </a:lnTo>
                  <a:lnTo>
                    <a:pt x="6005551" y="521216"/>
                  </a:lnTo>
                  <a:lnTo>
                    <a:pt x="6056153" y="481163"/>
                  </a:lnTo>
                  <a:lnTo>
                    <a:pt x="6106692" y="441264"/>
                  </a:lnTo>
                  <a:lnTo>
                    <a:pt x="6156957" y="402039"/>
                  </a:lnTo>
                  <a:lnTo>
                    <a:pt x="6206773" y="363974"/>
                  </a:lnTo>
                  <a:lnTo>
                    <a:pt x="6256016" y="327492"/>
                  </a:lnTo>
                  <a:lnTo>
                    <a:pt x="6304640" y="292941"/>
                  </a:lnTo>
                  <a:lnTo>
                    <a:pt x="6352690" y="260575"/>
                  </a:lnTo>
                  <a:lnTo>
                    <a:pt x="6400315" y="230561"/>
                  </a:lnTo>
                  <a:lnTo>
                    <a:pt x="6447787" y="202972"/>
                  </a:lnTo>
                  <a:lnTo>
                    <a:pt x="6495508" y="177803"/>
                  </a:lnTo>
                  <a:lnTo>
                    <a:pt x="6515891" y="167873"/>
                  </a:lnTo>
                  <a:lnTo>
                    <a:pt x="6564081" y="146405"/>
                  </a:lnTo>
                  <a:lnTo>
                    <a:pt x="6613996" y="127177"/>
                  </a:lnTo>
                  <a:lnTo>
                    <a:pt x="6666480" y="110065"/>
                  </a:lnTo>
                  <a:lnTo>
                    <a:pt x="6722471" y="94861"/>
                  </a:lnTo>
                  <a:lnTo>
                    <a:pt x="6782918" y="81338"/>
                  </a:lnTo>
                  <a:lnTo>
                    <a:pt x="6848689" y="69280"/>
                  </a:lnTo>
                  <a:lnTo>
                    <a:pt x="6920455" y="58501"/>
                  </a:lnTo>
                  <a:lnTo>
                    <a:pt x="6998535" y="48857"/>
                  </a:lnTo>
                  <a:lnTo>
                    <a:pt x="7082689" y="40243"/>
                  </a:lnTo>
                  <a:lnTo>
                    <a:pt x="7171883" y="32605"/>
                  </a:lnTo>
                  <a:lnTo>
                    <a:pt x="7264081" y="25925"/>
                  </a:lnTo>
                  <a:lnTo>
                    <a:pt x="7356137" y="20216"/>
                  </a:lnTo>
                  <a:lnTo>
                    <a:pt x="7443950" y="15503"/>
                  </a:lnTo>
                  <a:lnTo>
                    <a:pt x="7522938" y="11796"/>
                  </a:lnTo>
                  <a:lnTo>
                    <a:pt x="7588856" y="9067"/>
                  </a:lnTo>
                  <a:lnTo>
                    <a:pt x="7638752" y="7232"/>
                  </a:lnTo>
                  <a:lnTo>
                    <a:pt x="7671754" y="6146"/>
                  </a:lnTo>
                  <a:lnTo>
                    <a:pt x="7689424" y="5625"/>
                  </a:lnTo>
                  <a:lnTo>
                    <a:pt x="7695640" y="545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25" y="974595"/>
                  </a:lnTo>
                  <a:lnTo>
                    <a:pt x="3838389" y="974766"/>
                  </a:lnTo>
                  <a:lnTo>
                    <a:pt x="3817355" y="975239"/>
                  </a:lnTo>
                  <a:lnTo>
                    <a:pt x="3780336" y="976168"/>
                  </a:lnTo>
                  <a:lnTo>
                    <a:pt x="3726345" y="977685"/>
                  </a:lnTo>
                  <a:lnTo>
                    <a:pt x="3656808" y="979887"/>
                  </a:lnTo>
                  <a:lnTo>
                    <a:pt x="3575094" y="982829"/>
                  </a:lnTo>
                  <a:lnTo>
                    <a:pt x="3485642" y="986521"/>
                  </a:lnTo>
                  <a:lnTo>
                    <a:pt x="3393008" y="990951"/>
                  </a:lnTo>
                  <a:lnTo>
                    <a:pt x="3301115" y="996102"/>
                  </a:lnTo>
                  <a:lnTo>
                    <a:pt x="3212852" y="1001969"/>
                  </a:lnTo>
                  <a:lnTo>
                    <a:pt x="3129999" y="1008572"/>
                  </a:lnTo>
                  <a:lnTo>
                    <a:pt x="3053371" y="1015960"/>
                  </a:lnTo>
                  <a:lnTo>
                    <a:pt x="2983046" y="1024218"/>
                  </a:lnTo>
                  <a:lnTo>
                    <a:pt x="2918595" y="1033464"/>
                  </a:lnTo>
                  <a:lnTo>
                    <a:pt x="2859276" y="1043844"/>
                  </a:lnTo>
                  <a:lnTo>
                    <a:pt x="2804187" y="1055522"/>
                  </a:lnTo>
                  <a:lnTo>
                    <a:pt x="2752365" y="1068668"/>
                  </a:lnTo>
                  <a:lnTo>
                    <a:pt x="2702885" y="1083425"/>
                  </a:lnTo>
                  <a:lnTo>
                    <a:pt x="2667772" y="1095258"/>
                  </a:lnTo>
                  <a:lnTo>
                    <a:pt x="2617911" y="1113956"/>
                  </a:lnTo>
                  <a:lnTo>
                    <a:pt x="2568533" y="1134578"/>
                  </a:lnTo>
                  <a:lnTo>
                    <a:pt x="2519122" y="1157152"/>
                  </a:lnTo>
                  <a:lnTo>
                    <a:pt x="2469328" y="1181638"/>
                  </a:lnTo>
                  <a:lnTo>
                    <a:pt x="2418946" y="1207920"/>
                  </a:lnTo>
                  <a:lnTo>
                    <a:pt x="2367898" y="1235804"/>
                  </a:lnTo>
                  <a:lnTo>
                    <a:pt x="2316215" y="1265015"/>
                  </a:lnTo>
                  <a:lnTo>
                    <a:pt x="2264024" y="1295211"/>
                  </a:lnTo>
                  <a:lnTo>
                    <a:pt x="2211514" y="1325991"/>
                  </a:lnTo>
                  <a:lnTo>
                    <a:pt x="2158921" y="1356924"/>
                  </a:lnTo>
                  <a:lnTo>
                    <a:pt x="2106487" y="1387567"/>
                  </a:lnTo>
                  <a:lnTo>
                    <a:pt x="2054436" y="1417496"/>
                  </a:lnTo>
                  <a:lnTo>
                    <a:pt x="2002942" y="1446327"/>
                  </a:lnTo>
                  <a:lnTo>
                    <a:pt x="1952104" y="1473736"/>
                  </a:lnTo>
                  <a:lnTo>
                    <a:pt x="1901919" y="1499475"/>
                  </a:lnTo>
                  <a:lnTo>
                    <a:pt x="1852273" y="1523372"/>
                  </a:lnTo>
                  <a:lnTo>
                    <a:pt x="1802918" y="1545337"/>
                  </a:lnTo>
                  <a:lnTo>
                    <a:pt x="1753453" y="1565352"/>
                  </a:lnTo>
                  <a:lnTo>
                    <a:pt x="1719082" y="1578007"/>
                  </a:lnTo>
                  <a:lnTo>
                    <a:pt x="1670790" y="1593990"/>
                  </a:lnTo>
                  <a:lnTo>
                    <a:pt x="1620764" y="1608301"/>
                  </a:lnTo>
                  <a:lnTo>
                    <a:pt x="1568154" y="1621034"/>
                  </a:lnTo>
                  <a:lnTo>
                    <a:pt x="1512017" y="1632345"/>
                  </a:lnTo>
                  <a:lnTo>
                    <a:pt x="1451397" y="1642403"/>
                  </a:lnTo>
                  <a:lnTo>
                    <a:pt x="1385422" y="1651369"/>
                  </a:lnTo>
                  <a:lnTo>
                    <a:pt x="1313420" y="1659382"/>
                  </a:lnTo>
                  <a:lnTo>
                    <a:pt x="1235078" y="1666551"/>
                  </a:lnTo>
                  <a:lnTo>
                    <a:pt x="1150647" y="1672951"/>
                  </a:lnTo>
                  <a:lnTo>
                    <a:pt x="1061183" y="1678624"/>
                  </a:lnTo>
                  <a:lnTo>
                    <a:pt x="968759" y="1683582"/>
                  </a:lnTo>
                  <a:lnTo>
                    <a:pt x="876561" y="1687815"/>
                  </a:lnTo>
                  <a:lnTo>
                    <a:pt x="788738" y="1691305"/>
                  </a:lnTo>
                  <a:lnTo>
                    <a:pt x="709901" y="1694044"/>
                  </a:lnTo>
                  <a:lnTo>
                    <a:pt x="644298" y="1696055"/>
                  </a:lnTo>
                  <a:lnTo>
                    <a:pt x="594845" y="1697401"/>
                  </a:lnTo>
                  <a:lnTo>
                    <a:pt x="562345" y="1698192"/>
                  </a:lnTo>
                  <a:lnTo>
                    <a:pt x="545139" y="1698569"/>
                  </a:lnTo>
                  <a:lnTo>
                    <a:pt x="539247" y="1698685"/>
                  </a:lnTo>
                  <a:lnTo>
                    <a:pt x="538736" y="1698694"/>
                  </a:lnTo>
                  <a:lnTo>
                    <a:pt x="0" y="1698694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51" name="pl1851"/>
            <p:cNvSpPr/>
            <p:nvPr/>
          </p:nvSpPr>
          <p:spPr>
            <a:xfrm>
              <a:off x="546595" y="3875619"/>
              <a:ext cx="8234974" cy="1698694"/>
            </a:xfrm>
            <a:custGeom>
              <a:avLst/>
              <a:pathLst>
                <a:path w="8234974" h="1698694">
                  <a:moveTo>
                    <a:pt x="0" y="1698694"/>
                  </a:moveTo>
                  <a:lnTo>
                    <a:pt x="538736" y="1698694"/>
                  </a:lnTo>
                  <a:lnTo>
                    <a:pt x="540029" y="1698670"/>
                  </a:lnTo>
                  <a:lnTo>
                    <a:pt x="548465" y="1698499"/>
                  </a:lnTo>
                  <a:lnTo>
                    <a:pt x="569500" y="1698026"/>
                  </a:lnTo>
                  <a:lnTo>
                    <a:pt x="606518" y="1697098"/>
                  </a:lnTo>
                  <a:lnTo>
                    <a:pt x="660510" y="1695581"/>
                  </a:lnTo>
                  <a:lnTo>
                    <a:pt x="730046" y="1693378"/>
                  </a:lnTo>
                  <a:lnTo>
                    <a:pt x="811761" y="1690437"/>
                  </a:lnTo>
                  <a:lnTo>
                    <a:pt x="901213" y="1686745"/>
                  </a:lnTo>
                  <a:lnTo>
                    <a:pt x="993846" y="1682314"/>
                  </a:lnTo>
                  <a:lnTo>
                    <a:pt x="1085739" y="1677163"/>
                  </a:lnTo>
                  <a:lnTo>
                    <a:pt x="1174003" y="1671296"/>
                  </a:lnTo>
                  <a:lnTo>
                    <a:pt x="1256856" y="1664694"/>
                  </a:lnTo>
                  <a:lnTo>
                    <a:pt x="1333483" y="1657306"/>
                  </a:lnTo>
                  <a:lnTo>
                    <a:pt x="1403808" y="1649047"/>
                  </a:lnTo>
                  <a:lnTo>
                    <a:pt x="1468260" y="1639801"/>
                  </a:lnTo>
                  <a:lnTo>
                    <a:pt x="1527578" y="1629422"/>
                  </a:lnTo>
                  <a:lnTo>
                    <a:pt x="1582668" y="1617743"/>
                  </a:lnTo>
                  <a:lnTo>
                    <a:pt x="1634489" y="1604597"/>
                  </a:lnTo>
                  <a:lnTo>
                    <a:pt x="1683970" y="1589840"/>
                  </a:lnTo>
                  <a:lnTo>
                    <a:pt x="1719082" y="1578007"/>
                  </a:lnTo>
                  <a:lnTo>
                    <a:pt x="1768944" y="1559309"/>
                  </a:lnTo>
                  <a:lnTo>
                    <a:pt x="1818322" y="1538687"/>
                  </a:lnTo>
                  <a:lnTo>
                    <a:pt x="1867733" y="1516113"/>
                  </a:lnTo>
                  <a:lnTo>
                    <a:pt x="1917527" y="1491628"/>
                  </a:lnTo>
                  <a:lnTo>
                    <a:pt x="1967909" y="1465345"/>
                  </a:lnTo>
                  <a:lnTo>
                    <a:pt x="2018957" y="1437462"/>
                  </a:lnTo>
                  <a:lnTo>
                    <a:pt x="2070639" y="1408250"/>
                  </a:lnTo>
                  <a:lnTo>
                    <a:pt x="2122831" y="1378055"/>
                  </a:lnTo>
                  <a:lnTo>
                    <a:pt x="2175340" y="1347274"/>
                  </a:lnTo>
                  <a:lnTo>
                    <a:pt x="2227934" y="1316341"/>
                  </a:lnTo>
                  <a:lnTo>
                    <a:pt x="2280368" y="1285698"/>
                  </a:lnTo>
                  <a:lnTo>
                    <a:pt x="2332419" y="1255769"/>
                  </a:lnTo>
                  <a:lnTo>
                    <a:pt x="2383912" y="1226938"/>
                  </a:lnTo>
                  <a:lnTo>
                    <a:pt x="2434751" y="1199529"/>
                  </a:lnTo>
                  <a:lnTo>
                    <a:pt x="2484935" y="1173790"/>
                  </a:lnTo>
                  <a:lnTo>
                    <a:pt x="2534581" y="1149893"/>
                  </a:lnTo>
                  <a:lnTo>
                    <a:pt x="2583937" y="1127928"/>
                  </a:lnTo>
                  <a:lnTo>
                    <a:pt x="2633402" y="1107913"/>
                  </a:lnTo>
                  <a:lnTo>
                    <a:pt x="2667772" y="1095258"/>
                  </a:lnTo>
                  <a:lnTo>
                    <a:pt x="2716064" y="1079276"/>
                  </a:lnTo>
                  <a:lnTo>
                    <a:pt x="2766091" y="1064965"/>
                  </a:lnTo>
                  <a:lnTo>
                    <a:pt x="2818700" y="1052231"/>
                  </a:lnTo>
                  <a:lnTo>
                    <a:pt x="2874838" y="1040920"/>
                  </a:lnTo>
                  <a:lnTo>
                    <a:pt x="2935458" y="1030862"/>
                  </a:lnTo>
                  <a:lnTo>
                    <a:pt x="3001432" y="1021896"/>
                  </a:lnTo>
                  <a:lnTo>
                    <a:pt x="3073434" y="1013883"/>
                  </a:lnTo>
                  <a:lnTo>
                    <a:pt x="3151776" y="1006714"/>
                  </a:lnTo>
                  <a:lnTo>
                    <a:pt x="3236207" y="1000314"/>
                  </a:lnTo>
                  <a:lnTo>
                    <a:pt x="3325672" y="994641"/>
                  </a:lnTo>
                  <a:lnTo>
                    <a:pt x="3418096" y="989683"/>
                  </a:lnTo>
                  <a:lnTo>
                    <a:pt x="3510294" y="985450"/>
                  </a:lnTo>
                  <a:lnTo>
                    <a:pt x="3598117" y="981960"/>
                  </a:lnTo>
                  <a:lnTo>
                    <a:pt x="3676954" y="979221"/>
                  </a:lnTo>
                  <a:lnTo>
                    <a:pt x="3742557" y="977211"/>
                  </a:lnTo>
                  <a:lnTo>
                    <a:pt x="3792009" y="975864"/>
                  </a:lnTo>
                  <a:lnTo>
                    <a:pt x="3824510" y="975073"/>
                  </a:lnTo>
                  <a:lnTo>
                    <a:pt x="3841716" y="974697"/>
                  </a:lnTo>
                  <a:lnTo>
                    <a:pt x="3847607" y="974580"/>
                  </a:lnTo>
                  <a:lnTo>
                    <a:pt x="3848118" y="974571"/>
                  </a:lnTo>
                  <a:lnTo>
                    <a:pt x="4386855" y="974571"/>
                  </a:lnTo>
                  <a:lnTo>
                    <a:pt x="4388140" y="974539"/>
                  </a:lnTo>
                  <a:lnTo>
                    <a:pt x="4396526" y="974310"/>
                  </a:lnTo>
                  <a:lnTo>
                    <a:pt x="4417439" y="973677"/>
                  </a:lnTo>
                  <a:lnTo>
                    <a:pt x="4454257" y="972436"/>
                  </a:lnTo>
                  <a:lnTo>
                    <a:pt x="4507980" y="970407"/>
                  </a:lnTo>
                  <a:lnTo>
                    <a:pt x="4577210" y="967459"/>
                  </a:lnTo>
                  <a:lnTo>
                    <a:pt x="4658618" y="963523"/>
                  </a:lnTo>
                  <a:lnTo>
                    <a:pt x="4747800" y="958580"/>
                  </a:lnTo>
                  <a:lnTo>
                    <a:pt x="4840221" y="952647"/>
                  </a:lnTo>
                  <a:lnTo>
                    <a:pt x="4931969" y="945747"/>
                  </a:lnTo>
                  <a:lnTo>
                    <a:pt x="5020151" y="937889"/>
                  </a:lnTo>
                  <a:lnTo>
                    <a:pt x="5102974" y="929046"/>
                  </a:lnTo>
                  <a:lnTo>
                    <a:pt x="5179607" y="919153"/>
                  </a:lnTo>
                  <a:lnTo>
                    <a:pt x="5249958" y="908096"/>
                  </a:lnTo>
                  <a:lnTo>
                    <a:pt x="5314443" y="895721"/>
                  </a:lnTo>
                  <a:lnTo>
                    <a:pt x="5373789" y="881833"/>
                  </a:lnTo>
                  <a:lnTo>
                    <a:pt x="5428893" y="866212"/>
                  </a:lnTo>
                  <a:lnTo>
                    <a:pt x="5480709" y="848632"/>
                  </a:lnTo>
                  <a:lnTo>
                    <a:pt x="5530160" y="828899"/>
                  </a:lnTo>
                  <a:lnTo>
                    <a:pt x="5567201" y="812143"/>
                  </a:lnTo>
                  <a:lnTo>
                    <a:pt x="5615188" y="787977"/>
                  </a:lnTo>
                  <a:lnTo>
                    <a:pt x="5662707" y="761416"/>
                  </a:lnTo>
                  <a:lnTo>
                    <a:pt x="5710227" y="732423"/>
                  </a:lnTo>
                  <a:lnTo>
                    <a:pt x="5758073" y="701037"/>
                  </a:lnTo>
                  <a:lnTo>
                    <a:pt x="5806443" y="667384"/>
                  </a:lnTo>
                  <a:lnTo>
                    <a:pt x="5855425" y="631681"/>
                  </a:lnTo>
                  <a:lnTo>
                    <a:pt x="5905009" y="594238"/>
                  </a:lnTo>
                  <a:lnTo>
                    <a:pt x="5955104" y="555447"/>
                  </a:lnTo>
                  <a:lnTo>
                    <a:pt x="6005551" y="515771"/>
                  </a:lnTo>
                  <a:lnTo>
                    <a:pt x="6056153" y="475718"/>
                  </a:lnTo>
                  <a:lnTo>
                    <a:pt x="6106692" y="435819"/>
                  </a:lnTo>
                  <a:lnTo>
                    <a:pt x="6156957" y="396594"/>
                  </a:lnTo>
                  <a:lnTo>
                    <a:pt x="6206773" y="358529"/>
                  </a:lnTo>
                  <a:lnTo>
                    <a:pt x="6256016" y="322048"/>
                  </a:lnTo>
                  <a:lnTo>
                    <a:pt x="6304640" y="287496"/>
                  </a:lnTo>
                  <a:lnTo>
                    <a:pt x="6352690" y="255131"/>
                  </a:lnTo>
                  <a:lnTo>
                    <a:pt x="6400315" y="225116"/>
                  </a:lnTo>
                  <a:lnTo>
                    <a:pt x="6447787" y="197528"/>
                  </a:lnTo>
                  <a:lnTo>
                    <a:pt x="6495508" y="172358"/>
                  </a:lnTo>
                  <a:lnTo>
                    <a:pt x="6515891" y="162428"/>
                  </a:lnTo>
                  <a:lnTo>
                    <a:pt x="6564081" y="140960"/>
                  </a:lnTo>
                  <a:lnTo>
                    <a:pt x="6613996" y="121733"/>
                  </a:lnTo>
                  <a:lnTo>
                    <a:pt x="6666480" y="104620"/>
                  </a:lnTo>
                  <a:lnTo>
                    <a:pt x="6722471" y="89416"/>
                  </a:lnTo>
                  <a:lnTo>
                    <a:pt x="6782918" y="75893"/>
                  </a:lnTo>
                  <a:lnTo>
                    <a:pt x="6848689" y="63835"/>
                  </a:lnTo>
                  <a:lnTo>
                    <a:pt x="6920455" y="53057"/>
                  </a:lnTo>
                  <a:lnTo>
                    <a:pt x="6998535" y="43412"/>
                  </a:lnTo>
                  <a:lnTo>
                    <a:pt x="7082689" y="34799"/>
                  </a:lnTo>
                  <a:lnTo>
                    <a:pt x="7171883" y="27160"/>
                  </a:lnTo>
                  <a:lnTo>
                    <a:pt x="7264081" y="20480"/>
                  </a:lnTo>
                  <a:lnTo>
                    <a:pt x="7356137" y="14772"/>
                  </a:lnTo>
                  <a:lnTo>
                    <a:pt x="7443950" y="10058"/>
                  </a:lnTo>
                  <a:lnTo>
                    <a:pt x="7522938" y="6352"/>
                  </a:lnTo>
                  <a:lnTo>
                    <a:pt x="7588856" y="3623"/>
                  </a:lnTo>
                  <a:lnTo>
                    <a:pt x="7638752" y="1787"/>
                  </a:lnTo>
                  <a:lnTo>
                    <a:pt x="7671754" y="702"/>
                  </a:lnTo>
                  <a:lnTo>
                    <a:pt x="7689424" y="180"/>
                  </a:lnTo>
                  <a:lnTo>
                    <a:pt x="7695640" y="1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2" name="pl1852"/>
            <p:cNvSpPr/>
            <p:nvPr/>
          </p:nvSpPr>
          <p:spPr>
            <a:xfrm>
              <a:off x="546595" y="3870175"/>
              <a:ext cx="8234974" cy="1698694"/>
            </a:xfrm>
            <a:custGeom>
              <a:avLst/>
              <a:pathLst>
                <a:path w="8234974" h="1698694">
                  <a:moveTo>
                    <a:pt x="8234974" y="0"/>
                  </a:moveTo>
                  <a:lnTo>
                    <a:pt x="7696237" y="0"/>
                  </a:lnTo>
                  <a:lnTo>
                    <a:pt x="7694952" y="32"/>
                  </a:lnTo>
                  <a:lnTo>
                    <a:pt x="7686567" y="260"/>
                  </a:lnTo>
                  <a:lnTo>
                    <a:pt x="7665653" y="893"/>
                  </a:lnTo>
                  <a:lnTo>
                    <a:pt x="7628835" y="2135"/>
                  </a:lnTo>
                  <a:lnTo>
                    <a:pt x="7575112" y="4164"/>
                  </a:lnTo>
                  <a:lnTo>
                    <a:pt x="7505882" y="7111"/>
                  </a:lnTo>
                  <a:lnTo>
                    <a:pt x="7424474" y="11048"/>
                  </a:lnTo>
                  <a:lnTo>
                    <a:pt x="7335293" y="15991"/>
                  </a:lnTo>
                  <a:lnTo>
                    <a:pt x="7242872" y="21924"/>
                  </a:lnTo>
                  <a:lnTo>
                    <a:pt x="7151124" y="28823"/>
                  </a:lnTo>
                  <a:lnTo>
                    <a:pt x="7062942" y="36682"/>
                  </a:lnTo>
                  <a:lnTo>
                    <a:pt x="6980119" y="45524"/>
                  </a:lnTo>
                  <a:lnTo>
                    <a:pt x="6903486" y="55418"/>
                  </a:lnTo>
                  <a:lnTo>
                    <a:pt x="6833135" y="66475"/>
                  </a:lnTo>
                  <a:lnTo>
                    <a:pt x="6768650" y="78850"/>
                  </a:lnTo>
                  <a:lnTo>
                    <a:pt x="6709303" y="92738"/>
                  </a:lnTo>
                  <a:lnTo>
                    <a:pt x="6654199" y="108358"/>
                  </a:lnTo>
                  <a:lnTo>
                    <a:pt x="6602384" y="125938"/>
                  </a:lnTo>
                  <a:lnTo>
                    <a:pt x="6552932" y="145672"/>
                  </a:lnTo>
                  <a:lnTo>
                    <a:pt x="6515891" y="162428"/>
                  </a:lnTo>
                  <a:lnTo>
                    <a:pt x="6467904" y="186594"/>
                  </a:lnTo>
                  <a:lnTo>
                    <a:pt x="6420385" y="213154"/>
                  </a:lnTo>
                  <a:lnTo>
                    <a:pt x="6372865" y="242147"/>
                  </a:lnTo>
                  <a:lnTo>
                    <a:pt x="6325020" y="273534"/>
                  </a:lnTo>
                  <a:lnTo>
                    <a:pt x="6276650" y="307187"/>
                  </a:lnTo>
                  <a:lnTo>
                    <a:pt x="6227667" y="342889"/>
                  </a:lnTo>
                  <a:lnTo>
                    <a:pt x="6178083" y="380333"/>
                  </a:lnTo>
                  <a:lnTo>
                    <a:pt x="6127989" y="419123"/>
                  </a:lnTo>
                  <a:lnTo>
                    <a:pt x="6077541" y="458799"/>
                  </a:lnTo>
                  <a:lnTo>
                    <a:pt x="6026939" y="498852"/>
                  </a:lnTo>
                  <a:lnTo>
                    <a:pt x="5976401" y="538751"/>
                  </a:lnTo>
                  <a:lnTo>
                    <a:pt x="5926135" y="577976"/>
                  </a:lnTo>
                  <a:lnTo>
                    <a:pt x="5876320" y="616042"/>
                  </a:lnTo>
                  <a:lnTo>
                    <a:pt x="5827077" y="652523"/>
                  </a:lnTo>
                  <a:lnTo>
                    <a:pt x="5778453" y="687075"/>
                  </a:lnTo>
                  <a:lnTo>
                    <a:pt x="5730403" y="719440"/>
                  </a:lnTo>
                  <a:lnTo>
                    <a:pt x="5682777" y="749454"/>
                  </a:lnTo>
                  <a:lnTo>
                    <a:pt x="5635306" y="777043"/>
                  </a:lnTo>
                  <a:lnTo>
                    <a:pt x="5587584" y="802212"/>
                  </a:lnTo>
                  <a:lnTo>
                    <a:pt x="5567201" y="812143"/>
                  </a:lnTo>
                  <a:lnTo>
                    <a:pt x="5519012" y="833610"/>
                  </a:lnTo>
                  <a:lnTo>
                    <a:pt x="5469097" y="852838"/>
                  </a:lnTo>
                  <a:lnTo>
                    <a:pt x="5416613" y="869951"/>
                  </a:lnTo>
                  <a:lnTo>
                    <a:pt x="5360622" y="885155"/>
                  </a:lnTo>
                  <a:lnTo>
                    <a:pt x="5300175" y="898678"/>
                  </a:lnTo>
                  <a:lnTo>
                    <a:pt x="5234404" y="910735"/>
                  </a:lnTo>
                  <a:lnTo>
                    <a:pt x="5162637" y="921514"/>
                  </a:lnTo>
                  <a:lnTo>
                    <a:pt x="5084557" y="931159"/>
                  </a:lnTo>
                  <a:lnTo>
                    <a:pt x="5000404" y="939772"/>
                  </a:lnTo>
                  <a:lnTo>
                    <a:pt x="4911209" y="947410"/>
                  </a:lnTo>
                  <a:lnTo>
                    <a:pt x="4819012" y="954090"/>
                  </a:lnTo>
                  <a:lnTo>
                    <a:pt x="4726955" y="959799"/>
                  </a:lnTo>
                  <a:lnTo>
                    <a:pt x="4639143" y="964512"/>
                  </a:lnTo>
                  <a:lnTo>
                    <a:pt x="4560155" y="968219"/>
                  </a:lnTo>
                  <a:lnTo>
                    <a:pt x="4494237" y="970948"/>
                  </a:lnTo>
                  <a:lnTo>
                    <a:pt x="4444340" y="972784"/>
                  </a:lnTo>
                  <a:lnTo>
                    <a:pt x="4411338" y="973869"/>
                  </a:lnTo>
                  <a:lnTo>
                    <a:pt x="4393668" y="974391"/>
                  </a:lnTo>
                  <a:lnTo>
                    <a:pt x="4387453" y="974556"/>
                  </a:lnTo>
                  <a:lnTo>
                    <a:pt x="4386855" y="974571"/>
                  </a:lnTo>
                  <a:lnTo>
                    <a:pt x="3848118" y="974571"/>
                  </a:lnTo>
                  <a:lnTo>
                    <a:pt x="3846825" y="974595"/>
                  </a:lnTo>
                  <a:lnTo>
                    <a:pt x="3838389" y="974766"/>
                  </a:lnTo>
                  <a:lnTo>
                    <a:pt x="3817355" y="975239"/>
                  </a:lnTo>
                  <a:lnTo>
                    <a:pt x="3780336" y="976168"/>
                  </a:lnTo>
                  <a:lnTo>
                    <a:pt x="3726345" y="977685"/>
                  </a:lnTo>
                  <a:lnTo>
                    <a:pt x="3656808" y="979887"/>
                  </a:lnTo>
                  <a:lnTo>
                    <a:pt x="3575094" y="982829"/>
                  </a:lnTo>
                  <a:lnTo>
                    <a:pt x="3485642" y="986521"/>
                  </a:lnTo>
                  <a:lnTo>
                    <a:pt x="3393008" y="990951"/>
                  </a:lnTo>
                  <a:lnTo>
                    <a:pt x="3301115" y="996102"/>
                  </a:lnTo>
                  <a:lnTo>
                    <a:pt x="3212852" y="1001969"/>
                  </a:lnTo>
                  <a:lnTo>
                    <a:pt x="3129999" y="1008572"/>
                  </a:lnTo>
                  <a:lnTo>
                    <a:pt x="3053371" y="1015960"/>
                  </a:lnTo>
                  <a:lnTo>
                    <a:pt x="2983046" y="1024218"/>
                  </a:lnTo>
                  <a:lnTo>
                    <a:pt x="2918595" y="1033464"/>
                  </a:lnTo>
                  <a:lnTo>
                    <a:pt x="2859276" y="1043844"/>
                  </a:lnTo>
                  <a:lnTo>
                    <a:pt x="2804187" y="1055522"/>
                  </a:lnTo>
                  <a:lnTo>
                    <a:pt x="2752365" y="1068668"/>
                  </a:lnTo>
                  <a:lnTo>
                    <a:pt x="2702885" y="1083425"/>
                  </a:lnTo>
                  <a:lnTo>
                    <a:pt x="2667772" y="1095258"/>
                  </a:lnTo>
                  <a:lnTo>
                    <a:pt x="2617911" y="1113956"/>
                  </a:lnTo>
                  <a:lnTo>
                    <a:pt x="2568533" y="1134578"/>
                  </a:lnTo>
                  <a:lnTo>
                    <a:pt x="2519122" y="1157152"/>
                  </a:lnTo>
                  <a:lnTo>
                    <a:pt x="2469328" y="1181638"/>
                  </a:lnTo>
                  <a:lnTo>
                    <a:pt x="2418946" y="1207920"/>
                  </a:lnTo>
                  <a:lnTo>
                    <a:pt x="2367898" y="1235804"/>
                  </a:lnTo>
                  <a:lnTo>
                    <a:pt x="2316215" y="1265015"/>
                  </a:lnTo>
                  <a:lnTo>
                    <a:pt x="2264024" y="1295211"/>
                  </a:lnTo>
                  <a:lnTo>
                    <a:pt x="2211514" y="1325991"/>
                  </a:lnTo>
                  <a:lnTo>
                    <a:pt x="2158921" y="1356924"/>
                  </a:lnTo>
                  <a:lnTo>
                    <a:pt x="2106487" y="1387567"/>
                  </a:lnTo>
                  <a:lnTo>
                    <a:pt x="2054436" y="1417496"/>
                  </a:lnTo>
                  <a:lnTo>
                    <a:pt x="2002942" y="1446327"/>
                  </a:lnTo>
                  <a:lnTo>
                    <a:pt x="1952104" y="1473736"/>
                  </a:lnTo>
                  <a:lnTo>
                    <a:pt x="1901919" y="1499475"/>
                  </a:lnTo>
                  <a:lnTo>
                    <a:pt x="1852273" y="1523372"/>
                  </a:lnTo>
                  <a:lnTo>
                    <a:pt x="1802918" y="1545337"/>
                  </a:lnTo>
                  <a:lnTo>
                    <a:pt x="1753453" y="1565352"/>
                  </a:lnTo>
                  <a:lnTo>
                    <a:pt x="1719082" y="1578007"/>
                  </a:lnTo>
                  <a:lnTo>
                    <a:pt x="1670790" y="1593990"/>
                  </a:lnTo>
                  <a:lnTo>
                    <a:pt x="1620764" y="1608301"/>
                  </a:lnTo>
                  <a:lnTo>
                    <a:pt x="1568154" y="1621034"/>
                  </a:lnTo>
                  <a:lnTo>
                    <a:pt x="1512017" y="1632345"/>
                  </a:lnTo>
                  <a:lnTo>
                    <a:pt x="1451397" y="1642403"/>
                  </a:lnTo>
                  <a:lnTo>
                    <a:pt x="1385422" y="1651369"/>
                  </a:lnTo>
                  <a:lnTo>
                    <a:pt x="1313420" y="1659382"/>
                  </a:lnTo>
                  <a:lnTo>
                    <a:pt x="1235078" y="1666551"/>
                  </a:lnTo>
                  <a:lnTo>
                    <a:pt x="1150647" y="1672951"/>
                  </a:lnTo>
                  <a:lnTo>
                    <a:pt x="1061183" y="1678624"/>
                  </a:lnTo>
                  <a:lnTo>
                    <a:pt x="968759" y="1683582"/>
                  </a:lnTo>
                  <a:lnTo>
                    <a:pt x="876561" y="1687815"/>
                  </a:lnTo>
                  <a:lnTo>
                    <a:pt x="788738" y="1691305"/>
                  </a:lnTo>
                  <a:lnTo>
                    <a:pt x="709901" y="1694044"/>
                  </a:lnTo>
                  <a:lnTo>
                    <a:pt x="644298" y="1696055"/>
                  </a:lnTo>
                  <a:lnTo>
                    <a:pt x="594845" y="1697401"/>
                  </a:lnTo>
                  <a:lnTo>
                    <a:pt x="562345" y="1698192"/>
                  </a:lnTo>
                  <a:lnTo>
                    <a:pt x="545139" y="1698569"/>
                  </a:lnTo>
                  <a:lnTo>
                    <a:pt x="539247" y="1698685"/>
                  </a:lnTo>
                  <a:lnTo>
                    <a:pt x="538736" y="1698694"/>
                  </a:lnTo>
                  <a:lnTo>
                    <a:pt x="0" y="1698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3" name="pg1853"/>
            <p:cNvSpPr/>
            <p:nvPr/>
          </p:nvSpPr>
          <p:spPr>
            <a:xfrm>
              <a:off x="546595" y="4790301"/>
              <a:ext cx="8234974" cy="789457"/>
            </a:xfrm>
            <a:custGeom>
              <a:avLst/>
              <a:pathLst>
                <a:path w="8234974" h="789457">
                  <a:moveTo>
                    <a:pt x="0" y="789457"/>
                  </a:moveTo>
                  <a:lnTo>
                    <a:pt x="538736" y="789457"/>
                  </a:lnTo>
                  <a:lnTo>
                    <a:pt x="540029" y="789433"/>
                  </a:lnTo>
                  <a:lnTo>
                    <a:pt x="548466" y="789263"/>
                  </a:lnTo>
                  <a:lnTo>
                    <a:pt x="569503" y="788794"/>
                  </a:lnTo>
                  <a:lnTo>
                    <a:pt x="606525" y="787872"/>
                  </a:lnTo>
                  <a:lnTo>
                    <a:pt x="660522" y="786366"/>
                  </a:lnTo>
                  <a:lnTo>
                    <a:pt x="730064" y="784180"/>
                  </a:lnTo>
                  <a:lnTo>
                    <a:pt x="811784" y="781261"/>
                  </a:lnTo>
                  <a:lnTo>
                    <a:pt x="901241" y="777596"/>
                  </a:lnTo>
                  <a:lnTo>
                    <a:pt x="993879" y="773199"/>
                  </a:lnTo>
                  <a:lnTo>
                    <a:pt x="1085774" y="768085"/>
                  </a:lnTo>
                  <a:lnTo>
                    <a:pt x="1174040" y="762262"/>
                  </a:lnTo>
                  <a:lnTo>
                    <a:pt x="1256893" y="755709"/>
                  </a:lnTo>
                  <a:lnTo>
                    <a:pt x="1333520" y="748376"/>
                  </a:lnTo>
                  <a:lnTo>
                    <a:pt x="1403845" y="740179"/>
                  </a:lnTo>
                  <a:lnTo>
                    <a:pt x="1468296" y="731001"/>
                  </a:lnTo>
                  <a:lnTo>
                    <a:pt x="1527614" y="720698"/>
                  </a:lnTo>
                  <a:lnTo>
                    <a:pt x="1582703" y="709107"/>
                  </a:lnTo>
                  <a:lnTo>
                    <a:pt x="1634524" y="696058"/>
                  </a:lnTo>
                  <a:lnTo>
                    <a:pt x="1684006" y="681410"/>
                  </a:lnTo>
                  <a:lnTo>
                    <a:pt x="1719082" y="669677"/>
                  </a:lnTo>
                  <a:lnTo>
                    <a:pt x="1768982" y="651105"/>
                  </a:lnTo>
                  <a:lnTo>
                    <a:pt x="1818398" y="630620"/>
                  </a:lnTo>
                  <a:lnTo>
                    <a:pt x="1867848" y="608195"/>
                  </a:lnTo>
                  <a:lnTo>
                    <a:pt x="1917681" y="583870"/>
                  </a:lnTo>
                  <a:lnTo>
                    <a:pt x="1968104" y="557759"/>
                  </a:lnTo>
                  <a:lnTo>
                    <a:pt x="2019195" y="530057"/>
                  </a:lnTo>
                  <a:lnTo>
                    <a:pt x="2070920" y="501037"/>
                  </a:lnTo>
                  <a:lnTo>
                    <a:pt x="2123154" y="471041"/>
                  </a:lnTo>
                  <a:lnTo>
                    <a:pt x="2175706" y="440466"/>
                  </a:lnTo>
                  <a:lnTo>
                    <a:pt x="2228340" y="409742"/>
                  </a:lnTo>
                  <a:lnTo>
                    <a:pt x="2280812" y="379310"/>
                  </a:lnTo>
                  <a:lnTo>
                    <a:pt x="2332898" y="349592"/>
                  </a:lnTo>
                  <a:lnTo>
                    <a:pt x="2384426" y="320968"/>
                  </a:lnTo>
                  <a:lnTo>
                    <a:pt x="2435297" y="293760"/>
                  </a:lnTo>
                  <a:lnTo>
                    <a:pt x="2485513" y="268215"/>
                  </a:lnTo>
                  <a:lnTo>
                    <a:pt x="2535192" y="244501"/>
                  </a:lnTo>
                  <a:lnTo>
                    <a:pt x="2584584" y="222709"/>
                  </a:lnTo>
                  <a:lnTo>
                    <a:pt x="2634092" y="202855"/>
                  </a:lnTo>
                  <a:lnTo>
                    <a:pt x="2667772" y="190558"/>
                  </a:lnTo>
                  <a:lnTo>
                    <a:pt x="2716066" y="174695"/>
                  </a:lnTo>
                  <a:lnTo>
                    <a:pt x="2766095" y="160491"/>
                  </a:lnTo>
                  <a:lnTo>
                    <a:pt x="2818706" y="147853"/>
                  </a:lnTo>
                  <a:lnTo>
                    <a:pt x="2874847" y="136627"/>
                  </a:lnTo>
                  <a:lnTo>
                    <a:pt x="2935470" y="126645"/>
                  </a:lnTo>
                  <a:lnTo>
                    <a:pt x="3001449" y="117746"/>
                  </a:lnTo>
                  <a:lnTo>
                    <a:pt x="3073454" y="109793"/>
                  </a:lnTo>
                  <a:lnTo>
                    <a:pt x="3151802" y="102678"/>
                  </a:lnTo>
                  <a:lnTo>
                    <a:pt x="3236238" y="96326"/>
                  </a:lnTo>
                  <a:lnTo>
                    <a:pt x="3325707" y="90695"/>
                  </a:lnTo>
                  <a:lnTo>
                    <a:pt x="3418135" y="85775"/>
                  </a:lnTo>
                  <a:lnTo>
                    <a:pt x="3510336" y="81574"/>
                  </a:lnTo>
                  <a:lnTo>
                    <a:pt x="3598159" y="78111"/>
                  </a:lnTo>
                  <a:lnTo>
                    <a:pt x="3676993" y="75392"/>
                  </a:lnTo>
                  <a:lnTo>
                    <a:pt x="3742590" y="73397"/>
                  </a:lnTo>
                  <a:lnTo>
                    <a:pt x="3792035" y="72061"/>
                  </a:lnTo>
                  <a:lnTo>
                    <a:pt x="3824526" y="71276"/>
                  </a:lnTo>
                  <a:lnTo>
                    <a:pt x="3841723" y="70903"/>
                  </a:lnTo>
                  <a:lnTo>
                    <a:pt x="3847609" y="70788"/>
                  </a:lnTo>
                  <a:lnTo>
                    <a:pt x="3848118" y="70778"/>
                  </a:lnTo>
                  <a:lnTo>
                    <a:pt x="4386855" y="70778"/>
                  </a:lnTo>
                  <a:lnTo>
                    <a:pt x="4388158" y="70776"/>
                  </a:lnTo>
                  <a:lnTo>
                    <a:pt x="4396656" y="70761"/>
                  </a:lnTo>
                  <a:lnTo>
                    <a:pt x="4417841" y="70718"/>
                  </a:lnTo>
                  <a:lnTo>
                    <a:pt x="4455109" y="70633"/>
                  </a:lnTo>
                  <a:lnTo>
                    <a:pt x="4509433" y="70495"/>
                  </a:lnTo>
                  <a:lnTo>
                    <a:pt x="4579349" y="70295"/>
                  </a:lnTo>
                  <a:lnTo>
                    <a:pt x="4661442" y="70028"/>
                  </a:lnTo>
                  <a:lnTo>
                    <a:pt x="4751228" y="69693"/>
                  </a:lnTo>
                  <a:lnTo>
                    <a:pt x="4844123" y="69290"/>
                  </a:lnTo>
                  <a:lnTo>
                    <a:pt x="4936193" y="68823"/>
                  </a:lnTo>
                  <a:lnTo>
                    <a:pt x="5024556" y="68290"/>
                  </a:lnTo>
                  <a:lnTo>
                    <a:pt x="5107445" y="67691"/>
                  </a:lnTo>
                  <a:lnTo>
                    <a:pt x="5184064" y="67020"/>
                  </a:lnTo>
                  <a:lnTo>
                    <a:pt x="5254356" y="66270"/>
                  </a:lnTo>
                  <a:lnTo>
                    <a:pt x="5318766" y="65431"/>
                  </a:lnTo>
                  <a:lnTo>
                    <a:pt x="5378050" y="64487"/>
                  </a:lnTo>
                  <a:lnTo>
                    <a:pt x="5433123" y="63425"/>
                  </a:lnTo>
                  <a:lnTo>
                    <a:pt x="5484953" y="62230"/>
                  </a:lnTo>
                  <a:lnTo>
                    <a:pt x="5534471" y="60888"/>
                  </a:lnTo>
                  <a:lnTo>
                    <a:pt x="5567201" y="59889"/>
                  </a:lnTo>
                  <a:lnTo>
                    <a:pt x="5619969" y="58098"/>
                  </a:lnTo>
                  <a:lnTo>
                    <a:pt x="5672232" y="56112"/>
                  </a:lnTo>
                  <a:lnTo>
                    <a:pt x="5724585" y="53928"/>
                  </a:lnTo>
                  <a:lnTo>
                    <a:pt x="5777417" y="51553"/>
                  </a:lnTo>
                  <a:lnTo>
                    <a:pt x="5830940" y="49000"/>
                  </a:lnTo>
                  <a:lnTo>
                    <a:pt x="5885210" y="46293"/>
                  </a:lnTo>
                  <a:lnTo>
                    <a:pt x="5940151" y="43462"/>
                  </a:lnTo>
                  <a:lnTo>
                    <a:pt x="5995582" y="40549"/>
                  </a:lnTo>
                  <a:lnTo>
                    <a:pt x="6051249" y="37596"/>
                  </a:lnTo>
                  <a:lnTo>
                    <a:pt x="6106865" y="34652"/>
                  </a:lnTo>
                  <a:lnTo>
                    <a:pt x="6162151" y="31762"/>
                  </a:lnTo>
                  <a:lnTo>
                    <a:pt x="6216874" y="28971"/>
                  </a:lnTo>
                  <a:lnTo>
                    <a:pt x="6270886" y="26314"/>
                  </a:lnTo>
                  <a:lnTo>
                    <a:pt x="6324155" y="23821"/>
                  </a:lnTo>
                  <a:lnTo>
                    <a:pt x="6376788" y="21511"/>
                  </a:lnTo>
                  <a:lnTo>
                    <a:pt x="6429056" y="19396"/>
                  </a:lnTo>
                  <a:lnTo>
                    <a:pt x="6481415" y="17479"/>
                  </a:lnTo>
                  <a:lnTo>
                    <a:pt x="6515891" y="16333"/>
                  </a:lnTo>
                  <a:lnTo>
                    <a:pt x="6564310" y="14888"/>
                  </a:lnTo>
                  <a:lnTo>
                    <a:pt x="6614474" y="13594"/>
                  </a:lnTo>
                  <a:lnTo>
                    <a:pt x="6667239" y="12443"/>
                  </a:lnTo>
                  <a:lnTo>
                    <a:pt x="6723558" y="11420"/>
                  </a:lnTo>
                  <a:lnTo>
                    <a:pt x="6784393" y="10512"/>
                  </a:lnTo>
                  <a:lnTo>
                    <a:pt x="6850620" y="9702"/>
                  </a:lnTo>
                  <a:lnTo>
                    <a:pt x="6922913" y="8979"/>
                  </a:lnTo>
                  <a:lnTo>
                    <a:pt x="7001580" y="8332"/>
                  </a:lnTo>
                  <a:lnTo>
                    <a:pt x="7086354" y="7754"/>
                  </a:lnTo>
                  <a:lnTo>
                    <a:pt x="7176151" y="7242"/>
                  </a:lnTo>
                  <a:lnTo>
                    <a:pt x="7268854" y="6796"/>
                  </a:lnTo>
                  <a:lnTo>
                    <a:pt x="7361223" y="6415"/>
                  </a:lnTo>
                  <a:lnTo>
                    <a:pt x="7449054" y="6101"/>
                  </a:lnTo>
                  <a:lnTo>
                    <a:pt x="7527697" y="5856"/>
                  </a:lnTo>
                  <a:lnTo>
                    <a:pt x="7592904" y="5676"/>
                  </a:lnTo>
                  <a:lnTo>
                    <a:pt x="7641804" y="5557"/>
                  </a:lnTo>
                  <a:lnTo>
                    <a:pt x="7673684" y="5487"/>
                  </a:lnTo>
                  <a:lnTo>
                    <a:pt x="7690320" y="5454"/>
                  </a:lnTo>
                  <a:lnTo>
                    <a:pt x="7695821" y="54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2"/>
                  </a:lnTo>
                  <a:lnTo>
                    <a:pt x="7686436" y="17"/>
                  </a:lnTo>
                  <a:lnTo>
                    <a:pt x="7665251" y="60"/>
                  </a:lnTo>
                  <a:lnTo>
                    <a:pt x="7627984" y="145"/>
                  </a:lnTo>
                  <a:lnTo>
                    <a:pt x="7573660" y="283"/>
                  </a:lnTo>
                  <a:lnTo>
                    <a:pt x="7503744" y="483"/>
                  </a:lnTo>
                  <a:lnTo>
                    <a:pt x="7421651" y="750"/>
                  </a:lnTo>
                  <a:lnTo>
                    <a:pt x="7331864" y="1085"/>
                  </a:lnTo>
                  <a:lnTo>
                    <a:pt x="7238970" y="1487"/>
                  </a:lnTo>
                  <a:lnTo>
                    <a:pt x="7146900" y="1955"/>
                  </a:lnTo>
                  <a:lnTo>
                    <a:pt x="7058537" y="2488"/>
                  </a:lnTo>
                  <a:lnTo>
                    <a:pt x="6975648" y="3087"/>
                  </a:lnTo>
                  <a:lnTo>
                    <a:pt x="6899029" y="3757"/>
                  </a:lnTo>
                  <a:lnTo>
                    <a:pt x="6828737" y="4507"/>
                  </a:lnTo>
                  <a:lnTo>
                    <a:pt x="6764326" y="5347"/>
                  </a:lnTo>
                  <a:lnTo>
                    <a:pt x="6705042" y="6291"/>
                  </a:lnTo>
                  <a:lnTo>
                    <a:pt x="6649969" y="7353"/>
                  </a:lnTo>
                  <a:lnTo>
                    <a:pt x="6598140" y="8548"/>
                  </a:lnTo>
                  <a:lnTo>
                    <a:pt x="6548621" y="9890"/>
                  </a:lnTo>
                  <a:lnTo>
                    <a:pt x="6515891" y="10889"/>
                  </a:lnTo>
                  <a:lnTo>
                    <a:pt x="6463124" y="12680"/>
                  </a:lnTo>
                  <a:lnTo>
                    <a:pt x="6410861" y="14666"/>
                  </a:lnTo>
                  <a:lnTo>
                    <a:pt x="6358508" y="16850"/>
                  </a:lnTo>
                  <a:lnTo>
                    <a:pt x="6305675" y="19225"/>
                  </a:lnTo>
                  <a:lnTo>
                    <a:pt x="6252152" y="21778"/>
                  </a:lnTo>
                  <a:lnTo>
                    <a:pt x="6197882" y="24485"/>
                  </a:lnTo>
                  <a:lnTo>
                    <a:pt x="6142941" y="27316"/>
                  </a:lnTo>
                  <a:lnTo>
                    <a:pt x="6087511" y="30229"/>
                  </a:lnTo>
                  <a:lnTo>
                    <a:pt x="6031843" y="33182"/>
                  </a:lnTo>
                  <a:lnTo>
                    <a:pt x="5976227" y="36126"/>
                  </a:lnTo>
                  <a:lnTo>
                    <a:pt x="5920941" y="39016"/>
                  </a:lnTo>
                  <a:lnTo>
                    <a:pt x="5866218" y="41807"/>
                  </a:lnTo>
                  <a:lnTo>
                    <a:pt x="5812206" y="44464"/>
                  </a:lnTo>
                  <a:lnTo>
                    <a:pt x="5758938" y="46957"/>
                  </a:lnTo>
                  <a:lnTo>
                    <a:pt x="5706305" y="49267"/>
                  </a:lnTo>
                  <a:lnTo>
                    <a:pt x="5654037" y="51382"/>
                  </a:lnTo>
                  <a:lnTo>
                    <a:pt x="5601677" y="53299"/>
                  </a:lnTo>
                  <a:lnTo>
                    <a:pt x="5567201" y="54445"/>
                  </a:lnTo>
                  <a:lnTo>
                    <a:pt x="5518783" y="55890"/>
                  </a:lnTo>
                  <a:lnTo>
                    <a:pt x="5468619" y="57184"/>
                  </a:lnTo>
                  <a:lnTo>
                    <a:pt x="5415853" y="58335"/>
                  </a:lnTo>
                  <a:lnTo>
                    <a:pt x="5359534" y="59357"/>
                  </a:lnTo>
                  <a:lnTo>
                    <a:pt x="5298700" y="60266"/>
                  </a:lnTo>
                  <a:lnTo>
                    <a:pt x="5232473" y="61076"/>
                  </a:lnTo>
                  <a:lnTo>
                    <a:pt x="5160180" y="61799"/>
                  </a:lnTo>
                  <a:lnTo>
                    <a:pt x="5081513" y="62446"/>
                  </a:lnTo>
                  <a:lnTo>
                    <a:pt x="4996738" y="63024"/>
                  </a:lnTo>
                  <a:lnTo>
                    <a:pt x="4906941" y="63535"/>
                  </a:lnTo>
                  <a:lnTo>
                    <a:pt x="4814238" y="63982"/>
                  </a:lnTo>
                  <a:lnTo>
                    <a:pt x="4721870" y="64363"/>
                  </a:lnTo>
                  <a:lnTo>
                    <a:pt x="4634039" y="64677"/>
                  </a:lnTo>
                  <a:lnTo>
                    <a:pt x="4555395" y="64922"/>
                  </a:lnTo>
                  <a:lnTo>
                    <a:pt x="4490188" y="65102"/>
                  </a:lnTo>
                  <a:lnTo>
                    <a:pt x="4441289" y="65221"/>
                  </a:lnTo>
                  <a:lnTo>
                    <a:pt x="4409409" y="65291"/>
                  </a:lnTo>
                  <a:lnTo>
                    <a:pt x="4392772" y="65323"/>
                  </a:lnTo>
                  <a:lnTo>
                    <a:pt x="4387271" y="65333"/>
                  </a:lnTo>
                  <a:lnTo>
                    <a:pt x="4386855" y="65334"/>
                  </a:lnTo>
                  <a:lnTo>
                    <a:pt x="3848118" y="65334"/>
                  </a:lnTo>
                  <a:lnTo>
                    <a:pt x="3846825" y="65358"/>
                  </a:lnTo>
                  <a:lnTo>
                    <a:pt x="3838388" y="65528"/>
                  </a:lnTo>
                  <a:lnTo>
                    <a:pt x="3817352" y="65997"/>
                  </a:lnTo>
                  <a:lnTo>
                    <a:pt x="3780329" y="66919"/>
                  </a:lnTo>
                  <a:lnTo>
                    <a:pt x="3726333" y="68424"/>
                  </a:lnTo>
                  <a:lnTo>
                    <a:pt x="3656791" y="70611"/>
                  </a:lnTo>
                  <a:lnTo>
                    <a:pt x="3575070" y="73530"/>
                  </a:lnTo>
                  <a:lnTo>
                    <a:pt x="3485613" y="77195"/>
                  </a:lnTo>
                  <a:lnTo>
                    <a:pt x="3392976" y="81592"/>
                  </a:lnTo>
                  <a:lnTo>
                    <a:pt x="3301080" y="86705"/>
                  </a:lnTo>
                  <a:lnTo>
                    <a:pt x="3212815" y="92529"/>
                  </a:lnTo>
                  <a:lnTo>
                    <a:pt x="3129961" y="99082"/>
                  </a:lnTo>
                  <a:lnTo>
                    <a:pt x="3053334" y="106415"/>
                  </a:lnTo>
                  <a:lnTo>
                    <a:pt x="2983010" y="114612"/>
                  </a:lnTo>
                  <a:lnTo>
                    <a:pt x="2918559" y="123790"/>
                  </a:lnTo>
                  <a:lnTo>
                    <a:pt x="2859241" y="134092"/>
                  </a:lnTo>
                  <a:lnTo>
                    <a:pt x="2804151" y="145684"/>
                  </a:lnTo>
                  <a:lnTo>
                    <a:pt x="2752330" y="158733"/>
                  </a:lnTo>
                  <a:lnTo>
                    <a:pt x="2702849" y="173381"/>
                  </a:lnTo>
                  <a:lnTo>
                    <a:pt x="2667772" y="185114"/>
                  </a:lnTo>
                  <a:lnTo>
                    <a:pt x="2617873" y="203686"/>
                  </a:lnTo>
                  <a:lnTo>
                    <a:pt x="2568457" y="224171"/>
                  </a:lnTo>
                  <a:lnTo>
                    <a:pt x="2519007" y="246596"/>
                  </a:lnTo>
                  <a:lnTo>
                    <a:pt x="2469173" y="270921"/>
                  </a:lnTo>
                  <a:lnTo>
                    <a:pt x="2418750" y="297032"/>
                  </a:lnTo>
                  <a:lnTo>
                    <a:pt x="2367660" y="324734"/>
                  </a:lnTo>
                  <a:lnTo>
                    <a:pt x="2315935" y="353754"/>
                  </a:lnTo>
                  <a:lnTo>
                    <a:pt x="2263700" y="383750"/>
                  </a:lnTo>
                  <a:lnTo>
                    <a:pt x="2211149" y="414325"/>
                  </a:lnTo>
                  <a:lnTo>
                    <a:pt x="2158515" y="445049"/>
                  </a:lnTo>
                  <a:lnTo>
                    <a:pt x="2106043" y="475481"/>
                  </a:lnTo>
                  <a:lnTo>
                    <a:pt x="2053956" y="505199"/>
                  </a:lnTo>
                  <a:lnTo>
                    <a:pt x="2002429" y="533823"/>
                  </a:lnTo>
                  <a:lnTo>
                    <a:pt x="1951558" y="561031"/>
                  </a:lnTo>
                  <a:lnTo>
                    <a:pt x="1901342" y="586576"/>
                  </a:lnTo>
                  <a:lnTo>
                    <a:pt x="1851663" y="610290"/>
                  </a:lnTo>
                  <a:lnTo>
                    <a:pt x="1802270" y="632082"/>
                  </a:lnTo>
                  <a:lnTo>
                    <a:pt x="1752762" y="651936"/>
                  </a:lnTo>
                  <a:lnTo>
                    <a:pt x="1719082" y="664233"/>
                  </a:lnTo>
                  <a:lnTo>
                    <a:pt x="1670788" y="680096"/>
                  </a:lnTo>
                  <a:lnTo>
                    <a:pt x="1620760" y="694300"/>
                  </a:lnTo>
                  <a:lnTo>
                    <a:pt x="1568148" y="706938"/>
                  </a:lnTo>
                  <a:lnTo>
                    <a:pt x="1512008" y="718164"/>
                  </a:lnTo>
                  <a:lnTo>
                    <a:pt x="1451384" y="728146"/>
                  </a:lnTo>
                  <a:lnTo>
                    <a:pt x="1385406" y="737045"/>
                  </a:lnTo>
                  <a:lnTo>
                    <a:pt x="1313400" y="744998"/>
                  </a:lnTo>
                  <a:lnTo>
                    <a:pt x="1235053" y="752113"/>
                  </a:lnTo>
                  <a:lnTo>
                    <a:pt x="1150617" y="758465"/>
                  </a:lnTo>
                  <a:lnTo>
                    <a:pt x="1061148" y="764096"/>
                  </a:lnTo>
                  <a:lnTo>
                    <a:pt x="968719" y="769016"/>
                  </a:lnTo>
                  <a:lnTo>
                    <a:pt x="876519" y="773217"/>
                  </a:lnTo>
                  <a:lnTo>
                    <a:pt x="788696" y="776680"/>
                  </a:lnTo>
                  <a:lnTo>
                    <a:pt x="709862" y="779398"/>
                  </a:lnTo>
                  <a:lnTo>
                    <a:pt x="644264" y="781394"/>
                  </a:lnTo>
                  <a:lnTo>
                    <a:pt x="594820" y="782730"/>
                  </a:lnTo>
                  <a:lnTo>
                    <a:pt x="562328" y="783515"/>
                  </a:lnTo>
                  <a:lnTo>
                    <a:pt x="545131" y="783888"/>
                  </a:lnTo>
                  <a:lnTo>
                    <a:pt x="539246" y="784003"/>
                  </a:lnTo>
                  <a:lnTo>
                    <a:pt x="538736" y="784012"/>
                  </a:lnTo>
                  <a:lnTo>
                    <a:pt x="0" y="784012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54" name="pl1854"/>
            <p:cNvSpPr/>
            <p:nvPr/>
          </p:nvSpPr>
          <p:spPr>
            <a:xfrm>
              <a:off x="546595" y="4795746"/>
              <a:ext cx="8234974" cy="784012"/>
            </a:xfrm>
            <a:custGeom>
              <a:avLst/>
              <a:pathLst>
                <a:path w="8234974" h="784012">
                  <a:moveTo>
                    <a:pt x="0" y="784012"/>
                  </a:moveTo>
                  <a:lnTo>
                    <a:pt x="538736" y="784012"/>
                  </a:lnTo>
                  <a:lnTo>
                    <a:pt x="540029" y="783989"/>
                  </a:lnTo>
                  <a:lnTo>
                    <a:pt x="548466" y="783819"/>
                  </a:lnTo>
                  <a:lnTo>
                    <a:pt x="569503" y="783349"/>
                  </a:lnTo>
                  <a:lnTo>
                    <a:pt x="606525" y="782428"/>
                  </a:lnTo>
                  <a:lnTo>
                    <a:pt x="660522" y="780922"/>
                  </a:lnTo>
                  <a:lnTo>
                    <a:pt x="730064" y="778735"/>
                  </a:lnTo>
                  <a:lnTo>
                    <a:pt x="811784" y="775816"/>
                  </a:lnTo>
                  <a:lnTo>
                    <a:pt x="901241" y="772152"/>
                  </a:lnTo>
                  <a:lnTo>
                    <a:pt x="993879" y="767754"/>
                  </a:lnTo>
                  <a:lnTo>
                    <a:pt x="1085774" y="762641"/>
                  </a:lnTo>
                  <a:lnTo>
                    <a:pt x="1174040" y="756817"/>
                  </a:lnTo>
                  <a:lnTo>
                    <a:pt x="1256893" y="750264"/>
                  </a:lnTo>
                  <a:lnTo>
                    <a:pt x="1333520" y="742931"/>
                  </a:lnTo>
                  <a:lnTo>
                    <a:pt x="1403845" y="734734"/>
                  </a:lnTo>
                  <a:lnTo>
                    <a:pt x="1468296" y="725557"/>
                  </a:lnTo>
                  <a:lnTo>
                    <a:pt x="1527614" y="715254"/>
                  </a:lnTo>
                  <a:lnTo>
                    <a:pt x="1582703" y="703662"/>
                  </a:lnTo>
                  <a:lnTo>
                    <a:pt x="1634524" y="690613"/>
                  </a:lnTo>
                  <a:lnTo>
                    <a:pt x="1684006" y="675965"/>
                  </a:lnTo>
                  <a:lnTo>
                    <a:pt x="1719082" y="664233"/>
                  </a:lnTo>
                  <a:lnTo>
                    <a:pt x="1768982" y="645660"/>
                  </a:lnTo>
                  <a:lnTo>
                    <a:pt x="1818398" y="625175"/>
                  </a:lnTo>
                  <a:lnTo>
                    <a:pt x="1867848" y="602750"/>
                  </a:lnTo>
                  <a:lnTo>
                    <a:pt x="1917681" y="578425"/>
                  </a:lnTo>
                  <a:lnTo>
                    <a:pt x="1968104" y="552314"/>
                  </a:lnTo>
                  <a:lnTo>
                    <a:pt x="2019195" y="524613"/>
                  </a:lnTo>
                  <a:lnTo>
                    <a:pt x="2070920" y="495592"/>
                  </a:lnTo>
                  <a:lnTo>
                    <a:pt x="2123154" y="465596"/>
                  </a:lnTo>
                  <a:lnTo>
                    <a:pt x="2175706" y="435021"/>
                  </a:lnTo>
                  <a:lnTo>
                    <a:pt x="2228340" y="404298"/>
                  </a:lnTo>
                  <a:lnTo>
                    <a:pt x="2280812" y="373866"/>
                  </a:lnTo>
                  <a:lnTo>
                    <a:pt x="2332898" y="344147"/>
                  </a:lnTo>
                  <a:lnTo>
                    <a:pt x="2384426" y="315523"/>
                  </a:lnTo>
                  <a:lnTo>
                    <a:pt x="2435297" y="288315"/>
                  </a:lnTo>
                  <a:lnTo>
                    <a:pt x="2485513" y="262770"/>
                  </a:lnTo>
                  <a:lnTo>
                    <a:pt x="2535192" y="239057"/>
                  </a:lnTo>
                  <a:lnTo>
                    <a:pt x="2584584" y="217265"/>
                  </a:lnTo>
                  <a:lnTo>
                    <a:pt x="2634092" y="197411"/>
                  </a:lnTo>
                  <a:lnTo>
                    <a:pt x="2667772" y="185114"/>
                  </a:lnTo>
                  <a:lnTo>
                    <a:pt x="2716066" y="169251"/>
                  </a:lnTo>
                  <a:lnTo>
                    <a:pt x="2766095" y="155047"/>
                  </a:lnTo>
                  <a:lnTo>
                    <a:pt x="2818706" y="142408"/>
                  </a:lnTo>
                  <a:lnTo>
                    <a:pt x="2874847" y="131182"/>
                  </a:lnTo>
                  <a:lnTo>
                    <a:pt x="2935470" y="121200"/>
                  </a:lnTo>
                  <a:lnTo>
                    <a:pt x="3001449" y="112301"/>
                  </a:lnTo>
                  <a:lnTo>
                    <a:pt x="3073454" y="104348"/>
                  </a:lnTo>
                  <a:lnTo>
                    <a:pt x="3151802" y="97233"/>
                  </a:lnTo>
                  <a:lnTo>
                    <a:pt x="3236238" y="90881"/>
                  </a:lnTo>
                  <a:lnTo>
                    <a:pt x="3325707" y="85251"/>
                  </a:lnTo>
                  <a:lnTo>
                    <a:pt x="3418135" y="80330"/>
                  </a:lnTo>
                  <a:lnTo>
                    <a:pt x="3510336" y="76129"/>
                  </a:lnTo>
                  <a:lnTo>
                    <a:pt x="3598159" y="72666"/>
                  </a:lnTo>
                  <a:lnTo>
                    <a:pt x="3676993" y="69948"/>
                  </a:lnTo>
                  <a:lnTo>
                    <a:pt x="3742590" y="67953"/>
                  </a:lnTo>
                  <a:lnTo>
                    <a:pt x="3792035" y="66616"/>
                  </a:lnTo>
                  <a:lnTo>
                    <a:pt x="3824526" y="65832"/>
                  </a:lnTo>
                  <a:lnTo>
                    <a:pt x="3841723" y="65458"/>
                  </a:lnTo>
                  <a:lnTo>
                    <a:pt x="3847609" y="65343"/>
                  </a:lnTo>
                  <a:lnTo>
                    <a:pt x="3848118" y="65334"/>
                  </a:lnTo>
                  <a:lnTo>
                    <a:pt x="4386855" y="65334"/>
                  </a:lnTo>
                  <a:lnTo>
                    <a:pt x="4388158" y="65332"/>
                  </a:lnTo>
                  <a:lnTo>
                    <a:pt x="4396656" y="65316"/>
                  </a:lnTo>
                  <a:lnTo>
                    <a:pt x="4417841" y="65273"/>
                  </a:lnTo>
                  <a:lnTo>
                    <a:pt x="4455109" y="65189"/>
                  </a:lnTo>
                  <a:lnTo>
                    <a:pt x="4509433" y="65051"/>
                  </a:lnTo>
                  <a:lnTo>
                    <a:pt x="4579349" y="64851"/>
                  </a:lnTo>
                  <a:lnTo>
                    <a:pt x="4661442" y="64583"/>
                  </a:lnTo>
                  <a:lnTo>
                    <a:pt x="4751228" y="64248"/>
                  </a:lnTo>
                  <a:lnTo>
                    <a:pt x="4844123" y="63846"/>
                  </a:lnTo>
                  <a:lnTo>
                    <a:pt x="4936193" y="63378"/>
                  </a:lnTo>
                  <a:lnTo>
                    <a:pt x="5024556" y="62846"/>
                  </a:lnTo>
                  <a:lnTo>
                    <a:pt x="5107445" y="62247"/>
                  </a:lnTo>
                  <a:lnTo>
                    <a:pt x="5184064" y="61576"/>
                  </a:lnTo>
                  <a:lnTo>
                    <a:pt x="5254356" y="60826"/>
                  </a:lnTo>
                  <a:lnTo>
                    <a:pt x="5318766" y="59986"/>
                  </a:lnTo>
                  <a:lnTo>
                    <a:pt x="5378050" y="59043"/>
                  </a:lnTo>
                  <a:lnTo>
                    <a:pt x="5433123" y="57981"/>
                  </a:lnTo>
                  <a:lnTo>
                    <a:pt x="5484953" y="56785"/>
                  </a:lnTo>
                  <a:lnTo>
                    <a:pt x="5534471" y="55443"/>
                  </a:lnTo>
                  <a:lnTo>
                    <a:pt x="5567201" y="54445"/>
                  </a:lnTo>
                  <a:lnTo>
                    <a:pt x="5619969" y="52653"/>
                  </a:lnTo>
                  <a:lnTo>
                    <a:pt x="5672232" y="50667"/>
                  </a:lnTo>
                  <a:lnTo>
                    <a:pt x="5724585" y="48484"/>
                  </a:lnTo>
                  <a:lnTo>
                    <a:pt x="5777417" y="46108"/>
                  </a:lnTo>
                  <a:lnTo>
                    <a:pt x="5830940" y="43556"/>
                  </a:lnTo>
                  <a:lnTo>
                    <a:pt x="5885210" y="40848"/>
                  </a:lnTo>
                  <a:lnTo>
                    <a:pt x="5940151" y="38018"/>
                  </a:lnTo>
                  <a:lnTo>
                    <a:pt x="5995582" y="35104"/>
                  </a:lnTo>
                  <a:lnTo>
                    <a:pt x="6051249" y="32152"/>
                  </a:lnTo>
                  <a:lnTo>
                    <a:pt x="6106865" y="29207"/>
                  </a:lnTo>
                  <a:lnTo>
                    <a:pt x="6162151" y="26318"/>
                  </a:lnTo>
                  <a:lnTo>
                    <a:pt x="6216874" y="23526"/>
                  </a:lnTo>
                  <a:lnTo>
                    <a:pt x="6270886" y="20869"/>
                  </a:lnTo>
                  <a:lnTo>
                    <a:pt x="6324155" y="18376"/>
                  </a:lnTo>
                  <a:lnTo>
                    <a:pt x="6376788" y="16067"/>
                  </a:lnTo>
                  <a:lnTo>
                    <a:pt x="6429056" y="13952"/>
                  </a:lnTo>
                  <a:lnTo>
                    <a:pt x="6481415" y="12034"/>
                  </a:lnTo>
                  <a:lnTo>
                    <a:pt x="6515891" y="10889"/>
                  </a:lnTo>
                  <a:lnTo>
                    <a:pt x="6564310" y="9443"/>
                  </a:lnTo>
                  <a:lnTo>
                    <a:pt x="6614474" y="8149"/>
                  </a:lnTo>
                  <a:lnTo>
                    <a:pt x="6667239" y="6998"/>
                  </a:lnTo>
                  <a:lnTo>
                    <a:pt x="6723558" y="5976"/>
                  </a:lnTo>
                  <a:lnTo>
                    <a:pt x="6784393" y="5067"/>
                  </a:lnTo>
                  <a:lnTo>
                    <a:pt x="6850620" y="4258"/>
                  </a:lnTo>
                  <a:lnTo>
                    <a:pt x="6922913" y="3534"/>
                  </a:lnTo>
                  <a:lnTo>
                    <a:pt x="7001580" y="2887"/>
                  </a:lnTo>
                  <a:lnTo>
                    <a:pt x="7086354" y="2310"/>
                  </a:lnTo>
                  <a:lnTo>
                    <a:pt x="7176151" y="1798"/>
                  </a:lnTo>
                  <a:lnTo>
                    <a:pt x="7268854" y="1351"/>
                  </a:lnTo>
                  <a:lnTo>
                    <a:pt x="7361223" y="970"/>
                  </a:lnTo>
                  <a:lnTo>
                    <a:pt x="7449054" y="657"/>
                  </a:lnTo>
                  <a:lnTo>
                    <a:pt x="7527697" y="411"/>
                  </a:lnTo>
                  <a:lnTo>
                    <a:pt x="7592904" y="232"/>
                  </a:lnTo>
                  <a:lnTo>
                    <a:pt x="7641804" y="112"/>
                  </a:lnTo>
                  <a:lnTo>
                    <a:pt x="7673684" y="43"/>
                  </a:lnTo>
                  <a:lnTo>
                    <a:pt x="7690320" y="10"/>
                  </a:lnTo>
                  <a:lnTo>
                    <a:pt x="7695821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5" name="pl1855"/>
            <p:cNvSpPr/>
            <p:nvPr/>
          </p:nvSpPr>
          <p:spPr>
            <a:xfrm>
              <a:off x="546595" y="4790301"/>
              <a:ext cx="8234974" cy="784012"/>
            </a:xfrm>
            <a:custGeom>
              <a:avLst/>
              <a:pathLst>
                <a:path w="8234974" h="784012">
                  <a:moveTo>
                    <a:pt x="8234974" y="0"/>
                  </a:moveTo>
                  <a:lnTo>
                    <a:pt x="7696237" y="0"/>
                  </a:lnTo>
                  <a:lnTo>
                    <a:pt x="7694935" y="2"/>
                  </a:lnTo>
                  <a:lnTo>
                    <a:pt x="7686436" y="17"/>
                  </a:lnTo>
                  <a:lnTo>
                    <a:pt x="7665251" y="60"/>
                  </a:lnTo>
                  <a:lnTo>
                    <a:pt x="7627984" y="145"/>
                  </a:lnTo>
                  <a:lnTo>
                    <a:pt x="7573660" y="283"/>
                  </a:lnTo>
                  <a:lnTo>
                    <a:pt x="7503744" y="483"/>
                  </a:lnTo>
                  <a:lnTo>
                    <a:pt x="7421651" y="750"/>
                  </a:lnTo>
                  <a:lnTo>
                    <a:pt x="7331864" y="1085"/>
                  </a:lnTo>
                  <a:lnTo>
                    <a:pt x="7238970" y="1487"/>
                  </a:lnTo>
                  <a:lnTo>
                    <a:pt x="7146900" y="1955"/>
                  </a:lnTo>
                  <a:lnTo>
                    <a:pt x="7058537" y="2488"/>
                  </a:lnTo>
                  <a:lnTo>
                    <a:pt x="6975648" y="3087"/>
                  </a:lnTo>
                  <a:lnTo>
                    <a:pt x="6899029" y="3757"/>
                  </a:lnTo>
                  <a:lnTo>
                    <a:pt x="6828737" y="4507"/>
                  </a:lnTo>
                  <a:lnTo>
                    <a:pt x="6764326" y="5347"/>
                  </a:lnTo>
                  <a:lnTo>
                    <a:pt x="6705042" y="6291"/>
                  </a:lnTo>
                  <a:lnTo>
                    <a:pt x="6649969" y="7353"/>
                  </a:lnTo>
                  <a:lnTo>
                    <a:pt x="6598140" y="8548"/>
                  </a:lnTo>
                  <a:lnTo>
                    <a:pt x="6548621" y="9890"/>
                  </a:lnTo>
                  <a:lnTo>
                    <a:pt x="6515891" y="10889"/>
                  </a:lnTo>
                  <a:lnTo>
                    <a:pt x="6463124" y="12680"/>
                  </a:lnTo>
                  <a:lnTo>
                    <a:pt x="6410861" y="14666"/>
                  </a:lnTo>
                  <a:lnTo>
                    <a:pt x="6358508" y="16850"/>
                  </a:lnTo>
                  <a:lnTo>
                    <a:pt x="6305675" y="19225"/>
                  </a:lnTo>
                  <a:lnTo>
                    <a:pt x="6252152" y="21778"/>
                  </a:lnTo>
                  <a:lnTo>
                    <a:pt x="6197882" y="24485"/>
                  </a:lnTo>
                  <a:lnTo>
                    <a:pt x="6142941" y="27316"/>
                  </a:lnTo>
                  <a:lnTo>
                    <a:pt x="6087511" y="30229"/>
                  </a:lnTo>
                  <a:lnTo>
                    <a:pt x="6031843" y="33182"/>
                  </a:lnTo>
                  <a:lnTo>
                    <a:pt x="5976227" y="36126"/>
                  </a:lnTo>
                  <a:lnTo>
                    <a:pt x="5920941" y="39016"/>
                  </a:lnTo>
                  <a:lnTo>
                    <a:pt x="5866218" y="41807"/>
                  </a:lnTo>
                  <a:lnTo>
                    <a:pt x="5812206" y="44464"/>
                  </a:lnTo>
                  <a:lnTo>
                    <a:pt x="5758938" y="46957"/>
                  </a:lnTo>
                  <a:lnTo>
                    <a:pt x="5706305" y="49267"/>
                  </a:lnTo>
                  <a:lnTo>
                    <a:pt x="5654037" y="51382"/>
                  </a:lnTo>
                  <a:lnTo>
                    <a:pt x="5601677" y="53299"/>
                  </a:lnTo>
                  <a:lnTo>
                    <a:pt x="5567201" y="54445"/>
                  </a:lnTo>
                  <a:lnTo>
                    <a:pt x="5518783" y="55890"/>
                  </a:lnTo>
                  <a:lnTo>
                    <a:pt x="5468619" y="57184"/>
                  </a:lnTo>
                  <a:lnTo>
                    <a:pt x="5415853" y="58335"/>
                  </a:lnTo>
                  <a:lnTo>
                    <a:pt x="5359534" y="59357"/>
                  </a:lnTo>
                  <a:lnTo>
                    <a:pt x="5298700" y="60266"/>
                  </a:lnTo>
                  <a:lnTo>
                    <a:pt x="5232473" y="61076"/>
                  </a:lnTo>
                  <a:lnTo>
                    <a:pt x="5160180" y="61799"/>
                  </a:lnTo>
                  <a:lnTo>
                    <a:pt x="5081513" y="62446"/>
                  </a:lnTo>
                  <a:lnTo>
                    <a:pt x="4996738" y="63024"/>
                  </a:lnTo>
                  <a:lnTo>
                    <a:pt x="4906941" y="63535"/>
                  </a:lnTo>
                  <a:lnTo>
                    <a:pt x="4814238" y="63982"/>
                  </a:lnTo>
                  <a:lnTo>
                    <a:pt x="4721870" y="64363"/>
                  </a:lnTo>
                  <a:lnTo>
                    <a:pt x="4634039" y="64677"/>
                  </a:lnTo>
                  <a:lnTo>
                    <a:pt x="4555395" y="64922"/>
                  </a:lnTo>
                  <a:lnTo>
                    <a:pt x="4490188" y="65102"/>
                  </a:lnTo>
                  <a:lnTo>
                    <a:pt x="4441289" y="65221"/>
                  </a:lnTo>
                  <a:lnTo>
                    <a:pt x="4409409" y="65291"/>
                  </a:lnTo>
                  <a:lnTo>
                    <a:pt x="4392772" y="65323"/>
                  </a:lnTo>
                  <a:lnTo>
                    <a:pt x="4387271" y="65333"/>
                  </a:lnTo>
                  <a:lnTo>
                    <a:pt x="4386855" y="65334"/>
                  </a:lnTo>
                  <a:lnTo>
                    <a:pt x="3848118" y="65334"/>
                  </a:lnTo>
                  <a:lnTo>
                    <a:pt x="3846825" y="65358"/>
                  </a:lnTo>
                  <a:lnTo>
                    <a:pt x="3838388" y="65528"/>
                  </a:lnTo>
                  <a:lnTo>
                    <a:pt x="3817352" y="65997"/>
                  </a:lnTo>
                  <a:lnTo>
                    <a:pt x="3780329" y="66919"/>
                  </a:lnTo>
                  <a:lnTo>
                    <a:pt x="3726333" y="68424"/>
                  </a:lnTo>
                  <a:lnTo>
                    <a:pt x="3656791" y="70611"/>
                  </a:lnTo>
                  <a:lnTo>
                    <a:pt x="3575070" y="73530"/>
                  </a:lnTo>
                  <a:lnTo>
                    <a:pt x="3485613" y="77195"/>
                  </a:lnTo>
                  <a:lnTo>
                    <a:pt x="3392976" y="81592"/>
                  </a:lnTo>
                  <a:lnTo>
                    <a:pt x="3301080" y="86705"/>
                  </a:lnTo>
                  <a:lnTo>
                    <a:pt x="3212815" y="92529"/>
                  </a:lnTo>
                  <a:lnTo>
                    <a:pt x="3129961" y="99082"/>
                  </a:lnTo>
                  <a:lnTo>
                    <a:pt x="3053334" y="106415"/>
                  </a:lnTo>
                  <a:lnTo>
                    <a:pt x="2983010" y="114612"/>
                  </a:lnTo>
                  <a:lnTo>
                    <a:pt x="2918559" y="123790"/>
                  </a:lnTo>
                  <a:lnTo>
                    <a:pt x="2859241" y="134092"/>
                  </a:lnTo>
                  <a:lnTo>
                    <a:pt x="2804151" y="145684"/>
                  </a:lnTo>
                  <a:lnTo>
                    <a:pt x="2752330" y="158733"/>
                  </a:lnTo>
                  <a:lnTo>
                    <a:pt x="2702849" y="173381"/>
                  </a:lnTo>
                  <a:lnTo>
                    <a:pt x="2667772" y="185114"/>
                  </a:lnTo>
                  <a:lnTo>
                    <a:pt x="2617873" y="203686"/>
                  </a:lnTo>
                  <a:lnTo>
                    <a:pt x="2568457" y="224171"/>
                  </a:lnTo>
                  <a:lnTo>
                    <a:pt x="2519007" y="246596"/>
                  </a:lnTo>
                  <a:lnTo>
                    <a:pt x="2469173" y="270921"/>
                  </a:lnTo>
                  <a:lnTo>
                    <a:pt x="2418750" y="297032"/>
                  </a:lnTo>
                  <a:lnTo>
                    <a:pt x="2367660" y="324734"/>
                  </a:lnTo>
                  <a:lnTo>
                    <a:pt x="2315935" y="353754"/>
                  </a:lnTo>
                  <a:lnTo>
                    <a:pt x="2263700" y="383750"/>
                  </a:lnTo>
                  <a:lnTo>
                    <a:pt x="2211149" y="414325"/>
                  </a:lnTo>
                  <a:lnTo>
                    <a:pt x="2158515" y="445049"/>
                  </a:lnTo>
                  <a:lnTo>
                    <a:pt x="2106043" y="475481"/>
                  </a:lnTo>
                  <a:lnTo>
                    <a:pt x="2053956" y="505199"/>
                  </a:lnTo>
                  <a:lnTo>
                    <a:pt x="2002429" y="533823"/>
                  </a:lnTo>
                  <a:lnTo>
                    <a:pt x="1951558" y="561031"/>
                  </a:lnTo>
                  <a:lnTo>
                    <a:pt x="1901342" y="586576"/>
                  </a:lnTo>
                  <a:lnTo>
                    <a:pt x="1851663" y="610290"/>
                  </a:lnTo>
                  <a:lnTo>
                    <a:pt x="1802270" y="632082"/>
                  </a:lnTo>
                  <a:lnTo>
                    <a:pt x="1752762" y="651936"/>
                  </a:lnTo>
                  <a:lnTo>
                    <a:pt x="1719082" y="664233"/>
                  </a:lnTo>
                  <a:lnTo>
                    <a:pt x="1670788" y="680096"/>
                  </a:lnTo>
                  <a:lnTo>
                    <a:pt x="1620760" y="694300"/>
                  </a:lnTo>
                  <a:lnTo>
                    <a:pt x="1568148" y="706938"/>
                  </a:lnTo>
                  <a:lnTo>
                    <a:pt x="1512008" y="718164"/>
                  </a:lnTo>
                  <a:lnTo>
                    <a:pt x="1451384" y="728146"/>
                  </a:lnTo>
                  <a:lnTo>
                    <a:pt x="1385406" y="737045"/>
                  </a:lnTo>
                  <a:lnTo>
                    <a:pt x="1313400" y="744998"/>
                  </a:lnTo>
                  <a:lnTo>
                    <a:pt x="1235053" y="752113"/>
                  </a:lnTo>
                  <a:lnTo>
                    <a:pt x="1150617" y="758465"/>
                  </a:lnTo>
                  <a:lnTo>
                    <a:pt x="1061148" y="764096"/>
                  </a:lnTo>
                  <a:lnTo>
                    <a:pt x="968719" y="769016"/>
                  </a:lnTo>
                  <a:lnTo>
                    <a:pt x="876519" y="773217"/>
                  </a:lnTo>
                  <a:lnTo>
                    <a:pt x="788696" y="776680"/>
                  </a:lnTo>
                  <a:lnTo>
                    <a:pt x="709862" y="779398"/>
                  </a:lnTo>
                  <a:lnTo>
                    <a:pt x="644264" y="781394"/>
                  </a:lnTo>
                  <a:lnTo>
                    <a:pt x="594820" y="782730"/>
                  </a:lnTo>
                  <a:lnTo>
                    <a:pt x="562328" y="783515"/>
                  </a:lnTo>
                  <a:lnTo>
                    <a:pt x="545131" y="783888"/>
                  </a:lnTo>
                  <a:lnTo>
                    <a:pt x="539246" y="784003"/>
                  </a:lnTo>
                  <a:lnTo>
                    <a:pt x="538736" y="784012"/>
                  </a:lnTo>
                  <a:lnTo>
                    <a:pt x="0" y="784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6" name="pg1856"/>
            <p:cNvSpPr/>
            <p:nvPr/>
          </p:nvSpPr>
          <p:spPr>
            <a:xfrm>
              <a:off x="546595" y="1752251"/>
              <a:ext cx="8234974" cy="3794840"/>
            </a:xfrm>
            <a:custGeom>
              <a:avLst/>
              <a:pathLst>
                <a:path w="8234974" h="3794840">
                  <a:moveTo>
                    <a:pt x="0" y="3794840"/>
                  </a:moveTo>
                  <a:lnTo>
                    <a:pt x="538736" y="3794840"/>
                  </a:lnTo>
                  <a:lnTo>
                    <a:pt x="539680" y="3794749"/>
                  </a:lnTo>
                  <a:lnTo>
                    <a:pt x="545884" y="3794102"/>
                  </a:lnTo>
                  <a:lnTo>
                    <a:pt x="561518" y="3792313"/>
                  </a:lnTo>
                  <a:lnTo>
                    <a:pt x="589452" y="3788792"/>
                  </a:lnTo>
                  <a:lnTo>
                    <a:pt x="631041" y="3782995"/>
                  </a:lnTo>
                  <a:lnTo>
                    <a:pt x="686025" y="3774482"/>
                  </a:lnTo>
                  <a:lnTo>
                    <a:pt x="752672" y="3762960"/>
                  </a:lnTo>
                  <a:lnTo>
                    <a:pt x="828175" y="3748285"/>
                  </a:lnTo>
                  <a:lnTo>
                    <a:pt x="909217" y="3730441"/>
                  </a:lnTo>
                  <a:lnTo>
                    <a:pt x="992515" y="3709482"/>
                  </a:lnTo>
                  <a:lnTo>
                    <a:pt x="1075241" y="3685477"/>
                  </a:lnTo>
                  <a:lnTo>
                    <a:pt x="1155246" y="3658452"/>
                  </a:lnTo>
                  <a:lnTo>
                    <a:pt x="1231110" y="3628352"/>
                  </a:lnTo>
                  <a:lnTo>
                    <a:pt x="1302071" y="3595017"/>
                  </a:lnTo>
                  <a:lnTo>
                    <a:pt x="1367902" y="3558174"/>
                  </a:lnTo>
                  <a:lnTo>
                    <a:pt x="1428765" y="3517435"/>
                  </a:lnTo>
                  <a:lnTo>
                    <a:pt x="1485085" y="3472304"/>
                  </a:lnTo>
                  <a:lnTo>
                    <a:pt x="1537452" y="3422199"/>
                  </a:lnTo>
                  <a:lnTo>
                    <a:pt x="1586537" y="3366481"/>
                  </a:lnTo>
                  <a:lnTo>
                    <a:pt x="1633040" y="3304510"/>
                  </a:lnTo>
                  <a:lnTo>
                    <a:pt x="1677634" y="3235741"/>
                  </a:lnTo>
                  <a:lnTo>
                    <a:pt x="1719082" y="3163274"/>
                  </a:lnTo>
                  <a:lnTo>
                    <a:pt x="1750488" y="3102978"/>
                  </a:lnTo>
                  <a:lnTo>
                    <a:pt x="1781613" y="3038758"/>
                  </a:lnTo>
                  <a:lnTo>
                    <a:pt x="1812609" y="2970533"/>
                  </a:lnTo>
                  <a:lnTo>
                    <a:pt x="1843602" y="2898272"/>
                  </a:lnTo>
                  <a:lnTo>
                    <a:pt x="1874689" y="2821997"/>
                  </a:lnTo>
                  <a:lnTo>
                    <a:pt x="1905945" y="2741792"/>
                  </a:lnTo>
                  <a:lnTo>
                    <a:pt x="1937421" y="2657800"/>
                  </a:lnTo>
                  <a:lnTo>
                    <a:pt x="1969150" y="2570231"/>
                  </a:lnTo>
                  <a:lnTo>
                    <a:pt x="2001143" y="2479360"/>
                  </a:lnTo>
                  <a:lnTo>
                    <a:pt x="2033398" y="2385526"/>
                  </a:lnTo>
                  <a:lnTo>
                    <a:pt x="2065894" y="2289130"/>
                  </a:lnTo>
                  <a:lnTo>
                    <a:pt x="2098598" y="2190627"/>
                  </a:lnTo>
                  <a:lnTo>
                    <a:pt x="2131466" y="2090519"/>
                  </a:lnTo>
                  <a:lnTo>
                    <a:pt x="2164446" y="1989343"/>
                  </a:lnTo>
                  <a:lnTo>
                    <a:pt x="2197480" y="1887663"/>
                  </a:lnTo>
                  <a:lnTo>
                    <a:pt x="2230506" y="1786053"/>
                  </a:lnTo>
                  <a:lnTo>
                    <a:pt x="2263463" y="1685088"/>
                  </a:lnTo>
                  <a:lnTo>
                    <a:pt x="2296296" y="1585325"/>
                  </a:lnTo>
                  <a:lnTo>
                    <a:pt x="2328953" y="1487294"/>
                  </a:lnTo>
                  <a:lnTo>
                    <a:pt x="2361392" y="1391486"/>
                  </a:lnTo>
                  <a:lnTo>
                    <a:pt x="2393584" y="1298345"/>
                  </a:lnTo>
                  <a:lnTo>
                    <a:pt x="2425512" y="1208255"/>
                  </a:lnTo>
                  <a:lnTo>
                    <a:pt x="2457177" y="1121540"/>
                  </a:lnTo>
                  <a:lnTo>
                    <a:pt x="2488596" y="1038460"/>
                  </a:lnTo>
                  <a:lnTo>
                    <a:pt x="2519804" y="959208"/>
                  </a:lnTo>
                  <a:lnTo>
                    <a:pt x="2550861" y="883913"/>
                  </a:lnTo>
                  <a:lnTo>
                    <a:pt x="2581844" y="812642"/>
                  </a:lnTo>
                  <a:lnTo>
                    <a:pt x="2612860" y="745404"/>
                  </a:lnTo>
                  <a:lnTo>
                    <a:pt x="2644038" y="682155"/>
                  </a:lnTo>
                  <a:lnTo>
                    <a:pt x="2667772" y="637010"/>
                  </a:lnTo>
                  <a:lnTo>
                    <a:pt x="2711100" y="561453"/>
                  </a:lnTo>
                  <a:lnTo>
                    <a:pt x="2755763" y="492984"/>
                  </a:lnTo>
                  <a:lnTo>
                    <a:pt x="2802362" y="431293"/>
                  </a:lnTo>
                  <a:lnTo>
                    <a:pt x="2851573" y="375828"/>
                  </a:lnTo>
                  <a:lnTo>
                    <a:pt x="2904096" y="325950"/>
                  </a:lnTo>
                  <a:lnTo>
                    <a:pt x="2960599" y="281018"/>
                  </a:lnTo>
                  <a:lnTo>
                    <a:pt x="3021668" y="240455"/>
                  </a:lnTo>
                  <a:lnTo>
                    <a:pt x="3087717" y="203770"/>
                  </a:lnTo>
                  <a:lnTo>
                    <a:pt x="3158897" y="170578"/>
                  </a:lnTo>
                  <a:lnTo>
                    <a:pt x="3234957" y="140612"/>
                  </a:lnTo>
                  <a:lnTo>
                    <a:pt x="3315113" y="113717"/>
                  </a:lnTo>
                  <a:lnTo>
                    <a:pt x="3397913" y="89841"/>
                  </a:lnTo>
                  <a:lnTo>
                    <a:pt x="3481177" y="69015"/>
                  </a:lnTo>
                  <a:lnTo>
                    <a:pt x="3562051" y="51305"/>
                  </a:lnTo>
                  <a:lnTo>
                    <a:pt x="3637242" y="36766"/>
                  </a:lnTo>
                  <a:lnTo>
                    <a:pt x="3703440" y="25377"/>
                  </a:lnTo>
                  <a:lnTo>
                    <a:pt x="3757877" y="16988"/>
                  </a:lnTo>
                  <a:lnTo>
                    <a:pt x="3798875" y="11298"/>
                  </a:lnTo>
                  <a:lnTo>
                    <a:pt x="3826243" y="7863"/>
                  </a:lnTo>
                  <a:lnTo>
                    <a:pt x="3841404" y="6135"/>
                  </a:lnTo>
                  <a:lnTo>
                    <a:pt x="3847289" y="552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8" y="5514"/>
                  </a:lnTo>
                  <a:lnTo>
                    <a:pt x="4395997" y="6014"/>
                  </a:lnTo>
                  <a:lnTo>
                    <a:pt x="4415812" y="7397"/>
                  </a:lnTo>
                  <a:lnTo>
                    <a:pt x="4450801" y="10111"/>
                  </a:lnTo>
                  <a:lnTo>
                    <a:pt x="4502064" y="14555"/>
                  </a:lnTo>
                  <a:lnTo>
                    <a:pt x="4568469" y="21023"/>
                  </a:lnTo>
                  <a:lnTo>
                    <a:pt x="4647031" y="29686"/>
                  </a:lnTo>
                  <a:lnTo>
                    <a:pt x="4733670" y="40592"/>
                  </a:lnTo>
                  <a:lnTo>
                    <a:pt x="4824073" y="53715"/>
                  </a:lnTo>
                  <a:lnTo>
                    <a:pt x="4914416" y="69001"/>
                  </a:lnTo>
                  <a:lnTo>
                    <a:pt x="5001782" y="86423"/>
                  </a:lnTo>
                  <a:lnTo>
                    <a:pt x="5084273" y="106019"/>
                  </a:lnTo>
                  <a:lnTo>
                    <a:pt x="5160924" y="127915"/>
                  </a:lnTo>
                  <a:lnTo>
                    <a:pt x="5231500" y="152332"/>
                  </a:lnTo>
                  <a:lnTo>
                    <a:pt x="5296288" y="179584"/>
                  </a:lnTo>
                  <a:lnTo>
                    <a:pt x="5355909" y="210076"/>
                  </a:lnTo>
                  <a:lnTo>
                    <a:pt x="5411173" y="244275"/>
                  </a:lnTo>
                  <a:lnTo>
                    <a:pt x="5462972" y="282679"/>
                  </a:lnTo>
                  <a:lnTo>
                    <a:pt x="5512196" y="325750"/>
                  </a:lnTo>
                  <a:lnTo>
                    <a:pt x="5559657" y="373796"/>
                  </a:lnTo>
                  <a:lnTo>
                    <a:pt x="5567201" y="382024"/>
                  </a:lnTo>
                  <a:lnTo>
                    <a:pt x="5605822" y="426620"/>
                  </a:lnTo>
                  <a:lnTo>
                    <a:pt x="5644073" y="474781"/>
                  </a:lnTo>
                  <a:lnTo>
                    <a:pt x="5682220" y="526580"/>
                  </a:lnTo>
                  <a:lnTo>
                    <a:pt x="5720467" y="582015"/>
                  </a:lnTo>
                  <a:lnTo>
                    <a:pt x="5758960" y="641008"/>
                  </a:lnTo>
                  <a:lnTo>
                    <a:pt x="5797796" y="703396"/>
                  </a:lnTo>
                  <a:lnTo>
                    <a:pt x="5837024" y="768925"/>
                  </a:lnTo>
                  <a:lnTo>
                    <a:pt x="5876652" y="837253"/>
                  </a:lnTo>
                  <a:lnTo>
                    <a:pt x="5916651" y="907953"/>
                  </a:lnTo>
                  <a:lnTo>
                    <a:pt x="5956960" y="980520"/>
                  </a:lnTo>
                  <a:lnTo>
                    <a:pt x="5997493" y="1054388"/>
                  </a:lnTo>
                  <a:lnTo>
                    <a:pt x="6038149" y="1128946"/>
                  </a:lnTo>
                  <a:lnTo>
                    <a:pt x="6078813" y="1203558"/>
                  </a:lnTo>
                  <a:lnTo>
                    <a:pt x="6119375" y="1277585"/>
                  </a:lnTo>
                  <a:lnTo>
                    <a:pt x="6159728" y="1350410"/>
                  </a:lnTo>
                  <a:lnTo>
                    <a:pt x="6199783" y="1421459"/>
                  </a:lnTo>
                  <a:lnTo>
                    <a:pt x="6239476" y="1490215"/>
                  </a:lnTo>
                  <a:lnTo>
                    <a:pt x="6278771" y="1556238"/>
                  </a:lnTo>
                  <a:lnTo>
                    <a:pt x="6317671" y="1619170"/>
                  </a:lnTo>
                  <a:lnTo>
                    <a:pt x="6356216" y="1678745"/>
                  </a:lnTo>
                  <a:lnTo>
                    <a:pt x="6394495" y="1734782"/>
                  </a:lnTo>
                  <a:lnTo>
                    <a:pt x="6432647" y="1787190"/>
                  </a:lnTo>
                  <a:lnTo>
                    <a:pt x="6470863" y="1835956"/>
                  </a:lnTo>
                  <a:lnTo>
                    <a:pt x="6509400" y="1881139"/>
                  </a:lnTo>
                  <a:lnTo>
                    <a:pt x="6515891" y="1888345"/>
                  </a:lnTo>
                  <a:lnTo>
                    <a:pt x="6563134" y="1937204"/>
                  </a:lnTo>
                  <a:lnTo>
                    <a:pt x="6612022" y="1981063"/>
                  </a:lnTo>
                  <a:lnTo>
                    <a:pt x="6663346" y="2020192"/>
                  </a:lnTo>
                  <a:lnTo>
                    <a:pt x="6717989" y="2055036"/>
                  </a:lnTo>
                  <a:lnTo>
                    <a:pt x="6776849" y="2086093"/>
                  </a:lnTo>
                  <a:lnTo>
                    <a:pt x="6840754" y="2113840"/>
                  </a:lnTo>
                  <a:lnTo>
                    <a:pt x="6910365" y="2138690"/>
                  </a:lnTo>
                  <a:lnTo>
                    <a:pt x="6986035" y="2160976"/>
                  </a:lnTo>
                  <a:lnTo>
                    <a:pt x="7067627" y="2180932"/>
                  </a:lnTo>
                  <a:lnTo>
                    <a:pt x="7154308" y="2198701"/>
                  </a:lnTo>
                  <a:lnTo>
                    <a:pt x="7244341" y="2214332"/>
                  </a:lnTo>
                  <a:lnTo>
                    <a:pt x="7334973" y="2227807"/>
                  </a:lnTo>
                  <a:lnTo>
                    <a:pt x="7422506" y="2239075"/>
                  </a:lnTo>
                  <a:lnTo>
                    <a:pt x="7502664" y="2248099"/>
                  </a:lnTo>
                  <a:lnTo>
                    <a:pt x="7571273" y="2254914"/>
                  </a:lnTo>
                  <a:lnTo>
                    <a:pt x="7625113" y="2259668"/>
                  </a:lnTo>
                  <a:lnTo>
                    <a:pt x="7662715" y="2262636"/>
                  </a:lnTo>
                  <a:lnTo>
                    <a:pt x="7684811" y="2264204"/>
                  </a:lnTo>
                  <a:lnTo>
                    <a:pt x="7694355" y="2264816"/>
                  </a:lnTo>
                  <a:lnTo>
                    <a:pt x="7696237" y="2264926"/>
                  </a:lnTo>
                  <a:lnTo>
                    <a:pt x="8234974" y="2264926"/>
                  </a:lnTo>
                  <a:lnTo>
                    <a:pt x="8234974" y="2259481"/>
                  </a:ln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75" y="90"/>
                  </a:lnTo>
                  <a:lnTo>
                    <a:pt x="3840970" y="737"/>
                  </a:lnTo>
                  <a:lnTo>
                    <a:pt x="3825336" y="2527"/>
                  </a:lnTo>
                  <a:lnTo>
                    <a:pt x="3797403" y="6048"/>
                  </a:lnTo>
                  <a:lnTo>
                    <a:pt x="3755814" y="11845"/>
                  </a:lnTo>
                  <a:lnTo>
                    <a:pt x="3700829" y="20357"/>
                  </a:lnTo>
                  <a:lnTo>
                    <a:pt x="3634183" y="31879"/>
                  </a:lnTo>
                  <a:lnTo>
                    <a:pt x="3558680" y="46554"/>
                  </a:lnTo>
                  <a:lnTo>
                    <a:pt x="3477638" y="64399"/>
                  </a:lnTo>
                  <a:lnTo>
                    <a:pt x="3394339" y="85357"/>
                  </a:lnTo>
                  <a:lnTo>
                    <a:pt x="3311613" y="109362"/>
                  </a:lnTo>
                  <a:lnTo>
                    <a:pt x="3231608" y="136387"/>
                  </a:lnTo>
                  <a:lnTo>
                    <a:pt x="3155745" y="166488"/>
                  </a:lnTo>
                  <a:lnTo>
                    <a:pt x="3084783" y="199822"/>
                  </a:lnTo>
                  <a:lnTo>
                    <a:pt x="3018952" y="236665"/>
                  </a:lnTo>
                  <a:lnTo>
                    <a:pt x="2958090" y="277405"/>
                  </a:lnTo>
                  <a:lnTo>
                    <a:pt x="2901769" y="322535"/>
                  </a:lnTo>
                  <a:lnTo>
                    <a:pt x="2849403" y="372640"/>
                  </a:lnTo>
                  <a:lnTo>
                    <a:pt x="2800318" y="428358"/>
                  </a:lnTo>
                  <a:lnTo>
                    <a:pt x="2753815" y="490329"/>
                  </a:lnTo>
                  <a:lnTo>
                    <a:pt x="2709221" y="559098"/>
                  </a:lnTo>
                  <a:lnTo>
                    <a:pt x="2667772" y="631565"/>
                  </a:lnTo>
                  <a:lnTo>
                    <a:pt x="2636366" y="691861"/>
                  </a:lnTo>
                  <a:lnTo>
                    <a:pt x="2605242" y="756081"/>
                  </a:lnTo>
                  <a:lnTo>
                    <a:pt x="2574245" y="824307"/>
                  </a:lnTo>
                  <a:lnTo>
                    <a:pt x="2543253" y="896568"/>
                  </a:lnTo>
                  <a:lnTo>
                    <a:pt x="2512165" y="972842"/>
                  </a:lnTo>
                  <a:lnTo>
                    <a:pt x="2480910" y="1053047"/>
                  </a:lnTo>
                  <a:lnTo>
                    <a:pt x="2449433" y="1137039"/>
                  </a:lnTo>
                  <a:lnTo>
                    <a:pt x="2417705" y="1224608"/>
                  </a:lnTo>
                  <a:lnTo>
                    <a:pt x="2385711" y="1315480"/>
                  </a:lnTo>
                  <a:lnTo>
                    <a:pt x="2353457" y="1409313"/>
                  </a:lnTo>
                  <a:lnTo>
                    <a:pt x="2320961" y="1505709"/>
                  </a:lnTo>
                  <a:lnTo>
                    <a:pt x="2288256" y="1604212"/>
                  </a:lnTo>
                  <a:lnTo>
                    <a:pt x="2255388" y="1704321"/>
                  </a:lnTo>
                  <a:lnTo>
                    <a:pt x="2222408" y="1805496"/>
                  </a:lnTo>
                  <a:lnTo>
                    <a:pt x="2189375" y="1907177"/>
                  </a:lnTo>
                  <a:lnTo>
                    <a:pt x="2156349" y="2008786"/>
                  </a:lnTo>
                  <a:lnTo>
                    <a:pt x="2123391" y="2109751"/>
                  </a:lnTo>
                  <a:lnTo>
                    <a:pt x="2090559" y="2209515"/>
                  </a:lnTo>
                  <a:lnTo>
                    <a:pt x="2057902" y="2307546"/>
                  </a:lnTo>
                  <a:lnTo>
                    <a:pt x="2025462" y="2403353"/>
                  </a:lnTo>
                  <a:lnTo>
                    <a:pt x="1993271" y="2496495"/>
                  </a:lnTo>
                  <a:lnTo>
                    <a:pt x="1961342" y="2586585"/>
                  </a:lnTo>
                  <a:lnTo>
                    <a:pt x="1929677" y="2673299"/>
                  </a:lnTo>
                  <a:lnTo>
                    <a:pt x="1898259" y="2756379"/>
                  </a:lnTo>
                  <a:lnTo>
                    <a:pt x="1867050" y="2835631"/>
                  </a:lnTo>
                  <a:lnTo>
                    <a:pt x="1835994" y="2910926"/>
                  </a:lnTo>
                  <a:lnTo>
                    <a:pt x="1805010" y="2982198"/>
                  </a:lnTo>
                  <a:lnTo>
                    <a:pt x="1773995" y="3049436"/>
                  </a:lnTo>
                  <a:lnTo>
                    <a:pt x="1742817" y="3112684"/>
                  </a:lnTo>
                  <a:lnTo>
                    <a:pt x="1719082" y="3157829"/>
                  </a:lnTo>
                  <a:lnTo>
                    <a:pt x="1675755" y="3233386"/>
                  </a:lnTo>
                  <a:lnTo>
                    <a:pt x="1631092" y="3301856"/>
                  </a:lnTo>
                  <a:lnTo>
                    <a:pt x="1584493" y="3363547"/>
                  </a:lnTo>
                  <a:lnTo>
                    <a:pt x="1535281" y="3419011"/>
                  </a:lnTo>
                  <a:lnTo>
                    <a:pt x="1482759" y="3468890"/>
                  </a:lnTo>
                  <a:lnTo>
                    <a:pt x="1426255" y="3513821"/>
                  </a:lnTo>
                  <a:lnTo>
                    <a:pt x="1365187" y="3554384"/>
                  </a:lnTo>
                  <a:lnTo>
                    <a:pt x="1299137" y="3591070"/>
                  </a:lnTo>
                  <a:lnTo>
                    <a:pt x="1227958" y="3624261"/>
                  </a:lnTo>
                  <a:lnTo>
                    <a:pt x="1151897" y="3654227"/>
                  </a:lnTo>
                  <a:lnTo>
                    <a:pt x="1071741" y="3681122"/>
                  </a:lnTo>
                  <a:lnTo>
                    <a:pt x="988941" y="3704998"/>
                  </a:lnTo>
                  <a:lnTo>
                    <a:pt x="905677" y="3725825"/>
                  </a:lnTo>
                  <a:lnTo>
                    <a:pt x="824804" y="3743534"/>
                  </a:lnTo>
                  <a:lnTo>
                    <a:pt x="749613" y="3758073"/>
                  </a:lnTo>
                  <a:lnTo>
                    <a:pt x="683415" y="3769463"/>
                  </a:lnTo>
                  <a:lnTo>
                    <a:pt x="628978" y="3777851"/>
                  </a:lnTo>
                  <a:lnTo>
                    <a:pt x="587980" y="3783541"/>
                  </a:lnTo>
                  <a:lnTo>
                    <a:pt x="560612" y="3786976"/>
                  </a:lnTo>
                  <a:lnTo>
                    <a:pt x="545451" y="3788704"/>
                  </a:lnTo>
                  <a:lnTo>
                    <a:pt x="539566" y="3789316"/>
                  </a:lnTo>
                  <a:lnTo>
                    <a:pt x="538736" y="3789395"/>
                  </a:lnTo>
                  <a:lnTo>
                    <a:pt x="0" y="3789395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57" name="pl1857"/>
            <p:cNvSpPr/>
            <p:nvPr/>
          </p:nvSpPr>
          <p:spPr>
            <a:xfrm>
              <a:off x="546595" y="1757695"/>
              <a:ext cx="8234974" cy="3789395"/>
            </a:xfrm>
            <a:custGeom>
              <a:avLst/>
              <a:pathLst>
                <a:path w="8234974" h="3789395">
                  <a:moveTo>
                    <a:pt x="0" y="3789395"/>
                  </a:moveTo>
                  <a:lnTo>
                    <a:pt x="538736" y="3789395"/>
                  </a:lnTo>
                  <a:lnTo>
                    <a:pt x="539680" y="3789305"/>
                  </a:lnTo>
                  <a:lnTo>
                    <a:pt x="545884" y="3788657"/>
                  </a:lnTo>
                  <a:lnTo>
                    <a:pt x="561518" y="3786868"/>
                  </a:lnTo>
                  <a:lnTo>
                    <a:pt x="589452" y="3783347"/>
                  </a:lnTo>
                  <a:lnTo>
                    <a:pt x="631041" y="3777550"/>
                  </a:lnTo>
                  <a:lnTo>
                    <a:pt x="686025" y="3769038"/>
                  </a:lnTo>
                  <a:lnTo>
                    <a:pt x="752672" y="3757515"/>
                  </a:lnTo>
                  <a:lnTo>
                    <a:pt x="828175" y="3742841"/>
                  </a:lnTo>
                  <a:lnTo>
                    <a:pt x="909217" y="3724996"/>
                  </a:lnTo>
                  <a:lnTo>
                    <a:pt x="992515" y="3704037"/>
                  </a:lnTo>
                  <a:lnTo>
                    <a:pt x="1075241" y="3680033"/>
                  </a:lnTo>
                  <a:lnTo>
                    <a:pt x="1155246" y="3653007"/>
                  </a:lnTo>
                  <a:lnTo>
                    <a:pt x="1231110" y="3622907"/>
                  </a:lnTo>
                  <a:lnTo>
                    <a:pt x="1302071" y="3589573"/>
                  </a:lnTo>
                  <a:lnTo>
                    <a:pt x="1367902" y="3552730"/>
                  </a:lnTo>
                  <a:lnTo>
                    <a:pt x="1428765" y="3511990"/>
                  </a:lnTo>
                  <a:lnTo>
                    <a:pt x="1485085" y="3466859"/>
                  </a:lnTo>
                  <a:lnTo>
                    <a:pt x="1537452" y="3416755"/>
                  </a:lnTo>
                  <a:lnTo>
                    <a:pt x="1586537" y="3361037"/>
                  </a:lnTo>
                  <a:lnTo>
                    <a:pt x="1633040" y="3299065"/>
                  </a:lnTo>
                  <a:lnTo>
                    <a:pt x="1677634" y="3230296"/>
                  </a:lnTo>
                  <a:lnTo>
                    <a:pt x="1719082" y="3157829"/>
                  </a:lnTo>
                  <a:lnTo>
                    <a:pt x="1750488" y="3097534"/>
                  </a:lnTo>
                  <a:lnTo>
                    <a:pt x="1781613" y="3033314"/>
                  </a:lnTo>
                  <a:lnTo>
                    <a:pt x="1812609" y="2965088"/>
                  </a:lnTo>
                  <a:lnTo>
                    <a:pt x="1843602" y="2892827"/>
                  </a:lnTo>
                  <a:lnTo>
                    <a:pt x="1874689" y="2816553"/>
                  </a:lnTo>
                  <a:lnTo>
                    <a:pt x="1905945" y="2736347"/>
                  </a:lnTo>
                  <a:lnTo>
                    <a:pt x="1937421" y="2652355"/>
                  </a:lnTo>
                  <a:lnTo>
                    <a:pt x="1969150" y="2564786"/>
                  </a:lnTo>
                  <a:lnTo>
                    <a:pt x="2001143" y="2473915"/>
                  </a:lnTo>
                  <a:lnTo>
                    <a:pt x="2033398" y="2380082"/>
                  </a:lnTo>
                  <a:lnTo>
                    <a:pt x="2065894" y="2283686"/>
                  </a:lnTo>
                  <a:lnTo>
                    <a:pt x="2098598" y="2185183"/>
                  </a:lnTo>
                  <a:lnTo>
                    <a:pt x="2131466" y="2085074"/>
                  </a:lnTo>
                  <a:lnTo>
                    <a:pt x="2164446" y="1983898"/>
                  </a:lnTo>
                  <a:lnTo>
                    <a:pt x="2197480" y="1882218"/>
                  </a:lnTo>
                  <a:lnTo>
                    <a:pt x="2230506" y="1780609"/>
                  </a:lnTo>
                  <a:lnTo>
                    <a:pt x="2263463" y="1679643"/>
                  </a:lnTo>
                  <a:lnTo>
                    <a:pt x="2296296" y="1579880"/>
                  </a:lnTo>
                  <a:lnTo>
                    <a:pt x="2328953" y="1481849"/>
                  </a:lnTo>
                  <a:lnTo>
                    <a:pt x="2361392" y="1386042"/>
                  </a:lnTo>
                  <a:lnTo>
                    <a:pt x="2393584" y="1292900"/>
                  </a:lnTo>
                  <a:lnTo>
                    <a:pt x="2425512" y="1202810"/>
                  </a:lnTo>
                  <a:lnTo>
                    <a:pt x="2457177" y="1116095"/>
                  </a:lnTo>
                  <a:lnTo>
                    <a:pt x="2488596" y="1033015"/>
                  </a:lnTo>
                  <a:lnTo>
                    <a:pt x="2519804" y="953764"/>
                  </a:lnTo>
                  <a:lnTo>
                    <a:pt x="2550861" y="878468"/>
                  </a:lnTo>
                  <a:lnTo>
                    <a:pt x="2581844" y="807197"/>
                  </a:lnTo>
                  <a:lnTo>
                    <a:pt x="2612860" y="739959"/>
                  </a:lnTo>
                  <a:lnTo>
                    <a:pt x="2644038" y="676711"/>
                  </a:lnTo>
                  <a:lnTo>
                    <a:pt x="2667772" y="631565"/>
                  </a:lnTo>
                  <a:lnTo>
                    <a:pt x="2711100" y="556008"/>
                  </a:lnTo>
                  <a:lnTo>
                    <a:pt x="2755763" y="487539"/>
                  </a:lnTo>
                  <a:lnTo>
                    <a:pt x="2802362" y="425848"/>
                  </a:lnTo>
                  <a:lnTo>
                    <a:pt x="2851573" y="370384"/>
                  </a:lnTo>
                  <a:lnTo>
                    <a:pt x="2904096" y="320505"/>
                  </a:lnTo>
                  <a:lnTo>
                    <a:pt x="2960599" y="275574"/>
                  </a:lnTo>
                  <a:lnTo>
                    <a:pt x="3021668" y="235011"/>
                  </a:lnTo>
                  <a:lnTo>
                    <a:pt x="3087717" y="198325"/>
                  </a:lnTo>
                  <a:lnTo>
                    <a:pt x="3158897" y="165134"/>
                  </a:lnTo>
                  <a:lnTo>
                    <a:pt x="3234957" y="135168"/>
                  </a:lnTo>
                  <a:lnTo>
                    <a:pt x="3315113" y="108272"/>
                  </a:lnTo>
                  <a:lnTo>
                    <a:pt x="3397913" y="84397"/>
                  </a:lnTo>
                  <a:lnTo>
                    <a:pt x="3481177" y="63570"/>
                  </a:lnTo>
                  <a:lnTo>
                    <a:pt x="3562051" y="45860"/>
                  </a:lnTo>
                  <a:lnTo>
                    <a:pt x="3637242" y="31322"/>
                  </a:lnTo>
                  <a:lnTo>
                    <a:pt x="3703440" y="19932"/>
                  </a:lnTo>
                  <a:lnTo>
                    <a:pt x="3757877" y="11543"/>
                  </a:lnTo>
                  <a:lnTo>
                    <a:pt x="3798875" y="5854"/>
                  </a:lnTo>
                  <a:lnTo>
                    <a:pt x="3826243" y="2419"/>
                  </a:lnTo>
                  <a:lnTo>
                    <a:pt x="3841404" y="691"/>
                  </a:lnTo>
                  <a:lnTo>
                    <a:pt x="3847289" y="7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8" y="70"/>
                  </a:lnTo>
                  <a:lnTo>
                    <a:pt x="4395997" y="569"/>
                  </a:lnTo>
                  <a:lnTo>
                    <a:pt x="4415812" y="1952"/>
                  </a:lnTo>
                  <a:lnTo>
                    <a:pt x="4450801" y="4667"/>
                  </a:lnTo>
                  <a:lnTo>
                    <a:pt x="4502064" y="9110"/>
                  </a:lnTo>
                  <a:lnTo>
                    <a:pt x="4568469" y="15579"/>
                  </a:lnTo>
                  <a:lnTo>
                    <a:pt x="4647031" y="24241"/>
                  </a:lnTo>
                  <a:lnTo>
                    <a:pt x="4733670" y="35148"/>
                  </a:lnTo>
                  <a:lnTo>
                    <a:pt x="4824073" y="48270"/>
                  </a:lnTo>
                  <a:lnTo>
                    <a:pt x="4914416" y="63556"/>
                  </a:lnTo>
                  <a:lnTo>
                    <a:pt x="5001782" y="80978"/>
                  </a:lnTo>
                  <a:lnTo>
                    <a:pt x="5084273" y="100575"/>
                  </a:lnTo>
                  <a:lnTo>
                    <a:pt x="5160924" y="122471"/>
                  </a:lnTo>
                  <a:lnTo>
                    <a:pt x="5231500" y="146887"/>
                  </a:lnTo>
                  <a:lnTo>
                    <a:pt x="5296288" y="174140"/>
                  </a:lnTo>
                  <a:lnTo>
                    <a:pt x="5355909" y="204631"/>
                  </a:lnTo>
                  <a:lnTo>
                    <a:pt x="5411173" y="238830"/>
                  </a:lnTo>
                  <a:lnTo>
                    <a:pt x="5462972" y="277235"/>
                  </a:lnTo>
                  <a:lnTo>
                    <a:pt x="5512196" y="320306"/>
                  </a:lnTo>
                  <a:lnTo>
                    <a:pt x="5559657" y="368352"/>
                  </a:lnTo>
                  <a:lnTo>
                    <a:pt x="5567201" y="376580"/>
                  </a:lnTo>
                  <a:lnTo>
                    <a:pt x="5605822" y="421175"/>
                  </a:lnTo>
                  <a:lnTo>
                    <a:pt x="5644073" y="469337"/>
                  </a:lnTo>
                  <a:lnTo>
                    <a:pt x="5682220" y="521135"/>
                  </a:lnTo>
                  <a:lnTo>
                    <a:pt x="5720467" y="576570"/>
                  </a:lnTo>
                  <a:lnTo>
                    <a:pt x="5758960" y="635564"/>
                  </a:lnTo>
                  <a:lnTo>
                    <a:pt x="5797796" y="697951"/>
                  </a:lnTo>
                  <a:lnTo>
                    <a:pt x="5837024" y="763480"/>
                  </a:lnTo>
                  <a:lnTo>
                    <a:pt x="5876652" y="831809"/>
                  </a:lnTo>
                  <a:lnTo>
                    <a:pt x="5916651" y="902508"/>
                  </a:lnTo>
                  <a:lnTo>
                    <a:pt x="5956960" y="975075"/>
                  </a:lnTo>
                  <a:lnTo>
                    <a:pt x="5997493" y="1048944"/>
                  </a:lnTo>
                  <a:lnTo>
                    <a:pt x="6038149" y="1123502"/>
                  </a:lnTo>
                  <a:lnTo>
                    <a:pt x="6078813" y="1198113"/>
                  </a:lnTo>
                  <a:lnTo>
                    <a:pt x="6119375" y="1272140"/>
                  </a:lnTo>
                  <a:lnTo>
                    <a:pt x="6159728" y="1344966"/>
                  </a:lnTo>
                  <a:lnTo>
                    <a:pt x="6199783" y="1416014"/>
                  </a:lnTo>
                  <a:lnTo>
                    <a:pt x="6239476" y="1484770"/>
                  </a:lnTo>
                  <a:lnTo>
                    <a:pt x="6278771" y="1550793"/>
                  </a:lnTo>
                  <a:lnTo>
                    <a:pt x="6317671" y="1613726"/>
                  </a:lnTo>
                  <a:lnTo>
                    <a:pt x="6356216" y="1673300"/>
                  </a:lnTo>
                  <a:lnTo>
                    <a:pt x="6394495" y="1729337"/>
                  </a:lnTo>
                  <a:lnTo>
                    <a:pt x="6432647" y="1781745"/>
                  </a:lnTo>
                  <a:lnTo>
                    <a:pt x="6470863" y="1830511"/>
                  </a:lnTo>
                  <a:lnTo>
                    <a:pt x="6509400" y="1875695"/>
                  </a:lnTo>
                  <a:lnTo>
                    <a:pt x="6515891" y="1882901"/>
                  </a:lnTo>
                  <a:lnTo>
                    <a:pt x="6563134" y="1931759"/>
                  </a:lnTo>
                  <a:lnTo>
                    <a:pt x="6612022" y="1975619"/>
                  </a:lnTo>
                  <a:lnTo>
                    <a:pt x="6663346" y="2014748"/>
                  </a:lnTo>
                  <a:lnTo>
                    <a:pt x="6717989" y="2049592"/>
                  </a:lnTo>
                  <a:lnTo>
                    <a:pt x="6776849" y="2080649"/>
                  </a:lnTo>
                  <a:lnTo>
                    <a:pt x="6840754" y="2108395"/>
                  </a:lnTo>
                  <a:lnTo>
                    <a:pt x="6910365" y="2133246"/>
                  </a:lnTo>
                  <a:lnTo>
                    <a:pt x="6986035" y="2155531"/>
                  </a:lnTo>
                  <a:lnTo>
                    <a:pt x="7067627" y="2175488"/>
                  </a:lnTo>
                  <a:lnTo>
                    <a:pt x="7154308" y="2193256"/>
                  </a:lnTo>
                  <a:lnTo>
                    <a:pt x="7244341" y="2208888"/>
                  </a:lnTo>
                  <a:lnTo>
                    <a:pt x="7334973" y="2222363"/>
                  </a:lnTo>
                  <a:lnTo>
                    <a:pt x="7422506" y="2233631"/>
                  </a:lnTo>
                  <a:lnTo>
                    <a:pt x="7502664" y="2242655"/>
                  </a:lnTo>
                  <a:lnTo>
                    <a:pt x="7571273" y="2249469"/>
                  </a:lnTo>
                  <a:lnTo>
                    <a:pt x="7625113" y="2254223"/>
                  </a:lnTo>
                  <a:lnTo>
                    <a:pt x="7662715" y="2257192"/>
                  </a:lnTo>
                  <a:lnTo>
                    <a:pt x="7684811" y="2258760"/>
                  </a:lnTo>
                  <a:lnTo>
                    <a:pt x="7694355" y="2259371"/>
                  </a:lnTo>
                  <a:lnTo>
                    <a:pt x="7696232" y="2259481"/>
                  </a:lnTo>
                  <a:lnTo>
                    <a:pt x="7696237" y="2259481"/>
                  </a:lnTo>
                  <a:lnTo>
                    <a:pt x="8234974" y="2259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8" name="pl1858"/>
            <p:cNvSpPr/>
            <p:nvPr/>
          </p:nvSpPr>
          <p:spPr>
            <a:xfrm>
              <a:off x="546595" y="1752251"/>
              <a:ext cx="8234974" cy="3789395"/>
            </a:xfrm>
            <a:custGeom>
              <a:avLst/>
              <a:pathLst>
                <a:path w="8234974" h="3789395">
                  <a:moveTo>
                    <a:pt x="8234974" y="2259481"/>
                  </a:moveTo>
                  <a:lnTo>
                    <a:pt x="7696237" y="2259481"/>
                  </a:lnTo>
                  <a:lnTo>
                    <a:pt x="7695024" y="2259411"/>
                  </a:lnTo>
                  <a:lnTo>
                    <a:pt x="7687095" y="2258911"/>
                  </a:lnTo>
                  <a:lnTo>
                    <a:pt x="7667280" y="2257529"/>
                  </a:lnTo>
                  <a:lnTo>
                    <a:pt x="7632292" y="2254814"/>
                  </a:lnTo>
                  <a:lnTo>
                    <a:pt x="7581028" y="2250371"/>
                  </a:lnTo>
                  <a:lnTo>
                    <a:pt x="7514623" y="2243902"/>
                  </a:lnTo>
                  <a:lnTo>
                    <a:pt x="7436061" y="2235240"/>
                  </a:lnTo>
                  <a:lnTo>
                    <a:pt x="7349423" y="2224333"/>
                  </a:lnTo>
                  <a:lnTo>
                    <a:pt x="7259020" y="2211210"/>
                  </a:lnTo>
                  <a:lnTo>
                    <a:pt x="7168676" y="2195925"/>
                  </a:lnTo>
                  <a:lnTo>
                    <a:pt x="7081311" y="2178502"/>
                  </a:lnTo>
                  <a:lnTo>
                    <a:pt x="6998819" y="2158906"/>
                  </a:lnTo>
                  <a:lnTo>
                    <a:pt x="6922169" y="2137010"/>
                  </a:lnTo>
                  <a:lnTo>
                    <a:pt x="6851593" y="2112594"/>
                  </a:lnTo>
                  <a:lnTo>
                    <a:pt x="6786804" y="2085341"/>
                  </a:lnTo>
                  <a:lnTo>
                    <a:pt x="6727183" y="2054849"/>
                  </a:lnTo>
                  <a:lnTo>
                    <a:pt x="6671919" y="2020650"/>
                  </a:lnTo>
                  <a:lnTo>
                    <a:pt x="6620121" y="1982246"/>
                  </a:lnTo>
                  <a:lnTo>
                    <a:pt x="6570897" y="1939175"/>
                  </a:lnTo>
                  <a:lnTo>
                    <a:pt x="6523435" y="1891129"/>
                  </a:lnTo>
                  <a:lnTo>
                    <a:pt x="6515891" y="1882901"/>
                  </a:lnTo>
                  <a:lnTo>
                    <a:pt x="6477270" y="1838306"/>
                  </a:lnTo>
                  <a:lnTo>
                    <a:pt x="6439020" y="1790144"/>
                  </a:lnTo>
                  <a:lnTo>
                    <a:pt x="6400873" y="1738346"/>
                  </a:lnTo>
                  <a:lnTo>
                    <a:pt x="6362626" y="1682911"/>
                  </a:lnTo>
                  <a:lnTo>
                    <a:pt x="6324132" y="1623917"/>
                  </a:lnTo>
                  <a:lnTo>
                    <a:pt x="6285296" y="1561529"/>
                  </a:lnTo>
                  <a:lnTo>
                    <a:pt x="6246068" y="1496000"/>
                  </a:lnTo>
                  <a:lnTo>
                    <a:pt x="6206440" y="1427672"/>
                  </a:lnTo>
                  <a:lnTo>
                    <a:pt x="6166442" y="1356973"/>
                  </a:lnTo>
                  <a:lnTo>
                    <a:pt x="6126133" y="1284405"/>
                  </a:lnTo>
                  <a:lnTo>
                    <a:pt x="6085599" y="1210537"/>
                  </a:lnTo>
                  <a:lnTo>
                    <a:pt x="6044944" y="1135979"/>
                  </a:lnTo>
                  <a:lnTo>
                    <a:pt x="6004279" y="1061368"/>
                  </a:lnTo>
                  <a:lnTo>
                    <a:pt x="5963718" y="987341"/>
                  </a:lnTo>
                  <a:lnTo>
                    <a:pt x="5923365" y="914515"/>
                  </a:lnTo>
                  <a:lnTo>
                    <a:pt x="5883309" y="843466"/>
                  </a:lnTo>
                  <a:lnTo>
                    <a:pt x="5843617" y="774710"/>
                  </a:lnTo>
                  <a:lnTo>
                    <a:pt x="5804321" y="708687"/>
                  </a:lnTo>
                  <a:lnTo>
                    <a:pt x="5765422" y="645755"/>
                  </a:lnTo>
                  <a:lnTo>
                    <a:pt x="5726876" y="586181"/>
                  </a:lnTo>
                  <a:lnTo>
                    <a:pt x="5688597" y="530143"/>
                  </a:lnTo>
                  <a:lnTo>
                    <a:pt x="5650446" y="477736"/>
                  </a:lnTo>
                  <a:lnTo>
                    <a:pt x="5612230" y="428970"/>
                  </a:lnTo>
                  <a:lnTo>
                    <a:pt x="5573692" y="383786"/>
                  </a:lnTo>
                  <a:lnTo>
                    <a:pt x="5567201" y="376580"/>
                  </a:lnTo>
                  <a:lnTo>
                    <a:pt x="5519958" y="327721"/>
                  </a:lnTo>
                  <a:lnTo>
                    <a:pt x="5471071" y="283862"/>
                  </a:lnTo>
                  <a:lnTo>
                    <a:pt x="5419747" y="244733"/>
                  </a:lnTo>
                  <a:lnTo>
                    <a:pt x="5365104" y="209889"/>
                  </a:lnTo>
                  <a:lnTo>
                    <a:pt x="5306244" y="178832"/>
                  </a:lnTo>
                  <a:lnTo>
                    <a:pt x="5242339" y="151085"/>
                  </a:lnTo>
                  <a:lnTo>
                    <a:pt x="5172727" y="126235"/>
                  </a:lnTo>
                  <a:lnTo>
                    <a:pt x="5097058" y="103950"/>
                  </a:lnTo>
                  <a:lnTo>
                    <a:pt x="5015466" y="83993"/>
                  </a:lnTo>
                  <a:lnTo>
                    <a:pt x="4928785" y="66224"/>
                  </a:lnTo>
                  <a:lnTo>
                    <a:pt x="4838751" y="50593"/>
                  </a:lnTo>
                  <a:lnTo>
                    <a:pt x="4748119" y="37118"/>
                  </a:lnTo>
                  <a:lnTo>
                    <a:pt x="4660587" y="25850"/>
                  </a:lnTo>
                  <a:lnTo>
                    <a:pt x="4580428" y="16826"/>
                  </a:lnTo>
                  <a:lnTo>
                    <a:pt x="4511820" y="10011"/>
                  </a:lnTo>
                  <a:lnTo>
                    <a:pt x="4457979" y="5258"/>
                  </a:lnTo>
                  <a:lnTo>
                    <a:pt x="4420378" y="2289"/>
                  </a:lnTo>
                  <a:lnTo>
                    <a:pt x="4398281" y="721"/>
                  </a:lnTo>
                  <a:lnTo>
                    <a:pt x="4388738" y="109"/>
                  </a:lnTo>
                  <a:lnTo>
                    <a:pt x="4386860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75" y="90"/>
                  </a:lnTo>
                  <a:lnTo>
                    <a:pt x="3840970" y="737"/>
                  </a:lnTo>
                  <a:lnTo>
                    <a:pt x="3825336" y="2527"/>
                  </a:lnTo>
                  <a:lnTo>
                    <a:pt x="3797403" y="6048"/>
                  </a:lnTo>
                  <a:lnTo>
                    <a:pt x="3755814" y="11845"/>
                  </a:lnTo>
                  <a:lnTo>
                    <a:pt x="3700829" y="20357"/>
                  </a:lnTo>
                  <a:lnTo>
                    <a:pt x="3634183" y="31879"/>
                  </a:lnTo>
                  <a:lnTo>
                    <a:pt x="3558680" y="46554"/>
                  </a:lnTo>
                  <a:lnTo>
                    <a:pt x="3477638" y="64399"/>
                  </a:lnTo>
                  <a:lnTo>
                    <a:pt x="3394339" y="85357"/>
                  </a:lnTo>
                  <a:lnTo>
                    <a:pt x="3311613" y="109362"/>
                  </a:lnTo>
                  <a:lnTo>
                    <a:pt x="3231608" y="136387"/>
                  </a:lnTo>
                  <a:lnTo>
                    <a:pt x="3155745" y="166488"/>
                  </a:lnTo>
                  <a:lnTo>
                    <a:pt x="3084783" y="199822"/>
                  </a:lnTo>
                  <a:lnTo>
                    <a:pt x="3018952" y="236665"/>
                  </a:lnTo>
                  <a:lnTo>
                    <a:pt x="2958090" y="277405"/>
                  </a:lnTo>
                  <a:lnTo>
                    <a:pt x="2901769" y="322535"/>
                  </a:lnTo>
                  <a:lnTo>
                    <a:pt x="2849403" y="372640"/>
                  </a:lnTo>
                  <a:lnTo>
                    <a:pt x="2800318" y="428358"/>
                  </a:lnTo>
                  <a:lnTo>
                    <a:pt x="2753815" y="490329"/>
                  </a:lnTo>
                  <a:lnTo>
                    <a:pt x="2709221" y="559098"/>
                  </a:lnTo>
                  <a:lnTo>
                    <a:pt x="2667772" y="631565"/>
                  </a:lnTo>
                  <a:lnTo>
                    <a:pt x="2636366" y="691861"/>
                  </a:lnTo>
                  <a:lnTo>
                    <a:pt x="2605242" y="756081"/>
                  </a:lnTo>
                  <a:lnTo>
                    <a:pt x="2574245" y="824307"/>
                  </a:lnTo>
                  <a:lnTo>
                    <a:pt x="2543253" y="896568"/>
                  </a:lnTo>
                  <a:lnTo>
                    <a:pt x="2512165" y="972842"/>
                  </a:lnTo>
                  <a:lnTo>
                    <a:pt x="2480910" y="1053047"/>
                  </a:lnTo>
                  <a:lnTo>
                    <a:pt x="2449433" y="1137039"/>
                  </a:lnTo>
                  <a:lnTo>
                    <a:pt x="2417705" y="1224608"/>
                  </a:lnTo>
                  <a:lnTo>
                    <a:pt x="2385711" y="1315480"/>
                  </a:lnTo>
                  <a:lnTo>
                    <a:pt x="2353457" y="1409313"/>
                  </a:lnTo>
                  <a:lnTo>
                    <a:pt x="2320961" y="1505709"/>
                  </a:lnTo>
                  <a:lnTo>
                    <a:pt x="2288256" y="1604212"/>
                  </a:lnTo>
                  <a:lnTo>
                    <a:pt x="2255388" y="1704321"/>
                  </a:lnTo>
                  <a:lnTo>
                    <a:pt x="2222408" y="1805496"/>
                  </a:lnTo>
                  <a:lnTo>
                    <a:pt x="2189375" y="1907177"/>
                  </a:lnTo>
                  <a:lnTo>
                    <a:pt x="2156349" y="2008786"/>
                  </a:lnTo>
                  <a:lnTo>
                    <a:pt x="2123391" y="2109751"/>
                  </a:lnTo>
                  <a:lnTo>
                    <a:pt x="2090559" y="2209515"/>
                  </a:lnTo>
                  <a:lnTo>
                    <a:pt x="2057902" y="2307546"/>
                  </a:lnTo>
                  <a:lnTo>
                    <a:pt x="2025462" y="2403353"/>
                  </a:lnTo>
                  <a:lnTo>
                    <a:pt x="1993271" y="2496495"/>
                  </a:lnTo>
                  <a:lnTo>
                    <a:pt x="1961342" y="2586585"/>
                  </a:lnTo>
                  <a:lnTo>
                    <a:pt x="1929677" y="2673299"/>
                  </a:lnTo>
                  <a:lnTo>
                    <a:pt x="1898259" y="2756379"/>
                  </a:lnTo>
                  <a:lnTo>
                    <a:pt x="1867050" y="2835631"/>
                  </a:lnTo>
                  <a:lnTo>
                    <a:pt x="1835994" y="2910926"/>
                  </a:lnTo>
                  <a:lnTo>
                    <a:pt x="1805010" y="2982198"/>
                  </a:lnTo>
                  <a:lnTo>
                    <a:pt x="1773995" y="3049436"/>
                  </a:lnTo>
                  <a:lnTo>
                    <a:pt x="1742817" y="3112684"/>
                  </a:lnTo>
                  <a:lnTo>
                    <a:pt x="1719082" y="3157829"/>
                  </a:lnTo>
                  <a:lnTo>
                    <a:pt x="1675755" y="3233386"/>
                  </a:lnTo>
                  <a:lnTo>
                    <a:pt x="1631092" y="3301856"/>
                  </a:lnTo>
                  <a:lnTo>
                    <a:pt x="1584493" y="3363547"/>
                  </a:lnTo>
                  <a:lnTo>
                    <a:pt x="1535281" y="3419011"/>
                  </a:lnTo>
                  <a:lnTo>
                    <a:pt x="1482759" y="3468890"/>
                  </a:lnTo>
                  <a:lnTo>
                    <a:pt x="1426255" y="3513821"/>
                  </a:lnTo>
                  <a:lnTo>
                    <a:pt x="1365187" y="3554384"/>
                  </a:lnTo>
                  <a:lnTo>
                    <a:pt x="1299137" y="3591070"/>
                  </a:lnTo>
                  <a:lnTo>
                    <a:pt x="1227958" y="3624261"/>
                  </a:lnTo>
                  <a:lnTo>
                    <a:pt x="1151897" y="3654227"/>
                  </a:lnTo>
                  <a:lnTo>
                    <a:pt x="1071741" y="3681122"/>
                  </a:lnTo>
                  <a:lnTo>
                    <a:pt x="988941" y="3704998"/>
                  </a:lnTo>
                  <a:lnTo>
                    <a:pt x="905677" y="3725825"/>
                  </a:lnTo>
                  <a:lnTo>
                    <a:pt x="824804" y="3743534"/>
                  </a:lnTo>
                  <a:lnTo>
                    <a:pt x="749613" y="3758073"/>
                  </a:lnTo>
                  <a:lnTo>
                    <a:pt x="683415" y="3769463"/>
                  </a:lnTo>
                  <a:lnTo>
                    <a:pt x="628978" y="3777851"/>
                  </a:lnTo>
                  <a:lnTo>
                    <a:pt x="587980" y="3783541"/>
                  </a:lnTo>
                  <a:lnTo>
                    <a:pt x="560612" y="3786976"/>
                  </a:lnTo>
                  <a:lnTo>
                    <a:pt x="545451" y="3788704"/>
                  </a:lnTo>
                  <a:lnTo>
                    <a:pt x="539566" y="3789316"/>
                  </a:lnTo>
                  <a:lnTo>
                    <a:pt x="538736" y="3789395"/>
                  </a:lnTo>
                  <a:lnTo>
                    <a:pt x="0" y="37893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9" name="pg1859"/>
            <p:cNvSpPr/>
            <p:nvPr/>
          </p:nvSpPr>
          <p:spPr>
            <a:xfrm>
              <a:off x="546595" y="1202353"/>
              <a:ext cx="8234974" cy="4382850"/>
            </a:xfrm>
            <a:custGeom>
              <a:avLst/>
              <a:pathLst>
                <a:path w="8234974" h="4382850">
                  <a:moveTo>
                    <a:pt x="0" y="4382850"/>
                  </a:moveTo>
                  <a:lnTo>
                    <a:pt x="538736" y="4382850"/>
                  </a:lnTo>
                  <a:lnTo>
                    <a:pt x="540030" y="4382827"/>
                  </a:lnTo>
                  <a:lnTo>
                    <a:pt x="548473" y="4382665"/>
                  </a:lnTo>
                  <a:lnTo>
                    <a:pt x="569523" y="4382216"/>
                  </a:lnTo>
                  <a:lnTo>
                    <a:pt x="606567" y="4381336"/>
                  </a:lnTo>
                  <a:lnTo>
                    <a:pt x="660592" y="4379898"/>
                  </a:lnTo>
                  <a:lnTo>
                    <a:pt x="730168" y="4377809"/>
                  </a:lnTo>
                  <a:lnTo>
                    <a:pt x="811921" y="4375021"/>
                  </a:lnTo>
                  <a:lnTo>
                    <a:pt x="901408" y="4371521"/>
                  </a:lnTo>
                  <a:lnTo>
                    <a:pt x="994068" y="4367321"/>
                  </a:lnTo>
                  <a:lnTo>
                    <a:pt x="1085979" y="4362438"/>
                  </a:lnTo>
                  <a:lnTo>
                    <a:pt x="1174253" y="4356876"/>
                  </a:lnTo>
                  <a:lnTo>
                    <a:pt x="1257110" y="4350618"/>
                  </a:lnTo>
                  <a:lnTo>
                    <a:pt x="1333736" y="4343614"/>
                  </a:lnTo>
                  <a:lnTo>
                    <a:pt x="1404058" y="4335785"/>
                  </a:lnTo>
                  <a:lnTo>
                    <a:pt x="1468505" y="4327019"/>
                  </a:lnTo>
                  <a:lnTo>
                    <a:pt x="1527820" y="4317179"/>
                  </a:lnTo>
                  <a:lnTo>
                    <a:pt x="1582908" y="4306106"/>
                  </a:lnTo>
                  <a:lnTo>
                    <a:pt x="1634730" y="4293642"/>
                  </a:lnTo>
                  <a:lnTo>
                    <a:pt x="1684215" y="4279650"/>
                  </a:lnTo>
                  <a:lnTo>
                    <a:pt x="1719082" y="4268514"/>
                  </a:lnTo>
                  <a:lnTo>
                    <a:pt x="1769208" y="4250701"/>
                  </a:lnTo>
                  <a:lnTo>
                    <a:pt x="1818849" y="4231045"/>
                  </a:lnTo>
                  <a:lnTo>
                    <a:pt x="1868527" y="4209521"/>
                  </a:lnTo>
                  <a:lnTo>
                    <a:pt x="1918596" y="4186167"/>
                  </a:lnTo>
                  <a:lnTo>
                    <a:pt x="1969263" y="4161096"/>
                  </a:lnTo>
                  <a:lnTo>
                    <a:pt x="2020604" y="4134497"/>
                  </a:lnTo>
                  <a:lnTo>
                    <a:pt x="2072582" y="4106637"/>
                  </a:lnTo>
                  <a:lnTo>
                    <a:pt x="2125070" y="4077848"/>
                  </a:lnTo>
                  <a:lnTo>
                    <a:pt x="2177868" y="4048516"/>
                  </a:lnTo>
                  <a:lnTo>
                    <a:pt x="2230741" y="4019059"/>
                  </a:lnTo>
                  <a:lnTo>
                    <a:pt x="2283438" y="3989902"/>
                  </a:lnTo>
                  <a:lnTo>
                    <a:pt x="2335737" y="3961451"/>
                  </a:lnTo>
                  <a:lnTo>
                    <a:pt x="2387464" y="3934073"/>
                  </a:lnTo>
                  <a:lnTo>
                    <a:pt x="2438525" y="3908076"/>
                  </a:lnTo>
                  <a:lnTo>
                    <a:pt x="2488930" y="3883693"/>
                  </a:lnTo>
                  <a:lnTo>
                    <a:pt x="2538805" y="3861082"/>
                  </a:lnTo>
                  <a:lnTo>
                    <a:pt x="2588416" y="3840326"/>
                  </a:lnTo>
                  <a:lnTo>
                    <a:pt x="2638182" y="3821435"/>
                  </a:lnTo>
                  <a:lnTo>
                    <a:pt x="2667772" y="3811173"/>
                  </a:lnTo>
                  <a:lnTo>
                    <a:pt x="2716077" y="3796028"/>
                  </a:lnTo>
                  <a:lnTo>
                    <a:pt x="2766118" y="3782467"/>
                  </a:lnTo>
                  <a:lnTo>
                    <a:pt x="2818743" y="3770401"/>
                  </a:lnTo>
                  <a:lnTo>
                    <a:pt x="2874900" y="3759684"/>
                  </a:lnTo>
                  <a:lnTo>
                    <a:pt x="2935542" y="3750155"/>
                  </a:lnTo>
                  <a:lnTo>
                    <a:pt x="3001542" y="3741660"/>
                  </a:lnTo>
                  <a:lnTo>
                    <a:pt x="3073574" y="3734068"/>
                  </a:lnTo>
                  <a:lnTo>
                    <a:pt x="3151949" y="3727276"/>
                  </a:lnTo>
                  <a:lnTo>
                    <a:pt x="3236416" y="3721213"/>
                  </a:lnTo>
                  <a:lnTo>
                    <a:pt x="3325914" y="3715838"/>
                  </a:lnTo>
                  <a:lnTo>
                    <a:pt x="3418367" y="3711142"/>
                  </a:lnTo>
                  <a:lnTo>
                    <a:pt x="3510582" y="3707133"/>
                  </a:lnTo>
                  <a:lnTo>
                    <a:pt x="3598407" y="3703828"/>
                  </a:lnTo>
                  <a:lnTo>
                    <a:pt x="3677224" y="3701235"/>
                  </a:lnTo>
                  <a:lnTo>
                    <a:pt x="3742787" y="3699333"/>
                  </a:lnTo>
                  <a:lnTo>
                    <a:pt x="3792183" y="3698059"/>
                  </a:lnTo>
                  <a:lnTo>
                    <a:pt x="3824620" y="3697311"/>
                  </a:lnTo>
                  <a:lnTo>
                    <a:pt x="3841767" y="3696956"/>
                  </a:lnTo>
                  <a:lnTo>
                    <a:pt x="3847617" y="3696847"/>
                  </a:lnTo>
                  <a:lnTo>
                    <a:pt x="3848118" y="3696838"/>
                  </a:lnTo>
                  <a:lnTo>
                    <a:pt x="4386855" y="3696838"/>
                  </a:lnTo>
                  <a:lnTo>
                    <a:pt x="4387807" y="3696749"/>
                  </a:lnTo>
                  <a:lnTo>
                    <a:pt x="4394060" y="3696113"/>
                  </a:lnTo>
                  <a:lnTo>
                    <a:pt x="4409813" y="3694356"/>
                  </a:lnTo>
                  <a:lnTo>
                    <a:pt x="4437950" y="3690898"/>
                  </a:lnTo>
                  <a:lnTo>
                    <a:pt x="4479823" y="3685205"/>
                  </a:lnTo>
                  <a:lnTo>
                    <a:pt x="4535149" y="3676848"/>
                  </a:lnTo>
                  <a:lnTo>
                    <a:pt x="4602161" y="3665539"/>
                  </a:lnTo>
                  <a:lnTo>
                    <a:pt x="4678018" y="3651141"/>
                  </a:lnTo>
                  <a:lnTo>
                    <a:pt x="4759369" y="3633639"/>
                  </a:lnTo>
                  <a:lnTo>
                    <a:pt x="4842912" y="3613089"/>
                  </a:lnTo>
                  <a:lnTo>
                    <a:pt x="4925812" y="3589556"/>
                  </a:lnTo>
                  <a:lnTo>
                    <a:pt x="5005923" y="3563065"/>
                  </a:lnTo>
                  <a:lnTo>
                    <a:pt x="5081834" y="3533558"/>
                  </a:lnTo>
                  <a:lnTo>
                    <a:pt x="5152801" y="3500876"/>
                  </a:lnTo>
                  <a:lnTo>
                    <a:pt x="5218610" y="3464745"/>
                  </a:lnTo>
                  <a:lnTo>
                    <a:pt x="5279436" y="3424780"/>
                  </a:lnTo>
                  <a:lnTo>
                    <a:pt x="5335718" y="3380490"/>
                  </a:lnTo>
                  <a:lnTo>
                    <a:pt x="5388054" y="3331300"/>
                  </a:lnTo>
                  <a:lnTo>
                    <a:pt x="5437126" y="3276581"/>
                  </a:lnTo>
                  <a:lnTo>
                    <a:pt x="5483638" y="3215706"/>
                  </a:lnTo>
                  <a:lnTo>
                    <a:pt x="5528265" y="3148149"/>
                  </a:lnTo>
                  <a:lnTo>
                    <a:pt x="5567201" y="3081606"/>
                  </a:lnTo>
                  <a:lnTo>
                    <a:pt x="5598967" y="3022172"/>
                  </a:lnTo>
                  <a:lnTo>
                    <a:pt x="5630446" y="2958824"/>
                  </a:lnTo>
                  <a:lnTo>
                    <a:pt x="5661798" y="2891484"/>
                  </a:lnTo>
                  <a:lnTo>
                    <a:pt x="5693150" y="2820122"/>
                  </a:lnTo>
                  <a:lnTo>
                    <a:pt x="5724602" y="2744762"/>
                  </a:lnTo>
                  <a:lnTo>
                    <a:pt x="5756230" y="2665490"/>
                  </a:lnTo>
                  <a:lnTo>
                    <a:pt x="5788087" y="2582457"/>
                  </a:lnTo>
                  <a:lnTo>
                    <a:pt x="5820203" y="2495879"/>
                  </a:lnTo>
                  <a:lnTo>
                    <a:pt x="5852592" y="2406038"/>
                  </a:lnTo>
                  <a:lnTo>
                    <a:pt x="5885245" y="2313283"/>
                  </a:lnTo>
                  <a:lnTo>
                    <a:pt x="5918143" y="2218024"/>
                  </a:lnTo>
                  <a:lnTo>
                    <a:pt x="5951248" y="2120726"/>
                  </a:lnTo>
                  <a:lnTo>
                    <a:pt x="5984514" y="2021900"/>
                  </a:lnTo>
                  <a:lnTo>
                    <a:pt x="6017886" y="1922093"/>
                  </a:lnTo>
                  <a:lnTo>
                    <a:pt x="6051303" y="1821875"/>
                  </a:lnTo>
                  <a:lnTo>
                    <a:pt x="6084701" y="1721827"/>
                  </a:lnTo>
                  <a:lnTo>
                    <a:pt x="6118018" y="1622524"/>
                  </a:lnTo>
                  <a:lnTo>
                    <a:pt x="6151197" y="1524526"/>
                  </a:lnTo>
                  <a:lnTo>
                    <a:pt x="6184186" y="1428359"/>
                  </a:lnTo>
                  <a:lnTo>
                    <a:pt x="6216944" y="1334509"/>
                  </a:lnTo>
                  <a:lnTo>
                    <a:pt x="6249445" y="1243410"/>
                  </a:lnTo>
                  <a:lnTo>
                    <a:pt x="6281674" y="1155435"/>
                  </a:lnTo>
                  <a:lnTo>
                    <a:pt x="6313636" y="1070897"/>
                  </a:lnTo>
                  <a:lnTo>
                    <a:pt x="6345355" y="990038"/>
                  </a:lnTo>
                  <a:lnTo>
                    <a:pt x="6376872" y="913037"/>
                  </a:lnTo>
                  <a:lnTo>
                    <a:pt x="6408255" y="840004"/>
                  </a:lnTo>
                  <a:lnTo>
                    <a:pt x="6439593" y="770991"/>
                  </a:lnTo>
                  <a:lnTo>
                    <a:pt x="6471002" y="705989"/>
                  </a:lnTo>
                  <a:lnTo>
                    <a:pt x="6502627" y="644940"/>
                  </a:lnTo>
                  <a:lnTo>
                    <a:pt x="6515891" y="620676"/>
                  </a:lnTo>
                  <a:lnTo>
                    <a:pt x="6559338" y="546882"/>
                  </a:lnTo>
                  <a:lnTo>
                    <a:pt x="6604130" y="480029"/>
                  </a:lnTo>
                  <a:lnTo>
                    <a:pt x="6650872" y="419813"/>
                  </a:lnTo>
                  <a:lnTo>
                    <a:pt x="6700247" y="365690"/>
                  </a:lnTo>
                  <a:lnTo>
                    <a:pt x="6752958" y="317032"/>
                  </a:lnTo>
                  <a:lnTo>
                    <a:pt x="6809681" y="273211"/>
                  </a:lnTo>
                  <a:lnTo>
                    <a:pt x="6871001" y="233660"/>
                  </a:lnTo>
                  <a:lnTo>
                    <a:pt x="6937337" y="197899"/>
                  </a:lnTo>
                  <a:lnTo>
                    <a:pt x="7008829" y="165553"/>
                  </a:lnTo>
                  <a:lnTo>
                    <a:pt x="7085216" y="136362"/>
                  </a:lnTo>
                  <a:lnTo>
                    <a:pt x="7165690" y="110175"/>
                  </a:lnTo>
                  <a:lnTo>
                    <a:pt x="7248767" y="86947"/>
                  </a:lnTo>
                  <a:lnTo>
                    <a:pt x="7332226" y="66706"/>
                  </a:lnTo>
                  <a:lnTo>
                    <a:pt x="7413171" y="49521"/>
                  </a:lnTo>
                  <a:lnTo>
                    <a:pt x="7488270" y="35442"/>
                  </a:lnTo>
                  <a:lnTo>
                    <a:pt x="7554200" y="24445"/>
                  </a:lnTo>
                  <a:lnTo>
                    <a:pt x="7608204" y="16377"/>
                  </a:lnTo>
                  <a:lnTo>
                    <a:pt x="7648652" y="10935"/>
                  </a:lnTo>
                  <a:lnTo>
                    <a:pt x="7675429" y="7677"/>
                  </a:lnTo>
                  <a:lnTo>
                    <a:pt x="7690051" y="6062"/>
                  </a:lnTo>
                  <a:lnTo>
                    <a:pt x="7695546" y="550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86" y="89"/>
                  </a:lnTo>
                  <a:lnTo>
                    <a:pt x="7689033" y="724"/>
                  </a:lnTo>
                  <a:lnTo>
                    <a:pt x="7673279" y="2482"/>
                  </a:lnTo>
                  <a:lnTo>
                    <a:pt x="7645142" y="5940"/>
                  </a:lnTo>
                  <a:lnTo>
                    <a:pt x="7603270" y="11633"/>
                  </a:lnTo>
                  <a:lnTo>
                    <a:pt x="7547944" y="19990"/>
                  </a:lnTo>
                  <a:lnTo>
                    <a:pt x="7480932" y="31299"/>
                  </a:lnTo>
                  <a:lnTo>
                    <a:pt x="7405075" y="45697"/>
                  </a:lnTo>
                  <a:lnTo>
                    <a:pt x="7323724" y="63199"/>
                  </a:lnTo>
                  <a:lnTo>
                    <a:pt x="7240180" y="83749"/>
                  </a:lnTo>
                  <a:lnTo>
                    <a:pt x="7157280" y="107282"/>
                  </a:lnTo>
                  <a:lnTo>
                    <a:pt x="7077170" y="133773"/>
                  </a:lnTo>
                  <a:lnTo>
                    <a:pt x="7001258" y="163279"/>
                  </a:lnTo>
                  <a:lnTo>
                    <a:pt x="6930291" y="195962"/>
                  </a:lnTo>
                  <a:lnTo>
                    <a:pt x="6864483" y="232093"/>
                  </a:lnTo>
                  <a:lnTo>
                    <a:pt x="6803657" y="272058"/>
                  </a:lnTo>
                  <a:lnTo>
                    <a:pt x="6747375" y="316348"/>
                  </a:lnTo>
                  <a:lnTo>
                    <a:pt x="6695038" y="365538"/>
                  </a:lnTo>
                  <a:lnTo>
                    <a:pt x="6645966" y="420257"/>
                  </a:lnTo>
                  <a:lnTo>
                    <a:pt x="6599455" y="481132"/>
                  </a:lnTo>
                  <a:lnTo>
                    <a:pt x="6554827" y="548689"/>
                  </a:lnTo>
                  <a:lnTo>
                    <a:pt x="6515891" y="615232"/>
                  </a:lnTo>
                  <a:lnTo>
                    <a:pt x="6484126" y="674666"/>
                  </a:lnTo>
                  <a:lnTo>
                    <a:pt x="6452647" y="738013"/>
                  </a:lnTo>
                  <a:lnTo>
                    <a:pt x="6421295" y="805353"/>
                  </a:lnTo>
                  <a:lnTo>
                    <a:pt x="6389943" y="876716"/>
                  </a:lnTo>
                  <a:lnTo>
                    <a:pt x="6358491" y="952076"/>
                  </a:lnTo>
                  <a:lnTo>
                    <a:pt x="6326862" y="1031347"/>
                  </a:lnTo>
                  <a:lnTo>
                    <a:pt x="6295006" y="1114380"/>
                  </a:lnTo>
                  <a:lnTo>
                    <a:pt x="6262889" y="1200959"/>
                  </a:lnTo>
                  <a:lnTo>
                    <a:pt x="6230501" y="1290800"/>
                  </a:lnTo>
                  <a:lnTo>
                    <a:pt x="6197847" y="1383554"/>
                  </a:lnTo>
                  <a:lnTo>
                    <a:pt x="6164950" y="1478813"/>
                  </a:lnTo>
                  <a:lnTo>
                    <a:pt x="6131844" y="1576112"/>
                  </a:lnTo>
                  <a:lnTo>
                    <a:pt x="6098578" y="1674938"/>
                  </a:lnTo>
                  <a:lnTo>
                    <a:pt x="6065206" y="1774745"/>
                  </a:lnTo>
                  <a:lnTo>
                    <a:pt x="6031790" y="1874963"/>
                  </a:lnTo>
                  <a:lnTo>
                    <a:pt x="5998392" y="1975011"/>
                  </a:lnTo>
                  <a:lnTo>
                    <a:pt x="5965074" y="2074314"/>
                  </a:lnTo>
                  <a:lnTo>
                    <a:pt x="5931896" y="2172312"/>
                  </a:lnTo>
                  <a:lnTo>
                    <a:pt x="5898907" y="2268479"/>
                  </a:lnTo>
                  <a:lnTo>
                    <a:pt x="5866148" y="2362329"/>
                  </a:lnTo>
                  <a:lnTo>
                    <a:pt x="5833648" y="2453428"/>
                  </a:lnTo>
                  <a:lnTo>
                    <a:pt x="5801418" y="2541402"/>
                  </a:lnTo>
                  <a:lnTo>
                    <a:pt x="5769456" y="2625941"/>
                  </a:lnTo>
                  <a:lnTo>
                    <a:pt x="5737738" y="2706799"/>
                  </a:lnTo>
                  <a:lnTo>
                    <a:pt x="5706220" y="2783801"/>
                  </a:lnTo>
                  <a:lnTo>
                    <a:pt x="5674837" y="2856833"/>
                  </a:lnTo>
                  <a:lnTo>
                    <a:pt x="5643499" y="2925847"/>
                  </a:lnTo>
                  <a:lnTo>
                    <a:pt x="5612091" y="2990848"/>
                  </a:lnTo>
                  <a:lnTo>
                    <a:pt x="5580466" y="3051898"/>
                  </a:lnTo>
                  <a:lnTo>
                    <a:pt x="5567201" y="3076161"/>
                  </a:lnTo>
                  <a:lnTo>
                    <a:pt x="5523754" y="3149956"/>
                  </a:lnTo>
                  <a:lnTo>
                    <a:pt x="5478962" y="3216808"/>
                  </a:lnTo>
                  <a:lnTo>
                    <a:pt x="5432220" y="3277025"/>
                  </a:lnTo>
                  <a:lnTo>
                    <a:pt x="5382846" y="3331147"/>
                  </a:lnTo>
                  <a:lnTo>
                    <a:pt x="5330135" y="3379806"/>
                  </a:lnTo>
                  <a:lnTo>
                    <a:pt x="5273412" y="3423627"/>
                  </a:lnTo>
                  <a:lnTo>
                    <a:pt x="5212091" y="3463178"/>
                  </a:lnTo>
                  <a:lnTo>
                    <a:pt x="5145756" y="3498939"/>
                  </a:lnTo>
                  <a:lnTo>
                    <a:pt x="5074264" y="3531284"/>
                  </a:lnTo>
                  <a:lnTo>
                    <a:pt x="4997877" y="3560476"/>
                  </a:lnTo>
                  <a:lnTo>
                    <a:pt x="4917403" y="3586662"/>
                  </a:lnTo>
                  <a:lnTo>
                    <a:pt x="4834325" y="3609891"/>
                  </a:lnTo>
                  <a:lnTo>
                    <a:pt x="4750866" y="3630132"/>
                  </a:lnTo>
                  <a:lnTo>
                    <a:pt x="4669922" y="3647317"/>
                  </a:lnTo>
                  <a:lnTo>
                    <a:pt x="4594822" y="3661396"/>
                  </a:lnTo>
                  <a:lnTo>
                    <a:pt x="4528893" y="3672393"/>
                  </a:lnTo>
                  <a:lnTo>
                    <a:pt x="4474889" y="3680461"/>
                  </a:lnTo>
                  <a:lnTo>
                    <a:pt x="4434440" y="3685902"/>
                  </a:lnTo>
                  <a:lnTo>
                    <a:pt x="4407664" y="3689161"/>
                  </a:lnTo>
                  <a:lnTo>
                    <a:pt x="4393042" y="3690776"/>
                  </a:lnTo>
                  <a:lnTo>
                    <a:pt x="4387547" y="3691329"/>
                  </a:lnTo>
                  <a:lnTo>
                    <a:pt x="4386855" y="3691394"/>
                  </a:lnTo>
                  <a:lnTo>
                    <a:pt x="3848118" y="3691394"/>
                  </a:lnTo>
                  <a:lnTo>
                    <a:pt x="3846824" y="3691416"/>
                  </a:lnTo>
                  <a:lnTo>
                    <a:pt x="3838382" y="3691579"/>
                  </a:lnTo>
                  <a:lnTo>
                    <a:pt x="3817332" y="3692027"/>
                  </a:lnTo>
                  <a:lnTo>
                    <a:pt x="3780288" y="3692907"/>
                  </a:lnTo>
                  <a:lnTo>
                    <a:pt x="3726263" y="3694346"/>
                  </a:lnTo>
                  <a:lnTo>
                    <a:pt x="3656687" y="3696434"/>
                  </a:lnTo>
                  <a:lnTo>
                    <a:pt x="3574934" y="3699222"/>
                  </a:lnTo>
                  <a:lnTo>
                    <a:pt x="3485447" y="3702722"/>
                  </a:lnTo>
                  <a:lnTo>
                    <a:pt x="3392787" y="3706922"/>
                  </a:lnTo>
                  <a:lnTo>
                    <a:pt x="3300875" y="3711806"/>
                  </a:lnTo>
                  <a:lnTo>
                    <a:pt x="3212601" y="3717367"/>
                  </a:lnTo>
                  <a:lnTo>
                    <a:pt x="3129745" y="3723626"/>
                  </a:lnTo>
                  <a:lnTo>
                    <a:pt x="3053118" y="3730629"/>
                  </a:lnTo>
                  <a:lnTo>
                    <a:pt x="2982797" y="3738458"/>
                  </a:lnTo>
                  <a:lnTo>
                    <a:pt x="2918349" y="3747224"/>
                  </a:lnTo>
                  <a:lnTo>
                    <a:pt x="2859034" y="3757065"/>
                  </a:lnTo>
                  <a:lnTo>
                    <a:pt x="2803946" y="3768137"/>
                  </a:lnTo>
                  <a:lnTo>
                    <a:pt x="2752124" y="3780601"/>
                  </a:lnTo>
                  <a:lnTo>
                    <a:pt x="2702640" y="3794593"/>
                  </a:lnTo>
                  <a:lnTo>
                    <a:pt x="2667772" y="3805729"/>
                  </a:lnTo>
                  <a:lnTo>
                    <a:pt x="2617646" y="3823542"/>
                  </a:lnTo>
                  <a:lnTo>
                    <a:pt x="2568006" y="3843198"/>
                  </a:lnTo>
                  <a:lnTo>
                    <a:pt x="2518328" y="3864722"/>
                  </a:lnTo>
                  <a:lnTo>
                    <a:pt x="2468258" y="3888077"/>
                  </a:lnTo>
                  <a:lnTo>
                    <a:pt x="2417592" y="3913148"/>
                  </a:lnTo>
                  <a:lnTo>
                    <a:pt x="2366251" y="3939746"/>
                  </a:lnTo>
                  <a:lnTo>
                    <a:pt x="2314272" y="3967606"/>
                  </a:lnTo>
                  <a:lnTo>
                    <a:pt x="2261785" y="3996395"/>
                  </a:lnTo>
                  <a:lnTo>
                    <a:pt x="2208986" y="4025727"/>
                  </a:lnTo>
                  <a:lnTo>
                    <a:pt x="2156114" y="4055184"/>
                  </a:lnTo>
                  <a:lnTo>
                    <a:pt x="2103416" y="4084342"/>
                  </a:lnTo>
                  <a:lnTo>
                    <a:pt x="2051118" y="4112792"/>
                  </a:lnTo>
                  <a:lnTo>
                    <a:pt x="1999391" y="4140170"/>
                  </a:lnTo>
                  <a:lnTo>
                    <a:pt x="1948329" y="4166167"/>
                  </a:lnTo>
                  <a:lnTo>
                    <a:pt x="1897925" y="4190550"/>
                  </a:lnTo>
                  <a:lnTo>
                    <a:pt x="1848049" y="4213161"/>
                  </a:lnTo>
                  <a:lnTo>
                    <a:pt x="1798438" y="4233917"/>
                  </a:lnTo>
                  <a:lnTo>
                    <a:pt x="1748672" y="4252808"/>
                  </a:lnTo>
                  <a:lnTo>
                    <a:pt x="1719082" y="4263070"/>
                  </a:lnTo>
                  <a:lnTo>
                    <a:pt x="1670777" y="4278215"/>
                  </a:lnTo>
                  <a:lnTo>
                    <a:pt x="1620737" y="4291776"/>
                  </a:lnTo>
                  <a:lnTo>
                    <a:pt x="1568111" y="4303842"/>
                  </a:lnTo>
                  <a:lnTo>
                    <a:pt x="1511955" y="4314559"/>
                  </a:lnTo>
                  <a:lnTo>
                    <a:pt x="1451313" y="4324088"/>
                  </a:lnTo>
                  <a:lnTo>
                    <a:pt x="1385312" y="4332584"/>
                  </a:lnTo>
                  <a:lnTo>
                    <a:pt x="1313281" y="4340176"/>
                  </a:lnTo>
                  <a:lnTo>
                    <a:pt x="1234905" y="4346967"/>
                  </a:lnTo>
                  <a:lnTo>
                    <a:pt x="1150439" y="4353031"/>
                  </a:lnTo>
                  <a:lnTo>
                    <a:pt x="1060941" y="4358405"/>
                  </a:lnTo>
                  <a:lnTo>
                    <a:pt x="968488" y="4363101"/>
                  </a:lnTo>
                  <a:lnTo>
                    <a:pt x="876272" y="4367110"/>
                  </a:lnTo>
                  <a:lnTo>
                    <a:pt x="788448" y="4370415"/>
                  </a:lnTo>
                  <a:lnTo>
                    <a:pt x="709631" y="4373008"/>
                  </a:lnTo>
                  <a:lnTo>
                    <a:pt x="644068" y="4374911"/>
                  </a:lnTo>
                  <a:lnTo>
                    <a:pt x="594672" y="4376184"/>
                  </a:lnTo>
                  <a:lnTo>
                    <a:pt x="562235" y="4376932"/>
                  </a:lnTo>
                  <a:lnTo>
                    <a:pt x="545088" y="4377287"/>
                  </a:lnTo>
                  <a:lnTo>
                    <a:pt x="539237" y="4377396"/>
                  </a:lnTo>
                  <a:lnTo>
                    <a:pt x="538736" y="4377405"/>
                  </a:lnTo>
                  <a:lnTo>
                    <a:pt x="0" y="4377405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60" name="pl1860"/>
            <p:cNvSpPr/>
            <p:nvPr/>
          </p:nvSpPr>
          <p:spPr>
            <a:xfrm>
              <a:off x="546595" y="1207798"/>
              <a:ext cx="8234974" cy="4377405"/>
            </a:xfrm>
            <a:custGeom>
              <a:avLst/>
              <a:pathLst>
                <a:path w="8234974" h="4377405">
                  <a:moveTo>
                    <a:pt x="0" y="4377405"/>
                  </a:moveTo>
                  <a:lnTo>
                    <a:pt x="538736" y="4377405"/>
                  </a:lnTo>
                  <a:lnTo>
                    <a:pt x="540030" y="4377382"/>
                  </a:lnTo>
                  <a:lnTo>
                    <a:pt x="548473" y="4377220"/>
                  </a:lnTo>
                  <a:lnTo>
                    <a:pt x="569523" y="4376771"/>
                  </a:lnTo>
                  <a:lnTo>
                    <a:pt x="606567" y="4375891"/>
                  </a:lnTo>
                  <a:lnTo>
                    <a:pt x="660592" y="4374453"/>
                  </a:lnTo>
                  <a:lnTo>
                    <a:pt x="730168" y="4372365"/>
                  </a:lnTo>
                  <a:lnTo>
                    <a:pt x="811921" y="4369576"/>
                  </a:lnTo>
                  <a:lnTo>
                    <a:pt x="901408" y="4366076"/>
                  </a:lnTo>
                  <a:lnTo>
                    <a:pt x="994068" y="4361876"/>
                  </a:lnTo>
                  <a:lnTo>
                    <a:pt x="1085979" y="4356993"/>
                  </a:lnTo>
                  <a:lnTo>
                    <a:pt x="1174253" y="4351431"/>
                  </a:lnTo>
                  <a:lnTo>
                    <a:pt x="1257110" y="4345173"/>
                  </a:lnTo>
                  <a:lnTo>
                    <a:pt x="1333736" y="4338169"/>
                  </a:lnTo>
                  <a:lnTo>
                    <a:pt x="1404058" y="4330340"/>
                  </a:lnTo>
                  <a:lnTo>
                    <a:pt x="1468505" y="4321575"/>
                  </a:lnTo>
                  <a:lnTo>
                    <a:pt x="1527820" y="4311734"/>
                  </a:lnTo>
                  <a:lnTo>
                    <a:pt x="1582908" y="4300662"/>
                  </a:lnTo>
                  <a:lnTo>
                    <a:pt x="1634730" y="4288197"/>
                  </a:lnTo>
                  <a:lnTo>
                    <a:pt x="1684215" y="4274206"/>
                  </a:lnTo>
                  <a:lnTo>
                    <a:pt x="1719082" y="4263070"/>
                  </a:lnTo>
                  <a:lnTo>
                    <a:pt x="1769208" y="4245257"/>
                  </a:lnTo>
                  <a:lnTo>
                    <a:pt x="1818849" y="4225601"/>
                  </a:lnTo>
                  <a:lnTo>
                    <a:pt x="1868527" y="4204076"/>
                  </a:lnTo>
                  <a:lnTo>
                    <a:pt x="1918596" y="4180722"/>
                  </a:lnTo>
                  <a:lnTo>
                    <a:pt x="1969263" y="4155651"/>
                  </a:lnTo>
                  <a:lnTo>
                    <a:pt x="2020604" y="4129053"/>
                  </a:lnTo>
                  <a:lnTo>
                    <a:pt x="2072582" y="4101193"/>
                  </a:lnTo>
                  <a:lnTo>
                    <a:pt x="2125070" y="4072404"/>
                  </a:lnTo>
                  <a:lnTo>
                    <a:pt x="2177868" y="4043072"/>
                  </a:lnTo>
                  <a:lnTo>
                    <a:pt x="2230741" y="4013615"/>
                  </a:lnTo>
                  <a:lnTo>
                    <a:pt x="2283438" y="3984457"/>
                  </a:lnTo>
                  <a:lnTo>
                    <a:pt x="2335737" y="3956006"/>
                  </a:lnTo>
                  <a:lnTo>
                    <a:pt x="2387464" y="3928629"/>
                  </a:lnTo>
                  <a:lnTo>
                    <a:pt x="2438525" y="3902631"/>
                  </a:lnTo>
                  <a:lnTo>
                    <a:pt x="2488930" y="3878248"/>
                  </a:lnTo>
                  <a:lnTo>
                    <a:pt x="2538805" y="3855638"/>
                  </a:lnTo>
                  <a:lnTo>
                    <a:pt x="2588416" y="3834882"/>
                  </a:lnTo>
                  <a:lnTo>
                    <a:pt x="2638182" y="3815991"/>
                  </a:lnTo>
                  <a:lnTo>
                    <a:pt x="2667772" y="3805729"/>
                  </a:lnTo>
                  <a:lnTo>
                    <a:pt x="2716077" y="3790584"/>
                  </a:lnTo>
                  <a:lnTo>
                    <a:pt x="2766118" y="3777023"/>
                  </a:lnTo>
                  <a:lnTo>
                    <a:pt x="2818743" y="3764957"/>
                  </a:lnTo>
                  <a:lnTo>
                    <a:pt x="2874900" y="3754240"/>
                  </a:lnTo>
                  <a:lnTo>
                    <a:pt x="2935542" y="3744710"/>
                  </a:lnTo>
                  <a:lnTo>
                    <a:pt x="3001542" y="3736215"/>
                  </a:lnTo>
                  <a:lnTo>
                    <a:pt x="3073574" y="3728623"/>
                  </a:lnTo>
                  <a:lnTo>
                    <a:pt x="3151949" y="3721831"/>
                  </a:lnTo>
                  <a:lnTo>
                    <a:pt x="3236416" y="3715768"/>
                  </a:lnTo>
                  <a:lnTo>
                    <a:pt x="3325914" y="3710394"/>
                  </a:lnTo>
                  <a:lnTo>
                    <a:pt x="3418367" y="3705697"/>
                  </a:lnTo>
                  <a:lnTo>
                    <a:pt x="3510582" y="3701688"/>
                  </a:lnTo>
                  <a:lnTo>
                    <a:pt x="3598407" y="3698384"/>
                  </a:lnTo>
                  <a:lnTo>
                    <a:pt x="3677224" y="3695791"/>
                  </a:lnTo>
                  <a:lnTo>
                    <a:pt x="3742787" y="3693888"/>
                  </a:lnTo>
                  <a:lnTo>
                    <a:pt x="3792183" y="3692614"/>
                  </a:lnTo>
                  <a:lnTo>
                    <a:pt x="3824620" y="3691867"/>
                  </a:lnTo>
                  <a:lnTo>
                    <a:pt x="3841767" y="3691512"/>
                  </a:lnTo>
                  <a:lnTo>
                    <a:pt x="3847617" y="3691402"/>
                  </a:lnTo>
                  <a:lnTo>
                    <a:pt x="3848118" y="3691394"/>
                  </a:lnTo>
                  <a:lnTo>
                    <a:pt x="4386855" y="3691394"/>
                  </a:lnTo>
                  <a:lnTo>
                    <a:pt x="4387807" y="3691305"/>
                  </a:lnTo>
                  <a:lnTo>
                    <a:pt x="4394060" y="3690669"/>
                  </a:lnTo>
                  <a:lnTo>
                    <a:pt x="4409813" y="3688911"/>
                  </a:lnTo>
                  <a:lnTo>
                    <a:pt x="4437950" y="3685453"/>
                  </a:lnTo>
                  <a:lnTo>
                    <a:pt x="4479823" y="3679760"/>
                  </a:lnTo>
                  <a:lnTo>
                    <a:pt x="4535149" y="3671403"/>
                  </a:lnTo>
                  <a:lnTo>
                    <a:pt x="4602161" y="3660094"/>
                  </a:lnTo>
                  <a:lnTo>
                    <a:pt x="4678018" y="3645696"/>
                  </a:lnTo>
                  <a:lnTo>
                    <a:pt x="4759369" y="3628194"/>
                  </a:lnTo>
                  <a:lnTo>
                    <a:pt x="4842912" y="3607644"/>
                  </a:lnTo>
                  <a:lnTo>
                    <a:pt x="4925812" y="3584111"/>
                  </a:lnTo>
                  <a:lnTo>
                    <a:pt x="5005923" y="3557620"/>
                  </a:lnTo>
                  <a:lnTo>
                    <a:pt x="5081834" y="3528114"/>
                  </a:lnTo>
                  <a:lnTo>
                    <a:pt x="5152801" y="3495432"/>
                  </a:lnTo>
                  <a:lnTo>
                    <a:pt x="5218610" y="3459301"/>
                  </a:lnTo>
                  <a:lnTo>
                    <a:pt x="5279436" y="3419335"/>
                  </a:lnTo>
                  <a:lnTo>
                    <a:pt x="5335718" y="3375045"/>
                  </a:lnTo>
                  <a:lnTo>
                    <a:pt x="5388054" y="3325856"/>
                  </a:lnTo>
                  <a:lnTo>
                    <a:pt x="5437126" y="3271136"/>
                  </a:lnTo>
                  <a:lnTo>
                    <a:pt x="5483638" y="3210261"/>
                  </a:lnTo>
                  <a:lnTo>
                    <a:pt x="5528265" y="3142704"/>
                  </a:lnTo>
                  <a:lnTo>
                    <a:pt x="5567201" y="3076161"/>
                  </a:lnTo>
                  <a:lnTo>
                    <a:pt x="5598967" y="3016727"/>
                  </a:lnTo>
                  <a:lnTo>
                    <a:pt x="5630446" y="2953380"/>
                  </a:lnTo>
                  <a:lnTo>
                    <a:pt x="5661798" y="2886040"/>
                  </a:lnTo>
                  <a:lnTo>
                    <a:pt x="5693150" y="2814677"/>
                  </a:lnTo>
                  <a:lnTo>
                    <a:pt x="5724602" y="2739317"/>
                  </a:lnTo>
                  <a:lnTo>
                    <a:pt x="5756230" y="2660046"/>
                  </a:lnTo>
                  <a:lnTo>
                    <a:pt x="5788087" y="2577013"/>
                  </a:lnTo>
                  <a:lnTo>
                    <a:pt x="5820203" y="2490434"/>
                  </a:lnTo>
                  <a:lnTo>
                    <a:pt x="5852592" y="2400594"/>
                  </a:lnTo>
                  <a:lnTo>
                    <a:pt x="5885245" y="2307839"/>
                  </a:lnTo>
                  <a:lnTo>
                    <a:pt x="5918143" y="2212580"/>
                  </a:lnTo>
                  <a:lnTo>
                    <a:pt x="5951248" y="2115282"/>
                  </a:lnTo>
                  <a:lnTo>
                    <a:pt x="5984514" y="2016455"/>
                  </a:lnTo>
                  <a:lnTo>
                    <a:pt x="6017886" y="1916648"/>
                  </a:lnTo>
                  <a:lnTo>
                    <a:pt x="6051303" y="1816430"/>
                  </a:lnTo>
                  <a:lnTo>
                    <a:pt x="6084701" y="1716382"/>
                  </a:lnTo>
                  <a:lnTo>
                    <a:pt x="6118018" y="1617080"/>
                  </a:lnTo>
                  <a:lnTo>
                    <a:pt x="6151197" y="1519081"/>
                  </a:lnTo>
                  <a:lnTo>
                    <a:pt x="6184186" y="1422914"/>
                  </a:lnTo>
                  <a:lnTo>
                    <a:pt x="6216944" y="1329064"/>
                  </a:lnTo>
                  <a:lnTo>
                    <a:pt x="6249445" y="1237965"/>
                  </a:lnTo>
                  <a:lnTo>
                    <a:pt x="6281674" y="1149991"/>
                  </a:lnTo>
                  <a:lnTo>
                    <a:pt x="6313636" y="1065452"/>
                  </a:lnTo>
                  <a:lnTo>
                    <a:pt x="6345355" y="984594"/>
                  </a:lnTo>
                  <a:lnTo>
                    <a:pt x="6376872" y="907592"/>
                  </a:lnTo>
                  <a:lnTo>
                    <a:pt x="6408255" y="834560"/>
                  </a:lnTo>
                  <a:lnTo>
                    <a:pt x="6439593" y="765546"/>
                  </a:lnTo>
                  <a:lnTo>
                    <a:pt x="6471002" y="700545"/>
                  </a:lnTo>
                  <a:lnTo>
                    <a:pt x="6502627" y="639495"/>
                  </a:lnTo>
                  <a:lnTo>
                    <a:pt x="6515891" y="615232"/>
                  </a:lnTo>
                  <a:lnTo>
                    <a:pt x="6559338" y="541437"/>
                  </a:lnTo>
                  <a:lnTo>
                    <a:pt x="6604130" y="474585"/>
                  </a:lnTo>
                  <a:lnTo>
                    <a:pt x="6650872" y="414368"/>
                  </a:lnTo>
                  <a:lnTo>
                    <a:pt x="6700247" y="360246"/>
                  </a:lnTo>
                  <a:lnTo>
                    <a:pt x="6752958" y="311587"/>
                  </a:lnTo>
                  <a:lnTo>
                    <a:pt x="6809681" y="267767"/>
                  </a:lnTo>
                  <a:lnTo>
                    <a:pt x="6871001" y="228216"/>
                  </a:lnTo>
                  <a:lnTo>
                    <a:pt x="6937337" y="192454"/>
                  </a:lnTo>
                  <a:lnTo>
                    <a:pt x="7008829" y="160109"/>
                  </a:lnTo>
                  <a:lnTo>
                    <a:pt x="7085216" y="130917"/>
                  </a:lnTo>
                  <a:lnTo>
                    <a:pt x="7165690" y="104731"/>
                  </a:lnTo>
                  <a:lnTo>
                    <a:pt x="7248767" y="81502"/>
                  </a:lnTo>
                  <a:lnTo>
                    <a:pt x="7332226" y="61261"/>
                  </a:lnTo>
                  <a:lnTo>
                    <a:pt x="7413171" y="44076"/>
                  </a:lnTo>
                  <a:lnTo>
                    <a:pt x="7488270" y="29997"/>
                  </a:lnTo>
                  <a:lnTo>
                    <a:pt x="7554200" y="19000"/>
                  </a:lnTo>
                  <a:lnTo>
                    <a:pt x="7608204" y="10932"/>
                  </a:lnTo>
                  <a:lnTo>
                    <a:pt x="7648652" y="5491"/>
                  </a:lnTo>
                  <a:lnTo>
                    <a:pt x="7675429" y="2233"/>
                  </a:lnTo>
                  <a:lnTo>
                    <a:pt x="7690051" y="617"/>
                  </a:lnTo>
                  <a:lnTo>
                    <a:pt x="7695546" y="6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1" name="pl1861"/>
            <p:cNvSpPr/>
            <p:nvPr/>
          </p:nvSpPr>
          <p:spPr>
            <a:xfrm>
              <a:off x="546595" y="1202353"/>
              <a:ext cx="8234974" cy="4377405"/>
            </a:xfrm>
            <a:custGeom>
              <a:avLst/>
              <a:pathLst>
                <a:path w="8234974" h="4377405">
                  <a:moveTo>
                    <a:pt x="8234974" y="0"/>
                  </a:moveTo>
                  <a:lnTo>
                    <a:pt x="7696237" y="0"/>
                  </a:lnTo>
                  <a:lnTo>
                    <a:pt x="7695286" y="89"/>
                  </a:lnTo>
                  <a:lnTo>
                    <a:pt x="7689033" y="724"/>
                  </a:lnTo>
                  <a:lnTo>
                    <a:pt x="7673279" y="2482"/>
                  </a:lnTo>
                  <a:lnTo>
                    <a:pt x="7645142" y="5940"/>
                  </a:lnTo>
                  <a:lnTo>
                    <a:pt x="7603270" y="11633"/>
                  </a:lnTo>
                  <a:lnTo>
                    <a:pt x="7547944" y="19990"/>
                  </a:lnTo>
                  <a:lnTo>
                    <a:pt x="7480932" y="31299"/>
                  </a:lnTo>
                  <a:lnTo>
                    <a:pt x="7405075" y="45697"/>
                  </a:lnTo>
                  <a:lnTo>
                    <a:pt x="7323724" y="63199"/>
                  </a:lnTo>
                  <a:lnTo>
                    <a:pt x="7240180" y="83749"/>
                  </a:lnTo>
                  <a:lnTo>
                    <a:pt x="7157280" y="107282"/>
                  </a:lnTo>
                  <a:lnTo>
                    <a:pt x="7077170" y="133773"/>
                  </a:lnTo>
                  <a:lnTo>
                    <a:pt x="7001258" y="163279"/>
                  </a:lnTo>
                  <a:lnTo>
                    <a:pt x="6930291" y="195962"/>
                  </a:lnTo>
                  <a:lnTo>
                    <a:pt x="6864483" y="232093"/>
                  </a:lnTo>
                  <a:lnTo>
                    <a:pt x="6803657" y="272058"/>
                  </a:lnTo>
                  <a:lnTo>
                    <a:pt x="6747375" y="316348"/>
                  </a:lnTo>
                  <a:lnTo>
                    <a:pt x="6695038" y="365538"/>
                  </a:lnTo>
                  <a:lnTo>
                    <a:pt x="6645966" y="420257"/>
                  </a:lnTo>
                  <a:lnTo>
                    <a:pt x="6599455" y="481132"/>
                  </a:lnTo>
                  <a:lnTo>
                    <a:pt x="6554827" y="548689"/>
                  </a:lnTo>
                  <a:lnTo>
                    <a:pt x="6515891" y="615232"/>
                  </a:lnTo>
                  <a:lnTo>
                    <a:pt x="6484126" y="674666"/>
                  </a:lnTo>
                  <a:lnTo>
                    <a:pt x="6452647" y="738013"/>
                  </a:lnTo>
                  <a:lnTo>
                    <a:pt x="6421295" y="805353"/>
                  </a:lnTo>
                  <a:lnTo>
                    <a:pt x="6389943" y="876716"/>
                  </a:lnTo>
                  <a:lnTo>
                    <a:pt x="6358491" y="952076"/>
                  </a:lnTo>
                  <a:lnTo>
                    <a:pt x="6326862" y="1031347"/>
                  </a:lnTo>
                  <a:lnTo>
                    <a:pt x="6295006" y="1114380"/>
                  </a:lnTo>
                  <a:lnTo>
                    <a:pt x="6262889" y="1200959"/>
                  </a:lnTo>
                  <a:lnTo>
                    <a:pt x="6230501" y="1290800"/>
                  </a:lnTo>
                  <a:lnTo>
                    <a:pt x="6197847" y="1383554"/>
                  </a:lnTo>
                  <a:lnTo>
                    <a:pt x="6164950" y="1478813"/>
                  </a:lnTo>
                  <a:lnTo>
                    <a:pt x="6131844" y="1576112"/>
                  </a:lnTo>
                  <a:lnTo>
                    <a:pt x="6098578" y="1674938"/>
                  </a:lnTo>
                  <a:lnTo>
                    <a:pt x="6065206" y="1774745"/>
                  </a:lnTo>
                  <a:lnTo>
                    <a:pt x="6031790" y="1874963"/>
                  </a:lnTo>
                  <a:lnTo>
                    <a:pt x="5998392" y="1975011"/>
                  </a:lnTo>
                  <a:lnTo>
                    <a:pt x="5965074" y="2074314"/>
                  </a:lnTo>
                  <a:lnTo>
                    <a:pt x="5931896" y="2172312"/>
                  </a:lnTo>
                  <a:lnTo>
                    <a:pt x="5898907" y="2268479"/>
                  </a:lnTo>
                  <a:lnTo>
                    <a:pt x="5866148" y="2362329"/>
                  </a:lnTo>
                  <a:lnTo>
                    <a:pt x="5833648" y="2453428"/>
                  </a:lnTo>
                  <a:lnTo>
                    <a:pt x="5801418" y="2541402"/>
                  </a:lnTo>
                  <a:lnTo>
                    <a:pt x="5769456" y="2625941"/>
                  </a:lnTo>
                  <a:lnTo>
                    <a:pt x="5737738" y="2706799"/>
                  </a:lnTo>
                  <a:lnTo>
                    <a:pt x="5706220" y="2783801"/>
                  </a:lnTo>
                  <a:lnTo>
                    <a:pt x="5674837" y="2856833"/>
                  </a:lnTo>
                  <a:lnTo>
                    <a:pt x="5643499" y="2925847"/>
                  </a:lnTo>
                  <a:lnTo>
                    <a:pt x="5612091" y="2990848"/>
                  </a:lnTo>
                  <a:lnTo>
                    <a:pt x="5580466" y="3051898"/>
                  </a:lnTo>
                  <a:lnTo>
                    <a:pt x="5567201" y="3076161"/>
                  </a:lnTo>
                  <a:lnTo>
                    <a:pt x="5523754" y="3149956"/>
                  </a:lnTo>
                  <a:lnTo>
                    <a:pt x="5478962" y="3216808"/>
                  </a:lnTo>
                  <a:lnTo>
                    <a:pt x="5432220" y="3277025"/>
                  </a:lnTo>
                  <a:lnTo>
                    <a:pt x="5382846" y="3331147"/>
                  </a:lnTo>
                  <a:lnTo>
                    <a:pt x="5330135" y="3379806"/>
                  </a:lnTo>
                  <a:lnTo>
                    <a:pt x="5273412" y="3423627"/>
                  </a:lnTo>
                  <a:lnTo>
                    <a:pt x="5212091" y="3463178"/>
                  </a:lnTo>
                  <a:lnTo>
                    <a:pt x="5145756" y="3498939"/>
                  </a:lnTo>
                  <a:lnTo>
                    <a:pt x="5074264" y="3531284"/>
                  </a:lnTo>
                  <a:lnTo>
                    <a:pt x="4997877" y="3560476"/>
                  </a:lnTo>
                  <a:lnTo>
                    <a:pt x="4917403" y="3586662"/>
                  </a:lnTo>
                  <a:lnTo>
                    <a:pt x="4834325" y="3609891"/>
                  </a:lnTo>
                  <a:lnTo>
                    <a:pt x="4750866" y="3630132"/>
                  </a:lnTo>
                  <a:lnTo>
                    <a:pt x="4669922" y="3647317"/>
                  </a:lnTo>
                  <a:lnTo>
                    <a:pt x="4594822" y="3661396"/>
                  </a:lnTo>
                  <a:lnTo>
                    <a:pt x="4528893" y="3672393"/>
                  </a:lnTo>
                  <a:lnTo>
                    <a:pt x="4474889" y="3680461"/>
                  </a:lnTo>
                  <a:lnTo>
                    <a:pt x="4434440" y="3685902"/>
                  </a:lnTo>
                  <a:lnTo>
                    <a:pt x="4407664" y="3689161"/>
                  </a:lnTo>
                  <a:lnTo>
                    <a:pt x="4393042" y="3690776"/>
                  </a:lnTo>
                  <a:lnTo>
                    <a:pt x="4387547" y="3691329"/>
                  </a:lnTo>
                  <a:lnTo>
                    <a:pt x="4386855" y="3691394"/>
                  </a:lnTo>
                  <a:lnTo>
                    <a:pt x="3848118" y="3691394"/>
                  </a:lnTo>
                  <a:lnTo>
                    <a:pt x="3846824" y="3691416"/>
                  </a:lnTo>
                  <a:lnTo>
                    <a:pt x="3838382" y="3691579"/>
                  </a:lnTo>
                  <a:lnTo>
                    <a:pt x="3817332" y="3692027"/>
                  </a:lnTo>
                  <a:lnTo>
                    <a:pt x="3780288" y="3692907"/>
                  </a:lnTo>
                  <a:lnTo>
                    <a:pt x="3726263" y="3694346"/>
                  </a:lnTo>
                  <a:lnTo>
                    <a:pt x="3656687" y="3696434"/>
                  </a:lnTo>
                  <a:lnTo>
                    <a:pt x="3574934" y="3699222"/>
                  </a:lnTo>
                  <a:lnTo>
                    <a:pt x="3485447" y="3702722"/>
                  </a:lnTo>
                  <a:lnTo>
                    <a:pt x="3392787" y="3706922"/>
                  </a:lnTo>
                  <a:lnTo>
                    <a:pt x="3300875" y="3711806"/>
                  </a:lnTo>
                  <a:lnTo>
                    <a:pt x="3212601" y="3717367"/>
                  </a:lnTo>
                  <a:lnTo>
                    <a:pt x="3129745" y="3723626"/>
                  </a:lnTo>
                  <a:lnTo>
                    <a:pt x="3053118" y="3730629"/>
                  </a:lnTo>
                  <a:lnTo>
                    <a:pt x="2982797" y="3738458"/>
                  </a:lnTo>
                  <a:lnTo>
                    <a:pt x="2918349" y="3747224"/>
                  </a:lnTo>
                  <a:lnTo>
                    <a:pt x="2859034" y="3757065"/>
                  </a:lnTo>
                  <a:lnTo>
                    <a:pt x="2803946" y="3768137"/>
                  </a:lnTo>
                  <a:lnTo>
                    <a:pt x="2752124" y="3780601"/>
                  </a:lnTo>
                  <a:lnTo>
                    <a:pt x="2702640" y="3794593"/>
                  </a:lnTo>
                  <a:lnTo>
                    <a:pt x="2667772" y="3805729"/>
                  </a:lnTo>
                  <a:lnTo>
                    <a:pt x="2617646" y="3823542"/>
                  </a:lnTo>
                  <a:lnTo>
                    <a:pt x="2568006" y="3843198"/>
                  </a:lnTo>
                  <a:lnTo>
                    <a:pt x="2518328" y="3864722"/>
                  </a:lnTo>
                  <a:lnTo>
                    <a:pt x="2468258" y="3888077"/>
                  </a:lnTo>
                  <a:lnTo>
                    <a:pt x="2417592" y="3913148"/>
                  </a:lnTo>
                  <a:lnTo>
                    <a:pt x="2366251" y="3939746"/>
                  </a:lnTo>
                  <a:lnTo>
                    <a:pt x="2314272" y="3967606"/>
                  </a:lnTo>
                  <a:lnTo>
                    <a:pt x="2261785" y="3996395"/>
                  </a:lnTo>
                  <a:lnTo>
                    <a:pt x="2208986" y="4025727"/>
                  </a:lnTo>
                  <a:lnTo>
                    <a:pt x="2156114" y="4055184"/>
                  </a:lnTo>
                  <a:lnTo>
                    <a:pt x="2103416" y="4084342"/>
                  </a:lnTo>
                  <a:lnTo>
                    <a:pt x="2051118" y="4112792"/>
                  </a:lnTo>
                  <a:lnTo>
                    <a:pt x="1999391" y="4140170"/>
                  </a:lnTo>
                  <a:lnTo>
                    <a:pt x="1948329" y="4166167"/>
                  </a:lnTo>
                  <a:lnTo>
                    <a:pt x="1897925" y="4190550"/>
                  </a:lnTo>
                  <a:lnTo>
                    <a:pt x="1848049" y="4213161"/>
                  </a:lnTo>
                  <a:lnTo>
                    <a:pt x="1798438" y="4233917"/>
                  </a:lnTo>
                  <a:lnTo>
                    <a:pt x="1748672" y="4252808"/>
                  </a:lnTo>
                  <a:lnTo>
                    <a:pt x="1719082" y="4263070"/>
                  </a:lnTo>
                  <a:lnTo>
                    <a:pt x="1670777" y="4278215"/>
                  </a:lnTo>
                  <a:lnTo>
                    <a:pt x="1620737" y="4291776"/>
                  </a:lnTo>
                  <a:lnTo>
                    <a:pt x="1568111" y="4303842"/>
                  </a:lnTo>
                  <a:lnTo>
                    <a:pt x="1511955" y="4314559"/>
                  </a:lnTo>
                  <a:lnTo>
                    <a:pt x="1451313" y="4324088"/>
                  </a:lnTo>
                  <a:lnTo>
                    <a:pt x="1385312" y="4332584"/>
                  </a:lnTo>
                  <a:lnTo>
                    <a:pt x="1313281" y="4340176"/>
                  </a:lnTo>
                  <a:lnTo>
                    <a:pt x="1234905" y="4346967"/>
                  </a:lnTo>
                  <a:lnTo>
                    <a:pt x="1150439" y="4353031"/>
                  </a:lnTo>
                  <a:lnTo>
                    <a:pt x="1060941" y="4358405"/>
                  </a:lnTo>
                  <a:lnTo>
                    <a:pt x="968488" y="4363101"/>
                  </a:lnTo>
                  <a:lnTo>
                    <a:pt x="876272" y="4367110"/>
                  </a:lnTo>
                  <a:lnTo>
                    <a:pt x="788448" y="4370415"/>
                  </a:lnTo>
                  <a:lnTo>
                    <a:pt x="709631" y="4373008"/>
                  </a:lnTo>
                  <a:lnTo>
                    <a:pt x="644068" y="4374911"/>
                  </a:lnTo>
                  <a:lnTo>
                    <a:pt x="594672" y="4376184"/>
                  </a:lnTo>
                  <a:lnTo>
                    <a:pt x="562235" y="4376932"/>
                  </a:lnTo>
                  <a:lnTo>
                    <a:pt x="545088" y="4377287"/>
                  </a:lnTo>
                  <a:lnTo>
                    <a:pt x="539237" y="4377396"/>
                  </a:lnTo>
                  <a:lnTo>
                    <a:pt x="538736" y="4377405"/>
                  </a:lnTo>
                  <a:lnTo>
                    <a:pt x="0" y="43774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2" name="pg1862"/>
            <p:cNvSpPr/>
            <p:nvPr/>
          </p:nvSpPr>
          <p:spPr>
            <a:xfrm>
              <a:off x="546595" y="5035305"/>
              <a:ext cx="8234974" cy="653344"/>
            </a:xfrm>
            <a:custGeom>
              <a:avLst/>
              <a:pathLst>
                <a:path w="8234974" h="653344">
                  <a:moveTo>
                    <a:pt x="0" y="555342"/>
                  </a:moveTo>
                  <a:lnTo>
                    <a:pt x="538736" y="555342"/>
                  </a:lnTo>
                  <a:lnTo>
                    <a:pt x="540033" y="555324"/>
                  </a:lnTo>
                  <a:lnTo>
                    <a:pt x="548496" y="555193"/>
                  </a:lnTo>
                  <a:lnTo>
                    <a:pt x="569594" y="554833"/>
                  </a:lnTo>
                  <a:lnTo>
                    <a:pt x="606718" y="554126"/>
                  </a:lnTo>
                  <a:lnTo>
                    <a:pt x="660851" y="552970"/>
                  </a:lnTo>
                  <a:lnTo>
                    <a:pt x="730549" y="551292"/>
                  </a:lnTo>
                  <a:lnTo>
                    <a:pt x="812425" y="549052"/>
                  </a:lnTo>
                  <a:lnTo>
                    <a:pt x="902019" y="546241"/>
                  </a:lnTo>
                  <a:lnTo>
                    <a:pt x="994764" y="542867"/>
                  </a:lnTo>
                  <a:lnTo>
                    <a:pt x="1086732" y="538945"/>
                  </a:lnTo>
                  <a:lnTo>
                    <a:pt x="1175038" y="534479"/>
                  </a:lnTo>
                  <a:lnTo>
                    <a:pt x="1257907" y="529452"/>
                  </a:lnTo>
                  <a:lnTo>
                    <a:pt x="1334531" y="523827"/>
                  </a:lnTo>
                  <a:lnTo>
                    <a:pt x="1404842" y="517538"/>
                  </a:lnTo>
                  <a:lnTo>
                    <a:pt x="1469276" y="510496"/>
                  </a:lnTo>
                  <a:lnTo>
                    <a:pt x="1528580" y="502590"/>
                  </a:lnTo>
                  <a:lnTo>
                    <a:pt x="1583662" y="493692"/>
                  </a:lnTo>
                  <a:lnTo>
                    <a:pt x="1635487" y="483676"/>
                  </a:lnTo>
                  <a:lnTo>
                    <a:pt x="1684983" y="472431"/>
                  </a:lnTo>
                  <a:lnTo>
                    <a:pt x="1719082" y="463692"/>
                  </a:lnTo>
                  <a:lnTo>
                    <a:pt x="1770084" y="449149"/>
                  </a:lnTo>
                  <a:lnTo>
                    <a:pt x="1820594" y="433076"/>
                  </a:lnTo>
                  <a:lnTo>
                    <a:pt x="1871158" y="415452"/>
                  </a:lnTo>
                  <a:lnTo>
                    <a:pt x="1922142" y="396312"/>
                  </a:lnTo>
                  <a:lnTo>
                    <a:pt x="1973754" y="375757"/>
                  </a:lnTo>
                  <a:lnTo>
                    <a:pt x="2026064" y="353951"/>
                  </a:lnTo>
                  <a:lnTo>
                    <a:pt x="2079024" y="331125"/>
                  </a:lnTo>
                  <a:lnTo>
                    <a:pt x="2132490" y="307565"/>
                  </a:lnTo>
                  <a:lnTo>
                    <a:pt x="2186245" y="283603"/>
                  </a:lnTo>
                  <a:lnTo>
                    <a:pt x="2240035" y="259592"/>
                  </a:lnTo>
                  <a:lnTo>
                    <a:pt x="2293601" y="235891"/>
                  </a:lnTo>
                  <a:lnTo>
                    <a:pt x="2346714" y="212839"/>
                  </a:lnTo>
                  <a:lnTo>
                    <a:pt x="2399207" y="190735"/>
                  </a:lnTo>
                  <a:lnTo>
                    <a:pt x="2451003" y="169827"/>
                  </a:lnTo>
                  <a:lnTo>
                    <a:pt x="2502140" y="150298"/>
                  </a:lnTo>
                  <a:lnTo>
                    <a:pt x="2552787" y="132263"/>
                  </a:lnTo>
                  <a:lnTo>
                    <a:pt x="2603266" y="115776"/>
                  </a:lnTo>
                  <a:lnTo>
                    <a:pt x="2654072" y="100829"/>
                  </a:lnTo>
                  <a:lnTo>
                    <a:pt x="2667772" y="97094"/>
                  </a:lnTo>
                  <a:lnTo>
                    <a:pt x="2716118" y="84944"/>
                  </a:lnTo>
                  <a:lnTo>
                    <a:pt x="2766203" y="74066"/>
                  </a:lnTo>
                  <a:lnTo>
                    <a:pt x="2818879" y="64389"/>
                  </a:lnTo>
                  <a:lnTo>
                    <a:pt x="2875094" y="55794"/>
                  </a:lnTo>
                  <a:lnTo>
                    <a:pt x="2935805" y="48152"/>
                  </a:lnTo>
                  <a:lnTo>
                    <a:pt x="3001887" y="41340"/>
                  </a:lnTo>
                  <a:lnTo>
                    <a:pt x="3074012" y="35253"/>
                  </a:lnTo>
                  <a:lnTo>
                    <a:pt x="3152492" y="29808"/>
                  </a:lnTo>
                  <a:lnTo>
                    <a:pt x="3237069" y="24948"/>
                  </a:lnTo>
                  <a:lnTo>
                    <a:pt x="3326675" y="20641"/>
                  </a:lnTo>
                  <a:lnTo>
                    <a:pt x="3419218" y="16878"/>
                  </a:lnTo>
                  <a:lnTo>
                    <a:pt x="3511489" y="13667"/>
                  </a:lnTo>
                  <a:lnTo>
                    <a:pt x="3599316" y="11022"/>
                  </a:lnTo>
                  <a:lnTo>
                    <a:pt x="3678072" y="8948"/>
                  </a:lnTo>
                  <a:lnTo>
                    <a:pt x="3743507" y="7428"/>
                  </a:lnTo>
                  <a:lnTo>
                    <a:pt x="3792725" y="6412"/>
                  </a:lnTo>
                  <a:lnTo>
                    <a:pt x="3824962" y="5817"/>
                  </a:lnTo>
                  <a:lnTo>
                    <a:pt x="3841925" y="5536"/>
                  </a:lnTo>
                  <a:lnTo>
                    <a:pt x="3847649" y="545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0" y="5465"/>
                  </a:lnTo>
                  <a:lnTo>
                    <a:pt x="4396599" y="5619"/>
                  </a:lnTo>
                  <a:lnTo>
                    <a:pt x="4417663" y="6043"/>
                  </a:lnTo>
                  <a:lnTo>
                    <a:pt x="4454731" y="6875"/>
                  </a:lnTo>
                  <a:lnTo>
                    <a:pt x="4508789" y="8234"/>
                  </a:lnTo>
                  <a:lnTo>
                    <a:pt x="4578402" y="10208"/>
                  </a:lnTo>
                  <a:lnTo>
                    <a:pt x="4660192" y="12843"/>
                  </a:lnTo>
                  <a:lnTo>
                    <a:pt x="4749711" y="16151"/>
                  </a:lnTo>
                  <a:lnTo>
                    <a:pt x="4842397" y="20120"/>
                  </a:lnTo>
                  <a:lnTo>
                    <a:pt x="4934325" y="24734"/>
                  </a:lnTo>
                  <a:lnTo>
                    <a:pt x="5022609" y="29990"/>
                  </a:lnTo>
                  <a:lnTo>
                    <a:pt x="5105469" y="35904"/>
                  </a:lnTo>
                  <a:lnTo>
                    <a:pt x="5182095" y="42523"/>
                  </a:lnTo>
                  <a:lnTo>
                    <a:pt x="5252413" y="49921"/>
                  </a:lnTo>
                  <a:lnTo>
                    <a:pt x="5316857" y="58206"/>
                  </a:lnTo>
                  <a:lnTo>
                    <a:pt x="5376168" y="67506"/>
                  </a:lnTo>
                  <a:lnTo>
                    <a:pt x="5431255" y="77971"/>
                  </a:lnTo>
                  <a:lnTo>
                    <a:pt x="5483078" y="89752"/>
                  </a:lnTo>
                  <a:lnTo>
                    <a:pt x="5532566" y="102977"/>
                  </a:lnTo>
                  <a:lnTo>
                    <a:pt x="5567201" y="113427"/>
                  </a:lnTo>
                  <a:lnTo>
                    <a:pt x="5617584" y="130342"/>
                  </a:lnTo>
                  <a:lnTo>
                    <a:pt x="5667479" y="149015"/>
                  </a:lnTo>
                  <a:lnTo>
                    <a:pt x="5717417" y="169472"/>
                  </a:lnTo>
                  <a:lnTo>
                    <a:pt x="5767754" y="191673"/>
                  </a:lnTo>
                  <a:lnTo>
                    <a:pt x="5818698" y="215509"/>
                  </a:lnTo>
                  <a:lnTo>
                    <a:pt x="5870322" y="240797"/>
                  </a:lnTo>
                  <a:lnTo>
                    <a:pt x="5922589" y="267280"/>
                  </a:lnTo>
                  <a:lnTo>
                    <a:pt x="5975363" y="294636"/>
                  </a:lnTo>
                  <a:lnTo>
                    <a:pt x="6028442" y="322495"/>
                  </a:lnTo>
                  <a:lnTo>
                    <a:pt x="6081584" y="350455"/>
                  </a:lnTo>
                  <a:lnTo>
                    <a:pt x="6134538" y="378108"/>
                  </a:lnTo>
                  <a:lnTo>
                    <a:pt x="6187076" y="405065"/>
                  </a:lnTo>
                  <a:lnTo>
                    <a:pt x="6239028" y="430978"/>
                  </a:lnTo>
                  <a:lnTo>
                    <a:pt x="6290306" y="455558"/>
                  </a:lnTo>
                  <a:lnTo>
                    <a:pt x="6340924" y="478583"/>
                  </a:lnTo>
                  <a:lnTo>
                    <a:pt x="6391024" y="499909"/>
                  </a:lnTo>
                  <a:lnTo>
                    <a:pt x="6440886" y="519462"/>
                  </a:lnTo>
                  <a:lnTo>
                    <a:pt x="6490950" y="537237"/>
                  </a:lnTo>
                  <a:lnTo>
                    <a:pt x="6515891" y="545360"/>
                  </a:lnTo>
                  <a:lnTo>
                    <a:pt x="6564209" y="559668"/>
                  </a:lnTo>
                  <a:lnTo>
                    <a:pt x="6614262" y="572478"/>
                  </a:lnTo>
                  <a:lnTo>
                    <a:pt x="6666903" y="583875"/>
                  </a:lnTo>
                  <a:lnTo>
                    <a:pt x="6723077" y="593998"/>
                  </a:lnTo>
                  <a:lnTo>
                    <a:pt x="6783740" y="603000"/>
                  </a:lnTo>
                  <a:lnTo>
                    <a:pt x="6849765" y="611024"/>
                  </a:lnTo>
                  <a:lnTo>
                    <a:pt x="6921825" y="618194"/>
                  </a:lnTo>
                  <a:lnTo>
                    <a:pt x="7000232" y="624609"/>
                  </a:lnTo>
                  <a:lnTo>
                    <a:pt x="7084732" y="630335"/>
                  </a:lnTo>
                  <a:lnTo>
                    <a:pt x="7174263" y="635411"/>
                  </a:lnTo>
                  <a:lnTo>
                    <a:pt x="7266743" y="639846"/>
                  </a:lnTo>
                  <a:lnTo>
                    <a:pt x="7358975" y="643631"/>
                  </a:lnTo>
                  <a:lnTo>
                    <a:pt x="7446800" y="646751"/>
                  </a:lnTo>
                  <a:lnTo>
                    <a:pt x="7525599" y="649198"/>
                  </a:lnTo>
                  <a:lnTo>
                    <a:pt x="7591123" y="650993"/>
                  </a:lnTo>
                  <a:lnTo>
                    <a:pt x="7640466" y="652195"/>
                  </a:lnTo>
                  <a:lnTo>
                    <a:pt x="7672842" y="652899"/>
                  </a:lnTo>
                  <a:lnTo>
                    <a:pt x="7689934" y="653233"/>
                  </a:lnTo>
                  <a:lnTo>
                    <a:pt x="7695746" y="653336"/>
                  </a:lnTo>
                  <a:lnTo>
                    <a:pt x="7696237" y="653344"/>
                  </a:lnTo>
                  <a:lnTo>
                    <a:pt x="8234974" y="653344"/>
                  </a:lnTo>
                  <a:lnTo>
                    <a:pt x="8234974" y="647899"/>
                  </a:lnTo>
                  <a:lnTo>
                    <a:pt x="7696237" y="647899"/>
                  </a:lnTo>
                  <a:lnTo>
                    <a:pt x="7694942" y="647878"/>
                  </a:lnTo>
                  <a:lnTo>
                    <a:pt x="7686494" y="647724"/>
                  </a:lnTo>
                  <a:lnTo>
                    <a:pt x="7665429" y="647300"/>
                  </a:lnTo>
                  <a:lnTo>
                    <a:pt x="7628361" y="646468"/>
                  </a:lnTo>
                  <a:lnTo>
                    <a:pt x="7574303" y="645109"/>
                  </a:lnTo>
                  <a:lnTo>
                    <a:pt x="7504691" y="643135"/>
                  </a:lnTo>
                  <a:lnTo>
                    <a:pt x="7422901" y="640500"/>
                  </a:lnTo>
                  <a:lnTo>
                    <a:pt x="7333381" y="637192"/>
                  </a:lnTo>
                  <a:lnTo>
                    <a:pt x="7240696" y="633223"/>
                  </a:lnTo>
                  <a:lnTo>
                    <a:pt x="7148767" y="628609"/>
                  </a:lnTo>
                  <a:lnTo>
                    <a:pt x="7060483" y="623353"/>
                  </a:lnTo>
                  <a:lnTo>
                    <a:pt x="6977623" y="617439"/>
                  </a:lnTo>
                  <a:lnTo>
                    <a:pt x="6900997" y="610820"/>
                  </a:lnTo>
                  <a:lnTo>
                    <a:pt x="6830679" y="603422"/>
                  </a:lnTo>
                  <a:lnTo>
                    <a:pt x="6766236" y="595137"/>
                  </a:lnTo>
                  <a:lnTo>
                    <a:pt x="6706924" y="585837"/>
                  </a:lnTo>
                  <a:lnTo>
                    <a:pt x="6651838" y="575372"/>
                  </a:lnTo>
                  <a:lnTo>
                    <a:pt x="6600015" y="563591"/>
                  </a:lnTo>
                  <a:lnTo>
                    <a:pt x="6550527" y="550366"/>
                  </a:lnTo>
                  <a:lnTo>
                    <a:pt x="6515891" y="539916"/>
                  </a:lnTo>
                  <a:lnTo>
                    <a:pt x="6465509" y="523001"/>
                  </a:lnTo>
                  <a:lnTo>
                    <a:pt x="6415613" y="504328"/>
                  </a:lnTo>
                  <a:lnTo>
                    <a:pt x="6365675" y="483871"/>
                  </a:lnTo>
                  <a:lnTo>
                    <a:pt x="6315338" y="461670"/>
                  </a:lnTo>
                  <a:lnTo>
                    <a:pt x="6264395" y="437834"/>
                  </a:lnTo>
                  <a:lnTo>
                    <a:pt x="6212770" y="412546"/>
                  </a:lnTo>
                  <a:lnTo>
                    <a:pt x="6160504" y="386063"/>
                  </a:lnTo>
                  <a:lnTo>
                    <a:pt x="6107730" y="358707"/>
                  </a:lnTo>
                  <a:lnTo>
                    <a:pt x="6054650" y="330848"/>
                  </a:lnTo>
                  <a:lnTo>
                    <a:pt x="6001508" y="302888"/>
                  </a:lnTo>
                  <a:lnTo>
                    <a:pt x="5948555" y="275236"/>
                  </a:lnTo>
                  <a:lnTo>
                    <a:pt x="5896017" y="248278"/>
                  </a:lnTo>
                  <a:lnTo>
                    <a:pt x="5844064" y="222365"/>
                  </a:lnTo>
                  <a:lnTo>
                    <a:pt x="5792787" y="197785"/>
                  </a:lnTo>
                  <a:lnTo>
                    <a:pt x="5742168" y="174760"/>
                  </a:lnTo>
                  <a:lnTo>
                    <a:pt x="5692068" y="153434"/>
                  </a:lnTo>
                  <a:lnTo>
                    <a:pt x="5642207" y="133881"/>
                  </a:lnTo>
                  <a:lnTo>
                    <a:pt x="5592143" y="116106"/>
                  </a:lnTo>
                  <a:lnTo>
                    <a:pt x="5567201" y="107983"/>
                  </a:lnTo>
                  <a:lnTo>
                    <a:pt x="5518884" y="93676"/>
                  </a:lnTo>
                  <a:lnTo>
                    <a:pt x="5468830" y="80865"/>
                  </a:lnTo>
                  <a:lnTo>
                    <a:pt x="5416189" y="69468"/>
                  </a:lnTo>
                  <a:lnTo>
                    <a:pt x="5360015" y="59345"/>
                  </a:lnTo>
                  <a:lnTo>
                    <a:pt x="5299352" y="50343"/>
                  </a:lnTo>
                  <a:lnTo>
                    <a:pt x="5233327" y="42319"/>
                  </a:lnTo>
                  <a:lnTo>
                    <a:pt x="5161268" y="35149"/>
                  </a:lnTo>
                  <a:lnTo>
                    <a:pt x="5082860" y="28734"/>
                  </a:lnTo>
                  <a:lnTo>
                    <a:pt x="4998361" y="23008"/>
                  </a:lnTo>
                  <a:lnTo>
                    <a:pt x="4908830" y="17932"/>
                  </a:lnTo>
                  <a:lnTo>
                    <a:pt x="4816350" y="13497"/>
                  </a:lnTo>
                  <a:lnTo>
                    <a:pt x="4724117" y="9712"/>
                  </a:lnTo>
                  <a:lnTo>
                    <a:pt x="4636292" y="6592"/>
                  </a:lnTo>
                  <a:lnTo>
                    <a:pt x="4557494" y="4145"/>
                  </a:lnTo>
                  <a:lnTo>
                    <a:pt x="4491969" y="2350"/>
                  </a:lnTo>
                  <a:lnTo>
                    <a:pt x="4442627" y="1149"/>
                  </a:lnTo>
                  <a:lnTo>
                    <a:pt x="4410250" y="444"/>
                  </a:lnTo>
                  <a:lnTo>
                    <a:pt x="4393159" y="110"/>
                  </a:lnTo>
                  <a:lnTo>
                    <a:pt x="4387346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8"/>
                  </a:lnTo>
                  <a:lnTo>
                    <a:pt x="3838359" y="148"/>
                  </a:lnTo>
                  <a:lnTo>
                    <a:pt x="3817260" y="509"/>
                  </a:lnTo>
                  <a:lnTo>
                    <a:pt x="3780136" y="1216"/>
                  </a:lnTo>
                  <a:lnTo>
                    <a:pt x="3726003" y="2372"/>
                  </a:lnTo>
                  <a:lnTo>
                    <a:pt x="3656305" y="4050"/>
                  </a:lnTo>
                  <a:lnTo>
                    <a:pt x="3574430" y="6290"/>
                  </a:lnTo>
                  <a:lnTo>
                    <a:pt x="3484836" y="9101"/>
                  </a:lnTo>
                  <a:lnTo>
                    <a:pt x="3392091" y="12474"/>
                  </a:lnTo>
                  <a:lnTo>
                    <a:pt x="3300122" y="16396"/>
                  </a:lnTo>
                  <a:lnTo>
                    <a:pt x="3211816" y="20863"/>
                  </a:lnTo>
                  <a:lnTo>
                    <a:pt x="3128948" y="25889"/>
                  </a:lnTo>
                  <a:lnTo>
                    <a:pt x="3052324" y="31514"/>
                  </a:lnTo>
                  <a:lnTo>
                    <a:pt x="2982013" y="37803"/>
                  </a:lnTo>
                  <a:lnTo>
                    <a:pt x="2917579" y="44845"/>
                  </a:lnTo>
                  <a:lnTo>
                    <a:pt x="2858275" y="52752"/>
                  </a:lnTo>
                  <a:lnTo>
                    <a:pt x="2803192" y="61649"/>
                  </a:lnTo>
                  <a:lnTo>
                    <a:pt x="2751368" y="71666"/>
                  </a:lnTo>
                  <a:lnTo>
                    <a:pt x="2701871" y="82910"/>
                  </a:lnTo>
                  <a:lnTo>
                    <a:pt x="2667772" y="91649"/>
                  </a:lnTo>
                  <a:lnTo>
                    <a:pt x="2616770" y="106192"/>
                  </a:lnTo>
                  <a:lnTo>
                    <a:pt x="2566261" y="122266"/>
                  </a:lnTo>
                  <a:lnTo>
                    <a:pt x="2515696" y="139890"/>
                  </a:lnTo>
                  <a:lnTo>
                    <a:pt x="2464713" y="159029"/>
                  </a:lnTo>
                  <a:lnTo>
                    <a:pt x="2413101" y="179584"/>
                  </a:lnTo>
                  <a:lnTo>
                    <a:pt x="2360791" y="201390"/>
                  </a:lnTo>
                  <a:lnTo>
                    <a:pt x="2307830" y="224217"/>
                  </a:lnTo>
                  <a:lnTo>
                    <a:pt x="2254365" y="247776"/>
                  </a:lnTo>
                  <a:lnTo>
                    <a:pt x="2200610" y="271739"/>
                  </a:lnTo>
                  <a:lnTo>
                    <a:pt x="2146820" y="295750"/>
                  </a:lnTo>
                  <a:lnTo>
                    <a:pt x="2093254" y="319451"/>
                  </a:lnTo>
                  <a:lnTo>
                    <a:pt x="2040141" y="342503"/>
                  </a:lnTo>
                  <a:lnTo>
                    <a:pt x="1987648" y="364606"/>
                  </a:lnTo>
                  <a:lnTo>
                    <a:pt x="1935852" y="385514"/>
                  </a:lnTo>
                  <a:lnTo>
                    <a:pt x="1884715" y="405044"/>
                  </a:lnTo>
                  <a:lnTo>
                    <a:pt x="1834067" y="423078"/>
                  </a:lnTo>
                  <a:lnTo>
                    <a:pt x="1783588" y="439566"/>
                  </a:lnTo>
                  <a:lnTo>
                    <a:pt x="1732783" y="454513"/>
                  </a:lnTo>
                  <a:lnTo>
                    <a:pt x="1719082" y="458248"/>
                  </a:lnTo>
                  <a:lnTo>
                    <a:pt x="1670736" y="470398"/>
                  </a:lnTo>
                  <a:lnTo>
                    <a:pt x="1620652" y="481275"/>
                  </a:lnTo>
                  <a:lnTo>
                    <a:pt x="1567976" y="490953"/>
                  </a:lnTo>
                  <a:lnTo>
                    <a:pt x="1511761" y="499548"/>
                  </a:lnTo>
                  <a:lnTo>
                    <a:pt x="1451050" y="507190"/>
                  </a:lnTo>
                  <a:lnTo>
                    <a:pt x="1384968" y="514001"/>
                  </a:lnTo>
                  <a:lnTo>
                    <a:pt x="1312843" y="520088"/>
                  </a:lnTo>
                  <a:lnTo>
                    <a:pt x="1234362" y="525533"/>
                  </a:lnTo>
                  <a:lnTo>
                    <a:pt x="1149785" y="530394"/>
                  </a:lnTo>
                  <a:lnTo>
                    <a:pt x="1060179" y="534701"/>
                  </a:lnTo>
                  <a:lnTo>
                    <a:pt x="967636" y="538464"/>
                  </a:lnTo>
                  <a:lnTo>
                    <a:pt x="875366" y="541675"/>
                  </a:lnTo>
                  <a:lnTo>
                    <a:pt x="787538" y="544320"/>
                  </a:lnTo>
                  <a:lnTo>
                    <a:pt x="708783" y="546394"/>
                  </a:lnTo>
                  <a:lnTo>
                    <a:pt x="643347" y="547914"/>
                  </a:lnTo>
                  <a:lnTo>
                    <a:pt x="594129" y="548930"/>
                  </a:lnTo>
                  <a:lnTo>
                    <a:pt x="561892" y="549524"/>
                  </a:lnTo>
                  <a:lnTo>
                    <a:pt x="544929" y="549805"/>
                  </a:lnTo>
                  <a:lnTo>
                    <a:pt x="539205" y="549891"/>
                  </a:lnTo>
                  <a:lnTo>
                    <a:pt x="538736" y="549897"/>
                  </a:lnTo>
                  <a:lnTo>
                    <a:pt x="0" y="549897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63" name="pl1863"/>
            <p:cNvSpPr/>
            <p:nvPr/>
          </p:nvSpPr>
          <p:spPr>
            <a:xfrm>
              <a:off x="546595" y="5040750"/>
              <a:ext cx="8234974" cy="647899"/>
            </a:xfrm>
            <a:custGeom>
              <a:avLst/>
              <a:pathLst>
                <a:path w="8234974" h="647899">
                  <a:moveTo>
                    <a:pt x="0" y="549897"/>
                  </a:moveTo>
                  <a:lnTo>
                    <a:pt x="538736" y="549897"/>
                  </a:lnTo>
                  <a:lnTo>
                    <a:pt x="540033" y="549879"/>
                  </a:lnTo>
                  <a:lnTo>
                    <a:pt x="548496" y="549749"/>
                  </a:lnTo>
                  <a:lnTo>
                    <a:pt x="569594" y="549388"/>
                  </a:lnTo>
                  <a:lnTo>
                    <a:pt x="606718" y="548681"/>
                  </a:lnTo>
                  <a:lnTo>
                    <a:pt x="660851" y="547525"/>
                  </a:lnTo>
                  <a:lnTo>
                    <a:pt x="730549" y="545847"/>
                  </a:lnTo>
                  <a:lnTo>
                    <a:pt x="812425" y="543607"/>
                  </a:lnTo>
                  <a:lnTo>
                    <a:pt x="902019" y="540796"/>
                  </a:lnTo>
                  <a:lnTo>
                    <a:pt x="994764" y="537423"/>
                  </a:lnTo>
                  <a:lnTo>
                    <a:pt x="1086732" y="533501"/>
                  </a:lnTo>
                  <a:lnTo>
                    <a:pt x="1175038" y="529034"/>
                  </a:lnTo>
                  <a:lnTo>
                    <a:pt x="1257907" y="524008"/>
                  </a:lnTo>
                  <a:lnTo>
                    <a:pt x="1334531" y="518382"/>
                  </a:lnTo>
                  <a:lnTo>
                    <a:pt x="1404842" y="512094"/>
                  </a:lnTo>
                  <a:lnTo>
                    <a:pt x="1469276" y="505052"/>
                  </a:lnTo>
                  <a:lnTo>
                    <a:pt x="1528580" y="497145"/>
                  </a:lnTo>
                  <a:lnTo>
                    <a:pt x="1583662" y="488248"/>
                  </a:lnTo>
                  <a:lnTo>
                    <a:pt x="1635487" y="478231"/>
                  </a:lnTo>
                  <a:lnTo>
                    <a:pt x="1684983" y="466987"/>
                  </a:lnTo>
                  <a:lnTo>
                    <a:pt x="1719082" y="458248"/>
                  </a:lnTo>
                  <a:lnTo>
                    <a:pt x="1770084" y="443705"/>
                  </a:lnTo>
                  <a:lnTo>
                    <a:pt x="1820594" y="427631"/>
                  </a:lnTo>
                  <a:lnTo>
                    <a:pt x="1871158" y="410007"/>
                  </a:lnTo>
                  <a:lnTo>
                    <a:pt x="1922142" y="390868"/>
                  </a:lnTo>
                  <a:lnTo>
                    <a:pt x="1973754" y="370312"/>
                  </a:lnTo>
                  <a:lnTo>
                    <a:pt x="2026064" y="348507"/>
                  </a:lnTo>
                  <a:lnTo>
                    <a:pt x="2079024" y="325680"/>
                  </a:lnTo>
                  <a:lnTo>
                    <a:pt x="2132490" y="302121"/>
                  </a:lnTo>
                  <a:lnTo>
                    <a:pt x="2186245" y="278158"/>
                  </a:lnTo>
                  <a:lnTo>
                    <a:pt x="2240035" y="254147"/>
                  </a:lnTo>
                  <a:lnTo>
                    <a:pt x="2293601" y="230446"/>
                  </a:lnTo>
                  <a:lnTo>
                    <a:pt x="2346714" y="207394"/>
                  </a:lnTo>
                  <a:lnTo>
                    <a:pt x="2399207" y="185291"/>
                  </a:lnTo>
                  <a:lnTo>
                    <a:pt x="2451003" y="164383"/>
                  </a:lnTo>
                  <a:lnTo>
                    <a:pt x="2502140" y="144853"/>
                  </a:lnTo>
                  <a:lnTo>
                    <a:pt x="2552787" y="126819"/>
                  </a:lnTo>
                  <a:lnTo>
                    <a:pt x="2603266" y="110331"/>
                  </a:lnTo>
                  <a:lnTo>
                    <a:pt x="2654072" y="95384"/>
                  </a:lnTo>
                  <a:lnTo>
                    <a:pt x="2667772" y="91649"/>
                  </a:lnTo>
                  <a:lnTo>
                    <a:pt x="2716118" y="79499"/>
                  </a:lnTo>
                  <a:lnTo>
                    <a:pt x="2766203" y="68622"/>
                  </a:lnTo>
                  <a:lnTo>
                    <a:pt x="2818879" y="58944"/>
                  </a:lnTo>
                  <a:lnTo>
                    <a:pt x="2875094" y="50349"/>
                  </a:lnTo>
                  <a:lnTo>
                    <a:pt x="2935805" y="42707"/>
                  </a:lnTo>
                  <a:lnTo>
                    <a:pt x="3001887" y="35896"/>
                  </a:lnTo>
                  <a:lnTo>
                    <a:pt x="3074012" y="29809"/>
                  </a:lnTo>
                  <a:lnTo>
                    <a:pt x="3152492" y="24364"/>
                  </a:lnTo>
                  <a:lnTo>
                    <a:pt x="3237069" y="19503"/>
                  </a:lnTo>
                  <a:lnTo>
                    <a:pt x="3326675" y="15196"/>
                  </a:lnTo>
                  <a:lnTo>
                    <a:pt x="3419218" y="11433"/>
                  </a:lnTo>
                  <a:lnTo>
                    <a:pt x="3511489" y="8222"/>
                  </a:lnTo>
                  <a:lnTo>
                    <a:pt x="3599316" y="5577"/>
                  </a:lnTo>
                  <a:lnTo>
                    <a:pt x="3678072" y="3503"/>
                  </a:lnTo>
                  <a:lnTo>
                    <a:pt x="3743507" y="1983"/>
                  </a:lnTo>
                  <a:lnTo>
                    <a:pt x="3792725" y="967"/>
                  </a:lnTo>
                  <a:lnTo>
                    <a:pt x="3824962" y="373"/>
                  </a:lnTo>
                  <a:lnTo>
                    <a:pt x="3841925" y="92"/>
                  </a:lnTo>
                  <a:lnTo>
                    <a:pt x="3847649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0" y="21"/>
                  </a:lnTo>
                  <a:lnTo>
                    <a:pt x="4396599" y="174"/>
                  </a:lnTo>
                  <a:lnTo>
                    <a:pt x="4417663" y="598"/>
                  </a:lnTo>
                  <a:lnTo>
                    <a:pt x="4454731" y="1430"/>
                  </a:lnTo>
                  <a:lnTo>
                    <a:pt x="4508789" y="2790"/>
                  </a:lnTo>
                  <a:lnTo>
                    <a:pt x="4578402" y="4763"/>
                  </a:lnTo>
                  <a:lnTo>
                    <a:pt x="4660192" y="7399"/>
                  </a:lnTo>
                  <a:lnTo>
                    <a:pt x="4749711" y="10706"/>
                  </a:lnTo>
                  <a:lnTo>
                    <a:pt x="4842397" y="14675"/>
                  </a:lnTo>
                  <a:lnTo>
                    <a:pt x="4934325" y="19290"/>
                  </a:lnTo>
                  <a:lnTo>
                    <a:pt x="5022609" y="24545"/>
                  </a:lnTo>
                  <a:lnTo>
                    <a:pt x="5105469" y="30460"/>
                  </a:lnTo>
                  <a:lnTo>
                    <a:pt x="5182095" y="37078"/>
                  </a:lnTo>
                  <a:lnTo>
                    <a:pt x="5252413" y="44477"/>
                  </a:lnTo>
                  <a:lnTo>
                    <a:pt x="5316857" y="52761"/>
                  </a:lnTo>
                  <a:lnTo>
                    <a:pt x="5376168" y="62062"/>
                  </a:lnTo>
                  <a:lnTo>
                    <a:pt x="5431255" y="72527"/>
                  </a:lnTo>
                  <a:lnTo>
                    <a:pt x="5483078" y="84307"/>
                  </a:lnTo>
                  <a:lnTo>
                    <a:pt x="5532566" y="97532"/>
                  </a:lnTo>
                  <a:lnTo>
                    <a:pt x="5567201" y="107983"/>
                  </a:lnTo>
                  <a:lnTo>
                    <a:pt x="5617584" y="124898"/>
                  </a:lnTo>
                  <a:lnTo>
                    <a:pt x="5667479" y="143571"/>
                  </a:lnTo>
                  <a:lnTo>
                    <a:pt x="5717417" y="164027"/>
                  </a:lnTo>
                  <a:lnTo>
                    <a:pt x="5767754" y="186228"/>
                  </a:lnTo>
                  <a:lnTo>
                    <a:pt x="5818698" y="210065"/>
                  </a:lnTo>
                  <a:lnTo>
                    <a:pt x="5870322" y="235352"/>
                  </a:lnTo>
                  <a:lnTo>
                    <a:pt x="5922589" y="261835"/>
                  </a:lnTo>
                  <a:lnTo>
                    <a:pt x="5975363" y="289192"/>
                  </a:lnTo>
                  <a:lnTo>
                    <a:pt x="6028442" y="317051"/>
                  </a:lnTo>
                  <a:lnTo>
                    <a:pt x="6081584" y="345010"/>
                  </a:lnTo>
                  <a:lnTo>
                    <a:pt x="6134538" y="372663"/>
                  </a:lnTo>
                  <a:lnTo>
                    <a:pt x="6187076" y="399620"/>
                  </a:lnTo>
                  <a:lnTo>
                    <a:pt x="6239028" y="425534"/>
                  </a:lnTo>
                  <a:lnTo>
                    <a:pt x="6290306" y="450113"/>
                  </a:lnTo>
                  <a:lnTo>
                    <a:pt x="6340924" y="473139"/>
                  </a:lnTo>
                  <a:lnTo>
                    <a:pt x="6391024" y="494464"/>
                  </a:lnTo>
                  <a:lnTo>
                    <a:pt x="6440886" y="514017"/>
                  </a:lnTo>
                  <a:lnTo>
                    <a:pt x="6490950" y="531793"/>
                  </a:lnTo>
                  <a:lnTo>
                    <a:pt x="6515891" y="539916"/>
                  </a:lnTo>
                  <a:lnTo>
                    <a:pt x="6564209" y="554223"/>
                  </a:lnTo>
                  <a:lnTo>
                    <a:pt x="6614262" y="567033"/>
                  </a:lnTo>
                  <a:lnTo>
                    <a:pt x="6666903" y="578431"/>
                  </a:lnTo>
                  <a:lnTo>
                    <a:pt x="6723077" y="588554"/>
                  </a:lnTo>
                  <a:lnTo>
                    <a:pt x="6783740" y="597555"/>
                  </a:lnTo>
                  <a:lnTo>
                    <a:pt x="6849765" y="605579"/>
                  </a:lnTo>
                  <a:lnTo>
                    <a:pt x="6921825" y="612750"/>
                  </a:lnTo>
                  <a:lnTo>
                    <a:pt x="7000232" y="619165"/>
                  </a:lnTo>
                  <a:lnTo>
                    <a:pt x="7084732" y="624891"/>
                  </a:lnTo>
                  <a:lnTo>
                    <a:pt x="7174263" y="629966"/>
                  </a:lnTo>
                  <a:lnTo>
                    <a:pt x="7266743" y="634401"/>
                  </a:lnTo>
                  <a:lnTo>
                    <a:pt x="7358975" y="638187"/>
                  </a:lnTo>
                  <a:lnTo>
                    <a:pt x="7446800" y="641306"/>
                  </a:lnTo>
                  <a:lnTo>
                    <a:pt x="7525599" y="643754"/>
                  </a:lnTo>
                  <a:lnTo>
                    <a:pt x="7591123" y="645549"/>
                  </a:lnTo>
                  <a:lnTo>
                    <a:pt x="7640466" y="646750"/>
                  </a:lnTo>
                  <a:lnTo>
                    <a:pt x="7672842" y="647454"/>
                  </a:lnTo>
                  <a:lnTo>
                    <a:pt x="7689934" y="647788"/>
                  </a:lnTo>
                  <a:lnTo>
                    <a:pt x="7695746" y="647891"/>
                  </a:lnTo>
                  <a:lnTo>
                    <a:pt x="7696237" y="647899"/>
                  </a:lnTo>
                  <a:lnTo>
                    <a:pt x="8234974" y="6478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4" name="pl1864"/>
            <p:cNvSpPr/>
            <p:nvPr/>
          </p:nvSpPr>
          <p:spPr>
            <a:xfrm>
              <a:off x="546595" y="5035305"/>
              <a:ext cx="8234974" cy="647899"/>
            </a:xfrm>
            <a:custGeom>
              <a:avLst/>
              <a:pathLst>
                <a:path w="8234974" h="647899">
                  <a:moveTo>
                    <a:pt x="8234974" y="647899"/>
                  </a:moveTo>
                  <a:lnTo>
                    <a:pt x="7696237" y="647899"/>
                  </a:lnTo>
                  <a:lnTo>
                    <a:pt x="7694942" y="647878"/>
                  </a:lnTo>
                  <a:lnTo>
                    <a:pt x="7686494" y="647724"/>
                  </a:lnTo>
                  <a:lnTo>
                    <a:pt x="7665429" y="647300"/>
                  </a:lnTo>
                  <a:lnTo>
                    <a:pt x="7628361" y="646468"/>
                  </a:lnTo>
                  <a:lnTo>
                    <a:pt x="7574303" y="645109"/>
                  </a:lnTo>
                  <a:lnTo>
                    <a:pt x="7504691" y="643135"/>
                  </a:lnTo>
                  <a:lnTo>
                    <a:pt x="7422901" y="640500"/>
                  </a:lnTo>
                  <a:lnTo>
                    <a:pt x="7333381" y="637192"/>
                  </a:lnTo>
                  <a:lnTo>
                    <a:pt x="7240696" y="633223"/>
                  </a:lnTo>
                  <a:lnTo>
                    <a:pt x="7148767" y="628609"/>
                  </a:lnTo>
                  <a:lnTo>
                    <a:pt x="7060483" y="623353"/>
                  </a:lnTo>
                  <a:lnTo>
                    <a:pt x="6977623" y="617439"/>
                  </a:lnTo>
                  <a:lnTo>
                    <a:pt x="6900997" y="610820"/>
                  </a:lnTo>
                  <a:lnTo>
                    <a:pt x="6830679" y="603422"/>
                  </a:lnTo>
                  <a:lnTo>
                    <a:pt x="6766236" y="595137"/>
                  </a:lnTo>
                  <a:lnTo>
                    <a:pt x="6706924" y="585837"/>
                  </a:lnTo>
                  <a:lnTo>
                    <a:pt x="6651838" y="575372"/>
                  </a:lnTo>
                  <a:lnTo>
                    <a:pt x="6600015" y="563591"/>
                  </a:lnTo>
                  <a:lnTo>
                    <a:pt x="6550527" y="550366"/>
                  </a:lnTo>
                  <a:lnTo>
                    <a:pt x="6515891" y="539916"/>
                  </a:lnTo>
                  <a:lnTo>
                    <a:pt x="6465509" y="523001"/>
                  </a:lnTo>
                  <a:lnTo>
                    <a:pt x="6415613" y="504328"/>
                  </a:lnTo>
                  <a:lnTo>
                    <a:pt x="6365675" y="483871"/>
                  </a:lnTo>
                  <a:lnTo>
                    <a:pt x="6315338" y="461670"/>
                  </a:lnTo>
                  <a:lnTo>
                    <a:pt x="6264395" y="437834"/>
                  </a:lnTo>
                  <a:lnTo>
                    <a:pt x="6212770" y="412546"/>
                  </a:lnTo>
                  <a:lnTo>
                    <a:pt x="6160504" y="386063"/>
                  </a:lnTo>
                  <a:lnTo>
                    <a:pt x="6107730" y="358707"/>
                  </a:lnTo>
                  <a:lnTo>
                    <a:pt x="6054650" y="330848"/>
                  </a:lnTo>
                  <a:lnTo>
                    <a:pt x="6001508" y="302888"/>
                  </a:lnTo>
                  <a:lnTo>
                    <a:pt x="5948555" y="275236"/>
                  </a:lnTo>
                  <a:lnTo>
                    <a:pt x="5896017" y="248278"/>
                  </a:lnTo>
                  <a:lnTo>
                    <a:pt x="5844064" y="222365"/>
                  </a:lnTo>
                  <a:lnTo>
                    <a:pt x="5792787" y="197785"/>
                  </a:lnTo>
                  <a:lnTo>
                    <a:pt x="5742168" y="174760"/>
                  </a:lnTo>
                  <a:lnTo>
                    <a:pt x="5692068" y="153434"/>
                  </a:lnTo>
                  <a:lnTo>
                    <a:pt x="5642207" y="133881"/>
                  </a:lnTo>
                  <a:lnTo>
                    <a:pt x="5592143" y="116106"/>
                  </a:lnTo>
                  <a:lnTo>
                    <a:pt x="5567201" y="107983"/>
                  </a:lnTo>
                  <a:lnTo>
                    <a:pt x="5518884" y="93676"/>
                  </a:lnTo>
                  <a:lnTo>
                    <a:pt x="5468830" y="80865"/>
                  </a:lnTo>
                  <a:lnTo>
                    <a:pt x="5416189" y="69468"/>
                  </a:lnTo>
                  <a:lnTo>
                    <a:pt x="5360015" y="59345"/>
                  </a:lnTo>
                  <a:lnTo>
                    <a:pt x="5299352" y="50343"/>
                  </a:lnTo>
                  <a:lnTo>
                    <a:pt x="5233327" y="42319"/>
                  </a:lnTo>
                  <a:lnTo>
                    <a:pt x="5161268" y="35149"/>
                  </a:lnTo>
                  <a:lnTo>
                    <a:pt x="5082860" y="28734"/>
                  </a:lnTo>
                  <a:lnTo>
                    <a:pt x="4998361" y="23008"/>
                  </a:lnTo>
                  <a:lnTo>
                    <a:pt x="4908830" y="17932"/>
                  </a:lnTo>
                  <a:lnTo>
                    <a:pt x="4816350" y="13497"/>
                  </a:lnTo>
                  <a:lnTo>
                    <a:pt x="4724117" y="9712"/>
                  </a:lnTo>
                  <a:lnTo>
                    <a:pt x="4636292" y="6592"/>
                  </a:lnTo>
                  <a:lnTo>
                    <a:pt x="4557494" y="4145"/>
                  </a:lnTo>
                  <a:lnTo>
                    <a:pt x="4491969" y="2350"/>
                  </a:lnTo>
                  <a:lnTo>
                    <a:pt x="4442627" y="1149"/>
                  </a:lnTo>
                  <a:lnTo>
                    <a:pt x="4410250" y="444"/>
                  </a:lnTo>
                  <a:lnTo>
                    <a:pt x="4393159" y="110"/>
                  </a:lnTo>
                  <a:lnTo>
                    <a:pt x="4387346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21" y="18"/>
                  </a:lnTo>
                  <a:lnTo>
                    <a:pt x="3838359" y="148"/>
                  </a:lnTo>
                  <a:lnTo>
                    <a:pt x="3817260" y="509"/>
                  </a:lnTo>
                  <a:lnTo>
                    <a:pt x="3780136" y="1216"/>
                  </a:lnTo>
                  <a:lnTo>
                    <a:pt x="3726003" y="2372"/>
                  </a:lnTo>
                  <a:lnTo>
                    <a:pt x="3656305" y="4050"/>
                  </a:lnTo>
                  <a:lnTo>
                    <a:pt x="3574430" y="6290"/>
                  </a:lnTo>
                  <a:lnTo>
                    <a:pt x="3484836" y="9101"/>
                  </a:lnTo>
                  <a:lnTo>
                    <a:pt x="3392091" y="12474"/>
                  </a:lnTo>
                  <a:lnTo>
                    <a:pt x="3300122" y="16396"/>
                  </a:lnTo>
                  <a:lnTo>
                    <a:pt x="3211816" y="20863"/>
                  </a:lnTo>
                  <a:lnTo>
                    <a:pt x="3128948" y="25889"/>
                  </a:lnTo>
                  <a:lnTo>
                    <a:pt x="3052324" y="31514"/>
                  </a:lnTo>
                  <a:lnTo>
                    <a:pt x="2982013" y="37803"/>
                  </a:lnTo>
                  <a:lnTo>
                    <a:pt x="2917579" y="44845"/>
                  </a:lnTo>
                  <a:lnTo>
                    <a:pt x="2858275" y="52752"/>
                  </a:lnTo>
                  <a:lnTo>
                    <a:pt x="2803192" y="61649"/>
                  </a:lnTo>
                  <a:lnTo>
                    <a:pt x="2751368" y="71666"/>
                  </a:lnTo>
                  <a:lnTo>
                    <a:pt x="2701871" y="82910"/>
                  </a:lnTo>
                  <a:lnTo>
                    <a:pt x="2667772" y="91649"/>
                  </a:lnTo>
                  <a:lnTo>
                    <a:pt x="2616770" y="106192"/>
                  </a:lnTo>
                  <a:lnTo>
                    <a:pt x="2566261" y="122266"/>
                  </a:lnTo>
                  <a:lnTo>
                    <a:pt x="2515696" y="139890"/>
                  </a:lnTo>
                  <a:lnTo>
                    <a:pt x="2464713" y="159029"/>
                  </a:lnTo>
                  <a:lnTo>
                    <a:pt x="2413101" y="179584"/>
                  </a:lnTo>
                  <a:lnTo>
                    <a:pt x="2360791" y="201390"/>
                  </a:lnTo>
                  <a:lnTo>
                    <a:pt x="2307830" y="224217"/>
                  </a:lnTo>
                  <a:lnTo>
                    <a:pt x="2254365" y="247776"/>
                  </a:lnTo>
                  <a:lnTo>
                    <a:pt x="2200610" y="271739"/>
                  </a:lnTo>
                  <a:lnTo>
                    <a:pt x="2146820" y="295750"/>
                  </a:lnTo>
                  <a:lnTo>
                    <a:pt x="2093254" y="319451"/>
                  </a:lnTo>
                  <a:lnTo>
                    <a:pt x="2040141" y="342503"/>
                  </a:lnTo>
                  <a:lnTo>
                    <a:pt x="1987648" y="364606"/>
                  </a:lnTo>
                  <a:lnTo>
                    <a:pt x="1935852" y="385514"/>
                  </a:lnTo>
                  <a:lnTo>
                    <a:pt x="1884715" y="405044"/>
                  </a:lnTo>
                  <a:lnTo>
                    <a:pt x="1834067" y="423078"/>
                  </a:lnTo>
                  <a:lnTo>
                    <a:pt x="1783588" y="439566"/>
                  </a:lnTo>
                  <a:lnTo>
                    <a:pt x="1732783" y="454513"/>
                  </a:lnTo>
                  <a:lnTo>
                    <a:pt x="1719082" y="458248"/>
                  </a:lnTo>
                  <a:lnTo>
                    <a:pt x="1670736" y="470398"/>
                  </a:lnTo>
                  <a:lnTo>
                    <a:pt x="1620652" y="481275"/>
                  </a:lnTo>
                  <a:lnTo>
                    <a:pt x="1567976" y="490953"/>
                  </a:lnTo>
                  <a:lnTo>
                    <a:pt x="1511761" y="499548"/>
                  </a:lnTo>
                  <a:lnTo>
                    <a:pt x="1451050" y="507190"/>
                  </a:lnTo>
                  <a:lnTo>
                    <a:pt x="1384968" y="514001"/>
                  </a:lnTo>
                  <a:lnTo>
                    <a:pt x="1312843" y="520088"/>
                  </a:lnTo>
                  <a:lnTo>
                    <a:pt x="1234362" y="525533"/>
                  </a:lnTo>
                  <a:lnTo>
                    <a:pt x="1149785" y="530394"/>
                  </a:lnTo>
                  <a:lnTo>
                    <a:pt x="1060179" y="534701"/>
                  </a:lnTo>
                  <a:lnTo>
                    <a:pt x="967636" y="538464"/>
                  </a:lnTo>
                  <a:lnTo>
                    <a:pt x="875366" y="541675"/>
                  </a:lnTo>
                  <a:lnTo>
                    <a:pt x="787538" y="544320"/>
                  </a:lnTo>
                  <a:lnTo>
                    <a:pt x="708783" y="546394"/>
                  </a:lnTo>
                  <a:lnTo>
                    <a:pt x="643347" y="547914"/>
                  </a:lnTo>
                  <a:lnTo>
                    <a:pt x="594129" y="548930"/>
                  </a:lnTo>
                  <a:lnTo>
                    <a:pt x="561892" y="549524"/>
                  </a:lnTo>
                  <a:lnTo>
                    <a:pt x="544929" y="549805"/>
                  </a:lnTo>
                  <a:lnTo>
                    <a:pt x="539205" y="549891"/>
                  </a:lnTo>
                  <a:lnTo>
                    <a:pt x="538736" y="549897"/>
                  </a:lnTo>
                  <a:lnTo>
                    <a:pt x="0" y="549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5" name="pg1865"/>
            <p:cNvSpPr/>
            <p:nvPr/>
          </p:nvSpPr>
          <p:spPr>
            <a:xfrm>
              <a:off x="546595" y="1316688"/>
              <a:ext cx="8234974" cy="4279403"/>
            </a:xfrm>
            <a:custGeom>
              <a:avLst/>
              <a:pathLst>
                <a:path w="8234974" h="4279403">
                  <a:moveTo>
                    <a:pt x="0" y="4279403"/>
                  </a:moveTo>
                  <a:lnTo>
                    <a:pt x="538736" y="4279403"/>
                  </a:lnTo>
                  <a:lnTo>
                    <a:pt x="540038" y="4279396"/>
                  </a:lnTo>
                  <a:lnTo>
                    <a:pt x="548531" y="4279343"/>
                  </a:lnTo>
                  <a:lnTo>
                    <a:pt x="569703" y="4279196"/>
                  </a:lnTo>
                  <a:lnTo>
                    <a:pt x="606948" y="4278908"/>
                  </a:lnTo>
                  <a:lnTo>
                    <a:pt x="661243" y="4278437"/>
                  </a:lnTo>
                  <a:lnTo>
                    <a:pt x="731125" y="4277753"/>
                  </a:lnTo>
                  <a:lnTo>
                    <a:pt x="813185" y="4276841"/>
                  </a:lnTo>
                  <a:lnTo>
                    <a:pt x="902942" y="4275696"/>
                  </a:lnTo>
                  <a:lnTo>
                    <a:pt x="995814" y="4274323"/>
                  </a:lnTo>
                  <a:lnTo>
                    <a:pt x="1087868" y="4272726"/>
                  </a:lnTo>
                  <a:lnTo>
                    <a:pt x="1176223" y="4270907"/>
                  </a:lnTo>
                  <a:lnTo>
                    <a:pt x="1259108" y="4268861"/>
                  </a:lnTo>
                  <a:lnTo>
                    <a:pt x="1335728" y="4266571"/>
                  </a:lnTo>
                  <a:lnTo>
                    <a:pt x="1406023" y="4264010"/>
                  </a:lnTo>
                  <a:lnTo>
                    <a:pt x="1470437" y="4261142"/>
                  </a:lnTo>
                  <a:lnTo>
                    <a:pt x="1529724" y="4257921"/>
                  </a:lnTo>
                  <a:lnTo>
                    <a:pt x="1584799" y="4254295"/>
                  </a:lnTo>
                  <a:lnTo>
                    <a:pt x="1636628" y="4250214"/>
                  </a:lnTo>
                  <a:lnTo>
                    <a:pt x="1686142" y="4245631"/>
                  </a:lnTo>
                  <a:lnTo>
                    <a:pt x="1719082" y="4242199"/>
                  </a:lnTo>
                  <a:lnTo>
                    <a:pt x="1771560" y="4236114"/>
                  </a:lnTo>
                  <a:lnTo>
                    <a:pt x="1823534" y="4229371"/>
                  </a:lnTo>
                  <a:lnTo>
                    <a:pt x="1875593" y="4221961"/>
                  </a:lnTo>
                  <a:lnTo>
                    <a:pt x="1928122" y="4213903"/>
                  </a:lnTo>
                  <a:lnTo>
                    <a:pt x="1981330" y="4205243"/>
                  </a:lnTo>
                  <a:lnTo>
                    <a:pt x="2035277" y="4196058"/>
                  </a:lnTo>
                  <a:lnTo>
                    <a:pt x="2089893" y="4186454"/>
                  </a:lnTo>
                  <a:lnTo>
                    <a:pt x="2145001" y="4176563"/>
                  </a:lnTo>
                  <a:lnTo>
                    <a:pt x="2200356" y="4166534"/>
                  </a:lnTo>
                  <a:lnTo>
                    <a:pt x="2255674" y="4156524"/>
                  </a:lnTo>
                  <a:lnTo>
                    <a:pt x="2310680" y="4146692"/>
                  </a:lnTo>
                  <a:lnTo>
                    <a:pt x="2365141" y="4137181"/>
                  </a:lnTo>
                  <a:lnTo>
                    <a:pt x="2418906" y="4128119"/>
                  </a:lnTo>
                  <a:lnTo>
                    <a:pt x="2471933" y="4119603"/>
                  </a:lnTo>
                  <a:lnTo>
                    <a:pt x="2524317" y="4111704"/>
                  </a:lnTo>
                  <a:lnTo>
                    <a:pt x="2576312" y="4104460"/>
                  </a:lnTo>
                  <a:lnTo>
                    <a:pt x="2628349" y="4097883"/>
                  </a:lnTo>
                  <a:lnTo>
                    <a:pt x="2667772" y="4093382"/>
                  </a:lnTo>
                  <a:lnTo>
                    <a:pt x="2716180" y="4088444"/>
                  </a:lnTo>
                  <a:lnTo>
                    <a:pt x="2766332" y="4084024"/>
                  </a:lnTo>
                  <a:lnTo>
                    <a:pt x="2819083" y="4080092"/>
                  </a:lnTo>
                  <a:lnTo>
                    <a:pt x="2875386" y="4076600"/>
                  </a:lnTo>
                  <a:lnTo>
                    <a:pt x="2936202" y="4073496"/>
                  </a:lnTo>
                  <a:lnTo>
                    <a:pt x="3002406" y="4070730"/>
                  </a:lnTo>
                  <a:lnTo>
                    <a:pt x="3074674" y="4068258"/>
                  </a:lnTo>
                  <a:lnTo>
                    <a:pt x="3153312" y="4066047"/>
                  </a:lnTo>
                  <a:lnTo>
                    <a:pt x="3238056" y="4064074"/>
                  </a:lnTo>
                  <a:lnTo>
                    <a:pt x="3327824" y="4062326"/>
                  </a:lnTo>
                  <a:lnTo>
                    <a:pt x="3420503" y="4060799"/>
                  </a:lnTo>
                  <a:lnTo>
                    <a:pt x="3512856" y="4059498"/>
                  </a:lnTo>
                  <a:lnTo>
                    <a:pt x="3600687" y="4058426"/>
                  </a:lnTo>
                  <a:lnTo>
                    <a:pt x="3679348" y="4057587"/>
                  </a:lnTo>
                  <a:lnTo>
                    <a:pt x="3744590" y="4056973"/>
                  </a:lnTo>
                  <a:lnTo>
                    <a:pt x="3793538" y="4056564"/>
                  </a:lnTo>
                  <a:lnTo>
                    <a:pt x="3825473" y="4056325"/>
                  </a:lnTo>
                  <a:lnTo>
                    <a:pt x="3842159" y="4056213"/>
                  </a:lnTo>
                  <a:lnTo>
                    <a:pt x="3847694" y="4056180"/>
                  </a:lnTo>
                  <a:lnTo>
                    <a:pt x="3848118" y="4056177"/>
                  </a:lnTo>
                  <a:lnTo>
                    <a:pt x="4386855" y="4056177"/>
                  </a:lnTo>
                  <a:lnTo>
                    <a:pt x="4387778" y="4056083"/>
                  </a:lnTo>
                  <a:lnTo>
                    <a:pt x="4393851" y="4055406"/>
                  </a:lnTo>
                  <a:lnTo>
                    <a:pt x="4409163" y="4053537"/>
                  </a:lnTo>
                  <a:lnTo>
                    <a:pt x="4436546" y="4049856"/>
                  </a:lnTo>
                  <a:lnTo>
                    <a:pt x="4477368" y="4043795"/>
                  </a:lnTo>
                  <a:lnTo>
                    <a:pt x="4531426" y="4034889"/>
                  </a:lnTo>
                  <a:lnTo>
                    <a:pt x="4597077" y="4022822"/>
                  </a:lnTo>
                  <a:lnTo>
                    <a:pt x="4671615" y="4007440"/>
                  </a:lnTo>
                  <a:lnTo>
                    <a:pt x="4751809" y="3988718"/>
                  </a:lnTo>
                  <a:lnTo>
                    <a:pt x="4834430" y="3966711"/>
                  </a:lnTo>
                  <a:lnTo>
                    <a:pt x="4916674" y="3941492"/>
                  </a:lnTo>
                  <a:lnTo>
                    <a:pt x="4996381" y="3913093"/>
                  </a:lnTo>
                  <a:lnTo>
                    <a:pt x="5072104" y="3881464"/>
                  </a:lnTo>
                  <a:lnTo>
                    <a:pt x="5143044" y="3846451"/>
                  </a:lnTo>
                  <a:lnTo>
                    <a:pt x="5208933" y="3807779"/>
                  </a:lnTo>
                  <a:lnTo>
                    <a:pt x="5269893" y="3765055"/>
                  </a:lnTo>
                  <a:lnTo>
                    <a:pt x="5326318" y="3717774"/>
                  </a:lnTo>
                  <a:lnTo>
                    <a:pt x="5378769" y="3665337"/>
                  </a:lnTo>
                  <a:lnTo>
                    <a:pt x="5427896" y="3607079"/>
                  </a:lnTo>
                  <a:lnTo>
                    <a:pt x="5474382" y="3542329"/>
                  </a:lnTo>
                  <a:lnTo>
                    <a:pt x="5518892" y="3470492"/>
                  </a:lnTo>
                  <a:lnTo>
                    <a:pt x="5562025" y="3391208"/>
                  </a:lnTo>
                  <a:lnTo>
                    <a:pt x="5567201" y="3381055"/>
                  </a:lnTo>
                  <a:lnTo>
                    <a:pt x="5597700" y="3318531"/>
                  </a:lnTo>
                  <a:lnTo>
                    <a:pt x="5627929" y="3252054"/>
                  </a:lnTo>
                  <a:lnTo>
                    <a:pt x="5658031" y="3181544"/>
                  </a:lnTo>
                  <a:lnTo>
                    <a:pt x="5688119" y="3106967"/>
                  </a:lnTo>
                  <a:lnTo>
                    <a:pt x="5718287" y="3028340"/>
                  </a:lnTo>
                  <a:lnTo>
                    <a:pt x="5748606" y="2945734"/>
                  </a:lnTo>
                  <a:lnTo>
                    <a:pt x="5779125" y="2859283"/>
                  </a:lnTo>
                  <a:lnTo>
                    <a:pt x="5809877" y="2769177"/>
                  </a:lnTo>
                  <a:lnTo>
                    <a:pt x="5840878" y="2675673"/>
                  </a:lnTo>
                  <a:lnTo>
                    <a:pt x="5872128" y="2579088"/>
                  </a:lnTo>
                  <a:lnTo>
                    <a:pt x="5903612" y="2479798"/>
                  </a:lnTo>
                  <a:lnTo>
                    <a:pt x="5935304" y="2378231"/>
                  </a:lnTo>
                  <a:lnTo>
                    <a:pt x="5967166" y="2274865"/>
                  </a:lnTo>
                  <a:lnTo>
                    <a:pt x="5999153" y="2170215"/>
                  </a:lnTo>
                  <a:lnTo>
                    <a:pt x="6031213" y="2064824"/>
                  </a:lnTo>
                  <a:lnTo>
                    <a:pt x="6063291" y="1959252"/>
                  </a:lnTo>
                  <a:lnTo>
                    <a:pt x="6095331" y="1854061"/>
                  </a:lnTo>
                  <a:lnTo>
                    <a:pt x="6127279" y="1749807"/>
                  </a:lnTo>
                  <a:lnTo>
                    <a:pt x="6159085" y="1647024"/>
                  </a:lnTo>
                  <a:lnTo>
                    <a:pt x="6190707" y="1546215"/>
                  </a:lnTo>
                  <a:lnTo>
                    <a:pt x="6222110" y="1447840"/>
                  </a:lnTo>
                  <a:lnTo>
                    <a:pt x="6253272" y="1352311"/>
                  </a:lnTo>
                  <a:lnTo>
                    <a:pt x="6284184" y="1259983"/>
                  </a:lnTo>
                  <a:lnTo>
                    <a:pt x="6314851" y="1171152"/>
                  </a:lnTo>
                  <a:lnTo>
                    <a:pt x="6345294" y="1086049"/>
                  </a:lnTo>
                  <a:lnTo>
                    <a:pt x="6375552" y="1004847"/>
                  </a:lnTo>
                  <a:lnTo>
                    <a:pt x="6405683" y="927656"/>
                  </a:lnTo>
                  <a:lnTo>
                    <a:pt x="6435764" y="854526"/>
                  </a:lnTo>
                  <a:lnTo>
                    <a:pt x="6465896" y="785458"/>
                  </a:lnTo>
                  <a:lnTo>
                    <a:pt x="6496204" y="720398"/>
                  </a:lnTo>
                  <a:lnTo>
                    <a:pt x="6515891" y="680566"/>
                  </a:lnTo>
                  <a:lnTo>
                    <a:pt x="6558892" y="600371"/>
                  </a:lnTo>
                  <a:lnTo>
                    <a:pt x="6603205" y="527641"/>
                  </a:lnTo>
                  <a:lnTo>
                    <a:pt x="6649416" y="462057"/>
                  </a:lnTo>
                  <a:lnTo>
                    <a:pt x="6698185" y="403045"/>
                  </a:lnTo>
                  <a:lnTo>
                    <a:pt x="6750195" y="349936"/>
                  </a:lnTo>
                  <a:lnTo>
                    <a:pt x="6806105" y="302062"/>
                  </a:lnTo>
                  <a:lnTo>
                    <a:pt x="6866489" y="258813"/>
                  </a:lnTo>
                  <a:lnTo>
                    <a:pt x="6931765" y="219671"/>
                  </a:lnTo>
                  <a:lnTo>
                    <a:pt x="7002096" y="184230"/>
                  </a:lnTo>
                  <a:lnTo>
                    <a:pt x="7077268" y="152201"/>
                  </a:lnTo>
                  <a:lnTo>
                    <a:pt x="7156554" y="123414"/>
                  </a:lnTo>
                  <a:lnTo>
                    <a:pt x="7238590" y="97807"/>
                  </a:lnTo>
                  <a:lnTo>
                    <a:pt x="7321304" y="75406"/>
                  </a:lnTo>
                  <a:lnTo>
                    <a:pt x="7401960" y="56281"/>
                  </a:lnTo>
                  <a:lnTo>
                    <a:pt x="7477364" y="40491"/>
                  </a:lnTo>
                  <a:lnTo>
                    <a:pt x="7544256" y="28027"/>
                  </a:lnTo>
                  <a:lnTo>
                    <a:pt x="7599837" y="18750"/>
                  </a:lnTo>
                  <a:lnTo>
                    <a:pt x="7642310" y="12365"/>
                  </a:lnTo>
                  <a:lnTo>
                    <a:pt x="7671286" y="8424"/>
                  </a:lnTo>
                  <a:lnTo>
                    <a:pt x="7687942" y="6366"/>
                  </a:lnTo>
                  <a:lnTo>
                    <a:pt x="7694943" y="557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14" y="94"/>
                  </a:lnTo>
                  <a:lnTo>
                    <a:pt x="7689242" y="771"/>
                  </a:lnTo>
                  <a:lnTo>
                    <a:pt x="7673930" y="2640"/>
                  </a:lnTo>
                  <a:lnTo>
                    <a:pt x="7646547" y="6321"/>
                  </a:lnTo>
                  <a:lnTo>
                    <a:pt x="7605725" y="12382"/>
                  </a:lnTo>
                  <a:lnTo>
                    <a:pt x="7551667" y="21288"/>
                  </a:lnTo>
                  <a:lnTo>
                    <a:pt x="7486016" y="33355"/>
                  </a:lnTo>
                  <a:lnTo>
                    <a:pt x="7411477" y="48737"/>
                  </a:lnTo>
                  <a:lnTo>
                    <a:pt x="7331284" y="67459"/>
                  </a:lnTo>
                  <a:lnTo>
                    <a:pt x="7248662" y="89466"/>
                  </a:lnTo>
                  <a:lnTo>
                    <a:pt x="7166419" y="114685"/>
                  </a:lnTo>
                  <a:lnTo>
                    <a:pt x="7086712" y="143084"/>
                  </a:lnTo>
                  <a:lnTo>
                    <a:pt x="7010989" y="174713"/>
                  </a:lnTo>
                  <a:lnTo>
                    <a:pt x="6940048" y="209726"/>
                  </a:lnTo>
                  <a:lnTo>
                    <a:pt x="6874160" y="248398"/>
                  </a:lnTo>
                  <a:lnTo>
                    <a:pt x="6813199" y="291122"/>
                  </a:lnTo>
                  <a:lnTo>
                    <a:pt x="6756774" y="338403"/>
                  </a:lnTo>
                  <a:lnTo>
                    <a:pt x="6704324" y="390840"/>
                  </a:lnTo>
                  <a:lnTo>
                    <a:pt x="6655197" y="449098"/>
                  </a:lnTo>
                  <a:lnTo>
                    <a:pt x="6608711" y="513848"/>
                  </a:lnTo>
                  <a:lnTo>
                    <a:pt x="6564201" y="585685"/>
                  </a:lnTo>
                  <a:lnTo>
                    <a:pt x="6521067" y="664969"/>
                  </a:lnTo>
                  <a:lnTo>
                    <a:pt x="6515891" y="675122"/>
                  </a:lnTo>
                  <a:lnTo>
                    <a:pt x="6485392" y="737646"/>
                  </a:lnTo>
                  <a:lnTo>
                    <a:pt x="6455163" y="804123"/>
                  </a:lnTo>
                  <a:lnTo>
                    <a:pt x="6425062" y="874633"/>
                  </a:lnTo>
                  <a:lnTo>
                    <a:pt x="6394973" y="949210"/>
                  </a:lnTo>
                  <a:lnTo>
                    <a:pt x="6364805" y="1027837"/>
                  </a:lnTo>
                  <a:lnTo>
                    <a:pt x="6334487" y="1110443"/>
                  </a:lnTo>
                  <a:lnTo>
                    <a:pt x="6303968" y="1196894"/>
                  </a:lnTo>
                  <a:lnTo>
                    <a:pt x="6273215" y="1287000"/>
                  </a:lnTo>
                  <a:lnTo>
                    <a:pt x="6242214" y="1380504"/>
                  </a:lnTo>
                  <a:lnTo>
                    <a:pt x="6210964" y="1477089"/>
                  </a:lnTo>
                  <a:lnTo>
                    <a:pt x="6179480" y="1576379"/>
                  </a:lnTo>
                  <a:lnTo>
                    <a:pt x="6147788" y="1677946"/>
                  </a:lnTo>
                  <a:lnTo>
                    <a:pt x="6115926" y="1781312"/>
                  </a:lnTo>
                  <a:lnTo>
                    <a:pt x="6083940" y="1885962"/>
                  </a:lnTo>
                  <a:lnTo>
                    <a:pt x="6051880" y="1991353"/>
                  </a:lnTo>
                  <a:lnTo>
                    <a:pt x="6019802" y="2096925"/>
                  </a:lnTo>
                  <a:lnTo>
                    <a:pt x="5987762" y="2202116"/>
                  </a:lnTo>
                  <a:lnTo>
                    <a:pt x="5955814" y="2306370"/>
                  </a:lnTo>
                  <a:lnTo>
                    <a:pt x="5924007" y="2409153"/>
                  </a:lnTo>
                  <a:lnTo>
                    <a:pt x="5892386" y="2509962"/>
                  </a:lnTo>
                  <a:lnTo>
                    <a:pt x="5860982" y="2608337"/>
                  </a:lnTo>
                  <a:lnTo>
                    <a:pt x="5829820" y="2703866"/>
                  </a:lnTo>
                  <a:lnTo>
                    <a:pt x="5798908" y="2796194"/>
                  </a:lnTo>
                  <a:lnTo>
                    <a:pt x="5768241" y="2885025"/>
                  </a:lnTo>
                  <a:lnTo>
                    <a:pt x="5737798" y="2970128"/>
                  </a:lnTo>
                  <a:lnTo>
                    <a:pt x="5707540" y="3051330"/>
                  </a:lnTo>
                  <a:lnTo>
                    <a:pt x="5677410" y="3128521"/>
                  </a:lnTo>
                  <a:lnTo>
                    <a:pt x="5647328" y="3201651"/>
                  </a:lnTo>
                  <a:lnTo>
                    <a:pt x="5617196" y="3270719"/>
                  </a:lnTo>
                  <a:lnTo>
                    <a:pt x="5586889" y="3335778"/>
                  </a:lnTo>
                  <a:lnTo>
                    <a:pt x="5567201" y="3375611"/>
                  </a:lnTo>
                  <a:lnTo>
                    <a:pt x="5524200" y="3455806"/>
                  </a:lnTo>
                  <a:lnTo>
                    <a:pt x="5479888" y="3528536"/>
                  </a:lnTo>
                  <a:lnTo>
                    <a:pt x="5433677" y="3594120"/>
                  </a:lnTo>
                  <a:lnTo>
                    <a:pt x="5384908" y="3653132"/>
                  </a:lnTo>
                  <a:lnTo>
                    <a:pt x="5332897" y="3706241"/>
                  </a:lnTo>
                  <a:lnTo>
                    <a:pt x="5276988" y="3754115"/>
                  </a:lnTo>
                  <a:lnTo>
                    <a:pt x="5216604" y="3797364"/>
                  </a:lnTo>
                  <a:lnTo>
                    <a:pt x="5151328" y="3836506"/>
                  </a:lnTo>
                  <a:lnTo>
                    <a:pt x="5080997" y="3871947"/>
                  </a:lnTo>
                  <a:lnTo>
                    <a:pt x="5005824" y="3903976"/>
                  </a:lnTo>
                  <a:lnTo>
                    <a:pt x="4926538" y="3932763"/>
                  </a:lnTo>
                  <a:lnTo>
                    <a:pt x="4844503" y="3958370"/>
                  </a:lnTo>
                  <a:lnTo>
                    <a:pt x="4761789" y="3980771"/>
                  </a:lnTo>
                  <a:lnTo>
                    <a:pt x="4681133" y="3999896"/>
                  </a:lnTo>
                  <a:lnTo>
                    <a:pt x="4605729" y="4015686"/>
                  </a:lnTo>
                  <a:lnTo>
                    <a:pt x="4538837" y="4028150"/>
                  </a:lnTo>
                  <a:lnTo>
                    <a:pt x="4483256" y="4037427"/>
                  </a:lnTo>
                  <a:lnTo>
                    <a:pt x="4440782" y="4043812"/>
                  </a:lnTo>
                  <a:lnTo>
                    <a:pt x="4411806" y="4047753"/>
                  </a:lnTo>
                  <a:lnTo>
                    <a:pt x="4395150" y="4049811"/>
                  </a:lnTo>
                  <a:lnTo>
                    <a:pt x="4388149" y="4050599"/>
                  </a:lnTo>
                  <a:lnTo>
                    <a:pt x="4386855" y="4050733"/>
                  </a:lnTo>
                  <a:lnTo>
                    <a:pt x="3848118" y="4050733"/>
                  </a:lnTo>
                  <a:lnTo>
                    <a:pt x="3846817" y="4050740"/>
                  </a:lnTo>
                  <a:lnTo>
                    <a:pt x="3838323" y="4050793"/>
                  </a:lnTo>
                  <a:lnTo>
                    <a:pt x="3817152" y="4050940"/>
                  </a:lnTo>
                  <a:lnTo>
                    <a:pt x="3779907" y="4051229"/>
                  </a:lnTo>
                  <a:lnTo>
                    <a:pt x="3725612" y="4051699"/>
                  </a:lnTo>
                  <a:lnTo>
                    <a:pt x="3655729" y="4052383"/>
                  </a:lnTo>
                  <a:lnTo>
                    <a:pt x="3573669" y="4053295"/>
                  </a:lnTo>
                  <a:lnTo>
                    <a:pt x="3483913" y="4054440"/>
                  </a:lnTo>
                  <a:lnTo>
                    <a:pt x="3391041" y="4055814"/>
                  </a:lnTo>
                  <a:lnTo>
                    <a:pt x="3298986" y="4057410"/>
                  </a:lnTo>
                  <a:lnTo>
                    <a:pt x="3210632" y="4059229"/>
                  </a:lnTo>
                  <a:lnTo>
                    <a:pt x="3127746" y="4061275"/>
                  </a:lnTo>
                  <a:lnTo>
                    <a:pt x="3051126" y="4063566"/>
                  </a:lnTo>
                  <a:lnTo>
                    <a:pt x="2980832" y="4066126"/>
                  </a:lnTo>
                  <a:lnTo>
                    <a:pt x="2916417" y="4068995"/>
                  </a:lnTo>
                  <a:lnTo>
                    <a:pt x="2857130" y="4072216"/>
                  </a:lnTo>
                  <a:lnTo>
                    <a:pt x="2802056" y="4075841"/>
                  </a:lnTo>
                  <a:lnTo>
                    <a:pt x="2750227" y="4079923"/>
                  </a:lnTo>
                  <a:lnTo>
                    <a:pt x="2700712" y="4084505"/>
                  </a:lnTo>
                  <a:lnTo>
                    <a:pt x="2667772" y="4087937"/>
                  </a:lnTo>
                  <a:lnTo>
                    <a:pt x="2615295" y="4094022"/>
                  </a:lnTo>
                  <a:lnTo>
                    <a:pt x="2563320" y="4100765"/>
                  </a:lnTo>
                  <a:lnTo>
                    <a:pt x="2511261" y="4108175"/>
                  </a:lnTo>
                  <a:lnTo>
                    <a:pt x="2458733" y="4116233"/>
                  </a:lnTo>
                  <a:lnTo>
                    <a:pt x="2405525" y="4124894"/>
                  </a:lnTo>
                  <a:lnTo>
                    <a:pt x="2351577" y="4134078"/>
                  </a:lnTo>
                  <a:lnTo>
                    <a:pt x="2296962" y="4143682"/>
                  </a:lnTo>
                  <a:lnTo>
                    <a:pt x="2241853" y="4153573"/>
                  </a:lnTo>
                  <a:lnTo>
                    <a:pt x="2186499" y="4163603"/>
                  </a:lnTo>
                  <a:lnTo>
                    <a:pt x="2131180" y="4173612"/>
                  </a:lnTo>
                  <a:lnTo>
                    <a:pt x="2076174" y="4183445"/>
                  </a:lnTo>
                  <a:lnTo>
                    <a:pt x="2021713" y="4192955"/>
                  </a:lnTo>
                  <a:lnTo>
                    <a:pt x="1967949" y="4202018"/>
                  </a:lnTo>
                  <a:lnTo>
                    <a:pt x="1914922" y="4210533"/>
                  </a:lnTo>
                  <a:lnTo>
                    <a:pt x="1862537" y="4218432"/>
                  </a:lnTo>
                  <a:lnTo>
                    <a:pt x="1810543" y="4225676"/>
                  </a:lnTo>
                  <a:lnTo>
                    <a:pt x="1758506" y="4232253"/>
                  </a:lnTo>
                  <a:lnTo>
                    <a:pt x="1719082" y="4236755"/>
                  </a:lnTo>
                  <a:lnTo>
                    <a:pt x="1670675" y="4241692"/>
                  </a:lnTo>
                  <a:lnTo>
                    <a:pt x="1620523" y="4246113"/>
                  </a:lnTo>
                  <a:lnTo>
                    <a:pt x="1567771" y="4250045"/>
                  </a:lnTo>
                  <a:lnTo>
                    <a:pt x="1511468" y="4253536"/>
                  </a:lnTo>
                  <a:lnTo>
                    <a:pt x="1450653" y="4256640"/>
                  </a:lnTo>
                  <a:lnTo>
                    <a:pt x="1384448" y="4259407"/>
                  </a:lnTo>
                  <a:lnTo>
                    <a:pt x="1312181" y="4261879"/>
                  </a:lnTo>
                  <a:lnTo>
                    <a:pt x="1233542" y="4264089"/>
                  </a:lnTo>
                  <a:lnTo>
                    <a:pt x="1148798" y="4266062"/>
                  </a:lnTo>
                  <a:lnTo>
                    <a:pt x="1059030" y="4267810"/>
                  </a:lnTo>
                  <a:lnTo>
                    <a:pt x="966352" y="4269337"/>
                  </a:lnTo>
                  <a:lnTo>
                    <a:pt x="873998" y="4270639"/>
                  </a:lnTo>
                  <a:lnTo>
                    <a:pt x="786168" y="4271710"/>
                  </a:lnTo>
                  <a:lnTo>
                    <a:pt x="707507" y="4272549"/>
                  </a:lnTo>
                  <a:lnTo>
                    <a:pt x="642265" y="4273163"/>
                  </a:lnTo>
                  <a:lnTo>
                    <a:pt x="593316" y="4273572"/>
                  </a:lnTo>
                  <a:lnTo>
                    <a:pt x="561381" y="4273811"/>
                  </a:lnTo>
                  <a:lnTo>
                    <a:pt x="544695" y="4273923"/>
                  </a:lnTo>
                  <a:lnTo>
                    <a:pt x="539160" y="4273956"/>
                  </a:lnTo>
                  <a:lnTo>
                    <a:pt x="538736" y="4273959"/>
                  </a:lnTo>
                  <a:lnTo>
                    <a:pt x="0" y="4273959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66" name="pl1866"/>
            <p:cNvSpPr/>
            <p:nvPr/>
          </p:nvSpPr>
          <p:spPr>
            <a:xfrm>
              <a:off x="546595" y="1322133"/>
              <a:ext cx="8234974" cy="4273959"/>
            </a:xfrm>
            <a:custGeom>
              <a:avLst/>
              <a:pathLst>
                <a:path w="8234974" h="4273959">
                  <a:moveTo>
                    <a:pt x="0" y="4273959"/>
                  </a:moveTo>
                  <a:lnTo>
                    <a:pt x="538736" y="4273959"/>
                  </a:lnTo>
                  <a:lnTo>
                    <a:pt x="540038" y="4273951"/>
                  </a:lnTo>
                  <a:lnTo>
                    <a:pt x="548531" y="4273898"/>
                  </a:lnTo>
                  <a:lnTo>
                    <a:pt x="569703" y="4273751"/>
                  </a:lnTo>
                  <a:lnTo>
                    <a:pt x="606948" y="4273463"/>
                  </a:lnTo>
                  <a:lnTo>
                    <a:pt x="661243" y="4272992"/>
                  </a:lnTo>
                  <a:lnTo>
                    <a:pt x="731125" y="4272309"/>
                  </a:lnTo>
                  <a:lnTo>
                    <a:pt x="813185" y="4271396"/>
                  </a:lnTo>
                  <a:lnTo>
                    <a:pt x="902942" y="4270252"/>
                  </a:lnTo>
                  <a:lnTo>
                    <a:pt x="995814" y="4268878"/>
                  </a:lnTo>
                  <a:lnTo>
                    <a:pt x="1087868" y="4267281"/>
                  </a:lnTo>
                  <a:lnTo>
                    <a:pt x="1176223" y="4265463"/>
                  </a:lnTo>
                  <a:lnTo>
                    <a:pt x="1259108" y="4263417"/>
                  </a:lnTo>
                  <a:lnTo>
                    <a:pt x="1335728" y="4261126"/>
                  </a:lnTo>
                  <a:lnTo>
                    <a:pt x="1406023" y="4258565"/>
                  </a:lnTo>
                  <a:lnTo>
                    <a:pt x="1470437" y="4255697"/>
                  </a:lnTo>
                  <a:lnTo>
                    <a:pt x="1529724" y="4252476"/>
                  </a:lnTo>
                  <a:lnTo>
                    <a:pt x="1584799" y="4248851"/>
                  </a:lnTo>
                  <a:lnTo>
                    <a:pt x="1636628" y="4244769"/>
                  </a:lnTo>
                  <a:lnTo>
                    <a:pt x="1686142" y="4240187"/>
                  </a:lnTo>
                  <a:lnTo>
                    <a:pt x="1719082" y="4236755"/>
                  </a:lnTo>
                  <a:lnTo>
                    <a:pt x="1771560" y="4230670"/>
                  </a:lnTo>
                  <a:lnTo>
                    <a:pt x="1823534" y="4223926"/>
                  </a:lnTo>
                  <a:lnTo>
                    <a:pt x="1875593" y="4216517"/>
                  </a:lnTo>
                  <a:lnTo>
                    <a:pt x="1928122" y="4208458"/>
                  </a:lnTo>
                  <a:lnTo>
                    <a:pt x="1981330" y="4199798"/>
                  </a:lnTo>
                  <a:lnTo>
                    <a:pt x="2035277" y="4190613"/>
                  </a:lnTo>
                  <a:lnTo>
                    <a:pt x="2089893" y="4181010"/>
                  </a:lnTo>
                  <a:lnTo>
                    <a:pt x="2145001" y="4171119"/>
                  </a:lnTo>
                  <a:lnTo>
                    <a:pt x="2200356" y="4161089"/>
                  </a:lnTo>
                  <a:lnTo>
                    <a:pt x="2255674" y="4151080"/>
                  </a:lnTo>
                  <a:lnTo>
                    <a:pt x="2310680" y="4141247"/>
                  </a:lnTo>
                  <a:lnTo>
                    <a:pt x="2365141" y="4131737"/>
                  </a:lnTo>
                  <a:lnTo>
                    <a:pt x="2418906" y="4122674"/>
                  </a:lnTo>
                  <a:lnTo>
                    <a:pt x="2471933" y="4114159"/>
                  </a:lnTo>
                  <a:lnTo>
                    <a:pt x="2524317" y="4106259"/>
                  </a:lnTo>
                  <a:lnTo>
                    <a:pt x="2576312" y="4099016"/>
                  </a:lnTo>
                  <a:lnTo>
                    <a:pt x="2628349" y="4092439"/>
                  </a:lnTo>
                  <a:lnTo>
                    <a:pt x="2667772" y="4087937"/>
                  </a:lnTo>
                  <a:lnTo>
                    <a:pt x="2716180" y="4082999"/>
                  </a:lnTo>
                  <a:lnTo>
                    <a:pt x="2766332" y="4078579"/>
                  </a:lnTo>
                  <a:lnTo>
                    <a:pt x="2819083" y="4074647"/>
                  </a:lnTo>
                  <a:lnTo>
                    <a:pt x="2875386" y="4071155"/>
                  </a:lnTo>
                  <a:lnTo>
                    <a:pt x="2936202" y="4068051"/>
                  </a:lnTo>
                  <a:lnTo>
                    <a:pt x="3002406" y="4065285"/>
                  </a:lnTo>
                  <a:lnTo>
                    <a:pt x="3074674" y="4062813"/>
                  </a:lnTo>
                  <a:lnTo>
                    <a:pt x="3153312" y="4060602"/>
                  </a:lnTo>
                  <a:lnTo>
                    <a:pt x="3238056" y="4058629"/>
                  </a:lnTo>
                  <a:lnTo>
                    <a:pt x="3327824" y="4056881"/>
                  </a:lnTo>
                  <a:lnTo>
                    <a:pt x="3420503" y="4055355"/>
                  </a:lnTo>
                  <a:lnTo>
                    <a:pt x="3512856" y="4054053"/>
                  </a:lnTo>
                  <a:lnTo>
                    <a:pt x="3600687" y="4052982"/>
                  </a:lnTo>
                  <a:lnTo>
                    <a:pt x="3679348" y="4052143"/>
                  </a:lnTo>
                  <a:lnTo>
                    <a:pt x="3744590" y="4051529"/>
                  </a:lnTo>
                  <a:lnTo>
                    <a:pt x="3793538" y="4051119"/>
                  </a:lnTo>
                  <a:lnTo>
                    <a:pt x="3825473" y="4050881"/>
                  </a:lnTo>
                  <a:lnTo>
                    <a:pt x="3842159" y="4050769"/>
                  </a:lnTo>
                  <a:lnTo>
                    <a:pt x="3847694" y="4050735"/>
                  </a:lnTo>
                  <a:lnTo>
                    <a:pt x="3848118" y="4050733"/>
                  </a:lnTo>
                  <a:lnTo>
                    <a:pt x="4386855" y="4050733"/>
                  </a:lnTo>
                  <a:lnTo>
                    <a:pt x="4387778" y="4050638"/>
                  </a:lnTo>
                  <a:lnTo>
                    <a:pt x="4393851" y="4049962"/>
                  </a:lnTo>
                  <a:lnTo>
                    <a:pt x="4409163" y="4048092"/>
                  </a:lnTo>
                  <a:lnTo>
                    <a:pt x="4436546" y="4044412"/>
                  </a:lnTo>
                  <a:lnTo>
                    <a:pt x="4477368" y="4038351"/>
                  </a:lnTo>
                  <a:lnTo>
                    <a:pt x="4531426" y="4029444"/>
                  </a:lnTo>
                  <a:lnTo>
                    <a:pt x="4597077" y="4017378"/>
                  </a:lnTo>
                  <a:lnTo>
                    <a:pt x="4671615" y="4001996"/>
                  </a:lnTo>
                  <a:lnTo>
                    <a:pt x="4751809" y="3983273"/>
                  </a:lnTo>
                  <a:lnTo>
                    <a:pt x="4834430" y="3961267"/>
                  </a:lnTo>
                  <a:lnTo>
                    <a:pt x="4916674" y="3936047"/>
                  </a:lnTo>
                  <a:lnTo>
                    <a:pt x="4996381" y="3907648"/>
                  </a:lnTo>
                  <a:lnTo>
                    <a:pt x="5072104" y="3876020"/>
                  </a:lnTo>
                  <a:lnTo>
                    <a:pt x="5143044" y="3841007"/>
                  </a:lnTo>
                  <a:lnTo>
                    <a:pt x="5208933" y="3802335"/>
                  </a:lnTo>
                  <a:lnTo>
                    <a:pt x="5269893" y="3759611"/>
                  </a:lnTo>
                  <a:lnTo>
                    <a:pt x="5326318" y="3712330"/>
                  </a:lnTo>
                  <a:lnTo>
                    <a:pt x="5378769" y="3659892"/>
                  </a:lnTo>
                  <a:lnTo>
                    <a:pt x="5427896" y="3601635"/>
                  </a:lnTo>
                  <a:lnTo>
                    <a:pt x="5474382" y="3536884"/>
                  </a:lnTo>
                  <a:lnTo>
                    <a:pt x="5518892" y="3465047"/>
                  </a:lnTo>
                  <a:lnTo>
                    <a:pt x="5562025" y="3385763"/>
                  </a:lnTo>
                  <a:lnTo>
                    <a:pt x="5567201" y="3375611"/>
                  </a:lnTo>
                  <a:lnTo>
                    <a:pt x="5597700" y="3313086"/>
                  </a:lnTo>
                  <a:lnTo>
                    <a:pt x="5627929" y="3246610"/>
                  </a:lnTo>
                  <a:lnTo>
                    <a:pt x="5658031" y="3176100"/>
                  </a:lnTo>
                  <a:lnTo>
                    <a:pt x="5688119" y="3101522"/>
                  </a:lnTo>
                  <a:lnTo>
                    <a:pt x="5718287" y="3022895"/>
                  </a:lnTo>
                  <a:lnTo>
                    <a:pt x="5748606" y="2940290"/>
                  </a:lnTo>
                  <a:lnTo>
                    <a:pt x="5779125" y="2853838"/>
                  </a:lnTo>
                  <a:lnTo>
                    <a:pt x="5809877" y="2763733"/>
                  </a:lnTo>
                  <a:lnTo>
                    <a:pt x="5840878" y="2670229"/>
                  </a:lnTo>
                  <a:lnTo>
                    <a:pt x="5872128" y="2573644"/>
                  </a:lnTo>
                  <a:lnTo>
                    <a:pt x="5903612" y="2474353"/>
                  </a:lnTo>
                  <a:lnTo>
                    <a:pt x="5935304" y="2372786"/>
                  </a:lnTo>
                  <a:lnTo>
                    <a:pt x="5967166" y="2269421"/>
                  </a:lnTo>
                  <a:lnTo>
                    <a:pt x="5999153" y="2164771"/>
                  </a:lnTo>
                  <a:lnTo>
                    <a:pt x="6031213" y="2059380"/>
                  </a:lnTo>
                  <a:lnTo>
                    <a:pt x="6063291" y="1953807"/>
                  </a:lnTo>
                  <a:lnTo>
                    <a:pt x="6095331" y="1848616"/>
                  </a:lnTo>
                  <a:lnTo>
                    <a:pt x="6127279" y="1744362"/>
                  </a:lnTo>
                  <a:lnTo>
                    <a:pt x="6159085" y="1641579"/>
                  </a:lnTo>
                  <a:lnTo>
                    <a:pt x="6190707" y="1540770"/>
                  </a:lnTo>
                  <a:lnTo>
                    <a:pt x="6222110" y="1442395"/>
                  </a:lnTo>
                  <a:lnTo>
                    <a:pt x="6253272" y="1346867"/>
                  </a:lnTo>
                  <a:lnTo>
                    <a:pt x="6284184" y="1254539"/>
                  </a:lnTo>
                  <a:lnTo>
                    <a:pt x="6314851" y="1165707"/>
                  </a:lnTo>
                  <a:lnTo>
                    <a:pt x="6345294" y="1080605"/>
                  </a:lnTo>
                  <a:lnTo>
                    <a:pt x="6375552" y="999403"/>
                  </a:lnTo>
                  <a:lnTo>
                    <a:pt x="6405683" y="922211"/>
                  </a:lnTo>
                  <a:lnTo>
                    <a:pt x="6435764" y="849082"/>
                  </a:lnTo>
                  <a:lnTo>
                    <a:pt x="6465896" y="780013"/>
                  </a:lnTo>
                  <a:lnTo>
                    <a:pt x="6496204" y="714954"/>
                  </a:lnTo>
                  <a:lnTo>
                    <a:pt x="6515891" y="675122"/>
                  </a:lnTo>
                  <a:lnTo>
                    <a:pt x="6558892" y="594926"/>
                  </a:lnTo>
                  <a:lnTo>
                    <a:pt x="6603205" y="522196"/>
                  </a:lnTo>
                  <a:lnTo>
                    <a:pt x="6649416" y="456613"/>
                  </a:lnTo>
                  <a:lnTo>
                    <a:pt x="6698185" y="397601"/>
                  </a:lnTo>
                  <a:lnTo>
                    <a:pt x="6750195" y="344492"/>
                  </a:lnTo>
                  <a:lnTo>
                    <a:pt x="6806105" y="296617"/>
                  </a:lnTo>
                  <a:lnTo>
                    <a:pt x="6866489" y="253368"/>
                  </a:lnTo>
                  <a:lnTo>
                    <a:pt x="6931765" y="214227"/>
                  </a:lnTo>
                  <a:lnTo>
                    <a:pt x="7002096" y="178786"/>
                  </a:lnTo>
                  <a:lnTo>
                    <a:pt x="7077268" y="146757"/>
                  </a:lnTo>
                  <a:lnTo>
                    <a:pt x="7156554" y="117969"/>
                  </a:lnTo>
                  <a:lnTo>
                    <a:pt x="7238590" y="92363"/>
                  </a:lnTo>
                  <a:lnTo>
                    <a:pt x="7321304" y="69962"/>
                  </a:lnTo>
                  <a:lnTo>
                    <a:pt x="7401960" y="50836"/>
                  </a:lnTo>
                  <a:lnTo>
                    <a:pt x="7477364" y="35047"/>
                  </a:lnTo>
                  <a:lnTo>
                    <a:pt x="7544256" y="22582"/>
                  </a:lnTo>
                  <a:lnTo>
                    <a:pt x="7599837" y="13305"/>
                  </a:lnTo>
                  <a:lnTo>
                    <a:pt x="7642310" y="6920"/>
                  </a:lnTo>
                  <a:lnTo>
                    <a:pt x="7671286" y="2979"/>
                  </a:lnTo>
                  <a:lnTo>
                    <a:pt x="7687942" y="922"/>
                  </a:lnTo>
                  <a:lnTo>
                    <a:pt x="7694943" y="134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7" name="pl1867"/>
            <p:cNvSpPr/>
            <p:nvPr/>
          </p:nvSpPr>
          <p:spPr>
            <a:xfrm>
              <a:off x="546595" y="1316688"/>
              <a:ext cx="8234974" cy="4273959"/>
            </a:xfrm>
            <a:custGeom>
              <a:avLst/>
              <a:pathLst>
                <a:path w="8234974" h="4273959">
                  <a:moveTo>
                    <a:pt x="8234974" y="0"/>
                  </a:moveTo>
                  <a:lnTo>
                    <a:pt x="7696237" y="0"/>
                  </a:lnTo>
                  <a:lnTo>
                    <a:pt x="7695314" y="94"/>
                  </a:lnTo>
                  <a:lnTo>
                    <a:pt x="7689242" y="771"/>
                  </a:lnTo>
                  <a:lnTo>
                    <a:pt x="7673930" y="2640"/>
                  </a:lnTo>
                  <a:lnTo>
                    <a:pt x="7646547" y="6321"/>
                  </a:lnTo>
                  <a:lnTo>
                    <a:pt x="7605725" y="12382"/>
                  </a:lnTo>
                  <a:lnTo>
                    <a:pt x="7551667" y="21288"/>
                  </a:lnTo>
                  <a:lnTo>
                    <a:pt x="7486016" y="33355"/>
                  </a:lnTo>
                  <a:lnTo>
                    <a:pt x="7411477" y="48737"/>
                  </a:lnTo>
                  <a:lnTo>
                    <a:pt x="7331284" y="67459"/>
                  </a:lnTo>
                  <a:lnTo>
                    <a:pt x="7248662" y="89466"/>
                  </a:lnTo>
                  <a:lnTo>
                    <a:pt x="7166419" y="114685"/>
                  </a:lnTo>
                  <a:lnTo>
                    <a:pt x="7086712" y="143084"/>
                  </a:lnTo>
                  <a:lnTo>
                    <a:pt x="7010989" y="174713"/>
                  </a:lnTo>
                  <a:lnTo>
                    <a:pt x="6940048" y="209726"/>
                  </a:lnTo>
                  <a:lnTo>
                    <a:pt x="6874160" y="248398"/>
                  </a:lnTo>
                  <a:lnTo>
                    <a:pt x="6813199" y="291122"/>
                  </a:lnTo>
                  <a:lnTo>
                    <a:pt x="6756774" y="338403"/>
                  </a:lnTo>
                  <a:lnTo>
                    <a:pt x="6704324" y="390840"/>
                  </a:lnTo>
                  <a:lnTo>
                    <a:pt x="6655197" y="449098"/>
                  </a:lnTo>
                  <a:lnTo>
                    <a:pt x="6608711" y="513848"/>
                  </a:lnTo>
                  <a:lnTo>
                    <a:pt x="6564201" y="585685"/>
                  </a:lnTo>
                  <a:lnTo>
                    <a:pt x="6521067" y="664969"/>
                  </a:lnTo>
                  <a:lnTo>
                    <a:pt x="6515891" y="675122"/>
                  </a:lnTo>
                  <a:lnTo>
                    <a:pt x="6485392" y="737646"/>
                  </a:lnTo>
                  <a:lnTo>
                    <a:pt x="6455163" y="804123"/>
                  </a:lnTo>
                  <a:lnTo>
                    <a:pt x="6425062" y="874633"/>
                  </a:lnTo>
                  <a:lnTo>
                    <a:pt x="6394973" y="949210"/>
                  </a:lnTo>
                  <a:lnTo>
                    <a:pt x="6364805" y="1027837"/>
                  </a:lnTo>
                  <a:lnTo>
                    <a:pt x="6334487" y="1110443"/>
                  </a:lnTo>
                  <a:lnTo>
                    <a:pt x="6303968" y="1196894"/>
                  </a:lnTo>
                  <a:lnTo>
                    <a:pt x="6273215" y="1287000"/>
                  </a:lnTo>
                  <a:lnTo>
                    <a:pt x="6242214" y="1380504"/>
                  </a:lnTo>
                  <a:lnTo>
                    <a:pt x="6210964" y="1477089"/>
                  </a:lnTo>
                  <a:lnTo>
                    <a:pt x="6179480" y="1576379"/>
                  </a:lnTo>
                  <a:lnTo>
                    <a:pt x="6147788" y="1677946"/>
                  </a:lnTo>
                  <a:lnTo>
                    <a:pt x="6115926" y="1781312"/>
                  </a:lnTo>
                  <a:lnTo>
                    <a:pt x="6083940" y="1885962"/>
                  </a:lnTo>
                  <a:lnTo>
                    <a:pt x="6051880" y="1991353"/>
                  </a:lnTo>
                  <a:lnTo>
                    <a:pt x="6019802" y="2096925"/>
                  </a:lnTo>
                  <a:lnTo>
                    <a:pt x="5987762" y="2202116"/>
                  </a:lnTo>
                  <a:lnTo>
                    <a:pt x="5955814" y="2306370"/>
                  </a:lnTo>
                  <a:lnTo>
                    <a:pt x="5924007" y="2409153"/>
                  </a:lnTo>
                  <a:lnTo>
                    <a:pt x="5892386" y="2509962"/>
                  </a:lnTo>
                  <a:lnTo>
                    <a:pt x="5860982" y="2608337"/>
                  </a:lnTo>
                  <a:lnTo>
                    <a:pt x="5829820" y="2703866"/>
                  </a:lnTo>
                  <a:lnTo>
                    <a:pt x="5798908" y="2796194"/>
                  </a:lnTo>
                  <a:lnTo>
                    <a:pt x="5768241" y="2885025"/>
                  </a:lnTo>
                  <a:lnTo>
                    <a:pt x="5737798" y="2970128"/>
                  </a:lnTo>
                  <a:lnTo>
                    <a:pt x="5707540" y="3051330"/>
                  </a:lnTo>
                  <a:lnTo>
                    <a:pt x="5677410" y="3128521"/>
                  </a:lnTo>
                  <a:lnTo>
                    <a:pt x="5647328" y="3201651"/>
                  </a:lnTo>
                  <a:lnTo>
                    <a:pt x="5617196" y="3270719"/>
                  </a:lnTo>
                  <a:lnTo>
                    <a:pt x="5586889" y="3335778"/>
                  </a:lnTo>
                  <a:lnTo>
                    <a:pt x="5567201" y="3375611"/>
                  </a:lnTo>
                  <a:lnTo>
                    <a:pt x="5524200" y="3455806"/>
                  </a:lnTo>
                  <a:lnTo>
                    <a:pt x="5479888" y="3528536"/>
                  </a:lnTo>
                  <a:lnTo>
                    <a:pt x="5433677" y="3594120"/>
                  </a:lnTo>
                  <a:lnTo>
                    <a:pt x="5384908" y="3653132"/>
                  </a:lnTo>
                  <a:lnTo>
                    <a:pt x="5332897" y="3706241"/>
                  </a:lnTo>
                  <a:lnTo>
                    <a:pt x="5276988" y="3754115"/>
                  </a:lnTo>
                  <a:lnTo>
                    <a:pt x="5216604" y="3797364"/>
                  </a:lnTo>
                  <a:lnTo>
                    <a:pt x="5151328" y="3836506"/>
                  </a:lnTo>
                  <a:lnTo>
                    <a:pt x="5080997" y="3871947"/>
                  </a:lnTo>
                  <a:lnTo>
                    <a:pt x="5005824" y="3903976"/>
                  </a:lnTo>
                  <a:lnTo>
                    <a:pt x="4926538" y="3932763"/>
                  </a:lnTo>
                  <a:lnTo>
                    <a:pt x="4844503" y="3958370"/>
                  </a:lnTo>
                  <a:lnTo>
                    <a:pt x="4761789" y="3980771"/>
                  </a:lnTo>
                  <a:lnTo>
                    <a:pt x="4681133" y="3999896"/>
                  </a:lnTo>
                  <a:lnTo>
                    <a:pt x="4605729" y="4015686"/>
                  </a:lnTo>
                  <a:lnTo>
                    <a:pt x="4538837" y="4028150"/>
                  </a:lnTo>
                  <a:lnTo>
                    <a:pt x="4483256" y="4037427"/>
                  </a:lnTo>
                  <a:lnTo>
                    <a:pt x="4440782" y="4043812"/>
                  </a:lnTo>
                  <a:lnTo>
                    <a:pt x="4411806" y="4047753"/>
                  </a:lnTo>
                  <a:lnTo>
                    <a:pt x="4395150" y="4049811"/>
                  </a:lnTo>
                  <a:lnTo>
                    <a:pt x="4388149" y="4050599"/>
                  </a:lnTo>
                  <a:lnTo>
                    <a:pt x="4386857" y="4050733"/>
                  </a:lnTo>
                  <a:lnTo>
                    <a:pt x="4386855" y="4050733"/>
                  </a:lnTo>
                  <a:lnTo>
                    <a:pt x="3848118" y="4050733"/>
                  </a:lnTo>
                  <a:lnTo>
                    <a:pt x="3846817" y="4050740"/>
                  </a:lnTo>
                  <a:lnTo>
                    <a:pt x="3838323" y="4050793"/>
                  </a:lnTo>
                  <a:lnTo>
                    <a:pt x="3817152" y="4050940"/>
                  </a:lnTo>
                  <a:lnTo>
                    <a:pt x="3779907" y="4051229"/>
                  </a:lnTo>
                  <a:lnTo>
                    <a:pt x="3725612" y="4051699"/>
                  </a:lnTo>
                  <a:lnTo>
                    <a:pt x="3655729" y="4052383"/>
                  </a:lnTo>
                  <a:lnTo>
                    <a:pt x="3573669" y="4053295"/>
                  </a:lnTo>
                  <a:lnTo>
                    <a:pt x="3483913" y="4054440"/>
                  </a:lnTo>
                  <a:lnTo>
                    <a:pt x="3391041" y="4055814"/>
                  </a:lnTo>
                  <a:lnTo>
                    <a:pt x="3298986" y="4057410"/>
                  </a:lnTo>
                  <a:lnTo>
                    <a:pt x="3210632" y="4059229"/>
                  </a:lnTo>
                  <a:lnTo>
                    <a:pt x="3127746" y="4061275"/>
                  </a:lnTo>
                  <a:lnTo>
                    <a:pt x="3051126" y="4063566"/>
                  </a:lnTo>
                  <a:lnTo>
                    <a:pt x="2980832" y="4066126"/>
                  </a:lnTo>
                  <a:lnTo>
                    <a:pt x="2916417" y="4068995"/>
                  </a:lnTo>
                  <a:lnTo>
                    <a:pt x="2857130" y="4072216"/>
                  </a:lnTo>
                  <a:lnTo>
                    <a:pt x="2802056" y="4075841"/>
                  </a:lnTo>
                  <a:lnTo>
                    <a:pt x="2750227" y="4079923"/>
                  </a:lnTo>
                  <a:lnTo>
                    <a:pt x="2700712" y="4084505"/>
                  </a:lnTo>
                  <a:lnTo>
                    <a:pt x="2667772" y="4087937"/>
                  </a:lnTo>
                  <a:lnTo>
                    <a:pt x="2615295" y="4094022"/>
                  </a:lnTo>
                  <a:lnTo>
                    <a:pt x="2563320" y="4100765"/>
                  </a:lnTo>
                  <a:lnTo>
                    <a:pt x="2511261" y="4108175"/>
                  </a:lnTo>
                  <a:lnTo>
                    <a:pt x="2458733" y="4116233"/>
                  </a:lnTo>
                  <a:lnTo>
                    <a:pt x="2405525" y="4124894"/>
                  </a:lnTo>
                  <a:lnTo>
                    <a:pt x="2351577" y="4134078"/>
                  </a:lnTo>
                  <a:lnTo>
                    <a:pt x="2296962" y="4143682"/>
                  </a:lnTo>
                  <a:lnTo>
                    <a:pt x="2241853" y="4153573"/>
                  </a:lnTo>
                  <a:lnTo>
                    <a:pt x="2186499" y="4163603"/>
                  </a:lnTo>
                  <a:lnTo>
                    <a:pt x="2131180" y="4173612"/>
                  </a:lnTo>
                  <a:lnTo>
                    <a:pt x="2076174" y="4183445"/>
                  </a:lnTo>
                  <a:lnTo>
                    <a:pt x="2021713" y="4192955"/>
                  </a:lnTo>
                  <a:lnTo>
                    <a:pt x="1967949" y="4202018"/>
                  </a:lnTo>
                  <a:lnTo>
                    <a:pt x="1914922" y="4210533"/>
                  </a:lnTo>
                  <a:lnTo>
                    <a:pt x="1862537" y="4218432"/>
                  </a:lnTo>
                  <a:lnTo>
                    <a:pt x="1810543" y="4225676"/>
                  </a:lnTo>
                  <a:lnTo>
                    <a:pt x="1758506" y="4232253"/>
                  </a:lnTo>
                  <a:lnTo>
                    <a:pt x="1719082" y="4236755"/>
                  </a:lnTo>
                  <a:lnTo>
                    <a:pt x="1670675" y="4241692"/>
                  </a:lnTo>
                  <a:lnTo>
                    <a:pt x="1620523" y="4246113"/>
                  </a:lnTo>
                  <a:lnTo>
                    <a:pt x="1567771" y="4250045"/>
                  </a:lnTo>
                  <a:lnTo>
                    <a:pt x="1511468" y="4253536"/>
                  </a:lnTo>
                  <a:lnTo>
                    <a:pt x="1450653" y="4256640"/>
                  </a:lnTo>
                  <a:lnTo>
                    <a:pt x="1384448" y="4259407"/>
                  </a:lnTo>
                  <a:lnTo>
                    <a:pt x="1312181" y="4261879"/>
                  </a:lnTo>
                  <a:lnTo>
                    <a:pt x="1233542" y="4264089"/>
                  </a:lnTo>
                  <a:lnTo>
                    <a:pt x="1148798" y="4266062"/>
                  </a:lnTo>
                  <a:lnTo>
                    <a:pt x="1059030" y="4267810"/>
                  </a:lnTo>
                  <a:lnTo>
                    <a:pt x="966352" y="4269337"/>
                  </a:lnTo>
                  <a:lnTo>
                    <a:pt x="873998" y="4270639"/>
                  </a:lnTo>
                  <a:lnTo>
                    <a:pt x="786168" y="4271710"/>
                  </a:lnTo>
                  <a:lnTo>
                    <a:pt x="707507" y="4272549"/>
                  </a:lnTo>
                  <a:lnTo>
                    <a:pt x="642265" y="4273163"/>
                  </a:lnTo>
                  <a:lnTo>
                    <a:pt x="593316" y="4273572"/>
                  </a:lnTo>
                  <a:lnTo>
                    <a:pt x="561381" y="4273811"/>
                  </a:lnTo>
                  <a:lnTo>
                    <a:pt x="544695" y="4273923"/>
                  </a:lnTo>
                  <a:lnTo>
                    <a:pt x="539160" y="4273956"/>
                  </a:lnTo>
                  <a:lnTo>
                    <a:pt x="538736" y="4273959"/>
                  </a:lnTo>
                  <a:lnTo>
                    <a:pt x="0" y="42739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8" name="pg1868"/>
            <p:cNvSpPr/>
            <p:nvPr/>
          </p:nvSpPr>
          <p:spPr>
            <a:xfrm>
              <a:off x="546595" y="483674"/>
              <a:ext cx="8234974" cy="5041638"/>
            </a:xfrm>
            <a:custGeom>
              <a:avLst/>
              <a:pathLst>
                <a:path w="8234974" h="5041638">
                  <a:moveTo>
                    <a:pt x="0" y="5041638"/>
                  </a:moveTo>
                  <a:lnTo>
                    <a:pt x="538736" y="5041638"/>
                  </a:lnTo>
                  <a:lnTo>
                    <a:pt x="539581" y="5041530"/>
                  </a:lnTo>
                  <a:lnTo>
                    <a:pt x="545148" y="5040763"/>
                  </a:lnTo>
                  <a:lnTo>
                    <a:pt x="559221" y="5038642"/>
                  </a:lnTo>
                  <a:lnTo>
                    <a:pt x="584483" y="5034465"/>
                  </a:lnTo>
                  <a:lnTo>
                    <a:pt x="622328" y="5027574"/>
                  </a:lnTo>
                  <a:lnTo>
                    <a:pt x="672761" y="5017423"/>
                  </a:lnTo>
                  <a:lnTo>
                    <a:pt x="734476" y="5003623"/>
                  </a:lnTo>
                  <a:lnTo>
                    <a:pt x="805150" y="4985965"/>
                  </a:lnTo>
                  <a:lnTo>
                    <a:pt x="881888" y="4964393"/>
                  </a:lnTo>
                  <a:lnTo>
                    <a:pt x="961697" y="4938953"/>
                  </a:lnTo>
                  <a:lnTo>
                    <a:pt x="1041875" y="4909730"/>
                  </a:lnTo>
                  <a:lnTo>
                    <a:pt x="1120252" y="4876782"/>
                  </a:lnTo>
                  <a:lnTo>
                    <a:pt x="1195285" y="4840088"/>
                  </a:lnTo>
                  <a:lnTo>
                    <a:pt x="1266037" y="4799519"/>
                  </a:lnTo>
                  <a:lnTo>
                    <a:pt x="1332085" y="4754819"/>
                  </a:lnTo>
                  <a:lnTo>
                    <a:pt x="1393401" y="4705598"/>
                  </a:lnTo>
                  <a:lnTo>
                    <a:pt x="1450246" y="4651339"/>
                  </a:lnTo>
                  <a:lnTo>
                    <a:pt x="1503067" y="4591412"/>
                  </a:lnTo>
                  <a:lnTo>
                    <a:pt x="1552424" y="4525095"/>
                  </a:lnTo>
                  <a:lnTo>
                    <a:pt x="1598931" y="4451617"/>
                  </a:lnTo>
                  <a:lnTo>
                    <a:pt x="1643210" y="4370237"/>
                  </a:lnTo>
                  <a:lnTo>
                    <a:pt x="1685852" y="4280358"/>
                  </a:lnTo>
                  <a:lnTo>
                    <a:pt x="1719082" y="4202272"/>
                  </a:lnTo>
                  <a:lnTo>
                    <a:pt x="1746721" y="4132071"/>
                  </a:lnTo>
                  <a:lnTo>
                    <a:pt x="1774126" y="4057848"/>
                  </a:lnTo>
                  <a:lnTo>
                    <a:pt x="1801407" y="3979522"/>
                  </a:lnTo>
                  <a:lnTo>
                    <a:pt x="1828653" y="3897052"/>
                  </a:lnTo>
                  <a:lnTo>
                    <a:pt x="1855937" y="3810437"/>
                  </a:lnTo>
                  <a:lnTo>
                    <a:pt x="1883321" y="3719721"/>
                  </a:lnTo>
                  <a:lnTo>
                    <a:pt x="1910847" y="3624998"/>
                  </a:lnTo>
                  <a:lnTo>
                    <a:pt x="1938549" y="3526411"/>
                  </a:lnTo>
                  <a:lnTo>
                    <a:pt x="1966448" y="3424154"/>
                  </a:lnTo>
                  <a:lnTo>
                    <a:pt x="1994551" y="3318475"/>
                  </a:lnTo>
                  <a:lnTo>
                    <a:pt x="2022858" y="3209673"/>
                  </a:lnTo>
                  <a:lnTo>
                    <a:pt x="2051358" y="3098095"/>
                  </a:lnTo>
                  <a:lnTo>
                    <a:pt x="2080032" y="2984135"/>
                  </a:lnTo>
                  <a:lnTo>
                    <a:pt x="2108853" y="2868225"/>
                  </a:lnTo>
                  <a:lnTo>
                    <a:pt x="2137790" y="2750834"/>
                  </a:lnTo>
                  <a:lnTo>
                    <a:pt x="2166804" y="2632455"/>
                  </a:lnTo>
                  <a:lnTo>
                    <a:pt x="2195856" y="2513600"/>
                  </a:lnTo>
                  <a:lnTo>
                    <a:pt x="2224905" y="2394788"/>
                  </a:lnTo>
                  <a:lnTo>
                    <a:pt x="2253909" y="2276539"/>
                  </a:lnTo>
                  <a:lnTo>
                    <a:pt x="2282829" y="2159362"/>
                  </a:lnTo>
                  <a:lnTo>
                    <a:pt x="2311627" y="2043747"/>
                  </a:lnTo>
                  <a:lnTo>
                    <a:pt x="2340274" y="1930156"/>
                  </a:lnTo>
                  <a:lnTo>
                    <a:pt x="2368743" y="1819016"/>
                  </a:lnTo>
                  <a:lnTo>
                    <a:pt x="2397016" y="1710713"/>
                  </a:lnTo>
                  <a:lnTo>
                    <a:pt x="2425085" y="1605586"/>
                  </a:lnTo>
                  <a:lnTo>
                    <a:pt x="2452950" y="1503927"/>
                  </a:lnTo>
                  <a:lnTo>
                    <a:pt x="2480621" y="1405973"/>
                  </a:lnTo>
                  <a:lnTo>
                    <a:pt x="2508121" y="1311912"/>
                  </a:lnTo>
                  <a:lnTo>
                    <a:pt x="2535484" y="1221877"/>
                  </a:lnTo>
                  <a:lnTo>
                    <a:pt x="2562758" y="1135953"/>
                  </a:lnTo>
                  <a:lnTo>
                    <a:pt x="2590004" y="1054177"/>
                  </a:lnTo>
                  <a:lnTo>
                    <a:pt x="2617299" y="976541"/>
                  </a:lnTo>
                  <a:lnTo>
                    <a:pt x="2644735" y="902997"/>
                  </a:lnTo>
                  <a:lnTo>
                    <a:pt x="2667772" y="844810"/>
                  </a:lnTo>
                  <a:lnTo>
                    <a:pt x="2709480" y="747931"/>
                  </a:lnTo>
                  <a:lnTo>
                    <a:pt x="2752407" y="659798"/>
                  </a:lnTo>
                  <a:lnTo>
                    <a:pt x="2797086" y="580063"/>
                  </a:lnTo>
                  <a:lnTo>
                    <a:pt x="2844116" y="508089"/>
                  </a:lnTo>
                  <a:lnTo>
                    <a:pt x="2894122" y="443118"/>
                  </a:lnTo>
                  <a:lnTo>
                    <a:pt x="2947710" y="384388"/>
                  </a:lnTo>
                  <a:lnTo>
                    <a:pt x="3005424" y="331191"/>
                  </a:lnTo>
                  <a:lnTo>
                    <a:pt x="3067680" y="282918"/>
                  </a:lnTo>
                  <a:lnTo>
                    <a:pt x="3134687" y="239076"/>
                  </a:lnTo>
                  <a:lnTo>
                    <a:pt x="3206350" y="199303"/>
                  </a:lnTo>
                  <a:lnTo>
                    <a:pt x="3282150" y="163370"/>
                  </a:lnTo>
                  <a:lnTo>
                    <a:pt x="3361034" y="131170"/>
                  </a:lnTo>
                  <a:lnTo>
                    <a:pt x="3441331" y="102702"/>
                  </a:lnTo>
                  <a:lnTo>
                    <a:pt x="3520753" y="78034"/>
                  </a:lnTo>
                  <a:lnTo>
                    <a:pt x="3596515" y="57248"/>
                  </a:lnTo>
                  <a:lnTo>
                    <a:pt x="3665606" y="40376"/>
                  </a:lnTo>
                  <a:lnTo>
                    <a:pt x="3725210" y="27333"/>
                  </a:lnTo>
                  <a:lnTo>
                    <a:pt x="3773176" y="17875"/>
                  </a:lnTo>
                  <a:lnTo>
                    <a:pt x="3808443" y="11578"/>
                  </a:lnTo>
                  <a:lnTo>
                    <a:pt x="3831296" y="7870"/>
                  </a:lnTo>
                  <a:lnTo>
                    <a:pt x="3843404" y="6079"/>
                  </a:lnTo>
                  <a:lnTo>
                    <a:pt x="3847683" y="549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4" y="5499"/>
                  </a:lnTo>
                  <a:lnTo>
                    <a:pt x="4396256" y="5894"/>
                  </a:lnTo>
                  <a:lnTo>
                    <a:pt x="4416611" y="6985"/>
                  </a:lnTo>
                  <a:lnTo>
                    <a:pt x="4452499" y="9127"/>
                  </a:lnTo>
                  <a:lnTo>
                    <a:pt x="4504974" y="12630"/>
                  </a:lnTo>
                  <a:lnTo>
                    <a:pt x="4572775" y="17724"/>
                  </a:lnTo>
                  <a:lnTo>
                    <a:pt x="4652748" y="24536"/>
                  </a:lnTo>
                  <a:lnTo>
                    <a:pt x="4740653" y="33102"/>
                  </a:lnTo>
                  <a:lnTo>
                    <a:pt x="4832067" y="43396"/>
                  </a:lnTo>
                  <a:lnTo>
                    <a:pt x="4923120" y="55377"/>
                  </a:lnTo>
                  <a:lnTo>
                    <a:pt x="5010904" y="69028"/>
                  </a:lnTo>
                  <a:lnTo>
                    <a:pt x="5093572" y="84384"/>
                  </a:lnTo>
                  <a:lnTo>
                    <a:pt x="5170222" y="101554"/>
                  </a:lnTo>
                  <a:lnTo>
                    <a:pt x="5240691" y="120720"/>
                  </a:lnTo>
                  <a:lnTo>
                    <a:pt x="5305330" y="142142"/>
                  </a:lnTo>
                  <a:lnTo>
                    <a:pt x="5364812" y="166145"/>
                  </a:lnTo>
                  <a:lnTo>
                    <a:pt x="5419991" y="193106"/>
                  </a:lnTo>
                  <a:lnTo>
                    <a:pt x="5471789" y="223415"/>
                  </a:lnTo>
                  <a:lnTo>
                    <a:pt x="5521116" y="257425"/>
                  </a:lnTo>
                  <a:lnTo>
                    <a:pt x="5567201" y="294004"/>
                  </a:lnTo>
                  <a:lnTo>
                    <a:pt x="5609335" y="331440"/>
                  </a:lnTo>
                  <a:lnTo>
                    <a:pt x="5651058" y="372139"/>
                  </a:lnTo>
                  <a:lnTo>
                    <a:pt x="5692707" y="416162"/>
                  </a:lnTo>
                  <a:lnTo>
                    <a:pt x="5734528" y="463493"/>
                  </a:lnTo>
                  <a:lnTo>
                    <a:pt x="5776691" y="514025"/>
                  </a:lnTo>
                  <a:lnTo>
                    <a:pt x="5819294" y="567559"/>
                  </a:lnTo>
                  <a:lnTo>
                    <a:pt x="5862375" y="623799"/>
                  </a:lnTo>
                  <a:lnTo>
                    <a:pt x="5905914" y="682351"/>
                  </a:lnTo>
                  <a:lnTo>
                    <a:pt x="5949844" y="742736"/>
                  </a:lnTo>
                  <a:lnTo>
                    <a:pt x="5994062" y="804403"/>
                  </a:lnTo>
                  <a:lnTo>
                    <a:pt x="6038435" y="866748"/>
                  </a:lnTo>
                  <a:lnTo>
                    <a:pt x="6082819" y="929138"/>
                  </a:lnTo>
                  <a:lnTo>
                    <a:pt x="6127067" y="990937"/>
                  </a:lnTo>
                  <a:lnTo>
                    <a:pt x="6171045" y="1051537"/>
                  </a:lnTo>
                  <a:lnTo>
                    <a:pt x="6214643" y="1110376"/>
                  </a:lnTo>
                  <a:lnTo>
                    <a:pt x="6257791" y="1166966"/>
                  </a:lnTo>
                  <a:lnTo>
                    <a:pt x="6300460" y="1220899"/>
                  </a:lnTo>
                  <a:lnTo>
                    <a:pt x="6342680" y="1271866"/>
                  </a:lnTo>
                  <a:lnTo>
                    <a:pt x="6384541" y="1319654"/>
                  </a:lnTo>
                  <a:lnTo>
                    <a:pt x="6426201" y="1364143"/>
                  </a:lnTo>
                  <a:lnTo>
                    <a:pt x="6467895" y="1405306"/>
                  </a:lnTo>
                  <a:lnTo>
                    <a:pt x="6509947" y="1443193"/>
                  </a:lnTo>
                  <a:lnTo>
                    <a:pt x="6515891" y="1448246"/>
                  </a:lnTo>
                  <a:lnTo>
                    <a:pt x="6563603" y="1486031"/>
                  </a:lnTo>
                  <a:lnTo>
                    <a:pt x="6612999" y="1519912"/>
                  </a:lnTo>
                  <a:lnTo>
                    <a:pt x="6664895" y="1550102"/>
                  </a:lnTo>
                  <a:lnTo>
                    <a:pt x="6720204" y="1576957"/>
                  </a:lnTo>
                  <a:lnTo>
                    <a:pt x="6779847" y="1600868"/>
                  </a:lnTo>
                  <a:lnTo>
                    <a:pt x="6844672" y="1622209"/>
                  </a:lnTo>
                  <a:lnTo>
                    <a:pt x="6915345" y="1641304"/>
                  </a:lnTo>
                  <a:lnTo>
                    <a:pt x="6992204" y="1658410"/>
                  </a:lnTo>
                  <a:lnTo>
                    <a:pt x="7075062" y="1673708"/>
                  </a:lnTo>
                  <a:lnTo>
                    <a:pt x="7162992" y="1687302"/>
                  </a:lnTo>
                  <a:lnTo>
                    <a:pt x="7254110" y="1699227"/>
                  </a:lnTo>
                  <a:lnTo>
                    <a:pt x="7345474" y="1709464"/>
                  </a:lnTo>
                  <a:lnTo>
                    <a:pt x="7433186" y="1717971"/>
                  </a:lnTo>
                  <a:lnTo>
                    <a:pt x="7512815" y="1724725"/>
                  </a:lnTo>
                  <a:lnTo>
                    <a:pt x="7580143" y="1729763"/>
                  </a:lnTo>
                  <a:lnTo>
                    <a:pt x="7632069" y="1733216"/>
                  </a:lnTo>
                  <a:lnTo>
                    <a:pt x="7667405" y="1735317"/>
                  </a:lnTo>
                  <a:lnTo>
                    <a:pt x="7687283" y="1736379"/>
                  </a:lnTo>
                  <a:lnTo>
                    <a:pt x="7695108" y="1736756"/>
                  </a:lnTo>
                  <a:lnTo>
                    <a:pt x="7696237" y="1736806"/>
                  </a:lnTo>
                  <a:lnTo>
                    <a:pt x="8234974" y="1736806"/>
                  </a:lnTo>
                  <a:lnTo>
                    <a:pt x="8234974" y="1731361"/>
                  </a:ln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4" y="107"/>
                  </a:lnTo>
                  <a:lnTo>
                    <a:pt x="3841707" y="875"/>
                  </a:lnTo>
                  <a:lnTo>
                    <a:pt x="3827633" y="2995"/>
                  </a:lnTo>
                  <a:lnTo>
                    <a:pt x="3802372" y="7173"/>
                  </a:lnTo>
                  <a:lnTo>
                    <a:pt x="3764527" y="14064"/>
                  </a:lnTo>
                  <a:lnTo>
                    <a:pt x="3714093" y="24215"/>
                  </a:lnTo>
                  <a:lnTo>
                    <a:pt x="3652378" y="38015"/>
                  </a:lnTo>
                  <a:lnTo>
                    <a:pt x="3581705" y="55673"/>
                  </a:lnTo>
                  <a:lnTo>
                    <a:pt x="3504966" y="77245"/>
                  </a:lnTo>
                  <a:lnTo>
                    <a:pt x="3425157" y="102685"/>
                  </a:lnTo>
                  <a:lnTo>
                    <a:pt x="3344980" y="131907"/>
                  </a:lnTo>
                  <a:lnTo>
                    <a:pt x="3266603" y="164856"/>
                  </a:lnTo>
                  <a:lnTo>
                    <a:pt x="3191570" y="201550"/>
                  </a:lnTo>
                  <a:lnTo>
                    <a:pt x="3120817" y="242119"/>
                  </a:lnTo>
                  <a:lnTo>
                    <a:pt x="3054770" y="286819"/>
                  </a:lnTo>
                  <a:lnTo>
                    <a:pt x="2993454" y="336040"/>
                  </a:lnTo>
                  <a:lnTo>
                    <a:pt x="2936609" y="390298"/>
                  </a:lnTo>
                  <a:lnTo>
                    <a:pt x="2883788" y="450225"/>
                  </a:lnTo>
                  <a:lnTo>
                    <a:pt x="2834431" y="516543"/>
                  </a:lnTo>
                  <a:lnTo>
                    <a:pt x="2787924" y="590021"/>
                  </a:lnTo>
                  <a:lnTo>
                    <a:pt x="2743644" y="671400"/>
                  </a:lnTo>
                  <a:lnTo>
                    <a:pt x="2701003" y="761279"/>
                  </a:lnTo>
                  <a:lnTo>
                    <a:pt x="2667772" y="839365"/>
                  </a:lnTo>
                  <a:lnTo>
                    <a:pt x="2640134" y="909566"/>
                  </a:lnTo>
                  <a:lnTo>
                    <a:pt x="2612728" y="983790"/>
                  </a:lnTo>
                  <a:lnTo>
                    <a:pt x="2585448" y="1062116"/>
                  </a:lnTo>
                  <a:lnTo>
                    <a:pt x="2558202" y="1144586"/>
                  </a:lnTo>
                  <a:lnTo>
                    <a:pt x="2530917" y="1231201"/>
                  </a:lnTo>
                  <a:lnTo>
                    <a:pt x="2503534" y="1321916"/>
                  </a:lnTo>
                  <a:lnTo>
                    <a:pt x="2476007" y="1416639"/>
                  </a:lnTo>
                  <a:lnTo>
                    <a:pt x="2448305" y="1515227"/>
                  </a:lnTo>
                  <a:lnTo>
                    <a:pt x="2420407" y="1617484"/>
                  </a:lnTo>
                  <a:lnTo>
                    <a:pt x="2392304" y="1723163"/>
                  </a:lnTo>
                  <a:lnTo>
                    <a:pt x="2363996" y="1831965"/>
                  </a:lnTo>
                  <a:lnTo>
                    <a:pt x="2335496" y="1943543"/>
                  </a:lnTo>
                  <a:lnTo>
                    <a:pt x="2306822" y="2057503"/>
                  </a:lnTo>
                  <a:lnTo>
                    <a:pt x="2278001" y="2173412"/>
                  </a:lnTo>
                  <a:lnTo>
                    <a:pt x="2249065" y="2290803"/>
                  </a:lnTo>
                  <a:lnTo>
                    <a:pt x="2220051" y="2409182"/>
                  </a:lnTo>
                  <a:lnTo>
                    <a:pt x="2190998" y="2528038"/>
                  </a:lnTo>
                  <a:lnTo>
                    <a:pt x="2161949" y="2646850"/>
                  </a:lnTo>
                  <a:lnTo>
                    <a:pt x="2132945" y="2765099"/>
                  </a:lnTo>
                  <a:lnTo>
                    <a:pt x="2104026" y="2882276"/>
                  </a:lnTo>
                  <a:lnTo>
                    <a:pt x="2075227" y="2997891"/>
                  </a:lnTo>
                  <a:lnTo>
                    <a:pt x="2046581" y="3111482"/>
                  </a:lnTo>
                  <a:lnTo>
                    <a:pt x="2018112" y="3222622"/>
                  </a:lnTo>
                  <a:lnTo>
                    <a:pt x="1989838" y="3330925"/>
                  </a:lnTo>
                  <a:lnTo>
                    <a:pt x="1961769" y="3436051"/>
                  </a:lnTo>
                  <a:lnTo>
                    <a:pt x="1933905" y="3537711"/>
                  </a:lnTo>
                  <a:lnTo>
                    <a:pt x="1906234" y="3635664"/>
                  </a:lnTo>
                  <a:lnTo>
                    <a:pt x="1878734" y="3729726"/>
                  </a:lnTo>
                  <a:lnTo>
                    <a:pt x="1851370" y="3819761"/>
                  </a:lnTo>
                  <a:lnTo>
                    <a:pt x="1824096" y="3905685"/>
                  </a:lnTo>
                  <a:lnTo>
                    <a:pt x="1796850" y="3987461"/>
                  </a:lnTo>
                  <a:lnTo>
                    <a:pt x="1769556" y="4065097"/>
                  </a:lnTo>
                  <a:lnTo>
                    <a:pt x="1742119" y="4138641"/>
                  </a:lnTo>
                  <a:lnTo>
                    <a:pt x="1719082" y="4196828"/>
                  </a:lnTo>
                  <a:lnTo>
                    <a:pt x="1677375" y="4293707"/>
                  </a:lnTo>
                  <a:lnTo>
                    <a:pt x="1634448" y="4381840"/>
                  </a:lnTo>
                  <a:lnTo>
                    <a:pt x="1589769" y="4461574"/>
                  </a:lnTo>
                  <a:lnTo>
                    <a:pt x="1542739" y="4533549"/>
                  </a:lnTo>
                  <a:lnTo>
                    <a:pt x="1492733" y="4598519"/>
                  </a:lnTo>
                  <a:lnTo>
                    <a:pt x="1439144" y="4657250"/>
                  </a:lnTo>
                  <a:lnTo>
                    <a:pt x="1381431" y="4710447"/>
                  </a:lnTo>
                  <a:lnTo>
                    <a:pt x="1319175" y="4758720"/>
                  </a:lnTo>
                  <a:lnTo>
                    <a:pt x="1252168" y="4802562"/>
                  </a:lnTo>
                  <a:lnTo>
                    <a:pt x="1180505" y="4842334"/>
                  </a:lnTo>
                  <a:lnTo>
                    <a:pt x="1104704" y="4878268"/>
                  </a:lnTo>
                  <a:lnTo>
                    <a:pt x="1025821" y="4910468"/>
                  </a:lnTo>
                  <a:lnTo>
                    <a:pt x="945524" y="4938936"/>
                  </a:lnTo>
                  <a:lnTo>
                    <a:pt x="866101" y="4963603"/>
                  </a:lnTo>
                  <a:lnTo>
                    <a:pt x="790340" y="4984389"/>
                  </a:lnTo>
                  <a:lnTo>
                    <a:pt x="721248" y="5001262"/>
                  </a:lnTo>
                  <a:lnTo>
                    <a:pt x="661644" y="5014305"/>
                  </a:lnTo>
                  <a:lnTo>
                    <a:pt x="613679" y="5023763"/>
                  </a:lnTo>
                  <a:lnTo>
                    <a:pt x="578412" y="5030059"/>
                  </a:lnTo>
                  <a:lnTo>
                    <a:pt x="555558" y="5033767"/>
                  </a:lnTo>
                  <a:lnTo>
                    <a:pt x="543450" y="5035559"/>
                  </a:lnTo>
                  <a:lnTo>
                    <a:pt x="539171" y="5036139"/>
                  </a:lnTo>
                  <a:lnTo>
                    <a:pt x="538736" y="5036194"/>
                  </a:lnTo>
                  <a:lnTo>
                    <a:pt x="0" y="5036194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69" name="pl1869"/>
            <p:cNvSpPr/>
            <p:nvPr/>
          </p:nvSpPr>
          <p:spPr>
            <a:xfrm>
              <a:off x="546595" y="489119"/>
              <a:ext cx="8234974" cy="5036194"/>
            </a:xfrm>
            <a:custGeom>
              <a:avLst/>
              <a:pathLst>
                <a:path w="8234974" h="5036194">
                  <a:moveTo>
                    <a:pt x="0" y="5036194"/>
                  </a:moveTo>
                  <a:lnTo>
                    <a:pt x="538736" y="5036194"/>
                  </a:lnTo>
                  <a:lnTo>
                    <a:pt x="539581" y="5036086"/>
                  </a:lnTo>
                  <a:lnTo>
                    <a:pt x="545148" y="5035319"/>
                  </a:lnTo>
                  <a:lnTo>
                    <a:pt x="559221" y="5033198"/>
                  </a:lnTo>
                  <a:lnTo>
                    <a:pt x="584483" y="5029020"/>
                  </a:lnTo>
                  <a:lnTo>
                    <a:pt x="622328" y="5022129"/>
                  </a:lnTo>
                  <a:lnTo>
                    <a:pt x="672761" y="5011978"/>
                  </a:lnTo>
                  <a:lnTo>
                    <a:pt x="734476" y="4998179"/>
                  </a:lnTo>
                  <a:lnTo>
                    <a:pt x="805150" y="4980520"/>
                  </a:lnTo>
                  <a:lnTo>
                    <a:pt x="881888" y="4958948"/>
                  </a:lnTo>
                  <a:lnTo>
                    <a:pt x="961697" y="4933508"/>
                  </a:lnTo>
                  <a:lnTo>
                    <a:pt x="1041875" y="4904286"/>
                  </a:lnTo>
                  <a:lnTo>
                    <a:pt x="1120252" y="4871337"/>
                  </a:lnTo>
                  <a:lnTo>
                    <a:pt x="1195285" y="4834643"/>
                  </a:lnTo>
                  <a:lnTo>
                    <a:pt x="1266037" y="4794074"/>
                  </a:lnTo>
                  <a:lnTo>
                    <a:pt x="1332085" y="4749374"/>
                  </a:lnTo>
                  <a:lnTo>
                    <a:pt x="1393401" y="4700153"/>
                  </a:lnTo>
                  <a:lnTo>
                    <a:pt x="1450246" y="4645895"/>
                  </a:lnTo>
                  <a:lnTo>
                    <a:pt x="1503067" y="4585968"/>
                  </a:lnTo>
                  <a:lnTo>
                    <a:pt x="1552424" y="4519650"/>
                  </a:lnTo>
                  <a:lnTo>
                    <a:pt x="1598931" y="4446173"/>
                  </a:lnTo>
                  <a:lnTo>
                    <a:pt x="1643210" y="4364793"/>
                  </a:lnTo>
                  <a:lnTo>
                    <a:pt x="1685852" y="4274914"/>
                  </a:lnTo>
                  <a:lnTo>
                    <a:pt x="1719082" y="4196828"/>
                  </a:lnTo>
                  <a:lnTo>
                    <a:pt x="1746721" y="4126627"/>
                  </a:lnTo>
                  <a:lnTo>
                    <a:pt x="1774126" y="4052403"/>
                  </a:lnTo>
                  <a:lnTo>
                    <a:pt x="1801407" y="3974077"/>
                  </a:lnTo>
                  <a:lnTo>
                    <a:pt x="1828653" y="3891607"/>
                  </a:lnTo>
                  <a:lnTo>
                    <a:pt x="1855937" y="3804992"/>
                  </a:lnTo>
                  <a:lnTo>
                    <a:pt x="1883321" y="3714277"/>
                  </a:lnTo>
                  <a:lnTo>
                    <a:pt x="1910847" y="3619554"/>
                  </a:lnTo>
                  <a:lnTo>
                    <a:pt x="1938549" y="3520966"/>
                  </a:lnTo>
                  <a:lnTo>
                    <a:pt x="1966448" y="3418709"/>
                  </a:lnTo>
                  <a:lnTo>
                    <a:pt x="1994551" y="3313031"/>
                  </a:lnTo>
                  <a:lnTo>
                    <a:pt x="2022858" y="3204228"/>
                  </a:lnTo>
                  <a:lnTo>
                    <a:pt x="2051358" y="3092650"/>
                  </a:lnTo>
                  <a:lnTo>
                    <a:pt x="2080032" y="2978690"/>
                  </a:lnTo>
                  <a:lnTo>
                    <a:pt x="2108853" y="2862781"/>
                  </a:lnTo>
                  <a:lnTo>
                    <a:pt x="2137790" y="2745390"/>
                  </a:lnTo>
                  <a:lnTo>
                    <a:pt x="2166804" y="2627011"/>
                  </a:lnTo>
                  <a:lnTo>
                    <a:pt x="2195856" y="2508155"/>
                  </a:lnTo>
                  <a:lnTo>
                    <a:pt x="2224905" y="2389343"/>
                  </a:lnTo>
                  <a:lnTo>
                    <a:pt x="2253909" y="2271094"/>
                  </a:lnTo>
                  <a:lnTo>
                    <a:pt x="2282829" y="2153917"/>
                  </a:lnTo>
                  <a:lnTo>
                    <a:pt x="2311627" y="2038302"/>
                  </a:lnTo>
                  <a:lnTo>
                    <a:pt x="2340274" y="1924711"/>
                  </a:lnTo>
                  <a:lnTo>
                    <a:pt x="2368743" y="1813571"/>
                  </a:lnTo>
                  <a:lnTo>
                    <a:pt x="2397016" y="1705268"/>
                  </a:lnTo>
                  <a:lnTo>
                    <a:pt x="2425085" y="1600142"/>
                  </a:lnTo>
                  <a:lnTo>
                    <a:pt x="2452950" y="1498483"/>
                  </a:lnTo>
                  <a:lnTo>
                    <a:pt x="2480621" y="1400529"/>
                  </a:lnTo>
                  <a:lnTo>
                    <a:pt x="2508121" y="1306467"/>
                  </a:lnTo>
                  <a:lnTo>
                    <a:pt x="2535484" y="1216432"/>
                  </a:lnTo>
                  <a:lnTo>
                    <a:pt x="2562758" y="1130509"/>
                  </a:lnTo>
                  <a:lnTo>
                    <a:pt x="2590004" y="1048732"/>
                  </a:lnTo>
                  <a:lnTo>
                    <a:pt x="2617299" y="971097"/>
                  </a:lnTo>
                  <a:lnTo>
                    <a:pt x="2644735" y="897552"/>
                  </a:lnTo>
                  <a:lnTo>
                    <a:pt x="2667772" y="839365"/>
                  </a:lnTo>
                  <a:lnTo>
                    <a:pt x="2709480" y="742486"/>
                  </a:lnTo>
                  <a:lnTo>
                    <a:pt x="2752407" y="654353"/>
                  </a:lnTo>
                  <a:lnTo>
                    <a:pt x="2797086" y="574619"/>
                  </a:lnTo>
                  <a:lnTo>
                    <a:pt x="2844116" y="502644"/>
                  </a:lnTo>
                  <a:lnTo>
                    <a:pt x="2894122" y="437674"/>
                  </a:lnTo>
                  <a:lnTo>
                    <a:pt x="2947710" y="378943"/>
                  </a:lnTo>
                  <a:lnTo>
                    <a:pt x="3005424" y="325746"/>
                  </a:lnTo>
                  <a:lnTo>
                    <a:pt x="3067680" y="277473"/>
                  </a:lnTo>
                  <a:lnTo>
                    <a:pt x="3134687" y="233631"/>
                  </a:lnTo>
                  <a:lnTo>
                    <a:pt x="3206350" y="193859"/>
                  </a:lnTo>
                  <a:lnTo>
                    <a:pt x="3282150" y="157925"/>
                  </a:lnTo>
                  <a:lnTo>
                    <a:pt x="3361034" y="125725"/>
                  </a:lnTo>
                  <a:lnTo>
                    <a:pt x="3441331" y="97258"/>
                  </a:lnTo>
                  <a:lnTo>
                    <a:pt x="3520753" y="72590"/>
                  </a:lnTo>
                  <a:lnTo>
                    <a:pt x="3596515" y="51804"/>
                  </a:lnTo>
                  <a:lnTo>
                    <a:pt x="3665606" y="34931"/>
                  </a:lnTo>
                  <a:lnTo>
                    <a:pt x="3725210" y="21889"/>
                  </a:lnTo>
                  <a:lnTo>
                    <a:pt x="3773176" y="12430"/>
                  </a:lnTo>
                  <a:lnTo>
                    <a:pt x="3808443" y="6134"/>
                  </a:lnTo>
                  <a:lnTo>
                    <a:pt x="3831296" y="2426"/>
                  </a:lnTo>
                  <a:lnTo>
                    <a:pt x="3843404" y="634"/>
                  </a:lnTo>
                  <a:lnTo>
                    <a:pt x="3847683" y="5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4" y="55"/>
                  </a:lnTo>
                  <a:lnTo>
                    <a:pt x="4396256" y="449"/>
                  </a:lnTo>
                  <a:lnTo>
                    <a:pt x="4416611" y="1540"/>
                  </a:lnTo>
                  <a:lnTo>
                    <a:pt x="4452499" y="3682"/>
                  </a:lnTo>
                  <a:lnTo>
                    <a:pt x="4504974" y="7185"/>
                  </a:lnTo>
                  <a:lnTo>
                    <a:pt x="4572775" y="12279"/>
                  </a:lnTo>
                  <a:lnTo>
                    <a:pt x="4652748" y="19092"/>
                  </a:lnTo>
                  <a:lnTo>
                    <a:pt x="4740653" y="27658"/>
                  </a:lnTo>
                  <a:lnTo>
                    <a:pt x="4832067" y="37952"/>
                  </a:lnTo>
                  <a:lnTo>
                    <a:pt x="4923120" y="49933"/>
                  </a:lnTo>
                  <a:lnTo>
                    <a:pt x="5010904" y="63583"/>
                  </a:lnTo>
                  <a:lnTo>
                    <a:pt x="5093572" y="78940"/>
                  </a:lnTo>
                  <a:lnTo>
                    <a:pt x="5170222" y="96109"/>
                  </a:lnTo>
                  <a:lnTo>
                    <a:pt x="5240691" y="115276"/>
                  </a:lnTo>
                  <a:lnTo>
                    <a:pt x="5305330" y="136698"/>
                  </a:lnTo>
                  <a:lnTo>
                    <a:pt x="5364812" y="160701"/>
                  </a:lnTo>
                  <a:lnTo>
                    <a:pt x="5419991" y="187661"/>
                  </a:lnTo>
                  <a:lnTo>
                    <a:pt x="5471789" y="217971"/>
                  </a:lnTo>
                  <a:lnTo>
                    <a:pt x="5521116" y="251980"/>
                  </a:lnTo>
                  <a:lnTo>
                    <a:pt x="5567201" y="288560"/>
                  </a:lnTo>
                  <a:lnTo>
                    <a:pt x="5609335" y="325996"/>
                  </a:lnTo>
                  <a:lnTo>
                    <a:pt x="5651058" y="366695"/>
                  </a:lnTo>
                  <a:lnTo>
                    <a:pt x="5692707" y="410718"/>
                  </a:lnTo>
                  <a:lnTo>
                    <a:pt x="5734528" y="458048"/>
                  </a:lnTo>
                  <a:lnTo>
                    <a:pt x="5776691" y="508580"/>
                  </a:lnTo>
                  <a:lnTo>
                    <a:pt x="5819294" y="562115"/>
                  </a:lnTo>
                  <a:lnTo>
                    <a:pt x="5862375" y="618354"/>
                  </a:lnTo>
                  <a:lnTo>
                    <a:pt x="5905914" y="676906"/>
                  </a:lnTo>
                  <a:lnTo>
                    <a:pt x="5949844" y="737292"/>
                  </a:lnTo>
                  <a:lnTo>
                    <a:pt x="5994062" y="798959"/>
                  </a:lnTo>
                  <a:lnTo>
                    <a:pt x="6038435" y="861304"/>
                  </a:lnTo>
                  <a:lnTo>
                    <a:pt x="6082819" y="923693"/>
                  </a:lnTo>
                  <a:lnTo>
                    <a:pt x="6127067" y="985493"/>
                  </a:lnTo>
                  <a:lnTo>
                    <a:pt x="6171045" y="1046092"/>
                  </a:lnTo>
                  <a:lnTo>
                    <a:pt x="6214643" y="1104932"/>
                  </a:lnTo>
                  <a:lnTo>
                    <a:pt x="6257791" y="1161521"/>
                  </a:lnTo>
                  <a:lnTo>
                    <a:pt x="6300460" y="1215455"/>
                  </a:lnTo>
                  <a:lnTo>
                    <a:pt x="6342680" y="1266422"/>
                  </a:lnTo>
                  <a:lnTo>
                    <a:pt x="6384541" y="1314209"/>
                  </a:lnTo>
                  <a:lnTo>
                    <a:pt x="6426201" y="1358699"/>
                  </a:lnTo>
                  <a:lnTo>
                    <a:pt x="6467895" y="1399861"/>
                  </a:lnTo>
                  <a:lnTo>
                    <a:pt x="6509947" y="1437748"/>
                  </a:lnTo>
                  <a:lnTo>
                    <a:pt x="6515891" y="1442801"/>
                  </a:lnTo>
                  <a:lnTo>
                    <a:pt x="6563603" y="1480586"/>
                  </a:lnTo>
                  <a:lnTo>
                    <a:pt x="6612999" y="1514467"/>
                  </a:lnTo>
                  <a:lnTo>
                    <a:pt x="6664895" y="1544658"/>
                  </a:lnTo>
                  <a:lnTo>
                    <a:pt x="6720204" y="1571512"/>
                  </a:lnTo>
                  <a:lnTo>
                    <a:pt x="6779847" y="1595423"/>
                  </a:lnTo>
                  <a:lnTo>
                    <a:pt x="6844672" y="1616764"/>
                  </a:lnTo>
                  <a:lnTo>
                    <a:pt x="6915345" y="1635859"/>
                  </a:lnTo>
                  <a:lnTo>
                    <a:pt x="6992204" y="1652966"/>
                  </a:lnTo>
                  <a:lnTo>
                    <a:pt x="7075062" y="1668264"/>
                  </a:lnTo>
                  <a:lnTo>
                    <a:pt x="7162992" y="1681858"/>
                  </a:lnTo>
                  <a:lnTo>
                    <a:pt x="7254110" y="1693783"/>
                  </a:lnTo>
                  <a:lnTo>
                    <a:pt x="7345474" y="1704019"/>
                  </a:lnTo>
                  <a:lnTo>
                    <a:pt x="7433186" y="1712527"/>
                  </a:lnTo>
                  <a:lnTo>
                    <a:pt x="7512815" y="1719280"/>
                  </a:lnTo>
                  <a:lnTo>
                    <a:pt x="7580143" y="1724318"/>
                  </a:lnTo>
                  <a:lnTo>
                    <a:pt x="7632069" y="1727771"/>
                  </a:lnTo>
                  <a:lnTo>
                    <a:pt x="7667405" y="1729872"/>
                  </a:lnTo>
                  <a:lnTo>
                    <a:pt x="7687283" y="1730934"/>
                  </a:lnTo>
                  <a:lnTo>
                    <a:pt x="7695108" y="1731312"/>
                  </a:lnTo>
                  <a:lnTo>
                    <a:pt x="7696237" y="1731361"/>
                  </a:lnTo>
                  <a:lnTo>
                    <a:pt x="8234974" y="1731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0" name="pl1870"/>
            <p:cNvSpPr/>
            <p:nvPr/>
          </p:nvSpPr>
          <p:spPr>
            <a:xfrm>
              <a:off x="546595" y="483674"/>
              <a:ext cx="8234974" cy="5036194"/>
            </a:xfrm>
            <a:custGeom>
              <a:avLst/>
              <a:pathLst>
                <a:path w="8234974" h="5036194">
                  <a:moveTo>
                    <a:pt x="8234974" y="1731361"/>
                  </a:move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4" y="107"/>
                  </a:lnTo>
                  <a:lnTo>
                    <a:pt x="3841707" y="875"/>
                  </a:lnTo>
                  <a:lnTo>
                    <a:pt x="3827633" y="2995"/>
                  </a:lnTo>
                  <a:lnTo>
                    <a:pt x="3802372" y="7173"/>
                  </a:lnTo>
                  <a:lnTo>
                    <a:pt x="3764527" y="14064"/>
                  </a:lnTo>
                  <a:lnTo>
                    <a:pt x="3714093" y="24215"/>
                  </a:lnTo>
                  <a:lnTo>
                    <a:pt x="3652378" y="38015"/>
                  </a:lnTo>
                  <a:lnTo>
                    <a:pt x="3581705" y="55673"/>
                  </a:lnTo>
                  <a:lnTo>
                    <a:pt x="3504966" y="77245"/>
                  </a:lnTo>
                  <a:lnTo>
                    <a:pt x="3425157" y="102685"/>
                  </a:lnTo>
                  <a:lnTo>
                    <a:pt x="3344980" y="131907"/>
                  </a:lnTo>
                  <a:lnTo>
                    <a:pt x="3266603" y="164856"/>
                  </a:lnTo>
                  <a:lnTo>
                    <a:pt x="3191570" y="201550"/>
                  </a:lnTo>
                  <a:lnTo>
                    <a:pt x="3120817" y="242119"/>
                  </a:lnTo>
                  <a:lnTo>
                    <a:pt x="3054770" y="286819"/>
                  </a:lnTo>
                  <a:lnTo>
                    <a:pt x="2993454" y="336040"/>
                  </a:lnTo>
                  <a:lnTo>
                    <a:pt x="2936609" y="390298"/>
                  </a:lnTo>
                  <a:lnTo>
                    <a:pt x="2883788" y="450225"/>
                  </a:lnTo>
                  <a:lnTo>
                    <a:pt x="2834431" y="516543"/>
                  </a:lnTo>
                  <a:lnTo>
                    <a:pt x="2787924" y="590021"/>
                  </a:lnTo>
                  <a:lnTo>
                    <a:pt x="2743644" y="671400"/>
                  </a:lnTo>
                  <a:lnTo>
                    <a:pt x="2701003" y="761279"/>
                  </a:lnTo>
                  <a:lnTo>
                    <a:pt x="2667772" y="839365"/>
                  </a:lnTo>
                  <a:lnTo>
                    <a:pt x="2640134" y="909566"/>
                  </a:lnTo>
                  <a:lnTo>
                    <a:pt x="2612728" y="983790"/>
                  </a:lnTo>
                  <a:lnTo>
                    <a:pt x="2585448" y="1062116"/>
                  </a:lnTo>
                  <a:lnTo>
                    <a:pt x="2558202" y="1144586"/>
                  </a:lnTo>
                  <a:lnTo>
                    <a:pt x="2530917" y="1231201"/>
                  </a:lnTo>
                  <a:lnTo>
                    <a:pt x="2503534" y="1321916"/>
                  </a:lnTo>
                  <a:lnTo>
                    <a:pt x="2476007" y="1416639"/>
                  </a:lnTo>
                  <a:lnTo>
                    <a:pt x="2448305" y="1515227"/>
                  </a:lnTo>
                  <a:lnTo>
                    <a:pt x="2420407" y="1617484"/>
                  </a:lnTo>
                  <a:lnTo>
                    <a:pt x="2392304" y="1723163"/>
                  </a:lnTo>
                  <a:lnTo>
                    <a:pt x="2363996" y="1831965"/>
                  </a:lnTo>
                  <a:lnTo>
                    <a:pt x="2335496" y="1943543"/>
                  </a:lnTo>
                  <a:lnTo>
                    <a:pt x="2306822" y="2057503"/>
                  </a:lnTo>
                  <a:lnTo>
                    <a:pt x="2278001" y="2173412"/>
                  </a:lnTo>
                  <a:lnTo>
                    <a:pt x="2249065" y="2290803"/>
                  </a:lnTo>
                  <a:lnTo>
                    <a:pt x="2220051" y="2409182"/>
                  </a:lnTo>
                  <a:lnTo>
                    <a:pt x="2190998" y="2528038"/>
                  </a:lnTo>
                  <a:lnTo>
                    <a:pt x="2161949" y="2646850"/>
                  </a:lnTo>
                  <a:lnTo>
                    <a:pt x="2132945" y="2765099"/>
                  </a:lnTo>
                  <a:lnTo>
                    <a:pt x="2104026" y="2882276"/>
                  </a:lnTo>
                  <a:lnTo>
                    <a:pt x="2075227" y="2997891"/>
                  </a:lnTo>
                  <a:lnTo>
                    <a:pt x="2046581" y="3111482"/>
                  </a:lnTo>
                  <a:lnTo>
                    <a:pt x="2018112" y="3222622"/>
                  </a:lnTo>
                  <a:lnTo>
                    <a:pt x="1989838" y="3330925"/>
                  </a:lnTo>
                  <a:lnTo>
                    <a:pt x="1961769" y="3436051"/>
                  </a:lnTo>
                  <a:lnTo>
                    <a:pt x="1933905" y="3537711"/>
                  </a:lnTo>
                  <a:lnTo>
                    <a:pt x="1906234" y="3635664"/>
                  </a:lnTo>
                  <a:lnTo>
                    <a:pt x="1878734" y="3729726"/>
                  </a:lnTo>
                  <a:lnTo>
                    <a:pt x="1851370" y="3819761"/>
                  </a:lnTo>
                  <a:lnTo>
                    <a:pt x="1824096" y="3905685"/>
                  </a:lnTo>
                  <a:lnTo>
                    <a:pt x="1796850" y="3987461"/>
                  </a:lnTo>
                  <a:lnTo>
                    <a:pt x="1769556" y="4065097"/>
                  </a:lnTo>
                  <a:lnTo>
                    <a:pt x="1742119" y="4138641"/>
                  </a:lnTo>
                  <a:lnTo>
                    <a:pt x="1719082" y="4196828"/>
                  </a:lnTo>
                  <a:lnTo>
                    <a:pt x="1677375" y="4293707"/>
                  </a:lnTo>
                  <a:lnTo>
                    <a:pt x="1634448" y="4381840"/>
                  </a:lnTo>
                  <a:lnTo>
                    <a:pt x="1589769" y="4461574"/>
                  </a:lnTo>
                  <a:lnTo>
                    <a:pt x="1542739" y="4533549"/>
                  </a:lnTo>
                  <a:lnTo>
                    <a:pt x="1492733" y="4598519"/>
                  </a:lnTo>
                  <a:lnTo>
                    <a:pt x="1439144" y="4657250"/>
                  </a:lnTo>
                  <a:lnTo>
                    <a:pt x="1381431" y="4710447"/>
                  </a:lnTo>
                  <a:lnTo>
                    <a:pt x="1319175" y="4758720"/>
                  </a:lnTo>
                  <a:lnTo>
                    <a:pt x="1252168" y="4802562"/>
                  </a:lnTo>
                  <a:lnTo>
                    <a:pt x="1180505" y="4842334"/>
                  </a:lnTo>
                  <a:lnTo>
                    <a:pt x="1104704" y="4878268"/>
                  </a:lnTo>
                  <a:lnTo>
                    <a:pt x="1025821" y="4910468"/>
                  </a:lnTo>
                  <a:lnTo>
                    <a:pt x="945524" y="4938936"/>
                  </a:lnTo>
                  <a:lnTo>
                    <a:pt x="866101" y="4963603"/>
                  </a:lnTo>
                  <a:lnTo>
                    <a:pt x="790340" y="4984389"/>
                  </a:lnTo>
                  <a:lnTo>
                    <a:pt x="721248" y="5001262"/>
                  </a:lnTo>
                  <a:lnTo>
                    <a:pt x="661644" y="5014305"/>
                  </a:lnTo>
                  <a:lnTo>
                    <a:pt x="613679" y="5023763"/>
                  </a:lnTo>
                  <a:lnTo>
                    <a:pt x="578412" y="5030059"/>
                  </a:lnTo>
                  <a:lnTo>
                    <a:pt x="555558" y="5033767"/>
                  </a:lnTo>
                  <a:lnTo>
                    <a:pt x="543450" y="5035559"/>
                  </a:lnTo>
                  <a:lnTo>
                    <a:pt x="539171" y="5036139"/>
                  </a:lnTo>
                  <a:lnTo>
                    <a:pt x="538736" y="5036194"/>
                  </a:lnTo>
                  <a:lnTo>
                    <a:pt x="0" y="5036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1" name="pg1871"/>
            <p:cNvSpPr/>
            <p:nvPr/>
          </p:nvSpPr>
          <p:spPr>
            <a:xfrm>
              <a:off x="546595" y="598010"/>
              <a:ext cx="8234974" cy="4932747"/>
            </a:xfrm>
            <a:custGeom>
              <a:avLst/>
              <a:pathLst>
                <a:path w="8234974" h="4932747">
                  <a:moveTo>
                    <a:pt x="0" y="4932747"/>
                  </a:moveTo>
                  <a:lnTo>
                    <a:pt x="538736" y="4932747"/>
                  </a:lnTo>
                  <a:lnTo>
                    <a:pt x="539590" y="4932641"/>
                  </a:lnTo>
                  <a:lnTo>
                    <a:pt x="545212" y="4931882"/>
                  </a:lnTo>
                  <a:lnTo>
                    <a:pt x="559423" y="4929785"/>
                  </a:lnTo>
                  <a:lnTo>
                    <a:pt x="584920" y="4925655"/>
                  </a:lnTo>
                  <a:lnTo>
                    <a:pt x="623096" y="4918844"/>
                  </a:lnTo>
                  <a:lnTo>
                    <a:pt x="673936" y="4908812"/>
                  </a:lnTo>
                  <a:lnTo>
                    <a:pt x="736095" y="4895181"/>
                  </a:lnTo>
                  <a:lnTo>
                    <a:pt x="807209" y="4877745"/>
                  </a:lnTo>
                  <a:lnTo>
                    <a:pt x="884345" y="4856453"/>
                  </a:lnTo>
                  <a:lnTo>
                    <a:pt x="964483" y="4831353"/>
                  </a:lnTo>
                  <a:lnTo>
                    <a:pt x="1044907" y="4802530"/>
                  </a:lnTo>
                  <a:lnTo>
                    <a:pt x="1123446" y="4770036"/>
                  </a:lnTo>
                  <a:lnTo>
                    <a:pt x="1198569" y="4733850"/>
                  </a:lnTo>
                  <a:lnTo>
                    <a:pt x="1269351" y="4693838"/>
                  </a:lnTo>
                  <a:lnTo>
                    <a:pt x="1335386" y="4649739"/>
                  </a:lnTo>
                  <a:lnTo>
                    <a:pt x="1396666" y="4601164"/>
                  </a:lnTo>
                  <a:lnTo>
                    <a:pt x="1453463" y="4547595"/>
                  </a:lnTo>
                  <a:lnTo>
                    <a:pt x="1506240" y="4488400"/>
                  </a:lnTo>
                  <a:lnTo>
                    <a:pt x="1555566" y="4422864"/>
                  </a:lnTo>
                  <a:lnTo>
                    <a:pt x="1602064" y="4350224"/>
                  </a:lnTo>
                  <a:lnTo>
                    <a:pt x="1646361" y="4269751"/>
                  </a:lnTo>
                  <a:lnTo>
                    <a:pt x="1689050" y="4180874"/>
                  </a:lnTo>
                  <a:lnTo>
                    <a:pt x="1719082" y="4111530"/>
                  </a:lnTo>
                  <a:lnTo>
                    <a:pt x="1747000" y="4042129"/>
                  </a:lnTo>
                  <a:lnTo>
                    <a:pt x="1774681" y="3968712"/>
                  </a:lnTo>
                  <a:lnTo>
                    <a:pt x="1802237" y="3891198"/>
                  </a:lnTo>
                  <a:lnTo>
                    <a:pt x="1829760" y="3809545"/>
                  </a:lnTo>
                  <a:lnTo>
                    <a:pt x="1857325" y="3723756"/>
                  </a:lnTo>
                  <a:lnTo>
                    <a:pt x="1884994" y="3633877"/>
                  </a:lnTo>
                  <a:lnTo>
                    <a:pt x="1912810" y="3540003"/>
                  </a:lnTo>
                  <a:lnTo>
                    <a:pt x="1940809" y="3442284"/>
                  </a:lnTo>
                  <a:lnTo>
                    <a:pt x="1969008" y="3340920"/>
                  </a:lnTo>
                  <a:lnTo>
                    <a:pt x="1997417" y="3236165"/>
                  </a:lnTo>
                  <a:lnTo>
                    <a:pt x="2026033" y="3128325"/>
                  </a:lnTo>
                  <a:lnTo>
                    <a:pt x="2054844" y="3017755"/>
                  </a:lnTo>
                  <a:lnTo>
                    <a:pt x="2083830" y="2904858"/>
                  </a:lnTo>
                  <a:lnTo>
                    <a:pt x="2112962" y="2790075"/>
                  </a:lnTo>
                  <a:lnTo>
                    <a:pt x="2142206" y="2673881"/>
                  </a:lnTo>
                  <a:lnTo>
                    <a:pt x="2171523" y="2556778"/>
                  </a:lnTo>
                  <a:lnTo>
                    <a:pt x="2200873" y="2439283"/>
                  </a:lnTo>
                  <a:lnTo>
                    <a:pt x="2230212" y="2321921"/>
                  </a:lnTo>
                  <a:lnTo>
                    <a:pt x="2259497" y="2205215"/>
                  </a:lnTo>
                  <a:lnTo>
                    <a:pt x="2288689" y="2089676"/>
                  </a:lnTo>
                  <a:lnTo>
                    <a:pt x="2317751" y="1975792"/>
                  </a:lnTo>
                  <a:lnTo>
                    <a:pt x="2346651" y="1864023"/>
                  </a:lnTo>
                  <a:lnTo>
                    <a:pt x="2375365" y="1754791"/>
                  </a:lnTo>
                  <a:lnTo>
                    <a:pt x="2403877" y="1648474"/>
                  </a:lnTo>
                  <a:lnTo>
                    <a:pt x="2432179" y="1545404"/>
                  </a:lnTo>
                  <a:lnTo>
                    <a:pt x="2460275" y="1445861"/>
                  </a:lnTo>
                  <a:lnTo>
                    <a:pt x="2488178" y="1350071"/>
                  </a:lnTo>
                  <a:lnTo>
                    <a:pt x="2515914" y="1258209"/>
                  </a:lnTo>
                  <a:lnTo>
                    <a:pt x="2543524" y="1170396"/>
                  </a:lnTo>
                  <a:lnTo>
                    <a:pt x="2571059" y="1086703"/>
                  </a:lnTo>
                  <a:lnTo>
                    <a:pt x="2598588" y="1007152"/>
                  </a:lnTo>
                  <a:lnTo>
                    <a:pt x="2626195" y="931724"/>
                  </a:lnTo>
                  <a:lnTo>
                    <a:pt x="2653981" y="860357"/>
                  </a:lnTo>
                  <a:lnTo>
                    <a:pt x="2667772" y="826661"/>
                  </a:lnTo>
                  <a:lnTo>
                    <a:pt x="2709626" y="731564"/>
                  </a:lnTo>
                  <a:lnTo>
                    <a:pt x="2752710" y="645081"/>
                  </a:lnTo>
                  <a:lnTo>
                    <a:pt x="2797561" y="566869"/>
                  </a:lnTo>
                  <a:lnTo>
                    <a:pt x="2844787" y="496295"/>
                  </a:lnTo>
                  <a:lnTo>
                    <a:pt x="2895018" y="432610"/>
                  </a:lnTo>
                  <a:lnTo>
                    <a:pt x="2948866" y="375060"/>
                  </a:lnTo>
                  <a:lnTo>
                    <a:pt x="3006879" y="322948"/>
                  </a:lnTo>
                  <a:lnTo>
                    <a:pt x="3069472" y="275673"/>
                  </a:lnTo>
                  <a:lnTo>
                    <a:pt x="3136853" y="232752"/>
                  </a:lnTo>
                  <a:lnTo>
                    <a:pt x="3208911" y="193832"/>
                  </a:lnTo>
                  <a:lnTo>
                    <a:pt x="3285109" y="158688"/>
                  </a:lnTo>
                  <a:lnTo>
                    <a:pt x="3364358" y="127220"/>
                  </a:lnTo>
                  <a:lnTo>
                    <a:pt x="3444946" y="99432"/>
                  </a:lnTo>
                  <a:lnTo>
                    <a:pt x="3524536" y="75390"/>
                  </a:lnTo>
                  <a:lnTo>
                    <a:pt x="3600296" y="55176"/>
                  </a:lnTo>
                  <a:lnTo>
                    <a:pt x="3669183" y="38816"/>
                  </a:lnTo>
                  <a:lnTo>
                    <a:pt x="3728374" y="26221"/>
                  </a:lnTo>
                  <a:lnTo>
                    <a:pt x="3775751" y="17136"/>
                  </a:lnTo>
                  <a:lnTo>
                    <a:pt x="3810318" y="11136"/>
                  </a:lnTo>
                  <a:lnTo>
                    <a:pt x="3832455" y="7644"/>
                  </a:lnTo>
                  <a:lnTo>
                    <a:pt x="3843938" y="5992"/>
                  </a:lnTo>
                  <a:lnTo>
                    <a:pt x="3847795" y="548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5" y="5515"/>
                  </a:lnTo>
                  <a:lnTo>
                    <a:pt x="4395973" y="6023"/>
                  </a:lnTo>
                  <a:lnTo>
                    <a:pt x="4415740" y="7429"/>
                  </a:lnTo>
                  <a:lnTo>
                    <a:pt x="4450646" y="10188"/>
                  </a:lnTo>
                  <a:lnTo>
                    <a:pt x="4501799" y="14706"/>
                  </a:lnTo>
                  <a:lnTo>
                    <a:pt x="4568076" y="21282"/>
                  </a:lnTo>
                  <a:lnTo>
                    <a:pt x="4646508" y="30090"/>
                  </a:lnTo>
                  <a:lnTo>
                    <a:pt x="4733029" y="41182"/>
                  </a:lnTo>
                  <a:lnTo>
                    <a:pt x="4823338" y="54529"/>
                  </a:lnTo>
                  <a:lnTo>
                    <a:pt x="4913615" y="70076"/>
                  </a:lnTo>
                  <a:lnTo>
                    <a:pt x="5000941" y="87798"/>
                  </a:lnTo>
                  <a:lnTo>
                    <a:pt x="5083416" y="107731"/>
                  </a:lnTo>
                  <a:lnTo>
                    <a:pt x="5160065" y="130002"/>
                  </a:lnTo>
                  <a:lnTo>
                    <a:pt x="5230650" y="154833"/>
                  </a:lnTo>
                  <a:lnTo>
                    <a:pt x="5295452" y="182547"/>
                  </a:lnTo>
                  <a:lnTo>
                    <a:pt x="5355086" y="213549"/>
                  </a:lnTo>
                  <a:lnTo>
                    <a:pt x="5410359" y="248316"/>
                  </a:lnTo>
                  <a:lnTo>
                    <a:pt x="5462158" y="287355"/>
                  </a:lnTo>
                  <a:lnTo>
                    <a:pt x="5511374" y="331135"/>
                  </a:lnTo>
                  <a:lnTo>
                    <a:pt x="5558817" y="379973"/>
                  </a:lnTo>
                  <a:lnTo>
                    <a:pt x="5567201" y="389284"/>
                  </a:lnTo>
                  <a:lnTo>
                    <a:pt x="5605559" y="434415"/>
                  </a:lnTo>
                  <a:lnTo>
                    <a:pt x="5643550" y="483131"/>
                  </a:lnTo>
                  <a:lnTo>
                    <a:pt x="5681435" y="535503"/>
                  </a:lnTo>
                  <a:lnTo>
                    <a:pt x="5719416" y="591533"/>
                  </a:lnTo>
                  <a:lnTo>
                    <a:pt x="5757637" y="651142"/>
                  </a:lnTo>
                  <a:lnTo>
                    <a:pt x="5796193" y="714172"/>
                  </a:lnTo>
                  <a:lnTo>
                    <a:pt x="5835134" y="780372"/>
                  </a:lnTo>
                  <a:lnTo>
                    <a:pt x="5874471" y="849405"/>
                  </a:lnTo>
                  <a:lnTo>
                    <a:pt x="5914176" y="920848"/>
                  </a:lnTo>
                  <a:lnTo>
                    <a:pt x="5954191" y="994202"/>
                  </a:lnTo>
                  <a:lnTo>
                    <a:pt x="5994434" y="1068904"/>
                  </a:lnTo>
                  <a:lnTo>
                    <a:pt x="6034805" y="1144347"/>
                  </a:lnTo>
                  <a:lnTo>
                    <a:pt x="6075195" y="1219897"/>
                  </a:lnTo>
                  <a:lnTo>
                    <a:pt x="6115493" y="1294917"/>
                  </a:lnTo>
                  <a:lnTo>
                    <a:pt x="6155594" y="1368786"/>
                  </a:lnTo>
                  <a:lnTo>
                    <a:pt x="6195410" y="1440925"/>
                  </a:lnTo>
                  <a:lnTo>
                    <a:pt x="6234875" y="1510813"/>
                  </a:lnTo>
                  <a:lnTo>
                    <a:pt x="6273949" y="1578000"/>
                  </a:lnTo>
                  <a:lnTo>
                    <a:pt x="6312630" y="1642120"/>
                  </a:lnTo>
                  <a:lnTo>
                    <a:pt x="6350954" y="1702893"/>
                  </a:lnTo>
                  <a:lnTo>
                    <a:pt x="6389002" y="1760130"/>
                  </a:lnTo>
                  <a:lnTo>
                    <a:pt x="6426899" y="1813726"/>
                  </a:lnTo>
                  <a:lnTo>
                    <a:pt x="6464829" y="1863657"/>
                  </a:lnTo>
                  <a:lnTo>
                    <a:pt x="6503031" y="1909973"/>
                  </a:lnTo>
                  <a:lnTo>
                    <a:pt x="6515891" y="1924642"/>
                  </a:lnTo>
                  <a:lnTo>
                    <a:pt x="6563091" y="1974400"/>
                  </a:lnTo>
                  <a:lnTo>
                    <a:pt x="6611932" y="2019072"/>
                  </a:lnTo>
                  <a:lnTo>
                    <a:pt x="6663203" y="2058929"/>
                  </a:lnTo>
                  <a:lnTo>
                    <a:pt x="6717786" y="2094426"/>
                  </a:lnTo>
                  <a:lnTo>
                    <a:pt x="6776574" y="2126068"/>
                  </a:lnTo>
                  <a:lnTo>
                    <a:pt x="6840395" y="2154340"/>
                  </a:lnTo>
                  <a:lnTo>
                    <a:pt x="6909909" y="2179663"/>
                  </a:lnTo>
                  <a:lnTo>
                    <a:pt x="6985470" y="2202374"/>
                  </a:lnTo>
                  <a:lnTo>
                    <a:pt x="7066946" y="2222714"/>
                  </a:lnTo>
                  <a:lnTo>
                    <a:pt x="7153512" y="2240828"/>
                  </a:lnTo>
                  <a:lnTo>
                    <a:pt x="7243445" y="2256766"/>
                  </a:lnTo>
                  <a:lnTo>
                    <a:pt x="7334007" y="2270512"/>
                  </a:lnTo>
                  <a:lnTo>
                    <a:pt x="7421519" y="2282012"/>
                  </a:lnTo>
                  <a:lnTo>
                    <a:pt x="7501721" y="2291230"/>
                  </a:lnTo>
                  <a:lnTo>
                    <a:pt x="7570442" y="2298198"/>
                  </a:lnTo>
                  <a:lnTo>
                    <a:pt x="7624454" y="2303067"/>
                  </a:lnTo>
                  <a:lnTo>
                    <a:pt x="7662263" y="2306114"/>
                  </a:lnTo>
                  <a:lnTo>
                    <a:pt x="7684565" y="2307730"/>
                  </a:lnTo>
                  <a:lnTo>
                    <a:pt x="7694273" y="2308365"/>
                  </a:lnTo>
                  <a:lnTo>
                    <a:pt x="7696237" y="2308482"/>
                  </a:lnTo>
                  <a:lnTo>
                    <a:pt x="8234974" y="2308482"/>
                  </a:lnTo>
                  <a:lnTo>
                    <a:pt x="8234974" y="2303037"/>
                  </a:ln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2" y="865"/>
                  </a:lnTo>
                  <a:lnTo>
                    <a:pt x="3827432" y="2962"/>
                  </a:lnTo>
                  <a:lnTo>
                    <a:pt x="3801935" y="7092"/>
                  </a:lnTo>
                  <a:lnTo>
                    <a:pt x="3763758" y="13903"/>
                  </a:lnTo>
                  <a:lnTo>
                    <a:pt x="3712919" y="23935"/>
                  </a:lnTo>
                  <a:lnTo>
                    <a:pt x="3650760" y="37566"/>
                  </a:lnTo>
                  <a:lnTo>
                    <a:pt x="3579645" y="55002"/>
                  </a:lnTo>
                  <a:lnTo>
                    <a:pt x="3502509" y="76294"/>
                  </a:lnTo>
                  <a:lnTo>
                    <a:pt x="3422371" y="101394"/>
                  </a:lnTo>
                  <a:lnTo>
                    <a:pt x="3341948" y="130217"/>
                  </a:lnTo>
                  <a:lnTo>
                    <a:pt x="3263408" y="162711"/>
                  </a:lnTo>
                  <a:lnTo>
                    <a:pt x="3188286" y="198897"/>
                  </a:lnTo>
                  <a:lnTo>
                    <a:pt x="3117503" y="238909"/>
                  </a:lnTo>
                  <a:lnTo>
                    <a:pt x="3051468" y="283007"/>
                  </a:lnTo>
                  <a:lnTo>
                    <a:pt x="2990189" y="331583"/>
                  </a:lnTo>
                  <a:lnTo>
                    <a:pt x="2933391" y="385152"/>
                  </a:lnTo>
                  <a:lnTo>
                    <a:pt x="2880614" y="444347"/>
                  </a:lnTo>
                  <a:lnTo>
                    <a:pt x="2831288" y="509883"/>
                  </a:lnTo>
                  <a:lnTo>
                    <a:pt x="2784791" y="582523"/>
                  </a:lnTo>
                  <a:lnTo>
                    <a:pt x="2740493" y="662996"/>
                  </a:lnTo>
                  <a:lnTo>
                    <a:pt x="2697804" y="751873"/>
                  </a:lnTo>
                  <a:lnTo>
                    <a:pt x="2667772" y="821217"/>
                  </a:lnTo>
                  <a:lnTo>
                    <a:pt x="2639854" y="890618"/>
                  </a:lnTo>
                  <a:lnTo>
                    <a:pt x="2612173" y="964035"/>
                  </a:lnTo>
                  <a:lnTo>
                    <a:pt x="2584618" y="1041549"/>
                  </a:lnTo>
                  <a:lnTo>
                    <a:pt x="2557095" y="1123202"/>
                  </a:lnTo>
                  <a:lnTo>
                    <a:pt x="2529529" y="1208991"/>
                  </a:lnTo>
                  <a:lnTo>
                    <a:pt x="2501861" y="1298870"/>
                  </a:lnTo>
                  <a:lnTo>
                    <a:pt x="2474044" y="1392744"/>
                  </a:lnTo>
                  <a:lnTo>
                    <a:pt x="2446046" y="1490463"/>
                  </a:lnTo>
                  <a:lnTo>
                    <a:pt x="2417847" y="1591827"/>
                  </a:lnTo>
                  <a:lnTo>
                    <a:pt x="2389438" y="1696582"/>
                  </a:lnTo>
                  <a:lnTo>
                    <a:pt x="2360822" y="1804422"/>
                  </a:lnTo>
                  <a:lnTo>
                    <a:pt x="2332011" y="1914992"/>
                  </a:lnTo>
                  <a:lnTo>
                    <a:pt x="2303025" y="2027889"/>
                  </a:lnTo>
                  <a:lnTo>
                    <a:pt x="2273893" y="2142672"/>
                  </a:lnTo>
                  <a:lnTo>
                    <a:pt x="2244649" y="2258866"/>
                  </a:lnTo>
                  <a:lnTo>
                    <a:pt x="2215331" y="2375969"/>
                  </a:lnTo>
                  <a:lnTo>
                    <a:pt x="2185981" y="2493464"/>
                  </a:lnTo>
                  <a:lnTo>
                    <a:pt x="2156643" y="2610826"/>
                  </a:lnTo>
                  <a:lnTo>
                    <a:pt x="2127357" y="2727532"/>
                  </a:lnTo>
                  <a:lnTo>
                    <a:pt x="2098165" y="2843071"/>
                  </a:lnTo>
                  <a:lnTo>
                    <a:pt x="2069104" y="2956955"/>
                  </a:lnTo>
                  <a:lnTo>
                    <a:pt x="2040204" y="3068724"/>
                  </a:lnTo>
                  <a:lnTo>
                    <a:pt x="2011489" y="3177956"/>
                  </a:lnTo>
                  <a:lnTo>
                    <a:pt x="1982977" y="3284273"/>
                  </a:lnTo>
                  <a:lnTo>
                    <a:pt x="1954675" y="3387343"/>
                  </a:lnTo>
                  <a:lnTo>
                    <a:pt x="1926580" y="3486886"/>
                  </a:lnTo>
                  <a:lnTo>
                    <a:pt x="1898677" y="3582676"/>
                  </a:lnTo>
                  <a:lnTo>
                    <a:pt x="1870940" y="3674538"/>
                  </a:lnTo>
                  <a:lnTo>
                    <a:pt x="1843331" y="3762351"/>
                  </a:lnTo>
                  <a:lnTo>
                    <a:pt x="1815795" y="3846044"/>
                  </a:lnTo>
                  <a:lnTo>
                    <a:pt x="1788266" y="3925595"/>
                  </a:lnTo>
                  <a:lnTo>
                    <a:pt x="1760660" y="4001023"/>
                  </a:lnTo>
                  <a:lnTo>
                    <a:pt x="1732874" y="4072390"/>
                  </a:lnTo>
                  <a:lnTo>
                    <a:pt x="1719082" y="4106086"/>
                  </a:lnTo>
                  <a:lnTo>
                    <a:pt x="1677228" y="4201183"/>
                  </a:lnTo>
                  <a:lnTo>
                    <a:pt x="1634145" y="4287666"/>
                  </a:lnTo>
                  <a:lnTo>
                    <a:pt x="1589293" y="4365878"/>
                  </a:lnTo>
                  <a:lnTo>
                    <a:pt x="1542067" y="4436452"/>
                  </a:lnTo>
                  <a:lnTo>
                    <a:pt x="1491837" y="4500137"/>
                  </a:lnTo>
                  <a:lnTo>
                    <a:pt x="1437988" y="4557687"/>
                  </a:lnTo>
                  <a:lnTo>
                    <a:pt x="1379976" y="4609799"/>
                  </a:lnTo>
                  <a:lnTo>
                    <a:pt x="1317382" y="4657074"/>
                  </a:lnTo>
                  <a:lnTo>
                    <a:pt x="1250002" y="4699995"/>
                  </a:lnTo>
                  <a:lnTo>
                    <a:pt x="1177943" y="4738915"/>
                  </a:lnTo>
                  <a:lnTo>
                    <a:pt x="1101746" y="4774059"/>
                  </a:lnTo>
                  <a:lnTo>
                    <a:pt x="1022497" y="4805527"/>
                  </a:lnTo>
                  <a:lnTo>
                    <a:pt x="941908" y="4833315"/>
                  </a:lnTo>
                  <a:lnTo>
                    <a:pt x="862318" y="4857357"/>
                  </a:lnTo>
                  <a:lnTo>
                    <a:pt x="786559" y="4877571"/>
                  </a:lnTo>
                  <a:lnTo>
                    <a:pt x="717672" y="4893931"/>
                  </a:lnTo>
                  <a:lnTo>
                    <a:pt x="658480" y="4906526"/>
                  </a:lnTo>
                  <a:lnTo>
                    <a:pt x="611104" y="4915611"/>
                  </a:lnTo>
                  <a:lnTo>
                    <a:pt x="576537" y="4921611"/>
                  </a:lnTo>
                  <a:lnTo>
                    <a:pt x="554400" y="4925103"/>
                  </a:lnTo>
                  <a:lnTo>
                    <a:pt x="542917" y="4926755"/>
                  </a:lnTo>
                  <a:lnTo>
                    <a:pt x="539060" y="4927263"/>
                  </a:lnTo>
                  <a:lnTo>
                    <a:pt x="538736" y="4927303"/>
                  </a:lnTo>
                  <a:lnTo>
                    <a:pt x="0" y="4927303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72" name="pl1872"/>
            <p:cNvSpPr/>
            <p:nvPr/>
          </p:nvSpPr>
          <p:spPr>
            <a:xfrm>
              <a:off x="546595" y="603454"/>
              <a:ext cx="8234974" cy="4927303"/>
            </a:xfrm>
            <a:custGeom>
              <a:avLst/>
              <a:pathLst>
                <a:path w="8234974" h="4927303">
                  <a:moveTo>
                    <a:pt x="0" y="4927303"/>
                  </a:moveTo>
                  <a:lnTo>
                    <a:pt x="538736" y="4927303"/>
                  </a:lnTo>
                  <a:lnTo>
                    <a:pt x="539590" y="4927196"/>
                  </a:lnTo>
                  <a:lnTo>
                    <a:pt x="545212" y="4926438"/>
                  </a:lnTo>
                  <a:lnTo>
                    <a:pt x="559423" y="4924341"/>
                  </a:lnTo>
                  <a:lnTo>
                    <a:pt x="584920" y="4920211"/>
                  </a:lnTo>
                  <a:lnTo>
                    <a:pt x="623096" y="4913399"/>
                  </a:lnTo>
                  <a:lnTo>
                    <a:pt x="673936" y="4903368"/>
                  </a:lnTo>
                  <a:lnTo>
                    <a:pt x="736095" y="4889736"/>
                  </a:lnTo>
                  <a:lnTo>
                    <a:pt x="807209" y="4872300"/>
                  </a:lnTo>
                  <a:lnTo>
                    <a:pt x="884345" y="4851008"/>
                  </a:lnTo>
                  <a:lnTo>
                    <a:pt x="964483" y="4825909"/>
                  </a:lnTo>
                  <a:lnTo>
                    <a:pt x="1044907" y="4797085"/>
                  </a:lnTo>
                  <a:lnTo>
                    <a:pt x="1123446" y="4764592"/>
                  </a:lnTo>
                  <a:lnTo>
                    <a:pt x="1198569" y="4728406"/>
                  </a:lnTo>
                  <a:lnTo>
                    <a:pt x="1269351" y="4688393"/>
                  </a:lnTo>
                  <a:lnTo>
                    <a:pt x="1335386" y="4644295"/>
                  </a:lnTo>
                  <a:lnTo>
                    <a:pt x="1396666" y="4595720"/>
                  </a:lnTo>
                  <a:lnTo>
                    <a:pt x="1453463" y="4542150"/>
                  </a:lnTo>
                  <a:lnTo>
                    <a:pt x="1506240" y="4482956"/>
                  </a:lnTo>
                  <a:lnTo>
                    <a:pt x="1555566" y="4417419"/>
                  </a:lnTo>
                  <a:lnTo>
                    <a:pt x="1602064" y="4344779"/>
                  </a:lnTo>
                  <a:lnTo>
                    <a:pt x="1646361" y="4264307"/>
                  </a:lnTo>
                  <a:lnTo>
                    <a:pt x="1689050" y="4175429"/>
                  </a:lnTo>
                  <a:lnTo>
                    <a:pt x="1719082" y="4106086"/>
                  </a:lnTo>
                  <a:lnTo>
                    <a:pt x="1747000" y="4036685"/>
                  </a:lnTo>
                  <a:lnTo>
                    <a:pt x="1774681" y="3963267"/>
                  </a:lnTo>
                  <a:lnTo>
                    <a:pt x="1802237" y="3885753"/>
                  </a:lnTo>
                  <a:lnTo>
                    <a:pt x="1829760" y="3804101"/>
                  </a:lnTo>
                  <a:lnTo>
                    <a:pt x="1857325" y="3718311"/>
                  </a:lnTo>
                  <a:lnTo>
                    <a:pt x="1884994" y="3628432"/>
                  </a:lnTo>
                  <a:lnTo>
                    <a:pt x="1912810" y="3534559"/>
                  </a:lnTo>
                  <a:lnTo>
                    <a:pt x="1940809" y="3436840"/>
                  </a:lnTo>
                  <a:lnTo>
                    <a:pt x="1969008" y="3335476"/>
                  </a:lnTo>
                  <a:lnTo>
                    <a:pt x="1997417" y="3230721"/>
                  </a:lnTo>
                  <a:lnTo>
                    <a:pt x="2026033" y="3122880"/>
                  </a:lnTo>
                  <a:lnTo>
                    <a:pt x="2054844" y="3012311"/>
                  </a:lnTo>
                  <a:lnTo>
                    <a:pt x="2083830" y="2899413"/>
                  </a:lnTo>
                  <a:lnTo>
                    <a:pt x="2112962" y="2784630"/>
                  </a:lnTo>
                  <a:lnTo>
                    <a:pt x="2142206" y="2668436"/>
                  </a:lnTo>
                  <a:lnTo>
                    <a:pt x="2171523" y="2551333"/>
                  </a:lnTo>
                  <a:lnTo>
                    <a:pt x="2200873" y="2433838"/>
                  </a:lnTo>
                  <a:lnTo>
                    <a:pt x="2230212" y="2316476"/>
                  </a:lnTo>
                  <a:lnTo>
                    <a:pt x="2259497" y="2199771"/>
                  </a:lnTo>
                  <a:lnTo>
                    <a:pt x="2288689" y="2084231"/>
                  </a:lnTo>
                  <a:lnTo>
                    <a:pt x="2317751" y="1970348"/>
                  </a:lnTo>
                  <a:lnTo>
                    <a:pt x="2346651" y="1858578"/>
                  </a:lnTo>
                  <a:lnTo>
                    <a:pt x="2375365" y="1749346"/>
                  </a:lnTo>
                  <a:lnTo>
                    <a:pt x="2403877" y="1643029"/>
                  </a:lnTo>
                  <a:lnTo>
                    <a:pt x="2432179" y="1539960"/>
                  </a:lnTo>
                  <a:lnTo>
                    <a:pt x="2460275" y="1440416"/>
                  </a:lnTo>
                  <a:lnTo>
                    <a:pt x="2488178" y="1344627"/>
                  </a:lnTo>
                  <a:lnTo>
                    <a:pt x="2515914" y="1252765"/>
                  </a:lnTo>
                  <a:lnTo>
                    <a:pt x="2543524" y="1164951"/>
                  </a:lnTo>
                  <a:lnTo>
                    <a:pt x="2571059" y="1081258"/>
                  </a:lnTo>
                  <a:lnTo>
                    <a:pt x="2598588" y="1001708"/>
                  </a:lnTo>
                  <a:lnTo>
                    <a:pt x="2626195" y="926280"/>
                  </a:lnTo>
                  <a:lnTo>
                    <a:pt x="2653981" y="854912"/>
                  </a:lnTo>
                  <a:lnTo>
                    <a:pt x="2667772" y="821217"/>
                  </a:lnTo>
                  <a:lnTo>
                    <a:pt x="2709626" y="726119"/>
                  </a:lnTo>
                  <a:lnTo>
                    <a:pt x="2752710" y="639637"/>
                  </a:lnTo>
                  <a:lnTo>
                    <a:pt x="2797561" y="561425"/>
                  </a:lnTo>
                  <a:lnTo>
                    <a:pt x="2844787" y="490850"/>
                  </a:lnTo>
                  <a:lnTo>
                    <a:pt x="2895018" y="427165"/>
                  </a:lnTo>
                  <a:lnTo>
                    <a:pt x="2948866" y="369615"/>
                  </a:lnTo>
                  <a:lnTo>
                    <a:pt x="3006879" y="317503"/>
                  </a:lnTo>
                  <a:lnTo>
                    <a:pt x="3069472" y="270228"/>
                  </a:lnTo>
                  <a:lnTo>
                    <a:pt x="3136853" y="227308"/>
                  </a:lnTo>
                  <a:lnTo>
                    <a:pt x="3208911" y="188387"/>
                  </a:lnTo>
                  <a:lnTo>
                    <a:pt x="3285109" y="153243"/>
                  </a:lnTo>
                  <a:lnTo>
                    <a:pt x="3364358" y="121776"/>
                  </a:lnTo>
                  <a:lnTo>
                    <a:pt x="3444946" y="93987"/>
                  </a:lnTo>
                  <a:lnTo>
                    <a:pt x="3524536" y="69946"/>
                  </a:lnTo>
                  <a:lnTo>
                    <a:pt x="3600296" y="49732"/>
                  </a:lnTo>
                  <a:lnTo>
                    <a:pt x="3669183" y="33372"/>
                  </a:lnTo>
                  <a:lnTo>
                    <a:pt x="3728374" y="20776"/>
                  </a:lnTo>
                  <a:lnTo>
                    <a:pt x="3775751" y="11692"/>
                  </a:lnTo>
                  <a:lnTo>
                    <a:pt x="3810318" y="5691"/>
                  </a:lnTo>
                  <a:lnTo>
                    <a:pt x="3832455" y="2199"/>
                  </a:lnTo>
                  <a:lnTo>
                    <a:pt x="3843938" y="547"/>
                  </a:lnTo>
                  <a:lnTo>
                    <a:pt x="3847795" y="3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5" y="71"/>
                  </a:lnTo>
                  <a:lnTo>
                    <a:pt x="4395973" y="579"/>
                  </a:lnTo>
                  <a:lnTo>
                    <a:pt x="4415740" y="1984"/>
                  </a:lnTo>
                  <a:lnTo>
                    <a:pt x="4450646" y="4744"/>
                  </a:lnTo>
                  <a:lnTo>
                    <a:pt x="4501799" y="9261"/>
                  </a:lnTo>
                  <a:lnTo>
                    <a:pt x="4568076" y="15838"/>
                  </a:lnTo>
                  <a:lnTo>
                    <a:pt x="4646508" y="24646"/>
                  </a:lnTo>
                  <a:lnTo>
                    <a:pt x="4733029" y="35737"/>
                  </a:lnTo>
                  <a:lnTo>
                    <a:pt x="4823338" y="49084"/>
                  </a:lnTo>
                  <a:lnTo>
                    <a:pt x="4913615" y="64632"/>
                  </a:lnTo>
                  <a:lnTo>
                    <a:pt x="5000941" y="82353"/>
                  </a:lnTo>
                  <a:lnTo>
                    <a:pt x="5083416" y="102286"/>
                  </a:lnTo>
                  <a:lnTo>
                    <a:pt x="5160065" y="124557"/>
                  </a:lnTo>
                  <a:lnTo>
                    <a:pt x="5230650" y="149389"/>
                  </a:lnTo>
                  <a:lnTo>
                    <a:pt x="5295452" y="177102"/>
                  </a:lnTo>
                  <a:lnTo>
                    <a:pt x="5355086" y="208105"/>
                  </a:lnTo>
                  <a:lnTo>
                    <a:pt x="5410359" y="242872"/>
                  </a:lnTo>
                  <a:lnTo>
                    <a:pt x="5462158" y="281910"/>
                  </a:lnTo>
                  <a:lnTo>
                    <a:pt x="5511374" y="325690"/>
                  </a:lnTo>
                  <a:lnTo>
                    <a:pt x="5558817" y="374529"/>
                  </a:lnTo>
                  <a:lnTo>
                    <a:pt x="5567201" y="383839"/>
                  </a:lnTo>
                  <a:lnTo>
                    <a:pt x="5605559" y="428971"/>
                  </a:lnTo>
                  <a:lnTo>
                    <a:pt x="5643550" y="477687"/>
                  </a:lnTo>
                  <a:lnTo>
                    <a:pt x="5681435" y="530059"/>
                  </a:lnTo>
                  <a:lnTo>
                    <a:pt x="5719416" y="586088"/>
                  </a:lnTo>
                  <a:lnTo>
                    <a:pt x="5757637" y="645698"/>
                  </a:lnTo>
                  <a:lnTo>
                    <a:pt x="5796193" y="708727"/>
                  </a:lnTo>
                  <a:lnTo>
                    <a:pt x="5835134" y="774928"/>
                  </a:lnTo>
                  <a:lnTo>
                    <a:pt x="5874471" y="843961"/>
                  </a:lnTo>
                  <a:lnTo>
                    <a:pt x="5914176" y="915403"/>
                  </a:lnTo>
                  <a:lnTo>
                    <a:pt x="5954191" y="988757"/>
                  </a:lnTo>
                  <a:lnTo>
                    <a:pt x="5994434" y="1063460"/>
                  </a:lnTo>
                  <a:lnTo>
                    <a:pt x="6034805" y="1138903"/>
                  </a:lnTo>
                  <a:lnTo>
                    <a:pt x="6075195" y="1214453"/>
                  </a:lnTo>
                  <a:lnTo>
                    <a:pt x="6115493" y="1289472"/>
                  </a:lnTo>
                  <a:lnTo>
                    <a:pt x="6155594" y="1363341"/>
                  </a:lnTo>
                  <a:lnTo>
                    <a:pt x="6195410" y="1435480"/>
                  </a:lnTo>
                  <a:lnTo>
                    <a:pt x="6234875" y="1505368"/>
                  </a:lnTo>
                  <a:lnTo>
                    <a:pt x="6273949" y="1572556"/>
                  </a:lnTo>
                  <a:lnTo>
                    <a:pt x="6312630" y="1636676"/>
                  </a:lnTo>
                  <a:lnTo>
                    <a:pt x="6350954" y="1697449"/>
                  </a:lnTo>
                  <a:lnTo>
                    <a:pt x="6389002" y="1754685"/>
                  </a:lnTo>
                  <a:lnTo>
                    <a:pt x="6426899" y="1808281"/>
                  </a:lnTo>
                  <a:lnTo>
                    <a:pt x="6464829" y="1858213"/>
                  </a:lnTo>
                  <a:lnTo>
                    <a:pt x="6503031" y="1904529"/>
                  </a:lnTo>
                  <a:lnTo>
                    <a:pt x="6515891" y="1919198"/>
                  </a:lnTo>
                  <a:lnTo>
                    <a:pt x="6563091" y="1968956"/>
                  </a:lnTo>
                  <a:lnTo>
                    <a:pt x="6611932" y="2013627"/>
                  </a:lnTo>
                  <a:lnTo>
                    <a:pt x="6663203" y="2053485"/>
                  </a:lnTo>
                  <a:lnTo>
                    <a:pt x="6717786" y="2088982"/>
                  </a:lnTo>
                  <a:lnTo>
                    <a:pt x="6776574" y="2120624"/>
                  </a:lnTo>
                  <a:lnTo>
                    <a:pt x="6840395" y="2148895"/>
                  </a:lnTo>
                  <a:lnTo>
                    <a:pt x="6909909" y="2174218"/>
                  </a:lnTo>
                  <a:lnTo>
                    <a:pt x="6985470" y="2196929"/>
                  </a:lnTo>
                  <a:lnTo>
                    <a:pt x="7066946" y="2217270"/>
                  </a:lnTo>
                  <a:lnTo>
                    <a:pt x="7153512" y="2235383"/>
                  </a:lnTo>
                  <a:lnTo>
                    <a:pt x="7243445" y="2251322"/>
                  </a:lnTo>
                  <a:lnTo>
                    <a:pt x="7334007" y="2265068"/>
                  </a:lnTo>
                  <a:lnTo>
                    <a:pt x="7421519" y="2276568"/>
                  </a:lnTo>
                  <a:lnTo>
                    <a:pt x="7501721" y="2285785"/>
                  </a:lnTo>
                  <a:lnTo>
                    <a:pt x="7570442" y="2292754"/>
                  </a:lnTo>
                  <a:lnTo>
                    <a:pt x="7624454" y="2297622"/>
                  </a:lnTo>
                  <a:lnTo>
                    <a:pt x="7662263" y="2300670"/>
                  </a:lnTo>
                  <a:lnTo>
                    <a:pt x="7684565" y="2302285"/>
                  </a:lnTo>
                  <a:lnTo>
                    <a:pt x="7694273" y="2302920"/>
                  </a:lnTo>
                  <a:lnTo>
                    <a:pt x="7696230" y="2303037"/>
                  </a:lnTo>
                  <a:lnTo>
                    <a:pt x="7696237" y="2303037"/>
                  </a:lnTo>
                  <a:lnTo>
                    <a:pt x="8234974" y="2303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3" name="pl1873"/>
            <p:cNvSpPr/>
            <p:nvPr/>
          </p:nvSpPr>
          <p:spPr>
            <a:xfrm>
              <a:off x="546595" y="598010"/>
              <a:ext cx="8234974" cy="4927303"/>
            </a:xfrm>
            <a:custGeom>
              <a:avLst/>
              <a:pathLst>
                <a:path w="8234974" h="4927303">
                  <a:moveTo>
                    <a:pt x="8234974" y="2303037"/>
                  </a:move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62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2" y="865"/>
                  </a:lnTo>
                  <a:lnTo>
                    <a:pt x="3827432" y="2962"/>
                  </a:lnTo>
                  <a:lnTo>
                    <a:pt x="3801935" y="7092"/>
                  </a:lnTo>
                  <a:lnTo>
                    <a:pt x="3763758" y="13903"/>
                  </a:lnTo>
                  <a:lnTo>
                    <a:pt x="3712919" y="23935"/>
                  </a:lnTo>
                  <a:lnTo>
                    <a:pt x="3650760" y="37566"/>
                  </a:lnTo>
                  <a:lnTo>
                    <a:pt x="3579645" y="55002"/>
                  </a:lnTo>
                  <a:lnTo>
                    <a:pt x="3502509" y="76294"/>
                  </a:lnTo>
                  <a:lnTo>
                    <a:pt x="3422371" y="101394"/>
                  </a:lnTo>
                  <a:lnTo>
                    <a:pt x="3341948" y="130217"/>
                  </a:lnTo>
                  <a:lnTo>
                    <a:pt x="3263408" y="162711"/>
                  </a:lnTo>
                  <a:lnTo>
                    <a:pt x="3188286" y="198897"/>
                  </a:lnTo>
                  <a:lnTo>
                    <a:pt x="3117503" y="238909"/>
                  </a:lnTo>
                  <a:lnTo>
                    <a:pt x="3051468" y="283007"/>
                  </a:lnTo>
                  <a:lnTo>
                    <a:pt x="2990189" y="331583"/>
                  </a:lnTo>
                  <a:lnTo>
                    <a:pt x="2933391" y="385152"/>
                  </a:lnTo>
                  <a:lnTo>
                    <a:pt x="2880614" y="444347"/>
                  </a:lnTo>
                  <a:lnTo>
                    <a:pt x="2831288" y="509883"/>
                  </a:lnTo>
                  <a:lnTo>
                    <a:pt x="2784791" y="582523"/>
                  </a:lnTo>
                  <a:lnTo>
                    <a:pt x="2740493" y="662996"/>
                  </a:lnTo>
                  <a:lnTo>
                    <a:pt x="2697804" y="751873"/>
                  </a:lnTo>
                  <a:lnTo>
                    <a:pt x="2667772" y="821217"/>
                  </a:lnTo>
                  <a:lnTo>
                    <a:pt x="2639854" y="890618"/>
                  </a:lnTo>
                  <a:lnTo>
                    <a:pt x="2612173" y="964035"/>
                  </a:lnTo>
                  <a:lnTo>
                    <a:pt x="2584618" y="1041549"/>
                  </a:lnTo>
                  <a:lnTo>
                    <a:pt x="2557095" y="1123202"/>
                  </a:lnTo>
                  <a:lnTo>
                    <a:pt x="2529529" y="1208991"/>
                  </a:lnTo>
                  <a:lnTo>
                    <a:pt x="2501861" y="1298870"/>
                  </a:lnTo>
                  <a:lnTo>
                    <a:pt x="2474044" y="1392744"/>
                  </a:lnTo>
                  <a:lnTo>
                    <a:pt x="2446046" y="1490463"/>
                  </a:lnTo>
                  <a:lnTo>
                    <a:pt x="2417847" y="1591827"/>
                  </a:lnTo>
                  <a:lnTo>
                    <a:pt x="2389438" y="1696582"/>
                  </a:lnTo>
                  <a:lnTo>
                    <a:pt x="2360822" y="1804422"/>
                  </a:lnTo>
                  <a:lnTo>
                    <a:pt x="2332011" y="1914992"/>
                  </a:lnTo>
                  <a:lnTo>
                    <a:pt x="2303025" y="2027889"/>
                  </a:lnTo>
                  <a:lnTo>
                    <a:pt x="2273893" y="2142672"/>
                  </a:lnTo>
                  <a:lnTo>
                    <a:pt x="2244649" y="2258866"/>
                  </a:lnTo>
                  <a:lnTo>
                    <a:pt x="2215331" y="2375969"/>
                  </a:lnTo>
                  <a:lnTo>
                    <a:pt x="2185981" y="2493464"/>
                  </a:lnTo>
                  <a:lnTo>
                    <a:pt x="2156643" y="2610826"/>
                  </a:lnTo>
                  <a:lnTo>
                    <a:pt x="2127357" y="2727532"/>
                  </a:lnTo>
                  <a:lnTo>
                    <a:pt x="2098165" y="2843071"/>
                  </a:lnTo>
                  <a:lnTo>
                    <a:pt x="2069104" y="2956955"/>
                  </a:lnTo>
                  <a:lnTo>
                    <a:pt x="2040204" y="3068724"/>
                  </a:lnTo>
                  <a:lnTo>
                    <a:pt x="2011489" y="3177956"/>
                  </a:lnTo>
                  <a:lnTo>
                    <a:pt x="1982977" y="3284273"/>
                  </a:lnTo>
                  <a:lnTo>
                    <a:pt x="1954675" y="3387343"/>
                  </a:lnTo>
                  <a:lnTo>
                    <a:pt x="1926580" y="3486886"/>
                  </a:lnTo>
                  <a:lnTo>
                    <a:pt x="1898677" y="3582676"/>
                  </a:lnTo>
                  <a:lnTo>
                    <a:pt x="1870940" y="3674538"/>
                  </a:lnTo>
                  <a:lnTo>
                    <a:pt x="1843331" y="3762351"/>
                  </a:lnTo>
                  <a:lnTo>
                    <a:pt x="1815795" y="3846044"/>
                  </a:lnTo>
                  <a:lnTo>
                    <a:pt x="1788266" y="3925595"/>
                  </a:lnTo>
                  <a:lnTo>
                    <a:pt x="1760660" y="4001023"/>
                  </a:lnTo>
                  <a:lnTo>
                    <a:pt x="1732874" y="4072390"/>
                  </a:lnTo>
                  <a:lnTo>
                    <a:pt x="1719082" y="4106086"/>
                  </a:lnTo>
                  <a:lnTo>
                    <a:pt x="1677228" y="4201183"/>
                  </a:lnTo>
                  <a:lnTo>
                    <a:pt x="1634145" y="4287666"/>
                  </a:lnTo>
                  <a:lnTo>
                    <a:pt x="1589293" y="4365878"/>
                  </a:lnTo>
                  <a:lnTo>
                    <a:pt x="1542067" y="4436452"/>
                  </a:lnTo>
                  <a:lnTo>
                    <a:pt x="1491837" y="4500137"/>
                  </a:lnTo>
                  <a:lnTo>
                    <a:pt x="1437988" y="4557687"/>
                  </a:lnTo>
                  <a:lnTo>
                    <a:pt x="1379976" y="4609799"/>
                  </a:lnTo>
                  <a:lnTo>
                    <a:pt x="1317382" y="4657074"/>
                  </a:lnTo>
                  <a:lnTo>
                    <a:pt x="1250002" y="4699995"/>
                  </a:lnTo>
                  <a:lnTo>
                    <a:pt x="1177943" y="4738915"/>
                  </a:lnTo>
                  <a:lnTo>
                    <a:pt x="1101746" y="4774059"/>
                  </a:lnTo>
                  <a:lnTo>
                    <a:pt x="1022497" y="4805527"/>
                  </a:lnTo>
                  <a:lnTo>
                    <a:pt x="941908" y="4833315"/>
                  </a:lnTo>
                  <a:lnTo>
                    <a:pt x="862318" y="4857357"/>
                  </a:lnTo>
                  <a:lnTo>
                    <a:pt x="786559" y="4877571"/>
                  </a:lnTo>
                  <a:lnTo>
                    <a:pt x="717672" y="4893931"/>
                  </a:lnTo>
                  <a:lnTo>
                    <a:pt x="658480" y="4906526"/>
                  </a:lnTo>
                  <a:lnTo>
                    <a:pt x="611104" y="4915611"/>
                  </a:lnTo>
                  <a:lnTo>
                    <a:pt x="576537" y="4921611"/>
                  </a:lnTo>
                  <a:lnTo>
                    <a:pt x="554400" y="4925103"/>
                  </a:lnTo>
                  <a:lnTo>
                    <a:pt x="542917" y="4926755"/>
                  </a:lnTo>
                  <a:lnTo>
                    <a:pt x="539060" y="4927263"/>
                  </a:lnTo>
                  <a:lnTo>
                    <a:pt x="538736" y="4927303"/>
                  </a:lnTo>
                  <a:lnTo>
                    <a:pt x="0" y="4927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4" name="pg1874"/>
            <p:cNvSpPr/>
            <p:nvPr/>
          </p:nvSpPr>
          <p:spPr>
            <a:xfrm>
              <a:off x="546595" y="614343"/>
              <a:ext cx="8234974" cy="4921858"/>
            </a:xfrm>
            <a:custGeom>
              <a:avLst/>
              <a:pathLst>
                <a:path w="8234974" h="4921858">
                  <a:moveTo>
                    <a:pt x="0" y="4921858"/>
                  </a:moveTo>
                  <a:lnTo>
                    <a:pt x="538736" y="4921858"/>
                  </a:lnTo>
                  <a:lnTo>
                    <a:pt x="539591" y="4921752"/>
                  </a:lnTo>
                  <a:lnTo>
                    <a:pt x="545219" y="4920994"/>
                  </a:lnTo>
                  <a:lnTo>
                    <a:pt x="559443" y="4918900"/>
                  </a:lnTo>
                  <a:lnTo>
                    <a:pt x="584963" y="4914775"/>
                  </a:lnTo>
                  <a:lnTo>
                    <a:pt x="623173" y="4907971"/>
                  </a:lnTo>
                  <a:lnTo>
                    <a:pt x="674053" y="4897952"/>
                  </a:lnTo>
                  <a:lnTo>
                    <a:pt x="736257" y="4884337"/>
                  </a:lnTo>
                  <a:lnTo>
                    <a:pt x="807415" y="4866924"/>
                  </a:lnTo>
                  <a:lnTo>
                    <a:pt x="884591" y="4845660"/>
                  </a:lnTo>
                  <a:lnTo>
                    <a:pt x="964761" y="4820596"/>
                  </a:lnTo>
                  <a:lnTo>
                    <a:pt x="1045209" y="4791813"/>
                  </a:lnTo>
                  <a:lnTo>
                    <a:pt x="1123765" y="4759365"/>
                  </a:lnTo>
                  <a:lnTo>
                    <a:pt x="1198896" y="4723231"/>
                  </a:lnTo>
                  <a:lnTo>
                    <a:pt x="1269681" y="4683275"/>
                  </a:lnTo>
                  <a:lnTo>
                    <a:pt x="1335715" y="4639237"/>
                  </a:lnTo>
                  <a:lnTo>
                    <a:pt x="1396991" y="4590728"/>
                  </a:lnTo>
                  <a:lnTo>
                    <a:pt x="1453784" y="4537228"/>
                  </a:lnTo>
                  <a:lnTo>
                    <a:pt x="1506556" y="4478108"/>
                  </a:lnTo>
                  <a:lnTo>
                    <a:pt x="1555879" y="4412651"/>
                  </a:lnTo>
                  <a:lnTo>
                    <a:pt x="1602376" y="4340096"/>
                  </a:lnTo>
                  <a:lnTo>
                    <a:pt x="1646675" y="4259717"/>
                  </a:lnTo>
                  <a:lnTo>
                    <a:pt x="1689369" y="4170941"/>
                  </a:lnTo>
                  <a:lnTo>
                    <a:pt x="1719082" y="4102456"/>
                  </a:lnTo>
                  <a:lnTo>
                    <a:pt x="1747029" y="4033136"/>
                  </a:lnTo>
                  <a:lnTo>
                    <a:pt x="1774738" y="3959799"/>
                  </a:lnTo>
                  <a:lnTo>
                    <a:pt x="1802321" y="3882367"/>
                  </a:lnTo>
                  <a:lnTo>
                    <a:pt x="1829872" y="3800797"/>
                  </a:lnTo>
                  <a:lnTo>
                    <a:pt x="1857466" y="3715091"/>
                  </a:lnTo>
                  <a:lnTo>
                    <a:pt x="1885163" y="3625296"/>
                  </a:lnTo>
                  <a:lnTo>
                    <a:pt x="1913010" y="3531509"/>
                  </a:lnTo>
                  <a:lnTo>
                    <a:pt x="1941038" y="3433877"/>
                  </a:lnTo>
                  <a:lnTo>
                    <a:pt x="1969268" y="3332603"/>
                  </a:lnTo>
                  <a:lnTo>
                    <a:pt x="1997708" y="3227941"/>
                  </a:lnTo>
                  <a:lnTo>
                    <a:pt x="2026355" y="3120198"/>
                  </a:lnTo>
                  <a:lnTo>
                    <a:pt x="2055198" y="3009731"/>
                  </a:lnTo>
                  <a:lnTo>
                    <a:pt x="2084216" y="2896941"/>
                  </a:lnTo>
                  <a:lnTo>
                    <a:pt x="2113379" y="2782272"/>
                  </a:lnTo>
                  <a:lnTo>
                    <a:pt x="2142654" y="2666199"/>
                  </a:lnTo>
                  <a:lnTo>
                    <a:pt x="2172003" y="2549225"/>
                  </a:lnTo>
                  <a:lnTo>
                    <a:pt x="2201383" y="2431868"/>
                  </a:lnTo>
                  <a:lnTo>
                    <a:pt x="2230751" y="2314653"/>
                  </a:lnTo>
                  <a:lnTo>
                    <a:pt x="2260065" y="2198104"/>
                  </a:lnTo>
                  <a:lnTo>
                    <a:pt x="2289284" y="2082731"/>
                  </a:lnTo>
                  <a:lnTo>
                    <a:pt x="2318372" y="1969022"/>
                  </a:lnTo>
                  <a:lnTo>
                    <a:pt x="2347298" y="1857437"/>
                  </a:lnTo>
                  <a:lnTo>
                    <a:pt x="2376037" y="1748398"/>
                  </a:lnTo>
                  <a:lnTo>
                    <a:pt x="2404573" y="1642282"/>
                  </a:lnTo>
                  <a:lnTo>
                    <a:pt x="2432899" y="1539420"/>
                  </a:lnTo>
                  <a:lnTo>
                    <a:pt x="2461018" y="1440090"/>
                  </a:lnTo>
                  <a:lnTo>
                    <a:pt x="2488945" y="1344519"/>
                  </a:lnTo>
                  <a:lnTo>
                    <a:pt x="2516705" y="1252878"/>
                  </a:lnTo>
                  <a:lnTo>
                    <a:pt x="2544340" y="1165289"/>
                  </a:lnTo>
                  <a:lnTo>
                    <a:pt x="2571902" y="1081819"/>
                  </a:lnTo>
                  <a:lnTo>
                    <a:pt x="2599461" y="1002493"/>
                  </a:lnTo>
                  <a:lnTo>
                    <a:pt x="2627100" y="927286"/>
                  </a:lnTo>
                  <a:lnTo>
                    <a:pt x="2654922" y="856137"/>
                  </a:lnTo>
                  <a:lnTo>
                    <a:pt x="2667772" y="824846"/>
                  </a:lnTo>
                  <a:lnTo>
                    <a:pt x="2709641" y="729928"/>
                  </a:lnTo>
                  <a:lnTo>
                    <a:pt x="2752740" y="643611"/>
                  </a:lnTo>
                  <a:lnTo>
                    <a:pt x="2797609" y="565552"/>
                  </a:lnTo>
                  <a:lnTo>
                    <a:pt x="2844854" y="495118"/>
                  </a:lnTo>
                  <a:lnTo>
                    <a:pt x="2895107" y="431562"/>
                  </a:lnTo>
                  <a:lnTo>
                    <a:pt x="2948982" y="374130"/>
                  </a:lnTo>
                  <a:lnTo>
                    <a:pt x="3007024" y="322127"/>
                  </a:lnTo>
                  <a:lnTo>
                    <a:pt x="3069651" y="274952"/>
                  </a:lnTo>
                  <a:lnTo>
                    <a:pt x="3137069" y="232123"/>
                  </a:lnTo>
                  <a:lnTo>
                    <a:pt x="3209167" y="193288"/>
                  </a:lnTo>
                  <a:lnTo>
                    <a:pt x="3285404" y="158223"/>
                  </a:lnTo>
                  <a:lnTo>
                    <a:pt x="3364689" y="126829"/>
                  </a:lnTo>
                  <a:lnTo>
                    <a:pt x="3445307" y="99108"/>
                  </a:lnTo>
                  <a:lnTo>
                    <a:pt x="3524913" y="75129"/>
                  </a:lnTo>
                  <a:lnTo>
                    <a:pt x="3600672" y="54972"/>
                  </a:lnTo>
                  <a:lnTo>
                    <a:pt x="3669538" y="38663"/>
                  </a:lnTo>
                  <a:lnTo>
                    <a:pt x="3728688" y="26112"/>
                  </a:lnTo>
                  <a:lnTo>
                    <a:pt x="3776005" y="17064"/>
                  </a:lnTo>
                  <a:lnTo>
                    <a:pt x="3810502" y="11093"/>
                  </a:lnTo>
                  <a:lnTo>
                    <a:pt x="3832568" y="7622"/>
                  </a:lnTo>
                  <a:lnTo>
                    <a:pt x="3843988" y="5984"/>
                  </a:lnTo>
                  <a:lnTo>
                    <a:pt x="3847805" y="548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40" y="5524"/>
                  </a:lnTo>
                  <a:lnTo>
                    <a:pt x="4395784" y="6092"/>
                  </a:lnTo>
                  <a:lnTo>
                    <a:pt x="4415156" y="7665"/>
                  </a:lnTo>
                  <a:lnTo>
                    <a:pt x="4449404" y="10754"/>
                  </a:lnTo>
                  <a:lnTo>
                    <a:pt x="4499665" y="15814"/>
                  </a:lnTo>
                  <a:lnTo>
                    <a:pt x="4564909" y="23186"/>
                  </a:lnTo>
                  <a:lnTo>
                    <a:pt x="4642291" y="33069"/>
                  </a:lnTo>
                  <a:lnTo>
                    <a:pt x="4727861" y="45527"/>
                  </a:lnTo>
                  <a:lnTo>
                    <a:pt x="4817402" y="60532"/>
                  </a:lnTo>
                  <a:lnTo>
                    <a:pt x="4907132" y="78022"/>
                  </a:lnTo>
                  <a:lnTo>
                    <a:pt x="4994127" y="97963"/>
                  </a:lnTo>
                  <a:lnTo>
                    <a:pt x="5076454" y="120391"/>
                  </a:lnTo>
                  <a:lnTo>
                    <a:pt x="5153092" y="145439"/>
                  </a:lnTo>
                  <a:lnTo>
                    <a:pt x="5223749" y="173345"/>
                  </a:lnTo>
                  <a:lnTo>
                    <a:pt x="5288660" y="204460"/>
                  </a:lnTo>
                  <a:lnTo>
                    <a:pt x="5348400" y="239229"/>
                  </a:lnTo>
                  <a:lnTo>
                    <a:pt x="5403744" y="278179"/>
                  </a:lnTo>
                  <a:lnTo>
                    <a:pt x="5455555" y="321874"/>
                  </a:lnTo>
                  <a:lnTo>
                    <a:pt x="5504708" y="370854"/>
                  </a:lnTo>
                  <a:lnTo>
                    <a:pt x="5552012" y="425506"/>
                  </a:lnTo>
                  <a:lnTo>
                    <a:pt x="5567201" y="444636"/>
                  </a:lnTo>
                  <a:lnTo>
                    <a:pt x="5603682" y="493639"/>
                  </a:lnTo>
                  <a:lnTo>
                    <a:pt x="5639818" y="546344"/>
                  </a:lnTo>
                  <a:lnTo>
                    <a:pt x="5675838" y="602827"/>
                  </a:lnTo>
                  <a:lnTo>
                    <a:pt x="5711921" y="663098"/>
                  </a:lnTo>
                  <a:lnTo>
                    <a:pt x="5748200" y="727096"/>
                  </a:lnTo>
                  <a:lnTo>
                    <a:pt x="5784765" y="794681"/>
                  </a:lnTo>
                  <a:lnTo>
                    <a:pt x="5821669" y="865631"/>
                  </a:lnTo>
                  <a:lnTo>
                    <a:pt x="5858932" y="939643"/>
                  </a:lnTo>
                  <a:lnTo>
                    <a:pt x="5896541" y="1016330"/>
                  </a:lnTo>
                  <a:lnTo>
                    <a:pt x="5934456" y="1095233"/>
                  </a:lnTo>
                  <a:lnTo>
                    <a:pt x="5972618" y="1175824"/>
                  </a:lnTo>
                  <a:lnTo>
                    <a:pt x="6010945" y="1257527"/>
                  </a:lnTo>
                  <a:lnTo>
                    <a:pt x="6049349" y="1339729"/>
                  </a:lnTo>
                  <a:lnTo>
                    <a:pt x="6087733" y="1421804"/>
                  </a:lnTo>
                  <a:lnTo>
                    <a:pt x="6126003" y="1503128"/>
                  </a:lnTo>
                  <a:lnTo>
                    <a:pt x="6164073" y="1583100"/>
                  </a:lnTo>
                  <a:lnTo>
                    <a:pt x="6201871" y="1661162"/>
                  </a:lnTo>
                  <a:lnTo>
                    <a:pt x="6239342" y="1736814"/>
                  </a:lnTo>
                  <a:lnTo>
                    <a:pt x="6276459" y="1809624"/>
                  </a:lnTo>
                  <a:lnTo>
                    <a:pt x="6313221" y="1879240"/>
                  </a:lnTo>
                  <a:lnTo>
                    <a:pt x="6349661" y="1945389"/>
                  </a:lnTo>
                  <a:lnTo>
                    <a:pt x="6385847" y="2007885"/>
                  </a:lnTo>
                  <a:lnTo>
                    <a:pt x="6421887" y="2066620"/>
                  </a:lnTo>
                  <a:lnTo>
                    <a:pt x="6457930" y="2121563"/>
                  </a:lnTo>
                  <a:lnTo>
                    <a:pt x="6494175" y="2172752"/>
                  </a:lnTo>
                  <a:lnTo>
                    <a:pt x="6515891" y="2201406"/>
                  </a:lnTo>
                  <a:lnTo>
                    <a:pt x="6562744" y="2257947"/>
                  </a:lnTo>
                  <a:lnTo>
                    <a:pt x="6611208" y="2308752"/>
                  </a:lnTo>
                  <a:lnTo>
                    <a:pt x="6662055" y="2354121"/>
                  </a:lnTo>
                  <a:lnTo>
                    <a:pt x="6716146" y="2394560"/>
                  </a:lnTo>
                  <a:lnTo>
                    <a:pt x="6774357" y="2430636"/>
                  </a:lnTo>
                  <a:lnTo>
                    <a:pt x="6837501" y="2462892"/>
                  </a:lnTo>
                  <a:lnTo>
                    <a:pt x="6906232" y="2491805"/>
                  </a:lnTo>
                  <a:lnTo>
                    <a:pt x="6980916" y="2517756"/>
                  </a:lnTo>
                  <a:lnTo>
                    <a:pt x="7061454" y="2541021"/>
                  </a:lnTo>
                  <a:lnTo>
                    <a:pt x="7147088" y="2561768"/>
                  </a:lnTo>
                  <a:lnTo>
                    <a:pt x="7236197" y="2580061"/>
                  </a:lnTo>
                  <a:lnTo>
                    <a:pt x="7326180" y="2595884"/>
                  </a:lnTo>
                  <a:lnTo>
                    <a:pt x="7413504" y="2609181"/>
                  </a:lnTo>
                  <a:lnTo>
                    <a:pt x="7494029" y="2619905"/>
                  </a:lnTo>
                  <a:lnTo>
                    <a:pt x="7563627" y="2628084"/>
                  </a:lnTo>
                  <a:lnTo>
                    <a:pt x="7619003" y="2633870"/>
                  </a:lnTo>
                  <a:lnTo>
                    <a:pt x="7658471" y="2637558"/>
                  </a:lnTo>
                  <a:lnTo>
                    <a:pt x="7682449" y="2639572"/>
                  </a:lnTo>
                  <a:lnTo>
                    <a:pt x="7693522" y="2640411"/>
                  </a:lnTo>
                  <a:lnTo>
                    <a:pt x="7696237" y="2640599"/>
                  </a:lnTo>
                  <a:lnTo>
                    <a:pt x="8234974" y="2640599"/>
                  </a:lnTo>
                  <a:lnTo>
                    <a:pt x="8234974" y="2635154"/>
                  </a:lnTo>
                  <a:lnTo>
                    <a:pt x="7696237" y="2635154"/>
                  </a:lnTo>
                  <a:lnTo>
                    <a:pt x="7695053" y="2635074"/>
                  </a:lnTo>
                  <a:lnTo>
                    <a:pt x="7687308" y="2634506"/>
                  </a:lnTo>
                  <a:lnTo>
                    <a:pt x="7667936" y="2632933"/>
                  </a:lnTo>
                  <a:lnTo>
                    <a:pt x="7633689" y="2629844"/>
                  </a:lnTo>
                  <a:lnTo>
                    <a:pt x="7583427" y="2624784"/>
                  </a:lnTo>
                  <a:lnTo>
                    <a:pt x="7518183" y="2617412"/>
                  </a:lnTo>
                  <a:lnTo>
                    <a:pt x="7440802" y="2607529"/>
                  </a:lnTo>
                  <a:lnTo>
                    <a:pt x="7355232" y="2595071"/>
                  </a:lnTo>
                  <a:lnTo>
                    <a:pt x="7265691" y="2580066"/>
                  </a:lnTo>
                  <a:lnTo>
                    <a:pt x="7175960" y="2562576"/>
                  </a:lnTo>
                  <a:lnTo>
                    <a:pt x="7088965" y="2542635"/>
                  </a:lnTo>
                  <a:lnTo>
                    <a:pt x="7006638" y="2520207"/>
                  </a:lnTo>
                  <a:lnTo>
                    <a:pt x="6930001" y="2495160"/>
                  </a:lnTo>
                  <a:lnTo>
                    <a:pt x="6859344" y="2467253"/>
                  </a:lnTo>
                  <a:lnTo>
                    <a:pt x="6794433" y="2436138"/>
                  </a:lnTo>
                  <a:lnTo>
                    <a:pt x="6734692" y="2401369"/>
                  </a:lnTo>
                  <a:lnTo>
                    <a:pt x="6679349" y="2362419"/>
                  </a:lnTo>
                  <a:lnTo>
                    <a:pt x="6627537" y="2318724"/>
                  </a:lnTo>
                  <a:lnTo>
                    <a:pt x="6578385" y="2269744"/>
                  </a:lnTo>
                  <a:lnTo>
                    <a:pt x="6531081" y="2215092"/>
                  </a:lnTo>
                  <a:lnTo>
                    <a:pt x="6515891" y="2195962"/>
                  </a:lnTo>
                  <a:lnTo>
                    <a:pt x="6479411" y="2146959"/>
                  </a:lnTo>
                  <a:lnTo>
                    <a:pt x="6443275" y="2094254"/>
                  </a:lnTo>
                  <a:lnTo>
                    <a:pt x="6407254" y="2037771"/>
                  </a:lnTo>
                  <a:lnTo>
                    <a:pt x="6371171" y="1977500"/>
                  </a:lnTo>
                  <a:lnTo>
                    <a:pt x="6334892" y="1913502"/>
                  </a:lnTo>
                  <a:lnTo>
                    <a:pt x="6298328" y="1845917"/>
                  </a:lnTo>
                  <a:lnTo>
                    <a:pt x="6261423" y="1774967"/>
                  </a:lnTo>
                  <a:lnTo>
                    <a:pt x="6224161" y="1700955"/>
                  </a:lnTo>
                  <a:lnTo>
                    <a:pt x="6186552" y="1624268"/>
                  </a:lnTo>
                  <a:lnTo>
                    <a:pt x="6148636" y="1545365"/>
                  </a:lnTo>
                  <a:lnTo>
                    <a:pt x="6110475" y="1464774"/>
                  </a:lnTo>
                  <a:lnTo>
                    <a:pt x="6072147" y="1383071"/>
                  </a:lnTo>
                  <a:lnTo>
                    <a:pt x="6033744" y="1300869"/>
                  </a:lnTo>
                  <a:lnTo>
                    <a:pt x="5995360" y="1218794"/>
                  </a:lnTo>
                  <a:lnTo>
                    <a:pt x="5957089" y="1137470"/>
                  </a:lnTo>
                  <a:lnTo>
                    <a:pt x="5919019" y="1057498"/>
                  </a:lnTo>
                  <a:lnTo>
                    <a:pt x="5881222" y="979436"/>
                  </a:lnTo>
                  <a:lnTo>
                    <a:pt x="5843750" y="903784"/>
                  </a:lnTo>
                  <a:lnTo>
                    <a:pt x="5806633" y="830974"/>
                  </a:lnTo>
                  <a:lnTo>
                    <a:pt x="5769871" y="761358"/>
                  </a:lnTo>
                  <a:lnTo>
                    <a:pt x="5733431" y="695209"/>
                  </a:lnTo>
                  <a:lnTo>
                    <a:pt x="5697245" y="632713"/>
                  </a:lnTo>
                  <a:lnTo>
                    <a:pt x="5661206" y="573978"/>
                  </a:lnTo>
                  <a:lnTo>
                    <a:pt x="5625163" y="519035"/>
                  </a:lnTo>
                  <a:lnTo>
                    <a:pt x="5588918" y="467846"/>
                  </a:lnTo>
                  <a:lnTo>
                    <a:pt x="5567201" y="439192"/>
                  </a:lnTo>
                  <a:lnTo>
                    <a:pt x="5520349" y="382651"/>
                  </a:lnTo>
                  <a:lnTo>
                    <a:pt x="5471885" y="331847"/>
                  </a:lnTo>
                  <a:lnTo>
                    <a:pt x="5421038" y="286477"/>
                  </a:lnTo>
                  <a:lnTo>
                    <a:pt x="5366947" y="246038"/>
                  </a:lnTo>
                  <a:lnTo>
                    <a:pt x="5308736" y="209962"/>
                  </a:lnTo>
                  <a:lnTo>
                    <a:pt x="5245592" y="177706"/>
                  </a:lnTo>
                  <a:lnTo>
                    <a:pt x="5176860" y="148793"/>
                  </a:lnTo>
                  <a:lnTo>
                    <a:pt x="5102177" y="122842"/>
                  </a:lnTo>
                  <a:lnTo>
                    <a:pt x="5021638" y="99577"/>
                  </a:lnTo>
                  <a:lnTo>
                    <a:pt x="4936004" y="78830"/>
                  </a:lnTo>
                  <a:lnTo>
                    <a:pt x="4846895" y="60538"/>
                  </a:lnTo>
                  <a:lnTo>
                    <a:pt x="4756912" y="44714"/>
                  </a:lnTo>
                  <a:lnTo>
                    <a:pt x="4669588" y="31417"/>
                  </a:lnTo>
                  <a:lnTo>
                    <a:pt x="4589064" y="20693"/>
                  </a:lnTo>
                  <a:lnTo>
                    <a:pt x="4519465" y="12514"/>
                  </a:lnTo>
                  <a:lnTo>
                    <a:pt x="4464090" y="6729"/>
                  </a:lnTo>
                  <a:lnTo>
                    <a:pt x="4424621" y="3040"/>
                  </a:lnTo>
                  <a:lnTo>
                    <a:pt x="4400643" y="1026"/>
                  </a:lnTo>
                  <a:lnTo>
                    <a:pt x="4389571" y="1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4" y="106"/>
                  </a:lnTo>
                  <a:lnTo>
                    <a:pt x="3841636" y="864"/>
                  </a:lnTo>
                  <a:lnTo>
                    <a:pt x="3827412" y="2958"/>
                  </a:lnTo>
                  <a:lnTo>
                    <a:pt x="3801891" y="7083"/>
                  </a:lnTo>
                  <a:lnTo>
                    <a:pt x="3763681" y="13887"/>
                  </a:lnTo>
                  <a:lnTo>
                    <a:pt x="3712801" y="23906"/>
                  </a:lnTo>
                  <a:lnTo>
                    <a:pt x="3650598" y="37521"/>
                  </a:lnTo>
                  <a:lnTo>
                    <a:pt x="3579440" y="54934"/>
                  </a:lnTo>
                  <a:lnTo>
                    <a:pt x="3502264" y="76197"/>
                  </a:lnTo>
                  <a:lnTo>
                    <a:pt x="3422093" y="101262"/>
                  </a:lnTo>
                  <a:lnTo>
                    <a:pt x="3341645" y="130045"/>
                  </a:lnTo>
                  <a:lnTo>
                    <a:pt x="3263090" y="162493"/>
                  </a:lnTo>
                  <a:lnTo>
                    <a:pt x="3187959" y="198627"/>
                  </a:lnTo>
                  <a:lnTo>
                    <a:pt x="3117173" y="238583"/>
                  </a:lnTo>
                  <a:lnTo>
                    <a:pt x="3051139" y="282621"/>
                  </a:lnTo>
                  <a:lnTo>
                    <a:pt x="2989864" y="331130"/>
                  </a:lnTo>
                  <a:lnTo>
                    <a:pt x="2933071" y="384630"/>
                  </a:lnTo>
                  <a:lnTo>
                    <a:pt x="2880299" y="443750"/>
                  </a:lnTo>
                  <a:lnTo>
                    <a:pt x="2830976" y="509207"/>
                  </a:lnTo>
                  <a:lnTo>
                    <a:pt x="2784479" y="581762"/>
                  </a:lnTo>
                  <a:lnTo>
                    <a:pt x="2740180" y="662141"/>
                  </a:lnTo>
                  <a:lnTo>
                    <a:pt x="2697485" y="750917"/>
                  </a:lnTo>
                  <a:lnTo>
                    <a:pt x="2667772" y="819402"/>
                  </a:lnTo>
                  <a:lnTo>
                    <a:pt x="2639826" y="888722"/>
                  </a:lnTo>
                  <a:lnTo>
                    <a:pt x="2612117" y="962058"/>
                  </a:lnTo>
                  <a:lnTo>
                    <a:pt x="2584533" y="1039491"/>
                  </a:lnTo>
                  <a:lnTo>
                    <a:pt x="2556982" y="1121061"/>
                  </a:lnTo>
                  <a:lnTo>
                    <a:pt x="2529388" y="1206767"/>
                  </a:lnTo>
                  <a:lnTo>
                    <a:pt x="2501691" y="1296562"/>
                  </a:lnTo>
                  <a:lnTo>
                    <a:pt x="2473845" y="1390349"/>
                  </a:lnTo>
                  <a:lnTo>
                    <a:pt x="2445816" y="1487981"/>
                  </a:lnTo>
                  <a:lnTo>
                    <a:pt x="2417587" y="1589255"/>
                  </a:lnTo>
                  <a:lnTo>
                    <a:pt x="2389147" y="1693917"/>
                  </a:lnTo>
                  <a:lnTo>
                    <a:pt x="2360499" y="1801660"/>
                  </a:lnTo>
                  <a:lnTo>
                    <a:pt x="2331656" y="1912127"/>
                  </a:lnTo>
                  <a:lnTo>
                    <a:pt x="2302639" y="2024917"/>
                  </a:lnTo>
                  <a:lnTo>
                    <a:pt x="2273476" y="2139586"/>
                  </a:lnTo>
                  <a:lnTo>
                    <a:pt x="2244200" y="2255659"/>
                  </a:lnTo>
                  <a:lnTo>
                    <a:pt x="2214852" y="2372633"/>
                  </a:lnTo>
                  <a:lnTo>
                    <a:pt x="2185472" y="2489990"/>
                  </a:lnTo>
                  <a:lnTo>
                    <a:pt x="2156104" y="2607205"/>
                  </a:lnTo>
                  <a:lnTo>
                    <a:pt x="2126790" y="2723754"/>
                  </a:lnTo>
                  <a:lnTo>
                    <a:pt x="2097570" y="2839127"/>
                  </a:lnTo>
                  <a:lnTo>
                    <a:pt x="2068482" y="2952836"/>
                  </a:lnTo>
                  <a:lnTo>
                    <a:pt x="2039556" y="3064421"/>
                  </a:lnTo>
                  <a:lnTo>
                    <a:pt x="2010817" y="3173460"/>
                  </a:lnTo>
                  <a:lnTo>
                    <a:pt x="1982281" y="3279576"/>
                  </a:lnTo>
                  <a:lnTo>
                    <a:pt x="1953955" y="3382438"/>
                  </a:lnTo>
                  <a:lnTo>
                    <a:pt x="1925836" y="3481768"/>
                  </a:lnTo>
                  <a:lnTo>
                    <a:pt x="1897910" y="3577339"/>
                  </a:lnTo>
                  <a:lnTo>
                    <a:pt x="1870149" y="3668980"/>
                  </a:lnTo>
                  <a:lnTo>
                    <a:pt x="1842514" y="3756569"/>
                  </a:lnTo>
                  <a:lnTo>
                    <a:pt x="1814952" y="3840038"/>
                  </a:lnTo>
                  <a:lnTo>
                    <a:pt x="1787394" y="3919365"/>
                  </a:lnTo>
                  <a:lnTo>
                    <a:pt x="1759755" y="3994572"/>
                  </a:lnTo>
                  <a:lnTo>
                    <a:pt x="1731933" y="4065721"/>
                  </a:lnTo>
                  <a:lnTo>
                    <a:pt x="1719082" y="4097011"/>
                  </a:lnTo>
                  <a:lnTo>
                    <a:pt x="1677214" y="4191930"/>
                  </a:lnTo>
                  <a:lnTo>
                    <a:pt x="1634114" y="4278247"/>
                  </a:lnTo>
                  <a:lnTo>
                    <a:pt x="1589246" y="4356306"/>
                  </a:lnTo>
                  <a:lnTo>
                    <a:pt x="1542000" y="4426740"/>
                  </a:lnTo>
                  <a:lnTo>
                    <a:pt x="1491747" y="4490296"/>
                  </a:lnTo>
                  <a:lnTo>
                    <a:pt x="1437873" y="4547728"/>
                  </a:lnTo>
                  <a:lnTo>
                    <a:pt x="1379830" y="4599731"/>
                  </a:lnTo>
                  <a:lnTo>
                    <a:pt x="1317203" y="4646906"/>
                  </a:lnTo>
                  <a:lnTo>
                    <a:pt x="1249786" y="4689734"/>
                  </a:lnTo>
                  <a:lnTo>
                    <a:pt x="1177687" y="4728570"/>
                  </a:lnTo>
                  <a:lnTo>
                    <a:pt x="1101451" y="4763635"/>
                  </a:lnTo>
                  <a:lnTo>
                    <a:pt x="1022165" y="4795029"/>
                  </a:lnTo>
                  <a:lnTo>
                    <a:pt x="941548" y="4822750"/>
                  </a:lnTo>
                  <a:lnTo>
                    <a:pt x="861941" y="4846729"/>
                  </a:lnTo>
                  <a:lnTo>
                    <a:pt x="786183" y="4866886"/>
                  </a:lnTo>
                  <a:lnTo>
                    <a:pt x="717317" y="4883195"/>
                  </a:lnTo>
                  <a:lnTo>
                    <a:pt x="658167" y="4895746"/>
                  </a:lnTo>
                  <a:lnTo>
                    <a:pt x="610850" y="4904793"/>
                  </a:lnTo>
                  <a:lnTo>
                    <a:pt x="576353" y="4910765"/>
                  </a:lnTo>
                  <a:lnTo>
                    <a:pt x="554287" y="4914236"/>
                  </a:lnTo>
                  <a:lnTo>
                    <a:pt x="542866" y="4915874"/>
                  </a:lnTo>
                  <a:lnTo>
                    <a:pt x="539050" y="4916376"/>
                  </a:lnTo>
                  <a:lnTo>
                    <a:pt x="538736" y="4916414"/>
                  </a:lnTo>
                  <a:lnTo>
                    <a:pt x="0" y="4916414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75" name="pl1875"/>
            <p:cNvSpPr/>
            <p:nvPr/>
          </p:nvSpPr>
          <p:spPr>
            <a:xfrm>
              <a:off x="546595" y="619788"/>
              <a:ext cx="8234974" cy="4916414"/>
            </a:xfrm>
            <a:custGeom>
              <a:avLst/>
              <a:pathLst>
                <a:path w="8234974" h="4916414">
                  <a:moveTo>
                    <a:pt x="0" y="4916414"/>
                  </a:moveTo>
                  <a:lnTo>
                    <a:pt x="538736" y="4916414"/>
                  </a:lnTo>
                  <a:lnTo>
                    <a:pt x="539591" y="4916308"/>
                  </a:lnTo>
                  <a:lnTo>
                    <a:pt x="545219" y="4915550"/>
                  </a:lnTo>
                  <a:lnTo>
                    <a:pt x="559443" y="4913455"/>
                  </a:lnTo>
                  <a:lnTo>
                    <a:pt x="584963" y="4909330"/>
                  </a:lnTo>
                  <a:lnTo>
                    <a:pt x="623173" y="4902527"/>
                  </a:lnTo>
                  <a:lnTo>
                    <a:pt x="674053" y="4892507"/>
                  </a:lnTo>
                  <a:lnTo>
                    <a:pt x="736257" y="4878893"/>
                  </a:lnTo>
                  <a:lnTo>
                    <a:pt x="807415" y="4861479"/>
                  </a:lnTo>
                  <a:lnTo>
                    <a:pt x="884591" y="4840216"/>
                  </a:lnTo>
                  <a:lnTo>
                    <a:pt x="964761" y="4815151"/>
                  </a:lnTo>
                  <a:lnTo>
                    <a:pt x="1045209" y="4786368"/>
                  </a:lnTo>
                  <a:lnTo>
                    <a:pt x="1123765" y="4753921"/>
                  </a:lnTo>
                  <a:lnTo>
                    <a:pt x="1198896" y="4717786"/>
                  </a:lnTo>
                  <a:lnTo>
                    <a:pt x="1269681" y="4677830"/>
                  </a:lnTo>
                  <a:lnTo>
                    <a:pt x="1335715" y="4633793"/>
                  </a:lnTo>
                  <a:lnTo>
                    <a:pt x="1396991" y="4585283"/>
                  </a:lnTo>
                  <a:lnTo>
                    <a:pt x="1453784" y="4531783"/>
                  </a:lnTo>
                  <a:lnTo>
                    <a:pt x="1506556" y="4472664"/>
                  </a:lnTo>
                  <a:lnTo>
                    <a:pt x="1555879" y="4407206"/>
                  </a:lnTo>
                  <a:lnTo>
                    <a:pt x="1602376" y="4334652"/>
                  </a:lnTo>
                  <a:lnTo>
                    <a:pt x="1646675" y="4254272"/>
                  </a:lnTo>
                  <a:lnTo>
                    <a:pt x="1689369" y="4165497"/>
                  </a:lnTo>
                  <a:lnTo>
                    <a:pt x="1719082" y="4097011"/>
                  </a:lnTo>
                  <a:lnTo>
                    <a:pt x="1747029" y="4027691"/>
                  </a:lnTo>
                  <a:lnTo>
                    <a:pt x="1774738" y="3954355"/>
                  </a:lnTo>
                  <a:lnTo>
                    <a:pt x="1802321" y="3876922"/>
                  </a:lnTo>
                  <a:lnTo>
                    <a:pt x="1829872" y="3795353"/>
                  </a:lnTo>
                  <a:lnTo>
                    <a:pt x="1857466" y="3709646"/>
                  </a:lnTo>
                  <a:lnTo>
                    <a:pt x="1885163" y="3619851"/>
                  </a:lnTo>
                  <a:lnTo>
                    <a:pt x="1913010" y="3526064"/>
                  </a:lnTo>
                  <a:lnTo>
                    <a:pt x="1941038" y="3428433"/>
                  </a:lnTo>
                  <a:lnTo>
                    <a:pt x="1969268" y="3327159"/>
                  </a:lnTo>
                  <a:lnTo>
                    <a:pt x="1997708" y="3222497"/>
                  </a:lnTo>
                  <a:lnTo>
                    <a:pt x="2026355" y="3114754"/>
                  </a:lnTo>
                  <a:lnTo>
                    <a:pt x="2055198" y="3004286"/>
                  </a:lnTo>
                  <a:lnTo>
                    <a:pt x="2084216" y="2891496"/>
                  </a:lnTo>
                  <a:lnTo>
                    <a:pt x="2113379" y="2776827"/>
                  </a:lnTo>
                  <a:lnTo>
                    <a:pt x="2142654" y="2660755"/>
                  </a:lnTo>
                  <a:lnTo>
                    <a:pt x="2172003" y="2543781"/>
                  </a:lnTo>
                  <a:lnTo>
                    <a:pt x="2201383" y="2426423"/>
                  </a:lnTo>
                  <a:lnTo>
                    <a:pt x="2230751" y="2309209"/>
                  </a:lnTo>
                  <a:lnTo>
                    <a:pt x="2260065" y="2192660"/>
                  </a:lnTo>
                  <a:lnTo>
                    <a:pt x="2289284" y="2077286"/>
                  </a:lnTo>
                  <a:lnTo>
                    <a:pt x="2318372" y="1963577"/>
                  </a:lnTo>
                  <a:lnTo>
                    <a:pt x="2347298" y="1851993"/>
                  </a:lnTo>
                  <a:lnTo>
                    <a:pt x="2376037" y="1742953"/>
                  </a:lnTo>
                  <a:lnTo>
                    <a:pt x="2404573" y="1636837"/>
                  </a:lnTo>
                  <a:lnTo>
                    <a:pt x="2432899" y="1533975"/>
                  </a:lnTo>
                  <a:lnTo>
                    <a:pt x="2461018" y="1434646"/>
                  </a:lnTo>
                  <a:lnTo>
                    <a:pt x="2488945" y="1339074"/>
                  </a:lnTo>
                  <a:lnTo>
                    <a:pt x="2516705" y="1247434"/>
                  </a:lnTo>
                  <a:lnTo>
                    <a:pt x="2544340" y="1159844"/>
                  </a:lnTo>
                  <a:lnTo>
                    <a:pt x="2571902" y="1076375"/>
                  </a:lnTo>
                  <a:lnTo>
                    <a:pt x="2599461" y="997048"/>
                  </a:lnTo>
                  <a:lnTo>
                    <a:pt x="2627100" y="921842"/>
                  </a:lnTo>
                  <a:lnTo>
                    <a:pt x="2654922" y="850692"/>
                  </a:lnTo>
                  <a:lnTo>
                    <a:pt x="2667772" y="819402"/>
                  </a:lnTo>
                  <a:lnTo>
                    <a:pt x="2709641" y="724483"/>
                  </a:lnTo>
                  <a:lnTo>
                    <a:pt x="2752740" y="638167"/>
                  </a:lnTo>
                  <a:lnTo>
                    <a:pt x="2797609" y="560108"/>
                  </a:lnTo>
                  <a:lnTo>
                    <a:pt x="2844854" y="489674"/>
                  </a:lnTo>
                  <a:lnTo>
                    <a:pt x="2895107" y="426117"/>
                  </a:lnTo>
                  <a:lnTo>
                    <a:pt x="2948982" y="368686"/>
                  </a:lnTo>
                  <a:lnTo>
                    <a:pt x="3007024" y="316682"/>
                  </a:lnTo>
                  <a:lnTo>
                    <a:pt x="3069651" y="269507"/>
                  </a:lnTo>
                  <a:lnTo>
                    <a:pt x="3137069" y="226679"/>
                  </a:lnTo>
                  <a:lnTo>
                    <a:pt x="3209167" y="187844"/>
                  </a:lnTo>
                  <a:lnTo>
                    <a:pt x="3285404" y="152779"/>
                  </a:lnTo>
                  <a:lnTo>
                    <a:pt x="3364689" y="121384"/>
                  </a:lnTo>
                  <a:lnTo>
                    <a:pt x="3445307" y="93663"/>
                  </a:lnTo>
                  <a:lnTo>
                    <a:pt x="3524913" y="69685"/>
                  </a:lnTo>
                  <a:lnTo>
                    <a:pt x="3600672" y="49527"/>
                  </a:lnTo>
                  <a:lnTo>
                    <a:pt x="3669538" y="33219"/>
                  </a:lnTo>
                  <a:lnTo>
                    <a:pt x="3728688" y="20667"/>
                  </a:lnTo>
                  <a:lnTo>
                    <a:pt x="3776005" y="11620"/>
                  </a:lnTo>
                  <a:lnTo>
                    <a:pt x="3810502" y="5648"/>
                  </a:lnTo>
                  <a:lnTo>
                    <a:pt x="3832568" y="2177"/>
                  </a:lnTo>
                  <a:lnTo>
                    <a:pt x="3843988" y="539"/>
                  </a:lnTo>
                  <a:lnTo>
                    <a:pt x="3847805" y="3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40" y="79"/>
                  </a:lnTo>
                  <a:lnTo>
                    <a:pt x="4395784" y="648"/>
                  </a:lnTo>
                  <a:lnTo>
                    <a:pt x="4415156" y="2221"/>
                  </a:lnTo>
                  <a:lnTo>
                    <a:pt x="4449404" y="5310"/>
                  </a:lnTo>
                  <a:lnTo>
                    <a:pt x="4499665" y="10369"/>
                  </a:lnTo>
                  <a:lnTo>
                    <a:pt x="4564909" y="17742"/>
                  </a:lnTo>
                  <a:lnTo>
                    <a:pt x="4642291" y="27625"/>
                  </a:lnTo>
                  <a:lnTo>
                    <a:pt x="4727861" y="40083"/>
                  </a:lnTo>
                  <a:lnTo>
                    <a:pt x="4817402" y="55087"/>
                  </a:lnTo>
                  <a:lnTo>
                    <a:pt x="4907132" y="72577"/>
                  </a:lnTo>
                  <a:lnTo>
                    <a:pt x="4994127" y="92518"/>
                  </a:lnTo>
                  <a:lnTo>
                    <a:pt x="5076454" y="114947"/>
                  </a:lnTo>
                  <a:lnTo>
                    <a:pt x="5153092" y="139994"/>
                  </a:lnTo>
                  <a:lnTo>
                    <a:pt x="5223749" y="167901"/>
                  </a:lnTo>
                  <a:lnTo>
                    <a:pt x="5288660" y="199015"/>
                  </a:lnTo>
                  <a:lnTo>
                    <a:pt x="5348400" y="233785"/>
                  </a:lnTo>
                  <a:lnTo>
                    <a:pt x="5403744" y="272734"/>
                  </a:lnTo>
                  <a:lnTo>
                    <a:pt x="5455555" y="316430"/>
                  </a:lnTo>
                  <a:lnTo>
                    <a:pt x="5504708" y="365409"/>
                  </a:lnTo>
                  <a:lnTo>
                    <a:pt x="5552012" y="420061"/>
                  </a:lnTo>
                  <a:lnTo>
                    <a:pt x="5567201" y="439192"/>
                  </a:lnTo>
                  <a:lnTo>
                    <a:pt x="5603682" y="488194"/>
                  </a:lnTo>
                  <a:lnTo>
                    <a:pt x="5639818" y="540900"/>
                  </a:lnTo>
                  <a:lnTo>
                    <a:pt x="5675838" y="597383"/>
                  </a:lnTo>
                  <a:lnTo>
                    <a:pt x="5711921" y="657654"/>
                  </a:lnTo>
                  <a:lnTo>
                    <a:pt x="5748200" y="721651"/>
                  </a:lnTo>
                  <a:lnTo>
                    <a:pt x="5784765" y="789236"/>
                  </a:lnTo>
                  <a:lnTo>
                    <a:pt x="5821669" y="860187"/>
                  </a:lnTo>
                  <a:lnTo>
                    <a:pt x="5858932" y="934199"/>
                  </a:lnTo>
                  <a:lnTo>
                    <a:pt x="5896541" y="1010886"/>
                  </a:lnTo>
                  <a:lnTo>
                    <a:pt x="5934456" y="1089788"/>
                  </a:lnTo>
                  <a:lnTo>
                    <a:pt x="5972618" y="1170379"/>
                  </a:lnTo>
                  <a:lnTo>
                    <a:pt x="6010945" y="1252082"/>
                  </a:lnTo>
                  <a:lnTo>
                    <a:pt x="6049349" y="1334285"/>
                  </a:lnTo>
                  <a:lnTo>
                    <a:pt x="6087733" y="1416360"/>
                  </a:lnTo>
                  <a:lnTo>
                    <a:pt x="6126003" y="1497683"/>
                  </a:lnTo>
                  <a:lnTo>
                    <a:pt x="6164073" y="1577655"/>
                  </a:lnTo>
                  <a:lnTo>
                    <a:pt x="6201871" y="1655718"/>
                  </a:lnTo>
                  <a:lnTo>
                    <a:pt x="6239342" y="1731370"/>
                  </a:lnTo>
                  <a:lnTo>
                    <a:pt x="6276459" y="1804180"/>
                  </a:lnTo>
                  <a:lnTo>
                    <a:pt x="6313221" y="1873795"/>
                  </a:lnTo>
                  <a:lnTo>
                    <a:pt x="6349661" y="1939944"/>
                  </a:lnTo>
                  <a:lnTo>
                    <a:pt x="6385847" y="2002440"/>
                  </a:lnTo>
                  <a:lnTo>
                    <a:pt x="6421887" y="2061176"/>
                  </a:lnTo>
                  <a:lnTo>
                    <a:pt x="6457930" y="2116119"/>
                  </a:lnTo>
                  <a:lnTo>
                    <a:pt x="6494175" y="2167307"/>
                  </a:lnTo>
                  <a:lnTo>
                    <a:pt x="6515891" y="2195962"/>
                  </a:lnTo>
                  <a:lnTo>
                    <a:pt x="6562744" y="2252503"/>
                  </a:lnTo>
                  <a:lnTo>
                    <a:pt x="6611208" y="2303307"/>
                  </a:lnTo>
                  <a:lnTo>
                    <a:pt x="6662055" y="2348676"/>
                  </a:lnTo>
                  <a:lnTo>
                    <a:pt x="6716146" y="2389115"/>
                  </a:lnTo>
                  <a:lnTo>
                    <a:pt x="6774357" y="2425191"/>
                  </a:lnTo>
                  <a:lnTo>
                    <a:pt x="6837501" y="2457448"/>
                  </a:lnTo>
                  <a:lnTo>
                    <a:pt x="6906232" y="2486360"/>
                  </a:lnTo>
                  <a:lnTo>
                    <a:pt x="6980916" y="2512311"/>
                  </a:lnTo>
                  <a:lnTo>
                    <a:pt x="7061454" y="2535577"/>
                  </a:lnTo>
                  <a:lnTo>
                    <a:pt x="7147088" y="2556323"/>
                  </a:lnTo>
                  <a:lnTo>
                    <a:pt x="7236197" y="2574616"/>
                  </a:lnTo>
                  <a:lnTo>
                    <a:pt x="7326180" y="2590440"/>
                  </a:lnTo>
                  <a:lnTo>
                    <a:pt x="7413504" y="2603737"/>
                  </a:lnTo>
                  <a:lnTo>
                    <a:pt x="7494029" y="2614461"/>
                  </a:lnTo>
                  <a:lnTo>
                    <a:pt x="7563627" y="2622640"/>
                  </a:lnTo>
                  <a:lnTo>
                    <a:pt x="7619003" y="2628425"/>
                  </a:lnTo>
                  <a:lnTo>
                    <a:pt x="7658471" y="2632113"/>
                  </a:lnTo>
                  <a:lnTo>
                    <a:pt x="7682449" y="2634127"/>
                  </a:lnTo>
                  <a:lnTo>
                    <a:pt x="7693522" y="2634967"/>
                  </a:lnTo>
                  <a:lnTo>
                    <a:pt x="7696194" y="2635151"/>
                  </a:lnTo>
                  <a:lnTo>
                    <a:pt x="7696237" y="2635154"/>
                  </a:lnTo>
                  <a:lnTo>
                    <a:pt x="8234974" y="26351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6" name="pl1876"/>
            <p:cNvSpPr/>
            <p:nvPr/>
          </p:nvSpPr>
          <p:spPr>
            <a:xfrm>
              <a:off x="546595" y="614343"/>
              <a:ext cx="8234974" cy="4916414"/>
            </a:xfrm>
            <a:custGeom>
              <a:avLst/>
              <a:pathLst>
                <a:path w="8234974" h="4916414">
                  <a:moveTo>
                    <a:pt x="8234974" y="2635154"/>
                  </a:moveTo>
                  <a:lnTo>
                    <a:pt x="7696237" y="2635154"/>
                  </a:lnTo>
                  <a:lnTo>
                    <a:pt x="7695053" y="2635074"/>
                  </a:lnTo>
                  <a:lnTo>
                    <a:pt x="7687308" y="2634506"/>
                  </a:lnTo>
                  <a:lnTo>
                    <a:pt x="7667936" y="2632933"/>
                  </a:lnTo>
                  <a:lnTo>
                    <a:pt x="7633689" y="2629844"/>
                  </a:lnTo>
                  <a:lnTo>
                    <a:pt x="7583427" y="2624784"/>
                  </a:lnTo>
                  <a:lnTo>
                    <a:pt x="7518183" y="2617412"/>
                  </a:lnTo>
                  <a:lnTo>
                    <a:pt x="7440802" y="2607529"/>
                  </a:lnTo>
                  <a:lnTo>
                    <a:pt x="7355232" y="2595071"/>
                  </a:lnTo>
                  <a:lnTo>
                    <a:pt x="7265691" y="2580066"/>
                  </a:lnTo>
                  <a:lnTo>
                    <a:pt x="7175960" y="2562576"/>
                  </a:lnTo>
                  <a:lnTo>
                    <a:pt x="7088965" y="2542635"/>
                  </a:lnTo>
                  <a:lnTo>
                    <a:pt x="7006638" y="2520207"/>
                  </a:lnTo>
                  <a:lnTo>
                    <a:pt x="6930001" y="2495160"/>
                  </a:lnTo>
                  <a:lnTo>
                    <a:pt x="6859344" y="2467253"/>
                  </a:lnTo>
                  <a:lnTo>
                    <a:pt x="6794433" y="2436138"/>
                  </a:lnTo>
                  <a:lnTo>
                    <a:pt x="6734692" y="2401369"/>
                  </a:lnTo>
                  <a:lnTo>
                    <a:pt x="6679349" y="2362419"/>
                  </a:lnTo>
                  <a:lnTo>
                    <a:pt x="6627537" y="2318724"/>
                  </a:lnTo>
                  <a:lnTo>
                    <a:pt x="6578385" y="2269744"/>
                  </a:lnTo>
                  <a:lnTo>
                    <a:pt x="6531081" y="2215092"/>
                  </a:lnTo>
                  <a:lnTo>
                    <a:pt x="6515891" y="2195962"/>
                  </a:lnTo>
                  <a:lnTo>
                    <a:pt x="6479411" y="2146959"/>
                  </a:lnTo>
                  <a:lnTo>
                    <a:pt x="6443275" y="2094254"/>
                  </a:lnTo>
                  <a:lnTo>
                    <a:pt x="6407254" y="2037771"/>
                  </a:lnTo>
                  <a:lnTo>
                    <a:pt x="6371171" y="1977500"/>
                  </a:lnTo>
                  <a:lnTo>
                    <a:pt x="6334892" y="1913502"/>
                  </a:lnTo>
                  <a:lnTo>
                    <a:pt x="6298328" y="1845917"/>
                  </a:lnTo>
                  <a:lnTo>
                    <a:pt x="6261423" y="1774967"/>
                  </a:lnTo>
                  <a:lnTo>
                    <a:pt x="6224161" y="1700955"/>
                  </a:lnTo>
                  <a:lnTo>
                    <a:pt x="6186552" y="1624268"/>
                  </a:lnTo>
                  <a:lnTo>
                    <a:pt x="6148636" y="1545365"/>
                  </a:lnTo>
                  <a:lnTo>
                    <a:pt x="6110475" y="1464774"/>
                  </a:lnTo>
                  <a:lnTo>
                    <a:pt x="6072147" y="1383071"/>
                  </a:lnTo>
                  <a:lnTo>
                    <a:pt x="6033744" y="1300869"/>
                  </a:lnTo>
                  <a:lnTo>
                    <a:pt x="5995360" y="1218794"/>
                  </a:lnTo>
                  <a:lnTo>
                    <a:pt x="5957089" y="1137470"/>
                  </a:lnTo>
                  <a:lnTo>
                    <a:pt x="5919019" y="1057498"/>
                  </a:lnTo>
                  <a:lnTo>
                    <a:pt x="5881222" y="979436"/>
                  </a:lnTo>
                  <a:lnTo>
                    <a:pt x="5843750" y="903784"/>
                  </a:lnTo>
                  <a:lnTo>
                    <a:pt x="5806633" y="830974"/>
                  </a:lnTo>
                  <a:lnTo>
                    <a:pt x="5769871" y="761358"/>
                  </a:lnTo>
                  <a:lnTo>
                    <a:pt x="5733431" y="695209"/>
                  </a:lnTo>
                  <a:lnTo>
                    <a:pt x="5697245" y="632713"/>
                  </a:lnTo>
                  <a:lnTo>
                    <a:pt x="5661206" y="573978"/>
                  </a:lnTo>
                  <a:lnTo>
                    <a:pt x="5625163" y="519035"/>
                  </a:lnTo>
                  <a:lnTo>
                    <a:pt x="5588918" y="467846"/>
                  </a:lnTo>
                  <a:lnTo>
                    <a:pt x="5567201" y="439192"/>
                  </a:lnTo>
                  <a:lnTo>
                    <a:pt x="5520349" y="382651"/>
                  </a:lnTo>
                  <a:lnTo>
                    <a:pt x="5471885" y="331847"/>
                  </a:lnTo>
                  <a:lnTo>
                    <a:pt x="5421038" y="286477"/>
                  </a:lnTo>
                  <a:lnTo>
                    <a:pt x="5366947" y="246038"/>
                  </a:lnTo>
                  <a:lnTo>
                    <a:pt x="5308736" y="209962"/>
                  </a:lnTo>
                  <a:lnTo>
                    <a:pt x="5245592" y="177706"/>
                  </a:lnTo>
                  <a:lnTo>
                    <a:pt x="5176860" y="148793"/>
                  </a:lnTo>
                  <a:lnTo>
                    <a:pt x="5102177" y="122842"/>
                  </a:lnTo>
                  <a:lnTo>
                    <a:pt x="5021638" y="99577"/>
                  </a:lnTo>
                  <a:lnTo>
                    <a:pt x="4936004" y="78830"/>
                  </a:lnTo>
                  <a:lnTo>
                    <a:pt x="4846895" y="60538"/>
                  </a:lnTo>
                  <a:lnTo>
                    <a:pt x="4756912" y="44714"/>
                  </a:lnTo>
                  <a:lnTo>
                    <a:pt x="4669588" y="31417"/>
                  </a:lnTo>
                  <a:lnTo>
                    <a:pt x="4589064" y="20693"/>
                  </a:lnTo>
                  <a:lnTo>
                    <a:pt x="4519465" y="12514"/>
                  </a:lnTo>
                  <a:lnTo>
                    <a:pt x="4464090" y="6729"/>
                  </a:lnTo>
                  <a:lnTo>
                    <a:pt x="4424621" y="3040"/>
                  </a:lnTo>
                  <a:lnTo>
                    <a:pt x="4400643" y="1026"/>
                  </a:lnTo>
                  <a:lnTo>
                    <a:pt x="4389571" y="187"/>
                  </a:lnTo>
                  <a:lnTo>
                    <a:pt x="4386898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4" y="106"/>
                  </a:lnTo>
                  <a:lnTo>
                    <a:pt x="3841636" y="864"/>
                  </a:lnTo>
                  <a:lnTo>
                    <a:pt x="3827412" y="2958"/>
                  </a:lnTo>
                  <a:lnTo>
                    <a:pt x="3801891" y="7083"/>
                  </a:lnTo>
                  <a:lnTo>
                    <a:pt x="3763681" y="13887"/>
                  </a:lnTo>
                  <a:lnTo>
                    <a:pt x="3712801" y="23906"/>
                  </a:lnTo>
                  <a:lnTo>
                    <a:pt x="3650598" y="37521"/>
                  </a:lnTo>
                  <a:lnTo>
                    <a:pt x="3579440" y="54934"/>
                  </a:lnTo>
                  <a:lnTo>
                    <a:pt x="3502264" y="76197"/>
                  </a:lnTo>
                  <a:lnTo>
                    <a:pt x="3422093" y="101262"/>
                  </a:lnTo>
                  <a:lnTo>
                    <a:pt x="3341645" y="130045"/>
                  </a:lnTo>
                  <a:lnTo>
                    <a:pt x="3263090" y="162493"/>
                  </a:lnTo>
                  <a:lnTo>
                    <a:pt x="3187959" y="198627"/>
                  </a:lnTo>
                  <a:lnTo>
                    <a:pt x="3117173" y="238583"/>
                  </a:lnTo>
                  <a:lnTo>
                    <a:pt x="3051139" y="282621"/>
                  </a:lnTo>
                  <a:lnTo>
                    <a:pt x="2989864" y="331130"/>
                  </a:lnTo>
                  <a:lnTo>
                    <a:pt x="2933071" y="384630"/>
                  </a:lnTo>
                  <a:lnTo>
                    <a:pt x="2880299" y="443750"/>
                  </a:lnTo>
                  <a:lnTo>
                    <a:pt x="2830976" y="509207"/>
                  </a:lnTo>
                  <a:lnTo>
                    <a:pt x="2784479" y="581762"/>
                  </a:lnTo>
                  <a:lnTo>
                    <a:pt x="2740180" y="662141"/>
                  </a:lnTo>
                  <a:lnTo>
                    <a:pt x="2697485" y="750917"/>
                  </a:lnTo>
                  <a:lnTo>
                    <a:pt x="2667772" y="819402"/>
                  </a:lnTo>
                  <a:lnTo>
                    <a:pt x="2639826" y="888722"/>
                  </a:lnTo>
                  <a:lnTo>
                    <a:pt x="2612117" y="962058"/>
                  </a:lnTo>
                  <a:lnTo>
                    <a:pt x="2584533" y="1039491"/>
                  </a:lnTo>
                  <a:lnTo>
                    <a:pt x="2556982" y="1121061"/>
                  </a:lnTo>
                  <a:lnTo>
                    <a:pt x="2529388" y="1206767"/>
                  </a:lnTo>
                  <a:lnTo>
                    <a:pt x="2501691" y="1296562"/>
                  </a:lnTo>
                  <a:lnTo>
                    <a:pt x="2473845" y="1390349"/>
                  </a:lnTo>
                  <a:lnTo>
                    <a:pt x="2445816" y="1487981"/>
                  </a:lnTo>
                  <a:lnTo>
                    <a:pt x="2417587" y="1589255"/>
                  </a:lnTo>
                  <a:lnTo>
                    <a:pt x="2389147" y="1693917"/>
                  </a:lnTo>
                  <a:lnTo>
                    <a:pt x="2360499" y="1801660"/>
                  </a:lnTo>
                  <a:lnTo>
                    <a:pt x="2331656" y="1912127"/>
                  </a:lnTo>
                  <a:lnTo>
                    <a:pt x="2302639" y="2024917"/>
                  </a:lnTo>
                  <a:lnTo>
                    <a:pt x="2273476" y="2139586"/>
                  </a:lnTo>
                  <a:lnTo>
                    <a:pt x="2244200" y="2255659"/>
                  </a:lnTo>
                  <a:lnTo>
                    <a:pt x="2214852" y="2372633"/>
                  </a:lnTo>
                  <a:lnTo>
                    <a:pt x="2185472" y="2489990"/>
                  </a:lnTo>
                  <a:lnTo>
                    <a:pt x="2156104" y="2607205"/>
                  </a:lnTo>
                  <a:lnTo>
                    <a:pt x="2126790" y="2723754"/>
                  </a:lnTo>
                  <a:lnTo>
                    <a:pt x="2097570" y="2839127"/>
                  </a:lnTo>
                  <a:lnTo>
                    <a:pt x="2068482" y="2952836"/>
                  </a:lnTo>
                  <a:lnTo>
                    <a:pt x="2039556" y="3064421"/>
                  </a:lnTo>
                  <a:lnTo>
                    <a:pt x="2010817" y="3173460"/>
                  </a:lnTo>
                  <a:lnTo>
                    <a:pt x="1982281" y="3279576"/>
                  </a:lnTo>
                  <a:lnTo>
                    <a:pt x="1953955" y="3382438"/>
                  </a:lnTo>
                  <a:lnTo>
                    <a:pt x="1925836" y="3481768"/>
                  </a:lnTo>
                  <a:lnTo>
                    <a:pt x="1897910" y="3577339"/>
                  </a:lnTo>
                  <a:lnTo>
                    <a:pt x="1870149" y="3668980"/>
                  </a:lnTo>
                  <a:lnTo>
                    <a:pt x="1842514" y="3756569"/>
                  </a:lnTo>
                  <a:lnTo>
                    <a:pt x="1814952" y="3840038"/>
                  </a:lnTo>
                  <a:lnTo>
                    <a:pt x="1787394" y="3919365"/>
                  </a:lnTo>
                  <a:lnTo>
                    <a:pt x="1759755" y="3994572"/>
                  </a:lnTo>
                  <a:lnTo>
                    <a:pt x="1731933" y="4065721"/>
                  </a:lnTo>
                  <a:lnTo>
                    <a:pt x="1719082" y="4097011"/>
                  </a:lnTo>
                  <a:lnTo>
                    <a:pt x="1677214" y="4191930"/>
                  </a:lnTo>
                  <a:lnTo>
                    <a:pt x="1634114" y="4278247"/>
                  </a:lnTo>
                  <a:lnTo>
                    <a:pt x="1589246" y="4356306"/>
                  </a:lnTo>
                  <a:lnTo>
                    <a:pt x="1542000" y="4426740"/>
                  </a:lnTo>
                  <a:lnTo>
                    <a:pt x="1491747" y="4490296"/>
                  </a:lnTo>
                  <a:lnTo>
                    <a:pt x="1437873" y="4547728"/>
                  </a:lnTo>
                  <a:lnTo>
                    <a:pt x="1379830" y="4599731"/>
                  </a:lnTo>
                  <a:lnTo>
                    <a:pt x="1317203" y="4646906"/>
                  </a:lnTo>
                  <a:lnTo>
                    <a:pt x="1249786" y="4689734"/>
                  </a:lnTo>
                  <a:lnTo>
                    <a:pt x="1177687" y="4728570"/>
                  </a:lnTo>
                  <a:lnTo>
                    <a:pt x="1101451" y="4763635"/>
                  </a:lnTo>
                  <a:lnTo>
                    <a:pt x="1022165" y="4795029"/>
                  </a:lnTo>
                  <a:lnTo>
                    <a:pt x="941548" y="4822750"/>
                  </a:lnTo>
                  <a:lnTo>
                    <a:pt x="861941" y="4846729"/>
                  </a:lnTo>
                  <a:lnTo>
                    <a:pt x="786183" y="4866886"/>
                  </a:lnTo>
                  <a:lnTo>
                    <a:pt x="717317" y="4883195"/>
                  </a:lnTo>
                  <a:lnTo>
                    <a:pt x="658167" y="4895746"/>
                  </a:lnTo>
                  <a:lnTo>
                    <a:pt x="610850" y="4904793"/>
                  </a:lnTo>
                  <a:lnTo>
                    <a:pt x="576353" y="4910765"/>
                  </a:lnTo>
                  <a:lnTo>
                    <a:pt x="554287" y="4914236"/>
                  </a:lnTo>
                  <a:lnTo>
                    <a:pt x="542866" y="4915874"/>
                  </a:lnTo>
                  <a:lnTo>
                    <a:pt x="539050" y="4916376"/>
                  </a:lnTo>
                  <a:lnTo>
                    <a:pt x="538736" y="4916414"/>
                  </a:lnTo>
                  <a:lnTo>
                    <a:pt x="0" y="49164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7" name="pg1877"/>
            <p:cNvSpPr/>
            <p:nvPr/>
          </p:nvSpPr>
          <p:spPr>
            <a:xfrm>
              <a:off x="546595" y="668789"/>
              <a:ext cx="8234974" cy="4872858"/>
            </a:xfrm>
            <a:custGeom>
              <a:avLst/>
              <a:pathLst>
                <a:path w="8234974" h="4872858">
                  <a:moveTo>
                    <a:pt x="0" y="4872858"/>
                  </a:moveTo>
                  <a:lnTo>
                    <a:pt x="538736" y="4872858"/>
                  </a:lnTo>
                  <a:lnTo>
                    <a:pt x="539594" y="4872752"/>
                  </a:lnTo>
                  <a:lnTo>
                    <a:pt x="545248" y="4871998"/>
                  </a:lnTo>
                  <a:lnTo>
                    <a:pt x="559534" y="4869915"/>
                  </a:lnTo>
                  <a:lnTo>
                    <a:pt x="585160" y="4865812"/>
                  </a:lnTo>
                  <a:lnTo>
                    <a:pt x="623519" y="4859045"/>
                  </a:lnTo>
                  <a:lnTo>
                    <a:pt x="674582" y="4849081"/>
                  </a:lnTo>
                  <a:lnTo>
                    <a:pt x="736985" y="4835544"/>
                  </a:lnTo>
                  <a:lnTo>
                    <a:pt x="808340" y="4818233"/>
                  </a:lnTo>
                  <a:lnTo>
                    <a:pt x="885694" y="4797099"/>
                  </a:lnTo>
                  <a:lnTo>
                    <a:pt x="966011" y="4772191"/>
                  </a:lnTo>
                  <a:lnTo>
                    <a:pt x="1046568" y="4743591"/>
                  </a:lnTo>
                  <a:lnTo>
                    <a:pt x="1125195" y="4711353"/>
                  </a:lnTo>
                  <a:lnTo>
                    <a:pt x="1200365" y="4675451"/>
                  </a:lnTo>
                  <a:lnTo>
                    <a:pt x="1271163" y="4635751"/>
                  </a:lnTo>
                  <a:lnTo>
                    <a:pt x="1337191" y="4591990"/>
                  </a:lnTo>
                  <a:lnTo>
                    <a:pt x="1398450" y="4543777"/>
                  </a:lnTo>
                  <a:lnTo>
                    <a:pt x="1455221" y="4490595"/>
                  </a:lnTo>
                  <a:lnTo>
                    <a:pt x="1507974" y="4431813"/>
                  </a:lnTo>
                  <a:lnTo>
                    <a:pt x="1557283" y="4366717"/>
                  </a:lnTo>
                  <a:lnTo>
                    <a:pt x="1603777" y="4294550"/>
                  </a:lnTo>
                  <a:lnTo>
                    <a:pt x="1648085" y="4214592"/>
                  </a:lnTo>
                  <a:lnTo>
                    <a:pt x="1690801" y="4126282"/>
                  </a:lnTo>
                  <a:lnTo>
                    <a:pt x="1719082" y="4061622"/>
                  </a:lnTo>
                  <a:lnTo>
                    <a:pt x="1747157" y="3992666"/>
                  </a:lnTo>
                  <a:lnTo>
                    <a:pt x="1774993" y="3919696"/>
                  </a:lnTo>
                  <a:lnTo>
                    <a:pt x="1802704" y="3842633"/>
                  </a:lnTo>
                  <a:lnTo>
                    <a:pt x="1830382" y="3761436"/>
                  </a:lnTo>
                  <a:lnTo>
                    <a:pt x="1858106" y="3676106"/>
                  </a:lnTo>
                  <a:lnTo>
                    <a:pt x="1885935" y="3586692"/>
                  </a:lnTo>
                  <a:lnTo>
                    <a:pt x="1913915" y="3493292"/>
                  </a:lnTo>
                  <a:lnTo>
                    <a:pt x="1942080" y="3396057"/>
                  </a:lnTo>
                  <a:lnTo>
                    <a:pt x="1970449" y="3295191"/>
                  </a:lnTo>
                  <a:lnTo>
                    <a:pt x="1999029" y="3190951"/>
                  </a:lnTo>
                  <a:lnTo>
                    <a:pt x="2027819" y="3083648"/>
                  </a:lnTo>
                  <a:lnTo>
                    <a:pt x="2056805" y="2973642"/>
                  </a:lnTo>
                  <a:lnTo>
                    <a:pt x="2085966" y="2861339"/>
                  </a:lnTo>
                  <a:lnTo>
                    <a:pt x="2115273" y="2747186"/>
                  </a:lnTo>
                  <a:lnTo>
                    <a:pt x="2144690" y="2631663"/>
                  </a:lnTo>
                  <a:lnTo>
                    <a:pt x="2174178" y="2515274"/>
                  </a:lnTo>
                  <a:lnTo>
                    <a:pt x="2203694" y="2398542"/>
                  </a:lnTo>
                  <a:lnTo>
                    <a:pt x="2233196" y="2281993"/>
                  </a:lnTo>
                  <a:lnTo>
                    <a:pt x="2262639" y="2166152"/>
                  </a:lnTo>
                  <a:lnTo>
                    <a:pt x="2291983" y="2051530"/>
                  </a:lnTo>
                  <a:lnTo>
                    <a:pt x="2321191" y="1938615"/>
                  </a:lnTo>
                  <a:lnTo>
                    <a:pt x="2350234" y="1827865"/>
                  </a:lnTo>
                  <a:lnTo>
                    <a:pt x="2379085" y="1719699"/>
                  </a:lnTo>
                  <a:lnTo>
                    <a:pt x="2407730" y="1614491"/>
                  </a:lnTo>
                  <a:lnTo>
                    <a:pt x="2436163" y="1512569"/>
                  </a:lnTo>
                  <a:lnTo>
                    <a:pt x="2464388" y="1414205"/>
                  </a:lnTo>
                  <a:lnTo>
                    <a:pt x="2492422" y="1319619"/>
                  </a:lnTo>
                  <a:lnTo>
                    <a:pt x="2520293" y="1228979"/>
                  </a:lnTo>
                  <a:lnTo>
                    <a:pt x="2548043" y="1142399"/>
                  </a:lnTo>
                  <a:lnTo>
                    <a:pt x="2575727" y="1059942"/>
                  </a:lnTo>
                  <a:lnTo>
                    <a:pt x="2603419" y="981623"/>
                  </a:lnTo>
                  <a:lnTo>
                    <a:pt x="2631206" y="907414"/>
                  </a:lnTo>
                  <a:lnTo>
                    <a:pt x="2659195" y="837247"/>
                  </a:lnTo>
                  <a:lnTo>
                    <a:pt x="2667772" y="816680"/>
                  </a:lnTo>
                  <a:lnTo>
                    <a:pt x="2709707" y="722568"/>
                  </a:lnTo>
                  <a:lnTo>
                    <a:pt x="2752876" y="636999"/>
                  </a:lnTo>
                  <a:lnTo>
                    <a:pt x="2797822" y="559629"/>
                  </a:lnTo>
                  <a:lnTo>
                    <a:pt x="2845155" y="489828"/>
                  </a:lnTo>
                  <a:lnTo>
                    <a:pt x="2895510" y="426853"/>
                  </a:lnTo>
                  <a:lnTo>
                    <a:pt x="2949501" y="369954"/>
                  </a:lnTo>
                  <a:lnTo>
                    <a:pt x="3007677" y="318440"/>
                  </a:lnTo>
                  <a:lnTo>
                    <a:pt x="3070457" y="271715"/>
                  </a:lnTo>
                  <a:lnTo>
                    <a:pt x="3138042" y="229302"/>
                  </a:lnTo>
                  <a:lnTo>
                    <a:pt x="3210318" y="190851"/>
                  </a:lnTo>
                  <a:lnTo>
                    <a:pt x="3286732" y="156141"/>
                  </a:lnTo>
                  <a:lnTo>
                    <a:pt x="3366181" y="125076"/>
                  </a:lnTo>
                  <a:lnTo>
                    <a:pt x="3446927" y="97660"/>
                  </a:lnTo>
                  <a:lnTo>
                    <a:pt x="3526607" y="73962"/>
                  </a:lnTo>
                  <a:lnTo>
                    <a:pt x="3602360" y="54060"/>
                  </a:lnTo>
                  <a:lnTo>
                    <a:pt x="3671130" y="37980"/>
                  </a:lnTo>
                  <a:lnTo>
                    <a:pt x="3730091" y="25627"/>
                  </a:lnTo>
                  <a:lnTo>
                    <a:pt x="3777141" y="16745"/>
                  </a:lnTo>
                  <a:lnTo>
                    <a:pt x="3811323" y="10903"/>
                  </a:lnTo>
                  <a:lnTo>
                    <a:pt x="3833068" y="7526"/>
                  </a:lnTo>
                  <a:lnTo>
                    <a:pt x="3844212" y="5948"/>
                  </a:lnTo>
                  <a:lnTo>
                    <a:pt x="3847847" y="547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5" y="5531"/>
                  </a:lnTo>
                  <a:lnTo>
                    <a:pt x="4395601" y="6151"/>
                  </a:lnTo>
                  <a:lnTo>
                    <a:pt x="4414591" y="7864"/>
                  </a:lnTo>
                  <a:lnTo>
                    <a:pt x="4448198" y="11231"/>
                  </a:lnTo>
                  <a:lnTo>
                    <a:pt x="4497591" y="16748"/>
                  </a:lnTo>
                  <a:lnTo>
                    <a:pt x="4561826" y="24792"/>
                  </a:lnTo>
                  <a:lnTo>
                    <a:pt x="4638175" y="35588"/>
                  </a:lnTo>
                  <a:lnTo>
                    <a:pt x="4722805" y="49209"/>
                  </a:lnTo>
                  <a:lnTo>
                    <a:pt x="4811580" y="65629"/>
                  </a:lnTo>
                  <a:lnTo>
                    <a:pt x="4900759" y="84781"/>
                  </a:lnTo>
                  <a:lnTo>
                    <a:pt x="4987415" y="106625"/>
                  </a:lnTo>
                  <a:lnTo>
                    <a:pt x="5069584" y="131192"/>
                  </a:lnTo>
                  <a:lnTo>
                    <a:pt x="5146199" y="158617"/>
                  </a:lnTo>
                  <a:lnTo>
                    <a:pt x="5216921" y="189151"/>
                  </a:lnTo>
                  <a:lnTo>
                    <a:pt x="5281937" y="223162"/>
                  </a:lnTo>
                  <a:lnTo>
                    <a:pt x="5341784" y="261128"/>
                  </a:lnTo>
                  <a:lnTo>
                    <a:pt x="5397203" y="303613"/>
                  </a:lnTo>
                  <a:lnTo>
                    <a:pt x="5449034" y="351231"/>
                  </a:lnTo>
                  <a:lnTo>
                    <a:pt x="5498136" y="404580"/>
                  </a:lnTo>
                  <a:lnTo>
                    <a:pt x="5545313" y="464114"/>
                  </a:lnTo>
                  <a:lnTo>
                    <a:pt x="5567201" y="494545"/>
                  </a:lnTo>
                  <a:lnTo>
                    <a:pt x="5602168" y="546756"/>
                  </a:lnTo>
                  <a:lnTo>
                    <a:pt x="5636808" y="602750"/>
                  </a:lnTo>
                  <a:lnTo>
                    <a:pt x="5671327" y="662603"/>
                  </a:lnTo>
                  <a:lnTo>
                    <a:pt x="5705886" y="726333"/>
                  </a:lnTo>
                  <a:lnTo>
                    <a:pt x="5740607" y="793891"/>
                  </a:lnTo>
                  <a:lnTo>
                    <a:pt x="5775577" y="865154"/>
                  </a:lnTo>
                  <a:lnTo>
                    <a:pt x="5810849" y="939924"/>
                  </a:lnTo>
                  <a:lnTo>
                    <a:pt x="5846449" y="1017924"/>
                  </a:lnTo>
                  <a:lnTo>
                    <a:pt x="5882373" y="1098802"/>
                  </a:lnTo>
                  <a:lnTo>
                    <a:pt x="5918596" y="1182131"/>
                  </a:lnTo>
                  <a:lnTo>
                    <a:pt x="5955070" y="1267419"/>
                  </a:lnTo>
                  <a:lnTo>
                    <a:pt x="5991732" y="1354121"/>
                  </a:lnTo>
                  <a:lnTo>
                    <a:pt x="6028506" y="1441650"/>
                  </a:lnTo>
                  <a:lnTo>
                    <a:pt x="6065310" y="1529399"/>
                  </a:lnTo>
                  <a:lnTo>
                    <a:pt x="6102060" y="1616749"/>
                  </a:lnTo>
                  <a:lnTo>
                    <a:pt x="6138674" y="1703098"/>
                  </a:lnTo>
                  <a:lnTo>
                    <a:pt x="6175080" y="1787869"/>
                  </a:lnTo>
                  <a:lnTo>
                    <a:pt x="6211220" y="1870532"/>
                  </a:lnTo>
                  <a:lnTo>
                    <a:pt x="6247052" y="1950612"/>
                  </a:lnTo>
                  <a:lnTo>
                    <a:pt x="6282555" y="2027705"/>
                  </a:lnTo>
                  <a:lnTo>
                    <a:pt x="6317736" y="2101478"/>
                  </a:lnTo>
                  <a:lnTo>
                    <a:pt x="6352626" y="2171678"/>
                  </a:lnTo>
                  <a:lnTo>
                    <a:pt x="6387289" y="2238129"/>
                  </a:lnTo>
                  <a:lnTo>
                    <a:pt x="6421822" y="2300731"/>
                  </a:lnTo>
                  <a:lnTo>
                    <a:pt x="6456358" y="2359455"/>
                  </a:lnTo>
                  <a:lnTo>
                    <a:pt x="6491070" y="2414337"/>
                  </a:lnTo>
                  <a:lnTo>
                    <a:pt x="6515891" y="2450947"/>
                  </a:lnTo>
                  <a:lnTo>
                    <a:pt x="6562403" y="2513485"/>
                  </a:lnTo>
                  <a:lnTo>
                    <a:pt x="6610498" y="2569723"/>
                  </a:lnTo>
                  <a:lnTo>
                    <a:pt x="6660930" y="2619989"/>
                  </a:lnTo>
                  <a:lnTo>
                    <a:pt x="6714541" y="2664829"/>
                  </a:lnTo>
                  <a:lnTo>
                    <a:pt x="6772188" y="2704862"/>
                  </a:lnTo>
                  <a:lnTo>
                    <a:pt x="6834672" y="2740682"/>
                  </a:lnTo>
                  <a:lnTo>
                    <a:pt x="6902641" y="2772811"/>
                  </a:lnTo>
                  <a:lnTo>
                    <a:pt x="6976469" y="2801671"/>
                  </a:lnTo>
                  <a:lnTo>
                    <a:pt x="7056090" y="2827569"/>
                  </a:lnTo>
                  <a:lnTo>
                    <a:pt x="7140806" y="2850693"/>
                  </a:lnTo>
                  <a:lnTo>
                    <a:pt x="7229096" y="2871123"/>
                  </a:lnTo>
                  <a:lnTo>
                    <a:pt x="7318485" y="2888846"/>
                  </a:lnTo>
                  <a:lnTo>
                    <a:pt x="7405584" y="2903801"/>
                  </a:lnTo>
                  <a:lnTo>
                    <a:pt x="7486372" y="2915934"/>
                  </a:lnTo>
                  <a:lnTo>
                    <a:pt x="7556775" y="2925264"/>
                  </a:lnTo>
                  <a:lnTo>
                    <a:pt x="7613442" y="2931941"/>
                  </a:lnTo>
                  <a:lnTo>
                    <a:pt x="7654518" y="2936271"/>
                  </a:lnTo>
                  <a:lnTo>
                    <a:pt x="7680155" y="2938700"/>
                  </a:lnTo>
                  <a:lnTo>
                    <a:pt x="7692626" y="2939768"/>
                  </a:lnTo>
                  <a:lnTo>
                    <a:pt x="7696110" y="2940039"/>
                  </a:lnTo>
                  <a:lnTo>
                    <a:pt x="7696237" y="2940048"/>
                  </a:lnTo>
                  <a:lnTo>
                    <a:pt x="8234974" y="2940048"/>
                  </a:lnTo>
                  <a:lnTo>
                    <a:pt x="8234974" y="2934603"/>
                  </a:ln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0" y="105"/>
                  </a:lnTo>
                  <a:lnTo>
                    <a:pt x="3841607" y="859"/>
                  </a:lnTo>
                  <a:lnTo>
                    <a:pt x="3827321" y="2942"/>
                  </a:lnTo>
                  <a:lnTo>
                    <a:pt x="3801694" y="7046"/>
                  </a:lnTo>
                  <a:lnTo>
                    <a:pt x="3763335" y="13812"/>
                  </a:lnTo>
                  <a:lnTo>
                    <a:pt x="3712273" y="23776"/>
                  </a:lnTo>
                  <a:lnTo>
                    <a:pt x="3649870" y="37313"/>
                  </a:lnTo>
                  <a:lnTo>
                    <a:pt x="3578515" y="54624"/>
                  </a:lnTo>
                  <a:lnTo>
                    <a:pt x="3501161" y="75758"/>
                  </a:lnTo>
                  <a:lnTo>
                    <a:pt x="3420844" y="100666"/>
                  </a:lnTo>
                  <a:lnTo>
                    <a:pt x="3340287" y="129266"/>
                  </a:lnTo>
                  <a:lnTo>
                    <a:pt x="3261660" y="161504"/>
                  </a:lnTo>
                  <a:lnTo>
                    <a:pt x="3186490" y="197406"/>
                  </a:lnTo>
                  <a:lnTo>
                    <a:pt x="3115692" y="237106"/>
                  </a:lnTo>
                  <a:lnTo>
                    <a:pt x="3049664" y="280867"/>
                  </a:lnTo>
                  <a:lnTo>
                    <a:pt x="2988405" y="329080"/>
                  </a:lnTo>
                  <a:lnTo>
                    <a:pt x="2931633" y="382262"/>
                  </a:lnTo>
                  <a:lnTo>
                    <a:pt x="2878881" y="441044"/>
                  </a:lnTo>
                  <a:lnTo>
                    <a:pt x="2829571" y="506140"/>
                  </a:lnTo>
                  <a:lnTo>
                    <a:pt x="2783078" y="578307"/>
                  </a:lnTo>
                  <a:lnTo>
                    <a:pt x="2738770" y="658265"/>
                  </a:lnTo>
                  <a:lnTo>
                    <a:pt x="2696054" y="746575"/>
                  </a:lnTo>
                  <a:lnTo>
                    <a:pt x="2667772" y="811235"/>
                  </a:lnTo>
                  <a:lnTo>
                    <a:pt x="2639697" y="880191"/>
                  </a:lnTo>
                  <a:lnTo>
                    <a:pt x="2611861" y="953161"/>
                  </a:lnTo>
                  <a:lnTo>
                    <a:pt x="2584151" y="1030224"/>
                  </a:lnTo>
                  <a:lnTo>
                    <a:pt x="2556472" y="1111421"/>
                  </a:lnTo>
                  <a:lnTo>
                    <a:pt x="2528749" y="1196751"/>
                  </a:lnTo>
                  <a:lnTo>
                    <a:pt x="2500920" y="1286165"/>
                  </a:lnTo>
                  <a:lnTo>
                    <a:pt x="2472940" y="1379565"/>
                  </a:lnTo>
                  <a:lnTo>
                    <a:pt x="2444775" y="1476800"/>
                  </a:lnTo>
                  <a:lnTo>
                    <a:pt x="2416406" y="1577666"/>
                  </a:lnTo>
                  <a:lnTo>
                    <a:pt x="2387825" y="1681906"/>
                  </a:lnTo>
                  <a:lnTo>
                    <a:pt x="2359035" y="1789209"/>
                  </a:lnTo>
                  <a:lnTo>
                    <a:pt x="2330049" y="1899215"/>
                  </a:lnTo>
                  <a:lnTo>
                    <a:pt x="2300888" y="2011518"/>
                  </a:lnTo>
                  <a:lnTo>
                    <a:pt x="2271582" y="2125671"/>
                  </a:lnTo>
                  <a:lnTo>
                    <a:pt x="2242165" y="2241194"/>
                  </a:lnTo>
                  <a:lnTo>
                    <a:pt x="2212677" y="2357583"/>
                  </a:lnTo>
                  <a:lnTo>
                    <a:pt x="2183160" y="2474315"/>
                  </a:lnTo>
                  <a:lnTo>
                    <a:pt x="2153659" y="2590864"/>
                  </a:lnTo>
                  <a:lnTo>
                    <a:pt x="2124216" y="2706705"/>
                  </a:lnTo>
                  <a:lnTo>
                    <a:pt x="2094872" y="2821327"/>
                  </a:lnTo>
                  <a:lnTo>
                    <a:pt x="2065663" y="2934242"/>
                  </a:lnTo>
                  <a:lnTo>
                    <a:pt x="2036621" y="3044992"/>
                  </a:lnTo>
                  <a:lnTo>
                    <a:pt x="2007770" y="3153158"/>
                  </a:lnTo>
                  <a:lnTo>
                    <a:pt x="1979124" y="3258366"/>
                  </a:lnTo>
                  <a:lnTo>
                    <a:pt x="1950691" y="3360288"/>
                  </a:lnTo>
                  <a:lnTo>
                    <a:pt x="1922466" y="3458653"/>
                  </a:lnTo>
                  <a:lnTo>
                    <a:pt x="1894432" y="3553238"/>
                  </a:lnTo>
                  <a:lnTo>
                    <a:pt x="1866562" y="3643878"/>
                  </a:lnTo>
                  <a:lnTo>
                    <a:pt x="1838812" y="3730458"/>
                  </a:lnTo>
                  <a:lnTo>
                    <a:pt x="1811127" y="3812915"/>
                  </a:lnTo>
                  <a:lnTo>
                    <a:pt x="1783436" y="3891234"/>
                  </a:lnTo>
                  <a:lnTo>
                    <a:pt x="1755649" y="3965443"/>
                  </a:lnTo>
                  <a:lnTo>
                    <a:pt x="1727660" y="4035610"/>
                  </a:lnTo>
                  <a:lnTo>
                    <a:pt x="1719082" y="4056177"/>
                  </a:lnTo>
                  <a:lnTo>
                    <a:pt x="1677148" y="4150289"/>
                  </a:lnTo>
                  <a:lnTo>
                    <a:pt x="1633979" y="4235858"/>
                  </a:lnTo>
                  <a:lnTo>
                    <a:pt x="1589032" y="4313228"/>
                  </a:lnTo>
                  <a:lnTo>
                    <a:pt x="1541699" y="4383029"/>
                  </a:lnTo>
                  <a:lnTo>
                    <a:pt x="1491345" y="4446004"/>
                  </a:lnTo>
                  <a:lnTo>
                    <a:pt x="1437354" y="4502903"/>
                  </a:lnTo>
                  <a:lnTo>
                    <a:pt x="1379177" y="4554417"/>
                  </a:lnTo>
                  <a:lnTo>
                    <a:pt x="1316398" y="4601142"/>
                  </a:lnTo>
                  <a:lnTo>
                    <a:pt x="1248813" y="4643555"/>
                  </a:lnTo>
                  <a:lnTo>
                    <a:pt x="1176537" y="4682006"/>
                  </a:lnTo>
                  <a:lnTo>
                    <a:pt x="1100122" y="4716716"/>
                  </a:lnTo>
                  <a:lnTo>
                    <a:pt x="1020674" y="4747781"/>
                  </a:lnTo>
                  <a:lnTo>
                    <a:pt x="939927" y="4775197"/>
                  </a:lnTo>
                  <a:lnTo>
                    <a:pt x="860248" y="4798895"/>
                  </a:lnTo>
                  <a:lnTo>
                    <a:pt x="784494" y="4818797"/>
                  </a:lnTo>
                  <a:lnTo>
                    <a:pt x="715724" y="4834877"/>
                  </a:lnTo>
                  <a:lnTo>
                    <a:pt x="656763" y="4847230"/>
                  </a:lnTo>
                  <a:lnTo>
                    <a:pt x="609714" y="4856112"/>
                  </a:lnTo>
                  <a:lnTo>
                    <a:pt x="575532" y="4861954"/>
                  </a:lnTo>
                  <a:lnTo>
                    <a:pt x="553787" y="4865331"/>
                  </a:lnTo>
                  <a:lnTo>
                    <a:pt x="542642" y="4866909"/>
                  </a:lnTo>
                  <a:lnTo>
                    <a:pt x="539007" y="4867380"/>
                  </a:lnTo>
                  <a:lnTo>
                    <a:pt x="538736" y="4867413"/>
                  </a:lnTo>
                  <a:lnTo>
                    <a:pt x="0" y="4867413"/>
                  </a:lnTo>
                  <a:close/>
                </a:path>
              </a:pathLst>
            </a:custGeom>
            <a:solidFill>
              <a:srgbClr val="6FA8D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78" name="pl1878"/>
            <p:cNvSpPr/>
            <p:nvPr/>
          </p:nvSpPr>
          <p:spPr>
            <a:xfrm>
              <a:off x="546595" y="674233"/>
              <a:ext cx="8234974" cy="4867413"/>
            </a:xfrm>
            <a:custGeom>
              <a:avLst/>
              <a:pathLst>
                <a:path w="8234974" h="4867413">
                  <a:moveTo>
                    <a:pt x="0" y="4867413"/>
                  </a:moveTo>
                  <a:lnTo>
                    <a:pt x="538736" y="4867413"/>
                  </a:lnTo>
                  <a:lnTo>
                    <a:pt x="539594" y="4867307"/>
                  </a:lnTo>
                  <a:lnTo>
                    <a:pt x="545248" y="4866553"/>
                  </a:lnTo>
                  <a:lnTo>
                    <a:pt x="559534" y="4864470"/>
                  </a:lnTo>
                  <a:lnTo>
                    <a:pt x="585160" y="4860367"/>
                  </a:lnTo>
                  <a:lnTo>
                    <a:pt x="623519" y="4853600"/>
                  </a:lnTo>
                  <a:lnTo>
                    <a:pt x="674582" y="4843636"/>
                  </a:lnTo>
                  <a:lnTo>
                    <a:pt x="736985" y="4830099"/>
                  </a:lnTo>
                  <a:lnTo>
                    <a:pt x="808340" y="4812789"/>
                  </a:lnTo>
                  <a:lnTo>
                    <a:pt x="885694" y="4791655"/>
                  </a:lnTo>
                  <a:lnTo>
                    <a:pt x="966011" y="4766746"/>
                  </a:lnTo>
                  <a:lnTo>
                    <a:pt x="1046568" y="4738147"/>
                  </a:lnTo>
                  <a:lnTo>
                    <a:pt x="1125195" y="4705909"/>
                  </a:lnTo>
                  <a:lnTo>
                    <a:pt x="1200365" y="4670007"/>
                  </a:lnTo>
                  <a:lnTo>
                    <a:pt x="1271163" y="4630306"/>
                  </a:lnTo>
                  <a:lnTo>
                    <a:pt x="1337191" y="4586546"/>
                  </a:lnTo>
                  <a:lnTo>
                    <a:pt x="1398450" y="4538333"/>
                  </a:lnTo>
                  <a:lnTo>
                    <a:pt x="1455221" y="4485150"/>
                  </a:lnTo>
                  <a:lnTo>
                    <a:pt x="1507974" y="4426369"/>
                  </a:lnTo>
                  <a:lnTo>
                    <a:pt x="1557283" y="4361272"/>
                  </a:lnTo>
                  <a:lnTo>
                    <a:pt x="1603777" y="4289106"/>
                  </a:lnTo>
                  <a:lnTo>
                    <a:pt x="1648085" y="4209147"/>
                  </a:lnTo>
                  <a:lnTo>
                    <a:pt x="1690801" y="4120837"/>
                  </a:lnTo>
                  <a:lnTo>
                    <a:pt x="1719082" y="4056177"/>
                  </a:lnTo>
                  <a:lnTo>
                    <a:pt x="1747157" y="3987221"/>
                  </a:lnTo>
                  <a:lnTo>
                    <a:pt x="1774993" y="3914252"/>
                  </a:lnTo>
                  <a:lnTo>
                    <a:pt x="1802704" y="3837189"/>
                  </a:lnTo>
                  <a:lnTo>
                    <a:pt x="1830382" y="3755991"/>
                  </a:lnTo>
                  <a:lnTo>
                    <a:pt x="1858106" y="3670661"/>
                  </a:lnTo>
                  <a:lnTo>
                    <a:pt x="1885935" y="3581247"/>
                  </a:lnTo>
                  <a:lnTo>
                    <a:pt x="1913915" y="3487848"/>
                  </a:lnTo>
                  <a:lnTo>
                    <a:pt x="1942080" y="3390613"/>
                  </a:lnTo>
                  <a:lnTo>
                    <a:pt x="1970449" y="3289746"/>
                  </a:lnTo>
                  <a:lnTo>
                    <a:pt x="1999029" y="3185507"/>
                  </a:lnTo>
                  <a:lnTo>
                    <a:pt x="2027819" y="3078204"/>
                  </a:lnTo>
                  <a:lnTo>
                    <a:pt x="2056805" y="2968198"/>
                  </a:lnTo>
                  <a:lnTo>
                    <a:pt x="2085966" y="2855895"/>
                  </a:lnTo>
                  <a:lnTo>
                    <a:pt x="2115273" y="2741742"/>
                  </a:lnTo>
                  <a:lnTo>
                    <a:pt x="2144690" y="2626218"/>
                  </a:lnTo>
                  <a:lnTo>
                    <a:pt x="2174178" y="2509830"/>
                  </a:lnTo>
                  <a:lnTo>
                    <a:pt x="2203694" y="2393097"/>
                  </a:lnTo>
                  <a:lnTo>
                    <a:pt x="2233196" y="2276548"/>
                  </a:lnTo>
                  <a:lnTo>
                    <a:pt x="2262639" y="2160707"/>
                  </a:lnTo>
                  <a:lnTo>
                    <a:pt x="2291983" y="2046085"/>
                  </a:lnTo>
                  <a:lnTo>
                    <a:pt x="2321191" y="1933170"/>
                  </a:lnTo>
                  <a:lnTo>
                    <a:pt x="2350234" y="1822420"/>
                  </a:lnTo>
                  <a:lnTo>
                    <a:pt x="2379085" y="1714254"/>
                  </a:lnTo>
                  <a:lnTo>
                    <a:pt x="2407730" y="1609047"/>
                  </a:lnTo>
                  <a:lnTo>
                    <a:pt x="2436163" y="1507124"/>
                  </a:lnTo>
                  <a:lnTo>
                    <a:pt x="2464388" y="1408760"/>
                  </a:lnTo>
                  <a:lnTo>
                    <a:pt x="2492422" y="1314175"/>
                  </a:lnTo>
                  <a:lnTo>
                    <a:pt x="2520293" y="1223535"/>
                  </a:lnTo>
                  <a:lnTo>
                    <a:pt x="2548043" y="1136955"/>
                  </a:lnTo>
                  <a:lnTo>
                    <a:pt x="2575727" y="1054497"/>
                  </a:lnTo>
                  <a:lnTo>
                    <a:pt x="2603419" y="976178"/>
                  </a:lnTo>
                  <a:lnTo>
                    <a:pt x="2631206" y="901970"/>
                  </a:lnTo>
                  <a:lnTo>
                    <a:pt x="2659195" y="831803"/>
                  </a:lnTo>
                  <a:lnTo>
                    <a:pt x="2667772" y="811235"/>
                  </a:lnTo>
                  <a:lnTo>
                    <a:pt x="2709707" y="717124"/>
                  </a:lnTo>
                  <a:lnTo>
                    <a:pt x="2752876" y="631555"/>
                  </a:lnTo>
                  <a:lnTo>
                    <a:pt x="2797822" y="554184"/>
                  </a:lnTo>
                  <a:lnTo>
                    <a:pt x="2845155" y="484383"/>
                  </a:lnTo>
                  <a:lnTo>
                    <a:pt x="2895510" y="421408"/>
                  </a:lnTo>
                  <a:lnTo>
                    <a:pt x="2949501" y="364509"/>
                  </a:lnTo>
                  <a:lnTo>
                    <a:pt x="3007677" y="312995"/>
                  </a:lnTo>
                  <a:lnTo>
                    <a:pt x="3070457" y="266271"/>
                  </a:lnTo>
                  <a:lnTo>
                    <a:pt x="3138042" y="223858"/>
                  </a:lnTo>
                  <a:lnTo>
                    <a:pt x="3210318" y="185406"/>
                  </a:lnTo>
                  <a:lnTo>
                    <a:pt x="3286732" y="150697"/>
                  </a:lnTo>
                  <a:lnTo>
                    <a:pt x="3366181" y="119632"/>
                  </a:lnTo>
                  <a:lnTo>
                    <a:pt x="3446927" y="92216"/>
                  </a:lnTo>
                  <a:lnTo>
                    <a:pt x="3526607" y="68517"/>
                  </a:lnTo>
                  <a:lnTo>
                    <a:pt x="3602360" y="48616"/>
                  </a:lnTo>
                  <a:lnTo>
                    <a:pt x="3671130" y="32536"/>
                  </a:lnTo>
                  <a:lnTo>
                    <a:pt x="3730091" y="20183"/>
                  </a:lnTo>
                  <a:lnTo>
                    <a:pt x="3777141" y="11301"/>
                  </a:lnTo>
                  <a:lnTo>
                    <a:pt x="3811323" y="5459"/>
                  </a:lnTo>
                  <a:lnTo>
                    <a:pt x="3833068" y="2082"/>
                  </a:lnTo>
                  <a:lnTo>
                    <a:pt x="3844212" y="504"/>
                  </a:lnTo>
                  <a:lnTo>
                    <a:pt x="3847847" y="3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5" y="86"/>
                  </a:lnTo>
                  <a:lnTo>
                    <a:pt x="4395601" y="706"/>
                  </a:lnTo>
                  <a:lnTo>
                    <a:pt x="4414591" y="2420"/>
                  </a:lnTo>
                  <a:lnTo>
                    <a:pt x="4448198" y="5786"/>
                  </a:lnTo>
                  <a:lnTo>
                    <a:pt x="4497591" y="11303"/>
                  </a:lnTo>
                  <a:lnTo>
                    <a:pt x="4561826" y="19348"/>
                  </a:lnTo>
                  <a:lnTo>
                    <a:pt x="4638175" y="30143"/>
                  </a:lnTo>
                  <a:lnTo>
                    <a:pt x="4722805" y="43765"/>
                  </a:lnTo>
                  <a:lnTo>
                    <a:pt x="4811580" y="60184"/>
                  </a:lnTo>
                  <a:lnTo>
                    <a:pt x="4900759" y="79337"/>
                  </a:lnTo>
                  <a:lnTo>
                    <a:pt x="4987415" y="101181"/>
                  </a:lnTo>
                  <a:lnTo>
                    <a:pt x="5069584" y="125747"/>
                  </a:lnTo>
                  <a:lnTo>
                    <a:pt x="5146199" y="153172"/>
                  </a:lnTo>
                  <a:lnTo>
                    <a:pt x="5216921" y="183706"/>
                  </a:lnTo>
                  <a:lnTo>
                    <a:pt x="5281937" y="217718"/>
                  </a:lnTo>
                  <a:lnTo>
                    <a:pt x="5341784" y="255683"/>
                  </a:lnTo>
                  <a:lnTo>
                    <a:pt x="5397203" y="298168"/>
                  </a:lnTo>
                  <a:lnTo>
                    <a:pt x="5449034" y="345787"/>
                  </a:lnTo>
                  <a:lnTo>
                    <a:pt x="5498136" y="399135"/>
                  </a:lnTo>
                  <a:lnTo>
                    <a:pt x="5545313" y="458670"/>
                  </a:lnTo>
                  <a:lnTo>
                    <a:pt x="5567201" y="489100"/>
                  </a:lnTo>
                  <a:lnTo>
                    <a:pt x="5602168" y="541312"/>
                  </a:lnTo>
                  <a:lnTo>
                    <a:pt x="5636808" y="597306"/>
                  </a:lnTo>
                  <a:lnTo>
                    <a:pt x="5671327" y="657159"/>
                  </a:lnTo>
                  <a:lnTo>
                    <a:pt x="5705886" y="720889"/>
                  </a:lnTo>
                  <a:lnTo>
                    <a:pt x="5740607" y="788446"/>
                  </a:lnTo>
                  <a:lnTo>
                    <a:pt x="5775577" y="859709"/>
                  </a:lnTo>
                  <a:lnTo>
                    <a:pt x="5810849" y="934479"/>
                  </a:lnTo>
                  <a:lnTo>
                    <a:pt x="5846449" y="1012480"/>
                  </a:lnTo>
                  <a:lnTo>
                    <a:pt x="5882373" y="1093358"/>
                  </a:lnTo>
                  <a:lnTo>
                    <a:pt x="5918596" y="1176686"/>
                  </a:lnTo>
                  <a:lnTo>
                    <a:pt x="5955070" y="1261974"/>
                  </a:lnTo>
                  <a:lnTo>
                    <a:pt x="5991732" y="1348676"/>
                  </a:lnTo>
                  <a:lnTo>
                    <a:pt x="6028506" y="1436206"/>
                  </a:lnTo>
                  <a:lnTo>
                    <a:pt x="6065310" y="1523954"/>
                  </a:lnTo>
                  <a:lnTo>
                    <a:pt x="6102060" y="1611305"/>
                  </a:lnTo>
                  <a:lnTo>
                    <a:pt x="6138674" y="1697653"/>
                  </a:lnTo>
                  <a:lnTo>
                    <a:pt x="6175080" y="1782425"/>
                  </a:lnTo>
                  <a:lnTo>
                    <a:pt x="6211220" y="1865087"/>
                  </a:lnTo>
                  <a:lnTo>
                    <a:pt x="6247052" y="1945168"/>
                  </a:lnTo>
                  <a:lnTo>
                    <a:pt x="6282555" y="2022260"/>
                  </a:lnTo>
                  <a:lnTo>
                    <a:pt x="6317736" y="2096033"/>
                  </a:lnTo>
                  <a:lnTo>
                    <a:pt x="6352626" y="2166233"/>
                  </a:lnTo>
                  <a:lnTo>
                    <a:pt x="6387289" y="2232684"/>
                  </a:lnTo>
                  <a:lnTo>
                    <a:pt x="6421822" y="2295287"/>
                  </a:lnTo>
                  <a:lnTo>
                    <a:pt x="6456358" y="2354011"/>
                  </a:lnTo>
                  <a:lnTo>
                    <a:pt x="6491070" y="2408892"/>
                  </a:lnTo>
                  <a:lnTo>
                    <a:pt x="6515891" y="2445503"/>
                  </a:lnTo>
                  <a:lnTo>
                    <a:pt x="6562403" y="2508040"/>
                  </a:lnTo>
                  <a:lnTo>
                    <a:pt x="6610498" y="2564279"/>
                  </a:lnTo>
                  <a:lnTo>
                    <a:pt x="6660930" y="2614544"/>
                  </a:lnTo>
                  <a:lnTo>
                    <a:pt x="6714541" y="2659385"/>
                  </a:lnTo>
                  <a:lnTo>
                    <a:pt x="6772188" y="2699417"/>
                  </a:lnTo>
                  <a:lnTo>
                    <a:pt x="6834672" y="2735237"/>
                  </a:lnTo>
                  <a:lnTo>
                    <a:pt x="6902641" y="2767367"/>
                  </a:lnTo>
                  <a:lnTo>
                    <a:pt x="6976469" y="2796226"/>
                  </a:lnTo>
                  <a:lnTo>
                    <a:pt x="7056090" y="2822124"/>
                  </a:lnTo>
                  <a:lnTo>
                    <a:pt x="7140806" y="2845249"/>
                  </a:lnTo>
                  <a:lnTo>
                    <a:pt x="7229096" y="2865678"/>
                  </a:lnTo>
                  <a:lnTo>
                    <a:pt x="7318485" y="2883401"/>
                  </a:lnTo>
                  <a:lnTo>
                    <a:pt x="7405584" y="2898356"/>
                  </a:lnTo>
                  <a:lnTo>
                    <a:pt x="7486372" y="2910489"/>
                  </a:lnTo>
                  <a:lnTo>
                    <a:pt x="7556775" y="2919819"/>
                  </a:lnTo>
                  <a:lnTo>
                    <a:pt x="7613442" y="2926497"/>
                  </a:lnTo>
                  <a:lnTo>
                    <a:pt x="7654518" y="2930826"/>
                  </a:lnTo>
                  <a:lnTo>
                    <a:pt x="7680155" y="2933256"/>
                  </a:lnTo>
                  <a:lnTo>
                    <a:pt x="7692626" y="2934323"/>
                  </a:lnTo>
                  <a:lnTo>
                    <a:pt x="7696110" y="2934594"/>
                  </a:lnTo>
                  <a:lnTo>
                    <a:pt x="7696237" y="2934603"/>
                  </a:lnTo>
                  <a:lnTo>
                    <a:pt x="8234974" y="2934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9" name="pl1879"/>
            <p:cNvSpPr/>
            <p:nvPr/>
          </p:nvSpPr>
          <p:spPr>
            <a:xfrm>
              <a:off x="546595" y="668789"/>
              <a:ext cx="8234974" cy="4867413"/>
            </a:xfrm>
            <a:custGeom>
              <a:avLst/>
              <a:pathLst>
                <a:path w="8234974" h="4867413">
                  <a:moveTo>
                    <a:pt x="8234974" y="2934603"/>
                  </a:move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0" y="105"/>
                  </a:lnTo>
                  <a:lnTo>
                    <a:pt x="3841607" y="859"/>
                  </a:lnTo>
                  <a:lnTo>
                    <a:pt x="3827321" y="2942"/>
                  </a:lnTo>
                  <a:lnTo>
                    <a:pt x="3801694" y="7046"/>
                  </a:lnTo>
                  <a:lnTo>
                    <a:pt x="3763335" y="13812"/>
                  </a:lnTo>
                  <a:lnTo>
                    <a:pt x="3712273" y="23776"/>
                  </a:lnTo>
                  <a:lnTo>
                    <a:pt x="3649870" y="37313"/>
                  </a:lnTo>
                  <a:lnTo>
                    <a:pt x="3578515" y="54624"/>
                  </a:lnTo>
                  <a:lnTo>
                    <a:pt x="3501161" y="75758"/>
                  </a:lnTo>
                  <a:lnTo>
                    <a:pt x="3420844" y="100666"/>
                  </a:lnTo>
                  <a:lnTo>
                    <a:pt x="3340287" y="129266"/>
                  </a:lnTo>
                  <a:lnTo>
                    <a:pt x="3261660" y="161504"/>
                  </a:lnTo>
                  <a:lnTo>
                    <a:pt x="3186490" y="197406"/>
                  </a:lnTo>
                  <a:lnTo>
                    <a:pt x="3115692" y="237106"/>
                  </a:lnTo>
                  <a:lnTo>
                    <a:pt x="3049664" y="280867"/>
                  </a:lnTo>
                  <a:lnTo>
                    <a:pt x="2988405" y="329080"/>
                  </a:lnTo>
                  <a:lnTo>
                    <a:pt x="2931633" y="382262"/>
                  </a:lnTo>
                  <a:lnTo>
                    <a:pt x="2878881" y="441044"/>
                  </a:lnTo>
                  <a:lnTo>
                    <a:pt x="2829571" y="506140"/>
                  </a:lnTo>
                  <a:lnTo>
                    <a:pt x="2783078" y="578307"/>
                  </a:lnTo>
                  <a:lnTo>
                    <a:pt x="2738770" y="658265"/>
                  </a:lnTo>
                  <a:lnTo>
                    <a:pt x="2696054" y="746575"/>
                  </a:lnTo>
                  <a:lnTo>
                    <a:pt x="2667772" y="811235"/>
                  </a:lnTo>
                  <a:lnTo>
                    <a:pt x="2639697" y="880191"/>
                  </a:lnTo>
                  <a:lnTo>
                    <a:pt x="2611861" y="953161"/>
                  </a:lnTo>
                  <a:lnTo>
                    <a:pt x="2584151" y="1030224"/>
                  </a:lnTo>
                  <a:lnTo>
                    <a:pt x="2556472" y="1111421"/>
                  </a:lnTo>
                  <a:lnTo>
                    <a:pt x="2528749" y="1196751"/>
                  </a:lnTo>
                  <a:lnTo>
                    <a:pt x="2500920" y="1286165"/>
                  </a:lnTo>
                  <a:lnTo>
                    <a:pt x="2472940" y="1379565"/>
                  </a:lnTo>
                  <a:lnTo>
                    <a:pt x="2444775" y="1476800"/>
                  </a:lnTo>
                  <a:lnTo>
                    <a:pt x="2416406" y="1577666"/>
                  </a:lnTo>
                  <a:lnTo>
                    <a:pt x="2387825" y="1681906"/>
                  </a:lnTo>
                  <a:lnTo>
                    <a:pt x="2359035" y="1789209"/>
                  </a:lnTo>
                  <a:lnTo>
                    <a:pt x="2330049" y="1899215"/>
                  </a:lnTo>
                  <a:lnTo>
                    <a:pt x="2300888" y="2011518"/>
                  </a:lnTo>
                  <a:lnTo>
                    <a:pt x="2271582" y="2125671"/>
                  </a:lnTo>
                  <a:lnTo>
                    <a:pt x="2242165" y="2241194"/>
                  </a:lnTo>
                  <a:lnTo>
                    <a:pt x="2212677" y="2357583"/>
                  </a:lnTo>
                  <a:lnTo>
                    <a:pt x="2183160" y="2474315"/>
                  </a:lnTo>
                  <a:lnTo>
                    <a:pt x="2153659" y="2590864"/>
                  </a:lnTo>
                  <a:lnTo>
                    <a:pt x="2124216" y="2706705"/>
                  </a:lnTo>
                  <a:lnTo>
                    <a:pt x="2094872" y="2821327"/>
                  </a:lnTo>
                  <a:lnTo>
                    <a:pt x="2065663" y="2934242"/>
                  </a:lnTo>
                  <a:lnTo>
                    <a:pt x="2036621" y="3044992"/>
                  </a:lnTo>
                  <a:lnTo>
                    <a:pt x="2007770" y="3153158"/>
                  </a:lnTo>
                  <a:lnTo>
                    <a:pt x="1979124" y="3258366"/>
                  </a:lnTo>
                  <a:lnTo>
                    <a:pt x="1950691" y="3360288"/>
                  </a:lnTo>
                  <a:lnTo>
                    <a:pt x="1922466" y="3458653"/>
                  </a:lnTo>
                  <a:lnTo>
                    <a:pt x="1894432" y="3553238"/>
                  </a:lnTo>
                  <a:lnTo>
                    <a:pt x="1866562" y="3643878"/>
                  </a:lnTo>
                  <a:lnTo>
                    <a:pt x="1838812" y="3730458"/>
                  </a:lnTo>
                  <a:lnTo>
                    <a:pt x="1811127" y="3812915"/>
                  </a:lnTo>
                  <a:lnTo>
                    <a:pt x="1783436" y="3891234"/>
                  </a:lnTo>
                  <a:lnTo>
                    <a:pt x="1755649" y="3965443"/>
                  </a:lnTo>
                  <a:lnTo>
                    <a:pt x="1727660" y="4035610"/>
                  </a:lnTo>
                  <a:lnTo>
                    <a:pt x="1719082" y="4056177"/>
                  </a:lnTo>
                  <a:lnTo>
                    <a:pt x="1677148" y="4150289"/>
                  </a:lnTo>
                  <a:lnTo>
                    <a:pt x="1633979" y="4235858"/>
                  </a:lnTo>
                  <a:lnTo>
                    <a:pt x="1589032" y="4313228"/>
                  </a:lnTo>
                  <a:lnTo>
                    <a:pt x="1541699" y="4383029"/>
                  </a:lnTo>
                  <a:lnTo>
                    <a:pt x="1491345" y="4446004"/>
                  </a:lnTo>
                  <a:lnTo>
                    <a:pt x="1437354" y="4502903"/>
                  </a:lnTo>
                  <a:lnTo>
                    <a:pt x="1379177" y="4554417"/>
                  </a:lnTo>
                  <a:lnTo>
                    <a:pt x="1316398" y="4601142"/>
                  </a:lnTo>
                  <a:lnTo>
                    <a:pt x="1248813" y="4643555"/>
                  </a:lnTo>
                  <a:lnTo>
                    <a:pt x="1176537" y="4682006"/>
                  </a:lnTo>
                  <a:lnTo>
                    <a:pt x="1100122" y="4716716"/>
                  </a:lnTo>
                  <a:lnTo>
                    <a:pt x="1020674" y="4747781"/>
                  </a:lnTo>
                  <a:lnTo>
                    <a:pt x="939927" y="4775197"/>
                  </a:lnTo>
                  <a:lnTo>
                    <a:pt x="860248" y="4798895"/>
                  </a:lnTo>
                  <a:lnTo>
                    <a:pt x="784494" y="4818797"/>
                  </a:lnTo>
                  <a:lnTo>
                    <a:pt x="715724" y="4834877"/>
                  </a:lnTo>
                  <a:lnTo>
                    <a:pt x="656763" y="4847230"/>
                  </a:lnTo>
                  <a:lnTo>
                    <a:pt x="609714" y="4856112"/>
                  </a:lnTo>
                  <a:lnTo>
                    <a:pt x="575532" y="4861954"/>
                  </a:lnTo>
                  <a:lnTo>
                    <a:pt x="553787" y="4865331"/>
                  </a:lnTo>
                  <a:lnTo>
                    <a:pt x="542642" y="4866909"/>
                  </a:lnTo>
                  <a:lnTo>
                    <a:pt x="539007" y="4867380"/>
                  </a:lnTo>
                  <a:lnTo>
                    <a:pt x="538736" y="4867413"/>
                  </a:lnTo>
                  <a:lnTo>
                    <a:pt x="0" y="48674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0" name="pg1880"/>
            <p:cNvSpPr/>
            <p:nvPr/>
          </p:nvSpPr>
          <p:spPr>
            <a:xfrm>
              <a:off x="546595" y="1833919"/>
              <a:ext cx="8234974" cy="3958176"/>
            </a:xfrm>
            <a:custGeom>
              <a:avLst/>
              <a:pathLst>
                <a:path w="8234974" h="3958176">
                  <a:moveTo>
                    <a:pt x="0" y="3832952"/>
                  </a:moveTo>
                  <a:lnTo>
                    <a:pt x="538736" y="3832952"/>
                  </a:lnTo>
                  <a:lnTo>
                    <a:pt x="540039" y="3832956"/>
                  </a:lnTo>
                  <a:lnTo>
                    <a:pt x="548536" y="3832986"/>
                  </a:lnTo>
                  <a:lnTo>
                    <a:pt x="569717" y="3833068"/>
                  </a:lnTo>
                  <a:lnTo>
                    <a:pt x="606979" y="3833230"/>
                  </a:lnTo>
                  <a:lnTo>
                    <a:pt x="661296" y="3833494"/>
                  </a:lnTo>
                  <a:lnTo>
                    <a:pt x="731204" y="3833878"/>
                  </a:lnTo>
                  <a:lnTo>
                    <a:pt x="813288" y="3834390"/>
                  </a:lnTo>
                  <a:lnTo>
                    <a:pt x="903067" y="3835032"/>
                  </a:lnTo>
                  <a:lnTo>
                    <a:pt x="995956" y="3835803"/>
                  </a:lnTo>
                  <a:lnTo>
                    <a:pt x="1088022" y="3836699"/>
                  </a:lnTo>
                  <a:lnTo>
                    <a:pt x="1176383" y="3837720"/>
                  </a:lnTo>
                  <a:lnTo>
                    <a:pt x="1259271" y="3838868"/>
                  </a:lnTo>
                  <a:lnTo>
                    <a:pt x="1335891" y="3840153"/>
                  </a:lnTo>
                  <a:lnTo>
                    <a:pt x="1406183" y="3841591"/>
                  </a:lnTo>
                  <a:lnTo>
                    <a:pt x="1470595" y="3843200"/>
                  </a:lnTo>
                  <a:lnTo>
                    <a:pt x="1529880" y="3845008"/>
                  </a:lnTo>
                  <a:lnTo>
                    <a:pt x="1584953" y="3847043"/>
                  </a:lnTo>
                  <a:lnTo>
                    <a:pt x="1636782" y="3849334"/>
                  </a:lnTo>
                  <a:lnTo>
                    <a:pt x="1686299" y="3851906"/>
                  </a:lnTo>
                  <a:lnTo>
                    <a:pt x="1719082" y="3853822"/>
                  </a:lnTo>
                  <a:lnTo>
                    <a:pt x="1771776" y="3857251"/>
                  </a:lnTo>
                  <a:lnTo>
                    <a:pt x="1823966" y="3861052"/>
                  </a:lnTo>
                  <a:lnTo>
                    <a:pt x="1876245" y="3865229"/>
                  </a:lnTo>
                  <a:lnTo>
                    <a:pt x="1929001" y="3869774"/>
                  </a:lnTo>
                  <a:lnTo>
                    <a:pt x="1982444" y="3874658"/>
                  </a:lnTo>
                  <a:lnTo>
                    <a:pt x="2036632" y="3879838"/>
                  </a:lnTo>
                  <a:lnTo>
                    <a:pt x="2091491" y="3885253"/>
                  </a:lnTo>
                  <a:lnTo>
                    <a:pt x="2146840" y="3890829"/>
                  </a:lnTo>
                  <a:lnTo>
                    <a:pt x="2202428" y="3896480"/>
                  </a:lnTo>
                  <a:lnTo>
                    <a:pt x="2257969" y="3902116"/>
                  </a:lnTo>
                  <a:lnTo>
                    <a:pt x="2313184" y="3907648"/>
                  </a:lnTo>
                  <a:lnTo>
                    <a:pt x="2367841" y="3912995"/>
                  </a:lnTo>
                  <a:lnTo>
                    <a:pt x="2421790" y="3918085"/>
                  </a:lnTo>
                  <a:lnTo>
                    <a:pt x="2474998" y="3922863"/>
                  </a:lnTo>
                  <a:lnTo>
                    <a:pt x="2527568" y="3927291"/>
                  </a:lnTo>
                  <a:lnTo>
                    <a:pt x="2579766" y="3931347"/>
                  </a:lnTo>
                  <a:lnTo>
                    <a:pt x="2632044" y="3935027"/>
                  </a:lnTo>
                  <a:lnTo>
                    <a:pt x="2667772" y="3937305"/>
                  </a:lnTo>
                  <a:lnTo>
                    <a:pt x="2716188" y="3940076"/>
                  </a:lnTo>
                  <a:lnTo>
                    <a:pt x="2766349" y="3942556"/>
                  </a:lnTo>
                  <a:lnTo>
                    <a:pt x="2819111" y="3944762"/>
                  </a:lnTo>
                  <a:lnTo>
                    <a:pt x="2875426" y="3946721"/>
                  </a:lnTo>
                  <a:lnTo>
                    <a:pt x="2936256" y="3948462"/>
                  </a:lnTo>
                  <a:lnTo>
                    <a:pt x="3002477" y="3950014"/>
                  </a:lnTo>
                  <a:lnTo>
                    <a:pt x="3074764" y="3951401"/>
                  </a:lnTo>
                  <a:lnTo>
                    <a:pt x="3153424" y="3952641"/>
                  </a:lnTo>
                  <a:lnTo>
                    <a:pt x="3238190" y="3953748"/>
                  </a:lnTo>
                  <a:lnTo>
                    <a:pt x="3327980" y="3954728"/>
                  </a:lnTo>
                  <a:lnTo>
                    <a:pt x="3420677" y="3955585"/>
                  </a:lnTo>
                  <a:lnTo>
                    <a:pt x="3513042" y="3956315"/>
                  </a:lnTo>
                  <a:lnTo>
                    <a:pt x="3600872" y="3956916"/>
                  </a:lnTo>
                  <a:lnTo>
                    <a:pt x="3679520" y="3957386"/>
                  </a:lnTo>
                  <a:lnTo>
                    <a:pt x="3744736" y="3957730"/>
                  </a:lnTo>
                  <a:lnTo>
                    <a:pt x="3793648" y="3957960"/>
                  </a:lnTo>
                  <a:lnTo>
                    <a:pt x="3825542" y="3958093"/>
                  </a:lnTo>
                  <a:lnTo>
                    <a:pt x="3842191" y="3958156"/>
                  </a:lnTo>
                  <a:lnTo>
                    <a:pt x="3847700" y="3958175"/>
                  </a:lnTo>
                  <a:lnTo>
                    <a:pt x="3848118" y="3958176"/>
                  </a:lnTo>
                  <a:lnTo>
                    <a:pt x="4386855" y="3958176"/>
                  </a:lnTo>
                  <a:lnTo>
                    <a:pt x="4387786" y="3958082"/>
                  </a:lnTo>
                  <a:lnTo>
                    <a:pt x="4393908" y="3957417"/>
                  </a:lnTo>
                  <a:lnTo>
                    <a:pt x="4409341" y="3955577"/>
                  </a:lnTo>
                  <a:lnTo>
                    <a:pt x="4436932" y="3951955"/>
                  </a:lnTo>
                  <a:lnTo>
                    <a:pt x="4478044" y="3945990"/>
                  </a:lnTo>
                  <a:lnTo>
                    <a:pt x="4532451" y="3937228"/>
                  </a:lnTo>
                  <a:lnTo>
                    <a:pt x="4598479" y="3925362"/>
                  </a:lnTo>
                  <a:lnTo>
                    <a:pt x="4673383" y="3910240"/>
                  </a:lnTo>
                  <a:lnTo>
                    <a:pt x="4753898" y="3891840"/>
                  </a:lnTo>
                  <a:lnTo>
                    <a:pt x="4836778" y="3870220"/>
                  </a:lnTo>
                  <a:lnTo>
                    <a:pt x="4919205" y="3845448"/>
                  </a:lnTo>
                  <a:lnTo>
                    <a:pt x="4999027" y="3817556"/>
                  </a:lnTo>
                  <a:lnTo>
                    <a:pt x="5074804" y="3786491"/>
                  </a:lnTo>
                  <a:lnTo>
                    <a:pt x="5145754" y="3752097"/>
                  </a:lnTo>
                  <a:lnTo>
                    <a:pt x="5211622" y="3714099"/>
                  </a:lnTo>
                  <a:lnTo>
                    <a:pt x="5272545" y="3672106"/>
                  </a:lnTo>
                  <a:lnTo>
                    <a:pt x="5328931" y="3625616"/>
                  </a:lnTo>
                  <a:lnTo>
                    <a:pt x="5381349" y="3574035"/>
                  </a:lnTo>
                  <a:lnTo>
                    <a:pt x="5430459" y="3516709"/>
                  </a:lnTo>
                  <a:lnTo>
                    <a:pt x="5476950" y="3452976"/>
                  </a:lnTo>
                  <a:lnTo>
                    <a:pt x="5521491" y="3382262"/>
                  </a:lnTo>
                  <a:lnTo>
                    <a:pt x="5564680" y="3304230"/>
                  </a:lnTo>
                  <a:lnTo>
                    <a:pt x="5567201" y="3299387"/>
                  </a:lnTo>
                  <a:lnTo>
                    <a:pt x="5598032" y="3237688"/>
                  </a:lnTo>
                  <a:lnTo>
                    <a:pt x="5628588" y="3172045"/>
                  </a:lnTo>
                  <a:lnTo>
                    <a:pt x="5659017" y="3102380"/>
                  </a:lnTo>
                  <a:lnTo>
                    <a:pt x="5689436" y="3028658"/>
                  </a:lnTo>
                  <a:lnTo>
                    <a:pt x="5719940" y="2950899"/>
                  </a:lnTo>
                  <a:lnTo>
                    <a:pt x="5750600" y="2869179"/>
                  </a:lnTo>
                  <a:lnTo>
                    <a:pt x="5781469" y="2783634"/>
                  </a:lnTo>
                  <a:lnTo>
                    <a:pt x="5812578" y="2694463"/>
                  </a:lnTo>
                  <a:lnTo>
                    <a:pt x="5843941" y="2601928"/>
                  </a:lnTo>
                  <a:lnTo>
                    <a:pt x="5875558" y="2506354"/>
                  </a:lnTo>
                  <a:lnTo>
                    <a:pt x="5907412" y="2408127"/>
                  </a:lnTo>
                  <a:lnTo>
                    <a:pt x="5939474" y="2307685"/>
                  </a:lnTo>
                  <a:lnTo>
                    <a:pt x="5971705" y="2205514"/>
                  </a:lnTo>
                  <a:lnTo>
                    <a:pt x="6004055" y="2102139"/>
                  </a:lnTo>
                  <a:lnTo>
                    <a:pt x="6036472" y="1998108"/>
                  </a:lnTo>
                  <a:lnTo>
                    <a:pt x="6068898" y="1893989"/>
                  </a:lnTo>
                  <a:lnTo>
                    <a:pt x="6101275" y="1790349"/>
                  </a:lnTo>
                  <a:lnTo>
                    <a:pt x="6133549" y="1687743"/>
                  </a:lnTo>
                  <a:lnTo>
                    <a:pt x="6165668" y="1586706"/>
                  </a:lnTo>
                  <a:lnTo>
                    <a:pt x="6197591" y="1487736"/>
                  </a:lnTo>
                  <a:lnTo>
                    <a:pt x="6229285" y="1391288"/>
                  </a:lnTo>
                  <a:lnTo>
                    <a:pt x="6260728" y="1297765"/>
                  </a:lnTo>
                  <a:lnTo>
                    <a:pt x="6291916" y="1207510"/>
                  </a:lnTo>
                  <a:lnTo>
                    <a:pt x="6322857" y="1120805"/>
                  </a:lnTo>
                  <a:lnTo>
                    <a:pt x="6353578" y="1037871"/>
                  </a:lnTo>
                  <a:lnTo>
                    <a:pt x="6384125" y="958862"/>
                  </a:lnTo>
                  <a:lnTo>
                    <a:pt x="6414561" y="883872"/>
                  </a:lnTo>
                  <a:lnTo>
                    <a:pt x="6444975" y="812939"/>
                  </a:lnTo>
                  <a:lnTo>
                    <a:pt x="6475477" y="746044"/>
                  </a:lnTo>
                  <a:lnTo>
                    <a:pt x="6506204" y="683122"/>
                  </a:lnTo>
                  <a:lnTo>
                    <a:pt x="6515891" y="664233"/>
                  </a:lnTo>
                  <a:lnTo>
                    <a:pt x="6559016" y="585766"/>
                  </a:lnTo>
                  <a:lnTo>
                    <a:pt x="6603461" y="514625"/>
                  </a:lnTo>
                  <a:lnTo>
                    <a:pt x="6649819" y="450494"/>
                  </a:lnTo>
                  <a:lnTo>
                    <a:pt x="6698755" y="392808"/>
                  </a:lnTo>
                  <a:lnTo>
                    <a:pt x="6750959" y="340906"/>
                  </a:lnTo>
                  <a:lnTo>
                    <a:pt x="6807092" y="294132"/>
                  </a:lnTo>
                  <a:lnTo>
                    <a:pt x="6867735" y="251888"/>
                  </a:lnTo>
                  <a:lnTo>
                    <a:pt x="6933303" y="213666"/>
                  </a:lnTo>
                  <a:lnTo>
                    <a:pt x="7003954" y="179068"/>
                  </a:lnTo>
                  <a:lnTo>
                    <a:pt x="7079463" y="147812"/>
                  </a:lnTo>
                  <a:lnTo>
                    <a:pt x="7159078" y="119734"/>
                  </a:lnTo>
                  <a:lnTo>
                    <a:pt x="7241405" y="94778"/>
                  </a:lnTo>
                  <a:lnTo>
                    <a:pt x="7324330" y="72969"/>
                  </a:lnTo>
                  <a:lnTo>
                    <a:pt x="7405073" y="54377"/>
                  </a:lnTo>
                  <a:lnTo>
                    <a:pt x="7480402" y="39061"/>
                  </a:lnTo>
                  <a:lnTo>
                    <a:pt x="7547038" y="27004"/>
                  </a:lnTo>
                  <a:lnTo>
                    <a:pt x="7602192" y="18066"/>
                  </a:lnTo>
                  <a:lnTo>
                    <a:pt x="7644111" y="11948"/>
                  </a:lnTo>
                  <a:lnTo>
                    <a:pt x="7672479" y="8202"/>
                  </a:lnTo>
                  <a:lnTo>
                    <a:pt x="7688565" y="6273"/>
                  </a:lnTo>
                  <a:lnTo>
                    <a:pt x="7695135" y="55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16" y="3952727"/>
                  </a:lnTo>
                  <a:lnTo>
                    <a:pt x="3838319" y="3952697"/>
                  </a:lnTo>
                  <a:lnTo>
                    <a:pt x="3817137" y="3952615"/>
                  </a:lnTo>
                  <a:lnTo>
                    <a:pt x="3779875" y="3952453"/>
                  </a:lnTo>
                  <a:lnTo>
                    <a:pt x="3725559" y="3952189"/>
                  </a:lnTo>
                  <a:lnTo>
                    <a:pt x="3655651" y="3951805"/>
                  </a:lnTo>
                  <a:lnTo>
                    <a:pt x="3573566" y="3951293"/>
                  </a:lnTo>
                  <a:lnTo>
                    <a:pt x="3483787" y="3950651"/>
                  </a:lnTo>
                  <a:lnTo>
                    <a:pt x="3390899" y="3949880"/>
                  </a:lnTo>
                  <a:lnTo>
                    <a:pt x="3298832" y="3948984"/>
                  </a:lnTo>
                  <a:lnTo>
                    <a:pt x="3210471" y="3947963"/>
                  </a:lnTo>
                  <a:lnTo>
                    <a:pt x="3127583" y="3946815"/>
                  </a:lnTo>
                  <a:lnTo>
                    <a:pt x="3050964" y="3945530"/>
                  </a:lnTo>
                  <a:lnTo>
                    <a:pt x="2980672" y="3944092"/>
                  </a:lnTo>
                  <a:lnTo>
                    <a:pt x="2916260" y="3942483"/>
                  </a:lnTo>
                  <a:lnTo>
                    <a:pt x="2856975" y="3940675"/>
                  </a:lnTo>
                  <a:lnTo>
                    <a:pt x="2801902" y="3938640"/>
                  </a:lnTo>
                  <a:lnTo>
                    <a:pt x="2750072" y="3936349"/>
                  </a:lnTo>
                  <a:lnTo>
                    <a:pt x="2700555" y="3933777"/>
                  </a:lnTo>
                  <a:lnTo>
                    <a:pt x="2667772" y="3931861"/>
                  </a:lnTo>
                  <a:lnTo>
                    <a:pt x="2615078" y="3928432"/>
                  </a:lnTo>
                  <a:lnTo>
                    <a:pt x="2562888" y="3924631"/>
                  </a:lnTo>
                  <a:lnTo>
                    <a:pt x="2510609" y="3920454"/>
                  </a:lnTo>
                  <a:lnTo>
                    <a:pt x="2457854" y="3915909"/>
                  </a:lnTo>
                  <a:lnTo>
                    <a:pt x="2404411" y="3911025"/>
                  </a:lnTo>
                  <a:lnTo>
                    <a:pt x="2350222" y="3905845"/>
                  </a:lnTo>
                  <a:lnTo>
                    <a:pt x="2295364" y="3900430"/>
                  </a:lnTo>
                  <a:lnTo>
                    <a:pt x="2240015" y="3894854"/>
                  </a:lnTo>
                  <a:lnTo>
                    <a:pt x="2184427" y="3889203"/>
                  </a:lnTo>
                  <a:lnTo>
                    <a:pt x="2128886" y="3883567"/>
                  </a:lnTo>
                  <a:lnTo>
                    <a:pt x="2073670" y="3878035"/>
                  </a:lnTo>
                  <a:lnTo>
                    <a:pt x="2019014" y="3872688"/>
                  </a:lnTo>
                  <a:lnTo>
                    <a:pt x="1965064" y="3867598"/>
                  </a:lnTo>
                  <a:lnTo>
                    <a:pt x="1911857" y="3862820"/>
                  </a:lnTo>
                  <a:lnTo>
                    <a:pt x="1859287" y="3858392"/>
                  </a:lnTo>
                  <a:lnTo>
                    <a:pt x="1807088" y="3854335"/>
                  </a:lnTo>
                  <a:lnTo>
                    <a:pt x="1754811" y="3850656"/>
                  </a:lnTo>
                  <a:lnTo>
                    <a:pt x="1719082" y="3848378"/>
                  </a:lnTo>
                  <a:lnTo>
                    <a:pt x="1670666" y="3845607"/>
                  </a:lnTo>
                  <a:lnTo>
                    <a:pt x="1620506" y="3843127"/>
                  </a:lnTo>
                  <a:lnTo>
                    <a:pt x="1567744" y="3840921"/>
                  </a:lnTo>
                  <a:lnTo>
                    <a:pt x="1511428" y="3838962"/>
                  </a:lnTo>
                  <a:lnTo>
                    <a:pt x="1450599" y="3837221"/>
                  </a:lnTo>
                  <a:lnTo>
                    <a:pt x="1384378" y="3835669"/>
                  </a:lnTo>
                  <a:lnTo>
                    <a:pt x="1312091" y="3834282"/>
                  </a:lnTo>
                  <a:lnTo>
                    <a:pt x="1233431" y="3833042"/>
                  </a:lnTo>
                  <a:lnTo>
                    <a:pt x="1148664" y="3831935"/>
                  </a:lnTo>
                  <a:lnTo>
                    <a:pt x="1058875" y="3830955"/>
                  </a:lnTo>
                  <a:lnTo>
                    <a:pt x="966178" y="3830098"/>
                  </a:lnTo>
                  <a:lnTo>
                    <a:pt x="873813" y="3829368"/>
                  </a:lnTo>
                  <a:lnTo>
                    <a:pt x="785982" y="3828767"/>
                  </a:lnTo>
                  <a:lnTo>
                    <a:pt x="707334" y="3828297"/>
                  </a:lnTo>
                  <a:lnTo>
                    <a:pt x="642118" y="3827953"/>
                  </a:lnTo>
                  <a:lnTo>
                    <a:pt x="593207" y="3827723"/>
                  </a:lnTo>
                  <a:lnTo>
                    <a:pt x="561313" y="3827590"/>
                  </a:lnTo>
                  <a:lnTo>
                    <a:pt x="544664" y="3827527"/>
                  </a:lnTo>
                  <a:lnTo>
                    <a:pt x="539154" y="3827508"/>
                  </a:lnTo>
                  <a:lnTo>
                    <a:pt x="538736" y="3827507"/>
                  </a:lnTo>
                  <a:lnTo>
                    <a:pt x="0" y="3827507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81" name="pl1881"/>
            <p:cNvSpPr/>
            <p:nvPr/>
          </p:nvSpPr>
          <p:spPr>
            <a:xfrm>
              <a:off x="546595" y="1839364"/>
              <a:ext cx="8234974" cy="3952731"/>
            </a:xfrm>
            <a:custGeom>
              <a:avLst/>
              <a:pathLst>
                <a:path w="8234974" h="3952731">
                  <a:moveTo>
                    <a:pt x="0" y="3827507"/>
                  </a:moveTo>
                  <a:lnTo>
                    <a:pt x="538736" y="3827507"/>
                  </a:lnTo>
                  <a:lnTo>
                    <a:pt x="540039" y="3827511"/>
                  </a:lnTo>
                  <a:lnTo>
                    <a:pt x="548536" y="3827541"/>
                  </a:lnTo>
                  <a:lnTo>
                    <a:pt x="569717" y="3827623"/>
                  </a:lnTo>
                  <a:lnTo>
                    <a:pt x="606979" y="3827785"/>
                  </a:lnTo>
                  <a:lnTo>
                    <a:pt x="661296" y="3828050"/>
                  </a:lnTo>
                  <a:lnTo>
                    <a:pt x="731204" y="3828433"/>
                  </a:lnTo>
                  <a:lnTo>
                    <a:pt x="813288" y="3828945"/>
                  </a:lnTo>
                  <a:lnTo>
                    <a:pt x="903067" y="3829588"/>
                  </a:lnTo>
                  <a:lnTo>
                    <a:pt x="995956" y="3830359"/>
                  </a:lnTo>
                  <a:lnTo>
                    <a:pt x="1088022" y="3831255"/>
                  </a:lnTo>
                  <a:lnTo>
                    <a:pt x="1176383" y="3832275"/>
                  </a:lnTo>
                  <a:lnTo>
                    <a:pt x="1259271" y="3833423"/>
                  </a:lnTo>
                  <a:lnTo>
                    <a:pt x="1335891" y="3834709"/>
                  </a:lnTo>
                  <a:lnTo>
                    <a:pt x="1406183" y="3836146"/>
                  </a:lnTo>
                  <a:lnTo>
                    <a:pt x="1470595" y="3837756"/>
                  </a:lnTo>
                  <a:lnTo>
                    <a:pt x="1529880" y="3839564"/>
                  </a:lnTo>
                  <a:lnTo>
                    <a:pt x="1584953" y="3841598"/>
                  </a:lnTo>
                  <a:lnTo>
                    <a:pt x="1636782" y="3843889"/>
                  </a:lnTo>
                  <a:lnTo>
                    <a:pt x="1686299" y="3846461"/>
                  </a:lnTo>
                  <a:lnTo>
                    <a:pt x="1719082" y="3848378"/>
                  </a:lnTo>
                  <a:lnTo>
                    <a:pt x="1771776" y="3851806"/>
                  </a:lnTo>
                  <a:lnTo>
                    <a:pt x="1823966" y="3855607"/>
                  </a:lnTo>
                  <a:lnTo>
                    <a:pt x="1876245" y="3859785"/>
                  </a:lnTo>
                  <a:lnTo>
                    <a:pt x="1929001" y="3864329"/>
                  </a:lnTo>
                  <a:lnTo>
                    <a:pt x="1982444" y="3869214"/>
                  </a:lnTo>
                  <a:lnTo>
                    <a:pt x="2036632" y="3874394"/>
                  </a:lnTo>
                  <a:lnTo>
                    <a:pt x="2091491" y="3879809"/>
                  </a:lnTo>
                  <a:lnTo>
                    <a:pt x="2146840" y="3885384"/>
                  </a:lnTo>
                  <a:lnTo>
                    <a:pt x="2202428" y="3891035"/>
                  </a:lnTo>
                  <a:lnTo>
                    <a:pt x="2257969" y="3896671"/>
                  </a:lnTo>
                  <a:lnTo>
                    <a:pt x="2313184" y="3902204"/>
                  </a:lnTo>
                  <a:lnTo>
                    <a:pt x="2367841" y="3907550"/>
                  </a:lnTo>
                  <a:lnTo>
                    <a:pt x="2421790" y="3912641"/>
                  </a:lnTo>
                  <a:lnTo>
                    <a:pt x="2474998" y="3917419"/>
                  </a:lnTo>
                  <a:lnTo>
                    <a:pt x="2527568" y="3921847"/>
                  </a:lnTo>
                  <a:lnTo>
                    <a:pt x="2579766" y="3925903"/>
                  </a:lnTo>
                  <a:lnTo>
                    <a:pt x="2632044" y="3929582"/>
                  </a:lnTo>
                  <a:lnTo>
                    <a:pt x="2667772" y="3931861"/>
                  </a:lnTo>
                  <a:lnTo>
                    <a:pt x="2716188" y="3934631"/>
                  </a:lnTo>
                  <a:lnTo>
                    <a:pt x="2766349" y="3937111"/>
                  </a:lnTo>
                  <a:lnTo>
                    <a:pt x="2819111" y="3939317"/>
                  </a:lnTo>
                  <a:lnTo>
                    <a:pt x="2875426" y="3941276"/>
                  </a:lnTo>
                  <a:lnTo>
                    <a:pt x="2936256" y="3943017"/>
                  </a:lnTo>
                  <a:lnTo>
                    <a:pt x="3002477" y="3944569"/>
                  </a:lnTo>
                  <a:lnTo>
                    <a:pt x="3074764" y="3945956"/>
                  </a:lnTo>
                  <a:lnTo>
                    <a:pt x="3153424" y="3947196"/>
                  </a:lnTo>
                  <a:lnTo>
                    <a:pt x="3238190" y="3948303"/>
                  </a:lnTo>
                  <a:lnTo>
                    <a:pt x="3327980" y="3949284"/>
                  </a:lnTo>
                  <a:lnTo>
                    <a:pt x="3420677" y="3950140"/>
                  </a:lnTo>
                  <a:lnTo>
                    <a:pt x="3513042" y="3950870"/>
                  </a:lnTo>
                  <a:lnTo>
                    <a:pt x="3600872" y="3951471"/>
                  </a:lnTo>
                  <a:lnTo>
                    <a:pt x="3679520" y="3951942"/>
                  </a:lnTo>
                  <a:lnTo>
                    <a:pt x="3744736" y="3952286"/>
                  </a:lnTo>
                  <a:lnTo>
                    <a:pt x="3793648" y="3952515"/>
                  </a:lnTo>
                  <a:lnTo>
                    <a:pt x="3825542" y="3952649"/>
                  </a:lnTo>
                  <a:lnTo>
                    <a:pt x="3842191" y="3952711"/>
                  </a:lnTo>
                  <a:lnTo>
                    <a:pt x="3847700" y="3952730"/>
                  </a:lnTo>
                  <a:lnTo>
                    <a:pt x="3848118" y="3952731"/>
                  </a:lnTo>
                  <a:lnTo>
                    <a:pt x="4386855" y="3952731"/>
                  </a:lnTo>
                  <a:lnTo>
                    <a:pt x="4387786" y="3952638"/>
                  </a:lnTo>
                  <a:lnTo>
                    <a:pt x="4393908" y="3951972"/>
                  </a:lnTo>
                  <a:lnTo>
                    <a:pt x="4409341" y="3950132"/>
                  </a:lnTo>
                  <a:lnTo>
                    <a:pt x="4436932" y="3946510"/>
                  </a:lnTo>
                  <a:lnTo>
                    <a:pt x="4478044" y="3940546"/>
                  </a:lnTo>
                  <a:lnTo>
                    <a:pt x="4532451" y="3931784"/>
                  </a:lnTo>
                  <a:lnTo>
                    <a:pt x="4598479" y="3919917"/>
                  </a:lnTo>
                  <a:lnTo>
                    <a:pt x="4673383" y="3904795"/>
                  </a:lnTo>
                  <a:lnTo>
                    <a:pt x="4753898" y="3886396"/>
                  </a:lnTo>
                  <a:lnTo>
                    <a:pt x="4836778" y="3864775"/>
                  </a:lnTo>
                  <a:lnTo>
                    <a:pt x="4919205" y="3840004"/>
                  </a:lnTo>
                  <a:lnTo>
                    <a:pt x="4999027" y="3812111"/>
                  </a:lnTo>
                  <a:lnTo>
                    <a:pt x="5074804" y="3781046"/>
                  </a:lnTo>
                  <a:lnTo>
                    <a:pt x="5145754" y="3746652"/>
                  </a:lnTo>
                  <a:lnTo>
                    <a:pt x="5211622" y="3708654"/>
                  </a:lnTo>
                  <a:lnTo>
                    <a:pt x="5272545" y="3666661"/>
                  </a:lnTo>
                  <a:lnTo>
                    <a:pt x="5328931" y="3620171"/>
                  </a:lnTo>
                  <a:lnTo>
                    <a:pt x="5381349" y="3568590"/>
                  </a:lnTo>
                  <a:lnTo>
                    <a:pt x="5430459" y="3511264"/>
                  </a:lnTo>
                  <a:lnTo>
                    <a:pt x="5476950" y="3447532"/>
                  </a:lnTo>
                  <a:lnTo>
                    <a:pt x="5521491" y="3376818"/>
                  </a:lnTo>
                  <a:lnTo>
                    <a:pt x="5564680" y="3298785"/>
                  </a:lnTo>
                  <a:lnTo>
                    <a:pt x="5567201" y="3293943"/>
                  </a:lnTo>
                  <a:lnTo>
                    <a:pt x="5598032" y="3232243"/>
                  </a:lnTo>
                  <a:lnTo>
                    <a:pt x="5628588" y="3166601"/>
                  </a:lnTo>
                  <a:lnTo>
                    <a:pt x="5659017" y="3096935"/>
                  </a:lnTo>
                  <a:lnTo>
                    <a:pt x="5689436" y="3023214"/>
                  </a:lnTo>
                  <a:lnTo>
                    <a:pt x="5719940" y="2945455"/>
                  </a:lnTo>
                  <a:lnTo>
                    <a:pt x="5750600" y="2863735"/>
                  </a:lnTo>
                  <a:lnTo>
                    <a:pt x="5781469" y="2778190"/>
                  </a:lnTo>
                  <a:lnTo>
                    <a:pt x="5812578" y="2689018"/>
                  </a:lnTo>
                  <a:lnTo>
                    <a:pt x="5843941" y="2596483"/>
                  </a:lnTo>
                  <a:lnTo>
                    <a:pt x="5875558" y="2500910"/>
                  </a:lnTo>
                  <a:lnTo>
                    <a:pt x="5907412" y="2402683"/>
                  </a:lnTo>
                  <a:lnTo>
                    <a:pt x="5939474" y="2302241"/>
                  </a:lnTo>
                  <a:lnTo>
                    <a:pt x="5971705" y="2200070"/>
                  </a:lnTo>
                  <a:lnTo>
                    <a:pt x="6004055" y="2096694"/>
                  </a:lnTo>
                  <a:lnTo>
                    <a:pt x="6036472" y="1992664"/>
                  </a:lnTo>
                  <a:lnTo>
                    <a:pt x="6068898" y="1888545"/>
                  </a:lnTo>
                  <a:lnTo>
                    <a:pt x="6101275" y="1784904"/>
                  </a:lnTo>
                  <a:lnTo>
                    <a:pt x="6133549" y="1682299"/>
                  </a:lnTo>
                  <a:lnTo>
                    <a:pt x="6165668" y="1581261"/>
                  </a:lnTo>
                  <a:lnTo>
                    <a:pt x="6197591" y="1482292"/>
                  </a:lnTo>
                  <a:lnTo>
                    <a:pt x="6229285" y="1385844"/>
                  </a:lnTo>
                  <a:lnTo>
                    <a:pt x="6260728" y="1292320"/>
                  </a:lnTo>
                  <a:lnTo>
                    <a:pt x="6291916" y="1202065"/>
                  </a:lnTo>
                  <a:lnTo>
                    <a:pt x="6322857" y="1115361"/>
                  </a:lnTo>
                  <a:lnTo>
                    <a:pt x="6353578" y="1032426"/>
                  </a:lnTo>
                  <a:lnTo>
                    <a:pt x="6384125" y="953417"/>
                  </a:lnTo>
                  <a:lnTo>
                    <a:pt x="6414561" y="878428"/>
                  </a:lnTo>
                  <a:lnTo>
                    <a:pt x="6444975" y="807494"/>
                  </a:lnTo>
                  <a:lnTo>
                    <a:pt x="6475477" y="740599"/>
                  </a:lnTo>
                  <a:lnTo>
                    <a:pt x="6506204" y="677677"/>
                  </a:lnTo>
                  <a:lnTo>
                    <a:pt x="6515891" y="658788"/>
                  </a:lnTo>
                  <a:lnTo>
                    <a:pt x="6559016" y="580322"/>
                  </a:lnTo>
                  <a:lnTo>
                    <a:pt x="6603461" y="509181"/>
                  </a:lnTo>
                  <a:lnTo>
                    <a:pt x="6649819" y="445050"/>
                  </a:lnTo>
                  <a:lnTo>
                    <a:pt x="6698755" y="387363"/>
                  </a:lnTo>
                  <a:lnTo>
                    <a:pt x="6750959" y="335461"/>
                  </a:lnTo>
                  <a:lnTo>
                    <a:pt x="6807092" y="288688"/>
                  </a:lnTo>
                  <a:lnTo>
                    <a:pt x="6867735" y="246443"/>
                  </a:lnTo>
                  <a:lnTo>
                    <a:pt x="6933303" y="208221"/>
                  </a:lnTo>
                  <a:lnTo>
                    <a:pt x="7003954" y="173623"/>
                  </a:lnTo>
                  <a:lnTo>
                    <a:pt x="7079463" y="142367"/>
                  </a:lnTo>
                  <a:lnTo>
                    <a:pt x="7159078" y="114289"/>
                  </a:lnTo>
                  <a:lnTo>
                    <a:pt x="7241405" y="89333"/>
                  </a:lnTo>
                  <a:lnTo>
                    <a:pt x="7324330" y="67524"/>
                  </a:lnTo>
                  <a:lnTo>
                    <a:pt x="7405073" y="48933"/>
                  </a:lnTo>
                  <a:lnTo>
                    <a:pt x="7480402" y="33616"/>
                  </a:lnTo>
                  <a:lnTo>
                    <a:pt x="7547038" y="21560"/>
                  </a:lnTo>
                  <a:lnTo>
                    <a:pt x="7602192" y="12622"/>
                  </a:lnTo>
                  <a:lnTo>
                    <a:pt x="7644111" y="6503"/>
                  </a:lnTo>
                  <a:lnTo>
                    <a:pt x="7672479" y="2757"/>
                  </a:lnTo>
                  <a:lnTo>
                    <a:pt x="7688565" y="829"/>
                  </a:lnTo>
                  <a:lnTo>
                    <a:pt x="7695135" y="111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2" name="pl1882"/>
            <p:cNvSpPr/>
            <p:nvPr/>
          </p:nvSpPr>
          <p:spPr>
            <a:xfrm>
              <a:off x="546595" y="1833919"/>
              <a:ext cx="8234974" cy="3952731"/>
            </a:xfrm>
            <a:custGeom>
              <a:avLst/>
              <a:pathLst>
                <a:path w="8234974" h="3952731">
                  <a:moveTo>
                    <a:pt x="8234974" y="0"/>
                  </a:moveTo>
                  <a:lnTo>
                    <a:pt x="7696237" y="0"/>
                  </a:lnTo>
                  <a:lnTo>
                    <a:pt x="7695306" y="93"/>
                  </a:lnTo>
                  <a:lnTo>
                    <a:pt x="7689184" y="759"/>
                  </a:lnTo>
                  <a:lnTo>
                    <a:pt x="7673751" y="2599"/>
                  </a:lnTo>
                  <a:lnTo>
                    <a:pt x="7646160" y="6221"/>
                  </a:lnTo>
                  <a:lnTo>
                    <a:pt x="7605049" y="12185"/>
                  </a:lnTo>
                  <a:lnTo>
                    <a:pt x="7550641" y="20947"/>
                  </a:lnTo>
                  <a:lnTo>
                    <a:pt x="7484614" y="32814"/>
                  </a:lnTo>
                  <a:lnTo>
                    <a:pt x="7409710" y="47936"/>
                  </a:lnTo>
                  <a:lnTo>
                    <a:pt x="7329194" y="66335"/>
                  </a:lnTo>
                  <a:lnTo>
                    <a:pt x="7246315" y="87956"/>
                  </a:lnTo>
                  <a:lnTo>
                    <a:pt x="7163887" y="112727"/>
                  </a:lnTo>
                  <a:lnTo>
                    <a:pt x="7084066" y="140620"/>
                  </a:lnTo>
                  <a:lnTo>
                    <a:pt x="7008288" y="171684"/>
                  </a:lnTo>
                  <a:lnTo>
                    <a:pt x="6937339" y="206078"/>
                  </a:lnTo>
                  <a:lnTo>
                    <a:pt x="6871471" y="244076"/>
                  </a:lnTo>
                  <a:lnTo>
                    <a:pt x="6810547" y="286070"/>
                  </a:lnTo>
                  <a:lnTo>
                    <a:pt x="6754162" y="332560"/>
                  </a:lnTo>
                  <a:lnTo>
                    <a:pt x="6701743" y="384140"/>
                  </a:lnTo>
                  <a:lnTo>
                    <a:pt x="6652633" y="441467"/>
                  </a:lnTo>
                  <a:lnTo>
                    <a:pt x="6606142" y="505199"/>
                  </a:lnTo>
                  <a:lnTo>
                    <a:pt x="6561601" y="575913"/>
                  </a:lnTo>
                  <a:lnTo>
                    <a:pt x="6518413" y="653945"/>
                  </a:lnTo>
                  <a:lnTo>
                    <a:pt x="6515891" y="658788"/>
                  </a:lnTo>
                  <a:lnTo>
                    <a:pt x="6485061" y="720488"/>
                  </a:lnTo>
                  <a:lnTo>
                    <a:pt x="6454504" y="786130"/>
                  </a:lnTo>
                  <a:lnTo>
                    <a:pt x="6424076" y="855796"/>
                  </a:lnTo>
                  <a:lnTo>
                    <a:pt x="6393657" y="929517"/>
                  </a:lnTo>
                  <a:lnTo>
                    <a:pt x="6363153" y="1007276"/>
                  </a:lnTo>
                  <a:lnTo>
                    <a:pt x="6332492" y="1088996"/>
                  </a:lnTo>
                  <a:lnTo>
                    <a:pt x="6301624" y="1174541"/>
                  </a:lnTo>
                  <a:lnTo>
                    <a:pt x="6270515" y="1263713"/>
                  </a:lnTo>
                  <a:lnTo>
                    <a:pt x="6239151" y="1356248"/>
                  </a:lnTo>
                  <a:lnTo>
                    <a:pt x="6207534" y="1451821"/>
                  </a:lnTo>
                  <a:lnTo>
                    <a:pt x="6175680" y="1550048"/>
                  </a:lnTo>
                  <a:lnTo>
                    <a:pt x="6143618" y="1650490"/>
                  </a:lnTo>
                  <a:lnTo>
                    <a:pt x="6111388" y="1752661"/>
                  </a:lnTo>
                  <a:lnTo>
                    <a:pt x="6079037" y="1856037"/>
                  </a:lnTo>
                  <a:lnTo>
                    <a:pt x="6046620" y="1960067"/>
                  </a:lnTo>
                  <a:lnTo>
                    <a:pt x="6014194" y="2064186"/>
                  </a:lnTo>
                  <a:lnTo>
                    <a:pt x="5981817" y="2167827"/>
                  </a:lnTo>
                  <a:lnTo>
                    <a:pt x="5949543" y="2270432"/>
                  </a:lnTo>
                  <a:lnTo>
                    <a:pt x="5917424" y="2371469"/>
                  </a:lnTo>
                  <a:lnTo>
                    <a:pt x="5885501" y="2470439"/>
                  </a:lnTo>
                  <a:lnTo>
                    <a:pt x="5853808" y="2566887"/>
                  </a:lnTo>
                  <a:lnTo>
                    <a:pt x="5822364" y="2660411"/>
                  </a:lnTo>
                  <a:lnTo>
                    <a:pt x="5791176" y="2750666"/>
                  </a:lnTo>
                  <a:lnTo>
                    <a:pt x="5760235" y="2837370"/>
                  </a:lnTo>
                  <a:lnTo>
                    <a:pt x="5729514" y="2920304"/>
                  </a:lnTo>
                  <a:lnTo>
                    <a:pt x="5698968" y="2999314"/>
                  </a:lnTo>
                  <a:lnTo>
                    <a:pt x="5668531" y="3074303"/>
                  </a:lnTo>
                  <a:lnTo>
                    <a:pt x="5638117" y="3145237"/>
                  </a:lnTo>
                  <a:lnTo>
                    <a:pt x="5607615" y="3212132"/>
                  </a:lnTo>
                  <a:lnTo>
                    <a:pt x="5576888" y="3275054"/>
                  </a:lnTo>
                  <a:lnTo>
                    <a:pt x="5567201" y="3293943"/>
                  </a:lnTo>
                  <a:lnTo>
                    <a:pt x="5524077" y="3372409"/>
                  </a:lnTo>
                  <a:lnTo>
                    <a:pt x="5479632" y="3443550"/>
                  </a:lnTo>
                  <a:lnTo>
                    <a:pt x="5433274" y="3507681"/>
                  </a:lnTo>
                  <a:lnTo>
                    <a:pt x="5384338" y="3565368"/>
                  </a:lnTo>
                  <a:lnTo>
                    <a:pt x="5332134" y="3617269"/>
                  </a:lnTo>
                  <a:lnTo>
                    <a:pt x="5276000" y="3664043"/>
                  </a:lnTo>
                  <a:lnTo>
                    <a:pt x="5215358" y="3706287"/>
                  </a:lnTo>
                  <a:lnTo>
                    <a:pt x="5149790" y="3744509"/>
                  </a:lnTo>
                  <a:lnTo>
                    <a:pt x="5079138" y="3779108"/>
                  </a:lnTo>
                  <a:lnTo>
                    <a:pt x="5003630" y="3810364"/>
                  </a:lnTo>
                  <a:lnTo>
                    <a:pt x="4924014" y="3838441"/>
                  </a:lnTo>
                  <a:lnTo>
                    <a:pt x="4841688" y="3863398"/>
                  </a:lnTo>
                  <a:lnTo>
                    <a:pt x="4758763" y="3885206"/>
                  </a:lnTo>
                  <a:lnTo>
                    <a:pt x="4678020" y="3903798"/>
                  </a:lnTo>
                  <a:lnTo>
                    <a:pt x="4602691" y="3919115"/>
                  </a:lnTo>
                  <a:lnTo>
                    <a:pt x="4536055" y="3931171"/>
                  </a:lnTo>
                  <a:lnTo>
                    <a:pt x="4480900" y="3940109"/>
                  </a:lnTo>
                  <a:lnTo>
                    <a:pt x="4438981" y="3946228"/>
                  </a:lnTo>
                  <a:lnTo>
                    <a:pt x="4410614" y="3949973"/>
                  </a:lnTo>
                  <a:lnTo>
                    <a:pt x="4394527" y="3951902"/>
                  </a:lnTo>
                  <a:lnTo>
                    <a:pt x="4387958" y="3952620"/>
                  </a:lnTo>
                  <a:lnTo>
                    <a:pt x="4386855" y="3952731"/>
                  </a:lnTo>
                  <a:lnTo>
                    <a:pt x="4386855" y="3952731"/>
                  </a:lnTo>
                  <a:lnTo>
                    <a:pt x="3848118" y="3952731"/>
                  </a:lnTo>
                  <a:lnTo>
                    <a:pt x="3846816" y="3952727"/>
                  </a:lnTo>
                  <a:lnTo>
                    <a:pt x="3838319" y="3952697"/>
                  </a:lnTo>
                  <a:lnTo>
                    <a:pt x="3817137" y="3952615"/>
                  </a:lnTo>
                  <a:lnTo>
                    <a:pt x="3779875" y="3952453"/>
                  </a:lnTo>
                  <a:lnTo>
                    <a:pt x="3725559" y="3952189"/>
                  </a:lnTo>
                  <a:lnTo>
                    <a:pt x="3655651" y="3951805"/>
                  </a:lnTo>
                  <a:lnTo>
                    <a:pt x="3573566" y="3951293"/>
                  </a:lnTo>
                  <a:lnTo>
                    <a:pt x="3483787" y="3950651"/>
                  </a:lnTo>
                  <a:lnTo>
                    <a:pt x="3390899" y="3949880"/>
                  </a:lnTo>
                  <a:lnTo>
                    <a:pt x="3298832" y="3948984"/>
                  </a:lnTo>
                  <a:lnTo>
                    <a:pt x="3210471" y="3947963"/>
                  </a:lnTo>
                  <a:lnTo>
                    <a:pt x="3127583" y="3946815"/>
                  </a:lnTo>
                  <a:lnTo>
                    <a:pt x="3050964" y="3945530"/>
                  </a:lnTo>
                  <a:lnTo>
                    <a:pt x="2980672" y="3944092"/>
                  </a:lnTo>
                  <a:lnTo>
                    <a:pt x="2916260" y="3942483"/>
                  </a:lnTo>
                  <a:lnTo>
                    <a:pt x="2856975" y="3940675"/>
                  </a:lnTo>
                  <a:lnTo>
                    <a:pt x="2801902" y="3938640"/>
                  </a:lnTo>
                  <a:lnTo>
                    <a:pt x="2750072" y="3936349"/>
                  </a:lnTo>
                  <a:lnTo>
                    <a:pt x="2700555" y="3933777"/>
                  </a:lnTo>
                  <a:lnTo>
                    <a:pt x="2667772" y="3931861"/>
                  </a:lnTo>
                  <a:lnTo>
                    <a:pt x="2615078" y="3928432"/>
                  </a:lnTo>
                  <a:lnTo>
                    <a:pt x="2562888" y="3924631"/>
                  </a:lnTo>
                  <a:lnTo>
                    <a:pt x="2510609" y="3920454"/>
                  </a:lnTo>
                  <a:lnTo>
                    <a:pt x="2457854" y="3915909"/>
                  </a:lnTo>
                  <a:lnTo>
                    <a:pt x="2404411" y="3911025"/>
                  </a:lnTo>
                  <a:lnTo>
                    <a:pt x="2350222" y="3905845"/>
                  </a:lnTo>
                  <a:lnTo>
                    <a:pt x="2295364" y="3900430"/>
                  </a:lnTo>
                  <a:lnTo>
                    <a:pt x="2240015" y="3894854"/>
                  </a:lnTo>
                  <a:lnTo>
                    <a:pt x="2184427" y="3889203"/>
                  </a:lnTo>
                  <a:lnTo>
                    <a:pt x="2128886" y="3883567"/>
                  </a:lnTo>
                  <a:lnTo>
                    <a:pt x="2073670" y="3878035"/>
                  </a:lnTo>
                  <a:lnTo>
                    <a:pt x="2019014" y="3872688"/>
                  </a:lnTo>
                  <a:lnTo>
                    <a:pt x="1965064" y="3867598"/>
                  </a:lnTo>
                  <a:lnTo>
                    <a:pt x="1911857" y="3862820"/>
                  </a:lnTo>
                  <a:lnTo>
                    <a:pt x="1859287" y="3858392"/>
                  </a:lnTo>
                  <a:lnTo>
                    <a:pt x="1807088" y="3854335"/>
                  </a:lnTo>
                  <a:lnTo>
                    <a:pt x="1754811" y="3850656"/>
                  </a:lnTo>
                  <a:lnTo>
                    <a:pt x="1719082" y="3848378"/>
                  </a:lnTo>
                  <a:lnTo>
                    <a:pt x="1670666" y="3845607"/>
                  </a:lnTo>
                  <a:lnTo>
                    <a:pt x="1620506" y="3843127"/>
                  </a:lnTo>
                  <a:lnTo>
                    <a:pt x="1567744" y="3840921"/>
                  </a:lnTo>
                  <a:lnTo>
                    <a:pt x="1511428" y="3838962"/>
                  </a:lnTo>
                  <a:lnTo>
                    <a:pt x="1450599" y="3837221"/>
                  </a:lnTo>
                  <a:lnTo>
                    <a:pt x="1384378" y="3835669"/>
                  </a:lnTo>
                  <a:lnTo>
                    <a:pt x="1312091" y="3834282"/>
                  </a:lnTo>
                  <a:lnTo>
                    <a:pt x="1233431" y="3833042"/>
                  </a:lnTo>
                  <a:lnTo>
                    <a:pt x="1148664" y="3831935"/>
                  </a:lnTo>
                  <a:lnTo>
                    <a:pt x="1058875" y="3830955"/>
                  </a:lnTo>
                  <a:lnTo>
                    <a:pt x="966178" y="3830098"/>
                  </a:lnTo>
                  <a:lnTo>
                    <a:pt x="873813" y="3829368"/>
                  </a:lnTo>
                  <a:lnTo>
                    <a:pt x="785982" y="3828767"/>
                  </a:lnTo>
                  <a:lnTo>
                    <a:pt x="707334" y="3828297"/>
                  </a:lnTo>
                  <a:lnTo>
                    <a:pt x="642118" y="3827953"/>
                  </a:lnTo>
                  <a:lnTo>
                    <a:pt x="593207" y="3827723"/>
                  </a:lnTo>
                  <a:lnTo>
                    <a:pt x="561313" y="3827590"/>
                  </a:lnTo>
                  <a:lnTo>
                    <a:pt x="544664" y="3827527"/>
                  </a:lnTo>
                  <a:lnTo>
                    <a:pt x="539154" y="3827508"/>
                  </a:lnTo>
                  <a:lnTo>
                    <a:pt x="538736" y="3827507"/>
                  </a:lnTo>
                  <a:lnTo>
                    <a:pt x="0" y="3827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3" name="pg1883"/>
            <p:cNvSpPr/>
            <p:nvPr/>
          </p:nvSpPr>
          <p:spPr>
            <a:xfrm>
              <a:off x="546595" y="521786"/>
              <a:ext cx="8234974" cy="5324754"/>
            </a:xfrm>
            <a:custGeom>
              <a:avLst/>
              <a:pathLst>
                <a:path w="8234974" h="5324754">
                  <a:moveTo>
                    <a:pt x="0" y="5150529"/>
                  </a:moveTo>
                  <a:lnTo>
                    <a:pt x="538736" y="5150529"/>
                  </a:lnTo>
                  <a:lnTo>
                    <a:pt x="540038" y="5150535"/>
                  </a:lnTo>
                  <a:lnTo>
                    <a:pt x="548534" y="5150576"/>
                  </a:lnTo>
                  <a:lnTo>
                    <a:pt x="569711" y="5150691"/>
                  </a:lnTo>
                  <a:lnTo>
                    <a:pt x="606966" y="5150916"/>
                  </a:lnTo>
                  <a:lnTo>
                    <a:pt x="661273" y="5151283"/>
                  </a:lnTo>
                  <a:lnTo>
                    <a:pt x="731170" y="5151817"/>
                  </a:lnTo>
                  <a:lnTo>
                    <a:pt x="813244" y="5152529"/>
                  </a:lnTo>
                  <a:lnTo>
                    <a:pt x="903013" y="5153423"/>
                  </a:lnTo>
                  <a:lnTo>
                    <a:pt x="995895" y="5154495"/>
                  </a:lnTo>
                  <a:lnTo>
                    <a:pt x="1087956" y="5155742"/>
                  </a:lnTo>
                  <a:lnTo>
                    <a:pt x="1176314" y="5157161"/>
                  </a:lnTo>
                  <a:lnTo>
                    <a:pt x="1259201" y="5158759"/>
                  </a:lnTo>
                  <a:lnTo>
                    <a:pt x="1335821" y="5160547"/>
                  </a:lnTo>
                  <a:lnTo>
                    <a:pt x="1406114" y="5162546"/>
                  </a:lnTo>
                  <a:lnTo>
                    <a:pt x="1470527" y="5164785"/>
                  </a:lnTo>
                  <a:lnTo>
                    <a:pt x="1529813" y="5167300"/>
                  </a:lnTo>
                  <a:lnTo>
                    <a:pt x="1584887" y="5170130"/>
                  </a:lnTo>
                  <a:lnTo>
                    <a:pt x="1636716" y="5173317"/>
                  </a:lnTo>
                  <a:lnTo>
                    <a:pt x="1686232" y="5176895"/>
                  </a:lnTo>
                  <a:lnTo>
                    <a:pt x="1719082" y="5179566"/>
                  </a:lnTo>
                  <a:lnTo>
                    <a:pt x="1771683" y="5184327"/>
                  </a:lnTo>
                  <a:lnTo>
                    <a:pt x="1823780" y="5189605"/>
                  </a:lnTo>
                  <a:lnTo>
                    <a:pt x="1875963" y="5195404"/>
                  </a:lnTo>
                  <a:lnTo>
                    <a:pt x="1928621" y="5201713"/>
                  </a:lnTo>
                  <a:lnTo>
                    <a:pt x="1981962" y="5208493"/>
                  </a:lnTo>
                  <a:lnTo>
                    <a:pt x="2036047" y="5215683"/>
                  </a:lnTo>
                  <a:lnTo>
                    <a:pt x="2090800" y="5223201"/>
                  </a:lnTo>
                  <a:lnTo>
                    <a:pt x="2146045" y="5230942"/>
                  </a:lnTo>
                  <a:lnTo>
                    <a:pt x="2201532" y="5238789"/>
                  </a:lnTo>
                  <a:lnTo>
                    <a:pt x="2256977" y="5246618"/>
                  </a:lnTo>
                  <a:lnTo>
                    <a:pt x="2312102" y="5254305"/>
                  </a:lnTo>
                  <a:lnTo>
                    <a:pt x="2366674" y="5261737"/>
                  </a:lnTo>
                  <a:lnTo>
                    <a:pt x="2420544" y="5268815"/>
                  </a:lnTo>
                  <a:lnTo>
                    <a:pt x="2473673" y="5275463"/>
                  </a:lnTo>
                  <a:lnTo>
                    <a:pt x="2526163" y="5281625"/>
                  </a:lnTo>
                  <a:lnTo>
                    <a:pt x="2578273" y="5287273"/>
                  </a:lnTo>
                  <a:lnTo>
                    <a:pt x="2630446" y="5292398"/>
                  </a:lnTo>
                  <a:lnTo>
                    <a:pt x="2667772" y="5295716"/>
                  </a:lnTo>
                  <a:lnTo>
                    <a:pt x="2716185" y="5299571"/>
                  </a:lnTo>
                  <a:lnTo>
                    <a:pt x="2766342" y="5303021"/>
                  </a:lnTo>
                  <a:lnTo>
                    <a:pt x="2819099" y="5306090"/>
                  </a:lnTo>
                  <a:lnTo>
                    <a:pt x="2875409" y="5308815"/>
                  </a:lnTo>
                  <a:lnTo>
                    <a:pt x="2936233" y="5311238"/>
                  </a:lnTo>
                  <a:lnTo>
                    <a:pt x="3002447" y="5313397"/>
                  </a:lnTo>
                  <a:lnTo>
                    <a:pt x="3074725" y="5315327"/>
                  </a:lnTo>
                  <a:lnTo>
                    <a:pt x="3153376" y="5317052"/>
                  </a:lnTo>
                  <a:lnTo>
                    <a:pt x="3238133" y="5318592"/>
                  </a:lnTo>
                  <a:lnTo>
                    <a:pt x="3327913" y="5319956"/>
                  </a:lnTo>
                  <a:lnTo>
                    <a:pt x="3420602" y="5321148"/>
                  </a:lnTo>
                  <a:lnTo>
                    <a:pt x="3512962" y="5322164"/>
                  </a:lnTo>
                  <a:lnTo>
                    <a:pt x="3600793" y="5323000"/>
                  </a:lnTo>
                  <a:lnTo>
                    <a:pt x="3679446" y="5323655"/>
                  </a:lnTo>
                  <a:lnTo>
                    <a:pt x="3744674" y="5324133"/>
                  </a:lnTo>
                  <a:lnTo>
                    <a:pt x="3793601" y="5324453"/>
                  </a:lnTo>
                  <a:lnTo>
                    <a:pt x="3825512" y="5324639"/>
                  </a:lnTo>
                  <a:lnTo>
                    <a:pt x="3842177" y="5324726"/>
                  </a:lnTo>
                  <a:lnTo>
                    <a:pt x="3847698" y="5324752"/>
                  </a:lnTo>
                  <a:lnTo>
                    <a:pt x="3848118" y="5324754"/>
                  </a:lnTo>
                  <a:lnTo>
                    <a:pt x="4386855" y="5324754"/>
                  </a:lnTo>
                  <a:lnTo>
                    <a:pt x="4387678" y="5324643"/>
                  </a:lnTo>
                  <a:lnTo>
                    <a:pt x="4393100" y="5323855"/>
                  </a:lnTo>
                  <a:lnTo>
                    <a:pt x="4406819" y="5321676"/>
                  </a:lnTo>
                  <a:lnTo>
                    <a:pt x="4431470" y="5317384"/>
                  </a:lnTo>
                  <a:lnTo>
                    <a:pt x="4468454" y="5310300"/>
                  </a:lnTo>
                  <a:lnTo>
                    <a:pt x="4517830" y="5299856"/>
                  </a:lnTo>
                  <a:lnTo>
                    <a:pt x="4578384" y="5285646"/>
                  </a:lnTo>
                  <a:lnTo>
                    <a:pt x="4647903" y="5267443"/>
                  </a:lnTo>
                  <a:lnTo>
                    <a:pt x="4723592" y="5245179"/>
                  </a:lnTo>
                  <a:lnTo>
                    <a:pt x="4802529" y="5218898"/>
                  </a:lnTo>
                  <a:lnTo>
                    <a:pt x="4882049" y="5188686"/>
                  </a:lnTo>
                  <a:lnTo>
                    <a:pt x="4959985" y="5154606"/>
                  </a:lnTo>
                  <a:lnTo>
                    <a:pt x="5034771" y="5116649"/>
                  </a:lnTo>
                  <a:lnTo>
                    <a:pt x="5105434" y="5074696"/>
                  </a:lnTo>
                  <a:lnTo>
                    <a:pt x="5171504" y="5028500"/>
                  </a:lnTo>
                  <a:lnTo>
                    <a:pt x="5232913" y="4977678"/>
                  </a:lnTo>
                  <a:lnTo>
                    <a:pt x="5289880" y="4921718"/>
                  </a:lnTo>
                  <a:lnTo>
                    <a:pt x="5342820" y="4859986"/>
                  </a:lnTo>
                  <a:lnTo>
                    <a:pt x="5392263" y="4791752"/>
                  </a:lnTo>
                  <a:lnTo>
                    <a:pt x="5438801" y="4716232"/>
                  </a:lnTo>
                  <a:lnTo>
                    <a:pt x="5483043" y="4632648"/>
                  </a:lnTo>
                  <a:lnTo>
                    <a:pt x="5525572" y="4540346"/>
                  </a:lnTo>
                  <a:lnTo>
                    <a:pt x="5566904" y="4438973"/>
                  </a:lnTo>
                  <a:lnTo>
                    <a:pt x="5567201" y="4438202"/>
                  </a:lnTo>
                  <a:lnTo>
                    <a:pt x="5594149" y="4365968"/>
                  </a:lnTo>
                  <a:lnTo>
                    <a:pt x="5620873" y="4289697"/>
                  </a:lnTo>
                  <a:lnTo>
                    <a:pt x="5647473" y="4209312"/>
                  </a:lnTo>
                  <a:lnTo>
                    <a:pt x="5674035" y="4124768"/>
                  </a:lnTo>
                  <a:lnTo>
                    <a:pt x="5700627" y="4036061"/>
                  </a:lnTo>
                  <a:lnTo>
                    <a:pt x="5727307" y="3943229"/>
                  </a:lnTo>
                  <a:lnTo>
                    <a:pt x="5754117" y="3846357"/>
                  </a:lnTo>
                  <a:lnTo>
                    <a:pt x="5781090" y="3745577"/>
                  </a:lnTo>
                  <a:lnTo>
                    <a:pt x="5808246" y="3641069"/>
                  </a:lnTo>
                  <a:lnTo>
                    <a:pt x="5835596" y="3533065"/>
                  </a:lnTo>
                  <a:lnTo>
                    <a:pt x="5863141" y="3421845"/>
                  </a:lnTo>
                  <a:lnTo>
                    <a:pt x="5890872" y="3307738"/>
                  </a:lnTo>
                  <a:lnTo>
                    <a:pt x="5918776" y="3191115"/>
                  </a:lnTo>
                  <a:lnTo>
                    <a:pt x="5946828" y="3072390"/>
                  </a:lnTo>
                  <a:lnTo>
                    <a:pt x="5975002" y="2952009"/>
                  </a:lnTo>
                  <a:lnTo>
                    <a:pt x="6003262" y="2830447"/>
                  </a:lnTo>
                  <a:lnTo>
                    <a:pt x="6031575" y="2708199"/>
                  </a:lnTo>
                  <a:lnTo>
                    <a:pt x="6059901" y="2585771"/>
                  </a:lnTo>
                  <a:lnTo>
                    <a:pt x="6088202" y="2463674"/>
                  </a:lnTo>
                  <a:lnTo>
                    <a:pt x="6116441" y="2342411"/>
                  </a:lnTo>
                  <a:lnTo>
                    <a:pt x="6144582" y="2222471"/>
                  </a:lnTo>
                  <a:lnTo>
                    <a:pt x="6172593" y="2104323"/>
                  </a:lnTo>
                  <a:lnTo>
                    <a:pt x="6200447" y="1988404"/>
                  </a:lnTo>
                  <a:lnTo>
                    <a:pt x="6228125" y="1875115"/>
                  </a:lnTo>
                  <a:lnTo>
                    <a:pt x="6255613" y="1764815"/>
                  </a:lnTo>
                  <a:lnTo>
                    <a:pt x="6282905" y="1657819"/>
                  </a:lnTo>
                  <a:lnTo>
                    <a:pt x="6310005" y="1554392"/>
                  </a:lnTo>
                  <a:lnTo>
                    <a:pt x="6336927" y="1454752"/>
                  </a:lnTo>
                  <a:lnTo>
                    <a:pt x="6363695" y="1359064"/>
                  </a:lnTo>
                  <a:lnTo>
                    <a:pt x="6390343" y="1267447"/>
                  </a:lnTo>
                  <a:lnTo>
                    <a:pt x="6416920" y="1179970"/>
                  </a:lnTo>
                  <a:lnTo>
                    <a:pt x="6443485" y="1096659"/>
                  </a:lnTo>
                  <a:lnTo>
                    <a:pt x="6470113" y="1017499"/>
                  </a:lnTo>
                  <a:lnTo>
                    <a:pt x="6496891" y="942433"/>
                  </a:lnTo>
                  <a:lnTo>
                    <a:pt x="6515891" y="891996"/>
                  </a:lnTo>
                  <a:lnTo>
                    <a:pt x="6557216" y="790557"/>
                  </a:lnTo>
                  <a:lnTo>
                    <a:pt x="6599734" y="698190"/>
                  </a:lnTo>
                  <a:lnTo>
                    <a:pt x="6643961" y="614545"/>
                  </a:lnTo>
                  <a:lnTo>
                    <a:pt x="6690481" y="538968"/>
                  </a:lnTo>
                  <a:lnTo>
                    <a:pt x="6739901" y="470685"/>
                  </a:lnTo>
                  <a:lnTo>
                    <a:pt x="6792813" y="408908"/>
                  </a:lnTo>
                  <a:lnTo>
                    <a:pt x="6849749" y="352908"/>
                  </a:lnTo>
                  <a:lnTo>
                    <a:pt x="6911125" y="302051"/>
                  </a:lnTo>
                  <a:lnTo>
                    <a:pt x="6977161" y="255822"/>
                  </a:lnTo>
                  <a:lnTo>
                    <a:pt x="7047791" y="213839"/>
                  </a:lnTo>
                  <a:lnTo>
                    <a:pt x="7122550" y="175854"/>
                  </a:lnTo>
                  <a:lnTo>
                    <a:pt x="7200468" y="141747"/>
                  </a:lnTo>
                  <a:lnTo>
                    <a:pt x="7279983" y="111506"/>
                  </a:lnTo>
                  <a:lnTo>
                    <a:pt x="7358934" y="85196"/>
                  </a:lnTo>
                  <a:lnTo>
                    <a:pt x="7434657" y="62903"/>
                  </a:lnTo>
                  <a:lnTo>
                    <a:pt x="7504231" y="44670"/>
                  </a:lnTo>
                  <a:lnTo>
                    <a:pt x="7564860" y="30431"/>
                  </a:lnTo>
                  <a:lnTo>
                    <a:pt x="7614323" y="19961"/>
                  </a:lnTo>
                  <a:lnTo>
                    <a:pt x="7651398" y="12855"/>
                  </a:lnTo>
                  <a:lnTo>
                    <a:pt x="7676136" y="8545"/>
                  </a:lnTo>
                  <a:lnTo>
                    <a:pt x="7689927" y="6353"/>
                  </a:lnTo>
                  <a:lnTo>
                    <a:pt x="7695397" y="555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15" y="110"/>
                  </a:lnTo>
                  <a:lnTo>
                    <a:pt x="7689993" y="899"/>
                  </a:lnTo>
                  <a:lnTo>
                    <a:pt x="7676273" y="3078"/>
                  </a:lnTo>
                  <a:lnTo>
                    <a:pt x="7651622" y="7370"/>
                  </a:lnTo>
                  <a:lnTo>
                    <a:pt x="7614638" y="14454"/>
                  </a:lnTo>
                  <a:lnTo>
                    <a:pt x="7565262" y="24897"/>
                  </a:lnTo>
                  <a:lnTo>
                    <a:pt x="7504708" y="39107"/>
                  </a:lnTo>
                  <a:lnTo>
                    <a:pt x="7435189" y="57311"/>
                  </a:lnTo>
                  <a:lnTo>
                    <a:pt x="7359500" y="79575"/>
                  </a:lnTo>
                  <a:lnTo>
                    <a:pt x="7280563" y="105856"/>
                  </a:lnTo>
                  <a:lnTo>
                    <a:pt x="7201043" y="136068"/>
                  </a:lnTo>
                  <a:lnTo>
                    <a:pt x="7123108" y="170147"/>
                  </a:lnTo>
                  <a:lnTo>
                    <a:pt x="7048321" y="208104"/>
                  </a:lnTo>
                  <a:lnTo>
                    <a:pt x="6977659" y="250057"/>
                  </a:lnTo>
                  <a:lnTo>
                    <a:pt x="6911589" y="296253"/>
                  </a:lnTo>
                  <a:lnTo>
                    <a:pt x="6850180" y="347075"/>
                  </a:lnTo>
                  <a:lnTo>
                    <a:pt x="6793212" y="403036"/>
                  </a:lnTo>
                  <a:lnTo>
                    <a:pt x="6740273" y="464768"/>
                  </a:lnTo>
                  <a:lnTo>
                    <a:pt x="6690830" y="533001"/>
                  </a:lnTo>
                  <a:lnTo>
                    <a:pt x="6644291" y="608522"/>
                  </a:lnTo>
                  <a:lnTo>
                    <a:pt x="6600049" y="692106"/>
                  </a:lnTo>
                  <a:lnTo>
                    <a:pt x="6557521" y="784407"/>
                  </a:lnTo>
                  <a:lnTo>
                    <a:pt x="6516189" y="885780"/>
                  </a:lnTo>
                  <a:lnTo>
                    <a:pt x="6515891" y="886551"/>
                  </a:lnTo>
                  <a:lnTo>
                    <a:pt x="6488943" y="958786"/>
                  </a:lnTo>
                  <a:lnTo>
                    <a:pt x="6462219" y="1035056"/>
                  </a:lnTo>
                  <a:lnTo>
                    <a:pt x="6435619" y="1115441"/>
                  </a:lnTo>
                  <a:lnTo>
                    <a:pt x="6409058" y="1199985"/>
                  </a:lnTo>
                  <a:lnTo>
                    <a:pt x="6382465" y="1288692"/>
                  </a:lnTo>
                  <a:lnTo>
                    <a:pt x="6355786" y="1381524"/>
                  </a:lnTo>
                  <a:lnTo>
                    <a:pt x="6328975" y="1478396"/>
                  </a:lnTo>
                  <a:lnTo>
                    <a:pt x="6302003" y="1579177"/>
                  </a:lnTo>
                  <a:lnTo>
                    <a:pt x="6274847" y="1683685"/>
                  </a:lnTo>
                  <a:lnTo>
                    <a:pt x="6247497" y="1791689"/>
                  </a:lnTo>
                  <a:lnTo>
                    <a:pt x="6219952" y="1902908"/>
                  </a:lnTo>
                  <a:lnTo>
                    <a:pt x="6192220" y="2017015"/>
                  </a:lnTo>
                  <a:lnTo>
                    <a:pt x="6164317" y="2133638"/>
                  </a:lnTo>
                  <a:lnTo>
                    <a:pt x="6136264" y="2252363"/>
                  </a:lnTo>
                  <a:lnTo>
                    <a:pt x="6108091" y="2372744"/>
                  </a:lnTo>
                  <a:lnTo>
                    <a:pt x="6079830" y="2494306"/>
                  </a:lnTo>
                  <a:lnTo>
                    <a:pt x="6051517" y="2616554"/>
                  </a:lnTo>
                  <a:lnTo>
                    <a:pt x="6023191" y="2738982"/>
                  </a:lnTo>
                  <a:lnTo>
                    <a:pt x="5994890" y="2861080"/>
                  </a:lnTo>
                  <a:lnTo>
                    <a:pt x="5966651" y="2982343"/>
                  </a:lnTo>
                  <a:lnTo>
                    <a:pt x="5938511" y="3102282"/>
                  </a:lnTo>
                  <a:lnTo>
                    <a:pt x="5910500" y="3220430"/>
                  </a:lnTo>
                  <a:lnTo>
                    <a:pt x="5882645" y="3336349"/>
                  </a:lnTo>
                  <a:lnTo>
                    <a:pt x="5854967" y="3449639"/>
                  </a:lnTo>
                  <a:lnTo>
                    <a:pt x="5827480" y="3559938"/>
                  </a:lnTo>
                  <a:lnTo>
                    <a:pt x="5800188" y="3666935"/>
                  </a:lnTo>
                  <a:lnTo>
                    <a:pt x="5773087" y="3770361"/>
                  </a:lnTo>
                  <a:lnTo>
                    <a:pt x="5746165" y="3870001"/>
                  </a:lnTo>
                  <a:lnTo>
                    <a:pt x="5719398" y="3965689"/>
                  </a:lnTo>
                  <a:lnTo>
                    <a:pt x="5692749" y="4057306"/>
                  </a:lnTo>
                  <a:lnTo>
                    <a:pt x="5666172" y="4144783"/>
                  </a:lnTo>
                  <a:lnTo>
                    <a:pt x="5639607" y="4228094"/>
                  </a:lnTo>
                  <a:lnTo>
                    <a:pt x="5612980" y="4307255"/>
                  </a:lnTo>
                  <a:lnTo>
                    <a:pt x="5586201" y="4382321"/>
                  </a:lnTo>
                  <a:lnTo>
                    <a:pt x="5567201" y="4432758"/>
                  </a:lnTo>
                  <a:lnTo>
                    <a:pt x="5525876" y="4534197"/>
                  </a:lnTo>
                  <a:lnTo>
                    <a:pt x="5483359" y="4626563"/>
                  </a:lnTo>
                  <a:lnTo>
                    <a:pt x="5439131" y="4710209"/>
                  </a:lnTo>
                  <a:lnTo>
                    <a:pt x="5392611" y="4785785"/>
                  </a:lnTo>
                  <a:lnTo>
                    <a:pt x="5343191" y="4854069"/>
                  </a:lnTo>
                  <a:lnTo>
                    <a:pt x="5290279" y="4915845"/>
                  </a:lnTo>
                  <a:lnTo>
                    <a:pt x="5233343" y="4971846"/>
                  </a:lnTo>
                  <a:lnTo>
                    <a:pt x="5171967" y="5022703"/>
                  </a:lnTo>
                  <a:lnTo>
                    <a:pt x="5105931" y="5068931"/>
                  </a:lnTo>
                  <a:lnTo>
                    <a:pt x="5035301" y="5110914"/>
                  </a:lnTo>
                  <a:lnTo>
                    <a:pt x="4960542" y="5148899"/>
                  </a:lnTo>
                  <a:lnTo>
                    <a:pt x="4882624" y="5183007"/>
                  </a:lnTo>
                  <a:lnTo>
                    <a:pt x="4803109" y="5213247"/>
                  </a:lnTo>
                  <a:lnTo>
                    <a:pt x="4724158" y="5239557"/>
                  </a:lnTo>
                  <a:lnTo>
                    <a:pt x="4648435" y="5261851"/>
                  </a:lnTo>
                  <a:lnTo>
                    <a:pt x="4578861" y="5280084"/>
                  </a:lnTo>
                  <a:lnTo>
                    <a:pt x="4518233" y="5294322"/>
                  </a:lnTo>
                  <a:lnTo>
                    <a:pt x="4468770" y="5304792"/>
                  </a:lnTo>
                  <a:lnTo>
                    <a:pt x="4431694" y="5311898"/>
                  </a:lnTo>
                  <a:lnTo>
                    <a:pt x="4406957" y="5316209"/>
                  </a:lnTo>
                  <a:lnTo>
                    <a:pt x="4393166" y="5318400"/>
                  </a:lnTo>
                  <a:lnTo>
                    <a:pt x="4387695" y="5319196"/>
                  </a:lnTo>
                  <a:lnTo>
                    <a:pt x="4386855" y="5319309"/>
                  </a:lnTo>
                  <a:lnTo>
                    <a:pt x="3848118" y="5319309"/>
                  </a:lnTo>
                  <a:lnTo>
                    <a:pt x="3846816" y="5319304"/>
                  </a:lnTo>
                  <a:lnTo>
                    <a:pt x="3838321" y="5319262"/>
                  </a:lnTo>
                  <a:lnTo>
                    <a:pt x="3817144" y="5319147"/>
                  </a:lnTo>
                  <a:lnTo>
                    <a:pt x="3779889" y="5318922"/>
                  </a:lnTo>
                  <a:lnTo>
                    <a:pt x="3725582" y="5318555"/>
                  </a:lnTo>
                  <a:lnTo>
                    <a:pt x="3655685" y="5318021"/>
                  </a:lnTo>
                  <a:lnTo>
                    <a:pt x="3573611" y="5317309"/>
                  </a:lnTo>
                  <a:lnTo>
                    <a:pt x="3483841" y="5316415"/>
                  </a:lnTo>
                  <a:lnTo>
                    <a:pt x="3390960" y="5315343"/>
                  </a:lnTo>
                  <a:lnTo>
                    <a:pt x="3298898" y="5314096"/>
                  </a:lnTo>
                  <a:lnTo>
                    <a:pt x="3210540" y="5312677"/>
                  </a:lnTo>
                  <a:lnTo>
                    <a:pt x="3127653" y="5311079"/>
                  </a:lnTo>
                  <a:lnTo>
                    <a:pt x="3051034" y="5309291"/>
                  </a:lnTo>
                  <a:lnTo>
                    <a:pt x="2980740" y="5307292"/>
                  </a:lnTo>
                  <a:lnTo>
                    <a:pt x="2916328" y="5305053"/>
                  </a:lnTo>
                  <a:lnTo>
                    <a:pt x="2857042" y="5302538"/>
                  </a:lnTo>
                  <a:lnTo>
                    <a:pt x="2801968" y="5299708"/>
                  </a:lnTo>
                  <a:lnTo>
                    <a:pt x="2750139" y="5296521"/>
                  </a:lnTo>
                  <a:lnTo>
                    <a:pt x="2700623" y="5292944"/>
                  </a:lnTo>
                  <a:lnTo>
                    <a:pt x="2667772" y="5290272"/>
                  </a:lnTo>
                  <a:lnTo>
                    <a:pt x="2615172" y="5285511"/>
                  </a:lnTo>
                  <a:lnTo>
                    <a:pt x="2563075" y="5280234"/>
                  </a:lnTo>
                  <a:lnTo>
                    <a:pt x="2510891" y="5274434"/>
                  </a:lnTo>
                  <a:lnTo>
                    <a:pt x="2458234" y="5268125"/>
                  </a:lnTo>
                  <a:lnTo>
                    <a:pt x="2404892" y="5261346"/>
                  </a:lnTo>
                  <a:lnTo>
                    <a:pt x="2350808" y="5254155"/>
                  </a:lnTo>
                  <a:lnTo>
                    <a:pt x="2296055" y="5246638"/>
                  </a:lnTo>
                  <a:lnTo>
                    <a:pt x="2240810" y="5238897"/>
                  </a:lnTo>
                  <a:lnTo>
                    <a:pt x="2185322" y="5231049"/>
                  </a:lnTo>
                  <a:lnTo>
                    <a:pt x="2129877" y="5223220"/>
                  </a:lnTo>
                  <a:lnTo>
                    <a:pt x="2074753" y="5215533"/>
                  </a:lnTo>
                  <a:lnTo>
                    <a:pt x="2020180" y="5208101"/>
                  </a:lnTo>
                  <a:lnTo>
                    <a:pt x="1966311" y="5201023"/>
                  </a:lnTo>
                  <a:lnTo>
                    <a:pt x="1913181" y="5194376"/>
                  </a:lnTo>
                  <a:lnTo>
                    <a:pt x="1860692" y="5188213"/>
                  </a:lnTo>
                  <a:lnTo>
                    <a:pt x="1808581" y="5182565"/>
                  </a:lnTo>
                  <a:lnTo>
                    <a:pt x="1756408" y="5177440"/>
                  </a:lnTo>
                  <a:lnTo>
                    <a:pt x="1719082" y="5174122"/>
                  </a:lnTo>
                  <a:lnTo>
                    <a:pt x="1670670" y="5170267"/>
                  </a:lnTo>
                  <a:lnTo>
                    <a:pt x="1620513" y="5166817"/>
                  </a:lnTo>
                  <a:lnTo>
                    <a:pt x="1567756" y="5163748"/>
                  </a:lnTo>
                  <a:lnTo>
                    <a:pt x="1511446" y="5161023"/>
                  </a:lnTo>
                  <a:lnTo>
                    <a:pt x="1450622" y="5158600"/>
                  </a:lnTo>
                  <a:lnTo>
                    <a:pt x="1384408" y="5156441"/>
                  </a:lnTo>
                  <a:lnTo>
                    <a:pt x="1312130" y="5154512"/>
                  </a:lnTo>
                  <a:lnTo>
                    <a:pt x="1233479" y="5152786"/>
                  </a:lnTo>
                  <a:lnTo>
                    <a:pt x="1148722" y="5151246"/>
                  </a:lnTo>
                  <a:lnTo>
                    <a:pt x="1058942" y="5149882"/>
                  </a:lnTo>
                  <a:lnTo>
                    <a:pt x="966252" y="5148690"/>
                  </a:lnTo>
                  <a:lnTo>
                    <a:pt x="873893" y="5147675"/>
                  </a:lnTo>
                  <a:lnTo>
                    <a:pt x="786062" y="5146838"/>
                  </a:lnTo>
                  <a:lnTo>
                    <a:pt x="707408" y="5146184"/>
                  </a:lnTo>
                  <a:lnTo>
                    <a:pt x="642181" y="5145705"/>
                  </a:lnTo>
                  <a:lnTo>
                    <a:pt x="593254" y="5145386"/>
                  </a:lnTo>
                  <a:lnTo>
                    <a:pt x="561342" y="5145200"/>
                  </a:lnTo>
                  <a:lnTo>
                    <a:pt x="544677" y="5145112"/>
                  </a:lnTo>
                  <a:lnTo>
                    <a:pt x="539157" y="5145086"/>
                  </a:lnTo>
                  <a:lnTo>
                    <a:pt x="538736" y="5145084"/>
                  </a:lnTo>
                  <a:lnTo>
                    <a:pt x="0" y="5145084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84" name="pl1884"/>
            <p:cNvSpPr/>
            <p:nvPr/>
          </p:nvSpPr>
          <p:spPr>
            <a:xfrm>
              <a:off x="546595" y="527231"/>
              <a:ext cx="8234974" cy="5319309"/>
            </a:xfrm>
            <a:custGeom>
              <a:avLst/>
              <a:pathLst>
                <a:path w="8234974" h="5319309">
                  <a:moveTo>
                    <a:pt x="0" y="5145084"/>
                  </a:moveTo>
                  <a:lnTo>
                    <a:pt x="538736" y="5145084"/>
                  </a:lnTo>
                  <a:lnTo>
                    <a:pt x="540038" y="5145090"/>
                  </a:lnTo>
                  <a:lnTo>
                    <a:pt x="548534" y="5145132"/>
                  </a:lnTo>
                  <a:lnTo>
                    <a:pt x="569711" y="5145246"/>
                  </a:lnTo>
                  <a:lnTo>
                    <a:pt x="606966" y="5145471"/>
                  </a:lnTo>
                  <a:lnTo>
                    <a:pt x="661273" y="5145839"/>
                  </a:lnTo>
                  <a:lnTo>
                    <a:pt x="731170" y="5146373"/>
                  </a:lnTo>
                  <a:lnTo>
                    <a:pt x="813244" y="5147085"/>
                  </a:lnTo>
                  <a:lnTo>
                    <a:pt x="903013" y="5147979"/>
                  </a:lnTo>
                  <a:lnTo>
                    <a:pt x="995895" y="5149051"/>
                  </a:lnTo>
                  <a:lnTo>
                    <a:pt x="1087956" y="5150297"/>
                  </a:lnTo>
                  <a:lnTo>
                    <a:pt x="1176314" y="5151717"/>
                  </a:lnTo>
                  <a:lnTo>
                    <a:pt x="1259201" y="5153314"/>
                  </a:lnTo>
                  <a:lnTo>
                    <a:pt x="1335821" y="5155102"/>
                  </a:lnTo>
                  <a:lnTo>
                    <a:pt x="1406114" y="5157102"/>
                  </a:lnTo>
                  <a:lnTo>
                    <a:pt x="1470527" y="5159341"/>
                  </a:lnTo>
                  <a:lnTo>
                    <a:pt x="1529813" y="5161855"/>
                  </a:lnTo>
                  <a:lnTo>
                    <a:pt x="1584887" y="5164686"/>
                  </a:lnTo>
                  <a:lnTo>
                    <a:pt x="1636716" y="5167872"/>
                  </a:lnTo>
                  <a:lnTo>
                    <a:pt x="1686232" y="5171450"/>
                  </a:lnTo>
                  <a:lnTo>
                    <a:pt x="1719082" y="5174122"/>
                  </a:lnTo>
                  <a:lnTo>
                    <a:pt x="1771683" y="5178883"/>
                  </a:lnTo>
                  <a:lnTo>
                    <a:pt x="1823780" y="5184160"/>
                  </a:lnTo>
                  <a:lnTo>
                    <a:pt x="1875963" y="5189960"/>
                  </a:lnTo>
                  <a:lnTo>
                    <a:pt x="1928621" y="5196268"/>
                  </a:lnTo>
                  <a:lnTo>
                    <a:pt x="1981962" y="5203048"/>
                  </a:lnTo>
                  <a:lnTo>
                    <a:pt x="2036047" y="5210239"/>
                  </a:lnTo>
                  <a:lnTo>
                    <a:pt x="2090800" y="5217756"/>
                  </a:lnTo>
                  <a:lnTo>
                    <a:pt x="2146045" y="5225497"/>
                  </a:lnTo>
                  <a:lnTo>
                    <a:pt x="2201532" y="5233344"/>
                  </a:lnTo>
                  <a:lnTo>
                    <a:pt x="2256977" y="5241173"/>
                  </a:lnTo>
                  <a:lnTo>
                    <a:pt x="2312102" y="5248861"/>
                  </a:lnTo>
                  <a:lnTo>
                    <a:pt x="2366674" y="5256293"/>
                  </a:lnTo>
                  <a:lnTo>
                    <a:pt x="2420544" y="5263371"/>
                  </a:lnTo>
                  <a:lnTo>
                    <a:pt x="2473673" y="5270018"/>
                  </a:lnTo>
                  <a:lnTo>
                    <a:pt x="2526163" y="5276181"/>
                  </a:lnTo>
                  <a:lnTo>
                    <a:pt x="2578273" y="5281829"/>
                  </a:lnTo>
                  <a:lnTo>
                    <a:pt x="2630446" y="5286954"/>
                  </a:lnTo>
                  <a:lnTo>
                    <a:pt x="2667772" y="5290272"/>
                  </a:lnTo>
                  <a:lnTo>
                    <a:pt x="2716185" y="5294126"/>
                  </a:lnTo>
                  <a:lnTo>
                    <a:pt x="2766342" y="5297577"/>
                  </a:lnTo>
                  <a:lnTo>
                    <a:pt x="2819099" y="5300646"/>
                  </a:lnTo>
                  <a:lnTo>
                    <a:pt x="2875409" y="5303371"/>
                  </a:lnTo>
                  <a:lnTo>
                    <a:pt x="2936233" y="5305794"/>
                  </a:lnTo>
                  <a:lnTo>
                    <a:pt x="3002447" y="5307953"/>
                  </a:lnTo>
                  <a:lnTo>
                    <a:pt x="3074725" y="5309882"/>
                  </a:lnTo>
                  <a:lnTo>
                    <a:pt x="3153376" y="5311608"/>
                  </a:lnTo>
                  <a:lnTo>
                    <a:pt x="3238133" y="5313148"/>
                  </a:lnTo>
                  <a:lnTo>
                    <a:pt x="3327913" y="5314512"/>
                  </a:lnTo>
                  <a:lnTo>
                    <a:pt x="3420602" y="5315703"/>
                  </a:lnTo>
                  <a:lnTo>
                    <a:pt x="3512962" y="5316719"/>
                  </a:lnTo>
                  <a:lnTo>
                    <a:pt x="3600793" y="5317555"/>
                  </a:lnTo>
                  <a:lnTo>
                    <a:pt x="3679446" y="5318210"/>
                  </a:lnTo>
                  <a:lnTo>
                    <a:pt x="3744674" y="5318689"/>
                  </a:lnTo>
                  <a:lnTo>
                    <a:pt x="3793601" y="5319008"/>
                  </a:lnTo>
                  <a:lnTo>
                    <a:pt x="3825512" y="5319194"/>
                  </a:lnTo>
                  <a:lnTo>
                    <a:pt x="3842177" y="5319281"/>
                  </a:lnTo>
                  <a:lnTo>
                    <a:pt x="3847698" y="5319308"/>
                  </a:lnTo>
                  <a:lnTo>
                    <a:pt x="3848118" y="5319309"/>
                  </a:lnTo>
                  <a:lnTo>
                    <a:pt x="4386855" y="5319309"/>
                  </a:lnTo>
                  <a:lnTo>
                    <a:pt x="4387678" y="5319199"/>
                  </a:lnTo>
                  <a:lnTo>
                    <a:pt x="4393100" y="5318410"/>
                  </a:lnTo>
                  <a:lnTo>
                    <a:pt x="4406819" y="5316231"/>
                  </a:lnTo>
                  <a:lnTo>
                    <a:pt x="4431470" y="5311939"/>
                  </a:lnTo>
                  <a:lnTo>
                    <a:pt x="4468454" y="5304855"/>
                  </a:lnTo>
                  <a:lnTo>
                    <a:pt x="4517830" y="5294412"/>
                  </a:lnTo>
                  <a:lnTo>
                    <a:pt x="4578384" y="5280202"/>
                  </a:lnTo>
                  <a:lnTo>
                    <a:pt x="4647903" y="5261998"/>
                  </a:lnTo>
                  <a:lnTo>
                    <a:pt x="4723592" y="5239734"/>
                  </a:lnTo>
                  <a:lnTo>
                    <a:pt x="4802529" y="5213453"/>
                  </a:lnTo>
                  <a:lnTo>
                    <a:pt x="4882049" y="5183241"/>
                  </a:lnTo>
                  <a:lnTo>
                    <a:pt x="4959985" y="5149161"/>
                  </a:lnTo>
                  <a:lnTo>
                    <a:pt x="5034771" y="5111205"/>
                  </a:lnTo>
                  <a:lnTo>
                    <a:pt x="5105434" y="5069252"/>
                  </a:lnTo>
                  <a:lnTo>
                    <a:pt x="5171504" y="5023055"/>
                  </a:lnTo>
                  <a:lnTo>
                    <a:pt x="5232913" y="4972234"/>
                  </a:lnTo>
                  <a:lnTo>
                    <a:pt x="5289880" y="4916273"/>
                  </a:lnTo>
                  <a:lnTo>
                    <a:pt x="5342820" y="4854541"/>
                  </a:lnTo>
                  <a:lnTo>
                    <a:pt x="5392263" y="4786308"/>
                  </a:lnTo>
                  <a:lnTo>
                    <a:pt x="5438801" y="4710787"/>
                  </a:lnTo>
                  <a:lnTo>
                    <a:pt x="5483043" y="4627203"/>
                  </a:lnTo>
                  <a:lnTo>
                    <a:pt x="5525572" y="4534902"/>
                  </a:lnTo>
                  <a:lnTo>
                    <a:pt x="5566904" y="4433529"/>
                  </a:lnTo>
                  <a:lnTo>
                    <a:pt x="5567201" y="4432758"/>
                  </a:lnTo>
                  <a:lnTo>
                    <a:pt x="5594149" y="4360523"/>
                  </a:lnTo>
                  <a:lnTo>
                    <a:pt x="5620873" y="4284253"/>
                  </a:lnTo>
                  <a:lnTo>
                    <a:pt x="5647473" y="4203868"/>
                  </a:lnTo>
                  <a:lnTo>
                    <a:pt x="5674035" y="4119324"/>
                  </a:lnTo>
                  <a:lnTo>
                    <a:pt x="5700627" y="4030617"/>
                  </a:lnTo>
                  <a:lnTo>
                    <a:pt x="5727307" y="3937785"/>
                  </a:lnTo>
                  <a:lnTo>
                    <a:pt x="5754117" y="3840913"/>
                  </a:lnTo>
                  <a:lnTo>
                    <a:pt x="5781090" y="3740132"/>
                  </a:lnTo>
                  <a:lnTo>
                    <a:pt x="5808246" y="3635624"/>
                  </a:lnTo>
                  <a:lnTo>
                    <a:pt x="5835596" y="3527620"/>
                  </a:lnTo>
                  <a:lnTo>
                    <a:pt x="5863141" y="3416401"/>
                  </a:lnTo>
                  <a:lnTo>
                    <a:pt x="5890872" y="3302293"/>
                  </a:lnTo>
                  <a:lnTo>
                    <a:pt x="5918776" y="3185671"/>
                  </a:lnTo>
                  <a:lnTo>
                    <a:pt x="5946828" y="3066946"/>
                  </a:lnTo>
                  <a:lnTo>
                    <a:pt x="5975002" y="2946565"/>
                  </a:lnTo>
                  <a:lnTo>
                    <a:pt x="6003262" y="2825003"/>
                  </a:lnTo>
                  <a:lnTo>
                    <a:pt x="6031575" y="2702755"/>
                  </a:lnTo>
                  <a:lnTo>
                    <a:pt x="6059901" y="2580327"/>
                  </a:lnTo>
                  <a:lnTo>
                    <a:pt x="6088202" y="2458229"/>
                  </a:lnTo>
                  <a:lnTo>
                    <a:pt x="6116441" y="2336966"/>
                  </a:lnTo>
                  <a:lnTo>
                    <a:pt x="6144582" y="2217027"/>
                  </a:lnTo>
                  <a:lnTo>
                    <a:pt x="6172593" y="2098879"/>
                  </a:lnTo>
                  <a:lnTo>
                    <a:pt x="6200447" y="1982960"/>
                  </a:lnTo>
                  <a:lnTo>
                    <a:pt x="6228125" y="1869670"/>
                  </a:lnTo>
                  <a:lnTo>
                    <a:pt x="6255613" y="1759370"/>
                  </a:lnTo>
                  <a:lnTo>
                    <a:pt x="6282905" y="1652374"/>
                  </a:lnTo>
                  <a:lnTo>
                    <a:pt x="6310005" y="1548948"/>
                  </a:lnTo>
                  <a:lnTo>
                    <a:pt x="6336927" y="1449307"/>
                  </a:lnTo>
                  <a:lnTo>
                    <a:pt x="6363695" y="1353620"/>
                  </a:lnTo>
                  <a:lnTo>
                    <a:pt x="6390343" y="1262002"/>
                  </a:lnTo>
                  <a:lnTo>
                    <a:pt x="6416920" y="1174526"/>
                  </a:lnTo>
                  <a:lnTo>
                    <a:pt x="6443485" y="1091215"/>
                  </a:lnTo>
                  <a:lnTo>
                    <a:pt x="6470113" y="1012054"/>
                  </a:lnTo>
                  <a:lnTo>
                    <a:pt x="6496891" y="936988"/>
                  </a:lnTo>
                  <a:lnTo>
                    <a:pt x="6515891" y="886551"/>
                  </a:lnTo>
                  <a:lnTo>
                    <a:pt x="6557216" y="785112"/>
                  </a:lnTo>
                  <a:lnTo>
                    <a:pt x="6599734" y="692746"/>
                  </a:lnTo>
                  <a:lnTo>
                    <a:pt x="6643961" y="609100"/>
                  </a:lnTo>
                  <a:lnTo>
                    <a:pt x="6690481" y="533523"/>
                  </a:lnTo>
                  <a:lnTo>
                    <a:pt x="6739901" y="465240"/>
                  </a:lnTo>
                  <a:lnTo>
                    <a:pt x="6792813" y="403463"/>
                  </a:lnTo>
                  <a:lnTo>
                    <a:pt x="6849749" y="347463"/>
                  </a:lnTo>
                  <a:lnTo>
                    <a:pt x="6911125" y="296606"/>
                  </a:lnTo>
                  <a:lnTo>
                    <a:pt x="6977161" y="250378"/>
                  </a:lnTo>
                  <a:lnTo>
                    <a:pt x="7047791" y="208395"/>
                  </a:lnTo>
                  <a:lnTo>
                    <a:pt x="7122550" y="170410"/>
                  </a:lnTo>
                  <a:lnTo>
                    <a:pt x="7200468" y="136302"/>
                  </a:lnTo>
                  <a:lnTo>
                    <a:pt x="7279983" y="106061"/>
                  </a:lnTo>
                  <a:lnTo>
                    <a:pt x="7358934" y="79751"/>
                  </a:lnTo>
                  <a:lnTo>
                    <a:pt x="7434657" y="57458"/>
                  </a:lnTo>
                  <a:lnTo>
                    <a:pt x="7504231" y="39225"/>
                  </a:lnTo>
                  <a:lnTo>
                    <a:pt x="7564860" y="24987"/>
                  </a:lnTo>
                  <a:lnTo>
                    <a:pt x="7614323" y="14517"/>
                  </a:lnTo>
                  <a:lnTo>
                    <a:pt x="7651398" y="7411"/>
                  </a:lnTo>
                  <a:lnTo>
                    <a:pt x="7676136" y="3100"/>
                  </a:lnTo>
                  <a:lnTo>
                    <a:pt x="7689927" y="909"/>
                  </a:lnTo>
                  <a:lnTo>
                    <a:pt x="7695397" y="11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5" name="pl1885"/>
            <p:cNvSpPr/>
            <p:nvPr/>
          </p:nvSpPr>
          <p:spPr>
            <a:xfrm>
              <a:off x="546595" y="521786"/>
              <a:ext cx="8234974" cy="5319309"/>
            </a:xfrm>
            <a:custGeom>
              <a:avLst/>
              <a:pathLst>
                <a:path w="8234974" h="5319309">
                  <a:moveTo>
                    <a:pt x="8234974" y="0"/>
                  </a:moveTo>
                  <a:lnTo>
                    <a:pt x="7696237" y="0"/>
                  </a:lnTo>
                  <a:lnTo>
                    <a:pt x="7695415" y="110"/>
                  </a:lnTo>
                  <a:lnTo>
                    <a:pt x="7689993" y="899"/>
                  </a:lnTo>
                  <a:lnTo>
                    <a:pt x="7676273" y="3078"/>
                  </a:lnTo>
                  <a:lnTo>
                    <a:pt x="7651622" y="7370"/>
                  </a:lnTo>
                  <a:lnTo>
                    <a:pt x="7614638" y="14454"/>
                  </a:lnTo>
                  <a:lnTo>
                    <a:pt x="7565262" y="24897"/>
                  </a:lnTo>
                  <a:lnTo>
                    <a:pt x="7504708" y="39107"/>
                  </a:lnTo>
                  <a:lnTo>
                    <a:pt x="7435189" y="57311"/>
                  </a:lnTo>
                  <a:lnTo>
                    <a:pt x="7359500" y="79575"/>
                  </a:lnTo>
                  <a:lnTo>
                    <a:pt x="7280563" y="105856"/>
                  </a:lnTo>
                  <a:lnTo>
                    <a:pt x="7201043" y="136068"/>
                  </a:lnTo>
                  <a:lnTo>
                    <a:pt x="7123108" y="170147"/>
                  </a:lnTo>
                  <a:lnTo>
                    <a:pt x="7048321" y="208104"/>
                  </a:lnTo>
                  <a:lnTo>
                    <a:pt x="6977659" y="250057"/>
                  </a:lnTo>
                  <a:lnTo>
                    <a:pt x="6911589" y="296253"/>
                  </a:lnTo>
                  <a:lnTo>
                    <a:pt x="6850180" y="347075"/>
                  </a:lnTo>
                  <a:lnTo>
                    <a:pt x="6793212" y="403036"/>
                  </a:lnTo>
                  <a:lnTo>
                    <a:pt x="6740273" y="464768"/>
                  </a:lnTo>
                  <a:lnTo>
                    <a:pt x="6690830" y="533001"/>
                  </a:lnTo>
                  <a:lnTo>
                    <a:pt x="6644291" y="608522"/>
                  </a:lnTo>
                  <a:lnTo>
                    <a:pt x="6600049" y="692106"/>
                  </a:lnTo>
                  <a:lnTo>
                    <a:pt x="6557521" y="784407"/>
                  </a:lnTo>
                  <a:lnTo>
                    <a:pt x="6516189" y="885780"/>
                  </a:lnTo>
                  <a:lnTo>
                    <a:pt x="6515891" y="886551"/>
                  </a:lnTo>
                  <a:lnTo>
                    <a:pt x="6488943" y="958786"/>
                  </a:lnTo>
                  <a:lnTo>
                    <a:pt x="6462219" y="1035056"/>
                  </a:lnTo>
                  <a:lnTo>
                    <a:pt x="6435619" y="1115441"/>
                  </a:lnTo>
                  <a:lnTo>
                    <a:pt x="6409058" y="1199985"/>
                  </a:lnTo>
                  <a:lnTo>
                    <a:pt x="6382465" y="1288692"/>
                  </a:lnTo>
                  <a:lnTo>
                    <a:pt x="6355786" y="1381524"/>
                  </a:lnTo>
                  <a:lnTo>
                    <a:pt x="6328975" y="1478396"/>
                  </a:lnTo>
                  <a:lnTo>
                    <a:pt x="6302003" y="1579177"/>
                  </a:lnTo>
                  <a:lnTo>
                    <a:pt x="6274847" y="1683685"/>
                  </a:lnTo>
                  <a:lnTo>
                    <a:pt x="6247497" y="1791689"/>
                  </a:lnTo>
                  <a:lnTo>
                    <a:pt x="6219952" y="1902908"/>
                  </a:lnTo>
                  <a:lnTo>
                    <a:pt x="6192220" y="2017015"/>
                  </a:lnTo>
                  <a:lnTo>
                    <a:pt x="6164317" y="2133638"/>
                  </a:lnTo>
                  <a:lnTo>
                    <a:pt x="6136264" y="2252363"/>
                  </a:lnTo>
                  <a:lnTo>
                    <a:pt x="6108091" y="2372744"/>
                  </a:lnTo>
                  <a:lnTo>
                    <a:pt x="6079830" y="2494306"/>
                  </a:lnTo>
                  <a:lnTo>
                    <a:pt x="6051517" y="2616554"/>
                  </a:lnTo>
                  <a:lnTo>
                    <a:pt x="6023191" y="2738982"/>
                  </a:lnTo>
                  <a:lnTo>
                    <a:pt x="5994890" y="2861080"/>
                  </a:lnTo>
                  <a:lnTo>
                    <a:pt x="5966651" y="2982343"/>
                  </a:lnTo>
                  <a:lnTo>
                    <a:pt x="5938511" y="3102282"/>
                  </a:lnTo>
                  <a:lnTo>
                    <a:pt x="5910500" y="3220430"/>
                  </a:lnTo>
                  <a:lnTo>
                    <a:pt x="5882645" y="3336349"/>
                  </a:lnTo>
                  <a:lnTo>
                    <a:pt x="5854967" y="3449639"/>
                  </a:lnTo>
                  <a:lnTo>
                    <a:pt x="5827480" y="3559938"/>
                  </a:lnTo>
                  <a:lnTo>
                    <a:pt x="5800188" y="3666935"/>
                  </a:lnTo>
                  <a:lnTo>
                    <a:pt x="5773087" y="3770361"/>
                  </a:lnTo>
                  <a:lnTo>
                    <a:pt x="5746165" y="3870001"/>
                  </a:lnTo>
                  <a:lnTo>
                    <a:pt x="5719398" y="3965689"/>
                  </a:lnTo>
                  <a:lnTo>
                    <a:pt x="5692749" y="4057306"/>
                  </a:lnTo>
                  <a:lnTo>
                    <a:pt x="5666172" y="4144783"/>
                  </a:lnTo>
                  <a:lnTo>
                    <a:pt x="5639607" y="4228094"/>
                  </a:lnTo>
                  <a:lnTo>
                    <a:pt x="5612980" y="4307255"/>
                  </a:lnTo>
                  <a:lnTo>
                    <a:pt x="5586201" y="4382321"/>
                  </a:lnTo>
                  <a:lnTo>
                    <a:pt x="5567201" y="4432758"/>
                  </a:lnTo>
                  <a:lnTo>
                    <a:pt x="5525876" y="4534197"/>
                  </a:lnTo>
                  <a:lnTo>
                    <a:pt x="5483359" y="4626563"/>
                  </a:lnTo>
                  <a:lnTo>
                    <a:pt x="5439131" y="4710209"/>
                  </a:lnTo>
                  <a:lnTo>
                    <a:pt x="5392611" y="4785785"/>
                  </a:lnTo>
                  <a:lnTo>
                    <a:pt x="5343191" y="4854069"/>
                  </a:lnTo>
                  <a:lnTo>
                    <a:pt x="5290279" y="4915845"/>
                  </a:lnTo>
                  <a:lnTo>
                    <a:pt x="5233343" y="4971846"/>
                  </a:lnTo>
                  <a:lnTo>
                    <a:pt x="5171967" y="5022703"/>
                  </a:lnTo>
                  <a:lnTo>
                    <a:pt x="5105931" y="5068931"/>
                  </a:lnTo>
                  <a:lnTo>
                    <a:pt x="5035301" y="5110914"/>
                  </a:lnTo>
                  <a:lnTo>
                    <a:pt x="4960542" y="5148899"/>
                  </a:lnTo>
                  <a:lnTo>
                    <a:pt x="4882624" y="5183007"/>
                  </a:lnTo>
                  <a:lnTo>
                    <a:pt x="4803109" y="5213247"/>
                  </a:lnTo>
                  <a:lnTo>
                    <a:pt x="4724158" y="5239557"/>
                  </a:lnTo>
                  <a:lnTo>
                    <a:pt x="4648435" y="5261851"/>
                  </a:lnTo>
                  <a:lnTo>
                    <a:pt x="4578861" y="5280084"/>
                  </a:lnTo>
                  <a:lnTo>
                    <a:pt x="4518233" y="5294322"/>
                  </a:lnTo>
                  <a:lnTo>
                    <a:pt x="4468770" y="5304792"/>
                  </a:lnTo>
                  <a:lnTo>
                    <a:pt x="4431694" y="5311898"/>
                  </a:lnTo>
                  <a:lnTo>
                    <a:pt x="4406957" y="5316209"/>
                  </a:lnTo>
                  <a:lnTo>
                    <a:pt x="4393166" y="5318400"/>
                  </a:lnTo>
                  <a:lnTo>
                    <a:pt x="4387695" y="5319196"/>
                  </a:lnTo>
                  <a:lnTo>
                    <a:pt x="4386855" y="5319309"/>
                  </a:lnTo>
                  <a:lnTo>
                    <a:pt x="4386855" y="5319309"/>
                  </a:lnTo>
                  <a:lnTo>
                    <a:pt x="3848118" y="5319309"/>
                  </a:lnTo>
                  <a:lnTo>
                    <a:pt x="3846816" y="5319304"/>
                  </a:lnTo>
                  <a:lnTo>
                    <a:pt x="3838321" y="5319262"/>
                  </a:lnTo>
                  <a:lnTo>
                    <a:pt x="3817144" y="5319147"/>
                  </a:lnTo>
                  <a:lnTo>
                    <a:pt x="3779889" y="5318922"/>
                  </a:lnTo>
                  <a:lnTo>
                    <a:pt x="3725582" y="5318555"/>
                  </a:lnTo>
                  <a:lnTo>
                    <a:pt x="3655685" y="5318021"/>
                  </a:lnTo>
                  <a:lnTo>
                    <a:pt x="3573611" y="5317309"/>
                  </a:lnTo>
                  <a:lnTo>
                    <a:pt x="3483841" y="5316415"/>
                  </a:lnTo>
                  <a:lnTo>
                    <a:pt x="3390960" y="5315343"/>
                  </a:lnTo>
                  <a:lnTo>
                    <a:pt x="3298898" y="5314096"/>
                  </a:lnTo>
                  <a:lnTo>
                    <a:pt x="3210540" y="5312677"/>
                  </a:lnTo>
                  <a:lnTo>
                    <a:pt x="3127653" y="5311079"/>
                  </a:lnTo>
                  <a:lnTo>
                    <a:pt x="3051034" y="5309291"/>
                  </a:lnTo>
                  <a:lnTo>
                    <a:pt x="2980740" y="5307292"/>
                  </a:lnTo>
                  <a:lnTo>
                    <a:pt x="2916328" y="5305053"/>
                  </a:lnTo>
                  <a:lnTo>
                    <a:pt x="2857042" y="5302538"/>
                  </a:lnTo>
                  <a:lnTo>
                    <a:pt x="2801968" y="5299708"/>
                  </a:lnTo>
                  <a:lnTo>
                    <a:pt x="2750139" y="5296521"/>
                  </a:lnTo>
                  <a:lnTo>
                    <a:pt x="2700623" y="5292944"/>
                  </a:lnTo>
                  <a:lnTo>
                    <a:pt x="2667772" y="5290272"/>
                  </a:lnTo>
                  <a:lnTo>
                    <a:pt x="2615172" y="5285511"/>
                  </a:lnTo>
                  <a:lnTo>
                    <a:pt x="2563075" y="5280234"/>
                  </a:lnTo>
                  <a:lnTo>
                    <a:pt x="2510891" y="5274434"/>
                  </a:lnTo>
                  <a:lnTo>
                    <a:pt x="2458234" y="5268125"/>
                  </a:lnTo>
                  <a:lnTo>
                    <a:pt x="2404892" y="5261346"/>
                  </a:lnTo>
                  <a:lnTo>
                    <a:pt x="2350808" y="5254155"/>
                  </a:lnTo>
                  <a:lnTo>
                    <a:pt x="2296055" y="5246638"/>
                  </a:lnTo>
                  <a:lnTo>
                    <a:pt x="2240810" y="5238897"/>
                  </a:lnTo>
                  <a:lnTo>
                    <a:pt x="2185322" y="5231049"/>
                  </a:lnTo>
                  <a:lnTo>
                    <a:pt x="2129877" y="5223220"/>
                  </a:lnTo>
                  <a:lnTo>
                    <a:pt x="2074753" y="5215533"/>
                  </a:lnTo>
                  <a:lnTo>
                    <a:pt x="2020180" y="5208101"/>
                  </a:lnTo>
                  <a:lnTo>
                    <a:pt x="1966311" y="5201023"/>
                  </a:lnTo>
                  <a:lnTo>
                    <a:pt x="1913181" y="5194376"/>
                  </a:lnTo>
                  <a:lnTo>
                    <a:pt x="1860692" y="5188213"/>
                  </a:lnTo>
                  <a:lnTo>
                    <a:pt x="1808581" y="5182565"/>
                  </a:lnTo>
                  <a:lnTo>
                    <a:pt x="1756408" y="5177440"/>
                  </a:lnTo>
                  <a:lnTo>
                    <a:pt x="1719082" y="5174122"/>
                  </a:lnTo>
                  <a:lnTo>
                    <a:pt x="1670670" y="5170267"/>
                  </a:lnTo>
                  <a:lnTo>
                    <a:pt x="1620513" y="5166817"/>
                  </a:lnTo>
                  <a:lnTo>
                    <a:pt x="1567756" y="5163748"/>
                  </a:lnTo>
                  <a:lnTo>
                    <a:pt x="1511446" y="5161023"/>
                  </a:lnTo>
                  <a:lnTo>
                    <a:pt x="1450622" y="5158600"/>
                  </a:lnTo>
                  <a:lnTo>
                    <a:pt x="1384408" y="5156441"/>
                  </a:lnTo>
                  <a:lnTo>
                    <a:pt x="1312130" y="5154512"/>
                  </a:lnTo>
                  <a:lnTo>
                    <a:pt x="1233479" y="5152786"/>
                  </a:lnTo>
                  <a:lnTo>
                    <a:pt x="1148722" y="5151246"/>
                  </a:lnTo>
                  <a:lnTo>
                    <a:pt x="1058942" y="5149882"/>
                  </a:lnTo>
                  <a:lnTo>
                    <a:pt x="966252" y="5148690"/>
                  </a:lnTo>
                  <a:lnTo>
                    <a:pt x="873893" y="5147675"/>
                  </a:lnTo>
                  <a:lnTo>
                    <a:pt x="786062" y="5146838"/>
                  </a:lnTo>
                  <a:lnTo>
                    <a:pt x="707408" y="5146184"/>
                  </a:lnTo>
                  <a:lnTo>
                    <a:pt x="642181" y="5145705"/>
                  </a:lnTo>
                  <a:lnTo>
                    <a:pt x="593254" y="5145386"/>
                  </a:lnTo>
                  <a:lnTo>
                    <a:pt x="561342" y="5145200"/>
                  </a:lnTo>
                  <a:lnTo>
                    <a:pt x="544677" y="5145112"/>
                  </a:lnTo>
                  <a:lnTo>
                    <a:pt x="539157" y="5145086"/>
                  </a:lnTo>
                  <a:lnTo>
                    <a:pt x="538736" y="5145084"/>
                  </a:lnTo>
                  <a:lnTo>
                    <a:pt x="0" y="51450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6" name="pg1886"/>
            <p:cNvSpPr/>
            <p:nvPr/>
          </p:nvSpPr>
          <p:spPr>
            <a:xfrm>
              <a:off x="546595" y="962794"/>
              <a:ext cx="8234974" cy="4921858"/>
            </a:xfrm>
            <a:custGeom>
              <a:avLst/>
              <a:pathLst>
                <a:path w="8234974" h="4921858">
                  <a:moveTo>
                    <a:pt x="0" y="4714966"/>
                  </a:moveTo>
                  <a:lnTo>
                    <a:pt x="538736" y="4714966"/>
                  </a:lnTo>
                  <a:lnTo>
                    <a:pt x="540038" y="4714973"/>
                  </a:lnTo>
                  <a:lnTo>
                    <a:pt x="548532" y="4715022"/>
                  </a:lnTo>
                  <a:lnTo>
                    <a:pt x="569706" y="4715158"/>
                  </a:lnTo>
                  <a:lnTo>
                    <a:pt x="606954" y="4715426"/>
                  </a:lnTo>
                  <a:lnTo>
                    <a:pt x="661254" y="4715862"/>
                  </a:lnTo>
                  <a:lnTo>
                    <a:pt x="731141" y="4716496"/>
                  </a:lnTo>
                  <a:lnTo>
                    <a:pt x="813206" y="4717341"/>
                  </a:lnTo>
                  <a:lnTo>
                    <a:pt x="902968" y="4718402"/>
                  </a:lnTo>
                  <a:lnTo>
                    <a:pt x="995843" y="4719676"/>
                  </a:lnTo>
                  <a:lnTo>
                    <a:pt x="1087900" y="4721156"/>
                  </a:lnTo>
                  <a:lnTo>
                    <a:pt x="1176256" y="4722841"/>
                  </a:lnTo>
                  <a:lnTo>
                    <a:pt x="1259142" y="4724738"/>
                  </a:lnTo>
                  <a:lnTo>
                    <a:pt x="1335762" y="4726861"/>
                  </a:lnTo>
                  <a:lnTo>
                    <a:pt x="1406056" y="4729235"/>
                  </a:lnTo>
                  <a:lnTo>
                    <a:pt x="1470470" y="4731893"/>
                  </a:lnTo>
                  <a:lnTo>
                    <a:pt x="1529756" y="4734879"/>
                  </a:lnTo>
                  <a:lnTo>
                    <a:pt x="1584830" y="4738239"/>
                  </a:lnTo>
                  <a:lnTo>
                    <a:pt x="1636659" y="4742023"/>
                  </a:lnTo>
                  <a:lnTo>
                    <a:pt x="1686175" y="4746270"/>
                  </a:lnTo>
                  <a:lnTo>
                    <a:pt x="1719082" y="4749448"/>
                  </a:lnTo>
                  <a:lnTo>
                    <a:pt x="1771604" y="4755093"/>
                  </a:lnTo>
                  <a:lnTo>
                    <a:pt x="1823623" y="4761349"/>
                  </a:lnTo>
                  <a:lnTo>
                    <a:pt x="1875726" y="4768223"/>
                  </a:lnTo>
                  <a:lnTo>
                    <a:pt x="1928301" y="4775700"/>
                  </a:lnTo>
                  <a:lnTo>
                    <a:pt x="1981557" y="4783735"/>
                  </a:lnTo>
                  <a:lnTo>
                    <a:pt x="2035554" y="4792258"/>
                  </a:lnTo>
                  <a:lnTo>
                    <a:pt x="2090219" y="4801168"/>
                  </a:lnTo>
                  <a:lnTo>
                    <a:pt x="2145376" y="4810344"/>
                  </a:lnTo>
                  <a:lnTo>
                    <a:pt x="2200778" y="4819648"/>
                  </a:lnTo>
                  <a:lnTo>
                    <a:pt x="2256142" y="4828932"/>
                  </a:lnTo>
                  <a:lnTo>
                    <a:pt x="2311191" y="4838051"/>
                  </a:lnTo>
                  <a:lnTo>
                    <a:pt x="2365692" y="4846870"/>
                  </a:lnTo>
                  <a:lnTo>
                    <a:pt x="2419495" y="4855271"/>
                  </a:lnTo>
                  <a:lnTo>
                    <a:pt x="2472558" y="4863164"/>
                  </a:lnTo>
                  <a:lnTo>
                    <a:pt x="2524981" y="4870484"/>
                  </a:lnTo>
                  <a:lnTo>
                    <a:pt x="2577017" y="4877195"/>
                  </a:lnTo>
                  <a:lnTo>
                    <a:pt x="2629102" y="4883288"/>
                  </a:lnTo>
                  <a:lnTo>
                    <a:pt x="2667772" y="4887376"/>
                  </a:lnTo>
                  <a:lnTo>
                    <a:pt x="2716181" y="4891953"/>
                  </a:lnTo>
                  <a:lnTo>
                    <a:pt x="2766335" y="4896050"/>
                  </a:lnTo>
                  <a:lnTo>
                    <a:pt x="2819089" y="4899694"/>
                  </a:lnTo>
                  <a:lnTo>
                    <a:pt x="2875395" y="4902931"/>
                  </a:lnTo>
                  <a:lnTo>
                    <a:pt x="2936213" y="4905808"/>
                  </a:lnTo>
                  <a:lnTo>
                    <a:pt x="3002421" y="4908372"/>
                  </a:lnTo>
                  <a:lnTo>
                    <a:pt x="3074692" y="4910663"/>
                  </a:lnTo>
                  <a:lnTo>
                    <a:pt x="3153335" y="4912712"/>
                  </a:lnTo>
                  <a:lnTo>
                    <a:pt x="3238084" y="4914540"/>
                  </a:lnTo>
                  <a:lnTo>
                    <a:pt x="3327856" y="4916160"/>
                  </a:lnTo>
                  <a:lnTo>
                    <a:pt x="3420539" y="4917575"/>
                  </a:lnTo>
                  <a:lnTo>
                    <a:pt x="3512894" y="4918782"/>
                  </a:lnTo>
                  <a:lnTo>
                    <a:pt x="3600725" y="4919775"/>
                  </a:lnTo>
                  <a:lnTo>
                    <a:pt x="3679383" y="4920552"/>
                  </a:lnTo>
                  <a:lnTo>
                    <a:pt x="3744620" y="4921121"/>
                  </a:lnTo>
                  <a:lnTo>
                    <a:pt x="3793561" y="4921500"/>
                  </a:lnTo>
                  <a:lnTo>
                    <a:pt x="3825487" y="4921721"/>
                  </a:lnTo>
                  <a:lnTo>
                    <a:pt x="3842166" y="4921825"/>
                  </a:lnTo>
                  <a:lnTo>
                    <a:pt x="3847696" y="4921856"/>
                  </a:lnTo>
                  <a:lnTo>
                    <a:pt x="3848118" y="4921858"/>
                  </a:lnTo>
                  <a:lnTo>
                    <a:pt x="4386855" y="4921858"/>
                  </a:lnTo>
                  <a:lnTo>
                    <a:pt x="4387710" y="4921752"/>
                  </a:lnTo>
                  <a:lnTo>
                    <a:pt x="4393337" y="4920994"/>
                  </a:lnTo>
                  <a:lnTo>
                    <a:pt x="4407562" y="4918900"/>
                  </a:lnTo>
                  <a:lnTo>
                    <a:pt x="4433082" y="4914775"/>
                  </a:lnTo>
                  <a:lnTo>
                    <a:pt x="4471292" y="4907971"/>
                  </a:lnTo>
                  <a:lnTo>
                    <a:pt x="4522172" y="4897952"/>
                  </a:lnTo>
                  <a:lnTo>
                    <a:pt x="4584376" y="4884337"/>
                  </a:lnTo>
                  <a:lnTo>
                    <a:pt x="4655534" y="4866924"/>
                  </a:lnTo>
                  <a:lnTo>
                    <a:pt x="4732710" y="4845660"/>
                  </a:lnTo>
                  <a:lnTo>
                    <a:pt x="4812880" y="4820596"/>
                  </a:lnTo>
                  <a:lnTo>
                    <a:pt x="4893328" y="4791813"/>
                  </a:lnTo>
                  <a:lnTo>
                    <a:pt x="4971884" y="4759365"/>
                  </a:lnTo>
                  <a:lnTo>
                    <a:pt x="5047015" y="4723231"/>
                  </a:lnTo>
                  <a:lnTo>
                    <a:pt x="5117800" y="4683275"/>
                  </a:lnTo>
                  <a:lnTo>
                    <a:pt x="5183834" y="4639237"/>
                  </a:lnTo>
                  <a:lnTo>
                    <a:pt x="5245110" y="4590728"/>
                  </a:lnTo>
                  <a:lnTo>
                    <a:pt x="5301903" y="4537228"/>
                  </a:lnTo>
                  <a:lnTo>
                    <a:pt x="5354675" y="4478108"/>
                  </a:lnTo>
                  <a:lnTo>
                    <a:pt x="5403998" y="4412651"/>
                  </a:lnTo>
                  <a:lnTo>
                    <a:pt x="5450495" y="4340096"/>
                  </a:lnTo>
                  <a:lnTo>
                    <a:pt x="5494794" y="4259717"/>
                  </a:lnTo>
                  <a:lnTo>
                    <a:pt x="5537488" y="4170941"/>
                  </a:lnTo>
                  <a:lnTo>
                    <a:pt x="5567201" y="4102456"/>
                  </a:lnTo>
                  <a:lnTo>
                    <a:pt x="5595148" y="4033136"/>
                  </a:lnTo>
                  <a:lnTo>
                    <a:pt x="5622857" y="3959799"/>
                  </a:lnTo>
                  <a:lnTo>
                    <a:pt x="5650440" y="3882367"/>
                  </a:lnTo>
                  <a:lnTo>
                    <a:pt x="5677991" y="3800797"/>
                  </a:lnTo>
                  <a:lnTo>
                    <a:pt x="5705585" y="3715091"/>
                  </a:lnTo>
                  <a:lnTo>
                    <a:pt x="5733282" y="3625296"/>
                  </a:lnTo>
                  <a:lnTo>
                    <a:pt x="5761129" y="3531509"/>
                  </a:lnTo>
                  <a:lnTo>
                    <a:pt x="5789157" y="3433877"/>
                  </a:lnTo>
                  <a:lnTo>
                    <a:pt x="5817387" y="3332603"/>
                  </a:lnTo>
                  <a:lnTo>
                    <a:pt x="5845827" y="3227941"/>
                  </a:lnTo>
                  <a:lnTo>
                    <a:pt x="5874474" y="3120198"/>
                  </a:lnTo>
                  <a:lnTo>
                    <a:pt x="5903317" y="3009731"/>
                  </a:lnTo>
                  <a:lnTo>
                    <a:pt x="5932334" y="2896941"/>
                  </a:lnTo>
                  <a:lnTo>
                    <a:pt x="5961498" y="2782272"/>
                  </a:lnTo>
                  <a:lnTo>
                    <a:pt x="5990773" y="2666199"/>
                  </a:lnTo>
                  <a:lnTo>
                    <a:pt x="6020122" y="2549225"/>
                  </a:lnTo>
                  <a:lnTo>
                    <a:pt x="6049502" y="2431868"/>
                  </a:lnTo>
                  <a:lnTo>
                    <a:pt x="6078870" y="2314653"/>
                  </a:lnTo>
                  <a:lnTo>
                    <a:pt x="6108184" y="2198104"/>
                  </a:lnTo>
                  <a:lnTo>
                    <a:pt x="6137403" y="2082731"/>
                  </a:lnTo>
                  <a:lnTo>
                    <a:pt x="6166491" y="1969022"/>
                  </a:lnTo>
                  <a:lnTo>
                    <a:pt x="6195417" y="1857437"/>
                  </a:lnTo>
                  <a:lnTo>
                    <a:pt x="6224156" y="1748398"/>
                  </a:lnTo>
                  <a:lnTo>
                    <a:pt x="6252692" y="1642282"/>
                  </a:lnTo>
                  <a:lnTo>
                    <a:pt x="6281018" y="1539420"/>
                  </a:lnTo>
                  <a:lnTo>
                    <a:pt x="6309137" y="1440090"/>
                  </a:lnTo>
                  <a:lnTo>
                    <a:pt x="6337064" y="1344519"/>
                  </a:lnTo>
                  <a:lnTo>
                    <a:pt x="6364824" y="1252878"/>
                  </a:lnTo>
                  <a:lnTo>
                    <a:pt x="6392459" y="1165289"/>
                  </a:lnTo>
                  <a:lnTo>
                    <a:pt x="6420021" y="1081819"/>
                  </a:lnTo>
                  <a:lnTo>
                    <a:pt x="6447580" y="1002493"/>
                  </a:lnTo>
                  <a:lnTo>
                    <a:pt x="6475219" y="927286"/>
                  </a:lnTo>
                  <a:lnTo>
                    <a:pt x="6503041" y="856137"/>
                  </a:lnTo>
                  <a:lnTo>
                    <a:pt x="6515891" y="824846"/>
                  </a:lnTo>
                  <a:lnTo>
                    <a:pt x="6557760" y="729928"/>
                  </a:lnTo>
                  <a:lnTo>
                    <a:pt x="6600859" y="643611"/>
                  </a:lnTo>
                  <a:lnTo>
                    <a:pt x="6645728" y="565552"/>
                  </a:lnTo>
                  <a:lnTo>
                    <a:pt x="6692973" y="495118"/>
                  </a:lnTo>
                  <a:lnTo>
                    <a:pt x="6743226" y="431562"/>
                  </a:lnTo>
                  <a:lnTo>
                    <a:pt x="6797101" y="374130"/>
                  </a:lnTo>
                  <a:lnTo>
                    <a:pt x="6855143" y="322127"/>
                  </a:lnTo>
                  <a:lnTo>
                    <a:pt x="6917770" y="274952"/>
                  </a:lnTo>
                  <a:lnTo>
                    <a:pt x="6985188" y="232123"/>
                  </a:lnTo>
                  <a:lnTo>
                    <a:pt x="7057286" y="193288"/>
                  </a:lnTo>
                  <a:lnTo>
                    <a:pt x="7133523" y="158223"/>
                  </a:lnTo>
                  <a:lnTo>
                    <a:pt x="7212808" y="126829"/>
                  </a:lnTo>
                  <a:lnTo>
                    <a:pt x="7293426" y="99108"/>
                  </a:lnTo>
                  <a:lnTo>
                    <a:pt x="7373032" y="75129"/>
                  </a:lnTo>
                  <a:lnTo>
                    <a:pt x="7448791" y="54972"/>
                  </a:lnTo>
                  <a:lnTo>
                    <a:pt x="7517657" y="38663"/>
                  </a:lnTo>
                  <a:lnTo>
                    <a:pt x="7576807" y="26112"/>
                  </a:lnTo>
                  <a:lnTo>
                    <a:pt x="7624124" y="17064"/>
                  </a:lnTo>
                  <a:lnTo>
                    <a:pt x="7658621" y="11093"/>
                  </a:lnTo>
                  <a:lnTo>
                    <a:pt x="7680686" y="7622"/>
                  </a:lnTo>
                  <a:lnTo>
                    <a:pt x="7692107" y="5984"/>
                  </a:lnTo>
                  <a:lnTo>
                    <a:pt x="7695924" y="548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16" y="4916407"/>
                  </a:lnTo>
                  <a:lnTo>
                    <a:pt x="3838322" y="4916358"/>
                  </a:lnTo>
                  <a:lnTo>
                    <a:pt x="3817149" y="4916222"/>
                  </a:lnTo>
                  <a:lnTo>
                    <a:pt x="3779900" y="4915954"/>
                  </a:lnTo>
                  <a:lnTo>
                    <a:pt x="3725601" y="4915518"/>
                  </a:lnTo>
                  <a:lnTo>
                    <a:pt x="3655713" y="4914884"/>
                  </a:lnTo>
                  <a:lnTo>
                    <a:pt x="3573648" y="4914039"/>
                  </a:lnTo>
                  <a:lnTo>
                    <a:pt x="3483887" y="4912978"/>
                  </a:lnTo>
                  <a:lnTo>
                    <a:pt x="3391012" y="4911704"/>
                  </a:lnTo>
                  <a:lnTo>
                    <a:pt x="3298955" y="4910224"/>
                  </a:lnTo>
                  <a:lnTo>
                    <a:pt x="3210599" y="4908539"/>
                  </a:lnTo>
                  <a:lnTo>
                    <a:pt x="3127713" y="4906642"/>
                  </a:lnTo>
                  <a:lnTo>
                    <a:pt x="3051093" y="4904519"/>
                  </a:lnTo>
                  <a:lnTo>
                    <a:pt x="2980799" y="4902145"/>
                  </a:lnTo>
                  <a:lnTo>
                    <a:pt x="2916385" y="4899487"/>
                  </a:lnTo>
                  <a:lnTo>
                    <a:pt x="2857098" y="4896501"/>
                  </a:lnTo>
                  <a:lnTo>
                    <a:pt x="2802024" y="4893141"/>
                  </a:lnTo>
                  <a:lnTo>
                    <a:pt x="2750195" y="4889357"/>
                  </a:lnTo>
                  <a:lnTo>
                    <a:pt x="2700680" y="4885110"/>
                  </a:lnTo>
                  <a:lnTo>
                    <a:pt x="2667772" y="4881932"/>
                  </a:lnTo>
                  <a:lnTo>
                    <a:pt x="2615251" y="4876287"/>
                  </a:lnTo>
                  <a:lnTo>
                    <a:pt x="2563232" y="4870031"/>
                  </a:lnTo>
                  <a:lnTo>
                    <a:pt x="2511128" y="4863157"/>
                  </a:lnTo>
                  <a:lnTo>
                    <a:pt x="2458554" y="4855680"/>
                  </a:lnTo>
                  <a:lnTo>
                    <a:pt x="2405297" y="4847645"/>
                  </a:lnTo>
                  <a:lnTo>
                    <a:pt x="2351301" y="4839122"/>
                  </a:lnTo>
                  <a:lnTo>
                    <a:pt x="2296636" y="4830212"/>
                  </a:lnTo>
                  <a:lnTo>
                    <a:pt x="2241478" y="4821036"/>
                  </a:lnTo>
                  <a:lnTo>
                    <a:pt x="2186076" y="4811732"/>
                  </a:lnTo>
                  <a:lnTo>
                    <a:pt x="2130712" y="4802448"/>
                  </a:lnTo>
                  <a:lnTo>
                    <a:pt x="2075663" y="4793329"/>
                  </a:lnTo>
                  <a:lnTo>
                    <a:pt x="2021162" y="4784510"/>
                  </a:lnTo>
                  <a:lnTo>
                    <a:pt x="1967360" y="4776109"/>
                  </a:lnTo>
                  <a:lnTo>
                    <a:pt x="1914296" y="4768216"/>
                  </a:lnTo>
                  <a:lnTo>
                    <a:pt x="1861874" y="4760896"/>
                  </a:lnTo>
                  <a:lnTo>
                    <a:pt x="1809838" y="4754185"/>
                  </a:lnTo>
                  <a:lnTo>
                    <a:pt x="1757752" y="4748092"/>
                  </a:lnTo>
                  <a:lnTo>
                    <a:pt x="1719082" y="4744004"/>
                  </a:lnTo>
                  <a:lnTo>
                    <a:pt x="1670673" y="4739427"/>
                  </a:lnTo>
                  <a:lnTo>
                    <a:pt x="1620519" y="4735330"/>
                  </a:lnTo>
                  <a:lnTo>
                    <a:pt x="1567766" y="4731685"/>
                  </a:lnTo>
                  <a:lnTo>
                    <a:pt x="1511460" y="4728449"/>
                  </a:lnTo>
                  <a:lnTo>
                    <a:pt x="1450642" y="4725572"/>
                  </a:lnTo>
                  <a:lnTo>
                    <a:pt x="1384434" y="4723008"/>
                  </a:lnTo>
                  <a:lnTo>
                    <a:pt x="1312162" y="4720717"/>
                  </a:lnTo>
                  <a:lnTo>
                    <a:pt x="1233519" y="4718668"/>
                  </a:lnTo>
                  <a:lnTo>
                    <a:pt x="1148771" y="4716840"/>
                  </a:lnTo>
                  <a:lnTo>
                    <a:pt x="1058998" y="4715220"/>
                  </a:lnTo>
                  <a:lnTo>
                    <a:pt x="966316" y="4713805"/>
                  </a:lnTo>
                  <a:lnTo>
                    <a:pt x="873960" y="4712598"/>
                  </a:lnTo>
                  <a:lnTo>
                    <a:pt x="786130" y="4711605"/>
                  </a:lnTo>
                  <a:lnTo>
                    <a:pt x="707471" y="4710828"/>
                  </a:lnTo>
                  <a:lnTo>
                    <a:pt x="642234" y="4710259"/>
                  </a:lnTo>
                  <a:lnTo>
                    <a:pt x="593294" y="4709880"/>
                  </a:lnTo>
                  <a:lnTo>
                    <a:pt x="561367" y="4709659"/>
                  </a:lnTo>
                  <a:lnTo>
                    <a:pt x="544689" y="4709555"/>
                  </a:lnTo>
                  <a:lnTo>
                    <a:pt x="539159" y="4709524"/>
                  </a:lnTo>
                  <a:lnTo>
                    <a:pt x="538736" y="4709522"/>
                  </a:lnTo>
                  <a:lnTo>
                    <a:pt x="0" y="4709522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87" name="pl1887"/>
            <p:cNvSpPr/>
            <p:nvPr/>
          </p:nvSpPr>
          <p:spPr>
            <a:xfrm>
              <a:off x="546595" y="968238"/>
              <a:ext cx="8234974" cy="4916414"/>
            </a:xfrm>
            <a:custGeom>
              <a:avLst/>
              <a:pathLst>
                <a:path w="8234974" h="4916414">
                  <a:moveTo>
                    <a:pt x="0" y="4709522"/>
                  </a:moveTo>
                  <a:lnTo>
                    <a:pt x="538736" y="4709522"/>
                  </a:lnTo>
                  <a:lnTo>
                    <a:pt x="540038" y="4709528"/>
                  </a:lnTo>
                  <a:lnTo>
                    <a:pt x="548532" y="4709578"/>
                  </a:lnTo>
                  <a:lnTo>
                    <a:pt x="569706" y="4709714"/>
                  </a:lnTo>
                  <a:lnTo>
                    <a:pt x="606954" y="4709981"/>
                  </a:lnTo>
                  <a:lnTo>
                    <a:pt x="661254" y="4710417"/>
                  </a:lnTo>
                  <a:lnTo>
                    <a:pt x="731141" y="4711051"/>
                  </a:lnTo>
                  <a:lnTo>
                    <a:pt x="813206" y="4711897"/>
                  </a:lnTo>
                  <a:lnTo>
                    <a:pt x="902968" y="4712958"/>
                  </a:lnTo>
                  <a:lnTo>
                    <a:pt x="995843" y="4714231"/>
                  </a:lnTo>
                  <a:lnTo>
                    <a:pt x="1087900" y="4715711"/>
                  </a:lnTo>
                  <a:lnTo>
                    <a:pt x="1176256" y="4717397"/>
                  </a:lnTo>
                  <a:lnTo>
                    <a:pt x="1259142" y="4719293"/>
                  </a:lnTo>
                  <a:lnTo>
                    <a:pt x="1335762" y="4721416"/>
                  </a:lnTo>
                  <a:lnTo>
                    <a:pt x="1406056" y="4723790"/>
                  </a:lnTo>
                  <a:lnTo>
                    <a:pt x="1470470" y="4726449"/>
                  </a:lnTo>
                  <a:lnTo>
                    <a:pt x="1529756" y="4729434"/>
                  </a:lnTo>
                  <a:lnTo>
                    <a:pt x="1584830" y="4732794"/>
                  </a:lnTo>
                  <a:lnTo>
                    <a:pt x="1636659" y="4736578"/>
                  </a:lnTo>
                  <a:lnTo>
                    <a:pt x="1686175" y="4740826"/>
                  </a:lnTo>
                  <a:lnTo>
                    <a:pt x="1719082" y="4744004"/>
                  </a:lnTo>
                  <a:lnTo>
                    <a:pt x="1771604" y="4749648"/>
                  </a:lnTo>
                  <a:lnTo>
                    <a:pt x="1823623" y="4755904"/>
                  </a:lnTo>
                  <a:lnTo>
                    <a:pt x="1875726" y="4762779"/>
                  </a:lnTo>
                  <a:lnTo>
                    <a:pt x="1928301" y="4770256"/>
                  </a:lnTo>
                  <a:lnTo>
                    <a:pt x="1981557" y="4778291"/>
                  </a:lnTo>
                  <a:lnTo>
                    <a:pt x="2035554" y="4786813"/>
                  </a:lnTo>
                  <a:lnTo>
                    <a:pt x="2090219" y="4795723"/>
                  </a:lnTo>
                  <a:lnTo>
                    <a:pt x="2145376" y="4804900"/>
                  </a:lnTo>
                  <a:lnTo>
                    <a:pt x="2200778" y="4814204"/>
                  </a:lnTo>
                  <a:lnTo>
                    <a:pt x="2256142" y="4823488"/>
                  </a:lnTo>
                  <a:lnTo>
                    <a:pt x="2311191" y="4832607"/>
                  </a:lnTo>
                  <a:lnTo>
                    <a:pt x="2365692" y="4841425"/>
                  </a:lnTo>
                  <a:lnTo>
                    <a:pt x="2419495" y="4849827"/>
                  </a:lnTo>
                  <a:lnTo>
                    <a:pt x="2472558" y="4857720"/>
                  </a:lnTo>
                  <a:lnTo>
                    <a:pt x="2524981" y="4865040"/>
                  </a:lnTo>
                  <a:lnTo>
                    <a:pt x="2577017" y="4871751"/>
                  </a:lnTo>
                  <a:lnTo>
                    <a:pt x="2629102" y="4877843"/>
                  </a:lnTo>
                  <a:lnTo>
                    <a:pt x="2667772" y="4881932"/>
                  </a:lnTo>
                  <a:lnTo>
                    <a:pt x="2716181" y="4886509"/>
                  </a:lnTo>
                  <a:lnTo>
                    <a:pt x="2766335" y="4890606"/>
                  </a:lnTo>
                  <a:lnTo>
                    <a:pt x="2819089" y="4894250"/>
                  </a:lnTo>
                  <a:lnTo>
                    <a:pt x="2875395" y="4897486"/>
                  </a:lnTo>
                  <a:lnTo>
                    <a:pt x="2936213" y="4900363"/>
                  </a:lnTo>
                  <a:lnTo>
                    <a:pt x="3002421" y="4902927"/>
                  </a:lnTo>
                  <a:lnTo>
                    <a:pt x="3074692" y="4905218"/>
                  </a:lnTo>
                  <a:lnTo>
                    <a:pt x="3153335" y="4907267"/>
                  </a:lnTo>
                  <a:lnTo>
                    <a:pt x="3238084" y="4909096"/>
                  </a:lnTo>
                  <a:lnTo>
                    <a:pt x="3327856" y="4910716"/>
                  </a:lnTo>
                  <a:lnTo>
                    <a:pt x="3420539" y="4912131"/>
                  </a:lnTo>
                  <a:lnTo>
                    <a:pt x="3512894" y="4913337"/>
                  </a:lnTo>
                  <a:lnTo>
                    <a:pt x="3600725" y="4914330"/>
                  </a:lnTo>
                  <a:lnTo>
                    <a:pt x="3679383" y="4915108"/>
                  </a:lnTo>
                  <a:lnTo>
                    <a:pt x="3744620" y="4915677"/>
                  </a:lnTo>
                  <a:lnTo>
                    <a:pt x="3793561" y="4916056"/>
                  </a:lnTo>
                  <a:lnTo>
                    <a:pt x="3825487" y="4916277"/>
                  </a:lnTo>
                  <a:lnTo>
                    <a:pt x="3842166" y="4916381"/>
                  </a:lnTo>
                  <a:lnTo>
                    <a:pt x="3847696" y="4916412"/>
                  </a:lnTo>
                  <a:lnTo>
                    <a:pt x="3848118" y="4916414"/>
                  </a:lnTo>
                  <a:lnTo>
                    <a:pt x="4386855" y="4916414"/>
                  </a:lnTo>
                  <a:lnTo>
                    <a:pt x="4387710" y="4916308"/>
                  </a:lnTo>
                  <a:lnTo>
                    <a:pt x="4393337" y="4915550"/>
                  </a:lnTo>
                  <a:lnTo>
                    <a:pt x="4407562" y="4913455"/>
                  </a:lnTo>
                  <a:lnTo>
                    <a:pt x="4433082" y="4909330"/>
                  </a:lnTo>
                  <a:lnTo>
                    <a:pt x="4471292" y="4902527"/>
                  </a:lnTo>
                  <a:lnTo>
                    <a:pt x="4522172" y="4892507"/>
                  </a:lnTo>
                  <a:lnTo>
                    <a:pt x="4584376" y="4878893"/>
                  </a:lnTo>
                  <a:lnTo>
                    <a:pt x="4655534" y="4861479"/>
                  </a:lnTo>
                  <a:lnTo>
                    <a:pt x="4732710" y="4840216"/>
                  </a:lnTo>
                  <a:lnTo>
                    <a:pt x="4812880" y="4815151"/>
                  </a:lnTo>
                  <a:lnTo>
                    <a:pt x="4893328" y="4786368"/>
                  </a:lnTo>
                  <a:lnTo>
                    <a:pt x="4971884" y="4753921"/>
                  </a:lnTo>
                  <a:lnTo>
                    <a:pt x="5047015" y="4717786"/>
                  </a:lnTo>
                  <a:lnTo>
                    <a:pt x="5117800" y="4677830"/>
                  </a:lnTo>
                  <a:lnTo>
                    <a:pt x="5183834" y="4633793"/>
                  </a:lnTo>
                  <a:lnTo>
                    <a:pt x="5245110" y="4585283"/>
                  </a:lnTo>
                  <a:lnTo>
                    <a:pt x="5301903" y="4531783"/>
                  </a:lnTo>
                  <a:lnTo>
                    <a:pt x="5354675" y="4472664"/>
                  </a:lnTo>
                  <a:lnTo>
                    <a:pt x="5403998" y="4407206"/>
                  </a:lnTo>
                  <a:lnTo>
                    <a:pt x="5450495" y="4334652"/>
                  </a:lnTo>
                  <a:lnTo>
                    <a:pt x="5494794" y="4254272"/>
                  </a:lnTo>
                  <a:lnTo>
                    <a:pt x="5537488" y="4165497"/>
                  </a:lnTo>
                  <a:lnTo>
                    <a:pt x="5567201" y="4097011"/>
                  </a:lnTo>
                  <a:lnTo>
                    <a:pt x="5595148" y="4027691"/>
                  </a:lnTo>
                  <a:lnTo>
                    <a:pt x="5622857" y="3954355"/>
                  </a:lnTo>
                  <a:lnTo>
                    <a:pt x="5650440" y="3876922"/>
                  </a:lnTo>
                  <a:lnTo>
                    <a:pt x="5677991" y="3795353"/>
                  </a:lnTo>
                  <a:lnTo>
                    <a:pt x="5705585" y="3709646"/>
                  </a:lnTo>
                  <a:lnTo>
                    <a:pt x="5733282" y="3619851"/>
                  </a:lnTo>
                  <a:lnTo>
                    <a:pt x="5761129" y="3526064"/>
                  </a:lnTo>
                  <a:lnTo>
                    <a:pt x="5789157" y="3428433"/>
                  </a:lnTo>
                  <a:lnTo>
                    <a:pt x="5817387" y="3327159"/>
                  </a:lnTo>
                  <a:lnTo>
                    <a:pt x="5845827" y="3222497"/>
                  </a:lnTo>
                  <a:lnTo>
                    <a:pt x="5874474" y="3114754"/>
                  </a:lnTo>
                  <a:lnTo>
                    <a:pt x="5903317" y="3004286"/>
                  </a:lnTo>
                  <a:lnTo>
                    <a:pt x="5932334" y="2891496"/>
                  </a:lnTo>
                  <a:lnTo>
                    <a:pt x="5961498" y="2776827"/>
                  </a:lnTo>
                  <a:lnTo>
                    <a:pt x="5990773" y="2660755"/>
                  </a:lnTo>
                  <a:lnTo>
                    <a:pt x="6020122" y="2543781"/>
                  </a:lnTo>
                  <a:lnTo>
                    <a:pt x="6049502" y="2426423"/>
                  </a:lnTo>
                  <a:lnTo>
                    <a:pt x="6078870" y="2309209"/>
                  </a:lnTo>
                  <a:lnTo>
                    <a:pt x="6108184" y="2192660"/>
                  </a:lnTo>
                  <a:lnTo>
                    <a:pt x="6137403" y="2077286"/>
                  </a:lnTo>
                  <a:lnTo>
                    <a:pt x="6166491" y="1963577"/>
                  </a:lnTo>
                  <a:lnTo>
                    <a:pt x="6195417" y="1851993"/>
                  </a:lnTo>
                  <a:lnTo>
                    <a:pt x="6224156" y="1742953"/>
                  </a:lnTo>
                  <a:lnTo>
                    <a:pt x="6252692" y="1636837"/>
                  </a:lnTo>
                  <a:lnTo>
                    <a:pt x="6281018" y="1533975"/>
                  </a:lnTo>
                  <a:lnTo>
                    <a:pt x="6309137" y="1434646"/>
                  </a:lnTo>
                  <a:lnTo>
                    <a:pt x="6337064" y="1339074"/>
                  </a:lnTo>
                  <a:lnTo>
                    <a:pt x="6364824" y="1247434"/>
                  </a:lnTo>
                  <a:lnTo>
                    <a:pt x="6392459" y="1159844"/>
                  </a:lnTo>
                  <a:lnTo>
                    <a:pt x="6420021" y="1076375"/>
                  </a:lnTo>
                  <a:lnTo>
                    <a:pt x="6447580" y="997048"/>
                  </a:lnTo>
                  <a:lnTo>
                    <a:pt x="6475219" y="921842"/>
                  </a:lnTo>
                  <a:lnTo>
                    <a:pt x="6503041" y="850692"/>
                  </a:lnTo>
                  <a:lnTo>
                    <a:pt x="6515891" y="819402"/>
                  </a:lnTo>
                  <a:lnTo>
                    <a:pt x="6557760" y="724483"/>
                  </a:lnTo>
                  <a:lnTo>
                    <a:pt x="6600859" y="638167"/>
                  </a:lnTo>
                  <a:lnTo>
                    <a:pt x="6645728" y="560108"/>
                  </a:lnTo>
                  <a:lnTo>
                    <a:pt x="6692973" y="489674"/>
                  </a:lnTo>
                  <a:lnTo>
                    <a:pt x="6743226" y="426117"/>
                  </a:lnTo>
                  <a:lnTo>
                    <a:pt x="6797101" y="368686"/>
                  </a:lnTo>
                  <a:lnTo>
                    <a:pt x="6855143" y="316682"/>
                  </a:lnTo>
                  <a:lnTo>
                    <a:pt x="6917770" y="269507"/>
                  </a:lnTo>
                  <a:lnTo>
                    <a:pt x="6985188" y="226679"/>
                  </a:lnTo>
                  <a:lnTo>
                    <a:pt x="7057286" y="187844"/>
                  </a:lnTo>
                  <a:lnTo>
                    <a:pt x="7133523" y="152779"/>
                  </a:lnTo>
                  <a:lnTo>
                    <a:pt x="7212808" y="121384"/>
                  </a:lnTo>
                  <a:lnTo>
                    <a:pt x="7293426" y="93663"/>
                  </a:lnTo>
                  <a:lnTo>
                    <a:pt x="7373032" y="69685"/>
                  </a:lnTo>
                  <a:lnTo>
                    <a:pt x="7448791" y="49527"/>
                  </a:lnTo>
                  <a:lnTo>
                    <a:pt x="7517657" y="33219"/>
                  </a:lnTo>
                  <a:lnTo>
                    <a:pt x="7576807" y="20667"/>
                  </a:lnTo>
                  <a:lnTo>
                    <a:pt x="7624124" y="11620"/>
                  </a:lnTo>
                  <a:lnTo>
                    <a:pt x="7658621" y="5648"/>
                  </a:lnTo>
                  <a:lnTo>
                    <a:pt x="7680686" y="2177"/>
                  </a:lnTo>
                  <a:lnTo>
                    <a:pt x="7692107" y="539"/>
                  </a:lnTo>
                  <a:lnTo>
                    <a:pt x="7695924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8" name="pl1888"/>
            <p:cNvSpPr/>
            <p:nvPr/>
          </p:nvSpPr>
          <p:spPr>
            <a:xfrm>
              <a:off x="546595" y="962794"/>
              <a:ext cx="8234974" cy="4916414"/>
            </a:xfrm>
            <a:custGeom>
              <a:avLst/>
              <a:pathLst>
                <a:path w="8234974" h="4916414">
                  <a:moveTo>
                    <a:pt x="8234974" y="0"/>
                  </a:moveTo>
                  <a:lnTo>
                    <a:pt x="7696237" y="0"/>
                  </a:lnTo>
                  <a:lnTo>
                    <a:pt x="7695383" y="106"/>
                  </a:lnTo>
                  <a:lnTo>
                    <a:pt x="7689755" y="864"/>
                  </a:lnTo>
                  <a:lnTo>
                    <a:pt x="7675530" y="2958"/>
                  </a:lnTo>
                  <a:lnTo>
                    <a:pt x="7650010" y="7083"/>
                  </a:lnTo>
                  <a:lnTo>
                    <a:pt x="7611800" y="13887"/>
                  </a:lnTo>
                  <a:lnTo>
                    <a:pt x="7560920" y="23906"/>
                  </a:lnTo>
                  <a:lnTo>
                    <a:pt x="7498717" y="37521"/>
                  </a:lnTo>
                  <a:lnTo>
                    <a:pt x="7427559" y="54934"/>
                  </a:lnTo>
                  <a:lnTo>
                    <a:pt x="7350383" y="76197"/>
                  </a:lnTo>
                  <a:lnTo>
                    <a:pt x="7270212" y="101262"/>
                  </a:lnTo>
                  <a:lnTo>
                    <a:pt x="7189764" y="130045"/>
                  </a:lnTo>
                  <a:lnTo>
                    <a:pt x="7111209" y="162493"/>
                  </a:lnTo>
                  <a:lnTo>
                    <a:pt x="7036078" y="198627"/>
                  </a:lnTo>
                  <a:lnTo>
                    <a:pt x="6965292" y="238583"/>
                  </a:lnTo>
                  <a:lnTo>
                    <a:pt x="6899258" y="282621"/>
                  </a:lnTo>
                  <a:lnTo>
                    <a:pt x="6837983" y="331130"/>
                  </a:lnTo>
                  <a:lnTo>
                    <a:pt x="6781190" y="384630"/>
                  </a:lnTo>
                  <a:lnTo>
                    <a:pt x="6728418" y="443750"/>
                  </a:lnTo>
                  <a:lnTo>
                    <a:pt x="6679095" y="509207"/>
                  </a:lnTo>
                  <a:lnTo>
                    <a:pt x="6632598" y="581762"/>
                  </a:lnTo>
                  <a:lnTo>
                    <a:pt x="6588298" y="662141"/>
                  </a:lnTo>
                  <a:lnTo>
                    <a:pt x="6545604" y="750917"/>
                  </a:lnTo>
                  <a:lnTo>
                    <a:pt x="6515891" y="819402"/>
                  </a:lnTo>
                  <a:lnTo>
                    <a:pt x="6487945" y="888722"/>
                  </a:lnTo>
                  <a:lnTo>
                    <a:pt x="6460236" y="962058"/>
                  </a:lnTo>
                  <a:lnTo>
                    <a:pt x="6432652" y="1039491"/>
                  </a:lnTo>
                  <a:lnTo>
                    <a:pt x="6405101" y="1121061"/>
                  </a:lnTo>
                  <a:lnTo>
                    <a:pt x="6377507" y="1206767"/>
                  </a:lnTo>
                  <a:lnTo>
                    <a:pt x="6349810" y="1296562"/>
                  </a:lnTo>
                  <a:lnTo>
                    <a:pt x="6321964" y="1390349"/>
                  </a:lnTo>
                  <a:lnTo>
                    <a:pt x="6293935" y="1487981"/>
                  </a:lnTo>
                  <a:lnTo>
                    <a:pt x="6265705" y="1589255"/>
                  </a:lnTo>
                  <a:lnTo>
                    <a:pt x="6237266" y="1693917"/>
                  </a:lnTo>
                  <a:lnTo>
                    <a:pt x="6208618" y="1801660"/>
                  </a:lnTo>
                  <a:lnTo>
                    <a:pt x="6179775" y="1912127"/>
                  </a:lnTo>
                  <a:lnTo>
                    <a:pt x="6150758" y="2024917"/>
                  </a:lnTo>
                  <a:lnTo>
                    <a:pt x="6121595" y="2139586"/>
                  </a:lnTo>
                  <a:lnTo>
                    <a:pt x="6092319" y="2255659"/>
                  </a:lnTo>
                  <a:lnTo>
                    <a:pt x="6062971" y="2372633"/>
                  </a:lnTo>
                  <a:lnTo>
                    <a:pt x="6033591" y="2489990"/>
                  </a:lnTo>
                  <a:lnTo>
                    <a:pt x="6004223" y="2607205"/>
                  </a:lnTo>
                  <a:lnTo>
                    <a:pt x="5974909" y="2723754"/>
                  </a:lnTo>
                  <a:lnTo>
                    <a:pt x="5945689" y="2839127"/>
                  </a:lnTo>
                  <a:lnTo>
                    <a:pt x="5916601" y="2952836"/>
                  </a:lnTo>
                  <a:lnTo>
                    <a:pt x="5887675" y="3064421"/>
                  </a:lnTo>
                  <a:lnTo>
                    <a:pt x="5858936" y="3173460"/>
                  </a:lnTo>
                  <a:lnTo>
                    <a:pt x="5830400" y="3279576"/>
                  </a:lnTo>
                  <a:lnTo>
                    <a:pt x="5802074" y="3382438"/>
                  </a:lnTo>
                  <a:lnTo>
                    <a:pt x="5773955" y="3481768"/>
                  </a:lnTo>
                  <a:lnTo>
                    <a:pt x="5746029" y="3577339"/>
                  </a:lnTo>
                  <a:lnTo>
                    <a:pt x="5718268" y="3668980"/>
                  </a:lnTo>
                  <a:lnTo>
                    <a:pt x="5690633" y="3756569"/>
                  </a:lnTo>
                  <a:lnTo>
                    <a:pt x="5663071" y="3840038"/>
                  </a:lnTo>
                  <a:lnTo>
                    <a:pt x="5635513" y="3919365"/>
                  </a:lnTo>
                  <a:lnTo>
                    <a:pt x="5607874" y="3994572"/>
                  </a:lnTo>
                  <a:lnTo>
                    <a:pt x="5580052" y="4065721"/>
                  </a:lnTo>
                  <a:lnTo>
                    <a:pt x="5567201" y="4097011"/>
                  </a:lnTo>
                  <a:lnTo>
                    <a:pt x="5525333" y="4191930"/>
                  </a:lnTo>
                  <a:lnTo>
                    <a:pt x="5482233" y="4278247"/>
                  </a:lnTo>
                  <a:lnTo>
                    <a:pt x="5437365" y="4356306"/>
                  </a:lnTo>
                  <a:lnTo>
                    <a:pt x="5390119" y="4426740"/>
                  </a:lnTo>
                  <a:lnTo>
                    <a:pt x="5339866" y="4490296"/>
                  </a:lnTo>
                  <a:lnTo>
                    <a:pt x="5285992" y="4547728"/>
                  </a:lnTo>
                  <a:lnTo>
                    <a:pt x="5227949" y="4599731"/>
                  </a:lnTo>
                  <a:lnTo>
                    <a:pt x="5165322" y="4646906"/>
                  </a:lnTo>
                  <a:lnTo>
                    <a:pt x="5097904" y="4689734"/>
                  </a:lnTo>
                  <a:lnTo>
                    <a:pt x="5025806" y="4728570"/>
                  </a:lnTo>
                  <a:lnTo>
                    <a:pt x="4949570" y="4763635"/>
                  </a:lnTo>
                  <a:lnTo>
                    <a:pt x="4870284" y="4795029"/>
                  </a:lnTo>
                  <a:lnTo>
                    <a:pt x="4789667" y="4822750"/>
                  </a:lnTo>
                  <a:lnTo>
                    <a:pt x="4710060" y="4846729"/>
                  </a:lnTo>
                  <a:lnTo>
                    <a:pt x="4634302" y="4866886"/>
                  </a:lnTo>
                  <a:lnTo>
                    <a:pt x="4565436" y="4883195"/>
                  </a:lnTo>
                  <a:lnTo>
                    <a:pt x="4506286" y="4895746"/>
                  </a:lnTo>
                  <a:lnTo>
                    <a:pt x="4458969" y="4904793"/>
                  </a:lnTo>
                  <a:lnTo>
                    <a:pt x="4424472" y="4910765"/>
                  </a:lnTo>
                  <a:lnTo>
                    <a:pt x="4402406" y="4914236"/>
                  </a:lnTo>
                  <a:lnTo>
                    <a:pt x="4390985" y="4915874"/>
                  </a:lnTo>
                  <a:lnTo>
                    <a:pt x="4387169" y="4916376"/>
                  </a:lnTo>
                  <a:lnTo>
                    <a:pt x="4386855" y="4916414"/>
                  </a:lnTo>
                  <a:lnTo>
                    <a:pt x="3848118" y="4916414"/>
                  </a:lnTo>
                  <a:lnTo>
                    <a:pt x="3846816" y="4916407"/>
                  </a:lnTo>
                  <a:lnTo>
                    <a:pt x="3838322" y="4916358"/>
                  </a:lnTo>
                  <a:lnTo>
                    <a:pt x="3817149" y="4916222"/>
                  </a:lnTo>
                  <a:lnTo>
                    <a:pt x="3779900" y="4915954"/>
                  </a:lnTo>
                  <a:lnTo>
                    <a:pt x="3725601" y="4915518"/>
                  </a:lnTo>
                  <a:lnTo>
                    <a:pt x="3655713" y="4914884"/>
                  </a:lnTo>
                  <a:lnTo>
                    <a:pt x="3573648" y="4914039"/>
                  </a:lnTo>
                  <a:lnTo>
                    <a:pt x="3483887" y="4912978"/>
                  </a:lnTo>
                  <a:lnTo>
                    <a:pt x="3391012" y="4911704"/>
                  </a:lnTo>
                  <a:lnTo>
                    <a:pt x="3298955" y="4910224"/>
                  </a:lnTo>
                  <a:lnTo>
                    <a:pt x="3210599" y="4908539"/>
                  </a:lnTo>
                  <a:lnTo>
                    <a:pt x="3127713" y="4906642"/>
                  </a:lnTo>
                  <a:lnTo>
                    <a:pt x="3051093" y="4904519"/>
                  </a:lnTo>
                  <a:lnTo>
                    <a:pt x="2980799" y="4902145"/>
                  </a:lnTo>
                  <a:lnTo>
                    <a:pt x="2916385" y="4899487"/>
                  </a:lnTo>
                  <a:lnTo>
                    <a:pt x="2857098" y="4896501"/>
                  </a:lnTo>
                  <a:lnTo>
                    <a:pt x="2802024" y="4893141"/>
                  </a:lnTo>
                  <a:lnTo>
                    <a:pt x="2750195" y="4889357"/>
                  </a:lnTo>
                  <a:lnTo>
                    <a:pt x="2700680" y="4885110"/>
                  </a:lnTo>
                  <a:lnTo>
                    <a:pt x="2667772" y="4881932"/>
                  </a:lnTo>
                  <a:lnTo>
                    <a:pt x="2615251" y="4876287"/>
                  </a:lnTo>
                  <a:lnTo>
                    <a:pt x="2563232" y="4870031"/>
                  </a:lnTo>
                  <a:lnTo>
                    <a:pt x="2511128" y="4863157"/>
                  </a:lnTo>
                  <a:lnTo>
                    <a:pt x="2458554" y="4855680"/>
                  </a:lnTo>
                  <a:lnTo>
                    <a:pt x="2405297" y="4847645"/>
                  </a:lnTo>
                  <a:lnTo>
                    <a:pt x="2351301" y="4839122"/>
                  </a:lnTo>
                  <a:lnTo>
                    <a:pt x="2296636" y="4830212"/>
                  </a:lnTo>
                  <a:lnTo>
                    <a:pt x="2241478" y="4821036"/>
                  </a:lnTo>
                  <a:lnTo>
                    <a:pt x="2186076" y="4811732"/>
                  </a:lnTo>
                  <a:lnTo>
                    <a:pt x="2130712" y="4802448"/>
                  </a:lnTo>
                  <a:lnTo>
                    <a:pt x="2075663" y="4793329"/>
                  </a:lnTo>
                  <a:lnTo>
                    <a:pt x="2021162" y="4784510"/>
                  </a:lnTo>
                  <a:lnTo>
                    <a:pt x="1967360" y="4776109"/>
                  </a:lnTo>
                  <a:lnTo>
                    <a:pt x="1914296" y="4768216"/>
                  </a:lnTo>
                  <a:lnTo>
                    <a:pt x="1861874" y="4760896"/>
                  </a:lnTo>
                  <a:lnTo>
                    <a:pt x="1809838" y="4754185"/>
                  </a:lnTo>
                  <a:lnTo>
                    <a:pt x="1757752" y="4748092"/>
                  </a:lnTo>
                  <a:lnTo>
                    <a:pt x="1719082" y="4744004"/>
                  </a:lnTo>
                  <a:lnTo>
                    <a:pt x="1670673" y="4739427"/>
                  </a:lnTo>
                  <a:lnTo>
                    <a:pt x="1620519" y="4735330"/>
                  </a:lnTo>
                  <a:lnTo>
                    <a:pt x="1567766" y="4731685"/>
                  </a:lnTo>
                  <a:lnTo>
                    <a:pt x="1511460" y="4728449"/>
                  </a:lnTo>
                  <a:lnTo>
                    <a:pt x="1450642" y="4725572"/>
                  </a:lnTo>
                  <a:lnTo>
                    <a:pt x="1384434" y="4723008"/>
                  </a:lnTo>
                  <a:lnTo>
                    <a:pt x="1312162" y="4720717"/>
                  </a:lnTo>
                  <a:lnTo>
                    <a:pt x="1233519" y="4718668"/>
                  </a:lnTo>
                  <a:lnTo>
                    <a:pt x="1148771" y="4716840"/>
                  </a:lnTo>
                  <a:lnTo>
                    <a:pt x="1058998" y="4715220"/>
                  </a:lnTo>
                  <a:lnTo>
                    <a:pt x="966316" y="4713805"/>
                  </a:lnTo>
                  <a:lnTo>
                    <a:pt x="873960" y="4712598"/>
                  </a:lnTo>
                  <a:lnTo>
                    <a:pt x="786130" y="4711605"/>
                  </a:lnTo>
                  <a:lnTo>
                    <a:pt x="707471" y="4710828"/>
                  </a:lnTo>
                  <a:lnTo>
                    <a:pt x="642234" y="4710259"/>
                  </a:lnTo>
                  <a:lnTo>
                    <a:pt x="593294" y="4709880"/>
                  </a:lnTo>
                  <a:lnTo>
                    <a:pt x="561367" y="4709659"/>
                  </a:lnTo>
                  <a:lnTo>
                    <a:pt x="544689" y="4709555"/>
                  </a:lnTo>
                  <a:lnTo>
                    <a:pt x="539159" y="4709524"/>
                  </a:lnTo>
                  <a:lnTo>
                    <a:pt x="538736" y="4709522"/>
                  </a:lnTo>
                  <a:lnTo>
                    <a:pt x="0" y="47095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9" name="pg1889"/>
            <p:cNvSpPr/>
            <p:nvPr/>
          </p:nvSpPr>
          <p:spPr>
            <a:xfrm>
              <a:off x="546595" y="5677760"/>
              <a:ext cx="8234974" cy="506341"/>
            </a:xfrm>
            <a:custGeom>
              <a:avLst/>
              <a:pathLst>
                <a:path w="8234974" h="506341">
                  <a:moveTo>
                    <a:pt x="0" y="5444"/>
                  </a:moveTo>
                  <a:lnTo>
                    <a:pt x="538736" y="5444"/>
                  </a:lnTo>
                  <a:lnTo>
                    <a:pt x="540037" y="5455"/>
                  </a:lnTo>
                  <a:lnTo>
                    <a:pt x="548524" y="5530"/>
                  </a:lnTo>
                  <a:lnTo>
                    <a:pt x="569681" y="5737"/>
                  </a:lnTo>
                  <a:lnTo>
                    <a:pt x="606902" y="6145"/>
                  </a:lnTo>
                  <a:lnTo>
                    <a:pt x="661165" y="6810"/>
                  </a:lnTo>
                  <a:lnTo>
                    <a:pt x="731011" y="7777"/>
                  </a:lnTo>
                  <a:lnTo>
                    <a:pt x="813035" y="9066"/>
                  </a:lnTo>
                  <a:lnTo>
                    <a:pt x="902759" y="10685"/>
                  </a:lnTo>
                  <a:lnTo>
                    <a:pt x="995606" y="12627"/>
                  </a:lnTo>
                  <a:lnTo>
                    <a:pt x="1087643" y="14884"/>
                  </a:lnTo>
                  <a:lnTo>
                    <a:pt x="1175988" y="17455"/>
                  </a:lnTo>
                  <a:lnTo>
                    <a:pt x="1258871" y="20348"/>
                  </a:lnTo>
                  <a:lnTo>
                    <a:pt x="1335491" y="23586"/>
                  </a:lnTo>
                  <a:lnTo>
                    <a:pt x="1405789" y="27207"/>
                  </a:lnTo>
                  <a:lnTo>
                    <a:pt x="1470207" y="31262"/>
                  </a:lnTo>
                  <a:lnTo>
                    <a:pt x="1529498" y="35815"/>
                  </a:lnTo>
                  <a:lnTo>
                    <a:pt x="1584574" y="40940"/>
                  </a:lnTo>
                  <a:lnTo>
                    <a:pt x="1636402" y="46710"/>
                  </a:lnTo>
                  <a:lnTo>
                    <a:pt x="1685913" y="53187"/>
                  </a:lnTo>
                  <a:lnTo>
                    <a:pt x="1719082" y="58075"/>
                  </a:lnTo>
                  <a:lnTo>
                    <a:pt x="1771251" y="66629"/>
                  </a:lnTo>
                  <a:lnTo>
                    <a:pt x="1822919" y="76103"/>
                  </a:lnTo>
                  <a:lnTo>
                    <a:pt x="1874665" y="86509"/>
                  </a:lnTo>
                  <a:lnTo>
                    <a:pt x="1926870" y="97823"/>
                  </a:lnTo>
                  <a:lnTo>
                    <a:pt x="1979744" y="109980"/>
                  </a:lnTo>
                  <a:lnTo>
                    <a:pt x="2033348" y="122875"/>
                  </a:lnTo>
                  <a:lnTo>
                    <a:pt x="2087617" y="136360"/>
                  </a:lnTo>
                  <a:lnTo>
                    <a:pt x="2142383" y="150256"/>
                  </a:lnTo>
                  <a:lnTo>
                    <a:pt x="2197403" y="164356"/>
                  </a:lnTo>
                  <a:lnTo>
                    <a:pt x="2252404" y="178439"/>
                  </a:lnTo>
                  <a:lnTo>
                    <a:pt x="2307111" y="192288"/>
                  </a:lnTo>
                  <a:lnTo>
                    <a:pt x="2361293" y="205699"/>
                  </a:lnTo>
                  <a:lnTo>
                    <a:pt x="2414793" y="218495"/>
                  </a:lnTo>
                  <a:lnTo>
                    <a:pt x="2467563" y="230536"/>
                  </a:lnTo>
                  <a:lnTo>
                    <a:pt x="2519684" y="241722"/>
                  </a:lnTo>
                  <a:lnTo>
                    <a:pt x="2571391" y="251994"/>
                  </a:lnTo>
                  <a:lnTo>
                    <a:pt x="2623091" y="261334"/>
                  </a:lnTo>
                  <a:lnTo>
                    <a:pt x="2667772" y="268597"/>
                  </a:lnTo>
                  <a:lnTo>
                    <a:pt x="2716168" y="275580"/>
                  </a:lnTo>
                  <a:lnTo>
                    <a:pt x="2766306" y="281832"/>
                  </a:lnTo>
                  <a:lnTo>
                    <a:pt x="2819043" y="287393"/>
                  </a:lnTo>
                  <a:lnTo>
                    <a:pt x="2875328" y="292332"/>
                  </a:lnTo>
                  <a:lnTo>
                    <a:pt x="2936123" y="296723"/>
                  </a:lnTo>
                  <a:lnTo>
                    <a:pt x="3002303" y="300636"/>
                  </a:lnTo>
                  <a:lnTo>
                    <a:pt x="3074543" y="304132"/>
                  </a:lnTo>
                  <a:lnTo>
                    <a:pt x="3153150" y="307260"/>
                  </a:lnTo>
                  <a:lnTo>
                    <a:pt x="3237861" y="310051"/>
                  </a:lnTo>
                  <a:lnTo>
                    <a:pt x="3327597" y="312523"/>
                  </a:lnTo>
                  <a:lnTo>
                    <a:pt x="3420248" y="314683"/>
                  </a:lnTo>
                  <a:lnTo>
                    <a:pt x="3512586" y="316525"/>
                  </a:lnTo>
                  <a:lnTo>
                    <a:pt x="3600415" y="318042"/>
                  </a:lnTo>
                  <a:lnTo>
                    <a:pt x="3679095" y="319229"/>
                  </a:lnTo>
                  <a:lnTo>
                    <a:pt x="3744376" y="320099"/>
                  </a:lnTo>
                  <a:lnTo>
                    <a:pt x="3793378" y="320678"/>
                  </a:lnTo>
                  <a:lnTo>
                    <a:pt x="3825373" y="321017"/>
                  </a:lnTo>
                  <a:lnTo>
                    <a:pt x="3842114" y="321176"/>
                  </a:lnTo>
                  <a:lnTo>
                    <a:pt x="3847686" y="321224"/>
                  </a:lnTo>
                  <a:lnTo>
                    <a:pt x="3848118" y="321227"/>
                  </a:lnTo>
                  <a:lnTo>
                    <a:pt x="4386855" y="321227"/>
                  </a:lnTo>
                  <a:lnTo>
                    <a:pt x="4388157" y="321233"/>
                  </a:lnTo>
                  <a:lnTo>
                    <a:pt x="4396652" y="321277"/>
                  </a:lnTo>
                  <a:lnTo>
                    <a:pt x="4417828" y="321399"/>
                  </a:lnTo>
                  <a:lnTo>
                    <a:pt x="4455081" y="321638"/>
                  </a:lnTo>
                  <a:lnTo>
                    <a:pt x="4509386" y="322029"/>
                  </a:lnTo>
                  <a:lnTo>
                    <a:pt x="4579280" y="322596"/>
                  </a:lnTo>
                  <a:lnTo>
                    <a:pt x="4661351" y="323352"/>
                  </a:lnTo>
                  <a:lnTo>
                    <a:pt x="4751118" y="324302"/>
                  </a:lnTo>
                  <a:lnTo>
                    <a:pt x="4843997" y="325441"/>
                  </a:lnTo>
                  <a:lnTo>
                    <a:pt x="4936057" y="326766"/>
                  </a:lnTo>
                  <a:lnTo>
                    <a:pt x="5024415" y="328274"/>
                  </a:lnTo>
                  <a:lnTo>
                    <a:pt x="5107302" y="329971"/>
                  </a:lnTo>
                  <a:lnTo>
                    <a:pt x="5183921" y="331871"/>
                  </a:lnTo>
                  <a:lnTo>
                    <a:pt x="5254215" y="333995"/>
                  </a:lnTo>
                  <a:lnTo>
                    <a:pt x="5318628" y="336374"/>
                  </a:lnTo>
                  <a:lnTo>
                    <a:pt x="5377914" y="339045"/>
                  </a:lnTo>
                  <a:lnTo>
                    <a:pt x="5432988" y="342052"/>
                  </a:lnTo>
                  <a:lnTo>
                    <a:pt x="5484817" y="345438"/>
                  </a:lnTo>
                  <a:lnTo>
                    <a:pt x="5534333" y="349239"/>
                  </a:lnTo>
                  <a:lnTo>
                    <a:pt x="5567201" y="352079"/>
                  </a:lnTo>
                  <a:lnTo>
                    <a:pt x="5619777" y="357135"/>
                  </a:lnTo>
                  <a:lnTo>
                    <a:pt x="5671849" y="362739"/>
                  </a:lnTo>
                  <a:lnTo>
                    <a:pt x="5724008" y="368898"/>
                  </a:lnTo>
                  <a:lnTo>
                    <a:pt x="5776639" y="375597"/>
                  </a:lnTo>
                  <a:lnTo>
                    <a:pt x="5829954" y="382796"/>
                  </a:lnTo>
                  <a:lnTo>
                    <a:pt x="5884010" y="390431"/>
                  </a:lnTo>
                  <a:lnTo>
                    <a:pt x="5938736" y="398414"/>
                  </a:lnTo>
                  <a:lnTo>
                    <a:pt x="5993953" y="406634"/>
                  </a:lnTo>
                  <a:lnTo>
                    <a:pt x="6049414" y="414968"/>
                  </a:lnTo>
                  <a:lnTo>
                    <a:pt x="6104833" y="423282"/>
                  </a:lnTo>
                  <a:lnTo>
                    <a:pt x="6159934" y="431447"/>
                  </a:lnTo>
                  <a:lnTo>
                    <a:pt x="6214484" y="439342"/>
                  </a:lnTo>
                  <a:lnTo>
                    <a:pt x="6268332" y="446861"/>
                  </a:lnTo>
                  <a:lnTo>
                    <a:pt x="6321441" y="453924"/>
                  </a:lnTo>
                  <a:lnTo>
                    <a:pt x="6373909" y="460472"/>
                  </a:lnTo>
                  <a:lnTo>
                    <a:pt x="6425996" y="466474"/>
                  </a:lnTo>
                  <a:lnTo>
                    <a:pt x="6478142" y="471921"/>
                  </a:lnTo>
                  <a:lnTo>
                    <a:pt x="6515891" y="475489"/>
                  </a:lnTo>
                  <a:lnTo>
                    <a:pt x="6564303" y="479584"/>
                  </a:lnTo>
                  <a:lnTo>
                    <a:pt x="6614458" y="483250"/>
                  </a:lnTo>
                  <a:lnTo>
                    <a:pt x="6667215" y="486511"/>
                  </a:lnTo>
                  <a:lnTo>
                    <a:pt x="6723523" y="489406"/>
                  </a:lnTo>
                  <a:lnTo>
                    <a:pt x="6784345" y="491980"/>
                  </a:lnTo>
                  <a:lnTo>
                    <a:pt x="6850558" y="494275"/>
                  </a:lnTo>
                  <a:lnTo>
                    <a:pt x="6922834" y="496324"/>
                  </a:lnTo>
                  <a:lnTo>
                    <a:pt x="7001482" y="498158"/>
                  </a:lnTo>
                  <a:lnTo>
                    <a:pt x="7086236" y="499794"/>
                  </a:lnTo>
                  <a:lnTo>
                    <a:pt x="7176014" y="501244"/>
                  </a:lnTo>
                  <a:lnTo>
                    <a:pt x="7268701" y="502509"/>
                  </a:lnTo>
                  <a:lnTo>
                    <a:pt x="7361060" y="503589"/>
                  </a:lnTo>
                  <a:lnTo>
                    <a:pt x="7448890" y="504477"/>
                  </a:lnTo>
                  <a:lnTo>
                    <a:pt x="7527545" y="505173"/>
                  </a:lnTo>
                  <a:lnTo>
                    <a:pt x="7592776" y="505682"/>
                  </a:lnTo>
                  <a:lnTo>
                    <a:pt x="7641707" y="506021"/>
                  </a:lnTo>
                  <a:lnTo>
                    <a:pt x="7673624" y="506219"/>
                  </a:lnTo>
                  <a:lnTo>
                    <a:pt x="7690293" y="506311"/>
                  </a:lnTo>
                  <a:lnTo>
                    <a:pt x="7695816" y="506339"/>
                  </a:lnTo>
                  <a:lnTo>
                    <a:pt x="7696237" y="506341"/>
                  </a:lnTo>
                  <a:lnTo>
                    <a:pt x="8234974" y="506341"/>
                  </a:lnTo>
                  <a:lnTo>
                    <a:pt x="8234974" y="500897"/>
                  </a:lnTo>
                  <a:lnTo>
                    <a:pt x="7696237" y="500897"/>
                  </a:lnTo>
                  <a:lnTo>
                    <a:pt x="7694935" y="500890"/>
                  </a:lnTo>
                  <a:lnTo>
                    <a:pt x="7686440" y="500846"/>
                  </a:lnTo>
                  <a:lnTo>
                    <a:pt x="7665264" y="500725"/>
                  </a:lnTo>
                  <a:lnTo>
                    <a:pt x="7628011" y="500486"/>
                  </a:lnTo>
                  <a:lnTo>
                    <a:pt x="7573707" y="500095"/>
                  </a:lnTo>
                  <a:lnTo>
                    <a:pt x="7503812" y="499528"/>
                  </a:lnTo>
                  <a:lnTo>
                    <a:pt x="7421741" y="498771"/>
                  </a:lnTo>
                  <a:lnTo>
                    <a:pt x="7331974" y="497822"/>
                  </a:lnTo>
                  <a:lnTo>
                    <a:pt x="7239095" y="496682"/>
                  </a:lnTo>
                  <a:lnTo>
                    <a:pt x="7147035" y="495358"/>
                  </a:lnTo>
                  <a:lnTo>
                    <a:pt x="7058678" y="493850"/>
                  </a:lnTo>
                  <a:lnTo>
                    <a:pt x="6975791" y="492153"/>
                  </a:lnTo>
                  <a:lnTo>
                    <a:pt x="6899171" y="490253"/>
                  </a:lnTo>
                  <a:lnTo>
                    <a:pt x="6828878" y="488129"/>
                  </a:lnTo>
                  <a:lnTo>
                    <a:pt x="6764465" y="485750"/>
                  </a:lnTo>
                  <a:lnTo>
                    <a:pt x="6705178" y="483078"/>
                  </a:lnTo>
                  <a:lnTo>
                    <a:pt x="6650105" y="480071"/>
                  </a:lnTo>
                  <a:lnTo>
                    <a:pt x="6598275" y="476685"/>
                  </a:lnTo>
                  <a:lnTo>
                    <a:pt x="6548760" y="472885"/>
                  </a:lnTo>
                  <a:lnTo>
                    <a:pt x="6515891" y="470044"/>
                  </a:lnTo>
                  <a:lnTo>
                    <a:pt x="6463316" y="464988"/>
                  </a:lnTo>
                  <a:lnTo>
                    <a:pt x="6411243" y="459384"/>
                  </a:lnTo>
                  <a:lnTo>
                    <a:pt x="6359085" y="453225"/>
                  </a:lnTo>
                  <a:lnTo>
                    <a:pt x="6306454" y="446527"/>
                  </a:lnTo>
                  <a:lnTo>
                    <a:pt x="6253139" y="439328"/>
                  </a:lnTo>
                  <a:lnTo>
                    <a:pt x="6199082" y="431693"/>
                  </a:lnTo>
                  <a:lnTo>
                    <a:pt x="6144357" y="423710"/>
                  </a:lnTo>
                  <a:lnTo>
                    <a:pt x="6089139" y="415490"/>
                  </a:lnTo>
                  <a:lnTo>
                    <a:pt x="6033679" y="407156"/>
                  </a:lnTo>
                  <a:lnTo>
                    <a:pt x="5978259" y="398841"/>
                  </a:lnTo>
                  <a:lnTo>
                    <a:pt x="5923159" y="390676"/>
                  </a:lnTo>
                  <a:lnTo>
                    <a:pt x="5868609" y="382782"/>
                  </a:lnTo>
                  <a:lnTo>
                    <a:pt x="5814760" y="375262"/>
                  </a:lnTo>
                  <a:lnTo>
                    <a:pt x="5761651" y="368200"/>
                  </a:lnTo>
                  <a:lnTo>
                    <a:pt x="5709183" y="361651"/>
                  </a:lnTo>
                  <a:lnTo>
                    <a:pt x="5657096" y="355649"/>
                  </a:lnTo>
                  <a:lnTo>
                    <a:pt x="5604951" y="350202"/>
                  </a:lnTo>
                  <a:lnTo>
                    <a:pt x="5567201" y="346635"/>
                  </a:lnTo>
                  <a:lnTo>
                    <a:pt x="5518790" y="342540"/>
                  </a:lnTo>
                  <a:lnTo>
                    <a:pt x="5468634" y="338874"/>
                  </a:lnTo>
                  <a:lnTo>
                    <a:pt x="5415878" y="335613"/>
                  </a:lnTo>
                  <a:lnTo>
                    <a:pt x="5359569" y="332717"/>
                  </a:lnTo>
                  <a:lnTo>
                    <a:pt x="5298747" y="330143"/>
                  </a:lnTo>
                  <a:lnTo>
                    <a:pt x="5232535" y="327849"/>
                  </a:lnTo>
                  <a:lnTo>
                    <a:pt x="5160259" y="325799"/>
                  </a:lnTo>
                  <a:lnTo>
                    <a:pt x="5081610" y="323966"/>
                  </a:lnTo>
                  <a:lnTo>
                    <a:pt x="4996856" y="322330"/>
                  </a:lnTo>
                  <a:lnTo>
                    <a:pt x="4907078" y="320880"/>
                  </a:lnTo>
                  <a:lnTo>
                    <a:pt x="4814391" y="319614"/>
                  </a:lnTo>
                  <a:lnTo>
                    <a:pt x="4722033" y="318535"/>
                  </a:lnTo>
                  <a:lnTo>
                    <a:pt x="4634202" y="317646"/>
                  </a:lnTo>
                  <a:lnTo>
                    <a:pt x="4555547" y="316951"/>
                  </a:lnTo>
                  <a:lnTo>
                    <a:pt x="4490317" y="316442"/>
                  </a:lnTo>
                  <a:lnTo>
                    <a:pt x="4441385" y="316103"/>
                  </a:lnTo>
                  <a:lnTo>
                    <a:pt x="4409469" y="315905"/>
                  </a:lnTo>
                  <a:lnTo>
                    <a:pt x="4392800" y="315812"/>
                  </a:lnTo>
                  <a:lnTo>
                    <a:pt x="4387276" y="315784"/>
                  </a:lnTo>
                  <a:lnTo>
                    <a:pt x="4386855" y="315782"/>
                  </a:lnTo>
                  <a:lnTo>
                    <a:pt x="3848118" y="315782"/>
                  </a:lnTo>
                  <a:lnTo>
                    <a:pt x="3846817" y="315772"/>
                  </a:lnTo>
                  <a:lnTo>
                    <a:pt x="3838330" y="315697"/>
                  </a:lnTo>
                  <a:lnTo>
                    <a:pt x="3817174" y="315489"/>
                  </a:lnTo>
                  <a:lnTo>
                    <a:pt x="3779952" y="315082"/>
                  </a:lnTo>
                  <a:lnTo>
                    <a:pt x="3725689" y="314416"/>
                  </a:lnTo>
                  <a:lnTo>
                    <a:pt x="3655843" y="313450"/>
                  </a:lnTo>
                  <a:lnTo>
                    <a:pt x="3573820" y="312160"/>
                  </a:lnTo>
                  <a:lnTo>
                    <a:pt x="3484095" y="310542"/>
                  </a:lnTo>
                  <a:lnTo>
                    <a:pt x="3391249" y="308600"/>
                  </a:lnTo>
                  <a:lnTo>
                    <a:pt x="3299211" y="306342"/>
                  </a:lnTo>
                  <a:lnTo>
                    <a:pt x="3210866" y="303771"/>
                  </a:lnTo>
                  <a:lnTo>
                    <a:pt x="3127984" y="300878"/>
                  </a:lnTo>
                  <a:lnTo>
                    <a:pt x="3051363" y="297640"/>
                  </a:lnTo>
                  <a:lnTo>
                    <a:pt x="2981065" y="294020"/>
                  </a:lnTo>
                  <a:lnTo>
                    <a:pt x="2916647" y="289965"/>
                  </a:lnTo>
                  <a:lnTo>
                    <a:pt x="2857357" y="285411"/>
                  </a:lnTo>
                  <a:lnTo>
                    <a:pt x="2802281" y="280287"/>
                  </a:lnTo>
                  <a:lnTo>
                    <a:pt x="2750453" y="274517"/>
                  </a:lnTo>
                  <a:lnTo>
                    <a:pt x="2700942" y="268040"/>
                  </a:lnTo>
                  <a:lnTo>
                    <a:pt x="2667772" y="263152"/>
                  </a:lnTo>
                  <a:lnTo>
                    <a:pt x="2615604" y="254598"/>
                  </a:lnTo>
                  <a:lnTo>
                    <a:pt x="2563935" y="245123"/>
                  </a:lnTo>
                  <a:lnTo>
                    <a:pt x="2512189" y="234717"/>
                  </a:lnTo>
                  <a:lnTo>
                    <a:pt x="2459985" y="223404"/>
                  </a:lnTo>
                  <a:lnTo>
                    <a:pt x="2407111" y="211246"/>
                  </a:lnTo>
                  <a:lnTo>
                    <a:pt x="2353506" y="198352"/>
                  </a:lnTo>
                  <a:lnTo>
                    <a:pt x="2299237" y="184866"/>
                  </a:lnTo>
                  <a:lnTo>
                    <a:pt x="2244472" y="170970"/>
                  </a:lnTo>
                  <a:lnTo>
                    <a:pt x="2189451" y="156871"/>
                  </a:lnTo>
                  <a:lnTo>
                    <a:pt x="2134451" y="142787"/>
                  </a:lnTo>
                  <a:lnTo>
                    <a:pt x="2079743" y="128938"/>
                  </a:lnTo>
                  <a:lnTo>
                    <a:pt x="2025562" y="115527"/>
                  </a:lnTo>
                  <a:lnTo>
                    <a:pt x="1972062" y="102731"/>
                  </a:lnTo>
                  <a:lnTo>
                    <a:pt x="1919292" y="90690"/>
                  </a:lnTo>
                  <a:lnTo>
                    <a:pt x="1867170" y="79505"/>
                  </a:lnTo>
                  <a:lnTo>
                    <a:pt x="1815463" y="69232"/>
                  </a:lnTo>
                  <a:lnTo>
                    <a:pt x="1763763" y="59893"/>
                  </a:lnTo>
                  <a:lnTo>
                    <a:pt x="1719082" y="52630"/>
                  </a:lnTo>
                  <a:lnTo>
                    <a:pt x="1670687" y="45646"/>
                  </a:lnTo>
                  <a:lnTo>
                    <a:pt x="1620548" y="39394"/>
                  </a:lnTo>
                  <a:lnTo>
                    <a:pt x="1567812" y="33833"/>
                  </a:lnTo>
                  <a:lnTo>
                    <a:pt x="1511526" y="28895"/>
                  </a:lnTo>
                  <a:lnTo>
                    <a:pt x="1450731" y="24504"/>
                  </a:lnTo>
                  <a:lnTo>
                    <a:pt x="1384551" y="20591"/>
                  </a:lnTo>
                  <a:lnTo>
                    <a:pt x="1312312" y="17094"/>
                  </a:lnTo>
                  <a:lnTo>
                    <a:pt x="1233705" y="13967"/>
                  </a:lnTo>
                  <a:lnTo>
                    <a:pt x="1148994" y="11176"/>
                  </a:lnTo>
                  <a:lnTo>
                    <a:pt x="1059258" y="8703"/>
                  </a:lnTo>
                  <a:lnTo>
                    <a:pt x="966606" y="6543"/>
                  </a:lnTo>
                  <a:lnTo>
                    <a:pt x="874269" y="4701"/>
                  </a:lnTo>
                  <a:lnTo>
                    <a:pt x="786439" y="3185"/>
                  </a:lnTo>
                  <a:lnTo>
                    <a:pt x="707759" y="1997"/>
                  </a:lnTo>
                  <a:lnTo>
                    <a:pt x="642479" y="1128"/>
                  </a:lnTo>
                  <a:lnTo>
                    <a:pt x="593477" y="548"/>
                  </a:lnTo>
                  <a:lnTo>
                    <a:pt x="561482" y="210"/>
                  </a:lnTo>
                  <a:lnTo>
                    <a:pt x="544741" y="51"/>
                  </a:lnTo>
                  <a:lnTo>
                    <a:pt x="539169" y="3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90" name="pl1890"/>
            <p:cNvSpPr/>
            <p:nvPr/>
          </p:nvSpPr>
          <p:spPr>
            <a:xfrm>
              <a:off x="546595" y="5683205"/>
              <a:ext cx="8234974" cy="500897"/>
            </a:xfrm>
            <a:custGeom>
              <a:avLst/>
              <a:pathLst>
                <a:path w="8234974" h="500897">
                  <a:moveTo>
                    <a:pt x="0" y="0"/>
                  </a:moveTo>
                  <a:lnTo>
                    <a:pt x="538736" y="0"/>
                  </a:lnTo>
                  <a:lnTo>
                    <a:pt x="540037" y="10"/>
                  </a:lnTo>
                  <a:lnTo>
                    <a:pt x="548524" y="85"/>
                  </a:lnTo>
                  <a:lnTo>
                    <a:pt x="569681" y="293"/>
                  </a:lnTo>
                  <a:lnTo>
                    <a:pt x="606902" y="700"/>
                  </a:lnTo>
                  <a:lnTo>
                    <a:pt x="661165" y="1366"/>
                  </a:lnTo>
                  <a:lnTo>
                    <a:pt x="731011" y="2332"/>
                  </a:lnTo>
                  <a:lnTo>
                    <a:pt x="813035" y="3622"/>
                  </a:lnTo>
                  <a:lnTo>
                    <a:pt x="902759" y="5240"/>
                  </a:lnTo>
                  <a:lnTo>
                    <a:pt x="995606" y="7182"/>
                  </a:lnTo>
                  <a:lnTo>
                    <a:pt x="1087643" y="9440"/>
                  </a:lnTo>
                  <a:lnTo>
                    <a:pt x="1175988" y="12011"/>
                  </a:lnTo>
                  <a:lnTo>
                    <a:pt x="1258871" y="14904"/>
                  </a:lnTo>
                  <a:lnTo>
                    <a:pt x="1335491" y="18142"/>
                  </a:lnTo>
                  <a:lnTo>
                    <a:pt x="1405789" y="21762"/>
                  </a:lnTo>
                  <a:lnTo>
                    <a:pt x="1470207" y="25817"/>
                  </a:lnTo>
                  <a:lnTo>
                    <a:pt x="1529498" y="30371"/>
                  </a:lnTo>
                  <a:lnTo>
                    <a:pt x="1584574" y="35495"/>
                  </a:lnTo>
                  <a:lnTo>
                    <a:pt x="1636402" y="41265"/>
                  </a:lnTo>
                  <a:lnTo>
                    <a:pt x="1685913" y="47742"/>
                  </a:lnTo>
                  <a:lnTo>
                    <a:pt x="1719082" y="52630"/>
                  </a:lnTo>
                  <a:lnTo>
                    <a:pt x="1771251" y="61184"/>
                  </a:lnTo>
                  <a:lnTo>
                    <a:pt x="1822919" y="70659"/>
                  </a:lnTo>
                  <a:lnTo>
                    <a:pt x="1874665" y="81065"/>
                  </a:lnTo>
                  <a:lnTo>
                    <a:pt x="1926870" y="92378"/>
                  </a:lnTo>
                  <a:lnTo>
                    <a:pt x="1979744" y="104535"/>
                  </a:lnTo>
                  <a:lnTo>
                    <a:pt x="2033348" y="117430"/>
                  </a:lnTo>
                  <a:lnTo>
                    <a:pt x="2087617" y="130916"/>
                  </a:lnTo>
                  <a:lnTo>
                    <a:pt x="2142383" y="144812"/>
                  </a:lnTo>
                  <a:lnTo>
                    <a:pt x="2197403" y="158911"/>
                  </a:lnTo>
                  <a:lnTo>
                    <a:pt x="2252404" y="172995"/>
                  </a:lnTo>
                  <a:lnTo>
                    <a:pt x="2307111" y="186844"/>
                  </a:lnTo>
                  <a:lnTo>
                    <a:pt x="2361293" y="200255"/>
                  </a:lnTo>
                  <a:lnTo>
                    <a:pt x="2414793" y="213051"/>
                  </a:lnTo>
                  <a:lnTo>
                    <a:pt x="2467563" y="225092"/>
                  </a:lnTo>
                  <a:lnTo>
                    <a:pt x="2519684" y="236277"/>
                  </a:lnTo>
                  <a:lnTo>
                    <a:pt x="2571391" y="246549"/>
                  </a:lnTo>
                  <a:lnTo>
                    <a:pt x="2623091" y="255889"/>
                  </a:lnTo>
                  <a:lnTo>
                    <a:pt x="2667772" y="263152"/>
                  </a:lnTo>
                  <a:lnTo>
                    <a:pt x="2716168" y="270136"/>
                  </a:lnTo>
                  <a:lnTo>
                    <a:pt x="2766306" y="276388"/>
                  </a:lnTo>
                  <a:lnTo>
                    <a:pt x="2819043" y="281949"/>
                  </a:lnTo>
                  <a:lnTo>
                    <a:pt x="2875328" y="286887"/>
                  </a:lnTo>
                  <a:lnTo>
                    <a:pt x="2936123" y="291278"/>
                  </a:lnTo>
                  <a:lnTo>
                    <a:pt x="3002303" y="295191"/>
                  </a:lnTo>
                  <a:lnTo>
                    <a:pt x="3074543" y="298688"/>
                  </a:lnTo>
                  <a:lnTo>
                    <a:pt x="3153150" y="301815"/>
                  </a:lnTo>
                  <a:lnTo>
                    <a:pt x="3237861" y="304606"/>
                  </a:lnTo>
                  <a:lnTo>
                    <a:pt x="3327597" y="307079"/>
                  </a:lnTo>
                  <a:lnTo>
                    <a:pt x="3420248" y="309239"/>
                  </a:lnTo>
                  <a:lnTo>
                    <a:pt x="3512586" y="311081"/>
                  </a:lnTo>
                  <a:lnTo>
                    <a:pt x="3600415" y="312597"/>
                  </a:lnTo>
                  <a:lnTo>
                    <a:pt x="3679095" y="313785"/>
                  </a:lnTo>
                  <a:lnTo>
                    <a:pt x="3744376" y="314654"/>
                  </a:lnTo>
                  <a:lnTo>
                    <a:pt x="3793378" y="315234"/>
                  </a:lnTo>
                  <a:lnTo>
                    <a:pt x="3825373" y="315572"/>
                  </a:lnTo>
                  <a:lnTo>
                    <a:pt x="3842114" y="315731"/>
                  </a:lnTo>
                  <a:lnTo>
                    <a:pt x="3847686" y="315779"/>
                  </a:lnTo>
                  <a:lnTo>
                    <a:pt x="3848118" y="315782"/>
                  </a:lnTo>
                  <a:lnTo>
                    <a:pt x="4386855" y="315782"/>
                  </a:lnTo>
                  <a:lnTo>
                    <a:pt x="4388157" y="315789"/>
                  </a:lnTo>
                  <a:lnTo>
                    <a:pt x="4396652" y="315833"/>
                  </a:lnTo>
                  <a:lnTo>
                    <a:pt x="4417828" y="315955"/>
                  </a:lnTo>
                  <a:lnTo>
                    <a:pt x="4455081" y="316194"/>
                  </a:lnTo>
                  <a:lnTo>
                    <a:pt x="4509386" y="316584"/>
                  </a:lnTo>
                  <a:lnTo>
                    <a:pt x="4579280" y="317151"/>
                  </a:lnTo>
                  <a:lnTo>
                    <a:pt x="4661351" y="317908"/>
                  </a:lnTo>
                  <a:lnTo>
                    <a:pt x="4751118" y="318857"/>
                  </a:lnTo>
                  <a:lnTo>
                    <a:pt x="4843997" y="319997"/>
                  </a:lnTo>
                  <a:lnTo>
                    <a:pt x="4936057" y="321321"/>
                  </a:lnTo>
                  <a:lnTo>
                    <a:pt x="5024415" y="322829"/>
                  </a:lnTo>
                  <a:lnTo>
                    <a:pt x="5107302" y="324527"/>
                  </a:lnTo>
                  <a:lnTo>
                    <a:pt x="5183921" y="326426"/>
                  </a:lnTo>
                  <a:lnTo>
                    <a:pt x="5254215" y="328550"/>
                  </a:lnTo>
                  <a:lnTo>
                    <a:pt x="5318628" y="330929"/>
                  </a:lnTo>
                  <a:lnTo>
                    <a:pt x="5377914" y="333601"/>
                  </a:lnTo>
                  <a:lnTo>
                    <a:pt x="5432988" y="336608"/>
                  </a:lnTo>
                  <a:lnTo>
                    <a:pt x="5484817" y="339994"/>
                  </a:lnTo>
                  <a:lnTo>
                    <a:pt x="5534333" y="343795"/>
                  </a:lnTo>
                  <a:lnTo>
                    <a:pt x="5567201" y="346635"/>
                  </a:lnTo>
                  <a:lnTo>
                    <a:pt x="5619777" y="351691"/>
                  </a:lnTo>
                  <a:lnTo>
                    <a:pt x="5671849" y="357295"/>
                  </a:lnTo>
                  <a:lnTo>
                    <a:pt x="5724008" y="363454"/>
                  </a:lnTo>
                  <a:lnTo>
                    <a:pt x="5776639" y="370152"/>
                  </a:lnTo>
                  <a:lnTo>
                    <a:pt x="5829954" y="377351"/>
                  </a:lnTo>
                  <a:lnTo>
                    <a:pt x="5884010" y="384987"/>
                  </a:lnTo>
                  <a:lnTo>
                    <a:pt x="5938736" y="392969"/>
                  </a:lnTo>
                  <a:lnTo>
                    <a:pt x="5993953" y="401190"/>
                  </a:lnTo>
                  <a:lnTo>
                    <a:pt x="6049414" y="409523"/>
                  </a:lnTo>
                  <a:lnTo>
                    <a:pt x="6104833" y="417838"/>
                  </a:lnTo>
                  <a:lnTo>
                    <a:pt x="6159934" y="426003"/>
                  </a:lnTo>
                  <a:lnTo>
                    <a:pt x="6214484" y="433897"/>
                  </a:lnTo>
                  <a:lnTo>
                    <a:pt x="6268332" y="441417"/>
                  </a:lnTo>
                  <a:lnTo>
                    <a:pt x="6321441" y="448479"/>
                  </a:lnTo>
                  <a:lnTo>
                    <a:pt x="6373909" y="455028"/>
                  </a:lnTo>
                  <a:lnTo>
                    <a:pt x="6425996" y="461030"/>
                  </a:lnTo>
                  <a:lnTo>
                    <a:pt x="6478142" y="466477"/>
                  </a:lnTo>
                  <a:lnTo>
                    <a:pt x="6515891" y="470044"/>
                  </a:lnTo>
                  <a:lnTo>
                    <a:pt x="6564303" y="474139"/>
                  </a:lnTo>
                  <a:lnTo>
                    <a:pt x="6614458" y="477805"/>
                  </a:lnTo>
                  <a:lnTo>
                    <a:pt x="6667215" y="481066"/>
                  </a:lnTo>
                  <a:lnTo>
                    <a:pt x="6723523" y="483962"/>
                  </a:lnTo>
                  <a:lnTo>
                    <a:pt x="6784345" y="486536"/>
                  </a:lnTo>
                  <a:lnTo>
                    <a:pt x="6850558" y="488830"/>
                  </a:lnTo>
                  <a:lnTo>
                    <a:pt x="6922834" y="490880"/>
                  </a:lnTo>
                  <a:lnTo>
                    <a:pt x="7001482" y="492713"/>
                  </a:lnTo>
                  <a:lnTo>
                    <a:pt x="7086236" y="494349"/>
                  </a:lnTo>
                  <a:lnTo>
                    <a:pt x="7176014" y="495799"/>
                  </a:lnTo>
                  <a:lnTo>
                    <a:pt x="7268701" y="497065"/>
                  </a:lnTo>
                  <a:lnTo>
                    <a:pt x="7361060" y="498144"/>
                  </a:lnTo>
                  <a:lnTo>
                    <a:pt x="7448890" y="499033"/>
                  </a:lnTo>
                  <a:lnTo>
                    <a:pt x="7527545" y="499728"/>
                  </a:lnTo>
                  <a:lnTo>
                    <a:pt x="7592776" y="500237"/>
                  </a:lnTo>
                  <a:lnTo>
                    <a:pt x="7641707" y="500576"/>
                  </a:lnTo>
                  <a:lnTo>
                    <a:pt x="7673624" y="500774"/>
                  </a:lnTo>
                  <a:lnTo>
                    <a:pt x="7690293" y="500867"/>
                  </a:lnTo>
                  <a:lnTo>
                    <a:pt x="7695816" y="500895"/>
                  </a:lnTo>
                  <a:lnTo>
                    <a:pt x="7696237" y="500897"/>
                  </a:lnTo>
                  <a:lnTo>
                    <a:pt x="8234974" y="500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1" name="pl1891"/>
            <p:cNvSpPr/>
            <p:nvPr/>
          </p:nvSpPr>
          <p:spPr>
            <a:xfrm>
              <a:off x="546595" y="5677760"/>
              <a:ext cx="8234974" cy="500897"/>
            </a:xfrm>
            <a:custGeom>
              <a:avLst/>
              <a:pathLst>
                <a:path w="8234974" h="500897">
                  <a:moveTo>
                    <a:pt x="8234974" y="500897"/>
                  </a:moveTo>
                  <a:lnTo>
                    <a:pt x="7696237" y="500897"/>
                  </a:lnTo>
                  <a:lnTo>
                    <a:pt x="7694935" y="500890"/>
                  </a:lnTo>
                  <a:lnTo>
                    <a:pt x="7686440" y="500846"/>
                  </a:lnTo>
                  <a:lnTo>
                    <a:pt x="7665264" y="500725"/>
                  </a:lnTo>
                  <a:lnTo>
                    <a:pt x="7628011" y="500486"/>
                  </a:lnTo>
                  <a:lnTo>
                    <a:pt x="7573707" y="500095"/>
                  </a:lnTo>
                  <a:lnTo>
                    <a:pt x="7503812" y="499528"/>
                  </a:lnTo>
                  <a:lnTo>
                    <a:pt x="7421741" y="498771"/>
                  </a:lnTo>
                  <a:lnTo>
                    <a:pt x="7331974" y="497822"/>
                  </a:lnTo>
                  <a:lnTo>
                    <a:pt x="7239095" y="496682"/>
                  </a:lnTo>
                  <a:lnTo>
                    <a:pt x="7147035" y="495358"/>
                  </a:lnTo>
                  <a:lnTo>
                    <a:pt x="7058678" y="493850"/>
                  </a:lnTo>
                  <a:lnTo>
                    <a:pt x="6975791" y="492153"/>
                  </a:lnTo>
                  <a:lnTo>
                    <a:pt x="6899171" y="490253"/>
                  </a:lnTo>
                  <a:lnTo>
                    <a:pt x="6828878" y="488129"/>
                  </a:lnTo>
                  <a:lnTo>
                    <a:pt x="6764465" y="485750"/>
                  </a:lnTo>
                  <a:lnTo>
                    <a:pt x="6705178" y="483078"/>
                  </a:lnTo>
                  <a:lnTo>
                    <a:pt x="6650105" y="480071"/>
                  </a:lnTo>
                  <a:lnTo>
                    <a:pt x="6598275" y="476685"/>
                  </a:lnTo>
                  <a:lnTo>
                    <a:pt x="6548760" y="472885"/>
                  </a:lnTo>
                  <a:lnTo>
                    <a:pt x="6515891" y="470044"/>
                  </a:lnTo>
                  <a:lnTo>
                    <a:pt x="6463316" y="464988"/>
                  </a:lnTo>
                  <a:lnTo>
                    <a:pt x="6411243" y="459384"/>
                  </a:lnTo>
                  <a:lnTo>
                    <a:pt x="6359085" y="453225"/>
                  </a:lnTo>
                  <a:lnTo>
                    <a:pt x="6306454" y="446527"/>
                  </a:lnTo>
                  <a:lnTo>
                    <a:pt x="6253139" y="439328"/>
                  </a:lnTo>
                  <a:lnTo>
                    <a:pt x="6199082" y="431693"/>
                  </a:lnTo>
                  <a:lnTo>
                    <a:pt x="6144357" y="423710"/>
                  </a:lnTo>
                  <a:lnTo>
                    <a:pt x="6089139" y="415490"/>
                  </a:lnTo>
                  <a:lnTo>
                    <a:pt x="6033679" y="407156"/>
                  </a:lnTo>
                  <a:lnTo>
                    <a:pt x="5978259" y="398841"/>
                  </a:lnTo>
                  <a:lnTo>
                    <a:pt x="5923159" y="390676"/>
                  </a:lnTo>
                  <a:lnTo>
                    <a:pt x="5868609" y="382782"/>
                  </a:lnTo>
                  <a:lnTo>
                    <a:pt x="5814760" y="375262"/>
                  </a:lnTo>
                  <a:lnTo>
                    <a:pt x="5761651" y="368200"/>
                  </a:lnTo>
                  <a:lnTo>
                    <a:pt x="5709183" y="361651"/>
                  </a:lnTo>
                  <a:lnTo>
                    <a:pt x="5657096" y="355649"/>
                  </a:lnTo>
                  <a:lnTo>
                    <a:pt x="5604951" y="350202"/>
                  </a:lnTo>
                  <a:lnTo>
                    <a:pt x="5567201" y="346635"/>
                  </a:lnTo>
                  <a:lnTo>
                    <a:pt x="5518790" y="342540"/>
                  </a:lnTo>
                  <a:lnTo>
                    <a:pt x="5468634" y="338874"/>
                  </a:lnTo>
                  <a:lnTo>
                    <a:pt x="5415878" y="335613"/>
                  </a:lnTo>
                  <a:lnTo>
                    <a:pt x="5359569" y="332717"/>
                  </a:lnTo>
                  <a:lnTo>
                    <a:pt x="5298747" y="330143"/>
                  </a:lnTo>
                  <a:lnTo>
                    <a:pt x="5232535" y="327849"/>
                  </a:lnTo>
                  <a:lnTo>
                    <a:pt x="5160259" y="325799"/>
                  </a:lnTo>
                  <a:lnTo>
                    <a:pt x="5081610" y="323966"/>
                  </a:lnTo>
                  <a:lnTo>
                    <a:pt x="4996856" y="322330"/>
                  </a:lnTo>
                  <a:lnTo>
                    <a:pt x="4907078" y="320880"/>
                  </a:lnTo>
                  <a:lnTo>
                    <a:pt x="4814391" y="319614"/>
                  </a:lnTo>
                  <a:lnTo>
                    <a:pt x="4722033" y="318535"/>
                  </a:lnTo>
                  <a:lnTo>
                    <a:pt x="4634202" y="317646"/>
                  </a:lnTo>
                  <a:lnTo>
                    <a:pt x="4555547" y="316951"/>
                  </a:lnTo>
                  <a:lnTo>
                    <a:pt x="4490317" y="316442"/>
                  </a:lnTo>
                  <a:lnTo>
                    <a:pt x="4441385" y="316103"/>
                  </a:lnTo>
                  <a:lnTo>
                    <a:pt x="4409469" y="315905"/>
                  </a:lnTo>
                  <a:lnTo>
                    <a:pt x="4392800" y="315812"/>
                  </a:lnTo>
                  <a:lnTo>
                    <a:pt x="4387276" y="315784"/>
                  </a:lnTo>
                  <a:lnTo>
                    <a:pt x="4386855" y="315782"/>
                  </a:lnTo>
                  <a:lnTo>
                    <a:pt x="3848118" y="315782"/>
                  </a:lnTo>
                  <a:lnTo>
                    <a:pt x="3846817" y="315772"/>
                  </a:lnTo>
                  <a:lnTo>
                    <a:pt x="3838330" y="315697"/>
                  </a:lnTo>
                  <a:lnTo>
                    <a:pt x="3817174" y="315489"/>
                  </a:lnTo>
                  <a:lnTo>
                    <a:pt x="3779952" y="315082"/>
                  </a:lnTo>
                  <a:lnTo>
                    <a:pt x="3725689" y="314416"/>
                  </a:lnTo>
                  <a:lnTo>
                    <a:pt x="3655843" y="313450"/>
                  </a:lnTo>
                  <a:lnTo>
                    <a:pt x="3573820" y="312160"/>
                  </a:lnTo>
                  <a:lnTo>
                    <a:pt x="3484095" y="310542"/>
                  </a:lnTo>
                  <a:lnTo>
                    <a:pt x="3391249" y="308600"/>
                  </a:lnTo>
                  <a:lnTo>
                    <a:pt x="3299211" y="306342"/>
                  </a:lnTo>
                  <a:lnTo>
                    <a:pt x="3210866" y="303771"/>
                  </a:lnTo>
                  <a:lnTo>
                    <a:pt x="3127984" y="300878"/>
                  </a:lnTo>
                  <a:lnTo>
                    <a:pt x="3051363" y="297640"/>
                  </a:lnTo>
                  <a:lnTo>
                    <a:pt x="2981065" y="294020"/>
                  </a:lnTo>
                  <a:lnTo>
                    <a:pt x="2916647" y="289965"/>
                  </a:lnTo>
                  <a:lnTo>
                    <a:pt x="2857357" y="285411"/>
                  </a:lnTo>
                  <a:lnTo>
                    <a:pt x="2802281" y="280287"/>
                  </a:lnTo>
                  <a:lnTo>
                    <a:pt x="2750453" y="274517"/>
                  </a:lnTo>
                  <a:lnTo>
                    <a:pt x="2700942" y="268040"/>
                  </a:lnTo>
                  <a:lnTo>
                    <a:pt x="2667772" y="263152"/>
                  </a:lnTo>
                  <a:lnTo>
                    <a:pt x="2615604" y="254598"/>
                  </a:lnTo>
                  <a:lnTo>
                    <a:pt x="2563935" y="245123"/>
                  </a:lnTo>
                  <a:lnTo>
                    <a:pt x="2512189" y="234717"/>
                  </a:lnTo>
                  <a:lnTo>
                    <a:pt x="2459985" y="223404"/>
                  </a:lnTo>
                  <a:lnTo>
                    <a:pt x="2407111" y="211246"/>
                  </a:lnTo>
                  <a:lnTo>
                    <a:pt x="2353506" y="198352"/>
                  </a:lnTo>
                  <a:lnTo>
                    <a:pt x="2299237" y="184866"/>
                  </a:lnTo>
                  <a:lnTo>
                    <a:pt x="2244472" y="170970"/>
                  </a:lnTo>
                  <a:lnTo>
                    <a:pt x="2189451" y="156871"/>
                  </a:lnTo>
                  <a:lnTo>
                    <a:pt x="2134451" y="142787"/>
                  </a:lnTo>
                  <a:lnTo>
                    <a:pt x="2079743" y="128938"/>
                  </a:lnTo>
                  <a:lnTo>
                    <a:pt x="2025562" y="115527"/>
                  </a:lnTo>
                  <a:lnTo>
                    <a:pt x="1972062" y="102731"/>
                  </a:lnTo>
                  <a:lnTo>
                    <a:pt x="1919292" y="90690"/>
                  </a:lnTo>
                  <a:lnTo>
                    <a:pt x="1867170" y="79505"/>
                  </a:lnTo>
                  <a:lnTo>
                    <a:pt x="1815463" y="69232"/>
                  </a:lnTo>
                  <a:lnTo>
                    <a:pt x="1763763" y="59893"/>
                  </a:lnTo>
                  <a:lnTo>
                    <a:pt x="1719082" y="52630"/>
                  </a:lnTo>
                  <a:lnTo>
                    <a:pt x="1670687" y="45646"/>
                  </a:lnTo>
                  <a:lnTo>
                    <a:pt x="1620548" y="39394"/>
                  </a:lnTo>
                  <a:lnTo>
                    <a:pt x="1567812" y="33833"/>
                  </a:lnTo>
                  <a:lnTo>
                    <a:pt x="1511526" y="28895"/>
                  </a:lnTo>
                  <a:lnTo>
                    <a:pt x="1450731" y="24504"/>
                  </a:lnTo>
                  <a:lnTo>
                    <a:pt x="1384551" y="20591"/>
                  </a:lnTo>
                  <a:lnTo>
                    <a:pt x="1312312" y="17094"/>
                  </a:lnTo>
                  <a:lnTo>
                    <a:pt x="1233705" y="13967"/>
                  </a:lnTo>
                  <a:lnTo>
                    <a:pt x="1148994" y="11176"/>
                  </a:lnTo>
                  <a:lnTo>
                    <a:pt x="1059258" y="8703"/>
                  </a:lnTo>
                  <a:lnTo>
                    <a:pt x="966606" y="6543"/>
                  </a:lnTo>
                  <a:lnTo>
                    <a:pt x="874269" y="4701"/>
                  </a:lnTo>
                  <a:lnTo>
                    <a:pt x="786439" y="3185"/>
                  </a:lnTo>
                  <a:lnTo>
                    <a:pt x="707759" y="1997"/>
                  </a:lnTo>
                  <a:lnTo>
                    <a:pt x="642479" y="1128"/>
                  </a:lnTo>
                  <a:lnTo>
                    <a:pt x="593477" y="548"/>
                  </a:lnTo>
                  <a:lnTo>
                    <a:pt x="561482" y="210"/>
                  </a:lnTo>
                  <a:lnTo>
                    <a:pt x="544741" y="51"/>
                  </a:lnTo>
                  <a:lnTo>
                    <a:pt x="539169" y="3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2" name="pg1892"/>
            <p:cNvSpPr/>
            <p:nvPr/>
          </p:nvSpPr>
          <p:spPr>
            <a:xfrm>
              <a:off x="546595" y="3543503"/>
              <a:ext cx="8234974" cy="2493596"/>
            </a:xfrm>
            <a:custGeom>
              <a:avLst/>
              <a:pathLst>
                <a:path w="8234974" h="2493596">
                  <a:moveTo>
                    <a:pt x="0" y="2145146"/>
                  </a:moveTo>
                  <a:lnTo>
                    <a:pt x="538736" y="2145146"/>
                  </a:lnTo>
                  <a:lnTo>
                    <a:pt x="540037" y="2145158"/>
                  </a:lnTo>
                  <a:lnTo>
                    <a:pt x="548521" y="2145240"/>
                  </a:lnTo>
                  <a:lnTo>
                    <a:pt x="569672" y="2145469"/>
                  </a:lnTo>
                  <a:lnTo>
                    <a:pt x="606883" y="2145919"/>
                  </a:lnTo>
                  <a:lnTo>
                    <a:pt x="661131" y="2146653"/>
                  </a:lnTo>
                  <a:lnTo>
                    <a:pt x="730962" y="2147719"/>
                  </a:lnTo>
                  <a:lnTo>
                    <a:pt x="812969" y="2149142"/>
                  </a:lnTo>
                  <a:lnTo>
                    <a:pt x="902680" y="2150927"/>
                  </a:lnTo>
                  <a:lnTo>
                    <a:pt x="995515" y="2153070"/>
                  </a:lnTo>
                  <a:lnTo>
                    <a:pt x="1087546" y="2155560"/>
                  </a:lnTo>
                  <a:lnTo>
                    <a:pt x="1175886" y="2158396"/>
                  </a:lnTo>
                  <a:lnTo>
                    <a:pt x="1258767" y="2161588"/>
                  </a:lnTo>
                  <a:lnTo>
                    <a:pt x="1335388" y="2165160"/>
                  </a:lnTo>
                  <a:lnTo>
                    <a:pt x="1405687" y="2169154"/>
                  </a:lnTo>
                  <a:lnTo>
                    <a:pt x="1470107" y="2173627"/>
                  </a:lnTo>
                  <a:lnTo>
                    <a:pt x="1529399" y="2178650"/>
                  </a:lnTo>
                  <a:lnTo>
                    <a:pt x="1584476" y="2184303"/>
                  </a:lnTo>
                  <a:lnTo>
                    <a:pt x="1636304" y="2190667"/>
                  </a:lnTo>
                  <a:lnTo>
                    <a:pt x="1685813" y="2197812"/>
                  </a:lnTo>
                  <a:lnTo>
                    <a:pt x="1719082" y="2203221"/>
                  </a:lnTo>
                  <a:lnTo>
                    <a:pt x="1771119" y="2212635"/>
                  </a:lnTo>
                  <a:lnTo>
                    <a:pt x="1822657" y="2223059"/>
                  </a:lnTo>
                  <a:lnTo>
                    <a:pt x="1874270" y="2234506"/>
                  </a:lnTo>
                  <a:lnTo>
                    <a:pt x="1926337" y="2246950"/>
                  </a:lnTo>
                  <a:lnTo>
                    <a:pt x="1979068" y="2260320"/>
                  </a:lnTo>
                  <a:lnTo>
                    <a:pt x="2032527" y="2274503"/>
                  </a:lnTo>
                  <a:lnTo>
                    <a:pt x="2086649" y="2289337"/>
                  </a:lnTo>
                  <a:lnTo>
                    <a:pt x="2141268" y="2304625"/>
                  </a:lnTo>
                  <a:lnTo>
                    <a:pt x="2196146" y="2320141"/>
                  </a:lnTo>
                  <a:lnTo>
                    <a:pt x="2251011" y="2335645"/>
                  </a:lnTo>
                  <a:lnTo>
                    <a:pt x="2305591" y="2350898"/>
                  </a:lnTo>
                  <a:lnTo>
                    <a:pt x="2359653" y="2365676"/>
                  </a:lnTo>
                  <a:lnTo>
                    <a:pt x="2413040" y="2379784"/>
                  </a:lnTo>
                  <a:lnTo>
                    <a:pt x="2465701" y="2393067"/>
                  </a:lnTo>
                  <a:lnTo>
                    <a:pt x="2517711" y="2405415"/>
                  </a:lnTo>
                  <a:lnTo>
                    <a:pt x="2569296" y="2416761"/>
                  </a:lnTo>
                  <a:lnTo>
                    <a:pt x="2620854" y="2427084"/>
                  </a:lnTo>
                  <a:lnTo>
                    <a:pt x="2667772" y="2435521"/>
                  </a:lnTo>
                  <a:lnTo>
                    <a:pt x="2716162" y="2443227"/>
                  </a:lnTo>
                  <a:lnTo>
                    <a:pt x="2766295" y="2450124"/>
                  </a:lnTo>
                  <a:lnTo>
                    <a:pt x="2819025" y="2456261"/>
                  </a:lnTo>
                  <a:lnTo>
                    <a:pt x="2875303" y="2461710"/>
                  </a:lnTo>
                  <a:lnTo>
                    <a:pt x="2936089" y="2466554"/>
                  </a:lnTo>
                  <a:lnTo>
                    <a:pt x="3002259" y="2470872"/>
                  </a:lnTo>
                  <a:lnTo>
                    <a:pt x="3074486" y="2474730"/>
                  </a:lnTo>
                  <a:lnTo>
                    <a:pt x="3153079" y="2478181"/>
                  </a:lnTo>
                  <a:lnTo>
                    <a:pt x="3237776" y="2481261"/>
                  </a:lnTo>
                  <a:lnTo>
                    <a:pt x="3327498" y="2483990"/>
                  </a:lnTo>
                  <a:lnTo>
                    <a:pt x="3420138" y="2486373"/>
                  </a:lnTo>
                  <a:lnTo>
                    <a:pt x="3512468" y="2488406"/>
                  </a:lnTo>
                  <a:lnTo>
                    <a:pt x="3600298" y="2490079"/>
                  </a:lnTo>
                  <a:lnTo>
                    <a:pt x="3678986" y="2491390"/>
                  </a:lnTo>
                  <a:lnTo>
                    <a:pt x="3744283" y="2492350"/>
                  </a:lnTo>
                  <a:lnTo>
                    <a:pt x="3793308" y="2492990"/>
                  </a:lnTo>
                  <a:lnTo>
                    <a:pt x="3825329" y="2493364"/>
                  </a:lnTo>
                  <a:lnTo>
                    <a:pt x="3842093" y="2493539"/>
                  </a:lnTo>
                  <a:lnTo>
                    <a:pt x="3847682" y="2493592"/>
                  </a:lnTo>
                  <a:lnTo>
                    <a:pt x="3848118" y="2493596"/>
                  </a:lnTo>
                  <a:lnTo>
                    <a:pt x="4386855" y="2493596"/>
                  </a:lnTo>
                  <a:lnTo>
                    <a:pt x="4388051" y="2493520"/>
                  </a:lnTo>
                  <a:lnTo>
                    <a:pt x="4395870" y="2492978"/>
                  </a:lnTo>
                  <a:lnTo>
                    <a:pt x="4415420" y="2491478"/>
                  </a:lnTo>
                  <a:lnTo>
                    <a:pt x="4449967" y="2488532"/>
                  </a:lnTo>
                  <a:lnTo>
                    <a:pt x="4500633" y="2483708"/>
                  </a:lnTo>
                  <a:lnTo>
                    <a:pt x="4566346" y="2476681"/>
                  </a:lnTo>
                  <a:lnTo>
                    <a:pt x="4644206" y="2467266"/>
                  </a:lnTo>
                  <a:lnTo>
                    <a:pt x="4730209" y="2455403"/>
                  </a:lnTo>
                  <a:lnTo>
                    <a:pt x="4820101" y="2441121"/>
                  </a:lnTo>
                  <a:lnTo>
                    <a:pt x="4910082" y="2424478"/>
                  </a:lnTo>
                  <a:lnTo>
                    <a:pt x="4997229" y="2405506"/>
                  </a:lnTo>
                  <a:lnTo>
                    <a:pt x="5079625" y="2384166"/>
                  </a:lnTo>
                  <a:lnTo>
                    <a:pt x="5156269" y="2360330"/>
                  </a:lnTo>
                  <a:lnTo>
                    <a:pt x="5226894" y="2333764"/>
                  </a:lnTo>
                  <a:lnTo>
                    <a:pt x="5291756" y="2304131"/>
                  </a:lnTo>
                  <a:lnTo>
                    <a:pt x="5351448" y="2271000"/>
                  </a:lnTo>
                  <a:lnTo>
                    <a:pt x="5406758" y="2233869"/>
                  </a:lnTo>
                  <a:lnTo>
                    <a:pt x="5458563" y="2192195"/>
                  </a:lnTo>
                  <a:lnTo>
                    <a:pt x="5507743" y="2145472"/>
                  </a:lnTo>
                  <a:lnTo>
                    <a:pt x="5555109" y="2093342"/>
                  </a:lnTo>
                  <a:lnTo>
                    <a:pt x="5567201" y="2078904"/>
                  </a:lnTo>
                  <a:lnTo>
                    <a:pt x="5604486" y="2031570"/>
                  </a:lnTo>
                  <a:lnTo>
                    <a:pt x="5641416" y="1980581"/>
                  </a:lnTo>
                  <a:lnTo>
                    <a:pt x="5678234" y="1925864"/>
                  </a:lnTo>
                  <a:lnTo>
                    <a:pt x="5715129" y="1867412"/>
                  </a:lnTo>
                  <a:lnTo>
                    <a:pt x="5752238" y="1805292"/>
                  </a:lnTo>
                  <a:lnTo>
                    <a:pt x="5789653" y="1739654"/>
                  </a:lnTo>
                  <a:lnTo>
                    <a:pt x="5827428" y="1670731"/>
                  </a:lnTo>
                  <a:lnTo>
                    <a:pt x="5865577" y="1598842"/>
                  </a:lnTo>
                  <a:lnTo>
                    <a:pt x="5904083" y="1524390"/>
                  </a:lnTo>
                  <a:lnTo>
                    <a:pt x="5942898" y="1447851"/>
                  </a:lnTo>
                  <a:lnTo>
                    <a:pt x="5981952" y="1369769"/>
                  </a:lnTo>
                  <a:lnTo>
                    <a:pt x="6021158" y="1290735"/>
                  </a:lnTo>
                  <a:lnTo>
                    <a:pt x="6060417" y="1211371"/>
                  </a:lnTo>
                  <a:lnTo>
                    <a:pt x="6099627" y="1132313"/>
                  </a:lnTo>
                  <a:lnTo>
                    <a:pt x="6138689" y="1054182"/>
                  </a:lnTo>
                  <a:lnTo>
                    <a:pt x="6177515" y="977574"/>
                  </a:lnTo>
                  <a:lnTo>
                    <a:pt x="6216033" y="903031"/>
                  </a:lnTo>
                  <a:lnTo>
                    <a:pt x="6254197" y="831035"/>
                  </a:lnTo>
                  <a:lnTo>
                    <a:pt x="6291986" y="761991"/>
                  </a:lnTo>
                  <a:lnTo>
                    <a:pt x="6329415" y="696221"/>
                  </a:lnTo>
                  <a:lnTo>
                    <a:pt x="6366534" y="633963"/>
                  </a:lnTo>
                  <a:lnTo>
                    <a:pt x="6403434" y="575367"/>
                  </a:lnTo>
                  <a:lnTo>
                    <a:pt x="6440253" y="520505"/>
                  </a:lnTo>
                  <a:lnTo>
                    <a:pt x="6477174" y="469372"/>
                  </a:lnTo>
                  <a:lnTo>
                    <a:pt x="6514440" y="421899"/>
                  </a:lnTo>
                  <a:lnTo>
                    <a:pt x="6515891" y="420136"/>
                  </a:lnTo>
                  <a:lnTo>
                    <a:pt x="6562902" y="366581"/>
                  </a:lnTo>
                  <a:lnTo>
                    <a:pt x="6611537" y="318478"/>
                  </a:lnTo>
                  <a:lnTo>
                    <a:pt x="6662577" y="275538"/>
                  </a:lnTo>
                  <a:lnTo>
                    <a:pt x="6716891" y="237279"/>
                  </a:lnTo>
                  <a:lnTo>
                    <a:pt x="6775364" y="203160"/>
                  </a:lnTo>
                  <a:lnTo>
                    <a:pt x="6838816" y="172663"/>
                  </a:lnTo>
                  <a:lnTo>
                    <a:pt x="6907902" y="145336"/>
                  </a:lnTo>
                  <a:lnTo>
                    <a:pt x="6982984" y="120818"/>
                  </a:lnTo>
                  <a:lnTo>
                    <a:pt x="7063949" y="98846"/>
                  </a:lnTo>
                  <a:lnTo>
                    <a:pt x="7150007" y="79266"/>
                  </a:lnTo>
                  <a:lnTo>
                    <a:pt x="7239492" y="62017"/>
                  </a:lnTo>
                  <a:lnTo>
                    <a:pt x="7329742" y="47117"/>
                  </a:lnTo>
                  <a:lnTo>
                    <a:pt x="7417156" y="34621"/>
                  </a:lnTo>
                  <a:lnTo>
                    <a:pt x="7497541" y="24571"/>
                  </a:lnTo>
                  <a:lnTo>
                    <a:pt x="7566747" y="16936"/>
                  </a:lnTo>
                  <a:lnTo>
                    <a:pt x="7621509" y="11566"/>
                  </a:lnTo>
                  <a:lnTo>
                    <a:pt x="7660225" y="8170"/>
                  </a:lnTo>
                  <a:lnTo>
                    <a:pt x="7683439" y="6340"/>
                  </a:lnTo>
                  <a:lnTo>
                    <a:pt x="7693883" y="559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41" y="75"/>
                  </a:lnTo>
                  <a:lnTo>
                    <a:pt x="7687222" y="618"/>
                  </a:lnTo>
                  <a:lnTo>
                    <a:pt x="7667672" y="2118"/>
                  </a:lnTo>
                  <a:lnTo>
                    <a:pt x="7633126" y="5064"/>
                  </a:lnTo>
                  <a:lnTo>
                    <a:pt x="7582460" y="9888"/>
                  </a:lnTo>
                  <a:lnTo>
                    <a:pt x="7516746" y="16914"/>
                  </a:lnTo>
                  <a:lnTo>
                    <a:pt x="7438887" y="26330"/>
                  </a:lnTo>
                  <a:lnTo>
                    <a:pt x="7352883" y="38193"/>
                  </a:lnTo>
                  <a:lnTo>
                    <a:pt x="7262991" y="52475"/>
                  </a:lnTo>
                  <a:lnTo>
                    <a:pt x="7173011" y="69117"/>
                  </a:lnTo>
                  <a:lnTo>
                    <a:pt x="7085863" y="88090"/>
                  </a:lnTo>
                  <a:lnTo>
                    <a:pt x="7003467" y="109429"/>
                  </a:lnTo>
                  <a:lnTo>
                    <a:pt x="6926823" y="133266"/>
                  </a:lnTo>
                  <a:lnTo>
                    <a:pt x="6856198" y="159832"/>
                  </a:lnTo>
                  <a:lnTo>
                    <a:pt x="6791337" y="189465"/>
                  </a:lnTo>
                  <a:lnTo>
                    <a:pt x="6731645" y="222595"/>
                  </a:lnTo>
                  <a:lnTo>
                    <a:pt x="6676334" y="259727"/>
                  </a:lnTo>
                  <a:lnTo>
                    <a:pt x="6624529" y="301401"/>
                  </a:lnTo>
                  <a:lnTo>
                    <a:pt x="6575349" y="348124"/>
                  </a:lnTo>
                  <a:lnTo>
                    <a:pt x="6527983" y="400253"/>
                  </a:lnTo>
                  <a:lnTo>
                    <a:pt x="6515891" y="414692"/>
                  </a:lnTo>
                  <a:lnTo>
                    <a:pt x="6478607" y="462025"/>
                  </a:lnTo>
                  <a:lnTo>
                    <a:pt x="6441677" y="513014"/>
                  </a:lnTo>
                  <a:lnTo>
                    <a:pt x="6404858" y="567732"/>
                  </a:lnTo>
                  <a:lnTo>
                    <a:pt x="6367963" y="626184"/>
                  </a:lnTo>
                  <a:lnTo>
                    <a:pt x="6330855" y="688304"/>
                  </a:lnTo>
                  <a:lnTo>
                    <a:pt x="6293439" y="753942"/>
                  </a:lnTo>
                  <a:lnTo>
                    <a:pt x="6255664" y="822865"/>
                  </a:lnTo>
                  <a:lnTo>
                    <a:pt x="6217515" y="894753"/>
                  </a:lnTo>
                  <a:lnTo>
                    <a:pt x="6179010" y="969206"/>
                  </a:lnTo>
                  <a:lnTo>
                    <a:pt x="6140195" y="1045744"/>
                  </a:lnTo>
                  <a:lnTo>
                    <a:pt x="6101140" y="1123827"/>
                  </a:lnTo>
                  <a:lnTo>
                    <a:pt x="6061934" y="1202861"/>
                  </a:lnTo>
                  <a:lnTo>
                    <a:pt x="6022675" y="1282224"/>
                  </a:lnTo>
                  <a:lnTo>
                    <a:pt x="5983465" y="1361283"/>
                  </a:lnTo>
                  <a:lnTo>
                    <a:pt x="5944404" y="1439413"/>
                  </a:lnTo>
                  <a:lnTo>
                    <a:pt x="5905578" y="1516022"/>
                  </a:lnTo>
                  <a:lnTo>
                    <a:pt x="5867059" y="1590564"/>
                  </a:lnTo>
                  <a:lnTo>
                    <a:pt x="5828896" y="1662560"/>
                  </a:lnTo>
                  <a:lnTo>
                    <a:pt x="5791107" y="1731604"/>
                  </a:lnTo>
                  <a:lnTo>
                    <a:pt x="5753678" y="1797374"/>
                  </a:lnTo>
                  <a:lnTo>
                    <a:pt x="5716559" y="1859633"/>
                  </a:lnTo>
                  <a:lnTo>
                    <a:pt x="5679658" y="1918229"/>
                  </a:lnTo>
                  <a:lnTo>
                    <a:pt x="5642840" y="1973091"/>
                  </a:lnTo>
                  <a:lnTo>
                    <a:pt x="5605918" y="2024223"/>
                  </a:lnTo>
                  <a:lnTo>
                    <a:pt x="5568653" y="2071696"/>
                  </a:lnTo>
                  <a:lnTo>
                    <a:pt x="5567201" y="2073460"/>
                  </a:lnTo>
                  <a:lnTo>
                    <a:pt x="5520191" y="2127015"/>
                  </a:lnTo>
                  <a:lnTo>
                    <a:pt x="5471555" y="2175118"/>
                  </a:lnTo>
                  <a:lnTo>
                    <a:pt x="5420516" y="2218058"/>
                  </a:lnTo>
                  <a:lnTo>
                    <a:pt x="5366201" y="2256317"/>
                  </a:lnTo>
                  <a:lnTo>
                    <a:pt x="5307728" y="2290436"/>
                  </a:lnTo>
                  <a:lnTo>
                    <a:pt x="5244277" y="2320933"/>
                  </a:lnTo>
                  <a:lnTo>
                    <a:pt x="5175190" y="2348259"/>
                  </a:lnTo>
                  <a:lnTo>
                    <a:pt x="5100108" y="2372778"/>
                  </a:lnTo>
                  <a:lnTo>
                    <a:pt x="5019144" y="2394749"/>
                  </a:lnTo>
                  <a:lnTo>
                    <a:pt x="4933086" y="2414330"/>
                  </a:lnTo>
                  <a:lnTo>
                    <a:pt x="4843600" y="2431578"/>
                  </a:lnTo>
                  <a:lnTo>
                    <a:pt x="4753351" y="2446479"/>
                  </a:lnTo>
                  <a:lnTo>
                    <a:pt x="4665936" y="2458975"/>
                  </a:lnTo>
                  <a:lnTo>
                    <a:pt x="4585551" y="2469025"/>
                  </a:lnTo>
                  <a:lnTo>
                    <a:pt x="4516345" y="2476660"/>
                  </a:lnTo>
                  <a:lnTo>
                    <a:pt x="4461584" y="2482030"/>
                  </a:lnTo>
                  <a:lnTo>
                    <a:pt x="4422867" y="2485426"/>
                  </a:lnTo>
                  <a:lnTo>
                    <a:pt x="4399653" y="2487256"/>
                  </a:lnTo>
                  <a:lnTo>
                    <a:pt x="4389210" y="2487999"/>
                  </a:lnTo>
                  <a:lnTo>
                    <a:pt x="4386855" y="2488152"/>
                  </a:lnTo>
                  <a:lnTo>
                    <a:pt x="3848118" y="2488152"/>
                  </a:lnTo>
                  <a:lnTo>
                    <a:pt x="3846818" y="2488140"/>
                  </a:lnTo>
                  <a:lnTo>
                    <a:pt x="3838333" y="2488057"/>
                  </a:lnTo>
                  <a:lnTo>
                    <a:pt x="3817183" y="2487828"/>
                  </a:lnTo>
                  <a:lnTo>
                    <a:pt x="3779972" y="2487379"/>
                  </a:lnTo>
                  <a:lnTo>
                    <a:pt x="3725723" y="2486644"/>
                  </a:lnTo>
                  <a:lnTo>
                    <a:pt x="3655893" y="2485579"/>
                  </a:lnTo>
                  <a:lnTo>
                    <a:pt x="3573886" y="2484156"/>
                  </a:lnTo>
                  <a:lnTo>
                    <a:pt x="3484175" y="2482370"/>
                  </a:lnTo>
                  <a:lnTo>
                    <a:pt x="3391339" y="2480228"/>
                  </a:lnTo>
                  <a:lnTo>
                    <a:pt x="3299309" y="2477738"/>
                  </a:lnTo>
                  <a:lnTo>
                    <a:pt x="3210968" y="2474902"/>
                  </a:lnTo>
                  <a:lnTo>
                    <a:pt x="3128087" y="2471710"/>
                  </a:lnTo>
                  <a:lnTo>
                    <a:pt x="3051466" y="2468138"/>
                  </a:lnTo>
                  <a:lnTo>
                    <a:pt x="2981167" y="2464144"/>
                  </a:lnTo>
                  <a:lnTo>
                    <a:pt x="2916747" y="2459671"/>
                  </a:lnTo>
                  <a:lnTo>
                    <a:pt x="2857455" y="2454648"/>
                  </a:lnTo>
                  <a:lnTo>
                    <a:pt x="2802379" y="2448995"/>
                  </a:lnTo>
                  <a:lnTo>
                    <a:pt x="2750551" y="2442630"/>
                  </a:lnTo>
                  <a:lnTo>
                    <a:pt x="2701041" y="2435485"/>
                  </a:lnTo>
                  <a:lnTo>
                    <a:pt x="2667772" y="2430077"/>
                  </a:lnTo>
                  <a:lnTo>
                    <a:pt x="2615735" y="2420663"/>
                  </a:lnTo>
                  <a:lnTo>
                    <a:pt x="2564197" y="2410239"/>
                  </a:lnTo>
                  <a:lnTo>
                    <a:pt x="2512584" y="2398792"/>
                  </a:lnTo>
                  <a:lnTo>
                    <a:pt x="2460518" y="2386348"/>
                  </a:lnTo>
                  <a:lnTo>
                    <a:pt x="2407786" y="2372977"/>
                  </a:lnTo>
                  <a:lnTo>
                    <a:pt x="2354328" y="2358795"/>
                  </a:lnTo>
                  <a:lnTo>
                    <a:pt x="2300206" y="2343961"/>
                  </a:lnTo>
                  <a:lnTo>
                    <a:pt x="2245587" y="2328673"/>
                  </a:lnTo>
                  <a:lnTo>
                    <a:pt x="2190708" y="2313157"/>
                  </a:lnTo>
                  <a:lnTo>
                    <a:pt x="2135843" y="2297652"/>
                  </a:lnTo>
                  <a:lnTo>
                    <a:pt x="2081264" y="2282399"/>
                  </a:lnTo>
                  <a:lnTo>
                    <a:pt x="2027202" y="2267622"/>
                  </a:lnTo>
                  <a:lnTo>
                    <a:pt x="1973814" y="2253514"/>
                  </a:lnTo>
                  <a:lnTo>
                    <a:pt x="1921154" y="2240230"/>
                  </a:lnTo>
                  <a:lnTo>
                    <a:pt x="1869144" y="2227883"/>
                  </a:lnTo>
                  <a:lnTo>
                    <a:pt x="1817558" y="2216537"/>
                  </a:lnTo>
                  <a:lnTo>
                    <a:pt x="1766000" y="2206214"/>
                  </a:lnTo>
                  <a:lnTo>
                    <a:pt x="1719082" y="2197776"/>
                  </a:lnTo>
                  <a:lnTo>
                    <a:pt x="1670692" y="2190071"/>
                  </a:lnTo>
                  <a:lnTo>
                    <a:pt x="1620560" y="2183173"/>
                  </a:lnTo>
                  <a:lnTo>
                    <a:pt x="1567830" y="2177037"/>
                  </a:lnTo>
                  <a:lnTo>
                    <a:pt x="1511551" y="2171588"/>
                  </a:lnTo>
                  <a:lnTo>
                    <a:pt x="1450766" y="2166743"/>
                  </a:lnTo>
                  <a:lnTo>
                    <a:pt x="1384596" y="2162426"/>
                  </a:lnTo>
                  <a:lnTo>
                    <a:pt x="1312369" y="2158567"/>
                  </a:lnTo>
                  <a:lnTo>
                    <a:pt x="1233775" y="2155117"/>
                  </a:lnTo>
                  <a:lnTo>
                    <a:pt x="1149079" y="2152037"/>
                  </a:lnTo>
                  <a:lnTo>
                    <a:pt x="1059357" y="2149308"/>
                  </a:lnTo>
                  <a:lnTo>
                    <a:pt x="966717" y="2146925"/>
                  </a:lnTo>
                  <a:lnTo>
                    <a:pt x="874387" y="2144892"/>
                  </a:lnTo>
                  <a:lnTo>
                    <a:pt x="786557" y="2143218"/>
                  </a:lnTo>
                  <a:lnTo>
                    <a:pt x="707869" y="2141907"/>
                  </a:lnTo>
                  <a:lnTo>
                    <a:pt x="642572" y="2140948"/>
                  </a:lnTo>
                  <a:lnTo>
                    <a:pt x="593547" y="2140308"/>
                  </a:lnTo>
                  <a:lnTo>
                    <a:pt x="561526" y="2139934"/>
                  </a:lnTo>
                  <a:lnTo>
                    <a:pt x="544761" y="2139758"/>
                  </a:lnTo>
                  <a:lnTo>
                    <a:pt x="539173" y="2139705"/>
                  </a:lnTo>
                  <a:lnTo>
                    <a:pt x="538736" y="2139701"/>
                  </a:lnTo>
                  <a:lnTo>
                    <a:pt x="0" y="2139701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93" name="pl1893"/>
            <p:cNvSpPr/>
            <p:nvPr/>
          </p:nvSpPr>
          <p:spPr>
            <a:xfrm>
              <a:off x="546595" y="3548947"/>
              <a:ext cx="8234974" cy="2488152"/>
            </a:xfrm>
            <a:custGeom>
              <a:avLst/>
              <a:pathLst>
                <a:path w="8234974" h="2488152">
                  <a:moveTo>
                    <a:pt x="0" y="2139701"/>
                  </a:moveTo>
                  <a:lnTo>
                    <a:pt x="538736" y="2139701"/>
                  </a:lnTo>
                  <a:lnTo>
                    <a:pt x="540037" y="2139713"/>
                  </a:lnTo>
                  <a:lnTo>
                    <a:pt x="548521" y="2139796"/>
                  </a:lnTo>
                  <a:lnTo>
                    <a:pt x="569672" y="2140025"/>
                  </a:lnTo>
                  <a:lnTo>
                    <a:pt x="606883" y="2140474"/>
                  </a:lnTo>
                  <a:lnTo>
                    <a:pt x="661131" y="2141209"/>
                  </a:lnTo>
                  <a:lnTo>
                    <a:pt x="730962" y="2142275"/>
                  </a:lnTo>
                  <a:lnTo>
                    <a:pt x="812969" y="2143697"/>
                  </a:lnTo>
                  <a:lnTo>
                    <a:pt x="902680" y="2145483"/>
                  </a:lnTo>
                  <a:lnTo>
                    <a:pt x="995515" y="2147625"/>
                  </a:lnTo>
                  <a:lnTo>
                    <a:pt x="1087546" y="2150115"/>
                  </a:lnTo>
                  <a:lnTo>
                    <a:pt x="1175886" y="2152952"/>
                  </a:lnTo>
                  <a:lnTo>
                    <a:pt x="1258767" y="2156143"/>
                  </a:lnTo>
                  <a:lnTo>
                    <a:pt x="1335388" y="2159715"/>
                  </a:lnTo>
                  <a:lnTo>
                    <a:pt x="1405687" y="2163709"/>
                  </a:lnTo>
                  <a:lnTo>
                    <a:pt x="1470107" y="2168182"/>
                  </a:lnTo>
                  <a:lnTo>
                    <a:pt x="1529399" y="2173205"/>
                  </a:lnTo>
                  <a:lnTo>
                    <a:pt x="1584476" y="2178858"/>
                  </a:lnTo>
                  <a:lnTo>
                    <a:pt x="1636304" y="2185223"/>
                  </a:lnTo>
                  <a:lnTo>
                    <a:pt x="1685813" y="2192368"/>
                  </a:lnTo>
                  <a:lnTo>
                    <a:pt x="1719082" y="2197776"/>
                  </a:lnTo>
                  <a:lnTo>
                    <a:pt x="1771119" y="2207190"/>
                  </a:lnTo>
                  <a:lnTo>
                    <a:pt x="1822657" y="2217614"/>
                  </a:lnTo>
                  <a:lnTo>
                    <a:pt x="1874270" y="2229061"/>
                  </a:lnTo>
                  <a:lnTo>
                    <a:pt x="1926337" y="2241505"/>
                  </a:lnTo>
                  <a:lnTo>
                    <a:pt x="1979068" y="2254876"/>
                  </a:lnTo>
                  <a:lnTo>
                    <a:pt x="2032527" y="2269058"/>
                  </a:lnTo>
                  <a:lnTo>
                    <a:pt x="2086649" y="2283892"/>
                  </a:lnTo>
                  <a:lnTo>
                    <a:pt x="2141268" y="2299180"/>
                  </a:lnTo>
                  <a:lnTo>
                    <a:pt x="2196146" y="2314696"/>
                  </a:lnTo>
                  <a:lnTo>
                    <a:pt x="2251011" y="2330201"/>
                  </a:lnTo>
                  <a:lnTo>
                    <a:pt x="2305591" y="2345454"/>
                  </a:lnTo>
                  <a:lnTo>
                    <a:pt x="2359653" y="2360231"/>
                  </a:lnTo>
                  <a:lnTo>
                    <a:pt x="2413040" y="2374340"/>
                  </a:lnTo>
                  <a:lnTo>
                    <a:pt x="2465701" y="2387623"/>
                  </a:lnTo>
                  <a:lnTo>
                    <a:pt x="2517711" y="2399970"/>
                  </a:lnTo>
                  <a:lnTo>
                    <a:pt x="2569296" y="2411317"/>
                  </a:lnTo>
                  <a:lnTo>
                    <a:pt x="2620854" y="2421639"/>
                  </a:lnTo>
                  <a:lnTo>
                    <a:pt x="2667772" y="2430077"/>
                  </a:lnTo>
                  <a:lnTo>
                    <a:pt x="2716162" y="2437782"/>
                  </a:lnTo>
                  <a:lnTo>
                    <a:pt x="2766295" y="2444680"/>
                  </a:lnTo>
                  <a:lnTo>
                    <a:pt x="2819025" y="2450816"/>
                  </a:lnTo>
                  <a:lnTo>
                    <a:pt x="2875303" y="2456265"/>
                  </a:lnTo>
                  <a:lnTo>
                    <a:pt x="2936089" y="2461110"/>
                  </a:lnTo>
                  <a:lnTo>
                    <a:pt x="3002259" y="2465428"/>
                  </a:lnTo>
                  <a:lnTo>
                    <a:pt x="3074486" y="2469286"/>
                  </a:lnTo>
                  <a:lnTo>
                    <a:pt x="3153079" y="2472736"/>
                  </a:lnTo>
                  <a:lnTo>
                    <a:pt x="3237776" y="2475816"/>
                  </a:lnTo>
                  <a:lnTo>
                    <a:pt x="3327498" y="2478545"/>
                  </a:lnTo>
                  <a:lnTo>
                    <a:pt x="3420138" y="2480928"/>
                  </a:lnTo>
                  <a:lnTo>
                    <a:pt x="3512468" y="2482961"/>
                  </a:lnTo>
                  <a:lnTo>
                    <a:pt x="3600298" y="2484635"/>
                  </a:lnTo>
                  <a:lnTo>
                    <a:pt x="3678986" y="2485946"/>
                  </a:lnTo>
                  <a:lnTo>
                    <a:pt x="3744283" y="2486905"/>
                  </a:lnTo>
                  <a:lnTo>
                    <a:pt x="3793308" y="2487545"/>
                  </a:lnTo>
                  <a:lnTo>
                    <a:pt x="3825329" y="2487919"/>
                  </a:lnTo>
                  <a:lnTo>
                    <a:pt x="3842093" y="2488095"/>
                  </a:lnTo>
                  <a:lnTo>
                    <a:pt x="3847682" y="2488148"/>
                  </a:lnTo>
                  <a:lnTo>
                    <a:pt x="3848118" y="2488152"/>
                  </a:lnTo>
                  <a:lnTo>
                    <a:pt x="4386855" y="2488152"/>
                  </a:lnTo>
                  <a:lnTo>
                    <a:pt x="4388051" y="2488076"/>
                  </a:lnTo>
                  <a:lnTo>
                    <a:pt x="4395870" y="2487533"/>
                  </a:lnTo>
                  <a:lnTo>
                    <a:pt x="4415420" y="2486033"/>
                  </a:lnTo>
                  <a:lnTo>
                    <a:pt x="4449967" y="2483087"/>
                  </a:lnTo>
                  <a:lnTo>
                    <a:pt x="4500633" y="2478263"/>
                  </a:lnTo>
                  <a:lnTo>
                    <a:pt x="4566346" y="2471237"/>
                  </a:lnTo>
                  <a:lnTo>
                    <a:pt x="4644206" y="2461821"/>
                  </a:lnTo>
                  <a:lnTo>
                    <a:pt x="4730209" y="2449958"/>
                  </a:lnTo>
                  <a:lnTo>
                    <a:pt x="4820101" y="2435677"/>
                  </a:lnTo>
                  <a:lnTo>
                    <a:pt x="4910082" y="2419034"/>
                  </a:lnTo>
                  <a:lnTo>
                    <a:pt x="4997229" y="2400061"/>
                  </a:lnTo>
                  <a:lnTo>
                    <a:pt x="5079625" y="2378722"/>
                  </a:lnTo>
                  <a:lnTo>
                    <a:pt x="5156269" y="2354886"/>
                  </a:lnTo>
                  <a:lnTo>
                    <a:pt x="5226894" y="2328319"/>
                  </a:lnTo>
                  <a:lnTo>
                    <a:pt x="5291756" y="2298686"/>
                  </a:lnTo>
                  <a:lnTo>
                    <a:pt x="5351448" y="2265556"/>
                  </a:lnTo>
                  <a:lnTo>
                    <a:pt x="5406758" y="2228424"/>
                  </a:lnTo>
                  <a:lnTo>
                    <a:pt x="5458563" y="2186751"/>
                  </a:lnTo>
                  <a:lnTo>
                    <a:pt x="5507743" y="2140027"/>
                  </a:lnTo>
                  <a:lnTo>
                    <a:pt x="5555109" y="2087898"/>
                  </a:lnTo>
                  <a:lnTo>
                    <a:pt x="5567201" y="2073460"/>
                  </a:lnTo>
                  <a:lnTo>
                    <a:pt x="5604486" y="2026126"/>
                  </a:lnTo>
                  <a:lnTo>
                    <a:pt x="5641416" y="1975137"/>
                  </a:lnTo>
                  <a:lnTo>
                    <a:pt x="5678234" y="1920419"/>
                  </a:lnTo>
                  <a:lnTo>
                    <a:pt x="5715129" y="1861967"/>
                  </a:lnTo>
                  <a:lnTo>
                    <a:pt x="5752238" y="1799848"/>
                  </a:lnTo>
                  <a:lnTo>
                    <a:pt x="5789653" y="1734210"/>
                  </a:lnTo>
                  <a:lnTo>
                    <a:pt x="5827428" y="1665287"/>
                  </a:lnTo>
                  <a:lnTo>
                    <a:pt x="5865577" y="1593398"/>
                  </a:lnTo>
                  <a:lnTo>
                    <a:pt x="5904083" y="1518945"/>
                  </a:lnTo>
                  <a:lnTo>
                    <a:pt x="5942898" y="1442407"/>
                  </a:lnTo>
                  <a:lnTo>
                    <a:pt x="5981952" y="1364324"/>
                  </a:lnTo>
                  <a:lnTo>
                    <a:pt x="6021158" y="1285290"/>
                  </a:lnTo>
                  <a:lnTo>
                    <a:pt x="6060417" y="1205927"/>
                  </a:lnTo>
                  <a:lnTo>
                    <a:pt x="6099627" y="1126868"/>
                  </a:lnTo>
                  <a:lnTo>
                    <a:pt x="6138689" y="1048738"/>
                  </a:lnTo>
                  <a:lnTo>
                    <a:pt x="6177515" y="972129"/>
                  </a:lnTo>
                  <a:lnTo>
                    <a:pt x="6216033" y="897587"/>
                  </a:lnTo>
                  <a:lnTo>
                    <a:pt x="6254197" y="825591"/>
                  </a:lnTo>
                  <a:lnTo>
                    <a:pt x="6291986" y="756547"/>
                  </a:lnTo>
                  <a:lnTo>
                    <a:pt x="6329415" y="690777"/>
                  </a:lnTo>
                  <a:lnTo>
                    <a:pt x="6366534" y="628518"/>
                  </a:lnTo>
                  <a:lnTo>
                    <a:pt x="6403434" y="569922"/>
                  </a:lnTo>
                  <a:lnTo>
                    <a:pt x="6440253" y="515060"/>
                  </a:lnTo>
                  <a:lnTo>
                    <a:pt x="6477174" y="463928"/>
                  </a:lnTo>
                  <a:lnTo>
                    <a:pt x="6514440" y="416455"/>
                  </a:lnTo>
                  <a:lnTo>
                    <a:pt x="6515891" y="414692"/>
                  </a:lnTo>
                  <a:lnTo>
                    <a:pt x="6562902" y="361136"/>
                  </a:lnTo>
                  <a:lnTo>
                    <a:pt x="6611537" y="313033"/>
                  </a:lnTo>
                  <a:lnTo>
                    <a:pt x="6662577" y="270093"/>
                  </a:lnTo>
                  <a:lnTo>
                    <a:pt x="6716891" y="231834"/>
                  </a:lnTo>
                  <a:lnTo>
                    <a:pt x="6775364" y="197715"/>
                  </a:lnTo>
                  <a:lnTo>
                    <a:pt x="6838816" y="167218"/>
                  </a:lnTo>
                  <a:lnTo>
                    <a:pt x="6907902" y="139892"/>
                  </a:lnTo>
                  <a:lnTo>
                    <a:pt x="6982984" y="115373"/>
                  </a:lnTo>
                  <a:lnTo>
                    <a:pt x="7063949" y="93402"/>
                  </a:lnTo>
                  <a:lnTo>
                    <a:pt x="7150007" y="73821"/>
                  </a:lnTo>
                  <a:lnTo>
                    <a:pt x="7239492" y="56573"/>
                  </a:lnTo>
                  <a:lnTo>
                    <a:pt x="7329742" y="41672"/>
                  </a:lnTo>
                  <a:lnTo>
                    <a:pt x="7417156" y="29176"/>
                  </a:lnTo>
                  <a:lnTo>
                    <a:pt x="7497541" y="19126"/>
                  </a:lnTo>
                  <a:lnTo>
                    <a:pt x="7566747" y="11491"/>
                  </a:lnTo>
                  <a:lnTo>
                    <a:pt x="7621509" y="6121"/>
                  </a:lnTo>
                  <a:lnTo>
                    <a:pt x="7660225" y="2725"/>
                  </a:lnTo>
                  <a:lnTo>
                    <a:pt x="7683439" y="895"/>
                  </a:lnTo>
                  <a:lnTo>
                    <a:pt x="7693883" y="152"/>
                  </a:lnTo>
                  <a:lnTo>
                    <a:pt x="7696215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4" name="pl1894"/>
            <p:cNvSpPr/>
            <p:nvPr/>
          </p:nvSpPr>
          <p:spPr>
            <a:xfrm>
              <a:off x="546595" y="3543503"/>
              <a:ext cx="8234974" cy="2488152"/>
            </a:xfrm>
            <a:custGeom>
              <a:avLst/>
              <a:pathLst>
                <a:path w="8234974" h="2488152">
                  <a:moveTo>
                    <a:pt x="8234974" y="0"/>
                  </a:moveTo>
                  <a:lnTo>
                    <a:pt x="7696237" y="0"/>
                  </a:lnTo>
                  <a:lnTo>
                    <a:pt x="7695041" y="75"/>
                  </a:lnTo>
                  <a:lnTo>
                    <a:pt x="7687222" y="618"/>
                  </a:lnTo>
                  <a:lnTo>
                    <a:pt x="7667672" y="2118"/>
                  </a:lnTo>
                  <a:lnTo>
                    <a:pt x="7633126" y="5064"/>
                  </a:lnTo>
                  <a:lnTo>
                    <a:pt x="7582460" y="9888"/>
                  </a:lnTo>
                  <a:lnTo>
                    <a:pt x="7516746" y="16914"/>
                  </a:lnTo>
                  <a:lnTo>
                    <a:pt x="7438887" y="26330"/>
                  </a:lnTo>
                  <a:lnTo>
                    <a:pt x="7352883" y="38193"/>
                  </a:lnTo>
                  <a:lnTo>
                    <a:pt x="7262991" y="52475"/>
                  </a:lnTo>
                  <a:lnTo>
                    <a:pt x="7173011" y="69117"/>
                  </a:lnTo>
                  <a:lnTo>
                    <a:pt x="7085863" y="88090"/>
                  </a:lnTo>
                  <a:lnTo>
                    <a:pt x="7003467" y="109429"/>
                  </a:lnTo>
                  <a:lnTo>
                    <a:pt x="6926823" y="133266"/>
                  </a:lnTo>
                  <a:lnTo>
                    <a:pt x="6856198" y="159832"/>
                  </a:lnTo>
                  <a:lnTo>
                    <a:pt x="6791337" y="189465"/>
                  </a:lnTo>
                  <a:lnTo>
                    <a:pt x="6731645" y="222595"/>
                  </a:lnTo>
                  <a:lnTo>
                    <a:pt x="6676334" y="259727"/>
                  </a:lnTo>
                  <a:lnTo>
                    <a:pt x="6624529" y="301401"/>
                  </a:lnTo>
                  <a:lnTo>
                    <a:pt x="6575349" y="348124"/>
                  </a:lnTo>
                  <a:lnTo>
                    <a:pt x="6527983" y="400253"/>
                  </a:lnTo>
                  <a:lnTo>
                    <a:pt x="6515891" y="414692"/>
                  </a:lnTo>
                  <a:lnTo>
                    <a:pt x="6478607" y="462025"/>
                  </a:lnTo>
                  <a:lnTo>
                    <a:pt x="6441677" y="513014"/>
                  </a:lnTo>
                  <a:lnTo>
                    <a:pt x="6404858" y="567732"/>
                  </a:lnTo>
                  <a:lnTo>
                    <a:pt x="6367963" y="626184"/>
                  </a:lnTo>
                  <a:lnTo>
                    <a:pt x="6330855" y="688304"/>
                  </a:lnTo>
                  <a:lnTo>
                    <a:pt x="6293439" y="753942"/>
                  </a:lnTo>
                  <a:lnTo>
                    <a:pt x="6255664" y="822865"/>
                  </a:lnTo>
                  <a:lnTo>
                    <a:pt x="6217515" y="894753"/>
                  </a:lnTo>
                  <a:lnTo>
                    <a:pt x="6179010" y="969206"/>
                  </a:lnTo>
                  <a:lnTo>
                    <a:pt x="6140195" y="1045744"/>
                  </a:lnTo>
                  <a:lnTo>
                    <a:pt x="6101140" y="1123827"/>
                  </a:lnTo>
                  <a:lnTo>
                    <a:pt x="6061934" y="1202861"/>
                  </a:lnTo>
                  <a:lnTo>
                    <a:pt x="6022675" y="1282224"/>
                  </a:lnTo>
                  <a:lnTo>
                    <a:pt x="5983465" y="1361283"/>
                  </a:lnTo>
                  <a:lnTo>
                    <a:pt x="5944404" y="1439413"/>
                  </a:lnTo>
                  <a:lnTo>
                    <a:pt x="5905578" y="1516022"/>
                  </a:lnTo>
                  <a:lnTo>
                    <a:pt x="5867059" y="1590564"/>
                  </a:lnTo>
                  <a:lnTo>
                    <a:pt x="5828896" y="1662560"/>
                  </a:lnTo>
                  <a:lnTo>
                    <a:pt x="5791107" y="1731604"/>
                  </a:lnTo>
                  <a:lnTo>
                    <a:pt x="5753678" y="1797374"/>
                  </a:lnTo>
                  <a:lnTo>
                    <a:pt x="5716559" y="1859633"/>
                  </a:lnTo>
                  <a:lnTo>
                    <a:pt x="5679658" y="1918229"/>
                  </a:lnTo>
                  <a:lnTo>
                    <a:pt x="5642840" y="1973091"/>
                  </a:lnTo>
                  <a:lnTo>
                    <a:pt x="5605918" y="2024223"/>
                  </a:lnTo>
                  <a:lnTo>
                    <a:pt x="5568653" y="2071696"/>
                  </a:lnTo>
                  <a:lnTo>
                    <a:pt x="5567201" y="2073460"/>
                  </a:lnTo>
                  <a:lnTo>
                    <a:pt x="5520191" y="2127015"/>
                  </a:lnTo>
                  <a:lnTo>
                    <a:pt x="5471555" y="2175118"/>
                  </a:lnTo>
                  <a:lnTo>
                    <a:pt x="5420516" y="2218058"/>
                  </a:lnTo>
                  <a:lnTo>
                    <a:pt x="5366201" y="2256317"/>
                  </a:lnTo>
                  <a:lnTo>
                    <a:pt x="5307728" y="2290436"/>
                  </a:lnTo>
                  <a:lnTo>
                    <a:pt x="5244277" y="2320933"/>
                  </a:lnTo>
                  <a:lnTo>
                    <a:pt x="5175190" y="2348259"/>
                  </a:lnTo>
                  <a:lnTo>
                    <a:pt x="5100108" y="2372778"/>
                  </a:lnTo>
                  <a:lnTo>
                    <a:pt x="5019144" y="2394749"/>
                  </a:lnTo>
                  <a:lnTo>
                    <a:pt x="4933086" y="2414330"/>
                  </a:lnTo>
                  <a:lnTo>
                    <a:pt x="4843600" y="2431578"/>
                  </a:lnTo>
                  <a:lnTo>
                    <a:pt x="4753351" y="2446479"/>
                  </a:lnTo>
                  <a:lnTo>
                    <a:pt x="4665936" y="2458975"/>
                  </a:lnTo>
                  <a:lnTo>
                    <a:pt x="4585551" y="2469025"/>
                  </a:lnTo>
                  <a:lnTo>
                    <a:pt x="4516345" y="2476660"/>
                  </a:lnTo>
                  <a:lnTo>
                    <a:pt x="4461584" y="2482030"/>
                  </a:lnTo>
                  <a:lnTo>
                    <a:pt x="4422867" y="2485426"/>
                  </a:lnTo>
                  <a:lnTo>
                    <a:pt x="4399653" y="2487256"/>
                  </a:lnTo>
                  <a:lnTo>
                    <a:pt x="4389210" y="2487999"/>
                  </a:lnTo>
                  <a:lnTo>
                    <a:pt x="4386877" y="2488150"/>
                  </a:lnTo>
                  <a:lnTo>
                    <a:pt x="4386855" y="2488152"/>
                  </a:lnTo>
                  <a:lnTo>
                    <a:pt x="3848118" y="2488152"/>
                  </a:lnTo>
                  <a:lnTo>
                    <a:pt x="3846818" y="2488140"/>
                  </a:lnTo>
                  <a:lnTo>
                    <a:pt x="3838333" y="2488057"/>
                  </a:lnTo>
                  <a:lnTo>
                    <a:pt x="3817183" y="2487828"/>
                  </a:lnTo>
                  <a:lnTo>
                    <a:pt x="3779972" y="2487379"/>
                  </a:lnTo>
                  <a:lnTo>
                    <a:pt x="3725723" y="2486644"/>
                  </a:lnTo>
                  <a:lnTo>
                    <a:pt x="3655893" y="2485579"/>
                  </a:lnTo>
                  <a:lnTo>
                    <a:pt x="3573886" y="2484156"/>
                  </a:lnTo>
                  <a:lnTo>
                    <a:pt x="3484175" y="2482370"/>
                  </a:lnTo>
                  <a:lnTo>
                    <a:pt x="3391339" y="2480228"/>
                  </a:lnTo>
                  <a:lnTo>
                    <a:pt x="3299309" y="2477738"/>
                  </a:lnTo>
                  <a:lnTo>
                    <a:pt x="3210968" y="2474902"/>
                  </a:lnTo>
                  <a:lnTo>
                    <a:pt x="3128087" y="2471710"/>
                  </a:lnTo>
                  <a:lnTo>
                    <a:pt x="3051466" y="2468138"/>
                  </a:lnTo>
                  <a:lnTo>
                    <a:pt x="2981167" y="2464144"/>
                  </a:lnTo>
                  <a:lnTo>
                    <a:pt x="2916747" y="2459671"/>
                  </a:lnTo>
                  <a:lnTo>
                    <a:pt x="2857455" y="2454648"/>
                  </a:lnTo>
                  <a:lnTo>
                    <a:pt x="2802379" y="2448995"/>
                  </a:lnTo>
                  <a:lnTo>
                    <a:pt x="2750551" y="2442630"/>
                  </a:lnTo>
                  <a:lnTo>
                    <a:pt x="2701041" y="2435485"/>
                  </a:lnTo>
                  <a:lnTo>
                    <a:pt x="2667772" y="2430077"/>
                  </a:lnTo>
                  <a:lnTo>
                    <a:pt x="2615735" y="2420663"/>
                  </a:lnTo>
                  <a:lnTo>
                    <a:pt x="2564197" y="2410239"/>
                  </a:lnTo>
                  <a:lnTo>
                    <a:pt x="2512584" y="2398792"/>
                  </a:lnTo>
                  <a:lnTo>
                    <a:pt x="2460518" y="2386348"/>
                  </a:lnTo>
                  <a:lnTo>
                    <a:pt x="2407786" y="2372977"/>
                  </a:lnTo>
                  <a:lnTo>
                    <a:pt x="2354328" y="2358795"/>
                  </a:lnTo>
                  <a:lnTo>
                    <a:pt x="2300206" y="2343961"/>
                  </a:lnTo>
                  <a:lnTo>
                    <a:pt x="2245587" y="2328673"/>
                  </a:lnTo>
                  <a:lnTo>
                    <a:pt x="2190708" y="2313157"/>
                  </a:lnTo>
                  <a:lnTo>
                    <a:pt x="2135843" y="2297652"/>
                  </a:lnTo>
                  <a:lnTo>
                    <a:pt x="2081264" y="2282399"/>
                  </a:lnTo>
                  <a:lnTo>
                    <a:pt x="2027202" y="2267622"/>
                  </a:lnTo>
                  <a:lnTo>
                    <a:pt x="1973814" y="2253514"/>
                  </a:lnTo>
                  <a:lnTo>
                    <a:pt x="1921154" y="2240230"/>
                  </a:lnTo>
                  <a:lnTo>
                    <a:pt x="1869144" y="2227883"/>
                  </a:lnTo>
                  <a:lnTo>
                    <a:pt x="1817558" y="2216537"/>
                  </a:lnTo>
                  <a:lnTo>
                    <a:pt x="1766000" y="2206214"/>
                  </a:lnTo>
                  <a:lnTo>
                    <a:pt x="1719082" y="2197776"/>
                  </a:lnTo>
                  <a:lnTo>
                    <a:pt x="1670692" y="2190071"/>
                  </a:lnTo>
                  <a:lnTo>
                    <a:pt x="1620560" y="2183173"/>
                  </a:lnTo>
                  <a:lnTo>
                    <a:pt x="1567830" y="2177037"/>
                  </a:lnTo>
                  <a:lnTo>
                    <a:pt x="1511551" y="2171588"/>
                  </a:lnTo>
                  <a:lnTo>
                    <a:pt x="1450766" y="2166743"/>
                  </a:lnTo>
                  <a:lnTo>
                    <a:pt x="1384596" y="2162426"/>
                  </a:lnTo>
                  <a:lnTo>
                    <a:pt x="1312369" y="2158567"/>
                  </a:lnTo>
                  <a:lnTo>
                    <a:pt x="1233775" y="2155117"/>
                  </a:lnTo>
                  <a:lnTo>
                    <a:pt x="1149079" y="2152037"/>
                  </a:lnTo>
                  <a:lnTo>
                    <a:pt x="1059357" y="2149308"/>
                  </a:lnTo>
                  <a:lnTo>
                    <a:pt x="966717" y="2146925"/>
                  </a:lnTo>
                  <a:lnTo>
                    <a:pt x="874387" y="2144892"/>
                  </a:lnTo>
                  <a:lnTo>
                    <a:pt x="786557" y="2143218"/>
                  </a:lnTo>
                  <a:lnTo>
                    <a:pt x="707869" y="2141907"/>
                  </a:lnTo>
                  <a:lnTo>
                    <a:pt x="642572" y="2140948"/>
                  </a:lnTo>
                  <a:lnTo>
                    <a:pt x="593547" y="2140308"/>
                  </a:lnTo>
                  <a:lnTo>
                    <a:pt x="561526" y="2139934"/>
                  </a:lnTo>
                  <a:lnTo>
                    <a:pt x="544761" y="2139758"/>
                  </a:lnTo>
                  <a:lnTo>
                    <a:pt x="539173" y="2139705"/>
                  </a:lnTo>
                  <a:lnTo>
                    <a:pt x="538736" y="2139701"/>
                  </a:lnTo>
                  <a:lnTo>
                    <a:pt x="0" y="21397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5" name="pg1895"/>
            <p:cNvSpPr/>
            <p:nvPr/>
          </p:nvSpPr>
          <p:spPr>
            <a:xfrm>
              <a:off x="546595" y="2318483"/>
              <a:ext cx="8234974" cy="3315721"/>
            </a:xfrm>
            <a:custGeom>
              <a:avLst/>
              <a:pathLst>
                <a:path w="8234974" h="3315721">
                  <a:moveTo>
                    <a:pt x="0" y="3315721"/>
                  </a:moveTo>
                  <a:lnTo>
                    <a:pt x="538736" y="3315721"/>
                  </a:lnTo>
                  <a:lnTo>
                    <a:pt x="539863" y="3315626"/>
                  </a:lnTo>
                  <a:lnTo>
                    <a:pt x="547243" y="3314948"/>
                  </a:lnTo>
                  <a:lnTo>
                    <a:pt x="565732" y="3313074"/>
                  </a:lnTo>
                  <a:lnTo>
                    <a:pt x="598499" y="3309391"/>
                  </a:lnTo>
                  <a:lnTo>
                    <a:pt x="646749" y="3303351"/>
                  </a:lnTo>
                  <a:lnTo>
                    <a:pt x="709649" y="3294535"/>
                  </a:lnTo>
                  <a:lnTo>
                    <a:pt x="784624" y="3282690"/>
                  </a:lnTo>
                  <a:lnTo>
                    <a:pt x="867993" y="3267724"/>
                  </a:lnTo>
                  <a:lnTo>
                    <a:pt x="955732" y="3249662"/>
                  </a:lnTo>
                  <a:lnTo>
                    <a:pt x="1044155" y="3228575"/>
                  </a:lnTo>
                  <a:lnTo>
                    <a:pt x="1130338" y="3204514"/>
                  </a:lnTo>
                  <a:lnTo>
                    <a:pt x="1212276" y="3177453"/>
                  </a:lnTo>
                  <a:lnTo>
                    <a:pt x="1288847" y="3147259"/>
                  </a:lnTo>
                  <a:lnTo>
                    <a:pt x="1359645" y="3113673"/>
                  </a:lnTo>
                  <a:lnTo>
                    <a:pt x="1424797" y="3076307"/>
                  </a:lnTo>
                  <a:lnTo>
                    <a:pt x="1484788" y="3034656"/>
                  </a:lnTo>
                  <a:lnTo>
                    <a:pt x="1540314" y="2988114"/>
                  </a:lnTo>
                  <a:lnTo>
                    <a:pt x="1592184" y="2936012"/>
                  </a:lnTo>
                  <a:lnTo>
                    <a:pt x="1641234" y="2877687"/>
                  </a:lnTo>
                  <a:lnTo>
                    <a:pt x="1688258" y="2812601"/>
                  </a:lnTo>
                  <a:lnTo>
                    <a:pt x="1719082" y="2764915"/>
                  </a:lnTo>
                  <a:lnTo>
                    <a:pt x="1752382" y="2709032"/>
                  </a:lnTo>
                  <a:lnTo>
                    <a:pt x="1785376" y="2649293"/>
                  </a:lnTo>
                  <a:lnTo>
                    <a:pt x="1818244" y="2585619"/>
                  </a:lnTo>
                  <a:lnTo>
                    <a:pt x="1851130" y="2517985"/>
                  </a:lnTo>
                  <a:lnTo>
                    <a:pt x="1884145" y="2446429"/>
                  </a:lnTo>
                  <a:lnTo>
                    <a:pt x="1917369" y="2371053"/>
                  </a:lnTo>
                  <a:lnTo>
                    <a:pt x="1950857" y="2292030"/>
                  </a:lnTo>
                  <a:lnTo>
                    <a:pt x="1984636" y="2209605"/>
                  </a:lnTo>
                  <a:lnTo>
                    <a:pt x="2018714" y="2124095"/>
                  </a:lnTo>
                  <a:lnTo>
                    <a:pt x="2053076" y="2035886"/>
                  </a:lnTo>
                  <a:lnTo>
                    <a:pt x="2087687" y="1945429"/>
                  </a:lnTo>
                  <a:lnTo>
                    <a:pt x="2122501" y="1853228"/>
                  </a:lnTo>
                  <a:lnTo>
                    <a:pt x="2157458" y="1759834"/>
                  </a:lnTo>
                  <a:lnTo>
                    <a:pt x="2192488" y="1665827"/>
                  </a:lnTo>
                  <a:lnTo>
                    <a:pt x="2227520" y="1571804"/>
                  </a:lnTo>
                  <a:lnTo>
                    <a:pt x="2262482" y="1478362"/>
                  </a:lnTo>
                  <a:lnTo>
                    <a:pt x="2297306" y="1386083"/>
                  </a:lnTo>
                  <a:lnTo>
                    <a:pt x="2331929" y="1295519"/>
                  </a:lnTo>
                  <a:lnTo>
                    <a:pt x="2366305" y="1207178"/>
                  </a:lnTo>
                  <a:lnTo>
                    <a:pt x="2400399" y="1121513"/>
                  </a:lnTo>
                  <a:lnTo>
                    <a:pt x="2434195" y="1038914"/>
                  </a:lnTo>
                  <a:lnTo>
                    <a:pt x="2467697" y="959702"/>
                  </a:lnTo>
                  <a:lnTo>
                    <a:pt x="2500935" y="884125"/>
                  </a:lnTo>
                  <a:lnTo>
                    <a:pt x="2533959" y="812361"/>
                  </a:lnTo>
                  <a:lnTo>
                    <a:pt x="2566849" y="744516"/>
                  </a:lnTo>
                  <a:lnTo>
                    <a:pt x="2599715" y="680629"/>
                  </a:lnTo>
                  <a:lnTo>
                    <a:pt x="2632698" y="620681"/>
                  </a:lnTo>
                  <a:lnTo>
                    <a:pt x="2665976" y="564594"/>
                  </a:lnTo>
                  <a:lnTo>
                    <a:pt x="2667772" y="561694"/>
                  </a:lnTo>
                  <a:lnTo>
                    <a:pt x="2713831" y="491908"/>
                  </a:lnTo>
                  <a:lnTo>
                    <a:pt x="2761437" y="429083"/>
                  </a:lnTo>
                  <a:lnTo>
                    <a:pt x="2811319" y="372867"/>
                  </a:lnTo>
                  <a:lnTo>
                    <a:pt x="2864296" y="322662"/>
                  </a:lnTo>
                  <a:lnTo>
                    <a:pt x="2921200" y="277794"/>
                  </a:lnTo>
                  <a:lnTo>
                    <a:pt x="2982814" y="237610"/>
                  </a:lnTo>
                  <a:lnTo>
                    <a:pt x="3049777" y="201533"/>
                  </a:lnTo>
                  <a:lnTo>
                    <a:pt x="3122475" y="169095"/>
                  </a:lnTo>
                  <a:lnTo>
                    <a:pt x="3200881" y="139951"/>
                  </a:lnTo>
                  <a:lnTo>
                    <a:pt x="3284375" y="113882"/>
                  </a:lnTo>
                  <a:lnTo>
                    <a:pt x="3371558" y="90794"/>
                  </a:lnTo>
                  <a:lnTo>
                    <a:pt x="3460122" y="70691"/>
                  </a:lnTo>
                  <a:lnTo>
                    <a:pt x="3546863" y="53636"/>
                  </a:lnTo>
                  <a:lnTo>
                    <a:pt x="3627922" y="39695"/>
                  </a:lnTo>
                  <a:lnTo>
                    <a:pt x="3699307" y="28860"/>
                  </a:lnTo>
                  <a:lnTo>
                    <a:pt x="3757614" y="20990"/>
                  </a:lnTo>
                  <a:lnTo>
                    <a:pt x="3800784" y="15776"/>
                  </a:lnTo>
                  <a:lnTo>
                    <a:pt x="3828639" y="12751"/>
                  </a:lnTo>
                  <a:lnTo>
                    <a:pt x="3843049" y="11338"/>
                  </a:lnTo>
                  <a:lnTo>
                    <a:pt x="3847769" y="10917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7998" y="10980"/>
                  </a:lnTo>
                  <a:lnTo>
                    <a:pt x="4395476" y="11631"/>
                  </a:lnTo>
                  <a:lnTo>
                    <a:pt x="4414204" y="13431"/>
                  </a:lnTo>
                  <a:lnTo>
                    <a:pt x="4447373" y="16969"/>
                  </a:lnTo>
                  <a:lnTo>
                    <a:pt x="4496169" y="22769"/>
                  </a:lnTo>
                  <a:lnTo>
                    <a:pt x="4559708" y="31230"/>
                  </a:lnTo>
                  <a:lnTo>
                    <a:pt x="4635342" y="42592"/>
                  </a:lnTo>
                  <a:lnTo>
                    <a:pt x="4719317" y="56939"/>
                  </a:lnTo>
                  <a:lnTo>
                    <a:pt x="4807556" y="74243"/>
                  </a:lnTo>
                  <a:lnTo>
                    <a:pt x="4896344" y="94436"/>
                  </a:lnTo>
                  <a:lnTo>
                    <a:pt x="4982757" y="117473"/>
                  </a:lnTo>
                  <a:lnTo>
                    <a:pt x="5064809" y="143381"/>
                  </a:lnTo>
                  <a:lnTo>
                    <a:pt x="5141403" y="172295"/>
                  </a:lnTo>
                  <a:lnTo>
                    <a:pt x="5212166" y="204472"/>
                  </a:lnTo>
                  <a:lnTo>
                    <a:pt x="5277254" y="240291"/>
                  </a:lnTo>
                  <a:lnTo>
                    <a:pt x="5337175" y="280244"/>
                  </a:lnTo>
                  <a:lnTo>
                    <a:pt x="5392649" y="324920"/>
                  </a:lnTo>
                  <a:lnTo>
                    <a:pt x="5444499" y="374963"/>
                  </a:lnTo>
                  <a:lnTo>
                    <a:pt x="5493571" y="431005"/>
                  </a:lnTo>
                  <a:lnTo>
                    <a:pt x="5540666" y="493545"/>
                  </a:lnTo>
                  <a:lnTo>
                    <a:pt x="5567201" y="532656"/>
                  </a:lnTo>
                  <a:lnTo>
                    <a:pt x="5601259" y="586848"/>
                  </a:lnTo>
                  <a:lnTo>
                    <a:pt x="5635002" y="644865"/>
                  </a:lnTo>
                  <a:lnTo>
                    <a:pt x="5668621" y="706783"/>
                  </a:lnTo>
                  <a:lnTo>
                    <a:pt x="5702267" y="772625"/>
                  </a:lnTo>
                  <a:lnTo>
                    <a:pt x="5736057" y="842349"/>
                  </a:lnTo>
                  <a:lnTo>
                    <a:pt x="5770073" y="915842"/>
                  </a:lnTo>
                  <a:lnTo>
                    <a:pt x="5804371" y="992920"/>
                  </a:lnTo>
                  <a:lnTo>
                    <a:pt x="5838977" y="1073325"/>
                  </a:lnTo>
                  <a:lnTo>
                    <a:pt x="5873894" y="1156722"/>
                  </a:lnTo>
                  <a:lnTo>
                    <a:pt x="5909101" y="1242707"/>
                  </a:lnTo>
                  <a:lnTo>
                    <a:pt x="5944560" y="1330810"/>
                  </a:lnTo>
                  <a:lnTo>
                    <a:pt x="5980216" y="1420507"/>
                  </a:lnTo>
                  <a:lnTo>
                    <a:pt x="6016002" y="1511231"/>
                  </a:lnTo>
                  <a:lnTo>
                    <a:pt x="6051844" y="1602388"/>
                  </a:lnTo>
                  <a:lnTo>
                    <a:pt x="6087662" y="1693370"/>
                  </a:lnTo>
                  <a:lnTo>
                    <a:pt x="6123382" y="1783575"/>
                  </a:lnTo>
                  <a:lnTo>
                    <a:pt x="6158933" y="1872423"/>
                  </a:lnTo>
                  <a:lnTo>
                    <a:pt x="6194253" y="1959370"/>
                  </a:lnTo>
                  <a:lnTo>
                    <a:pt x="6229297" y="2043921"/>
                  </a:lnTo>
                  <a:lnTo>
                    <a:pt x="6264036" y="2125644"/>
                  </a:lnTo>
                  <a:lnTo>
                    <a:pt x="6298463" y="2204174"/>
                  </a:lnTo>
                  <a:lnTo>
                    <a:pt x="6332595" y="2279219"/>
                  </a:lnTo>
                  <a:lnTo>
                    <a:pt x="6366472" y="2350564"/>
                  </a:lnTo>
                  <a:lnTo>
                    <a:pt x="6400168" y="2418067"/>
                  </a:lnTo>
                  <a:lnTo>
                    <a:pt x="6433782" y="2481656"/>
                  </a:lnTo>
                  <a:lnTo>
                    <a:pt x="6467451" y="2541326"/>
                  </a:lnTo>
                  <a:lnTo>
                    <a:pt x="6501348" y="2597132"/>
                  </a:lnTo>
                  <a:lnTo>
                    <a:pt x="6515891" y="2619728"/>
                  </a:lnTo>
                  <a:lnTo>
                    <a:pt x="6562167" y="2686126"/>
                  </a:lnTo>
                  <a:lnTo>
                    <a:pt x="6610007" y="2745870"/>
                  </a:lnTo>
                  <a:lnTo>
                    <a:pt x="6660153" y="2799300"/>
                  </a:lnTo>
                  <a:lnTo>
                    <a:pt x="6713433" y="2846992"/>
                  </a:lnTo>
                  <a:lnTo>
                    <a:pt x="6770693" y="2889592"/>
                  </a:lnTo>
                  <a:lnTo>
                    <a:pt x="6832723" y="2927729"/>
                  </a:lnTo>
                  <a:lnTo>
                    <a:pt x="6900168" y="2961952"/>
                  </a:lnTo>
                  <a:lnTo>
                    <a:pt x="6973406" y="2992709"/>
                  </a:lnTo>
                  <a:lnTo>
                    <a:pt x="7052394" y="3020327"/>
                  </a:lnTo>
                  <a:lnTo>
                    <a:pt x="7136474" y="3045009"/>
                  </a:lnTo>
                  <a:lnTo>
                    <a:pt x="7224190" y="3066844"/>
                  </a:lnTo>
                  <a:lnTo>
                    <a:pt x="7313155" y="3085823"/>
                  </a:lnTo>
                  <a:lnTo>
                    <a:pt x="7400076" y="3101883"/>
                  </a:lnTo>
                  <a:lnTo>
                    <a:pt x="7481016" y="3114964"/>
                  </a:lnTo>
                  <a:lnTo>
                    <a:pt x="7551943" y="3125080"/>
                  </a:lnTo>
                  <a:lnTo>
                    <a:pt x="7609474" y="3132376"/>
                  </a:lnTo>
                  <a:lnTo>
                    <a:pt x="7651647" y="3137161"/>
                  </a:lnTo>
                  <a:lnTo>
                    <a:pt x="7678437" y="3139894"/>
                  </a:lnTo>
                  <a:lnTo>
                    <a:pt x="7691907" y="3141135"/>
                  </a:lnTo>
                  <a:lnTo>
                    <a:pt x="7696013" y="3141478"/>
                  </a:lnTo>
                  <a:lnTo>
                    <a:pt x="7696237" y="3141496"/>
                  </a:lnTo>
                  <a:lnTo>
                    <a:pt x="8234974" y="3141496"/>
                  </a:lnTo>
                  <a:lnTo>
                    <a:pt x="8234974" y="3130607"/>
                  </a:ln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1" y="94"/>
                  </a:lnTo>
                  <a:lnTo>
                    <a:pt x="3839612" y="772"/>
                  </a:lnTo>
                  <a:lnTo>
                    <a:pt x="3821123" y="2646"/>
                  </a:lnTo>
                  <a:lnTo>
                    <a:pt x="3788355" y="6329"/>
                  </a:lnTo>
                  <a:lnTo>
                    <a:pt x="3740105" y="12369"/>
                  </a:lnTo>
                  <a:lnTo>
                    <a:pt x="3677206" y="21185"/>
                  </a:lnTo>
                  <a:lnTo>
                    <a:pt x="3602230" y="33030"/>
                  </a:lnTo>
                  <a:lnTo>
                    <a:pt x="3518862" y="47996"/>
                  </a:lnTo>
                  <a:lnTo>
                    <a:pt x="3431122" y="66059"/>
                  </a:lnTo>
                  <a:lnTo>
                    <a:pt x="3342699" y="87145"/>
                  </a:lnTo>
                  <a:lnTo>
                    <a:pt x="3256517" y="111207"/>
                  </a:lnTo>
                  <a:lnTo>
                    <a:pt x="3174578" y="138267"/>
                  </a:lnTo>
                  <a:lnTo>
                    <a:pt x="3098008" y="168461"/>
                  </a:lnTo>
                  <a:lnTo>
                    <a:pt x="3027210" y="202047"/>
                  </a:lnTo>
                  <a:lnTo>
                    <a:pt x="2962057" y="239413"/>
                  </a:lnTo>
                  <a:lnTo>
                    <a:pt x="2902067" y="281064"/>
                  </a:lnTo>
                  <a:lnTo>
                    <a:pt x="2846540" y="327607"/>
                  </a:lnTo>
                  <a:lnTo>
                    <a:pt x="2794670" y="379709"/>
                  </a:lnTo>
                  <a:lnTo>
                    <a:pt x="2745621" y="438033"/>
                  </a:lnTo>
                  <a:lnTo>
                    <a:pt x="2698596" y="503119"/>
                  </a:lnTo>
                  <a:lnTo>
                    <a:pt x="2667772" y="550805"/>
                  </a:lnTo>
                  <a:lnTo>
                    <a:pt x="2634473" y="606688"/>
                  </a:lnTo>
                  <a:lnTo>
                    <a:pt x="2601479" y="666427"/>
                  </a:lnTo>
                  <a:lnTo>
                    <a:pt x="2568610" y="730102"/>
                  </a:lnTo>
                  <a:lnTo>
                    <a:pt x="2535724" y="797735"/>
                  </a:lnTo>
                  <a:lnTo>
                    <a:pt x="2502710" y="869291"/>
                  </a:lnTo>
                  <a:lnTo>
                    <a:pt x="2469486" y="944667"/>
                  </a:lnTo>
                  <a:lnTo>
                    <a:pt x="2435998" y="1023690"/>
                  </a:lnTo>
                  <a:lnTo>
                    <a:pt x="2402218" y="1106115"/>
                  </a:lnTo>
                  <a:lnTo>
                    <a:pt x="2368140" y="1191625"/>
                  </a:lnTo>
                  <a:lnTo>
                    <a:pt x="2333779" y="1279834"/>
                  </a:lnTo>
                  <a:lnTo>
                    <a:pt x="2299167" y="1370291"/>
                  </a:lnTo>
                  <a:lnTo>
                    <a:pt x="2264353" y="1462492"/>
                  </a:lnTo>
                  <a:lnTo>
                    <a:pt x="2229397" y="1555886"/>
                  </a:lnTo>
                  <a:lnTo>
                    <a:pt x="2194367" y="1649893"/>
                  </a:lnTo>
                  <a:lnTo>
                    <a:pt x="2159334" y="1743916"/>
                  </a:lnTo>
                  <a:lnTo>
                    <a:pt x="2124372" y="1837358"/>
                  </a:lnTo>
                  <a:lnTo>
                    <a:pt x="2089549" y="1929637"/>
                  </a:lnTo>
                  <a:lnTo>
                    <a:pt x="2054925" y="2020201"/>
                  </a:lnTo>
                  <a:lnTo>
                    <a:pt x="2020549" y="2108542"/>
                  </a:lnTo>
                  <a:lnTo>
                    <a:pt x="1986456" y="2194207"/>
                  </a:lnTo>
                  <a:lnTo>
                    <a:pt x="1952660" y="2276806"/>
                  </a:lnTo>
                  <a:lnTo>
                    <a:pt x="1919157" y="2356019"/>
                  </a:lnTo>
                  <a:lnTo>
                    <a:pt x="1885920" y="2431595"/>
                  </a:lnTo>
                  <a:lnTo>
                    <a:pt x="1852896" y="2503359"/>
                  </a:lnTo>
                  <a:lnTo>
                    <a:pt x="1820005" y="2571204"/>
                  </a:lnTo>
                  <a:lnTo>
                    <a:pt x="1787139" y="2635091"/>
                  </a:lnTo>
                  <a:lnTo>
                    <a:pt x="1754156" y="2695040"/>
                  </a:lnTo>
                  <a:lnTo>
                    <a:pt x="1720879" y="2751127"/>
                  </a:lnTo>
                  <a:lnTo>
                    <a:pt x="1719082" y="2754026"/>
                  </a:lnTo>
                  <a:lnTo>
                    <a:pt x="1673023" y="2823812"/>
                  </a:lnTo>
                  <a:lnTo>
                    <a:pt x="1625418" y="2886637"/>
                  </a:lnTo>
                  <a:lnTo>
                    <a:pt x="1575535" y="2942853"/>
                  </a:lnTo>
                  <a:lnTo>
                    <a:pt x="1522559" y="2993058"/>
                  </a:lnTo>
                  <a:lnTo>
                    <a:pt x="1465654" y="3037926"/>
                  </a:lnTo>
                  <a:lnTo>
                    <a:pt x="1404041" y="3078110"/>
                  </a:lnTo>
                  <a:lnTo>
                    <a:pt x="1337077" y="3114187"/>
                  </a:lnTo>
                  <a:lnTo>
                    <a:pt x="1264379" y="3146625"/>
                  </a:lnTo>
                  <a:lnTo>
                    <a:pt x="1185974" y="3175769"/>
                  </a:lnTo>
                  <a:lnTo>
                    <a:pt x="1102480" y="3201838"/>
                  </a:lnTo>
                  <a:lnTo>
                    <a:pt x="1015297" y="3224926"/>
                  </a:lnTo>
                  <a:lnTo>
                    <a:pt x="926733" y="3245030"/>
                  </a:lnTo>
                  <a:lnTo>
                    <a:pt x="839992" y="3262084"/>
                  </a:lnTo>
                  <a:lnTo>
                    <a:pt x="758932" y="3276025"/>
                  </a:lnTo>
                  <a:lnTo>
                    <a:pt x="687548" y="3286861"/>
                  </a:lnTo>
                  <a:lnTo>
                    <a:pt x="629241" y="3294731"/>
                  </a:lnTo>
                  <a:lnTo>
                    <a:pt x="586070" y="3299944"/>
                  </a:lnTo>
                  <a:lnTo>
                    <a:pt x="558216" y="3302969"/>
                  </a:lnTo>
                  <a:lnTo>
                    <a:pt x="543805" y="3304383"/>
                  </a:lnTo>
                  <a:lnTo>
                    <a:pt x="539085" y="3304803"/>
                  </a:lnTo>
                  <a:lnTo>
                    <a:pt x="538736" y="3304832"/>
                  </a:lnTo>
                  <a:lnTo>
                    <a:pt x="0" y="3304832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96" name="pl1896"/>
            <p:cNvSpPr/>
            <p:nvPr/>
          </p:nvSpPr>
          <p:spPr>
            <a:xfrm>
              <a:off x="546595" y="2329372"/>
              <a:ext cx="8234974" cy="3304832"/>
            </a:xfrm>
            <a:custGeom>
              <a:avLst/>
              <a:pathLst>
                <a:path w="8234974" h="3304832">
                  <a:moveTo>
                    <a:pt x="0" y="3304832"/>
                  </a:moveTo>
                  <a:lnTo>
                    <a:pt x="538736" y="3304832"/>
                  </a:lnTo>
                  <a:lnTo>
                    <a:pt x="539863" y="3304737"/>
                  </a:lnTo>
                  <a:lnTo>
                    <a:pt x="547243" y="3304059"/>
                  </a:lnTo>
                  <a:lnTo>
                    <a:pt x="565732" y="3302185"/>
                  </a:lnTo>
                  <a:lnTo>
                    <a:pt x="598499" y="3298502"/>
                  </a:lnTo>
                  <a:lnTo>
                    <a:pt x="646749" y="3292462"/>
                  </a:lnTo>
                  <a:lnTo>
                    <a:pt x="709649" y="3283646"/>
                  </a:lnTo>
                  <a:lnTo>
                    <a:pt x="784624" y="3271801"/>
                  </a:lnTo>
                  <a:lnTo>
                    <a:pt x="867993" y="3256835"/>
                  </a:lnTo>
                  <a:lnTo>
                    <a:pt x="955732" y="3238773"/>
                  </a:lnTo>
                  <a:lnTo>
                    <a:pt x="1044155" y="3217686"/>
                  </a:lnTo>
                  <a:lnTo>
                    <a:pt x="1130338" y="3193625"/>
                  </a:lnTo>
                  <a:lnTo>
                    <a:pt x="1212276" y="3166564"/>
                  </a:lnTo>
                  <a:lnTo>
                    <a:pt x="1288847" y="3136370"/>
                  </a:lnTo>
                  <a:lnTo>
                    <a:pt x="1359645" y="3102784"/>
                  </a:lnTo>
                  <a:lnTo>
                    <a:pt x="1424797" y="3065418"/>
                  </a:lnTo>
                  <a:lnTo>
                    <a:pt x="1484788" y="3023767"/>
                  </a:lnTo>
                  <a:lnTo>
                    <a:pt x="1540314" y="2977224"/>
                  </a:lnTo>
                  <a:lnTo>
                    <a:pt x="1592184" y="2925123"/>
                  </a:lnTo>
                  <a:lnTo>
                    <a:pt x="1641234" y="2866798"/>
                  </a:lnTo>
                  <a:lnTo>
                    <a:pt x="1688258" y="2801712"/>
                  </a:lnTo>
                  <a:lnTo>
                    <a:pt x="1719082" y="2754026"/>
                  </a:lnTo>
                  <a:lnTo>
                    <a:pt x="1752382" y="2698143"/>
                  </a:lnTo>
                  <a:lnTo>
                    <a:pt x="1785376" y="2638404"/>
                  </a:lnTo>
                  <a:lnTo>
                    <a:pt x="1818244" y="2574730"/>
                  </a:lnTo>
                  <a:lnTo>
                    <a:pt x="1851130" y="2507096"/>
                  </a:lnTo>
                  <a:lnTo>
                    <a:pt x="1884145" y="2435540"/>
                  </a:lnTo>
                  <a:lnTo>
                    <a:pt x="1917369" y="2360164"/>
                  </a:lnTo>
                  <a:lnTo>
                    <a:pt x="1950857" y="2281141"/>
                  </a:lnTo>
                  <a:lnTo>
                    <a:pt x="1984636" y="2198716"/>
                  </a:lnTo>
                  <a:lnTo>
                    <a:pt x="2018714" y="2113206"/>
                  </a:lnTo>
                  <a:lnTo>
                    <a:pt x="2053076" y="2024997"/>
                  </a:lnTo>
                  <a:lnTo>
                    <a:pt x="2087687" y="1934540"/>
                  </a:lnTo>
                  <a:lnTo>
                    <a:pt x="2122501" y="1842339"/>
                  </a:lnTo>
                  <a:lnTo>
                    <a:pt x="2157458" y="1748945"/>
                  </a:lnTo>
                  <a:lnTo>
                    <a:pt x="2192488" y="1654938"/>
                  </a:lnTo>
                  <a:lnTo>
                    <a:pt x="2227520" y="1560915"/>
                  </a:lnTo>
                  <a:lnTo>
                    <a:pt x="2262482" y="1467473"/>
                  </a:lnTo>
                  <a:lnTo>
                    <a:pt x="2297306" y="1375194"/>
                  </a:lnTo>
                  <a:lnTo>
                    <a:pt x="2331929" y="1284630"/>
                  </a:lnTo>
                  <a:lnTo>
                    <a:pt x="2366305" y="1196289"/>
                  </a:lnTo>
                  <a:lnTo>
                    <a:pt x="2400399" y="1110624"/>
                  </a:lnTo>
                  <a:lnTo>
                    <a:pt x="2434195" y="1028025"/>
                  </a:lnTo>
                  <a:lnTo>
                    <a:pt x="2467697" y="948813"/>
                  </a:lnTo>
                  <a:lnTo>
                    <a:pt x="2500935" y="873236"/>
                  </a:lnTo>
                  <a:lnTo>
                    <a:pt x="2533959" y="801472"/>
                  </a:lnTo>
                  <a:lnTo>
                    <a:pt x="2566849" y="733627"/>
                  </a:lnTo>
                  <a:lnTo>
                    <a:pt x="2599715" y="669740"/>
                  </a:lnTo>
                  <a:lnTo>
                    <a:pt x="2632698" y="609792"/>
                  </a:lnTo>
                  <a:lnTo>
                    <a:pt x="2665976" y="553705"/>
                  </a:lnTo>
                  <a:lnTo>
                    <a:pt x="2667772" y="550805"/>
                  </a:lnTo>
                  <a:lnTo>
                    <a:pt x="2713831" y="481019"/>
                  </a:lnTo>
                  <a:lnTo>
                    <a:pt x="2761437" y="418194"/>
                  </a:lnTo>
                  <a:lnTo>
                    <a:pt x="2811319" y="361978"/>
                  </a:lnTo>
                  <a:lnTo>
                    <a:pt x="2864296" y="311773"/>
                  </a:lnTo>
                  <a:lnTo>
                    <a:pt x="2921200" y="266905"/>
                  </a:lnTo>
                  <a:lnTo>
                    <a:pt x="2982814" y="226721"/>
                  </a:lnTo>
                  <a:lnTo>
                    <a:pt x="3049777" y="190644"/>
                  </a:lnTo>
                  <a:lnTo>
                    <a:pt x="3122475" y="158206"/>
                  </a:lnTo>
                  <a:lnTo>
                    <a:pt x="3200881" y="129062"/>
                  </a:lnTo>
                  <a:lnTo>
                    <a:pt x="3284375" y="102993"/>
                  </a:lnTo>
                  <a:lnTo>
                    <a:pt x="3371558" y="79905"/>
                  </a:lnTo>
                  <a:lnTo>
                    <a:pt x="3460122" y="59802"/>
                  </a:lnTo>
                  <a:lnTo>
                    <a:pt x="3546863" y="42747"/>
                  </a:lnTo>
                  <a:lnTo>
                    <a:pt x="3627922" y="28806"/>
                  </a:lnTo>
                  <a:lnTo>
                    <a:pt x="3699307" y="17971"/>
                  </a:lnTo>
                  <a:lnTo>
                    <a:pt x="3757614" y="10101"/>
                  </a:lnTo>
                  <a:lnTo>
                    <a:pt x="3800784" y="4887"/>
                  </a:lnTo>
                  <a:lnTo>
                    <a:pt x="3828639" y="1862"/>
                  </a:lnTo>
                  <a:lnTo>
                    <a:pt x="3843049" y="449"/>
                  </a:lnTo>
                  <a:lnTo>
                    <a:pt x="3847769" y="2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8" y="91"/>
                  </a:lnTo>
                  <a:lnTo>
                    <a:pt x="4395476" y="742"/>
                  </a:lnTo>
                  <a:lnTo>
                    <a:pt x="4414204" y="2542"/>
                  </a:lnTo>
                  <a:lnTo>
                    <a:pt x="4447373" y="6080"/>
                  </a:lnTo>
                  <a:lnTo>
                    <a:pt x="4496169" y="11880"/>
                  </a:lnTo>
                  <a:lnTo>
                    <a:pt x="4559708" y="20341"/>
                  </a:lnTo>
                  <a:lnTo>
                    <a:pt x="4635342" y="31703"/>
                  </a:lnTo>
                  <a:lnTo>
                    <a:pt x="4719317" y="46049"/>
                  </a:lnTo>
                  <a:lnTo>
                    <a:pt x="4807556" y="63354"/>
                  </a:lnTo>
                  <a:lnTo>
                    <a:pt x="4896344" y="83547"/>
                  </a:lnTo>
                  <a:lnTo>
                    <a:pt x="4982757" y="106584"/>
                  </a:lnTo>
                  <a:lnTo>
                    <a:pt x="5064809" y="132492"/>
                  </a:lnTo>
                  <a:lnTo>
                    <a:pt x="5141403" y="161406"/>
                  </a:lnTo>
                  <a:lnTo>
                    <a:pt x="5212166" y="193583"/>
                  </a:lnTo>
                  <a:lnTo>
                    <a:pt x="5277254" y="229402"/>
                  </a:lnTo>
                  <a:lnTo>
                    <a:pt x="5337175" y="269355"/>
                  </a:lnTo>
                  <a:lnTo>
                    <a:pt x="5392649" y="314031"/>
                  </a:lnTo>
                  <a:lnTo>
                    <a:pt x="5444499" y="364074"/>
                  </a:lnTo>
                  <a:lnTo>
                    <a:pt x="5493571" y="420116"/>
                  </a:lnTo>
                  <a:lnTo>
                    <a:pt x="5540666" y="482656"/>
                  </a:lnTo>
                  <a:lnTo>
                    <a:pt x="5567201" y="521767"/>
                  </a:lnTo>
                  <a:lnTo>
                    <a:pt x="5601259" y="575959"/>
                  </a:lnTo>
                  <a:lnTo>
                    <a:pt x="5635002" y="633976"/>
                  </a:lnTo>
                  <a:lnTo>
                    <a:pt x="5668621" y="695894"/>
                  </a:lnTo>
                  <a:lnTo>
                    <a:pt x="5702267" y="761736"/>
                  </a:lnTo>
                  <a:lnTo>
                    <a:pt x="5736057" y="831460"/>
                  </a:lnTo>
                  <a:lnTo>
                    <a:pt x="5770073" y="904953"/>
                  </a:lnTo>
                  <a:lnTo>
                    <a:pt x="5804371" y="982031"/>
                  </a:lnTo>
                  <a:lnTo>
                    <a:pt x="5838977" y="1062436"/>
                  </a:lnTo>
                  <a:lnTo>
                    <a:pt x="5873894" y="1145833"/>
                  </a:lnTo>
                  <a:lnTo>
                    <a:pt x="5909101" y="1231818"/>
                  </a:lnTo>
                  <a:lnTo>
                    <a:pt x="5944560" y="1319921"/>
                  </a:lnTo>
                  <a:lnTo>
                    <a:pt x="5980216" y="1409618"/>
                  </a:lnTo>
                  <a:lnTo>
                    <a:pt x="6016002" y="1500342"/>
                  </a:lnTo>
                  <a:lnTo>
                    <a:pt x="6051844" y="1591499"/>
                  </a:lnTo>
                  <a:lnTo>
                    <a:pt x="6087662" y="1682481"/>
                  </a:lnTo>
                  <a:lnTo>
                    <a:pt x="6123382" y="1772686"/>
                  </a:lnTo>
                  <a:lnTo>
                    <a:pt x="6158933" y="1861534"/>
                  </a:lnTo>
                  <a:lnTo>
                    <a:pt x="6194253" y="1948481"/>
                  </a:lnTo>
                  <a:lnTo>
                    <a:pt x="6229297" y="2033032"/>
                  </a:lnTo>
                  <a:lnTo>
                    <a:pt x="6264036" y="2114755"/>
                  </a:lnTo>
                  <a:lnTo>
                    <a:pt x="6298463" y="2193285"/>
                  </a:lnTo>
                  <a:lnTo>
                    <a:pt x="6332595" y="2268330"/>
                  </a:lnTo>
                  <a:lnTo>
                    <a:pt x="6366472" y="2339675"/>
                  </a:lnTo>
                  <a:lnTo>
                    <a:pt x="6400168" y="2407178"/>
                  </a:lnTo>
                  <a:lnTo>
                    <a:pt x="6433782" y="2470766"/>
                  </a:lnTo>
                  <a:lnTo>
                    <a:pt x="6467451" y="2530437"/>
                  </a:lnTo>
                  <a:lnTo>
                    <a:pt x="6501348" y="2586243"/>
                  </a:lnTo>
                  <a:lnTo>
                    <a:pt x="6515891" y="2608839"/>
                  </a:lnTo>
                  <a:lnTo>
                    <a:pt x="6562167" y="2675237"/>
                  </a:lnTo>
                  <a:lnTo>
                    <a:pt x="6610007" y="2734981"/>
                  </a:lnTo>
                  <a:lnTo>
                    <a:pt x="6660153" y="2788411"/>
                  </a:lnTo>
                  <a:lnTo>
                    <a:pt x="6713433" y="2836103"/>
                  </a:lnTo>
                  <a:lnTo>
                    <a:pt x="6770693" y="2878703"/>
                  </a:lnTo>
                  <a:lnTo>
                    <a:pt x="6832723" y="2916840"/>
                  </a:lnTo>
                  <a:lnTo>
                    <a:pt x="6900168" y="2951063"/>
                  </a:lnTo>
                  <a:lnTo>
                    <a:pt x="6973406" y="2981820"/>
                  </a:lnTo>
                  <a:lnTo>
                    <a:pt x="7052394" y="3009437"/>
                  </a:lnTo>
                  <a:lnTo>
                    <a:pt x="7136474" y="3034120"/>
                  </a:lnTo>
                  <a:lnTo>
                    <a:pt x="7224190" y="3055955"/>
                  </a:lnTo>
                  <a:lnTo>
                    <a:pt x="7313155" y="3074934"/>
                  </a:lnTo>
                  <a:lnTo>
                    <a:pt x="7400076" y="3090994"/>
                  </a:lnTo>
                  <a:lnTo>
                    <a:pt x="7481016" y="3104075"/>
                  </a:lnTo>
                  <a:lnTo>
                    <a:pt x="7551943" y="3114191"/>
                  </a:lnTo>
                  <a:lnTo>
                    <a:pt x="7609474" y="3121487"/>
                  </a:lnTo>
                  <a:lnTo>
                    <a:pt x="7651647" y="3126272"/>
                  </a:lnTo>
                  <a:lnTo>
                    <a:pt x="7678437" y="3129005"/>
                  </a:lnTo>
                  <a:lnTo>
                    <a:pt x="7691907" y="3130246"/>
                  </a:lnTo>
                  <a:lnTo>
                    <a:pt x="7696013" y="3130589"/>
                  </a:lnTo>
                  <a:lnTo>
                    <a:pt x="7696237" y="3130607"/>
                  </a:lnTo>
                  <a:lnTo>
                    <a:pt x="8234974" y="3130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7" name="pl1897"/>
            <p:cNvSpPr/>
            <p:nvPr/>
          </p:nvSpPr>
          <p:spPr>
            <a:xfrm>
              <a:off x="546595" y="2318483"/>
              <a:ext cx="8234974" cy="3304832"/>
            </a:xfrm>
            <a:custGeom>
              <a:avLst/>
              <a:pathLst>
                <a:path w="8234974" h="3304832">
                  <a:moveTo>
                    <a:pt x="8234974" y="3130607"/>
                  </a:moveTo>
                  <a:lnTo>
                    <a:pt x="7696237" y="3130607"/>
                  </a:lnTo>
                  <a:lnTo>
                    <a:pt x="7695095" y="3130515"/>
                  </a:lnTo>
                  <a:lnTo>
                    <a:pt x="7687617" y="3129864"/>
                  </a:lnTo>
                  <a:lnTo>
                    <a:pt x="7668889" y="3128064"/>
                  </a:lnTo>
                  <a:lnTo>
                    <a:pt x="7635720" y="3124526"/>
                  </a:lnTo>
                  <a:lnTo>
                    <a:pt x="7586923" y="3118727"/>
                  </a:lnTo>
                  <a:lnTo>
                    <a:pt x="7523384" y="3110265"/>
                  </a:lnTo>
                  <a:lnTo>
                    <a:pt x="7447750" y="3098903"/>
                  </a:lnTo>
                  <a:lnTo>
                    <a:pt x="7363776" y="3084557"/>
                  </a:lnTo>
                  <a:lnTo>
                    <a:pt x="7275537" y="3067252"/>
                  </a:lnTo>
                  <a:lnTo>
                    <a:pt x="7186748" y="3047059"/>
                  </a:lnTo>
                  <a:lnTo>
                    <a:pt x="7100336" y="3024023"/>
                  </a:lnTo>
                  <a:lnTo>
                    <a:pt x="7018283" y="2998114"/>
                  </a:lnTo>
                  <a:lnTo>
                    <a:pt x="6941689" y="2969200"/>
                  </a:lnTo>
                  <a:lnTo>
                    <a:pt x="6870926" y="2937023"/>
                  </a:lnTo>
                  <a:lnTo>
                    <a:pt x="6805839" y="2901204"/>
                  </a:lnTo>
                  <a:lnTo>
                    <a:pt x="6745917" y="2861251"/>
                  </a:lnTo>
                  <a:lnTo>
                    <a:pt x="6690443" y="2816575"/>
                  </a:lnTo>
                  <a:lnTo>
                    <a:pt x="6638594" y="2766532"/>
                  </a:lnTo>
                  <a:lnTo>
                    <a:pt x="6589522" y="2710490"/>
                  </a:lnTo>
                  <a:lnTo>
                    <a:pt x="6542426" y="2647950"/>
                  </a:lnTo>
                  <a:lnTo>
                    <a:pt x="6515891" y="2608839"/>
                  </a:lnTo>
                  <a:lnTo>
                    <a:pt x="6481833" y="2554647"/>
                  </a:lnTo>
                  <a:lnTo>
                    <a:pt x="6448091" y="2496631"/>
                  </a:lnTo>
                  <a:lnTo>
                    <a:pt x="6414472" y="2434712"/>
                  </a:lnTo>
                  <a:lnTo>
                    <a:pt x="6380825" y="2368870"/>
                  </a:lnTo>
                  <a:lnTo>
                    <a:pt x="6347036" y="2299146"/>
                  </a:lnTo>
                  <a:lnTo>
                    <a:pt x="6313019" y="2225653"/>
                  </a:lnTo>
                  <a:lnTo>
                    <a:pt x="6278721" y="2148575"/>
                  </a:lnTo>
                  <a:lnTo>
                    <a:pt x="6244115" y="2068170"/>
                  </a:lnTo>
                  <a:lnTo>
                    <a:pt x="6209198" y="1984773"/>
                  </a:lnTo>
                  <a:lnTo>
                    <a:pt x="6173991" y="1898788"/>
                  </a:lnTo>
                  <a:lnTo>
                    <a:pt x="6138532" y="1810685"/>
                  </a:lnTo>
                  <a:lnTo>
                    <a:pt x="6102876" y="1720988"/>
                  </a:lnTo>
                  <a:lnTo>
                    <a:pt x="6067090" y="1630264"/>
                  </a:lnTo>
                  <a:lnTo>
                    <a:pt x="6031249" y="1539108"/>
                  </a:lnTo>
                  <a:lnTo>
                    <a:pt x="5995430" y="1448126"/>
                  </a:lnTo>
                  <a:lnTo>
                    <a:pt x="5959710" y="1357920"/>
                  </a:lnTo>
                  <a:lnTo>
                    <a:pt x="5924160" y="1269072"/>
                  </a:lnTo>
                  <a:lnTo>
                    <a:pt x="5888840" y="1182125"/>
                  </a:lnTo>
                  <a:lnTo>
                    <a:pt x="5853796" y="1097574"/>
                  </a:lnTo>
                  <a:lnTo>
                    <a:pt x="5819056" y="1015851"/>
                  </a:lnTo>
                  <a:lnTo>
                    <a:pt x="5784629" y="937321"/>
                  </a:lnTo>
                  <a:lnTo>
                    <a:pt x="5750498" y="862276"/>
                  </a:lnTo>
                  <a:lnTo>
                    <a:pt x="5716620" y="790931"/>
                  </a:lnTo>
                  <a:lnTo>
                    <a:pt x="5682925" y="723429"/>
                  </a:lnTo>
                  <a:lnTo>
                    <a:pt x="5649311" y="659840"/>
                  </a:lnTo>
                  <a:lnTo>
                    <a:pt x="5615642" y="600169"/>
                  </a:lnTo>
                  <a:lnTo>
                    <a:pt x="5581744" y="544363"/>
                  </a:lnTo>
                  <a:lnTo>
                    <a:pt x="5567201" y="521767"/>
                  </a:lnTo>
                  <a:lnTo>
                    <a:pt x="5520925" y="455369"/>
                  </a:lnTo>
                  <a:lnTo>
                    <a:pt x="5473085" y="395625"/>
                  </a:lnTo>
                  <a:lnTo>
                    <a:pt x="5422939" y="342195"/>
                  </a:lnTo>
                  <a:lnTo>
                    <a:pt x="5369659" y="294504"/>
                  </a:lnTo>
                  <a:lnTo>
                    <a:pt x="5312399" y="251903"/>
                  </a:lnTo>
                  <a:lnTo>
                    <a:pt x="5250369" y="213766"/>
                  </a:lnTo>
                  <a:lnTo>
                    <a:pt x="5182925" y="179543"/>
                  </a:lnTo>
                  <a:lnTo>
                    <a:pt x="5109686" y="148786"/>
                  </a:lnTo>
                  <a:lnTo>
                    <a:pt x="5030699" y="121169"/>
                  </a:lnTo>
                  <a:lnTo>
                    <a:pt x="4946619" y="96486"/>
                  </a:lnTo>
                  <a:lnTo>
                    <a:pt x="4858903" y="74651"/>
                  </a:lnTo>
                  <a:lnTo>
                    <a:pt x="4769938" y="55672"/>
                  </a:lnTo>
                  <a:lnTo>
                    <a:pt x="4683017" y="39613"/>
                  </a:lnTo>
                  <a:lnTo>
                    <a:pt x="4602076" y="26531"/>
                  </a:lnTo>
                  <a:lnTo>
                    <a:pt x="4531150" y="16415"/>
                  </a:lnTo>
                  <a:lnTo>
                    <a:pt x="4473618" y="9119"/>
                  </a:lnTo>
                  <a:lnTo>
                    <a:pt x="4431446" y="4335"/>
                  </a:lnTo>
                  <a:lnTo>
                    <a:pt x="4404656" y="1602"/>
                  </a:lnTo>
                  <a:lnTo>
                    <a:pt x="4391186" y="361"/>
                  </a:lnTo>
                  <a:lnTo>
                    <a:pt x="4387080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91" y="94"/>
                  </a:lnTo>
                  <a:lnTo>
                    <a:pt x="3839612" y="772"/>
                  </a:lnTo>
                  <a:lnTo>
                    <a:pt x="3821123" y="2646"/>
                  </a:lnTo>
                  <a:lnTo>
                    <a:pt x="3788355" y="6329"/>
                  </a:lnTo>
                  <a:lnTo>
                    <a:pt x="3740105" y="12369"/>
                  </a:lnTo>
                  <a:lnTo>
                    <a:pt x="3677206" y="21185"/>
                  </a:lnTo>
                  <a:lnTo>
                    <a:pt x="3602230" y="33030"/>
                  </a:lnTo>
                  <a:lnTo>
                    <a:pt x="3518862" y="47996"/>
                  </a:lnTo>
                  <a:lnTo>
                    <a:pt x="3431122" y="66059"/>
                  </a:lnTo>
                  <a:lnTo>
                    <a:pt x="3342699" y="87145"/>
                  </a:lnTo>
                  <a:lnTo>
                    <a:pt x="3256517" y="111207"/>
                  </a:lnTo>
                  <a:lnTo>
                    <a:pt x="3174578" y="138267"/>
                  </a:lnTo>
                  <a:lnTo>
                    <a:pt x="3098008" y="168461"/>
                  </a:lnTo>
                  <a:lnTo>
                    <a:pt x="3027210" y="202047"/>
                  </a:lnTo>
                  <a:lnTo>
                    <a:pt x="2962057" y="239413"/>
                  </a:lnTo>
                  <a:lnTo>
                    <a:pt x="2902067" y="281064"/>
                  </a:lnTo>
                  <a:lnTo>
                    <a:pt x="2846540" y="327607"/>
                  </a:lnTo>
                  <a:lnTo>
                    <a:pt x="2794670" y="379709"/>
                  </a:lnTo>
                  <a:lnTo>
                    <a:pt x="2745621" y="438033"/>
                  </a:lnTo>
                  <a:lnTo>
                    <a:pt x="2698596" y="503119"/>
                  </a:lnTo>
                  <a:lnTo>
                    <a:pt x="2667772" y="550805"/>
                  </a:lnTo>
                  <a:lnTo>
                    <a:pt x="2634473" y="606688"/>
                  </a:lnTo>
                  <a:lnTo>
                    <a:pt x="2601479" y="666427"/>
                  </a:lnTo>
                  <a:lnTo>
                    <a:pt x="2568610" y="730102"/>
                  </a:lnTo>
                  <a:lnTo>
                    <a:pt x="2535724" y="797735"/>
                  </a:lnTo>
                  <a:lnTo>
                    <a:pt x="2502710" y="869291"/>
                  </a:lnTo>
                  <a:lnTo>
                    <a:pt x="2469486" y="944667"/>
                  </a:lnTo>
                  <a:lnTo>
                    <a:pt x="2435998" y="1023690"/>
                  </a:lnTo>
                  <a:lnTo>
                    <a:pt x="2402218" y="1106115"/>
                  </a:lnTo>
                  <a:lnTo>
                    <a:pt x="2368140" y="1191625"/>
                  </a:lnTo>
                  <a:lnTo>
                    <a:pt x="2333779" y="1279834"/>
                  </a:lnTo>
                  <a:lnTo>
                    <a:pt x="2299167" y="1370291"/>
                  </a:lnTo>
                  <a:lnTo>
                    <a:pt x="2264353" y="1462492"/>
                  </a:lnTo>
                  <a:lnTo>
                    <a:pt x="2229397" y="1555886"/>
                  </a:lnTo>
                  <a:lnTo>
                    <a:pt x="2194367" y="1649893"/>
                  </a:lnTo>
                  <a:lnTo>
                    <a:pt x="2159334" y="1743916"/>
                  </a:lnTo>
                  <a:lnTo>
                    <a:pt x="2124372" y="1837358"/>
                  </a:lnTo>
                  <a:lnTo>
                    <a:pt x="2089549" y="1929637"/>
                  </a:lnTo>
                  <a:lnTo>
                    <a:pt x="2054925" y="2020201"/>
                  </a:lnTo>
                  <a:lnTo>
                    <a:pt x="2020549" y="2108542"/>
                  </a:lnTo>
                  <a:lnTo>
                    <a:pt x="1986456" y="2194207"/>
                  </a:lnTo>
                  <a:lnTo>
                    <a:pt x="1952660" y="2276806"/>
                  </a:lnTo>
                  <a:lnTo>
                    <a:pt x="1919157" y="2356019"/>
                  </a:lnTo>
                  <a:lnTo>
                    <a:pt x="1885920" y="2431595"/>
                  </a:lnTo>
                  <a:lnTo>
                    <a:pt x="1852896" y="2503359"/>
                  </a:lnTo>
                  <a:lnTo>
                    <a:pt x="1820005" y="2571204"/>
                  </a:lnTo>
                  <a:lnTo>
                    <a:pt x="1787139" y="2635091"/>
                  </a:lnTo>
                  <a:lnTo>
                    <a:pt x="1754156" y="2695040"/>
                  </a:lnTo>
                  <a:lnTo>
                    <a:pt x="1720879" y="2751127"/>
                  </a:lnTo>
                  <a:lnTo>
                    <a:pt x="1719082" y="2754026"/>
                  </a:lnTo>
                  <a:lnTo>
                    <a:pt x="1673023" y="2823812"/>
                  </a:lnTo>
                  <a:lnTo>
                    <a:pt x="1625418" y="2886637"/>
                  </a:lnTo>
                  <a:lnTo>
                    <a:pt x="1575535" y="2942853"/>
                  </a:lnTo>
                  <a:lnTo>
                    <a:pt x="1522559" y="2993058"/>
                  </a:lnTo>
                  <a:lnTo>
                    <a:pt x="1465654" y="3037926"/>
                  </a:lnTo>
                  <a:lnTo>
                    <a:pt x="1404041" y="3078110"/>
                  </a:lnTo>
                  <a:lnTo>
                    <a:pt x="1337077" y="3114187"/>
                  </a:lnTo>
                  <a:lnTo>
                    <a:pt x="1264379" y="3146625"/>
                  </a:lnTo>
                  <a:lnTo>
                    <a:pt x="1185974" y="3175769"/>
                  </a:lnTo>
                  <a:lnTo>
                    <a:pt x="1102480" y="3201838"/>
                  </a:lnTo>
                  <a:lnTo>
                    <a:pt x="1015297" y="3224926"/>
                  </a:lnTo>
                  <a:lnTo>
                    <a:pt x="926733" y="3245030"/>
                  </a:lnTo>
                  <a:lnTo>
                    <a:pt x="839992" y="3262084"/>
                  </a:lnTo>
                  <a:lnTo>
                    <a:pt x="758932" y="3276025"/>
                  </a:lnTo>
                  <a:lnTo>
                    <a:pt x="687548" y="3286861"/>
                  </a:lnTo>
                  <a:lnTo>
                    <a:pt x="629241" y="3294731"/>
                  </a:lnTo>
                  <a:lnTo>
                    <a:pt x="586070" y="3299944"/>
                  </a:lnTo>
                  <a:lnTo>
                    <a:pt x="558216" y="3302969"/>
                  </a:lnTo>
                  <a:lnTo>
                    <a:pt x="543805" y="3304383"/>
                  </a:lnTo>
                  <a:lnTo>
                    <a:pt x="539085" y="3304803"/>
                  </a:lnTo>
                  <a:lnTo>
                    <a:pt x="538736" y="3304832"/>
                  </a:lnTo>
                  <a:lnTo>
                    <a:pt x="0" y="3304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8" name="pg1898"/>
            <p:cNvSpPr/>
            <p:nvPr/>
          </p:nvSpPr>
          <p:spPr>
            <a:xfrm>
              <a:off x="546595" y="1937365"/>
              <a:ext cx="8234974" cy="3724061"/>
            </a:xfrm>
            <a:custGeom>
              <a:avLst/>
              <a:pathLst>
                <a:path w="8234974" h="3724061">
                  <a:moveTo>
                    <a:pt x="0" y="3724061"/>
                  </a:moveTo>
                  <a:lnTo>
                    <a:pt x="538736" y="3724061"/>
                  </a:lnTo>
                  <a:lnTo>
                    <a:pt x="540019" y="3724027"/>
                  </a:lnTo>
                  <a:lnTo>
                    <a:pt x="548392" y="3723786"/>
                  </a:lnTo>
                  <a:lnTo>
                    <a:pt x="569275" y="3723119"/>
                  </a:lnTo>
                  <a:lnTo>
                    <a:pt x="606042" y="3721810"/>
                  </a:lnTo>
                  <a:lnTo>
                    <a:pt x="659696" y="3719671"/>
                  </a:lnTo>
                  <a:lnTo>
                    <a:pt x="728848" y="3716563"/>
                  </a:lnTo>
                  <a:lnTo>
                    <a:pt x="810178" y="3712413"/>
                  </a:lnTo>
                  <a:lnTo>
                    <a:pt x="899290" y="3707201"/>
                  </a:lnTo>
                  <a:lnTo>
                    <a:pt x="991657" y="3700945"/>
                  </a:lnTo>
                  <a:lnTo>
                    <a:pt x="1083368" y="3693668"/>
                  </a:lnTo>
                  <a:lnTo>
                    <a:pt x="1171529" y="3685381"/>
                  </a:lnTo>
                  <a:lnTo>
                    <a:pt x="1254344" y="3676056"/>
                  </a:lnTo>
                  <a:lnTo>
                    <a:pt x="1330979" y="3665623"/>
                  </a:lnTo>
                  <a:lnTo>
                    <a:pt x="1401337" y="3653964"/>
                  </a:lnTo>
                  <a:lnTo>
                    <a:pt x="1465830" y="3640916"/>
                  </a:lnTo>
                  <a:lnTo>
                    <a:pt x="1525184" y="3626274"/>
                  </a:lnTo>
                  <a:lnTo>
                    <a:pt x="1580291" y="3609807"/>
                  </a:lnTo>
                  <a:lnTo>
                    <a:pt x="1632105" y="3591275"/>
                  </a:lnTo>
                  <a:lnTo>
                    <a:pt x="1681549" y="3570474"/>
                  </a:lnTo>
                  <a:lnTo>
                    <a:pt x="1719082" y="3552558"/>
                  </a:lnTo>
                  <a:lnTo>
                    <a:pt x="1766642" y="3527282"/>
                  </a:lnTo>
                  <a:lnTo>
                    <a:pt x="1813738" y="3499523"/>
                  </a:lnTo>
                  <a:lnTo>
                    <a:pt x="1860828" y="3469242"/>
                  </a:lnTo>
                  <a:lnTo>
                    <a:pt x="1908230" y="3436476"/>
                  </a:lnTo>
                  <a:lnTo>
                    <a:pt x="1956143" y="3401353"/>
                  </a:lnTo>
                  <a:lnTo>
                    <a:pt x="2004656" y="3364092"/>
                  </a:lnTo>
                  <a:lnTo>
                    <a:pt x="2053763" y="3325007"/>
                  </a:lnTo>
                  <a:lnTo>
                    <a:pt x="2103379" y="3284497"/>
                  </a:lnTo>
                  <a:lnTo>
                    <a:pt x="2153354" y="3243031"/>
                  </a:lnTo>
                  <a:lnTo>
                    <a:pt x="2203498" y="3201132"/>
                  </a:lnTo>
                  <a:lnTo>
                    <a:pt x="2253599" y="3159342"/>
                  </a:lnTo>
                  <a:lnTo>
                    <a:pt x="2303451" y="3118199"/>
                  </a:lnTo>
                  <a:lnTo>
                    <a:pt x="2352877" y="3078208"/>
                  </a:lnTo>
                  <a:lnTo>
                    <a:pt x="2401752" y="3039812"/>
                  </a:lnTo>
                  <a:lnTo>
                    <a:pt x="2450019" y="3003377"/>
                  </a:lnTo>
                  <a:lnTo>
                    <a:pt x="2497711" y="2969180"/>
                  </a:lnTo>
                  <a:lnTo>
                    <a:pt x="2544958" y="2937401"/>
                  </a:lnTo>
                  <a:lnTo>
                    <a:pt x="2592004" y="2908133"/>
                  </a:lnTo>
                  <a:lnTo>
                    <a:pt x="2639223" y="2881380"/>
                  </a:lnTo>
                  <a:lnTo>
                    <a:pt x="2667772" y="2866547"/>
                  </a:lnTo>
                  <a:lnTo>
                    <a:pt x="2715936" y="2843891"/>
                  </a:lnTo>
                  <a:lnTo>
                    <a:pt x="2765823" y="2823598"/>
                  </a:lnTo>
                  <a:lnTo>
                    <a:pt x="2818274" y="2805536"/>
                  </a:lnTo>
                  <a:lnTo>
                    <a:pt x="2874228" y="2789488"/>
                  </a:lnTo>
                  <a:lnTo>
                    <a:pt x="2934631" y="2775213"/>
                  </a:lnTo>
                  <a:lnTo>
                    <a:pt x="3000350" y="2762484"/>
                  </a:lnTo>
                  <a:lnTo>
                    <a:pt x="3072057" y="2751106"/>
                  </a:lnTo>
                  <a:lnTo>
                    <a:pt x="3150070" y="2740923"/>
                  </a:lnTo>
                  <a:lnTo>
                    <a:pt x="3234153" y="2731828"/>
                  </a:lnTo>
                  <a:lnTo>
                    <a:pt x="3323279" y="2723762"/>
                  </a:lnTo>
                  <a:lnTo>
                    <a:pt x="3415418" y="2716707"/>
                  </a:lnTo>
                  <a:lnTo>
                    <a:pt x="3507438" y="2710677"/>
                  </a:lnTo>
                  <a:lnTo>
                    <a:pt x="3595248" y="2705696"/>
                  </a:lnTo>
                  <a:lnTo>
                    <a:pt x="3674273" y="2701776"/>
                  </a:lnTo>
                  <a:lnTo>
                    <a:pt x="3740271" y="2698889"/>
                  </a:lnTo>
                  <a:lnTo>
                    <a:pt x="3790280" y="2696944"/>
                  </a:lnTo>
                  <a:lnTo>
                    <a:pt x="3823409" y="2695793"/>
                  </a:lnTo>
                  <a:lnTo>
                    <a:pt x="3841198" y="2695238"/>
                  </a:lnTo>
                  <a:lnTo>
                    <a:pt x="3847497" y="2695060"/>
                  </a:lnTo>
                  <a:lnTo>
                    <a:pt x="3848118" y="2695044"/>
                  </a:lnTo>
                  <a:lnTo>
                    <a:pt x="4386855" y="2695044"/>
                  </a:lnTo>
                  <a:lnTo>
                    <a:pt x="4388035" y="2694963"/>
                  </a:lnTo>
                  <a:lnTo>
                    <a:pt x="4395752" y="2694385"/>
                  </a:lnTo>
                  <a:lnTo>
                    <a:pt x="4415056" y="2692785"/>
                  </a:lnTo>
                  <a:lnTo>
                    <a:pt x="4449190" y="2689645"/>
                  </a:lnTo>
                  <a:lnTo>
                    <a:pt x="4499298" y="2684500"/>
                  </a:lnTo>
                  <a:lnTo>
                    <a:pt x="4564364" y="2677002"/>
                  </a:lnTo>
                  <a:lnTo>
                    <a:pt x="4641563" y="2666949"/>
                  </a:lnTo>
                  <a:lnTo>
                    <a:pt x="4726968" y="2654274"/>
                  </a:lnTo>
                  <a:lnTo>
                    <a:pt x="4816375" y="2639007"/>
                  </a:lnTo>
                  <a:lnTo>
                    <a:pt x="4906009" y="2621208"/>
                  </a:lnTo>
                  <a:lnTo>
                    <a:pt x="4992945" y="2600914"/>
                  </a:lnTo>
                  <a:lnTo>
                    <a:pt x="5075245" y="2578089"/>
                  </a:lnTo>
                  <a:lnTo>
                    <a:pt x="5151879" y="2552600"/>
                  </a:lnTo>
                  <a:lnTo>
                    <a:pt x="5222548" y="2524205"/>
                  </a:lnTo>
                  <a:lnTo>
                    <a:pt x="5287478" y="2492552"/>
                  </a:lnTo>
                  <a:lnTo>
                    <a:pt x="5347237" y="2457187"/>
                  </a:lnTo>
                  <a:lnTo>
                    <a:pt x="5402594" y="2417578"/>
                  </a:lnTo>
                  <a:lnTo>
                    <a:pt x="5454408" y="2373150"/>
                  </a:lnTo>
                  <a:lnTo>
                    <a:pt x="5503551" y="2323353"/>
                  </a:lnTo>
                  <a:lnTo>
                    <a:pt x="5550832" y="2267788"/>
                  </a:lnTo>
                  <a:lnTo>
                    <a:pt x="5567201" y="2246777"/>
                  </a:lnTo>
                  <a:lnTo>
                    <a:pt x="5603395" y="2197173"/>
                  </a:lnTo>
                  <a:lnTo>
                    <a:pt x="5639247" y="2143850"/>
                  </a:lnTo>
                  <a:lnTo>
                    <a:pt x="5674982" y="2086733"/>
                  </a:lnTo>
                  <a:lnTo>
                    <a:pt x="5710776" y="2025810"/>
                  </a:lnTo>
                  <a:lnTo>
                    <a:pt x="5746758" y="1961140"/>
                  </a:lnTo>
                  <a:lnTo>
                    <a:pt x="5783020" y="1892859"/>
                  </a:lnTo>
                  <a:lnTo>
                    <a:pt x="5819613" y="1821185"/>
                  </a:lnTo>
                  <a:lnTo>
                    <a:pt x="5856560" y="1746416"/>
                  </a:lnTo>
                  <a:lnTo>
                    <a:pt x="5893849" y="1668932"/>
                  </a:lnTo>
                  <a:lnTo>
                    <a:pt x="5931443" y="1589189"/>
                  </a:lnTo>
                  <a:lnTo>
                    <a:pt x="5969285" y="1507704"/>
                  </a:lnTo>
                  <a:lnTo>
                    <a:pt x="6007297" y="1425051"/>
                  </a:lnTo>
                  <a:lnTo>
                    <a:pt x="6045393" y="1341836"/>
                  </a:lnTo>
                  <a:lnTo>
                    <a:pt x="6083480" y="1258684"/>
                  </a:lnTo>
                  <a:lnTo>
                    <a:pt x="6121465" y="1176218"/>
                  </a:lnTo>
                  <a:lnTo>
                    <a:pt x="6159262" y="1095041"/>
                  </a:lnTo>
                  <a:lnTo>
                    <a:pt x="6196799" y="1015713"/>
                  </a:lnTo>
                  <a:lnTo>
                    <a:pt x="6234021" y="938744"/>
                  </a:lnTo>
                  <a:lnTo>
                    <a:pt x="6270896" y="864571"/>
                  </a:lnTo>
                  <a:lnTo>
                    <a:pt x="6307420" y="793561"/>
                  </a:lnTo>
                  <a:lnTo>
                    <a:pt x="6343620" y="725994"/>
                  </a:lnTo>
                  <a:lnTo>
                    <a:pt x="6379555" y="662072"/>
                  </a:lnTo>
                  <a:lnTo>
                    <a:pt x="6415325" y="601915"/>
                  </a:lnTo>
                  <a:lnTo>
                    <a:pt x="6451069" y="545567"/>
                  </a:lnTo>
                  <a:lnTo>
                    <a:pt x="6486970" y="493003"/>
                  </a:lnTo>
                  <a:lnTo>
                    <a:pt x="6515891" y="453711"/>
                  </a:lnTo>
                  <a:lnTo>
                    <a:pt x="6562683" y="396071"/>
                  </a:lnTo>
                  <a:lnTo>
                    <a:pt x="6611083" y="344271"/>
                  </a:lnTo>
                  <a:lnTo>
                    <a:pt x="6661856" y="298007"/>
                  </a:lnTo>
                  <a:lnTo>
                    <a:pt x="6715862" y="256763"/>
                  </a:lnTo>
                  <a:lnTo>
                    <a:pt x="6773974" y="219965"/>
                  </a:lnTo>
                  <a:lnTo>
                    <a:pt x="6837001" y="187059"/>
                  </a:lnTo>
                  <a:lnTo>
                    <a:pt x="6905598" y="157560"/>
                  </a:lnTo>
                  <a:lnTo>
                    <a:pt x="6980130" y="131079"/>
                  </a:lnTo>
                  <a:lnTo>
                    <a:pt x="7060506" y="107335"/>
                  </a:lnTo>
                  <a:lnTo>
                    <a:pt x="7145978" y="86156"/>
                  </a:lnTo>
                  <a:lnTo>
                    <a:pt x="7234944" y="67476"/>
                  </a:lnTo>
                  <a:lnTo>
                    <a:pt x="7324824" y="51308"/>
                  </a:lnTo>
                  <a:lnTo>
                    <a:pt x="7412111" y="37712"/>
                  </a:lnTo>
                  <a:lnTo>
                    <a:pt x="7492686" y="26736"/>
                  </a:lnTo>
                  <a:lnTo>
                    <a:pt x="7562430" y="18352"/>
                  </a:lnTo>
                  <a:lnTo>
                    <a:pt x="7618037" y="12409"/>
                  </a:lnTo>
                  <a:lnTo>
                    <a:pt x="7657791" y="8609"/>
                  </a:lnTo>
                  <a:lnTo>
                    <a:pt x="7682061" y="6524"/>
                  </a:lnTo>
                  <a:lnTo>
                    <a:pt x="7693376" y="56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7" y="80"/>
                  </a:lnTo>
                  <a:lnTo>
                    <a:pt x="7687341" y="659"/>
                  </a:lnTo>
                  <a:lnTo>
                    <a:pt x="7668037" y="2258"/>
                  </a:lnTo>
                  <a:lnTo>
                    <a:pt x="7633903" y="5399"/>
                  </a:lnTo>
                  <a:lnTo>
                    <a:pt x="7583795" y="10544"/>
                  </a:lnTo>
                  <a:lnTo>
                    <a:pt x="7518729" y="18042"/>
                  </a:lnTo>
                  <a:lnTo>
                    <a:pt x="7441529" y="28095"/>
                  </a:lnTo>
                  <a:lnTo>
                    <a:pt x="7356125" y="40769"/>
                  </a:lnTo>
                  <a:lnTo>
                    <a:pt x="7266718" y="56037"/>
                  </a:lnTo>
                  <a:lnTo>
                    <a:pt x="7177084" y="73835"/>
                  </a:lnTo>
                  <a:lnTo>
                    <a:pt x="7090147" y="94130"/>
                  </a:lnTo>
                  <a:lnTo>
                    <a:pt x="7007847" y="116954"/>
                  </a:lnTo>
                  <a:lnTo>
                    <a:pt x="6931213" y="142443"/>
                  </a:lnTo>
                  <a:lnTo>
                    <a:pt x="6860544" y="170838"/>
                  </a:lnTo>
                  <a:lnTo>
                    <a:pt x="6795614" y="202491"/>
                  </a:lnTo>
                  <a:lnTo>
                    <a:pt x="6735855" y="237856"/>
                  </a:lnTo>
                  <a:lnTo>
                    <a:pt x="6680499" y="277465"/>
                  </a:lnTo>
                  <a:lnTo>
                    <a:pt x="6628685" y="321894"/>
                  </a:lnTo>
                  <a:lnTo>
                    <a:pt x="6579542" y="371690"/>
                  </a:lnTo>
                  <a:lnTo>
                    <a:pt x="6532261" y="427256"/>
                  </a:lnTo>
                  <a:lnTo>
                    <a:pt x="6515891" y="448266"/>
                  </a:lnTo>
                  <a:lnTo>
                    <a:pt x="6479698" y="497870"/>
                  </a:lnTo>
                  <a:lnTo>
                    <a:pt x="6443846" y="551193"/>
                  </a:lnTo>
                  <a:lnTo>
                    <a:pt x="6408110" y="608310"/>
                  </a:lnTo>
                  <a:lnTo>
                    <a:pt x="6372317" y="669234"/>
                  </a:lnTo>
                  <a:lnTo>
                    <a:pt x="6336334" y="733903"/>
                  </a:lnTo>
                  <a:lnTo>
                    <a:pt x="6300073" y="802184"/>
                  </a:lnTo>
                  <a:lnTo>
                    <a:pt x="6263479" y="873859"/>
                  </a:lnTo>
                  <a:lnTo>
                    <a:pt x="6226533" y="948627"/>
                  </a:lnTo>
                  <a:lnTo>
                    <a:pt x="6189244" y="1026111"/>
                  </a:lnTo>
                  <a:lnTo>
                    <a:pt x="6151649" y="1105855"/>
                  </a:lnTo>
                  <a:lnTo>
                    <a:pt x="6113808" y="1187339"/>
                  </a:lnTo>
                  <a:lnTo>
                    <a:pt x="6075795" y="1269993"/>
                  </a:lnTo>
                  <a:lnTo>
                    <a:pt x="6037699" y="1353208"/>
                  </a:lnTo>
                  <a:lnTo>
                    <a:pt x="5999612" y="1436360"/>
                  </a:lnTo>
                  <a:lnTo>
                    <a:pt x="5961628" y="1518825"/>
                  </a:lnTo>
                  <a:lnTo>
                    <a:pt x="5923830" y="1600003"/>
                  </a:lnTo>
                  <a:lnTo>
                    <a:pt x="5886294" y="1679330"/>
                  </a:lnTo>
                  <a:lnTo>
                    <a:pt x="5849072" y="1756300"/>
                  </a:lnTo>
                  <a:lnTo>
                    <a:pt x="5812197" y="1830472"/>
                  </a:lnTo>
                  <a:lnTo>
                    <a:pt x="5775673" y="1901483"/>
                  </a:lnTo>
                  <a:lnTo>
                    <a:pt x="5739473" y="1969049"/>
                  </a:lnTo>
                  <a:lnTo>
                    <a:pt x="5703537" y="2032971"/>
                  </a:lnTo>
                  <a:lnTo>
                    <a:pt x="5667767" y="2093128"/>
                  </a:lnTo>
                  <a:lnTo>
                    <a:pt x="5632024" y="2149476"/>
                  </a:lnTo>
                  <a:lnTo>
                    <a:pt x="5596123" y="2202040"/>
                  </a:lnTo>
                  <a:lnTo>
                    <a:pt x="5567201" y="2241333"/>
                  </a:lnTo>
                  <a:lnTo>
                    <a:pt x="5520409" y="2298973"/>
                  </a:lnTo>
                  <a:lnTo>
                    <a:pt x="5472010" y="2350772"/>
                  </a:lnTo>
                  <a:lnTo>
                    <a:pt x="5421236" y="2397037"/>
                  </a:lnTo>
                  <a:lnTo>
                    <a:pt x="5367230" y="2438280"/>
                  </a:lnTo>
                  <a:lnTo>
                    <a:pt x="5309119" y="2475078"/>
                  </a:lnTo>
                  <a:lnTo>
                    <a:pt x="5246091" y="2507985"/>
                  </a:lnTo>
                  <a:lnTo>
                    <a:pt x="5177495" y="2537484"/>
                  </a:lnTo>
                  <a:lnTo>
                    <a:pt x="5102962" y="2563965"/>
                  </a:lnTo>
                  <a:lnTo>
                    <a:pt x="5022586" y="2587709"/>
                  </a:lnTo>
                  <a:lnTo>
                    <a:pt x="4937114" y="2608887"/>
                  </a:lnTo>
                  <a:lnTo>
                    <a:pt x="4848148" y="2627568"/>
                  </a:lnTo>
                  <a:lnTo>
                    <a:pt x="4758268" y="2643735"/>
                  </a:lnTo>
                  <a:lnTo>
                    <a:pt x="4670981" y="2657331"/>
                  </a:lnTo>
                  <a:lnTo>
                    <a:pt x="4590406" y="2668308"/>
                  </a:lnTo>
                  <a:lnTo>
                    <a:pt x="4520662" y="2676692"/>
                  </a:lnTo>
                  <a:lnTo>
                    <a:pt x="4465055" y="2682634"/>
                  </a:lnTo>
                  <a:lnTo>
                    <a:pt x="4425302" y="2686434"/>
                  </a:lnTo>
                  <a:lnTo>
                    <a:pt x="4401032" y="2688520"/>
                  </a:lnTo>
                  <a:lnTo>
                    <a:pt x="4389717" y="2689398"/>
                  </a:lnTo>
                  <a:lnTo>
                    <a:pt x="4386855" y="2689599"/>
                  </a:lnTo>
                  <a:lnTo>
                    <a:pt x="3848118" y="2689599"/>
                  </a:lnTo>
                  <a:lnTo>
                    <a:pt x="3846835" y="2689633"/>
                  </a:lnTo>
                  <a:lnTo>
                    <a:pt x="3838463" y="2689874"/>
                  </a:lnTo>
                  <a:lnTo>
                    <a:pt x="3817580" y="2690541"/>
                  </a:lnTo>
                  <a:lnTo>
                    <a:pt x="3780813" y="2691850"/>
                  </a:lnTo>
                  <a:lnTo>
                    <a:pt x="3727158" y="2693990"/>
                  </a:lnTo>
                  <a:lnTo>
                    <a:pt x="3658006" y="2697097"/>
                  </a:lnTo>
                  <a:lnTo>
                    <a:pt x="3576676" y="2701247"/>
                  </a:lnTo>
                  <a:lnTo>
                    <a:pt x="3487564" y="2706459"/>
                  </a:lnTo>
                  <a:lnTo>
                    <a:pt x="3395197" y="2712716"/>
                  </a:lnTo>
                  <a:lnTo>
                    <a:pt x="3303486" y="2719992"/>
                  </a:lnTo>
                  <a:lnTo>
                    <a:pt x="3215325" y="2728279"/>
                  </a:lnTo>
                  <a:lnTo>
                    <a:pt x="3132510" y="2737604"/>
                  </a:lnTo>
                  <a:lnTo>
                    <a:pt x="3055876" y="2748037"/>
                  </a:lnTo>
                  <a:lnTo>
                    <a:pt x="2985518" y="2759696"/>
                  </a:lnTo>
                  <a:lnTo>
                    <a:pt x="2921025" y="2772744"/>
                  </a:lnTo>
                  <a:lnTo>
                    <a:pt x="2861671" y="2787386"/>
                  </a:lnTo>
                  <a:lnTo>
                    <a:pt x="2806563" y="2803853"/>
                  </a:lnTo>
                  <a:lnTo>
                    <a:pt x="2754749" y="2822385"/>
                  </a:lnTo>
                  <a:lnTo>
                    <a:pt x="2705305" y="2843187"/>
                  </a:lnTo>
                  <a:lnTo>
                    <a:pt x="2667772" y="2861102"/>
                  </a:lnTo>
                  <a:lnTo>
                    <a:pt x="2620213" y="2886378"/>
                  </a:lnTo>
                  <a:lnTo>
                    <a:pt x="2573117" y="2914137"/>
                  </a:lnTo>
                  <a:lnTo>
                    <a:pt x="2526027" y="2944419"/>
                  </a:lnTo>
                  <a:lnTo>
                    <a:pt x="2478624" y="2977184"/>
                  </a:lnTo>
                  <a:lnTo>
                    <a:pt x="2430711" y="3012307"/>
                  </a:lnTo>
                  <a:lnTo>
                    <a:pt x="2382198" y="3049568"/>
                  </a:lnTo>
                  <a:lnTo>
                    <a:pt x="2333091" y="3088653"/>
                  </a:lnTo>
                  <a:lnTo>
                    <a:pt x="2283476" y="3129164"/>
                  </a:lnTo>
                  <a:lnTo>
                    <a:pt x="2233500" y="3170629"/>
                  </a:lnTo>
                  <a:lnTo>
                    <a:pt x="2183357" y="3212529"/>
                  </a:lnTo>
                  <a:lnTo>
                    <a:pt x="2133256" y="3254319"/>
                  </a:lnTo>
                  <a:lnTo>
                    <a:pt x="2083404" y="3295461"/>
                  </a:lnTo>
                  <a:lnTo>
                    <a:pt x="2033977" y="3335452"/>
                  </a:lnTo>
                  <a:lnTo>
                    <a:pt x="1985103" y="3373848"/>
                  </a:lnTo>
                  <a:lnTo>
                    <a:pt x="1936835" y="3410283"/>
                  </a:lnTo>
                  <a:lnTo>
                    <a:pt x="1889144" y="3444481"/>
                  </a:lnTo>
                  <a:lnTo>
                    <a:pt x="1841897" y="3476259"/>
                  </a:lnTo>
                  <a:lnTo>
                    <a:pt x="1794850" y="3505527"/>
                  </a:lnTo>
                  <a:lnTo>
                    <a:pt x="1747632" y="3532281"/>
                  </a:lnTo>
                  <a:lnTo>
                    <a:pt x="1719082" y="3547114"/>
                  </a:lnTo>
                  <a:lnTo>
                    <a:pt x="1670919" y="3569769"/>
                  </a:lnTo>
                  <a:lnTo>
                    <a:pt x="1621032" y="3590062"/>
                  </a:lnTo>
                  <a:lnTo>
                    <a:pt x="1568580" y="3608124"/>
                  </a:lnTo>
                  <a:lnTo>
                    <a:pt x="1512627" y="3624172"/>
                  </a:lnTo>
                  <a:lnTo>
                    <a:pt x="1452223" y="3638447"/>
                  </a:lnTo>
                  <a:lnTo>
                    <a:pt x="1386504" y="3651176"/>
                  </a:lnTo>
                  <a:lnTo>
                    <a:pt x="1314798" y="3662555"/>
                  </a:lnTo>
                  <a:lnTo>
                    <a:pt x="1236784" y="3672738"/>
                  </a:lnTo>
                  <a:lnTo>
                    <a:pt x="1152702" y="3681832"/>
                  </a:lnTo>
                  <a:lnTo>
                    <a:pt x="1063576" y="3689898"/>
                  </a:lnTo>
                  <a:lnTo>
                    <a:pt x="971437" y="3696953"/>
                  </a:lnTo>
                  <a:lnTo>
                    <a:pt x="879416" y="3702984"/>
                  </a:lnTo>
                  <a:lnTo>
                    <a:pt x="791607" y="3707965"/>
                  </a:lnTo>
                  <a:lnTo>
                    <a:pt x="712582" y="3711884"/>
                  </a:lnTo>
                  <a:lnTo>
                    <a:pt x="646584" y="3714772"/>
                  </a:lnTo>
                  <a:lnTo>
                    <a:pt x="596575" y="3716716"/>
                  </a:lnTo>
                  <a:lnTo>
                    <a:pt x="563445" y="3717867"/>
                  </a:lnTo>
                  <a:lnTo>
                    <a:pt x="545657" y="3718423"/>
                  </a:lnTo>
                  <a:lnTo>
                    <a:pt x="539357" y="3718600"/>
                  </a:lnTo>
                  <a:lnTo>
                    <a:pt x="538736" y="3718616"/>
                  </a:lnTo>
                  <a:lnTo>
                    <a:pt x="0" y="3718616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899" name="pl1899"/>
            <p:cNvSpPr/>
            <p:nvPr/>
          </p:nvSpPr>
          <p:spPr>
            <a:xfrm>
              <a:off x="546595" y="1942810"/>
              <a:ext cx="8234974" cy="3718616"/>
            </a:xfrm>
            <a:custGeom>
              <a:avLst/>
              <a:pathLst>
                <a:path w="8234974" h="3718616">
                  <a:moveTo>
                    <a:pt x="0" y="3718616"/>
                  </a:moveTo>
                  <a:lnTo>
                    <a:pt x="538736" y="3718616"/>
                  </a:lnTo>
                  <a:lnTo>
                    <a:pt x="540019" y="3718583"/>
                  </a:lnTo>
                  <a:lnTo>
                    <a:pt x="548392" y="3718341"/>
                  </a:lnTo>
                  <a:lnTo>
                    <a:pt x="569275" y="3717674"/>
                  </a:lnTo>
                  <a:lnTo>
                    <a:pt x="606042" y="3716365"/>
                  </a:lnTo>
                  <a:lnTo>
                    <a:pt x="659696" y="3714226"/>
                  </a:lnTo>
                  <a:lnTo>
                    <a:pt x="728848" y="3711119"/>
                  </a:lnTo>
                  <a:lnTo>
                    <a:pt x="810178" y="3706968"/>
                  </a:lnTo>
                  <a:lnTo>
                    <a:pt x="899290" y="3701756"/>
                  </a:lnTo>
                  <a:lnTo>
                    <a:pt x="991657" y="3695500"/>
                  </a:lnTo>
                  <a:lnTo>
                    <a:pt x="1083368" y="3688224"/>
                  </a:lnTo>
                  <a:lnTo>
                    <a:pt x="1171529" y="3679936"/>
                  </a:lnTo>
                  <a:lnTo>
                    <a:pt x="1254344" y="3670611"/>
                  </a:lnTo>
                  <a:lnTo>
                    <a:pt x="1330979" y="3660178"/>
                  </a:lnTo>
                  <a:lnTo>
                    <a:pt x="1401337" y="3648520"/>
                  </a:lnTo>
                  <a:lnTo>
                    <a:pt x="1465830" y="3635471"/>
                  </a:lnTo>
                  <a:lnTo>
                    <a:pt x="1525184" y="3620830"/>
                  </a:lnTo>
                  <a:lnTo>
                    <a:pt x="1580291" y="3604362"/>
                  </a:lnTo>
                  <a:lnTo>
                    <a:pt x="1632105" y="3585831"/>
                  </a:lnTo>
                  <a:lnTo>
                    <a:pt x="1681549" y="3565029"/>
                  </a:lnTo>
                  <a:lnTo>
                    <a:pt x="1719082" y="3547114"/>
                  </a:lnTo>
                  <a:lnTo>
                    <a:pt x="1766642" y="3521838"/>
                  </a:lnTo>
                  <a:lnTo>
                    <a:pt x="1813738" y="3494079"/>
                  </a:lnTo>
                  <a:lnTo>
                    <a:pt x="1860828" y="3463797"/>
                  </a:lnTo>
                  <a:lnTo>
                    <a:pt x="1908230" y="3431032"/>
                  </a:lnTo>
                  <a:lnTo>
                    <a:pt x="1956143" y="3395909"/>
                  </a:lnTo>
                  <a:lnTo>
                    <a:pt x="2004656" y="3358648"/>
                  </a:lnTo>
                  <a:lnTo>
                    <a:pt x="2053763" y="3319563"/>
                  </a:lnTo>
                  <a:lnTo>
                    <a:pt x="2103379" y="3279052"/>
                  </a:lnTo>
                  <a:lnTo>
                    <a:pt x="2153354" y="3237587"/>
                  </a:lnTo>
                  <a:lnTo>
                    <a:pt x="2203498" y="3195687"/>
                  </a:lnTo>
                  <a:lnTo>
                    <a:pt x="2253599" y="3153897"/>
                  </a:lnTo>
                  <a:lnTo>
                    <a:pt x="2303451" y="3112755"/>
                  </a:lnTo>
                  <a:lnTo>
                    <a:pt x="2352877" y="3072763"/>
                  </a:lnTo>
                  <a:lnTo>
                    <a:pt x="2401752" y="3034367"/>
                  </a:lnTo>
                  <a:lnTo>
                    <a:pt x="2450019" y="2997933"/>
                  </a:lnTo>
                  <a:lnTo>
                    <a:pt x="2497711" y="2963735"/>
                  </a:lnTo>
                  <a:lnTo>
                    <a:pt x="2544958" y="2931957"/>
                  </a:lnTo>
                  <a:lnTo>
                    <a:pt x="2592004" y="2902688"/>
                  </a:lnTo>
                  <a:lnTo>
                    <a:pt x="2639223" y="2875935"/>
                  </a:lnTo>
                  <a:lnTo>
                    <a:pt x="2667772" y="2861102"/>
                  </a:lnTo>
                  <a:lnTo>
                    <a:pt x="2715936" y="2838446"/>
                  </a:lnTo>
                  <a:lnTo>
                    <a:pt x="2765823" y="2818154"/>
                  </a:lnTo>
                  <a:lnTo>
                    <a:pt x="2818274" y="2800092"/>
                  </a:lnTo>
                  <a:lnTo>
                    <a:pt x="2874228" y="2784044"/>
                  </a:lnTo>
                  <a:lnTo>
                    <a:pt x="2934631" y="2769769"/>
                  </a:lnTo>
                  <a:lnTo>
                    <a:pt x="3000350" y="2757040"/>
                  </a:lnTo>
                  <a:lnTo>
                    <a:pt x="3072057" y="2745661"/>
                  </a:lnTo>
                  <a:lnTo>
                    <a:pt x="3150070" y="2735478"/>
                  </a:lnTo>
                  <a:lnTo>
                    <a:pt x="3234153" y="2726384"/>
                  </a:lnTo>
                  <a:lnTo>
                    <a:pt x="3323279" y="2718318"/>
                  </a:lnTo>
                  <a:lnTo>
                    <a:pt x="3415418" y="2711263"/>
                  </a:lnTo>
                  <a:lnTo>
                    <a:pt x="3507438" y="2705232"/>
                  </a:lnTo>
                  <a:lnTo>
                    <a:pt x="3595248" y="2700251"/>
                  </a:lnTo>
                  <a:lnTo>
                    <a:pt x="3674273" y="2696332"/>
                  </a:lnTo>
                  <a:lnTo>
                    <a:pt x="3740271" y="2693444"/>
                  </a:lnTo>
                  <a:lnTo>
                    <a:pt x="3790280" y="2691500"/>
                  </a:lnTo>
                  <a:lnTo>
                    <a:pt x="3823409" y="2690348"/>
                  </a:lnTo>
                  <a:lnTo>
                    <a:pt x="3841198" y="2689793"/>
                  </a:lnTo>
                  <a:lnTo>
                    <a:pt x="3847497" y="2689615"/>
                  </a:lnTo>
                  <a:lnTo>
                    <a:pt x="3848118" y="2689599"/>
                  </a:lnTo>
                  <a:lnTo>
                    <a:pt x="4386855" y="2689599"/>
                  </a:lnTo>
                  <a:lnTo>
                    <a:pt x="4388035" y="2689518"/>
                  </a:lnTo>
                  <a:lnTo>
                    <a:pt x="4395752" y="2688940"/>
                  </a:lnTo>
                  <a:lnTo>
                    <a:pt x="4415056" y="2687341"/>
                  </a:lnTo>
                  <a:lnTo>
                    <a:pt x="4449190" y="2684200"/>
                  </a:lnTo>
                  <a:lnTo>
                    <a:pt x="4499298" y="2679055"/>
                  </a:lnTo>
                  <a:lnTo>
                    <a:pt x="4564364" y="2671557"/>
                  </a:lnTo>
                  <a:lnTo>
                    <a:pt x="4641563" y="2661504"/>
                  </a:lnTo>
                  <a:lnTo>
                    <a:pt x="4726968" y="2648830"/>
                  </a:lnTo>
                  <a:lnTo>
                    <a:pt x="4816375" y="2633562"/>
                  </a:lnTo>
                  <a:lnTo>
                    <a:pt x="4906009" y="2615764"/>
                  </a:lnTo>
                  <a:lnTo>
                    <a:pt x="4992945" y="2595469"/>
                  </a:lnTo>
                  <a:lnTo>
                    <a:pt x="5075245" y="2572644"/>
                  </a:lnTo>
                  <a:lnTo>
                    <a:pt x="5151879" y="2547156"/>
                  </a:lnTo>
                  <a:lnTo>
                    <a:pt x="5222548" y="2518761"/>
                  </a:lnTo>
                  <a:lnTo>
                    <a:pt x="5287478" y="2487107"/>
                  </a:lnTo>
                  <a:lnTo>
                    <a:pt x="5347237" y="2451743"/>
                  </a:lnTo>
                  <a:lnTo>
                    <a:pt x="5402594" y="2412134"/>
                  </a:lnTo>
                  <a:lnTo>
                    <a:pt x="5454408" y="2367705"/>
                  </a:lnTo>
                  <a:lnTo>
                    <a:pt x="5503551" y="2317909"/>
                  </a:lnTo>
                  <a:lnTo>
                    <a:pt x="5550832" y="2262343"/>
                  </a:lnTo>
                  <a:lnTo>
                    <a:pt x="5567201" y="2241333"/>
                  </a:lnTo>
                  <a:lnTo>
                    <a:pt x="5603395" y="2191729"/>
                  </a:lnTo>
                  <a:lnTo>
                    <a:pt x="5639247" y="2138406"/>
                  </a:lnTo>
                  <a:lnTo>
                    <a:pt x="5674982" y="2081288"/>
                  </a:lnTo>
                  <a:lnTo>
                    <a:pt x="5710776" y="2020365"/>
                  </a:lnTo>
                  <a:lnTo>
                    <a:pt x="5746758" y="1955695"/>
                  </a:lnTo>
                  <a:lnTo>
                    <a:pt x="5783020" y="1887415"/>
                  </a:lnTo>
                  <a:lnTo>
                    <a:pt x="5819613" y="1815740"/>
                  </a:lnTo>
                  <a:lnTo>
                    <a:pt x="5856560" y="1740971"/>
                  </a:lnTo>
                  <a:lnTo>
                    <a:pt x="5893849" y="1663488"/>
                  </a:lnTo>
                  <a:lnTo>
                    <a:pt x="5931443" y="1583744"/>
                  </a:lnTo>
                  <a:lnTo>
                    <a:pt x="5969285" y="1502260"/>
                  </a:lnTo>
                  <a:lnTo>
                    <a:pt x="6007297" y="1419606"/>
                  </a:lnTo>
                  <a:lnTo>
                    <a:pt x="6045393" y="1336391"/>
                  </a:lnTo>
                  <a:lnTo>
                    <a:pt x="6083480" y="1253239"/>
                  </a:lnTo>
                  <a:lnTo>
                    <a:pt x="6121465" y="1170774"/>
                  </a:lnTo>
                  <a:lnTo>
                    <a:pt x="6159262" y="1089596"/>
                  </a:lnTo>
                  <a:lnTo>
                    <a:pt x="6196799" y="1010269"/>
                  </a:lnTo>
                  <a:lnTo>
                    <a:pt x="6234021" y="933299"/>
                  </a:lnTo>
                  <a:lnTo>
                    <a:pt x="6270896" y="859127"/>
                  </a:lnTo>
                  <a:lnTo>
                    <a:pt x="6307420" y="788116"/>
                  </a:lnTo>
                  <a:lnTo>
                    <a:pt x="6343620" y="720550"/>
                  </a:lnTo>
                  <a:lnTo>
                    <a:pt x="6379555" y="656628"/>
                  </a:lnTo>
                  <a:lnTo>
                    <a:pt x="6415325" y="596471"/>
                  </a:lnTo>
                  <a:lnTo>
                    <a:pt x="6451069" y="540123"/>
                  </a:lnTo>
                  <a:lnTo>
                    <a:pt x="6486970" y="487559"/>
                  </a:lnTo>
                  <a:lnTo>
                    <a:pt x="6515891" y="448266"/>
                  </a:lnTo>
                  <a:lnTo>
                    <a:pt x="6562683" y="390626"/>
                  </a:lnTo>
                  <a:lnTo>
                    <a:pt x="6611083" y="338827"/>
                  </a:lnTo>
                  <a:lnTo>
                    <a:pt x="6661856" y="292562"/>
                  </a:lnTo>
                  <a:lnTo>
                    <a:pt x="6715862" y="251319"/>
                  </a:lnTo>
                  <a:lnTo>
                    <a:pt x="6773974" y="214521"/>
                  </a:lnTo>
                  <a:lnTo>
                    <a:pt x="6837001" y="181614"/>
                  </a:lnTo>
                  <a:lnTo>
                    <a:pt x="6905598" y="152115"/>
                  </a:lnTo>
                  <a:lnTo>
                    <a:pt x="6980130" y="125634"/>
                  </a:lnTo>
                  <a:lnTo>
                    <a:pt x="7060506" y="101890"/>
                  </a:lnTo>
                  <a:lnTo>
                    <a:pt x="7145978" y="80711"/>
                  </a:lnTo>
                  <a:lnTo>
                    <a:pt x="7234944" y="62031"/>
                  </a:lnTo>
                  <a:lnTo>
                    <a:pt x="7324824" y="45864"/>
                  </a:lnTo>
                  <a:lnTo>
                    <a:pt x="7412111" y="32268"/>
                  </a:lnTo>
                  <a:lnTo>
                    <a:pt x="7492686" y="21291"/>
                  </a:lnTo>
                  <a:lnTo>
                    <a:pt x="7562430" y="12907"/>
                  </a:lnTo>
                  <a:lnTo>
                    <a:pt x="7618037" y="6965"/>
                  </a:lnTo>
                  <a:lnTo>
                    <a:pt x="7657791" y="3165"/>
                  </a:lnTo>
                  <a:lnTo>
                    <a:pt x="7682061" y="1079"/>
                  </a:lnTo>
                  <a:lnTo>
                    <a:pt x="7693376" y="201"/>
                  </a:lnTo>
                  <a:lnTo>
                    <a:pt x="7696183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0" name="pl1900"/>
            <p:cNvSpPr/>
            <p:nvPr/>
          </p:nvSpPr>
          <p:spPr>
            <a:xfrm>
              <a:off x="546595" y="1937365"/>
              <a:ext cx="8234974" cy="3718616"/>
            </a:xfrm>
            <a:custGeom>
              <a:avLst/>
              <a:pathLst>
                <a:path w="8234974" h="3718616">
                  <a:moveTo>
                    <a:pt x="8234974" y="0"/>
                  </a:moveTo>
                  <a:lnTo>
                    <a:pt x="7696237" y="0"/>
                  </a:lnTo>
                  <a:lnTo>
                    <a:pt x="7695057" y="80"/>
                  </a:lnTo>
                  <a:lnTo>
                    <a:pt x="7687341" y="659"/>
                  </a:lnTo>
                  <a:lnTo>
                    <a:pt x="7668037" y="2258"/>
                  </a:lnTo>
                  <a:lnTo>
                    <a:pt x="7633903" y="5399"/>
                  </a:lnTo>
                  <a:lnTo>
                    <a:pt x="7583795" y="10544"/>
                  </a:lnTo>
                  <a:lnTo>
                    <a:pt x="7518729" y="18042"/>
                  </a:lnTo>
                  <a:lnTo>
                    <a:pt x="7441529" y="28095"/>
                  </a:lnTo>
                  <a:lnTo>
                    <a:pt x="7356125" y="40769"/>
                  </a:lnTo>
                  <a:lnTo>
                    <a:pt x="7266718" y="56037"/>
                  </a:lnTo>
                  <a:lnTo>
                    <a:pt x="7177084" y="73835"/>
                  </a:lnTo>
                  <a:lnTo>
                    <a:pt x="7090147" y="94130"/>
                  </a:lnTo>
                  <a:lnTo>
                    <a:pt x="7007847" y="116954"/>
                  </a:lnTo>
                  <a:lnTo>
                    <a:pt x="6931213" y="142443"/>
                  </a:lnTo>
                  <a:lnTo>
                    <a:pt x="6860544" y="170838"/>
                  </a:lnTo>
                  <a:lnTo>
                    <a:pt x="6795614" y="202491"/>
                  </a:lnTo>
                  <a:lnTo>
                    <a:pt x="6735855" y="237856"/>
                  </a:lnTo>
                  <a:lnTo>
                    <a:pt x="6680499" y="277465"/>
                  </a:lnTo>
                  <a:lnTo>
                    <a:pt x="6628685" y="321894"/>
                  </a:lnTo>
                  <a:lnTo>
                    <a:pt x="6579542" y="371690"/>
                  </a:lnTo>
                  <a:lnTo>
                    <a:pt x="6532261" y="427256"/>
                  </a:lnTo>
                  <a:lnTo>
                    <a:pt x="6515891" y="448266"/>
                  </a:lnTo>
                  <a:lnTo>
                    <a:pt x="6479698" y="497870"/>
                  </a:lnTo>
                  <a:lnTo>
                    <a:pt x="6443846" y="551193"/>
                  </a:lnTo>
                  <a:lnTo>
                    <a:pt x="6408110" y="608310"/>
                  </a:lnTo>
                  <a:lnTo>
                    <a:pt x="6372317" y="669234"/>
                  </a:lnTo>
                  <a:lnTo>
                    <a:pt x="6336334" y="733903"/>
                  </a:lnTo>
                  <a:lnTo>
                    <a:pt x="6300073" y="802184"/>
                  </a:lnTo>
                  <a:lnTo>
                    <a:pt x="6263479" y="873859"/>
                  </a:lnTo>
                  <a:lnTo>
                    <a:pt x="6226533" y="948627"/>
                  </a:lnTo>
                  <a:lnTo>
                    <a:pt x="6189244" y="1026111"/>
                  </a:lnTo>
                  <a:lnTo>
                    <a:pt x="6151649" y="1105855"/>
                  </a:lnTo>
                  <a:lnTo>
                    <a:pt x="6113808" y="1187339"/>
                  </a:lnTo>
                  <a:lnTo>
                    <a:pt x="6075795" y="1269993"/>
                  </a:lnTo>
                  <a:lnTo>
                    <a:pt x="6037699" y="1353208"/>
                  </a:lnTo>
                  <a:lnTo>
                    <a:pt x="5999612" y="1436360"/>
                  </a:lnTo>
                  <a:lnTo>
                    <a:pt x="5961628" y="1518825"/>
                  </a:lnTo>
                  <a:lnTo>
                    <a:pt x="5923830" y="1600003"/>
                  </a:lnTo>
                  <a:lnTo>
                    <a:pt x="5886294" y="1679330"/>
                  </a:lnTo>
                  <a:lnTo>
                    <a:pt x="5849072" y="1756300"/>
                  </a:lnTo>
                  <a:lnTo>
                    <a:pt x="5812197" y="1830472"/>
                  </a:lnTo>
                  <a:lnTo>
                    <a:pt x="5775673" y="1901483"/>
                  </a:lnTo>
                  <a:lnTo>
                    <a:pt x="5739473" y="1969049"/>
                  </a:lnTo>
                  <a:lnTo>
                    <a:pt x="5703537" y="2032971"/>
                  </a:lnTo>
                  <a:lnTo>
                    <a:pt x="5667767" y="2093128"/>
                  </a:lnTo>
                  <a:lnTo>
                    <a:pt x="5632024" y="2149476"/>
                  </a:lnTo>
                  <a:lnTo>
                    <a:pt x="5596123" y="2202040"/>
                  </a:lnTo>
                  <a:lnTo>
                    <a:pt x="5567201" y="2241333"/>
                  </a:lnTo>
                  <a:lnTo>
                    <a:pt x="5520409" y="2298973"/>
                  </a:lnTo>
                  <a:lnTo>
                    <a:pt x="5472010" y="2350772"/>
                  </a:lnTo>
                  <a:lnTo>
                    <a:pt x="5421236" y="2397037"/>
                  </a:lnTo>
                  <a:lnTo>
                    <a:pt x="5367230" y="2438280"/>
                  </a:lnTo>
                  <a:lnTo>
                    <a:pt x="5309119" y="2475078"/>
                  </a:lnTo>
                  <a:lnTo>
                    <a:pt x="5246091" y="2507985"/>
                  </a:lnTo>
                  <a:lnTo>
                    <a:pt x="5177495" y="2537484"/>
                  </a:lnTo>
                  <a:lnTo>
                    <a:pt x="5102962" y="2563965"/>
                  </a:lnTo>
                  <a:lnTo>
                    <a:pt x="5022586" y="2587709"/>
                  </a:lnTo>
                  <a:lnTo>
                    <a:pt x="4937114" y="2608887"/>
                  </a:lnTo>
                  <a:lnTo>
                    <a:pt x="4848148" y="2627568"/>
                  </a:lnTo>
                  <a:lnTo>
                    <a:pt x="4758268" y="2643735"/>
                  </a:lnTo>
                  <a:lnTo>
                    <a:pt x="4670981" y="2657331"/>
                  </a:lnTo>
                  <a:lnTo>
                    <a:pt x="4590406" y="2668308"/>
                  </a:lnTo>
                  <a:lnTo>
                    <a:pt x="4520662" y="2676692"/>
                  </a:lnTo>
                  <a:lnTo>
                    <a:pt x="4465055" y="2682634"/>
                  </a:lnTo>
                  <a:lnTo>
                    <a:pt x="4425302" y="2686434"/>
                  </a:lnTo>
                  <a:lnTo>
                    <a:pt x="4401032" y="2688520"/>
                  </a:lnTo>
                  <a:lnTo>
                    <a:pt x="4389717" y="2689398"/>
                  </a:lnTo>
                  <a:lnTo>
                    <a:pt x="4386909" y="2689596"/>
                  </a:lnTo>
                  <a:lnTo>
                    <a:pt x="4386855" y="2689599"/>
                  </a:lnTo>
                  <a:lnTo>
                    <a:pt x="3848118" y="2689599"/>
                  </a:lnTo>
                  <a:lnTo>
                    <a:pt x="3846835" y="2689633"/>
                  </a:lnTo>
                  <a:lnTo>
                    <a:pt x="3838463" y="2689874"/>
                  </a:lnTo>
                  <a:lnTo>
                    <a:pt x="3817580" y="2690541"/>
                  </a:lnTo>
                  <a:lnTo>
                    <a:pt x="3780813" y="2691850"/>
                  </a:lnTo>
                  <a:lnTo>
                    <a:pt x="3727158" y="2693990"/>
                  </a:lnTo>
                  <a:lnTo>
                    <a:pt x="3658006" y="2697097"/>
                  </a:lnTo>
                  <a:lnTo>
                    <a:pt x="3576676" y="2701247"/>
                  </a:lnTo>
                  <a:lnTo>
                    <a:pt x="3487564" y="2706459"/>
                  </a:lnTo>
                  <a:lnTo>
                    <a:pt x="3395197" y="2712716"/>
                  </a:lnTo>
                  <a:lnTo>
                    <a:pt x="3303486" y="2719992"/>
                  </a:lnTo>
                  <a:lnTo>
                    <a:pt x="3215325" y="2728279"/>
                  </a:lnTo>
                  <a:lnTo>
                    <a:pt x="3132510" y="2737604"/>
                  </a:lnTo>
                  <a:lnTo>
                    <a:pt x="3055876" y="2748037"/>
                  </a:lnTo>
                  <a:lnTo>
                    <a:pt x="2985518" y="2759696"/>
                  </a:lnTo>
                  <a:lnTo>
                    <a:pt x="2921025" y="2772744"/>
                  </a:lnTo>
                  <a:lnTo>
                    <a:pt x="2861671" y="2787386"/>
                  </a:lnTo>
                  <a:lnTo>
                    <a:pt x="2806563" y="2803853"/>
                  </a:lnTo>
                  <a:lnTo>
                    <a:pt x="2754749" y="2822385"/>
                  </a:lnTo>
                  <a:lnTo>
                    <a:pt x="2705305" y="2843187"/>
                  </a:lnTo>
                  <a:lnTo>
                    <a:pt x="2667772" y="2861102"/>
                  </a:lnTo>
                  <a:lnTo>
                    <a:pt x="2620213" y="2886378"/>
                  </a:lnTo>
                  <a:lnTo>
                    <a:pt x="2573117" y="2914137"/>
                  </a:lnTo>
                  <a:lnTo>
                    <a:pt x="2526027" y="2944419"/>
                  </a:lnTo>
                  <a:lnTo>
                    <a:pt x="2478624" y="2977184"/>
                  </a:lnTo>
                  <a:lnTo>
                    <a:pt x="2430711" y="3012307"/>
                  </a:lnTo>
                  <a:lnTo>
                    <a:pt x="2382198" y="3049568"/>
                  </a:lnTo>
                  <a:lnTo>
                    <a:pt x="2333091" y="3088653"/>
                  </a:lnTo>
                  <a:lnTo>
                    <a:pt x="2283476" y="3129164"/>
                  </a:lnTo>
                  <a:lnTo>
                    <a:pt x="2233500" y="3170629"/>
                  </a:lnTo>
                  <a:lnTo>
                    <a:pt x="2183357" y="3212529"/>
                  </a:lnTo>
                  <a:lnTo>
                    <a:pt x="2133256" y="3254319"/>
                  </a:lnTo>
                  <a:lnTo>
                    <a:pt x="2083404" y="3295461"/>
                  </a:lnTo>
                  <a:lnTo>
                    <a:pt x="2033977" y="3335452"/>
                  </a:lnTo>
                  <a:lnTo>
                    <a:pt x="1985103" y="3373848"/>
                  </a:lnTo>
                  <a:lnTo>
                    <a:pt x="1936835" y="3410283"/>
                  </a:lnTo>
                  <a:lnTo>
                    <a:pt x="1889144" y="3444481"/>
                  </a:lnTo>
                  <a:lnTo>
                    <a:pt x="1841897" y="3476259"/>
                  </a:lnTo>
                  <a:lnTo>
                    <a:pt x="1794850" y="3505527"/>
                  </a:lnTo>
                  <a:lnTo>
                    <a:pt x="1747632" y="3532281"/>
                  </a:lnTo>
                  <a:lnTo>
                    <a:pt x="1719082" y="3547114"/>
                  </a:lnTo>
                  <a:lnTo>
                    <a:pt x="1670919" y="3569769"/>
                  </a:lnTo>
                  <a:lnTo>
                    <a:pt x="1621032" y="3590062"/>
                  </a:lnTo>
                  <a:lnTo>
                    <a:pt x="1568580" y="3608124"/>
                  </a:lnTo>
                  <a:lnTo>
                    <a:pt x="1512627" y="3624172"/>
                  </a:lnTo>
                  <a:lnTo>
                    <a:pt x="1452223" y="3638447"/>
                  </a:lnTo>
                  <a:lnTo>
                    <a:pt x="1386504" y="3651176"/>
                  </a:lnTo>
                  <a:lnTo>
                    <a:pt x="1314798" y="3662555"/>
                  </a:lnTo>
                  <a:lnTo>
                    <a:pt x="1236784" y="3672738"/>
                  </a:lnTo>
                  <a:lnTo>
                    <a:pt x="1152702" y="3681832"/>
                  </a:lnTo>
                  <a:lnTo>
                    <a:pt x="1063576" y="3689898"/>
                  </a:lnTo>
                  <a:lnTo>
                    <a:pt x="971437" y="3696953"/>
                  </a:lnTo>
                  <a:lnTo>
                    <a:pt x="879416" y="3702984"/>
                  </a:lnTo>
                  <a:lnTo>
                    <a:pt x="791607" y="3707965"/>
                  </a:lnTo>
                  <a:lnTo>
                    <a:pt x="712582" y="3711884"/>
                  </a:lnTo>
                  <a:lnTo>
                    <a:pt x="646584" y="3714772"/>
                  </a:lnTo>
                  <a:lnTo>
                    <a:pt x="596575" y="3716716"/>
                  </a:lnTo>
                  <a:lnTo>
                    <a:pt x="563445" y="3717867"/>
                  </a:lnTo>
                  <a:lnTo>
                    <a:pt x="545657" y="3718423"/>
                  </a:lnTo>
                  <a:lnTo>
                    <a:pt x="539357" y="3718600"/>
                  </a:lnTo>
                  <a:lnTo>
                    <a:pt x="538736" y="3718616"/>
                  </a:lnTo>
                  <a:lnTo>
                    <a:pt x="0" y="37186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1" name="pg1901"/>
            <p:cNvSpPr/>
            <p:nvPr/>
          </p:nvSpPr>
          <p:spPr>
            <a:xfrm>
              <a:off x="546595" y="3919176"/>
              <a:ext cx="8234974" cy="1736806"/>
            </a:xfrm>
            <a:custGeom>
              <a:avLst/>
              <a:pathLst>
                <a:path w="8234974" h="1736806">
                  <a:moveTo>
                    <a:pt x="0" y="1736806"/>
                  </a:moveTo>
                  <a:lnTo>
                    <a:pt x="538736" y="1736806"/>
                  </a:lnTo>
                  <a:lnTo>
                    <a:pt x="539985" y="1736751"/>
                  </a:lnTo>
                  <a:lnTo>
                    <a:pt x="548140" y="1736357"/>
                  </a:lnTo>
                  <a:lnTo>
                    <a:pt x="568499" y="1735269"/>
                  </a:lnTo>
                  <a:lnTo>
                    <a:pt x="604396" y="1733134"/>
                  </a:lnTo>
                  <a:lnTo>
                    <a:pt x="656882" y="1729641"/>
                  </a:lnTo>
                  <a:lnTo>
                    <a:pt x="724695" y="1724562"/>
                  </a:lnTo>
                  <a:lnTo>
                    <a:pt x="804682" y="1717769"/>
                  </a:lnTo>
                  <a:lnTo>
                    <a:pt x="892598" y="1709228"/>
                  </a:lnTo>
                  <a:lnTo>
                    <a:pt x="984022" y="1698964"/>
                  </a:lnTo>
                  <a:lnTo>
                    <a:pt x="1075081" y="1687018"/>
                  </a:lnTo>
                  <a:lnTo>
                    <a:pt x="1162869" y="1673408"/>
                  </a:lnTo>
                  <a:lnTo>
                    <a:pt x="1245537" y="1658097"/>
                  </a:lnTo>
                  <a:lnTo>
                    <a:pt x="1322188" y="1640977"/>
                  </a:lnTo>
                  <a:lnTo>
                    <a:pt x="1392656" y="1621867"/>
                  </a:lnTo>
                  <a:lnTo>
                    <a:pt x="1457293" y="1600508"/>
                  </a:lnTo>
                  <a:lnTo>
                    <a:pt x="1516774" y="1576574"/>
                  </a:lnTo>
                  <a:lnTo>
                    <a:pt x="1571952" y="1549692"/>
                  </a:lnTo>
                  <a:lnTo>
                    <a:pt x="1623751" y="1519469"/>
                  </a:lnTo>
                  <a:lnTo>
                    <a:pt x="1673078" y="1485557"/>
                  </a:lnTo>
                  <a:lnTo>
                    <a:pt x="1719082" y="1449153"/>
                  </a:lnTo>
                  <a:lnTo>
                    <a:pt x="1761255" y="1411798"/>
                  </a:lnTo>
                  <a:lnTo>
                    <a:pt x="1803018" y="1371185"/>
                  </a:lnTo>
                  <a:lnTo>
                    <a:pt x="1844706" y="1327251"/>
                  </a:lnTo>
                  <a:lnTo>
                    <a:pt x="1886567" y="1280014"/>
                  </a:lnTo>
                  <a:lnTo>
                    <a:pt x="1928771" y="1229581"/>
                  </a:lnTo>
                  <a:lnTo>
                    <a:pt x="1971417" y="1176150"/>
                  </a:lnTo>
                  <a:lnTo>
                    <a:pt x="2014541" y="1120019"/>
                  </a:lnTo>
                  <a:lnTo>
                    <a:pt x="2058124" y="1061582"/>
                  </a:lnTo>
                  <a:lnTo>
                    <a:pt x="2102098" y="1001317"/>
                  </a:lnTo>
                  <a:lnTo>
                    <a:pt x="2146359" y="939778"/>
                  </a:lnTo>
                  <a:lnTo>
                    <a:pt x="2190775" y="877567"/>
                  </a:lnTo>
                  <a:lnTo>
                    <a:pt x="2235200" y="815318"/>
                  </a:lnTo>
                  <a:lnTo>
                    <a:pt x="2279487" y="753666"/>
                  </a:lnTo>
                  <a:lnTo>
                    <a:pt x="2323502" y="693219"/>
                  </a:lnTo>
                  <a:lnTo>
                    <a:pt x="2367136" y="634537"/>
                  </a:lnTo>
                  <a:lnTo>
                    <a:pt x="2410317" y="578109"/>
                  </a:lnTo>
                  <a:lnTo>
                    <a:pt x="2453019" y="524338"/>
                  </a:lnTo>
                  <a:lnTo>
                    <a:pt x="2495271" y="473534"/>
                  </a:lnTo>
                  <a:lnTo>
                    <a:pt x="2537166" y="425909"/>
                  </a:lnTo>
                  <a:lnTo>
                    <a:pt x="2578864" y="381578"/>
                  </a:lnTo>
                  <a:lnTo>
                    <a:pt x="2620601" y="340570"/>
                  </a:lnTo>
                  <a:lnTo>
                    <a:pt x="2662704" y="302832"/>
                  </a:lnTo>
                  <a:lnTo>
                    <a:pt x="2667772" y="298541"/>
                  </a:lnTo>
                  <a:lnTo>
                    <a:pt x="2715488" y="260872"/>
                  </a:lnTo>
                  <a:lnTo>
                    <a:pt x="2764889" y="227095"/>
                  </a:lnTo>
                  <a:lnTo>
                    <a:pt x="2816791" y="196997"/>
                  </a:lnTo>
                  <a:lnTo>
                    <a:pt x="2872105" y="170226"/>
                  </a:lnTo>
                  <a:lnTo>
                    <a:pt x="2931755" y="146389"/>
                  </a:lnTo>
                  <a:lnTo>
                    <a:pt x="2996589" y="125115"/>
                  </a:lnTo>
                  <a:lnTo>
                    <a:pt x="3067272" y="106079"/>
                  </a:lnTo>
                  <a:lnTo>
                    <a:pt x="3144141" y="89026"/>
                  </a:lnTo>
                  <a:lnTo>
                    <a:pt x="3227012" y="73776"/>
                  </a:lnTo>
                  <a:lnTo>
                    <a:pt x="3314952" y="60225"/>
                  </a:lnTo>
                  <a:lnTo>
                    <a:pt x="3406081" y="48338"/>
                  </a:lnTo>
                  <a:lnTo>
                    <a:pt x="3497451" y="38135"/>
                  </a:lnTo>
                  <a:lnTo>
                    <a:pt x="3585164" y="29655"/>
                  </a:lnTo>
                  <a:lnTo>
                    <a:pt x="3664788" y="22924"/>
                  </a:lnTo>
                  <a:lnTo>
                    <a:pt x="3732104" y="17904"/>
                  </a:lnTo>
                  <a:lnTo>
                    <a:pt x="3784012" y="14463"/>
                  </a:lnTo>
                  <a:lnTo>
                    <a:pt x="3819327" y="12371"/>
                  </a:lnTo>
                  <a:lnTo>
                    <a:pt x="3839185" y="11313"/>
                  </a:lnTo>
                  <a:lnTo>
                    <a:pt x="3846995" y="10938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53" y="10905"/>
                  </a:lnTo>
                  <a:lnTo>
                    <a:pt x="4396621" y="11026"/>
                  </a:lnTo>
                  <a:lnTo>
                    <a:pt x="4417733" y="11358"/>
                  </a:lnTo>
                  <a:lnTo>
                    <a:pt x="4454879" y="12009"/>
                  </a:lnTo>
                  <a:lnTo>
                    <a:pt x="4509041" y="13074"/>
                  </a:lnTo>
                  <a:lnTo>
                    <a:pt x="4578773" y="14620"/>
                  </a:lnTo>
                  <a:lnTo>
                    <a:pt x="4660682" y="16684"/>
                  </a:lnTo>
                  <a:lnTo>
                    <a:pt x="4750306" y="19274"/>
                  </a:lnTo>
                  <a:lnTo>
                    <a:pt x="4843073" y="22382"/>
                  </a:lnTo>
                  <a:lnTo>
                    <a:pt x="4935058" y="25995"/>
                  </a:lnTo>
                  <a:lnTo>
                    <a:pt x="5023373" y="30110"/>
                  </a:lnTo>
                  <a:lnTo>
                    <a:pt x="5106244" y="34741"/>
                  </a:lnTo>
                  <a:lnTo>
                    <a:pt x="5182867" y="39924"/>
                  </a:lnTo>
                  <a:lnTo>
                    <a:pt x="5253175" y="45718"/>
                  </a:lnTo>
                  <a:lnTo>
                    <a:pt x="5317606" y="52206"/>
                  </a:lnTo>
                  <a:lnTo>
                    <a:pt x="5376907" y="59491"/>
                  </a:lnTo>
                  <a:lnTo>
                    <a:pt x="5431988" y="67689"/>
                  </a:lnTo>
                  <a:lnTo>
                    <a:pt x="5483813" y="76919"/>
                  </a:lnTo>
                  <a:lnTo>
                    <a:pt x="5533313" y="87280"/>
                  </a:lnTo>
                  <a:lnTo>
                    <a:pt x="5567201" y="95279"/>
                  </a:lnTo>
                  <a:lnTo>
                    <a:pt x="5618457" y="108741"/>
                  </a:lnTo>
                  <a:lnTo>
                    <a:pt x="5669218" y="123626"/>
                  </a:lnTo>
                  <a:lnTo>
                    <a:pt x="5720039" y="139953"/>
                  </a:lnTo>
                  <a:lnTo>
                    <a:pt x="5771287" y="157688"/>
                  </a:lnTo>
                  <a:lnTo>
                    <a:pt x="5823173" y="176738"/>
                  </a:lnTo>
                  <a:lnTo>
                    <a:pt x="5875764" y="196946"/>
                  </a:lnTo>
                  <a:lnTo>
                    <a:pt x="5929009" y="218096"/>
                  </a:lnTo>
                  <a:lnTo>
                    <a:pt x="5982757" y="239918"/>
                  </a:lnTo>
                  <a:lnTo>
                    <a:pt x="6036787" y="262101"/>
                  </a:lnTo>
                  <a:lnTo>
                    <a:pt x="6090841" y="284314"/>
                  </a:lnTo>
                  <a:lnTo>
                    <a:pt x="6144657" y="306223"/>
                  </a:lnTo>
                  <a:lnTo>
                    <a:pt x="6198003" y="327512"/>
                  </a:lnTo>
                  <a:lnTo>
                    <a:pt x="6250716" y="347903"/>
                  </a:lnTo>
                  <a:lnTo>
                    <a:pt x="6302724" y="367170"/>
                  </a:lnTo>
                  <a:lnTo>
                    <a:pt x="6354074" y="385145"/>
                  </a:lnTo>
                  <a:lnTo>
                    <a:pt x="6404948" y="401724"/>
                  </a:lnTo>
                  <a:lnTo>
                    <a:pt x="6455686" y="416863"/>
                  </a:lnTo>
                  <a:lnTo>
                    <a:pt x="6506805" y="430572"/>
                  </a:lnTo>
                  <a:lnTo>
                    <a:pt x="6515891" y="432840"/>
                  </a:lnTo>
                  <a:lnTo>
                    <a:pt x="6564248" y="444030"/>
                  </a:lnTo>
                  <a:lnTo>
                    <a:pt x="6614345" y="454048"/>
                  </a:lnTo>
                  <a:lnTo>
                    <a:pt x="6667035" y="462960"/>
                  </a:lnTo>
                  <a:lnTo>
                    <a:pt x="6723266" y="470875"/>
                  </a:lnTo>
                  <a:lnTo>
                    <a:pt x="6783996" y="477913"/>
                  </a:lnTo>
                  <a:lnTo>
                    <a:pt x="6850100" y="484185"/>
                  </a:lnTo>
                  <a:lnTo>
                    <a:pt x="6922251" y="489791"/>
                  </a:lnTo>
                  <a:lnTo>
                    <a:pt x="7000760" y="494805"/>
                  </a:lnTo>
                  <a:lnTo>
                    <a:pt x="7085368" y="499280"/>
                  </a:lnTo>
                  <a:lnTo>
                    <a:pt x="7175003" y="503246"/>
                  </a:lnTo>
                  <a:lnTo>
                    <a:pt x="7267571" y="506710"/>
                  </a:lnTo>
                  <a:lnTo>
                    <a:pt x="7359856" y="509666"/>
                  </a:lnTo>
                  <a:lnTo>
                    <a:pt x="7447684" y="512101"/>
                  </a:lnTo>
                  <a:lnTo>
                    <a:pt x="7526423" y="514009"/>
                  </a:lnTo>
                  <a:lnTo>
                    <a:pt x="7591823" y="515408"/>
                  </a:lnTo>
                  <a:lnTo>
                    <a:pt x="7640992" y="516342"/>
                  </a:lnTo>
                  <a:lnTo>
                    <a:pt x="7673175" y="516888"/>
                  </a:lnTo>
                  <a:lnTo>
                    <a:pt x="7690087" y="517146"/>
                  </a:lnTo>
                  <a:lnTo>
                    <a:pt x="7695776" y="517224"/>
                  </a:lnTo>
                  <a:lnTo>
                    <a:pt x="7696237" y="517230"/>
                  </a:lnTo>
                  <a:lnTo>
                    <a:pt x="8234974" y="517230"/>
                  </a:lnTo>
                  <a:lnTo>
                    <a:pt x="8234974" y="506341"/>
                  </a:lnTo>
                  <a:lnTo>
                    <a:pt x="7696237" y="506341"/>
                  </a:lnTo>
                  <a:lnTo>
                    <a:pt x="7694939" y="506324"/>
                  </a:lnTo>
                  <a:lnTo>
                    <a:pt x="7686471" y="506204"/>
                  </a:lnTo>
                  <a:lnTo>
                    <a:pt x="7665360" y="505872"/>
                  </a:lnTo>
                  <a:lnTo>
                    <a:pt x="7628213" y="505220"/>
                  </a:lnTo>
                  <a:lnTo>
                    <a:pt x="7574051" y="504155"/>
                  </a:lnTo>
                  <a:lnTo>
                    <a:pt x="7504320" y="502609"/>
                  </a:lnTo>
                  <a:lnTo>
                    <a:pt x="7422411" y="500546"/>
                  </a:lnTo>
                  <a:lnTo>
                    <a:pt x="7332787" y="497955"/>
                  </a:lnTo>
                  <a:lnTo>
                    <a:pt x="7240019" y="494848"/>
                  </a:lnTo>
                  <a:lnTo>
                    <a:pt x="7148035" y="491234"/>
                  </a:lnTo>
                  <a:lnTo>
                    <a:pt x="7059720" y="487119"/>
                  </a:lnTo>
                  <a:lnTo>
                    <a:pt x="6976848" y="482489"/>
                  </a:lnTo>
                  <a:lnTo>
                    <a:pt x="6900225" y="477306"/>
                  </a:lnTo>
                  <a:lnTo>
                    <a:pt x="6829917" y="471512"/>
                  </a:lnTo>
                  <a:lnTo>
                    <a:pt x="6765487" y="465024"/>
                  </a:lnTo>
                  <a:lnTo>
                    <a:pt x="6706186" y="457739"/>
                  </a:lnTo>
                  <a:lnTo>
                    <a:pt x="6651105" y="449541"/>
                  </a:lnTo>
                  <a:lnTo>
                    <a:pt x="6599279" y="440311"/>
                  </a:lnTo>
                  <a:lnTo>
                    <a:pt x="6549780" y="429950"/>
                  </a:lnTo>
                  <a:lnTo>
                    <a:pt x="6515891" y="421951"/>
                  </a:lnTo>
                  <a:lnTo>
                    <a:pt x="6464636" y="408489"/>
                  </a:lnTo>
                  <a:lnTo>
                    <a:pt x="6413874" y="393604"/>
                  </a:lnTo>
                  <a:lnTo>
                    <a:pt x="6363054" y="377277"/>
                  </a:lnTo>
                  <a:lnTo>
                    <a:pt x="6311805" y="359541"/>
                  </a:lnTo>
                  <a:lnTo>
                    <a:pt x="6259920" y="340492"/>
                  </a:lnTo>
                  <a:lnTo>
                    <a:pt x="6207329" y="320284"/>
                  </a:lnTo>
                  <a:lnTo>
                    <a:pt x="6154084" y="299134"/>
                  </a:lnTo>
                  <a:lnTo>
                    <a:pt x="6100336" y="277312"/>
                  </a:lnTo>
                  <a:lnTo>
                    <a:pt x="6046305" y="255129"/>
                  </a:lnTo>
                  <a:lnTo>
                    <a:pt x="5992251" y="232915"/>
                  </a:lnTo>
                  <a:lnTo>
                    <a:pt x="5938436" y="211007"/>
                  </a:lnTo>
                  <a:lnTo>
                    <a:pt x="5885089" y="189718"/>
                  </a:lnTo>
                  <a:lnTo>
                    <a:pt x="5832376" y="169326"/>
                  </a:lnTo>
                  <a:lnTo>
                    <a:pt x="5780368" y="150060"/>
                  </a:lnTo>
                  <a:lnTo>
                    <a:pt x="5729018" y="132085"/>
                  </a:lnTo>
                  <a:lnTo>
                    <a:pt x="5678144" y="115505"/>
                  </a:lnTo>
                  <a:lnTo>
                    <a:pt x="5627407" y="100367"/>
                  </a:lnTo>
                  <a:lnTo>
                    <a:pt x="5576288" y="86658"/>
                  </a:lnTo>
                  <a:lnTo>
                    <a:pt x="5567201" y="84390"/>
                  </a:lnTo>
                  <a:lnTo>
                    <a:pt x="5518844" y="73200"/>
                  </a:lnTo>
                  <a:lnTo>
                    <a:pt x="5468747" y="63182"/>
                  </a:lnTo>
                  <a:lnTo>
                    <a:pt x="5416058" y="54270"/>
                  </a:lnTo>
                  <a:lnTo>
                    <a:pt x="5359827" y="46354"/>
                  </a:lnTo>
                  <a:lnTo>
                    <a:pt x="5299097" y="39317"/>
                  </a:lnTo>
                  <a:lnTo>
                    <a:pt x="5232993" y="33044"/>
                  </a:lnTo>
                  <a:lnTo>
                    <a:pt x="5160841" y="27439"/>
                  </a:lnTo>
                  <a:lnTo>
                    <a:pt x="5082332" y="22425"/>
                  </a:lnTo>
                  <a:lnTo>
                    <a:pt x="4997725" y="17950"/>
                  </a:lnTo>
                  <a:lnTo>
                    <a:pt x="4908090" y="13984"/>
                  </a:lnTo>
                  <a:lnTo>
                    <a:pt x="4815522" y="10520"/>
                  </a:lnTo>
                  <a:lnTo>
                    <a:pt x="4723236" y="7564"/>
                  </a:lnTo>
                  <a:lnTo>
                    <a:pt x="4635408" y="5129"/>
                  </a:lnTo>
                  <a:lnTo>
                    <a:pt x="4556670" y="3220"/>
                  </a:lnTo>
                  <a:lnTo>
                    <a:pt x="4491269" y="1822"/>
                  </a:lnTo>
                  <a:lnTo>
                    <a:pt x="4442100" y="888"/>
                  </a:lnTo>
                  <a:lnTo>
                    <a:pt x="4409918" y="342"/>
                  </a:lnTo>
                  <a:lnTo>
                    <a:pt x="4393005" y="84"/>
                  </a:lnTo>
                  <a:lnTo>
                    <a:pt x="438731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0" y="55"/>
                  </a:lnTo>
                  <a:lnTo>
                    <a:pt x="3838715" y="448"/>
                  </a:lnTo>
                  <a:lnTo>
                    <a:pt x="3818355" y="1536"/>
                  </a:lnTo>
                  <a:lnTo>
                    <a:pt x="3782459" y="3671"/>
                  </a:lnTo>
                  <a:lnTo>
                    <a:pt x="3729973" y="7165"/>
                  </a:lnTo>
                  <a:lnTo>
                    <a:pt x="3662159" y="12244"/>
                  </a:lnTo>
                  <a:lnTo>
                    <a:pt x="3582173" y="19036"/>
                  </a:lnTo>
                  <a:lnTo>
                    <a:pt x="3494256" y="27577"/>
                  </a:lnTo>
                  <a:lnTo>
                    <a:pt x="3402833" y="37841"/>
                  </a:lnTo>
                  <a:lnTo>
                    <a:pt x="3311774" y="49787"/>
                  </a:lnTo>
                  <a:lnTo>
                    <a:pt x="3223986" y="63397"/>
                  </a:lnTo>
                  <a:lnTo>
                    <a:pt x="3141317" y="78709"/>
                  </a:lnTo>
                  <a:lnTo>
                    <a:pt x="3064667" y="95828"/>
                  </a:lnTo>
                  <a:lnTo>
                    <a:pt x="2994199" y="114938"/>
                  </a:lnTo>
                  <a:lnTo>
                    <a:pt x="2929562" y="136298"/>
                  </a:lnTo>
                  <a:lnTo>
                    <a:pt x="2870080" y="160231"/>
                  </a:lnTo>
                  <a:lnTo>
                    <a:pt x="2814902" y="187114"/>
                  </a:lnTo>
                  <a:lnTo>
                    <a:pt x="2763104" y="217336"/>
                  </a:lnTo>
                  <a:lnTo>
                    <a:pt x="2713776" y="251248"/>
                  </a:lnTo>
                  <a:lnTo>
                    <a:pt x="2667772" y="287652"/>
                  </a:lnTo>
                  <a:lnTo>
                    <a:pt x="2625599" y="325007"/>
                  </a:lnTo>
                  <a:lnTo>
                    <a:pt x="2583837" y="365621"/>
                  </a:lnTo>
                  <a:lnTo>
                    <a:pt x="2542149" y="409555"/>
                  </a:lnTo>
                  <a:lnTo>
                    <a:pt x="2500288" y="456791"/>
                  </a:lnTo>
                  <a:lnTo>
                    <a:pt x="2458084" y="507225"/>
                  </a:lnTo>
                  <a:lnTo>
                    <a:pt x="2415438" y="560656"/>
                  </a:lnTo>
                  <a:lnTo>
                    <a:pt x="2372314" y="616786"/>
                  </a:lnTo>
                  <a:lnTo>
                    <a:pt x="2328731" y="675223"/>
                  </a:lnTo>
                  <a:lnTo>
                    <a:pt x="2284756" y="735488"/>
                  </a:lnTo>
                  <a:lnTo>
                    <a:pt x="2240495" y="797028"/>
                  </a:lnTo>
                  <a:lnTo>
                    <a:pt x="2196079" y="859238"/>
                  </a:lnTo>
                  <a:lnTo>
                    <a:pt x="2151655" y="921487"/>
                  </a:lnTo>
                  <a:lnTo>
                    <a:pt x="2107368" y="983139"/>
                  </a:lnTo>
                  <a:lnTo>
                    <a:pt x="2063353" y="1043586"/>
                  </a:lnTo>
                  <a:lnTo>
                    <a:pt x="2019719" y="1102269"/>
                  </a:lnTo>
                  <a:lnTo>
                    <a:pt x="1976538" y="1158697"/>
                  </a:lnTo>
                  <a:lnTo>
                    <a:pt x="1933836" y="1212467"/>
                  </a:lnTo>
                  <a:lnTo>
                    <a:pt x="1891583" y="1263271"/>
                  </a:lnTo>
                  <a:lnTo>
                    <a:pt x="1849688" y="1310897"/>
                  </a:lnTo>
                  <a:lnTo>
                    <a:pt x="1807991" y="1355227"/>
                  </a:lnTo>
                  <a:lnTo>
                    <a:pt x="1766253" y="1396236"/>
                  </a:lnTo>
                  <a:lnTo>
                    <a:pt x="1724151" y="1433973"/>
                  </a:lnTo>
                  <a:lnTo>
                    <a:pt x="1719082" y="1438264"/>
                  </a:lnTo>
                  <a:lnTo>
                    <a:pt x="1671366" y="1475933"/>
                  </a:lnTo>
                  <a:lnTo>
                    <a:pt x="1621966" y="1509710"/>
                  </a:lnTo>
                  <a:lnTo>
                    <a:pt x="1570064" y="1539808"/>
                  </a:lnTo>
                  <a:lnTo>
                    <a:pt x="1514749" y="1566579"/>
                  </a:lnTo>
                  <a:lnTo>
                    <a:pt x="1455099" y="1590416"/>
                  </a:lnTo>
                  <a:lnTo>
                    <a:pt x="1390266" y="1611691"/>
                  </a:lnTo>
                  <a:lnTo>
                    <a:pt x="1319583" y="1630726"/>
                  </a:lnTo>
                  <a:lnTo>
                    <a:pt x="1242713" y="1647779"/>
                  </a:lnTo>
                  <a:lnTo>
                    <a:pt x="1159843" y="1663029"/>
                  </a:lnTo>
                  <a:lnTo>
                    <a:pt x="1071902" y="1676580"/>
                  </a:lnTo>
                  <a:lnTo>
                    <a:pt x="980774" y="1688467"/>
                  </a:lnTo>
                  <a:lnTo>
                    <a:pt x="889404" y="1698671"/>
                  </a:lnTo>
                  <a:lnTo>
                    <a:pt x="801691" y="1707150"/>
                  </a:lnTo>
                  <a:lnTo>
                    <a:pt x="722066" y="1713881"/>
                  </a:lnTo>
                  <a:lnTo>
                    <a:pt x="654751" y="1718901"/>
                  </a:lnTo>
                  <a:lnTo>
                    <a:pt x="602842" y="1722342"/>
                  </a:lnTo>
                  <a:lnTo>
                    <a:pt x="567528" y="1724435"/>
                  </a:lnTo>
                  <a:lnTo>
                    <a:pt x="547669" y="1725492"/>
                  </a:lnTo>
                  <a:lnTo>
                    <a:pt x="539859" y="1725867"/>
                  </a:lnTo>
                  <a:lnTo>
                    <a:pt x="538736" y="1725917"/>
                  </a:lnTo>
                  <a:lnTo>
                    <a:pt x="0" y="1725917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02" name="pl1902"/>
            <p:cNvSpPr/>
            <p:nvPr/>
          </p:nvSpPr>
          <p:spPr>
            <a:xfrm>
              <a:off x="546595" y="3930065"/>
              <a:ext cx="8234974" cy="1725917"/>
            </a:xfrm>
            <a:custGeom>
              <a:avLst/>
              <a:pathLst>
                <a:path w="8234974" h="1725917">
                  <a:moveTo>
                    <a:pt x="0" y="1725917"/>
                  </a:moveTo>
                  <a:lnTo>
                    <a:pt x="538736" y="1725917"/>
                  </a:lnTo>
                  <a:lnTo>
                    <a:pt x="539985" y="1725862"/>
                  </a:lnTo>
                  <a:lnTo>
                    <a:pt x="548140" y="1725468"/>
                  </a:lnTo>
                  <a:lnTo>
                    <a:pt x="568499" y="1724380"/>
                  </a:lnTo>
                  <a:lnTo>
                    <a:pt x="604396" y="1722245"/>
                  </a:lnTo>
                  <a:lnTo>
                    <a:pt x="656882" y="1718752"/>
                  </a:lnTo>
                  <a:lnTo>
                    <a:pt x="724695" y="1713673"/>
                  </a:lnTo>
                  <a:lnTo>
                    <a:pt x="804682" y="1706880"/>
                  </a:lnTo>
                  <a:lnTo>
                    <a:pt x="892598" y="1698339"/>
                  </a:lnTo>
                  <a:lnTo>
                    <a:pt x="984022" y="1688075"/>
                  </a:lnTo>
                  <a:lnTo>
                    <a:pt x="1075081" y="1676129"/>
                  </a:lnTo>
                  <a:lnTo>
                    <a:pt x="1162869" y="1662519"/>
                  </a:lnTo>
                  <a:lnTo>
                    <a:pt x="1245537" y="1647207"/>
                  </a:lnTo>
                  <a:lnTo>
                    <a:pt x="1322188" y="1630088"/>
                  </a:lnTo>
                  <a:lnTo>
                    <a:pt x="1392656" y="1610978"/>
                  </a:lnTo>
                  <a:lnTo>
                    <a:pt x="1457293" y="1589619"/>
                  </a:lnTo>
                  <a:lnTo>
                    <a:pt x="1516774" y="1565685"/>
                  </a:lnTo>
                  <a:lnTo>
                    <a:pt x="1571952" y="1538803"/>
                  </a:lnTo>
                  <a:lnTo>
                    <a:pt x="1623751" y="1508580"/>
                  </a:lnTo>
                  <a:lnTo>
                    <a:pt x="1673078" y="1474668"/>
                  </a:lnTo>
                  <a:lnTo>
                    <a:pt x="1719082" y="1438264"/>
                  </a:lnTo>
                  <a:lnTo>
                    <a:pt x="1761255" y="1400909"/>
                  </a:lnTo>
                  <a:lnTo>
                    <a:pt x="1803018" y="1360296"/>
                  </a:lnTo>
                  <a:lnTo>
                    <a:pt x="1844706" y="1316362"/>
                  </a:lnTo>
                  <a:lnTo>
                    <a:pt x="1886567" y="1269125"/>
                  </a:lnTo>
                  <a:lnTo>
                    <a:pt x="1928771" y="1218692"/>
                  </a:lnTo>
                  <a:lnTo>
                    <a:pt x="1971417" y="1165261"/>
                  </a:lnTo>
                  <a:lnTo>
                    <a:pt x="2014541" y="1109130"/>
                  </a:lnTo>
                  <a:lnTo>
                    <a:pt x="2058124" y="1050693"/>
                  </a:lnTo>
                  <a:lnTo>
                    <a:pt x="2102098" y="990428"/>
                  </a:lnTo>
                  <a:lnTo>
                    <a:pt x="2146359" y="928888"/>
                  </a:lnTo>
                  <a:lnTo>
                    <a:pt x="2190775" y="866678"/>
                  </a:lnTo>
                  <a:lnTo>
                    <a:pt x="2235200" y="804429"/>
                  </a:lnTo>
                  <a:lnTo>
                    <a:pt x="2279487" y="742777"/>
                  </a:lnTo>
                  <a:lnTo>
                    <a:pt x="2323502" y="682330"/>
                  </a:lnTo>
                  <a:lnTo>
                    <a:pt x="2367136" y="623648"/>
                  </a:lnTo>
                  <a:lnTo>
                    <a:pt x="2410317" y="567220"/>
                  </a:lnTo>
                  <a:lnTo>
                    <a:pt x="2453019" y="513449"/>
                  </a:lnTo>
                  <a:lnTo>
                    <a:pt x="2495271" y="462645"/>
                  </a:lnTo>
                  <a:lnTo>
                    <a:pt x="2537166" y="415020"/>
                  </a:lnTo>
                  <a:lnTo>
                    <a:pt x="2578864" y="370689"/>
                  </a:lnTo>
                  <a:lnTo>
                    <a:pt x="2620601" y="329681"/>
                  </a:lnTo>
                  <a:lnTo>
                    <a:pt x="2662704" y="291943"/>
                  </a:lnTo>
                  <a:lnTo>
                    <a:pt x="2667772" y="287652"/>
                  </a:lnTo>
                  <a:lnTo>
                    <a:pt x="2715488" y="249983"/>
                  </a:lnTo>
                  <a:lnTo>
                    <a:pt x="2764889" y="216206"/>
                  </a:lnTo>
                  <a:lnTo>
                    <a:pt x="2816791" y="186108"/>
                  </a:lnTo>
                  <a:lnTo>
                    <a:pt x="2872105" y="159337"/>
                  </a:lnTo>
                  <a:lnTo>
                    <a:pt x="2931755" y="135500"/>
                  </a:lnTo>
                  <a:lnTo>
                    <a:pt x="2996589" y="114226"/>
                  </a:lnTo>
                  <a:lnTo>
                    <a:pt x="3067272" y="95190"/>
                  </a:lnTo>
                  <a:lnTo>
                    <a:pt x="3144141" y="78137"/>
                  </a:lnTo>
                  <a:lnTo>
                    <a:pt x="3227012" y="62887"/>
                  </a:lnTo>
                  <a:lnTo>
                    <a:pt x="3314952" y="49336"/>
                  </a:lnTo>
                  <a:lnTo>
                    <a:pt x="3406081" y="37449"/>
                  </a:lnTo>
                  <a:lnTo>
                    <a:pt x="3497451" y="27246"/>
                  </a:lnTo>
                  <a:lnTo>
                    <a:pt x="3585164" y="18766"/>
                  </a:lnTo>
                  <a:lnTo>
                    <a:pt x="3664788" y="12035"/>
                  </a:lnTo>
                  <a:lnTo>
                    <a:pt x="3732104" y="7015"/>
                  </a:lnTo>
                  <a:lnTo>
                    <a:pt x="3784012" y="3574"/>
                  </a:lnTo>
                  <a:lnTo>
                    <a:pt x="3819327" y="1482"/>
                  </a:lnTo>
                  <a:lnTo>
                    <a:pt x="3839185" y="424"/>
                  </a:lnTo>
                  <a:lnTo>
                    <a:pt x="3846995" y="4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3" y="16"/>
                  </a:lnTo>
                  <a:lnTo>
                    <a:pt x="4396621" y="136"/>
                  </a:lnTo>
                  <a:lnTo>
                    <a:pt x="4417733" y="469"/>
                  </a:lnTo>
                  <a:lnTo>
                    <a:pt x="4454879" y="1120"/>
                  </a:lnTo>
                  <a:lnTo>
                    <a:pt x="4509041" y="2185"/>
                  </a:lnTo>
                  <a:lnTo>
                    <a:pt x="4578773" y="3731"/>
                  </a:lnTo>
                  <a:lnTo>
                    <a:pt x="4660682" y="5795"/>
                  </a:lnTo>
                  <a:lnTo>
                    <a:pt x="4750306" y="8385"/>
                  </a:lnTo>
                  <a:lnTo>
                    <a:pt x="4843073" y="11493"/>
                  </a:lnTo>
                  <a:lnTo>
                    <a:pt x="4935058" y="15106"/>
                  </a:lnTo>
                  <a:lnTo>
                    <a:pt x="5023373" y="19221"/>
                  </a:lnTo>
                  <a:lnTo>
                    <a:pt x="5106244" y="23852"/>
                  </a:lnTo>
                  <a:lnTo>
                    <a:pt x="5182867" y="29034"/>
                  </a:lnTo>
                  <a:lnTo>
                    <a:pt x="5253175" y="34828"/>
                  </a:lnTo>
                  <a:lnTo>
                    <a:pt x="5317606" y="41317"/>
                  </a:lnTo>
                  <a:lnTo>
                    <a:pt x="5376907" y="48602"/>
                  </a:lnTo>
                  <a:lnTo>
                    <a:pt x="5431988" y="56800"/>
                  </a:lnTo>
                  <a:lnTo>
                    <a:pt x="5483813" y="66030"/>
                  </a:lnTo>
                  <a:lnTo>
                    <a:pt x="5533313" y="76391"/>
                  </a:lnTo>
                  <a:lnTo>
                    <a:pt x="5567201" y="84390"/>
                  </a:lnTo>
                  <a:lnTo>
                    <a:pt x="5618457" y="97852"/>
                  </a:lnTo>
                  <a:lnTo>
                    <a:pt x="5669218" y="112737"/>
                  </a:lnTo>
                  <a:lnTo>
                    <a:pt x="5720039" y="129064"/>
                  </a:lnTo>
                  <a:lnTo>
                    <a:pt x="5771287" y="146799"/>
                  </a:lnTo>
                  <a:lnTo>
                    <a:pt x="5823173" y="165849"/>
                  </a:lnTo>
                  <a:lnTo>
                    <a:pt x="5875764" y="186057"/>
                  </a:lnTo>
                  <a:lnTo>
                    <a:pt x="5929009" y="207207"/>
                  </a:lnTo>
                  <a:lnTo>
                    <a:pt x="5982757" y="229029"/>
                  </a:lnTo>
                  <a:lnTo>
                    <a:pt x="6036787" y="251212"/>
                  </a:lnTo>
                  <a:lnTo>
                    <a:pt x="6090841" y="273425"/>
                  </a:lnTo>
                  <a:lnTo>
                    <a:pt x="6144657" y="295334"/>
                  </a:lnTo>
                  <a:lnTo>
                    <a:pt x="6198003" y="316623"/>
                  </a:lnTo>
                  <a:lnTo>
                    <a:pt x="6250716" y="337014"/>
                  </a:lnTo>
                  <a:lnTo>
                    <a:pt x="6302724" y="356281"/>
                  </a:lnTo>
                  <a:lnTo>
                    <a:pt x="6354074" y="374256"/>
                  </a:lnTo>
                  <a:lnTo>
                    <a:pt x="6404948" y="390835"/>
                  </a:lnTo>
                  <a:lnTo>
                    <a:pt x="6455686" y="405974"/>
                  </a:lnTo>
                  <a:lnTo>
                    <a:pt x="6506805" y="419683"/>
                  </a:lnTo>
                  <a:lnTo>
                    <a:pt x="6515891" y="421951"/>
                  </a:lnTo>
                  <a:lnTo>
                    <a:pt x="6564248" y="433141"/>
                  </a:lnTo>
                  <a:lnTo>
                    <a:pt x="6614345" y="443159"/>
                  </a:lnTo>
                  <a:lnTo>
                    <a:pt x="6667035" y="452071"/>
                  </a:lnTo>
                  <a:lnTo>
                    <a:pt x="6723266" y="459986"/>
                  </a:lnTo>
                  <a:lnTo>
                    <a:pt x="6783996" y="467024"/>
                  </a:lnTo>
                  <a:lnTo>
                    <a:pt x="6850100" y="473296"/>
                  </a:lnTo>
                  <a:lnTo>
                    <a:pt x="6922251" y="478902"/>
                  </a:lnTo>
                  <a:lnTo>
                    <a:pt x="7000760" y="483916"/>
                  </a:lnTo>
                  <a:lnTo>
                    <a:pt x="7085368" y="488391"/>
                  </a:lnTo>
                  <a:lnTo>
                    <a:pt x="7175003" y="492357"/>
                  </a:lnTo>
                  <a:lnTo>
                    <a:pt x="7267571" y="495821"/>
                  </a:lnTo>
                  <a:lnTo>
                    <a:pt x="7359856" y="498777"/>
                  </a:lnTo>
                  <a:lnTo>
                    <a:pt x="7447684" y="501212"/>
                  </a:lnTo>
                  <a:lnTo>
                    <a:pt x="7526423" y="503120"/>
                  </a:lnTo>
                  <a:lnTo>
                    <a:pt x="7591823" y="504519"/>
                  </a:lnTo>
                  <a:lnTo>
                    <a:pt x="7640992" y="505453"/>
                  </a:lnTo>
                  <a:lnTo>
                    <a:pt x="7673175" y="505999"/>
                  </a:lnTo>
                  <a:lnTo>
                    <a:pt x="7690087" y="506257"/>
                  </a:lnTo>
                  <a:lnTo>
                    <a:pt x="7695776" y="506335"/>
                  </a:lnTo>
                  <a:lnTo>
                    <a:pt x="7696237" y="506341"/>
                  </a:lnTo>
                  <a:lnTo>
                    <a:pt x="8234974" y="506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3" name="pl1903"/>
            <p:cNvSpPr/>
            <p:nvPr/>
          </p:nvSpPr>
          <p:spPr>
            <a:xfrm>
              <a:off x="546595" y="3919176"/>
              <a:ext cx="8234974" cy="1725917"/>
            </a:xfrm>
            <a:custGeom>
              <a:avLst/>
              <a:pathLst>
                <a:path w="8234974" h="1725917">
                  <a:moveTo>
                    <a:pt x="8234974" y="506341"/>
                  </a:moveTo>
                  <a:lnTo>
                    <a:pt x="7696237" y="506341"/>
                  </a:lnTo>
                  <a:lnTo>
                    <a:pt x="7694939" y="506324"/>
                  </a:lnTo>
                  <a:lnTo>
                    <a:pt x="7686471" y="506204"/>
                  </a:lnTo>
                  <a:lnTo>
                    <a:pt x="7665360" y="505872"/>
                  </a:lnTo>
                  <a:lnTo>
                    <a:pt x="7628213" y="505220"/>
                  </a:lnTo>
                  <a:lnTo>
                    <a:pt x="7574051" y="504155"/>
                  </a:lnTo>
                  <a:lnTo>
                    <a:pt x="7504320" y="502609"/>
                  </a:lnTo>
                  <a:lnTo>
                    <a:pt x="7422411" y="500546"/>
                  </a:lnTo>
                  <a:lnTo>
                    <a:pt x="7332787" y="497955"/>
                  </a:lnTo>
                  <a:lnTo>
                    <a:pt x="7240019" y="494848"/>
                  </a:lnTo>
                  <a:lnTo>
                    <a:pt x="7148035" y="491234"/>
                  </a:lnTo>
                  <a:lnTo>
                    <a:pt x="7059720" y="487119"/>
                  </a:lnTo>
                  <a:lnTo>
                    <a:pt x="6976848" y="482489"/>
                  </a:lnTo>
                  <a:lnTo>
                    <a:pt x="6900225" y="477306"/>
                  </a:lnTo>
                  <a:lnTo>
                    <a:pt x="6829917" y="471512"/>
                  </a:lnTo>
                  <a:lnTo>
                    <a:pt x="6765487" y="465024"/>
                  </a:lnTo>
                  <a:lnTo>
                    <a:pt x="6706186" y="457739"/>
                  </a:lnTo>
                  <a:lnTo>
                    <a:pt x="6651105" y="449541"/>
                  </a:lnTo>
                  <a:lnTo>
                    <a:pt x="6599279" y="440311"/>
                  </a:lnTo>
                  <a:lnTo>
                    <a:pt x="6549780" y="429950"/>
                  </a:lnTo>
                  <a:lnTo>
                    <a:pt x="6515891" y="421951"/>
                  </a:lnTo>
                  <a:lnTo>
                    <a:pt x="6464636" y="408489"/>
                  </a:lnTo>
                  <a:lnTo>
                    <a:pt x="6413874" y="393604"/>
                  </a:lnTo>
                  <a:lnTo>
                    <a:pt x="6363054" y="377277"/>
                  </a:lnTo>
                  <a:lnTo>
                    <a:pt x="6311805" y="359541"/>
                  </a:lnTo>
                  <a:lnTo>
                    <a:pt x="6259920" y="340492"/>
                  </a:lnTo>
                  <a:lnTo>
                    <a:pt x="6207329" y="320284"/>
                  </a:lnTo>
                  <a:lnTo>
                    <a:pt x="6154084" y="299134"/>
                  </a:lnTo>
                  <a:lnTo>
                    <a:pt x="6100336" y="277312"/>
                  </a:lnTo>
                  <a:lnTo>
                    <a:pt x="6046305" y="255129"/>
                  </a:lnTo>
                  <a:lnTo>
                    <a:pt x="5992251" y="232915"/>
                  </a:lnTo>
                  <a:lnTo>
                    <a:pt x="5938436" y="211007"/>
                  </a:lnTo>
                  <a:lnTo>
                    <a:pt x="5885089" y="189718"/>
                  </a:lnTo>
                  <a:lnTo>
                    <a:pt x="5832376" y="169326"/>
                  </a:lnTo>
                  <a:lnTo>
                    <a:pt x="5780368" y="150060"/>
                  </a:lnTo>
                  <a:lnTo>
                    <a:pt x="5729018" y="132085"/>
                  </a:lnTo>
                  <a:lnTo>
                    <a:pt x="5678144" y="115505"/>
                  </a:lnTo>
                  <a:lnTo>
                    <a:pt x="5627407" y="100367"/>
                  </a:lnTo>
                  <a:lnTo>
                    <a:pt x="5576288" y="86658"/>
                  </a:lnTo>
                  <a:lnTo>
                    <a:pt x="5567201" y="84390"/>
                  </a:lnTo>
                  <a:lnTo>
                    <a:pt x="5518844" y="73200"/>
                  </a:lnTo>
                  <a:lnTo>
                    <a:pt x="5468747" y="63182"/>
                  </a:lnTo>
                  <a:lnTo>
                    <a:pt x="5416058" y="54270"/>
                  </a:lnTo>
                  <a:lnTo>
                    <a:pt x="5359827" y="46354"/>
                  </a:lnTo>
                  <a:lnTo>
                    <a:pt x="5299097" y="39317"/>
                  </a:lnTo>
                  <a:lnTo>
                    <a:pt x="5232993" y="33044"/>
                  </a:lnTo>
                  <a:lnTo>
                    <a:pt x="5160841" y="27439"/>
                  </a:lnTo>
                  <a:lnTo>
                    <a:pt x="5082332" y="22425"/>
                  </a:lnTo>
                  <a:lnTo>
                    <a:pt x="4997725" y="17950"/>
                  </a:lnTo>
                  <a:lnTo>
                    <a:pt x="4908090" y="13984"/>
                  </a:lnTo>
                  <a:lnTo>
                    <a:pt x="4815522" y="10520"/>
                  </a:lnTo>
                  <a:lnTo>
                    <a:pt x="4723236" y="7564"/>
                  </a:lnTo>
                  <a:lnTo>
                    <a:pt x="4635408" y="5129"/>
                  </a:lnTo>
                  <a:lnTo>
                    <a:pt x="4556670" y="3220"/>
                  </a:lnTo>
                  <a:lnTo>
                    <a:pt x="4491269" y="1822"/>
                  </a:lnTo>
                  <a:lnTo>
                    <a:pt x="4442100" y="888"/>
                  </a:lnTo>
                  <a:lnTo>
                    <a:pt x="4409918" y="342"/>
                  </a:lnTo>
                  <a:lnTo>
                    <a:pt x="4393005" y="84"/>
                  </a:lnTo>
                  <a:lnTo>
                    <a:pt x="438731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0" y="55"/>
                  </a:lnTo>
                  <a:lnTo>
                    <a:pt x="3838715" y="448"/>
                  </a:lnTo>
                  <a:lnTo>
                    <a:pt x="3818355" y="1536"/>
                  </a:lnTo>
                  <a:lnTo>
                    <a:pt x="3782459" y="3671"/>
                  </a:lnTo>
                  <a:lnTo>
                    <a:pt x="3729973" y="7165"/>
                  </a:lnTo>
                  <a:lnTo>
                    <a:pt x="3662159" y="12244"/>
                  </a:lnTo>
                  <a:lnTo>
                    <a:pt x="3582173" y="19036"/>
                  </a:lnTo>
                  <a:lnTo>
                    <a:pt x="3494256" y="27577"/>
                  </a:lnTo>
                  <a:lnTo>
                    <a:pt x="3402833" y="37841"/>
                  </a:lnTo>
                  <a:lnTo>
                    <a:pt x="3311774" y="49787"/>
                  </a:lnTo>
                  <a:lnTo>
                    <a:pt x="3223986" y="63397"/>
                  </a:lnTo>
                  <a:lnTo>
                    <a:pt x="3141317" y="78709"/>
                  </a:lnTo>
                  <a:lnTo>
                    <a:pt x="3064667" y="95828"/>
                  </a:lnTo>
                  <a:lnTo>
                    <a:pt x="2994199" y="114938"/>
                  </a:lnTo>
                  <a:lnTo>
                    <a:pt x="2929562" y="136298"/>
                  </a:lnTo>
                  <a:lnTo>
                    <a:pt x="2870080" y="160231"/>
                  </a:lnTo>
                  <a:lnTo>
                    <a:pt x="2814902" y="187114"/>
                  </a:lnTo>
                  <a:lnTo>
                    <a:pt x="2763104" y="217336"/>
                  </a:lnTo>
                  <a:lnTo>
                    <a:pt x="2713776" y="251248"/>
                  </a:lnTo>
                  <a:lnTo>
                    <a:pt x="2667772" y="287652"/>
                  </a:lnTo>
                  <a:lnTo>
                    <a:pt x="2625599" y="325007"/>
                  </a:lnTo>
                  <a:lnTo>
                    <a:pt x="2583837" y="365621"/>
                  </a:lnTo>
                  <a:lnTo>
                    <a:pt x="2542149" y="409555"/>
                  </a:lnTo>
                  <a:lnTo>
                    <a:pt x="2500288" y="456791"/>
                  </a:lnTo>
                  <a:lnTo>
                    <a:pt x="2458084" y="507225"/>
                  </a:lnTo>
                  <a:lnTo>
                    <a:pt x="2415438" y="560656"/>
                  </a:lnTo>
                  <a:lnTo>
                    <a:pt x="2372314" y="616786"/>
                  </a:lnTo>
                  <a:lnTo>
                    <a:pt x="2328731" y="675223"/>
                  </a:lnTo>
                  <a:lnTo>
                    <a:pt x="2284756" y="735488"/>
                  </a:lnTo>
                  <a:lnTo>
                    <a:pt x="2240495" y="797028"/>
                  </a:lnTo>
                  <a:lnTo>
                    <a:pt x="2196079" y="859238"/>
                  </a:lnTo>
                  <a:lnTo>
                    <a:pt x="2151655" y="921487"/>
                  </a:lnTo>
                  <a:lnTo>
                    <a:pt x="2107368" y="983139"/>
                  </a:lnTo>
                  <a:lnTo>
                    <a:pt x="2063353" y="1043586"/>
                  </a:lnTo>
                  <a:lnTo>
                    <a:pt x="2019719" y="1102269"/>
                  </a:lnTo>
                  <a:lnTo>
                    <a:pt x="1976538" y="1158697"/>
                  </a:lnTo>
                  <a:lnTo>
                    <a:pt x="1933836" y="1212467"/>
                  </a:lnTo>
                  <a:lnTo>
                    <a:pt x="1891583" y="1263271"/>
                  </a:lnTo>
                  <a:lnTo>
                    <a:pt x="1849688" y="1310897"/>
                  </a:lnTo>
                  <a:lnTo>
                    <a:pt x="1807991" y="1355227"/>
                  </a:lnTo>
                  <a:lnTo>
                    <a:pt x="1766253" y="1396236"/>
                  </a:lnTo>
                  <a:lnTo>
                    <a:pt x="1724151" y="1433973"/>
                  </a:lnTo>
                  <a:lnTo>
                    <a:pt x="1719082" y="1438264"/>
                  </a:lnTo>
                  <a:lnTo>
                    <a:pt x="1671366" y="1475933"/>
                  </a:lnTo>
                  <a:lnTo>
                    <a:pt x="1621966" y="1509710"/>
                  </a:lnTo>
                  <a:lnTo>
                    <a:pt x="1570064" y="1539808"/>
                  </a:lnTo>
                  <a:lnTo>
                    <a:pt x="1514749" y="1566579"/>
                  </a:lnTo>
                  <a:lnTo>
                    <a:pt x="1455099" y="1590416"/>
                  </a:lnTo>
                  <a:lnTo>
                    <a:pt x="1390266" y="1611691"/>
                  </a:lnTo>
                  <a:lnTo>
                    <a:pt x="1319583" y="1630726"/>
                  </a:lnTo>
                  <a:lnTo>
                    <a:pt x="1242713" y="1647779"/>
                  </a:lnTo>
                  <a:lnTo>
                    <a:pt x="1159843" y="1663029"/>
                  </a:lnTo>
                  <a:lnTo>
                    <a:pt x="1071902" y="1676580"/>
                  </a:lnTo>
                  <a:lnTo>
                    <a:pt x="980774" y="1688467"/>
                  </a:lnTo>
                  <a:lnTo>
                    <a:pt x="889404" y="1698671"/>
                  </a:lnTo>
                  <a:lnTo>
                    <a:pt x="801691" y="1707150"/>
                  </a:lnTo>
                  <a:lnTo>
                    <a:pt x="722066" y="1713881"/>
                  </a:lnTo>
                  <a:lnTo>
                    <a:pt x="654751" y="1718901"/>
                  </a:lnTo>
                  <a:lnTo>
                    <a:pt x="602842" y="1722342"/>
                  </a:lnTo>
                  <a:lnTo>
                    <a:pt x="567528" y="1724435"/>
                  </a:lnTo>
                  <a:lnTo>
                    <a:pt x="547669" y="1725492"/>
                  </a:lnTo>
                  <a:lnTo>
                    <a:pt x="539859" y="1725867"/>
                  </a:lnTo>
                  <a:lnTo>
                    <a:pt x="538736" y="1725917"/>
                  </a:lnTo>
                  <a:lnTo>
                    <a:pt x="0" y="1725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4" name="pg1904"/>
            <p:cNvSpPr/>
            <p:nvPr/>
          </p:nvSpPr>
          <p:spPr>
            <a:xfrm>
              <a:off x="546595" y="1676027"/>
              <a:ext cx="8234974" cy="3947287"/>
            </a:xfrm>
            <a:custGeom>
              <a:avLst/>
              <a:pathLst>
                <a:path w="8234974" h="3947287">
                  <a:moveTo>
                    <a:pt x="0" y="3947287"/>
                  </a:moveTo>
                  <a:lnTo>
                    <a:pt x="538736" y="3947287"/>
                  </a:lnTo>
                  <a:lnTo>
                    <a:pt x="539668" y="3947194"/>
                  </a:lnTo>
                  <a:lnTo>
                    <a:pt x="545795" y="3946529"/>
                  </a:lnTo>
                  <a:lnTo>
                    <a:pt x="561242" y="3944692"/>
                  </a:lnTo>
                  <a:lnTo>
                    <a:pt x="588856" y="3941077"/>
                  </a:lnTo>
                  <a:lnTo>
                    <a:pt x="629999" y="3935123"/>
                  </a:lnTo>
                  <a:lnTo>
                    <a:pt x="684446" y="3926378"/>
                  </a:lnTo>
                  <a:lnTo>
                    <a:pt x="750515" y="3914534"/>
                  </a:lnTo>
                  <a:lnTo>
                    <a:pt x="825459" y="3899441"/>
                  </a:lnTo>
                  <a:lnTo>
                    <a:pt x="906010" y="3881078"/>
                  </a:lnTo>
                  <a:lnTo>
                    <a:pt x="988918" y="3859501"/>
                  </a:lnTo>
                  <a:lnTo>
                    <a:pt x="1071366" y="3834779"/>
                  </a:lnTo>
                  <a:lnTo>
                    <a:pt x="1151200" y="3806944"/>
                  </a:lnTo>
                  <a:lnTo>
                    <a:pt x="1226983" y="3775943"/>
                  </a:lnTo>
                  <a:lnTo>
                    <a:pt x="1297934" y="3741618"/>
                  </a:lnTo>
                  <a:lnTo>
                    <a:pt x="1363799" y="3703696"/>
                  </a:lnTo>
                  <a:lnTo>
                    <a:pt x="1424719" y="3661785"/>
                  </a:lnTo>
                  <a:lnTo>
                    <a:pt x="1481100" y="3615384"/>
                  </a:lnTo>
                  <a:lnTo>
                    <a:pt x="1533515" y="3563899"/>
                  </a:lnTo>
                  <a:lnTo>
                    <a:pt x="1582623" y="3506678"/>
                  </a:lnTo>
                  <a:lnTo>
                    <a:pt x="1629115" y="3443061"/>
                  </a:lnTo>
                  <a:lnTo>
                    <a:pt x="1673659" y="3372473"/>
                  </a:lnTo>
                  <a:lnTo>
                    <a:pt x="1716854" y="3294583"/>
                  </a:lnTo>
                  <a:lnTo>
                    <a:pt x="1719082" y="3290313"/>
                  </a:lnTo>
                  <a:lnTo>
                    <a:pt x="1749950" y="3228706"/>
                  </a:lnTo>
                  <a:lnTo>
                    <a:pt x="1780544" y="3163157"/>
                  </a:lnTo>
                  <a:lnTo>
                    <a:pt x="1811009" y="3093586"/>
                  </a:lnTo>
                  <a:lnTo>
                    <a:pt x="1841466" y="3019961"/>
                  </a:lnTo>
                  <a:lnTo>
                    <a:pt x="1872008" y="2942299"/>
                  </a:lnTo>
                  <a:lnTo>
                    <a:pt x="1902707" y="2860679"/>
                  </a:lnTo>
                  <a:lnTo>
                    <a:pt x="1933615" y="2775235"/>
                  </a:lnTo>
                  <a:lnTo>
                    <a:pt x="1964764" y="2686169"/>
                  </a:lnTo>
                  <a:lnTo>
                    <a:pt x="1996169" y="2593743"/>
                  </a:lnTo>
                  <a:lnTo>
                    <a:pt x="2027827" y="2498283"/>
                  </a:lnTo>
                  <a:lnTo>
                    <a:pt x="2059723" y="2400176"/>
                  </a:lnTo>
                  <a:lnTo>
                    <a:pt x="2091827" y="2299861"/>
                  </a:lnTo>
                  <a:lnTo>
                    <a:pt x="2124099" y="2197825"/>
                  </a:lnTo>
                  <a:lnTo>
                    <a:pt x="2156490" y="2094592"/>
                  </a:lnTo>
                  <a:lnTo>
                    <a:pt x="2188947" y="1990716"/>
                  </a:lnTo>
                  <a:lnTo>
                    <a:pt x="2221413" y="1886761"/>
                  </a:lnTo>
                  <a:lnTo>
                    <a:pt x="2253828" y="1783295"/>
                  </a:lnTo>
                  <a:lnTo>
                    <a:pt x="2286138" y="1680875"/>
                  </a:lnTo>
                  <a:lnTo>
                    <a:pt x="2318293" y="1580034"/>
                  </a:lnTo>
                  <a:lnTo>
                    <a:pt x="2350249" y="1481271"/>
                  </a:lnTo>
                  <a:lnTo>
                    <a:pt x="2381975" y="1385040"/>
                  </a:lnTo>
                  <a:lnTo>
                    <a:pt x="2413451" y="1291742"/>
                  </a:lnTo>
                  <a:lnTo>
                    <a:pt x="2444670" y="1201720"/>
                  </a:lnTo>
                  <a:lnTo>
                    <a:pt x="2475642" y="1115254"/>
                  </a:lnTo>
                  <a:lnTo>
                    <a:pt x="2506394" y="1032562"/>
                  </a:lnTo>
                  <a:lnTo>
                    <a:pt x="2536973" y="953798"/>
                  </a:lnTo>
                  <a:lnTo>
                    <a:pt x="2567445" y="879055"/>
                  </a:lnTo>
                  <a:lnTo>
                    <a:pt x="2597897" y="808366"/>
                  </a:lnTo>
                  <a:lnTo>
                    <a:pt x="2628442" y="741714"/>
                  </a:lnTo>
                  <a:lnTo>
                    <a:pt x="2659218" y="679030"/>
                  </a:lnTo>
                  <a:lnTo>
                    <a:pt x="2667772" y="662418"/>
                  </a:lnTo>
                  <a:lnTo>
                    <a:pt x="2710910" y="584144"/>
                  </a:lnTo>
                  <a:lnTo>
                    <a:pt x="2755370" y="513181"/>
                  </a:lnTo>
                  <a:lnTo>
                    <a:pt x="2801744" y="449212"/>
                  </a:lnTo>
                  <a:lnTo>
                    <a:pt x="2850699" y="391673"/>
                  </a:lnTo>
                  <a:lnTo>
                    <a:pt x="2902924" y="339905"/>
                  </a:lnTo>
                  <a:lnTo>
                    <a:pt x="2959083" y="293254"/>
                  </a:lnTo>
                  <a:lnTo>
                    <a:pt x="3019753" y="251122"/>
                  </a:lnTo>
                  <a:lnTo>
                    <a:pt x="3085354" y="213002"/>
                  </a:lnTo>
                  <a:lnTo>
                    <a:pt x="3156041" y="178497"/>
                  </a:lnTo>
                  <a:lnTo>
                    <a:pt x="3231586" y="147327"/>
                  </a:lnTo>
                  <a:lnTo>
                    <a:pt x="3311238" y="119328"/>
                  </a:lnTo>
                  <a:lnTo>
                    <a:pt x="3393597" y="94444"/>
                  </a:lnTo>
                  <a:lnTo>
                    <a:pt x="3476545" y="72701"/>
                  </a:lnTo>
                  <a:lnTo>
                    <a:pt x="3557297" y="54169"/>
                  </a:lnTo>
                  <a:lnTo>
                    <a:pt x="3632617" y="38904"/>
                  </a:lnTo>
                  <a:lnTo>
                    <a:pt x="3699225" y="26893"/>
                  </a:lnTo>
                  <a:lnTo>
                    <a:pt x="3754331" y="17992"/>
                  </a:lnTo>
                  <a:lnTo>
                    <a:pt x="3796189" y="11903"/>
                  </a:lnTo>
                  <a:lnTo>
                    <a:pt x="3824489" y="8178"/>
                  </a:lnTo>
                  <a:lnTo>
                    <a:pt x="3840513" y="6263"/>
                  </a:lnTo>
                  <a:lnTo>
                    <a:pt x="3847036" y="555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7" y="5486"/>
                  </a:lnTo>
                  <a:lnTo>
                    <a:pt x="4396431" y="5784"/>
                  </a:lnTo>
                  <a:lnTo>
                    <a:pt x="4417150" y="6610"/>
                  </a:lnTo>
                  <a:lnTo>
                    <a:pt x="4453643" y="8230"/>
                  </a:lnTo>
                  <a:lnTo>
                    <a:pt x="4506930" y="10879"/>
                  </a:lnTo>
                  <a:lnTo>
                    <a:pt x="4575662" y="14729"/>
                  </a:lnTo>
                  <a:lnTo>
                    <a:pt x="4656571" y="19872"/>
                  </a:lnTo>
                  <a:lnTo>
                    <a:pt x="4745311" y="26332"/>
                  </a:lnTo>
                  <a:lnTo>
                    <a:pt x="4837384" y="34091"/>
                  </a:lnTo>
                  <a:lnTo>
                    <a:pt x="4928894" y="43116"/>
                  </a:lnTo>
                  <a:lnTo>
                    <a:pt x="5016940" y="53397"/>
                  </a:lnTo>
                  <a:lnTo>
                    <a:pt x="5099712" y="64963"/>
                  </a:lnTo>
                  <a:lnTo>
                    <a:pt x="5176353" y="77902"/>
                  </a:lnTo>
                  <a:lnTo>
                    <a:pt x="5246746" y="92356"/>
                  </a:lnTo>
                  <a:lnTo>
                    <a:pt x="5311284" y="108525"/>
                  </a:lnTo>
                  <a:lnTo>
                    <a:pt x="5370678" y="126661"/>
                  </a:lnTo>
                  <a:lnTo>
                    <a:pt x="5425806" y="147050"/>
                  </a:lnTo>
                  <a:lnTo>
                    <a:pt x="5477614" y="169988"/>
                  </a:lnTo>
                  <a:lnTo>
                    <a:pt x="5527019" y="195733"/>
                  </a:lnTo>
                  <a:lnTo>
                    <a:pt x="5567201" y="219596"/>
                  </a:lnTo>
                  <a:lnTo>
                    <a:pt x="5612731" y="249738"/>
                  </a:lnTo>
                  <a:lnTo>
                    <a:pt x="5657816" y="282717"/>
                  </a:lnTo>
                  <a:lnTo>
                    <a:pt x="5702866" y="318582"/>
                  </a:lnTo>
                  <a:lnTo>
                    <a:pt x="5748172" y="357299"/>
                  </a:lnTo>
                  <a:lnTo>
                    <a:pt x="5793922" y="398745"/>
                  </a:lnTo>
                  <a:lnTo>
                    <a:pt x="5840212" y="442700"/>
                  </a:lnTo>
                  <a:lnTo>
                    <a:pt x="5887056" y="488845"/>
                  </a:lnTo>
                  <a:lnTo>
                    <a:pt x="5934397" y="536768"/>
                  </a:lnTo>
                  <a:lnTo>
                    <a:pt x="5982120" y="585976"/>
                  </a:lnTo>
                  <a:lnTo>
                    <a:pt x="6030069" y="635915"/>
                  </a:lnTo>
                  <a:lnTo>
                    <a:pt x="6078062" y="685998"/>
                  </a:lnTo>
                  <a:lnTo>
                    <a:pt x="6125914" y="735628"/>
                  </a:lnTo>
                  <a:lnTo>
                    <a:pt x="6173455" y="784230"/>
                  </a:lnTo>
                  <a:lnTo>
                    <a:pt x="6220547" y="831282"/>
                  </a:lnTo>
                  <a:lnTo>
                    <a:pt x="6267105" y="876330"/>
                  </a:lnTo>
                  <a:lnTo>
                    <a:pt x="6313107" y="919010"/>
                  </a:lnTo>
                  <a:lnTo>
                    <a:pt x="6358608" y="959053"/>
                  </a:lnTo>
                  <a:lnTo>
                    <a:pt x="6403751" y="996291"/>
                  </a:lnTo>
                  <a:lnTo>
                    <a:pt x="6448775" y="1030649"/>
                  </a:lnTo>
                  <a:lnTo>
                    <a:pt x="6494033" y="1062137"/>
                  </a:lnTo>
                  <a:lnTo>
                    <a:pt x="6515891" y="1076202"/>
                  </a:lnTo>
                  <a:lnTo>
                    <a:pt x="6563915" y="1104415"/>
                  </a:lnTo>
                  <a:lnTo>
                    <a:pt x="6613649" y="1129694"/>
                  </a:lnTo>
                  <a:lnTo>
                    <a:pt x="6665928" y="1152202"/>
                  </a:lnTo>
                  <a:lnTo>
                    <a:pt x="6721681" y="1172207"/>
                  </a:lnTo>
                  <a:lnTo>
                    <a:pt x="6781848" y="1190007"/>
                  </a:lnTo>
                  <a:lnTo>
                    <a:pt x="6847289" y="1205884"/>
                  </a:lnTo>
                  <a:lnTo>
                    <a:pt x="6918674" y="1220081"/>
                  </a:lnTo>
                  <a:lnTo>
                    <a:pt x="6996328" y="1232790"/>
                  </a:lnTo>
                  <a:lnTo>
                    <a:pt x="7080030" y="1244145"/>
                  </a:lnTo>
                  <a:lnTo>
                    <a:pt x="7168786" y="1254222"/>
                  </a:lnTo>
                  <a:lnTo>
                    <a:pt x="7260611" y="1263045"/>
                  </a:lnTo>
                  <a:lnTo>
                    <a:pt x="7352433" y="1270596"/>
                  </a:lnTo>
                  <a:lnTo>
                    <a:pt x="7440220" y="1276845"/>
                  </a:lnTo>
                  <a:lnTo>
                    <a:pt x="7519443" y="1281776"/>
                  </a:lnTo>
                  <a:lnTo>
                    <a:pt x="7585863" y="1285424"/>
                  </a:lnTo>
                  <a:lnTo>
                    <a:pt x="7636474" y="1287893"/>
                  </a:lnTo>
                  <a:lnTo>
                    <a:pt x="7670290" y="1289368"/>
                  </a:lnTo>
                  <a:lnTo>
                    <a:pt x="7688721" y="1290090"/>
                  </a:lnTo>
                  <a:lnTo>
                    <a:pt x="7695479" y="1290330"/>
                  </a:lnTo>
                  <a:lnTo>
                    <a:pt x="7696237" y="1290354"/>
                  </a:lnTo>
                  <a:lnTo>
                    <a:pt x="8234974" y="1290354"/>
                  </a:lnTo>
                  <a:lnTo>
                    <a:pt x="8234974" y="1284910"/>
                  </a:ln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6" y="93"/>
                  </a:lnTo>
                  <a:lnTo>
                    <a:pt x="3841059" y="757"/>
                  </a:lnTo>
                  <a:lnTo>
                    <a:pt x="3825612" y="2594"/>
                  </a:lnTo>
                  <a:lnTo>
                    <a:pt x="3797999" y="6209"/>
                  </a:lnTo>
                  <a:lnTo>
                    <a:pt x="3756855" y="12163"/>
                  </a:lnTo>
                  <a:lnTo>
                    <a:pt x="3702409" y="20908"/>
                  </a:lnTo>
                  <a:lnTo>
                    <a:pt x="3636340" y="32753"/>
                  </a:lnTo>
                  <a:lnTo>
                    <a:pt x="3561395" y="47846"/>
                  </a:lnTo>
                  <a:lnTo>
                    <a:pt x="3480844" y="66208"/>
                  </a:lnTo>
                  <a:lnTo>
                    <a:pt x="3397937" y="87786"/>
                  </a:lnTo>
                  <a:lnTo>
                    <a:pt x="3315489" y="112507"/>
                  </a:lnTo>
                  <a:lnTo>
                    <a:pt x="3235655" y="140342"/>
                  </a:lnTo>
                  <a:lnTo>
                    <a:pt x="3159871" y="171344"/>
                  </a:lnTo>
                  <a:lnTo>
                    <a:pt x="3088921" y="205668"/>
                  </a:lnTo>
                  <a:lnTo>
                    <a:pt x="3023055" y="243590"/>
                  </a:lnTo>
                  <a:lnTo>
                    <a:pt x="2962136" y="285502"/>
                  </a:lnTo>
                  <a:lnTo>
                    <a:pt x="2905755" y="331903"/>
                  </a:lnTo>
                  <a:lnTo>
                    <a:pt x="2853340" y="383387"/>
                  </a:lnTo>
                  <a:lnTo>
                    <a:pt x="2804231" y="440608"/>
                  </a:lnTo>
                  <a:lnTo>
                    <a:pt x="2757740" y="504226"/>
                  </a:lnTo>
                  <a:lnTo>
                    <a:pt x="2713195" y="574813"/>
                  </a:lnTo>
                  <a:lnTo>
                    <a:pt x="2670001" y="652704"/>
                  </a:lnTo>
                  <a:lnTo>
                    <a:pt x="2667772" y="656973"/>
                  </a:lnTo>
                  <a:lnTo>
                    <a:pt x="2636904" y="718580"/>
                  </a:lnTo>
                  <a:lnTo>
                    <a:pt x="2606311" y="784129"/>
                  </a:lnTo>
                  <a:lnTo>
                    <a:pt x="2575845" y="853700"/>
                  </a:lnTo>
                  <a:lnTo>
                    <a:pt x="2545389" y="927326"/>
                  </a:lnTo>
                  <a:lnTo>
                    <a:pt x="2514847" y="1004987"/>
                  </a:lnTo>
                  <a:lnTo>
                    <a:pt x="2484148" y="1086608"/>
                  </a:lnTo>
                  <a:lnTo>
                    <a:pt x="2453240" y="1172051"/>
                  </a:lnTo>
                  <a:lnTo>
                    <a:pt x="2422091" y="1261117"/>
                  </a:lnTo>
                  <a:lnTo>
                    <a:pt x="2390686" y="1353543"/>
                  </a:lnTo>
                  <a:lnTo>
                    <a:pt x="2359027" y="1449003"/>
                  </a:lnTo>
                  <a:lnTo>
                    <a:pt x="2327132" y="1547110"/>
                  </a:lnTo>
                  <a:lnTo>
                    <a:pt x="2295028" y="1647426"/>
                  </a:lnTo>
                  <a:lnTo>
                    <a:pt x="2262756" y="1749462"/>
                  </a:lnTo>
                  <a:lnTo>
                    <a:pt x="2230364" y="1852694"/>
                  </a:lnTo>
                  <a:lnTo>
                    <a:pt x="2197907" y="1956570"/>
                  </a:lnTo>
                  <a:lnTo>
                    <a:pt x="2165442" y="2060526"/>
                  </a:lnTo>
                  <a:lnTo>
                    <a:pt x="2133027" y="2163992"/>
                  </a:lnTo>
                  <a:lnTo>
                    <a:pt x="2100717" y="2266411"/>
                  </a:lnTo>
                  <a:lnTo>
                    <a:pt x="2068562" y="2367252"/>
                  </a:lnTo>
                  <a:lnTo>
                    <a:pt x="2036605" y="2466015"/>
                  </a:lnTo>
                  <a:lnTo>
                    <a:pt x="2004879" y="2562246"/>
                  </a:lnTo>
                  <a:lnTo>
                    <a:pt x="1973404" y="2655544"/>
                  </a:lnTo>
                  <a:lnTo>
                    <a:pt x="1942185" y="2745567"/>
                  </a:lnTo>
                  <a:lnTo>
                    <a:pt x="1911213" y="2832032"/>
                  </a:lnTo>
                  <a:lnTo>
                    <a:pt x="1880460" y="2914724"/>
                  </a:lnTo>
                  <a:lnTo>
                    <a:pt x="1849881" y="2993488"/>
                  </a:lnTo>
                  <a:lnTo>
                    <a:pt x="1819410" y="3068231"/>
                  </a:lnTo>
                  <a:lnTo>
                    <a:pt x="1788957" y="3138920"/>
                  </a:lnTo>
                  <a:lnTo>
                    <a:pt x="1758413" y="3205572"/>
                  </a:lnTo>
                  <a:lnTo>
                    <a:pt x="1727637" y="3268257"/>
                  </a:lnTo>
                  <a:lnTo>
                    <a:pt x="1719082" y="3284868"/>
                  </a:lnTo>
                  <a:lnTo>
                    <a:pt x="1675944" y="3363142"/>
                  </a:lnTo>
                  <a:lnTo>
                    <a:pt x="1631484" y="3434106"/>
                  </a:lnTo>
                  <a:lnTo>
                    <a:pt x="1585110" y="3498075"/>
                  </a:lnTo>
                  <a:lnTo>
                    <a:pt x="1536156" y="3555614"/>
                  </a:lnTo>
                  <a:lnTo>
                    <a:pt x="1483931" y="3607381"/>
                  </a:lnTo>
                  <a:lnTo>
                    <a:pt x="1427772" y="3654032"/>
                  </a:lnTo>
                  <a:lnTo>
                    <a:pt x="1367101" y="3696165"/>
                  </a:lnTo>
                  <a:lnTo>
                    <a:pt x="1301501" y="3734284"/>
                  </a:lnTo>
                  <a:lnTo>
                    <a:pt x="1230814" y="3768789"/>
                  </a:lnTo>
                  <a:lnTo>
                    <a:pt x="1155268" y="3799959"/>
                  </a:lnTo>
                  <a:lnTo>
                    <a:pt x="1075616" y="3827958"/>
                  </a:lnTo>
                  <a:lnTo>
                    <a:pt x="993258" y="3852842"/>
                  </a:lnTo>
                  <a:lnTo>
                    <a:pt x="910310" y="3874585"/>
                  </a:lnTo>
                  <a:lnTo>
                    <a:pt x="829557" y="3893118"/>
                  </a:lnTo>
                  <a:lnTo>
                    <a:pt x="754237" y="3908382"/>
                  </a:lnTo>
                  <a:lnTo>
                    <a:pt x="687630" y="3920393"/>
                  </a:lnTo>
                  <a:lnTo>
                    <a:pt x="632523" y="3929294"/>
                  </a:lnTo>
                  <a:lnTo>
                    <a:pt x="590666" y="3935384"/>
                  </a:lnTo>
                  <a:lnTo>
                    <a:pt x="562365" y="3939108"/>
                  </a:lnTo>
                  <a:lnTo>
                    <a:pt x="546341" y="3941023"/>
                  </a:lnTo>
                  <a:lnTo>
                    <a:pt x="539819" y="3941734"/>
                  </a:lnTo>
                  <a:lnTo>
                    <a:pt x="538736" y="3941842"/>
                  </a:lnTo>
                  <a:lnTo>
                    <a:pt x="0" y="3941842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05" name="pl1905"/>
            <p:cNvSpPr/>
            <p:nvPr/>
          </p:nvSpPr>
          <p:spPr>
            <a:xfrm>
              <a:off x="546595" y="1681472"/>
              <a:ext cx="8234974" cy="3941842"/>
            </a:xfrm>
            <a:custGeom>
              <a:avLst/>
              <a:pathLst>
                <a:path w="8234974" h="3941842">
                  <a:moveTo>
                    <a:pt x="0" y="3941842"/>
                  </a:moveTo>
                  <a:lnTo>
                    <a:pt x="538736" y="3941842"/>
                  </a:lnTo>
                  <a:lnTo>
                    <a:pt x="539668" y="3941749"/>
                  </a:lnTo>
                  <a:lnTo>
                    <a:pt x="545795" y="3941085"/>
                  </a:lnTo>
                  <a:lnTo>
                    <a:pt x="561242" y="3939248"/>
                  </a:lnTo>
                  <a:lnTo>
                    <a:pt x="588856" y="3935632"/>
                  </a:lnTo>
                  <a:lnTo>
                    <a:pt x="629999" y="3929679"/>
                  </a:lnTo>
                  <a:lnTo>
                    <a:pt x="684446" y="3920933"/>
                  </a:lnTo>
                  <a:lnTo>
                    <a:pt x="750515" y="3909089"/>
                  </a:lnTo>
                  <a:lnTo>
                    <a:pt x="825459" y="3893996"/>
                  </a:lnTo>
                  <a:lnTo>
                    <a:pt x="906010" y="3875633"/>
                  </a:lnTo>
                  <a:lnTo>
                    <a:pt x="988918" y="3854056"/>
                  </a:lnTo>
                  <a:lnTo>
                    <a:pt x="1071366" y="3829335"/>
                  </a:lnTo>
                  <a:lnTo>
                    <a:pt x="1151200" y="3801499"/>
                  </a:lnTo>
                  <a:lnTo>
                    <a:pt x="1226983" y="3770498"/>
                  </a:lnTo>
                  <a:lnTo>
                    <a:pt x="1297934" y="3736173"/>
                  </a:lnTo>
                  <a:lnTo>
                    <a:pt x="1363799" y="3698251"/>
                  </a:lnTo>
                  <a:lnTo>
                    <a:pt x="1424719" y="3656340"/>
                  </a:lnTo>
                  <a:lnTo>
                    <a:pt x="1481100" y="3609939"/>
                  </a:lnTo>
                  <a:lnTo>
                    <a:pt x="1533515" y="3558455"/>
                  </a:lnTo>
                  <a:lnTo>
                    <a:pt x="1582623" y="3501234"/>
                  </a:lnTo>
                  <a:lnTo>
                    <a:pt x="1629115" y="3437616"/>
                  </a:lnTo>
                  <a:lnTo>
                    <a:pt x="1673659" y="3367029"/>
                  </a:lnTo>
                  <a:lnTo>
                    <a:pt x="1716854" y="3289138"/>
                  </a:lnTo>
                  <a:lnTo>
                    <a:pt x="1719082" y="3284868"/>
                  </a:lnTo>
                  <a:lnTo>
                    <a:pt x="1749950" y="3223261"/>
                  </a:lnTo>
                  <a:lnTo>
                    <a:pt x="1780544" y="3157713"/>
                  </a:lnTo>
                  <a:lnTo>
                    <a:pt x="1811009" y="3088142"/>
                  </a:lnTo>
                  <a:lnTo>
                    <a:pt x="1841466" y="3014516"/>
                  </a:lnTo>
                  <a:lnTo>
                    <a:pt x="1872008" y="2936855"/>
                  </a:lnTo>
                  <a:lnTo>
                    <a:pt x="1902707" y="2855234"/>
                  </a:lnTo>
                  <a:lnTo>
                    <a:pt x="1933615" y="2769791"/>
                  </a:lnTo>
                  <a:lnTo>
                    <a:pt x="1964764" y="2680725"/>
                  </a:lnTo>
                  <a:lnTo>
                    <a:pt x="1996169" y="2588299"/>
                  </a:lnTo>
                  <a:lnTo>
                    <a:pt x="2027827" y="2492839"/>
                  </a:lnTo>
                  <a:lnTo>
                    <a:pt x="2059723" y="2394731"/>
                  </a:lnTo>
                  <a:lnTo>
                    <a:pt x="2091827" y="2294416"/>
                  </a:lnTo>
                  <a:lnTo>
                    <a:pt x="2124099" y="2192380"/>
                  </a:lnTo>
                  <a:lnTo>
                    <a:pt x="2156490" y="2089148"/>
                  </a:lnTo>
                  <a:lnTo>
                    <a:pt x="2188947" y="1985271"/>
                  </a:lnTo>
                  <a:lnTo>
                    <a:pt x="2221413" y="1881316"/>
                  </a:lnTo>
                  <a:lnTo>
                    <a:pt x="2253828" y="1777850"/>
                  </a:lnTo>
                  <a:lnTo>
                    <a:pt x="2286138" y="1675430"/>
                  </a:lnTo>
                  <a:lnTo>
                    <a:pt x="2318293" y="1574590"/>
                  </a:lnTo>
                  <a:lnTo>
                    <a:pt x="2350249" y="1475827"/>
                  </a:lnTo>
                  <a:lnTo>
                    <a:pt x="2381975" y="1379596"/>
                  </a:lnTo>
                  <a:lnTo>
                    <a:pt x="2413451" y="1286297"/>
                  </a:lnTo>
                  <a:lnTo>
                    <a:pt x="2444670" y="1196275"/>
                  </a:lnTo>
                  <a:lnTo>
                    <a:pt x="2475642" y="1109809"/>
                  </a:lnTo>
                  <a:lnTo>
                    <a:pt x="2506394" y="1027118"/>
                  </a:lnTo>
                  <a:lnTo>
                    <a:pt x="2536973" y="948354"/>
                  </a:lnTo>
                  <a:lnTo>
                    <a:pt x="2567445" y="873610"/>
                  </a:lnTo>
                  <a:lnTo>
                    <a:pt x="2597897" y="802922"/>
                  </a:lnTo>
                  <a:lnTo>
                    <a:pt x="2628442" y="736269"/>
                  </a:lnTo>
                  <a:lnTo>
                    <a:pt x="2659218" y="673585"/>
                  </a:lnTo>
                  <a:lnTo>
                    <a:pt x="2667772" y="656973"/>
                  </a:lnTo>
                  <a:lnTo>
                    <a:pt x="2710910" y="578700"/>
                  </a:lnTo>
                  <a:lnTo>
                    <a:pt x="2755370" y="507736"/>
                  </a:lnTo>
                  <a:lnTo>
                    <a:pt x="2801744" y="443767"/>
                  </a:lnTo>
                  <a:lnTo>
                    <a:pt x="2850699" y="386228"/>
                  </a:lnTo>
                  <a:lnTo>
                    <a:pt x="2902924" y="334461"/>
                  </a:lnTo>
                  <a:lnTo>
                    <a:pt x="2959083" y="287809"/>
                  </a:lnTo>
                  <a:lnTo>
                    <a:pt x="3019753" y="245677"/>
                  </a:lnTo>
                  <a:lnTo>
                    <a:pt x="3085354" y="207557"/>
                  </a:lnTo>
                  <a:lnTo>
                    <a:pt x="3156041" y="173053"/>
                  </a:lnTo>
                  <a:lnTo>
                    <a:pt x="3231586" y="141883"/>
                  </a:lnTo>
                  <a:lnTo>
                    <a:pt x="3311238" y="113884"/>
                  </a:lnTo>
                  <a:lnTo>
                    <a:pt x="3393597" y="89000"/>
                  </a:lnTo>
                  <a:lnTo>
                    <a:pt x="3476545" y="67257"/>
                  </a:lnTo>
                  <a:lnTo>
                    <a:pt x="3557297" y="48724"/>
                  </a:lnTo>
                  <a:lnTo>
                    <a:pt x="3632617" y="33460"/>
                  </a:lnTo>
                  <a:lnTo>
                    <a:pt x="3699225" y="21448"/>
                  </a:lnTo>
                  <a:lnTo>
                    <a:pt x="3754331" y="12547"/>
                  </a:lnTo>
                  <a:lnTo>
                    <a:pt x="3796189" y="6458"/>
                  </a:lnTo>
                  <a:lnTo>
                    <a:pt x="3824489" y="2734"/>
                  </a:lnTo>
                  <a:lnTo>
                    <a:pt x="3840513" y="819"/>
                  </a:lnTo>
                  <a:lnTo>
                    <a:pt x="3847036" y="108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7" y="41"/>
                  </a:lnTo>
                  <a:lnTo>
                    <a:pt x="4396431" y="340"/>
                  </a:lnTo>
                  <a:lnTo>
                    <a:pt x="4417150" y="1166"/>
                  </a:lnTo>
                  <a:lnTo>
                    <a:pt x="4453643" y="2786"/>
                  </a:lnTo>
                  <a:lnTo>
                    <a:pt x="4506930" y="5435"/>
                  </a:lnTo>
                  <a:lnTo>
                    <a:pt x="4575662" y="9284"/>
                  </a:lnTo>
                  <a:lnTo>
                    <a:pt x="4656571" y="14427"/>
                  </a:lnTo>
                  <a:lnTo>
                    <a:pt x="4745311" y="20888"/>
                  </a:lnTo>
                  <a:lnTo>
                    <a:pt x="4837384" y="28646"/>
                  </a:lnTo>
                  <a:lnTo>
                    <a:pt x="4928894" y="37672"/>
                  </a:lnTo>
                  <a:lnTo>
                    <a:pt x="5016940" y="47952"/>
                  </a:lnTo>
                  <a:lnTo>
                    <a:pt x="5099712" y="59519"/>
                  </a:lnTo>
                  <a:lnTo>
                    <a:pt x="5176353" y="72457"/>
                  </a:lnTo>
                  <a:lnTo>
                    <a:pt x="5246746" y="86911"/>
                  </a:lnTo>
                  <a:lnTo>
                    <a:pt x="5311284" y="103080"/>
                  </a:lnTo>
                  <a:lnTo>
                    <a:pt x="5370678" y="121216"/>
                  </a:lnTo>
                  <a:lnTo>
                    <a:pt x="5425806" y="141605"/>
                  </a:lnTo>
                  <a:lnTo>
                    <a:pt x="5477614" y="164543"/>
                  </a:lnTo>
                  <a:lnTo>
                    <a:pt x="5527019" y="190288"/>
                  </a:lnTo>
                  <a:lnTo>
                    <a:pt x="5567201" y="214151"/>
                  </a:lnTo>
                  <a:lnTo>
                    <a:pt x="5612731" y="244294"/>
                  </a:lnTo>
                  <a:lnTo>
                    <a:pt x="5657816" y="277273"/>
                  </a:lnTo>
                  <a:lnTo>
                    <a:pt x="5702866" y="313137"/>
                  </a:lnTo>
                  <a:lnTo>
                    <a:pt x="5748172" y="351854"/>
                  </a:lnTo>
                  <a:lnTo>
                    <a:pt x="5793922" y="393301"/>
                  </a:lnTo>
                  <a:lnTo>
                    <a:pt x="5840212" y="437256"/>
                  </a:lnTo>
                  <a:lnTo>
                    <a:pt x="5887056" y="483401"/>
                  </a:lnTo>
                  <a:lnTo>
                    <a:pt x="5934397" y="531323"/>
                  </a:lnTo>
                  <a:lnTo>
                    <a:pt x="5982120" y="580531"/>
                  </a:lnTo>
                  <a:lnTo>
                    <a:pt x="6030069" y="630471"/>
                  </a:lnTo>
                  <a:lnTo>
                    <a:pt x="6078062" y="680553"/>
                  </a:lnTo>
                  <a:lnTo>
                    <a:pt x="6125914" y="730183"/>
                  </a:lnTo>
                  <a:lnTo>
                    <a:pt x="6173455" y="778786"/>
                  </a:lnTo>
                  <a:lnTo>
                    <a:pt x="6220547" y="825837"/>
                  </a:lnTo>
                  <a:lnTo>
                    <a:pt x="6267105" y="870885"/>
                  </a:lnTo>
                  <a:lnTo>
                    <a:pt x="6313107" y="913565"/>
                  </a:lnTo>
                  <a:lnTo>
                    <a:pt x="6358608" y="953609"/>
                  </a:lnTo>
                  <a:lnTo>
                    <a:pt x="6403751" y="990847"/>
                  </a:lnTo>
                  <a:lnTo>
                    <a:pt x="6448775" y="1025204"/>
                  </a:lnTo>
                  <a:lnTo>
                    <a:pt x="6494033" y="1056692"/>
                  </a:lnTo>
                  <a:lnTo>
                    <a:pt x="6515891" y="1070758"/>
                  </a:lnTo>
                  <a:lnTo>
                    <a:pt x="6563915" y="1098971"/>
                  </a:lnTo>
                  <a:lnTo>
                    <a:pt x="6613649" y="1124249"/>
                  </a:lnTo>
                  <a:lnTo>
                    <a:pt x="6665928" y="1146757"/>
                  </a:lnTo>
                  <a:lnTo>
                    <a:pt x="6721681" y="1166762"/>
                  </a:lnTo>
                  <a:lnTo>
                    <a:pt x="6781848" y="1184562"/>
                  </a:lnTo>
                  <a:lnTo>
                    <a:pt x="6847289" y="1200439"/>
                  </a:lnTo>
                  <a:lnTo>
                    <a:pt x="6918674" y="1214636"/>
                  </a:lnTo>
                  <a:lnTo>
                    <a:pt x="6996328" y="1227345"/>
                  </a:lnTo>
                  <a:lnTo>
                    <a:pt x="7080030" y="1238701"/>
                  </a:lnTo>
                  <a:lnTo>
                    <a:pt x="7168786" y="1248778"/>
                  </a:lnTo>
                  <a:lnTo>
                    <a:pt x="7260611" y="1257600"/>
                  </a:lnTo>
                  <a:lnTo>
                    <a:pt x="7352433" y="1265152"/>
                  </a:lnTo>
                  <a:lnTo>
                    <a:pt x="7440220" y="1271401"/>
                  </a:lnTo>
                  <a:lnTo>
                    <a:pt x="7519443" y="1276332"/>
                  </a:lnTo>
                  <a:lnTo>
                    <a:pt x="7585863" y="1279979"/>
                  </a:lnTo>
                  <a:lnTo>
                    <a:pt x="7636474" y="1282449"/>
                  </a:lnTo>
                  <a:lnTo>
                    <a:pt x="7670290" y="1283924"/>
                  </a:lnTo>
                  <a:lnTo>
                    <a:pt x="7688721" y="1284646"/>
                  </a:lnTo>
                  <a:lnTo>
                    <a:pt x="7695479" y="1284885"/>
                  </a:lnTo>
                  <a:lnTo>
                    <a:pt x="7696237" y="1284910"/>
                  </a:lnTo>
                  <a:lnTo>
                    <a:pt x="8234974" y="1284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6" name="pl1906"/>
            <p:cNvSpPr/>
            <p:nvPr/>
          </p:nvSpPr>
          <p:spPr>
            <a:xfrm>
              <a:off x="546595" y="1676027"/>
              <a:ext cx="8234974" cy="3941842"/>
            </a:xfrm>
            <a:custGeom>
              <a:avLst/>
              <a:pathLst>
                <a:path w="8234974" h="3941842">
                  <a:moveTo>
                    <a:pt x="8234974" y="1284910"/>
                  </a:move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6" y="93"/>
                  </a:lnTo>
                  <a:lnTo>
                    <a:pt x="3841059" y="757"/>
                  </a:lnTo>
                  <a:lnTo>
                    <a:pt x="3825612" y="2594"/>
                  </a:lnTo>
                  <a:lnTo>
                    <a:pt x="3797999" y="6209"/>
                  </a:lnTo>
                  <a:lnTo>
                    <a:pt x="3756855" y="12163"/>
                  </a:lnTo>
                  <a:lnTo>
                    <a:pt x="3702409" y="20908"/>
                  </a:lnTo>
                  <a:lnTo>
                    <a:pt x="3636340" y="32753"/>
                  </a:lnTo>
                  <a:lnTo>
                    <a:pt x="3561395" y="47846"/>
                  </a:lnTo>
                  <a:lnTo>
                    <a:pt x="3480844" y="66208"/>
                  </a:lnTo>
                  <a:lnTo>
                    <a:pt x="3397937" y="87786"/>
                  </a:lnTo>
                  <a:lnTo>
                    <a:pt x="3315489" y="112507"/>
                  </a:lnTo>
                  <a:lnTo>
                    <a:pt x="3235655" y="140342"/>
                  </a:lnTo>
                  <a:lnTo>
                    <a:pt x="3159871" y="171344"/>
                  </a:lnTo>
                  <a:lnTo>
                    <a:pt x="3088921" y="205668"/>
                  </a:lnTo>
                  <a:lnTo>
                    <a:pt x="3023055" y="243590"/>
                  </a:lnTo>
                  <a:lnTo>
                    <a:pt x="2962136" y="285502"/>
                  </a:lnTo>
                  <a:lnTo>
                    <a:pt x="2905755" y="331903"/>
                  </a:lnTo>
                  <a:lnTo>
                    <a:pt x="2853340" y="383387"/>
                  </a:lnTo>
                  <a:lnTo>
                    <a:pt x="2804231" y="440608"/>
                  </a:lnTo>
                  <a:lnTo>
                    <a:pt x="2757740" y="504226"/>
                  </a:lnTo>
                  <a:lnTo>
                    <a:pt x="2713195" y="574813"/>
                  </a:lnTo>
                  <a:lnTo>
                    <a:pt x="2670001" y="652704"/>
                  </a:lnTo>
                  <a:lnTo>
                    <a:pt x="2667772" y="656973"/>
                  </a:lnTo>
                  <a:lnTo>
                    <a:pt x="2636904" y="718580"/>
                  </a:lnTo>
                  <a:lnTo>
                    <a:pt x="2606311" y="784129"/>
                  </a:lnTo>
                  <a:lnTo>
                    <a:pt x="2575845" y="853700"/>
                  </a:lnTo>
                  <a:lnTo>
                    <a:pt x="2545389" y="927326"/>
                  </a:lnTo>
                  <a:lnTo>
                    <a:pt x="2514847" y="1004987"/>
                  </a:lnTo>
                  <a:lnTo>
                    <a:pt x="2484148" y="1086608"/>
                  </a:lnTo>
                  <a:lnTo>
                    <a:pt x="2453240" y="1172051"/>
                  </a:lnTo>
                  <a:lnTo>
                    <a:pt x="2422091" y="1261117"/>
                  </a:lnTo>
                  <a:lnTo>
                    <a:pt x="2390686" y="1353543"/>
                  </a:lnTo>
                  <a:lnTo>
                    <a:pt x="2359027" y="1449003"/>
                  </a:lnTo>
                  <a:lnTo>
                    <a:pt x="2327132" y="1547110"/>
                  </a:lnTo>
                  <a:lnTo>
                    <a:pt x="2295028" y="1647426"/>
                  </a:lnTo>
                  <a:lnTo>
                    <a:pt x="2262756" y="1749462"/>
                  </a:lnTo>
                  <a:lnTo>
                    <a:pt x="2230364" y="1852694"/>
                  </a:lnTo>
                  <a:lnTo>
                    <a:pt x="2197907" y="1956570"/>
                  </a:lnTo>
                  <a:lnTo>
                    <a:pt x="2165442" y="2060526"/>
                  </a:lnTo>
                  <a:lnTo>
                    <a:pt x="2133027" y="2163992"/>
                  </a:lnTo>
                  <a:lnTo>
                    <a:pt x="2100717" y="2266411"/>
                  </a:lnTo>
                  <a:lnTo>
                    <a:pt x="2068562" y="2367252"/>
                  </a:lnTo>
                  <a:lnTo>
                    <a:pt x="2036605" y="2466015"/>
                  </a:lnTo>
                  <a:lnTo>
                    <a:pt x="2004879" y="2562246"/>
                  </a:lnTo>
                  <a:lnTo>
                    <a:pt x="1973404" y="2655544"/>
                  </a:lnTo>
                  <a:lnTo>
                    <a:pt x="1942185" y="2745567"/>
                  </a:lnTo>
                  <a:lnTo>
                    <a:pt x="1911213" y="2832032"/>
                  </a:lnTo>
                  <a:lnTo>
                    <a:pt x="1880460" y="2914724"/>
                  </a:lnTo>
                  <a:lnTo>
                    <a:pt x="1849881" y="2993488"/>
                  </a:lnTo>
                  <a:lnTo>
                    <a:pt x="1819410" y="3068231"/>
                  </a:lnTo>
                  <a:lnTo>
                    <a:pt x="1788957" y="3138920"/>
                  </a:lnTo>
                  <a:lnTo>
                    <a:pt x="1758413" y="3205572"/>
                  </a:lnTo>
                  <a:lnTo>
                    <a:pt x="1727637" y="3268257"/>
                  </a:lnTo>
                  <a:lnTo>
                    <a:pt x="1719082" y="3284868"/>
                  </a:lnTo>
                  <a:lnTo>
                    <a:pt x="1675944" y="3363142"/>
                  </a:lnTo>
                  <a:lnTo>
                    <a:pt x="1631484" y="3434106"/>
                  </a:lnTo>
                  <a:lnTo>
                    <a:pt x="1585110" y="3498075"/>
                  </a:lnTo>
                  <a:lnTo>
                    <a:pt x="1536156" y="3555614"/>
                  </a:lnTo>
                  <a:lnTo>
                    <a:pt x="1483931" y="3607381"/>
                  </a:lnTo>
                  <a:lnTo>
                    <a:pt x="1427772" y="3654032"/>
                  </a:lnTo>
                  <a:lnTo>
                    <a:pt x="1367101" y="3696165"/>
                  </a:lnTo>
                  <a:lnTo>
                    <a:pt x="1301501" y="3734284"/>
                  </a:lnTo>
                  <a:lnTo>
                    <a:pt x="1230814" y="3768789"/>
                  </a:lnTo>
                  <a:lnTo>
                    <a:pt x="1155268" y="3799959"/>
                  </a:lnTo>
                  <a:lnTo>
                    <a:pt x="1075616" y="3827958"/>
                  </a:lnTo>
                  <a:lnTo>
                    <a:pt x="993258" y="3852842"/>
                  </a:lnTo>
                  <a:lnTo>
                    <a:pt x="910310" y="3874585"/>
                  </a:lnTo>
                  <a:lnTo>
                    <a:pt x="829557" y="3893118"/>
                  </a:lnTo>
                  <a:lnTo>
                    <a:pt x="754237" y="3908382"/>
                  </a:lnTo>
                  <a:lnTo>
                    <a:pt x="687630" y="3920393"/>
                  </a:lnTo>
                  <a:lnTo>
                    <a:pt x="632523" y="3929294"/>
                  </a:lnTo>
                  <a:lnTo>
                    <a:pt x="590666" y="3935384"/>
                  </a:lnTo>
                  <a:lnTo>
                    <a:pt x="562365" y="3939108"/>
                  </a:lnTo>
                  <a:lnTo>
                    <a:pt x="546341" y="3941023"/>
                  </a:lnTo>
                  <a:lnTo>
                    <a:pt x="539819" y="3941734"/>
                  </a:lnTo>
                  <a:lnTo>
                    <a:pt x="538736" y="3941842"/>
                  </a:lnTo>
                  <a:lnTo>
                    <a:pt x="538736" y="3941842"/>
                  </a:lnTo>
                  <a:lnTo>
                    <a:pt x="0" y="39418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7" name="pg1907"/>
            <p:cNvSpPr/>
            <p:nvPr/>
          </p:nvSpPr>
          <p:spPr>
            <a:xfrm>
              <a:off x="546595" y="5688649"/>
              <a:ext cx="8234974" cy="517230"/>
            </a:xfrm>
            <a:custGeom>
              <a:avLst/>
              <a:pathLst>
                <a:path w="8234974" h="517230">
                  <a:moveTo>
                    <a:pt x="0" y="5444"/>
                  </a:moveTo>
                  <a:lnTo>
                    <a:pt x="538736" y="5444"/>
                  </a:lnTo>
                  <a:lnTo>
                    <a:pt x="540034" y="5461"/>
                  </a:lnTo>
                  <a:lnTo>
                    <a:pt x="548501" y="5582"/>
                  </a:lnTo>
                  <a:lnTo>
                    <a:pt x="569611" y="5918"/>
                  </a:lnTo>
                  <a:lnTo>
                    <a:pt x="606755" y="6577"/>
                  </a:lnTo>
                  <a:lnTo>
                    <a:pt x="660914" y="7653"/>
                  </a:lnTo>
                  <a:lnTo>
                    <a:pt x="730641" y="9216"/>
                  </a:lnTo>
                  <a:lnTo>
                    <a:pt x="812546" y="11301"/>
                  </a:lnTo>
                  <a:lnTo>
                    <a:pt x="902167" y="13919"/>
                  </a:lnTo>
                  <a:lnTo>
                    <a:pt x="994931" y="17060"/>
                  </a:lnTo>
                  <a:lnTo>
                    <a:pt x="1086914" y="20712"/>
                  </a:lnTo>
                  <a:lnTo>
                    <a:pt x="1175228" y="24871"/>
                  </a:lnTo>
                  <a:lnTo>
                    <a:pt x="1258099" y="29551"/>
                  </a:lnTo>
                  <a:lnTo>
                    <a:pt x="1334722" y="34789"/>
                  </a:lnTo>
                  <a:lnTo>
                    <a:pt x="1405031" y="40645"/>
                  </a:lnTo>
                  <a:lnTo>
                    <a:pt x="1469462" y="47203"/>
                  </a:lnTo>
                  <a:lnTo>
                    <a:pt x="1528763" y="54565"/>
                  </a:lnTo>
                  <a:lnTo>
                    <a:pt x="1583844" y="62851"/>
                  </a:lnTo>
                  <a:lnTo>
                    <a:pt x="1635669" y="72179"/>
                  </a:lnTo>
                  <a:lnTo>
                    <a:pt x="1685168" y="82651"/>
                  </a:lnTo>
                  <a:lnTo>
                    <a:pt x="1719082" y="90742"/>
                  </a:lnTo>
                  <a:lnTo>
                    <a:pt x="1770307" y="104340"/>
                  </a:lnTo>
                  <a:lnTo>
                    <a:pt x="1821038" y="119374"/>
                  </a:lnTo>
                  <a:lnTo>
                    <a:pt x="1871827" y="135865"/>
                  </a:lnTo>
                  <a:lnTo>
                    <a:pt x="1923043" y="153777"/>
                  </a:lnTo>
                  <a:lnTo>
                    <a:pt x="1974895" y="173017"/>
                  </a:lnTo>
                  <a:lnTo>
                    <a:pt x="2027452" y="193426"/>
                  </a:lnTo>
                  <a:lnTo>
                    <a:pt x="2080662" y="214787"/>
                  </a:lnTo>
                  <a:lnTo>
                    <a:pt x="2134376" y="236828"/>
                  </a:lnTo>
                  <a:lnTo>
                    <a:pt x="2188373" y="259235"/>
                  </a:lnTo>
                  <a:lnTo>
                    <a:pt x="2242395" y="281674"/>
                  </a:lnTo>
                  <a:lnTo>
                    <a:pt x="2296180" y="303808"/>
                  </a:lnTo>
                  <a:lnTo>
                    <a:pt x="2349498" y="325318"/>
                  </a:lnTo>
                  <a:lnTo>
                    <a:pt x="2402184" y="345924"/>
                  </a:lnTo>
                  <a:lnTo>
                    <a:pt x="2454167" y="365396"/>
                  </a:lnTo>
                  <a:lnTo>
                    <a:pt x="2505491" y="383566"/>
                  </a:lnTo>
                  <a:lnTo>
                    <a:pt x="2556337" y="400327"/>
                  </a:lnTo>
                  <a:lnTo>
                    <a:pt x="2607043" y="415634"/>
                  </a:lnTo>
                  <a:lnTo>
                    <a:pt x="2658123" y="429497"/>
                  </a:lnTo>
                  <a:lnTo>
                    <a:pt x="2667772" y="431933"/>
                  </a:lnTo>
                  <a:lnTo>
                    <a:pt x="2716128" y="443242"/>
                  </a:lnTo>
                  <a:lnTo>
                    <a:pt x="2766224" y="453368"/>
                  </a:lnTo>
                  <a:lnTo>
                    <a:pt x="2818911" y="462376"/>
                  </a:lnTo>
                  <a:lnTo>
                    <a:pt x="2875140" y="470376"/>
                  </a:lnTo>
                  <a:lnTo>
                    <a:pt x="2935868" y="477489"/>
                  </a:lnTo>
                  <a:lnTo>
                    <a:pt x="3001970" y="483829"/>
                  </a:lnTo>
                  <a:lnTo>
                    <a:pt x="3074118" y="489495"/>
                  </a:lnTo>
                  <a:lnTo>
                    <a:pt x="3152623" y="494562"/>
                  </a:lnTo>
                  <a:lnTo>
                    <a:pt x="3237227" y="499086"/>
                  </a:lnTo>
                  <a:lnTo>
                    <a:pt x="3326859" y="503094"/>
                  </a:lnTo>
                  <a:lnTo>
                    <a:pt x="3419423" y="506596"/>
                  </a:lnTo>
                  <a:lnTo>
                    <a:pt x="3511708" y="509584"/>
                  </a:lnTo>
                  <a:lnTo>
                    <a:pt x="3599535" y="512045"/>
                  </a:lnTo>
                  <a:lnTo>
                    <a:pt x="3678276" y="513974"/>
                  </a:lnTo>
                  <a:lnTo>
                    <a:pt x="3743681" y="515388"/>
                  </a:lnTo>
                  <a:lnTo>
                    <a:pt x="3792856" y="516332"/>
                  </a:lnTo>
                  <a:lnTo>
                    <a:pt x="3825044" y="516884"/>
                  </a:lnTo>
                  <a:lnTo>
                    <a:pt x="3841963" y="517145"/>
                  </a:lnTo>
                  <a:lnTo>
                    <a:pt x="3847657" y="517224"/>
                  </a:lnTo>
                  <a:lnTo>
                    <a:pt x="3848118" y="517230"/>
                  </a:lnTo>
                  <a:lnTo>
                    <a:pt x="4386855" y="517230"/>
                  </a:lnTo>
                  <a:lnTo>
                    <a:pt x="4388158" y="517230"/>
                  </a:lnTo>
                  <a:lnTo>
                    <a:pt x="4396657" y="517230"/>
                  </a:lnTo>
                  <a:lnTo>
                    <a:pt x="4417843" y="517230"/>
                  </a:lnTo>
                  <a:lnTo>
                    <a:pt x="4455112" y="517230"/>
                  </a:lnTo>
                  <a:lnTo>
                    <a:pt x="4509439" y="517230"/>
                  </a:lnTo>
                  <a:lnTo>
                    <a:pt x="4579359" y="517230"/>
                  </a:lnTo>
                  <a:lnTo>
                    <a:pt x="4661455" y="517230"/>
                  </a:lnTo>
                  <a:lnTo>
                    <a:pt x="4751244" y="517230"/>
                  </a:lnTo>
                  <a:lnTo>
                    <a:pt x="4844140" y="517230"/>
                  </a:lnTo>
                  <a:lnTo>
                    <a:pt x="4936212" y="517230"/>
                  </a:lnTo>
                  <a:lnTo>
                    <a:pt x="5024576" y="517230"/>
                  </a:lnTo>
                  <a:lnTo>
                    <a:pt x="5107465" y="517230"/>
                  </a:lnTo>
                  <a:lnTo>
                    <a:pt x="5184084" y="517230"/>
                  </a:lnTo>
                  <a:lnTo>
                    <a:pt x="5254376" y="517230"/>
                  </a:lnTo>
                  <a:lnTo>
                    <a:pt x="5318786" y="517230"/>
                  </a:lnTo>
                  <a:lnTo>
                    <a:pt x="5378070" y="517230"/>
                  </a:lnTo>
                  <a:lnTo>
                    <a:pt x="5433143" y="517230"/>
                  </a:lnTo>
                  <a:lnTo>
                    <a:pt x="5484972" y="517230"/>
                  </a:lnTo>
                  <a:lnTo>
                    <a:pt x="5534491" y="517230"/>
                  </a:lnTo>
                  <a:lnTo>
                    <a:pt x="5567201" y="517230"/>
                  </a:lnTo>
                  <a:lnTo>
                    <a:pt x="5619996" y="517230"/>
                  </a:lnTo>
                  <a:lnTo>
                    <a:pt x="5672287" y="517230"/>
                  </a:lnTo>
                  <a:lnTo>
                    <a:pt x="5724668" y="517230"/>
                  </a:lnTo>
                  <a:lnTo>
                    <a:pt x="5777529" y="517230"/>
                  </a:lnTo>
                  <a:lnTo>
                    <a:pt x="5831082" y="517230"/>
                  </a:lnTo>
                  <a:lnTo>
                    <a:pt x="5885383" y="517230"/>
                  </a:lnTo>
                  <a:lnTo>
                    <a:pt x="5940355" y="517230"/>
                  </a:lnTo>
                  <a:lnTo>
                    <a:pt x="5995816" y="517230"/>
                  </a:lnTo>
                  <a:lnTo>
                    <a:pt x="6051513" y="517230"/>
                  </a:lnTo>
                  <a:lnTo>
                    <a:pt x="6107158" y="517230"/>
                  </a:lnTo>
                  <a:lnTo>
                    <a:pt x="6162470" y="517230"/>
                  </a:lnTo>
                  <a:lnTo>
                    <a:pt x="6217218" y="517230"/>
                  </a:lnTo>
                  <a:lnTo>
                    <a:pt x="6271253" y="517230"/>
                  </a:lnTo>
                  <a:lnTo>
                    <a:pt x="6324545" y="517230"/>
                  </a:lnTo>
                  <a:lnTo>
                    <a:pt x="6377202" y="517230"/>
                  </a:lnTo>
                  <a:lnTo>
                    <a:pt x="6429496" y="517230"/>
                  </a:lnTo>
                  <a:lnTo>
                    <a:pt x="6481886" y="517230"/>
                  </a:lnTo>
                  <a:lnTo>
                    <a:pt x="6515891" y="517230"/>
                  </a:lnTo>
                  <a:lnTo>
                    <a:pt x="6564311" y="517230"/>
                  </a:lnTo>
                  <a:lnTo>
                    <a:pt x="6614476" y="517230"/>
                  </a:lnTo>
                  <a:lnTo>
                    <a:pt x="6667243" y="517230"/>
                  </a:lnTo>
                  <a:lnTo>
                    <a:pt x="6723563" y="517230"/>
                  </a:lnTo>
                  <a:lnTo>
                    <a:pt x="6784400" y="517230"/>
                  </a:lnTo>
                  <a:lnTo>
                    <a:pt x="6850628" y="517230"/>
                  </a:lnTo>
                  <a:lnTo>
                    <a:pt x="6922924" y="517230"/>
                  </a:lnTo>
                  <a:lnTo>
                    <a:pt x="7001594" y="517230"/>
                  </a:lnTo>
                  <a:lnTo>
                    <a:pt x="7086371" y="517230"/>
                  </a:lnTo>
                  <a:lnTo>
                    <a:pt x="7176171" y="517230"/>
                  </a:lnTo>
                  <a:lnTo>
                    <a:pt x="7268876" y="517230"/>
                  </a:lnTo>
                  <a:lnTo>
                    <a:pt x="7361246" y="517230"/>
                  </a:lnTo>
                  <a:lnTo>
                    <a:pt x="7449077" y="517230"/>
                  </a:lnTo>
                  <a:lnTo>
                    <a:pt x="7527719" y="517230"/>
                  </a:lnTo>
                  <a:lnTo>
                    <a:pt x="7592923" y="517230"/>
                  </a:lnTo>
                  <a:lnTo>
                    <a:pt x="7641817" y="517230"/>
                  </a:lnTo>
                  <a:lnTo>
                    <a:pt x="7673693" y="517230"/>
                  </a:lnTo>
                  <a:lnTo>
                    <a:pt x="7690324" y="517230"/>
                  </a:lnTo>
                  <a:lnTo>
                    <a:pt x="7695822" y="517230"/>
                  </a:lnTo>
                  <a:lnTo>
                    <a:pt x="7696237" y="517230"/>
                  </a:lnTo>
                  <a:lnTo>
                    <a:pt x="8234974" y="517230"/>
                  </a:lnTo>
                  <a:lnTo>
                    <a:pt x="8234974" y="511786"/>
                  </a:lnTo>
                  <a:lnTo>
                    <a:pt x="7696237" y="511786"/>
                  </a:lnTo>
                  <a:lnTo>
                    <a:pt x="7694935" y="511786"/>
                  </a:lnTo>
                  <a:lnTo>
                    <a:pt x="7686435" y="511786"/>
                  </a:lnTo>
                  <a:lnTo>
                    <a:pt x="7665250" y="511786"/>
                  </a:lnTo>
                  <a:lnTo>
                    <a:pt x="7627980" y="511786"/>
                  </a:lnTo>
                  <a:lnTo>
                    <a:pt x="7573653" y="511786"/>
                  </a:lnTo>
                  <a:lnTo>
                    <a:pt x="7503734" y="511786"/>
                  </a:lnTo>
                  <a:lnTo>
                    <a:pt x="7421638" y="511786"/>
                  </a:lnTo>
                  <a:lnTo>
                    <a:pt x="7331849" y="511786"/>
                  </a:lnTo>
                  <a:lnTo>
                    <a:pt x="7238952" y="511786"/>
                  </a:lnTo>
                  <a:lnTo>
                    <a:pt x="7146880" y="511786"/>
                  </a:lnTo>
                  <a:lnTo>
                    <a:pt x="7058517" y="511786"/>
                  </a:lnTo>
                  <a:lnTo>
                    <a:pt x="6975627" y="511786"/>
                  </a:lnTo>
                  <a:lnTo>
                    <a:pt x="6899008" y="511786"/>
                  </a:lnTo>
                  <a:lnTo>
                    <a:pt x="6828717" y="511786"/>
                  </a:lnTo>
                  <a:lnTo>
                    <a:pt x="6764307" y="511786"/>
                  </a:lnTo>
                  <a:lnTo>
                    <a:pt x="6705023" y="511786"/>
                  </a:lnTo>
                  <a:lnTo>
                    <a:pt x="6649950" y="511786"/>
                  </a:lnTo>
                  <a:lnTo>
                    <a:pt x="6598120" y="511786"/>
                  </a:lnTo>
                  <a:lnTo>
                    <a:pt x="6548602" y="511786"/>
                  </a:lnTo>
                  <a:lnTo>
                    <a:pt x="6515891" y="511786"/>
                  </a:lnTo>
                  <a:lnTo>
                    <a:pt x="6463096" y="511786"/>
                  </a:lnTo>
                  <a:lnTo>
                    <a:pt x="6410806" y="511786"/>
                  </a:lnTo>
                  <a:lnTo>
                    <a:pt x="6358425" y="511786"/>
                  </a:lnTo>
                  <a:lnTo>
                    <a:pt x="6305563" y="511786"/>
                  </a:lnTo>
                  <a:lnTo>
                    <a:pt x="6252010" y="511786"/>
                  </a:lnTo>
                  <a:lnTo>
                    <a:pt x="6197710" y="511786"/>
                  </a:lnTo>
                  <a:lnTo>
                    <a:pt x="6142738" y="511786"/>
                  </a:lnTo>
                  <a:lnTo>
                    <a:pt x="6087276" y="511786"/>
                  </a:lnTo>
                  <a:lnTo>
                    <a:pt x="6031580" y="511786"/>
                  </a:lnTo>
                  <a:lnTo>
                    <a:pt x="5975935" y="511786"/>
                  </a:lnTo>
                  <a:lnTo>
                    <a:pt x="5920622" y="511786"/>
                  </a:lnTo>
                  <a:lnTo>
                    <a:pt x="5865875" y="511786"/>
                  </a:lnTo>
                  <a:lnTo>
                    <a:pt x="5811839" y="511786"/>
                  </a:lnTo>
                  <a:lnTo>
                    <a:pt x="5758547" y="511786"/>
                  </a:lnTo>
                  <a:lnTo>
                    <a:pt x="5705891" y="511786"/>
                  </a:lnTo>
                  <a:lnTo>
                    <a:pt x="5653597" y="511786"/>
                  </a:lnTo>
                  <a:lnTo>
                    <a:pt x="5601206" y="511786"/>
                  </a:lnTo>
                  <a:lnTo>
                    <a:pt x="5567201" y="511786"/>
                  </a:lnTo>
                  <a:lnTo>
                    <a:pt x="5518782" y="511786"/>
                  </a:lnTo>
                  <a:lnTo>
                    <a:pt x="5468616" y="511786"/>
                  </a:lnTo>
                  <a:lnTo>
                    <a:pt x="5415850" y="511786"/>
                  </a:lnTo>
                  <a:lnTo>
                    <a:pt x="5359529" y="511786"/>
                  </a:lnTo>
                  <a:lnTo>
                    <a:pt x="5298693" y="511786"/>
                  </a:lnTo>
                  <a:lnTo>
                    <a:pt x="5232464" y="511786"/>
                  </a:lnTo>
                  <a:lnTo>
                    <a:pt x="5160169" y="511786"/>
                  </a:lnTo>
                  <a:lnTo>
                    <a:pt x="5081499" y="511786"/>
                  </a:lnTo>
                  <a:lnTo>
                    <a:pt x="4996722" y="511786"/>
                  </a:lnTo>
                  <a:lnTo>
                    <a:pt x="4906922" y="511786"/>
                  </a:lnTo>
                  <a:lnTo>
                    <a:pt x="4814216" y="511786"/>
                  </a:lnTo>
                  <a:lnTo>
                    <a:pt x="4721847" y="511786"/>
                  </a:lnTo>
                  <a:lnTo>
                    <a:pt x="4634016" y="511786"/>
                  </a:lnTo>
                  <a:lnTo>
                    <a:pt x="4555374" y="511786"/>
                  </a:lnTo>
                  <a:lnTo>
                    <a:pt x="4490170" y="511786"/>
                  </a:lnTo>
                  <a:lnTo>
                    <a:pt x="4441275" y="511786"/>
                  </a:lnTo>
                  <a:lnTo>
                    <a:pt x="4409400" y="511786"/>
                  </a:lnTo>
                  <a:lnTo>
                    <a:pt x="4392768" y="511786"/>
                  </a:lnTo>
                  <a:lnTo>
                    <a:pt x="4387271" y="511786"/>
                  </a:lnTo>
                  <a:lnTo>
                    <a:pt x="4386855" y="511786"/>
                  </a:lnTo>
                  <a:lnTo>
                    <a:pt x="3848118" y="511786"/>
                  </a:lnTo>
                  <a:lnTo>
                    <a:pt x="3846821" y="511769"/>
                  </a:lnTo>
                  <a:lnTo>
                    <a:pt x="3838353" y="511647"/>
                  </a:lnTo>
                  <a:lnTo>
                    <a:pt x="3817243" y="511312"/>
                  </a:lnTo>
                  <a:lnTo>
                    <a:pt x="3780100" y="510653"/>
                  </a:lnTo>
                  <a:lnTo>
                    <a:pt x="3725941" y="509577"/>
                  </a:lnTo>
                  <a:lnTo>
                    <a:pt x="3656213" y="508014"/>
                  </a:lnTo>
                  <a:lnTo>
                    <a:pt x="3574308" y="505928"/>
                  </a:lnTo>
                  <a:lnTo>
                    <a:pt x="3484688" y="503310"/>
                  </a:lnTo>
                  <a:lnTo>
                    <a:pt x="3391923" y="500169"/>
                  </a:lnTo>
                  <a:lnTo>
                    <a:pt x="3299941" y="496518"/>
                  </a:lnTo>
                  <a:lnTo>
                    <a:pt x="3211627" y="492359"/>
                  </a:lnTo>
                  <a:lnTo>
                    <a:pt x="3128756" y="487678"/>
                  </a:lnTo>
                  <a:lnTo>
                    <a:pt x="3052132" y="482441"/>
                  </a:lnTo>
                  <a:lnTo>
                    <a:pt x="2981824" y="476585"/>
                  </a:lnTo>
                  <a:lnTo>
                    <a:pt x="2917393" y="470027"/>
                  </a:lnTo>
                  <a:lnTo>
                    <a:pt x="2858092" y="462664"/>
                  </a:lnTo>
                  <a:lnTo>
                    <a:pt x="2803011" y="454379"/>
                  </a:lnTo>
                  <a:lnTo>
                    <a:pt x="2751185" y="445051"/>
                  </a:lnTo>
                  <a:lnTo>
                    <a:pt x="2701686" y="434579"/>
                  </a:lnTo>
                  <a:lnTo>
                    <a:pt x="2667772" y="426488"/>
                  </a:lnTo>
                  <a:lnTo>
                    <a:pt x="2616548" y="412890"/>
                  </a:lnTo>
                  <a:lnTo>
                    <a:pt x="2565817" y="397856"/>
                  </a:lnTo>
                  <a:lnTo>
                    <a:pt x="2515028" y="381365"/>
                  </a:lnTo>
                  <a:lnTo>
                    <a:pt x="2463811" y="363453"/>
                  </a:lnTo>
                  <a:lnTo>
                    <a:pt x="2411959" y="344213"/>
                  </a:lnTo>
                  <a:lnTo>
                    <a:pt x="2359402" y="323804"/>
                  </a:lnTo>
                  <a:lnTo>
                    <a:pt x="2306192" y="302443"/>
                  </a:lnTo>
                  <a:lnTo>
                    <a:pt x="2252479" y="280402"/>
                  </a:lnTo>
                  <a:lnTo>
                    <a:pt x="2198482" y="257995"/>
                  </a:lnTo>
                  <a:lnTo>
                    <a:pt x="2144460" y="235555"/>
                  </a:lnTo>
                  <a:lnTo>
                    <a:pt x="2090675" y="213422"/>
                  </a:lnTo>
                  <a:lnTo>
                    <a:pt x="2037356" y="191911"/>
                  </a:lnTo>
                  <a:lnTo>
                    <a:pt x="1984670" y="171306"/>
                  </a:lnTo>
                  <a:lnTo>
                    <a:pt x="1932688" y="151833"/>
                  </a:lnTo>
                  <a:lnTo>
                    <a:pt x="1881364" y="133664"/>
                  </a:lnTo>
                  <a:lnTo>
                    <a:pt x="1830518" y="116903"/>
                  </a:lnTo>
                  <a:lnTo>
                    <a:pt x="1779812" y="101596"/>
                  </a:lnTo>
                  <a:lnTo>
                    <a:pt x="1728731" y="87733"/>
                  </a:lnTo>
                  <a:lnTo>
                    <a:pt x="1719082" y="85297"/>
                  </a:lnTo>
                  <a:lnTo>
                    <a:pt x="1670727" y="73987"/>
                  </a:lnTo>
                  <a:lnTo>
                    <a:pt x="1620631" y="63862"/>
                  </a:lnTo>
                  <a:lnTo>
                    <a:pt x="1567943" y="54854"/>
                  </a:lnTo>
                  <a:lnTo>
                    <a:pt x="1511714" y="46854"/>
                  </a:lnTo>
                  <a:lnTo>
                    <a:pt x="1450986" y="39741"/>
                  </a:lnTo>
                  <a:lnTo>
                    <a:pt x="1384885" y="33401"/>
                  </a:lnTo>
                  <a:lnTo>
                    <a:pt x="1312737" y="27735"/>
                  </a:lnTo>
                  <a:lnTo>
                    <a:pt x="1234231" y="22667"/>
                  </a:lnTo>
                  <a:lnTo>
                    <a:pt x="1149628" y="18144"/>
                  </a:lnTo>
                  <a:lnTo>
                    <a:pt x="1059996" y="14135"/>
                  </a:lnTo>
                  <a:lnTo>
                    <a:pt x="967431" y="10634"/>
                  </a:lnTo>
                  <a:lnTo>
                    <a:pt x="875147" y="7646"/>
                  </a:lnTo>
                  <a:lnTo>
                    <a:pt x="787319" y="5185"/>
                  </a:lnTo>
                  <a:lnTo>
                    <a:pt x="708579" y="3256"/>
                  </a:lnTo>
                  <a:lnTo>
                    <a:pt x="643174" y="1842"/>
                  </a:lnTo>
                  <a:lnTo>
                    <a:pt x="593999" y="898"/>
                  </a:lnTo>
                  <a:lnTo>
                    <a:pt x="561810" y="346"/>
                  </a:lnTo>
                  <a:lnTo>
                    <a:pt x="544892" y="85"/>
                  </a:lnTo>
                  <a:lnTo>
                    <a:pt x="539198" y="5"/>
                  </a:lnTo>
                  <a:lnTo>
                    <a:pt x="538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08" name="pl1908"/>
            <p:cNvSpPr/>
            <p:nvPr/>
          </p:nvSpPr>
          <p:spPr>
            <a:xfrm>
              <a:off x="546595" y="5694094"/>
              <a:ext cx="8234974" cy="511786"/>
            </a:xfrm>
            <a:custGeom>
              <a:avLst/>
              <a:pathLst>
                <a:path w="8234974" h="511786">
                  <a:moveTo>
                    <a:pt x="0" y="0"/>
                  </a:moveTo>
                  <a:lnTo>
                    <a:pt x="538736" y="0"/>
                  </a:lnTo>
                  <a:lnTo>
                    <a:pt x="540034" y="16"/>
                  </a:lnTo>
                  <a:lnTo>
                    <a:pt x="548501" y="138"/>
                  </a:lnTo>
                  <a:lnTo>
                    <a:pt x="569611" y="474"/>
                  </a:lnTo>
                  <a:lnTo>
                    <a:pt x="606755" y="1132"/>
                  </a:lnTo>
                  <a:lnTo>
                    <a:pt x="660914" y="2209"/>
                  </a:lnTo>
                  <a:lnTo>
                    <a:pt x="730641" y="3771"/>
                  </a:lnTo>
                  <a:lnTo>
                    <a:pt x="812546" y="5857"/>
                  </a:lnTo>
                  <a:lnTo>
                    <a:pt x="902167" y="8475"/>
                  </a:lnTo>
                  <a:lnTo>
                    <a:pt x="994931" y="11616"/>
                  </a:lnTo>
                  <a:lnTo>
                    <a:pt x="1086914" y="15268"/>
                  </a:lnTo>
                  <a:lnTo>
                    <a:pt x="1175228" y="19427"/>
                  </a:lnTo>
                  <a:lnTo>
                    <a:pt x="1258099" y="24107"/>
                  </a:lnTo>
                  <a:lnTo>
                    <a:pt x="1334722" y="29345"/>
                  </a:lnTo>
                  <a:lnTo>
                    <a:pt x="1405031" y="35201"/>
                  </a:lnTo>
                  <a:lnTo>
                    <a:pt x="1469462" y="41758"/>
                  </a:lnTo>
                  <a:lnTo>
                    <a:pt x="1528763" y="49121"/>
                  </a:lnTo>
                  <a:lnTo>
                    <a:pt x="1583844" y="57406"/>
                  </a:lnTo>
                  <a:lnTo>
                    <a:pt x="1635669" y="66735"/>
                  </a:lnTo>
                  <a:lnTo>
                    <a:pt x="1685168" y="77206"/>
                  </a:lnTo>
                  <a:lnTo>
                    <a:pt x="1719082" y="85297"/>
                  </a:lnTo>
                  <a:lnTo>
                    <a:pt x="1770307" y="98895"/>
                  </a:lnTo>
                  <a:lnTo>
                    <a:pt x="1821038" y="113930"/>
                  </a:lnTo>
                  <a:lnTo>
                    <a:pt x="1871827" y="130420"/>
                  </a:lnTo>
                  <a:lnTo>
                    <a:pt x="1923043" y="148333"/>
                  </a:lnTo>
                  <a:lnTo>
                    <a:pt x="1974895" y="167572"/>
                  </a:lnTo>
                  <a:lnTo>
                    <a:pt x="2027452" y="187982"/>
                  </a:lnTo>
                  <a:lnTo>
                    <a:pt x="2080662" y="209343"/>
                  </a:lnTo>
                  <a:lnTo>
                    <a:pt x="2134376" y="231383"/>
                  </a:lnTo>
                  <a:lnTo>
                    <a:pt x="2188373" y="253791"/>
                  </a:lnTo>
                  <a:lnTo>
                    <a:pt x="2242395" y="276230"/>
                  </a:lnTo>
                  <a:lnTo>
                    <a:pt x="2296180" y="298364"/>
                  </a:lnTo>
                  <a:lnTo>
                    <a:pt x="2349498" y="319874"/>
                  </a:lnTo>
                  <a:lnTo>
                    <a:pt x="2402184" y="340480"/>
                  </a:lnTo>
                  <a:lnTo>
                    <a:pt x="2454167" y="359952"/>
                  </a:lnTo>
                  <a:lnTo>
                    <a:pt x="2505491" y="378121"/>
                  </a:lnTo>
                  <a:lnTo>
                    <a:pt x="2556337" y="394882"/>
                  </a:lnTo>
                  <a:lnTo>
                    <a:pt x="2607043" y="410189"/>
                  </a:lnTo>
                  <a:lnTo>
                    <a:pt x="2658123" y="424052"/>
                  </a:lnTo>
                  <a:lnTo>
                    <a:pt x="2667772" y="426488"/>
                  </a:lnTo>
                  <a:lnTo>
                    <a:pt x="2716128" y="437798"/>
                  </a:lnTo>
                  <a:lnTo>
                    <a:pt x="2766224" y="447923"/>
                  </a:lnTo>
                  <a:lnTo>
                    <a:pt x="2818911" y="456931"/>
                  </a:lnTo>
                  <a:lnTo>
                    <a:pt x="2875140" y="464932"/>
                  </a:lnTo>
                  <a:lnTo>
                    <a:pt x="2935868" y="472045"/>
                  </a:lnTo>
                  <a:lnTo>
                    <a:pt x="3001970" y="478385"/>
                  </a:lnTo>
                  <a:lnTo>
                    <a:pt x="3074118" y="484050"/>
                  </a:lnTo>
                  <a:lnTo>
                    <a:pt x="3152623" y="489118"/>
                  </a:lnTo>
                  <a:lnTo>
                    <a:pt x="3237227" y="493641"/>
                  </a:lnTo>
                  <a:lnTo>
                    <a:pt x="3326859" y="497650"/>
                  </a:lnTo>
                  <a:lnTo>
                    <a:pt x="3419423" y="501152"/>
                  </a:lnTo>
                  <a:lnTo>
                    <a:pt x="3511708" y="504139"/>
                  </a:lnTo>
                  <a:lnTo>
                    <a:pt x="3599535" y="506600"/>
                  </a:lnTo>
                  <a:lnTo>
                    <a:pt x="3678276" y="508529"/>
                  </a:lnTo>
                  <a:lnTo>
                    <a:pt x="3743681" y="509943"/>
                  </a:lnTo>
                  <a:lnTo>
                    <a:pt x="3792856" y="510887"/>
                  </a:lnTo>
                  <a:lnTo>
                    <a:pt x="3825044" y="511440"/>
                  </a:lnTo>
                  <a:lnTo>
                    <a:pt x="3841963" y="511700"/>
                  </a:lnTo>
                  <a:lnTo>
                    <a:pt x="3847657" y="511780"/>
                  </a:lnTo>
                  <a:lnTo>
                    <a:pt x="3848118" y="511786"/>
                  </a:lnTo>
                  <a:lnTo>
                    <a:pt x="4386855" y="511786"/>
                  </a:lnTo>
                  <a:lnTo>
                    <a:pt x="4388158" y="511786"/>
                  </a:lnTo>
                  <a:lnTo>
                    <a:pt x="4396657" y="511786"/>
                  </a:lnTo>
                  <a:lnTo>
                    <a:pt x="4417843" y="511786"/>
                  </a:lnTo>
                  <a:lnTo>
                    <a:pt x="4455112" y="511786"/>
                  </a:lnTo>
                  <a:lnTo>
                    <a:pt x="4509439" y="511786"/>
                  </a:lnTo>
                  <a:lnTo>
                    <a:pt x="4579359" y="511786"/>
                  </a:lnTo>
                  <a:lnTo>
                    <a:pt x="4661455" y="511786"/>
                  </a:lnTo>
                  <a:lnTo>
                    <a:pt x="4751244" y="511786"/>
                  </a:lnTo>
                  <a:lnTo>
                    <a:pt x="4844140" y="511786"/>
                  </a:lnTo>
                  <a:lnTo>
                    <a:pt x="4936212" y="511786"/>
                  </a:lnTo>
                  <a:lnTo>
                    <a:pt x="5024576" y="511786"/>
                  </a:lnTo>
                  <a:lnTo>
                    <a:pt x="5107465" y="511786"/>
                  </a:lnTo>
                  <a:lnTo>
                    <a:pt x="5184084" y="511786"/>
                  </a:lnTo>
                  <a:lnTo>
                    <a:pt x="5254376" y="511786"/>
                  </a:lnTo>
                  <a:lnTo>
                    <a:pt x="5318786" y="511786"/>
                  </a:lnTo>
                  <a:lnTo>
                    <a:pt x="5378070" y="511786"/>
                  </a:lnTo>
                  <a:lnTo>
                    <a:pt x="5433143" y="511786"/>
                  </a:lnTo>
                  <a:lnTo>
                    <a:pt x="5484972" y="511786"/>
                  </a:lnTo>
                  <a:lnTo>
                    <a:pt x="5534491" y="511786"/>
                  </a:lnTo>
                  <a:lnTo>
                    <a:pt x="5567201" y="511786"/>
                  </a:lnTo>
                  <a:lnTo>
                    <a:pt x="5619996" y="511786"/>
                  </a:lnTo>
                  <a:lnTo>
                    <a:pt x="5672287" y="511786"/>
                  </a:lnTo>
                  <a:lnTo>
                    <a:pt x="5724668" y="511786"/>
                  </a:lnTo>
                  <a:lnTo>
                    <a:pt x="5777529" y="511786"/>
                  </a:lnTo>
                  <a:lnTo>
                    <a:pt x="5831082" y="511786"/>
                  </a:lnTo>
                  <a:lnTo>
                    <a:pt x="5885383" y="511786"/>
                  </a:lnTo>
                  <a:lnTo>
                    <a:pt x="5940355" y="511786"/>
                  </a:lnTo>
                  <a:lnTo>
                    <a:pt x="5995816" y="511786"/>
                  </a:lnTo>
                  <a:lnTo>
                    <a:pt x="6051513" y="511786"/>
                  </a:lnTo>
                  <a:lnTo>
                    <a:pt x="6107158" y="511786"/>
                  </a:lnTo>
                  <a:lnTo>
                    <a:pt x="6162470" y="511786"/>
                  </a:lnTo>
                  <a:lnTo>
                    <a:pt x="6217218" y="511786"/>
                  </a:lnTo>
                  <a:lnTo>
                    <a:pt x="6271253" y="511786"/>
                  </a:lnTo>
                  <a:lnTo>
                    <a:pt x="6324545" y="511786"/>
                  </a:lnTo>
                  <a:lnTo>
                    <a:pt x="6377202" y="511786"/>
                  </a:lnTo>
                  <a:lnTo>
                    <a:pt x="6429496" y="511786"/>
                  </a:lnTo>
                  <a:lnTo>
                    <a:pt x="6481886" y="511786"/>
                  </a:lnTo>
                  <a:lnTo>
                    <a:pt x="6515891" y="511786"/>
                  </a:lnTo>
                  <a:lnTo>
                    <a:pt x="6564311" y="511786"/>
                  </a:lnTo>
                  <a:lnTo>
                    <a:pt x="6614476" y="511786"/>
                  </a:lnTo>
                  <a:lnTo>
                    <a:pt x="6667243" y="511786"/>
                  </a:lnTo>
                  <a:lnTo>
                    <a:pt x="6723563" y="511786"/>
                  </a:lnTo>
                  <a:lnTo>
                    <a:pt x="6784400" y="511786"/>
                  </a:lnTo>
                  <a:lnTo>
                    <a:pt x="6850628" y="511786"/>
                  </a:lnTo>
                  <a:lnTo>
                    <a:pt x="6922924" y="511786"/>
                  </a:lnTo>
                  <a:lnTo>
                    <a:pt x="7001594" y="511786"/>
                  </a:lnTo>
                  <a:lnTo>
                    <a:pt x="7086371" y="511786"/>
                  </a:lnTo>
                  <a:lnTo>
                    <a:pt x="7176171" y="511786"/>
                  </a:lnTo>
                  <a:lnTo>
                    <a:pt x="7268876" y="511786"/>
                  </a:lnTo>
                  <a:lnTo>
                    <a:pt x="7361246" y="511786"/>
                  </a:lnTo>
                  <a:lnTo>
                    <a:pt x="7449077" y="511786"/>
                  </a:lnTo>
                  <a:lnTo>
                    <a:pt x="7527719" y="511786"/>
                  </a:lnTo>
                  <a:lnTo>
                    <a:pt x="7592923" y="511786"/>
                  </a:lnTo>
                  <a:lnTo>
                    <a:pt x="7641817" y="511786"/>
                  </a:lnTo>
                  <a:lnTo>
                    <a:pt x="7673693" y="511786"/>
                  </a:lnTo>
                  <a:lnTo>
                    <a:pt x="7690324" y="511786"/>
                  </a:lnTo>
                  <a:lnTo>
                    <a:pt x="7695822" y="511786"/>
                  </a:lnTo>
                  <a:lnTo>
                    <a:pt x="7696237" y="511786"/>
                  </a:lnTo>
                  <a:lnTo>
                    <a:pt x="8234974" y="511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9" name="pl1909"/>
            <p:cNvSpPr/>
            <p:nvPr/>
          </p:nvSpPr>
          <p:spPr>
            <a:xfrm>
              <a:off x="546595" y="5688649"/>
              <a:ext cx="8234974" cy="511786"/>
            </a:xfrm>
            <a:custGeom>
              <a:avLst/>
              <a:pathLst>
                <a:path w="8234974" h="511786">
                  <a:moveTo>
                    <a:pt x="8234974" y="511786"/>
                  </a:moveTo>
                  <a:lnTo>
                    <a:pt x="7696237" y="511786"/>
                  </a:lnTo>
                  <a:lnTo>
                    <a:pt x="7694935" y="511786"/>
                  </a:lnTo>
                  <a:lnTo>
                    <a:pt x="7686435" y="511786"/>
                  </a:lnTo>
                  <a:lnTo>
                    <a:pt x="7665250" y="511786"/>
                  </a:lnTo>
                  <a:lnTo>
                    <a:pt x="7627980" y="511786"/>
                  </a:lnTo>
                  <a:lnTo>
                    <a:pt x="7573653" y="511786"/>
                  </a:lnTo>
                  <a:lnTo>
                    <a:pt x="7503734" y="511786"/>
                  </a:lnTo>
                  <a:lnTo>
                    <a:pt x="7421638" y="511786"/>
                  </a:lnTo>
                  <a:lnTo>
                    <a:pt x="7331849" y="511786"/>
                  </a:lnTo>
                  <a:lnTo>
                    <a:pt x="7238952" y="511786"/>
                  </a:lnTo>
                  <a:lnTo>
                    <a:pt x="7146880" y="511786"/>
                  </a:lnTo>
                  <a:lnTo>
                    <a:pt x="7058517" y="511786"/>
                  </a:lnTo>
                  <a:lnTo>
                    <a:pt x="6975627" y="511786"/>
                  </a:lnTo>
                  <a:lnTo>
                    <a:pt x="6899008" y="511786"/>
                  </a:lnTo>
                  <a:lnTo>
                    <a:pt x="6828717" y="511786"/>
                  </a:lnTo>
                  <a:lnTo>
                    <a:pt x="6764307" y="511786"/>
                  </a:lnTo>
                  <a:lnTo>
                    <a:pt x="6705023" y="511786"/>
                  </a:lnTo>
                  <a:lnTo>
                    <a:pt x="6649950" y="511786"/>
                  </a:lnTo>
                  <a:lnTo>
                    <a:pt x="6598120" y="511786"/>
                  </a:lnTo>
                  <a:lnTo>
                    <a:pt x="6548602" y="511786"/>
                  </a:lnTo>
                  <a:lnTo>
                    <a:pt x="6515891" y="511786"/>
                  </a:lnTo>
                  <a:lnTo>
                    <a:pt x="6463096" y="511786"/>
                  </a:lnTo>
                  <a:lnTo>
                    <a:pt x="6410806" y="511786"/>
                  </a:lnTo>
                  <a:lnTo>
                    <a:pt x="6358425" y="511786"/>
                  </a:lnTo>
                  <a:lnTo>
                    <a:pt x="6305563" y="511786"/>
                  </a:lnTo>
                  <a:lnTo>
                    <a:pt x="6252010" y="511786"/>
                  </a:lnTo>
                  <a:lnTo>
                    <a:pt x="6197710" y="511786"/>
                  </a:lnTo>
                  <a:lnTo>
                    <a:pt x="6142738" y="511786"/>
                  </a:lnTo>
                  <a:lnTo>
                    <a:pt x="6087276" y="511786"/>
                  </a:lnTo>
                  <a:lnTo>
                    <a:pt x="6031580" y="511786"/>
                  </a:lnTo>
                  <a:lnTo>
                    <a:pt x="5975935" y="511786"/>
                  </a:lnTo>
                  <a:lnTo>
                    <a:pt x="5920622" y="511786"/>
                  </a:lnTo>
                  <a:lnTo>
                    <a:pt x="5865875" y="511786"/>
                  </a:lnTo>
                  <a:lnTo>
                    <a:pt x="5811839" y="511786"/>
                  </a:lnTo>
                  <a:lnTo>
                    <a:pt x="5758547" y="511786"/>
                  </a:lnTo>
                  <a:lnTo>
                    <a:pt x="5705891" y="511786"/>
                  </a:lnTo>
                  <a:lnTo>
                    <a:pt x="5653597" y="511786"/>
                  </a:lnTo>
                  <a:lnTo>
                    <a:pt x="5601206" y="511786"/>
                  </a:lnTo>
                  <a:lnTo>
                    <a:pt x="5567201" y="511786"/>
                  </a:lnTo>
                  <a:lnTo>
                    <a:pt x="5518782" y="511786"/>
                  </a:lnTo>
                  <a:lnTo>
                    <a:pt x="5468616" y="511786"/>
                  </a:lnTo>
                  <a:lnTo>
                    <a:pt x="5415850" y="511786"/>
                  </a:lnTo>
                  <a:lnTo>
                    <a:pt x="5359529" y="511786"/>
                  </a:lnTo>
                  <a:lnTo>
                    <a:pt x="5298693" y="511786"/>
                  </a:lnTo>
                  <a:lnTo>
                    <a:pt x="5232464" y="511786"/>
                  </a:lnTo>
                  <a:lnTo>
                    <a:pt x="5160169" y="511786"/>
                  </a:lnTo>
                  <a:lnTo>
                    <a:pt x="5081499" y="511786"/>
                  </a:lnTo>
                  <a:lnTo>
                    <a:pt x="4996722" y="511786"/>
                  </a:lnTo>
                  <a:lnTo>
                    <a:pt x="4906922" y="511786"/>
                  </a:lnTo>
                  <a:lnTo>
                    <a:pt x="4814216" y="511786"/>
                  </a:lnTo>
                  <a:lnTo>
                    <a:pt x="4721847" y="511786"/>
                  </a:lnTo>
                  <a:lnTo>
                    <a:pt x="4634016" y="511786"/>
                  </a:lnTo>
                  <a:lnTo>
                    <a:pt x="4555374" y="511786"/>
                  </a:lnTo>
                  <a:lnTo>
                    <a:pt x="4490170" y="511786"/>
                  </a:lnTo>
                  <a:lnTo>
                    <a:pt x="4441275" y="511786"/>
                  </a:lnTo>
                  <a:lnTo>
                    <a:pt x="4409400" y="511786"/>
                  </a:lnTo>
                  <a:lnTo>
                    <a:pt x="4392768" y="511786"/>
                  </a:lnTo>
                  <a:lnTo>
                    <a:pt x="4387271" y="511786"/>
                  </a:lnTo>
                  <a:lnTo>
                    <a:pt x="4386855" y="511786"/>
                  </a:lnTo>
                  <a:lnTo>
                    <a:pt x="3848118" y="511786"/>
                  </a:lnTo>
                  <a:lnTo>
                    <a:pt x="3846821" y="511769"/>
                  </a:lnTo>
                  <a:lnTo>
                    <a:pt x="3838353" y="511647"/>
                  </a:lnTo>
                  <a:lnTo>
                    <a:pt x="3817243" y="511312"/>
                  </a:lnTo>
                  <a:lnTo>
                    <a:pt x="3780100" y="510653"/>
                  </a:lnTo>
                  <a:lnTo>
                    <a:pt x="3725941" y="509577"/>
                  </a:lnTo>
                  <a:lnTo>
                    <a:pt x="3656213" y="508014"/>
                  </a:lnTo>
                  <a:lnTo>
                    <a:pt x="3574308" y="505928"/>
                  </a:lnTo>
                  <a:lnTo>
                    <a:pt x="3484688" y="503310"/>
                  </a:lnTo>
                  <a:lnTo>
                    <a:pt x="3391923" y="500169"/>
                  </a:lnTo>
                  <a:lnTo>
                    <a:pt x="3299941" y="496518"/>
                  </a:lnTo>
                  <a:lnTo>
                    <a:pt x="3211627" y="492359"/>
                  </a:lnTo>
                  <a:lnTo>
                    <a:pt x="3128756" y="487678"/>
                  </a:lnTo>
                  <a:lnTo>
                    <a:pt x="3052132" y="482441"/>
                  </a:lnTo>
                  <a:lnTo>
                    <a:pt x="2981824" y="476585"/>
                  </a:lnTo>
                  <a:lnTo>
                    <a:pt x="2917393" y="470027"/>
                  </a:lnTo>
                  <a:lnTo>
                    <a:pt x="2858092" y="462664"/>
                  </a:lnTo>
                  <a:lnTo>
                    <a:pt x="2803011" y="454379"/>
                  </a:lnTo>
                  <a:lnTo>
                    <a:pt x="2751185" y="445051"/>
                  </a:lnTo>
                  <a:lnTo>
                    <a:pt x="2701686" y="434579"/>
                  </a:lnTo>
                  <a:lnTo>
                    <a:pt x="2667772" y="426488"/>
                  </a:lnTo>
                  <a:lnTo>
                    <a:pt x="2616548" y="412890"/>
                  </a:lnTo>
                  <a:lnTo>
                    <a:pt x="2565817" y="397856"/>
                  </a:lnTo>
                  <a:lnTo>
                    <a:pt x="2515028" y="381365"/>
                  </a:lnTo>
                  <a:lnTo>
                    <a:pt x="2463811" y="363453"/>
                  </a:lnTo>
                  <a:lnTo>
                    <a:pt x="2411959" y="344213"/>
                  </a:lnTo>
                  <a:lnTo>
                    <a:pt x="2359402" y="323804"/>
                  </a:lnTo>
                  <a:lnTo>
                    <a:pt x="2306192" y="302443"/>
                  </a:lnTo>
                  <a:lnTo>
                    <a:pt x="2252479" y="280402"/>
                  </a:lnTo>
                  <a:lnTo>
                    <a:pt x="2198482" y="257995"/>
                  </a:lnTo>
                  <a:lnTo>
                    <a:pt x="2144460" y="235555"/>
                  </a:lnTo>
                  <a:lnTo>
                    <a:pt x="2090675" y="213422"/>
                  </a:lnTo>
                  <a:lnTo>
                    <a:pt x="2037356" y="191911"/>
                  </a:lnTo>
                  <a:lnTo>
                    <a:pt x="1984670" y="171306"/>
                  </a:lnTo>
                  <a:lnTo>
                    <a:pt x="1932688" y="151833"/>
                  </a:lnTo>
                  <a:lnTo>
                    <a:pt x="1881364" y="133664"/>
                  </a:lnTo>
                  <a:lnTo>
                    <a:pt x="1830518" y="116903"/>
                  </a:lnTo>
                  <a:lnTo>
                    <a:pt x="1779812" y="101596"/>
                  </a:lnTo>
                  <a:lnTo>
                    <a:pt x="1728731" y="87733"/>
                  </a:lnTo>
                  <a:lnTo>
                    <a:pt x="1719082" y="85297"/>
                  </a:lnTo>
                  <a:lnTo>
                    <a:pt x="1670727" y="73987"/>
                  </a:lnTo>
                  <a:lnTo>
                    <a:pt x="1620631" y="63862"/>
                  </a:lnTo>
                  <a:lnTo>
                    <a:pt x="1567943" y="54854"/>
                  </a:lnTo>
                  <a:lnTo>
                    <a:pt x="1511714" y="46854"/>
                  </a:lnTo>
                  <a:lnTo>
                    <a:pt x="1450986" y="39741"/>
                  </a:lnTo>
                  <a:lnTo>
                    <a:pt x="1384885" y="33401"/>
                  </a:lnTo>
                  <a:lnTo>
                    <a:pt x="1312737" y="27735"/>
                  </a:lnTo>
                  <a:lnTo>
                    <a:pt x="1234231" y="22667"/>
                  </a:lnTo>
                  <a:lnTo>
                    <a:pt x="1149628" y="18144"/>
                  </a:lnTo>
                  <a:lnTo>
                    <a:pt x="1059996" y="14135"/>
                  </a:lnTo>
                  <a:lnTo>
                    <a:pt x="967431" y="10634"/>
                  </a:lnTo>
                  <a:lnTo>
                    <a:pt x="875147" y="7646"/>
                  </a:lnTo>
                  <a:lnTo>
                    <a:pt x="787319" y="5185"/>
                  </a:lnTo>
                  <a:lnTo>
                    <a:pt x="708579" y="3256"/>
                  </a:lnTo>
                  <a:lnTo>
                    <a:pt x="643174" y="1842"/>
                  </a:lnTo>
                  <a:lnTo>
                    <a:pt x="593999" y="898"/>
                  </a:lnTo>
                  <a:lnTo>
                    <a:pt x="561810" y="346"/>
                  </a:lnTo>
                  <a:lnTo>
                    <a:pt x="544892" y="85"/>
                  </a:lnTo>
                  <a:lnTo>
                    <a:pt x="539198" y="5"/>
                  </a:lnTo>
                  <a:lnTo>
                    <a:pt x="538736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0" name="pg1910"/>
            <p:cNvSpPr/>
            <p:nvPr/>
          </p:nvSpPr>
          <p:spPr>
            <a:xfrm>
              <a:off x="546595" y="1120685"/>
              <a:ext cx="8234974" cy="4497185"/>
            </a:xfrm>
            <a:custGeom>
              <a:avLst/>
              <a:pathLst>
                <a:path w="8234974" h="4497185">
                  <a:moveTo>
                    <a:pt x="0" y="4497185"/>
                  </a:moveTo>
                  <a:lnTo>
                    <a:pt x="538736" y="4497185"/>
                  </a:lnTo>
                  <a:lnTo>
                    <a:pt x="539624" y="4497084"/>
                  </a:lnTo>
                  <a:lnTo>
                    <a:pt x="545471" y="4496363"/>
                  </a:lnTo>
                  <a:lnTo>
                    <a:pt x="560231" y="4494371"/>
                  </a:lnTo>
                  <a:lnTo>
                    <a:pt x="586669" y="4490449"/>
                  </a:lnTo>
                  <a:lnTo>
                    <a:pt x="626169" y="4483985"/>
                  </a:lnTo>
                  <a:lnTo>
                    <a:pt x="678623" y="4474475"/>
                  </a:lnTo>
                  <a:lnTo>
                    <a:pt x="742541" y="4461573"/>
                  </a:lnTo>
                  <a:lnTo>
                    <a:pt x="815387" y="4445097"/>
                  </a:lnTo>
                  <a:lnTo>
                    <a:pt x="894079" y="4425011"/>
                  </a:lnTo>
                  <a:lnTo>
                    <a:pt x="975489" y="4401369"/>
                  </a:lnTo>
                  <a:lnTo>
                    <a:pt x="1056854" y="4374247"/>
                  </a:lnTo>
                  <a:lnTo>
                    <a:pt x="1136005" y="4343691"/>
                  </a:lnTo>
                  <a:lnTo>
                    <a:pt x="1211452" y="4309662"/>
                  </a:lnTo>
                  <a:lnTo>
                    <a:pt x="1282331" y="4272016"/>
                  </a:lnTo>
                  <a:lnTo>
                    <a:pt x="1348303" y="4230481"/>
                  </a:lnTo>
                  <a:lnTo>
                    <a:pt x="1409428" y="4184664"/>
                  </a:lnTo>
                  <a:lnTo>
                    <a:pt x="1466038" y="4134048"/>
                  </a:lnTo>
                  <a:lnTo>
                    <a:pt x="1518645" y="4078013"/>
                  </a:lnTo>
                  <a:lnTo>
                    <a:pt x="1567860" y="4015865"/>
                  </a:lnTo>
                  <a:lnTo>
                    <a:pt x="1614338" y="3946880"/>
                  </a:lnTo>
                  <a:lnTo>
                    <a:pt x="1658727" y="3870392"/>
                  </a:lnTo>
                  <a:lnTo>
                    <a:pt x="1701624" y="3785929"/>
                  </a:lnTo>
                  <a:lnTo>
                    <a:pt x="1719082" y="3748561"/>
                  </a:lnTo>
                  <a:lnTo>
                    <a:pt x="1748203" y="3682474"/>
                  </a:lnTo>
                  <a:lnTo>
                    <a:pt x="1777071" y="3612396"/>
                  </a:lnTo>
                  <a:lnTo>
                    <a:pt x="1805813" y="3538249"/>
                  </a:lnTo>
                  <a:lnTo>
                    <a:pt x="1834530" y="3459994"/>
                  </a:lnTo>
                  <a:lnTo>
                    <a:pt x="1863305" y="3377639"/>
                  </a:lnTo>
                  <a:lnTo>
                    <a:pt x="1892205" y="3291242"/>
                  </a:lnTo>
                  <a:lnTo>
                    <a:pt x="1921277" y="3200916"/>
                  </a:lnTo>
                  <a:lnTo>
                    <a:pt x="1950554" y="3106829"/>
                  </a:lnTo>
                  <a:lnTo>
                    <a:pt x="1980055" y="3009207"/>
                  </a:lnTo>
                  <a:lnTo>
                    <a:pt x="2009784" y="2908333"/>
                  </a:lnTo>
                  <a:lnTo>
                    <a:pt x="2039733" y="2804545"/>
                  </a:lnTo>
                  <a:lnTo>
                    <a:pt x="2069886" y="2698233"/>
                  </a:lnTo>
                  <a:lnTo>
                    <a:pt x="2100213" y="2589835"/>
                  </a:lnTo>
                  <a:lnTo>
                    <a:pt x="2130680" y="2479828"/>
                  </a:lnTo>
                  <a:lnTo>
                    <a:pt x="2161243" y="2368721"/>
                  </a:lnTo>
                  <a:lnTo>
                    <a:pt x="2191858" y="2257043"/>
                  </a:lnTo>
                  <a:lnTo>
                    <a:pt x="2222475" y="2145338"/>
                  </a:lnTo>
                  <a:lnTo>
                    <a:pt x="2253046" y="2034147"/>
                  </a:lnTo>
                  <a:lnTo>
                    <a:pt x="2283524" y="1924004"/>
                  </a:lnTo>
                  <a:lnTo>
                    <a:pt x="2313867" y="1815418"/>
                  </a:lnTo>
                  <a:lnTo>
                    <a:pt x="2344039" y="1708872"/>
                  </a:lnTo>
                  <a:lnTo>
                    <a:pt x="2374011" y="1604806"/>
                  </a:lnTo>
                  <a:lnTo>
                    <a:pt x="2403763" y="1503617"/>
                  </a:lnTo>
                  <a:lnTo>
                    <a:pt x="2433287" y="1405647"/>
                  </a:lnTo>
                  <a:lnTo>
                    <a:pt x="2462586" y="1311187"/>
                  </a:lnTo>
                  <a:lnTo>
                    <a:pt x="2491678" y="1220467"/>
                  </a:lnTo>
                  <a:lnTo>
                    <a:pt x="2520594" y="1133661"/>
                  </a:lnTo>
                  <a:lnTo>
                    <a:pt x="2549379" y="1050888"/>
                  </a:lnTo>
                  <a:lnTo>
                    <a:pt x="2578099" y="972211"/>
                  </a:lnTo>
                  <a:lnTo>
                    <a:pt x="2606833" y="897644"/>
                  </a:lnTo>
                  <a:lnTo>
                    <a:pt x="2635683" y="827153"/>
                  </a:lnTo>
                  <a:lnTo>
                    <a:pt x="2664772" y="760661"/>
                  </a:lnTo>
                  <a:lnTo>
                    <a:pt x="2667772" y="754067"/>
                  </a:lnTo>
                  <a:lnTo>
                    <a:pt x="2710204" y="666249"/>
                  </a:lnTo>
                  <a:lnTo>
                    <a:pt x="2753907" y="586496"/>
                  </a:lnTo>
                  <a:lnTo>
                    <a:pt x="2799443" y="514476"/>
                  </a:lnTo>
                  <a:lnTo>
                    <a:pt x="2847444" y="449582"/>
                  </a:lnTo>
                  <a:lnTo>
                    <a:pt x="2898568" y="391102"/>
                  </a:lnTo>
                  <a:lnTo>
                    <a:pt x="2953450" y="338321"/>
                  </a:lnTo>
                  <a:lnTo>
                    <a:pt x="3012651" y="290584"/>
                  </a:lnTo>
                  <a:lnTo>
                    <a:pt x="3076590" y="247330"/>
                  </a:lnTo>
                  <a:lnTo>
                    <a:pt x="3145452" y="208113"/>
                  </a:lnTo>
                  <a:lnTo>
                    <a:pt x="3219077" y="172610"/>
                  </a:lnTo>
                  <a:lnTo>
                    <a:pt x="3296837" y="140625"/>
                  </a:lnTo>
                  <a:lnTo>
                    <a:pt x="3377509" y="112079"/>
                  </a:lnTo>
                  <a:lnTo>
                    <a:pt x="3459205" y="86986"/>
                  </a:lnTo>
                  <a:lnTo>
                    <a:pt x="3539389" y="65418"/>
                  </a:lnTo>
                  <a:lnTo>
                    <a:pt x="3615045" y="47444"/>
                  </a:lnTo>
                  <a:lnTo>
                    <a:pt x="3683013" y="33074"/>
                  </a:lnTo>
                  <a:lnTo>
                    <a:pt x="3740467" y="22191"/>
                  </a:lnTo>
                  <a:lnTo>
                    <a:pt x="3785432" y="14518"/>
                  </a:lnTo>
                  <a:lnTo>
                    <a:pt x="3817199" y="9612"/>
                  </a:lnTo>
                  <a:lnTo>
                    <a:pt x="3836537" y="6899"/>
                  </a:lnTo>
                  <a:lnTo>
                    <a:pt x="3845661" y="573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67" y="5541"/>
                  </a:lnTo>
                  <a:lnTo>
                    <a:pt x="4393764" y="6233"/>
                  </a:lnTo>
                  <a:lnTo>
                    <a:pt x="4408893" y="8145"/>
                  </a:lnTo>
                  <a:lnTo>
                    <a:pt x="4435963" y="11910"/>
                  </a:lnTo>
                  <a:lnTo>
                    <a:pt x="4476347" y="18111"/>
                  </a:lnTo>
                  <a:lnTo>
                    <a:pt x="4529876" y="27227"/>
                  </a:lnTo>
                  <a:lnTo>
                    <a:pt x="4594955" y="39583"/>
                  </a:lnTo>
                  <a:lnTo>
                    <a:pt x="4668938" y="55344"/>
                  </a:lnTo>
                  <a:lnTo>
                    <a:pt x="4748640" y="74537"/>
                  </a:lnTo>
                  <a:lnTo>
                    <a:pt x="4830867" y="97107"/>
                  </a:lnTo>
                  <a:lnTo>
                    <a:pt x="4912826" y="122981"/>
                  </a:lnTo>
                  <a:lnTo>
                    <a:pt x="4992356" y="152122"/>
                  </a:lnTo>
                  <a:lnTo>
                    <a:pt x="5067992" y="184575"/>
                  </a:lnTo>
                  <a:lnTo>
                    <a:pt x="5138916" y="220493"/>
                  </a:lnTo>
                  <a:lnTo>
                    <a:pt x="5204834" y="260150"/>
                  </a:lnTo>
                  <a:lnTo>
                    <a:pt x="5265850" y="303940"/>
                  </a:lnTo>
                  <a:lnTo>
                    <a:pt x="5322336" y="352373"/>
                  </a:lnTo>
                  <a:lnTo>
                    <a:pt x="5374836" y="406056"/>
                  </a:lnTo>
                  <a:lnTo>
                    <a:pt x="5423990" y="465664"/>
                  </a:lnTo>
                  <a:lnTo>
                    <a:pt x="5470470" y="531889"/>
                  </a:lnTo>
                  <a:lnTo>
                    <a:pt x="5514937" y="605348"/>
                  </a:lnTo>
                  <a:lnTo>
                    <a:pt x="5557989" y="686440"/>
                  </a:lnTo>
                  <a:lnTo>
                    <a:pt x="5567201" y="705067"/>
                  </a:lnTo>
                  <a:lnTo>
                    <a:pt x="5597221" y="768805"/>
                  </a:lnTo>
                  <a:lnTo>
                    <a:pt x="5626977" y="836509"/>
                  </a:lnTo>
                  <a:lnTo>
                    <a:pt x="5656605" y="908259"/>
                  </a:lnTo>
                  <a:lnTo>
                    <a:pt x="5686216" y="984092"/>
                  </a:lnTo>
                  <a:lnTo>
                    <a:pt x="5715899" y="1063994"/>
                  </a:lnTo>
                  <a:lnTo>
                    <a:pt x="5745723" y="1147896"/>
                  </a:lnTo>
                  <a:lnTo>
                    <a:pt x="5775738" y="1235675"/>
                  </a:lnTo>
                  <a:lnTo>
                    <a:pt x="5805976" y="1327146"/>
                  </a:lnTo>
                  <a:lnTo>
                    <a:pt x="5836454" y="1422065"/>
                  </a:lnTo>
                  <a:lnTo>
                    <a:pt x="5867174" y="1520125"/>
                  </a:lnTo>
                  <a:lnTo>
                    <a:pt x="5898124" y="1620965"/>
                  </a:lnTo>
                  <a:lnTo>
                    <a:pt x="5929281" y="1724168"/>
                  </a:lnTo>
                  <a:lnTo>
                    <a:pt x="5960610" y="1829272"/>
                  </a:lnTo>
                  <a:lnTo>
                    <a:pt x="5992069" y="1935773"/>
                  </a:lnTo>
                  <a:lnTo>
                    <a:pt x="6023611" y="2043140"/>
                  </a:lnTo>
                  <a:lnTo>
                    <a:pt x="6055183" y="2150824"/>
                  </a:lnTo>
                  <a:lnTo>
                    <a:pt x="6086731" y="2258267"/>
                  </a:lnTo>
                  <a:lnTo>
                    <a:pt x="6118205" y="2364918"/>
                  </a:lnTo>
                  <a:lnTo>
                    <a:pt x="6149554" y="2470242"/>
                  </a:lnTo>
                  <a:lnTo>
                    <a:pt x="6180736" y="2573732"/>
                  </a:lnTo>
                  <a:lnTo>
                    <a:pt x="6211716" y="2674920"/>
                  </a:lnTo>
                  <a:lnTo>
                    <a:pt x="6242468" y="2773381"/>
                  </a:lnTo>
                  <a:lnTo>
                    <a:pt x="6272980" y="2868747"/>
                  </a:lnTo>
                  <a:lnTo>
                    <a:pt x="6303250" y="2960703"/>
                  </a:lnTo>
                  <a:lnTo>
                    <a:pt x="6333293" y="3048997"/>
                  </a:lnTo>
                  <a:lnTo>
                    <a:pt x="6363141" y="3133436"/>
                  </a:lnTo>
                  <a:lnTo>
                    <a:pt x="6392840" y="3213888"/>
                  </a:lnTo>
                  <a:lnTo>
                    <a:pt x="6422456" y="3290277"/>
                  </a:lnTo>
                  <a:lnTo>
                    <a:pt x="6452076" y="3362583"/>
                  </a:lnTo>
                  <a:lnTo>
                    <a:pt x="6481807" y="3430834"/>
                  </a:lnTo>
                  <a:lnTo>
                    <a:pt x="6511781" y="3495106"/>
                  </a:lnTo>
                  <a:lnTo>
                    <a:pt x="6515891" y="3503557"/>
                  </a:lnTo>
                  <a:lnTo>
                    <a:pt x="6558705" y="3586322"/>
                  </a:lnTo>
                  <a:lnTo>
                    <a:pt x="6602817" y="3661416"/>
                  </a:lnTo>
                  <a:lnTo>
                    <a:pt x="6648805" y="3729164"/>
                  </a:lnTo>
                  <a:lnTo>
                    <a:pt x="6697320" y="3790151"/>
                  </a:lnTo>
                  <a:lnTo>
                    <a:pt x="6749038" y="3845062"/>
                  </a:lnTo>
                  <a:lnTo>
                    <a:pt x="6804608" y="3894580"/>
                  </a:lnTo>
                  <a:lnTo>
                    <a:pt x="6864601" y="3939332"/>
                  </a:lnTo>
                  <a:lnTo>
                    <a:pt x="6929435" y="3979848"/>
                  </a:lnTo>
                  <a:lnTo>
                    <a:pt x="6999281" y="4016551"/>
                  </a:lnTo>
                  <a:lnTo>
                    <a:pt x="7073944" y="4049740"/>
                  </a:lnTo>
                  <a:lnTo>
                    <a:pt x="7152728" y="4079592"/>
                  </a:lnTo>
                  <a:lnTo>
                    <a:pt x="7234319" y="4106176"/>
                  </a:lnTo>
                  <a:lnTo>
                    <a:pt x="7316706" y="4129470"/>
                  </a:lnTo>
                  <a:lnTo>
                    <a:pt x="7397219" y="4149403"/>
                  </a:lnTo>
                  <a:lnTo>
                    <a:pt x="7472723" y="4165910"/>
                  </a:lnTo>
                  <a:lnTo>
                    <a:pt x="7539988" y="4178997"/>
                  </a:lnTo>
                  <a:lnTo>
                    <a:pt x="7596203" y="4188795"/>
                  </a:lnTo>
                  <a:lnTo>
                    <a:pt x="7639509" y="4195593"/>
                  </a:lnTo>
                  <a:lnTo>
                    <a:pt x="7669407" y="4199840"/>
                  </a:lnTo>
                  <a:lnTo>
                    <a:pt x="7686937" y="4202102"/>
                  </a:lnTo>
                  <a:lnTo>
                    <a:pt x="7694613" y="4203004"/>
                  </a:lnTo>
                  <a:lnTo>
                    <a:pt x="7696237" y="4203180"/>
                  </a:lnTo>
                  <a:lnTo>
                    <a:pt x="8234974" y="4203180"/>
                  </a:lnTo>
                  <a:lnTo>
                    <a:pt x="8234974" y="4197735"/>
                  </a:lnTo>
                  <a:lnTo>
                    <a:pt x="7696237" y="4197735"/>
                  </a:lnTo>
                  <a:lnTo>
                    <a:pt x="7695326" y="4197638"/>
                  </a:lnTo>
                  <a:lnTo>
                    <a:pt x="7689328" y="4196947"/>
                  </a:lnTo>
                  <a:lnTo>
                    <a:pt x="7674200" y="4195034"/>
                  </a:lnTo>
                  <a:lnTo>
                    <a:pt x="7647129" y="4191270"/>
                  </a:lnTo>
                  <a:lnTo>
                    <a:pt x="7606745" y="4185068"/>
                  </a:lnTo>
                  <a:lnTo>
                    <a:pt x="7553217" y="4175952"/>
                  </a:lnTo>
                  <a:lnTo>
                    <a:pt x="7488137" y="4163596"/>
                  </a:lnTo>
                  <a:lnTo>
                    <a:pt x="7414154" y="4147835"/>
                  </a:lnTo>
                  <a:lnTo>
                    <a:pt x="7334452" y="4128642"/>
                  </a:lnTo>
                  <a:lnTo>
                    <a:pt x="7252225" y="4106072"/>
                  </a:lnTo>
                  <a:lnTo>
                    <a:pt x="7170266" y="4080198"/>
                  </a:lnTo>
                  <a:lnTo>
                    <a:pt x="7090737" y="4051057"/>
                  </a:lnTo>
                  <a:lnTo>
                    <a:pt x="7015101" y="4018604"/>
                  </a:lnTo>
                  <a:lnTo>
                    <a:pt x="6944177" y="3982686"/>
                  </a:lnTo>
                  <a:lnTo>
                    <a:pt x="6878258" y="3943029"/>
                  </a:lnTo>
                  <a:lnTo>
                    <a:pt x="6817243" y="3899239"/>
                  </a:lnTo>
                  <a:lnTo>
                    <a:pt x="6760757" y="3850806"/>
                  </a:lnTo>
                  <a:lnTo>
                    <a:pt x="6708256" y="3797123"/>
                  </a:lnTo>
                  <a:lnTo>
                    <a:pt x="6659102" y="3737515"/>
                  </a:lnTo>
                  <a:lnTo>
                    <a:pt x="6612622" y="3671291"/>
                  </a:lnTo>
                  <a:lnTo>
                    <a:pt x="6568155" y="3597832"/>
                  </a:lnTo>
                  <a:lnTo>
                    <a:pt x="6525103" y="3516739"/>
                  </a:lnTo>
                  <a:lnTo>
                    <a:pt x="6515891" y="3498113"/>
                  </a:lnTo>
                  <a:lnTo>
                    <a:pt x="6485872" y="3434375"/>
                  </a:lnTo>
                  <a:lnTo>
                    <a:pt x="6456116" y="3366671"/>
                  </a:lnTo>
                  <a:lnTo>
                    <a:pt x="6426488" y="3294920"/>
                  </a:lnTo>
                  <a:lnTo>
                    <a:pt x="6396876" y="3219087"/>
                  </a:lnTo>
                  <a:lnTo>
                    <a:pt x="6367193" y="3139185"/>
                  </a:lnTo>
                  <a:lnTo>
                    <a:pt x="6337369" y="3055283"/>
                  </a:lnTo>
                  <a:lnTo>
                    <a:pt x="6307354" y="2967504"/>
                  </a:lnTo>
                  <a:lnTo>
                    <a:pt x="6277116" y="2876033"/>
                  </a:lnTo>
                  <a:lnTo>
                    <a:pt x="6246638" y="2781115"/>
                  </a:lnTo>
                  <a:lnTo>
                    <a:pt x="6215918" y="2683054"/>
                  </a:lnTo>
                  <a:lnTo>
                    <a:pt x="6184968" y="2582214"/>
                  </a:lnTo>
                  <a:lnTo>
                    <a:pt x="6153812" y="2479011"/>
                  </a:lnTo>
                  <a:lnTo>
                    <a:pt x="6122483" y="2373908"/>
                  </a:lnTo>
                  <a:lnTo>
                    <a:pt x="6091023" y="2267406"/>
                  </a:lnTo>
                  <a:lnTo>
                    <a:pt x="6059482" y="2160039"/>
                  </a:lnTo>
                  <a:lnTo>
                    <a:pt x="6027910" y="2052355"/>
                  </a:lnTo>
                  <a:lnTo>
                    <a:pt x="5996361" y="1944912"/>
                  </a:lnTo>
                  <a:lnTo>
                    <a:pt x="5964888" y="1838261"/>
                  </a:lnTo>
                  <a:lnTo>
                    <a:pt x="5933538" y="1732937"/>
                  </a:lnTo>
                  <a:lnTo>
                    <a:pt x="5902356" y="1629447"/>
                  </a:lnTo>
                  <a:lnTo>
                    <a:pt x="5871376" y="1528260"/>
                  </a:lnTo>
                  <a:lnTo>
                    <a:pt x="5840624" y="1429798"/>
                  </a:lnTo>
                  <a:lnTo>
                    <a:pt x="5810113" y="1334432"/>
                  </a:lnTo>
                  <a:lnTo>
                    <a:pt x="5779843" y="1242476"/>
                  </a:lnTo>
                  <a:lnTo>
                    <a:pt x="5749799" y="1154182"/>
                  </a:lnTo>
                  <a:lnTo>
                    <a:pt x="5719952" y="1069743"/>
                  </a:lnTo>
                  <a:lnTo>
                    <a:pt x="5690253" y="989291"/>
                  </a:lnTo>
                  <a:lnTo>
                    <a:pt x="5660636" y="912902"/>
                  </a:lnTo>
                  <a:lnTo>
                    <a:pt x="5631017" y="840597"/>
                  </a:lnTo>
                  <a:lnTo>
                    <a:pt x="5601286" y="772345"/>
                  </a:lnTo>
                  <a:lnTo>
                    <a:pt x="5571311" y="708073"/>
                  </a:lnTo>
                  <a:lnTo>
                    <a:pt x="5567201" y="699622"/>
                  </a:lnTo>
                  <a:lnTo>
                    <a:pt x="5524388" y="616857"/>
                  </a:lnTo>
                  <a:lnTo>
                    <a:pt x="5480276" y="541763"/>
                  </a:lnTo>
                  <a:lnTo>
                    <a:pt x="5434288" y="474015"/>
                  </a:lnTo>
                  <a:lnTo>
                    <a:pt x="5385772" y="413028"/>
                  </a:lnTo>
                  <a:lnTo>
                    <a:pt x="5334054" y="358117"/>
                  </a:lnTo>
                  <a:lnTo>
                    <a:pt x="5278484" y="308599"/>
                  </a:lnTo>
                  <a:lnTo>
                    <a:pt x="5218491" y="263848"/>
                  </a:lnTo>
                  <a:lnTo>
                    <a:pt x="5153657" y="223331"/>
                  </a:lnTo>
                  <a:lnTo>
                    <a:pt x="5083811" y="186628"/>
                  </a:lnTo>
                  <a:lnTo>
                    <a:pt x="5009149" y="153440"/>
                  </a:lnTo>
                  <a:lnTo>
                    <a:pt x="4930364" y="123587"/>
                  </a:lnTo>
                  <a:lnTo>
                    <a:pt x="4848773" y="97003"/>
                  </a:lnTo>
                  <a:lnTo>
                    <a:pt x="4766386" y="73709"/>
                  </a:lnTo>
                  <a:lnTo>
                    <a:pt x="4685873" y="53777"/>
                  </a:lnTo>
                  <a:lnTo>
                    <a:pt x="4610370" y="37269"/>
                  </a:lnTo>
                  <a:lnTo>
                    <a:pt x="4543105" y="24182"/>
                  </a:lnTo>
                  <a:lnTo>
                    <a:pt x="4486889" y="14385"/>
                  </a:lnTo>
                  <a:lnTo>
                    <a:pt x="4443583" y="7586"/>
                  </a:lnTo>
                  <a:lnTo>
                    <a:pt x="4413685" y="3339"/>
                  </a:lnTo>
                  <a:lnTo>
                    <a:pt x="4396156" y="1078"/>
                  </a:lnTo>
                  <a:lnTo>
                    <a:pt x="4388480" y="1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30" y="101"/>
                  </a:lnTo>
                  <a:lnTo>
                    <a:pt x="3841384" y="821"/>
                  </a:lnTo>
                  <a:lnTo>
                    <a:pt x="3826624" y="2813"/>
                  </a:lnTo>
                  <a:lnTo>
                    <a:pt x="3800185" y="6735"/>
                  </a:lnTo>
                  <a:lnTo>
                    <a:pt x="3760685" y="13200"/>
                  </a:lnTo>
                  <a:lnTo>
                    <a:pt x="3708231" y="22709"/>
                  </a:lnTo>
                  <a:lnTo>
                    <a:pt x="3644314" y="35612"/>
                  </a:lnTo>
                  <a:lnTo>
                    <a:pt x="3571467" y="52087"/>
                  </a:lnTo>
                  <a:lnTo>
                    <a:pt x="3492776" y="72173"/>
                  </a:lnTo>
                  <a:lnTo>
                    <a:pt x="3411365" y="95816"/>
                  </a:lnTo>
                  <a:lnTo>
                    <a:pt x="3330001" y="122937"/>
                  </a:lnTo>
                  <a:lnTo>
                    <a:pt x="3250849" y="153493"/>
                  </a:lnTo>
                  <a:lnTo>
                    <a:pt x="3175403" y="187522"/>
                  </a:lnTo>
                  <a:lnTo>
                    <a:pt x="3104524" y="225168"/>
                  </a:lnTo>
                  <a:lnTo>
                    <a:pt x="3038551" y="266703"/>
                  </a:lnTo>
                  <a:lnTo>
                    <a:pt x="2977427" y="312520"/>
                  </a:lnTo>
                  <a:lnTo>
                    <a:pt x="2920817" y="363137"/>
                  </a:lnTo>
                  <a:lnTo>
                    <a:pt x="2868210" y="419171"/>
                  </a:lnTo>
                  <a:lnTo>
                    <a:pt x="2818994" y="481319"/>
                  </a:lnTo>
                  <a:lnTo>
                    <a:pt x="2772516" y="550304"/>
                  </a:lnTo>
                  <a:lnTo>
                    <a:pt x="2728128" y="626792"/>
                  </a:lnTo>
                  <a:lnTo>
                    <a:pt x="2685230" y="711255"/>
                  </a:lnTo>
                  <a:lnTo>
                    <a:pt x="2667772" y="748623"/>
                  </a:lnTo>
                  <a:lnTo>
                    <a:pt x="2638652" y="814711"/>
                  </a:lnTo>
                  <a:lnTo>
                    <a:pt x="2609783" y="884788"/>
                  </a:lnTo>
                  <a:lnTo>
                    <a:pt x="2581042" y="958935"/>
                  </a:lnTo>
                  <a:lnTo>
                    <a:pt x="2552325" y="1037190"/>
                  </a:lnTo>
                  <a:lnTo>
                    <a:pt x="2523549" y="1119545"/>
                  </a:lnTo>
                  <a:lnTo>
                    <a:pt x="2494649" y="1205942"/>
                  </a:lnTo>
                  <a:lnTo>
                    <a:pt x="2465577" y="1296268"/>
                  </a:lnTo>
                  <a:lnTo>
                    <a:pt x="2436300" y="1390355"/>
                  </a:lnTo>
                  <a:lnTo>
                    <a:pt x="2406800" y="1487977"/>
                  </a:lnTo>
                  <a:lnTo>
                    <a:pt x="2377071" y="1588851"/>
                  </a:lnTo>
                  <a:lnTo>
                    <a:pt x="2347121" y="1692640"/>
                  </a:lnTo>
                  <a:lnTo>
                    <a:pt x="2316969" y="1798951"/>
                  </a:lnTo>
                  <a:lnTo>
                    <a:pt x="2286641" y="1907349"/>
                  </a:lnTo>
                  <a:lnTo>
                    <a:pt x="2256175" y="2017356"/>
                  </a:lnTo>
                  <a:lnTo>
                    <a:pt x="2225611" y="2128464"/>
                  </a:lnTo>
                  <a:lnTo>
                    <a:pt x="2194997" y="2240141"/>
                  </a:lnTo>
                  <a:lnTo>
                    <a:pt x="2164380" y="2351846"/>
                  </a:lnTo>
                  <a:lnTo>
                    <a:pt x="2133809" y="2463037"/>
                  </a:lnTo>
                  <a:lnTo>
                    <a:pt x="2103331" y="2573181"/>
                  </a:lnTo>
                  <a:lnTo>
                    <a:pt x="2072987" y="2681766"/>
                  </a:lnTo>
                  <a:lnTo>
                    <a:pt x="2042815" y="2788312"/>
                  </a:lnTo>
                  <a:lnTo>
                    <a:pt x="2012844" y="2892378"/>
                  </a:lnTo>
                  <a:lnTo>
                    <a:pt x="1983091" y="2993567"/>
                  </a:lnTo>
                  <a:lnTo>
                    <a:pt x="1953568" y="3091537"/>
                  </a:lnTo>
                  <a:lnTo>
                    <a:pt x="1924268" y="3185997"/>
                  </a:lnTo>
                  <a:lnTo>
                    <a:pt x="1895176" y="3276718"/>
                  </a:lnTo>
                  <a:lnTo>
                    <a:pt x="1866261" y="3363523"/>
                  </a:lnTo>
                  <a:lnTo>
                    <a:pt x="1837475" y="3446296"/>
                  </a:lnTo>
                  <a:lnTo>
                    <a:pt x="1808756" y="3524973"/>
                  </a:lnTo>
                  <a:lnTo>
                    <a:pt x="1780021" y="3599540"/>
                  </a:lnTo>
                  <a:lnTo>
                    <a:pt x="1751171" y="3670031"/>
                  </a:lnTo>
                  <a:lnTo>
                    <a:pt x="1722083" y="3736523"/>
                  </a:lnTo>
                  <a:lnTo>
                    <a:pt x="1719082" y="3743117"/>
                  </a:lnTo>
                  <a:lnTo>
                    <a:pt x="1676650" y="3830936"/>
                  </a:lnTo>
                  <a:lnTo>
                    <a:pt x="1632947" y="3910688"/>
                  </a:lnTo>
                  <a:lnTo>
                    <a:pt x="1587412" y="3982708"/>
                  </a:lnTo>
                  <a:lnTo>
                    <a:pt x="1539411" y="4047602"/>
                  </a:lnTo>
                  <a:lnTo>
                    <a:pt x="1488287" y="4106082"/>
                  </a:lnTo>
                  <a:lnTo>
                    <a:pt x="1433404" y="4158863"/>
                  </a:lnTo>
                  <a:lnTo>
                    <a:pt x="1374203" y="4206600"/>
                  </a:lnTo>
                  <a:lnTo>
                    <a:pt x="1310265" y="4249854"/>
                  </a:lnTo>
                  <a:lnTo>
                    <a:pt x="1241403" y="4289071"/>
                  </a:lnTo>
                  <a:lnTo>
                    <a:pt x="1167777" y="4324574"/>
                  </a:lnTo>
                  <a:lnTo>
                    <a:pt x="1090018" y="4356559"/>
                  </a:lnTo>
                  <a:lnTo>
                    <a:pt x="1009345" y="4385105"/>
                  </a:lnTo>
                  <a:lnTo>
                    <a:pt x="927649" y="4410198"/>
                  </a:lnTo>
                  <a:lnTo>
                    <a:pt x="847465" y="4431767"/>
                  </a:lnTo>
                  <a:lnTo>
                    <a:pt x="771809" y="4449740"/>
                  </a:lnTo>
                  <a:lnTo>
                    <a:pt x="703842" y="4464110"/>
                  </a:lnTo>
                  <a:lnTo>
                    <a:pt x="646387" y="4474993"/>
                  </a:lnTo>
                  <a:lnTo>
                    <a:pt x="601423" y="4482666"/>
                  </a:lnTo>
                  <a:lnTo>
                    <a:pt x="569655" y="4487572"/>
                  </a:lnTo>
                  <a:lnTo>
                    <a:pt x="550318" y="4490285"/>
                  </a:lnTo>
                  <a:lnTo>
                    <a:pt x="541194" y="4491452"/>
                  </a:lnTo>
                  <a:lnTo>
                    <a:pt x="538736" y="4491740"/>
                  </a:lnTo>
                  <a:lnTo>
                    <a:pt x="0" y="4491740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11" name="pl1911"/>
            <p:cNvSpPr/>
            <p:nvPr/>
          </p:nvSpPr>
          <p:spPr>
            <a:xfrm>
              <a:off x="546595" y="1126130"/>
              <a:ext cx="8234974" cy="4491740"/>
            </a:xfrm>
            <a:custGeom>
              <a:avLst/>
              <a:pathLst>
                <a:path w="8234974" h="4491740">
                  <a:moveTo>
                    <a:pt x="0" y="4491740"/>
                  </a:moveTo>
                  <a:lnTo>
                    <a:pt x="538736" y="4491740"/>
                  </a:lnTo>
                  <a:lnTo>
                    <a:pt x="539624" y="4491639"/>
                  </a:lnTo>
                  <a:lnTo>
                    <a:pt x="545471" y="4490918"/>
                  </a:lnTo>
                  <a:lnTo>
                    <a:pt x="560231" y="4488927"/>
                  </a:lnTo>
                  <a:lnTo>
                    <a:pt x="586669" y="4485004"/>
                  </a:lnTo>
                  <a:lnTo>
                    <a:pt x="626169" y="4478540"/>
                  </a:lnTo>
                  <a:lnTo>
                    <a:pt x="678623" y="4469031"/>
                  </a:lnTo>
                  <a:lnTo>
                    <a:pt x="742541" y="4456128"/>
                  </a:lnTo>
                  <a:lnTo>
                    <a:pt x="815387" y="4439652"/>
                  </a:lnTo>
                  <a:lnTo>
                    <a:pt x="894079" y="4419567"/>
                  </a:lnTo>
                  <a:lnTo>
                    <a:pt x="975489" y="4395924"/>
                  </a:lnTo>
                  <a:lnTo>
                    <a:pt x="1056854" y="4368803"/>
                  </a:lnTo>
                  <a:lnTo>
                    <a:pt x="1136005" y="4338246"/>
                  </a:lnTo>
                  <a:lnTo>
                    <a:pt x="1211452" y="4304218"/>
                  </a:lnTo>
                  <a:lnTo>
                    <a:pt x="1282331" y="4266571"/>
                  </a:lnTo>
                  <a:lnTo>
                    <a:pt x="1348303" y="4225037"/>
                  </a:lnTo>
                  <a:lnTo>
                    <a:pt x="1409428" y="4179219"/>
                  </a:lnTo>
                  <a:lnTo>
                    <a:pt x="1466038" y="4128603"/>
                  </a:lnTo>
                  <a:lnTo>
                    <a:pt x="1518645" y="4072569"/>
                  </a:lnTo>
                  <a:lnTo>
                    <a:pt x="1567860" y="4010420"/>
                  </a:lnTo>
                  <a:lnTo>
                    <a:pt x="1614338" y="3941435"/>
                  </a:lnTo>
                  <a:lnTo>
                    <a:pt x="1658727" y="3864948"/>
                  </a:lnTo>
                  <a:lnTo>
                    <a:pt x="1701624" y="3780485"/>
                  </a:lnTo>
                  <a:lnTo>
                    <a:pt x="1719082" y="3743117"/>
                  </a:lnTo>
                  <a:lnTo>
                    <a:pt x="1748203" y="3677029"/>
                  </a:lnTo>
                  <a:lnTo>
                    <a:pt x="1777071" y="3606952"/>
                  </a:lnTo>
                  <a:lnTo>
                    <a:pt x="1805813" y="3532805"/>
                  </a:lnTo>
                  <a:lnTo>
                    <a:pt x="1834530" y="3454550"/>
                  </a:lnTo>
                  <a:lnTo>
                    <a:pt x="1863305" y="3372194"/>
                  </a:lnTo>
                  <a:lnTo>
                    <a:pt x="1892205" y="3285798"/>
                  </a:lnTo>
                  <a:lnTo>
                    <a:pt x="1921277" y="3195472"/>
                  </a:lnTo>
                  <a:lnTo>
                    <a:pt x="1950554" y="3101385"/>
                  </a:lnTo>
                  <a:lnTo>
                    <a:pt x="1980055" y="3003763"/>
                  </a:lnTo>
                  <a:lnTo>
                    <a:pt x="2009784" y="2902888"/>
                  </a:lnTo>
                  <a:lnTo>
                    <a:pt x="2039733" y="2799100"/>
                  </a:lnTo>
                  <a:lnTo>
                    <a:pt x="2069886" y="2692788"/>
                  </a:lnTo>
                  <a:lnTo>
                    <a:pt x="2100213" y="2584391"/>
                  </a:lnTo>
                  <a:lnTo>
                    <a:pt x="2130680" y="2474384"/>
                  </a:lnTo>
                  <a:lnTo>
                    <a:pt x="2161243" y="2363276"/>
                  </a:lnTo>
                  <a:lnTo>
                    <a:pt x="2191858" y="2251599"/>
                  </a:lnTo>
                  <a:lnTo>
                    <a:pt x="2222475" y="2139893"/>
                  </a:lnTo>
                  <a:lnTo>
                    <a:pt x="2253046" y="2028703"/>
                  </a:lnTo>
                  <a:lnTo>
                    <a:pt x="2283524" y="1918559"/>
                  </a:lnTo>
                  <a:lnTo>
                    <a:pt x="2313867" y="1809974"/>
                  </a:lnTo>
                  <a:lnTo>
                    <a:pt x="2344039" y="1703428"/>
                  </a:lnTo>
                  <a:lnTo>
                    <a:pt x="2374011" y="1599362"/>
                  </a:lnTo>
                  <a:lnTo>
                    <a:pt x="2403763" y="1498172"/>
                  </a:lnTo>
                  <a:lnTo>
                    <a:pt x="2433287" y="1400203"/>
                  </a:lnTo>
                  <a:lnTo>
                    <a:pt x="2462586" y="1305742"/>
                  </a:lnTo>
                  <a:lnTo>
                    <a:pt x="2491678" y="1215022"/>
                  </a:lnTo>
                  <a:lnTo>
                    <a:pt x="2520594" y="1128216"/>
                  </a:lnTo>
                  <a:lnTo>
                    <a:pt x="2549379" y="1045443"/>
                  </a:lnTo>
                  <a:lnTo>
                    <a:pt x="2578099" y="966767"/>
                  </a:lnTo>
                  <a:lnTo>
                    <a:pt x="2606833" y="892200"/>
                  </a:lnTo>
                  <a:lnTo>
                    <a:pt x="2635683" y="821708"/>
                  </a:lnTo>
                  <a:lnTo>
                    <a:pt x="2664772" y="755217"/>
                  </a:lnTo>
                  <a:lnTo>
                    <a:pt x="2667772" y="748623"/>
                  </a:lnTo>
                  <a:lnTo>
                    <a:pt x="2710204" y="660804"/>
                  </a:lnTo>
                  <a:lnTo>
                    <a:pt x="2753907" y="581052"/>
                  </a:lnTo>
                  <a:lnTo>
                    <a:pt x="2799443" y="509032"/>
                  </a:lnTo>
                  <a:lnTo>
                    <a:pt x="2847444" y="444138"/>
                  </a:lnTo>
                  <a:lnTo>
                    <a:pt x="2898568" y="385657"/>
                  </a:lnTo>
                  <a:lnTo>
                    <a:pt x="2953450" y="332877"/>
                  </a:lnTo>
                  <a:lnTo>
                    <a:pt x="3012651" y="285140"/>
                  </a:lnTo>
                  <a:lnTo>
                    <a:pt x="3076590" y="241886"/>
                  </a:lnTo>
                  <a:lnTo>
                    <a:pt x="3145452" y="202668"/>
                  </a:lnTo>
                  <a:lnTo>
                    <a:pt x="3219077" y="167165"/>
                  </a:lnTo>
                  <a:lnTo>
                    <a:pt x="3296837" y="135181"/>
                  </a:lnTo>
                  <a:lnTo>
                    <a:pt x="3377509" y="106635"/>
                  </a:lnTo>
                  <a:lnTo>
                    <a:pt x="3459205" y="81542"/>
                  </a:lnTo>
                  <a:lnTo>
                    <a:pt x="3539389" y="59973"/>
                  </a:lnTo>
                  <a:lnTo>
                    <a:pt x="3615045" y="41999"/>
                  </a:lnTo>
                  <a:lnTo>
                    <a:pt x="3683013" y="27629"/>
                  </a:lnTo>
                  <a:lnTo>
                    <a:pt x="3740467" y="16746"/>
                  </a:lnTo>
                  <a:lnTo>
                    <a:pt x="3785432" y="9073"/>
                  </a:lnTo>
                  <a:lnTo>
                    <a:pt x="3817199" y="4167"/>
                  </a:lnTo>
                  <a:lnTo>
                    <a:pt x="3836537" y="1454"/>
                  </a:lnTo>
                  <a:lnTo>
                    <a:pt x="3845661" y="287"/>
                  </a:lnTo>
                  <a:lnTo>
                    <a:pt x="3848053" y="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67" y="97"/>
                  </a:lnTo>
                  <a:lnTo>
                    <a:pt x="4393764" y="788"/>
                  </a:lnTo>
                  <a:lnTo>
                    <a:pt x="4408893" y="2701"/>
                  </a:lnTo>
                  <a:lnTo>
                    <a:pt x="4435963" y="6465"/>
                  </a:lnTo>
                  <a:lnTo>
                    <a:pt x="4476347" y="12667"/>
                  </a:lnTo>
                  <a:lnTo>
                    <a:pt x="4529876" y="21783"/>
                  </a:lnTo>
                  <a:lnTo>
                    <a:pt x="4594955" y="34139"/>
                  </a:lnTo>
                  <a:lnTo>
                    <a:pt x="4668938" y="49900"/>
                  </a:lnTo>
                  <a:lnTo>
                    <a:pt x="4748640" y="69092"/>
                  </a:lnTo>
                  <a:lnTo>
                    <a:pt x="4830867" y="91663"/>
                  </a:lnTo>
                  <a:lnTo>
                    <a:pt x="4912826" y="117537"/>
                  </a:lnTo>
                  <a:lnTo>
                    <a:pt x="4992356" y="146677"/>
                  </a:lnTo>
                  <a:lnTo>
                    <a:pt x="5067992" y="179130"/>
                  </a:lnTo>
                  <a:lnTo>
                    <a:pt x="5138916" y="215049"/>
                  </a:lnTo>
                  <a:lnTo>
                    <a:pt x="5204834" y="254706"/>
                  </a:lnTo>
                  <a:lnTo>
                    <a:pt x="5265850" y="298496"/>
                  </a:lnTo>
                  <a:lnTo>
                    <a:pt x="5322336" y="346929"/>
                  </a:lnTo>
                  <a:lnTo>
                    <a:pt x="5374836" y="400612"/>
                  </a:lnTo>
                  <a:lnTo>
                    <a:pt x="5423990" y="460220"/>
                  </a:lnTo>
                  <a:lnTo>
                    <a:pt x="5470470" y="526444"/>
                  </a:lnTo>
                  <a:lnTo>
                    <a:pt x="5514937" y="599903"/>
                  </a:lnTo>
                  <a:lnTo>
                    <a:pt x="5557989" y="680996"/>
                  </a:lnTo>
                  <a:lnTo>
                    <a:pt x="5567201" y="699622"/>
                  </a:lnTo>
                  <a:lnTo>
                    <a:pt x="5597221" y="763360"/>
                  </a:lnTo>
                  <a:lnTo>
                    <a:pt x="5626977" y="831064"/>
                  </a:lnTo>
                  <a:lnTo>
                    <a:pt x="5656605" y="902815"/>
                  </a:lnTo>
                  <a:lnTo>
                    <a:pt x="5686216" y="978648"/>
                  </a:lnTo>
                  <a:lnTo>
                    <a:pt x="5715899" y="1058549"/>
                  </a:lnTo>
                  <a:lnTo>
                    <a:pt x="5745723" y="1142452"/>
                  </a:lnTo>
                  <a:lnTo>
                    <a:pt x="5775738" y="1230231"/>
                  </a:lnTo>
                  <a:lnTo>
                    <a:pt x="5805976" y="1321702"/>
                  </a:lnTo>
                  <a:lnTo>
                    <a:pt x="5836454" y="1416620"/>
                  </a:lnTo>
                  <a:lnTo>
                    <a:pt x="5867174" y="1514681"/>
                  </a:lnTo>
                  <a:lnTo>
                    <a:pt x="5898124" y="1615521"/>
                  </a:lnTo>
                  <a:lnTo>
                    <a:pt x="5929281" y="1718724"/>
                  </a:lnTo>
                  <a:lnTo>
                    <a:pt x="5960610" y="1823827"/>
                  </a:lnTo>
                  <a:lnTo>
                    <a:pt x="5992069" y="1930328"/>
                  </a:lnTo>
                  <a:lnTo>
                    <a:pt x="6023611" y="2037696"/>
                  </a:lnTo>
                  <a:lnTo>
                    <a:pt x="6055183" y="2145380"/>
                  </a:lnTo>
                  <a:lnTo>
                    <a:pt x="6086731" y="2252823"/>
                  </a:lnTo>
                  <a:lnTo>
                    <a:pt x="6118205" y="2359474"/>
                  </a:lnTo>
                  <a:lnTo>
                    <a:pt x="6149554" y="2464798"/>
                  </a:lnTo>
                  <a:lnTo>
                    <a:pt x="6180736" y="2568288"/>
                  </a:lnTo>
                  <a:lnTo>
                    <a:pt x="6211716" y="2669475"/>
                  </a:lnTo>
                  <a:lnTo>
                    <a:pt x="6242468" y="2767937"/>
                  </a:lnTo>
                  <a:lnTo>
                    <a:pt x="6272980" y="2863302"/>
                  </a:lnTo>
                  <a:lnTo>
                    <a:pt x="6303250" y="2955259"/>
                  </a:lnTo>
                  <a:lnTo>
                    <a:pt x="6333293" y="3043553"/>
                  </a:lnTo>
                  <a:lnTo>
                    <a:pt x="6363141" y="3127992"/>
                  </a:lnTo>
                  <a:lnTo>
                    <a:pt x="6392840" y="3208443"/>
                  </a:lnTo>
                  <a:lnTo>
                    <a:pt x="6422456" y="3284832"/>
                  </a:lnTo>
                  <a:lnTo>
                    <a:pt x="6452076" y="3357138"/>
                  </a:lnTo>
                  <a:lnTo>
                    <a:pt x="6481807" y="3425390"/>
                  </a:lnTo>
                  <a:lnTo>
                    <a:pt x="6511781" y="3489661"/>
                  </a:lnTo>
                  <a:lnTo>
                    <a:pt x="6515891" y="3498113"/>
                  </a:lnTo>
                  <a:lnTo>
                    <a:pt x="6558705" y="3580878"/>
                  </a:lnTo>
                  <a:lnTo>
                    <a:pt x="6602817" y="3655972"/>
                  </a:lnTo>
                  <a:lnTo>
                    <a:pt x="6648805" y="3723720"/>
                  </a:lnTo>
                  <a:lnTo>
                    <a:pt x="6697320" y="3784707"/>
                  </a:lnTo>
                  <a:lnTo>
                    <a:pt x="6749038" y="3839617"/>
                  </a:lnTo>
                  <a:lnTo>
                    <a:pt x="6804608" y="3889136"/>
                  </a:lnTo>
                  <a:lnTo>
                    <a:pt x="6864601" y="3933887"/>
                  </a:lnTo>
                  <a:lnTo>
                    <a:pt x="6929435" y="3974404"/>
                  </a:lnTo>
                  <a:lnTo>
                    <a:pt x="6999281" y="4011107"/>
                  </a:lnTo>
                  <a:lnTo>
                    <a:pt x="7073944" y="4044295"/>
                  </a:lnTo>
                  <a:lnTo>
                    <a:pt x="7152728" y="4074148"/>
                  </a:lnTo>
                  <a:lnTo>
                    <a:pt x="7234319" y="4100732"/>
                  </a:lnTo>
                  <a:lnTo>
                    <a:pt x="7316706" y="4124025"/>
                  </a:lnTo>
                  <a:lnTo>
                    <a:pt x="7397219" y="4143958"/>
                  </a:lnTo>
                  <a:lnTo>
                    <a:pt x="7472723" y="4160466"/>
                  </a:lnTo>
                  <a:lnTo>
                    <a:pt x="7539988" y="4173553"/>
                  </a:lnTo>
                  <a:lnTo>
                    <a:pt x="7596203" y="4183350"/>
                  </a:lnTo>
                  <a:lnTo>
                    <a:pt x="7639509" y="4190149"/>
                  </a:lnTo>
                  <a:lnTo>
                    <a:pt x="7669407" y="4194396"/>
                  </a:lnTo>
                  <a:lnTo>
                    <a:pt x="7686937" y="4196657"/>
                  </a:lnTo>
                  <a:lnTo>
                    <a:pt x="7694613" y="4197560"/>
                  </a:lnTo>
                  <a:lnTo>
                    <a:pt x="7696228" y="4197734"/>
                  </a:lnTo>
                  <a:lnTo>
                    <a:pt x="7696237" y="4197735"/>
                  </a:lnTo>
                  <a:lnTo>
                    <a:pt x="8234974" y="4197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2" name="pl1912"/>
            <p:cNvSpPr/>
            <p:nvPr/>
          </p:nvSpPr>
          <p:spPr>
            <a:xfrm>
              <a:off x="546595" y="1120685"/>
              <a:ext cx="8234974" cy="4491740"/>
            </a:xfrm>
            <a:custGeom>
              <a:avLst/>
              <a:pathLst>
                <a:path w="8234974" h="4491740">
                  <a:moveTo>
                    <a:pt x="8234974" y="4197735"/>
                  </a:moveTo>
                  <a:lnTo>
                    <a:pt x="7696237" y="4197735"/>
                  </a:lnTo>
                  <a:lnTo>
                    <a:pt x="7695326" y="4197638"/>
                  </a:lnTo>
                  <a:lnTo>
                    <a:pt x="7689328" y="4196947"/>
                  </a:lnTo>
                  <a:lnTo>
                    <a:pt x="7674200" y="4195034"/>
                  </a:lnTo>
                  <a:lnTo>
                    <a:pt x="7647129" y="4191270"/>
                  </a:lnTo>
                  <a:lnTo>
                    <a:pt x="7606745" y="4185068"/>
                  </a:lnTo>
                  <a:lnTo>
                    <a:pt x="7553217" y="4175952"/>
                  </a:lnTo>
                  <a:lnTo>
                    <a:pt x="7488137" y="4163596"/>
                  </a:lnTo>
                  <a:lnTo>
                    <a:pt x="7414154" y="4147835"/>
                  </a:lnTo>
                  <a:lnTo>
                    <a:pt x="7334452" y="4128642"/>
                  </a:lnTo>
                  <a:lnTo>
                    <a:pt x="7252225" y="4106072"/>
                  </a:lnTo>
                  <a:lnTo>
                    <a:pt x="7170266" y="4080198"/>
                  </a:lnTo>
                  <a:lnTo>
                    <a:pt x="7090737" y="4051057"/>
                  </a:lnTo>
                  <a:lnTo>
                    <a:pt x="7015101" y="4018604"/>
                  </a:lnTo>
                  <a:lnTo>
                    <a:pt x="6944177" y="3982686"/>
                  </a:lnTo>
                  <a:lnTo>
                    <a:pt x="6878258" y="3943029"/>
                  </a:lnTo>
                  <a:lnTo>
                    <a:pt x="6817243" y="3899239"/>
                  </a:lnTo>
                  <a:lnTo>
                    <a:pt x="6760757" y="3850806"/>
                  </a:lnTo>
                  <a:lnTo>
                    <a:pt x="6708256" y="3797123"/>
                  </a:lnTo>
                  <a:lnTo>
                    <a:pt x="6659102" y="3737515"/>
                  </a:lnTo>
                  <a:lnTo>
                    <a:pt x="6612622" y="3671291"/>
                  </a:lnTo>
                  <a:lnTo>
                    <a:pt x="6568155" y="3597832"/>
                  </a:lnTo>
                  <a:lnTo>
                    <a:pt x="6525103" y="3516739"/>
                  </a:lnTo>
                  <a:lnTo>
                    <a:pt x="6515891" y="3498113"/>
                  </a:lnTo>
                  <a:lnTo>
                    <a:pt x="6485872" y="3434375"/>
                  </a:lnTo>
                  <a:lnTo>
                    <a:pt x="6456116" y="3366671"/>
                  </a:lnTo>
                  <a:lnTo>
                    <a:pt x="6426488" y="3294920"/>
                  </a:lnTo>
                  <a:lnTo>
                    <a:pt x="6396876" y="3219087"/>
                  </a:lnTo>
                  <a:lnTo>
                    <a:pt x="6367193" y="3139185"/>
                  </a:lnTo>
                  <a:lnTo>
                    <a:pt x="6337369" y="3055283"/>
                  </a:lnTo>
                  <a:lnTo>
                    <a:pt x="6307354" y="2967504"/>
                  </a:lnTo>
                  <a:lnTo>
                    <a:pt x="6277116" y="2876033"/>
                  </a:lnTo>
                  <a:lnTo>
                    <a:pt x="6246638" y="2781115"/>
                  </a:lnTo>
                  <a:lnTo>
                    <a:pt x="6215918" y="2683054"/>
                  </a:lnTo>
                  <a:lnTo>
                    <a:pt x="6184968" y="2582214"/>
                  </a:lnTo>
                  <a:lnTo>
                    <a:pt x="6153812" y="2479011"/>
                  </a:lnTo>
                  <a:lnTo>
                    <a:pt x="6122483" y="2373908"/>
                  </a:lnTo>
                  <a:lnTo>
                    <a:pt x="6091023" y="2267406"/>
                  </a:lnTo>
                  <a:lnTo>
                    <a:pt x="6059482" y="2160039"/>
                  </a:lnTo>
                  <a:lnTo>
                    <a:pt x="6027910" y="2052355"/>
                  </a:lnTo>
                  <a:lnTo>
                    <a:pt x="5996361" y="1944912"/>
                  </a:lnTo>
                  <a:lnTo>
                    <a:pt x="5964888" y="1838261"/>
                  </a:lnTo>
                  <a:lnTo>
                    <a:pt x="5933538" y="1732937"/>
                  </a:lnTo>
                  <a:lnTo>
                    <a:pt x="5902356" y="1629447"/>
                  </a:lnTo>
                  <a:lnTo>
                    <a:pt x="5871376" y="1528260"/>
                  </a:lnTo>
                  <a:lnTo>
                    <a:pt x="5840624" y="1429798"/>
                  </a:lnTo>
                  <a:lnTo>
                    <a:pt x="5810113" y="1334432"/>
                  </a:lnTo>
                  <a:lnTo>
                    <a:pt x="5779843" y="1242476"/>
                  </a:lnTo>
                  <a:lnTo>
                    <a:pt x="5749799" y="1154182"/>
                  </a:lnTo>
                  <a:lnTo>
                    <a:pt x="5719952" y="1069743"/>
                  </a:lnTo>
                  <a:lnTo>
                    <a:pt x="5690253" y="989291"/>
                  </a:lnTo>
                  <a:lnTo>
                    <a:pt x="5660636" y="912902"/>
                  </a:lnTo>
                  <a:lnTo>
                    <a:pt x="5631017" y="840597"/>
                  </a:lnTo>
                  <a:lnTo>
                    <a:pt x="5601286" y="772345"/>
                  </a:lnTo>
                  <a:lnTo>
                    <a:pt x="5571311" y="708073"/>
                  </a:lnTo>
                  <a:lnTo>
                    <a:pt x="5567201" y="699622"/>
                  </a:lnTo>
                  <a:lnTo>
                    <a:pt x="5524388" y="616857"/>
                  </a:lnTo>
                  <a:lnTo>
                    <a:pt x="5480276" y="541763"/>
                  </a:lnTo>
                  <a:lnTo>
                    <a:pt x="5434288" y="474015"/>
                  </a:lnTo>
                  <a:lnTo>
                    <a:pt x="5385772" y="413028"/>
                  </a:lnTo>
                  <a:lnTo>
                    <a:pt x="5334054" y="358117"/>
                  </a:lnTo>
                  <a:lnTo>
                    <a:pt x="5278484" y="308599"/>
                  </a:lnTo>
                  <a:lnTo>
                    <a:pt x="5218491" y="263848"/>
                  </a:lnTo>
                  <a:lnTo>
                    <a:pt x="5153657" y="223331"/>
                  </a:lnTo>
                  <a:lnTo>
                    <a:pt x="5083811" y="186628"/>
                  </a:lnTo>
                  <a:lnTo>
                    <a:pt x="5009149" y="153440"/>
                  </a:lnTo>
                  <a:lnTo>
                    <a:pt x="4930364" y="123587"/>
                  </a:lnTo>
                  <a:lnTo>
                    <a:pt x="4848773" y="97003"/>
                  </a:lnTo>
                  <a:lnTo>
                    <a:pt x="4766386" y="73709"/>
                  </a:lnTo>
                  <a:lnTo>
                    <a:pt x="4685873" y="53777"/>
                  </a:lnTo>
                  <a:lnTo>
                    <a:pt x="4610370" y="37269"/>
                  </a:lnTo>
                  <a:lnTo>
                    <a:pt x="4543105" y="24182"/>
                  </a:lnTo>
                  <a:lnTo>
                    <a:pt x="4486889" y="14385"/>
                  </a:lnTo>
                  <a:lnTo>
                    <a:pt x="4443583" y="7586"/>
                  </a:lnTo>
                  <a:lnTo>
                    <a:pt x="4413685" y="3339"/>
                  </a:lnTo>
                  <a:lnTo>
                    <a:pt x="4396156" y="1078"/>
                  </a:lnTo>
                  <a:lnTo>
                    <a:pt x="4388480" y="175"/>
                  </a:lnTo>
                  <a:lnTo>
                    <a:pt x="438686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30" y="101"/>
                  </a:lnTo>
                  <a:lnTo>
                    <a:pt x="3841384" y="821"/>
                  </a:lnTo>
                  <a:lnTo>
                    <a:pt x="3826624" y="2813"/>
                  </a:lnTo>
                  <a:lnTo>
                    <a:pt x="3800185" y="6735"/>
                  </a:lnTo>
                  <a:lnTo>
                    <a:pt x="3760685" y="13200"/>
                  </a:lnTo>
                  <a:lnTo>
                    <a:pt x="3708231" y="22709"/>
                  </a:lnTo>
                  <a:lnTo>
                    <a:pt x="3644314" y="35612"/>
                  </a:lnTo>
                  <a:lnTo>
                    <a:pt x="3571467" y="52087"/>
                  </a:lnTo>
                  <a:lnTo>
                    <a:pt x="3492776" y="72173"/>
                  </a:lnTo>
                  <a:lnTo>
                    <a:pt x="3411365" y="95816"/>
                  </a:lnTo>
                  <a:lnTo>
                    <a:pt x="3330001" y="122937"/>
                  </a:lnTo>
                  <a:lnTo>
                    <a:pt x="3250849" y="153493"/>
                  </a:lnTo>
                  <a:lnTo>
                    <a:pt x="3175403" y="187522"/>
                  </a:lnTo>
                  <a:lnTo>
                    <a:pt x="3104524" y="225168"/>
                  </a:lnTo>
                  <a:lnTo>
                    <a:pt x="3038551" y="266703"/>
                  </a:lnTo>
                  <a:lnTo>
                    <a:pt x="2977427" y="312520"/>
                  </a:lnTo>
                  <a:lnTo>
                    <a:pt x="2920817" y="363137"/>
                  </a:lnTo>
                  <a:lnTo>
                    <a:pt x="2868210" y="419171"/>
                  </a:lnTo>
                  <a:lnTo>
                    <a:pt x="2818994" y="481319"/>
                  </a:lnTo>
                  <a:lnTo>
                    <a:pt x="2772516" y="550304"/>
                  </a:lnTo>
                  <a:lnTo>
                    <a:pt x="2728128" y="626792"/>
                  </a:lnTo>
                  <a:lnTo>
                    <a:pt x="2685230" y="711255"/>
                  </a:lnTo>
                  <a:lnTo>
                    <a:pt x="2667772" y="748623"/>
                  </a:lnTo>
                  <a:lnTo>
                    <a:pt x="2638652" y="814711"/>
                  </a:lnTo>
                  <a:lnTo>
                    <a:pt x="2609783" y="884788"/>
                  </a:lnTo>
                  <a:lnTo>
                    <a:pt x="2581042" y="958935"/>
                  </a:lnTo>
                  <a:lnTo>
                    <a:pt x="2552325" y="1037190"/>
                  </a:lnTo>
                  <a:lnTo>
                    <a:pt x="2523549" y="1119545"/>
                  </a:lnTo>
                  <a:lnTo>
                    <a:pt x="2494649" y="1205942"/>
                  </a:lnTo>
                  <a:lnTo>
                    <a:pt x="2465577" y="1296268"/>
                  </a:lnTo>
                  <a:lnTo>
                    <a:pt x="2436300" y="1390355"/>
                  </a:lnTo>
                  <a:lnTo>
                    <a:pt x="2406800" y="1487977"/>
                  </a:lnTo>
                  <a:lnTo>
                    <a:pt x="2377071" y="1588851"/>
                  </a:lnTo>
                  <a:lnTo>
                    <a:pt x="2347121" y="1692640"/>
                  </a:lnTo>
                  <a:lnTo>
                    <a:pt x="2316969" y="1798951"/>
                  </a:lnTo>
                  <a:lnTo>
                    <a:pt x="2286641" y="1907349"/>
                  </a:lnTo>
                  <a:lnTo>
                    <a:pt x="2256175" y="2017356"/>
                  </a:lnTo>
                  <a:lnTo>
                    <a:pt x="2225611" y="2128464"/>
                  </a:lnTo>
                  <a:lnTo>
                    <a:pt x="2194997" y="2240141"/>
                  </a:lnTo>
                  <a:lnTo>
                    <a:pt x="2164380" y="2351846"/>
                  </a:lnTo>
                  <a:lnTo>
                    <a:pt x="2133809" y="2463037"/>
                  </a:lnTo>
                  <a:lnTo>
                    <a:pt x="2103331" y="2573181"/>
                  </a:lnTo>
                  <a:lnTo>
                    <a:pt x="2072987" y="2681766"/>
                  </a:lnTo>
                  <a:lnTo>
                    <a:pt x="2042815" y="2788312"/>
                  </a:lnTo>
                  <a:lnTo>
                    <a:pt x="2012844" y="2892378"/>
                  </a:lnTo>
                  <a:lnTo>
                    <a:pt x="1983091" y="2993567"/>
                  </a:lnTo>
                  <a:lnTo>
                    <a:pt x="1953568" y="3091537"/>
                  </a:lnTo>
                  <a:lnTo>
                    <a:pt x="1924268" y="3185997"/>
                  </a:lnTo>
                  <a:lnTo>
                    <a:pt x="1895176" y="3276718"/>
                  </a:lnTo>
                  <a:lnTo>
                    <a:pt x="1866261" y="3363523"/>
                  </a:lnTo>
                  <a:lnTo>
                    <a:pt x="1837475" y="3446296"/>
                  </a:lnTo>
                  <a:lnTo>
                    <a:pt x="1808756" y="3524973"/>
                  </a:lnTo>
                  <a:lnTo>
                    <a:pt x="1780021" y="3599540"/>
                  </a:lnTo>
                  <a:lnTo>
                    <a:pt x="1751171" y="3670031"/>
                  </a:lnTo>
                  <a:lnTo>
                    <a:pt x="1722083" y="3736523"/>
                  </a:lnTo>
                  <a:lnTo>
                    <a:pt x="1719082" y="3743117"/>
                  </a:lnTo>
                  <a:lnTo>
                    <a:pt x="1676650" y="3830936"/>
                  </a:lnTo>
                  <a:lnTo>
                    <a:pt x="1632947" y="3910688"/>
                  </a:lnTo>
                  <a:lnTo>
                    <a:pt x="1587412" y="3982708"/>
                  </a:lnTo>
                  <a:lnTo>
                    <a:pt x="1539411" y="4047602"/>
                  </a:lnTo>
                  <a:lnTo>
                    <a:pt x="1488287" y="4106082"/>
                  </a:lnTo>
                  <a:lnTo>
                    <a:pt x="1433404" y="4158863"/>
                  </a:lnTo>
                  <a:lnTo>
                    <a:pt x="1374203" y="4206600"/>
                  </a:lnTo>
                  <a:lnTo>
                    <a:pt x="1310265" y="4249854"/>
                  </a:lnTo>
                  <a:lnTo>
                    <a:pt x="1241403" y="4289071"/>
                  </a:lnTo>
                  <a:lnTo>
                    <a:pt x="1167777" y="4324574"/>
                  </a:lnTo>
                  <a:lnTo>
                    <a:pt x="1090018" y="4356559"/>
                  </a:lnTo>
                  <a:lnTo>
                    <a:pt x="1009345" y="4385105"/>
                  </a:lnTo>
                  <a:lnTo>
                    <a:pt x="927649" y="4410198"/>
                  </a:lnTo>
                  <a:lnTo>
                    <a:pt x="847465" y="4431767"/>
                  </a:lnTo>
                  <a:lnTo>
                    <a:pt x="771809" y="4449740"/>
                  </a:lnTo>
                  <a:lnTo>
                    <a:pt x="703842" y="4464110"/>
                  </a:lnTo>
                  <a:lnTo>
                    <a:pt x="646387" y="4474993"/>
                  </a:lnTo>
                  <a:lnTo>
                    <a:pt x="601423" y="4482666"/>
                  </a:lnTo>
                  <a:lnTo>
                    <a:pt x="569655" y="4487572"/>
                  </a:lnTo>
                  <a:lnTo>
                    <a:pt x="550318" y="4490285"/>
                  </a:lnTo>
                  <a:lnTo>
                    <a:pt x="541194" y="4491452"/>
                  </a:lnTo>
                  <a:lnTo>
                    <a:pt x="538801" y="4491733"/>
                  </a:lnTo>
                  <a:lnTo>
                    <a:pt x="538736" y="4491740"/>
                  </a:lnTo>
                  <a:lnTo>
                    <a:pt x="0" y="44917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3" name="pg1913"/>
            <p:cNvSpPr/>
            <p:nvPr/>
          </p:nvSpPr>
          <p:spPr>
            <a:xfrm>
              <a:off x="546595" y="3075273"/>
              <a:ext cx="8234974" cy="2564375"/>
            </a:xfrm>
            <a:custGeom>
              <a:avLst/>
              <a:pathLst>
                <a:path w="8234974" h="2564375">
                  <a:moveTo>
                    <a:pt x="0" y="2564375"/>
                  </a:moveTo>
                  <a:lnTo>
                    <a:pt x="538736" y="2564375"/>
                  </a:lnTo>
                  <a:lnTo>
                    <a:pt x="539927" y="2564297"/>
                  </a:lnTo>
                  <a:lnTo>
                    <a:pt x="547710" y="2563742"/>
                  </a:lnTo>
                  <a:lnTo>
                    <a:pt x="567175" y="2562207"/>
                  </a:lnTo>
                  <a:lnTo>
                    <a:pt x="601579" y="2559191"/>
                  </a:lnTo>
                  <a:lnTo>
                    <a:pt x="652052" y="2554253"/>
                  </a:lnTo>
                  <a:lnTo>
                    <a:pt x="717542" y="2547059"/>
                  </a:lnTo>
                  <a:lnTo>
                    <a:pt x="795174" y="2537416"/>
                  </a:lnTo>
                  <a:lnTo>
                    <a:pt x="880971" y="2525265"/>
                  </a:lnTo>
                  <a:lnTo>
                    <a:pt x="970696" y="2510633"/>
                  </a:lnTo>
                  <a:lnTo>
                    <a:pt x="1060558" y="2493580"/>
                  </a:lnTo>
                  <a:lnTo>
                    <a:pt x="1147634" y="2474138"/>
                  </a:lnTo>
                  <a:lnTo>
                    <a:pt x="1229997" y="2452271"/>
                  </a:lnTo>
                  <a:lnTo>
                    <a:pt x="1306638" y="2427848"/>
                  </a:lnTo>
                  <a:lnTo>
                    <a:pt x="1377278" y="2400633"/>
                  </a:lnTo>
                  <a:lnTo>
                    <a:pt x="1442164" y="2370281"/>
                  </a:lnTo>
                  <a:lnTo>
                    <a:pt x="1501879" y="2336356"/>
                  </a:lnTo>
                  <a:lnTo>
                    <a:pt x="1557205" y="2298343"/>
                  </a:lnTo>
                  <a:lnTo>
                    <a:pt x="1609012" y="2255688"/>
                  </a:lnTo>
                  <a:lnTo>
                    <a:pt x="1658179" y="2207869"/>
                  </a:lnTo>
                  <a:lnTo>
                    <a:pt x="1705515" y="2154515"/>
                  </a:lnTo>
                  <a:lnTo>
                    <a:pt x="1719082" y="2137887"/>
                  </a:lnTo>
                  <a:lnTo>
                    <a:pt x="1755975" y="2089741"/>
                  </a:lnTo>
                  <a:lnTo>
                    <a:pt x="1792517" y="2037916"/>
                  </a:lnTo>
                  <a:lnTo>
                    <a:pt x="1828946" y="1982339"/>
                  </a:lnTo>
                  <a:lnTo>
                    <a:pt x="1865445" y="1923000"/>
                  </a:lnTo>
                  <a:lnTo>
                    <a:pt x="1902148" y="1859965"/>
                  </a:lnTo>
                  <a:lnTo>
                    <a:pt x="1939148" y="1793376"/>
                  </a:lnTo>
                  <a:lnTo>
                    <a:pt x="1976498" y="1723463"/>
                  </a:lnTo>
                  <a:lnTo>
                    <a:pt x="2014214" y="1650537"/>
                  </a:lnTo>
                  <a:lnTo>
                    <a:pt x="2052282" y="1574993"/>
                  </a:lnTo>
                  <a:lnTo>
                    <a:pt x="2090658" y="1497299"/>
                  </a:lnTo>
                  <a:lnTo>
                    <a:pt x="2129277" y="1417991"/>
                  </a:lnTo>
                  <a:lnTo>
                    <a:pt x="2168055" y="1337652"/>
                  </a:lnTo>
                  <a:lnTo>
                    <a:pt x="2206897" y="1256902"/>
                  </a:lnTo>
                  <a:lnTo>
                    <a:pt x="2245705" y="1176371"/>
                  </a:lnTo>
                  <a:lnTo>
                    <a:pt x="2284382" y="1096683"/>
                  </a:lnTo>
                  <a:lnTo>
                    <a:pt x="2322841" y="1018435"/>
                  </a:lnTo>
                  <a:lnTo>
                    <a:pt x="2361009" y="942178"/>
                  </a:lnTo>
                  <a:lnTo>
                    <a:pt x="2398836" y="868404"/>
                  </a:lnTo>
                  <a:lnTo>
                    <a:pt x="2436298" y="797530"/>
                  </a:lnTo>
                  <a:lnTo>
                    <a:pt x="2473401" y="729895"/>
                  </a:lnTo>
                  <a:lnTo>
                    <a:pt x="2510187" y="665752"/>
                  </a:lnTo>
                  <a:lnTo>
                    <a:pt x="2546736" y="605269"/>
                  </a:lnTo>
                  <a:lnTo>
                    <a:pt x="2583170" y="548537"/>
                  </a:lnTo>
                  <a:lnTo>
                    <a:pt x="2619655" y="495567"/>
                  </a:lnTo>
                  <a:lnTo>
                    <a:pt x="2656411" y="446305"/>
                  </a:lnTo>
                  <a:lnTo>
                    <a:pt x="2667772" y="431933"/>
                  </a:lnTo>
                  <a:lnTo>
                    <a:pt x="2714707" y="376936"/>
                  </a:lnTo>
                  <a:lnTo>
                    <a:pt x="2763261" y="327530"/>
                  </a:lnTo>
                  <a:lnTo>
                    <a:pt x="2814209" y="283418"/>
                  </a:lnTo>
                  <a:lnTo>
                    <a:pt x="2868417" y="244108"/>
                  </a:lnTo>
                  <a:lnTo>
                    <a:pt x="2926765" y="209046"/>
                  </a:lnTo>
                  <a:lnTo>
                    <a:pt x="2990070" y="177701"/>
                  </a:lnTo>
                  <a:lnTo>
                    <a:pt x="3058988" y="149610"/>
                  </a:lnTo>
                  <a:lnTo>
                    <a:pt x="3133879" y="124401"/>
                  </a:lnTo>
                  <a:lnTo>
                    <a:pt x="3214641" y="101807"/>
                  </a:lnTo>
                  <a:lnTo>
                    <a:pt x="3300497" y="81665"/>
                  </a:lnTo>
                  <a:lnTo>
                    <a:pt x="3389803" y="63914"/>
                  </a:lnTo>
                  <a:lnTo>
                    <a:pt x="3479927" y="48570"/>
                  </a:lnTo>
                  <a:lnTo>
                    <a:pt x="3567299" y="35689"/>
                  </a:lnTo>
                  <a:lnTo>
                    <a:pt x="3647752" y="25316"/>
                  </a:lnTo>
                  <a:lnTo>
                    <a:pt x="3717147" y="17421"/>
                  </a:lnTo>
                  <a:lnTo>
                    <a:pt x="3772202" y="11853"/>
                  </a:lnTo>
                  <a:lnTo>
                    <a:pt x="3811277" y="8318"/>
                  </a:lnTo>
                  <a:lnTo>
                    <a:pt x="3834854" y="6401"/>
                  </a:lnTo>
                  <a:lnTo>
                    <a:pt x="3845596" y="561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8" y="5444"/>
                  </a:lnTo>
                  <a:lnTo>
                    <a:pt x="4396657" y="5446"/>
                  </a:lnTo>
                  <a:lnTo>
                    <a:pt x="4417843" y="5449"/>
                  </a:lnTo>
                  <a:lnTo>
                    <a:pt x="4455112" y="5456"/>
                  </a:lnTo>
                  <a:lnTo>
                    <a:pt x="4509439" y="5468"/>
                  </a:lnTo>
                  <a:lnTo>
                    <a:pt x="4579358" y="5484"/>
                  </a:lnTo>
                  <a:lnTo>
                    <a:pt x="4661455" y="5507"/>
                  </a:lnTo>
                  <a:lnTo>
                    <a:pt x="4751244" y="5535"/>
                  </a:lnTo>
                  <a:lnTo>
                    <a:pt x="4844140" y="5568"/>
                  </a:lnTo>
                  <a:lnTo>
                    <a:pt x="4936212" y="5607"/>
                  </a:lnTo>
                  <a:lnTo>
                    <a:pt x="5024576" y="5651"/>
                  </a:lnTo>
                  <a:lnTo>
                    <a:pt x="5107465" y="5701"/>
                  </a:lnTo>
                  <a:lnTo>
                    <a:pt x="5184084" y="5757"/>
                  </a:lnTo>
                  <a:lnTo>
                    <a:pt x="5254375" y="5820"/>
                  </a:lnTo>
                  <a:lnTo>
                    <a:pt x="5318786" y="5890"/>
                  </a:lnTo>
                  <a:lnTo>
                    <a:pt x="5378070" y="5968"/>
                  </a:lnTo>
                  <a:lnTo>
                    <a:pt x="5433142" y="6057"/>
                  </a:lnTo>
                  <a:lnTo>
                    <a:pt x="5484972" y="6156"/>
                  </a:lnTo>
                  <a:lnTo>
                    <a:pt x="5534491" y="6268"/>
                  </a:lnTo>
                  <a:lnTo>
                    <a:pt x="5567201" y="6351"/>
                  </a:lnTo>
                  <a:lnTo>
                    <a:pt x="5619996" y="6501"/>
                  </a:lnTo>
                  <a:lnTo>
                    <a:pt x="5672286" y="6666"/>
                  </a:lnTo>
                  <a:lnTo>
                    <a:pt x="5724667" y="6849"/>
                  </a:lnTo>
                  <a:lnTo>
                    <a:pt x="5777529" y="7047"/>
                  </a:lnTo>
                  <a:lnTo>
                    <a:pt x="5831081" y="7259"/>
                  </a:lnTo>
                  <a:lnTo>
                    <a:pt x="5885382" y="7485"/>
                  </a:lnTo>
                  <a:lnTo>
                    <a:pt x="5940353" y="7721"/>
                  </a:lnTo>
                  <a:lnTo>
                    <a:pt x="5995814" y="7964"/>
                  </a:lnTo>
                  <a:lnTo>
                    <a:pt x="6051511" y="8210"/>
                  </a:lnTo>
                  <a:lnTo>
                    <a:pt x="6107156" y="8456"/>
                  </a:lnTo>
                  <a:lnTo>
                    <a:pt x="6162468" y="8697"/>
                  </a:lnTo>
                  <a:lnTo>
                    <a:pt x="6217216" y="8929"/>
                  </a:lnTo>
                  <a:lnTo>
                    <a:pt x="6271251" y="9151"/>
                  </a:lnTo>
                  <a:lnTo>
                    <a:pt x="6324542" y="9359"/>
                  </a:lnTo>
                  <a:lnTo>
                    <a:pt x="6377199" y="9551"/>
                  </a:lnTo>
                  <a:lnTo>
                    <a:pt x="6429493" y="9727"/>
                  </a:lnTo>
                  <a:lnTo>
                    <a:pt x="6481883" y="9887"/>
                  </a:lnTo>
                  <a:lnTo>
                    <a:pt x="6515891" y="9981"/>
                  </a:lnTo>
                  <a:lnTo>
                    <a:pt x="6564311" y="10102"/>
                  </a:lnTo>
                  <a:lnTo>
                    <a:pt x="6614476" y="10209"/>
                  </a:lnTo>
                  <a:lnTo>
                    <a:pt x="6667243" y="10305"/>
                  </a:lnTo>
                  <a:lnTo>
                    <a:pt x="6723563" y="10391"/>
                  </a:lnTo>
                  <a:lnTo>
                    <a:pt x="6784399" y="10466"/>
                  </a:lnTo>
                  <a:lnTo>
                    <a:pt x="6850628" y="10534"/>
                  </a:lnTo>
                  <a:lnTo>
                    <a:pt x="6922924" y="10594"/>
                  </a:lnTo>
                  <a:lnTo>
                    <a:pt x="7001594" y="10648"/>
                  </a:lnTo>
                  <a:lnTo>
                    <a:pt x="7086371" y="10696"/>
                  </a:lnTo>
                  <a:lnTo>
                    <a:pt x="7176171" y="10739"/>
                  </a:lnTo>
                  <a:lnTo>
                    <a:pt x="7268876" y="10776"/>
                  </a:lnTo>
                  <a:lnTo>
                    <a:pt x="7361246" y="10808"/>
                  </a:lnTo>
                  <a:lnTo>
                    <a:pt x="7449077" y="10834"/>
                  </a:lnTo>
                  <a:lnTo>
                    <a:pt x="7527719" y="10854"/>
                  </a:lnTo>
                  <a:lnTo>
                    <a:pt x="7592923" y="10869"/>
                  </a:lnTo>
                  <a:lnTo>
                    <a:pt x="7641817" y="10879"/>
                  </a:lnTo>
                  <a:lnTo>
                    <a:pt x="7673692" y="10885"/>
                  </a:lnTo>
                  <a:lnTo>
                    <a:pt x="7690324" y="10888"/>
                  </a:lnTo>
                  <a:lnTo>
                    <a:pt x="7695822" y="10889"/>
                  </a:lnTo>
                  <a:lnTo>
                    <a:pt x="7696237" y="10889"/>
                  </a:lnTo>
                  <a:lnTo>
                    <a:pt x="8234974" y="10889"/>
                  </a:lnTo>
                  <a:lnTo>
                    <a:pt x="8234974" y="5444"/>
                  </a:lnTo>
                  <a:lnTo>
                    <a:pt x="7696237" y="5444"/>
                  </a:lnTo>
                  <a:lnTo>
                    <a:pt x="7694935" y="5444"/>
                  </a:lnTo>
                  <a:lnTo>
                    <a:pt x="7686435" y="5443"/>
                  </a:lnTo>
                  <a:lnTo>
                    <a:pt x="7665250" y="5439"/>
                  </a:lnTo>
                  <a:lnTo>
                    <a:pt x="7627980" y="5432"/>
                  </a:lnTo>
                  <a:lnTo>
                    <a:pt x="7573653" y="5420"/>
                  </a:lnTo>
                  <a:lnTo>
                    <a:pt x="7503734" y="5404"/>
                  </a:lnTo>
                  <a:lnTo>
                    <a:pt x="7421638" y="5381"/>
                  </a:lnTo>
                  <a:lnTo>
                    <a:pt x="7331849" y="5354"/>
                  </a:lnTo>
                  <a:lnTo>
                    <a:pt x="7238952" y="5320"/>
                  </a:lnTo>
                  <a:lnTo>
                    <a:pt x="7146881" y="5281"/>
                  </a:lnTo>
                  <a:lnTo>
                    <a:pt x="7058517" y="5237"/>
                  </a:lnTo>
                  <a:lnTo>
                    <a:pt x="6975627" y="5187"/>
                  </a:lnTo>
                  <a:lnTo>
                    <a:pt x="6899009" y="5131"/>
                  </a:lnTo>
                  <a:lnTo>
                    <a:pt x="6828717" y="5068"/>
                  </a:lnTo>
                  <a:lnTo>
                    <a:pt x="6764307" y="4998"/>
                  </a:lnTo>
                  <a:lnTo>
                    <a:pt x="6705023" y="4920"/>
                  </a:lnTo>
                  <a:lnTo>
                    <a:pt x="6649950" y="4831"/>
                  </a:lnTo>
                  <a:lnTo>
                    <a:pt x="6598120" y="4732"/>
                  </a:lnTo>
                  <a:lnTo>
                    <a:pt x="6548602" y="4620"/>
                  </a:lnTo>
                  <a:lnTo>
                    <a:pt x="6515891" y="4537"/>
                  </a:lnTo>
                  <a:lnTo>
                    <a:pt x="6463097" y="4387"/>
                  </a:lnTo>
                  <a:lnTo>
                    <a:pt x="6410806" y="4222"/>
                  </a:lnTo>
                  <a:lnTo>
                    <a:pt x="6358425" y="4040"/>
                  </a:lnTo>
                  <a:lnTo>
                    <a:pt x="6305564" y="3841"/>
                  </a:lnTo>
                  <a:lnTo>
                    <a:pt x="6252011" y="3629"/>
                  </a:lnTo>
                  <a:lnTo>
                    <a:pt x="6197711" y="3403"/>
                  </a:lnTo>
                  <a:lnTo>
                    <a:pt x="6142739" y="3167"/>
                  </a:lnTo>
                  <a:lnTo>
                    <a:pt x="6087278" y="2924"/>
                  </a:lnTo>
                  <a:lnTo>
                    <a:pt x="6031581" y="2678"/>
                  </a:lnTo>
                  <a:lnTo>
                    <a:pt x="5975937" y="2432"/>
                  </a:lnTo>
                  <a:lnTo>
                    <a:pt x="5920625" y="2191"/>
                  </a:lnTo>
                  <a:lnTo>
                    <a:pt x="5865877" y="1959"/>
                  </a:lnTo>
                  <a:lnTo>
                    <a:pt x="5811842" y="1737"/>
                  </a:lnTo>
                  <a:lnTo>
                    <a:pt x="5758550" y="1529"/>
                  </a:lnTo>
                  <a:lnTo>
                    <a:pt x="5705894" y="1337"/>
                  </a:lnTo>
                  <a:lnTo>
                    <a:pt x="5653600" y="1161"/>
                  </a:lnTo>
                  <a:lnTo>
                    <a:pt x="5601209" y="1001"/>
                  </a:lnTo>
                  <a:lnTo>
                    <a:pt x="5567201" y="907"/>
                  </a:lnTo>
                  <a:lnTo>
                    <a:pt x="5518782" y="786"/>
                  </a:lnTo>
                  <a:lnTo>
                    <a:pt x="5468616" y="679"/>
                  </a:lnTo>
                  <a:lnTo>
                    <a:pt x="5415850" y="583"/>
                  </a:lnTo>
                  <a:lnTo>
                    <a:pt x="5359529" y="498"/>
                  </a:lnTo>
                  <a:lnTo>
                    <a:pt x="5298693" y="422"/>
                  </a:lnTo>
                  <a:lnTo>
                    <a:pt x="5232464" y="354"/>
                  </a:lnTo>
                  <a:lnTo>
                    <a:pt x="5160169" y="294"/>
                  </a:lnTo>
                  <a:lnTo>
                    <a:pt x="5081499" y="240"/>
                  </a:lnTo>
                  <a:lnTo>
                    <a:pt x="4996722" y="192"/>
                  </a:lnTo>
                  <a:lnTo>
                    <a:pt x="4906922" y="149"/>
                  </a:lnTo>
                  <a:lnTo>
                    <a:pt x="4814217" y="112"/>
                  </a:lnTo>
                  <a:lnTo>
                    <a:pt x="4721847" y="80"/>
                  </a:lnTo>
                  <a:lnTo>
                    <a:pt x="4634016" y="54"/>
                  </a:lnTo>
                  <a:lnTo>
                    <a:pt x="4555374" y="34"/>
                  </a:lnTo>
                  <a:lnTo>
                    <a:pt x="4490170" y="19"/>
                  </a:lnTo>
                  <a:lnTo>
                    <a:pt x="4441275" y="9"/>
                  </a:lnTo>
                  <a:lnTo>
                    <a:pt x="4409400" y="3"/>
                  </a:lnTo>
                  <a:lnTo>
                    <a:pt x="4392768" y="0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8" y="77"/>
                  </a:lnTo>
                  <a:lnTo>
                    <a:pt x="3839144" y="633"/>
                  </a:lnTo>
                  <a:lnTo>
                    <a:pt x="3819679" y="2168"/>
                  </a:lnTo>
                  <a:lnTo>
                    <a:pt x="3785275" y="5183"/>
                  </a:lnTo>
                  <a:lnTo>
                    <a:pt x="3734802" y="10122"/>
                  </a:lnTo>
                  <a:lnTo>
                    <a:pt x="3669313" y="17316"/>
                  </a:lnTo>
                  <a:lnTo>
                    <a:pt x="3591681" y="26958"/>
                  </a:lnTo>
                  <a:lnTo>
                    <a:pt x="3505883" y="39110"/>
                  </a:lnTo>
                  <a:lnTo>
                    <a:pt x="3416158" y="53741"/>
                  </a:lnTo>
                  <a:lnTo>
                    <a:pt x="3326297" y="70795"/>
                  </a:lnTo>
                  <a:lnTo>
                    <a:pt x="3239221" y="90236"/>
                  </a:lnTo>
                  <a:lnTo>
                    <a:pt x="3156858" y="112103"/>
                  </a:lnTo>
                  <a:lnTo>
                    <a:pt x="3080217" y="136526"/>
                  </a:lnTo>
                  <a:lnTo>
                    <a:pt x="3009576" y="163742"/>
                  </a:lnTo>
                  <a:lnTo>
                    <a:pt x="2944691" y="194093"/>
                  </a:lnTo>
                  <a:lnTo>
                    <a:pt x="2884976" y="228018"/>
                  </a:lnTo>
                  <a:lnTo>
                    <a:pt x="2829650" y="266032"/>
                  </a:lnTo>
                  <a:lnTo>
                    <a:pt x="2777842" y="308687"/>
                  </a:lnTo>
                  <a:lnTo>
                    <a:pt x="2728676" y="356505"/>
                  </a:lnTo>
                  <a:lnTo>
                    <a:pt x="2681339" y="409860"/>
                  </a:lnTo>
                  <a:lnTo>
                    <a:pt x="2667772" y="426488"/>
                  </a:lnTo>
                  <a:lnTo>
                    <a:pt x="2630880" y="474634"/>
                  </a:lnTo>
                  <a:lnTo>
                    <a:pt x="2594338" y="526458"/>
                  </a:lnTo>
                  <a:lnTo>
                    <a:pt x="2557909" y="582036"/>
                  </a:lnTo>
                  <a:lnTo>
                    <a:pt x="2521410" y="641375"/>
                  </a:lnTo>
                  <a:lnTo>
                    <a:pt x="2484707" y="704410"/>
                  </a:lnTo>
                  <a:lnTo>
                    <a:pt x="2447707" y="770998"/>
                  </a:lnTo>
                  <a:lnTo>
                    <a:pt x="2410357" y="840911"/>
                  </a:lnTo>
                  <a:lnTo>
                    <a:pt x="2372641" y="913837"/>
                  </a:lnTo>
                  <a:lnTo>
                    <a:pt x="2334573" y="989382"/>
                  </a:lnTo>
                  <a:lnTo>
                    <a:pt x="2296197" y="1067076"/>
                  </a:lnTo>
                  <a:lnTo>
                    <a:pt x="2257578" y="1146384"/>
                  </a:lnTo>
                  <a:lnTo>
                    <a:pt x="2218800" y="1226722"/>
                  </a:lnTo>
                  <a:lnTo>
                    <a:pt x="2179957" y="1307473"/>
                  </a:lnTo>
                  <a:lnTo>
                    <a:pt x="2141149" y="1388004"/>
                  </a:lnTo>
                  <a:lnTo>
                    <a:pt x="2102472" y="1467692"/>
                  </a:lnTo>
                  <a:lnTo>
                    <a:pt x="2064014" y="1545940"/>
                  </a:lnTo>
                  <a:lnTo>
                    <a:pt x="2025846" y="1622196"/>
                  </a:lnTo>
                  <a:lnTo>
                    <a:pt x="1988019" y="1695971"/>
                  </a:lnTo>
                  <a:lnTo>
                    <a:pt x="1950557" y="1766844"/>
                  </a:lnTo>
                  <a:lnTo>
                    <a:pt x="1913454" y="1834480"/>
                  </a:lnTo>
                  <a:lnTo>
                    <a:pt x="1876667" y="1898623"/>
                  </a:lnTo>
                  <a:lnTo>
                    <a:pt x="1840118" y="1959105"/>
                  </a:lnTo>
                  <a:lnTo>
                    <a:pt x="1803685" y="2015838"/>
                  </a:lnTo>
                  <a:lnTo>
                    <a:pt x="1767200" y="2068808"/>
                  </a:lnTo>
                  <a:lnTo>
                    <a:pt x="1730444" y="2118070"/>
                  </a:lnTo>
                  <a:lnTo>
                    <a:pt x="1719082" y="2132442"/>
                  </a:lnTo>
                  <a:lnTo>
                    <a:pt x="1672147" y="2187438"/>
                  </a:lnTo>
                  <a:lnTo>
                    <a:pt x="1623593" y="2236845"/>
                  </a:lnTo>
                  <a:lnTo>
                    <a:pt x="1572645" y="2280956"/>
                  </a:lnTo>
                  <a:lnTo>
                    <a:pt x="1518438" y="2320267"/>
                  </a:lnTo>
                  <a:lnTo>
                    <a:pt x="1460090" y="2355329"/>
                  </a:lnTo>
                  <a:lnTo>
                    <a:pt x="1396785" y="2386674"/>
                  </a:lnTo>
                  <a:lnTo>
                    <a:pt x="1327867" y="2414765"/>
                  </a:lnTo>
                  <a:lnTo>
                    <a:pt x="1252975" y="2439973"/>
                  </a:lnTo>
                  <a:lnTo>
                    <a:pt x="1172214" y="2462568"/>
                  </a:lnTo>
                  <a:lnTo>
                    <a:pt x="1086358" y="2482709"/>
                  </a:lnTo>
                  <a:lnTo>
                    <a:pt x="997051" y="2500461"/>
                  </a:lnTo>
                  <a:lnTo>
                    <a:pt x="906928" y="2515805"/>
                  </a:lnTo>
                  <a:lnTo>
                    <a:pt x="819555" y="2528685"/>
                  </a:lnTo>
                  <a:lnTo>
                    <a:pt x="739103" y="2539059"/>
                  </a:lnTo>
                  <a:lnTo>
                    <a:pt x="669708" y="2546954"/>
                  </a:lnTo>
                  <a:lnTo>
                    <a:pt x="614653" y="2552522"/>
                  </a:lnTo>
                  <a:lnTo>
                    <a:pt x="575578" y="2556057"/>
                  </a:lnTo>
                  <a:lnTo>
                    <a:pt x="552000" y="2557973"/>
                  </a:lnTo>
                  <a:lnTo>
                    <a:pt x="541258" y="2558762"/>
                  </a:lnTo>
                  <a:lnTo>
                    <a:pt x="538736" y="2558931"/>
                  </a:lnTo>
                  <a:lnTo>
                    <a:pt x="0" y="2558931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14" name="pl1914"/>
            <p:cNvSpPr/>
            <p:nvPr/>
          </p:nvSpPr>
          <p:spPr>
            <a:xfrm>
              <a:off x="546595" y="3080717"/>
              <a:ext cx="8234974" cy="2558931"/>
            </a:xfrm>
            <a:custGeom>
              <a:avLst/>
              <a:pathLst>
                <a:path w="8234974" h="2558931">
                  <a:moveTo>
                    <a:pt x="0" y="2558931"/>
                  </a:moveTo>
                  <a:lnTo>
                    <a:pt x="538736" y="2558931"/>
                  </a:lnTo>
                  <a:lnTo>
                    <a:pt x="539927" y="2558853"/>
                  </a:lnTo>
                  <a:lnTo>
                    <a:pt x="547710" y="2558298"/>
                  </a:lnTo>
                  <a:lnTo>
                    <a:pt x="567175" y="2556762"/>
                  </a:lnTo>
                  <a:lnTo>
                    <a:pt x="601579" y="2553747"/>
                  </a:lnTo>
                  <a:lnTo>
                    <a:pt x="652052" y="2548808"/>
                  </a:lnTo>
                  <a:lnTo>
                    <a:pt x="717542" y="2541614"/>
                  </a:lnTo>
                  <a:lnTo>
                    <a:pt x="795174" y="2531972"/>
                  </a:lnTo>
                  <a:lnTo>
                    <a:pt x="880971" y="2519820"/>
                  </a:lnTo>
                  <a:lnTo>
                    <a:pt x="970696" y="2505189"/>
                  </a:lnTo>
                  <a:lnTo>
                    <a:pt x="1060558" y="2488135"/>
                  </a:lnTo>
                  <a:lnTo>
                    <a:pt x="1147634" y="2468694"/>
                  </a:lnTo>
                  <a:lnTo>
                    <a:pt x="1229997" y="2446827"/>
                  </a:lnTo>
                  <a:lnTo>
                    <a:pt x="1306638" y="2422404"/>
                  </a:lnTo>
                  <a:lnTo>
                    <a:pt x="1377278" y="2395188"/>
                  </a:lnTo>
                  <a:lnTo>
                    <a:pt x="1442164" y="2364837"/>
                  </a:lnTo>
                  <a:lnTo>
                    <a:pt x="1501879" y="2330912"/>
                  </a:lnTo>
                  <a:lnTo>
                    <a:pt x="1557205" y="2292898"/>
                  </a:lnTo>
                  <a:lnTo>
                    <a:pt x="1609012" y="2250243"/>
                  </a:lnTo>
                  <a:lnTo>
                    <a:pt x="1658179" y="2202425"/>
                  </a:lnTo>
                  <a:lnTo>
                    <a:pt x="1705515" y="2149070"/>
                  </a:lnTo>
                  <a:lnTo>
                    <a:pt x="1719082" y="2132442"/>
                  </a:lnTo>
                  <a:lnTo>
                    <a:pt x="1755975" y="2084296"/>
                  </a:lnTo>
                  <a:lnTo>
                    <a:pt x="1792517" y="2032472"/>
                  </a:lnTo>
                  <a:lnTo>
                    <a:pt x="1828946" y="1976894"/>
                  </a:lnTo>
                  <a:lnTo>
                    <a:pt x="1865445" y="1917556"/>
                  </a:lnTo>
                  <a:lnTo>
                    <a:pt x="1902148" y="1854520"/>
                  </a:lnTo>
                  <a:lnTo>
                    <a:pt x="1939148" y="1787932"/>
                  </a:lnTo>
                  <a:lnTo>
                    <a:pt x="1976498" y="1718019"/>
                  </a:lnTo>
                  <a:lnTo>
                    <a:pt x="2014214" y="1645093"/>
                  </a:lnTo>
                  <a:lnTo>
                    <a:pt x="2052282" y="1569548"/>
                  </a:lnTo>
                  <a:lnTo>
                    <a:pt x="2090658" y="1491854"/>
                  </a:lnTo>
                  <a:lnTo>
                    <a:pt x="2129277" y="1412546"/>
                  </a:lnTo>
                  <a:lnTo>
                    <a:pt x="2168055" y="1332208"/>
                  </a:lnTo>
                  <a:lnTo>
                    <a:pt x="2206897" y="1251457"/>
                  </a:lnTo>
                  <a:lnTo>
                    <a:pt x="2245705" y="1170926"/>
                  </a:lnTo>
                  <a:lnTo>
                    <a:pt x="2284382" y="1091238"/>
                  </a:lnTo>
                  <a:lnTo>
                    <a:pt x="2322841" y="1012990"/>
                  </a:lnTo>
                  <a:lnTo>
                    <a:pt x="2361009" y="936734"/>
                  </a:lnTo>
                  <a:lnTo>
                    <a:pt x="2398836" y="862960"/>
                  </a:lnTo>
                  <a:lnTo>
                    <a:pt x="2436298" y="792086"/>
                  </a:lnTo>
                  <a:lnTo>
                    <a:pt x="2473401" y="724451"/>
                  </a:lnTo>
                  <a:lnTo>
                    <a:pt x="2510187" y="660307"/>
                  </a:lnTo>
                  <a:lnTo>
                    <a:pt x="2546736" y="599825"/>
                  </a:lnTo>
                  <a:lnTo>
                    <a:pt x="2583170" y="543092"/>
                  </a:lnTo>
                  <a:lnTo>
                    <a:pt x="2619655" y="490122"/>
                  </a:lnTo>
                  <a:lnTo>
                    <a:pt x="2656411" y="440860"/>
                  </a:lnTo>
                  <a:lnTo>
                    <a:pt x="2667772" y="426488"/>
                  </a:lnTo>
                  <a:lnTo>
                    <a:pt x="2714707" y="371492"/>
                  </a:lnTo>
                  <a:lnTo>
                    <a:pt x="2763261" y="322085"/>
                  </a:lnTo>
                  <a:lnTo>
                    <a:pt x="2814209" y="277974"/>
                  </a:lnTo>
                  <a:lnTo>
                    <a:pt x="2868417" y="238663"/>
                  </a:lnTo>
                  <a:lnTo>
                    <a:pt x="2926765" y="203601"/>
                  </a:lnTo>
                  <a:lnTo>
                    <a:pt x="2990070" y="172256"/>
                  </a:lnTo>
                  <a:lnTo>
                    <a:pt x="3058988" y="144165"/>
                  </a:lnTo>
                  <a:lnTo>
                    <a:pt x="3133879" y="118957"/>
                  </a:lnTo>
                  <a:lnTo>
                    <a:pt x="3214641" y="96362"/>
                  </a:lnTo>
                  <a:lnTo>
                    <a:pt x="3300497" y="76221"/>
                  </a:lnTo>
                  <a:lnTo>
                    <a:pt x="3389803" y="58470"/>
                  </a:lnTo>
                  <a:lnTo>
                    <a:pt x="3479927" y="43125"/>
                  </a:lnTo>
                  <a:lnTo>
                    <a:pt x="3567299" y="30245"/>
                  </a:lnTo>
                  <a:lnTo>
                    <a:pt x="3647752" y="19871"/>
                  </a:lnTo>
                  <a:lnTo>
                    <a:pt x="3717147" y="11977"/>
                  </a:lnTo>
                  <a:lnTo>
                    <a:pt x="3772202" y="6408"/>
                  </a:lnTo>
                  <a:lnTo>
                    <a:pt x="3811277" y="2874"/>
                  </a:lnTo>
                  <a:lnTo>
                    <a:pt x="3834854" y="957"/>
                  </a:lnTo>
                  <a:lnTo>
                    <a:pt x="3845596" y="168"/>
                  </a:lnTo>
                  <a:lnTo>
                    <a:pt x="3848088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8" y="0"/>
                  </a:lnTo>
                  <a:lnTo>
                    <a:pt x="4396657" y="1"/>
                  </a:lnTo>
                  <a:lnTo>
                    <a:pt x="4417843" y="5"/>
                  </a:lnTo>
                  <a:lnTo>
                    <a:pt x="4455112" y="12"/>
                  </a:lnTo>
                  <a:lnTo>
                    <a:pt x="4509439" y="23"/>
                  </a:lnTo>
                  <a:lnTo>
                    <a:pt x="4579358" y="40"/>
                  </a:lnTo>
                  <a:lnTo>
                    <a:pt x="4661455" y="62"/>
                  </a:lnTo>
                  <a:lnTo>
                    <a:pt x="4751244" y="90"/>
                  </a:lnTo>
                  <a:lnTo>
                    <a:pt x="4844140" y="124"/>
                  </a:lnTo>
                  <a:lnTo>
                    <a:pt x="4936212" y="162"/>
                  </a:lnTo>
                  <a:lnTo>
                    <a:pt x="5024576" y="207"/>
                  </a:lnTo>
                  <a:lnTo>
                    <a:pt x="5107465" y="257"/>
                  </a:lnTo>
                  <a:lnTo>
                    <a:pt x="5184084" y="313"/>
                  </a:lnTo>
                  <a:lnTo>
                    <a:pt x="5254375" y="375"/>
                  </a:lnTo>
                  <a:lnTo>
                    <a:pt x="5318786" y="445"/>
                  </a:lnTo>
                  <a:lnTo>
                    <a:pt x="5378070" y="524"/>
                  </a:lnTo>
                  <a:lnTo>
                    <a:pt x="5433142" y="612"/>
                  </a:lnTo>
                  <a:lnTo>
                    <a:pt x="5484972" y="712"/>
                  </a:lnTo>
                  <a:lnTo>
                    <a:pt x="5534491" y="824"/>
                  </a:lnTo>
                  <a:lnTo>
                    <a:pt x="5567201" y="907"/>
                  </a:lnTo>
                  <a:lnTo>
                    <a:pt x="5619996" y="1056"/>
                  </a:lnTo>
                  <a:lnTo>
                    <a:pt x="5672286" y="1222"/>
                  </a:lnTo>
                  <a:lnTo>
                    <a:pt x="5724667" y="1404"/>
                  </a:lnTo>
                  <a:lnTo>
                    <a:pt x="5777529" y="1602"/>
                  </a:lnTo>
                  <a:lnTo>
                    <a:pt x="5831081" y="1815"/>
                  </a:lnTo>
                  <a:lnTo>
                    <a:pt x="5885382" y="2041"/>
                  </a:lnTo>
                  <a:lnTo>
                    <a:pt x="5940353" y="2277"/>
                  </a:lnTo>
                  <a:lnTo>
                    <a:pt x="5995814" y="2520"/>
                  </a:lnTo>
                  <a:lnTo>
                    <a:pt x="6051511" y="2766"/>
                  </a:lnTo>
                  <a:lnTo>
                    <a:pt x="6107156" y="3011"/>
                  </a:lnTo>
                  <a:lnTo>
                    <a:pt x="6162468" y="3252"/>
                  </a:lnTo>
                  <a:lnTo>
                    <a:pt x="6217216" y="3485"/>
                  </a:lnTo>
                  <a:lnTo>
                    <a:pt x="6271251" y="3706"/>
                  </a:lnTo>
                  <a:lnTo>
                    <a:pt x="6324542" y="3914"/>
                  </a:lnTo>
                  <a:lnTo>
                    <a:pt x="6377199" y="4107"/>
                  </a:lnTo>
                  <a:lnTo>
                    <a:pt x="6429493" y="4283"/>
                  </a:lnTo>
                  <a:lnTo>
                    <a:pt x="6481883" y="4443"/>
                  </a:lnTo>
                  <a:lnTo>
                    <a:pt x="6515891" y="4537"/>
                  </a:lnTo>
                  <a:lnTo>
                    <a:pt x="6564311" y="4657"/>
                  </a:lnTo>
                  <a:lnTo>
                    <a:pt x="6614476" y="4765"/>
                  </a:lnTo>
                  <a:lnTo>
                    <a:pt x="6667243" y="4861"/>
                  </a:lnTo>
                  <a:lnTo>
                    <a:pt x="6723563" y="4946"/>
                  </a:lnTo>
                  <a:lnTo>
                    <a:pt x="6784399" y="5022"/>
                  </a:lnTo>
                  <a:lnTo>
                    <a:pt x="6850628" y="5089"/>
                  </a:lnTo>
                  <a:lnTo>
                    <a:pt x="6922924" y="5149"/>
                  </a:lnTo>
                  <a:lnTo>
                    <a:pt x="7001594" y="5203"/>
                  </a:lnTo>
                  <a:lnTo>
                    <a:pt x="7086371" y="5252"/>
                  </a:lnTo>
                  <a:lnTo>
                    <a:pt x="7176171" y="5294"/>
                  </a:lnTo>
                  <a:lnTo>
                    <a:pt x="7268876" y="5331"/>
                  </a:lnTo>
                  <a:lnTo>
                    <a:pt x="7361246" y="5363"/>
                  </a:lnTo>
                  <a:lnTo>
                    <a:pt x="7449077" y="5389"/>
                  </a:lnTo>
                  <a:lnTo>
                    <a:pt x="7527719" y="5410"/>
                  </a:lnTo>
                  <a:lnTo>
                    <a:pt x="7592923" y="5425"/>
                  </a:lnTo>
                  <a:lnTo>
                    <a:pt x="7641817" y="5435"/>
                  </a:lnTo>
                  <a:lnTo>
                    <a:pt x="7673692" y="5440"/>
                  </a:lnTo>
                  <a:lnTo>
                    <a:pt x="7690324" y="5443"/>
                  </a:lnTo>
                  <a:lnTo>
                    <a:pt x="7695822" y="5444"/>
                  </a:lnTo>
                  <a:lnTo>
                    <a:pt x="7696237" y="5444"/>
                  </a:lnTo>
                  <a:lnTo>
                    <a:pt x="8234974" y="54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5" name="pl1915"/>
            <p:cNvSpPr/>
            <p:nvPr/>
          </p:nvSpPr>
          <p:spPr>
            <a:xfrm>
              <a:off x="546595" y="3075273"/>
              <a:ext cx="8234974" cy="2558931"/>
            </a:xfrm>
            <a:custGeom>
              <a:avLst/>
              <a:pathLst>
                <a:path w="8234974" h="2558931">
                  <a:moveTo>
                    <a:pt x="8234974" y="5444"/>
                  </a:moveTo>
                  <a:lnTo>
                    <a:pt x="7696237" y="5444"/>
                  </a:lnTo>
                  <a:lnTo>
                    <a:pt x="7694935" y="5444"/>
                  </a:lnTo>
                  <a:lnTo>
                    <a:pt x="7686435" y="5443"/>
                  </a:lnTo>
                  <a:lnTo>
                    <a:pt x="7665250" y="5439"/>
                  </a:lnTo>
                  <a:lnTo>
                    <a:pt x="7627980" y="5432"/>
                  </a:lnTo>
                  <a:lnTo>
                    <a:pt x="7573653" y="5420"/>
                  </a:lnTo>
                  <a:lnTo>
                    <a:pt x="7503734" y="5404"/>
                  </a:lnTo>
                  <a:lnTo>
                    <a:pt x="7421638" y="5381"/>
                  </a:lnTo>
                  <a:lnTo>
                    <a:pt x="7331849" y="5354"/>
                  </a:lnTo>
                  <a:lnTo>
                    <a:pt x="7238952" y="5320"/>
                  </a:lnTo>
                  <a:lnTo>
                    <a:pt x="7146881" y="5281"/>
                  </a:lnTo>
                  <a:lnTo>
                    <a:pt x="7058517" y="5237"/>
                  </a:lnTo>
                  <a:lnTo>
                    <a:pt x="6975627" y="5187"/>
                  </a:lnTo>
                  <a:lnTo>
                    <a:pt x="6899009" y="5131"/>
                  </a:lnTo>
                  <a:lnTo>
                    <a:pt x="6828717" y="5068"/>
                  </a:lnTo>
                  <a:lnTo>
                    <a:pt x="6764307" y="4998"/>
                  </a:lnTo>
                  <a:lnTo>
                    <a:pt x="6705023" y="4920"/>
                  </a:lnTo>
                  <a:lnTo>
                    <a:pt x="6649950" y="4831"/>
                  </a:lnTo>
                  <a:lnTo>
                    <a:pt x="6598120" y="4732"/>
                  </a:lnTo>
                  <a:lnTo>
                    <a:pt x="6548602" y="4620"/>
                  </a:lnTo>
                  <a:lnTo>
                    <a:pt x="6515891" y="4537"/>
                  </a:lnTo>
                  <a:lnTo>
                    <a:pt x="6463097" y="4387"/>
                  </a:lnTo>
                  <a:lnTo>
                    <a:pt x="6410806" y="4222"/>
                  </a:lnTo>
                  <a:lnTo>
                    <a:pt x="6358425" y="4040"/>
                  </a:lnTo>
                  <a:lnTo>
                    <a:pt x="6305564" y="3841"/>
                  </a:lnTo>
                  <a:lnTo>
                    <a:pt x="6252011" y="3629"/>
                  </a:lnTo>
                  <a:lnTo>
                    <a:pt x="6197711" y="3403"/>
                  </a:lnTo>
                  <a:lnTo>
                    <a:pt x="6142739" y="3167"/>
                  </a:lnTo>
                  <a:lnTo>
                    <a:pt x="6087278" y="2924"/>
                  </a:lnTo>
                  <a:lnTo>
                    <a:pt x="6031581" y="2678"/>
                  </a:lnTo>
                  <a:lnTo>
                    <a:pt x="5975937" y="2432"/>
                  </a:lnTo>
                  <a:lnTo>
                    <a:pt x="5920625" y="2191"/>
                  </a:lnTo>
                  <a:lnTo>
                    <a:pt x="5865877" y="1959"/>
                  </a:lnTo>
                  <a:lnTo>
                    <a:pt x="5811842" y="1737"/>
                  </a:lnTo>
                  <a:lnTo>
                    <a:pt x="5758550" y="1529"/>
                  </a:lnTo>
                  <a:lnTo>
                    <a:pt x="5705894" y="1337"/>
                  </a:lnTo>
                  <a:lnTo>
                    <a:pt x="5653600" y="1161"/>
                  </a:lnTo>
                  <a:lnTo>
                    <a:pt x="5601209" y="1001"/>
                  </a:lnTo>
                  <a:lnTo>
                    <a:pt x="5567201" y="907"/>
                  </a:lnTo>
                  <a:lnTo>
                    <a:pt x="5518782" y="786"/>
                  </a:lnTo>
                  <a:lnTo>
                    <a:pt x="5468616" y="679"/>
                  </a:lnTo>
                  <a:lnTo>
                    <a:pt x="5415850" y="583"/>
                  </a:lnTo>
                  <a:lnTo>
                    <a:pt x="5359529" y="498"/>
                  </a:lnTo>
                  <a:lnTo>
                    <a:pt x="5298693" y="422"/>
                  </a:lnTo>
                  <a:lnTo>
                    <a:pt x="5232464" y="354"/>
                  </a:lnTo>
                  <a:lnTo>
                    <a:pt x="5160169" y="294"/>
                  </a:lnTo>
                  <a:lnTo>
                    <a:pt x="5081499" y="240"/>
                  </a:lnTo>
                  <a:lnTo>
                    <a:pt x="4996722" y="192"/>
                  </a:lnTo>
                  <a:lnTo>
                    <a:pt x="4906922" y="149"/>
                  </a:lnTo>
                  <a:lnTo>
                    <a:pt x="4814217" y="112"/>
                  </a:lnTo>
                  <a:lnTo>
                    <a:pt x="4721847" y="80"/>
                  </a:lnTo>
                  <a:lnTo>
                    <a:pt x="4634016" y="54"/>
                  </a:lnTo>
                  <a:lnTo>
                    <a:pt x="4555374" y="34"/>
                  </a:lnTo>
                  <a:lnTo>
                    <a:pt x="4490170" y="19"/>
                  </a:lnTo>
                  <a:lnTo>
                    <a:pt x="4441275" y="9"/>
                  </a:lnTo>
                  <a:lnTo>
                    <a:pt x="4409400" y="3"/>
                  </a:lnTo>
                  <a:lnTo>
                    <a:pt x="4392768" y="0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8" y="77"/>
                  </a:lnTo>
                  <a:lnTo>
                    <a:pt x="3839144" y="633"/>
                  </a:lnTo>
                  <a:lnTo>
                    <a:pt x="3819679" y="2168"/>
                  </a:lnTo>
                  <a:lnTo>
                    <a:pt x="3785275" y="5183"/>
                  </a:lnTo>
                  <a:lnTo>
                    <a:pt x="3734802" y="10122"/>
                  </a:lnTo>
                  <a:lnTo>
                    <a:pt x="3669313" y="17316"/>
                  </a:lnTo>
                  <a:lnTo>
                    <a:pt x="3591681" y="26958"/>
                  </a:lnTo>
                  <a:lnTo>
                    <a:pt x="3505883" y="39110"/>
                  </a:lnTo>
                  <a:lnTo>
                    <a:pt x="3416158" y="53741"/>
                  </a:lnTo>
                  <a:lnTo>
                    <a:pt x="3326297" y="70795"/>
                  </a:lnTo>
                  <a:lnTo>
                    <a:pt x="3239221" y="90236"/>
                  </a:lnTo>
                  <a:lnTo>
                    <a:pt x="3156858" y="112103"/>
                  </a:lnTo>
                  <a:lnTo>
                    <a:pt x="3080217" y="136526"/>
                  </a:lnTo>
                  <a:lnTo>
                    <a:pt x="3009576" y="163742"/>
                  </a:lnTo>
                  <a:lnTo>
                    <a:pt x="2944691" y="194093"/>
                  </a:lnTo>
                  <a:lnTo>
                    <a:pt x="2884976" y="228018"/>
                  </a:lnTo>
                  <a:lnTo>
                    <a:pt x="2829650" y="266032"/>
                  </a:lnTo>
                  <a:lnTo>
                    <a:pt x="2777842" y="308687"/>
                  </a:lnTo>
                  <a:lnTo>
                    <a:pt x="2728676" y="356505"/>
                  </a:lnTo>
                  <a:lnTo>
                    <a:pt x="2681339" y="409860"/>
                  </a:lnTo>
                  <a:lnTo>
                    <a:pt x="2667772" y="426488"/>
                  </a:lnTo>
                  <a:lnTo>
                    <a:pt x="2630880" y="474634"/>
                  </a:lnTo>
                  <a:lnTo>
                    <a:pt x="2594338" y="526458"/>
                  </a:lnTo>
                  <a:lnTo>
                    <a:pt x="2557909" y="582036"/>
                  </a:lnTo>
                  <a:lnTo>
                    <a:pt x="2521410" y="641375"/>
                  </a:lnTo>
                  <a:lnTo>
                    <a:pt x="2484707" y="704410"/>
                  </a:lnTo>
                  <a:lnTo>
                    <a:pt x="2447707" y="770998"/>
                  </a:lnTo>
                  <a:lnTo>
                    <a:pt x="2410357" y="840911"/>
                  </a:lnTo>
                  <a:lnTo>
                    <a:pt x="2372641" y="913837"/>
                  </a:lnTo>
                  <a:lnTo>
                    <a:pt x="2334573" y="989382"/>
                  </a:lnTo>
                  <a:lnTo>
                    <a:pt x="2296197" y="1067076"/>
                  </a:lnTo>
                  <a:lnTo>
                    <a:pt x="2257578" y="1146384"/>
                  </a:lnTo>
                  <a:lnTo>
                    <a:pt x="2218800" y="1226722"/>
                  </a:lnTo>
                  <a:lnTo>
                    <a:pt x="2179957" y="1307473"/>
                  </a:lnTo>
                  <a:lnTo>
                    <a:pt x="2141149" y="1388004"/>
                  </a:lnTo>
                  <a:lnTo>
                    <a:pt x="2102472" y="1467692"/>
                  </a:lnTo>
                  <a:lnTo>
                    <a:pt x="2064014" y="1545940"/>
                  </a:lnTo>
                  <a:lnTo>
                    <a:pt x="2025846" y="1622196"/>
                  </a:lnTo>
                  <a:lnTo>
                    <a:pt x="1988019" y="1695971"/>
                  </a:lnTo>
                  <a:lnTo>
                    <a:pt x="1950557" y="1766844"/>
                  </a:lnTo>
                  <a:lnTo>
                    <a:pt x="1913454" y="1834480"/>
                  </a:lnTo>
                  <a:lnTo>
                    <a:pt x="1876667" y="1898623"/>
                  </a:lnTo>
                  <a:lnTo>
                    <a:pt x="1840118" y="1959105"/>
                  </a:lnTo>
                  <a:lnTo>
                    <a:pt x="1803685" y="2015838"/>
                  </a:lnTo>
                  <a:lnTo>
                    <a:pt x="1767200" y="2068808"/>
                  </a:lnTo>
                  <a:lnTo>
                    <a:pt x="1730444" y="2118070"/>
                  </a:lnTo>
                  <a:lnTo>
                    <a:pt x="1719082" y="2132442"/>
                  </a:lnTo>
                  <a:lnTo>
                    <a:pt x="1672147" y="2187438"/>
                  </a:lnTo>
                  <a:lnTo>
                    <a:pt x="1623593" y="2236845"/>
                  </a:lnTo>
                  <a:lnTo>
                    <a:pt x="1572645" y="2280956"/>
                  </a:lnTo>
                  <a:lnTo>
                    <a:pt x="1518438" y="2320267"/>
                  </a:lnTo>
                  <a:lnTo>
                    <a:pt x="1460090" y="2355329"/>
                  </a:lnTo>
                  <a:lnTo>
                    <a:pt x="1396785" y="2386674"/>
                  </a:lnTo>
                  <a:lnTo>
                    <a:pt x="1327867" y="2414765"/>
                  </a:lnTo>
                  <a:lnTo>
                    <a:pt x="1252975" y="2439973"/>
                  </a:lnTo>
                  <a:lnTo>
                    <a:pt x="1172214" y="2462568"/>
                  </a:lnTo>
                  <a:lnTo>
                    <a:pt x="1086358" y="2482709"/>
                  </a:lnTo>
                  <a:lnTo>
                    <a:pt x="997051" y="2500461"/>
                  </a:lnTo>
                  <a:lnTo>
                    <a:pt x="906928" y="2515805"/>
                  </a:lnTo>
                  <a:lnTo>
                    <a:pt x="819555" y="2528685"/>
                  </a:lnTo>
                  <a:lnTo>
                    <a:pt x="739103" y="2539059"/>
                  </a:lnTo>
                  <a:lnTo>
                    <a:pt x="669708" y="2546954"/>
                  </a:lnTo>
                  <a:lnTo>
                    <a:pt x="614653" y="2552522"/>
                  </a:lnTo>
                  <a:lnTo>
                    <a:pt x="575578" y="2556057"/>
                  </a:lnTo>
                  <a:lnTo>
                    <a:pt x="552000" y="2557973"/>
                  </a:lnTo>
                  <a:lnTo>
                    <a:pt x="541258" y="2558762"/>
                  </a:lnTo>
                  <a:lnTo>
                    <a:pt x="538767" y="2558929"/>
                  </a:lnTo>
                  <a:lnTo>
                    <a:pt x="538736" y="2558931"/>
                  </a:lnTo>
                  <a:lnTo>
                    <a:pt x="0" y="25589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6" name="pg1916"/>
            <p:cNvSpPr/>
            <p:nvPr/>
          </p:nvSpPr>
          <p:spPr>
            <a:xfrm>
              <a:off x="546595" y="3151496"/>
              <a:ext cx="8234974" cy="2493596"/>
            </a:xfrm>
            <a:custGeom>
              <a:avLst/>
              <a:pathLst>
                <a:path w="8234974" h="2493596">
                  <a:moveTo>
                    <a:pt x="0" y="2493596"/>
                  </a:moveTo>
                  <a:lnTo>
                    <a:pt x="538736" y="2493596"/>
                  </a:lnTo>
                  <a:lnTo>
                    <a:pt x="539932" y="2493520"/>
                  </a:lnTo>
                  <a:lnTo>
                    <a:pt x="547751" y="2492978"/>
                  </a:lnTo>
                  <a:lnTo>
                    <a:pt x="567301" y="2491478"/>
                  </a:lnTo>
                  <a:lnTo>
                    <a:pt x="601848" y="2488532"/>
                  </a:lnTo>
                  <a:lnTo>
                    <a:pt x="652514" y="2483708"/>
                  </a:lnTo>
                  <a:lnTo>
                    <a:pt x="718227" y="2476681"/>
                  </a:lnTo>
                  <a:lnTo>
                    <a:pt x="796087" y="2467266"/>
                  </a:lnTo>
                  <a:lnTo>
                    <a:pt x="882090" y="2455403"/>
                  </a:lnTo>
                  <a:lnTo>
                    <a:pt x="971982" y="2441121"/>
                  </a:lnTo>
                  <a:lnTo>
                    <a:pt x="1061963" y="2424478"/>
                  </a:lnTo>
                  <a:lnTo>
                    <a:pt x="1149111" y="2405506"/>
                  </a:lnTo>
                  <a:lnTo>
                    <a:pt x="1231506" y="2384166"/>
                  </a:lnTo>
                  <a:lnTo>
                    <a:pt x="1308150" y="2360330"/>
                  </a:lnTo>
                  <a:lnTo>
                    <a:pt x="1378775" y="2333764"/>
                  </a:lnTo>
                  <a:lnTo>
                    <a:pt x="1443637" y="2304131"/>
                  </a:lnTo>
                  <a:lnTo>
                    <a:pt x="1503329" y="2271000"/>
                  </a:lnTo>
                  <a:lnTo>
                    <a:pt x="1558639" y="2233869"/>
                  </a:lnTo>
                  <a:lnTo>
                    <a:pt x="1610444" y="2192195"/>
                  </a:lnTo>
                  <a:lnTo>
                    <a:pt x="1659624" y="2145472"/>
                  </a:lnTo>
                  <a:lnTo>
                    <a:pt x="1706990" y="2093342"/>
                  </a:lnTo>
                  <a:lnTo>
                    <a:pt x="1719082" y="2078904"/>
                  </a:lnTo>
                  <a:lnTo>
                    <a:pt x="1756367" y="2031570"/>
                  </a:lnTo>
                  <a:lnTo>
                    <a:pt x="1793297" y="1980581"/>
                  </a:lnTo>
                  <a:lnTo>
                    <a:pt x="1830115" y="1925864"/>
                  </a:lnTo>
                  <a:lnTo>
                    <a:pt x="1867010" y="1867412"/>
                  </a:lnTo>
                  <a:lnTo>
                    <a:pt x="1904119" y="1805292"/>
                  </a:lnTo>
                  <a:lnTo>
                    <a:pt x="1941534" y="1739654"/>
                  </a:lnTo>
                  <a:lnTo>
                    <a:pt x="1979309" y="1670731"/>
                  </a:lnTo>
                  <a:lnTo>
                    <a:pt x="2017458" y="1598842"/>
                  </a:lnTo>
                  <a:lnTo>
                    <a:pt x="2055964" y="1524390"/>
                  </a:lnTo>
                  <a:lnTo>
                    <a:pt x="2094779" y="1447851"/>
                  </a:lnTo>
                  <a:lnTo>
                    <a:pt x="2133833" y="1369769"/>
                  </a:lnTo>
                  <a:lnTo>
                    <a:pt x="2173039" y="1290735"/>
                  </a:lnTo>
                  <a:lnTo>
                    <a:pt x="2212298" y="1211371"/>
                  </a:lnTo>
                  <a:lnTo>
                    <a:pt x="2251508" y="1132313"/>
                  </a:lnTo>
                  <a:lnTo>
                    <a:pt x="2290570" y="1054182"/>
                  </a:lnTo>
                  <a:lnTo>
                    <a:pt x="2329396" y="977574"/>
                  </a:lnTo>
                  <a:lnTo>
                    <a:pt x="2367914" y="903031"/>
                  </a:lnTo>
                  <a:lnTo>
                    <a:pt x="2406078" y="831035"/>
                  </a:lnTo>
                  <a:lnTo>
                    <a:pt x="2443867" y="761991"/>
                  </a:lnTo>
                  <a:lnTo>
                    <a:pt x="2481296" y="696221"/>
                  </a:lnTo>
                  <a:lnTo>
                    <a:pt x="2518415" y="633963"/>
                  </a:lnTo>
                  <a:lnTo>
                    <a:pt x="2555315" y="575367"/>
                  </a:lnTo>
                  <a:lnTo>
                    <a:pt x="2592134" y="520505"/>
                  </a:lnTo>
                  <a:lnTo>
                    <a:pt x="2629055" y="469372"/>
                  </a:lnTo>
                  <a:lnTo>
                    <a:pt x="2666321" y="421899"/>
                  </a:lnTo>
                  <a:lnTo>
                    <a:pt x="2667772" y="420136"/>
                  </a:lnTo>
                  <a:lnTo>
                    <a:pt x="2714783" y="366581"/>
                  </a:lnTo>
                  <a:lnTo>
                    <a:pt x="2763418" y="318478"/>
                  </a:lnTo>
                  <a:lnTo>
                    <a:pt x="2814458" y="275538"/>
                  </a:lnTo>
                  <a:lnTo>
                    <a:pt x="2868772" y="237279"/>
                  </a:lnTo>
                  <a:lnTo>
                    <a:pt x="2927245" y="203160"/>
                  </a:lnTo>
                  <a:lnTo>
                    <a:pt x="2990697" y="172663"/>
                  </a:lnTo>
                  <a:lnTo>
                    <a:pt x="3059783" y="145336"/>
                  </a:lnTo>
                  <a:lnTo>
                    <a:pt x="3134865" y="120818"/>
                  </a:lnTo>
                  <a:lnTo>
                    <a:pt x="3215830" y="98846"/>
                  </a:lnTo>
                  <a:lnTo>
                    <a:pt x="3301888" y="79266"/>
                  </a:lnTo>
                  <a:lnTo>
                    <a:pt x="3391373" y="62017"/>
                  </a:lnTo>
                  <a:lnTo>
                    <a:pt x="3481623" y="47117"/>
                  </a:lnTo>
                  <a:lnTo>
                    <a:pt x="3569037" y="34621"/>
                  </a:lnTo>
                  <a:lnTo>
                    <a:pt x="3649422" y="24571"/>
                  </a:lnTo>
                  <a:lnTo>
                    <a:pt x="3718629" y="16936"/>
                  </a:lnTo>
                  <a:lnTo>
                    <a:pt x="3773390" y="11566"/>
                  </a:lnTo>
                  <a:lnTo>
                    <a:pt x="3812106" y="8170"/>
                  </a:lnTo>
                  <a:lnTo>
                    <a:pt x="3835320" y="6340"/>
                  </a:lnTo>
                  <a:lnTo>
                    <a:pt x="3845764" y="559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1" y="5484"/>
                  </a:lnTo>
                  <a:lnTo>
                    <a:pt x="4396455" y="5767"/>
                  </a:lnTo>
                  <a:lnTo>
                    <a:pt x="4417222" y="6549"/>
                  </a:lnTo>
                  <a:lnTo>
                    <a:pt x="4453796" y="8084"/>
                  </a:lnTo>
                  <a:lnTo>
                    <a:pt x="4507193" y="10593"/>
                  </a:lnTo>
                  <a:lnTo>
                    <a:pt x="4576050" y="14239"/>
                  </a:lnTo>
                  <a:lnTo>
                    <a:pt x="4657084" y="19110"/>
                  </a:lnTo>
                  <a:lnTo>
                    <a:pt x="4745934" y="25228"/>
                  </a:lnTo>
                  <a:lnTo>
                    <a:pt x="4838095" y="32574"/>
                  </a:lnTo>
                  <a:lnTo>
                    <a:pt x="4929665" y="41119"/>
                  </a:lnTo>
                  <a:lnTo>
                    <a:pt x="5017746" y="50852"/>
                  </a:lnTo>
                  <a:lnTo>
                    <a:pt x="5100530" y="61804"/>
                  </a:lnTo>
                  <a:lnTo>
                    <a:pt x="5177169" y="74054"/>
                  </a:lnTo>
                  <a:lnTo>
                    <a:pt x="5247552" y="87741"/>
                  </a:lnTo>
                  <a:lnTo>
                    <a:pt x="5312077" y="103054"/>
                  </a:lnTo>
                  <a:lnTo>
                    <a:pt x="5371459" y="120232"/>
                  </a:lnTo>
                  <a:lnTo>
                    <a:pt x="5426581" y="139547"/>
                  </a:lnTo>
                  <a:lnTo>
                    <a:pt x="5478390" y="161278"/>
                  </a:lnTo>
                  <a:lnTo>
                    <a:pt x="5527807" y="185669"/>
                  </a:lnTo>
                  <a:lnTo>
                    <a:pt x="5567201" y="207799"/>
                  </a:lnTo>
                  <a:lnTo>
                    <a:pt x="5613292" y="236651"/>
                  </a:lnTo>
                  <a:lnTo>
                    <a:pt x="5658933" y="268252"/>
                  </a:lnTo>
                  <a:lnTo>
                    <a:pt x="5704546" y="302646"/>
                  </a:lnTo>
                  <a:lnTo>
                    <a:pt x="5750430" y="339801"/>
                  </a:lnTo>
                  <a:lnTo>
                    <a:pt x="5796777" y="379590"/>
                  </a:lnTo>
                  <a:lnTo>
                    <a:pt x="5843680" y="421793"/>
                  </a:lnTo>
                  <a:lnTo>
                    <a:pt x="5891149" y="466089"/>
                  </a:lnTo>
                  <a:lnTo>
                    <a:pt x="5939118" y="512068"/>
                  </a:lnTo>
                  <a:lnTo>
                    <a:pt x="5987465" y="559241"/>
                  </a:lnTo>
                  <a:lnTo>
                    <a:pt x="6036023" y="607060"/>
                  </a:lnTo>
                  <a:lnTo>
                    <a:pt x="6084603" y="654946"/>
                  </a:lnTo>
                  <a:lnTo>
                    <a:pt x="6133014" y="702316"/>
                  </a:lnTo>
                  <a:lnTo>
                    <a:pt x="6181082" y="748612"/>
                  </a:lnTo>
                  <a:lnTo>
                    <a:pt x="6228673" y="793330"/>
                  </a:lnTo>
                  <a:lnTo>
                    <a:pt x="6275707" y="836040"/>
                  </a:lnTo>
                  <a:lnTo>
                    <a:pt x="6322175" y="876401"/>
                  </a:lnTo>
                  <a:lnTo>
                    <a:pt x="6368151" y="914168"/>
                  </a:lnTo>
                  <a:lnTo>
                    <a:pt x="6413804" y="949196"/>
                  </a:lnTo>
                  <a:lnTo>
                    <a:pt x="6459405" y="981430"/>
                  </a:lnTo>
                  <a:lnTo>
                    <a:pt x="6505349" y="1010899"/>
                  </a:lnTo>
                  <a:lnTo>
                    <a:pt x="6515891" y="1017220"/>
                  </a:lnTo>
                  <a:lnTo>
                    <a:pt x="6563956" y="1043900"/>
                  </a:lnTo>
                  <a:lnTo>
                    <a:pt x="6613736" y="1067803"/>
                  </a:lnTo>
                  <a:lnTo>
                    <a:pt x="6666066" y="1089084"/>
                  </a:lnTo>
                  <a:lnTo>
                    <a:pt x="6721879" y="1107997"/>
                  </a:lnTo>
                  <a:lnTo>
                    <a:pt x="6782116" y="1124823"/>
                  </a:lnTo>
                  <a:lnTo>
                    <a:pt x="6847639" y="1139831"/>
                  </a:lnTo>
                  <a:lnTo>
                    <a:pt x="6919120" y="1153249"/>
                  </a:lnTo>
                  <a:lnTo>
                    <a:pt x="6996881" y="1165260"/>
                  </a:lnTo>
                  <a:lnTo>
                    <a:pt x="7080696" y="1175990"/>
                  </a:lnTo>
                  <a:lnTo>
                    <a:pt x="7169562" y="1185510"/>
                  </a:lnTo>
                  <a:lnTo>
                    <a:pt x="7261481" y="1193843"/>
                  </a:lnTo>
                  <a:lnTo>
                    <a:pt x="7353362" y="1200973"/>
                  </a:lnTo>
                  <a:lnTo>
                    <a:pt x="7441156" y="1206869"/>
                  </a:lnTo>
                  <a:lnTo>
                    <a:pt x="7520322" y="1211518"/>
                  </a:lnTo>
                  <a:lnTo>
                    <a:pt x="7586617" y="1214953"/>
                  </a:lnTo>
                  <a:lnTo>
                    <a:pt x="7637050" y="1217275"/>
                  </a:lnTo>
                  <a:lnTo>
                    <a:pt x="7670662" y="1218658"/>
                  </a:lnTo>
                  <a:lnTo>
                    <a:pt x="7688902" y="1219332"/>
                  </a:lnTo>
                  <a:lnTo>
                    <a:pt x="7695522" y="1219553"/>
                  </a:lnTo>
                  <a:lnTo>
                    <a:pt x="7696237" y="1219575"/>
                  </a:lnTo>
                  <a:lnTo>
                    <a:pt x="8234974" y="1219575"/>
                  </a:lnTo>
                  <a:lnTo>
                    <a:pt x="8234974" y="1214131"/>
                  </a:ln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2" y="75"/>
                  </a:lnTo>
                  <a:lnTo>
                    <a:pt x="3839104" y="618"/>
                  </a:lnTo>
                  <a:lnTo>
                    <a:pt x="3819553" y="2118"/>
                  </a:lnTo>
                  <a:lnTo>
                    <a:pt x="3785007" y="5064"/>
                  </a:lnTo>
                  <a:lnTo>
                    <a:pt x="3734341" y="9888"/>
                  </a:lnTo>
                  <a:lnTo>
                    <a:pt x="3668627" y="16914"/>
                  </a:lnTo>
                  <a:lnTo>
                    <a:pt x="3590768" y="26330"/>
                  </a:lnTo>
                  <a:lnTo>
                    <a:pt x="3504764" y="38193"/>
                  </a:lnTo>
                  <a:lnTo>
                    <a:pt x="3414872" y="52475"/>
                  </a:lnTo>
                  <a:lnTo>
                    <a:pt x="3324892" y="69117"/>
                  </a:lnTo>
                  <a:lnTo>
                    <a:pt x="3237744" y="88090"/>
                  </a:lnTo>
                  <a:lnTo>
                    <a:pt x="3155348" y="109429"/>
                  </a:lnTo>
                  <a:lnTo>
                    <a:pt x="3078704" y="133266"/>
                  </a:lnTo>
                  <a:lnTo>
                    <a:pt x="3008079" y="159832"/>
                  </a:lnTo>
                  <a:lnTo>
                    <a:pt x="2943218" y="189465"/>
                  </a:lnTo>
                  <a:lnTo>
                    <a:pt x="2883526" y="222595"/>
                  </a:lnTo>
                  <a:lnTo>
                    <a:pt x="2828215" y="259727"/>
                  </a:lnTo>
                  <a:lnTo>
                    <a:pt x="2776410" y="301401"/>
                  </a:lnTo>
                  <a:lnTo>
                    <a:pt x="2727231" y="348124"/>
                  </a:lnTo>
                  <a:lnTo>
                    <a:pt x="2679864" y="400253"/>
                  </a:lnTo>
                  <a:lnTo>
                    <a:pt x="2667772" y="414692"/>
                  </a:lnTo>
                  <a:lnTo>
                    <a:pt x="2630488" y="462025"/>
                  </a:lnTo>
                  <a:lnTo>
                    <a:pt x="2593558" y="513014"/>
                  </a:lnTo>
                  <a:lnTo>
                    <a:pt x="2556739" y="567732"/>
                  </a:lnTo>
                  <a:lnTo>
                    <a:pt x="2519845" y="626184"/>
                  </a:lnTo>
                  <a:lnTo>
                    <a:pt x="2482736" y="688304"/>
                  </a:lnTo>
                  <a:lnTo>
                    <a:pt x="2445320" y="753942"/>
                  </a:lnTo>
                  <a:lnTo>
                    <a:pt x="2407545" y="822865"/>
                  </a:lnTo>
                  <a:lnTo>
                    <a:pt x="2369396" y="894753"/>
                  </a:lnTo>
                  <a:lnTo>
                    <a:pt x="2330891" y="969206"/>
                  </a:lnTo>
                  <a:lnTo>
                    <a:pt x="2292076" y="1045744"/>
                  </a:lnTo>
                  <a:lnTo>
                    <a:pt x="2253021" y="1123827"/>
                  </a:lnTo>
                  <a:lnTo>
                    <a:pt x="2213815" y="1202861"/>
                  </a:lnTo>
                  <a:lnTo>
                    <a:pt x="2174556" y="1282224"/>
                  </a:lnTo>
                  <a:lnTo>
                    <a:pt x="2135347" y="1361283"/>
                  </a:lnTo>
                  <a:lnTo>
                    <a:pt x="2096285" y="1439413"/>
                  </a:lnTo>
                  <a:lnTo>
                    <a:pt x="2057459" y="1516022"/>
                  </a:lnTo>
                  <a:lnTo>
                    <a:pt x="2018941" y="1590564"/>
                  </a:lnTo>
                  <a:lnTo>
                    <a:pt x="1980777" y="1662560"/>
                  </a:lnTo>
                  <a:lnTo>
                    <a:pt x="1942988" y="1731604"/>
                  </a:lnTo>
                  <a:lnTo>
                    <a:pt x="1905559" y="1797374"/>
                  </a:lnTo>
                  <a:lnTo>
                    <a:pt x="1868440" y="1859633"/>
                  </a:lnTo>
                  <a:lnTo>
                    <a:pt x="1831539" y="1918229"/>
                  </a:lnTo>
                  <a:lnTo>
                    <a:pt x="1794721" y="1973091"/>
                  </a:lnTo>
                  <a:lnTo>
                    <a:pt x="1757799" y="2024223"/>
                  </a:lnTo>
                  <a:lnTo>
                    <a:pt x="1720534" y="2071696"/>
                  </a:lnTo>
                  <a:lnTo>
                    <a:pt x="1719082" y="2073460"/>
                  </a:lnTo>
                  <a:lnTo>
                    <a:pt x="1672072" y="2127015"/>
                  </a:lnTo>
                  <a:lnTo>
                    <a:pt x="1623436" y="2175118"/>
                  </a:lnTo>
                  <a:lnTo>
                    <a:pt x="1572397" y="2218058"/>
                  </a:lnTo>
                  <a:lnTo>
                    <a:pt x="1518082" y="2256317"/>
                  </a:lnTo>
                  <a:lnTo>
                    <a:pt x="1459610" y="2290436"/>
                  </a:lnTo>
                  <a:lnTo>
                    <a:pt x="1396158" y="2320933"/>
                  </a:lnTo>
                  <a:lnTo>
                    <a:pt x="1327071" y="2348259"/>
                  </a:lnTo>
                  <a:lnTo>
                    <a:pt x="1251989" y="2372778"/>
                  </a:lnTo>
                  <a:lnTo>
                    <a:pt x="1171025" y="2394749"/>
                  </a:lnTo>
                  <a:lnTo>
                    <a:pt x="1084967" y="2414330"/>
                  </a:lnTo>
                  <a:lnTo>
                    <a:pt x="995481" y="2431578"/>
                  </a:lnTo>
                  <a:lnTo>
                    <a:pt x="905232" y="2446479"/>
                  </a:lnTo>
                  <a:lnTo>
                    <a:pt x="817817" y="2458975"/>
                  </a:lnTo>
                  <a:lnTo>
                    <a:pt x="737432" y="2469025"/>
                  </a:lnTo>
                  <a:lnTo>
                    <a:pt x="668226" y="2476660"/>
                  </a:lnTo>
                  <a:lnTo>
                    <a:pt x="613465" y="2482030"/>
                  </a:lnTo>
                  <a:lnTo>
                    <a:pt x="574748" y="2485426"/>
                  </a:lnTo>
                  <a:lnTo>
                    <a:pt x="551535" y="2487256"/>
                  </a:lnTo>
                  <a:lnTo>
                    <a:pt x="541091" y="2487999"/>
                  </a:lnTo>
                  <a:lnTo>
                    <a:pt x="538736" y="2488152"/>
                  </a:lnTo>
                  <a:lnTo>
                    <a:pt x="0" y="2488152"/>
                  </a:lnTo>
                  <a:close/>
                </a:path>
              </a:pathLst>
            </a:custGeom>
            <a:solidFill>
              <a:srgbClr val="FFB3B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17" name="pl1917"/>
            <p:cNvSpPr/>
            <p:nvPr/>
          </p:nvSpPr>
          <p:spPr>
            <a:xfrm>
              <a:off x="546595" y="3156941"/>
              <a:ext cx="8234974" cy="2488152"/>
            </a:xfrm>
            <a:custGeom>
              <a:avLst/>
              <a:pathLst>
                <a:path w="8234974" h="2488152">
                  <a:moveTo>
                    <a:pt x="0" y="2488152"/>
                  </a:moveTo>
                  <a:lnTo>
                    <a:pt x="538736" y="2488152"/>
                  </a:lnTo>
                  <a:lnTo>
                    <a:pt x="539932" y="2488076"/>
                  </a:lnTo>
                  <a:lnTo>
                    <a:pt x="547751" y="2487533"/>
                  </a:lnTo>
                  <a:lnTo>
                    <a:pt x="567301" y="2486033"/>
                  </a:lnTo>
                  <a:lnTo>
                    <a:pt x="601848" y="2483087"/>
                  </a:lnTo>
                  <a:lnTo>
                    <a:pt x="652514" y="2478263"/>
                  </a:lnTo>
                  <a:lnTo>
                    <a:pt x="718227" y="2471237"/>
                  </a:lnTo>
                  <a:lnTo>
                    <a:pt x="796087" y="2461821"/>
                  </a:lnTo>
                  <a:lnTo>
                    <a:pt x="882090" y="2449958"/>
                  </a:lnTo>
                  <a:lnTo>
                    <a:pt x="971982" y="2435677"/>
                  </a:lnTo>
                  <a:lnTo>
                    <a:pt x="1061963" y="2419034"/>
                  </a:lnTo>
                  <a:lnTo>
                    <a:pt x="1149111" y="2400061"/>
                  </a:lnTo>
                  <a:lnTo>
                    <a:pt x="1231506" y="2378722"/>
                  </a:lnTo>
                  <a:lnTo>
                    <a:pt x="1308150" y="2354886"/>
                  </a:lnTo>
                  <a:lnTo>
                    <a:pt x="1378775" y="2328319"/>
                  </a:lnTo>
                  <a:lnTo>
                    <a:pt x="1443637" y="2298686"/>
                  </a:lnTo>
                  <a:lnTo>
                    <a:pt x="1503329" y="2265556"/>
                  </a:lnTo>
                  <a:lnTo>
                    <a:pt x="1558639" y="2228424"/>
                  </a:lnTo>
                  <a:lnTo>
                    <a:pt x="1610444" y="2186751"/>
                  </a:lnTo>
                  <a:lnTo>
                    <a:pt x="1659624" y="2140027"/>
                  </a:lnTo>
                  <a:lnTo>
                    <a:pt x="1706990" y="2087898"/>
                  </a:lnTo>
                  <a:lnTo>
                    <a:pt x="1719082" y="2073460"/>
                  </a:lnTo>
                  <a:lnTo>
                    <a:pt x="1756367" y="2026126"/>
                  </a:lnTo>
                  <a:lnTo>
                    <a:pt x="1793297" y="1975137"/>
                  </a:lnTo>
                  <a:lnTo>
                    <a:pt x="1830115" y="1920419"/>
                  </a:lnTo>
                  <a:lnTo>
                    <a:pt x="1867010" y="1861967"/>
                  </a:lnTo>
                  <a:lnTo>
                    <a:pt x="1904119" y="1799848"/>
                  </a:lnTo>
                  <a:lnTo>
                    <a:pt x="1941534" y="1734210"/>
                  </a:lnTo>
                  <a:lnTo>
                    <a:pt x="1979309" y="1665287"/>
                  </a:lnTo>
                  <a:lnTo>
                    <a:pt x="2017458" y="1593398"/>
                  </a:lnTo>
                  <a:lnTo>
                    <a:pt x="2055964" y="1518945"/>
                  </a:lnTo>
                  <a:lnTo>
                    <a:pt x="2094779" y="1442407"/>
                  </a:lnTo>
                  <a:lnTo>
                    <a:pt x="2133833" y="1364324"/>
                  </a:lnTo>
                  <a:lnTo>
                    <a:pt x="2173039" y="1285290"/>
                  </a:lnTo>
                  <a:lnTo>
                    <a:pt x="2212298" y="1205927"/>
                  </a:lnTo>
                  <a:lnTo>
                    <a:pt x="2251508" y="1126868"/>
                  </a:lnTo>
                  <a:lnTo>
                    <a:pt x="2290570" y="1048738"/>
                  </a:lnTo>
                  <a:lnTo>
                    <a:pt x="2329396" y="972129"/>
                  </a:lnTo>
                  <a:lnTo>
                    <a:pt x="2367914" y="897587"/>
                  </a:lnTo>
                  <a:lnTo>
                    <a:pt x="2406078" y="825591"/>
                  </a:lnTo>
                  <a:lnTo>
                    <a:pt x="2443867" y="756547"/>
                  </a:lnTo>
                  <a:lnTo>
                    <a:pt x="2481296" y="690777"/>
                  </a:lnTo>
                  <a:lnTo>
                    <a:pt x="2518415" y="628518"/>
                  </a:lnTo>
                  <a:lnTo>
                    <a:pt x="2555315" y="569922"/>
                  </a:lnTo>
                  <a:lnTo>
                    <a:pt x="2592134" y="515060"/>
                  </a:lnTo>
                  <a:lnTo>
                    <a:pt x="2629055" y="463928"/>
                  </a:lnTo>
                  <a:lnTo>
                    <a:pt x="2666321" y="416455"/>
                  </a:lnTo>
                  <a:lnTo>
                    <a:pt x="2667772" y="414692"/>
                  </a:lnTo>
                  <a:lnTo>
                    <a:pt x="2714783" y="361136"/>
                  </a:lnTo>
                  <a:lnTo>
                    <a:pt x="2763418" y="313033"/>
                  </a:lnTo>
                  <a:lnTo>
                    <a:pt x="2814458" y="270093"/>
                  </a:lnTo>
                  <a:lnTo>
                    <a:pt x="2868772" y="231834"/>
                  </a:lnTo>
                  <a:lnTo>
                    <a:pt x="2927245" y="197715"/>
                  </a:lnTo>
                  <a:lnTo>
                    <a:pt x="2990697" y="167218"/>
                  </a:lnTo>
                  <a:lnTo>
                    <a:pt x="3059783" y="139892"/>
                  </a:lnTo>
                  <a:lnTo>
                    <a:pt x="3134865" y="115373"/>
                  </a:lnTo>
                  <a:lnTo>
                    <a:pt x="3215830" y="93402"/>
                  </a:lnTo>
                  <a:lnTo>
                    <a:pt x="3301888" y="73821"/>
                  </a:lnTo>
                  <a:lnTo>
                    <a:pt x="3391373" y="56573"/>
                  </a:lnTo>
                  <a:lnTo>
                    <a:pt x="3481623" y="41672"/>
                  </a:lnTo>
                  <a:lnTo>
                    <a:pt x="3569037" y="29176"/>
                  </a:lnTo>
                  <a:lnTo>
                    <a:pt x="3649422" y="19126"/>
                  </a:lnTo>
                  <a:lnTo>
                    <a:pt x="3718629" y="11491"/>
                  </a:lnTo>
                  <a:lnTo>
                    <a:pt x="3773390" y="6121"/>
                  </a:lnTo>
                  <a:lnTo>
                    <a:pt x="3812106" y="2725"/>
                  </a:lnTo>
                  <a:lnTo>
                    <a:pt x="3835320" y="895"/>
                  </a:lnTo>
                  <a:lnTo>
                    <a:pt x="3845764" y="152"/>
                  </a:lnTo>
                  <a:lnTo>
                    <a:pt x="3848097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1" y="39"/>
                  </a:lnTo>
                  <a:lnTo>
                    <a:pt x="4396455" y="322"/>
                  </a:lnTo>
                  <a:lnTo>
                    <a:pt x="4417222" y="1104"/>
                  </a:lnTo>
                  <a:lnTo>
                    <a:pt x="4453796" y="2639"/>
                  </a:lnTo>
                  <a:lnTo>
                    <a:pt x="4507193" y="5149"/>
                  </a:lnTo>
                  <a:lnTo>
                    <a:pt x="4576050" y="8794"/>
                  </a:lnTo>
                  <a:lnTo>
                    <a:pt x="4657084" y="13665"/>
                  </a:lnTo>
                  <a:lnTo>
                    <a:pt x="4745934" y="19783"/>
                  </a:lnTo>
                  <a:lnTo>
                    <a:pt x="4838095" y="27130"/>
                  </a:lnTo>
                  <a:lnTo>
                    <a:pt x="4929665" y="35674"/>
                  </a:lnTo>
                  <a:lnTo>
                    <a:pt x="5017746" y="45408"/>
                  </a:lnTo>
                  <a:lnTo>
                    <a:pt x="5100530" y="56359"/>
                  </a:lnTo>
                  <a:lnTo>
                    <a:pt x="5177169" y="68610"/>
                  </a:lnTo>
                  <a:lnTo>
                    <a:pt x="5247552" y="82296"/>
                  </a:lnTo>
                  <a:lnTo>
                    <a:pt x="5312077" y="97610"/>
                  </a:lnTo>
                  <a:lnTo>
                    <a:pt x="5371459" y="114788"/>
                  </a:lnTo>
                  <a:lnTo>
                    <a:pt x="5426581" y="134102"/>
                  </a:lnTo>
                  <a:lnTo>
                    <a:pt x="5478390" y="155833"/>
                  </a:lnTo>
                  <a:lnTo>
                    <a:pt x="5527807" y="180224"/>
                  </a:lnTo>
                  <a:lnTo>
                    <a:pt x="5567201" y="202355"/>
                  </a:lnTo>
                  <a:lnTo>
                    <a:pt x="5613292" y="231207"/>
                  </a:lnTo>
                  <a:lnTo>
                    <a:pt x="5658933" y="262807"/>
                  </a:lnTo>
                  <a:lnTo>
                    <a:pt x="5704546" y="297202"/>
                  </a:lnTo>
                  <a:lnTo>
                    <a:pt x="5750430" y="334356"/>
                  </a:lnTo>
                  <a:lnTo>
                    <a:pt x="5796777" y="374146"/>
                  </a:lnTo>
                  <a:lnTo>
                    <a:pt x="5843680" y="416348"/>
                  </a:lnTo>
                  <a:lnTo>
                    <a:pt x="5891149" y="460644"/>
                  </a:lnTo>
                  <a:lnTo>
                    <a:pt x="5939118" y="506624"/>
                  </a:lnTo>
                  <a:lnTo>
                    <a:pt x="5987465" y="553797"/>
                  </a:lnTo>
                  <a:lnTo>
                    <a:pt x="6036023" y="601616"/>
                  </a:lnTo>
                  <a:lnTo>
                    <a:pt x="6084603" y="649502"/>
                  </a:lnTo>
                  <a:lnTo>
                    <a:pt x="6133014" y="696871"/>
                  </a:lnTo>
                  <a:lnTo>
                    <a:pt x="6181082" y="743167"/>
                  </a:lnTo>
                  <a:lnTo>
                    <a:pt x="6228673" y="787885"/>
                  </a:lnTo>
                  <a:lnTo>
                    <a:pt x="6275707" y="830595"/>
                  </a:lnTo>
                  <a:lnTo>
                    <a:pt x="6322175" y="870956"/>
                  </a:lnTo>
                  <a:lnTo>
                    <a:pt x="6368151" y="908724"/>
                  </a:lnTo>
                  <a:lnTo>
                    <a:pt x="6413804" y="943752"/>
                  </a:lnTo>
                  <a:lnTo>
                    <a:pt x="6459405" y="975986"/>
                  </a:lnTo>
                  <a:lnTo>
                    <a:pt x="6505349" y="1005455"/>
                  </a:lnTo>
                  <a:lnTo>
                    <a:pt x="6515891" y="1011775"/>
                  </a:lnTo>
                  <a:lnTo>
                    <a:pt x="6563956" y="1038456"/>
                  </a:lnTo>
                  <a:lnTo>
                    <a:pt x="6613736" y="1062359"/>
                  </a:lnTo>
                  <a:lnTo>
                    <a:pt x="6666066" y="1083640"/>
                  </a:lnTo>
                  <a:lnTo>
                    <a:pt x="6721879" y="1102553"/>
                  </a:lnTo>
                  <a:lnTo>
                    <a:pt x="6782116" y="1119379"/>
                  </a:lnTo>
                  <a:lnTo>
                    <a:pt x="6847639" y="1134386"/>
                  </a:lnTo>
                  <a:lnTo>
                    <a:pt x="6919120" y="1147804"/>
                  </a:lnTo>
                  <a:lnTo>
                    <a:pt x="6996881" y="1159815"/>
                  </a:lnTo>
                  <a:lnTo>
                    <a:pt x="7080696" y="1170545"/>
                  </a:lnTo>
                  <a:lnTo>
                    <a:pt x="7169562" y="1180066"/>
                  </a:lnTo>
                  <a:lnTo>
                    <a:pt x="7261481" y="1188398"/>
                  </a:lnTo>
                  <a:lnTo>
                    <a:pt x="7353362" y="1195528"/>
                  </a:lnTo>
                  <a:lnTo>
                    <a:pt x="7441156" y="1201425"/>
                  </a:lnTo>
                  <a:lnTo>
                    <a:pt x="7520322" y="1206074"/>
                  </a:lnTo>
                  <a:lnTo>
                    <a:pt x="7586617" y="1209508"/>
                  </a:lnTo>
                  <a:lnTo>
                    <a:pt x="7637050" y="1211830"/>
                  </a:lnTo>
                  <a:lnTo>
                    <a:pt x="7670662" y="1213213"/>
                  </a:lnTo>
                  <a:lnTo>
                    <a:pt x="7688902" y="1213888"/>
                  </a:lnTo>
                  <a:lnTo>
                    <a:pt x="7695522" y="1214109"/>
                  </a:lnTo>
                  <a:lnTo>
                    <a:pt x="7696237" y="1214131"/>
                  </a:lnTo>
                  <a:lnTo>
                    <a:pt x="8234974" y="1214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8" name="pl1918"/>
            <p:cNvSpPr/>
            <p:nvPr/>
          </p:nvSpPr>
          <p:spPr>
            <a:xfrm>
              <a:off x="546595" y="3151496"/>
              <a:ext cx="8234974" cy="2488152"/>
            </a:xfrm>
            <a:custGeom>
              <a:avLst/>
              <a:pathLst>
                <a:path w="8234974" h="2488152">
                  <a:moveTo>
                    <a:pt x="8234974" y="1214131"/>
                  </a:moveTo>
                  <a:lnTo>
                    <a:pt x="7696237" y="1214131"/>
                  </a:lnTo>
                  <a:lnTo>
                    <a:pt x="7694962" y="1214091"/>
                  </a:lnTo>
                  <a:lnTo>
                    <a:pt x="7686637" y="1213808"/>
                  </a:lnTo>
                  <a:lnTo>
                    <a:pt x="7665870" y="1213026"/>
                  </a:lnTo>
                  <a:lnTo>
                    <a:pt x="7629296" y="1211491"/>
                  </a:lnTo>
                  <a:lnTo>
                    <a:pt x="7575900" y="1208982"/>
                  </a:lnTo>
                  <a:lnTo>
                    <a:pt x="7507043" y="1205336"/>
                  </a:lnTo>
                  <a:lnTo>
                    <a:pt x="7426008" y="1200465"/>
                  </a:lnTo>
                  <a:lnTo>
                    <a:pt x="7337158" y="1194347"/>
                  </a:lnTo>
                  <a:lnTo>
                    <a:pt x="7244997" y="1187001"/>
                  </a:lnTo>
                  <a:lnTo>
                    <a:pt x="7153428" y="1178456"/>
                  </a:lnTo>
                  <a:lnTo>
                    <a:pt x="7065347" y="1168722"/>
                  </a:lnTo>
                  <a:lnTo>
                    <a:pt x="6982562" y="1157771"/>
                  </a:lnTo>
                  <a:lnTo>
                    <a:pt x="6905923" y="1145520"/>
                  </a:lnTo>
                  <a:lnTo>
                    <a:pt x="6835540" y="1131834"/>
                  </a:lnTo>
                  <a:lnTo>
                    <a:pt x="6771015" y="1116520"/>
                  </a:lnTo>
                  <a:lnTo>
                    <a:pt x="6711634" y="1099342"/>
                  </a:lnTo>
                  <a:lnTo>
                    <a:pt x="6656511" y="1080028"/>
                  </a:lnTo>
                  <a:lnTo>
                    <a:pt x="6604702" y="1058297"/>
                  </a:lnTo>
                  <a:lnTo>
                    <a:pt x="6555285" y="1033906"/>
                  </a:lnTo>
                  <a:lnTo>
                    <a:pt x="6515891" y="1011775"/>
                  </a:lnTo>
                  <a:lnTo>
                    <a:pt x="6469800" y="982923"/>
                  </a:lnTo>
                  <a:lnTo>
                    <a:pt x="6424160" y="951323"/>
                  </a:lnTo>
                  <a:lnTo>
                    <a:pt x="6378547" y="916928"/>
                  </a:lnTo>
                  <a:lnTo>
                    <a:pt x="6332662" y="879774"/>
                  </a:lnTo>
                  <a:lnTo>
                    <a:pt x="6286316" y="839985"/>
                  </a:lnTo>
                  <a:lnTo>
                    <a:pt x="6239413" y="797782"/>
                  </a:lnTo>
                  <a:lnTo>
                    <a:pt x="6191944" y="753486"/>
                  </a:lnTo>
                  <a:lnTo>
                    <a:pt x="6143974" y="707506"/>
                  </a:lnTo>
                  <a:lnTo>
                    <a:pt x="6095627" y="660334"/>
                  </a:lnTo>
                  <a:lnTo>
                    <a:pt x="6047069" y="612514"/>
                  </a:lnTo>
                  <a:lnTo>
                    <a:pt x="5998489" y="564628"/>
                  </a:lnTo>
                  <a:lnTo>
                    <a:pt x="5950078" y="517259"/>
                  </a:lnTo>
                  <a:lnTo>
                    <a:pt x="5902010" y="470963"/>
                  </a:lnTo>
                  <a:lnTo>
                    <a:pt x="5854420" y="426245"/>
                  </a:lnTo>
                  <a:lnTo>
                    <a:pt x="5807386" y="383535"/>
                  </a:lnTo>
                  <a:lnTo>
                    <a:pt x="5760918" y="343174"/>
                  </a:lnTo>
                  <a:lnTo>
                    <a:pt x="5714941" y="305406"/>
                  </a:lnTo>
                  <a:lnTo>
                    <a:pt x="5669289" y="270378"/>
                  </a:lnTo>
                  <a:lnTo>
                    <a:pt x="5623687" y="238144"/>
                  </a:lnTo>
                  <a:lnTo>
                    <a:pt x="5577743" y="208676"/>
                  </a:lnTo>
                  <a:lnTo>
                    <a:pt x="5567201" y="202355"/>
                  </a:lnTo>
                  <a:lnTo>
                    <a:pt x="5519136" y="175674"/>
                  </a:lnTo>
                  <a:lnTo>
                    <a:pt x="5469357" y="151771"/>
                  </a:lnTo>
                  <a:lnTo>
                    <a:pt x="5417026" y="130490"/>
                  </a:lnTo>
                  <a:lnTo>
                    <a:pt x="5361213" y="111578"/>
                  </a:lnTo>
                  <a:lnTo>
                    <a:pt x="5300977" y="94751"/>
                  </a:lnTo>
                  <a:lnTo>
                    <a:pt x="5235453" y="79744"/>
                  </a:lnTo>
                  <a:lnTo>
                    <a:pt x="5163972" y="66326"/>
                  </a:lnTo>
                  <a:lnTo>
                    <a:pt x="5086212" y="54315"/>
                  </a:lnTo>
                  <a:lnTo>
                    <a:pt x="5002396" y="43585"/>
                  </a:lnTo>
                  <a:lnTo>
                    <a:pt x="4913531" y="34065"/>
                  </a:lnTo>
                  <a:lnTo>
                    <a:pt x="4821612" y="25732"/>
                  </a:lnTo>
                  <a:lnTo>
                    <a:pt x="4729730" y="18602"/>
                  </a:lnTo>
                  <a:lnTo>
                    <a:pt x="4641936" y="12706"/>
                  </a:lnTo>
                  <a:lnTo>
                    <a:pt x="4562771" y="8056"/>
                  </a:lnTo>
                  <a:lnTo>
                    <a:pt x="4496475" y="4622"/>
                  </a:lnTo>
                  <a:lnTo>
                    <a:pt x="4446043" y="2300"/>
                  </a:lnTo>
                  <a:lnTo>
                    <a:pt x="4412431" y="917"/>
                  </a:lnTo>
                  <a:lnTo>
                    <a:pt x="4394191" y="242"/>
                  </a:lnTo>
                  <a:lnTo>
                    <a:pt x="4387571" y="2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22" y="75"/>
                  </a:lnTo>
                  <a:lnTo>
                    <a:pt x="3839104" y="618"/>
                  </a:lnTo>
                  <a:lnTo>
                    <a:pt x="3819553" y="2118"/>
                  </a:lnTo>
                  <a:lnTo>
                    <a:pt x="3785007" y="5064"/>
                  </a:lnTo>
                  <a:lnTo>
                    <a:pt x="3734341" y="9888"/>
                  </a:lnTo>
                  <a:lnTo>
                    <a:pt x="3668627" y="16914"/>
                  </a:lnTo>
                  <a:lnTo>
                    <a:pt x="3590768" y="26330"/>
                  </a:lnTo>
                  <a:lnTo>
                    <a:pt x="3504764" y="38193"/>
                  </a:lnTo>
                  <a:lnTo>
                    <a:pt x="3414872" y="52475"/>
                  </a:lnTo>
                  <a:lnTo>
                    <a:pt x="3324892" y="69117"/>
                  </a:lnTo>
                  <a:lnTo>
                    <a:pt x="3237744" y="88090"/>
                  </a:lnTo>
                  <a:lnTo>
                    <a:pt x="3155348" y="109429"/>
                  </a:lnTo>
                  <a:lnTo>
                    <a:pt x="3078704" y="133266"/>
                  </a:lnTo>
                  <a:lnTo>
                    <a:pt x="3008079" y="159832"/>
                  </a:lnTo>
                  <a:lnTo>
                    <a:pt x="2943218" y="189465"/>
                  </a:lnTo>
                  <a:lnTo>
                    <a:pt x="2883526" y="222595"/>
                  </a:lnTo>
                  <a:lnTo>
                    <a:pt x="2828215" y="259727"/>
                  </a:lnTo>
                  <a:lnTo>
                    <a:pt x="2776410" y="301401"/>
                  </a:lnTo>
                  <a:lnTo>
                    <a:pt x="2727231" y="348124"/>
                  </a:lnTo>
                  <a:lnTo>
                    <a:pt x="2679864" y="400253"/>
                  </a:lnTo>
                  <a:lnTo>
                    <a:pt x="2667772" y="414692"/>
                  </a:lnTo>
                  <a:lnTo>
                    <a:pt x="2630488" y="462025"/>
                  </a:lnTo>
                  <a:lnTo>
                    <a:pt x="2593558" y="513014"/>
                  </a:lnTo>
                  <a:lnTo>
                    <a:pt x="2556739" y="567732"/>
                  </a:lnTo>
                  <a:lnTo>
                    <a:pt x="2519845" y="626184"/>
                  </a:lnTo>
                  <a:lnTo>
                    <a:pt x="2482736" y="688304"/>
                  </a:lnTo>
                  <a:lnTo>
                    <a:pt x="2445320" y="753942"/>
                  </a:lnTo>
                  <a:lnTo>
                    <a:pt x="2407545" y="822865"/>
                  </a:lnTo>
                  <a:lnTo>
                    <a:pt x="2369396" y="894753"/>
                  </a:lnTo>
                  <a:lnTo>
                    <a:pt x="2330891" y="969206"/>
                  </a:lnTo>
                  <a:lnTo>
                    <a:pt x="2292076" y="1045744"/>
                  </a:lnTo>
                  <a:lnTo>
                    <a:pt x="2253021" y="1123827"/>
                  </a:lnTo>
                  <a:lnTo>
                    <a:pt x="2213815" y="1202861"/>
                  </a:lnTo>
                  <a:lnTo>
                    <a:pt x="2174556" y="1282224"/>
                  </a:lnTo>
                  <a:lnTo>
                    <a:pt x="2135347" y="1361283"/>
                  </a:lnTo>
                  <a:lnTo>
                    <a:pt x="2096285" y="1439413"/>
                  </a:lnTo>
                  <a:lnTo>
                    <a:pt x="2057459" y="1516022"/>
                  </a:lnTo>
                  <a:lnTo>
                    <a:pt x="2018941" y="1590564"/>
                  </a:lnTo>
                  <a:lnTo>
                    <a:pt x="1980777" y="1662560"/>
                  </a:lnTo>
                  <a:lnTo>
                    <a:pt x="1942988" y="1731604"/>
                  </a:lnTo>
                  <a:lnTo>
                    <a:pt x="1905559" y="1797374"/>
                  </a:lnTo>
                  <a:lnTo>
                    <a:pt x="1868440" y="1859633"/>
                  </a:lnTo>
                  <a:lnTo>
                    <a:pt x="1831539" y="1918229"/>
                  </a:lnTo>
                  <a:lnTo>
                    <a:pt x="1794721" y="1973091"/>
                  </a:lnTo>
                  <a:lnTo>
                    <a:pt x="1757799" y="2024223"/>
                  </a:lnTo>
                  <a:lnTo>
                    <a:pt x="1720534" y="2071696"/>
                  </a:lnTo>
                  <a:lnTo>
                    <a:pt x="1719082" y="2073460"/>
                  </a:lnTo>
                  <a:lnTo>
                    <a:pt x="1672072" y="2127015"/>
                  </a:lnTo>
                  <a:lnTo>
                    <a:pt x="1623436" y="2175118"/>
                  </a:lnTo>
                  <a:lnTo>
                    <a:pt x="1572397" y="2218058"/>
                  </a:lnTo>
                  <a:lnTo>
                    <a:pt x="1518082" y="2256317"/>
                  </a:lnTo>
                  <a:lnTo>
                    <a:pt x="1459610" y="2290436"/>
                  </a:lnTo>
                  <a:lnTo>
                    <a:pt x="1396158" y="2320933"/>
                  </a:lnTo>
                  <a:lnTo>
                    <a:pt x="1327071" y="2348259"/>
                  </a:lnTo>
                  <a:lnTo>
                    <a:pt x="1251989" y="2372778"/>
                  </a:lnTo>
                  <a:lnTo>
                    <a:pt x="1171025" y="2394749"/>
                  </a:lnTo>
                  <a:lnTo>
                    <a:pt x="1084967" y="2414330"/>
                  </a:lnTo>
                  <a:lnTo>
                    <a:pt x="995481" y="2431578"/>
                  </a:lnTo>
                  <a:lnTo>
                    <a:pt x="905232" y="2446479"/>
                  </a:lnTo>
                  <a:lnTo>
                    <a:pt x="817817" y="2458975"/>
                  </a:lnTo>
                  <a:lnTo>
                    <a:pt x="737432" y="2469025"/>
                  </a:lnTo>
                  <a:lnTo>
                    <a:pt x="668226" y="2476660"/>
                  </a:lnTo>
                  <a:lnTo>
                    <a:pt x="613465" y="2482030"/>
                  </a:lnTo>
                  <a:lnTo>
                    <a:pt x="574748" y="2485426"/>
                  </a:lnTo>
                  <a:lnTo>
                    <a:pt x="551535" y="2487256"/>
                  </a:lnTo>
                  <a:lnTo>
                    <a:pt x="541091" y="2487999"/>
                  </a:lnTo>
                  <a:lnTo>
                    <a:pt x="538758" y="2488150"/>
                  </a:lnTo>
                  <a:lnTo>
                    <a:pt x="538736" y="2488152"/>
                  </a:lnTo>
                  <a:lnTo>
                    <a:pt x="0" y="24881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9" name="pg1919"/>
            <p:cNvSpPr/>
            <p:nvPr/>
          </p:nvSpPr>
          <p:spPr>
            <a:xfrm>
              <a:off x="546595" y="619788"/>
              <a:ext cx="8234974" cy="5139640"/>
            </a:xfrm>
            <a:custGeom>
              <a:avLst/>
              <a:pathLst>
                <a:path w="8234974" h="5139640">
                  <a:moveTo>
                    <a:pt x="0" y="5139640"/>
                  </a:moveTo>
                  <a:lnTo>
                    <a:pt x="538736" y="5139640"/>
                  </a:lnTo>
                  <a:lnTo>
                    <a:pt x="540039" y="5139639"/>
                  </a:lnTo>
                  <a:lnTo>
                    <a:pt x="548538" y="5139637"/>
                  </a:lnTo>
                  <a:lnTo>
                    <a:pt x="569724" y="5139630"/>
                  </a:lnTo>
                  <a:lnTo>
                    <a:pt x="606993" y="5139616"/>
                  </a:lnTo>
                  <a:lnTo>
                    <a:pt x="661320" y="5139593"/>
                  </a:lnTo>
                  <a:lnTo>
                    <a:pt x="731239" y="5139559"/>
                  </a:lnTo>
                  <a:lnTo>
                    <a:pt x="813335" y="5139515"/>
                  </a:lnTo>
                  <a:lnTo>
                    <a:pt x="903124" y="5139459"/>
                  </a:lnTo>
                  <a:lnTo>
                    <a:pt x="996021" y="5139392"/>
                  </a:lnTo>
                  <a:lnTo>
                    <a:pt x="1088093" y="5139314"/>
                  </a:lnTo>
                  <a:lnTo>
                    <a:pt x="1176456" y="5139225"/>
                  </a:lnTo>
                  <a:lnTo>
                    <a:pt x="1259346" y="5139125"/>
                  </a:lnTo>
                  <a:lnTo>
                    <a:pt x="1335965" y="5139013"/>
                  </a:lnTo>
                  <a:lnTo>
                    <a:pt x="1406256" y="5138888"/>
                  </a:lnTo>
                  <a:lnTo>
                    <a:pt x="1470666" y="5138748"/>
                  </a:lnTo>
                  <a:lnTo>
                    <a:pt x="1529950" y="5138591"/>
                  </a:lnTo>
                  <a:lnTo>
                    <a:pt x="1585023" y="5138414"/>
                  </a:lnTo>
                  <a:lnTo>
                    <a:pt x="1636853" y="5138215"/>
                  </a:lnTo>
                  <a:lnTo>
                    <a:pt x="1686371" y="5137991"/>
                  </a:lnTo>
                  <a:lnTo>
                    <a:pt x="1719082" y="5137825"/>
                  </a:lnTo>
                  <a:lnTo>
                    <a:pt x="1771876" y="5137526"/>
                  </a:lnTo>
                  <a:lnTo>
                    <a:pt x="1824166" y="5137195"/>
                  </a:lnTo>
                  <a:lnTo>
                    <a:pt x="1876547" y="5136831"/>
                  </a:lnTo>
                  <a:lnTo>
                    <a:pt x="1929407" y="5136435"/>
                  </a:lnTo>
                  <a:lnTo>
                    <a:pt x="1982959" y="5136009"/>
                  </a:lnTo>
                  <a:lnTo>
                    <a:pt x="2037259" y="5135557"/>
                  </a:lnTo>
                  <a:lnTo>
                    <a:pt x="2092230" y="5135085"/>
                  </a:lnTo>
                  <a:lnTo>
                    <a:pt x="2147691" y="5134599"/>
                  </a:lnTo>
                  <a:lnTo>
                    <a:pt x="2203387" y="5134107"/>
                  </a:lnTo>
                  <a:lnTo>
                    <a:pt x="2259031" y="5133616"/>
                  </a:lnTo>
                  <a:lnTo>
                    <a:pt x="2314342" y="5133134"/>
                  </a:lnTo>
                  <a:lnTo>
                    <a:pt x="2369089" y="5132669"/>
                  </a:lnTo>
                  <a:lnTo>
                    <a:pt x="2423124" y="5132226"/>
                  </a:lnTo>
                  <a:lnTo>
                    <a:pt x="2476415" y="5131811"/>
                  </a:lnTo>
                  <a:lnTo>
                    <a:pt x="2529071" y="5131426"/>
                  </a:lnTo>
                  <a:lnTo>
                    <a:pt x="2581365" y="5131073"/>
                  </a:lnTo>
                  <a:lnTo>
                    <a:pt x="2633754" y="5130754"/>
                  </a:lnTo>
                  <a:lnTo>
                    <a:pt x="2667772" y="5130566"/>
                  </a:lnTo>
                  <a:lnTo>
                    <a:pt x="2716192" y="5130325"/>
                  </a:lnTo>
                  <a:lnTo>
                    <a:pt x="2766357" y="5130109"/>
                  </a:lnTo>
                  <a:lnTo>
                    <a:pt x="2819124" y="5129917"/>
                  </a:lnTo>
                  <a:lnTo>
                    <a:pt x="2875444" y="5129747"/>
                  </a:lnTo>
                  <a:lnTo>
                    <a:pt x="2936280" y="5129595"/>
                  </a:lnTo>
                  <a:lnTo>
                    <a:pt x="3002509" y="5129460"/>
                  </a:lnTo>
                  <a:lnTo>
                    <a:pt x="3074805" y="5129340"/>
                  </a:lnTo>
                  <a:lnTo>
                    <a:pt x="3153475" y="5129232"/>
                  </a:lnTo>
                  <a:lnTo>
                    <a:pt x="3238251" y="5129136"/>
                  </a:lnTo>
                  <a:lnTo>
                    <a:pt x="3328051" y="5129050"/>
                  </a:lnTo>
                  <a:lnTo>
                    <a:pt x="3420757" y="5128976"/>
                  </a:lnTo>
                  <a:lnTo>
                    <a:pt x="3513126" y="5128912"/>
                  </a:lnTo>
                  <a:lnTo>
                    <a:pt x="3600957" y="5128860"/>
                  </a:lnTo>
                  <a:lnTo>
                    <a:pt x="3679599" y="5128819"/>
                  </a:lnTo>
                  <a:lnTo>
                    <a:pt x="3744803" y="5128789"/>
                  </a:lnTo>
                  <a:lnTo>
                    <a:pt x="3793698" y="5128769"/>
                  </a:lnTo>
                  <a:lnTo>
                    <a:pt x="3825573" y="5128758"/>
                  </a:lnTo>
                  <a:lnTo>
                    <a:pt x="3842205" y="5128752"/>
                  </a:lnTo>
                  <a:lnTo>
                    <a:pt x="3847703" y="5128751"/>
                  </a:lnTo>
                  <a:lnTo>
                    <a:pt x="3848118" y="5128751"/>
                  </a:lnTo>
                  <a:lnTo>
                    <a:pt x="4386855" y="5128751"/>
                  </a:lnTo>
                  <a:lnTo>
                    <a:pt x="4387693" y="5128642"/>
                  </a:lnTo>
                  <a:lnTo>
                    <a:pt x="4393215" y="5127868"/>
                  </a:lnTo>
                  <a:lnTo>
                    <a:pt x="4407180" y="5125729"/>
                  </a:lnTo>
                  <a:lnTo>
                    <a:pt x="4432253" y="5121515"/>
                  </a:lnTo>
                  <a:lnTo>
                    <a:pt x="4469833" y="5114562"/>
                  </a:lnTo>
                  <a:lnTo>
                    <a:pt x="4519941" y="5104318"/>
                  </a:lnTo>
                  <a:lnTo>
                    <a:pt x="4581299" y="5090388"/>
                  </a:lnTo>
                  <a:lnTo>
                    <a:pt x="4651619" y="5072558"/>
                  </a:lnTo>
                  <a:lnTo>
                    <a:pt x="4728037" y="5050767"/>
                  </a:lnTo>
                  <a:lnTo>
                    <a:pt x="4807580" y="5025062"/>
                  </a:lnTo>
                  <a:lnTo>
                    <a:pt x="4887558" y="4995527"/>
                  </a:lnTo>
                  <a:lnTo>
                    <a:pt x="4965802" y="4962223"/>
                  </a:lnTo>
                  <a:lnTo>
                    <a:pt x="5040762" y="4925131"/>
                  </a:lnTo>
                  <a:lnTo>
                    <a:pt x="5111488" y="4884127"/>
                  </a:lnTo>
                  <a:lnTo>
                    <a:pt x="5177544" y="4838956"/>
                  </a:lnTo>
                  <a:lnTo>
                    <a:pt x="5238889" y="4789230"/>
                  </a:lnTo>
                  <a:lnTo>
                    <a:pt x="5295772" y="4734435"/>
                  </a:lnTo>
                  <a:lnTo>
                    <a:pt x="5348629" y="4673937"/>
                  </a:lnTo>
                  <a:lnTo>
                    <a:pt x="5398011" y="4607013"/>
                  </a:lnTo>
                  <a:lnTo>
                    <a:pt x="5444527" y="4532886"/>
                  </a:lnTo>
                  <a:lnTo>
                    <a:pt x="5488793" y="4450805"/>
                  </a:lnTo>
                  <a:lnTo>
                    <a:pt x="5531399" y="4360153"/>
                  </a:lnTo>
                  <a:lnTo>
                    <a:pt x="5567201" y="4274866"/>
                  </a:lnTo>
                  <a:lnTo>
                    <a:pt x="5594622" y="4204032"/>
                  </a:lnTo>
                  <a:lnTo>
                    <a:pt x="5621812" y="4129172"/>
                  </a:lnTo>
                  <a:lnTo>
                    <a:pt x="5648878" y="4050205"/>
                  </a:lnTo>
                  <a:lnTo>
                    <a:pt x="5675908" y="3967089"/>
                  </a:lnTo>
                  <a:lnTo>
                    <a:pt x="5702975" y="3879822"/>
                  </a:lnTo>
                  <a:lnTo>
                    <a:pt x="5730136" y="3788446"/>
                  </a:lnTo>
                  <a:lnTo>
                    <a:pt x="5757436" y="3693053"/>
                  </a:lnTo>
                  <a:lnTo>
                    <a:pt x="5784908" y="3593781"/>
                  </a:lnTo>
                  <a:lnTo>
                    <a:pt x="5812572" y="3490821"/>
                  </a:lnTo>
                  <a:lnTo>
                    <a:pt x="5840437" y="3384415"/>
                  </a:lnTo>
                  <a:lnTo>
                    <a:pt x="5868503" y="3274857"/>
                  </a:lnTo>
                  <a:lnTo>
                    <a:pt x="5896761" y="3162487"/>
                  </a:lnTo>
                  <a:lnTo>
                    <a:pt x="5925192" y="3047692"/>
                  </a:lnTo>
                  <a:lnTo>
                    <a:pt x="5953771" y="2930900"/>
                  </a:lnTo>
                  <a:lnTo>
                    <a:pt x="5982467" y="2812570"/>
                  </a:lnTo>
                  <a:lnTo>
                    <a:pt x="6011244" y="2693192"/>
                  </a:lnTo>
                  <a:lnTo>
                    <a:pt x="6040063" y="2573271"/>
                  </a:lnTo>
                  <a:lnTo>
                    <a:pt x="6068885" y="2453323"/>
                  </a:lnTo>
                  <a:lnTo>
                    <a:pt x="6097668" y="2333865"/>
                  </a:lnTo>
                  <a:lnTo>
                    <a:pt x="6126374" y="2215405"/>
                  </a:lnTo>
                  <a:lnTo>
                    <a:pt x="6154967" y="2098433"/>
                  </a:lnTo>
                  <a:lnTo>
                    <a:pt x="6183414" y="1983413"/>
                  </a:lnTo>
                  <a:lnTo>
                    <a:pt x="6211691" y="1870775"/>
                  </a:lnTo>
                  <a:lnTo>
                    <a:pt x="6239777" y="1760910"/>
                  </a:lnTo>
                  <a:lnTo>
                    <a:pt x="6267664" y="1654166"/>
                  </a:lnTo>
                  <a:lnTo>
                    <a:pt x="6295348" y="1550839"/>
                  </a:lnTo>
                  <a:lnTo>
                    <a:pt x="6322839" y="1451178"/>
                  </a:lnTo>
                  <a:lnTo>
                    <a:pt x="6350155" y="1355378"/>
                  </a:lnTo>
                  <a:lnTo>
                    <a:pt x="6377329" y="1263585"/>
                  </a:lnTo>
                  <a:lnTo>
                    <a:pt x="6404403" y="1175893"/>
                  </a:lnTo>
                  <a:lnTo>
                    <a:pt x="6431433" y="1092349"/>
                  </a:lnTo>
                  <a:lnTo>
                    <a:pt x="6458492" y="1012956"/>
                  </a:lnTo>
                  <a:lnTo>
                    <a:pt x="6485665" y="937676"/>
                  </a:lnTo>
                  <a:lnTo>
                    <a:pt x="6513056" y="866433"/>
                  </a:lnTo>
                  <a:lnTo>
                    <a:pt x="6515891" y="859328"/>
                  </a:lnTo>
                  <a:lnTo>
                    <a:pt x="6557481" y="761036"/>
                  </a:lnTo>
                  <a:lnTo>
                    <a:pt x="6600283" y="671591"/>
                  </a:lnTo>
                  <a:lnTo>
                    <a:pt x="6644823" y="590646"/>
                  </a:lnTo>
                  <a:lnTo>
                    <a:pt x="6691696" y="517557"/>
                  </a:lnTo>
                  <a:lnTo>
                    <a:pt x="6741522" y="451563"/>
                  </a:lnTo>
                  <a:lnTo>
                    <a:pt x="6794902" y="391892"/>
                  </a:lnTo>
                  <a:lnTo>
                    <a:pt x="6852377" y="337830"/>
                  </a:lnTo>
                  <a:lnTo>
                    <a:pt x="6914362" y="288759"/>
                  </a:lnTo>
                  <a:lnTo>
                    <a:pt x="6981071" y="244182"/>
                  </a:lnTo>
                  <a:lnTo>
                    <a:pt x="7052416" y="203728"/>
                  </a:lnTo>
                  <a:lnTo>
                    <a:pt x="7127897" y="167163"/>
                  </a:lnTo>
                  <a:lnTo>
                    <a:pt x="7206486" y="134377"/>
                  </a:lnTo>
                  <a:lnTo>
                    <a:pt x="7286546" y="105365"/>
                  </a:lnTo>
                  <a:lnTo>
                    <a:pt x="7365829" y="80194"/>
                  </a:lnTo>
                  <a:lnTo>
                    <a:pt x="7441585" y="58947"/>
                  </a:lnTo>
                  <a:lnTo>
                    <a:pt x="7510833" y="41660"/>
                  </a:lnTo>
                  <a:lnTo>
                    <a:pt x="7570760" y="28254"/>
                  </a:lnTo>
                  <a:lnTo>
                    <a:pt x="7619192" y="18491"/>
                  </a:lnTo>
                  <a:lnTo>
                    <a:pt x="7655017" y="11951"/>
                  </a:lnTo>
                  <a:lnTo>
                    <a:pt x="7678448" y="8064"/>
                  </a:lnTo>
                  <a:lnTo>
                    <a:pt x="7691065" y="6155"/>
                  </a:lnTo>
                  <a:lnTo>
                    <a:pt x="7695696" y="551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9" y="108"/>
                  </a:lnTo>
                  <a:lnTo>
                    <a:pt x="7689877" y="882"/>
                  </a:lnTo>
                  <a:lnTo>
                    <a:pt x="7675913" y="3022"/>
                  </a:lnTo>
                  <a:lnTo>
                    <a:pt x="7650840" y="7236"/>
                  </a:lnTo>
                  <a:lnTo>
                    <a:pt x="7613260" y="14188"/>
                  </a:lnTo>
                  <a:lnTo>
                    <a:pt x="7563152" y="24432"/>
                  </a:lnTo>
                  <a:lnTo>
                    <a:pt x="7501793" y="38362"/>
                  </a:lnTo>
                  <a:lnTo>
                    <a:pt x="7431473" y="56193"/>
                  </a:lnTo>
                  <a:lnTo>
                    <a:pt x="7355056" y="77984"/>
                  </a:lnTo>
                  <a:lnTo>
                    <a:pt x="7275512" y="103689"/>
                  </a:lnTo>
                  <a:lnTo>
                    <a:pt x="7195534" y="133223"/>
                  </a:lnTo>
                  <a:lnTo>
                    <a:pt x="7117291" y="166528"/>
                  </a:lnTo>
                  <a:lnTo>
                    <a:pt x="7042331" y="203619"/>
                  </a:lnTo>
                  <a:lnTo>
                    <a:pt x="6971604" y="244623"/>
                  </a:lnTo>
                  <a:lnTo>
                    <a:pt x="6905549" y="289794"/>
                  </a:lnTo>
                  <a:lnTo>
                    <a:pt x="6844203" y="339520"/>
                  </a:lnTo>
                  <a:lnTo>
                    <a:pt x="6787321" y="394315"/>
                  </a:lnTo>
                  <a:lnTo>
                    <a:pt x="6734464" y="454813"/>
                  </a:lnTo>
                  <a:lnTo>
                    <a:pt x="6685081" y="521737"/>
                  </a:lnTo>
                  <a:lnTo>
                    <a:pt x="6638566" y="595864"/>
                  </a:lnTo>
                  <a:lnTo>
                    <a:pt x="6594299" y="677945"/>
                  </a:lnTo>
                  <a:lnTo>
                    <a:pt x="6551694" y="768597"/>
                  </a:lnTo>
                  <a:lnTo>
                    <a:pt x="6515891" y="853884"/>
                  </a:lnTo>
                  <a:lnTo>
                    <a:pt x="6488470" y="924718"/>
                  </a:lnTo>
                  <a:lnTo>
                    <a:pt x="6461280" y="999579"/>
                  </a:lnTo>
                  <a:lnTo>
                    <a:pt x="6434214" y="1078546"/>
                  </a:lnTo>
                  <a:lnTo>
                    <a:pt x="6407184" y="1161662"/>
                  </a:lnTo>
                  <a:lnTo>
                    <a:pt x="6380118" y="1248929"/>
                  </a:lnTo>
                  <a:lnTo>
                    <a:pt x="6352957" y="1340304"/>
                  </a:lnTo>
                  <a:lnTo>
                    <a:pt x="6325657" y="1435697"/>
                  </a:lnTo>
                  <a:lnTo>
                    <a:pt x="6298185" y="1534969"/>
                  </a:lnTo>
                  <a:lnTo>
                    <a:pt x="6270521" y="1637929"/>
                  </a:lnTo>
                  <a:lnTo>
                    <a:pt x="6242656" y="1744335"/>
                  </a:lnTo>
                  <a:lnTo>
                    <a:pt x="6214589" y="1853893"/>
                  </a:lnTo>
                  <a:lnTo>
                    <a:pt x="6186331" y="1966263"/>
                  </a:lnTo>
                  <a:lnTo>
                    <a:pt x="6157901" y="2081058"/>
                  </a:lnTo>
                  <a:lnTo>
                    <a:pt x="6129322" y="2197850"/>
                  </a:lnTo>
                  <a:lnTo>
                    <a:pt x="6100626" y="2316180"/>
                  </a:lnTo>
                  <a:lnTo>
                    <a:pt x="6071849" y="2435558"/>
                  </a:lnTo>
                  <a:lnTo>
                    <a:pt x="6043029" y="2555479"/>
                  </a:lnTo>
                  <a:lnTo>
                    <a:pt x="6014207" y="2675427"/>
                  </a:lnTo>
                  <a:lnTo>
                    <a:pt x="5985424" y="2794885"/>
                  </a:lnTo>
                  <a:lnTo>
                    <a:pt x="5956718" y="2913345"/>
                  </a:lnTo>
                  <a:lnTo>
                    <a:pt x="5928126" y="3030317"/>
                  </a:lnTo>
                  <a:lnTo>
                    <a:pt x="5899678" y="3145338"/>
                  </a:lnTo>
                  <a:lnTo>
                    <a:pt x="5871402" y="3257976"/>
                  </a:lnTo>
                  <a:lnTo>
                    <a:pt x="5843315" y="3367840"/>
                  </a:lnTo>
                  <a:lnTo>
                    <a:pt x="5815429" y="3474584"/>
                  </a:lnTo>
                  <a:lnTo>
                    <a:pt x="5787745" y="3577911"/>
                  </a:lnTo>
                  <a:lnTo>
                    <a:pt x="5760254" y="3677572"/>
                  </a:lnTo>
                  <a:lnTo>
                    <a:pt x="5732937" y="3773372"/>
                  </a:lnTo>
                  <a:lnTo>
                    <a:pt x="5705764" y="3865165"/>
                  </a:lnTo>
                  <a:lnTo>
                    <a:pt x="5678690" y="3952857"/>
                  </a:lnTo>
                  <a:lnTo>
                    <a:pt x="5651659" y="4036401"/>
                  </a:lnTo>
                  <a:lnTo>
                    <a:pt x="5624601" y="4115794"/>
                  </a:lnTo>
                  <a:lnTo>
                    <a:pt x="5597428" y="4191074"/>
                  </a:lnTo>
                  <a:lnTo>
                    <a:pt x="5570036" y="4262317"/>
                  </a:lnTo>
                  <a:lnTo>
                    <a:pt x="5567201" y="4269422"/>
                  </a:lnTo>
                  <a:lnTo>
                    <a:pt x="5525611" y="4367715"/>
                  </a:lnTo>
                  <a:lnTo>
                    <a:pt x="5482810" y="4457159"/>
                  </a:lnTo>
                  <a:lnTo>
                    <a:pt x="5438269" y="4538104"/>
                  </a:lnTo>
                  <a:lnTo>
                    <a:pt x="5391396" y="4611193"/>
                  </a:lnTo>
                  <a:lnTo>
                    <a:pt x="5341570" y="4677187"/>
                  </a:lnTo>
                  <a:lnTo>
                    <a:pt x="5288190" y="4736859"/>
                  </a:lnTo>
                  <a:lnTo>
                    <a:pt x="5230715" y="4790921"/>
                  </a:lnTo>
                  <a:lnTo>
                    <a:pt x="5168731" y="4839991"/>
                  </a:lnTo>
                  <a:lnTo>
                    <a:pt x="5102022" y="4884569"/>
                  </a:lnTo>
                  <a:lnTo>
                    <a:pt x="5030676" y="4925022"/>
                  </a:lnTo>
                  <a:lnTo>
                    <a:pt x="4955195" y="4961587"/>
                  </a:lnTo>
                  <a:lnTo>
                    <a:pt x="4876607" y="4994374"/>
                  </a:lnTo>
                  <a:lnTo>
                    <a:pt x="4796546" y="5023386"/>
                  </a:lnTo>
                  <a:lnTo>
                    <a:pt x="4717264" y="5048557"/>
                  </a:lnTo>
                  <a:lnTo>
                    <a:pt x="4641507" y="5069803"/>
                  </a:lnTo>
                  <a:lnTo>
                    <a:pt x="4572259" y="5087090"/>
                  </a:lnTo>
                  <a:lnTo>
                    <a:pt x="4512332" y="5100496"/>
                  </a:lnTo>
                  <a:lnTo>
                    <a:pt x="4463901" y="5110260"/>
                  </a:lnTo>
                  <a:lnTo>
                    <a:pt x="4428075" y="5116799"/>
                  </a:lnTo>
                  <a:lnTo>
                    <a:pt x="4404645" y="5120686"/>
                  </a:lnTo>
                  <a:lnTo>
                    <a:pt x="4392027" y="5122595"/>
                  </a:lnTo>
                  <a:lnTo>
                    <a:pt x="4387396" y="5123237"/>
                  </a:lnTo>
                  <a:lnTo>
                    <a:pt x="4386855" y="5123306"/>
                  </a:lnTo>
                  <a:lnTo>
                    <a:pt x="3848118" y="5123306"/>
                  </a:lnTo>
                  <a:lnTo>
                    <a:pt x="3846816" y="5123307"/>
                  </a:lnTo>
                  <a:lnTo>
                    <a:pt x="3838316" y="5123309"/>
                  </a:lnTo>
                  <a:lnTo>
                    <a:pt x="3817131" y="5123316"/>
                  </a:lnTo>
                  <a:lnTo>
                    <a:pt x="3779861" y="5123330"/>
                  </a:lnTo>
                  <a:lnTo>
                    <a:pt x="3725534" y="5123353"/>
                  </a:lnTo>
                  <a:lnTo>
                    <a:pt x="3655615" y="5123387"/>
                  </a:lnTo>
                  <a:lnTo>
                    <a:pt x="3573519" y="5123431"/>
                  </a:lnTo>
                  <a:lnTo>
                    <a:pt x="3483730" y="5123487"/>
                  </a:lnTo>
                  <a:lnTo>
                    <a:pt x="3390834" y="5123554"/>
                  </a:lnTo>
                  <a:lnTo>
                    <a:pt x="3298762" y="5123632"/>
                  </a:lnTo>
                  <a:lnTo>
                    <a:pt x="3210398" y="5123721"/>
                  </a:lnTo>
                  <a:lnTo>
                    <a:pt x="3127509" y="5123821"/>
                  </a:lnTo>
                  <a:lnTo>
                    <a:pt x="3050890" y="5123933"/>
                  </a:lnTo>
                  <a:lnTo>
                    <a:pt x="2980599" y="5124058"/>
                  </a:lnTo>
                  <a:lnTo>
                    <a:pt x="2916188" y="5124198"/>
                  </a:lnTo>
                  <a:lnTo>
                    <a:pt x="2856904" y="5124355"/>
                  </a:lnTo>
                  <a:lnTo>
                    <a:pt x="2801832" y="5124532"/>
                  </a:lnTo>
                  <a:lnTo>
                    <a:pt x="2750002" y="5124731"/>
                  </a:lnTo>
                  <a:lnTo>
                    <a:pt x="2700483" y="5124955"/>
                  </a:lnTo>
                  <a:lnTo>
                    <a:pt x="2667772" y="5125121"/>
                  </a:lnTo>
                  <a:lnTo>
                    <a:pt x="2614978" y="5125420"/>
                  </a:lnTo>
                  <a:lnTo>
                    <a:pt x="2562689" y="5125751"/>
                  </a:lnTo>
                  <a:lnTo>
                    <a:pt x="2510308" y="5126115"/>
                  </a:lnTo>
                  <a:lnTo>
                    <a:pt x="2457447" y="5126511"/>
                  </a:lnTo>
                  <a:lnTo>
                    <a:pt x="2403895" y="5126937"/>
                  </a:lnTo>
                  <a:lnTo>
                    <a:pt x="2349595" y="5127389"/>
                  </a:lnTo>
                  <a:lnTo>
                    <a:pt x="2294624" y="5127861"/>
                  </a:lnTo>
                  <a:lnTo>
                    <a:pt x="2239164" y="5128346"/>
                  </a:lnTo>
                  <a:lnTo>
                    <a:pt x="2183468" y="5128839"/>
                  </a:lnTo>
                  <a:lnTo>
                    <a:pt x="2127824" y="5129330"/>
                  </a:lnTo>
                  <a:lnTo>
                    <a:pt x="2072512" y="5129812"/>
                  </a:lnTo>
                  <a:lnTo>
                    <a:pt x="2017765" y="5130277"/>
                  </a:lnTo>
                  <a:lnTo>
                    <a:pt x="1963730" y="5130720"/>
                  </a:lnTo>
                  <a:lnTo>
                    <a:pt x="1910439" y="5131135"/>
                  </a:lnTo>
                  <a:lnTo>
                    <a:pt x="1857783" y="5131520"/>
                  </a:lnTo>
                  <a:lnTo>
                    <a:pt x="1805490" y="5131873"/>
                  </a:lnTo>
                  <a:lnTo>
                    <a:pt x="1753100" y="5132192"/>
                  </a:lnTo>
                  <a:lnTo>
                    <a:pt x="1719082" y="5132380"/>
                  </a:lnTo>
                  <a:lnTo>
                    <a:pt x="1670663" y="5132621"/>
                  </a:lnTo>
                  <a:lnTo>
                    <a:pt x="1620498" y="5132837"/>
                  </a:lnTo>
                  <a:lnTo>
                    <a:pt x="1567731" y="5133029"/>
                  </a:lnTo>
                  <a:lnTo>
                    <a:pt x="1511410" y="5133199"/>
                  </a:lnTo>
                  <a:lnTo>
                    <a:pt x="1450574" y="5133351"/>
                  </a:lnTo>
                  <a:lnTo>
                    <a:pt x="1384345" y="5133486"/>
                  </a:lnTo>
                  <a:lnTo>
                    <a:pt x="1312050" y="5133606"/>
                  </a:lnTo>
                  <a:lnTo>
                    <a:pt x="1233380" y="5133714"/>
                  </a:lnTo>
                  <a:lnTo>
                    <a:pt x="1148603" y="5133810"/>
                  </a:lnTo>
                  <a:lnTo>
                    <a:pt x="1058803" y="5133896"/>
                  </a:lnTo>
                  <a:lnTo>
                    <a:pt x="966098" y="5133970"/>
                  </a:lnTo>
                  <a:lnTo>
                    <a:pt x="873728" y="5134033"/>
                  </a:lnTo>
                  <a:lnTo>
                    <a:pt x="785897" y="5134086"/>
                  </a:lnTo>
                  <a:lnTo>
                    <a:pt x="707255" y="5134127"/>
                  </a:lnTo>
                  <a:lnTo>
                    <a:pt x="642051" y="5134157"/>
                  </a:lnTo>
                  <a:lnTo>
                    <a:pt x="593157" y="5134176"/>
                  </a:lnTo>
                  <a:lnTo>
                    <a:pt x="561281" y="5134188"/>
                  </a:lnTo>
                  <a:lnTo>
                    <a:pt x="544650" y="5134193"/>
                  </a:lnTo>
                  <a:lnTo>
                    <a:pt x="539152" y="5134195"/>
                  </a:lnTo>
                  <a:lnTo>
                    <a:pt x="538736" y="5134195"/>
                  </a:lnTo>
                  <a:lnTo>
                    <a:pt x="0" y="5134195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20" name="pl1920"/>
            <p:cNvSpPr/>
            <p:nvPr/>
          </p:nvSpPr>
          <p:spPr>
            <a:xfrm>
              <a:off x="546595" y="625232"/>
              <a:ext cx="8234974" cy="5134195"/>
            </a:xfrm>
            <a:custGeom>
              <a:avLst/>
              <a:pathLst>
                <a:path w="8234974" h="5134195">
                  <a:moveTo>
                    <a:pt x="0" y="5134195"/>
                  </a:moveTo>
                  <a:lnTo>
                    <a:pt x="538736" y="5134195"/>
                  </a:lnTo>
                  <a:lnTo>
                    <a:pt x="540039" y="5134195"/>
                  </a:lnTo>
                  <a:lnTo>
                    <a:pt x="548538" y="5134192"/>
                  </a:lnTo>
                  <a:lnTo>
                    <a:pt x="569724" y="5134185"/>
                  </a:lnTo>
                  <a:lnTo>
                    <a:pt x="606993" y="5134171"/>
                  </a:lnTo>
                  <a:lnTo>
                    <a:pt x="661320" y="5134148"/>
                  </a:lnTo>
                  <a:lnTo>
                    <a:pt x="731239" y="5134115"/>
                  </a:lnTo>
                  <a:lnTo>
                    <a:pt x="813335" y="5134070"/>
                  </a:lnTo>
                  <a:lnTo>
                    <a:pt x="903124" y="5134014"/>
                  </a:lnTo>
                  <a:lnTo>
                    <a:pt x="996021" y="5133947"/>
                  </a:lnTo>
                  <a:lnTo>
                    <a:pt x="1088093" y="5133869"/>
                  </a:lnTo>
                  <a:lnTo>
                    <a:pt x="1176456" y="5133781"/>
                  </a:lnTo>
                  <a:lnTo>
                    <a:pt x="1259346" y="5133681"/>
                  </a:lnTo>
                  <a:lnTo>
                    <a:pt x="1335965" y="5133569"/>
                  </a:lnTo>
                  <a:lnTo>
                    <a:pt x="1406256" y="5133444"/>
                  </a:lnTo>
                  <a:lnTo>
                    <a:pt x="1470666" y="5133304"/>
                  </a:lnTo>
                  <a:lnTo>
                    <a:pt x="1529950" y="5133147"/>
                  </a:lnTo>
                  <a:lnTo>
                    <a:pt x="1585023" y="5132970"/>
                  </a:lnTo>
                  <a:lnTo>
                    <a:pt x="1636853" y="5132770"/>
                  </a:lnTo>
                  <a:lnTo>
                    <a:pt x="1686371" y="5132547"/>
                  </a:lnTo>
                  <a:lnTo>
                    <a:pt x="1719082" y="5132380"/>
                  </a:lnTo>
                  <a:lnTo>
                    <a:pt x="1771876" y="5132082"/>
                  </a:lnTo>
                  <a:lnTo>
                    <a:pt x="1824166" y="5131750"/>
                  </a:lnTo>
                  <a:lnTo>
                    <a:pt x="1876547" y="5131386"/>
                  </a:lnTo>
                  <a:lnTo>
                    <a:pt x="1929407" y="5130990"/>
                  </a:lnTo>
                  <a:lnTo>
                    <a:pt x="1982959" y="5130564"/>
                  </a:lnTo>
                  <a:lnTo>
                    <a:pt x="2037259" y="5130113"/>
                  </a:lnTo>
                  <a:lnTo>
                    <a:pt x="2092230" y="5129641"/>
                  </a:lnTo>
                  <a:lnTo>
                    <a:pt x="2147691" y="5129155"/>
                  </a:lnTo>
                  <a:lnTo>
                    <a:pt x="2203387" y="5128663"/>
                  </a:lnTo>
                  <a:lnTo>
                    <a:pt x="2259031" y="5128172"/>
                  </a:lnTo>
                  <a:lnTo>
                    <a:pt x="2314342" y="5127690"/>
                  </a:lnTo>
                  <a:lnTo>
                    <a:pt x="2369089" y="5127224"/>
                  </a:lnTo>
                  <a:lnTo>
                    <a:pt x="2423124" y="5126782"/>
                  </a:lnTo>
                  <a:lnTo>
                    <a:pt x="2476415" y="5126366"/>
                  </a:lnTo>
                  <a:lnTo>
                    <a:pt x="2529071" y="5125981"/>
                  </a:lnTo>
                  <a:lnTo>
                    <a:pt x="2581365" y="5125629"/>
                  </a:lnTo>
                  <a:lnTo>
                    <a:pt x="2633754" y="5125309"/>
                  </a:lnTo>
                  <a:lnTo>
                    <a:pt x="2667772" y="5125121"/>
                  </a:lnTo>
                  <a:lnTo>
                    <a:pt x="2716192" y="5124880"/>
                  </a:lnTo>
                  <a:lnTo>
                    <a:pt x="2766357" y="5124664"/>
                  </a:lnTo>
                  <a:lnTo>
                    <a:pt x="2819124" y="5124473"/>
                  </a:lnTo>
                  <a:lnTo>
                    <a:pt x="2875444" y="5124302"/>
                  </a:lnTo>
                  <a:lnTo>
                    <a:pt x="2936280" y="5124151"/>
                  </a:lnTo>
                  <a:lnTo>
                    <a:pt x="3002509" y="5124016"/>
                  </a:lnTo>
                  <a:lnTo>
                    <a:pt x="3074805" y="5123895"/>
                  </a:lnTo>
                  <a:lnTo>
                    <a:pt x="3153475" y="5123787"/>
                  </a:lnTo>
                  <a:lnTo>
                    <a:pt x="3238251" y="5123691"/>
                  </a:lnTo>
                  <a:lnTo>
                    <a:pt x="3328051" y="5123606"/>
                  </a:lnTo>
                  <a:lnTo>
                    <a:pt x="3420757" y="5123531"/>
                  </a:lnTo>
                  <a:lnTo>
                    <a:pt x="3513126" y="5123468"/>
                  </a:lnTo>
                  <a:lnTo>
                    <a:pt x="3600957" y="5123416"/>
                  </a:lnTo>
                  <a:lnTo>
                    <a:pt x="3679599" y="5123375"/>
                  </a:lnTo>
                  <a:lnTo>
                    <a:pt x="3744803" y="5123345"/>
                  </a:lnTo>
                  <a:lnTo>
                    <a:pt x="3793698" y="5123325"/>
                  </a:lnTo>
                  <a:lnTo>
                    <a:pt x="3825573" y="5123313"/>
                  </a:lnTo>
                  <a:lnTo>
                    <a:pt x="3842205" y="5123308"/>
                  </a:lnTo>
                  <a:lnTo>
                    <a:pt x="3847703" y="5123306"/>
                  </a:lnTo>
                  <a:lnTo>
                    <a:pt x="3848118" y="5123306"/>
                  </a:lnTo>
                  <a:lnTo>
                    <a:pt x="4386855" y="5123306"/>
                  </a:lnTo>
                  <a:lnTo>
                    <a:pt x="4387693" y="5123198"/>
                  </a:lnTo>
                  <a:lnTo>
                    <a:pt x="4393215" y="5122423"/>
                  </a:lnTo>
                  <a:lnTo>
                    <a:pt x="4407180" y="5120284"/>
                  </a:lnTo>
                  <a:lnTo>
                    <a:pt x="4432253" y="5116070"/>
                  </a:lnTo>
                  <a:lnTo>
                    <a:pt x="4469833" y="5109118"/>
                  </a:lnTo>
                  <a:lnTo>
                    <a:pt x="4519941" y="5098874"/>
                  </a:lnTo>
                  <a:lnTo>
                    <a:pt x="4581299" y="5084944"/>
                  </a:lnTo>
                  <a:lnTo>
                    <a:pt x="4651619" y="5067113"/>
                  </a:lnTo>
                  <a:lnTo>
                    <a:pt x="4728037" y="5045322"/>
                  </a:lnTo>
                  <a:lnTo>
                    <a:pt x="4807580" y="5019617"/>
                  </a:lnTo>
                  <a:lnTo>
                    <a:pt x="4887558" y="4990083"/>
                  </a:lnTo>
                  <a:lnTo>
                    <a:pt x="4965802" y="4956778"/>
                  </a:lnTo>
                  <a:lnTo>
                    <a:pt x="5040762" y="4919687"/>
                  </a:lnTo>
                  <a:lnTo>
                    <a:pt x="5111488" y="4878683"/>
                  </a:lnTo>
                  <a:lnTo>
                    <a:pt x="5177544" y="4833511"/>
                  </a:lnTo>
                  <a:lnTo>
                    <a:pt x="5238889" y="4783786"/>
                  </a:lnTo>
                  <a:lnTo>
                    <a:pt x="5295772" y="4728991"/>
                  </a:lnTo>
                  <a:lnTo>
                    <a:pt x="5348629" y="4668493"/>
                  </a:lnTo>
                  <a:lnTo>
                    <a:pt x="5398011" y="4601568"/>
                  </a:lnTo>
                  <a:lnTo>
                    <a:pt x="5444527" y="4527442"/>
                  </a:lnTo>
                  <a:lnTo>
                    <a:pt x="5488793" y="4445360"/>
                  </a:lnTo>
                  <a:lnTo>
                    <a:pt x="5531399" y="4354708"/>
                  </a:lnTo>
                  <a:lnTo>
                    <a:pt x="5567201" y="4269422"/>
                  </a:lnTo>
                  <a:lnTo>
                    <a:pt x="5594622" y="4198588"/>
                  </a:lnTo>
                  <a:lnTo>
                    <a:pt x="5621812" y="4123727"/>
                  </a:lnTo>
                  <a:lnTo>
                    <a:pt x="5648878" y="4044760"/>
                  </a:lnTo>
                  <a:lnTo>
                    <a:pt x="5675908" y="3961644"/>
                  </a:lnTo>
                  <a:lnTo>
                    <a:pt x="5702975" y="3874377"/>
                  </a:lnTo>
                  <a:lnTo>
                    <a:pt x="5730136" y="3783002"/>
                  </a:lnTo>
                  <a:lnTo>
                    <a:pt x="5757436" y="3687609"/>
                  </a:lnTo>
                  <a:lnTo>
                    <a:pt x="5784908" y="3588337"/>
                  </a:lnTo>
                  <a:lnTo>
                    <a:pt x="5812572" y="3485377"/>
                  </a:lnTo>
                  <a:lnTo>
                    <a:pt x="5840437" y="3378971"/>
                  </a:lnTo>
                  <a:lnTo>
                    <a:pt x="5868503" y="3269412"/>
                  </a:lnTo>
                  <a:lnTo>
                    <a:pt x="5896761" y="3157042"/>
                  </a:lnTo>
                  <a:lnTo>
                    <a:pt x="5925192" y="3042248"/>
                  </a:lnTo>
                  <a:lnTo>
                    <a:pt x="5953771" y="2925455"/>
                  </a:lnTo>
                  <a:lnTo>
                    <a:pt x="5982467" y="2807126"/>
                  </a:lnTo>
                  <a:lnTo>
                    <a:pt x="6011244" y="2687748"/>
                  </a:lnTo>
                  <a:lnTo>
                    <a:pt x="6040063" y="2567826"/>
                  </a:lnTo>
                  <a:lnTo>
                    <a:pt x="6068885" y="2447879"/>
                  </a:lnTo>
                  <a:lnTo>
                    <a:pt x="6097668" y="2328421"/>
                  </a:lnTo>
                  <a:lnTo>
                    <a:pt x="6126374" y="2209961"/>
                  </a:lnTo>
                  <a:lnTo>
                    <a:pt x="6154967" y="2092989"/>
                  </a:lnTo>
                  <a:lnTo>
                    <a:pt x="6183414" y="1977968"/>
                  </a:lnTo>
                  <a:lnTo>
                    <a:pt x="6211691" y="1865330"/>
                  </a:lnTo>
                  <a:lnTo>
                    <a:pt x="6239777" y="1755466"/>
                  </a:lnTo>
                  <a:lnTo>
                    <a:pt x="6267664" y="1648721"/>
                  </a:lnTo>
                  <a:lnTo>
                    <a:pt x="6295348" y="1545395"/>
                  </a:lnTo>
                  <a:lnTo>
                    <a:pt x="6322839" y="1445734"/>
                  </a:lnTo>
                  <a:lnTo>
                    <a:pt x="6350155" y="1349934"/>
                  </a:lnTo>
                  <a:lnTo>
                    <a:pt x="6377329" y="1258140"/>
                  </a:lnTo>
                  <a:lnTo>
                    <a:pt x="6404403" y="1170448"/>
                  </a:lnTo>
                  <a:lnTo>
                    <a:pt x="6431433" y="1086904"/>
                  </a:lnTo>
                  <a:lnTo>
                    <a:pt x="6458492" y="1007512"/>
                  </a:lnTo>
                  <a:lnTo>
                    <a:pt x="6485665" y="932232"/>
                  </a:lnTo>
                  <a:lnTo>
                    <a:pt x="6513056" y="860988"/>
                  </a:lnTo>
                  <a:lnTo>
                    <a:pt x="6515891" y="853884"/>
                  </a:lnTo>
                  <a:lnTo>
                    <a:pt x="6557481" y="755591"/>
                  </a:lnTo>
                  <a:lnTo>
                    <a:pt x="6600283" y="666146"/>
                  </a:lnTo>
                  <a:lnTo>
                    <a:pt x="6644823" y="585201"/>
                  </a:lnTo>
                  <a:lnTo>
                    <a:pt x="6691696" y="512113"/>
                  </a:lnTo>
                  <a:lnTo>
                    <a:pt x="6741522" y="446118"/>
                  </a:lnTo>
                  <a:lnTo>
                    <a:pt x="6794902" y="386447"/>
                  </a:lnTo>
                  <a:lnTo>
                    <a:pt x="6852377" y="332385"/>
                  </a:lnTo>
                  <a:lnTo>
                    <a:pt x="6914362" y="283315"/>
                  </a:lnTo>
                  <a:lnTo>
                    <a:pt x="6981071" y="238737"/>
                  </a:lnTo>
                  <a:lnTo>
                    <a:pt x="7052416" y="198284"/>
                  </a:lnTo>
                  <a:lnTo>
                    <a:pt x="7127897" y="161719"/>
                  </a:lnTo>
                  <a:lnTo>
                    <a:pt x="7206486" y="128932"/>
                  </a:lnTo>
                  <a:lnTo>
                    <a:pt x="7286546" y="99920"/>
                  </a:lnTo>
                  <a:lnTo>
                    <a:pt x="7365829" y="74749"/>
                  </a:lnTo>
                  <a:lnTo>
                    <a:pt x="7441585" y="53502"/>
                  </a:lnTo>
                  <a:lnTo>
                    <a:pt x="7510833" y="36215"/>
                  </a:lnTo>
                  <a:lnTo>
                    <a:pt x="7570760" y="22810"/>
                  </a:lnTo>
                  <a:lnTo>
                    <a:pt x="7619192" y="13046"/>
                  </a:lnTo>
                  <a:lnTo>
                    <a:pt x="7655017" y="6507"/>
                  </a:lnTo>
                  <a:lnTo>
                    <a:pt x="7678448" y="2620"/>
                  </a:lnTo>
                  <a:lnTo>
                    <a:pt x="7691065" y="711"/>
                  </a:lnTo>
                  <a:lnTo>
                    <a:pt x="7695696" y="6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1" name="pl1921"/>
            <p:cNvSpPr/>
            <p:nvPr/>
          </p:nvSpPr>
          <p:spPr>
            <a:xfrm>
              <a:off x="546595" y="619788"/>
              <a:ext cx="8234974" cy="5134195"/>
            </a:xfrm>
            <a:custGeom>
              <a:avLst/>
              <a:pathLst>
                <a:path w="8234974" h="5134195">
                  <a:moveTo>
                    <a:pt x="8234974" y="0"/>
                  </a:moveTo>
                  <a:lnTo>
                    <a:pt x="7696237" y="0"/>
                  </a:lnTo>
                  <a:lnTo>
                    <a:pt x="7695399" y="108"/>
                  </a:lnTo>
                  <a:lnTo>
                    <a:pt x="7689877" y="882"/>
                  </a:lnTo>
                  <a:lnTo>
                    <a:pt x="7675913" y="3022"/>
                  </a:lnTo>
                  <a:lnTo>
                    <a:pt x="7650840" y="7236"/>
                  </a:lnTo>
                  <a:lnTo>
                    <a:pt x="7613260" y="14188"/>
                  </a:lnTo>
                  <a:lnTo>
                    <a:pt x="7563152" y="24432"/>
                  </a:lnTo>
                  <a:lnTo>
                    <a:pt x="7501793" y="38362"/>
                  </a:lnTo>
                  <a:lnTo>
                    <a:pt x="7431473" y="56193"/>
                  </a:lnTo>
                  <a:lnTo>
                    <a:pt x="7355056" y="77984"/>
                  </a:lnTo>
                  <a:lnTo>
                    <a:pt x="7275512" y="103689"/>
                  </a:lnTo>
                  <a:lnTo>
                    <a:pt x="7195534" y="133223"/>
                  </a:lnTo>
                  <a:lnTo>
                    <a:pt x="7117291" y="166528"/>
                  </a:lnTo>
                  <a:lnTo>
                    <a:pt x="7042331" y="203619"/>
                  </a:lnTo>
                  <a:lnTo>
                    <a:pt x="6971604" y="244623"/>
                  </a:lnTo>
                  <a:lnTo>
                    <a:pt x="6905549" y="289794"/>
                  </a:lnTo>
                  <a:lnTo>
                    <a:pt x="6844203" y="339520"/>
                  </a:lnTo>
                  <a:lnTo>
                    <a:pt x="6787321" y="394315"/>
                  </a:lnTo>
                  <a:lnTo>
                    <a:pt x="6734464" y="454813"/>
                  </a:lnTo>
                  <a:lnTo>
                    <a:pt x="6685081" y="521737"/>
                  </a:lnTo>
                  <a:lnTo>
                    <a:pt x="6638566" y="595864"/>
                  </a:lnTo>
                  <a:lnTo>
                    <a:pt x="6594299" y="677945"/>
                  </a:lnTo>
                  <a:lnTo>
                    <a:pt x="6551694" y="768597"/>
                  </a:lnTo>
                  <a:lnTo>
                    <a:pt x="6515891" y="853884"/>
                  </a:lnTo>
                  <a:lnTo>
                    <a:pt x="6488470" y="924718"/>
                  </a:lnTo>
                  <a:lnTo>
                    <a:pt x="6461280" y="999579"/>
                  </a:lnTo>
                  <a:lnTo>
                    <a:pt x="6434214" y="1078546"/>
                  </a:lnTo>
                  <a:lnTo>
                    <a:pt x="6407184" y="1161662"/>
                  </a:lnTo>
                  <a:lnTo>
                    <a:pt x="6380118" y="1248929"/>
                  </a:lnTo>
                  <a:lnTo>
                    <a:pt x="6352957" y="1340304"/>
                  </a:lnTo>
                  <a:lnTo>
                    <a:pt x="6325657" y="1435697"/>
                  </a:lnTo>
                  <a:lnTo>
                    <a:pt x="6298185" y="1534969"/>
                  </a:lnTo>
                  <a:lnTo>
                    <a:pt x="6270521" y="1637929"/>
                  </a:lnTo>
                  <a:lnTo>
                    <a:pt x="6242656" y="1744335"/>
                  </a:lnTo>
                  <a:lnTo>
                    <a:pt x="6214589" y="1853893"/>
                  </a:lnTo>
                  <a:lnTo>
                    <a:pt x="6186331" y="1966263"/>
                  </a:lnTo>
                  <a:lnTo>
                    <a:pt x="6157901" y="2081058"/>
                  </a:lnTo>
                  <a:lnTo>
                    <a:pt x="6129322" y="2197850"/>
                  </a:lnTo>
                  <a:lnTo>
                    <a:pt x="6100626" y="2316180"/>
                  </a:lnTo>
                  <a:lnTo>
                    <a:pt x="6071849" y="2435558"/>
                  </a:lnTo>
                  <a:lnTo>
                    <a:pt x="6043029" y="2555479"/>
                  </a:lnTo>
                  <a:lnTo>
                    <a:pt x="6014207" y="2675427"/>
                  </a:lnTo>
                  <a:lnTo>
                    <a:pt x="5985424" y="2794885"/>
                  </a:lnTo>
                  <a:lnTo>
                    <a:pt x="5956718" y="2913345"/>
                  </a:lnTo>
                  <a:lnTo>
                    <a:pt x="5928126" y="3030317"/>
                  </a:lnTo>
                  <a:lnTo>
                    <a:pt x="5899678" y="3145338"/>
                  </a:lnTo>
                  <a:lnTo>
                    <a:pt x="5871402" y="3257976"/>
                  </a:lnTo>
                  <a:lnTo>
                    <a:pt x="5843315" y="3367840"/>
                  </a:lnTo>
                  <a:lnTo>
                    <a:pt x="5815429" y="3474584"/>
                  </a:lnTo>
                  <a:lnTo>
                    <a:pt x="5787745" y="3577911"/>
                  </a:lnTo>
                  <a:lnTo>
                    <a:pt x="5760254" y="3677572"/>
                  </a:lnTo>
                  <a:lnTo>
                    <a:pt x="5732937" y="3773372"/>
                  </a:lnTo>
                  <a:lnTo>
                    <a:pt x="5705764" y="3865165"/>
                  </a:lnTo>
                  <a:lnTo>
                    <a:pt x="5678690" y="3952857"/>
                  </a:lnTo>
                  <a:lnTo>
                    <a:pt x="5651659" y="4036401"/>
                  </a:lnTo>
                  <a:lnTo>
                    <a:pt x="5624601" y="4115794"/>
                  </a:lnTo>
                  <a:lnTo>
                    <a:pt x="5597428" y="4191074"/>
                  </a:lnTo>
                  <a:lnTo>
                    <a:pt x="5570036" y="4262317"/>
                  </a:lnTo>
                  <a:lnTo>
                    <a:pt x="5567201" y="4269422"/>
                  </a:lnTo>
                  <a:lnTo>
                    <a:pt x="5525611" y="4367715"/>
                  </a:lnTo>
                  <a:lnTo>
                    <a:pt x="5482810" y="4457159"/>
                  </a:lnTo>
                  <a:lnTo>
                    <a:pt x="5438269" y="4538104"/>
                  </a:lnTo>
                  <a:lnTo>
                    <a:pt x="5391396" y="4611193"/>
                  </a:lnTo>
                  <a:lnTo>
                    <a:pt x="5341570" y="4677187"/>
                  </a:lnTo>
                  <a:lnTo>
                    <a:pt x="5288190" y="4736859"/>
                  </a:lnTo>
                  <a:lnTo>
                    <a:pt x="5230715" y="4790921"/>
                  </a:lnTo>
                  <a:lnTo>
                    <a:pt x="5168731" y="4839991"/>
                  </a:lnTo>
                  <a:lnTo>
                    <a:pt x="5102022" y="4884569"/>
                  </a:lnTo>
                  <a:lnTo>
                    <a:pt x="5030676" y="4925022"/>
                  </a:lnTo>
                  <a:lnTo>
                    <a:pt x="4955195" y="4961587"/>
                  </a:lnTo>
                  <a:lnTo>
                    <a:pt x="4876607" y="4994374"/>
                  </a:lnTo>
                  <a:lnTo>
                    <a:pt x="4796546" y="5023386"/>
                  </a:lnTo>
                  <a:lnTo>
                    <a:pt x="4717264" y="5048557"/>
                  </a:lnTo>
                  <a:lnTo>
                    <a:pt x="4641507" y="5069803"/>
                  </a:lnTo>
                  <a:lnTo>
                    <a:pt x="4572259" y="5087090"/>
                  </a:lnTo>
                  <a:lnTo>
                    <a:pt x="4512332" y="5100496"/>
                  </a:lnTo>
                  <a:lnTo>
                    <a:pt x="4463901" y="5110260"/>
                  </a:lnTo>
                  <a:lnTo>
                    <a:pt x="4428075" y="5116799"/>
                  </a:lnTo>
                  <a:lnTo>
                    <a:pt x="4404645" y="5120686"/>
                  </a:lnTo>
                  <a:lnTo>
                    <a:pt x="4392027" y="5122595"/>
                  </a:lnTo>
                  <a:lnTo>
                    <a:pt x="4387396" y="5123237"/>
                  </a:lnTo>
                  <a:lnTo>
                    <a:pt x="4386855" y="5123306"/>
                  </a:lnTo>
                  <a:lnTo>
                    <a:pt x="3848118" y="5123306"/>
                  </a:lnTo>
                  <a:lnTo>
                    <a:pt x="3846816" y="5123307"/>
                  </a:lnTo>
                  <a:lnTo>
                    <a:pt x="3838316" y="5123309"/>
                  </a:lnTo>
                  <a:lnTo>
                    <a:pt x="3817131" y="5123316"/>
                  </a:lnTo>
                  <a:lnTo>
                    <a:pt x="3779861" y="5123330"/>
                  </a:lnTo>
                  <a:lnTo>
                    <a:pt x="3725534" y="5123353"/>
                  </a:lnTo>
                  <a:lnTo>
                    <a:pt x="3655615" y="5123387"/>
                  </a:lnTo>
                  <a:lnTo>
                    <a:pt x="3573519" y="5123431"/>
                  </a:lnTo>
                  <a:lnTo>
                    <a:pt x="3483730" y="5123487"/>
                  </a:lnTo>
                  <a:lnTo>
                    <a:pt x="3390834" y="5123554"/>
                  </a:lnTo>
                  <a:lnTo>
                    <a:pt x="3298762" y="5123632"/>
                  </a:lnTo>
                  <a:lnTo>
                    <a:pt x="3210398" y="5123721"/>
                  </a:lnTo>
                  <a:lnTo>
                    <a:pt x="3127509" y="5123821"/>
                  </a:lnTo>
                  <a:lnTo>
                    <a:pt x="3050890" y="5123933"/>
                  </a:lnTo>
                  <a:lnTo>
                    <a:pt x="2980599" y="5124058"/>
                  </a:lnTo>
                  <a:lnTo>
                    <a:pt x="2916188" y="5124198"/>
                  </a:lnTo>
                  <a:lnTo>
                    <a:pt x="2856904" y="5124355"/>
                  </a:lnTo>
                  <a:lnTo>
                    <a:pt x="2801832" y="5124532"/>
                  </a:lnTo>
                  <a:lnTo>
                    <a:pt x="2750002" y="5124731"/>
                  </a:lnTo>
                  <a:lnTo>
                    <a:pt x="2700483" y="5124955"/>
                  </a:lnTo>
                  <a:lnTo>
                    <a:pt x="2667772" y="5125121"/>
                  </a:lnTo>
                  <a:lnTo>
                    <a:pt x="2614978" y="5125420"/>
                  </a:lnTo>
                  <a:lnTo>
                    <a:pt x="2562689" y="5125751"/>
                  </a:lnTo>
                  <a:lnTo>
                    <a:pt x="2510308" y="5126115"/>
                  </a:lnTo>
                  <a:lnTo>
                    <a:pt x="2457447" y="5126511"/>
                  </a:lnTo>
                  <a:lnTo>
                    <a:pt x="2403895" y="5126937"/>
                  </a:lnTo>
                  <a:lnTo>
                    <a:pt x="2349595" y="5127389"/>
                  </a:lnTo>
                  <a:lnTo>
                    <a:pt x="2294624" y="5127861"/>
                  </a:lnTo>
                  <a:lnTo>
                    <a:pt x="2239164" y="5128346"/>
                  </a:lnTo>
                  <a:lnTo>
                    <a:pt x="2183468" y="5128839"/>
                  </a:lnTo>
                  <a:lnTo>
                    <a:pt x="2127824" y="5129330"/>
                  </a:lnTo>
                  <a:lnTo>
                    <a:pt x="2072512" y="5129812"/>
                  </a:lnTo>
                  <a:lnTo>
                    <a:pt x="2017765" y="5130277"/>
                  </a:lnTo>
                  <a:lnTo>
                    <a:pt x="1963730" y="5130720"/>
                  </a:lnTo>
                  <a:lnTo>
                    <a:pt x="1910439" y="5131135"/>
                  </a:lnTo>
                  <a:lnTo>
                    <a:pt x="1857783" y="5131520"/>
                  </a:lnTo>
                  <a:lnTo>
                    <a:pt x="1805490" y="5131873"/>
                  </a:lnTo>
                  <a:lnTo>
                    <a:pt x="1753100" y="5132192"/>
                  </a:lnTo>
                  <a:lnTo>
                    <a:pt x="1719082" y="5132380"/>
                  </a:lnTo>
                  <a:lnTo>
                    <a:pt x="1670663" y="5132621"/>
                  </a:lnTo>
                  <a:lnTo>
                    <a:pt x="1620498" y="5132837"/>
                  </a:lnTo>
                  <a:lnTo>
                    <a:pt x="1567731" y="5133029"/>
                  </a:lnTo>
                  <a:lnTo>
                    <a:pt x="1511410" y="5133199"/>
                  </a:lnTo>
                  <a:lnTo>
                    <a:pt x="1450574" y="5133351"/>
                  </a:lnTo>
                  <a:lnTo>
                    <a:pt x="1384345" y="5133486"/>
                  </a:lnTo>
                  <a:lnTo>
                    <a:pt x="1312050" y="5133606"/>
                  </a:lnTo>
                  <a:lnTo>
                    <a:pt x="1233380" y="5133714"/>
                  </a:lnTo>
                  <a:lnTo>
                    <a:pt x="1148603" y="5133810"/>
                  </a:lnTo>
                  <a:lnTo>
                    <a:pt x="1058803" y="5133896"/>
                  </a:lnTo>
                  <a:lnTo>
                    <a:pt x="966098" y="5133970"/>
                  </a:lnTo>
                  <a:lnTo>
                    <a:pt x="873728" y="5134033"/>
                  </a:lnTo>
                  <a:lnTo>
                    <a:pt x="785897" y="5134086"/>
                  </a:lnTo>
                  <a:lnTo>
                    <a:pt x="707255" y="5134127"/>
                  </a:lnTo>
                  <a:lnTo>
                    <a:pt x="642051" y="5134157"/>
                  </a:lnTo>
                  <a:lnTo>
                    <a:pt x="593157" y="5134176"/>
                  </a:lnTo>
                  <a:lnTo>
                    <a:pt x="561281" y="5134188"/>
                  </a:lnTo>
                  <a:lnTo>
                    <a:pt x="544650" y="5134193"/>
                  </a:lnTo>
                  <a:lnTo>
                    <a:pt x="539152" y="5134195"/>
                  </a:lnTo>
                  <a:lnTo>
                    <a:pt x="538736" y="5134195"/>
                  </a:lnTo>
                  <a:lnTo>
                    <a:pt x="0" y="5134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2" name="pg1922"/>
            <p:cNvSpPr/>
            <p:nvPr/>
          </p:nvSpPr>
          <p:spPr>
            <a:xfrm>
              <a:off x="546595" y="625232"/>
              <a:ext cx="8234974" cy="5379199"/>
            </a:xfrm>
            <a:custGeom>
              <a:avLst/>
              <a:pathLst>
                <a:path w="8234974" h="5379199">
                  <a:moveTo>
                    <a:pt x="0" y="5139640"/>
                  </a:moveTo>
                  <a:lnTo>
                    <a:pt x="538736" y="5139640"/>
                  </a:lnTo>
                  <a:lnTo>
                    <a:pt x="540038" y="5139648"/>
                  </a:lnTo>
                  <a:lnTo>
                    <a:pt x="548530" y="5139705"/>
                  </a:lnTo>
                  <a:lnTo>
                    <a:pt x="569699" y="5139862"/>
                  </a:lnTo>
                  <a:lnTo>
                    <a:pt x="606941" y="5140172"/>
                  </a:lnTo>
                  <a:lnTo>
                    <a:pt x="661231" y="5140677"/>
                  </a:lnTo>
                  <a:lnTo>
                    <a:pt x="731108" y="5141410"/>
                  </a:lnTo>
                  <a:lnTo>
                    <a:pt x="813162" y="5142389"/>
                  </a:lnTo>
                  <a:lnTo>
                    <a:pt x="902914" y="5143618"/>
                  </a:lnTo>
                  <a:lnTo>
                    <a:pt x="995782" y="5145092"/>
                  </a:lnTo>
                  <a:lnTo>
                    <a:pt x="1087834" y="5146805"/>
                  </a:lnTo>
                  <a:lnTo>
                    <a:pt x="1176187" y="5148756"/>
                  </a:lnTo>
                  <a:lnTo>
                    <a:pt x="1259072" y="5150952"/>
                  </a:lnTo>
                  <a:lnTo>
                    <a:pt x="1335692" y="5153410"/>
                  </a:lnTo>
                  <a:lnTo>
                    <a:pt x="1405987" y="5156158"/>
                  </a:lnTo>
                  <a:lnTo>
                    <a:pt x="1470402" y="5159236"/>
                  </a:lnTo>
                  <a:lnTo>
                    <a:pt x="1529690" y="5162692"/>
                  </a:lnTo>
                  <a:lnTo>
                    <a:pt x="1584765" y="5166582"/>
                  </a:lnTo>
                  <a:lnTo>
                    <a:pt x="1636593" y="5170962"/>
                  </a:lnTo>
                  <a:lnTo>
                    <a:pt x="1686107" y="5175879"/>
                  </a:lnTo>
                  <a:lnTo>
                    <a:pt x="1719082" y="5179566"/>
                  </a:lnTo>
                  <a:lnTo>
                    <a:pt x="1771512" y="5186090"/>
                  </a:lnTo>
                  <a:lnTo>
                    <a:pt x="1823440" y="5193319"/>
                  </a:lnTo>
                  <a:lnTo>
                    <a:pt x="1875451" y="5201262"/>
                  </a:lnTo>
                  <a:lnTo>
                    <a:pt x="1927930" y="5209900"/>
                  </a:lnTo>
                  <a:lnTo>
                    <a:pt x="1981086" y="5219183"/>
                  </a:lnTo>
                  <a:lnTo>
                    <a:pt x="2034981" y="5229029"/>
                  </a:lnTo>
                  <a:lnTo>
                    <a:pt x="2089544" y="5239323"/>
                  </a:lnTo>
                  <a:lnTo>
                    <a:pt x="2144599" y="5249927"/>
                  </a:lnTo>
                  <a:lnTo>
                    <a:pt x="2199903" y="5260680"/>
                  </a:lnTo>
                  <a:lnTo>
                    <a:pt x="2255172" y="5271413"/>
                  </a:lnTo>
                  <a:lnTo>
                    <a:pt x="2310133" y="5281958"/>
                  </a:lnTo>
                  <a:lnTo>
                    <a:pt x="2364551" y="5292160"/>
                  </a:lnTo>
                  <a:lnTo>
                    <a:pt x="2418275" y="5301882"/>
                  </a:lnTo>
                  <a:lnTo>
                    <a:pt x="2471263" y="5311021"/>
                  </a:lnTo>
                  <a:lnTo>
                    <a:pt x="2523607" y="5319499"/>
                  </a:lnTo>
                  <a:lnTo>
                    <a:pt x="2575557" y="5327276"/>
                  </a:lnTo>
                  <a:lnTo>
                    <a:pt x="2627542" y="5334338"/>
                  </a:lnTo>
                  <a:lnTo>
                    <a:pt x="2667772" y="5339273"/>
                  </a:lnTo>
                  <a:lnTo>
                    <a:pt x="2716178" y="5344572"/>
                  </a:lnTo>
                  <a:lnTo>
                    <a:pt x="2766328" y="5349315"/>
                  </a:lnTo>
                  <a:lnTo>
                    <a:pt x="2819077" y="5353535"/>
                  </a:lnTo>
                  <a:lnTo>
                    <a:pt x="2875378" y="5357282"/>
                  </a:lnTo>
                  <a:lnTo>
                    <a:pt x="2936190" y="5360613"/>
                  </a:lnTo>
                  <a:lnTo>
                    <a:pt x="3002391" y="5363582"/>
                  </a:lnTo>
                  <a:lnTo>
                    <a:pt x="3074654" y="5366234"/>
                  </a:lnTo>
                  <a:lnTo>
                    <a:pt x="3153288" y="5368607"/>
                  </a:lnTo>
                  <a:lnTo>
                    <a:pt x="3238027" y="5370724"/>
                  </a:lnTo>
                  <a:lnTo>
                    <a:pt x="3327790" y="5372600"/>
                  </a:lnTo>
                  <a:lnTo>
                    <a:pt x="3420464" y="5374239"/>
                  </a:lnTo>
                  <a:lnTo>
                    <a:pt x="3512815" y="5375636"/>
                  </a:lnTo>
                  <a:lnTo>
                    <a:pt x="3600646" y="5376786"/>
                  </a:lnTo>
                  <a:lnTo>
                    <a:pt x="3679309" y="5377686"/>
                  </a:lnTo>
                  <a:lnTo>
                    <a:pt x="3744558" y="5378345"/>
                  </a:lnTo>
                  <a:lnTo>
                    <a:pt x="3793514" y="5378784"/>
                  </a:lnTo>
                  <a:lnTo>
                    <a:pt x="3825458" y="5379040"/>
                  </a:lnTo>
                  <a:lnTo>
                    <a:pt x="3842153" y="5379161"/>
                  </a:lnTo>
                  <a:lnTo>
                    <a:pt x="3847693" y="5379197"/>
                  </a:lnTo>
                  <a:lnTo>
                    <a:pt x="3848118" y="5379199"/>
                  </a:lnTo>
                  <a:lnTo>
                    <a:pt x="4386855" y="5379199"/>
                  </a:lnTo>
                  <a:lnTo>
                    <a:pt x="4387673" y="5379088"/>
                  </a:lnTo>
                  <a:lnTo>
                    <a:pt x="4393068" y="5378296"/>
                  </a:lnTo>
                  <a:lnTo>
                    <a:pt x="4406719" y="5376106"/>
                  </a:lnTo>
                  <a:lnTo>
                    <a:pt x="4431254" y="5371793"/>
                  </a:lnTo>
                  <a:lnTo>
                    <a:pt x="4468072" y="5364674"/>
                  </a:lnTo>
                  <a:lnTo>
                    <a:pt x="4517245" y="5354178"/>
                  </a:lnTo>
                  <a:lnTo>
                    <a:pt x="4577575" y="5339893"/>
                  </a:lnTo>
                  <a:lnTo>
                    <a:pt x="4646871" y="5321590"/>
                  </a:lnTo>
                  <a:lnTo>
                    <a:pt x="4722356" y="5299199"/>
                  </a:lnTo>
                  <a:lnTo>
                    <a:pt x="4801123" y="5272763"/>
                  </a:lnTo>
                  <a:lnTo>
                    <a:pt x="4880513" y="5242369"/>
                  </a:lnTo>
                  <a:lnTo>
                    <a:pt x="4958361" y="5208080"/>
                  </a:lnTo>
                  <a:lnTo>
                    <a:pt x="5033097" y="5169890"/>
                  </a:lnTo>
                  <a:lnTo>
                    <a:pt x="5103740" y="5127681"/>
                  </a:lnTo>
                  <a:lnTo>
                    <a:pt x="5169813" y="5081208"/>
                  </a:lnTo>
                  <a:lnTo>
                    <a:pt x="5231239" y="5030091"/>
                  </a:lnTo>
                  <a:lnTo>
                    <a:pt x="5288230" y="4973817"/>
                  </a:lnTo>
                  <a:lnTo>
                    <a:pt x="5341193" y="4911754"/>
                  </a:lnTo>
                  <a:lnTo>
                    <a:pt x="5390654" y="4843171"/>
                  </a:lnTo>
                  <a:lnTo>
                    <a:pt x="5437200" y="4767279"/>
                  </a:lnTo>
                  <a:lnTo>
                    <a:pt x="5481436" y="4683295"/>
                  </a:lnTo>
                  <a:lnTo>
                    <a:pt x="5523944" y="4590557"/>
                  </a:lnTo>
                  <a:lnTo>
                    <a:pt x="5565242" y="4488692"/>
                  </a:lnTo>
                  <a:lnTo>
                    <a:pt x="5567201" y="4483573"/>
                  </a:lnTo>
                  <a:lnTo>
                    <a:pt x="5594022" y="4410955"/>
                  </a:lnTo>
                  <a:lnTo>
                    <a:pt x="5620620" y="4334299"/>
                  </a:lnTo>
                  <a:lnTo>
                    <a:pt x="5647095" y="4253525"/>
                  </a:lnTo>
                  <a:lnTo>
                    <a:pt x="5673531" y="4168591"/>
                  </a:lnTo>
                  <a:lnTo>
                    <a:pt x="5699996" y="4079490"/>
                  </a:lnTo>
                  <a:lnTo>
                    <a:pt x="5726546" y="3986260"/>
                  </a:lnTo>
                  <a:lnTo>
                    <a:pt x="5753224" y="3888985"/>
                  </a:lnTo>
                  <a:lnTo>
                    <a:pt x="5780063" y="3787792"/>
                  </a:lnTo>
                  <a:lnTo>
                    <a:pt x="5807083" y="3682862"/>
                  </a:lnTo>
                  <a:lnTo>
                    <a:pt x="5834294" y="3574423"/>
                  </a:lnTo>
                  <a:lnTo>
                    <a:pt x="5861699" y="3462751"/>
                  </a:lnTo>
                  <a:lnTo>
                    <a:pt x="5889289" y="3348172"/>
                  </a:lnTo>
                  <a:lnTo>
                    <a:pt x="5917051" y="3231053"/>
                  </a:lnTo>
                  <a:lnTo>
                    <a:pt x="5944961" y="3111804"/>
                  </a:lnTo>
                  <a:lnTo>
                    <a:pt x="5972994" y="2990867"/>
                  </a:lnTo>
                  <a:lnTo>
                    <a:pt x="6001115" y="2868714"/>
                  </a:lnTo>
                  <a:lnTo>
                    <a:pt x="6029291" y="2745836"/>
                  </a:lnTo>
                  <a:lnTo>
                    <a:pt x="6057483" y="2622737"/>
                  </a:lnTo>
                  <a:lnTo>
                    <a:pt x="6085654" y="2499925"/>
                  </a:lnTo>
                  <a:lnTo>
                    <a:pt x="6113766" y="2377903"/>
                  </a:lnTo>
                  <a:lnTo>
                    <a:pt x="6141784" y="2257160"/>
                  </a:lnTo>
                  <a:lnTo>
                    <a:pt x="6169676" y="2138164"/>
                  </a:lnTo>
                  <a:lnTo>
                    <a:pt x="6197417" y="2021355"/>
                  </a:lnTo>
                  <a:lnTo>
                    <a:pt x="6224984" y="1907135"/>
                  </a:lnTo>
                  <a:lnTo>
                    <a:pt x="6252363" y="1795868"/>
                  </a:lnTo>
                  <a:lnTo>
                    <a:pt x="6279549" y="1687873"/>
                  </a:lnTo>
                  <a:lnTo>
                    <a:pt x="6306545" y="1583419"/>
                  </a:lnTo>
                  <a:lnTo>
                    <a:pt x="6333361" y="1482729"/>
                  </a:lnTo>
                  <a:lnTo>
                    <a:pt x="6360020" y="1385975"/>
                  </a:lnTo>
                  <a:lnTo>
                    <a:pt x="6386557" y="1293281"/>
                  </a:lnTo>
                  <a:lnTo>
                    <a:pt x="6413014" y="1204723"/>
                  </a:lnTo>
                  <a:lnTo>
                    <a:pt x="6439451" y="1120333"/>
                  </a:lnTo>
                  <a:lnTo>
                    <a:pt x="6465937" y="1040101"/>
                  </a:lnTo>
                  <a:lnTo>
                    <a:pt x="6492558" y="963977"/>
                  </a:lnTo>
                  <a:lnTo>
                    <a:pt x="6515891" y="901070"/>
                  </a:lnTo>
                  <a:lnTo>
                    <a:pt x="6557142" y="798765"/>
                  </a:lnTo>
                  <a:lnTo>
                    <a:pt x="6599581" y="705594"/>
                  </a:lnTo>
                  <a:lnTo>
                    <a:pt x="6643721" y="621205"/>
                  </a:lnTo>
                  <a:lnTo>
                    <a:pt x="6690143" y="544942"/>
                  </a:lnTo>
                  <a:lnTo>
                    <a:pt x="6739450" y="476026"/>
                  </a:lnTo>
                  <a:lnTo>
                    <a:pt x="6792232" y="413667"/>
                  </a:lnTo>
                  <a:lnTo>
                    <a:pt x="6849019" y="357131"/>
                  </a:lnTo>
                  <a:lnTo>
                    <a:pt x="6910225" y="305779"/>
                  </a:lnTo>
                  <a:lnTo>
                    <a:pt x="6976075" y="259093"/>
                  </a:lnTo>
                  <a:lnTo>
                    <a:pt x="7046505" y="216686"/>
                  </a:lnTo>
                  <a:lnTo>
                    <a:pt x="7121064" y="178307"/>
                  </a:lnTo>
                  <a:lnTo>
                    <a:pt x="7198793" y="143832"/>
                  </a:lnTo>
                  <a:lnTo>
                    <a:pt x="7278154" y="113249"/>
                  </a:lnTo>
                  <a:lnTo>
                    <a:pt x="7357009" y="86621"/>
                  </a:lnTo>
                  <a:lnTo>
                    <a:pt x="7432717" y="64035"/>
                  </a:lnTo>
                  <a:lnTo>
                    <a:pt x="7502375" y="45536"/>
                  </a:lnTo>
                  <a:lnTo>
                    <a:pt x="7563193" y="31062"/>
                  </a:lnTo>
                  <a:lnTo>
                    <a:pt x="7612937" y="20391"/>
                  </a:lnTo>
                  <a:lnTo>
                    <a:pt x="7650358" y="13123"/>
                  </a:lnTo>
                  <a:lnTo>
                    <a:pt x="7675460" y="8690"/>
                  </a:lnTo>
                  <a:lnTo>
                    <a:pt x="7689583" y="6415"/>
                  </a:lnTo>
                  <a:lnTo>
                    <a:pt x="7695298" y="5572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19" y="111"/>
                  </a:lnTo>
                  <a:lnTo>
                    <a:pt x="7690025" y="903"/>
                  </a:lnTo>
                  <a:lnTo>
                    <a:pt x="7676373" y="3092"/>
                  </a:lnTo>
                  <a:lnTo>
                    <a:pt x="7651839" y="7406"/>
                  </a:lnTo>
                  <a:lnTo>
                    <a:pt x="7615020" y="14524"/>
                  </a:lnTo>
                  <a:lnTo>
                    <a:pt x="7565847" y="25021"/>
                  </a:lnTo>
                  <a:lnTo>
                    <a:pt x="7505517" y="39305"/>
                  </a:lnTo>
                  <a:lnTo>
                    <a:pt x="7436222" y="57609"/>
                  </a:lnTo>
                  <a:lnTo>
                    <a:pt x="7360737" y="79999"/>
                  </a:lnTo>
                  <a:lnTo>
                    <a:pt x="7281970" y="106435"/>
                  </a:lnTo>
                  <a:lnTo>
                    <a:pt x="7202580" y="136830"/>
                  </a:lnTo>
                  <a:lnTo>
                    <a:pt x="7124732" y="171119"/>
                  </a:lnTo>
                  <a:lnTo>
                    <a:pt x="7049995" y="209309"/>
                  </a:lnTo>
                  <a:lnTo>
                    <a:pt x="6979352" y="251518"/>
                  </a:lnTo>
                  <a:lnTo>
                    <a:pt x="6913279" y="297991"/>
                  </a:lnTo>
                  <a:lnTo>
                    <a:pt x="6851853" y="349108"/>
                  </a:lnTo>
                  <a:lnTo>
                    <a:pt x="6794862" y="405382"/>
                  </a:lnTo>
                  <a:lnTo>
                    <a:pt x="6741899" y="467445"/>
                  </a:lnTo>
                  <a:lnTo>
                    <a:pt x="6692439" y="536028"/>
                  </a:lnTo>
                  <a:lnTo>
                    <a:pt x="6645893" y="611920"/>
                  </a:lnTo>
                  <a:lnTo>
                    <a:pt x="6601656" y="695903"/>
                  </a:lnTo>
                  <a:lnTo>
                    <a:pt x="6559148" y="788642"/>
                  </a:lnTo>
                  <a:lnTo>
                    <a:pt x="6517850" y="890507"/>
                  </a:lnTo>
                  <a:lnTo>
                    <a:pt x="6515891" y="895625"/>
                  </a:lnTo>
                  <a:lnTo>
                    <a:pt x="6489070" y="968244"/>
                  </a:lnTo>
                  <a:lnTo>
                    <a:pt x="6462472" y="1044900"/>
                  </a:lnTo>
                  <a:lnTo>
                    <a:pt x="6435997" y="1125673"/>
                  </a:lnTo>
                  <a:lnTo>
                    <a:pt x="6409562" y="1210608"/>
                  </a:lnTo>
                  <a:lnTo>
                    <a:pt x="6383097" y="1299709"/>
                  </a:lnTo>
                  <a:lnTo>
                    <a:pt x="6356547" y="1392938"/>
                  </a:lnTo>
                  <a:lnTo>
                    <a:pt x="6329868" y="1490214"/>
                  </a:lnTo>
                  <a:lnTo>
                    <a:pt x="6303029" y="1591406"/>
                  </a:lnTo>
                  <a:lnTo>
                    <a:pt x="6276010" y="1696336"/>
                  </a:lnTo>
                  <a:lnTo>
                    <a:pt x="6248799" y="1804776"/>
                  </a:lnTo>
                  <a:lnTo>
                    <a:pt x="6221394" y="1916447"/>
                  </a:lnTo>
                  <a:lnTo>
                    <a:pt x="6193803" y="2031027"/>
                  </a:lnTo>
                  <a:lnTo>
                    <a:pt x="6166042" y="2148145"/>
                  </a:lnTo>
                  <a:lnTo>
                    <a:pt x="6138131" y="2267395"/>
                  </a:lnTo>
                  <a:lnTo>
                    <a:pt x="6110099" y="2388332"/>
                  </a:lnTo>
                  <a:lnTo>
                    <a:pt x="6081977" y="2510485"/>
                  </a:lnTo>
                  <a:lnTo>
                    <a:pt x="6053802" y="2633363"/>
                  </a:lnTo>
                  <a:lnTo>
                    <a:pt x="6025609" y="2756462"/>
                  </a:lnTo>
                  <a:lnTo>
                    <a:pt x="5997439" y="2879274"/>
                  </a:lnTo>
                  <a:lnTo>
                    <a:pt x="5969327" y="3001296"/>
                  </a:lnTo>
                  <a:lnTo>
                    <a:pt x="5941309" y="3122039"/>
                  </a:lnTo>
                  <a:lnTo>
                    <a:pt x="5913416" y="3241034"/>
                  </a:lnTo>
                  <a:lnTo>
                    <a:pt x="5885676" y="3357844"/>
                  </a:lnTo>
                  <a:lnTo>
                    <a:pt x="5858109" y="3472064"/>
                  </a:lnTo>
                  <a:lnTo>
                    <a:pt x="5830729" y="3583330"/>
                  </a:lnTo>
                  <a:lnTo>
                    <a:pt x="5803543" y="3691326"/>
                  </a:lnTo>
                  <a:lnTo>
                    <a:pt x="5776548" y="3795780"/>
                  </a:lnTo>
                  <a:lnTo>
                    <a:pt x="5749732" y="3896470"/>
                  </a:lnTo>
                  <a:lnTo>
                    <a:pt x="5723072" y="3993224"/>
                  </a:lnTo>
                  <a:lnTo>
                    <a:pt x="5696536" y="4085918"/>
                  </a:lnTo>
                  <a:lnTo>
                    <a:pt x="5670078" y="4174475"/>
                  </a:lnTo>
                  <a:lnTo>
                    <a:pt x="5643642" y="4258866"/>
                  </a:lnTo>
                  <a:lnTo>
                    <a:pt x="5617156" y="4339098"/>
                  </a:lnTo>
                  <a:lnTo>
                    <a:pt x="5590534" y="4415222"/>
                  </a:lnTo>
                  <a:lnTo>
                    <a:pt x="5567201" y="4478129"/>
                  </a:lnTo>
                  <a:lnTo>
                    <a:pt x="5525950" y="4580433"/>
                  </a:lnTo>
                  <a:lnTo>
                    <a:pt x="5483511" y="4673604"/>
                  </a:lnTo>
                  <a:lnTo>
                    <a:pt x="5439371" y="4757994"/>
                  </a:lnTo>
                  <a:lnTo>
                    <a:pt x="5392949" y="4834257"/>
                  </a:lnTo>
                  <a:lnTo>
                    <a:pt x="5343642" y="4903173"/>
                  </a:lnTo>
                  <a:lnTo>
                    <a:pt x="5290861" y="4965532"/>
                  </a:lnTo>
                  <a:lnTo>
                    <a:pt x="5234073" y="5022068"/>
                  </a:lnTo>
                  <a:lnTo>
                    <a:pt x="5172867" y="5073420"/>
                  </a:lnTo>
                  <a:lnTo>
                    <a:pt x="5107018" y="5120106"/>
                  </a:lnTo>
                  <a:lnTo>
                    <a:pt x="5036587" y="5162513"/>
                  </a:lnTo>
                  <a:lnTo>
                    <a:pt x="4962029" y="5200892"/>
                  </a:lnTo>
                  <a:lnTo>
                    <a:pt x="4884299" y="5235367"/>
                  </a:lnTo>
                  <a:lnTo>
                    <a:pt x="4804938" y="5265950"/>
                  </a:lnTo>
                  <a:lnTo>
                    <a:pt x="4726084" y="5292578"/>
                  </a:lnTo>
                  <a:lnTo>
                    <a:pt x="4650376" y="5315164"/>
                  </a:lnTo>
                  <a:lnTo>
                    <a:pt x="4580717" y="5333663"/>
                  </a:lnTo>
                  <a:lnTo>
                    <a:pt x="4519900" y="5348137"/>
                  </a:lnTo>
                  <a:lnTo>
                    <a:pt x="4470155" y="5358807"/>
                  </a:lnTo>
                  <a:lnTo>
                    <a:pt x="4432734" y="5366076"/>
                  </a:lnTo>
                  <a:lnTo>
                    <a:pt x="4407632" y="5370509"/>
                  </a:lnTo>
                  <a:lnTo>
                    <a:pt x="4393509" y="5372784"/>
                  </a:lnTo>
                  <a:lnTo>
                    <a:pt x="4387795" y="5373627"/>
                  </a:lnTo>
                  <a:lnTo>
                    <a:pt x="4386855" y="5373755"/>
                  </a:lnTo>
                  <a:lnTo>
                    <a:pt x="3848118" y="5373755"/>
                  </a:lnTo>
                  <a:lnTo>
                    <a:pt x="3846817" y="5373747"/>
                  </a:lnTo>
                  <a:lnTo>
                    <a:pt x="3838325" y="5373690"/>
                  </a:lnTo>
                  <a:lnTo>
                    <a:pt x="3817155" y="5373532"/>
                  </a:lnTo>
                  <a:lnTo>
                    <a:pt x="3779914" y="5373223"/>
                  </a:lnTo>
                  <a:lnTo>
                    <a:pt x="3725624" y="5372718"/>
                  </a:lnTo>
                  <a:lnTo>
                    <a:pt x="3655747" y="5371984"/>
                  </a:lnTo>
                  <a:lnTo>
                    <a:pt x="3573692" y="5371005"/>
                  </a:lnTo>
                  <a:lnTo>
                    <a:pt x="3483940" y="5369777"/>
                  </a:lnTo>
                  <a:lnTo>
                    <a:pt x="3391073" y="5368303"/>
                  </a:lnTo>
                  <a:lnTo>
                    <a:pt x="3299020" y="5366589"/>
                  </a:lnTo>
                  <a:lnTo>
                    <a:pt x="3210668" y="5364638"/>
                  </a:lnTo>
                  <a:lnTo>
                    <a:pt x="3127782" y="5362442"/>
                  </a:lnTo>
                  <a:lnTo>
                    <a:pt x="3051162" y="5359984"/>
                  </a:lnTo>
                  <a:lnTo>
                    <a:pt x="2980867" y="5357236"/>
                  </a:lnTo>
                  <a:lnTo>
                    <a:pt x="2916452" y="5354159"/>
                  </a:lnTo>
                  <a:lnTo>
                    <a:pt x="2857165" y="5350702"/>
                  </a:lnTo>
                  <a:lnTo>
                    <a:pt x="2802090" y="5346812"/>
                  </a:lnTo>
                  <a:lnTo>
                    <a:pt x="2750261" y="5342432"/>
                  </a:lnTo>
                  <a:lnTo>
                    <a:pt x="2700747" y="5337515"/>
                  </a:lnTo>
                  <a:lnTo>
                    <a:pt x="2667772" y="5333828"/>
                  </a:lnTo>
                  <a:lnTo>
                    <a:pt x="2615342" y="5327304"/>
                  </a:lnTo>
                  <a:lnTo>
                    <a:pt x="2563415" y="5320075"/>
                  </a:lnTo>
                  <a:lnTo>
                    <a:pt x="2511404" y="5312132"/>
                  </a:lnTo>
                  <a:lnTo>
                    <a:pt x="2458925" y="5303494"/>
                  </a:lnTo>
                  <a:lnTo>
                    <a:pt x="2405768" y="5294211"/>
                  </a:lnTo>
                  <a:lnTo>
                    <a:pt x="2351873" y="5284366"/>
                  </a:lnTo>
                  <a:lnTo>
                    <a:pt x="2297311" y="5274071"/>
                  </a:lnTo>
                  <a:lnTo>
                    <a:pt x="2242255" y="5263467"/>
                  </a:lnTo>
                  <a:lnTo>
                    <a:pt x="2186952" y="5252714"/>
                  </a:lnTo>
                  <a:lnTo>
                    <a:pt x="2131682" y="5241981"/>
                  </a:lnTo>
                  <a:lnTo>
                    <a:pt x="2076722" y="5231436"/>
                  </a:lnTo>
                  <a:lnTo>
                    <a:pt x="2022304" y="5221235"/>
                  </a:lnTo>
                  <a:lnTo>
                    <a:pt x="1968580" y="5211512"/>
                  </a:lnTo>
                  <a:lnTo>
                    <a:pt x="1915592" y="5202374"/>
                  </a:lnTo>
                  <a:lnTo>
                    <a:pt x="1863248" y="5193895"/>
                  </a:lnTo>
                  <a:lnTo>
                    <a:pt x="1811298" y="5186119"/>
                  </a:lnTo>
                  <a:lnTo>
                    <a:pt x="1759313" y="5179056"/>
                  </a:lnTo>
                  <a:lnTo>
                    <a:pt x="1719082" y="5174122"/>
                  </a:lnTo>
                  <a:lnTo>
                    <a:pt x="1670677" y="5168823"/>
                  </a:lnTo>
                  <a:lnTo>
                    <a:pt x="1620527" y="5164079"/>
                  </a:lnTo>
                  <a:lnTo>
                    <a:pt x="1567778" y="5159860"/>
                  </a:lnTo>
                  <a:lnTo>
                    <a:pt x="1511477" y="5156113"/>
                  </a:lnTo>
                  <a:lnTo>
                    <a:pt x="1450665" y="5152782"/>
                  </a:lnTo>
                  <a:lnTo>
                    <a:pt x="1384464" y="5149813"/>
                  </a:lnTo>
                  <a:lnTo>
                    <a:pt x="1312201" y="5147160"/>
                  </a:lnTo>
                  <a:lnTo>
                    <a:pt x="1233567" y="5144787"/>
                  </a:lnTo>
                  <a:lnTo>
                    <a:pt x="1148828" y="5142670"/>
                  </a:lnTo>
                  <a:lnTo>
                    <a:pt x="1059065" y="5140794"/>
                  </a:lnTo>
                  <a:lnTo>
                    <a:pt x="966390" y="5139156"/>
                  </a:lnTo>
                  <a:lnTo>
                    <a:pt x="874039" y="5137759"/>
                  </a:lnTo>
                  <a:lnTo>
                    <a:pt x="786209" y="5136609"/>
                  </a:lnTo>
                  <a:lnTo>
                    <a:pt x="707545" y="5135708"/>
                  </a:lnTo>
                  <a:lnTo>
                    <a:pt x="642297" y="5135049"/>
                  </a:lnTo>
                  <a:lnTo>
                    <a:pt x="593341" y="5134610"/>
                  </a:lnTo>
                  <a:lnTo>
                    <a:pt x="561397" y="5134354"/>
                  </a:lnTo>
                  <a:lnTo>
                    <a:pt x="544702" y="5134234"/>
                  </a:lnTo>
                  <a:lnTo>
                    <a:pt x="539162" y="5134198"/>
                  </a:lnTo>
                  <a:lnTo>
                    <a:pt x="538736" y="5134195"/>
                  </a:lnTo>
                  <a:lnTo>
                    <a:pt x="0" y="5134195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23" name="pl1923"/>
            <p:cNvSpPr/>
            <p:nvPr/>
          </p:nvSpPr>
          <p:spPr>
            <a:xfrm>
              <a:off x="546595" y="630677"/>
              <a:ext cx="8234974" cy="5373755"/>
            </a:xfrm>
            <a:custGeom>
              <a:avLst/>
              <a:pathLst>
                <a:path w="8234974" h="5373755">
                  <a:moveTo>
                    <a:pt x="0" y="5134195"/>
                  </a:moveTo>
                  <a:lnTo>
                    <a:pt x="538736" y="5134195"/>
                  </a:lnTo>
                  <a:lnTo>
                    <a:pt x="540038" y="5134203"/>
                  </a:lnTo>
                  <a:lnTo>
                    <a:pt x="548530" y="5134260"/>
                  </a:lnTo>
                  <a:lnTo>
                    <a:pt x="569699" y="5134418"/>
                  </a:lnTo>
                  <a:lnTo>
                    <a:pt x="606941" y="5134727"/>
                  </a:lnTo>
                  <a:lnTo>
                    <a:pt x="661231" y="5135232"/>
                  </a:lnTo>
                  <a:lnTo>
                    <a:pt x="731108" y="5135966"/>
                  </a:lnTo>
                  <a:lnTo>
                    <a:pt x="813162" y="5136945"/>
                  </a:lnTo>
                  <a:lnTo>
                    <a:pt x="902914" y="5138173"/>
                  </a:lnTo>
                  <a:lnTo>
                    <a:pt x="995782" y="5139647"/>
                  </a:lnTo>
                  <a:lnTo>
                    <a:pt x="1087834" y="5141361"/>
                  </a:lnTo>
                  <a:lnTo>
                    <a:pt x="1176187" y="5143312"/>
                  </a:lnTo>
                  <a:lnTo>
                    <a:pt x="1259072" y="5145508"/>
                  </a:lnTo>
                  <a:lnTo>
                    <a:pt x="1335692" y="5147966"/>
                  </a:lnTo>
                  <a:lnTo>
                    <a:pt x="1405987" y="5150714"/>
                  </a:lnTo>
                  <a:lnTo>
                    <a:pt x="1470402" y="5153791"/>
                  </a:lnTo>
                  <a:lnTo>
                    <a:pt x="1529690" y="5157248"/>
                  </a:lnTo>
                  <a:lnTo>
                    <a:pt x="1584765" y="5161138"/>
                  </a:lnTo>
                  <a:lnTo>
                    <a:pt x="1636593" y="5165518"/>
                  </a:lnTo>
                  <a:lnTo>
                    <a:pt x="1686107" y="5170435"/>
                  </a:lnTo>
                  <a:lnTo>
                    <a:pt x="1719082" y="5174122"/>
                  </a:lnTo>
                  <a:lnTo>
                    <a:pt x="1771512" y="5180646"/>
                  </a:lnTo>
                  <a:lnTo>
                    <a:pt x="1823440" y="5187875"/>
                  </a:lnTo>
                  <a:lnTo>
                    <a:pt x="1875451" y="5195818"/>
                  </a:lnTo>
                  <a:lnTo>
                    <a:pt x="1927930" y="5204456"/>
                  </a:lnTo>
                  <a:lnTo>
                    <a:pt x="1981086" y="5213739"/>
                  </a:lnTo>
                  <a:lnTo>
                    <a:pt x="2034981" y="5223584"/>
                  </a:lnTo>
                  <a:lnTo>
                    <a:pt x="2089544" y="5233879"/>
                  </a:lnTo>
                  <a:lnTo>
                    <a:pt x="2144599" y="5244483"/>
                  </a:lnTo>
                  <a:lnTo>
                    <a:pt x="2199903" y="5255236"/>
                  </a:lnTo>
                  <a:lnTo>
                    <a:pt x="2255172" y="5265969"/>
                  </a:lnTo>
                  <a:lnTo>
                    <a:pt x="2310133" y="5276514"/>
                  </a:lnTo>
                  <a:lnTo>
                    <a:pt x="2364551" y="5286715"/>
                  </a:lnTo>
                  <a:lnTo>
                    <a:pt x="2418275" y="5296438"/>
                  </a:lnTo>
                  <a:lnTo>
                    <a:pt x="2471263" y="5305576"/>
                  </a:lnTo>
                  <a:lnTo>
                    <a:pt x="2523607" y="5314055"/>
                  </a:lnTo>
                  <a:lnTo>
                    <a:pt x="2575557" y="5321831"/>
                  </a:lnTo>
                  <a:lnTo>
                    <a:pt x="2627542" y="5328893"/>
                  </a:lnTo>
                  <a:lnTo>
                    <a:pt x="2667772" y="5333828"/>
                  </a:lnTo>
                  <a:lnTo>
                    <a:pt x="2716178" y="5339127"/>
                  </a:lnTo>
                  <a:lnTo>
                    <a:pt x="2766328" y="5343871"/>
                  </a:lnTo>
                  <a:lnTo>
                    <a:pt x="2819077" y="5348090"/>
                  </a:lnTo>
                  <a:lnTo>
                    <a:pt x="2875378" y="5351837"/>
                  </a:lnTo>
                  <a:lnTo>
                    <a:pt x="2936190" y="5355168"/>
                  </a:lnTo>
                  <a:lnTo>
                    <a:pt x="3002391" y="5358137"/>
                  </a:lnTo>
                  <a:lnTo>
                    <a:pt x="3074654" y="5360790"/>
                  </a:lnTo>
                  <a:lnTo>
                    <a:pt x="3153288" y="5363162"/>
                  </a:lnTo>
                  <a:lnTo>
                    <a:pt x="3238027" y="5365280"/>
                  </a:lnTo>
                  <a:lnTo>
                    <a:pt x="3327790" y="5367156"/>
                  </a:lnTo>
                  <a:lnTo>
                    <a:pt x="3420464" y="5368794"/>
                  </a:lnTo>
                  <a:lnTo>
                    <a:pt x="3512815" y="5370191"/>
                  </a:lnTo>
                  <a:lnTo>
                    <a:pt x="3600646" y="5371341"/>
                  </a:lnTo>
                  <a:lnTo>
                    <a:pt x="3679309" y="5372242"/>
                  </a:lnTo>
                  <a:lnTo>
                    <a:pt x="3744558" y="5372900"/>
                  </a:lnTo>
                  <a:lnTo>
                    <a:pt x="3793514" y="5373340"/>
                  </a:lnTo>
                  <a:lnTo>
                    <a:pt x="3825458" y="5373596"/>
                  </a:lnTo>
                  <a:lnTo>
                    <a:pt x="3842153" y="5373716"/>
                  </a:lnTo>
                  <a:lnTo>
                    <a:pt x="3847693" y="5373752"/>
                  </a:lnTo>
                  <a:lnTo>
                    <a:pt x="3848118" y="5373755"/>
                  </a:lnTo>
                  <a:lnTo>
                    <a:pt x="4386855" y="5373755"/>
                  </a:lnTo>
                  <a:lnTo>
                    <a:pt x="4387673" y="5373644"/>
                  </a:lnTo>
                  <a:lnTo>
                    <a:pt x="4393068" y="5372851"/>
                  </a:lnTo>
                  <a:lnTo>
                    <a:pt x="4406719" y="5370662"/>
                  </a:lnTo>
                  <a:lnTo>
                    <a:pt x="4431254" y="5366349"/>
                  </a:lnTo>
                  <a:lnTo>
                    <a:pt x="4468072" y="5359230"/>
                  </a:lnTo>
                  <a:lnTo>
                    <a:pt x="4517245" y="5348734"/>
                  </a:lnTo>
                  <a:lnTo>
                    <a:pt x="4577575" y="5334449"/>
                  </a:lnTo>
                  <a:lnTo>
                    <a:pt x="4646871" y="5316145"/>
                  </a:lnTo>
                  <a:lnTo>
                    <a:pt x="4722356" y="5293755"/>
                  </a:lnTo>
                  <a:lnTo>
                    <a:pt x="4801123" y="5267319"/>
                  </a:lnTo>
                  <a:lnTo>
                    <a:pt x="4880513" y="5236924"/>
                  </a:lnTo>
                  <a:lnTo>
                    <a:pt x="4958361" y="5202636"/>
                  </a:lnTo>
                  <a:lnTo>
                    <a:pt x="5033097" y="5164445"/>
                  </a:lnTo>
                  <a:lnTo>
                    <a:pt x="5103740" y="5122236"/>
                  </a:lnTo>
                  <a:lnTo>
                    <a:pt x="5169813" y="5075763"/>
                  </a:lnTo>
                  <a:lnTo>
                    <a:pt x="5231239" y="5024646"/>
                  </a:lnTo>
                  <a:lnTo>
                    <a:pt x="5288230" y="4968373"/>
                  </a:lnTo>
                  <a:lnTo>
                    <a:pt x="5341193" y="4906309"/>
                  </a:lnTo>
                  <a:lnTo>
                    <a:pt x="5390654" y="4837726"/>
                  </a:lnTo>
                  <a:lnTo>
                    <a:pt x="5437200" y="4761834"/>
                  </a:lnTo>
                  <a:lnTo>
                    <a:pt x="5481436" y="4677851"/>
                  </a:lnTo>
                  <a:lnTo>
                    <a:pt x="5523944" y="4585113"/>
                  </a:lnTo>
                  <a:lnTo>
                    <a:pt x="5565242" y="4483247"/>
                  </a:lnTo>
                  <a:lnTo>
                    <a:pt x="5567201" y="4478129"/>
                  </a:lnTo>
                  <a:lnTo>
                    <a:pt x="5594022" y="4405510"/>
                  </a:lnTo>
                  <a:lnTo>
                    <a:pt x="5620620" y="4328854"/>
                  </a:lnTo>
                  <a:lnTo>
                    <a:pt x="5647095" y="4248081"/>
                  </a:lnTo>
                  <a:lnTo>
                    <a:pt x="5673531" y="4163146"/>
                  </a:lnTo>
                  <a:lnTo>
                    <a:pt x="5699996" y="4074046"/>
                  </a:lnTo>
                  <a:lnTo>
                    <a:pt x="5726546" y="3980816"/>
                  </a:lnTo>
                  <a:lnTo>
                    <a:pt x="5753224" y="3883540"/>
                  </a:lnTo>
                  <a:lnTo>
                    <a:pt x="5780063" y="3782348"/>
                  </a:lnTo>
                  <a:lnTo>
                    <a:pt x="5807083" y="3677418"/>
                  </a:lnTo>
                  <a:lnTo>
                    <a:pt x="5834294" y="3568978"/>
                  </a:lnTo>
                  <a:lnTo>
                    <a:pt x="5861699" y="3457307"/>
                  </a:lnTo>
                  <a:lnTo>
                    <a:pt x="5889289" y="3342727"/>
                  </a:lnTo>
                  <a:lnTo>
                    <a:pt x="5917051" y="3225609"/>
                  </a:lnTo>
                  <a:lnTo>
                    <a:pt x="5944961" y="3106359"/>
                  </a:lnTo>
                  <a:lnTo>
                    <a:pt x="5972994" y="2985423"/>
                  </a:lnTo>
                  <a:lnTo>
                    <a:pt x="6001115" y="2863269"/>
                  </a:lnTo>
                  <a:lnTo>
                    <a:pt x="6029291" y="2740391"/>
                  </a:lnTo>
                  <a:lnTo>
                    <a:pt x="6057483" y="2617292"/>
                  </a:lnTo>
                  <a:lnTo>
                    <a:pt x="6085654" y="2494480"/>
                  </a:lnTo>
                  <a:lnTo>
                    <a:pt x="6113766" y="2372458"/>
                  </a:lnTo>
                  <a:lnTo>
                    <a:pt x="6141784" y="2251715"/>
                  </a:lnTo>
                  <a:lnTo>
                    <a:pt x="6169676" y="2132720"/>
                  </a:lnTo>
                  <a:lnTo>
                    <a:pt x="6197417" y="2015910"/>
                  </a:lnTo>
                  <a:lnTo>
                    <a:pt x="6224984" y="1901691"/>
                  </a:lnTo>
                  <a:lnTo>
                    <a:pt x="6252363" y="1790424"/>
                  </a:lnTo>
                  <a:lnTo>
                    <a:pt x="6279549" y="1682428"/>
                  </a:lnTo>
                  <a:lnTo>
                    <a:pt x="6306545" y="1577974"/>
                  </a:lnTo>
                  <a:lnTo>
                    <a:pt x="6333361" y="1477285"/>
                  </a:lnTo>
                  <a:lnTo>
                    <a:pt x="6360020" y="1380531"/>
                  </a:lnTo>
                  <a:lnTo>
                    <a:pt x="6386557" y="1287837"/>
                  </a:lnTo>
                  <a:lnTo>
                    <a:pt x="6413014" y="1199279"/>
                  </a:lnTo>
                  <a:lnTo>
                    <a:pt x="6439451" y="1114889"/>
                  </a:lnTo>
                  <a:lnTo>
                    <a:pt x="6465937" y="1034656"/>
                  </a:lnTo>
                  <a:lnTo>
                    <a:pt x="6492558" y="958533"/>
                  </a:lnTo>
                  <a:lnTo>
                    <a:pt x="6515891" y="895625"/>
                  </a:lnTo>
                  <a:lnTo>
                    <a:pt x="6557142" y="793321"/>
                  </a:lnTo>
                  <a:lnTo>
                    <a:pt x="6599581" y="700150"/>
                  </a:lnTo>
                  <a:lnTo>
                    <a:pt x="6643721" y="615760"/>
                  </a:lnTo>
                  <a:lnTo>
                    <a:pt x="6690143" y="539497"/>
                  </a:lnTo>
                  <a:lnTo>
                    <a:pt x="6739450" y="470581"/>
                  </a:lnTo>
                  <a:lnTo>
                    <a:pt x="6792232" y="408223"/>
                  </a:lnTo>
                  <a:lnTo>
                    <a:pt x="6849019" y="351686"/>
                  </a:lnTo>
                  <a:lnTo>
                    <a:pt x="6910225" y="300334"/>
                  </a:lnTo>
                  <a:lnTo>
                    <a:pt x="6976075" y="253648"/>
                  </a:lnTo>
                  <a:lnTo>
                    <a:pt x="7046505" y="211242"/>
                  </a:lnTo>
                  <a:lnTo>
                    <a:pt x="7121064" y="172862"/>
                  </a:lnTo>
                  <a:lnTo>
                    <a:pt x="7198793" y="138387"/>
                  </a:lnTo>
                  <a:lnTo>
                    <a:pt x="7278154" y="107804"/>
                  </a:lnTo>
                  <a:lnTo>
                    <a:pt x="7357009" y="81176"/>
                  </a:lnTo>
                  <a:lnTo>
                    <a:pt x="7432717" y="58590"/>
                  </a:lnTo>
                  <a:lnTo>
                    <a:pt x="7502375" y="40091"/>
                  </a:lnTo>
                  <a:lnTo>
                    <a:pt x="7563193" y="25617"/>
                  </a:lnTo>
                  <a:lnTo>
                    <a:pt x="7612937" y="14947"/>
                  </a:lnTo>
                  <a:lnTo>
                    <a:pt x="7650358" y="7678"/>
                  </a:lnTo>
                  <a:lnTo>
                    <a:pt x="7675460" y="3245"/>
                  </a:lnTo>
                  <a:lnTo>
                    <a:pt x="7689583" y="970"/>
                  </a:lnTo>
                  <a:lnTo>
                    <a:pt x="7695298" y="128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4" name="pl1924"/>
            <p:cNvSpPr/>
            <p:nvPr/>
          </p:nvSpPr>
          <p:spPr>
            <a:xfrm>
              <a:off x="546595" y="625232"/>
              <a:ext cx="8234974" cy="5373755"/>
            </a:xfrm>
            <a:custGeom>
              <a:avLst/>
              <a:pathLst>
                <a:path w="8234974" h="5373755">
                  <a:moveTo>
                    <a:pt x="8234974" y="0"/>
                  </a:moveTo>
                  <a:lnTo>
                    <a:pt x="7696237" y="0"/>
                  </a:lnTo>
                  <a:lnTo>
                    <a:pt x="7695419" y="111"/>
                  </a:lnTo>
                  <a:lnTo>
                    <a:pt x="7690025" y="903"/>
                  </a:lnTo>
                  <a:lnTo>
                    <a:pt x="7676373" y="3092"/>
                  </a:lnTo>
                  <a:lnTo>
                    <a:pt x="7651839" y="7406"/>
                  </a:lnTo>
                  <a:lnTo>
                    <a:pt x="7615020" y="14524"/>
                  </a:lnTo>
                  <a:lnTo>
                    <a:pt x="7565847" y="25021"/>
                  </a:lnTo>
                  <a:lnTo>
                    <a:pt x="7505517" y="39305"/>
                  </a:lnTo>
                  <a:lnTo>
                    <a:pt x="7436222" y="57609"/>
                  </a:lnTo>
                  <a:lnTo>
                    <a:pt x="7360737" y="79999"/>
                  </a:lnTo>
                  <a:lnTo>
                    <a:pt x="7281970" y="106435"/>
                  </a:lnTo>
                  <a:lnTo>
                    <a:pt x="7202580" y="136830"/>
                  </a:lnTo>
                  <a:lnTo>
                    <a:pt x="7124732" y="171119"/>
                  </a:lnTo>
                  <a:lnTo>
                    <a:pt x="7049995" y="209309"/>
                  </a:lnTo>
                  <a:lnTo>
                    <a:pt x="6979352" y="251518"/>
                  </a:lnTo>
                  <a:lnTo>
                    <a:pt x="6913279" y="297991"/>
                  </a:lnTo>
                  <a:lnTo>
                    <a:pt x="6851853" y="349108"/>
                  </a:lnTo>
                  <a:lnTo>
                    <a:pt x="6794862" y="405382"/>
                  </a:lnTo>
                  <a:lnTo>
                    <a:pt x="6741899" y="467445"/>
                  </a:lnTo>
                  <a:lnTo>
                    <a:pt x="6692439" y="536028"/>
                  </a:lnTo>
                  <a:lnTo>
                    <a:pt x="6645893" y="611920"/>
                  </a:lnTo>
                  <a:lnTo>
                    <a:pt x="6601656" y="695903"/>
                  </a:lnTo>
                  <a:lnTo>
                    <a:pt x="6559148" y="788642"/>
                  </a:lnTo>
                  <a:lnTo>
                    <a:pt x="6517850" y="890507"/>
                  </a:lnTo>
                  <a:lnTo>
                    <a:pt x="6515891" y="895625"/>
                  </a:lnTo>
                  <a:lnTo>
                    <a:pt x="6489070" y="968244"/>
                  </a:lnTo>
                  <a:lnTo>
                    <a:pt x="6462472" y="1044900"/>
                  </a:lnTo>
                  <a:lnTo>
                    <a:pt x="6435997" y="1125673"/>
                  </a:lnTo>
                  <a:lnTo>
                    <a:pt x="6409562" y="1210608"/>
                  </a:lnTo>
                  <a:lnTo>
                    <a:pt x="6383097" y="1299709"/>
                  </a:lnTo>
                  <a:lnTo>
                    <a:pt x="6356547" y="1392938"/>
                  </a:lnTo>
                  <a:lnTo>
                    <a:pt x="6329868" y="1490214"/>
                  </a:lnTo>
                  <a:lnTo>
                    <a:pt x="6303029" y="1591406"/>
                  </a:lnTo>
                  <a:lnTo>
                    <a:pt x="6276010" y="1696336"/>
                  </a:lnTo>
                  <a:lnTo>
                    <a:pt x="6248799" y="1804776"/>
                  </a:lnTo>
                  <a:lnTo>
                    <a:pt x="6221394" y="1916447"/>
                  </a:lnTo>
                  <a:lnTo>
                    <a:pt x="6193803" y="2031027"/>
                  </a:lnTo>
                  <a:lnTo>
                    <a:pt x="6166042" y="2148145"/>
                  </a:lnTo>
                  <a:lnTo>
                    <a:pt x="6138131" y="2267395"/>
                  </a:lnTo>
                  <a:lnTo>
                    <a:pt x="6110099" y="2388332"/>
                  </a:lnTo>
                  <a:lnTo>
                    <a:pt x="6081977" y="2510485"/>
                  </a:lnTo>
                  <a:lnTo>
                    <a:pt x="6053802" y="2633363"/>
                  </a:lnTo>
                  <a:lnTo>
                    <a:pt x="6025609" y="2756462"/>
                  </a:lnTo>
                  <a:lnTo>
                    <a:pt x="5997439" y="2879274"/>
                  </a:lnTo>
                  <a:lnTo>
                    <a:pt x="5969327" y="3001296"/>
                  </a:lnTo>
                  <a:lnTo>
                    <a:pt x="5941309" y="3122039"/>
                  </a:lnTo>
                  <a:lnTo>
                    <a:pt x="5913416" y="3241034"/>
                  </a:lnTo>
                  <a:lnTo>
                    <a:pt x="5885676" y="3357844"/>
                  </a:lnTo>
                  <a:lnTo>
                    <a:pt x="5858109" y="3472064"/>
                  </a:lnTo>
                  <a:lnTo>
                    <a:pt x="5830729" y="3583330"/>
                  </a:lnTo>
                  <a:lnTo>
                    <a:pt x="5803543" y="3691326"/>
                  </a:lnTo>
                  <a:lnTo>
                    <a:pt x="5776548" y="3795780"/>
                  </a:lnTo>
                  <a:lnTo>
                    <a:pt x="5749732" y="3896470"/>
                  </a:lnTo>
                  <a:lnTo>
                    <a:pt x="5723072" y="3993224"/>
                  </a:lnTo>
                  <a:lnTo>
                    <a:pt x="5696536" y="4085918"/>
                  </a:lnTo>
                  <a:lnTo>
                    <a:pt x="5670078" y="4174475"/>
                  </a:lnTo>
                  <a:lnTo>
                    <a:pt x="5643642" y="4258866"/>
                  </a:lnTo>
                  <a:lnTo>
                    <a:pt x="5617156" y="4339098"/>
                  </a:lnTo>
                  <a:lnTo>
                    <a:pt x="5590534" y="4415222"/>
                  </a:lnTo>
                  <a:lnTo>
                    <a:pt x="5567201" y="4478129"/>
                  </a:lnTo>
                  <a:lnTo>
                    <a:pt x="5525950" y="4580433"/>
                  </a:lnTo>
                  <a:lnTo>
                    <a:pt x="5483511" y="4673604"/>
                  </a:lnTo>
                  <a:lnTo>
                    <a:pt x="5439371" y="4757994"/>
                  </a:lnTo>
                  <a:lnTo>
                    <a:pt x="5392949" y="4834257"/>
                  </a:lnTo>
                  <a:lnTo>
                    <a:pt x="5343642" y="4903173"/>
                  </a:lnTo>
                  <a:lnTo>
                    <a:pt x="5290861" y="4965532"/>
                  </a:lnTo>
                  <a:lnTo>
                    <a:pt x="5234073" y="5022068"/>
                  </a:lnTo>
                  <a:lnTo>
                    <a:pt x="5172867" y="5073420"/>
                  </a:lnTo>
                  <a:lnTo>
                    <a:pt x="5107018" y="5120106"/>
                  </a:lnTo>
                  <a:lnTo>
                    <a:pt x="5036587" y="5162513"/>
                  </a:lnTo>
                  <a:lnTo>
                    <a:pt x="4962029" y="5200892"/>
                  </a:lnTo>
                  <a:lnTo>
                    <a:pt x="4884299" y="5235367"/>
                  </a:lnTo>
                  <a:lnTo>
                    <a:pt x="4804938" y="5265950"/>
                  </a:lnTo>
                  <a:lnTo>
                    <a:pt x="4726084" y="5292578"/>
                  </a:lnTo>
                  <a:lnTo>
                    <a:pt x="4650376" y="5315164"/>
                  </a:lnTo>
                  <a:lnTo>
                    <a:pt x="4580717" y="5333663"/>
                  </a:lnTo>
                  <a:lnTo>
                    <a:pt x="4519900" y="5348137"/>
                  </a:lnTo>
                  <a:lnTo>
                    <a:pt x="4470155" y="5358807"/>
                  </a:lnTo>
                  <a:lnTo>
                    <a:pt x="4432734" y="5366076"/>
                  </a:lnTo>
                  <a:lnTo>
                    <a:pt x="4407632" y="5370509"/>
                  </a:lnTo>
                  <a:lnTo>
                    <a:pt x="4393509" y="5372784"/>
                  </a:lnTo>
                  <a:lnTo>
                    <a:pt x="4387795" y="5373627"/>
                  </a:lnTo>
                  <a:lnTo>
                    <a:pt x="4386855" y="5373755"/>
                  </a:lnTo>
                  <a:lnTo>
                    <a:pt x="4386855" y="5373755"/>
                  </a:lnTo>
                  <a:lnTo>
                    <a:pt x="3848118" y="5373755"/>
                  </a:lnTo>
                  <a:lnTo>
                    <a:pt x="3846817" y="5373747"/>
                  </a:lnTo>
                  <a:lnTo>
                    <a:pt x="3838325" y="5373690"/>
                  </a:lnTo>
                  <a:lnTo>
                    <a:pt x="3817155" y="5373532"/>
                  </a:lnTo>
                  <a:lnTo>
                    <a:pt x="3779914" y="5373223"/>
                  </a:lnTo>
                  <a:lnTo>
                    <a:pt x="3725624" y="5372718"/>
                  </a:lnTo>
                  <a:lnTo>
                    <a:pt x="3655747" y="5371984"/>
                  </a:lnTo>
                  <a:lnTo>
                    <a:pt x="3573692" y="5371005"/>
                  </a:lnTo>
                  <a:lnTo>
                    <a:pt x="3483940" y="5369777"/>
                  </a:lnTo>
                  <a:lnTo>
                    <a:pt x="3391073" y="5368303"/>
                  </a:lnTo>
                  <a:lnTo>
                    <a:pt x="3299020" y="5366589"/>
                  </a:lnTo>
                  <a:lnTo>
                    <a:pt x="3210668" y="5364638"/>
                  </a:lnTo>
                  <a:lnTo>
                    <a:pt x="3127782" y="5362442"/>
                  </a:lnTo>
                  <a:lnTo>
                    <a:pt x="3051162" y="5359984"/>
                  </a:lnTo>
                  <a:lnTo>
                    <a:pt x="2980867" y="5357236"/>
                  </a:lnTo>
                  <a:lnTo>
                    <a:pt x="2916452" y="5354159"/>
                  </a:lnTo>
                  <a:lnTo>
                    <a:pt x="2857165" y="5350702"/>
                  </a:lnTo>
                  <a:lnTo>
                    <a:pt x="2802090" y="5346812"/>
                  </a:lnTo>
                  <a:lnTo>
                    <a:pt x="2750261" y="5342432"/>
                  </a:lnTo>
                  <a:lnTo>
                    <a:pt x="2700747" y="5337515"/>
                  </a:lnTo>
                  <a:lnTo>
                    <a:pt x="2667772" y="5333828"/>
                  </a:lnTo>
                  <a:lnTo>
                    <a:pt x="2615342" y="5327304"/>
                  </a:lnTo>
                  <a:lnTo>
                    <a:pt x="2563415" y="5320075"/>
                  </a:lnTo>
                  <a:lnTo>
                    <a:pt x="2511404" y="5312132"/>
                  </a:lnTo>
                  <a:lnTo>
                    <a:pt x="2458925" y="5303494"/>
                  </a:lnTo>
                  <a:lnTo>
                    <a:pt x="2405768" y="5294211"/>
                  </a:lnTo>
                  <a:lnTo>
                    <a:pt x="2351873" y="5284366"/>
                  </a:lnTo>
                  <a:lnTo>
                    <a:pt x="2297311" y="5274071"/>
                  </a:lnTo>
                  <a:lnTo>
                    <a:pt x="2242255" y="5263467"/>
                  </a:lnTo>
                  <a:lnTo>
                    <a:pt x="2186952" y="5252714"/>
                  </a:lnTo>
                  <a:lnTo>
                    <a:pt x="2131682" y="5241981"/>
                  </a:lnTo>
                  <a:lnTo>
                    <a:pt x="2076722" y="5231436"/>
                  </a:lnTo>
                  <a:lnTo>
                    <a:pt x="2022304" y="5221235"/>
                  </a:lnTo>
                  <a:lnTo>
                    <a:pt x="1968580" y="5211512"/>
                  </a:lnTo>
                  <a:lnTo>
                    <a:pt x="1915592" y="5202374"/>
                  </a:lnTo>
                  <a:lnTo>
                    <a:pt x="1863248" y="5193895"/>
                  </a:lnTo>
                  <a:lnTo>
                    <a:pt x="1811298" y="5186119"/>
                  </a:lnTo>
                  <a:lnTo>
                    <a:pt x="1759313" y="5179056"/>
                  </a:lnTo>
                  <a:lnTo>
                    <a:pt x="1719082" y="5174122"/>
                  </a:lnTo>
                  <a:lnTo>
                    <a:pt x="1670677" y="5168823"/>
                  </a:lnTo>
                  <a:lnTo>
                    <a:pt x="1620527" y="5164079"/>
                  </a:lnTo>
                  <a:lnTo>
                    <a:pt x="1567778" y="5159860"/>
                  </a:lnTo>
                  <a:lnTo>
                    <a:pt x="1511477" y="5156113"/>
                  </a:lnTo>
                  <a:lnTo>
                    <a:pt x="1450665" y="5152782"/>
                  </a:lnTo>
                  <a:lnTo>
                    <a:pt x="1384464" y="5149813"/>
                  </a:lnTo>
                  <a:lnTo>
                    <a:pt x="1312201" y="5147160"/>
                  </a:lnTo>
                  <a:lnTo>
                    <a:pt x="1233567" y="5144787"/>
                  </a:lnTo>
                  <a:lnTo>
                    <a:pt x="1148828" y="5142670"/>
                  </a:lnTo>
                  <a:lnTo>
                    <a:pt x="1059065" y="5140794"/>
                  </a:lnTo>
                  <a:lnTo>
                    <a:pt x="966390" y="5139156"/>
                  </a:lnTo>
                  <a:lnTo>
                    <a:pt x="874039" y="5137759"/>
                  </a:lnTo>
                  <a:lnTo>
                    <a:pt x="786209" y="5136609"/>
                  </a:lnTo>
                  <a:lnTo>
                    <a:pt x="707545" y="5135708"/>
                  </a:lnTo>
                  <a:lnTo>
                    <a:pt x="642297" y="5135049"/>
                  </a:lnTo>
                  <a:lnTo>
                    <a:pt x="593341" y="5134610"/>
                  </a:lnTo>
                  <a:lnTo>
                    <a:pt x="561397" y="5134354"/>
                  </a:lnTo>
                  <a:lnTo>
                    <a:pt x="544702" y="5134234"/>
                  </a:lnTo>
                  <a:lnTo>
                    <a:pt x="539162" y="5134198"/>
                  </a:lnTo>
                  <a:lnTo>
                    <a:pt x="538736" y="5134195"/>
                  </a:lnTo>
                  <a:lnTo>
                    <a:pt x="0" y="5134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5" name="pg1925"/>
            <p:cNvSpPr/>
            <p:nvPr/>
          </p:nvSpPr>
          <p:spPr>
            <a:xfrm>
              <a:off x="546595" y="2171480"/>
              <a:ext cx="8234974" cy="3582503"/>
            </a:xfrm>
            <a:custGeom>
              <a:avLst/>
              <a:pathLst>
                <a:path w="8234974" h="3582503">
                  <a:moveTo>
                    <a:pt x="0" y="3582503"/>
                  </a:moveTo>
                  <a:lnTo>
                    <a:pt x="538736" y="3582503"/>
                  </a:lnTo>
                  <a:lnTo>
                    <a:pt x="540039" y="3582501"/>
                  </a:lnTo>
                  <a:lnTo>
                    <a:pt x="548538" y="3582485"/>
                  </a:lnTo>
                  <a:lnTo>
                    <a:pt x="569722" y="3582442"/>
                  </a:lnTo>
                  <a:lnTo>
                    <a:pt x="606990" y="3582358"/>
                  </a:lnTo>
                  <a:lnTo>
                    <a:pt x="661314" y="3582220"/>
                  </a:lnTo>
                  <a:lnTo>
                    <a:pt x="731230" y="3582020"/>
                  </a:lnTo>
                  <a:lnTo>
                    <a:pt x="813323" y="3581753"/>
                  </a:lnTo>
                  <a:lnTo>
                    <a:pt x="903109" y="3581417"/>
                  </a:lnTo>
                  <a:lnTo>
                    <a:pt x="996004" y="3581015"/>
                  </a:lnTo>
                  <a:lnTo>
                    <a:pt x="1088074" y="3580547"/>
                  </a:lnTo>
                  <a:lnTo>
                    <a:pt x="1176437" y="3580015"/>
                  </a:lnTo>
                  <a:lnTo>
                    <a:pt x="1259326" y="3579416"/>
                  </a:lnTo>
                  <a:lnTo>
                    <a:pt x="1335945" y="3578745"/>
                  </a:lnTo>
                  <a:lnTo>
                    <a:pt x="1406237" y="3577995"/>
                  </a:lnTo>
                  <a:lnTo>
                    <a:pt x="1470647" y="3577155"/>
                  </a:lnTo>
                  <a:lnTo>
                    <a:pt x="1529931" y="3576212"/>
                  </a:lnTo>
                  <a:lnTo>
                    <a:pt x="1585004" y="3575150"/>
                  </a:lnTo>
                  <a:lnTo>
                    <a:pt x="1636834" y="3573954"/>
                  </a:lnTo>
                  <a:lnTo>
                    <a:pt x="1686352" y="3572612"/>
                  </a:lnTo>
                  <a:lnTo>
                    <a:pt x="1719082" y="3571614"/>
                  </a:lnTo>
                  <a:lnTo>
                    <a:pt x="1771850" y="3569823"/>
                  </a:lnTo>
                  <a:lnTo>
                    <a:pt x="1824113" y="3567836"/>
                  </a:lnTo>
                  <a:lnTo>
                    <a:pt x="1876466" y="3565653"/>
                  </a:lnTo>
                  <a:lnTo>
                    <a:pt x="1929298" y="3563278"/>
                  </a:lnTo>
                  <a:lnTo>
                    <a:pt x="1982821" y="3560725"/>
                  </a:lnTo>
                  <a:lnTo>
                    <a:pt x="2037091" y="3558017"/>
                  </a:lnTo>
                  <a:lnTo>
                    <a:pt x="2092032" y="3555187"/>
                  </a:lnTo>
                  <a:lnTo>
                    <a:pt x="2147463" y="3552273"/>
                  </a:lnTo>
                  <a:lnTo>
                    <a:pt x="2203130" y="3549321"/>
                  </a:lnTo>
                  <a:lnTo>
                    <a:pt x="2258747" y="3546376"/>
                  </a:lnTo>
                  <a:lnTo>
                    <a:pt x="2314032" y="3543487"/>
                  </a:lnTo>
                  <a:lnTo>
                    <a:pt x="2368755" y="3540695"/>
                  </a:lnTo>
                  <a:lnTo>
                    <a:pt x="2422767" y="3538039"/>
                  </a:lnTo>
                  <a:lnTo>
                    <a:pt x="2476036" y="3535545"/>
                  </a:lnTo>
                  <a:lnTo>
                    <a:pt x="2528669" y="3533236"/>
                  </a:lnTo>
                  <a:lnTo>
                    <a:pt x="2580937" y="3531121"/>
                  </a:lnTo>
                  <a:lnTo>
                    <a:pt x="2633296" y="3529203"/>
                  </a:lnTo>
                  <a:lnTo>
                    <a:pt x="2667772" y="3528058"/>
                  </a:lnTo>
                  <a:lnTo>
                    <a:pt x="2716191" y="3526612"/>
                  </a:lnTo>
                  <a:lnTo>
                    <a:pt x="2766355" y="3525318"/>
                  </a:lnTo>
                  <a:lnTo>
                    <a:pt x="2819120" y="3524167"/>
                  </a:lnTo>
                  <a:lnTo>
                    <a:pt x="2875439" y="3523145"/>
                  </a:lnTo>
                  <a:lnTo>
                    <a:pt x="2936274" y="3522236"/>
                  </a:lnTo>
                  <a:lnTo>
                    <a:pt x="3002501" y="3521427"/>
                  </a:lnTo>
                  <a:lnTo>
                    <a:pt x="3074794" y="3520703"/>
                  </a:lnTo>
                  <a:lnTo>
                    <a:pt x="3153461" y="3520056"/>
                  </a:lnTo>
                  <a:lnTo>
                    <a:pt x="3238235" y="3519479"/>
                  </a:lnTo>
                  <a:lnTo>
                    <a:pt x="3328032" y="3518967"/>
                  </a:lnTo>
                  <a:lnTo>
                    <a:pt x="3420735" y="3518520"/>
                  </a:lnTo>
                  <a:lnTo>
                    <a:pt x="3513104" y="3518139"/>
                  </a:lnTo>
                  <a:lnTo>
                    <a:pt x="3600935" y="3517826"/>
                  </a:lnTo>
                  <a:lnTo>
                    <a:pt x="3679578" y="3517580"/>
                  </a:lnTo>
                  <a:lnTo>
                    <a:pt x="3744785" y="3517401"/>
                  </a:lnTo>
                  <a:lnTo>
                    <a:pt x="3793685" y="3517281"/>
                  </a:lnTo>
                  <a:lnTo>
                    <a:pt x="3825565" y="3517212"/>
                  </a:lnTo>
                  <a:lnTo>
                    <a:pt x="3842201" y="3517179"/>
                  </a:lnTo>
                  <a:lnTo>
                    <a:pt x="3847702" y="3517169"/>
                  </a:lnTo>
                  <a:lnTo>
                    <a:pt x="3848118" y="3517169"/>
                  </a:lnTo>
                  <a:lnTo>
                    <a:pt x="4386855" y="3517169"/>
                  </a:lnTo>
                  <a:lnTo>
                    <a:pt x="4387820" y="3517083"/>
                  </a:lnTo>
                  <a:lnTo>
                    <a:pt x="4394162" y="3516469"/>
                  </a:lnTo>
                  <a:lnTo>
                    <a:pt x="4410132" y="3514772"/>
                  </a:lnTo>
                  <a:lnTo>
                    <a:pt x="4438638" y="3511433"/>
                  </a:lnTo>
                  <a:lnTo>
                    <a:pt x="4481022" y="3505938"/>
                  </a:lnTo>
                  <a:lnTo>
                    <a:pt x="4536965" y="3497876"/>
                  </a:lnTo>
                  <a:lnTo>
                    <a:pt x="4604636" y="3486971"/>
                  </a:lnTo>
                  <a:lnTo>
                    <a:pt x="4681127" y="3473098"/>
                  </a:lnTo>
                  <a:lnTo>
                    <a:pt x="4763031" y="3456243"/>
                  </a:lnTo>
                  <a:lnTo>
                    <a:pt x="4847011" y="3436463"/>
                  </a:lnTo>
                  <a:lnTo>
                    <a:pt x="4930219" y="3413821"/>
                  </a:lnTo>
                  <a:lnTo>
                    <a:pt x="5010515" y="3388335"/>
                  </a:lnTo>
                  <a:lnTo>
                    <a:pt x="5086509" y="3359947"/>
                  </a:lnTo>
                  <a:lnTo>
                    <a:pt x="5157482" y="3328494"/>
                  </a:lnTo>
                  <a:lnTo>
                    <a:pt x="5223248" y="3293706"/>
                  </a:lnTo>
                  <a:lnTo>
                    <a:pt x="5284007" y="3255202"/>
                  </a:lnTo>
                  <a:lnTo>
                    <a:pt x="5340221" y="3212504"/>
                  </a:lnTo>
                  <a:lnTo>
                    <a:pt x="5392505" y="3165049"/>
                  </a:lnTo>
                  <a:lnTo>
                    <a:pt x="5441556" y="3112228"/>
                  </a:lnTo>
                  <a:lnTo>
                    <a:pt x="5488086" y="3053441"/>
                  </a:lnTo>
                  <a:lnTo>
                    <a:pt x="5532777" y="2988195"/>
                  </a:lnTo>
                  <a:lnTo>
                    <a:pt x="5567201" y="2931881"/>
                  </a:lnTo>
                  <a:lnTo>
                    <a:pt x="5599656" y="2874065"/>
                  </a:lnTo>
                  <a:lnTo>
                    <a:pt x="5631815" y="2812361"/>
                  </a:lnTo>
                  <a:lnTo>
                    <a:pt x="5663848" y="2746688"/>
                  </a:lnTo>
                  <a:lnTo>
                    <a:pt x="5695888" y="2677020"/>
                  </a:lnTo>
                  <a:lnTo>
                    <a:pt x="5728041" y="2603387"/>
                  </a:lnTo>
                  <a:lnTo>
                    <a:pt x="5760385" y="2525881"/>
                  </a:lnTo>
                  <a:lnTo>
                    <a:pt x="5792973" y="2444664"/>
                  </a:lnTo>
                  <a:lnTo>
                    <a:pt x="5825835" y="2359965"/>
                  </a:lnTo>
                  <a:lnTo>
                    <a:pt x="5858981" y="2272081"/>
                  </a:lnTo>
                  <a:lnTo>
                    <a:pt x="5892401" y="2181378"/>
                  </a:lnTo>
                  <a:lnTo>
                    <a:pt x="5926068" y="2088284"/>
                  </a:lnTo>
                  <a:lnTo>
                    <a:pt x="5959942" y="1993282"/>
                  </a:lnTo>
                  <a:lnTo>
                    <a:pt x="5993969" y="1896903"/>
                  </a:lnTo>
                  <a:lnTo>
                    <a:pt x="6028089" y="1799708"/>
                  </a:lnTo>
                  <a:lnTo>
                    <a:pt x="6062235" y="1702280"/>
                  </a:lnTo>
                  <a:lnTo>
                    <a:pt x="6096340" y="1605210"/>
                  </a:lnTo>
                  <a:lnTo>
                    <a:pt x="6130340" y="1509076"/>
                  </a:lnTo>
                  <a:lnTo>
                    <a:pt x="6164173" y="1414436"/>
                  </a:lnTo>
                  <a:lnTo>
                    <a:pt x="6197791" y="1321810"/>
                  </a:lnTo>
                  <a:lnTo>
                    <a:pt x="6231155" y="1231670"/>
                  </a:lnTo>
                  <a:lnTo>
                    <a:pt x="6264241" y="1144432"/>
                  </a:lnTo>
                  <a:lnTo>
                    <a:pt x="6297044" y="1060447"/>
                  </a:lnTo>
                  <a:lnTo>
                    <a:pt x="6329576" y="980000"/>
                  </a:lnTo>
                  <a:lnTo>
                    <a:pt x="6361875" y="903304"/>
                  </a:lnTo>
                  <a:lnTo>
                    <a:pt x="6393996" y="830504"/>
                  </a:lnTo>
                  <a:lnTo>
                    <a:pt x="6426025" y="761682"/>
                  </a:lnTo>
                  <a:lnTo>
                    <a:pt x="6458073" y="696854"/>
                  </a:lnTo>
                  <a:lnTo>
                    <a:pt x="6490279" y="635981"/>
                  </a:lnTo>
                  <a:lnTo>
                    <a:pt x="6515891" y="590731"/>
                  </a:lnTo>
                  <a:lnTo>
                    <a:pt x="6559554" y="520201"/>
                  </a:lnTo>
                  <a:lnTo>
                    <a:pt x="6604578" y="456338"/>
                  </a:lnTo>
                  <a:lnTo>
                    <a:pt x="6651578" y="398847"/>
                  </a:lnTo>
                  <a:lnTo>
                    <a:pt x="6701246" y="347201"/>
                  </a:lnTo>
                  <a:lnTo>
                    <a:pt x="6754298" y="300792"/>
                  </a:lnTo>
                  <a:lnTo>
                    <a:pt x="6811416" y="259016"/>
                  </a:lnTo>
                  <a:lnTo>
                    <a:pt x="6873193" y="221327"/>
                  </a:lnTo>
                  <a:lnTo>
                    <a:pt x="6940043" y="187266"/>
                  </a:lnTo>
                  <a:lnTo>
                    <a:pt x="7012099" y="156473"/>
                  </a:lnTo>
                  <a:lnTo>
                    <a:pt x="7089075" y="128702"/>
                  </a:lnTo>
                  <a:lnTo>
                    <a:pt x="7170120" y="103814"/>
                  </a:lnTo>
                  <a:lnTo>
                    <a:pt x="7253691" y="81768"/>
                  </a:lnTo>
                  <a:lnTo>
                    <a:pt x="7337494" y="62595"/>
                  </a:lnTo>
                  <a:lnTo>
                    <a:pt x="7418551" y="46361"/>
                  </a:lnTo>
                  <a:lnTo>
                    <a:pt x="7493469" y="33114"/>
                  </a:lnTo>
                  <a:lnTo>
                    <a:pt x="7558896" y="22820"/>
                  </a:lnTo>
                  <a:lnTo>
                    <a:pt x="7612105" y="15323"/>
                  </a:lnTo>
                  <a:lnTo>
                    <a:pt x="7651554" y="10318"/>
                  </a:lnTo>
                  <a:lnTo>
                    <a:pt x="7677268" y="7368"/>
                  </a:lnTo>
                  <a:lnTo>
                    <a:pt x="7690932" y="5945"/>
                  </a:lnTo>
                  <a:lnTo>
                    <a:pt x="7695755" y="548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2" y="86"/>
                  </a:lnTo>
                  <a:lnTo>
                    <a:pt x="7688930" y="699"/>
                  </a:lnTo>
                  <a:lnTo>
                    <a:pt x="7672960" y="2396"/>
                  </a:lnTo>
                  <a:lnTo>
                    <a:pt x="7644455" y="5735"/>
                  </a:lnTo>
                  <a:lnTo>
                    <a:pt x="7602070" y="11230"/>
                  </a:lnTo>
                  <a:lnTo>
                    <a:pt x="7546128" y="19293"/>
                  </a:lnTo>
                  <a:lnTo>
                    <a:pt x="7478457" y="30197"/>
                  </a:lnTo>
                  <a:lnTo>
                    <a:pt x="7401966" y="44070"/>
                  </a:lnTo>
                  <a:lnTo>
                    <a:pt x="7320061" y="60925"/>
                  </a:lnTo>
                  <a:lnTo>
                    <a:pt x="7236081" y="80705"/>
                  </a:lnTo>
                  <a:lnTo>
                    <a:pt x="7152874" y="103347"/>
                  </a:lnTo>
                  <a:lnTo>
                    <a:pt x="7072578" y="128833"/>
                  </a:lnTo>
                  <a:lnTo>
                    <a:pt x="6996583" y="157221"/>
                  </a:lnTo>
                  <a:lnTo>
                    <a:pt x="6925610" y="188674"/>
                  </a:lnTo>
                  <a:lnTo>
                    <a:pt x="6859844" y="223462"/>
                  </a:lnTo>
                  <a:lnTo>
                    <a:pt x="6799085" y="261966"/>
                  </a:lnTo>
                  <a:lnTo>
                    <a:pt x="6742872" y="304664"/>
                  </a:lnTo>
                  <a:lnTo>
                    <a:pt x="6690587" y="352119"/>
                  </a:lnTo>
                  <a:lnTo>
                    <a:pt x="6641537" y="404940"/>
                  </a:lnTo>
                  <a:lnTo>
                    <a:pt x="6595006" y="463727"/>
                  </a:lnTo>
                  <a:lnTo>
                    <a:pt x="6550315" y="528973"/>
                  </a:lnTo>
                  <a:lnTo>
                    <a:pt x="6515891" y="585287"/>
                  </a:lnTo>
                  <a:lnTo>
                    <a:pt x="6483437" y="643103"/>
                  </a:lnTo>
                  <a:lnTo>
                    <a:pt x="6451277" y="704807"/>
                  </a:lnTo>
                  <a:lnTo>
                    <a:pt x="6419245" y="770480"/>
                  </a:lnTo>
                  <a:lnTo>
                    <a:pt x="6387204" y="840148"/>
                  </a:lnTo>
                  <a:lnTo>
                    <a:pt x="6355051" y="913782"/>
                  </a:lnTo>
                  <a:lnTo>
                    <a:pt x="6322707" y="991287"/>
                  </a:lnTo>
                  <a:lnTo>
                    <a:pt x="6290119" y="1072504"/>
                  </a:lnTo>
                  <a:lnTo>
                    <a:pt x="6257257" y="1157203"/>
                  </a:lnTo>
                  <a:lnTo>
                    <a:pt x="6224111" y="1245087"/>
                  </a:lnTo>
                  <a:lnTo>
                    <a:pt x="6190691" y="1335791"/>
                  </a:lnTo>
                  <a:lnTo>
                    <a:pt x="6157024" y="1428884"/>
                  </a:lnTo>
                  <a:lnTo>
                    <a:pt x="6123151" y="1523886"/>
                  </a:lnTo>
                  <a:lnTo>
                    <a:pt x="6089124" y="1620265"/>
                  </a:lnTo>
                  <a:lnTo>
                    <a:pt x="6055004" y="1717460"/>
                  </a:lnTo>
                  <a:lnTo>
                    <a:pt x="6020858" y="1814888"/>
                  </a:lnTo>
                  <a:lnTo>
                    <a:pt x="5986752" y="1911958"/>
                  </a:lnTo>
                  <a:lnTo>
                    <a:pt x="5952753" y="2008092"/>
                  </a:lnTo>
                  <a:lnTo>
                    <a:pt x="5918919" y="2102732"/>
                  </a:lnTo>
                  <a:lnTo>
                    <a:pt x="5885301" y="2195358"/>
                  </a:lnTo>
                  <a:lnTo>
                    <a:pt x="5851938" y="2285498"/>
                  </a:lnTo>
                  <a:lnTo>
                    <a:pt x="5818852" y="2372736"/>
                  </a:lnTo>
                  <a:lnTo>
                    <a:pt x="5786049" y="2456721"/>
                  </a:lnTo>
                  <a:lnTo>
                    <a:pt x="5753516" y="2537168"/>
                  </a:lnTo>
                  <a:lnTo>
                    <a:pt x="5721218" y="2613864"/>
                  </a:lnTo>
                  <a:lnTo>
                    <a:pt x="5689096" y="2686664"/>
                  </a:lnTo>
                  <a:lnTo>
                    <a:pt x="5657067" y="2755486"/>
                  </a:lnTo>
                  <a:lnTo>
                    <a:pt x="5625020" y="2820314"/>
                  </a:lnTo>
                  <a:lnTo>
                    <a:pt x="5592813" y="2881187"/>
                  </a:lnTo>
                  <a:lnTo>
                    <a:pt x="5567201" y="2926437"/>
                  </a:lnTo>
                  <a:lnTo>
                    <a:pt x="5523538" y="2996967"/>
                  </a:lnTo>
                  <a:lnTo>
                    <a:pt x="5478515" y="3060830"/>
                  </a:lnTo>
                  <a:lnTo>
                    <a:pt x="5431515" y="3118321"/>
                  </a:lnTo>
                  <a:lnTo>
                    <a:pt x="5381846" y="3169967"/>
                  </a:lnTo>
                  <a:lnTo>
                    <a:pt x="5328795" y="3216376"/>
                  </a:lnTo>
                  <a:lnTo>
                    <a:pt x="5271676" y="3258152"/>
                  </a:lnTo>
                  <a:lnTo>
                    <a:pt x="5209900" y="3295841"/>
                  </a:lnTo>
                  <a:lnTo>
                    <a:pt x="5143049" y="3329902"/>
                  </a:lnTo>
                  <a:lnTo>
                    <a:pt x="5070993" y="3360695"/>
                  </a:lnTo>
                  <a:lnTo>
                    <a:pt x="4994018" y="3388466"/>
                  </a:lnTo>
                  <a:lnTo>
                    <a:pt x="4912973" y="3413354"/>
                  </a:lnTo>
                  <a:lnTo>
                    <a:pt x="4829401" y="3435400"/>
                  </a:lnTo>
                  <a:lnTo>
                    <a:pt x="4745599" y="3454573"/>
                  </a:lnTo>
                  <a:lnTo>
                    <a:pt x="4664542" y="3470807"/>
                  </a:lnTo>
                  <a:lnTo>
                    <a:pt x="4589624" y="3484054"/>
                  </a:lnTo>
                  <a:lnTo>
                    <a:pt x="4524196" y="3494348"/>
                  </a:lnTo>
                  <a:lnTo>
                    <a:pt x="4470988" y="3501845"/>
                  </a:lnTo>
                  <a:lnTo>
                    <a:pt x="4431538" y="3506850"/>
                  </a:lnTo>
                  <a:lnTo>
                    <a:pt x="4405824" y="3509800"/>
                  </a:lnTo>
                  <a:lnTo>
                    <a:pt x="4392160" y="3511224"/>
                  </a:lnTo>
                  <a:lnTo>
                    <a:pt x="4387338" y="3511682"/>
                  </a:lnTo>
                  <a:lnTo>
                    <a:pt x="4386855" y="3511724"/>
                  </a:lnTo>
                  <a:lnTo>
                    <a:pt x="3848118" y="3511724"/>
                  </a:lnTo>
                  <a:lnTo>
                    <a:pt x="3846816" y="3511726"/>
                  </a:lnTo>
                  <a:lnTo>
                    <a:pt x="3838317" y="3511742"/>
                  </a:lnTo>
                  <a:lnTo>
                    <a:pt x="3817132" y="3511785"/>
                  </a:lnTo>
                  <a:lnTo>
                    <a:pt x="3779865" y="3511869"/>
                  </a:lnTo>
                  <a:lnTo>
                    <a:pt x="3725541" y="3512007"/>
                  </a:lnTo>
                  <a:lnTo>
                    <a:pt x="3655625" y="3512207"/>
                  </a:lnTo>
                  <a:lnTo>
                    <a:pt x="3573532" y="3512475"/>
                  </a:lnTo>
                  <a:lnTo>
                    <a:pt x="3483745" y="3512810"/>
                  </a:lnTo>
                  <a:lnTo>
                    <a:pt x="3390851" y="3513212"/>
                  </a:lnTo>
                  <a:lnTo>
                    <a:pt x="3298781" y="3513680"/>
                  </a:lnTo>
                  <a:lnTo>
                    <a:pt x="3210418" y="3514212"/>
                  </a:lnTo>
                  <a:lnTo>
                    <a:pt x="3127529" y="3514811"/>
                  </a:lnTo>
                  <a:lnTo>
                    <a:pt x="3050910" y="3515482"/>
                  </a:lnTo>
                  <a:lnTo>
                    <a:pt x="2980618" y="3516232"/>
                  </a:lnTo>
                  <a:lnTo>
                    <a:pt x="2916207" y="3517072"/>
                  </a:lnTo>
                  <a:lnTo>
                    <a:pt x="2856923" y="3518015"/>
                  </a:lnTo>
                  <a:lnTo>
                    <a:pt x="2801850" y="3519077"/>
                  </a:lnTo>
                  <a:lnTo>
                    <a:pt x="2750021" y="3520273"/>
                  </a:lnTo>
                  <a:lnTo>
                    <a:pt x="2700503" y="3521615"/>
                  </a:lnTo>
                  <a:lnTo>
                    <a:pt x="2667772" y="3522613"/>
                  </a:lnTo>
                  <a:lnTo>
                    <a:pt x="2615005" y="3524405"/>
                  </a:lnTo>
                  <a:lnTo>
                    <a:pt x="2562742" y="3526391"/>
                  </a:lnTo>
                  <a:lnTo>
                    <a:pt x="2510389" y="3528574"/>
                  </a:lnTo>
                  <a:lnTo>
                    <a:pt x="2457556" y="3530949"/>
                  </a:lnTo>
                  <a:lnTo>
                    <a:pt x="2404033" y="3533502"/>
                  </a:lnTo>
                  <a:lnTo>
                    <a:pt x="2349763" y="3536210"/>
                  </a:lnTo>
                  <a:lnTo>
                    <a:pt x="2294822" y="3539040"/>
                  </a:lnTo>
                  <a:lnTo>
                    <a:pt x="2239392" y="3541954"/>
                  </a:lnTo>
                  <a:lnTo>
                    <a:pt x="2183725" y="3544906"/>
                  </a:lnTo>
                  <a:lnTo>
                    <a:pt x="2128108" y="3547851"/>
                  </a:lnTo>
                  <a:lnTo>
                    <a:pt x="2072822" y="3550740"/>
                  </a:lnTo>
                  <a:lnTo>
                    <a:pt x="2018099" y="3553532"/>
                  </a:lnTo>
                  <a:lnTo>
                    <a:pt x="1964087" y="3556189"/>
                  </a:lnTo>
                  <a:lnTo>
                    <a:pt x="1910819" y="3558682"/>
                  </a:lnTo>
                  <a:lnTo>
                    <a:pt x="1858186" y="3560991"/>
                  </a:lnTo>
                  <a:lnTo>
                    <a:pt x="1805918" y="3563106"/>
                  </a:lnTo>
                  <a:lnTo>
                    <a:pt x="1753558" y="3565024"/>
                  </a:lnTo>
                  <a:lnTo>
                    <a:pt x="1719082" y="3566169"/>
                  </a:lnTo>
                  <a:lnTo>
                    <a:pt x="1670664" y="3567615"/>
                  </a:lnTo>
                  <a:lnTo>
                    <a:pt x="1620500" y="3568909"/>
                  </a:lnTo>
                  <a:lnTo>
                    <a:pt x="1567734" y="3570060"/>
                  </a:lnTo>
                  <a:lnTo>
                    <a:pt x="1511415" y="3571082"/>
                  </a:lnTo>
                  <a:lnTo>
                    <a:pt x="1450581" y="3571991"/>
                  </a:lnTo>
                  <a:lnTo>
                    <a:pt x="1384354" y="3572800"/>
                  </a:lnTo>
                  <a:lnTo>
                    <a:pt x="1312061" y="3573524"/>
                  </a:lnTo>
                  <a:lnTo>
                    <a:pt x="1233394" y="3574171"/>
                  </a:lnTo>
                  <a:lnTo>
                    <a:pt x="1148619" y="3574748"/>
                  </a:lnTo>
                  <a:lnTo>
                    <a:pt x="1058822" y="3575260"/>
                  </a:lnTo>
                  <a:lnTo>
                    <a:pt x="966119" y="3575707"/>
                  </a:lnTo>
                  <a:lnTo>
                    <a:pt x="873751" y="3576088"/>
                  </a:lnTo>
                  <a:lnTo>
                    <a:pt x="785920" y="3576401"/>
                  </a:lnTo>
                  <a:lnTo>
                    <a:pt x="707276" y="3576647"/>
                  </a:lnTo>
                  <a:lnTo>
                    <a:pt x="642069" y="3576826"/>
                  </a:lnTo>
                  <a:lnTo>
                    <a:pt x="593170" y="3576946"/>
                  </a:lnTo>
                  <a:lnTo>
                    <a:pt x="561290" y="3577015"/>
                  </a:lnTo>
                  <a:lnTo>
                    <a:pt x="544653" y="3577048"/>
                  </a:lnTo>
                  <a:lnTo>
                    <a:pt x="539152" y="3577058"/>
                  </a:lnTo>
                  <a:lnTo>
                    <a:pt x="538736" y="3577058"/>
                  </a:lnTo>
                  <a:lnTo>
                    <a:pt x="0" y="3577058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26" name="pl1926"/>
            <p:cNvSpPr/>
            <p:nvPr/>
          </p:nvSpPr>
          <p:spPr>
            <a:xfrm>
              <a:off x="546595" y="2176925"/>
              <a:ext cx="8234974" cy="3577058"/>
            </a:xfrm>
            <a:custGeom>
              <a:avLst/>
              <a:pathLst>
                <a:path w="8234974" h="3577058">
                  <a:moveTo>
                    <a:pt x="0" y="3577058"/>
                  </a:moveTo>
                  <a:lnTo>
                    <a:pt x="538736" y="3577058"/>
                  </a:lnTo>
                  <a:lnTo>
                    <a:pt x="540039" y="3577056"/>
                  </a:lnTo>
                  <a:lnTo>
                    <a:pt x="548538" y="3577041"/>
                  </a:lnTo>
                  <a:lnTo>
                    <a:pt x="569722" y="3576998"/>
                  </a:lnTo>
                  <a:lnTo>
                    <a:pt x="606990" y="3576913"/>
                  </a:lnTo>
                  <a:lnTo>
                    <a:pt x="661314" y="3576775"/>
                  </a:lnTo>
                  <a:lnTo>
                    <a:pt x="731230" y="3576575"/>
                  </a:lnTo>
                  <a:lnTo>
                    <a:pt x="813323" y="3576308"/>
                  </a:lnTo>
                  <a:lnTo>
                    <a:pt x="903109" y="3575973"/>
                  </a:lnTo>
                  <a:lnTo>
                    <a:pt x="996004" y="3575571"/>
                  </a:lnTo>
                  <a:lnTo>
                    <a:pt x="1088074" y="3575103"/>
                  </a:lnTo>
                  <a:lnTo>
                    <a:pt x="1176437" y="3574570"/>
                  </a:lnTo>
                  <a:lnTo>
                    <a:pt x="1259326" y="3573971"/>
                  </a:lnTo>
                  <a:lnTo>
                    <a:pt x="1335945" y="3573300"/>
                  </a:lnTo>
                  <a:lnTo>
                    <a:pt x="1406237" y="3572551"/>
                  </a:lnTo>
                  <a:lnTo>
                    <a:pt x="1470647" y="3571711"/>
                  </a:lnTo>
                  <a:lnTo>
                    <a:pt x="1529931" y="3570767"/>
                  </a:lnTo>
                  <a:lnTo>
                    <a:pt x="1585004" y="3569705"/>
                  </a:lnTo>
                  <a:lnTo>
                    <a:pt x="1636834" y="3568510"/>
                  </a:lnTo>
                  <a:lnTo>
                    <a:pt x="1686352" y="3567168"/>
                  </a:lnTo>
                  <a:lnTo>
                    <a:pt x="1719082" y="3566169"/>
                  </a:lnTo>
                  <a:lnTo>
                    <a:pt x="1771850" y="3564378"/>
                  </a:lnTo>
                  <a:lnTo>
                    <a:pt x="1824113" y="3562392"/>
                  </a:lnTo>
                  <a:lnTo>
                    <a:pt x="1876466" y="3560208"/>
                  </a:lnTo>
                  <a:lnTo>
                    <a:pt x="1929298" y="3557833"/>
                  </a:lnTo>
                  <a:lnTo>
                    <a:pt x="1982821" y="3555280"/>
                  </a:lnTo>
                  <a:lnTo>
                    <a:pt x="2037091" y="3552573"/>
                  </a:lnTo>
                  <a:lnTo>
                    <a:pt x="2092032" y="3549742"/>
                  </a:lnTo>
                  <a:lnTo>
                    <a:pt x="2147463" y="3546829"/>
                  </a:lnTo>
                  <a:lnTo>
                    <a:pt x="2203130" y="3543876"/>
                  </a:lnTo>
                  <a:lnTo>
                    <a:pt x="2258747" y="3540932"/>
                  </a:lnTo>
                  <a:lnTo>
                    <a:pt x="2314032" y="3538042"/>
                  </a:lnTo>
                  <a:lnTo>
                    <a:pt x="2368755" y="3535251"/>
                  </a:lnTo>
                  <a:lnTo>
                    <a:pt x="2422767" y="3532594"/>
                  </a:lnTo>
                  <a:lnTo>
                    <a:pt x="2476036" y="3530101"/>
                  </a:lnTo>
                  <a:lnTo>
                    <a:pt x="2528669" y="3527791"/>
                  </a:lnTo>
                  <a:lnTo>
                    <a:pt x="2580937" y="3525676"/>
                  </a:lnTo>
                  <a:lnTo>
                    <a:pt x="2633296" y="3523759"/>
                  </a:lnTo>
                  <a:lnTo>
                    <a:pt x="2667772" y="3522613"/>
                  </a:lnTo>
                  <a:lnTo>
                    <a:pt x="2716191" y="3521168"/>
                  </a:lnTo>
                  <a:lnTo>
                    <a:pt x="2766355" y="3519874"/>
                  </a:lnTo>
                  <a:lnTo>
                    <a:pt x="2819120" y="3518723"/>
                  </a:lnTo>
                  <a:lnTo>
                    <a:pt x="2875439" y="3517700"/>
                  </a:lnTo>
                  <a:lnTo>
                    <a:pt x="2936274" y="3516792"/>
                  </a:lnTo>
                  <a:lnTo>
                    <a:pt x="3002501" y="3515982"/>
                  </a:lnTo>
                  <a:lnTo>
                    <a:pt x="3074794" y="3515259"/>
                  </a:lnTo>
                  <a:lnTo>
                    <a:pt x="3153461" y="3514612"/>
                  </a:lnTo>
                  <a:lnTo>
                    <a:pt x="3238235" y="3514034"/>
                  </a:lnTo>
                  <a:lnTo>
                    <a:pt x="3328032" y="3513522"/>
                  </a:lnTo>
                  <a:lnTo>
                    <a:pt x="3420735" y="3513076"/>
                  </a:lnTo>
                  <a:lnTo>
                    <a:pt x="3513104" y="3512695"/>
                  </a:lnTo>
                  <a:lnTo>
                    <a:pt x="3600935" y="3512381"/>
                  </a:lnTo>
                  <a:lnTo>
                    <a:pt x="3679578" y="3512136"/>
                  </a:lnTo>
                  <a:lnTo>
                    <a:pt x="3744785" y="3511956"/>
                  </a:lnTo>
                  <a:lnTo>
                    <a:pt x="3793685" y="3511837"/>
                  </a:lnTo>
                  <a:lnTo>
                    <a:pt x="3825565" y="3511767"/>
                  </a:lnTo>
                  <a:lnTo>
                    <a:pt x="3842201" y="3511734"/>
                  </a:lnTo>
                  <a:lnTo>
                    <a:pt x="3847702" y="3511725"/>
                  </a:lnTo>
                  <a:lnTo>
                    <a:pt x="3848118" y="3511724"/>
                  </a:lnTo>
                  <a:lnTo>
                    <a:pt x="4386855" y="3511724"/>
                  </a:lnTo>
                  <a:lnTo>
                    <a:pt x="4387820" y="3511638"/>
                  </a:lnTo>
                  <a:lnTo>
                    <a:pt x="4394162" y="3511024"/>
                  </a:lnTo>
                  <a:lnTo>
                    <a:pt x="4410132" y="3509327"/>
                  </a:lnTo>
                  <a:lnTo>
                    <a:pt x="4438638" y="3505988"/>
                  </a:lnTo>
                  <a:lnTo>
                    <a:pt x="4481022" y="3500494"/>
                  </a:lnTo>
                  <a:lnTo>
                    <a:pt x="4536965" y="3492431"/>
                  </a:lnTo>
                  <a:lnTo>
                    <a:pt x="4604636" y="3481527"/>
                  </a:lnTo>
                  <a:lnTo>
                    <a:pt x="4681127" y="3467653"/>
                  </a:lnTo>
                  <a:lnTo>
                    <a:pt x="4763031" y="3450799"/>
                  </a:lnTo>
                  <a:lnTo>
                    <a:pt x="4847011" y="3431019"/>
                  </a:lnTo>
                  <a:lnTo>
                    <a:pt x="4930219" y="3408376"/>
                  </a:lnTo>
                  <a:lnTo>
                    <a:pt x="5010515" y="3382891"/>
                  </a:lnTo>
                  <a:lnTo>
                    <a:pt x="5086509" y="3354502"/>
                  </a:lnTo>
                  <a:lnTo>
                    <a:pt x="5157482" y="3323049"/>
                  </a:lnTo>
                  <a:lnTo>
                    <a:pt x="5223248" y="3288261"/>
                  </a:lnTo>
                  <a:lnTo>
                    <a:pt x="5284007" y="3249758"/>
                  </a:lnTo>
                  <a:lnTo>
                    <a:pt x="5340221" y="3207060"/>
                  </a:lnTo>
                  <a:lnTo>
                    <a:pt x="5392505" y="3159605"/>
                  </a:lnTo>
                  <a:lnTo>
                    <a:pt x="5441556" y="3106784"/>
                  </a:lnTo>
                  <a:lnTo>
                    <a:pt x="5488086" y="3047996"/>
                  </a:lnTo>
                  <a:lnTo>
                    <a:pt x="5532777" y="2982750"/>
                  </a:lnTo>
                  <a:lnTo>
                    <a:pt x="5567201" y="2926437"/>
                  </a:lnTo>
                  <a:lnTo>
                    <a:pt x="5599656" y="2868621"/>
                  </a:lnTo>
                  <a:lnTo>
                    <a:pt x="5631815" y="2806916"/>
                  </a:lnTo>
                  <a:lnTo>
                    <a:pt x="5663848" y="2741244"/>
                  </a:lnTo>
                  <a:lnTo>
                    <a:pt x="5695888" y="2671575"/>
                  </a:lnTo>
                  <a:lnTo>
                    <a:pt x="5728041" y="2597942"/>
                  </a:lnTo>
                  <a:lnTo>
                    <a:pt x="5760385" y="2520437"/>
                  </a:lnTo>
                  <a:lnTo>
                    <a:pt x="5792973" y="2439220"/>
                  </a:lnTo>
                  <a:lnTo>
                    <a:pt x="5825835" y="2354520"/>
                  </a:lnTo>
                  <a:lnTo>
                    <a:pt x="5858981" y="2266636"/>
                  </a:lnTo>
                  <a:lnTo>
                    <a:pt x="5892401" y="2175933"/>
                  </a:lnTo>
                  <a:lnTo>
                    <a:pt x="5926068" y="2082839"/>
                  </a:lnTo>
                  <a:lnTo>
                    <a:pt x="5959942" y="1987838"/>
                  </a:lnTo>
                  <a:lnTo>
                    <a:pt x="5993969" y="1891458"/>
                  </a:lnTo>
                  <a:lnTo>
                    <a:pt x="6028089" y="1794263"/>
                  </a:lnTo>
                  <a:lnTo>
                    <a:pt x="6062235" y="1696836"/>
                  </a:lnTo>
                  <a:lnTo>
                    <a:pt x="6096340" y="1599765"/>
                  </a:lnTo>
                  <a:lnTo>
                    <a:pt x="6130340" y="1503632"/>
                  </a:lnTo>
                  <a:lnTo>
                    <a:pt x="6164173" y="1408991"/>
                  </a:lnTo>
                  <a:lnTo>
                    <a:pt x="6197791" y="1316365"/>
                  </a:lnTo>
                  <a:lnTo>
                    <a:pt x="6231155" y="1226226"/>
                  </a:lnTo>
                  <a:lnTo>
                    <a:pt x="6264241" y="1138988"/>
                  </a:lnTo>
                  <a:lnTo>
                    <a:pt x="6297044" y="1055003"/>
                  </a:lnTo>
                  <a:lnTo>
                    <a:pt x="6329576" y="974555"/>
                  </a:lnTo>
                  <a:lnTo>
                    <a:pt x="6361875" y="897859"/>
                  </a:lnTo>
                  <a:lnTo>
                    <a:pt x="6393996" y="825060"/>
                  </a:lnTo>
                  <a:lnTo>
                    <a:pt x="6426025" y="756237"/>
                  </a:lnTo>
                  <a:lnTo>
                    <a:pt x="6458073" y="691409"/>
                  </a:lnTo>
                  <a:lnTo>
                    <a:pt x="6490279" y="630537"/>
                  </a:lnTo>
                  <a:lnTo>
                    <a:pt x="6515891" y="585287"/>
                  </a:lnTo>
                  <a:lnTo>
                    <a:pt x="6559554" y="514757"/>
                  </a:lnTo>
                  <a:lnTo>
                    <a:pt x="6604578" y="450894"/>
                  </a:lnTo>
                  <a:lnTo>
                    <a:pt x="6651578" y="393402"/>
                  </a:lnTo>
                  <a:lnTo>
                    <a:pt x="6701246" y="341756"/>
                  </a:lnTo>
                  <a:lnTo>
                    <a:pt x="6754298" y="295347"/>
                  </a:lnTo>
                  <a:lnTo>
                    <a:pt x="6811416" y="253572"/>
                  </a:lnTo>
                  <a:lnTo>
                    <a:pt x="6873193" y="215883"/>
                  </a:lnTo>
                  <a:lnTo>
                    <a:pt x="6940043" y="181821"/>
                  </a:lnTo>
                  <a:lnTo>
                    <a:pt x="7012099" y="151029"/>
                  </a:lnTo>
                  <a:lnTo>
                    <a:pt x="7089075" y="123258"/>
                  </a:lnTo>
                  <a:lnTo>
                    <a:pt x="7170120" y="98370"/>
                  </a:lnTo>
                  <a:lnTo>
                    <a:pt x="7253691" y="76323"/>
                  </a:lnTo>
                  <a:lnTo>
                    <a:pt x="7337494" y="57150"/>
                  </a:lnTo>
                  <a:lnTo>
                    <a:pt x="7418551" y="40917"/>
                  </a:lnTo>
                  <a:lnTo>
                    <a:pt x="7493469" y="27669"/>
                  </a:lnTo>
                  <a:lnTo>
                    <a:pt x="7558896" y="17376"/>
                  </a:lnTo>
                  <a:lnTo>
                    <a:pt x="7612105" y="9878"/>
                  </a:lnTo>
                  <a:lnTo>
                    <a:pt x="7651554" y="4873"/>
                  </a:lnTo>
                  <a:lnTo>
                    <a:pt x="7677268" y="1923"/>
                  </a:lnTo>
                  <a:lnTo>
                    <a:pt x="7690932" y="500"/>
                  </a:lnTo>
                  <a:lnTo>
                    <a:pt x="7695755" y="4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7" name="pl1927"/>
            <p:cNvSpPr/>
            <p:nvPr/>
          </p:nvSpPr>
          <p:spPr>
            <a:xfrm>
              <a:off x="546595" y="2171480"/>
              <a:ext cx="8234974" cy="3577058"/>
            </a:xfrm>
            <a:custGeom>
              <a:avLst/>
              <a:pathLst>
                <a:path w="8234974" h="3577058">
                  <a:moveTo>
                    <a:pt x="8234974" y="0"/>
                  </a:moveTo>
                  <a:lnTo>
                    <a:pt x="7696237" y="0"/>
                  </a:lnTo>
                  <a:lnTo>
                    <a:pt x="7695272" y="86"/>
                  </a:lnTo>
                  <a:lnTo>
                    <a:pt x="7688930" y="699"/>
                  </a:lnTo>
                  <a:lnTo>
                    <a:pt x="7672960" y="2396"/>
                  </a:lnTo>
                  <a:lnTo>
                    <a:pt x="7644455" y="5735"/>
                  </a:lnTo>
                  <a:lnTo>
                    <a:pt x="7602070" y="11230"/>
                  </a:lnTo>
                  <a:lnTo>
                    <a:pt x="7546128" y="19293"/>
                  </a:lnTo>
                  <a:lnTo>
                    <a:pt x="7478457" y="30197"/>
                  </a:lnTo>
                  <a:lnTo>
                    <a:pt x="7401966" y="44070"/>
                  </a:lnTo>
                  <a:lnTo>
                    <a:pt x="7320061" y="60925"/>
                  </a:lnTo>
                  <a:lnTo>
                    <a:pt x="7236081" y="80705"/>
                  </a:lnTo>
                  <a:lnTo>
                    <a:pt x="7152874" y="103347"/>
                  </a:lnTo>
                  <a:lnTo>
                    <a:pt x="7072578" y="128833"/>
                  </a:lnTo>
                  <a:lnTo>
                    <a:pt x="6996583" y="157221"/>
                  </a:lnTo>
                  <a:lnTo>
                    <a:pt x="6925610" y="188674"/>
                  </a:lnTo>
                  <a:lnTo>
                    <a:pt x="6859844" y="223462"/>
                  </a:lnTo>
                  <a:lnTo>
                    <a:pt x="6799085" y="261966"/>
                  </a:lnTo>
                  <a:lnTo>
                    <a:pt x="6742872" y="304664"/>
                  </a:lnTo>
                  <a:lnTo>
                    <a:pt x="6690587" y="352119"/>
                  </a:lnTo>
                  <a:lnTo>
                    <a:pt x="6641537" y="404940"/>
                  </a:lnTo>
                  <a:lnTo>
                    <a:pt x="6595006" y="463727"/>
                  </a:lnTo>
                  <a:lnTo>
                    <a:pt x="6550315" y="528973"/>
                  </a:lnTo>
                  <a:lnTo>
                    <a:pt x="6515891" y="585287"/>
                  </a:lnTo>
                  <a:lnTo>
                    <a:pt x="6483437" y="643103"/>
                  </a:lnTo>
                  <a:lnTo>
                    <a:pt x="6451277" y="704807"/>
                  </a:lnTo>
                  <a:lnTo>
                    <a:pt x="6419245" y="770480"/>
                  </a:lnTo>
                  <a:lnTo>
                    <a:pt x="6387204" y="840148"/>
                  </a:lnTo>
                  <a:lnTo>
                    <a:pt x="6355051" y="913782"/>
                  </a:lnTo>
                  <a:lnTo>
                    <a:pt x="6322707" y="991287"/>
                  </a:lnTo>
                  <a:lnTo>
                    <a:pt x="6290119" y="1072504"/>
                  </a:lnTo>
                  <a:lnTo>
                    <a:pt x="6257257" y="1157203"/>
                  </a:lnTo>
                  <a:lnTo>
                    <a:pt x="6224111" y="1245087"/>
                  </a:lnTo>
                  <a:lnTo>
                    <a:pt x="6190691" y="1335791"/>
                  </a:lnTo>
                  <a:lnTo>
                    <a:pt x="6157024" y="1428884"/>
                  </a:lnTo>
                  <a:lnTo>
                    <a:pt x="6123151" y="1523886"/>
                  </a:lnTo>
                  <a:lnTo>
                    <a:pt x="6089124" y="1620265"/>
                  </a:lnTo>
                  <a:lnTo>
                    <a:pt x="6055004" y="1717460"/>
                  </a:lnTo>
                  <a:lnTo>
                    <a:pt x="6020858" y="1814888"/>
                  </a:lnTo>
                  <a:lnTo>
                    <a:pt x="5986752" y="1911958"/>
                  </a:lnTo>
                  <a:lnTo>
                    <a:pt x="5952753" y="2008092"/>
                  </a:lnTo>
                  <a:lnTo>
                    <a:pt x="5918919" y="2102732"/>
                  </a:lnTo>
                  <a:lnTo>
                    <a:pt x="5885301" y="2195358"/>
                  </a:lnTo>
                  <a:lnTo>
                    <a:pt x="5851938" y="2285498"/>
                  </a:lnTo>
                  <a:lnTo>
                    <a:pt x="5818852" y="2372736"/>
                  </a:lnTo>
                  <a:lnTo>
                    <a:pt x="5786049" y="2456721"/>
                  </a:lnTo>
                  <a:lnTo>
                    <a:pt x="5753516" y="2537168"/>
                  </a:lnTo>
                  <a:lnTo>
                    <a:pt x="5721218" y="2613864"/>
                  </a:lnTo>
                  <a:lnTo>
                    <a:pt x="5689096" y="2686664"/>
                  </a:lnTo>
                  <a:lnTo>
                    <a:pt x="5657067" y="2755486"/>
                  </a:lnTo>
                  <a:lnTo>
                    <a:pt x="5625020" y="2820314"/>
                  </a:lnTo>
                  <a:lnTo>
                    <a:pt x="5592813" y="2881187"/>
                  </a:lnTo>
                  <a:lnTo>
                    <a:pt x="5567201" y="2926437"/>
                  </a:lnTo>
                  <a:lnTo>
                    <a:pt x="5523538" y="2996967"/>
                  </a:lnTo>
                  <a:lnTo>
                    <a:pt x="5478515" y="3060830"/>
                  </a:lnTo>
                  <a:lnTo>
                    <a:pt x="5431515" y="3118321"/>
                  </a:lnTo>
                  <a:lnTo>
                    <a:pt x="5381846" y="3169967"/>
                  </a:lnTo>
                  <a:lnTo>
                    <a:pt x="5328795" y="3216376"/>
                  </a:lnTo>
                  <a:lnTo>
                    <a:pt x="5271676" y="3258152"/>
                  </a:lnTo>
                  <a:lnTo>
                    <a:pt x="5209900" y="3295841"/>
                  </a:lnTo>
                  <a:lnTo>
                    <a:pt x="5143049" y="3329902"/>
                  </a:lnTo>
                  <a:lnTo>
                    <a:pt x="5070993" y="3360695"/>
                  </a:lnTo>
                  <a:lnTo>
                    <a:pt x="4994018" y="3388466"/>
                  </a:lnTo>
                  <a:lnTo>
                    <a:pt x="4912973" y="3413354"/>
                  </a:lnTo>
                  <a:lnTo>
                    <a:pt x="4829401" y="3435400"/>
                  </a:lnTo>
                  <a:lnTo>
                    <a:pt x="4745599" y="3454573"/>
                  </a:lnTo>
                  <a:lnTo>
                    <a:pt x="4664542" y="3470807"/>
                  </a:lnTo>
                  <a:lnTo>
                    <a:pt x="4589624" y="3484054"/>
                  </a:lnTo>
                  <a:lnTo>
                    <a:pt x="4524196" y="3494348"/>
                  </a:lnTo>
                  <a:lnTo>
                    <a:pt x="4470988" y="3501845"/>
                  </a:lnTo>
                  <a:lnTo>
                    <a:pt x="4431538" y="3506850"/>
                  </a:lnTo>
                  <a:lnTo>
                    <a:pt x="4405824" y="3509800"/>
                  </a:lnTo>
                  <a:lnTo>
                    <a:pt x="4392160" y="3511224"/>
                  </a:lnTo>
                  <a:lnTo>
                    <a:pt x="4387338" y="3511682"/>
                  </a:lnTo>
                  <a:lnTo>
                    <a:pt x="4386855" y="3511724"/>
                  </a:lnTo>
                  <a:lnTo>
                    <a:pt x="3848118" y="3511724"/>
                  </a:lnTo>
                  <a:lnTo>
                    <a:pt x="3846816" y="3511726"/>
                  </a:lnTo>
                  <a:lnTo>
                    <a:pt x="3838317" y="3511742"/>
                  </a:lnTo>
                  <a:lnTo>
                    <a:pt x="3817132" y="3511785"/>
                  </a:lnTo>
                  <a:lnTo>
                    <a:pt x="3779865" y="3511869"/>
                  </a:lnTo>
                  <a:lnTo>
                    <a:pt x="3725541" y="3512007"/>
                  </a:lnTo>
                  <a:lnTo>
                    <a:pt x="3655625" y="3512207"/>
                  </a:lnTo>
                  <a:lnTo>
                    <a:pt x="3573532" y="3512475"/>
                  </a:lnTo>
                  <a:lnTo>
                    <a:pt x="3483745" y="3512810"/>
                  </a:lnTo>
                  <a:lnTo>
                    <a:pt x="3390851" y="3513212"/>
                  </a:lnTo>
                  <a:lnTo>
                    <a:pt x="3298781" y="3513680"/>
                  </a:lnTo>
                  <a:lnTo>
                    <a:pt x="3210418" y="3514212"/>
                  </a:lnTo>
                  <a:lnTo>
                    <a:pt x="3127529" y="3514811"/>
                  </a:lnTo>
                  <a:lnTo>
                    <a:pt x="3050910" y="3515482"/>
                  </a:lnTo>
                  <a:lnTo>
                    <a:pt x="2980618" y="3516232"/>
                  </a:lnTo>
                  <a:lnTo>
                    <a:pt x="2916207" y="3517072"/>
                  </a:lnTo>
                  <a:lnTo>
                    <a:pt x="2856923" y="3518015"/>
                  </a:lnTo>
                  <a:lnTo>
                    <a:pt x="2801850" y="3519077"/>
                  </a:lnTo>
                  <a:lnTo>
                    <a:pt x="2750021" y="3520273"/>
                  </a:lnTo>
                  <a:lnTo>
                    <a:pt x="2700503" y="3521615"/>
                  </a:lnTo>
                  <a:lnTo>
                    <a:pt x="2667772" y="3522613"/>
                  </a:lnTo>
                  <a:lnTo>
                    <a:pt x="2615005" y="3524405"/>
                  </a:lnTo>
                  <a:lnTo>
                    <a:pt x="2562742" y="3526391"/>
                  </a:lnTo>
                  <a:lnTo>
                    <a:pt x="2510389" y="3528574"/>
                  </a:lnTo>
                  <a:lnTo>
                    <a:pt x="2457556" y="3530949"/>
                  </a:lnTo>
                  <a:lnTo>
                    <a:pt x="2404033" y="3533502"/>
                  </a:lnTo>
                  <a:lnTo>
                    <a:pt x="2349763" y="3536210"/>
                  </a:lnTo>
                  <a:lnTo>
                    <a:pt x="2294822" y="3539040"/>
                  </a:lnTo>
                  <a:lnTo>
                    <a:pt x="2239392" y="3541954"/>
                  </a:lnTo>
                  <a:lnTo>
                    <a:pt x="2183725" y="3544906"/>
                  </a:lnTo>
                  <a:lnTo>
                    <a:pt x="2128108" y="3547851"/>
                  </a:lnTo>
                  <a:lnTo>
                    <a:pt x="2072822" y="3550740"/>
                  </a:lnTo>
                  <a:lnTo>
                    <a:pt x="2018099" y="3553532"/>
                  </a:lnTo>
                  <a:lnTo>
                    <a:pt x="1964087" y="3556189"/>
                  </a:lnTo>
                  <a:lnTo>
                    <a:pt x="1910819" y="3558682"/>
                  </a:lnTo>
                  <a:lnTo>
                    <a:pt x="1858186" y="3560991"/>
                  </a:lnTo>
                  <a:lnTo>
                    <a:pt x="1805918" y="3563106"/>
                  </a:lnTo>
                  <a:lnTo>
                    <a:pt x="1753558" y="3565024"/>
                  </a:lnTo>
                  <a:lnTo>
                    <a:pt x="1719082" y="3566169"/>
                  </a:lnTo>
                  <a:lnTo>
                    <a:pt x="1670664" y="3567615"/>
                  </a:lnTo>
                  <a:lnTo>
                    <a:pt x="1620500" y="3568909"/>
                  </a:lnTo>
                  <a:lnTo>
                    <a:pt x="1567734" y="3570060"/>
                  </a:lnTo>
                  <a:lnTo>
                    <a:pt x="1511415" y="3571082"/>
                  </a:lnTo>
                  <a:lnTo>
                    <a:pt x="1450581" y="3571991"/>
                  </a:lnTo>
                  <a:lnTo>
                    <a:pt x="1384354" y="3572800"/>
                  </a:lnTo>
                  <a:lnTo>
                    <a:pt x="1312061" y="3573524"/>
                  </a:lnTo>
                  <a:lnTo>
                    <a:pt x="1233394" y="3574171"/>
                  </a:lnTo>
                  <a:lnTo>
                    <a:pt x="1148619" y="3574748"/>
                  </a:lnTo>
                  <a:lnTo>
                    <a:pt x="1058822" y="3575260"/>
                  </a:lnTo>
                  <a:lnTo>
                    <a:pt x="966119" y="3575707"/>
                  </a:lnTo>
                  <a:lnTo>
                    <a:pt x="873751" y="3576088"/>
                  </a:lnTo>
                  <a:lnTo>
                    <a:pt x="785920" y="3576401"/>
                  </a:lnTo>
                  <a:lnTo>
                    <a:pt x="707276" y="3576647"/>
                  </a:lnTo>
                  <a:lnTo>
                    <a:pt x="642069" y="3576826"/>
                  </a:lnTo>
                  <a:lnTo>
                    <a:pt x="593170" y="3576946"/>
                  </a:lnTo>
                  <a:lnTo>
                    <a:pt x="561290" y="3577015"/>
                  </a:lnTo>
                  <a:lnTo>
                    <a:pt x="544653" y="3577048"/>
                  </a:lnTo>
                  <a:lnTo>
                    <a:pt x="539152" y="3577058"/>
                  </a:lnTo>
                  <a:lnTo>
                    <a:pt x="538736" y="3577058"/>
                  </a:lnTo>
                  <a:lnTo>
                    <a:pt x="0" y="35770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8" name="pg1928"/>
            <p:cNvSpPr/>
            <p:nvPr/>
          </p:nvSpPr>
          <p:spPr>
            <a:xfrm>
              <a:off x="546595" y="3385611"/>
              <a:ext cx="8234974" cy="2346594"/>
            </a:xfrm>
            <a:custGeom>
              <a:avLst/>
              <a:pathLst>
                <a:path w="8234974" h="2346594">
                  <a:moveTo>
                    <a:pt x="0" y="2346594"/>
                  </a:moveTo>
                  <a:lnTo>
                    <a:pt x="538736" y="2346594"/>
                  </a:lnTo>
                  <a:lnTo>
                    <a:pt x="539977" y="2346535"/>
                  </a:lnTo>
                  <a:lnTo>
                    <a:pt x="548083" y="2346116"/>
                  </a:lnTo>
                  <a:lnTo>
                    <a:pt x="568325" y="2344956"/>
                  </a:lnTo>
                  <a:lnTo>
                    <a:pt x="604026" y="2342680"/>
                  </a:lnTo>
                  <a:lnTo>
                    <a:pt x="656248" y="2338957"/>
                  </a:lnTo>
                  <a:lnTo>
                    <a:pt x="723759" y="2333541"/>
                  </a:lnTo>
                  <a:lnTo>
                    <a:pt x="803439" y="2326296"/>
                  </a:lnTo>
                  <a:lnTo>
                    <a:pt x="891083" y="2317184"/>
                  </a:lnTo>
                  <a:lnTo>
                    <a:pt x="982289" y="2306231"/>
                  </a:lnTo>
                  <a:lnTo>
                    <a:pt x="1073197" y="2293481"/>
                  </a:lnTo>
                  <a:lnTo>
                    <a:pt x="1160896" y="2278953"/>
                  </a:lnTo>
                  <a:lnTo>
                    <a:pt x="1243529" y="2262610"/>
                  </a:lnTo>
                  <a:lnTo>
                    <a:pt x="1320181" y="2244340"/>
                  </a:lnTo>
                  <a:lnTo>
                    <a:pt x="1390673" y="2223950"/>
                  </a:lnTo>
                  <a:lnTo>
                    <a:pt x="1455343" y="2201167"/>
                  </a:lnTo>
                  <a:lnTo>
                    <a:pt x="1514854" y="2175646"/>
                  </a:lnTo>
                  <a:lnTo>
                    <a:pt x="1570049" y="2146990"/>
                  </a:lnTo>
                  <a:lnTo>
                    <a:pt x="1621846" y="2114781"/>
                  </a:lnTo>
                  <a:lnTo>
                    <a:pt x="1671150" y="2078644"/>
                  </a:lnTo>
                  <a:lnTo>
                    <a:pt x="1718773" y="2038349"/>
                  </a:lnTo>
                  <a:lnTo>
                    <a:pt x="1719082" y="2038070"/>
                  </a:lnTo>
                  <a:lnTo>
                    <a:pt x="1760367" y="1998891"/>
                  </a:lnTo>
                  <a:lnTo>
                    <a:pt x="1801250" y="1956364"/>
                  </a:lnTo>
                  <a:lnTo>
                    <a:pt x="1842051" y="1910427"/>
                  </a:lnTo>
                  <a:lnTo>
                    <a:pt x="1883005" y="1861092"/>
                  </a:lnTo>
                  <a:lnTo>
                    <a:pt x="1924276" y="1808459"/>
                  </a:lnTo>
                  <a:lnTo>
                    <a:pt x="1965964" y="1752719"/>
                  </a:lnTo>
                  <a:lnTo>
                    <a:pt x="2008109" y="1694160"/>
                  </a:lnTo>
                  <a:lnTo>
                    <a:pt x="2050700" y="1633165"/>
                  </a:lnTo>
                  <a:lnTo>
                    <a:pt x="2093680" y="1570203"/>
                  </a:lnTo>
                  <a:lnTo>
                    <a:pt x="2136956" y="1505816"/>
                  </a:lnTo>
                  <a:lnTo>
                    <a:pt x="2180408" y="1440606"/>
                  </a:lnTo>
                  <a:lnTo>
                    <a:pt x="2223902" y="1375203"/>
                  </a:lnTo>
                  <a:lnTo>
                    <a:pt x="2267300" y="1310249"/>
                  </a:lnTo>
                  <a:lnTo>
                    <a:pt x="2310470" y="1246365"/>
                  </a:lnTo>
                  <a:lnTo>
                    <a:pt x="2353303" y="1184131"/>
                  </a:lnTo>
                  <a:lnTo>
                    <a:pt x="2395719" y="1124062"/>
                  </a:lnTo>
                  <a:lnTo>
                    <a:pt x="2437679" y="1066594"/>
                  </a:lnTo>
                  <a:lnTo>
                    <a:pt x="2479192" y="1012072"/>
                  </a:lnTo>
                  <a:lnTo>
                    <a:pt x="2520321" y="960745"/>
                  </a:lnTo>
                  <a:lnTo>
                    <a:pt x="2561190" y="912767"/>
                  </a:lnTo>
                  <a:lnTo>
                    <a:pt x="2601991" y="868202"/>
                  </a:lnTo>
                  <a:lnTo>
                    <a:pt x="2642992" y="827031"/>
                  </a:lnTo>
                  <a:lnTo>
                    <a:pt x="2667772" y="803976"/>
                  </a:lnTo>
                  <a:lnTo>
                    <a:pt x="2715387" y="763653"/>
                  </a:lnTo>
                  <a:lnTo>
                    <a:pt x="2764677" y="727489"/>
                  </a:lnTo>
                  <a:lnTo>
                    <a:pt x="2816455" y="695255"/>
                  </a:lnTo>
                  <a:lnTo>
                    <a:pt x="2871625" y="666577"/>
                  </a:lnTo>
                  <a:lnTo>
                    <a:pt x="2931104" y="641037"/>
                  </a:lnTo>
                  <a:lnTo>
                    <a:pt x="2995738" y="618237"/>
                  </a:lnTo>
                  <a:lnTo>
                    <a:pt x="3066190" y="597833"/>
                  </a:lnTo>
                  <a:lnTo>
                    <a:pt x="3142801" y="579550"/>
                  </a:lnTo>
                  <a:lnTo>
                    <a:pt x="3225397" y="563194"/>
                  </a:lnTo>
                  <a:lnTo>
                    <a:pt x="3313068" y="548655"/>
                  </a:lnTo>
                  <a:lnTo>
                    <a:pt x="3403963" y="535893"/>
                  </a:lnTo>
                  <a:lnTo>
                    <a:pt x="3495179" y="524928"/>
                  </a:lnTo>
                  <a:lnTo>
                    <a:pt x="3582860" y="515804"/>
                  </a:lnTo>
                  <a:lnTo>
                    <a:pt x="3662608" y="508547"/>
                  </a:lnTo>
                  <a:lnTo>
                    <a:pt x="3730210" y="503119"/>
                  </a:lnTo>
                  <a:lnTo>
                    <a:pt x="3782540" y="499385"/>
                  </a:lnTo>
                  <a:lnTo>
                    <a:pt x="3818348" y="497101"/>
                  </a:lnTo>
                  <a:lnTo>
                    <a:pt x="3838683" y="495935"/>
                  </a:lnTo>
                  <a:lnTo>
                    <a:pt x="3846853" y="495512"/>
                  </a:lnTo>
                  <a:lnTo>
                    <a:pt x="3848118" y="495452"/>
                  </a:lnTo>
                  <a:lnTo>
                    <a:pt x="4386855" y="495452"/>
                  </a:lnTo>
                  <a:lnTo>
                    <a:pt x="4388153" y="495436"/>
                  </a:lnTo>
                  <a:lnTo>
                    <a:pt x="4396623" y="495320"/>
                  </a:lnTo>
                  <a:lnTo>
                    <a:pt x="4417740" y="494998"/>
                  </a:lnTo>
                  <a:lnTo>
                    <a:pt x="4454894" y="494367"/>
                  </a:lnTo>
                  <a:lnTo>
                    <a:pt x="4509066" y="493336"/>
                  </a:lnTo>
                  <a:lnTo>
                    <a:pt x="4578810" y="491840"/>
                  </a:lnTo>
                  <a:lnTo>
                    <a:pt x="4660731" y="489842"/>
                  </a:lnTo>
                  <a:lnTo>
                    <a:pt x="4750365" y="487335"/>
                  </a:lnTo>
                  <a:lnTo>
                    <a:pt x="4843141" y="484327"/>
                  </a:lnTo>
                  <a:lnTo>
                    <a:pt x="4935131" y="480830"/>
                  </a:lnTo>
                  <a:lnTo>
                    <a:pt x="5023449" y="476847"/>
                  </a:lnTo>
                  <a:lnTo>
                    <a:pt x="5106322" y="472364"/>
                  </a:lnTo>
                  <a:lnTo>
                    <a:pt x="5182944" y="467348"/>
                  </a:lnTo>
                  <a:lnTo>
                    <a:pt x="5253251" y="461740"/>
                  </a:lnTo>
                  <a:lnTo>
                    <a:pt x="5317681" y="455460"/>
                  </a:lnTo>
                  <a:lnTo>
                    <a:pt x="5376980" y="448408"/>
                  </a:lnTo>
                  <a:lnTo>
                    <a:pt x="5432061" y="440473"/>
                  </a:lnTo>
                  <a:lnTo>
                    <a:pt x="5483887" y="431538"/>
                  </a:lnTo>
                  <a:lnTo>
                    <a:pt x="5533387" y="421509"/>
                  </a:lnTo>
                  <a:lnTo>
                    <a:pt x="5567201" y="413784"/>
                  </a:lnTo>
                  <a:lnTo>
                    <a:pt x="5618548" y="400732"/>
                  </a:lnTo>
                  <a:lnTo>
                    <a:pt x="5669400" y="386298"/>
                  </a:lnTo>
                  <a:lnTo>
                    <a:pt x="5720313" y="370462"/>
                  </a:lnTo>
                  <a:lnTo>
                    <a:pt x="5771657" y="353260"/>
                  </a:lnTo>
                  <a:lnTo>
                    <a:pt x="5823641" y="334782"/>
                  </a:lnTo>
                  <a:lnTo>
                    <a:pt x="5876333" y="315181"/>
                  </a:lnTo>
                  <a:lnTo>
                    <a:pt x="5929680" y="294667"/>
                  </a:lnTo>
                  <a:lnTo>
                    <a:pt x="5983530" y="273505"/>
                  </a:lnTo>
                  <a:lnTo>
                    <a:pt x="6037659" y="251996"/>
                  </a:lnTo>
                  <a:lnTo>
                    <a:pt x="6091808" y="230463"/>
                  </a:lnTo>
                  <a:lnTo>
                    <a:pt x="6145713" y="209232"/>
                  </a:lnTo>
                  <a:lnTo>
                    <a:pt x="6199143" y="188608"/>
                  </a:lnTo>
                  <a:lnTo>
                    <a:pt x="6251935" y="168862"/>
                  </a:lnTo>
                  <a:lnTo>
                    <a:pt x="6304020" y="150212"/>
                  </a:lnTo>
                  <a:lnTo>
                    <a:pt x="6355446" y="132819"/>
                  </a:lnTo>
                  <a:lnTo>
                    <a:pt x="6406402" y="116785"/>
                  </a:lnTo>
                  <a:lnTo>
                    <a:pt x="6457234" y="102149"/>
                  </a:lnTo>
                  <a:lnTo>
                    <a:pt x="6508467" y="88902"/>
                  </a:lnTo>
                  <a:lnTo>
                    <a:pt x="6515891" y="87112"/>
                  </a:lnTo>
                  <a:lnTo>
                    <a:pt x="6564252" y="76282"/>
                  </a:lnTo>
                  <a:lnTo>
                    <a:pt x="6614354" y="66587"/>
                  </a:lnTo>
                  <a:lnTo>
                    <a:pt x="6667048" y="57961"/>
                  </a:lnTo>
                  <a:lnTo>
                    <a:pt x="6723285" y="50301"/>
                  </a:lnTo>
                  <a:lnTo>
                    <a:pt x="6784021" y="43491"/>
                  </a:lnTo>
                  <a:lnTo>
                    <a:pt x="6850133" y="37420"/>
                  </a:lnTo>
                  <a:lnTo>
                    <a:pt x="6922294" y="31996"/>
                  </a:lnTo>
                  <a:lnTo>
                    <a:pt x="7000813" y="27143"/>
                  </a:lnTo>
                  <a:lnTo>
                    <a:pt x="7085431" y="22812"/>
                  </a:lnTo>
                  <a:lnTo>
                    <a:pt x="7175077" y="18975"/>
                  </a:lnTo>
                  <a:lnTo>
                    <a:pt x="7267653" y="15622"/>
                  </a:lnTo>
                  <a:lnTo>
                    <a:pt x="7359944" y="12762"/>
                  </a:lnTo>
                  <a:lnTo>
                    <a:pt x="7447772" y="10406"/>
                  </a:lnTo>
                  <a:lnTo>
                    <a:pt x="7526505" y="8559"/>
                  </a:lnTo>
                  <a:lnTo>
                    <a:pt x="7591893" y="7207"/>
                  </a:lnTo>
                  <a:lnTo>
                    <a:pt x="7641045" y="6303"/>
                  </a:lnTo>
                  <a:lnTo>
                    <a:pt x="7673208" y="5775"/>
                  </a:lnTo>
                  <a:lnTo>
                    <a:pt x="7690102" y="5525"/>
                  </a:lnTo>
                  <a:lnTo>
                    <a:pt x="7695779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69" y="132"/>
                  </a:lnTo>
                  <a:lnTo>
                    <a:pt x="7665353" y="454"/>
                  </a:lnTo>
                  <a:lnTo>
                    <a:pt x="7628199" y="1084"/>
                  </a:lnTo>
                  <a:lnTo>
                    <a:pt x="7574026" y="2115"/>
                  </a:lnTo>
                  <a:lnTo>
                    <a:pt x="7504283" y="3612"/>
                  </a:lnTo>
                  <a:lnTo>
                    <a:pt x="7422362" y="5609"/>
                  </a:lnTo>
                  <a:lnTo>
                    <a:pt x="7332727" y="8117"/>
                  </a:lnTo>
                  <a:lnTo>
                    <a:pt x="7239952" y="11125"/>
                  </a:lnTo>
                  <a:lnTo>
                    <a:pt x="7147962" y="14622"/>
                  </a:lnTo>
                  <a:lnTo>
                    <a:pt x="7059644" y="18605"/>
                  </a:lnTo>
                  <a:lnTo>
                    <a:pt x="6976771" y="23087"/>
                  </a:lnTo>
                  <a:lnTo>
                    <a:pt x="6900148" y="28103"/>
                  </a:lnTo>
                  <a:lnTo>
                    <a:pt x="6829841" y="33712"/>
                  </a:lnTo>
                  <a:lnTo>
                    <a:pt x="6765412" y="39992"/>
                  </a:lnTo>
                  <a:lnTo>
                    <a:pt x="6706112" y="47044"/>
                  </a:lnTo>
                  <a:lnTo>
                    <a:pt x="6651032" y="54979"/>
                  </a:lnTo>
                  <a:lnTo>
                    <a:pt x="6599206" y="63913"/>
                  </a:lnTo>
                  <a:lnTo>
                    <a:pt x="6549705" y="73943"/>
                  </a:lnTo>
                  <a:lnTo>
                    <a:pt x="6515891" y="81668"/>
                  </a:lnTo>
                  <a:lnTo>
                    <a:pt x="6464545" y="94720"/>
                  </a:lnTo>
                  <a:lnTo>
                    <a:pt x="6413693" y="109154"/>
                  </a:lnTo>
                  <a:lnTo>
                    <a:pt x="6362780" y="124989"/>
                  </a:lnTo>
                  <a:lnTo>
                    <a:pt x="6311436" y="142191"/>
                  </a:lnTo>
                  <a:lnTo>
                    <a:pt x="6259452" y="160669"/>
                  </a:lnTo>
                  <a:lnTo>
                    <a:pt x="6206760" y="180271"/>
                  </a:lnTo>
                  <a:lnTo>
                    <a:pt x="6153413" y="200784"/>
                  </a:lnTo>
                  <a:lnTo>
                    <a:pt x="6099563" y="221946"/>
                  </a:lnTo>
                  <a:lnTo>
                    <a:pt x="6045433" y="243456"/>
                  </a:lnTo>
                  <a:lnTo>
                    <a:pt x="5991284" y="264988"/>
                  </a:lnTo>
                  <a:lnTo>
                    <a:pt x="5937379" y="286220"/>
                  </a:lnTo>
                  <a:lnTo>
                    <a:pt x="5883949" y="306844"/>
                  </a:lnTo>
                  <a:lnTo>
                    <a:pt x="5831157" y="326590"/>
                  </a:lnTo>
                  <a:lnTo>
                    <a:pt x="5779073" y="345240"/>
                  </a:lnTo>
                  <a:lnTo>
                    <a:pt x="5727646" y="362632"/>
                  </a:lnTo>
                  <a:lnTo>
                    <a:pt x="5676690" y="378667"/>
                  </a:lnTo>
                  <a:lnTo>
                    <a:pt x="5625859" y="393302"/>
                  </a:lnTo>
                  <a:lnTo>
                    <a:pt x="5574625" y="406550"/>
                  </a:lnTo>
                  <a:lnTo>
                    <a:pt x="5567201" y="408340"/>
                  </a:lnTo>
                  <a:lnTo>
                    <a:pt x="5518840" y="419169"/>
                  </a:lnTo>
                  <a:lnTo>
                    <a:pt x="5468739" y="428865"/>
                  </a:lnTo>
                  <a:lnTo>
                    <a:pt x="5416045" y="437490"/>
                  </a:lnTo>
                  <a:lnTo>
                    <a:pt x="5359808" y="445150"/>
                  </a:lnTo>
                  <a:lnTo>
                    <a:pt x="5299071" y="451961"/>
                  </a:lnTo>
                  <a:lnTo>
                    <a:pt x="5232959" y="458032"/>
                  </a:lnTo>
                  <a:lnTo>
                    <a:pt x="5160799" y="463456"/>
                  </a:lnTo>
                  <a:lnTo>
                    <a:pt x="5082279" y="468308"/>
                  </a:lnTo>
                  <a:lnTo>
                    <a:pt x="4997661" y="472639"/>
                  </a:lnTo>
                  <a:lnTo>
                    <a:pt x="4908016" y="476477"/>
                  </a:lnTo>
                  <a:lnTo>
                    <a:pt x="4815439" y="479830"/>
                  </a:lnTo>
                  <a:lnTo>
                    <a:pt x="4723148" y="482690"/>
                  </a:lnTo>
                  <a:lnTo>
                    <a:pt x="4635320" y="485046"/>
                  </a:lnTo>
                  <a:lnTo>
                    <a:pt x="4556588" y="486892"/>
                  </a:lnTo>
                  <a:lnTo>
                    <a:pt x="4491199" y="488245"/>
                  </a:lnTo>
                  <a:lnTo>
                    <a:pt x="4442048" y="489149"/>
                  </a:lnTo>
                  <a:lnTo>
                    <a:pt x="4409885" y="489677"/>
                  </a:lnTo>
                  <a:lnTo>
                    <a:pt x="4392990" y="489926"/>
                  </a:lnTo>
                  <a:lnTo>
                    <a:pt x="4387313" y="490002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77" y="490066"/>
                  </a:lnTo>
                  <a:lnTo>
                    <a:pt x="3838771" y="490486"/>
                  </a:lnTo>
                  <a:lnTo>
                    <a:pt x="3818529" y="491645"/>
                  </a:lnTo>
                  <a:lnTo>
                    <a:pt x="3782829" y="493921"/>
                  </a:lnTo>
                  <a:lnTo>
                    <a:pt x="3730606" y="497645"/>
                  </a:lnTo>
                  <a:lnTo>
                    <a:pt x="3663096" y="503060"/>
                  </a:lnTo>
                  <a:lnTo>
                    <a:pt x="3583415" y="510305"/>
                  </a:lnTo>
                  <a:lnTo>
                    <a:pt x="3495772" y="519417"/>
                  </a:lnTo>
                  <a:lnTo>
                    <a:pt x="3404565" y="530370"/>
                  </a:lnTo>
                  <a:lnTo>
                    <a:pt x="3313657" y="543121"/>
                  </a:lnTo>
                  <a:lnTo>
                    <a:pt x="3225958" y="557648"/>
                  </a:lnTo>
                  <a:lnTo>
                    <a:pt x="3143325" y="573991"/>
                  </a:lnTo>
                  <a:lnTo>
                    <a:pt x="3066674" y="592261"/>
                  </a:lnTo>
                  <a:lnTo>
                    <a:pt x="2996181" y="612651"/>
                  </a:lnTo>
                  <a:lnTo>
                    <a:pt x="2931512" y="635434"/>
                  </a:lnTo>
                  <a:lnTo>
                    <a:pt x="2872001" y="660955"/>
                  </a:lnTo>
                  <a:lnTo>
                    <a:pt x="2816805" y="689611"/>
                  </a:lnTo>
                  <a:lnTo>
                    <a:pt x="2765008" y="721820"/>
                  </a:lnTo>
                  <a:lnTo>
                    <a:pt x="2715704" y="757958"/>
                  </a:lnTo>
                  <a:lnTo>
                    <a:pt x="2668081" y="798252"/>
                  </a:lnTo>
                  <a:lnTo>
                    <a:pt x="2667772" y="798531"/>
                  </a:lnTo>
                  <a:lnTo>
                    <a:pt x="2626488" y="837710"/>
                  </a:lnTo>
                  <a:lnTo>
                    <a:pt x="2585605" y="880237"/>
                  </a:lnTo>
                  <a:lnTo>
                    <a:pt x="2544804" y="926174"/>
                  </a:lnTo>
                  <a:lnTo>
                    <a:pt x="2503850" y="975509"/>
                  </a:lnTo>
                  <a:lnTo>
                    <a:pt x="2462578" y="1028142"/>
                  </a:lnTo>
                  <a:lnTo>
                    <a:pt x="2420890" y="1083882"/>
                  </a:lnTo>
                  <a:lnTo>
                    <a:pt x="2378745" y="1142441"/>
                  </a:lnTo>
                  <a:lnTo>
                    <a:pt x="2336155" y="1203436"/>
                  </a:lnTo>
                  <a:lnTo>
                    <a:pt x="2293175" y="1266399"/>
                  </a:lnTo>
                  <a:lnTo>
                    <a:pt x="2249899" y="1330785"/>
                  </a:lnTo>
                  <a:lnTo>
                    <a:pt x="2206446" y="1395995"/>
                  </a:lnTo>
                  <a:lnTo>
                    <a:pt x="2162952" y="1461398"/>
                  </a:lnTo>
                  <a:lnTo>
                    <a:pt x="2119555" y="1526352"/>
                  </a:lnTo>
                  <a:lnTo>
                    <a:pt x="2076385" y="1590236"/>
                  </a:lnTo>
                  <a:lnTo>
                    <a:pt x="2033552" y="1652470"/>
                  </a:lnTo>
                  <a:lnTo>
                    <a:pt x="1991136" y="1712539"/>
                  </a:lnTo>
                  <a:lnTo>
                    <a:pt x="1949175" y="1770007"/>
                  </a:lnTo>
                  <a:lnTo>
                    <a:pt x="1907663" y="1824529"/>
                  </a:lnTo>
                  <a:lnTo>
                    <a:pt x="1866534" y="1875856"/>
                  </a:lnTo>
                  <a:lnTo>
                    <a:pt x="1825665" y="1923834"/>
                  </a:lnTo>
                  <a:lnTo>
                    <a:pt x="1784864" y="1968399"/>
                  </a:lnTo>
                  <a:lnTo>
                    <a:pt x="1743863" y="2009570"/>
                  </a:lnTo>
                  <a:lnTo>
                    <a:pt x="1719082" y="2032626"/>
                  </a:lnTo>
                  <a:lnTo>
                    <a:pt x="1671468" y="2072948"/>
                  </a:lnTo>
                  <a:lnTo>
                    <a:pt x="1622178" y="2109112"/>
                  </a:lnTo>
                  <a:lnTo>
                    <a:pt x="1570400" y="2141346"/>
                  </a:lnTo>
                  <a:lnTo>
                    <a:pt x="1515230" y="2170024"/>
                  </a:lnTo>
                  <a:lnTo>
                    <a:pt x="1455750" y="2195564"/>
                  </a:lnTo>
                  <a:lnTo>
                    <a:pt x="1391117" y="2218364"/>
                  </a:lnTo>
                  <a:lnTo>
                    <a:pt x="1320664" y="2238769"/>
                  </a:lnTo>
                  <a:lnTo>
                    <a:pt x="1244053" y="2257052"/>
                  </a:lnTo>
                  <a:lnTo>
                    <a:pt x="1161458" y="2273407"/>
                  </a:lnTo>
                  <a:lnTo>
                    <a:pt x="1073787" y="2287947"/>
                  </a:lnTo>
                  <a:lnTo>
                    <a:pt x="982892" y="2300708"/>
                  </a:lnTo>
                  <a:lnTo>
                    <a:pt x="891676" y="2311673"/>
                  </a:lnTo>
                  <a:lnTo>
                    <a:pt x="803995" y="2320798"/>
                  </a:lnTo>
                  <a:lnTo>
                    <a:pt x="724247" y="2328055"/>
                  </a:lnTo>
                  <a:lnTo>
                    <a:pt x="656645" y="2333482"/>
                  </a:lnTo>
                  <a:lnTo>
                    <a:pt x="604315" y="2337216"/>
                  </a:lnTo>
                  <a:lnTo>
                    <a:pt x="568507" y="2339501"/>
                  </a:lnTo>
                  <a:lnTo>
                    <a:pt x="548172" y="2340666"/>
                  </a:lnTo>
                  <a:lnTo>
                    <a:pt x="540001" y="2341089"/>
                  </a:lnTo>
                  <a:lnTo>
                    <a:pt x="538736" y="2341149"/>
                  </a:lnTo>
                  <a:lnTo>
                    <a:pt x="0" y="2341149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29" name="pl1929"/>
            <p:cNvSpPr/>
            <p:nvPr/>
          </p:nvSpPr>
          <p:spPr>
            <a:xfrm>
              <a:off x="546595" y="3391056"/>
              <a:ext cx="8234974" cy="2341149"/>
            </a:xfrm>
            <a:custGeom>
              <a:avLst/>
              <a:pathLst>
                <a:path w="8234974" h="2341149">
                  <a:moveTo>
                    <a:pt x="0" y="2341149"/>
                  </a:moveTo>
                  <a:lnTo>
                    <a:pt x="538736" y="2341149"/>
                  </a:lnTo>
                  <a:lnTo>
                    <a:pt x="539977" y="2341090"/>
                  </a:lnTo>
                  <a:lnTo>
                    <a:pt x="548083" y="2340671"/>
                  </a:lnTo>
                  <a:lnTo>
                    <a:pt x="568325" y="2339512"/>
                  </a:lnTo>
                  <a:lnTo>
                    <a:pt x="604026" y="2337236"/>
                  </a:lnTo>
                  <a:lnTo>
                    <a:pt x="656248" y="2333512"/>
                  </a:lnTo>
                  <a:lnTo>
                    <a:pt x="723759" y="2328096"/>
                  </a:lnTo>
                  <a:lnTo>
                    <a:pt x="803439" y="2320852"/>
                  </a:lnTo>
                  <a:lnTo>
                    <a:pt x="891083" y="2311740"/>
                  </a:lnTo>
                  <a:lnTo>
                    <a:pt x="982289" y="2300786"/>
                  </a:lnTo>
                  <a:lnTo>
                    <a:pt x="1073197" y="2288036"/>
                  </a:lnTo>
                  <a:lnTo>
                    <a:pt x="1160896" y="2273508"/>
                  </a:lnTo>
                  <a:lnTo>
                    <a:pt x="1243529" y="2257165"/>
                  </a:lnTo>
                  <a:lnTo>
                    <a:pt x="1320181" y="2238895"/>
                  </a:lnTo>
                  <a:lnTo>
                    <a:pt x="1390673" y="2218505"/>
                  </a:lnTo>
                  <a:lnTo>
                    <a:pt x="1455343" y="2195722"/>
                  </a:lnTo>
                  <a:lnTo>
                    <a:pt x="1514854" y="2170202"/>
                  </a:lnTo>
                  <a:lnTo>
                    <a:pt x="1570049" y="2141546"/>
                  </a:lnTo>
                  <a:lnTo>
                    <a:pt x="1621846" y="2109337"/>
                  </a:lnTo>
                  <a:lnTo>
                    <a:pt x="1671150" y="2073199"/>
                  </a:lnTo>
                  <a:lnTo>
                    <a:pt x="1718773" y="2032904"/>
                  </a:lnTo>
                  <a:lnTo>
                    <a:pt x="1719082" y="2032626"/>
                  </a:lnTo>
                  <a:lnTo>
                    <a:pt x="1760367" y="1993446"/>
                  </a:lnTo>
                  <a:lnTo>
                    <a:pt x="1801250" y="1950920"/>
                  </a:lnTo>
                  <a:lnTo>
                    <a:pt x="1842051" y="1904983"/>
                  </a:lnTo>
                  <a:lnTo>
                    <a:pt x="1883005" y="1855648"/>
                  </a:lnTo>
                  <a:lnTo>
                    <a:pt x="1924276" y="1803014"/>
                  </a:lnTo>
                  <a:lnTo>
                    <a:pt x="1965964" y="1747275"/>
                  </a:lnTo>
                  <a:lnTo>
                    <a:pt x="2008109" y="1688716"/>
                  </a:lnTo>
                  <a:lnTo>
                    <a:pt x="2050700" y="1627720"/>
                  </a:lnTo>
                  <a:lnTo>
                    <a:pt x="2093680" y="1564758"/>
                  </a:lnTo>
                  <a:lnTo>
                    <a:pt x="2136956" y="1500372"/>
                  </a:lnTo>
                  <a:lnTo>
                    <a:pt x="2180408" y="1435161"/>
                  </a:lnTo>
                  <a:lnTo>
                    <a:pt x="2223902" y="1369759"/>
                  </a:lnTo>
                  <a:lnTo>
                    <a:pt x="2267300" y="1304805"/>
                  </a:lnTo>
                  <a:lnTo>
                    <a:pt x="2310470" y="1240921"/>
                  </a:lnTo>
                  <a:lnTo>
                    <a:pt x="2353303" y="1178686"/>
                  </a:lnTo>
                  <a:lnTo>
                    <a:pt x="2395719" y="1118617"/>
                  </a:lnTo>
                  <a:lnTo>
                    <a:pt x="2437679" y="1061149"/>
                  </a:lnTo>
                  <a:lnTo>
                    <a:pt x="2479192" y="1006627"/>
                  </a:lnTo>
                  <a:lnTo>
                    <a:pt x="2520321" y="955300"/>
                  </a:lnTo>
                  <a:lnTo>
                    <a:pt x="2561190" y="907323"/>
                  </a:lnTo>
                  <a:lnTo>
                    <a:pt x="2601991" y="862758"/>
                  </a:lnTo>
                  <a:lnTo>
                    <a:pt x="2642992" y="821586"/>
                  </a:lnTo>
                  <a:lnTo>
                    <a:pt x="2667772" y="798531"/>
                  </a:lnTo>
                  <a:lnTo>
                    <a:pt x="2715387" y="758209"/>
                  </a:lnTo>
                  <a:lnTo>
                    <a:pt x="2764677" y="722044"/>
                  </a:lnTo>
                  <a:lnTo>
                    <a:pt x="2816455" y="689811"/>
                  </a:lnTo>
                  <a:lnTo>
                    <a:pt x="2871625" y="661133"/>
                  </a:lnTo>
                  <a:lnTo>
                    <a:pt x="2931104" y="635593"/>
                  </a:lnTo>
                  <a:lnTo>
                    <a:pt x="2995738" y="612793"/>
                  </a:lnTo>
                  <a:lnTo>
                    <a:pt x="3066190" y="592388"/>
                  </a:lnTo>
                  <a:lnTo>
                    <a:pt x="3142801" y="574105"/>
                  </a:lnTo>
                  <a:lnTo>
                    <a:pt x="3225397" y="557750"/>
                  </a:lnTo>
                  <a:lnTo>
                    <a:pt x="3313068" y="543210"/>
                  </a:lnTo>
                  <a:lnTo>
                    <a:pt x="3403963" y="530448"/>
                  </a:lnTo>
                  <a:lnTo>
                    <a:pt x="3495179" y="519483"/>
                  </a:lnTo>
                  <a:lnTo>
                    <a:pt x="3582860" y="510359"/>
                  </a:lnTo>
                  <a:lnTo>
                    <a:pt x="3662608" y="503102"/>
                  </a:lnTo>
                  <a:lnTo>
                    <a:pt x="3730210" y="497675"/>
                  </a:lnTo>
                  <a:lnTo>
                    <a:pt x="3782540" y="493941"/>
                  </a:lnTo>
                  <a:lnTo>
                    <a:pt x="3818348" y="491656"/>
                  </a:lnTo>
                  <a:lnTo>
                    <a:pt x="3838683" y="490490"/>
                  </a:lnTo>
                  <a:lnTo>
                    <a:pt x="3846853" y="490067"/>
                  </a:lnTo>
                  <a:lnTo>
                    <a:pt x="3848118" y="490008"/>
                  </a:lnTo>
                  <a:lnTo>
                    <a:pt x="3848118" y="490008"/>
                  </a:lnTo>
                  <a:lnTo>
                    <a:pt x="4386855" y="490008"/>
                  </a:lnTo>
                  <a:lnTo>
                    <a:pt x="4388153" y="489991"/>
                  </a:lnTo>
                  <a:lnTo>
                    <a:pt x="4396623" y="489875"/>
                  </a:lnTo>
                  <a:lnTo>
                    <a:pt x="4417740" y="489553"/>
                  </a:lnTo>
                  <a:lnTo>
                    <a:pt x="4454894" y="488923"/>
                  </a:lnTo>
                  <a:lnTo>
                    <a:pt x="4509066" y="487892"/>
                  </a:lnTo>
                  <a:lnTo>
                    <a:pt x="4578810" y="486395"/>
                  </a:lnTo>
                  <a:lnTo>
                    <a:pt x="4660731" y="484398"/>
                  </a:lnTo>
                  <a:lnTo>
                    <a:pt x="4750365" y="481891"/>
                  </a:lnTo>
                  <a:lnTo>
                    <a:pt x="4843141" y="478882"/>
                  </a:lnTo>
                  <a:lnTo>
                    <a:pt x="4935131" y="475385"/>
                  </a:lnTo>
                  <a:lnTo>
                    <a:pt x="5023449" y="471402"/>
                  </a:lnTo>
                  <a:lnTo>
                    <a:pt x="5106322" y="466920"/>
                  </a:lnTo>
                  <a:lnTo>
                    <a:pt x="5182944" y="461904"/>
                  </a:lnTo>
                  <a:lnTo>
                    <a:pt x="5253251" y="456295"/>
                  </a:lnTo>
                  <a:lnTo>
                    <a:pt x="5317681" y="450015"/>
                  </a:lnTo>
                  <a:lnTo>
                    <a:pt x="5376980" y="442964"/>
                  </a:lnTo>
                  <a:lnTo>
                    <a:pt x="5432061" y="435028"/>
                  </a:lnTo>
                  <a:lnTo>
                    <a:pt x="5483887" y="426094"/>
                  </a:lnTo>
                  <a:lnTo>
                    <a:pt x="5533387" y="416064"/>
                  </a:lnTo>
                  <a:lnTo>
                    <a:pt x="5567201" y="408340"/>
                  </a:lnTo>
                  <a:lnTo>
                    <a:pt x="5618548" y="395287"/>
                  </a:lnTo>
                  <a:lnTo>
                    <a:pt x="5669400" y="380853"/>
                  </a:lnTo>
                  <a:lnTo>
                    <a:pt x="5720313" y="365018"/>
                  </a:lnTo>
                  <a:lnTo>
                    <a:pt x="5771657" y="347816"/>
                  </a:lnTo>
                  <a:lnTo>
                    <a:pt x="5823641" y="329338"/>
                  </a:lnTo>
                  <a:lnTo>
                    <a:pt x="5876333" y="309736"/>
                  </a:lnTo>
                  <a:lnTo>
                    <a:pt x="5929680" y="289223"/>
                  </a:lnTo>
                  <a:lnTo>
                    <a:pt x="5983530" y="268061"/>
                  </a:lnTo>
                  <a:lnTo>
                    <a:pt x="6037659" y="246551"/>
                  </a:lnTo>
                  <a:lnTo>
                    <a:pt x="6091808" y="225019"/>
                  </a:lnTo>
                  <a:lnTo>
                    <a:pt x="6145713" y="203787"/>
                  </a:lnTo>
                  <a:lnTo>
                    <a:pt x="6199143" y="183164"/>
                  </a:lnTo>
                  <a:lnTo>
                    <a:pt x="6251935" y="163417"/>
                  </a:lnTo>
                  <a:lnTo>
                    <a:pt x="6304020" y="144767"/>
                  </a:lnTo>
                  <a:lnTo>
                    <a:pt x="6355446" y="127375"/>
                  </a:lnTo>
                  <a:lnTo>
                    <a:pt x="6406402" y="111340"/>
                  </a:lnTo>
                  <a:lnTo>
                    <a:pt x="6457234" y="96705"/>
                  </a:lnTo>
                  <a:lnTo>
                    <a:pt x="6508467" y="83457"/>
                  </a:lnTo>
                  <a:lnTo>
                    <a:pt x="6515891" y="81668"/>
                  </a:lnTo>
                  <a:lnTo>
                    <a:pt x="6564252" y="70838"/>
                  </a:lnTo>
                  <a:lnTo>
                    <a:pt x="6614354" y="61142"/>
                  </a:lnTo>
                  <a:lnTo>
                    <a:pt x="6667048" y="52517"/>
                  </a:lnTo>
                  <a:lnTo>
                    <a:pt x="6723285" y="44857"/>
                  </a:lnTo>
                  <a:lnTo>
                    <a:pt x="6784021" y="38046"/>
                  </a:lnTo>
                  <a:lnTo>
                    <a:pt x="6850133" y="31976"/>
                  </a:lnTo>
                  <a:lnTo>
                    <a:pt x="6922294" y="26551"/>
                  </a:lnTo>
                  <a:lnTo>
                    <a:pt x="7000813" y="21699"/>
                  </a:lnTo>
                  <a:lnTo>
                    <a:pt x="7085431" y="17368"/>
                  </a:lnTo>
                  <a:lnTo>
                    <a:pt x="7175077" y="13530"/>
                  </a:lnTo>
                  <a:lnTo>
                    <a:pt x="7267653" y="10177"/>
                  </a:lnTo>
                  <a:lnTo>
                    <a:pt x="7359944" y="7317"/>
                  </a:lnTo>
                  <a:lnTo>
                    <a:pt x="7447772" y="4961"/>
                  </a:lnTo>
                  <a:lnTo>
                    <a:pt x="7526505" y="3115"/>
                  </a:lnTo>
                  <a:lnTo>
                    <a:pt x="7591893" y="1762"/>
                  </a:lnTo>
                  <a:lnTo>
                    <a:pt x="7641045" y="859"/>
                  </a:lnTo>
                  <a:lnTo>
                    <a:pt x="7673208" y="330"/>
                  </a:lnTo>
                  <a:lnTo>
                    <a:pt x="7690102" y="81"/>
                  </a:lnTo>
                  <a:lnTo>
                    <a:pt x="7695779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0" name="pl1930"/>
            <p:cNvSpPr/>
            <p:nvPr/>
          </p:nvSpPr>
          <p:spPr>
            <a:xfrm>
              <a:off x="546595" y="3385611"/>
              <a:ext cx="8234974" cy="2341149"/>
            </a:xfrm>
            <a:custGeom>
              <a:avLst/>
              <a:pathLst>
                <a:path w="8234974" h="2341149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69" y="132"/>
                  </a:lnTo>
                  <a:lnTo>
                    <a:pt x="7665353" y="454"/>
                  </a:lnTo>
                  <a:lnTo>
                    <a:pt x="7628199" y="1084"/>
                  </a:lnTo>
                  <a:lnTo>
                    <a:pt x="7574026" y="2115"/>
                  </a:lnTo>
                  <a:lnTo>
                    <a:pt x="7504283" y="3612"/>
                  </a:lnTo>
                  <a:lnTo>
                    <a:pt x="7422362" y="5609"/>
                  </a:lnTo>
                  <a:lnTo>
                    <a:pt x="7332727" y="8117"/>
                  </a:lnTo>
                  <a:lnTo>
                    <a:pt x="7239952" y="11125"/>
                  </a:lnTo>
                  <a:lnTo>
                    <a:pt x="7147962" y="14622"/>
                  </a:lnTo>
                  <a:lnTo>
                    <a:pt x="7059644" y="18605"/>
                  </a:lnTo>
                  <a:lnTo>
                    <a:pt x="6976771" y="23087"/>
                  </a:lnTo>
                  <a:lnTo>
                    <a:pt x="6900148" y="28103"/>
                  </a:lnTo>
                  <a:lnTo>
                    <a:pt x="6829841" y="33712"/>
                  </a:lnTo>
                  <a:lnTo>
                    <a:pt x="6765412" y="39992"/>
                  </a:lnTo>
                  <a:lnTo>
                    <a:pt x="6706112" y="47044"/>
                  </a:lnTo>
                  <a:lnTo>
                    <a:pt x="6651032" y="54979"/>
                  </a:lnTo>
                  <a:lnTo>
                    <a:pt x="6599206" y="63913"/>
                  </a:lnTo>
                  <a:lnTo>
                    <a:pt x="6549705" y="73943"/>
                  </a:lnTo>
                  <a:lnTo>
                    <a:pt x="6515891" y="81668"/>
                  </a:lnTo>
                  <a:lnTo>
                    <a:pt x="6464545" y="94720"/>
                  </a:lnTo>
                  <a:lnTo>
                    <a:pt x="6413693" y="109154"/>
                  </a:lnTo>
                  <a:lnTo>
                    <a:pt x="6362780" y="124989"/>
                  </a:lnTo>
                  <a:lnTo>
                    <a:pt x="6311436" y="142191"/>
                  </a:lnTo>
                  <a:lnTo>
                    <a:pt x="6259452" y="160669"/>
                  </a:lnTo>
                  <a:lnTo>
                    <a:pt x="6206760" y="180271"/>
                  </a:lnTo>
                  <a:lnTo>
                    <a:pt x="6153413" y="200784"/>
                  </a:lnTo>
                  <a:lnTo>
                    <a:pt x="6099563" y="221946"/>
                  </a:lnTo>
                  <a:lnTo>
                    <a:pt x="6045433" y="243456"/>
                  </a:lnTo>
                  <a:lnTo>
                    <a:pt x="5991284" y="264988"/>
                  </a:lnTo>
                  <a:lnTo>
                    <a:pt x="5937379" y="286220"/>
                  </a:lnTo>
                  <a:lnTo>
                    <a:pt x="5883949" y="306844"/>
                  </a:lnTo>
                  <a:lnTo>
                    <a:pt x="5831157" y="326590"/>
                  </a:lnTo>
                  <a:lnTo>
                    <a:pt x="5779073" y="345240"/>
                  </a:lnTo>
                  <a:lnTo>
                    <a:pt x="5727646" y="362632"/>
                  </a:lnTo>
                  <a:lnTo>
                    <a:pt x="5676690" y="378667"/>
                  </a:lnTo>
                  <a:lnTo>
                    <a:pt x="5625859" y="393302"/>
                  </a:lnTo>
                  <a:lnTo>
                    <a:pt x="5574625" y="406550"/>
                  </a:lnTo>
                  <a:lnTo>
                    <a:pt x="5567201" y="408340"/>
                  </a:lnTo>
                  <a:lnTo>
                    <a:pt x="5518840" y="419169"/>
                  </a:lnTo>
                  <a:lnTo>
                    <a:pt x="5468739" y="428865"/>
                  </a:lnTo>
                  <a:lnTo>
                    <a:pt x="5416045" y="437490"/>
                  </a:lnTo>
                  <a:lnTo>
                    <a:pt x="5359808" y="445150"/>
                  </a:lnTo>
                  <a:lnTo>
                    <a:pt x="5299071" y="451961"/>
                  </a:lnTo>
                  <a:lnTo>
                    <a:pt x="5232959" y="458032"/>
                  </a:lnTo>
                  <a:lnTo>
                    <a:pt x="5160799" y="463456"/>
                  </a:lnTo>
                  <a:lnTo>
                    <a:pt x="5082279" y="468308"/>
                  </a:lnTo>
                  <a:lnTo>
                    <a:pt x="4997661" y="472639"/>
                  </a:lnTo>
                  <a:lnTo>
                    <a:pt x="4908016" y="476477"/>
                  </a:lnTo>
                  <a:lnTo>
                    <a:pt x="4815439" y="479830"/>
                  </a:lnTo>
                  <a:lnTo>
                    <a:pt x="4723148" y="482690"/>
                  </a:lnTo>
                  <a:lnTo>
                    <a:pt x="4635320" y="485046"/>
                  </a:lnTo>
                  <a:lnTo>
                    <a:pt x="4556588" y="486892"/>
                  </a:lnTo>
                  <a:lnTo>
                    <a:pt x="4491199" y="488245"/>
                  </a:lnTo>
                  <a:lnTo>
                    <a:pt x="4442048" y="489149"/>
                  </a:lnTo>
                  <a:lnTo>
                    <a:pt x="4409885" y="489677"/>
                  </a:lnTo>
                  <a:lnTo>
                    <a:pt x="4392990" y="489926"/>
                  </a:lnTo>
                  <a:lnTo>
                    <a:pt x="4387313" y="490002"/>
                  </a:lnTo>
                  <a:lnTo>
                    <a:pt x="4386855" y="490008"/>
                  </a:lnTo>
                  <a:lnTo>
                    <a:pt x="3848118" y="490008"/>
                  </a:lnTo>
                  <a:lnTo>
                    <a:pt x="3846877" y="490066"/>
                  </a:lnTo>
                  <a:lnTo>
                    <a:pt x="3838771" y="490486"/>
                  </a:lnTo>
                  <a:lnTo>
                    <a:pt x="3818529" y="491645"/>
                  </a:lnTo>
                  <a:lnTo>
                    <a:pt x="3782829" y="493921"/>
                  </a:lnTo>
                  <a:lnTo>
                    <a:pt x="3730606" y="497645"/>
                  </a:lnTo>
                  <a:lnTo>
                    <a:pt x="3663096" y="503060"/>
                  </a:lnTo>
                  <a:lnTo>
                    <a:pt x="3583415" y="510305"/>
                  </a:lnTo>
                  <a:lnTo>
                    <a:pt x="3495772" y="519417"/>
                  </a:lnTo>
                  <a:lnTo>
                    <a:pt x="3404565" y="530370"/>
                  </a:lnTo>
                  <a:lnTo>
                    <a:pt x="3313657" y="543121"/>
                  </a:lnTo>
                  <a:lnTo>
                    <a:pt x="3225958" y="557648"/>
                  </a:lnTo>
                  <a:lnTo>
                    <a:pt x="3143325" y="573991"/>
                  </a:lnTo>
                  <a:lnTo>
                    <a:pt x="3066674" y="592261"/>
                  </a:lnTo>
                  <a:lnTo>
                    <a:pt x="2996181" y="612651"/>
                  </a:lnTo>
                  <a:lnTo>
                    <a:pt x="2931512" y="635434"/>
                  </a:lnTo>
                  <a:lnTo>
                    <a:pt x="2872001" y="660955"/>
                  </a:lnTo>
                  <a:lnTo>
                    <a:pt x="2816805" y="689611"/>
                  </a:lnTo>
                  <a:lnTo>
                    <a:pt x="2765008" y="721820"/>
                  </a:lnTo>
                  <a:lnTo>
                    <a:pt x="2715704" y="757958"/>
                  </a:lnTo>
                  <a:lnTo>
                    <a:pt x="2668081" y="798252"/>
                  </a:lnTo>
                  <a:lnTo>
                    <a:pt x="2667772" y="798531"/>
                  </a:lnTo>
                  <a:lnTo>
                    <a:pt x="2626488" y="837710"/>
                  </a:lnTo>
                  <a:lnTo>
                    <a:pt x="2585605" y="880237"/>
                  </a:lnTo>
                  <a:lnTo>
                    <a:pt x="2544804" y="926174"/>
                  </a:lnTo>
                  <a:lnTo>
                    <a:pt x="2503850" y="975509"/>
                  </a:lnTo>
                  <a:lnTo>
                    <a:pt x="2462578" y="1028142"/>
                  </a:lnTo>
                  <a:lnTo>
                    <a:pt x="2420890" y="1083882"/>
                  </a:lnTo>
                  <a:lnTo>
                    <a:pt x="2378745" y="1142441"/>
                  </a:lnTo>
                  <a:lnTo>
                    <a:pt x="2336155" y="1203436"/>
                  </a:lnTo>
                  <a:lnTo>
                    <a:pt x="2293175" y="1266399"/>
                  </a:lnTo>
                  <a:lnTo>
                    <a:pt x="2249899" y="1330785"/>
                  </a:lnTo>
                  <a:lnTo>
                    <a:pt x="2206446" y="1395995"/>
                  </a:lnTo>
                  <a:lnTo>
                    <a:pt x="2162952" y="1461398"/>
                  </a:lnTo>
                  <a:lnTo>
                    <a:pt x="2119555" y="1526352"/>
                  </a:lnTo>
                  <a:lnTo>
                    <a:pt x="2076385" y="1590236"/>
                  </a:lnTo>
                  <a:lnTo>
                    <a:pt x="2033552" y="1652470"/>
                  </a:lnTo>
                  <a:lnTo>
                    <a:pt x="1991136" y="1712539"/>
                  </a:lnTo>
                  <a:lnTo>
                    <a:pt x="1949175" y="1770007"/>
                  </a:lnTo>
                  <a:lnTo>
                    <a:pt x="1907663" y="1824529"/>
                  </a:lnTo>
                  <a:lnTo>
                    <a:pt x="1866534" y="1875856"/>
                  </a:lnTo>
                  <a:lnTo>
                    <a:pt x="1825665" y="1923834"/>
                  </a:lnTo>
                  <a:lnTo>
                    <a:pt x="1784864" y="1968399"/>
                  </a:lnTo>
                  <a:lnTo>
                    <a:pt x="1743863" y="2009570"/>
                  </a:lnTo>
                  <a:lnTo>
                    <a:pt x="1719082" y="2032626"/>
                  </a:lnTo>
                  <a:lnTo>
                    <a:pt x="1671468" y="2072948"/>
                  </a:lnTo>
                  <a:lnTo>
                    <a:pt x="1622178" y="2109112"/>
                  </a:lnTo>
                  <a:lnTo>
                    <a:pt x="1570400" y="2141346"/>
                  </a:lnTo>
                  <a:lnTo>
                    <a:pt x="1515230" y="2170024"/>
                  </a:lnTo>
                  <a:lnTo>
                    <a:pt x="1455750" y="2195564"/>
                  </a:lnTo>
                  <a:lnTo>
                    <a:pt x="1391117" y="2218364"/>
                  </a:lnTo>
                  <a:lnTo>
                    <a:pt x="1320664" y="2238769"/>
                  </a:lnTo>
                  <a:lnTo>
                    <a:pt x="1244053" y="2257052"/>
                  </a:lnTo>
                  <a:lnTo>
                    <a:pt x="1161458" y="2273407"/>
                  </a:lnTo>
                  <a:lnTo>
                    <a:pt x="1073787" y="2287947"/>
                  </a:lnTo>
                  <a:lnTo>
                    <a:pt x="982892" y="2300708"/>
                  </a:lnTo>
                  <a:lnTo>
                    <a:pt x="891676" y="2311673"/>
                  </a:lnTo>
                  <a:lnTo>
                    <a:pt x="803995" y="2320798"/>
                  </a:lnTo>
                  <a:lnTo>
                    <a:pt x="724247" y="2328055"/>
                  </a:lnTo>
                  <a:lnTo>
                    <a:pt x="656645" y="2333482"/>
                  </a:lnTo>
                  <a:lnTo>
                    <a:pt x="604315" y="2337216"/>
                  </a:lnTo>
                  <a:lnTo>
                    <a:pt x="568507" y="2339501"/>
                  </a:lnTo>
                  <a:lnTo>
                    <a:pt x="548172" y="2340666"/>
                  </a:lnTo>
                  <a:lnTo>
                    <a:pt x="540001" y="2341089"/>
                  </a:lnTo>
                  <a:lnTo>
                    <a:pt x="538736" y="2341149"/>
                  </a:lnTo>
                  <a:lnTo>
                    <a:pt x="538736" y="2341149"/>
                  </a:lnTo>
                  <a:lnTo>
                    <a:pt x="0" y="2341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1" name="pg1931"/>
            <p:cNvSpPr/>
            <p:nvPr/>
          </p:nvSpPr>
          <p:spPr>
            <a:xfrm>
              <a:off x="546595" y="3957287"/>
              <a:ext cx="8234974" cy="1785807"/>
            </a:xfrm>
            <a:custGeom>
              <a:avLst/>
              <a:pathLst>
                <a:path w="8234974" h="1785807">
                  <a:moveTo>
                    <a:pt x="0" y="1785807"/>
                  </a:moveTo>
                  <a:lnTo>
                    <a:pt x="538736" y="1785807"/>
                  </a:lnTo>
                  <a:lnTo>
                    <a:pt x="539982" y="1785750"/>
                  </a:lnTo>
                  <a:lnTo>
                    <a:pt x="548118" y="1785347"/>
                  </a:lnTo>
                  <a:lnTo>
                    <a:pt x="568432" y="1784230"/>
                  </a:lnTo>
                  <a:lnTo>
                    <a:pt x="604253" y="1782040"/>
                  </a:lnTo>
                  <a:lnTo>
                    <a:pt x="656638" y="1778456"/>
                  </a:lnTo>
                  <a:lnTo>
                    <a:pt x="724335" y="1773244"/>
                  </a:lnTo>
                  <a:lnTo>
                    <a:pt x="804204" y="1766274"/>
                  </a:lnTo>
                  <a:lnTo>
                    <a:pt x="892016" y="1757508"/>
                  </a:lnTo>
                  <a:lnTo>
                    <a:pt x="983356" y="1746973"/>
                  </a:lnTo>
                  <a:lnTo>
                    <a:pt x="1074357" y="1734711"/>
                  </a:lnTo>
                  <a:lnTo>
                    <a:pt x="1162111" y="1720740"/>
                  </a:lnTo>
                  <a:lnTo>
                    <a:pt x="1244766" y="1705024"/>
                  </a:lnTo>
                  <a:lnTo>
                    <a:pt x="1321417" y="1687452"/>
                  </a:lnTo>
                  <a:lnTo>
                    <a:pt x="1391895" y="1667839"/>
                  </a:lnTo>
                  <a:lnTo>
                    <a:pt x="1456544" y="1645919"/>
                  </a:lnTo>
                  <a:lnTo>
                    <a:pt x="1516037" y="1621361"/>
                  </a:lnTo>
                  <a:lnTo>
                    <a:pt x="1571222" y="1593781"/>
                  </a:lnTo>
                  <a:lnTo>
                    <a:pt x="1623020" y="1562777"/>
                  </a:lnTo>
                  <a:lnTo>
                    <a:pt x="1672338" y="1527988"/>
                  </a:lnTo>
                  <a:lnTo>
                    <a:pt x="1719082" y="1489987"/>
                  </a:lnTo>
                  <a:lnTo>
                    <a:pt x="1760904" y="1451908"/>
                  </a:lnTo>
                  <a:lnTo>
                    <a:pt x="1802318" y="1410534"/>
                  </a:lnTo>
                  <a:lnTo>
                    <a:pt x="1843655" y="1365803"/>
                  </a:lnTo>
                  <a:lnTo>
                    <a:pt x="1885157" y="1317731"/>
                  </a:lnTo>
                  <a:lnTo>
                    <a:pt x="1926992" y="1266421"/>
                  </a:lnTo>
                  <a:lnTo>
                    <a:pt x="1969258" y="1212069"/>
                  </a:lnTo>
                  <a:lnTo>
                    <a:pt x="2011994" y="1154970"/>
                  </a:lnTo>
                  <a:lnTo>
                    <a:pt x="2055185" y="1095512"/>
                  </a:lnTo>
                  <a:lnTo>
                    <a:pt x="2098766" y="1034171"/>
                  </a:lnTo>
                  <a:lnTo>
                    <a:pt x="2142637" y="971496"/>
                  </a:lnTo>
                  <a:lnTo>
                    <a:pt x="2186673" y="908090"/>
                  </a:lnTo>
                  <a:lnTo>
                    <a:pt x="2230730" y="844586"/>
                  </a:lnTo>
                  <a:lnTo>
                    <a:pt x="2274666" y="781622"/>
                  </a:lnTo>
                  <a:lnTo>
                    <a:pt x="2318349" y="719811"/>
                  </a:lnTo>
                  <a:lnTo>
                    <a:pt x="2361667" y="659721"/>
                  </a:lnTo>
                  <a:lnTo>
                    <a:pt x="2404547" y="601853"/>
                  </a:lnTo>
                  <a:lnTo>
                    <a:pt x="2446956" y="546624"/>
                  </a:lnTo>
                  <a:lnTo>
                    <a:pt x="2488915" y="494356"/>
                  </a:lnTo>
                  <a:lnTo>
                    <a:pt x="2530505" y="445276"/>
                  </a:lnTo>
                  <a:lnTo>
                    <a:pt x="2571870" y="399515"/>
                  </a:lnTo>
                  <a:lnTo>
                    <a:pt x="2613230" y="357115"/>
                  </a:lnTo>
                  <a:lnTo>
                    <a:pt x="2654886" y="318037"/>
                  </a:lnTo>
                  <a:lnTo>
                    <a:pt x="2667772" y="306708"/>
                  </a:lnTo>
                  <a:lnTo>
                    <a:pt x="2715449" y="267999"/>
                  </a:lnTo>
                  <a:lnTo>
                    <a:pt x="2764807" y="233286"/>
                  </a:lnTo>
                  <a:lnTo>
                    <a:pt x="2816662" y="202352"/>
                  </a:lnTo>
                  <a:lnTo>
                    <a:pt x="2871921" y="174833"/>
                  </a:lnTo>
                  <a:lnTo>
                    <a:pt x="2931505" y="150330"/>
                  </a:lnTo>
                  <a:lnTo>
                    <a:pt x="2996262" y="128458"/>
                  </a:lnTo>
                  <a:lnTo>
                    <a:pt x="3066856" y="108886"/>
                  </a:lnTo>
                  <a:lnTo>
                    <a:pt x="3143626" y="91352"/>
                  </a:lnTo>
                  <a:lnTo>
                    <a:pt x="3226391" y="75669"/>
                  </a:lnTo>
                  <a:lnTo>
                    <a:pt x="3314228" y="61731"/>
                  </a:lnTo>
                  <a:lnTo>
                    <a:pt x="3405267" y="49502"/>
                  </a:lnTo>
                  <a:lnTo>
                    <a:pt x="3496578" y="39001"/>
                  </a:lnTo>
                  <a:lnTo>
                    <a:pt x="3584279" y="30270"/>
                  </a:lnTo>
                  <a:lnTo>
                    <a:pt x="3663952" y="23334"/>
                  </a:lnTo>
                  <a:lnTo>
                    <a:pt x="3731378" y="18156"/>
                  </a:lnTo>
                  <a:lnTo>
                    <a:pt x="3783449" y="14601"/>
                  </a:lnTo>
                  <a:lnTo>
                    <a:pt x="3818953" y="12434"/>
                  </a:lnTo>
                  <a:lnTo>
                    <a:pt x="3838994" y="11335"/>
                  </a:lnTo>
                  <a:lnTo>
                    <a:pt x="3846942" y="10942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47" y="10914"/>
                  </a:lnTo>
                  <a:lnTo>
                    <a:pt x="4396575" y="11095"/>
                  </a:lnTo>
                  <a:lnTo>
                    <a:pt x="4417591" y="11596"/>
                  </a:lnTo>
                  <a:lnTo>
                    <a:pt x="4454579" y="12579"/>
                  </a:lnTo>
                  <a:lnTo>
                    <a:pt x="4508529" y="14186"/>
                  </a:lnTo>
                  <a:lnTo>
                    <a:pt x="4578018" y="16519"/>
                  </a:lnTo>
                  <a:lnTo>
                    <a:pt x="4659686" y="19635"/>
                  </a:lnTo>
                  <a:lnTo>
                    <a:pt x="4749097" y="23546"/>
                  </a:lnTo>
                  <a:lnTo>
                    <a:pt x="4841698" y="28239"/>
                  </a:lnTo>
                  <a:lnTo>
                    <a:pt x="4933568" y="33696"/>
                  </a:lnTo>
                  <a:lnTo>
                    <a:pt x="5021820" y="39912"/>
                  </a:lnTo>
                  <a:lnTo>
                    <a:pt x="5104668" y="46906"/>
                  </a:lnTo>
                  <a:lnTo>
                    <a:pt x="5181296" y="54732"/>
                  </a:lnTo>
                  <a:lnTo>
                    <a:pt x="5251625" y="63480"/>
                  </a:lnTo>
                  <a:lnTo>
                    <a:pt x="5316082" y="73274"/>
                  </a:lnTo>
                  <a:lnTo>
                    <a:pt x="5375405" y="84268"/>
                  </a:lnTo>
                  <a:lnTo>
                    <a:pt x="5430497" y="96637"/>
                  </a:lnTo>
                  <a:lnTo>
                    <a:pt x="5482317" y="110560"/>
                  </a:lnTo>
                  <a:lnTo>
                    <a:pt x="5531793" y="126190"/>
                  </a:lnTo>
                  <a:lnTo>
                    <a:pt x="5567201" y="138835"/>
                  </a:lnTo>
                  <a:lnTo>
                    <a:pt x="5616752" y="158527"/>
                  </a:lnTo>
                  <a:lnTo>
                    <a:pt x="5665822" y="180233"/>
                  </a:lnTo>
                  <a:lnTo>
                    <a:pt x="5714919" y="203982"/>
                  </a:lnTo>
                  <a:lnTo>
                    <a:pt x="5764390" y="229735"/>
                  </a:lnTo>
                  <a:lnTo>
                    <a:pt x="5814438" y="257372"/>
                  </a:lnTo>
                  <a:lnTo>
                    <a:pt x="5865143" y="286694"/>
                  </a:lnTo>
                  <a:lnTo>
                    <a:pt x="5916477" y="317418"/>
                  </a:lnTo>
                  <a:lnTo>
                    <a:pt x="5968322" y="349190"/>
                  </a:lnTo>
                  <a:lnTo>
                    <a:pt x="6020491" y="381596"/>
                  </a:lnTo>
                  <a:lnTo>
                    <a:pt x="6072756" y="414188"/>
                  </a:lnTo>
                  <a:lnTo>
                    <a:pt x="6124879" y="446505"/>
                  </a:lnTo>
                  <a:lnTo>
                    <a:pt x="6176637" y="478103"/>
                  </a:lnTo>
                  <a:lnTo>
                    <a:pt x="6227856" y="508581"/>
                  </a:lnTo>
                  <a:lnTo>
                    <a:pt x="6278433" y="537595"/>
                  </a:lnTo>
                  <a:lnTo>
                    <a:pt x="6328358" y="564879"/>
                  </a:lnTo>
                  <a:lnTo>
                    <a:pt x="6377736" y="590249"/>
                  </a:lnTo>
                  <a:lnTo>
                    <a:pt x="6426796" y="613602"/>
                  </a:lnTo>
                  <a:lnTo>
                    <a:pt x="6475914" y="634912"/>
                  </a:lnTo>
                  <a:lnTo>
                    <a:pt x="6515891" y="650621"/>
                  </a:lnTo>
                  <a:lnTo>
                    <a:pt x="6564168" y="667560"/>
                  </a:lnTo>
                  <a:lnTo>
                    <a:pt x="6614177" y="682728"/>
                  </a:lnTo>
                  <a:lnTo>
                    <a:pt x="6666767" y="696225"/>
                  </a:lnTo>
                  <a:lnTo>
                    <a:pt x="6722882" y="708214"/>
                  </a:lnTo>
                  <a:lnTo>
                    <a:pt x="6783476" y="718875"/>
                  </a:lnTo>
                  <a:lnTo>
                    <a:pt x="6849419" y="728379"/>
                  </a:lnTo>
                  <a:lnTo>
                    <a:pt x="6921385" y="736873"/>
                  </a:lnTo>
                  <a:lnTo>
                    <a:pt x="6999687" y="744473"/>
                  </a:lnTo>
                  <a:lnTo>
                    <a:pt x="7084075" y="751258"/>
                  </a:lnTo>
                  <a:lnTo>
                    <a:pt x="7173498" y="757273"/>
                  </a:lnTo>
                  <a:lnTo>
                    <a:pt x="7265887" y="762530"/>
                  </a:lnTo>
                  <a:lnTo>
                    <a:pt x="7358064" y="767019"/>
                  </a:lnTo>
                  <a:lnTo>
                    <a:pt x="7445885" y="770720"/>
                  </a:lnTo>
                  <a:lnTo>
                    <a:pt x="7524746" y="773627"/>
                  </a:lnTo>
                  <a:lnTo>
                    <a:pt x="7590398" y="775761"/>
                  </a:lnTo>
                  <a:lnTo>
                    <a:pt x="7639918" y="777192"/>
                  </a:lnTo>
                  <a:lnTo>
                    <a:pt x="7672496" y="778033"/>
                  </a:lnTo>
                  <a:lnTo>
                    <a:pt x="7689773" y="778433"/>
                  </a:lnTo>
                  <a:lnTo>
                    <a:pt x="7695713" y="778558"/>
                  </a:lnTo>
                  <a:lnTo>
                    <a:pt x="7696237" y="778568"/>
                  </a:lnTo>
                  <a:lnTo>
                    <a:pt x="8234974" y="778568"/>
                  </a:lnTo>
                  <a:lnTo>
                    <a:pt x="8234974" y="767679"/>
                  </a:ln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3" y="56"/>
                  </a:lnTo>
                  <a:lnTo>
                    <a:pt x="3838737" y="460"/>
                  </a:lnTo>
                  <a:lnTo>
                    <a:pt x="3818422" y="1576"/>
                  </a:lnTo>
                  <a:lnTo>
                    <a:pt x="3782601" y="3767"/>
                  </a:lnTo>
                  <a:lnTo>
                    <a:pt x="3730216" y="7350"/>
                  </a:lnTo>
                  <a:lnTo>
                    <a:pt x="3662519" y="12562"/>
                  </a:lnTo>
                  <a:lnTo>
                    <a:pt x="3582650" y="19532"/>
                  </a:lnTo>
                  <a:lnTo>
                    <a:pt x="3494839" y="28298"/>
                  </a:lnTo>
                  <a:lnTo>
                    <a:pt x="3403499" y="38833"/>
                  </a:lnTo>
                  <a:lnTo>
                    <a:pt x="3312497" y="51095"/>
                  </a:lnTo>
                  <a:lnTo>
                    <a:pt x="3224743" y="65066"/>
                  </a:lnTo>
                  <a:lnTo>
                    <a:pt x="3142088" y="80783"/>
                  </a:lnTo>
                  <a:lnTo>
                    <a:pt x="3065437" y="98354"/>
                  </a:lnTo>
                  <a:lnTo>
                    <a:pt x="2994960" y="117968"/>
                  </a:lnTo>
                  <a:lnTo>
                    <a:pt x="2930310" y="139887"/>
                  </a:lnTo>
                  <a:lnTo>
                    <a:pt x="2870818" y="164445"/>
                  </a:lnTo>
                  <a:lnTo>
                    <a:pt x="2815633" y="192025"/>
                  </a:lnTo>
                  <a:lnTo>
                    <a:pt x="2763835" y="223030"/>
                  </a:lnTo>
                  <a:lnTo>
                    <a:pt x="2714517" y="257818"/>
                  </a:lnTo>
                  <a:lnTo>
                    <a:pt x="2667772" y="295819"/>
                  </a:lnTo>
                  <a:lnTo>
                    <a:pt x="2625951" y="333898"/>
                  </a:lnTo>
                  <a:lnTo>
                    <a:pt x="2584537" y="375272"/>
                  </a:lnTo>
                  <a:lnTo>
                    <a:pt x="2543200" y="420003"/>
                  </a:lnTo>
                  <a:lnTo>
                    <a:pt x="2501698" y="468075"/>
                  </a:lnTo>
                  <a:lnTo>
                    <a:pt x="2459863" y="519386"/>
                  </a:lnTo>
                  <a:lnTo>
                    <a:pt x="2417597" y="573737"/>
                  </a:lnTo>
                  <a:lnTo>
                    <a:pt x="2374860" y="630837"/>
                  </a:lnTo>
                  <a:lnTo>
                    <a:pt x="2331670" y="690295"/>
                  </a:lnTo>
                  <a:lnTo>
                    <a:pt x="2288089" y="751636"/>
                  </a:lnTo>
                  <a:lnTo>
                    <a:pt x="2244217" y="814310"/>
                  </a:lnTo>
                  <a:lnTo>
                    <a:pt x="2200182" y="877716"/>
                  </a:lnTo>
                  <a:lnTo>
                    <a:pt x="2156124" y="941220"/>
                  </a:lnTo>
                  <a:lnTo>
                    <a:pt x="2112188" y="1004185"/>
                  </a:lnTo>
                  <a:lnTo>
                    <a:pt x="2068506" y="1065996"/>
                  </a:lnTo>
                  <a:lnTo>
                    <a:pt x="2025188" y="1126085"/>
                  </a:lnTo>
                  <a:lnTo>
                    <a:pt x="1982308" y="1183953"/>
                  </a:lnTo>
                  <a:lnTo>
                    <a:pt x="1939899" y="1239183"/>
                  </a:lnTo>
                  <a:lnTo>
                    <a:pt x="1897939" y="1291451"/>
                  </a:lnTo>
                  <a:lnTo>
                    <a:pt x="1856350" y="1340531"/>
                  </a:lnTo>
                  <a:lnTo>
                    <a:pt x="1814985" y="1386291"/>
                  </a:lnTo>
                  <a:lnTo>
                    <a:pt x="1773625" y="1428691"/>
                  </a:lnTo>
                  <a:lnTo>
                    <a:pt x="1731969" y="1467769"/>
                  </a:lnTo>
                  <a:lnTo>
                    <a:pt x="1719082" y="1479098"/>
                  </a:lnTo>
                  <a:lnTo>
                    <a:pt x="1671405" y="1517807"/>
                  </a:lnTo>
                  <a:lnTo>
                    <a:pt x="1622047" y="1552520"/>
                  </a:lnTo>
                  <a:lnTo>
                    <a:pt x="1570193" y="1583455"/>
                  </a:lnTo>
                  <a:lnTo>
                    <a:pt x="1514934" y="1610973"/>
                  </a:lnTo>
                  <a:lnTo>
                    <a:pt x="1455350" y="1635476"/>
                  </a:lnTo>
                  <a:lnTo>
                    <a:pt x="1390593" y="1657348"/>
                  </a:lnTo>
                  <a:lnTo>
                    <a:pt x="1319998" y="1676920"/>
                  </a:lnTo>
                  <a:lnTo>
                    <a:pt x="1243228" y="1694454"/>
                  </a:lnTo>
                  <a:lnTo>
                    <a:pt x="1160464" y="1710137"/>
                  </a:lnTo>
                  <a:lnTo>
                    <a:pt x="1072626" y="1724075"/>
                  </a:lnTo>
                  <a:lnTo>
                    <a:pt x="981588" y="1736304"/>
                  </a:lnTo>
                  <a:lnTo>
                    <a:pt x="890276" y="1746805"/>
                  </a:lnTo>
                  <a:lnTo>
                    <a:pt x="802575" y="1755536"/>
                  </a:lnTo>
                  <a:lnTo>
                    <a:pt x="722903" y="1762472"/>
                  </a:lnTo>
                  <a:lnTo>
                    <a:pt x="655476" y="1767651"/>
                  </a:lnTo>
                  <a:lnTo>
                    <a:pt x="603406" y="1771205"/>
                  </a:lnTo>
                  <a:lnTo>
                    <a:pt x="567901" y="1773372"/>
                  </a:lnTo>
                  <a:lnTo>
                    <a:pt x="547860" y="1774471"/>
                  </a:lnTo>
                  <a:lnTo>
                    <a:pt x="539913" y="1774864"/>
                  </a:lnTo>
                  <a:lnTo>
                    <a:pt x="538736" y="1774918"/>
                  </a:lnTo>
                  <a:lnTo>
                    <a:pt x="0" y="1774918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32" name="pl1932"/>
            <p:cNvSpPr/>
            <p:nvPr/>
          </p:nvSpPr>
          <p:spPr>
            <a:xfrm>
              <a:off x="546595" y="3968176"/>
              <a:ext cx="8234974" cy="1774918"/>
            </a:xfrm>
            <a:custGeom>
              <a:avLst/>
              <a:pathLst>
                <a:path w="8234974" h="1774918">
                  <a:moveTo>
                    <a:pt x="0" y="1774918"/>
                  </a:moveTo>
                  <a:lnTo>
                    <a:pt x="538736" y="1774918"/>
                  </a:lnTo>
                  <a:lnTo>
                    <a:pt x="539982" y="1774861"/>
                  </a:lnTo>
                  <a:lnTo>
                    <a:pt x="548118" y="1774457"/>
                  </a:lnTo>
                  <a:lnTo>
                    <a:pt x="568432" y="1773341"/>
                  </a:lnTo>
                  <a:lnTo>
                    <a:pt x="604253" y="1771151"/>
                  </a:lnTo>
                  <a:lnTo>
                    <a:pt x="656638" y="1767567"/>
                  </a:lnTo>
                  <a:lnTo>
                    <a:pt x="724335" y="1762355"/>
                  </a:lnTo>
                  <a:lnTo>
                    <a:pt x="804204" y="1755385"/>
                  </a:lnTo>
                  <a:lnTo>
                    <a:pt x="892016" y="1746619"/>
                  </a:lnTo>
                  <a:lnTo>
                    <a:pt x="983356" y="1736084"/>
                  </a:lnTo>
                  <a:lnTo>
                    <a:pt x="1074357" y="1723822"/>
                  </a:lnTo>
                  <a:lnTo>
                    <a:pt x="1162111" y="1709851"/>
                  </a:lnTo>
                  <a:lnTo>
                    <a:pt x="1244766" y="1694135"/>
                  </a:lnTo>
                  <a:lnTo>
                    <a:pt x="1321417" y="1676563"/>
                  </a:lnTo>
                  <a:lnTo>
                    <a:pt x="1391895" y="1656950"/>
                  </a:lnTo>
                  <a:lnTo>
                    <a:pt x="1456544" y="1635030"/>
                  </a:lnTo>
                  <a:lnTo>
                    <a:pt x="1516037" y="1610472"/>
                  </a:lnTo>
                  <a:lnTo>
                    <a:pt x="1571222" y="1582892"/>
                  </a:lnTo>
                  <a:lnTo>
                    <a:pt x="1623020" y="1551888"/>
                  </a:lnTo>
                  <a:lnTo>
                    <a:pt x="1672338" y="1517099"/>
                  </a:lnTo>
                  <a:lnTo>
                    <a:pt x="1719082" y="1479098"/>
                  </a:lnTo>
                  <a:lnTo>
                    <a:pt x="1760904" y="1441019"/>
                  </a:lnTo>
                  <a:lnTo>
                    <a:pt x="1802318" y="1399645"/>
                  </a:lnTo>
                  <a:lnTo>
                    <a:pt x="1843655" y="1354914"/>
                  </a:lnTo>
                  <a:lnTo>
                    <a:pt x="1885157" y="1306842"/>
                  </a:lnTo>
                  <a:lnTo>
                    <a:pt x="1926992" y="1255532"/>
                  </a:lnTo>
                  <a:lnTo>
                    <a:pt x="1969258" y="1201180"/>
                  </a:lnTo>
                  <a:lnTo>
                    <a:pt x="2011994" y="1144080"/>
                  </a:lnTo>
                  <a:lnTo>
                    <a:pt x="2055185" y="1084622"/>
                  </a:lnTo>
                  <a:lnTo>
                    <a:pt x="2098766" y="1023282"/>
                  </a:lnTo>
                  <a:lnTo>
                    <a:pt x="2142637" y="960607"/>
                  </a:lnTo>
                  <a:lnTo>
                    <a:pt x="2186673" y="897201"/>
                  </a:lnTo>
                  <a:lnTo>
                    <a:pt x="2230730" y="833697"/>
                  </a:lnTo>
                  <a:lnTo>
                    <a:pt x="2274666" y="770733"/>
                  </a:lnTo>
                  <a:lnTo>
                    <a:pt x="2318349" y="708922"/>
                  </a:lnTo>
                  <a:lnTo>
                    <a:pt x="2361667" y="648832"/>
                  </a:lnTo>
                  <a:lnTo>
                    <a:pt x="2404547" y="590964"/>
                  </a:lnTo>
                  <a:lnTo>
                    <a:pt x="2446956" y="535735"/>
                  </a:lnTo>
                  <a:lnTo>
                    <a:pt x="2488915" y="483467"/>
                  </a:lnTo>
                  <a:lnTo>
                    <a:pt x="2530505" y="434387"/>
                  </a:lnTo>
                  <a:lnTo>
                    <a:pt x="2571870" y="388626"/>
                  </a:lnTo>
                  <a:lnTo>
                    <a:pt x="2613230" y="346226"/>
                  </a:lnTo>
                  <a:lnTo>
                    <a:pt x="2654886" y="307148"/>
                  </a:lnTo>
                  <a:lnTo>
                    <a:pt x="2667772" y="295819"/>
                  </a:lnTo>
                  <a:lnTo>
                    <a:pt x="2715449" y="257110"/>
                  </a:lnTo>
                  <a:lnTo>
                    <a:pt x="2764807" y="222397"/>
                  </a:lnTo>
                  <a:lnTo>
                    <a:pt x="2816662" y="191463"/>
                  </a:lnTo>
                  <a:lnTo>
                    <a:pt x="2871921" y="163944"/>
                  </a:lnTo>
                  <a:lnTo>
                    <a:pt x="2931505" y="139441"/>
                  </a:lnTo>
                  <a:lnTo>
                    <a:pt x="2996262" y="117569"/>
                  </a:lnTo>
                  <a:lnTo>
                    <a:pt x="3066856" y="97997"/>
                  </a:lnTo>
                  <a:lnTo>
                    <a:pt x="3143626" y="80463"/>
                  </a:lnTo>
                  <a:lnTo>
                    <a:pt x="3226391" y="64780"/>
                  </a:lnTo>
                  <a:lnTo>
                    <a:pt x="3314228" y="50842"/>
                  </a:lnTo>
                  <a:lnTo>
                    <a:pt x="3405267" y="38613"/>
                  </a:lnTo>
                  <a:lnTo>
                    <a:pt x="3496578" y="28112"/>
                  </a:lnTo>
                  <a:lnTo>
                    <a:pt x="3584279" y="19381"/>
                  </a:lnTo>
                  <a:lnTo>
                    <a:pt x="3663952" y="12445"/>
                  </a:lnTo>
                  <a:lnTo>
                    <a:pt x="3731378" y="7267"/>
                  </a:lnTo>
                  <a:lnTo>
                    <a:pt x="3783449" y="3712"/>
                  </a:lnTo>
                  <a:lnTo>
                    <a:pt x="3818953" y="1545"/>
                  </a:lnTo>
                  <a:lnTo>
                    <a:pt x="3838994" y="446"/>
                  </a:lnTo>
                  <a:lnTo>
                    <a:pt x="3846942" y="5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7" y="25"/>
                  </a:lnTo>
                  <a:lnTo>
                    <a:pt x="4396575" y="206"/>
                  </a:lnTo>
                  <a:lnTo>
                    <a:pt x="4417591" y="707"/>
                  </a:lnTo>
                  <a:lnTo>
                    <a:pt x="4454579" y="1690"/>
                  </a:lnTo>
                  <a:lnTo>
                    <a:pt x="4508529" y="3297"/>
                  </a:lnTo>
                  <a:lnTo>
                    <a:pt x="4578018" y="5630"/>
                  </a:lnTo>
                  <a:lnTo>
                    <a:pt x="4659686" y="8746"/>
                  </a:lnTo>
                  <a:lnTo>
                    <a:pt x="4749097" y="12657"/>
                  </a:lnTo>
                  <a:lnTo>
                    <a:pt x="4841698" y="17350"/>
                  </a:lnTo>
                  <a:lnTo>
                    <a:pt x="4933568" y="22807"/>
                  </a:lnTo>
                  <a:lnTo>
                    <a:pt x="5021820" y="29023"/>
                  </a:lnTo>
                  <a:lnTo>
                    <a:pt x="5104668" y="36017"/>
                  </a:lnTo>
                  <a:lnTo>
                    <a:pt x="5181296" y="43843"/>
                  </a:lnTo>
                  <a:lnTo>
                    <a:pt x="5251625" y="52591"/>
                  </a:lnTo>
                  <a:lnTo>
                    <a:pt x="5316082" y="62385"/>
                  </a:lnTo>
                  <a:lnTo>
                    <a:pt x="5375405" y="73379"/>
                  </a:lnTo>
                  <a:lnTo>
                    <a:pt x="5430497" y="85748"/>
                  </a:lnTo>
                  <a:lnTo>
                    <a:pt x="5482317" y="99671"/>
                  </a:lnTo>
                  <a:lnTo>
                    <a:pt x="5531793" y="115301"/>
                  </a:lnTo>
                  <a:lnTo>
                    <a:pt x="5567201" y="127946"/>
                  </a:lnTo>
                  <a:lnTo>
                    <a:pt x="5616752" y="147638"/>
                  </a:lnTo>
                  <a:lnTo>
                    <a:pt x="5665822" y="169344"/>
                  </a:lnTo>
                  <a:lnTo>
                    <a:pt x="5714919" y="193093"/>
                  </a:lnTo>
                  <a:lnTo>
                    <a:pt x="5764390" y="218846"/>
                  </a:lnTo>
                  <a:lnTo>
                    <a:pt x="5814438" y="246483"/>
                  </a:lnTo>
                  <a:lnTo>
                    <a:pt x="5865143" y="275805"/>
                  </a:lnTo>
                  <a:lnTo>
                    <a:pt x="5916477" y="306529"/>
                  </a:lnTo>
                  <a:lnTo>
                    <a:pt x="5968322" y="338301"/>
                  </a:lnTo>
                  <a:lnTo>
                    <a:pt x="6020491" y="370707"/>
                  </a:lnTo>
                  <a:lnTo>
                    <a:pt x="6072756" y="403299"/>
                  </a:lnTo>
                  <a:lnTo>
                    <a:pt x="6124879" y="435616"/>
                  </a:lnTo>
                  <a:lnTo>
                    <a:pt x="6176637" y="467214"/>
                  </a:lnTo>
                  <a:lnTo>
                    <a:pt x="6227856" y="497692"/>
                  </a:lnTo>
                  <a:lnTo>
                    <a:pt x="6278433" y="526706"/>
                  </a:lnTo>
                  <a:lnTo>
                    <a:pt x="6328358" y="553990"/>
                  </a:lnTo>
                  <a:lnTo>
                    <a:pt x="6377736" y="579360"/>
                  </a:lnTo>
                  <a:lnTo>
                    <a:pt x="6426796" y="602713"/>
                  </a:lnTo>
                  <a:lnTo>
                    <a:pt x="6475914" y="624023"/>
                  </a:lnTo>
                  <a:lnTo>
                    <a:pt x="6515891" y="639732"/>
                  </a:lnTo>
                  <a:lnTo>
                    <a:pt x="6564168" y="656671"/>
                  </a:lnTo>
                  <a:lnTo>
                    <a:pt x="6614177" y="671839"/>
                  </a:lnTo>
                  <a:lnTo>
                    <a:pt x="6666767" y="685336"/>
                  </a:lnTo>
                  <a:lnTo>
                    <a:pt x="6722882" y="697324"/>
                  </a:lnTo>
                  <a:lnTo>
                    <a:pt x="6783476" y="707986"/>
                  </a:lnTo>
                  <a:lnTo>
                    <a:pt x="6849419" y="717490"/>
                  </a:lnTo>
                  <a:lnTo>
                    <a:pt x="6921385" y="725984"/>
                  </a:lnTo>
                  <a:lnTo>
                    <a:pt x="6999687" y="733584"/>
                  </a:lnTo>
                  <a:lnTo>
                    <a:pt x="7084075" y="740369"/>
                  </a:lnTo>
                  <a:lnTo>
                    <a:pt x="7173498" y="746384"/>
                  </a:lnTo>
                  <a:lnTo>
                    <a:pt x="7265887" y="751641"/>
                  </a:lnTo>
                  <a:lnTo>
                    <a:pt x="7358064" y="756130"/>
                  </a:lnTo>
                  <a:lnTo>
                    <a:pt x="7445885" y="759831"/>
                  </a:lnTo>
                  <a:lnTo>
                    <a:pt x="7524746" y="762738"/>
                  </a:lnTo>
                  <a:lnTo>
                    <a:pt x="7590398" y="764872"/>
                  </a:lnTo>
                  <a:lnTo>
                    <a:pt x="7639918" y="766302"/>
                  </a:lnTo>
                  <a:lnTo>
                    <a:pt x="7672496" y="767144"/>
                  </a:lnTo>
                  <a:lnTo>
                    <a:pt x="7689773" y="767544"/>
                  </a:lnTo>
                  <a:lnTo>
                    <a:pt x="7695713" y="767669"/>
                  </a:lnTo>
                  <a:lnTo>
                    <a:pt x="7696237" y="767679"/>
                  </a:lnTo>
                  <a:lnTo>
                    <a:pt x="8234974" y="76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3" name="pl1933"/>
            <p:cNvSpPr/>
            <p:nvPr/>
          </p:nvSpPr>
          <p:spPr>
            <a:xfrm>
              <a:off x="546595" y="3957287"/>
              <a:ext cx="8234974" cy="1774918"/>
            </a:xfrm>
            <a:custGeom>
              <a:avLst/>
              <a:pathLst>
                <a:path w="8234974" h="1774918">
                  <a:moveTo>
                    <a:pt x="8234974" y="767679"/>
                  </a:move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3" y="56"/>
                  </a:lnTo>
                  <a:lnTo>
                    <a:pt x="3838737" y="460"/>
                  </a:lnTo>
                  <a:lnTo>
                    <a:pt x="3818422" y="1576"/>
                  </a:lnTo>
                  <a:lnTo>
                    <a:pt x="3782601" y="3767"/>
                  </a:lnTo>
                  <a:lnTo>
                    <a:pt x="3730216" y="7350"/>
                  </a:lnTo>
                  <a:lnTo>
                    <a:pt x="3662519" y="12562"/>
                  </a:lnTo>
                  <a:lnTo>
                    <a:pt x="3582650" y="19532"/>
                  </a:lnTo>
                  <a:lnTo>
                    <a:pt x="3494839" y="28298"/>
                  </a:lnTo>
                  <a:lnTo>
                    <a:pt x="3403499" y="38833"/>
                  </a:lnTo>
                  <a:lnTo>
                    <a:pt x="3312497" y="51095"/>
                  </a:lnTo>
                  <a:lnTo>
                    <a:pt x="3224743" y="65066"/>
                  </a:lnTo>
                  <a:lnTo>
                    <a:pt x="3142088" y="80783"/>
                  </a:lnTo>
                  <a:lnTo>
                    <a:pt x="3065437" y="98354"/>
                  </a:lnTo>
                  <a:lnTo>
                    <a:pt x="2994960" y="117968"/>
                  </a:lnTo>
                  <a:lnTo>
                    <a:pt x="2930310" y="139887"/>
                  </a:lnTo>
                  <a:lnTo>
                    <a:pt x="2870818" y="164445"/>
                  </a:lnTo>
                  <a:lnTo>
                    <a:pt x="2815633" y="192025"/>
                  </a:lnTo>
                  <a:lnTo>
                    <a:pt x="2763835" y="223030"/>
                  </a:lnTo>
                  <a:lnTo>
                    <a:pt x="2714517" y="257818"/>
                  </a:lnTo>
                  <a:lnTo>
                    <a:pt x="2667772" y="295819"/>
                  </a:lnTo>
                  <a:lnTo>
                    <a:pt x="2625951" y="333898"/>
                  </a:lnTo>
                  <a:lnTo>
                    <a:pt x="2584537" y="375272"/>
                  </a:lnTo>
                  <a:lnTo>
                    <a:pt x="2543200" y="420003"/>
                  </a:lnTo>
                  <a:lnTo>
                    <a:pt x="2501698" y="468075"/>
                  </a:lnTo>
                  <a:lnTo>
                    <a:pt x="2459863" y="519386"/>
                  </a:lnTo>
                  <a:lnTo>
                    <a:pt x="2417597" y="573737"/>
                  </a:lnTo>
                  <a:lnTo>
                    <a:pt x="2374860" y="630837"/>
                  </a:lnTo>
                  <a:lnTo>
                    <a:pt x="2331670" y="690295"/>
                  </a:lnTo>
                  <a:lnTo>
                    <a:pt x="2288089" y="751636"/>
                  </a:lnTo>
                  <a:lnTo>
                    <a:pt x="2244217" y="814310"/>
                  </a:lnTo>
                  <a:lnTo>
                    <a:pt x="2200182" y="877716"/>
                  </a:lnTo>
                  <a:lnTo>
                    <a:pt x="2156124" y="941220"/>
                  </a:lnTo>
                  <a:lnTo>
                    <a:pt x="2112188" y="1004185"/>
                  </a:lnTo>
                  <a:lnTo>
                    <a:pt x="2068506" y="1065996"/>
                  </a:lnTo>
                  <a:lnTo>
                    <a:pt x="2025188" y="1126085"/>
                  </a:lnTo>
                  <a:lnTo>
                    <a:pt x="1982308" y="1183953"/>
                  </a:lnTo>
                  <a:lnTo>
                    <a:pt x="1939899" y="1239183"/>
                  </a:lnTo>
                  <a:lnTo>
                    <a:pt x="1897939" y="1291451"/>
                  </a:lnTo>
                  <a:lnTo>
                    <a:pt x="1856350" y="1340531"/>
                  </a:lnTo>
                  <a:lnTo>
                    <a:pt x="1814985" y="1386291"/>
                  </a:lnTo>
                  <a:lnTo>
                    <a:pt x="1773625" y="1428691"/>
                  </a:lnTo>
                  <a:lnTo>
                    <a:pt x="1731969" y="1467769"/>
                  </a:lnTo>
                  <a:lnTo>
                    <a:pt x="1719082" y="1479098"/>
                  </a:lnTo>
                  <a:lnTo>
                    <a:pt x="1671405" y="1517807"/>
                  </a:lnTo>
                  <a:lnTo>
                    <a:pt x="1622047" y="1552520"/>
                  </a:lnTo>
                  <a:lnTo>
                    <a:pt x="1570193" y="1583455"/>
                  </a:lnTo>
                  <a:lnTo>
                    <a:pt x="1514934" y="1610973"/>
                  </a:lnTo>
                  <a:lnTo>
                    <a:pt x="1455350" y="1635476"/>
                  </a:lnTo>
                  <a:lnTo>
                    <a:pt x="1390593" y="1657348"/>
                  </a:lnTo>
                  <a:lnTo>
                    <a:pt x="1319998" y="1676920"/>
                  </a:lnTo>
                  <a:lnTo>
                    <a:pt x="1243228" y="1694454"/>
                  </a:lnTo>
                  <a:lnTo>
                    <a:pt x="1160464" y="1710137"/>
                  </a:lnTo>
                  <a:lnTo>
                    <a:pt x="1072626" y="1724075"/>
                  </a:lnTo>
                  <a:lnTo>
                    <a:pt x="981588" y="1736304"/>
                  </a:lnTo>
                  <a:lnTo>
                    <a:pt x="890276" y="1746805"/>
                  </a:lnTo>
                  <a:lnTo>
                    <a:pt x="802575" y="1755536"/>
                  </a:lnTo>
                  <a:lnTo>
                    <a:pt x="722903" y="1762472"/>
                  </a:lnTo>
                  <a:lnTo>
                    <a:pt x="655476" y="1767651"/>
                  </a:lnTo>
                  <a:lnTo>
                    <a:pt x="603406" y="1771205"/>
                  </a:lnTo>
                  <a:lnTo>
                    <a:pt x="567901" y="1773372"/>
                  </a:lnTo>
                  <a:lnTo>
                    <a:pt x="547860" y="1774471"/>
                  </a:lnTo>
                  <a:lnTo>
                    <a:pt x="539913" y="1774864"/>
                  </a:lnTo>
                  <a:lnTo>
                    <a:pt x="538736" y="1774918"/>
                  </a:lnTo>
                  <a:lnTo>
                    <a:pt x="0" y="17749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4" name="pg1934"/>
            <p:cNvSpPr/>
            <p:nvPr/>
          </p:nvSpPr>
          <p:spPr>
            <a:xfrm>
              <a:off x="546595" y="4866525"/>
              <a:ext cx="8234974" cy="882014"/>
            </a:xfrm>
            <a:custGeom>
              <a:avLst/>
              <a:pathLst>
                <a:path w="8234974" h="882014">
                  <a:moveTo>
                    <a:pt x="0" y="882014"/>
                  </a:moveTo>
                  <a:lnTo>
                    <a:pt x="538736" y="882014"/>
                  </a:lnTo>
                  <a:lnTo>
                    <a:pt x="540025" y="881985"/>
                  </a:lnTo>
                  <a:lnTo>
                    <a:pt x="548432" y="881779"/>
                  </a:lnTo>
                  <a:lnTo>
                    <a:pt x="569397" y="881208"/>
                  </a:lnTo>
                  <a:lnTo>
                    <a:pt x="606300" y="880088"/>
                  </a:lnTo>
                  <a:lnTo>
                    <a:pt x="660137" y="878258"/>
                  </a:lnTo>
                  <a:lnTo>
                    <a:pt x="729497" y="875601"/>
                  </a:lnTo>
                  <a:lnTo>
                    <a:pt x="811035" y="872052"/>
                  </a:lnTo>
                  <a:lnTo>
                    <a:pt x="900332" y="867596"/>
                  </a:lnTo>
                  <a:lnTo>
                    <a:pt x="992844" y="862248"/>
                  </a:lnTo>
                  <a:lnTo>
                    <a:pt x="1084653" y="856030"/>
                  </a:lnTo>
                  <a:lnTo>
                    <a:pt x="1172870" y="848947"/>
                  </a:lnTo>
                  <a:lnTo>
                    <a:pt x="1255706" y="840977"/>
                  </a:lnTo>
                  <a:lnTo>
                    <a:pt x="1332337" y="832060"/>
                  </a:lnTo>
                  <a:lnTo>
                    <a:pt x="1402677" y="822093"/>
                  </a:lnTo>
                  <a:lnTo>
                    <a:pt x="1467147" y="810935"/>
                  </a:lnTo>
                  <a:lnTo>
                    <a:pt x="1526482" y="798413"/>
                  </a:lnTo>
                  <a:lnTo>
                    <a:pt x="1581580" y="784326"/>
                  </a:lnTo>
                  <a:lnTo>
                    <a:pt x="1633398" y="768471"/>
                  </a:lnTo>
                  <a:lnTo>
                    <a:pt x="1682861" y="750673"/>
                  </a:lnTo>
                  <a:lnTo>
                    <a:pt x="1719082" y="735919"/>
                  </a:lnTo>
                  <a:lnTo>
                    <a:pt x="1767825" y="713822"/>
                  </a:lnTo>
                  <a:lnTo>
                    <a:pt x="1816093" y="689500"/>
                  </a:lnTo>
                  <a:lnTo>
                    <a:pt x="1864375" y="662922"/>
                  </a:lnTo>
                  <a:lnTo>
                    <a:pt x="1913005" y="634126"/>
                  </a:lnTo>
                  <a:lnTo>
                    <a:pt x="1962184" y="603236"/>
                  </a:lnTo>
                  <a:lnTo>
                    <a:pt x="2011998" y="570463"/>
                  </a:lnTo>
                  <a:lnTo>
                    <a:pt x="2062427" y="536107"/>
                  </a:lnTo>
                  <a:lnTo>
                    <a:pt x="2113368" y="500545"/>
                  </a:lnTo>
                  <a:lnTo>
                    <a:pt x="2164648" y="464219"/>
                  </a:lnTo>
                  <a:lnTo>
                    <a:pt x="2216057" y="427614"/>
                  </a:lnTo>
                  <a:lnTo>
                    <a:pt x="2267364" y="391229"/>
                  </a:lnTo>
                  <a:lnTo>
                    <a:pt x="2318356" y="355551"/>
                  </a:lnTo>
                  <a:lnTo>
                    <a:pt x="2368853" y="321029"/>
                  </a:lnTo>
                  <a:lnTo>
                    <a:pt x="2418743" y="288050"/>
                  </a:lnTo>
                  <a:lnTo>
                    <a:pt x="2467997" y="256922"/>
                  </a:lnTo>
                  <a:lnTo>
                    <a:pt x="2516684" y="227867"/>
                  </a:lnTo>
                  <a:lnTo>
                    <a:pt x="2564993" y="201019"/>
                  </a:lnTo>
                  <a:lnTo>
                    <a:pt x="2613240" y="176428"/>
                  </a:lnTo>
                  <a:lnTo>
                    <a:pt x="2661894" y="154069"/>
                  </a:lnTo>
                  <a:lnTo>
                    <a:pt x="2667772" y="151539"/>
                  </a:lnTo>
                  <a:lnTo>
                    <a:pt x="2716005" y="132214"/>
                  </a:lnTo>
                  <a:lnTo>
                    <a:pt x="2765968" y="114907"/>
                  </a:lnTo>
                  <a:lnTo>
                    <a:pt x="2818505" y="99505"/>
                  </a:lnTo>
                  <a:lnTo>
                    <a:pt x="2874558" y="85823"/>
                  </a:lnTo>
                  <a:lnTo>
                    <a:pt x="2935079" y="73655"/>
                  </a:lnTo>
                  <a:lnTo>
                    <a:pt x="3000937" y="62806"/>
                  </a:lnTo>
                  <a:lnTo>
                    <a:pt x="3072803" y="53109"/>
                  </a:lnTo>
                  <a:lnTo>
                    <a:pt x="3150994" y="44433"/>
                  </a:lnTo>
                  <a:lnTo>
                    <a:pt x="3235266" y="36686"/>
                  </a:lnTo>
                  <a:lnTo>
                    <a:pt x="3324575" y="29816"/>
                  </a:lnTo>
                  <a:lnTo>
                    <a:pt x="3416869" y="23811"/>
                  </a:lnTo>
                  <a:lnTo>
                    <a:pt x="3508986" y="18681"/>
                  </a:lnTo>
                  <a:lnTo>
                    <a:pt x="3596803" y="14448"/>
                  </a:lnTo>
                  <a:lnTo>
                    <a:pt x="3675728" y="11121"/>
                  </a:lnTo>
                  <a:lnTo>
                    <a:pt x="3741513" y="8676"/>
                  </a:lnTo>
                  <a:lnTo>
                    <a:pt x="3791220" y="7034"/>
                  </a:lnTo>
                  <a:lnTo>
                    <a:pt x="3824010" y="6065"/>
                  </a:lnTo>
                  <a:lnTo>
                    <a:pt x="3841482" y="5602"/>
                  </a:lnTo>
                  <a:lnTo>
                    <a:pt x="3847558" y="545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6" y="5470"/>
                  </a:lnTo>
                  <a:lnTo>
                    <a:pt x="4396569" y="5658"/>
                  </a:lnTo>
                  <a:lnTo>
                    <a:pt x="4417573" y="6176"/>
                  </a:lnTo>
                  <a:lnTo>
                    <a:pt x="4454541" y="7194"/>
                  </a:lnTo>
                  <a:lnTo>
                    <a:pt x="4508464" y="8857"/>
                  </a:lnTo>
                  <a:lnTo>
                    <a:pt x="4577923" y="11271"/>
                  </a:lnTo>
                  <a:lnTo>
                    <a:pt x="4659559" y="14495"/>
                  </a:lnTo>
                  <a:lnTo>
                    <a:pt x="4748943" y="18543"/>
                  </a:lnTo>
                  <a:lnTo>
                    <a:pt x="4841523" y="23400"/>
                  </a:lnTo>
                  <a:lnTo>
                    <a:pt x="4933379" y="29048"/>
                  </a:lnTo>
                  <a:lnTo>
                    <a:pt x="5021622" y="35481"/>
                  </a:lnTo>
                  <a:lnTo>
                    <a:pt x="5104468" y="42719"/>
                  </a:lnTo>
                  <a:lnTo>
                    <a:pt x="5181096" y="50819"/>
                  </a:lnTo>
                  <a:lnTo>
                    <a:pt x="5251428" y="59873"/>
                  </a:lnTo>
                  <a:lnTo>
                    <a:pt x="5315888" y="70008"/>
                  </a:lnTo>
                  <a:lnTo>
                    <a:pt x="5375214" y="81385"/>
                  </a:lnTo>
                  <a:lnTo>
                    <a:pt x="5430307" y="94185"/>
                  </a:lnTo>
                  <a:lnTo>
                    <a:pt x="5482127" y="108593"/>
                  </a:lnTo>
                  <a:lnTo>
                    <a:pt x="5531600" y="124766"/>
                  </a:lnTo>
                  <a:lnTo>
                    <a:pt x="5567201" y="137928"/>
                  </a:lnTo>
                  <a:lnTo>
                    <a:pt x="5616554" y="158232"/>
                  </a:lnTo>
                  <a:lnTo>
                    <a:pt x="5665427" y="180604"/>
                  </a:lnTo>
                  <a:lnTo>
                    <a:pt x="5714325" y="205075"/>
                  </a:lnTo>
                  <a:lnTo>
                    <a:pt x="5763589" y="231605"/>
                  </a:lnTo>
                  <a:lnTo>
                    <a:pt x="5813423" y="260074"/>
                  </a:lnTo>
                  <a:lnTo>
                    <a:pt x="5863910" y="290278"/>
                  </a:lnTo>
                  <a:lnTo>
                    <a:pt x="5915022" y="321930"/>
                  </a:lnTo>
                  <a:lnTo>
                    <a:pt x="5966645" y="354669"/>
                  </a:lnTo>
                  <a:lnTo>
                    <a:pt x="6018597" y="388075"/>
                  </a:lnTo>
                  <a:lnTo>
                    <a:pt x="6070653" y="421688"/>
                  </a:lnTo>
                  <a:lnTo>
                    <a:pt x="6122577" y="455038"/>
                  </a:lnTo>
                  <a:lnTo>
                    <a:pt x="6174148" y="487669"/>
                  </a:lnTo>
                  <a:lnTo>
                    <a:pt x="6225190" y="519168"/>
                  </a:lnTo>
                  <a:lnTo>
                    <a:pt x="6275599" y="549180"/>
                  </a:lnTo>
                  <a:lnTo>
                    <a:pt x="6325360" y="577428"/>
                  </a:lnTo>
                  <a:lnTo>
                    <a:pt x="6374567" y="603719"/>
                  </a:lnTo>
                  <a:lnTo>
                    <a:pt x="6423441" y="627943"/>
                  </a:lnTo>
                  <a:lnTo>
                    <a:pt x="6472342" y="650068"/>
                  </a:lnTo>
                  <a:lnTo>
                    <a:pt x="6515891" y="667862"/>
                  </a:lnTo>
                  <a:lnTo>
                    <a:pt x="6564157" y="685398"/>
                  </a:lnTo>
                  <a:lnTo>
                    <a:pt x="6614155" y="701101"/>
                  </a:lnTo>
                  <a:lnTo>
                    <a:pt x="6666733" y="715075"/>
                  </a:lnTo>
                  <a:lnTo>
                    <a:pt x="6722833" y="727487"/>
                  </a:lnTo>
                  <a:lnTo>
                    <a:pt x="6783410" y="738525"/>
                  </a:lnTo>
                  <a:lnTo>
                    <a:pt x="6849333" y="748366"/>
                  </a:lnTo>
                  <a:lnTo>
                    <a:pt x="6921274" y="757161"/>
                  </a:lnTo>
                  <a:lnTo>
                    <a:pt x="6999550" y="765030"/>
                  </a:lnTo>
                  <a:lnTo>
                    <a:pt x="7083911" y="772055"/>
                  </a:lnTo>
                  <a:lnTo>
                    <a:pt x="7173307" y="778284"/>
                  </a:lnTo>
                  <a:lnTo>
                    <a:pt x="7265673" y="783728"/>
                  </a:lnTo>
                  <a:lnTo>
                    <a:pt x="7357836" y="788377"/>
                  </a:lnTo>
                  <a:lnTo>
                    <a:pt x="7445656" y="792211"/>
                  </a:lnTo>
                  <a:lnTo>
                    <a:pt x="7524532" y="795222"/>
                  </a:lnTo>
                  <a:lnTo>
                    <a:pt x="7590215" y="797434"/>
                  </a:lnTo>
                  <a:lnTo>
                    <a:pt x="7639781" y="798917"/>
                  </a:lnTo>
                  <a:lnTo>
                    <a:pt x="7672409" y="799790"/>
                  </a:lnTo>
                  <a:lnTo>
                    <a:pt x="7689732" y="800206"/>
                  </a:lnTo>
                  <a:lnTo>
                    <a:pt x="7695705" y="800335"/>
                  </a:lnTo>
                  <a:lnTo>
                    <a:pt x="7696237" y="800346"/>
                  </a:lnTo>
                  <a:lnTo>
                    <a:pt x="8234974" y="800346"/>
                  </a:lnTo>
                  <a:lnTo>
                    <a:pt x="8234974" y="794901"/>
                  </a:lnTo>
                  <a:lnTo>
                    <a:pt x="7696237" y="794901"/>
                  </a:lnTo>
                  <a:lnTo>
                    <a:pt x="7694946" y="794875"/>
                  </a:lnTo>
                  <a:lnTo>
                    <a:pt x="7686523" y="794688"/>
                  </a:lnTo>
                  <a:lnTo>
                    <a:pt x="7665519" y="794169"/>
                  </a:lnTo>
                  <a:lnTo>
                    <a:pt x="7628552" y="793152"/>
                  </a:lnTo>
                  <a:lnTo>
                    <a:pt x="7574629" y="791489"/>
                  </a:lnTo>
                  <a:lnTo>
                    <a:pt x="7505170" y="789074"/>
                  </a:lnTo>
                  <a:lnTo>
                    <a:pt x="7423533" y="785850"/>
                  </a:lnTo>
                  <a:lnTo>
                    <a:pt x="7334149" y="781803"/>
                  </a:lnTo>
                  <a:lnTo>
                    <a:pt x="7241570" y="776946"/>
                  </a:lnTo>
                  <a:lnTo>
                    <a:pt x="7149714" y="771298"/>
                  </a:lnTo>
                  <a:lnTo>
                    <a:pt x="7061470" y="764865"/>
                  </a:lnTo>
                  <a:lnTo>
                    <a:pt x="6978625" y="757626"/>
                  </a:lnTo>
                  <a:lnTo>
                    <a:pt x="6901996" y="749527"/>
                  </a:lnTo>
                  <a:lnTo>
                    <a:pt x="6831665" y="740473"/>
                  </a:lnTo>
                  <a:lnTo>
                    <a:pt x="6767205" y="730337"/>
                  </a:lnTo>
                  <a:lnTo>
                    <a:pt x="6707879" y="718960"/>
                  </a:lnTo>
                  <a:lnTo>
                    <a:pt x="6652786" y="706160"/>
                  </a:lnTo>
                  <a:lnTo>
                    <a:pt x="6600966" y="691753"/>
                  </a:lnTo>
                  <a:lnTo>
                    <a:pt x="6551493" y="675580"/>
                  </a:lnTo>
                  <a:lnTo>
                    <a:pt x="6515891" y="662418"/>
                  </a:lnTo>
                  <a:lnTo>
                    <a:pt x="6466539" y="642114"/>
                  </a:lnTo>
                  <a:lnTo>
                    <a:pt x="6417665" y="619741"/>
                  </a:lnTo>
                  <a:lnTo>
                    <a:pt x="6368768" y="595270"/>
                  </a:lnTo>
                  <a:lnTo>
                    <a:pt x="6319504" y="568740"/>
                  </a:lnTo>
                  <a:lnTo>
                    <a:pt x="6269669" y="540271"/>
                  </a:lnTo>
                  <a:lnTo>
                    <a:pt x="6219182" y="510067"/>
                  </a:lnTo>
                  <a:lnTo>
                    <a:pt x="6168070" y="478415"/>
                  </a:lnTo>
                  <a:lnTo>
                    <a:pt x="6116447" y="445676"/>
                  </a:lnTo>
                  <a:lnTo>
                    <a:pt x="6064496" y="412271"/>
                  </a:lnTo>
                  <a:lnTo>
                    <a:pt x="6012440" y="378658"/>
                  </a:lnTo>
                  <a:lnTo>
                    <a:pt x="5960516" y="345308"/>
                  </a:lnTo>
                  <a:lnTo>
                    <a:pt x="5908945" y="312676"/>
                  </a:lnTo>
                  <a:lnTo>
                    <a:pt x="5857902" y="281178"/>
                  </a:lnTo>
                  <a:lnTo>
                    <a:pt x="5807493" y="251166"/>
                  </a:lnTo>
                  <a:lnTo>
                    <a:pt x="5757733" y="222918"/>
                  </a:lnTo>
                  <a:lnTo>
                    <a:pt x="5708525" y="196626"/>
                  </a:lnTo>
                  <a:lnTo>
                    <a:pt x="5659651" y="172403"/>
                  </a:lnTo>
                  <a:lnTo>
                    <a:pt x="5610751" y="150278"/>
                  </a:lnTo>
                  <a:lnTo>
                    <a:pt x="5567201" y="132483"/>
                  </a:lnTo>
                  <a:lnTo>
                    <a:pt x="5518935" y="114947"/>
                  </a:lnTo>
                  <a:lnTo>
                    <a:pt x="5468937" y="99244"/>
                  </a:lnTo>
                  <a:lnTo>
                    <a:pt x="5416360" y="85271"/>
                  </a:lnTo>
                  <a:lnTo>
                    <a:pt x="5360259" y="72858"/>
                  </a:lnTo>
                  <a:lnTo>
                    <a:pt x="5299683" y="61820"/>
                  </a:lnTo>
                  <a:lnTo>
                    <a:pt x="5233760" y="51980"/>
                  </a:lnTo>
                  <a:lnTo>
                    <a:pt x="5161818" y="43185"/>
                  </a:lnTo>
                  <a:lnTo>
                    <a:pt x="5083542" y="35316"/>
                  </a:lnTo>
                  <a:lnTo>
                    <a:pt x="4999182" y="28290"/>
                  </a:lnTo>
                  <a:lnTo>
                    <a:pt x="4909786" y="22062"/>
                  </a:lnTo>
                  <a:lnTo>
                    <a:pt x="4817419" y="16618"/>
                  </a:lnTo>
                  <a:lnTo>
                    <a:pt x="4725257" y="11969"/>
                  </a:lnTo>
                  <a:lnTo>
                    <a:pt x="4637436" y="8135"/>
                  </a:lnTo>
                  <a:lnTo>
                    <a:pt x="4558561" y="5123"/>
                  </a:lnTo>
                  <a:lnTo>
                    <a:pt x="4492877" y="2912"/>
                  </a:lnTo>
                  <a:lnTo>
                    <a:pt x="4443312" y="1428"/>
                  </a:lnTo>
                  <a:lnTo>
                    <a:pt x="4410684" y="556"/>
                  </a:lnTo>
                  <a:lnTo>
                    <a:pt x="4393360" y="140"/>
                  </a:lnTo>
                  <a:lnTo>
                    <a:pt x="4387388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0" y="28"/>
                  </a:lnTo>
                  <a:lnTo>
                    <a:pt x="3838423" y="235"/>
                  </a:lnTo>
                  <a:lnTo>
                    <a:pt x="3817458" y="805"/>
                  </a:lnTo>
                  <a:lnTo>
                    <a:pt x="3780555" y="1925"/>
                  </a:lnTo>
                  <a:lnTo>
                    <a:pt x="3726718" y="3755"/>
                  </a:lnTo>
                  <a:lnTo>
                    <a:pt x="3657358" y="6413"/>
                  </a:lnTo>
                  <a:lnTo>
                    <a:pt x="3575819" y="9962"/>
                  </a:lnTo>
                  <a:lnTo>
                    <a:pt x="3486523" y="14417"/>
                  </a:lnTo>
                  <a:lnTo>
                    <a:pt x="3394011" y="19765"/>
                  </a:lnTo>
                  <a:lnTo>
                    <a:pt x="3302201" y="25984"/>
                  </a:lnTo>
                  <a:lnTo>
                    <a:pt x="3213984" y="33066"/>
                  </a:lnTo>
                  <a:lnTo>
                    <a:pt x="3131149" y="41036"/>
                  </a:lnTo>
                  <a:lnTo>
                    <a:pt x="3054518" y="49954"/>
                  </a:lnTo>
                  <a:lnTo>
                    <a:pt x="2984178" y="59921"/>
                  </a:lnTo>
                  <a:lnTo>
                    <a:pt x="2919707" y="71078"/>
                  </a:lnTo>
                  <a:lnTo>
                    <a:pt x="2860373" y="83600"/>
                  </a:lnTo>
                  <a:lnTo>
                    <a:pt x="2805275" y="97687"/>
                  </a:lnTo>
                  <a:lnTo>
                    <a:pt x="2753457" y="113542"/>
                  </a:lnTo>
                  <a:lnTo>
                    <a:pt x="2703993" y="131340"/>
                  </a:lnTo>
                  <a:lnTo>
                    <a:pt x="2667772" y="146095"/>
                  </a:lnTo>
                  <a:lnTo>
                    <a:pt x="2619030" y="168192"/>
                  </a:lnTo>
                  <a:lnTo>
                    <a:pt x="2570762" y="192513"/>
                  </a:lnTo>
                  <a:lnTo>
                    <a:pt x="2522480" y="219092"/>
                  </a:lnTo>
                  <a:lnTo>
                    <a:pt x="2473850" y="247888"/>
                  </a:lnTo>
                  <a:lnTo>
                    <a:pt x="2424670" y="278778"/>
                  </a:lnTo>
                  <a:lnTo>
                    <a:pt x="2374857" y="311550"/>
                  </a:lnTo>
                  <a:lnTo>
                    <a:pt x="2324427" y="345906"/>
                  </a:lnTo>
                  <a:lnTo>
                    <a:pt x="2273487" y="381468"/>
                  </a:lnTo>
                  <a:lnTo>
                    <a:pt x="2222206" y="417794"/>
                  </a:lnTo>
                  <a:lnTo>
                    <a:pt x="2170798" y="454400"/>
                  </a:lnTo>
                  <a:lnTo>
                    <a:pt x="2119490" y="490785"/>
                  </a:lnTo>
                  <a:lnTo>
                    <a:pt x="2068499" y="526463"/>
                  </a:lnTo>
                  <a:lnTo>
                    <a:pt x="2018001" y="560984"/>
                  </a:lnTo>
                  <a:lnTo>
                    <a:pt x="1968111" y="593963"/>
                  </a:lnTo>
                  <a:lnTo>
                    <a:pt x="1918858" y="625092"/>
                  </a:lnTo>
                  <a:lnTo>
                    <a:pt x="1870171" y="654146"/>
                  </a:lnTo>
                  <a:lnTo>
                    <a:pt x="1821862" y="680994"/>
                  </a:lnTo>
                  <a:lnTo>
                    <a:pt x="1773615" y="705585"/>
                  </a:lnTo>
                  <a:lnTo>
                    <a:pt x="1724960" y="727945"/>
                  </a:lnTo>
                  <a:lnTo>
                    <a:pt x="1719082" y="730475"/>
                  </a:lnTo>
                  <a:lnTo>
                    <a:pt x="1670849" y="749800"/>
                  </a:lnTo>
                  <a:lnTo>
                    <a:pt x="1620887" y="767107"/>
                  </a:lnTo>
                  <a:lnTo>
                    <a:pt x="1568350" y="782508"/>
                  </a:lnTo>
                  <a:lnTo>
                    <a:pt x="1512296" y="796190"/>
                  </a:lnTo>
                  <a:lnTo>
                    <a:pt x="1451776" y="808359"/>
                  </a:lnTo>
                  <a:lnTo>
                    <a:pt x="1385918" y="819208"/>
                  </a:lnTo>
                  <a:lnTo>
                    <a:pt x="1314052" y="828904"/>
                  </a:lnTo>
                  <a:lnTo>
                    <a:pt x="1235860" y="837581"/>
                  </a:lnTo>
                  <a:lnTo>
                    <a:pt x="1151589" y="845328"/>
                  </a:lnTo>
                  <a:lnTo>
                    <a:pt x="1062279" y="852197"/>
                  </a:lnTo>
                  <a:lnTo>
                    <a:pt x="969986" y="858203"/>
                  </a:lnTo>
                  <a:lnTo>
                    <a:pt x="877869" y="863333"/>
                  </a:lnTo>
                  <a:lnTo>
                    <a:pt x="790051" y="867566"/>
                  </a:lnTo>
                  <a:lnTo>
                    <a:pt x="711127" y="870892"/>
                  </a:lnTo>
                  <a:lnTo>
                    <a:pt x="645342" y="873338"/>
                  </a:lnTo>
                  <a:lnTo>
                    <a:pt x="595634" y="874980"/>
                  </a:lnTo>
                  <a:lnTo>
                    <a:pt x="562845" y="875948"/>
                  </a:lnTo>
                  <a:lnTo>
                    <a:pt x="545373" y="876412"/>
                  </a:lnTo>
                  <a:lnTo>
                    <a:pt x="539296" y="876557"/>
                  </a:lnTo>
                  <a:lnTo>
                    <a:pt x="538736" y="876570"/>
                  </a:lnTo>
                  <a:lnTo>
                    <a:pt x="0" y="876570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35" name="pl1935"/>
            <p:cNvSpPr/>
            <p:nvPr/>
          </p:nvSpPr>
          <p:spPr>
            <a:xfrm>
              <a:off x="546595" y="4871969"/>
              <a:ext cx="8234974" cy="876570"/>
            </a:xfrm>
            <a:custGeom>
              <a:avLst/>
              <a:pathLst>
                <a:path w="8234974" h="876570">
                  <a:moveTo>
                    <a:pt x="0" y="876570"/>
                  </a:moveTo>
                  <a:lnTo>
                    <a:pt x="538736" y="876570"/>
                  </a:lnTo>
                  <a:lnTo>
                    <a:pt x="540025" y="876541"/>
                  </a:lnTo>
                  <a:lnTo>
                    <a:pt x="548432" y="876334"/>
                  </a:lnTo>
                  <a:lnTo>
                    <a:pt x="569397" y="875764"/>
                  </a:lnTo>
                  <a:lnTo>
                    <a:pt x="606300" y="874644"/>
                  </a:lnTo>
                  <a:lnTo>
                    <a:pt x="660137" y="872814"/>
                  </a:lnTo>
                  <a:lnTo>
                    <a:pt x="729497" y="870156"/>
                  </a:lnTo>
                  <a:lnTo>
                    <a:pt x="811035" y="866607"/>
                  </a:lnTo>
                  <a:lnTo>
                    <a:pt x="900332" y="862152"/>
                  </a:lnTo>
                  <a:lnTo>
                    <a:pt x="992844" y="856804"/>
                  </a:lnTo>
                  <a:lnTo>
                    <a:pt x="1084653" y="850585"/>
                  </a:lnTo>
                  <a:lnTo>
                    <a:pt x="1172870" y="843503"/>
                  </a:lnTo>
                  <a:lnTo>
                    <a:pt x="1255706" y="835533"/>
                  </a:lnTo>
                  <a:lnTo>
                    <a:pt x="1332337" y="826615"/>
                  </a:lnTo>
                  <a:lnTo>
                    <a:pt x="1402677" y="816648"/>
                  </a:lnTo>
                  <a:lnTo>
                    <a:pt x="1467147" y="805491"/>
                  </a:lnTo>
                  <a:lnTo>
                    <a:pt x="1526482" y="792969"/>
                  </a:lnTo>
                  <a:lnTo>
                    <a:pt x="1581580" y="778882"/>
                  </a:lnTo>
                  <a:lnTo>
                    <a:pt x="1633398" y="763027"/>
                  </a:lnTo>
                  <a:lnTo>
                    <a:pt x="1682861" y="745229"/>
                  </a:lnTo>
                  <a:lnTo>
                    <a:pt x="1719082" y="730475"/>
                  </a:lnTo>
                  <a:lnTo>
                    <a:pt x="1767825" y="708377"/>
                  </a:lnTo>
                  <a:lnTo>
                    <a:pt x="1816093" y="684056"/>
                  </a:lnTo>
                  <a:lnTo>
                    <a:pt x="1864375" y="657477"/>
                  </a:lnTo>
                  <a:lnTo>
                    <a:pt x="1913005" y="628681"/>
                  </a:lnTo>
                  <a:lnTo>
                    <a:pt x="1962184" y="597791"/>
                  </a:lnTo>
                  <a:lnTo>
                    <a:pt x="2011998" y="565019"/>
                  </a:lnTo>
                  <a:lnTo>
                    <a:pt x="2062427" y="530663"/>
                  </a:lnTo>
                  <a:lnTo>
                    <a:pt x="2113368" y="495101"/>
                  </a:lnTo>
                  <a:lnTo>
                    <a:pt x="2164648" y="458775"/>
                  </a:lnTo>
                  <a:lnTo>
                    <a:pt x="2216057" y="422169"/>
                  </a:lnTo>
                  <a:lnTo>
                    <a:pt x="2267364" y="385784"/>
                  </a:lnTo>
                  <a:lnTo>
                    <a:pt x="2318356" y="350106"/>
                  </a:lnTo>
                  <a:lnTo>
                    <a:pt x="2368853" y="315585"/>
                  </a:lnTo>
                  <a:lnTo>
                    <a:pt x="2418743" y="282606"/>
                  </a:lnTo>
                  <a:lnTo>
                    <a:pt x="2467997" y="251477"/>
                  </a:lnTo>
                  <a:lnTo>
                    <a:pt x="2516684" y="222423"/>
                  </a:lnTo>
                  <a:lnTo>
                    <a:pt x="2564993" y="195575"/>
                  </a:lnTo>
                  <a:lnTo>
                    <a:pt x="2613240" y="170984"/>
                  </a:lnTo>
                  <a:lnTo>
                    <a:pt x="2661894" y="148624"/>
                  </a:lnTo>
                  <a:lnTo>
                    <a:pt x="2667772" y="146095"/>
                  </a:lnTo>
                  <a:lnTo>
                    <a:pt x="2716005" y="126769"/>
                  </a:lnTo>
                  <a:lnTo>
                    <a:pt x="2765968" y="109462"/>
                  </a:lnTo>
                  <a:lnTo>
                    <a:pt x="2818505" y="94061"/>
                  </a:lnTo>
                  <a:lnTo>
                    <a:pt x="2874558" y="80379"/>
                  </a:lnTo>
                  <a:lnTo>
                    <a:pt x="2935079" y="68210"/>
                  </a:lnTo>
                  <a:lnTo>
                    <a:pt x="3000937" y="57361"/>
                  </a:lnTo>
                  <a:lnTo>
                    <a:pt x="3072803" y="47665"/>
                  </a:lnTo>
                  <a:lnTo>
                    <a:pt x="3150994" y="38988"/>
                  </a:lnTo>
                  <a:lnTo>
                    <a:pt x="3235266" y="31241"/>
                  </a:lnTo>
                  <a:lnTo>
                    <a:pt x="3324575" y="24372"/>
                  </a:lnTo>
                  <a:lnTo>
                    <a:pt x="3416869" y="18366"/>
                  </a:lnTo>
                  <a:lnTo>
                    <a:pt x="3508986" y="13236"/>
                  </a:lnTo>
                  <a:lnTo>
                    <a:pt x="3596803" y="9003"/>
                  </a:lnTo>
                  <a:lnTo>
                    <a:pt x="3675728" y="5677"/>
                  </a:lnTo>
                  <a:lnTo>
                    <a:pt x="3741513" y="3231"/>
                  </a:lnTo>
                  <a:lnTo>
                    <a:pt x="3791220" y="1589"/>
                  </a:lnTo>
                  <a:lnTo>
                    <a:pt x="3824010" y="621"/>
                  </a:lnTo>
                  <a:lnTo>
                    <a:pt x="3841482" y="157"/>
                  </a:lnTo>
                  <a:lnTo>
                    <a:pt x="3847558" y="1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6" y="26"/>
                  </a:lnTo>
                  <a:lnTo>
                    <a:pt x="4396569" y="213"/>
                  </a:lnTo>
                  <a:lnTo>
                    <a:pt x="4417573" y="732"/>
                  </a:lnTo>
                  <a:lnTo>
                    <a:pt x="4454541" y="1749"/>
                  </a:lnTo>
                  <a:lnTo>
                    <a:pt x="4508464" y="3412"/>
                  </a:lnTo>
                  <a:lnTo>
                    <a:pt x="4577923" y="5827"/>
                  </a:lnTo>
                  <a:lnTo>
                    <a:pt x="4659559" y="9051"/>
                  </a:lnTo>
                  <a:lnTo>
                    <a:pt x="4748943" y="13098"/>
                  </a:lnTo>
                  <a:lnTo>
                    <a:pt x="4841523" y="17955"/>
                  </a:lnTo>
                  <a:lnTo>
                    <a:pt x="4933379" y="23603"/>
                  </a:lnTo>
                  <a:lnTo>
                    <a:pt x="5021622" y="30036"/>
                  </a:lnTo>
                  <a:lnTo>
                    <a:pt x="5104468" y="37275"/>
                  </a:lnTo>
                  <a:lnTo>
                    <a:pt x="5181096" y="45374"/>
                  </a:lnTo>
                  <a:lnTo>
                    <a:pt x="5251428" y="54428"/>
                  </a:lnTo>
                  <a:lnTo>
                    <a:pt x="5315888" y="64564"/>
                  </a:lnTo>
                  <a:lnTo>
                    <a:pt x="5375214" y="75941"/>
                  </a:lnTo>
                  <a:lnTo>
                    <a:pt x="5430307" y="88741"/>
                  </a:lnTo>
                  <a:lnTo>
                    <a:pt x="5482127" y="103148"/>
                  </a:lnTo>
                  <a:lnTo>
                    <a:pt x="5531600" y="119321"/>
                  </a:lnTo>
                  <a:lnTo>
                    <a:pt x="5567201" y="132483"/>
                  </a:lnTo>
                  <a:lnTo>
                    <a:pt x="5616554" y="152787"/>
                  </a:lnTo>
                  <a:lnTo>
                    <a:pt x="5665427" y="175160"/>
                  </a:lnTo>
                  <a:lnTo>
                    <a:pt x="5714325" y="199631"/>
                  </a:lnTo>
                  <a:lnTo>
                    <a:pt x="5763589" y="226161"/>
                  </a:lnTo>
                  <a:lnTo>
                    <a:pt x="5813423" y="254630"/>
                  </a:lnTo>
                  <a:lnTo>
                    <a:pt x="5863910" y="284834"/>
                  </a:lnTo>
                  <a:lnTo>
                    <a:pt x="5915022" y="316486"/>
                  </a:lnTo>
                  <a:lnTo>
                    <a:pt x="5966645" y="349225"/>
                  </a:lnTo>
                  <a:lnTo>
                    <a:pt x="6018597" y="382630"/>
                  </a:lnTo>
                  <a:lnTo>
                    <a:pt x="6070653" y="416243"/>
                  </a:lnTo>
                  <a:lnTo>
                    <a:pt x="6122577" y="449593"/>
                  </a:lnTo>
                  <a:lnTo>
                    <a:pt x="6174148" y="482225"/>
                  </a:lnTo>
                  <a:lnTo>
                    <a:pt x="6225190" y="513723"/>
                  </a:lnTo>
                  <a:lnTo>
                    <a:pt x="6275599" y="543735"/>
                  </a:lnTo>
                  <a:lnTo>
                    <a:pt x="6325360" y="571983"/>
                  </a:lnTo>
                  <a:lnTo>
                    <a:pt x="6374567" y="598275"/>
                  </a:lnTo>
                  <a:lnTo>
                    <a:pt x="6423441" y="622498"/>
                  </a:lnTo>
                  <a:lnTo>
                    <a:pt x="6472342" y="644623"/>
                  </a:lnTo>
                  <a:lnTo>
                    <a:pt x="6515891" y="662418"/>
                  </a:lnTo>
                  <a:lnTo>
                    <a:pt x="6564157" y="679954"/>
                  </a:lnTo>
                  <a:lnTo>
                    <a:pt x="6614155" y="695657"/>
                  </a:lnTo>
                  <a:lnTo>
                    <a:pt x="6666733" y="709630"/>
                  </a:lnTo>
                  <a:lnTo>
                    <a:pt x="6722833" y="722043"/>
                  </a:lnTo>
                  <a:lnTo>
                    <a:pt x="6783410" y="733081"/>
                  </a:lnTo>
                  <a:lnTo>
                    <a:pt x="6849333" y="742921"/>
                  </a:lnTo>
                  <a:lnTo>
                    <a:pt x="6921274" y="751716"/>
                  </a:lnTo>
                  <a:lnTo>
                    <a:pt x="6999550" y="759585"/>
                  </a:lnTo>
                  <a:lnTo>
                    <a:pt x="7083911" y="766611"/>
                  </a:lnTo>
                  <a:lnTo>
                    <a:pt x="7173307" y="772839"/>
                  </a:lnTo>
                  <a:lnTo>
                    <a:pt x="7265673" y="778283"/>
                  </a:lnTo>
                  <a:lnTo>
                    <a:pt x="7357836" y="782932"/>
                  </a:lnTo>
                  <a:lnTo>
                    <a:pt x="7445656" y="786766"/>
                  </a:lnTo>
                  <a:lnTo>
                    <a:pt x="7524532" y="789777"/>
                  </a:lnTo>
                  <a:lnTo>
                    <a:pt x="7590215" y="791989"/>
                  </a:lnTo>
                  <a:lnTo>
                    <a:pt x="7639781" y="793472"/>
                  </a:lnTo>
                  <a:lnTo>
                    <a:pt x="7672409" y="794345"/>
                  </a:lnTo>
                  <a:lnTo>
                    <a:pt x="7689732" y="794761"/>
                  </a:lnTo>
                  <a:lnTo>
                    <a:pt x="7695705" y="794891"/>
                  </a:lnTo>
                  <a:lnTo>
                    <a:pt x="7696237" y="794901"/>
                  </a:lnTo>
                  <a:lnTo>
                    <a:pt x="8234974" y="7949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6" name="pl1936"/>
            <p:cNvSpPr/>
            <p:nvPr/>
          </p:nvSpPr>
          <p:spPr>
            <a:xfrm>
              <a:off x="546595" y="4866525"/>
              <a:ext cx="8234974" cy="876570"/>
            </a:xfrm>
            <a:custGeom>
              <a:avLst/>
              <a:pathLst>
                <a:path w="8234974" h="876570">
                  <a:moveTo>
                    <a:pt x="8234974" y="794901"/>
                  </a:moveTo>
                  <a:lnTo>
                    <a:pt x="7696237" y="794901"/>
                  </a:lnTo>
                  <a:lnTo>
                    <a:pt x="7694946" y="794875"/>
                  </a:lnTo>
                  <a:lnTo>
                    <a:pt x="7686523" y="794688"/>
                  </a:lnTo>
                  <a:lnTo>
                    <a:pt x="7665519" y="794169"/>
                  </a:lnTo>
                  <a:lnTo>
                    <a:pt x="7628552" y="793152"/>
                  </a:lnTo>
                  <a:lnTo>
                    <a:pt x="7574629" y="791489"/>
                  </a:lnTo>
                  <a:lnTo>
                    <a:pt x="7505170" y="789074"/>
                  </a:lnTo>
                  <a:lnTo>
                    <a:pt x="7423533" y="785850"/>
                  </a:lnTo>
                  <a:lnTo>
                    <a:pt x="7334149" y="781803"/>
                  </a:lnTo>
                  <a:lnTo>
                    <a:pt x="7241570" y="776946"/>
                  </a:lnTo>
                  <a:lnTo>
                    <a:pt x="7149714" y="771298"/>
                  </a:lnTo>
                  <a:lnTo>
                    <a:pt x="7061470" y="764865"/>
                  </a:lnTo>
                  <a:lnTo>
                    <a:pt x="6978625" y="757626"/>
                  </a:lnTo>
                  <a:lnTo>
                    <a:pt x="6901996" y="749527"/>
                  </a:lnTo>
                  <a:lnTo>
                    <a:pt x="6831665" y="740473"/>
                  </a:lnTo>
                  <a:lnTo>
                    <a:pt x="6767205" y="730337"/>
                  </a:lnTo>
                  <a:lnTo>
                    <a:pt x="6707879" y="718960"/>
                  </a:lnTo>
                  <a:lnTo>
                    <a:pt x="6652786" y="706160"/>
                  </a:lnTo>
                  <a:lnTo>
                    <a:pt x="6600966" y="691753"/>
                  </a:lnTo>
                  <a:lnTo>
                    <a:pt x="6551493" y="675580"/>
                  </a:lnTo>
                  <a:lnTo>
                    <a:pt x="6515891" y="662418"/>
                  </a:lnTo>
                  <a:lnTo>
                    <a:pt x="6466539" y="642114"/>
                  </a:lnTo>
                  <a:lnTo>
                    <a:pt x="6417665" y="619741"/>
                  </a:lnTo>
                  <a:lnTo>
                    <a:pt x="6368768" y="595270"/>
                  </a:lnTo>
                  <a:lnTo>
                    <a:pt x="6319504" y="568740"/>
                  </a:lnTo>
                  <a:lnTo>
                    <a:pt x="6269669" y="540271"/>
                  </a:lnTo>
                  <a:lnTo>
                    <a:pt x="6219182" y="510067"/>
                  </a:lnTo>
                  <a:lnTo>
                    <a:pt x="6168070" y="478415"/>
                  </a:lnTo>
                  <a:lnTo>
                    <a:pt x="6116447" y="445676"/>
                  </a:lnTo>
                  <a:lnTo>
                    <a:pt x="6064496" y="412271"/>
                  </a:lnTo>
                  <a:lnTo>
                    <a:pt x="6012440" y="378658"/>
                  </a:lnTo>
                  <a:lnTo>
                    <a:pt x="5960516" y="345308"/>
                  </a:lnTo>
                  <a:lnTo>
                    <a:pt x="5908945" y="312676"/>
                  </a:lnTo>
                  <a:lnTo>
                    <a:pt x="5857902" y="281178"/>
                  </a:lnTo>
                  <a:lnTo>
                    <a:pt x="5807493" y="251166"/>
                  </a:lnTo>
                  <a:lnTo>
                    <a:pt x="5757733" y="222918"/>
                  </a:lnTo>
                  <a:lnTo>
                    <a:pt x="5708525" y="196626"/>
                  </a:lnTo>
                  <a:lnTo>
                    <a:pt x="5659651" y="172403"/>
                  </a:lnTo>
                  <a:lnTo>
                    <a:pt x="5610751" y="150278"/>
                  </a:lnTo>
                  <a:lnTo>
                    <a:pt x="5567201" y="132483"/>
                  </a:lnTo>
                  <a:lnTo>
                    <a:pt x="5518935" y="114947"/>
                  </a:lnTo>
                  <a:lnTo>
                    <a:pt x="5468937" y="99244"/>
                  </a:lnTo>
                  <a:lnTo>
                    <a:pt x="5416360" y="85271"/>
                  </a:lnTo>
                  <a:lnTo>
                    <a:pt x="5360259" y="72858"/>
                  </a:lnTo>
                  <a:lnTo>
                    <a:pt x="5299683" y="61820"/>
                  </a:lnTo>
                  <a:lnTo>
                    <a:pt x="5233760" y="51980"/>
                  </a:lnTo>
                  <a:lnTo>
                    <a:pt x="5161818" y="43185"/>
                  </a:lnTo>
                  <a:lnTo>
                    <a:pt x="5083542" y="35316"/>
                  </a:lnTo>
                  <a:lnTo>
                    <a:pt x="4999182" y="28290"/>
                  </a:lnTo>
                  <a:lnTo>
                    <a:pt x="4909786" y="22062"/>
                  </a:lnTo>
                  <a:lnTo>
                    <a:pt x="4817419" y="16618"/>
                  </a:lnTo>
                  <a:lnTo>
                    <a:pt x="4725257" y="11969"/>
                  </a:lnTo>
                  <a:lnTo>
                    <a:pt x="4637436" y="8135"/>
                  </a:lnTo>
                  <a:lnTo>
                    <a:pt x="4558561" y="5123"/>
                  </a:lnTo>
                  <a:lnTo>
                    <a:pt x="4492877" y="2912"/>
                  </a:lnTo>
                  <a:lnTo>
                    <a:pt x="4443312" y="1428"/>
                  </a:lnTo>
                  <a:lnTo>
                    <a:pt x="4410684" y="556"/>
                  </a:lnTo>
                  <a:lnTo>
                    <a:pt x="4393360" y="140"/>
                  </a:lnTo>
                  <a:lnTo>
                    <a:pt x="4387388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0" y="28"/>
                  </a:lnTo>
                  <a:lnTo>
                    <a:pt x="3838423" y="235"/>
                  </a:lnTo>
                  <a:lnTo>
                    <a:pt x="3817458" y="805"/>
                  </a:lnTo>
                  <a:lnTo>
                    <a:pt x="3780555" y="1925"/>
                  </a:lnTo>
                  <a:lnTo>
                    <a:pt x="3726718" y="3755"/>
                  </a:lnTo>
                  <a:lnTo>
                    <a:pt x="3657358" y="6413"/>
                  </a:lnTo>
                  <a:lnTo>
                    <a:pt x="3575819" y="9962"/>
                  </a:lnTo>
                  <a:lnTo>
                    <a:pt x="3486523" y="14417"/>
                  </a:lnTo>
                  <a:lnTo>
                    <a:pt x="3394011" y="19765"/>
                  </a:lnTo>
                  <a:lnTo>
                    <a:pt x="3302201" y="25984"/>
                  </a:lnTo>
                  <a:lnTo>
                    <a:pt x="3213984" y="33066"/>
                  </a:lnTo>
                  <a:lnTo>
                    <a:pt x="3131149" y="41036"/>
                  </a:lnTo>
                  <a:lnTo>
                    <a:pt x="3054518" y="49954"/>
                  </a:lnTo>
                  <a:lnTo>
                    <a:pt x="2984178" y="59921"/>
                  </a:lnTo>
                  <a:lnTo>
                    <a:pt x="2919707" y="71078"/>
                  </a:lnTo>
                  <a:lnTo>
                    <a:pt x="2860373" y="83600"/>
                  </a:lnTo>
                  <a:lnTo>
                    <a:pt x="2805275" y="97687"/>
                  </a:lnTo>
                  <a:lnTo>
                    <a:pt x="2753457" y="113542"/>
                  </a:lnTo>
                  <a:lnTo>
                    <a:pt x="2703993" y="131340"/>
                  </a:lnTo>
                  <a:lnTo>
                    <a:pt x="2667772" y="146095"/>
                  </a:lnTo>
                  <a:lnTo>
                    <a:pt x="2619030" y="168192"/>
                  </a:lnTo>
                  <a:lnTo>
                    <a:pt x="2570762" y="192513"/>
                  </a:lnTo>
                  <a:lnTo>
                    <a:pt x="2522480" y="219092"/>
                  </a:lnTo>
                  <a:lnTo>
                    <a:pt x="2473850" y="247888"/>
                  </a:lnTo>
                  <a:lnTo>
                    <a:pt x="2424670" y="278778"/>
                  </a:lnTo>
                  <a:lnTo>
                    <a:pt x="2374857" y="311550"/>
                  </a:lnTo>
                  <a:lnTo>
                    <a:pt x="2324427" y="345906"/>
                  </a:lnTo>
                  <a:lnTo>
                    <a:pt x="2273487" y="381468"/>
                  </a:lnTo>
                  <a:lnTo>
                    <a:pt x="2222206" y="417794"/>
                  </a:lnTo>
                  <a:lnTo>
                    <a:pt x="2170798" y="454400"/>
                  </a:lnTo>
                  <a:lnTo>
                    <a:pt x="2119490" y="490785"/>
                  </a:lnTo>
                  <a:lnTo>
                    <a:pt x="2068499" y="526463"/>
                  </a:lnTo>
                  <a:lnTo>
                    <a:pt x="2018001" y="560984"/>
                  </a:lnTo>
                  <a:lnTo>
                    <a:pt x="1968111" y="593963"/>
                  </a:lnTo>
                  <a:lnTo>
                    <a:pt x="1918858" y="625092"/>
                  </a:lnTo>
                  <a:lnTo>
                    <a:pt x="1870171" y="654146"/>
                  </a:lnTo>
                  <a:lnTo>
                    <a:pt x="1821862" y="680994"/>
                  </a:lnTo>
                  <a:lnTo>
                    <a:pt x="1773615" y="705585"/>
                  </a:lnTo>
                  <a:lnTo>
                    <a:pt x="1724960" y="727945"/>
                  </a:lnTo>
                  <a:lnTo>
                    <a:pt x="1719082" y="730475"/>
                  </a:lnTo>
                  <a:lnTo>
                    <a:pt x="1670849" y="749800"/>
                  </a:lnTo>
                  <a:lnTo>
                    <a:pt x="1620887" y="767107"/>
                  </a:lnTo>
                  <a:lnTo>
                    <a:pt x="1568350" y="782508"/>
                  </a:lnTo>
                  <a:lnTo>
                    <a:pt x="1512296" y="796190"/>
                  </a:lnTo>
                  <a:lnTo>
                    <a:pt x="1451776" y="808359"/>
                  </a:lnTo>
                  <a:lnTo>
                    <a:pt x="1385918" y="819208"/>
                  </a:lnTo>
                  <a:lnTo>
                    <a:pt x="1314052" y="828904"/>
                  </a:lnTo>
                  <a:lnTo>
                    <a:pt x="1235860" y="837581"/>
                  </a:lnTo>
                  <a:lnTo>
                    <a:pt x="1151589" y="845328"/>
                  </a:lnTo>
                  <a:lnTo>
                    <a:pt x="1062279" y="852197"/>
                  </a:lnTo>
                  <a:lnTo>
                    <a:pt x="969986" y="858203"/>
                  </a:lnTo>
                  <a:lnTo>
                    <a:pt x="877869" y="863333"/>
                  </a:lnTo>
                  <a:lnTo>
                    <a:pt x="790051" y="867566"/>
                  </a:lnTo>
                  <a:lnTo>
                    <a:pt x="711127" y="870892"/>
                  </a:lnTo>
                  <a:lnTo>
                    <a:pt x="645342" y="873338"/>
                  </a:lnTo>
                  <a:lnTo>
                    <a:pt x="595634" y="874980"/>
                  </a:lnTo>
                  <a:lnTo>
                    <a:pt x="562845" y="875948"/>
                  </a:lnTo>
                  <a:lnTo>
                    <a:pt x="545373" y="876412"/>
                  </a:lnTo>
                  <a:lnTo>
                    <a:pt x="539296" y="876557"/>
                  </a:lnTo>
                  <a:lnTo>
                    <a:pt x="538736" y="876570"/>
                  </a:lnTo>
                  <a:lnTo>
                    <a:pt x="0" y="876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7" name="pg1937"/>
            <p:cNvSpPr/>
            <p:nvPr/>
          </p:nvSpPr>
          <p:spPr>
            <a:xfrm>
              <a:off x="546595" y="1648805"/>
              <a:ext cx="8234974" cy="4072511"/>
            </a:xfrm>
            <a:custGeom>
              <a:avLst/>
              <a:pathLst>
                <a:path w="8234974" h="4072511">
                  <a:moveTo>
                    <a:pt x="0" y="4072511"/>
                  </a:moveTo>
                  <a:lnTo>
                    <a:pt x="538736" y="4072511"/>
                  </a:lnTo>
                  <a:lnTo>
                    <a:pt x="539659" y="4072416"/>
                  </a:lnTo>
                  <a:lnTo>
                    <a:pt x="545725" y="4071739"/>
                  </a:lnTo>
                  <a:lnTo>
                    <a:pt x="561024" y="4069866"/>
                  </a:lnTo>
                  <a:lnTo>
                    <a:pt x="588384" y="4066179"/>
                  </a:lnTo>
                  <a:lnTo>
                    <a:pt x="629174" y="4060107"/>
                  </a:lnTo>
                  <a:lnTo>
                    <a:pt x="683193" y="4051185"/>
                  </a:lnTo>
                  <a:lnTo>
                    <a:pt x="748801" y="4039097"/>
                  </a:lnTo>
                  <a:lnTo>
                    <a:pt x="823299" y="4023686"/>
                  </a:lnTo>
                  <a:lnTo>
                    <a:pt x="903456" y="4004928"/>
                  </a:lnTo>
                  <a:lnTo>
                    <a:pt x="986049" y="3982879"/>
                  </a:lnTo>
                  <a:lnTo>
                    <a:pt x="1068272" y="3957611"/>
                  </a:lnTo>
                  <a:lnTo>
                    <a:pt x="1147966" y="3929156"/>
                  </a:lnTo>
                  <a:lnTo>
                    <a:pt x="1223683" y="3897465"/>
                  </a:lnTo>
                  <a:lnTo>
                    <a:pt x="1294622" y="3862384"/>
                  </a:lnTo>
                  <a:lnTo>
                    <a:pt x="1360513" y="3823638"/>
                  </a:lnTo>
                  <a:lnTo>
                    <a:pt x="1421477" y="3780834"/>
                  </a:lnTo>
                  <a:lnTo>
                    <a:pt x="1477907" y="3733466"/>
                  </a:lnTo>
                  <a:lnTo>
                    <a:pt x="1530361" y="3680935"/>
                  </a:lnTo>
                  <a:lnTo>
                    <a:pt x="1579490" y="3622576"/>
                  </a:lnTo>
                  <a:lnTo>
                    <a:pt x="1625975" y="3557714"/>
                  </a:lnTo>
                  <a:lnTo>
                    <a:pt x="1670482" y="3485754"/>
                  </a:lnTo>
                  <a:lnTo>
                    <a:pt x="1713609" y="3406333"/>
                  </a:lnTo>
                  <a:lnTo>
                    <a:pt x="1719082" y="3395574"/>
                  </a:lnTo>
                  <a:lnTo>
                    <a:pt x="1749545" y="3332959"/>
                  </a:lnTo>
                  <a:lnTo>
                    <a:pt x="1779738" y="3266390"/>
                  </a:lnTo>
                  <a:lnTo>
                    <a:pt x="1809804" y="3195787"/>
                  </a:lnTo>
                  <a:lnTo>
                    <a:pt x="1839856" y="3121116"/>
                  </a:lnTo>
                  <a:lnTo>
                    <a:pt x="1869988" y="3042393"/>
                  </a:lnTo>
                  <a:lnTo>
                    <a:pt x="1900269" y="2959690"/>
                  </a:lnTo>
                  <a:lnTo>
                    <a:pt x="1930750" y="2873139"/>
                  </a:lnTo>
                  <a:lnTo>
                    <a:pt x="1961463" y="2782931"/>
                  </a:lnTo>
                  <a:lnTo>
                    <a:pt x="1992425" y="2689321"/>
                  </a:lnTo>
                  <a:lnTo>
                    <a:pt x="2023635" y="2592625"/>
                  </a:lnTo>
                  <a:lnTo>
                    <a:pt x="2055078" y="2493217"/>
                  </a:lnTo>
                  <a:lnTo>
                    <a:pt x="2086730" y="2391528"/>
                  </a:lnTo>
                  <a:lnTo>
                    <a:pt x="2118551" y="2288031"/>
                  </a:lnTo>
                  <a:lnTo>
                    <a:pt x="2150498" y="2183241"/>
                  </a:lnTo>
                  <a:lnTo>
                    <a:pt x="2182519" y="2077701"/>
                  </a:lnTo>
                  <a:lnTo>
                    <a:pt x="2214559" y="1971970"/>
                  </a:lnTo>
                  <a:lnTo>
                    <a:pt x="2246562" y="1866609"/>
                  </a:lnTo>
                  <a:lnTo>
                    <a:pt x="2278474" y="1762175"/>
                  </a:lnTo>
                  <a:lnTo>
                    <a:pt x="2310246" y="1659200"/>
                  </a:lnTo>
                  <a:lnTo>
                    <a:pt x="2341835" y="1558189"/>
                  </a:lnTo>
                  <a:lnTo>
                    <a:pt x="2373206" y="1459603"/>
                  </a:lnTo>
                  <a:lnTo>
                    <a:pt x="2404338" y="1363854"/>
                  </a:lnTo>
                  <a:lnTo>
                    <a:pt x="2435220" y="1271298"/>
                  </a:lnTo>
                  <a:lnTo>
                    <a:pt x="2465856" y="1182232"/>
                  </a:lnTo>
                  <a:lnTo>
                    <a:pt x="2496269" y="1096891"/>
                  </a:lnTo>
                  <a:lnTo>
                    <a:pt x="2526496" y="1015447"/>
                  </a:lnTo>
                  <a:lnTo>
                    <a:pt x="2556593" y="938012"/>
                  </a:lnTo>
                  <a:lnTo>
                    <a:pt x="2586639" y="864640"/>
                  </a:lnTo>
                  <a:lnTo>
                    <a:pt x="2616732" y="795330"/>
                  </a:lnTo>
                  <a:lnTo>
                    <a:pt x="2646994" y="730034"/>
                  </a:lnTo>
                  <a:lnTo>
                    <a:pt x="2667772" y="687826"/>
                  </a:lnTo>
                  <a:lnTo>
                    <a:pt x="2710760" y="607439"/>
                  </a:lnTo>
                  <a:lnTo>
                    <a:pt x="2755057" y="534533"/>
                  </a:lnTo>
                  <a:lnTo>
                    <a:pt x="2801252" y="468788"/>
                  </a:lnTo>
                  <a:lnTo>
                    <a:pt x="2850002" y="409630"/>
                  </a:lnTo>
                  <a:lnTo>
                    <a:pt x="2901991" y="356387"/>
                  </a:lnTo>
                  <a:lnTo>
                    <a:pt x="2957876" y="308390"/>
                  </a:lnTo>
                  <a:lnTo>
                    <a:pt x="3018231" y="265030"/>
                  </a:lnTo>
                  <a:lnTo>
                    <a:pt x="3083474" y="225786"/>
                  </a:lnTo>
                  <a:lnTo>
                    <a:pt x="3153770" y="190252"/>
                  </a:lnTo>
                  <a:lnTo>
                    <a:pt x="3228904" y="158137"/>
                  </a:lnTo>
                  <a:lnTo>
                    <a:pt x="3308153" y="129270"/>
                  </a:lnTo>
                  <a:lnTo>
                    <a:pt x="3390156" y="103591"/>
                  </a:lnTo>
                  <a:lnTo>
                    <a:pt x="3472847" y="81124"/>
                  </a:lnTo>
                  <a:lnTo>
                    <a:pt x="3553493" y="61939"/>
                  </a:lnTo>
                  <a:lnTo>
                    <a:pt x="3628904" y="46097"/>
                  </a:lnTo>
                  <a:lnTo>
                    <a:pt x="3695824" y="33587"/>
                  </a:lnTo>
                  <a:lnTo>
                    <a:pt x="3751453" y="24272"/>
                  </a:lnTo>
                  <a:lnTo>
                    <a:pt x="3793988" y="17857"/>
                  </a:lnTo>
                  <a:lnTo>
                    <a:pt x="3823032" y="13894"/>
                  </a:lnTo>
                  <a:lnTo>
                    <a:pt x="3839752" y="11822"/>
                  </a:lnTo>
                  <a:lnTo>
                    <a:pt x="3846801" y="11025"/>
                  </a:lnTo>
                  <a:lnTo>
                    <a:pt x="3848118" y="10889"/>
                  </a:lnTo>
                  <a:lnTo>
                    <a:pt x="4386855" y="10889"/>
                  </a:lnTo>
                  <a:lnTo>
                    <a:pt x="4388136" y="10924"/>
                  </a:lnTo>
                  <a:lnTo>
                    <a:pt x="4396499" y="11175"/>
                  </a:lnTo>
                  <a:lnTo>
                    <a:pt x="4417356" y="11869"/>
                  </a:lnTo>
                  <a:lnTo>
                    <a:pt x="4454080" y="13232"/>
                  </a:lnTo>
                  <a:lnTo>
                    <a:pt x="4507677" y="15459"/>
                  </a:lnTo>
                  <a:lnTo>
                    <a:pt x="4576764" y="18693"/>
                  </a:lnTo>
                  <a:lnTo>
                    <a:pt x="4658029" y="23014"/>
                  </a:lnTo>
                  <a:lnTo>
                    <a:pt x="4747083" y="28441"/>
                  </a:lnTo>
                  <a:lnTo>
                    <a:pt x="4839404" y="34955"/>
                  </a:lnTo>
                  <a:lnTo>
                    <a:pt x="4931084" y="42531"/>
                  </a:lnTo>
                  <a:lnTo>
                    <a:pt x="5019228" y="51161"/>
                  </a:lnTo>
                  <a:lnTo>
                    <a:pt x="5102036" y="60870"/>
                  </a:lnTo>
                  <a:lnTo>
                    <a:pt x="5178671" y="71734"/>
                  </a:lnTo>
                  <a:lnTo>
                    <a:pt x="5249035" y="83872"/>
                  </a:lnTo>
                  <a:lnTo>
                    <a:pt x="5313535" y="97457"/>
                  </a:lnTo>
                  <a:lnTo>
                    <a:pt x="5372895" y="112699"/>
                  </a:lnTo>
                  <a:lnTo>
                    <a:pt x="5428006" y="129841"/>
                  </a:lnTo>
                  <a:lnTo>
                    <a:pt x="5479819" y="149131"/>
                  </a:lnTo>
                  <a:lnTo>
                    <a:pt x="5529257" y="170783"/>
                  </a:lnTo>
                  <a:lnTo>
                    <a:pt x="5567201" y="189651"/>
                  </a:lnTo>
                  <a:lnTo>
                    <a:pt x="5614417" y="215795"/>
                  </a:lnTo>
                  <a:lnTo>
                    <a:pt x="5661171" y="244490"/>
                  </a:lnTo>
                  <a:lnTo>
                    <a:pt x="5707915" y="275776"/>
                  </a:lnTo>
                  <a:lnTo>
                    <a:pt x="5754961" y="309615"/>
                  </a:lnTo>
                  <a:lnTo>
                    <a:pt x="5802507" y="345881"/>
                  </a:lnTo>
                  <a:lnTo>
                    <a:pt x="5850642" y="384353"/>
                  </a:lnTo>
                  <a:lnTo>
                    <a:pt x="5899364" y="424716"/>
                  </a:lnTo>
                  <a:lnTo>
                    <a:pt x="5948594" y="466565"/>
                  </a:lnTo>
                  <a:lnTo>
                    <a:pt x="5998189" y="509425"/>
                  </a:lnTo>
                  <a:lnTo>
                    <a:pt x="6047962" y="552767"/>
                  </a:lnTo>
                  <a:lnTo>
                    <a:pt x="6097709" y="596038"/>
                  </a:lnTo>
                  <a:lnTo>
                    <a:pt x="6147226" y="638686"/>
                  </a:lnTo>
                  <a:lnTo>
                    <a:pt x="6196337" y="680196"/>
                  </a:lnTo>
                  <a:lnTo>
                    <a:pt x="6244913" y="720106"/>
                  </a:lnTo>
                  <a:lnTo>
                    <a:pt x="6292892" y="758036"/>
                  </a:lnTo>
                  <a:lnTo>
                    <a:pt x="6340297" y="793694"/>
                  </a:lnTo>
                  <a:lnTo>
                    <a:pt x="6387242" y="826884"/>
                  </a:lnTo>
                  <a:lnTo>
                    <a:pt x="6433953" y="857502"/>
                  </a:lnTo>
                  <a:lnTo>
                    <a:pt x="6480777" y="885533"/>
                  </a:lnTo>
                  <a:lnTo>
                    <a:pt x="6515891" y="904700"/>
                  </a:lnTo>
                  <a:lnTo>
                    <a:pt x="6564033" y="928304"/>
                  </a:lnTo>
                  <a:lnTo>
                    <a:pt x="6613896" y="949448"/>
                  </a:lnTo>
                  <a:lnTo>
                    <a:pt x="6666321" y="968269"/>
                  </a:lnTo>
                  <a:lnTo>
                    <a:pt x="6722243" y="984992"/>
                  </a:lnTo>
                  <a:lnTo>
                    <a:pt x="6782610" y="999868"/>
                  </a:lnTo>
                  <a:lnTo>
                    <a:pt x="6848286" y="1013133"/>
                  </a:lnTo>
                  <a:lnTo>
                    <a:pt x="6919942" y="1024992"/>
                  </a:lnTo>
                  <a:lnTo>
                    <a:pt x="6997899" y="1035605"/>
                  </a:lnTo>
                  <a:lnTo>
                    <a:pt x="7081923" y="1045084"/>
                  </a:lnTo>
                  <a:lnTo>
                    <a:pt x="7170991" y="1053492"/>
                  </a:lnTo>
                  <a:lnTo>
                    <a:pt x="7263082" y="1060848"/>
                  </a:lnTo>
                  <a:lnTo>
                    <a:pt x="7355072" y="1067137"/>
                  </a:lnTo>
                  <a:lnTo>
                    <a:pt x="7442878" y="1072332"/>
                  </a:lnTo>
                  <a:lnTo>
                    <a:pt x="7521935" y="1076422"/>
                  </a:lnTo>
                  <a:lnTo>
                    <a:pt x="7587999" y="1079438"/>
                  </a:lnTo>
                  <a:lnTo>
                    <a:pt x="7638102" y="1081470"/>
                  </a:lnTo>
                  <a:lnTo>
                    <a:pt x="7671338" y="1082675"/>
                  </a:lnTo>
                  <a:lnTo>
                    <a:pt x="7689226" y="1083257"/>
                  </a:lnTo>
                  <a:lnTo>
                    <a:pt x="7695596" y="1083444"/>
                  </a:lnTo>
                  <a:lnTo>
                    <a:pt x="7696237" y="1083462"/>
                  </a:lnTo>
                  <a:lnTo>
                    <a:pt x="8234974" y="1083462"/>
                  </a:lnTo>
                  <a:lnTo>
                    <a:pt x="8234974" y="1072573"/>
                  </a:ln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6" y="95"/>
                  </a:lnTo>
                  <a:lnTo>
                    <a:pt x="3841129" y="772"/>
                  </a:lnTo>
                  <a:lnTo>
                    <a:pt x="3825831" y="2645"/>
                  </a:lnTo>
                  <a:lnTo>
                    <a:pt x="3798471" y="6331"/>
                  </a:lnTo>
                  <a:lnTo>
                    <a:pt x="3757681" y="12403"/>
                  </a:lnTo>
                  <a:lnTo>
                    <a:pt x="3703662" y="21326"/>
                  </a:lnTo>
                  <a:lnTo>
                    <a:pt x="3638053" y="33414"/>
                  </a:lnTo>
                  <a:lnTo>
                    <a:pt x="3563556" y="48825"/>
                  </a:lnTo>
                  <a:lnTo>
                    <a:pt x="3483398" y="67582"/>
                  </a:lnTo>
                  <a:lnTo>
                    <a:pt x="3400805" y="89631"/>
                  </a:lnTo>
                  <a:lnTo>
                    <a:pt x="3318583" y="114900"/>
                  </a:lnTo>
                  <a:lnTo>
                    <a:pt x="3238889" y="143355"/>
                  </a:lnTo>
                  <a:lnTo>
                    <a:pt x="3163172" y="175045"/>
                  </a:lnTo>
                  <a:lnTo>
                    <a:pt x="3092233" y="210126"/>
                  </a:lnTo>
                  <a:lnTo>
                    <a:pt x="3026342" y="248872"/>
                  </a:lnTo>
                  <a:lnTo>
                    <a:pt x="2965377" y="291676"/>
                  </a:lnTo>
                  <a:lnTo>
                    <a:pt x="2908948" y="339044"/>
                  </a:lnTo>
                  <a:lnTo>
                    <a:pt x="2856493" y="391575"/>
                  </a:lnTo>
                  <a:lnTo>
                    <a:pt x="2807365" y="449935"/>
                  </a:lnTo>
                  <a:lnTo>
                    <a:pt x="2760879" y="514797"/>
                  </a:lnTo>
                  <a:lnTo>
                    <a:pt x="2716372" y="586756"/>
                  </a:lnTo>
                  <a:lnTo>
                    <a:pt x="2673245" y="666177"/>
                  </a:lnTo>
                  <a:lnTo>
                    <a:pt x="2667772" y="676937"/>
                  </a:lnTo>
                  <a:lnTo>
                    <a:pt x="2637310" y="739552"/>
                  </a:lnTo>
                  <a:lnTo>
                    <a:pt x="2607116" y="806121"/>
                  </a:lnTo>
                  <a:lnTo>
                    <a:pt x="2577051" y="876723"/>
                  </a:lnTo>
                  <a:lnTo>
                    <a:pt x="2546998" y="951395"/>
                  </a:lnTo>
                  <a:lnTo>
                    <a:pt x="2516867" y="1030118"/>
                  </a:lnTo>
                  <a:lnTo>
                    <a:pt x="2486586" y="1112820"/>
                  </a:lnTo>
                  <a:lnTo>
                    <a:pt x="2456105" y="1199372"/>
                  </a:lnTo>
                  <a:lnTo>
                    <a:pt x="2425391" y="1289580"/>
                  </a:lnTo>
                  <a:lnTo>
                    <a:pt x="2394430" y="1383190"/>
                  </a:lnTo>
                  <a:lnTo>
                    <a:pt x="2363220" y="1479886"/>
                  </a:lnTo>
                  <a:lnTo>
                    <a:pt x="2331776" y="1579293"/>
                  </a:lnTo>
                  <a:lnTo>
                    <a:pt x="2300125" y="1680983"/>
                  </a:lnTo>
                  <a:lnTo>
                    <a:pt x="2268303" y="1784480"/>
                  </a:lnTo>
                  <a:lnTo>
                    <a:pt x="2236356" y="1889269"/>
                  </a:lnTo>
                  <a:lnTo>
                    <a:pt x="2204335" y="1994809"/>
                  </a:lnTo>
                  <a:lnTo>
                    <a:pt x="2172296" y="2100541"/>
                  </a:lnTo>
                  <a:lnTo>
                    <a:pt x="2140293" y="2205901"/>
                  </a:lnTo>
                  <a:lnTo>
                    <a:pt x="2108380" y="2310336"/>
                  </a:lnTo>
                  <a:lnTo>
                    <a:pt x="2076608" y="2413310"/>
                  </a:lnTo>
                  <a:lnTo>
                    <a:pt x="2045020" y="2514321"/>
                  </a:lnTo>
                  <a:lnTo>
                    <a:pt x="2013648" y="2612908"/>
                  </a:lnTo>
                  <a:lnTo>
                    <a:pt x="1982517" y="2708657"/>
                  </a:lnTo>
                  <a:lnTo>
                    <a:pt x="1951635" y="2801213"/>
                  </a:lnTo>
                  <a:lnTo>
                    <a:pt x="1920998" y="2890278"/>
                  </a:lnTo>
                  <a:lnTo>
                    <a:pt x="1890586" y="2975620"/>
                  </a:lnTo>
                  <a:lnTo>
                    <a:pt x="1860359" y="3057064"/>
                  </a:lnTo>
                  <a:lnTo>
                    <a:pt x="1830261" y="3134499"/>
                  </a:lnTo>
                  <a:lnTo>
                    <a:pt x="1800216" y="3207871"/>
                  </a:lnTo>
                  <a:lnTo>
                    <a:pt x="1770123" y="3277180"/>
                  </a:lnTo>
                  <a:lnTo>
                    <a:pt x="1739860" y="3342477"/>
                  </a:lnTo>
                  <a:lnTo>
                    <a:pt x="1719082" y="3384685"/>
                  </a:lnTo>
                  <a:lnTo>
                    <a:pt x="1676095" y="3465072"/>
                  </a:lnTo>
                  <a:lnTo>
                    <a:pt x="1631797" y="3537977"/>
                  </a:lnTo>
                  <a:lnTo>
                    <a:pt x="1585603" y="3603722"/>
                  </a:lnTo>
                  <a:lnTo>
                    <a:pt x="1536852" y="3662881"/>
                  </a:lnTo>
                  <a:lnTo>
                    <a:pt x="1484864" y="3716124"/>
                  </a:lnTo>
                  <a:lnTo>
                    <a:pt x="1428979" y="3764120"/>
                  </a:lnTo>
                  <a:lnTo>
                    <a:pt x="1368624" y="3807481"/>
                  </a:lnTo>
                  <a:lnTo>
                    <a:pt x="1303380" y="3846724"/>
                  </a:lnTo>
                  <a:lnTo>
                    <a:pt x="1233085" y="3882259"/>
                  </a:lnTo>
                  <a:lnTo>
                    <a:pt x="1157950" y="3914374"/>
                  </a:lnTo>
                  <a:lnTo>
                    <a:pt x="1078701" y="3943240"/>
                  </a:lnTo>
                  <a:lnTo>
                    <a:pt x="996698" y="3968919"/>
                  </a:lnTo>
                  <a:lnTo>
                    <a:pt x="914008" y="3991386"/>
                  </a:lnTo>
                  <a:lnTo>
                    <a:pt x="833362" y="4010571"/>
                  </a:lnTo>
                  <a:lnTo>
                    <a:pt x="757950" y="4026413"/>
                  </a:lnTo>
                  <a:lnTo>
                    <a:pt x="691030" y="4038923"/>
                  </a:lnTo>
                  <a:lnTo>
                    <a:pt x="635402" y="4048238"/>
                  </a:lnTo>
                  <a:lnTo>
                    <a:pt x="592867" y="4054654"/>
                  </a:lnTo>
                  <a:lnTo>
                    <a:pt x="563823" y="4058617"/>
                  </a:lnTo>
                  <a:lnTo>
                    <a:pt x="547103" y="4060689"/>
                  </a:lnTo>
                  <a:lnTo>
                    <a:pt x="540053" y="4061485"/>
                  </a:lnTo>
                  <a:lnTo>
                    <a:pt x="538736" y="4061622"/>
                  </a:lnTo>
                  <a:lnTo>
                    <a:pt x="0" y="4061622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38" name="pl1938"/>
            <p:cNvSpPr/>
            <p:nvPr/>
          </p:nvSpPr>
          <p:spPr>
            <a:xfrm>
              <a:off x="546595" y="1659694"/>
              <a:ext cx="8234974" cy="4061622"/>
            </a:xfrm>
            <a:custGeom>
              <a:avLst/>
              <a:pathLst>
                <a:path w="8234974" h="4061622">
                  <a:moveTo>
                    <a:pt x="0" y="4061622"/>
                  </a:moveTo>
                  <a:lnTo>
                    <a:pt x="538736" y="4061622"/>
                  </a:lnTo>
                  <a:lnTo>
                    <a:pt x="539659" y="4061527"/>
                  </a:lnTo>
                  <a:lnTo>
                    <a:pt x="545725" y="4060849"/>
                  </a:lnTo>
                  <a:lnTo>
                    <a:pt x="561024" y="4058977"/>
                  </a:lnTo>
                  <a:lnTo>
                    <a:pt x="588384" y="4055290"/>
                  </a:lnTo>
                  <a:lnTo>
                    <a:pt x="629174" y="4049218"/>
                  </a:lnTo>
                  <a:lnTo>
                    <a:pt x="683193" y="4040296"/>
                  </a:lnTo>
                  <a:lnTo>
                    <a:pt x="748801" y="4028208"/>
                  </a:lnTo>
                  <a:lnTo>
                    <a:pt x="823299" y="4012797"/>
                  </a:lnTo>
                  <a:lnTo>
                    <a:pt x="903456" y="3994039"/>
                  </a:lnTo>
                  <a:lnTo>
                    <a:pt x="986049" y="3971990"/>
                  </a:lnTo>
                  <a:lnTo>
                    <a:pt x="1068272" y="3946722"/>
                  </a:lnTo>
                  <a:lnTo>
                    <a:pt x="1147966" y="3918267"/>
                  </a:lnTo>
                  <a:lnTo>
                    <a:pt x="1223683" y="3886576"/>
                  </a:lnTo>
                  <a:lnTo>
                    <a:pt x="1294622" y="3851495"/>
                  </a:lnTo>
                  <a:lnTo>
                    <a:pt x="1360513" y="3812749"/>
                  </a:lnTo>
                  <a:lnTo>
                    <a:pt x="1421477" y="3769945"/>
                  </a:lnTo>
                  <a:lnTo>
                    <a:pt x="1477907" y="3722577"/>
                  </a:lnTo>
                  <a:lnTo>
                    <a:pt x="1530361" y="3670046"/>
                  </a:lnTo>
                  <a:lnTo>
                    <a:pt x="1579490" y="3611687"/>
                  </a:lnTo>
                  <a:lnTo>
                    <a:pt x="1625975" y="3546825"/>
                  </a:lnTo>
                  <a:lnTo>
                    <a:pt x="1670482" y="3474865"/>
                  </a:lnTo>
                  <a:lnTo>
                    <a:pt x="1713609" y="3395444"/>
                  </a:lnTo>
                  <a:lnTo>
                    <a:pt x="1719082" y="3384685"/>
                  </a:lnTo>
                  <a:lnTo>
                    <a:pt x="1749545" y="3322070"/>
                  </a:lnTo>
                  <a:lnTo>
                    <a:pt x="1779738" y="3255501"/>
                  </a:lnTo>
                  <a:lnTo>
                    <a:pt x="1809804" y="3184898"/>
                  </a:lnTo>
                  <a:lnTo>
                    <a:pt x="1839856" y="3110227"/>
                  </a:lnTo>
                  <a:lnTo>
                    <a:pt x="1869988" y="3031504"/>
                  </a:lnTo>
                  <a:lnTo>
                    <a:pt x="1900269" y="2948801"/>
                  </a:lnTo>
                  <a:lnTo>
                    <a:pt x="1930750" y="2862250"/>
                  </a:lnTo>
                  <a:lnTo>
                    <a:pt x="1961463" y="2772042"/>
                  </a:lnTo>
                  <a:lnTo>
                    <a:pt x="1992425" y="2678432"/>
                  </a:lnTo>
                  <a:lnTo>
                    <a:pt x="2023635" y="2581736"/>
                  </a:lnTo>
                  <a:lnTo>
                    <a:pt x="2055078" y="2482328"/>
                  </a:lnTo>
                  <a:lnTo>
                    <a:pt x="2086730" y="2380638"/>
                  </a:lnTo>
                  <a:lnTo>
                    <a:pt x="2118551" y="2277142"/>
                  </a:lnTo>
                  <a:lnTo>
                    <a:pt x="2150498" y="2172352"/>
                  </a:lnTo>
                  <a:lnTo>
                    <a:pt x="2182519" y="2066812"/>
                  </a:lnTo>
                  <a:lnTo>
                    <a:pt x="2214559" y="1961081"/>
                  </a:lnTo>
                  <a:lnTo>
                    <a:pt x="2246562" y="1855720"/>
                  </a:lnTo>
                  <a:lnTo>
                    <a:pt x="2278474" y="1751285"/>
                  </a:lnTo>
                  <a:lnTo>
                    <a:pt x="2310246" y="1648311"/>
                  </a:lnTo>
                  <a:lnTo>
                    <a:pt x="2341835" y="1547300"/>
                  </a:lnTo>
                  <a:lnTo>
                    <a:pt x="2373206" y="1448714"/>
                  </a:lnTo>
                  <a:lnTo>
                    <a:pt x="2404338" y="1352965"/>
                  </a:lnTo>
                  <a:lnTo>
                    <a:pt x="2435220" y="1260409"/>
                  </a:lnTo>
                  <a:lnTo>
                    <a:pt x="2465856" y="1171343"/>
                  </a:lnTo>
                  <a:lnTo>
                    <a:pt x="2496269" y="1086002"/>
                  </a:lnTo>
                  <a:lnTo>
                    <a:pt x="2526496" y="1004558"/>
                  </a:lnTo>
                  <a:lnTo>
                    <a:pt x="2556593" y="927123"/>
                  </a:lnTo>
                  <a:lnTo>
                    <a:pt x="2586639" y="853751"/>
                  </a:lnTo>
                  <a:lnTo>
                    <a:pt x="2616732" y="784441"/>
                  </a:lnTo>
                  <a:lnTo>
                    <a:pt x="2646994" y="719145"/>
                  </a:lnTo>
                  <a:lnTo>
                    <a:pt x="2667772" y="676937"/>
                  </a:lnTo>
                  <a:lnTo>
                    <a:pt x="2710760" y="596550"/>
                  </a:lnTo>
                  <a:lnTo>
                    <a:pt x="2755057" y="523644"/>
                  </a:lnTo>
                  <a:lnTo>
                    <a:pt x="2801252" y="457899"/>
                  </a:lnTo>
                  <a:lnTo>
                    <a:pt x="2850002" y="398741"/>
                  </a:lnTo>
                  <a:lnTo>
                    <a:pt x="2901991" y="345498"/>
                  </a:lnTo>
                  <a:lnTo>
                    <a:pt x="2957876" y="297501"/>
                  </a:lnTo>
                  <a:lnTo>
                    <a:pt x="3018231" y="254141"/>
                  </a:lnTo>
                  <a:lnTo>
                    <a:pt x="3083474" y="214897"/>
                  </a:lnTo>
                  <a:lnTo>
                    <a:pt x="3153770" y="179363"/>
                  </a:lnTo>
                  <a:lnTo>
                    <a:pt x="3228904" y="147247"/>
                  </a:lnTo>
                  <a:lnTo>
                    <a:pt x="3308153" y="118381"/>
                  </a:lnTo>
                  <a:lnTo>
                    <a:pt x="3390156" y="92702"/>
                  </a:lnTo>
                  <a:lnTo>
                    <a:pt x="3472847" y="70235"/>
                  </a:lnTo>
                  <a:lnTo>
                    <a:pt x="3553493" y="51050"/>
                  </a:lnTo>
                  <a:lnTo>
                    <a:pt x="3628904" y="35208"/>
                  </a:lnTo>
                  <a:lnTo>
                    <a:pt x="3695824" y="22698"/>
                  </a:lnTo>
                  <a:lnTo>
                    <a:pt x="3751453" y="13383"/>
                  </a:lnTo>
                  <a:lnTo>
                    <a:pt x="3793988" y="6968"/>
                  </a:lnTo>
                  <a:lnTo>
                    <a:pt x="3823032" y="3005"/>
                  </a:lnTo>
                  <a:lnTo>
                    <a:pt x="3839752" y="933"/>
                  </a:lnTo>
                  <a:lnTo>
                    <a:pt x="3846801" y="136"/>
                  </a:lnTo>
                  <a:lnTo>
                    <a:pt x="3848116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6" y="35"/>
                  </a:lnTo>
                  <a:lnTo>
                    <a:pt x="4396499" y="286"/>
                  </a:lnTo>
                  <a:lnTo>
                    <a:pt x="4417356" y="980"/>
                  </a:lnTo>
                  <a:lnTo>
                    <a:pt x="4454080" y="2342"/>
                  </a:lnTo>
                  <a:lnTo>
                    <a:pt x="4507677" y="4569"/>
                  </a:lnTo>
                  <a:lnTo>
                    <a:pt x="4576764" y="7804"/>
                  </a:lnTo>
                  <a:lnTo>
                    <a:pt x="4658029" y="12125"/>
                  </a:lnTo>
                  <a:lnTo>
                    <a:pt x="4747083" y="17552"/>
                  </a:lnTo>
                  <a:lnTo>
                    <a:pt x="4839404" y="24066"/>
                  </a:lnTo>
                  <a:lnTo>
                    <a:pt x="4931084" y="31642"/>
                  </a:lnTo>
                  <a:lnTo>
                    <a:pt x="5019228" y="40272"/>
                  </a:lnTo>
                  <a:lnTo>
                    <a:pt x="5102036" y="49981"/>
                  </a:lnTo>
                  <a:lnTo>
                    <a:pt x="5178671" y="60844"/>
                  </a:lnTo>
                  <a:lnTo>
                    <a:pt x="5249035" y="72983"/>
                  </a:lnTo>
                  <a:lnTo>
                    <a:pt x="5313535" y="86567"/>
                  </a:lnTo>
                  <a:lnTo>
                    <a:pt x="5372895" y="101810"/>
                  </a:lnTo>
                  <a:lnTo>
                    <a:pt x="5428006" y="118951"/>
                  </a:lnTo>
                  <a:lnTo>
                    <a:pt x="5479819" y="138241"/>
                  </a:lnTo>
                  <a:lnTo>
                    <a:pt x="5529257" y="159894"/>
                  </a:lnTo>
                  <a:lnTo>
                    <a:pt x="5567201" y="178762"/>
                  </a:lnTo>
                  <a:lnTo>
                    <a:pt x="5614417" y="204906"/>
                  </a:lnTo>
                  <a:lnTo>
                    <a:pt x="5661171" y="233601"/>
                  </a:lnTo>
                  <a:lnTo>
                    <a:pt x="5707915" y="264887"/>
                  </a:lnTo>
                  <a:lnTo>
                    <a:pt x="5754961" y="298726"/>
                  </a:lnTo>
                  <a:lnTo>
                    <a:pt x="5802507" y="334992"/>
                  </a:lnTo>
                  <a:lnTo>
                    <a:pt x="5850642" y="373464"/>
                  </a:lnTo>
                  <a:lnTo>
                    <a:pt x="5899364" y="413827"/>
                  </a:lnTo>
                  <a:lnTo>
                    <a:pt x="5948594" y="455676"/>
                  </a:lnTo>
                  <a:lnTo>
                    <a:pt x="5998189" y="498536"/>
                  </a:lnTo>
                  <a:lnTo>
                    <a:pt x="6047962" y="541878"/>
                  </a:lnTo>
                  <a:lnTo>
                    <a:pt x="6097709" y="585149"/>
                  </a:lnTo>
                  <a:lnTo>
                    <a:pt x="6147226" y="627797"/>
                  </a:lnTo>
                  <a:lnTo>
                    <a:pt x="6196337" y="669306"/>
                  </a:lnTo>
                  <a:lnTo>
                    <a:pt x="6244913" y="709217"/>
                  </a:lnTo>
                  <a:lnTo>
                    <a:pt x="6292892" y="747147"/>
                  </a:lnTo>
                  <a:lnTo>
                    <a:pt x="6340297" y="782805"/>
                  </a:lnTo>
                  <a:lnTo>
                    <a:pt x="6387242" y="815995"/>
                  </a:lnTo>
                  <a:lnTo>
                    <a:pt x="6433953" y="846613"/>
                  </a:lnTo>
                  <a:lnTo>
                    <a:pt x="6480777" y="874644"/>
                  </a:lnTo>
                  <a:lnTo>
                    <a:pt x="6515891" y="893811"/>
                  </a:lnTo>
                  <a:lnTo>
                    <a:pt x="6564033" y="917415"/>
                  </a:lnTo>
                  <a:lnTo>
                    <a:pt x="6613896" y="938559"/>
                  </a:lnTo>
                  <a:lnTo>
                    <a:pt x="6666321" y="957380"/>
                  </a:lnTo>
                  <a:lnTo>
                    <a:pt x="6722243" y="974103"/>
                  </a:lnTo>
                  <a:lnTo>
                    <a:pt x="6782610" y="988979"/>
                  </a:lnTo>
                  <a:lnTo>
                    <a:pt x="6848286" y="1002244"/>
                  </a:lnTo>
                  <a:lnTo>
                    <a:pt x="6919942" y="1014103"/>
                  </a:lnTo>
                  <a:lnTo>
                    <a:pt x="6997899" y="1024716"/>
                  </a:lnTo>
                  <a:lnTo>
                    <a:pt x="7081923" y="1034195"/>
                  </a:lnTo>
                  <a:lnTo>
                    <a:pt x="7170991" y="1042603"/>
                  </a:lnTo>
                  <a:lnTo>
                    <a:pt x="7263082" y="1049959"/>
                  </a:lnTo>
                  <a:lnTo>
                    <a:pt x="7355072" y="1056248"/>
                  </a:lnTo>
                  <a:lnTo>
                    <a:pt x="7442878" y="1061443"/>
                  </a:lnTo>
                  <a:lnTo>
                    <a:pt x="7521935" y="1065533"/>
                  </a:lnTo>
                  <a:lnTo>
                    <a:pt x="7587999" y="1068549"/>
                  </a:lnTo>
                  <a:lnTo>
                    <a:pt x="7638102" y="1070581"/>
                  </a:lnTo>
                  <a:lnTo>
                    <a:pt x="7671338" y="1071786"/>
                  </a:lnTo>
                  <a:lnTo>
                    <a:pt x="7689226" y="1072368"/>
                  </a:lnTo>
                  <a:lnTo>
                    <a:pt x="7695596" y="1072555"/>
                  </a:lnTo>
                  <a:lnTo>
                    <a:pt x="7696237" y="1072573"/>
                  </a:lnTo>
                  <a:lnTo>
                    <a:pt x="8234974" y="1072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9" name="pl1939"/>
            <p:cNvSpPr/>
            <p:nvPr/>
          </p:nvSpPr>
          <p:spPr>
            <a:xfrm>
              <a:off x="546595" y="1648805"/>
              <a:ext cx="8234974" cy="4061622"/>
            </a:xfrm>
            <a:custGeom>
              <a:avLst/>
              <a:pathLst>
                <a:path w="8234974" h="4061622">
                  <a:moveTo>
                    <a:pt x="8234974" y="1072573"/>
                  </a:moveTo>
                  <a:lnTo>
                    <a:pt x="7696237" y="1072573"/>
                  </a:lnTo>
                  <a:lnTo>
                    <a:pt x="7694956" y="1072538"/>
                  </a:lnTo>
                  <a:lnTo>
                    <a:pt x="7686594" y="1072286"/>
                  </a:lnTo>
                  <a:lnTo>
                    <a:pt x="7665737" y="1071592"/>
                  </a:lnTo>
                  <a:lnTo>
                    <a:pt x="7629012" y="1070230"/>
                  </a:lnTo>
                  <a:lnTo>
                    <a:pt x="7575415" y="1068003"/>
                  </a:lnTo>
                  <a:lnTo>
                    <a:pt x="7506328" y="1064768"/>
                  </a:lnTo>
                  <a:lnTo>
                    <a:pt x="7425064" y="1060447"/>
                  </a:lnTo>
                  <a:lnTo>
                    <a:pt x="7336010" y="1055021"/>
                  </a:lnTo>
                  <a:lnTo>
                    <a:pt x="7243688" y="1048506"/>
                  </a:lnTo>
                  <a:lnTo>
                    <a:pt x="7152009" y="1040930"/>
                  </a:lnTo>
                  <a:lnTo>
                    <a:pt x="7063865" y="1032301"/>
                  </a:lnTo>
                  <a:lnTo>
                    <a:pt x="6981057" y="1022591"/>
                  </a:lnTo>
                  <a:lnTo>
                    <a:pt x="6904421" y="1011728"/>
                  </a:lnTo>
                  <a:lnTo>
                    <a:pt x="6834058" y="999589"/>
                  </a:lnTo>
                  <a:lnTo>
                    <a:pt x="6769558" y="986005"/>
                  </a:lnTo>
                  <a:lnTo>
                    <a:pt x="6710198" y="970763"/>
                  </a:lnTo>
                  <a:lnTo>
                    <a:pt x="6655087" y="953621"/>
                  </a:lnTo>
                  <a:lnTo>
                    <a:pt x="6603274" y="934331"/>
                  </a:lnTo>
                  <a:lnTo>
                    <a:pt x="6553836" y="912679"/>
                  </a:lnTo>
                  <a:lnTo>
                    <a:pt x="6515891" y="893811"/>
                  </a:lnTo>
                  <a:lnTo>
                    <a:pt x="6468676" y="867666"/>
                  </a:lnTo>
                  <a:lnTo>
                    <a:pt x="6421921" y="838971"/>
                  </a:lnTo>
                  <a:lnTo>
                    <a:pt x="6375178" y="807685"/>
                  </a:lnTo>
                  <a:lnTo>
                    <a:pt x="6328131" y="773846"/>
                  </a:lnTo>
                  <a:lnTo>
                    <a:pt x="6280586" y="737580"/>
                  </a:lnTo>
                  <a:lnTo>
                    <a:pt x="6232451" y="699108"/>
                  </a:lnTo>
                  <a:lnTo>
                    <a:pt x="6183728" y="658745"/>
                  </a:lnTo>
                  <a:lnTo>
                    <a:pt x="6134498" y="616896"/>
                  </a:lnTo>
                  <a:lnTo>
                    <a:pt x="6084904" y="574036"/>
                  </a:lnTo>
                  <a:lnTo>
                    <a:pt x="6035130" y="530694"/>
                  </a:lnTo>
                  <a:lnTo>
                    <a:pt x="5985383" y="487423"/>
                  </a:lnTo>
                  <a:lnTo>
                    <a:pt x="5935866" y="444775"/>
                  </a:lnTo>
                  <a:lnTo>
                    <a:pt x="5886756" y="403266"/>
                  </a:lnTo>
                  <a:lnTo>
                    <a:pt x="5838180" y="363355"/>
                  </a:lnTo>
                  <a:lnTo>
                    <a:pt x="5790200" y="325425"/>
                  </a:lnTo>
                  <a:lnTo>
                    <a:pt x="5742796" y="289767"/>
                  </a:lnTo>
                  <a:lnTo>
                    <a:pt x="5695851" y="256577"/>
                  </a:lnTo>
                  <a:lnTo>
                    <a:pt x="5649139" y="225959"/>
                  </a:lnTo>
                  <a:lnTo>
                    <a:pt x="5602315" y="197928"/>
                  </a:lnTo>
                  <a:lnTo>
                    <a:pt x="5567201" y="178762"/>
                  </a:lnTo>
                  <a:lnTo>
                    <a:pt x="5519059" y="155157"/>
                  </a:lnTo>
                  <a:lnTo>
                    <a:pt x="5469196" y="134013"/>
                  </a:lnTo>
                  <a:lnTo>
                    <a:pt x="5416772" y="115193"/>
                  </a:lnTo>
                  <a:lnTo>
                    <a:pt x="5360849" y="98469"/>
                  </a:lnTo>
                  <a:lnTo>
                    <a:pt x="5300483" y="83594"/>
                  </a:lnTo>
                  <a:lnTo>
                    <a:pt x="5234807" y="70328"/>
                  </a:lnTo>
                  <a:lnTo>
                    <a:pt x="5163150" y="58469"/>
                  </a:lnTo>
                  <a:lnTo>
                    <a:pt x="5085193" y="47856"/>
                  </a:lnTo>
                  <a:lnTo>
                    <a:pt x="5001169" y="38377"/>
                  </a:lnTo>
                  <a:lnTo>
                    <a:pt x="4912101" y="29969"/>
                  </a:lnTo>
                  <a:lnTo>
                    <a:pt x="4820011" y="22613"/>
                  </a:lnTo>
                  <a:lnTo>
                    <a:pt x="4728021" y="16325"/>
                  </a:lnTo>
                  <a:lnTo>
                    <a:pt x="4640215" y="11129"/>
                  </a:lnTo>
                  <a:lnTo>
                    <a:pt x="4561158" y="7039"/>
                  </a:lnTo>
                  <a:lnTo>
                    <a:pt x="4495094" y="4024"/>
                  </a:lnTo>
                  <a:lnTo>
                    <a:pt x="4444991" y="1992"/>
                  </a:lnTo>
                  <a:lnTo>
                    <a:pt x="4411754" y="787"/>
                  </a:lnTo>
                  <a:lnTo>
                    <a:pt x="4393866" y="204"/>
                  </a:lnTo>
                  <a:lnTo>
                    <a:pt x="438749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6" y="95"/>
                  </a:lnTo>
                  <a:lnTo>
                    <a:pt x="3841129" y="772"/>
                  </a:lnTo>
                  <a:lnTo>
                    <a:pt x="3825831" y="2645"/>
                  </a:lnTo>
                  <a:lnTo>
                    <a:pt x="3798471" y="6331"/>
                  </a:lnTo>
                  <a:lnTo>
                    <a:pt x="3757681" y="12403"/>
                  </a:lnTo>
                  <a:lnTo>
                    <a:pt x="3703662" y="21326"/>
                  </a:lnTo>
                  <a:lnTo>
                    <a:pt x="3638053" y="33414"/>
                  </a:lnTo>
                  <a:lnTo>
                    <a:pt x="3563556" y="48825"/>
                  </a:lnTo>
                  <a:lnTo>
                    <a:pt x="3483398" y="67582"/>
                  </a:lnTo>
                  <a:lnTo>
                    <a:pt x="3400805" y="89631"/>
                  </a:lnTo>
                  <a:lnTo>
                    <a:pt x="3318583" y="114900"/>
                  </a:lnTo>
                  <a:lnTo>
                    <a:pt x="3238889" y="143355"/>
                  </a:lnTo>
                  <a:lnTo>
                    <a:pt x="3163172" y="175045"/>
                  </a:lnTo>
                  <a:lnTo>
                    <a:pt x="3092233" y="210126"/>
                  </a:lnTo>
                  <a:lnTo>
                    <a:pt x="3026342" y="248872"/>
                  </a:lnTo>
                  <a:lnTo>
                    <a:pt x="2965377" y="291676"/>
                  </a:lnTo>
                  <a:lnTo>
                    <a:pt x="2908948" y="339044"/>
                  </a:lnTo>
                  <a:lnTo>
                    <a:pt x="2856493" y="391575"/>
                  </a:lnTo>
                  <a:lnTo>
                    <a:pt x="2807365" y="449935"/>
                  </a:lnTo>
                  <a:lnTo>
                    <a:pt x="2760879" y="514797"/>
                  </a:lnTo>
                  <a:lnTo>
                    <a:pt x="2716372" y="586756"/>
                  </a:lnTo>
                  <a:lnTo>
                    <a:pt x="2673245" y="666177"/>
                  </a:lnTo>
                  <a:lnTo>
                    <a:pt x="2667772" y="676937"/>
                  </a:lnTo>
                  <a:lnTo>
                    <a:pt x="2637310" y="739552"/>
                  </a:lnTo>
                  <a:lnTo>
                    <a:pt x="2607116" y="806121"/>
                  </a:lnTo>
                  <a:lnTo>
                    <a:pt x="2577051" y="876723"/>
                  </a:lnTo>
                  <a:lnTo>
                    <a:pt x="2546998" y="951395"/>
                  </a:lnTo>
                  <a:lnTo>
                    <a:pt x="2516867" y="1030118"/>
                  </a:lnTo>
                  <a:lnTo>
                    <a:pt x="2486586" y="1112820"/>
                  </a:lnTo>
                  <a:lnTo>
                    <a:pt x="2456105" y="1199372"/>
                  </a:lnTo>
                  <a:lnTo>
                    <a:pt x="2425391" y="1289580"/>
                  </a:lnTo>
                  <a:lnTo>
                    <a:pt x="2394430" y="1383190"/>
                  </a:lnTo>
                  <a:lnTo>
                    <a:pt x="2363220" y="1479886"/>
                  </a:lnTo>
                  <a:lnTo>
                    <a:pt x="2331776" y="1579293"/>
                  </a:lnTo>
                  <a:lnTo>
                    <a:pt x="2300125" y="1680983"/>
                  </a:lnTo>
                  <a:lnTo>
                    <a:pt x="2268303" y="1784480"/>
                  </a:lnTo>
                  <a:lnTo>
                    <a:pt x="2236356" y="1889269"/>
                  </a:lnTo>
                  <a:lnTo>
                    <a:pt x="2204335" y="1994809"/>
                  </a:lnTo>
                  <a:lnTo>
                    <a:pt x="2172296" y="2100541"/>
                  </a:lnTo>
                  <a:lnTo>
                    <a:pt x="2140293" y="2205901"/>
                  </a:lnTo>
                  <a:lnTo>
                    <a:pt x="2108380" y="2310336"/>
                  </a:lnTo>
                  <a:lnTo>
                    <a:pt x="2076608" y="2413310"/>
                  </a:lnTo>
                  <a:lnTo>
                    <a:pt x="2045020" y="2514321"/>
                  </a:lnTo>
                  <a:lnTo>
                    <a:pt x="2013648" y="2612908"/>
                  </a:lnTo>
                  <a:lnTo>
                    <a:pt x="1982517" y="2708657"/>
                  </a:lnTo>
                  <a:lnTo>
                    <a:pt x="1951635" y="2801213"/>
                  </a:lnTo>
                  <a:lnTo>
                    <a:pt x="1920998" y="2890278"/>
                  </a:lnTo>
                  <a:lnTo>
                    <a:pt x="1890586" y="2975620"/>
                  </a:lnTo>
                  <a:lnTo>
                    <a:pt x="1860359" y="3057064"/>
                  </a:lnTo>
                  <a:lnTo>
                    <a:pt x="1830261" y="3134499"/>
                  </a:lnTo>
                  <a:lnTo>
                    <a:pt x="1800216" y="3207871"/>
                  </a:lnTo>
                  <a:lnTo>
                    <a:pt x="1770123" y="3277180"/>
                  </a:lnTo>
                  <a:lnTo>
                    <a:pt x="1739860" y="3342477"/>
                  </a:lnTo>
                  <a:lnTo>
                    <a:pt x="1719082" y="3384685"/>
                  </a:lnTo>
                  <a:lnTo>
                    <a:pt x="1676095" y="3465072"/>
                  </a:lnTo>
                  <a:lnTo>
                    <a:pt x="1631797" y="3537977"/>
                  </a:lnTo>
                  <a:lnTo>
                    <a:pt x="1585603" y="3603722"/>
                  </a:lnTo>
                  <a:lnTo>
                    <a:pt x="1536852" y="3662881"/>
                  </a:lnTo>
                  <a:lnTo>
                    <a:pt x="1484864" y="3716124"/>
                  </a:lnTo>
                  <a:lnTo>
                    <a:pt x="1428979" y="3764120"/>
                  </a:lnTo>
                  <a:lnTo>
                    <a:pt x="1368624" y="3807481"/>
                  </a:lnTo>
                  <a:lnTo>
                    <a:pt x="1303380" y="3846724"/>
                  </a:lnTo>
                  <a:lnTo>
                    <a:pt x="1233085" y="3882259"/>
                  </a:lnTo>
                  <a:lnTo>
                    <a:pt x="1157950" y="3914374"/>
                  </a:lnTo>
                  <a:lnTo>
                    <a:pt x="1078701" y="3943240"/>
                  </a:lnTo>
                  <a:lnTo>
                    <a:pt x="996698" y="3968919"/>
                  </a:lnTo>
                  <a:lnTo>
                    <a:pt x="914008" y="3991386"/>
                  </a:lnTo>
                  <a:lnTo>
                    <a:pt x="833362" y="4010571"/>
                  </a:lnTo>
                  <a:lnTo>
                    <a:pt x="757950" y="4026413"/>
                  </a:lnTo>
                  <a:lnTo>
                    <a:pt x="691030" y="4038923"/>
                  </a:lnTo>
                  <a:lnTo>
                    <a:pt x="635402" y="4048238"/>
                  </a:lnTo>
                  <a:lnTo>
                    <a:pt x="592867" y="4054654"/>
                  </a:lnTo>
                  <a:lnTo>
                    <a:pt x="563823" y="4058617"/>
                  </a:lnTo>
                  <a:lnTo>
                    <a:pt x="547103" y="4060689"/>
                  </a:lnTo>
                  <a:lnTo>
                    <a:pt x="540053" y="4061485"/>
                  </a:lnTo>
                  <a:lnTo>
                    <a:pt x="538738" y="4061622"/>
                  </a:lnTo>
                  <a:lnTo>
                    <a:pt x="538736" y="4061622"/>
                  </a:lnTo>
                  <a:lnTo>
                    <a:pt x="0" y="40616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0" name="pg1940"/>
            <p:cNvSpPr/>
            <p:nvPr/>
          </p:nvSpPr>
          <p:spPr>
            <a:xfrm>
              <a:off x="546595" y="4175069"/>
              <a:ext cx="8234974" cy="2003588"/>
            </a:xfrm>
            <a:custGeom>
              <a:avLst/>
              <a:pathLst>
                <a:path w="8234974" h="2003588">
                  <a:moveTo>
                    <a:pt x="0" y="1595248"/>
                  </a:moveTo>
                  <a:lnTo>
                    <a:pt x="538736" y="1595248"/>
                  </a:lnTo>
                  <a:lnTo>
                    <a:pt x="540036" y="1595262"/>
                  </a:lnTo>
                  <a:lnTo>
                    <a:pt x="548515" y="1595359"/>
                  </a:lnTo>
                  <a:lnTo>
                    <a:pt x="569652" y="1595627"/>
                  </a:lnTo>
                  <a:lnTo>
                    <a:pt x="606841" y="1596153"/>
                  </a:lnTo>
                  <a:lnTo>
                    <a:pt x="661061" y="1597013"/>
                  </a:lnTo>
                  <a:lnTo>
                    <a:pt x="730858" y="1598261"/>
                  </a:lnTo>
                  <a:lnTo>
                    <a:pt x="812832" y="1599928"/>
                  </a:lnTo>
                  <a:lnTo>
                    <a:pt x="902514" y="1602019"/>
                  </a:lnTo>
                  <a:lnTo>
                    <a:pt x="995327" y="1604528"/>
                  </a:lnTo>
                  <a:lnTo>
                    <a:pt x="1087342" y="1607445"/>
                  </a:lnTo>
                  <a:lnTo>
                    <a:pt x="1175674" y="1610767"/>
                  </a:lnTo>
                  <a:lnTo>
                    <a:pt x="1258551" y="1614505"/>
                  </a:lnTo>
                  <a:lnTo>
                    <a:pt x="1335173" y="1618689"/>
                  </a:lnTo>
                  <a:lnTo>
                    <a:pt x="1405475" y="1623367"/>
                  </a:lnTo>
                  <a:lnTo>
                    <a:pt x="1469899" y="1628605"/>
                  </a:lnTo>
                  <a:lnTo>
                    <a:pt x="1529194" y="1634488"/>
                  </a:lnTo>
                  <a:lnTo>
                    <a:pt x="1584272" y="1641108"/>
                  </a:lnTo>
                  <a:lnTo>
                    <a:pt x="1636099" y="1648561"/>
                  </a:lnTo>
                  <a:lnTo>
                    <a:pt x="1685605" y="1656928"/>
                  </a:lnTo>
                  <a:lnTo>
                    <a:pt x="1719082" y="1663305"/>
                  </a:lnTo>
                  <a:lnTo>
                    <a:pt x="1770850" y="1674276"/>
                  </a:lnTo>
                  <a:lnTo>
                    <a:pt x="1822121" y="1686419"/>
                  </a:lnTo>
                  <a:lnTo>
                    <a:pt x="1873461" y="1699748"/>
                  </a:lnTo>
                  <a:lnTo>
                    <a:pt x="1925246" y="1714234"/>
                  </a:lnTo>
                  <a:lnTo>
                    <a:pt x="1977685" y="1729797"/>
                  </a:lnTo>
                  <a:lnTo>
                    <a:pt x="2030845" y="1746306"/>
                  </a:lnTo>
                  <a:lnTo>
                    <a:pt x="2084665" y="1763576"/>
                  </a:lnTo>
                  <a:lnTo>
                    <a:pt x="2138984" y="1781383"/>
                  </a:lnTo>
                  <a:lnTo>
                    <a:pt x="2193571" y="1799466"/>
                  </a:lnTo>
                  <a:lnTo>
                    <a:pt x="2248157" y="1817548"/>
                  </a:lnTo>
                  <a:lnTo>
                    <a:pt x="2302475" y="1835352"/>
                  </a:lnTo>
                  <a:lnTo>
                    <a:pt x="2356291" y="1852620"/>
                  </a:lnTo>
                  <a:lnTo>
                    <a:pt x="2409447" y="1869123"/>
                  </a:lnTo>
                  <a:lnTo>
                    <a:pt x="2461883" y="1884681"/>
                  </a:lnTo>
                  <a:lnTo>
                    <a:pt x="2513665" y="1899161"/>
                  </a:lnTo>
                  <a:lnTo>
                    <a:pt x="2565003" y="1912484"/>
                  </a:lnTo>
                  <a:lnTo>
                    <a:pt x="2616275" y="1924621"/>
                  </a:lnTo>
                  <a:lnTo>
                    <a:pt x="2667772" y="1935531"/>
                  </a:lnTo>
                  <a:lnTo>
                    <a:pt x="2716151" y="1944559"/>
                  </a:lnTo>
                  <a:lnTo>
                    <a:pt x="2766272" y="1952641"/>
                  </a:lnTo>
                  <a:lnTo>
                    <a:pt x="2818988" y="1959831"/>
                  </a:lnTo>
                  <a:lnTo>
                    <a:pt x="2875251" y="1966216"/>
                  </a:lnTo>
                  <a:lnTo>
                    <a:pt x="2936018" y="1971892"/>
                  </a:lnTo>
                  <a:lnTo>
                    <a:pt x="3002165" y="1976952"/>
                  </a:lnTo>
                  <a:lnTo>
                    <a:pt x="3074367" y="1981473"/>
                  </a:lnTo>
                  <a:lnTo>
                    <a:pt x="3152932" y="1985516"/>
                  </a:lnTo>
                  <a:lnTo>
                    <a:pt x="3237599" y="1989126"/>
                  </a:lnTo>
                  <a:lnTo>
                    <a:pt x="3327291" y="1992324"/>
                  </a:lnTo>
                  <a:lnTo>
                    <a:pt x="3419907" y="1995117"/>
                  </a:lnTo>
                  <a:lnTo>
                    <a:pt x="3512222" y="1997500"/>
                  </a:lnTo>
                  <a:lnTo>
                    <a:pt x="3600051" y="1999462"/>
                  </a:lnTo>
                  <a:lnTo>
                    <a:pt x="3678757" y="2000999"/>
                  </a:lnTo>
                  <a:lnTo>
                    <a:pt x="3744089" y="2002124"/>
                  </a:lnTo>
                  <a:lnTo>
                    <a:pt x="3793162" y="2002876"/>
                  </a:lnTo>
                  <a:lnTo>
                    <a:pt x="3825237" y="2003314"/>
                  </a:lnTo>
                  <a:lnTo>
                    <a:pt x="3842052" y="2003521"/>
                  </a:lnTo>
                  <a:lnTo>
                    <a:pt x="3847674" y="2003584"/>
                  </a:lnTo>
                  <a:lnTo>
                    <a:pt x="3848118" y="2003588"/>
                  </a:lnTo>
                  <a:lnTo>
                    <a:pt x="4386855" y="2003588"/>
                  </a:lnTo>
                  <a:lnTo>
                    <a:pt x="4388087" y="2003525"/>
                  </a:lnTo>
                  <a:lnTo>
                    <a:pt x="4396132" y="2003076"/>
                  </a:lnTo>
                  <a:lnTo>
                    <a:pt x="4416227" y="2001835"/>
                  </a:lnTo>
                  <a:lnTo>
                    <a:pt x="4451684" y="1999397"/>
                  </a:lnTo>
                  <a:lnTo>
                    <a:pt x="4503578" y="1995409"/>
                  </a:lnTo>
                  <a:lnTo>
                    <a:pt x="4570711" y="1989606"/>
                  </a:lnTo>
                  <a:lnTo>
                    <a:pt x="4650010" y="1981840"/>
                  </a:lnTo>
                  <a:lnTo>
                    <a:pt x="4737311" y="1972070"/>
                  </a:lnTo>
                  <a:lnTo>
                    <a:pt x="4828245" y="1960322"/>
                  </a:lnTo>
                  <a:lnTo>
                    <a:pt x="4918962" y="1946643"/>
                  </a:lnTo>
                  <a:lnTo>
                    <a:pt x="5006550" y="1931055"/>
                  </a:lnTo>
                  <a:lnTo>
                    <a:pt x="5089136" y="1913521"/>
                  </a:lnTo>
                  <a:lnTo>
                    <a:pt x="5165788" y="1893923"/>
                  </a:lnTo>
                  <a:lnTo>
                    <a:pt x="5236310" y="1872057"/>
                  </a:lnTo>
                  <a:lnTo>
                    <a:pt x="5301020" y="1847633"/>
                  </a:lnTo>
                  <a:lnTo>
                    <a:pt x="5360568" y="1820286"/>
                  </a:lnTo>
                  <a:lnTo>
                    <a:pt x="5415787" y="1789591"/>
                  </a:lnTo>
                  <a:lnTo>
                    <a:pt x="5467583" y="1755101"/>
                  </a:lnTo>
                  <a:lnTo>
                    <a:pt x="5516858" y="1716409"/>
                  </a:lnTo>
                  <a:lnTo>
                    <a:pt x="5564425" y="1673259"/>
                  </a:lnTo>
                  <a:lnTo>
                    <a:pt x="5567201" y="1670564"/>
                  </a:lnTo>
                  <a:lnTo>
                    <a:pt x="5607485" y="1629347"/>
                  </a:lnTo>
                  <a:lnTo>
                    <a:pt x="5647379" y="1584694"/>
                  </a:lnTo>
                  <a:lnTo>
                    <a:pt x="5687182" y="1536537"/>
                  </a:lnTo>
                  <a:lnTo>
                    <a:pt x="5727117" y="1484886"/>
                  </a:lnTo>
                  <a:lnTo>
                    <a:pt x="5767342" y="1429831"/>
                  </a:lnTo>
                  <a:lnTo>
                    <a:pt x="5807955" y="1371555"/>
                  </a:lnTo>
                  <a:lnTo>
                    <a:pt x="5849002" y="1310332"/>
                  </a:lnTo>
                  <a:lnTo>
                    <a:pt x="5890477" y="1246533"/>
                  </a:lnTo>
                  <a:lnTo>
                    <a:pt x="5932337" y="1180611"/>
                  </a:lnTo>
                  <a:lnTo>
                    <a:pt x="5974500" y="1113099"/>
                  </a:lnTo>
                  <a:lnTo>
                    <a:pt x="6016861" y="1044585"/>
                  </a:lnTo>
                  <a:lnTo>
                    <a:pt x="6059298" y="975697"/>
                  </a:lnTo>
                  <a:lnTo>
                    <a:pt x="6101680" y="907078"/>
                  </a:lnTo>
                  <a:lnTo>
                    <a:pt x="6143883" y="839361"/>
                  </a:lnTo>
                  <a:lnTo>
                    <a:pt x="6185799" y="773141"/>
                  </a:lnTo>
                  <a:lnTo>
                    <a:pt x="6227341" y="708961"/>
                  </a:lnTo>
                  <a:lnTo>
                    <a:pt x="6268459" y="647290"/>
                  </a:lnTo>
                  <a:lnTo>
                    <a:pt x="6309141" y="588511"/>
                  </a:lnTo>
                  <a:lnTo>
                    <a:pt x="6349425" y="532915"/>
                  </a:lnTo>
                  <a:lnTo>
                    <a:pt x="6389398" y="480699"/>
                  </a:lnTo>
                  <a:lnTo>
                    <a:pt x="6429209" y="431968"/>
                  </a:lnTo>
                  <a:lnTo>
                    <a:pt x="6469070" y="386745"/>
                  </a:lnTo>
                  <a:lnTo>
                    <a:pt x="6509266" y="344974"/>
                  </a:lnTo>
                  <a:lnTo>
                    <a:pt x="6515891" y="338468"/>
                  </a:lnTo>
                  <a:lnTo>
                    <a:pt x="6563379" y="295052"/>
                  </a:lnTo>
                  <a:lnTo>
                    <a:pt x="6612531" y="256101"/>
                  </a:lnTo>
                  <a:lnTo>
                    <a:pt x="6664154" y="221372"/>
                  </a:lnTo>
                  <a:lnTo>
                    <a:pt x="6719144" y="190465"/>
                  </a:lnTo>
                  <a:lnTo>
                    <a:pt x="6778412" y="162932"/>
                  </a:lnTo>
                  <a:lnTo>
                    <a:pt x="6842796" y="138346"/>
                  </a:lnTo>
                  <a:lnTo>
                    <a:pt x="6912960" y="116338"/>
                  </a:lnTo>
                  <a:lnTo>
                    <a:pt x="6989249" y="96612"/>
                  </a:lnTo>
                  <a:lnTo>
                    <a:pt x="7071502" y="78960"/>
                  </a:lnTo>
                  <a:lnTo>
                    <a:pt x="7158836" y="63259"/>
                  </a:lnTo>
                  <a:lnTo>
                    <a:pt x="7249439" y="49467"/>
                  </a:lnTo>
                  <a:lnTo>
                    <a:pt x="7340459" y="37603"/>
                  </a:lnTo>
                  <a:lnTo>
                    <a:pt x="7428094" y="27714"/>
                  </a:lnTo>
                  <a:lnTo>
                    <a:pt x="7507989" y="19831"/>
                  </a:lnTo>
                  <a:lnTo>
                    <a:pt x="7575942" y="13915"/>
                  </a:lnTo>
                  <a:lnTo>
                    <a:pt x="7628793" y="9825"/>
                  </a:lnTo>
                  <a:lnTo>
                    <a:pt x="7665216" y="7305"/>
                  </a:lnTo>
                  <a:lnTo>
                    <a:pt x="7686149" y="6003"/>
                  </a:lnTo>
                  <a:lnTo>
                    <a:pt x="7694779" y="551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6" y="62"/>
                  </a:lnTo>
                  <a:lnTo>
                    <a:pt x="7686961" y="511"/>
                  </a:lnTo>
                  <a:lnTo>
                    <a:pt x="7666865" y="1753"/>
                  </a:lnTo>
                  <a:lnTo>
                    <a:pt x="7631408" y="4191"/>
                  </a:lnTo>
                  <a:lnTo>
                    <a:pt x="7579514" y="8179"/>
                  </a:lnTo>
                  <a:lnTo>
                    <a:pt x="7512382" y="13982"/>
                  </a:lnTo>
                  <a:lnTo>
                    <a:pt x="7433082" y="21747"/>
                  </a:lnTo>
                  <a:lnTo>
                    <a:pt x="7345781" y="31518"/>
                  </a:lnTo>
                  <a:lnTo>
                    <a:pt x="7254847" y="43266"/>
                  </a:lnTo>
                  <a:lnTo>
                    <a:pt x="7164130" y="56945"/>
                  </a:lnTo>
                  <a:lnTo>
                    <a:pt x="7076543" y="72532"/>
                  </a:lnTo>
                  <a:lnTo>
                    <a:pt x="6993957" y="90067"/>
                  </a:lnTo>
                  <a:lnTo>
                    <a:pt x="6917304" y="109665"/>
                  </a:lnTo>
                  <a:lnTo>
                    <a:pt x="6846783" y="131531"/>
                  </a:lnTo>
                  <a:lnTo>
                    <a:pt x="6782072" y="155954"/>
                  </a:lnTo>
                  <a:lnTo>
                    <a:pt x="6722524" y="183301"/>
                  </a:lnTo>
                  <a:lnTo>
                    <a:pt x="6667306" y="213996"/>
                  </a:lnTo>
                  <a:lnTo>
                    <a:pt x="6615510" y="248487"/>
                  </a:lnTo>
                  <a:lnTo>
                    <a:pt x="6566234" y="287179"/>
                  </a:lnTo>
                  <a:lnTo>
                    <a:pt x="6518668" y="330329"/>
                  </a:lnTo>
                  <a:lnTo>
                    <a:pt x="6515891" y="333024"/>
                  </a:lnTo>
                  <a:lnTo>
                    <a:pt x="6475607" y="374240"/>
                  </a:lnTo>
                  <a:lnTo>
                    <a:pt x="6435713" y="418894"/>
                  </a:lnTo>
                  <a:lnTo>
                    <a:pt x="6395911" y="467050"/>
                  </a:lnTo>
                  <a:lnTo>
                    <a:pt x="6355976" y="518702"/>
                  </a:lnTo>
                  <a:lnTo>
                    <a:pt x="6315750" y="573757"/>
                  </a:lnTo>
                  <a:lnTo>
                    <a:pt x="6275137" y="632033"/>
                  </a:lnTo>
                  <a:lnTo>
                    <a:pt x="6234091" y="693255"/>
                  </a:lnTo>
                  <a:lnTo>
                    <a:pt x="6192615" y="757055"/>
                  </a:lnTo>
                  <a:lnTo>
                    <a:pt x="6150756" y="822976"/>
                  </a:lnTo>
                  <a:lnTo>
                    <a:pt x="6108592" y="890489"/>
                  </a:lnTo>
                  <a:lnTo>
                    <a:pt x="6066231" y="959003"/>
                  </a:lnTo>
                  <a:lnTo>
                    <a:pt x="6023795" y="1027890"/>
                  </a:lnTo>
                  <a:lnTo>
                    <a:pt x="5981413" y="1096509"/>
                  </a:lnTo>
                  <a:lnTo>
                    <a:pt x="5939209" y="1164227"/>
                  </a:lnTo>
                  <a:lnTo>
                    <a:pt x="5897294" y="1230447"/>
                  </a:lnTo>
                  <a:lnTo>
                    <a:pt x="5855751" y="1294626"/>
                  </a:lnTo>
                  <a:lnTo>
                    <a:pt x="5814633" y="1356297"/>
                  </a:lnTo>
                  <a:lnTo>
                    <a:pt x="5773951" y="1415076"/>
                  </a:lnTo>
                  <a:lnTo>
                    <a:pt x="5733668" y="1470673"/>
                  </a:lnTo>
                  <a:lnTo>
                    <a:pt x="5693694" y="1522889"/>
                  </a:lnTo>
                  <a:lnTo>
                    <a:pt x="5653883" y="1571619"/>
                  </a:lnTo>
                  <a:lnTo>
                    <a:pt x="5614023" y="1616843"/>
                  </a:lnTo>
                  <a:lnTo>
                    <a:pt x="5573827" y="1658614"/>
                  </a:lnTo>
                  <a:lnTo>
                    <a:pt x="5567201" y="1665120"/>
                  </a:lnTo>
                  <a:lnTo>
                    <a:pt x="5519714" y="1708536"/>
                  </a:lnTo>
                  <a:lnTo>
                    <a:pt x="5470561" y="1747487"/>
                  </a:lnTo>
                  <a:lnTo>
                    <a:pt x="5418938" y="1782215"/>
                  </a:lnTo>
                  <a:lnTo>
                    <a:pt x="5363948" y="1813122"/>
                  </a:lnTo>
                  <a:lnTo>
                    <a:pt x="5304681" y="1840656"/>
                  </a:lnTo>
                  <a:lnTo>
                    <a:pt x="5240297" y="1865241"/>
                  </a:lnTo>
                  <a:lnTo>
                    <a:pt x="5170132" y="1887250"/>
                  </a:lnTo>
                  <a:lnTo>
                    <a:pt x="5093843" y="1906976"/>
                  </a:lnTo>
                  <a:lnTo>
                    <a:pt x="5011590" y="1924628"/>
                  </a:lnTo>
                  <a:lnTo>
                    <a:pt x="4924257" y="1940329"/>
                  </a:lnTo>
                  <a:lnTo>
                    <a:pt x="4833654" y="1954121"/>
                  </a:lnTo>
                  <a:lnTo>
                    <a:pt x="4742634" y="1965985"/>
                  </a:lnTo>
                  <a:lnTo>
                    <a:pt x="4654998" y="1975873"/>
                  </a:lnTo>
                  <a:lnTo>
                    <a:pt x="4575103" y="1983757"/>
                  </a:lnTo>
                  <a:lnTo>
                    <a:pt x="4507150" y="1989673"/>
                  </a:lnTo>
                  <a:lnTo>
                    <a:pt x="4454299" y="1993763"/>
                  </a:lnTo>
                  <a:lnTo>
                    <a:pt x="4417877" y="1996283"/>
                  </a:lnTo>
                  <a:lnTo>
                    <a:pt x="4396943" y="1997584"/>
                  </a:lnTo>
                  <a:lnTo>
                    <a:pt x="4388313" y="1998069"/>
                  </a:lnTo>
                  <a:lnTo>
                    <a:pt x="4386855" y="1998144"/>
                  </a:lnTo>
                  <a:lnTo>
                    <a:pt x="3848118" y="1998144"/>
                  </a:lnTo>
                  <a:lnTo>
                    <a:pt x="3846819" y="1998130"/>
                  </a:lnTo>
                  <a:lnTo>
                    <a:pt x="3838340" y="1998033"/>
                  </a:lnTo>
                  <a:lnTo>
                    <a:pt x="3817202" y="1997765"/>
                  </a:lnTo>
                  <a:lnTo>
                    <a:pt x="3780013" y="1997238"/>
                  </a:lnTo>
                  <a:lnTo>
                    <a:pt x="3725794" y="1996379"/>
                  </a:lnTo>
                  <a:lnTo>
                    <a:pt x="3655997" y="1995130"/>
                  </a:lnTo>
                  <a:lnTo>
                    <a:pt x="3574022" y="1993464"/>
                  </a:lnTo>
                  <a:lnTo>
                    <a:pt x="3484341" y="1991373"/>
                  </a:lnTo>
                  <a:lnTo>
                    <a:pt x="3391528" y="1988864"/>
                  </a:lnTo>
                  <a:lnTo>
                    <a:pt x="3299513" y="1985947"/>
                  </a:lnTo>
                  <a:lnTo>
                    <a:pt x="3211181" y="1982625"/>
                  </a:lnTo>
                  <a:lnTo>
                    <a:pt x="3128303" y="1978887"/>
                  </a:lnTo>
                  <a:lnTo>
                    <a:pt x="3051681" y="1974703"/>
                  </a:lnTo>
                  <a:lnTo>
                    <a:pt x="2981379" y="1970025"/>
                  </a:lnTo>
                  <a:lnTo>
                    <a:pt x="2916956" y="1964786"/>
                  </a:lnTo>
                  <a:lnTo>
                    <a:pt x="2857661" y="1958904"/>
                  </a:lnTo>
                  <a:lnTo>
                    <a:pt x="2802583" y="1952284"/>
                  </a:lnTo>
                  <a:lnTo>
                    <a:pt x="2750756" y="1944830"/>
                  </a:lnTo>
                  <a:lnTo>
                    <a:pt x="2701250" y="1936463"/>
                  </a:lnTo>
                  <a:lnTo>
                    <a:pt x="2667772" y="1930087"/>
                  </a:lnTo>
                  <a:lnTo>
                    <a:pt x="2616004" y="1919115"/>
                  </a:lnTo>
                  <a:lnTo>
                    <a:pt x="2564734" y="1906973"/>
                  </a:lnTo>
                  <a:lnTo>
                    <a:pt x="2513394" y="1893644"/>
                  </a:lnTo>
                  <a:lnTo>
                    <a:pt x="2461609" y="1879158"/>
                  </a:lnTo>
                  <a:lnTo>
                    <a:pt x="2409169" y="1863594"/>
                  </a:lnTo>
                  <a:lnTo>
                    <a:pt x="2356010" y="1847086"/>
                  </a:lnTo>
                  <a:lnTo>
                    <a:pt x="2302190" y="1829815"/>
                  </a:lnTo>
                  <a:lnTo>
                    <a:pt x="2247871" y="1812009"/>
                  </a:lnTo>
                  <a:lnTo>
                    <a:pt x="2193284" y="1793926"/>
                  </a:lnTo>
                  <a:lnTo>
                    <a:pt x="2138697" y="1775844"/>
                  </a:lnTo>
                  <a:lnTo>
                    <a:pt x="2084380" y="1758039"/>
                  </a:lnTo>
                  <a:lnTo>
                    <a:pt x="2030564" y="1740772"/>
                  </a:lnTo>
                  <a:lnTo>
                    <a:pt x="1977408" y="1724268"/>
                  </a:lnTo>
                  <a:lnTo>
                    <a:pt x="1924971" y="1708710"/>
                  </a:lnTo>
                  <a:lnTo>
                    <a:pt x="1873190" y="1694230"/>
                  </a:lnTo>
                  <a:lnTo>
                    <a:pt x="1821851" y="1680907"/>
                  </a:lnTo>
                  <a:lnTo>
                    <a:pt x="1770580" y="1668771"/>
                  </a:lnTo>
                  <a:lnTo>
                    <a:pt x="1719082" y="1657860"/>
                  </a:lnTo>
                  <a:lnTo>
                    <a:pt x="1670703" y="1648832"/>
                  </a:lnTo>
                  <a:lnTo>
                    <a:pt x="1620583" y="1640750"/>
                  </a:lnTo>
                  <a:lnTo>
                    <a:pt x="1567866" y="1633561"/>
                  </a:lnTo>
                  <a:lnTo>
                    <a:pt x="1511604" y="1627176"/>
                  </a:lnTo>
                  <a:lnTo>
                    <a:pt x="1450837" y="1621499"/>
                  </a:lnTo>
                  <a:lnTo>
                    <a:pt x="1384689" y="1616440"/>
                  </a:lnTo>
                  <a:lnTo>
                    <a:pt x="1312488" y="1611919"/>
                  </a:lnTo>
                  <a:lnTo>
                    <a:pt x="1233922" y="1607875"/>
                  </a:lnTo>
                  <a:lnTo>
                    <a:pt x="1149256" y="1604266"/>
                  </a:lnTo>
                  <a:lnTo>
                    <a:pt x="1059563" y="1601068"/>
                  </a:lnTo>
                  <a:lnTo>
                    <a:pt x="966947" y="1598275"/>
                  </a:lnTo>
                  <a:lnTo>
                    <a:pt x="874632" y="1595892"/>
                  </a:lnTo>
                  <a:lnTo>
                    <a:pt x="786803" y="1593930"/>
                  </a:lnTo>
                  <a:lnTo>
                    <a:pt x="708098" y="1592393"/>
                  </a:lnTo>
                  <a:lnTo>
                    <a:pt x="642766" y="1591267"/>
                  </a:lnTo>
                  <a:lnTo>
                    <a:pt x="593693" y="1590516"/>
                  </a:lnTo>
                  <a:lnTo>
                    <a:pt x="561617" y="1590077"/>
                  </a:lnTo>
                  <a:lnTo>
                    <a:pt x="544803" y="1589870"/>
                  </a:lnTo>
                  <a:lnTo>
                    <a:pt x="539181" y="1589808"/>
                  </a:lnTo>
                  <a:lnTo>
                    <a:pt x="538736" y="1589803"/>
                  </a:lnTo>
                  <a:lnTo>
                    <a:pt x="0" y="1589803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41" name="pl1941"/>
            <p:cNvSpPr/>
            <p:nvPr/>
          </p:nvSpPr>
          <p:spPr>
            <a:xfrm>
              <a:off x="546595" y="4180513"/>
              <a:ext cx="8234974" cy="1998144"/>
            </a:xfrm>
            <a:custGeom>
              <a:avLst/>
              <a:pathLst>
                <a:path w="8234974" h="1998144">
                  <a:moveTo>
                    <a:pt x="0" y="1589803"/>
                  </a:moveTo>
                  <a:lnTo>
                    <a:pt x="538736" y="1589803"/>
                  </a:lnTo>
                  <a:lnTo>
                    <a:pt x="540036" y="1589817"/>
                  </a:lnTo>
                  <a:lnTo>
                    <a:pt x="548515" y="1589914"/>
                  </a:lnTo>
                  <a:lnTo>
                    <a:pt x="569652" y="1590182"/>
                  </a:lnTo>
                  <a:lnTo>
                    <a:pt x="606841" y="1590709"/>
                  </a:lnTo>
                  <a:lnTo>
                    <a:pt x="661061" y="1591568"/>
                  </a:lnTo>
                  <a:lnTo>
                    <a:pt x="730858" y="1592817"/>
                  </a:lnTo>
                  <a:lnTo>
                    <a:pt x="812832" y="1594483"/>
                  </a:lnTo>
                  <a:lnTo>
                    <a:pt x="902514" y="1596574"/>
                  </a:lnTo>
                  <a:lnTo>
                    <a:pt x="995327" y="1599083"/>
                  </a:lnTo>
                  <a:lnTo>
                    <a:pt x="1087342" y="1602000"/>
                  </a:lnTo>
                  <a:lnTo>
                    <a:pt x="1175674" y="1605322"/>
                  </a:lnTo>
                  <a:lnTo>
                    <a:pt x="1258551" y="1609060"/>
                  </a:lnTo>
                  <a:lnTo>
                    <a:pt x="1335173" y="1613244"/>
                  </a:lnTo>
                  <a:lnTo>
                    <a:pt x="1405475" y="1617922"/>
                  </a:lnTo>
                  <a:lnTo>
                    <a:pt x="1469899" y="1623161"/>
                  </a:lnTo>
                  <a:lnTo>
                    <a:pt x="1529194" y="1629043"/>
                  </a:lnTo>
                  <a:lnTo>
                    <a:pt x="1584272" y="1635663"/>
                  </a:lnTo>
                  <a:lnTo>
                    <a:pt x="1636099" y="1643117"/>
                  </a:lnTo>
                  <a:lnTo>
                    <a:pt x="1685605" y="1651484"/>
                  </a:lnTo>
                  <a:lnTo>
                    <a:pt x="1719082" y="1657860"/>
                  </a:lnTo>
                  <a:lnTo>
                    <a:pt x="1770850" y="1668832"/>
                  </a:lnTo>
                  <a:lnTo>
                    <a:pt x="1822121" y="1680974"/>
                  </a:lnTo>
                  <a:lnTo>
                    <a:pt x="1873461" y="1694303"/>
                  </a:lnTo>
                  <a:lnTo>
                    <a:pt x="1925246" y="1708789"/>
                  </a:lnTo>
                  <a:lnTo>
                    <a:pt x="1977685" y="1724353"/>
                  </a:lnTo>
                  <a:lnTo>
                    <a:pt x="2030845" y="1740861"/>
                  </a:lnTo>
                  <a:lnTo>
                    <a:pt x="2084665" y="1758132"/>
                  </a:lnTo>
                  <a:lnTo>
                    <a:pt x="2138984" y="1775938"/>
                  </a:lnTo>
                  <a:lnTo>
                    <a:pt x="2193571" y="1794021"/>
                  </a:lnTo>
                  <a:lnTo>
                    <a:pt x="2248157" y="1812103"/>
                  </a:lnTo>
                  <a:lnTo>
                    <a:pt x="2302475" y="1829908"/>
                  </a:lnTo>
                  <a:lnTo>
                    <a:pt x="2356291" y="1847175"/>
                  </a:lnTo>
                  <a:lnTo>
                    <a:pt x="2409447" y="1863679"/>
                  </a:lnTo>
                  <a:lnTo>
                    <a:pt x="2461883" y="1879237"/>
                  </a:lnTo>
                  <a:lnTo>
                    <a:pt x="2513665" y="1893717"/>
                  </a:lnTo>
                  <a:lnTo>
                    <a:pt x="2565003" y="1907040"/>
                  </a:lnTo>
                  <a:lnTo>
                    <a:pt x="2616275" y="1919176"/>
                  </a:lnTo>
                  <a:lnTo>
                    <a:pt x="2667772" y="1930087"/>
                  </a:lnTo>
                  <a:lnTo>
                    <a:pt x="2716151" y="1939115"/>
                  </a:lnTo>
                  <a:lnTo>
                    <a:pt x="2766272" y="1947197"/>
                  </a:lnTo>
                  <a:lnTo>
                    <a:pt x="2818988" y="1954386"/>
                  </a:lnTo>
                  <a:lnTo>
                    <a:pt x="2875251" y="1960771"/>
                  </a:lnTo>
                  <a:lnTo>
                    <a:pt x="2936018" y="1966448"/>
                  </a:lnTo>
                  <a:lnTo>
                    <a:pt x="3002165" y="1971507"/>
                  </a:lnTo>
                  <a:lnTo>
                    <a:pt x="3074367" y="1976028"/>
                  </a:lnTo>
                  <a:lnTo>
                    <a:pt x="3152932" y="1980072"/>
                  </a:lnTo>
                  <a:lnTo>
                    <a:pt x="3237599" y="1983681"/>
                  </a:lnTo>
                  <a:lnTo>
                    <a:pt x="3327291" y="1986879"/>
                  </a:lnTo>
                  <a:lnTo>
                    <a:pt x="3419907" y="1989672"/>
                  </a:lnTo>
                  <a:lnTo>
                    <a:pt x="3512222" y="1992055"/>
                  </a:lnTo>
                  <a:lnTo>
                    <a:pt x="3600051" y="1994017"/>
                  </a:lnTo>
                  <a:lnTo>
                    <a:pt x="3678757" y="1995554"/>
                  </a:lnTo>
                  <a:lnTo>
                    <a:pt x="3744089" y="1996680"/>
                  </a:lnTo>
                  <a:lnTo>
                    <a:pt x="3793162" y="1997431"/>
                  </a:lnTo>
                  <a:lnTo>
                    <a:pt x="3825237" y="1997870"/>
                  </a:lnTo>
                  <a:lnTo>
                    <a:pt x="3842052" y="1998077"/>
                  </a:lnTo>
                  <a:lnTo>
                    <a:pt x="3847674" y="1998139"/>
                  </a:lnTo>
                  <a:lnTo>
                    <a:pt x="3848118" y="1998144"/>
                  </a:lnTo>
                  <a:lnTo>
                    <a:pt x="4386855" y="1998144"/>
                  </a:lnTo>
                  <a:lnTo>
                    <a:pt x="4388087" y="1998081"/>
                  </a:lnTo>
                  <a:lnTo>
                    <a:pt x="4396132" y="1997632"/>
                  </a:lnTo>
                  <a:lnTo>
                    <a:pt x="4416227" y="1996390"/>
                  </a:lnTo>
                  <a:lnTo>
                    <a:pt x="4451684" y="1993953"/>
                  </a:lnTo>
                  <a:lnTo>
                    <a:pt x="4503578" y="1989964"/>
                  </a:lnTo>
                  <a:lnTo>
                    <a:pt x="4570711" y="1984161"/>
                  </a:lnTo>
                  <a:lnTo>
                    <a:pt x="4650010" y="1976396"/>
                  </a:lnTo>
                  <a:lnTo>
                    <a:pt x="4737311" y="1966625"/>
                  </a:lnTo>
                  <a:lnTo>
                    <a:pt x="4828245" y="1954877"/>
                  </a:lnTo>
                  <a:lnTo>
                    <a:pt x="4918962" y="1941198"/>
                  </a:lnTo>
                  <a:lnTo>
                    <a:pt x="5006550" y="1925611"/>
                  </a:lnTo>
                  <a:lnTo>
                    <a:pt x="5089136" y="1908076"/>
                  </a:lnTo>
                  <a:lnTo>
                    <a:pt x="5165788" y="1888478"/>
                  </a:lnTo>
                  <a:lnTo>
                    <a:pt x="5236310" y="1866612"/>
                  </a:lnTo>
                  <a:lnTo>
                    <a:pt x="5301020" y="1842189"/>
                  </a:lnTo>
                  <a:lnTo>
                    <a:pt x="5360568" y="1814842"/>
                  </a:lnTo>
                  <a:lnTo>
                    <a:pt x="5415787" y="1784147"/>
                  </a:lnTo>
                  <a:lnTo>
                    <a:pt x="5467583" y="1749656"/>
                  </a:lnTo>
                  <a:lnTo>
                    <a:pt x="5516858" y="1710964"/>
                  </a:lnTo>
                  <a:lnTo>
                    <a:pt x="5564425" y="1667814"/>
                  </a:lnTo>
                  <a:lnTo>
                    <a:pt x="5567201" y="1665120"/>
                  </a:lnTo>
                  <a:lnTo>
                    <a:pt x="5607485" y="1623903"/>
                  </a:lnTo>
                  <a:lnTo>
                    <a:pt x="5647379" y="1579249"/>
                  </a:lnTo>
                  <a:lnTo>
                    <a:pt x="5687182" y="1531093"/>
                  </a:lnTo>
                  <a:lnTo>
                    <a:pt x="5727117" y="1479441"/>
                  </a:lnTo>
                  <a:lnTo>
                    <a:pt x="5767342" y="1424386"/>
                  </a:lnTo>
                  <a:lnTo>
                    <a:pt x="5807955" y="1366110"/>
                  </a:lnTo>
                  <a:lnTo>
                    <a:pt x="5849002" y="1304888"/>
                  </a:lnTo>
                  <a:lnTo>
                    <a:pt x="5890477" y="1241088"/>
                  </a:lnTo>
                  <a:lnTo>
                    <a:pt x="5932337" y="1175167"/>
                  </a:lnTo>
                  <a:lnTo>
                    <a:pt x="5974500" y="1107654"/>
                  </a:lnTo>
                  <a:lnTo>
                    <a:pt x="6016861" y="1039140"/>
                  </a:lnTo>
                  <a:lnTo>
                    <a:pt x="6059298" y="970253"/>
                  </a:lnTo>
                  <a:lnTo>
                    <a:pt x="6101680" y="901634"/>
                  </a:lnTo>
                  <a:lnTo>
                    <a:pt x="6143883" y="833916"/>
                  </a:lnTo>
                  <a:lnTo>
                    <a:pt x="6185799" y="767696"/>
                  </a:lnTo>
                  <a:lnTo>
                    <a:pt x="6227341" y="703517"/>
                  </a:lnTo>
                  <a:lnTo>
                    <a:pt x="6268459" y="641846"/>
                  </a:lnTo>
                  <a:lnTo>
                    <a:pt x="6309141" y="583067"/>
                  </a:lnTo>
                  <a:lnTo>
                    <a:pt x="6349425" y="527470"/>
                  </a:lnTo>
                  <a:lnTo>
                    <a:pt x="6389398" y="475254"/>
                  </a:lnTo>
                  <a:lnTo>
                    <a:pt x="6429209" y="426524"/>
                  </a:lnTo>
                  <a:lnTo>
                    <a:pt x="6469070" y="381300"/>
                  </a:lnTo>
                  <a:lnTo>
                    <a:pt x="6509266" y="339529"/>
                  </a:lnTo>
                  <a:lnTo>
                    <a:pt x="6515891" y="333024"/>
                  </a:lnTo>
                  <a:lnTo>
                    <a:pt x="6563379" y="289607"/>
                  </a:lnTo>
                  <a:lnTo>
                    <a:pt x="6612531" y="250656"/>
                  </a:lnTo>
                  <a:lnTo>
                    <a:pt x="6664154" y="215928"/>
                  </a:lnTo>
                  <a:lnTo>
                    <a:pt x="6719144" y="185021"/>
                  </a:lnTo>
                  <a:lnTo>
                    <a:pt x="6778412" y="157488"/>
                  </a:lnTo>
                  <a:lnTo>
                    <a:pt x="6842796" y="132902"/>
                  </a:lnTo>
                  <a:lnTo>
                    <a:pt x="6912960" y="110893"/>
                  </a:lnTo>
                  <a:lnTo>
                    <a:pt x="6989249" y="91167"/>
                  </a:lnTo>
                  <a:lnTo>
                    <a:pt x="7071502" y="73515"/>
                  </a:lnTo>
                  <a:lnTo>
                    <a:pt x="7158836" y="57814"/>
                  </a:lnTo>
                  <a:lnTo>
                    <a:pt x="7249439" y="44022"/>
                  </a:lnTo>
                  <a:lnTo>
                    <a:pt x="7340459" y="32158"/>
                  </a:lnTo>
                  <a:lnTo>
                    <a:pt x="7428094" y="22270"/>
                  </a:lnTo>
                  <a:lnTo>
                    <a:pt x="7507989" y="14386"/>
                  </a:lnTo>
                  <a:lnTo>
                    <a:pt x="7575942" y="8470"/>
                  </a:lnTo>
                  <a:lnTo>
                    <a:pt x="7628793" y="4380"/>
                  </a:lnTo>
                  <a:lnTo>
                    <a:pt x="7665216" y="1860"/>
                  </a:lnTo>
                  <a:lnTo>
                    <a:pt x="7686149" y="559"/>
                  </a:lnTo>
                  <a:lnTo>
                    <a:pt x="7694779" y="74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2" name="pl1942"/>
            <p:cNvSpPr/>
            <p:nvPr/>
          </p:nvSpPr>
          <p:spPr>
            <a:xfrm>
              <a:off x="546595" y="4175069"/>
              <a:ext cx="8234974" cy="1998144"/>
            </a:xfrm>
            <a:custGeom>
              <a:avLst/>
              <a:pathLst>
                <a:path w="8234974" h="1998144">
                  <a:moveTo>
                    <a:pt x="8234974" y="0"/>
                  </a:moveTo>
                  <a:lnTo>
                    <a:pt x="7696237" y="0"/>
                  </a:lnTo>
                  <a:lnTo>
                    <a:pt x="7695006" y="62"/>
                  </a:lnTo>
                  <a:lnTo>
                    <a:pt x="7686961" y="511"/>
                  </a:lnTo>
                  <a:lnTo>
                    <a:pt x="7666865" y="1753"/>
                  </a:lnTo>
                  <a:lnTo>
                    <a:pt x="7631408" y="4191"/>
                  </a:lnTo>
                  <a:lnTo>
                    <a:pt x="7579514" y="8179"/>
                  </a:lnTo>
                  <a:lnTo>
                    <a:pt x="7512382" y="13982"/>
                  </a:lnTo>
                  <a:lnTo>
                    <a:pt x="7433082" y="21747"/>
                  </a:lnTo>
                  <a:lnTo>
                    <a:pt x="7345781" y="31518"/>
                  </a:lnTo>
                  <a:lnTo>
                    <a:pt x="7254847" y="43266"/>
                  </a:lnTo>
                  <a:lnTo>
                    <a:pt x="7164130" y="56945"/>
                  </a:lnTo>
                  <a:lnTo>
                    <a:pt x="7076543" y="72532"/>
                  </a:lnTo>
                  <a:lnTo>
                    <a:pt x="6993957" y="90067"/>
                  </a:lnTo>
                  <a:lnTo>
                    <a:pt x="6917304" y="109665"/>
                  </a:lnTo>
                  <a:lnTo>
                    <a:pt x="6846783" y="131531"/>
                  </a:lnTo>
                  <a:lnTo>
                    <a:pt x="6782072" y="155954"/>
                  </a:lnTo>
                  <a:lnTo>
                    <a:pt x="6722524" y="183301"/>
                  </a:lnTo>
                  <a:lnTo>
                    <a:pt x="6667306" y="213996"/>
                  </a:lnTo>
                  <a:lnTo>
                    <a:pt x="6615510" y="248487"/>
                  </a:lnTo>
                  <a:lnTo>
                    <a:pt x="6566234" y="287179"/>
                  </a:lnTo>
                  <a:lnTo>
                    <a:pt x="6518668" y="330329"/>
                  </a:lnTo>
                  <a:lnTo>
                    <a:pt x="6515891" y="333024"/>
                  </a:lnTo>
                  <a:lnTo>
                    <a:pt x="6475607" y="374240"/>
                  </a:lnTo>
                  <a:lnTo>
                    <a:pt x="6435713" y="418894"/>
                  </a:lnTo>
                  <a:lnTo>
                    <a:pt x="6395911" y="467050"/>
                  </a:lnTo>
                  <a:lnTo>
                    <a:pt x="6355976" y="518702"/>
                  </a:lnTo>
                  <a:lnTo>
                    <a:pt x="6315750" y="573757"/>
                  </a:lnTo>
                  <a:lnTo>
                    <a:pt x="6275137" y="632033"/>
                  </a:lnTo>
                  <a:lnTo>
                    <a:pt x="6234091" y="693255"/>
                  </a:lnTo>
                  <a:lnTo>
                    <a:pt x="6192615" y="757055"/>
                  </a:lnTo>
                  <a:lnTo>
                    <a:pt x="6150756" y="822976"/>
                  </a:lnTo>
                  <a:lnTo>
                    <a:pt x="6108592" y="890489"/>
                  </a:lnTo>
                  <a:lnTo>
                    <a:pt x="6066231" y="959003"/>
                  </a:lnTo>
                  <a:lnTo>
                    <a:pt x="6023795" y="1027890"/>
                  </a:lnTo>
                  <a:lnTo>
                    <a:pt x="5981413" y="1096509"/>
                  </a:lnTo>
                  <a:lnTo>
                    <a:pt x="5939209" y="1164227"/>
                  </a:lnTo>
                  <a:lnTo>
                    <a:pt x="5897294" y="1230447"/>
                  </a:lnTo>
                  <a:lnTo>
                    <a:pt x="5855751" y="1294626"/>
                  </a:lnTo>
                  <a:lnTo>
                    <a:pt x="5814633" y="1356297"/>
                  </a:lnTo>
                  <a:lnTo>
                    <a:pt x="5773951" y="1415076"/>
                  </a:lnTo>
                  <a:lnTo>
                    <a:pt x="5733668" y="1470673"/>
                  </a:lnTo>
                  <a:lnTo>
                    <a:pt x="5693694" y="1522889"/>
                  </a:lnTo>
                  <a:lnTo>
                    <a:pt x="5653883" y="1571619"/>
                  </a:lnTo>
                  <a:lnTo>
                    <a:pt x="5614023" y="1616843"/>
                  </a:lnTo>
                  <a:lnTo>
                    <a:pt x="5573827" y="1658614"/>
                  </a:lnTo>
                  <a:lnTo>
                    <a:pt x="5567201" y="1665120"/>
                  </a:lnTo>
                  <a:lnTo>
                    <a:pt x="5519714" y="1708536"/>
                  </a:lnTo>
                  <a:lnTo>
                    <a:pt x="5470561" y="1747487"/>
                  </a:lnTo>
                  <a:lnTo>
                    <a:pt x="5418938" y="1782215"/>
                  </a:lnTo>
                  <a:lnTo>
                    <a:pt x="5363948" y="1813122"/>
                  </a:lnTo>
                  <a:lnTo>
                    <a:pt x="5304681" y="1840656"/>
                  </a:lnTo>
                  <a:lnTo>
                    <a:pt x="5240297" y="1865241"/>
                  </a:lnTo>
                  <a:lnTo>
                    <a:pt x="5170132" y="1887250"/>
                  </a:lnTo>
                  <a:lnTo>
                    <a:pt x="5093843" y="1906976"/>
                  </a:lnTo>
                  <a:lnTo>
                    <a:pt x="5011590" y="1924628"/>
                  </a:lnTo>
                  <a:lnTo>
                    <a:pt x="4924257" y="1940329"/>
                  </a:lnTo>
                  <a:lnTo>
                    <a:pt x="4833654" y="1954121"/>
                  </a:lnTo>
                  <a:lnTo>
                    <a:pt x="4742634" y="1965985"/>
                  </a:lnTo>
                  <a:lnTo>
                    <a:pt x="4654998" y="1975873"/>
                  </a:lnTo>
                  <a:lnTo>
                    <a:pt x="4575103" y="1983757"/>
                  </a:lnTo>
                  <a:lnTo>
                    <a:pt x="4507150" y="1989673"/>
                  </a:lnTo>
                  <a:lnTo>
                    <a:pt x="4454299" y="1993763"/>
                  </a:lnTo>
                  <a:lnTo>
                    <a:pt x="4417877" y="1996283"/>
                  </a:lnTo>
                  <a:lnTo>
                    <a:pt x="4396943" y="1997584"/>
                  </a:lnTo>
                  <a:lnTo>
                    <a:pt x="4388313" y="1998069"/>
                  </a:lnTo>
                  <a:lnTo>
                    <a:pt x="4386855" y="1998144"/>
                  </a:lnTo>
                  <a:lnTo>
                    <a:pt x="4386855" y="1998144"/>
                  </a:lnTo>
                  <a:lnTo>
                    <a:pt x="3848118" y="1998144"/>
                  </a:lnTo>
                  <a:lnTo>
                    <a:pt x="3846819" y="1998130"/>
                  </a:lnTo>
                  <a:lnTo>
                    <a:pt x="3838340" y="1998033"/>
                  </a:lnTo>
                  <a:lnTo>
                    <a:pt x="3817202" y="1997765"/>
                  </a:lnTo>
                  <a:lnTo>
                    <a:pt x="3780013" y="1997238"/>
                  </a:lnTo>
                  <a:lnTo>
                    <a:pt x="3725794" y="1996379"/>
                  </a:lnTo>
                  <a:lnTo>
                    <a:pt x="3655997" y="1995130"/>
                  </a:lnTo>
                  <a:lnTo>
                    <a:pt x="3574022" y="1993464"/>
                  </a:lnTo>
                  <a:lnTo>
                    <a:pt x="3484341" y="1991373"/>
                  </a:lnTo>
                  <a:lnTo>
                    <a:pt x="3391528" y="1988864"/>
                  </a:lnTo>
                  <a:lnTo>
                    <a:pt x="3299513" y="1985947"/>
                  </a:lnTo>
                  <a:lnTo>
                    <a:pt x="3211181" y="1982625"/>
                  </a:lnTo>
                  <a:lnTo>
                    <a:pt x="3128303" y="1978887"/>
                  </a:lnTo>
                  <a:lnTo>
                    <a:pt x="3051681" y="1974703"/>
                  </a:lnTo>
                  <a:lnTo>
                    <a:pt x="2981379" y="1970025"/>
                  </a:lnTo>
                  <a:lnTo>
                    <a:pt x="2916956" y="1964786"/>
                  </a:lnTo>
                  <a:lnTo>
                    <a:pt x="2857661" y="1958904"/>
                  </a:lnTo>
                  <a:lnTo>
                    <a:pt x="2802583" y="1952284"/>
                  </a:lnTo>
                  <a:lnTo>
                    <a:pt x="2750756" y="1944830"/>
                  </a:lnTo>
                  <a:lnTo>
                    <a:pt x="2701250" y="1936463"/>
                  </a:lnTo>
                  <a:lnTo>
                    <a:pt x="2667772" y="1930087"/>
                  </a:lnTo>
                  <a:lnTo>
                    <a:pt x="2616004" y="1919115"/>
                  </a:lnTo>
                  <a:lnTo>
                    <a:pt x="2564734" y="1906973"/>
                  </a:lnTo>
                  <a:lnTo>
                    <a:pt x="2513394" y="1893644"/>
                  </a:lnTo>
                  <a:lnTo>
                    <a:pt x="2461609" y="1879158"/>
                  </a:lnTo>
                  <a:lnTo>
                    <a:pt x="2409169" y="1863594"/>
                  </a:lnTo>
                  <a:lnTo>
                    <a:pt x="2356010" y="1847086"/>
                  </a:lnTo>
                  <a:lnTo>
                    <a:pt x="2302190" y="1829815"/>
                  </a:lnTo>
                  <a:lnTo>
                    <a:pt x="2247871" y="1812009"/>
                  </a:lnTo>
                  <a:lnTo>
                    <a:pt x="2193284" y="1793926"/>
                  </a:lnTo>
                  <a:lnTo>
                    <a:pt x="2138697" y="1775844"/>
                  </a:lnTo>
                  <a:lnTo>
                    <a:pt x="2084380" y="1758039"/>
                  </a:lnTo>
                  <a:lnTo>
                    <a:pt x="2030564" y="1740772"/>
                  </a:lnTo>
                  <a:lnTo>
                    <a:pt x="1977408" y="1724268"/>
                  </a:lnTo>
                  <a:lnTo>
                    <a:pt x="1924971" y="1708710"/>
                  </a:lnTo>
                  <a:lnTo>
                    <a:pt x="1873190" y="1694230"/>
                  </a:lnTo>
                  <a:lnTo>
                    <a:pt x="1821851" y="1680907"/>
                  </a:lnTo>
                  <a:lnTo>
                    <a:pt x="1770580" y="1668771"/>
                  </a:lnTo>
                  <a:lnTo>
                    <a:pt x="1719082" y="1657860"/>
                  </a:lnTo>
                  <a:lnTo>
                    <a:pt x="1670703" y="1648832"/>
                  </a:lnTo>
                  <a:lnTo>
                    <a:pt x="1620583" y="1640750"/>
                  </a:lnTo>
                  <a:lnTo>
                    <a:pt x="1567866" y="1633561"/>
                  </a:lnTo>
                  <a:lnTo>
                    <a:pt x="1511604" y="1627176"/>
                  </a:lnTo>
                  <a:lnTo>
                    <a:pt x="1450837" y="1621499"/>
                  </a:lnTo>
                  <a:lnTo>
                    <a:pt x="1384689" y="1616440"/>
                  </a:lnTo>
                  <a:lnTo>
                    <a:pt x="1312488" y="1611919"/>
                  </a:lnTo>
                  <a:lnTo>
                    <a:pt x="1233922" y="1607875"/>
                  </a:lnTo>
                  <a:lnTo>
                    <a:pt x="1149256" y="1604266"/>
                  </a:lnTo>
                  <a:lnTo>
                    <a:pt x="1059563" y="1601068"/>
                  </a:lnTo>
                  <a:lnTo>
                    <a:pt x="966947" y="1598275"/>
                  </a:lnTo>
                  <a:lnTo>
                    <a:pt x="874632" y="1595892"/>
                  </a:lnTo>
                  <a:lnTo>
                    <a:pt x="786803" y="1593930"/>
                  </a:lnTo>
                  <a:lnTo>
                    <a:pt x="708098" y="1592393"/>
                  </a:lnTo>
                  <a:lnTo>
                    <a:pt x="642766" y="1591267"/>
                  </a:lnTo>
                  <a:lnTo>
                    <a:pt x="593693" y="1590516"/>
                  </a:lnTo>
                  <a:lnTo>
                    <a:pt x="561617" y="1590077"/>
                  </a:lnTo>
                  <a:lnTo>
                    <a:pt x="544803" y="1589870"/>
                  </a:lnTo>
                  <a:lnTo>
                    <a:pt x="539181" y="1589808"/>
                  </a:lnTo>
                  <a:lnTo>
                    <a:pt x="538736" y="1589803"/>
                  </a:lnTo>
                  <a:lnTo>
                    <a:pt x="0" y="1589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3" name="pg1943"/>
            <p:cNvSpPr/>
            <p:nvPr/>
          </p:nvSpPr>
          <p:spPr>
            <a:xfrm>
              <a:off x="546595" y="554453"/>
              <a:ext cx="8234974" cy="5145084"/>
            </a:xfrm>
            <a:custGeom>
              <a:avLst/>
              <a:pathLst>
                <a:path w="8234974" h="5145084">
                  <a:moveTo>
                    <a:pt x="0" y="5145084"/>
                  </a:moveTo>
                  <a:lnTo>
                    <a:pt x="538736" y="5145084"/>
                  </a:lnTo>
                  <a:lnTo>
                    <a:pt x="539573" y="5144975"/>
                  </a:lnTo>
                  <a:lnTo>
                    <a:pt x="545087" y="5144200"/>
                  </a:lnTo>
                  <a:lnTo>
                    <a:pt x="559031" y="5142057"/>
                  </a:lnTo>
                  <a:lnTo>
                    <a:pt x="584069" y="5137837"/>
                  </a:lnTo>
                  <a:lnTo>
                    <a:pt x="621599" y="5130873"/>
                  </a:lnTo>
                  <a:lnTo>
                    <a:pt x="671646" y="5120612"/>
                  </a:lnTo>
                  <a:lnTo>
                    <a:pt x="732937" y="5106658"/>
                  </a:lnTo>
                  <a:lnTo>
                    <a:pt x="803191" y="5088795"/>
                  </a:lnTo>
                  <a:lnTo>
                    <a:pt x="879548" y="5066964"/>
                  </a:lnTo>
                  <a:lnTo>
                    <a:pt x="959041" y="5041210"/>
                  </a:lnTo>
                  <a:lnTo>
                    <a:pt x="1038982" y="5011617"/>
                  </a:lnTo>
                  <a:lnTo>
                    <a:pt x="1117200" y="4978247"/>
                  </a:lnTo>
                  <a:lnTo>
                    <a:pt x="1192146" y="4941082"/>
                  </a:lnTo>
                  <a:lnTo>
                    <a:pt x="1262867" y="4899997"/>
                  </a:lnTo>
                  <a:lnTo>
                    <a:pt x="1328924" y="4854739"/>
                  </a:lnTo>
                  <a:lnTo>
                    <a:pt x="1390275" y="4804920"/>
                  </a:lnTo>
                  <a:lnTo>
                    <a:pt x="1447165" y="4750025"/>
                  </a:lnTo>
                  <a:lnTo>
                    <a:pt x="1500029" y="4689422"/>
                  </a:lnTo>
                  <a:lnTo>
                    <a:pt x="1549416" y="4622385"/>
                  </a:lnTo>
                  <a:lnTo>
                    <a:pt x="1595933" y="4548139"/>
                  </a:lnTo>
                  <a:lnTo>
                    <a:pt x="1640198" y="4465929"/>
                  </a:lnTo>
                  <a:lnTo>
                    <a:pt x="1682796" y="4375135"/>
                  </a:lnTo>
                  <a:lnTo>
                    <a:pt x="1719082" y="4288478"/>
                  </a:lnTo>
                  <a:lnTo>
                    <a:pt x="1746463" y="4217526"/>
                  </a:lnTo>
                  <a:lnTo>
                    <a:pt x="1773613" y="4142546"/>
                  </a:lnTo>
                  <a:lnTo>
                    <a:pt x="1800640" y="4063460"/>
                  </a:lnTo>
                  <a:lnTo>
                    <a:pt x="1827629" y="3980223"/>
                  </a:lnTo>
                  <a:lnTo>
                    <a:pt x="1854655" y="3892835"/>
                  </a:lnTo>
                  <a:lnTo>
                    <a:pt x="1881775" y="3801337"/>
                  </a:lnTo>
                  <a:lnTo>
                    <a:pt x="1909034" y="3705819"/>
                  </a:lnTo>
                  <a:lnTo>
                    <a:pt x="1936463" y="3606420"/>
                  </a:lnTo>
                  <a:lnTo>
                    <a:pt x="1964084" y="3503329"/>
                  </a:lnTo>
                  <a:lnTo>
                    <a:pt x="1991905" y="3396788"/>
                  </a:lnTo>
                  <a:lnTo>
                    <a:pt x="2019927" y="3287089"/>
                  </a:lnTo>
                  <a:lnTo>
                    <a:pt x="2048140" y="3174572"/>
                  </a:lnTo>
                  <a:lnTo>
                    <a:pt x="2076526" y="3059622"/>
                  </a:lnTo>
                  <a:lnTo>
                    <a:pt x="2105060" y="2942666"/>
                  </a:lnTo>
                  <a:lnTo>
                    <a:pt x="2133711" y="2824163"/>
                  </a:lnTo>
                  <a:lnTo>
                    <a:pt x="2162444" y="2704599"/>
                  </a:lnTo>
                  <a:lnTo>
                    <a:pt x="2191221" y="2584480"/>
                  </a:lnTo>
                  <a:lnTo>
                    <a:pt x="2220000" y="2464322"/>
                  </a:lnTo>
                  <a:lnTo>
                    <a:pt x="2248743" y="2344640"/>
                  </a:lnTo>
                  <a:lnTo>
                    <a:pt x="2277409" y="2225942"/>
                  </a:lnTo>
                  <a:lnTo>
                    <a:pt x="2305963" y="2108718"/>
                  </a:lnTo>
                  <a:lnTo>
                    <a:pt x="2334374" y="1993432"/>
                  </a:lnTo>
                  <a:lnTo>
                    <a:pt x="2362614" y="1880516"/>
                  </a:lnTo>
                  <a:lnTo>
                    <a:pt x="2390666" y="1770362"/>
                  </a:lnTo>
                  <a:lnTo>
                    <a:pt x="2418519" y="1663316"/>
                  </a:lnTo>
                  <a:lnTo>
                    <a:pt x="2446170" y="1559680"/>
                  </a:lnTo>
                  <a:lnTo>
                    <a:pt x="2473627" y="1459701"/>
                  </a:lnTo>
                  <a:lnTo>
                    <a:pt x="2500910" y="1363577"/>
                  </a:lnTo>
                  <a:lnTo>
                    <a:pt x="2528049" y="1271456"/>
                  </a:lnTo>
                  <a:lnTo>
                    <a:pt x="2555086" y="1183434"/>
                  </a:lnTo>
                  <a:lnTo>
                    <a:pt x="2582077" y="1099560"/>
                  </a:lnTo>
                  <a:lnTo>
                    <a:pt x="2609092" y="1019839"/>
                  </a:lnTo>
                  <a:lnTo>
                    <a:pt x="2636217" y="944234"/>
                  </a:lnTo>
                  <a:lnTo>
                    <a:pt x="2663555" y="872671"/>
                  </a:lnTo>
                  <a:lnTo>
                    <a:pt x="2667772" y="862051"/>
                  </a:lnTo>
                  <a:lnTo>
                    <a:pt x="2709340" y="763494"/>
                  </a:lnTo>
                  <a:lnTo>
                    <a:pt x="2752118" y="673804"/>
                  </a:lnTo>
                  <a:lnTo>
                    <a:pt x="2796632" y="592633"/>
                  </a:lnTo>
                  <a:lnTo>
                    <a:pt x="2843476" y="519336"/>
                  </a:lnTo>
                  <a:lnTo>
                    <a:pt x="2893268" y="453150"/>
                  </a:lnTo>
                  <a:lnTo>
                    <a:pt x="2946610" y="393303"/>
                  </a:lnTo>
                  <a:lnTo>
                    <a:pt x="3004039" y="339079"/>
                  </a:lnTo>
                  <a:lnTo>
                    <a:pt x="3065973" y="289859"/>
                  </a:lnTo>
                  <a:lnTo>
                    <a:pt x="3132626" y="245144"/>
                  </a:lnTo>
                  <a:lnTo>
                    <a:pt x="3203912" y="204563"/>
                  </a:lnTo>
                  <a:lnTo>
                    <a:pt x="3279333" y="167879"/>
                  </a:lnTo>
                  <a:lnTo>
                    <a:pt x="3357866" y="134983"/>
                  </a:lnTo>
                  <a:lnTo>
                    <a:pt x="3437882" y="105868"/>
                  </a:lnTo>
                  <a:lnTo>
                    <a:pt x="3517138" y="80603"/>
                  </a:lnTo>
                  <a:lnTo>
                    <a:pt x="3592893" y="59269"/>
                  </a:lnTo>
                  <a:lnTo>
                    <a:pt x="3662169" y="41904"/>
                  </a:lnTo>
                  <a:lnTo>
                    <a:pt x="3722156" y="28430"/>
                  </a:lnTo>
                  <a:lnTo>
                    <a:pt x="3770674" y="18609"/>
                  </a:lnTo>
                  <a:lnTo>
                    <a:pt x="3806604" y="12023"/>
                  </a:lnTo>
                  <a:lnTo>
                    <a:pt x="3830143" y="8102"/>
                  </a:lnTo>
                  <a:lnTo>
                    <a:pt x="3842857" y="6170"/>
                  </a:lnTo>
                  <a:lnTo>
                    <a:pt x="3847556" y="551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79" y="5510"/>
                  </a:lnTo>
                  <a:lnTo>
                    <a:pt x="4396077" y="5980"/>
                  </a:lnTo>
                  <a:lnTo>
                    <a:pt x="4416059" y="7282"/>
                  </a:lnTo>
                  <a:lnTo>
                    <a:pt x="4451326" y="9836"/>
                  </a:lnTo>
                  <a:lnTo>
                    <a:pt x="4502964" y="14017"/>
                  </a:lnTo>
                  <a:lnTo>
                    <a:pt x="4569802" y="20101"/>
                  </a:lnTo>
                  <a:lnTo>
                    <a:pt x="4648803" y="28244"/>
                  </a:lnTo>
                  <a:lnTo>
                    <a:pt x="4735836" y="38494"/>
                  </a:lnTo>
                  <a:lnTo>
                    <a:pt x="4826556" y="50821"/>
                  </a:lnTo>
                  <a:lnTo>
                    <a:pt x="4917123" y="65176"/>
                  </a:lnTo>
                  <a:lnTo>
                    <a:pt x="5004621" y="81536"/>
                  </a:lnTo>
                  <a:lnTo>
                    <a:pt x="5087170" y="99938"/>
                  </a:lnTo>
                  <a:lnTo>
                    <a:pt x="5163823" y="120504"/>
                  </a:lnTo>
                  <a:lnTo>
                    <a:pt x="5234366" y="143444"/>
                  </a:lnTo>
                  <a:lnTo>
                    <a:pt x="5299108" y="169061"/>
                  </a:lnTo>
                  <a:lnTo>
                    <a:pt x="5358686" y="197734"/>
                  </a:lnTo>
                  <a:lnTo>
                    <a:pt x="5413922" y="229908"/>
                  </a:lnTo>
                  <a:lnTo>
                    <a:pt x="5465719" y="266052"/>
                  </a:lnTo>
                  <a:lnTo>
                    <a:pt x="5514973" y="306595"/>
                  </a:lnTo>
                  <a:lnTo>
                    <a:pt x="5562496" y="351813"/>
                  </a:lnTo>
                  <a:lnTo>
                    <a:pt x="5567201" y="356616"/>
                  </a:lnTo>
                  <a:lnTo>
                    <a:pt x="5606774" y="399276"/>
                  </a:lnTo>
                  <a:lnTo>
                    <a:pt x="5645966" y="445431"/>
                  </a:lnTo>
                  <a:lnTo>
                    <a:pt x="5685060" y="495149"/>
                  </a:lnTo>
                  <a:lnTo>
                    <a:pt x="5724273" y="548425"/>
                  </a:lnTo>
                  <a:lnTo>
                    <a:pt x="5763757" y="605174"/>
                  </a:lnTo>
                  <a:lnTo>
                    <a:pt x="5803609" y="665221"/>
                  </a:lnTo>
                  <a:lnTo>
                    <a:pt x="5843877" y="728299"/>
                  </a:lnTo>
                  <a:lnTo>
                    <a:pt x="5884561" y="794052"/>
                  </a:lnTo>
                  <a:lnTo>
                    <a:pt x="5925625" y="862034"/>
                  </a:lnTo>
                  <a:lnTo>
                    <a:pt x="5966997" y="931726"/>
                  </a:lnTo>
                  <a:lnTo>
                    <a:pt x="6008578" y="1002547"/>
                  </a:lnTo>
                  <a:lnTo>
                    <a:pt x="6050257" y="1073875"/>
                  </a:lnTo>
                  <a:lnTo>
                    <a:pt x="6091909" y="1145069"/>
                  </a:lnTo>
                  <a:lnTo>
                    <a:pt x="6133416" y="1215492"/>
                  </a:lnTo>
                  <a:lnTo>
                    <a:pt x="6174670" y="1284537"/>
                  </a:lnTo>
                  <a:lnTo>
                    <a:pt x="6215582" y="1351647"/>
                  </a:lnTo>
                  <a:lnTo>
                    <a:pt x="6256095" y="1416331"/>
                  </a:lnTo>
                  <a:lnTo>
                    <a:pt x="6296186" y="1478181"/>
                  </a:lnTo>
                  <a:lnTo>
                    <a:pt x="6335876" y="1536877"/>
                  </a:lnTo>
                  <a:lnTo>
                    <a:pt x="6375232" y="1592190"/>
                  </a:lnTo>
                  <a:lnTo>
                    <a:pt x="6414373" y="1643985"/>
                  </a:lnTo>
                  <a:lnTo>
                    <a:pt x="6453478" y="1692210"/>
                  </a:lnTo>
                  <a:lnTo>
                    <a:pt x="6492790" y="1736892"/>
                  </a:lnTo>
                  <a:lnTo>
                    <a:pt x="6515891" y="1761306"/>
                  </a:lnTo>
                  <a:lnTo>
                    <a:pt x="6563280" y="1806999"/>
                  </a:lnTo>
                  <a:lnTo>
                    <a:pt x="6612325" y="1848003"/>
                  </a:lnTo>
                  <a:lnTo>
                    <a:pt x="6663827" y="1884570"/>
                  </a:lnTo>
                  <a:lnTo>
                    <a:pt x="6718676" y="1917122"/>
                  </a:lnTo>
                  <a:lnTo>
                    <a:pt x="6777778" y="1946127"/>
                  </a:lnTo>
                  <a:lnTo>
                    <a:pt x="6841969" y="1972032"/>
                  </a:lnTo>
                  <a:lnTo>
                    <a:pt x="6911909" y="1995226"/>
                  </a:lnTo>
                  <a:lnTo>
                    <a:pt x="6987947" y="2016019"/>
                  </a:lnTo>
                  <a:lnTo>
                    <a:pt x="7069932" y="2034632"/>
                  </a:lnTo>
                  <a:lnTo>
                    <a:pt x="7157002" y="2051194"/>
                  </a:lnTo>
                  <a:lnTo>
                    <a:pt x="7247375" y="2065751"/>
                  </a:lnTo>
                  <a:lnTo>
                    <a:pt x="7338240" y="2078284"/>
                  </a:lnTo>
                  <a:lnTo>
                    <a:pt x="7425836" y="2088744"/>
                  </a:lnTo>
                  <a:lnTo>
                    <a:pt x="7505841" y="2097099"/>
                  </a:lnTo>
                  <a:lnTo>
                    <a:pt x="7574063" y="2103384"/>
                  </a:lnTo>
                  <a:lnTo>
                    <a:pt x="7627317" y="2107746"/>
                  </a:lnTo>
                  <a:lnTo>
                    <a:pt x="7664218" y="2110448"/>
                  </a:lnTo>
                  <a:lnTo>
                    <a:pt x="7685620" y="2111856"/>
                  </a:lnTo>
                  <a:lnTo>
                    <a:pt x="7694616" y="2112391"/>
                  </a:lnTo>
                  <a:lnTo>
                    <a:pt x="7696237" y="2112479"/>
                  </a:lnTo>
                  <a:lnTo>
                    <a:pt x="8234974" y="2112479"/>
                  </a:lnTo>
                  <a:lnTo>
                    <a:pt x="8234974" y="2107034"/>
                  </a:ln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2" y="108"/>
                  </a:lnTo>
                  <a:lnTo>
                    <a:pt x="3841768" y="884"/>
                  </a:lnTo>
                  <a:lnTo>
                    <a:pt x="3827824" y="3026"/>
                  </a:lnTo>
                  <a:lnTo>
                    <a:pt x="3802786" y="7247"/>
                  </a:lnTo>
                  <a:lnTo>
                    <a:pt x="3765256" y="14211"/>
                  </a:lnTo>
                  <a:lnTo>
                    <a:pt x="3715209" y="24472"/>
                  </a:lnTo>
                  <a:lnTo>
                    <a:pt x="3653917" y="38426"/>
                  </a:lnTo>
                  <a:lnTo>
                    <a:pt x="3583664" y="56288"/>
                  </a:lnTo>
                  <a:lnTo>
                    <a:pt x="3507307" y="78120"/>
                  </a:lnTo>
                  <a:lnTo>
                    <a:pt x="3427813" y="103874"/>
                  </a:lnTo>
                  <a:lnTo>
                    <a:pt x="3347873" y="133466"/>
                  </a:lnTo>
                  <a:lnTo>
                    <a:pt x="3269655" y="166837"/>
                  </a:lnTo>
                  <a:lnTo>
                    <a:pt x="3194709" y="204002"/>
                  </a:lnTo>
                  <a:lnTo>
                    <a:pt x="3123987" y="245087"/>
                  </a:lnTo>
                  <a:lnTo>
                    <a:pt x="3057930" y="290345"/>
                  </a:lnTo>
                  <a:lnTo>
                    <a:pt x="2996580" y="340164"/>
                  </a:lnTo>
                  <a:lnTo>
                    <a:pt x="2939690" y="395058"/>
                  </a:lnTo>
                  <a:lnTo>
                    <a:pt x="2886826" y="455662"/>
                  </a:lnTo>
                  <a:lnTo>
                    <a:pt x="2837438" y="522698"/>
                  </a:lnTo>
                  <a:lnTo>
                    <a:pt x="2790921" y="596944"/>
                  </a:lnTo>
                  <a:lnTo>
                    <a:pt x="2746657" y="679155"/>
                  </a:lnTo>
                  <a:lnTo>
                    <a:pt x="2704058" y="769949"/>
                  </a:lnTo>
                  <a:lnTo>
                    <a:pt x="2667772" y="856606"/>
                  </a:lnTo>
                  <a:lnTo>
                    <a:pt x="2640392" y="927558"/>
                  </a:lnTo>
                  <a:lnTo>
                    <a:pt x="2613241" y="1002537"/>
                  </a:lnTo>
                  <a:lnTo>
                    <a:pt x="2586215" y="1081624"/>
                  </a:lnTo>
                  <a:lnTo>
                    <a:pt x="2559225" y="1164860"/>
                  </a:lnTo>
                  <a:lnTo>
                    <a:pt x="2532199" y="1252249"/>
                  </a:lnTo>
                  <a:lnTo>
                    <a:pt x="2505079" y="1343747"/>
                  </a:lnTo>
                  <a:lnTo>
                    <a:pt x="2477821" y="1439265"/>
                  </a:lnTo>
                  <a:lnTo>
                    <a:pt x="2450391" y="1538664"/>
                  </a:lnTo>
                  <a:lnTo>
                    <a:pt x="2422771" y="1641755"/>
                  </a:lnTo>
                  <a:lnTo>
                    <a:pt x="2394950" y="1748296"/>
                  </a:lnTo>
                  <a:lnTo>
                    <a:pt x="2366928" y="1857995"/>
                  </a:lnTo>
                  <a:lnTo>
                    <a:pt x="2338715" y="1970512"/>
                  </a:lnTo>
                  <a:lnTo>
                    <a:pt x="2310329" y="2085461"/>
                  </a:lnTo>
                  <a:lnTo>
                    <a:pt x="2281795" y="2202418"/>
                  </a:lnTo>
                  <a:lnTo>
                    <a:pt x="2253144" y="2320921"/>
                  </a:lnTo>
                  <a:lnTo>
                    <a:pt x="2224410" y="2440485"/>
                  </a:lnTo>
                  <a:lnTo>
                    <a:pt x="2195634" y="2560604"/>
                  </a:lnTo>
                  <a:lnTo>
                    <a:pt x="2166854" y="2680762"/>
                  </a:lnTo>
                  <a:lnTo>
                    <a:pt x="2138112" y="2800444"/>
                  </a:lnTo>
                  <a:lnTo>
                    <a:pt x="2109445" y="2919142"/>
                  </a:lnTo>
                  <a:lnTo>
                    <a:pt x="2080891" y="3036366"/>
                  </a:lnTo>
                  <a:lnTo>
                    <a:pt x="2052481" y="3151652"/>
                  </a:lnTo>
                  <a:lnTo>
                    <a:pt x="2024240" y="3264568"/>
                  </a:lnTo>
                  <a:lnTo>
                    <a:pt x="1996188" y="3374722"/>
                  </a:lnTo>
                  <a:lnTo>
                    <a:pt x="1968336" y="3481768"/>
                  </a:lnTo>
                  <a:lnTo>
                    <a:pt x="1940685" y="3585404"/>
                  </a:lnTo>
                  <a:lnTo>
                    <a:pt x="1913227" y="3685383"/>
                  </a:lnTo>
                  <a:lnTo>
                    <a:pt x="1885945" y="3781507"/>
                  </a:lnTo>
                  <a:lnTo>
                    <a:pt x="1858806" y="3873628"/>
                  </a:lnTo>
                  <a:lnTo>
                    <a:pt x="1831769" y="3961650"/>
                  </a:lnTo>
                  <a:lnTo>
                    <a:pt x="1804778" y="4045524"/>
                  </a:lnTo>
                  <a:lnTo>
                    <a:pt x="1777762" y="4125245"/>
                  </a:lnTo>
                  <a:lnTo>
                    <a:pt x="1750637" y="4200850"/>
                  </a:lnTo>
                  <a:lnTo>
                    <a:pt x="1723300" y="4272412"/>
                  </a:lnTo>
                  <a:lnTo>
                    <a:pt x="1719082" y="4283033"/>
                  </a:lnTo>
                  <a:lnTo>
                    <a:pt x="1677514" y="4381590"/>
                  </a:lnTo>
                  <a:lnTo>
                    <a:pt x="1634736" y="4471280"/>
                  </a:lnTo>
                  <a:lnTo>
                    <a:pt x="1590222" y="4552451"/>
                  </a:lnTo>
                  <a:lnTo>
                    <a:pt x="1543378" y="4625748"/>
                  </a:lnTo>
                  <a:lnTo>
                    <a:pt x="1493586" y="4691934"/>
                  </a:lnTo>
                  <a:lnTo>
                    <a:pt x="1440245" y="4751781"/>
                  </a:lnTo>
                  <a:lnTo>
                    <a:pt x="1382815" y="4806005"/>
                  </a:lnTo>
                  <a:lnTo>
                    <a:pt x="1320881" y="4855225"/>
                  </a:lnTo>
                  <a:lnTo>
                    <a:pt x="1254228" y="4899940"/>
                  </a:lnTo>
                  <a:lnTo>
                    <a:pt x="1182942" y="4940521"/>
                  </a:lnTo>
                  <a:lnTo>
                    <a:pt x="1107521" y="4977205"/>
                  </a:lnTo>
                  <a:lnTo>
                    <a:pt x="1028988" y="5010101"/>
                  </a:lnTo>
                  <a:lnTo>
                    <a:pt x="948973" y="5039215"/>
                  </a:lnTo>
                  <a:lnTo>
                    <a:pt x="869717" y="5064481"/>
                  </a:lnTo>
                  <a:lnTo>
                    <a:pt x="793962" y="5085814"/>
                  </a:lnTo>
                  <a:lnTo>
                    <a:pt x="724685" y="5103180"/>
                  </a:lnTo>
                  <a:lnTo>
                    <a:pt x="664699" y="5116654"/>
                  </a:lnTo>
                  <a:lnTo>
                    <a:pt x="616180" y="5126475"/>
                  </a:lnTo>
                  <a:lnTo>
                    <a:pt x="580250" y="5133061"/>
                  </a:lnTo>
                  <a:lnTo>
                    <a:pt x="556711" y="5136982"/>
                  </a:lnTo>
                  <a:lnTo>
                    <a:pt x="543998" y="5138913"/>
                  </a:lnTo>
                  <a:lnTo>
                    <a:pt x="539299" y="5139567"/>
                  </a:lnTo>
                  <a:lnTo>
                    <a:pt x="538736" y="5139640"/>
                  </a:lnTo>
                  <a:lnTo>
                    <a:pt x="0" y="5139640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44" name="pl1944"/>
            <p:cNvSpPr/>
            <p:nvPr/>
          </p:nvSpPr>
          <p:spPr>
            <a:xfrm>
              <a:off x="546595" y="559898"/>
              <a:ext cx="8234974" cy="5139640"/>
            </a:xfrm>
            <a:custGeom>
              <a:avLst/>
              <a:pathLst>
                <a:path w="8234974" h="5139640">
                  <a:moveTo>
                    <a:pt x="0" y="5139640"/>
                  </a:moveTo>
                  <a:lnTo>
                    <a:pt x="538736" y="5139640"/>
                  </a:lnTo>
                  <a:lnTo>
                    <a:pt x="539573" y="5139531"/>
                  </a:lnTo>
                  <a:lnTo>
                    <a:pt x="545087" y="5138756"/>
                  </a:lnTo>
                  <a:lnTo>
                    <a:pt x="559031" y="5136613"/>
                  </a:lnTo>
                  <a:lnTo>
                    <a:pt x="584069" y="5132392"/>
                  </a:lnTo>
                  <a:lnTo>
                    <a:pt x="621599" y="5125429"/>
                  </a:lnTo>
                  <a:lnTo>
                    <a:pt x="671646" y="5115167"/>
                  </a:lnTo>
                  <a:lnTo>
                    <a:pt x="732937" y="5101214"/>
                  </a:lnTo>
                  <a:lnTo>
                    <a:pt x="803191" y="5083351"/>
                  </a:lnTo>
                  <a:lnTo>
                    <a:pt x="879548" y="5061519"/>
                  </a:lnTo>
                  <a:lnTo>
                    <a:pt x="959041" y="5035765"/>
                  </a:lnTo>
                  <a:lnTo>
                    <a:pt x="1038982" y="5006173"/>
                  </a:lnTo>
                  <a:lnTo>
                    <a:pt x="1117200" y="4972802"/>
                  </a:lnTo>
                  <a:lnTo>
                    <a:pt x="1192146" y="4935638"/>
                  </a:lnTo>
                  <a:lnTo>
                    <a:pt x="1262867" y="4894553"/>
                  </a:lnTo>
                  <a:lnTo>
                    <a:pt x="1328924" y="4849294"/>
                  </a:lnTo>
                  <a:lnTo>
                    <a:pt x="1390275" y="4799476"/>
                  </a:lnTo>
                  <a:lnTo>
                    <a:pt x="1447165" y="4744581"/>
                  </a:lnTo>
                  <a:lnTo>
                    <a:pt x="1500029" y="4683978"/>
                  </a:lnTo>
                  <a:lnTo>
                    <a:pt x="1549416" y="4616941"/>
                  </a:lnTo>
                  <a:lnTo>
                    <a:pt x="1595933" y="4542695"/>
                  </a:lnTo>
                  <a:lnTo>
                    <a:pt x="1640198" y="4460484"/>
                  </a:lnTo>
                  <a:lnTo>
                    <a:pt x="1682796" y="4369690"/>
                  </a:lnTo>
                  <a:lnTo>
                    <a:pt x="1719082" y="4283033"/>
                  </a:lnTo>
                  <a:lnTo>
                    <a:pt x="1746463" y="4212081"/>
                  </a:lnTo>
                  <a:lnTo>
                    <a:pt x="1773613" y="4137102"/>
                  </a:lnTo>
                  <a:lnTo>
                    <a:pt x="1800640" y="4058015"/>
                  </a:lnTo>
                  <a:lnTo>
                    <a:pt x="1827629" y="3974779"/>
                  </a:lnTo>
                  <a:lnTo>
                    <a:pt x="1854655" y="3887391"/>
                  </a:lnTo>
                  <a:lnTo>
                    <a:pt x="1881775" y="3795893"/>
                  </a:lnTo>
                  <a:lnTo>
                    <a:pt x="1909034" y="3700374"/>
                  </a:lnTo>
                  <a:lnTo>
                    <a:pt x="1936463" y="3600975"/>
                  </a:lnTo>
                  <a:lnTo>
                    <a:pt x="1964084" y="3497884"/>
                  </a:lnTo>
                  <a:lnTo>
                    <a:pt x="1991905" y="3391343"/>
                  </a:lnTo>
                  <a:lnTo>
                    <a:pt x="2019927" y="3281644"/>
                  </a:lnTo>
                  <a:lnTo>
                    <a:pt x="2048140" y="3169127"/>
                  </a:lnTo>
                  <a:lnTo>
                    <a:pt x="2076526" y="3054178"/>
                  </a:lnTo>
                  <a:lnTo>
                    <a:pt x="2105060" y="2937221"/>
                  </a:lnTo>
                  <a:lnTo>
                    <a:pt x="2133711" y="2818718"/>
                  </a:lnTo>
                  <a:lnTo>
                    <a:pt x="2162444" y="2699154"/>
                  </a:lnTo>
                  <a:lnTo>
                    <a:pt x="2191221" y="2579036"/>
                  </a:lnTo>
                  <a:lnTo>
                    <a:pt x="2220000" y="2458877"/>
                  </a:lnTo>
                  <a:lnTo>
                    <a:pt x="2248743" y="2339195"/>
                  </a:lnTo>
                  <a:lnTo>
                    <a:pt x="2277409" y="2220497"/>
                  </a:lnTo>
                  <a:lnTo>
                    <a:pt x="2305963" y="2103273"/>
                  </a:lnTo>
                  <a:lnTo>
                    <a:pt x="2334374" y="1987987"/>
                  </a:lnTo>
                  <a:lnTo>
                    <a:pt x="2362614" y="1875071"/>
                  </a:lnTo>
                  <a:lnTo>
                    <a:pt x="2390666" y="1764917"/>
                  </a:lnTo>
                  <a:lnTo>
                    <a:pt x="2418519" y="1657872"/>
                  </a:lnTo>
                  <a:lnTo>
                    <a:pt x="2446170" y="1554235"/>
                  </a:lnTo>
                  <a:lnTo>
                    <a:pt x="2473627" y="1454256"/>
                  </a:lnTo>
                  <a:lnTo>
                    <a:pt x="2500910" y="1358133"/>
                  </a:lnTo>
                  <a:lnTo>
                    <a:pt x="2528049" y="1266011"/>
                  </a:lnTo>
                  <a:lnTo>
                    <a:pt x="2555086" y="1177989"/>
                  </a:lnTo>
                  <a:lnTo>
                    <a:pt x="2582077" y="1094115"/>
                  </a:lnTo>
                  <a:lnTo>
                    <a:pt x="2609092" y="1014394"/>
                  </a:lnTo>
                  <a:lnTo>
                    <a:pt x="2636217" y="938790"/>
                  </a:lnTo>
                  <a:lnTo>
                    <a:pt x="2663555" y="867227"/>
                  </a:lnTo>
                  <a:lnTo>
                    <a:pt x="2667772" y="856606"/>
                  </a:lnTo>
                  <a:lnTo>
                    <a:pt x="2709340" y="758049"/>
                  </a:lnTo>
                  <a:lnTo>
                    <a:pt x="2752118" y="668360"/>
                  </a:lnTo>
                  <a:lnTo>
                    <a:pt x="2796632" y="587188"/>
                  </a:lnTo>
                  <a:lnTo>
                    <a:pt x="2843476" y="513891"/>
                  </a:lnTo>
                  <a:lnTo>
                    <a:pt x="2893268" y="447705"/>
                  </a:lnTo>
                  <a:lnTo>
                    <a:pt x="2946610" y="387858"/>
                  </a:lnTo>
                  <a:lnTo>
                    <a:pt x="3004039" y="333634"/>
                  </a:lnTo>
                  <a:lnTo>
                    <a:pt x="3065973" y="284414"/>
                  </a:lnTo>
                  <a:lnTo>
                    <a:pt x="3132626" y="239699"/>
                  </a:lnTo>
                  <a:lnTo>
                    <a:pt x="3203912" y="199118"/>
                  </a:lnTo>
                  <a:lnTo>
                    <a:pt x="3279333" y="162435"/>
                  </a:lnTo>
                  <a:lnTo>
                    <a:pt x="3357866" y="129538"/>
                  </a:lnTo>
                  <a:lnTo>
                    <a:pt x="3437882" y="100424"/>
                  </a:lnTo>
                  <a:lnTo>
                    <a:pt x="3517138" y="75158"/>
                  </a:lnTo>
                  <a:lnTo>
                    <a:pt x="3592893" y="53825"/>
                  </a:lnTo>
                  <a:lnTo>
                    <a:pt x="3662169" y="36460"/>
                  </a:lnTo>
                  <a:lnTo>
                    <a:pt x="3722156" y="22986"/>
                  </a:lnTo>
                  <a:lnTo>
                    <a:pt x="3770674" y="13164"/>
                  </a:lnTo>
                  <a:lnTo>
                    <a:pt x="3806604" y="6579"/>
                  </a:lnTo>
                  <a:lnTo>
                    <a:pt x="3830143" y="2657"/>
                  </a:lnTo>
                  <a:lnTo>
                    <a:pt x="3842857" y="726"/>
                  </a:lnTo>
                  <a:lnTo>
                    <a:pt x="3847556" y="7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79" y="65"/>
                  </a:lnTo>
                  <a:lnTo>
                    <a:pt x="4396077" y="536"/>
                  </a:lnTo>
                  <a:lnTo>
                    <a:pt x="4416059" y="1837"/>
                  </a:lnTo>
                  <a:lnTo>
                    <a:pt x="4451326" y="4392"/>
                  </a:lnTo>
                  <a:lnTo>
                    <a:pt x="4502964" y="8572"/>
                  </a:lnTo>
                  <a:lnTo>
                    <a:pt x="4569802" y="14656"/>
                  </a:lnTo>
                  <a:lnTo>
                    <a:pt x="4648803" y="22800"/>
                  </a:lnTo>
                  <a:lnTo>
                    <a:pt x="4735836" y="33049"/>
                  </a:lnTo>
                  <a:lnTo>
                    <a:pt x="4826556" y="45376"/>
                  </a:lnTo>
                  <a:lnTo>
                    <a:pt x="4917123" y="59732"/>
                  </a:lnTo>
                  <a:lnTo>
                    <a:pt x="5004621" y="76091"/>
                  </a:lnTo>
                  <a:lnTo>
                    <a:pt x="5087170" y="94494"/>
                  </a:lnTo>
                  <a:lnTo>
                    <a:pt x="5163823" y="115060"/>
                  </a:lnTo>
                  <a:lnTo>
                    <a:pt x="5234366" y="138000"/>
                  </a:lnTo>
                  <a:lnTo>
                    <a:pt x="5299108" y="163616"/>
                  </a:lnTo>
                  <a:lnTo>
                    <a:pt x="5358686" y="192290"/>
                  </a:lnTo>
                  <a:lnTo>
                    <a:pt x="5413922" y="224464"/>
                  </a:lnTo>
                  <a:lnTo>
                    <a:pt x="5465719" y="260608"/>
                  </a:lnTo>
                  <a:lnTo>
                    <a:pt x="5514973" y="301150"/>
                  </a:lnTo>
                  <a:lnTo>
                    <a:pt x="5562496" y="346369"/>
                  </a:lnTo>
                  <a:lnTo>
                    <a:pt x="5567201" y="351172"/>
                  </a:lnTo>
                  <a:lnTo>
                    <a:pt x="5606774" y="393832"/>
                  </a:lnTo>
                  <a:lnTo>
                    <a:pt x="5645966" y="439987"/>
                  </a:lnTo>
                  <a:lnTo>
                    <a:pt x="5685060" y="489705"/>
                  </a:lnTo>
                  <a:lnTo>
                    <a:pt x="5724273" y="542981"/>
                  </a:lnTo>
                  <a:lnTo>
                    <a:pt x="5763757" y="599730"/>
                  </a:lnTo>
                  <a:lnTo>
                    <a:pt x="5803609" y="659776"/>
                  </a:lnTo>
                  <a:lnTo>
                    <a:pt x="5843877" y="722855"/>
                  </a:lnTo>
                  <a:lnTo>
                    <a:pt x="5884561" y="788607"/>
                  </a:lnTo>
                  <a:lnTo>
                    <a:pt x="5925625" y="856590"/>
                  </a:lnTo>
                  <a:lnTo>
                    <a:pt x="5966997" y="926282"/>
                  </a:lnTo>
                  <a:lnTo>
                    <a:pt x="6008578" y="997103"/>
                  </a:lnTo>
                  <a:lnTo>
                    <a:pt x="6050257" y="1068431"/>
                  </a:lnTo>
                  <a:lnTo>
                    <a:pt x="6091909" y="1139624"/>
                  </a:lnTo>
                  <a:lnTo>
                    <a:pt x="6133416" y="1210047"/>
                  </a:lnTo>
                  <a:lnTo>
                    <a:pt x="6174670" y="1279093"/>
                  </a:lnTo>
                  <a:lnTo>
                    <a:pt x="6215582" y="1346202"/>
                  </a:lnTo>
                  <a:lnTo>
                    <a:pt x="6256095" y="1410887"/>
                  </a:lnTo>
                  <a:lnTo>
                    <a:pt x="6296186" y="1472737"/>
                  </a:lnTo>
                  <a:lnTo>
                    <a:pt x="6335876" y="1531432"/>
                  </a:lnTo>
                  <a:lnTo>
                    <a:pt x="6375232" y="1586746"/>
                  </a:lnTo>
                  <a:lnTo>
                    <a:pt x="6414373" y="1638541"/>
                  </a:lnTo>
                  <a:lnTo>
                    <a:pt x="6453478" y="1686766"/>
                  </a:lnTo>
                  <a:lnTo>
                    <a:pt x="6492790" y="1731448"/>
                  </a:lnTo>
                  <a:lnTo>
                    <a:pt x="6515891" y="1755862"/>
                  </a:lnTo>
                  <a:lnTo>
                    <a:pt x="6563280" y="1801555"/>
                  </a:lnTo>
                  <a:lnTo>
                    <a:pt x="6612325" y="1842558"/>
                  </a:lnTo>
                  <a:lnTo>
                    <a:pt x="6663827" y="1879126"/>
                  </a:lnTo>
                  <a:lnTo>
                    <a:pt x="6718676" y="1911678"/>
                  </a:lnTo>
                  <a:lnTo>
                    <a:pt x="6777778" y="1940682"/>
                  </a:lnTo>
                  <a:lnTo>
                    <a:pt x="6841969" y="1966587"/>
                  </a:lnTo>
                  <a:lnTo>
                    <a:pt x="6911909" y="1989781"/>
                  </a:lnTo>
                  <a:lnTo>
                    <a:pt x="6987947" y="2010574"/>
                  </a:lnTo>
                  <a:lnTo>
                    <a:pt x="7069932" y="2029187"/>
                  </a:lnTo>
                  <a:lnTo>
                    <a:pt x="7157002" y="2045749"/>
                  </a:lnTo>
                  <a:lnTo>
                    <a:pt x="7247375" y="2060306"/>
                  </a:lnTo>
                  <a:lnTo>
                    <a:pt x="7338240" y="2072839"/>
                  </a:lnTo>
                  <a:lnTo>
                    <a:pt x="7425836" y="2083299"/>
                  </a:lnTo>
                  <a:lnTo>
                    <a:pt x="7505841" y="2091654"/>
                  </a:lnTo>
                  <a:lnTo>
                    <a:pt x="7574063" y="2097940"/>
                  </a:lnTo>
                  <a:lnTo>
                    <a:pt x="7627317" y="2102301"/>
                  </a:lnTo>
                  <a:lnTo>
                    <a:pt x="7664218" y="2105003"/>
                  </a:lnTo>
                  <a:lnTo>
                    <a:pt x="7685620" y="2106412"/>
                  </a:lnTo>
                  <a:lnTo>
                    <a:pt x="7694616" y="2106946"/>
                  </a:lnTo>
                  <a:lnTo>
                    <a:pt x="7696236" y="2107034"/>
                  </a:lnTo>
                  <a:lnTo>
                    <a:pt x="7696237" y="2107034"/>
                  </a:lnTo>
                  <a:lnTo>
                    <a:pt x="8234974" y="2107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5" name="pl1945"/>
            <p:cNvSpPr/>
            <p:nvPr/>
          </p:nvSpPr>
          <p:spPr>
            <a:xfrm>
              <a:off x="546595" y="554453"/>
              <a:ext cx="8234974" cy="5139640"/>
            </a:xfrm>
            <a:custGeom>
              <a:avLst/>
              <a:pathLst>
                <a:path w="8234974" h="5139640">
                  <a:moveTo>
                    <a:pt x="8234974" y="2107034"/>
                  </a:moveTo>
                  <a:lnTo>
                    <a:pt x="7696237" y="2107034"/>
                  </a:lnTo>
                  <a:lnTo>
                    <a:pt x="7695013" y="2106968"/>
                  </a:lnTo>
                  <a:lnTo>
                    <a:pt x="7687015" y="2106498"/>
                  </a:lnTo>
                  <a:lnTo>
                    <a:pt x="7667034" y="2105197"/>
                  </a:lnTo>
                  <a:lnTo>
                    <a:pt x="7631767" y="2102642"/>
                  </a:lnTo>
                  <a:lnTo>
                    <a:pt x="7580128" y="2098461"/>
                  </a:lnTo>
                  <a:lnTo>
                    <a:pt x="7513291" y="2092378"/>
                  </a:lnTo>
                  <a:lnTo>
                    <a:pt x="7434289" y="2084234"/>
                  </a:lnTo>
                  <a:lnTo>
                    <a:pt x="7347256" y="2073985"/>
                  </a:lnTo>
                  <a:lnTo>
                    <a:pt x="7256536" y="2061657"/>
                  </a:lnTo>
                  <a:lnTo>
                    <a:pt x="7165969" y="2047302"/>
                  </a:lnTo>
                  <a:lnTo>
                    <a:pt x="7078471" y="2030942"/>
                  </a:lnTo>
                  <a:lnTo>
                    <a:pt x="6995922" y="2012540"/>
                  </a:lnTo>
                  <a:lnTo>
                    <a:pt x="6919270" y="1991974"/>
                  </a:lnTo>
                  <a:lnTo>
                    <a:pt x="6848726" y="1969034"/>
                  </a:lnTo>
                  <a:lnTo>
                    <a:pt x="6783984" y="1943418"/>
                  </a:lnTo>
                  <a:lnTo>
                    <a:pt x="6724407" y="1914744"/>
                  </a:lnTo>
                  <a:lnTo>
                    <a:pt x="6669170" y="1882570"/>
                  </a:lnTo>
                  <a:lnTo>
                    <a:pt x="6617374" y="1846426"/>
                  </a:lnTo>
                  <a:lnTo>
                    <a:pt x="6568120" y="1805884"/>
                  </a:lnTo>
                  <a:lnTo>
                    <a:pt x="6520596" y="1760665"/>
                  </a:lnTo>
                  <a:lnTo>
                    <a:pt x="6515891" y="1755862"/>
                  </a:lnTo>
                  <a:lnTo>
                    <a:pt x="6476318" y="1713202"/>
                  </a:lnTo>
                  <a:lnTo>
                    <a:pt x="6437127" y="1667047"/>
                  </a:lnTo>
                  <a:lnTo>
                    <a:pt x="6398032" y="1617329"/>
                  </a:lnTo>
                  <a:lnTo>
                    <a:pt x="6358820" y="1564053"/>
                  </a:lnTo>
                  <a:lnTo>
                    <a:pt x="6319336" y="1507304"/>
                  </a:lnTo>
                  <a:lnTo>
                    <a:pt x="6279484" y="1447257"/>
                  </a:lnTo>
                  <a:lnTo>
                    <a:pt x="6239216" y="1384179"/>
                  </a:lnTo>
                  <a:lnTo>
                    <a:pt x="6198531" y="1318427"/>
                  </a:lnTo>
                  <a:lnTo>
                    <a:pt x="6157467" y="1250444"/>
                  </a:lnTo>
                  <a:lnTo>
                    <a:pt x="6116096" y="1180752"/>
                  </a:lnTo>
                  <a:lnTo>
                    <a:pt x="6074514" y="1109931"/>
                  </a:lnTo>
                  <a:lnTo>
                    <a:pt x="6032836" y="1038603"/>
                  </a:lnTo>
                  <a:lnTo>
                    <a:pt x="5991183" y="967409"/>
                  </a:lnTo>
                  <a:lnTo>
                    <a:pt x="5949676" y="896986"/>
                  </a:lnTo>
                  <a:lnTo>
                    <a:pt x="5908423" y="827941"/>
                  </a:lnTo>
                  <a:lnTo>
                    <a:pt x="5867510" y="760831"/>
                  </a:lnTo>
                  <a:lnTo>
                    <a:pt x="5826997" y="696147"/>
                  </a:lnTo>
                  <a:lnTo>
                    <a:pt x="5786906" y="634297"/>
                  </a:lnTo>
                  <a:lnTo>
                    <a:pt x="5747216" y="575602"/>
                  </a:lnTo>
                  <a:lnTo>
                    <a:pt x="5707861" y="520288"/>
                  </a:lnTo>
                  <a:lnTo>
                    <a:pt x="5668719" y="468493"/>
                  </a:lnTo>
                  <a:lnTo>
                    <a:pt x="5629614" y="420268"/>
                  </a:lnTo>
                  <a:lnTo>
                    <a:pt x="5590303" y="375586"/>
                  </a:lnTo>
                  <a:lnTo>
                    <a:pt x="5567201" y="351172"/>
                  </a:lnTo>
                  <a:lnTo>
                    <a:pt x="5519813" y="305479"/>
                  </a:lnTo>
                  <a:lnTo>
                    <a:pt x="5470767" y="264475"/>
                  </a:lnTo>
                  <a:lnTo>
                    <a:pt x="5419266" y="227908"/>
                  </a:lnTo>
                  <a:lnTo>
                    <a:pt x="5364416" y="195356"/>
                  </a:lnTo>
                  <a:lnTo>
                    <a:pt x="5305314" y="166352"/>
                  </a:lnTo>
                  <a:lnTo>
                    <a:pt x="5241124" y="140447"/>
                  </a:lnTo>
                  <a:lnTo>
                    <a:pt x="5171184" y="117252"/>
                  </a:lnTo>
                  <a:lnTo>
                    <a:pt x="5095146" y="96459"/>
                  </a:lnTo>
                  <a:lnTo>
                    <a:pt x="5013160" y="77847"/>
                  </a:lnTo>
                  <a:lnTo>
                    <a:pt x="4926091" y="61285"/>
                  </a:lnTo>
                  <a:lnTo>
                    <a:pt x="4835718" y="46728"/>
                  </a:lnTo>
                  <a:lnTo>
                    <a:pt x="4744853" y="34194"/>
                  </a:lnTo>
                  <a:lnTo>
                    <a:pt x="4657256" y="23734"/>
                  </a:lnTo>
                  <a:lnTo>
                    <a:pt x="4577251" y="15380"/>
                  </a:lnTo>
                  <a:lnTo>
                    <a:pt x="4509030" y="9094"/>
                  </a:lnTo>
                  <a:lnTo>
                    <a:pt x="4455776" y="4733"/>
                  </a:lnTo>
                  <a:lnTo>
                    <a:pt x="4418875" y="2030"/>
                  </a:lnTo>
                  <a:lnTo>
                    <a:pt x="4397472" y="622"/>
                  </a:lnTo>
                  <a:lnTo>
                    <a:pt x="4388477" y="87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2" y="108"/>
                  </a:lnTo>
                  <a:lnTo>
                    <a:pt x="3841768" y="884"/>
                  </a:lnTo>
                  <a:lnTo>
                    <a:pt x="3827824" y="3026"/>
                  </a:lnTo>
                  <a:lnTo>
                    <a:pt x="3802786" y="7247"/>
                  </a:lnTo>
                  <a:lnTo>
                    <a:pt x="3765256" y="14211"/>
                  </a:lnTo>
                  <a:lnTo>
                    <a:pt x="3715209" y="24472"/>
                  </a:lnTo>
                  <a:lnTo>
                    <a:pt x="3653917" y="38426"/>
                  </a:lnTo>
                  <a:lnTo>
                    <a:pt x="3583664" y="56288"/>
                  </a:lnTo>
                  <a:lnTo>
                    <a:pt x="3507307" y="78120"/>
                  </a:lnTo>
                  <a:lnTo>
                    <a:pt x="3427813" y="103874"/>
                  </a:lnTo>
                  <a:lnTo>
                    <a:pt x="3347873" y="133466"/>
                  </a:lnTo>
                  <a:lnTo>
                    <a:pt x="3269655" y="166837"/>
                  </a:lnTo>
                  <a:lnTo>
                    <a:pt x="3194709" y="204002"/>
                  </a:lnTo>
                  <a:lnTo>
                    <a:pt x="3123987" y="245087"/>
                  </a:lnTo>
                  <a:lnTo>
                    <a:pt x="3057930" y="290345"/>
                  </a:lnTo>
                  <a:lnTo>
                    <a:pt x="2996580" y="340164"/>
                  </a:lnTo>
                  <a:lnTo>
                    <a:pt x="2939690" y="395058"/>
                  </a:lnTo>
                  <a:lnTo>
                    <a:pt x="2886826" y="455662"/>
                  </a:lnTo>
                  <a:lnTo>
                    <a:pt x="2837438" y="522698"/>
                  </a:lnTo>
                  <a:lnTo>
                    <a:pt x="2790921" y="596944"/>
                  </a:lnTo>
                  <a:lnTo>
                    <a:pt x="2746657" y="679155"/>
                  </a:lnTo>
                  <a:lnTo>
                    <a:pt x="2704058" y="769949"/>
                  </a:lnTo>
                  <a:lnTo>
                    <a:pt x="2667772" y="856606"/>
                  </a:lnTo>
                  <a:lnTo>
                    <a:pt x="2640392" y="927558"/>
                  </a:lnTo>
                  <a:lnTo>
                    <a:pt x="2613241" y="1002537"/>
                  </a:lnTo>
                  <a:lnTo>
                    <a:pt x="2586215" y="1081624"/>
                  </a:lnTo>
                  <a:lnTo>
                    <a:pt x="2559225" y="1164860"/>
                  </a:lnTo>
                  <a:lnTo>
                    <a:pt x="2532199" y="1252249"/>
                  </a:lnTo>
                  <a:lnTo>
                    <a:pt x="2505079" y="1343747"/>
                  </a:lnTo>
                  <a:lnTo>
                    <a:pt x="2477821" y="1439265"/>
                  </a:lnTo>
                  <a:lnTo>
                    <a:pt x="2450391" y="1538664"/>
                  </a:lnTo>
                  <a:lnTo>
                    <a:pt x="2422771" y="1641755"/>
                  </a:lnTo>
                  <a:lnTo>
                    <a:pt x="2394950" y="1748296"/>
                  </a:lnTo>
                  <a:lnTo>
                    <a:pt x="2366928" y="1857995"/>
                  </a:lnTo>
                  <a:lnTo>
                    <a:pt x="2338715" y="1970512"/>
                  </a:lnTo>
                  <a:lnTo>
                    <a:pt x="2310329" y="2085461"/>
                  </a:lnTo>
                  <a:lnTo>
                    <a:pt x="2281795" y="2202418"/>
                  </a:lnTo>
                  <a:lnTo>
                    <a:pt x="2253144" y="2320921"/>
                  </a:lnTo>
                  <a:lnTo>
                    <a:pt x="2224410" y="2440485"/>
                  </a:lnTo>
                  <a:lnTo>
                    <a:pt x="2195634" y="2560604"/>
                  </a:lnTo>
                  <a:lnTo>
                    <a:pt x="2166854" y="2680762"/>
                  </a:lnTo>
                  <a:lnTo>
                    <a:pt x="2138112" y="2800444"/>
                  </a:lnTo>
                  <a:lnTo>
                    <a:pt x="2109445" y="2919142"/>
                  </a:lnTo>
                  <a:lnTo>
                    <a:pt x="2080891" y="3036366"/>
                  </a:lnTo>
                  <a:lnTo>
                    <a:pt x="2052481" y="3151652"/>
                  </a:lnTo>
                  <a:lnTo>
                    <a:pt x="2024240" y="3264568"/>
                  </a:lnTo>
                  <a:lnTo>
                    <a:pt x="1996188" y="3374722"/>
                  </a:lnTo>
                  <a:lnTo>
                    <a:pt x="1968336" y="3481768"/>
                  </a:lnTo>
                  <a:lnTo>
                    <a:pt x="1940685" y="3585404"/>
                  </a:lnTo>
                  <a:lnTo>
                    <a:pt x="1913227" y="3685383"/>
                  </a:lnTo>
                  <a:lnTo>
                    <a:pt x="1885945" y="3781507"/>
                  </a:lnTo>
                  <a:lnTo>
                    <a:pt x="1858806" y="3873628"/>
                  </a:lnTo>
                  <a:lnTo>
                    <a:pt x="1831769" y="3961650"/>
                  </a:lnTo>
                  <a:lnTo>
                    <a:pt x="1804778" y="4045524"/>
                  </a:lnTo>
                  <a:lnTo>
                    <a:pt x="1777762" y="4125245"/>
                  </a:lnTo>
                  <a:lnTo>
                    <a:pt x="1750637" y="4200850"/>
                  </a:lnTo>
                  <a:lnTo>
                    <a:pt x="1723300" y="4272412"/>
                  </a:lnTo>
                  <a:lnTo>
                    <a:pt x="1719082" y="4283033"/>
                  </a:lnTo>
                  <a:lnTo>
                    <a:pt x="1677514" y="4381590"/>
                  </a:lnTo>
                  <a:lnTo>
                    <a:pt x="1634736" y="4471280"/>
                  </a:lnTo>
                  <a:lnTo>
                    <a:pt x="1590222" y="4552451"/>
                  </a:lnTo>
                  <a:lnTo>
                    <a:pt x="1543378" y="4625748"/>
                  </a:lnTo>
                  <a:lnTo>
                    <a:pt x="1493586" y="4691934"/>
                  </a:lnTo>
                  <a:lnTo>
                    <a:pt x="1440245" y="4751781"/>
                  </a:lnTo>
                  <a:lnTo>
                    <a:pt x="1382815" y="4806005"/>
                  </a:lnTo>
                  <a:lnTo>
                    <a:pt x="1320881" y="4855225"/>
                  </a:lnTo>
                  <a:lnTo>
                    <a:pt x="1254228" y="4899940"/>
                  </a:lnTo>
                  <a:lnTo>
                    <a:pt x="1182942" y="4940521"/>
                  </a:lnTo>
                  <a:lnTo>
                    <a:pt x="1107521" y="4977205"/>
                  </a:lnTo>
                  <a:lnTo>
                    <a:pt x="1028988" y="5010101"/>
                  </a:lnTo>
                  <a:lnTo>
                    <a:pt x="948973" y="5039215"/>
                  </a:lnTo>
                  <a:lnTo>
                    <a:pt x="869717" y="5064481"/>
                  </a:lnTo>
                  <a:lnTo>
                    <a:pt x="793962" y="5085814"/>
                  </a:lnTo>
                  <a:lnTo>
                    <a:pt x="724685" y="5103180"/>
                  </a:lnTo>
                  <a:lnTo>
                    <a:pt x="664699" y="5116654"/>
                  </a:lnTo>
                  <a:lnTo>
                    <a:pt x="616180" y="5126475"/>
                  </a:lnTo>
                  <a:lnTo>
                    <a:pt x="580250" y="5133061"/>
                  </a:lnTo>
                  <a:lnTo>
                    <a:pt x="556711" y="5136982"/>
                  </a:lnTo>
                  <a:lnTo>
                    <a:pt x="543998" y="5138913"/>
                  </a:lnTo>
                  <a:lnTo>
                    <a:pt x="539299" y="5139567"/>
                  </a:lnTo>
                  <a:lnTo>
                    <a:pt x="538736" y="5139640"/>
                  </a:lnTo>
                  <a:lnTo>
                    <a:pt x="0" y="51396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6" name="pg1946"/>
            <p:cNvSpPr/>
            <p:nvPr/>
          </p:nvSpPr>
          <p:spPr>
            <a:xfrm>
              <a:off x="546595" y="766790"/>
              <a:ext cx="8234974" cy="4938192"/>
            </a:xfrm>
            <a:custGeom>
              <a:avLst/>
              <a:pathLst>
                <a:path w="8234974" h="4938192">
                  <a:moveTo>
                    <a:pt x="0" y="4938192"/>
                  </a:moveTo>
                  <a:lnTo>
                    <a:pt x="538736" y="4938192"/>
                  </a:lnTo>
                  <a:lnTo>
                    <a:pt x="539589" y="4938085"/>
                  </a:lnTo>
                  <a:lnTo>
                    <a:pt x="545209" y="4937326"/>
                  </a:lnTo>
                  <a:lnTo>
                    <a:pt x="559413" y="4935228"/>
                  </a:lnTo>
                  <a:lnTo>
                    <a:pt x="584898" y="4931096"/>
                  </a:lnTo>
                  <a:lnTo>
                    <a:pt x="623058" y="4924280"/>
                  </a:lnTo>
                  <a:lnTo>
                    <a:pt x="673877" y="4914242"/>
                  </a:lnTo>
                  <a:lnTo>
                    <a:pt x="736014" y="4900602"/>
                  </a:lnTo>
                  <a:lnTo>
                    <a:pt x="807106" y="4883155"/>
                  </a:lnTo>
                  <a:lnTo>
                    <a:pt x="884223" y="4861849"/>
                  </a:lnTo>
                  <a:lnTo>
                    <a:pt x="964344" y="4836732"/>
                  </a:lnTo>
                  <a:lnTo>
                    <a:pt x="1044756" y="4807889"/>
                  </a:lnTo>
                  <a:lnTo>
                    <a:pt x="1123287" y="4775372"/>
                  </a:lnTo>
                  <a:lnTo>
                    <a:pt x="1198405" y="4739160"/>
                  </a:lnTo>
                  <a:lnTo>
                    <a:pt x="1269186" y="4699120"/>
                  </a:lnTo>
                  <a:lnTo>
                    <a:pt x="1335222" y="4654991"/>
                  </a:lnTo>
                  <a:lnTo>
                    <a:pt x="1396503" y="4606383"/>
                  </a:lnTo>
                  <a:lnTo>
                    <a:pt x="1453303" y="4552779"/>
                  </a:lnTo>
                  <a:lnTo>
                    <a:pt x="1506082" y="4493547"/>
                  </a:lnTo>
                  <a:lnTo>
                    <a:pt x="1555410" y="4427971"/>
                  </a:lnTo>
                  <a:lnTo>
                    <a:pt x="1601908" y="4355288"/>
                  </a:lnTo>
                  <a:lnTo>
                    <a:pt x="1646204" y="4274770"/>
                  </a:lnTo>
                  <a:lnTo>
                    <a:pt x="1688891" y="4185841"/>
                  </a:lnTo>
                  <a:lnTo>
                    <a:pt x="1719082" y="4116067"/>
                  </a:lnTo>
                  <a:lnTo>
                    <a:pt x="1746986" y="4046626"/>
                  </a:lnTo>
                  <a:lnTo>
                    <a:pt x="1774653" y="3973168"/>
                  </a:lnTo>
                  <a:lnTo>
                    <a:pt x="1802195" y="3895613"/>
                  </a:lnTo>
                  <a:lnTo>
                    <a:pt x="1829704" y="3813920"/>
                  </a:lnTo>
                  <a:lnTo>
                    <a:pt x="1857255" y="3728089"/>
                  </a:lnTo>
                  <a:lnTo>
                    <a:pt x="1884909" y="3638167"/>
                  </a:lnTo>
                  <a:lnTo>
                    <a:pt x="1912711" y="3544251"/>
                  </a:lnTo>
                  <a:lnTo>
                    <a:pt x="1940694" y="3446488"/>
                  </a:lnTo>
                  <a:lnTo>
                    <a:pt x="1968878" y="3345079"/>
                  </a:lnTo>
                  <a:lnTo>
                    <a:pt x="1997271" y="3240277"/>
                  </a:lnTo>
                  <a:lnTo>
                    <a:pt x="2025872" y="3132389"/>
                  </a:lnTo>
                  <a:lnTo>
                    <a:pt x="2054667" y="3021768"/>
                  </a:lnTo>
                  <a:lnTo>
                    <a:pt x="2083637" y="2908817"/>
                  </a:lnTo>
                  <a:lnTo>
                    <a:pt x="2112753" y="2793977"/>
                  </a:lnTo>
                  <a:lnTo>
                    <a:pt x="2141982" y="2677723"/>
                  </a:lnTo>
                  <a:lnTo>
                    <a:pt x="2171284" y="2560555"/>
                  </a:lnTo>
                  <a:lnTo>
                    <a:pt x="2200619" y="2442991"/>
                  </a:lnTo>
                  <a:lnTo>
                    <a:pt x="2229943" y="2325556"/>
                  </a:lnTo>
                  <a:lnTo>
                    <a:pt x="2259214" y="2208772"/>
                  </a:lnTo>
                  <a:lnTo>
                    <a:pt x="2288392" y="2093150"/>
                  </a:lnTo>
                  <a:lnTo>
                    <a:pt x="2317441" y="1979179"/>
                  </a:lnTo>
                  <a:lnTo>
                    <a:pt x="2346328" y="1867318"/>
                  </a:lnTo>
                  <a:lnTo>
                    <a:pt x="2375030" y="1757989"/>
                  </a:lnTo>
                  <a:lnTo>
                    <a:pt x="2403530" y="1651572"/>
                  </a:lnTo>
                  <a:lnTo>
                    <a:pt x="2431820" y="1548399"/>
                  </a:lnTo>
                  <a:lnTo>
                    <a:pt x="2459904" y="1448749"/>
                  </a:lnTo>
                  <a:lnTo>
                    <a:pt x="2487795" y="1352850"/>
                  </a:lnTo>
                  <a:lnTo>
                    <a:pt x="2515520" y="1260877"/>
                  </a:lnTo>
                  <a:lnTo>
                    <a:pt x="2543117" y="1172952"/>
                  </a:lnTo>
                  <a:lnTo>
                    <a:pt x="2570639" y="1089147"/>
                  </a:lnTo>
                  <a:lnTo>
                    <a:pt x="2598153" y="1009485"/>
                  </a:lnTo>
                  <a:lnTo>
                    <a:pt x="2625744" y="933946"/>
                  </a:lnTo>
                  <a:lnTo>
                    <a:pt x="2653511" y="862470"/>
                  </a:lnTo>
                  <a:lnTo>
                    <a:pt x="2667772" y="827569"/>
                  </a:lnTo>
                  <a:lnTo>
                    <a:pt x="2709619" y="732382"/>
                  </a:lnTo>
                  <a:lnTo>
                    <a:pt x="2752695" y="645817"/>
                  </a:lnTo>
                  <a:lnTo>
                    <a:pt x="2797538" y="567528"/>
                  </a:lnTo>
                  <a:lnTo>
                    <a:pt x="2844754" y="496884"/>
                  </a:lnTo>
                  <a:lnTo>
                    <a:pt x="2894973" y="433134"/>
                  </a:lnTo>
                  <a:lnTo>
                    <a:pt x="2948809" y="375525"/>
                  </a:lnTo>
                  <a:lnTo>
                    <a:pt x="3006806" y="323358"/>
                  </a:lnTo>
                  <a:lnTo>
                    <a:pt x="3069383" y="276033"/>
                  </a:lnTo>
                  <a:lnTo>
                    <a:pt x="3136745" y="233067"/>
                  </a:lnTo>
                  <a:lnTo>
                    <a:pt x="3208784" y="194104"/>
                  </a:lnTo>
                  <a:lnTo>
                    <a:pt x="3284961" y="158920"/>
                  </a:lnTo>
                  <a:lnTo>
                    <a:pt x="3364192" y="127416"/>
                  </a:lnTo>
                  <a:lnTo>
                    <a:pt x="3444766" y="99594"/>
                  </a:lnTo>
                  <a:lnTo>
                    <a:pt x="3524348" y="75521"/>
                  </a:lnTo>
                  <a:lnTo>
                    <a:pt x="3600107" y="55278"/>
                  </a:lnTo>
                  <a:lnTo>
                    <a:pt x="3669005" y="38893"/>
                  </a:lnTo>
                  <a:lnTo>
                    <a:pt x="3728217" y="26275"/>
                  </a:lnTo>
                  <a:lnTo>
                    <a:pt x="3775623" y="17172"/>
                  </a:lnTo>
                  <a:lnTo>
                    <a:pt x="3810226" y="11157"/>
                  </a:lnTo>
                  <a:lnTo>
                    <a:pt x="3832398" y="7655"/>
                  </a:lnTo>
                  <a:lnTo>
                    <a:pt x="3843912" y="5996"/>
                  </a:lnTo>
                  <a:lnTo>
                    <a:pt x="3847790" y="548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40" y="5546"/>
                  </a:lnTo>
                  <a:lnTo>
                    <a:pt x="4393567" y="6270"/>
                  </a:lnTo>
                  <a:lnTo>
                    <a:pt x="4408279" y="8272"/>
                  </a:lnTo>
                  <a:lnTo>
                    <a:pt x="4434635" y="12213"/>
                  </a:lnTo>
                  <a:lnTo>
                    <a:pt x="4474020" y="18710"/>
                  </a:lnTo>
                  <a:lnTo>
                    <a:pt x="4526334" y="28268"/>
                  </a:lnTo>
                  <a:lnTo>
                    <a:pt x="4590099" y="41238"/>
                  </a:lnTo>
                  <a:lnTo>
                    <a:pt x="4662796" y="57802"/>
                  </a:lnTo>
                  <a:lnTo>
                    <a:pt x="4741354" y="77999"/>
                  </a:lnTo>
                  <a:lnTo>
                    <a:pt x="4822656" y="101775"/>
                  </a:lnTo>
                  <a:lnTo>
                    <a:pt x="4903941" y="129052"/>
                  </a:lnTo>
                  <a:lnTo>
                    <a:pt x="4983041" y="159786"/>
                  </a:lnTo>
                  <a:lnTo>
                    <a:pt x="5058462" y="194011"/>
                  </a:lnTo>
                  <a:lnTo>
                    <a:pt x="5129333" y="231874"/>
                  </a:lnTo>
                  <a:lnTo>
                    <a:pt x="5195313" y="273643"/>
                  </a:lnTo>
                  <a:lnTo>
                    <a:pt x="5256451" y="319714"/>
                  </a:lnTo>
                  <a:lnTo>
                    <a:pt x="5313077" y="370601"/>
                  </a:lnTo>
                  <a:lnTo>
                    <a:pt x="5365698" y="426927"/>
                  </a:lnTo>
                  <a:lnTo>
                    <a:pt x="5414923" y="489390"/>
                  </a:lnTo>
                  <a:lnTo>
                    <a:pt x="5461401" y="558715"/>
                  </a:lnTo>
                  <a:lnTo>
                    <a:pt x="5505781" y="635575"/>
                  </a:lnTo>
                  <a:lnTo>
                    <a:pt x="5548659" y="720451"/>
                  </a:lnTo>
                  <a:lnTo>
                    <a:pt x="5567201" y="760419"/>
                  </a:lnTo>
                  <a:lnTo>
                    <a:pt x="5596211" y="826805"/>
                  </a:lnTo>
                  <a:lnTo>
                    <a:pt x="5624969" y="897182"/>
                  </a:lnTo>
                  <a:lnTo>
                    <a:pt x="5653601" y="971632"/>
                  </a:lnTo>
                  <a:lnTo>
                    <a:pt x="5682208" y="1050193"/>
                  </a:lnTo>
                  <a:lnTo>
                    <a:pt x="5710872" y="1132858"/>
                  </a:lnTo>
                  <a:lnTo>
                    <a:pt x="5739657" y="1219569"/>
                  </a:lnTo>
                  <a:lnTo>
                    <a:pt x="5768613" y="1310215"/>
                  </a:lnTo>
                  <a:lnTo>
                    <a:pt x="5797772" y="1404631"/>
                  </a:lnTo>
                  <a:lnTo>
                    <a:pt x="5827152" y="1502593"/>
                  </a:lnTo>
                  <a:lnTo>
                    <a:pt x="5856758" y="1603819"/>
                  </a:lnTo>
                  <a:lnTo>
                    <a:pt x="5886585" y="1707976"/>
                  </a:lnTo>
                  <a:lnTo>
                    <a:pt x="5916613" y="1814676"/>
                  </a:lnTo>
                  <a:lnTo>
                    <a:pt x="5946817" y="1923485"/>
                  </a:lnTo>
                  <a:lnTo>
                    <a:pt x="5977160" y="2033929"/>
                  </a:lnTo>
                  <a:lnTo>
                    <a:pt x="6007602" y="2145502"/>
                  </a:lnTo>
                  <a:lnTo>
                    <a:pt x="6038098" y="2257676"/>
                  </a:lnTo>
                  <a:lnTo>
                    <a:pt x="6068599" y="2369912"/>
                  </a:lnTo>
                  <a:lnTo>
                    <a:pt x="6099057" y="2481668"/>
                  </a:lnTo>
                  <a:lnTo>
                    <a:pt x="6129426" y="2592412"/>
                  </a:lnTo>
                  <a:lnTo>
                    <a:pt x="6159665" y="2701633"/>
                  </a:lnTo>
                  <a:lnTo>
                    <a:pt x="6189736" y="2808849"/>
                  </a:lnTo>
                  <a:lnTo>
                    <a:pt x="6219610" y="2913617"/>
                  </a:lnTo>
                  <a:lnTo>
                    <a:pt x="6249267" y="3015537"/>
                  </a:lnTo>
                  <a:lnTo>
                    <a:pt x="6278698" y="3114263"/>
                  </a:lnTo>
                  <a:lnTo>
                    <a:pt x="6307906" y="3209502"/>
                  </a:lnTo>
                  <a:lnTo>
                    <a:pt x="6336905" y="3301018"/>
                  </a:lnTo>
                  <a:lnTo>
                    <a:pt x="6365726" y="3388630"/>
                  </a:lnTo>
                  <a:lnTo>
                    <a:pt x="6394412" y="3472216"/>
                  </a:lnTo>
                  <a:lnTo>
                    <a:pt x="6423025" y="3551708"/>
                  </a:lnTo>
                  <a:lnTo>
                    <a:pt x="6451643" y="3627085"/>
                  </a:lnTo>
                  <a:lnTo>
                    <a:pt x="6480363" y="3698378"/>
                  </a:lnTo>
                  <a:lnTo>
                    <a:pt x="6509303" y="3765656"/>
                  </a:lnTo>
                  <a:lnTo>
                    <a:pt x="6515891" y="3780321"/>
                  </a:lnTo>
                  <a:lnTo>
                    <a:pt x="6558273" y="3868787"/>
                  </a:lnTo>
                  <a:lnTo>
                    <a:pt x="6601922" y="3949136"/>
                  </a:lnTo>
                  <a:lnTo>
                    <a:pt x="6647399" y="4021704"/>
                  </a:lnTo>
                  <a:lnTo>
                    <a:pt x="6695333" y="4087101"/>
                  </a:lnTo>
                  <a:lnTo>
                    <a:pt x="6746379" y="4146040"/>
                  </a:lnTo>
                  <a:lnTo>
                    <a:pt x="6801171" y="4199241"/>
                  </a:lnTo>
                  <a:lnTo>
                    <a:pt x="6860269" y="4247363"/>
                  </a:lnTo>
                  <a:lnTo>
                    <a:pt x="6924091" y="4290971"/>
                  </a:lnTo>
                  <a:lnTo>
                    <a:pt x="6992824" y="4330514"/>
                  </a:lnTo>
                  <a:lnTo>
                    <a:pt x="7066314" y="4366316"/>
                  </a:lnTo>
                  <a:lnTo>
                    <a:pt x="7143938" y="4398577"/>
                  </a:lnTo>
                  <a:lnTo>
                    <a:pt x="7224489" y="4427378"/>
                  </a:lnTo>
                  <a:lnTo>
                    <a:pt x="7306092" y="4452706"/>
                  </a:lnTo>
                  <a:lnTo>
                    <a:pt x="7386229" y="4474489"/>
                  </a:lnTo>
                  <a:lnTo>
                    <a:pt x="7461900" y="4492655"/>
                  </a:lnTo>
                  <a:lnTo>
                    <a:pt x="7529954" y="4507195"/>
                  </a:lnTo>
                  <a:lnTo>
                    <a:pt x="7587566" y="4518223"/>
                  </a:lnTo>
                  <a:lnTo>
                    <a:pt x="7632744" y="4526014"/>
                  </a:lnTo>
                  <a:lnTo>
                    <a:pt x="7664755" y="4531010"/>
                  </a:lnTo>
                  <a:lnTo>
                    <a:pt x="7684333" y="4533786"/>
                  </a:lnTo>
                  <a:lnTo>
                    <a:pt x="7693653" y="4534991"/>
                  </a:lnTo>
                  <a:lnTo>
                    <a:pt x="7696237" y="4535296"/>
                  </a:lnTo>
                  <a:lnTo>
                    <a:pt x="8234974" y="4535296"/>
                  </a:lnTo>
                  <a:lnTo>
                    <a:pt x="8234974" y="4529852"/>
                  </a:lnTo>
                  <a:lnTo>
                    <a:pt x="7696237" y="4529852"/>
                  </a:lnTo>
                  <a:lnTo>
                    <a:pt x="7695352" y="4529750"/>
                  </a:lnTo>
                  <a:lnTo>
                    <a:pt x="7689525" y="4529026"/>
                  </a:lnTo>
                  <a:lnTo>
                    <a:pt x="7674814" y="4527024"/>
                  </a:lnTo>
                  <a:lnTo>
                    <a:pt x="7648457" y="4523083"/>
                  </a:lnTo>
                  <a:lnTo>
                    <a:pt x="7609073" y="4516586"/>
                  </a:lnTo>
                  <a:lnTo>
                    <a:pt x="7556759" y="4507028"/>
                  </a:lnTo>
                  <a:lnTo>
                    <a:pt x="7492994" y="4494058"/>
                  </a:lnTo>
                  <a:lnTo>
                    <a:pt x="7420297" y="4477494"/>
                  </a:lnTo>
                  <a:lnTo>
                    <a:pt x="7341739" y="4457297"/>
                  </a:lnTo>
                  <a:lnTo>
                    <a:pt x="7260437" y="4433521"/>
                  </a:lnTo>
                  <a:lnTo>
                    <a:pt x="7179152" y="4406244"/>
                  </a:lnTo>
                  <a:lnTo>
                    <a:pt x="7100051" y="4375510"/>
                  </a:lnTo>
                  <a:lnTo>
                    <a:pt x="7024631" y="4341285"/>
                  </a:lnTo>
                  <a:lnTo>
                    <a:pt x="6953759" y="4303422"/>
                  </a:lnTo>
                  <a:lnTo>
                    <a:pt x="6887780" y="4261653"/>
                  </a:lnTo>
                  <a:lnTo>
                    <a:pt x="6826642" y="4215582"/>
                  </a:lnTo>
                  <a:lnTo>
                    <a:pt x="6770015" y="4164695"/>
                  </a:lnTo>
                  <a:lnTo>
                    <a:pt x="6717394" y="4108369"/>
                  </a:lnTo>
                  <a:lnTo>
                    <a:pt x="6668170" y="4045906"/>
                  </a:lnTo>
                  <a:lnTo>
                    <a:pt x="6621691" y="3976581"/>
                  </a:lnTo>
                  <a:lnTo>
                    <a:pt x="6577312" y="3899721"/>
                  </a:lnTo>
                  <a:lnTo>
                    <a:pt x="6534434" y="3814845"/>
                  </a:lnTo>
                  <a:lnTo>
                    <a:pt x="6515891" y="3774877"/>
                  </a:lnTo>
                  <a:lnTo>
                    <a:pt x="6486882" y="3708491"/>
                  </a:lnTo>
                  <a:lnTo>
                    <a:pt x="6458123" y="3638114"/>
                  </a:lnTo>
                  <a:lnTo>
                    <a:pt x="6429491" y="3563664"/>
                  </a:lnTo>
                  <a:lnTo>
                    <a:pt x="6400885" y="3485103"/>
                  </a:lnTo>
                  <a:lnTo>
                    <a:pt x="6372221" y="3402438"/>
                  </a:lnTo>
                  <a:lnTo>
                    <a:pt x="6343435" y="3315727"/>
                  </a:lnTo>
                  <a:lnTo>
                    <a:pt x="6314479" y="3225080"/>
                  </a:lnTo>
                  <a:lnTo>
                    <a:pt x="6285321" y="3130665"/>
                  </a:lnTo>
                  <a:lnTo>
                    <a:pt x="6255941" y="3032703"/>
                  </a:lnTo>
                  <a:lnTo>
                    <a:pt x="6226334" y="2931476"/>
                  </a:lnTo>
                  <a:lnTo>
                    <a:pt x="6196508" y="2827320"/>
                  </a:lnTo>
                  <a:lnTo>
                    <a:pt x="6166479" y="2720620"/>
                  </a:lnTo>
                  <a:lnTo>
                    <a:pt x="6136276" y="2611811"/>
                  </a:lnTo>
                  <a:lnTo>
                    <a:pt x="6105932" y="2501367"/>
                  </a:lnTo>
                  <a:lnTo>
                    <a:pt x="6075490" y="2389794"/>
                  </a:lnTo>
                  <a:lnTo>
                    <a:pt x="6044995" y="2277620"/>
                  </a:lnTo>
                  <a:lnTo>
                    <a:pt x="6014494" y="2165384"/>
                  </a:lnTo>
                  <a:lnTo>
                    <a:pt x="5984036" y="2053628"/>
                  </a:lnTo>
                  <a:lnTo>
                    <a:pt x="5953666" y="1942884"/>
                  </a:lnTo>
                  <a:lnTo>
                    <a:pt x="5923428" y="1833663"/>
                  </a:lnTo>
                  <a:lnTo>
                    <a:pt x="5893357" y="1726447"/>
                  </a:lnTo>
                  <a:lnTo>
                    <a:pt x="5863483" y="1621679"/>
                  </a:lnTo>
                  <a:lnTo>
                    <a:pt x="5833825" y="1519759"/>
                  </a:lnTo>
                  <a:lnTo>
                    <a:pt x="5804394" y="1421033"/>
                  </a:lnTo>
                  <a:lnTo>
                    <a:pt x="5775187" y="1325794"/>
                  </a:lnTo>
                  <a:lnTo>
                    <a:pt x="5746187" y="1234278"/>
                  </a:lnTo>
                  <a:lnTo>
                    <a:pt x="5717367" y="1146666"/>
                  </a:lnTo>
                  <a:lnTo>
                    <a:pt x="5688680" y="1063080"/>
                  </a:lnTo>
                  <a:lnTo>
                    <a:pt x="5660067" y="983588"/>
                  </a:lnTo>
                  <a:lnTo>
                    <a:pt x="5631450" y="908211"/>
                  </a:lnTo>
                  <a:lnTo>
                    <a:pt x="5602730" y="836918"/>
                  </a:lnTo>
                  <a:lnTo>
                    <a:pt x="5573789" y="769640"/>
                  </a:lnTo>
                  <a:lnTo>
                    <a:pt x="5567201" y="754975"/>
                  </a:lnTo>
                  <a:lnTo>
                    <a:pt x="5524819" y="666509"/>
                  </a:lnTo>
                  <a:lnTo>
                    <a:pt x="5481170" y="586160"/>
                  </a:lnTo>
                  <a:lnTo>
                    <a:pt x="5435694" y="513592"/>
                  </a:lnTo>
                  <a:lnTo>
                    <a:pt x="5387760" y="448195"/>
                  </a:lnTo>
                  <a:lnTo>
                    <a:pt x="5336713" y="389256"/>
                  </a:lnTo>
                  <a:lnTo>
                    <a:pt x="5281921" y="336055"/>
                  </a:lnTo>
                  <a:lnTo>
                    <a:pt x="5222823" y="287932"/>
                  </a:lnTo>
                  <a:lnTo>
                    <a:pt x="5159002" y="244325"/>
                  </a:lnTo>
                  <a:lnTo>
                    <a:pt x="5090269" y="204782"/>
                  </a:lnTo>
                  <a:lnTo>
                    <a:pt x="5016779" y="168980"/>
                  </a:lnTo>
                  <a:lnTo>
                    <a:pt x="4939154" y="136719"/>
                  </a:lnTo>
                  <a:lnTo>
                    <a:pt x="4858604" y="107918"/>
                  </a:lnTo>
                  <a:lnTo>
                    <a:pt x="4777000" y="82590"/>
                  </a:lnTo>
                  <a:lnTo>
                    <a:pt x="4696863" y="60807"/>
                  </a:lnTo>
                  <a:lnTo>
                    <a:pt x="4621193" y="42641"/>
                  </a:lnTo>
                  <a:lnTo>
                    <a:pt x="4553138" y="28101"/>
                  </a:lnTo>
                  <a:lnTo>
                    <a:pt x="4495527" y="17073"/>
                  </a:lnTo>
                  <a:lnTo>
                    <a:pt x="4450349" y="9282"/>
                  </a:lnTo>
                  <a:lnTo>
                    <a:pt x="4418337" y="4286"/>
                  </a:lnTo>
                  <a:lnTo>
                    <a:pt x="4398759" y="1510"/>
                  </a:lnTo>
                  <a:lnTo>
                    <a:pt x="4389439" y="30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6" y="865"/>
                  </a:lnTo>
                  <a:lnTo>
                    <a:pt x="3827442" y="2963"/>
                  </a:lnTo>
                  <a:lnTo>
                    <a:pt x="3801957" y="7096"/>
                  </a:lnTo>
                  <a:lnTo>
                    <a:pt x="3763797" y="13911"/>
                  </a:lnTo>
                  <a:lnTo>
                    <a:pt x="3712977" y="23949"/>
                  </a:lnTo>
                  <a:lnTo>
                    <a:pt x="3650840" y="37589"/>
                  </a:lnTo>
                  <a:lnTo>
                    <a:pt x="3579748" y="55036"/>
                  </a:lnTo>
                  <a:lnTo>
                    <a:pt x="3502632" y="76343"/>
                  </a:lnTo>
                  <a:lnTo>
                    <a:pt x="3422510" y="101459"/>
                  </a:lnTo>
                  <a:lnTo>
                    <a:pt x="3342099" y="130303"/>
                  </a:lnTo>
                  <a:lnTo>
                    <a:pt x="3263568" y="162819"/>
                  </a:lnTo>
                  <a:lnTo>
                    <a:pt x="3188450" y="199031"/>
                  </a:lnTo>
                  <a:lnTo>
                    <a:pt x="3117669" y="239072"/>
                  </a:lnTo>
                  <a:lnTo>
                    <a:pt x="3051633" y="283201"/>
                  </a:lnTo>
                  <a:lnTo>
                    <a:pt x="2990351" y="331808"/>
                  </a:lnTo>
                  <a:lnTo>
                    <a:pt x="2933551" y="385413"/>
                  </a:lnTo>
                  <a:lnTo>
                    <a:pt x="2880773" y="444644"/>
                  </a:lnTo>
                  <a:lnTo>
                    <a:pt x="2831445" y="510221"/>
                  </a:lnTo>
                  <a:lnTo>
                    <a:pt x="2784947" y="582903"/>
                  </a:lnTo>
                  <a:lnTo>
                    <a:pt x="2740650" y="663422"/>
                  </a:lnTo>
                  <a:lnTo>
                    <a:pt x="2697964" y="752351"/>
                  </a:lnTo>
                  <a:lnTo>
                    <a:pt x="2667772" y="822124"/>
                  </a:lnTo>
                  <a:lnTo>
                    <a:pt x="2639869" y="891565"/>
                  </a:lnTo>
                  <a:lnTo>
                    <a:pt x="2612201" y="965023"/>
                  </a:lnTo>
                  <a:lnTo>
                    <a:pt x="2584660" y="1042578"/>
                  </a:lnTo>
                  <a:lnTo>
                    <a:pt x="2557151" y="1124272"/>
                  </a:lnTo>
                  <a:lnTo>
                    <a:pt x="2529600" y="1210103"/>
                  </a:lnTo>
                  <a:lnTo>
                    <a:pt x="2501946" y="1300024"/>
                  </a:lnTo>
                  <a:lnTo>
                    <a:pt x="2474144" y="1393940"/>
                  </a:lnTo>
                  <a:lnTo>
                    <a:pt x="2446161" y="1491703"/>
                  </a:lnTo>
                  <a:lnTo>
                    <a:pt x="2417977" y="1593112"/>
                  </a:lnTo>
                  <a:lnTo>
                    <a:pt x="2389583" y="1697914"/>
                  </a:lnTo>
                  <a:lnTo>
                    <a:pt x="2360983" y="1805803"/>
                  </a:lnTo>
                  <a:lnTo>
                    <a:pt x="2332187" y="1916423"/>
                  </a:lnTo>
                  <a:lnTo>
                    <a:pt x="2303218" y="2029375"/>
                  </a:lnTo>
                  <a:lnTo>
                    <a:pt x="2274101" y="2144215"/>
                  </a:lnTo>
                  <a:lnTo>
                    <a:pt x="2244873" y="2260469"/>
                  </a:lnTo>
                  <a:lnTo>
                    <a:pt x="2215570" y="2377637"/>
                  </a:lnTo>
                  <a:lnTo>
                    <a:pt x="2186236" y="2495200"/>
                  </a:lnTo>
                  <a:lnTo>
                    <a:pt x="2156912" y="2612635"/>
                  </a:lnTo>
                  <a:lnTo>
                    <a:pt x="2127640" y="2729419"/>
                  </a:lnTo>
                  <a:lnTo>
                    <a:pt x="2098462" y="2845041"/>
                  </a:lnTo>
                  <a:lnTo>
                    <a:pt x="2069414" y="2959013"/>
                  </a:lnTo>
                  <a:lnTo>
                    <a:pt x="2040527" y="3070874"/>
                  </a:lnTo>
                  <a:lnTo>
                    <a:pt x="2011825" y="3180203"/>
                  </a:lnTo>
                  <a:lnTo>
                    <a:pt x="1983325" y="3286619"/>
                  </a:lnTo>
                  <a:lnTo>
                    <a:pt x="1955035" y="3389793"/>
                  </a:lnTo>
                  <a:lnTo>
                    <a:pt x="1926951" y="3489443"/>
                  </a:lnTo>
                  <a:lnTo>
                    <a:pt x="1899060" y="3585341"/>
                  </a:lnTo>
                  <a:lnTo>
                    <a:pt x="1871335" y="3677314"/>
                  </a:lnTo>
                  <a:lnTo>
                    <a:pt x="1843738" y="3765239"/>
                  </a:lnTo>
                  <a:lnTo>
                    <a:pt x="1816216" y="3849045"/>
                  </a:lnTo>
                  <a:lnTo>
                    <a:pt x="1788702" y="3928706"/>
                  </a:lnTo>
                  <a:lnTo>
                    <a:pt x="1761111" y="4004245"/>
                  </a:lnTo>
                  <a:lnTo>
                    <a:pt x="1733343" y="4075722"/>
                  </a:lnTo>
                  <a:lnTo>
                    <a:pt x="1719082" y="4110623"/>
                  </a:lnTo>
                  <a:lnTo>
                    <a:pt x="1677236" y="4205810"/>
                  </a:lnTo>
                  <a:lnTo>
                    <a:pt x="1634160" y="4292375"/>
                  </a:lnTo>
                  <a:lnTo>
                    <a:pt x="1589317" y="4370663"/>
                  </a:lnTo>
                  <a:lnTo>
                    <a:pt x="1542101" y="4441308"/>
                  </a:lnTo>
                  <a:lnTo>
                    <a:pt x="1491881" y="4505057"/>
                  </a:lnTo>
                  <a:lnTo>
                    <a:pt x="1438046" y="4562667"/>
                  </a:lnTo>
                  <a:lnTo>
                    <a:pt x="1380048" y="4614833"/>
                  </a:lnTo>
                  <a:lnTo>
                    <a:pt x="1317472" y="4662158"/>
                  </a:lnTo>
                  <a:lnTo>
                    <a:pt x="1250110" y="4705125"/>
                  </a:lnTo>
                  <a:lnTo>
                    <a:pt x="1178071" y="4744088"/>
                  </a:lnTo>
                  <a:lnTo>
                    <a:pt x="1101894" y="4779271"/>
                  </a:lnTo>
                  <a:lnTo>
                    <a:pt x="1022663" y="4810775"/>
                  </a:lnTo>
                  <a:lnTo>
                    <a:pt x="942089" y="4838598"/>
                  </a:lnTo>
                  <a:lnTo>
                    <a:pt x="862507" y="4862671"/>
                  </a:lnTo>
                  <a:lnTo>
                    <a:pt x="786747" y="4882913"/>
                  </a:lnTo>
                  <a:lnTo>
                    <a:pt x="717850" y="4899298"/>
                  </a:lnTo>
                  <a:lnTo>
                    <a:pt x="658637" y="4911916"/>
                  </a:lnTo>
                  <a:lnTo>
                    <a:pt x="611231" y="4921019"/>
                  </a:lnTo>
                  <a:lnTo>
                    <a:pt x="576629" y="4927034"/>
                  </a:lnTo>
                  <a:lnTo>
                    <a:pt x="554456" y="4930537"/>
                  </a:lnTo>
                  <a:lnTo>
                    <a:pt x="542943" y="4932195"/>
                  </a:lnTo>
                  <a:lnTo>
                    <a:pt x="539065" y="4932707"/>
                  </a:lnTo>
                  <a:lnTo>
                    <a:pt x="538736" y="4932747"/>
                  </a:lnTo>
                  <a:lnTo>
                    <a:pt x="0" y="4932747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47" name="pl1947"/>
            <p:cNvSpPr/>
            <p:nvPr/>
          </p:nvSpPr>
          <p:spPr>
            <a:xfrm>
              <a:off x="546595" y="772235"/>
              <a:ext cx="8234974" cy="4932747"/>
            </a:xfrm>
            <a:custGeom>
              <a:avLst/>
              <a:pathLst>
                <a:path w="8234974" h="4932747">
                  <a:moveTo>
                    <a:pt x="0" y="4932747"/>
                  </a:moveTo>
                  <a:lnTo>
                    <a:pt x="538736" y="4932747"/>
                  </a:lnTo>
                  <a:lnTo>
                    <a:pt x="539589" y="4932641"/>
                  </a:lnTo>
                  <a:lnTo>
                    <a:pt x="545209" y="4931882"/>
                  </a:lnTo>
                  <a:lnTo>
                    <a:pt x="559413" y="4929784"/>
                  </a:lnTo>
                  <a:lnTo>
                    <a:pt x="584898" y="4925651"/>
                  </a:lnTo>
                  <a:lnTo>
                    <a:pt x="623058" y="4918836"/>
                  </a:lnTo>
                  <a:lnTo>
                    <a:pt x="673877" y="4908798"/>
                  </a:lnTo>
                  <a:lnTo>
                    <a:pt x="736014" y="4895158"/>
                  </a:lnTo>
                  <a:lnTo>
                    <a:pt x="807106" y="4877711"/>
                  </a:lnTo>
                  <a:lnTo>
                    <a:pt x="884223" y="4856404"/>
                  </a:lnTo>
                  <a:lnTo>
                    <a:pt x="964344" y="4831288"/>
                  </a:lnTo>
                  <a:lnTo>
                    <a:pt x="1044756" y="4802444"/>
                  </a:lnTo>
                  <a:lnTo>
                    <a:pt x="1123287" y="4769928"/>
                  </a:lnTo>
                  <a:lnTo>
                    <a:pt x="1198405" y="4733716"/>
                  </a:lnTo>
                  <a:lnTo>
                    <a:pt x="1269186" y="4693675"/>
                  </a:lnTo>
                  <a:lnTo>
                    <a:pt x="1335222" y="4649546"/>
                  </a:lnTo>
                  <a:lnTo>
                    <a:pt x="1396503" y="4600939"/>
                  </a:lnTo>
                  <a:lnTo>
                    <a:pt x="1453303" y="4547334"/>
                  </a:lnTo>
                  <a:lnTo>
                    <a:pt x="1506082" y="4488103"/>
                  </a:lnTo>
                  <a:lnTo>
                    <a:pt x="1555410" y="4422526"/>
                  </a:lnTo>
                  <a:lnTo>
                    <a:pt x="1601908" y="4349844"/>
                  </a:lnTo>
                  <a:lnTo>
                    <a:pt x="1646204" y="4269325"/>
                  </a:lnTo>
                  <a:lnTo>
                    <a:pt x="1688891" y="4180396"/>
                  </a:lnTo>
                  <a:lnTo>
                    <a:pt x="1719082" y="4110623"/>
                  </a:lnTo>
                  <a:lnTo>
                    <a:pt x="1746986" y="4041182"/>
                  </a:lnTo>
                  <a:lnTo>
                    <a:pt x="1774653" y="3967724"/>
                  </a:lnTo>
                  <a:lnTo>
                    <a:pt x="1802195" y="3890169"/>
                  </a:lnTo>
                  <a:lnTo>
                    <a:pt x="1829704" y="3808475"/>
                  </a:lnTo>
                  <a:lnTo>
                    <a:pt x="1857255" y="3722644"/>
                  </a:lnTo>
                  <a:lnTo>
                    <a:pt x="1884909" y="3632723"/>
                  </a:lnTo>
                  <a:lnTo>
                    <a:pt x="1912711" y="3538807"/>
                  </a:lnTo>
                  <a:lnTo>
                    <a:pt x="1940694" y="3441044"/>
                  </a:lnTo>
                  <a:lnTo>
                    <a:pt x="1968878" y="3339635"/>
                  </a:lnTo>
                  <a:lnTo>
                    <a:pt x="1997271" y="3234833"/>
                  </a:lnTo>
                  <a:lnTo>
                    <a:pt x="2025872" y="3126944"/>
                  </a:lnTo>
                  <a:lnTo>
                    <a:pt x="2054667" y="3016323"/>
                  </a:lnTo>
                  <a:lnTo>
                    <a:pt x="2083637" y="2903372"/>
                  </a:lnTo>
                  <a:lnTo>
                    <a:pt x="2112753" y="2788532"/>
                  </a:lnTo>
                  <a:lnTo>
                    <a:pt x="2141982" y="2672278"/>
                  </a:lnTo>
                  <a:lnTo>
                    <a:pt x="2171284" y="2555110"/>
                  </a:lnTo>
                  <a:lnTo>
                    <a:pt x="2200619" y="2437547"/>
                  </a:lnTo>
                  <a:lnTo>
                    <a:pt x="2229943" y="2320112"/>
                  </a:lnTo>
                  <a:lnTo>
                    <a:pt x="2259214" y="2203328"/>
                  </a:lnTo>
                  <a:lnTo>
                    <a:pt x="2288392" y="2087706"/>
                  </a:lnTo>
                  <a:lnTo>
                    <a:pt x="2317441" y="1973734"/>
                  </a:lnTo>
                  <a:lnTo>
                    <a:pt x="2346328" y="1861873"/>
                  </a:lnTo>
                  <a:lnTo>
                    <a:pt x="2375030" y="1752544"/>
                  </a:lnTo>
                  <a:lnTo>
                    <a:pt x="2403530" y="1646128"/>
                  </a:lnTo>
                  <a:lnTo>
                    <a:pt x="2431820" y="1542954"/>
                  </a:lnTo>
                  <a:lnTo>
                    <a:pt x="2459904" y="1443304"/>
                  </a:lnTo>
                  <a:lnTo>
                    <a:pt x="2487795" y="1347406"/>
                  </a:lnTo>
                  <a:lnTo>
                    <a:pt x="2515520" y="1255433"/>
                  </a:lnTo>
                  <a:lnTo>
                    <a:pt x="2543117" y="1167508"/>
                  </a:lnTo>
                  <a:lnTo>
                    <a:pt x="2570639" y="1083702"/>
                  </a:lnTo>
                  <a:lnTo>
                    <a:pt x="2598153" y="1004040"/>
                  </a:lnTo>
                  <a:lnTo>
                    <a:pt x="2625744" y="928502"/>
                  </a:lnTo>
                  <a:lnTo>
                    <a:pt x="2653511" y="857025"/>
                  </a:lnTo>
                  <a:lnTo>
                    <a:pt x="2667772" y="822124"/>
                  </a:lnTo>
                  <a:lnTo>
                    <a:pt x="2709619" y="726937"/>
                  </a:lnTo>
                  <a:lnTo>
                    <a:pt x="2752695" y="640372"/>
                  </a:lnTo>
                  <a:lnTo>
                    <a:pt x="2797538" y="562084"/>
                  </a:lnTo>
                  <a:lnTo>
                    <a:pt x="2844754" y="491439"/>
                  </a:lnTo>
                  <a:lnTo>
                    <a:pt x="2894973" y="427690"/>
                  </a:lnTo>
                  <a:lnTo>
                    <a:pt x="2948809" y="370080"/>
                  </a:lnTo>
                  <a:lnTo>
                    <a:pt x="3006806" y="317914"/>
                  </a:lnTo>
                  <a:lnTo>
                    <a:pt x="3069383" y="270589"/>
                  </a:lnTo>
                  <a:lnTo>
                    <a:pt x="3136745" y="227622"/>
                  </a:lnTo>
                  <a:lnTo>
                    <a:pt x="3208784" y="188659"/>
                  </a:lnTo>
                  <a:lnTo>
                    <a:pt x="3284961" y="153476"/>
                  </a:lnTo>
                  <a:lnTo>
                    <a:pt x="3364192" y="121972"/>
                  </a:lnTo>
                  <a:lnTo>
                    <a:pt x="3444766" y="94149"/>
                  </a:lnTo>
                  <a:lnTo>
                    <a:pt x="3524348" y="70076"/>
                  </a:lnTo>
                  <a:lnTo>
                    <a:pt x="3600107" y="49834"/>
                  </a:lnTo>
                  <a:lnTo>
                    <a:pt x="3669005" y="33449"/>
                  </a:lnTo>
                  <a:lnTo>
                    <a:pt x="3728217" y="20831"/>
                  </a:lnTo>
                  <a:lnTo>
                    <a:pt x="3775623" y="11728"/>
                  </a:lnTo>
                  <a:lnTo>
                    <a:pt x="3810226" y="5713"/>
                  </a:lnTo>
                  <a:lnTo>
                    <a:pt x="3832398" y="2210"/>
                  </a:lnTo>
                  <a:lnTo>
                    <a:pt x="3843912" y="552"/>
                  </a:lnTo>
                  <a:lnTo>
                    <a:pt x="3847790" y="4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40" y="101"/>
                  </a:lnTo>
                  <a:lnTo>
                    <a:pt x="4393567" y="825"/>
                  </a:lnTo>
                  <a:lnTo>
                    <a:pt x="4408279" y="2827"/>
                  </a:lnTo>
                  <a:lnTo>
                    <a:pt x="4434635" y="6769"/>
                  </a:lnTo>
                  <a:lnTo>
                    <a:pt x="4474020" y="13265"/>
                  </a:lnTo>
                  <a:lnTo>
                    <a:pt x="4526334" y="22823"/>
                  </a:lnTo>
                  <a:lnTo>
                    <a:pt x="4590099" y="35793"/>
                  </a:lnTo>
                  <a:lnTo>
                    <a:pt x="4662796" y="52358"/>
                  </a:lnTo>
                  <a:lnTo>
                    <a:pt x="4741354" y="72554"/>
                  </a:lnTo>
                  <a:lnTo>
                    <a:pt x="4822656" y="96331"/>
                  </a:lnTo>
                  <a:lnTo>
                    <a:pt x="4903941" y="123608"/>
                  </a:lnTo>
                  <a:lnTo>
                    <a:pt x="4983041" y="154341"/>
                  </a:lnTo>
                  <a:lnTo>
                    <a:pt x="5058462" y="188567"/>
                  </a:lnTo>
                  <a:lnTo>
                    <a:pt x="5129333" y="226430"/>
                  </a:lnTo>
                  <a:lnTo>
                    <a:pt x="5195313" y="268199"/>
                  </a:lnTo>
                  <a:lnTo>
                    <a:pt x="5256451" y="314269"/>
                  </a:lnTo>
                  <a:lnTo>
                    <a:pt x="5313077" y="365157"/>
                  </a:lnTo>
                  <a:lnTo>
                    <a:pt x="5365698" y="421483"/>
                  </a:lnTo>
                  <a:lnTo>
                    <a:pt x="5414923" y="483945"/>
                  </a:lnTo>
                  <a:lnTo>
                    <a:pt x="5461401" y="553270"/>
                  </a:lnTo>
                  <a:lnTo>
                    <a:pt x="5505781" y="630130"/>
                  </a:lnTo>
                  <a:lnTo>
                    <a:pt x="5548659" y="715006"/>
                  </a:lnTo>
                  <a:lnTo>
                    <a:pt x="5567201" y="754975"/>
                  </a:lnTo>
                  <a:lnTo>
                    <a:pt x="5596211" y="821360"/>
                  </a:lnTo>
                  <a:lnTo>
                    <a:pt x="5624969" y="891738"/>
                  </a:lnTo>
                  <a:lnTo>
                    <a:pt x="5653601" y="966188"/>
                  </a:lnTo>
                  <a:lnTo>
                    <a:pt x="5682208" y="1044749"/>
                  </a:lnTo>
                  <a:lnTo>
                    <a:pt x="5710872" y="1127413"/>
                  </a:lnTo>
                  <a:lnTo>
                    <a:pt x="5739657" y="1214124"/>
                  </a:lnTo>
                  <a:lnTo>
                    <a:pt x="5768613" y="1304771"/>
                  </a:lnTo>
                  <a:lnTo>
                    <a:pt x="5797772" y="1399187"/>
                  </a:lnTo>
                  <a:lnTo>
                    <a:pt x="5827152" y="1497148"/>
                  </a:lnTo>
                  <a:lnTo>
                    <a:pt x="5856758" y="1598375"/>
                  </a:lnTo>
                  <a:lnTo>
                    <a:pt x="5886585" y="1702532"/>
                  </a:lnTo>
                  <a:lnTo>
                    <a:pt x="5916613" y="1809232"/>
                  </a:lnTo>
                  <a:lnTo>
                    <a:pt x="5946817" y="1918040"/>
                  </a:lnTo>
                  <a:lnTo>
                    <a:pt x="5977160" y="2028484"/>
                  </a:lnTo>
                  <a:lnTo>
                    <a:pt x="6007602" y="2140057"/>
                  </a:lnTo>
                  <a:lnTo>
                    <a:pt x="6038098" y="2252232"/>
                  </a:lnTo>
                  <a:lnTo>
                    <a:pt x="6068599" y="2364467"/>
                  </a:lnTo>
                  <a:lnTo>
                    <a:pt x="6099057" y="2476223"/>
                  </a:lnTo>
                  <a:lnTo>
                    <a:pt x="6129426" y="2586967"/>
                  </a:lnTo>
                  <a:lnTo>
                    <a:pt x="6159665" y="2696189"/>
                  </a:lnTo>
                  <a:lnTo>
                    <a:pt x="6189736" y="2803405"/>
                  </a:lnTo>
                  <a:lnTo>
                    <a:pt x="6219610" y="2908172"/>
                  </a:lnTo>
                  <a:lnTo>
                    <a:pt x="6249267" y="3010093"/>
                  </a:lnTo>
                  <a:lnTo>
                    <a:pt x="6278698" y="3108819"/>
                  </a:lnTo>
                  <a:lnTo>
                    <a:pt x="6307906" y="3204058"/>
                  </a:lnTo>
                  <a:lnTo>
                    <a:pt x="6336905" y="3295573"/>
                  </a:lnTo>
                  <a:lnTo>
                    <a:pt x="6365726" y="3383185"/>
                  </a:lnTo>
                  <a:lnTo>
                    <a:pt x="6394412" y="3466772"/>
                  </a:lnTo>
                  <a:lnTo>
                    <a:pt x="6423025" y="3546263"/>
                  </a:lnTo>
                  <a:lnTo>
                    <a:pt x="6451643" y="3621641"/>
                  </a:lnTo>
                  <a:lnTo>
                    <a:pt x="6480363" y="3692933"/>
                  </a:lnTo>
                  <a:lnTo>
                    <a:pt x="6509303" y="3760212"/>
                  </a:lnTo>
                  <a:lnTo>
                    <a:pt x="6515891" y="3774877"/>
                  </a:lnTo>
                  <a:lnTo>
                    <a:pt x="6558273" y="3863342"/>
                  </a:lnTo>
                  <a:lnTo>
                    <a:pt x="6601922" y="3943691"/>
                  </a:lnTo>
                  <a:lnTo>
                    <a:pt x="6647399" y="4016260"/>
                  </a:lnTo>
                  <a:lnTo>
                    <a:pt x="6695333" y="4081656"/>
                  </a:lnTo>
                  <a:lnTo>
                    <a:pt x="6746379" y="4140596"/>
                  </a:lnTo>
                  <a:lnTo>
                    <a:pt x="6801171" y="4193797"/>
                  </a:lnTo>
                  <a:lnTo>
                    <a:pt x="6860269" y="4241919"/>
                  </a:lnTo>
                  <a:lnTo>
                    <a:pt x="6924091" y="4285526"/>
                  </a:lnTo>
                  <a:lnTo>
                    <a:pt x="6992824" y="4325069"/>
                  </a:lnTo>
                  <a:lnTo>
                    <a:pt x="7066314" y="4360872"/>
                  </a:lnTo>
                  <a:lnTo>
                    <a:pt x="7143938" y="4393133"/>
                  </a:lnTo>
                  <a:lnTo>
                    <a:pt x="7224489" y="4421934"/>
                  </a:lnTo>
                  <a:lnTo>
                    <a:pt x="7306092" y="4447261"/>
                  </a:lnTo>
                  <a:lnTo>
                    <a:pt x="7386229" y="4469044"/>
                  </a:lnTo>
                  <a:lnTo>
                    <a:pt x="7461900" y="4487210"/>
                  </a:lnTo>
                  <a:lnTo>
                    <a:pt x="7529954" y="4501751"/>
                  </a:lnTo>
                  <a:lnTo>
                    <a:pt x="7587566" y="4512778"/>
                  </a:lnTo>
                  <a:lnTo>
                    <a:pt x="7632744" y="4520569"/>
                  </a:lnTo>
                  <a:lnTo>
                    <a:pt x="7664755" y="4525566"/>
                  </a:lnTo>
                  <a:lnTo>
                    <a:pt x="7684333" y="4528341"/>
                  </a:lnTo>
                  <a:lnTo>
                    <a:pt x="7693653" y="4529546"/>
                  </a:lnTo>
                  <a:lnTo>
                    <a:pt x="7696159" y="4529843"/>
                  </a:lnTo>
                  <a:lnTo>
                    <a:pt x="7696237" y="4529852"/>
                  </a:lnTo>
                  <a:lnTo>
                    <a:pt x="8234974" y="45298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8" name="pl1948"/>
            <p:cNvSpPr/>
            <p:nvPr/>
          </p:nvSpPr>
          <p:spPr>
            <a:xfrm>
              <a:off x="546595" y="766790"/>
              <a:ext cx="8234974" cy="4932747"/>
            </a:xfrm>
            <a:custGeom>
              <a:avLst/>
              <a:pathLst>
                <a:path w="8234974" h="4932747">
                  <a:moveTo>
                    <a:pt x="8234974" y="4529852"/>
                  </a:moveTo>
                  <a:lnTo>
                    <a:pt x="7696237" y="4529852"/>
                  </a:lnTo>
                  <a:lnTo>
                    <a:pt x="7695352" y="4529750"/>
                  </a:lnTo>
                  <a:lnTo>
                    <a:pt x="7689525" y="4529026"/>
                  </a:lnTo>
                  <a:lnTo>
                    <a:pt x="7674814" y="4527024"/>
                  </a:lnTo>
                  <a:lnTo>
                    <a:pt x="7648457" y="4523083"/>
                  </a:lnTo>
                  <a:lnTo>
                    <a:pt x="7609073" y="4516586"/>
                  </a:lnTo>
                  <a:lnTo>
                    <a:pt x="7556759" y="4507028"/>
                  </a:lnTo>
                  <a:lnTo>
                    <a:pt x="7492994" y="4494058"/>
                  </a:lnTo>
                  <a:lnTo>
                    <a:pt x="7420297" y="4477494"/>
                  </a:lnTo>
                  <a:lnTo>
                    <a:pt x="7341739" y="4457297"/>
                  </a:lnTo>
                  <a:lnTo>
                    <a:pt x="7260437" y="4433521"/>
                  </a:lnTo>
                  <a:lnTo>
                    <a:pt x="7179152" y="4406244"/>
                  </a:lnTo>
                  <a:lnTo>
                    <a:pt x="7100051" y="4375510"/>
                  </a:lnTo>
                  <a:lnTo>
                    <a:pt x="7024631" y="4341285"/>
                  </a:lnTo>
                  <a:lnTo>
                    <a:pt x="6953759" y="4303422"/>
                  </a:lnTo>
                  <a:lnTo>
                    <a:pt x="6887780" y="4261653"/>
                  </a:lnTo>
                  <a:lnTo>
                    <a:pt x="6826642" y="4215582"/>
                  </a:lnTo>
                  <a:lnTo>
                    <a:pt x="6770015" y="4164695"/>
                  </a:lnTo>
                  <a:lnTo>
                    <a:pt x="6717394" y="4108369"/>
                  </a:lnTo>
                  <a:lnTo>
                    <a:pt x="6668170" y="4045906"/>
                  </a:lnTo>
                  <a:lnTo>
                    <a:pt x="6621691" y="3976581"/>
                  </a:lnTo>
                  <a:lnTo>
                    <a:pt x="6577312" y="3899721"/>
                  </a:lnTo>
                  <a:lnTo>
                    <a:pt x="6534434" y="3814845"/>
                  </a:lnTo>
                  <a:lnTo>
                    <a:pt x="6515891" y="3774877"/>
                  </a:lnTo>
                  <a:lnTo>
                    <a:pt x="6486882" y="3708491"/>
                  </a:lnTo>
                  <a:lnTo>
                    <a:pt x="6458123" y="3638114"/>
                  </a:lnTo>
                  <a:lnTo>
                    <a:pt x="6429491" y="3563664"/>
                  </a:lnTo>
                  <a:lnTo>
                    <a:pt x="6400885" y="3485103"/>
                  </a:lnTo>
                  <a:lnTo>
                    <a:pt x="6372221" y="3402438"/>
                  </a:lnTo>
                  <a:lnTo>
                    <a:pt x="6343435" y="3315727"/>
                  </a:lnTo>
                  <a:lnTo>
                    <a:pt x="6314479" y="3225080"/>
                  </a:lnTo>
                  <a:lnTo>
                    <a:pt x="6285321" y="3130665"/>
                  </a:lnTo>
                  <a:lnTo>
                    <a:pt x="6255941" y="3032703"/>
                  </a:lnTo>
                  <a:lnTo>
                    <a:pt x="6226334" y="2931476"/>
                  </a:lnTo>
                  <a:lnTo>
                    <a:pt x="6196508" y="2827320"/>
                  </a:lnTo>
                  <a:lnTo>
                    <a:pt x="6166479" y="2720620"/>
                  </a:lnTo>
                  <a:lnTo>
                    <a:pt x="6136276" y="2611811"/>
                  </a:lnTo>
                  <a:lnTo>
                    <a:pt x="6105932" y="2501367"/>
                  </a:lnTo>
                  <a:lnTo>
                    <a:pt x="6075490" y="2389794"/>
                  </a:lnTo>
                  <a:lnTo>
                    <a:pt x="6044995" y="2277620"/>
                  </a:lnTo>
                  <a:lnTo>
                    <a:pt x="6014494" y="2165384"/>
                  </a:lnTo>
                  <a:lnTo>
                    <a:pt x="5984036" y="2053628"/>
                  </a:lnTo>
                  <a:lnTo>
                    <a:pt x="5953666" y="1942884"/>
                  </a:lnTo>
                  <a:lnTo>
                    <a:pt x="5923428" y="1833663"/>
                  </a:lnTo>
                  <a:lnTo>
                    <a:pt x="5893357" y="1726447"/>
                  </a:lnTo>
                  <a:lnTo>
                    <a:pt x="5863483" y="1621679"/>
                  </a:lnTo>
                  <a:lnTo>
                    <a:pt x="5833825" y="1519759"/>
                  </a:lnTo>
                  <a:lnTo>
                    <a:pt x="5804394" y="1421033"/>
                  </a:lnTo>
                  <a:lnTo>
                    <a:pt x="5775187" y="1325794"/>
                  </a:lnTo>
                  <a:lnTo>
                    <a:pt x="5746187" y="1234278"/>
                  </a:lnTo>
                  <a:lnTo>
                    <a:pt x="5717367" y="1146666"/>
                  </a:lnTo>
                  <a:lnTo>
                    <a:pt x="5688680" y="1063080"/>
                  </a:lnTo>
                  <a:lnTo>
                    <a:pt x="5660067" y="983588"/>
                  </a:lnTo>
                  <a:lnTo>
                    <a:pt x="5631450" y="908211"/>
                  </a:lnTo>
                  <a:lnTo>
                    <a:pt x="5602730" y="836918"/>
                  </a:lnTo>
                  <a:lnTo>
                    <a:pt x="5573789" y="769640"/>
                  </a:lnTo>
                  <a:lnTo>
                    <a:pt x="5567201" y="754975"/>
                  </a:lnTo>
                  <a:lnTo>
                    <a:pt x="5524819" y="666509"/>
                  </a:lnTo>
                  <a:lnTo>
                    <a:pt x="5481170" y="586160"/>
                  </a:lnTo>
                  <a:lnTo>
                    <a:pt x="5435694" y="513592"/>
                  </a:lnTo>
                  <a:lnTo>
                    <a:pt x="5387760" y="448195"/>
                  </a:lnTo>
                  <a:lnTo>
                    <a:pt x="5336713" y="389256"/>
                  </a:lnTo>
                  <a:lnTo>
                    <a:pt x="5281921" y="336055"/>
                  </a:lnTo>
                  <a:lnTo>
                    <a:pt x="5222823" y="287932"/>
                  </a:lnTo>
                  <a:lnTo>
                    <a:pt x="5159002" y="244325"/>
                  </a:lnTo>
                  <a:lnTo>
                    <a:pt x="5090269" y="204782"/>
                  </a:lnTo>
                  <a:lnTo>
                    <a:pt x="5016779" y="168980"/>
                  </a:lnTo>
                  <a:lnTo>
                    <a:pt x="4939154" y="136719"/>
                  </a:lnTo>
                  <a:lnTo>
                    <a:pt x="4858604" y="107918"/>
                  </a:lnTo>
                  <a:lnTo>
                    <a:pt x="4777000" y="82590"/>
                  </a:lnTo>
                  <a:lnTo>
                    <a:pt x="4696863" y="60807"/>
                  </a:lnTo>
                  <a:lnTo>
                    <a:pt x="4621193" y="42641"/>
                  </a:lnTo>
                  <a:lnTo>
                    <a:pt x="4553138" y="28101"/>
                  </a:lnTo>
                  <a:lnTo>
                    <a:pt x="4495527" y="17073"/>
                  </a:lnTo>
                  <a:lnTo>
                    <a:pt x="4450349" y="9282"/>
                  </a:lnTo>
                  <a:lnTo>
                    <a:pt x="4418337" y="4286"/>
                  </a:lnTo>
                  <a:lnTo>
                    <a:pt x="4398759" y="1510"/>
                  </a:lnTo>
                  <a:lnTo>
                    <a:pt x="4389439" y="305"/>
                  </a:lnTo>
                  <a:lnTo>
                    <a:pt x="4386933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6" y="865"/>
                  </a:lnTo>
                  <a:lnTo>
                    <a:pt x="3827442" y="2963"/>
                  </a:lnTo>
                  <a:lnTo>
                    <a:pt x="3801957" y="7096"/>
                  </a:lnTo>
                  <a:lnTo>
                    <a:pt x="3763797" y="13911"/>
                  </a:lnTo>
                  <a:lnTo>
                    <a:pt x="3712977" y="23949"/>
                  </a:lnTo>
                  <a:lnTo>
                    <a:pt x="3650840" y="37589"/>
                  </a:lnTo>
                  <a:lnTo>
                    <a:pt x="3579748" y="55036"/>
                  </a:lnTo>
                  <a:lnTo>
                    <a:pt x="3502632" y="76343"/>
                  </a:lnTo>
                  <a:lnTo>
                    <a:pt x="3422510" y="101459"/>
                  </a:lnTo>
                  <a:lnTo>
                    <a:pt x="3342099" y="130303"/>
                  </a:lnTo>
                  <a:lnTo>
                    <a:pt x="3263568" y="162819"/>
                  </a:lnTo>
                  <a:lnTo>
                    <a:pt x="3188450" y="199031"/>
                  </a:lnTo>
                  <a:lnTo>
                    <a:pt x="3117669" y="239072"/>
                  </a:lnTo>
                  <a:lnTo>
                    <a:pt x="3051633" y="283201"/>
                  </a:lnTo>
                  <a:lnTo>
                    <a:pt x="2990351" y="331808"/>
                  </a:lnTo>
                  <a:lnTo>
                    <a:pt x="2933551" y="385413"/>
                  </a:lnTo>
                  <a:lnTo>
                    <a:pt x="2880773" y="444644"/>
                  </a:lnTo>
                  <a:lnTo>
                    <a:pt x="2831445" y="510221"/>
                  </a:lnTo>
                  <a:lnTo>
                    <a:pt x="2784947" y="582903"/>
                  </a:lnTo>
                  <a:lnTo>
                    <a:pt x="2740650" y="663422"/>
                  </a:lnTo>
                  <a:lnTo>
                    <a:pt x="2697964" y="752351"/>
                  </a:lnTo>
                  <a:lnTo>
                    <a:pt x="2667772" y="822124"/>
                  </a:lnTo>
                  <a:lnTo>
                    <a:pt x="2639869" y="891565"/>
                  </a:lnTo>
                  <a:lnTo>
                    <a:pt x="2612201" y="965023"/>
                  </a:lnTo>
                  <a:lnTo>
                    <a:pt x="2584660" y="1042578"/>
                  </a:lnTo>
                  <a:lnTo>
                    <a:pt x="2557151" y="1124272"/>
                  </a:lnTo>
                  <a:lnTo>
                    <a:pt x="2529600" y="1210103"/>
                  </a:lnTo>
                  <a:lnTo>
                    <a:pt x="2501946" y="1300024"/>
                  </a:lnTo>
                  <a:lnTo>
                    <a:pt x="2474144" y="1393940"/>
                  </a:lnTo>
                  <a:lnTo>
                    <a:pt x="2446161" y="1491703"/>
                  </a:lnTo>
                  <a:lnTo>
                    <a:pt x="2417977" y="1593112"/>
                  </a:lnTo>
                  <a:lnTo>
                    <a:pt x="2389583" y="1697914"/>
                  </a:lnTo>
                  <a:lnTo>
                    <a:pt x="2360983" y="1805803"/>
                  </a:lnTo>
                  <a:lnTo>
                    <a:pt x="2332187" y="1916423"/>
                  </a:lnTo>
                  <a:lnTo>
                    <a:pt x="2303218" y="2029375"/>
                  </a:lnTo>
                  <a:lnTo>
                    <a:pt x="2274101" y="2144215"/>
                  </a:lnTo>
                  <a:lnTo>
                    <a:pt x="2244873" y="2260469"/>
                  </a:lnTo>
                  <a:lnTo>
                    <a:pt x="2215570" y="2377637"/>
                  </a:lnTo>
                  <a:lnTo>
                    <a:pt x="2186236" y="2495200"/>
                  </a:lnTo>
                  <a:lnTo>
                    <a:pt x="2156912" y="2612635"/>
                  </a:lnTo>
                  <a:lnTo>
                    <a:pt x="2127640" y="2729419"/>
                  </a:lnTo>
                  <a:lnTo>
                    <a:pt x="2098462" y="2845041"/>
                  </a:lnTo>
                  <a:lnTo>
                    <a:pt x="2069414" y="2959013"/>
                  </a:lnTo>
                  <a:lnTo>
                    <a:pt x="2040527" y="3070874"/>
                  </a:lnTo>
                  <a:lnTo>
                    <a:pt x="2011825" y="3180203"/>
                  </a:lnTo>
                  <a:lnTo>
                    <a:pt x="1983325" y="3286619"/>
                  </a:lnTo>
                  <a:lnTo>
                    <a:pt x="1955035" y="3389793"/>
                  </a:lnTo>
                  <a:lnTo>
                    <a:pt x="1926951" y="3489443"/>
                  </a:lnTo>
                  <a:lnTo>
                    <a:pt x="1899060" y="3585341"/>
                  </a:lnTo>
                  <a:lnTo>
                    <a:pt x="1871335" y="3677314"/>
                  </a:lnTo>
                  <a:lnTo>
                    <a:pt x="1843738" y="3765239"/>
                  </a:lnTo>
                  <a:lnTo>
                    <a:pt x="1816216" y="3849045"/>
                  </a:lnTo>
                  <a:lnTo>
                    <a:pt x="1788702" y="3928706"/>
                  </a:lnTo>
                  <a:lnTo>
                    <a:pt x="1761111" y="4004245"/>
                  </a:lnTo>
                  <a:lnTo>
                    <a:pt x="1733343" y="4075722"/>
                  </a:lnTo>
                  <a:lnTo>
                    <a:pt x="1719082" y="4110623"/>
                  </a:lnTo>
                  <a:lnTo>
                    <a:pt x="1677236" y="4205810"/>
                  </a:lnTo>
                  <a:lnTo>
                    <a:pt x="1634160" y="4292375"/>
                  </a:lnTo>
                  <a:lnTo>
                    <a:pt x="1589317" y="4370663"/>
                  </a:lnTo>
                  <a:lnTo>
                    <a:pt x="1542101" y="4441308"/>
                  </a:lnTo>
                  <a:lnTo>
                    <a:pt x="1491881" y="4505057"/>
                  </a:lnTo>
                  <a:lnTo>
                    <a:pt x="1438046" y="4562667"/>
                  </a:lnTo>
                  <a:lnTo>
                    <a:pt x="1380048" y="4614833"/>
                  </a:lnTo>
                  <a:lnTo>
                    <a:pt x="1317472" y="4662158"/>
                  </a:lnTo>
                  <a:lnTo>
                    <a:pt x="1250110" y="4705125"/>
                  </a:lnTo>
                  <a:lnTo>
                    <a:pt x="1178071" y="4744088"/>
                  </a:lnTo>
                  <a:lnTo>
                    <a:pt x="1101894" y="4779271"/>
                  </a:lnTo>
                  <a:lnTo>
                    <a:pt x="1022663" y="4810775"/>
                  </a:lnTo>
                  <a:lnTo>
                    <a:pt x="942089" y="4838598"/>
                  </a:lnTo>
                  <a:lnTo>
                    <a:pt x="862507" y="4862671"/>
                  </a:lnTo>
                  <a:lnTo>
                    <a:pt x="786747" y="4882913"/>
                  </a:lnTo>
                  <a:lnTo>
                    <a:pt x="717850" y="4899298"/>
                  </a:lnTo>
                  <a:lnTo>
                    <a:pt x="658637" y="4911916"/>
                  </a:lnTo>
                  <a:lnTo>
                    <a:pt x="611231" y="4921019"/>
                  </a:lnTo>
                  <a:lnTo>
                    <a:pt x="576629" y="4927034"/>
                  </a:lnTo>
                  <a:lnTo>
                    <a:pt x="554456" y="4930537"/>
                  </a:lnTo>
                  <a:lnTo>
                    <a:pt x="542943" y="4932195"/>
                  </a:lnTo>
                  <a:lnTo>
                    <a:pt x="539065" y="4932707"/>
                  </a:lnTo>
                  <a:lnTo>
                    <a:pt x="538736" y="4932747"/>
                  </a:lnTo>
                  <a:lnTo>
                    <a:pt x="0" y="49327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9" name="pg1949"/>
            <p:cNvSpPr/>
            <p:nvPr/>
          </p:nvSpPr>
          <p:spPr>
            <a:xfrm>
              <a:off x="546595" y="1071684"/>
              <a:ext cx="8234974" cy="4638743"/>
            </a:xfrm>
            <a:custGeom>
              <a:avLst/>
              <a:pathLst>
                <a:path w="8234974" h="4638743">
                  <a:moveTo>
                    <a:pt x="0" y="4638743"/>
                  </a:moveTo>
                  <a:lnTo>
                    <a:pt x="538736" y="4638743"/>
                  </a:lnTo>
                  <a:lnTo>
                    <a:pt x="539613" y="4638640"/>
                  </a:lnTo>
                  <a:lnTo>
                    <a:pt x="545387" y="4637906"/>
                  </a:lnTo>
                  <a:lnTo>
                    <a:pt x="559968" y="4635878"/>
                  </a:lnTo>
                  <a:lnTo>
                    <a:pt x="586101" y="4631885"/>
                  </a:lnTo>
                  <a:lnTo>
                    <a:pt x="625172" y="4625303"/>
                  </a:lnTo>
                  <a:lnTo>
                    <a:pt x="677104" y="4615616"/>
                  </a:lnTo>
                  <a:lnTo>
                    <a:pt x="740454" y="4602466"/>
                  </a:lnTo>
                  <a:lnTo>
                    <a:pt x="812743" y="4585666"/>
                  </a:lnTo>
                  <a:lnTo>
                    <a:pt x="890936" y="4565173"/>
                  </a:lnTo>
                  <a:lnTo>
                    <a:pt x="971941" y="4541040"/>
                  </a:lnTo>
                  <a:lnTo>
                    <a:pt x="1053007" y="4513346"/>
                  </a:lnTo>
                  <a:lnTo>
                    <a:pt x="1131967" y="4482140"/>
                  </a:lnTo>
                  <a:lnTo>
                    <a:pt x="1207313" y="4447387"/>
                  </a:lnTo>
                  <a:lnTo>
                    <a:pt x="1278165" y="4408947"/>
                  </a:lnTo>
                  <a:lnTo>
                    <a:pt x="1344161" y="4366551"/>
                  </a:lnTo>
                  <a:lnTo>
                    <a:pt x="1405336" y="4319806"/>
                  </a:lnTo>
                  <a:lnTo>
                    <a:pt x="1462007" y="4268194"/>
                  </a:lnTo>
                  <a:lnTo>
                    <a:pt x="1514667" y="4211091"/>
                  </a:lnTo>
                  <a:lnTo>
                    <a:pt x="1563916" y="4147794"/>
                  </a:lnTo>
                  <a:lnTo>
                    <a:pt x="1610398" y="4077566"/>
                  </a:lnTo>
                  <a:lnTo>
                    <a:pt x="1654753" y="3999719"/>
                  </a:lnTo>
                  <a:lnTo>
                    <a:pt x="1697580" y="3913748"/>
                  </a:lnTo>
                  <a:lnTo>
                    <a:pt x="1719082" y="3866526"/>
                  </a:lnTo>
                  <a:lnTo>
                    <a:pt x="1747796" y="3799341"/>
                  </a:lnTo>
                  <a:lnTo>
                    <a:pt x="1776263" y="3728157"/>
                  </a:lnTo>
                  <a:lnTo>
                    <a:pt x="1804603" y="3652893"/>
                  </a:lnTo>
                  <a:lnTo>
                    <a:pt x="1832916" y="3573510"/>
                  </a:lnTo>
                  <a:lnTo>
                    <a:pt x="1861282" y="3490014"/>
                  </a:lnTo>
                  <a:lnTo>
                    <a:pt x="1889765" y="3402460"/>
                  </a:lnTo>
                  <a:lnTo>
                    <a:pt x="1918412" y="3310954"/>
                  </a:lnTo>
                  <a:lnTo>
                    <a:pt x="1947255" y="3215657"/>
                  </a:lnTo>
                  <a:lnTo>
                    <a:pt x="1976315" y="3116786"/>
                  </a:lnTo>
                  <a:lnTo>
                    <a:pt x="2005596" y="3014616"/>
                  </a:lnTo>
                  <a:lnTo>
                    <a:pt x="2035095" y="2909472"/>
                  </a:lnTo>
                  <a:lnTo>
                    <a:pt x="2064793" y="2801735"/>
                  </a:lnTo>
                  <a:lnTo>
                    <a:pt x="2094667" y="2691828"/>
                  </a:lnTo>
                  <a:lnTo>
                    <a:pt x="2124683" y="2580218"/>
                  </a:lnTo>
                  <a:lnTo>
                    <a:pt x="2154801" y="2467402"/>
                  </a:lnTo>
                  <a:lnTo>
                    <a:pt x="2184979" y="2353901"/>
                  </a:lnTo>
                  <a:lnTo>
                    <a:pt x="2215170" y="2240250"/>
                  </a:lnTo>
                  <a:lnTo>
                    <a:pt x="2245327" y="2126985"/>
                  </a:lnTo>
                  <a:lnTo>
                    <a:pt x="2275406" y="2014637"/>
                  </a:lnTo>
                  <a:lnTo>
                    <a:pt x="2305364" y="1903718"/>
                  </a:lnTo>
                  <a:lnTo>
                    <a:pt x="2335164" y="1794711"/>
                  </a:lnTo>
                  <a:lnTo>
                    <a:pt x="2364777" y="1688066"/>
                  </a:lnTo>
                  <a:lnTo>
                    <a:pt x="2394181" y="1584188"/>
                  </a:lnTo>
                  <a:lnTo>
                    <a:pt x="2423365" y="1483434"/>
                  </a:lnTo>
                  <a:lnTo>
                    <a:pt x="2452328" y="1386107"/>
                  </a:lnTo>
                  <a:lnTo>
                    <a:pt x="2481082" y="1292456"/>
                  </a:lnTo>
                  <a:lnTo>
                    <a:pt x="2509651" y="1202674"/>
                  </a:lnTo>
                  <a:lnTo>
                    <a:pt x="2538076" y="1116897"/>
                  </a:lnTo>
                  <a:lnTo>
                    <a:pt x="2566410" y="1035208"/>
                  </a:lnTo>
                  <a:lnTo>
                    <a:pt x="2594724" y="957642"/>
                  </a:lnTo>
                  <a:lnTo>
                    <a:pt x="2623106" y="884182"/>
                  </a:lnTo>
                  <a:lnTo>
                    <a:pt x="2651665" y="814771"/>
                  </a:lnTo>
                  <a:lnTo>
                    <a:pt x="2667772" y="777660"/>
                  </a:lnTo>
                  <a:lnTo>
                    <a:pt x="2710018" y="687449"/>
                  </a:lnTo>
                  <a:lnTo>
                    <a:pt x="2753521" y="605487"/>
                  </a:lnTo>
                  <a:lnTo>
                    <a:pt x="2798836" y="531437"/>
                  </a:lnTo>
                  <a:lnTo>
                    <a:pt x="2846586" y="464682"/>
                  </a:lnTo>
                  <a:lnTo>
                    <a:pt x="2897422" y="404500"/>
                  </a:lnTo>
                  <a:lnTo>
                    <a:pt x="2951969" y="350160"/>
                  </a:lnTo>
                  <a:lnTo>
                    <a:pt x="3010786" y="300995"/>
                  </a:lnTo>
                  <a:lnTo>
                    <a:pt x="3074289" y="256430"/>
                  </a:lnTo>
                  <a:lnTo>
                    <a:pt x="3142671" y="216006"/>
                  </a:lnTo>
                  <a:lnTo>
                    <a:pt x="3215791" y="179390"/>
                  </a:lnTo>
                  <a:lnTo>
                    <a:pt x="3293048" y="146379"/>
                  </a:lnTo>
                  <a:lnTo>
                    <a:pt x="3373265" y="116885"/>
                  </a:lnTo>
                  <a:lnTo>
                    <a:pt x="3454612" y="90920"/>
                  </a:lnTo>
                  <a:lnTo>
                    <a:pt x="3534617" y="68554"/>
                  </a:lnTo>
                  <a:lnTo>
                    <a:pt x="3610323" y="49861"/>
                  </a:lnTo>
                  <a:lnTo>
                    <a:pt x="3678606" y="34855"/>
                  </a:lnTo>
                  <a:lnTo>
                    <a:pt x="3736639" y="23429"/>
                  </a:lnTo>
                  <a:lnTo>
                    <a:pt x="3782396" y="15312"/>
                  </a:lnTo>
                  <a:lnTo>
                    <a:pt x="3815071" y="10066"/>
                  </a:lnTo>
                  <a:lnTo>
                    <a:pt x="3835305" y="7114"/>
                  </a:lnTo>
                  <a:lnTo>
                    <a:pt x="3845169" y="580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7" y="5535"/>
                  </a:lnTo>
                  <a:lnTo>
                    <a:pt x="4395469" y="6188"/>
                  </a:lnTo>
                  <a:lnTo>
                    <a:pt x="4414182" y="7994"/>
                  </a:lnTo>
                  <a:lnTo>
                    <a:pt x="4447326" y="11540"/>
                  </a:lnTo>
                  <a:lnTo>
                    <a:pt x="4496089" y="17355"/>
                  </a:lnTo>
                  <a:lnTo>
                    <a:pt x="4559589" y="25840"/>
                  </a:lnTo>
                  <a:lnTo>
                    <a:pt x="4635182" y="37232"/>
                  </a:lnTo>
                  <a:lnTo>
                    <a:pt x="4719119" y="51618"/>
                  </a:lnTo>
                  <a:lnTo>
                    <a:pt x="4807327" y="68970"/>
                  </a:lnTo>
                  <a:lnTo>
                    <a:pt x="4896094" y="89221"/>
                  </a:lnTo>
                  <a:lnTo>
                    <a:pt x="4982492" y="112322"/>
                  </a:lnTo>
                  <a:lnTo>
                    <a:pt x="5064538" y="138303"/>
                  </a:lnTo>
                  <a:lnTo>
                    <a:pt x="5141131" y="167299"/>
                  </a:lnTo>
                  <a:lnTo>
                    <a:pt x="5211896" y="199565"/>
                  </a:lnTo>
                  <a:lnTo>
                    <a:pt x="5276988" y="235482"/>
                  </a:lnTo>
                  <a:lnTo>
                    <a:pt x="5336913" y="275544"/>
                  </a:lnTo>
                  <a:lnTo>
                    <a:pt x="5392390" y="320339"/>
                  </a:lnTo>
                  <a:lnTo>
                    <a:pt x="5444241" y="370513"/>
                  </a:lnTo>
                  <a:lnTo>
                    <a:pt x="5493312" y="426700"/>
                  </a:lnTo>
                  <a:lnTo>
                    <a:pt x="5540403" y="489404"/>
                  </a:lnTo>
                  <a:lnTo>
                    <a:pt x="5567201" y="529027"/>
                  </a:lnTo>
                  <a:lnTo>
                    <a:pt x="5601210" y="583326"/>
                  </a:lnTo>
                  <a:lnTo>
                    <a:pt x="5634905" y="641452"/>
                  </a:lnTo>
                  <a:lnTo>
                    <a:pt x="5668476" y="703483"/>
                  </a:lnTo>
                  <a:lnTo>
                    <a:pt x="5702073" y="769439"/>
                  </a:lnTo>
                  <a:lnTo>
                    <a:pt x="5735813" y="839279"/>
                  </a:lnTo>
                  <a:lnTo>
                    <a:pt x="5769779" y="912893"/>
                  </a:lnTo>
                  <a:lnTo>
                    <a:pt x="5804024" y="990096"/>
                  </a:lnTo>
                  <a:lnTo>
                    <a:pt x="5838577" y="1070630"/>
                  </a:lnTo>
                  <a:lnTo>
                    <a:pt x="5873440" y="1154162"/>
                  </a:lnTo>
                  <a:lnTo>
                    <a:pt x="5908593" y="1240289"/>
                  </a:lnTo>
                  <a:lnTo>
                    <a:pt x="5943998" y="1328543"/>
                  </a:lnTo>
                  <a:lnTo>
                    <a:pt x="5979600" y="1418401"/>
                  </a:lnTo>
                  <a:lnTo>
                    <a:pt x="6015332" y="1509297"/>
                  </a:lnTo>
                  <a:lnTo>
                    <a:pt x="6051122" y="1600636"/>
                  </a:lnTo>
                  <a:lnTo>
                    <a:pt x="6086890" y="1691813"/>
                  </a:lnTo>
                  <a:lnTo>
                    <a:pt x="6122562" y="1782226"/>
                  </a:lnTo>
                  <a:lnTo>
                    <a:pt x="6158066" y="1871294"/>
                  </a:lnTo>
                  <a:lnTo>
                    <a:pt x="6193342" y="1958472"/>
                  </a:lnTo>
                  <a:lnTo>
                    <a:pt x="6228343" y="2043265"/>
                  </a:lnTo>
                  <a:lnTo>
                    <a:pt x="6263041" y="2125239"/>
                  </a:lnTo>
                  <a:lnTo>
                    <a:pt x="6297428" y="2204027"/>
                  </a:lnTo>
                  <a:lnTo>
                    <a:pt x="6331518" y="2279337"/>
                  </a:lnTo>
                  <a:lnTo>
                    <a:pt x="6365355" y="2350950"/>
                  </a:lnTo>
                  <a:lnTo>
                    <a:pt x="6399006" y="2418721"/>
                  </a:lnTo>
                  <a:lnTo>
                    <a:pt x="6432573" y="2482578"/>
                  </a:lnTo>
                  <a:lnTo>
                    <a:pt x="6466189" y="2542513"/>
                  </a:lnTo>
                  <a:lnTo>
                    <a:pt x="6500025" y="2598579"/>
                  </a:lnTo>
                  <a:lnTo>
                    <a:pt x="6515891" y="2623358"/>
                  </a:lnTo>
                  <a:lnTo>
                    <a:pt x="6562154" y="2689969"/>
                  </a:lnTo>
                  <a:lnTo>
                    <a:pt x="6609979" y="2749906"/>
                  </a:lnTo>
                  <a:lnTo>
                    <a:pt x="6660109" y="2803511"/>
                  </a:lnTo>
                  <a:lnTo>
                    <a:pt x="6713370" y="2851360"/>
                  </a:lnTo>
                  <a:lnTo>
                    <a:pt x="6770608" y="2894103"/>
                  </a:lnTo>
                  <a:lnTo>
                    <a:pt x="6832613" y="2932368"/>
                  </a:lnTo>
                  <a:lnTo>
                    <a:pt x="6900028" y="2966707"/>
                  </a:lnTo>
                  <a:lnTo>
                    <a:pt x="6973233" y="2997569"/>
                  </a:lnTo>
                  <a:lnTo>
                    <a:pt x="7052184" y="3025282"/>
                  </a:lnTo>
                  <a:lnTo>
                    <a:pt x="7136229" y="3050052"/>
                  </a:lnTo>
                  <a:lnTo>
                    <a:pt x="7223912" y="3071965"/>
                  </a:lnTo>
                  <a:lnTo>
                    <a:pt x="7312852" y="3091014"/>
                  </a:lnTo>
                  <a:lnTo>
                    <a:pt x="7399763" y="3107135"/>
                  </a:lnTo>
                  <a:lnTo>
                    <a:pt x="7480711" y="3120270"/>
                  </a:lnTo>
                  <a:lnTo>
                    <a:pt x="7551666" y="3130430"/>
                  </a:lnTo>
                  <a:lnTo>
                    <a:pt x="7609246" y="3137761"/>
                  </a:lnTo>
                  <a:lnTo>
                    <a:pt x="7651480" y="3142572"/>
                  </a:lnTo>
                  <a:lnTo>
                    <a:pt x="7678336" y="3145323"/>
                  </a:lnTo>
                  <a:lnTo>
                    <a:pt x="7691863" y="3146574"/>
                  </a:lnTo>
                  <a:lnTo>
                    <a:pt x="7696006" y="3146922"/>
                  </a:lnTo>
                  <a:lnTo>
                    <a:pt x="7696237" y="3146940"/>
                  </a:lnTo>
                  <a:lnTo>
                    <a:pt x="8234974" y="3146940"/>
                  </a:lnTo>
                  <a:lnTo>
                    <a:pt x="8234974" y="3141496"/>
                  </a:ln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1" y="102"/>
                  </a:lnTo>
                  <a:lnTo>
                    <a:pt x="3841468" y="836"/>
                  </a:lnTo>
                  <a:lnTo>
                    <a:pt x="3826887" y="2864"/>
                  </a:lnTo>
                  <a:lnTo>
                    <a:pt x="3800754" y="6857"/>
                  </a:lnTo>
                  <a:lnTo>
                    <a:pt x="3761683" y="13439"/>
                  </a:lnTo>
                  <a:lnTo>
                    <a:pt x="3709751" y="23126"/>
                  </a:lnTo>
                  <a:lnTo>
                    <a:pt x="3646401" y="36276"/>
                  </a:lnTo>
                  <a:lnTo>
                    <a:pt x="3574112" y="53077"/>
                  </a:lnTo>
                  <a:lnTo>
                    <a:pt x="3495919" y="73569"/>
                  </a:lnTo>
                  <a:lnTo>
                    <a:pt x="3414914" y="97702"/>
                  </a:lnTo>
                  <a:lnTo>
                    <a:pt x="3333848" y="125396"/>
                  </a:lnTo>
                  <a:lnTo>
                    <a:pt x="3254888" y="156602"/>
                  </a:lnTo>
                  <a:lnTo>
                    <a:pt x="3179541" y="191355"/>
                  </a:lnTo>
                  <a:lnTo>
                    <a:pt x="3108690" y="229795"/>
                  </a:lnTo>
                  <a:lnTo>
                    <a:pt x="3042694" y="272191"/>
                  </a:lnTo>
                  <a:lnTo>
                    <a:pt x="2981518" y="318936"/>
                  </a:lnTo>
                  <a:lnTo>
                    <a:pt x="2924848" y="370548"/>
                  </a:lnTo>
                  <a:lnTo>
                    <a:pt x="2872187" y="427651"/>
                  </a:lnTo>
                  <a:lnTo>
                    <a:pt x="2822938" y="490948"/>
                  </a:lnTo>
                  <a:lnTo>
                    <a:pt x="2776457" y="561176"/>
                  </a:lnTo>
                  <a:lnTo>
                    <a:pt x="2732101" y="639023"/>
                  </a:lnTo>
                  <a:lnTo>
                    <a:pt x="2689275" y="724994"/>
                  </a:lnTo>
                  <a:lnTo>
                    <a:pt x="2667772" y="772216"/>
                  </a:lnTo>
                  <a:lnTo>
                    <a:pt x="2639058" y="839401"/>
                  </a:lnTo>
                  <a:lnTo>
                    <a:pt x="2610592" y="910585"/>
                  </a:lnTo>
                  <a:lnTo>
                    <a:pt x="2582251" y="985849"/>
                  </a:lnTo>
                  <a:lnTo>
                    <a:pt x="2553939" y="1065232"/>
                  </a:lnTo>
                  <a:lnTo>
                    <a:pt x="2525572" y="1148728"/>
                  </a:lnTo>
                  <a:lnTo>
                    <a:pt x="2497090" y="1236282"/>
                  </a:lnTo>
                  <a:lnTo>
                    <a:pt x="2468443" y="1327789"/>
                  </a:lnTo>
                  <a:lnTo>
                    <a:pt x="2439599" y="1423085"/>
                  </a:lnTo>
                  <a:lnTo>
                    <a:pt x="2410540" y="1521956"/>
                  </a:lnTo>
                  <a:lnTo>
                    <a:pt x="2381258" y="1624126"/>
                  </a:lnTo>
                  <a:lnTo>
                    <a:pt x="2351760" y="1729270"/>
                  </a:lnTo>
                  <a:lnTo>
                    <a:pt x="2322061" y="1837007"/>
                  </a:lnTo>
                  <a:lnTo>
                    <a:pt x="2292188" y="1946914"/>
                  </a:lnTo>
                  <a:lnTo>
                    <a:pt x="2262172" y="2058524"/>
                  </a:lnTo>
                  <a:lnTo>
                    <a:pt x="2232053" y="2171340"/>
                  </a:lnTo>
                  <a:lnTo>
                    <a:pt x="2201875" y="2284841"/>
                  </a:lnTo>
                  <a:lnTo>
                    <a:pt x="2171685" y="2398492"/>
                  </a:lnTo>
                  <a:lnTo>
                    <a:pt x="2141527" y="2511757"/>
                  </a:lnTo>
                  <a:lnTo>
                    <a:pt x="2111449" y="2624105"/>
                  </a:lnTo>
                  <a:lnTo>
                    <a:pt x="2081491" y="2735024"/>
                  </a:lnTo>
                  <a:lnTo>
                    <a:pt x="2051691" y="2844031"/>
                  </a:lnTo>
                  <a:lnTo>
                    <a:pt x="2022078" y="2950676"/>
                  </a:lnTo>
                  <a:lnTo>
                    <a:pt x="1992674" y="3054554"/>
                  </a:lnTo>
                  <a:lnTo>
                    <a:pt x="1963490" y="3155308"/>
                  </a:lnTo>
                  <a:lnTo>
                    <a:pt x="1934527" y="3252635"/>
                  </a:lnTo>
                  <a:lnTo>
                    <a:pt x="1905773" y="3346286"/>
                  </a:lnTo>
                  <a:lnTo>
                    <a:pt x="1877203" y="3436069"/>
                  </a:lnTo>
                  <a:lnTo>
                    <a:pt x="1848779" y="3521846"/>
                  </a:lnTo>
                  <a:lnTo>
                    <a:pt x="1820445" y="3603534"/>
                  </a:lnTo>
                  <a:lnTo>
                    <a:pt x="1792131" y="3681100"/>
                  </a:lnTo>
                  <a:lnTo>
                    <a:pt x="1763749" y="3754560"/>
                  </a:lnTo>
                  <a:lnTo>
                    <a:pt x="1735189" y="3823971"/>
                  </a:lnTo>
                  <a:lnTo>
                    <a:pt x="1719082" y="3861082"/>
                  </a:lnTo>
                  <a:lnTo>
                    <a:pt x="1676837" y="3951293"/>
                  </a:lnTo>
                  <a:lnTo>
                    <a:pt x="1633334" y="4033255"/>
                  </a:lnTo>
                  <a:lnTo>
                    <a:pt x="1588019" y="4107305"/>
                  </a:lnTo>
                  <a:lnTo>
                    <a:pt x="1540268" y="4174060"/>
                  </a:lnTo>
                  <a:lnTo>
                    <a:pt x="1489433" y="4234243"/>
                  </a:lnTo>
                  <a:lnTo>
                    <a:pt x="1434885" y="4288582"/>
                  </a:lnTo>
                  <a:lnTo>
                    <a:pt x="1376069" y="4337747"/>
                  </a:lnTo>
                  <a:lnTo>
                    <a:pt x="1312566" y="4382312"/>
                  </a:lnTo>
                  <a:lnTo>
                    <a:pt x="1244183" y="4422736"/>
                  </a:lnTo>
                  <a:lnTo>
                    <a:pt x="1171063" y="4459352"/>
                  </a:lnTo>
                  <a:lnTo>
                    <a:pt x="1093806" y="4492363"/>
                  </a:lnTo>
                  <a:lnTo>
                    <a:pt x="1013589" y="4521857"/>
                  </a:lnTo>
                  <a:lnTo>
                    <a:pt x="932243" y="4547822"/>
                  </a:lnTo>
                  <a:lnTo>
                    <a:pt x="852238" y="4570189"/>
                  </a:lnTo>
                  <a:lnTo>
                    <a:pt x="776532" y="4588882"/>
                  </a:lnTo>
                  <a:lnTo>
                    <a:pt x="708248" y="4603887"/>
                  </a:lnTo>
                  <a:lnTo>
                    <a:pt x="650215" y="4615313"/>
                  </a:lnTo>
                  <a:lnTo>
                    <a:pt x="604459" y="4623430"/>
                  </a:lnTo>
                  <a:lnTo>
                    <a:pt x="571783" y="4628676"/>
                  </a:lnTo>
                  <a:lnTo>
                    <a:pt x="551549" y="4631628"/>
                  </a:lnTo>
                  <a:lnTo>
                    <a:pt x="541686" y="4632939"/>
                  </a:lnTo>
                  <a:lnTo>
                    <a:pt x="538736" y="4633298"/>
                  </a:lnTo>
                  <a:lnTo>
                    <a:pt x="0" y="4633298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50" name="pl1950"/>
            <p:cNvSpPr/>
            <p:nvPr/>
          </p:nvSpPr>
          <p:spPr>
            <a:xfrm>
              <a:off x="546595" y="1077129"/>
              <a:ext cx="8234974" cy="4633298"/>
            </a:xfrm>
            <a:custGeom>
              <a:avLst/>
              <a:pathLst>
                <a:path w="8234974" h="4633298">
                  <a:moveTo>
                    <a:pt x="0" y="4633298"/>
                  </a:moveTo>
                  <a:lnTo>
                    <a:pt x="538736" y="4633298"/>
                  </a:lnTo>
                  <a:lnTo>
                    <a:pt x="539613" y="4633195"/>
                  </a:lnTo>
                  <a:lnTo>
                    <a:pt x="545387" y="4632461"/>
                  </a:lnTo>
                  <a:lnTo>
                    <a:pt x="559968" y="4630434"/>
                  </a:lnTo>
                  <a:lnTo>
                    <a:pt x="586101" y="4626441"/>
                  </a:lnTo>
                  <a:lnTo>
                    <a:pt x="625172" y="4619858"/>
                  </a:lnTo>
                  <a:lnTo>
                    <a:pt x="677104" y="4610171"/>
                  </a:lnTo>
                  <a:lnTo>
                    <a:pt x="740454" y="4597022"/>
                  </a:lnTo>
                  <a:lnTo>
                    <a:pt x="812743" y="4580221"/>
                  </a:lnTo>
                  <a:lnTo>
                    <a:pt x="890936" y="4559728"/>
                  </a:lnTo>
                  <a:lnTo>
                    <a:pt x="971941" y="4535595"/>
                  </a:lnTo>
                  <a:lnTo>
                    <a:pt x="1053007" y="4507902"/>
                  </a:lnTo>
                  <a:lnTo>
                    <a:pt x="1131967" y="4476695"/>
                  </a:lnTo>
                  <a:lnTo>
                    <a:pt x="1207313" y="4441943"/>
                  </a:lnTo>
                  <a:lnTo>
                    <a:pt x="1278165" y="4403502"/>
                  </a:lnTo>
                  <a:lnTo>
                    <a:pt x="1344161" y="4361107"/>
                  </a:lnTo>
                  <a:lnTo>
                    <a:pt x="1405336" y="4314361"/>
                  </a:lnTo>
                  <a:lnTo>
                    <a:pt x="1462007" y="4262749"/>
                  </a:lnTo>
                  <a:lnTo>
                    <a:pt x="1514667" y="4205647"/>
                  </a:lnTo>
                  <a:lnTo>
                    <a:pt x="1563916" y="4142350"/>
                  </a:lnTo>
                  <a:lnTo>
                    <a:pt x="1610398" y="4072121"/>
                  </a:lnTo>
                  <a:lnTo>
                    <a:pt x="1654753" y="3994275"/>
                  </a:lnTo>
                  <a:lnTo>
                    <a:pt x="1697580" y="3908303"/>
                  </a:lnTo>
                  <a:lnTo>
                    <a:pt x="1719082" y="3861082"/>
                  </a:lnTo>
                  <a:lnTo>
                    <a:pt x="1747796" y="3793896"/>
                  </a:lnTo>
                  <a:lnTo>
                    <a:pt x="1776263" y="3722712"/>
                  </a:lnTo>
                  <a:lnTo>
                    <a:pt x="1804603" y="3647448"/>
                  </a:lnTo>
                  <a:lnTo>
                    <a:pt x="1832916" y="3568066"/>
                  </a:lnTo>
                  <a:lnTo>
                    <a:pt x="1861282" y="3484570"/>
                  </a:lnTo>
                  <a:lnTo>
                    <a:pt x="1889765" y="3397015"/>
                  </a:lnTo>
                  <a:lnTo>
                    <a:pt x="1918412" y="3305509"/>
                  </a:lnTo>
                  <a:lnTo>
                    <a:pt x="1947255" y="3210212"/>
                  </a:lnTo>
                  <a:lnTo>
                    <a:pt x="1976315" y="3111342"/>
                  </a:lnTo>
                  <a:lnTo>
                    <a:pt x="2005596" y="3009171"/>
                  </a:lnTo>
                  <a:lnTo>
                    <a:pt x="2035095" y="2904028"/>
                  </a:lnTo>
                  <a:lnTo>
                    <a:pt x="2064793" y="2796290"/>
                  </a:lnTo>
                  <a:lnTo>
                    <a:pt x="2094667" y="2686384"/>
                  </a:lnTo>
                  <a:lnTo>
                    <a:pt x="2124683" y="2574774"/>
                  </a:lnTo>
                  <a:lnTo>
                    <a:pt x="2154801" y="2461958"/>
                  </a:lnTo>
                  <a:lnTo>
                    <a:pt x="2184979" y="2348457"/>
                  </a:lnTo>
                  <a:lnTo>
                    <a:pt x="2215170" y="2234805"/>
                  </a:lnTo>
                  <a:lnTo>
                    <a:pt x="2245327" y="2121541"/>
                  </a:lnTo>
                  <a:lnTo>
                    <a:pt x="2275406" y="2009193"/>
                  </a:lnTo>
                  <a:lnTo>
                    <a:pt x="2305364" y="1898273"/>
                  </a:lnTo>
                  <a:lnTo>
                    <a:pt x="2335164" y="1789267"/>
                  </a:lnTo>
                  <a:lnTo>
                    <a:pt x="2364777" y="1682622"/>
                  </a:lnTo>
                  <a:lnTo>
                    <a:pt x="2394181" y="1578744"/>
                  </a:lnTo>
                  <a:lnTo>
                    <a:pt x="2423365" y="1477990"/>
                  </a:lnTo>
                  <a:lnTo>
                    <a:pt x="2452328" y="1380663"/>
                  </a:lnTo>
                  <a:lnTo>
                    <a:pt x="2481082" y="1287012"/>
                  </a:lnTo>
                  <a:lnTo>
                    <a:pt x="2509651" y="1197229"/>
                  </a:lnTo>
                  <a:lnTo>
                    <a:pt x="2538076" y="1111452"/>
                  </a:lnTo>
                  <a:lnTo>
                    <a:pt x="2566410" y="1029764"/>
                  </a:lnTo>
                  <a:lnTo>
                    <a:pt x="2594724" y="952197"/>
                  </a:lnTo>
                  <a:lnTo>
                    <a:pt x="2623106" y="878737"/>
                  </a:lnTo>
                  <a:lnTo>
                    <a:pt x="2651665" y="809326"/>
                  </a:lnTo>
                  <a:lnTo>
                    <a:pt x="2667772" y="772216"/>
                  </a:lnTo>
                  <a:lnTo>
                    <a:pt x="2710018" y="682004"/>
                  </a:lnTo>
                  <a:lnTo>
                    <a:pt x="2753521" y="600042"/>
                  </a:lnTo>
                  <a:lnTo>
                    <a:pt x="2798836" y="525992"/>
                  </a:lnTo>
                  <a:lnTo>
                    <a:pt x="2846586" y="459238"/>
                  </a:lnTo>
                  <a:lnTo>
                    <a:pt x="2897422" y="399055"/>
                  </a:lnTo>
                  <a:lnTo>
                    <a:pt x="2951969" y="344716"/>
                  </a:lnTo>
                  <a:lnTo>
                    <a:pt x="3010786" y="295551"/>
                  </a:lnTo>
                  <a:lnTo>
                    <a:pt x="3074289" y="250985"/>
                  </a:lnTo>
                  <a:lnTo>
                    <a:pt x="3142671" y="210561"/>
                  </a:lnTo>
                  <a:lnTo>
                    <a:pt x="3215791" y="173946"/>
                  </a:lnTo>
                  <a:lnTo>
                    <a:pt x="3293048" y="140934"/>
                  </a:lnTo>
                  <a:lnTo>
                    <a:pt x="3373265" y="111441"/>
                  </a:lnTo>
                  <a:lnTo>
                    <a:pt x="3454612" y="85475"/>
                  </a:lnTo>
                  <a:lnTo>
                    <a:pt x="3534617" y="63109"/>
                  </a:lnTo>
                  <a:lnTo>
                    <a:pt x="3610323" y="44416"/>
                  </a:lnTo>
                  <a:lnTo>
                    <a:pt x="3678606" y="29410"/>
                  </a:lnTo>
                  <a:lnTo>
                    <a:pt x="3736639" y="17984"/>
                  </a:lnTo>
                  <a:lnTo>
                    <a:pt x="3782396" y="9868"/>
                  </a:lnTo>
                  <a:lnTo>
                    <a:pt x="3815071" y="4621"/>
                  </a:lnTo>
                  <a:lnTo>
                    <a:pt x="3835305" y="1670"/>
                  </a:lnTo>
                  <a:lnTo>
                    <a:pt x="3845169" y="358"/>
                  </a:lnTo>
                  <a:lnTo>
                    <a:pt x="3847998" y="1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7" y="91"/>
                  </a:lnTo>
                  <a:lnTo>
                    <a:pt x="4395469" y="744"/>
                  </a:lnTo>
                  <a:lnTo>
                    <a:pt x="4414182" y="2549"/>
                  </a:lnTo>
                  <a:lnTo>
                    <a:pt x="4447326" y="6096"/>
                  </a:lnTo>
                  <a:lnTo>
                    <a:pt x="4496089" y="11911"/>
                  </a:lnTo>
                  <a:lnTo>
                    <a:pt x="4559589" y="20395"/>
                  </a:lnTo>
                  <a:lnTo>
                    <a:pt x="4635182" y="31788"/>
                  </a:lnTo>
                  <a:lnTo>
                    <a:pt x="4719119" y="46173"/>
                  </a:lnTo>
                  <a:lnTo>
                    <a:pt x="4807327" y="63526"/>
                  </a:lnTo>
                  <a:lnTo>
                    <a:pt x="4896094" y="83776"/>
                  </a:lnTo>
                  <a:lnTo>
                    <a:pt x="4982492" y="106878"/>
                  </a:lnTo>
                  <a:lnTo>
                    <a:pt x="5064538" y="132859"/>
                  </a:lnTo>
                  <a:lnTo>
                    <a:pt x="5141131" y="161854"/>
                  </a:lnTo>
                  <a:lnTo>
                    <a:pt x="5211896" y="194121"/>
                  </a:lnTo>
                  <a:lnTo>
                    <a:pt x="5276988" y="230038"/>
                  </a:lnTo>
                  <a:lnTo>
                    <a:pt x="5336913" y="270099"/>
                  </a:lnTo>
                  <a:lnTo>
                    <a:pt x="5392390" y="314894"/>
                  </a:lnTo>
                  <a:lnTo>
                    <a:pt x="5444241" y="365069"/>
                  </a:lnTo>
                  <a:lnTo>
                    <a:pt x="5493312" y="421256"/>
                  </a:lnTo>
                  <a:lnTo>
                    <a:pt x="5540403" y="483959"/>
                  </a:lnTo>
                  <a:lnTo>
                    <a:pt x="5567201" y="523582"/>
                  </a:lnTo>
                  <a:lnTo>
                    <a:pt x="5601210" y="577882"/>
                  </a:lnTo>
                  <a:lnTo>
                    <a:pt x="5634905" y="636008"/>
                  </a:lnTo>
                  <a:lnTo>
                    <a:pt x="5668476" y="698038"/>
                  </a:lnTo>
                  <a:lnTo>
                    <a:pt x="5702073" y="763995"/>
                  </a:lnTo>
                  <a:lnTo>
                    <a:pt x="5735813" y="833835"/>
                  </a:lnTo>
                  <a:lnTo>
                    <a:pt x="5769779" y="907448"/>
                  </a:lnTo>
                  <a:lnTo>
                    <a:pt x="5804024" y="984651"/>
                  </a:lnTo>
                  <a:lnTo>
                    <a:pt x="5838577" y="1065185"/>
                  </a:lnTo>
                  <a:lnTo>
                    <a:pt x="5873440" y="1148718"/>
                  </a:lnTo>
                  <a:lnTo>
                    <a:pt x="5908593" y="1234845"/>
                  </a:lnTo>
                  <a:lnTo>
                    <a:pt x="5943998" y="1323099"/>
                  </a:lnTo>
                  <a:lnTo>
                    <a:pt x="5979600" y="1412957"/>
                  </a:lnTo>
                  <a:lnTo>
                    <a:pt x="6015332" y="1503852"/>
                  </a:lnTo>
                  <a:lnTo>
                    <a:pt x="6051122" y="1595192"/>
                  </a:lnTo>
                  <a:lnTo>
                    <a:pt x="6086890" y="1686369"/>
                  </a:lnTo>
                  <a:lnTo>
                    <a:pt x="6122562" y="1776781"/>
                  </a:lnTo>
                  <a:lnTo>
                    <a:pt x="6158066" y="1865849"/>
                  </a:lnTo>
                  <a:lnTo>
                    <a:pt x="6193342" y="1953027"/>
                  </a:lnTo>
                  <a:lnTo>
                    <a:pt x="6228343" y="2037820"/>
                  </a:lnTo>
                  <a:lnTo>
                    <a:pt x="6263041" y="2119794"/>
                  </a:lnTo>
                  <a:lnTo>
                    <a:pt x="6297428" y="2198583"/>
                  </a:lnTo>
                  <a:lnTo>
                    <a:pt x="6331518" y="2273892"/>
                  </a:lnTo>
                  <a:lnTo>
                    <a:pt x="6365355" y="2345505"/>
                  </a:lnTo>
                  <a:lnTo>
                    <a:pt x="6399006" y="2413277"/>
                  </a:lnTo>
                  <a:lnTo>
                    <a:pt x="6432573" y="2477134"/>
                  </a:lnTo>
                  <a:lnTo>
                    <a:pt x="6466189" y="2537069"/>
                  </a:lnTo>
                  <a:lnTo>
                    <a:pt x="6500025" y="2593134"/>
                  </a:lnTo>
                  <a:lnTo>
                    <a:pt x="6515891" y="2617913"/>
                  </a:lnTo>
                  <a:lnTo>
                    <a:pt x="6562154" y="2684524"/>
                  </a:lnTo>
                  <a:lnTo>
                    <a:pt x="6609979" y="2744462"/>
                  </a:lnTo>
                  <a:lnTo>
                    <a:pt x="6660109" y="2798067"/>
                  </a:lnTo>
                  <a:lnTo>
                    <a:pt x="6713370" y="2845916"/>
                  </a:lnTo>
                  <a:lnTo>
                    <a:pt x="6770608" y="2888659"/>
                  </a:lnTo>
                  <a:lnTo>
                    <a:pt x="6832613" y="2926923"/>
                  </a:lnTo>
                  <a:lnTo>
                    <a:pt x="6900028" y="2961263"/>
                  </a:lnTo>
                  <a:lnTo>
                    <a:pt x="6973233" y="2992125"/>
                  </a:lnTo>
                  <a:lnTo>
                    <a:pt x="7052184" y="3019838"/>
                  </a:lnTo>
                  <a:lnTo>
                    <a:pt x="7136229" y="3044607"/>
                  </a:lnTo>
                  <a:lnTo>
                    <a:pt x="7223912" y="3066520"/>
                  </a:lnTo>
                  <a:lnTo>
                    <a:pt x="7312852" y="3085569"/>
                  </a:lnTo>
                  <a:lnTo>
                    <a:pt x="7399763" y="3101691"/>
                  </a:lnTo>
                  <a:lnTo>
                    <a:pt x="7480711" y="3114825"/>
                  </a:lnTo>
                  <a:lnTo>
                    <a:pt x="7551666" y="3124985"/>
                  </a:lnTo>
                  <a:lnTo>
                    <a:pt x="7609246" y="3132317"/>
                  </a:lnTo>
                  <a:lnTo>
                    <a:pt x="7651480" y="3137128"/>
                  </a:lnTo>
                  <a:lnTo>
                    <a:pt x="7678336" y="3139878"/>
                  </a:lnTo>
                  <a:lnTo>
                    <a:pt x="7691863" y="3141130"/>
                  </a:lnTo>
                  <a:lnTo>
                    <a:pt x="7696006" y="3141478"/>
                  </a:lnTo>
                  <a:lnTo>
                    <a:pt x="7696237" y="3141496"/>
                  </a:lnTo>
                  <a:lnTo>
                    <a:pt x="8234974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1" name="pl1951"/>
            <p:cNvSpPr/>
            <p:nvPr/>
          </p:nvSpPr>
          <p:spPr>
            <a:xfrm>
              <a:off x="546595" y="1071684"/>
              <a:ext cx="8234974" cy="4633298"/>
            </a:xfrm>
            <a:custGeom>
              <a:avLst/>
              <a:pathLst>
                <a:path w="8234974" h="4633298">
                  <a:moveTo>
                    <a:pt x="8234974" y="3141496"/>
                  </a:move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1" y="102"/>
                  </a:lnTo>
                  <a:lnTo>
                    <a:pt x="3841468" y="836"/>
                  </a:lnTo>
                  <a:lnTo>
                    <a:pt x="3826887" y="2864"/>
                  </a:lnTo>
                  <a:lnTo>
                    <a:pt x="3800754" y="6857"/>
                  </a:lnTo>
                  <a:lnTo>
                    <a:pt x="3761683" y="13439"/>
                  </a:lnTo>
                  <a:lnTo>
                    <a:pt x="3709751" y="23126"/>
                  </a:lnTo>
                  <a:lnTo>
                    <a:pt x="3646401" y="36276"/>
                  </a:lnTo>
                  <a:lnTo>
                    <a:pt x="3574112" y="53077"/>
                  </a:lnTo>
                  <a:lnTo>
                    <a:pt x="3495919" y="73569"/>
                  </a:lnTo>
                  <a:lnTo>
                    <a:pt x="3414914" y="97702"/>
                  </a:lnTo>
                  <a:lnTo>
                    <a:pt x="3333848" y="125396"/>
                  </a:lnTo>
                  <a:lnTo>
                    <a:pt x="3254888" y="156602"/>
                  </a:lnTo>
                  <a:lnTo>
                    <a:pt x="3179541" y="191355"/>
                  </a:lnTo>
                  <a:lnTo>
                    <a:pt x="3108690" y="229795"/>
                  </a:lnTo>
                  <a:lnTo>
                    <a:pt x="3042694" y="272191"/>
                  </a:lnTo>
                  <a:lnTo>
                    <a:pt x="2981518" y="318936"/>
                  </a:lnTo>
                  <a:lnTo>
                    <a:pt x="2924848" y="370548"/>
                  </a:lnTo>
                  <a:lnTo>
                    <a:pt x="2872187" y="427651"/>
                  </a:lnTo>
                  <a:lnTo>
                    <a:pt x="2822938" y="490948"/>
                  </a:lnTo>
                  <a:lnTo>
                    <a:pt x="2776457" y="561176"/>
                  </a:lnTo>
                  <a:lnTo>
                    <a:pt x="2732101" y="639023"/>
                  </a:lnTo>
                  <a:lnTo>
                    <a:pt x="2689275" y="724994"/>
                  </a:lnTo>
                  <a:lnTo>
                    <a:pt x="2667772" y="772216"/>
                  </a:lnTo>
                  <a:lnTo>
                    <a:pt x="2639058" y="839401"/>
                  </a:lnTo>
                  <a:lnTo>
                    <a:pt x="2610592" y="910585"/>
                  </a:lnTo>
                  <a:lnTo>
                    <a:pt x="2582251" y="985849"/>
                  </a:lnTo>
                  <a:lnTo>
                    <a:pt x="2553939" y="1065232"/>
                  </a:lnTo>
                  <a:lnTo>
                    <a:pt x="2525572" y="1148728"/>
                  </a:lnTo>
                  <a:lnTo>
                    <a:pt x="2497090" y="1236282"/>
                  </a:lnTo>
                  <a:lnTo>
                    <a:pt x="2468443" y="1327789"/>
                  </a:lnTo>
                  <a:lnTo>
                    <a:pt x="2439599" y="1423085"/>
                  </a:lnTo>
                  <a:lnTo>
                    <a:pt x="2410540" y="1521956"/>
                  </a:lnTo>
                  <a:lnTo>
                    <a:pt x="2381258" y="1624126"/>
                  </a:lnTo>
                  <a:lnTo>
                    <a:pt x="2351760" y="1729270"/>
                  </a:lnTo>
                  <a:lnTo>
                    <a:pt x="2322061" y="1837007"/>
                  </a:lnTo>
                  <a:lnTo>
                    <a:pt x="2292188" y="1946914"/>
                  </a:lnTo>
                  <a:lnTo>
                    <a:pt x="2262172" y="2058524"/>
                  </a:lnTo>
                  <a:lnTo>
                    <a:pt x="2232053" y="2171340"/>
                  </a:lnTo>
                  <a:lnTo>
                    <a:pt x="2201875" y="2284841"/>
                  </a:lnTo>
                  <a:lnTo>
                    <a:pt x="2171685" y="2398492"/>
                  </a:lnTo>
                  <a:lnTo>
                    <a:pt x="2141527" y="2511757"/>
                  </a:lnTo>
                  <a:lnTo>
                    <a:pt x="2111449" y="2624105"/>
                  </a:lnTo>
                  <a:lnTo>
                    <a:pt x="2081491" y="2735024"/>
                  </a:lnTo>
                  <a:lnTo>
                    <a:pt x="2051691" y="2844031"/>
                  </a:lnTo>
                  <a:lnTo>
                    <a:pt x="2022078" y="2950676"/>
                  </a:lnTo>
                  <a:lnTo>
                    <a:pt x="1992674" y="3054554"/>
                  </a:lnTo>
                  <a:lnTo>
                    <a:pt x="1963490" y="3155308"/>
                  </a:lnTo>
                  <a:lnTo>
                    <a:pt x="1934527" y="3252635"/>
                  </a:lnTo>
                  <a:lnTo>
                    <a:pt x="1905773" y="3346286"/>
                  </a:lnTo>
                  <a:lnTo>
                    <a:pt x="1877203" y="3436069"/>
                  </a:lnTo>
                  <a:lnTo>
                    <a:pt x="1848779" y="3521846"/>
                  </a:lnTo>
                  <a:lnTo>
                    <a:pt x="1820445" y="3603534"/>
                  </a:lnTo>
                  <a:lnTo>
                    <a:pt x="1792131" y="3681100"/>
                  </a:lnTo>
                  <a:lnTo>
                    <a:pt x="1763749" y="3754560"/>
                  </a:lnTo>
                  <a:lnTo>
                    <a:pt x="1735189" y="3823971"/>
                  </a:lnTo>
                  <a:lnTo>
                    <a:pt x="1719082" y="3861082"/>
                  </a:lnTo>
                  <a:lnTo>
                    <a:pt x="1676837" y="3951293"/>
                  </a:lnTo>
                  <a:lnTo>
                    <a:pt x="1633334" y="4033255"/>
                  </a:lnTo>
                  <a:lnTo>
                    <a:pt x="1588019" y="4107305"/>
                  </a:lnTo>
                  <a:lnTo>
                    <a:pt x="1540268" y="4174060"/>
                  </a:lnTo>
                  <a:lnTo>
                    <a:pt x="1489433" y="4234243"/>
                  </a:lnTo>
                  <a:lnTo>
                    <a:pt x="1434885" y="4288582"/>
                  </a:lnTo>
                  <a:lnTo>
                    <a:pt x="1376069" y="4337747"/>
                  </a:lnTo>
                  <a:lnTo>
                    <a:pt x="1312566" y="4382312"/>
                  </a:lnTo>
                  <a:lnTo>
                    <a:pt x="1244183" y="4422736"/>
                  </a:lnTo>
                  <a:lnTo>
                    <a:pt x="1171063" y="4459352"/>
                  </a:lnTo>
                  <a:lnTo>
                    <a:pt x="1093806" y="4492363"/>
                  </a:lnTo>
                  <a:lnTo>
                    <a:pt x="1013589" y="4521857"/>
                  </a:lnTo>
                  <a:lnTo>
                    <a:pt x="932243" y="4547822"/>
                  </a:lnTo>
                  <a:lnTo>
                    <a:pt x="852238" y="4570189"/>
                  </a:lnTo>
                  <a:lnTo>
                    <a:pt x="776532" y="4588882"/>
                  </a:lnTo>
                  <a:lnTo>
                    <a:pt x="708248" y="4603887"/>
                  </a:lnTo>
                  <a:lnTo>
                    <a:pt x="650215" y="4615313"/>
                  </a:lnTo>
                  <a:lnTo>
                    <a:pt x="604459" y="4623430"/>
                  </a:lnTo>
                  <a:lnTo>
                    <a:pt x="571783" y="4628676"/>
                  </a:lnTo>
                  <a:lnTo>
                    <a:pt x="551549" y="4631628"/>
                  </a:lnTo>
                  <a:lnTo>
                    <a:pt x="541686" y="4632939"/>
                  </a:lnTo>
                  <a:lnTo>
                    <a:pt x="538857" y="4633284"/>
                  </a:lnTo>
                  <a:lnTo>
                    <a:pt x="538736" y="4633298"/>
                  </a:lnTo>
                  <a:lnTo>
                    <a:pt x="0" y="46332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2" name="pg1952"/>
            <p:cNvSpPr/>
            <p:nvPr/>
          </p:nvSpPr>
          <p:spPr>
            <a:xfrm>
              <a:off x="546595" y="587121"/>
              <a:ext cx="8234974" cy="5139640"/>
            </a:xfrm>
            <a:custGeom>
              <a:avLst/>
              <a:pathLst>
                <a:path w="8234974" h="5139640">
                  <a:moveTo>
                    <a:pt x="0" y="5139640"/>
                  </a:moveTo>
                  <a:lnTo>
                    <a:pt x="538736" y="5139640"/>
                  </a:lnTo>
                  <a:lnTo>
                    <a:pt x="539916" y="5139559"/>
                  </a:lnTo>
                  <a:lnTo>
                    <a:pt x="547630" y="5138979"/>
                  </a:lnTo>
                  <a:lnTo>
                    <a:pt x="566927" y="5137378"/>
                  </a:lnTo>
                  <a:lnTo>
                    <a:pt x="601049" y="5134232"/>
                  </a:lnTo>
                  <a:lnTo>
                    <a:pt x="651142" y="5129078"/>
                  </a:lnTo>
                  <a:lnTo>
                    <a:pt x="716190" y="5121568"/>
                  </a:lnTo>
                  <a:lnTo>
                    <a:pt x="793371" y="5111498"/>
                  </a:lnTo>
                  <a:lnTo>
                    <a:pt x="878759" y="5098802"/>
                  </a:lnTo>
                  <a:lnTo>
                    <a:pt x="968152" y="5083508"/>
                  </a:lnTo>
                  <a:lnTo>
                    <a:pt x="1057776" y="5065679"/>
                  </a:lnTo>
                  <a:lnTo>
                    <a:pt x="1144707" y="5045350"/>
                  </a:lnTo>
                  <a:lnTo>
                    <a:pt x="1227004" y="5022485"/>
                  </a:lnTo>
                  <a:lnTo>
                    <a:pt x="1303638" y="4996952"/>
                  </a:lnTo>
                  <a:lnTo>
                    <a:pt x="1374308" y="4968509"/>
                  </a:lnTo>
                  <a:lnTo>
                    <a:pt x="1439240" y="4936802"/>
                  </a:lnTo>
                  <a:lnTo>
                    <a:pt x="1499001" y="4901378"/>
                  </a:lnTo>
                  <a:lnTo>
                    <a:pt x="1554359" y="4861704"/>
                  </a:lnTo>
                  <a:lnTo>
                    <a:pt x="1606173" y="4817202"/>
                  </a:lnTo>
                  <a:lnTo>
                    <a:pt x="1655315" y="4767324"/>
                  </a:lnTo>
                  <a:lnTo>
                    <a:pt x="1702594" y="4711668"/>
                  </a:lnTo>
                  <a:lnTo>
                    <a:pt x="1719082" y="4690466"/>
                  </a:lnTo>
                  <a:lnTo>
                    <a:pt x="1755247" y="4640802"/>
                  </a:lnTo>
                  <a:lnTo>
                    <a:pt x="1791071" y="4587418"/>
                  </a:lnTo>
                  <a:lnTo>
                    <a:pt x="1826778" y="4530238"/>
                  </a:lnTo>
                  <a:lnTo>
                    <a:pt x="1862543" y="4469250"/>
                  </a:lnTo>
                  <a:lnTo>
                    <a:pt x="1898497" y="4404513"/>
                  </a:lnTo>
                  <a:lnTo>
                    <a:pt x="1934728" y="4336164"/>
                  </a:lnTo>
                  <a:lnTo>
                    <a:pt x="1971291" y="4264418"/>
                  </a:lnTo>
                  <a:lnTo>
                    <a:pt x="2008206" y="4189574"/>
                  </a:lnTo>
                  <a:lnTo>
                    <a:pt x="2045463" y="4112012"/>
                  </a:lnTo>
                  <a:lnTo>
                    <a:pt x="2083026" y="4032185"/>
                  </a:lnTo>
                  <a:lnTo>
                    <a:pt x="2120836" y="3950612"/>
                  </a:lnTo>
                  <a:lnTo>
                    <a:pt x="2158817" y="3867864"/>
                  </a:lnTo>
                  <a:lnTo>
                    <a:pt x="2196883" y="3784549"/>
                  </a:lnTo>
                  <a:lnTo>
                    <a:pt x="2234940" y="3701291"/>
                  </a:lnTo>
                  <a:lnTo>
                    <a:pt x="2272897" y="3618712"/>
                  </a:lnTo>
                  <a:lnTo>
                    <a:pt x="2310667" y="3537415"/>
                  </a:lnTo>
                  <a:lnTo>
                    <a:pt x="2348178" y="3457963"/>
                  </a:lnTo>
                  <a:lnTo>
                    <a:pt x="2385375" y="3380862"/>
                  </a:lnTo>
                  <a:lnTo>
                    <a:pt x="2422226" y="3306555"/>
                  </a:lnTo>
                  <a:lnTo>
                    <a:pt x="2458726" y="3235405"/>
                  </a:lnTo>
                  <a:lnTo>
                    <a:pt x="2494902" y="3167698"/>
                  </a:lnTo>
                  <a:lnTo>
                    <a:pt x="2530814" y="3103634"/>
                  </a:lnTo>
                  <a:lnTo>
                    <a:pt x="2566557" y="3043335"/>
                  </a:lnTo>
                  <a:lnTo>
                    <a:pt x="2602271" y="2986847"/>
                  </a:lnTo>
                  <a:lnTo>
                    <a:pt x="2638139" y="2934145"/>
                  </a:lnTo>
                  <a:lnTo>
                    <a:pt x="2667772" y="2893769"/>
                  </a:lnTo>
                  <a:lnTo>
                    <a:pt x="2714558" y="2836020"/>
                  </a:lnTo>
                  <a:lnTo>
                    <a:pt x="2762951" y="2784121"/>
                  </a:lnTo>
                  <a:lnTo>
                    <a:pt x="2813717" y="2737767"/>
                  </a:lnTo>
                  <a:lnTo>
                    <a:pt x="2867715" y="2696443"/>
                  </a:lnTo>
                  <a:lnTo>
                    <a:pt x="2925816" y="2659573"/>
                  </a:lnTo>
                  <a:lnTo>
                    <a:pt x="2988832" y="2626601"/>
                  </a:lnTo>
                  <a:lnTo>
                    <a:pt x="3057415" y="2597044"/>
                  </a:lnTo>
                  <a:lnTo>
                    <a:pt x="3131932" y="2570510"/>
                  </a:lnTo>
                  <a:lnTo>
                    <a:pt x="3212292" y="2546718"/>
                  </a:lnTo>
                  <a:lnTo>
                    <a:pt x="3297748" y="2525496"/>
                  </a:lnTo>
                  <a:lnTo>
                    <a:pt x="3386699" y="2506777"/>
                  </a:lnTo>
                  <a:lnTo>
                    <a:pt x="3476568" y="2490575"/>
                  </a:lnTo>
                  <a:lnTo>
                    <a:pt x="3563852" y="2476950"/>
                  </a:lnTo>
                  <a:lnTo>
                    <a:pt x="3644432" y="2465948"/>
                  </a:lnTo>
                  <a:lnTo>
                    <a:pt x="3714190" y="2457543"/>
                  </a:lnTo>
                  <a:lnTo>
                    <a:pt x="3769820" y="2451584"/>
                  </a:lnTo>
                  <a:lnTo>
                    <a:pt x="3809603" y="2447773"/>
                  </a:lnTo>
                  <a:lnTo>
                    <a:pt x="3833902" y="2445680"/>
                  </a:lnTo>
                  <a:lnTo>
                    <a:pt x="3845242" y="2444799"/>
                  </a:lnTo>
                  <a:lnTo>
                    <a:pt x="3848118" y="2444595"/>
                  </a:lnTo>
                  <a:lnTo>
                    <a:pt x="4386855" y="2444595"/>
                  </a:lnTo>
                  <a:lnTo>
                    <a:pt x="4388055" y="2444521"/>
                  </a:lnTo>
                  <a:lnTo>
                    <a:pt x="4395898" y="2443987"/>
                  </a:lnTo>
                  <a:lnTo>
                    <a:pt x="4415506" y="2442512"/>
                  </a:lnTo>
                  <a:lnTo>
                    <a:pt x="4450150" y="2439615"/>
                  </a:lnTo>
                  <a:lnTo>
                    <a:pt x="4500947" y="2434870"/>
                  </a:lnTo>
                  <a:lnTo>
                    <a:pt x="4566813" y="2427962"/>
                  </a:lnTo>
                  <a:lnTo>
                    <a:pt x="4644827" y="2418705"/>
                  </a:lnTo>
                  <a:lnTo>
                    <a:pt x="4730971" y="2407044"/>
                  </a:lnTo>
                  <a:lnTo>
                    <a:pt x="4820976" y="2393007"/>
                  </a:lnTo>
                  <a:lnTo>
                    <a:pt x="4911037" y="2376651"/>
                  </a:lnTo>
                  <a:lnTo>
                    <a:pt x="4998234" y="2358006"/>
                  </a:lnTo>
                  <a:lnTo>
                    <a:pt x="5080651" y="2337035"/>
                  </a:lnTo>
                  <a:lnTo>
                    <a:pt x="5157297" y="2313609"/>
                  </a:lnTo>
                  <a:lnTo>
                    <a:pt x="5227911" y="2287497"/>
                  </a:lnTo>
                  <a:lnTo>
                    <a:pt x="5292757" y="2258366"/>
                  </a:lnTo>
                  <a:lnTo>
                    <a:pt x="5352433" y="2225792"/>
                  </a:lnTo>
                  <a:lnTo>
                    <a:pt x="5407733" y="2189278"/>
                  </a:lnTo>
                  <a:lnTo>
                    <a:pt x="5459536" y="2148293"/>
                  </a:lnTo>
                  <a:lnTo>
                    <a:pt x="5508725" y="2102338"/>
                  </a:lnTo>
                  <a:lnTo>
                    <a:pt x="5556112" y="2051067"/>
                  </a:lnTo>
                  <a:lnTo>
                    <a:pt x="5567201" y="2038070"/>
                  </a:lnTo>
                  <a:lnTo>
                    <a:pt x="5604763" y="1991308"/>
                  </a:lnTo>
                  <a:lnTo>
                    <a:pt x="5641967" y="1940908"/>
                  </a:lnTo>
                  <a:lnTo>
                    <a:pt x="5679061" y="1886797"/>
                  </a:lnTo>
                  <a:lnTo>
                    <a:pt x="5716236" y="1828971"/>
                  </a:lnTo>
                  <a:lnTo>
                    <a:pt x="5753632" y="1767499"/>
                  </a:lnTo>
                  <a:lnTo>
                    <a:pt x="5791342" y="1702534"/>
                  </a:lnTo>
                  <a:lnTo>
                    <a:pt x="5829418" y="1634312"/>
                  </a:lnTo>
                  <a:lnTo>
                    <a:pt x="5867873" y="1563159"/>
                  </a:lnTo>
                  <a:lnTo>
                    <a:pt x="5906688" y="1489480"/>
                  </a:lnTo>
                  <a:lnTo>
                    <a:pt x="5945814" y="1413761"/>
                  </a:lnTo>
                  <a:lnTo>
                    <a:pt x="5985176" y="1336549"/>
                  </a:lnTo>
                  <a:lnTo>
                    <a:pt x="6024684" y="1258439"/>
                  </a:lnTo>
                  <a:lnTo>
                    <a:pt x="6064236" y="1180058"/>
                  </a:lnTo>
                  <a:lnTo>
                    <a:pt x="6103729" y="1102042"/>
                  </a:lnTo>
                  <a:lnTo>
                    <a:pt x="6143061" y="1025013"/>
                  </a:lnTo>
                  <a:lnTo>
                    <a:pt x="6182145" y="949561"/>
                  </a:lnTo>
                  <a:lnTo>
                    <a:pt x="6220909" y="876226"/>
                  </a:lnTo>
                  <a:lnTo>
                    <a:pt x="6259310" y="805481"/>
                  </a:lnTo>
                  <a:lnTo>
                    <a:pt x="6297330" y="737721"/>
                  </a:lnTo>
                  <a:lnTo>
                    <a:pt x="6334989" y="673258"/>
                  </a:lnTo>
                  <a:lnTo>
                    <a:pt x="6372345" y="612315"/>
                  </a:lnTo>
                  <a:lnTo>
                    <a:pt x="6409498" y="555034"/>
                  </a:lnTo>
                  <a:lnTo>
                    <a:pt x="6446596" y="501473"/>
                  </a:lnTo>
                  <a:lnTo>
                    <a:pt x="6483835" y="451615"/>
                  </a:lnTo>
                  <a:lnTo>
                    <a:pt x="6515891" y="411969"/>
                  </a:lnTo>
                  <a:lnTo>
                    <a:pt x="6562953" y="359415"/>
                  </a:lnTo>
                  <a:lnTo>
                    <a:pt x="6611644" y="312217"/>
                  </a:lnTo>
                  <a:lnTo>
                    <a:pt x="6662746" y="270091"/>
                  </a:lnTo>
                  <a:lnTo>
                    <a:pt x="6717133" y="232561"/>
                  </a:lnTo>
                  <a:lnTo>
                    <a:pt x="6775691" y="199096"/>
                  </a:lnTo>
                  <a:lnTo>
                    <a:pt x="6839242" y="169188"/>
                  </a:lnTo>
                  <a:lnTo>
                    <a:pt x="6908444" y="142391"/>
                  </a:lnTo>
                  <a:lnTo>
                    <a:pt x="6983655" y="118350"/>
                  </a:lnTo>
                  <a:lnTo>
                    <a:pt x="7064758" y="96810"/>
                  </a:lnTo>
                  <a:lnTo>
                    <a:pt x="7150953" y="77618"/>
                  </a:lnTo>
                  <a:lnTo>
                    <a:pt x="7240560" y="60717"/>
                  </a:lnTo>
                  <a:lnTo>
                    <a:pt x="7330895" y="46123"/>
                  </a:lnTo>
                  <a:lnTo>
                    <a:pt x="7418337" y="33892"/>
                  </a:lnTo>
                  <a:lnTo>
                    <a:pt x="7498674" y="24064"/>
                  </a:lnTo>
                  <a:lnTo>
                    <a:pt x="7567751" y="16608"/>
                  </a:lnTo>
                  <a:lnTo>
                    <a:pt x="7622311" y="11373"/>
                  </a:lnTo>
                  <a:lnTo>
                    <a:pt x="7660783" y="8071"/>
                  </a:lnTo>
                  <a:lnTo>
                    <a:pt x="7683750" y="6300"/>
                  </a:lnTo>
                  <a:lnTo>
                    <a:pt x="7693993" y="558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38" y="74"/>
                  </a:lnTo>
                  <a:lnTo>
                    <a:pt x="7687195" y="608"/>
                  </a:lnTo>
                  <a:lnTo>
                    <a:pt x="7667586" y="2083"/>
                  </a:lnTo>
                  <a:lnTo>
                    <a:pt x="7632942" y="4980"/>
                  </a:lnTo>
                  <a:lnTo>
                    <a:pt x="7582145" y="9724"/>
                  </a:lnTo>
                  <a:lnTo>
                    <a:pt x="7516280" y="16633"/>
                  </a:lnTo>
                  <a:lnTo>
                    <a:pt x="7438265" y="25890"/>
                  </a:lnTo>
                  <a:lnTo>
                    <a:pt x="7352121" y="37551"/>
                  </a:lnTo>
                  <a:lnTo>
                    <a:pt x="7262116" y="51588"/>
                  </a:lnTo>
                  <a:lnTo>
                    <a:pt x="7172055" y="67944"/>
                  </a:lnTo>
                  <a:lnTo>
                    <a:pt x="7084859" y="86589"/>
                  </a:lnTo>
                  <a:lnTo>
                    <a:pt x="7002442" y="107560"/>
                  </a:lnTo>
                  <a:lnTo>
                    <a:pt x="6925796" y="130986"/>
                  </a:lnTo>
                  <a:lnTo>
                    <a:pt x="6855181" y="157098"/>
                  </a:lnTo>
                  <a:lnTo>
                    <a:pt x="6790336" y="186229"/>
                  </a:lnTo>
                  <a:lnTo>
                    <a:pt x="6730660" y="218803"/>
                  </a:lnTo>
                  <a:lnTo>
                    <a:pt x="6675360" y="255317"/>
                  </a:lnTo>
                  <a:lnTo>
                    <a:pt x="6623556" y="296302"/>
                  </a:lnTo>
                  <a:lnTo>
                    <a:pt x="6574367" y="342257"/>
                  </a:lnTo>
                  <a:lnTo>
                    <a:pt x="6526981" y="393528"/>
                  </a:lnTo>
                  <a:lnTo>
                    <a:pt x="6515891" y="406525"/>
                  </a:lnTo>
                  <a:lnTo>
                    <a:pt x="6478329" y="453287"/>
                  </a:lnTo>
                  <a:lnTo>
                    <a:pt x="6441125" y="503687"/>
                  </a:lnTo>
                  <a:lnTo>
                    <a:pt x="6404031" y="557798"/>
                  </a:lnTo>
                  <a:lnTo>
                    <a:pt x="6366856" y="615624"/>
                  </a:lnTo>
                  <a:lnTo>
                    <a:pt x="6329461" y="677095"/>
                  </a:lnTo>
                  <a:lnTo>
                    <a:pt x="6291751" y="742061"/>
                  </a:lnTo>
                  <a:lnTo>
                    <a:pt x="6253675" y="810283"/>
                  </a:lnTo>
                  <a:lnTo>
                    <a:pt x="6215219" y="881436"/>
                  </a:lnTo>
                  <a:lnTo>
                    <a:pt x="6176404" y="955114"/>
                  </a:lnTo>
                  <a:lnTo>
                    <a:pt x="6137279" y="1030834"/>
                  </a:lnTo>
                  <a:lnTo>
                    <a:pt x="6097917" y="1108046"/>
                  </a:lnTo>
                  <a:lnTo>
                    <a:pt x="6058409" y="1186156"/>
                  </a:lnTo>
                  <a:lnTo>
                    <a:pt x="6018856" y="1264537"/>
                  </a:lnTo>
                  <a:lnTo>
                    <a:pt x="5979364" y="1342553"/>
                  </a:lnTo>
                  <a:lnTo>
                    <a:pt x="5940031" y="1419582"/>
                  </a:lnTo>
                  <a:lnTo>
                    <a:pt x="5900948" y="1495034"/>
                  </a:lnTo>
                  <a:lnTo>
                    <a:pt x="5862183" y="1568368"/>
                  </a:lnTo>
                  <a:lnTo>
                    <a:pt x="5823783" y="1639114"/>
                  </a:lnTo>
                  <a:lnTo>
                    <a:pt x="5785763" y="1706874"/>
                  </a:lnTo>
                  <a:lnTo>
                    <a:pt x="5748103" y="1771337"/>
                  </a:lnTo>
                  <a:lnTo>
                    <a:pt x="5710747" y="1832279"/>
                  </a:lnTo>
                  <a:lnTo>
                    <a:pt x="5673594" y="1889560"/>
                  </a:lnTo>
                  <a:lnTo>
                    <a:pt x="5636497" y="1943122"/>
                  </a:lnTo>
                  <a:lnTo>
                    <a:pt x="5599257" y="1992980"/>
                  </a:lnTo>
                  <a:lnTo>
                    <a:pt x="5567201" y="2032626"/>
                  </a:lnTo>
                  <a:lnTo>
                    <a:pt x="5520139" y="2085180"/>
                  </a:lnTo>
                  <a:lnTo>
                    <a:pt x="5471449" y="2132378"/>
                  </a:lnTo>
                  <a:lnTo>
                    <a:pt x="5420346" y="2174504"/>
                  </a:lnTo>
                  <a:lnTo>
                    <a:pt x="5365960" y="2212034"/>
                  </a:lnTo>
                  <a:lnTo>
                    <a:pt x="5307402" y="2245499"/>
                  </a:lnTo>
                  <a:lnTo>
                    <a:pt x="5243850" y="2275407"/>
                  </a:lnTo>
                  <a:lnTo>
                    <a:pt x="5174648" y="2302204"/>
                  </a:lnTo>
                  <a:lnTo>
                    <a:pt x="5099437" y="2326245"/>
                  </a:lnTo>
                  <a:lnTo>
                    <a:pt x="5018334" y="2347784"/>
                  </a:lnTo>
                  <a:lnTo>
                    <a:pt x="4932139" y="2366976"/>
                  </a:lnTo>
                  <a:lnTo>
                    <a:pt x="4842532" y="2383878"/>
                  </a:lnTo>
                  <a:lnTo>
                    <a:pt x="4752197" y="2398472"/>
                  </a:lnTo>
                  <a:lnTo>
                    <a:pt x="4664755" y="2410703"/>
                  </a:lnTo>
                  <a:lnTo>
                    <a:pt x="4584418" y="2420531"/>
                  </a:lnTo>
                  <a:lnTo>
                    <a:pt x="4515341" y="2427987"/>
                  </a:lnTo>
                  <a:lnTo>
                    <a:pt x="4460781" y="2433222"/>
                  </a:lnTo>
                  <a:lnTo>
                    <a:pt x="4422310" y="2436524"/>
                  </a:lnTo>
                  <a:lnTo>
                    <a:pt x="4399343" y="2438295"/>
                  </a:lnTo>
                  <a:lnTo>
                    <a:pt x="4389100" y="2439008"/>
                  </a:lnTo>
                  <a:lnTo>
                    <a:pt x="4386855" y="2439151"/>
                  </a:lnTo>
                  <a:lnTo>
                    <a:pt x="3848118" y="2439151"/>
                  </a:lnTo>
                  <a:lnTo>
                    <a:pt x="3846939" y="2439232"/>
                  </a:lnTo>
                  <a:lnTo>
                    <a:pt x="3839225" y="2439811"/>
                  </a:lnTo>
                  <a:lnTo>
                    <a:pt x="3819928" y="2441413"/>
                  </a:lnTo>
                  <a:lnTo>
                    <a:pt x="3785805" y="2444559"/>
                  </a:lnTo>
                  <a:lnTo>
                    <a:pt x="3735713" y="2449713"/>
                  </a:lnTo>
                  <a:lnTo>
                    <a:pt x="3670665" y="2457223"/>
                  </a:lnTo>
                  <a:lnTo>
                    <a:pt x="3593484" y="2467293"/>
                  </a:lnTo>
                  <a:lnTo>
                    <a:pt x="3508096" y="2479989"/>
                  </a:lnTo>
                  <a:lnTo>
                    <a:pt x="3418702" y="2495282"/>
                  </a:lnTo>
                  <a:lnTo>
                    <a:pt x="3329078" y="2513112"/>
                  </a:lnTo>
                  <a:lnTo>
                    <a:pt x="3242147" y="2533441"/>
                  </a:lnTo>
                  <a:lnTo>
                    <a:pt x="3159850" y="2556306"/>
                  </a:lnTo>
                  <a:lnTo>
                    <a:pt x="3083216" y="2581838"/>
                  </a:lnTo>
                  <a:lnTo>
                    <a:pt x="3012546" y="2610282"/>
                  </a:lnTo>
                  <a:lnTo>
                    <a:pt x="2947615" y="2641989"/>
                  </a:lnTo>
                  <a:lnTo>
                    <a:pt x="2887854" y="2677412"/>
                  </a:lnTo>
                  <a:lnTo>
                    <a:pt x="2832496" y="2717087"/>
                  </a:lnTo>
                  <a:lnTo>
                    <a:pt x="2780681" y="2761588"/>
                  </a:lnTo>
                  <a:lnTo>
                    <a:pt x="2731539" y="2811466"/>
                  </a:lnTo>
                  <a:lnTo>
                    <a:pt x="2684261" y="2867122"/>
                  </a:lnTo>
                  <a:lnTo>
                    <a:pt x="2667772" y="2888325"/>
                  </a:lnTo>
                  <a:lnTo>
                    <a:pt x="2631607" y="2937989"/>
                  </a:lnTo>
                  <a:lnTo>
                    <a:pt x="2595783" y="2991373"/>
                  </a:lnTo>
                  <a:lnTo>
                    <a:pt x="2560076" y="3048553"/>
                  </a:lnTo>
                  <a:lnTo>
                    <a:pt x="2524311" y="3109541"/>
                  </a:lnTo>
                  <a:lnTo>
                    <a:pt x="2488358" y="3174277"/>
                  </a:lnTo>
                  <a:lnTo>
                    <a:pt x="2452127" y="3242627"/>
                  </a:lnTo>
                  <a:lnTo>
                    <a:pt x="2415563" y="3314373"/>
                  </a:lnTo>
                  <a:lnTo>
                    <a:pt x="2378648" y="3389217"/>
                  </a:lnTo>
                  <a:lnTo>
                    <a:pt x="2341391" y="3466779"/>
                  </a:lnTo>
                  <a:lnTo>
                    <a:pt x="2303828" y="3546606"/>
                  </a:lnTo>
                  <a:lnTo>
                    <a:pt x="2266019" y="3628179"/>
                  </a:lnTo>
                  <a:lnTo>
                    <a:pt x="2228037" y="3710926"/>
                  </a:lnTo>
                  <a:lnTo>
                    <a:pt x="2189972" y="3794241"/>
                  </a:lnTo>
                  <a:lnTo>
                    <a:pt x="2151914" y="3877500"/>
                  </a:lnTo>
                  <a:lnTo>
                    <a:pt x="2113958" y="3960078"/>
                  </a:lnTo>
                  <a:lnTo>
                    <a:pt x="2076188" y="4041375"/>
                  </a:lnTo>
                  <a:lnTo>
                    <a:pt x="2038677" y="4120828"/>
                  </a:lnTo>
                  <a:lnTo>
                    <a:pt x="2001480" y="4197928"/>
                  </a:lnTo>
                  <a:lnTo>
                    <a:pt x="1964629" y="4272236"/>
                  </a:lnTo>
                  <a:lnTo>
                    <a:pt x="1928128" y="4343385"/>
                  </a:lnTo>
                  <a:lnTo>
                    <a:pt x="1891952" y="4411093"/>
                  </a:lnTo>
                  <a:lnTo>
                    <a:pt x="1856041" y="4475156"/>
                  </a:lnTo>
                  <a:lnTo>
                    <a:pt x="1820297" y="4535455"/>
                  </a:lnTo>
                  <a:lnTo>
                    <a:pt x="1784583" y="4591943"/>
                  </a:lnTo>
                  <a:lnTo>
                    <a:pt x="1748716" y="4644645"/>
                  </a:lnTo>
                  <a:lnTo>
                    <a:pt x="1719082" y="4685021"/>
                  </a:lnTo>
                  <a:lnTo>
                    <a:pt x="1672296" y="4742771"/>
                  </a:lnTo>
                  <a:lnTo>
                    <a:pt x="1623904" y="4794669"/>
                  </a:lnTo>
                  <a:lnTo>
                    <a:pt x="1573137" y="4841023"/>
                  </a:lnTo>
                  <a:lnTo>
                    <a:pt x="1519140" y="4882347"/>
                  </a:lnTo>
                  <a:lnTo>
                    <a:pt x="1461038" y="4919218"/>
                  </a:lnTo>
                  <a:lnTo>
                    <a:pt x="1398023" y="4952189"/>
                  </a:lnTo>
                  <a:lnTo>
                    <a:pt x="1329440" y="4981747"/>
                  </a:lnTo>
                  <a:lnTo>
                    <a:pt x="1254923" y="5008280"/>
                  </a:lnTo>
                  <a:lnTo>
                    <a:pt x="1174563" y="5032073"/>
                  </a:lnTo>
                  <a:lnTo>
                    <a:pt x="1089107" y="5053294"/>
                  </a:lnTo>
                  <a:lnTo>
                    <a:pt x="1000156" y="5072014"/>
                  </a:lnTo>
                  <a:lnTo>
                    <a:pt x="910286" y="5088215"/>
                  </a:lnTo>
                  <a:lnTo>
                    <a:pt x="823003" y="5101841"/>
                  </a:lnTo>
                  <a:lnTo>
                    <a:pt x="742423" y="5112843"/>
                  </a:lnTo>
                  <a:lnTo>
                    <a:pt x="672664" y="5121248"/>
                  </a:lnTo>
                  <a:lnTo>
                    <a:pt x="617034" y="5127206"/>
                  </a:lnTo>
                  <a:lnTo>
                    <a:pt x="577252" y="5131018"/>
                  </a:lnTo>
                  <a:lnTo>
                    <a:pt x="552953" y="5133110"/>
                  </a:lnTo>
                  <a:lnTo>
                    <a:pt x="541613" y="5133992"/>
                  </a:lnTo>
                  <a:lnTo>
                    <a:pt x="538736" y="5134195"/>
                  </a:lnTo>
                  <a:lnTo>
                    <a:pt x="0" y="5134195"/>
                  </a:lnTo>
                  <a:close/>
                </a:path>
              </a:pathLst>
            </a:custGeom>
            <a:solidFill>
              <a:srgbClr val="F3BA99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53" name="pl1953"/>
            <p:cNvSpPr/>
            <p:nvPr/>
          </p:nvSpPr>
          <p:spPr>
            <a:xfrm>
              <a:off x="546595" y="592565"/>
              <a:ext cx="8234974" cy="5134195"/>
            </a:xfrm>
            <a:custGeom>
              <a:avLst/>
              <a:pathLst>
                <a:path w="8234974" h="5134195">
                  <a:moveTo>
                    <a:pt x="0" y="5134195"/>
                  </a:moveTo>
                  <a:lnTo>
                    <a:pt x="538736" y="5134195"/>
                  </a:lnTo>
                  <a:lnTo>
                    <a:pt x="539916" y="5134114"/>
                  </a:lnTo>
                  <a:lnTo>
                    <a:pt x="547630" y="5133535"/>
                  </a:lnTo>
                  <a:lnTo>
                    <a:pt x="566927" y="5131933"/>
                  </a:lnTo>
                  <a:lnTo>
                    <a:pt x="601049" y="5128787"/>
                  </a:lnTo>
                  <a:lnTo>
                    <a:pt x="651142" y="5123633"/>
                  </a:lnTo>
                  <a:lnTo>
                    <a:pt x="716190" y="5116123"/>
                  </a:lnTo>
                  <a:lnTo>
                    <a:pt x="793371" y="5106053"/>
                  </a:lnTo>
                  <a:lnTo>
                    <a:pt x="878759" y="5093357"/>
                  </a:lnTo>
                  <a:lnTo>
                    <a:pt x="968152" y="5078064"/>
                  </a:lnTo>
                  <a:lnTo>
                    <a:pt x="1057776" y="5060234"/>
                  </a:lnTo>
                  <a:lnTo>
                    <a:pt x="1144707" y="5039905"/>
                  </a:lnTo>
                  <a:lnTo>
                    <a:pt x="1227004" y="5017041"/>
                  </a:lnTo>
                  <a:lnTo>
                    <a:pt x="1303638" y="4991508"/>
                  </a:lnTo>
                  <a:lnTo>
                    <a:pt x="1374308" y="4963064"/>
                  </a:lnTo>
                  <a:lnTo>
                    <a:pt x="1439240" y="4931358"/>
                  </a:lnTo>
                  <a:lnTo>
                    <a:pt x="1499001" y="4895934"/>
                  </a:lnTo>
                  <a:lnTo>
                    <a:pt x="1554359" y="4856259"/>
                  </a:lnTo>
                  <a:lnTo>
                    <a:pt x="1606173" y="4811758"/>
                  </a:lnTo>
                  <a:lnTo>
                    <a:pt x="1655315" y="4761880"/>
                  </a:lnTo>
                  <a:lnTo>
                    <a:pt x="1702594" y="4706224"/>
                  </a:lnTo>
                  <a:lnTo>
                    <a:pt x="1719082" y="4685021"/>
                  </a:lnTo>
                  <a:lnTo>
                    <a:pt x="1755247" y="4635357"/>
                  </a:lnTo>
                  <a:lnTo>
                    <a:pt x="1791071" y="4581973"/>
                  </a:lnTo>
                  <a:lnTo>
                    <a:pt x="1826778" y="4524793"/>
                  </a:lnTo>
                  <a:lnTo>
                    <a:pt x="1862543" y="4463805"/>
                  </a:lnTo>
                  <a:lnTo>
                    <a:pt x="1898497" y="4399069"/>
                  </a:lnTo>
                  <a:lnTo>
                    <a:pt x="1934728" y="4330719"/>
                  </a:lnTo>
                  <a:lnTo>
                    <a:pt x="1971291" y="4258973"/>
                  </a:lnTo>
                  <a:lnTo>
                    <a:pt x="2008206" y="4184129"/>
                  </a:lnTo>
                  <a:lnTo>
                    <a:pt x="2045463" y="4106567"/>
                  </a:lnTo>
                  <a:lnTo>
                    <a:pt x="2083026" y="4026740"/>
                  </a:lnTo>
                  <a:lnTo>
                    <a:pt x="2120836" y="3945167"/>
                  </a:lnTo>
                  <a:lnTo>
                    <a:pt x="2158817" y="3862420"/>
                  </a:lnTo>
                  <a:lnTo>
                    <a:pt x="2196883" y="3779105"/>
                  </a:lnTo>
                  <a:lnTo>
                    <a:pt x="2234940" y="3695846"/>
                  </a:lnTo>
                  <a:lnTo>
                    <a:pt x="2272897" y="3613268"/>
                  </a:lnTo>
                  <a:lnTo>
                    <a:pt x="2310667" y="3531971"/>
                  </a:lnTo>
                  <a:lnTo>
                    <a:pt x="2348178" y="3452518"/>
                  </a:lnTo>
                  <a:lnTo>
                    <a:pt x="2385375" y="3375418"/>
                  </a:lnTo>
                  <a:lnTo>
                    <a:pt x="2422226" y="3301110"/>
                  </a:lnTo>
                  <a:lnTo>
                    <a:pt x="2458726" y="3229961"/>
                  </a:lnTo>
                  <a:lnTo>
                    <a:pt x="2494902" y="3162254"/>
                  </a:lnTo>
                  <a:lnTo>
                    <a:pt x="2530814" y="3098190"/>
                  </a:lnTo>
                  <a:lnTo>
                    <a:pt x="2566557" y="3037891"/>
                  </a:lnTo>
                  <a:lnTo>
                    <a:pt x="2602271" y="2981403"/>
                  </a:lnTo>
                  <a:lnTo>
                    <a:pt x="2638139" y="2928701"/>
                  </a:lnTo>
                  <a:lnTo>
                    <a:pt x="2667772" y="2888325"/>
                  </a:lnTo>
                  <a:lnTo>
                    <a:pt x="2714558" y="2830575"/>
                  </a:lnTo>
                  <a:lnTo>
                    <a:pt x="2762951" y="2778677"/>
                  </a:lnTo>
                  <a:lnTo>
                    <a:pt x="2813717" y="2732323"/>
                  </a:lnTo>
                  <a:lnTo>
                    <a:pt x="2867715" y="2690999"/>
                  </a:lnTo>
                  <a:lnTo>
                    <a:pt x="2925816" y="2654128"/>
                  </a:lnTo>
                  <a:lnTo>
                    <a:pt x="2988832" y="2621157"/>
                  </a:lnTo>
                  <a:lnTo>
                    <a:pt x="3057415" y="2591599"/>
                  </a:lnTo>
                  <a:lnTo>
                    <a:pt x="3131932" y="2565066"/>
                  </a:lnTo>
                  <a:lnTo>
                    <a:pt x="3212292" y="2541273"/>
                  </a:lnTo>
                  <a:lnTo>
                    <a:pt x="3297748" y="2520052"/>
                  </a:lnTo>
                  <a:lnTo>
                    <a:pt x="3386699" y="2501332"/>
                  </a:lnTo>
                  <a:lnTo>
                    <a:pt x="3476568" y="2485131"/>
                  </a:lnTo>
                  <a:lnTo>
                    <a:pt x="3563852" y="2471505"/>
                  </a:lnTo>
                  <a:lnTo>
                    <a:pt x="3644432" y="2460503"/>
                  </a:lnTo>
                  <a:lnTo>
                    <a:pt x="3714190" y="2452098"/>
                  </a:lnTo>
                  <a:lnTo>
                    <a:pt x="3769820" y="2446140"/>
                  </a:lnTo>
                  <a:lnTo>
                    <a:pt x="3809603" y="2442328"/>
                  </a:lnTo>
                  <a:lnTo>
                    <a:pt x="3833902" y="2440236"/>
                  </a:lnTo>
                  <a:lnTo>
                    <a:pt x="3845242" y="2439354"/>
                  </a:lnTo>
                  <a:lnTo>
                    <a:pt x="3848063" y="2439154"/>
                  </a:lnTo>
                  <a:lnTo>
                    <a:pt x="3848118" y="2439151"/>
                  </a:lnTo>
                  <a:lnTo>
                    <a:pt x="4386855" y="2439151"/>
                  </a:lnTo>
                  <a:lnTo>
                    <a:pt x="4388055" y="2439076"/>
                  </a:lnTo>
                  <a:lnTo>
                    <a:pt x="4395898" y="2438543"/>
                  </a:lnTo>
                  <a:lnTo>
                    <a:pt x="4415506" y="2437067"/>
                  </a:lnTo>
                  <a:lnTo>
                    <a:pt x="4450150" y="2434170"/>
                  </a:lnTo>
                  <a:lnTo>
                    <a:pt x="4500947" y="2429426"/>
                  </a:lnTo>
                  <a:lnTo>
                    <a:pt x="4566813" y="2422517"/>
                  </a:lnTo>
                  <a:lnTo>
                    <a:pt x="4644827" y="2413260"/>
                  </a:lnTo>
                  <a:lnTo>
                    <a:pt x="4730971" y="2401599"/>
                  </a:lnTo>
                  <a:lnTo>
                    <a:pt x="4820976" y="2387562"/>
                  </a:lnTo>
                  <a:lnTo>
                    <a:pt x="4911037" y="2371206"/>
                  </a:lnTo>
                  <a:lnTo>
                    <a:pt x="4998234" y="2352562"/>
                  </a:lnTo>
                  <a:lnTo>
                    <a:pt x="5080651" y="2331591"/>
                  </a:lnTo>
                  <a:lnTo>
                    <a:pt x="5157297" y="2308165"/>
                  </a:lnTo>
                  <a:lnTo>
                    <a:pt x="5227911" y="2282052"/>
                  </a:lnTo>
                  <a:lnTo>
                    <a:pt x="5292757" y="2252922"/>
                  </a:lnTo>
                  <a:lnTo>
                    <a:pt x="5352433" y="2220348"/>
                  </a:lnTo>
                  <a:lnTo>
                    <a:pt x="5407733" y="2183834"/>
                  </a:lnTo>
                  <a:lnTo>
                    <a:pt x="5459536" y="2142848"/>
                  </a:lnTo>
                  <a:lnTo>
                    <a:pt x="5508725" y="2096893"/>
                  </a:lnTo>
                  <a:lnTo>
                    <a:pt x="5556112" y="2045623"/>
                  </a:lnTo>
                  <a:lnTo>
                    <a:pt x="5567201" y="2032626"/>
                  </a:lnTo>
                  <a:lnTo>
                    <a:pt x="5604763" y="1985863"/>
                  </a:lnTo>
                  <a:lnTo>
                    <a:pt x="5641967" y="1935463"/>
                  </a:lnTo>
                  <a:lnTo>
                    <a:pt x="5679061" y="1881353"/>
                  </a:lnTo>
                  <a:lnTo>
                    <a:pt x="5716236" y="1823527"/>
                  </a:lnTo>
                  <a:lnTo>
                    <a:pt x="5753632" y="1762055"/>
                  </a:lnTo>
                  <a:lnTo>
                    <a:pt x="5791342" y="1697089"/>
                  </a:lnTo>
                  <a:lnTo>
                    <a:pt x="5829418" y="1628868"/>
                  </a:lnTo>
                  <a:lnTo>
                    <a:pt x="5867873" y="1557714"/>
                  </a:lnTo>
                  <a:lnTo>
                    <a:pt x="5906688" y="1484036"/>
                  </a:lnTo>
                  <a:lnTo>
                    <a:pt x="5945814" y="1408317"/>
                  </a:lnTo>
                  <a:lnTo>
                    <a:pt x="5985176" y="1331104"/>
                  </a:lnTo>
                  <a:lnTo>
                    <a:pt x="6024684" y="1252994"/>
                  </a:lnTo>
                  <a:lnTo>
                    <a:pt x="6064236" y="1174614"/>
                  </a:lnTo>
                  <a:lnTo>
                    <a:pt x="6103729" y="1096597"/>
                  </a:lnTo>
                  <a:lnTo>
                    <a:pt x="6143061" y="1019568"/>
                  </a:lnTo>
                  <a:lnTo>
                    <a:pt x="6182145" y="944117"/>
                  </a:lnTo>
                  <a:lnTo>
                    <a:pt x="6220909" y="870782"/>
                  </a:lnTo>
                  <a:lnTo>
                    <a:pt x="6259310" y="800037"/>
                  </a:lnTo>
                  <a:lnTo>
                    <a:pt x="6297330" y="732276"/>
                  </a:lnTo>
                  <a:lnTo>
                    <a:pt x="6334989" y="667813"/>
                  </a:lnTo>
                  <a:lnTo>
                    <a:pt x="6372345" y="606871"/>
                  </a:lnTo>
                  <a:lnTo>
                    <a:pt x="6409498" y="549590"/>
                  </a:lnTo>
                  <a:lnTo>
                    <a:pt x="6446596" y="496028"/>
                  </a:lnTo>
                  <a:lnTo>
                    <a:pt x="6483835" y="446170"/>
                  </a:lnTo>
                  <a:lnTo>
                    <a:pt x="6515891" y="406525"/>
                  </a:lnTo>
                  <a:lnTo>
                    <a:pt x="6562953" y="353970"/>
                  </a:lnTo>
                  <a:lnTo>
                    <a:pt x="6611644" y="306773"/>
                  </a:lnTo>
                  <a:lnTo>
                    <a:pt x="6662746" y="264646"/>
                  </a:lnTo>
                  <a:lnTo>
                    <a:pt x="6717133" y="227116"/>
                  </a:lnTo>
                  <a:lnTo>
                    <a:pt x="6775691" y="193652"/>
                  </a:lnTo>
                  <a:lnTo>
                    <a:pt x="6839242" y="163743"/>
                  </a:lnTo>
                  <a:lnTo>
                    <a:pt x="6908444" y="136946"/>
                  </a:lnTo>
                  <a:lnTo>
                    <a:pt x="6983655" y="112906"/>
                  </a:lnTo>
                  <a:lnTo>
                    <a:pt x="7064758" y="91366"/>
                  </a:lnTo>
                  <a:lnTo>
                    <a:pt x="7150953" y="72174"/>
                  </a:lnTo>
                  <a:lnTo>
                    <a:pt x="7240560" y="55272"/>
                  </a:lnTo>
                  <a:lnTo>
                    <a:pt x="7330895" y="40679"/>
                  </a:lnTo>
                  <a:lnTo>
                    <a:pt x="7418337" y="28447"/>
                  </a:lnTo>
                  <a:lnTo>
                    <a:pt x="7498674" y="18620"/>
                  </a:lnTo>
                  <a:lnTo>
                    <a:pt x="7567751" y="11163"/>
                  </a:lnTo>
                  <a:lnTo>
                    <a:pt x="7622311" y="5928"/>
                  </a:lnTo>
                  <a:lnTo>
                    <a:pt x="7660783" y="2627"/>
                  </a:lnTo>
                  <a:lnTo>
                    <a:pt x="7683750" y="855"/>
                  </a:lnTo>
                  <a:lnTo>
                    <a:pt x="7693993" y="142"/>
                  </a:lnTo>
                  <a:lnTo>
                    <a:pt x="7696220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4" name="pl1954"/>
            <p:cNvSpPr/>
            <p:nvPr/>
          </p:nvSpPr>
          <p:spPr>
            <a:xfrm>
              <a:off x="546595" y="587121"/>
              <a:ext cx="8234974" cy="5134195"/>
            </a:xfrm>
            <a:custGeom>
              <a:avLst/>
              <a:pathLst>
                <a:path w="8234974" h="5134195">
                  <a:moveTo>
                    <a:pt x="8234974" y="0"/>
                  </a:moveTo>
                  <a:lnTo>
                    <a:pt x="7696237" y="0"/>
                  </a:lnTo>
                  <a:lnTo>
                    <a:pt x="7695038" y="74"/>
                  </a:lnTo>
                  <a:lnTo>
                    <a:pt x="7687195" y="608"/>
                  </a:lnTo>
                  <a:lnTo>
                    <a:pt x="7667586" y="2083"/>
                  </a:lnTo>
                  <a:lnTo>
                    <a:pt x="7632942" y="4980"/>
                  </a:lnTo>
                  <a:lnTo>
                    <a:pt x="7582145" y="9724"/>
                  </a:lnTo>
                  <a:lnTo>
                    <a:pt x="7516280" y="16633"/>
                  </a:lnTo>
                  <a:lnTo>
                    <a:pt x="7438265" y="25890"/>
                  </a:lnTo>
                  <a:lnTo>
                    <a:pt x="7352121" y="37551"/>
                  </a:lnTo>
                  <a:lnTo>
                    <a:pt x="7262116" y="51588"/>
                  </a:lnTo>
                  <a:lnTo>
                    <a:pt x="7172055" y="67944"/>
                  </a:lnTo>
                  <a:lnTo>
                    <a:pt x="7084859" y="86589"/>
                  </a:lnTo>
                  <a:lnTo>
                    <a:pt x="7002442" y="107560"/>
                  </a:lnTo>
                  <a:lnTo>
                    <a:pt x="6925796" y="130986"/>
                  </a:lnTo>
                  <a:lnTo>
                    <a:pt x="6855181" y="157098"/>
                  </a:lnTo>
                  <a:lnTo>
                    <a:pt x="6790336" y="186229"/>
                  </a:lnTo>
                  <a:lnTo>
                    <a:pt x="6730660" y="218803"/>
                  </a:lnTo>
                  <a:lnTo>
                    <a:pt x="6675360" y="255317"/>
                  </a:lnTo>
                  <a:lnTo>
                    <a:pt x="6623556" y="296302"/>
                  </a:lnTo>
                  <a:lnTo>
                    <a:pt x="6574367" y="342257"/>
                  </a:lnTo>
                  <a:lnTo>
                    <a:pt x="6526981" y="393528"/>
                  </a:lnTo>
                  <a:lnTo>
                    <a:pt x="6515891" y="406525"/>
                  </a:lnTo>
                  <a:lnTo>
                    <a:pt x="6478329" y="453287"/>
                  </a:lnTo>
                  <a:lnTo>
                    <a:pt x="6441125" y="503687"/>
                  </a:lnTo>
                  <a:lnTo>
                    <a:pt x="6404031" y="557798"/>
                  </a:lnTo>
                  <a:lnTo>
                    <a:pt x="6366856" y="615624"/>
                  </a:lnTo>
                  <a:lnTo>
                    <a:pt x="6329461" y="677095"/>
                  </a:lnTo>
                  <a:lnTo>
                    <a:pt x="6291751" y="742061"/>
                  </a:lnTo>
                  <a:lnTo>
                    <a:pt x="6253675" y="810283"/>
                  </a:lnTo>
                  <a:lnTo>
                    <a:pt x="6215219" y="881436"/>
                  </a:lnTo>
                  <a:lnTo>
                    <a:pt x="6176404" y="955114"/>
                  </a:lnTo>
                  <a:lnTo>
                    <a:pt x="6137279" y="1030834"/>
                  </a:lnTo>
                  <a:lnTo>
                    <a:pt x="6097917" y="1108046"/>
                  </a:lnTo>
                  <a:lnTo>
                    <a:pt x="6058409" y="1186156"/>
                  </a:lnTo>
                  <a:lnTo>
                    <a:pt x="6018856" y="1264537"/>
                  </a:lnTo>
                  <a:lnTo>
                    <a:pt x="5979364" y="1342553"/>
                  </a:lnTo>
                  <a:lnTo>
                    <a:pt x="5940031" y="1419582"/>
                  </a:lnTo>
                  <a:lnTo>
                    <a:pt x="5900948" y="1495034"/>
                  </a:lnTo>
                  <a:lnTo>
                    <a:pt x="5862183" y="1568368"/>
                  </a:lnTo>
                  <a:lnTo>
                    <a:pt x="5823783" y="1639114"/>
                  </a:lnTo>
                  <a:lnTo>
                    <a:pt x="5785763" y="1706874"/>
                  </a:lnTo>
                  <a:lnTo>
                    <a:pt x="5748103" y="1771337"/>
                  </a:lnTo>
                  <a:lnTo>
                    <a:pt x="5710747" y="1832279"/>
                  </a:lnTo>
                  <a:lnTo>
                    <a:pt x="5673594" y="1889560"/>
                  </a:lnTo>
                  <a:lnTo>
                    <a:pt x="5636497" y="1943122"/>
                  </a:lnTo>
                  <a:lnTo>
                    <a:pt x="5599257" y="1992980"/>
                  </a:lnTo>
                  <a:lnTo>
                    <a:pt x="5567201" y="2032626"/>
                  </a:lnTo>
                  <a:lnTo>
                    <a:pt x="5520139" y="2085180"/>
                  </a:lnTo>
                  <a:lnTo>
                    <a:pt x="5471449" y="2132378"/>
                  </a:lnTo>
                  <a:lnTo>
                    <a:pt x="5420346" y="2174504"/>
                  </a:lnTo>
                  <a:lnTo>
                    <a:pt x="5365960" y="2212034"/>
                  </a:lnTo>
                  <a:lnTo>
                    <a:pt x="5307402" y="2245499"/>
                  </a:lnTo>
                  <a:lnTo>
                    <a:pt x="5243850" y="2275407"/>
                  </a:lnTo>
                  <a:lnTo>
                    <a:pt x="5174648" y="2302204"/>
                  </a:lnTo>
                  <a:lnTo>
                    <a:pt x="5099437" y="2326245"/>
                  </a:lnTo>
                  <a:lnTo>
                    <a:pt x="5018334" y="2347784"/>
                  </a:lnTo>
                  <a:lnTo>
                    <a:pt x="4932139" y="2366976"/>
                  </a:lnTo>
                  <a:lnTo>
                    <a:pt x="4842532" y="2383878"/>
                  </a:lnTo>
                  <a:lnTo>
                    <a:pt x="4752197" y="2398472"/>
                  </a:lnTo>
                  <a:lnTo>
                    <a:pt x="4664755" y="2410703"/>
                  </a:lnTo>
                  <a:lnTo>
                    <a:pt x="4584418" y="2420531"/>
                  </a:lnTo>
                  <a:lnTo>
                    <a:pt x="4515341" y="2427987"/>
                  </a:lnTo>
                  <a:lnTo>
                    <a:pt x="4460781" y="2433222"/>
                  </a:lnTo>
                  <a:lnTo>
                    <a:pt x="4422310" y="2436524"/>
                  </a:lnTo>
                  <a:lnTo>
                    <a:pt x="4399343" y="2438295"/>
                  </a:lnTo>
                  <a:lnTo>
                    <a:pt x="4389100" y="2439008"/>
                  </a:lnTo>
                  <a:lnTo>
                    <a:pt x="4386872" y="2439150"/>
                  </a:lnTo>
                  <a:lnTo>
                    <a:pt x="4386855" y="2439151"/>
                  </a:lnTo>
                  <a:lnTo>
                    <a:pt x="3848118" y="2439151"/>
                  </a:lnTo>
                  <a:lnTo>
                    <a:pt x="3846939" y="2439232"/>
                  </a:lnTo>
                  <a:lnTo>
                    <a:pt x="3839225" y="2439811"/>
                  </a:lnTo>
                  <a:lnTo>
                    <a:pt x="3819928" y="2441413"/>
                  </a:lnTo>
                  <a:lnTo>
                    <a:pt x="3785805" y="2444559"/>
                  </a:lnTo>
                  <a:lnTo>
                    <a:pt x="3735713" y="2449713"/>
                  </a:lnTo>
                  <a:lnTo>
                    <a:pt x="3670665" y="2457223"/>
                  </a:lnTo>
                  <a:lnTo>
                    <a:pt x="3593484" y="2467293"/>
                  </a:lnTo>
                  <a:lnTo>
                    <a:pt x="3508096" y="2479989"/>
                  </a:lnTo>
                  <a:lnTo>
                    <a:pt x="3418702" y="2495282"/>
                  </a:lnTo>
                  <a:lnTo>
                    <a:pt x="3329078" y="2513112"/>
                  </a:lnTo>
                  <a:lnTo>
                    <a:pt x="3242147" y="2533441"/>
                  </a:lnTo>
                  <a:lnTo>
                    <a:pt x="3159850" y="2556306"/>
                  </a:lnTo>
                  <a:lnTo>
                    <a:pt x="3083216" y="2581838"/>
                  </a:lnTo>
                  <a:lnTo>
                    <a:pt x="3012546" y="2610282"/>
                  </a:lnTo>
                  <a:lnTo>
                    <a:pt x="2947615" y="2641989"/>
                  </a:lnTo>
                  <a:lnTo>
                    <a:pt x="2887854" y="2677412"/>
                  </a:lnTo>
                  <a:lnTo>
                    <a:pt x="2832496" y="2717087"/>
                  </a:lnTo>
                  <a:lnTo>
                    <a:pt x="2780681" y="2761588"/>
                  </a:lnTo>
                  <a:lnTo>
                    <a:pt x="2731539" y="2811466"/>
                  </a:lnTo>
                  <a:lnTo>
                    <a:pt x="2684261" y="2867122"/>
                  </a:lnTo>
                  <a:lnTo>
                    <a:pt x="2667772" y="2888325"/>
                  </a:lnTo>
                  <a:lnTo>
                    <a:pt x="2631607" y="2937989"/>
                  </a:lnTo>
                  <a:lnTo>
                    <a:pt x="2595783" y="2991373"/>
                  </a:lnTo>
                  <a:lnTo>
                    <a:pt x="2560076" y="3048553"/>
                  </a:lnTo>
                  <a:lnTo>
                    <a:pt x="2524311" y="3109541"/>
                  </a:lnTo>
                  <a:lnTo>
                    <a:pt x="2488358" y="3174277"/>
                  </a:lnTo>
                  <a:lnTo>
                    <a:pt x="2452127" y="3242627"/>
                  </a:lnTo>
                  <a:lnTo>
                    <a:pt x="2415563" y="3314373"/>
                  </a:lnTo>
                  <a:lnTo>
                    <a:pt x="2378648" y="3389217"/>
                  </a:lnTo>
                  <a:lnTo>
                    <a:pt x="2341391" y="3466779"/>
                  </a:lnTo>
                  <a:lnTo>
                    <a:pt x="2303828" y="3546606"/>
                  </a:lnTo>
                  <a:lnTo>
                    <a:pt x="2266019" y="3628179"/>
                  </a:lnTo>
                  <a:lnTo>
                    <a:pt x="2228037" y="3710926"/>
                  </a:lnTo>
                  <a:lnTo>
                    <a:pt x="2189972" y="3794241"/>
                  </a:lnTo>
                  <a:lnTo>
                    <a:pt x="2151914" y="3877500"/>
                  </a:lnTo>
                  <a:lnTo>
                    <a:pt x="2113958" y="3960078"/>
                  </a:lnTo>
                  <a:lnTo>
                    <a:pt x="2076188" y="4041375"/>
                  </a:lnTo>
                  <a:lnTo>
                    <a:pt x="2038677" y="4120828"/>
                  </a:lnTo>
                  <a:lnTo>
                    <a:pt x="2001480" y="4197928"/>
                  </a:lnTo>
                  <a:lnTo>
                    <a:pt x="1964629" y="4272236"/>
                  </a:lnTo>
                  <a:lnTo>
                    <a:pt x="1928128" y="4343385"/>
                  </a:lnTo>
                  <a:lnTo>
                    <a:pt x="1891952" y="4411093"/>
                  </a:lnTo>
                  <a:lnTo>
                    <a:pt x="1856041" y="4475156"/>
                  </a:lnTo>
                  <a:lnTo>
                    <a:pt x="1820297" y="4535455"/>
                  </a:lnTo>
                  <a:lnTo>
                    <a:pt x="1784583" y="4591943"/>
                  </a:lnTo>
                  <a:lnTo>
                    <a:pt x="1748716" y="4644645"/>
                  </a:lnTo>
                  <a:lnTo>
                    <a:pt x="1719082" y="4685021"/>
                  </a:lnTo>
                  <a:lnTo>
                    <a:pt x="1672296" y="4742771"/>
                  </a:lnTo>
                  <a:lnTo>
                    <a:pt x="1623904" y="4794669"/>
                  </a:lnTo>
                  <a:lnTo>
                    <a:pt x="1573137" y="4841023"/>
                  </a:lnTo>
                  <a:lnTo>
                    <a:pt x="1519140" y="4882347"/>
                  </a:lnTo>
                  <a:lnTo>
                    <a:pt x="1461038" y="4919218"/>
                  </a:lnTo>
                  <a:lnTo>
                    <a:pt x="1398023" y="4952189"/>
                  </a:lnTo>
                  <a:lnTo>
                    <a:pt x="1329440" y="4981747"/>
                  </a:lnTo>
                  <a:lnTo>
                    <a:pt x="1254923" y="5008280"/>
                  </a:lnTo>
                  <a:lnTo>
                    <a:pt x="1174563" y="5032073"/>
                  </a:lnTo>
                  <a:lnTo>
                    <a:pt x="1089107" y="5053294"/>
                  </a:lnTo>
                  <a:lnTo>
                    <a:pt x="1000156" y="5072014"/>
                  </a:lnTo>
                  <a:lnTo>
                    <a:pt x="910286" y="5088215"/>
                  </a:lnTo>
                  <a:lnTo>
                    <a:pt x="823003" y="5101841"/>
                  </a:lnTo>
                  <a:lnTo>
                    <a:pt x="742423" y="5112843"/>
                  </a:lnTo>
                  <a:lnTo>
                    <a:pt x="672664" y="5121248"/>
                  </a:lnTo>
                  <a:lnTo>
                    <a:pt x="617034" y="5127206"/>
                  </a:lnTo>
                  <a:lnTo>
                    <a:pt x="577252" y="5131018"/>
                  </a:lnTo>
                  <a:lnTo>
                    <a:pt x="552953" y="5133110"/>
                  </a:lnTo>
                  <a:lnTo>
                    <a:pt x="541613" y="5133992"/>
                  </a:lnTo>
                  <a:lnTo>
                    <a:pt x="538791" y="5134192"/>
                  </a:lnTo>
                  <a:lnTo>
                    <a:pt x="538736" y="5134195"/>
                  </a:lnTo>
                  <a:lnTo>
                    <a:pt x="0" y="5134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5" name="pg1955"/>
            <p:cNvSpPr/>
            <p:nvPr/>
          </p:nvSpPr>
          <p:spPr>
            <a:xfrm>
              <a:off x="546595" y="2536264"/>
              <a:ext cx="8234974" cy="3266720"/>
            </a:xfrm>
            <a:custGeom>
              <a:avLst/>
              <a:pathLst>
                <a:path w="8234974" h="3266720">
                  <a:moveTo>
                    <a:pt x="0" y="3266720"/>
                  </a:moveTo>
                  <a:lnTo>
                    <a:pt x="538736" y="3266720"/>
                  </a:lnTo>
                  <a:lnTo>
                    <a:pt x="539867" y="3266626"/>
                  </a:lnTo>
                  <a:lnTo>
                    <a:pt x="547271" y="3265955"/>
                  </a:lnTo>
                  <a:lnTo>
                    <a:pt x="565821" y="3264099"/>
                  </a:lnTo>
                  <a:lnTo>
                    <a:pt x="598689" y="3260452"/>
                  </a:lnTo>
                  <a:lnTo>
                    <a:pt x="647078" y="3254471"/>
                  </a:lnTo>
                  <a:lnTo>
                    <a:pt x="710139" y="3245742"/>
                  </a:lnTo>
                  <a:lnTo>
                    <a:pt x="785281" y="3234016"/>
                  </a:lnTo>
                  <a:lnTo>
                    <a:pt x="868803" y="3219202"/>
                  </a:lnTo>
                  <a:lnTo>
                    <a:pt x="956669" y="3201327"/>
                  </a:lnTo>
                  <a:lnTo>
                    <a:pt x="1045185" y="3180461"/>
                  </a:lnTo>
                  <a:lnTo>
                    <a:pt x="1131426" y="3156653"/>
                  </a:lnTo>
                  <a:lnTo>
                    <a:pt x="1213394" y="3129877"/>
                  </a:lnTo>
                  <a:lnTo>
                    <a:pt x="1289971" y="3099999"/>
                  </a:lnTo>
                  <a:lnTo>
                    <a:pt x="1360760" y="3066760"/>
                  </a:lnTo>
                  <a:lnTo>
                    <a:pt x="1425896" y="3029776"/>
                  </a:lnTo>
                  <a:lnTo>
                    <a:pt x="1485869" y="2988543"/>
                  </a:lnTo>
                  <a:lnTo>
                    <a:pt x="1541383" y="2942460"/>
                  </a:lnTo>
                  <a:lnTo>
                    <a:pt x="1593247" y="2890865"/>
                  </a:lnTo>
                  <a:lnTo>
                    <a:pt x="1642302" y="2833101"/>
                  </a:lnTo>
                  <a:lnTo>
                    <a:pt x="1689344" y="2768640"/>
                  </a:lnTo>
                  <a:lnTo>
                    <a:pt x="1719082" y="2723174"/>
                  </a:lnTo>
                  <a:lnTo>
                    <a:pt x="1752567" y="2667708"/>
                  </a:lnTo>
                  <a:lnTo>
                    <a:pt x="1785744" y="2608393"/>
                  </a:lnTo>
                  <a:lnTo>
                    <a:pt x="1818796" y="2545151"/>
                  </a:lnTo>
                  <a:lnTo>
                    <a:pt x="1851868" y="2477958"/>
                  </a:lnTo>
                  <a:lnTo>
                    <a:pt x="1885072" y="2406853"/>
                  </a:lnTo>
                  <a:lnTo>
                    <a:pt x="1918490" y="2331940"/>
                  </a:lnTo>
                  <a:lnTo>
                    <a:pt x="1952175" y="2253394"/>
                  </a:lnTo>
                  <a:lnTo>
                    <a:pt x="1986157" y="2171465"/>
                  </a:lnTo>
                  <a:lnTo>
                    <a:pt x="2020440" y="2086473"/>
                  </a:lnTo>
                  <a:lnTo>
                    <a:pt x="2055008" y="1998809"/>
                  </a:lnTo>
                  <a:lnTo>
                    <a:pt x="2089827" y="1908928"/>
                  </a:lnTo>
                  <a:lnTo>
                    <a:pt x="2124847" y="1817340"/>
                  </a:lnTo>
                  <a:lnTo>
                    <a:pt x="2160006" y="1724599"/>
                  </a:lnTo>
                  <a:lnTo>
                    <a:pt x="2195235" y="1631290"/>
                  </a:lnTo>
                  <a:lnTo>
                    <a:pt x="2230461" y="1538012"/>
                  </a:lnTo>
                  <a:lnTo>
                    <a:pt x="2265609" y="1445363"/>
                  </a:lnTo>
                  <a:lnTo>
                    <a:pt x="2300611" y="1353925"/>
                  </a:lnTo>
                  <a:lnTo>
                    <a:pt x="2335406" y="1264249"/>
                  </a:lnTo>
                  <a:lnTo>
                    <a:pt x="2369947" y="1176840"/>
                  </a:lnTo>
                  <a:lnTo>
                    <a:pt x="2404199" y="1092145"/>
                  </a:lnTo>
                  <a:lnTo>
                    <a:pt x="2438149" y="1010549"/>
                  </a:lnTo>
                  <a:lnTo>
                    <a:pt x="2471806" y="932366"/>
                  </a:lnTo>
                  <a:lnTo>
                    <a:pt x="2505199" y="857837"/>
                  </a:lnTo>
                  <a:lnTo>
                    <a:pt x="2538385" y="787129"/>
                  </a:lnTo>
                  <a:lnTo>
                    <a:pt x="2571449" y="720341"/>
                  </a:lnTo>
                  <a:lnTo>
                    <a:pt x="2604506" y="657504"/>
                  </a:lnTo>
                  <a:lnTo>
                    <a:pt x="2637706" y="598589"/>
                  </a:lnTo>
                  <a:lnTo>
                    <a:pt x="2667772" y="548990"/>
                  </a:lnTo>
                  <a:lnTo>
                    <a:pt x="2713886" y="480047"/>
                  </a:lnTo>
                  <a:lnTo>
                    <a:pt x="2761551" y="417989"/>
                  </a:lnTo>
                  <a:lnTo>
                    <a:pt x="2811500" y="362467"/>
                  </a:lnTo>
                  <a:lnTo>
                    <a:pt x="2864553" y="312889"/>
                  </a:lnTo>
                  <a:lnTo>
                    <a:pt x="2921547" y="268586"/>
                  </a:lnTo>
                  <a:lnTo>
                    <a:pt x="2983266" y="228913"/>
                  </a:lnTo>
                  <a:lnTo>
                    <a:pt x="3050351" y="193299"/>
                  </a:lnTo>
                  <a:lnTo>
                    <a:pt x="3123186" y="161281"/>
                  </a:lnTo>
                  <a:lnTo>
                    <a:pt x="3201738" y="132518"/>
                  </a:lnTo>
                  <a:lnTo>
                    <a:pt x="3285381" y="106796"/>
                  </a:lnTo>
                  <a:lnTo>
                    <a:pt x="3372699" y="84021"/>
                  </a:lnTo>
                  <a:lnTo>
                    <a:pt x="3461365" y="64200"/>
                  </a:lnTo>
                  <a:lnTo>
                    <a:pt x="3548153" y="47395"/>
                  </a:lnTo>
                  <a:lnTo>
                    <a:pt x="3629184" y="33670"/>
                  </a:lnTo>
                  <a:lnTo>
                    <a:pt x="3700455" y="23017"/>
                  </a:lnTo>
                  <a:lnTo>
                    <a:pt x="3758568" y="15293"/>
                  </a:lnTo>
                  <a:lnTo>
                    <a:pt x="3801487" y="10188"/>
                  </a:lnTo>
                  <a:lnTo>
                    <a:pt x="3829072" y="7238"/>
                  </a:lnTo>
                  <a:lnTo>
                    <a:pt x="3843243" y="5870"/>
                  </a:lnTo>
                  <a:lnTo>
                    <a:pt x="3847804" y="546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1" y="5509"/>
                  </a:lnTo>
                  <a:lnTo>
                    <a:pt x="4396088" y="5976"/>
                  </a:lnTo>
                  <a:lnTo>
                    <a:pt x="4416093" y="7265"/>
                  </a:lnTo>
                  <a:lnTo>
                    <a:pt x="4451398" y="9796"/>
                  </a:lnTo>
                  <a:lnTo>
                    <a:pt x="4503089" y="13939"/>
                  </a:lnTo>
                  <a:lnTo>
                    <a:pt x="4569987" y="19967"/>
                  </a:lnTo>
                  <a:lnTo>
                    <a:pt x="4649048" y="28035"/>
                  </a:lnTo>
                  <a:lnTo>
                    <a:pt x="4736136" y="38189"/>
                  </a:lnTo>
                  <a:lnTo>
                    <a:pt x="4826900" y="50402"/>
                  </a:lnTo>
                  <a:lnTo>
                    <a:pt x="4917497" y="64622"/>
                  </a:lnTo>
                  <a:lnTo>
                    <a:pt x="5005014" y="80829"/>
                  </a:lnTo>
                  <a:lnTo>
                    <a:pt x="5087570" y="99058"/>
                  </a:lnTo>
                  <a:lnTo>
                    <a:pt x="5164223" y="119432"/>
                  </a:lnTo>
                  <a:lnTo>
                    <a:pt x="5234762" y="142159"/>
                  </a:lnTo>
                  <a:lnTo>
                    <a:pt x="5299498" y="167538"/>
                  </a:lnTo>
                  <a:lnTo>
                    <a:pt x="5359069" y="195948"/>
                  </a:lnTo>
                  <a:lnTo>
                    <a:pt x="5414302" y="227828"/>
                  </a:lnTo>
                  <a:lnTo>
                    <a:pt x="5466098" y="263644"/>
                  </a:lnTo>
                  <a:lnTo>
                    <a:pt x="5515356" y="303819"/>
                  </a:lnTo>
                  <a:lnTo>
                    <a:pt x="5562889" y="348628"/>
                  </a:lnTo>
                  <a:lnTo>
                    <a:pt x="5567201" y="352987"/>
                  </a:lnTo>
                  <a:lnTo>
                    <a:pt x="5606914" y="395362"/>
                  </a:lnTo>
                  <a:lnTo>
                    <a:pt x="5646244" y="441222"/>
                  </a:lnTo>
                  <a:lnTo>
                    <a:pt x="5685478" y="490632"/>
                  </a:lnTo>
                  <a:lnTo>
                    <a:pt x="5724833" y="543590"/>
                  </a:lnTo>
                  <a:lnTo>
                    <a:pt x="5764463" y="600006"/>
                  </a:lnTo>
                  <a:lnTo>
                    <a:pt x="5804465" y="659705"/>
                  </a:lnTo>
                  <a:lnTo>
                    <a:pt x="5844886" y="722420"/>
                  </a:lnTo>
                  <a:lnTo>
                    <a:pt x="5885727" y="787790"/>
                  </a:lnTo>
                  <a:lnTo>
                    <a:pt x="5926947" y="855368"/>
                  </a:lnTo>
                  <a:lnTo>
                    <a:pt x="5968475" y="924633"/>
                  </a:lnTo>
                  <a:lnTo>
                    <a:pt x="6010211" y="995002"/>
                  </a:lnTo>
                  <a:lnTo>
                    <a:pt x="6052039" y="1065851"/>
                  </a:lnTo>
                  <a:lnTo>
                    <a:pt x="6093835" y="1136539"/>
                  </a:lnTo>
                  <a:lnTo>
                    <a:pt x="6135480" y="1206430"/>
                  </a:lnTo>
                  <a:lnTo>
                    <a:pt x="6176865" y="1274919"/>
                  </a:lnTo>
                  <a:lnTo>
                    <a:pt x="6217902" y="1341450"/>
                  </a:lnTo>
                  <a:lnTo>
                    <a:pt x="6258535" y="1405539"/>
                  </a:lnTo>
                  <a:lnTo>
                    <a:pt x="6298743" y="1466780"/>
                  </a:lnTo>
                  <a:lnTo>
                    <a:pt x="6338549" y="1524861"/>
                  </a:lnTo>
                  <a:lnTo>
                    <a:pt x="6378026" y="1579558"/>
                  </a:lnTo>
                  <a:lnTo>
                    <a:pt x="6417297" y="1630742"/>
                  </a:lnTo>
                  <a:lnTo>
                    <a:pt x="6456548" y="1678367"/>
                  </a:lnTo>
                  <a:lnTo>
                    <a:pt x="6496029" y="1722466"/>
                  </a:lnTo>
                  <a:lnTo>
                    <a:pt x="6515891" y="1743158"/>
                  </a:lnTo>
                  <a:lnTo>
                    <a:pt x="6563300" y="1788397"/>
                  </a:lnTo>
                  <a:lnTo>
                    <a:pt x="6612367" y="1828990"/>
                  </a:lnTo>
                  <a:lnTo>
                    <a:pt x="6663893" y="1865191"/>
                  </a:lnTo>
                  <a:lnTo>
                    <a:pt x="6718771" y="1897414"/>
                  </a:lnTo>
                  <a:lnTo>
                    <a:pt x="6777907" y="1926125"/>
                  </a:lnTo>
                  <a:lnTo>
                    <a:pt x="6842137" y="1951766"/>
                  </a:lnTo>
                  <a:lnTo>
                    <a:pt x="6912123" y="1974723"/>
                  </a:lnTo>
                  <a:lnTo>
                    <a:pt x="6988212" y="1995303"/>
                  </a:lnTo>
                  <a:lnTo>
                    <a:pt x="7070251" y="2013724"/>
                  </a:lnTo>
                  <a:lnTo>
                    <a:pt x="7157375" y="2030113"/>
                  </a:lnTo>
                  <a:lnTo>
                    <a:pt x="7247795" y="2044517"/>
                  </a:lnTo>
                  <a:lnTo>
                    <a:pt x="7338691" y="2056916"/>
                  </a:lnTo>
                  <a:lnTo>
                    <a:pt x="7426296" y="2067262"/>
                  </a:lnTo>
                  <a:lnTo>
                    <a:pt x="7506279" y="2075522"/>
                  </a:lnTo>
                  <a:lnTo>
                    <a:pt x="7574446" y="2081733"/>
                  </a:lnTo>
                  <a:lnTo>
                    <a:pt x="7627619" y="2086039"/>
                  </a:lnTo>
                  <a:lnTo>
                    <a:pt x="7664422" y="2088705"/>
                  </a:lnTo>
                  <a:lnTo>
                    <a:pt x="7685729" y="2090091"/>
                  </a:lnTo>
                  <a:lnTo>
                    <a:pt x="7694650" y="2090615"/>
                  </a:lnTo>
                  <a:lnTo>
                    <a:pt x="7696237" y="2090701"/>
                  </a:lnTo>
                  <a:lnTo>
                    <a:pt x="8234974" y="2090701"/>
                  </a:lnTo>
                  <a:lnTo>
                    <a:pt x="8234974" y="2085256"/>
                  </a:ln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7" y="94"/>
                  </a:lnTo>
                  <a:lnTo>
                    <a:pt x="3839583" y="765"/>
                  </a:lnTo>
                  <a:lnTo>
                    <a:pt x="3821034" y="2621"/>
                  </a:lnTo>
                  <a:lnTo>
                    <a:pt x="3788165" y="6268"/>
                  </a:lnTo>
                  <a:lnTo>
                    <a:pt x="3739777" y="12249"/>
                  </a:lnTo>
                  <a:lnTo>
                    <a:pt x="3676716" y="20978"/>
                  </a:lnTo>
                  <a:lnTo>
                    <a:pt x="3601574" y="32704"/>
                  </a:lnTo>
                  <a:lnTo>
                    <a:pt x="3518052" y="47517"/>
                  </a:lnTo>
                  <a:lnTo>
                    <a:pt x="3430186" y="65392"/>
                  </a:lnTo>
                  <a:lnTo>
                    <a:pt x="3341669" y="86259"/>
                  </a:lnTo>
                  <a:lnTo>
                    <a:pt x="3255428" y="110067"/>
                  </a:lnTo>
                  <a:lnTo>
                    <a:pt x="3173460" y="136843"/>
                  </a:lnTo>
                  <a:lnTo>
                    <a:pt x="3096884" y="166721"/>
                  </a:lnTo>
                  <a:lnTo>
                    <a:pt x="3026094" y="199959"/>
                  </a:lnTo>
                  <a:lnTo>
                    <a:pt x="2960958" y="236943"/>
                  </a:lnTo>
                  <a:lnTo>
                    <a:pt x="2900985" y="278176"/>
                  </a:lnTo>
                  <a:lnTo>
                    <a:pt x="2845472" y="324259"/>
                  </a:lnTo>
                  <a:lnTo>
                    <a:pt x="2793607" y="375855"/>
                  </a:lnTo>
                  <a:lnTo>
                    <a:pt x="2744553" y="433618"/>
                  </a:lnTo>
                  <a:lnTo>
                    <a:pt x="2697511" y="498079"/>
                  </a:lnTo>
                  <a:lnTo>
                    <a:pt x="2667772" y="543545"/>
                  </a:lnTo>
                  <a:lnTo>
                    <a:pt x="2634287" y="599011"/>
                  </a:lnTo>
                  <a:lnTo>
                    <a:pt x="2601110" y="658326"/>
                  </a:lnTo>
                  <a:lnTo>
                    <a:pt x="2568058" y="721568"/>
                  </a:lnTo>
                  <a:lnTo>
                    <a:pt x="2534986" y="788761"/>
                  </a:lnTo>
                  <a:lnTo>
                    <a:pt x="2501783" y="859866"/>
                  </a:lnTo>
                  <a:lnTo>
                    <a:pt x="2468365" y="934780"/>
                  </a:lnTo>
                  <a:lnTo>
                    <a:pt x="2434679" y="1013325"/>
                  </a:lnTo>
                  <a:lnTo>
                    <a:pt x="2400698" y="1095255"/>
                  </a:lnTo>
                  <a:lnTo>
                    <a:pt x="2366415" y="1180247"/>
                  </a:lnTo>
                  <a:lnTo>
                    <a:pt x="2331847" y="1267911"/>
                  </a:lnTo>
                  <a:lnTo>
                    <a:pt x="2297028" y="1357792"/>
                  </a:lnTo>
                  <a:lnTo>
                    <a:pt x="2262008" y="1449380"/>
                  </a:lnTo>
                  <a:lnTo>
                    <a:pt x="2226849" y="1542120"/>
                  </a:lnTo>
                  <a:lnTo>
                    <a:pt x="2191619" y="1635429"/>
                  </a:lnTo>
                  <a:lnTo>
                    <a:pt x="2156394" y="1728708"/>
                  </a:lnTo>
                  <a:lnTo>
                    <a:pt x="2121245" y="1821357"/>
                  </a:lnTo>
                  <a:lnTo>
                    <a:pt x="2086243" y="1912794"/>
                  </a:lnTo>
                  <a:lnTo>
                    <a:pt x="2051448" y="2002470"/>
                  </a:lnTo>
                  <a:lnTo>
                    <a:pt x="2016908" y="2089880"/>
                  </a:lnTo>
                  <a:lnTo>
                    <a:pt x="1982656" y="2174575"/>
                  </a:lnTo>
                  <a:lnTo>
                    <a:pt x="1948705" y="2256170"/>
                  </a:lnTo>
                  <a:lnTo>
                    <a:pt x="1915049" y="2334353"/>
                  </a:lnTo>
                  <a:lnTo>
                    <a:pt x="1881656" y="2408883"/>
                  </a:lnTo>
                  <a:lnTo>
                    <a:pt x="1848470" y="2479590"/>
                  </a:lnTo>
                  <a:lnTo>
                    <a:pt x="1815406" y="2546379"/>
                  </a:lnTo>
                  <a:lnTo>
                    <a:pt x="1782348" y="2609215"/>
                  </a:lnTo>
                  <a:lnTo>
                    <a:pt x="1749149" y="2668131"/>
                  </a:lnTo>
                  <a:lnTo>
                    <a:pt x="1719082" y="2717729"/>
                  </a:lnTo>
                  <a:lnTo>
                    <a:pt x="1672969" y="2786672"/>
                  </a:lnTo>
                  <a:lnTo>
                    <a:pt x="1625304" y="2848730"/>
                  </a:lnTo>
                  <a:lnTo>
                    <a:pt x="1575355" y="2904252"/>
                  </a:lnTo>
                  <a:lnTo>
                    <a:pt x="1522301" y="2953831"/>
                  </a:lnTo>
                  <a:lnTo>
                    <a:pt x="1465307" y="2998133"/>
                  </a:lnTo>
                  <a:lnTo>
                    <a:pt x="1403589" y="3037806"/>
                  </a:lnTo>
                  <a:lnTo>
                    <a:pt x="1336503" y="3073420"/>
                  </a:lnTo>
                  <a:lnTo>
                    <a:pt x="1263669" y="3105438"/>
                  </a:lnTo>
                  <a:lnTo>
                    <a:pt x="1185116" y="3134202"/>
                  </a:lnTo>
                  <a:lnTo>
                    <a:pt x="1101474" y="3159924"/>
                  </a:lnTo>
                  <a:lnTo>
                    <a:pt x="1014156" y="3182698"/>
                  </a:lnTo>
                  <a:lnTo>
                    <a:pt x="925490" y="3202520"/>
                  </a:lnTo>
                  <a:lnTo>
                    <a:pt x="838702" y="3219324"/>
                  </a:lnTo>
                  <a:lnTo>
                    <a:pt x="757670" y="3233049"/>
                  </a:lnTo>
                  <a:lnTo>
                    <a:pt x="686400" y="3243703"/>
                  </a:lnTo>
                  <a:lnTo>
                    <a:pt x="628286" y="3251427"/>
                  </a:lnTo>
                  <a:lnTo>
                    <a:pt x="585367" y="3256531"/>
                  </a:lnTo>
                  <a:lnTo>
                    <a:pt x="557782" y="3259481"/>
                  </a:lnTo>
                  <a:lnTo>
                    <a:pt x="543611" y="3260850"/>
                  </a:lnTo>
                  <a:lnTo>
                    <a:pt x="539050" y="3261250"/>
                  </a:lnTo>
                  <a:lnTo>
                    <a:pt x="538736" y="3261275"/>
                  </a:lnTo>
                  <a:lnTo>
                    <a:pt x="0" y="3261275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56" name="pl1956"/>
            <p:cNvSpPr/>
            <p:nvPr/>
          </p:nvSpPr>
          <p:spPr>
            <a:xfrm>
              <a:off x="546595" y="2541708"/>
              <a:ext cx="8234974" cy="3261275"/>
            </a:xfrm>
            <a:custGeom>
              <a:avLst/>
              <a:pathLst>
                <a:path w="8234974" h="3261275">
                  <a:moveTo>
                    <a:pt x="0" y="3261275"/>
                  </a:moveTo>
                  <a:lnTo>
                    <a:pt x="538736" y="3261275"/>
                  </a:lnTo>
                  <a:lnTo>
                    <a:pt x="539867" y="3261181"/>
                  </a:lnTo>
                  <a:lnTo>
                    <a:pt x="547271" y="3260510"/>
                  </a:lnTo>
                  <a:lnTo>
                    <a:pt x="565821" y="3258654"/>
                  </a:lnTo>
                  <a:lnTo>
                    <a:pt x="598689" y="3255007"/>
                  </a:lnTo>
                  <a:lnTo>
                    <a:pt x="647078" y="3249026"/>
                  </a:lnTo>
                  <a:lnTo>
                    <a:pt x="710139" y="3240297"/>
                  </a:lnTo>
                  <a:lnTo>
                    <a:pt x="785281" y="3228571"/>
                  </a:lnTo>
                  <a:lnTo>
                    <a:pt x="868803" y="3213758"/>
                  </a:lnTo>
                  <a:lnTo>
                    <a:pt x="956669" y="3195883"/>
                  </a:lnTo>
                  <a:lnTo>
                    <a:pt x="1045185" y="3175016"/>
                  </a:lnTo>
                  <a:lnTo>
                    <a:pt x="1131426" y="3151208"/>
                  </a:lnTo>
                  <a:lnTo>
                    <a:pt x="1213394" y="3124432"/>
                  </a:lnTo>
                  <a:lnTo>
                    <a:pt x="1289971" y="3094554"/>
                  </a:lnTo>
                  <a:lnTo>
                    <a:pt x="1360760" y="3061316"/>
                  </a:lnTo>
                  <a:lnTo>
                    <a:pt x="1425896" y="3024332"/>
                  </a:lnTo>
                  <a:lnTo>
                    <a:pt x="1485869" y="2983099"/>
                  </a:lnTo>
                  <a:lnTo>
                    <a:pt x="1541383" y="2937016"/>
                  </a:lnTo>
                  <a:lnTo>
                    <a:pt x="1593247" y="2885420"/>
                  </a:lnTo>
                  <a:lnTo>
                    <a:pt x="1642302" y="2827657"/>
                  </a:lnTo>
                  <a:lnTo>
                    <a:pt x="1689344" y="2763196"/>
                  </a:lnTo>
                  <a:lnTo>
                    <a:pt x="1719082" y="2717729"/>
                  </a:lnTo>
                  <a:lnTo>
                    <a:pt x="1752567" y="2662263"/>
                  </a:lnTo>
                  <a:lnTo>
                    <a:pt x="1785744" y="2602949"/>
                  </a:lnTo>
                  <a:lnTo>
                    <a:pt x="1818796" y="2539707"/>
                  </a:lnTo>
                  <a:lnTo>
                    <a:pt x="1851868" y="2472514"/>
                  </a:lnTo>
                  <a:lnTo>
                    <a:pt x="1885072" y="2401409"/>
                  </a:lnTo>
                  <a:lnTo>
                    <a:pt x="1918490" y="2326495"/>
                  </a:lnTo>
                  <a:lnTo>
                    <a:pt x="1952175" y="2247950"/>
                  </a:lnTo>
                  <a:lnTo>
                    <a:pt x="1986157" y="2166020"/>
                  </a:lnTo>
                  <a:lnTo>
                    <a:pt x="2020440" y="2081028"/>
                  </a:lnTo>
                  <a:lnTo>
                    <a:pt x="2055008" y="1993364"/>
                  </a:lnTo>
                  <a:lnTo>
                    <a:pt x="2089827" y="1903483"/>
                  </a:lnTo>
                  <a:lnTo>
                    <a:pt x="2124847" y="1811895"/>
                  </a:lnTo>
                  <a:lnTo>
                    <a:pt x="2160006" y="1719155"/>
                  </a:lnTo>
                  <a:lnTo>
                    <a:pt x="2195235" y="1625845"/>
                  </a:lnTo>
                  <a:lnTo>
                    <a:pt x="2230461" y="1532567"/>
                  </a:lnTo>
                  <a:lnTo>
                    <a:pt x="2265609" y="1439918"/>
                  </a:lnTo>
                  <a:lnTo>
                    <a:pt x="2300611" y="1348481"/>
                  </a:lnTo>
                  <a:lnTo>
                    <a:pt x="2335406" y="1258805"/>
                  </a:lnTo>
                  <a:lnTo>
                    <a:pt x="2369947" y="1171395"/>
                  </a:lnTo>
                  <a:lnTo>
                    <a:pt x="2404199" y="1086700"/>
                  </a:lnTo>
                  <a:lnTo>
                    <a:pt x="2438149" y="1005105"/>
                  </a:lnTo>
                  <a:lnTo>
                    <a:pt x="2471806" y="926922"/>
                  </a:lnTo>
                  <a:lnTo>
                    <a:pt x="2505199" y="852392"/>
                  </a:lnTo>
                  <a:lnTo>
                    <a:pt x="2538385" y="781684"/>
                  </a:lnTo>
                  <a:lnTo>
                    <a:pt x="2571449" y="714896"/>
                  </a:lnTo>
                  <a:lnTo>
                    <a:pt x="2604506" y="652059"/>
                  </a:lnTo>
                  <a:lnTo>
                    <a:pt x="2637706" y="593144"/>
                  </a:lnTo>
                  <a:lnTo>
                    <a:pt x="2667772" y="543545"/>
                  </a:lnTo>
                  <a:lnTo>
                    <a:pt x="2713886" y="474603"/>
                  </a:lnTo>
                  <a:lnTo>
                    <a:pt x="2761551" y="412545"/>
                  </a:lnTo>
                  <a:lnTo>
                    <a:pt x="2811500" y="357023"/>
                  </a:lnTo>
                  <a:lnTo>
                    <a:pt x="2864553" y="307444"/>
                  </a:lnTo>
                  <a:lnTo>
                    <a:pt x="2921547" y="263142"/>
                  </a:lnTo>
                  <a:lnTo>
                    <a:pt x="2983266" y="223469"/>
                  </a:lnTo>
                  <a:lnTo>
                    <a:pt x="3050351" y="187855"/>
                  </a:lnTo>
                  <a:lnTo>
                    <a:pt x="3123186" y="155836"/>
                  </a:lnTo>
                  <a:lnTo>
                    <a:pt x="3201738" y="127073"/>
                  </a:lnTo>
                  <a:lnTo>
                    <a:pt x="3285381" y="101351"/>
                  </a:lnTo>
                  <a:lnTo>
                    <a:pt x="3372699" y="78577"/>
                  </a:lnTo>
                  <a:lnTo>
                    <a:pt x="3461365" y="58755"/>
                  </a:lnTo>
                  <a:lnTo>
                    <a:pt x="3548153" y="41951"/>
                  </a:lnTo>
                  <a:lnTo>
                    <a:pt x="3629184" y="28226"/>
                  </a:lnTo>
                  <a:lnTo>
                    <a:pt x="3700455" y="17572"/>
                  </a:lnTo>
                  <a:lnTo>
                    <a:pt x="3758568" y="9848"/>
                  </a:lnTo>
                  <a:lnTo>
                    <a:pt x="3801487" y="4744"/>
                  </a:lnTo>
                  <a:lnTo>
                    <a:pt x="3829072" y="1794"/>
                  </a:lnTo>
                  <a:lnTo>
                    <a:pt x="3843243" y="425"/>
                  </a:lnTo>
                  <a:lnTo>
                    <a:pt x="3847804" y="2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1" y="65"/>
                  </a:lnTo>
                  <a:lnTo>
                    <a:pt x="4396088" y="531"/>
                  </a:lnTo>
                  <a:lnTo>
                    <a:pt x="4416093" y="1820"/>
                  </a:lnTo>
                  <a:lnTo>
                    <a:pt x="4451398" y="4352"/>
                  </a:lnTo>
                  <a:lnTo>
                    <a:pt x="4503089" y="8494"/>
                  </a:lnTo>
                  <a:lnTo>
                    <a:pt x="4569987" y="14522"/>
                  </a:lnTo>
                  <a:lnTo>
                    <a:pt x="4649048" y="22591"/>
                  </a:lnTo>
                  <a:lnTo>
                    <a:pt x="4736136" y="32745"/>
                  </a:lnTo>
                  <a:lnTo>
                    <a:pt x="4826900" y="44957"/>
                  </a:lnTo>
                  <a:lnTo>
                    <a:pt x="4917497" y="59178"/>
                  </a:lnTo>
                  <a:lnTo>
                    <a:pt x="5005014" y="75384"/>
                  </a:lnTo>
                  <a:lnTo>
                    <a:pt x="5087570" y="93614"/>
                  </a:lnTo>
                  <a:lnTo>
                    <a:pt x="5164223" y="113987"/>
                  </a:lnTo>
                  <a:lnTo>
                    <a:pt x="5234762" y="136714"/>
                  </a:lnTo>
                  <a:lnTo>
                    <a:pt x="5299498" y="162093"/>
                  </a:lnTo>
                  <a:lnTo>
                    <a:pt x="5359069" y="190503"/>
                  </a:lnTo>
                  <a:lnTo>
                    <a:pt x="5414302" y="222384"/>
                  </a:lnTo>
                  <a:lnTo>
                    <a:pt x="5466098" y="258199"/>
                  </a:lnTo>
                  <a:lnTo>
                    <a:pt x="5515356" y="298375"/>
                  </a:lnTo>
                  <a:lnTo>
                    <a:pt x="5562889" y="343183"/>
                  </a:lnTo>
                  <a:lnTo>
                    <a:pt x="5567201" y="347542"/>
                  </a:lnTo>
                  <a:lnTo>
                    <a:pt x="5606914" y="389918"/>
                  </a:lnTo>
                  <a:lnTo>
                    <a:pt x="5646244" y="435777"/>
                  </a:lnTo>
                  <a:lnTo>
                    <a:pt x="5685478" y="485188"/>
                  </a:lnTo>
                  <a:lnTo>
                    <a:pt x="5724833" y="538145"/>
                  </a:lnTo>
                  <a:lnTo>
                    <a:pt x="5764463" y="594561"/>
                  </a:lnTo>
                  <a:lnTo>
                    <a:pt x="5804465" y="654261"/>
                  </a:lnTo>
                  <a:lnTo>
                    <a:pt x="5844886" y="716975"/>
                  </a:lnTo>
                  <a:lnTo>
                    <a:pt x="5885727" y="782345"/>
                  </a:lnTo>
                  <a:lnTo>
                    <a:pt x="5926947" y="849924"/>
                  </a:lnTo>
                  <a:lnTo>
                    <a:pt x="5968475" y="919189"/>
                  </a:lnTo>
                  <a:lnTo>
                    <a:pt x="6010211" y="989558"/>
                  </a:lnTo>
                  <a:lnTo>
                    <a:pt x="6052039" y="1060407"/>
                  </a:lnTo>
                  <a:lnTo>
                    <a:pt x="6093835" y="1131094"/>
                  </a:lnTo>
                  <a:lnTo>
                    <a:pt x="6135480" y="1200985"/>
                  </a:lnTo>
                  <a:lnTo>
                    <a:pt x="6176865" y="1269474"/>
                  </a:lnTo>
                  <a:lnTo>
                    <a:pt x="6217902" y="1336006"/>
                  </a:lnTo>
                  <a:lnTo>
                    <a:pt x="6258535" y="1400094"/>
                  </a:lnTo>
                  <a:lnTo>
                    <a:pt x="6298743" y="1461336"/>
                  </a:lnTo>
                  <a:lnTo>
                    <a:pt x="6338549" y="1519416"/>
                  </a:lnTo>
                  <a:lnTo>
                    <a:pt x="6378026" y="1574114"/>
                  </a:lnTo>
                  <a:lnTo>
                    <a:pt x="6417297" y="1625297"/>
                  </a:lnTo>
                  <a:lnTo>
                    <a:pt x="6456548" y="1672923"/>
                  </a:lnTo>
                  <a:lnTo>
                    <a:pt x="6496029" y="1717022"/>
                  </a:lnTo>
                  <a:lnTo>
                    <a:pt x="6515891" y="1737713"/>
                  </a:lnTo>
                  <a:lnTo>
                    <a:pt x="6563300" y="1782952"/>
                  </a:lnTo>
                  <a:lnTo>
                    <a:pt x="6612367" y="1823546"/>
                  </a:lnTo>
                  <a:lnTo>
                    <a:pt x="6663893" y="1859746"/>
                  </a:lnTo>
                  <a:lnTo>
                    <a:pt x="6718771" y="1891970"/>
                  </a:lnTo>
                  <a:lnTo>
                    <a:pt x="6777907" y="1920680"/>
                  </a:lnTo>
                  <a:lnTo>
                    <a:pt x="6842137" y="1946321"/>
                  </a:lnTo>
                  <a:lnTo>
                    <a:pt x="6912123" y="1969279"/>
                  </a:lnTo>
                  <a:lnTo>
                    <a:pt x="6988212" y="1989858"/>
                  </a:lnTo>
                  <a:lnTo>
                    <a:pt x="7070251" y="2008279"/>
                  </a:lnTo>
                  <a:lnTo>
                    <a:pt x="7157375" y="2024669"/>
                  </a:lnTo>
                  <a:lnTo>
                    <a:pt x="7247795" y="2039073"/>
                  </a:lnTo>
                  <a:lnTo>
                    <a:pt x="7338691" y="2051472"/>
                  </a:lnTo>
                  <a:lnTo>
                    <a:pt x="7426296" y="2061817"/>
                  </a:lnTo>
                  <a:lnTo>
                    <a:pt x="7506279" y="2070077"/>
                  </a:lnTo>
                  <a:lnTo>
                    <a:pt x="7574446" y="2076288"/>
                  </a:lnTo>
                  <a:lnTo>
                    <a:pt x="7627619" y="2080595"/>
                  </a:lnTo>
                  <a:lnTo>
                    <a:pt x="7664422" y="2083260"/>
                  </a:lnTo>
                  <a:lnTo>
                    <a:pt x="7685729" y="2084647"/>
                  </a:lnTo>
                  <a:lnTo>
                    <a:pt x="7694650" y="2085171"/>
                  </a:lnTo>
                  <a:lnTo>
                    <a:pt x="7696236" y="2085256"/>
                  </a:lnTo>
                  <a:lnTo>
                    <a:pt x="7696237" y="2085256"/>
                  </a:lnTo>
                  <a:lnTo>
                    <a:pt x="8234974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7" name="pl1957"/>
            <p:cNvSpPr/>
            <p:nvPr/>
          </p:nvSpPr>
          <p:spPr>
            <a:xfrm>
              <a:off x="546595" y="2536264"/>
              <a:ext cx="8234974" cy="3261275"/>
            </a:xfrm>
            <a:custGeom>
              <a:avLst/>
              <a:pathLst>
                <a:path w="8234974" h="3261275">
                  <a:moveTo>
                    <a:pt x="8234974" y="2085256"/>
                  </a:moveTo>
                  <a:lnTo>
                    <a:pt x="7696237" y="2085256"/>
                  </a:lnTo>
                  <a:lnTo>
                    <a:pt x="7695012" y="2085191"/>
                  </a:lnTo>
                  <a:lnTo>
                    <a:pt x="7687004" y="2084725"/>
                  </a:lnTo>
                  <a:lnTo>
                    <a:pt x="7666999" y="2083435"/>
                  </a:lnTo>
                  <a:lnTo>
                    <a:pt x="7631694" y="2080904"/>
                  </a:lnTo>
                  <a:lnTo>
                    <a:pt x="7580003" y="2076761"/>
                  </a:lnTo>
                  <a:lnTo>
                    <a:pt x="7513106" y="2070733"/>
                  </a:lnTo>
                  <a:lnTo>
                    <a:pt x="7434044" y="2062665"/>
                  </a:lnTo>
                  <a:lnTo>
                    <a:pt x="7346956" y="2052511"/>
                  </a:lnTo>
                  <a:lnTo>
                    <a:pt x="7256193" y="2040299"/>
                  </a:lnTo>
                  <a:lnTo>
                    <a:pt x="7165595" y="2026078"/>
                  </a:lnTo>
                  <a:lnTo>
                    <a:pt x="7078079" y="2009871"/>
                  </a:lnTo>
                  <a:lnTo>
                    <a:pt x="6995522" y="1991642"/>
                  </a:lnTo>
                  <a:lnTo>
                    <a:pt x="6918870" y="1971268"/>
                  </a:lnTo>
                  <a:lnTo>
                    <a:pt x="6848330" y="1948542"/>
                  </a:lnTo>
                  <a:lnTo>
                    <a:pt x="6783595" y="1923162"/>
                  </a:lnTo>
                  <a:lnTo>
                    <a:pt x="6724023" y="1894752"/>
                  </a:lnTo>
                  <a:lnTo>
                    <a:pt x="6668791" y="1862872"/>
                  </a:lnTo>
                  <a:lnTo>
                    <a:pt x="6616994" y="1827056"/>
                  </a:lnTo>
                  <a:lnTo>
                    <a:pt x="6567736" y="1786881"/>
                  </a:lnTo>
                  <a:lnTo>
                    <a:pt x="6520204" y="1742072"/>
                  </a:lnTo>
                  <a:lnTo>
                    <a:pt x="6515891" y="1737713"/>
                  </a:lnTo>
                  <a:lnTo>
                    <a:pt x="6476178" y="1695338"/>
                  </a:lnTo>
                  <a:lnTo>
                    <a:pt x="6436848" y="1649479"/>
                  </a:lnTo>
                  <a:lnTo>
                    <a:pt x="6397614" y="1600068"/>
                  </a:lnTo>
                  <a:lnTo>
                    <a:pt x="6358259" y="1547111"/>
                  </a:lnTo>
                  <a:lnTo>
                    <a:pt x="6318630" y="1490694"/>
                  </a:lnTo>
                  <a:lnTo>
                    <a:pt x="6278627" y="1430995"/>
                  </a:lnTo>
                  <a:lnTo>
                    <a:pt x="6238206" y="1368280"/>
                  </a:lnTo>
                  <a:lnTo>
                    <a:pt x="6197366" y="1302910"/>
                  </a:lnTo>
                  <a:lnTo>
                    <a:pt x="6156145" y="1235332"/>
                  </a:lnTo>
                  <a:lnTo>
                    <a:pt x="6114618" y="1166067"/>
                  </a:lnTo>
                  <a:lnTo>
                    <a:pt x="6072882" y="1095698"/>
                  </a:lnTo>
                  <a:lnTo>
                    <a:pt x="6031054" y="1024849"/>
                  </a:lnTo>
                  <a:lnTo>
                    <a:pt x="5989257" y="954161"/>
                  </a:lnTo>
                  <a:lnTo>
                    <a:pt x="5947612" y="884270"/>
                  </a:lnTo>
                  <a:lnTo>
                    <a:pt x="5906227" y="815782"/>
                  </a:lnTo>
                  <a:lnTo>
                    <a:pt x="5865190" y="749250"/>
                  </a:lnTo>
                  <a:lnTo>
                    <a:pt x="5824558" y="685161"/>
                  </a:lnTo>
                  <a:lnTo>
                    <a:pt x="5784350" y="623920"/>
                  </a:lnTo>
                  <a:lnTo>
                    <a:pt x="5744543" y="565840"/>
                  </a:lnTo>
                  <a:lnTo>
                    <a:pt x="5705067" y="511142"/>
                  </a:lnTo>
                  <a:lnTo>
                    <a:pt x="5665795" y="459958"/>
                  </a:lnTo>
                  <a:lnTo>
                    <a:pt x="5626545" y="412333"/>
                  </a:lnTo>
                  <a:lnTo>
                    <a:pt x="5587063" y="368234"/>
                  </a:lnTo>
                  <a:lnTo>
                    <a:pt x="5567201" y="347542"/>
                  </a:lnTo>
                  <a:lnTo>
                    <a:pt x="5519793" y="302304"/>
                  </a:lnTo>
                  <a:lnTo>
                    <a:pt x="5470725" y="261710"/>
                  </a:lnTo>
                  <a:lnTo>
                    <a:pt x="5419199" y="225509"/>
                  </a:lnTo>
                  <a:lnTo>
                    <a:pt x="5364321" y="193286"/>
                  </a:lnTo>
                  <a:lnTo>
                    <a:pt x="5305185" y="164575"/>
                  </a:lnTo>
                  <a:lnTo>
                    <a:pt x="5240956" y="138934"/>
                  </a:lnTo>
                  <a:lnTo>
                    <a:pt x="5170970" y="115977"/>
                  </a:lnTo>
                  <a:lnTo>
                    <a:pt x="5094881" y="95397"/>
                  </a:lnTo>
                  <a:lnTo>
                    <a:pt x="5012841" y="76976"/>
                  </a:lnTo>
                  <a:lnTo>
                    <a:pt x="4925718" y="60587"/>
                  </a:lnTo>
                  <a:lnTo>
                    <a:pt x="4835298" y="46183"/>
                  </a:lnTo>
                  <a:lnTo>
                    <a:pt x="4744401" y="33784"/>
                  </a:lnTo>
                  <a:lnTo>
                    <a:pt x="4656797" y="23438"/>
                  </a:lnTo>
                  <a:lnTo>
                    <a:pt x="4576814" y="15178"/>
                  </a:lnTo>
                  <a:lnTo>
                    <a:pt x="4508646" y="8967"/>
                  </a:lnTo>
                  <a:lnTo>
                    <a:pt x="4455474" y="4661"/>
                  </a:lnTo>
                  <a:lnTo>
                    <a:pt x="4418670" y="1995"/>
                  </a:lnTo>
                  <a:lnTo>
                    <a:pt x="4397363" y="609"/>
                  </a:lnTo>
                  <a:lnTo>
                    <a:pt x="4388443" y="85"/>
                  </a:lnTo>
                  <a:lnTo>
                    <a:pt x="4386856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7" y="94"/>
                  </a:lnTo>
                  <a:lnTo>
                    <a:pt x="3839583" y="765"/>
                  </a:lnTo>
                  <a:lnTo>
                    <a:pt x="3821034" y="2621"/>
                  </a:lnTo>
                  <a:lnTo>
                    <a:pt x="3788165" y="6268"/>
                  </a:lnTo>
                  <a:lnTo>
                    <a:pt x="3739777" y="12249"/>
                  </a:lnTo>
                  <a:lnTo>
                    <a:pt x="3676716" y="20978"/>
                  </a:lnTo>
                  <a:lnTo>
                    <a:pt x="3601574" y="32704"/>
                  </a:lnTo>
                  <a:lnTo>
                    <a:pt x="3518052" y="47517"/>
                  </a:lnTo>
                  <a:lnTo>
                    <a:pt x="3430186" y="65392"/>
                  </a:lnTo>
                  <a:lnTo>
                    <a:pt x="3341669" y="86259"/>
                  </a:lnTo>
                  <a:lnTo>
                    <a:pt x="3255428" y="110067"/>
                  </a:lnTo>
                  <a:lnTo>
                    <a:pt x="3173460" y="136843"/>
                  </a:lnTo>
                  <a:lnTo>
                    <a:pt x="3096884" y="166721"/>
                  </a:lnTo>
                  <a:lnTo>
                    <a:pt x="3026094" y="199959"/>
                  </a:lnTo>
                  <a:lnTo>
                    <a:pt x="2960958" y="236943"/>
                  </a:lnTo>
                  <a:lnTo>
                    <a:pt x="2900985" y="278176"/>
                  </a:lnTo>
                  <a:lnTo>
                    <a:pt x="2845472" y="324259"/>
                  </a:lnTo>
                  <a:lnTo>
                    <a:pt x="2793607" y="375855"/>
                  </a:lnTo>
                  <a:lnTo>
                    <a:pt x="2744553" y="433618"/>
                  </a:lnTo>
                  <a:lnTo>
                    <a:pt x="2697511" y="498079"/>
                  </a:lnTo>
                  <a:lnTo>
                    <a:pt x="2667772" y="543545"/>
                  </a:lnTo>
                  <a:lnTo>
                    <a:pt x="2634287" y="599011"/>
                  </a:lnTo>
                  <a:lnTo>
                    <a:pt x="2601110" y="658326"/>
                  </a:lnTo>
                  <a:lnTo>
                    <a:pt x="2568058" y="721568"/>
                  </a:lnTo>
                  <a:lnTo>
                    <a:pt x="2534986" y="788761"/>
                  </a:lnTo>
                  <a:lnTo>
                    <a:pt x="2501783" y="859866"/>
                  </a:lnTo>
                  <a:lnTo>
                    <a:pt x="2468365" y="934780"/>
                  </a:lnTo>
                  <a:lnTo>
                    <a:pt x="2434679" y="1013325"/>
                  </a:lnTo>
                  <a:lnTo>
                    <a:pt x="2400698" y="1095255"/>
                  </a:lnTo>
                  <a:lnTo>
                    <a:pt x="2366415" y="1180247"/>
                  </a:lnTo>
                  <a:lnTo>
                    <a:pt x="2331847" y="1267911"/>
                  </a:lnTo>
                  <a:lnTo>
                    <a:pt x="2297028" y="1357792"/>
                  </a:lnTo>
                  <a:lnTo>
                    <a:pt x="2262008" y="1449380"/>
                  </a:lnTo>
                  <a:lnTo>
                    <a:pt x="2226849" y="1542120"/>
                  </a:lnTo>
                  <a:lnTo>
                    <a:pt x="2191619" y="1635429"/>
                  </a:lnTo>
                  <a:lnTo>
                    <a:pt x="2156394" y="1728708"/>
                  </a:lnTo>
                  <a:lnTo>
                    <a:pt x="2121245" y="1821357"/>
                  </a:lnTo>
                  <a:lnTo>
                    <a:pt x="2086243" y="1912794"/>
                  </a:lnTo>
                  <a:lnTo>
                    <a:pt x="2051448" y="2002470"/>
                  </a:lnTo>
                  <a:lnTo>
                    <a:pt x="2016908" y="2089880"/>
                  </a:lnTo>
                  <a:lnTo>
                    <a:pt x="1982656" y="2174575"/>
                  </a:lnTo>
                  <a:lnTo>
                    <a:pt x="1948705" y="2256170"/>
                  </a:lnTo>
                  <a:lnTo>
                    <a:pt x="1915049" y="2334353"/>
                  </a:lnTo>
                  <a:lnTo>
                    <a:pt x="1881656" y="2408883"/>
                  </a:lnTo>
                  <a:lnTo>
                    <a:pt x="1848470" y="2479590"/>
                  </a:lnTo>
                  <a:lnTo>
                    <a:pt x="1815406" y="2546379"/>
                  </a:lnTo>
                  <a:lnTo>
                    <a:pt x="1782348" y="2609215"/>
                  </a:lnTo>
                  <a:lnTo>
                    <a:pt x="1749149" y="2668131"/>
                  </a:lnTo>
                  <a:lnTo>
                    <a:pt x="1719082" y="2717729"/>
                  </a:lnTo>
                  <a:lnTo>
                    <a:pt x="1672969" y="2786672"/>
                  </a:lnTo>
                  <a:lnTo>
                    <a:pt x="1625304" y="2848730"/>
                  </a:lnTo>
                  <a:lnTo>
                    <a:pt x="1575355" y="2904252"/>
                  </a:lnTo>
                  <a:lnTo>
                    <a:pt x="1522301" y="2953831"/>
                  </a:lnTo>
                  <a:lnTo>
                    <a:pt x="1465307" y="2998133"/>
                  </a:lnTo>
                  <a:lnTo>
                    <a:pt x="1403589" y="3037806"/>
                  </a:lnTo>
                  <a:lnTo>
                    <a:pt x="1336503" y="3073420"/>
                  </a:lnTo>
                  <a:lnTo>
                    <a:pt x="1263669" y="3105438"/>
                  </a:lnTo>
                  <a:lnTo>
                    <a:pt x="1185116" y="3134202"/>
                  </a:lnTo>
                  <a:lnTo>
                    <a:pt x="1101474" y="3159924"/>
                  </a:lnTo>
                  <a:lnTo>
                    <a:pt x="1014156" y="3182698"/>
                  </a:lnTo>
                  <a:lnTo>
                    <a:pt x="925490" y="3202520"/>
                  </a:lnTo>
                  <a:lnTo>
                    <a:pt x="838702" y="3219324"/>
                  </a:lnTo>
                  <a:lnTo>
                    <a:pt x="757670" y="3233049"/>
                  </a:lnTo>
                  <a:lnTo>
                    <a:pt x="686400" y="3243703"/>
                  </a:lnTo>
                  <a:lnTo>
                    <a:pt x="628286" y="3251427"/>
                  </a:lnTo>
                  <a:lnTo>
                    <a:pt x="585367" y="3256531"/>
                  </a:lnTo>
                  <a:lnTo>
                    <a:pt x="557782" y="3259481"/>
                  </a:lnTo>
                  <a:lnTo>
                    <a:pt x="543611" y="3260850"/>
                  </a:lnTo>
                  <a:lnTo>
                    <a:pt x="539050" y="3261250"/>
                  </a:lnTo>
                  <a:lnTo>
                    <a:pt x="538736" y="3261275"/>
                  </a:lnTo>
                  <a:lnTo>
                    <a:pt x="0" y="3261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8" name="pg1958"/>
            <p:cNvSpPr/>
            <p:nvPr/>
          </p:nvSpPr>
          <p:spPr>
            <a:xfrm>
              <a:off x="546595" y="5753984"/>
              <a:ext cx="8234974" cy="217781"/>
            </a:xfrm>
            <a:custGeom>
              <a:avLst/>
              <a:pathLst>
                <a:path w="8234974" h="217781">
                  <a:moveTo>
                    <a:pt x="0" y="81668"/>
                  </a:moveTo>
                  <a:lnTo>
                    <a:pt x="538736" y="81668"/>
                  </a:lnTo>
                  <a:lnTo>
                    <a:pt x="540039" y="81672"/>
                  </a:lnTo>
                  <a:lnTo>
                    <a:pt x="548536" y="81704"/>
                  </a:lnTo>
                  <a:lnTo>
                    <a:pt x="569716" y="81794"/>
                  </a:lnTo>
                  <a:lnTo>
                    <a:pt x="606977" y="81970"/>
                  </a:lnTo>
                  <a:lnTo>
                    <a:pt x="661291" y="82257"/>
                  </a:lnTo>
                  <a:lnTo>
                    <a:pt x="731197" y="82674"/>
                  </a:lnTo>
                  <a:lnTo>
                    <a:pt x="813280" y="83231"/>
                  </a:lnTo>
                  <a:lnTo>
                    <a:pt x="903057" y="83929"/>
                  </a:lnTo>
                  <a:lnTo>
                    <a:pt x="995944" y="84767"/>
                  </a:lnTo>
                  <a:lnTo>
                    <a:pt x="1088010" y="85741"/>
                  </a:lnTo>
                  <a:lnTo>
                    <a:pt x="1176370" y="86850"/>
                  </a:lnTo>
                  <a:lnTo>
                    <a:pt x="1259258" y="88098"/>
                  </a:lnTo>
                  <a:lnTo>
                    <a:pt x="1335877" y="89495"/>
                  </a:lnTo>
                  <a:lnTo>
                    <a:pt x="1406170" y="91057"/>
                  </a:lnTo>
                  <a:lnTo>
                    <a:pt x="1470582" y="92807"/>
                  </a:lnTo>
                  <a:lnTo>
                    <a:pt x="1529867" y="94772"/>
                  </a:lnTo>
                  <a:lnTo>
                    <a:pt x="1584940" y="96983"/>
                  </a:lnTo>
                  <a:lnTo>
                    <a:pt x="1636769" y="99474"/>
                  </a:lnTo>
                  <a:lnTo>
                    <a:pt x="1686286" y="102269"/>
                  </a:lnTo>
                  <a:lnTo>
                    <a:pt x="1719082" y="104353"/>
                  </a:lnTo>
                  <a:lnTo>
                    <a:pt x="1771758" y="108078"/>
                  </a:lnTo>
                  <a:lnTo>
                    <a:pt x="1823930" y="112208"/>
                  </a:lnTo>
                  <a:lnTo>
                    <a:pt x="1876190" y="116747"/>
                  </a:lnTo>
                  <a:lnTo>
                    <a:pt x="1928927" y="121685"/>
                  </a:lnTo>
                  <a:lnTo>
                    <a:pt x="1982350" y="126991"/>
                  </a:lnTo>
                  <a:lnTo>
                    <a:pt x="2036518" y="132619"/>
                  </a:lnTo>
                  <a:lnTo>
                    <a:pt x="2091356" y="138503"/>
                  </a:lnTo>
                  <a:lnTo>
                    <a:pt x="2146685" y="144561"/>
                  </a:lnTo>
                  <a:lnTo>
                    <a:pt x="2202254" y="150700"/>
                  </a:lnTo>
                  <a:lnTo>
                    <a:pt x="2257776" y="156825"/>
                  </a:lnTo>
                  <a:lnTo>
                    <a:pt x="2312974" y="162837"/>
                  </a:lnTo>
                  <a:lnTo>
                    <a:pt x="2367614" y="168647"/>
                  </a:lnTo>
                  <a:lnTo>
                    <a:pt x="2421548" y="174180"/>
                  </a:lnTo>
                  <a:lnTo>
                    <a:pt x="2474740" y="179373"/>
                  </a:lnTo>
                  <a:lnTo>
                    <a:pt x="2527294" y="184187"/>
                  </a:lnTo>
                  <a:lnTo>
                    <a:pt x="2579476" y="188596"/>
                  </a:lnTo>
                  <a:lnTo>
                    <a:pt x="2631733" y="192596"/>
                  </a:lnTo>
                  <a:lnTo>
                    <a:pt x="2667772" y="195095"/>
                  </a:lnTo>
                  <a:lnTo>
                    <a:pt x="2716187" y="198107"/>
                  </a:lnTo>
                  <a:lnTo>
                    <a:pt x="2766348" y="200802"/>
                  </a:lnTo>
                  <a:lnTo>
                    <a:pt x="2819109" y="203200"/>
                  </a:lnTo>
                  <a:lnTo>
                    <a:pt x="2875423" y="205329"/>
                  </a:lnTo>
                  <a:lnTo>
                    <a:pt x="2936251" y="207222"/>
                  </a:lnTo>
                  <a:lnTo>
                    <a:pt x="3002471" y="208909"/>
                  </a:lnTo>
                  <a:lnTo>
                    <a:pt x="3074756" y="210416"/>
                  </a:lnTo>
                  <a:lnTo>
                    <a:pt x="3153414" y="211765"/>
                  </a:lnTo>
                  <a:lnTo>
                    <a:pt x="3238179" y="212968"/>
                  </a:lnTo>
                  <a:lnTo>
                    <a:pt x="3327967" y="214033"/>
                  </a:lnTo>
                  <a:lnTo>
                    <a:pt x="3420663" y="214964"/>
                  </a:lnTo>
                  <a:lnTo>
                    <a:pt x="3513026" y="215758"/>
                  </a:lnTo>
                  <a:lnTo>
                    <a:pt x="3600857" y="216411"/>
                  </a:lnTo>
                  <a:lnTo>
                    <a:pt x="3679506" y="216922"/>
                  </a:lnTo>
                  <a:lnTo>
                    <a:pt x="3744724" y="217296"/>
                  </a:lnTo>
                  <a:lnTo>
                    <a:pt x="3793639" y="217546"/>
                  </a:lnTo>
                  <a:lnTo>
                    <a:pt x="3825536" y="217691"/>
                  </a:lnTo>
                  <a:lnTo>
                    <a:pt x="3842188" y="217759"/>
                  </a:lnTo>
                  <a:lnTo>
                    <a:pt x="3847700" y="217779"/>
                  </a:lnTo>
                  <a:lnTo>
                    <a:pt x="3848118" y="217781"/>
                  </a:lnTo>
                  <a:lnTo>
                    <a:pt x="4386855" y="217781"/>
                  </a:lnTo>
                  <a:lnTo>
                    <a:pt x="4388157" y="217774"/>
                  </a:lnTo>
                  <a:lnTo>
                    <a:pt x="4396651" y="217723"/>
                  </a:lnTo>
                  <a:lnTo>
                    <a:pt x="4417823" y="217584"/>
                  </a:lnTo>
                  <a:lnTo>
                    <a:pt x="4455071" y="217309"/>
                  </a:lnTo>
                  <a:lnTo>
                    <a:pt x="4509369" y="216861"/>
                  </a:lnTo>
                  <a:lnTo>
                    <a:pt x="4579255" y="216211"/>
                  </a:lnTo>
                  <a:lnTo>
                    <a:pt x="4661318" y="215343"/>
                  </a:lnTo>
                  <a:lnTo>
                    <a:pt x="4751078" y="214254"/>
                  </a:lnTo>
                  <a:lnTo>
                    <a:pt x="4843952" y="212948"/>
                  </a:lnTo>
                  <a:lnTo>
                    <a:pt x="4936009" y="211429"/>
                  </a:lnTo>
                  <a:lnTo>
                    <a:pt x="5024364" y="209699"/>
                  </a:lnTo>
                  <a:lnTo>
                    <a:pt x="5107250" y="207752"/>
                  </a:lnTo>
                  <a:lnTo>
                    <a:pt x="5183870" y="205574"/>
                  </a:lnTo>
                  <a:lnTo>
                    <a:pt x="5254164" y="203137"/>
                  </a:lnTo>
                  <a:lnTo>
                    <a:pt x="5318578" y="200409"/>
                  </a:lnTo>
                  <a:lnTo>
                    <a:pt x="5377865" y="197345"/>
                  </a:lnTo>
                  <a:lnTo>
                    <a:pt x="5432939" y="193896"/>
                  </a:lnTo>
                  <a:lnTo>
                    <a:pt x="5484768" y="190013"/>
                  </a:lnTo>
                  <a:lnTo>
                    <a:pt x="5534283" y="185654"/>
                  </a:lnTo>
                  <a:lnTo>
                    <a:pt x="5567201" y="182391"/>
                  </a:lnTo>
                  <a:lnTo>
                    <a:pt x="5619708" y="176600"/>
                  </a:lnTo>
                  <a:lnTo>
                    <a:pt x="5671713" y="170181"/>
                  </a:lnTo>
                  <a:lnTo>
                    <a:pt x="5723802" y="163128"/>
                  </a:lnTo>
                  <a:lnTo>
                    <a:pt x="5776361" y="155457"/>
                  </a:lnTo>
                  <a:lnTo>
                    <a:pt x="5829602" y="147214"/>
                  </a:lnTo>
                  <a:lnTo>
                    <a:pt x="5883583" y="138470"/>
                  </a:lnTo>
                  <a:lnTo>
                    <a:pt x="5938232" y="129329"/>
                  </a:lnTo>
                  <a:lnTo>
                    <a:pt x="5993373" y="119914"/>
                  </a:lnTo>
                  <a:lnTo>
                    <a:pt x="6048760" y="110368"/>
                  </a:lnTo>
                  <a:lnTo>
                    <a:pt x="6104109" y="100842"/>
                  </a:lnTo>
                  <a:lnTo>
                    <a:pt x="6159144" y="91485"/>
                  </a:lnTo>
                  <a:lnTo>
                    <a:pt x="6213632" y="82436"/>
                  </a:lnTo>
                  <a:lnTo>
                    <a:pt x="6267422" y="73814"/>
                  </a:lnTo>
                  <a:lnTo>
                    <a:pt x="6320474" y="65713"/>
                  </a:lnTo>
                  <a:lnTo>
                    <a:pt x="6372884" y="58200"/>
                  </a:lnTo>
                  <a:lnTo>
                    <a:pt x="6424906" y="51311"/>
                  </a:lnTo>
                  <a:lnTo>
                    <a:pt x="6476976" y="45058"/>
                  </a:lnTo>
                  <a:lnTo>
                    <a:pt x="6515891" y="40834"/>
                  </a:lnTo>
                  <a:lnTo>
                    <a:pt x="6564300" y="36136"/>
                  </a:lnTo>
                  <a:lnTo>
                    <a:pt x="6614453" y="31932"/>
                  </a:lnTo>
                  <a:lnTo>
                    <a:pt x="6667206" y="28191"/>
                  </a:lnTo>
                  <a:lnTo>
                    <a:pt x="6723511" y="24870"/>
                  </a:lnTo>
                  <a:lnTo>
                    <a:pt x="6784328" y="21917"/>
                  </a:lnTo>
                  <a:lnTo>
                    <a:pt x="6850535" y="19286"/>
                  </a:lnTo>
                  <a:lnTo>
                    <a:pt x="6922805" y="16935"/>
                  </a:lnTo>
                  <a:lnTo>
                    <a:pt x="7001447" y="14832"/>
                  </a:lnTo>
                  <a:lnTo>
                    <a:pt x="7086194" y="12955"/>
                  </a:lnTo>
                  <a:lnTo>
                    <a:pt x="7175965" y="11292"/>
                  </a:lnTo>
                  <a:lnTo>
                    <a:pt x="7268646" y="9840"/>
                  </a:lnTo>
                  <a:lnTo>
                    <a:pt x="7361001" y="8602"/>
                  </a:lnTo>
                  <a:lnTo>
                    <a:pt x="7448831" y="7583"/>
                  </a:lnTo>
                  <a:lnTo>
                    <a:pt x="7527491" y="6785"/>
                  </a:lnTo>
                  <a:lnTo>
                    <a:pt x="7592729" y="6201"/>
                  </a:lnTo>
                  <a:lnTo>
                    <a:pt x="7641672" y="5812"/>
                  </a:lnTo>
                  <a:lnTo>
                    <a:pt x="7673602" y="5585"/>
                  </a:lnTo>
                  <a:lnTo>
                    <a:pt x="7690283" y="5478"/>
                  </a:lnTo>
                  <a:lnTo>
                    <a:pt x="7695814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7"/>
                  </a:lnTo>
                  <a:lnTo>
                    <a:pt x="7686442" y="57"/>
                  </a:lnTo>
                  <a:lnTo>
                    <a:pt x="7665269" y="197"/>
                  </a:lnTo>
                  <a:lnTo>
                    <a:pt x="7628021" y="471"/>
                  </a:lnTo>
                  <a:lnTo>
                    <a:pt x="7573723" y="919"/>
                  </a:lnTo>
                  <a:lnTo>
                    <a:pt x="7503837" y="1569"/>
                  </a:lnTo>
                  <a:lnTo>
                    <a:pt x="7421774" y="2437"/>
                  </a:lnTo>
                  <a:lnTo>
                    <a:pt x="7332014" y="3526"/>
                  </a:lnTo>
                  <a:lnTo>
                    <a:pt x="7239140" y="4833"/>
                  </a:lnTo>
                  <a:lnTo>
                    <a:pt x="7147084" y="6352"/>
                  </a:lnTo>
                  <a:lnTo>
                    <a:pt x="7058729" y="8081"/>
                  </a:lnTo>
                  <a:lnTo>
                    <a:pt x="6975843" y="10028"/>
                  </a:lnTo>
                  <a:lnTo>
                    <a:pt x="6899223" y="12207"/>
                  </a:lnTo>
                  <a:lnTo>
                    <a:pt x="6828928" y="14643"/>
                  </a:lnTo>
                  <a:lnTo>
                    <a:pt x="6764514" y="17371"/>
                  </a:lnTo>
                  <a:lnTo>
                    <a:pt x="6705228" y="20436"/>
                  </a:lnTo>
                  <a:lnTo>
                    <a:pt x="6650153" y="23884"/>
                  </a:lnTo>
                  <a:lnTo>
                    <a:pt x="6598324" y="27767"/>
                  </a:lnTo>
                  <a:lnTo>
                    <a:pt x="6548809" y="32126"/>
                  </a:lnTo>
                  <a:lnTo>
                    <a:pt x="6515891" y="35389"/>
                  </a:lnTo>
                  <a:lnTo>
                    <a:pt x="6463384" y="41181"/>
                  </a:lnTo>
                  <a:lnTo>
                    <a:pt x="6411380" y="47599"/>
                  </a:lnTo>
                  <a:lnTo>
                    <a:pt x="6359290" y="54652"/>
                  </a:lnTo>
                  <a:lnTo>
                    <a:pt x="6306731" y="62323"/>
                  </a:lnTo>
                  <a:lnTo>
                    <a:pt x="6253490" y="70567"/>
                  </a:lnTo>
                  <a:lnTo>
                    <a:pt x="6199510" y="79310"/>
                  </a:lnTo>
                  <a:lnTo>
                    <a:pt x="6144861" y="88452"/>
                  </a:lnTo>
                  <a:lnTo>
                    <a:pt x="6089719" y="97867"/>
                  </a:lnTo>
                  <a:lnTo>
                    <a:pt x="6034333" y="107413"/>
                  </a:lnTo>
                  <a:lnTo>
                    <a:pt x="5978983" y="116939"/>
                  </a:lnTo>
                  <a:lnTo>
                    <a:pt x="5923949" y="126296"/>
                  </a:lnTo>
                  <a:lnTo>
                    <a:pt x="5869460" y="135345"/>
                  </a:lnTo>
                  <a:lnTo>
                    <a:pt x="5815670" y="143967"/>
                  </a:lnTo>
                  <a:lnTo>
                    <a:pt x="5762619" y="152067"/>
                  </a:lnTo>
                  <a:lnTo>
                    <a:pt x="5710209" y="159580"/>
                  </a:lnTo>
                  <a:lnTo>
                    <a:pt x="5658186" y="166469"/>
                  </a:lnTo>
                  <a:lnTo>
                    <a:pt x="5606116" y="172723"/>
                  </a:lnTo>
                  <a:lnTo>
                    <a:pt x="5567201" y="176947"/>
                  </a:lnTo>
                  <a:lnTo>
                    <a:pt x="5518793" y="181644"/>
                  </a:lnTo>
                  <a:lnTo>
                    <a:pt x="5468640" y="185849"/>
                  </a:lnTo>
                  <a:lnTo>
                    <a:pt x="5415887" y="189589"/>
                  </a:lnTo>
                  <a:lnTo>
                    <a:pt x="5359582" y="192910"/>
                  </a:lnTo>
                  <a:lnTo>
                    <a:pt x="5298764" y="195863"/>
                  </a:lnTo>
                  <a:lnTo>
                    <a:pt x="5232557" y="198495"/>
                  </a:lnTo>
                  <a:lnTo>
                    <a:pt x="5160287" y="200846"/>
                  </a:lnTo>
                  <a:lnTo>
                    <a:pt x="5081646" y="202949"/>
                  </a:lnTo>
                  <a:lnTo>
                    <a:pt x="4996899" y="204825"/>
                  </a:lnTo>
                  <a:lnTo>
                    <a:pt x="4907128" y="206488"/>
                  </a:lnTo>
                  <a:lnTo>
                    <a:pt x="4814447" y="207940"/>
                  </a:lnTo>
                  <a:lnTo>
                    <a:pt x="4722091" y="209179"/>
                  </a:lnTo>
                  <a:lnTo>
                    <a:pt x="4634261" y="210198"/>
                  </a:lnTo>
                  <a:lnTo>
                    <a:pt x="4555602" y="210996"/>
                  </a:lnTo>
                  <a:lnTo>
                    <a:pt x="4490363" y="211580"/>
                  </a:lnTo>
                  <a:lnTo>
                    <a:pt x="4441420" y="211969"/>
                  </a:lnTo>
                  <a:lnTo>
                    <a:pt x="4409491" y="212196"/>
                  </a:lnTo>
                  <a:lnTo>
                    <a:pt x="4392810" y="212302"/>
                  </a:lnTo>
                  <a:lnTo>
                    <a:pt x="4387278" y="212334"/>
                  </a:lnTo>
                  <a:lnTo>
                    <a:pt x="4386855" y="212336"/>
                  </a:lnTo>
                  <a:lnTo>
                    <a:pt x="3848118" y="212336"/>
                  </a:lnTo>
                  <a:lnTo>
                    <a:pt x="3846816" y="212332"/>
                  </a:lnTo>
                  <a:lnTo>
                    <a:pt x="3838319" y="212299"/>
                  </a:lnTo>
                  <a:lnTo>
                    <a:pt x="3817139" y="212210"/>
                  </a:lnTo>
                  <a:lnTo>
                    <a:pt x="3779878" y="212034"/>
                  </a:lnTo>
                  <a:lnTo>
                    <a:pt x="3725563" y="211747"/>
                  </a:lnTo>
                  <a:lnTo>
                    <a:pt x="3655657" y="211330"/>
                  </a:lnTo>
                  <a:lnTo>
                    <a:pt x="3573575" y="210773"/>
                  </a:lnTo>
                  <a:lnTo>
                    <a:pt x="3483798" y="210075"/>
                  </a:lnTo>
                  <a:lnTo>
                    <a:pt x="3390910" y="209237"/>
                  </a:lnTo>
                  <a:lnTo>
                    <a:pt x="3298845" y="208263"/>
                  </a:lnTo>
                  <a:lnTo>
                    <a:pt x="3210485" y="207154"/>
                  </a:lnTo>
                  <a:lnTo>
                    <a:pt x="3127597" y="205906"/>
                  </a:lnTo>
                  <a:lnTo>
                    <a:pt x="3050978" y="204509"/>
                  </a:lnTo>
                  <a:lnTo>
                    <a:pt x="2980685" y="202946"/>
                  </a:lnTo>
                  <a:lnTo>
                    <a:pt x="2916273" y="201197"/>
                  </a:lnTo>
                  <a:lnTo>
                    <a:pt x="2856988" y="199232"/>
                  </a:lnTo>
                  <a:lnTo>
                    <a:pt x="2801915" y="197020"/>
                  </a:lnTo>
                  <a:lnTo>
                    <a:pt x="2750085" y="194530"/>
                  </a:lnTo>
                  <a:lnTo>
                    <a:pt x="2700568" y="191735"/>
                  </a:lnTo>
                  <a:lnTo>
                    <a:pt x="2667772" y="189651"/>
                  </a:lnTo>
                  <a:lnTo>
                    <a:pt x="2615097" y="185926"/>
                  </a:lnTo>
                  <a:lnTo>
                    <a:pt x="2562925" y="181796"/>
                  </a:lnTo>
                  <a:lnTo>
                    <a:pt x="2510664" y="177257"/>
                  </a:lnTo>
                  <a:lnTo>
                    <a:pt x="2457928" y="172319"/>
                  </a:lnTo>
                  <a:lnTo>
                    <a:pt x="2404504" y="167013"/>
                  </a:lnTo>
                  <a:lnTo>
                    <a:pt x="2350336" y="161385"/>
                  </a:lnTo>
                  <a:lnTo>
                    <a:pt x="2295498" y="155501"/>
                  </a:lnTo>
                  <a:lnTo>
                    <a:pt x="2240169" y="149443"/>
                  </a:lnTo>
                  <a:lnTo>
                    <a:pt x="2184601" y="143303"/>
                  </a:lnTo>
                  <a:lnTo>
                    <a:pt x="2129079" y="137179"/>
                  </a:lnTo>
                  <a:lnTo>
                    <a:pt x="2073881" y="131167"/>
                  </a:lnTo>
                  <a:lnTo>
                    <a:pt x="2019241" y="125357"/>
                  </a:lnTo>
                  <a:lnTo>
                    <a:pt x="1965307" y="119824"/>
                  </a:lnTo>
                  <a:lnTo>
                    <a:pt x="1912115" y="114631"/>
                  </a:lnTo>
                  <a:lnTo>
                    <a:pt x="1859560" y="109817"/>
                  </a:lnTo>
                  <a:lnTo>
                    <a:pt x="1807379" y="105408"/>
                  </a:lnTo>
                  <a:lnTo>
                    <a:pt x="1755122" y="101408"/>
                  </a:lnTo>
                  <a:lnTo>
                    <a:pt x="1719082" y="98909"/>
                  </a:lnTo>
                  <a:lnTo>
                    <a:pt x="1670667" y="95897"/>
                  </a:lnTo>
                  <a:lnTo>
                    <a:pt x="1620507" y="93201"/>
                  </a:lnTo>
                  <a:lnTo>
                    <a:pt x="1567746" y="90804"/>
                  </a:lnTo>
                  <a:lnTo>
                    <a:pt x="1511432" y="88674"/>
                  </a:lnTo>
                  <a:lnTo>
                    <a:pt x="1450603" y="86782"/>
                  </a:lnTo>
                  <a:lnTo>
                    <a:pt x="1384383" y="85095"/>
                  </a:lnTo>
                  <a:lnTo>
                    <a:pt x="1312098" y="83587"/>
                  </a:lnTo>
                  <a:lnTo>
                    <a:pt x="1233440" y="82239"/>
                  </a:lnTo>
                  <a:lnTo>
                    <a:pt x="1148675" y="81036"/>
                  </a:lnTo>
                  <a:lnTo>
                    <a:pt x="1058888" y="79970"/>
                  </a:lnTo>
                  <a:lnTo>
                    <a:pt x="966192" y="79040"/>
                  </a:lnTo>
                  <a:lnTo>
                    <a:pt x="873828" y="78246"/>
                  </a:lnTo>
                  <a:lnTo>
                    <a:pt x="785998" y="77593"/>
                  </a:lnTo>
                  <a:lnTo>
                    <a:pt x="707349" y="77082"/>
                  </a:lnTo>
                  <a:lnTo>
                    <a:pt x="642130" y="76707"/>
                  </a:lnTo>
                  <a:lnTo>
                    <a:pt x="593216" y="76458"/>
                  </a:lnTo>
                  <a:lnTo>
                    <a:pt x="561318" y="76313"/>
                  </a:lnTo>
                  <a:lnTo>
                    <a:pt x="544666" y="76245"/>
                  </a:lnTo>
                  <a:lnTo>
                    <a:pt x="539155" y="76224"/>
                  </a:lnTo>
                  <a:lnTo>
                    <a:pt x="538736" y="76223"/>
                  </a:lnTo>
                  <a:lnTo>
                    <a:pt x="0" y="76223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59" name="pl1959"/>
            <p:cNvSpPr/>
            <p:nvPr/>
          </p:nvSpPr>
          <p:spPr>
            <a:xfrm>
              <a:off x="546595" y="5759428"/>
              <a:ext cx="8234974" cy="212336"/>
            </a:xfrm>
            <a:custGeom>
              <a:avLst/>
              <a:pathLst>
                <a:path w="8234974" h="212336">
                  <a:moveTo>
                    <a:pt x="0" y="76223"/>
                  </a:moveTo>
                  <a:lnTo>
                    <a:pt x="538736" y="76223"/>
                  </a:lnTo>
                  <a:lnTo>
                    <a:pt x="540039" y="76228"/>
                  </a:lnTo>
                  <a:lnTo>
                    <a:pt x="548536" y="76260"/>
                  </a:lnTo>
                  <a:lnTo>
                    <a:pt x="569716" y="76350"/>
                  </a:lnTo>
                  <a:lnTo>
                    <a:pt x="606977" y="76525"/>
                  </a:lnTo>
                  <a:lnTo>
                    <a:pt x="661291" y="76813"/>
                  </a:lnTo>
                  <a:lnTo>
                    <a:pt x="731197" y="77230"/>
                  </a:lnTo>
                  <a:lnTo>
                    <a:pt x="813280" y="77786"/>
                  </a:lnTo>
                  <a:lnTo>
                    <a:pt x="903057" y="78484"/>
                  </a:lnTo>
                  <a:lnTo>
                    <a:pt x="995944" y="79322"/>
                  </a:lnTo>
                  <a:lnTo>
                    <a:pt x="1088010" y="80296"/>
                  </a:lnTo>
                  <a:lnTo>
                    <a:pt x="1176370" y="81405"/>
                  </a:lnTo>
                  <a:lnTo>
                    <a:pt x="1259258" y="82654"/>
                  </a:lnTo>
                  <a:lnTo>
                    <a:pt x="1335877" y="84051"/>
                  </a:lnTo>
                  <a:lnTo>
                    <a:pt x="1406170" y="85613"/>
                  </a:lnTo>
                  <a:lnTo>
                    <a:pt x="1470582" y="87363"/>
                  </a:lnTo>
                  <a:lnTo>
                    <a:pt x="1529867" y="89327"/>
                  </a:lnTo>
                  <a:lnTo>
                    <a:pt x="1584940" y="91539"/>
                  </a:lnTo>
                  <a:lnTo>
                    <a:pt x="1636769" y="94029"/>
                  </a:lnTo>
                  <a:lnTo>
                    <a:pt x="1686286" y="96824"/>
                  </a:lnTo>
                  <a:lnTo>
                    <a:pt x="1719082" y="98909"/>
                  </a:lnTo>
                  <a:lnTo>
                    <a:pt x="1771758" y="102634"/>
                  </a:lnTo>
                  <a:lnTo>
                    <a:pt x="1823930" y="106763"/>
                  </a:lnTo>
                  <a:lnTo>
                    <a:pt x="1876190" y="111303"/>
                  </a:lnTo>
                  <a:lnTo>
                    <a:pt x="1928927" y="116240"/>
                  </a:lnTo>
                  <a:lnTo>
                    <a:pt x="1982350" y="121547"/>
                  </a:lnTo>
                  <a:lnTo>
                    <a:pt x="2036518" y="127175"/>
                  </a:lnTo>
                  <a:lnTo>
                    <a:pt x="2091356" y="133058"/>
                  </a:lnTo>
                  <a:lnTo>
                    <a:pt x="2146685" y="139116"/>
                  </a:lnTo>
                  <a:lnTo>
                    <a:pt x="2202254" y="145256"/>
                  </a:lnTo>
                  <a:lnTo>
                    <a:pt x="2257776" y="151380"/>
                  </a:lnTo>
                  <a:lnTo>
                    <a:pt x="2312974" y="157392"/>
                  </a:lnTo>
                  <a:lnTo>
                    <a:pt x="2367614" y="163203"/>
                  </a:lnTo>
                  <a:lnTo>
                    <a:pt x="2421548" y="168735"/>
                  </a:lnTo>
                  <a:lnTo>
                    <a:pt x="2474740" y="173929"/>
                  </a:lnTo>
                  <a:lnTo>
                    <a:pt x="2527294" y="178742"/>
                  </a:lnTo>
                  <a:lnTo>
                    <a:pt x="2579476" y="183152"/>
                  </a:lnTo>
                  <a:lnTo>
                    <a:pt x="2631733" y="187152"/>
                  </a:lnTo>
                  <a:lnTo>
                    <a:pt x="2667772" y="189651"/>
                  </a:lnTo>
                  <a:lnTo>
                    <a:pt x="2716187" y="192662"/>
                  </a:lnTo>
                  <a:lnTo>
                    <a:pt x="2766348" y="195358"/>
                  </a:lnTo>
                  <a:lnTo>
                    <a:pt x="2819109" y="197756"/>
                  </a:lnTo>
                  <a:lnTo>
                    <a:pt x="2875423" y="199885"/>
                  </a:lnTo>
                  <a:lnTo>
                    <a:pt x="2936251" y="201778"/>
                  </a:lnTo>
                  <a:lnTo>
                    <a:pt x="3002471" y="203465"/>
                  </a:lnTo>
                  <a:lnTo>
                    <a:pt x="3074756" y="204972"/>
                  </a:lnTo>
                  <a:lnTo>
                    <a:pt x="3153414" y="206320"/>
                  </a:lnTo>
                  <a:lnTo>
                    <a:pt x="3238179" y="207523"/>
                  </a:lnTo>
                  <a:lnTo>
                    <a:pt x="3327967" y="208589"/>
                  </a:lnTo>
                  <a:lnTo>
                    <a:pt x="3420663" y="209520"/>
                  </a:lnTo>
                  <a:lnTo>
                    <a:pt x="3513026" y="210313"/>
                  </a:lnTo>
                  <a:lnTo>
                    <a:pt x="3600857" y="210966"/>
                  </a:lnTo>
                  <a:lnTo>
                    <a:pt x="3679506" y="211478"/>
                  </a:lnTo>
                  <a:lnTo>
                    <a:pt x="3744724" y="211852"/>
                  </a:lnTo>
                  <a:lnTo>
                    <a:pt x="3793639" y="212101"/>
                  </a:lnTo>
                  <a:lnTo>
                    <a:pt x="3825536" y="212246"/>
                  </a:lnTo>
                  <a:lnTo>
                    <a:pt x="3842188" y="212315"/>
                  </a:lnTo>
                  <a:lnTo>
                    <a:pt x="3847700" y="212335"/>
                  </a:lnTo>
                  <a:lnTo>
                    <a:pt x="3848118" y="212336"/>
                  </a:lnTo>
                  <a:lnTo>
                    <a:pt x="4386855" y="212336"/>
                  </a:lnTo>
                  <a:lnTo>
                    <a:pt x="4388157" y="212329"/>
                  </a:lnTo>
                  <a:lnTo>
                    <a:pt x="4396651" y="212279"/>
                  </a:lnTo>
                  <a:lnTo>
                    <a:pt x="4417823" y="212139"/>
                  </a:lnTo>
                  <a:lnTo>
                    <a:pt x="4455071" y="211865"/>
                  </a:lnTo>
                  <a:lnTo>
                    <a:pt x="4509369" y="211417"/>
                  </a:lnTo>
                  <a:lnTo>
                    <a:pt x="4579255" y="210767"/>
                  </a:lnTo>
                  <a:lnTo>
                    <a:pt x="4661318" y="209899"/>
                  </a:lnTo>
                  <a:lnTo>
                    <a:pt x="4751078" y="208810"/>
                  </a:lnTo>
                  <a:lnTo>
                    <a:pt x="4843952" y="207503"/>
                  </a:lnTo>
                  <a:lnTo>
                    <a:pt x="4936009" y="205984"/>
                  </a:lnTo>
                  <a:lnTo>
                    <a:pt x="5024364" y="204254"/>
                  </a:lnTo>
                  <a:lnTo>
                    <a:pt x="5107250" y="202308"/>
                  </a:lnTo>
                  <a:lnTo>
                    <a:pt x="5183870" y="200129"/>
                  </a:lnTo>
                  <a:lnTo>
                    <a:pt x="5254164" y="197693"/>
                  </a:lnTo>
                  <a:lnTo>
                    <a:pt x="5318578" y="194964"/>
                  </a:lnTo>
                  <a:lnTo>
                    <a:pt x="5377865" y="191900"/>
                  </a:lnTo>
                  <a:lnTo>
                    <a:pt x="5432939" y="188452"/>
                  </a:lnTo>
                  <a:lnTo>
                    <a:pt x="5484768" y="184569"/>
                  </a:lnTo>
                  <a:lnTo>
                    <a:pt x="5534283" y="180210"/>
                  </a:lnTo>
                  <a:lnTo>
                    <a:pt x="5567201" y="176947"/>
                  </a:lnTo>
                  <a:lnTo>
                    <a:pt x="5619708" y="171155"/>
                  </a:lnTo>
                  <a:lnTo>
                    <a:pt x="5671713" y="164737"/>
                  </a:lnTo>
                  <a:lnTo>
                    <a:pt x="5723802" y="157684"/>
                  </a:lnTo>
                  <a:lnTo>
                    <a:pt x="5776361" y="150013"/>
                  </a:lnTo>
                  <a:lnTo>
                    <a:pt x="5829602" y="141769"/>
                  </a:lnTo>
                  <a:lnTo>
                    <a:pt x="5883583" y="133026"/>
                  </a:lnTo>
                  <a:lnTo>
                    <a:pt x="5938232" y="123884"/>
                  </a:lnTo>
                  <a:lnTo>
                    <a:pt x="5993373" y="114469"/>
                  </a:lnTo>
                  <a:lnTo>
                    <a:pt x="6048760" y="104923"/>
                  </a:lnTo>
                  <a:lnTo>
                    <a:pt x="6104109" y="95397"/>
                  </a:lnTo>
                  <a:lnTo>
                    <a:pt x="6159144" y="86040"/>
                  </a:lnTo>
                  <a:lnTo>
                    <a:pt x="6213632" y="76991"/>
                  </a:lnTo>
                  <a:lnTo>
                    <a:pt x="6267422" y="68369"/>
                  </a:lnTo>
                  <a:lnTo>
                    <a:pt x="6320474" y="60269"/>
                  </a:lnTo>
                  <a:lnTo>
                    <a:pt x="6372884" y="52755"/>
                  </a:lnTo>
                  <a:lnTo>
                    <a:pt x="6424906" y="45867"/>
                  </a:lnTo>
                  <a:lnTo>
                    <a:pt x="6476976" y="39613"/>
                  </a:lnTo>
                  <a:lnTo>
                    <a:pt x="6515891" y="35389"/>
                  </a:lnTo>
                  <a:lnTo>
                    <a:pt x="6564300" y="30692"/>
                  </a:lnTo>
                  <a:lnTo>
                    <a:pt x="6614453" y="26487"/>
                  </a:lnTo>
                  <a:lnTo>
                    <a:pt x="6667206" y="22747"/>
                  </a:lnTo>
                  <a:lnTo>
                    <a:pt x="6723511" y="19426"/>
                  </a:lnTo>
                  <a:lnTo>
                    <a:pt x="6784328" y="16473"/>
                  </a:lnTo>
                  <a:lnTo>
                    <a:pt x="6850535" y="13841"/>
                  </a:lnTo>
                  <a:lnTo>
                    <a:pt x="6922805" y="11490"/>
                  </a:lnTo>
                  <a:lnTo>
                    <a:pt x="7001447" y="9387"/>
                  </a:lnTo>
                  <a:lnTo>
                    <a:pt x="7086194" y="7510"/>
                  </a:lnTo>
                  <a:lnTo>
                    <a:pt x="7175965" y="5848"/>
                  </a:lnTo>
                  <a:lnTo>
                    <a:pt x="7268646" y="4396"/>
                  </a:lnTo>
                  <a:lnTo>
                    <a:pt x="7361001" y="3157"/>
                  </a:lnTo>
                  <a:lnTo>
                    <a:pt x="7448831" y="2138"/>
                  </a:lnTo>
                  <a:lnTo>
                    <a:pt x="7527491" y="1340"/>
                  </a:lnTo>
                  <a:lnTo>
                    <a:pt x="7592729" y="756"/>
                  </a:lnTo>
                  <a:lnTo>
                    <a:pt x="7641672" y="367"/>
                  </a:lnTo>
                  <a:lnTo>
                    <a:pt x="7673602" y="140"/>
                  </a:lnTo>
                  <a:lnTo>
                    <a:pt x="7690283" y="34"/>
                  </a:lnTo>
                  <a:lnTo>
                    <a:pt x="7695814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0" name="pl1960"/>
            <p:cNvSpPr/>
            <p:nvPr/>
          </p:nvSpPr>
          <p:spPr>
            <a:xfrm>
              <a:off x="546595" y="5753984"/>
              <a:ext cx="8234974" cy="212336"/>
            </a:xfrm>
            <a:custGeom>
              <a:avLst/>
              <a:pathLst>
                <a:path w="8234974" h="212336">
                  <a:moveTo>
                    <a:pt x="8234974" y="0"/>
                  </a:moveTo>
                  <a:lnTo>
                    <a:pt x="7696237" y="0"/>
                  </a:lnTo>
                  <a:lnTo>
                    <a:pt x="7694935" y="7"/>
                  </a:lnTo>
                  <a:lnTo>
                    <a:pt x="7686442" y="57"/>
                  </a:lnTo>
                  <a:lnTo>
                    <a:pt x="7665269" y="197"/>
                  </a:lnTo>
                  <a:lnTo>
                    <a:pt x="7628021" y="471"/>
                  </a:lnTo>
                  <a:lnTo>
                    <a:pt x="7573723" y="919"/>
                  </a:lnTo>
                  <a:lnTo>
                    <a:pt x="7503837" y="1569"/>
                  </a:lnTo>
                  <a:lnTo>
                    <a:pt x="7421774" y="2437"/>
                  </a:lnTo>
                  <a:lnTo>
                    <a:pt x="7332014" y="3526"/>
                  </a:lnTo>
                  <a:lnTo>
                    <a:pt x="7239140" y="4833"/>
                  </a:lnTo>
                  <a:lnTo>
                    <a:pt x="7147084" y="6352"/>
                  </a:lnTo>
                  <a:lnTo>
                    <a:pt x="7058729" y="8081"/>
                  </a:lnTo>
                  <a:lnTo>
                    <a:pt x="6975843" y="10028"/>
                  </a:lnTo>
                  <a:lnTo>
                    <a:pt x="6899223" y="12207"/>
                  </a:lnTo>
                  <a:lnTo>
                    <a:pt x="6828928" y="14643"/>
                  </a:lnTo>
                  <a:lnTo>
                    <a:pt x="6764514" y="17371"/>
                  </a:lnTo>
                  <a:lnTo>
                    <a:pt x="6705228" y="20436"/>
                  </a:lnTo>
                  <a:lnTo>
                    <a:pt x="6650153" y="23884"/>
                  </a:lnTo>
                  <a:lnTo>
                    <a:pt x="6598324" y="27767"/>
                  </a:lnTo>
                  <a:lnTo>
                    <a:pt x="6548809" y="32126"/>
                  </a:lnTo>
                  <a:lnTo>
                    <a:pt x="6515891" y="35389"/>
                  </a:lnTo>
                  <a:lnTo>
                    <a:pt x="6463384" y="41181"/>
                  </a:lnTo>
                  <a:lnTo>
                    <a:pt x="6411380" y="47599"/>
                  </a:lnTo>
                  <a:lnTo>
                    <a:pt x="6359290" y="54652"/>
                  </a:lnTo>
                  <a:lnTo>
                    <a:pt x="6306731" y="62323"/>
                  </a:lnTo>
                  <a:lnTo>
                    <a:pt x="6253490" y="70567"/>
                  </a:lnTo>
                  <a:lnTo>
                    <a:pt x="6199510" y="79310"/>
                  </a:lnTo>
                  <a:lnTo>
                    <a:pt x="6144861" y="88452"/>
                  </a:lnTo>
                  <a:lnTo>
                    <a:pt x="6089719" y="97867"/>
                  </a:lnTo>
                  <a:lnTo>
                    <a:pt x="6034333" y="107413"/>
                  </a:lnTo>
                  <a:lnTo>
                    <a:pt x="5978983" y="116939"/>
                  </a:lnTo>
                  <a:lnTo>
                    <a:pt x="5923949" y="126296"/>
                  </a:lnTo>
                  <a:lnTo>
                    <a:pt x="5869460" y="135345"/>
                  </a:lnTo>
                  <a:lnTo>
                    <a:pt x="5815670" y="143967"/>
                  </a:lnTo>
                  <a:lnTo>
                    <a:pt x="5762619" y="152067"/>
                  </a:lnTo>
                  <a:lnTo>
                    <a:pt x="5710209" y="159580"/>
                  </a:lnTo>
                  <a:lnTo>
                    <a:pt x="5658186" y="166469"/>
                  </a:lnTo>
                  <a:lnTo>
                    <a:pt x="5606116" y="172723"/>
                  </a:lnTo>
                  <a:lnTo>
                    <a:pt x="5567201" y="176947"/>
                  </a:lnTo>
                  <a:lnTo>
                    <a:pt x="5518793" y="181644"/>
                  </a:lnTo>
                  <a:lnTo>
                    <a:pt x="5468640" y="185849"/>
                  </a:lnTo>
                  <a:lnTo>
                    <a:pt x="5415887" y="189589"/>
                  </a:lnTo>
                  <a:lnTo>
                    <a:pt x="5359582" y="192910"/>
                  </a:lnTo>
                  <a:lnTo>
                    <a:pt x="5298764" y="195863"/>
                  </a:lnTo>
                  <a:lnTo>
                    <a:pt x="5232557" y="198495"/>
                  </a:lnTo>
                  <a:lnTo>
                    <a:pt x="5160287" y="200846"/>
                  </a:lnTo>
                  <a:lnTo>
                    <a:pt x="5081646" y="202949"/>
                  </a:lnTo>
                  <a:lnTo>
                    <a:pt x="4996899" y="204825"/>
                  </a:lnTo>
                  <a:lnTo>
                    <a:pt x="4907128" y="206488"/>
                  </a:lnTo>
                  <a:lnTo>
                    <a:pt x="4814447" y="207940"/>
                  </a:lnTo>
                  <a:lnTo>
                    <a:pt x="4722091" y="209179"/>
                  </a:lnTo>
                  <a:lnTo>
                    <a:pt x="4634261" y="210198"/>
                  </a:lnTo>
                  <a:lnTo>
                    <a:pt x="4555602" y="210996"/>
                  </a:lnTo>
                  <a:lnTo>
                    <a:pt x="4490363" y="211580"/>
                  </a:lnTo>
                  <a:lnTo>
                    <a:pt x="4441420" y="211969"/>
                  </a:lnTo>
                  <a:lnTo>
                    <a:pt x="4409491" y="212196"/>
                  </a:lnTo>
                  <a:lnTo>
                    <a:pt x="4392810" y="212302"/>
                  </a:lnTo>
                  <a:lnTo>
                    <a:pt x="4387278" y="212334"/>
                  </a:lnTo>
                  <a:lnTo>
                    <a:pt x="4386855" y="212336"/>
                  </a:lnTo>
                  <a:lnTo>
                    <a:pt x="3848118" y="212336"/>
                  </a:lnTo>
                  <a:lnTo>
                    <a:pt x="3846816" y="212332"/>
                  </a:lnTo>
                  <a:lnTo>
                    <a:pt x="3838319" y="212299"/>
                  </a:lnTo>
                  <a:lnTo>
                    <a:pt x="3817139" y="212210"/>
                  </a:lnTo>
                  <a:lnTo>
                    <a:pt x="3779878" y="212034"/>
                  </a:lnTo>
                  <a:lnTo>
                    <a:pt x="3725563" y="211747"/>
                  </a:lnTo>
                  <a:lnTo>
                    <a:pt x="3655657" y="211330"/>
                  </a:lnTo>
                  <a:lnTo>
                    <a:pt x="3573575" y="210773"/>
                  </a:lnTo>
                  <a:lnTo>
                    <a:pt x="3483798" y="210075"/>
                  </a:lnTo>
                  <a:lnTo>
                    <a:pt x="3390910" y="209237"/>
                  </a:lnTo>
                  <a:lnTo>
                    <a:pt x="3298845" y="208263"/>
                  </a:lnTo>
                  <a:lnTo>
                    <a:pt x="3210485" y="207154"/>
                  </a:lnTo>
                  <a:lnTo>
                    <a:pt x="3127597" y="205906"/>
                  </a:lnTo>
                  <a:lnTo>
                    <a:pt x="3050978" y="204509"/>
                  </a:lnTo>
                  <a:lnTo>
                    <a:pt x="2980685" y="202946"/>
                  </a:lnTo>
                  <a:lnTo>
                    <a:pt x="2916273" y="201197"/>
                  </a:lnTo>
                  <a:lnTo>
                    <a:pt x="2856988" y="199232"/>
                  </a:lnTo>
                  <a:lnTo>
                    <a:pt x="2801915" y="197020"/>
                  </a:lnTo>
                  <a:lnTo>
                    <a:pt x="2750085" y="194530"/>
                  </a:lnTo>
                  <a:lnTo>
                    <a:pt x="2700568" y="191735"/>
                  </a:lnTo>
                  <a:lnTo>
                    <a:pt x="2667772" y="189651"/>
                  </a:lnTo>
                  <a:lnTo>
                    <a:pt x="2615097" y="185926"/>
                  </a:lnTo>
                  <a:lnTo>
                    <a:pt x="2562925" y="181796"/>
                  </a:lnTo>
                  <a:lnTo>
                    <a:pt x="2510664" y="177257"/>
                  </a:lnTo>
                  <a:lnTo>
                    <a:pt x="2457928" y="172319"/>
                  </a:lnTo>
                  <a:lnTo>
                    <a:pt x="2404504" y="167013"/>
                  </a:lnTo>
                  <a:lnTo>
                    <a:pt x="2350336" y="161385"/>
                  </a:lnTo>
                  <a:lnTo>
                    <a:pt x="2295498" y="155501"/>
                  </a:lnTo>
                  <a:lnTo>
                    <a:pt x="2240169" y="149443"/>
                  </a:lnTo>
                  <a:lnTo>
                    <a:pt x="2184601" y="143303"/>
                  </a:lnTo>
                  <a:lnTo>
                    <a:pt x="2129079" y="137179"/>
                  </a:lnTo>
                  <a:lnTo>
                    <a:pt x="2073881" y="131167"/>
                  </a:lnTo>
                  <a:lnTo>
                    <a:pt x="2019241" y="125357"/>
                  </a:lnTo>
                  <a:lnTo>
                    <a:pt x="1965307" y="119824"/>
                  </a:lnTo>
                  <a:lnTo>
                    <a:pt x="1912115" y="114631"/>
                  </a:lnTo>
                  <a:lnTo>
                    <a:pt x="1859560" y="109817"/>
                  </a:lnTo>
                  <a:lnTo>
                    <a:pt x="1807379" y="105408"/>
                  </a:lnTo>
                  <a:lnTo>
                    <a:pt x="1755122" y="101408"/>
                  </a:lnTo>
                  <a:lnTo>
                    <a:pt x="1719082" y="98909"/>
                  </a:lnTo>
                  <a:lnTo>
                    <a:pt x="1670667" y="95897"/>
                  </a:lnTo>
                  <a:lnTo>
                    <a:pt x="1620507" y="93201"/>
                  </a:lnTo>
                  <a:lnTo>
                    <a:pt x="1567746" y="90804"/>
                  </a:lnTo>
                  <a:lnTo>
                    <a:pt x="1511432" y="88674"/>
                  </a:lnTo>
                  <a:lnTo>
                    <a:pt x="1450603" y="86782"/>
                  </a:lnTo>
                  <a:lnTo>
                    <a:pt x="1384383" y="85095"/>
                  </a:lnTo>
                  <a:lnTo>
                    <a:pt x="1312098" y="83587"/>
                  </a:lnTo>
                  <a:lnTo>
                    <a:pt x="1233440" y="82239"/>
                  </a:lnTo>
                  <a:lnTo>
                    <a:pt x="1148675" y="81036"/>
                  </a:lnTo>
                  <a:lnTo>
                    <a:pt x="1058888" y="79970"/>
                  </a:lnTo>
                  <a:lnTo>
                    <a:pt x="966192" y="79040"/>
                  </a:lnTo>
                  <a:lnTo>
                    <a:pt x="873828" y="78246"/>
                  </a:lnTo>
                  <a:lnTo>
                    <a:pt x="785998" y="77593"/>
                  </a:lnTo>
                  <a:lnTo>
                    <a:pt x="707349" y="77082"/>
                  </a:lnTo>
                  <a:lnTo>
                    <a:pt x="642130" y="76707"/>
                  </a:lnTo>
                  <a:lnTo>
                    <a:pt x="593216" y="76458"/>
                  </a:lnTo>
                  <a:lnTo>
                    <a:pt x="561318" y="76313"/>
                  </a:lnTo>
                  <a:lnTo>
                    <a:pt x="544666" y="76245"/>
                  </a:lnTo>
                  <a:lnTo>
                    <a:pt x="539155" y="76224"/>
                  </a:lnTo>
                  <a:lnTo>
                    <a:pt x="538736" y="76223"/>
                  </a:lnTo>
                  <a:lnTo>
                    <a:pt x="0" y="76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1" name="pg1961"/>
            <p:cNvSpPr/>
            <p:nvPr/>
          </p:nvSpPr>
          <p:spPr>
            <a:xfrm>
              <a:off x="546595" y="2792157"/>
              <a:ext cx="8234974" cy="3016271"/>
            </a:xfrm>
            <a:custGeom>
              <a:avLst/>
              <a:pathLst>
                <a:path w="8234974" h="3016271">
                  <a:moveTo>
                    <a:pt x="0" y="3016271"/>
                  </a:moveTo>
                  <a:lnTo>
                    <a:pt x="538736" y="3016271"/>
                  </a:lnTo>
                  <a:lnTo>
                    <a:pt x="539889" y="3016183"/>
                  </a:lnTo>
                  <a:lnTo>
                    <a:pt x="547434" y="3015551"/>
                  </a:lnTo>
                  <a:lnTo>
                    <a:pt x="566323" y="3013803"/>
                  </a:lnTo>
                  <a:lnTo>
                    <a:pt x="599761" y="3010369"/>
                  </a:lnTo>
                  <a:lnTo>
                    <a:pt x="648925" y="3004740"/>
                  </a:lnTo>
                  <a:lnTo>
                    <a:pt x="712892" y="2996531"/>
                  </a:lnTo>
                  <a:lnTo>
                    <a:pt x="788967" y="2985513"/>
                  </a:lnTo>
                  <a:lnTo>
                    <a:pt x="873345" y="2971606"/>
                  </a:lnTo>
                  <a:lnTo>
                    <a:pt x="961915" y="2954838"/>
                  </a:lnTo>
                  <a:lnTo>
                    <a:pt x="1050944" y="2935276"/>
                  </a:lnTo>
                  <a:lnTo>
                    <a:pt x="1137508" y="2912964"/>
                  </a:lnTo>
                  <a:lnTo>
                    <a:pt x="1219633" y="2887870"/>
                  </a:lnTo>
                  <a:lnTo>
                    <a:pt x="1296241" y="2859859"/>
                  </a:lnTo>
                  <a:lnTo>
                    <a:pt x="1366979" y="2828679"/>
                  </a:lnTo>
                  <a:lnTo>
                    <a:pt x="1432023" y="2793957"/>
                  </a:lnTo>
                  <a:lnTo>
                    <a:pt x="1491898" y="2755208"/>
                  </a:lnTo>
                  <a:lnTo>
                    <a:pt x="1547338" y="2711860"/>
                  </a:lnTo>
                  <a:lnTo>
                    <a:pt x="1599176" y="2663285"/>
                  </a:lnTo>
                  <a:lnTo>
                    <a:pt x="1648265" y="2608873"/>
                  </a:lnTo>
                  <a:lnTo>
                    <a:pt x="1695410" y="2548152"/>
                  </a:lnTo>
                  <a:lnTo>
                    <a:pt x="1719082" y="2514467"/>
                  </a:lnTo>
                  <a:lnTo>
                    <a:pt x="1753688" y="2461475"/>
                  </a:lnTo>
                  <a:lnTo>
                    <a:pt x="1787972" y="2404683"/>
                  </a:lnTo>
                  <a:lnTo>
                    <a:pt x="1822134" y="2344015"/>
                  </a:lnTo>
                  <a:lnTo>
                    <a:pt x="1856330" y="2279450"/>
                  </a:lnTo>
                  <a:lnTo>
                    <a:pt x="1890681" y="2211036"/>
                  </a:lnTo>
                  <a:lnTo>
                    <a:pt x="1925272" y="2138891"/>
                  </a:lnTo>
                  <a:lnTo>
                    <a:pt x="1960157" y="2063207"/>
                  </a:lnTo>
                  <a:lnTo>
                    <a:pt x="1995362" y="1984254"/>
                  </a:lnTo>
                  <a:lnTo>
                    <a:pt x="2030886" y="1902377"/>
                  </a:lnTo>
                  <a:lnTo>
                    <a:pt x="2066706" y="1817995"/>
                  </a:lnTo>
                  <a:lnTo>
                    <a:pt x="2102777" y="1731590"/>
                  </a:lnTo>
                  <a:lnTo>
                    <a:pt x="2139040" y="1643699"/>
                  </a:lnTo>
                  <a:lnTo>
                    <a:pt x="2175423" y="1554902"/>
                  </a:lnTo>
                  <a:lnTo>
                    <a:pt x="2211846" y="1465801"/>
                  </a:lnTo>
                  <a:lnTo>
                    <a:pt x="2248228" y="1377011"/>
                  </a:lnTo>
                  <a:lnTo>
                    <a:pt x="2284489" y="1289134"/>
                  </a:lnTo>
                  <a:lnTo>
                    <a:pt x="2320557" y="1202749"/>
                  </a:lnTo>
                  <a:lnTo>
                    <a:pt x="2356374" y="1118393"/>
                  </a:lnTo>
                  <a:lnTo>
                    <a:pt x="2391894" y="1036547"/>
                  </a:lnTo>
                  <a:lnTo>
                    <a:pt x="2427096" y="957629"/>
                  </a:lnTo>
                  <a:lnTo>
                    <a:pt x="2461977" y="881984"/>
                  </a:lnTo>
                  <a:lnTo>
                    <a:pt x="2496565" y="809880"/>
                  </a:lnTo>
                  <a:lnTo>
                    <a:pt x="2530914" y="741509"/>
                  </a:lnTo>
                  <a:lnTo>
                    <a:pt x="2565109" y="676989"/>
                  </a:lnTo>
                  <a:lnTo>
                    <a:pt x="2599271" y="616365"/>
                  </a:lnTo>
                  <a:lnTo>
                    <a:pt x="2633558" y="559617"/>
                  </a:lnTo>
                  <a:lnTo>
                    <a:pt x="2667772" y="507249"/>
                  </a:lnTo>
                  <a:lnTo>
                    <a:pt x="2714193" y="443203"/>
                  </a:lnTo>
                  <a:lnTo>
                    <a:pt x="2762190" y="385597"/>
                  </a:lnTo>
                  <a:lnTo>
                    <a:pt x="2812512" y="334097"/>
                  </a:lnTo>
                  <a:lnTo>
                    <a:pt x="2865996" y="288145"/>
                  </a:lnTo>
                  <a:lnTo>
                    <a:pt x="2923495" y="247111"/>
                  </a:lnTo>
                  <a:lnTo>
                    <a:pt x="2985804" y="210389"/>
                  </a:lnTo>
                  <a:lnTo>
                    <a:pt x="3053571" y="177444"/>
                  </a:lnTo>
                  <a:lnTo>
                    <a:pt x="3127172" y="147846"/>
                  </a:lnTo>
                  <a:lnTo>
                    <a:pt x="3206550" y="121279"/>
                  </a:lnTo>
                  <a:lnTo>
                    <a:pt x="3291022" y="97549"/>
                  </a:lnTo>
                  <a:lnTo>
                    <a:pt x="3379092" y="76573"/>
                  </a:lnTo>
                  <a:lnTo>
                    <a:pt x="3468319" y="58363"/>
                  </a:lnTo>
                  <a:lnTo>
                    <a:pt x="3555352" y="42980"/>
                  </a:lnTo>
                  <a:lnTo>
                    <a:pt x="3636202" y="30481"/>
                  </a:lnTo>
                  <a:lnTo>
                    <a:pt x="3706809" y="20848"/>
                  </a:lnTo>
                  <a:lnTo>
                    <a:pt x="3763811" y="13934"/>
                  </a:lnTo>
                  <a:lnTo>
                    <a:pt x="3805309" y="9430"/>
                  </a:lnTo>
                  <a:lnTo>
                    <a:pt x="3831389" y="6886"/>
                  </a:lnTo>
                  <a:lnTo>
                    <a:pt x="3844241" y="5754"/>
                  </a:lnTo>
                  <a:lnTo>
                    <a:pt x="3847958" y="545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5" y="5493"/>
                  </a:lnTo>
                  <a:lnTo>
                    <a:pt x="4396339" y="5847"/>
                  </a:lnTo>
                  <a:lnTo>
                    <a:pt x="4416864" y="6823"/>
                  </a:lnTo>
                  <a:lnTo>
                    <a:pt x="4453037" y="8740"/>
                  </a:lnTo>
                  <a:lnTo>
                    <a:pt x="4505894" y="11874"/>
                  </a:lnTo>
                  <a:lnTo>
                    <a:pt x="4574134" y="16430"/>
                  </a:lnTo>
                  <a:lnTo>
                    <a:pt x="4654549" y="22520"/>
                  </a:lnTo>
                  <a:lnTo>
                    <a:pt x="4742848" y="30175"/>
                  </a:lnTo>
                  <a:lnTo>
                    <a:pt x="4834574" y="39370"/>
                  </a:lnTo>
                  <a:lnTo>
                    <a:pt x="4925844" y="50070"/>
                  </a:lnTo>
                  <a:lnTo>
                    <a:pt x="5013753" y="62259"/>
                  </a:lnTo>
                  <a:lnTo>
                    <a:pt x="5096471" y="75973"/>
                  </a:lnTo>
                  <a:lnTo>
                    <a:pt x="5173118" y="91309"/>
                  </a:lnTo>
                  <a:lnTo>
                    <a:pt x="5243552" y="108435"/>
                  </a:lnTo>
                  <a:lnTo>
                    <a:pt x="5308143" y="127584"/>
                  </a:lnTo>
                  <a:lnTo>
                    <a:pt x="5367583" y="149050"/>
                  </a:lnTo>
                  <a:lnTo>
                    <a:pt x="5422738" y="173172"/>
                  </a:lnTo>
                  <a:lnTo>
                    <a:pt x="5474539" y="200299"/>
                  </a:lnTo>
                  <a:lnTo>
                    <a:pt x="5523902" y="230742"/>
                  </a:lnTo>
                  <a:lnTo>
                    <a:pt x="5567201" y="261337"/>
                  </a:lnTo>
                  <a:lnTo>
                    <a:pt x="5610787" y="295738"/>
                  </a:lnTo>
                  <a:lnTo>
                    <a:pt x="5653946" y="333239"/>
                  </a:lnTo>
                  <a:lnTo>
                    <a:pt x="5697047" y="373897"/>
                  </a:lnTo>
                  <a:lnTo>
                    <a:pt x="5740354" y="417688"/>
                  </a:lnTo>
                  <a:lnTo>
                    <a:pt x="5784045" y="464497"/>
                  </a:lnTo>
                  <a:lnTo>
                    <a:pt x="5828219" y="514114"/>
                  </a:lnTo>
                  <a:lnTo>
                    <a:pt x="5872904" y="566228"/>
                  </a:lnTo>
                  <a:lnTo>
                    <a:pt x="5918067" y="620433"/>
                  </a:lnTo>
                  <a:lnTo>
                    <a:pt x="5963621" y="676240"/>
                  </a:lnTo>
                  <a:lnTo>
                    <a:pt x="6009440" y="733089"/>
                  </a:lnTo>
                  <a:lnTo>
                    <a:pt x="6055374" y="790374"/>
                  </a:lnTo>
                  <a:lnTo>
                    <a:pt x="6101258" y="847471"/>
                  </a:lnTo>
                  <a:lnTo>
                    <a:pt x="6146935" y="903763"/>
                  </a:lnTo>
                  <a:lnTo>
                    <a:pt x="6192266" y="958669"/>
                  </a:lnTo>
                  <a:lnTo>
                    <a:pt x="6237148" y="1011669"/>
                  </a:lnTo>
                  <a:lnTo>
                    <a:pt x="6281526" y="1062322"/>
                  </a:lnTo>
                  <a:lnTo>
                    <a:pt x="6325402" y="1110279"/>
                  </a:lnTo>
                  <a:lnTo>
                    <a:pt x="6368845" y="1155291"/>
                  </a:lnTo>
                  <a:lnTo>
                    <a:pt x="6412001" y="1197204"/>
                  </a:lnTo>
                  <a:lnTo>
                    <a:pt x="6455099" y="1235959"/>
                  </a:lnTo>
                  <a:lnTo>
                    <a:pt x="6498464" y="1271582"/>
                  </a:lnTo>
                  <a:lnTo>
                    <a:pt x="6515891" y="1284910"/>
                  </a:lnTo>
                  <a:lnTo>
                    <a:pt x="6563750" y="1318514"/>
                  </a:lnTo>
                  <a:lnTo>
                    <a:pt x="6613305" y="1348635"/>
                  </a:lnTo>
                  <a:lnTo>
                    <a:pt x="6665382" y="1375465"/>
                  </a:lnTo>
                  <a:lnTo>
                    <a:pt x="6720900" y="1399322"/>
                  </a:lnTo>
                  <a:lnTo>
                    <a:pt x="6780789" y="1420557"/>
                  </a:lnTo>
                  <a:lnTo>
                    <a:pt x="6845904" y="1439504"/>
                  </a:lnTo>
                  <a:lnTo>
                    <a:pt x="6916913" y="1456452"/>
                  </a:lnTo>
                  <a:lnTo>
                    <a:pt x="6994146" y="1471630"/>
                  </a:lnTo>
                  <a:lnTo>
                    <a:pt x="7077403" y="1485197"/>
                  </a:lnTo>
                  <a:lnTo>
                    <a:pt x="7165722" y="1497246"/>
                  </a:lnTo>
                  <a:lnTo>
                    <a:pt x="7257175" y="1507805"/>
                  </a:lnTo>
                  <a:lnTo>
                    <a:pt x="7348758" y="1516858"/>
                  </a:lnTo>
                  <a:lnTo>
                    <a:pt x="7436509" y="1524366"/>
                  </a:lnTo>
                  <a:lnTo>
                    <a:pt x="7515953" y="1530309"/>
                  </a:lnTo>
                  <a:lnTo>
                    <a:pt x="7582858" y="1534725"/>
                  </a:lnTo>
                  <a:lnTo>
                    <a:pt x="7634168" y="1537735"/>
                  </a:lnTo>
                  <a:lnTo>
                    <a:pt x="7668788" y="1539551"/>
                  </a:lnTo>
                  <a:lnTo>
                    <a:pt x="7687981" y="1540455"/>
                  </a:lnTo>
                  <a:lnTo>
                    <a:pt x="7695295" y="1540766"/>
                  </a:lnTo>
                  <a:lnTo>
                    <a:pt x="7696237" y="1540803"/>
                  </a:lnTo>
                  <a:lnTo>
                    <a:pt x="8234974" y="1540803"/>
                  </a:lnTo>
                  <a:lnTo>
                    <a:pt x="8234974" y="1535358"/>
                  </a:ln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5" y="88"/>
                  </a:lnTo>
                  <a:lnTo>
                    <a:pt x="3839421" y="720"/>
                  </a:lnTo>
                  <a:lnTo>
                    <a:pt x="3820532" y="2468"/>
                  </a:lnTo>
                  <a:lnTo>
                    <a:pt x="3787093" y="5902"/>
                  </a:lnTo>
                  <a:lnTo>
                    <a:pt x="3737930" y="11531"/>
                  </a:lnTo>
                  <a:lnTo>
                    <a:pt x="3673962" y="19740"/>
                  </a:lnTo>
                  <a:lnTo>
                    <a:pt x="3597888" y="30758"/>
                  </a:lnTo>
                  <a:lnTo>
                    <a:pt x="3513510" y="44665"/>
                  </a:lnTo>
                  <a:lnTo>
                    <a:pt x="3424940" y="61433"/>
                  </a:lnTo>
                  <a:lnTo>
                    <a:pt x="3335910" y="80995"/>
                  </a:lnTo>
                  <a:lnTo>
                    <a:pt x="3249347" y="103307"/>
                  </a:lnTo>
                  <a:lnTo>
                    <a:pt x="3167222" y="128401"/>
                  </a:lnTo>
                  <a:lnTo>
                    <a:pt x="3090614" y="156411"/>
                  </a:lnTo>
                  <a:lnTo>
                    <a:pt x="3019876" y="187592"/>
                  </a:lnTo>
                  <a:lnTo>
                    <a:pt x="2954832" y="222314"/>
                  </a:lnTo>
                  <a:lnTo>
                    <a:pt x="2894957" y="261063"/>
                  </a:lnTo>
                  <a:lnTo>
                    <a:pt x="2839517" y="304411"/>
                  </a:lnTo>
                  <a:lnTo>
                    <a:pt x="2787679" y="352986"/>
                  </a:lnTo>
                  <a:lnTo>
                    <a:pt x="2738589" y="407398"/>
                  </a:lnTo>
                  <a:lnTo>
                    <a:pt x="2691444" y="468119"/>
                  </a:lnTo>
                  <a:lnTo>
                    <a:pt x="2667772" y="501804"/>
                  </a:lnTo>
                  <a:lnTo>
                    <a:pt x="2633166" y="554796"/>
                  </a:lnTo>
                  <a:lnTo>
                    <a:pt x="2598882" y="611588"/>
                  </a:lnTo>
                  <a:lnTo>
                    <a:pt x="2564721" y="672256"/>
                  </a:lnTo>
                  <a:lnTo>
                    <a:pt x="2530524" y="736821"/>
                  </a:lnTo>
                  <a:lnTo>
                    <a:pt x="2496173" y="805234"/>
                  </a:lnTo>
                  <a:lnTo>
                    <a:pt x="2461582" y="877380"/>
                  </a:lnTo>
                  <a:lnTo>
                    <a:pt x="2426697" y="953064"/>
                  </a:lnTo>
                  <a:lnTo>
                    <a:pt x="2391492" y="1032017"/>
                  </a:lnTo>
                  <a:lnTo>
                    <a:pt x="2355968" y="1113894"/>
                  </a:lnTo>
                  <a:lnTo>
                    <a:pt x="2320149" y="1198276"/>
                  </a:lnTo>
                  <a:lnTo>
                    <a:pt x="2284077" y="1284681"/>
                  </a:lnTo>
                  <a:lnTo>
                    <a:pt x="2247814" y="1372572"/>
                  </a:lnTo>
                  <a:lnTo>
                    <a:pt x="2211432" y="1461369"/>
                  </a:lnTo>
                  <a:lnTo>
                    <a:pt x="2175009" y="1550470"/>
                  </a:lnTo>
                  <a:lnTo>
                    <a:pt x="2138627" y="1639260"/>
                  </a:lnTo>
                  <a:lnTo>
                    <a:pt x="2102366" y="1727137"/>
                  </a:lnTo>
                  <a:lnTo>
                    <a:pt x="2066297" y="1813522"/>
                  </a:lnTo>
                  <a:lnTo>
                    <a:pt x="2030481" y="1897878"/>
                  </a:lnTo>
                  <a:lnTo>
                    <a:pt x="1994960" y="1979724"/>
                  </a:lnTo>
                  <a:lnTo>
                    <a:pt x="1959759" y="2058642"/>
                  </a:lnTo>
                  <a:lnTo>
                    <a:pt x="1924877" y="2134287"/>
                  </a:lnTo>
                  <a:lnTo>
                    <a:pt x="1890290" y="2206391"/>
                  </a:lnTo>
                  <a:lnTo>
                    <a:pt x="1855941" y="2274761"/>
                  </a:lnTo>
                  <a:lnTo>
                    <a:pt x="1821745" y="2339282"/>
                  </a:lnTo>
                  <a:lnTo>
                    <a:pt x="1787583" y="2399906"/>
                  </a:lnTo>
                  <a:lnTo>
                    <a:pt x="1753297" y="2456654"/>
                  </a:lnTo>
                  <a:lnTo>
                    <a:pt x="1719082" y="2509022"/>
                  </a:lnTo>
                  <a:lnTo>
                    <a:pt x="1672661" y="2573068"/>
                  </a:lnTo>
                  <a:lnTo>
                    <a:pt x="1624664" y="2630674"/>
                  </a:lnTo>
                  <a:lnTo>
                    <a:pt x="1574342" y="2682174"/>
                  </a:lnTo>
                  <a:lnTo>
                    <a:pt x="1520858" y="2728126"/>
                  </a:lnTo>
                  <a:lnTo>
                    <a:pt x="1463360" y="2769160"/>
                  </a:lnTo>
                  <a:lnTo>
                    <a:pt x="1401051" y="2805882"/>
                  </a:lnTo>
                  <a:lnTo>
                    <a:pt x="1333283" y="2838827"/>
                  </a:lnTo>
                  <a:lnTo>
                    <a:pt x="1259682" y="2868425"/>
                  </a:lnTo>
                  <a:lnTo>
                    <a:pt x="1180305" y="2894992"/>
                  </a:lnTo>
                  <a:lnTo>
                    <a:pt x="1095833" y="2918722"/>
                  </a:lnTo>
                  <a:lnTo>
                    <a:pt x="1007763" y="2939697"/>
                  </a:lnTo>
                  <a:lnTo>
                    <a:pt x="918535" y="2957908"/>
                  </a:lnTo>
                  <a:lnTo>
                    <a:pt x="831502" y="2973290"/>
                  </a:lnTo>
                  <a:lnTo>
                    <a:pt x="750653" y="2985790"/>
                  </a:lnTo>
                  <a:lnTo>
                    <a:pt x="680046" y="2995423"/>
                  </a:lnTo>
                  <a:lnTo>
                    <a:pt x="623044" y="3002337"/>
                  </a:lnTo>
                  <a:lnTo>
                    <a:pt x="581545" y="3006841"/>
                  </a:lnTo>
                  <a:lnTo>
                    <a:pt x="555466" y="3009385"/>
                  </a:lnTo>
                  <a:lnTo>
                    <a:pt x="542614" y="3010517"/>
                  </a:lnTo>
                  <a:lnTo>
                    <a:pt x="538897" y="3010815"/>
                  </a:lnTo>
                  <a:lnTo>
                    <a:pt x="538736" y="3010827"/>
                  </a:lnTo>
                  <a:lnTo>
                    <a:pt x="0" y="3010827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62" name="pl1962"/>
            <p:cNvSpPr/>
            <p:nvPr/>
          </p:nvSpPr>
          <p:spPr>
            <a:xfrm>
              <a:off x="546595" y="2797602"/>
              <a:ext cx="8234974" cy="3010827"/>
            </a:xfrm>
            <a:custGeom>
              <a:avLst/>
              <a:pathLst>
                <a:path w="8234974" h="3010827">
                  <a:moveTo>
                    <a:pt x="0" y="3010827"/>
                  </a:moveTo>
                  <a:lnTo>
                    <a:pt x="538736" y="3010827"/>
                  </a:lnTo>
                  <a:lnTo>
                    <a:pt x="539889" y="3010738"/>
                  </a:lnTo>
                  <a:lnTo>
                    <a:pt x="547434" y="3010106"/>
                  </a:lnTo>
                  <a:lnTo>
                    <a:pt x="566323" y="3008358"/>
                  </a:lnTo>
                  <a:lnTo>
                    <a:pt x="599761" y="3004924"/>
                  </a:lnTo>
                  <a:lnTo>
                    <a:pt x="648925" y="2999296"/>
                  </a:lnTo>
                  <a:lnTo>
                    <a:pt x="712892" y="2991087"/>
                  </a:lnTo>
                  <a:lnTo>
                    <a:pt x="788967" y="2980068"/>
                  </a:lnTo>
                  <a:lnTo>
                    <a:pt x="873345" y="2966161"/>
                  </a:lnTo>
                  <a:lnTo>
                    <a:pt x="961915" y="2949394"/>
                  </a:lnTo>
                  <a:lnTo>
                    <a:pt x="1050944" y="2929832"/>
                  </a:lnTo>
                  <a:lnTo>
                    <a:pt x="1137508" y="2907519"/>
                  </a:lnTo>
                  <a:lnTo>
                    <a:pt x="1219633" y="2882425"/>
                  </a:lnTo>
                  <a:lnTo>
                    <a:pt x="1296241" y="2854415"/>
                  </a:lnTo>
                  <a:lnTo>
                    <a:pt x="1366979" y="2823235"/>
                  </a:lnTo>
                  <a:lnTo>
                    <a:pt x="1432023" y="2788512"/>
                  </a:lnTo>
                  <a:lnTo>
                    <a:pt x="1491898" y="2749764"/>
                  </a:lnTo>
                  <a:lnTo>
                    <a:pt x="1547338" y="2706415"/>
                  </a:lnTo>
                  <a:lnTo>
                    <a:pt x="1599176" y="2657840"/>
                  </a:lnTo>
                  <a:lnTo>
                    <a:pt x="1648265" y="2603428"/>
                  </a:lnTo>
                  <a:lnTo>
                    <a:pt x="1695410" y="2542707"/>
                  </a:lnTo>
                  <a:lnTo>
                    <a:pt x="1719082" y="2509022"/>
                  </a:lnTo>
                  <a:lnTo>
                    <a:pt x="1753688" y="2456030"/>
                  </a:lnTo>
                  <a:lnTo>
                    <a:pt x="1787972" y="2399239"/>
                  </a:lnTo>
                  <a:lnTo>
                    <a:pt x="1822134" y="2338570"/>
                  </a:lnTo>
                  <a:lnTo>
                    <a:pt x="1856330" y="2274006"/>
                  </a:lnTo>
                  <a:lnTo>
                    <a:pt x="1890681" y="2205592"/>
                  </a:lnTo>
                  <a:lnTo>
                    <a:pt x="1925272" y="2133447"/>
                  </a:lnTo>
                  <a:lnTo>
                    <a:pt x="1960157" y="2057763"/>
                  </a:lnTo>
                  <a:lnTo>
                    <a:pt x="1995362" y="1978809"/>
                  </a:lnTo>
                  <a:lnTo>
                    <a:pt x="2030886" y="1896932"/>
                  </a:lnTo>
                  <a:lnTo>
                    <a:pt x="2066706" y="1812550"/>
                  </a:lnTo>
                  <a:lnTo>
                    <a:pt x="2102777" y="1726145"/>
                  </a:lnTo>
                  <a:lnTo>
                    <a:pt x="2139040" y="1638255"/>
                  </a:lnTo>
                  <a:lnTo>
                    <a:pt x="2175423" y="1549457"/>
                  </a:lnTo>
                  <a:lnTo>
                    <a:pt x="2211846" y="1460357"/>
                  </a:lnTo>
                  <a:lnTo>
                    <a:pt x="2248228" y="1371566"/>
                  </a:lnTo>
                  <a:lnTo>
                    <a:pt x="2284489" y="1283689"/>
                  </a:lnTo>
                  <a:lnTo>
                    <a:pt x="2320557" y="1197304"/>
                  </a:lnTo>
                  <a:lnTo>
                    <a:pt x="2356374" y="1112948"/>
                  </a:lnTo>
                  <a:lnTo>
                    <a:pt x="2391894" y="1031102"/>
                  </a:lnTo>
                  <a:lnTo>
                    <a:pt x="2427096" y="952184"/>
                  </a:lnTo>
                  <a:lnTo>
                    <a:pt x="2461977" y="876539"/>
                  </a:lnTo>
                  <a:lnTo>
                    <a:pt x="2496565" y="804435"/>
                  </a:lnTo>
                  <a:lnTo>
                    <a:pt x="2530914" y="736065"/>
                  </a:lnTo>
                  <a:lnTo>
                    <a:pt x="2565109" y="671545"/>
                  </a:lnTo>
                  <a:lnTo>
                    <a:pt x="2599271" y="610920"/>
                  </a:lnTo>
                  <a:lnTo>
                    <a:pt x="2633558" y="554172"/>
                  </a:lnTo>
                  <a:lnTo>
                    <a:pt x="2667772" y="501804"/>
                  </a:lnTo>
                  <a:lnTo>
                    <a:pt x="2714193" y="437759"/>
                  </a:lnTo>
                  <a:lnTo>
                    <a:pt x="2762190" y="380152"/>
                  </a:lnTo>
                  <a:lnTo>
                    <a:pt x="2812512" y="328652"/>
                  </a:lnTo>
                  <a:lnTo>
                    <a:pt x="2865996" y="282700"/>
                  </a:lnTo>
                  <a:lnTo>
                    <a:pt x="2923495" y="241667"/>
                  </a:lnTo>
                  <a:lnTo>
                    <a:pt x="2985804" y="204944"/>
                  </a:lnTo>
                  <a:lnTo>
                    <a:pt x="3053571" y="172000"/>
                  </a:lnTo>
                  <a:lnTo>
                    <a:pt x="3127172" y="142402"/>
                  </a:lnTo>
                  <a:lnTo>
                    <a:pt x="3206550" y="115835"/>
                  </a:lnTo>
                  <a:lnTo>
                    <a:pt x="3291022" y="92104"/>
                  </a:lnTo>
                  <a:lnTo>
                    <a:pt x="3379092" y="71129"/>
                  </a:lnTo>
                  <a:lnTo>
                    <a:pt x="3468319" y="52919"/>
                  </a:lnTo>
                  <a:lnTo>
                    <a:pt x="3555352" y="37536"/>
                  </a:lnTo>
                  <a:lnTo>
                    <a:pt x="3636202" y="25037"/>
                  </a:lnTo>
                  <a:lnTo>
                    <a:pt x="3706809" y="15404"/>
                  </a:lnTo>
                  <a:lnTo>
                    <a:pt x="3763811" y="8489"/>
                  </a:lnTo>
                  <a:lnTo>
                    <a:pt x="3805309" y="3986"/>
                  </a:lnTo>
                  <a:lnTo>
                    <a:pt x="3831389" y="1441"/>
                  </a:lnTo>
                  <a:lnTo>
                    <a:pt x="3844241" y="309"/>
                  </a:lnTo>
                  <a:lnTo>
                    <a:pt x="3847958" y="1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5" y="49"/>
                  </a:lnTo>
                  <a:lnTo>
                    <a:pt x="4396339" y="402"/>
                  </a:lnTo>
                  <a:lnTo>
                    <a:pt x="4416864" y="1379"/>
                  </a:lnTo>
                  <a:lnTo>
                    <a:pt x="4453037" y="3295"/>
                  </a:lnTo>
                  <a:lnTo>
                    <a:pt x="4505894" y="6429"/>
                  </a:lnTo>
                  <a:lnTo>
                    <a:pt x="4574134" y="10985"/>
                  </a:lnTo>
                  <a:lnTo>
                    <a:pt x="4654549" y="17076"/>
                  </a:lnTo>
                  <a:lnTo>
                    <a:pt x="4742848" y="24730"/>
                  </a:lnTo>
                  <a:lnTo>
                    <a:pt x="4834574" y="33926"/>
                  </a:lnTo>
                  <a:lnTo>
                    <a:pt x="4925844" y="44625"/>
                  </a:lnTo>
                  <a:lnTo>
                    <a:pt x="5013753" y="56815"/>
                  </a:lnTo>
                  <a:lnTo>
                    <a:pt x="5096471" y="70529"/>
                  </a:lnTo>
                  <a:lnTo>
                    <a:pt x="5173118" y="85865"/>
                  </a:lnTo>
                  <a:lnTo>
                    <a:pt x="5243552" y="102990"/>
                  </a:lnTo>
                  <a:lnTo>
                    <a:pt x="5308143" y="122139"/>
                  </a:lnTo>
                  <a:lnTo>
                    <a:pt x="5367583" y="143606"/>
                  </a:lnTo>
                  <a:lnTo>
                    <a:pt x="5422738" y="167727"/>
                  </a:lnTo>
                  <a:lnTo>
                    <a:pt x="5474539" y="194855"/>
                  </a:lnTo>
                  <a:lnTo>
                    <a:pt x="5523902" y="225298"/>
                  </a:lnTo>
                  <a:lnTo>
                    <a:pt x="5567201" y="255893"/>
                  </a:lnTo>
                  <a:lnTo>
                    <a:pt x="5610787" y="290293"/>
                  </a:lnTo>
                  <a:lnTo>
                    <a:pt x="5653946" y="327794"/>
                  </a:lnTo>
                  <a:lnTo>
                    <a:pt x="5697047" y="368453"/>
                  </a:lnTo>
                  <a:lnTo>
                    <a:pt x="5740354" y="412243"/>
                  </a:lnTo>
                  <a:lnTo>
                    <a:pt x="5784045" y="459053"/>
                  </a:lnTo>
                  <a:lnTo>
                    <a:pt x="5828219" y="508669"/>
                  </a:lnTo>
                  <a:lnTo>
                    <a:pt x="5872904" y="560783"/>
                  </a:lnTo>
                  <a:lnTo>
                    <a:pt x="5918067" y="614989"/>
                  </a:lnTo>
                  <a:lnTo>
                    <a:pt x="5963621" y="670796"/>
                  </a:lnTo>
                  <a:lnTo>
                    <a:pt x="6009440" y="727644"/>
                  </a:lnTo>
                  <a:lnTo>
                    <a:pt x="6055374" y="784930"/>
                  </a:lnTo>
                  <a:lnTo>
                    <a:pt x="6101258" y="842026"/>
                  </a:lnTo>
                  <a:lnTo>
                    <a:pt x="6146935" y="898318"/>
                  </a:lnTo>
                  <a:lnTo>
                    <a:pt x="6192266" y="953224"/>
                  </a:lnTo>
                  <a:lnTo>
                    <a:pt x="6237148" y="1006224"/>
                  </a:lnTo>
                  <a:lnTo>
                    <a:pt x="6281526" y="1056877"/>
                  </a:lnTo>
                  <a:lnTo>
                    <a:pt x="6325402" y="1104835"/>
                  </a:lnTo>
                  <a:lnTo>
                    <a:pt x="6368845" y="1149846"/>
                  </a:lnTo>
                  <a:lnTo>
                    <a:pt x="6412001" y="1191759"/>
                  </a:lnTo>
                  <a:lnTo>
                    <a:pt x="6455099" y="1230514"/>
                  </a:lnTo>
                  <a:lnTo>
                    <a:pt x="6498464" y="1266138"/>
                  </a:lnTo>
                  <a:lnTo>
                    <a:pt x="6515891" y="1279465"/>
                  </a:lnTo>
                  <a:lnTo>
                    <a:pt x="6563750" y="1313069"/>
                  </a:lnTo>
                  <a:lnTo>
                    <a:pt x="6613305" y="1343190"/>
                  </a:lnTo>
                  <a:lnTo>
                    <a:pt x="6665382" y="1370021"/>
                  </a:lnTo>
                  <a:lnTo>
                    <a:pt x="6720900" y="1393878"/>
                  </a:lnTo>
                  <a:lnTo>
                    <a:pt x="6780789" y="1415112"/>
                  </a:lnTo>
                  <a:lnTo>
                    <a:pt x="6845904" y="1434059"/>
                  </a:lnTo>
                  <a:lnTo>
                    <a:pt x="6916913" y="1451008"/>
                  </a:lnTo>
                  <a:lnTo>
                    <a:pt x="6994146" y="1466185"/>
                  </a:lnTo>
                  <a:lnTo>
                    <a:pt x="7077403" y="1479753"/>
                  </a:lnTo>
                  <a:lnTo>
                    <a:pt x="7165722" y="1491801"/>
                  </a:lnTo>
                  <a:lnTo>
                    <a:pt x="7257175" y="1502361"/>
                  </a:lnTo>
                  <a:lnTo>
                    <a:pt x="7348758" y="1511413"/>
                  </a:lnTo>
                  <a:lnTo>
                    <a:pt x="7436509" y="1518921"/>
                  </a:lnTo>
                  <a:lnTo>
                    <a:pt x="7515953" y="1524865"/>
                  </a:lnTo>
                  <a:lnTo>
                    <a:pt x="7582858" y="1529281"/>
                  </a:lnTo>
                  <a:lnTo>
                    <a:pt x="7634168" y="1532291"/>
                  </a:lnTo>
                  <a:lnTo>
                    <a:pt x="7668788" y="1534106"/>
                  </a:lnTo>
                  <a:lnTo>
                    <a:pt x="7687981" y="1535010"/>
                  </a:lnTo>
                  <a:lnTo>
                    <a:pt x="7695295" y="1535321"/>
                  </a:lnTo>
                  <a:lnTo>
                    <a:pt x="7696237" y="1535358"/>
                  </a:lnTo>
                  <a:lnTo>
                    <a:pt x="8234974" y="15353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3" name="pl1963"/>
            <p:cNvSpPr/>
            <p:nvPr/>
          </p:nvSpPr>
          <p:spPr>
            <a:xfrm>
              <a:off x="546595" y="2792157"/>
              <a:ext cx="8234974" cy="3010827"/>
            </a:xfrm>
            <a:custGeom>
              <a:avLst/>
              <a:pathLst>
                <a:path w="8234974" h="3010827">
                  <a:moveTo>
                    <a:pt x="8234974" y="1535358"/>
                  </a:moveTo>
                  <a:lnTo>
                    <a:pt x="7696237" y="1535358"/>
                  </a:lnTo>
                  <a:lnTo>
                    <a:pt x="7694978" y="1535309"/>
                  </a:lnTo>
                  <a:lnTo>
                    <a:pt x="7686754" y="1534956"/>
                  </a:lnTo>
                  <a:lnTo>
                    <a:pt x="7666228" y="1533979"/>
                  </a:lnTo>
                  <a:lnTo>
                    <a:pt x="7630056" y="1532062"/>
                  </a:lnTo>
                  <a:lnTo>
                    <a:pt x="7577198" y="1528928"/>
                  </a:lnTo>
                  <a:lnTo>
                    <a:pt x="7508959" y="1524372"/>
                  </a:lnTo>
                  <a:lnTo>
                    <a:pt x="7428544" y="1518282"/>
                  </a:lnTo>
                  <a:lnTo>
                    <a:pt x="7340245" y="1510628"/>
                  </a:lnTo>
                  <a:lnTo>
                    <a:pt x="7248518" y="1501432"/>
                  </a:lnTo>
                  <a:lnTo>
                    <a:pt x="7157248" y="1490732"/>
                  </a:lnTo>
                  <a:lnTo>
                    <a:pt x="7069339" y="1478543"/>
                  </a:lnTo>
                  <a:lnTo>
                    <a:pt x="6986621" y="1464829"/>
                  </a:lnTo>
                  <a:lnTo>
                    <a:pt x="6909975" y="1449493"/>
                  </a:lnTo>
                  <a:lnTo>
                    <a:pt x="6839541" y="1432368"/>
                  </a:lnTo>
                  <a:lnTo>
                    <a:pt x="6774949" y="1413219"/>
                  </a:lnTo>
                  <a:lnTo>
                    <a:pt x="6715509" y="1391752"/>
                  </a:lnTo>
                  <a:lnTo>
                    <a:pt x="6660355" y="1367630"/>
                  </a:lnTo>
                  <a:lnTo>
                    <a:pt x="6608553" y="1340503"/>
                  </a:lnTo>
                  <a:lnTo>
                    <a:pt x="6559190" y="1310060"/>
                  </a:lnTo>
                  <a:lnTo>
                    <a:pt x="6515891" y="1279465"/>
                  </a:lnTo>
                  <a:lnTo>
                    <a:pt x="6472306" y="1245065"/>
                  </a:lnTo>
                  <a:lnTo>
                    <a:pt x="6429146" y="1207563"/>
                  </a:lnTo>
                  <a:lnTo>
                    <a:pt x="6386046" y="1166905"/>
                  </a:lnTo>
                  <a:lnTo>
                    <a:pt x="6342739" y="1123114"/>
                  </a:lnTo>
                  <a:lnTo>
                    <a:pt x="6299048" y="1076305"/>
                  </a:lnTo>
                  <a:lnTo>
                    <a:pt x="6254873" y="1026688"/>
                  </a:lnTo>
                  <a:lnTo>
                    <a:pt x="6210188" y="974574"/>
                  </a:lnTo>
                  <a:lnTo>
                    <a:pt x="6165026" y="920369"/>
                  </a:lnTo>
                  <a:lnTo>
                    <a:pt x="6119472" y="864562"/>
                  </a:lnTo>
                  <a:lnTo>
                    <a:pt x="6073652" y="807713"/>
                  </a:lnTo>
                  <a:lnTo>
                    <a:pt x="6027719" y="750428"/>
                  </a:lnTo>
                  <a:lnTo>
                    <a:pt x="5981834" y="693331"/>
                  </a:lnTo>
                  <a:lnTo>
                    <a:pt x="5936158" y="637040"/>
                  </a:lnTo>
                  <a:lnTo>
                    <a:pt x="5890827" y="582134"/>
                  </a:lnTo>
                  <a:lnTo>
                    <a:pt x="5845944" y="529133"/>
                  </a:lnTo>
                  <a:lnTo>
                    <a:pt x="5801566" y="478480"/>
                  </a:lnTo>
                  <a:lnTo>
                    <a:pt x="5757691" y="430523"/>
                  </a:lnTo>
                  <a:lnTo>
                    <a:pt x="5714247" y="385511"/>
                  </a:lnTo>
                  <a:lnTo>
                    <a:pt x="5671091" y="343599"/>
                  </a:lnTo>
                  <a:lnTo>
                    <a:pt x="5627993" y="304843"/>
                  </a:lnTo>
                  <a:lnTo>
                    <a:pt x="5584629" y="269220"/>
                  </a:lnTo>
                  <a:lnTo>
                    <a:pt x="5567201" y="255893"/>
                  </a:lnTo>
                  <a:lnTo>
                    <a:pt x="5519343" y="222289"/>
                  </a:lnTo>
                  <a:lnTo>
                    <a:pt x="5469787" y="192168"/>
                  </a:lnTo>
                  <a:lnTo>
                    <a:pt x="5417710" y="165337"/>
                  </a:lnTo>
                  <a:lnTo>
                    <a:pt x="5362192" y="141480"/>
                  </a:lnTo>
                  <a:lnTo>
                    <a:pt x="5302303" y="120245"/>
                  </a:lnTo>
                  <a:lnTo>
                    <a:pt x="5237188" y="101298"/>
                  </a:lnTo>
                  <a:lnTo>
                    <a:pt x="5166180" y="84350"/>
                  </a:lnTo>
                  <a:lnTo>
                    <a:pt x="5088946" y="69172"/>
                  </a:lnTo>
                  <a:lnTo>
                    <a:pt x="5005690" y="55605"/>
                  </a:lnTo>
                  <a:lnTo>
                    <a:pt x="4917371" y="43556"/>
                  </a:lnTo>
                  <a:lnTo>
                    <a:pt x="4825917" y="32997"/>
                  </a:lnTo>
                  <a:lnTo>
                    <a:pt x="4734335" y="23944"/>
                  </a:lnTo>
                  <a:lnTo>
                    <a:pt x="4646583" y="16436"/>
                  </a:lnTo>
                  <a:lnTo>
                    <a:pt x="4567140" y="10493"/>
                  </a:lnTo>
                  <a:lnTo>
                    <a:pt x="4500234" y="6077"/>
                  </a:lnTo>
                  <a:lnTo>
                    <a:pt x="4448924" y="3067"/>
                  </a:lnTo>
                  <a:lnTo>
                    <a:pt x="4414304" y="1252"/>
                  </a:lnTo>
                  <a:lnTo>
                    <a:pt x="4395111" y="347"/>
                  </a:lnTo>
                  <a:lnTo>
                    <a:pt x="4387797" y="3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5" y="88"/>
                  </a:lnTo>
                  <a:lnTo>
                    <a:pt x="3839421" y="720"/>
                  </a:lnTo>
                  <a:lnTo>
                    <a:pt x="3820532" y="2468"/>
                  </a:lnTo>
                  <a:lnTo>
                    <a:pt x="3787093" y="5902"/>
                  </a:lnTo>
                  <a:lnTo>
                    <a:pt x="3737930" y="11531"/>
                  </a:lnTo>
                  <a:lnTo>
                    <a:pt x="3673962" y="19740"/>
                  </a:lnTo>
                  <a:lnTo>
                    <a:pt x="3597888" y="30758"/>
                  </a:lnTo>
                  <a:lnTo>
                    <a:pt x="3513510" y="44665"/>
                  </a:lnTo>
                  <a:lnTo>
                    <a:pt x="3424940" y="61433"/>
                  </a:lnTo>
                  <a:lnTo>
                    <a:pt x="3335910" y="80995"/>
                  </a:lnTo>
                  <a:lnTo>
                    <a:pt x="3249347" y="103307"/>
                  </a:lnTo>
                  <a:lnTo>
                    <a:pt x="3167222" y="128401"/>
                  </a:lnTo>
                  <a:lnTo>
                    <a:pt x="3090614" y="156411"/>
                  </a:lnTo>
                  <a:lnTo>
                    <a:pt x="3019876" y="187592"/>
                  </a:lnTo>
                  <a:lnTo>
                    <a:pt x="2954832" y="222314"/>
                  </a:lnTo>
                  <a:lnTo>
                    <a:pt x="2894957" y="261063"/>
                  </a:lnTo>
                  <a:lnTo>
                    <a:pt x="2839517" y="304411"/>
                  </a:lnTo>
                  <a:lnTo>
                    <a:pt x="2787679" y="352986"/>
                  </a:lnTo>
                  <a:lnTo>
                    <a:pt x="2738589" y="407398"/>
                  </a:lnTo>
                  <a:lnTo>
                    <a:pt x="2691444" y="468119"/>
                  </a:lnTo>
                  <a:lnTo>
                    <a:pt x="2667772" y="501804"/>
                  </a:lnTo>
                  <a:lnTo>
                    <a:pt x="2633166" y="554796"/>
                  </a:lnTo>
                  <a:lnTo>
                    <a:pt x="2598882" y="611588"/>
                  </a:lnTo>
                  <a:lnTo>
                    <a:pt x="2564721" y="672256"/>
                  </a:lnTo>
                  <a:lnTo>
                    <a:pt x="2530524" y="736821"/>
                  </a:lnTo>
                  <a:lnTo>
                    <a:pt x="2496173" y="805234"/>
                  </a:lnTo>
                  <a:lnTo>
                    <a:pt x="2461582" y="877380"/>
                  </a:lnTo>
                  <a:lnTo>
                    <a:pt x="2426697" y="953064"/>
                  </a:lnTo>
                  <a:lnTo>
                    <a:pt x="2391492" y="1032017"/>
                  </a:lnTo>
                  <a:lnTo>
                    <a:pt x="2355968" y="1113894"/>
                  </a:lnTo>
                  <a:lnTo>
                    <a:pt x="2320149" y="1198276"/>
                  </a:lnTo>
                  <a:lnTo>
                    <a:pt x="2284077" y="1284681"/>
                  </a:lnTo>
                  <a:lnTo>
                    <a:pt x="2247814" y="1372572"/>
                  </a:lnTo>
                  <a:lnTo>
                    <a:pt x="2211432" y="1461369"/>
                  </a:lnTo>
                  <a:lnTo>
                    <a:pt x="2175009" y="1550470"/>
                  </a:lnTo>
                  <a:lnTo>
                    <a:pt x="2138627" y="1639260"/>
                  </a:lnTo>
                  <a:lnTo>
                    <a:pt x="2102366" y="1727137"/>
                  </a:lnTo>
                  <a:lnTo>
                    <a:pt x="2066297" y="1813522"/>
                  </a:lnTo>
                  <a:lnTo>
                    <a:pt x="2030481" y="1897878"/>
                  </a:lnTo>
                  <a:lnTo>
                    <a:pt x="1994960" y="1979724"/>
                  </a:lnTo>
                  <a:lnTo>
                    <a:pt x="1959759" y="2058642"/>
                  </a:lnTo>
                  <a:lnTo>
                    <a:pt x="1924877" y="2134287"/>
                  </a:lnTo>
                  <a:lnTo>
                    <a:pt x="1890290" y="2206391"/>
                  </a:lnTo>
                  <a:lnTo>
                    <a:pt x="1855941" y="2274761"/>
                  </a:lnTo>
                  <a:lnTo>
                    <a:pt x="1821745" y="2339282"/>
                  </a:lnTo>
                  <a:lnTo>
                    <a:pt x="1787583" y="2399906"/>
                  </a:lnTo>
                  <a:lnTo>
                    <a:pt x="1753297" y="2456654"/>
                  </a:lnTo>
                  <a:lnTo>
                    <a:pt x="1719082" y="2509022"/>
                  </a:lnTo>
                  <a:lnTo>
                    <a:pt x="1672661" y="2573068"/>
                  </a:lnTo>
                  <a:lnTo>
                    <a:pt x="1624664" y="2630674"/>
                  </a:lnTo>
                  <a:lnTo>
                    <a:pt x="1574342" y="2682174"/>
                  </a:lnTo>
                  <a:lnTo>
                    <a:pt x="1520858" y="2728126"/>
                  </a:lnTo>
                  <a:lnTo>
                    <a:pt x="1463360" y="2769160"/>
                  </a:lnTo>
                  <a:lnTo>
                    <a:pt x="1401051" y="2805882"/>
                  </a:lnTo>
                  <a:lnTo>
                    <a:pt x="1333283" y="2838827"/>
                  </a:lnTo>
                  <a:lnTo>
                    <a:pt x="1259682" y="2868425"/>
                  </a:lnTo>
                  <a:lnTo>
                    <a:pt x="1180305" y="2894992"/>
                  </a:lnTo>
                  <a:lnTo>
                    <a:pt x="1095833" y="2918722"/>
                  </a:lnTo>
                  <a:lnTo>
                    <a:pt x="1007763" y="2939697"/>
                  </a:lnTo>
                  <a:lnTo>
                    <a:pt x="918535" y="2957908"/>
                  </a:lnTo>
                  <a:lnTo>
                    <a:pt x="831502" y="2973290"/>
                  </a:lnTo>
                  <a:lnTo>
                    <a:pt x="750653" y="2985790"/>
                  </a:lnTo>
                  <a:lnTo>
                    <a:pt x="680046" y="2995423"/>
                  </a:lnTo>
                  <a:lnTo>
                    <a:pt x="623044" y="3002337"/>
                  </a:lnTo>
                  <a:lnTo>
                    <a:pt x="581545" y="3006841"/>
                  </a:lnTo>
                  <a:lnTo>
                    <a:pt x="555466" y="3009385"/>
                  </a:lnTo>
                  <a:lnTo>
                    <a:pt x="542614" y="3010517"/>
                  </a:lnTo>
                  <a:lnTo>
                    <a:pt x="538897" y="3010815"/>
                  </a:lnTo>
                  <a:lnTo>
                    <a:pt x="538736" y="3010827"/>
                  </a:lnTo>
                  <a:lnTo>
                    <a:pt x="0" y="3010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4" name="pg1964"/>
            <p:cNvSpPr/>
            <p:nvPr/>
          </p:nvSpPr>
          <p:spPr>
            <a:xfrm>
              <a:off x="546595" y="2971827"/>
              <a:ext cx="8234974" cy="2842046"/>
            </a:xfrm>
            <a:custGeom>
              <a:avLst/>
              <a:pathLst>
                <a:path w="8234974" h="2842046">
                  <a:moveTo>
                    <a:pt x="0" y="2842046"/>
                  </a:moveTo>
                  <a:lnTo>
                    <a:pt x="538736" y="2842046"/>
                  </a:lnTo>
                  <a:lnTo>
                    <a:pt x="539904" y="2841962"/>
                  </a:lnTo>
                  <a:lnTo>
                    <a:pt x="547543" y="2841358"/>
                  </a:lnTo>
                  <a:lnTo>
                    <a:pt x="566660" y="2839690"/>
                  </a:lnTo>
                  <a:lnTo>
                    <a:pt x="600482" y="2836412"/>
                  </a:lnTo>
                  <a:lnTo>
                    <a:pt x="650165" y="2831041"/>
                  </a:lnTo>
                  <a:lnTo>
                    <a:pt x="714738" y="2823212"/>
                  </a:lnTo>
                  <a:lnTo>
                    <a:pt x="791433" y="2812709"/>
                  </a:lnTo>
                  <a:lnTo>
                    <a:pt x="876378" y="2799461"/>
                  </a:lnTo>
                  <a:lnTo>
                    <a:pt x="965412" y="2783496"/>
                  </a:lnTo>
                  <a:lnTo>
                    <a:pt x="1054777" y="2764878"/>
                  </a:lnTo>
                  <a:lnTo>
                    <a:pt x="1141548" y="2743646"/>
                  </a:lnTo>
                  <a:lnTo>
                    <a:pt x="1223772" y="2719768"/>
                  </a:lnTo>
                  <a:lnTo>
                    <a:pt x="1300396" y="2693107"/>
                  </a:lnTo>
                  <a:lnTo>
                    <a:pt x="1371096" y="2663418"/>
                  </a:lnTo>
                  <a:lnTo>
                    <a:pt x="1436078" y="2630337"/>
                  </a:lnTo>
                  <a:lnTo>
                    <a:pt x="1495889" y="2593396"/>
                  </a:lnTo>
                  <a:lnTo>
                    <a:pt x="1551282" y="2552043"/>
                  </a:lnTo>
                  <a:lnTo>
                    <a:pt x="1603105" y="2505679"/>
                  </a:lnTo>
                  <a:lnTo>
                    <a:pt x="1652223" y="2453727"/>
                  </a:lnTo>
                  <a:lnTo>
                    <a:pt x="1699441" y="2395752"/>
                  </a:lnTo>
                  <a:lnTo>
                    <a:pt x="1719082" y="2369279"/>
                  </a:lnTo>
                  <a:lnTo>
                    <a:pt x="1754527" y="2318092"/>
                  </a:lnTo>
                  <a:lnTo>
                    <a:pt x="1789639" y="2263146"/>
                  </a:lnTo>
                  <a:lnTo>
                    <a:pt x="1824632" y="2204365"/>
                  </a:lnTo>
                  <a:lnTo>
                    <a:pt x="1859672" y="2141734"/>
                  </a:lnTo>
                  <a:lnTo>
                    <a:pt x="1894884" y="2075306"/>
                  </a:lnTo>
                  <a:lnTo>
                    <a:pt x="1930357" y="2005208"/>
                  </a:lnTo>
                  <a:lnTo>
                    <a:pt x="1966143" y="1931646"/>
                  </a:lnTo>
                  <a:lnTo>
                    <a:pt x="2002267" y="1854906"/>
                  </a:lnTo>
                  <a:lnTo>
                    <a:pt x="2038723" y="1775350"/>
                  </a:lnTo>
                  <a:lnTo>
                    <a:pt x="2075480" y="1693418"/>
                  </a:lnTo>
                  <a:lnTo>
                    <a:pt x="2112487" y="1609611"/>
                  </a:lnTo>
                  <a:lnTo>
                    <a:pt x="2149676" y="1524485"/>
                  </a:lnTo>
                  <a:lnTo>
                    <a:pt x="2186967" y="1438636"/>
                  </a:lnTo>
                  <a:lnTo>
                    <a:pt x="2224274" y="1352679"/>
                  </a:lnTo>
                  <a:lnTo>
                    <a:pt x="2261508" y="1267234"/>
                  </a:lnTo>
                  <a:lnTo>
                    <a:pt x="2298586" y="1182905"/>
                  </a:lnTo>
                  <a:lnTo>
                    <a:pt x="2335437" y="1100264"/>
                  </a:lnTo>
                  <a:lnTo>
                    <a:pt x="2372002" y="1019832"/>
                  </a:lnTo>
                  <a:lnTo>
                    <a:pt x="2408242" y="942072"/>
                  </a:lnTo>
                  <a:lnTo>
                    <a:pt x="2444144" y="867373"/>
                  </a:lnTo>
                  <a:lnTo>
                    <a:pt x="2479721" y="796049"/>
                  </a:lnTo>
                  <a:lnTo>
                    <a:pt x="2515015" y="728332"/>
                  </a:lnTo>
                  <a:lnTo>
                    <a:pt x="2550102" y="664376"/>
                  </a:lnTo>
                  <a:lnTo>
                    <a:pt x="2585095" y="604261"/>
                  </a:lnTo>
                  <a:lnTo>
                    <a:pt x="2620144" y="547992"/>
                  </a:lnTo>
                  <a:lnTo>
                    <a:pt x="2655447" y="495516"/>
                  </a:lnTo>
                  <a:lnTo>
                    <a:pt x="2667772" y="478211"/>
                  </a:lnTo>
                  <a:lnTo>
                    <a:pt x="2714398" y="417623"/>
                  </a:lnTo>
                  <a:lnTo>
                    <a:pt x="2762617" y="363153"/>
                  </a:lnTo>
                  <a:lnTo>
                    <a:pt x="2813188" y="314482"/>
                  </a:lnTo>
                  <a:lnTo>
                    <a:pt x="2866959" y="271076"/>
                  </a:lnTo>
                  <a:lnTo>
                    <a:pt x="2924795" y="232334"/>
                  </a:lnTo>
                  <a:lnTo>
                    <a:pt x="2987500" y="197677"/>
                  </a:lnTo>
                  <a:lnTo>
                    <a:pt x="3055724" y="166598"/>
                  </a:lnTo>
                  <a:lnTo>
                    <a:pt x="3129838" y="138689"/>
                  </a:lnTo>
                  <a:lnTo>
                    <a:pt x="3209766" y="113652"/>
                  </a:lnTo>
                  <a:lnTo>
                    <a:pt x="3294790" y="91306"/>
                  </a:lnTo>
                  <a:lnTo>
                    <a:pt x="3383356" y="71577"/>
                  </a:lnTo>
                  <a:lnTo>
                    <a:pt x="3472947" y="54478"/>
                  </a:lnTo>
                  <a:lnTo>
                    <a:pt x="3560126" y="40070"/>
                  </a:lnTo>
                  <a:lnTo>
                    <a:pt x="3640831" y="28404"/>
                  </a:lnTo>
                  <a:lnTo>
                    <a:pt x="3710971" y="19456"/>
                  </a:lnTo>
                  <a:lnTo>
                    <a:pt x="3767210" y="13078"/>
                  </a:lnTo>
                  <a:lnTo>
                    <a:pt x="3807750" y="8965"/>
                  </a:lnTo>
                  <a:lnTo>
                    <a:pt x="3832829" y="6678"/>
                  </a:lnTo>
                  <a:lnTo>
                    <a:pt x="3844826" y="569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3" y="5489"/>
                  </a:lnTo>
                  <a:lnTo>
                    <a:pt x="4396401" y="5806"/>
                  </a:lnTo>
                  <a:lnTo>
                    <a:pt x="4417055" y="6685"/>
                  </a:lnTo>
                  <a:lnTo>
                    <a:pt x="4453443" y="8409"/>
                  </a:lnTo>
                  <a:lnTo>
                    <a:pt x="4506588" y="11229"/>
                  </a:lnTo>
                  <a:lnTo>
                    <a:pt x="4575158" y="15326"/>
                  </a:lnTo>
                  <a:lnTo>
                    <a:pt x="4655904" y="20801"/>
                  </a:lnTo>
                  <a:lnTo>
                    <a:pt x="4744499" y="27681"/>
                  </a:lnTo>
                  <a:lnTo>
                    <a:pt x="4836458" y="35943"/>
                  </a:lnTo>
                  <a:lnTo>
                    <a:pt x="4927889" y="45555"/>
                  </a:lnTo>
                  <a:lnTo>
                    <a:pt x="5015891" y="56505"/>
                  </a:lnTo>
                  <a:lnTo>
                    <a:pt x="5098645" y="68824"/>
                  </a:lnTo>
                  <a:lnTo>
                    <a:pt x="5175288" y="82603"/>
                  </a:lnTo>
                  <a:lnTo>
                    <a:pt x="5245695" y="97994"/>
                  </a:lnTo>
                  <a:lnTo>
                    <a:pt x="5310251" y="115209"/>
                  </a:lnTo>
                  <a:lnTo>
                    <a:pt x="5369659" y="134514"/>
                  </a:lnTo>
                  <a:lnTo>
                    <a:pt x="5424796" y="156213"/>
                  </a:lnTo>
                  <a:lnTo>
                    <a:pt x="5476601" y="180624"/>
                  </a:lnTo>
                  <a:lnTo>
                    <a:pt x="5525993" y="208020"/>
                  </a:lnTo>
                  <a:lnTo>
                    <a:pt x="5567201" y="234114"/>
                  </a:lnTo>
                  <a:lnTo>
                    <a:pt x="5612046" y="265791"/>
                  </a:lnTo>
                  <a:lnTo>
                    <a:pt x="5656452" y="300403"/>
                  </a:lnTo>
                  <a:lnTo>
                    <a:pt x="5700814" y="338004"/>
                  </a:lnTo>
                  <a:lnTo>
                    <a:pt x="5745415" y="378563"/>
                  </a:lnTo>
                  <a:lnTo>
                    <a:pt x="5790438" y="421960"/>
                  </a:lnTo>
                  <a:lnTo>
                    <a:pt x="5835981" y="467976"/>
                  </a:lnTo>
                  <a:lnTo>
                    <a:pt x="5882064" y="516295"/>
                  </a:lnTo>
                  <a:lnTo>
                    <a:pt x="5928637" y="566504"/>
                  </a:lnTo>
                  <a:lnTo>
                    <a:pt x="5975596" y="618110"/>
                  </a:lnTo>
                  <a:lnTo>
                    <a:pt x="6022797" y="670555"/>
                  </a:lnTo>
                  <a:lnTo>
                    <a:pt x="6070069" y="723242"/>
                  </a:lnTo>
                  <a:lnTo>
                    <a:pt x="6117233" y="775562"/>
                  </a:lnTo>
                  <a:lnTo>
                    <a:pt x="6164124" y="826923"/>
                  </a:lnTo>
                  <a:lnTo>
                    <a:pt x="6210602" y="876779"/>
                  </a:lnTo>
                  <a:lnTo>
                    <a:pt x="6256575" y="924652"/>
                  </a:lnTo>
                  <a:lnTo>
                    <a:pt x="6302007" y="970149"/>
                  </a:lnTo>
                  <a:lnTo>
                    <a:pt x="6346932" y="1012974"/>
                  </a:lnTo>
                  <a:lnTo>
                    <a:pt x="6391465" y="1052928"/>
                  </a:lnTo>
                  <a:lnTo>
                    <a:pt x="6435810" y="1089910"/>
                  </a:lnTo>
                  <a:lnTo>
                    <a:pt x="6480270" y="1123909"/>
                  </a:lnTo>
                  <a:lnTo>
                    <a:pt x="6515891" y="1148796"/>
                  </a:lnTo>
                  <a:lnTo>
                    <a:pt x="6563860" y="1178890"/>
                  </a:lnTo>
                  <a:lnTo>
                    <a:pt x="6613535" y="1205857"/>
                  </a:lnTo>
                  <a:lnTo>
                    <a:pt x="6665748" y="1229872"/>
                  </a:lnTo>
                  <a:lnTo>
                    <a:pt x="6721424" y="1251220"/>
                  </a:lnTo>
                  <a:lnTo>
                    <a:pt x="6781499" y="1270216"/>
                  </a:lnTo>
                  <a:lnTo>
                    <a:pt x="6846832" y="1287163"/>
                  </a:lnTo>
                  <a:lnTo>
                    <a:pt x="6918093" y="1302317"/>
                  </a:lnTo>
                  <a:lnTo>
                    <a:pt x="6995608" y="1315886"/>
                  </a:lnTo>
                  <a:lnTo>
                    <a:pt x="7079164" y="1328010"/>
                  </a:lnTo>
                  <a:lnTo>
                    <a:pt x="7167776" y="1338773"/>
                  </a:lnTo>
                  <a:lnTo>
                    <a:pt x="7259479" y="1348199"/>
                  </a:lnTo>
                  <a:lnTo>
                    <a:pt x="7351223" y="1356271"/>
                  </a:lnTo>
                  <a:lnTo>
                    <a:pt x="7438999" y="1362955"/>
                  </a:lnTo>
                  <a:lnTo>
                    <a:pt x="7518296" y="1368236"/>
                  </a:lnTo>
                  <a:lnTo>
                    <a:pt x="7584878" y="1372147"/>
                  </a:lnTo>
                  <a:lnTo>
                    <a:pt x="7635720" y="1374802"/>
                  </a:lnTo>
                  <a:lnTo>
                    <a:pt x="7669801" y="1376392"/>
                  </a:lnTo>
                  <a:lnTo>
                    <a:pt x="7688482" y="1377176"/>
                  </a:lnTo>
                  <a:lnTo>
                    <a:pt x="7695422" y="1377438"/>
                  </a:lnTo>
                  <a:lnTo>
                    <a:pt x="7696237" y="1377467"/>
                  </a:lnTo>
                  <a:lnTo>
                    <a:pt x="8234974" y="1377467"/>
                  </a:lnTo>
                  <a:lnTo>
                    <a:pt x="8234974" y="1372022"/>
                  </a:lnTo>
                  <a:lnTo>
                    <a:pt x="7696237" y="1372022"/>
                  </a:lnTo>
                  <a:lnTo>
                    <a:pt x="7694969" y="1371978"/>
                  </a:lnTo>
                  <a:lnTo>
                    <a:pt x="7686692" y="1371660"/>
                  </a:lnTo>
                  <a:lnTo>
                    <a:pt x="7666037" y="1370781"/>
                  </a:lnTo>
                  <a:lnTo>
                    <a:pt x="7629650" y="1369057"/>
                  </a:lnTo>
                  <a:lnTo>
                    <a:pt x="7576504" y="1366237"/>
                  </a:lnTo>
                  <a:lnTo>
                    <a:pt x="7507935" y="1362140"/>
                  </a:lnTo>
                  <a:lnTo>
                    <a:pt x="7427188" y="1356665"/>
                  </a:lnTo>
                  <a:lnTo>
                    <a:pt x="7338594" y="1349785"/>
                  </a:lnTo>
                  <a:lnTo>
                    <a:pt x="7246634" y="1341523"/>
                  </a:lnTo>
                  <a:lnTo>
                    <a:pt x="7155203" y="1331911"/>
                  </a:lnTo>
                  <a:lnTo>
                    <a:pt x="7067202" y="1320961"/>
                  </a:lnTo>
                  <a:lnTo>
                    <a:pt x="6984448" y="1308642"/>
                  </a:lnTo>
                  <a:lnTo>
                    <a:pt x="6907805" y="1294863"/>
                  </a:lnTo>
                  <a:lnTo>
                    <a:pt x="6837398" y="1279472"/>
                  </a:lnTo>
                  <a:lnTo>
                    <a:pt x="6772842" y="1262258"/>
                  </a:lnTo>
                  <a:lnTo>
                    <a:pt x="6713433" y="1242953"/>
                  </a:lnTo>
                  <a:lnTo>
                    <a:pt x="6658296" y="1221253"/>
                  </a:lnTo>
                  <a:lnTo>
                    <a:pt x="6606491" y="1196843"/>
                  </a:lnTo>
                  <a:lnTo>
                    <a:pt x="6557100" y="1169447"/>
                  </a:lnTo>
                  <a:lnTo>
                    <a:pt x="6515891" y="1143352"/>
                  </a:lnTo>
                  <a:lnTo>
                    <a:pt x="6471046" y="1111676"/>
                  </a:lnTo>
                  <a:lnTo>
                    <a:pt x="6426640" y="1077063"/>
                  </a:lnTo>
                  <a:lnTo>
                    <a:pt x="6382278" y="1039462"/>
                  </a:lnTo>
                  <a:lnTo>
                    <a:pt x="6337677" y="998903"/>
                  </a:lnTo>
                  <a:lnTo>
                    <a:pt x="6292654" y="955506"/>
                  </a:lnTo>
                  <a:lnTo>
                    <a:pt x="6247111" y="909490"/>
                  </a:lnTo>
                  <a:lnTo>
                    <a:pt x="6201029" y="861171"/>
                  </a:lnTo>
                  <a:lnTo>
                    <a:pt x="6154456" y="810962"/>
                  </a:lnTo>
                  <a:lnTo>
                    <a:pt x="6107496" y="759356"/>
                  </a:lnTo>
                  <a:lnTo>
                    <a:pt x="6060295" y="706911"/>
                  </a:lnTo>
                  <a:lnTo>
                    <a:pt x="6013024" y="654224"/>
                  </a:lnTo>
                  <a:lnTo>
                    <a:pt x="5965859" y="601904"/>
                  </a:lnTo>
                  <a:lnTo>
                    <a:pt x="5918969" y="550543"/>
                  </a:lnTo>
                  <a:lnTo>
                    <a:pt x="5872490" y="500687"/>
                  </a:lnTo>
                  <a:lnTo>
                    <a:pt x="5826518" y="452814"/>
                  </a:lnTo>
                  <a:lnTo>
                    <a:pt x="5781086" y="407317"/>
                  </a:lnTo>
                  <a:lnTo>
                    <a:pt x="5736161" y="364492"/>
                  </a:lnTo>
                  <a:lnTo>
                    <a:pt x="5691628" y="324538"/>
                  </a:lnTo>
                  <a:lnTo>
                    <a:pt x="5647283" y="287556"/>
                  </a:lnTo>
                  <a:lnTo>
                    <a:pt x="5602822" y="253557"/>
                  </a:lnTo>
                  <a:lnTo>
                    <a:pt x="5567201" y="228670"/>
                  </a:lnTo>
                  <a:lnTo>
                    <a:pt x="5519232" y="198576"/>
                  </a:lnTo>
                  <a:lnTo>
                    <a:pt x="5469557" y="171609"/>
                  </a:lnTo>
                  <a:lnTo>
                    <a:pt x="5417344" y="147594"/>
                  </a:lnTo>
                  <a:lnTo>
                    <a:pt x="5361669" y="126246"/>
                  </a:lnTo>
                  <a:lnTo>
                    <a:pt x="5301594" y="107250"/>
                  </a:lnTo>
                  <a:lnTo>
                    <a:pt x="5236260" y="90304"/>
                  </a:lnTo>
                  <a:lnTo>
                    <a:pt x="5164999" y="75149"/>
                  </a:lnTo>
                  <a:lnTo>
                    <a:pt x="5087484" y="61581"/>
                  </a:lnTo>
                  <a:lnTo>
                    <a:pt x="5003929" y="49456"/>
                  </a:lnTo>
                  <a:lnTo>
                    <a:pt x="4915317" y="38693"/>
                  </a:lnTo>
                  <a:lnTo>
                    <a:pt x="4823614" y="29268"/>
                  </a:lnTo>
                  <a:lnTo>
                    <a:pt x="4731870" y="21195"/>
                  </a:lnTo>
                  <a:lnTo>
                    <a:pt x="4644094" y="14511"/>
                  </a:lnTo>
                  <a:lnTo>
                    <a:pt x="4564797" y="9230"/>
                  </a:lnTo>
                  <a:lnTo>
                    <a:pt x="4498215" y="5319"/>
                  </a:lnTo>
                  <a:lnTo>
                    <a:pt x="4447373" y="2664"/>
                  </a:lnTo>
                  <a:lnTo>
                    <a:pt x="4413292" y="1074"/>
                  </a:lnTo>
                  <a:lnTo>
                    <a:pt x="4394610" y="291"/>
                  </a:lnTo>
                  <a:lnTo>
                    <a:pt x="4387671" y="2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1" y="84"/>
                  </a:lnTo>
                  <a:lnTo>
                    <a:pt x="3839311" y="687"/>
                  </a:lnTo>
                  <a:lnTo>
                    <a:pt x="3820194" y="2356"/>
                  </a:lnTo>
                  <a:lnTo>
                    <a:pt x="3786373" y="5634"/>
                  </a:lnTo>
                  <a:lnTo>
                    <a:pt x="3736689" y="11005"/>
                  </a:lnTo>
                  <a:lnTo>
                    <a:pt x="3672117" y="18834"/>
                  </a:lnTo>
                  <a:lnTo>
                    <a:pt x="3595421" y="29337"/>
                  </a:lnTo>
                  <a:lnTo>
                    <a:pt x="3510476" y="42585"/>
                  </a:lnTo>
                  <a:lnTo>
                    <a:pt x="3421443" y="58550"/>
                  </a:lnTo>
                  <a:lnTo>
                    <a:pt x="3332078" y="77168"/>
                  </a:lnTo>
                  <a:lnTo>
                    <a:pt x="3245306" y="98399"/>
                  </a:lnTo>
                  <a:lnTo>
                    <a:pt x="3163083" y="122278"/>
                  </a:lnTo>
                  <a:lnTo>
                    <a:pt x="3086459" y="148938"/>
                  </a:lnTo>
                  <a:lnTo>
                    <a:pt x="3015758" y="178628"/>
                  </a:lnTo>
                  <a:lnTo>
                    <a:pt x="2950777" y="211709"/>
                  </a:lnTo>
                  <a:lnTo>
                    <a:pt x="2890966" y="248650"/>
                  </a:lnTo>
                  <a:lnTo>
                    <a:pt x="2835573" y="290003"/>
                  </a:lnTo>
                  <a:lnTo>
                    <a:pt x="2783749" y="336367"/>
                  </a:lnTo>
                  <a:lnTo>
                    <a:pt x="2734632" y="388319"/>
                  </a:lnTo>
                  <a:lnTo>
                    <a:pt x="2687413" y="446294"/>
                  </a:lnTo>
                  <a:lnTo>
                    <a:pt x="2667772" y="472767"/>
                  </a:lnTo>
                  <a:lnTo>
                    <a:pt x="2632328" y="523954"/>
                  </a:lnTo>
                  <a:lnTo>
                    <a:pt x="2597215" y="578900"/>
                  </a:lnTo>
                  <a:lnTo>
                    <a:pt x="2562222" y="637681"/>
                  </a:lnTo>
                  <a:lnTo>
                    <a:pt x="2527182" y="700312"/>
                  </a:lnTo>
                  <a:lnTo>
                    <a:pt x="2491970" y="766740"/>
                  </a:lnTo>
                  <a:lnTo>
                    <a:pt x="2456498" y="836838"/>
                  </a:lnTo>
                  <a:lnTo>
                    <a:pt x="2420711" y="910400"/>
                  </a:lnTo>
                  <a:lnTo>
                    <a:pt x="2384588" y="987140"/>
                  </a:lnTo>
                  <a:lnTo>
                    <a:pt x="2348132" y="1066695"/>
                  </a:lnTo>
                  <a:lnTo>
                    <a:pt x="2311375" y="1148628"/>
                  </a:lnTo>
                  <a:lnTo>
                    <a:pt x="2274367" y="1232435"/>
                  </a:lnTo>
                  <a:lnTo>
                    <a:pt x="2237178" y="1317561"/>
                  </a:lnTo>
                  <a:lnTo>
                    <a:pt x="2199887" y="1403410"/>
                  </a:lnTo>
                  <a:lnTo>
                    <a:pt x="2162581" y="1489367"/>
                  </a:lnTo>
                  <a:lnTo>
                    <a:pt x="2125347" y="1574812"/>
                  </a:lnTo>
                  <a:lnTo>
                    <a:pt x="2088268" y="1659141"/>
                  </a:lnTo>
                  <a:lnTo>
                    <a:pt x="2051418" y="1741782"/>
                  </a:lnTo>
                  <a:lnTo>
                    <a:pt x="2014853" y="1822214"/>
                  </a:lnTo>
                  <a:lnTo>
                    <a:pt x="1978612" y="1899974"/>
                  </a:lnTo>
                  <a:lnTo>
                    <a:pt x="1942710" y="1974673"/>
                  </a:lnTo>
                  <a:lnTo>
                    <a:pt x="1907133" y="2045997"/>
                  </a:lnTo>
                  <a:lnTo>
                    <a:pt x="1871839" y="2113714"/>
                  </a:lnTo>
                  <a:lnTo>
                    <a:pt x="1836752" y="2177670"/>
                  </a:lnTo>
                  <a:lnTo>
                    <a:pt x="1801760" y="2237785"/>
                  </a:lnTo>
                  <a:lnTo>
                    <a:pt x="1766710" y="2294053"/>
                  </a:lnTo>
                  <a:lnTo>
                    <a:pt x="1731408" y="2346530"/>
                  </a:lnTo>
                  <a:lnTo>
                    <a:pt x="1719082" y="2363835"/>
                  </a:lnTo>
                  <a:lnTo>
                    <a:pt x="1672457" y="2424423"/>
                  </a:lnTo>
                  <a:lnTo>
                    <a:pt x="1624238" y="2478893"/>
                  </a:lnTo>
                  <a:lnTo>
                    <a:pt x="1573667" y="2527564"/>
                  </a:lnTo>
                  <a:lnTo>
                    <a:pt x="1519895" y="2570970"/>
                  </a:lnTo>
                  <a:lnTo>
                    <a:pt x="1462059" y="2609712"/>
                  </a:lnTo>
                  <a:lnTo>
                    <a:pt x="1399355" y="2644369"/>
                  </a:lnTo>
                  <a:lnTo>
                    <a:pt x="1331130" y="2675448"/>
                  </a:lnTo>
                  <a:lnTo>
                    <a:pt x="1257017" y="2703357"/>
                  </a:lnTo>
                  <a:lnTo>
                    <a:pt x="1177089" y="2728394"/>
                  </a:lnTo>
                  <a:lnTo>
                    <a:pt x="1092065" y="2750740"/>
                  </a:lnTo>
                  <a:lnTo>
                    <a:pt x="1003499" y="2770469"/>
                  </a:lnTo>
                  <a:lnTo>
                    <a:pt x="913908" y="2787567"/>
                  </a:lnTo>
                  <a:lnTo>
                    <a:pt x="826729" y="2801976"/>
                  </a:lnTo>
                  <a:lnTo>
                    <a:pt x="746023" y="2813642"/>
                  </a:lnTo>
                  <a:lnTo>
                    <a:pt x="675884" y="2822589"/>
                  </a:lnTo>
                  <a:lnTo>
                    <a:pt x="619645" y="2828968"/>
                  </a:lnTo>
                  <a:lnTo>
                    <a:pt x="579105" y="2833080"/>
                  </a:lnTo>
                  <a:lnTo>
                    <a:pt x="554025" y="2835368"/>
                  </a:lnTo>
                  <a:lnTo>
                    <a:pt x="542029" y="2836356"/>
                  </a:lnTo>
                  <a:lnTo>
                    <a:pt x="538736" y="2836602"/>
                  </a:lnTo>
                  <a:lnTo>
                    <a:pt x="0" y="2836602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65" name="pl1965"/>
            <p:cNvSpPr/>
            <p:nvPr/>
          </p:nvSpPr>
          <p:spPr>
            <a:xfrm>
              <a:off x="546595" y="2977271"/>
              <a:ext cx="8234974" cy="2836602"/>
            </a:xfrm>
            <a:custGeom>
              <a:avLst/>
              <a:pathLst>
                <a:path w="8234974" h="2836602">
                  <a:moveTo>
                    <a:pt x="0" y="2836602"/>
                  </a:moveTo>
                  <a:lnTo>
                    <a:pt x="538736" y="2836602"/>
                  </a:lnTo>
                  <a:lnTo>
                    <a:pt x="539904" y="2836517"/>
                  </a:lnTo>
                  <a:lnTo>
                    <a:pt x="547543" y="2835914"/>
                  </a:lnTo>
                  <a:lnTo>
                    <a:pt x="566660" y="2834245"/>
                  </a:lnTo>
                  <a:lnTo>
                    <a:pt x="600482" y="2830968"/>
                  </a:lnTo>
                  <a:lnTo>
                    <a:pt x="650165" y="2825597"/>
                  </a:lnTo>
                  <a:lnTo>
                    <a:pt x="714738" y="2817767"/>
                  </a:lnTo>
                  <a:lnTo>
                    <a:pt x="791433" y="2807264"/>
                  </a:lnTo>
                  <a:lnTo>
                    <a:pt x="876378" y="2794016"/>
                  </a:lnTo>
                  <a:lnTo>
                    <a:pt x="965412" y="2778051"/>
                  </a:lnTo>
                  <a:lnTo>
                    <a:pt x="1054777" y="2759434"/>
                  </a:lnTo>
                  <a:lnTo>
                    <a:pt x="1141548" y="2738202"/>
                  </a:lnTo>
                  <a:lnTo>
                    <a:pt x="1223772" y="2714323"/>
                  </a:lnTo>
                  <a:lnTo>
                    <a:pt x="1300396" y="2687663"/>
                  </a:lnTo>
                  <a:lnTo>
                    <a:pt x="1371096" y="2657973"/>
                  </a:lnTo>
                  <a:lnTo>
                    <a:pt x="1436078" y="2624892"/>
                  </a:lnTo>
                  <a:lnTo>
                    <a:pt x="1495889" y="2587951"/>
                  </a:lnTo>
                  <a:lnTo>
                    <a:pt x="1551282" y="2546599"/>
                  </a:lnTo>
                  <a:lnTo>
                    <a:pt x="1603105" y="2500235"/>
                  </a:lnTo>
                  <a:lnTo>
                    <a:pt x="1652223" y="2448282"/>
                  </a:lnTo>
                  <a:lnTo>
                    <a:pt x="1699441" y="2390307"/>
                  </a:lnTo>
                  <a:lnTo>
                    <a:pt x="1719082" y="2363835"/>
                  </a:lnTo>
                  <a:lnTo>
                    <a:pt x="1754527" y="2312648"/>
                  </a:lnTo>
                  <a:lnTo>
                    <a:pt x="1789639" y="2257702"/>
                  </a:lnTo>
                  <a:lnTo>
                    <a:pt x="1824632" y="2198921"/>
                  </a:lnTo>
                  <a:lnTo>
                    <a:pt x="1859672" y="2136290"/>
                  </a:lnTo>
                  <a:lnTo>
                    <a:pt x="1894884" y="2069861"/>
                  </a:lnTo>
                  <a:lnTo>
                    <a:pt x="1930357" y="1999764"/>
                  </a:lnTo>
                  <a:lnTo>
                    <a:pt x="1966143" y="1926202"/>
                  </a:lnTo>
                  <a:lnTo>
                    <a:pt x="2002267" y="1849461"/>
                  </a:lnTo>
                  <a:lnTo>
                    <a:pt x="2038723" y="1769906"/>
                  </a:lnTo>
                  <a:lnTo>
                    <a:pt x="2075480" y="1687973"/>
                  </a:lnTo>
                  <a:lnTo>
                    <a:pt x="2112487" y="1604166"/>
                  </a:lnTo>
                  <a:lnTo>
                    <a:pt x="2149676" y="1519041"/>
                  </a:lnTo>
                  <a:lnTo>
                    <a:pt x="2186967" y="1433191"/>
                  </a:lnTo>
                  <a:lnTo>
                    <a:pt x="2224274" y="1347235"/>
                  </a:lnTo>
                  <a:lnTo>
                    <a:pt x="2261508" y="1261790"/>
                  </a:lnTo>
                  <a:lnTo>
                    <a:pt x="2298586" y="1177461"/>
                  </a:lnTo>
                  <a:lnTo>
                    <a:pt x="2335437" y="1094819"/>
                  </a:lnTo>
                  <a:lnTo>
                    <a:pt x="2372002" y="1014388"/>
                  </a:lnTo>
                  <a:lnTo>
                    <a:pt x="2408242" y="936628"/>
                  </a:lnTo>
                  <a:lnTo>
                    <a:pt x="2444144" y="861929"/>
                  </a:lnTo>
                  <a:lnTo>
                    <a:pt x="2479721" y="790604"/>
                  </a:lnTo>
                  <a:lnTo>
                    <a:pt x="2515015" y="722887"/>
                  </a:lnTo>
                  <a:lnTo>
                    <a:pt x="2550102" y="658932"/>
                  </a:lnTo>
                  <a:lnTo>
                    <a:pt x="2585095" y="598816"/>
                  </a:lnTo>
                  <a:lnTo>
                    <a:pt x="2620144" y="542548"/>
                  </a:lnTo>
                  <a:lnTo>
                    <a:pt x="2655447" y="490071"/>
                  </a:lnTo>
                  <a:lnTo>
                    <a:pt x="2667772" y="472767"/>
                  </a:lnTo>
                  <a:lnTo>
                    <a:pt x="2714398" y="412178"/>
                  </a:lnTo>
                  <a:lnTo>
                    <a:pt x="2762617" y="357708"/>
                  </a:lnTo>
                  <a:lnTo>
                    <a:pt x="2813188" y="309037"/>
                  </a:lnTo>
                  <a:lnTo>
                    <a:pt x="2866959" y="265631"/>
                  </a:lnTo>
                  <a:lnTo>
                    <a:pt x="2924795" y="226889"/>
                  </a:lnTo>
                  <a:lnTo>
                    <a:pt x="2987500" y="192232"/>
                  </a:lnTo>
                  <a:lnTo>
                    <a:pt x="3055724" y="161153"/>
                  </a:lnTo>
                  <a:lnTo>
                    <a:pt x="3129838" y="133244"/>
                  </a:lnTo>
                  <a:lnTo>
                    <a:pt x="3209766" y="108208"/>
                  </a:lnTo>
                  <a:lnTo>
                    <a:pt x="3294790" y="85862"/>
                  </a:lnTo>
                  <a:lnTo>
                    <a:pt x="3383356" y="66133"/>
                  </a:lnTo>
                  <a:lnTo>
                    <a:pt x="3472947" y="49034"/>
                  </a:lnTo>
                  <a:lnTo>
                    <a:pt x="3560126" y="34626"/>
                  </a:lnTo>
                  <a:lnTo>
                    <a:pt x="3640831" y="22959"/>
                  </a:lnTo>
                  <a:lnTo>
                    <a:pt x="3710971" y="14012"/>
                  </a:lnTo>
                  <a:lnTo>
                    <a:pt x="3767210" y="7634"/>
                  </a:lnTo>
                  <a:lnTo>
                    <a:pt x="3807750" y="3521"/>
                  </a:lnTo>
                  <a:lnTo>
                    <a:pt x="3832829" y="1234"/>
                  </a:lnTo>
                  <a:lnTo>
                    <a:pt x="3844826" y="246"/>
                  </a:lnTo>
                  <a:lnTo>
                    <a:pt x="3848026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3" y="44"/>
                  </a:lnTo>
                  <a:lnTo>
                    <a:pt x="4396401" y="362"/>
                  </a:lnTo>
                  <a:lnTo>
                    <a:pt x="4417055" y="1240"/>
                  </a:lnTo>
                  <a:lnTo>
                    <a:pt x="4453443" y="2965"/>
                  </a:lnTo>
                  <a:lnTo>
                    <a:pt x="4506588" y="5784"/>
                  </a:lnTo>
                  <a:lnTo>
                    <a:pt x="4575158" y="9881"/>
                  </a:lnTo>
                  <a:lnTo>
                    <a:pt x="4655904" y="15357"/>
                  </a:lnTo>
                  <a:lnTo>
                    <a:pt x="4744499" y="22236"/>
                  </a:lnTo>
                  <a:lnTo>
                    <a:pt x="4836458" y="30499"/>
                  </a:lnTo>
                  <a:lnTo>
                    <a:pt x="4927889" y="40111"/>
                  </a:lnTo>
                  <a:lnTo>
                    <a:pt x="5015891" y="51060"/>
                  </a:lnTo>
                  <a:lnTo>
                    <a:pt x="5098645" y="63380"/>
                  </a:lnTo>
                  <a:lnTo>
                    <a:pt x="5175288" y="77159"/>
                  </a:lnTo>
                  <a:lnTo>
                    <a:pt x="5245695" y="92549"/>
                  </a:lnTo>
                  <a:lnTo>
                    <a:pt x="5310251" y="109764"/>
                  </a:lnTo>
                  <a:lnTo>
                    <a:pt x="5369659" y="129069"/>
                  </a:lnTo>
                  <a:lnTo>
                    <a:pt x="5424796" y="150769"/>
                  </a:lnTo>
                  <a:lnTo>
                    <a:pt x="5476601" y="175179"/>
                  </a:lnTo>
                  <a:lnTo>
                    <a:pt x="5525993" y="202575"/>
                  </a:lnTo>
                  <a:lnTo>
                    <a:pt x="5567201" y="228670"/>
                  </a:lnTo>
                  <a:lnTo>
                    <a:pt x="5612046" y="260346"/>
                  </a:lnTo>
                  <a:lnTo>
                    <a:pt x="5656452" y="294959"/>
                  </a:lnTo>
                  <a:lnTo>
                    <a:pt x="5700814" y="332560"/>
                  </a:lnTo>
                  <a:lnTo>
                    <a:pt x="5745415" y="373119"/>
                  </a:lnTo>
                  <a:lnTo>
                    <a:pt x="5790438" y="416516"/>
                  </a:lnTo>
                  <a:lnTo>
                    <a:pt x="5835981" y="462532"/>
                  </a:lnTo>
                  <a:lnTo>
                    <a:pt x="5882064" y="510850"/>
                  </a:lnTo>
                  <a:lnTo>
                    <a:pt x="5928637" y="561059"/>
                  </a:lnTo>
                  <a:lnTo>
                    <a:pt x="5975596" y="612666"/>
                  </a:lnTo>
                  <a:lnTo>
                    <a:pt x="6022797" y="665111"/>
                  </a:lnTo>
                  <a:lnTo>
                    <a:pt x="6070069" y="717798"/>
                  </a:lnTo>
                  <a:lnTo>
                    <a:pt x="6117233" y="770117"/>
                  </a:lnTo>
                  <a:lnTo>
                    <a:pt x="6164124" y="821478"/>
                  </a:lnTo>
                  <a:lnTo>
                    <a:pt x="6210602" y="871335"/>
                  </a:lnTo>
                  <a:lnTo>
                    <a:pt x="6256575" y="919208"/>
                  </a:lnTo>
                  <a:lnTo>
                    <a:pt x="6302007" y="964705"/>
                  </a:lnTo>
                  <a:lnTo>
                    <a:pt x="6346932" y="1007529"/>
                  </a:lnTo>
                  <a:lnTo>
                    <a:pt x="6391465" y="1047483"/>
                  </a:lnTo>
                  <a:lnTo>
                    <a:pt x="6435810" y="1084466"/>
                  </a:lnTo>
                  <a:lnTo>
                    <a:pt x="6480270" y="1118465"/>
                  </a:lnTo>
                  <a:lnTo>
                    <a:pt x="6515891" y="1143352"/>
                  </a:lnTo>
                  <a:lnTo>
                    <a:pt x="6563860" y="1173445"/>
                  </a:lnTo>
                  <a:lnTo>
                    <a:pt x="6613535" y="1200413"/>
                  </a:lnTo>
                  <a:lnTo>
                    <a:pt x="6665748" y="1224428"/>
                  </a:lnTo>
                  <a:lnTo>
                    <a:pt x="6721424" y="1245775"/>
                  </a:lnTo>
                  <a:lnTo>
                    <a:pt x="6781499" y="1264772"/>
                  </a:lnTo>
                  <a:lnTo>
                    <a:pt x="6846832" y="1281718"/>
                  </a:lnTo>
                  <a:lnTo>
                    <a:pt x="6918093" y="1296873"/>
                  </a:lnTo>
                  <a:lnTo>
                    <a:pt x="6995608" y="1310441"/>
                  </a:lnTo>
                  <a:lnTo>
                    <a:pt x="7079164" y="1322566"/>
                  </a:lnTo>
                  <a:lnTo>
                    <a:pt x="7167776" y="1333328"/>
                  </a:lnTo>
                  <a:lnTo>
                    <a:pt x="7259479" y="1342754"/>
                  </a:lnTo>
                  <a:lnTo>
                    <a:pt x="7351223" y="1350826"/>
                  </a:lnTo>
                  <a:lnTo>
                    <a:pt x="7438999" y="1357511"/>
                  </a:lnTo>
                  <a:lnTo>
                    <a:pt x="7518296" y="1362791"/>
                  </a:lnTo>
                  <a:lnTo>
                    <a:pt x="7584878" y="1366703"/>
                  </a:lnTo>
                  <a:lnTo>
                    <a:pt x="7635720" y="1369357"/>
                  </a:lnTo>
                  <a:lnTo>
                    <a:pt x="7669801" y="1370948"/>
                  </a:lnTo>
                  <a:lnTo>
                    <a:pt x="7688482" y="1371731"/>
                  </a:lnTo>
                  <a:lnTo>
                    <a:pt x="7695422" y="1371994"/>
                  </a:lnTo>
                  <a:lnTo>
                    <a:pt x="7696237" y="1372022"/>
                  </a:lnTo>
                  <a:lnTo>
                    <a:pt x="8234974" y="13720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6" name="pl1966"/>
            <p:cNvSpPr/>
            <p:nvPr/>
          </p:nvSpPr>
          <p:spPr>
            <a:xfrm>
              <a:off x="546595" y="2971827"/>
              <a:ext cx="8234974" cy="2836602"/>
            </a:xfrm>
            <a:custGeom>
              <a:avLst/>
              <a:pathLst>
                <a:path w="8234974" h="2836602">
                  <a:moveTo>
                    <a:pt x="8234974" y="1372022"/>
                  </a:moveTo>
                  <a:lnTo>
                    <a:pt x="7696237" y="1372022"/>
                  </a:lnTo>
                  <a:lnTo>
                    <a:pt x="7694969" y="1371978"/>
                  </a:lnTo>
                  <a:lnTo>
                    <a:pt x="7686692" y="1371660"/>
                  </a:lnTo>
                  <a:lnTo>
                    <a:pt x="7666037" y="1370781"/>
                  </a:lnTo>
                  <a:lnTo>
                    <a:pt x="7629650" y="1369057"/>
                  </a:lnTo>
                  <a:lnTo>
                    <a:pt x="7576504" y="1366237"/>
                  </a:lnTo>
                  <a:lnTo>
                    <a:pt x="7507935" y="1362140"/>
                  </a:lnTo>
                  <a:lnTo>
                    <a:pt x="7427188" y="1356665"/>
                  </a:lnTo>
                  <a:lnTo>
                    <a:pt x="7338594" y="1349785"/>
                  </a:lnTo>
                  <a:lnTo>
                    <a:pt x="7246634" y="1341523"/>
                  </a:lnTo>
                  <a:lnTo>
                    <a:pt x="7155203" y="1331911"/>
                  </a:lnTo>
                  <a:lnTo>
                    <a:pt x="7067202" y="1320961"/>
                  </a:lnTo>
                  <a:lnTo>
                    <a:pt x="6984448" y="1308642"/>
                  </a:lnTo>
                  <a:lnTo>
                    <a:pt x="6907805" y="1294863"/>
                  </a:lnTo>
                  <a:lnTo>
                    <a:pt x="6837398" y="1279472"/>
                  </a:lnTo>
                  <a:lnTo>
                    <a:pt x="6772842" y="1262258"/>
                  </a:lnTo>
                  <a:lnTo>
                    <a:pt x="6713433" y="1242953"/>
                  </a:lnTo>
                  <a:lnTo>
                    <a:pt x="6658296" y="1221253"/>
                  </a:lnTo>
                  <a:lnTo>
                    <a:pt x="6606491" y="1196843"/>
                  </a:lnTo>
                  <a:lnTo>
                    <a:pt x="6557100" y="1169447"/>
                  </a:lnTo>
                  <a:lnTo>
                    <a:pt x="6515891" y="1143352"/>
                  </a:lnTo>
                  <a:lnTo>
                    <a:pt x="6471046" y="1111676"/>
                  </a:lnTo>
                  <a:lnTo>
                    <a:pt x="6426640" y="1077063"/>
                  </a:lnTo>
                  <a:lnTo>
                    <a:pt x="6382278" y="1039462"/>
                  </a:lnTo>
                  <a:lnTo>
                    <a:pt x="6337677" y="998903"/>
                  </a:lnTo>
                  <a:lnTo>
                    <a:pt x="6292654" y="955506"/>
                  </a:lnTo>
                  <a:lnTo>
                    <a:pt x="6247111" y="909490"/>
                  </a:lnTo>
                  <a:lnTo>
                    <a:pt x="6201029" y="861171"/>
                  </a:lnTo>
                  <a:lnTo>
                    <a:pt x="6154456" y="810962"/>
                  </a:lnTo>
                  <a:lnTo>
                    <a:pt x="6107496" y="759356"/>
                  </a:lnTo>
                  <a:lnTo>
                    <a:pt x="6060295" y="706911"/>
                  </a:lnTo>
                  <a:lnTo>
                    <a:pt x="6013024" y="654224"/>
                  </a:lnTo>
                  <a:lnTo>
                    <a:pt x="5965859" y="601904"/>
                  </a:lnTo>
                  <a:lnTo>
                    <a:pt x="5918969" y="550543"/>
                  </a:lnTo>
                  <a:lnTo>
                    <a:pt x="5872490" y="500687"/>
                  </a:lnTo>
                  <a:lnTo>
                    <a:pt x="5826518" y="452814"/>
                  </a:lnTo>
                  <a:lnTo>
                    <a:pt x="5781086" y="407317"/>
                  </a:lnTo>
                  <a:lnTo>
                    <a:pt x="5736161" y="364492"/>
                  </a:lnTo>
                  <a:lnTo>
                    <a:pt x="5691628" y="324538"/>
                  </a:lnTo>
                  <a:lnTo>
                    <a:pt x="5647283" y="287556"/>
                  </a:lnTo>
                  <a:lnTo>
                    <a:pt x="5602822" y="253557"/>
                  </a:lnTo>
                  <a:lnTo>
                    <a:pt x="5567201" y="228670"/>
                  </a:lnTo>
                  <a:lnTo>
                    <a:pt x="5519232" y="198576"/>
                  </a:lnTo>
                  <a:lnTo>
                    <a:pt x="5469557" y="171609"/>
                  </a:lnTo>
                  <a:lnTo>
                    <a:pt x="5417344" y="147594"/>
                  </a:lnTo>
                  <a:lnTo>
                    <a:pt x="5361669" y="126246"/>
                  </a:lnTo>
                  <a:lnTo>
                    <a:pt x="5301594" y="107250"/>
                  </a:lnTo>
                  <a:lnTo>
                    <a:pt x="5236260" y="90304"/>
                  </a:lnTo>
                  <a:lnTo>
                    <a:pt x="5164999" y="75149"/>
                  </a:lnTo>
                  <a:lnTo>
                    <a:pt x="5087484" y="61581"/>
                  </a:lnTo>
                  <a:lnTo>
                    <a:pt x="5003929" y="49456"/>
                  </a:lnTo>
                  <a:lnTo>
                    <a:pt x="4915317" y="38693"/>
                  </a:lnTo>
                  <a:lnTo>
                    <a:pt x="4823614" y="29268"/>
                  </a:lnTo>
                  <a:lnTo>
                    <a:pt x="4731870" y="21195"/>
                  </a:lnTo>
                  <a:lnTo>
                    <a:pt x="4644094" y="14511"/>
                  </a:lnTo>
                  <a:lnTo>
                    <a:pt x="4564797" y="9230"/>
                  </a:lnTo>
                  <a:lnTo>
                    <a:pt x="4498215" y="5319"/>
                  </a:lnTo>
                  <a:lnTo>
                    <a:pt x="4447373" y="2664"/>
                  </a:lnTo>
                  <a:lnTo>
                    <a:pt x="4413292" y="1074"/>
                  </a:lnTo>
                  <a:lnTo>
                    <a:pt x="4394610" y="291"/>
                  </a:lnTo>
                  <a:lnTo>
                    <a:pt x="4387671" y="2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1" y="84"/>
                  </a:lnTo>
                  <a:lnTo>
                    <a:pt x="3839311" y="687"/>
                  </a:lnTo>
                  <a:lnTo>
                    <a:pt x="3820194" y="2356"/>
                  </a:lnTo>
                  <a:lnTo>
                    <a:pt x="3786373" y="5634"/>
                  </a:lnTo>
                  <a:lnTo>
                    <a:pt x="3736689" y="11005"/>
                  </a:lnTo>
                  <a:lnTo>
                    <a:pt x="3672117" y="18834"/>
                  </a:lnTo>
                  <a:lnTo>
                    <a:pt x="3595421" y="29337"/>
                  </a:lnTo>
                  <a:lnTo>
                    <a:pt x="3510476" y="42585"/>
                  </a:lnTo>
                  <a:lnTo>
                    <a:pt x="3421443" y="58550"/>
                  </a:lnTo>
                  <a:lnTo>
                    <a:pt x="3332078" y="77168"/>
                  </a:lnTo>
                  <a:lnTo>
                    <a:pt x="3245306" y="98399"/>
                  </a:lnTo>
                  <a:lnTo>
                    <a:pt x="3163083" y="122278"/>
                  </a:lnTo>
                  <a:lnTo>
                    <a:pt x="3086459" y="148938"/>
                  </a:lnTo>
                  <a:lnTo>
                    <a:pt x="3015758" y="178628"/>
                  </a:lnTo>
                  <a:lnTo>
                    <a:pt x="2950777" y="211709"/>
                  </a:lnTo>
                  <a:lnTo>
                    <a:pt x="2890966" y="248650"/>
                  </a:lnTo>
                  <a:lnTo>
                    <a:pt x="2835573" y="290003"/>
                  </a:lnTo>
                  <a:lnTo>
                    <a:pt x="2783749" y="336367"/>
                  </a:lnTo>
                  <a:lnTo>
                    <a:pt x="2734632" y="388319"/>
                  </a:lnTo>
                  <a:lnTo>
                    <a:pt x="2687413" y="446294"/>
                  </a:lnTo>
                  <a:lnTo>
                    <a:pt x="2667772" y="472767"/>
                  </a:lnTo>
                  <a:lnTo>
                    <a:pt x="2632328" y="523954"/>
                  </a:lnTo>
                  <a:lnTo>
                    <a:pt x="2597215" y="578900"/>
                  </a:lnTo>
                  <a:lnTo>
                    <a:pt x="2562222" y="637681"/>
                  </a:lnTo>
                  <a:lnTo>
                    <a:pt x="2527182" y="700312"/>
                  </a:lnTo>
                  <a:lnTo>
                    <a:pt x="2491970" y="766740"/>
                  </a:lnTo>
                  <a:lnTo>
                    <a:pt x="2456498" y="836838"/>
                  </a:lnTo>
                  <a:lnTo>
                    <a:pt x="2420711" y="910400"/>
                  </a:lnTo>
                  <a:lnTo>
                    <a:pt x="2384588" y="987140"/>
                  </a:lnTo>
                  <a:lnTo>
                    <a:pt x="2348132" y="1066695"/>
                  </a:lnTo>
                  <a:lnTo>
                    <a:pt x="2311375" y="1148628"/>
                  </a:lnTo>
                  <a:lnTo>
                    <a:pt x="2274367" y="1232435"/>
                  </a:lnTo>
                  <a:lnTo>
                    <a:pt x="2237178" y="1317561"/>
                  </a:lnTo>
                  <a:lnTo>
                    <a:pt x="2199887" y="1403410"/>
                  </a:lnTo>
                  <a:lnTo>
                    <a:pt x="2162581" y="1489367"/>
                  </a:lnTo>
                  <a:lnTo>
                    <a:pt x="2125347" y="1574812"/>
                  </a:lnTo>
                  <a:lnTo>
                    <a:pt x="2088268" y="1659141"/>
                  </a:lnTo>
                  <a:lnTo>
                    <a:pt x="2051418" y="1741782"/>
                  </a:lnTo>
                  <a:lnTo>
                    <a:pt x="2014853" y="1822214"/>
                  </a:lnTo>
                  <a:lnTo>
                    <a:pt x="1978612" y="1899974"/>
                  </a:lnTo>
                  <a:lnTo>
                    <a:pt x="1942710" y="1974673"/>
                  </a:lnTo>
                  <a:lnTo>
                    <a:pt x="1907133" y="2045997"/>
                  </a:lnTo>
                  <a:lnTo>
                    <a:pt x="1871839" y="2113714"/>
                  </a:lnTo>
                  <a:lnTo>
                    <a:pt x="1836752" y="2177670"/>
                  </a:lnTo>
                  <a:lnTo>
                    <a:pt x="1801760" y="2237785"/>
                  </a:lnTo>
                  <a:lnTo>
                    <a:pt x="1766710" y="2294053"/>
                  </a:lnTo>
                  <a:lnTo>
                    <a:pt x="1731408" y="2346530"/>
                  </a:lnTo>
                  <a:lnTo>
                    <a:pt x="1719082" y="2363835"/>
                  </a:lnTo>
                  <a:lnTo>
                    <a:pt x="1672457" y="2424423"/>
                  </a:lnTo>
                  <a:lnTo>
                    <a:pt x="1624238" y="2478893"/>
                  </a:lnTo>
                  <a:lnTo>
                    <a:pt x="1573667" y="2527564"/>
                  </a:lnTo>
                  <a:lnTo>
                    <a:pt x="1519895" y="2570970"/>
                  </a:lnTo>
                  <a:lnTo>
                    <a:pt x="1462059" y="2609712"/>
                  </a:lnTo>
                  <a:lnTo>
                    <a:pt x="1399355" y="2644369"/>
                  </a:lnTo>
                  <a:lnTo>
                    <a:pt x="1331130" y="2675448"/>
                  </a:lnTo>
                  <a:lnTo>
                    <a:pt x="1257017" y="2703357"/>
                  </a:lnTo>
                  <a:lnTo>
                    <a:pt x="1177089" y="2728394"/>
                  </a:lnTo>
                  <a:lnTo>
                    <a:pt x="1092065" y="2750740"/>
                  </a:lnTo>
                  <a:lnTo>
                    <a:pt x="1003499" y="2770469"/>
                  </a:lnTo>
                  <a:lnTo>
                    <a:pt x="913908" y="2787567"/>
                  </a:lnTo>
                  <a:lnTo>
                    <a:pt x="826729" y="2801976"/>
                  </a:lnTo>
                  <a:lnTo>
                    <a:pt x="746023" y="2813642"/>
                  </a:lnTo>
                  <a:lnTo>
                    <a:pt x="675884" y="2822589"/>
                  </a:lnTo>
                  <a:lnTo>
                    <a:pt x="619645" y="2828968"/>
                  </a:lnTo>
                  <a:lnTo>
                    <a:pt x="579105" y="2833080"/>
                  </a:lnTo>
                  <a:lnTo>
                    <a:pt x="554025" y="2835368"/>
                  </a:lnTo>
                  <a:lnTo>
                    <a:pt x="542029" y="2836356"/>
                  </a:lnTo>
                  <a:lnTo>
                    <a:pt x="538829" y="2836595"/>
                  </a:lnTo>
                  <a:lnTo>
                    <a:pt x="538736" y="2836602"/>
                  </a:lnTo>
                  <a:lnTo>
                    <a:pt x="0" y="28366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7" name="pg1967"/>
            <p:cNvSpPr/>
            <p:nvPr/>
          </p:nvSpPr>
          <p:spPr>
            <a:xfrm>
              <a:off x="546595" y="3009938"/>
              <a:ext cx="8234974" cy="2809379"/>
            </a:xfrm>
            <a:custGeom>
              <a:avLst/>
              <a:pathLst>
                <a:path w="8234974" h="2809379">
                  <a:moveTo>
                    <a:pt x="0" y="2809379"/>
                  </a:moveTo>
                  <a:lnTo>
                    <a:pt x="538736" y="2809379"/>
                  </a:lnTo>
                  <a:lnTo>
                    <a:pt x="539907" y="2809295"/>
                  </a:lnTo>
                  <a:lnTo>
                    <a:pt x="547563" y="2808697"/>
                  </a:lnTo>
                  <a:lnTo>
                    <a:pt x="566723" y="2807044"/>
                  </a:lnTo>
                  <a:lnTo>
                    <a:pt x="600614" y="2803796"/>
                  </a:lnTo>
                  <a:lnTo>
                    <a:pt x="650393" y="2798475"/>
                  </a:lnTo>
                  <a:lnTo>
                    <a:pt x="715077" y="2790719"/>
                  </a:lnTo>
                  <a:lnTo>
                    <a:pt x="791886" y="2780314"/>
                  </a:lnTo>
                  <a:lnTo>
                    <a:pt x="876935" y="2767192"/>
                  </a:lnTo>
                  <a:lnTo>
                    <a:pt x="966052" y="2751381"/>
                  </a:lnTo>
                  <a:lnTo>
                    <a:pt x="1055478" y="2732943"/>
                  </a:lnTo>
                  <a:lnTo>
                    <a:pt x="1142287" y="2711918"/>
                  </a:lnTo>
                  <a:lnTo>
                    <a:pt x="1224528" y="2688271"/>
                  </a:lnTo>
                  <a:lnTo>
                    <a:pt x="1301155" y="2661869"/>
                  </a:lnTo>
                  <a:lnTo>
                    <a:pt x="1371849" y="2632464"/>
                  </a:lnTo>
                  <a:lnTo>
                    <a:pt x="1436818" y="2599697"/>
                  </a:lnTo>
                  <a:lnTo>
                    <a:pt x="1496617" y="2563102"/>
                  </a:lnTo>
                  <a:lnTo>
                    <a:pt x="1552002" y="2522132"/>
                  </a:lnTo>
                  <a:lnTo>
                    <a:pt x="1603823" y="2476193"/>
                  </a:lnTo>
                  <a:lnTo>
                    <a:pt x="1652947" y="2424713"/>
                  </a:lnTo>
                  <a:lnTo>
                    <a:pt x="1700179" y="2367266"/>
                  </a:lnTo>
                  <a:lnTo>
                    <a:pt x="1719082" y="2342057"/>
                  </a:lnTo>
                  <a:lnTo>
                    <a:pt x="1754690" y="2291216"/>
                  </a:lnTo>
                  <a:lnTo>
                    <a:pt x="1789964" y="2236626"/>
                  </a:lnTo>
                  <a:lnTo>
                    <a:pt x="1825118" y="2178208"/>
                  </a:lnTo>
                  <a:lnTo>
                    <a:pt x="1860322" y="2115950"/>
                  </a:lnTo>
                  <a:lnTo>
                    <a:pt x="1895702" y="2049906"/>
                  </a:lnTo>
                  <a:lnTo>
                    <a:pt x="1931346" y="1980205"/>
                  </a:lnTo>
                  <a:lnTo>
                    <a:pt x="1967308" y="1907054"/>
                  </a:lnTo>
                  <a:lnTo>
                    <a:pt x="2003611" y="1830743"/>
                  </a:lnTo>
                  <a:lnTo>
                    <a:pt x="2040248" y="1751639"/>
                  </a:lnTo>
                  <a:lnTo>
                    <a:pt x="2077187" y="1670182"/>
                  </a:lnTo>
                  <a:lnTo>
                    <a:pt x="2114376" y="1586881"/>
                  </a:lnTo>
                  <a:lnTo>
                    <a:pt x="2151745" y="1502293"/>
                  </a:lnTo>
                  <a:lnTo>
                    <a:pt x="2189212" y="1417017"/>
                  </a:lnTo>
                  <a:lnTo>
                    <a:pt x="2226689" y="1331671"/>
                  </a:lnTo>
                  <a:lnTo>
                    <a:pt x="2264087" y="1246875"/>
                  </a:lnTo>
                  <a:lnTo>
                    <a:pt x="2301323" y="1163234"/>
                  </a:lnTo>
                  <a:lnTo>
                    <a:pt x="2338324" y="1081316"/>
                  </a:lnTo>
                  <a:lnTo>
                    <a:pt x="2375033" y="1001642"/>
                  </a:lnTo>
                  <a:lnTo>
                    <a:pt x="2411412" y="924668"/>
                  </a:lnTo>
                  <a:lnTo>
                    <a:pt x="2447450" y="850779"/>
                  </a:lnTo>
                  <a:lnTo>
                    <a:pt x="2483162" y="780280"/>
                  </a:lnTo>
                  <a:lnTo>
                    <a:pt x="2518595" y="713400"/>
                  </a:lnTo>
                  <a:lnTo>
                    <a:pt x="2553828" y="650283"/>
                  </a:lnTo>
                  <a:lnTo>
                    <a:pt x="2588981" y="591001"/>
                  </a:lnTo>
                  <a:lnTo>
                    <a:pt x="2624211" y="535554"/>
                  </a:lnTo>
                  <a:lnTo>
                    <a:pt x="2659722" y="483880"/>
                  </a:lnTo>
                  <a:lnTo>
                    <a:pt x="2667772" y="472767"/>
                  </a:lnTo>
                  <a:lnTo>
                    <a:pt x="2714436" y="412831"/>
                  </a:lnTo>
                  <a:lnTo>
                    <a:pt x="2762695" y="358953"/>
                  </a:lnTo>
                  <a:lnTo>
                    <a:pt x="2813312" y="310815"/>
                  </a:lnTo>
                  <a:lnTo>
                    <a:pt x="2867136" y="267888"/>
                  </a:lnTo>
                  <a:lnTo>
                    <a:pt x="2925034" y="229577"/>
                  </a:lnTo>
                  <a:lnTo>
                    <a:pt x="2987811" y="195309"/>
                  </a:lnTo>
                  <a:lnTo>
                    <a:pt x="3056119" y="164581"/>
                  </a:lnTo>
                  <a:lnTo>
                    <a:pt x="3130327" y="136989"/>
                  </a:lnTo>
                  <a:lnTo>
                    <a:pt x="3210356" y="112239"/>
                  </a:lnTo>
                  <a:lnTo>
                    <a:pt x="3295481" y="90153"/>
                  </a:lnTo>
                  <a:lnTo>
                    <a:pt x="3384137" y="70657"/>
                  </a:lnTo>
                  <a:lnTo>
                    <a:pt x="3473794" y="53766"/>
                  </a:lnTo>
                  <a:lnTo>
                    <a:pt x="3560998" y="39539"/>
                  </a:lnTo>
                  <a:lnTo>
                    <a:pt x="3641675" y="28026"/>
                  </a:lnTo>
                  <a:lnTo>
                    <a:pt x="3711727" y="19206"/>
                  </a:lnTo>
                  <a:lnTo>
                    <a:pt x="3767824" y="12925"/>
                  </a:lnTo>
                  <a:lnTo>
                    <a:pt x="3808188" y="8883"/>
                  </a:lnTo>
                  <a:lnTo>
                    <a:pt x="3833085" y="6642"/>
                  </a:lnTo>
                  <a:lnTo>
                    <a:pt x="3844926" y="568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0" y="5520"/>
                  </a:lnTo>
                  <a:lnTo>
                    <a:pt x="4395861" y="6066"/>
                  </a:lnTo>
                  <a:lnTo>
                    <a:pt x="4415391" y="7574"/>
                  </a:lnTo>
                  <a:lnTo>
                    <a:pt x="4449905" y="10536"/>
                  </a:lnTo>
                  <a:lnTo>
                    <a:pt x="4500527" y="15387"/>
                  </a:lnTo>
                  <a:lnTo>
                    <a:pt x="4566189" y="22452"/>
                  </a:lnTo>
                  <a:lnTo>
                    <a:pt x="4643997" y="31920"/>
                  </a:lnTo>
                  <a:lnTo>
                    <a:pt x="4729953" y="43850"/>
                  </a:lnTo>
                  <a:lnTo>
                    <a:pt x="4819807" y="58213"/>
                  </a:lnTo>
                  <a:lnTo>
                    <a:pt x="4909760" y="74951"/>
                  </a:lnTo>
                  <a:lnTo>
                    <a:pt x="4996891" y="94032"/>
                  </a:lnTo>
                  <a:lnTo>
                    <a:pt x="5079280" y="115494"/>
                  </a:lnTo>
                  <a:lnTo>
                    <a:pt x="5155923" y="139466"/>
                  </a:lnTo>
                  <a:lnTo>
                    <a:pt x="5226552" y="166183"/>
                  </a:lnTo>
                  <a:lnTo>
                    <a:pt x="5291419" y="195982"/>
                  </a:lnTo>
                  <a:lnTo>
                    <a:pt x="5351116" y="229297"/>
                  </a:lnTo>
                  <a:lnTo>
                    <a:pt x="5406430" y="266634"/>
                  </a:lnTo>
                  <a:lnTo>
                    <a:pt x="5458235" y="308535"/>
                  </a:lnTo>
                  <a:lnTo>
                    <a:pt x="5507412" y="355512"/>
                  </a:lnTo>
                  <a:lnTo>
                    <a:pt x="5554771" y="407926"/>
                  </a:lnTo>
                  <a:lnTo>
                    <a:pt x="5567201" y="422858"/>
                  </a:lnTo>
                  <a:lnTo>
                    <a:pt x="5604394" y="470381"/>
                  </a:lnTo>
                  <a:lnTo>
                    <a:pt x="5641234" y="521564"/>
                  </a:lnTo>
                  <a:lnTo>
                    <a:pt x="5677962" y="576482"/>
                  </a:lnTo>
                  <a:lnTo>
                    <a:pt x="5714764" y="635141"/>
                  </a:lnTo>
                  <a:lnTo>
                    <a:pt x="5751778" y="697474"/>
                  </a:lnTo>
                  <a:lnTo>
                    <a:pt x="5789097" y="763333"/>
                  </a:lnTo>
                  <a:lnTo>
                    <a:pt x="5826773" y="832487"/>
                  </a:lnTo>
                  <a:lnTo>
                    <a:pt x="5864821" y="904618"/>
                  </a:lnTo>
                  <a:lnTo>
                    <a:pt x="5903225" y="979325"/>
                  </a:lnTo>
                  <a:lnTo>
                    <a:pt x="5941937" y="1056133"/>
                  </a:lnTo>
                  <a:lnTo>
                    <a:pt x="5980890" y="1134501"/>
                  </a:lnTo>
                  <a:lnTo>
                    <a:pt x="6019997" y="1213840"/>
                  </a:lnTo>
                  <a:lnTo>
                    <a:pt x="6059159" y="1293526"/>
                  </a:lnTo>
                  <a:lnTo>
                    <a:pt x="6098275" y="1372928"/>
                  </a:lnTo>
                  <a:lnTo>
                    <a:pt x="6137248" y="1451421"/>
                  </a:lnTo>
                  <a:lnTo>
                    <a:pt x="6175988" y="1528412"/>
                  </a:lnTo>
                  <a:lnTo>
                    <a:pt x="6214425" y="1603353"/>
                  </a:lnTo>
                  <a:lnTo>
                    <a:pt x="6252510" y="1675762"/>
                  </a:lnTo>
                  <a:lnTo>
                    <a:pt x="6290223" y="1745231"/>
                  </a:lnTo>
                  <a:lnTo>
                    <a:pt x="6327576" y="1811434"/>
                  </a:lnTo>
                  <a:lnTo>
                    <a:pt x="6364618" y="1874129"/>
                  </a:lnTo>
                  <a:lnTo>
                    <a:pt x="6401436" y="1933162"/>
                  </a:lnTo>
                  <a:lnTo>
                    <a:pt x="6438164" y="1988457"/>
                  </a:lnTo>
                  <a:lnTo>
                    <a:pt x="6474982" y="2040013"/>
                  </a:lnTo>
                  <a:lnTo>
                    <a:pt x="6512127" y="2087899"/>
                  </a:lnTo>
                  <a:lnTo>
                    <a:pt x="6515891" y="2092515"/>
                  </a:lnTo>
                  <a:lnTo>
                    <a:pt x="6562884" y="2146404"/>
                  </a:lnTo>
                  <a:lnTo>
                    <a:pt x="6611501" y="2194808"/>
                  </a:lnTo>
                  <a:lnTo>
                    <a:pt x="6662520" y="2238019"/>
                  </a:lnTo>
                  <a:lnTo>
                    <a:pt x="6716810" y="2276521"/>
                  </a:lnTo>
                  <a:lnTo>
                    <a:pt x="6775254" y="2310858"/>
                  </a:lnTo>
                  <a:lnTo>
                    <a:pt x="6838672" y="2341550"/>
                  </a:lnTo>
                  <a:lnTo>
                    <a:pt x="6907720" y="2369053"/>
                  </a:lnTo>
                  <a:lnTo>
                    <a:pt x="6982758" y="2393731"/>
                  </a:lnTo>
                  <a:lnTo>
                    <a:pt x="7063676" y="2415846"/>
                  </a:lnTo>
                  <a:lnTo>
                    <a:pt x="7149688" y="2435556"/>
                  </a:lnTo>
                  <a:lnTo>
                    <a:pt x="7239133" y="2452921"/>
                  </a:lnTo>
                  <a:lnTo>
                    <a:pt x="7329353" y="2467924"/>
                  </a:lnTo>
                  <a:lnTo>
                    <a:pt x="7416759" y="2480508"/>
                  </a:lnTo>
                  <a:lnTo>
                    <a:pt x="7497159" y="2490633"/>
                  </a:lnTo>
                  <a:lnTo>
                    <a:pt x="7566409" y="2498327"/>
                  </a:lnTo>
                  <a:lnTo>
                    <a:pt x="7621238" y="2503743"/>
                  </a:lnTo>
                  <a:lnTo>
                    <a:pt x="7660036" y="2507170"/>
                  </a:lnTo>
                  <a:lnTo>
                    <a:pt x="7683333" y="2509020"/>
                  </a:lnTo>
                  <a:lnTo>
                    <a:pt x="7693845" y="2509774"/>
                  </a:lnTo>
                  <a:lnTo>
                    <a:pt x="7696237" y="2509930"/>
                  </a:lnTo>
                  <a:lnTo>
                    <a:pt x="8234974" y="2509930"/>
                  </a:lnTo>
                  <a:lnTo>
                    <a:pt x="8234974" y="2504485"/>
                  </a:lnTo>
                  <a:lnTo>
                    <a:pt x="7696237" y="2504485"/>
                  </a:lnTo>
                  <a:lnTo>
                    <a:pt x="7695043" y="2504409"/>
                  </a:lnTo>
                  <a:lnTo>
                    <a:pt x="7687232" y="2503863"/>
                  </a:lnTo>
                  <a:lnTo>
                    <a:pt x="7667701" y="2502355"/>
                  </a:lnTo>
                  <a:lnTo>
                    <a:pt x="7633187" y="2499393"/>
                  </a:lnTo>
                  <a:lnTo>
                    <a:pt x="7582565" y="2494542"/>
                  </a:lnTo>
                  <a:lnTo>
                    <a:pt x="7516903" y="2487477"/>
                  </a:lnTo>
                  <a:lnTo>
                    <a:pt x="7439096" y="2478009"/>
                  </a:lnTo>
                  <a:lnTo>
                    <a:pt x="7353139" y="2466079"/>
                  </a:lnTo>
                  <a:lnTo>
                    <a:pt x="7263286" y="2451716"/>
                  </a:lnTo>
                  <a:lnTo>
                    <a:pt x="7173332" y="2434978"/>
                  </a:lnTo>
                  <a:lnTo>
                    <a:pt x="7086201" y="2415897"/>
                  </a:lnTo>
                  <a:lnTo>
                    <a:pt x="7003813" y="2394435"/>
                  </a:lnTo>
                  <a:lnTo>
                    <a:pt x="6927169" y="2370463"/>
                  </a:lnTo>
                  <a:lnTo>
                    <a:pt x="6856541" y="2343746"/>
                  </a:lnTo>
                  <a:lnTo>
                    <a:pt x="6791674" y="2313947"/>
                  </a:lnTo>
                  <a:lnTo>
                    <a:pt x="6731977" y="2280632"/>
                  </a:lnTo>
                  <a:lnTo>
                    <a:pt x="6676662" y="2243296"/>
                  </a:lnTo>
                  <a:lnTo>
                    <a:pt x="6624857" y="2201395"/>
                  </a:lnTo>
                  <a:lnTo>
                    <a:pt x="6575680" y="2154417"/>
                  </a:lnTo>
                  <a:lnTo>
                    <a:pt x="6528321" y="2102003"/>
                  </a:lnTo>
                  <a:lnTo>
                    <a:pt x="6515891" y="2087071"/>
                  </a:lnTo>
                  <a:lnTo>
                    <a:pt x="6478698" y="2039548"/>
                  </a:lnTo>
                  <a:lnTo>
                    <a:pt x="6441859" y="1988365"/>
                  </a:lnTo>
                  <a:lnTo>
                    <a:pt x="6405131" y="1933447"/>
                  </a:lnTo>
                  <a:lnTo>
                    <a:pt x="6368328" y="1874789"/>
                  </a:lnTo>
                  <a:lnTo>
                    <a:pt x="6331314" y="1812456"/>
                  </a:lnTo>
                  <a:lnTo>
                    <a:pt x="6293995" y="1746596"/>
                  </a:lnTo>
                  <a:lnTo>
                    <a:pt x="6256320" y="1677442"/>
                  </a:lnTo>
                  <a:lnTo>
                    <a:pt x="6218271" y="1605312"/>
                  </a:lnTo>
                  <a:lnTo>
                    <a:pt x="6179868" y="1530604"/>
                  </a:lnTo>
                  <a:lnTo>
                    <a:pt x="6141155" y="1453796"/>
                  </a:lnTo>
                  <a:lnTo>
                    <a:pt x="6102202" y="1375428"/>
                  </a:lnTo>
                  <a:lnTo>
                    <a:pt x="6063096" y="1296090"/>
                  </a:lnTo>
                  <a:lnTo>
                    <a:pt x="6023934" y="1216403"/>
                  </a:lnTo>
                  <a:lnTo>
                    <a:pt x="5984817" y="1137001"/>
                  </a:lnTo>
                  <a:lnTo>
                    <a:pt x="5945845" y="1058508"/>
                  </a:lnTo>
                  <a:lnTo>
                    <a:pt x="5907104" y="981518"/>
                  </a:lnTo>
                  <a:lnTo>
                    <a:pt x="5868667" y="906576"/>
                  </a:lnTo>
                  <a:lnTo>
                    <a:pt x="5830582" y="834167"/>
                  </a:lnTo>
                  <a:lnTo>
                    <a:pt x="5792869" y="764698"/>
                  </a:lnTo>
                  <a:lnTo>
                    <a:pt x="5755516" y="698495"/>
                  </a:lnTo>
                  <a:lnTo>
                    <a:pt x="5718475" y="635800"/>
                  </a:lnTo>
                  <a:lnTo>
                    <a:pt x="5681657" y="576767"/>
                  </a:lnTo>
                  <a:lnTo>
                    <a:pt x="5644929" y="521473"/>
                  </a:lnTo>
                  <a:lnTo>
                    <a:pt x="5608110" y="469916"/>
                  </a:lnTo>
                  <a:lnTo>
                    <a:pt x="5570966" y="422030"/>
                  </a:lnTo>
                  <a:lnTo>
                    <a:pt x="5567201" y="417414"/>
                  </a:lnTo>
                  <a:lnTo>
                    <a:pt x="5520208" y="363525"/>
                  </a:lnTo>
                  <a:lnTo>
                    <a:pt x="5471591" y="315121"/>
                  </a:lnTo>
                  <a:lnTo>
                    <a:pt x="5420572" y="271911"/>
                  </a:lnTo>
                  <a:lnTo>
                    <a:pt x="5366283" y="233408"/>
                  </a:lnTo>
                  <a:lnTo>
                    <a:pt x="5307838" y="199072"/>
                  </a:lnTo>
                  <a:lnTo>
                    <a:pt x="5244420" y="168379"/>
                  </a:lnTo>
                  <a:lnTo>
                    <a:pt x="5175372" y="140876"/>
                  </a:lnTo>
                  <a:lnTo>
                    <a:pt x="5100334" y="116198"/>
                  </a:lnTo>
                  <a:lnTo>
                    <a:pt x="5019416" y="94083"/>
                  </a:lnTo>
                  <a:lnTo>
                    <a:pt x="4933404" y="74373"/>
                  </a:lnTo>
                  <a:lnTo>
                    <a:pt x="4843960" y="57008"/>
                  </a:lnTo>
                  <a:lnTo>
                    <a:pt x="4753739" y="42006"/>
                  </a:lnTo>
                  <a:lnTo>
                    <a:pt x="4666334" y="29421"/>
                  </a:lnTo>
                  <a:lnTo>
                    <a:pt x="4585933" y="19297"/>
                  </a:lnTo>
                  <a:lnTo>
                    <a:pt x="4516684" y="11602"/>
                  </a:lnTo>
                  <a:lnTo>
                    <a:pt x="4461855" y="6187"/>
                  </a:lnTo>
                  <a:lnTo>
                    <a:pt x="4423056" y="2759"/>
                  </a:lnTo>
                  <a:lnTo>
                    <a:pt x="4399759" y="909"/>
                  </a:lnTo>
                  <a:lnTo>
                    <a:pt x="4389247" y="15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8" y="83"/>
                  </a:lnTo>
                  <a:lnTo>
                    <a:pt x="3839291" y="681"/>
                  </a:lnTo>
                  <a:lnTo>
                    <a:pt x="3820132" y="2335"/>
                  </a:lnTo>
                  <a:lnTo>
                    <a:pt x="3786240" y="5582"/>
                  </a:lnTo>
                  <a:lnTo>
                    <a:pt x="3736461" y="10903"/>
                  </a:lnTo>
                  <a:lnTo>
                    <a:pt x="3671778" y="18660"/>
                  </a:lnTo>
                  <a:lnTo>
                    <a:pt x="3594969" y="29064"/>
                  </a:lnTo>
                  <a:lnTo>
                    <a:pt x="3509920" y="42186"/>
                  </a:lnTo>
                  <a:lnTo>
                    <a:pt x="3420802" y="57998"/>
                  </a:lnTo>
                  <a:lnTo>
                    <a:pt x="3331376" y="76435"/>
                  </a:lnTo>
                  <a:lnTo>
                    <a:pt x="3244567" y="97461"/>
                  </a:lnTo>
                  <a:lnTo>
                    <a:pt x="3162326" y="121108"/>
                  </a:lnTo>
                  <a:lnTo>
                    <a:pt x="3085700" y="147510"/>
                  </a:lnTo>
                  <a:lnTo>
                    <a:pt x="3015006" y="176915"/>
                  </a:lnTo>
                  <a:lnTo>
                    <a:pt x="2950036" y="209682"/>
                  </a:lnTo>
                  <a:lnTo>
                    <a:pt x="2890237" y="246277"/>
                  </a:lnTo>
                  <a:lnTo>
                    <a:pt x="2834852" y="287246"/>
                  </a:lnTo>
                  <a:lnTo>
                    <a:pt x="2783031" y="333186"/>
                  </a:lnTo>
                  <a:lnTo>
                    <a:pt x="2733908" y="384666"/>
                  </a:lnTo>
                  <a:lnTo>
                    <a:pt x="2686676" y="442112"/>
                  </a:lnTo>
                  <a:lnTo>
                    <a:pt x="2667772" y="467322"/>
                  </a:lnTo>
                  <a:lnTo>
                    <a:pt x="2632164" y="518162"/>
                  </a:lnTo>
                  <a:lnTo>
                    <a:pt x="2596891" y="572753"/>
                  </a:lnTo>
                  <a:lnTo>
                    <a:pt x="2561736" y="631170"/>
                  </a:lnTo>
                  <a:lnTo>
                    <a:pt x="2526533" y="693428"/>
                  </a:lnTo>
                  <a:lnTo>
                    <a:pt x="2491153" y="759472"/>
                  </a:lnTo>
                  <a:lnTo>
                    <a:pt x="2455509" y="829174"/>
                  </a:lnTo>
                  <a:lnTo>
                    <a:pt x="2419547" y="902324"/>
                  </a:lnTo>
                  <a:lnTo>
                    <a:pt x="2383244" y="978636"/>
                  </a:lnTo>
                  <a:lnTo>
                    <a:pt x="2346607" y="1057740"/>
                  </a:lnTo>
                  <a:lnTo>
                    <a:pt x="2309667" y="1139196"/>
                  </a:lnTo>
                  <a:lnTo>
                    <a:pt x="2272478" y="1222498"/>
                  </a:lnTo>
                  <a:lnTo>
                    <a:pt x="2235110" y="1307086"/>
                  </a:lnTo>
                  <a:lnTo>
                    <a:pt x="2197643" y="1392362"/>
                  </a:lnTo>
                  <a:lnTo>
                    <a:pt x="2160166" y="1477708"/>
                  </a:lnTo>
                  <a:lnTo>
                    <a:pt x="2122768" y="1562503"/>
                  </a:lnTo>
                  <a:lnTo>
                    <a:pt x="2085532" y="1646145"/>
                  </a:lnTo>
                  <a:lnTo>
                    <a:pt x="2048531" y="1728062"/>
                  </a:lnTo>
                  <a:lnTo>
                    <a:pt x="2011822" y="1807737"/>
                  </a:lnTo>
                  <a:lnTo>
                    <a:pt x="1975443" y="1884711"/>
                  </a:lnTo>
                  <a:lnTo>
                    <a:pt x="1939405" y="1958600"/>
                  </a:lnTo>
                  <a:lnTo>
                    <a:pt x="1903693" y="2029098"/>
                  </a:lnTo>
                  <a:lnTo>
                    <a:pt x="1868260" y="2095979"/>
                  </a:lnTo>
                  <a:lnTo>
                    <a:pt x="1833026" y="2159096"/>
                  </a:lnTo>
                  <a:lnTo>
                    <a:pt x="1797874" y="2218378"/>
                  </a:lnTo>
                  <a:lnTo>
                    <a:pt x="1762644" y="2273825"/>
                  </a:lnTo>
                  <a:lnTo>
                    <a:pt x="1727133" y="2325499"/>
                  </a:lnTo>
                  <a:lnTo>
                    <a:pt x="1719082" y="2336612"/>
                  </a:lnTo>
                  <a:lnTo>
                    <a:pt x="1672419" y="2396548"/>
                  </a:lnTo>
                  <a:lnTo>
                    <a:pt x="1624160" y="2450426"/>
                  </a:lnTo>
                  <a:lnTo>
                    <a:pt x="1573543" y="2498564"/>
                  </a:lnTo>
                  <a:lnTo>
                    <a:pt x="1519719" y="2541490"/>
                  </a:lnTo>
                  <a:lnTo>
                    <a:pt x="1461821" y="2579801"/>
                  </a:lnTo>
                  <a:lnTo>
                    <a:pt x="1399043" y="2614070"/>
                  </a:lnTo>
                  <a:lnTo>
                    <a:pt x="1330735" y="2644798"/>
                  </a:lnTo>
                  <a:lnTo>
                    <a:pt x="1256527" y="2672390"/>
                  </a:lnTo>
                  <a:lnTo>
                    <a:pt x="1176498" y="2697140"/>
                  </a:lnTo>
                  <a:lnTo>
                    <a:pt x="1091373" y="2719226"/>
                  </a:lnTo>
                  <a:lnTo>
                    <a:pt x="1002717" y="2738722"/>
                  </a:lnTo>
                  <a:lnTo>
                    <a:pt x="913061" y="2755613"/>
                  </a:lnTo>
                  <a:lnTo>
                    <a:pt x="825857" y="2769840"/>
                  </a:lnTo>
                  <a:lnTo>
                    <a:pt x="745179" y="2781352"/>
                  </a:lnTo>
                  <a:lnTo>
                    <a:pt x="675128" y="2790173"/>
                  </a:lnTo>
                  <a:lnTo>
                    <a:pt x="619030" y="2796453"/>
                  </a:lnTo>
                  <a:lnTo>
                    <a:pt x="578667" y="2800495"/>
                  </a:lnTo>
                  <a:lnTo>
                    <a:pt x="553770" y="2802736"/>
                  </a:lnTo>
                  <a:lnTo>
                    <a:pt x="541928" y="2803699"/>
                  </a:lnTo>
                  <a:lnTo>
                    <a:pt x="538736" y="2803935"/>
                  </a:lnTo>
                  <a:lnTo>
                    <a:pt x="0" y="2803935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68" name="pl1968"/>
            <p:cNvSpPr/>
            <p:nvPr/>
          </p:nvSpPr>
          <p:spPr>
            <a:xfrm>
              <a:off x="546595" y="3015383"/>
              <a:ext cx="8234974" cy="2803935"/>
            </a:xfrm>
            <a:custGeom>
              <a:avLst/>
              <a:pathLst>
                <a:path w="8234974" h="2803935">
                  <a:moveTo>
                    <a:pt x="0" y="2803935"/>
                  </a:moveTo>
                  <a:lnTo>
                    <a:pt x="538736" y="2803935"/>
                  </a:lnTo>
                  <a:lnTo>
                    <a:pt x="539907" y="2803851"/>
                  </a:lnTo>
                  <a:lnTo>
                    <a:pt x="547563" y="2803253"/>
                  </a:lnTo>
                  <a:lnTo>
                    <a:pt x="566723" y="2801600"/>
                  </a:lnTo>
                  <a:lnTo>
                    <a:pt x="600614" y="2798352"/>
                  </a:lnTo>
                  <a:lnTo>
                    <a:pt x="650393" y="2793031"/>
                  </a:lnTo>
                  <a:lnTo>
                    <a:pt x="715077" y="2785274"/>
                  </a:lnTo>
                  <a:lnTo>
                    <a:pt x="791886" y="2774870"/>
                  </a:lnTo>
                  <a:lnTo>
                    <a:pt x="876935" y="2761748"/>
                  </a:lnTo>
                  <a:lnTo>
                    <a:pt x="966052" y="2745936"/>
                  </a:lnTo>
                  <a:lnTo>
                    <a:pt x="1055478" y="2727499"/>
                  </a:lnTo>
                  <a:lnTo>
                    <a:pt x="1142287" y="2706473"/>
                  </a:lnTo>
                  <a:lnTo>
                    <a:pt x="1224528" y="2682827"/>
                  </a:lnTo>
                  <a:lnTo>
                    <a:pt x="1301155" y="2656424"/>
                  </a:lnTo>
                  <a:lnTo>
                    <a:pt x="1371849" y="2627019"/>
                  </a:lnTo>
                  <a:lnTo>
                    <a:pt x="1436818" y="2594252"/>
                  </a:lnTo>
                  <a:lnTo>
                    <a:pt x="1496617" y="2557658"/>
                  </a:lnTo>
                  <a:lnTo>
                    <a:pt x="1552002" y="2516688"/>
                  </a:lnTo>
                  <a:lnTo>
                    <a:pt x="1603823" y="2470748"/>
                  </a:lnTo>
                  <a:lnTo>
                    <a:pt x="1652947" y="2419268"/>
                  </a:lnTo>
                  <a:lnTo>
                    <a:pt x="1700179" y="2361822"/>
                  </a:lnTo>
                  <a:lnTo>
                    <a:pt x="1719082" y="2336612"/>
                  </a:lnTo>
                  <a:lnTo>
                    <a:pt x="1754690" y="2285772"/>
                  </a:lnTo>
                  <a:lnTo>
                    <a:pt x="1789964" y="2231181"/>
                  </a:lnTo>
                  <a:lnTo>
                    <a:pt x="1825118" y="2172764"/>
                  </a:lnTo>
                  <a:lnTo>
                    <a:pt x="1860322" y="2110506"/>
                  </a:lnTo>
                  <a:lnTo>
                    <a:pt x="1895702" y="2044462"/>
                  </a:lnTo>
                  <a:lnTo>
                    <a:pt x="1931346" y="1974760"/>
                  </a:lnTo>
                  <a:lnTo>
                    <a:pt x="1967308" y="1901610"/>
                  </a:lnTo>
                  <a:lnTo>
                    <a:pt x="2003611" y="1825299"/>
                  </a:lnTo>
                  <a:lnTo>
                    <a:pt x="2040248" y="1746194"/>
                  </a:lnTo>
                  <a:lnTo>
                    <a:pt x="2077187" y="1664738"/>
                  </a:lnTo>
                  <a:lnTo>
                    <a:pt x="2114376" y="1581436"/>
                  </a:lnTo>
                  <a:lnTo>
                    <a:pt x="2151745" y="1496848"/>
                  </a:lnTo>
                  <a:lnTo>
                    <a:pt x="2189212" y="1411572"/>
                  </a:lnTo>
                  <a:lnTo>
                    <a:pt x="2226689" y="1326226"/>
                  </a:lnTo>
                  <a:lnTo>
                    <a:pt x="2264087" y="1241431"/>
                  </a:lnTo>
                  <a:lnTo>
                    <a:pt x="2301323" y="1157789"/>
                  </a:lnTo>
                  <a:lnTo>
                    <a:pt x="2338324" y="1075872"/>
                  </a:lnTo>
                  <a:lnTo>
                    <a:pt x="2375033" y="996197"/>
                  </a:lnTo>
                  <a:lnTo>
                    <a:pt x="2411412" y="919223"/>
                  </a:lnTo>
                  <a:lnTo>
                    <a:pt x="2447450" y="845334"/>
                  </a:lnTo>
                  <a:lnTo>
                    <a:pt x="2483162" y="774836"/>
                  </a:lnTo>
                  <a:lnTo>
                    <a:pt x="2518595" y="707955"/>
                  </a:lnTo>
                  <a:lnTo>
                    <a:pt x="2553828" y="644838"/>
                  </a:lnTo>
                  <a:lnTo>
                    <a:pt x="2588981" y="585556"/>
                  </a:lnTo>
                  <a:lnTo>
                    <a:pt x="2624211" y="530109"/>
                  </a:lnTo>
                  <a:lnTo>
                    <a:pt x="2659722" y="478435"/>
                  </a:lnTo>
                  <a:lnTo>
                    <a:pt x="2667772" y="467322"/>
                  </a:lnTo>
                  <a:lnTo>
                    <a:pt x="2714436" y="407387"/>
                  </a:lnTo>
                  <a:lnTo>
                    <a:pt x="2762695" y="353508"/>
                  </a:lnTo>
                  <a:lnTo>
                    <a:pt x="2813312" y="305370"/>
                  </a:lnTo>
                  <a:lnTo>
                    <a:pt x="2867136" y="262444"/>
                  </a:lnTo>
                  <a:lnTo>
                    <a:pt x="2925034" y="224133"/>
                  </a:lnTo>
                  <a:lnTo>
                    <a:pt x="2987811" y="189864"/>
                  </a:lnTo>
                  <a:lnTo>
                    <a:pt x="3056119" y="159136"/>
                  </a:lnTo>
                  <a:lnTo>
                    <a:pt x="3130327" y="131544"/>
                  </a:lnTo>
                  <a:lnTo>
                    <a:pt x="3210356" y="106794"/>
                  </a:lnTo>
                  <a:lnTo>
                    <a:pt x="3295481" y="84708"/>
                  </a:lnTo>
                  <a:lnTo>
                    <a:pt x="3384137" y="65212"/>
                  </a:lnTo>
                  <a:lnTo>
                    <a:pt x="3473794" y="48321"/>
                  </a:lnTo>
                  <a:lnTo>
                    <a:pt x="3560998" y="34094"/>
                  </a:lnTo>
                  <a:lnTo>
                    <a:pt x="3641675" y="22582"/>
                  </a:lnTo>
                  <a:lnTo>
                    <a:pt x="3711727" y="13761"/>
                  </a:lnTo>
                  <a:lnTo>
                    <a:pt x="3767824" y="7481"/>
                  </a:lnTo>
                  <a:lnTo>
                    <a:pt x="3808188" y="3439"/>
                  </a:lnTo>
                  <a:lnTo>
                    <a:pt x="3833085" y="1198"/>
                  </a:lnTo>
                  <a:lnTo>
                    <a:pt x="3844926" y="235"/>
                  </a:lnTo>
                  <a:lnTo>
                    <a:pt x="3848036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0" y="76"/>
                  </a:lnTo>
                  <a:lnTo>
                    <a:pt x="4395861" y="621"/>
                  </a:lnTo>
                  <a:lnTo>
                    <a:pt x="4415391" y="2130"/>
                  </a:lnTo>
                  <a:lnTo>
                    <a:pt x="4449905" y="5092"/>
                  </a:lnTo>
                  <a:lnTo>
                    <a:pt x="4500527" y="9942"/>
                  </a:lnTo>
                  <a:lnTo>
                    <a:pt x="4566189" y="17008"/>
                  </a:lnTo>
                  <a:lnTo>
                    <a:pt x="4643997" y="26476"/>
                  </a:lnTo>
                  <a:lnTo>
                    <a:pt x="4729953" y="38406"/>
                  </a:lnTo>
                  <a:lnTo>
                    <a:pt x="4819807" y="52768"/>
                  </a:lnTo>
                  <a:lnTo>
                    <a:pt x="4909760" y="69506"/>
                  </a:lnTo>
                  <a:lnTo>
                    <a:pt x="4996891" y="88588"/>
                  </a:lnTo>
                  <a:lnTo>
                    <a:pt x="5079280" y="110049"/>
                  </a:lnTo>
                  <a:lnTo>
                    <a:pt x="5155923" y="134021"/>
                  </a:lnTo>
                  <a:lnTo>
                    <a:pt x="5226552" y="160738"/>
                  </a:lnTo>
                  <a:lnTo>
                    <a:pt x="5291419" y="190538"/>
                  </a:lnTo>
                  <a:lnTo>
                    <a:pt x="5351116" y="223853"/>
                  </a:lnTo>
                  <a:lnTo>
                    <a:pt x="5406430" y="261189"/>
                  </a:lnTo>
                  <a:lnTo>
                    <a:pt x="5458235" y="303090"/>
                  </a:lnTo>
                  <a:lnTo>
                    <a:pt x="5507412" y="350068"/>
                  </a:lnTo>
                  <a:lnTo>
                    <a:pt x="5554771" y="402482"/>
                  </a:lnTo>
                  <a:lnTo>
                    <a:pt x="5567201" y="417414"/>
                  </a:lnTo>
                  <a:lnTo>
                    <a:pt x="5604394" y="464936"/>
                  </a:lnTo>
                  <a:lnTo>
                    <a:pt x="5641234" y="516120"/>
                  </a:lnTo>
                  <a:lnTo>
                    <a:pt x="5677962" y="571037"/>
                  </a:lnTo>
                  <a:lnTo>
                    <a:pt x="5714764" y="629696"/>
                  </a:lnTo>
                  <a:lnTo>
                    <a:pt x="5751778" y="692029"/>
                  </a:lnTo>
                  <a:lnTo>
                    <a:pt x="5789097" y="757888"/>
                  </a:lnTo>
                  <a:lnTo>
                    <a:pt x="5826773" y="827042"/>
                  </a:lnTo>
                  <a:lnTo>
                    <a:pt x="5864821" y="899173"/>
                  </a:lnTo>
                  <a:lnTo>
                    <a:pt x="5903225" y="973880"/>
                  </a:lnTo>
                  <a:lnTo>
                    <a:pt x="5941937" y="1050688"/>
                  </a:lnTo>
                  <a:lnTo>
                    <a:pt x="5980890" y="1129057"/>
                  </a:lnTo>
                  <a:lnTo>
                    <a:pt x="6019997" y="1208395"/>
                  </a:lnTo>
                  <a:lnTo>
                    <a:pt x="6059159" y="1288082"/>
                  </a:lnTo>
                  <a:lnTo>
                    <a:pt x="6098275" y="1367484"/>
                  </a:lnTo>
                  <a:lnTo>
                    <a:pt x="6137248" y="1445977"/>
                  </a:lnTo>
                  <a:lnTo>
                    <a:pt x="6175988" y="1522967"/>
                  </a:lnTo>
                  <a:lnTo>
                    <a:pt x="6214425" y="1597908"/>
                  </a:lnTo>
                  <a:lnTo>
                    <a:pt x="6252510" y="1670318"/>
                  </a:lnTo>
                  <a:lnTo>
                    <a:pt x="6290223" y="1739787"/>
                  </a:lnTo>
                  <a:lnTo>
                    <a:pt x="6327576" y="1805989"/>
                  </a:lnTo>
                  <a:lnTo>
                    <a:pt x="6364618" y="1868685"/>
                  </a:lnTo>
                  <a:lnTo>
                    <a:pt x="6401436" y="1927717"/>
                  </a:lnTo>
                  <a:lnTo>
                    <a:pt x="6438164" y="1983012"/>
                  </a:lnTo>
                  <a:lnTo>
                    <a:pt x="6474982" y="2034569"/>
                  </a:lnTo>
                  <a:lnTo>
                    <a:pt x="6512127" y="2082454"/>
                  </a:lnTo>
                  <a:lnTo>
                    <a:pt x="6515891" y="2087071"/>
                  </a:lnTo>
                  <a:lnTo>
                    <a:pt x="6562884" y="2140959"/>
                  </a:lnTo>
                  <a:lnTo>
                    <a:pt x="6611501" y="2189364"/>
                  </a:lnTo>
                  <a:lnTo>
                    <a:pt x="6662520" y="2232574"/>
                  </a:lnTo>
                  <a:lnTo>
                    <a:pt x="6716810" y="2271076"/>
                  </a:lnTo>
                  <a:lnTo>
                    <a:pt x="6775254" y="2305413"/>
                  </a:lnTo>
                  <a:lnTo>
                    <a:pt x="6838672" y="2336106"/>
                  </a:lnTo>
                  <a:lnTo>
                    <a:pt x="6907720" y="2363609"/>
                  </a:lnTo>
                  <a:lnTo>
                    <a:pt x="6982758" y="2388287"/>
                  </a:lnTo>
                  <a:lnTo>
                    <a:pt x="7063676" y="2410402"/>
                  </a:lnTo>
                  <a:lnTo>
                    <a:pt x="7149688" y="2430112"/>
                  </a:lnTo>
                  <a:lnTo>
                    <a:pt x="7239133" y="2447476"/>
                  </a:lnTo>
                  <a:lnTo>
                    <a:pt x="7329353" y="2462479"/>
                  </a:lnTo>
                  <a:lnTo>
                    <a:pt x="7416759" y="2475064"/>
                  </a:lnTo>
                  <a:lnTo>
                    <a:pt x="7497159" y="2485188"/>
                  </a:lnTo>
                  <a:lnTo>
                    <a:pt x="7566409" y="2492882"/>
                  </a:lnTo>
                  <a:lnTo>
                    <a:pt x="7621238" y="2498298"/>
                  </a:lnTo>
                  <a:lnTo>
                    <a:pt x="7660036" y="2501726"/>
                  </a:lnTo>
                  <a:lnTo>
                    <a:pt x="7683333" y="2503575"/>
                  </a:lnTo>
                  <a:lnTo>
                    <a:pt x="7693845" y="2504329"/>
                  </a:lnTo>
                  <a:lnTo>
                    <a:pt x="7696214" y="2504484"/>
                  </a:lnTo>
                  <a:lnTo>
                    <a:pt x="7696237" y="2504485"/>
                  </a:lnTo>
                  <a:lnTo>
                    <a:pt x="8234974" y="2504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9" name="pl1969"/>
            <p:cNvSpPr/>
            <p:nvPr/>
          </p:nvSpPr>
          <p:spPr>
            <a:xfrm>
              <a:off x="546595" y="3009938"/>
              <a:ext cx="8234974" cy="2803935"/>
            </a:xfrm>
            <a:custGeom>
              <a:avLst/>
              <a:pathLst>
                <a:path w="8234974" h="2803935">
                  <a:moveTo>
                    <a:pt x="8234974" y="2504485"/>
                  </a:moveTo>
                  <a:lnTo>
                    <a:pt x="7696237" y="2504485"/>
                  </a:lnTo>
                  <a:lnTo>
                    <a:pt x="7695043" y="2504409"/>
                  </a:lnTo>
                  <a:lnTo>
                    <a:pt x="7687232" y="2503863"/>
                  </a:lnTo>
                  <a:lnTo>
                    <a:pt x="7667701" y="2502355"/>
                  </a:lnTo>
                  <a:lnTo>
                    <a:pt x="7633187" y="2499393"/>
                  </a:lnTo>
                  <a:lnTo>
                    <a:pt x="7582565" y="2494542"/>
                  </a:lnTo>
                  <a:lnTo>
                    <a:pt x="7516903" y="2487477"/>
                  </a:lnTo>
                  <a:lnTo>
                    <a:pt x="7439096" y="2478009"/>
                  </a:lnTo>
                  <a:lnTo>
                    <a:pt x="7353139" y="2466079"/>
                  </a:lnTo>
                  <a:lnTo>
                    <a:pt x="7263286" y="2451716"/>
                  </a:lnTo>
                  <a:lnTo>
                    <a:pt x="7173332" y="2434978"/>
                  </a:lnTo>
                  <a:lnTo>
                    <a:pt x="7086201" y="2415897"/>
                  </a:lnTo>
                  <a:lnTo>
                    <a:pt x="7003813" y="2394435"/>
                  </a:lnTo>
                  <a:lnTo>
                    <a:pt x="6927169" y="2370463"/>
                  </a:lnTo>
                  <a:lnTo>
                    <a:pt x="6856541" y="2343746"/>
                  </a:lnTo>
                  <a:lnTo>
                    <a:pt x="6791674" y="2313947"/>
                  </a:lnTo>
                  <a:lnTo>
                    <a:pt x="6731977" y="2280632"/>
                  </a:lnTo>
                  <a:lnTo>
                    <a:pt x="6676662" y="2243296"/>
                  </a:lnTo>
                  <a:lnTo>
                    <a:pt x="6624857" y="2201395"/>
                  </a:lnTo>
                  <a:lnTo>
                    <a:pt x="6575680" y="2154417"/>
                  </a:lnTo>
                  <a:lnTo>
                    <a:pt x="6528321" y="2102003"/>
                  </a:lnTo>
                  <a:lnTo>
                    <a:pt x="6515891" y="2087071"/>
                  </a:lnTo>
                  <a:lnTo>
                    <a:pt x="6478698" y="2039548"/>
                  </a:lnTo>
                  <a:lnTo>
                    <a:pt x="6441859" y="1988365"/>
                  </a:lnTo>
                  <a:lnTo>
                    <a:pt x="6405131" y="1933447"/>
                  </a:lnTo>
                  <a:lnTo>
                    <a:pt x="6368328" y="1874789"/>
                  </a:lnTo>
                  <a:lnTo>
                    <a:pt x="6331314" y="1812456"/>
                  </a:lnTo>
                  <a:lnTo>
                    <a:pt x="6293995" y="1746596"/>
                  </a:lnTo>
                  <a:lnTo>
                    <a:pt x="6256320" y="1677442"/>
                  </a:lnTo>
                  <a:lnTo>
                    <a:pt x="6218271" y="1605312"/>
                  </a:lnTo>
                  <a:lnTo>
                    <a:pt x="6179868" y="1530604"/>
                  </a:lnTo>
                  <a:lnTo>
                    <a:pt x="6141155" y="1453796"/>
                  </a:lnTo>
                  <a:lnTo>
                    <a:pt x="6102202" y="1375428"/>
                  </a:lnTo>
                  <a:lnTo>
                    <a:pt x="6063096" y="1296090"/>
                  </a:lnTo>
                  <a:lnTo>
                    <a:pt x="6023934" y="1216403"/>
                  </a:lnTo>
                  <a:lnTo>
                    <a:pt x="5984817" y="1137001"/>
                  </a:lnTo>
                  <a:lnTo>
                    <a:pt x="5945845" y="1058508"/>
                  </a:lnTo>
                  <a:lnTo>
                    <a:pt x="5907104" y="981518"/>
                  </a:lnTo>
                  <a:lnTo>
                    <a:pt x="5868667" y="906576"/>
                  </a:lnTo>
                  <a:lnTo>
                    <a:pt x="5830582" y="834167"/>
                  </a:lnTo>
                  <a:lnTo>
                    <a:pt x="5792869" y="764698"/>
                  </a:lnTo>
                  <a:lnTo>
                    <a:pt x="5755516" y="698495"/>
                  </a:lnTo>
                  <a:lnTo>
                    <a:pt x="5718475" y="635800"/>
                  </a:lnTo>
                  <a:lnTo>
                    <a:pt x="5681657" y="576767"/>
                  </a:lnTo>
                  <a:lnTo>
                    <a:pt x="5644929" y="521473"/>
                  </a:lnTo>
                  <a:lnTo>
                    <a:pt x="5608110" y="469916"/>
                  </a:lnTo>
                  <a:lnTo>
                    <a:pt x="5570966" y="422030"/>
                  </a:lnTo>
                  <a:lnTo>
                    <a:pt x="5567201" y="417414"/>
                  </a:lnTo>
                  <a:lnTo>
                    <a:pt x="5520208" y="363525"/>
                  </a:lnTo>
                  <a:lnTo>
                    <a:pt x="5471591" y="315121"/>
                  </a:lnTo>
                  <a:lnTo>
                    <a:pt x="5420572" y="271911"/>
                  </a:lnTo>
                  <a:lnTo>
                    <a:pt x="5366283" y="233408"/>
                  </a:lnTo>
                  <a:lnTo>
                    <a:pt x="5307838" y="199072"/>
                  </a:lnTo>
                  <a:lnTo>
                    <a:pt x="5244420" y="168379"/>
                  </a:lnTo>
                  <a:lnTo>
                    <a:pt x="5175372" y="140876"/>
                  </a:lnTo>
                  <a:lnTo>
                    <a:pt x="5100334" y="116198"/>
                  </a:lnTo>
                  <a:lnTo>
                    <a:pt x="5019416" y="94083"/>
                  </a:lnTo>
                  <a:lnTo>
                    <a:pt x="4933404" y="74373"/>
                  </a:lnTo>
                  <a:lnTo>
                    <a:pt x="4843960" y="57008"/>
                  </a:lnTo>
                  <a:lnTo>
                    <a:pt x="4753739" y="42006"/>
                  </a:lnTo>
                  <a:lnTo>
                    <a:pt x="4666334" y="29421"/>
                  </a:lnTo>
                  <a:lnTo>
                    <a:pt x="4585933" y="19297"/>
                  </a:lnTo>
                  <a:lnTo>
                    <a:pt x="4516684" y="11602"/>
                  </a:lnTo>
                  <a:lnTo>
                    <a:pt x="4461855" y="6187"/>
                  </a:lnTo>
                  <a:lnTo>
                    <a:pt x="4423056" y="2759"/>
                  </a:lnTo>
                  <a:lnTo>
                    <a:pt x="4399759" y="909"/>
                  </a:lnTo>
                  <a:lnTo>
                    <a:pt x="4389247" y="156"/>
                  </a:lnTo>
                  <a:lnTo>
                    <a:pt x="4386879" y="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48" y="83"/>
                  </a:lnTo>
                  <a:lnTo>
                    <a:pt x="3839291" y="681"/>
                  </a:lnTo>
                  <a:lnTo>
                    <a:pt x="3820132" y="2335"/>
                  </a:lnTo>
                  <a:lnTo>
                    <a:pt x="3786240" y="5582"/>
                  </a:lnTo>
                  <a:lnTo>
                    <a:pt x="3736461" y="10903"/>
                  </a:lnTo>
                  <a:lnTo>
                    <a:pt x="3671778" y="18660"/>
                  </a:lnTo>
                  <a:lnTo>
                    <a:pt x="3594969" y="29064"/>
                  </a:lnTo>
                  <a:lnTo>
                    <a:pt x="3509920" y="42186"/>
                  </a:lnTo>
                  <a:lnTo>
                    <a:pt x="3420802" y="57998"/>
                  </a:lnTo>
                  <a:lnTo>
                    <a:pt x="3331376" y="76435"/>
                  </a:lnTo>
                  <a:lnTo>
                    <a:pt x="3244567" y="97461"/>
                  </a:lnTo>
                  <a:lnTo>
                    <a:pt x="3162326" y="121108"/>
                  </a:lnTo>
                  <a:lnTo>
                    <a:pt x="3085700" y="147510"/>
                  </a:lnTo>
                  <a:lnTo>
                    <a:pt x="3015006" y="176915"/>
                  </a:lnTo>
                  <a:lnTo>
                    <a:pt x="2950036" y="209682"/>
                  </a:lnTo>
                  <a:lnTo>
                    <a:pt x="2890237" y="246277"/>
                  </a:lnTo>
                  <a:lnTo>
                    <a:pt x="2834852" y="287246"/>
                  </a:lnTo>
                  <a:lnTo>
                    <a:pt x="2783031" y="333186"/>
                  </a:lnTo>
                  <a:lnTo>
                    <a:pt x="2733908" y="384666"/>
                  </a:lnTo>
                  <a:lnTo>
                    <a:pt x="2686676" y="442112"/>
                  </a:lnTo>
                  <a:lnTo>
                    <a:pt x="2667772" y="467322"/>
                  </a:lnTo>
                  <a:lnTo>
                    <a:pt x="2632164" y="518162"/>
                  </a:lnTo>
                  <a:lnTo>
                    <a:pt x="2596891" y="572753"/>
                  </a:lnTo>
                  <a:lnTo>
                    <a:pt x="2561736" y="631170"/>
                  </a:lnTo>
                  <a:lnTo>
                    <a:pt x="2526533" y="693428"/>
                  </a:lnTo>
                  <a:lnTo>
                    <a:pt x="2491153" y="759472"/>
                  </a:lnTo>
                  <a:lnTo>
                    <a:pt x="2455509" y="829174"/>
                  </a:lnTo>
                  <a:lnTo>
                    <a:pt x="2419547" y="902324"/>
                  </a:lnTo>
                  <a:lnTo>
                    <a:pt x="2383244" y="978636"/>
                  </a:lnTo>
                  <a:lnTo>
                    <a:pt x="2346607" y="1057740"/>
                  </a:lnTo>
                  <a:lnTo>
                    <a:pt x="2309667" y="1139196"/>
                  </a:lnTo>
                  <a:lnTo>
                    <a:pt x="2272478" y="1222498"/>
                  </a:lnTo>
                  <a:lnTo>
                    <a:pt x="2235110" y="1307086"/>
                  </a:lnTo>
                  <a:lnTo>
                    <a:pt x="2197643" y="1392362"/>
                  </a:lnTo>
                  <a:lnTo>
                    <a:pt x="2160166" y="1477708"/>
                  </a:lnTo>
                  <a:lnTo>
                    <a:pt x="2122768" y="1562503"/>
                  </a:lnTo>
                  <a:lnTo>
                    <a:pt x="2085532" y="1646145"/>
                  </a:lnTo>
                  <a:lnTo>
                    <a:pt x="2048531" y="1728062"/>
                  </a:lnTo>
                  <a:lnTo>
                    <a:pt x="2011822" y="1807737"/>
                  </a:lnTo>
                  <a:lnTo>
                    <a:pt x="1975443" y="1884711"/>
                  </a:lnTo>
                  <a:lnTo>
                    <a:pt x="1939405" y="1958600"/>
                  </a:lnTo>
                  <a:lnTo>
                    <a:pt x="1903693" y="2029098"/>
                  </a:lnTo>
                  <a:lnTo>
                    <a:pt x="1868260" y="2095979"/>
                  </a:lnTo>
                  <a:lnTo>
                    <a:pt x="1833026" y="2159096"/>
                  </a:lnTo>
                  <a:lnTo>
                    <a:pt x="1797874" y="2218378"/>
                  </a:lnTo>
                  <a:lnTo>
                    <a:pt x="1762644" y="2273825"/>
                  </a:lnTo>
                  <a:lnTo>
                    <a:pt x="1727133" y="2325499"/>
                  </a:lnTo>
                  <a:lnTo>
                    <a:pt x="1719082" y="2336612"/>
                  </a:lnTo>
                  <a:lnTo>
                    <a:pt x="1672419" y="2396548"/>
                  </a:lnTo>
                  <a:lnTo>
                    <a:pt x="1624160" y="2450426"/>
                  </a:lnTo>
                  <a:lnTo>
                    <a:pt x="1573543" y="2498564"/>
                  </a:lnTo>
                  <a:lnTo>
                    <a:pt x="1519719" y="2541490"/>
                  </a:lnTo>
                  <a:lnTo>
                    <a:pt x="1461821" y="2579801"/>
                  </a:lnTo>
                  <a:lnTo>
                    <a:pt x="1399043" y="2614070"/>
                  </a:lnTo>
                  <a:lnTo>
                    <a:pt x="1330735" y="2644798"/>
                  </a:lnTo>
                  <a:lnTo>
                    <a:pt x="1256527" y="2672390"/>
                  </a:lnTo>
                  <a:lnTo>
                    <a:pt x="1176498" y="2697140"/>
                  </a:lnTo>
                  <a:lnTo>
                    <a:pt x="1091373" y="2719226"/>
                  </a:lnTo>
                  <a:lnTo>
                    <a:pt x="1002717" y="2738722"/>
                  </a:lnTo>
                  <a:lnTo>
                    <a:pt x="913061" y="2755613"/>
                  </a:lnTo>
                  <a:lnTo>
                    <a:pt x="825857" y="2769840"/>
                  </a:lnTo>
                  <a:lnTo>
                    <a:pt x="745179" y="2781352"/>
                  </a:lnTo>
                  <a:lnTo>
                    <a:pt x="675128" y="2790173"/>
                  </a:lnTo>
                  <a:lnTo>
                    <a:pt x="619030" y="2796453"/>
                  </a:lnTo>
                  <a:lnTo>
                    <a:pt x="578667" y="2800495"/>
                  </a:lnTo>
                  <a:lnTo>
                    <a:pt x="553770" y="2802736"/>
                  </a:lnTo>
                  <a:lnTo>
                    <a:pt x="541928" y="2803699"/>
                  </a:lnTo>
                  <a:lnTo>
                    <a:pt x="538819" y="2803929"/>
                  </a:lnTo>
                  <a:lnTo>
                    <a:pt x="538736" y="2803935"/>
                  </a:lnTo>
                  <a:lnTo>
                    <a:pt x="0" y="28039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0" name="pg1970"/>
            <p:cNvSpPr/>
            <p:nvPr/>
          </p:nvSpPr>
          <p:spPr>
            <a:xfrm>
              <a:off x="546595" y="2155146"/>
              <a:ext cx="8234974" cy="3642393"/>
            </a:xfrm>
            <a:custGeom>
              <a:avLst/>
              <a:pathLst>
                <a:path w="8234974" h="3642393">
                  <a:moveTo>
                    <a:pt x="0" y="3642393"/>
                  </a:moveTo>
                  <a:lnTo>
                    <a:pt x="538736" y="3642393"/>
                  </a:lnTo>
                  <a:lnTo>
                    <a:pt x="539692" y="3642305"/>
                  </a:lnTo>
                  <a:lnTo>
                    <a:pt x="545972" y="3641675"/>
                  </a:lnTo>
                  <a:lnTo>
                    <a:pt x="561791" y="3639936"/>
                  </a:lnTo>
                  <a:lnTo>
                    <a:pt x="590041" y="3636513"/>
                  </a:lnTo>
                  <a:lnTo>
                    <a:pt x="632070" y="3630879"/>
                  </a:lnTo>
                  <a:lnTo>
                    <a:pt x="687584" y="3622610"/>
                  </a:lnTo>
                  <a:lnTo>
                    <a:pt x="754797" y="3611422"/>
                  </a:lnTo>
                  <a:lnTo>
                    <a:pt x="830848" y="3597181"/>
                  </a:lnTo>
                  <a:lnTo>
                    <a:pt x="912369" y="3579872"/>
                  </a:lnTo>
                  <a:lnTo>
                    <a:pt x="996046" y="3559553"/>
                  </a:lnTo>
                  <a:lnTo>
                    <a:pt x="1079041" y="3536286"/>
                  </a:lnTo>
                  <a:lnTo>
                    <a:pt x="1159209" y="3510096"/>
                  </a:lnTo>
                  <a:lnTo>
                    <a:pt x="1235146" y="3480925"/>
                  </a:lnTo>
                  <a:lnTo>
                    <a:pt x="1306116" y="3448610"/>
                  </a:lnTo>
                  <a:lnTo>
                    <a:pt x="1371911" y="3412881"/>
                  </a:lnTo>
                  <a:lnTo>
                    <a:pt x="1432717" y="3373353"/>
                  </a:lnTo>
                  <a:lnTo>
                    <a:pt x="1488978" y="3329539"/>
                  </a:lnTo>
                  <a:lnTo>
                    <a:pt x="1541298" y="3280867"/>
                  </a:lnTo>
                  <a:lnTo>
                    <a:pt x="1590363" y="3226713"/>
                  </a:lnTo>
                  <a:lnTo>
                    <a:pt x="1636880" y="3166460"/>
                  </a:lnTo>
                  <a:lnTo>
                    <a:pt x="1681527" y="3099591"/>
                  </a:lnTo>
                  <a:lnTo>
                    <a:pt x="1719082" y="3036235"/>
                  </a:lnTo>
                  <a:lnTo>
                    <a:pt x="1751052" y="2977285"/>
                  </a:lnTo>
                  <a:lnTo>
                    <a:pt x="1782734" y="2914430"/>
                  </a:lnTo>
                  <a:lnTo>
                    <a:pt x="1814288" y="2847589"/>
                  </a:lnTo>
                  <a:lnTo>
                    <a:pt x="1845844" y="2776733"/>
                  </a:lnTo>
                  <a:lnTo>
                    <a:pt x="1877504" y="2701889"/>
                  </a:lnTo>
                  <a:lnTo>
                    <a:pt x="1909345" y="2623146"/>
                  </a:lnTo>
                  <a:lnTo>
                    <a:pt x="1941418" y="2540655"/>
                  </a:lnTo>
                  <a:lnTo>
                    <a:pt x="1973756" y="2454637"/>
                  </a:lnTo>
                  <a:lnTo>
                    <a:pt x="2006369" y="2365379"/>
                  </a:lnTo>
                  <a:lnTo>
                    <a:pt x="2039250" y="2273236"/>
                  </a:lnTo>
                  <a:lnTo>
                    <a:pt x="2072376" y="2178622"/>
                  </a:lnTo>
                  <a:lnTo>
                    <a:pt x="2105710" y="2082007"/>
                  </a:lnTo>
                  <a:lnTo>
                    <a:pt x="2139202" y="1983909"/>
                  </a:lnTo>
                  <a:lnTo>
                    <a:pt x="2172796" y="1884879"/>
                  </a:lnTo>
                  <a:lnTo>
                    <a:pt x="2206430" y="1785491"/>
                  </a:lnTo>
                  <a:lnTo>
                    <a:pt x="2240039" y="1686329"/>
                  </a:lnTo>
                  <a:lnTo>
                    <a:pt x="2273560" y="1587970"/>
                  </a:lnTo>
                  <a:lnTo>
                    <a:pt x="2306934" y="1490972"/>
                  </a:lnTo>
                  <a:lnTo>
                    <a:pt x="2340111" y="1395861"/>
                  </a:lnTo>
                  <a:lnTo>
                    <a:pt x="2373050" y="1303119"/>
                  </a:lnTo>
                  <a:lnTo>
                    <a:pt x="2405725" y="1213173"/>
                  </a:lnTo>
                  <a:lnTo>
                    <a:pt x="2438125" y="1126393"/>
                  </a:lnTo>
                  <a:lnTo>
                    <a:pt x="2470257" y="1043080"/>
                  </a:lnTo>
                  <a:lnTo>
                    <a:pt x="2502146" y="963471"/>
                  </a:lnTo>
                  <a:lnTo>
                    <a:pt x="2533842" y="887732"/>
                  </a:lnTo>
                  <a:lnTo>
                    <a:pt x="2565414" y="815968"/>
                  </a:lnTo>
                  <a:lnTo>
                    <a:pt x="2596958" y="748216"/>
                  </a:lnTo>
                  <a:lnTo>
                    <a:pt x="2628597" y="684462"/>
                  </a:lnTo>
                  <a:lnTo>
                    <a:pt x="2660486" y="624637"/>
                  </a:lnTo>
                  <a:lnTo>
                    <a:pt x="2667772" y="611602"/>
                  </a:lnTo>
                  <a:lnTo>
                    <a:pt x="2711286" y="538792"/>
                  </a:lnTo>
                  <a:lnTo>
                    <a:pt x="2756148" y="472842"/>
                  </a:lnTo>
                  <a:lnTo>
                    <a:pt x="2802969" y="413449"/>
                  </a:lnTo>
                  <a:lnTo>
                    <a:pt x="2852433" y="360074"/>
                  </a:lnTo>
                  <a:lnTo>
                    <a:pt x="2905248" y="312096"/>
                  </a:lnTo>
                  <a:lnTo>
                    <a:pt x="2962092" y="268894"/>
                  </a:lnTo>
                  <a:lnTo>
                    <a:pt x="3023552" y="229906"/>
                  </a:lnTo>
                  <a:lnTo>
                    <a:pt x="3090044" y="194659"/>
                  </a:lnTo>
                  <a:lnTo>
                    <a:pt x="3161708" y="162784"/>
                  </a:lnTo>
                  <a:lnTo>
                    <a:pt x="3238275" y="134023"/>
                  </a:lnTo>
                  <a:lnTo>
                    <a:pt x="3318924" y="108230"/>
                  </a:lnTo>
                  <a:lnTo>
                    <a:pt x="3402153" y="85360"/>
                  </a:lnTo>
                  <a:lnTo>
                    <a:pt x="3485718" y="65443"/>
                  </a:lnTo>
                  <a:lnTo>
                    <a:pt x="3566699" y="48548"/>
                  </a:lnTo>
                  <a:lnTo>
                    <a:pt x="3641745" y="34723"/>
                  </a:lnTo>
                  <a:lnTo>
                    <a:pt x="3707524" y="23941"/>
                  </a:lnTo>
                  <a:lnTo>
                    <a:pt x="3761287" y="16049"/>
                  </a:lnTo>
                  <a:lnTo>
                    <a:pt x="3801432" y="10742"/>
                  </a:lnTo>
                  <a:lnTo>
                    <a:pt x="3827883" y="7579"/>
                  </a:lnTo>
                  <a:lnTo>
                    <a:pt x="3842211" y="6024"/>
                  </a:lnTo>
                  <a:lnTo>
                    <a:pt x="3847496" y="550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5" y="5472"/>
                  </a:lnTo>
                  <a:lnTo>
                    <a:pt x="4396561" y="5668"/>
                  </a:lnTo>
                  <a:lnTo>
                    <a:pt x="4417547" y="6211"/>
                  </a:lnTo>
                  <a:lnTo>
                    <a:pt x="4454485" y="7276"/>
                  </a:lnTo>
                  <a:lnTo>
                    <a:pt x="4508369" y="9017"/>
                  </a:lnTo>
                  <a:lnTo>
                    <a:pt x="4577783" y="11545"/>
                  </a:lnTo>
                  <a:lnTo>
                    <a:pt x="4659375" y="14921"/>
                  </a:lnTo>
                  <a:lnTo>
                    <a:pt x="4748719" y="19159"/>
                  </a:lnTo>
                  <a:lnTo>
                    <a:pt x="4841268" y="24246"/>
                  </a:lnTo>
                  <a:lnTo>
                    <a:pt x="4933103" y="30160"/>
                  </a:lnTo>
                  <a:lnTo>
                    <a:pt x="5021334" y="36897"/>
                  </a:lnTo>
                  <a:lnTo>
                    <a:pt x="5104175" y="44477"/>
                  </a:lnTo>
                  <a:lnTo>
                    <a:pt x="5180805" y="52959"/>
                  </a:lnTo>
                  <a:lnTo>
                    <a:pt x="5251140" y="62439"/>
                  </a:lnTo>
                  <a:lnTo>
                    <a:pt x="5315605" y="73052"/>
                  </a:lnTo>
                  <a:lnTo>
                    <a:pt x="5374935" y="84965"/>
                  </a:lnTo>
                  <a:lnTo>
                    <a:pt x="5430030" y="98366"/>
                  </a:lnTo>
                  <a:lnTo>
                    <a:pt x="5481849" y="113450"/>
                  </a:lnTo>
                  <a:lnTo>
                    <a:pt x="5531318" y="130383"/>
                  </a:lnTo>
                  <a:lnTo>
                    <a:pt x="5567201" y="144280"/>
                  </a:lnTo>
                  <a:lnTo>
                    <a:pt x="5616272" y="165428"/>
                  </a:lnTo>
                  <a:lnTo>
                    <a:pt x="5664865" y="188720"/>
                  </a:lnTo>
                  <a:lnTo>
                    <a:pt x="5713478" y="214186"/>
                  </a:lnTo>
                  <a:lnTo>
                    <a:pt x="5762449" y="241785"/>
                  </a:lnTo>
                  <a:lnTo>
                    <a:pt x="5811981" y="271398"/>
                  </a:lnTo>
                  <a:lnTo>
                    <a:pt x="5862156" y="302815"/>
                  </a:lnTo>
                  <a:lnTo>
                    <a:pt x="5912953" y="335743"/>
                  </a:lnTo>
                  <a:lnTo>
                    <a:pt x="5964260" y="369815"/>
                  </a:lnTo>
                  <a:lnTo>
                    <a:pt x="6015902" y="404598"/>
                  </a:lnTo>
                  <a:lnTo>
                    <a:pt x="6067659" y="439621"/>
                  </a:lnTo>
                  <a:lnTo>
                    <a:pt x="6119298" y="474399"/>
                  </a:lnTo>
                  <a:lnTo>
                    <a:pt x="6170602" y="508462"/>
                  </a:lnTo>
                  <a:lnTo>
                    <a:pt x="6221393" y="541379"/>
                  </a:lnTo>
                  <a:lnTo>
                    <a:pt x="6271563" y="572781"/>
                  </a:lnTo>
                  <a:lnTo>
                    <a:pt x="6321089" y="602375"/>
                  </a:lnTo>
                  <a:lnTo>
                    <a:pt x="6370055" y="629956"/>
                  </a:lnTo>
                  <a:lnTo>
                    <a:pt x="6418666" y="655402"/>
                  </a:lnTo>
                  <a:lnTo>
                    <a:pt x="6467262" y="678674"/>
                  </a:lnTo>
                  <a:lnTo>
                    <a:pt x="6515891" y="699622"/>
                  </a:lnTo>
                  <a:lnTo>
                    <a:pt x="6564142" y="717994"/>
                  </a:lnTo>
                  <a:lnTo>
                    <a:pt x="6614124" y="734445"/>
                  </a:lnTo>
                  <a:lnTo>
                    <a:pt x="6666683" y="749085"/>
                  </a:lnTo>
                  <a:lnTo>
                    <a:pt x="6722762" y="762091"/>
                  </a:lnTo>
                  <a:lnTo>
                    <a:pt x="6783313" y="773656"/>
                  </a:lnTo>
                  <a:lnTo>
                    <a:pt x="6849206" y="783967"/>
                  </a:lnTo>
                  <a:lnTo>
                    <a:pt x="6921114" y="793184"/>
                  </a:lnTo>
                  <a:lnTo>
                    <a:pt x="6999351" y="801429"/>
                  </a:lnTo>
                  <a:lnTo>
                    <a:pt x="7083671" y="808792"/>
                  </a:lnTo>
                  <a:lnTo>
                    <a:pt x="7173028" y="815319"/>
                  </a:lnTo>
                  <a:lnTo>
                    <a:pt x="7265362" y="821025"/>
                  </a:lnTo>
                  <a:lnTo>
                    <a:pt x="7357503" y="825898"/>
                  </a:lnTo>
                  <a:lnTo>
                    <a:pt x="7445323" y="829918"/>
                  </a:lnTo>
                  <a:lnTo>
                    <a:pt x="7524220" y="833076"/>
                  </a:lnTo>
                  <a:lnTo>
                    <a:pt x="7589950" y="835397"/>
                  </a:lnTo>
                  <a:lnTo>
                    <a:pt x="7639580" y="836954"/>
                  </a:lnTo>
                  <a:lnTo>
                    <a:pt x="7672282" y="837871"/>
                  </a:lnTo>
                  <a:lnTo>
                    <a:pt x="7689673" y="838309"/>
                  </a:lnTo>
                  <a:lnTo>
                    <a:pt x="7695693" y="838446"/>
                  </a:lnTo>
                  <a:lnTo>
                    <a:pt x="7696237" y="838458"/>
                  </a:lnTo>
                  <a:lnTo>
                    <a:pt x="8234974" y="838458"/>
                  </a:lnTo>
                  <a:lnTo>
                    <a:pt x="8234974" y="833013"/>
                  </a:lnTo>
                  <a:lnTo>
                    <a:pt x="7696237" y="833013"/>
                  </a:lnTo>
                  <a:lnTo>
                    <a:pt x="7694948" y="832986"/>
                  </a:lnTo>
                  <a:lnTo>
                    <a:pt x="7686532" y="832789"/>
                  </a:lnTo>
                  <a:lnTo>
                    <a:pt x="7665546" y="832246"/>
                  </a:lnTo>
                  <a:lnTo>
                    <a:pt x="7628607" y="831181"/>
                  </a:lnTo>
                  <a:lnTo>
                    <a:pt x="7574723" y="829440"/>
                  </a:lnTo>
                  <a:lnTo>
                    <a:pt x="7505309" y="826912"/>
                  </a:lnTo>
                  <a:lnTo>
                    <a:pt x="7423717" y="823536"/>
                  </a:lnTo>
                  <a:lnTo>
                    <a:pt x="7334373" y="819298"/>
                  </a:lnTo>
                  <a:lnTo>
                    <a:pt x="7241825" y="814212"/>
                  </a:lnTo>
                  <a:lnTo>
                    <a:pt x="7149990" y="808297"/>
                  </a:lnTo>
                  <a:lnTo>
                    <a:pt x="7061758" y="801561"/>
                  </a:lnTo>
                  <a:lnTo>
                    <a:pt x="6978917" y="793980"/>
                  </a:lnTo>
                  <a:lnTo>
                    <a:pt x="6902288" y="785498"/>
                  </a:lnTo>
                  <a:lnTo>
                    <a:pt x="6831952" y="776018"/>
                  </a:lnTo>
                  <a:lnTo>
                    <a:pt x="6767487" y="765405"/>
                  </a:lnTo>
                  <a:lnTo>
                    <a:pt x="6708157" y="753493"/>
                  </a:lnTo>
                  <a:lnTo>
                    <a:pt x="6653062" y="740091"/>
                  </a:lnTo>
                  <a:lnTo>
                    <a:pt x="6601243" y="725007"/>
                  </a:lnTo>
                  <a:lnTo>
                    <a:pt x="6551775" y="708074"/>
                  </a:lnTo>
                  <a:lnTo>
                    <a:pt x="6515891" y="694178"/>
                  </a:lnTo>
                  <a:lnTo>
                    <a:pt x="6466821" y="673029"/>
                  </a:lnTo>
                  <a:lnTo>
                    <a:pt x="6418227" y="649737"/>
                  </a:lnTo>
                  <a:lnTo>
                    <a:pt x="6369614" y="624272"/>
                  </a:lnTo>
                  <a:lnTo>
                    <a:pt x="6320644" y="596672"/>
                  </a:lnTo>
                  <a:lnTo>
                    <a:pt x="6271112" y="567060"/>
                  </a:lnTo>
                  <a:lnTo>
                    <a:pt x="6220936" y="535643"/>
                  </a:lnTo>
                  <a:lnTo>
                    <a:pt x="6170140" y="502714"/>
                  </a:lnTo>
                  <a:lnTo>
                    <a:pt x="6118832" y="468642"/>
                  </a:lnTo>
                  <a:lnTo>
                    <a:pt x="6067191" y="433860"/>
                  </a:lnTo>
                  <a:lnTo>
                    <a:pt x="6015434" y="398837"/>
                  </a:lnTo>
                  <a:lnTo>
                    <a:pt x="5963794" y="364058"/>
                  </a:lnTo>
                  <a:lnTo>
                    <a:pt x="5912491" y="329995"/>
                  </a:lnTo>
                  <a:lnTo>
                    <a:pt x="5861699" y="297078"/>
                  </a:lnTo>
                  <a:lnTo>
                    <a:pt x="5811530" y="265677"/>
                  </a:lnTo>
                  <a:lnTo>
                    <a:pt x="5762004" y="236082"/>
                  </a:lnTo>
                  <a:lnTo>
                    <a:pt x="5713037" y="208501"/>
                  </a:lnTo>
                  <a:lnTo>
                    <a:pt x="5664426" y="183055"/>
                  </a:lnTo>
                  <a:lnTo>
                    <a:pt x="5615831" y="159783"/>
                  </a:lnTo>
                  <a:lnTo>
                    <a:pt x="5567201" y="138835"/>
                  </a:lnTo>
                  <a:lnTo>
                    <a:pt x="5518950" y="120464"/>
                  </a:lnTo>
                  <a:lnTo>
                    <a:pt x="5468968" y="104012"/>
                  </a:lnTo>
                  <a:lnTo>
                    <a:pt x="5416409" y="89372"/>
                  </a:lnTo>
                  <a:lnTo>
                    <a:pt x="5360330" y="76367"/>
                  </a:lnTo>
                  <a:lnTo>
                    <a:pt x="5299779" y="64801"/>
                  </a:lnTo>
                  <a:lnTo>
                    <a:pt x="5233886" y="54490"/>
                  </a:lnTo>
                  <a:lnTo>
                    <a:pt x="5161978" y="45274"/>
                  </a:lnTo>
                  <a:lnTo>
                    <a:pt x="5083741" y="37028"/>
                  </a:lnTo>
                  <a:lnTo>
                    <a:pt x="4999421" y="29666"/>
                  </a:lnTo>
                  <a:lnTo>
                    <a:pt x="4910065" y="23138"/>
                  </a:lnTo>
                  <a:lnTo>
                    <a:pt x="4817731" y="17432"/>
                  </a:lnTo>
                  <a:lnTo>
                    <a:pt x="4725589" y="12559"/>
                  </a:lnTo>
                  <a:lnTo>
                    <a:pt x="4637770" y="8539"/>
                  </a:lnTo>
                  <a:lnTo>
                    <a:pt x="4558872" y="5381"/>
                  </a:lnTo>
                  <a:lnTo>
                    <a:pt x="4493142" y="3060"/>
                  </a:lnTo>
                  <a:lnTo>
                    <a:pt x="4443512" y="1503"/>
                  </a:lnTo>
                  <a:lnTo>
                    <a:pt x="4410811" y="586"/>
                  </a:lnTo>
                  <a:lnTo>
                    <a:pt x="4393420" y="148"/>
                  </a:lnTo>
                  <a:lnTo>
                    <a:pt x="4387400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3" y="88"/>
                  </a:lnTo>
                  <a:lnTo>
                    <a:pt x="3840883" y="717"/>
                  </a:lnTo>
                  <a:lnTo>
                    <a:pt x="3825063" y="2456"/>
                  </a:lnTo>
                  <a:lnTo>
                    <a:pt x="3796814" y="5879"/>
                  </a:lnTo>
                  <a:lnTo>
                    <a:pt x="3754785" y="11513"/>
                  </a:lnTo>
                  <a:lnTo>
                    <a:pt x="3699271" y="19782"/>
                  </a:lnTo>
                  <a:lnTo>
                    <a:pt x="3632057" y="30970"/>
                  </a:lnTo>
                  <a:lnTo>
                    <a:pt x="3556007" y="45212"/>
                  </a:lnTo>
                  <a:lnTo>
                    <a:pt x="3474486" y="62520"/>
                  </a:lnTo>
                  <a:lnTo>
                    <a:pt x="3390808" y="82840"/>
                  </a:lnTo>
                  <a:lnTo>
                    <a:pt x="3307814" y="106106"/>
                  </a:lnTo>
                  <a:lnTo>
                    <a:pt x="3227646" y="132296"/>
                  </a:lnTo>
                  <a:lnTo>
                    <a:pt x="3151708" y="161468"/>
                  </a:lnTo>
                  <a:lnTo>
                    <a:pt x="3080739" y="193782"/>
                  </a:lnTo>
                  <a:lnTo>
                    <a:pt x="3014943" y="229511"/>
                  </a:lnTo>
                  <a:lnTo>
                    <a:pt x="2954138" y="269039"/>
                  </a:lnTo>
                  <a:lnTo>
                    <a:pt x="2897877" y="312854"/>
                  </a:lnTo>
                  <a:lnTo>
                    <a:pt x="2845556" y="361526"/>
                  </a:lnTo>
                  <a:lnTo>
                    <a:pt x="2796491" y="415679"/>
                  </a:lnTo>
                  <a:lnTo>
                    <a:pt x="2749974" y="475932"/>
                  </a:lnTo>
                  <a:lnTo>
                    <a:pt x="2705328" y="542801"/>
                  </a:lnTo>
                  <a:lnTo>
                    <a:pt x="2667772" y="606158"/>
                  </a:lnTo>
                  <a:lnTo>
                    <a:pt x="2635802" y="665107"/>
                  </a:lnTo>
                  <a:lnTo>
                    <a:pt x="2604121" y="727962"/>
                  </a:lnTo>
                  <a:lnTo>
                    <a:pt x="2572567" y="794803"/>
                  </a:lnTo>
                  <a:lnTo>
                    <a:pt x="2541011" y="865659"/>
                  </a:lnTo>
                  <a:lnTo>
                    <a:pt x="2509351" y="940503"/>
                  </a:lnTo>
                  <a:lnTo>
                    <a:pt x="2477510" y="1019247"/>
                  </a:lnTo>
                  <a:lnTo>
                    <a:pt x="2445436" y="1101738"/>
                  </a:lnTo>
                  <a:lnTo>
                    <a:pt x="2413099" y="1187755"/>
                  </a:lnTo>
                  <a:lnTo>
                    <a:pt x="2380486" y="1277013"/>
                  </a:lnTo>
                  <a:lnTo>
                    <a:pt x="2347604" y="1369156"/>
                  </a:lnTo>
                  <a:lnTo>
                    <a:pt x="2314478" y="1463771"/>
                  </a:lnTo>
                  <a:lnTo>
                    <a:pt x="2281145" y="1560385"/>
                  </a:lnTo>
                  <a:lnTo>
                    <a:pt x="2247652" y="1658484"/>
                  </a:lnTo>
                  <a:lnTo>
                    <a:pt x="2214058" y="1757514"/>
                  </a:lnTo>
                  <a:lnTo>
                    <a:pt x="2180424" y="1856901"/>
                  </a:lnTo>
                  <a:lnTo>
                    <a:pt x="2146815" y="1956063"/>
                  </a:lnTo>
                  <a:lnTo>
                    <a:pt x="2113294" y="2054422"/>
                  </a:lnTo>
                  <a:lnTo>
                    <a:pt x="2079920" y="2151420"/>
                  </a:lnTo>
                  <a:lnTo>
                    <a:pt x="2046744" y="2246531"/>
                  </a:lnTo>
                  <a:lnTo>
                    <a:pt x="2013804" y="2339274"/>
                  </a:lnTo>
                  <a:lnTo>
                    <a:pt x="1981129" y="2429219"/>
                  </a:lnTo>
                  <a:lnTo>
                    <a:pt x="1948729" y="2516000"/>
                  </a:lnTo>
                  <a:lnTo>
                    <a:pt x="1916598" y="2599312"/>
                  </a:lnTo>
                  <a:lnTo>
                    <a:pt x="1884708" y="2678922"/>
                  </a:lnTo>
                  <a:lnTo>
                    <a:pt x="1853013" y="2754660"/>
                  </a:lnTo>
                  <a:lnTo>
                    <a:pt x="1821441" y="2826425"/>
                  </a:lnTo>
                  <a:lnTo>
                    <a:pt x="1789897" y="2894176"/>
                  </a:lnTo>
                  <a:lnTo>
                    <a:pt x="1758257" y="2957930"/>
                  </a:lnTo>
                  <a:lnTo>
                    <a:pt x="1726369" y="3017756"/>
                  </a:lnTo>
                  <a:lnTo>
                    <a:pt x="1719082" y="3030790"/>
                  </a:lnTo>
                  <a:lnTo>
                    <a:pt x="1675569" y="3103600"/>
                  </a:lnTo>
                  <a:lnTo>
                    <a:pt x="1630707" y="3169550"/>
                  </a:lnTo>
                  <a:lnTo>
                    <a:pt x="1583886" y="3228944"/>
                  </a:lnTo>
                  <a:lnTo>
                    <a:pt x="1534421" y="3282318"/>
                  </a:lnTo>
                  <a:lnTo>
                    <a:pt x="1481606" y="3330297"/>
                  </a:lnTo>
                  <a:lnTo>
                    <a:pt x="1424763" y="3373499"/>
                  </a:lnTo>
                  <a:lnTo>
                    <a:pt x="1363303" y="3412486"/>
                  </a:lnTo>
                  <a:lnTo>
                    <a:pt x="1296811" y="3447733"/>
                  </a:lnTo>
                  <a:lnTo>
                    <a:pt x="1225146" y="3479609"/>
                  </a:lnTo>
                  <a:lnTo>
                    <a:pt x="1148579" y="3508370"/>
                  </a:lnTo>
                  <a:lnTo>
                    <a:pt x="1067931" y="3534163"/>
                  </a:lnTo>
                  <a:lnTo>
                    <a:pt x="984702" y="3557033"/>
                  </a:lnTo>
                  <a:lnTo>
                    <a:pt x="901136" y="3576949"/>
                  </a:lnTo>
                  <a:lnTo>
                    <a:pt x="820156" y="3593844"/>
                  </a:lnTo>
                  <a:lnTo>
                    <a:pt x="745109" y="3607669"/>
                  </a:lnTo>
                  <a:lnTo>
                    <a:pt x="679331" y="3618451"/>
                  </a:lnTo>
                  <a:lnTo>
                    <a:pt x="625567" y="3626344"/>
                  </a:lnTo>
                  <a:lnTo>
                    <a:pt x="585423" y="3631651"/>
                  </a:lnTo>
                  <a:lnTo>
                    <a:pt x="558971" y="3634813"/>
                  </a:lnTo>
                  <a:lnTo>
                    <a:pt x="544644" y="3636368"/>
                  </a:lnTo>
                  <a:lnTo>
                    <a:pt x="539359" y="3636891"/>
                  </a:lnTo>
                  <a:lnTo>
                    <a:pt x="538736" y="3636948"/>
                  </a:lnTo>
                  <a:lnTo>
                    <a:pt x="0" y="3636948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71" name="pl1971"/>
            <p:cNvSpPr/>
            <p:nvPr/>
          </p:nvSpPr>
          <p:spPr>
            <a:xfrm>
              <a:off x="546595" y="2160591"/>
              <a:ext cx="8234974" cy="3636948"/>
            </a:xfrm>
            <a:custGeom>
              <a:avLst/>
              <a:pathLst>
                <a:path w="8234974" h="3636948">
                  <a:moveTo>
                    <a:pt x="0" y="3636948"/>
                  </a:moveTo>
                  <a:lnTo>
                    <a:pt x="538736" y="3636948"/>
                  </a:lnTo>
                  <a:lnTo>
                    <a:pt x="539692" y="3636860"/>
                  </a:lnTo>
                  <a:lnTo>
                    <a:pt x="545972" y="3636231"/>
                  </a:lnTo>
                  <a:lnTo>
                    <a:pt x="561791" y="3634492"/>
                  </a:lnTo>
                  <a:lnTo>
                    <a:pt x="590041" y="3631069"/>
                  </a:lnTo>
                  <a:lnTo>
                    <a:pt x="632070" y="3625435"/>
                  </a:lnTo>
                  <a:lnTo>
                    <a:pt x="687584" y="3617166"/>
                  </a:lnTo>
                  <a:lnTo>
                    <a:pt x="754797" y="3605978"/>
                  </a:lnTo>
                  <a:lnTo>
                    <a:pt x="830848" y="3591736"/>
                  </a:lnTo>
                  <a:lnTo>
                    <a:pt x="912369" y="3574428"/>
                  </a:lnTo>
                  <a:lnTo>
                    <a:pt x="996046" y="3554108"/>
                  </a:lnTo>
                  <a:lnTo>
                    <a:pt x="1079041" y="3530842"/>
                  </a:lnTo>
                  <a:lnTo>
                    <a:pt x="1159209" y="3504652"/>
                  </a:lnTo>
                  <a:lnTo>
                    <a:pt x="1235146" y="3475480"/>
                  </a:lnTo>
                  <a:lnTo>
                    <a:pt x="1306116" y="3443166"/>
                  </a:lnTo>
                  <a:lnTo>
                    <a:pt x="1371911" y="3407437"/>
                  </a:lnTo>
                  <a:lnTo>
                    <a:pt x="1432717" y="3367908"/>
                  </a:lnTo>
                  <a:lnTo>
                    <a:pt x="1488978" y="3324094"/>
                  </a:lnTo>
                  <a:lnTo>
                    <a:pt x="1541298" y="3275422"/>
                  </a:lnTo>
                  <a:lnTo>
                    <a:pt x="1590363" y="3221269"/>
                  </a:lnTo>
                  <a:lnTo>
                    <a:pt x="1636880" y="3161016"/>
                  </a:lnTo>
                  <a:lnTo>
                    <a:pt x="1681527" y="3094147"/>
                  </a:lnTo>
                  <a:lnTo>
                    <a:pt x="1719082" y="3030790"/>
                  </a:lnTo>
                  <a:lnTo>
                    <a:pt x="1751052" y="2971841"/>
                  </a:lnTo>
                  <a:lnTo>
                    <a:pt x="1782734" y="2908986"/>
                  </a:lnTo>
                  <a:lnTo>
                    <a:pt x="1814288" y="2842145"/>
                  </a:lnTo>
                  <a:lnTo>
                    <a:pt x="1845844" y="2771289"/>
                  </a:lnTo>
                  <a:lnTo>
                    <a:pt x="1877504" y="2696445"/>
                  </a:lnTo>
                  <a:lnTo>
                    <a:pt x="1909345" y="2617701"/>
                  </a:lnTo>
                  <a:lnTo>
                    <a:pt x="1941418" y="2535210"/>
                  </a:lnTo>
                  <a:lnTo>
                    <a:pt x="1973756" y="2449192"/>
                  </a:lnTo>
                  <a:lnTo>
                    <a:pt x="2006369" y="2359935"/>
                  </a:lnTo>
                  <a:lnTo>
                    <a:pt x="2039250" y="2267791"/>
                  </a:lnTo>
                  <a:lnTo>
                    <a:pt x="2072376" y="2173177"/>
                  </a:lnTo>
                  <a:lnTo>
                    <a:pt x="2105710" y="2076563"/>
                  </a:lnTo>
                  <a:lnTo>
                    <a:pt x="2139202" y="1978464"/>
                  </a:lnTo>
                  <a:lnTo>
                    <a:pt x="2172796" y="1879434"/>
                  </a:lnTo>
                  <a:lnTo>
                    <a:pt x="2206430" y="1780047"/>
                  </a:lnTo>
                  <a:lnTo>
                    <a:pt x="2240039" y="1680884"/>
                  </a:lnTo>
                  <a:lnTo>
                    <a:pt x="2273560" y="1582525"/>
                  </a:lnTo>
                  <a:lnTo>
                    <a:pt x="2306934" y="1485528"/>
                  </a:lnTo>
                  <a:lnTo>
                    <a:pt x="2340111" y="1390417"/>
                  </a:lnTo>
                  <a:lnTo>
                    <a:pt x="2373050" y="1297674"/>
                  </a:lnTo>
                  <a:lnTo>
                    <a:pt x="2405725" y="1207729"/>
                  </a:lnTo>
                  <a:lnTo>
                    <a:pt x="2438125" y="1120948"/>
                  </a:lnTo>
                  <a:lnTo>
                    <a:pt x="2470257" y="1037636"/>
                  </a:lnTo>
                  <a:lnTo>
                    <a:pt x="2502146" y="958026"/>
                  </a:lnTo>
                  <a:lnTo>
                    <a:pt x="2533842" y="882288"/>
                  </a:lnTo>
                  <a:lnTo>
                    <a:pt x="2565414" y="810523"/>
                  </a:lnTo>
                  <a:lnTo>
                    <a:pt x="2596958" y="742772"/>
                  </a:lnTo>
                  <a:lnTo>
                    <a:pt x="2628597" y="679018"/>
                  </a:lnTo>
                  <a:lnTo>
                    <a:pt x="2660486" y="619192"/>
                  </a:lnTo>
                  <a:lnTo>
                    <a:pt x="2667772" y="606158"/>
                  </a:lnTo>
                  <a:lnTo>
                    <a:pt x="2711286" y="533348"/>
                  </a:lnTo>
                  <a:lnTo>
                    <a:pt x="2756148" y="467398"/>
                  </a:lnTo>
                  <a:lnTo>
                    <a:pt x="2802969" y="408004"/>
                  </a:lnTo>
                  <a:lnTo>
                    <a:pt x="2852433" y="354630"/>
                  </a:lnTo>
                  <a:lnTo>
                    <a:pt x="2905248" y="306651"/>
                  </a:lnTo>
                  <a:lnTo>
                    <a:pt x="2962092" y="263449"/>
                  </a:lnTo>
                  <a:lnTo>
                    <a:pt x="3023552" y="224461"/>
                  </a:lnTo>
                  <a:lnTo>
                    <a:pt x="3090044" y="189215"/>
                  </a:lnTo>
                  <a:lnTo>
                    <a:pt x="3161708" y="157339"/>
                  </a:lnTo>
                  <a:lnTo>
                    <a:pt x="3238275" y="128578"/>
                  </a:lnTo>
                  <a:lnTo>
                    <a:pt x="3318924" y="102785"/>
                  </a:lnTo>
                  <a:lnTo>
                    <a:pt x="3402153" y="79915"/>
                  </a:lnTo>
                  <a:lnTo>
                    <a:pt x="3485718" y="59999"/>
                  </a:lnTo>
                  <a:lnTo>
                    <a:pt x="3566699" y="43103"/>
                  </a:lnTo>
                  <a:lnTo>
                    <a:pt x="3641745" y="29278"/>
                  </a:lnTo>
                  <a:lnTo>
                    <a:pt x="3707524" y="18497"/>
                  </a:lnTo>
                  <a:lnTo>
                    <a:pt x="3761287" y="10604"/>
                  </a:lnTo>
                  <a:lnTo>
                    <a:pt x="3801432" y="5297"/>
                  </a:lnTo>
                  <a:lnTo>
                    <a:pt x="3827883" y="2135"/>
                  </a:lnTo>
                  <a:lnTo>
                    <a:pt x="3842211" y="580"/>
                  </a:lnTo>
                  <a:lnTo>
                    <a:pt x="3847496" y="5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5" y="27"/>
                  </a:lnTo>
                  <a:lnTo>
                    <a:pt x="4396561" y="223"/>
                  </a:lnTo>
                  <a:lnTo>
                    <a:pt x="4417547" y="766"/>
                  </a:lnTo>
                  <a:lnTo>
                    <a:pt x="4454485" y="1831"/>
                  </a:lnTo>
                  <a:lnTo>
                    <a:pt x="4508369" y="3572"/>
                  </a:lnTo>
                  <a:lnTo>
                    <a:pt x="4577783" y="6101"/>
                  </a:lnTo>
                  <a:lnTo>
                    <a:pt x="4659375" y="9476"/>
                  </a:lnTo>
                  <a:lnTo>
                    <a:pt x="4748719" y="13715"/>
                  </a:lnTo>
                  <a:lnTo>
                    <a:pt x="4841268" y="18801"/>
                  </a:lnTo>
                  <a:lnTo>
                    <a:pt x="4933103" y="24716"/>
                  </a:lnTo>
                  <a:lnTo>
                    <a:pt x="5021334" y="31452"/>
                  </a:lnTo>
                  <a:lnTo>
                    <a:pt x="5104175" y="39032"/>
                  </a:lnTo>
                  <a:lnTo>
                    <a:pt x="5180805" y="47514"/>
                  </a:lnTo>
                  <a:lnTo>
                    <a:pt x="5251140" y="56995"/>
                  </a:lnTo>
                  <a:lnTo>
                    <a:pt x="5315605" y="67608"/>
                  </a:lnTo>
                  <a:lnTo>
                    <a:pt x="5374935" y="79520"/>
                  </a:lnTo>
                  <a:lnTo>
                    <a:pt x="5430030" y="92921"/>
                  </a:lnTo>
                  <a:lnTo>
                    <a:pt x="5481849" y="108006"/>
                  </a:lnTo>
                  <a:lnTo>
                    <a:pt x="5531318" y="124938"/>
                  </a:lnTo>
                  <a:lnTo>
                    <a:pt x="5567201" y="138835"/>
                  </a:lnTo>
                  <a:lnTo>
                    <a:pt x="5616272" y="159984"/>
                  </a:lnTo>
                  <a:lnTo>
                    <a:pt x="5664865" y="183275"/>
                  </a:lnTo>
                  <a:lnTo>
                    <a:pt x="5713478" y="208741"/>
                  </a:lnTo>
                  <a:lnTo>
                    <a:pt x="5762449" y="236341"/>
                  </a:lnTo>
                  <a:lnTo>
                    <a:pt x="5811981" y="265953"/>
                  </a:lnTo>
                  <a:lnTo>
                    <a:pt x="5862156" y="297370"/>
                  </a:lnTo>
                  <a:lnTo>
                    <a:pt x="5912953" y="330299"/>
                  </a:lnTo>
                  <a:lnTo>
                    <a:pt x="5964260" y="364370"/>
                  </a:lnTo>
                  <a:lnTo>
                    <a:pt x="6015902" y="399153"/>
                  </a:lnTo>
                  <a:lnTo>
                    <a:pt x="6067659" y="434176"/>
                  </a:lnTo>
                  <a:lnTo>
                    <a:pt x="6119298" y="468954"/>
                  </a:lnTo>
                  <a:lnTo>
                    <a:pt x="6170602" y="503017"/>
                  </a:lnTo>
                  <a:lnTo>
                    <a:pt x="6221393" y="535934"/>
                  </a:lnTo>
                  <a:lnTo>
                    <a:pt x="6271563" y="567336"/>
                  </a:lnTo>
                  <a:lnTo>
                    <a:pt x="6321089" y="596931"/>
                  </a:lnTo>
                  <a:lnTo>
                    <a:pt x="6370055" y="624512"/>
                  </a:lnTo>
                  <a:lnTo>
                    <a:pt x="6418666" y="649958"/>
                  </a:lnTo>
                  <a:lnTo>
                    <a:pt x="6467262" y="673230"/>
                  </a:lnTo>
                  <a:lnTo>
                    <a:pt x="6515891" y="694178"/>
                  </a:lnTo>
                  <a:lnTo>
                    <a:pt x="6564142" y="712549"/>
                  </a:lnTo>
                  <a:lnTo>
                    <a:pt x="6614124" y="729001"/>
                  </a:lnTo>
                  <a:lnTo>
                    <a:pt x="6666683" y="743641"/>
                  </a:lnTo>
                  <a:lnTo>
                    <a:pt x="6722762" y="756646"/>
                  </a:lnTo>
                  <a:lnTo>
                    <a:pt x="6783313" y="768212"/>
                  </a:lnTo>
                  <a:lnTo>
                    <a:pt x="6849206" y="778523"/>
                  </a:lnTo>
                  <a:lnTo>
                    <a:pt x="6921114" y="787739"/>
                  </a:lnTo>
                  <a:lnTo>
                    <a:pt x="6999351" y="795985"/>
                  </a:lnTo>
                  <a:lnTo>
                    <a:pt x="7083671" y="803347"/>
                  </a:lnTo>
                  <a:lnTo>
                    <a:pt x="7173028" y="809874"/>
                  </a:lnTo>
                  <a:lnTo>
                    <a:pt x="7265362" y="815580"/>
                  </a:lnTo>
                  <a:lnTo>
                    <a:pt x="7357503" y="820454"/>
                  </a:lnTo>
                  <a:lnTo>
                    <a:pt x="7445323" y="824474"/>
                  </a:lnTo>
                  <a:lnTo>
                    <a:pt x="7524220" y="827632"/>
                  </a:lnTo>
                  <a:lnTo>
                    <a:pt x="7589950" y="829953"/>
                  </a:lnTo>
                  <a:lnTo>
                    <a:pt x="7639580" y="831510"/>
                  </a:lnTo>
                  <a:lnTo>
                    <a:pt x="7672282" y="832427"/>
                  </a:lnTo>
                  <a:lnTo>
                    <a:pt x="7689673" y="832865"/>
                  </a:lnTo>
                  <a:lnTo>
                    <a:pt x="7695693" y="833002"/>
                  </a:lnTo>
                  <a:lnTo>
                    <a:pt x="7696237" y="833013"/>
                  </a:lnTo>
                  <a:lnTo>
                    <a:pt x="8234974" y="833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2" name="pl1972"/>
            <p:cNvSpPr/>
            <p:nvPr/>
          </p:nvSpPr>
          <p:spPr>
            <a:xfrm>
              <a:off x="546595" y="2155146"/>
              <a:ext cx="8234974" cy="3636948"/>
            </a:xfrm>
            <a:custGeom>
              <a:avLst/>
              <a:pathLst>
                <a:path w="8234974" h="3636948">
                  <a:moveTo>
                    <a:pt x="8234974" y="833013"/>
                  </a:moveTo>
                  <a:lnTo>
                    <a:pt x="7696237" y="833013"/>
                  </a:lnTo>
                  <a:lnTo>
                    <a:pt x="7694948" y="832986"/>
                  </a:lnTo>
                  <a:lnTo>
                    <a:pt x="7686532" y="832789"/>
                  </a:lnTo>
                  <a:lnTo>
                    <a:pt x="7665546" y="832246"/>
                  </a:lnTo>
                  <a:lnTo>
                    <a:pt x="7628607" y="831181"/>
                  </a:lnTo>
                  <a:lnTo>
                    <a:pt x="7574723" y="829440"/>
                  </a:lnTo>
                  <a:lnTo>
                    <a:pt x="7505309" y="826912"/>
                  </a:lnTo>
                  <a:lnTo>
                    <a:pt x="7423717" y="823536"/>
                  </a:lnTo>
                  <a:lnTo>
                    <a:pt x="7334373" y="819298"/>
                  </a:lnTo>
                  <a:lnTo>
                    <a:pt x="7241825" y="814212"/>
                  </a:lnTo>
                  <a:lnTo>
                    <a:pt x="7149990" y="808297"/>
                  </a:lnTo>
                  <a:lnTo>
                    <a:pt x="7061758" y="801561"/>
                  </a:lnTo>
                  <a:lnTo>
                    <a:pt x="6978917" y="793980"/>
                  </a:lnTo>
                  <a:lnTo>
                    <a:pt x="6902288" y="785498"/>
                  </a:lnTo>
                  <a:lnTo>
                    <a:pt x="6831952" y="776018"/>
                  </a:lnTo>
                  <a:lnTo>
                    <a:pt x="6767487" y="765405"/>
                  </a:lnTo>
                  <a:lnTo>
                    <a:pt x="6708157" y="753493"/>
                  </a:lnTo>
                  <a:lnTo>
                    <a:pt x="6653062" y="740091"/>
                  </a:lnTo>
                  <a:lnTo>
                    <a:pt x="6601243" y="725007"/>
                  </a:lnTo>
                  <a:lnTo>
                    <a:pt x="6551775" y="708074"/>
                  </a:lnTo>
                  <a:lnTo>
                    <a:pt x="6515891" y="694178"/>
                  </a:lnTo>
                  <a:lnTo>
                    <a:pt x="6466821" y="673029"/>
                  </a:lnTo>
                  <a:lnTo>
                    <a:pt x="6418227" y="649737"/>
                  </a:lnTo>
                  <a:lnTo>
                    <a:pt x="6369614" y="624272"/>
                  </a:lnTo>
                  <a:lnTo>
                    <a:pt x="6320644" y="596672"/>
                  </a:lnTo>
                  <a:lnTo>
                    <a:pt x="6271112" y="567060"/>
                  </a:lnTo>
                  <a:lnTo>
                    <a:pt x="6220936" y="535643"/>
                  </a:lnTo>
                  <a:lnTo>
                    <a:pt x="6170140" y="502714"/>
                  </a:lnTo>
                  <a:lnTo>
                    <a:pt x="6118832" y="468642"/>
                  </a:lnTo>
                  <a:lnTo>
                    <a:pt x="6067191" y="433860"/>
                  </a:lnTo>
                  <a:lnTo>
                    <a:pt x="6015434" y="398837"/>
                  </a:lnTo>
                  <a:lnTo>
                    <a:pt x="5963794" y="364058"/>
                  </a:lnTo>
                  <a:lnTo>
                    <a:pt x="5912491" y="329995"/>
                  </a:lnTo>
                  <a:lnTo>
                    <a:pt x="5861699" y="297078"/>
                  </a:lnTo>
                  <a:lnTo>
                    <a:pt x="5811530" y="265677"/>
                  </a:lnTo>
                  <a:lnTo>
                    <a:pt x="5762004" y="236082"/>
                  </a:lnTo>
                  <a:lnTo>
                    <a:pt x="5713037" y="208501"/>
                  </a:lnTo>
                  <a:lnTo>
                    <a:pt x="5664426" y="183055"/>
                  </a:lnTo>
                  <a:lnTo>
                    <a:pt x="5615831" y="159783"/>
                  </a:lnTo>
                  <a:lnTo>
                    <a:pt x="5567201" y="138835"/>
                  </a:lnTo>
                  <a:lnTo>
                    <a:pt x="5518950" y="120464"/>
                  </a:lnTo>
                  <a:lnTo>
                    <a:pt x="5468968" y="104012"/>
                  </a:lnTo>
                  <a:lnTo>
                    <a:pt x="5416409" y="89372"/>
                  </a:lnTo>
                  <a:lnTo>
                    <a:pt x="5360330" y="76367"/>
                  </a:lnTo>
                  <a:lnTo>
                    <a:pt x="5299779" y="64801"/>
                  </a:lnTo>
                  <a:lnTo>
                    <a:pt x="5233886" y="54490"/>
                  </a:lnTo>
                  <a:lnTo>
                    <a:pt x="5161978" y="45274"/>
                  </a:lnTo>
                  <a:lnTo>
                    <a:pt x="5083741" y="37028"/>
                  </a:lnTo>
                  <a:lnTo>
                    <a:pt x="4999421" y="29666"/>
                  </a:lnTo>
                  <a:lnTo>
                    <a:pt x="4910065" y="23138"/>
                  </a:lnTo>
                  <a:lnTo>
                    <a:pt x="4817731" y="17432"/>
                  </a:lnTo>
                  <a:lnTo>
                    <a:pt x="4725589" y="12559"/>
                  </a:lnTo>
                  <a:lnTo>
                    <a:pt x="4637770" y="8539"/>
                  </a:lnTo>
                  <a:lnTo>
                    <a:pt x="4558872" y="5381"/>
                  </a:lnTo>
                  <a:lnTo>
                    <a:pt x="4493142" y="3060"/>
                  </a:lnTo>
                  <a:lnTo>
                    <a:pt x="4443512" y="1503"/>
                  </a:lnTo>
                  <a:lnTo>
                    <a:pt x="4410811" y="586"/>
                  </a:lnTo>
                  <a:lnTo>
                    <a:pt x="4393420" y="148"/>
                  </a:lnTo>
                  <a:lnTo>
                    <a:pt x="4387400" y="1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63" y="88"/>
                  </a:lnTo>
                  <a:lnTo>
                    <a:pt x="3840883" y="717"/>
                  </a:lnTo>
                  <a:lnTo>
                    <a:pt x="3825063" y="2456"/>
                  </a:lnTo>
                  <a:lnTo>
                    <a:pt x="3796814" y="5879"/>
                  </a:lnTo>
                  <a:lnTo>
                    <a:pt x="3754785" y="11513"/>
                  </a:lnTo>
                  <a:lnTo>
                    <a:pt x="3699271" y="19782"/>
                  </a:lnTo>
                  <a:lnTo>
                    <a:pt x="3632057" y="30970"/>
                  </a:lnTo>
                  <a:lnTo>
                    <a:pt x="3556007" y="45212"/>
                  </a:lnTo>
                  <a:lnTo>
                    <a:pt x="3474486" y="62520"/>
                  </a:lnTo>
                  <a:lnTo>
                    <a:pt x="3390808" y="82840"/>
                  </a:lnTo>
                  <a:lnTo>
                    <a:pt x="3307814" y="106106"/>
                  </a:lnTo>
                  <a:lnTo>
                    <a:pt x="3227646" y="132296"/>
                  </a:lnTo>
                  <a:lnTo>
                    <a:pt x="3151708" y="161468"/>
                  </a:lnTo>
                  <a:lnTo>
                    <a:pt x="3080739" y="193782"/>
                  </a:lnTo>
                  <a:lnTo>
                    <a:pt x="3014943" y="229511"/>
                  </a:lnTo>
                  <a:lnTo>
                    <a:pt x="2954138" y="269039"/>
                  </a:lnTo>
                  <a:lnTo>
                    <a:pt x="2897877" y="312854"/>
                  </a:lnTo>
                  <a:lnTo>
                    <a:pt x="2845556" y="361526"/>
                  </a:lnTo>
                  <a:lnTo>
                    <a:pt x="2796491" y="415679"/>
                  </a:lnTo>
                  <a:lnTo>
                    <a:pt x="2749974" y="475932"/>
                  </a:lnTo>
                  <a:lnTo>
                    <a:pt x="2705328" y="542801"/>
                  </a:lnTo>
                  <a:lnTo>
                    <a:pt x="2667772" y="606158"/>
                  </a:lnTo>
                  <a:lnTo>
                    <a:pt x="2635802" y="665107"/>
                  </a:lnTo>
                  <a:lnTo>
                    <a:pt x="2604121" y="727962"/>
                  </a:lnTo>
                  <a:lnTo>
                    <a:pt x="2572567" y="794803"/>
                  </a:lnTo>
                  <a:lnTo>
                    <a:pt x="2541011" y="865659"/>
                  </a:lnTo>
                  <a:lnTo>
                    <a:pt x="2509351" y="940503"/>
                  </a:lnTo>
                  <a:lnTo>
                    <a:pt x="2477510" y="1019247"/>
                  </a:lnTo>
                  <a:lnTo>
                    <a:pt x="2445436" y="1101738"/>
                  </a:lnTo>
                  <a:lnTo>
                    <a:pt x="2413099" y="1187755"/>
                  </a:lnTo>
                  <a:lnTo>
                    <a:pt x="2380486" y="1277013"/>
                  </a:lnTo>
                  <a:lnTo>
                    <a:pt x="2347604" y="1369156"/>
                  </a:lnTo>
                  <a:lnTo>
                    <a:pt x="2314478" y="1463771"/>
                  </a:lnTo>
                  <a:lnTo>
                    <a:pt x="2281145" y="1560385"/>
                  </a:lnTo>
                  <a:lnTo>
                    <a:pt x="2247652" y="1658484"/>
                  </a:lnTo>
                  <a:lnTo>
                    <a:pt x="2214058" y="1757514"/>
                  </a:lnTo>
                  <a:lnTo>
                    <a:pt x="2180424" y="1856901"/>
                  </a:lnTo>
                  <a:lnTo>
                    <a:pt x="2146815" y="1956063"/>
                  </a:lnTo>
                  <a:lnTo>
                    <a:pt x="2113294" y="2054422"/>
                  </a:lnTo>
                  <a:lnTo>
                    <a:pt x="2079920" y="2151420"/>
                  </a:lnTo>
                  <a:lnTo>
                    <a:pt x="2046744" y="2246531"/>
                  </a:lnTo>
                  <a:lnTo>
                    <a:pt x="2013804" y="2339274"/>
                  </a:lnTo>
                  <a:lnTo>
                    <a:pt x="1981129" y="2429219"/>
                  </a:lnTo>
                  <a:lnTo>
                    <a:pt x="1948729" y="2516000"/>
                  </a:lnTo>
                  <a:lnTo>
                    <a:pt x="1916598" y="2599312"/>
                  </a:lnTo>
                  <a:lnTo>
                    <a:pt x="1884708" y="2678922"/>
                  </a:lnTo>
                  <a:lnTo>
                    <a:pt x="1853013" y="2754660"/>
                  </a:lnTo>
                  <a:lnTo>
                    <a:pt x="1821441" y="2826425"/>
                  </a:lnTo>
                  <a:lnTo>
                    <a:pt x="1789897" y="2894176"/>
                  </a:lnTo>
                  <a:lnTo>
                    <a:pt x="1758257" y="2957930"/>
                  </a:lnTo>
                  <a:lnTo>
                    <a:pt x="1726369" y="3017756"/>
                  </a:lnTo>
                  <a:lnTo>
                    <a:pt x="1719082" y="3030790"/>
                  </a:lnTo>
                  <a:lnTo>
                    <a:pt x="1675569" y="3103600"/>
                  </a:lnTo>
                  <a:lnTo>
                    <a:pt x="1630707" y="3169550"/>
                  </a:lnTo>
                  <a:lnTo>
                    <a:pt x="1583886" y="3228944"/>
                  </a:lnTo>
                  <a:lnTo>
                    <a:pt x="1534421" y="3282318"/>
                  </a:lnTo>
                  <a:lnTo>
                    <a:pt x="1481606" y="3330297"/>
                  </a:lnTo>
                  <a:lnTo>
                    <a:pt x="1424763" y="3373499"/>
                  </a:lnTo>
                  <a:lnTo>
                    <a:pt x="1363303" y="3412486"/>
                  </a:lnTo>
                  <a:lnTo>
                    <a:pt x="1296811" y="3447733"/>
                  </a:lnTo>
                  <a:lnTo>
                    <a:pt x="1225146" y="3479609"/>
                  </a:lnTo>
                  <a:lnTo>
                    <a:pt x="1148579" y="3508370"/>
                  </a:lnTo>
                  <a:lnTo>
                    <a:pt x="1067931" y="3534163"/>
                  </a:lnTo>
                  <a:lnTo>
                    <a:pt x="984702" y="3557033"/>
                  </a:lnTo>
                  <a:lnTo>
                    <a:pt x="901136" y="3576949"/>
                  </a:lnTo>
                  <a:lnTo>
                    <a:pt x="820156" y="3593844"/>
                  </a:lnTo>
                  <a:lnTo>
                    <a:pt x="745109" y="3607669"/>
                  </a:lnTo>
                  <a:lnTo>
                    <a:pt x="679331" y="3618451"/>
                  </a:lnTo>
                  <a:lnTo>
                    <a:pt x="625567" y="3626344"/>
                  </a:lnTo>
                  <a:lnTo>
                    <a:pt x="585423" y="3631651"/>
                  </a:lnTo>
                  <a:lnTo>
                    <a:pt x="558971" y="3634813"/>
                  </a:lnTo>
                  <a:lnTo>
                    <a:pt x="544644" y="3636368"/>
                  </a:lnTo>
                  <a:lnTo>
                    <a:pt x="539359" y="3636891"/>
                  </a:lnTo>
                  <a:lnTo>
                    <a:pt x="538736" y="3636948"/>
                  </a:lnTo>
                  <a:lnTo>
                    <a:pt x="0" y="36369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3" name="pg1973"/>
            <p:cNvSpPr/>
            <p:nvPr/>
          </p:nvSpPr>
          <p:spPr>
            <a:xfrm>
              <a:off x="546595" y="4474518"/>
              <a:ext cx="8234974" cy="1355689"/>
            </a:xfrm>
            <a:custGeom>
              <a:avLst/>
              <a:pathLst>
                <a:path w="8234974" h="1355689">
                  <a:moveTo>
                    <a:pt x="0" y="1355689"/>
                  </a:moveTo>
                  <a:lnTo>
                    <a:pt x="538736" y="1355689"/>
                  </a:lnTo>
                  <a:lnTo>
                    <a:pt x="540025" y="1355661"/>
                  </a:lnTo>
                  <a:lnTo>
                    <a:pt x="548438" y="1355460"/>
                  </a:lnTo>
                  <a:lnTo>
                    <a:pt x="569416" y="1354907"/>
                  </a:lnTo>
                  <a:lnTo>
                    <a:pt x="606342" y="1353821"/>
                  </a:lnTo>
                  <a:lnTo>
                    <a:pt x="660208" y="1352047"/>
                  </a:lnTo>
                  <a:lnTo>
                    <a:pt x="729602" y="1349470"/>
                  </a:lnTo>
                  <a:lnTo>
                    <a:pt x="811175" y="1346029"/>
                  </a:lnTo>
                  <a:lnTo>
                    <a:pt x="900501" y="1341710"/>
                  </a:lnTo>
                  <a:lnTo>
                    <a:pt x="993036" y="1336525"/>
                  </a:lnTo>
                  <a:lnTo>
                    <a:pt x="1084862" y="1330496"/>
                  </a:lnTo>
                  <a:lnTo>
                    <a:pt x="1173088" y="1323630"/>
                  </a:lnTo>
                  <a:lnTo>
                    <a:pt x="1255927" y="1315904"/>
                  </a:lnTo>
                  <a:lnTo>
                    <a:pt x="1332557" y="1307258"/>
                  </a:lnTo>
                  <a:lnTo>
                    <a:pt x="1402894" y="1297595"/>
                  </a:lnTo>
                  <a:lnTo>
                    <a:pt x="1467361" y="1286778"/>
                  </a:lnTo>
                  <a:lnTo>
                    <a:pt x="1526693" y="1274636"/>
                  </a:lnTo>
                  <a:lnTo>
                    <a:pt x="1581789" y="1260978"/>
                  </a:lnTo>
                  <a:lnTo>
                    <a:pt x="1633607" y="1245604"/>
                  </a:lnTo>
                  <a:lnTo>
                    <a:pt x="1683074" y="1228347"/>
                  </a:lnTo>
                  <a:lnTo>
                    <a:pt x="1719082" y="1214131"/>
                  </a:lnTo>
                  <a:lnTo>
                    <a:pt x="1768031" y="1192624"/>
                  </a:lnTo>
                  <a:lnTo>
                    <a:pt x="1816503" y="1168944"/>
                  </a:lnTo>
                  <a:lnTo>
                    <a:pt x="1864992" y="1143058"/>
                  </a:lnTo>
                  <a:lnTo>
                    <a:pt x="1913836" y="1115006"/>
                  </a:lnTo>
                  <a:lnTo>
                    <a:pt x="1963236" y="1084911"/>
                  </a:lnTo>
                  <a:lnTo>
                    <a:pt x="2013276" y="1052982"/>
                  </a:lnTo>
                  <a:lnTo>
                    <a:pt x="2063936" y="1019514"/>
                  </a:lnTo>
                  <a:lnTo>
                    <a:pt x="2115107" y="984880"/>
                  </a:lnTo>
                  <a:lnTo>
                    <a:pt x="2166614" y="949514"/>
                  </a:lnTo>
                  <a:lnTo>
                    <a:pt x="2218241" y="913894"/>
                  </a:lnTo>
                  <a:lnTo>
                    <a:pt x="2269757" y="878510"/>
                  </a:lnTo>
                  <a:lnTo>
                    <a:pt x="2320944" y="843839"/>
                  </a:lnTo>
                  <a:lnTo>
                    <a:pt x="2371626" y="810318"/>
                  </a:lnTo>
                  <a:lnTo>
                    <a:pt x="2421691" y="778323"/>
                  </a:lnTo>
                  <a:lnTo>
                    <a:pt x="2471116" y="748153"/>
                  </a:lnTo>
                  <a:lnTo>
                    <a:pt x="2519978" y="720019"/>
                  </a:lnTo>
                  <a:lnTo>
                    <a:pt x="2568476" y="694048"/>
                  </a:lnTo>
                  <a:lnTo>
                    <a:pt x="2616940" y="670283"/>
                  </a:lnTo>
                  <a:lnTo>
                    <a:pt x="2665859" y="648693"/>
                  </a:lnTo>
                  <a:lnTo>
                    <a:pt x="2667772" y="647899"/>
                  </a:lnTo>
                  <a:lnTo>
                    <a:pt x="2716017" y="629170"/>
                  </a:lnTo>
                  <a:lnTo>
                    <a:pt x="2765991" y="612397"/>
                  </a:lnTo>
                  <a:lnTo>
                    <a:pt x="2818542" y="597472"/>
                  </a:lnTo>
                  <a:lnTo>
                    <a:pt x="2874612" y="584213"/>
                  </a:lnTo>
                  <a:lnTo>
                    <a:pt x="2935152" y="572421"/>
                  </a:lnTo>
                  <a:lnTo>
                    <a:pt x="3001032" y="561908"/>
                  </a:lnTo>
                  <a:lnTo>
                    <a:pt x="3072924" y="552512"/>
                  </a:lnTo>
                  <a:lnTo>
                    <a:pt x="3151145" y="544104"/>
                  </a:lnTo>
                  <a:lnTo>
                    <a:pt x="3235447" y="536598"/>
                  </a:lnTo>
                  <a:lnTo>
                    <a:pt x="3324786" y="529942"/>
                  </a:lnTo>
                  <a:lnTo>
                    <a:pt x="3417105" y="524124"/>
                  </a:lnTo>
                  <a:lnTo>
                    <a:pt x="3509237" y="519154"/>
                  </a:lnTo>
                  <a:lnTo>
                    <a:pt x="3597056" y="515054"/>
                  </a:lnTo>
                  <a:lnTo>
                    <a:pt x="3675963" y="511833"/>
                  </a:lnTo>
                  <a:lnTo>
                    <a:pt x="3741714" y="509466"/>
                  </a:lnTo>
                  <a:lnTo>
                    <a:pt x="3791372" y="507877"/>
                  </a:lnTo>
                  <a:lnTo>
                    <a:pt x="3824106" y="506941"/>
                  </a:lnTo>
                  <a:lnTo>
                    <a:pt x="3841527" y="506493"/>
                  </a:lnTo>
                  <a:lnTo>
                    <a:pt x="3847568" y="506353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5"/>
                  </a:lnTo>
                  <a:lnTo>
                    <a:pt x="4396622" y="506206"/>
                  </a:lnTo>
                  <a:lnTo>
                    <a:pt x="4417735" y="505877"/>
                  </a:lnTo>
                  <a:lnTo>
                    <a:pt x="4454884" y="505232"/>
                  </a:lnTo>
                  <a:lnTo>
                    <a:pt x="4509050" y="504179"/>
                  </a:lnTo>
                  <a:lnTo>
                    <a:pt x="4578785" y="502649"/>
                  </a:lnTo>
                  <a:lnTo>
                    <a:pt x="4660698" y="500607"/>
                  </a:lnTo>
                  <a:lnTo>
                    <a:pt x="4750326" y="498045"/>
                  </a:lnTo>
                  <a:lnTo>
                    <a:pt x="4843096" y="494970"/>
                  </a:lnTo>
                  <a:lnTo>
                    <a:pt x="4935082" y="491396"/>
                  </a:lnTo>
                  <a:lnTo>
                    <a:pt x="5023398" y="487325"/>
                  </a:lnTo>
                  <a:lnTo>
                    <a:pt x="5106270" y="482744"/>
                  </a:lnTo>
                  <a:lnTo>
                    <a:pt x="5182893" y="477617"/>
                  </a:lnTo>
                  <a:lnTo>
                    <a:pt x="5253201" y="471884"/>
                  </a:lnTo>
                  <a:lnTo>
                    <a:pt x="5317631" y="465466"/>
                  </a:lnTo>
                  <a:lnTo>
                    <a:pt x="5376932" y="458258"/>
                  </a:lnTo>
                  <a:lnTo>
                    <a:pt x="5432012" y="450148"/>
                  </a:lnTo>
                  <a:lnTo>
                    <a:pt x="5483838" y="441016"/>
                  </a:lnTo>
                  <a:lnTo>
                    <a:pt x="5533338" y="430766"/>
                  </a:lnTo>
                  <a:lnTo>
                    <a:pt x="5567201" y="422858"/>
                  </a:lnTo>
                  <a:lnTo>
                    <a:pt x="5618487" y="409533"/>
                  </a:lnTo>
                  <a:lnTo>
                    <a:pt x="5669279" y="394798"/>
                  </a:lnTo>
                  <a:lnTo>
                    <a:pt x="5720131" y="378634"/>
                  </a:lnTo>
                  <a:lnTo>
                    <a:pt x="5771411" y="361076"/>
                  </a:lnTo>
                  <a:lnTo>
                    <a:pt x="5823330" y="342217"/>
                  </a:lnTo>
                  <a:lnTo>
                    <a:pt x="5875955" y="322210"/>
                  </a:lnTo>
                  <a:lnTo>
                    <a:pt x="5929234" y="301272"/>
                  </a:lnTo>
                  <a:lnTo>
                    <a:pt x="5983016" y="279670"/>
                  </a:lnTo>
                  <a:lnTo>
                    <a:pt x="6037080" y="257710"/>
                  </a:lnTo>
                  <a:lnTo>
                    <a:pt x="6091166" y="235724"/>
                  </a:lnTo>
                  <a:lnTo>
                    <a:pt x="6145012" y="214041"/>
                  </a:lnTo>
                  <a:lnTo>
                    <a:pt x="6198386" y="192973"/>
                  </a:lnTo>
                  <a:lnTo>
                    <a:pt x="6251126" y="172797"/>
                  </a:lnTo>
                  <a:lnTo>
                    <a:pt x="6303160" y="153735"/>
                  </a:lnTo>
                  <a:lnTo>
                    <a:pt x="6354535" y="135955"/>
                  </a:lnTo>
                  <a:lnTo>
                    <a:pt x="6405437" y="119557"/>
                  </a:lnTo>
                  <a:lnTo>
                    <a:pt x="6456206" y="104586"/>
                  </a:lnTo>
                  <a:lnTo>
                    <a:pt x="6507363" y="91031"/>
                  </a:lnTo>
                  <a:lnTo>
                    <a:pt x="6515891" y="88927"/>
                  </a:lnTo>
                  <a:lnTo>
                    <a:pt x="6564250" y="77857"/>
                  </a:lnTo>
                  <a:lnTo>
                    <a:pt x="6614348" y="67947"/>
                  </a:lnTo>
                  <a:lnTo>
                    <a:pt x="6667039" y="59130"/>
                  </a:lnTo>
                  <a:lnTo>
                    <a:pt x="6723272" y="51300"/>
                  </a:lnTo>
                  <a:lnTo>
                    <a:pt x="6784004" y="44338"/>
                  </a:lnTo>
                  <a:lnTo>
                    <a:pt x="6850111" y="38133"/>
                  </a:lnTo>
                  <a:lnTo>
                    <a:pt x="6922265" y="32588"/>
                  </a:lnTo>
                  <a:lnTo>
                    <a:pt x="7000778" y="27628"/>
                  </a:lnTo>
                  <a:lnTo>
                    <a:pt x="7085389" y="23200"/>
                  </a:lnTo>
                  <a:lnTo>
                    <a:pt x="7175028" y="19277"/>
                  </a:lnTo>
                  <a:lnTo>
                    <a:pt x="7267598" y="15850"/>
                  </a:lnTo>
                  <a:lnTo>
                    <a:pt x="7359886" y="12926"/>
                  </a:lnTo>
                  <a:lnTo>
                    <a:pt x="7447714" y="10518"/>
                  </a:lnTo>
                  <a:lnTo>
                    <a:pt x="7526450" y="8630"/>
                  </a:lnTo>
                  <a:lnTo>
                    <a:pt x="7591847" y="7247"/>
                  </a:lnTo>
                  <a:lnTo>
                    <a:pt x="7641010" y="6323"/>
                  </a:lnTo>
                  <a:lnTo>
                    <a:pt x="7673186" y="5782"/>
                  </a:lnTo>
                  <a:lnTo>
                    <a:pt x="7690092" y="5527"/>
                  </a:lnTo>
                  <a:lnTo>
                    <a:pt x="7695777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0" y="135"/>
                  </a:lnTo>
                  <a:lnTo>
                    <a:pt x="7665357" y="464"/>
                  </a:lnTo>
                  <a:lnTo>
                    <a:pt x="7628208" y="1108"/>
                  </a:lnTo>
                  <a:lnTo>
                    <a:pt x="7574043" y="2162"/>
                  </a:lnTo>
                  <a:lnTo>
                    <a:pt x="7504307" y="3691"/>
                  </a:lnTo>
                  <a:lnTo>
                    <a:pt x="7422394" y="5733"/>
                  </a:lnTo>
                  <a:lnTo>
                    <a:pt x="7332767" y="8296"/>
                  </a:lnTo>
                  <a:lnTo>
                    <a:pt x="7239996" y="11370"/>
                  </a:lnTo>
                  <a:lnTo>
                    <a:pt x="7148010" y="14945"/>
                  </a:lnTo>
                  <a:lnTo>
                    <a:pt x="7059694" y="19016"/>
                  </a:lnTo>
                  <a:lnTo>
                    <a:pt x="6976822" y="23597"/>
                  </a:lnTo>
                  <a:lnTo>
                    <a:pt x="6900199" y="28724"/>
                  </a:lnTo>
                  <a:lnTo>
                    <a:pt x="6829892" y="34456"/>
                  </a:lnTo>
                  <a:lnTo>
                    <a:pt x="6765461" y="40875"/>
                  </a:lnTo>
                  <a:lnTo>
                    <a:pt x="6706161" y="48082"/>
                  </a:lnTo>
                  <a:lnTo>
                    <a:pt x="6651080" y="56193"/>
                  </a:lnTo>
                  <a:lnTo>
                    <a:pt x="6599255" y="65324"/>
                  </a:lnTo>
                  <a:lnTo>
                    <a:pt x="6549755" y="75575"/>
                  </a:lnTo>
                  <a:lnTo>
                    <a:pt x="6515891" y="83482"/>
                  </a:lnTo>
                  <a:lnTo>
                    <a:pt x="6464605" y="96808"/>
                  </a:lnTo>
                  <a:lnTo>
                    <a:pt x="6413813" y="111543"/>
                  </a:lnTo>
                  <a:lnTo>
                    <a:pt x="6362962" y="127707"/>
                  </a:lnTo>
                  <a:lnTo>
                    <a:pt x="6311681" y="145265"/>
                  </a:lnTo>
                  <a:lnTo>
                    <a:pt x="6259762" y="164124"/>
                  </a:lnTo>
                  <a:lnTo>
                    <a:pt x="6207137" y="184131"/>
                  </a:lnTo>
                  <a:lnTo>
                    <a:pt x="6153858" y="205069"/>
                  </a:lnTo>
                  <a:lnTo>
                    <a:pt x="6100076" y="226671"/>
                  </a:lnTo>
                  <a:lnTo>
                    <a:pt x="6046012" y="248630"/>
                  </a:lnTo>
                  <a:lnTo>
                    <a:pt x="5991926" y="270617"/>
                  </a:lnTo>
                  <a:lnTo>
                    <a:pt x="5938081" y="292300"/>
                  </a:lnTo>
                  <a:lnTo>
                    <a:pt x="5884706" y="313368"/>
                  </a:lnTo>
                  <a:lnTo>
                    <a:pt x="5831967" y="333544"/>
                  </a:lnTo>
                  <a:lnTo>
                    <a:pt x="5779933" y="352605"/>
                  </a:lnTo>
                  <a:lnTo>
                    <a:pt x="5728557" y="370386"/>
                  </a:lnTo>
                  <a:lnTo>
                    <a:pt x="5677656" y="386784"/>
                  </a:lnTo>
                  <a:lnTo>
                    <a:pt x="5626887" y="401755"/>
                  </a:lnTo>
                  <a:lnTo>
                    <a:pt x="5575729" y="415309"/>
                  </a:lnTo>
                  <a:lnTo>
                    <a:pt x="5567201" y="417414"/>
                  </a:lnTo>
                  <a:lnTo>
                    <a:pt x="5518843" y="428484"/>
                  </a:lnTo>
                  <a:lnTo>
                    <a:pt x="5468744" y="438394"/>
                  </a:lnTo>
                  <a:lnTo>
                    <a:pt x="5416053" y="447211"/>
                  </a:lnTo>
                  <a:lnTo>
                    <a:pt x="5359820" y="455041"/>
                  </a:lnTo>
                  <a:lnTo>
                    <a:pt x="5299088" y="462003"/>
                  </a:lnTo>
                  <a:lnTo>
                    <a:pt x="5232981" y="468208"/>
                  </a:lnTo>
                  <a:lnTo>
                    <a:pt x="5160827" y="473753"/>
                  </a:lnTo>
                  <a:lnTo>
                    <a:pt x="5082314" y="478713"/>
                  </a:lnTo>
                  <a:lnTo>
                    <a:pt x="4997704" y="483140"/>
                  </a:lnTo>
                  <a:lnTo>
                    <a:pt x="4908065" y="487063"/>
                  </a:lnTo>
                  <a:lnTo>
                    <a:pt x="4815494" y="490491"/>
                  </a:lnTo>
                  <a:lnTo>
                    <a:pt x="4723206" y="493415"/>
                  </a:lnTo>
                  <a:lnTo>
                    <a:pt x="4635378" y="495823"/>
                  </a:lnTo>
                  <a:lnTo>
                    <a:pt x="4556642" y="497711"/>
                  </a:lnTo>
                  <a:lnTo>
                    <a:pt x="4491246" y="499094"/>
                  </a:lnTo>
                  <a:lnTo>
                    <a:pt x="4442082" y="500018"/>
                  </a:lnTo>
                  <a:lnTo>
                    <a:pt x="4409907" y="500558"/>
                  </a:lnTo>
                  <a:lnTo>
                    <a:pt x="4393000" y="500813"/>
                  </a:lnTo>
                  <a:lnTo>
                    <a:pt x="4387315" y="500891"/>
                  </a:lnTo>
                  <a:lnTo>
                    <a:pt x="4386855" y="500897"/>
                  </a:lnTo>
                  <a:lnTo>
                    <a:pt x="3848118" y="500897"/>
                  </a:lnTo>
                  <a:lnTo>
                    <a:pt x="3846829" y="500925"/>
                  </a:lnTo>
                  <a:lnTo>
                    <a:pt x="3838417" y="501125"/>
                  </a:lnTo>
                  <a:lnTo>
                    <a:pt x="3817438" y="501678"/>
                  </a:lnTo>
                  <a:lnTo>
                    <a:pt x="3780513" y="502764"/>
                  </a:lnTo>
                  <a:lnTo>
                    <a:pt x="3726646" y="504538"/>
                  </a:lnTo>
                  <a:lnTo>
                    <a:pt x="3657252" y="507115"/>
                  </a:lnTo>
                  <a:lnTo>
                    <a:pt x="3575680" y="510556"/>
                  </a:lnTo>
                  <a:lnTo>
                    <a:pt x="3486353" y="514876"/>
                  </a:lnTo>
                  <a:lnTo>
                    <a:pt x="3393818" y="520060"/>
                  </a:lnTo>
                  <a:lnTo>
                    <a:pt x="3301993" y="526089"/>
                  </a:lnTo>
                  <a:lnTo>
                    <a:pt x="3213767" y="532955"/>
                  </a:lnTo>
                  <a:lnTo>
                    <a:pt x="3130928" y="540682"/>
                  </a:lnTo>
                  <a:lnTo>
                    <a:pt x="3054298" y="549327"/>
                  </a:lnTo>
                  <a:lnTo>
                    <a:pt x="2983960" y="558990"/>
                  </a:lnTo>
                  <a:lnTo>
                    <a:pt x="2919493" y="569807"/>
                  </a:lnTo>
                  <a:lnTo>
                    <a:pt x="2860162" y="581949"/>
                  </a:lnTo>
                  <a:lnTo>
                    <a:pt x="2805065" y="595607"/>
                  </a:lnTo>
                  <a:lnTo>
                    <a:pt x="2753247" y="610981"/>
                  </a:lnTo>
                  <a:lnTo>
                    <a:pt x="2703780" y="628238"/>
                  </a:lnTo>
                  <a:lnTo>
                    <a:pt x="2667772" y="642455"/>
                  </a:lnTo>
                  <a:lnTo>
                    <a:pt x="2618824" y="663961"/>
                  </a:lnTo>
                  <a:lnTo>
                    <a:pt x="2570352" y="687641"/>
                  </a:lnTo>
                  <a:lnTo>
                    <a:pt x="2521863" y="713527"/>
                  </a:lnTo>
                  <a:lnTo>
                    <a:pt x="2473019" y="741579"/>
                  </a:lnTo>
                  <a:lnTo>
                    <a:pt x="2423619" y="771674"/>
                  </a:lnTo>
                  <a:lnTo>
                    <a:pt x="2373578" y="803603"/>
                  </a:lnTo>
                  <a:lnTo>
                    <a:pt x="2322919" y="837071"/>
                  </a:lnTo>
                  <a:lnTo>
                    <a:pt x="2271748" y="871706"/>
                  </a:lnTo>
                  <a:lnTo>
                    <a:pt x="2220241" y="907071"/>
                  </a:lnTo>
                  <a:lnTo>
                    <a:pt x="2168614" y="942691"/>
                  </a:lnTo>
                  <a:lnTo>
                    <a:pt x="2117098" y="978075"/>
                  </a:lnTo>
                  <a:lnTo>
                    <a:pt x="2065911" y="1012746"/>
                  </a:lnTo>
                  <a:lnTo>
                    <a:pt x="2015229" y="1046267"/>
                  </a:lnTo>
                  <a:lnTo>
                    <a:pt x="1965163" y="1078262"/>
                  </a:lnTo>
                  <a:lnTo>
                    <a:pt x="1915739" y="1108432"/>
                  </a:lnTo>
                  <a:lnTo>
                    <a:pt x="1866877" y="1136566"/>
                  </a:lnTo>
                  <a:lnTo>
                    <a:pt x="1818379" y="1162537"/>
                  </a:lnTo>
                  <a:lnTo>
                    <a:pt x="1769914" y="1186303"/>
                  </a:lnTo>
                  <a:lnTo>
                    <a:pt x="1720996" y="1207892"/>
                  </a:lnTo>
                  <a:lnTo>
                    <a:pt x="1719082" y="1208686"/>
                  </a:lnTo>
                  <a:lnTo>
                    <a:pt x="1670838" y="1227415"/>
                  </a:lnTo>
                  <a:lnTo>
                    <a:pt x="1620863" y="1244188"/>
                  </a:lnTo>
                  <a:lnTo>
                    <a:pt x="1568312" y="1259114"/>
                  </a:lnTo>
                  <a:lnTo>
                    <a:pt x="1512243" y="1272373"/>
                  </a:lnTo>
                  <a:lnTo>
                    <a:pt x="1451703" y="1284164"/>
                  </a:lnTo>
                  <a:lnTo>
                    <a:pt x="1385823" y="1294677"/>
                  </a:lnTo>
                  <a:lnTo>
                    <a:pt x="1313930" y="1304074"/>
                  </a:lnTo>
                  <a:lnTo>
                    <a:pt x="1235710" y="1312481"/>
                  </a:lnTo>
                  <a:lnTo>
                    <a:pt x="1151408" y="1319987"/>
                  </a:lnTo>
                  <a:lnTo>
                    <a:pt x="1062069" y="1326643"/>
                  </a:lnTo>
                  <a:lnTo>
                    <a:pt x="969750" y="1332461"/>
                  </a:lnTo>
                  <a:lnTo>
                    <a:pt x="877617" y="1337431"/>
                  </a:lnTo>
                  <a:lnTo>
                    <a:pt x="789799" y="1341531"/>
                  </a:lnTo>
                  <a:lnTo>
                    <a:pt x="710891" y="1344752"/>
                  </a:lnTo>
                  <a:lnTo>
                    <a:pt x="645141" y="1347119"/>
                  </a:lnTo>
                  <a:lnTo>
                    <a:pt x="595482" y="1348708"/>
                  </a:lnTo>
                  <a:lnTo>
                    <a:pt x="562748" y="1349645"/>
                  </a:lnTo>
                  <a:lnTo>
                    <a:pt x="545327" y="1350092"/>
                  </a:lnTo>
                  <a:lnTo>
                    <a:pt x="539287" y="1350232"/>
                  </a:lnTo>
                  <a:lnTo>
                    <a:pt x="538736" y="1350244"/>
                  </a:lnTo>
                  <a:lnTo>
                    <a:pt x="0" y="1350244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74" name="pl1974"/>
            <p:cNvSpPr/>
            <p:nvPr/>
          </p:nvSpPr>
          <p:spPr>
            <a:xfrm>
              <a:off x="546595" y="4479963"/>
              <a:ext cx="8234974" cy="1350244"/>
            </a:xfrm>
            <a:custGeom>
              <a:avLst/>
              <a:pathLst>
                <a:path w="8234974" h="1350244">
                  <a:moveTo>
                    <a:pt x="0" y="1350244"/>
                  </a:moveTo>
                  <a:lnTo>
                    <a:pt x="538736" y="1350244"/>
                  </a:lnTo>
                  <a:lnTo>
                    <a:pt x="540025" y="1350216"/>
                  </a:lnTo>
                  <a:lnTo>
                    <a:pt x="548438" y="1350016"/>
                  </a:lnTo>
                  <a:lnTo>
                    <a:pt x="569416" y="1349463"/>
                  </a:lnTo>
                  <a:lnTo>
                    <a:pt x="606342" y="1348377"/>
                  </a:lnTo>
                  <a:lnTo>
                    <a:pt x="660208" y="1346602"/>
                  </a:lnTo>
                  <a:lnTo>
                    <a:pt x="729602" y="1344026"/>
                  </a:lnTo>
                  <a:lnTo>
                    <a:pt x="811175" y="1340585"/>
                  </a:lnTo>
                  <a:lnTo>
                    <a:pt x="900501" y="1336265"/>
                  </a:lnTo>
                  <a:lnTo>
                    <a:pt x="993036" y="1331081"/>
                  </a:lnTo>
                  <a:lnTo>
                    <a:pt x="1084862" y="1325052"/>
                  </a:lnTo>
                  <a:lnTo>
                    <a:pt x="1173088" y="1318185"/>
                  </a:lnTo>
                  <a:lnTo>
                    <a:pt x="1255927" y="1310459"/>
                  </a:lnTo>
                  <a:lnTo>
                    <a:pt x="1332557" y="1301814"/>
                  </a:lnTo>
                  <a:lnTo>
                    <a:pt x="1402894" y="1292150"/>
                  </a:lnTo>
                  <a:lnTo>
                    <a:pt x="1467361" y="1281333"/>
                  </a:lnTo>
                  <a:lnTo>
                    <a:pt x="1526693" y="1269192"/>
                  </a:lnTo>
                  <a:lnTo>
                    <a:pt x="1581789" y="1255533"/>
                  </a:lnTo>
                  <a:lnTo>
                    <a:pt x="1633607" y="1240160"/>
                  </a:lnTo>
                  <a:lnTo>
                    <a:pt x="1683074" y="1222902"/>
                  </a:lnTo>
                  <a:lnTo>
                    <a:pt x="1719082" y="1208686"/>
                  </a:lnTo>
                  <a:lnTo>
                    <a:pt x="1768031" y="1187179"/>
                  </a:lnTo>
                  <a:lnTo>
                    <a:pt x="1816503" y="1163499"/>
                  </a:lnTo>
                  <a:lnTo>
                    <a:pt x="1864992" y="1137613"/>
                  </a:lnTo>
                  <a:lnTo>
                    <a:pt x="1913836" y="1109562"/>
                  </a:lnTo>
                  <a:lnTo>
                    <a:pt x="1963236" y="1079467"/>
                  </a:lnTo>
                  <a:lnTo>
                    <a:pt x="2013276" y="1047538"/>
                  </a:lnTo>
                  <a:lnTo>
                    <a:pt x="2063936" y="1014069"/>
                  </a:lnTo>
                  <a:lnTo>
                    <a:pt x="2115107" y="979435"/>
                  </a:lnTo>
                  <a:lnTo>
                    <a:pt x="2166614" y="944070"/>
                  </a:lnTo>
                  <a:lnTo>
                    <a:pt x="2218241" y="908450"/>
                  </a:lnTo>
                  <a:lnTo>
                    <a:pt x="2269757" y="873066"/>
                  </a:lnTo>
                  <a:lnTo>
                    <a:pt x="2320944" y="838394"/>
                  </a:lnTo>
                  <a:lnTo>
                    <a:pt x="2371626" y="804874"/>
                  </a:lnTo>
                  <a:lnTo>
                    <a:pt x="2421691" y="772879"/>
                  </a:lnTo>
                  <a:lnTo>
                    <a:pt x="2471116" y="742708"/>
                  </a:lnTo>
                  <a:lnTo>
                    <a:pt x="2519978" y="714575"/>
                  </a:lnTo>
                  <a:lnTo>
                    <a:pt x="2568476" y="688603"/>
                  </a:lnTo>
                  <a:lnTo>
                    <a:pt x="2616940" y="664838"/>
                  </a:lnTo>
                  <a:lnTo>
                    <a:pt x="2665859" y="643249"/>
                  </a:lnTo>
                  <a:lnTo>
                    <a:pt x="2667772" y="642455"/>
                  </a:lnTo>
                  <a:lnTo>
                    <a:pt x="2716017" y="623725"/>
                  </a:lnTo>
                  <a:lnTo>
                    <a:pt x="2765991" y="606953"/>
                  </a:lnTo>
                  <a:lnTo>
                    <a:pt x="2818542" y="592027"/>
                  </a:lnTo>
                  <a:lnTo>
                    <a:pt x="2874612" y="578768"/>
                  </a:lnTo>
                  <a:lnTo>
                    <a:pt x="2935152" y="566976"/>
                  </a:lnTo>
                  <a:lnTo>
                    <a:pt x="3001032" y="556463"/>
                  </a:lnTo>
                  <a:lnTo>
                    <a:pt x="3072924" y="547067"/>
                  </a:lnTo>
                  <a:lnTo>
                    <a:pt x="3151145" y="538660"/>
                  </a:lnTo>
                  <a:lnTo>
                    <a:pt x="3235447" y="531153"/>
                  </a:lnTo>
                  <a:lnTo>
                    <a:pt x="3324786" y="524498"/>
                  </a:lnTo>
                  <a:lnTo>
                    <a:pt x="3417105" y="518679"/>
                  </a:lnTo>
                  <a:lnTo>
                    <a:pt x="3509237" y="513710"/>
                  </a:lnTo>
                  <a:lnTo>
                    <a:pt x="3597056" y="509610"/>
                  </a:lnTo>
                  <a:lnTo>
                    <a:pt x="3675963" y="506389"/>
                  </a:lnTo>
                  <a:lnTo>
                    <a:pt x="3741714" y="504021"/>
                  </a:lnTo>
                  <a:lnTo>
                    <a:pt x="3791372" y="502432"/>
                  </a:lnTo>
                  <a:lnTo>
                    <a:pt x="3824106" y="501496"/>
                  </a:lnTo>
                  <a:lnTo>
                    <a:pt x="3841527" y="501049"/>
                  </a:lnTo>
                  <a:lnTo>
                    <a:pt x="3847568" y="500908"/>
                  </a:lnTo>
                  <a:lnTo>
                    <a:pt x="3848118" y="500897"/>
                  </a:lnTo>
                  <a:lnTo>
                    <a:pt x="4386855" y="500897"/>
                  </a:lnTo>
                  <a:lnTo>
                    <a:pt x="4388153" y="500880"/>
                  </a:lnTo>
                  <a:lnTo>
                    <a:pt x="4396622" y="500761"/>
                  </a:lnTo>
                  <a:lnTo>
                    <a:pt x="4417735" y="500433"/>
                  </a:lnTo>
                  <a:lnTo>
                    <a:pt x="4454884" y="499788"/>
                  </a:lnTo>
                  <a:lnTo>
                    <a:pt x="4509050" y="498734"/>
                  </a:lnTo>
                  <a:lnTo>
                    <a:pt x="4578785" y="497205"/>
                  </a:lnTo>
                  <a:lnTo>
                    <a:pt x="4660698" y="495163"/>
                  </a:lnTo>
                  <a:lnTo>
                    <a:pt x="4750326" y="492600"/>
                  </a:lnTo>
                  <a:lnTo>
                    <a:pt x="4843096" y="489526"/>
                  </a:lnTo>
                  <a:lnTo>
                    <a:pt x="4935082" y="485951"/>
                  </a:lnTo>
                  <a:lnTo>
                    <a:pt x="5023398" y="481880"/>
                  </a:lnTo>
                  <a:lnTo>
                    <a:pt x="5106270" y="477299"/>
                  </a:lnTo>
                  <a:lnTo>
                    <a:pt x="5182893" y="472172"/>
                  </a:lnTo>
                  <a:lnTo>
                    <a:pt x="5253201" y="466440"/>
                  </a:lnTo>
                  <a:lnTo>
                    <a:pt x="5317631" y="460021"/>
                  </a:lnTo>
                  <a:lnTo>
                    <a:pt x="5376932" y="452814"/>
                  </a:lnTo>
                  <a:lnTo>
                    <a:pt x="5432012" y="444703"/>
                  </a:lnTo>
                  <a:lnTo>
                    <a:pt x="5483838" y="435572"/>
                  </a:lnTo>
                  <a:lnTo>
                    <a:pt x="5533338" y="425321"/>
                  </a:lnTo>
                  <a:lnTo>
                    <a:pt x="5567201" y="417414"/>
                  </a:lnTo>
                  <a:lnTo>
                    <a:pt x="5618487" y="404088"/>
                  </a:lnTo>
                  <a:lnTo>
                    <a:pt x="5669279" y="389353"/>
                  </a:lnTo>
                  <a:lnTo>
                    <a:pt x="5720131" y="373190"/>
                  </a:lnTo>
                  <a:lnTo>
                    <a:pt x="5771411" y="355632"/>
                  </a:lnTo>
                  <a:lnTo>
                    <a:pt x="5823330" y="336772"/>
                  </a:lnTo>
                  <a:lnTo>
                    <a:pt x="5875955" y="316766"/>
                  </a:lnTo>
                  <a:lnTo>
                    <a:pt x="5929234" y="295827"/>
                  </a:lnTo>
                  <a:lnTo>
                    <a:pt x="5983016" y="274225"/>
                  </a:lnTo>
                  <a:lnTo>
                    <a:pt x="6037080" y="252266"/>
                  </a:lnTo>
                  <a:lnTo>
                    <a:pt x="6091166" y="230279"/>
                  </a:lnTo>
                  <a:lnTo>
                    <a:pt x="6145012" y="208596"/>
                  </a:lnTo>
                  <a:lnTo>
                    <a:pt x="6198386" y="187529"/>
                  </a:lnTo>
                  <a:lnTo>
                    <a:pt x="6251126" y="167352"/>
                  </a:lnTo>
                  <a:lnTo>
                    <a:pt x="6303160" y="148291"/>
                  </a:lnTo>
                  <a:lnTo>
                    <a:pt x="6354535" y="130510"/>
                  </a:lnTo>
                  <a:lnTo>
                    <a:pt x="6405437" y="114112"/>
                  </a:lnTo>
                  <a:lnTo>
                    <a:pt x="6456206" y="99141"/>
                  </a:lnTo>
                  <a:lnTo>
                    <a:pt x="6507363" y="85587"/>
                  </a:lnTo>
                  <a:lnTo>
                    <a:pt x="6515891" y="83482"/>
                  </a:lnTo>
                  <a:lnTo>
                    <a:pt x="6564250" y="72413"/>
                  </a:lnTo>
                  <a:lnTo>
                    <a:pt x="6614348" y="62502"/>
                  </a:lnTo>
                  <a:lnTo>
                    <a:pt x="6667039" y="53685"/>
                  </a:lnTo>
                  <a:lnTo>
                    <a:pt x="6723272" y="45855"/>
                  </a:lnTo>
                  <a:lnTo>
                    <a:pt x="6784004" y="38893"/>
                  </a:lnTo>
                  <a:lnTo>
                    <a:pt x="6850111" y="32688"/>
                  </a:lnTo>
                  <a:lnTo>
                    <a:pt x="6922265" y="27143"/>
                  </a:lnTo>
                  <a:lnTo>
                    <a:pt x="7000778" y="22183"/>
                  </a:lnTo>
                  <a:lnTo>
                    <a:pt x="7085389" y="17756"/>
                  </a:lnTo>
                  <a:lnTo>
                    <a:pt x="7175028" y="13833"/>
                  </a:lnTo>
                  <a:lnTo>
                    <a:pt x="7267598" y="10405"/>
                  </a:lnTo>
                  <a:lnTo>
                    <a:pt x="7359886" y="7481"/>
                  </a:lnTo>
                  <a:lnTo>
                    <a:pt x="7447714" y="5073"/>
                  </a:lnTo>
                  <a:lnTo>
                    <a:pt x="7526450" y="3185"/>
                  </a:lnTo>
                  <a:lnTo>
                    <a:pt x="7591847" y="1802"/>
                  </a:lnTo>
                  <a:lnTo>
                    <a:pt x="7641010" y="878"/>
                  </a:lnTo>
                  <a:lnTo>
                    <a:pt x="7673186" y="338"/>
                  </a:lnTo>
                  <a:lnTo>
                    <a:pt x="7690092" y="83"/>
                  </a:lnTo>
                  <a:lnTo>
                    <a:pt x="7695777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5" name="pl1975"/>
            <p:cNvSpPr/>
            <p:nvPr/>
          </p:nvSpPr>
          <p:spPr>
            <a:xfrm>
              <a:off x="546595" y="4474518"/>
              <a:ext cx="8234974" cy="1350244"/>
            </a:xfrm>
            <a:custGeom>
              <a:avLst/>
              <a:pathLst>
                <a:path w="8234974" h="1350244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0" y="135"/>
                  </a:lnTo>
                  <a:lnTo>
                    <a:pt x="7665357" y="464"/>
                  </a:lnTo>
                  <a:lnTo>
                    <a:pt x="7628208" y="1108"/>
                  </a:lnTo>
                  <a:lnTo>
                    <a:pt x="7574043" y="2162"/>
                  </a:lnTo>
                  <a:lnTo>
                    <a:pt x="7504307" y="3691"/>
                  </a:lnTo>
                  <a:lnTo>
                    <a:pt x="7422394" y="5733"/>
                  </a:lnTo>
                  <a:lnTo>
                    <a:pt x="7332767" y="8296"/>
                  </a:lnTo>
                  <a:lnTo>
                    <a:pt x="7239996" y="11370"/>
                  </a:lnTo>
                  <a:lnTo>
                    <a:pt x="7148010" y="14945"/>
                  </a:lnTo>
                  <a:lnTo>
                    <a:pt x="7059694" y="19016"/>
                  </a:lnTo>
                  <a:lnTo>
                    <a:pt x="6976822" y="23597"/>
                  </a:lnTo>
                  <a:lnTo>
                    <a:pt x="6900199" y="28724"/>
                  </a:lnTo>
                  <a:lnTo>
                    <a:pt x="6829892" y="34456"/>
                  </a:lnTo>
                  <a:lnTo>
                    <a:pt x="6765461" y="40875"/>
                  </a:lnTo>
                  <a:lnTo>
                    <a:pt x="6706161" y="48082"/>
                  </a:lnTo>
                  <a:lnTo>
                    <a:pt x="6651080" y="56193"/>
                  </a:lnTo>
                  <a:lnTo>
                    <a:pt x="6599255" y="65324"/>
                  </a:lnTo>
                  <a:lnTo>
                    <a:pt x="6549755" y="75575"/>
                  </a:lnTo>
                  <a:lnTo>
                    <a:pt x="6515891" y="83482"/>
                  </a:lnTo>
                  <a:lnTo>
                    <a:pt x="6464605" y="96808"/>
                  </a:lnTo>
                  <a:lnTo>
                    <a:pt x="6413813" y="111543"/>
                  </a:lnTo>
                  <a:lnTo>
                    <a:pt x="6362962" y="127707"/>
                  </a:lnTo>
                  <a:lnTo>
                    <a:pt x="6311681" y="145265"/>
                  </a:lnTo>
                  <a:lnTo>
                    <a:pt x="6259762" y="164124"/>
                  </a:lnTo>
                  <a:lnTo>
                    <a:pt x="6207137" y="184131"/>
                  </a:lnTo>
                  <a:lnTo>
                    <a:pt x="6153858" y="205069"/>
                  </a:lnTo>
                  <a:lnTo>
                    <a:pt x="6100076" y="226671"/>
                  </a:lnTo>
                  <a:lnTo>
                    <a:pt x="6046012" y="248630"/>
                  </a:lnTo>
                  <a:lnTo>
                    <a:pt x="5991926" y="270617"/>
                  </a:lnTo>
                  <a:lnTo>
                    <a:pt x="5938081" y="292300"/>
                  </a:lnTo>
                  <a:lnTo>
                    <a:pt x="5884706" y="313368"/>
                  </a:lnTo>
                  <a:lnTo>
                    <a:pt x="5831967" y="333544"/>
                  </a:lnTo>
                  <a:lnTo>
                    <a:pt x="5779933" y="352605"/>
                  </a:lnTo>
                  <a:lnTo>
                    <a:pt x="5728557" y="370386"/>
                  </a:lnTo>
                  <a:lnTo>
                    <a:pt x="5677656" y="386784"/>
                  </a:lnTo>
                  <a:lnTo>
                    <a:pt x="5626887" y="401755"/>
                  </a:lnTo>
                  <a:lnTo>
                    <a:pt x="5575729" y="415309"/>
                  </a:lnTo>
                  <a:lnTo>
                    <a:pt x="5567201" y="417414"/>
                  </a:lnTo>
                  <a:lnTo>
                    <a:pt x="5518843" y="428484"/>
                  </a:lnTo>
                  <a:lnTo>
                    <a:pt x="5468744" y="438394"/>
                  </a:lnTo>
                  <a:lnTo>
                    <a:pt x="5416053" y="447211"/>
                  </a:lnTo>
                  <a:lnTo>
                    <a:pt x="5359820" y="455041"/>
                  </a:lnTo>
                  <a:lnTo>
                    <a:pt x="5299088" y="462003"/>
                  </a:lnTo>
                  <a:lnTo>
                    <a:pt x="5232981" y="468208"/>
                  </a:lnTo>
                  <a:lnTo>
                    <a:pt x="5160827" y="473753"/>
                  </a:lnTo>
                  <a:lnTo>
                    <a:pt x="5082314" y="478713"/>
                  </a:lnTo>
                  <a:lnTo>
                    <a:pt x="4997704" y="483140"/>
                  </a:lnTo>
                  <a:lnTo>
                    <a:pt x="4908065" y="487063"/>
                  </a:lnTo>
                  <a:lnTo>
                    <a:pt x="4815494" y="490491"/>
                  </a:lnTo>
                  <a:lnTo>
                    <a:pt x="4723206" y="493415"/>
                  </a:lnTo>
                  <a:lnTo>
                    <a:pt x="4635378" y="495823"/>
                  </a:lnTo>
                  <a:lnTo>
                    <a:pt x="4556642" y="497711"/>
                  </a:lnTo>
                  <a:lnTo>
                    <a:pt x="4491246" y="499094"/>
                  </a:lnTo>
                  <a:lnTo>
                    <a:pt x="4442082" y="500018"/>
                  </a:lnTo>
                  <a:lnTo>
                    <a:pt x="4409907" y="500558"/>
                  </a:lnTo>
                  <a:lnTo>
                    <a:pt x="4393000" y="500813"/>
                  </a:lnTo>
                  <a:lnTo>
                    <a:pt x="4387315" y="500891"/>
                  </a:lnTo>
                  <a:lnTo>
                    <a:pt x="4386855" y="500897"/>
                  </a:lnTo>
                  <a:lnTo>
                    <a:pt x="3848118" y="500897"/>
                  </a:lnTo>
                  <a:lnTo>
                    <a:pt x="3846829" y="500925"/>
                  </a:lnTo>
                  <a:lnTo>
                    <a:pt x="3838417" y="501125"/>
                  </a:lnTo>
                  <a:lnTo>
                    <a:pt x="3817438" y="501678"/>
                  </a:lnTo>
                  <a:lnTo>
                    <a:pt x="3780513" y="502764"/>
                  </a:lnTo>
                  <a:lnTo>
                    <a:pt x="3726646" y="504538"/>
                  </a:lnTo>
                  <a:lnTo>
                    <a:pt x="3657252" y="507115"/>
                  </a:lnTo>
                  <a:lnTo>
                    <a:pt x="3575680" y="510556"/>
                  </a:lnTo>
                  <a:lnTo>
                    <a:pt x="3486353" y="514876"/>
                  </a:lnTo>
                  <a:lnTo>
                    <a:pt x="3393818" y="520060"/>
                  </a:lnTo>
                  <a:lnTo>
                    <a:pt x="3301993" y="526089"/>
                  </a:lnTo>
                  <a:lnTo>
                    <a:pt x="3213767" y="532955"/>
                  </a:lnTo>
                  <a:lnTo>
                    <a:pt x="3130928" y="540682"/>
                  </a:lnTo>
                  <a:lnTo>
                    <a:pt x="3054298" y="549327"/>
                  </a:lnTo>
                  <a:lnTo>
                    <a:pt x="2983960" y="558990"/>
                  </a:lnTo>
                  <a:lnTo>
                    <a:pt x="2919493" y="569807"/>
                  </a:lnTo>
                  <a:lnTo>
                    <a:pt x="2860162" y="581949"/>
                  </a:lnTo>
                  <a:lnTo>
                    <a:pt x="2805065" y="595607"/>
                  </a:lnTo>
                  <a:lnTo>
                    <a:pt x="2753247" y="610981"/>
                  </a:lnTo>
                  <a:lnTo>
                    <a:pt x="2703780" y="628238"/>
                  </a:lnTo>
                  <a:lnTo>
                    <a:pt x="2667772" y="642455"/>
                  </a:lnTo>
                  <a:lnTo>
                    <a:pt x="2618824" y="663961"/>
                  </a:lnTo>
                  <a:lnTo>
                    <a:pt x="2570352" y="687641"/>
                  </a:lnTo>
                  <a:lnTo>
                    <a:pt x="2521863" y="713527"/>
                  </a:lnTo>
                  <a:lnTo>
                    <a:pt x="2473019" y="741579"/>
                  </a:lnTo>
                  <a:lnTo>
                    <a:pt x="2423619" y="771674"/>
                  </a:lnTo>
                  <a:lnTo>
                    <a:pt x="2373578" y="803603"/>
                  </a:lnTo>
                  <a:lnTo>
                    <a:pt x="2322919" y="837071"/>
                  </a:lnTo>
                  <a:lnTo>
                    <a:pt x="2271748" y="871706"/>
                  </a:lnTo>
                  <a:lnTo>
                    <a:pt x="2220241" y="907071"/>
                  </a:lnTo>
                  <a:lnTo>
                    <a:pt x="2168614" y="942691"/>
                  </a:lnTo>
                  <a:lnTo>
                    <a:pt x="2117098" y="978075"/>
                  </a:lnTo>
                  <a:lnTo>
                    <a:pt x="2065911" y="1012746"/>
                  </a:lnTo>
                  <a:lnTo>
                    <a:pt x="2015229" y="1046267"/>
                  </a:lnTo>
                  <a:lnTo>
                    <a:pt x="1965163" y="1078262"/>
                  </a:lnTo>
                  <a:lnTo>
                    <a:pt x="1915739" y="1108432"/>
                  </a:lnTo>
                  <a:lnTo>
                    <a:pt x="1866877" y="1136566"/>
                  </a:lnTo>
                  <a:lnTo>
                    <a:pt x="1818379" y="1162537"/>
                  </a:lnTo>
                  <a:lnTo>
                    <a:pt x="1769914" y="1186303"/>
                  </a:lnTo>
                  <a:lnTo>
                    <a:pt x="1720996" y="1207892"/>
                  </a:lnTo>
                  <a:lnTo>
                    <a:pt x="1719082" y="1208686"/>
                  </a:lnTo>
                  <a:lnTo>
                    <a:pt x="1670838" y="1227415"/>
                  </a:lnTo>
                  <a:lnTo>
                    <a:pt x="1620863" y="1244188"/>
                  </a:lnTo>
                  <a:lnTo>
                    <a:pt x="1568312" y="1259114"/>
                  </a:lnTo>
                  <a:lnTo>
                    <a:pt x="1512243" y="1272373"/>
                  </a:lnTo>
                  <a:lnTo>
                    <a:pt x="1451703" y="1284164"/>
                  </a:lnTo>
                  <a:lnTo>
                    <a:pt x="1385823" y="1294677"/>
                  </a:lnTo>
                  <a:lnTo>
                    <a:pt x="1313930" y="1304074"/>
                  </a:lnTo>
                  <a:lnTo>
                    <a:pt x="1235710" y="1312481"/>
                  </a:lnTo>
                  <a:lnTo>
                    <a:pt x="1151408" y="1319987"/>
                  </a:lnTo>
                  <a:lnTo>
                    <a:pt x="1062069" y="1326643"/>
                  </a:lnTo>
                  <a:lnTo>
                    <a:pt x="969750" y="1332461"/>
                  </a:lnTo>
                  <a:lnTo>
                    <a:pt x="877617" y="1337431"/>
                  </a:lnTo>
                  <a:lnTo>
                    <a:pt x="789799" y="1341531"/>
                  </a:lnTo>
                  <a:lnTo>
                    <a:pt x="710891" y="1344752"/>
                  </a:lnTo>
                  <a:lnTo>
                    <a:pt x="645141" y="1347119"/>
                  </a:lnTo>
                  <a:lnTo>
                    <a:pt x="595482" y="1348708"/>
                  </a:lnTo>
                  <a:lnTo>
                    <a:pt x="562748" y="1349645"/>
                  </a:lnTo>
                  <a:lnTo>
                    <a:pt x="545327" y="1350092"/>
                  </a:lnTo>
                  <a:lnTo>
                    <a:pt x="539287" y="1350232"/>
                  </a:lnTo>
                  <a:lnTo>
                    <a:pt x="538736" y="1350244"/>
                  </a:lnTo>
                  <a:lnTo>
                    <a:pt x="0" y="1350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6" name="pg1976"/>
            <p:cNvSpPr/>
            <p:nvPr/>
          </p:nvSpPr>
          <p:spPr>
            <a:xfrm>
              <a:off x="546595" y="1120685"/>
              <a:ext cx="8234974" cy="5019860"/>
            </a:xfrm>
            <a:custGeom>
              <a:avLst/>
              <a:pathLst>
                <a:path w="8234974" h="5019860">
                  <a:moveTo>
                    <a:pt x="0" y="4720411"/>
                  </a:moveTo>
                  <a:lnTo>
                    <a:pt x="538736" y="4720411"/>
                  </a:lnTo>
                  <a:lnTo>
                    <a:pt x="540037" y="4720421"/>
                  </a:lnTo>
                  <a:lnTo>
                    <a:pt x="548526" y="4720492"/>
                  </a:lnTo>
                  <a:lnTo>
                    <a:pt x="569685" y="4720689"/>
                  </a:lnTo>
                  <a:lnTo>
                    <a:pt x="606912" y="4721075"/>
                  </a:lnTo>
                  <a:lnTo>
                    <a:pt x="661181" y="4721706"/>
                  </a:lnTo>
                  <a:lnTo>
                    <a:pt x="731034" y="4722623"/>
                  </a:lnTo>
                  <a:lnTo>
                    <a:pt x="813065" y="4723846"/>
                  </a:lnTo>
                  <a:lnTo>
                    <a:pt x="902796" y="4725381"/>
                  </a:lnTo>
                  <a:lnTo>
                    <a:pt x="995648" y="4727223"/>
                  </a:lnTo>
                  <a:lnTo>
                    <a:pt x="1087689" y="4729364"/>
                  </a:lnTo>
                  <a:lnTo>
                    <a:pt x="1176035" y="4731802"/>
                  </a:lnTo>
                  <a:lnTo>
                    <a:pt x="1258918" y="4734546"/>
                  </a:lnTo>
                  <a:lnTo>
                    <a:pt x="1335539" y="4737617"/>
                  </a:lnTo>
                  <a:lnTo>
                    <a:pt x="1405836" y="4741050"/>
                  </a:lnTo>
                  <a:lnTo>
                    <a:pt x="1470254" y="4744896"/>
                  </a:lnTo>
                  <a:lnTo>
                    <a:pt x="1529543" y="4749214"/>
                  </a:lnTo>
                  <a:lnTo>
                    <a:pt x="1584619" y="4754075"/>
                  </a:lnTo>
                  <a:lnTo>
                    <a:pt x="1636447" y="4759547"/>
                  </a:lnTo>
                  <a:lnTo>
                    <a:pt x="1685959" y="4765690"/>
                  </a:lnTo>
                  <a:lnTo>
                    <a:pt x="1719082" y="4770319"/>
                  </a:lnTo>
                  <a:lnTo>
                    <a:pt x="1771312" y="4778441"/>
                  </a:lnTo>
                  <a:lnTo>
                    <a:pt x="1823042" y="4787437"/>
                  </a:lnTo>
                  <a:lnTo>
                    <a:pt x="1874850" y="4797319"/>
                  </a:lnTo>
                  <a:lnTo>
                    <a:pt x="1927119" y="4808064"/>
                  </a:lnTo>
                  <a:lnTo>
                    <a:pt x="1980059" y="4819610"/>
                  </a:lnTo>
                  <a:lnTo>
                    <a:pt x="2033732" y="4831856"/>
                  </a:lnTo>
                  <a:lnTo>
                    <a:pt x="2088070" y="4844664"/>
                  </a:lnTo>
                  <a:lnTo>
                    <a:pt x="2142904" y="4857859"/>
                  </a:lnTo>
                  <a:lnTo>
                    <a:pt x="2197991" y="4871246"/>
                  </a:lnTo>
                  <a:lnTo>
                    <a:pt x="2253055" y="4884615"/>
                  </a:lnTo>
                  <a:lnTo>
                    <a:pt x="2307822" y="4897760"/>
                  </a:lnTo>
                  <a:lnTo>
                    <a:pt x="2362059" y="4910485"/>
                  </a:lnTo>
                  <a:lnTo>
                    <a:pt x="2415612" y="4922624"/>
                  </a:lnTo>
                  <a:lnTo>
                    <a:pt x="2468433" y="4934043"/>
                  </a:lnTo>
                  <a:lnTo>
                    <a:pt x="2520607" y="4944648"/>
                  </a:lnTo>
                  <a:lnTo>
                    <a:pt x="2572371" y="4954384"/>
                  </a:lnTo>
                  <a:lnTo>
                    <a:pt x="2624137" y="4963234"/>
                  </a:lnTo>
                  <a:lnTo>
                    <a:pt x="2667772" y="4969952"/>
                  </a:lnTo>
                  <a:lnTo>
                    <a:pt x="2716170" y="4976575"/>
                  </a:lnTo>
                  <a:lnTo>
                    <a:pt x="2766311" y="4982503"/>
                  </a:lnTo>
                  <a:lnTo>
                    <a:pt x="2819051" y="4987777"/>
                  </a:lnTo>
                  <a:lnTo>
                    <a:pt x="2875340" y="4992460"/>
                  </a:lnTo>
                  <a:lnTo>
                    <a:pt x="2936139" y="4996624"/>
                  </a:lnTo>
                  <a:lnTo>
                    <a:pt x="3002324" y="5000335"/>
                  </a:lnTo>
                  <a:lnTo>
                    <a:pt x="3074569" y="5003650"/>
                  </a:lnTo>
                  <a:lnTo>
                    <a:pt x="3153183" y="5006616"/>
                  </a:lnTo>
                  <a:lnTo>
                    <a:pt x="3237900" y="5009263"/>
                  </a:lnTo>
                  <a:lnTo>
                    <a:pt x="3327642" y="5011608"/>
                  </a:lnTo>
                  <a:lnTo>
                    <a:pt x="3420300" y="5013656"/>
                  </a:lnTo>
                  <a:lnTo>
                    <a:pt x="3512640" y="5015402"/>
                  </a:lnTo>
                  <a:lnTo>
                    <a:pt x="3600470" y="5016840"/>
                  </a:lnTo>
                  <a:lnTo>
                    <a:pt x="3679146" y="5017966"/>
                  </a:lnTo>
                  <a:lnTo>
                    <a:pt x="3744419" y="5018791"/>
                  </a:lnTo>
                  <a:lnTo>
                    <a:pt x="3793410" y="5019340"/>
                  </a:lnTo>
                  <a:lnTo>
                    <a:pt x="3825393" y="5019661"/>
                  </a:lnTo>
                  <a:lnTo>
                    <a:pt x="3842123" y="5019812"/>
                  </a:lnTo>
                  <a:lnTo>
                    <a:pt x="3847687" y="5019857"/>
                  </a:lnTo>
                  <a:lnTo>
                    <a:pt x="3848118" y="5019860"/>
                  </a:lnTo>
                  <a:lnTo>
                    <a:pt x="4386855" y="5019860"/>
                  </a:lnTo>
                  <a:lnTo>
                    <a:pt x="4387702" y="5019753"/>
                  </a:lnTo>
                  <a:lnTo>
                    <a:pt x="4393279" y="5018987"/>
                  </a:lnTo>
                  <a:lnTo>
                    <a:pt x="4407381" y="5016871"/>
                  </a:lnTo>
                  <a:lnTo>
                    <a:pt x="4432689" y="5012703"/>
                  </a:lnTo>
                  <a:lnTo>
                    <a:pt x="4470601" y="5005827"/>
                  </a:lnTo>
                  <a:lnTo>
                    <a:pt x="4521115" y="4995700"/>
                  </a:lnTo>
                  <a:lnTo>
                    <a:pt x="4582919" y="4981933"/>
                  </a:lnTo>
                  <a:lnTo>
                    <a:pt x="4653681" y="4964319"/>
                  </a:lnTo>
                  <a:lnTo>
                    <a:pt x="4730499" y="4942802"/>
                  </a:lnTo>
                  <a:lnTo>
                    <a:pt x="4810374" y="4917430"/>
                  </a:lnTo>
                  <a:lnTo>
                    <a:pt x="4890601" y="4888286"/>
                  </a:lnTo>
                  <a:lnTo>
                    <a:pt x="4969011" y="4855428"/>
                  </a:lnTo>
                  <a:lnTo>
                    <a:pt x="5044062" y="4818834"/>
                  </a:lnTo>
                  <a:lnTo>
                    <a:pt x="5114821" y="4778376"/>
                  </a:lnTo>
                  <a:lnTo>
                    <a:pt x="5180866" y="4733794"/>
                  </a:lnTo>
                  <a:lnTo>
                    <a:pt x="5242175" y="4684701"/>
                  </a:lnTo>
                  <a:lnTo>
                    <a:pt x="5299011" y="4630579"/>
                  </a:lnTo>
                  <a:lnTo>
                    <a:pt x="5351823" y="4570797"/>
                  </a:lnTo>
                  <a:lnTo>
                    <a:pt x="5401173" y="4504633"/>
                  </a:lnTo>
                  <a:lnTo>
                    <a:pt x="5447678" y="4431321"/>
                  </a:lnTo>
                  <a:lnTo>
                    <a:pt x="5491961" y="4350120"/>
                  </a:lnTo>
                  <a:lnTo>
                    <a:pt x="5534612" y="4260438"/>
                  </a:lnTo>
                  <a:lnTo>
                    <a:pt x="5567201" y="4184124"/>
                  </a:lnTo>
                  <a:lnTo>
                    <a:pt x="5594895" y="4114082"/>
                  </a:lnTo>
                  <a:lnTo>
                    <a:pt x="5622355" y="4040019"/>
                  </a:lnTo>
                  <a:lnTo>
                    <a:pt x="5649690" y="3961855"/>
                  </a:lnTo>
                  <a:lnTo>
                    <a:pt x="5676990" y="3879547"/>
                  </a:lnTo>
                  <a:lnTo>
                    <a:pt x="5704331" y="3793096"/>
                  </a:lnTo>
                  <a:lnTo>
                    <a:pt x="5731770" y="3702547"/>
                  </a:lnTo>
                  <a:lnTo>
                    <a:pt x="5759354" y="3607993"/>
                  </a:lnTo>
                  <a:lnTo>
                    <a:pt x="5787115" y="3509578"/>
                  </a:lnTo>
                  <a:lnTo>
                    <a:pt x="5815073" y="3407498"/>
                  </a:lnTo>
                  <a:lnTo>
                    <a:pt x="5843236" y="3302003"/>
                  </a:lnTo>
                  <a:lnTo>
                    <a:pt x="5871605" y="3193391"/>
                  </a:lnTo>
                  <a:lnTo>
                    <a:pt x="5900166" y="3082013"/>
                  </a:lnTo>
                  <a:lnTo>
                    <a:pt x="5928902" y="2968264"/>
                  </a:lnTo>
                  <a:lnTo>
                    <a:pt x="5957784" y="2852578"/>
                  </a:lnTo>
                  <a:lnTo>
                    <a:pt x="5986782" y="2735424"/>
                  </a:lnTo>
                  <a:lnTo>
                    <a:pt x="6015856" y="2617298"/>
                  </a:lnTo>
                  <a:lnTo>
                    <a:pt x="6044967" y="2498712"/>
                  </a:lnTo>
                  <a:lnTo>
                    <a:pt x="6074073" y="2380187"/>
                  </a:lnTo>
                  <a:lnTo>
                    <a:pt x="6103133" y="2262244"/>
                  </a:lnTo>
                  <a:lnTo>
                    <a:pt x="6132107" y="2145391"/>
                  </a:lnTo>
                  <a:lnTo>
                    <a:pt x="6160958" y="2030119"/>
                  </a:lnTo>
                  <a:lnTo>
                    <a:pt x="6189654" y="1916889"/>
                  </a:lnTo>
                  <a:lnTo>
                    <a:pt x="6218172" y="1806128"/>
                  </a:lnTo>
                  <a:lnTo>
                    <a:pt x="6246493" y="1698219"/>
                  </a:lnTo>
                  <a:lnTo>
                    <a:pt x="6274608" y="1593501"/>
                  </a:lnTo>
                  <a:lnTo>
                    <a:pt x="6302518" y="1492262"/>
                  </a:lnTo>
                  <a:lnTo>
                    <a:pt x="6330235" y="1394739"/>
                  </a:lnTo>
                  <a:lnTo>
                    <a:pt x="6357782" y="1301115"/>
                  </a:lnTo>
                  <a:lnTo>
                    <a:pt x="6385193" y="1211522"/>
                  </a:lnTo>
                  <a:lnTo>
                    <a:pt x="6412519" y="1126042"/>
                  </a:lnTo>
                  <a:lnTo>
                    <a:pt x="6439820" y="1044710"/>
                  </a:lnTo>
                  <a:lnTo>
                    <a:pt x="6467175" y="967515"/>
                  </a:lnTo>
                  <a:lnTo>
                    <a:pt x="6494680" y="894405"/>
                  </a:lnTo>
                  <a:lnTo>
                    <a:pt x="6515891" y="841180"/>
                  </a:lnTo>
                  <a:lnTo>
                    <a:pt x="6557628" y="744656"/>
                  </a:lnTo>
                  <a:lnTo>
                    <a:pt x="6600587" y="656852"/>
                  </a:lnTo>
                  <a:lnTo>
                    <a:pt x="6645300" y="577422"/>
                  </a:lnTo>
                  <a:lnTo>
                    <a:pt x="6692369" y="505726"/>
                  </a:lnTo>
                  <a:lnTo>
                    <a:pt x="6742420" y="441013"/>
                  </a:lnTo>
                  <a:lnTo>
                    <a:pt x="6796061" y="382518"/>
                  </a:lnTo>
                  <a:lnTo>
                    <a:pt x="6853834" y="329537"/>
                  </a:lnTo>
                  <a:lnTo>
                    <a:pt x="6916157" y="281464"/>
                  </a:lnTo>
                  <a:lnTo>
                    <a:pt x="6983239" y="237806"/>
                  </a:lnTo>
                  <a:lnTo>
                    <a:pt x="7054982" y="198204"/>
                  </a:lnTo>
                  <a:lnTo>
                    <a:pt x="7130861" y="162428"/>
                  </a:lnTo>
                  <a:lnTo>
                    <a:pt x="7209818" y="130374"/>
                  </a:lnTo>
                  <a:lnTo>
                    <a:pt x="7290174" y="102043"/>
                  </a:lnTo>
                  <a:lnTo>
                    <a:pt x="7369631" y="77501"/>
                  </a:lnTo>
                  <a:lnTo>
                    <a:pt x="7445392" y="56829"/>
                  </a:lnTo>
                  <a:lnTo>
                    <a:pt x="7514444" y="40060"/>
                  </a:lnTo>
                  <a:lnTo>
                    <a:pt x="7573966" y="27107"/>
                  </a:lnTo>
                  <a:lnTo>
                    <a:pt x="7621815" y="17724"/>
                  </a:lnTo>
                  <a:lnTo>
                    <a:pt x="7656942" y="11488"/>
                  </a:lnTo>
                  <a:lnTo>
                    <a:pt x="7679651" y="7823"/>
                  </a:lnTo>
                  <a:lnTo>
                    <a:pt x="7691633" y="6061"/>
                  </a:lnTo>
                  <a:lnTo>
                    <a:pt x="7695826" y="549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91" y="107"/>
                  </a:lnTo>
                  <a:lnTo>
                    <a:pt x="7689813" y="873"/>
                  </a:lnTo>
                  <a:lnTo>
                    <a:pt x="7675712" y="2989"/>
                  </a:lnTo>
                  <a:lnTo>
                    <a:pt x="7650403" y="7157"/>
                  </a:lnTo>
                  <a:lnTo>
                    <a:pt x="7612492" y="14032"/>
                  </a:lnTo>
                  <a:lnTo>
                    <a:pt x="7561977" y="24160"/>
                  </a:lnTo>
                  <a:lnTo>
                    <a:pt x="7500174" y="37926"/>
                  </a:lnTo>
                  <a:lnTo>
                    <a:pt x="7429412" y="55540"/>
                  </a:lnTo>
                  <a:lnTo>
                    <a:pt x="7352593" y="77057"/>
                  </a:lnTo>
                  <a:lnTo>
                    <a:pt x="7272718" y="102430"/>
                  </a:lnTo>
                  <a:lnTo>
                    <a:pt x="7192491" y="131573"/>
                  </a:lnTo>
                  <a:lnTo>
                    <a:pt x="7114082" y="164432"/>
                  </a:lnTo>
                  <a:lnTo>
                    <a:pt x="7039030" y="201025"/>
                  </a:lnTo>
                  <a:lnTo>
                    <a:pt x="6968271" y="241484"/>
                  </a:lnTo>
                  <a:lnTo>
                    <a:pt x="6902226" y="286065"/>
                  </a:lnTo>
                  <a:lnTo>
                    <a:pt x="6840917" y="335158"/>
                  </a:lnTo>
                  <a:lnTo>
                    <a:pt x="6784082" y="389280"/>
                  </a:lnTo>
                  <a:lnTo>
                    <a:pt x="6731270" y="449062"/>
                  </a:lnTo>
                  <a:lnTo>
                    <a:pt x="6681919" y="515226"/>
                  </a:lnTo>
                  <a:lnTo>
                    <a:pt x="6635414" y="588538"/>
                  </a:lnTo>
                  <a:lnTo>
                    <a:pt x="6591131" y="669740"/>
                  </a:lnTo>
                  <a:lnTo>
                    <a:pt x="6548480" y="759421"/>
                  </a:lnTo>
                  <a:lnTo>
                    <a:pt x="6515891" y="835735"/>
                  </a:lnTo>
                  <a:lnTo>
                    <a:pt x="6488197" y="905777"/>
                  </a:lnTo>
                  <a:lnTo>
                    <a:pt x="6460738" y="979841"/>
                  </a:lnTo>
                  <a:lnTo>
                    <a:pt x="6433403" y="1058005"/>
                  </a:lnTo>
                  <a:lnTo>
                    <a:pt x="6406102" y="1140312"/>
                  </a:lnTo>
                  <a:lnTo>
                    <a:pt x="6378762" y="1226763"/>
                  </a:lnTo>
                  <a:lnTo>
                    <a:pt x="6351322" y="1317313"/>
                  </a:lnTo>
                  <a:lnTo>
                    <a:pt x="6323738" y="1411867"/>
                  </a:lnTo>
                  <a:lnTo>
                    <a:pt x="6295978" y="1510282"/>
                  </a:lnTo>
                  <a:lnTo>
                    <a:pt x="6268020" y="1612361"/>
                  </a:lnTo>
                  <a:lnTo>
                    <a:pt x="6239856" y="1717857"/>
                  </a:lnTo>
                  <a:lnTo>
                    <a:pt x="6211488" y="1826468"/>
                  </a:lnTo>
                  <a:lnTo>
                    <a:pt x="6182926" y="1937846"/>
                  </a:lnTo>
                  <a:lnTo>
                    <a:pt x="6154191" y="2051596"/>
                  </a:lnTo>
                  <a:lnTo>
                    <a:pt x="6125308" y="2167282"/>
                  </a:lnTo>
                  <a:lnTo>
                    <a:pt x="6096311" y="2284436"/>
                  </a:lnTo>
                  <a:lnTo>
                    <a:pt x="6067236" y="2402562"/>
                  </a:lnTo>
                  <a:lnTo>
                    <a:pt x="6038125" y="2521148"/>
                  </a:lnTo>
                  <a:lnTo>
                    <a:pt x="6009019" y="2639672"/>
                  </a:lnTo>
                  <a:lnTo>
                    <a:pt x="5979959" y="2757616"/>
                  </a:lnTo>
                  <a:lnTo>
                    <a:pt x="5950986" y="2874468"/>
                  </a:lnTo>
                  <a:lnTo>
                    <a:pt x="5922135" y="2989740"/>
                  </a:lnTo>
                  <a:lnTo>
                    <a:pt x="5893438" y="3102970"/>
                  </a:lnTo>
                  <a:lnTo>
                    <a:pt x="5864920" y="3213732"/>
                  </a:lnTo>
                  <a:lnTo>
                    <a:pt x="5836600" y="3321641"/>
                  </a:lnTo>
                  <a:lnTo>
                    <a:pt x="5808485" y="3426359"/>
                  </a:lnTo>
                  <a:lnTo>
                    <a:pt x="5780574" y="3527597"/>
                  </a:lnTo>
                  <a:lnTo>
                    <a:pt x="5752857" y="3625121"/>
                  </a:lnTo>
                  <a:lnTo>
                    <a:pt x="5725311" y="3718745"/>
                  </a:lnTo>
                  <a:lnTo>
                    <a:pt x="5697899" y="3808338"/>
                  </a:lnTo>
                  <a:lnTo>
                    <a:pt x="5670574" y="3893817"/>
                  </a:lnTo>
                  <a:lnTo>
                    <a:pt x="5643273" y="3975149"/>
                  </a:lnTo>
                  <a:lnTo>
                    <a:pt x="5615917" y="4052345"/>
                  </a:lnTo>
                  <a:lnTo>
                    <a:pt x="5588413" y="4125454"/>
                  </a:lnTo>
                  <a:lnTo>
                    <a:pt x="5567201" y="4178679"/>
                  </a:lnTo>
                  <a:lnTo>
                    <a:pt x="5525464" y="4275203"/>
                  </a:lnTo>
                  <a:lnTo>
                    <a:pt x="5482506" y="4363007"/>
                  </a:lnTo>
                  <a:lnTo>
                    <a:pt x="5437793" y="4442438"/>
                  </a:lnTo>
                  <a:lnTo>
                    <a:pt x="5390723" y="4514133"/>
                  </a:lnTo>
                  <a:lnTo>
                    <a:pt x="5340672" y="4578847"/>
                  </a:lnTo>
                  <a:lnTo>
                    <a:pt x="5287032" y="4637342"/>
                  </a:lnTo>
                  <a:lnTo>
                    <a:pt x="5229258" y="4690322"/>
                  </a:lnTo>
                  <a:lnTo>
                    <a:pt x="5166935" y="4738396"/>
                  </a:lnTo>
                  <a:lnTo>
                    <a:pt x="5099853" y="4782054"/>
                  </a:lnTo>
                  <a:lnTo>
                    <a:pt x="5028111" y="4821656"/>
                  </a:lnTo>
                  <a:lnTo>
                    <a:pt x="4952231" y="4857432"/>
                  </a:lnTo>
                  <a:lnTo>
                    <a:pt x="4873274" y="4889485"/>
                  </a:lnTo>
                  <a:lnTo>
                    <a:pt x="4792918" y="4917817"/>
                  </a:lnTo>
                  <a:lnTo>
                    <a:pt x="4713462" y="4942359"/>
                  </a:lnTo>
                  <a:lnTo>
                    <a:pt x="4637700" y="4963030"/>
                  </a:lnTo>
                  <a:lnTo>
                    <a:pt x="4568648" y="4979800"/>
                  </a:lnTo>
                  <a:lnTo>
                    <a:pt x="4509126" y="4992752"/>
                  </a:lnTo>
                  <a:lnTo>
                    <a:pt x="4461278" y="5002135"/>
                  </a:lnTo>
                  <a:lnTo>
                    <a:pt x="4426151" y="5008372"/>
                  </a:lnTo>
                  <a:lnTo>
                    <a:pt x="4403441" y="5012036"/>
                  </a:lnTo>
                  <a:lnTo>
                    <a:pt x="4391459" y="5013799"/>
                  </a:lnTo>
                  <a:lnTo>
                    <a:pt x="4387266" y="5014364"/>
                  </a:lnTo>
                  <a:lnTo>
                    <a:pt x="4386855" y="5014415"/>
                  </a:lnTo>
                  <a:lnTo>
                    <a:pt x="3848118" y="5014415"/>
                  </a:lnTo>
                  <a:lnTo>
                    <a:pt x="3846817" y="5014406"/>
                  </a:lnTo>
                  <a:lnTo>
                    <a:pt x="3838329" y="5014334"/>
                  </a:lnTo>
                  <a:lnTo>
                    <a:pt x="3817169" y="5014137"/>
                  </a:lnTo>
                  <a:lnTo>
                    <a:pt x="3779943" y="5013751"/>
                  </a:lnTo>
                  <a:lnTo>
                    <a:pt x="3725674" y="5013120"/>
                  </a:lnTo>
                  <a:lnTo>
                    <a:pt x="3655820" y="5012203"/>
                  </a:lnTo>
                  <a:lnTo>
                    <a:pt x="3573790" y="5010980"/>
                  </a:lnTo>
                  <a:lnTo>
                    <a:pt x="3484059" y="5009445"/>
                  </a:lnTo>
                  <a:lnTo>
                    <a:pt x="3391207" y="5007603"/>
                  </a:lnTo>
                  <a:lnTo>
                    <a:pt x="3299166" y="5005462"/>
                  </a:lnTo>
                  <a:lnTo>
                    <a:pt x="3210819" y="5003024"/>
                  </a:lnTo>
                  <a:lnTo>
                    <a:pt x="3127936" y="5000280"/>
                  </a:lnTo>
                  <a:lnTo>
                    <a:pt x="3051316" y="4997209"/>
                  </a:lnTo>
                  <a:lnTo>
                    <a:pt x="2981018" y="4993776"/>
                  </a:lnTo>
                  <a:lnTo>
                    <a:pt x="2916601" y="4989930"/>
                  </a:lnTo>
                  <a:lnTo>
                    <a:pt x="2857311" y="4985612"/>
                  </a:lnTo>
                  <a:lnTo>
                    <a:pt x="2802236" y="4980751"/>
                  </a:lnTo>
                  <a:lnTo>
                    <a:pt x="2750407" y="4975279"/>
                  </a:lnTo>
                  <a:lnTo>
                    <a:pt x="2700896" y="4969136"/>
                  </a:lnTo>
                  <a:lnTo>
                    <a:pt x="2667772" y="4964507"/>
                  </a:lnTo>
                  <a:lnTo>
                    <a:pt x="2615542" y="4956385"/>
                  </a:lnTo>
                  <a:lnTo>
                    <a:pt x="2563813" y="4947389"/>
                  </a:lnTo>
                  <a:lnTo>
                    <a:pt x="2512005" y="4937507"/>
                  </a:lnTo>
                  <a:lnTo>
                    <a:pt x="2459736" y="4926762"/>
                  </a:lnTo>
                  <a:lnTo>
                    <a:pt x="2406795" y="4915216"/>
                  </a:lnTo>
                  <a:lnTo>
                    <a:pt x="2353122" y="4902970"/>
                  </a:lnTo>
                  <a:lnTo>
                    <a:pt x="2298784" y="4890163"/>
                  </a:lnTo>
                  <a:lnTo>
                    <a:pt x="2243951" y="4876967"/>
                  </a:lnTo>
                  <a:lnTo>
                    <a:pt x="2188864" y="4863580"/>
                  </a:lnTo>
                  <a:lnTo>
                    <a:pt x="2133800" y="4850211"/>
                  </a:lnTo>
                  <a:lnTo>
                    <a:pt x="2079033" y="4837067"/>
                  </a:lnTo>
                  <a:lnTo>
                    <a:pt x="2024796" y="4824341"/>
                  </a:lnTo>
                  <a:lnTo>
                    <a:pt x="1971243" y="4812202"/>
                  </a:lnTo>
                  <a:lnTo>
                    <a:pt x="1918421" y="4800783"/>
                  </a:lnTo>
                  <a:lnTo>
                    <a:pt x="1866248" y="4790178"/>
                  </a:lnTo>
                  <a:lnTo>
                    <a:pt x="1814484" y="4780442"/>
                  </a:lnTo>
                  <a:lnTo>
                    <a:pt x="1762717" y="4771592"/>
                  </a:lnTo>
                  <a:lnTo>
                    <a:pt x="1719082" y="4764874"/>
                  </a:lnTo>
                  <a:lnTo>
                    <a:pt x="1670685" y="4758251"/>
                  </a:lnTo>
                  <a:lnTo>
                    <a:pt x="1620543" y="4752323"/>
                  </a:lnTo>
                  <a:lnTo>
                    <a:pt x="1567804" y="4747049"/>
                  </a:lnTo>
                  <a:lnTo>
                    <a:pt x="1511515" y="4742366"/>
                  </a:lnTo>
                  <a:lnTo>
                    <a:pt x="1450715" y="4738202"/>
                  </a:lnTo>
                  <a:lnTo>
                    <a:pt x="1384530" y="4734491"/>
                  </a:lnTo>
                  <a:lnTo>
                    <a:pt x="1312286" y="4731176"/>
                  </a:lnTo>
                  <a:lnTo>
                    <a:pt x="1233672" y="4728210"/>
                  </a:lnTo>
                  <a:lnTo>
                    <a:pt x="1148954" y="4725563"/>
                  </a:lnTo>
                  <a:lnTo>
                    <a:pt x="1059212" y="4723218"/>
                  </a:lnTo>
                  <a:lnTo>
                    <a:pt x="966555" y="4721170"/>
                  </a:lnTo>
                  <a:lnTo>
                    <a:pt x="874214" y="4719424"/>
                  </a:lnTo>
                  <a:lnTo>
                    <a:pt x="786385" y="4717986"/>
                  </a:lnTo>
                  <a:lnTo>
                    <a:pt x="707708" y="4716860"/>
                  </a:lnTo>
                  <a:lnTo>
                    <a:pt x="642435" y="4716036"/>
                  </a:lnTo>
                  <a:lnTo>
                    <a:pt x="593445" y="4715486"/>
                  </a:lnTo>
                  <a:lnTo>
                    <a:pt x="561462" y="4715165"/>
                  </a:lnTo>
                  <a:lnTo>
                    <a:pt x="544732" y="4715015"/>
                  </a:lnTo>
                  <a:lnTo>
                    <a:pt x="539167" y="4714969"/>
                  </a:lnTo>
                  <a:lnTo>
                    <a:pt x="538736" y="4714966"/>
                  </a:lnTo>
                  <a:lnTo>
                    <a:pt x="0" y="4714966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77" name="pl1977"/>
            <p:cNvSpPr/>
            <p:nvPr/>
          </p:nvSpPr>
          <p:spPr>
            <a:xfrm>
              <a:off x="546595" y="1126130"/>
              <a:ext cx="8234974" cy="5014415"/>
            </a:xfrm>
            <a:custGeom>
              <a:avLst/>
              <a:pathLst>
                <a:path w="8234974" h="5014415">
                  <a:moveTo>
                    <a:pt x="0" y="4714966"/>
                  </a:moveTo>
                  <a:lnTo>
                    <a:pt x="538736" y="4714966"/>
                  </a:lnTo>
                  <a:lnTo>
                    <a:pt x="540037" y="4714976"/>
                  </a:lnTo>
                  <a:lnTo>
                    <a:pt x="548526" y="4715047"/>
                  </a:lnTo>
                  <a:lnTo>
                    <a:pt x="569685" y="4715244"/>
                  </a:lnTo>
                  <a:lnTo>
                    <a:pt x="606912" y="4715631"/>
                  </a:lnTo>
                  <a:lnTo>
                    <a:pt x="661181" y="4716262"/>
                  </a:lnTo>
                  <a:lnTo>
                    <a:pt x="731034" y="4717178"/>
                  </a:lnTo>
                  <a:lnTo>
                    <a:pt x="813065" y="4718402"/>
                  </a:lnTo>
                  <a:lnTo>
                    <a:pt x="902796" y="4719937"/>
                  </a:lnTo>
                  <a:lnTo>
                    <a:pt x="995648" y="4721778"/>
                  </a:lnTo>
                  <a:lnTo>
                    <a:pt x="1087689" y="4723919"/>
                  </a:lnTo>
                  <a:lnTo>
                    <a:pt x="1176035" y="4726357"/>
                  </a:lnTo>
                  <a:lnTo>
                    <a:pt x="1258918" y="4729101"/>
                  </a:lnTo>
                  <a:lnTo>
                    <a:pt x="1335539" y="4732172"/>
                  </a:lnTo>
                  <a:lnTo>
                    <a:pt x="1405836" y="4735606"/>
                  </a:lnTo>
                  <a:lnTo>
                    <a:pt x="1470254" y="4739451"/>
                  </a:lnTo>
                  <a:lnTo>
                    <a:pt x="1529543" y="4743770"/>
                  </a:lnTo>
                  <a:lnTo>
                    <a:pt x="1584619" y="4748630"/>
                  </a:lnTo>
                  <a:lnTo>
                    <a:pt x="1636447" y="4754102"/>
                  </a:lnTo>
                  <a:lnTo>
                    <a:pt x="1685959" y="4760246"/>
                  </a:lnTo>
                  <a:lnTo>
                    <a:pt x="1719082" y="4764874"/>
                  </a:lnTo>
                  <a:lnTo>
                    <a:pt x="1771312" y="4772996"/>
                  </a:lnTo>
                  <a:lnTo>
                    <a:pt x="1823042" y="4781993"/>
                  </a:lnTo>
                  <a:lnTo>
                    <a:pt x="1874850" y="4791875"/>
                  </a:lnTo>
                  <a:lnTo>
                    <a:pt x="1927119" y="4802620"/>
                  </a:lnTo>
                  <a:lnTo>
                    <a:pt x="1980059" y="4814166"/>
                  </a:lnTo>
                  <a:lnTo>
                    <a:pt x="2033732" y="4826412"/>
                  </a:lnTo>
                  <a:lnTo>
                    <a:pt x="2088070" y="4839219"/>
                  </a:lnTo>
                  <a:lnTo>
                    <a:pt x="2142904" y="4852414"/>
                  </a:lnTo>
                  <a:lnTo>
                    <a:pt x="2197991" y="4865801"/>
                  </a:lnTo>
                  <a:lnTo>
                    <a:pt x="2253055" y="4879171"/>
                  </a:lnTo>
                  <a:lnTo>
                    <a:pt x="2307822" y="4892315"/>
                  </a:lnTo>
                  <a:lnTo>
                    <a:pt x="2362059" y="4905040"/>
                  </a:lnTo>
                  <a:lnTo>
                    <a:pt x="2415612" y="4917179"/>
                  </a:lnTo>
                  <a:lnTo>
                    <a:pt x="2468433" y="4928599"/>
                  </a:lnTo>
                  <a:lnTo>
                    <a:pt x="2520607" y="4939204"/>
                  </a:lnTo>
                  <a:lnTo>
                    <a:pt x="2572371" y="4948940"/>
                  </a:lnTo>
                  <a:lnTo>
                    <a:pt x="2624137" y="4957790"/>
                  </a:lnTo>
                  <a:lnTo>
                    <a:pt x="2667772" y="4964507"/>
                  </a:lnTo>
                  <a:lnTo>
                    <a:pt x="2716170" y="4971130"/>
                  </a:lnTo>
                  <a:lnTo>
                    <a:pt x="2766311" y="4977059"/>
                  </a:lnTo>
                  <a:lnTo>
                    <a:pt x="2819051" y="4982333"/>
                  </a:lnTo>
                  <a:lnTo>
                    <a:pt x="2875340" y="4987016"/>
                  </a:lnTo>
                  <a:lnTo>
                    <a:pt x="2936139" y="4991179"/>
                  </a:lnTo>
                  <a:lnTo>
                    <a:pt x="3002324" y="4994890"/>
                  </a:lnTo>
                  <a:lnTo>
                    <a:pt x="3074569" y="4998206"/>
                  </a:lnTo>
                  <a:lnTo>
                    <a:pt x="3153183" y="5001172"/>
                  </a:lnTo>
                  <a:lnTo>
                    <a:pt x="3237900" y="5003818"/>
                  </a:lnTo>
                  <a:lnTo>
                    <a:pt x="3327642" y="5006163"/>
                  </a:lnTo>
                  <a:lnTo>
                    <a:pt x="3420300" y="5008211"/>
                  </a:lnTo>
                  <a:lnTo>
                    <a:pt x="3512640" y="5009958"/>
                  </a:lnTo>
                  <a:lnTo>
                    <a:pt x="3600470" y="5011396"/>
                  </a:lnTo>
                  <a:lnTo>
                    <a:pt x="3679146" y="5012522"/>
                  </a:lnTo>
                  <a:lnTo>
                    <a:pt x="3744419" y="5013346"/>
                  </a:lnTo>
                  <a:lnTo>
                    <a:pt x="3793410" y="5013896"/>
                  </a:lnTo>
                  <a:lnTo>
                    <a:pt x="3825393" y="5014216"/>
                  </a:lnTo>
                  <a:lnTo>
                    <a:pt x="3842123" y="5014367"/>
                  </a:lnTo>
                  <a:lnTo>
                    <a:pt x="3847687" y="5014412"/>
                  </a:lnTo>
                  <a:lnTo>
                    <a:pt x="3848118" y="5014415"/>
                  </a:lnTo>
                  <a:lnTo>
                    <a:pt x="4386855" y="5014415"/>
                  </a:lnTo>
                  <a:lnTo>
                    <a:pt x="4387702" y="5014308"/>
                  </a:lnTo>
                  <a:lnTo>
                    <a:pt x="4393279" y="5013542"/>
                  </a:lnTo>
                  <a:lnTo>
                    <a:pt x="4407381" y="5011426"/>
                  </a:lnTo>
                  <a:lnTo>
                    <a:pt x="4432689" y="5007258"/>
                  </a:lnTo>
                  <a:lnTo>
                    <a:pt x="4470601" y="5000383"/>
                  </a:lnTo>
                  <a:lnTo>
                    <a:pt x="4521115" y="4990255"/>
                  </a:lnTo>
                  <a:lnTo>
                    <a:pt x="4582919" y="4976489"/>
                  </a:lnTo>
                  <a:lnTo>
                    <a:pt x="4653681" y="4958875"/>
                  </a:lnTo>
                  <a:lnTo>
                    <a:pt x="4730499" y="4937358"/>
                  </a:lnTo>
                  <a:lnTo>
                    <a:pt x="4810374" y="4911985"/>
                  </a:lnTo>
                  <a:lnTo>
                    <a:pt x="4890601" y="4882842"/>
                  </a:lnTo>
                  <a:lnTo>
                    <a:pt x="4969011" y="4849983"/>
                  </a:lnTo>
                  <a:lnTo>
                    <a:pt x="5044062" y="4813390"/>
                  </a:lnTo>
                  <a:lnTo>
                    <a:pt x="5114821" y="4772931"/>
                  </a:lnTo>
                  <a:lnTo>
                    <a:pt x="5180866" y="4728350"/>
                  </a:lnTo>
                  <a:lnTo>
                    <a:pt x="5242175" y="4679257"/>
                  </a:lnTo>
                  <a:lnTo>
                    <a:pt x="5299011" y="4625135"/>
                  </a:lnTo>
                  <a:lnTo>
                    <a:pt x="5351823" y="4565352"/>
                  </a:lnTo>
                  <a:lnTo>
                    <a:pt x="5401173" y="4499189"/>
                  </a:lnTo>
                  <a:lnTo>
                    <a:pt x="5447678" y="4425877"/>
                  </a:lnTo>
                  <a:lnTo>
                    <a:pt x="5491961" y="4344675"/>
                  </a:lnTo>
                  <a:lnTo>
                    <a:pt x="5534612" y="4254994"/>
                  </a:lnTo>
                  <a:lnTo>
                    <a:pt x="5567201" y="4178679"/>
                  </a:lnTo>
                  <a:lnTo>
                    <a:pt x="5594895" y="4108638"/>
                  </a:lnTo>
                  <a:lnTo>
                    <a:pt x="5622355" y="4034574"/>
                  </a:lnTo>
                  <a:lnTo>
                    <a:pt x="5649690" y="3956410"/>
                  </a:lnTo>
                  <a:lnTo>
                    <a:pt x="5676990" y="3874102"/>
                  </a:lnTo>
                  <a:lnTo>
                    <a:pt x="5704331" y="3787652"/>
                  </a:lnTo>
                  <a:lnTo>
                    <a:pt x="5731770" y="3697102"/>
                  </a:lnTo>
                  <a:lnTo>
                    <a:pt x="5759354" y="3602548"/>
                  </a:lnTo>
                  <a:lnTo>
                    <a:pt x="5787115" y="3504133"/>
                  </a:lnTo>
                  <a:lnTo>
                    <a:pt x="5815073" y="3402054"/>
                  </a:lnTo>
                  <a:lnTo>
                    <a:pt x="5843236" y="3296558"/>
                  </a:lnTo>
                  <a:lnTo>
                    <a:pt x="5871605" y="3187947"/>
                  </a:lnTo>
                  <a:lnTo>
                    <a:pt x="5900166" y="3076569"/>
                  </a:lnTo>
                  <a:lnTo>
                    <a:pt x="5928902" y="2962819"/>
                  </a:lnTo>
                  <a:lnTo>
                    <a:pt x="5957784" y="2847133"/>
                  </a:lnTo>
                  <a:lnTo>
                    <a:pt x="5986782" y="2729979"/>
                  </a:lnTo>
                  <a:lnTo>
                    <a:pt x="6015856" y="2611853"/>
                  </a:lnTo>
                  <a:lnTo>
                    <a:pt x="6044967" y="2493267"/>
                  </a:lnTo>
                  <a:lnTo>
                    <a:pt x="6074073" y="2374743"/>
                  </a:lnTo>
                  <a:lnTo>
                    <a:pt x="6103133" y="2256799"/>
                  </a:lnTo>
                  <a:lnTo>
                    <a:pt x="6132107" y="2139947"/>
                  </a:lnTo>
                  <a:lnTo>
                    <a:pt x="6160958" y="2024675"/>
                  </a:lnTo>
                  <a:lnTo>
                    <a:pt x="6189654" y="1911445"/>
                  </a:lnTo>
                  <a:lnTo>
                    <a:pt x="6218172" y="1800683"/>
                  </a:lnTo>
                  <a:lnTo>
                    <a:pt x="6246493" y="1692774"/>
                  </a:lnTo>
                  <a:lnTo>
                    <a:pt x="6274608" y="1588056"/>
                  </a:lnTo>
                  <a:lnTo>
                    <a:pt x="6302518" y="1486818"/>
                  </a:lnTo>
                  <a:lnTo>
                    <a:pt x="6330235" y="1389294"/>
                  </a:lnTo>
                  <a:lnTo>
                    <a:pt x="6357782" y="1295670"/>
                  </a:lnTo>
                  <a:lnTo>
                    <a:pt x="6385193" y="1206077"/>
                  </a:lnTo>
                  <a:lnTo>
                    <a:pt x="6412519" y="1120598"/>
                  </a:lnTo>
                  <a:lnTo>
                    <a:pt x="6439820" y="1039266"/>
                  </a:lnTo>
                  <a:lnTo>
                    <a:pt x="6467175" y="962070"/>
                  </a:lnTo>
                  <a:lnTo>
                    <a:pt x="6494680" y="888961"/>
                  </a:lnTo>
                  <a:lnTo>
                    <a:pt x="6515891" y="835735"/>
                  </a:lnTo>
                  <a:lnTo>
                    <a:pt x="6557628" y="739212"/>
                  </a:lnTo>
                  <a:lnTo>
                    <a:pt x="6600587" y="651408"/>
                  </a:lnTo>
                  <a:lnTo>
                    <a:pt x="6645300" y="571977"/>
                  </a:lnTo>
                  <a:lnTo>
                    <a:pt x="6692369" y="500282"/>
                  </a:lnTo>
                  <a:lnTo>
                    <a:pt x="6742420" y="435568"/>
                  </a:lnTo>
                  <a:lnTo>
                    <a:pt x="6796061" y="377073"/>
                  </a:lnTo>
                  <a:lnTo>
                    <a:pt x="6853834" y="324093"/>
                  </a:lnTo>
                  <a:lnTo>
                    <a:pt x="6916157" y="276019"/>
                  </a:lnTo>
                  <a:lnTo>
                    <a:pt x="6983239" y="232361"/>
                  </a:lnTo>
                  <a:lnTo>
                    <a:pt x="7054982" y="192759"/>
                  </a:lnTo>
                  <a:lnTo>
                    <a:pt x="7130861" y="156983"/>
                  </a:lnTo>
                  <a:lnTo>
                    <a:pt x="7209818" y="124930"/>
                  </a:lnTo>
                  <a:lnTo>
                    <a:pt x="7290174" y="96598"/>
                  </a:lnTo>
                  <a:lnTo>
                    <a:pt x="7369631" y="72056"/>
                  </a:lnTo>
                  <a:lnTo>
                    <a:pt x="7445392" y="51385"/>
                  </a:lnTo>
                  <a:lnTo>
                    <a:pt x="7514444" y="34615"/>
                  </a:lnTo>
                  <a:lnTo>
                    <a:pt x="7573966" y="21663"/>
                  </a:lnTo>
                  <a:lnTo>
                    <a:pt x="7621815" y="12280"/>
                  </a:lnTo>
                  <a:lnTo>
                    <a:pt x="7656942" y="6043"/>
                  </a:lnTo>
                  <a:lnTo>
                    <a:pt x="7679651" y="2379"/>
                  </a:lnTo>
                  <a:lnTo>
                    <a:pt x="7691633" y="616"/>
                  </a:lnTo>
                  <a:lnTo>
                    <a:pt x="7695826" y="5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8" name="pl1978"/>
            <p:cNvSpPr/>
            <p:nvPr/>
          </p:nvSpPr>
          <p:spPr>
            <a:xfrm>
              <a:off x="546595" y="1120685"/>
              <a:ext cx="8234974" cy="5014415"/>
            </a:xfrm>
            <a:custGeom>
              <a:avLst/>
              <a:pathLst>
                <a:path w="8234974" h="5014415">
                  <a:moveTo>
                    <a:pt x="8234974" y="0"/>
                  </a:moveTo>
                  <a:lnTo>
                    <a:pt x="7696237" y="0"/>
                  </a:lnTo>
                  <a:lnTo>
                    <a:pt x="7695391" y="107"/>
                  </a:lnTo>
                  <a:lnTo>
                    <a:pt x="7689813" y="873"/>
                  </a:lnTo>
                  <a:lnTo>
                    <a:pt x="7675712" y="2989"/>
                  </a:lnTo>
                  <a:lnTo>
                    <a:pt x="7650403" y="7157"/>
                  </a:lnTo>
                  <a:lnTo>
                    <a:pt x="7612492" y="14032"/>
                  </a:lnTo>
                  <a:lnTo>
                    <a:pt x="7561977" y="24160"/>
                  </a:lnTo>
                  <a:lnTo>
                    <a:pt x="7500174" y="37926"/>
                  </a:lnTo>
                  <a:lnTo>
                    <a:pt x="7429412" y="55540"/>
                  </a:lnTo>
                  <a:lnTo>
                    <a:pt x="7352593" y="77057"/>
                  </a:lnTo>
                  <a:lnTo>
                    <a:pt x="7272718" y="102430"/>
                  </a:lnTo>
                  <a:lnTo>
                    <a:pt x="7192491" y="131573"/>
                  </a:lnTo>
                  <a:lnTo>
                    <a:pt x="7114082" y="164432"/>
                  </a:lnTo>
                  <a:lnTo>
                    <a:pt x="7039030" y="201025"/>
                  </a:lnTo>
                  <a:lnTo>
                    <a:pt x="6968271" y="241484"/>
                  </a:lnTo>
                  <a:lnTo>
                    <a:pt x="6902226" y="286065"/>
                  </a:lnTo>
                  <a:lnTo>
                    <a:pt x="6840917" y="335158"/>
                  </a:lnTo>
                  <a:lnTo>
                    <a:pt x="6784082" y="389280"/>
                  </a:lnTo>
                  <a:lnTo>
                    <a:pt x="6731270" y="449062"/>
                  </a:lnTo>
                  <a:lnTo>
                    <a:pt x="6681919" y="515226"/>
                  </a:lnTo>
                  <a:lnTo>
                    <a:pt x="6635414" y="588538"/>
                  </a:lnTo>
                  <a:lnTo>
                    <a:pt x="6591131" y="669740"/>
                  </a:lnTo>
                  <a:lnTo>
                    <a:pt x="6548480" y="759421"/>
                  </a:lnTo>
                  <a:lnTo>
                    <a:pt x="6515891" y="835735"/>
                  </a:lnTo>
                  <a:lnTo>
                    <a:pt x="6488197" y="905777"/>
                  </a:lnTo>
                  <a:lnTo>
                    <a:pt x="6460738" y="979841"/>
                  </a:lnTo>
                  <a:lnTo>
                    <a:pt x="6433403" y="1058005"/>
                  </a:lnTo>
                  <a:lnTo>
                    <a:pt x="6406102" y="1140312"/>
                  </a:lnTo>
                  <a:lnTo>
                    <a:pt x="6378762" y="1226763"/>
                  </a:lnTo>
                  <a:lnTo>
                    <a:pt x="6351322" y="1317313"/>
                  </a:lnTo>
                  <a:lnTo>
                    <a:pt x="6323738" y="1411867"/>
                  </a:lnTo>
                  <a:lnTo>
                    <a:pt x="6295978" y="1510282"/>
                  </a:lnTo>
                  <a:lnTo>
                    <a:pt x="6268020" y="1612361"/>
                  </a:lnTo>
                  <a:lnTo>
                    <a:pt x="6239856" y="1717857"/>
                  </a:lnTo>
                  <a:lnTo>
                    <a:pt x="6211488" y="1826468"/>
                  </a:lnTo>
                  <a:lnTo>
                    <a:pt x="6182926" y="1937846"/>
                  </a:lnTo>
                  <a:lnTo>
                    <a:pt x="6154191" y="2051596"/>
                  </a:lnTo>
                  <a:lnTo>
                    <a:pt x="6125308" y="2167282"/>
                  </a:lnTo>
                  <a:lnTo>
                    <a:pt x="6096311" y="2284436"/>
                  </a:lnTo>
                  <a:lnTo>
                    <a:pt x="6067236" y="2402562"/>
                  </a:lnTo>
                  <a:lnTo>
                    <a:pt x="6038125" y="2521148"/>
                  </a:lnTo>
                  <a:lnTo>
                    <a:pt x="6009019" y="2639672"/>
                  </a:lnTo>
                  <a:lnTo>
                    <a:pt x="5979959" y="2757616"/>
                  </a:lnTo>
                  <a:lnTo>
                    <a:pt x="5950986" y="2874468"/>
                  </a:lnTo>
                  <a:lnTo>
                    <a:pt x="5922135" y="2989740"/>
                  </a:lnTo>
                  <a:lnTo>
                    <a:pt x="5893438" y="3102970"/>
                  </a:lnTo>
                  <a:lnTo>
                    <a:pt x="5864920" y="3213732"/>
                  </a:lnTo>
                  <a:lnTo>
                    <a:pt x="5836600" y="3321641"/>
                  </a:lnTo>
                  <a:lnTo>
                    <a:pt x="5808485" y="3426359"/>
                  </a:lnTo>
                  <a:lnTo>
                    <a:pt x="5780574" y="3527597"/>
                  </a:lnTo>
                  <a:lnTo>
                    <a:pt x="5752857" y="3625121"/>
                  </a:lnTo>
                  <a:lnTo>
                    <a:pt x="5725311" y="3718745"/>
                  </a:lnTo>
                  <a:lnTo>
                    <a:pt x="5697899" y="3808338"/>
                  </a:lnTo>
                  <a:lnTo>
                    <a:pt x="5670574" y="3893817"/>
                  </a:lnTo>
                  <a:lnTo>
                    <a:pt x="5643273" y="3975149"/>
                  </a:lnTo>
                  <a:lnTo>
                    <a:pt x="5615917" y="4052345"/>
                  </a:lnTo>
                  <a:lnTo>
                    <a:pt x="5588413" y="4125454"/>
                  </a:lnTo>
                  <a:lnTo>
                    <a:pt x="5567201" y="4178679"/>
                  </a:lnTo>
                  <a:lnTo>
                    <a:pt x="5525464" y="4275203"/>
                  </a:lnTo>
                  <a:lnTo>
                    <a:pt x="5482506" y="4363007"/>
                  </a:lnTo>
                  <a:lnTo>
                    <a:pt x="5437793" y="4442438"/>
                  </a:lnTo>
                  <a:lnTo>
                    <a:pt x="5390723" y="4514133"/>
                  </a:lnTo>
                  <a:lnTo>
                    <a:pt x="5340672" y="4578847"/>
                  </a:lnTo>
                  <a:lnTo>
                    <a:pt x="5287032" y="4637342"/>
                  </a:lnTo>
                  <a:lnTo>
                    <a:pt x="5229258" y="4690322"/>
                  </a:lnTo>
                  <a:lnTo>
                    <a:pt x="5166935" y="4738396"/>
                  </a:lnTo>
                  <a:lnTo>
                    <a:pt x="5099853" y="4782054"/>
                  </a:lnTo>
                  <a:lnTo>
                    <a:pt x="5028111" y="4821656"/>
                  </a:lnTo>
                  <a:lnTo>
                    <a:pt x="4952231" y="4857432"/>
                  </a:lnTo>
                  <a:lnTo>
                    <a:pt x="4873274" y="4889485"/>
                  </a:lnTo>
                  <a:lnTo>
                    <a:pt x="4792918" y="4917817"/>
                  </a:lnTo>
                  <a:lnTo>
                    <a:pt x="4713462" y="4942359"/>
                  </a:lnTo>
                  <a:lnTo>
                    <a:pt x="4637700" y="4963030"/>
                  </a:lnTo>
                  <a:lnTo>
                    <a:pt x="4568648" y="4979800"/>
                  </a:lnTo>
                  <a:lnTo>
                    <a:pt x="4509126" y="4992752"/>
                  </a:lnTo>
                  <a:lnTo>
                    <a:pt x="4461278" y="5002135"/>
                  </a:lnTo>
                  <a:lnTo>
                    <a:pt x="4426151" y="5008372"/>
                  </a:lnTo>
                  <a:lnTo>
                    <a:pt x="4403441" y="5012036"/>
                  </a:lnTo>
                  <a:lnTo>
                    <a:pt x="4391459" y="5013799"/>
                  </a:lnTo>
                  <a:lnTo>
                    <a:pt x="4387266" y="5014364"/>
                  </a:lnTo>
                  <a:lnTo>
                    <a:pt x="4386855" y="5014415"/>
                  </a:lnTo>
                  <a:lnTo>
                    <a:pt x="3848118" y="5014415"/>
                  </a:lnTo>
                  <a:lnTo>
                    <a:pt x="3846817" y="5014406"/>
                  </a:lnTo>
                  <a:lnTo>
                    <a:pt x="3838329" y="5014334"/>
                  </a:lnTo>
                  <a:lnTo>
                    <a:pt x="3817169" y="5014137"/>
                  </a:lnTo>
                  <a:lnTo>
                    <a:pt x="3779943" y="5013751"/>
                  </a:lnTo>
                  <a:lnTo>
                    <a:pt x="3725674" y="5013120"/>
                  </a:lnTo>
                  <a:lnTo>
                    <a:pt x="3655820" y="5012203"/>
                  </a:lnTo>
                  <a:lnTo>
                    <a:pt x="3573790" y="5010980"/>
                  </a:lnTo>
                  <a:lnTo>
                    <a:pt x="3484059" y="5009445"/>
                  </a:lnTo>
                  <a:lnTo>
                    <a:pt x="3391207" y="5007603"/>
                  </a:lnTo>
                  <a:lnTo>
                    <a:pt x="3299166" y="5005462"/>
                  </a:lnTo>
                  <a:lnTo>
                    <a:pt x="3210819" y="5003024"/>
                  </a:lnTo>
                  <a:lnTo>
                    <a:pt x="3127936" y="5000280"/>
                  </a:lnTo>
                  <a:lnTo>
                    <a:pt x="3051316" y="4997209"/>
                  </a:lnTo>
                  <a:lnTo>
                    <a:pt x="2981018" y="4993776"/>
                  </a:lnTo>
                  <a:lnTo>
                    <a:pt x="2916601" y="4989930"/>
                  </a:lnTo>
                  <a:lnTo>
                    <a:pt x="2857311" y="4985612"/>
                  </a:lnTo>
                  <a:lnTo>
                    <a:pt x="2802236" y="4980751"/>
                  </a:lnTo>
                  <a:lnTo>
                    <a:pt x="2750407" y="4975279"/>
                  </a:lnTo>
                  <a:lnTo>
                    <a:pt x="2700896" y="4969136"/>
                  </a:lnTo>
                  <a:lnTo>
                    <a:pt x="2667772" y="4964507"/>
                  </a:lnTo>
                  <a:lnTo>
                    <a:pt x="2615542" y="4956385"/>
                  </a:lnTo>
                  <a:lnTo>
                    <a:pt x="2563813" y="4947389"/>
                  </a:lnTo>
                  <a:lnTo>
                    <a:pt x="2512005" y="4937507"/>
                  </a:lnTo>
                  <a:lnTo>
                    <a:pt x="2459736" y="4926762"/>
                  </a:lnTo>
                  <a:lnTo>
                    <a:pt x="2406795" y="4915216"/>
                  </a:lnTo>
                  <a:lnTo>
                    <a:pt x="2353122" y="4902970"/>
                  </a:lnTo>
                  <a:lnTo>
                    <a:pt x="2298784" y="4890163"/>
                  </a:lnTo>
                  <a:lnTo>
                    <a:pt x="2243951" y="4876967"/>
                  </a:lnTo>
                  <a:lnTo>
                    <a:pt x="2188864" y="4863580"/>
                  </a:lnTo>
                  <a:lnTo>
                    <a:pt x="2133800" y="4850211"/>
                  </a:lnTo>
                  <a:lnTo>
                    <a:pt x="2079033" y="4837067"/>
                  </a:lnTo>
                  <a:lnTo>
                    <a:pt x="2024796" y="4824341"/>
                  </a:lnTo>
                  <a:lnTo>
                    <a:pt x="1971243" y="4812202"/>
                  </a:lnTo>
                  <a:lnTo>
                    <a:pt x="1918421" y="4800783"/>
                  </a:lnTo>
                  <a:lnTo>
                    <a:pt x="1866248" y="4790178"/>
                  </a:lnTo>
                  <a:lnTo>
                    <a:pt x="1814484" y="4780442"/>
                  </a:lnTo>
                  <a:lnTo>
                    <a:pt x="1762717" y="4771592"/>
                  </a:lnTo>
                  <a:lnTo>
                    <a:pt x="1719082" y="4764874"/>
                  </a:lnTo>
                  <a:lnTo>
                    <a:pt x="1670685" y="4758251"/>
                  </a:lnTo>
                  <a:lnTo>
                    <a:pt x="1620543" y="4752323"/>
                  </a:lnTo>
                  <a:lnTo>
                    <a:pt x="1567804" y="4747049"/>
                  </a:lnTo>
                  <a:lnTo>
                    <a:pt x="1511515" y="4742366"/>
                  </a:lnTo>
                  <a:lnTo>
                    <a:pt x="1450715" y="4738202"/>
                  </a:lnTo>
                  <a:lnTo>
                    <a:pt x="1384530" y="4734491"/>
                  </a:lnTo>
                  <a:lnTo>
                    <a:pt x="1312286" y="4731176"/>
                  </a:lnTo>
                  <a:lnTo>
                    <a:pt x="1233672" y="4728210"/>
                  </a:lnTo>
                  <a:lnTo>
                    <a:pt x="1148954" y="4725563"/>
                  </a:lnTo>
                  <a:lnTo>
                    <a:pt x="1059212" y="4723218"/>
                  </a:lnTo>
                  <a:lnTo>
                    <a:pt x="966555" y="4721170"/>
                  </a:lnTo>
                  <a:lnTo>
                    <a:pt x="874214" y="4719424"/>
                  </a:lnTo>
                  <a:lnTo>
                    <a:pt x="786385" y="4717986"/>
                  </a:lnTo>
                  <a:lnTo>
                    <a:pt x="707708" y="4716860"/>
                  </a:lnTo>
                  <a:lnTo>
                    <a:pt x="642435" y="4716036"/>
                  </a:lnTo>
                  <a:lnTo>
                    <a:pt x="593445" y="4715486"/>
                  </a:lnTo>
                  <a:lnTo>
                    <a:pt x="561462" y="4715165"/>
                  </a:lnTo>
                  <a:lnTo>
                    <a:pt x="544732" y="4715015"/>
                  </a:lnTo>
                  <a:lnTo>
                    <a:pt x="539167" y="4714969"/>
                  </a:lnTo>
                  <a:lnTo>
                    <a:pt x="538736" y="4714966"/>
                  </a:lnTo>
                  <a:lnTo>
                    <a:pt x="0" y="471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9" name="pg1979"/>
            <p:cNvSpPr/>
            <p:nvPr/>
          </p:nvSpPr>
          <p:spPr>
            <a:xfrm>
              <a:off x="546595" y="1077129"/>
              <a:ext cx="8234974" cy="4747633"/>
            </a:xfrm>
            <a:custGeom>
              <a:avLst/>
              <a:pathLst>
                <a:path w="8234974" h="4747633">
                  <a:moveTo>
                    <a:pt x="0" y="4747633"/>
                  </a:moveTo>
                  <a:lnTo>
                    <a:pt x="538736" y="4747633"/>
                  </a:lnTo>
                  <a:lnTo>
                    <a:pt x="539981" y="4747576"/>
                  </a:lnTo>
                  <a:lnTo>
                    <a:pt x="548108" y="4747168"/>
                  </a:lnTo>
                  <a:lnTo>
                    <a:pt x="568402" y="4746039"/>
                  </a:lnTo>
                  <a:lnTo>
                    <a:pt x="604189" y="4743824"/>
                  </a:lnTo>
                  <a:lnTo>
                    <a:pt x="656528" y="4740200"/>
                  </a:lnTo>
                  <a:lnTo>
                    <a:pt x="724172" y="4734930"/>
                  </a:lnTo>
                  <a:lnTo>
                    <a:pt x="803988" y="4727881"/>
                  </a:lnTo>
                  <a:lnTo>
                    <a:pt x="891753" y="4719016"/>
                  </a:lnTo>
                  <a:lnTo>
                    <a:pt x="983055" y="4708361"/>
                  </a:lnTo>
                  <a:lnTo>
                    <a:pt x="1074030" y="4695959"/>
                  </a:lnTo>
                  <a:lnTo>
                    <a:pt x="1161769" y="4681829"/>
                  </a:lnTo>
                  <a:lnTo>
                    <a:pt x="1244417" y="4665933"/>
                  </a:lnTo>
                  <a:lnTo>
                    <a:pt x="1321069" y="4648161"/>
                  </a:lnTo>
                  <a:lnTo>
                    <a:pt x="1391550" y="4628325"/>
                  </a:lnTo>
                  <a:lnTo>
                    <a:pt x="1456206" y="4606158"/>
                  </a:lnTo>
                  <a:lnTo>
                    <a:pt x="1515703" y="4581324"/>
                  </a:lnTo>
                  <a:lnTo>
                    <a:pt x="1570891" y="4553435"/>
                  </a:lnTo>
                  <a:lnTo>
                    <a:pt x="1622689" y="4522085"/>
                  </a:lnTo>
                  <a:lnTo>
                    <a:pt x="1672003" y="4486909"/>
                  </a:lnTo>
                  <a:lnTo>
                    <a:pt x="1719082" y="4448184"/>
                  </a:lnTo>
                  <a:lnTo>
                    <a:pt x="1760749" y="4409787"/>
                  </a:lnTo>
                  <a:lnTo>
                    <a:pt x="1802010" y="4368080"/>
                  </a:lnTo>
                  <a:lnTo>
                    <a:pt x="1843193" y="4323001"/>
                  </a:lnTo>
                  <a:lnTo>
                    <a:pt x="1884537" y="4274563"/>
                  </a:lnTo>
                  <a:lnTo>
                    <a:pt x="1926209" y="4222870"/>
                  </a:lnTo>
                  <a:lnTo>
                    <a:pt x="1968309" y="4168116"/>
                  </a:lnTo>
                  <a:lnTo>
                    <a:pt x="2010875" y="4110594"/>
                  </a:lnTo>
                  <a:lnTo>
                    <a:pt x="2053892" y="4050691"/>
                  </a:lnTo>
                  <a:lnTo>
                    <a:pt x="2097300" y="3988880"/>
                  </a:lnTo>
                  <a:lnTo>
                    <a:pt x="2141000" y="3925710"/>
                  </a:lnTo>
                  <a:lnTo>
                    <a:pt x="2184868" y="3861782"/>
                  </a:lnTo>
                  <a:lnTo>
                    <a:pt x="2228764" y="3797729"/>
                  </a:lnTo>
                  <a:lnTo>
                    <a:pt x="2272545" y="3734189"/>
                  </a:lnTo>
                  <a:lnTo>
                    <a:pt x="2316080" y="3671780"/>
                  </a:lnTo>
                  <a:lnTo>
                    <a:pt x="2359259" y="3611072"/>
                  </a:lnTo>
                  <a:lnTo>
                    <a:pt x="2402006" y="3552571"/>
                  </a:lnTo>
                  <a:lnTo>
                    <a:pt x="2444286" y="3496698"/>
                  </a:lnTo>
                  <a:lnTo>
                    <a:pt x="2486117" y="3443782"/>
                  </a:lnTo>
                  <a:lnTo>
                    <a:pt x="2527573" y="3394058"/>
                  </a:lnTo>
                  <a:lnTo>
                    <a:pt x="2568794" y="3347663"/>
                  </a:lnTo>
                  <a:lnTo>
                    <a:pt x="2609991" y="3304645"/>
                  </a:lnTo>
                  <a:lnTo>
                    <a:pt x="2651454" y="3264970"/>
                  </a:lnTo>
                  <a:lnTo>
                    <a:pt x="2667772" y="3250386"/>
                  </a:lnTo>
                  <a:lnTo>
                    <a:pt x="2715431" y="3211216"/>
                  </a:lnTo>
                  <a:lnTo>
                    <a:pt x="2764770" y="3176088"/>
                  </a:lnTo>
                  <a:lnTo>
                    <a:pt x="2816603" y="3144782"/>
                  </a:lnTo>
                  <a:lnTo>
                    <a:pt x="2871837" y="3116932"/>
                  </a:lnTo>
                  <a:lnTo>
                    <a:pt x="2931392" y="3092132"/>
                  </a:lnTo>
                  <a:lnTo>
                    <a:pt x="2996114" y="3069995"/>
                  </a:lnTo>
                  <a:lnTo>
                    <a:pt x="3066668" y="3050185"/>
                  </a:lnTo>
                  <a:lnTo>
                    <a:pt x="3143394" y="3032436"/>
                  </a:lnTo>
                  <a:lnTo>
                    <a:pt x="3226110" y="3016562"/>
                  </a:lnTo>
                  <a:lnTo>
                    <a:pt x="3313901" y="3002452"/>
                  </a:lnTo>
                  <a:lnTo>
                    <a:pt x="3404899" y="2990071"/>
                  </a:lnTo>
                  <a:lnTo>
                    <a:pt x="3496184" y="2979437"/>
                  </a:lnTo>
                  <a:lnTo>
                    <a:pt x="3583879" y="2970594"/>
                  </a:lnTo>
                  <a:lnTo>
                    <a:pt x="3663573" y="2963567"/>
                  </a:lnTo>
                  <a:lnTo>
                    <a:pt x="3731049" y="2958317"/>
                  </a:lnTo>
                  <a:lnTo>
                    <a:pt x="3783193" y="2954712"/>
                  </a:lnTo>
                  <a:lnTo>
                    <a:pt x="3818783" y="2952512"/>
                  </a:lnTo>
                  <a:lnTo>
                    <a:pt x="3838907" y="2951394"/>
                  </a:lnTo>
                  <a:lnTo>
                    <a:pt x="3846917" y="2950992"/>
                  </a:lnTo>
                  <a:lnTo>
                    <a:pt x="3848118" y="2950937"/>
                  </a:lnTo>
                  <a:lnTo>
                    <a:pt x="4386855" y="2950937"/>
                  </a:lnTo>
                  <a:lnTo>
                    <a:pt x="4388014" y="2950850"/>
                  </a:lnTo>
                  <a:lnTo>
                    <a:pt x="4395594" y="2950228"/>
                  </a:lnTo>
                  <a:lnTo>
                    <a:pt x="4414569" y="2948510"/>
                  </a:lnTo>
                  <a:lnTo>
                    <a:pt x="4448153" y="2945134"/>
                  </a:lnTo>
                  <a:lnTo>
                    <a:pt x="4497514" y="2939601"/>
                  </a:lnTo>
                  <a:lnTo>
                    <a:pt x="4561711" y="2931532"/>
                  </a:lnTo>
                  <a:lnTo>
                    <a:pt x="4638021" y="2920705"/>
                  </a:lnTo>
                  <a:lnTo>
                    <a:pt x="4722614" y="2907042"/>
                  </a:lnTo>
                  <a:lnTo>
                    <a:pt x="4811360" y="2890573"/>
                  </a:lnTo>
                  <a:lnTo>
                    <a:pt x="4900518" y="2871361"/>
                  </a:lnTo>
                  <a:lnTo>
                    <a:pt x="4987161" y="2849450"/>
                  </a:lnTo>
                  <a:lnTo>
                    <a:pt x="5069324" y="2824808"/>
                  </a:lnTo>
                  <a:lnTo>
                    <a:pt x="5145938" y="2797299"/>
                  </a:lnTo>
                  <a:lnTo>
                    <a:pt x="5216663" y="2766672"/>
                  </a:lnTo>
                  <a:lnTo>
                    <a:pt x="5281683" y="2732558"/>
                  </a:lnTo>
                  <a:lnTo>
                    <a:pt x="5341534" y="2694480"/>
                  </a:lnTo>
                  <a:lnTo>
                    <a:pt x="5396955" y="2651871"/>
                  </a:lnTo>
                  <a:lnTo>
                    <a:pt x="5448787" y="2604114"/>
                  </a:lnTo>
                  <a:lnTo>
                    <a:pt x="5497887" y="2550613"/>
                  </a:lnTo>
                  <a:lnTo>
                    <a:pt x="5545060" y="2490907"/>
                  </a:lnTo>
                  <a:lnTo>
                    <a:pt x="5567201" y="2460022"/>
                  </a:lnTo>
                  <a:lnTo>
                    <a:pt x="5602116" y="2407698"/>
                  </a:lnTo>
                  <a:lnTo>
                    <a:pt x="5636705" y="2351589"/>
                  </a:lnTo>
                  <a:lnTo>
                    <a:pt x="5671172" y="2291618"/>
                  </a:lnTo>
                  <a:lnTo>
                    <a:pt x="5705679" y="2227768"/>
                  </a:lnTo>
                  <a:lnTo>
                    <a:pt x="5740346" y="2160087"/>
                  </a:lnTo>
                  <a:lnTo>
                    <a:pt x="5775261" y="2088697"/>
                  </a:lnTo>
                  <a:lnTo>
                    <a:pt x="5810477" y="2013795"/>
                  </a:lnTo>
                  <a:lnTo>
                    <a:pt x="5846020" y="1935657"/>
                  </a:lnTo>
                  <a:lnTo>
                    <a:pt x="5881887" y="1854635"/>
                  </a:lnTo>
                  <a:lnTo>
                    <a:pt x="5918051" y="1771154"/>
                  </a:lnTo>
                  <a:lnTo>
                    <a:pt x="5954467" y="1685704"/>
                  </a:lnTo>
                  <a:lnTo>
                    <a:pt x="5991071" y="1598831"/>
                  </a:lnTo>
                  <a:lnTo>
                    <a:pt x="6027789" y="1511118"/>
                  </a:lnTo>
                  <a:lnTo>
                    <a:pt x="6064538" y="1423174"/>
                  </a:lnTo>
                  <a:lnTo>
                    <a:pt x="6101234" y="1335616"/>
                  </a:lnTo>
                  <a:lnTo>
                    <a:pt x="6137798" y="1249046"/>
                  </a:lnTo>
                  <a:lnTo>
                    <a:pt x="6174156" y="1164043"/>
                  </a:lnTo>
                  <a:lnTo>
                    <a:pt x="6210249" y="1081136"/>
                  </a:lnTo>
                  <a:lnTo>
                    <a:pt x="6246036" y="1000801"/>
                  </a:lnTo>
                  <a:lnTo>
                    <a:pt x="6281495" y="923446"/>
                  </a:lnTo>
                  <a:lnTo>
                    <a:pt x="6316633" y="849404"/>
                  </a:lnTo>
                  <a:lnTo>
                    <a:pt x="6351479" y="778930"/>
                  </a:lnTo>
                  <a:lnTo>
                    <a:pt x="6386097" y="712204"/>
                  </a:lnTo>
                  <a:lnTo>
                    <a:pt x="6420581" y="649326"/>
                  </a:lnTo>
                  <a:lnTo>
                    <a:pt x="6455062" y="590330"/>
                  </a:lnTo>
                  <a:lnTo>
                    <a:pt x="6489711" y="535182"/>
                  </a:lnTo>
                  <a:lnTo>
                    <a:pt x="6515891" y="496360"/>
                  </a:lnTo>
                  <a:lnTo>
                    <a:pt x="6562390" y="433606"/>
                  </a:lnTo>
                  <a:lnTo>
                    <a:pt x="6610471" y="377172"/>
                  </a:lnTo>
                  <a:lnTo>
                    <a:pt x="6660888" y="326730"/>
                  </a:lnTo>
                  <a:lnTo>
                    <a:pt x="6714480" y="281730"/>
                  </a:lnTo>
                  <a:lnTo>
                    <a:pt x="6772107" y="241554"/>
                  </a:lnTo>
                  <a:lnTo>
                    <a:pt x="6834566" y="205605"/>
                  </a:lnTo>
                  <a:lnTo>
                    <a:pt x="6902506" y="173360"/>
                  </a:lnTo>
                  <a:lnTo>
                    <a:pt x="6976302" y="144394"/>
                  </a:lnTo>
                  <a:lnTo>
                    <a:pt x="7055888" y="118401"/>
                  </a:lnTo>
                  <a:lnTo>
                    <a:pt x="7140570" y="95190"/>
                  </a:lnTo>
                  <a:lnTo>
                    <a:pt x="7228828" y="74682"/>
                  </a:lnTo>
                  <a:lnTo>
                    <a:pt x="7318195" y="56890"/>
                  </a:lnTo>
                  <a:lnTo>
                    <a:pt x="7405285" y="41874"/>
                  </a:lnTo>
                  <a:lnTo>
                    <a:pt x="7486082" y="29689"/>
                  </a:lnTo>
                  <a:lnTo>
                    <a:pt x="7556514" y="20316"/>
                  </a:lnTo>
                  <a:lnTo>
                    <a:pt x="7613228" y="13605"/>
                  </a:lnTo>
                  <a:lnTo>
                    <a:pt x="7654364" y="9250"/>
                  </a:lnTo>
                  <a:lnTo>
                    <a:pt x="7680064" y="6805"/>
                  </a:lnTo>
                  <a:lnTo>
                    <a:pt x="7692589" y="5728"/>
                  </a:lnTo>
                  <a:lnTo>
                    <a:pt x="7696106" y="545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79" y="87"/>
                  </a:lnTo>
                  <a:lnTo>
                    <a:pt x="7687498" y="708"/>
                  </a:lnTo>
                  <a:lnTo>
                    <a:pt x="7668523" y="2427"/>
                  </a:lnTo>
                  <a:lnTo>
                    <a:pt x="7634939" y="5803"/>
                  </a:lnTo>
                  <a:lnTo>
                    <a:pt x="7585579" y="11336"/>
                  </a:lnTo>
                  <a:lnTo>
                    <a:pt x="7521382" y="19404"/>
                  </a:lnTo>
                  <a:lnTo>
                    <a:pt x="7445072" y="30232"/>
                  </a:lnTo>
                  <a:lnTo>
                    <a:pt x="7360478" y="43894"/>
                  </a:lnTo>
                  <a:lnTo>
                    <a:pt x="7271732" y="60364"/>
                  </a:lnTo>
                  <a:lnTo>
                    <a:pt x="7182574" y="79575"/>
                  </a:lnTo>
                  <a:lnTo>
                    <a:pt x="7095931" y="101486"/>
                  </a:lnTo>
                  <a:lnTo>
                    <a:pt x="7013768" y="126129"/>
                  </a:lnTo>
                  <a:lnTo>
                    <a:pt x="6937154" y="153638"/>
                  </a:lnTo>
                  <a:lnTo>
                    <a:pt x="6866430" y="184265"/>
                  </a:lnTo>
                  <a:lnTo>
                    <a:pt x="6801410" y="218378"/>
                  </a:lnTo>
                  <a:lnTo>
                    <a:pt x="6741559" y="256457"/>
                  </a:lnTo>
                  <a:lnTo>
                    <a:pt x="6686137" y="299066"/>
                  </a:lnTo>
                  <a:lnTo>
                    <a:pt x="6634305" y="346822"/>
                  </a:lnTo>
                  <a:lnTo>
                    <a:pt x="6585205" y="400324"/>
                  </a:lnTo>
                  <a:lnTo>
                    <a:pt x="6538033" y="460029"/>
                  </a:lnTo>
                  <a:lnTo>
                    <a:pt x="6515891" y="490915"/>
                  </a:lnTo>
                  <a:lnTo>
                    <a:pt x="6480977" y="543239"/>
                  </a:lnTo>
                  <a:lnTo>
                    <a:pt x="6446388" y="599348"/>
                  </a:lnTo>
                  <a:lnTo>
                    <a:pt x="6411920" y="659318"/>
                  </a:lnTo>
                  <a:lnTo>
                    <a:pt x="6377414" y="723169"/>
                  </a:lnTo>
                  <a:lnTo>
                    <a:pt x="6342746" y="790850"/>
                  </a:lnTo>
                  <a:lnTo>
                    <a:pt x="6307831" y="862240"/>
                  </a:lnTo>
                  <a:lnTo>
                    <a:pt x="6272615" y="937142"/>
                  </a:lnTo>
                  <a:lnTo>
                    <a:pt x="6237072" y="1015280"/>
                  </a:lnTo>
                  <a:lnTo>
                    <a:pt x="6201206" y="1096302"/>
                  </a:lnTo>
                  <a:lnTo>
                    <a:pt x="6165041" y="1179783"/>
                  </a:lnTo>
                  <a:lnTo>
                    <a:pt x="6128626" y="1265232"/>
                  </a:lnTo>
                  <a:lnTo>
                    <a:pt x="6092022" y="1352106"/>
                  </a:lnTo>
                  <a:lnTo>
                    <a:pt x="6055304" y="1439819"/>
                  </a:lnTo>
                  <a:lnTo>
                    <a:pt x="6018555" y="1527762"/>
                  </a:lnTo>
                  <a:lnTo>
                    <a:pt x="5981858" y="1615321"/>
                  </a:lnTo>
                  <a:lnTo>
                    <a:pt x="5945295" y="1701890"/>
                  </a:lnTo>
                  <a:lnTo>
                    <a:pt x="5908937" y="1786894"/>
                  </a:lnTo>
                  <a:lnTo>
                    <a:pt x="5872844" y="1869801"/>
                  </a:lnTo>
                  <a:lnTo>
                    <a:pt x="5837057" y="1950135"/>
                  </a:lnTo>
                  <a:lnTo>
                    <a:pt x="5801597" y="2027491"/>
                  </a:lnTo>
                  <a:lnTo>
                    <a:pt x="5766460" y="2101533"/>
                  </a:lnTo>
                  <a:lnTo>
                    <a:pt x="5731613" y="2172006"/>
                  </a:lnTo>
                  <a:lnTo>
                    <a:pt x="5696996" y="2238733"/>
                  </a:lnTo>
                  <a:lnTo>
                    <a:pt x="5662512" y="2301610"/>
                  </a:lnTo>
                  <a:lnTo>
                    <a:pt x="5628031" y="2360606"/>
                  </a:lnTo>
                  <a:lnTo>
                    <a:pt x="5593381" y="2415754"/>
                  </a:lnTo>
                  <a:lnTo>
                    <a:pt x="5567201" y="2454577"/>
                  </a:lnTo>
                  <a:lnTo>
                    <a:pt x="5520703" y="2517331"/>
                  </a:lnTo>
                  <a:lnTo>
                    <a:pt x="5472621" y="2573765"/>
                  </a:lnTo>
                  <a:lnTo>
                    <a:pt x="5422205" y="2624207"/>
                  </a:lnTo>
                  <a:lnTo>
                    <a:pt x="5368612" y="2669206"/>
                  </a:lnTo>
                  <a:lnTo>
                    <a:pt x="5310986" y="2709382"/>
                  </a:lnTo>
                  <a:lnTo>
                    <a:pt x="5248526" y="2745331"/>
                  </a:lnTo>
                  <a:lnTo>
                    <a:pt x="5180586" y="2777577"/>
                  </a:lnTo>
                  <a:lnTo>
                    <a:pt x="5106791" y="2806542"/>
                  </a:lnTo>
                  <a:lnTo>
                    <a:pt x="5027204" y="2832536"/>
                  </a:lnTo>
                  <a:lnTo>
                    <a:pt x="4942523" y="2855747"/>
                  </a:lnTo>
                  <a:lnTo>
                    <a:pt x="4854264" y="2876254"/>
                  </a:lnTo>
                  <a:lnTo>
                    <a:pt x="4764898" y="2894047"/>
                  </a:lnTo>
                  <a:lnTo>
                    <a:pt x="4677808" y="2909063"/>
                  </a:lnTo>
                  <a:lnTo>
                    <a:pt x="4597011" y="2921248"/>
                  </a:lnTo>
                  <a:lnTo>
                    <a:pt x="4526579" y="2930621"/>
                  </a:lnTo>
                  <a:lnTo>
                    <a:pt x="4469864" y="2937332"/>
                  </a:lnTo>
                  <a:lnTo>
                    <a:pt x="4428728" y="2941686"/>
                  </a:lnTo>
                  <a:lnTo>
                    <a:pt x="4403029" y="2944132"/>
                  </a:lnTo>
                  <a:lnTo>
                    <a:pt x="4390504" y="2945208"/>
                  </a:lnTo>
                  <a:lnTo>
                    <a:pt x="4386987" y="2945483"/>
                  </a:lnTo>
                  <a:lnTo>
                    <a:pt x="4386855" y="2945492"/>
                  </a:lnTo>
                  <a:lnTo>
                    <a:pt x="3848118" y="2945492"/>
                  </a:lnTo>
                  <a:lnTo>
                    <a:pt x="3846874" y="2945550"/>
                  </a:lnTo>
                  <a:lnTo>
                    <a:pt x="3838746" y="2945958"/>
                  </a:lnTo>
                  <a:lnTo>
                    <a:pt x="3818453" y="2947086"/>
                  </a:lnTo>
                  <a:lnTo>
                    <a:pt x="3782666" y="2949302"/>
                  </a:lnTo>
                  <a:lnTo>
                    <a:pt x="3730326" y="2952926"/>
                  </a:lnTo>
                  <a:lnTo>
                    <a:pt x="3662682" y="2958196"/>
                  </a:lnTo>
                  <a:lnTo>
                    <a:pt x="3582866" y="2965245"/>
                  </a:lnTo>
                  <a:lnTo>
                    <a:pt x="3495102" y="2974110"/>
                  </a:lnTo>
                  <a:lnTo>
                    <a:pt x="3403799" y="2984764"/>
                  </a:lnTo>
                  <a:lnTo>
                    <a:pt x="3312824" y="2997166"/>
                  </a:lnTo>
                  <a:lnTo>
                    <a:pt x="3225086" y="3011297"/>
                  </a:lnTo>
                  <a:lnTo>
                    <a:pt x="3142437" y="3027193"/>
                  </a:lnTo>
                  <a:lnTo>
                    <a:pt x="3065786" y="3044965"/>
                  </a:lnTo>
                  <a:lnTo>
                    <a:pt x="2995304" y="3064801"/>
                  </a:lnTo>
                  <a:lnTo>
                    <a:pt x="2930649" y="3086968"/>
                  </a:lnTo>
                  <a:lnTo>
                    <a:pt x="2871151" y="3111802"/>
                  </a:lnTo>
                  <a:lnTo>
                    <a:pt x="2815963" y="3139691"/>
                  </a:lnTo>
                  <a:lnTo>
                    <a:pt x="2764166" y="3171041"/>
                  </a:lnTo>
                  <a:lnTo>
                    <a:pt x="2714852" y="3206217"/>
                  </a:lnTo>
                  <a:lnTo>
                    <a:pt x="2667772" y="3244942"/>
                  </a:lnTo>
                  <a:lnTo>
                    <a:pt x="2626106" y="3283338"/>
                  </a:lnTo>
                  <a:lnTo>
                    <a:pt x="2584844" y="3325045"/>
                  </a:lnTo>
                  <a:lnTo>
                    <a:pt x="2543662" y="3370125"/>
                  </a:lnTo>
                  <a:lnTo>
                    <a:pt x="2502318" y="3418562"/>
                  </a:lnTo>
                  <a:lnTo>
                    <a:pt x="2460645" y="3470256"/>
                  </a:lnTo>
                  <a:lnTo>
                    <a:pt x="2418546" y="3525010"/>
                  </a:lnTo>
                  <a:lnTo>
                    <a:pt x="2375980" y="3582532"/>
                  </a:lnTo>
                  <a:lnTo>
                    <a:pt x="2332962" y="3642435"/>
                  </a:lnTo>
                  <a:lnTo>
                    <a:pt x="2289554" y="3704246"/>
                  </a:lnTo>
                  <a:lnTo>
                    <a:pt x="2245854" y="3767416"/>
                  </a:lnTo>
                  <a:lnTo>
                    <a:pt x="2201987" y="3831344"/>
                  </a:lnTo>
                  <a:lnTo>
                    <a:pt x="2158091" y="3895397"/>
                  </a:lnTo>
                  <a:lnTo>
                    <a:pt x="2114310" y="3958936"/>
                  </a:lnTo>
                  <a:lnTo>
                    <a:pt x="2070774" y="4021346"/>
                  </a:lnTo>
                  <a:lnTo>
                    <a:pt x="2027595" y="4082053"/>
                  </a:lnTo>
                  <a:lnTo>
                    <a:pt x="1984849" y="4140555"/>
                  </a:lnTo>
                  <a:lnTo>
                    <a:pt x="1942569" y="4196428"/>
                  </a:lnTo>
                  <a:lnTo>
                    <a:pt x="1900738" y="4249343"/>
                  </a:lnTo>
                  <a:lnTo>
                    <a:pt x="1859282" y="4299067"/>
                  </a:lnTo>
                  <a:lnTo>
                    <a:pt x="1818061" y="4345463"/>
                  </a:lnTo>
                  <a:lnTo>
                    <a:pt x="1776864" y="4388481"/>
                  </a:lnTo>
                  <a:lnTo>
                    <a:pt x="1735400" y="4428156"/>
                  </a:lnTo>
                  <a:lnTo>
                    <a:pt x="1719082" y="4442739"/>
                  </a:lnTo>
                  <a:lnTo>
                    <a:pt x="1671423" y="4481910"/>
                  </a:lnTo>
                  <a:lnTo>
                    <a:pt x="1622084" y="4517038"/>
                  </a:lnTo>
                  <a:lnTo>
                    <a:pt x="1570251" y="4548344"/>
                  </a:lnTo>
                  <a:lnTo>
                    <a:pt x="1515017" y="4576194"/>
                  </a:lnTo>
                  <a:lnTo>
                    <a:pt x="1455463" y="4600994"/>
                  </a:lnTo>
                  <a:lnTo>
                    <a:pt x="1390741" y="4623131"/>
                  </a:lnTo>
                  <a:lnTo>
                    <a:pt x="1320186" y="4642941"/>
                  </a:lnTo>
                  <a:lnTo>
                    <a:pt x="1243461" y="4660689"/>
                  </a:lnTo>
                  <a:lnTo>
                    <a:pt x="1160744" y="4676564"/>
                  </a:lnTo>
                  <a:lnTo>
                    <a:pt x="1072954" y="4690674"/>
                  </a:lnTo>
                  <a:lnTo>
                    <a:pt x="981955" y="4703055"/>
                  </a:lnTo>
                  <a:lnTo>
                    <a:pt x="890671" y="4713689"/>
                  </a:lnTo>
                  <a:lnTo>
                    <a:pt x="802975" y="4722532"/>
                  </a:lnTo>
                  <a:lnTo>
                    <a:pt x="723282" y="4729559"/>
                  </a:lnTo>
                  <a:lnTo>
                    <a:pt x="655805" y="4734809"/>
                  </a:lnTo>
                  <a:lnTo>
                    <a:pt x="603662" y="4738414"/>
                  </a:lnTo>
                  <a:lnTo>
                    <a:pt x="568071" y="4740614"/>
                  </a:lnTo>
                  <a:lnTo>
                    <a:pt x="547947" y="4741732"/>
                  </a:lnTo>
                  <a:lnTo>
                    <a:pt x="539937" y="4742134"/>
                  </a:lnTo>
                  <a:lnTo>
                    <a:pt x="538736" y="4742189"/>
                  </a:lnTo>
                  <a:lnTo>
                    <a:pt x="0" y="4742189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80" name="pl1980"/>
            <p:cNvSpPr/>
            <p:nvPr/>
          </p:nvSpPr>
          <p:spPr>
            <a:xfrm>
              <a:off x="546595" y="1082573"/>
              <a:ext cx="8234974" cy="4742189"/>
            </a:xfrm>
            <a:custGeom>
              <a:avLst/>
              <a:pathLst>
                <a:path w="8234974" h="4742189">
                  <a:moveTo>
                    <a:pt x="0" y="4742189"/>
                  </a:moveTo>
                  <a:lnTo>
                    <a:pt x="538736" y="4742189"/>
                  </a:lnTo>
                  <a:lnTo>
                    <a:pt x="539981" y="4742132"/>
                  </a:lnTo>
                  <a:lnTo>
                    <a:pt x="548108" y="4741723"/>
                  </a:lnTo>
                  <a:lnTo>
                    <a:pt x="568402" y="4740595"/>
                  </a:lnTo>
                  <a:lnTo>
                    <a:pt x="604189" y="4738380"/>
                  </a:lnTo>
                  <a:lnTo>
                    <a:pt x="656528" y="4734756"/>
                  </a:lnTo>
                  <a:lnTo>
                    <a:pt x="724172" y="4729486"/>
                  </a:lnTo>
                  <a:lnTo>
                    <a:pt x="803988" y="4722436"/>
                  </a:lnTo>
                  <a:lnTo>
                    <a:pt x="891753" y="4713572"/>
                  </a:lnTo>
                  <a:lnTo>
                    <a:pt x="983055" y="4702917"/>
                  </a:lnTo>
                  <a:lnTo>
                    <a:pt x="1074030" y="4690515"/>
                  </a:lnTo>
                  <a:lnTo>
                    <a:pt x="1161769" y="4676384"/>
                  </a:lnTo>
                  <a:lnTo>
                    <a:pt x="1244417" y="4660488"/>
                  </a:lnTo>
                  <a:lnTo>
                    <a:pt x="1321069" y="4642716"/>
                  </a:lnTo>
                  <a:lnTo>
                    <a:pt x="1391550" y="4622880"/>
                  </a:lnTo>
                  <a:lnTo>
                    <a:pt x="1456206" y="4600713"/>
                  </a:lnTo>
                  <a:lnTo>
                    <a:pt x="1515703" y="4575879"/>
                  </a:lnTo>
                  <a:lnTo>
                    <a:pt x="1570891" y="4547990"/>
                  </a:lnTo>
                  <a:lnTo>
                    <a:pt x="1622689" y="4516640"/>
                  </a:lnTo>
                  <a:lnTo>
                    <a:pt x="1672003" y="4481465"/>
                  </a:lnTo>
                  <a:lnTo>
                    <a:pt x="1719082" y="4442739"/>
                  </a:lnTo>
                  <a:lnTo>
                    <a:pt x="1760749" y="4404343"/>
                  </a:lnTo>
                  <a:lnTo>
                    <a:pt x="1802010" y="4362636"/>
                  </a:lnTo>
                  <a:lnTo>
                    <a:pt x="1843193" y="4317556"/>
                  </a:lnTo>
                  <a:lnTo>
                    <a:pt x="1884537" y="4269119"/>
                  </a:lnTo>
                  <a:lnTo>
                    <a:pt x="1926209" y="4217425"/>
                  </a:lnTo>
                  <a:lnTo>
                    <a:pt x="1968309" y="4162672"/>
                  </a:lnTo>
                  <a:lnTo>
                    <a:pt x="2010875" y="4105150"/>
                  </a:lnTo>
                  <a:lnTo>
                    <a:pt x="2053892" y="4045246"/>
                  </a:lnTo>
                  <a:lnTo>
                    <a:pt x="2097300" y="3983436"/>
                  </a:lnTo>
                  <a:lnTo>
                    <a:pt x="2141000" y="3920265"/>
                  </a:lnTo>
                  <a:lnTo>
                    <a:pt x="2184868" y="3856337"/>
                  </a:lnTo>
                  <a:lnTo>
                    <a:pt x="2228764" y="3792284"/>
                  </a:lnTo>
                  <a:lnTo>
                    <a:pt x="2272545" y="3728745"/>
                  </a:lnTo>
                  <a:lnTo>
                    <a:pt x="2316080" y="3666335"/>
                  </a:lnTo>
                  <a:lnTo>
                    <a:pt x="2359259" y="3605628"/>
                  </a:lnTo>
                  <a:lnTo>
                    <a:pt x="2402006" y="3547126"/>
                  </a:lnTo>
                  <a:lnTo>
                    <a:pt x="2444286" y="3491253"/>
                  </a:lnTo>
                  <a:lnTo>
                    <a:pt x="2486117" y="3438338"/>
                  </a:lnTo>
                  <a:lnTo>
                    <a:pt x="2527573" y="3388614"/>
                  </a:lnTo>
                  <a:lnTo>
                    <a:pt x="2568794" y="3342219"/>
                  </a:lnTo>
                  <a:lnTo>
                    <a:pt x="2609991" y="3299200"/>
                  </a:lnTo>
                  <a:lnTo>
                    <a:pt x="2651454" y="3259525"/>
                  </a:lnTo>
                  <a:lnTo>
                    <a:pt x="2667772" y="3244942"/>
                  </a:lnTo>
                  <a:lnTo>
                    <a:pt x="2715431" y="3205771"/>
                  </a:lnTo>
                  <a:lnTo>
                    <a:pt x="2764770" y="3170643"/>
                  </a:lnTo>
                  <a:lnTo>
                    <a:pt x="2816603" y="3139337"/>
                  </a:lnTo>
                  <a:lnTo>
                    <a:pt x="2871837" y="3111487"/>
                  </a:lnTo>
                  <a:lnTo>
                    <a:pt x="2931392" y="3086687"/>
                  </a:lnTo>
                  <a:lnTo>
                    <a:pt x="2996114" y="3064550"/>
                  </a:lnTo>
                  <a:lnTo>
                    <a:pt x="3066668" y="3044740"/>
                  </a:lnTo>
                  <a:lnTo>
                    <a:pt x="3143394" y="3026992"/>
                  </a:lnTo>
                  <a:lnTo>
                    <a:pt x="3226110" y="3011117"/>
                  </a:lnTo>
                  <a:lnTo>
                    <a:pt x="3313901" y="2997007"/>
                  </a:lnTo>
                  <a:lnTo>
                    <a:pt x="3404899" y="2984626"/>
                  </a:lnTo>
                  <a:lnTo>
                    <a:pt x="3496184" y="2973993"/>
                  </a:lnTo>
                  <a:lnTo>
                    <a:pt x="3583879" y="2965150"/>
                  </a:lnTo>
                  <a:lnTo>
                    <a:pt x="3663573" y="2958122"/>
                  </a:lnTo>
                  <a:lnTo>
                    <a:pt x="3731049" y="2952873"/>
                  </a:lnTo>
                  <a:lnTo>
                    <a:pt x="3783193" y="2949267"/>
                  </a:lnTo>
                  <a:lnTo>
                    <a:pt x="3818783" y="2947067"/>
                  </a:lnTo>
                  <a:lnTo>
                    <a:pt x="3838907" y="2945949"/>
                  </a:lnTo>
                  <a:lnTo>
                    <a:pt x="3846917" y="2945548"/>
                  </a:lnTo>
                  <a:lnTo>
                    <a:pt x="3848118" y="2945492"/>
                  </a:lnTo>
                  <a:lnTo>
                    <a:pt x="4386855" y="2945492"/>
                  </a:lnTo>
                  <a:lnTo>
                    <a:pt x="4388014" y="2945405"/>
                  </a:lnTo>
                  <a:lnTo>
                    <a:pt x="4395594" y="2944784"/>
                  </a:lnTo>
                  <a:lnTo>
                    <a:pt x="4414569" y="2943065"/>
                  </a:lnTo>
                  <a:lnTo>
                    <a:pt x="4448153" y="2939689"/>
                  </a:lnTo>
                  <a:lnTo>
                    <a:pt x="4497514" y="2934156"/>
                  </a:lnTo>
                  <a:lnTo>
                    <a:pt x="4561711" y="2926088"/>
                  </a:lnTo>
                  <a:lnTo>
                    <a:pt x="4638021" y="2915260"/>
                  </a:lnTo>
                  <a:lnTo>
                    <a:pt x="4722614" y="2901598"/>
                  </a:lnTo>
                  <a:lnTo>
                    <a:pt x="4811360" y="2885128"/>
                  </a:lnTo>
                  <a:lnTo>
                    <a:pt x="4900518" y="2865917"/>
                  </a:lnTo>
                  <a:lnTo>
                    <a:pt x="4987161" y="2844006"/>
                  </a:lnTo>
                  <a:lnTo>
                    <a:pt x="5069324" y="2819363"/>
                  </a:lnTo>
                  <a:lnTo>
                    <a:pt x="5145938" y="2791854"/>
                  </a:lnTo>
                  <a:lnTo>
                    <a:pt x="5216663" y="2761227"/>
                  </a:lnTo>
                  <a:lnTo>
                    <a:pt x="5281683" y="2727114"/>
                  </a:lnTo>
                  <a:lnTo>
                    <a:pt x="5341534" y="2689035"/>
                  </a:lnTo>
                  <a:lnTo>
                    <a:pt x="5396955" y="2646426"/>
                  </a:lnTo>
                  <a:lnTo>
                    <a:pt x="5448787" y="2598670"/>
                  </a:lnTo>
                  <a:lnTo>
                    <a:pt x="5497887" y="2545168"/>
                  </a:lnTo>
                  <a:lnTo>
                    <a:pt x="5545060" y="2485463"/>
                  </a:lnTo>
                  <a:lnTo>
                    <a:pt x="5567201" y="2454577"/>
                  </a:lnTo>
                  <a:lnTo>
                    <a:pt x="5602116" y="2402253"/>
                  </a:lnTo>
                  <a:lnTo>
                    <a:pt x="5636705" y="2346144"/>
                  </a:lnTo>
                  <a:lnTo>
                    <a:pt x="5671172" y="2286174"/>
                  </a:lnTo>
                  <a:lnTo>
                    <a:pt x="5705679" y="2222323"/>
                  </a:lnTo>
                  <a:lnTo>
                    <a:pt x="5740346" y="2154642"/>
                  </a:lnTo>
                  <a:lnTo>
                    <a:pt x="5775261" y="2083252"/>
                  </a:lnTo>
                  <a:lnTo>
                    <a:pt x="5810477" y="2008350"/>
                  </a:lnTo>
                  <a:lnTo>
                    <a:pt x="5846020" y="1930212"/>
                  </a:lnTo>
                  <a:lnTo>
                    <a:pt x="5881887" y="1849190"/>
                  </a:lnTo>
                  <a:lnTo>
                    <a:pt x="5918051" y="1765709"/>
                  </a:lnTo>
                  <a:lnTo>
                    <a:pt x="5954467" y="1680260"/>
                  </a:lnTo>
                  <a:lnTo>
                    <a:pt x="5991071" y="1593386"/>
                  </a:lnTo>
                  <a:lnTo>
                    <a:pt x="6027789" y="1505673"/>
                  </a:lnTo>
                  <a:lnTo>
                    <a:pt x="6064538" y="1417730"/>
                  </a:lnTo>
                  <a:lnTo>
                    <a:pt x="6101234" y="1330171"/>
                  </a:lnTo>
                  <a:lnTo>
                    <a:pt x="6137798" y="1243602"/>
                  </a:lnTo>
                  <a:lnTo>
                    <a:pt x="6174156" y="1158598"/>
                  </a:lnTo>
                  <a:lnTo>
                    <a:pt x="6210249" y="1075691"/>
                  </a:lnTo>
                  <a:lnTo>
                    <a:pt x="6246036" y="995357"/>
                  </a:lnTo>
                  <a:lnTo>
                    <a:pt x="6281495" y="918001"/>
                  </a:lnTo>
                  <a:lnTo>
                    <a:pt x="6316633" y="843959"/>
                  </a:lnTo>
                  <a:lnTo>
                    <a:pt x="6351479" y="773486"/>
                  </a:lnTo>
                  <a:lnTo>
                    <a:pt x="6386097" y="706759"/>
                  </a:lnTo>
                  <a:lnTo>
                    <a:pt x="6420581" y="643882"/>
                  </a:lnTo>
                  <a:lnTo>
                    <a:pt x="6455062" y="584886"/>
                  </a:lnTo>
                  <a:lnTo>
                    <a:pt x="6489711" y="529737"/>
                  </a:lnTo>
                  <a:lnTo>
                    <a:pt x="6515891" y="490915"/>
                  </a:lnTo>
                  <a:lnTo>
                    <a:pt x="6562390" y="428161"/>
                  </a:lnTo>
                  <a:lnTo>
                    <a:pt x="6610471" y="371727"/>
                  </a:lnTo>
                  <a:lnTo>
                    <a:pt x="6660888" y="321285"/>
                  </a:lnTo>
                  <a:lnTo>
                    <a:pt x="6714480" y="276286"/>
                  </a:lnTo>
                  <a:lnTo>
                    <a:pt x="6772107" y="236110"/>
                  </a:lnTo>
                  <a:lnTo>
                    <a:pt x="6834566" y="200161"/>
                  </a:lnTo>
                  <a:lnTo>
                    <a:pt x="6902506" y="167915"/>
                  </a:lnTo>
                  <a:lnTo>
                    <a:pt x="6976302" y="138950"/>
                  </a:lnTo>
                  <a:lnTo>
                    <a:pt x="7055888" y="112956"/>
                  </a:lnTo>
                  <a:lnTo>
                    <a:pt x="7140570" y="89745"/>
                  </a:lnTo>
                  <a:lnTo>
                    <a:pt x="7228828" y="69238"/>
                  </a:lnTo>
                  <a:lnTo>
                    <a:pt x="7318195" y="51445"/>
                  </a:lnTo>
                  <a:lnTo>
                    <a:pt x="7405285" y="36429"/>
                  </a:lnTo>
                  <a:lnTo>
                    <a:pt x="7486082" y="24244"/>
                  </a:lnTo>
                  <a:lnTo>
                    <a:pt x="7556514" y="14871"/>
                  </a:lnTo>
                  <a:lnTo>
                    <a:pt x="7613228" y="8160"/>
                  </a:lnTo>
                  <a:lnTo>
                    <a:pt x="7654364" y="3806"/>
                  </a:lnTo>
                  <a:lnTo>
                    <a:pt x="7680064" y="1360"/>
                  </a:lnTo>
                  <a:lnTo>
                    <a:pt x="7692589" y="284"/>
                  </a:lnTo>
                  <a:lnTo>
                    <a:pt x="7696106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1" name="pl1981"/>
            <p:cNvSpPr/>
            <p:nvPr/>
          </p:nvSpPr>
          <p:spPr>
            <a:xfrm>
              <a:off x="546595" y="1077129"/>
              <a:ext cx="8234974" cy="4742189"/>
            </a:xfrm>
            <a:custGeom>
              <a:avLst/>
              <a:pathLst>
                <a:path w="8234974" h="4742189">
                  <a:moveTo>
                    <a:pt x="8234974" y="0"/>
                  </a:moveTo>
                  <a:lnTo>
                    <a:pt x="7696237" y="0"/>
                  </a:lnTo>
                  <a:lnTo>
                    <a:pt x="7695079" y="87"/>
                  </a:lnTo>
                  <a:lnTo>
                    <a:pt x="7687498" y="708"/>
                  </a:lnTo>
                  <a:lnTo>
                    <a:pt x="7668523" y="2427"/>
                  </a:lnTo>
                  <a:lnTo>
                    <a:pt x="7634939" y="5803"/>
                  </a:lnTo>
                  <a:lnTo>
                    <a:pt x="7585579" y="11336"/>
                  </a:lnTo>
                  <a:lnTo>
                    <a:pt x="7521382" y="19404"/>
                  </a:lnTo>
                  <a:lnTo>
                    <a:pt x="7445072" y="30232"/>
                  </a:lnTo>
                  <a:lnTo>
                    <a:pt x="7360478" y="43894"/>
                  </a:lnTo>
                  <a:lnTo>
                    <a:pt x="7271732" y="60364"/>
                  </a:lnTo>
                  <a:lnTo>
                    <a:pt x="7182574" y="79575"/>
                  </a:lnTo>
                  <a:lnTo>
                    <a:pt x="7095931" y="101486"/>
                  </a:lnTo>
                  <a:lnTo>
                    <a:pt x="7013768" y="126129"/>
                  </a:lnTo>
                  <a:lnTo>
                    <a:pt x="6937154" y="153638"/>
                  </a:lnTo>
                  <a:lnTo>
                    <a:pt x="6866430" y="184265"/>
                  </a:lnTo>
                  <a:lnTo>
                    <a:pt x="6801410" y="218378"/>
                  </a:lnTo>
                  <a:lnTo>
                    <a:pt x="6741559" y="256457"/>
                  </a:lnTo>
                  <a:lnTo>
                    <a:pt x="6686137" y="299066"/>
                  </a:lnTo>
                  <a:lnTo>
                    <a:pt x="6634305" y="346822"/>
                  </a:lnTo>
                  <a:lnTo>
                    <a:pt x="6585205" y="400324"/>
                  </a:lnTo>
                  <a:lnTo>
                    <a:pt x="6538033" y="460029"/>
                  </a:lnTo>
                  <a:lnTo>
                    <a:pt x="6515891" y="490915"/>
                  </a:lnTo>
                  <a:lnTo>
                    <a:pt x="6480977" y="543239"/>
                  </a:lnTo>
                  <a:lnTo>
                    <a:pt x="6446388" y="599348"/>
                  </a:lnTo>
                  <a:lnTo>
                    <a:pt x="6411920" y="659318"/>
                  </a:lnTo>
                  <a:lnTo>
                    <a:pt x="6377414" y="723169"/>
                  </a:lnTo>
                  <a:lnTo>
                    <a:pt x="6342746" y="790850"/>
                  </a:lnTo>
                  <a:lnTo>
                    <a:pt x="6307831" y="862240"/>
                  </a:lnTo>
                  <a:lnTo>
                    <a:pt x="6272615" y="937142"/>
                  </a:lnTo>
                  <a:lnTo>
                    <a:pt x="6237072" y="1015280"/>
                  </a:lnTo>
                  <a:lnTo>
                    <a:pt x="6201206" y="1096302"/>
                  </a:lnTo>
                  <a:lnTo>
                    <a:pt x="6165041" y="1179783"/>
                  </a:lnTo>
                  <a:lnTo>
                    <a:pt x="6128626" y="1265232"/>
                  </a:lnTo>
                  <a:lnTo>
                    <a:pt x="6092022" y="1352106"/>
                  </a:lnTo>
                  <a:lnTo>
                    <a:pt x="6055304" y="1439819"/>
                  </a:lnTo>
                  <a:lnTo>
                    <a:pt x="6018555" y="1527762"/>
                  </a:lnTo>
                  <a:lnTo>
                    <a:pt x="5981858" y="1615321"/>
                  </a:lnTo>
                  <a:lnTo>
                    <a:pt x="5945295" y="1701890"/>
                  </a:lnTo>
                  <a:lnTo>
                    <a:pt x="5908937" y="1786894"/>
                  </a:lnTo>
                  <a:lnTo>
                    <a:pt x="5872844" y="1869801"/>
                  </a:lnTo>
                  <a:lnTo>
                    <a:pt x="5837057" y="1950135"/>
                  </a:lnTo>
                  <a:lnTo>
                    <a:pt x="5801597" y="2027491"/>
                  </a:lnTo>
                  <a:lnTo>
                    <a:pt x="5766460" y="2101533"/>
                  </a:lnTo>
                  <a:lnTo>
                    <a:pt x="5731613" y="2172006"/>
                  </a:lnTo>
                  <a:lnTo>
                    <a:pt x="5696996" y="2238733"/>
                  </a:lnTo>
                  <a:lnTo>
                    <a:pt x="5662512" y="2301610"/>
                  </a:lnTo>
                  <a:lnTo>
                    <a:pt x="5628031" y="2360606"/>
                  </a:lnTo>
                  <a:lnTo>
                    <a:pt x="5593381" y="2415754"/>
                  </a:lnTo>
                  <a:lnTo>
                    <a:pt x="5567201" y="2454577"/>
                  </a:lnTo>
                  <a:lnTo>
                    <a:pt x="5520703" y="2517331"/>
                  </a:lnTo>
                  <a:lnTo>
                    <a:pt x="5472621" y="2573765"/>
                  </a:lnTo>
                  <a:lnTo>
                    <a:pt x="5422205" y="2624207"/>
                  </a:lnTo>
                  <a:lnTo>
                    <a:pt x="5368612" y="2669206"/>
                  </a:lnTo>
                  <a:lnTo>
                    <a:pt x="5310986" y="2709382"/>
                  </a:lnTo>
                  <a:lnTo>
                    <a:pt x="5248526" y="2745331"/>
                  </a:lnTo>
                  <a:lnTo>
                    <a:pt x="5180586" y="2777577"/>
                  </a:lnTo>
                  <a:lnTo>
                    <a:pt x="5106791" y="2806542"/>
                  </a:lnTo>
                  <a:lnTo>
                    <a:pt x="5027204" y="2832536"/>
                  </a:lnTo>
                  <a:lnTo>
                    <a:pt x="4942523" y="2855747"/>
                  </a:lnTo>
                  <a:lnTo>
                    <a:pt x="4854264" y="2876254"/>
                  </a:lnTo>
                  <a:lnTo>
                    <a:pt x="4764898" y="2894047"/>
                  </a:lnTo>
                  <a:lnTo>
                    <a:pt x="4677808" y="2909063"/>
                  </a:lnTo>
                  <a:lnTo>
                    <a:pt x="4597011" y="2921248"/>
                  </a:lnTo>
                  <a:lnTo>
                    <a:pt x="4526579" y="2930621"/>
                  </a:lnTo>
                  <a:lnTo>
                    <a:pt x="4469864" y="2937332"/>
                  </a:lnTo>
                  <a:lnTo>
                    <a:pt x="4428728" y="2941686"/>
                  </a:lnTo>
                  <a:lnTo>
                    <a:pt x="4403029" y="2944132"/>
                  </a:lnTo>
                  <a:lnTo>
                    <a:pt x="4390504" y="2945208"/>
                  </a:lnTo>
                  <a:lnTo>
                    <a:pt x="4386987" y="2945483"/>
                  </a:lnTo>
                  <a:lnTo>
                    <a:pt x="4386855" y="2945492"/>
                  </a:lnTo>
                  <a:lnTo>
                    <a:pt x="3848118" y="2945492"/>
                  </a:lnTo>
                  <a:lnTo>
                    <a:pt x="3846874" y="2945550"/>
                  </a:lnTo>
                  <a:lnTo>
                    <a:pt x="3838746" y="2945958"/>
                  </a:lnTo>
                  <a:lnTo>
                    <a:pt x="3818453" y="2947086"/>
                  </a:lnTo>
                  <a:lnTo>
                    <a:pt x="3782666" y="2949302"/>
                  </a:lnTo>
                  <a:lnTo>
                    <a:pt x="3730326" y="2952926"/>
                  </a:lnTo>
                  <a:lnTo>
                    <a:pt x="3662682" y="2958196"/>
                  </a:lnTo>
                  <a:lnTo>
                    <a:pt x="3582866" y="2965245"/>
                  </a:lnTo>
                  <a:lnTo>
                    <a:pt x="3495102" y="2974110"/>
                  </a:lnTo>
                  <a:lnTo>
                    <a:pt x="3403799" y="2984764"/>
                  </a:lnTo>
                  <a:lnTo>
                    <a:pt x="3312824" y="2997166"/>
                  </a:lnTo>
                  <a:lnTo>
                    <a:pt x="3225086" y="3011297"/>
                  </a:lnTo>
                  <a:lnTo>
                    <a:pt x="3142437" y="3027193"/>
                  </a:lnTo>
                  <a:lnTo>
                    <a:pt x="3065786" y="3044965"/>
                  </a:lnTo>
                  <a:lnTo>
                    <a:pt x="2995304" y="3064801"/>
                  </a:lnTo>
                  <a:lnTo>
                    <a:pt x="2930649" y="3086968"/>
                  </a:lnTo>
                  <a:lnTo>
                    <a:pt x="2871151" y="3111802"/>
                  </a:lnTo>
                  <a:lnTo>
                    <a:pt x="2815963" y="3139691"/>
                  </a:lnTo>
                  <a:lnTo>
                    <a:pt x="2764166" y="3171041"/>
                  </a:lnTo>
                  <a:lnTo>
                    <a:pt x="2714852" y="3206217"/>
                  </a:lnTo>
                  <a:lnTo>
                    <a:pt x="2667772" y="3244942"/>
                  </a:lnTo>
                  <a:lnTo>
                    <a:pt x="2626106" y="3283338"/>
                  </a:lnTo>
                  <a:lnTo>
                    <a:pt x="2584844" y="3325045"/>
                  </a:lnTo>
                  <a:lnTo>
                    <a:pt x="2543662" y="3370125"/>
                  </a:lnTo>
                  <a:lnTo>
                    <a:pt x="2502318" y="3418562"/>
                  </a:lnTo>
                  <a:lnTo>
                    <a:pt x="2460645" y="3470256"/>
                  </a:lnTo>
                  <a:lnTo>
                    <a:pt x="2418546" y="3525010"/>
                  </a:lnTo>
                  <a:lnTo>
                    <a:pt x="2375980" y="3582532"/>
                  </a:lnTo>
                  <a:lnTo>
                    <a:pt x="2332962" y="3642435"/>
                  </a:lnTo>
                  <a:lnTo>
                    <a:pt x="2289554" y="3704246"/>
                  </a:lnTo>
                  <a:lnTo>
                    <a:pt x="2245854" y="3767416"/>
                  </a:lnTo>
                  <a:lnTo>
                    <a:pt x="2201987" y="3831344"/>
                  </a:lnTo>
                  <a:lnTo>
                    <a:pt x="2158091" y="3895397"/>
                  </a:lnTo>
                  <a:lnTo>
                    <a:pt x="2114310" y="3958936"/>
                  </a:lnTo>
                  <a:lnTo>
                    <a:pt x="2070774" y="4021346"/>
                  </a:lnTo>
                  <a:lnTo>
                    <a:pt x="2027595" y="4082053"/>
                  </a:lnTo>
                  <a:lnTo>
                    <a:pt x="1984849" y="4140555"/>
                  </a:lnTo>
                  <a:lnTo>
                    <a:pt x="1942569" y="4196428"/>
                  </a:lnTo>
                  <a:lnTo>
                    <a:pt x="1900738" y="4249343"/>
                  </a:lnTo>
                  <a:lnTo>
                    <a:pt x="1859282" y="4299067"/>
                  </a:lnTo>
                  <a:lnTo>
                    <a:pt x="1818061" y="4345463"/>
                  </a:lnTo>
                  <a:lnTo>
                    <a:pt x="1776864" y="4388481"/>
                  </a:lnTo>
                  <a:lnTo>
                    <a:pt x="1735400" y="4428156"/>
                  </a:lnTo>
                  <a:lnTo>
                    <a:pt x="1719082" y="4442739"/>
                  </a:lnTo>
                  <a:lnTo>
                    <a:pt x="1671423" y="4481910"/>
                  </a:lnTo>
                  <a:lnTo>
                    <a:pt x="1622084" y="4517038"/>
                  </a:lnTo>
                  <a:lnTo>
                    <a:pt x="1570251" y="4548344"/>
                  </a:lnTo>
                  <a:lnTo>
                    <a:pt x="1515017" y="4576194"/>
                  </a:lnTo>
                  <a:lnTo>
                    <a:pt x="1455463" y="4600994"/>
                  </a:lnTo>
                  <a:lnTo>
                    <a:pt x="1390741" y="4623131"/>
                  </a:lnTo>
                  <a:lnTo>
                    <a:pt x="1320186" y="4642941"/>
                  </a:lnTo>
                  <a:lnTo>
                    <a:pt x="1243461" y="4660689"/>
                  </a:lnTo>
                  <a:lnTo>
                    <a:pt x="1160744" y="4676564"/>
                  </a:lnTo>
                  <a:lnTo>
                    <a:pt x="1072954" y="4690674"/>
                  </a:lnTo>
                  <a:lnTo>
                    <a:pt x="981955" y="4703055"/>
                  </a:lnTo>
                  <a:lnTo>
                    <a:pt x="890671" y="4713689"/>
                  </a:lnTo>
                  <a:lnTo>
                    <a:pt x="802975" y="4722532"/>
                  </a:lnTo>
                  <a:lnTo>
                    <a:pt x="723282" y="4729559"/>
                  </a:lnTo>
                  <a:lnTo>
                    <a:pt x="655805" y="4734809"/>
                  </a:lnTo>
                  <a:lnTo>
                    <a:pt x="603662" y="4738414"/>
                  </a:lnTo>
                  <a:lnTo>
                    <a:pt x="568071" y="4740614"/>
                  </a:lnTo>
                  <a:lnTo>
                    <a:pt x="547947" y="4741732"/>
                  </a:lnTo>
                  <a:lnTo>
                    <a:pt x="539937" y="4742134"/>
                  </a:lnTo>
                  <a:lnTo>
                    <a:pt x="538736" y="4742189"/>
                  </a:lnTo>
                  <a:lnTo>
                    <a:pt x="0" y="47421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2" name="pg1982"/>
            <p:cNvSpPr/>
            <p:nvPr/>
          </p:nvSpPr>
          <p:spPr>
            <a:xfrm>
              <a:off x="546595" y="772235"/>
              <a:ext cx="8234974" cy="5003526"/>
            </a:xfrm>
            <a:custGeom>
              <a:avLst/>
              <a:pathLst>
                <a:path w="8234974" h="5003526">
                  <a:moveTo>
                    <a:pt x="0" y="5003526"/>
                  </a:moveTo>
                  <a:lnTo>
                    <a:pt x="538736" y="5003526"/>
                  </a:lnTo>
                  <a:lnTo>
                    <a:pt x="539584" y="5003419"/>
                  </a:lnTo>
                  <a:lnTo>
                    <a:pt x="545170" y="5002655"/>
                  </a:lnTo>
                  <a:lnTo>
                    <a:pt x="559292" y="5000542"/>
                  </a:lnTo>
                  <a:lnTo>
                    <a:pt x="584636" y="4996381"/>
                  </a:lnTo>
                  <a:lnTo>
                    <a:pt x="622597" y="4989518"/>
                  </a:lnTo>
                  <a:lnTo>
                    <a:pt x="673172" y="4979408"/>
                  </a:lnTo>
                  <a:lnTo>
                    <a:pt x="735043" y="4965666"/>
                  </a:lnTo>
                  <a:lnTo>
                    <a:pt x="805871" y="4948085"/>
                  </a:lnTo>
                  <a:lnTo>
                    <a:pt x="882749" y="4926610"/>
                  </a:lnTo>
                  <a:lnTo>
                    <a:pt x="962674" y="4901289"/>
                  </a:lnTo>
                  <a:lnTo>
                    <a:pt x="1042938" y="4872204"/>
                  </a:lnTo>
                  <a:lnTo>
                    <a:pt x="1121372" y="4839414"/>
                  </a:lnTo>
                  <a:lnTo>
                    <a:pt x="1196437" y="4802896"/>
                  </a:lnTo>
                  <a:lnTo>
                    <a:pt x="1267200" y="4762521"/>
                  </a:lnTo>
                  <a:lnTo>
                    <a:pt x="1333243" y="4718029"/>
                  </a:lnTo>
                  <a:lnTo>
                    <a:pt x="1394547" y="4669032"/>
                  </a:lnTo>
                  <a:lnTo>
                    <a:pt x="1451375" y="4615013"/>
                  </a:lnTo>
                  <a:lnTo>
                    <a:pt x="1504181" y="4555340"/>
                  </a:lnTo>
                  <a:lnTo>
                    <a:pt x="1553526" y="4489292"/>
                  </a:lnTo>
                  <a:lnTo>
                    <a:pt x="1600030" y="4416105"/>
                  </a:lnTo>
                  <a:lnTo>
                    <a:pt x="1644315" y="4335039"/>
                  </a:lnTo>
                  <a:lnTo>
                    <a:pt x="1686974" y="4245506"/>
                  </a:lnTo>
                  <a:lnTo>
                    <a:pt x="1719082" y="4170513"/>
                  </a:lnTo>
                  <a:lnTo>
                    <a:pt x="1746818" y="4100590"/>
                  </a:lnTo>
                  <a:lnTo>
                    <a:pt x="1774319" y="4026648"/>
                  </a:lnTo>
                  <a:lnTo>
                    <a:pt x="1801695" y="3948605"/>
                  </a:lnTo>
                  <a:lnTo>
                    <a:pt x="1829036" y="3866420"/>
                  </a:lnTo>
                  <a:lnTo>
                    <a:pt x="1856419" y="3780092"/>
                  </a:lnTo>
                  <a:lnTo>
                    <a:pt x="1883901" y="3689668"/>
                  </a:lnTo>
                  <a:lnTo>
                    <a:pt x="1911528" y="3595241"/>
                  </a:lnTo>
                  <a:lnTo>
                    <a:pt x="1939333" y="3496956"/>
                  </a:lnTo>
                  <a:lnTo>
                    <a:pt x="1967335" y="3395009"/>
                  </a:lnTo>
                  <a:lnTo>
                    <a:pt x="1995544" y="3289652"/>
                  </a:lnTo>
                  <a:lnTo>
                    <a:pt x="2023959" y="3181184"/>
                  </a:lnTo>
                  <a:lnTo>
                    <a:pt x="2052567" y="3069957"/>
                  </a:lnTo>
                  <a:lnTo>
                    <a:pt x="2081349" y="2956366"/>
                  </a:lnTo>
                  <a:lnTo>
                    <a:pt x="2110278" y="2840848"/>
                  </a:lnTo>
                  <a:lnTo>
                    <a:pt x="2139321" y="2723873"/>
                  </a:lnTo>
                  <a:lnTo>
                    <a:pt x="2168440" y="2605937"/>
                  </a:lnTo>
                  <a:lnTo>
                    <a:pt x="2197596" y="2487554"/>
                  </a:lnTo>
                  <a:lnTo>
                    <a:pt x="2226745" y="2369246"/>
                  </a:lnTo>
                  <a:lnTo>
                    <a:pt x="2255847" y="2251533"/>
                  </a:lnTo>
                  <a:lnTo>
                    <a:pt x="2284861" y="2134924"/>
                  </a:lnTo>
                  <a:lnTo>
                    <a:pt x="2313751" y="2019911"/>
                  </a:lnTo>
                  <a:lnTo>
                    <a:pt x="2342486" y="1906953"/>
                  </a:lnTo>
                  <a:lnTo>
                    <a:pt x="2371040" y="1796476"/>
                  </a:lnTo>
                  <a:lnTo>
                    <a:pt x="2399397" y="1688864"/>
                  </a:lnTo>
                  <a:lnTo>
                    <a:pt x="2427547" y="1584453"/>
                  </a:lnTo>
                  <a:lnTo>
                    <a:pt x="2455491" y="1483530"/>
                  </a:lnTo>
                  <a:lnTo>
                    <a:pt x="2483243" y="1386330"/>
                  </a:lnTo>
                  <a:lnTo>
                    <a:pt x="2510825" y="1293035"/>
                  </a:lnTo>
                  <a:lnTo>
                    <a:pt x="2538273" y="1203775"/>
                  </a:lnTo>
                  <a:lnTo>
                    <a:pt x="2565637" y="1118629"/>
                  </a:lnTo>
                  <a:lnTo>
                    <a:pt x="2592980" y="1037630"/>
                  </a:lnTo>
                  <a:lnTo>
                    <a:pt x="2620382" y="960766"/>
                  </a:lnTo>
                  <a:lnTo>
                    <a:pt x="2647938" y="887982"/>
                  </a:lnTo>
                  <a:lnTo>
                    <a:pt x="2667772" y="838458"/>
                  </a:lnTo>
                  <a:lnTo>
                    <a:pt x="2709531" y="742201"/>
                  </a:lnTo>
                  <a:lnTo>
                    <a:pt x="2752513" y="654644"/>
                  </a:lnTo>
                  <a:lnTo>
                    <a:pt x="2797252" y="575441"/>
                  </a:lnTo>
                  <a:lnTo>
                    <a:pt x="2844351" y="503956"/>
                  </a:lnTo>
                  <a:lnTo>
                    <a:pt x="2894436" y="439435"/>
                  </a:lnTo>
                  <a:lnTo>
                    <a:pt x="2948115" y="381117"/>
                  </a:lnTo>
                  <a:lnTo>
                    <a:pt x="3005934" y="328299"/>
                  </a:lnTo>
                  <a:lnTo>
                    <a:pt x="3068307" y="280375"/>
                  </a:lnTo>
                  <a:lnTo>
                    <a:pt x="3135445" y="236855"/>
                  </a:lnTo>
                  <a:lnTo>
                    <a:pt x="3207247" y="197381"/>
                  </a:lnTo>
                  <a:lnTo>
                    <a:pt x="3283186" y="161723"/>
                  </a:lnTo>
                  <a:lnTo>
                    <a:pt x="3362198" y="129780"/>
                  </a:lnTo>
                  <a:lnTo>
                    <a:pt x="3442598" y="101550"/>
                  </a:lnTo>
                  <a:lnTo>
                    <a:pt x="3522080" y="77102"/>
                  </a:lnTo>
                  <a:lnTo>
                    <a:pt x="3597842" y="56517"/>
                  </a:lnTo>
                  <a:lnTo>
                    <a:pt x="3666863" y="39824"/>
                  </a:lnTo>
                  <a:lnTo>
                    <a:pt x="3726324" y="26939"/>
                  </a:lnTo>
                  <a:lnTo>
                    <a:pt x="3774084" y="17612"/>
                  </a:lnTo>
                  <a:lnTo>
                    <a:pt x="3809106" y="11420"/>
                  </a:lnTo>
                  <a:lnTo>
                    <a:pt x="3831708" y="7789"/>
                  </a:lnTo>
                  <a:lnTo>
                    <a:pt x="3843596" y="6047"/>
                  </a:lnTo>
                  <a:lnTo>
                    <a:pt x="3847725" y="549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40" y="5546"/>
                  </a:lnTo>
                  <a:lnTo>
                    <a:pt x="4393567" y="6270"/>
                  </a:lnTo>
                  <a:lnTo>
                    <a:pt x="4408279" y="8272"/>
                  </a:lnTo>
                  <a:lnTo>
                    <a:pt x="4434635" y="12213"/>
                  </a:lnTo>
                  <a:lnTo>
                    <a:pt x="4474020" y="18710"/>
                  </a:lnTo>
                  <a:lnTo>
                    <a:pt x="4526334" y="28268"/>
                  </a:lnTo>
                  <a:lnTo>
                    <a:pt x="4590099" y="41238"/>
                  </a:lnTo>
                  <a:lnTo>
                    <a:pt x="4662796" y="57802"/>
                  </a:lnTo>
                  <a:lnTo>
                    <a:pt x="4741354" y="77999"/>
                  </a:lnTo>
                  <a:lnTo>
                    <a:pt x="4822656" y="101775"/>
                  </a:lnTo>
                  <a:lnTo>
                    <a:pt x="4903941" y="129052"/>
                  </a:lnTo>
                  <a:lnTo>
                    <a:pt x="4983041" y="159786"/>
                  </a:lnTo>
                  <a:lnTo>
                    <a:pt x="5058462" y="194011"/>
                  </a:lnTo>
                  <a:lnTo>
                    <a:pt x="5129333" y="231874"/>
                  </a:lnTo>
                  <a:lnTo>
                    <a:pt x="5195313" y="273643"/>
                  </a:lnTo>
                  <a:lnTo>
                    <a:pt x="5256451" y="319714"/>
                  </a:lnTo>
                  <a:lnTo>
                    <a:pt x="5313077" y="370601"/>
                  </a:lnTo>
                  <a:lnTo>
                    <a:pt x="5365698" y="426927"/>
                  </a:lnTo>
                  <a:lnTo>
                    <a:pt x="5414923" y="489390"/>
                  </a:lnTo>
                  <a:lnTo>
                    <a:pt x="5461401" y="558715"/>
                  </a:lnTo>
                  <a:lnTo>
                    <a:pt x="5505781" y="635575"/>
                  </a:lnTo>
                  <a:lnTo>
                    <a:pt x="5548659" y="720451"/>
                  </a:lnTo>
                  <a:lnTo>
                    <a:pt x="5567201" y="760419"/>
                  </a:lnTo>
                  <a:lnTo>
                    <a:pt x="5596211" y="826805"/>
                  </a:lnTo>
                  <a:lnTo>
                    <a:pt x="5624969" y="897182"/>
                  </a:lnTo>
                  <a:lnTo>
                    <a:pt x="5653601" y="971632"/>
                  </a:lnTo>
                  <a:lnTo>
                    <a:pt x="5682208" y="1050193"/>
                  </a:lnTo>
                  <a:lnTo>
                    <a:pt x="5710872" y="1132858"/>
                  </a:lnTo>
                  <a:lnTo>
                    <a:pt x="5739657" y="1219569"/>
                  </a:lnTo>
                  <a:lnTo>
                    <a:pt x="5768613" y="1310215"/>
                  </a:lnTo>
                  <a:lnTo>
                    <a:pt x="5797772" y="1404631"/>
                  </a:lnTo>
                  <a:lnTo>
                    <a:pt x="5827152" y="1502593"/>
                  </a:lnTo>
                  <a:lnTo>
                    <a:pt x="5856758" y="1603819"/>
                  </a:lnTo>
                  <a:lnTo>
                    <a:pt x="5886585" y="1707976"/>
                  </a:lnTo>
                  <a:lnTo>
                    <a:pt x="5916613" y="1814676"/>
                  </a:lnTo>
                  <a:lnTo>
                    <a:pt x="5946817" y="1923485"/>
                  </a:lnTo>
                  <a:lnTo>
                    <a:pt x="5977160" y="2033929"/>
                  </a:lnTo>
                  <a:lnTo>
                    <a:pt x="6007602" y="2145502"/>
                  </a:lnTo>
                  <a:lnTo>
                    <a:pt x="6038098" y="2257676"/>
                  </a:lnTo>
                  <a:lnTo>
                    <a:pt x="6068599" y="2369912"/>
                  </a:lnTo>
                  <a:lnTo>
                    <a:pt x="6099057" y="2481668"/>
                  </a:lnTo>
                  <a:lnTo>
                    <a:pt x="6129426" y="2592412"/>
                  </a:lnTo>
                  <a:lnTo>
                    <a:pt x="6159665" y="2701633"/>
                  </a:lnTo>
                  <a:lnTo>
                    <a:pt x="6189736" y="2808849"/>
                  </a:lnTo>
                  <a:lnTo>
                    <a:pt x="6219610" y="2913617"/>
                  </a:lnTo>
                  <a:lnTo>
                    <a:pt x="6249267" y="3015537"/>
                  </a:lnTo>
                  <a:lnTo>
                    <a:pt x="6278698" y="3114263"/>
                  </a:lnTo>
                  <a:lnTo>
                    <a:pt x="6307906" y="3209502"/>
                  </a:lnTo>
                  <a:lnTo>
                    <a:pt x="6336905" y="3301018"/>
                  </a:lnTo>
                  <a:lnTo>
                    <a:pt x="6365726" y="3388630"/>
                  </a:lnTo>
                  <a:lnTo>
                    <a:pt x="6394412" y="3472216"/>
                  </a:lnTo>
                  <a:lnTo>
                    <a:pt x="6423025" y="3551708"/>
                  </a:lnTo>
                  <a:lnTo>
                    <a:pt x="6451643" y="3627085"/>
                  </a:lnTo>
                  <a:lnTo>
                    <a:pt x="6480363" y="3698378"/>
                  </a:lnTo>
                  <a:lnTo>
                    <a:pt x="6509303" y="3765656"/>
                  </a:lnTo>
                  <a:lnTo>
                    <a:pt x="6515891" y="3780321"/>
                  </a:lnTo>
                  <a:lnTo>
                    <a:pt x="6558273" y="3868787"/>
                  </a:lnTo>
                  <a:lnTo>
                    <a:pt x="6601922" y="3949136"/>
                  </a:lnTo>
                  <a:lnTo>
                    <a:pt x="6647399" y="4021704"/>
                  </a:lnTo>
                  <a:lnTo>
                    <a:pt x="6695333" y="4087101"/>
                  </a:lnTo>
                  <a:lnTo>
                    <a:pt x="6746379" y="4146040"/>
                  </a:lnTo>
                  <a:lnTo>
                    <a:pt x="6801171" y="4199241"/>
                  </a:lnTo>
                  <a:lnTo>
                    <a:pt x="6860269" y="4247363"/>
                  </a:lnTo>
                  <a:lnTo>
                    <a:pt x="6924091" y="4290971"/>
                  </a:lnTo>
                  <a:lnTo>
                    <a:pt x="6992824" y="4330514"/>
                  </a:lnTo>
                  <a:lnTo>
                    <a:pt x="7066314" y="4366316"/>
                  </a:lnTo>
                  <a:lnTo>
                    <a:pt x="7143938" y="4398577"/>
                  </a:lnTo>
                  <a:lnTo>
                    <a:pt x="7224489" y="4427378"/>
                  </a:lnTo>
                  <a:lnTo>
                    <a:pt x="7306092" y="4452706"/>
                  </a:lnTo>
                  <a:lnTo>
                    <a:pt x="7386229" y="4474489"/>
                  </a:lnTo>
                  <a:lnTo>
                    <a:pt x="7461900" y="4492655"/>
                  </a:lnTo>
                  <a:lnTo>
                    <a:pt x="7529954" y="4507195"/>
                  </a:lnTo>
                  <a:lnTo>
                    <a:pt x="7587566" y="4518223"/>
                  </a:lnTo>
                  <a:lnTo>
                    <a:pt x="7632744" y="4526014"/>
                  </a:lnTo>
                  <a:lnTo>
                    <a:pt x="7664755" y="4531010"/>
                  </a:lnTo>
                  <a:lnTo>
                    <a:pt x="7684333" y="4533786"/>
                  </a:lnTo>
                  <a:lnTo>
                    <a:pt x="7693653" y="4534991"/>
                  </a:lnTo>
                  <a:lnTo>
                    <a:pt x="7696237" y="4535296"/>
                  </a:lnTo>
                  <a:lnTo>
                    <a:pt x="8234974" y="4535296"/>
                  </a:lnTo>
                  <a:lnTo>
                    <a:pt x="8234974" y="4529852"/>
                  </a:lnTo>
                  <a:lnTo>
                    <a:pt x="7696237" y="4529852"/>
                  </a:lnTo>
                  <a:lnTo>
                    <a:pt x="7695352" y="4529750"/>
                  </a:lnTo>
                  <a:lnTo>
                    <a:pt x="7689525" y="4529026"/>
                  </a:lnTo>
                  <a:lnTo>
                    <a:pt x="7674814" y="4527024"/>
                  </a:lnTo>
                  <a:lnTo>
                    <a:pt x="7648457" y="4523083"/>
                  </a:lnTo>
                  <a:lnTo>
                    <a:pt x="7609073" y="4516586"/>
                  </a:lnTo>
                  <a:lnTo>
                    <a:pt x="7556759" y="4507028"/>
                  </a:lnTo>
                  <a:lnTo>
                    <a:pt x="7492994" y="4494058"/>
                  </a:lnTo>
                  <a:lnTo>
                    <a:pt x="7420297" y="4477494"/>
                  </a:lnTo>
                  <a:lnTo>
                    <a:pt x="7341739" y="4457297"/>
                  </a:lnTo>
                  <a:lnTo>
                    <a:pt x="7260437" y="4433521"/>
                  </a:lnTo>
                  <a:lnTo>
                    <a:pt x="7179152" y="4406244"/>
                  </a:lnTo>
                  <a:lnTo>
                    <a:pt x="7100051" y="4375510"/>
                  </a:lnTo>
                  <a:lnTo>
                    <a:pt x="7024631" y="4341285"/>
                  </a:lnTo>
                  <a:lnTo>
                    <a:pt x="6953759" y="4303422"/>
                  </a:lnTo>
                  <a:lnTo>
                    <a:pt x="6887780" y="4261653"/>
                  </a:lnTo>
                  <a:lnTo>
                    <a:pt x="6826642" y="4215582"/>
                  </a:lnTo>
                  <a:lnTo>
                    <a:pt x="6770015" y="4164695"/>
                  </a:lnTo>
                  <a:lnTo>
                    <a:pt x="6717394" y="4108369"/>
                  </a:lnTo>
                  <a:lnTo>
                    <a:pt x="6668170" y="4045906"/>
                  </a:lnTo>
                  <a:lnTo>
                    <a:pt x="6621691" y="3976581"/>
                  </a:lnTo>
                  <a:lnTo>
                    <a:pt x="6577312" y="3899721"/>
                  </a:lnTo>
                  <a:lnTo>
                    <a:pt x="6534434" y="3814845"/>
                  </a:lnTo>
                  <a:lnTo>
                    <a:pt x="6515891" y="3774877"/>
                  </a:lnTo>
                  <a:lnTo>
                    <a:pt x="6486882" y="3708491"/>
                  </a:lnTo>
                  <a:lnTo>
                    <a:pt x="6458123" y="3638114"/>
                  </a:lnTo>
                  <a:lnTo>
                    <a:pt x="6429491" y="3563664"/>
                  </a:lnTo>
                  <a:lnTo>
                    <a:pt x="6400885" y="3485103"/>
                  </a:lnTo>
                  <a:lnTo>
                    <a:pt x="6372221" y="3402438"/>
                  </a:lnTo>
                  <a:lnTo>
                    <a:pt x="6343435" y="3315727"/>
                  </a:lnTo>
                  <a:lnTo>
                    <a:pt x="6314479" y="3225080"/>
                  </a:lnTo>
                  <a:lnTo>
                    <a:pt x="6285321" y="3130665"/>
                  </a:lnTo>
                  <a:lnTo>
                    <a:pt x="6255941" y="3032703"/>
                  </a:lnTo>
                  <a:lnTo>
                    <a:pt x="6226334" y="2931476"/>
                  </a:lnTo>
                  <a:lnTo>
                    <a:pt x="6196508" y="2827320"/>
                  </a:lnTo>
                  <a:lnTo>
                    <a:pt x="6166479" y="2720620"/>
                  </a:lnTo>
                  <a:lnTo>
                    <a:pt x="6136276" y="2611811"/>
                  </a:lnTo>
                  <a:lnTo>
                    <a:pt x="6105932" y="2501367"/>
                  </a:lnTo>
                  <a:lnTo>
                    <a:pt x="6075490" y="2389794"/>
                  </a:lnTo>
                  <a:lnTo>
                    <a:pt x="6044995" y="2277620"/>
                  </a:lnTo>
                  <a:lnTo>
                    <a:pt x="6014494" y="2165384"/>
                  </a:lnTo>
                  <a:lnTo>
                    <a:pt x="5984036" y="2053628"/>
                  </a:lnTo>
                  <a:lnTo>
                    <a:pt x="5953666" y="1942884"/>
                  </a:lnTo>
                  <a:lnTo>
                    <a:pt x="5923428" y="1833663"/>
                  </a:lnTo>
                  <a:lnTo>
                    <a:pt x="5893357" y="1726447"/>
                  </a:lnTo>
                  <a:lnTo>
                    <a:pt x="5863483" y="1621679"/>
                  </a:lnTo>
                  <a:lnTo>
                    <a:pt x="5833825" y="1519759"/>
                  </a:lnTo>
                  <a:lnTo>
                    <a:pt x="5804394" y="1421033"/>
                  </a:lnTo>
                  <a:lnTo>
                    <a:pt x="5775187" y="1325794"/>
                  </a:lnTo>
                  <a:lnTo>
                    <a:pt x="5746187" y="1234278"/>
                  </a:lnTo>
                  <a:lnTo>
                    <a:pt x="5717367" y="1146666"/>
                  </a:lnTo>
                  <a:lnTo>
                    <a:pt x="5688680" y="1063080"/>
                  </a:lnTo>
                  <a:lnTo>
                    <a:pt x="5660067" y="983588"/>
                  </a:lnTo>
                  <a:lnTo>
                    <a:pt x="5631450" y="908211"/>
                  </a:lnTo>
                  <a:lnTo>
                    <a:pt x="5602730" y="836918"/>
                  </a:lnTo>
                  <a:lnTo>
                    <a:pt x="5573789" y="769640"/>
                  </a:lnTo>
                  <a:lnTo>
                    <a:pt x="5567201" y="754975"/>
                  </a:lnTo>
                  <a:lnTo>
                    <a:pt x="5524819" y="666509"/>
                  </a:lnTo>
                  <a:lnTo>
                    <a:pt x="5481170" y="586160"/>
                  </a:lnTo>
                  <a:lnTo>
                    <a:pt x="5435694" y="513592"/>
                  </a:lnTo>
                  <a:lnTo>
                    <a:pt x="5387760" y="448195"/>
                  </a:lnTo>
                  <a:lnTo>
                    <a:pt x="5336713" y="389256"/>
                  </a:lnTo>
                  <a:lnTo>
                    <a:pt x="5281921" y="336055"/>
                  </a:lnTo>
                  <a:lnTo>
                    <a:pt x="5222823" y="287932"/>
                  </a:lnTo>
                  <a:lnTo>
                    <a:pt x="5159002" y="244325"/>
                  </a:lnTo>
                  <a:lnTo>
                    <a:pt x="5090269" y="204782"/>
                  </a:lnTo>
                  <a:lnTo>
                    <a:pt x="5016779" y="168980"/>
                  </a:lnTo>
                  <a:lnTo>
                    <a:pt x="4939154" y="136719"/>
                  </a:lnTo>
                  <a:lnTo>
                    <a:pt x="4858604" y="107918"/>
                  </a:lnTo>
                  <a:lnTo>
                    <a:pt x="4777000" y="82590"/>
                  </a:lnTo>
                  <a:lnTo>
                    <a:pt x="4696863" y="60807"/>
                  </a:lnTo>
                  <a:lnTo>
                    <a:pt x="4621193" y="42641"/>
                  </a:lnTo>
                  <a:lnTo>
                    <a:pt x="4553138" y="28101"/>
                  </a:lnTo>
                  <a:lnTo>
                    <a:pt x="4495527" y="17073"/>
                  </a:lnTo>
                  <a:lnTo>
                    <a:pt x="4450349" y="9282"/>
                  </a:lnTo>
                  <a:lnTo>
                    <a:pt x="4418337" y="4286"/>
                  </a:lnTo>
                  <a:lnTo>
                    <a:pt x="4398759" y="1510"/>
                  </a:lnTo>
                  <a:lnTo>
                    <a:pt x="4389439" y="30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1" y="107"/>
                  </a:lnTo>
                  <a:lnTo>
                    <a:pt x="3841684" y="871"/>
                  </a:lnTo>
                  <a:lnTo>
                    <a:pt x="3827563" y="2984"/>
                  </a:lnTo>
                  <a:lnTo>
                    <a:pt x="3802219" y="7145"/>
                  </a:lnTo>
                  <a:lnTo>
                    <a:pt x="3764258" y="14008"/>
                  </a:lnTo>
                  <a:lnTo>
                    <a:pt x="3713682" y="24118"/>
                  </a:lnTo>
                  <a:lnTo>
                    <a:pt x="3651812" y="37860"/>
                  </a:lnTo>
                  <a:lnTo>
                    <a:pt x="3580984" y="55441"/>
                  </a:lnTo>
                  <a:lnTo>
                    <a:pt x="3504106" y="76916"/>
                  </a:lnTo>
                  <a:lnTo>
                    <a:pt x="3424181" y="102237"/>
                  </a:lnTo>
                  <a:lnTo>
                    <a:pt x="3343917" y="131322"/>
                  </a:lnTo>
                  <a:lnTo>
                    <a:pt x="3265483" y="164112"/>
                  </a:lnTo>
                  <a:lnTo>
                    <a:pt x="3190418" y="200630"/>
                  </a:lnTo>
                  <a:lnTo>
                    <a:pt x="3119655" y="241005"/>
                  </a:lnTo>
                  <a:lnTo>
                    <a:pt x="3053611" y="285497"/>
                  </a:lnTo>
                  <a:lnTo>
                    <a:pt x="2992308" y="334494"/>
                  </a:lnTo>
                  <a:lnTo>
                    <a:pt x="2935479" y="388513"/>
                  </a:lnTo>
                  <a:lnTo>
                    <a:pt x="2882674" y="448186"/>
                  </a:lnTo>
                  <a:lnTo>
                    <a:pt x="2833328" y="514233"/>
                  </a:lnTo>
                  <a:lnTo>
                    <a:pt x="2786825" y="587421"/>
                  </a:lnTo>
                  <a:lnTo>
                    <a:pt x="2742539" y="668487"/>
                  </a:lnTo>
                  <a:lnTo>
                    <a:pt x="2699881" y="758020"/>
                  </a:lnTo>
                  <a:lnTo>
                    <a:pt x="2667772" y="833013"/>
                  </a:lnTo>
                  <a:lnTo>
                    <a:pt x="2640037" y="902935"/>
                  </a:lnTo>
                  <a:lnTo>
                    <a:pt x="2612536" y="976878"/>
                  </a:lnTo>
                  <a:lnTo>
                    <a:pt x="2585160" y="1054921"/>
                  </a:lnTo>
                  <a:lnTo>
                    <a:pt x="2557818" y="1137106"/>
                  </a:lnTo>
                  <a:lnTo>
                    <a:pt x="2530436" y="1223434"/>
                  </a:lnTo>
                  <a:lnTo>
                    <a:pt x="2502954" y="1313858"/>
                  </a:lnTo>
                  <a:lnTo>
                    <a:pt x="2475327" y="1408285"/>
                  </a:lnTo>
                  <a:lnTo>
                    <a:pt x="2447522" y="1506570"/>
                  </a:lnTo>
                  <a:lnTo>
                    <a:pt x="2419519" y="1608517"/>
                  </a:lnTo>
                  <a:lnTo>
                    <a:pt x="2391310" y="1713874"/>
                  </a:lnTo>
                  <a:lnTo>
                    <a:pt x="2362896" y="1822342"/>
                  </a:lnTo>
                  <a:lnTo>
                    <a:pt x="2334288" y="1933569"/>
                  </a:lnTo>
                  <a:lnTo>
                    <a:pt x="2305506" y="2047160"/>
                  </a:lnTo>
                  <a:lnTo>
                    <a:pt x="2276577" y="2162678"/>
                  </a:lnTo>
                  <a:lnTo>
                    <a:pt x="2247534" y="2279653"/>
                  </a:lnTo>
                  <a:lnTo>
                    <a:pt x="2218414" y="2397589"/>
                  </a:lnTo>
                  <a:lnTo>
                    <a:pt x="2189259" y="2515972"/>
                  </a:lnTo>
                  <a:lnTo>
                    <a:pt x="2160109" y="2634280"/>
                  </a:lnTo>
                  <a:lnTo>
                    <a:pt x="2131007" y="2751993"/>
                  </a:lnTo>
                  <a:lnTo>
                    <a:pt x="2101993" y="2868601"/>
                  </a:lnTo>
                  <a:lnTo>
                    <a:pt x="2073103" y="2983615"/>
                  </a:lnTo>
                  <a:lnTo>
                    <a:pt x="2044368" y="3096573"/>
                  </a:lnTo>
                  <a:lnTo>
                    <a:pt x="2015814" y="3207050"/>
                  </a:lnTo>
                  <a:lnTo>
                    <a:pt x="1987458" y="3314662"/>
                  </a:lnTo>
                  <a:lnTo>
                    <a:pt x="1959308" y="3419073"/>
                  </a:lnTo>
                  <a:lnTo>
                    <a:pt x="1931363" y="3519996"/>
                  </a:lnTo>
                  <a:lnTo>
                    <a:pt x="1903612" y="3617196"/>
                  </a:lnTo>
                  <a:lnTo>
                    <a:pt x="1876030" y="3710491"/>
                  </a:lnTo>
                  <a:lnTo>
                    <a:pt x="1848582" y="3799751"/>
                  </a:lnTo>
                  <a:lnTo>
                    <a:pt x="1821218" y="3884897"/>
                  </a:lnTo>
                  <a:lnTo>
                    <a:pt x="1793875" y="3965896"/>
                  </a:lnTo>
                  <a:lnTo>
                    <a:pt x="1766473" y="4042760"/>
                  </a:lnTo>
                  <a:lnTo>
                    <a:pt x="1738917" y="4115544"/>
                  </a:lnTo>
                  <a:lnTo>
                    <a:pt x="1719082" y="4165068"/>
                  </a:lnTo>
                  <a:lnTo>
                    <a:pt x="1677323" y="4261325"/>
                  </a:lnTo>
                  <a:lnTo>
                    <a:pt x="1634341" y="4348882"/>
                  </a:lnTo>
                  <a:lnTo>
                    <a:pt x="1589602" y="4428085"/>
                  </a:lnTo>
                  <a:lnTo>
                    <a:pt x="1542504" y="4499570"/>
                  </a:lnTo>
                  <a:lnTo>
                    <a:pt x="1492419" y="4564091"/>
                  </a:lnTo>
                  <a:lnTo>
                    <a:pt x="1438739" y="4622409"/>
                  </a:lnTo>
                  <a:lnTo>
                    <a:pt x="1380921" y="4675227"/>
                  </a:lnTo>
                  <a:lnTo>
                    <a:pt x="1318547" y="4723151"/>
                  </a:lnTo>
                  <a:lnTo>
                    <a:pt x="1251409" y="4766671"/>
                  </a:lnTo>
                  <a:lnTo>
                    <a:pt x="1179607" y="4806145"/>
                  </a:lnTo>
                  <a:lnTo>
                    <a:pt x="1103668" y="4841803"/>
                  </a:lnTo>
                  <a:lnTo>
                    <a:pt x="1024656" y="4873746"/>
                  </a:lnTo>
                  <a:lnTo>
                    <a:pt x="944257" y="4901976"/>
                  </a:lnTo>
                  <a:lnTo>
                    <a:pt x="864775" y="4926424"/>
                  </a:lnTo>
                  <a:lnTo>
                    <a:pt x="789013" y="4947009"/>
                  </a:lnTo>
                  <a:lnTo>
                    <a:pt x="719991" y="4963702"/>
                  </a:lnTo>
                  <a:lnTo>
                    <a:pt x="660531" y="4976587"/>
                  </a:lnTo>
                  <a:lnTo>
                    <a:pt x="612771" y="4985914"/>
                  </a:lnTo>
                  <a:lnTo>
                    <a:pt x="577749" y="4992105"/>
                  </a:lnTo>
                  <a:lnTo>
                    <a:pt x="555146" y="4995737"/>
                  </a:lnTo>
                  <a:lnTo>
                    <a:pt x="543259" y="4997479"/>
                  </a:lnTo>
                  <a:lnTo>
                    <a:pt x="539130" y="4998033"/>
                  </a:lnTo>
                  <a:lnTo>
                    <a:pt x="538736" y="4998082"/>
                  </a:lnTo>
                  <a:lnTo>
                    <a:pt x="0" y="4998082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83" name="pl1983"/>
            <p:cNvSpPr/>
            <p:nvPr/>
          </p:nvSpPr>
          <p:spPr>
            <a:xfrm>
              <a:off x="546595" y="777679"/>
              <a:ext cx="8234974" cy="4998082"/>
            </a:xfrm>
            <a:custGeom>
              <a:avLst/>
              <a:pathLst>
                <a:path w="8234974" h="4998082">
                  <a:moveTo>
                    <a:pt x="0" y="4998082"/>
                  </a:moveTo>
                  <a:lnTo>
                    <a:pt x="538736" y="4998082"/>
                  </a:lnTo>
                  <a:lnTo>
                    <a:pt x="539584" y="4997975"/>
                  </a:lnTo>
                  <a:lnTo>
                    <a:pt x="545170" y="4997210"/>
                  </a:lnTo>
                  <a:lnTo>
                    <a:pt x="559292" y="4995098"/>
                  </a:lnTo>
                  <a:lnTo>
                    <a:pt x="584636" y="4990937"/>
                  </a:lnTo>
                  <a:lnTo>
                    <a:pt x="622597" y="4984073"/>
                  </a:lnTo>
                  <a:lnTo>
                    <a:pt x="673172" y="4973963"/>
                  </a:lnTo>
                  <a:lnTo>
                    <a:pt x="735043" y="4960222"/>
                  </a:lnTo>
                  <a:lnTo>
                    <a:pt x="805871" y="4942641"/>
                  </a:lnTo>
                  <a:lnTo>
                    <a:pt x="882749" y="4921166"/>
                  </a:lnTo>
                  <a:lnTo>
                    <a:pt x="962674" y="4895844"/>
                  </a:lnTo>
                  <a:lnTo>
                    <a:pt x="1042938" y="4866760"/>
                  </a:lnTo>
                  <a:lnTo>
                    <a:pt x="1121372" y="4833969"/>
                  </a:lnTo>
                  <a:lnTo>
                    <a:pt x="1196437" y="4797452"/>
                  </a:lnTo>
                  <a:lnTo>
                    <a:pt x="1267200" y="4757076"/>
                  </a:lnTo>
                  <a:lnTo>
                    <a:pt x="1333243" y="4712585"/>
                  </a:lnTo>
                  <a:lnTo>
                    <a:pt x="1394547" y="4663588"/>
                  </a:lnTo>
                  <a:lnTo>
                    <a:pt x="1451375" y="4609568"/>
                  </a:lnTo>
                  <a:lnTo>
                    <a:pt x="1504181" y="4549895"/>
                  </a:lnTo>
                  <a:lnTo>
                    <a:pt x="1553526" y="4483848"/>
                  </a:lnTo>
                  <a:lnTo>
                    <a:pt x="1600030" y="4410660"/>
                  </a:lnTo>
                  <a:lnTo>
                    <a:pt x="1644315" y="4329594"/>
                  </a:lnTo>
                  <a:lnTo>
                    <a:pt x="1686974" y="4240061"/>
                  </a:lnTo>
                  <a:lnTo>
                    <a:pt x="1719082" y="4165068"/>
                  </a:lnTo>
                  <a:lnTo>
                    <a:pt x="1746818" y="4095146"/>
                  </a:lnTo>
                  <a:lnTo>
                    <a:pt x="1774319" y="4021203"/>
                  </a:lnTo>
                  <a:lnTo>
                    <a:pt x="1801695" y="3943160"/>
                  </a:lnTo>
                  <a:lnTo>
                    <a:pt x="1829036" y="3860975"/>
                  </a:lnTo>
                  <a:lnTo>
                    <a:pt x="1856419" y="3774648"/>
                  </a:lnTo>
                  <a:lnTo>
                    <a:pt x="1883901" y="3684223"/>
                  </a:lnTo>
                  <a:lnTo>
                    <a:pt x="1911528" y="3589796"/>
                  </a:lnTo>
                  <a:lnTo>
                    <a:pt x="1939333" y="3491511"/>
                  </a:lnTo>
                  <a:lnTo>
                    <a:pt x="1967335" y="3389565"/>
                  </a:lnTo>
                  <a:lnTo>
                    <a:pt x="1995544" y="3284207"/>
                  </a:lnTo>
                  <a:lnTo>
                    <a:pt x="2023959" y="3175739"/>
                  </a:lnTo>
                  <a:lnTo>
                    <a:pt x="2052567" y="3064512"/>
                  </a:lnTo>
                  <a:lnTo>
                    <a:pt x="2081349" y="2950921"/>
                  </a:lnTo>
                  <a:lnTo>
                    <a:pt x="2110278" y="2835403"/>
                  </a:lnTo>
                  <a:lnTo>
                    <a:pt x="2139321" y="2718428"/>
                  </a:lnTo>
                  <a:lnTo>
                    <a:pt x="2168440" y="2600492"/>
                  </a:lnTo>
                  <a:lnTo>
                    <a:pt x="2197596" y="2482109"/>
                  </a:lnTo>
                  <a:lnTo>
                    <a:pt x="2226745" y="2363801"/>
                  </a:lnTo>
                  <a:lnTo>
                    <a:pt x="2255847" y="2246088"/>
                  </a:lnTo>
                  <a:lnTo>
                    <a:pt x="2284861" y="2129480"/>
                  </a:lnTo>
                  <a:lnTo>
                    <a:pt x="2313751" y="2014466"/>
                  </a:lnTo>
                  <a:lnTo>
                    <a:pt x="2342486" y="1901508"/>
                  </a:lnTo>
                  <a:lnTo>
                    <a:pt x="2371040" y="1791031"/>
                  </a:lnTo>
                  <a:lnTo>
                    <a:pt x="2399397" y="1683419"/>
                  </a:lnTo>
                  <a:lnTo>
                    <a:pt x="2427547" y="1579008"/>
                  </a:lnTo>
                  <a:lnTo>
                    <a:pt x="2455491" y="1478086"/>
                  </a:lnTo>
                  <a:lnTo>
                    <a:pt x="2483243" y="1380886"/>
                  </a:lnTo>
                  <a:lnTo>
                    <a:pt x="2510825" y="1287591"/>
                  </a:lnTo>
                  <a:lnTo>
                    <a:pt x="2538273" y="1198330"/>
                  </a:lnTo>
                  <a:lnTo>
                    <a:pt x="2565637" y="1113185"/>
                  </a:lnTo>
                  <a:lnTo>
                    <a:pt x="2592980" y="1032186"/>
                  </a:lnTo>
                  <a:lnTo>
                    <a:pt x="2620382" y="955321"/>
                  </a:lnTo>
                  <a:lnTo>
                    <a:pt x="2647938" y="882538"/>
                  </a:lnTo>
                  <a:lnTo>
                    <a:pt x="2667772" y="833013"/>
                  </a:lnTo>
                  <a:lnTo>
                    <a:pt x="2709531" y="736756"/>
                  </a:lnTo>
                  <a:lnTo>
                    <a:pt x="2752513" y="649199"/>
                  </a:lnTo>
                  <a:lnTo>
                    <a:pt x="2797252" y="569997"/>
                  </a:lnTo>
                  <a:lnTo>
                    <a:pt x="2844351" y="498511"/>
                  </a:lnTo>
                  <a:lnTo>
                    <a:pt x="2894436" y="433990"/>
                  </a:lnTo>
                  <a:lnTo>
                    <a:pt x="2948115" y="375672"/>
                  </a:lnTo>
                  <a:lnTo>
                    <a:pt x="3005934" y="322854"/>
                  </a:lnTo>
                  <a:lnTo>
                    <a:pt x="3068307" y="274930"/>
                  </a:lnTo>
                  <a:lnTo>
                    <a:pt x="3135445" y="231411"/>
                  </a:lnTo>
                  <a:lnTo>
                    <a:pt x="3207247" y="191936"/>
                  </a:lnTo>
                  <a:lnTo>
                    <a:pt x="3283186" y="156279"/>
                  </a:lnTo>
                  <a:lnTo>
                    <a:pt x="3362198" y="124335"/>
                  </a:lnTo>
                  <a:lnTo>
                    <a:pt x="3442598" y="96106"/>
                  </a:lnTo>
                  <a:lnTo>
                    <a:pt x="3522080" y="71657"/>
                  </a:lnTo>
                  <a:lnTo>
                    <a:pt x="3597842" y="51072"/>
                  </a:lnTo>
                  <a:lnTo>
                    <a:pt x="3666863" y="34380"/>
                  </a:lnTo>
                  <a:lnTo>
                    <a:pt x="3726324" y="21494"/>
                  </a:lnTo>
                  <a:lnTo>
                    <a:pt x="3774084" y="12168"/>
                  </a:lnTo>
                  <a:lnTo>
                    <a:pt x="3809106" y="5976"/>
                  </a:lnTo>
                  <a:lnTo>
                    <a:pt x="3831708" y="2344"/>
                  </a:lnTo>
                  <a:lnTo>
                    <a:pt x="3843596" y="603"/>
                  </a:lnTo>
                  <a:lnTo>
                    <a:pt x="3847725" y="4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40" y="101"/>
                  </a:lnTo>
                  <a:lnTo>
                    <a:pt x="4393567" y="825"/>
                  </a:lnTo>
                  <a:lnTo>
                    <a:pt x="4408279" y="2827"/>
                  </a:lnTo>
                  <a:lnTo>
                    <a:pt x="4434635" y="6769"/>
                  </a:lnTo>
                  <a:lnTo>
                    <a:pt x="4474020" y="13265"/>
                  </a:lnTo>
                  <a:lnTo>
                    <a:pt x="4526334" y="22823"/>
                  </a:lnTo>
                  <a:lnTo>
                    <a:pt x="4590099" y="35793"/>
                  </a:lnTo>
                  <a:lnTo>
                    <a:pt x="4662796" y="52358"/>
                  </a:lnTo>
                  <a:lnTo>
                    <a:pt x="4741354" y="72554"/>
                  </a:lnTo>
                  <a:lnTo>
                    <a:pt x="4822656" y="96331"/>
                  </a:lnTo>
                  <a:lnTo>
                    <a:pt x="4903941" y="123608"/>
                  </a:lnTo>
                  <a:lnTo>
                    <a:pt x="4983041" y="154341"/>
                  </a:lnTo>
                  <a:lnTo>
                    <a:pt x="5058462" y="188567"/>
                  </a:lnTo>
                  <a:lnTo>
                    <a:pt x="5129333" y="226430"/>
                  </a:lnTo>
                  <a:lnTo>
                    <a:pt x="5195313" y="268199"/>
                  </a:lnTo>
                  <a:lnTo>
                    <a:pt x="5256451" y="314269"/>
                  </a:lnTo>
                  <a:lnTo>
                    <a:pt x="5313077" y="365157"/>
                  </a:lnTo>
                  <a:lnTo>
                    <a:pt x="5365698" y="421483"/>
                  </a:lnTo>
                  <a:lnTo>
                    <a:pt x="5414923" y="483945"/>
                  </a:lnTo>
                  <a:lnTo>
                    <a:pt x="5461401" y="553270"/>
                  </a:lnTo>
                  <a:lnTo>
                    <a:pt x="5505781" y="630130"/>
                  </a:lnTo>
                  <a:lnTo>
                    <a:pt x="5548659" y="715006"/>
                  </a:lnTo>
                  <a:lnTo>
                    <a:pt x="5567201" y="754975"/>
                  </a:lnTo>
                  <a:lnTo>
                    <a:pt x="5596211" y="821360"/>
                  </a:lnTo>
                  <a:lnTo>
                    <a:pt x="5624969" y="891738"/>
                  </a:lnTo>
                  <a:lnTo>
                    <a:pt x="5653601" y="966188"/>
                  </a:lnTo>
                  <a:lnTo>
                    <a:pt x="5682208" y="1044749"/>
                  </a:lnTo>
                  <a:lnTo>
                    <a:pt x="5710872" y="1127413"/>
                  </a:lnTo>
                  <a:lnTo>
                    <a:pt x="5739657" y="1214124"/>
                  </a:lnTo>
                  <a:lnTo>
                    <a:pt x="5768613" y="1304771"/>
                  </a:lnTo>
                  <a:lnTo>
                    <a:pt x="5797772" y="1399187"/>
                  </a:lnTo>
                  <a:lnTo>
                    <a:pt x="5827152" y="1497148"/>
                  </a:lnTo>
                  <a:lnTo>
                    <a:pt x="5856758" y="1598375"/>
                  </a:lnTo>
                  <a:lnTo>
                    <a:pt x="5886585" y="1702532"/>
                  </a:lnTo>
                  <a:lnTo>
                    <a:pt x="5916613" y="1809232"/>
                  </a:lnTo>
                  <a:lnTo>
                    <a:pt x="5946817" y="1918040"/>
                  </a:lnTo>
                  <a:lnTo>
                    <a:pt x="5977160" y="2028484"/>
                  </a:lnTo>
                  <a:lnTo>
                    <a:pt x="6007602" y="2140057"/>
                  </a:lnTo>
                  <a:lnTo>
                    <a:pt x="6038098" y="2252232"/>
                  </a:lnTo>
                  <a:lnTo>
                    <a:pt x="6068599" y="2364467"/>
                  </a:lnTo>
                  <a:lnTo>
                    <a:pt x="6099057" y="2476223"/>
                  </a:lnTo>
                  <a:lnTo>
                    <a:pt x="6129426" y="2586967"/>
                  </a:lnTo>
                  <a:lnTo>
                    <a:pt x="6159665" y="2696189"/>
                  </a:lnTo>
                  <a:lnTo>
                    <a:pt x="6189736" y="2803405"/>
                  </a:lnTo>
                  <a:lnTo>
                    <a:pt x="6219610" y="2908172"/>
                  </a:lnTo>
                  <a:lnTo>
                    <a:pt x="6249267" y="3010093"/>
                  </a:lnTo>
                  <a:lnTo>
                    <a:pt x="6278698" y="3108819"/>
                  </a:lnTo>
                  <a:lnTo>
                    <a:pt x="6307906" y="3204058"/>
                  </a:lnTo>
                  <a:lnTo>
                    <a:pt x="6336905" y="3295573"/>
                  </a:lnTo>
                  <a:lnTo>
                    <a:pt x="6365726" y="3383185"/>
                  </a:lnTo>
                  <a:lnTo>
                    <a:pt x="6394412" y="3466772"/>
                  </a:lnTo>
                  <a:lnTo>
                    <a:pt x="6423025" y="3546263"/>
                  </a:lnTo>
                  <a:lnTo>
                    <a:pt x="6451643" y="3621641"/>
                  </a:lnTo>
                  <a:lnTo>
                    <a:pt x="6480363" y="3692933"/>
                  </a:lnTo>
                  <a:lnTo>
                    <a:pt x="6509303" y="3760212"/>
                  </a:lnTo>
                  <a:lnTo>
                    <a:pt x="6515891" y="3774877"/>
                  </a:lnTo>
                  <a:lnTo>
                    <a:pt x="6558273" y="3863342"/>
                  </a:lnTo>
                  <a:lnTo>
                    <a:pt x="6601922" y="3943691"/>
                  </a:lnTo>
                  <a:lnTo>
                    <a:pt x="6647399" y="4016260"/>
                  </a:lnTo>
                  <a:lnTo>
                    <a:pt x="6695333" y="4081656"/>
                  </a:lnTo>
                  <a:lnTo>
                    <a:pt x="6746379" y="4140596"/>
                  </a:lnTo>
                  <a:lnTo>
                    <a:pt x="6801171" y="4193797"/>
                  </a:lnTo>
                  <a:lnTo>
                    <a:pt x="6860269" y="4241919"/>
                  </a:lnTo>
                  <a:lnTo>
                    <a:pt x="6924091" y="4285526"/>
                  </a:lnTo>
                  <a:lnTo>
                    <a:pt x="6992824" y="4325069"/>
                  </a:lnTo>
                  <a:lnTo>
                    <a:pt x="7066314" y="4360872"/>
                  </a:lnTo>
                  <a:lnTo>
                    <a:pt x="7143938" y="4393133"/>
                  </a:lnTo>
                  <a:lnTo>
                    <a:pt x="7224489" y="4421934"/>
                  </a:lnTo>
                  <a:lnTo>
                    <a:pt x="7306092" y="4447261"/>
                  </a:lnTo>
                  <a:lnTo>
                    <a:pt x="7386229" y="4469044"/>
                  </a:lnTo>
                  <a:lnTo>
                    <a:pt x="7461900" y="4487210"/>
                  </a:lnTo>
                  <a:lnTo>
                    <a:pt x="7529954" y="4501751"/>
                  </a:lnTo>
                  <a:lnTo>
                    <a:pt x="7587566" y="4512778"/>
                  </a:lnTo>
                  <a:lnTo>
                    <a:pt x="7632744" y="4520569"/>
                  </a:lnTo>
                  <a:lnTo>
                    <a:pt x="7664755" y="4525566"/>
                  </a:lnTo>
                  <a:lnTo>
                    <a:pt x="7684333" y="4528341"/>
                  </a:lnTo>
                  <a:lnTo>
                    <a:pt x="7693653" y="4529546"/>
                  </a:lnTo>
                  <a:lnTo>
                    <a:pt x="7696159" y="4529843"/>
                  </a:lnTo>
                  <a:lnTo>
                    <a:pt x="7696237" y="4529852"/>
                  </a:lnTo>
                  <a:lnTo>
                    <a:pt x="8234974" y="45298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4" name="pl1984"/>
            <p:cNvSpPr/>
            <p:nvPr/>
          </p:nvSpPr>
          <p:spPr>
            <a:xfrm>
              <a:off x="546595" y="772235"/>
              <a:ext cx="8234974" cy="4998082"/>
            </a:xfrm>
            <a:custGeom>
              <a:avLst/>
              <a:pathLst>
                <a:path w="8234974" h="4998082">
                  <a:moveTo>
                    <a:pt x="8234974" y="4529852"/>
                  </a:moveTo>
                  <a:lnTo>
                    <a:pt x="7696237" y="4529852"/>
                  </a:lnTo>
                  <a:lnTo>
                    <a:pt x="7695352" y="4529750"/>
                  </a:lnTo>
                  <a:lnTo>
                    <a:pt x="7689525" y="4529026"/>
                  </a:lnTo>
                  <a:lnTo>
                    <a:pt x="7674814" y="4527024"/>
                  </a:lnTo>
                  <a:lnTo>
                    <a:pt x="7648457" y="4523083"/>
                  </a:lnTo>
                  <a:lnTo>
                    <a:pt x="7609073" y="4516586"/>
                  </a:lnTo>
                  <a:lnTo>
                    <a:pt x="7556759" y="4507028"/>
                  </a:lnTo>
                  <a:lnTo>
                    <a:pt x="7492994" y="4494058"/>
                  </a:lnTo>
                  <a:lnTo>
                    <a:pt x="7420297" y="4477494"/>
                  </a:lnTo>
                  <a:lnTo>
                    <a:pt x="7341739" y="4457297"/>
                  </a:lnTo>
                  <a:lnTo>
                    <a:pt x="7260437" y="4433521"/>
                  </a:lnTo>
                  <a:lnTo>
                    <a:pt x="7179152" y="4406244"/>
                  </a:lnTo>
                  <a:lnTo>
                    <a:pt x="7100051" y="4375510"/>
                  </a:lnTo>
                  <a:lnTo>
                    <a:pt x="7024631" y="4341285"/>
                  </a:lnTo>
                  <a:lnTo>
                    <a:pt x="6953759" y="4303422"/>
                  </a:lnTo>
                  <a:lnTo>
                    <a:pt x="6887780" y="4261653"/>
                  </a:lnTo>
                  <a:lnTo>
                    <a:pt x="6826642" y="4215582"/>
                  </a:lnTo>
                  <a:lnTo>
                    <a:pt x="6770015" y="4164695"/>
                  </a:lnTo>
                  <a:lnTo>
                    <a:pt x="6717394" y="4108369"/>
                  </a:lnTo>
                  <a:lnTo>
                    <a:pt x="6668170" y="4045906"/>
                  </a:lnTo>
                  <a:lnTo>
                    <a:pt x="6621691" y="3976581"/>
                  </a:lnTo>
                  <a:lnTo>
                    <a:pt x="6577312" y="3899721"/>
                  </a:lnTo>
                  <a:lnTo>
                    <a:pt x="6534434" y="3814845"/>
                  </a:lnTo>
                  <a:lnTo>
                    <a:pt x="6515891" y="3774877"/>
                  </a:lnTo>
                  <a:lnTo>
                    <a:pt x="6486882" y="3708491"/>
                  </a:lnTo>
                  <a:lnTo>
                    <a:pt x="6458123" y="3638114"/>
                  </a:lnTo>
                  <a:lnTo>
                    <a:pt x="6429491" y="3563664"/>
                  </a:lnTo>
                  <a:lnTo>
                    <a:pt x="6400885" y="3485103"/>
                  </a:lnTo>
                  <a:lnTo>
                    <a:pt x="6372221" y="3402438"/>
                  </a:lnTo>
                  <a:lnTo>
                    <a:pt x="6343435" y="3315727"/>
                  </a:lnTo>
                  <a:lnTo>
                    <a:pt x="6314479" y="3225080"/>
                  </a:lnTo>
                  <a:lnTo>
                    <a:pt x="6285321" y="3130665"/>
                  </a:lnTo>
                  <a:lnTo>
                    <a:pt x="6255941" y="3032703"/>
                  </a:lnTo>
                  <a:lnTo>
                    <a:pt x="6226334" y="2931476"/>
                  </a:lnTo>
                  <a:lnTo>
                    <a:pt x="6196508" y="2827320"/>
                  </a:lnTo>
                  <a:lnTo>
                    <a:pt x="6166479" y="2720620"/>
                  </a:lnTo>
                  <a:lnTo>
                    <a:pt x="6136276" y="2611811"/>
                  </a:lnTo>
                  <a:lnTo>
                    <a:pt x="6105932" y="2501367"/>
                  </a:lnTo>
                  <a:lnTo>
                    <a:pt x="6075490" y="2389794"/>
                  </a:lnTo>
                  <a:lnTo>
                    <a:pt x="6044995" y="2277620"/>
                  </a:lnTo>
                  <a:lnTo>
                    <a:pt x="6014494" y="2165384"/>
                  </a:lnTo>
                  <a:lnTo>
                    <a:pt x="5984036" y="2053628"/>
                  </a:lnTo>
                  <a:lnTo>
                    <a:pt x="5953666" y="1942884"/>
                  </a:lnTo>
                  <a:lnTo>
                    <a:pt x="5923428" y="1833663"/>
                  </a:lnTo>
                  <a:lnTo>
                    <a:pt x="5893357" y="1726447"/>
                  </a:lnTo>
                  <a:lnTo>
                    <a:pt x="5863483" y="1621679"/>
                  </a:lnTo>
                  <a:lnTo>
                    <a:pt x="5833825" y="1519759"/>
                  </a:lnTo>
                  <a:lnTo>
                    <a:pt x="5804394" y="1421033"/>
                  </a:lnTo>
                  <a:lnTo>
                    <a:pt x="5775187" y="1325794"/>
                  </a:lnTo>
                  <a:lnTo>
                    <a:pt x="5746187" y="1234278"/>
                  </a:lnTo>
                  <a:lnTo>
                    <a:pt x="5717367" y="1146666"/>
                  </a:lnTo>
                  <a:lnTo>
                    <a:pt x="5688680" y="1063080"/>
                  </a:lnTo>
                  <a:lnTo>
                    <a:pt x="5660067" y="983588"/>
                  </a:lnTo>
                  <a:lnTo>
                    <a:pt x="5631450" y="908211"/>
                  </a:lnTo>
                  <a:lnTo>
                    <a:pt x="5602730" y="836918"/>
                  </a:lnTo>
                  <a:lnTo>
                    <a:pt x="5573789" y="769640"/>
                  </a:lnTo>
                  <a:lnTo>
                    <a:pt x="5567201" y="754975"/>
                  </a:lnTo>
                  <a:lnTo>
                    <a:pt x="5524819" y="666509"/>
                  </a:lnTo>
                  <a:lnTo>
                    <a:pt x="5481170" y="586160"/>
                  </a:lnTo>
                  <a:lnTo>
                    <a:pt x="5435694" y="513592"/>
                  </a:lnTo>
                  <a:lnTo>
                    <a:pt x="5387760" y="448195"/>
                  </a:lnTo>
                  <a:lnTo>
                    <a:pt x="5336713" y="389256"/>
                  </a:lnTo>
                  <a:lnTo>
                    <a:pt x="5281921" y="336055"/>
                  </a:lnTo>
                  <a:lnTo>
                    <a:pt x="5222823" y="287932"/>
                  </a:lnTo>
                  <a:lnTo>
                    <a:pt x="5159002" y="244325"/>
                  </a:lnTo>
                  <a:lnTo>
                    <a:pt x="5090269" y="204782"/>
                  </a:lnTo>
                  <a:lnTo>
                    <a:pt x="5016779" y="168980"/>
                  </a:lnTo>
                  <a:lnTo>
                    <a:pt x="4939154" y="136719"/>
                  </a:lnTo>
                  <a:lnTo>
                    <a:pt x="4858604" y="107918"/>
                  </a:lnTo>
                  <a:lnTo>
                    <a:pt x="4777000" y="82590"/>
                  </a:lnTo>
                  <a:lnTo>
                    <a:pt x="4696863" y="60807"/>
                  </a:lnTo>
                  <a:lnTo>
                    <a:pt x="4621193" y="42641"/>
                  </a:lnTo>
                  <a:lnTo>
                    <a:pt x="4553138" y="28101"/>
                  </a:lnTo>
                  <a:lnTo>
                    <a:pt x="4495527" y="17073"/>
                  </a:lnTo>
                  <a:lnTo>
                    <a:pt x="4450349" y="9282"/>
                  </a:lnTo>
                  <a:lnTo>
                    <a:pt x="4418337" y="4286"/>
                  </a:lnTo>
                  <a:lnTo>
                    <a:pt x="4398759" y="1510"/>
                  </a:lnTo>
                  <a:lnTo>
                    <a:pt x="4389439" y="305"/>
                  </a:lnTo>
                  <a:lnTo>
                    <a:pt x="4386933" y="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1" y="107"/>
                  </a:lnTo>
                  <a:lnTo>
                    <a:pt x="3841684" y="871"/>
                  </a:lnTo>
                  <a:lnTo>
                    <a:pt x="3827563" y="2984"/>
                  </a:lnTo>
                  <a:lnTo>
                    <a:pt x="3802219" y="7145"/>
                  </a:lnTo>
                  <a:lnTo>
                    <a:pt x="3764258" y="14008"/>
                  </a:lnTo>
                  <a:lnTo>
                    <a:pt x="3713682" y="24118"/>
                  </a:lnTo>
                  <a:lnTo>
                    <a:pt x="3651812" y="37860"/>
                  </a:lnTo>
                  <a:lnTo>
                    <a:pt x="3580984" y="55441"/>
                  </a:lnTo>
                  <a:lnTo>
                    <a:pt x="3504106" y="76916"/>
                  </a:lnTo>
                  <a:lnTo>
                    <a:pt x="3424181" y="102237"/>
                  </a:lnTo>
                  <a:lnTo>
                    <a:pt x="3343917" y="131322"/>
                  </a:lnTo>
                  <a:lnTo>
                    <a:pt x="3265483" y="164112"/>
                  </a:lnTo>
                  <a:lnTo>
                    <a:pt x="3190418" y="200630"/>
                  </a:lnTo>
                  <a:lnTo>
                    <a:pt x="3119655" y="241005"/>
                  </a:lnTo>
                  <a:lnTo>
                    <a:pt x="3053611" y="285497"/>
                  </a:lnTo>
                  <a:lnTo>
                    <a:pt x="2992308" y="334494"/>
                  </a:lnTo>
                  <a:lnTo>
                    <a:pt x="2935479" y="388513"/>
                  </a:lnTo>
                  <a:lnTo>
                    <a:pt x="2882674" y="448186"/>
                  </a:lnTo>
                  <a:lnTo>
                    <a:pt x="2833328" y="514233"/>
                  </a:lnTo>
                  <a:lnTo>
                    <a:pt x="2786825" y="587421"/>
                  </a:lnTo>
                  <a:lnTo>
                    <a:pt x="2742539" y="668487"/>
                  </a:lnTo>
                  <a:lnTo>
                    <a:pt x="2699881" y="758020"/>
                  </a:lnTo>
                  <a:lnTo>
                    <a:pt x="2667772" y="833013"/>
                  </a:lnTo>
                  <a:lnTo>
                    <a:pt x="2640037" y="902935"/>
                  </a:lnTo>
                  <a:lnTo>
                    <a:pt x="2612536" y="976878"/>
                  </a:lnTo>
                  <a:lnTo>
                    <a:pt x="2585160" y="1054921"/>
                  </a:lnTo>
                  <a:lnTo>
                    <a:pt x="2557818" y="1137106"/>
                  </a:lnTo>
                  <a:lnTo>
                    <a:pt x="2530436" y="1223434"/>
                  </a:lnTo>
                  <a:lnTo>
                    <a:pt x="2502954" y="1313858"/>
                  </a:lnTo>
                  <a:lnTo>
                    <a:pt x="2475327" y="1408285"/>
                  </a:lnTo>
                  <a:lnTo>
                    <a:pt x="2447522" y="1506570"/>
                  </a:lnTo>
                  <a:lnTo>
                    <a:pt x="2419519" y="1608517"/>
                  </a:lnTo>
                  <a:lnTo>
                    <a:pt x="2391310" y="1713874"/>
                  </a:lnTo>
                  <a:lnTo>
                    <a:pt x="2362896" y="1822342"/>
                  </a:lnTo>
                  <a:lnTo>
                    <a:pt x="2334288" y="1933569"/>
                  </a:lnTo>
                  <a:lnTo>
                    <a:pt x="2305506" y="2047160"/>
                  </a:lnTo>
                  <a:lnTo>
                    <a:pt x="2276577" y="2162678"/>
                  </a:lnTo>
                  <a:lnTo>
                    <a:pt x="2247534" y="2279653"/>
                  </a:lnTo>
                  <a:lnTo>
                    <a:pt x="2218414" y="2397589"/>
                  </a:lnTo>
                  <a:lnTo>
                    <a:pt x="2189259" y="2515972"/>
                  </a:lnTo>
                  <a:lnTo>
                    <a:pt x="2160109" y="2634280"/>
                  </a:lnTo>
                  <a:lnTo>
                    <a:pt x="2131007" y="2751993"/>
                  </a:lnTo>
                  <a:lnTo>
                    <a:pt x="2101993" y="2868601"/>
                  </a:lnTo>
                  <a:lnTo>
                    <a:pt x="2073103" y="2983615"/>
                  </a:lnTo>
                  <a:lnTo>
                    <a:pt x="2044368" y="3096573"/>
                  </a:lnTo>
                  <a:lnTo>
                    <a:pt x="2015814" y="3207050"/>
                  </a:lnTo>
                  <a:lnTo>
                    <a:pt x="1987458" y="3314662"/>
                  </a:lnTo>
                  <a:lnTo>
                    <a:pt x="1959308" y="3419073"/>
                  </a:lnTo>
                  <a:lnTo>
                    <a:pt x="1931363" y="3519996"/>
                  </a:lnTo>
                  <a:lnTo>
                    <a:pt x="1903612" y="3617196"/>
                  </a:lnTo>
                  <a:lnTo>
                    <a:pt x="1876030" y="3710491"/>
                  </a:lnTo>
                  <a:lnTo>
                    <a:pt x="1848582" y="3799751"/>
                  </a:lnTo>
                  <a:lnTo>
                    <a:pt x="1821218" y="3884897"/>
                  </a:lnTo>
                  <a:lnTo>
                    <a:pt x="1793875" y="3965896"/>
                  </a:lnTo>
                  <a:lnTo>
                    <a:pt x="1766473" y="4042760"/>
                  </a:lnTo>
                  <a:lnTo>
                    <a:pt x="1738917" y="4115544"/>
                  </a:lnTo>
                  <a:lnTo>
                    <a:pt x="1719082" y="4165068"/>
                  </a:lnTo>
                  <a:lnTo>
                    <a:pt x="1677323" y="4261325"/>
                  </a:lnTo>
                  <a:lnTo>
                    <a:pt x="1634341" y="4348882"/>
                  </a:lnTo>
                  <a:lnTo>
                    <a:pt x="1589602" y="4428085"/>
                  </a:lnTo>
                  <a:lnTo>
                    <a:pt x="1542504" y="4499570"/>
                  </a:lnTo>
                  <a:lnTo>
                    <a:pt x="1492419" y="4564091"/>
                  </a:lnTo>
                  <a:lnTo>
                    <a:pt x="1438739" y="4622409"/>
                  </a:lnTo>
                  <a:lnTo>
                    <a:pt x="1380921" y="4675227"/>
                  </a:lnTo>
                  <a:lnTo>
                    <a:pt x="1318547" y="4723151"/>
                  </a:lnTo>
                  <a:lnTo>
                    <a:pt x="1251409" y="4766671"/>
                  </a:lnTo>
                  <a:lnTo>
                    <a:pt x="1179607" y="4806145"/>
                  </a:lnTo>
                  <a:lnTo>
                    <a:pt x="1103668" y="4841803"/>
                  </a:lnTo>
                  <a:lnTo>
                    <a:pt x="1024656" y="4873746"/>
                  </a:lnTo>
                  <a:lnTo>
                    <a:pt x="944257" y="4901976"/>
                  </a:lnTo>
                  <a:lnTo>
                    <a:pt x="864775" y="4926424"/>
                  </a:lnTo>
                  <a:lnTo>
                    <a:pt x="789013" y="4947009"/>
                  </a:lnTo>
                  <a:lnTo>
                    <a:pt x="719991" y="4963702"/>
                  </a:lnTo>
                  <a:lnTo>
                    <a:pt x="660531" y="4976587"/>
                  </a:lnTo>
                  <a:lnTo>
                    <a:pt x="612771" y="4985914"/>
                  </a:lnTo>
                  <a:lnTo>
                    <a:pt x="577749" y="4992105"/>
                  </a:lnTo>
                  <a:lnTo>
                    <a:pt x="555146" y="4995737"/>
                  </a:lnTo>
                  <a:lnTo>
                    <a:pt x="543259" y="4997479"/>
                  </a:lnTo>
                  <a:lnTo>
                    <a:pt x="539130" y="4998033"/>
                  </a:lnTo>
                  <a:lnTo>
                    <a:pt x="538736" y="4998082"/>
                  </a:lnTo>
                  <a:lnTo>
                    <a:pt x="0" y="49980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5" name="pg1985"/>
            <p:cNvSpPr/>
            <p:nvPr/>
          </p:nvSpPr>
          <p:spPr>
            <a:xfrm>
              <a:off x="546595" y="804902"/>
              <a:ext cx="8234974" cy="4998082"/>
            </a:xfrm>
            <a:custGeom>
              <a:avLst/>
              <a:pathLst>
                <a:path w="8234974" h="4998082">
                  <a:moveTo>
                    <a:pt x="0" y="4976304"/>
                  </a:moveTo>
                  <a:lnTo>
                    <a:pt x="538736" y="4976304"/>
                  </a:lnTo>
                  <a:lnTo>
                    <a:pt x="539586" y="4976197"/>
                  </a:lnTo>
                  <a:lnTo>
                    <a:pt x="545186" y="4975435"/>
                  </a:lnTo>
                  <a:lnTo>
                    <a:pt x="559342" y="4973328"/>
                  </a:lnTo>
                  <a:lnTo>
                    <a:pt x="584745" y="4969179"/>
                  </a:lnTo>
                  <a:lnTo>
                    <a:pt x="622789" y="4962335"/>
                  </a:lnTo>
                  <a:lnTo>
                    <a:pt x="673466" y="4952255"/>
                  </a:lnTo>
                  <a:lnTo>
                    <a:pt x="735448" y="4938556"/>
                  </a:lnTo>
                  <a:lnTo>
                    <a:pt x="806386" y="4921030"/>
                  </a:lnTo>
                  <a:lnTo>
                    <a:pt x="883363" y="4899625"/>
                  </a:lnTo>
                  <a:lnTo>
                    <a:pt x="963370" y="4874388"/>
                  </a:lnTo>
                  <a:lnTo>
                    <a:pt x="1043696" y="4845404"/>
                  </a:lnTo>
                  <a:lnTo>
                    <a:pt x="1122171" y="4812727"/>
                  </a:lnTo>
                  <a:lnTo>
                    <a:pt x="1197258" y="4776336"/>
                  </a:lnTo>
                  <a:lnTo>
                    <a:pt x="1268029" y="4736100"/>
                  </a:lnTo>
                  <a:lnTo>
                    <a:pt x="1334069" y="4691759"/>
                  </a:lnTo>
                  <a:lnTo>
                    <a:pt x="1395363" y="4642923"/>
                  </a:lnTo>
                  <a:lnTo>
                    <a:pt x="1452180" y="4589076"/>
                  </a:lnTo>
                  <a:lnTo>
                    <a:pt x="1504974" y="4529586"/>
                  </a:lnTo>
                  <a:lnTo>
                    <a:pt x="1554312" y="4463734"/>
                  </a:lnTo>
                  <a:lnTo>
                    <a:pt x="1600813" y="4390755"/>
                  </a:lnTo>
                  <a:lnTo>
                    <a:pt x="1645103" y="4309916"/>
                  </a:lnTo>
                  <a:lnTo>
                    <a:pt x="1687773" y="4220633"/>
                  </a:lnTo>
                  <a:lnTo>
                    <a:pt x="1719082" y="4147827"/>
                  </a:lnTo>
                  <a:lnTo>
                    <a:pt x="1746888" y="4078105"/>
                  </a:lnTo>
                  <a:lnTo>
                    <a:pt x="1774457" y="4004364"/>
                  </a:lnTo>
                  <a:lnTo>
                    <a:pt x="1801902" y="3926523"/>
                  </a:lnTo>
                  <a:lnTo>
                    <a:pt x="1829313" y="3844543"/>
                  </a:lnTo>
                  <a:lnTo>
                    <a:pt x="1856765" y="3758421"/>
                  </a:lnTo>
                  <a:lnTo>
                    <a:pt x="1884319" y="3668206"/>
                  </a:lnTo>
                  <a:lnTo>
                    <a:pt x="1912018" y="3573991"/>
                  </a:lnTo>
                  <a:lnTo>
                    <a:pt x="1939897" y="3475923"/>
                  </a:lnTo>
                  <a:lnTo>
                    <a:pt x="1967975" y="3374200"/>
                  </a:lnTo>
                  <a:lnTo>
                    <a:pt x="1996260" y="3269073"/>
                  </a:lnTo>
                  <a:lnTo>
                    <a:pt x="2024752" y="3160846"/>
                  </a:lnTo>
                  <a:lnTo>
                    <a:pt x="2053437" y="3049871"/>
                  </a:lnTo>
                  <a:lnTo>
                    <a:pt x="2082297" y="2936545"/>
                  </a:lnTo>
                  <a:lnTo>
                    <a:pt x="2111304" y="2821309"/>
                  </a:lnTo>
                  <a:lnTo>
                    <a:pt x="2140424" y="2704633"/>
                  </a:lnTo>
                  <a:lnTo>
                    <a:pt x="2169619" y="2587015"/>
                  </a:lnTo>
                  <a:lnTo>
                    <a:pt x="2198849" y="2468972"/>
                  </a:lnTo>
                  <a:lnTo>
                    <a:pt x="2228071" y="2351027"/>
                  </a:lnTo>
                  <a:lnTo>
                    <a:pt x="2257243" y="2233699"/>
                  </a:lnTo>
                  <a:lnTo>
                    <a:pt x="2286325" y="2117500"/>
                  </a:lnTo>
                  <a:lnTo>
                    <a:pt x="2315281" y="2002919"/>
                  </a:lnTo>
                  <a:lnTo>
                    <a:pt x="2344079" y="1890416"/>
                  </a:lnTo>
                  <a:lnTo>
                    <a:pt x="2372695" y="1780416"/>
                  </a:lnTo>
                  <a:lnTo>
                    <a:pt x="2401111" y="1673300"/>
                  </a:lnTo>
                  <a:lnTo>
                    <a:pt x="2429319" y="1569403"/>
                  </a:lnTo>
                  <a:lnTo>
                    <a:pt x="2457321" y="1469009"/>
                  </a:lnTo>
                  <a:lnTo>
                    <a:pt x="2485131" y="1372350"/>
                  </a:lnTo>
                  <a:lnTo>
                    <a:pt x="2512771" y="1279605"/>
                  </a:lnTo>
                  <a:lnTo>
                    <a:pt x="2540281" y="1190900"/>
                  </a:lnTo>
                  <a:lnTo>
                    <a:pt x="2567710" y="1106312"/>
                  </a:lnTo>
                  <a:lnTo>
                    <a:pt x="2595124" y="1025869"/>
                  </a:lnTo>
                  <a:lnTo>
                    <a:pt x="2622604" y="949556"/>
                  </a:lnTo>
                  <a:lnTo>
                    <a:pt x="2650247" y="877317"/>
                  </a:lnTo>
                  <a:lnTo>
                    <a:pt x="2667772" y="833921"/>
                  </a:lnTo>
                  <a:lnTo>
                    <a:pt x="2709568" y="738109"/>
                  </a:lnTo>
                  <a:lnTo>
                    <a:pt x="2752589" y="650965"/>
                  </a:lnTo>
                  <a:lnTo>
                    <a:pt x="2797371" y="572142"/>
                  </a:lnTo>
                  <a:lnTo>
                    <a:pt x="2844519" y="501007"/>
                  </a:lnTo>
                  <a:lnTo>
                    <a:pt x="2894660" y="436807"/>
                  </a:lnTo>
                  <a:lnTo>
                    <a:pt x="2948404" y="378784"/>
                  </a:lnTo>
                  <a:lnTo>
                    <a:pt x="3006297" y="326238"/>
                  </a:lnTo>
                  <a:lnTo>
                    <a:pt x="3068756" y="278563"/>
                  </a:lnTo>
                  <a:lnTo>
                    <a:pt x="3135987" y="235274"/>
                  </a:lnTo>
                  <a:lnTo>
                    <a:pt x="3207888" y="196012"/>
                  </a:lnTo>
                  <a:lnTo>
                    <a:pt x="3283926" y="160553"/>
                  </a:lnTo>
                  <a:lnTo>
                    <a:pt x="3363029" y="128792"/>
                  </a:lnTo>
                  <a:lnTo>
                    <a:pt x="3443502" y="100732"/>
                  </a:lnTo>
                  <a:lnTo>
                    <a:pt x="3523026" y="76440"/>
                  </a:lnTo>
                  <a:lnTo>
                    <a:pt x="3598787" y="55998"/>
                  </a:lnTo>
                  <a:lnTo>
                    <a:pt x="3667758" y="39434"/>
                  </a:lnTo>
                  <a:lnTo>
                    <a:pt x="3727115" y="26661"/>
                  </a:lnTo>
                  <a:lnTo>
                    <a:pt x="3774728" y="17428"/>
                  </a:lnTo>
                  <a:lnTo>
                    <a:pt x="3809575" y="11310"/>
                  </a:lnTo>
                  <a:lnTo>
                    <a:pt x="3831998" y="7732"/>
                  </a:lnTo>
                  <a:lnTo>
                    <a:pt x="3843729" y="6025"/>
                  </a:lnTo>
                  <a:lnTo>
                    <a:pt x="3847753" y="548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03" y="5551"/>
                  </a:lnTo>
                  <a:lnTo>
                    <a:pt x="4393292" y="6315"/>
                  </a:lnTo>
                  <a:lnTo>
                    <a:pt x="4407421" y="8427"/>
                  </a:lnTo>
                  <a:lnTo>
                    <a:pt x="4432776" y="12585"/>
                  </a:lnTo>
                  <a:lnTo>
                    <a:pt x="4470754" y="19445"/>
                  </a:lnTo>
                  <a:lnTo>
                    <a:pt x="4521350" y="29549"/>
                  </a:lnTo>
                  <a:lnTo>
                    <a:pt x="4583243" y="43282"/>
                  </a:lnTo>
                  <a:lnTo>
                    <a:pt x="4654093" y="60852"/>
                  </a:lnTo>
                  <a:lnTo>
                    <a:pt x="4730991" y="82313"/>
                  </a:lnTo>
                  <a:lnTo>
                    <a:pt x="4810932" y="107618"/>
                  </a:lnTo>
                  <a:lnTo>
                    <a:pt x="4891208" y="136682"/>
                  </a:lnTo>
                  <a:lnTo>
                    <a:pt x="4969651" y="169450"/>
                  </a:lnTo>
                  <a:lnTo>
                    <a:pt x="5044720" y="205942"/>
                  </a:lnTo>
                  <a:lnTo>
                    <a:pt x="5115485" y="246290"/>
                  </a:lnTo>
                  <a:lnTo>
                    <a:pt x="5181527" y="290751"/>
                  </a:lnTo>
                  <a:lnTo>
                    <a:pt x="5242829" y="339716"/>
                  </a:lnTo>
                  <a:lnTo>
                    <a:pt x="5299655" y="393701"/>
                  </a:lnTo>
                  <a:lnTo>
                    <a:pt x="5352458" y="453338"/>
                  </a:lnTo>
                  <a:lnTo>
                    <a:pt x="5401803" y="519346"/>
                  </a:lnTo>
                  <a:lnTo>
                    <a:pt x="5448306" y="592492"/>
                  </a:lnTo>
                  <a:lnTo>
                    <a:pt x="5492592" y="673513"/>
                  </a:lnTo>
                  <a:lnTo>
                    <a:pt x="5535253" y="762996"/>
                  </a:lnTo>
                  <a:lnTo>
                    <a:pt x="5567201" y="837550"/>
                  </a:lnTo>
                  <a:lnTo>
                    <a:pt x="5594951" y="907433"/>
                  </a:lnTo>
                  <a:lnTo>
                    <a:pt x="5622465" y="981335"/>
                  </a:lnTo>
                  <a:lnTo>
                    <a:pt x="5649855" y="1059338"/>
                  </a:lnTo>
                  <a:lnTo>
                    <a:pt x="5677211" y="1141482"/>
                  </a:lnTo>
                  <a:lnTo>
                    <a:pt x="5704607" y="1227768"/>
                  </a:lnTo>
                  <a:lnTo>
                    <a:pt x="5732103" y="1318151"/>
                  </a:lnTo>
                  <a:lnTo>
                    <a:pt x="5759745" y="1412535"/>
                  </a:lnTo>
                  <a:lnTo>
                    <a:pt x="5787564" y="1510777"/>
                  </a:lnTo>
                  <a:lnTo>
                    <a:pt x="5815582" y="1612679"/>
                  </a:lnTo>
                  <a:lnTo>
                    <a:pt x="5843806" y="1717991"/>
                  </a:lnTo>
                  <a:lnTo>
                    <a:pt x="5872236" y="1826410"/>
                  </a:lnTo>
                  <a:lnTo>
                    <a:pt x="5900859" y="1937587"/>
                  </a:lnTo>
                  <a:lnTo>
                    <a:pt x="5929657" y="2051125"/>
                  </a:lnTo>
                  <a:lnTo>
                    <a:pt x="5958601" y="2166587"/>
                  </a:lnTo>
                  <a:lnTo>
                    <a:pt x="5987660" y="2283503"/>
                  </a:lnTo>
                  <a:lnTo>
                    <a:pt x="6016794" y="2401375"/>
                  </a:lnTo>
                  <a:lnTo>
                    <a:pt x="6045965" y="2519690"/>
                  </a:lnTo>
                  <a:lnTo>
                    <a:pt x="6075129" y="2637926"/>
                  </a:lnTo>
                  <a:lnTo>
                    <a:pt x="6104245" y="2755562"/>
                  </a:lnTo>
                  <a:lnTo>
                    <a:pt x="6133272" y="2872088"/>
                  </a:lnTo>
                  <a:lnTo>
                    <a:pt x="6162176" y="2987016"/>
                  </a:lnTo>
                  <a:lnTo>
                    <a:pt x="6190923" y="3099883"/>
                  </a:lnTo>
                  <a:lnTo>
                    <a:pt x="6219489" y="3210265"/>
                  </a:lnTo>
                  <a:lnTo>
                    <a:pt x="6247858" y="3317778"/>
                  </a:lnTo>
                  <a:lnTo>
                    <a:pt x="6276019" y="3422086"/>
                  </a:lnTo>
                  <a:lnTo>
                    <a:pt x="6303975" y="3522903"/>
                  </a:lnTo>
                  <a:lnTo>
                    <a:pt x="6331738" y="3619995"/>
                  </a:lnTo>
                  <a:lnTo>
                    <a:pt x="6359332" y="3713180"/>
                  </a:lnTo>
                  <a:lnTo>
                    <a:pt x="6386792" y="3802330"/>
                  </a:lnTo>
                  <a:lnTo>
                    <a:pt x="6414169" y="3887364"/>
                  </a:lnTo>
                  <a:lnTo>
                    <a:pt x="6441527" y="3968252"/>
                  </a:lnTo>
                  <a:lnTo>
                    <a:pt x="6468944" y="4045006"/>
                  </a:lnTo>
                  <a:lnTo>
                    <a:pt x="6496517" y="4117681"/>
                  </a:lnTo>
                  <a:lnTo>
                    <a:pt x="6515891" y="4165976"/>
                  </a:lnTo>
                  <a:lnTo>
                    <a:pt x="6557658" y="4262144"/>
                  </a:lnTo>
                  <a:lnTo>
                    <a:pt x="6600647" y="4349618"/>
                  </a:lnTo>
                  <a:lnTo>
                    <a:pt x="6645395" y="4428745"/>
                  </a:lnTo>
                  <a:lnTo>
                    <a:pt x="6692504" y="4500160"/>
                  </a:lnTo>
                  <a:lnTo>
                    <a:pt x="6742599" y="4564617"/>
                  </a:lnTo>
                  <a:lnTo>
                    <a:pt x="6796292" y="4622876"/>
                  </a:lnTo>
                  <a:lnTo>
                    <a:pt x="6854125" y="4675640"/>
                  </a:lnTo>
                  <a:lnTo>
                    <a:pt x="6916516" y="4723514"/>
                  </a:lnTo>
                  <a:lnTo>
                    <a:pt x="6983673" y="4766987"/>
                  </a:lnTo>
                  <a:lnTo>
                    <a:pt x="7055494" y="4806419"/>
                  </a:lnTo>
                  <a:lnTo>
                    <a:pt x="7131453" y="4842037"/>
                  </a:lnTo>
                  <a:lnTo>
                    <a:pt x="7210484" y="4873944"/>
                  </a:lnTo>
                  <a:lnTo>
                    <a:pt x="7290898" y="4902140"/>
                  </a:lnTo>
                  <a:lnTo>
                    <a:pt x="7370388" y="4926557"/>
                  </a:lnTo>
                  <a:lnTo>
                    <a:pt x="7446150" y="4947113"/>
                  </a:lnTo>
                  <a:lnTo>
                    <a:pt x="7515161" y="4963780"/>
                  </a:lnTo>
                  <a:lnTo>
                    <a:pt x="7574601" y="4976643"/>
                  </a:lnTo>
                  <a:lnTo>
                    <a:pt x="7622332" y="4985951"/>
                  </a:lnTo>
                  <a:lnTo>
                    <a:pt x="7657319" y="4992128"/>
                  </a:lnTo>
                  <a:lnTo>
                    <a:pt x="7679885" y="4995748"/>
                  </a:lnTo>
                  <a:lnTo>
                    <a:pt x="7691742" y="4997483"/>
                  </a:lnTo>
                  <a:lnTo>
                    <a:pt x="7695850" y="4998034"/>
                  </a:lnTo>
                  <a:lnTo>
                    <a:pt x="7696237" y="4998082"/>
                  </a:lnTo>
                  <a:lnTo>
                    <a:pt x="8234974" y="4998082"/>
                  </a:lnTo>
                  <a:lnTo>
                    <a:pt x="8234974" y="4992637"/>
                  </a:ln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8" y="106"/>
                  </a:lnTo>
                  <a:lnTo>
                    <a:pt x="3841668" y="869"/>
                  </a:lnTo>
                  <a:lnTo>
                    <a:pt x="3827512" y="2975"/>
                  </a:lnTo>
                  <a:lnTo>
                    <a:pt x="3802110" y="7124"/>
                  </a:lnTo>
                  <a:lnTo>
                    <a:pt x="3764066" y="13968"/>
                  </a:lnTo>
                  <a:lnTo>
                    <a:pt x="3713389" y="24048"/>
                  </a:lnTo>
                  <a:lnTo>
                    <a:pt x="3651407" y="37748"/>
                  </a:lnTo>
                  <a:lnTo>
                    <a:pt x="3580469" y="55273"/>
                  </a:lnTo>
                  <a:lnTo>
                    <a:pt x="3503491" y="76678"/>
                  </a:lnTo>
                  <a:lnTo>
                    <a:pt x="3423484" y="101915"/>
                  </a:lnTo>
                  <a:lnTo>
                    <a:pt x="3343159" y="130899"/>
                  </a:lnTo>
                  <a:lnTo>
                    <a:pt x="3264684" y="163576"/>
                  </a:lnTo>
                  <a:lnTo>
                    <a:pt x="3189597" y="199967"/>
                  </a:lnTo>
                  <a:lnTo>
                    <a:pt x="3118826" y="240204"/>
                  </a:lnTo>
                  <a:lnTo>
                    <a:pt x="3052786" y="284545"/>
                  </a:lnTo>
                  <a:lnTo>
                    <a:pt x="2991491" y="333380"/>
                  </a:lnTo>
                  <a:lnTo>
                    <a:pt x="2934675" y="387227"/>
                  </a:lnTo>
                  <a:lnTo>
                    <a:pt x="2881881" y="446718"/>
                  </a:lnTo>
                  <a:lnTo>
                    <a:pt x="2832542" y="512570"/>
                  </a:lnTo>
                  <a:lnTo>
                    <a:pt x="2786041" y="585548"/>
                  </a:lnTo>
                  <a:lnTo>
                    <a:pt x="2741751" y="666388"/>
                  </a:lnTo>
                  <a:lnTo>
                    <a:pt x="2699081" y="755671"/>
                  </a:lnTo>
                  <a:lnTo>
                    <a:pt x="2667772" y="828476"/>
                  </a:lnTo>
                  <a:lnTo>
                    <a:pt x="2639967" y="898198"/>
                  </a:lnTo>
                  <a:lnTo>
                    <a:pt x="2612397" y="971940"/>
                  </a:lnTo>
                  <a:lnTo>
                    <a:pt x="2584953" y="1049780"/>
                  </a:lnTo>
                  <a:lnTo>
                    <a:pt x="2557542" y="1131761"/>
                  </a:lnTo>
                  <a:lnTo>
                    <a:pt x="2530089" y="1217882"/>
                  </a:lnTo>
                  <a:lnTo>
                    <a:pt x="2502536" y="1308097"/>
                  </a:lnTo>
                  <a:lnTo>
                    <a:pt x="2474836" y="1402312"/>
                  </a:lnTo>
                  <a:lnTo>
                    <a:pt x="2446958" y="1500380"/>
                  </a:lnTo>
                  <a:lnTo>
                    <a:pt x="2418880" y="1602103"/>
                  </a:lnTo>
                  <a:lnTo>
                    <a:pt x="2390594" y="1707230"/>
                  </a:lnTo>
                  <a:lnTo>
                    <a:pt x="2362103" y="1815457"/>
                  </a:lnTo>
                  <a:lnTo>
                    <a:pt x="2333417" y="1926433"/>
                  </a:lnTo>
                  <a:lnTo>
                    <a:pt x="2304557" y="2039758"/>
                  </a:lnTo>
                  <a:lnTo>
                    <a:pt x="2275551" y="2154995"/>
                  </a:lnTo>
                  <a:lnTo>
                    <a:pt x="2246431" y="2271671"/>
                  </a:lnTo>
                  <a:lnTo>
                    <a:pt x="2217235" y="2389288"/>
                  </a:lnTo>
                  <a:lnTo>
                    <a:pt x="2188005" y="2507331"/>
                  </a:lnTo>
                  <a:lnTo>
                    <a:pt x="2158783" y="2625277"/>
                  </a:lnTo>
                  <a:lnTo>
                    <a:pt x="2129611" y="2742604"/>
                  </a:lnTo>
                  <a:lnTo>
                    <a:pt x="2100529" y="2858803"/>
                  </a:lnTo>
                  <a:lnTo>
                    <a:pt x="2071573" y="2973384"/>
                  </a:lnTo>
                  <a:lnTo>
                    <a:pt x="2042775" y="3085887"/>
                  </a:lnTo>
                  <a:lnTo>
                    <a:pt x="2014160" y="3195887"/>
                  </a:lnTo>
                  <a:lnTo>
                    <a:pt x="1985744" y="3303003"/>
                  </a:lnTo>
                  <a:lnTo>
                    <a:pt x="1957536" y="3406900"/>
                  </a:lnTo>
                  <a:lnTo>
                    <a:pt x="1929533" y="3507294"/>
                  </a:lnTo>
                  <a:lnTo>
                    <a:pt x="1901724" y="3603953"/>
                  </a:lnTo>
                  <a:lnTo>
                    <a:pt x="1874083" y="3696698"/>
                  </a:lnTo>
                  <a:lnTo>
                    <a:pt x="1846573" y="3785403"/>
                  </a:lnTo>
                  <a:lnTo>
                    <a:pt x="1819144" y="3869992"/>
                  </a:lnTo>
                  <a:lnTo>
                    <a:pt x="1791730" y="3950434"/>
                  </a:lnTo>
                  <a:lnTo>
                    <a:pt x="1764251" y="4026747"/>
                  </a:lnTo>
                  <a:lnTo>
                    <a:pt x="1736608" y="4098986"/>
                  </a:lnTo>
                  <a:lnTo>
                    <a:pt x="1719082" y="4142383"/>
                  </a:lnTo>
                  <a:lnTo>
                    <a:pt x="1677287" y="4238194"/>
                  </a:lnTo>
                  <a:lnTo>
                    <a:pt x="1634266" y="4325339"/>
                  </a:lnTo>
                  <a:lnTo>
                    <a:pt x="1589483" y="4404161"/>
                  </a:lnTo>
                  <a:lnTo>
                    <a:pt x="1542336" y="4475296"/>
                  </a:lnTo>
                  <a:lnTo>
                    <a:pt x="1492195" y="4539496"/>
                  </a:lnTo>
                  <a:lnTo>
                    <a:pt x="1438450" y="4597519"/>
                  </a:lnTo>
                  <a:lnTo>
                    <a:pt x="1380557" y="4650066"/>
                  </a:lnTo>
                  <a:lnTo>
                    <a:pt x="1318099" y="4697740"/>
                  </a:lnTo>
                  <a:lnTo>
                    <a:pt x="1250868" y="4741029"/>
                  </a:lnTo>
                  <a:lnTo>
                    <a:pt x="1178967" y="4780291"/>
                  </a:lnTo>
                  <a:lnTo>
                    <a:pt x="1102928" y="4815751"/>
                  </a:lnTo>
                  <a:lnTo>
                    <a:pt x="1023825" y="4847511"/>
                  </a:lnTo>
                  <a:lnTo>
                    <a:pt x="943353" y="4875571"/>
                  </a:lnTo>
                  <a:lnTo>
                    <a:pt x="863829" y="4899863"/>
                  </a:lnTo>
                  <a:lnTo>
                    <a:pt x="788067" y="4920305"/>
                  </a:lnTo>
                  <a:lnTo>
                    <a:pt x="719097" y="4936869"/>
                  </a:lnTo>
                  <a:lnTo>
                    <a:pt x="659739" y="4949643"/>
                  </a:lnTo>
                  <a:lnTo>
                    <a:pt x="612127" y="4958876"/>
                  </a:lnTo>
                  <a:lnTo>
                    <a:pt x="577279" y="4964994"/>
                  </a:lnTo>
                  <a:lnTo>
                    <a:pt x="554856" y="4968571"/>
                  </a:lnTo>
                  <a:lnTo>
                    <a:pt x="543125" y="4970278"/>
                  </a:lnTo>
                  <a:lnTo>
                    <a:pt x="539102" y="4970814"/>
                  </a:lnTo>
                  <a:lnTo>
                    <a:pt x="538736" y="4970859"/>
                  </a:lnTo>
                  <a:lnTo>
                    <a:pt x="0" y="4970859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86" name="pl1986"/>
            <p:cNvSpPr/>
            <p:nvPr/>
          </p:nvSpPr>
          <p:spPr>
            <a:xfrm>
              <a:off x="546595" y="810347"/>
              <a:ext cx="8234974" cy="4992637"/>
            </a:xfrm>
            <a:custGeom>
              <a:avLst/>
              <a:pathLst>
                <a:path w="8234974" h="4992637">
                  <a:moveTo>
                    <a:pt x="0" y="4970859"/>
                  </a:moveTo>
                  <a:lnTo>
                    <a:pt x="538736" y="4970859"/>
                  </a:lnTo>
                  <a:lnTo>
                    <a:pt x="539586" y="4970752"/>
                  </a:lnTo>
                  <a:lnTo>
                    <a:pt x="545186" y="4969990"/>
                  </a:lnTo>
                  <a:lnTo>
                    <a:pt x="559342" y="4967883"/>
                  </a:lnTo>
                  <a:lnTo>
                    <a:pt x="584745" y="4963734"/>
                  </a:lnTo>
                  <a:lnTo>
                    <a:pt x="622789" y="4956891"/>
                  </a:lnTo>
                  <a:lnTo>
                    <a:pt x="673466" y="4946811"/>
                  </a:lnTo>
                  <a:lnTo>
                    <a:pt x="735448" y="4933111"/>
                  </a:lnTo>
                  <a:lnTo>
                    <a:pt x="806386" y="4915586"/>
                  </a:lnTo>
                  <a:lnTo>
                    <a:pt x="883363" y="4894180"/>
                  </a:lnTo>
                  <a:lnTo>
                    <a:pt x="963370" y="4868944"/>
                  </a:lnTo>
                  <a:lnTo>
                    <a:pt x="1043696" y="4839959"/>
                  </a:lnTo>
                  <a:lnTo>
                    <a:pt x="1122171" y="4807283"/>
                  </a:lnTo>
                  <a:lnTo>
                    <a:pt x="1197258" y="4770892"/>
                  </a:lnTo>
                  <a:lnTo>
                    <a:pt x="1268029" y="4730655"/>
                  </a:lnTo>
                  <a:lnTo>
                    <a:pt x="1334069" y="4686314"/>
                  </a:lnTo>
                  <a:lnTo>
                    <a:pt x="1395363" y="4637479"/>
                  </a:lnTo>
                  <a:lnTo>
                    <a:pt x="1452180" y="4583631"/>
                  </a:lnTo>
                  <a:lnTo>
                    <a:pt x="1504974" y="4524141"/>
                  </a:lnTo>
                  <a:lnTo>
                    <a:pt x="1554312" y="4458289"/>
                  </a:lnTo>
                  <a:lnTo>
                    <a:pt x="1600813" y="4385310"/>
                  </a:lnTo>
                  <a:lnTo>
                    <a:pt x="1645103" y="4304471"/>
                  </a:lnTo>
                  <a:lnTo>
                    <a:pt x="1687773" y="4215188"/>
                  </a:lnTo>
                  <a:lnTo>
                    <a:pt x="1719082" y="4142383"/>
                  </a:lnTo>
                  <a:lnTo>
                    <a:pt x="1746888" y="4072660"/>
                  </a:lnTo>
                  <a:lnTo>
                    <a:pt x="1774457" y="3998919"/>
                  </a:lnTo>
                  <a:lnTo>
                    <a:pt x="1801902" y="3921079"/>
                  </a:lnTo>
                  <a:lnTo>
                    <a:pt x="1829313" y="3839098"/>
                  </a:lnTo>
                  <a:lnTo>
                    <a:pt x="1856765" y="3752977"/>
                  </a:lnTo>
                  <a:lnTo>
                    <a:pt x="1884319" y="3662762"/>
                  </a:lnTo>
                  <a:lnTo>
                    <a:pt x="1912018" y="3568547"/>
                  </a:lnTo>
                  <a:lnTo>
                    <a:pt x="1939897" y="3470479"/>
                  </a:lnTo>
                  <a:lnTo>
                    <a:pt x="1967975" y="3368756"/>
                  </a:lnTo>
                  <a:lnTo>
                    <a:pt x="1996260" y="3263629"/>
                  </a:lnTo>
                  <a:lnTo>
                    <a:pt x="2024752" y="3155401"/>
                  </a:lnTo>
                  <a:lnTo>
                    <a:pt x="2053437" y="3044426"/>
                  </a:lnTo>
                  <a:lnTo>
                    <a:pt x="2082297" y="2931101"/>
                  </a:lnTo>
                  <a:lnTo>
                    <a:pt x="2111304" y="2815864"/>
                  </a:lnTo>
                  <a:lnTo>
                    <a:pt x="2140424" y="2699188"/>
                  </a:lnTo>
                  <a:lnTo>
                    <a:pt x="2169619" y="2581571"/>
                  </a:lnTo>
                  <a:lnTo>
                    <a:pt x="2198849" y="2463528"/>
                  </a:lnTo>
                  <a:lnTo>
                    <a:pt x="2228071" y="2345582"/>
                  </a:lnTo>
                  <a:lnTo>
                    <a:pt x="2257243" y="2228255"/>
                  </a:lnTo>
                  <a:lnTo>
                    <a:pt x="2286325" y="2112056"/>
                  </a:lnTo>
                  <a:lnTo>
                    <a:pt x="2315281" y="1997475"/>
                  </a:lnTo>
                  <a:lnTo>
                    <a:pt x="2344079" y="1884972"/>
                  </a:lnTo>
                  <a:lnTo>
                    <a:pt x="2372695" y="1774972"/>
                  </a:lnTo>
                  <a:lnTo>
                    <a:pt x="2401111" y="1667856"/>
                  </a:lnTo>
                  <a:lnTo>
                    <a:pt x="2429319" y="1563959"/>
                  </a:lnTo>
                  <a:lnTo>
                    <a:pt x="2457321" y="1463565"/>
                  </a:lnTo>
                  <a:lnTo>
                    <a:pt x="2485131" y="1366906"/>
                  </a:lnTo>
                  <a:lnTo>
                    <a:pt x="2512771" y="1274160"/>
                  </a:lnTo>
                  <a:lnTo>
                    <a:pt x="2540281" y="1185455"/>
                  </a:lnTo>
                  <a:lnTo>
                    <a:pt x="2567710" y="1100867"/>
                  </a:lnTo>
                  <a:lnTo>
                    <a:pt x="2595124" y="1020424"/>
                  </a:lnTo>
                  <a:lnTo>
                    <a:pt x="2622604" y="944112"/>
                  </a:lnTo>
                  <a:lnTo>
                    <a:pt x="2650247" y="871872"/>
                  </a:lnTo>
                  <a:lnTo>
                    <a:pt x="2667772" y="828476"/>
                  </a:lnTo>
                  <a:lnTo>
                    <a:pt x="2709568" y="732664"/>
                  </a:lnTo>
                  <a:lnTo>
                    <a:pt x="2752589" y="645520"/>
                  </a:lnTo>
                  <a:lnTo>
                    <a:pt x="2797371" y="566698"/>
                  </a:lnTo>
                  <a:lnTo>
                    <a:pt x="2844519" y="495562"/>
                  </a:lnTo>
                  <a:lnTo>
                    <a:pt x="2894660" y="431363"/>
                  </a:lnTo>
                  <a:lnTo>
                    <a:pt x="2948404" y="373340"/>
                  </a:lnTo>
                  <a:lnTo>
                    <a:pt x="3006297" y="320793"/>
                  </a:lnTo>
                  <a:lnTo>
                    <a:pt x="3068756" y="273118"/>
                  </a:lnTo>
                  <a:lnTo>
                    <a:pt x="3135987" y="229829"/>
                  </a:lnTo>
                  <a:lnTo>
                    <a:pt x="3207888" y="190568"/>
                  </a:lnTo>
                  <a:lnTo>
                    <a:pt x="3283926" y="155108"/>
                  </a:lnTo>
                  <a:lnTo>
                    <a:pt x="3363029" y="123347"/>
                  </a:lnTo>
                  <a:lnTo>
                    <a:pt x="3443502" y="95288"/>
                  </a:lnTo>
                  <a:lnTo>
                    <a:pt x="3523026" y="70996"/>
                  </a:lnTo>
                  <a:lnTo>
                    <a:pt x="3598787" y="50554"/>
                  </a:lnTo>
                  <a:lnTo>
                    <a:pt x="3667758" y="33990"/>
                  </a:lnTo>
                  <a:lnTo>
                    <a:pt x="3727115" y="21216"/>
                  </a:lnTo>
                  <a:lnTo>
                    <a:pt x="3774728" y="11983"/>
                  </a:lnTo>
                  <a:lnTo>
                    <a:pt x="3809575" y="5865"/>
                  </a:lnTo>
                  <a:lnTo>
                    <a:pt x="3831998" y="2288"/>
                  </a:lnTo>
                  <a:lnTo>
                    <a:pt x="3843729" y="581"/>
                  </a:lnTo>
                  <a:lnTo>
                    <a:pt x="3847753" y="4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03" y="107"/>
                  </a:lnTo>
                  <a:lnTo>
                    <a:pt x="4393292" y="871"/>
                  </a:lnTo>
                  <a:lnTo>
                    <a:pt x="4407421" y="2982"/>
                  </a:lnTo>
                  <a:lnTo>
                    <a:pt x="4432776" y="7141"/>
                  </a:lnTo>
                  <a:lnTo>
                    <a:pt x="4470754" y="14000"/>
                  </a:lnTo>
                  <a:lnTo>
                    <a:pt x="4521350" y="24104"/>
                  </a:lnTo>
                  <a:lnTo>
                    <a:pt x="4583243" y="37837"/>
                  </a:lnTo>
                  <a:lnTo>
                    <a:pt x="4654093" y="55407"/>
                  </a:lnTo>
                  <a:lnTo>
                    <a:pt x="4730991" y="76868"/>
                  </a:lnTo>
                  <a:lnTo>
                    <a:pt x="4810932" y="102173"/>
                  </a:lnTo>
                  <a:lnTo>
                    <a:pt x="4891208" y="131237"/>
                  </a:lnTo>
                  <a:lnTo>
                    <a:pt x="4969651" y="164005"/>
                  </a:lnTo>
                  <a:lnTo>
                    <a:pt x="5044720" y="200498"/>
                  </a:lnTo>
                  <a:lnTo>
                    <a:pt x="5115485" y="240845"/>
                  </a:lnTo>
                  <a:lnTo>
                    <a:pt x="5181527" y="285307"/>
                  </a:lnTo>
                  <a:lnTo>
                    <a:pt x="5242829" y="334272"/>
                  </a:lnTo>
                  <a:lnTo>
                    <a:pt x="5299655" y="388257"/>
                  </a:lnTo>
                  <a:lnTo>
                    <a:pt x="5352458" y="447893"/>
                  </a:lnTo>
                  <a:lnTo>
                    <a:pt x="5401803" y="513902"/>
                  </a:lnTo>
                  <a:lnTo>
                    <a:pt x="5448306" y="587048"/>
                  </a:lnTo>
                  <a:lnTo>
                    <a:pt x="5492592" y="668069"/>
                  </a:lnTo>
                  <a:lnTo>
                    <a:pt x="5535253" y="757552"/>
                  </a:lnTo>
                  <a:lnTo>
                    <a:pt x="5567201" y="832106"/>
                  </a:lnTo>
                  <a:lnTo>
                    <a:pt x="5594951" y="901988"/>
                  </a:lnTo>
                  <a:lnTo>
                    <a:pt x="5622465" y="975891"/>
                  </a:lnTo>
                  <a:lnTo>
                    <a:pt x="5649855" y="1053893"/>
                  </a:lnTo>
                  <a:lnTo>
                    <a:pt x="5677211" y="1136037"/>
                  </a:lnTo>
                  <a:lnTo>
                    <a:pt x="5704607" y="1222324"/>
                  </a:lnTo>
                  <a:lnTo>
                    <a:pt x="5732103" y="1312706"/>
                  </a:lnTo>
                  <a:lnTo>
                    <a:pt x="5759745" y="1407091"/>
                  </a:lnTo>
                  <a:lnTo>
                    <a:pt x="5787564" y="1505333"/>
                  </a:lnTo>
                  <a:lnTo>
                    <a:pt x="5815582" y="1607234"/>
                  </a:lnTo>
                  <a:lnTo>
                    <a:pt x="5843806" y="1712546"/>
                  </a:lnTo>
                  <a:lnTo>
                    <a:pt x="5872236" y="1820966"/>
                  </a:lnTo>
                  <a:lnTo>
                    <a:pt x="5900859" y="1932143"/>
                  </a:lnTo>
                  <a:lnTo>
                    <a:pt x="5929657" y="2045681"/>
                  </a:lnTo>
                  <a:lnTo>
                    <a:pt x="5958601" y="2161143"/>
                  </a:lnTo>
                  <a:lnTo>
                    <a:pt x="5987660" y="2278058"/>
                  </a:lnTo>
                  <a:lnTo>
                    <a:pt x="6016794" y="2395930"/>
                  </a:lnTo>
                  <a:lnTo>
                    <a:pt x="6045965" y="2514245"/>
                  </a:lnTo>
                  <a:lnTo>
                    <a:pt x="6075129" y="2632481"/>
                  </a:lnTo>
                  <a:lnTo>
                    <a:pt x="6104245" y="2750117"/>
                  </a:lnTo>
                  <a:lnTo>
                    <a:pt x="6133272" y="2866644"/>
                  </a:lnTo>
                  <a:lnTo>
                    <a:pt x="6162176" y="2981571"/>
                  </a:lnTo>
                  <a:lnTo>
                    <a:pt x="6190923" y="3094438"/>
                  </a:lnTo>
                  <a:lnTo>
                    <a:pt x="6219489" y="3204820"/>
                  </a:lnTo>
                  <a:lnTo>
                    <a:pt x="6247858" y="3312333"/>
                  </a:lnTo>
                  <a:lnTo>
                    <a:pt x="6276019" y="3416641"/>
                  </a:lnTo>
                  <a:lnTo>
                    <a:pt x="6303975" y="3517458"/>
                  </a:lnTo>
                  <a:lnTo>
                    <a:pt x="6331738" y="3614550"/>
                  </a:lnTo>
                  <a:lnTo>
                    <a:pt x="6359332" y="3707736"/>
                  </a:lnTo>
                  <a:lnTo>
                    <a:pt x="6386792" y="3796885"/>
                  </a:lnTo>
                  <a:lnTo>
                    <a:pt x="6414169" y="3881920"/>
                  </a:lnTo>
                  <a:lnTo>
                    <a:pt x="6441527" y="3962807"/>
                  </a:lnTo>
                  <a:lnTo>
                    <a:pt x="6468944" y="4039562"/>
                  </a:lnTo>
                  <a:lnTo>
                    <a:pt x="6496517" y="4112236"/>
                  </a:lnTo>
                  <a:lnTo>
                    <a:pt x="6515891" y="4160531"/>
                  </a:lnTo>
                  <a:lnTo>
                    <a:pt x="6557658" y="4256699"/>
                  </a:lnTo>
                  <a:lnTo>
                    <a:pt x="6600647" y="4344173"/>
                  </a:lnTo>
                  <a:lnTo>
                    <a:pt x="6645395" y="4423300"/>
                  </a:lnTo>
                  <a:lnTo>
                    <a:pt x="6692504" y="4494716"/>
                  </a:lnTo>
                  <a:lnTo>
                    <a:pt x="6742599" y="4559173"/>
                  </a:lnTo>
                  <a:lnTo>
                    <a:pt x="6796292" y="4617432"/>
                  </a:lnTo>
                  <a:lnTo>
                    <a:pt x="6854125" y="4670195"/>
                  </a:lnTo>
                  <a:lnTo>
                    <a:pt x="6916516" y="4718069"/>
                  </a:lnTo>
                  <a:lnTo>
                    <a:pt x="6983673" y="4761543"/>
                  </a:lnTo>
                  <a:lnTo>
                    <a:pt x="7055494" y="4800975"/>
                  </a:lnTo>
                  <a:lnTo>
                    <a:pt x="7131453" y="4836592"/>
                  </a:lnTo>
                  <a:lnTo>
                    <a:pt x="7210484" y="4868499"/>
                  </a:lnTo>
                  <a:lnTo>
                    <a:pt x="7290898" y="4896695"/>
                  </a:lnTo>
                  <a:lnTo>
                    <a:pt x="7370388" y="4921112"/>
                  </a:lnTo>
                  <a:lnTo>
                    <a:pt x="7446150" y="4941669"/>
                  </a:lnTo>
                  <a:lnTo>
                    <a:pt x="7515161" y="4958335"/>
                  </a:lnTo>
                  <a:lnTo>
                    <a:pt x="7574601" y="4971198"/>
                  </a:lnTo>
                  <a:lnTo>
                    <a:pt x="7622332" y="4980506"/>
                  </a:lnTo>
                  <a:lnTo>
                    <a:pt x="7657319" y="4986683"/>
                  </a:lnTo>
                  <a:lnTo>
                    <a:pt x="7679885" y="4990304"/>
                  </a:lnTo>
                  <a:lnTo>
                    <a:pt x="7691742" y="4992039"/>
                  </a:lnTo>
                  <a:lnTo>
                    <a:pt x="7695850" y="4992589"/>
                  </a:lnTo>
                  <a:lnTo>
                    <a:pt x="7696237" y="4992637"/>
                  </a:lnTo>
                  <a:lnTo>
                    <a:pt x="8234974" y="4992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7" name="pl1987"/>
            <p:cNvSpPr/>
            <p:nvPr/>
          </p:nvSpPr>
          <p:spPr>
            <a:xfrm>
              <a:off x="546595" y="804902"/>
              <a:ext cx="8234974" cy="4992637"/>
            </a:xfrm>
            <a:custGeom>
              <a:avLst/>
              <a:pathLst>
                <a:path w="8234974" h="4992637">
                  <a:moveTo>
                    <a:pt x="8234974" y="4992637"/>
                  </a:moveTo>
                  <a:lnTo>
                    <a:pt x="7696237" y="4992637"/>
                  </a:lnTo>
                  <a:lnTo>
                    <a:pt x="7695389" y="4992530"/>
                  </a:lnTo>
                  <a:lnTo>
                    <a:pt x="7689800" y="4991766"/>
                  </a:lnTo>
                  <a:lnTo>
                    <a:pt x="7675672" y="4989655"/>
                  </a:lnTo>
                  <a:lnTo>
                    <a:pt x="7650316" y="4985496"/>
                  </a:lnTo>
                  <a:lnTo>
                    <a:pt x="7612338" y="4978637"/>
                  </a:lnTo>
                  <a:lnTo>
                    <a:pt x="7561742" y="4968533"/>
                  </a:lnTo>
                  <a:lnTo>
                    <a:pt x="7499850" y="4954800"/>
                  </a:lnTo>
                  <a:lnTo>
                    <a:pt x="7429000" y="4937230"/>
                  </a:lnTo>
                  <a:lnTo>
                    <a:pt x="7352102" y="4915768"/>
                  </a:lnTo>
                  <a:lnTo>
                    <a:pt x="7272160" y="4890464"/>
                  </a:lnTo>
                  <a:lnTo>
                    <a:pt x="7191884" y="4861399"/>
                  </a:lnTo>
                  <a:lnTo>
                    <a:pt x="7113442" y="4828632"/>
                  </a:lnTo>
                  <a:lnTo>
                    <a:pt x="7038372" y="4792139"/>
                  </a:lnTo>
                  <a:lnTo>
                    <a:pt x="6967608" y="4751791"/>
                  </a:lnTo>
                  <a:lnTo>
                    <a:pt x="6901565" y="4707330"/>
                  </a:lnTo>
                  <a:lnTo>
                    <a:pt x="6840263" y="4658365"/>
                  </a:lnTo>
                  <a:lnTo>
                    <a:pt x="6783437" y="4604380"/>
                  </a:lnTo>
                  <a:lnTo>
                    <a:pt x="6730634" y="4544744"/>
                  </a:lnTo>
                  <a:lnTo>
                    <a:pt x="6681290" y="4478735"/>
                  </a:lnTo>
                  <a:lnTo>
                    <a:pt x="6634787" y="4405589"/>
                  </a:lnTo>
                  <a:lnTo>
                    <a:pt x="6590500" y="4324568"/>
                  </a:lnTo>
                  <a:lnTo>
                    <a:pt x="6547840" y="4235085"/>
                  </a:lnTo>
                  <a:lnTo>
                    <a:pt x="6515891" y="4160531"/>
                  </a:lnTo>
                  <a:lnTo>
                    <a:pt x="6488142" y="4090649"/>
                  </a:lnTo>
                  <a:lnTo>
                    <a:pt x="6460627" y="4016746"/>
                  </a:lnTo>
                  <a:lnTo>
                    <a:pt x="6433238" y="3938744"/>
                  </a:lnTo>
                  <a:lnTo>
                    <a:pt x="6405882" y="3856599"/>
                  </a:lnTo>
                  <a:lnTo>
                    <a:pt x="6378486" y="3770313"/>
                  </a:lnTo>
                  <a:lnTo>
                    <a:pt x="6350990" y="3679931"/>
                  </a:lnTo>
                  <a:lnTo>
                    <a:pt x="6323348" y="3585546"/>
                  </a:lnTo>
                  <a:lnTo>
                    <a:pt x="6295528" y="3487304"/>
                  </a:lnTo>
                  <a:lnTo>
                    <a:pt x="6267511" y="3385402"/>
                  </a:lnTo>
                  <a:lnTo>
                    <a:pt x="6239286" y="3280091"/>
                  </a:lnTo>
                  <a:lnTo>
                    <a:pt x="6210857" y="3171671"/>
                  </a:lnTo>
                  <a:lnTo>
                    <a:pt x="6182233" y="3060494"/>
                  </a:lnTo>
                  <a:lnTo>
                    <a:pt x="6153436" y="2946956"/>
                  </a:lnTo>
                  <a:lnTo>
                    <a:pt x="6124491" y="2831494"/>
                  </a:lnTo>
                  <a:lnTo>
                    <a:pt x="6095433" y="2714579"/>
                  </a:lnTo>
                  <a:lnTo>
                    <a:pt x="6066298" y="2596707"/>
                  </a:lnTo>
                  <a:lnTo>
                    <a:pt x="6037128" y="2478391"/>
                  </a:lnTo>
                  <a:lnTo>
                    <a:pt x="6007964" y="2360156"/>
                  </a:lnTo>
                  <a:lnTo>
                    <a:pt x="5978848" y="2242519"/>
                  </a:lnTo>
                  <a:lnTo>
                    <a:pt x="5949820" y="2125993"/>
                  </a:lnTo>
                  <a:lnTo>
                    <a:pt x="5920917" y="2011066"/>
                  </a:lnTo>
                  <a:lnTo>
                    <a:pt x="5892170" y="1898198"/>
                  </a:lnTo>
                  <a:lnTo>
                    <a:pt x="5863603" y="1787817"/>
                  </a:lnTo>
                  <a:lnTo>
                    <a:pt x="5835235" y="1680304"/>
                  </a:lnTo>
                  <a:lnTo>
                    <a:pt x="5807073" y="1575995"/>
                  </a:lnTo>
                  <a:lnTo>
                    <a:pt x="5779117" y="1475178"/>
                  </a:lnTo>
                  <a:lnTo>
                    <a:pt x="5751354" y="1378086"/>
                  </a:lnTo>
                  <a:lnTo>
                    <a:pt x="5723761" y="1284901"/>
                  </a:lnTo>
                  <a:lnTo>
                    <a:pt x="5696300" y="1195752"/>
                  </a:lnTo>
                  <a:lnTo>
                    <a:pt x="5668923" y="1110717"/>
                  </a:lnTo>
                  <a:lnTo>
                    <a:pt x="5641566" y="1029830"/>
                  </a:lnTo>
                  <a:lnTo>
                    <a:pt x="5614149" y="953075"/>
                  </a:lnTo>
                  <a:lnTo>
                    <a:pt x="5586576" y="880401"/>
                  </a:lnTo>
                  <a:lnTo>
                    <a:pt x="5567201" y="832106"/>
                  </a:lnTo>
                  <a:lnTo>
                    <a:pt x="5525435" y="735938"/>
                  </a:lnTo>
                  <a:lnTo>
                    <a:pt x="5482445" y="648463"/>
                  </a:lnTo>
                  <a:lnTo>
                    <a:pt x="5437697" y="569337"/>
                  </a:lnTo>
                  <a:lnTo>
                    <a:pt x="5390589" y="497921"/>
                  </a:lnTo>
                  <a:lnTo>
                    <a:pt x="5340493" y="433464"/>
                  </a:lnTo>
                  <a:lnTo>
                    <a:pt x="5286800" y="375205"/>
                  </a:lnTo>
                  <a:lnTo>
                    <a:pt x="5228967" y="322442"/>
                  </a:lnTo>
                  <a:lnTo>
                    <a:pt x="5166576" y="274567"/>
                  </a:lnTo>
                  <a:lnTo>
                    <a:pt x="5099420" y="231094"/>
                  </a:lnTo>
                  <a:lnTo>
                    <a:pt x="5027598" y="191662"/>
                  </a:lnTo>
                  <a:lnTo>
                    <a:pt x="4951639" y="156044"/>
                  </a:lnTo>
                  <a:lnTo>
                    <a:pt x="4872609" y="124137"/>
                  </a:lnTo>
                  <a:lnTo>
                    <a:pt x="4792195" y="95942"/>
                  </a:lnTo>
                  <a:lnTo>
                    <a:pt x="4712704" y="71525"/>
                  </a:lnTo>
                  <a:lnTo>
                    <a:pt x="4636942" y="50968"/>
                  </a:lnTo>
                  <a:lnTo>
                    <a:pt x="4567931" y="34301"/>
                  </a:lnTo>
                  <a:lnTo>
                    <a:pt x="4508491" y="21438"/>
                  </a:lnTo>
                  <a:lnTo>
                    <a:pt x="4460761" y="12131"/>
                  </a:lnTo>
                  <a:lnTo>
                    <a:pt x="4425773" y="5954"/>
                  </a:lnTo>
                  <a:lnTo>
                    <a:pt x="4403207" y="2333"/>
                  </a:lnTo>
                  <a:lnTo>
                    <a:pt x="4391351" y="598"/>
                  </a:lnTo>
                  <a:lnTo>
                    <a:pt x="4387243" y="48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8" y="106"/>
                  </a:lnTo>
                  <a:lnTo>
                    <a:pt x="3841668" y="869"/>
                  </a:lnTo>
                  <a:lnTo>
                    <a:pt x="3827512" y="2975"/>
                  </a:lnTo>
                  <a:lnTo>
                    <a:pt x="3802110" y="7124"/>
                  </a:lnTo>
                  <a:lnTo>
                    <a:pt x="3764066" y="13968"/>
                  </a:lnTo>
                  <a:lnTo>
                    <a:pt x="3713389" y="24048"/>
                  </a:lnTo>
                  <a:lnTo>
                    <a:pt x="3651407" y="37748"/>
                  </a:lnTo>
                  <a:lnTo>
                    <a:pt x="3580469" y="55273"/>
                  </a:lnTo>
                  <a:lnTo>
                    <a:pt x="3503491" y="76678"/>
                  </a:lnTo>
                  <a:lnTo>
                    <a:pt x="3423484" y="101915"/>
                  </a:lnTo>
                  <a:lnTo>
                    <a:pt x="3343159" y="130899"/>
                  </a:lnTo>
                  <a:lnTo>
                    <a:pt x="3264684" y="163576"/>
                  </a:lnTo>
                  <a:lnTo>
                    <a:pt x="3189597" y="199967"/>
                  </a:lnTo>
                  <a:lnTo>
                    <a:pt x="3118826" y="240204"/>
                  </a:lnTo>
                  <a:lnTo>
                    <a:pt x="3052786" y="284545"/>
                  </a:lnTo>
                  <a:lnTo>
                    <a:pt x="2991491" y="333380"/>
                  </a:lnTo>
                  <a:lnTo>
                    <a:pt x="2934675" y="387227"/>
                  </a:lnTo>
                  <a:lnTo>
                    <a:pt x="2881881" y="446718"/>
                  </a:lnTo>
                  <a:lnTo>
                    <a:pt x="2832542" y="512570"/>
                  </a:lnTo>
                  <a:lnTo>
                    <a:pt x="2786041" y="585548"/>
                  </a:lnTo>
                  <a:lnTo>
                    <a:pt x="2741751" y="666388"/>
                  </a:lnTo>
                  <a:lnTo>
                    <a:pt x="2699081" y="755671"/>
                  </a:lnTo>
                  <a:lnTo>
                    <a:pt x="2667772" y="828476"/>
                  </a:lnTo>
                  <a:lnTo>
                    <a:pt x="2639967" y="898198"/>
                  </a:lnTo>
                  <a:lnTo>
                    <a:pt x="2612397" y="971940"/>
                  </a:lnTo>
                  <a:lnTo>
                    <a:pt x="2584953" y="1049780"/>
                  </a:lnTo>
                  <a:lnTo>
                    <a:pt x="2557542" y="1131761"/>
                  </a:lnTo>
                  <a:lnTo>
                    <a:pt x="2530089" y="1217882"/>
                  </a:lnTo>
                  <a:lnTo>
                    <a:pt x="2502536" y="1308097"/>
                  </a:lnTo>
                  <a:lnTo>
                    <a:pt x="2474836" y="1402312"/>
                  </a:lnTo>
                  <a:lnTo>
                    <a:pt x="2446958" y="1500380"/>
                  </a:lnTo>
                  <a:lnTo>
                    <a:pt x="2418880" y="1602103"/>
                  </a:lnTo>
                  <a:lnTo>
                    <a:pt x="2390594" y="1707230"/>
                  </a:lnTo>
                  <a:lnTo>
                    <a:pt x="2362103" y="1815457"/>
                  </a:lnTo>
                  <a:lnTo>
                    <a:pt x="2333417" y="1926433"/>
                  </a:lnTo>
                  <a:lnTo>
                    <a:pt x="2304557" y="2039758"/>
                  </a:lnTo>
                  <a:lnTo>
                    <a:pt x="2275551" y="2154995"/>
                  </a:lnTo>
                  <a:lnTo>
                    <a:pt x="2246431" y="2271671"/>
                  </a:lnTo>
                  <a:lnTo>
                    <a:pt x="2217235" y="2389288"/>
                  </a:lnTo>
                  <a:lnTo>
                    <a:pt x="2188005" y="2507331"/>
                  </a:lnTo>
                  <a:lnTo>
                    <a:pt x="2158783" y="2625277"/>
                  </a:lnTo>
                  <a:lnTo>
                    <a:pt x="2129611" y="2742604"/>
                  </a:lnTo>
                  <a:lnTo>
                    <a:pt x="2100529" y="2858803"/>
                  </a:lnTo>
                  <a:lnTo>
                    <a:pt x="2071573" y="2973384"/>
                  </a:lnTo>
                  <a:lnTo>
                    <a:pt x="2042775" y="3085887"/>
                  </a:lnTo>
                  <a:lnTo>
                    <a:pt x="2014160" y="3195887"/>
                  </a:lnTo>
                  <a:lnTo>
                    <a:pt x="1985744" y="3303003"/>
                  </a:lnTo>
                  <a:lnTo>
                    <a:pt x="1957536" y="3406900"/>
                  </a:lnTo>
                  <a:lnTo>
                    <a:pt x="1929533" y="3507294"/>
                  </a:lnTo>
                  <a:lnTo>
                    <a:pt x="1901724" y="3603953"/>
                  </a:lnTo>
                  <a:lnTo>
                    <a:pt x="1874083" y="3696698"/>
                  </a:lnTo>
                  <a:lnTo>
                    <a:pt x="1846573" y="3785403"/>
                  </a:lnTo>
                  <a:lnTo>
                    <a:pt x="1819144" y="3869992"/>
                  </a:lnTo>
                  <a:lnTo>
                    <a:pt x="1791730" y="3950434"/>
                  </a:lnTo>
                  <a:lnTo>
                    <a:pt x="1764251" y="4026747"/>
                  </a:lnTo>
                  <a:lnTo>
                    <a:pt x="1736608" y="4098986"/>
                  </a:lnTo>
                  <a:lnTo>
                    <a:pt x="1719082" y="4142383"/>
                  </a:lnTo>
                  <a:lnTo>
                    <a:pt x="1677287" y="4238194"/>
                  </a:lnTo>
                  <a:lnTo>
                    <a:pt x="1634266" y="4325339"/>
                  </a:lnTo>
                  <a:lnTo>
                    <a:pt x="1589483" y="4404161"/>
                  </a:lnTo>
                  <a:lnTo>
                    <a:pt x="1542336" y="4475296"/>
                  </a:lnTo>
                  <a:lnTo>
                    <a:pt x="1492195" y="4539496"/>
                  </a:lnTo>
                  <a:lnTo>
                    <a:pt x="1438450" y="4597519"/>
                  </a:lnTo>
                  <a:lnTo>
                    <a:pt x="1380557" y="4650066"/>
                  </a:lnTo>
                  <a:lnTo>
                    <a:pt x="1318099" y="4697740"/>
                  </a:lnTo>
                  <a:lnTo>
                    <a:pt x="1250868" y="4741029"/>
                  </a:lnTo>
                  <a:lnTo>
                    <a:pt x="1178967" y="4780291"/>
                  </a:lnTo>
                  <a:lnTo>
                    <a:pt x="1102928" y="4815751"/>
                  </a:lnTo>
                  <a:lnTo>
                    <a:pt x="1023825" y="4847511"/>
                  </a:lnTo>
                  <a:lnTo>
                    <a:pt x="943353" y="4875571"/>
                  </a:lnTo>
                  <a:lnTo>
                    <a:pt x="863829" y="4899863"/>
                  </a:lnTo>
                  <a:lnTo>
                    <a:pt x="788067" y="4920305"/>
                  </a:lnTo>
                  <a:lnTo>
                    <a:pt x="719097" y="4936869"/>
                  </a:lnTo>
                  <a:lnTo>
                    <a:pt x="659739" y="4949643"/>
                  </a:lnTo>
                  <a:lnTo>
                    <a:pt x="612127" y="4958876"/>
                  </a:lnTo>
                  <a:lnTo>
                    <a:pt x="577279" y="4964994"/>
                  </a:lnTo>
                  <a:lnTo>
                    <a:pt x="554856" y="4968571"/>
                  </a:lnTo>
                  <a:lnTo>
                    <a:pt x="543125" y="4970278"/>
                  </a:lnTo>
                  <a:lnTo>
                    <a:pt x="539102" y="4970814"/>
                  </a:lnTo>
                  <a:lnTo>
                    <a:pt x="538736" y="4970859"/>
                  </a:lnTo>
                  <a:lnTo>
                    <a:pt x="0" y="49708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8" name="pg1988"/>
            <p:cNvSpPr/>
            <p:nvPr/>
          </p:nvSpPr>
          <p:spPr>
            <a:xfrm>
              <a:off x="546595" y="951904"/>
              <a:ext cx="8234974" cy="4834746"/>
            </a:xfrm>
            <a:custGeom>
              <a:avLst/>
              <a:pathLst>
                <a:path w="8234974" h="4834746">
                  <a:moveTo>
                    <a:pt x="0" y="4834746"/>
                  </a:moveTo>
                  <a:lnTo>
                    <a:pt x="538736" y="4834746"/>
                  </a:lnTo>
                  <a:lnTo>
                    <a:pt x="539598" y="4834641"/>
                  </a:lnTo>
                  <a:lnTo>
                    <a:pt x="545270" y="4833890"/>
                  </a:lnTo>
                  <a:lnTo>
                    <a:pt x="559604" y="4831815"/>
                  </a:lnTo>
                  <a:lnTo>
                    <a:pt x="585313" y="4827730"/>
                  </a:lnTo>
                  <a:lnTo>
                    <a:pt x="623789" y="4820992"/>
                  </a:lnTo>
                  <a:lnTo>
                    <a:pt x="674993" y="4811072"/>
                  </a:lnTo>
                  <a:lnTo>
                    <a:pt x="737551" y="4797596"/>
                  </a:lnTo>
                  <a:lnTo>
                    <a:pt x="809059" y="4780366"/>
                  </a:lnTo>
                  <a:lnTo>
                    <a:pt x="886550" y="4759334"/>
                  </a:lnTo>
                  <a:lnTo>
                    <a:pt x="966981" y="4734549"/>
                  </a:lnTo>
                  <a:lnTo>
                    <a:pt x="1047622" y="4706093"/>
                  </a:lnTo>
                  <a:lnTo>
                    <a:pt x="1126304" y="4674019"/>
                  </a:lnTo>
                  <a:lnTo>
                    <a:pt x="1201504" y="4638301"/>
                  </a:lnTo>
                  <a:lnTo>
                    <a:pt x="1272312" y="4598801"/>
                  </a:lnTo>
                  <a:lnTo>
                    <a:pt x="1338335" y="4555257"/>
                  </a:lnTo>
                  <a:lnTo>
                    <a:pt x="1399580" y="4507278"/>
                  </a:lnTo>
                  <a:lnTo>
                    <a:pt x="1456335" y="4454345"/>
                  </a:lnTo>
                  <a:lnTo>
                    <a:pt x="1509073" y="4395829"/>
                  </a:lnTo>
                  <a:lnTo>
                    <a:pt x="1558372" y="4331017"/>
                  </a:lnTo>
                  <a:lnTo>
                    <a:pt x="1604863" y="4259156"/>
                  </a:lnTo>
                  <a:lnTo>
                    <a:pt x="1649178" y="4179530"/>
                  </a:lnTo>
                  <a:lnTo>
                    <a:pt x="1691912" y="4091588"/>
                  </a:lnTo>
                  <a:lnTo>
                    <a:pt x="1719082" y="4029862"/>
                  </a:lnTo>
                  <a:lnTo>
                    <a:pt x="1747259" y="3961191"/>
                  </a:lnTo>
                  <a:lnTo>
                    <a:pt x="1775195" y="3888508"/>
                  </a:lnTo>
                  <a:lnTo>
                    <a:pt x="1803005" y="3811734"/>
                  </a:lnTo>
                  <a:lnTo>
                    <a:pt x="1830784" y="3730828"/>
                  </a:lnTo>
                  <a:lnTo>
                    <a:pt x="1858609" y="3645793"/>
                  </a:lnTo>
                  <a:lnTo>
                    <a:pt x="1886541" y="3556677"/>
                  </a:lnTo>
                  <a:lnTo>
                    <a:pt x="1914627" y="3463581"/>
                  </a:lnTo>
                  <a:lnTo>
                    <a:pt x="1942900" y="3366656"/>
                  </a:lnTo>
                  <a:lnTo>
                    <a:pt x="1971378" y="3266109"/>
                  </a:lnTo>
                  <a:lnTo>
                    <a:pt x="2000069" y="3162200"/>
                  </a:lnTo>
                  <a:lnTo>
                    <a:pt x="2028972" y="3055242"/>
                  </a:lnTo>
                  <a:lnTo>
                    <a:pt x="2058071" y="2945598"/>
                  </a:lnTo>
                  <a:lnTo>
                    <a:pt x="2087345" y="2833678"/>
                  </a:lnTo>
                  <a:lnTo>
                    <a:pt x="2116764" y="2719930"/>
                  </a:lnTo>
                  <a:lnTo>
                    <a:pt x="2146292" y="2604838"/>
                  </a:lnTo>
                  <a:lnTo>
                    <a:pt x="2175890" y="2488909"/>
                  </a:lnTo>
                  <a:lnTo>
                    <a:pt x="2205513" y="2372667"/>
                  </a:lnTo>
                  <a:lnTo>
                    <a:pt x="2235119" y="2256641"/>
                  </a:lnTo>
                  <a:lnTo>
                    <a:pt x="2264663" y="2141356"/>
                  </a:lnTo>
                  <a:lnTo>
                    <a:pt x="2294106" y="2027324"/>
                  </a:lnTo>
                  <a:lnTo>
                    <a:pt x="2323409" y="1915032"/>
                  </a:lnTo>
                  <a:lnTo>
                    <a:pt x="2352542" y="1804937"/>
                  </a:lnTo>
                  <a:lnTo>
                    <a:pt x="2381481" y="1697456"/>
                  </a:lnTo>
                  <a:lnTo>
                    <a:pt x="2410212" y="1592961"/>
                  </a:lnTo>
                  <a:lnTo>
                    <a:pt x="2438730" y="1491774"/>
                  </a:lnTo>
                  <a:lnTo>
                    <a:pt x="2467039" y="1394166"/>
                  </a:lnTo>
                  <a:lnTo>
                    <a:pt x="2495157" y="1300352"/>
                  </a:lnTo>
                  <a:lnTo>
                    <a:pt x="2523114" y="1210494"/>
                  </a:lnTo>
                  <a:lnTo>
                    <a:pt x="2550955" y="1124703"/>
                  </a:lnTo>
                  <a:lnTo>
                    <a:pt x="2578737" y="1043035"/>
                  </a:lnTo>
                  <a:lnTo>
                    <a:pt x="2606535" y="965503"/>
                  </a:lnTo>
                  <a:lnTo>
                    <a:pt x="2634440" y="892072"/>
                  </a:lnTo>
                  <a:lnTo>
                    <a:pt x="2662563" y="822670"/>
                  </a:lnTo>
                  <a:lnTo>
                    <a:pt x="2667772" y="810328"/>
                  </a:lnTo>
                  <a:lnTo>
                    <a:pt x="2709757" y="716846"/>
                  </a:lnTo>
                  <a:lnTo>
                    <a:pt x="2752982" y="631860"/>
                  </a:lnTo>
                  <a:lnTo>
                    <a:pt x="2797988" y="555027"/>
                  </a:lnTo>
                  <a:lnTo>
                    <a:pt x="2845389" y="485720"/>
                  </a:lnTo>
                  <a:lnTo>
                    <a:pt x="2895822" y="423197"/>
                  </a:lnTo>
                  <a:lnTo>
                    <a:pt x="2949904" y="366713"/>
                  </a:lnTo>
                  <a:lnTo>
                    <a:pt x="3008185" y="315581"/>
                  </a:lnTo>
                  <a:lnTo>
                    <a:pt x="3071082" y="269207"/>
                  </a:lnTo>
                  <a:lnTo>
                    <a:pt x="3138798" y="227117"/>
                  </a:lnTo>
                  <a:lnTo>
                    <a:pt x="3211211" y="188964"/>
                  </a:lnTo>
                  <a:lnTo>
                    <a:pt x="3287764" y="154531"/>
                  </a:lnTo>
                  <a:lnTo>
                    <a:pt x="3367339" y="123722"/>
                  </a:lnTo>
                  <a:lnTo>
                    <a:pt x="3448185" y="96543"/>
                  </a:lnTo>
                  <a:lnTo>
                    <a:pt x="3527920" y="73062"/>
                  </a:lnTo>
                  <a:lnTo>
                    <a:pt x="3603669" y="53359"/>
                  </a:lnTo>
                  <a:lnTo>
                    <a:pt x="3672363" y="37456"/>
                  </a:lnTo>
                  <a:lnTo>
                    <a:pt x="3731175" y="25256"/>
                  </a:lnTo>
                  <a:lnTo>
                    <a:pt x="3778016" y="16501"/>
                  </a:lnTo>
                  <a:lnTo>
                    <a:pt x="3811952" y="10759"/>
                  </a:lnTo>
                  <a:lnTo>
                    <a:pt x="3833449" y="7454"/>
                  </a:lnTo>
                  <a:lnTo>
                    <a:pt x="3844381" y="5922"/>
                  </a:lnTo>
                  <a:lnTo>
                    <a:pt x="3847877" y="5473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7" y="5479"/>
                  </a:lnTo>
                  <a:lnTo>
                    <a:pt x="4396502" y="5727"/>
                  </a:lnTo>
                  <a:lnTo>
                    <a:pt x="4417366" y="6415"/>
                  </a:lnTo>
                  <a:lnTo>
                    <a:pt x="4454101" y="7764"/>
                  </a:lnTo>
                  <a:lnTo>
                    <a:pt x="4507712" y="9969"/>
                  </a:lnTo>
                  <a:lnTo>
                    <a:pt x="4576816" y="13172"/>
                  </a:lnTo>
                  <a:lnTo>
                    <a:pt x="4658097" y="17451"/>
                  </a:lnTo>
                  <a:lnTo>
                    <a:pt x="4747166" y="22823"/>
                  </a:lnTo>
                  <a:lnTo>
                    <a:pt x="4839499" y="29273"/>
                  </a:lnTo>
                  <a:lnTo>
                    <a:pt x="4931186" y="36775"/>
                  </a:lnTo>
                  <a:lnTo>
                    <a:pt x="5019334" y="45319"/>
                  </a:lnTo>
                  <a:lnTo>
                    <a:pt x="5102144" y="54932"/>
                  </a:lnTo>
                  <a:lnTo>
                    <a:pt x="5178779" y="65688"/>
                  </a:lnTo>
                  <a:lnTo>
                    <a:pt x="5249141" y="77707"/>
                  </a:lnTo>
                  <a:lnTo>
                    <a:pt x="5313640" y="91157"/>
                  </a:lnTo>
                  <a:lnTo>
                    <a:pt x="5372998" y="106250"/>
                  </a:lnTo>
                  <a:lnTo>
                    <a:pt x="5428109" y="123223"/>
                  </a:lnTo>
                  <a:lnTo>
                    <a:pt x="5479922" y="142324"/>
                  </a:lnTo>
                  <a:lnTo>
                    <a:pt x="5529361" y="163764"/>
                  </a:lnTo>
                  <a:lnTo>
                    <a:pt x="5567201" y="182391"/>
                  </a:lnTo>
                  <a:lnTo>
                    <a:pt x="5614503" y="208320"/>
                  </a:lnTo>
                  <a:lnTo>
                    <a:pt x="5661343" y="236783"/>
                  </a:lnTo>
                  <a:lnTo>
                    <a:pt x="5708173" y="267820"/>
                  </a:lnTo>
                  <a:lnTo>
                    <a:pt x="5755309" y="301393"/>
                  </a:lnTo>
                  <a:lnTo>
                    <a:pt x="5802946" y="337376"/>
                  </a:lnTo>
                  <a:lnTo>
                    <a:pt x="5851176" y="375548"/>
                  </a:lnTo>
                  <a:lnTo>
                    <a:pt x="5899995" y="415595"/>
                  </a:lnTo>
                  <a:lnTo>
                    <a:pt x="5949321" y="457112"/>
                  </a:lnTo>
                  <a:lnTo>
                    <a:pt x="5999011" y="499627"/>
                  </a:lnTo>
                  <a:lnTo>
                    <a:pt x="6048878" y="542611"/>
                  </a:lnTo>
                  <a:lnTo>
                    <a:pt x="6098713" y="585514"/>
                  </a:lnTo>
                  <a:lnTo>
                    <a:pt x="6148314" y="627788"/>
                  </a:lnTo>
                  <a:lnTo>
                    <a:pt x="6197504" y="668920"/>
                  </a:lnTo>
                  <a:lnTo>
                    <a:pt x="6246155" y="708453"/>
                  </a:lnTo>
                  <a:lnTo>
                    <a:pt x="6294207" y="746011"/>
                  </a:lnTo>
                  <a:lnTo>
                    <a:pt x="6341683" y="781304"/>
                  </a:lnTo>
                  <a:lnTo>
                    <a:pt x="6388703" y="814141"/>
                  </a:lnTo>
                  <a:lnTo>
                    <a:pt x="6435498" y="844422"/>
                  </a:lnTo>
                  <a:lnTo>
                    <a:pt x="6482420" y="872132"/>
                  </a:lnTo>
                  <a:lnTo>
                    <a:pt x="6515891" y="890181"/>
                  </a:lnTo>
                  <a:lnTo>
                    <a:pt x="6564039" y="913548"/>
                  </a:lnTo>
                  <a:lnTo>
                    <a:pt x="6613908" y="934480"/>
                  </a:lnTo>
                  <a:lnTo>
                    <a:pt x="6666339" y="953110"/>
                  </a:lnTo>
                  <a:lnTo>
                    <a:pt x="6722270" y="969665"/>
                  </a:lnTo>
                  <a:lnTo>
                    <a:pt x="6782645" y="984391"/>
                  </a:lnTo>
                  <a:lnTo>
                    <a:pt x="6848332" y="997522"/>
                  </a:lnTo>
                  <a:lnTo>
                    <a:pt x="6920001" y="1009261"/>
                  </a:lnTo>
                  <a:lnTo>
                    <a:pt x="6997973" y="1019766"/>
                  </a:lnTo>
                  <a:lnTo>
                    <a:pt x="7082011" y="1029149"/>
                  </a:lnTo>
                  <a:lnTo>
                    <a:pt x="7171094" y="1037472"/>
                  </a:lnTo>
                  <a:lnTo>
                    <a:pt x="7263197" y="1044752"/>
                  </a:lnTo>
                  <a:lnTo>
                    <a:pt x="7355195" y="1050977"/>
                  </a:lnTo>
                  <a:lnTo>
                    <a:pt x="7443002" y="1056118"/>
                  </a:lnTo>
                  <a:lnTo>
                    <a:pt x="7522051" y="1060166"/>
                  </a:lnTo>
                  <a:lnTo>
                    <a:pt x="7588098" y="1063149"/>
                  </a:lnTo>
                  <a:lnTo>
                    <a:pt x="7638177" y="1065159"/>
                  </a:lnTo>
                  <a:lnTo>
                    <a:pt x="7671386" y="1066351"/>
                  </a:lnTo>
                  <a:lnTo>
                    <a:pt x="7689249" y="1066926"/>
                  </a:lnTo>
                  <a:lnTo>
                    <a:pt x="7695601" y="1067111"/>
                  </a:lnTo>
                  <a:lnTo>
                    <a:pt x="7696237" y="1067128"/>
                  </a:lnTo>
                  <a:lnTo>
                    <a:pt x="8234974" y="1067128"/>
                  </a:lnTo>
                  <a:lnTo>
                    <a:pt x="8234974" y="1061684"/>
                  </a:ln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57" y="105"/>
                  </a:lnTo>
                  <a:lnTo>
                    <a:pt x="3841584" y="855"/>
                  </a:lnTo>
                  <a:lnTo>
                    <a:pt x="3827250" y="2930"/>
                  </a:lnTo>
                  <a:lnTo>
                    <a:pt x="3801541" y="7016"/>
                  </a:lnTo>
                  <a:lnTo>
                    <a:pt x="3763066" y="13753"/>
                  </a:lnTo>
                  <a:lnTo>
                    <a:pt x="3711862" y="23674"/>
                  </a:lnTo>
                  <a:lnTo>
                    <a:pt x="3649304" y="37149"/>
                  </a:lnTo>
                  <a:lnTo>
                    <a:pt x="3577796" y="54379"/>
                  </a:lnTo>
                  <a:lnTo>
                    <a:pt x="3500304" y="75412"/>
                  </a:lnTo>
                  <a:lnTo>
                    <a:pt x="3419874" y="100197"/>
                  </a:lnTo>
                  <a:lnTo>
                    <a:pt x="3339233" y="128652"/>
                  </a:lnTo>
                  <a:lnTo>
                    <a:pt x="3260550" y="160726"/>
                  </a:lnTo>
                  <a:lnTo>
                    <a:pt x="3185350" y="196445"/>
                  </a:lnTo>
                  <a:lnTo>
                    <a:pt x="3114543" y="235945"/>
                  </a:lnTo>
                  <a:lnTo>
                    <a:pt x="3048520" y="279488"/>
                  </a:lnTo>
                  <a:lnTo>
                    <a:pt x="2987274" y="327467"/>
                  </a:lnTo>
                  <a:lnTo>
                    <a:pt x="2930519" y="380401"/>
                  </a:lnTo>
                  <a:lnTo>
                    <a:pt x="2877782" y="438916"/>
                  </a:lnTo>
                  <a:lnTo>
                    <a:pt x="2828483" y="503728"/>
                  </a:lnTo>
                  <a:lnTo>
                    <a:pt x="2781992" y="575589"/>
                  </a:lnTo>
                  <a:lnTo>
                    <a:pt x="2737676" y="655215"/>
                  </a:lnTo>
                  <a:lnTo>
                    <a:pt x="2694943" y="743157"/>
                  </a:lnTo>
                  <a:lnTo>
                    <a:pt x="2667772" y="804883"/>
                  </a:lnTo>
                  <a:lnTo>
                    <a:pt x="2639596" y="873555"/>
                  </a:lnTo>
                  <a:lnTo>
                    <a:pt x="2611660" y="946237"/>
                  </a:lnTo>
                  <a:lnTo>
                    <a:pt x="2583850" y="1023011"/>
                  </a:lnTo>
                  <a:lnTo>
                    <a:pt x="2556071" y="1103917"/>
                  </a:lnTo>
                  <a:lnTo>
                    <a:pt x="2528245" y="1188953"/>
                  </a:lnTo>
                  <a:lnTo>
                    <a:pt x="2500313" y="1278069"/>
                  </a:lnTo>
                  <a:lnTo>
                    <a:pt x="2472227" y="1371165"/>
                  </a:lnTo>
                  <a:lnTo>
                    <a:pt x="2443955" y="1468089"/>
                  </a:lnTo>
                  <a:lnTo>
                    <a:pt x="2415477" y="1568636"/>
                  </a:lnTo>
                  <a:lnTo>
                    <a:pt x="2386785" y="1672545"/>
                  </a:lnTo>
                  <a:lnTo>
                    <a:pt x="2357883" y="1779503"/>
                  </a:lnTo>
                  <a:lnTo>
                    <a:pt x="2328784" y="1889147"/>
                  </a:lnTo>
                  <a:lnTo>
                    <a:pt x="2299510" y="2001068"/>
                  </a:lnTo>
                  <a:lnTo>
                    <a:pt x="2270091" y="2114815"/>
                  </a:lnTo>
                  <a:lnTo>
                    <a:pt x="2240562" y="2229908"/>
                  </a:lnTo>
                  <a:lnTo>
                    <a:pt x="2210965" y="2345836"/>
                  </a:lnTo>
                  <a:lnTo>
                    <a:pt x="2181341" y="2462079"/>
                  </a:lnTo>
                  <a:lnTo>
                    <a:pt x="2151735" y="2578105"/>
                  </a:lnTo>
                  <a:lnTo>
                    <a:pt x="2122191" y="2693390"/>
                  </a:lnTo>
                  <a:lnTo>
                    <a:pt x="2092749" y="2807422"/>
                  </a:lnTo>
                  <a:lnTo>
                    <a:pt x="2063446" y="2919714"/>
                  </a:lnTo>
                  <a:lnTo>
                    <a:pt x="2034313" y="3029809"/>
                  </a:lnTo>
                  <a:lnTo>
                    <a:pt x="2005373" y="3137290"/>
                  </a:lnTo>
                  <a:lnTo>
                    <a:pt x="1976642" y="3241785"/>
                  </a:lnTo>
                  <a:lnTo>
                    <a:pt x="1948125" y="3342971"/>
                  </a:lnTo>
                  <a:lnTo>
                    <a:pt x="1919816" y="3440580"/>
                  </a:lnTo>
                  <a:lnTo>
                    <a:pt x="1891698" y="3534394"/>
                  </a:lnTo>
                  <a:lnTo>
                    <a:pt x="1863740" y="3624251"/>
                  </a:lnTo>
                  <a:lnTo>
                    <a:pt x="1835900" y="3710043"/>
                  </a:lnTo>
                  <a:lnTo>
                    <a:pt x="1808117" y="3791710"/>
                  </a:lnTo>
                  <a:lnTo>
                    <a:pt x="1780319" y="3869243"/>
                  </a:lnTo>
                  <a:lnTo>
                    <a:pt x="1752414" y="3942673"/>
                  </a:lnTo>
                  <a:lnTo>
                    <a:pt x="1724292" y="4012075"/>
                  </a:lnTo>
                  <a:lnTo>
                    <a:pt x="1719082" y="4024418"/>
                  </a:lnTo>
                  <a:lnTo>
                    <a:pt x="1677097" y="4117899"/>
                  </a:lnTo>
                  <a:lnTo>
                    <a:pt x="1633873" y="4202885"/>
                  </a:lnTo>
                  <a:lnTo>
                    <a:pt x="1588867" y="4279718"/>
                  </a:lnTo>
                  <a:lnTo>
                    <a:pt x="1541465" y="4349026"/>
                  </a:lnTo>
                  <a:lnTo>
                    <a:pt x="1491033" y="4411548"/>
                  </a:lnTo>
                  <a:lnTo>
                    <a:pt x="1436951" y="4468032"/>
                  </a:lnTo>
                  <a:lnTo>
                    <a:pt x="1378670" y="4519165"/>
                  </a:lnTo>
                  <a:lnTo>
                    <a:pt x="1315772" y="4565539"/>
                  </a:lnTo>
                  <a:lnTo>
                    <a:pt x="1248057" y="4607628"/>
                  </a:lnTo>
                  <a:lnTo>
                    <a:pt x="1175643" y="4645781"/>
                  </a:lnTo>
                  <a:lnTo>
                    <a:pt x="1099091" y="4680214"/>
                  </a:lnTo>
                  <a:lnTo>
                    <a:pt x="1019516" y="4711023"/>
                  </a:lnTo>
                  <a:lnTo>
                    <a:pt x="938670" y="4738203"/>
                  </a:lnTo>
                  <a:lnTo>
                    <a:pt x="858935" y="4761683"/>
                  </a:lnTo>
                  <a:lnTo>
                    <a:pt x="783186" y="4781386"/>
                  </a:lnTo>
                  <a:lnTo>
                    <a:pt x="714492" y="4797289"/>
                  </a:lnTo>
                  <a:lnTo>
                    <a:pt x="655679" y="4809489"/>
                  </a:lnTo>
                  <a:lnTo>
                    <a:pt x="608839" y="4818244"/>
                  </a:lnTo>
                  <a:lnTo>
                    <a:pt x="574902" y="4823986"/>
                  </a:lnTo>
                  <a:lnTo>
                    <a:pt x="553405" y="4827291"/>
                  </a:lnTo>
                  <a:lnTo>
                    <a:pt x="542474" y="4828823"/>
                  </a:lnTo>
                  <a:lnTo>
                    <a:pt x="538977" y="4829273"/>
                  </a:lnTo>
                  <a:lnTo>
                    <a:pt x="538736" y="4829301"/>
                  </a:lnTo>
                  <a:lnTo>
                    <a:pt x="0" y="4829301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89" name="pl1989"/>
            <p:cNvSpPr/>
            <p:nvPr/>
          </p:nvSpPr>
          <p:spPr>
            <a:xfrm>
              <a:off x="546595" y="957349"/>
              <a:ext cx="8234974" cy="4829301"/>
            </a:xfrm>
            <a:custGeom>
              <a:avLst/>
              <a:pathLst>
                <a:path w="8234974" h="4829301">
                  <a:moveTo>
                    <a:pt x="0" y="4829301"/>
                  </a:moveTo>
                  <a:lnTo>
                    <a:pt x="538736" y="4829301"/>
                  </a:lnTo>
                  <a:lnTo>
                    <a:pt x="539598" y="4829196"/>
                  </a:lnTo>
                  <a:lnTo>
                    <a:pt x="545270" y="4828445"/>
                  </a:lnTo>
                  <a:lnTo>
                    <a:pt x="559604" y="4826371"/>
                  </a:lnTo>
                  <a:lnTo>
                    <a:pt x="585313" y="4822285"/>
                  </a:lnTo>
                  <a:lnTo>
                    <a:pt x="623789" y="4815547"/>
                  </a:lnTo>
                  <a:lnTo>
                    <a:pt x="674993" y="4805627"/>
                  </a:lnTo>
                  <a:lnTo>
                    <a:pt x="737551" y="4792151"/>
                  </a:lnTo>
                  <a:lnTo>
                    <a:pt x="809059" y="4774921"/>
                  </a:lnTo>
                  <a:lnTo>
                    <a:pt x="886550" y="4753889"/>
                  </a:lnTo>
                  <a:lnTo>
                    <a:pt x="966981" y="4729104"/>
                  </a:lnTo>
                  <a:lnTo>
                    <a:pt x="1047622" y="4700649"/>
                  </a:lnTo>
                  <a:lnTo>
                    <a:pt x="1126304" y="4668575"/>
                  </a:lnTo>
                  <a:lnTo>
                    <a:pt x="1201504" y="4632856"/>
                  </a:lnTo>
                  <a:lnTo>
                    <a:pt x="1272312" y="4593356"/>
                  </a:lnTo>
                  <a:lnTo>
                    <a:pt x="1338335" y="4549813"/>
                  </a:lnTo>
                  <a:lnTo>
                    <a:pt x="1399580" y="4501833"/>
                  </a:lnTo>
                  <a:lnTo>
                    <a:pt x="1456335" y="4448900"/>
                  </a:lnTo>
                  <a:lnTo>
                    <a:pt x="1509073" y="4390384"/>
                  </a:lnTo>
                  <a:lnTo>
                    <a:pt x="1558372" y="4325573"/>
                  </a:lnTo>
                  <a:lnTo>
                    <a:pt x="1604863" y="4253712"/>
                  </a:lnTo>
                  <a:lnTo>
                    <a:pt x="1649178" y="4174086"/>
                  </a:lnTo>
                  <a:lnTo>
                    <a:pt x="1691912" y="4086143"/>
                  </a:lnTo>
                  <a:lnTo>
                    <a:pt x="1719082" y="4024418"/>
                  </a:lnTo>
                  <a:lnTo>
                    <a:pt x="1747259" y="3955746"/>
                  </a:lnTo>
                  <a:lnTo>
                    <a:pt x="1775195" y="3883064"/>
                  </a:lnTo>
                  <a:lnTo>
                    <a:pt x="1803005" y="3806290"/>
                  </a:lnTo>
                  <a:lnTo>
                    <a:pt x="1830784" y="3725384"/>
                  </a:lnTo>
                  <a:lnTo>
                    <a:pt x="1858609" y="3640348"/>
                  </a:lnTo>
                  <a:lnTo>
                    <a:pt x="1886541" y="3551232"/>
                  </a:lnTo>
                  <a:lnTo>
                    <a:pt x="1914627" y="3458136"/>
                  </a:lnTo>
                  <a:lnTo>
                    <a:pt x="1942900" y="3361212"/>
                  </a:lnTo>
                  <a:lnTo>
                    <a:pt x="1971378" y="3260665"/>
                  </a:lnTo>
                  <a:lnTo>
                    <a:pt x="2000069" y="3156756"/>
                  </a:lnTo>
                  <a:lnTo>
                    <a:pt x="2028972" y="3049798"/>
                  </a:lnTo>
                  <a:lnTo>
                    <a:pt x="2058071" y="2940154"/>
                  </a:lnTo>
                  <a:lnTo>
                    <a:pt x="2087345" y="2828233"/>
                  </a:lnTo>
                  <a:lnTo>
                    <a:pt x="2116764" y="2714485"/>
                  </a:lnTo>
                  <a:lnTo>
                    <a:pt x="2146292" y="2599393"/>
                  </a:lnTo>
                  <a:lnTo>
                    <a:pt x="2175890" y="2483464"/>
                  </a:lnTo>
                  <a:lnTo>
                    <a:pt x="2205513" y="2367222"/>
                  </a:lnTo>
                  <a:lnTo>
                    <a:pt x="2235119" y="2251196"/>
                  </a:lnTo>
                  <a:lnTo>
                    <a:pt x="2264663" y="2135911"/>
                  </a:lnTo>
                  <a:lnTo>
                    <a:pt x="2294106" y="2021879"/>
                  </a:lnTo>
                  <a:lnTo>
                    <a:pt x="2323409" y="1909587"/>
                  </a:lnTo>
                  <a:lnTo>
                    <a:pt x="2352542" y="1799492"/>
                  </a:lnTo>
                  <a:lnTo>
                    <a:pt x="2381481" y="1692011"/>
                  </a:lnTo>
                  <a:lnTo>
                    <a:pt x="2410212" y="1587516"/>
                  </a:lnTo>
                  <a:lnTo>
                    <a:pt x="2438730" y="1486329"/>
                  </a:lnTo>
                  <a:lnTo>
                    <a:pt x="2467039" y="1388721"/>
                  </a:lnTo>
                  <a:lnTo>
                    <a:pt x="2495157" y="1294907"/>
                  </a:lnTo>
                  <a:lnTo>
                    <a:pt x="2523114" y="1205050"/>
                  </a:lnTo>
                  <a:lnTo>
                    <a:pt x="2550955" y="1119258"/>
                  </a:lnTo>
                  <a:lnTo>
                    <a:pt x="2578737" y="1037591"/>
                  </a:lnTo>
                  <a:lnTo>
                    <a:pt x="2606535" y="960058"/>
                  </a:lnTo>
                  <a:lnTo>
                    <a:pt x="2634440" y="886627"/>
                  </a:lnTo>
                  <a:lnTo>
                    <a:pt x="2662563" y="817225"/>
                  </a:lnTo>
                  <a:lnTo>
                    <a:pt x="2667772" y="804883"/>
                  </a:lnTo>
                  <a:lnTo>
                    <a:pt x="2709757" y="711402"/>
                  </a:lnTo>
                  <a:lnTo>
                    <a:pt x="2752982" y="626416"/>
                  </a:lnTo>
                  <a:lnTo>
                    <a:pt x="2797988" y="549583"/>
                  </a:lnTo>
                  <a:lnTo>
                    <a:pt x="2845389" y="480275"/>
                  </a:lnTo>
                  <a:lnTo>
                    <a:pt x="2895822" y="417753"/>
                  </a:lnTo>
                  <a:lnTo>
                    <a:pt x="2949904" y="361269"/>
                  </a:lnTo>
                  <a:lnTo>
                    <a:pt x="3008185" y="310136"/>
                  </a:lnTo>
                  <a:lnTo>
                    <a:pt x="3071082" y="263762"/>
                  </a:lnTo>
                  <a:lnTo>
                    <a:pt x="3138798" y="221672"/>
                  </a:lnTo>
                  <a:lnTo>
                    <a:pt x="3211211" y="183520"/>
                  </a:lnTo>
                  <a:lnTo>
                    <a:pt x="3287764" y="149086"/>
                  </a:lnTo>
                  <a:lnTo>
                    <a:pt x="3367339" y="118277"/>
                  </a:lnTo>
                  <a:lnTo>
                    <a:pt x="3448185" y="91098"/>
                  </a:lnTo>
                  <a:lnTo>
                    <a:pt x="3527920" y="67618"/>
                  </a:lnTo>
                  <a:lnTo>
                    <a:pt x="3603669" y="47915"/>
                  </a:lnTo>
                  <a:lnTo>
                    <a:pt x="3672363" y="32011"/>
                  </a:lnTo>
                  <a:lnTo>
                    <a:pt x="3731175" y="19812"/>
                  </a:lnTo>
                  <a:lnTo>
                    <a:pt x="3778016" y="11057"/>
                  </a:lnTo>
                  <a:lnTo>
                    <a:pt x="3811952" y="5315"/>
                  </a:lnTo>
                  <a:lnTo>
                    <a:pt x="3833449" y="2010"/>
                  </a:lnTo>
                  <a:lnTo>
                    <a:pt x="3844381" y="477"/>
                  </a:lnTo>
                  <a:lnTo>
                    <a:pt x="3847877" y="2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7" y="34"/>
                  </a:lnTo>
                  <a:lnTo>
                    <a:pt x="4396502" y="283"/>
                  </a:lnTo>
                  <a:lnTo>
                    <a:pt x="4417366" y="970"/>
                  </a:lnTo>
                  <a:lnTo>
                    <a:pt x="4454101" y="2319"/>
                  </a:lnTo>
                  <a:lnTo>
                    <a:pt x="4507712" y="4525"/>
                  </a:lnTo>
                  <a:lnTo>
                    <a:pt x="4576816" y="7728"/>
                  </a:lnTo>
                  <a:lnTo>
                    <a:pt x="4658097" y="12006"/>
                  </a:lnTo>
                  <a:lnTo>
                    <a:pt x="4747166" y="17379"/>
                  </a:lnTo>
                  <a:lnTo>
                    <a:pt x="4839499" y="23829"/>
                  </a:lnTo>
                  <a:lnTo>
                    <a:pt x="4931186" y="31330"/>
                  </a:lnTo>
                  <a:lnTo>
                    <a:pt x="5019334" y="39874"/>
                  </a:lnTo>
                  <a:lnTo>
                    <a:pt x="5102144" y="49488"/>
                  </a:lnTo>
                  <a:lnTo>
                    <a:pt x="5178779" y="60243"/>
                  </a:lnTo>
                  <a:lnTo>
                    <a:pt x="5249141" y="72262"/>
                  </a:lnTo>
                  <a:lnTo>
                    <a:pt x="5313640" y="85713"/>
                  </a:lnTo>
                  <a:lnTo>
                    <a:pt x="5372998" y="100805"/>
                  </a:lnTo>
                  <a:lnTo>
                    <a:pt x="5428109" y="117778"/>
                  </a:lnTo>
                  <a:lnTo>
                    <a:pt x="5479922" y="136879"/>
                  </a:lnTo>
                  <a:lnTo>
                    <a:pt x="5529361" y="158319"/>
                  </a:lnTo>
                  <a:lnTo>
                    <a:pt x="5567201" y="176947"/>
                  </a:lnTo>
                  <a:lnTo>
                    <a:pt x="5614503" y="202876"/>
                  </a:lnTo>
                  <a:lnTo>
                    <a:pt x="5661343" y="231338"/>
                  </a:lnTo>
                  <a:lnTo>
                    <a:pt x="5708173" y="262375"/>
                  </a:lnTo>
                  <a:lnTo>
                    <a:pt x="5755309" y="295949"/>
                  </a:lnTo>
                  <a:lnTo>
                    <a:pt x="5802946" y="331932"/>
                  </a:lnTo>
                  <a:lnTo>
                    <a:pt x="5851176" y="370104"/>
                  </a:lnTo>
                  <a:lnTo>
                    <a:pt x="5899995" y="410150"/>
                  </a:lnTo>
                  <a:lnTo>
                    <a:pt x="5949321" y="451668"/>
                  </a:lnTo>
                  <a:lnTo>
                    <a:pt x="5999011" y="494182"/>
                  </a:lnTo>
                  <a:lnTo>
                    <a:pt x="6048878" y="537167"/>
                  </a:lnTo>
                  <a:lnTo>
                    <a:pt x="6098713" y="580070"/>
                  </a:lnTo>
                  <a:lnTo>
                    <a:pt x="6148314" y="622344"/>
                  </a:lnTo>
                  <a:lnTo>
                    <a:pt x="6197504" y="663476"/>
                  </a:lnTo>
                  <a:lnTo>
                    <a:pt x="6246155" y="703009"/>
                  </a:lnTo>
                  <a:lnTo>
                    <a:pt x="6294207" y="740566"/>
                  </a:lnTo>
                  <a:lnTo>
                    <a:pt x="6341683" y="775860"/>
                  </a:lnTo>
                  <a:lnTo>
                    <a:pt x="6388703" y="808697"/>
                  </a:lnTo>
                  <a:lnTo>
                    <a:pt x="6435498" y="838977"/>
                  </a:lnTo>
                  <a:lnTo>
                    <a:pt x="6482420" y="866688"/>
                  </a:lnTo>
                  <a:lnTo>
                    <a:pt x="6515891" y="884736"/>
                  </a:lnTo>
                  <a:lnTo>
                    <a:pt x="6564039" y="908104"/>
                  </a:lnTo>
                  <a:lnTo>
                    <a:pt x="6613908" y="929035"/>
                  </a:lnTo>
                  <a:lnTo>
                    <a:pt x="6666339" y="947666"/>
                  </a:lnTo>
                  <a:lnTo>
                    <a:pt x="6722270" y="964221"/>
                  </a:lnTo>
                  <a:lnTo>
                    <a:pt x="6782645" y="978946"/>
                  </a:lnTo>
                  <a:lnTo>
                    <a:pt x="6848332" y="992077"/>
                  </a:lnTo>
                  <a:lnTo>
                    <a:pt x="6920001" y="1003816"/>
                  </a:lnTo>
                  <a:lnTo>
                    <a:pt x="6997973" y="1014322"/>
                  </a:lnTo>
                  <a:lnTo>
                    <a:pt x="7082011" y="1023705"/>
                  </a:lnTo>
                  <a:lnTo>
                    <a:pt x="7171094" y="1032027"/>
                  </a:lnTo>
                  <a:lnTo>
                    <a:pt x="7263197" y="1039308"/>
                  </a:lnTo>
                  <a:lnTo>
                    <a:pt x="7355195" y="1045532"/>
                  </a:lnTo>
                  <a:lnTo>
                    <a:pt x="7443002" y="1050674"/>
                  </a:lnTo>
                  <a:lnTo>
                    <a:pt x="7522051" y="1054721"/>
                  </a:lnTo>
                  <a:lnTo>
                    <a:pt x="7588098" y="1057705"/>
                  </a:lnTo>
                  <a:lnTo>
                    <a:pt x="7638177" y="1059715"/>
                  </a:lnTo>
                  <a:lnTo>
                    <a:pt x="7671386" y="1060906"/>
                  </a:lnTo>
                  <a:lnTo>
                    <a:pt x="7689249" y="1061482"/>
                  </a:lnTo>
                  <a:lnTo>
                    <a:pt x="7695601" y="1061667"/>
                  </a:lnTo>
                  <a:lnTo>
                    <a:pt x="7696237" y="1061684"/>
                  </a:lnTo>
                  <a:lnTo>
                    <a:pt x="8234974" y="1061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0" name="pl1990"/>
            <p:cNvSpPr/>
            <p:nvPr/>
          </p:nvSpPr>
          <p:spPr>
            <a:xfrm>
              <a:off x="546595" y="951904"/>
              <a:ext cx="8234974" cy="4829301"/>
            </a:xfrm>
            <a:custGeom>
              <a:avLst/>
              <a:pathLst>
                <a:path w="8234974" h="4829301">
                  <a:moveTo>
                    <a:pt x="8234974" y="1061684"/>
                  </a:moveTo>
                  <a:lnTo>
                    <a:pt x="7696237" y="1061684"/>
                  </a:lnTo>
                  <a:lnTo>
                    <a:pt x="7694956" y="1061649"/>
                  </a:lnTo>
                  <a:lnTo>
                    <a:pt x="7686591" y="1061400"/>
                  </a:lnTo>
                  <a:lnTo>
                    <a:pt x="7665727" y="1060713"/>
                  </a:lnTo>
                  <a:lnTo>
                    <a:pt x="7628992" y="1059364"/>
                  </a:lnTo>
                  <a:lnTo>
                    <a:pt x="7575380" y="1057159"/>
                  </a:lnTo>
                  <a:lnTo>
                    <a:pt x="7506277" y="1053955"/>
                  </a:lnTo>
                  <a:lnTo>
                    <a:pt x="7424996" y="1049677"/>
                  </a:lnTo>
                  <a:lnTo>
                    <a:pt x="7335927" y="1044304"/>
                  </a:lnTo>
                  <a:lnTo>
                    <a:pt x="7243594" y="1037854"/>
                  </a:lnTo>
                  <a:lnTo>
                    <a:pt x="7151906" y="1030353"/>
                  </a:lnTo>
                  <a:lnTo>
                    <a:pt x="7063758" y="1021809"/>
                  </a:lnTo>
                  <a:lnTo>
                    <a:pt x="6980948" y="1012195"/>
                  </a:lnTo>
                  <a:lnTo>
                    <a:pt x="6904313" y="1001440"/>
                  </a:lnTo>
                  <a:lnTo>
                    <a:pt x="6833951" y="989421"/>
                  </a:lnTo>
                  <a:lnTo>
                    <a:pt x="6769453" y="975970"/>
                  </a:lnTo>
                  <a:lnTo>
                    <a:pt x="6710094" y="960878"/>
                  </a:lnTo>
                  <a:lnTo>
                    <a:pt x="6654984" y="943905"/>
                  </a:lnTo>
                  <a:lnTo>
                    <a:pt x="6603171" y="924804"/>
                  </a:lnTo>
                  <a:lnTo>
                    <a:pt x="6553731" y="903364"/>
                  </a:lnTo>
                  <a:lnTo>
                    <a:pt x="6515891" y="884736"/>
                  </a:lnTo>
                  <a:lnTo>
                    <a:pt x="6468590" y="858807"/>
                  </a:lnTo>
                  <a:lnTo>
                    <a:pt x="6421750" y="830345"/>
                  </a:lnTo>
                  <a:lnTo>
                    <a:pt x="6374919" y="799308"/>
                  </a:lnTo>
                  <a:lnTo>
                    <a:pt x="6327784" y="765734"/>
                  </a:lnTo>
                  <a:lnTo>
                    <a:pt x="6280146" y="729751"/>
                  </a:lnTo>
                  <a:lnTo>
                    <a:pt x="6231917" y="691579"/>
                  </a:lnTo>
                  <a:lnTo>
                    <a:pt x="6183098" y="651533"/>
                  </a:lnTo>
                  <a:lnTo>
                    <a:pt x="6133771" y="610015"/>
                  </a:lnTo>
                  <a:lnTo>
                    <a:pt x="6084081" y="567501"/>
                  </a:lnTo>
                  <a:lnTo>
                    <a:pt x="6034215" y="524516"/>
                  </a:lnTo>
                  <a:lnTo>
                    <a:pt x="5984379" y="481614"/>
                  </a:lnTo>
                  <a:lnTo>
                    <a:pt x="5934778" y="439339"/>
                  </a:lnTo>
                  <a:lnTo>
                    <a:pt x="5885588" y="398208"/>
                  </a:lnTo>
                  <a:lnTo>
                    <a:pt x="5836937" y="358674"/>
                  </a:lnTo>
                  <a:lnTo>
                    <a:pt x="5788886" y="321117"/>
                  </a:lnTo>
                  <a:lnTo>
                    <a:pt x="5741410" y="285824"/>
                  </a:lnTo>
                  <a:lnTo>
                    <a:pt x="5694389" y="252987"/>
                  </a:lnTo>
                  <a:lnTo>
                    <a:pt x="5647594" y="222706"/>
                  </a:lnTo>
                  <a:lnTo>
                    <a:pt x="5600672" y="194996"/>
                  </a:lnTo>
                  <a:lnTo>
                    <a:pt x="5567201" y="176947"/>
                  </a:lnTo>
                  <a:lnTo>
                    <a:pt x="5519054" y="153579"/>
                  </a:lnTo>
                  <a:lnTo>
                    <a:pt x="5469185" y="132648"/>
                  </a:lnTo>
                  <a:lnTo>
                    <a:pt x="5416753" y="114017"/>
                  </a:lnTo>
                  <a:lnTo>
                    <a:pt x="5360823" y="97463"/>
                  </a:lnTo>
                  <a:lnTo>
                    <a:pt x="5300447" y="82737"/>
                  </a:lnTo>
                  <a:lnTo>
                    <a:pt x="5234760" y="69606"/>
                  </a:lnTo>
                  <a:lnTo>
                    <a:pt x="5163091" y="57867"/>
                  </a:lnTo>
                  <a:lnTo>
                    <a:pt x="5085120" y="47361"/>
                  </a:lnTo>
                  <a:lnTo>
                    <a:pt x="5001081" y="37978"/>
                  </a:lnTo>
                  <a:lnTo>
                    <a:pt x="4911998" y="29656"/>
                  </a:lnTo>
                  <a:lnTo>
                    <a:pt x="4819895" y="22375"/>
                  </a:lnTo>
                  <a:lnTo>
                    <a:pt x="4727898" y="16151"/>
                  </a:lnTo>
                  <a:lnTo>
                    <a:pt x="4640091" y="11009"/>
                  </a:lnTo>
                  <a:lnTo>
                    <a:pt x="4561042" y="6962"/>
                  </a:lnTo>
                  <a:lnTo>
                    <a:pt x="4494994" y="3979"/>
                  </a:lnTo>
                  <a:lnTo>
                    <a:pt x="4444915" y="1969"/>
                  </a:lnTo>
                  <a:lnTo>
                    <a:pt x="4411706" y="777"/>
                  </a:lnTo>
                  <a:lnTo>
                    <a:pt x="4393843" y="201"/>
                  </a:lnTo>
                  <a:lnTo>
                    <a:pt x="4387491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57" y="105"/>
                  </a:lnTo>
                  <a:lnTo>
                    <a:pt x="3841584" y="855"/>
                  </a:lnTo>
                  <a:lnTo>
                    <a:pt x="3827250" y="2930"/>
                  </a:lnTo>
                  <a:lnTo>
                    <a:pt x="3801541" y="7016"/>
                  </a:lnTo>
                  <a:lnTo>
                    <a:pt x="3763066" y="13753"/>
                  </a:lnTo>
                  <a:lnTo>
                    <a:pt x="3711862" y="23674"/>
                  </a:lnTo>
                  <a:lnTo>
                    <a:pt x="3649304" y="37149"/>
                  </a:lnTo>
                  <a:lnTo>
                    <a:pt x="3577796" y="54379"/>
                  </a:lnTo>
                  <a:lnTo>
                    <a:pt x="3500304" y="75412"/>
                  </a:lnTo>
                  <a:lnTo>
                    <a:pt x="3419874" y="100197"/>
                  </a:lnTo>
                  <a:lnTo>
                    <a:pt x="3339233" y="128652"/>
                  </a:lnTo>
                  <a:lnTo>
                    <a:pt x="3260550" y="160726"/>
                  </a:lnTo>
                  <a:lnTo>
                    <a:pt x="3185350" y="196445"/>
                  </a:lnTo>
                  <a:lnTo>
                    <a:pt x="3114543" y="235945"/>
                  </a:lnTo>
                  <a:lnTo>
                    <a:pt x="3048520" y="279488"/>
                  </a:lnTo>
                  <a:lnTo>
                    <a:pt x="2987274" y="327467"/>
                  </a:lnTo>
                  <a:lnTo>
                    <a:pt x="2930519" y="380401"/>
                  </a:lnTo>
                  <a:lnTo>
                    <a:pt x="2877782" y="438916"/>
                  </a:lnTo>
                  <a:lnTo>
                    <a:pt x="2828483" y="503728"/>
                  </a:lnTo>
                  <a:lnTo>
                    <a:pt x="2781992" y="575589"/>
                  </a:lnTo>
                  <a:lnTo>
                    <a:pt x="2737676" y="655215"/>
                  </a:lnTo>
                  <a:lnTo>
                    <a:pt x="2694943" y="743157"/>
                  </a:lnTo>
                  <a:lnTo>
                    <a:pt x="2667772" y="804883"/>
                  </a:lnTo>
                  <a:lnTo>
                    <a:pt x="2639596" y="873555"/>
                  </a:lnTo>
                  <a:lnTo>
                    <a:pt x="2611660" y="946237"/>
                  </a:lnTo>
                  <a:lnTo>
                    <a:pt x="2583850" y="1023011"/>
                  </a:lnTo>
                  <a:lnTo>
                    <a:pt x="2556071" y="1103917"/>
                  </a:lnTo>
                  <a:lnTo>
                    <a:pt x="2528245" y="1188953"/>
                  </a:lnTo>
                  <a:lnTo>
                    <a:pt x="2500313" y="1278069"/>
                  </a:lnTo>
                  <a:lnTo>
                    <a:pt x="2472227" y="1371165"/>
                  </a:lnTo>
                  <a:lnTo>
                    <a:pt x="2443955" y="1468089"/>
                  </a:lnTo>
                  <a:lnTo>
                    <a:pt x="2415477" y="1568636"/>
                  </a:lnTo>
                  <a:lnTo>
                    <a:pt x="2386785" y="1672545"/>
                  </a:lnTo>
                  <a:lnTo>
                    <a:pt x="2357883" y="1779503"/>
                  </a:lnTo>
                  <a:lnTo>
                    <a:pt x="2328784" y="1889147"/>
                  </a:lnTo>
                  <a:lnTo>
                    <a:pt x="2299510" y="2001068"/>
                  </a:lnTo>
                  <a:lnTo>
                    <a:pt x="2270091" y="2114815"/>
                  </a:lnTo>
                  <a:lnTo>
                    <a:pt x="2240562" y="2229908"/>
                  </a:lnTo>
                  <a:lnTo>
                    <a:pt x="2210965" y="2345836"/>
                  </a:lnTo>
                  <a:lnTo>
                    <a:pt x="2181341" y="2462079"/>
                  </a:lnTo>
                  <a:lnTo>
                    <a:pt x="2151735" y="2578105"/>
                  </a:lnTo>
                  <a:lnTo>
                    <a:pt x="2122191" y="2693390"/>
                  </a:lnTo>
                  <a:lnTo>
                    <a:pt x="2092749" y="2807422"/>
                  </a:lnTo>
                  <a:lnTo>
                    <a:pt x="2063446" y="2919714"/>
                  </a:lnTo>
                  <a:lnTo>
                    <a:pt x="2034313" y="3029809"/>
                  </a:lnTo>
                  <a:lnTo>
                    <a:pt x="2005373" y="3137290"/>
                  </a:lnTo>
                  <a:lnTo>
                    <a:pt x="1976642" y="3241785"/>
                  </a:lnTo>
                  <a:lnTo>
                    <a:pt x="1948125" y="3342971"/>
                  </a:lnTo>
                  <a:lnTo>
                    <a:pt x="1919816" y="3440580"/>
                  </a:lnTo>
                  <a:lnTo>
                    <a:pt x="1891698" y="3534394"/>
                  </a:lnTo>
                  <a:lnTo>
                    <a:pt x="1863740" y="3624251"/>
                  </a:lnTo>
                  <a:lnTo>
                    <a:pt x="1835900" y="3710043"/>
                  </a:lnTo>
                  <a:lnTo>
                    <a:pt x="1808117" y="3791710"/>
                  </a:lnTo>
                  <a:lnTo>
                    <a:pt x="1780319" y="3869243"/>
                  </a:lnTo>
                  <a:lnTo>
                    <a:pt x="1752414" y="3942673"/>
                  </a:lnTo>
                  <a:lnTo>
                    <a:pt x="1724292" y="4012075"/>
                  </a:lnTo>
                  <a:lnTo>
                    <a:pt x="1719082" y="4024418"/>
                  </a:lnTo>
                  <a:lnTo>
                    <a:pt x="1677097" y="4117899"/>
                  </a:lnTo>
                  <a:lnTo>
                    <a:pt x="1633873" y="4202885"/>
                  </a:lnTo>
                  <a:lnTo>
                    <a:pt x="1588867" y="4279718"/>
                  </a:lnTo>
                  <a:lnTo>
                    <a:pt x="1541465" y="4349026"/>
                  </a:lnTo>
                  <a:lnTo>
                    <a:pt x="1491033" y="4411548"/>
                  </a:lnTo>
                  <a:lnTo>
                    <a:pt x="1436951" y="4468032"/>
                  </a:lnTo>
                  <a:lnTo>
                    <a:pt x="1378670" y="4519165"/>
                  </a:lnTo>
                  <a:lnTo>
                    <a:pt x="1315772" y="4565539"/>
                  </a:lnTo>
                  <a:lnTo>
                    <a:pt x="1248057" y="4607628"/>
                  </a:lnTo>
                  <a:lnTo>
                    <a:pt x="1175643" y="4645781"/>
                  </a:lnTo>
                  <a:lnTo>
                    <a:pt x="1099091" y="4680214"/>
                  </a:lnTo>
                  <a:lnTo>
                    <a:pt x="1019516" y="4711023"/>
                  </a:lnTo>
                  <a:lnTo>
                    <a:pt x="938670" y="4738203"/>
                  </a:lnTo>
                  <a:lnTo>
                    <a:pt x="858935" y="4761683"/>
                  </a:lnTo>
                  <a:lnTo>
                    <a:pt x="783186" y="4781386"/>
                  </a:lnTo>
                  <a:lnTo>
                    <a:pt x="714492" y="4797289"/>
                  </a:lnTo>
                  <a:lnTo>
                    <a:pt x="655679" y="4809489"/>
                  </a:lnTo>
                  <a:lnTo>
                    <a:pt x="608839" y="4818244"/>
                  </a:lnTo>
                  <a:lnTo>
                    <a:pt x="574902" y="4823986"/>
                  </a:lnTo>
                  <a:lnTo>
                    <a:pt x="553405" y="4827291"/>
                  </a:lnTo>
                  <a:lnTo>
                    <a:pt x="542474" y="4828823"/>
                  </a:lnTo>
                  <a:lnTo>
                    <a:pt x="538977" y="4829273"/>
                  </a:lnTo>
                  <a:lnTo>
                    <a:pt x="538736" y="4829301"/>
                  </a:lnTo>
                  <a:lnTo>
                    <a:pt x="0" y="4829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1" name="pg1991"/>
            <p:cNvSpPr/>
            <p:nvPr/>
          </p:nvSpPr>
          <p:spPr>
            <a:xfrm>
              <a:off x="546595" y="1088018"/>
              <a:ext cx="8234974" cy="4704077"/>
            </a:xfrm>
            <a:custGeom>
              <a:avLst/>
              <a:pathLst>
                <a:path w="8234974" h="4704077">
                  <a:moveTo>
                    <a:pt x="0" y="4704077"/>
                  </a:moveTo>
                  <a:lnTo>
                    <a:pt x="538736" y="4704077"/>
                  </a:lnTo>
                  <a:lnTo>
                    <a:pt x="539608" y="4703973"/>
                  </a:lnTo>
                  <a:lnTo>
                    <a:pt x="545348" y="4703234"/>
                  </a:lnTo>
                  <a:lnTo>
                    <a:pt x="559847" y="4701190"/>
                  </a:lnTo>
                  <a:lnTo>
                    <a:pt x="585838" y="4697166"/>
                  </a:lnTo>
                  <a:lnTo>
                    <a:pt x="624711" y="4690530"/>
                  </a:lnTo>
                  <a:lnTo>
                    <a:pt x="676401" y="4680764"/>
                  </a:lnTo>
                  <a:lnTo>
                    <a:pt x="739487" y="4667503"/>
                  </a:lnTo>
                  <a:lnTo>
                    <a:pt x="811517" y="4650557"/>
                  </a:lnTo>
                  <a:lnTo>
                    <a:pt x="889478" y="4629881"/>
                  </a:lnTo>
                  <a:lnTo>
                    <a:pt x="970293" y="4605528"/>
                  </a:lnTo>
                  <a:lnTo>
                    <a:pt x="1051219" y="4577576"/>
                  </a:lnTo>
                  <a:lnTo>
                    <a:pt x="1130088" y="4546076"/>
                  </a:lnTo>
                  <a:lnTo>
                    <a:pt x="1205387" y="4510997"/>
                  </a:lnTo>
                  <a:lnTo>
                    <a:pt x="1276224" y="4472199"/>
                  </a:lnTo>
                  <a:lnTo>
                    <a:pt x="1342230" y="4429415"/>
                  </a:lnTo>
                  <a:lnTo>
                    <a:pt x="1403429" y="4382252"/>
                  </a:lnTo>
                  <a:lnTo>
                    <a:pt x="1460128" y="4330192"/>
                  </a:lnTo>
                  <a:lnTo>
                    <a:pt x="1512813" y="4272610"/>
                  </a:lnTo>
                  <a:lnTo>
                    <a:pt x="1562079" y="4208798"/>
                  </a:lnTo>
                  <a:lnTo>
                    <a:pt x="1608563" y="4138014"/>
                  </a:lnTo>
                  <a:lnTo>
                    <a:pt x="1652904" y="4059562"/>
                  </a:lnTo>
                  <a:lnTo>
                    <a:pt x="1695699" y="3972918"/>
                  </a:lnTo>
                  <a:lnTo>
                    <a:pt x="1719082" y="3920972"/>
                  </a:lnTo>
                  <a:lnTo>
                    <a:pt x="1747614" y="3853287"/>
                  </a:lnTo>
                  <a:lnTo>
                    <a:pt x="1775901" y="3781599"/>
                  </a:lnTo>
                  <a:lnTo>
                    <a:pt x="1804061" y="3705827"/>
                  </a:lnTo>
                  <a:lnTo>
                    <a:pt x="1832193" y="3625932"/>
                  </a:lnTo>
                  <a:lnTo>
                    <a:pt x="1860375" y="3541918"/>
                  </a:lnTo>
                  <a:lnTo>
                    <a:pt x="1888671" y="3453838"/>
                  </a:lnTo>
                  <a:lnTo>
                    <a:pt x="1917127" y="3361796"/>
                  </a:lnTo>
                  <a:lnTo>
                    <a:pt x="1945777" y="3265950"/>
                  </a:lnTo>
                  <a:lnTo>
                    <a:pt x="1974639" y="3166515"/>
                  </a:lnTo>
                  <a:lnTo>
                    <a:pt x="2003720" y="3063758"/>
                  </a:lnTo>
                  <a:lnTo>
                    <a:pt x="2033016" y="2958002"/>
                  </a:lnTo>
                  <a:lnTo>
                    <a:pt x="2062511" y="2849620"/>
                  </a:lnTo>
                  <a:lnTo>
                    <a:pt x="2092181" y="2739033"/>
                  </a:lnTo>
                  <a:lnTo>
                    <a:pt x="2121995" y="2626700"/>
                  </a:lnTo>
                  <a:lnTo>
                    <a:pt x="2151914" y="2513114"/>
                  </a:lnTo>
                  <a:lnTo>
                    <a:pt x="2181895" y="2398792"/>
                  </a:lnTo>
                  <a:lnTo>
                    <a:pt x="2211894" y="2284264"/>
                  </a:lnTo>
                  <a:lnTo>
                    <a:pt x="2241864" y="2170065"/>
                  </a:lnTo>
                  <a:lnTo>
                    <a:pt x="2271762" y="2056723"/>
                  </a:lnTo>
                  <a:lnTo>
                    <a:pt x="2301546" y="1944751"/>
                  </a:lnTo>
                  <a:lnTo>
                    <a:pt x="2331178" y="1834635"/>
                  </a:lnTo>
                  <a:lnTo>
                    <a:pt x="2360629" y="1726824"/>
                  </a:lnTo>
                  <a:lnTo>
                    <a:pt x="2389877" y="1621730"/>
                  </a:lnTo>
                  <a:lnTo>
                    <a:pt x="2418907" y="1519714"/>
                  </a:lnTo>
                  <a:lnTo>
                    <a:pt x="2447719" y="1421087"/>
                  </a:lnTo>
                  <a:lnTo>
                    <a:pt x="2476322" y="1326104"/>
                  </a:lnTo>
                  <a:lnTo>
                    <a:pt x="2504738" y="1234965"/>
                  </a:lnTo>
                  <a:lnTo>
                    <a:pt x="2533003" y="1147818"/>
                  </a:lnTo>
                  <a:lnTo>
                    <a:pt x="2561167" y="1064753"/>
                  </a:lnTo>
                  <a:lnTo>
                    <a:pt x="2589298" y="985813"/>
                  </a:lnTo>
                  <a:lnTo>
                    <a:pt x="2617478" y="910990"/>
                  </a:lnTo>
                  <a:lnTo>
                    <a:pt x="2645810" y="840236"/>
                  </a:lnTo>
                  <a:lnTo>
                    <a:pt x="2667772" y="788550"/>
                  </a:lnTo>
                  <a:lnTo>
                    <a:pt x="2709931" y="697242"/>
                  </a:lnTo>
                  <a:lnTo>
                    <a:pt x="2753342" y="614268"/>
                  </a:lnTo>
                  <a:lnTo>
                    <a:pt x="2798554" y="539286"/>
                  </a:lnTo>
                  <a:lnTo>
                    <a:pt x="2846188" y="471678"/>
                  </a:lnTo>
                  <a:lnTo>
                    <a:pt x="2896890" y="410713"/>
                  </a:lnTo>
                  <a:lnTo>
                    <a:pt x="2951282" y="355657"/>
                  </a:lnTo>
                  <a:lnTo>
                    <a:pt x="3009921" y="305835"/>
                  </a:lnTo>
                  <a:lnTo>
                    <a:pt x="3073222" y="260666"/>
                  </a:lnTo>
                  <a:lnTo>
                    <a:pt x="3141383" y="219686"/>
                  </a:lnTo>
                  <a:lnTo>
                    <a:pt x="3214268" y="182558"/>
                  </a:lnTo>
                  <a:lnTo>
                    <a:pt x="3291291" y="149072"/>
                  </a:lnTo>
                  <a:lnTo>
                    <a:pt x="3371296" y="119140"/>
                  </a:lnTo>
                  <a:lnTo>
                    <a:pt x="3452478" y="92771"/>
                  </a:lnTo>
                  <a:lnTo>
                    <a:pt x="3532395" y="70035"/>
                  </a:lnTo>
                  <a:lnTo>
                    <a:pt x="3608119" y="51007"/>
                  </a:lnTo>
                  <a:lnTo>
                    <a:pt x="3676543" y="35704"/>
                  </a:lnTo>
                  <a:lnTo>
                    <a:pt x="3734839" y="24023"/>
                  </a:lnTo>
                  <a:lnTo>
                    <a:pt x="3780958" y="15697"/>
                  </a:lnTo>
                  <a:lnTo>
                    <a:pt x="3814054" y="10289"/>
                  </a:lnTo>
                  <a:lnTo>
                    <a:pt x="3834706" y="7222"/>
                  </a:lnTo>
                  <a:lnTo>
                    <a:pt x="3844920" y="5840"/>
                  </a:lnTo>
                  <a:lnTo>
                    <a:pt x="3847964" y="546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6" y="5529"/>
                  </a:lnTo>
                  <a:lnTo>
                    <a:pt x="4394202" y="6134"/>
                  </a:lnTo>
                  <a:lnTo>
                    <a:pt x="4410256" y="7806"/>
                  </a:lnTo>
                  <a:lnTo>
                    <a:pt x="4438905" y="11096"/>
                  </a:lnTo>
                  <a:lnTo>
                    <a:pt x="4481489" y="16510"/>
                  </a:lnTo>
                  <a:lnTo>
                    <a:pt x="4537670" y="24453"/>
                  </a:lnTo>
                  <a:lnTo>
                    <a:pt x="4605596" y="35193"/>
                  </a:lnTo>
                  <a:lnTo>
                    <a:pt x="4682332" y="48854"/>
                  </a:lnTo>
                  <a:lnTo>
                    <a:pt x="4764450" y="65447"/>
                  </a:lnTo>
                  <a:lnTo>
                    <a:pt x="4848597" y="84916"/>
                  </a:lnTo>
                  <a:lnTo>
                    <a:pt x="4931922" y="107199"/>
                  </a:lnTo>
                  <a:lnTo>
                    <a:pt x="5012287" y="132279"/>
                  </a:lnTo>
                  <a:lnTo>
                    <a:pt x="5088312" y="160216"/>
                  </a:lnTo>
                  <a:lnTo>
                    <a:pt x="5159287" y="191173"/>
                  </a:lnTo>
                  <a:lnTo>
                    <a:pt x="5225035" y="225419"/>
                  </a:lnTo>
                  <a:lnTo>
                    <a:pt x="5285769" y="263331"/>
                  </a:lnTo>
                  <a:lnTo>
                    <a:pt x="5341956" y="305385"/>
                  </a:lnTo>
                  <a:lnTo>
                    <a:pt x="5394221" y="352135"/>
                  </a:lnTo>
                  <a:lnTo>
                    <a:pt x="5443264" y="404184"/>
                  </a:lnTo>
                  <a:lnTo>
                    <a:pt x="5489803" y="462122"/>
                  </a:lnTo>
                  <a:lnTo>
                    <a:pt x="5534520" y="526425"/>
                  </a:lnTo>
                  <a:lnTo>
                    <a:pt x="5567201" y="578935"/>
                  </a:lnTo>
                  <a:lnTo>
                    <a:pt x="5599938" y="636098"/>
                  </a:lnTo>
                  <a:lnTo>
                    <a:pt x="5632377" y="697140"/>
                  </a:lnTo>
                  <a:lnTo>
                    <a:pt x="5664689" y="762139"/>
                  </a:lnTo>
                  <a:lnTo>
                    <a:pt x="5697012" y="831121"/>
                  </a:lnTo>
                  <a:lnTo>
                    <a:pt x="5729453" y="904056"/>
                  </a:lnTo>
                  <a:lnTo>
                    <a:pt x="5762091" y="980844"/>
                  </a:lnTo>
                  <a:lnTo>
                    <a:pt x="5794979" y="1061324"/>
                  </a:lnTo>
                  <a:lnTo>
                    <a:pt x="5828148" y="1145259"/>
                  </a:lnTo>
                  <a:lnTo>
                    <a:pt x="5861606" y="1232347"/>
                  </a:lnTo>
                  <a:lnTo>
                    <a:pt x="5895340" y="1322213"/>
                  </a:lnTo>
                  <a:lnTo>
                    <a:pt x="5929323" y="1414423"/>
                  </a:lnTo>
                  <a:lnTo>
                    <a:pt x="5963511" y="1508486"/>
                  </a:lnTo>
                  <a:lnTo>
                    <a:pt x="5997850" y="1603866"/>
                  </a:lnTo>
                  <a:lnTo>
                    <a:pt x="6032275" y="1699993"/>
                  </a:lnTo>
                  <a:lnTo>
                    <a:pt x="6066719" y="1796280"/>
                  </a:lnTo>
                  <a:lnTo>
                    <a:pt x="6101112" y="1892134"/>
                  </a:lnTo>
                  <a:lnTo>
                    <a:pt x="6135388" y="1986974"/>
                  </a:lnTo>
                  <a:lnTo>
                    <a:pt x="6169488" y="2080246"/>
                  </a:lnTo>
                  <a:lnTo>
                    <a:pt x="6203361" y="2171432"/>
                  </a:lnTo>
                  <a:lnTo>
                    <a:pt x="6236970" y="2260066"/>
                  </a:lnTo>
                  <a:lnTo>
                    <a:pt x="6270295" y="2345740"/>
                  </a:lnTo>
                  <a:lnTo>
                    <a:pt x="6303332" y="2428114"/>
                  </a:lnTo>
                  <a:lnTo>
                    <a:pt x="6336099" y="2506914"/>
                  </a:lnTo>
                  <a:lnTo>
                    <a:pt x="6368638" y="2581939"/>
                  </a:lnTo>
                  <a:lnTo>
                    <a:pt x="6401013" y="2653057"/>
                  </a:lnTo>
                  <a:lnTo>
                    <a:pt x="6433316" y="2720201"/>
                  </a:lnTo>
                  <a:lnTo>
                    <a:pt x="6465668" y="2783366"/>
                  </a:lnTo>
                  <a:lnTo>
                    <a:pt x="6498220" y="2842604"/>
                  </a:lnTo>
                  <a:lnTo>
                    <a:pt x="6515891" y="2872899"/>
                  </a:lnTo>
                  <a:lnTo>
                    <a:pt x="6559638" y="2942132"/>
                  </a:lnTo>
                  <a:lnTo>
                    <a:pt x="6604751" y="3004807"/>
                  </a:lnTo>
                  <a:lnTo>
                    <a:pt x="6651851" y="3061218"/>
                  </a:lnTo>
                  <a:lnTo>
                    <a:pt x="6701633" y="3111883"/>
                  </a:lnTo>
                  <a:lnTo>
                    <a:pt x="6754817" y="3157401"/>
                  </a:lnTo>
                  <a:lnTo>
                    <a:pt x="6812089" y="3198368"/>
                  </a:lnTo>
                  <a:lnTo>
                    <a:pt x="6874042" y="3235321"/>
                  </a:lnTo>
                  <a:lnTo>
                    <a:pt x="6941093" y="3268711"/>
                  </a:lnTo>
                  <a:lnTo>
                    <a:pt x="7013367" y="3298891"/>
                  </a:lnTo>
                  <a:lnTo>
                    <a:pt x="7090571" y="3326102"/>
                  </a:lnTo>
                  <a:lnTo>
                    <a:pt x="7171836" y="3350479"/>
                  </a:lnTo>
                  <a:lnTo>
                    <a:pt x="7255597" y="3372061"/>
                  </a:lnTo>
                  <a:lnTo>
                    <a:pt x="7339529" y="3390816"/>
                  </a:lnTo>
                  <a:lnTo>
                    <a:pt x="7420625" y="3406678"/>
                  </a:lnTo>
                  <a:lnTo>
                    <a:pt x="7495467" y="3419603"/>
                  </a:lnTo>
                  <a:lnTo>
                    <a:pt x="7560693" y="3429625"/>
                  </a:lnTo>
                  <a:lnTo>
                    <a:pt x="7613589" y="3436903"/>
                  </a:lnTo>
                  <a:lnTo>
                    <a:pt x="7652648" y="3441742"/>
                  </a:lnTo>
                  <a:lnTo>
                    <a:pt x="7677951" y="3444577"/>
                  </a:lnTo>
                  <a:lnTo>
                    <a:pt x="7691251" y="3445930"/>
                  </a:lnTo>
                  <a:lnTo>
                    <a:pt x="7695823" y="3446354"/>
                  </a:lnTo>
                  <a:lnTo>
                    <a:pt x="7696237" y="3446390"/>
                  </a:lnTo>
                  <a:lnTo>
                    <a:pt x="8234974" y="3446390"/>
                  </a:lnTo>
                  <a:lnTo>
                    <a:pt x="8234974" y="3440945"/>
                  </a:lnTo>
                  <a:lnTo>
                    <a:pt x="7696237" y="3440945"/>
                  </a:lnTo>
                  <a:lnTo>
                    <a:pt x="7695267" y="3440860"/>
                  </a:lnTo>
                  <a:lnTo>
                    <a:pt x="7688890" y="3440255"/>
                  </a:lnTo>
                  <a:lnTo>
                    <a:pt x="7672836" y="3438583"/>
                  </a:lnTo>
                  <a:lnTo>
                    <a:pt x="7644188" y="3435293"/>
                  </a:lnTo>
                  <a:lnTo>
                    <a:pt x="7601604" y="3429879"/>
                  </a:lnTo>
                  <a:lnTo>
                    <a:pt x="7545422" y="3421936"/>
                  </a:lnTo>
                  <a:lnTo>
                    <a:pt x="7477496" y="3411196"/>
                  </a:lnTo>
                  <a:lnTo>
                    <a:pt x="7400760" y="3397535"/>
                  </a:lnTo>
                  <a:lnTo>
                    <a:pt x="7318643" y="3380942"/>
                  </a:lnTo>
                  <a:lnTo>
                    <a:pt x="7234495" y="3361474"/>
                  </a:lnTo>
                  <a:lnTo>
                    <a:pt x="7151171" y="3339190"/>
                  </a:lnTo>
                  <a:lnTo>
                    <a:pt x="7070805" y="3314110"/>
                  </a:lnTo>
                  <a:lnTo>
                    <a:pt x="6994780" y="3286173"/>
                  </a:lnTo>
                  <a:lnTo>
                    <a:pt x="6923805" y="3255216"/>
                  </a:lnTo>
                  <a:lnTo>
                    <a:pt x="6858057" y="3220970"/>
                  </a:lnTo>
                  <a:lnTo>
                    <a:pt x="6797324" y="3183058"/>
                  </a:lnTo>
                  <a:lnTo>
                    <a:pt x="6741136" y="3141005"/>
                  </a:lnTo>
                  <a:lnTo>
                    <a:pt x="6688872" y="3094254"/>
                  </a:lnTo>
                  <a:lnTo>
                    <a:pt x="6639829" y="3042205"/>
                  </a:lnTo>
                  <a:lnTo>
                    <a:pt x="6593290" y="2984267"/>
                  </a:lnTo>
                  <a:lnTo>
                    <a:pt x="6548573" y="2919964"/>
                  </a:lnTo>
                  <a:lnTo>
                    <a:pt x="6515891" y="2867454"/>
                  </a:lnTo>
                  <a:lnTo>
                    <a:pt x="6483154" y="2810291"/>
                  </a:lnTo>
                  <a:lnTo>
                    <a:pt x="6450716" y="2749249"/>
                  </a:lnTo>
                  <a:lnTo>
                    <a:pt x="6418403" y="2684250"/>
                  </a:lnTo>
                  <a:lnTo>
                    <a:pt x="6386080" y="2615268"/>
                  </a:lnTo>
                  <a:lnTo>
                    <a:pt x="6353639" y="2542334"/>
                  </a:lnTo>
                  <a:lnTo>
                    <a:pt x="6321001" y="2465545"/>
                  </a:lnTo>
                  <a:lnTo>
                    <a:pt x="6288113" y="2385065"/>
                  </a:lnTo>
                  <a:lnTo>
                    <a:pt x="6254944" y="2301130"/>
                  </a:lnTo>
                  <a:lnTo>
                    <a:pt x="6221487" y="2214042"/>
                  </a:lnTo>
                  <a:lnTo>
                    <a:pt x="6187752" y="2124176"/>
                  </a:lnTo>
                  <a:lnTo>
                    <a:pt x="6153769" y="2031966"/>
                  </a:lnTo>
                  <a:lnTo>
                    <a:pt x="6119581" y="1937903"/>
                  </a:lnTo>
                  <a:lnTo>
                    <a:pt x="6085243" y="1842523"/>
                  </a:lnTo>
                  <a:lnTo>
                    <a:pt x="6050818" y="1746396"/>
                  </a:lnTo>
                  <a:lnTo>
                    <a:pt x="6016374" y="1650110"/>
                  </a:lnTo>
                  <a:lnTo>
                    <a:pt x="5981980" y="1554255"/>
                  </a:lnTo>
                  <a:lnTo>
                    <a:pt x="5947704" y="1459415"/>
                  </a:lnTo>
                  <a:lnTo>
                    <a:pt x="5913604" y="1366143"/>
                  </a:lnTo>
                  <a:lnTo>
                    <a:pt x="5879731" y="1274957"/>
                  </a:lnTo>
                  <a:lnTo>
                    <a:pt x="5846122" y="1186323"/>
                  </a:lnTo>
                  <a:lnTo>
                    <a:pt x="5812798" y="1100649"/>
                  </a:lnTo>
                  <a:lnTo>
                    <a:pt x="5779761" y="1018276"/>
                  </a:lnTo>
                  <a:lnTo>
                    <a:pt x="5746993" y="939475"/>
                  </a:lnTo>
                  <a:lnTo>
                    <a:pt x="5714454" y="864450"/>
                  </a:lnTo>
                  <a:lnTo>
                    <a:pt x="5682079" y="793332"/>
                  </a:lnTo>
                  <a:lnTo>
                    <a:pt x="5649776" y="726189"/>
                  </a:lnTo>
                  <a:lnTo>
                    <a:pt x="5617425" y="663023"/>
                  </a:lnTo>
                  <a:lnTo>
                    <a:pt x="5584872" y="603785"/>
                  </a:lnTo>
                  <a:lnTo>
                    <a:pt x="5567201" y="573490"/>
                  </a:lnTo>
                  <a:lnTo>
                    <a:pt x="5523455" y="504257"/>
                  </a:lnTo>
                  <a:lnTo>
                    <a:pt x="5478341" y="441582"/>
                  </a:lnTo>
                  <a:lnTo>
                    <a:pt x="5431242" y="385171"/>
                  </a:lnTo>
                  <a:lnTo>
                    <a:pt x="5381459" y="334506"/>
                  </a:lnTo>
                  <a:lnTo>
                    <a:pt x="5328276" y="288988"/>
                  </a:lnTo>
                  <a:lnTo>
                    <a:pt x="5271004" y="248021"/>
                  </a:lnTo>
                  <a:lnTo>
                    <a:pt x="5209050" y="211068"/>
                  </a:lnTo>
                  <a:lnTo>
                    <a:pt x="5142000" y="177678"/>
                  </a:lnTo>
                  <a:lnTo>
                    <a:pt x="5069725" y="147498"/>
                  </a:lnTo>
                  <a:lnTo>
                    <a:pt x="4992522" y="120287"/>
                  </a:lnTo>
                  <a:lnTo>
                    <a:pt x="4911256" y="95910"/>
                  </a:lnTo>
                  <a:lnTo>
                    <a:pt x="4827495" y="74328"/>
                  </a:lnTo>
                  <a:lnTo>
                    <a:pt x="4743564" y="55573"/>
                  </a:lnTo>
                  <a:lnTo>
                    <a:pt x="4662468" y="39711"/>
                  </a:lnTo>
                  <a:lnTo>
                    <a:pt x="4587626" y="26787"/>
                  </a:lnTo>
                  <a:lnTo>
                    <a:pt x="4522399" y="16764"/>
                  </a:lnTo>
                  <a:lnTo>
                    <a:pt x="4469504" y="9486"/>
                  </a:lnTo>
                  <a:lnTo>
                    <a:pt x="4430444" y="4647"/>
                  </a:lnTo>
                  <a:lnTo>
                    <a:pt x="4405141" y="1812"/>
                  </a:lnTo>
                  <a:lnTo>
                    <a:pt x="4391842" y="459"/>
                  </a:lnTo>
                  <a:lnTo>
                    <a:pt x="4387270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7" y="103"/>
                  </a:lnTo>
                  <a:lnTo>
                    <a:pt x="3841507" y="843"/>
                  </a:lnTo>
                  <a:lnTo>
                    <a:pt x="3827008" y="2886"/>
                  </a:lnTo>
                  <a:lnTo>
                    <a:pt x="3801016" y="6911"/>
                  </a:lnTo>
                  <a:lnTo>
                    <a:pt x="3762144" y="13546"/>
                  </a:lnTo>
                  <a:lnTo>
                    <a:pt x="3710454" y="23313"/>
                  </a:lnTo>
                  <a:lnTo>
                    <a:pt x="3647367" y="36573"/>
                  </a:lnTo>
                  <a:lnTo>
                    <a:pt x="3575337" y="53519"/>
                  </a:lnTo>
                  <a:lnTo>
                    <a:pt x="3497377" y="74195"/>
                  </a:lnTo>
                  <a:lnTo>
                    <a:pt x="3416562" y="98549"/>
                  </a:lnTo>
                  <a:lnTo>
                    <a:pt x="3335636" y="126500"/>
                  </a:lnTo>
                  <a:lnTo>
                    <a:pt x="3256767" y="158000"/>
                  </a:lnTo>
                  <a:lnTo>
                    <a:pt x="3181468" y="193079"/>
                  </a:lnTo>
                  <a:lnTo>
                    <a:pt x="3110630" y="231878"/>
                  </a:lnTo>
                  <a:lnTo>
                    <a:pt x="3044625" y="274662"/>
                  </a:lnTo>
                  <a:lnTo>
                    <a:pt x="2983426" y="321825"/>
                  </a:lnTo>
                  <a:lnTo>
                    <a:pt x="2926727" y="373885"/>
                  </a:lnTo>
                  <a:lnTo>
                    <a:pt x="2874041" y="431467"/>
                  </a:lnTo>
                  <a:lnTo>
                    <a:pt x="2824776" y="495278"/>
                  </a:lnTo>
                  <a:lnTo>
                    <a:pt x="2778292" y="566062"/>
                  </a:lnTo>
                  <a:lnTo>
                    <a:pt x="2733950" y="644515"/>
                  </a:lnTo>
                  <a:lnTo>
                    <a:pt x="2691156" y="731159"/>
                  </a:lnTo>
                  <a:lnTo>
                    <a:pt x="2667772" y="783105"/>
                  </a:lnTo>
                  <a:lnTo>
                    <a:pt x="2639241" y="850790"/>
                  </a:lnTo>
                  <a:lnTo>
                    <a:pt x="2610954" y="922478"/>
                  </a:lnTo>
                  <a:lnTo>
                    <a:pt x="2582794" y="998250"/>
                  </a:lnTo>
                  <a:lnTo>
                    <a:pt x="2554662" y="1078145"/>
                  </a:lnTo>
                  <a:lnTo>
                    <a:pt x="2526480" y="1162159"/>
                  </a:lnTo>
                  <a:lnTo>
                    <a:pt x="2498184" y="1250239"/>
                  </a:lnTo>
                  <a:lnTo>
                    <a:pt x="2469727" y="1342281"/>
                  </a:lnTo>
                  <a:lnTo>
                    <a:pt x="2441078" y="1438126"/>
                  </a:lnTo>
                  <a:lnTo>
                    <a:pt x="2412216" y="1537562"/>
                  </a:lnTo>
                  <a:lnTo>
                    <a:pt x="2383134" y="1640319"/>
                  </a:lnTo>
                  <a:lnTo>
                    <a:pt x="2353839" y="1746075"/>
                  </a:lnTo>
                  <a:lnTo>
                    <a:pt x="2324343" y="1854456"/>
                  </a:lnTo>
                  <a:lnTo>
                    <a:pt x="2294673" y="1965044"/>
                  </a:lnTo>
                  <a:lnTo>
                    <a:pt x="2264860" y="2077376"/>
                  </a:lnTo>
                  <a:lnTo>
                    <a:pt x="2234941" y="2190962"/>
                  </a:lnTo>
                  <a:lnTo>
                    <a:pt x="2204960" y="2305285"/>
                  </a:lnTo>
                  <a:lnTo>
                    <a:pt x="2174961" y="2419813"/>
                  </a:lnTo>
                  <a:lnTo>
                    <a:pt x="2144990" y="2534012"/>
                  </a:lnTo>
                  <a:lnTo>
                    <a:pt x="2115092" y="2647353"/>
                  </a:lnTo>
                  <a:lnTo>
                    <a:pt x="2085309" y="2759325"/>
                  </a:lnTo>
                  <a:lnTo>
                    <a:pt x="2055676" y="2869442"/>
                  </a:lnTo>
                  <a:lnTo>
                    <a:pt x="2026225" y="2977252"/>
                  </a:lnTo>
                  <a:lnTo>
                    <a:pt x="1996978" y="3082346"/>
                  </a:lnTo>
                  <a:lnTo>
                    <a:pt x="1967947" y="3184362"/>
                  </a:lnTo>
                  <a:lnTo>
                    <a:pt x="1939135" y="3282990"/>
                  </a:lnTo>
                  <a:lnTo>
                    <a:pt x="1910533" y="3377973"/>
                  </a:lnTo>
                  <a:lnTo>
                    <a:pt x="1882117" y="3469111"/>
                  </a:lnTo>
                  <a:lnTo>
                    <a:pt x="1853852" y="3556259"/>
                  </a:lnTo>
                  <a:lnTo>
                    <a:pt x="1825688" y="3639323"/>
                  </a:lnTo>
                  <a:lnTo>
                    <a:pt x="1797557" y="3718264"/>
                  </a:lnTo>
                  <a:lnTo>
                    <a:pt x="1769377" y="3793087"/>
                  </a:lnTo>
                  <a:lnTo>
                    <a:pt x="1741045" y="3863841"/>
                  </a:lnTo>
                  <a:lnTo>
                    <a:pt x="1719082" y="3915527"/>
                  </a:lnTo>
                  <a:lnTo>
                    <a:pt x="1676923" y="4006834"/>
                  </a:lnTo>
                  <a:lnTo>
                    <a:pt x="1633513" y="4089809"/>
                  </a:lnTo>
                  <a:lnTo>
                    <a:pt x="1588301" y="4164790"/>
                  </a:lnTo>
                  <a:lnTo>
                    <a:pt x="1540666" y="4232399"/>
                  </a:lnTo>
                  <a:lnTo>
                    <a:pt x="1489965" y="4293363"/>
                  </a:lnTo>
                  <a:lnTo>
                    <a:pt x="1435572" y="4348419"/>
                  </a:lnTo>
                  <a:lnTo>
                    <a:pt x="1376934" y="4398242"/>
                  </a:lnTo>
                  <a:lnTo>
                    <a:pt x="1313632" y="4443411"/>
                  </a:lnTo>
                  <a:lnTo>
                    <a:pt x="1245472" y="4484391"/>
                  </a:lnTo>
                  <a:lnTo>
                    <a:pt x="1172587" y="4521519"/>
                  </a:lnTo>
                  <a:lnTo>
                    <a:pt x="1095563" y="4555004"/>
                  </a:lnTo>
                  <a:lnTo>
                    <a:pt x="1015559" y="4584936"/>
                  </a:lnTo>
                  <a:lnTo>
                    <a:pt x="934377" y="4611305"/>
                  </a:lnTo>
                  <a:lnTo>
                    <a:pt x="854459" y="4634042"/>
                  </a:lnTo>
                  <a:lnTo>
                    <a:pt x="778736" y="4653070"/>
                  </a:lnTo>
                  <a:lnTo>
                    <a:pt x="710312" y="4668372"/>
                  </a:lnTo>
                  <a:lnTo>
                    <a:pt x="652016" y="4680053"/>
                  </a:lnTo>
                  <a:lnTo>
                    <a:pt x="605896" y="4688380"/>
                  </a:lnTo>
                  <a:lnTo>
                    <a:pt x="572801" y="4693788"/>
                  </a:lnTo>
                  <a:lnTo>
                    <a:pt x="552148" y="4696854"/>
                  </a:lnTo>
                  <a:lnTo>
                    <a:pt x="541934" y="4698237"/>
                  </a:lnTo>
                  <a:lnTo>
                    <a:pt x="538891" y="4698615"/>
                  </a:lnTo>
                  <a:lnTo>
                    <a:pt x="538736" y="4698632"/>
                  </a:lnTo>
                  <a:lnTo>
                    <a:pt x="0" y="4698632"/>
                  </a:lnTo>
                  <a:close/>
                </a:path>
              </a:pathLst>
            </a:custGeom>
            <a:solidFill>
              <a:srgbClr val="F1C40F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92" name="pl1992"/>
            <p:cNvSpPr/>
            <p:nvPr/>
          </p:nvSpPr>
          <p:spPr>
            <a:xfrm>
              <a:off x="546595" y="1093462"/>
              <a:ext cx="8234974" cy="4698632"/>
            </a:xfrm>
            <a:custGeom>
              <a:avLst/>
              <a:pathLst>
                <a:path w="8234974" h="4698632">
                  <a:moveTo>
                    <a:pt x="0" y="4698632"/>
                  </a:moveTo>
                  <a:lnTo>
                    <a:pt x="538736" y="4698632"/>
                  </a:lnTo>
                  <a:lnTo>
                    <a:pt x="539608" y="4698529"/>
                  </a:lnTo>
                  <a:lnTo>
                    <a:pt x="545348" y="4697789"/>
                  </a:lnTo>
                  <a:lnTo>
                    <a:pt x="559847" y="4695746"/>
                  </a:lnTo>
                  <a:lnTo>
                    <a:pt x="585838" y="4691721"/>
                  </a:lnTo>
                  <a:lnTo>
                    <a:pt x="624711" y="4685086"/>
                  </a:lnTo>
                  <a:lnTo>
                    <a:pt x="676401" y="4675319"/>
                  </a:lnTo>
                  <a:lnTo>
                    <a:pt x="739487" y="4662059"/>
                  </a:lnTo>
                  <a:lnTo>
                    <a:pt x="811517" y="4645113"/>
                  </a:lnTo>
                  <a:lnTo>
                    <a:pt x="889478" y="4624437"/>
                  </a:lnTo>
                  <a:lnTo>
                    <a:pt x="970293" y="4600083"/>
                  </a:lnTo>
                  <a:lnTo>
                    <a:pt x="1051219" y="4572132"/>
                  </a:lnTo>
                  <a:lnTo>
                    <a:pt x="1130088" y="4540632"/>
                  </a:lnTo>
                  <a:lnTo>
                    <a:pt x="1205387" y="4505553"/>
                  </a:lnTo>
                  <a:lnTo>
                    <a:pt x="1276224" y="4466754"/>
                  </a:lnTo>
                  <a:lnTo>
                    <a:pt x="1342230" y="4423970"/>
                  </a:lnTo>
                  <a:lnTo>
                    <a:pt x="1403429" y="4376807"/>
                  </a:lnTo>
                  <a:lnTo>
                    <a:pt x="1460128" y="4324747"/>
                  </a:lnTo>
                  <a:lnTo>
                    <a:pt x="1512813" y="4267165"/>
                  </a:lnTo>
                  <a:lnTo>
                    <a:pt x="1562079" y="4203354"/>
                  </a:lnTo>
                  <a:lnTo>
                    <a:pt x="1608563" y="4132570"/>
                  </a:lnTo>
                  <a:lnTo>
                    <a:pt x="1652904" y="4054117"/>
                  </a:lnTo>
                  <a:lnTo>
                    <a:pt x="1695699" y="3967473"/>
                  </a:lnTo>
                  <a:lnTo>
                    <a:pt x="1719082" y="3915527"/>
                  </a:lnTo>
                  <a:lnTo>
                    <a:pt x="1747614" y="3847842"/>
                  </a:lnTo>
                  <a:lnTo>
                    <a:pt x="1775901" y="3776154"/>
                  </a:lnTo>
                  <a:lnTo>
                    <a:pt x="1804061" y="3700382"/>
                  </a:lnTo>
                  <a:lnTo>
                    <a:pt x="1832193" y="3620487"/>
                  </a:lnTo>
                  <a:lnTo>
                    <a:pt x="1860375" y="3536473"/>
                  </a:lnTo>
                  <a:lnTo>
                    <a:pt x="1888671" y="3448393"/>
                  </a:lnTo>
                  <a:lnTo>
                    <a:pt x="1917127" y="3356351"/>
                  </a:lnTo>
                  <a:lnTo>
                    <a:pt x="1945777" y="3260506"/>
                  </a:lnTo>
                  <a:lnTo>
                    <a:pt x="1974639" y="3161070"/>
                  </a:lnTo>
                  <a:lnTo>
                    <a:pt x="2003720" y="3058313"/>
                  </a:lnTo>
                  <a:lnTo>
                    <a:pt x="2033016" y="2952557"/>
                  </a:lnTo>
                  <a:lnTo>
                    <a:pt x="2062511" y="2844176"/>
                  </a:lnTo>
                  <a:lnTo>
                    <a:pt x="2092181" y="2733588"/>
                  </a:lnTo>
                  <a:lnTo>
                    <a:pt x="2121995" y="2621256"/>
                  </a:lnTo>
                  <a:lnTo>
                    <a:pt x="2151914" y="2507670"/>
                  </a:lnTo>
                  <a:lnTo>
                    <a:pt x="2181895" y="2393347"/>
                  </a:lnTo>
                  <a:lnTo>
                    <a:pt x="2211894" y="2278819"/>
                  </a:lnTo>
                  <a:lnTo>
                    <a:pt x="2241864" y="2164620"/>
                  </a:lnTo>
                  <a:lnTo>
                    <a:pt x="2271762" y="2051279"/>
                  </a:lnTo>
                  <a:lnTo>
                    <a:pt x="2301546" y="1939307"/>
                  </a:lnTo>
                  <a:lnTo>
                    <a:pt x="2331178" y="1829190"/>
                  </a:lnTo>
                  <a:lnTo>
                    <a:pt x="2360629" y="1721380"/>
                  </a:lnTo>
                  <a:lnTo>
                    <a:pt x="2389877" y="1616286"/>
                  </a:lnTo>
                  <a:lnTo>
                    <a:pt x="2418907" y="1514270"/>
                  </a:lnTo>
                  <a:lnTo>
                    <a:pt x="2447719" y="1415642"/>
                  </a:lnTo>
                  <a:lnTo>
                    <a:pt x="2476322" y="1320659"/>
                  </a:lnTo>
                  <a:lnTo>
                    <a:pt x="2504738" y="1229521"/>
                  </a:lnTo>
                  <a:lnTo>
                    <a:pt x="2533003" y="1142373"/>
                  </a:lnTo>
                  <a:lnTo>
                    <a:pt x="2561167" y="1059309"/>
                  </a:lnTo>
                  <a:lnTo>
                    <a:pt x="2589298" y="980368"/>
                  </a:lnTo>
                  <a:lnTo>
                    <a:pt x="2617478" y="905545"/>
                  </a:lnTo>
                  <a:lnTo>
                    <a:pt x="2645810" y="834791"/>
                  </a:lnTo>
                  <a:lnTo>
                    <a:pt x="2667772" y="783105"/>
                  </a:lnTo>
                  <a:lnTo>
                    <a:pt x="2709931" y="691798"/>
                  </a:lnTo>
                  <a:lnTo>
                    <a:pt x="2753342" y="608823"/>
                  </a:lnTo>
                  <a:lnTo>
                    <a:pt x="2798554" y="533842"/>
                  </a:lnTo>
                  <a:lnTo>
                    <a:pt x="2846188" y="466233"/>
                  </a:lnTo>
                  <a:lnTo>
                    <a:pt x="2896890" y="405269"/>
                  </a:lnTo>
                  <a:lnTo>
                    <a:pt x="2951282" y="350213"/>
                  </a:lnTo>
                  <a:lnTo>
                    <a:pt x="3009921" y="300390"/>
                  </a:lnTo>
                  <a:lnTo>
                    <a:pt x="3073222" y="255221"/>
                  </a:lnTo>
                  <a:lnTo>
                    <a:pt x="3141383" y="214241"/>
                  </a:lnTo>
                  <a:lnTo>
                    <a:pt x="3214268" y="177113"/>
                  </a:lnTo>
                  <a:lnTo>
                    <a:pt x="3291291" y="143628"/>
                  </a:lnTo>
                  <a:lnTo>
                    <a:pt x="3371296" y="113696"/>
                  </a:lnTo>
                  <a:lnTo>
                    <a:pt x="3452478" y="87327"/>
                  </a:lnTo>
                  <a:lnTo>
                    <a:pt x="3532395" y="64590"/>
                  </a:lnTo>
                  <a:lnTo>
                    <a:pt x="3608119" y="45562"/>
                  </a:lnTo>
                  <a:lnTo>
                    <a:pt x="3676543" y="30260"/>
                  </a:lnTo>
                  <a:lnTo>
                    <a:pt x="3734839" y="18579"/>
                  </a:lnTo>
                  <a:lnTo>
                    <a:pt x="3780958" y="10252"/>
                  </a:lnTo>
                  <a:lnTo>
                    <a:pt x="3814054" y="4844"/>
                  </a:lnTo>
                  <a:lnTo>
                    <a:pt x="3834706" y="1778"/>
                  </a:lnTo>
                  <a:lnTo>
                    <a:pt x="3844920" y="395"/>
                  </a:lnTo>
                  <a:lnTo>
                    <a:pt x="3847964" y="1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6" y="84"/>
                  </a:lnTo>
                  <a:lnTo>
                    <a:pt x="4394202" y="689"/>
                  </a:lnTo>
                  <a:lnTo>
                    <a:pt x="4410256" y="2361"/>
                  </a:lnTo>
                  <a:lnTo>
                    <a:pt x="4438905" y="5652"/>
                  </a:lnTo>
                  <a:lnTo>
                    <a:pt x="4481489" y="11066"/>
                  </a:lnTo>
                  <a:lnTo>
                    <a:pt x="4537670" y="19009"/>
                  </a:lnTo>
                  <a:lnTo>
                    <a:pt x="4605596" y="29749"/>
                  </a:lnTo>
                  <a:lnTo>
                    <a:pt x="4682332" y="43410"/>
                  </a:lnTo>
                  <a:lnTo>
                    <a:pt x="4764450" y="60002"/>
                  </a:lnTo>
                  <a:lnTo>
                    <a:pt x="4848597" y="79471"/>
                  </a:lnTo>
                  <a:lnTo>
                    <a:pt x="4931922" y="101754"/>
                  </a:lnTo>
                  <a:lnTo>
                    <a:pt x="5012287" y="126834"/>
                  </a:lnTo>
                  <a:lnTo>
                    <a:pt x="5088312" y="154772"/>
                  </a:lnTo>
                  <a:lnTo>
                    <a:pt x="5159287" y="185729"/>
                  </a:lnTo>
                  <a:lnTo>
                    <a:pt x="5225035" y="219975"/>
                  </a:lnTo>
                  <a:lnTo>
                    <a:pt x="5285769" y="257887"/>
                  </a:lnTo>
                  <a:lnTo>
                    <a:pt x="5341956" y="299940"/>
                  </a:lnTo>
                  <a:lnTo>
                    <a:pt x="5394221" y="346691"/>
                  </a:lnTo>
                  <a:lnTo>
                    <a:pt x="5443264" y="398740"/>
                  </a:lnTo>
                  <a:lnTo>
                    <a:pt x="5489803" y="456677"/>
                  </a:lnTo>
                  <a:lnTo>
                    <a:pt x="5534520" y="520981"/>
                  </a:lnTo>
                  <a:lnTo>
                    <a:pt x="5567201" y="573490"/>
                  </a:lnTo>
                  <a:lnTo>
                    <a:pt x="5599938" y="630654"/>
                  </a:lnTo>
                  <a:lnTo>
                    <a:pt x="5632377" y="691695"/>
                  </a:lnTo>
                  <a:lnTo>
                    <a:pt x="5664689" y="756694"/>
                  </a:lnTo>
                  <a:lnTo>
                    <a:pt x="5697012" y="825677"/>
                  </a:lnTo>
                  <a:lnTo>
                    <a:pt x="5729453" y="898611"/>
                  </a:lnTo>
                  <a:lnTo>
                    <a:pt x="5762091" y="975400"/>
                  </a:lnTo>
                  <a:lnTo>
                    <a:pt x="5794979" y="1055879"/>
                  </a:lnTo>
                  <a:lnTo>
                    <a:pt x="5828148" y="1139815"/>
                  </a:lnTo>
                  <a:lnTo>
                    <a:pt x="5861606" y="1226902"/>
                  </a:lnTo>
                  <a:lnTo>
                    <a:pt x="5895340" y="1316769"/>
                  </a:lnTo>
                  <a:lnTo>
                    <a:pt x="5929323" y="1408979"/>
                  </a:lnTo>
                  <a:lnTo>
                    <a:pt x="5963511" y="1503042"/>
                  </a:lnTo>
                  <a:lnTo>
                    <a:pt x="5997850" y="1598421"/>
                  </a:lnTo>
                  <a:lnTo>
                    <a:pt x="6032275" y="1694548"/>
                  </a:lnTo>
                  <a:lnTo>
                    <a:pt x="6066719" y="1790835"/>
                  </a:lnTo>
                  <a:lnTo>
                    <a:pt x="6101112" y="1886689"/>
                  </a:lnTo>
                  <a:lnTo>
                    <a:pt x="6135388" y="1981530"/>
                  </a:lnTo>
                  <a:lnTo>
                    <a:pt x="6169488" y="2074801"/>
                  </a:lnTo>
                  <a:lnTo>
                    <a:pt x="6203361" y="2165987"/>
                  </a:lnTo>
                  <a:lnTo>
                    <a:pt x="6236970" y="2254621"/>
                  </a:lnTo>
                  <a:lnTo>
                    <a:pt x="6270295" y="2340296"/>
                  </a:lnTo>
                  <a:lnTo>
                    <a:pt x="6303332" y="2422669"/>
                  </a:lnTo>
                  <a:lnTo>
                    <a:pt x="6336099" y="2501469"/>
                  </a:lnTo>
                  <a:lnTo>
                    <a:pt x="6368638" y="2576495"/>
                  </a:lnTo>
                  <a:lnTo>
                    <a:pt x="6401013" y="2647612"/>
                  </a:lnTo>
                  <a:lnTo>
                    <a:pt x="6433316" y="2714756"/>
                  </a:lnTo>
                  <a:lnTo>
                    <a:pt x="6465668" y="2777921"/>
                  </a:lnTo>
                  <a:lnTo>
                    <a:pt x="6498220" y="2837159"/>
                  </a:lnTo>
                  <a:lnTo>
                    <a:pt x="6515891" y="2867454"/>
                  </a:lnTo>
                  <a:lnTo>
                    <a:pt x="6559638" y="2936687"/>
                  </a:lnTo>
                  <a:lnTo>
                    <a:pt x="6604751" y="2999363"/>
                  </a:lnTo>
                  <a:lnTo>
                    <a:pt x="6651851" y="3055774"/>
                  </a:lnTo>
                  <a:lnTo>
                    <a:pt x="6701633" y="3106438"/>
                  </a:lnTo>
                  <a:lnTo>
                    <a:pt x="6754817" y="3151957"/>
                  </a:lnTo>
                  <a:lnTo>
                    <a:pt x="6812089" y="3192924"/>
                  </a:lnTo>
                  <a:lnTo>
                    <a:pt x="6874042" y="3229876"/>
                  </a:lnTo>
                  <a:lnTo>
                    <a:pt x="6941093" y="3263267"/>
                  </a:lnTo>
                  <a:lnTo>
                    <a:pt x="7013367" y="3293446"/>
                  </a:lnTo>
                  <a:lnTo>
                    <a:pt x="7090571" y="3320657"/>
                  </a:lnTo>
                  <a:lnTo>
                    <a:pt x="7171836" y="3345034"/>
                  </a:lnTo>
                  <a:lnTo>
                    <a:pt x="7255597" y="3366617"/>
                  </a:lnTo>
                  <a:lnTo>
                    <a:pt x="7339529" y="3385371"/>
                  </a:lnTo>
                  <a:lnTo>
                    <a:pt x="7420625" y="3401233"/>
                  </a:lnTo>
                  <a:lnTo>
                    <a:pt x="7495467" y="3414158"/>
                  </a:lnTo>
                  <a:lnTo>
                    <a:pt x="7560693" y="3424180"/>
                  </a:lnTo>
                  <a:lnTo>
                    <a:pt x="7613589" y="3431459"/>
                  </a:lnTo>
                  <a:lnTo>
                    <a:pt x="7652648" y="3436298"/>
                  </a:lnTo>
                  <a:lnTo>
                    <a:pt x="7677951" y="3439133"/>
                  </a:lnTo>
                  <a:lnTo>
                    <a:pt x="7691251" y="3440485"/>
                  </a:lnTo>
                  <a:lnTo>
                    <a:pt x="7695823" y="3440910"/>
                  </a:lnTo>
                  <a:lnTo>
                    <a:pt x="7696237" y="3440945"/>
                  </a:lnTo>
                  <a:lnTo>
                    <a:pt x="8234974" y="3440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3" name="pl1993"/>
            <p:cNvSpPr/>
            <p:nvPr/>
          </p:nvSpPr>
          <p:spPr>
            <a:xfrm>
              <a:off x="546595" y="1088018"/>
              <a:ext cx="8234974" cy="4698632"/>
            </a:xfrm>
            <a:custGeom>
              <a:avLst/>
              <a:pathLst>
                <a:path w="8234974" h="4698632">
                  <a:moveTo>
                    <a:pt x="8234974" y="3440945"/>
                  </a:moveTo>
                  <a:lnTo>
                    <a:pt x="7696237" y="3440945"/>
                  </a:lnTo>
                  <a:lnTo>
                    <a:pt x="7695267" y="3440860"/>
                  </a:lnTo>
                  <a:lnTo>
                    <a:pt x="7688890" y="3440255"/>
                  </a:lnTo>
                  <a:lnTo>
                    <a:pt x="7672836" y="3438583"/>
                  </a:lnTo>
                  <a:lnTo>
                    <a:pt x="7644188" y="3435293"/>
                  </a:lnTo>
                  <a:lnTo>
                    <a:pt x="7601604" y="3429879"/>
                  </a:lnTo>
                  <a:lnTo>
                    <a:pt x="7545422" y="3421936"/>
                  </a:lnTo>
                  <a:lnTo>
                    <a:pt x="7477496" y="3411196"/>
                  </a:lnTo>
                  <a:lnTo>
                    <a:pt x="7400760" y="3397535"/>
                  </a:lnTo>
                  <a:lnTo>
                    <a:pt x="7318643" y="3380942"/>
                  </a:lnTo>
                  <a:lnTo>
                    <a:pt x="7234495" y="3361474"/>
                  </a:lnTo>
                  <a:lnTo>
                    <a:pt x="7151171" y="3339190"/>
                  </a:lnTo>
                  <a:lnTo>
                    <a:pt x="7070805" y="3314110"/>
                  </a:lnTo>
                  <a:lnTo>
                    <a:pt x="6994780" y="3286173"/>
                  </a:lnTo>
                  <a:lnTo>
                    <a:pt x="6923805" y="3255216"/>
                  </a:lnTo>
                  <a:lnTo>
                    <a:pt x="6858057" y="3220970"/>
                  </a:lnTo>
                  <a:lnTo>
                    <a:pt x="6797324" y="3183058"/>
                  </a:lnTo>
                  <a:lnTo>
                    <a:pt x="6741136" y="3141005"/>
                  </a:lnTo>
                  <a:lnTo>
                    <a:pt x="6688872" y="3094254"/>
                  </a:lnTo>
                  <a:lnTo>
                    <a:pt x="6639829" y="3042205"/>
                  </a:lnTo>
                  <a:lnTo>
                    <a:pt x="6593290" y="2984267"/>
                  </a:lnTo>
                  <a:lnTo>
                    <a:pt x="6548573" y="2919964"/>
                  </a:lnTo>
                  <a:lnTo>
                    <a:pt x="6515891" y="2867454"/>
                  </a:lnTo>
                  <a:lnTo>
                    <a:pt x="6483154" y="2810291"/>
                  </a:lnTo>
                  <a:lnTo>
                    <a:pt x="6450716" y="2749249"/>
                  </a:lnTo>
                  <a:lnTo>
                    <a:pt x="6418403" y="2684250"/>
                  </a:lnTo>
                  <a:lnTo>
                    <a:pt x="6386080" y="2615268"/>
                  </a:lnTo>
                  <a:lnTo>
                    <a:pt x="6353639" y="2542334"/>
                  </a:lnTo>
                  <a:lnTo>
                    <a:pt x="6321001" y="2465545"/>
                  </a:lnTo>
                  <a:lnTo>
                    <a:pt x="6288113" y="2385065"/>
                  </a:lnTo>
                  <a:lnTo>
                    <a:pt x="6254944" y="2301130"/>
                  </a:lnTo>
                  <a:lnTo>
                    <a:pt x="6221487" y="2214042"/>
                  </a:lnTo>
                  <a:lnTo>
                    <a:pt x="6187752" y="2124176"/>
                  </a:lnTo>
                  <a:lnTo>
                    <a:pt x="6153769" y="2031966"/>
                  </a:lnTo>
                  <a:lnTo>
                    <a:pt x="6119581" y="1937903"/>
                  </a:lnTo>
                  <a:lnTo>
                    <a:pt x="6085243" y="1842523"/>
                  </a:lnTo>
                  <a:lnTo>
                    <a:pt x="6050818" y="1746396"/>
                  </a:lnTo>
                  <a:lnTo>
                    <a:pt x="6016374" y="1650110"/>
                  </a:lnTo>
                  <a:lnTo>
                    <a:pt x="5981980" y="1554255"/>
                  </a:lnTo>
                  <a:lnTo>
                    <a:pt x="5947704" y="1459415"/>
                  </a:lnTo>
                  <a:lnTo>
                    <a:pt x="5913604" y="1366143"/>
                  </a:lnTo>
                  <a:lnTo>
                    <a:pt x="5879731" y="1274957"/>
                  </a:lnTo>
                  <a:lnTo>
                    <a:pt x="5846122" y="1186323"/>
                  </a:lnTo>
                  <a:lnTo>
                    <a:pt x="5812798" y="1100649"/>
                  </a:lnTo>
                  <a:lnTo>
                    <a:pt x="5779761" y="1018276"/>
                  </a:lnTo>
                  <a:lnTo>
                    <a:pt x="5746993" y="939475"/>
                  </a:lnTo>
                  <a:lnTo>
                    <a:pt x="5714454" y="864450"/>
                  </a:lnTo>
                  <a:lnTo>
                    <a:pt x="5682079" y="793332"/>
                  </a:lnTo>
                  <a:lnTo>
                    <a:pt x="5649776" y="726189"/>
                  </a:lnTo>
                  <a:lnTo>
                    <a:pt x="5617425" y="663023"/>
                  </a:lnTo>
                  <a:lnTo>
                    <a:pt x="5584872" y="603785"/>
                  </a:lnTo>
                  <a:lnTo>
                    <a:pt x="5567201" y="573490"/>
                  </a:lnTo>
                  <a:lnTo>
                    <a:pt x="5523455" y="504257"/>
                  </a:lnTo>
                  <a:lnTo>
                    <a:pt x="5478341" y="441582"/>
                  </a:lnTo>
                  <a:lnTo>
                    <a:pt x="5431242" y="385171"/>
                  </a:lnTo>
                  <a:lnTo>
                    <a:pt x="5381459" y="334506"/>
                  </a:lnTo>
                  <a:lnTo>
                    <a:pt x="5328276" y="288988"/>
                  </a:lnTo>
                  <a:lnTo>
                    <a:pt x="5271004" y="248021"/>
                  </a:lnTo>
                  <a:lnTo>
                    <a:pt x="5209050" y="211068"/>
                  </a:lnTo>
                  <a:lnTo>
                    <a:pt x="5142000" y="177678"/>
                  </a:lnTo>
                  <a:lnTo>
                    <a:pt x="5069725" y="147498"/>
                  </a:lnTo>
                  <a:lnTo>
                    <a:pt x="4992522" y="120287"/>
                  </a:lnTo>
                  <a:lnTo>
                    <a:pt x="4911256" y="95910"/>
                  </a:lnTo>
                  <a:lnTo>
                    <a:pt x="4827495" y="74328"/>
                  </a:lnTo>
                  <a:lnTo>
                    <a:pt x="4743564" y="55573"/>
                  </a:lnTo>
                  <a:lnTo>
                    <a:pt x="4662468" y="39711"/>
                  </a:lnTo>
                  <a:lnTo>
                    <a:pt x="4587626" y="26787"/>
                  </a:lnTo>
                  <a:lnTo>
                    <a:pt x="4522399" y="16764"/>
                  </a:lnTo>
                  <a:lnTo>
                    <a:pt x="4469504" y="9486"/>
                  </a:lnTo>
                  <a:lnTo>
                    <a:pt x="4430444" y="4647"/>
                  </a:lnTo>
                  <a:lnTo>
                    <a:pt x="4405141" y="1812"/>
                  </a:lnTo>
                  <a:lnTo>
                    <a:pt x="4391842" y="459"/>
                  </a:lnTo>
                  <a:lnTo>
                    <a:pt x="4387270" y="3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7" y="103"/>
                  </a:lnTo>
                  <a:lnTo>
                    <a:pt x="3841507" y="843"/>
                  </a:lnTo>
                  <a:lnTo>
                    <a:pt x="3827008" y="2886"/>
                  </a:lnTo>
                  <a:lnTo>
                    <a:pt x="3801016" y="6911"/>
                  </a:lnTo>
                  <a:lnTo>
                    <a:pt x="3762144" y="13546"/>
                  </a:lnTo>
                  <a:lnTo>
                    <a:pt x="3710454" y="23313"/>
                  </a:lnTo>
                  <a:lnTo>
                    <a:pt x="3647367" y="36573"/>
                  </a:lnTo>
                  <a:lnTo>
                    <a:pt x="3575337" y="53519"/>
                  </a:lnTo>
                  <a:lnTo>
                    <a:pt x="3497377" y="74195"/>
                  </a:lnTo>
                  <a:lnTo>
                    <a:pt x="3416562" y="98549"/>
                  </a:lnTo>
                  <a:lnTo>
                    <a:pt x="3335636" y="126500"/>
                  </a:lnTo>
                  <a:lnTo>
                    <a:pt x="3256767" y="158000"/>
                  </a:lnTo>
                  <a:lnTo>
                    <a:pt x="3181468" y="193079"/>
                  </a:lnTo>
                  <a:lnTo>
                    <a:pt x="3110630" y="231878"/>
                  </a:lnTo>
                  <a:lnTo>
                    <a:pt x="3044625" y="274662"/>
                  </a:lnTo>
                  <a:lnTo>
                    <a:pt x="2983426" y="321825"/>
                  </a:lnTo>
                  <a:lnTo>
                    <a:pt x="2926727" y="373885"/>
                  </a:lnTo>
                  <a:lnTo>
                    <a:pt x="2874041" y="431467"/>
                  </a:lnTo>
                  <a:lnTo>
                    <a:pt x="2824776" y="495278"/>
                  </a:lnTo>
                  <a:lnTo>
                    <a:pt x="2778292" y="566062"/>
                  </a:lnTo>
                  <a:lnTo>
                    <a:pt x="2733950" y="644515"/>
                  </a:lnTo>
                  <a:lnTo>
                    <a:pt x="2691156" y="731159"/>
                  </a:lnTo>
                  <a:lnTo>
                    <a:pt x="2667772" y="783105"/>
                  </a:lnTo>
                  <a:lnTo>
                    <a:pt x="2639241" y="850790"/>
                  </a:lnTo>
                  <a:lnTo>
                    <a:pt x="2610954" y="922478"/>
                  </a:lnTo>
                  <a:lnTo>
                    <a:pt x="2582794" y="998250"/>
                  </a:lnTo>
                  <a:lnTo>
                    <a:pt x="2554662" y="1078145"/>
                  </a:lnTo>
                  <a:lnTo>
                    <a:pt x="2526480" y="1162159"/>
                  </a:lnTo>
                  <a:lnTo>
                    <a:pt x="2498184" y="1250239"/>
                  </a:lnTo>
                  <a:lnTo>
                    <a:pt x="2469727" y="1342281"/>
                  </a:lnTo>
                  <a:lnTo>
                    <a:pt x="2441078" y="1438126"/>
                  </a:lnTo>
                  <a:lnTo>
                    <a:pt x="2412216" y="1537562"/>
                  </a:lnTo>
                  <a:lnTo>
                    <a:pt x="2383134" y="1640319"/>
                  </a:lnTo>
                  <a:lnTo>
                    <a:pt x="2353839" y="1746075"/>
                  </a:lnTo>
                  <a:lnTo>
                    <a:pt x="2324343" y="1854456"/>
                  </a:lnTo>
                  <a:lnTo>
                    <a:pt x="2294673" y="1965044"/>
                  </a:lnTo>
                  <a:lnTo>
                    <a:pt x="2264860" y="2077376"/>
                  </a:lnTo>
                  <a:lnTo>
                    <a:pt x="2234941" y="2190962"/>
                  </a:lnTo>
                  <a:lnTo>
                    <a:pt x="2204960" y="2305285"/>
                  </a:lnTo>
                  <a:lnTo>
                    <a:pt x="2174961" y="2419813"/>
                  </a:lnTo>
                  <a:lnTo>
                    <a:pt x="2144990" y="2534012"/>
                  </a:lnTo>
                  <a:lnTo>
                    <a:pt x="2115092" y="2647353"/>
                  </a:lnTo>
                  <a:lnTo>
                    <a:pt x="2085309" y="2759325"/>
                  </a:lnTo>
                  <a:lnTo>
                    <a:pt x="2055676" y="2869442"/>
                  </a:lnTo>
                  <a:lnTo>
                    <a:pt x="2026225" y="2977252"/>
                  </a:lnTo>
                  <a:lnTo>
                    <a:pt x="1996978" y="3082346"/>
                  </a:lnTo>
                  <a:lnTo>
                    <a:pt x="1967947" y="3184362"/>
                  </a:lnTo>
                  <a:lnTo>
                    <a:pt x="1939135" y="3282990"/>
                  </a:lnTo>
                  <a:lnTo>
                    <a:pt x="1910533" y="3377973"/>
                  </a:lnTo>
                  <a:lnTo>
                    <a:pt x="1882117" y="3469111"/>
                  </a:lnTo>
                  <a:lnTo>
                    <a:pt x="1853852" y="3556259"/>
                  </a:lnTo>
                  <a:lnTo>
                    <a:pt x="1825688" y="3639323"/>
                  </a:lnTo>
                  <a:lnTo>
                    <a:pt x="1797557" y="3718264"/>
                  </a:lnTo>
                  <a:lnTo>
                    <a:pt x="1769377" y="3793087"/>
                  </a:lnTo>
                  <a:lnTo>
                    <a:pt x="1741045" y="3863841"/>
                  </a:lnTo>
                  <a:lnTo>
                    <a:pt x="1719082" y="3915527"/>
                  </a:lnTo>
                  <a:lnTo>
                    <a:pt x="1676923" y="4006834"/>
                  </a:lnTo>
                  <a:lnTo>
                    <a:pt x="1633513" y="4089809"/>
                  </a:lnTo>
                  <a:lnTo>
                    <a:pt x="1588301" y="4164790"/>
                  </a:lnTo>
                  <a:lnTo>
                    <a:pt x="1540666" y="4232399"/>
                  </a:lnTo>
                  <a:lnTo>
                    <a:pt x="1489965" y="4293363"/>
                  </a:lnTo>
                  <a:lnTo>
                    <a:pt x="1435572" y="4348419"/>
                  </a:lnTo>
                  <a:lnTo>
                    <a:pt x="1376934" y="4398242"/>
                  </a:lnTo>
                  <a:lnTo>
                    <a:pt x="1313632" y="4443411"/>
                  </a:lnTo>
                  <a:lnTo>
                    <a:pt x="1245472" y="4484391"/>
                  </a:lnTo>
                  <a:lnTo>
                    <a:pt x="1172587" y="4521519"/>
                  </a:lnTo>
                  <a:lnTo>
                    <a:pt x="1095563" y="4555004"/>
                  </a:lnTo>
                  <a:lnTo>
                    <a:pt x="1015559" y="4584936"/>
                  </a:lnTo>
                  <a:lnTo>
                    <a:pt x="934377" y="4611305"/>
                  </a:lnTo>
                  <a:lnTo>
                    <a:pt x="854459" y="4634042"/>
                  </a:lnTo>
                  <a:lnTo>
                    <a:pt x="778736" y="4653070"/>
                  </a:lnTo>
                  <a:lnTo>
                    <a:pt x="710312" y="4668372"/>
                  </a:lnTo>
                  <a:lnTo>
                    <a:pt x="652016" y="4680053"/>
                  </a:lnTo>
                  <a:lnTo>
                    <a:pt x="605896" y="4688380"/>
                  </a:lnTo>
                  <a:lnTo>
                    <a:pt x="572801" y="4693788"/>
                  </a:lnTo>
                  <a:lnTo>
                    <a:pt x="552148" y="4696854"/>
                  </a:lnTo>
                  <a:lnTo>
                    <a:pt x="541934" y="4698237"/>
                  </a:lnTo>
                  <a:lnTo>
                    <a:pt x="538891" y="4698615"/>
                  </a:lnTo>
                  <a:lnTo>
                    <a:pt x="538736" y="4698632"/>
                  </a:lnTo>
                  <a:lnTo>
                    <a:pt x="0" y="4698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4" name="pg1994"/>
            <p:cNvSpPr/>
            <p:nvPr/>
          </p:nvSpPr>
          <p:spPr>
            <a:xfrm>
              <a:off x="546595" y="2590709"/>
              <a:ext cx="8234974" cy="3266720"/>
            </a:xfrm>
            <a:custGeom>
              <a:avLst/>
              <a:pathLst>
                <a:path w="8234974" h="3266720">
                  <a:moveTo>
                    <a:pt x="0" y="3266720"/>
                  </a:moveTo>
                  <a:lnTo>
                    <a:pt x="538736" y="3266720"/>
                  </a:lnTo>
                  <a:lnTo>
                    <a:pt x="539867" y="3266626"/>
                  </a:lnTo>
                  <a:lnTo>
                    <a:pt x="547271" y="3265955"/>
                  </a:lnTo>
                  <a:lnTo>
                    <a:pt x="565821" y="3264099"/>
                  </a:lnTo>
                  <a:lnTo>
                    <a:pt x="598689" y="3260452"/>
                  </a:lnTo>
                  <a:lnTo>
                    <a:pt x="647078" y="3254471"/>
                  </a:lnTo>
                  <a:lnTo>
                    <a:pt x="710139" y="3245742"/>
                  </a:lnTo>
                  <a:lnTo>
                    <a:pt x="785281" y="3234016"/>
                  </a:lnTo>
                  <a:lnTo>
                    <a:pt x="868803" y="3219202"/>
                  </a:lnTo>
                  <a:lnTo>
                    <a:pt x="956669" y="3201327"/>
                  </a:lnTo>
                  <a:lnTo>
                    <a:pt x="1045185" y="3180461"/>
                  </a:lnTo>
                  <a:lnTo>
                    <a:pt x="1131426" y="3156653"/>
                  </a:lnTo>
                  <a:lnTo>
                    <a:pt x="1213394" y="3129877"/>
                  </a:lnTo>
                  <a:lnTo>
                    <a:pt x="1289971" y="3099999"/>
                  </a:lnTo>
                  <a:lnTo>
                    <a:pt x="1360760" y="3066760"/>
                  </a:lnTo>
                  <a:lnTo>
                    <a:pt x="1425896" y="3029776"/>
                  </a:lnTo>
                  <a:lnTo>
                    <a:pt x="1485869" y="2988543"/>
                  </a:lnTo>
                  <a:lnTo>
                    <a:pt x="1541383" y="2942460"/>
                  </a:lnTo>
                  <a:lnTo>
                    <a:pt x="1593247" y="2890865"/>
                  </a:lnTo>
                  <a:lnTo>
                    <a:pt x="1642302" y="2833101"/>
                  </a:lnTo>
                  <a:lnTo>
                    <a:pt x="1689344" y="2768640"/>
                  </a:lnTo>
                  <a:lnTo>
                    <a:pt x="1719082" y="2723174"/>
                  </a:lnTo>
                  <a:lnTo>
                    <a:pt x="1752567" y="2667708"/>
                  </a:lnTo>
                  <a:lnTo>
                    <a:pt x="1785744" y="2608393"/>
                  </a:lnTo>
                  <a:lnTo>
                    <a:pt x="1818796" y="2545151"/>
                  </a:lnTo>
                  <a:lnTo>
                    <a:pt x="1851868" y="2477958"/>
                  </a:lnTo>
                  <a:lnTo>
                    <a:pt x="1885072" y="2406853"/>
                  </a:lnTo>
                  <a:lnTo>
                    <a:pt x="1918490" y="2331940"/>
                  </a:lnTo>
                  <a:lnTo>
                    <a:pt x="1952175" y="2253394"/>
                  </a:lnTo>
                  <a:lnTo>
                    <a:pt x="1986157" y="2171465"/>
                  </a:lnTo>
                  <a:lnTo>
                    <a:pt x="2020440" y="2086473"/>
                  </a:lnTo>
                  <a:lnTo>
                    <a:pt x="2055008" y="1998809"/>
                  </a:lnTo>
                  <a:lnTo>
                    <a:pt x="2089827" y="1908928"/>
                  </a:lnTo>
                  <a:lnTo>
                    <a:pt x="2124847" y="1817340"/>
                  </a:lnTo>
                  <a:lnTo>
                    <a:pt x="2160006" y="1724599"/>
                  </a:lnTo>
                  <a:lnTo>
                    <a:pt x="2195235" y="1631290"/>
                  </a:lnTo>
                  <a:lnTo>
                    <a:pt x="2230461" y="1538012"/>
                  </a:lnTo>
                  <a:lnTo>
                    <a:pt x="2265609" y="1445363"/>
                  </a:lnTo>
                  <a:lnTo>
                    <a:pt x="2300611" y="1353925"/>
                  </a:lnTo>
                  <a:lnTo>
                    <a:pt x="2335406" y="1264249"/>
                  </a:lnTo>
                  <a:lnTo>
                    <a:pt x="2369947" y="1176840"/>
                  </a:lnTo>
                  <a:lnTo>
                    <a:pt x="2404199" y="1092145"/>
                  </a:lnTo>
                  <a:lnTo>
                    <a:pt x="2438149" y="1010549"/>
                  </a:lnTo>
                  <a:lnTo>
                    <a:pt x="2471806" y="932366"/>
                  </a:lnTo>
                  <a:lnTo>
                    <a:pt x="2505199" y="857837"/>
                  </a:lnTo>
                  <a:lnTo>
                    <a:pt x="2538385" y="787129"/>
                  </a:lnTo>
                  <a:lnTo>
                    <a:pt x="2571449" y="720341"/>
                  </a:lnTo>
                  <a:lnTo>
                    <a:pt x="2604506" y="657504"/>
                  </a:lnTo>
                  <a:lnTo>
                    <a:pt x="2637706" y="598589"/>
                  </a:lnTo>
                  <a:lnTo>
                    <a:pt x="2667772" y="548990"/>
                  </a:lnTo>
                  <a:lnTo>
                    <a:pt x="2713886" y="480047"/>
                  </a:lnTo>
                  <a:lnTo>
                    <a:pt x="2761551" y="417989"/>
                  </a:lnTo>
                  <a:lnTo>
                    <a:pt x="2811500" y="362467"/>
                  </a:lnTo>
                  <a:lnTo>
                    <a:pt x="2864553" y="312889"/>
                  </a:lnTo>
                  <a:lnTo>
                    <a:pt x="2921547" y="268586"/>
                  </a:lnTo>
                  <a:lnTo>
                    <a:pt x="2983266" y="228913"/>
                  </a:lnTo>
                  <a:lnTo>
                    <a:pt x="3050351" y="193299"/>
                  </a:lnTo>
                  <a:lnTo>
                    <a:pt x="3123186" y="161281"/>
                  </a:lnTo>
                  <a:lnTo>
                    <a:pt x="3201738" y="132518"/>
                  </a:lnTo>
                  <a:lnTo>
                    <a:pt x="3285381" y="106796"/>
                  </a:lnTo>
                  <a:lnTo>
                    <a:pt x="3372699" y="84021"/>
                  </a:lnTo>
                  <a:lnTo>
                    <a:pt x="3461365" y="64200"/>
                  </a:lnTo>
                  <a:lnTo>
                    <a:pt x="3548153" y="47395"/>
                  </a:lnTo>
                  <a:lnTo>
                    <a:pt x="3629184" y="33670"/>
                  </a:lnTo>
                  <a:lnTo>
                    <a:pt x="3700455" y="23017"/>
                  </a:lnTo>
                  <a:lnTo>
                    <a:pt x="3758568" y="15293"/>
                  </a:lnTo>
                  <a:lnTo>
                    <a:pt x="3801487" y="10188"/>
                  </a:lnTo>
                  <a:lnTo>
                    <a:pt x="3829072" y="7238"/>
                  </a:lnTo>
                  <a:lnTo>
                    <a:pt x="3843243" y="5870"/>
                  </a:lnTo>
                  <a:lnTo>
                    <a:pt x="3847804" y="546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8" y="5530"/>
                  </a:lnTo>
                  <a:lnTo>
                    <a:pt x="4395625" y="6143"/>
                  </a:lnTo>
                  <a:lnTo>
                    <a:pt x="4414664" y="7840"/>
                  </a:lnTo>
                  <a:lnTo>
                    <a:pt x="4448356" y="11172"/>
                  </a:lnTo>
                  <a:lnTo>
                    <a:pt x="4497862" y="16632"/>
                  </a:lnTo>
                  <a:lnTo>
                    <a:pt x="4562229" y="24594"/>
                  </a:lnTo>
                  <a:lnTo>
                    <a:pt x="4638714" y="35276"/>
                  </a:lnTo>
                  <a:lnTo>
                    <a:pt x="4723467" y="48753"/>
                  </a:lnTo>
                  <a:lnTo>
                    <a:pt x="4812344" y="64997"/>
                  </a:lnTo>
                  <a:lnTo>
                    <a:pt x="4901595" y="83943"/>
                  </a:lnTo>
                  <a:lnTo>
                    <a:pt x="4988297" y="105550"/>
                  </a:lnTo>
                  <a:lnTo>
                    <a:pt x="5070488" y="129850"/>
                  </a:lnTo>
                  <a:lnTo>
                    <a:pt x="5147106" y="156979"/>
                  </a:lnTo>
                  <a:lnTo>
                    <a:pt x="5217820" y="187187"/>
                  </a:lnTo>
                  <a:lnTo>
                    <a:pt x="5282823" y="220839"/>
                  </a:lnTo>
                  <a:lnTo>
                    <a:pt x="5342655" y="258408"/>
                  </a:lnTo>
                  <a:lnTo>
                    <a:pt x="5398064" y="300456"/>
                  </a:lnTo>
                  <a:lnTo>
                    <a:pt x="5449892" y="347590"/>
                  </a:lnTo>
                  <a:lnTo>
                    <a:pt x="5499000" y="400399"/>
                  </a:lnTo>
                  <a:lnTo>
                    <a:pt x="5546193" y="459332"/>
                  </a:lnTo>
                  <a:lnTo>
                    <a:pt x="5567201" y="488193"/>
                  </a:lnTo>
                  <a:lnTo>
                    <a:pt x="5602352" y="540009"/>
                  </a:lnTo>
                  <a:lnTo>
                    <a:pt x="5637174" y="595598"/>
                  </a:lnTo>
                  <a:lnTo>
                    <a:pt x="5671875" y="655038"/>
                  </a:lnTo>
                  <a:lnTo>
                    <a:pt x="5706619" y="718344"/>
                  </a:lnTo>
                  <a:lnTo>
                    <a:pt x="5741529" y="785466"/>
                  </a:lnTo>
                  <a:lnTo>
                    <a:pt x="5776692" y="856280"/>
                  </a:lnTo>
                  <a:lnTo>
                    <a:pt x="5812162" y="930585"/>
                  </a:lnTo>
                  <a:lnTo>
                    <a:pt x="5847964" y="1008100"/>
                  </a:lnTo>
                  <a:lnTo>
                    <a:pt x="5884092" y="1088469"/>
                  </a:lnTo>
                  <a:lnTo>
                    <a:pt x="5920521" y="1171261"/>
                  </a:lnTo>
                  <a:lnTo>
                    <a:pt x="5957200" y="1255979"/>
                  </a:lnTo>
                  <a:lnTo>
                    <a:pt x="5994065" y="1342074"/>
                  </a:lnTo>
                  <a:lnTo>
                    <a:pt x="6031038" y="1428957"/>
                  </a:lnTo>
                  <a:lnTo>
                    <a:pt x="6068036" y="1516016"/>
                  </a:lnTo>
                  <a:lnTo>
                    <a:pt x="6104972" y="1602633"/>
                  </a:lnTo>
                  <a:lnTo>
                    <a:pt x="6141766" y="1688204"/>
                  </a:lnTo>
                  <a:lnTo>
                    <a:pt x="6178344" y="1772154"/>
                  </a:lnTo>
                  <a:lnTo>
                    <a:pt x="6214647" y="1853956"/>
                  </a:lnTo>
                  <a:lnTo>
                    <a:pt x="6250637" y="1933141"/>
                  </a:lnTo>
                  <a:lnTo>
                    <a:pt x="6286294" y="2009309"/>
                  </a:lnTo>
                  <a:lnTo>
                    <a:pt x="6321627" y="2082135"/>
                  </a:lnTo>
                  <a:lnTo>
                    <a:pt x="6356672" y="2151374"/>
                  </a:lnTo>
                  <a:lnTo>
                    <a:pt x="6391497" y="2216859"/>
                  </a:lnTo>
                  <a:lnTo>
                    <a:pt x="6426206" y="2278497"/>
                  </a:lnTo>
                  <a:lnTo>
                    <a:pt x="6460937" y="2336267"/>
                  </a:lnTo>
                  <a:lnTo>
                    <a:pt x="6495872" y="2390214"/>
                  </a:lnTo>
                  <a:lnTo>
                    <a:pt x="6515891" y="2419188"/>
                  </a:lnTo>
                  <a:lnTo>
                    <a:pt x="6562447" y="2480969"/>
                  </a:lnTo>
                  <a:lnTo>
                    <a:pt x="6610591" y="2536521"/>
                  </a:lnTo>
                  <a:lnTo>
                    <a:pt x="6661077" y="2586167"/>
                  </a:lnTo>
                  <a:lnTo>
                    <a:pt x="6714751" y="2630450"/>
                  </a:lnTo>
                  <a:lnTo>
                    <a:pt x="6772473" y="2669981"/>
                  </a:lnTo>
                  <a:lnTo>
                    <a:pt x="6835043" y="2705350"/>
                  </a:lnTo>
                  <a:lnTo>
                    <a:pt x="6903112" y="2737071"/>
                  </a:lnTo>
                  <a:lnTo>
                    <a:pt x="6977051" y="2765561"/>
                  </a:lnTo>
                  <a:lnTo>
                    <a:pt x="7056792" y="2791124"/>
                  </a:lnTo>
                  <a:lnTo>
                    <a:pt x="7141629" y="2813945"/>
                  </a:lnTo>
                  <a:lnTo>
                    <a:pt x="7230027" y="2834102"/>
                  </a:lnTo>
                  <a:lnTo>
                    <a:pt x="7319496" y="2851582"/>
                  </a:lnTo>
                  <a:lnTo>
                    <a:pt x="7406626" y="2866324"/>
                  </a:lnTo>
                  <a:lnTo>
                    <a:pt x="7487383" y="2878275"/>
                  </a:lnTo>
                  <a:lnTo>
                    <a:pt x="7557683" y="2887456"/>
                  </a:lnTo>
                  <a:lnTo>
                    <a:pt x="7614183" y="2894016"/>
                  </a:lnTo>
                  <a:lnTo>
                    <a:pt x="7655050" y="2898260"/>
                  </a:lnTo>
                  <a:lnTo>
                    <a:pt x="7680468" y="2900634"/>
                  </a:lnTo>
                  <a:lnTo>
                    <a:pt x="7692753" y="2901670"/>
                  </a:lnTo>
                  <a:lnTo>
                    <a:pt x="7696237" y="2901936"/>
                  </a:lnTo>
                  <a:lnTo>
                    <a:pt x="8234974" y="2901936"/>
                  </a:lnTo>
                  <a:lnTo>
                    <a:pt x="8234974" y="2896492"/>
                  </a:lnTo>
                  <a:lnTo>
                    <a:pt x="7696237" y="2896492"/>
                  </a:lnTo>
                  <a:lnTo>
                    <a:pt x="7695075" y="2896406"/>
                  </a:lnTo>
                  <a:lnTo>
                    <a:pt x="7687468" y="2895792"/>
                  </a:lnTo>
                  <a:lnTo>
                    <a:pt x="7668428" y="2894096"/>
                  </a:lnTo>
                  <a:lnTo>
                    <a:pt x="7634737" y="2890764"/>
                  </a:lnTo>
                  <a:lnTo>
                    <a:pt x="7585230" y="2885303"/>
                  </a:lnTo>
                  <a:lnTo>
                    <a:pt x="7520863" y="2877342"/>
                  </a:lnTo>
                  <a:lnTo>
                    <a:pt x="7444378" y="2866659"/>
                  </a:lnTo>
                  <a:lnTo>
                    <a:pt x="7359625" y="2853182"/>
                  </a:lnTo>
                  <a:lnTo>
                    <a:pt x="7270749" y="2836938"/>
                  </a:lnTo>
                  <a:lnTo>
                    <a:pt x="7181497" y="2817993"/>
                  </a:lnTo>
                  <a:lnTo>
                    <a:pt x="7094795" y="2796386"/>
                  </a:lnTo>
                  <a:lnTo>
                    <a:pt x="7012605" y="2772085"/>
                  </a:lnTo>
                  <a:lnTo>
                    <a:pt x="6935986" y="2744956"/>
                  </a:lnTo>
                  <a:lnTo>
                    <a:pt x="6865272" y="2714749"/>
                  </a:lnTo>
                  <a:lnTo>
                    <a:pt x="6800270" y="2681097"/>
                  </a:lnTo>
                  <a:lnTo>
                    <a:pt x="6740437" y="2643528"/>
                  </a:lnTo>
                  <a:lnTo>
                    <a:pt x="6685028" y="2601480"/>
                  </a:lnTo>
                  <a:lnTo>
                    <a:pt x="6633200" y="2554346"/>
                  </a:lnTo>
                  <a:lnTo>
                    <a:pt x="6584093" y="2501536"/>
                  </a:lnTo>
                  <a:lnTo>
                    <a:pt x="6536900" y="2442604"/>
                  </a:lnTo>
                  <a:lnTo>
                    <a:pt x="6515891" y="2413743"/>
                  </a:lnTo>
                  <a:lnTo>
                    <a:pt x="6480741" y="2361927"/>
                  </a:lnTo>
                  <a:lnTo>
                    <a:pt x="6445919" y="2306338"/>
                  </a:lnTo>
                  <a:lnTo>
                    <a:pt x="6411217" y="2246898"/>
                  </a:lnTo>
                  <a:lnTo>
                    <a:pt x="6376473" y="2183592"/>
                  </a:lnTo>
                  <a:lnTo>
                    <a:pt x="6341563" y="2116470"/>
                  </a:lnTo>
                  <a:lnTo>
                    <a:pt x="6306400" y="2045656"/>
                  </a:lnTo>
                  <a:lnTo>
                    <a:pt x="6270930" y="1971351"/>
                  </a:lnTo>
                  <a:lnTo>
                    <a:pt x="6235129" y="1893835"/>
                  </a:lnTo>
                  <a:lnTo>
                    <a:pt x="6199000" y="1813467"/>
                  </a:lnTo>
                  <a:lnTo>
                    <a:pt x="6162572" y="1730675"/>
                  </a:lnTo>
                  <a:lnTo>
                    <a:pt x="6125893" y="1645957"/>
                  </a:lnTo>
                  <a:lnTo>
                    <a:pt x="6089028" y="1559862"/>
                  </a:lnTo>
                  <a:lnTo>
                    <a:pt x="6052054" y="1472978"/>
                  </a:lnTo>
                  <a:lnTo>
                    <a:pt x="6015057" y="1385920"/>
                  </a:lnTo>
                  <a:lnTo>
                    <a:pt x="5978120" y="1299303"/>
                  </a:lnTo>
                  <a:lnTo>
                    <a:pt x="5941327" y="1213732"/>
                  </a:lnTo>
                  <a:lnTo>
                    <a:pt x="5904749" y="1129782"/>
                  </a:lnTo>
                  <a:lnTo>
                    <a:pt x="5868445" y="1047980"/>
                  </a:lnTo>
                  <a:lnTo>
                    <a:pt x="5832456" y="968795"/>
                  </a:lnTo>
                  <a:lnTo>
                    <a:pt x="5796798" y="892627"/>
                  </a:lnTo>
                  <a:lnTo>
                    <a:pt x="5761466" y="819800"/>
                  </a:lnTo>
                  <a:lnTo>
                    <a:pt x="5726421" y="750561"/>
                  </a:lnTo>
                  <a:lnTo>
                    <a:pt x="5691595" y="685077"/>
                  </a:lnTo>
                  <a:lnTo>
                    <a:pt x="5656887" y="623439"/>
                  </a:lnTo>
                  <a:lnTo>
                    <a:pt x="5622156" y="565669"/>
                  </a:lnTo>
                  <a:lnTo>
                    <a:pt x="5587220" y="511722"/>
                  </a:lnTo>
                  <a:lnTo>
                    <a:pt x="5567201" y="482748"/>
                  </a:lnTo>
                  <a:lnTo>
                    <a:pt x="5520645" y="420967"/>
                  </a:lnTo>
                  <a:lnTo>
                    <a:pt x="5472502" y="365415"/>
                  </a:lnTo>
                  <a:lnTo>
                    <a:pt x="5422015" y="315769"/>
                  </a:lnTo>
                  <a:lnTo>
                    <a:pt x="5368341" y="271486"/>
                  </a:lnTo>
                  <a:lnTo>
                    <a:pt x="5310620" y="231954"/>
                  </a:lnTo>
                  <a:lnTo>
                    <a:pt x="5248050" y="196586"/>
                  </a:lnTo>
                  <a:lnTo>
                    <a:pt x="5179981" y="164865"/>
                  </a:lnTo>
                  <a:lnTo>
                    <a:pt x="5106041" y="136375"/>
                  </a:lnTo>
                  <a:lnTo>
                    <a:pt x="5026300" y="110812"/>
                  </a:lnTo>
                  <a:lnTo>
                    <a:pt x="4941463" y="87990"/>
                  </a:lnTo>
                  <a:lnTo>
                    <a:pt x="4853066" y="67833"/>
                  </a:lnTo>
                  <a:lnTo>
                    <a:pt x="4763597" y="50354"/>
                  </a:lnTo>
                  <a:lnTo>
                    <a:pt x="4676466" y="35612"/>
                  </a:lnTo>
                  <a:lnTo>
                    <a:pt x="4595709" y="23661"/>
                  </a:lnTo>
                  <a:lnTo>
                    <a:pt x="4525409" y="14480"/>
                  </a:lnTo>
                  <a:lnTo>
                    <a:pt x="4468909" y="7920"/>
                  </a:lnTo>
                  <a:lnTo>
                    <a:pt x="4428043" y="3675"/>
                  </a:lnTo>
                  <a:lnTo>
                    <a:pt x="4402624" y="1302"/>
                  </a:lnTo>
                  <a:lnTo>
                    <a:pt x="4390340" y="26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7" y="94"/>
                  </a:lnTo>
                  <a:lnTo>
                    <a:pt x="3839583" y="765"/>
                  </a:lnTo>
                  <a:lnTo>
                    <a:pt x="3821034" y="2621"/>
                  </a:lnTo>
                  <a:lnTo>
                    <a:pt x="3788165" y="6268"/>
                  </a:lnTo>
                  <a:lnTo>
                    <a:pt x="3739777" y="12249"/>
                  </a:lnTo>
                  <a:lnTo>
                    <a:pt x="3676716" y="20978"/>
                  </a:lnTo>
                  <a:lnTo>
                    <a:pt x="3601574" y="32704"/>
                  </a:lnTo>
                  <a:lnTo>
                    <a:pt x="3518052" y="47517"/>
                  </a:lnTo>
                  <a:lnTo>
                    <a:pt x="3430186" y="65392"/>
                  </a:lnTo>
                  <a:lnTo>
                    <a:pt x="3341669" y="86259"/>
                  </a:lnTo>
                  <a:lnTo>
                    <a:pt x="3255428" y="110067"/>
                  </a:lnTo>
                  <a:lnTo>
                    <a:pt x="3173460" y="136843"/>
                  </a:lnTo>
                  <a:lnTo>
                    <a:pt x="3096884" y="166721"/>
                  </a:lnTo>
                  <a:lnTo>
                    <a:pt x="3026094" y="199959"/>
                  </a:lnTo>
                  <a:lnTo>
                    <a:pt x="2960958" y="236943"/>
                  </a:lnTo>
                  <a:lnTo>
                    <a:pt x="2900985" y="278176"/>
                  </a:lnTo>
                  <a:lnTo>
                    <a:pt x="2845472" y="324259"/>
                  </a:lnTo>
                  <a:lnTo>
                    <a:pt x="2793607" y="375855"/>
                  </a:lnTo>
                  <a:lnTo>
                    <a:pt x="2744553" y="433618"/>
                  </a:lnTo>
                  <a:lnTo>
                    <a:pt x="2697511" y="498079"/>
                  </a:lnTo>
                  <a:lnTo>
                    <a:pt x="2667772" y="543545"/>
                  </a:lnTo>
                  <a:lnTo>
                    <a:pt x="2634287" y="599011"/>
                  </a:lnTo>
                  <a:lnTo>
                    <a:pt x="2601110" y="658326"/>
                  </a:lnTo>
                  <a:lnTo>
                    <a:pt x="2568058" y="721568"/>
                  </a:lnTo>
                  <a:lnTo>
                    <a:pt x="2534986" y="788761"/>
                  </a:lnTo>
                  <a:lnTo>
                    <a:pt x="2501783" y="859866"/>
                  </a:lnTo>
                  <a:lnTo>
                    <a:pt x="2468365" y="934780"/>
                  </a:lnTo>
                  <a:lnTo>
                    <a:pt x="2434679" y="1013325"/>
                  </a:lnTo>
                  <a:lnTo>
                    <a:pt x="2400698" y="1095255"/>
                  </a:lnTo>
                  <a:lnTo>
                    <a:pt x="2366415" y="1180247"/>
                  </a:lnTo>
                  <a:lnTo>
                    <a:pt x="2331847" y="1267911"/>
                  </a:lnTo>
                  <a:lnTo>
                    <a:pt x="2297028" y="1357792"/>
                  </a:lnTo>
                  <a:lnTo>
                    <a:pt x="2262008" y="1449380"/>
                  </a:lnTo>
                  <a:lnTo>
                    <a:pt x="2226849" y="1542120"/>
                  </a:lnTo>
                  <a:lnTo>
                    <a:pt x="2191619" y="1635429"/>
                  </a:lnTo>
                  <a:lnTo>
                    <a:pt x="2156394" y="1728708"/>
                  </a:lnTo>
                  <a:lnTo>
                    <a:pt x="2121245" y="1821357"/>
                  </a:lnTo>
                  <a:lnTo>
                    <a:pt x="2086243" y="1912794"/>
                  </a:lnTo>
                  <a:lnTo>
                    <a:pt x="2051448" y="2002470"/>
                  </a:lnTo>
                  <a:lnTo>
                    <a:pt x="2016908" y="2089880"/>
                  </a:lnTo>
                  <a:lnTo>
                    <a:pt x="1982656" y="2174575"/>
                  </a:lnTo>
                  <a:lnTo>
                    <a:pt x="1948705" y="2256170"/>
                  </a:lnTo>
                  <a:lnTo>
                    <a:pt x="1915049" y="2334353"/>
                  </a:lnTo>
                  <a:lnTo>
                    <a:pt x="1881656" y="2408883"/>
                  </a:lnTo>
                  <a:lnTo>
                    <a:pt x="1848470" y="2479590"/>
                  </a:lnTo>
                  <a:lnTo>
                    <a:pt x="1815406" y="2546379"/>
                  </a:lnTo>
                  <a:lnTo>
                    <a:pt x="1782348" y="2609215"/>
                  </a:lnTo>
                  <a:lnTo>
                    <a:pt x="1749149" y="2668131"/>
                  </a:lnTo>
                  <a:lnTo>
                    <a:pt x="1719082" y="2717729"/>
                  </a:lnTo>
                  <a:lnTo>
                    <a:pt x="1672969" y="2786672"/>
                  </a:lnTo>
                  <a:lnTo>
                    <a:pt x="1625304" y="2848730"/>
                  </a:lnTo>
                  <a:lnTo>
                    <a:pt x="1575355" y="2904252"/>
                  </a:lnTo>
                  <a:lnTo>
                    <a:pt x="1522301" y="2953831"/>
                  </a:lnTo>
                  <a:lnTo>
                    <a:pt x="1465307" y="2998133"/>
                  </a:lnTo>
                  <a:lnTo>
                    <a:pt x="1403589" y="3037806"/>
                  </a:lnTo>
                  <a:lnTo>
                    <a:pt x="1336503" y="3073420"/>
                  </a:lnTo>
                  <a:lnTo>
                    <a:pt x="1263669" y="3105438"/>
                  </a:lnTo>
                  <a:lnTo>
                    <a:pt x="1185116" y="3134202"/>
                  </a:lnTo>
                  <a:lnTo>
                    <a:pt x="1101474" y="3159924"/>
                  </a:lnTo>
                  <a:lnTo>
                    <a:pt x="1014156" y="3182698"/>
                  </a:lnTo>
                  <a:lnTo>
                    <a:pt x="925490" y="3202520"/>
                  </a:lnTo>
                  <a:lnTo>
                    <a:pt x="838702" y="3219324"/>
                  </a:lnTo>
                  <a:lnTo>
                    <a:pt x="757670" y="3233049"/>
                  </a:lnTo>
                  <a:lnTo>
                    <a:pt x="686400" y="3243703"/>
                  </a:lnTo>
                  <a:lnTo>
                    <a:pt x="628286" y="3251427"/>
                  </a:lnTo>
                  <a:lnTo>
                    <a:pt x="585367" y="3256531"/>
                  </a:lnTo>
                  <a:lnTo>
                    <a:pt x="557782" y="3259481"/>
                  </a:lnTo>
                  <a:lnTo>
                    <a:pt x="543611" y="3260850"/>
                  </a:lnTo>
                  <a:lnTo>
                    <a:pt x="539050" y="3261250"/>
                  </a:lnTo>
                  <a:lnTo>
                    <a:pt x="538736" y="3261275"/>
                  </a:lnTo>
                  <a:lnTo>
                    <a:pt x="0" y="3261275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95" name="pl1995"/>
            <p:cNvSpPr/>
            <p:nvPr/>
          </p:nvSpPr>
          <p:spPr>
            <a:xfrm>
              <a:off x="546595" y="2596154"/>
              <a:ext cx="8234974" cy="3261275"/>
            </a:xfrm>
            <a:custGeom>
              <a:avLst/>
              <a:pathLst>
                <a:path w="8234974" h="3261275">
                  <a:moveTo>
                    <a:pt x="0" y="3261275"/>
                  </a:moveTo>
                  <a:lnTo>
                    <a:pt x="538736" y="3261275"/>
                  </a:lnTo>
                  <a:lnTo>
                    <a:pt x="539867" y="3261181"/>
                  </a:lnTo>
                  <a:lnTo>
                    <a:pt x="547271" y="3260510"/>
                  </a:lnTo>
                  <a:lnTo>
                    <a:pt x="565821" y="3258654"/>
                  </a:lnTo>
                  <a:lnTo>
                    <a:pt x="598689" y="3255007"/>
                  </a:lnTo>
                  <a:lnTo>
                    <a:pt x="647078" y="3249026"/>
                  </a:lnTo>
                  <a:lnTo>
                    <a:pt x="710139" y="3240297"/>
                  </a:lnTo>
                  <a:lnTo>
                    <a:pt x="785281" y="3228571"/>
                  </a:lnTo>
                  <a:lnTo>
                    <a:pt x="868803" y="3213758"/>
                  </a:lnTo>
                  <a:lnTo>
                    <a:pt x="956669" y="3195883"/>
                  </a:lnTo>
                  <a:lnTo>
                    <a:pt x="1045185" y="3175016"/>
                  </a:lnTo>
                  <a:lnTo>
                    <a:pt x="1131426" y="3151208"/>
                  </a:lnTo>
                  <a:lnTo>
                    <a:pt x="1213394" y="3124432"/>
                  </a:lnTo>
                  <a:lnTo>
                    <a:pt x="1289971" y="3094554"/>
                  </a:lnTo>
                  <a:lnTo>
                    <a:pt x="1360760" y="3061316"/>
                  </a:lnTo>
                  <a:lnTo>
                    <a:pt x="1425896" y="3024332"/>
                  </a:lnTo>
                  <a:lnTo>
                    <a:pt x="1485869" y="2983099"/>
                  </a:lnTo>
                  <a:lnTo>
                    <a:pt x="1541383" y="2937016"/>
                  </a:lnTo>
                  <a:lnTo>
                    <a:pt x="1593247" y="2885420"/>
                  </a:lnTo>
                  <a:lnTo>
                    <a:pt x="1642302" y="2827657"/>
                  </a:lnTo>
                  <a:lnTo>
                    <a:pt x="1689344" y="2763196"/>
                  </a:lnTo>
                  <a:lnTo>
                    <a:pt x="1719082" y="2717729"/>
                  </a:lnTo>
                  <a:lnTo>
                    <a:pt x="1752567" y="2662263"/>
                  </a:lnTo>
                  <a:lnTo>
                    <a:pt x="1785744" y="2602949"/>
                  </a:lnTo>
                  <a:lnTo>
                    <a:pt x="1818796" y="2539707"/>
                  </a:lnTo>
                  <a:lnTo>
                    <a:pt x="1851868" y="2472514"/>
                  </a:lnTo>
                  <a:lnTo>
                    <a:pt x="1885072" y="2401409"/>
                  </a:lnTo>
                  <a:lnTo>
                    <a:pt x="1918490" y="2326495"/>
                  </a:lnTo>
                  <a:lnTo>
                    <a:pt x="1952175" y="2247950"/>
                  </a:lnTo>
                  <a:lnTo>
                    <a:pt x="1986157" y="2166020"/>
                  </a:lnTo>
                  <a:lnTo>
                    <a:pt x="2020440" y="2081028"/>
                  </a:lnTo>
                  <a:lnTo>
                    <a:pt x="2055008" y="1993364"/>
                  </a:lnTo>
                  <a:lnTo>
                    <a:pt x="2089827" y="1903483"/>
                  </a:lnTo>
                  <a:lnTo>
                    <a:pt x="2124847" y="1811895"/>
                  </a:lnTo>
                  <a:lnTo>
                    <a:pt x="2160006" y="1719155"/>
                  </a:lnTo>
                  <a:lnTo>
                    <a:pt x="2195235" y="1625845"/>
                  </a:lnTo>
                  <a:lnTo>
                    <a:pt x="2230461" y="1532567"/>
                  </a:lnTo>
                  <a:lnTo>
                    <a:pt x="2265609" y="1439918"/>
                  </a:lnTo>
                  <a:lnTo>
                    <a:pt x="2300611" y="1348481"/>
                  </a:lnTo>
                  <a:lnTo>
                    <a:pt x="2335406" y="1258805"/>
                  </a:lnTo>
                  <a:lnTo>
                    <a:pt x="2369947" y="1171395"/>
                  </a:lnTo>
                  <a:lnTo>
                    <a:pt x="2404199" y="1086700"/>
                  </a:lnTo>
                  <a:lnTo>
                    <a:pt x="2438149" y="1005105"/>
                  </a:lnTo>
                  <a:lnTo>
                    <a:pt x="2471806" y="926922"/>
                  </a:lnTo>
                  <a:lnTo>
                    <a:pt x="2505199" y="852392"/>
                  </a:lnTo>
                  <a:lnTo>
                    <a:pt x="2538385" y="781684"/>
                  </a:lnTo>
                  <a:lnTo>
                    <a:pt x="2571449" y="714896"/>
                  </a:lnTo>
                  <a:lnTo>
                    <a:pt x="2604506" y="652059"/>
                  </a:lnTo>
                  <a:lnTo>
                    <a:pt x="2637706" y="593144"/>
                  </a:lnTo>
                  <a:lnTo>
                    <a:pt x="2667772" y="543545"/>
                  </a:lnTo>
                  <a:lnTo>
                    <a:pt x="2713886" y="474603"/>
                  </a:lnTo>
                  <a:lnTo>
                    <a:pt x="2761551" y="412545"/>
                  </a:lnTo>
                  <a:lnTo>
                    <a:pt x="2811500" y="357023"/>
                  </a:lnTo>
                  <a:lnTo>
                    <a:pt x="2864553" y="307444"/>
                  </a:lnTo>
                  <a:lnTo>
                    <a:pt x="2921547" y="263142"/>
                  </a:lnTo>
                  <a:lnTo>
                    <a:pt x="2983266" y="223469"/>
                  </a:lnTo>
                  <a:lnTo>
                    <a:pt x="3050351" y="187855"/>
                  </a:lnTo>
                  <a:lnTo>
                    <a:pt x="3123186" y="155836"/>
                  </a:lnTo>
                  <a:lnTo>
                    <a:pt x="3201738" y="127073"/>
                  </a:lnTo>
                  <a:lnTo>
                    <a:pt x="3285381" y="101351"/>
                  </a:lnTo>
                  <a:lnTo>
                    <a:pt x="3372699" y="78577"/>
                  </a:lnTo>
                  <a:lnTo>
                    <a:pt x="3461365" y="58755"/>
                  </a:lnTo>
                  <a:lnTo>
                    <a:pt x="3548153" y="41951"/>
                  </a:lnTo>
                  <a:lnTo>
                    <a:pt x="3629184" y="28226"/>
                  </a:lnTo>
                  <a:lnTo>
                    <a:pt x="3700455" y="17572"/>
                  </a:lnTo>
                  <a:lnTo>
                    <a:pt x="3758568" y="9848"/>
                  </a:lnTo>
                  <a:lnTo>
                    <a:pt x="3801487" y="4744"/>
                  </a:lnTo>
                  <a:lnTo>
                    <a:pt x="3829072" y="1794"/>
                  </a:lnTo>
                  <a:lnTo>
                    <a:pt x="3843243" y="425"/>
                  </a:lnTo>
                  <a:lnTo>
                    <a:pt x="3847804" y="2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8" y="85"/>
                  </a:lnTo>
                  <a:lnTo>
                    <a:pt x="4395625" y="699"/>
                  </a:lnTo>
                  <a:lnTo>
                    <a:pt x="4414664" y="2395"/>
                  </a:lnTo>
                  <a:lnTo>
                    <a:pt x="4448356" y="5727"/>
                  </a:lnTo>
                  <a:lnTo>
                    <a:pt x="4497862" y="11188"/>
                  </a:lnTo>
                  <a:lnTo>
                    <a:pt x="4562229" y="19149"/>
                  </a:lnTo>
                  <a:lnTo>
                    <a:pt x="4638714" y="29832"/>
                  </a:lnTo>
                  <a:lnTo>
                    <a:pt x="4723467" y="43309"/>
                  </a:lnTo>
                  <a:lnTo>
                    <a:pt x="4812344" y="59553"/>
                  </a:lnTo>
                  <a:lnTo>
                    <a:pt x="4901595" y="78498"/>
                  </a:lnTo>
                  <a:lnTo>
                    <a:pt x="4988297" y="100105"/>
                  </a:lnTo>
                  <a:lnTo>
                    <a:pt x="5070488" y="124406"/>
                  </a:lnTo>
                  <a:lnTo>
                    <a:pt x="5147106" y="151535"/>
                  </a:lnTo>
                  <a:lnTo>
                    <a:pt x="5217820" y="181742"/>
                  </a:lnTo>
                  <a:lnTo>
                    <a:pt x="5282823" y="215394"/>
                  </a:lnTo>
                  <a:lnTo>
                    <a:pt x="5342655" y="252964"/>
                  </a:lnTo>
                  <a:lnTo>
                    <a:pt x="5398064" y="295011"/>
                  </a:lnTo>
                  <a:lnTo>
                    <a:pt x="5449892" y="342145"/>
                  </a:lnTo>
                  <a:lnTo>
                    <a:pt x="5499000" y="394955"/>
                  </a:lnTo>
                  <a:lnTo>
                    <a:pt x="5546193" y="453887"/>
                  </a:lnTo>
                  <a:lnTo>
                    <a:pt x="5567201" y="482748"/>
                  </a:lnTo>
                  <a:lnTo>
                    <a:pt x="5602352" y="534564"/>
                  </a:lnTo>
                  <a:lnTo>
                    <a:pt x="5637174" y="590154"/>
                  </a:lnTo>
                  <a:lnTo>
                    <a:pt x="5671875" y="649593"/>
                  </a:lnTo>
                  <a:lnTo>
                    <a:pt x="5706619" y="712900"/>
                  </a:lnTo>
                  <a:lnTo>
                    <a:pt x="5741529" y="780022"/>
                  </a:lnTo>
                  <a:lnTo>
                    <a:pt x="5776692" y="850835"/>
                  </a:lnTo>
                  <a:lnTo>
                    <a:pt x="5812162" y="925140"/>
                  </a:lnTo>
                  <a:lnTo>
                    <a:pt x="5847964" y="1002656"/>
                  </a:lnTo>
                  <a:lnTo>
                    <a:pt x="5884092" y="1083025"/>
                  </a:lnTo>
                  <a:lnTo>
                    <a:pt x="5920521" y="1165816"/>
                  </a:lnTo>
                  <a:lnTo>
                    <a:pt x="5957200" y="1250534"/>
                  </a:lnTo>
                  <a:lnTo>
                    <a:pt x="5994065" y="1336630"/>
                  </a:lnTo>
                  <a:lnTo>
                    <a:pt x="6031038" y="1423513"/>
                  </a:lnTo>
                  <a:lnTo>
                    <a:pt x="6068036" y="1510572"/>
                  </a:lnTo>
                  <a:lnTo>
                    <a:pt x="6104972" y="1597188"/>
                  </a:lnTo>
                  <a:lnTo>
                    <a:pt x="6141766" y="1682759"/>
                  </a:lnTo>
                  <a:lnTo>
                    <a:pt x="6178344" y="1766710"/>
                  </a:lnTo>
                  <a:lnTo>
                    <a:pt x="6214647" y="1848512"/>
                  </a:lnTo>
                  <a:lnTo>
                    <a:pt x="6250637" y="1927697"/>
                  </a:lnTo>
                  <a:lnTo>
                    <a:pt x="6286294" y="2003864"/>
                  </a:lnTo>
                  <a:lnTo>
                    <a:pt x="6321627" y="2076691"/>
                  </a:lnTo>
                  <a:lnTo>
                    <a:pt x="6356672" y="2145930"/>
                  </a:lnTo>
                  <a:lnTo>
                    <a:pt x="6391497" y="2211414"/>
                  </a:lnTo>
                  <a:lnTo>
                    <a:pt x="6426206" y="2273052"/>
                  </a:lnTo>
                  <a:lnTo>
                    <a:pt x="6460937" y="2330823"/>
                  </a:lnTo>
                  <a:lnTo>
                    <a:pt x="6495872" y="2384769"/>
                  </a:lnTo>
                  <a:lnTo>
                    <a:pt x="6515891" y="2413743"/>
                  </a:lnTo>
                  <a:lnTo>
                    <a:pt x="6562447" y="2475524"/>
                  </a:lnTo>
                  <a:lnTo>
                    <a:pt x="6610591" y="2531076"/>
                  </a:lnTo>
                  <a:lnTo>
                    <a:pt x="6661077" y="2580722"/>
                  </a:lnTo>
                  <a:lnTo>
                    <a:pt x="6714751" y="2625005"/>
                  </a:lnTo>
                  <a:lnTo>
                    <a:pt x="6772473" y="2664537"/>
                  </a:lnTo>
                  <a:lnTo>
                    <a:pt x="6835043" y="2699905"/>
                  </a:lnTo>
                  <a:lnTo>
                    <a:pt x="6903112" y="2731626"/>
                  </a:lnTo>
                  <a:lnTo>
                    <a:pt x="6977051" y="2760116"/>
                  </a:lnTo>
                  <a:lnTo>
                    <a:pt x="7056792" y="2785679"/>
                  </a:lnTo>
                  <a:lnTo>
                    <a:pt x="7141629" y="2808501"/>
                  </a:lnTo>
                  <a:lnTo>
                    <a:pt x="7230027" y="2828658"/>
                  </a:lnTo>
                  <a:lnTo>
                    <a:pt x="7319496" y="2846138"/>
                  </a:lnTo>
                  <a:lnTo>
                    <a:pt x="7406626" y="2860880"/>
                  </a:lnTo>
                  <a:lnTo>
                    <a:pt x="7487383" y="2872831"/>
                  </a:lnTo>
                  <a:lnTo>
                    <a:pt x="7557683" y="2882011"/>
                  </a:lnTo>
                  <a:lnTo>
                    <a:pt x="7614183" y="2888571"/>
                  </a:lnTo>
                  <a:lnTo>
                    <a:pt x="7655050" y="2892816"/>
                  </a:lnTo>
                  <a:lnTo>
                    <a:pt x="7680468" y="2895189"/>
                  </a:lnTo>
                  <a:lnTo>
                    <a:pt x="7692753" y="2896225"/>
                  </a:lnTo>
                  <a:lnTo>
                    <a:pt x="7696125" y="2896484"/>
                  </a:lnTo>
                  <a:lnTo>
                    <a:pt x="7696237" y="2896492"/>
                  </a:lnTo>
                  <a:lnTo>
                    <a:pt x="8234974" y="28964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6" name="pl1996"/>
            <p:cNvSpPr/>
            <p:nvPr/>
          </p:nvSpPr>
          <p:spPr>
            <a:xfrm>
              <a:off x="546595" y="2590709"/>
              <a:ext cx="8234974" cy="3261275"/>
            </a:xfrm>
            <a:custGeom>
              <a:avLst/>
              <a:pathLst>
                <a:path w="8234974" h="3261275">
                  <a:moveTo>
                    <a:pt x="8234974" y="2896492"/>
                  </a:moveTo>
                  <a:lnTo>
                    <a:pt x="7696237" y="2896492"/>
                  </a:lnTo>
                  <a:lnTo>
                    <a:pt x="7695075" y="2896406"/>
                  </a:lnTo>
                  <a:lnTo>
                    <a:pt x="7687468" y="2895792"/>
                  </a:lnTo>
                  <a:lnTo>
                    <a:pt x="7668428" y="2894096"/>
                  </a:lnTo>
                  <a:lnTo>
                    <a:pt x="7634737" y="2890764"/>
                  </a:lnTo>
                  <a:lnTo>
                    <a:pt x="7585230" y="2885303"/>
                  </a:lnTo>
                  <a:lnTo>
                    <a:pt x="7520863" y="2877342"/>
                  </a:lnTo>
                  <a:lnTo>
                    <a:pt x="7444378" y="2866659"/>
                  </a:lnTo>
                  <a:lnTo>
                    <a:pt x="7359625" y="2853182"/>
                  </a:lnTo>
                  <a:lnTo>
                    <a:pt x="7270749" y="2836938"/>
                  </a:lnTo>
                  <a:lnTo>
                    <a:pt x="7181497" y="2817993"/>
                  </a:lnTo>
                  <a:lnTo>
                    <a:pt x="7094795" y="2796386"/>
                  </a:lnTo>
                  <a:lnTo>
                    <a:pt x="7012605" y="2772085"/>
                  </a:lnTo>
                  <a:lnTo>
                    <a:pt x="6935986" y="2744956"/>
                  </a:lnTo>
                  <a:lnTo>
                    <a:pt x="6865272" y="2714749"/>
                  </a:lnTo>
                  <a:lnTo>
                    <a:pt x="6800270" y="2681097"/>
                  </a:lnTo>
                  <a:lnTo>
                    <a:pt x="6740437" y="2643528"/>
                  </a:lnTo>
                  <a:lnTo>
                    <a:pt x="6685028" y="2601480"/>
                  </a:lnTo>
                  <a:lnTo>
                    <a:pt x="6633200" y="2554346"/>
                  </a:lnTo>
                  <a:lnTo>
                    <a:pt x="6584093" y="2501536"/>
                  </a:lnTo>
                  <a:lnTo>
                    <a:pt x="6536900" y="2442604"/>
                  </a:lnTo>
                  <a:lnTo>
                    <a:pt x="6515891" y="2413743"/>
                  </a:lnTo>
                  <a:lnTo>
                    <a:pt x="6480741" y="2361927"/>
                  </a:lnTo>
                  <a:lnTo>
                    <a:pt x="6445919" y="2306338"/>
                  </a:lnTo>
                  <a:lnTo>
                    <a:pt x="6411217" y="2246898"/>
                  </a:lnTo>
                  <a:lnTo>
                    <a:pt x="6376473" y="2183592"/>
                  </a:lnTo>
                  <a:lnTo>
                    <a:pt x="6341563" y="2116470"/>
                  </a:lnTo>
                  <a:lnTo>
                    <a:pt x="6306400" y="2045656"/>
                  </a:lnTo>
                  <a:lnTo>
                    <a:pt x="6270930" y="1971351"/>
                  </a:lnTo>
                  <a:lnTo>
                    <a:pt x="6235129" y="1893835"/>
                  </a:lnTo>
                  <a:lnTo>
                    <a:pt x="6199000" y="1813467"/>
                  </a:lnTo>
                  <a:lnTo>
                    <a:pt x="6162572" y="1730675"/>
                  </a:lnTo>
                  <a:lnTo>
                    <a:pt x="6125893" y="1645957"/>
                  </a:lnTo>
                  <a:lnTo>
                    <a:pt x="6089028" y="1559862"/>
                  </a:lnTo>
                  <a:lnTo>
                    <a:pt x="6052054" y="1472978"/>
                  </a:lnTo>
                  <a:lnTo>
                    <a:pt x="6015057" y="1385920"/>
                  </a:lnTo>
                  <a:lnTo>
                    <a:pt x="5978120" y="1299303"/>
                  </a:lnTo>
                  <a:lnTo>
                    <a:pt x="5941327" y="1213732"/>
                  </a:lnTo>
                  <a:lnTo>
                    <a:pt x="5904749" y="1129782"/>
                  </a:lnTo>
                  <a:lnTo>
                    <a:pt x="5868445" y="1047980"/>
                  </a:lnTo>
                  <a:lnTo>
                    <a:pt x="5832456" y="968795"/>
                  </a:lnTo>
                  <a:lnTo>
                    <a:pt x="5796798" y="892627"/>
                  </a:lnTo>
                  <a:lnTo>
                    <a:pt x="5761466" y="819800"/>
                  </a:lnTo>
                  <a:lnTo>
                    <a:pt x="5726421" y="750561"/>
                  </a:lnTo>
                  <a:lnTo>
                    <a:pt x="5691595" y="685077"/>
                  </a:lnTo>
                  <a:lnTo>
                    <a:pt x="5656887" y="623439"/>
                  </a:lnTo>
                  <a:lnTo>
                    <a:pt x="5622156" y="565669"/>
                  </a:lnTo>
                  <a:lnTo>
                    <a:pt x="5587220" y="511722"/>
                  </a:lnTo>
                  <a:lnTo>
                    <a:pt x="5567201" y="482748"/>
                  </a:lnTo>
                  <a:lnTo>
                    <a:pt x="5520645" y="420967"/>
                  </a:lnTo>
                  <a:lnTo>
                    <a:pt x="5472502" y="365415"/>
                  </a:lnTo>
                  <a:lnTo>
                    <a:pt x="5422015" y="315769"/>
                  </a:lnTo>
                  <a:lnTo>
                    <a:pt x="5368341" y="271486"/>
                  </a:lnTo>
                  <a:lnTo>
                    <a:pt x="5310620" y="231954"/>
                  </a:lnTo>
                  <a:lnTo>
                    <a:pt x="5248050" y="196586"/>
                  </a:lnTo>
                  <a:lnTo>
                    <a:pt x="5179981" y="164865"/>
                  </a:lnTo>
                  <a:lnTo>
                    <a:pt x="5106041" y="136375"/>
                  </a:lnTo>
                  <a:lnTo>
                    <a:pt x="5026300" y="110812"/>
                  </a:lnTo>
                  <a:lnTo>
                    <a:pt x="4941463" y="87990"/>
                  </a:lnTo>
                  <a:lnTo>
                    <a:pt x="4853066" y="67833"/>
                  </a:lnTo>
                  <a:lnTo>
                    <a:pt x="4763597" y="50354"/>
                  </a:lnTo>
                  <a:lnTo>
                    <a:pt x="4676466" y="35612"/>
                  </a:lnTo>
                  <a:lnTo>
                    <a:pt x="4595709" y="23661"/>
                  </a:lnTo>
                  <a:lnTo>
                    <a:pt x="4525409" y="14480"/>
                  </a:lnTo>
                  <a:lnTo>
                    <a:pt x="4468909" y="7920"/>
                  </a:lnTo>
                  <a:lnTo>
                    <a:pt x="4428043" y="3675"/>
                  </a:lnTo>
                  <a:lnTo>
                    <a:pt x="4402624" y="1302"/>
                  </a:lnTo>
                  <a:lnTo>
                    <a:pt x="4390340" y="266"/>
                  </a:lnTo>
                  <a:lnTo>
                    <a:pt x="4386968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87" y="94"/>
                  </a:lnTo>
                  <a:lnTo>
                    <a:pt x="3839583" y="765"/>
                  </a:lnTo>
                  <a:lnTo>
                    <a:pt x="3821034" y="2621"/>
                  </a:lnTo>
                  <a:lnTo>
                    <a:pt x="3788165" y="6268"/>
                  </a:lnTo>
                  <a:lnTo>
                    <a:pt x="3739777" y="12249"/>
                  </a:lnTo>
                  <a:lnTo>
                    <a:pt x="3676716" y="20978"/>
                  </a:lnTo>
                  <a:lnTo>
                    <a:pt x="3601574" y="32704"/>
                  </a:lnTo>
                  <a:lnTo>
                    <a:pt x="3518052" y="47517"/>
                  </a:lnTo>
                  <a:lnTo>
                    <a:pt x="3430186" y="65392"/>
                  </a:lnTo>
                  <a:lnTo>
                    <a:pt x="3341669" y="86259"/>
                  </a:lnTo>
                  <a:lnTo>
                    <a:pt x="3255428" y="110067"/>
                  </a:lnTo>
                  <a:lnTo>
                    <a:pt x="3173460" y="136843"/>
                  </a:lnTo>
                  <a:lnTo>
                    <a:pt x="3096884" y="166721"/>
                  </a:lnTo>
                  <a:lnTo>
                    <a:pt x="3026094" y="199959"/>
                  </a:lnTo>
                  <a:lnTo>
                    <a:pt x="2960958" y="236943"/>
                  </a:lnTo>
                  <a:lnTo>
                    <a:pt x="2900985" y="278176"/>
                  </a:lnTo>
                  <a:lnTo>
                    <a:pt x="2845472" y="324259"/>
                  </a:lnTo>
                  <a:lnTo>
                    <a:pt x="2793607" y="375855"/>
                  </a:lnTo>
                  <a:lnTo>
                    <a:pt x="2744553" y="433618"/>
                  </a:lnTo>
                  <a:lnTo>
                    <a:pt x="2697511" y="498079"/>
                  </a:lnTo>
                  <a:lnTo>
                    <a:pt x="2667772" y="543545"/>
                  </a:lnTo>
                  <a:lnTo>
                    <a:pt x="2634287" y="599011"/>
                  </a:lnTo>
                  <a:lnTo>
                    <a:pt x="2601110" y="658326"/>
                  </a:lnTo>
                  <a:lnTo>
                    <a:pt x="2568058" y="721568"/>
                  </a:lnTo>
                  <a:lnTo>
                    <a:pt x="2534986" y="788761"/>
                  </a:lnTo>
                  <a:lnTo>
                    <a:pt x="2501783" y="859866"/>
                  </a:lnTo>
                  <a:lnTo>
                    <a:pt x="2468365" y="934780"/>
                  </a:lnTo>
                  <a:lnTo>
                    <a:pt x="2434679" y="1013325"/>
                  </a:lnTo>
                  <a:lnTo>
                    <a:pt x="2400698" y="1095255"/>
                  </a:lnTo>
                  <a:lnTo>
                    <a:pt x="2366415" y="1180247"/>
                  </a:lnTo>
                  <a:lnTo>
                    <a:pt x="2331847" y="1267911"/>
                  </a:lnTo>
                  <a:lnTo>
                    <a:pt x="2297028" y="1357792"/>
                  </a:lnTo>
                  <a:lnTo>
                    <a:pt x="2262008" y="1449380"/>
                  </a:lnTo>
                  <a:lnTo>
                    <a:pt x="2226849" y="1542120"/>
                  </a:lnTo>
                  <a:lnTo>
                    <a:pt x="2191619" y="1635429"/>
                  </a:lnTo>
                  <a:lnTo>
                    <a:pt x="2156394" y="1728708"/>
                  </a:lnTo>
                  <a:lnTo>
                    <a:pt x="2121245" y="1821357"/>
                  </a:lnTo>
                  <a:lnTo>
                    <a:pt x="2086243" y="1912794"/>
                  </a:lnTo>
                  <a:lnTo>
                    <a:pt x="2051448" y="2002470"/>
                  </a:lnTo>
                  <a:lnTo>
                    <a:pt x="2016908" y="2089880"/>
                  </a:lnTo>
                  <a:lnTo>
                    <a:pt x="1982656" y="2174575"/>
                  </a:lnTo>
                  <a:lnTo>
                    <a:pt x="1948705" y="2256170"/>
                  </a:lnTo>
                  <a:lnTo>
                    <a:pt x="1915049" y="2334353"/>
                  </a:lnTo>
                  <a:lnTo>
                    <a:pt x="1881656" y="2408883"/>
                  </a:lnTo>
                  <a:lnTo>
                    <a:pt x="1848470" y="2479590"/>
                  </a:lnTo>
                  <a:lnTo>
                    <a:pt x="1815406" y="2546379"/>
                  </a:lnTo>
                  <a:lnTo>
                    <a:pt x="1782348" y="2609215"/>
                  </a:lnTo>
                  <a:lnTo>
                    <a:pt x="1749149" y="2668131"/>
                  </a:lnTo>
                  <a:lnTo>
                    <a:pt x="1719082" y="2717729"/>
                  </a:lnTo>
                  <a:lnTo>
                    <a:pt x="1672969" y="2786672"/>
                  </a:lnTo>
                  <a:lnTo>
                    <a:pt x="1625304" y="2848730"/>
                  </a:lnTo>
                  <a:lnTo>
                    <a:pt x="1575355" y="2904252"/>
                  </a:lnTo>
                  <a:lnTo>
                    <a:pt x="1522301" y="2953831"/>
                  </a:lnTo>
                  <a:lnTo>
                    <a:pt x="1465307" y="2998133"/>
                  </a:lnTo>
                  <a:lnTo>
                    <a:pt x="1403589" y="3037806"/>
                  </a:lnTo>
                  <a:lnTo>
                    <a:pt x="1336503" y="3073420"/>
                  </a:lnTo>
                  <a:lnTo>
                    <a:pt x="1263669" y="3105438"/>
                  </a:lnTo>
                  <a:lnTo>
                    <a:pt x="1185116" y="3134202"/>
                  </a:lnTo>
                  <a:lnTo>
                    <a:pt x="1101474" y="3159924"/>
                  </a:lnTo>
                  <a:lnTo>
                    <a:pt x="1014156" y="3182698"/>
                  </a:lnTo>
                  <a:lnTo>
                    <a:pt x="925490" y="3202520"/>
                  </a:lnTo>
                  <a:lnTo>
                    <a:pt x="838702" y="3219324"/>
                  </a:lnTo>
                  <a:lnTo>
                    <a:pt x="757670" y="3233049"/>
                  </a:lnTo>
                  <a:lnTo>
                    <a:pt x="686400" y="3243703"/>
                  </a:lnTo>
                  <a:lnTo>
                    <a:pt x="628286" y="3251427"/>
                  </a:lnTo>
                  <a:lnTo>
                    <a:pt x="585367" y="3256531"/>
                  </a:lnTo>
                  <a:lnTo>
                    <a:pt x="557782" y="3259481"/>
                  </a:lnTo>
                  <a:lnTo>
                    <a:pt x="543611" y="3260850"/>
                  </a:lnTo>
                  <a:lnTo>
                    <a:pt x="539050" y="3261250"/>
                  </a:lnTo>
                  <a:lnTo>
                    <a:pt x="538736" y="3261275"/>
                  </a:lnTo>
                  <a:lnTo>
                    <a:pt x="0" y="3261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7" name="pg1997"/>
            <p:cNvSpPr/>
            <p:nvPr/>
          </p:nvSpPr>
          <p:spPr>
            <a:xfrm>
              <a:off x="546595" y="2846602"/>
              <a:ext cx="8234974" cy="3065272"/>
            </a:xfrm>
            <a:custGeom>
              <a:avLst/>
              <a:pathLst>
                <a:path w="8234974" h="3065272">
                  <a:moveTo>
                    <a:pt x="0" y="3065272"/>
                  </a:moveTo>
                  <a:lnTo>
                    <a:pt x="538736" y="3065272"/>
                  </a:lnTo>
                  <a:lnTo>
                    <a:pt x="540039" y="3065269"/>
                  </a:lnTo>
                  <a:lnTo>
                    <a:pt x="548537" y="3065247"/>
                  </a:lnTo>
                  <a:lnTo>
                    <a:pt x="569720" y="3065186"/>
                  </a:lnTo>
                  <a:lnTo>
                    <a:pt x="606986" y="3065067"/>
                  </a:lnTo>
                  <a:lnTo>
                    <a:pt x="661307" y="3064871"/>
                  </a:lnTo>
                  <a:lnTo>
                    <a:pt x="731220" y="3064588"/>
                  </a:lnTo>
                  <a:lnTo>
                    <a:pt x="813310" y="3064209"/>
                  </a:lnTo>
                  <a:lnTo>
                    <a:pt x="903093" y="3063734"/>
                  </a:lnTo>
                  <a:lnTo>
                    <a:pt x="995986" y="3063164"/>
                  </a:lnTo>
                  <a:lnTo>
                    <a:pt x="1088054" y="3062502"/>
                  </a:lnTo>
                  <a:lnTo>
                    <a:pt x="1176417" y="3061748"/>
                  </a:lnTo>
                  <a:lnTo>
                    <a:pt x="1259305" y="3060899"/>
                  </a:lnTo>
                  <a:lnTo>
                    <a:pt x="1335924" y="3059949"/>
                  </a:lnTo>
                  <a:lnTo>
                    <a:pt x="1406216" y="3058886"/>
                  </a:lnTo>
                  <a:lnTo>
                    <a:pt x="1470627" y="3057696"/>
                  </a:lnTo>
                  <a:lnTo>
                    <a:pt x="1529912" y="3056360"/>
                  </a:lnTo>
                  <a:lnTo>
                    <a:pt x="1584985" y="3054856"/>
                  </a:lnTo>
                  <a:lnTo>
                    <a:pt x="1636815" y="3053163"/>
                  </a:lnTo>
                  <a:lnTo>
                    <a:pt x="1686332" y="3051261"/>
                  </a:lnTo>
                  <a:lnTo>
                    <a:pt x="1719082" y="3049846"/>
                  </a:lnTo>
                  <a:lnTo>
                    <a:pt x="1771822" y="3047310"/>
                  </a:lnTo>
                  <a:lnTo>
                    <a:pt x="1824057" y="3044498"/>
                  </a:lnTo>
                  <a:lnTo>
                    <a:pt x="1876383" y="3041406"/>
                  </a:lnTo>
                  <a:lnTo>
                    <a:pt x="1929186" y="3038044"/>
                  </a:lnTo>
                  <a:lnTo>
                    <a:pt x="1982679" y="3034429"/>
                  </a:lnTo>
                  <a:lnTo>
                    <a:pt x="2036918" y="3030596"/>
                  </a:lnTo>
                  <a:lnTo>
                    <a:pt x="2091828" y="3026589"/>
                  </a:lnTo>
                  <a:lnTo>
                    <a:pt x="2147228" y="3022464"/>
                  </a:lnTo>
                  <a:lnTo>
                    <a:pt x="2202865" y="3018284"/>
                  </a:lnTo>
                  <a:lnTo>
                    <a:pt x="2258453" y="3014115"/>
                  </a:lnTo>
                  <a:lnTo>
                    <a:pt x="2313712" y="3010023"/>
                  </a:lnTo>
                  <a:lnTo>
                    <a:pt x="2368410" y="3006069"/>
                  </a:lnTo>
                  <a:lnTo>
                    <a:pt x="2422399" y="3002306"/>
                  </a:lnTo>
                  <a:lnTo>
                    <a:pt x="2475644" y="2998774"/>
                  </a:lnTo>
                  <a:lnTo>
                    <a:pt x="2528253" y="2995502"/>
                  </a:lnTo>
                  <a:lnTo>
                    <a:pt x="2580495" y="2992505"/>
                  </a:lnTo>
                  <a:lnTo>
                    <a:pt x="2632824" y="2989787"/>
                  </a:lnTo>
                  <a:lnTo>
                    <a:pt x="2667772" y="2988141"/>
                  </a:lnTo>
                  <a:lnTo>
                    <a:pt x="2716190" y="2986093"/>
                  </a:lnTo>
                  <a:lnTo>
                    <a:pt x="2766353" y="2984260"/>
                  </a:lnTo>
                  <a:lnTo>
                    <a:pt x="2819117" y="2982630"/>
                  </a:lnTo>
                  <a:lnTo>
                    <a:pt x="2875434" y="2981182"/>
                  </a:lnTo>
                  <a:lnTo>
                    <a:pt x="2936267" y="2979895"/>
                  </a:lnTo>
                  <a:lnTo>
                    <a:pt x="3002492" y="2978748"/>
                  </a:lnTo>
                  <a:lnTo>
                    <a:pt x="3074782" y="2977723"/>
                  </a:lnTo>
                  <a:lnTo>
                    <a:pt x="3153447" y="2976806"/>
                  </a:lnTo>
                  <a:lnTo>
                    <a:pt x="3238218" y="2975988"/>
                  </a:lnTo>
                  <a:lnTo>
                    <a:pt x="3328013" y="2975263"/>
                  </a:lnTo>
                  <a:lnTo>
                    <a:pt x="3420713" y="2974630"/>
                  </a:lnTo>
                  <a:lnTo>
                    <a:pt x="3513080" y="2974091"/>
                  </a:lnTo>
                  <a:lnTo>
                    <a:pt x="3600911" y="2973646"/>
                  </a:lnTo>
                  <a:lnTo>
                    <a:pt x="3679556" y="2973299"/>
                  </a:lnTo>
                  <a:lnTo>
                    <a:pt x="3744767" y="2973044"/>
                  </a:lnTo>
                  <a:lnTo>
                    <a:pt x="3793671" y="2972875"/>
                  </a:lnTo>
                  <a:lnTo>
                    <a:pt x="3825556" y="2972776"/>
                  </a:lnTo>
                  <a:lnTo>
                    <a:pt x="3842197" y="2972730"/>
                  </a:lnTo>
                  <a:lnTo>
                    <a:pt x="3847701" y="2972716"/>
                  </a:lnTo>
                  <a:lnTo>
                    <a:pt x="3848118" y="2972715"/>
                  </a:lnTo>
                  <a:lnTo>
                    <a:pt x="4386855" y="2972715"/>
                  </a:lnTo>
                  <a:lnTo>
                    <a:pt x="4388012" y="2972628"/>
                  </a:lnTo>
                  <a:lnTo>
                    <a:pt x="4395580" y="2972003"/>
                  </a:lnTo>
                  <a:lnTo>
                    <a:pt x="4414527" y="2970274"/>
                  </a:lnTo>
                  <a:lnTo>
                    <a:pt x="4448062" y="2966879"/>
                  </a:lnTo>
                  <a:lnTo>
                    <a:pt x="4497358" y="2961314"/>
                  </a:lnTo>
                  <a:lnTo>
                    <a:pt x="4561478" y="2953198"/>
                  </a:lnTo>
                  <a:lnTo>
                    <a:pt x="4637710" y="2942306"/>
                  </a:lnTo>
                  <a:lnTo>
                    <a:pt x="4722232" y="2928562"/>
                  </a:lnTo>
                  <a:lnTo>
                    <a:pt x="4810920" y="2911993"/>
                  </a:lnTo>
                  <a:lnTo>
                    <a:pt x="4900036" y="2892664"/>
                  </a:lnTo>
                  <a:lnTo>
                    <a:pt x="4986652" y="2870619"/>
                  </a:lnTo>
                  <a:lnTo>
                    <a:pt x="5068803" y="2845825"/>
                  </a:lnTo>
                  <a:lnTo>
                    <a:pt x="5145415" y="2818148"/>
                  </a:lnTo>
                  <a:lnTo>
                    <a:pt x="5216144" y="2787336"/>
                  </a:lnTo>
                  <a:lnTo>
                    <a:pt x="5281172" y="2753019"/>
                  </a:lnTo>
                  <a:lnTo>
                    <a:pt x="5341031" y="2714716"/>
                  </a:lnTo>
                  <a:lnTo>
                    <a:pt x="5396458" y="2671859"/>
                  </a:lnTo>
                  <a:lnTo>
                    <a:pt x="5448292" y="2623829"/>
                  </a:lnTo>
                  <a:lnTo>
                    <a:pt x="5497389" y="2570022"/>
                  </a:lnTo>
                  <a:lnTo>
                    <a:pt x="5544552" y="2509976"/>
                  </a:lnTo>
                  <a:lnTo>
                    <a:pt x="5567201" y="2478170"/>
                  </a:lnTo>
                  <a:lnTo>
                    <a:pt x="5602012" y="2425622"/>
                  </a:lnTo>
                  <a:lnTo>
                    <a:pt x="5636498" y="2369285"/>
                  </a:lnTo>
                  <a:lnTo>
                    <a:pt x="5670863" y="2309080"/>
                  </a:lnTo>
                  <a:lnTo>
                    <a:pt x="5705266" y="2244990"/>
                  </a:lnTo>
                  <a:lnTo>
                    <a:pt x="5739827" y="2177064"/>
                  </a:lnTo>
                  <a:lnTo>
                    <a:pt x="5774633" y="2105420"/>
                  </a:lnTo>
                  <a:lnTo>
                    <a:pt x="5809738" y="2030256"/>
                  </a:lnTo>
                  <a:lnTo>
                    <a:pt x="5845167" y="1951844"/>
                  </a:lnTo>
                  <a:lnTo>
                    <a:pt x="5880919" y="1870535"/>
                  </a:lnTo>
                  <a:lnTo>
                    <a:pt x="5916967" y="1786751"/>
                  </a:lnTo>
                  <a:lnTo>
                    <a:pt x="5953267" y="1700981"/>
                  </a:lnTo>
                  <a:lnTo>
                    <a:pt x="5989757" y="1613766"/>
                  </a:lnTo>
                  <a:lnTo>
                    <a:pt x="6026362" y="1525689"/>
                  </a:lnTo>
                  <a:lnTo>
                    <a:pt x="6063002" y="1437357"/>
                  </a:lnTo>
                  <a:lnTo>
                    <a:pt x="6099593" y="1349384"/>
                  </a:lnTo>
                  <a:lnTo>
                    <a:pt x="6136055" y="1262376"/>
                  </a:lnTo>
                  <a:lnTo>
                    <a:pt x="6172316" y="1176909"/>
                  </a:lnTo>
                  <a:lnTo>
                    <a:pt x="6208316" y="1093516"/>
                  </a:lnTo>
                  <a:lnTo>
                    <a:pt x="6244014" y="1012675"/>
                  </a:lnTo>
                  <a:lnTo>
                    <a:pt x="6279387" y="934796"/>
                  </a:lnTo>
                  <a:lnTo>
                    <a:pt x="6314438" y="860217"/>
                  </a:lnTo>
                  <a:lnTo>
                    <a:pt x="6349198" y="789199"/>
                  </a:lnTo>
                  <a:lnTo>
                    <a:pt x="6383725" y="721922"/>
                  </a:lnTo>
                  <a:lnTo>
                    <a:pt x="6418111" y="658496"/>
                  </a:lnTo>
                  <a:lnTo>
                    <a:pt x="6452484" y="598957"/>
                  </a:lnTo>
                  <a:lnTo>
                    <a:pt x="6487011" y="543275"/>
                  </a:lnTo>
                  <a:lnTo>
                    <a:pt x="6515891" y="499989"/>
                  </a:lnTo>
                  <a:lnTo>
                    <a:pt x="6562364" y="436804"/>
                  </a:lnTo>
                  <a:lnTo>
                    <a:pt x="6610417" y="379979"/>
                  </a:lnTo>
                  <a:lnTo>
                    <a:pt x="6660803" y="329184"/>
                  </a:lnTo>
                  <a:lnTo>
                    <a:pt x="6714359" y="283867"/>
                  </a:lnTo>
                  <a:lnTo>
                    <a:pt x="6771943" y="243405"/>
                  </a:lnTo>
                  <a:lnTo>
                    <a:pt x="6834353" y="207198"/>
                  </a:lnTo>
                  <a:lnTo>
                    <a:pt x="6902236" y="174719"/>
                  </a:lnTo>
                  <a:lnTo>
                    <a:pt x="6975966" y="145542"/>
                  </a:lnTo>
                  <a:lnTo>
                    <a:pt x="7055483" y="119358"/>
                  </a:lnTo>
                  <a:lnTo>
                    <a:pt x="7140095" y="95974"/>
                  </a:lnTo>
                  <a:lnTo>
                    <a:pt x="7228291" y="75310"/>
                  </a:lnTo>
                  <a:lnTo>
                    <a:pt x="7317612" y="57379"/>
                  </a:lnTo>
                  <a:lnTo>
                    <a:pt x="7404683" y="42241"/>
                  </a:lnTo>
                  <a:lnTo>
                    <a:pt x="7485498" y="29951"/>
                  </a:lnTo>
                  <a:lnTo>
                    <a:pt x="7555989" y="20492"/>
                  </a:lnTo>
                  <a:lnTo>
                    <a:pt x="7612799" y="13713"/>
                  </a:lnTo>
                  <a:lnTo>
                    <a:pt x="7654055" y="9310"/>
                  </a:lnTo>
                  <a:lnTo>
                    <a:pt x="7679880" y="6831"/>
                  </a:lnTo>
                  <a:lnTo>
                    <a:pt x="7692514" y="5737"/>
                  </a:lnTo>
                  <a:lnTo>
                    <a:pt x="7696096" y="545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81" y="87"/>
                  </a:lnTo>
                  <a:lnTo>
                    <a:pt x="7687512" y="712"/>
                  </a:lnTo>
                  <a:lnTo>
                    <a:pt x="7668565" y="2441"/>
                  </a:lnTo>
                  <a:lnTo>
                    <a:pt x="7635030" y="5836"/>
                  </a:lnTo>
                  <a:lnTo>
                    <a:pt x="7585735" y="11401"/>
                  </a:lnTo>
                  <a:lnTo>
                    <a:pt x="7521614" y="19517"/>
                  </a:lnTo>
                  <a:lnTo>
                    <a:pt x="7445382" y="30408"/>
                  </a:lnTo>
                  <a:lnTo>
                    <a:pt x="7360860" y="44152"/>
                  </a:lnTo>
                  <a:lnTo>
                    <a:pt x="7272172" y="60722"/>
                  </a:lnTo>
                  <a:lnTo>
                    <a:pt x="7183057" y="80050"/>
                  </a:lnTo>
                  <a:lnTo>
                    <a:pt x="7096440" y="102096"/>
                  </a:lnTo>
                  <a:lnTo>
                    <a:pt x="7014290" y="126889"/>
                  </a:lnTo>
                  <a:lnTo>
                    <a:pt x="6937678" y="154566"/>
                  </a:lnTo>
                  <a:lnTo>
                    <a:pt x="6866949" y="185378"/>
                  </a:lnTo>
                  <a:lnTo>
                    <a:pt x="6801921" y="219696"/>
                  </a:lnTo>
                  <a:lnTo>
                    <a:pt x="6742062" y="257998"/>
                  </a:lnTo>
                  <a:lnTo>
                    <a:pt x="6686634" y="300855"/>
                  </a:lnTo>
                  <a:lnTo>
                    <a:pt x="6634800" y="348886"/>
                  </a:lnTo>
                  <a:lnTo>
                    <a:pt x="6585704" y="402693"/>
                  </a:lnTo>
                  <a:lnTo>
                    <a:pt x="6538540" y="462738"/>
                  </a:lnTo>
                  <a:lnTo>
                    <a:pt x="6515891" y="494545"/>
                  </a:lnTo>
                  <a:lnTo>
                    <a:pt x="6481080" y="547092"/>
                  </a:lnTo>
                  <a:lnTo>
                    <a:pt x="6446594" y="603430"/>
                  </a:lnTo>
                  <a:lnTo>
                    <a:pt x="6412229" y="663635"/>
                  </a:lnTo>
                  <a:lnTo>
                    <a:pt x="6377827" y="727724"/>
                  </a:lnTo>
                  <a:lnTo>
                    <a:pt x="6343266" y="795651"/>
                  </a:lnTo>
                  <a:lnTo>
                    <a:pt x="6308460" y="867294"/>
                  </a:lnTo>
                  <a:lnTo>
                    <a:pt x="6273354" y="942459"/>
                  </a:lnTo>
                  <a:lnTo>
                    <a:pt x="6237925" y="1020871"/>
                  </a:lnTo>
                  <a:lnTo>
                    <a:pt x="6202174" y="1102180"/>
                  </a:lnTo>
                  <a:lnTo>
                    <a:pt x="6166125" y="1185963"/>
                  </a:lnTo>
                  <a:lnTo>
                    <a:pt x="6129825" y="1271734"/>
                  </a:lnTo>
                  <a:lnTo>
                    <a:pt x="6093336" y="1358949"/>
                  </a:lnTo>
                  <a:lnTo>
                    <a:pt x="6056730" y="1447026"/>
                  </a:lnTo>
                  <a:lnTo>
                    <a:pt x="6020091" y="1535358"/>
                  </a:lnTo>
                  <a:lnTo>
                    <a:pt x="5983500" y="1623330"/>
                  </a:lnTo>
                  <a:lnTo>
                    <a:pt x="5947037" y="1710338"/>
                  </a:lnTo>
                  <a:lnTo>
                    <a:pt x="5910776" y="1795806"/>
                  </a:lnTo>
                  <a:lnTo>
                    <a:pt x="5874776" y="1879199"/>
                  </a:lnTo>
                  <a:lnTo>
                    <a:pt x="5839078" y="1960040"/>
                  </a:lnTo>
                  <a:lnTo>
                    <a:pt x="5803705" y="2037918"/>
                  </a:lnTo>
                  <a:lnTo>
                    <a:pt x="5768654" y="2112497"/>
                  </a:lnTo>
                  <a:lnTo>
                    <a:pt x="5733895" y="2183516"/>
                  </a:lnTo>
                  <a:lnTo>
                    <a:pt x="5699368" y="2250792"/>
                  </a:lnTo>
                  <a:lnTo>
                    <a:pt x="5664981" y="2314218"/>
                  </a:lnTo>
                  <a:lnTo>
                    <a:pt x="5630608" y="2373758"/>
                  </a:lnTo>
                  <a:lnTo>
                    <a:pt x="5596082" y="2429440"/>
                  </a:lnTo>
                  <a:lnTo>
                    <a:pt x="5567201" y="2472725"/>
                  </a:lnTo>
                  <a:lnTo>
                    <a:pt x="5520728" y="2535910"/>
                  </a:lnTo>
                  <a:lnTo>
                    <a:pt x="5472675" y="2592736"/>
                  </a:lnTo>
                  <a:lnTo>
                    <a:pt x="5422290" y="2643531"/>
                  </a:lnTo>
                  <a:lnTo>
                    <a:pt x="5368733" y="2688848"/>
                  </a:lnTo>
                  <a:lnTo>
                    <a:pt x="5311149" y="2729310"/>
                  </a:lnTo>
                  <a:lnTo>
                    <a:pt x="5248740" y="2765517"/>
                  </a:lnTo>
                  <a:lnTo>
                    <a:pt x="5180857" y="2797996"/>
                  </a:lnTo>
                  <a:lnTo>
                    <a:pt x="5107126" y="2827172"/>
                  </a:lnTo>
                  <a:lnTo>
                    <a:pt x="5027609" y="2853357"/>
                  </a:lnTo>
                  <a:lnTo>
                    <a:pt x="4942997" y="2876741"/>
                  </a:lnTo>
                  <a:lnTo>
                    <a:pt x="4854801" y="2897404"/>
                  </a:lnTo>
                  <a:lnTo>
                    <a:pt x="4765480" y="2915336"/>
                  </a:lnTo>
                  <a:lnTo>
                    <a:pt x="4678409" y="2930474"/>
                  </a:lnTo>
                  <a:lnTo>
                    <a:pt x="4597594" y="2942763"/>
                  </a:lnTo>
                  <a:lnTo>
                    <a:pt x="4527104" y="2952223"/>
                  </a:lnTo>
                  <a:lnTo>
                    <a:pt x="4470294" y="2959001"/>
                  </a:lnTo>
                  <a:lnTo>
                    <a:pt x="4429038" y="2963405"/>
                  </a:lnTo>
                  <a:lnTo>
                    <a:pt x="4403212" y="2965883"/>
                  </a:lnTo>
                  <a:lnTo>
                    <a:pt x="4390579" y="2966978"/>
                  </a:lnTo>
                  <a:lnTo>
                    <a:pt x="4386996" y="2967260"/>
                  </a:lnTo>
                  <a:lnTo>
                    <a:pt x="4386855" y="2967271"/>
                  </a:lnTo>
                  <a:lnTo>
                    <a:pt x="3848118" y="2967271"/>
                  </a:lnTo>
                  <a:lnTo>
                    <a:pt x="3846816" y="2967274"/>
                  </a:lnTo>
                  <a:lnTo>
                    <a:pt x="3838318" y="2967296"/>
                  </a:lnTo>
                  <a:lnTo>
                    <a:pt x="3817134" y="2967357"/>
                  </a:lnTo>
                  <a:lnTo>
                    <a:pt x="3779869" y="2967476"/>
                  </a:lnTo>
                  <a:lnTo>
                    <a:pt x="3725548" y="2967672"/>
                  </a:lnTo>
                  <a:lnTo>
                    <a:pt x="3655635" y="2967955"/>
                  </a:lnTo>
                  <a:lnTo>
                    <a:pt x="3573545" y="2968334"/>
                  </a:lnTo>
                  <a:lnTo>
                    <a:pt x="3483761" y="2968809"/>
                  </a:lnTo>
                  <a:lnTo>
                    <a:pt x="3390869" y="2969378"/>
                  </a:lnTo>
                  <a:lnTo>
                    <a:pt x="3298800" y="2970041"/>
                  </a:lnTo>
                  <a:lnTo>
                    <a:pt x="3210438" y="2970795"/>
                  </a:lnTo>
                  <a:lnTo>
                    <a:pt x="3127549" y="2971644"/>
                  </a:lnTo>
                  <a:lnTo>
                    <a:pt x="3050930" y="2972594"/>
                  </a:lnTo>
                  <a:lnTo>
                    <a:pt x="2980638" y="2973657"/>
                  </a:lnTo>
                  <a:lnTo>
                    <a:pt x="2916227" y="2974846"/>
                  </a:lnTo>
                  <a:lnTo>
                    <a:pt x="2856943" y="2976183"/>
                  </a:lnTo>
                  <a:lnTo>
                    <a:pt x="2801870" y="2977687"/>
                  </a:lnTo>
                  <a:lnTo>
                    <a:pt x="2750040" y="2979380"/>
                  </a:lnTo>
                  <a:lnTo>
                    <a:pt x="2700522" y="2981282"/>
                  </a:lnTo>
                  <a:lnTo>
                    <a:pt x="2667772" y="2982697"/>
                  </a:lnTo>
                  <a:lnTo>
                    <a:pt x="2615033" y="2985233"/>
                  </a:lnTo>
                  <a:lnTo>
                    <a:pt x="2562797" y="2988045"/>
                  </a:lnTo>
                  <a:lnTo>
                    <a:pt x="2510472" y="2991137"/>
                  </a:lnTo>
                  <a:lnTo>
                    <a:pt x="2457669" y="2994499"/>
                  </a:lnTo>
                  <a:lnTo>
                    <a:pt x="2404176" y="2998113"/>
                  </a:lnTo>
                  <a:lnTo>
                    <a:pt x="2349937" y="3001947"/>
                  </a:lnTo>
                  <a:lnTo>
                    <a:pt x="2295027" y="3005953"/>
                  </a:lnTo>
                  <a:lnTo>
                    <a:pt x="2239627" y="3010079"/>
                  </a:lnTo>
                  <a:lnTo>
                    <a:pt x="2183990" y="3014259"/>
                  </a:lnTo>
                  <a:lnTo>
                    <a:pt x="2128402" y="3018428"/>
                  </a:lnTo>
                  <a:lnTo>
                    <a:pt x="2073142" y="3022520"/>
                  </a:lnTo>
                  <a:lnTo>
                    <a:pt x="2018444" y="3026474"/>
                  </a:lnTo>
                  <a:lnTo>
                    <a:pt x="1964456" y="3030237"/>
                  </a:lnTo>
                  <a:lnTo>
                    <a:pt x="1911210" y="3033769"/>
                  </a:lnTo>
                  <a:lnTo>
                    <a:pt x="1858601" y="3037041"/>
                  </a:lnTo>
                  <a:lnTo>
                    <a:pt x="1806360" y="3040038"/>
                  </a:lnTo>
                  <a:lnTo>
                    <a:pt x="1754031" y="3042756"/>
                  </a:lnTo>
                  <a:lnTo>
                    <a:pt x="1719082" y="3044402"/>
                  </a:lnTo>
                  <a:lnTo>
                    <a:pt x="1670665" y="3046449"/>
                  </a:lnTo>
                  <a:lnTo>
                    <a:pt x="1620502" y="3048282"/>
                  </a:lnTo>
                  <a:lnTo>
                    <a:pt x="1567738" y="3049913"/>
                  </a:lnTo>
                  <a:lnTo>
                    <a:pt x="1511420" y="3051361"/>
                  </a:lnTo>
                  <a:lnTo>
                    <a:pt x="1450588" y="3052648"/>
                  </a:lnTo>
                  <a:lnTo>
                    <a:pt x="1384363" y="3053795"/>
                  </a:lnTo>
                  <a:lnTo>
                    <a:pt x="1312072" y="3054820"/>
                  </a:lnTo>
                  <a:lnTo>
                    <a:pt x="1233408" y="3055737"/>
                  </a:lnTo>
                  <a:lnTo>
                    <a:pt x="1148636" y="3056555"/>
                  </a:lnTo>
                  <a:lnTo>
                    <a:pt x="1058842" y="3057280"/>
                  </a:lnTo>
                  <a:lnTo>
                    <a:pt x="966141" y="3057913"/>
                  </a:lnTo>
                  <a:lnTo>
                    <a:pt x="873774" y="3058452"/>
                  </a:lnTo>
                  <a:lnTo>
                    <a:pt x="785943" y="3058896"/>
                  </a:lnTo>
                  <a:lnTo>
                    <a:pt x="707298" y="3059244"/>
                  </a:lnTo>
                  <a:lnTo>
                    <a:pt x="642088" y="3059498"/>
                  </a:lnTo>
                  <a:lnTo>
                    <a:pt x="593184" y="3059668"/>
                  </a:lnTo>
                  <a:lnTo>
                    <a:pt x="561298" y="3059767"/>
                  </a:lnTo>
                  <a:lnTo>
                    <a:pt x="544657" y="3059813"/>
                  </a:lnTo>
                  <a:lnTo>
                    <a:pt x="539153" y="3059827"/>
                  </a:lnTo>
                  <a:lnTo>
                    <a:pt x="538736" y="3059828"/>
                  </a:lnTo>
                  <a:lnTo>
                    <a:pt x="0" y="3059828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1998" name="pl1998"/>
            <p:cNvSpPr/>
            <p:nvPr/>
          </p:nvSpPr>
          <p:spPr>
            <a:xfrm>
              <a:off x="546595" y="2852047"/>
              <a:ext cx="8234974" cy="3059828"/>
            </a:xfrm>
            <a:custGeom>
              <a:avLst/>
              <a:pathLst>
                <a:path w="8234974" h="3059828">
                  <a:moveTo>
                    <a:pt x="0" y="3059828"/>
                  </a:moveTo>
                  <a:lnTo>
                    <a:pt x="538736" y="3059828"/>
                  </a:lnTo>
                  <a:lnTo>
                    <a:pt x="540039" y="3059825"/>
                  </a:lnTo>
                  <a:lnTo>
                    <a:pt x="548537" y="3059803"/>
                  </a:lnTo>
                  <a:lnTo>
                    <a:pt x="569720" y="3059742"/>
                  </a:lnTo>
                  <a:lnTo>
                    <a:pt x="606986" y="3059622"/>
                  </a:lnTo>
                  <a:lnTo>
                    <a:pt x="661307" y="3059427"/>
                  </a:lnTo>
                  <a:lnTo>
                    <a:pt x="731220" y="3059143"/>
                  </a:lnTo>
                  <a:lnTo>
                    <a:pt x="813310" y="3058765"/>
                  </a:lnTo>
                  <a:lnTo>
                    <a:pt x="903093" y="3058290"/>
                  </a:lnTo>
                  <a:lnTo>
                    <a:pt x="995986" y="3057720"/>
                  </a:lnTo>
                  <a:lnTo>
                    <a:pt x="1088054" y="3057058"/>
                  </a:lnTo>
                  <a:lnTo>
                    <a:pt x="1176417" y="3056303"/>
                  </a:lnTo>
                  <a:lnTo>
                    <a:pt x="1259305" y="3055454"/>
                  </a:lnTo>
                  <a:lnTo>
                    <a:pt x="1335924" y="3054504"/>
                  </a:lnTo>
                  <a:lnTo>
                    <a:pt x="1406216" y="3053442"/>
                  </a:lnTo>
                  <a:lnTo>
                    <a:pt x="1470627" y="3052252"/>
                  </a:lnTo>
                  <a:lnTo>
                    <a:pt x="1529912" y="3050916"/>
                  </a:lnTo>
                  <a:lnTo>
                    <a:pt x="1584985" y="3049412"/>
                  </a:lnTo>
                  <a:lnTo>
                    <a:pt x="1636815" y="3047718"/>
                  </a:lnTo>
                  <a:lnTo>
                    <a:pt x="1686332" y="3045817"/>
                  </a:lnTo>
                  <a:lnTo>
                    <a:pt x="1719082" y="3044402"/>
                  </a:lnTo>
                  <a:lnTo>
                    <a:pt x="1771822" y="3041865"/>
                  </a:lnTo>
                  <a:lnTo>
                    <a:pt x="1824057" y="3039053"/>
                  </a:lnTo>
                  <a:lnTo>
                    <a:pt x="1876383" y="3035962"/>
                  </a:lnTo>
                  <a:lnTo>
                    <a:pt x="1929186" y="3032599"/>
                  </a:lnTo>
                  <a:lnTo>
                    <a:pt x="1982679" y="3028985"/>
                  </a:lnTo>
                  <a:lnTo>
                    <a:pt x="2036918" y="3025152"/>
                  </a:lnTo>
                  <a:lnTo>
                    <a:pt x="2091828" y="3021145"/>
                  </a:lnTo>
                  <a:lnTo>
                    <a:pt x="2147228" y="3017020"/>
                  </a:lnTo>
                  <a:lnTo>
                    <a:pt x="2202865" y="3012839"/>
                  </a:lnTo>
                  <a:lnTo>
                    <a:pt x="2258453" y="3008670"/>
                  </a:lnTo>
                  <a:lnTo>
                    <a:pt x="2313712" y="3004578"/>
                  </a:lnTo>
                  <a:lnTo>
                    <a:pt x="2368410" y="3000625"/>
                  </a:lnTo>
                  <a:lnTo>
                    <a:pt x="2422399" y="2996862"/>
                  </a:lnTo>
                  <a:lnTo>
                    <a:pt x="2475644" y="2993330"/>
                  </a:lnTo>
                  <a:lnTo>
                    <a:pt x="2528253" y="2990057"/>
                  </a:lnTo>
                  <a:lnTo>
                    <a:pt x="2580495" y="2987060"/>
                  </a:lnTo>
                  <a:lnTo>
                    <a:pt x="2632824" y="2984343"/>
                  </a:lnTo>
                  <a:lnTo>
                    <a:pt x="2667772" y="2982697"/>
                  </a:lnTo>
                  <a:lnTo>
                    <a:pt x="2716190" y="2980649"/>
                  </a:lnTo>
                  <a:lnTo>
                    <a:pt x="2766353" y="2978816"/>
                  </a:lnTo>
                  <a:lnTo>
                    <a:pt x="2819117" y="2977185"/>
                  </a:lnTo>
                  <a:lnTo>
                    <a:pt x="2875434" y="2975737"/>
                  </a:lnTo>
                  <a:lnTo>
                    <a:pt x="2936267" y="2974450"/>
                  </a:lnTo>
                  <a:lnTo>
                    <a:pt x="3002492" y="2973303"/>
                  </a:lnTo>
                  <a:lnTo>
                    <a:pt x="3074782" y="2972278"/>
                  </a:lnTo>
                  <a:lnTo>
                    <a:pt x="3153447" y="2971361"/>
                  </a:lnTo>
                  <a:lnTo>
                    <a:pt x="3238218" y="2970543"/>
                  </a:lnTo>
                  <a:lnTo>
                    <a:pt x="3328013" y="2969819"/>
                  </a:lnTo>
                  <a:lnTo>
                    <a:pt x="3420713" y="2969186"/>
                  </a:lnTo>
                  <a:lnTo>
                    <a:pt x="3513080" y="2968646"/>
                  </a:lnTo>
                  <a:lnTo>
                    <a:pt x="3600911" y="2968202"/>
                  </a:lnTo>
                  <a:lnTo>
                    <a:pt x="3679556" y="2967854"/>
                  </a:lnTo>
                  <a:lnTo>
                    <a:pt x="3744767" y="2967600"/>
                  </a:lnTo>
                  <a:lnTo>
                    <a:pt x="3793671" y="2967430"/>
                  </a:lnTo>
                  <a:lnTo>
                    <a:pt x="3825556" y="2967332"/>
                  </a:lnTo>
                  <a:lnTo>
                    <a:pt x="3842197" y="2967285"/>
                  </a:lnTo>
                  <a:lnTo>
                    <a:pt x="3847701" y="2967272"/>
                  </a:lnTo>
                  <a:lnTo>
                    <a:pt x="3848118" y="2967271"/>
                  </a:lnTo>
                  <a:lnTo>
                    <a:pt x="4386855" y="2967271"/>
                  </a:lnTo>
                  <a:lnTo>
                    <a:pt x="4388012" y="2967183"/>
                  </a:lnTo>
                  <a:lnTo>
                    <a:pt x="4395580" y="2966558"/>
                  </a:lnTo>
                  <a:lnTo>
                    <a:pt x="4414527" y="2964830"/>
                  </a:lnTo>
                  <a:lnTo>
                    <a:pt x="4448062" y="2961434"/>
                  </a:lnTo>
                  <a:lnTo>
                    <a:pt x="4497358" y="2955869"/>
                  </a:lnTo>
                  <a:lnTo>
                    <a:pt x="4561478" y="2947753"/>
                  </a:lnTo>
                  <a:lnTo>
                    <a:pt x="4637710" y="2936862"/>
                  </a:lnTo>
                  <a:lnTo>
                    <a:pt x="4722232" y="2923118"/>
                  </a:lnTo>
                  <a:lnTo>
                    <a:pt x="4810920" y="2906548"/>
                  </a:lnTo>
                  <a:lnTo>
                    <a:pt x="4900036" y="2887220"/>
                  </a:lnTo>
                  <a:lnTo>
                    <a:pt x="4986652" y="2865174"/>
                  </a:lnTo>
                  <a:lnTo>
                    <a:pt x="5068803" y="2840381"/>
                  </a:lnTo>
                  <a:lnTo>
                    <a:pt x="5145415" y="2812704"/>
                  </a:lnTo>
                  <a:lnTo>
                    <a:pt x="5216144" y="2781892"/>
                  </a:lnTo>
                  <a:lnTo>
                    <a:pt x="5281172" y="2747574"/>
                  </a:lnTo>
                  <a:lnTo>
                    <a:pt x="5341031" y="2709272"/>
                  </a:lnTo>
                  <a:lnTo>
                    <a:pt x="5396458" y="2666415"/>
                  </a:lnTo>
                  <a:lnTo>
                    <a:pt x="5448292" y="2618384"/>
                  </a:lnTo>
                  <a:lnTo>
                    <a:pt x="5497389" y="2564578"/>
                  </a:lnTo>
                  <a:lnTo>
                    <a:pt x="5544552" y="2504532"/>
                  </a:lnTo>
                  <a:lnTo>
                    <a:pt x="5567201" y="2472725"/>
                  </a:lnTo>
                  <a:lnTo>
                    <a:pt x="5602012" y="2420178"/>
                  </a:lnTo>
                  <a:lnTo>
                    <a:pt x="5636498" y="2363840"/>
                  </a:lnTo>
                  <a:lnTo>
                    <a:pt x="5670863" y="2303635"/>
                  </a:lnTo>
                  <a:lnTo>
                    <a:pt x="5705266" y="2239546"/>
                  </a:lnTo>
                  <a:lnTo>
                    <a:pt x="5739827" y="2171619"/>
                  </a:lnTo>
                  <a:lnTo>
                    <a:pt x="5774633" y="2099976"/>
                  </a:lnTo>
                  <a:lnTo>
                    <a:pt x="5809738" y="2024811"/>
                  </a:lnTo>
                  <a:lnTo>
                    <a:pt x="5845167" y="1946399"/>
                  </a:lnTo>
                  <a:lnTo>
                    <a:pt x="5880919" y="1865090"/>
                  </a:lnTo>
                  <a:lnTo>
                    <a:pt x="5916967" y="1781307"/>
                  </a:lnTo>
                  <a:lnTo>
                    <a:pt x="5953267" y="1695536"/>
                  </a:lnTo>
                  <a:lnTo>
                    <a:pt x="5989757" y="1608321"/>
                  </a:lnTo>
                  <a:lnTo>
                    <a:pt x="6026362" y="1520244"/>
                  </a:lnTo>
                  <a:lnTo>
                    <a:pt x="6063002" y="1431912"/>
                  </a:lnTo>
                  <a:lnTo>
                    <a:pt x="6099593" y="1343940"/>
                  </a:lnTo>
                  <a:lnTo>
                    <a:pt x="6136055" y="1256932"/>
                  </a:lnTo>
                  <a:lnTo>
                    <a:pt x="6172316" y="1171464"/>
                  </a:lnTo>
                  <a:lnTo>
                    <a:pt x="6208316" y="1088072"/>
                  </a:lnTo>
                  <a:lnTo>
                    <a:pt x="6244014" y="1007230"/>
                  </a:lnTo>
                  <a:lnTo>
                    <a:pt x="6279387" y="929352"/>
                  </a:lnTo>
                  <a:lnTo>
                    <a:pt x="6314438" y="854773"/>
                  </a:lnTo>
                  <a:lnTo>
                    <a:pt x="6349198" y="783754"/>
                  </a:lnTo>
                  <a:lnTo>
                    <a:pt x="6383725" y="716478"/>
                  </a:lnTo>
                  <a:lnTo>
                    <a:pt x="6418111" y="653052"/>
                  </a:lnTo>
                  <a:lnTo>
                    <a:pt x="6452484" y="593512"/>
                  </a:lnTo>
                  <a:lnTo>
                    <a:pt x="6487011" y="537830"/>
                  </a:lnTo>
                  <a:lnTo>
                    <a:pt x="6515891" y="494545"/>
                  </a:lnTo>
                  <a:lnTo>
                    <a:pt x="6562364" y="431360"/>
                  </a:lnTo>
                  <a:lnTo>
                    <a:pt x="6610417" y="374534"/>
                  </a:lnTo>
                  <a:lnTo>
                    <a:pt x="6660803" y="323740"/>
                  </a:lnTo>
                  <a:lnTo>
                    <a:pt x="6714359" y="278422"/>
                  </a:lnTo>
                  <a:lnTo>
                    <a:pt x="6771943" y="237960"/>
                  </a:lnTo>
                  <a:lnTo>
                    <a:pt x="6834353" y="201753"/>
                  </a:lnTo>
                  <a:lnTo>
                    <a:pt x="6902236" y="169274"/>
                  </a:lnTo>
                  <a:lnTo>
                    <a:pt x="6975966" y="140098"/>
                  </a:lnTo>
                  <a:lnTo>
                    <a:pt x="7055483" y="113913"/>
                  </a:lnTo>
                  <a:lnTo>
                    <a:pt x="7140095" y="90529"/>
                  </a:lnTo>
                  <a:lnTo>
                    <a:pt x="7228291" y="69866"/>
                  </a:lnTo>
                  <a:lnTo>
                    <a:pt x="7317612" y="51934"/>
                  </a:lnTo>
                  <a:lnTo>
                    <a:pt x="7404683" y="36796"/>
                  </a:lnTo>
                  <a:lnTo>
                    <a:pt x="7485498" y="24507"/>
                  </a:lnTo>
                  <a:lnTo>
                    <a:pt x="7555989" y="15047"/>
                  </a:lnTo>
                  <a:lnTo>
                    <a:pt x="7612799" y="8269"/>
                  </a:lnTo>
                  <a:lnTo>
                    <a:pt x="7654055" y="3865"/>
                  </a:lnTo>
                  <a:lnTo>
                    <a:pt x="7679880" y="1387"/>
                  </a:lnTo>
                  <a:lnTo>
                    <a:pt x="7692514" y="292"/>
                  </a:lnTo>
                  <a:lnTo>
                    <a:pt x="7696096" y="1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9" name="pl1999"/>
            <p:cNvSpPr/>
            <p:nvPr/>
          </p:nvSpPr>
          <p:spPr>
            <a:xfrm>
              <a:off x="546595" y="2846602"/>
              <a:ext cx="8234974" cy="3059828"/>
            </a:xfrm>
            <a:custGeom>
              <a:avLst/>
              <a:pathLst>
                <a:path w="8234974" h="3059828">
                  <a:moveTo>
                    <a:pt x="8234974" y="0"/>
                  </a:moveTo>
                  <a:lnTo>
                    <a:pt x="7696237" y="0"/>
                  </a:lnTo>
                  <a:lnTo>
                    <a:pt x="7695081" y="87"/>
                  </a:lnTo>
                  <a:lnTo>
                    <a:pt x="7687512" y="712"/>
                  </a:lnTo>
                  <a:lnTo>
                    <a:pt x="7668565" y="2441"/>
                  </a:lnTo>
                  <a:lnTo>
                    <a:pt x="7635030" y="5836"/>
                  </a:lnTo>
                  <a:lnTo>
                    <a:pt x="7585735" y="11401"/>
                  </a:lnTo>
                  <a:lnTo>
                    <a:pt x="7521614" y="19517"/>
                  </a:lnTo>
                  <a:lnTo>
                    <a:pt x="7445382" y="30408"/>
                  </a:lnTo>
                  <a:lnTo>
                    <a:pt x="7360860" y="44152"/>
                  </a:lnTo>
                  <a:lnTo>
                    <a:pt x="7272172" y="60722"/>
                  </a:lnTo>
                  <a:lnTo>
                    <a:pt x="7183057" y="80050"/>
                  </a:lnTo>
                  <a:lnTo>
                    <a:pt x="7096440" y="102096"/>
                  </a:lnTo>
                  <a:lnTo>
                    <a:pt x="7014290" y="126889"/>
                  </a:lnTo>
                  <a:lnTo>
                    <a:pt x="6937678" y="154566"/>
                  </a:lnTo>
                  <a:lnTo>
                    <a:pt x="6866949" y="185378"/>
                  </a:lnTo>
                  <a:lnTo>
                    <a:pt x="6801921" y="219696"/>
                  </a:lnTo>
                  <a:lnTo>
                    <a:pt x="6742062" y="257998"/>
                  </a:lnTo>
                  <a:lnTo>
                    <a:pt x="6686634" y="300855"/>
                  </a:lnTo>
                  <a:lnTo>
                    <a:pt x="6634800" y="348886"/>
                  </a:lnTo>
                  <a:lnTo>
                    <a:pt x="6585704" y="402693"/>
                  </a:lnTo>
                  <a:lnTo>
                    <a:pt x="6538540" y="462738"/>
                  </a:lnTo>
                  <a:lnTo>
                    <a:pt x="6515891" y="494545"/>
                  </a:lnTo>
                  <a:lnTo>
                    <a:pt x="6481080" y="547092"/>
                  </a:lnTo>
                  <a:lnTo>
                    <a:pt x="6446594" y="603430"/>
                  </a:lnTo>
                  <a:lnTo>
                    <a:pt x="6412229" y="663635"/>
                  </a:lnTo>
                  <a:lnTo>
                    <a:pt x="6377827" y="727724"/>
                  </a:lnTo>
                  <a:lnTo>
                    <a:pt x="6343266" y="795651"/>
                  </a:lnTo>
                  <a:lnTo>
                    <a:pt x="6308460" y="867294"/>
                  </a:lnTo>
                  <a:lnTo>
                    <a:pt x="6273354" y="942459"/>
                  </a:lnTo>
                  <a:lnTo>
                    <a:pt x="6237925" y="1020871"/>
                  </a:lnTo>
                  <a:lnTo>
                    <a:pt x="6202174" y="1102180"/>
                  </a:lnTo>
                  <a:lnTo>
                    <a:pt x="6166125" y="1185963"/>
                  </a:lnTo>
                  <a:lnTo>
                    <a:pt x="6129825" y="1271734"/>
                  </a:lnTo>
                  <a:lnTo>
                    <a:pt x="6093336" y="1358949"/>
                  </a:lnTo>
                  <a:lnTo>
                    <a:pt x="6056730" y="1447026"/>
                  </a:lnTo>
                  <a:lnTo>
                    <a:pt x="6020091" y="1535358"/>
                  </a:lnTo>
                  <a:lnTo>
                    <a:pt x="5983500" y="1623330"/>
                  </a:lnTo>
                  <a:lnTo>
                    <a:pt x="5947037" y="1710338"/>
                  </a:lnTo>
                  <a:lnTo>
                    <a:pt x="5910776" y="1795806"/>
                  </a:lnTo>
                  <a:lnTo>
                    <a:pt x="5874776" y="1879199"/>
                  </a:lnTo>
                  <a:lnTo>
                    <a:pt x="5839078" y="1960040"/>
                  </a:lnTo>
                  <a:lnTo>
                    <a:pt x="5803705" y="2037918"/>
                  </a:lnTo>
                  <a:lnTo>
                    <a:pt x="5768654" y="2112497"/>
                  </a:lnTo>
                  <a:lnTo>
                    <a:pt x="5733895" y="2183516"/>
                  </a:lnTo>
                  <a:lnTo>
                    <a:pt x="5699368" y="2250792"/>
                  </a:lnTo>
                  <a:lnTo>
                    <a:pt x="5664981" y="2314218"/>
                  </a:lnTo>
                  <a:lnTo>
                    <a:pt x="5630608" y="2373758"/>
                  </a:lnTo>
                  <a:lnTo>
                    <a:pt x="5596082" y="2429440"/>
                  </a:lnTo>
                  <a:lnTo>
                    <a:pt x="5567201" y="2472725"/>
                  </a:lnTo>
                  <a:lnTo>
                    <a:pt x="5520728" y="2535910"/>
                  </a:lnTo>
                  <a:lnTo>
                    <a:pt x="5472675" y="2592736"/>
                  </a:lnTo>
                  <a:lnTo>
                    <a:pt x="5422290" y="2643531"/>
                  </a:lnTo>
                  <a:lnTo>
                    <a:pt x="5368733" y="2688848"/>
                  </a:lnTo>
                  <a:lnTo>
                    <a:pt x="5311149" y="2729310"/>
                  </a:lnTo>
                  <a:lnTo>
                    <a:pt x="5248740" y="2765517"/>
                  </a:lnTo>
                  <a:lnTo>
                    <a:pt x="5180857" y="2797996"/>
                  </a:lnTo>
                  <a:lnTo>
                    <a:pt x="5107126" y="2827172"/>
                  </a:lnTo>
                  <a:lnTo>
                    <a:pt x="5027609" y="2853357"/>
                  </a:lnTo>
                  <a:lnTo>
                    <a:pt x="4942997" y="2876741"/>
                  </a:lnTo>
                  <a:lnTo>
                    <a:pt x="4854801" y="2897404"/>
                  </a:lnTo>
                  <a:lnTo>
                    <a:pt x="4765480" y="2915336"/>
                  </a:lnTo>
                  <a:lnTo>
                    <a:pt x="4678409" y="2930474"/>
                  </a:lnTo>
                  <a:lnTo>
                    <a:pt x="4597594" y="2942763"/>
                  </a:lnTo>
                  <a:lnTo>
                    <a:pt x="4527104" y="2952223"/>
                  </a:lnTo>
                  <a:lnTo>
                    <a:pt x="4470294" y="2959001"/>
                  </a:lnTo>
                  <a:lnTo>
                    <a:pt x="4429038" y="2963405"/>
                  </a:lnTo>
                  <a:lnTo>
                    <a:pt x="4403212" y="2965883"/>
                  </a:lnTo>
                  <a:lnTo>
                    <a:pt x="4390579" y="2966978"/>
                  </a:lnTo>
                  <a:lnTo>
                    <a:pt x="4386996" y="2967260"/>
                  </a:lnTo>
                  <a:lnTo>
                    <a:pt x="4386855" y="2967271"/>
                  </a:lnTo>
                  <a:lnTo>
                    <a:pt x="3848118" y="2967271"/>
                  </a:lnTo>
                  <a:lnTo>
                    <a:pt x="3846816" y="2967274"/>
                  </a:lnTo>
                  <a:lnTo>
                    <a:pt x="3838318" y="2967296"/>
                  </a:lnTo>
                  <a:lnTo>
                    <a:pt x="3817134" y="2967357"/>
                  </a:lnTo>
                  <a:lnTo>
                    <a:pt x="3779869" y="2967476"/>
                  </a:lnTo>
                  <a:lnTo>
                    <a:pt x="3725548" y="2967672"/>
                  </a:lnTo>
                  <a:lnTo>
                    <a:pt x="3655635" y="2967955"/>
                  </a:lnTo>
                  <a:lnTo>
                    <a:pt x="3573545" y="2968334"/>
                  </a:lnTo>
                  <a:lnTo>
                    <a:pt x="3483761" y="2968809"/>
                  </a:lnTo>
                  <a:lnTo>
                    <a:pt x="3390869" y="2969378"/>
                  </a:lnTo>
                  <a:lnTo>
                    <a:pt x="3298800" y="2970041"/>
                  </a:lnTo>
                  <a:lnTo>
                    <a:pt x="3210438" y="2970795"/>
                  </a:lnTo>
                  <a:lnTo>
                    <a:pt x="3127549" y="2971644"/>
                  </a:lnTo>
                  <a:lnTo>
                    <a:pt x="3050930" y="2972594"/>
                  </a:lnTo>
                  <a:lnTo>
                    <a:pt x="2980638" y="2973657"/>
                  </a:lnTo>
                  <a:lnTo>
                    <a:pt x="2916227" y="2974846"/>
                  </a:lnTo>
                  <a:lnTo>
                    <a:pt x="2856943" y="2976183"/>
                  </a:lnTo>
                  <a:lnTo>
                    <a:pt x="2801870" y="2977687"/>
                  </a:lnTo>
                  <a:lnTo>
                    <a:pt x="2750040" y="2979380"/>
                  </a:lnTo>
                  <a:lnTo>
                    <a:pt x="2700522" y="2981282"/>
                  </a:lnTo>
                  <a:lnTo>
                    <a:pt x="2667772" y="2982697"/>
                  </a:lnTo>
                  <a:lnTo>
                    <a:pt x="2615033" y="2985233"/>
                  </a:lnTo>
                  <a:lnTo>
                    <a:pt x="2562797" y="2988045"/>
                  </a:lnTo>
                  <a:lnTo>
                    <a:pt x="2510472" y="2991137"/>
                  </a:lnTo>
                  <a:lnTo>
                    <a:pt x="2457669" y="2994499"/>
                  </a:lnTo>
                  <a:lnTo>
                    <a:pt x="2404176" y="2998113"/>
                  </a:lnTo>
                  <a:lnTo>
                    <a:pt x="2349937" y="3001947"/>
                  </a:lnTo>
                  <a:lnTo>
                    <a:pt x="2295027" y="3005953"/>
                  </a:lnTo>
                  <a:lnTo>
                    <a:pt x="2239627" y="3010079"/>
                  </a:lnTo>
                  <a:lnTo>
                    <a:pt x="2183990" y="3014259"/>
                  </a:lnTo>
                  <a:lnTo>
                    <a:pt x="2128402" y="3018428"/>
                  </a:lnTo>
                  <a:lnTo>
                    <a:pt x="2073142" y="3022520"/>
                  </a:lnTo>
                  <a:lnTo>
                    <a:pt x="2018444" y="3026474"/>
                  </a:lnTo>
                  <a:lnTo>
                    <a:pt x="1964456" y="3030237"/>
                  </a:lnTo>
                  <a:lnTo>
                    <a:pt x="1911210" y="3033769"/>
                  </a:lnTo>
                  <a:lnTo>
                    <a:pt x="1858601" y="3037041"/>
                  </a:lnTo>
                  <a:lnTo>
                    <a:pt x="1806360" y="3040038"/>
                  </a:lnTo>
                  <a:lnTo>
                    <a:pt x="1754031" y="3042756"/>
                  </a:lnTo>
                  <a:lnTo>
                    <a:pt x="1719082" y="3044402"/>
                  </a:lnTo>
                  <a:lnTo>
                    <a:pt x="1670665" y="3046449"/>
                  </a:lnTo>
                  <a:lnTo>
                    <a:pt x="1620502" y="3048282"/>
                  </a:lnTo>
                  <a:lnTo>
                    <a:pt x="1567738" y="3049913"/>
                  </a:lnTo>
                  <a:lnTo>
                    <a:pt x="1511420" y="3051361"/>
                  </a:lnTo>
                  <a:lnTo>
                    <a:pt x="1450588" y="3052648"/>
                  </a:lnTo>
                  <a:lnTo>
                    <a:pt x="1384363" y="3053795"/>
                  </a:lnTo>
                  <a:lnTo>
                    <a:pt x="1312072" y="3054820"/>
                  </a:lnTo>
                  <a:lnTo>
                    <a:pt x="1233408" y="3055737"/>
                  </a:lnTo>
                  <a:lnTo>
                    <a:pt x="1148636" y="3056555"/>
                  </a:lnTo>
                  <a:lnTo>
                    <a:pt x="1058842" y="3057280"/>
                  </a:lnTo>
                  <a:lnTo>
                    <a:pt x="966141" y="3057913"/>
                  </a:lnTo>
                  <a:lnTo>
                    <a:pt x="873774" y="3058452"/>
                  </a:lnTo>
                  <a:lnTo>
                    <a:pt x="785943" y="3058896"/>
                  </a:lnTo>
                  <a:lnTo>
                    <a:pt x="707298" y="3059244"/>
                  </a:lnTo>
                  <a:lnTo>
                    <a:pt x="642088" y="3059498"/>
                  </a:lnTo>
                  <a:lnTo>
                    <a:pt x="593184" y="3059668"/>
                  </a:lnTo>
                  <a:lnTo>
                    <a:pt x="561298" y="3059767"/>
                  </a:lnTo>
                  <a:lnTo>
                    <a:pt x="544657" y="3059813"/>
                  </a:lnTo>
                  <a:lnTo>
                    <a:pt x="539153" y="3059827"/>
                  </a:lnTo>
                  <a:lnTo>
                    <a:pt x="538736" y="3059828"/>
                  </a:lnTo>
                  <a:lnTo>
                    <a:pt x="0" y="3059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0" name="pg2000"/>
            <p:cNvSpPr/>
            <p:nvPr/>
          </p:nvSpPr>
          <p:spPr>
            <a:xfrm>
              <a:off x="546595" y="3097051"/>
              <a:ext cx="8234974" cy="2765823"/>
            </a:xfrm>
            <a:custGeom>
              <a:avLst/>
              <a:pathLst>
                <a:path w="8234974" h="2765823">
                  <a:moveTo>
                    <a:pt x="0" y="2765823"/>
                  </a:moveTo>
                  <a:lnTo>
                    <a:pt x="538736" y="2765823"/>
                  </a:lnTo>
                  <a:lnTo>
                    <a:pt x="539926" y="2765745"/>
                  </a:lnTo>
                  <a:lnTo>
                    <a:pt x="547707" y="2765189"/>
                  </a:lnTo>
                  <a:lnTo>
                    <a:pt x="567166" y="2763651"/>
                  </a:lnTo>
                  <a:lnTo>
                    <a:pt x="601558" y="2760630"/>
                  </a:lnTo>
                  <a:lnTo>
                    <a:pt x="652016" y="2755683"/>
                  </a:lnTo>
                  <a:lnTo>
                    <a:pt x="717489" y="2748476"/>
                  </a:lnTo>
                  <a:lnTo>
                    <a:pt x="795103" y="2738816"/>
                  </a:lnTo>
                  <a:lnTo>
                    <a:pt x="880884" y="2726643"/>
                  </a:lnTo>
                  <a:lnTo>
                    <a:pt x="970596" y="2711984"/>
                  </a:lnTo>
                  <a:lnTo>
                    <a:pt x="1060449" y="2694900"/>
                  </a:lnTo>
                  <a:lnTo>
                    <a:pt x="1147519" y="2675422"/>
                  </a:lnTo>
                  <a:lnTo>
                    <a:pt x="1229879" y="2653515"/>
                  </a:lnTo>
                  <a:lnTo>
                    <a:pt x="1306520" y="2629047"/>
                  </a:lnTo>
                  <a:lnTo>
                    <a:pt x="1377162" y="2601781"/>
                  </a:lnTo>
                  <a:lnTo>
                    <a:pt x="1442049" y="2571375"/>
                  </a:lnTo>
                  <a:lnTo>
                    <a:pt x="1501766" y="2537390"/>
                  </a:lnTo>
                  <a:lnTo>
                    <a:pt x="1557093" y="2499309"/>
                  </a:lnTo>
                  <a:lnTo>
                    <a:pt x="1608901" y="2456579"/>
                  </a:lnTo>
                  <a:lnTo>
                    <a:pt x="1658067" y="2408677"/>
                  </a:lnTo>
                  <a:lnTo>
                    <a:pt x="1705400" y="2355229"/>
                  </a:lnTo>
                  <a:lnTo>
                    <a:pt x="1719082" y="2338427"/>
                  </a:lnTo>
                  <a:lnTo>
                    <a:pt x="1755945" y="2290220"/>
                  </a:lnTo>
                  <a:lnTo>
                    <a:pt x="1792458" y="2238331"/>
                  </a:lnTo>
                  <a:lnTo>
                    <a:pt x="1828857" y="2182689"/>
                  </a:lnTo>
                  <a:lnTo>
                    <a:pt x="1865326" y="2123282"/>
                  </a:lnTo>
                  <a:lnTo>
                    <a:pt x="1901998" y="2060177"/>
                  </a:lnTo>
                  <a:lnTo>
                    <a:pt x="1938967" y="1993517"/>
                  </a:lnTo>
                  <a:lnTo>
                    <a:pt x="1976284" y="1923529"/>
                  </a:lnTo>
                  <a:lnTo>
                    <a:pt x="2013968" y="1850524"/>
                  </a:lnTo>
                  <a:lnTo>
                    <a:pt x="2052002" y="1774897"/>
                  </a:lnTo>
                  <a:lnTo>
                    <a:pt x="2090345" y="1697116"/>
                  </a:lnTo>
                  <a:lnTo>
                    <a:pt x="2128931" y="1617714"/>
                  </a:lnTo>
                  <a:lnTo>
                    <a:pt x="2167676" y="1537277"/>
                  </a:lnTo>
                  <a:lnTo>
                    <a:pt x="2206487" y="1456422"/>
                  </a:lnTo>
                  <a:lnTo>
                    <a:pt x="2245265" y="1375779"/>
                  </a:lnTo>
                  <a:lnTo>
                    <a:pt x="2283912" y="1295973"/>
                  </a:lnTo>
                  <a:lnTo>
                    <a:pt x="2322343" y="1217600"/>
                  </a:lnTo>
                  <a:lnTo>
                    <a:pt x="2360484" y="1141213"/>
                  </a:lnTo>
                  <a:lnTo>
                    <a:pt x="2398286" y="1067304"/>
                  </a:lnTo>
                  <a:lnTo>
                    <a:pt x="2435723" y="996291"/>
                  </a:lnTo>
                  <a:lnTo>
                    <a:pt x="2472801" y="928513"/>
                  </a:lnTo>
                  <a:lnTo>
                    <a:pt x="2509563" y="864225"/>
                  </a:lnTo>
                  <a:lnTo>
                    <a:pt x="2546085" y="803598"/>
                  </a:lnTo>
                  <a:lnTo>
                    <a:pt x="2582490" y="746722"/>
                  </a:lnTo>
                  <a:lnTo>
                    <a:pt x="2618942" y="693611"/>
                  </a:lnTo>
                  <a:lnTo>
                    <a:pt x="2655661" y="644212"/>
                  </a:lnTo>
                  <a:lnTo>
                    <a:pt x="2667772" y="628843"/>
                  </a:lnTo>
                  <a:lnTo>
                    <a:pt x="2714702" y="573736"/>
                  </a:lnTo>
                  <a:lnTo>
                    <a:pt x="2763249" y="524230"/>
                  </a:lnTo>
                  <a:lnTo>
                    <a:pt x="2814190" y="480028"/>
                  </a:lnTo>
                  <a:lnTo>
                    <a:pt x="2868389" y="440637"/>
                  </a:lnTo>
                  <a:lnTo>
                    <a:pt x="2926728" y="405502"/>
                  </a:lnTo>
                  <a:lnTo>
                    <a:pt x="2990021" y="374092"/>
                  </a:lnTo>
                  <a:lnTo>
                    <a:pt x="3058926" y="345943"/>
                  </a:lnTo>
                  <a:lnTo>
                    <a:pt x="3133803" y="320681"/>
                  </a:lnTo>
                  <a:lnTo>
                    <a:pt x="3214548" y="298039"/>
                  </a:lnTo>
                  <a:lnTo>
                    <a:pt x="3300389" y="277854"/>
                  </a:lnTo>
                  <a:lnTo>
                    <a:pt x="3389681" y="260064"/>
                  </a:lnTo>
                  <a:lnTo>
                    <a:pt x="3479795" y="244686"/>
                  </a:lnTo>
                  <a:lnTo>
                    <a:pt x="3567164" y="231775"/>
                  </a:lnTo>
                  <a:lnTo>
                    <a:pt x="3647622" y="221377"/>
                  </a:lnTo>
                  <a:lnTo>
                    <a:pt x="3717031" y="213462"/>
                  </a:lnTo>
                  <a:lnTo>
                    <a:pt x="3772109" y="207878"/>
                  </a:lnTo>
                  <a:lnTo>
                    <a:pt x="3811212" y="204333"/>
                  </a:lnTo>
                  <a:lnTo>
                    <a:pt x="3834818" y="202409"/>
                  </a:lnTo>
                  <a:lnTo>
                    <a:pt x="3845583" y="201617"/>
                  </a:lnTo>
                  <a:lnTo>
                    <a:pt x="3848118" y="201447"/>
                  </a:lnTo>
                  <a:lnTo>
                    <a:pt x="4386855" y="201447"/>
                  </a:lnTo>
                  <a:lnTo>
                    <a:pt x="4388157" y="201441"/>
                  </a:lnTo>
                  <a:lnTo>
                    <a:pt x="4396652" y="201394"/>
                  </a:lnTo>
                  <a:lnTo>
                    <a:pt x="4417826" y="201265"/>
                  </a:lnTo>
                  <a:lnTo>
                    <a:pt x="4455077" y="201012"/>
                  </a:lnTo>
                  <a:lnTo>
                    <a:pt x="4509379" y="200598"/>
                  </a:lnTo>
                  <a:lnTo>
                    <a:pt x="4579270" y="199998"/>
                  </a:lnTo>
                  <a:lnTo>
                    <a:pt x="4661339" y="199197"/>
                  </a:lnTo>
                  <a:lnTo>
                    <a:pt x="4751103" y="198192"/>
                  </a:lnTo>
                  <a:lnTo>
                    <a:pt x="4843980" y="196985"/>
                  </a:lnTo>
                  <a:lnTo>
                    <a:pt x="4936039" y="195583"/>
                  </a:lnTo>
                  <a:lnTo>
                    <a:pt x="5024395" y="193986"/>
                  </a:lnTo>
                  <a:lnTo>
                    <a:pt x="5107282" y="192189"/>
                  </a:lnTo>
                  <a:lnTo>
                    <a:pt x="5183901" y="190178"/>
                  </a:lnTo>
                  <a:lnTo>
                    <a:pt x="5254195" y="187929"/>
                  </a:lnTo>
                  <a:lnTo>
                    <a:pt x="5318609" y="185410"/>
                  </a:lnTo>
                  <a:lnTo>
                    <a:pt x="5377895" y="182582"/>
                  </a:lnTo>
                  <a:lnTo>
                    <a:pt x="5432969" y="179398"/>
                  </a:lnTo>
                  <a:lnTo>
                    <a:pt x="5484798" y="175813"/>
                  </a:lnTo>
                  <a:lnTo>
                    <a:pt x="5534314" y="171789"/>
                  </a:lnTo>
                  <a:lnTo>
                    <a:pt x="5567201" y="168780"/>
                  </a:lnTo>
                  <a:lnTo>
                    <a:pt x="5619750" y="163429"/>
                  </a:lnTo>
                  <a:lnTo>
                    <a:pt x="5671797" y="157499"/>
                  </a:lnTo>
                  <a:lnTo>
                    <a:pt x="5723929" y="150982"/>
                  </a:lnTo>
                  <a:lnTo>
                    <a:pt x="5776532" y="143894"/>
                  </a:lnTo>
                  <a:lnTo>
                    <a:pt x="5829819" y="136277"/>
                  </a:lnTo>
                  <a:lnTo>
                    <a:pt x="5883846" y="128197"/>
                  </a:lnTo>
                  <a:lnTo>
                    <a:pt x="5938542" y="119750"/>
                  </a:lnTo>
                  <a:lnTo>
                    <a:pt x="5993730" y="111052"/>
                  </a:lnTo>
                  <a:lnTo>
                    <a:pt x="6049162" y="102233"/>
                  </a:lnTo>
                  <a:lnTo>
                    <a:pt x="6104555" y="93433"/>
                  </a:lnTo>
                  <a:lnTo>
                    <a:pt x="6159630" y="84791"/>
                  </a:lnTo>
                  <a:lnTo>
                    <a:pt x="6214156" y="76434"/>
                  </a:lnTo>
                  <a:lnTo>
                    <a:pt x="6267982" y="68473"/>
                  </a:lnTo>
                  <a:lnTo>
                    <a:pt x="6321069" y="60996"/>
                  </a:lnTo>
                  <a:lnTo>
                    <a:pt x="6373515" y="54061"/>
                  </a:lnTo>
                  <a:lnTo>
                    <a:pt x="6425577" y="47705"/>
                  </a:lnTo>
                  <a:lnTo>
                    <a:pt x="6477694" y="41935"/>
                  </a:lnTo>
                  <a:lnTo>
                    <a:pt x="6515891" y="38111"/>
                  </a:lnTo>
                  <a:lnTo>
                    <a:pt x="6564301" y="33775"/>
                  </a:lnTo>
                  <a:lnTo>
                    <a:pt x="6614456" y="29894"/>
                  </a:lnTo>
                  <a:lnTo>
                    <a:pt x="6667211" y="26441"/>
                  </a:lnTo>
                  <a:lnTo>
                    <a:pt x="6723519" y="23375"/>
                  </a:lnTo>
                  <a:lnTo>
                    <a:pt x="6784339" y="20650"/>
                  </a:lnTo>
                  <a:lnTo>
                    <a:pt x="6850549" y="18221"/>
                  </a:lnTo>
                  <a:lnTo>
                    <a:pt x="6922823" y="16050"/>
                  </a:lnTo>
                  <a:lnTo>
                    <a:pt x="7001469" y="14109"/>
                  </a:lnTo>
                  <a:lnTo>
                    <a:pt x="7086220" y="12377"/>
                  </a:lnTo>
                  <a:lnTo>
                    <a:pt x="7175995" y="10842"/>
                  </a:lnTo>
                  <a:lnTo>
                    <a:pt x="7268680" y="9501"/>
                  </a:lnTo>
                  <a:lnTo>
                    <a:pt x="7361037" y="8359"/>
                  </a:lnTo>
                  <a:lnTo>
                    <a:pt x="7448868" y="7418"/>
                  </a:lnTo>
                  <a:lnTo>
                    <a:pt x="7527524" y="6681"/>
                  </a:lnTo>
                  <a:lnTo>
                    <a:pt x="7592758" y="6142"/>
                  </a:lnTo>
                  <a:lnTo>
                    <a:pt x="7641694" y="5783"/>
                  </a:lnTo>
                  <a:lnTo>
                    <a:pt x="7673615" y="5574"/>
                  </a:lnTo>
                  <a:lnTo>
                    <a:pt x="7690289" y="5476"/>
                  </a:lnTo>
                  <a:lnTo>
                    <a:pt x="7695815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6"/>
                  </a:lnTo>
                  <a:lnTo>
                    <a:pt x="7686441" y="53"/>
                  </a:lnTo>
                  <a:lnTo>
                    <a:pt x="7665266" y="182"/>
                  </a:lnTo>
                  <a:lnTo>
                    <a:pt x="7628015" y="435"/>
                  </a:lnTo>
                  <a:lnTo>
                    <a:pt x="7573713" y="848"/>
                  </a:lnTo>
                  <a:lnTo>
                    <a:pt x="7503822" y="1449"/>
                  </a:lnTo>
                  <a:lnTo>
                    <a:pt x="7421754" y="2250"/>
                  </a:lnTo>
                  <a:lnTo>
                    <a:pt x="7331990" y="3255"/>
                  </a:lnTo>
                  <a:lnTo>
                    <a:pt x="7239112" y="4461"/>
                  </a:lnTo>
                  <a:lnTo>
                    <a:pt x="7147054" y="5864"/>
                  </a:lnTo>
                  <a:lnTo>
                    <a:pt x="7058697" y="7460"/>
                  </a:lnTo>
                  <a:lnTo>
                    <a:pt x="6975811" y="9257"/>
                  </a:lnTo>
                  <a:lnTo>
                    <a:pt x="6899191" y="11269"/>
                  </a:lnTo>
                  <a:lnTo>
                    <a:pt x="6828897" y="13518"/>
                  </a:lnTo>
                  <a:lnTo>
                    <a:pt x="6764484" y="16037"/>
                  </a:lnTo>
                  <a:lnTo>
                    <a:pt x="6705197" y="18865"/>
                  </a:lnTo>
                  <a:lnTo>
                    <a:pt x="6650123" y="22049"/>
                  </a:lnTo>
                  <a:lnTo>
                    <a:pt x="6598294" y="25633"/>
                  </a:lnTo>
                  <a:lnTo>
                    <a:pt x="6548779" y="29658"/>
                  </a:lnTo>
                  <a:lnTo>
                    <a:pt x="6515891" y="32667"/>
                  </a:lnTo>
                  <a:lnTo>
                    <a:pt x="6463342" y="38017"/>
                  </a:lnTo>
                  <a:lnTo>
                    <a:pt x="6411296" y="43948"/>
                  </a:lnTo>
                  <a:lnTo>
                    <a:pt x="6359164" y="50465"/>
                  </a:lnTo>
                  <a:lnTo>
                    <a:pt x="6306560" y="57553"/>
                  </a:lnTo>
                  <a:lnTo>
                    <a:pt x="6253274" y="65170"/>
                  </a:lnTo>
                  <a:lnTo>
                    <a:pt x="6199247" y="73249"/>
                  </a:lnTo>
                  <a:lnTo>
                    <a:pt x="6144550" y="81696"/>
                  </a:lnTo>
                  <a:lnTo>
                    <a:pt x="6089362" y="90395"/>
                  </a:lnTo>
                  <a:lnTo>
                    <a:pt x="6033930" y="99214"/>
                  </a:lnTo>
                  <a:lnTo>
                    <a:pt x="5978538" y="108014"/>
                  </a:lnTo>
                  <a:lnTo>
                    <a:pt x="5923462" y="116656"/>
                  </a:lnTo>
                  <a:lnTo>
                    <a:pt x="5868936" y="125013"/>
                  </a:lnTo>
                  <a:lnTo>
                    <a:pt x="5815110" y="132973"/>
                  </a:lnTo>
                  <a:lnTo>
                    <a:pt x="5762023" y="140451"/>
                  </a:lnTo>
                  <a:lnTo>
                    <a:pt x="5709577" y="147385"/>
                  </a:lnTo>
                  <a:lnTo>
                    <a:pt x="5657515" y="153742"/>
                  </a:lnTo>
                  <a:lnTo>
                    <a:pt x="5605399" y="159511"/>
                  </a:lnTo>
                  <a:lnTo>
                    <a:pt x="5567201" y="163336"/>
                  </a:lnTo>
                  <a:lnTo>
                    <a:pt x="5518791" y="167672"/>
                  </a:lnTo>
                  <a:lnTo>
                    <a:pt x="5468636" y="171553"/>
                  </a:lnTo>
                  <a:lnTo>
                    <a:pt x="5415881" y="175006"/>
                  </a:lnTo>
                  <a:lnTo>
                    <a:pt x="5359574" y="178071"/>
                  </a:lnTo>
                  <a:lnTo>
                    <a:pt x="5298754" y="180797"/>
                  </a:lnTo>
                  <a:lnTo>
                    <a:pt x="5232543" y="183226"/>
                  </a:lnTo>
                  <a:lnTo>
                    <a:pt x="5160270" y="185397"/>
                  </a:lnTo>
                  <a:lnTo>
                    <a:pt x="5081624" y="187338"/>
                  </a:lnTo>
                  <a:lnTo>
                    <a:pt x="4996872" y="189070"/>
                  </a:lnTo>
                  <a:lnTo>
                    <a:pt x="4907097" y="190605"/>
                  </a:lnTo>
                  <a:lnTo>
                    <a:pt x="4814413" y="191945"/>
                  </a:lnTo>
                  <a:lnTo>
                    <a:pt x="4722055" y="193088"/>
                  </a:lnTo>
                  <a:lnTo>
                    <a:pt x="4634225" y="194029"/>
                  </a:lnTo>
                  <a:lnTo>
                    <a:pt x="4555568" y="194766"/>
                  </a:lnTo>
                  <a:lnTo>
                    <a:pt x="4490335" y="195304"/>
                  </a:lnTo>
                  <a:lnTo>
                    <a:pt x="4441399" y="195664"/>
                  </a:lnTo>
                  <a:lnTo>
                    <a:pt x="4409477" y="195873"/>
                  </a:lnTo>
                  <a:lnTo>
                    <a:pt x="4392804" y="195971"/>
                  </a:lnTo>
                  <a:lnTo>
                    <a:pt x="4387277" y="196001"/>
                  </a:lnTo>
                  <a:lnTo>
                    <a:pt x="4386855" y="196003"/>
                  </a:lnTo>
                  <a:lnTo>
                    <a:pt x="3848118" y="196003"/>
                  </a:lnTo>
                  <a:lnTo>
                    <a:pt x="3846928" y="196081"/>
                  </a:lnTo>
                  <a:lnTo>
                    <a:pt x="3839148" y="196637"/>
                  </a:lnTo>
                  <a:lnTo>
                    <a:pt x="3819689" y="198175"/>
                  </a:lnTo>
                  <a:lnTo>
                    <a:pt x="3785296" y="201196"/>
                  </a:lnTo>
                  <a:lnTo>
                    <a:pt x="3734838" y="206143"/>
                  </a:lnTo>
                  <a:lnTo>
                    <a:pt x="3669366" y="213350"/>
                  </a:lnTo>
                  <a:lnTo>
                    <a:pt x="3591751" y="223009"/>
                  </a:lnTo>
                  <a:lnTo>
                    <a:pt x="3505970" y="235183"/>
                  </a:lnTo>
                  <a:lnTo>
                    <a:pt x="3416258" y="249841"/>
                  </a:lnTo>
                  <a:lnTo>
                    <a:pt x="3326406" y="266926"/>
                  </a:lnTo>
                  <a:lnTo>
                    <a:pt x="3239336" y="286404"/>
                  </a:lnTo>
                  <a:lnTo>
                    <a:pt x="3156975" y="308311"/>
                  </a:lnTo>
                  <a:lnTo>
                    <a:pt x="3080334" y="332779"/>
                  </a:lnTo>
                  <a:lnTo>
                    <a:pt x="3009693" y="360044"/>
                  </a:lnTo>
                  <a:lnTo>
                    <a:pt x="2944806" y="390450"/>
                  </a:lnTo>
                  <a:lnTo>
                    <a:pt x="2885089" y="424436"/>
                  </a:lnTo>
                  <a:lnTo>
                    <a:pt x="2829762" y="462517"/>
                  </a:lnTo>
                  <a:lnTo>
                    <a:pt x="2777954" y="505247"/>
                  </a:lnTo>
                  <a:lnTo>
                    <a:pt x="2728788" y="553149"/>
                  </a:lnTo>
                  <a:lnTo>
                    <a:pt x="2681454" y="606597"/>
                  </a:lnTo>
                  <a:lnTo>
                    <a:pt x="2667772" y="623399"/>
                  </a:lnTo>
                  <a:lnTo>
                    <a:pt x="2630910" y="671606"/>
                  </a:lnTo>
                  <a:lnTo>
                    <a:pt x="2594397" y="723494"/>
                  </a:lnTo>
                  <a:lnTo>
                    <a:pt x="2557997" y="779137"/>
                  </a:lnTo>
                  <a:lnTo>
                    <a:pt x="2521529" y="838543"/>
                  </a:lnTo>
                  <a:lnTo>
                    <a:pt x="2484856" y="901648"/>
                  </a:lnTo>
                  <a:lnTo>
                    <a:pt x="2447888" y="968309"/>
                  </a:lnTo>
                  <a:lnTo>
                    <a:pt x="2410570" y="1038297"/>
                  </a:lnTo>
                  <a:lnTo>
                    <a:pt x="2372887" y="1111301"/>
                  </a:lnTo>
                  <a:lnTo>
                    <a:pt x="2334852" y="1186929"/>
                  </a:lnTo>
                  <a:lnTo>
                    <a:pt x="2296509" y="1264710"/>
                  </a:lnTo>
                  <a:lnTo>
                    <a:pt x="2257924" y="1344111"/>
                  </a:lnTo>
                  <a:lnTo>
                    <a:pt x="2219178" y="1424548"/>
                  </a:lnTo>
                  <a:lnTo>
                    <a:pt x="2180367" y="1505404"/>
                  </a:lnTo>
                  <a:lnTo>
                    <a:pt x="2141590" y="1586047"/>
                  </a:lnTo>
                  <a:lnTo>
                    <a:pt x="2102942" y="1665853"/>
                  </a:lnTo>
                  <a:lnTo>
                    <a:pt x="2064512" y="1744226"/>
                  </a:lnTo>
                  <a:lnTo>
                    <a:pt x="2026370" y="1820612"/>
                  </a:lnTo>
                  <a:lnTo>
                    <a:pt x="1988569" y="1894522"/>
                  </a:lnTo>
                  <a:lnTo>
                    <a:pt x="1951132" y="1965535"/>
                  </a:lnTo>
                  <a:lnTo>
                    <a:pt x="1914053" y="2033313"/>
                  </a:lnTo>
                  <a:lnTo>
                    <a:pt x="1877292" y="2097601"/>
                  </a:lnTo>
                  <a:lnTo>
                    <a:pt x="1840769" y="2158227"/>
                  </a:lnTo>
                  <a:lnTo>
                    <a:pt x="1804365" y="2215103"/>
                  </a:lnTo>
                  <a:lnTo>
                    <a:pt x="1767912" y="2268214"/>
                  </a:lnTo>
                  <a:lnTo>
                    <a:pt x="1731194" y="2317614"/>
                  </a:lnTo>
                  <a:lnTo>
                    <a:pt x="1719082" y="2332982"/>
                  </a:lnTo>
                  <a:lnTo>
                    <a:pt x="1672153" y="2388089"/>
                  </a:lnTo>
                  <a:lnTo>
                    <a:pt x="1623605" y="2437596"/>
                  </a:lnTo>
                  <a:lnTo>
                    <a:pt x="1572665" y="2481797"/>
                  </a:lnTo>
                  <a:lnTo>
                    <a:pt x="1518465" y="2521188"/>
                  </a:lnTo>
                  <a:lnTo>
                    <a:pt x="1460127" y="2556323"/>
                  </a:lnTo>
                  <a:lnTo>
                    <a:pt x="1396833" y="2587733"/>
                  </a:lnTo>
                  <a:lnTo>
                    <a:pt x="1327929" y="2615883"/>
                  </a:lnTo>
                  <a:lnTo>
                    <a:pt x="1253052" y="2641144"/>
                  </a:lnTo>
                  <a:lnTo>
                    <a:pt x="1172306" y="2663787"/>
                  </a:lnTo>
                  <a:lnTo>
                    <a:pt x="1086466" y="2683972"/>
                  </a:lnTo>
                  <a:lnTo>
                    <a:pt x="997173" y="2701761"/>
                  </a:lnTo>
                  <a:lnTo>
                    <a:pt x="907060" y="2717140"/>
                  </a:lnTo>
                  <a:lnTo>
                    <a:pt x="819691" y="2730050"/>
                  </a:lnTo>
                  <a:lnTo>
                    <a:pt x="739233" y="2740448"/>
                  </a:lnTo>
                  <a:lnTo>
                    <a:pt x="669824" y="2748363"/>
                  </a:lnTo>
                  <a:lnTo>
                    <a:pt x="614746" y="2753947"/>
                  </a:lnTo>
                  <a:lnTo>
                    <a:pt x="575643" y="2757493"/>
                  </a:lnTo>
                  <a:lnTo>
                    <a:pt x="552037" y="2759416"/>
                  </a:lnTo>
                  <a:lnTo>
                    <a:pt x="541272" y="2760209"/>
                  </a:lnTo>
                  <a:lnTo>
                    <a:pt x="538736" y="2760378"/>
                  </a:lnTo>
                  <a:lnTo>
                    <a:pt x="0" y="2760378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01" name="pl2001"/>
            <p:cNvSpPr/>
            <p:nvPr/>
          </p:nvSpPr>
          <p:spPr>
            <a:xfrm>
              <a:off x="546595" y="3102495"/>
              <a:ext cx="8234974" cy="2760378"/>
            </a:xfrm>
            <a:custGeom>
              <a:avLst/>
              <a:pathLst>
                <a:path w="8234974" h="2760378">
                  <a:moveTo>
                    <a:pt x="0" y="2760378"/>
                  </a:moveTo>
                  <a:lnTo>
                    <a:pt x="538736" y="2760378"/>
                  </a:lnTo>
                  <a:lnTo>
                    <a:pt x="539926" y="2760300"/>
                  </a:lnTo>
                  <a:lnTo>
                    <a:pt x="547707" y="2759744"/>
                  </a:lnTo>
                  <a:lnTo>
                    <a:pt x="567166" y="2758206"/>
                  </a:lnTo>
                  <a:lnTo>
                    <a:pt x="601558" y="2755185"/>
                  </a:lnTo>
                  <a:lnTo>
                    <a:pt x="652016" y="2750238"/>
                  </a:lnTo>
                  <a:lnTo>
                    <a:pt x="717489" y="2743031"/>
                  </a:lnTo>
                  <a:lnTo>
                    <a:pt x="795103" y="2733372"/>
                  </a:lnTo>
                  <a:lnTo>
                    <a:pt x="880884" y="2721198"/>
                  </a:lnTo>
                  <a:lnTo>
                    <a:pt x="970596" y="2706540"/>
                  </a:lnTo>
                  <a:lnTo>
                    <a:pt x="1060449" y="2689455"/>
                  </a:lnTo>
                  <a:lnTo>
                    <a:pt x="1147519" y="2669977"/>
                  </a:lnTo>
                  <a:lnTo>
                    <a:pt x="1229879" y="2648070"/>
                  </a:lnTo>
                  <a:lnTo>
                    <a:pt x="1306520" y="2623602"/>
                  </a:lnTo>
                  <a:lnTo>
                    <a:pt x="1377162" y="2596337"/>
                  </a:lnTo>
                  <a:lnTo>
                    <a:pt x="1442049" y="2565931"/>
                  </a:lnTo>
                  <a:lnTo>
                    <a:pt x="1501766" y="2531945"/>
                  </a:lnTo>
                  <a:lnTo>
                    <a:pt x="1557093" y="2493864"/>
                  </a:lnTo>
                  <a:lnTo>
                    <a:pt x="1608901" y="2451134"/>
                  </a:lnTo>
                  <a:lnTo>
                    <a:pt x="1658067" y="2403232"/>
                  </a:lnTo>
                  <a:lnTo>
                    <a:pt x="1705400" y="2349784"/>
                  </a:lnTo>
                  <a:lnTo>
                    <a:pt x="1719082" y="2332982"/>
                  </a:lnTo>
                  <a:lnTo>
                    <a:pt x="1755945" y="2284775"/>
                  </a:lnTo>
                  <a:lnTo>
                    <a:pt x="1792458" y="2232887"/>
                  </a:lnTo>
                  <a:lnTo>
                    <a:pt x="1828857" y="2177244"/>
                  </a:lnTo>
                  <a:lnTo>
                    <a:pt x="1865326" y="2117838"/>
                  </a:lnTo>
                  <a:lnTo>
                    <a:pt x="1901998" y="2054733"/>
                  </a:lnTo>
                  <a:lnTo>
                    <a:pt x="1938967" y="1988073"/>
                  </a:lnTo>
                  <a:lnTo>
                    <a:pt x="1976284" y="1918084"/>
                  </a:lnTo>
                  <a:lnTo>
                    <a:pt x="2013968" y="1845080"/>
                  </a:lnTo>
                  <a:lnTo>
                    <a:pt x="2052002" y="1769452"/>
                  </a:lnTo>
                  <a:lnTo>
                    <a:pt x="2090345" y="1691671"/>
                  </a:lnTo>
                  <a:lnTo>
                    <a:pt x="2128931" y="1612270"/>
                  </a:lnTo>
                  <a:lnTo>
                    <a:pt x="2167676" y="1531833"/>
                  </a:lnTo>
                  <a:lnTo>
                    <a:pt x="2206487" y="1450977"/>
                  </a:lnTo>
                  <a:lnTo>
                    <a:pt x="2245265" y="1370334"/>
                  </a:lnTo>
                  <a:lnTo>
                    <a:pt x="2283912" y="1290528"/>
                  </a:lnTo>
                  <a:lnTo>
                    <a:pt x="2322343" y="1212155"/>
                  </a:lnTo>
                  <a:lnTo>
                    <a:pt x="2360484" y="1135769"/>
                  </a:lnTo>
                  <a:lnTo>
                    <a:pt x="2398286" y="1061859"/>
                  </a:lnTo>
                  <a:lnTo>
                    <a:pt x="2435723" y="990846"/>
                  </a:lnTo>
                  <a:lnTo>
                    <a:pt x="2472801" y="923068"/>
                  </a:lnTo>
                  <a:lnTo>
                    <a:pt x="2509563" y="858781"/>
                  </a:lnTo>
                  <a:lnTo>
                    <a:pt x="2546085" y="798154"/>
                  </a:lnTo>
                  <a:lnTo>
                    <a:pt x="2582490" y="741278"/>
                  </a:lnTo>
                  <a:lnTo>
                    <a:pt x="2618942" y="688167"/>
                  </a:lnTo>
                  <a:lnTo>
                    <a:pt x="2655661" y="638767"/>
                  </a:lnTo>
                  <a:lnTo>
                    <a:pt x="2667772" y="623399"/>
                  </a:lnTo>
                  <a:lnTo>
                    <a:pt x="2714702" y="568292"/>
                  </a:lnTo>
                  <a:lnTo>
                    <a:pt x="2763249" y="518785"/>
                  </a:lnTo>
                  <a:lnTo>
                    <a:pt x="2814190" y="474584"/>
                  </a:lnTo>
                  <a:lnTo>
                    <a:pt x="2868389" y="435193"/>
                  </a:lnTo>
                  <a:lnTo>
                    <a:pt x="2926728" y="400058"/>
                  </a:lnTo>
                  <a:lnTo>
                    <a:pt x="2990021" y="368648"/>
                  </a:lnTo>
                  <a:lnTo>
                    <a:pt x="3058926" y="340498"/>
                  </a:lnTo>
                  <a:lnTo>
                    <a:pt x="3133803" y="315237"/>
                  </a:lnTo>
                  <a:lnTo>
                    <a:pt x="3214548" y="292594"/>
                  </a:lnTo>
                  <a:lnTo>
                    <a:pt x="3300389" y="272409"/>
                  </a:lnTo>
                  <a:lnTo>
                    <a:pt x="3389681" y="254620"/>
                  </a:lnTo>
                  <a:lnTo>
                    <a:pt x="3479795" y="239241"/>
                  </a:lnTo>
                  <a:lnTo>
                    <a:pt x="3567164" y="226331"/>
                  </a:lnTo>
                  <a:lnTo>
                    <a:pt x="3647622" y="215933"/>
                  </a:lnTo>
                  <a:lnTo>
                    <a:pt x="3717031" y="208018"/>
                  </a:lnTo>
                  <a:lnTo>
                    <a:pt x="3772109" y="202434"/>
                  </a:lnTo>
                  <a:lnTo>
                    <a:pt x="3811212" y="198888"/>
                  </a:lnTo>
                  <a:lnTo>
                    <a:pt x="3834818" y="196965"/>
                  </a:lnTo>
                  <a:lnTo>
                    <a:pt x="3845583" y="196172"/>
                  </a:lnTo>
                  <a:lnTo>
                    <a:pt x="3848087" y="196005"/>
                  </a:lnTo>
                  <a:lnTo>
                    <a:pt x="3848118" y="196003"/>
                  </a:lnTo>
                  <a:lnTo>
                    <a:pt x="4386855" y="196003"/>
                  </a:lnTo>
                  <a:lnTo>
                    <a:pt x="4388157" y="195996"/>
                  </a:lnTo>
                  <a:lnTo>
                    <a:pt x="4396652" y="195950"/>
                  </a:lnTo>
                  <a:lnTo>
                    <a:pt x="4417826" y="195821"/>
                  </a:lnTo>
                  <a:lnTo>
                    <a:pt x="4455077" y="195567"/>
                  </a:lnTo>
                  <a:lnTo>
                    <a:pt x="4509379" y="195154"/>
                  </a:lnTo>
                  <a:lnTo>
                    <a:pt x="4579270" y="194554"/>
                  </a:lnTo>
                  <a:lnTo>
                    <a:pt x="4661339" y="193752"/>
                  </a:lnTo>
                  <a:lnTo>
                    <a:pt x="4751103" y="192747"/>
                  </a:lnTo>
                  <a:lnTo>
                    <a:pt x="4843980" y="191541"/>
                  </a:lnTo>
                  <a:lnTo>
                    <a:pt x="4936039" y="190139"/>
                  </a:lnTo>
                  <a:lnTo>
                    <a:pt x="5024395" y="188542"/>
                  </a:lnTo>
                  <a:lnTo>
                    <a:pt x="5107282" y="186745"/>
                  </a:lnTo>
                  <a:lnTo>
                    <a:pt x="5183901" y="184733"/>
                  </a:lnTo>
                  <a:lnTo>
                    <a:pt x="5254195" y="182485"/>
                  </a:lnTo>
                  <a:lnTo>
                    <a:pt x="5318609" y="179966"/>
                  </a:lnTo>
                  <a:lnTo>
                    <a:pt x="5377895" y="177137"/>
                  </a:lnTo>
                  <a:lnTo>
                    <a:pt x="5432969" y="173953"/>
                  </a:lnTo>
                  <a:lnTo>
                    <a:pt x="5484798" y="170369"/>
                  </a:lnTo>
                  <a:lnTo>
                    <a:pt x="5534314" y="166345"/>
                  </a:lnTo>
                  <a:lnTo>
                    <a:pt x="5567201" y="163336"/>
                  </a:lnTo>
                  <a:lnTo>
                    <a:pt x="5619750" y="157985"/>
                  </a:lnTo>
                  <a:lnTo>
                    <a:pt x="5671797" y="152055"/>
                  </a:lnTo>
                  <a:lnTo>
                    <a:pt x="5723929" y="145538"/>
                  </a:lnTo>
                  <a:lnTo>
                    <a:pt x="5776532" y="138450"/>
                  </a:lnTo>
                  <a:lnTo>
                    <a:pt x="5829819" y="130832"/>
                  </a:lnTo>
                  <a:lnTo>
                    <a:pt x="5883846" y="122753"/>
                  </a:lnTo>
                  <a:lnTo>
                    <a:pt x="5938542" y="114306"/>
                  </a:lnTo>
                  <a:lnTo>
                    <a:pt x="5993730" y="105607"/>
                  </a:lnTo>
                  <a:lnTo>
                    <a:pt x="6049162" y="96788"/>
                  </a:lnTo>
                  <a:lnTo>
                    <a:pt x="6104555" y="87988"/>
                  </a:lnTo>
                  <a:lnTo>
                    <a:pt x="6159630" y="79346"/>
                  </a:lnTo>
                  <a:lnTo>
                    <a:pt x="6214156" y="70990"/>
                  </a:lnTo>
                  <a:lnTo>
                    <a:pt x="6267982" y="63029"/>
                  </a:lnTo>
                  <a:lnTo>
                    <a:pt x="6321069" y="55551"/>
                  </a:lnTo>
                  <a:lnTo>
                    <a:pt x="6373515" y="48617"/>
                  </a:lnTo>
                  <a:lnTo>
                    <a:pt x="6425577" y="42260"/>
                  </a:lnTo>
                  <a:lnTo>
                    <a:pt x="6477694" y="36491"/>
                  </a:lnTo>
                  <a:lnTo>
                    <a:pt x="6515891" y="32667"/>
                  </a:lnTo>
                  <a:lnTo>
                    <a:pt x="6564301" y="28331"/>
                  </a:lnTo>
                  <a:lnTo>
                    <a:pt x="6614456" y="24449"/>
                  </a:lnTo>
                  <a:lnTo>
                    <a:pt x="6667211" y="20997"/>
                  </a:lnTo>
                  <a:lnTo>
                    <a:pt x="6723519" y="17931"/>
                  </a:lnTo>
                  <a:lnTo>
                    <a:pt x="6784339" y="15205"/>
                  </a:lnTo>
                  <a:lnTo>
                    <a:pt x="6850549" y="12776"/>
                  </a:lnTo>
                  <a:lnTo>
                    <a:pt x="6922823" y="10606"/>
                  </a:lnTo>
                  <a:lnTo>
                    <a:pt x="7001469" y="8665"/>
                  </a:lnTo>
                  <a:lnTo>
                    <a:pt x="7086220" y="6932"/>
                  </a:lnTo>
                  <a:lnTo>
                    <a:pt x="7175995" y="5397"/>
                  </a:lnTo>
                  <a:lnTo>
                    <a:pt x="7268680" y="4057"/>
                  </a:lnTo>
                  <a:lnTo>
                    <a:pt x="7361037" y="2914"/>
                  </a:lnTo>
                  <a:lnTo>
                    <a:pt x="7448868" y="1973"/>
                  </a:lnTo>
                  <a:lnTo>
                    <a:pt x="7527524" y="1237"/>
                  </a:lnTo>
                  <a:lnTo>
                    <a:pt x="7592758" y="698"/>
                  </a:lnTo>
                  <a:lnTo>
                    <a:pt x="7641694" y="339"/>
                  </a:lnTo>
                  <a:lnTo>
                    <a:pt x="7673615" y="129"/>
                  </a:lnTo>
                  <a:lnTo>
                    <a:pt x="7690289" y="31"/>
                  </a:lnTo>
                  <a:lnTo>
                    <a:pt x="7695815" y="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2" name="pl2002"/>
            <p:cNvSpPr/>
            <p:nvPr/>
          </p:nvSpPr>
          <p:spPr>
            <a:xfrm>
              <a:off x="546595" y="3097051"/>
              <a:ext cx="8234974" cy="2760378"/>
            </a:xfrm>
            <a:custGeom>
              <a:avLst/>
              <a:pathLst>
                <a:path w="8234974" h="2760378">
                  <a:moveTo>
                    <a:pt x="8234974" y="0"/>
                  </a:moveTo>
                  <a:lnTo>
                    <a:pt x="7696237" y="0"/>
                  </a:lnTo>
                  <a:lnTo>
                    <a:pt x="7694935" y="6"/>
                  </a:lnTo>
                  <a:lnTo>
                    <a:pt x="7686441" y="53"/>
                  </a:lnTo>
                  <a:lnTo>
                    <a:pt x="7665266" y="182"/>
                  </a:lnTo>
                  <a:lnTo>
                    <a:pt x="7628015" y="435"/>
                  </a:lnTo>
                  <a:lnTo>
                    <a:pt x="7573713" y="848"/>
                  </a:lnTo>
                  <a:lnTo>
                    <a:pt x="7503822" y="1449"/>
                  </a:lnTo>
                  <a:lnTo>
                    <a:pt x="7421754" y="2250"/>
                  </a:lnTo>
                  <a:lnTo>
                    <a:pt x="7331990" y="3255"/>
                  </a:lnTo>
                  <a:lnTo>
                    <a:pt x="7239112" y="4461"/>
                  </a:lnTo>
                  <a:lnTo>
                    <a:pt x="7147054" y="5864"/>
                  </a:lnTo>
                  <a:lnTo>
                    <a:pt x="7058697" y="7460"/>
                  </a:lnTo>
                  <a:lnTo>
                    <a:pt x="6975811" y="9257"/>
                  </a:lnTo>
                  <a:lnTo>
                    <a:pt x="6899191" y="11269"/>
                  </a:lnTo>
                  <a:lnTo>
                    <a:pt x="6828897" y="13518"/>
                  </a:lnTo>
                  <a:lnTo>
                    <a:pt x="6764484" y="16037"/>
                  </a:lnTo>
                  <a:lnTo>
                    <a:pt x="6705197" y="18865"/>
                  </a:lnTo>
                  <a:lnTo>
                    <a:pt x="6650123" y="22049"/>
                  </a:lnTo>
                  <a:lnTo>
                    <a:pt x="6598294" y="25633"/>
                  </a:lnTo>
                  <a:lnTo>
                    <a:pt x="6548779" y="29658"/>
                  </a:lnTo>
                  <a:lnTo>
                    <a:pt x="6515891" y="32667"/>
                  </a:lnTo>
                  <a:lnTo>
                    <a:pt x="6463342" y="38017"/>
                  </a:lnTo>
                  <a:lnTo>
                    <a:pt x="6411296" y="43948"/>
                  </a:lnTo>
                  <a:lnTo>
                    <a:pt x="6359164" y="50465"/>
                  </a:lnTo>
                  <a:lnTo>
                    <a:pt x="6306560" y="57553"/>
                  </a:lnTo>
                  <a:lnTo>
                    <a:pt x="6253274" y="65170"/>
                  </a:lnTo>
                  <a:lnTo>
                    <a:pt x="6199247" y="73249"/>
                  </a:lnTo>
                  <a:lnTo>
                    <a:pt x="6144550" y="81696"/>
                  </a:lnTo>
                  <a:lnTo>
                    <a:pt x="6089362" y="90395"/>
                  </a:lnTo>
                  <a:lnTo>
                    <a:pt x="6033930" y="99214"/>
                  </a:lnTo>
                  <a:lnTo>
                    <a:pt x="5978538" y="108014"/>
                  </a:lnTo>
                  <a:lnTo>
                    <a:pt x="5923462" y="116656"/>
                  </a:lnTo>
                  <a:lnTo>
                    <a:pt x="5868936" y="125013"/>
                  </a:lnTo>
                  <a:lnTo>
                    <a:pt x="5815110" y="132973"/>
                  </a:lnTo>
                  <a:lnTo>
                    <a:pt x="5762023" y="140451"/>
                  </a:lnTo>
                  <a:lnTo>
                    <a:pt x="5709577" y="147385"/>
                  </a:lnTo>
                  <a:lnTo>
                    <a:pt x="5657515" y="153742"/>
                  </a:lnTo>
                  <a:lnTo>
                    <a:pt x="5605399" y="159511"/>
                  </a:lnTo>
                  <a:lnTo>
                    <a:pt x="5567201" y="163336"/>
                  </a:lnTo>
                  <a:lnTo>
                    <a:pt x="5518791" y="167672"/>
                  </a:lnTo>
                  <a:lnTo>
                    <a:pt x="5468636" y="171553"/>
                  </a:lnTo>
                  <a:lnTo>
                    <a:pt x="5415881" y="175006"/>
                  </a:lnTo>
                  <a:lnTo>
                    <a:pt x="5359574" y="178071"/>
                  </a:lnTo>
                  <a:lnTo>
                    <a:pt x="5298754" y="180797"/>
                  </a:lnTo>
                  <a:lnTo>
                    <a:pt x="5232543" y="183226"/>
                  </a:lnTo>
                  <a:lnTo>
                    <a:pt x="5160270" y="185397"/>
                  </a:lnTo>
                  <a:lnTo>
                    <a:pt x="5081624" y="187338"/>
                  </a:lnTo>
                  <a:lnTo>
                    <a:pt x="4996872" y="189070"/>
                  </a:lnTo>
                  <a:lnTo>
                    <a:pt x="4907097" y="190605"/>
                  </a:lnTo>
                  <a:lnTo>
                    <a:pt x="4814413" y="191945"/>
                  </a:lnTo>
                  <a:lnTo>
                    <a:pt x="4722055" y="193088"/>
                  </a:lnTo>
                  <a:lnTo>
                    <a:pt x="4634225" y="194029"/>
                  </a:lnTo>
                  <a:lnTo>
                    <a:pt x="4555568" y="194766"/>
                  </a:lnTo>
                  <a:lnTo>
                    <a:pt x="4490335" y="195304"/>
                  </a:lnTo>
                  <a:lnTo>
                    <a:pt x="4441399" y="195664"/>
                  </a:lnTo>
                  <a:lnTo>
                    <a:pt x="4409477" y="195873"/>
                  </a:lnTo>
                  <a:lnTo>
                    <a:pt x="4392804" y="195971"/>
                  </a:lnTo>
                  <a:lnTo>
                    <a:pt x="4387277" y="196001"/>
                  </a:lnTo>
                  <a:lnTo>
                    <a:pt x="4386855" y="196003"/>
                  </a:lnTo>
                  <a:lnTo>
                    <a:pt x="3848118" y="196003"/>
                  </a:lnTo>
                  <a:lnTo>
                    <a:pt x="3846928" y="196081"/>
                  </a:lnTo>
                  <a:lnTo>
                    <a:pt x="3839148" y="196637"/>
                  </a:lnTo>
                  <a:lnTo>
                    <a:pt x="3819689" y="198175"/>
                  </a:lnTo>
                  <a:lnTo>
                    <a:pt x="3785296" y="201196"/>
                  </a:lnTo>
                  <a:lnTo>
                    <a:pt x="3734838" y="206143"/>
                  </a:lnTo>
                  <a:lnTo>
                    <a:pt x="3669366" y="213350"/>
                  </a:lnTo>
                  <a:lnTo>
                    <a:pt x="3591751" y="223009"/>
                  </a:lnTo>
                  <a:lnTo>
                    <a:pt x="3505970" y="235183"/>
                  </a:lnTo>
                  <a:lnTo>
                    <a:pt x="3416258" y="249841"/>
                  </a:lnTo>
                  <a:lnTo>
                    <a:pt x="3326406" y="266926"/>
                  </a:lnTo>
                  <a:lnTo>
                    <a:pt x="3239336" y="286404"/>
                  </a:lnTo>
                  <a:lnTo>
                    <a:pt x="3156975" y="308311"/>
                  </a:lnTo>
                  <a:lnTo>
                    <a:pt x="3080334" y="332779"/>
                  </a:lnTo>
                  <a:lnTo>
                    <a:pt x="3009693" y="360044"/>
                  </a:lnTo>
                  <a:lnTo>
                    <a:pt x="2944806" y="390450"/>
                  </a:lnTo>
                  <a:lnTo>
                    <a:pt x="2885089" y="424436"/>
                  </a:lnTo>
                  <a:lnTo>
                    <a:pt x="2829762" y="462517"/>
                  </a:lnTo>
                  <a:lnTo>
                    <a:pt x="2777954" y="505247"/>
                  </a:lnTo>
                  <a:lnTo>
                    <a:pt x="2728788" y="553149"/>
                  </a:lnTo>
                  <a:lnTo>
                    <a:pt x="2681454" y="606597"/>
                  </a:lnTo>
                  <a:lnTo>
                    <a:pt x="2667772" y="623399"/>
                  </a:lnTo>
                  <a:lnTo>
                    <a:pt x="2630910" y="671606"/>
                  </a:lnTo>
                  <a:lnTo>
                    <a:pt x="2594397" y="723494"/>
                  </a:lnTo>
                  <a:lnTo>
                    <a:pt x="2557997" y="779137"/>
                  </a:lnTo>
                  <a:lnTo>
                    <a:pt x="2521529" y="838543"/>
                  </a:lnTo>
                  <a:lnTo>
                    <a:pt x="2484856" y="901648"/>
                  </a:lnTo>
                  <a:lnTo>
                    <a:pt x="2447888" y="968309"/>
                  </a:lnTo>
                  <a:lnTo>
                    <a:pt x="2410570" y="1038297"/>
                  </a:lnTo>
                  <a:lnTo>
                    <a:pt x="2372887" y="1111301"/>
                  </a:lnTo>
                  <a:lnTo>
                    <a:pt x="2334852" y="1186929"/>
                  </a:lnTo>
                  <a:lnTo>
                    <a:pt x="2296509" y="1264710"/>
                  </a:lnTo>
                  <a:lnTo>
                    <a:pt x="2257924" y="1344111"/>
                  </a:lnTo>
                  <a:lnTo>
                    <a:pt x="2219178" y="1424548"/>
                  </a:lnTo>
                  <a:lnTo>
                    <a:pt x="2180367" y="1505404"/>
                  </a:lnTo>
                  <a:lnTo>
                    <a:pt x="2141590" y="1586047"/>
                  </a:lnTo>
                  <a:lnTo>
                    <a:pt x="2102942" y="1665853"/>
                  </a:lnTo>
                  <a:lnTo>
                    <a:pt x="2064512" y="1744226"/>
                  </a:lnTo>
                  <a:lnTo>
                    <a:pt x="2026370" y="1820612"/>
                  </a:lnTo>
                  <a:lnTo>
                    <a:pt x="1988569" y="1894522"/>
                  </a:lnTo>
                  <a:lnTo>
                    <a:pt x="1951132" y="1965535"/>
                  </a:lnTo>
                  <a:lnTo>
                    <a:pt x="1914053" y="2033313"/>
                  </a:lnTo>
                  <a:lnTo>
                    <a:pt x="1877292" y="2097601"/>
                  </a:lnTo>
                  <a:lnTo>
                    <a:pt x="1840769" y="2158227"/>
                  </a:lnTo>
                  <a:lnTo>
                    <a:pt x="1804365" y="2215103"/>
                  </a:lnTo>
                  <a:lnTo>
                    <a:pt x="1767912" y="2268214"/>
                  </a:lnTo>
                  <a:lnTo>
                    <a:pt x="1731194" y="2317614"/>
                  </a:lnTo>
                  <a:lnTo>
                    <a:pt x="1719082" y="2332982"/>
                  </a:lnTo>
                  <a:lnTo>
                    <a:pt x="1672153" y="2388089"/>
                  </a:lnTo>
                  <a:lnTo>
                    <a:pt x="1623605" y="2437596"/>
                  </a:lnTo>
                  <a:lnTo>
                    <a:pt x="1572665" y="2481797"/>
                  </a:lnTo>
                  <a:lnTo>
                    <a:pt x="1518465" y="2521188"/>
                  </a:lnTo>
                  <a:lnTo>
                    <a:pt x="1460127" y="2556323"/>
                  </a:lnTo>
                  <a:lnTo>
                    <a:pt x="1396833" y="2587733"/>
                  </a:lnTo>
                  <a:lnTo>
                    <a:pt x="1327929" y="2615883"/>
                  </a:lnTo>
                  <a:lnTo>
                    <a:pt x="1253052" y="2641144"/>
                  </a:lnTo>
                  <a:lnTo>
                    <a:pt x="1172306" y="2663787"/>
                  </a:lnTo>
                  <a:lnTo>
                    <a:pt x="1086466" y="2683972"/>
                  </a:lnTo>
                  <a:lnTo>
                    <a:pt x="997173" y="2701761"/>
                  </a:lnTo>
                  <a:lnTo>
                    <a:pt x="907060" y="2717140"/>
                  </a:lnTo>
                  <a:lnTo>
                    <a:pt x="819691" y="2730050"/>
                  </a:lnTo>
                  <a:lnTo>
                    <a:pt x="739233" y="2740448"/>
                  </a:lnTo>
                  <a:lnTo>
                    <a:pt x="669824" y="2748363"/>
                  </a:lnTo>
                  <a:lnTo>
                    <a:pt x="614746" y="2753947"/>
                  </a:lnTo>
                  <a:lnTo>
                    <a:pt x="575643" y="2757493"/>
                  </a:lnTo>
                  <a:lnTo>
                    <a:pt x="552037" y="2759416"/>
                  </a:lnTo>
                  <a:lnTo>
                    <a:pt x="541272" y="2760209"/>
                  </a:lnTo>
                  <a:lnTo>
                    <a:pt x="538768" y="2760376"/>
                  </a:lnTo>
                  <a:lnTo>
                    <a:pt x="538736" y="2760378"/>
                  </a:lnTo>
                  <a:lnTo>
                    <a:pt x="0" y="2760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3" name="pg2003"/>
            <p:cNvSpPr/>
            <p:nvPr/>
          </p:nvSpPr>
          <p:spPr>
            <a:xfrm>
              <a:off x="546595" y="3968176"/>
              <a:ext cx="8234974" cy="1900142"/>
            </a:xfrm>
            <a:custGeom>
              <a:avLst/>
              <a:pathLst>
                <a:path w="8234974" h="1900142">
                  <a:moveTo>
                    <a:pt x="0" y="1900142"/>
                  </a:moveTo>
                  <a:lnTo>
                    <a:pt x="538736" y="1900142"/>
                  </a:lnTo>
                  <a:lnTo>
                    <a:pt x="539974" y="1900082"/>
                  </a:lnTo>
                  <a:lnTo>
                    <a:pt x="548063" y="1899654"/>
                  </a:lnTo>
                  <a:lnTo>
                    <a:pt x="568262" y="1898470"/>
                  </a:lnTo>
                  <a:lnTo>
                    <a:pt x="603892" y="1896145"/>
                  </a:lnTo>
                  <a:lnTo>
                    <a:pt x="656019" y="1892343"/>
                  </a:lnTo>
                  <a:lnTo>
                    <a:pt x="723420" y="1886811"/>
                  </a:lnTo>
                  <a:lnTo>
                    <a:pt x="802991" y="1879411"/>
                  </a:lnTo>
                  <a:lnTo>
                    <a:pt x="890535" y="1870103"/>
                  </a:lnTo>
                  <a:lnTo>
                    <a:pt x="981663" y="1858912"/>
                  </a:lnTo>
                  <a:lnTo>
                    <a:pt x="1072516" y="1845885"/>
                  </a:lnTo>
                  <a:lnTo>
                    <a:pt x="1160183" y="1831041"/>
                  </a:lnTo>
                  <a:lnTo>
                    <a:pt x="1242802" y="1814343"/>
                  </a:lnTo>
                  <a:lnTo>
                    <a:pt x="1319454" y="1795677"/>
                  </a:lnTo>
                  <a:lnTo>
                    <a:pt x="1389955" y="1774847"/>
                  </a:lnTo>
                  <a:lnTo>
                    <a:pt x="1454637" y="1751574"/>
                  </a:lnTo>
                  <a:lnTo>
                    <a:pt x="1514158" y="1725508"/>
                  </a:lnTo>
                  <a:lnTo>
                    <a:pt x="1569360" y="1696243"/>
                  </a:lnTo>
                  <a:lnTo>
                    <a:pt x="1621157" y="1663352"/>
                  </a:lnTo>
                  <a:lnTo>
                    <a:pt x="1670452" y="1626451"/>
                  </a:lnTo>
                  <a:lnTo>
                    <a:pt x="1718059" y="1585303"/>
                  </a:lnTo>
                  <a:lnTo>
                    <a:pt x="1719082" y="1584359"/>
                  </a:lnTo>
                  <a:lnTo>
                    <a:pt x="1760065" y="1544565"/>
                  </a:lnTo>
                  <a:lnTo>
                    <a:pt x="1800651" y="1501395"/>
                  </a:lnTo>
                  <a:lnTo>
                    <a:pt x="1841151" y="1454786"/>
                  </a:lnTo>
                  <a:lnTo>
                    <a:pt x="1881798" y="1404749"/>
                  </a:lnTo>
                  <a:lnTo>
                    <a:pt x="1922754" y="1351381"/>
                  </a:lnTo>
                  <a:lnTo>
                    <a:pt x="1964118" y="1294871"/>
                  </a:lnTo>
                  <a:lnTo>
                    <a:pt x="2005931" y="1235503"/>
                  </a:lnTo>
                  <a:lnTo>
                    <a:pt x="2048186" y="1173656"/>
                  </a:lnTo>
                  <a:lnTo>
                    <a:pt x="2090828" y="1109794"/>
                  </a:lnTo>
                  <a:lnTo>
                    <a:pt x="2133770" y="1044458"/>
                  </a:lnTo>
                  <a:lnTo>
                    <a:pt x="2176894" y="978245"/>
                  </a:lnTo>
                  <a:lnTo>
                    <a:pt x="2220071" y="911787"/>
                  </a:lnTo>
                  <a:lnTo>
                    <a:pt x="2263164" y="845723"/>
                  </a:lnTo>
                  <a:lnTo>
                    <a:pt x="2306045" y="780681"/>
                  </a:lnTo>
                  <a:lnTo>
                    <a:pt x="2348603" y="717245"/>
                  </a:lnTo>
                  <a:lnTo>
                    <a:pt x="2390758" y="655940"/>
                  </a:lnTo>
                  <a:lnTo>
                    <a:pt x="2432465" y="597211"/>
                  </a:lnTo>
                  <a:lnTo>
                    <a:pt x="2473728" y="541414"/>
                  </a:lnTo>
                  <a:lnTo>
                    <a:pt x="2514600" y="488813"/>
                  </a:lnTo>
                  <a:lnTo>
                    <a:pt x="2555196" y="439574"/>
                  </a:lnTo>
                  <a:lnTo>
                    <a:pt x="2595692" y="393772"/>
                  </a:lnTo>
                  <a:lnTo>
                    <a:pt x="2636339" y="351402"/>
                  </a:lnTo>
                  <a:lnTo>
                    <a:pt x="2667772" y="321227"/>
                  </a:lnTo>
                  <a:lnTo>
                    <a:pt x="2715350" y="279986"/>
                  </a:lnTo>
                  <a:lnTo>
                    <a:pt x="2764600" y="242994"/>
                  </a:lnTo>
                  <a:lnTo>
                    <a:pt x="2816333" y="210020"/>
                  </a:lnTo>
                  <a:lnTo>
                    <a:pt x="2871451" y="180680"/>
                  </a:lnTo>
                  <a:lnTo>
                    <a:pt x="2930869" y="154549"/>
                  </a:lnTo>
                  <a:lnTo>
                    <a:pt x="2995430" y="131219"/>
                  </a:lnTo>
                  <a:lnTo>
                    <a:pt x="3065799" y="110339"/>
                  </a:lnTo>
                  <a:lnTo>
                    <a:pt x="3142317" y="91628"/>
                  </a:lnTo>
                  <a:lnTo>
                    <a:pt x="3224813" y="74888"/>
                  </a:lnTo>
                  <a:lnTo>
                    <a:pt x="3312386" y="60005"/>
                  </a:lnTo>
                  <a:lnTo>
                    <a:pt x="3403197" y="46938"/>
                  </a:lnTo>
                  <a:lnTo>
                    <a:pt x="3494357" y="35707"/>
                  </a:lnTo>
                  <a:lnTo>
                    <a:pt x="3582025" y="26357"/>
                  </a:lnTo>
                  <a:lnTo>
                    <a:pt x="3661816" y="18916"/>
                  </a:lnTo>
                  <a:lnTo>
                    <a:pt x="3729521" y="13345"/>
                  </a:lnTo>
                  <a:lnTo>
                    <a:pt x="3782002" y="9507"/>
                  </a:lnTo>
                  <a:lnTo>
                    <a:pt x="3817989" y="7153"/>
                  </a:lnTo>
                  <a:lnTo>
                    <a:pt x="3838497" y="5949"/>
                  </a:lnTo>
                  <a:lnTo>
                    <a:pt x="3846799" y="550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7" y="5469"/>
                  </a:lnTo>
                  <a:lnTo>
                    <a:pt x="4396575" y="5651"/>
                  </a:lnTo>
                  <a:lnTo>
                    <a:pt x="4417591" y="6152"/>
                  </a:lnTo>
                  <a:lnTo>
                    <a:pt x="4454579" y="7135"/>
                  </a:lnTo>
                  <a:lnTo>
                    <a:pt x="4508529" y="8742"/>
                  </a:lnTo>
                  <a:lnTo>
                    <a:pt x="4578018" y="11075"/>
                  </a:lnTo>
                  <a:lnTo>
                    <a:pt x="4659686" y="14190"/>
                  </a:lnTo>
                  <a:lnTo>
                    <a:pt x="4749097" y="18101"/>
                  </a:lnTo>
                  <a:lnTo>
                    <a:pt x="4841698" y="22795"/>
                  </a:lnTo>
                  <a:lnTo>
                    <a:pt x="4933568" y="28252"/>
                  </a:lnTo>
                  <a:lnTo>
                    <a:pt x="5021820" y="34467"/>
                  </a:lnTo>
                  <a:lnTo>
                    <a:pt x="5104668" y="41461"/>
                  </a:lnTo>
                  <a:lnTo>
                    <a:pt x="5181296" y="49288"/>
                  </a:lnTo>
                  <a:lnTo>
                    <a:pt x="5251625" y="58036"/>
                  </a:lnTo>
                  <a:lnTo>
                    <a:pt x="5316082" y="67830"/>
                  </a:lnTo>
                  <a:lnTo>
                    <a:pt x="5375405" y="78824"/>
                  </a:lnTo>
                  <a:lnTo>
                    <a:pt x="5430497" y="91193"/>
                  </a:lnTo>
                  <a:lnTo>
                    <a:pt x="5482317" y="105116"/>
                  </a:lnTo>
                  <a:lnTo>
                    <a:pt x="5531793" y="120745"/>
                  </a:lnTo>
                  <a:lnTo>
                    <a:pt x="5567201" y="133391"/>
                  </a:lnTo>
                  <a:lnTo>
                    <a:pt x="5616752" y="153082"/>
                  </a:lnTo>
                  <a:lnTo>
                    <a:pt x="5665822" y="174788"/>
                  </a:lnTo>
                  <a:lnTo>
                    <a:pt x="5714919" y="198538"/>
                  </a:lnTo>
                  <a:lnTo>
                    <a:pt x="5764390" y="224290"/>
                  </a:lnTo>
                  <a:lnTo>
                    <a:pt x="5814438" y="251928"/>
                  </a:lnTo>
                  <a:lnTo>
                    <a:pt x="5865143" y="281250"/>
                  </a:lnTo>
                  <a:lnTo>
                    <a:pt x="5916477" y="311974"/>
                  </a:lnTo>
                  <a:lnTo>
                    <a:pt x="5968322" y="343745"/>
                  </a:lnTo>
                  <a:lnTo>
                    <a:pt x="6020491" y="376152"/>
                  </a:lnTo>
                  <a:lnTo>
                    <a:pt x="6072756" y="408743"/>
                  </a:lnTo>
                  <a:lnTo>
                    <a:pt x="6124879" y="441060"/>
                  </a:lnTo>
                  <a:lnTo>
                    <a:pt x="6176637" y="472659"/>
                  </a:lnTo>
                  <a:lnTo>
                    <a:pt x="6227856" y="503136"/>
                  </a:lnTo>
                  <a:lnTo>
                    <a:pt x="6278433" y="532150"/>
                  </a:lnTo>
                  <a:lnTo>
                    <a:pt x="6328358" y="559435"/>
                  </a:lnTo>
                  <a:lnTo>
                    <a:pt x="6377736" y="584805"/>
                  </a:lnTo>
                  <a:lnTo>
                    <a:pt x="6426796" y="608158"/>
                  </a:lnTo>
                  <a:lnTo>
                    <a:pt x="6475914" y="629468"/>
                  </a:lnTo>
                  <a:lnTo>
                    <a:pt x="6515891" y="645177"/>
                  </a:lnTo>
                  <a:lnTo>
                    <a:pt x="6564168" y="662116"/>
                  </a:lnTo>
                  <a:lnTo>
                    <a:pt x="6614177" y="677284"/>
                  </a:lnTo>
                  <a:lnTo>
                    <a:pt x="6666767" y="690780"/>
                  </a:lnTo>
                  <a:lnTo>
                    <a:pt x="6722882" y="702769"/>
                  </a:lnTo>
                  <a:lnTo>
                    <a:pt x="6783476" y="713430"/>
                  </a:lnTo>
                  <a:lnTo>
                    <a:pt x="6849419" y="722935"/>
                  </a:lnTo>
                  <a:lnTo>
                    <a:pt x="6921385" y="731429"/>
                  </a:lnTo>
                  <a:lnTo>
                    <a:pt x="6999687" y="739029"/>
                  </a:lnTo>
                  <a:lnTo>
                    <a:pt x="7084075" y="745813"/>
                  </a:lnTo>
                  <a:lnTo>
                    <a:pt x="7173498" y="751828"/>
                  </a:lnTo>
                  <a:lnTo>
                    <a:pt x="7265887" y="757085"/>
                  </a:lnTo>
                  <a:lnTo>
                    <a:pt x="7358064" y="761574"/>
                  </a:lnTo>
                  <a:lnTo>
                    <a:pt x="7445885" y="765276"/>
                  </a:lnTo>
                  <a:lnTo>
                    <a:pt x="7524746" y="768182"/>
                  </a:lnTo>
                  <a:lnTo>
                    <a:pt x="7590398" y="770317"/>
                  </a:lnTo>
                  <a:lnTo>
                    <a:pt x="7639918" y="771747"/>
                  </a:lnTo>
                  <a:lnTo>
                    <a:pt x="7672496" y="772588"/>
                  </a:lnTo>
                  <a:lnTo>
                    <a:pt x="7689773" y="772989"/>
                  </a:lnTo>
                  <a:lnTo>
                    <a:pt x="7695713" y="773113"/>
                  </a:lnTo>
                  <a:lnTo>
                    <a:pt x="7696237" y="773123"/>
                  </a:lnTo>
                  <a:lnTo>
                    <a:pt x="8234974" y="773123"/>
                  </a:lnTo>
                  <a:lnTo>
                    <a:pt x="8234974" y="767679"/>
                  </a:ln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0" y="59"/>
                  </a:lnTo>
                  <a:lnTo>
                    <a:pt x="3838792" y="488"/>
                  </a:lnTo>
                  <a:lnTo>
                    <a:pt x="3818592" y="1672"/>
                  </a:lnTo>
                  <a:lnTo>
                    <a:pt x="3782963" y="3996"/>
                  </a:lnTo>
                  <a:lnTo>
                    <a:pt x="3730835" y="7799"/>
                  </a:lnTo>
                  <a:lnTo>
                    <a:pt x="3663434" y="13330"/>
                  </a:lnTo>
                  <a:lnTo>
                    <a:pt x="3583864" y="20730"/>
                  </a:lnTo>
                  <a:lnTo>
                    <a:pt x="3496320" y="30039"/>
                  </a:lnTo>
                  <a:lnTo>
                    <a:pt x="3405192" y="41229"/>
                  </a:lnTo>
                  <a:lnTo>
                    <a:pt x="3314339" y="54256"/>
                  </a:lnTo>
                  <a:lnTo>
                    <a:pt x="3226672" y="69100"/>
                  </a:lnTo>
                  <a:lnTo>
                    <a:pt x="3144052" y="85798"/>
                  </a:lnTo>
                  <a:lnTo>
                    <a:pt x="3067400" y="104464"/>
                  </a:lnTo>
                  <a:lnTo>
                    <a:pt x="2996900" y="125295"/>
                  </a:lnTo>
                  <a:lnTo>
                    <a:pt x="2932218" y="148567"/>
                  </a:lnTo>
                  <a:lnTo>
                    <a:pt x="2872696" y="174633"/>
                  </a:lnTo>
                  <a:lnTo>
                    <a:pt x="2817494" y="203899"/>
                  </a:lnTo>
                  <a:lnTo>
                    <a:pt x="2765698" y="236789"/>
                  </a:lnTo>
                  <a:lnTo>
                    <a:pt x="2716402" y="273690"/>
                  </a:lnTo>
                  <a:lnTo>
                    <a:pt x="2668796" y="314838"/>
                  </a:lnTo>
                  <a:lnTo>
                    <a:pt x="2667772" y="315782"/>
                  </a:lnTo>
                  <a:lnTo>
                    <a:pt x="2626789" y="355577"/>
                  </a:lnTo>
                  <a:lnTo>
                    <a:pt x="2586204" y="398746"/>
                  </a:lnTo>
                  <a:lnTo>
                    <a:pt x="2545704" y="445355"/>
                  </a:lnTo>
                  <a:lnTo>
                    <a:pt x="2505057" y="495392"/>
                  </a:lnTo>
                  <a:lnTo>
                    <a:pt x="2464101" y="548760"/>
                  </a:lnTo>
                  <a:lnTo>
                    <a:pt x="2422737" y="605270"/>
                  </a:lnTo>
                  <a:lnTo>
                    <a:pt x="2380923" y="664638"/>
                  </a:lnTo>
                  <a:lnTo>
                    <a:pt x="2338669" y="726486"/>
                  </a:lnTo>
                  <a:lnTo>
                    <a:pt x="2296026" y="790347"/>
                  </a:lnTo>
                  <a:lnTo>
                    <a:pt x="2253085" y="855683"/>
                  </a:lnTo>
                  <a:lnTo>
                    <a:pt x="2209960" y="921896"/>
                  </a:lnTo>
                  <a:lnTo>
                    <a:pt x="2166784" y="988355"/>
                  </a:lnTo>
                  <a:lnTo>
                    <a:pt x="2123691" y="1054418"/>
                  </a:lnTo>
                  <a:lnTo>
                    <a:pt x="2080810" y="1119460"/>
                  </a:lnTo>
                  <a:lnTo>
                    <a:pt x="2038252" y="1182896"/>
                  </a:lnTo>
                  <a:lnTo>
                    <a:pt x="1996097" y="1244202"/>
                  </a:lnTo>
                  <a:lnTo>
                    <a:pt x="1954390" y="1302931"/>
                  </a:lnTo>
                  <a:lnTo>
                    <a:pt x="1913127" y="1358727"/>
                  </a:lnTo>
                  <a:lnTo>
                    <a:pt x="1872254" y="1411328"/>
                  </a:lnTo>
                  <a:lnTo>
                    <a:pt x="1831659" y="1460568"/>
                  </a:lnTo>
                  <a:lnTo>
                    <a:pt x="1791162" y="1506369"/>
                  </a:lnTo>
                  <a:lnTo>
                    <a:pt x="1750515" y="1548740"/>
                  </a:lnTo>
                  <a:lnTo>
                    <a:pt x="1719082" y="1578914"/>
                  </a:lnTo>
                  <a:lnTo>
                    <a:pt x="1671505" y="1620156"/>
                  </a:lnTo>
                  <a:lnTo>
                    <a:pt x="1622254" y="1657148"/>
                  </a:lnTo>
                  <a:lnTo>
                    <a:pt x="1570522" y="1690122"/>
                  </a:lnTo>
                  <a:lnTo>
                    <a:pt x="1515404" y="1719461"/>
                  </a:lnTo>
                  <a:lnTo>
                    <a:pt x="1455986" y="1745593"/>
                  </a:lnTo>
                  <a:lnTo>
                    <a:pt x="1391424" y="1768922"/>
                  </a:lnTo>
                  <a:lnTo>
                    <a:pt x="1321055" y="1789803"/>
                  </a:lnTo>
                  <a:lnTo>
                    <a:pt x="1244538" y="1808514"/>
                  </a:lnTo>
                  <a:lnTo>
                    <a:pt x="1162041" y="1825253"/>
                  </a:lnTo>
                  <a:lnTo>
                    <a:pt x="1074468" y="1840137"/>
                  </a:lnTo>
                  <a:lnTo>
                    <a:pt x="983657" y="1853203"/>
                  </a:lnTo>
                  <a:lnTo>
                    <a:pt x="892498" y="1864434"/>
                  </a:lnTo>
                  <a:lnTo>
                    <a:pt x="804829" y="1873784"/>
                  </a:lnTo>
                  <a:lnTo>
                    <a:pt x="725038" y="1881226"/>
                  </a:lnTo>
                  <a:lnTo>
                    <a:pt x="657334" y="1886797"/>
                  </a:lnTo>
                  <a:lnTo>
                    <a:pt x="604852" y="1890635"/>
                  </a:lnTo>
                  <a:lnTo>
                    <a:pt x="568866" y="1892988"/>
                  </a:lnTo>
                  <a:lnTo>
                    <a:pt x="548358" y="1894193"/>
                  </a:lnTo>
                  <a:lnTo>
                    <a:pt x="540055" y="1894633"/>
                  </a:lnTo>
                  <a:lnTo>
                    <a:pt x="538736" y="1894697"/>
                  </a:lnTo>
                  <a:lnTo>
                    <a:pt x="0" y="1894697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04" name="pl2004"/>
            <p:cNvSpPr/>
            <p:nvPr/>
          </p:nvSpPr>
          <p:spPr>
            <a:xfrm>
              <a:off x="546595" y="3973621"/>
              <a:ext cx="8234974" cy="1894697"/>
            </a:xfrm>
            <a:custGeom>
              <a:avLst/>
              <a:pathLst>
                <a:path w="8234974" h="1894697">
                  <a:moveTo>
                    <a:pt x="0" y="1894697"/>
                  </a:moveTo>
                  <a:lnTo>
                    <a:pt x="538736" y="1894697"/>
                  </a:lnTo>
                  <a:lnTo>
                    <a:pt x="539974" y="1894637"/>
                  </a:lnTo>
                  <a:lnTo>
                    <a:pt x="548063" y="1894209"/>
                  </a:lnTo>
                  <a:lnTo>
                    <a:pt x="568262" y="1893025"/>
                  </a:lnTo>
                  <a:lnTo>
                    <a:pt x="603892" y="1890701"/>
                  </a:lnTo>
                  <a:lnTo>
                    <a:pt x="656019" y="1886898"/>
                  </a:lnTo>
                  <a:lnTo>
                    <a:pt x="723420" y="1881367"/>
                  </a:lnTo>
                  <a:lnTo>
                    <a:pt x="802991" y="1873967"/>
                  </a:lnTo>
                  <a:lnTo>
                    <a:pt x="890535" y="1864658"/>
                  </a:lnTo>
                  <a:lnTo>
                    <a:pt x="981663" y="1853468"/>
                  </a:lnTo>
                  <a:lnTo>
                    <a:pt x="1072516" y="1840441"/>
                  </a:lnTo>
                  <a:lnTo>
                    <a:pt x="1160183" y="1825597"/>
                  </a:lnTo>
                  <a:lnTo>
                    <a:pt x="1242802" y="1808899"/>
                  </a:lnTo>
                  <a:lnTo>
                    <a:pt x="1319454" y="1790233"/>
                  </a:lnTo>
                  <a:lnTo>
                    <a:pt x="1389955" y="1769402"/>
                  </a:lnTo>
                  <a:lnTo>
                    <a:pt x="1454637" y="1746130"/>
                  </a:lnTo>
                  <a:lnTo>
                    <a:pt x="1514158" y="1720063"/>
                  </a:lnTo>
                  <a:lnTo>
                    <a:pt x="1569360" y="1690798"/>
                  </a:lnTo>
                  <a:lnTo>
                    <a:pt x="1621157" y="1657908"/>
                  </a:lnTo>
                  <a:lnTo>
                    <a:pt x="1670452" y="1621007"/>
                  </a:lnTo>
                  <a:lnTo>
                    <a:pt x="1718059" y="1579858"/>
                  </a:lnTo>
                  <a:lnTo>
                    <a:pt x="1719082" y="1578914"/>
                  </a:lnTo>
                  <a:lnTo>
                    <a:pt x="1760065" y="1539120"/>
                  </a:lnTo>
                  <a:lnTo>
                    <a:pt x="1800651" y="1495951"/>
                  </a:lnTo>
                  <a:lnTo>
                    <a:pt x="1841151" y="1449342"/>
                  </a:lnTo>
                  <a:lnTo>
                    <a:pt x="1881798" y="1399305"/>
                  </a:lnTo>
                  <a:lnTo>
                    <a:pt x="1922754" y="1345937"/>
                  </a:lnTo>
                  <a:lnTo>
                    <a:pt x="1964118" y="1289427"/>
                  </a:lnTo>
                  <a:lnTo>
                    <a:pt x="2005931" y="1230059"/>
                  </a:lnTo>
                  <a:lnTo>
                    <a:pt x="2048186" y="1168211"/>
                  </a:lnTo>
                  <a:lnTo>
                    <a:pt x="2090828" y="1104350"/>
                  </a:lnTo>
                  <a:lnTo>
                    <a:pt x="2133770" y="1039014"/>
                  </a:lnTo>
                  <a:lnTo>
                    <a:pt x="2176894" y="972801"/>
                  </a:lnTo>
                  <a:lnTo>
                    <a:pt x="2220071" y="906342"/>
                  </a:lnTo>
                  <a:lnTo>
                    <a:pt x="2263164" y="840279"/>
                  </a:lnTo>
                  <a:lnTo>
                    <a:pt x="2306045" y="775236"/>
                  </a:lnTo>
                  <a:lnTo>
                    <a:pt x="2348603" y="711801"/>
                  </a:lnTo>
                  <a:lnTo>
                    <a:pt x="2390758" y="650495"/>
                  </a:lnTo>
                  <a:lnTo>
                    <a:pt x="2432465" y="591766"/>
                  </a:lnTo>
                  <a:lnTo>
                    <a:pt x="2473728" y="535970"/>
                  </a:lnTo>
                  <a:lnTo>
                    <a:pt x="2514600" y="483369"/>
                  </a:lnTo>
                  <a:lnTo>
                    <a:pt x="2555196" y="434129"/>
                  </a:lnTo>
                  <a:lnTo>
                    <a:pt x="2595692" y="388328"/>
                  </a:lnTo>
                  <a:lnTo>
                    <a:pt x="2636339" y="345957"/>
                  </a:lnTo>
                  <a:lnTo>
                    <a:pt x="2667772" y="315782"/>
                  </a:lnTo>
                  <a:lnTo>
                    <a:pt x="2715350" y="274541"/>
                  </a:lnTo>
                  <a:lnTo>
                    <a:pt x="2764600" y="237549"/>
                  </a:lnTo>
                  <a:lnTo>
                    <a:pt x="2816333" y="204575"/>
                  </a:lnTo>
                  <a:lnTo>
                    <a:pt x="2871451" y="175235"/>
                  </a:lnTo>
                  <a:lnTo>
                    <a:pt x="2930869" y="149104"/>
                  </a:lnTo>
                  <a:lnTo>
                    <a:pt x="2995430" y="125775"/>
                  </a:lnTo>
                  <a:lnTo>
                    <a:pt x="3065799" y="104894"/>
                  </a:lnTo>
                  <a:lnTo>
                    <a:pt x="3142317" y="86183"/>
                  </a:lnTo>
                  <a:lnTo>
                    <a:pt x="3224813" y="69444"/>
                  </a:lnTo>
                  <a:lnTo>
                    <a:pt x="3312386" y="54560"/>
                  </a:lnTo>
                  <a:lnTo>
                    <a:pt x="3403197" y="41493"/>
                  </a:lnTo>
                  <a:lnTo>
                    <a:pt x="3494357" y="30263"/>
                  </a:lnTo>
                  <a:lnTo>
                    <a:pt x="3582025" y="20913"/>
                  </a:lnTo>
                  <a:lnTo>
                    <a:pt x="3661816" y="13471"/>
                  </a:lnTo>
                  <a:lnTo>
                    <a:pt x="3729521" y="7900"/>
                  </a:lnTo>
                  <a:lnTo>
                    <a:pt x="3782002" y="4062"/>
                  </a:lnTo>
                  <a:lnTo>
                    <a:pt x="3817989" y="1709"/>
                  </a:lnTo>
                  <a:lnTo>
                    <a:pt x="3838497" y="504"/>
                  </a:lnTo>
                  <a:lnTo>
                    <a:pt x="3846799" y="63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7" y="25"/>
                  </a:lnTo>
                  <a:lnTo>
                    <a:pt x="4396575" y="206"/>
                  </a:lnTo>
                  <a:lnTo>
                    <a:pt x="4417591" y="707"/>
                  </a:lnTo>
                  <a:lnTo>
                    <a:pt x="4454579" y="1690"/>
                  </a:lnTo>
                  <a:lnTo>
                    <a:pt x="4508529" y="3297"/>
                  </a:lnTo>
                  <a:lnTo>
                    <a:pt x="4578018" y="5630"/>
                  </a:lnTo>
                  <a:lnTo>
                    <a:pt x="4659686" y="8746"/>
                  </a:lnTo>
                  <a:lnTo>
                    <a:pt x="4749097" y="12657"/>
                  </a:lnTo>
                  <a:lnTo>
                    <a:pt x="4841698" y="17350"/>
                  </a:lnTo>
                  <a:lnTo>
                    <a:pt x="4933568" y="22807"/>
                  </a:lnTo>
                  <a:lnTo>
                    <a:pt x="5021820" y="29023"/>
                  </a:lnTo>
                  <a:lnTo>
                    <a:pt x="5104668" y="36017"/>
                  </a:lnTo>
                  <a:lnTo>
                    <a:pt x="5181296" y="43843"/>
                  </a:lnTo>
                  <a:lnTo>
                    <a:pt x="5251625" y="52591"/>
                  </a:lnTo>
                  <a:lnTo>
                    <a:pt x="5316082" y="62385"/>
                  </a:lnTo>
                  <a:lnTo>
                    <a:pt x="5375405" y="73379"/>
                  </a:lnTo>
                  <a:lnTo>
                    <a:pt x="5430497" y="85748"/>
                  </a:lnTo>
                  <a:lnTo>
                    <a:pt x="5482317" y="99671"/>
                  </a:lnTo>
                  <a:lnTo>
                    <a:pt x="5531793" y="115301"/>
                  </a:lnTo>
                  <a:lnTo>
                    <a:pt x="5567201" y="127946"/>
                  </a:lnTo>
                  <a:lnTo>
                    <a:pt x="5616752" y="147638"/>
                  </a:lnTo>
                  <a:lnTo>
                    <a:pt x="5665822" y="169344"/>
                  </a:lnTo>
                  <a:lnTo>
                    <a:pt x="5714919" y="193093"/>
                  </a:lnTo>
                  <a:lnTo>
                    <a:pt x="5764390" y="218846"/>
                  </a:lnTo>
                  <a:lnTo>
                    <a:pt x="5814438" y="246483"/>
                  </a:lnTo>
                  <a:lnTo>
                    <a:pt x="5865143" y="275805"/>
                  </a:lnTo>
                  <a:lnTo>
                    <a:pt x="5916477" y="306529"/>
                  </a:lnTo>
                  <a:lnTo>
                    <a:pt x="5968322" y="338301"/>
                  </a:lnTo>
                  <a:lnTo>
                    <a:pt x="6020491" y="370707"/>
                  </a:lnTo>
                  <a:lnTo>
                    <a:pt x="6072756" y="403299"/>
                  </a:lnTo>
                  <a:lnTo>
                    <a:pt x="6124879" y="435616"/>
                  </a:lnTo>
                  <a:lnTo>
                    <a:pt x="6176637" y="467214"/>
                  </a:lnTo>
                  <a:lnTo>
                    <a:pt x="6227856" y="497692"/>
                  </a:lnTo>
                  <a:lnTo>
                    <a:pt x="6278433" y="526706"/>
                  </a:lnTo>
                  <a:lnTo>
                    <a:pt x="6328358" y="553990"/>
                  </a:lnTo>
                  <a:lnTo>
                    <a:pt x="6377736" y="579360"/>
                  </a:lnTo>
                  <a:lnTo>
                    <a:pt x="6426796" y="602713"/>
                  </a:lnTo>
                  <a:lnTo>
                    <a:pt x="6475914" y="624023"/>
                  </a:lnTo>
                  <a:lnTo>
                    <a:pt x="6515891" y="639732"/>
                  </a:lnTo>
                  <a:lnTo>
                    <a:pt x="6564168" y="656671"/>
                  </a:lnTo>
                  <a:lnTo>
                    <a:pt x="6614177" y="671839"/>
                  </a:lnTo>
                  <a:lnTo>
                    <a:pt x="6666767" y="685336"/>
                  </a:lnTo>
                  <a:lnTo>
                    <a:pt x="6722882" y="697324"/>
                  </a:lnTo>
                  <a:lnTo>
                    <a:pt x="6783476" y="707986"/>
                  </a:lnTo>
                  <a:lnTo>
                    <a:pt x="6849419" y="717490"/>
                  </a:lnTo>
                  <a:lnTo>
                    <a:pt x="6921385" y="725984"/>
                  </a:lnTo>
                  <a:lnTo>
                    <a:pt x="6999687" y="733584"/>
                  </a:lnTo>
                  <a:lnTo>
                    <a:pt x="7084075" y="740369"/>
                  </a:lnTo>
                  <a:lnTo>
                    <a:pt x="7173498" y="746384"/>
                  </a:lnTo>
                  <a:lnTo>
                    <a:pt x="7265887" y="751641"/>
                  </a:lnTo>
                  <a:lnTo>
                    <a:pt x="7358064" y="756130"/>
                  </a:lnTo>
                  <a:lnTo>
                    <a:pt x="7445885" y="759831"/>
                  </a:lnTo>
                  <a:lnTo>
                    <a:pt x="7524746" y="762738"/>
                  </a:lnTo>
                  <a:lnTo>
                    <a:pt x="7590398" y="764872"/>
                  </a:lnTo>
                  <a:lnTo>
                    <a:pt x="7639918" y="766302"/>
                  </a:lnTo>
                  <a:lnTo>
                    <a:pt x="7672496" y="767144"/>
                  </a:lnTo>
                  <a:lnTo>
                    <a:pt x="7689773" y="767544"/>
                  </a:lnTo>
                  <a:lnTo>
                    <a:pt x="7695713" y="767669"/>
                  </a:lnTo>
                  <a:lnTo>
                    <a:pt x="7696237" y="767679"/>
                  </a:lnTo>
                  <a:lnTo>
                    <a:pt x="8234974" y="76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5" name="pl2005"/>
            <p:cNvSpPr/>
            <p:nvPr/>
          </p:nvSpPr>
          <p:spPr>
            <a:xfrm>
              <a:off x="546595" y="3968176"/>
              <a:ext cx="8234974" cy="1894697"/>
            </a:xfrm>
            <a:custGeom>
              <a:avLst/>
              <a:pathLst>
                <a:path w="8234974" h="1894697">
                  <a:moveTo>
                    <a:pt x="8234974" y="767679"/>
                  </a:moveTo>
                  <a:lnTo>
                    <a:pt x="7696237" y="767679"/>
                  </a:lnTo>
                  <a:lnTo>
                    <a:pt x="7694946" y="767653"/>
                  </a:lnTo>
                  <a:lnTo>
                    <a:pt x="7686517" y="767472"/>
                  </a:lnTo>
                  <a:lnTo>
                    <a:pt x="7665501" y="766971"/>
                  </a:lnTo>
                  <a:lnTo>
                    <a:pt x="7628514" y="765988"/>
                  </a:lnTo>
                  <a:lnTo>
                    <a:pt x="7574564" y="764381"/>
                  </a:lnTo>
                  <a:lnTo>
                    <a:pt x="7505074" y="762048"/>
                  </a:lnTo>
                  <a:lnTo>
                    <a:pt x="7423406" y="758933"/>
                  </a:lnTo>
                  <a:lnTo>
                    <a:pt x="7333996" y="755022"/>
                  </a:lnTo>
                  <a:lnTo>
                    <a:pt x="7241395" y="750328"/>
                  </a:lnTo>
                  <a:lnTo>
                    <a:pt x="7149524" y="744871"/>
                  </a:lnTo>
                  <a:lnTo>
                    <a:pt x="7061273" y="738656"/>
                  </a:lnTo>
                  <a:lnTo>
                    <a:pt x="6978424" y="731662"/>
                  </a:lnTo>
                  <a:lnTo>
                    <a:pt x="6901796" y="723835"/>
                  </a:lnTo>
                  <a:lnTo>
                    <a:pt x="6831467" y="715087"/>
                  </a:lnTo>
                  <a:lnTo>
                    <a:pt x="6767011" y="705293"/>
                  </a:lnTo>
                  <a:lnTo>
                    <a:pt x="6707688" y="694299"/>
                  </a:lnTo>
                  <a:lnTo>
                    <a:pt x="6652596" y="681930"/>
                  </a:lnTo>
                  <a:lnTo>
                    <a:pt x="6600775" y="668007"/>
                  </a:lnTo>
                  <a:lnTo>
                    <a:pt x="6551299" y="652378"/>
                  </a:lnTo>
                  <a:lnTo>
                    <a:pt x="6515891" y="639732"/>
                  </a:lnTo>
                  <a:lnTo>
                    <a:pt x="6466340" y="620040"/>
                  </a:lnTo>
                  <a:lnTo>
                    <a:pt x="6417271" y="598334"/>
                  </a:lnTo>
                  <a:lnTo>
                    <a:pt x="6368173" y="574585"/>
                  </a:lnTo>
                  <a:lnTo>
                    <a:pt x="6318703" y="548832"/>
                  </a:lnTo>
                  <a:lnTo>
                    <a:pt x="6268655" y="521195"/>
                  </a:lnTo>
                  <a:lnTo>
                    <a:pt x="6217950" y="491873"/>
                  </a:lnTo>
                  <a:lnTo>
                    <a:pt x="6166615" y="461149"/>
                  </a:lnTo>
                  <a:lnTo>
                    <a:pt x="6114771" y="429377"/>
                  </a:lnTo>
                  <a:lnTo>
                    <a:pt x="6062602" y="396971"/>
                  </a:lnTo>
                  <a:lnTo>
                    <a:pt x="6010336" y="364380"/>
                  </a:lnTo>
                  <a:lnTo>
                    <a:pt x="5958213" y="332063"/>
                  </a:lnTo>
                  <a:lnTo>
                    <a:pt x="5906455" y="300464"/>
                  </a:lnTo>
                  <a:lnTo>
                    <a:pt x="5855236" y="269987"/>
                  </a:lnTo>
                  <a:lnTo>
                    <a:pt x="5804660" y="240973"/>
                  </a:lnTo>
                  <a:lnTo>
                    <a:pt x="5754734" y="213688"/>
                  </a:lnTo>
                  <a:lnTo>
                    <a:pt x="5705356" y="188318"/>
                  </a:lnTo>
                  <a:lnTo>
                    <a:pt x="5656296" y="164965"/>
                  </a:lnTo>
                  <a:lnTo>
                    <a:pt x="5607178" y="143655"/>
                  </a:lnTo>
                  <a:lnTo>
                    <a:pt x="5567201" y="127946"/>
                  </a:lnTo>
                  <a:lnTo>
                    <a:pt x="5518925" y="111007"/>
                  </a:lnTo>
                  <a:lnTo>
                    <a:pt x="5468916" y="95839"/>
                  </a:lnTo>
                  <a:lnTo>
                    <a:pt x="5416325" y="82343"/>
                  </a:lnTo>
                  <a:lnTo>
                    <a:pt x="5360210" y="70354"/>
                  </a:lnTo>
                  <a:lnTo>
                    <a:pt x="5299617" y="59693"/>
                  </a:lnTo>
                  <a:lnTo>
                    <a:pt x="5233673" y="50188"/>
                  </a:lnTo>
                  <a:lnTo>
                    <a:pt x="5161708" y="41694"/>
                  </a:lnTo>
                  <a:lnTo>
                    <a:pt x="5083406" y="34094"/>
                  </a:lnTo>
                  <a:lnTo>
                    <a:pt x="4999018" y="27309"/>
                  </a:lnTo>
                  <a:lnTo>
                    <a:pt x="4909595" y="21295"/>
                  </a:lnTo>
                  <a:lnTo>
                    <a:pt x="4817205" y="16037"/>
                  </a:lnTo>
                  <a:lnTo>
                    <a:pt x="4725029" y="11549"/>
                  </a:lnTo>
                  <a:lnTo>
                    <a:pt x="4637207" y="7847"/>
                  </a:lnTo>
                  <a:lnTo>
                    <a:pt x="4558347" y="4941"/>
                  </a:lnTo>
                  <a:lnTo>
                    <a:pt x="4492695" y="2806"/>
                  </a:lnTo>
                  <a:lnTo>
                    <a:pt x="4443174" y="1376"/>
                  </a:lnTo>
                  <a:lnTo>
                    <a:pt x="4410596" y="535"/>
                  </a:lnTo>
                  <a:lnTo>
                    <a:pt x="4393320" y="134"/>
                  </a:lnTo>
                  <a:lnTo>
                    <a:pt x="4387379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80" y="59"/>
                  </a:lnTo>
                  <a:lnTo>
                    <a:pt x="3838792" y="488"/>
                  </a:lnTo>
                  <a:lnTo>
                    <a:pt x="3818592" y="1672"/>
                  </a:lnTo>
                  <a:lnTo>
                    <a:pt x="3782963" y="3996"/>
                  </a:lnTo>
                  <a:lnTo>
                    <a:pt x="3730835" y="7799"/>
                  </a:lnTo>
                  <a:lnTo>
                    <a:pt x="3663434" y="13330"/>
                  </a:lnTo>
                  <a:lnTo>
                    <a:pt x="3583864" y="20730"/>
                  </a:lnTo>
                  <a:lnTo>
                    <a:pt x="3496320" y="30039"/>
                  </a:lnTo>
                  <a:lnTo>
                    <a:pt x="3405192" y="41229"/>
                  </a:lnTo>
                  <a:lnTo>
                    <a:pt x="3314339" y="54256"/>
                  </a:lnTo>
                  <a:lnTo>
                    <a:pt x="3226672" y="69100"/>
                  </a:lnTo>
                  <a:lnTo>
                    <a:pt x="3144052" y="85798"/>
                  </a:lnTo>
                  <a:lnTo>
                    <a:pt x="3067400" y="104464"/>
                  </a:lnTo>
                  <a:lnTo>
                    <a:pt x="2996900" y="125295"/>
                  </a:lnTo>
                  <a:lnTo>
                    <a:pt x="2932218" y="148567"/>
                  </a:lnTo>
                  <a:lnTo>
                    <a:pt x="2872696" y="174633"/>
                  </a:lnTo>
                  <a:lnTo>
                    <a:pt x="2817494" y="203899"/>
                  </a:lnTo>
                  <a:lnTo>
                    <a:pt x="2765698" y="236789"/>
                  </a:lnTo>
                  <a:lnTo>
                    <a:pt x="2716402" y="273690"/>
                  </a:lnTo>
                  <a:lnTo>
                    <a:pt x="2668796" y="314838"/>
                  </a:lnTo>
                  <a:lnTo>
                    <a:pt x="2667772" y="315782"/>
                  </a:lnTo>
                  <a:lnTo>
                    <a:pt x="2626789" y="355577"/>
                  </a:lnTo>
                  <a:lnTo>
                    <a:pt x="2586204" y="398746"/>
                  </a:lnTo>
                  <a:lnTo>
                    <a:pt x="2545704" y="445355"/>
                  </a:lnTo>
                  <a:lnTo>
                    <a:pt x="2505057" y="495392"/>
                  </a:lnTo>
                  <a:lnTo>
                    <a:pt x="2464101" y="548760"/>
                  </a:lnTo>
                  <a:lnTo>
                    <a:pt x="2422737" y="605270"/>
                  </a:lnTo>
                  <a:lnTo>
                    <a:pt x="2380923" y="664638"/>
                  </a:lnTo>
                  <a:lnTo>
                    <a:pt x="2338669" y="726486"/>
                  </a:lnTo>
                  <a:lnTo>
                    <a:pt x="2296026" y="790347"/>
                  </a:lnTo>
                  <a:lnTo>
                    <a:pt x="2253085" y="855683"/>
                  </a:lnTo>
                  <a:lnTo>
                    <a:pt x="2209960" y="921896"/>
                  </a:lnTo>
                  <a:lnTo>
                    <a:pt x="2166784" y="988355"/>
                  </a:lnTo>
                  <a:lnTo>
                    <a:pt x="2123691" y="1054418"/>
                  </a:lnTo>
                  <a:lnTo>
                    <a:pt x="2080810" y="1119460"/>
                  </a:lnTo>
                  <a:lnTo>
                    <a:pt x="2038252" y="1182896"/>
                  </a:lnTo>
                  <a:lnTo>
                    <a:pt x="1996097" y="1244202"/>
                  </a:lnTo>
                  <a:lnTo>
                    <a:pt x="1954390" y="1302931"/>
                  </a:lnTo>
                  <a:lnTo>
                    <a:pt x="1913127" y="1358727"/>
                  </a:lnTo>
                  <a:lnTo>
                    <a:pt x="1872254" y="1411328"/>
                  </a:lnTo>
                  <a:lnTo>
                    <a:pt x="1831659" y="1460568"/>
                  </a:lnTo>
                  <a:lnTo>
                    <a:pt x="1791162" y="1506369"/>
                  </a:lnTo>
                  <a:lnTo>
                    <a:pt x="1750515" y="1548740"/>
                  </a:lnTo>
                  <a:lnTo>
                    <a:pt x="1719082" y="1578914"/>
                  </a:lnTo>
                  <a:lnTo>
                    <a:pt x="1671505" y="1620156"/>
                  </a:lnTo>
                  <a:lnTo>
                    <a:pt x="1622254" y="1657148"/>
                  </a:lnTo>
                  <a:lnTo>
                    <a:pt x="1570522" y="1690122"/>
                  </a:lnTo>
                  <a:lnTo>
                    <a:pt x="1515404" y="1719461"/>
                  </a:lnTo>
                  <a:lnTo>
                    <a:pt x="1455986" y="1745593"/>
                  </a:lnTo>
                  <a:lnTo>
                    <a:pt x="1391424" y="1768922"/>
                  </a:lnTo>
                  <a:lnTo>
                    <a:pt x="1321055" y="1789803"/>
                  </a:lnTo>
                  <a:lnTo>
                    <a:pt x="1244538" y="1808514"/>
                  </a:lnTo>
                  <a:lnTo>
                    <a:pt x="1162041" y="1825253"/>
                  </a:lnTo>
                  <a:lnTo>
                    <a:pt x="1074468" y="1840137"/>
                  </a:lnTo>
                  <a:lnTo>
                    <a:pt x="983657" y="1853203"/>
                  </a:lnTo>
                  <a:lnTo>
                    <a:pt x="892498" y="1864434"/>
                  </a:lnTo>
                  <a:lnTo>
                    <a:pt x="804829" y="1873784"/>
                  </a:lnTo>
                  <a:lnTo>
                    <a:pt x="725038" y="1881226"/>
                  </a:lnTo>
                  <a:lnTo>
                    <a:pt x="657334" y="1886797"/>
                  </a:lnTo>
                  <a:lnTo>
                    <a:pt x="604852" y="1890635"/>
                  </a:lnTo>
                  <a:lnTo>
                    <a:pt x="568866" y="1892988"/>
                  </a:lnTo>
                  <a:lnTo>
                    <a:pt x="548358" y="1894193"/>
                  </a:lnTo>
                  <a:lnTo>
                    <a:pt x="540055" y="1894633"/>
                  </a:lnTo>
                  <a:lnTo>
                    <a:pt x="538736" y="1894697"/>
                  </a:lnTo>
                  <a:lnTo>
                    <a:pt x="538736" y="1894697"/>
                  </a:lnTo>
                  <a:lnTo>
                    <a:pt x="0" y="18946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6" name="pg2006"/>
            <p:cNvSpPr/>
            <p:nvPr/>
          </p:nvSpPr>
          <p:spPr>
            <a:xfrm>
              <a:off x="546595" y="2835713"/>
              <a:ext cx="8234974" cy="3070717"/>
            </a:xfrm>
            <a:custGeom>
              <a:avLst/>
              <a:pathLst>
                <a:path w="8234974" h="3070717">
                  <a:moveTo>
                    <a:pt x="0" y="3070717"/>
                  </a:moveTo>
                  <a:lnTo>
                    <a:pt x="538736" y="3070717"/>
                  </a:lnTo>
                  <a:lnTo>
                    <a:pt x="540036" y="3070704"/>
                  </a:lnTo>
                  <a:lnTo>
                    <a:pt x="548517" y="3070611"/>
                  </a:lnTo>
                  <a:lnTo>
                    <a:pt x="569658" y="3070353"/>
                  </a:lnTo>
                  <a:lnTo>
                    <a:pt x="606853" y="3069848"/>
                  </a:lnTo>
                  <a:lnTo>
                    <a:pt x="661081" y="3069022"/>
                  </a:lnTo>
                  <a:lnTo>
                    <a:pt x="730888" y="3067823"/>
                  </a:lnTo>
                  <a:lnTo>
                    <a:pt x="812872" y="3066223"/>
                  </a:lnTo>
                  <a:lnTo>
                    <a:pt x="902562" y="3064216"/>
                  </a:lnTo>
                  <a:lnTo>
                    <a:pt x="995381" y="3061807"/>
                  </a:lnTo>
                  <a:lnTo>
                    <a:pt x="1087400" y="3059006"/>
                  </a:lnTo>
                  <a:lnTo>
                    <a:pt x="1175735" y="3055816"/>
                  </a:lnTo>
                  <a:lnTo>
                    <a:pt x="1258614" y="3052227"/>
                  </a:lnTo>
                  <a:lnTo>
                    <a:pt x="1335235" y="3048210"/>
                  </a:lnTo>
                  <a:lnTo>
                    <a:pt x="1405537" y="3043719"/>
                  </a:lnTo>
                  <a:lnTo>
                    <a:pt x="1469959" y="3038689"/>
                  </a:lnTo>
                  <a:lnTo>
                    <a:pt x="1529253" y="3033040"/>
                  </a:lnTo>
                  <a:lnTo>
                    <a:pt x="1584331" y="3026684"/>
                  </a:lnTo>
                  <a:lnTo>
                    <a:pt x="1636158" y="3019527"/>
                  </a:lnTo>
                  <a:lnTo>
                    <a:pt x="1685665" y="3011493"/>
                  </a:lnTo>
                  <a:lnTo>
                    <a:pt x="1719082" y="3005382"/>
                  </a:lnTo>
                  <a:lnTo>
                    <a:pt x="1770927" y="2994833"/>
                  </a:lnTo>
                  <a:lnTo>
                    <a:pt x="1822274" y="2983156"/>
                  </a:lnTo>
                  <a:lnTo>
                    <a:pt x="1873692" y="2970337"/>
                  </a:lnTo>
                  <a:lnTo>
                    <a:pt x="1925557" y="2956404"/>
                  </a:lnTo>
                  <a:lnTo>
                    <a:pt x="1978081" y="2941434"/>
                  </a:lnTo>
                  <a:lnTo>
                    <a:pt x="2031326" y="2925556"/>
                  </a:lnTo>
                  <a:lnTo>
                    <a:pt x="2085232" y="2908945"/>
                  </a:lnTo>
                  <a:lnTo>
                    <a:pt x="2139636" y="2891820"/>
                  </a:lnTo>
                  <a:lnTo>
                    <a:pt x="2194307" y="2874433"/>
                  </a:lnTo>
                  <a:lnTo>
                    <a:pt x="2248973" y="2857051"/>
                  </a:lnTo>
                  <a:lnTo>
                    <a:pt x="2303365" y="2839939"/>
                  </a:lnTo>
                  <a:lnTo>
                    <a:pt x="2357252" y="2823349"/>
                  </a:lnTo>
                  <a:lnTo>
                    <a:pt x="2410474" y="2807497"/>
                  </a:lnTo>
                  <a:lnTo>
                    <a:pt x="2462974" y="2792559"/>
                  </a:lnTo>
                  <a:lnTo>
                    <a:pt x="2514821" y="2778660"/>
                  </a:lnTo>
                  <a:lnTo>
                    <a:pt x="2566230" y="2765878"/>
                  </a:lnTo>
                  <a:lnTo>
                    <a:pt x="2617583" y="2754237"/>
                  </a:lnTo>
                  <a:lnTo>
                    <a:pt x="2667772" y="2744045"/>
                  </a:lnTo>
                  <a:lnTo>
                    <a:pt x="2716154" y="2735377"/>
                  </a:lnTo>
                  <a:lnTo>
                    <a:pt x="2766279" y="2727618"/>
                  </a:lnTo>
                  <a:lnTo>
                    <a:pt x="2818999" y="2720716"/>
                  </a:lnTo>
                  <a:lnTo>
                    <a:pt x="2875266" y="2714586"/>
                  </a:lnTo>
                  <a:lnTo>
                    <a:pt x="2936038" y="2709137"/>
                  </a:lnTo>
                  <a:lnTo>
                    <a:pt x="3002192" y="2704279"/>
                  </a:lnTo>
                  <a:lnTo>
                    <a:pt x="3074401" y="2699939"/>
                  </a:lnTo>
                  <a:lnTo>
                    <a:pt x="3152975" y="2696057"/>
                  </a:lnTo>
                  <a:lnTo>
                    <a:pt x="3237650" y="2692592"/>
                  </a:lnTo>
                  <a:lnTo>
                    <a:pt x="3327351" y="2689522"/>
                  </a:lnTo>
                  <a:lnTo>
                    <a:pt x="3419974" y="2686841"/>
                  </a:lnTo>
                  <a:lnTo>
                    <a:pt x="3512293" y="2684554"/>
                  </a:lnTo>
                  <a:lnTo>
                    <a:pt x="3600122" y="2682670"/>
                  </a:lnTo>
                  <a:lnTo>
                    <a:pt x="3678823" y="2681195"/>
                  </a:lnTo>
                  <a:lnTo>
                    <a:pt x="3744145" y="2680115"/>
                  </a:lnTo>
                  <a:lnTo>
                    <a:pt x="3793204" y="2679394"/>
                  </a:lnTo>
                  <a:lnTo>
                    <a:pt x="3825264" y="2678973"/>
                  </a:lnTo>
                  <a:lnTo>
                    <a:pt x="3842064" y="2678774"/>
                  </a:lnTo>
                  <a:lnTo>
                    <a:pt x="3847676" y="2678715"/>
                  </a:lnTo>
                  <a:lnTo>
                    <a:pt x="3848118" y="2678710"/>
                  </a:lnTo>
                  <a:lnTo>
                    <a:pt x="4386855" y="2678710"/>
                  </a:lnTo>
                  <a:lnTo>
                    <a:pt x="4388036" y="2678630"/>
                  </a:lnTo>
                  <a:lnTo>
                    <a:pt x="4395762" y="2678054"/>
                  </a:lnTo>
                  <a:lnTo>
                    <a:pt x="4415086" y="2676463"/>
                  </a:lnTo>
                  <a:lnTo>
                    <a:pt x="4449254" y="2673338"/>
                  </a:lnTo>
                  <a:lnTo>
                    <a:pt x="4499408" y="2668218"/>
                  </a:lnTo>
                  <a:lnTo>
                    <a:pt x="4564528" y="2660758"/>
                  </a:lnTo>
                  <a:lnTo>
                    <a:pt x="4641783" y="2650755"/>
                  </a:lnTo>
                  <a:lnTo>
                    <a:pt x="4727237" y="2638146"/>
                  </a:lnTo>
                  <a:lnTo>
                    <a:pt x="4816684" y="2622957"/>
                  </a:lnTo>
                  <a:lnTo>
                    <a:pt x="4906347" y="2605251"/>
                  </a:lnTo>
                  <a:lnTo>
                    <a:pt x="4993302" y="2585062"/>
                  </a:lnTo>
                  <a:lnTo>
                    <a:pt x="5075610" y="2562356"/>
                  </a:lnTo>
                  <a:lnTo>
                    <a:pt x="5152245" y="2536999"/>
                  </a:lnTo>
                  <a:lnTo>
                    <a:pt x="5222910" y="2508750"/>
                  </a:lnTo>
                  <a:lnTo>
                    <a:pt x="5287835" y="2477258"/>
                  </a:lnTo>
                  <a:lnTo>
                    <a:pt x="5347588" y="2442071"/>
                  </a:lnTo>
                  <a:lnTo>
                    <a:pt x="5402941" y="2402659"/>
                  </a:lnTo>
                  <a:lnTo>
                    <a:pt x="5454754" y="2358449"/>
                  </a:lnTo>
                  <a:lnTo>
                    <a:pt x="5503900" y="2308897"/>
                  </a:lnTo>
                  <a:lnTo>
                    <a:pt x="5551187" y="2253604"/>
                  </a:lnTo>
                  <a:lnTo>
                    <a:pt x="5567201" y="2233166"/>
                  </a:lnTo>
                  <a:lnTo>
                    <a:pt x="5603480" y="2183741"/>
                  </a:lnTo>
                  <a:lnTo>
                    <a:pt x="5639417" y="2130603"/>
                  </a:lnTo>
                  <a:lnTo>
                    <a:pt x="5675237" y="2073675"/>
                  </a:lnTo>
                  <a:lnTo>
                    <a:pt x="5711117" y="2012946"/>
                  </a:lnTo>
                  <a:lnTo>
                    <a:pt x="5747188" y="1948477"/>
                  </a:lnTo>
                  <a:lnTo>
                    <a:pt x="5783540" y="1880403"/>
                  </a:lnTo>
                  <a:lnTo>
                    <a:pt x="5820226" y="1808945"/>
                  </a:lnTo>
                  <a:lnTo>
                    <a:pt x="5857267" y="1734401"/>
                  </a:lnTo>
                  <a:lnTo>
                    <a:pt x="5894651" y="1657155"/>
                  </a:lnTo>
                  <a:lnTo>
                    <a:pt x="5932341" y="1577662"/>
                  </a:lnTo>
                  <a:lnTo>
                    <a:pt x="5970278" y="1496443"/>
                  </a:lnTo>
                  <a:lnTo>
                    <a:pt x="6008384" y="1414073"/>
                  </a:lnTo>
                  <a:lnTo>
                    <a:pt x="6046572" y="1331159"/>
                  </a:lnTo>
                  <a:lnTo>
                    <a:pt x="6084747" y="1248328"/>
                  </a:lnTo>
                  <a:lnTo>
                    <a:pt x="6122817" y="1166203"/>
                  </a:lnTo>
                  <a:lnTo>
                    <a:pt x="6160696" y="1085385"/>
                  </a:lnTo>
                  <a:lnTo>
                    <a:pt x="6198311" y="1006435"/>
                  </a:lnTo>
                  <a:lnTo>
                    <a:pt x="6235607" y="929859"/>
                  </a:lnTo>
                  <a:lnTo>
                    <a:pt x="6272554" y="856093"/>
                  </a:lnTo>
                  <a:lnTo>
                    <a:pt x="6309149" y="785500"/>
                  </a:lnTo>
                  <a:lnTo>
                    <a:pt x="6345421" y="718357"/>
                  </a:lnTo>
                  <a:lnTo>
                    <a:pt x="6381431" y="654862"/>
                  </a:lnTo>
                  <a:lnTo>
                    <a:pt x="6417281" y="595130"/>
                  </a:lnTo>
                  <a:lnTo>
                    <a:pt x="6453113" y="539203"/>
                  </a:lnTo>
                  <a:lnTo>
                    <a:pt x="6489115" y="487052"/>
                  </a:lnTo>
                  <a:lnTo>
                    <a:pt x="6515891" y="450988"/>
                  </a:lnTo>
                  <a:lnTo>
                    <a:pt x="6562702" y="393678"/>
                  </a:lnTo>
                  <a:lnTo>
                    <a:pt x="6611120" y="342177"/>
                  </a:lnTo>
                  <a:lnTo>
                    <a:pt x="6661916" y="296180"/>
                  </a:lnTo>
                  <a:lnTo>
                    <a:pt x="6715948" y="255178"/>
                  </a:lnTo>
                  <a:lnTo>
                    <a:pt x="6774089" y="218596"/>
                  </a:lnTo>
                  <a:lnTo>
                    <a:pt x="6837152" y="185885"/>
                  </a:lnTo>
                  <a:lnTo>
                    <a:pt x="6905789" y="156562"/>
                  </a:lnTo>
                  <a:lnTo>
                    <a:pt x="6980367" y="130240"/>
                  </a:lnTo>
                  <a:lnTo>
                    <a:pt x="7060792" y="106639"/>
                  </a:lnTo>
                  <a:lnTo>
                    <a:pt x="7146313" y="85590"/>
                  </a:lnTo>
                  <a:lnTo>
                    <a:pt x="7235322" y="67026"/>
                  </a:lnTo>
                  <a:lnTo>
                    <a:pt x="7325233" y="50962"/>
                  </a:lnTo>
                  <a:lnTo>
                    <a:pt x="7412531" y="37456"/>
                  </a:lnTo>
                  <a:lnTo>
                    <a:pt x="7493091" y="26555"/>
                  </a:lnTo>
                  <a:lnTo>
                    <a:pt x="7562792" y="18233"/>
                  </a:lnTo>
                  <a:lnTo>
                    <a:pt x="7618329" y="12338"/>
                  </a:lnTo>
                  <a:lnTo>
                    <a:pt x="7657997" y="8571"/>
                  </a:lnTo>
                  <a:lnTo>
                    <a:pt x="7682179" y="6508"/>
                  </a:lnTo>
                  <a:lnTo>
                    <a:pt x="7693420" y="564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56" y="80"/>
                  </a:lnTo>
                  <a:lnTo>
                    <a:pt x="7687331" y="656"/>
                  </a:lnTo>
                  <a:lnTo>
                    <a:pt x="7668007" y="2247"/>
                  </a:lnTo>
                  <a:lnTo>
                    <a:pt x="7633838" y="5372"/>
                  </a:lnTo>
                  <a:lnTo>
                    <a:pt x="7583684" y="10492"/>
                  </a:lnTo>
                  <a:lnTo>
                    <a:pt x="7518564" y="17952"/>
                  </a:lnTo>
                  <a:lnTo>
                    <a:pt x="7441310" y="27954"/>
                  </a:lnTo>
                  <a:lnTo>
                    <a:pt x="7355855" y="40564"/>
                  </a:lnTo>
                  <a:lnTo>
                    <a:pt x="7266408" y="55753"/>
                  </a:lnTo>
                  <a:lnTo>
                    <a:pt x="7176745" y="73459"/>
                  </a:lnTo>
                  <a:lnTo>
                    <a:pt x="7089791" y="93648"/>
                  </a:lnTo>
                  <a:lnTo>
                    <a:pt x="7007482" y="116354"/>
                  </a:lnTo>
                  <a:lnTo>
                    <a:pt x="6930847" y="141711"/>
                  </a:lnTo>
                  <a:lnTo>
                    <a:pt x="6860182" y="169960"/>
                  </a:lnTo>
                  <a:lnTo>
                    <a:pt x="6795258" y="201452"/>
                  </a:lnTo>
                  <a:lnTo>
                    <a:pt x="6735504" y="236639"/>
                  </a:lnTo>
                  <a:lnTo>
                    <a:pt x="6680152" y="276051"/>
                  </a:lnTo>
                  <a:lnTo>
                    <a:pt x="6628339" y="320260"/>
                  </a:lnTo>
                  <a:lnTo>
                    <a:pt x="6579193" y="369813"/>
                  </a:lnTo>
                  <a:lnTo>
                    <a:pt x="6531905" y="425106"/>
                  </a:lnTo>
                  <a:lnTo>
                    <a:pt x="6515891" y="445544"/>
                  </a:lnTo>
                  <a:lnTo>
                    <a:pt x="6479612" y="494968"/>
                  </a:lnTo>
                  <a:lnTo>
                    <a:pt x="6443676" y="548107"/>
                  </a:lnTo>
                  <a:lnTo>
                    <a:pt x="6407855" y="605035"/>
                  </a:lnTo>
                  <a:lnTo>
                    <a:pt x="6371975" y="665764"/>
                  </a:lnTo>
                  <a:lnTo>
                    <a:pt x="6335905" y="730233"/>
                  </a:lnTo>
                  <a:lnTo>
                    <a:pt x="6299553" y="798306"/>
                  </a:lnTo>
                  <a:lnTo>
                    <a:pt x="6262867" y="869765"/>
                  </a:lnTo>
                  <a:lnTo>
                    <a:pt x="6225826" y="944309"/>
                  </a:lnTo>
                  <a:lnTo>
                    <a:pt x="6188442" y="1021555"/>
                  </a:lnTo>
                  <a:lnTo>
                    <a:pt x="6150752" y="1101048"/>
                  </a:lnTo>
                  <a:lnTo>
                    <a:pt x="6112815" y="1182266"/>
                  </a:lnTo>
                  <a:lnTo>
                    <a:pt x="6074708" y="1264637"/>
                  </a:lnTo>
                  <a:lnTo>
                    <a:pt x="6036521" y="1347550"/>
                  </a:lnTo>
                  <a:lnTo>
                    <a:pt x="5998345" y="1430381"/>
                  </a:lnTo>
                  <a:lnTo>
                    <a:pt x="5960275" y="1512506"/>
                  </a:lnTo>
                  <a:lnTo>
                    <a:pt x="5922396" y="1593325"/>
                  </a:lnTo>
                  <a:lnTo>
                    <a:pt x="5884782" y="1672275"/>
                  </a:lnTo>
                  <a:lnTo>
                    <a:pt x="5847485" y="1748851"/>
                  </a:lnTo>
                  <a:lnTo>
                    <a:pt x="5810538" y="1822617"/>
                  </a:lnTo>
                  <a:lnTo>
                    <a:pt x="5773943" y="1893210"/>
                  </a:lnTo>
                  <a:lnTo>
                    <a:pt x="5737672" y="1960353"/>
                  </a:lnTo>
                  <a:lnTo>
                    <a:pt x="5701662" y="2023848"/>
                  </a:lnTo>
                  <a:lnTo>
                    <a:pt x="5665812" y="2083579"/>
                  </a:lnTo>
                  <a:lnTo>
                    <a:pt x="5629980" y="2139507"/>
                  </a:lnTo>
                  <a:lnTo>
                    <a:pt x="5593978" y="2191658"/>
                  </a:lnTo>
                  <a:lnTo>
                    <a:pt x="5567201" y="2227721"/>
                  </a:lnTo>
                  <a:lnTo>
                    <a:pt x="5520391" y="2285032"/>
                  </a:lnTo>
                  <a:lnTo>
                    <a:pt x="5471972" y="2336533"/>
                  </a:lnTo>
                  <a:lnTo>
                    <a:pt x="5421176" y="2382529"/>
                  </a:lnTo>
                  <a:lnTo>
                    <a:pt x="5367145" y="2423532"/>
                  </a:lnTo>
                  <a:lnTo>
                    <a:pt x="5309003" y="2460113"/>
                  </a:lnTo>
                  <a:lnTo>
                    <a:pt x="5245941" y="2492825"/>
                  </a:lnTo>
                  <a:lnTo>
                    <a:pt x="5177303" y="2522148"/>
                  </a:lnTo>
                  <a:lnTo>
                    <a:pt x="5102726" y="2548470"/>
                  </a:lnTo>
                  <a:lnTo>
                    <a:pt x="5022300" y="2572071"/>
                  </a:lnTo>
                  <a:lnTo>
                    <a:pt x="4936780" y="2593120"/>
                  </a:lnTo>
                  <a:lnTo>
                    <a:pt x="4847771" y="2611684"/>
                  </a:lnTo>
                  <a:lnTo>
                    <a:pt x="4757859" y="2627748"/>
                  </a:lnTo>
                  <a:lnTo>
                    <a:pt x="4670561" y="2641254"/>
                  </a:lnTo>
                  <a:lnTo>
                    <a:pt x="4590001" y="2652155"/>
                  </a:lnTo>
                  <a:lnTo>
                    <a:pt x="4520301" y="2660477"/>
                  </a:lnTo>
                  <a:lnTo>
                    <a:pt x="4464764" y="2666372"/>
                  </a:lnTo>
                  <a:lnTo>
                    <a:pt x="4425096" y="2670138"/>
                  </a:lnTo>
                  <a:lnTo>
                    <a:pt x="4400914" y="2672202"/>
                  </a:lnTo>
                  <a:lnTo>
                    <a:pt x="4389672" y="2673068"/>
                  </a:lnTo>
                  <a:lnTo>
                    <a:pt x="4386855" y="2673266"/>
                  </a:lnTo>
                  <a:lnTo>
                    <a:pt x="3848118" y="2673266"/>
                  </a:lnTo>
                  <a:lnTo>
                    <a:pt x="3846818" y="2673279"/>
                  </a:lnTo>
                  <a:lnTo>
                    <a:pt x="3838338" y="2673372"/>
                  </a:lnTo>
                  <a:lnTo>
                    <a:pt x="3817197" y="2673630"/>
                  </a:lnTo>
                  <a:lnTo>
                    <a:pt x="3780001" y="2674135"/>
                  </a:lnTo>
                  <a:lnTo>
                    <a:pt x="3725773" y="2674961"/>
                  </a:lnTo>
                  <a:lnTo>
                    <a:pt x="3655967" y="2676159"/>
                  </a:lnTo>
                  <a:lnTo>
                    <a:pt x="3573983" y="2677759"/>
                  </a:lnTo>
                  <a:lnTo>
                    <a:pt x="3484293" y="2679767"/>
                  </a:lnTo>
                  <a:lnTo>
                    <a:pt x="3391473" y="2682176"/>
                  </a:lnTo>
                  <a:lnTo>
                    <a:pt x="3299454" y="2684977"/>
                  </a:lnTo>
                  <a:lnTo>
                    <a:pt x="3211120" y="2688166"/>
                  </a:lnTo>
                  <a:lnTo>
                    <a:pt x="3128241" y="2691755"/>
                  </a:lnTo>
                  <a:lnTo>
                    <a:pt x="3051619" y="2695773"/>
                  </a:lnTo>
                  <a:lnTo>
                    <a:pt x="2981318" y="2700264"/>
                  </a:lnTo>
                  <a:lnTo>
                    <a:pt x="2916896" y="2705294"/>
                  </a:lnTo>
                  <a:lnTo>
                    <a:pt x="2857602" y="2710942"/>
                  </a:lnTo>
                  <a:lnTo>
                    <a:pt x="2802524" y="2717299"/>
                  </a:lnTo>
                  <a:lnTo>
                    <a:pt x="2750697" y="2724455"/>
                  </a:lnTo>
                  <a:lnTo>
                    <a:pt x="2701190" y="2732489"/>
                  </a:lnTo>
                  <a:lnTo>
                    <a:pt x="2667772" y="2738600"/>
                  </a:lnTo>
                  <a:lnTo>
                    <a:pt x="2615927" y="2749149"/>
                  </a:lnTo>
                  <a:lnTo>
                    <a:pt x="2564581" y="2760826"/>
                  </a:lnTo>
                  <a:lnTo>
                    <a:pt x="2513163" y="2773646"/>
                  </a:lnTo>
                  <a:lnTo>
                    <a:pt x="2461297" y="2787579"/>
                  </a:lnTo>
                  <a:lnTo>
                    <a:pt x="2408774" y="2802548"/>
                  </a:lnTo>
                  <a:lnTo>
                    <a:pt x="2355529" y="2818427"/>
                  </a:lnTo>
                  <a:lnTo>
                    <a:pt x="2301623" y="2835038"/>
                  </a:lnTo>
                  <a:lnTo>
                    <a:pt x="2247218" y="2852162"/>
                  </a:lnTo>
                  <a:lnTo>
                    <a:pt x="2192548" y="2869549"/>
                  </a:lnTo>
                  <a:lnTo>
                    <a:pt x="2137882" y="2886932"/>
                  </a:lnTo>
                  <a:lnTo>
                    <a:pt x="2083489" y="2904043"/>
                  </a:lnTo>
                  <a:lnTo>
                    <a:pt x="2029603" y="2920634"/>
                  </a:lnTo>
                  <a:lnTo>
                    <a:pt x="1976380" y="2936486"/>
                  </a:lnTo>
                  <a:lnTo>
                    <a:pt x="1923880" y="2951424"/>
                  </a:lnTo>
                  <a:lnTo>
                    <a:pt x="1872033" y="2965322"/>
                  </a:lnTo>
                  <a:lnTo>
                    <a:pt x="1820624" y="2978105"/>
                  </a:lnTo>
                  <a:lnTo>
                    <a:pt x="1769272" y="2989745"/>
                  </a:lnTo>
                  <a:lnTo>
                    <a:pt x="1719082" y="2999938"/>
                  </a:lnTo>
                  <a:lnTo>
                    <a:pt x="1670700" y="3008605"/>
                  </a:lnTo>
                  <a:lnTo>
                    <a:pt x="1620576" y="3016364"/>
                  </a:lnTo>
                  <a:lnTo>
                    <a:pt x="1567856" y="3023267"/>
                  </a:lnTo>
                  <a:lnTo>
                    <a:pt x="1511589" y="3029396"/>
                  </a:lnTo>
                  <a:lnTo>
                    <a:pt x="1450816" y="3034846"/>
                  </a:lnTo>
                  <a:lnTo>
                    <a:pt x="1384662" y="3039703"/>
                  </a:lnTo>
                  <a:lnTo>
                    <a:pt x="1312454" y="3044043"/>
                  </a:lnTo>
                  <a:lnTo>
                    <a:pt x="1233880" y="3047925"/>
                  </a:lnTo>
                  <a:lnTo>
                    <a:pt x="1149205" y="3051390"/>
                  </a:lnTo>
                  <a:lnTo>
                    <a:pt x="1059504" y="3054460"/>
                  </a:lnTo>
                  <a:lnTo>
                    <a:pt x="966881" y="3057142"/>
                  </a:lnTo>
                  <a:lnTo>
                    <a:pt x="874561" y="3059429"/>
                  </a:lnTo>
                  <a:lnTo>
                    <a:pt x="786732" y="3061312"/>
                  </a:lnTo>
                  <a:lnTo>
                    <a:pt x="708032" y="3062788"/>
                  </a:lnTo>
                  <a:lnTo>
                    <a:pt x="642710" y="3063868"/>
                  </a:lnTo>
                  <a:lnTo>
                    <a:pt x="593650" y="3064589"/>
                  </a:lnTo>
                  <a:lnTo>
                    <a:pt x="561591" y="3065010"/>
                  </a:lnTo>
                  <a:lnTo>
                    <a:pt x="544791" y="3065208"/>
                  </a:lnTo>
                  <a:lnTo>
                    <a:pt x="539179" y="3065268"/>
                  </a:lnTo>
                  <a:lnTo>
                    <a:pt x="538736" y="3065272"/>
                  </a:lnTo>
                  <a:lnTo>
                    <a:pt x="0" y="3065272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07" name="pl2007"/>
            <p:cNvSpPr/>
            <p:nvPr/>
          </p:nvSpPr>
          <p:spPr>
            <a:xfrm>
              <a:off x="546595" y="2841158"/>
              <a:ext cx="8234974" cy="3065272"/>
            </a:xfrm>
            <a:custGeom>
              <a:avLst/>
              <a:pathLst>
                <a:path w="8234974" h="3065272">
                  <a:moveTo>
                    <a:pt x="0" y="3065272"/>
                  </a:moveTo>
                  <a:lnTo>
                    <a:pt x="538736" y="3065272"/>
                  </a:lnTo>
                  <a:lnTo>
                    <a:pt x="540036" y="3065259"/>
                  </a:lnTo>
                  <a:lnTo>
                    <a:pt x="548517" y="3065166"/>
                  </a:lnTo>
                  <a:lnTo>
                    <a:pt x="569658" y="3064908"/>
                  </a:lnTo>
                  <a:lnTo>
                    <a:pt x="606853" y="3064403"/>
                  </a:lnTo>
                  <a:lnTo>
                    <a:pt x="661081" y="3063578"/>
                  </a:lnTo>
                  <a:lnTo>
                    <a:pt x="730888" y="3062379"/>
                  </a:lnTo>
                  <a:lnTo>
                    <a:pt x="812872" y="3060779"/>
                  </a:lnTo>
                  <a:lnTo>
                    <a:pt x="902562" y="3058771"/>
                  </a:lnTo>
                  <a:lnTo>
                    <a:pt x="995381" y="3056362"/>
                  </a:lnTo>
                  <a:lnTo>
                    <a:pt x="1087400" y="3053561"/>
                  </a:lnTo>
                  <a:lnTo>
                    <a:pt x="1175735" y="3050372"/>
                  </a:lnTo>
                  <a:lnTo>
                    <a:pt x="1258614" y="3046783"/>
                  </a:lnTo>
                  <a:lnTo>
                    <a:pt x="1335235" y="3042765"/>
                  </a:lnTo>
                  <a:lnTo>
                    <a:pt x="1405537" y="3038274"/>
                  </a:lnTo>
                  <a:lnTo>
                    <a:pt x="1469959" y="3033244"/>
                  </a:lnTo>
                  <a:lnTo>
                    <a:pt x="1529253" y="3027596"/>
                  </a:lnTo>
                  <a:lnTo>
                    <a:pt x="1584331" y="3021239"/>
                  </a:lnTo>
                  <a:lnTo>
                    <a:pt x="1636158" y="3014083"/>
                  </a:lnTo>
                  <a:lnTo>
                    <a:pt x="1685665" y="3006049"/>
                  </a:lnTo>
                  <a:lnTo>
                    <a:pt x="1719082" y="2999938"/>
                  </a:lnTo>
                  <a:lnTo>
                    <a:pt x="1770927" y="2989389"/>
                  </a:lnTo>
                  <a:lnTo>
                    <a:pt x="1822274" y="2977712"/>
                  </a:lnTo>
                  <a:lnTo>
                    <a:pt x="1873692" y="2964892"/>
                  </a:lnTo>
                  <a:lnTo>
                    <a:pt x="1925557" y="2950959"/>
                  </a:lnTo>
                  <a:lnTo>
                    <a:pt x="1978081" y="2935990"/>
                  </a:lnTo>
                  <a:lnTo>
                    <a:pt x="2031326" y="2920111"/>
                  </a:lnTo>
                  <a:lnTo>
                    <a:pt x="2085232" y="2903500"/>
                  </a:lnTo>
                  <a:lnTo>
                    <a:pt x="2139636" y="2886376"/>
                  </a:lnTo>
                  <a:lnTo>
                    <a:pt x="2194307" y="2868989"/>
                  </a:lnTo>
                  <a:lnTo>
                    <a:pt x="2248973" y="2851606"/>
                  </a:lnTo>
                  <a:lnTo>
                    <a:pt x="2303365" y="2834495"/>
                  </a:lnTo>
                  <a:lnTo>
                    <a:pt x="2357252" y="2817904"/>
                  </a:lnTo>
                  <a:lnTo>
                    <a:pt x="2410474" y="2802052"/>
                  </a:lnTo>
                  <a:lnTo>
                    <a:pt x="2462974" y="2787114"/>
                  </a:lnTo>
                  <a:lnTo>
                    <a:pt x="2514821" y="2773216"/>
                  </a:lnTo>
                  <a:lnTo>
                    <a:pt x="2566230" y="2760433"/>
                  </a:lnTo>
                  <a:lnTo>
                    <a:pt x="2617583" y="2748793"/>
                  </a:lnTo>
                  <a:lnTo>
                    <a:pt x="2667772" y="2738600"/>
                  </a:lnTo>
                  <a:lnTo>
                    <a:pt x="2716154" y="2729933"/>
                  </a:lnTo>
                  <a:lnTo>
                    <a:pt x="2766279" y="2722174"/>
                  </a:lnTo>
                  <a:lnTo>
                    <a:pt x="2818999" y="2715271"/>
                  </a:lnTo>
                  <a:lnTo>
                    <a:pt x="2875266" y="2709142"/>
                  </a:lnTo>
                  <a:lnTo>
                    <a:pt x="2936038" y="2703692"/>
                  </a:lnTo>
                  <a:lnTo>
                    <a:pt x="3002192" y="2698835"/>
                  </a:lnTo>
                  <a:lnTo>
                    <a:pt x="3074401" y="2694495"/>
                  </a:lnTo>
                  <a:lnTo>
                    <a:pt x="3152975" y="2690613"/>
                  </a:lnTo>
                  <a:lnTo>
                    <a:pt x="3237650" y="2687148"/>
                  </a:lnTo>
                  <a:lnTo>
                    <a:pt x="3327351" y="2684078"/>
                  </a:lnTo>
                  <a:lnTo>
                    <a:pt x="3419974" y="2681396"/>
                  </a:lnTo>
                  <a:lnTo>
                    <a:pt x="3512293" y="2679109"/>
                  </a:lnTo>
                  <a:lnTo>
                    <a:pt x="3600122" y="2677226"/>
                  </a:lnTo>
                  <a:lnTo>
                    <a:pt x="3678823" y="2675750"/>
                  </a:lnTo>
                  <a:lnTo>
                    <a:pt x="3744145" y="2674670"/>
                  </a:lnTo>
                  <a:lnTo>
                    <a:pt x="3793204" y="2673949"/>
                  </a:lnTo>
                  <a:lnTo>
                    <a:pt x="3825264" y="2673528"/>
                  </a:lnTo>
                  <a:lnTo>
                    <a:pt x="3842064" y="2673330"/>
                  </a:lnTo>
                  <a:lnTo>
                    <a:pt x="3847676" y="2673270"/>
                  </a:lnTo>
                  <a:lnTo>
                    <a:pt x="3848118" y="2673266"/>
                  </a:lnTo>
                  <a:lnTo>
                    <a:pt x="4386855" y="2673266"/>
                  </a:lnTo>
                  <a:lnTo>
                    <a:pt x="4388036" y="2673185"/>
                  </a:lnTo>
                  <a:lnTo>
                    <a:pt x="4395762" y="2672610"/>
                  </a:lnTo>
                  <a:lnTo>
                    <a:pt x="4415086" y="2671018"/>
                  </a:lnTo>
                  <a:lnTo>
                    <a:pt x="4449254" y="2667893"/>
                  </a:lnTo>
                  <a:lnTo>
                    <a:pt x="4499408" y="2662773"/>
                  </a:lnTo>
                  <a:lnTo>
                    <a:pt x="4564528" y="2655313"/>
                  </a:lnTo>
                  <a:lnTo>
                    <a:pt x="4641783" y="2645311"/>
                  </a:lnTo>
                  <a:lnTo>
                    <a:pt x="4727237" y="2632701"/>
                  </a:lnTo>
                  <a:lnTo>
                    <a:pt x="4816684" y="2617512"/>
                  </a:lnTo>
                  <a:lnTo>
                    <a:pt x="4906347" y="2599806"/>
                  </a:lnTo>
                  <a:lnTo>
                    <a:pt x="4993302" y="2579617"/>
                  </a:lnTo>
                  <a:lnTo>
                    <a:pt x="5075610" y="2556911"/>
                  </a:lnTo>
                  <a:lnTo>
                    <a:pt x="5152245" y="2531554"/>
                  </a:lnTo>
                  <a:lnTo>
                    <a:pt x="5222910" y="2503305"/>
                  </a:lnTo>
                  <a:lnTo>
                    <a:pt x="5287835" y="2471813"/>
                  </a:lnTo>
                  <a:lnTo>
                    <a:pt x="5347588" y="2436626"/>
                  </a:lnTo>
                  <a:lnTo>
                    <a:pt x="5402941" y="2397215"/>
                  </a:lnTo>
                  <a:lnTo>
                    <a:pt x="5454754" y="2353005"/>
                  </a:lnTo>
                  <a:lnTo>
                    <a:pt x="5503900" y="2303452"/>
                  </a:lnTo>
                  <a:lnTo>
                    <a:pt x="5551187" y="2248160"/>
                  </a:lnTo>
                  <a:lnTo>
                    <a:pt x="5567201" y="2227721"/>
                  </a:lnTo>
                  <a:lnTo>
                    <a:pt x="5603480" y="2178297"/>
                  </a:lnTo>
                  <a:lnTo>
                    <a:pt x="5639417" y="2125158"/>
                  </a:lnTo>
                  <a:lnTo>
                    <a:pt x="5675237" y="2068230"/>
                  </a:lnTo>
                  <a:lnTo>
                    <a:pt x="5711117" y="2007502"/>
                  </a:lnTo>
                  <a:lnTo>
                    <a:pt x="5747188" y="1943032"/>
                  </a:lnTo>
                  <a:lnTo>
                    <a:pt x="5783540" y="1874959"/>
                  </a:lnTo>
                  <a:lnTo>
                    <a:pt x="5820226" y="1803500"/>
                  </a:lnTo>
                  <a:lnTo>
                    <a:pt x="5857267" y="1728957"/>
                  </a:lnTo>
                  <a:lnTo>
                    <a:pt x="5894651" y="1651710"/>
                  </a:lnTo>
                  <a:lnTo>
                    <a:pt x="5932341" y="1572217"/>
                  </a:lnTo>
                  <a:lnTo>
                    <a:pt x="5970278" y="1490999"/>
                  </a:lnTo>
                  <a:lnTo>
                    <a:pt x="6008384" y="1408628"/>
                  </a:lnTo>
                  <a:lnTo>
                    <a:pt x="6046572" y="1325715"/>
                  </a:lnTo>
                  <a:lnTo>
                    <a:pt x="6084747" y="1242884"/>
                  </a:lnTo>
                  <a:lnTo>
                    <a:pt x="6122817" y="1160759"/>
                  </a:lnTo>
                  <a:lnTo>
                    <a:pt x="6160696" y="1079941"/>
                  </a:lnTo>
                  <a:lnTo>
                    <a:pt x="6198311" y="1000991"/>
                  </a:lnTo>
                  <a:lnTo>
                    <a:pt x="6235607" y="924414"/>
                  </a:lnTo>
                  <a:lnTo>
                    <a:pt x="6272554" y="850649"/>
                  </a:lnTo>
                  <a:lnTo>
                    <a:pt x="6309149" y="780055"/>
                  </a:lnTo>
                  <a:lnTo>
                    <a:pt x="6345421" y="712912"/>
                  </a:lnTo>
                  <a:lnTo>
                    <a:pt x="6381431" y="649417"/>
                  </a:lnTo>
                  <a:lnTo>
                    <a:pt x="6417281" y="589686"/>
                  </a:lnTo>
                  <a:lnTo>
                    <a:pt x="6453113" y="533759"/>
                  </a:lnTo>
                  <a:lnTo>
                    <a:pt x="6489115" y="481607"/>
                  </a:lnTo>
                  <a:lnTo>
                    <a:pt x="6515891" y="445544"/>
                  </a:lnTo>
                  <a:lnTo>
                    <a:pt x="6562702" y="388233"/>
                  </a:lnTo>
                  <a:lnTo>
                    <a:pt x="6611120" y="336732"/>
                  </a:lnTo>
                  <a:lnTo>
                    <a:pt x="6661916" y="290736"/>
                  </a:lnTo>
                  <a:lnTo>
                    <a:pt x="6715948" y="249733"/>
                  </a:lnTo>
                  <a:lnTo>
                    <a:pt x="6774089" y="213152"/>
                  </a:lnTo>
                  <a:lnTo>
                    <a:pt x="6837152" y="180440"/>
                  </a:lnTo>
                  <a:lnTo>
                    <a:pt x="6905789" y="151117"/>
                  </a:lnTo>
                  <a:lnTo>
                    <a:pt x="6980367" y="124795"/>
                  </a:lnTo>
                  <a:lnTo>
                    <a:pt x="7060792" y="101195"/>
                  </a:lnTo>
                  <a:lnTo>
                    <a:pt x="7146313" y="80146"/>
                  </a:lnTo>
                  <a:lnTo>
                    <a:pt x="7235322" y="61582"/>
                  </a:lnTo>
                  <a:lnTo>
                    <a:pt x="7325233" y="45517"/>
                  </a:lnTo>
                  <a:lnTo>
                    <a:pt x="7412531" y="32011"/>
                  </a:lnTo>
                  <a:lnTo>
                    <a:pt x="7493091" y="21111"/>
                  </a:lnTo>
                  <a:lnTo>
                    <a:pt x="7562792" y="12788"/>
                  </a:lnTo>
                  <a:lnTo>
                    <a:pt x="7618329" y="6893"/>
                  </a:lnTo>
                  <a:lnTo>
                    <a:pt x="7657997" y="3127"/>
                  </a:lnTo>
                  <a:lnTo>
                    <a:pt x="7682179" y="1063"/>
                  </a:lnTo>
                  <a:lnTo>
                    <a:pt x="7693420" y="197"/>
                  </a:lnTo>
                  <a:lnTo>
                    <a:pt x="7696187" y="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8" name="pl2008"/>
            <p:cNvSpPr/>
            <p:nvPr/>
          </p:nvSpPr>
          <p:spPr>
            <a:xfrm>
              <a:off x="546595" y="2835713"/>
              <a:ext cx="8234974" cy="3065272"/>
            </a:xfrm>
            <a:custGeom>
              <a:avLst/>
              <a:pathLst>
                <a:path w="8234974" h="3065272">
                  <a:moveTo>
                    <a:pt x="8234974" y="0"/>
                  </a:moveTo>
                  <a:lnTo>
                    <a:pt x="7696237" y="0"/>
                  </a:lnTo>
                  <a:lnTo>
                    <a:pt x="7695056" y="80"/>
                  </a:lnTo>
                  <a:lnTo>
                    <a:pt x="7687331" y="656"/>
                  </a:lnTo>
                  <a:lnTo>
                    <a:pt x="7668007" y="2247"/>
                  </a:lnTo>
                  <a:lnTo>
                    <a:pt x="7633838" y="5372"/>
                  </a:lnTo>
                  <a:lnTo>
                    <a:pt x="7583684" y="10492"/>
                  </a:lnTo>
                  <a:lnTo>
                    <a:pt x="7518564" y="17952"/>
                  </a:lnTo>
                  <a:lnTo>
                    <a:pt x="7441310" y="27954"/>
                  </a:lnTo>
                  <a:lnTo>
                    <a:pt x="7355855" y="40564"/>
                  </a:lnTo>
                  <a:lnTo>
                    <a:pt x="7266408" y="55753"/>
                  </a:lnTo>
                  <a:lnTo>
                    <a:pt x="7176745" y="73459"/>
                  </a:lnTo>
                  <a:lnTo>
                    <a:pt x="7089791" y="93648"/>
                  </a:lnTo>
                  <a:lnTo>
                    <a:pt x="7007482" y="116354"/>
                  </a:lnTo>
                  <a:lnTo>
                    <a:pt x="6930847" y="141711"/>
                  </a:lnTo>
                  <a:lnTo>
                    <a:pt x="6860182" y="169960"/>
                  </a:lnTo>
                  <a:lnTo>
                    <a:pt x="6795258" y="201452"/>
                  </a:lnTo>
                  <a:lnTo>
                    <a:pt x="6735504" y="236639"/>
                  </a:lnTo>
                  <a:lnTo>
                    <a:pt x="6680152" y="276051"/>
                  </a:lnTo>
                  <a:lnTo>
                    <a:pt x="6628339" y="320260"/>
                  </a:lnTo>
                  <a:lnTo>
                    <a:pt x="6579193" y="369813"/>
                  </a:lnTo>
                  <a:lnTo>
                    <a:pt x="6531905" y="425106"/>
                  </a:lnTo>
                  <a:lnTo>
                    <a:pt x="6515891" y="445544"/>
                  </a:lnTo>
                  <a:lnTo>
                    <a:pt x="6479612" y="494968"/>
                  </a:lnTo>
                  <a:lnTo>
                    <a:pt x="6443676" y="548107"/>
                  </a:lnTo>
                  <a:lnTo>
                    <a:pt x="6407855" y="605035"/>
                  </a:lnTo>
                  <a:lnTo>
                    <a:pt x="6371975" y="665764"/>
                  </a:lnTo>
                  <a:lnTo>
                    <a:pt x="6335905" y="730233"/>
                  </a:lnTo>
                  <a:lnTo>
                    <a:pt x="6299553" y="798306"/>
                  </a:lnTo>
                  <a:lnTo>
                    <a:pt x="6262867" y="869765"/>
                  </a:lnTo>
                  <a:lnTo>
                    <a:pt x="6225826" y="944309"/>
                  </a:lnTo>
                  <a:lnTo>
                    <a:pt x="6188442" y="1021555"/>
                  </a:lnTo>
                  <a:lnTo>
                    <a:pt x="6150752" y="1101048"/>
                  </a:lnTo>
                  <a:lnTo>
                    <a:pt x="6112815" y="1182266"/>
                  </a:lnTo>
                  <a:lnTo>
                    <a:pt x="6074708" y="1264637"/>
                  </a:lnTo>
                  <a:lnTo>
                    <a:pt x="6036521" y="1347550"/>
                  </a:lnTo>
                  <a:lnTo>
                    <a:pt x="5998345" y="1430381"/>
                  </a:lnTo>
                  <a:lnTo>
                    <a:pt x="5960275" y="1512506"/>
                  </a:lnTo>
                  <a:lnTo>
                    <a:pt x="5922396" y="1593325"/>
                  </a:lnTo>
                  <a:lnTo>
                    <a:pt x="5884782" y="1672275"/>
                  </a:lnTo>
                  <a:lnTo>
                    <a:pt x="5847485" y="1748851"/>
                  </a:lnTo>
                  <a:lnTo>
                    <a:pt x="5810538" y="1822617"/>
                  </a:lnTo>
                  <a:lnTo>
                    <a:pt x="5773943" y="1893210"/>
                  </a:lnTo>
                  <a:lnTo>
                    <a:pt x="5737672" y="1960353"/>
                  </a:lnTo>
                  <a:lnTo>
                    <a:pt x="5701662" y="2023848"/>
                  </a:lnTo>
                  <a:lnTo>
                    <a:pt x="5665812" y="2083579"/>
                  </a:lnTo>
                  <a:lnTo>
                    <a:pt x="5629980" y="2139507"/>
                  </a:lnTo>
                  <a:lnTo>
                    <a:pt x="5593978" y="2191658"/>
                  </a:lnTo>
                  <a:lnTo>
                    <a:pt x="5567201" y="2227721"/>
                  </a:lnTo>
                  <a:lnTo>
                    <a:pt x="5520391" y="2285032"/>
                  </a:lnTo>
                  <a:lnTo>
                    <a:pt x="5471972" y="2336533"/>
                  </a:lnTo>
                  <a:lnTo>
                    <a:pt x="5421176" y="2382529"/>
                  </a:lnTo>
                  <a:lnTo>
                    <a:pt x="5367145" y="2423532"/>
                  </a:lnTo>
                  <a:lnTo>
                    <a:pt x="5309003" y="2460113"/>
                  </a:lnTo>
                  <a:lnTo>
                    <a:pt x="5245941" y="2492825"/>
                  </a:lnTo>
                  <a:lnTo>
                    <a:pt x="5177303" y="2522148"/>
                  </a:lnTo>
                  <a:lnTo>
                    <a:pt x="5102726" y="2548470"/>
                  </a:lnTo>
                  <a:lnTo>
                    <a:pt x="5022300" y="2572071"/>
                  </a:lnTo>
                  <a:lnTo>
                    <a:pt x="4936780" y="2593120"/>
                  </a:lnTo>
                  <a:lnTo>
                    <a:pt x="4847771" y="2611684"/>
                  </a:lnTo>
                  <a:lnTo>
                    <a:pt x="4757859" y="2627748"/>
                  </a:lnTo>
                  <a:lnTo>
                    <a:pt x="4670561" y="2641254"/>
                  </a:lnTo>
                  <a:lnTo>
                    <a:pt x="4590001" y="2652155"/>
                  </a:lnTo>
                  <a:lnTo>
                    <a:pt x="4520301" y="2660477"/>
                  </a:lnTo>
                  <a:lnTo>
                    <a:pt x="4464764" y="2666372"/>
                  </a:lnTo>
                  <a:lnTo>
                    <a:pt x="4425096" y="2670138"/>
                  </a:lnTo>
                  <a:lnTo>
                    <a:pt x="4400914" y="2672202"/>
                  </a:lnTo>
                  <a:lnTo>
                    <a:pt x="4389672" y="2673068"/>
                  </a:lnTo>
                  <a:lnTo>
                    <a:pt x="4386906" y="2673263"/>
                  </a:lnTo>
                  <a:lnTo>
                    <a:pt x="4386855" y="2673266"/>
                  </a:lnTo>
                  <a:lnTo>
                    <a:pt x="3848118" y="2673266"/>
                  </a:lnTo>
                  <a:lnTo>
                    <a:pt x="3846818" y="2673279"/>
                  </a:lnTo>
                  <a:lnTo>
                    <a:pt x="3838338" y="2673372"/>
                  </a:lnTo>
                  <a:lnTo>
                    <a:pt x="3817197" y="2673630"/>
                  </a:lnTo>
                  <a:lnTo>
                    <a:pt x="3780001" y="2674135"/>
                  </a:lnTo>
                  <a:lnTo>
                    <a:pt x="3725773" y="2674961"/>
                  </a:lnTo>
                  <a:lnTo>
                    <a:pt x="3655967" y="2676159"/>
                  </a:lnTo>
                  <a:lnTo>
                    <a:pt x="3573983" y="2677759"/>
                  </a:lnTo>
                  <a:lnTo>
                    <a:pt x="3484293" y="2679767"/>
                  </a:lnTo>
                  <a:lnTo>
                    <a:pt x="3391473" y="2682176"/>
                  </a:lnTo>
                  <a:lnTo>
                    <a:pt x="3299454" y="2684977"/>
                  </a:lnTo>
                  <a:lnTo>
                    <a:pt x="3211120" y="2688166"/>
                  </a:lnTo>
                  <a:lnTo>
                    <a:pt x="3128241" y="2691755"/>
                  </a:lnTo>
                  <a:lnTo>
                    <a:pt x="3051619" y="2695773"/>
                  </a:lnTo>
                  <a:lnTo>
                    <a:pt x="2981318" y="2700264"/>
                  </a:lnTo>
                  <a:lnTo>
                    <a:pt x="2916896" y="2705294"/>
                  </a:lnTo>
                  <a:lnTo>
                    <a:pt x="2857602" y="2710942"/>
                  </a:lnTo>
                  <a:lnTo>
                    <a:pt x="2802524" y="2717299"/>
                  </a:lnTo>
                  <a:lnTo>
                    <a:pt x="2750697" y="2724455"/>
                  </a:lnTo>
                  <a:lnTo>
                    <a:pt x="2701190" y="2732489"/>
                  </a:lnTo>
                  <a:lnTo>
                    <a:pt x="2667772" y="2738600"/>
                  </a:lnTo>
                  <a:lnTo>
                    <a:pt x="2615927" y="2749149"/>
                  </a:lnTo>
                  <a:lnTo>
                    <a:pt x="2564581" y="2760826"/>
                  </a:lnTo>
                  <a:lnTo>
                    <a:pt x="2513163" y="2773646"/>
                  </a:lnTo>
                  <a:lnTo>
                    <a:pt x="2461297" y="2787579"/>
                  </a:lnTo>
                  <a:lnTo>
                    <a:pt x="2408774" y="2802548"/>
                  </a:lnTo>
                  <a:lnTo>
                    <a:pt x="2355529" y="2818427"/>
                  </a:lnTo>
                  <a:lnTo>
                    <a:pt x="2301623" y="2835038"/>
                  </a:lnTo>
                  <a:lnTo>
                    <a:pt x="2247218" y="2852162"/>
                  </a:lnTo>
                  <a:lnTo>
                    <a:pt x="2192548" y="2869549"/>
                  </a:lnTo>
                  <a:lnTo>
                    <a:pt x="2137882" y="2886932"/>
                  </a:lnTo>
                  <a:lnTo>
                    <a:pt x="2083489" y="2904043"/>
                  </a:lnTo>
                  <a:lnTo>
                    <a:pt x="2029603" y="2920634"/>
                  </a:lnTo>
                  <a:lnTo>
                    <a:pt x="1976380" y="2936486"/>
                  </a:lnTo>
                  <a:lnTo>
                    <a:pt x="1923880" y="2951424"/>
                  </a:lnTo>
                  <a:lnTo>
                    <a:pt x="1872033" y="2965322"/>
                  </a:lnTo>
                  <a:lnTo>
                    <a:pt x="1820624" y="2978105"/>
                  </a:lnTo>
                  <a:lnTo>
                    <a:pt x="1769272" y="2989745"/>
                  </a:lnTo>
                  <a:lnTo>
                    <a:pt x="1719082" y="2999938"/>
                  </a:lnTo>
                  <a:lnTo>
                    <a:pt x="1670700" y="3008605"/>
                  </a:lnTo>
                  <a:lnTo>
                    <a:pt x="1620576" y="3016364"/>
                  </a:lnTo>
                  <a:lnTo>
                    <a:pt x="1567856" y="3023267"/>
                  </a:lnTo>
                  <a:lnTo>
                    <a:pt x="1511589" y="3029396"/>
                  </a:lnTo>
                  <a:lnTo>
                    <a:pt x="1450816" y="3034846"/>
                  </a:lnTo>
                  <a:lnTo>
                    <a:pt x="1384662" y="3039703"/>
                  </a:lnTo>
                  <a:lnTo>
                    <a:pt x="1312454" y="3044043"/>
                  </a:lnTo>
                  <a:lnTo>
                    <a:pt x="1233880" y="3047925"/>
                  </a:lnTo>
                  <a:lnTo>
                    <a:pt x="1149205" y="3051390"/>
                  </a:lnTo>
                  <a:lnTo>
                    <a:pt x="1059504" y="3054460"/>
                  </a:lnTo>
                  <a:lnTo>
                    <a:pt x="966881" y="3057142"/>
                  </a:lnTo>
                  <a:lnTo>
                    <a:pt x="874561" y="3059429"/>
                  </a:lnTo>
                  <a:lnTo>
                    <a:pt x="786732" y="3061312"/>
                  </a:lnTo>
                  <a:lnTo>
                    <a:pt x="708032" y="3062788"/>
                  </a:lnTo>
                  <a:lnTo>
                    <a:pt x="642710" y="3063868"/>
                  </a:lnTo>
                  <a:lnTo>
                    <a:pt x="593650" y="3064589"/>
                  </a:lnTo>
                  <a:lnTo>
                    <a:pt x="561591" y="3065010"/>
                  </a:lnTo>
                  <a:lnTo>
                    <a:pt x="544791" y="3065208"/>
                  </a:lnTo>
                  <a:lnTo>
                    <a:pt x="539179" y="3065268"/>
                  </a:lnTo>
                  <a:lnTo>
                    <a:pt x="538736" y="3065272"/>
                  </a:lnTo>
                  <a:lnTo>
                    <a:pt x="0" y="30652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9" name="pg2009"/>
            <p:cNvSpPr/>
            <p:nvPr/>
          </p:nvSpPr>
          <p:spPr>
            <a:xfrm>
              <a:off x="546595" y="2411040"/>
              <a:ext cx="8234974" cy="3473612"/>
            </a:xfrm>
            <a:custGeom>
              <a:avLst/>
              <a:pathLst>
                <a:path w="8234974" h="3473612">
                  <a:moveTo>
                    <a:pt x="0" y="3473612"/>
                  </a:moveTo>
                  <a:lnTo>
                    <a:pt x="538736" y="3473612"/>
                  </a:lnTo>
                  <a:lnTo>
                    <a:pt x="540015" y="3473575"/>
                  </a:lnTo>
                  <a:lnTo>
                    <a:pt x="548360" y="3473309"/>
                  </a:lnTo>
                  <a:lnTo>
                    <a:pt x="569177" y="3472574"/>
                  </a:lnTo>
                  <a:lnTo>
                    <a:pt x="605834" y="3471132"/>
                  </a:lnTo>
                  <a:lnTo>
                    <a:pt x="659342" y="3468774"/>
                  </a:lnTo>
                  <a:lnTo>
                    <a:pt x="728325" y="3465349"/>
                  </a:lnTo>
                  <a:lnTo>
                    <a:pt x="809487" y="3460773"/>
                  </a:lnTo>
                  <a:lnTo>
                    <a:pt x="898450" y="3455027"/>
                  </a:lnTo>
                  <a:lnTo>
                    <a:pt x="990700" y="3448127"/>
                  </a:lnTo>
                  <a:lnTo>
                    <a:pt x="1082331" y="3440103"/>
                  </a:lnTo>
                  <a:lnTo>
                    <a:pt x="1170446" y="3430962"/>
                  </a:lnTo>
                  <a:lnTo>
                    <a:pt x="1253244" y="3420678"/>
                  </a:lnTo>
                  <a:lnTo>
                    <a:pt x="1329881" y="3409172"/>
                  </a:lnTo>
                  <a:lnTo>
                    <a:pt x="1400253" y="3396317"/>
                  </a:lnTo>
                  <a:lnTo>
                    <a:pt x="1464764" y="3381932"/>
                  </a:lnTo>
                  <a:lnTo>
                    <a:pt x="1524134" y="3365793"/>
                  </a:lnTo>
                  <a:lnTo>
                    <a:pt x="1579250" y="3347645"/>
                  </a:lnTo>
                  <a:lnTo>
                    <a:pt x="1631061" y="3327224"/>
                  </a:lnTo>
                  <a:lnTo>
                    <a:pt x="1680490" y="3304302"/>
                  </a:lnTo>
                  <a:lnTo>
                    <a:pt x="1719082" y="3283961"/>
                  </a:lnTo>
                  <a:lnTo>
                    <a:pt x="1765779" y="3256545"/>
                  </a:lnTo>
                  <a:lnTo>
                    <a:pt x="1812020" y="3226484"/>
                  </a:lnTo>
                  <a:lnTo>
                    <a:pt x="1858242" y="3193735"/>
                  </a:lnTo>
                  <a:lnTo>
                    <a:pt x="1904752" y="3158333"/>
                  </a:lnTo>
                  <a:lnTo>
                    <a:pt x="1951744" y="3120405"/>
                  </a:lnTo>
                  <a:lnTo>
                    <a:pt x="1999310" y="3080173"/>
                  </a:lnTo>
                  <a:lnTo>
                    <a:pt x="2047454" y="3037954"/>
                  </a:lnTo>
                  <a:lnTo>
                    <a:pt x="2096103" y="2994157"/>
                  </a:lnTo>
                  <a:lnTo>
                    <a:pt x="2145123" y="2949265"/>
                  </a:lnTo>
                  <a:lnTo>
                    <a:pt x="2194337" y="2903817"/>
                  </a:lnTo>
                  <a:lnTo>
                    <a:pt x="2243548" y="2858379"/>
                  </a:lnTo>
                  <a:lnTo>
                    <a:pt x="2292557" y="2813519"/>
                  </a:lnTo>
                  <a:lnTo>
                    <a:pt x="2341189" y="2769772"/>
                  </a:lnTo>
                  <a:lnTo>
                    <a:pt x="2389312" y="2727620"/>
                  </a:lnTo>
                  <a:lnTo>
                    <a:pt x="2436857" y="2687468"/>
                  </a:lnTo>
                  <a:lnTo>
                    <a:pt x="2483829" y="2649630"/>
                  </a:lnTo>
                  <a:lnTo>
                    <a:pt x="2530324" y="2614324"/>
                  </a:lnTo>
                  <a:lnTo>
                    <a:pt x="2576541" y="2581674"/>
                  </a:lnTo>
                  <a:lnTo>
                    <a:pt x="2622790" y="2551712"/>
                  </a:lnTo>
                  <a:lnTo>
                    <a:pt x="2667772" y="2525356"/>
                  </a:lnTo>
                  <a:lnTo>
                    <a:pt x="2715880" y="2500330"/>
                  </a:lnTo>
                  <a:lnTo>
                    <a:pt x="2765705" y="2477911"/>
                  </a:lnTo>
                  <a:lnTo>
                    <a:pt x="2818088" y="2457954"/>
                  </a:lnTo>
                  <a:lnTo>
                    <a:pt x="2873961" y="2440220"/>
                  </a:lnTo>
                  <a:lnTo>
                    <a:pt x="2934270" y="2424443"/>
                  </a:lnTo>
                  <a:lnTo>
                    <a:pt x="2999878" y="2410373"/>
                  </a:lnTo>
                  <a:lnTo>
                    <a:pt x="3071456" y="2397795"/>
                  </a:lnTo>
                  <a:lnTo>
                    <a:pt x="3149325" y="2386536"/>
                  </a:lnTo>
                  <a:lnTo>
                    <a:pt x="3233255" y="2376480"/>
                  </a:lnTo>
                  <a:lnTo>
                    <a:pt x="3322233" y="2367558"/>
                  </a:lnTo>
                  <a:lnTo>
                    <a:pt x="3414247" y="2359752"/>
                  </a:lnTo>
                  <a:lnTo>
                    <a:pt x="3506189" y="2353076"/>
                  </a:lnTo>
                  <a:lnTo>
                    <a:pt x="3593990" y="2347557"/>
                  </a:lnTo>
                  <a:lnTo>
                    <a:pt x="3673095" y="2343210"/>
                  </a:lnTo>
                  <a:lnTo>
                    <a:pt x="3739263" y="2340002"/>
                  </a:lnTo>
                  <a:lnTo>
                    <a:pt x="3789514" y="2337837"/>
                  </a:lnTo>
                  <a:lnTo>
                    <a:pt x="3822918" y="2336551"/>
                  </a:lnTo>
                  <a:lnTo>
                    <a:pt x="3840963" y="2335926"/>
                  </a:lnTo>
                  <a:lnTo>
                    <a:pt x="3847445" y="2335724"/>
                  </a:lnTo>
                  <a:lnTo>
                    <a:pt x="3848118" y="2335705"/>
                  </a:lnTo>
                  <a:lnTo>
                    <a:pt x="4386855" y="2335705"/>
                  </a:lnTo>
                  <a:lnTo>
                    <a:pt x="4388063" y="2335633"/>
                  </a:lnTo>
                  <a:lnTo>
                    <a:pt x="4395959" y="2335119"/>
                  </a:lnTo>
                  <a:lnTo>
                    <a:pt x="4415694" y="2333700"/>
                  </a:lnTo>
                  <a:lnTo>
                    <a:pt x="4450549" y="2330913"/>
                  </a:lnTo>
                  <a:lnTo>
                    <a:pt x="4501631" y="2326349"/>
                  </a:lnTo>
                  <a:lnTo>
                    <a:pt x="4567827" y="2319706"/>
                  </a:lnTo>
                  <a:lnTo>
                    <a:pt x="4646178" y="2310807"/>
                  </a:lnTo>
                  <a:lnTo>
                    <a:pt x="4732625" y="2299600"/>
                  </a:lnTo>
                  <a:lnTo>
                    <a:pt x="4822874" y="2286115"/>
                  </a:lnTo>
                  <a:lnTo>
                    <a:pt x="4913109" y="2270404"/>
                  </a:lnTo>
                  <a:lnTo>
                    <a:pt x="5000409" y="2252496"/>
                  </a:lnTo>
                  <a:lnTo>
                    <a:pt x="5082873" y="2232354"/>
                  </a:lnTo>
                  <a:lnTo>
                    <a:pt x="5159522" y="2209850"/>
                  </a:lnTo>
                  <a:lnTo>
                    <a:pt x="5230113" y="2184760"/>
                  </a:lnTo>
                  <a:lnTo>
                    <a:pt x="5294923" y="2156761"/>
                  </a:lnTo>
                  <a:lnTo>
                    <a:pt x="5354566" y="2125441"/>
                  </a:lnTo>
                  <a:lnTo>
                    <a:pt x="5409843" y="2090321"/>
                  </a:lnTo>
                  <a:lnTo>
                    <a:pt x="5461643" y="2050889"/>
                  </a:lnTo>
                  <a:lnTo>
                    <a:pt x="5510853" y="2006669"/>
                  </a:lnTo>
                  <a:lnTo>
                    <a:pt x="5558286" y="1957339"/>
                  </a:lnTo>
                  <a:lnTo>
                    <a:pt x="5567201" y="1947328"/>
                  </a:lnTo>
                  <a:lnTo>
                    <a:pt x="5605397" y="1901865"/>
                  </a:lnTo>
                  <a:lnTo>
                    <a:pt x="5643227" y="1852806"/>
                  </a:lnTo>
                  <a:lnTo>
                    <a:pt x="5680951" y="1800080"/>
                  </a:lnTo>
                  <a:lnTo>
                    <a:pt x="5718768" y="1743684"/>
                  </a:lnTo>
                  <a:lnTo>
                    <a:pt x="5756820" y="1683694"/>
                  </a:lnTo>
                  <a:lnTo>
                    <a:pt x="5795203" y="1620269"/>
                  </a:lnTo>
                  <a:lnTo>
                    <a:pt x="5833968" y="1553656"/>
                  </a:lnTo>
                  <a:lnTo>
                    <a:pt x="5873125" y="1484189"/>
                  </a:lnTo>
                  <a:lnTo>
                    <a:pt x="5912648" y="1412289"/>
                  </a:lnTo>
                  <a:lnTo>
                    <a:pt x="5952482" y="1338451"/>
                  </a:lnTo>
                  <a:lnTo>
                    <a:pt x="5992546" y="1263235"/>
                  </a:lnTo>
                  <a:lnTo>
                    <a:pt x="6032742" y="1187246"/>
                  </a:lnTo>
                  <a:lnTo>
                    <a:pt x="6072962" y="1111118"/>
                  </a:lnTo>
                  <a:lnTo>
                    <a:pt x="6113096" y="1035487"/>
                  </a:lnTo>
                  <a:lnTo>
                    <a:pt x="6153042" y="960974"/>
                  </a:lnTo>
                  <a:lnTo>
                    <a:pt x="6192709" y="888161"/>
                  </a:lnTo>
                  <a:lnTo>
                    <a:pt x="6232032" y="817572"/>
                  </a:lnTo>
                  <a:lnTo>
                    <a:pt x="6270969" y="749664"/>
                  </a:lnTo>
                  <a:lnTo>
                    <a:pt x="6309516" y="684807"/>
                  </a:lnTo>
                  <a:lnTo>
                    <a:pt x="6347704" y="623289"/>
                  </a:lnTo>
                  <a:lnTo>
                    <a:pt x="6385609" y="565306"/>
                  </a:lnTo>
                  <a:lnTo>
                    <a:pt x="6423352" y="510969"/>
                  </a:lnTo>
                  <a:lnTo>
                    <a:pt x="6461108" y="460310"/>
                  </a:lnTo>
                  <a:lnTo>
                    <a:pt x="6499107" y="413286"/>
                  </a:lnTo>
                  <a:lnTo>
                    <a:pt x="6515891" y="393821"/>
                  </a:lnTo>
                  <a:lnTo>
                    <a:pt x="6563064" y="343502"/>
                  </a:lnTo>
                  <a:lnTo>
                    <a:pt x="6611876" y="298324"/>
                  </a:lnTo>
                  <a:lnTo>
                    <a:pt x="6663114" y="258011"/>
                  </a:lnTo>
                  <a:lnTo>
                    <a:pt x="6717657" y="222107"/>
                  </a:lnTo>
                  <a:lnTo>
                    <a:pt x="6776400" y="190100"/>
                  </a:lnTo>
                  <a:lnTo>
                    <a:pt x="6840168" y="161501"/>
                  </a:lnTo>
                  <a:lnTo>
                    <a:pt x="6909621" y="135883"/>
                  </a:lnTo>
                  <a:lnTo>
                    <a:pt x="6985113" y="112905"/>
                  </a:lnTo>
                  <a:lnTo>
                    <a:pt x="7066516" y="92325"/>
                  </a:lnTo>
                  <a:lnTo>
                    <a:pt x="7153009" y="73996"/>
                  </a:lnTo>
                  <a:lnTo>
                    <a:pt x="7242878" y="57865"/>
                  </a:lnTo>
                  <a:lnTo>
                    <a:pt x="7333395" y="43950"/>
                  </a:lnTo>
                  <a:lnTo>
                    <a:pt x="7420894" y="32304"/>
                  </a:lnTo>
                  <a:lnTo>
                    <a:pt x="7501124" y="22965"/>
                  </a:lnTo>
                  <a:lnTo>
                    <a:pt x="7569915" y="15900"/>
                  </a:lnTo>
                  <a:lnTo>
                    <a:pt x="7624036" y="10959"/>
                  </a:lnTo>
                  <a:lnTo>
                    <a:pt x="7661975" y="7862"/>
                  </a:lnTo>
                  <a:lnTo>
                    <a:pt x="7684408" y="6216"/>
                  </a:lnTo>
                  <a:lnTo>
                    <a:pt x="7694219" y="556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29" y="71"/>
                  </a:lnTo>
                  <a:lnTo>
                    <a:pt x="7687134" y="585"/>
                  </a:lnTo>
                  <a:lnTo>
                    <a:pt x="7667399" y="2004"/>
                  </a:lnTo>
                  <a:lnTo>
                    <a:pt x="7632544" y="4791"/>
                  </a:lnTo>
                  <a:lnTo>
                    <a:pt x="7581461" y="9355"/>
                  </a:lnTo>
                  <a:lnTo>
                    <a:pt x="7515265" y="15998"/>
                  </a:lnTo>
                  <a:lnTo>
                    <a:pt x="7436915" y="24897"/>
                  </a:lnTo>
                  <a:lnTo>
                    <a:pt x="7350468" y="36104"/>
                  </a:lnTo>
                  <a:lnTo>
                    <a:pt x="7260218" y="49590"/>
                  </a:lnTo>
                  <a:lnTo>
                    <a:pt x="7169984" y="65300"/>
                  </a:lnTo>
                  <a:lnTo>
                    <a:pt x="7082683" y="83208"/>
                  </a:lnTo>
                  <a:lnTo>
                    <a:pt x="7000220" y="103350"/>
                  </a:lnTo>
                  <a:lnTo>
                    <a:pt x="6923571" y="125854"/>
                  </a:lnTo>
                  <a:lnTo>
                    <a:pt x="6852980" y="150944"/>
                  </a:lnTo>
                  <a:lnTo>
                    <a:pt x="6788169" y="178943"/>
                  </a:lnTo>
                  <a:lnTo>
                    <a:pt x="6728527" y="210263"/>
                  </a:lnTo>
                  <a:lnTo>
                    <a:pt x="6673249" y="245383"/>
                  </a:lnTo>
                  <a:lnTo>
                    <a:pt x="6621449" y="284815"/>
                  </a:lnTo>
                  <a:lnTo>
                    <a:pt x="6572239" y="329035"/>
                  </a:lnTo>
                  <a:lnTo>
                    <a:pt x="6524807" y="378365"/>
                  </a:lnTo>
                  <a:lnTo>
                    <a:pt x="6515891" y="388376"/>
                  </a:lnTo>
                  <a:lnTo>
                    <a:pt x="6477695" y="433839"/>
                  </a:lnTo>
                  <a:lnTo>
                    <a:pt x="6439865" y="482898"/>
                  </a:lnTo>
                  <a:lnTo>
                    <a:pt x="6402141" y="535624"/>
                  </a:lnTo>
                  <a:lnTo>
                    <a:pt x="6364325" y="592020"/>
                  </a:lnTo>
                  <a:lnTo>
                    <a:pt x="6326273" y="652010"/>
                  </a:lnTo>
                  <a:lnTo>
                    <a:pt x="6287889" y="715435"/>
                  </a:lnTo>
                  <a:lnTo>
                    <a:pt x="6249124" y="782048"/>
                  </a:lnTo>
                  <a:lnTo>
                    <a:pt x="6209967" y="851515"/>
                  </a:lnTo>
                  <a:lnTo>
                    <a:pt x="6170444" y="923415"/>
                  </a:lnTo>
                  <a:lnTo>
                    <a:pt x="6130610" y="997253"/>
                  </a:lnTo>
                  <a:lnTo>
                    <a:pt x="6090546" y="1072469"/>
                  </a:lnTo>
                  <a:lnTo>
                    <a:pt x="6050351" y="1148458"/>
                  </a:lnTo>
                  <a:lnTo>
                    <a:pt x="6010131" y="1224586"/>
                  </a:lnTo>
                  <a:lnTo>
                    <a:pt x="5969996" y="1300217"/>
                  </a:lnTo>
                  <a:lnTo>
                    <a:pt x="5930051" y="1374730"/>
                  </a:lnTo>
                  <a:lnTo>
                    <a:pt x="5890383" y="1447544"/>
                  </a:lnTo>
                  <a:lnTo>
                    <a:pt x="5851061" y="1518132"/>
                  </a:lnTo>
                  <a:lnTo>
                    <a:pt x="5812123" y="1586041"/>
                  </a:lnTo>
                  <a:lnTo>
                    <a:pt x="5773577" y="1650897"/>
                  </a:lnTo>
                  <a:lnTo>
                    <a:pt x="5735389" y="1712415"/>
                  </a:lnTo>
                  <a:lnTo>
                    <a:pt x="5697484" y="1770398"/>
                  </a:lnTo>
                  <a:lnTo>
                    <a:pt x="5659740" y="1824735"/>
                  </a:lnTo>
                  <a:lnTo>
                    <a:pt x="5621985" y="1875394"/>
                  </a:lnTo>
                  <a:lnTo>
                    <a:pt x="5583985" y="1922418"/>
                  </a:lnTo>
                  <a:lnTo>
                    <a:pt x="5567201" y="1941883"/>
                  </a:lnTo>
                  <a:lnTo>
                    <a:pt x="5520028" y="1992202"/>
                  </a:lnTo>
                  <a:lnTo>
                    <a:pt x="5471217" y="2037381"/>
                  </a:lnTo>
                  <a:lnTo>
                    <a:pt x="5419979" y="2077693"/>
                  </a:lnTo>
                  <a:lnTo>
                    <a:pt x="5365435" y="2113597"/>
                  </a:lnTo>
                  <a:lnTo>
                    <a:pt x="5306692" y="2145604"/>
                  </a:lnTo>
                  <a:lnTo>
                    <a:pt x="5242924" y="2174204"/>
                  </a:lnTo>
                  <a:lnTo>
                    <a:pt x="5173471" y="2199822"/>
                  </a:lnTo>
                  <a:lnTo>
                    <a:pt x="5097979" y="2222799"/>
                  </a:lnTo>
                  <a:lnTo>
                    <a:pt x="5016577" y="2243379"/>
                  </a:lnTo>
                  <a:lnTo>
                    <a:pt x="4930084" y="2261708"/>
                  </a:lnTo>
                  <a:lnTo>
                    <a:pt x="4840215" y="2277839"/>
                  </a:lnTo>
                  <a:lnTo>
                    <a:pt x="4749697" y="2291754"/>
                  </a:lnTo>
                  <a:lnTo>
                    <a:pt x="4662198" y="2303400"/>
                  </a:lnTo>
                  <a:lnTo>
                    <a:pt x="4581969" y="2312739"/>
                  </a:lnTo>
                  <a:lnTo>
                    <a:pt x="4513177" y="2319804"/>
                  </a:lnTo>
                  <a:lnTo>
                    <a:pt x="4459057" y="2324745"/>
                  </a:lnTo>
                  <a:lnTo>
                    <a:pt x="4421118" y="2327842"/>
                  </a:lnTo>
                  <a:lnTo>
                    <a:pt x="4398685" y="2329488"/>
                  </a:lnTo>
                  <a:lnTo>
                    <a:pt x="4388873" y="2330138"/>
                  </a:lnTo>
                  <a:lnTo>
                    <a:pt x="4386855" y="2330260"/>
                  </a:lnTo>
                  <a:lnTo>
                    <a:pt x="3848118" y="2330260"/>
                  </a:lnTo>
                  <a:lnTo>
                    <a:pt x="3846840" y="2330297"/>
                  </a:lnTo>
                  <a:lnTo>
                    <a:pt x="3838494" y="2330563"/>
                  </a:lnTo>
                  <a:lnTo>
                    <a:pt x="3817678" y="2331298"/>
                  </a:lnTo>
                  <a:lnTo>
                    <a:pt x="3781020" y="2332741"/>
                  </a:lnTo>
                  <a:lnTo>
                    <a:pt x="3727513" y="2335098"/>
                  </a:lnTo>
                  <a:lnTo>
                    <a:pt x="3658529" y="2338524"/>
                  </a:lnTo>
                  <a:lnTo>
                    <a:pt x="3577367" y="2343099"/>
                  </a:lnTo>
                  <a:lnTo>
                    <a:pt x="3488404" y="2348846"/>
                  </a:lnTo>
                  <a:lnTo>
                    <a:pt x="3396154" y="2355745"/>
                  </a:lnTo>
                  <a:lnTo>
                    <a:pt x="3304524" y="2363770"/>
                  </a:lnTo>
                  <a:lnTo>
                    <a:pt x="3216408" y="2372910"/>
                  </a:lnTo>
                  <a:lnTo>
                    <a:pt x="3133611" y="2383195"/>
                  </a:lnTo>
                  <a:lnTo>
                    <a:pt x="3056973" y="2394700"/>
                  </a:lnTo>
                  <a:lnTo>
                    <a:pt x="2986601" y="2407556"/>
                  </a:lnTo>
                  <a:lnTo>
                    <a:pt x="2922090" y="2421941"/>
                  </a:lnTo>
                  <a:lnTo>
                    <a:pt x="2862720" y="2438079"/>
                  </a:lnTo>
                  <a:lnTo>
                    <a:pt x="2807604" y="2456228"/>
                  </a:lnTo>
                  <a:lnTo>
                    <a:pt x="2755793" y="2476649"/>
                  </a:lnTo>
                  <a:lnTo>
                    <a:pt x="2706365" y="2499570"/>
                  </a:lnTo>
                  <a:lnTo>
                    <a:pt x="2667772" y="2519911"/>
                  </a:lnTo>
                  <a:lnTo>
                    <a:pt x="2621075" y="2547327"/>
                  </a:lnTo>
                  <a:lnTo>
                    <a:pt x="2574835" y="2577388"/>
                  </a:lnTo>
                  <a:lnTo>
                    <a:pt x="2528613" y="2610138"/>
                  </a:lnTo>
                  <a:lnTo>
                    <a:pt x="2482103" y="2645540"/>
                  </a:lnTo>
                  <a:lnTo>
                    <a:pt x="2435111" y="2683468"/>
                  </a:lnTo>
                  <a:lnTo>
                    <a:pt x="2387544" y="2723700"/>
                  </a:lnTo>
                  <a:lnTo>
                    <a:pt x="2339400" y="2765918"/>
                  </a:lnTo>
                  <a:lnTo>
                    <a:pt x="2290751" y="2809715"/>
                  </a:lnTo>
                  <a:lnTo>
                    <a:pt x="2241732" y="2854607"/>
                  </a:lnTo>
                  <a:lnTo>
                    <a:pt x="2192517" y="2900055"/>
                  </a:lnTo>
                  <a:lnTo>
                    <a:pt x="2143307" y="2945493"/>
                  </a:lnTo>
                  <a:lnTo>
                    <a:pt x="2094298" y="2990354"/>
                  </a:lnTo>
                  <a:lnTo>
                    <a:pt x="2045666" y="3034100"/>
                  </a:lnTo>
                  <a:lnTo>
                    <a:pt x="1997542" y="3076252"/>
                  </a:lnTo>
                  <a:lnTo>
                    <a:pt x="1949998" y="3116404"/>
                  </a:lnTo>
                  <a:lnTo>
                    <a:pt x="1903026" y="3154242"/>
                  </a:lnTo>
                  <a:lnTo>
                    <a:pt x="1856530" y="3189548"/>
                  </a:lnTo>
                  <a:lnTo>
                    <a:pt x="1810314" y="3222198"/>
                  </a:lnTo>
                  <a:lnTo>
                    <a:pt x="1764065" y="3252160"/>
                  </a:lnTo>
                  <a:lnTo>
                    <a:pt x="1719082" y="3278516"/>
                  </a:lnTo>
                  <a:lnTo>
                    <a:pt x="1670975" y="3303542"/>
                  </a:lnTo>
                  <a:lnTo>
                    <a:pt x="1621149" y="3325961"/>
                  </a:lnTo>
                  <a:lnTo>
                    <a:pt x="1568767" y="3345918"/>
                  </a:lnTo>
                  <a:lnTo>
                    <a:pt x="1512893" y="3363653"/>
                  </a:lnTo>
                  <a:lnTo>
                    <a:pt x="1452585" y="3379429"/>
                  </a:lnTo>
                  <a:lnTo>
                    <a:pt x="1386977" y="3393499"/>
                  </a:lnTo>
                  <a:lnTo>
                    <a:pt x="1315399" y="3406078"/>
                  </a:lnTo>
                  <a:lnTo>
                    <a:pt x="1237530" y="3417336"/>
                  </a:lnTo>
                  <a:lnTo>
                    <a:pt x="1153599" y="3427393"/>
                  </a:lnTo>
                  <a:lnTo>
                    <a:pt x="1064621" y="3436314"/>
                  </a:lnTo>
                  <a:lnTo>
                    <a:pt x="972608" y="3444120"/>
                  </a:lnTo>
                  <a:lnTo>
                    <a:pt x="880666" y="3450797"/>
                  </a:lnTo>
                  <a:lnTo>
                    <a:pt x="792865" y="3456315"/>
                  </a:lnTo>
                  <a:lnTo>
                    <a:pt x="713759" y="3460663"/>
                  </a:lnTo>
                  <a:lnTo>
                    <a:pt x="647591" y="3463871"/>
                  </a:lnTo>
                  <a:lnTo>
                    <a:pt x="597341" y="3466035"/>
                  </a:lnTo>
                  <a:lnTo>
                    <a:pt x="563936" y="3467322"/>
                  </a:lnTo>
                  <a:lnTo>
                    <a:pt x="545891" y="3467946"/>
                  </a:lnTo>
                  <a:lnTo>
                    <a:pt x="539410" y="3468148"/>
                  </a:lnTo>
                  <a:lnTo>
                    <a:pt x="538736" y="3468168"/>
                  </a:lnTo>
                  <a:lnTo>
                    <a:pt x="0" y="3468168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10" name="pl2010"/>
            <p:cNvSpPr/>
            <p:nvPr/>
          </p:nvSpPr>
          <p:spPr>
            <a:xfrm>
              <a:off x="546595" y="2416484"/>
              <a:ext cx="8234974" cy="3468168"/>
            </a:xfrm>
            <a:custGeom>
              <a:avLst/>
              <a:pathLst>
                <a:path w="8234974" h="3468168">
                  <a:moveTo>
                    <a:pt x="0" y="3468168"/>
                  </a:moveTo>
                  <a:lnTo>
                    <a:pt x="538736" y="3468168"/>
                  </a:lnTo>
                  <a:lnTo>
                    <a:pt x="540015" y="3468131"/>
                  </a:lnTo>
                  <a:lnTo>
                    <a:pt x="548360" y="3467865"/>
                  </a:lnTo>
                  <a:lnTo>
                    <a:pt x="569177" y="3467130"/>
                  </a:lnTo>
                  <a:lnTo>
                    <a:pt x="605834" y="3465687"/>
                  </a:lnTo>
                  <a:lnTo>
                    <a:pt x="659342" y="3463330"/>
                  </a:lnTo>
                  <a:lnTo>
                    <a:pt x="728325" y="3459904"/>
                  </a:lnTo>
                  <a:lnTo>
                    <a:pt x="809487" y="3455329"/>
                  </a:lnTo>
                  <a:lnTo>
                    <a:pt x="898450" y="3449582"/>
                  </a:lnTo>
                  <a:lnTo>
                    <a:pt x="990700" y="3442683"/>
                  </a:lnTo>
                  <a:lnTo>
                    <a:pt x="1082331" y="3434658"/>
                  </a:lnTo>
                  <a:lnTo>
                    <a:pt x="1170446" y="3425518"/>
                  </a:lnTo>
                  <a:lnTo>
                    <a:pt x="1253244" y="3415233"/>
                  </a:lnTo>
                  <a:lnTo>
                    <a:pt x="1329881" y="3403728"/>
                  </a:lnTo>
                  <a:lnTo>
                    <a:pt x="1400253" y="3390872"/>
                  </a:lnTo>
                  <a:lnTo>
                    <a:pt x="1464764" y="3376487"/>
                  </a:lnTo>
                  <a:lnTo>
                    <a:pt x="1524134" y="3360348"/>
                  </a:lnTo>
                  <a:lnTo>
                    <a:pt x="1579250" y="3342200"/>
                  </a:lnTo>
                  <a:lnTo>
                    <a:pt x="1631061" y="3321779"/>
                  </a:lnTo>
                  <a:lnTo>
                    <a:pt x="1680490" y="3298858"/>
                  </a:lnTo>
                  <a:lnTo>
                    <a:pt x="1719082" y="3278516"/>
                  </a:lnTo>
                  <a:lnTo>
                    <a:pt x="1765779" y="3251101"/>
                  </a:lnTo>
                  <a:lnTo>
                    <a:pt x="1812020" y="3221040"/>
                  </a:lnTo>
                  <a:lnTo>
                    <a:pt x="1858242" y="3188290"/>
                  </a:lnTo>
                  <a:lnTo>
                    <a:pt x="1904752" y="3152888"/>
                  </a:lnTo>
                  <a:lnTo>
                    <a:pt x="1951744" y="3114960"/>
                  </a:lnTo>
                  <a:lnTo>
                    <a:pt x="1999310" y="3074728"/>
                  </a:lnTo>
                  <a:lnTo>
                    <a:pt x="2047454" y="3032510"/>
                  </a:lnTo>
                  <a:lnTo>
                    <a:pt x="2096103" y="2988713"/>
                  </a:lnTo>
                  <a:lnTo>
                    <a:pt x="2145123" y="2943821"/>
                  </a:lnTo>
                  <a:lnTo>
                    <a:pt x="2194337" y="2898373"/>
                  </a:lnTo>
                  <a:lnTo>
                    <a:pt x="2243548" y="2852935"/>
                  </a:lnTo>
                  <a:lnTo>
                    <a:pt x="2292557" y="2808074"/>
                  </a:lnTo>
                  <a:lnTo>
                    <a:pt x="2341189" y="2764327"/>
                  </a:lnTo>
                  <a:lnTo>
                    <a:pt x="2389312" y="2722176"/>
                  </a:lnTo>
                  <a:lnTo>
                    <a:pt x="2436857" y="2682023"/>
                  </a:lnTo>
                  <a:lnTo>
                    <a:pt x="2483829" y="2644185"/>
                  </a:lnTo>
                  <a:lnTo>
                    <a:pt x="2530324" y="2608880"/>
                  </a:lnTo>
                  <a:lnTo>
                    <a:pt x="2576541" y="2576229"/>
                  </a:lnTo>
                  <a:lnTo>
                    <a:pt x="2622790" y="2546268"/>
                  </a:lnTo>
                  <a:lnTo>
                    <a:pt x="2667772" y="2519911"/>
                  </a:lnTo>
                  <a:lnTo>
                    <a:pt x="2715880" y="2494885"/>
                  </a:lnTo>
                  <a:lnTo>
                    <a:pt x="2765705" y="2472467"/>
                  </a:lnTo>
                  <a:lnTo>
                    <a:pt x="2818088" y="2452510"/>
                  </a:lnTo>
                  <a:lnTo>
                    <a:pt x="2873961" y="2434775"/>
                  </a:lnTo>
                  <a:lnTo>
                    <a:pt x="2934270" y="2418999"/>
                  </a:lnTo>
                  <a:lnTo>
                    <a:pt x="2999878" y="2404929"/>
                  </a:lnTo>
                  <a:lnTo>
                    <a:pt x="3071456" y="2392350"/>
                  </a:lnTo>
                  <a:lnTo>
                    <a:pt x="3149325" y="2381092"/>
                  </a:lnTo>
                  <a:lnTo>
                    <a:pt x="3233255" y="2371035"/>
                  </a:lnTo>
                  <a:lnTo>
                    <a:pt x="3322233" y="2362114"/>
                  </a:lnTo>
                  <a:lnTo>
                    <a:pt x="3414247" y="2354307"/>
                  </a:lnTo>
                  <a:lnTo>
                    <a:pt x="3506189" y="2347631"/>
                  </a:lnTo>
                  <a:lnTo>
                    <a:pt x="3593990" y="2342113"/>
                  </a:lnTo>
                  <a:lnTo>
                    <a:pt x="3673095" y="2337765"/>
                  </a:lnTo>
                  <a:lnTo>
                    <a:pt x="3739263" y="2334557"/>
                  </a:lnTo>
                  <a:lnTo>
                    <a:pt x="3789514" y="2332393"/>
                  </a:lnTo>
                  <a:lnTo>
                    <a:pt x="3822918" y="2331106"/>
                  </a:lnTo>
                  <a:lnTo>
                    <a:pt x="3840963" y="2330482"/>
                  </a:lnTo>
                  <a:lnTo>
                    <a:pt x="3847445" y="2330279"/>
                  </a:lnTo>
                  <a:lnTo>
                    <a:pt x="3848118" y="2330260"/>
                  </a:lnTo>
                  <a:lnTo>
                    <a:pt x="4386855" y="2330260"/>
                  </a:lnTo>
                  <a:lnTo>
                    <a:pt x="4388063" y="2330188"/>
                  </a:lnTo>
                  <a:lnTo>
                    <a:pt x="4395959" y="2329675"/>
                  </a:lnTo>
                  <a:lnTo>
                    <a:pt x="4415694" y="2328255"/>
                  </a:lnTo>
                  <a:lnTo>
                    <a:pt x="4450549" y="2325468"/>
                  </a:lnTo>
                  <a:lnTo>
                    <a:pt x="4501631" y="2320905"/>
                  </a:lnTo>
                  <a:lnTo>
                    <a:pt x="4567827" y="2314261"/>
                  </a:lnTo>
                  <a:lnTo>
                    <a:pt x="4646178" y="2305362"/>
                  </a:lnTo>
                  <a:lnTo>
                    <a:pt x="4732625" y="2294156"/>
                  </a:lnTo>
                  <a:lnTo>
                    <a:pt x="4822874" y="2280670"/>
                  </a:lnTo>
                  <a:lnTo>
                    <a:pt x="4913109" y="2264959"/>
                  </a:lnTo>
                  <a:lnTo>
                    <a:pt x="5000409" y="2247052"/>
                  </a:lnTo>
                  <a:lnTo>
                    <a:pt x="5082873" y="2226909"/>
                  </a:lnTo>
                  <a:lnTo>
                    <a:pt x="5159522" y="2204406"/>
                  </a:lnTo>
                  <a:lnTo>
                    <a:pt x="5230113" y="2179316"/>
                  </a:lnTo>
                  <a:lnTo>
                    <a:pt x="5294923" y="2151316"/>
                  </a:lnTo>
                  <a:lnTo>
                    <a:pt x="5354566" y="2119997"/>
                  </a:lnTo>
                  <a:lnTo>
                    <a:pt x="5409843" y="2084876"/>
                  </a:lnTo>
                  <a:lnTo>
                    <a:pt x="5461643" y="2045444"/>
                  </a:lnTo>
                  <a:lnTo>
                    <a:pt x="5510853" y="2001225"/>
                  </a:lnTo>
                  <a:lnTo>
                    <a:pt x="5558286" y="1951894"/>
                  </a:lnTo>
                  <a:lnTo>
                    <a:pt x="5567201" y="1941883"/>
                  </a:lnTo>
                  <a:lnTo>
                    <a:pt x="5605397" y="1896420"/>
                  </a:lnTo>
                  <a:lnTo>
                    <a:pt x="5643227" y="1847362"/>
                  </a:lnTo>
                  <a:lnTo>
                    <a:pt x="5680951" y="1794635"/>
                  </a:lnTo>
                  <a:lnTo>
                    <a:pt x="5718768" y="1738240"/>
                  </a:lnTo>
                  <a:lnTo>
                    <a:pt x="5756820" y="1678250"/>
                  </a:lnTo>
                  <a:lnTo>
                    <a:pt x="5795203" y="1614825"/>
                  </a:lnTo>
                  <a:lnTo>
                    <a:pt x="5833968" y="1548211"/>
                  </a:lnTo>
                  <a:lnTo>
                    <a:pt x="5873125" y="1478745"/>
                  </a:lnTo>
                  <a:lnTo>
                    <a:pt x="5912648" y="1406844"/>
                  </a:lnTo>
                  <a:lnTo>
                    <a:pt x="5952482" y="1333007"/>
                  </a:lnTo>
                  <a:lnTo>
                    <a:pt x="5992546" y="1257790"/>
                  </a:lnTo>
                  <a:lnTo>
                    <a:pt x="6032742" y="1181802"/>
                  </a:lnTo>
                  <a:lnTo>
                    <a:pt x="6072962" y="1105674"/>
                  </a:lnTo>
                  <a:lnTo>
                    <a:pt x="6113096" y="1030043"/>
                  </a:lnTo>
                  <a:lnTo>
                    <a:pt x="6153042" y="955530"/>
                  </a:lnTo>
                  <a:lnTo>
                    <a:pt x="6192709" y="882716"/>
                  </a:lnTo>
                  <a:lnTo>
                    <a:pt x="6232032" y="812128"/>
                  </a:lnTo>
                  <a:lnTo>
                    <a:pt x="6270969" y="744219"/>
                  </a:lnTo>
                  <a:lnTo>
                    <a:pt x="6309516" y="679363"/>
                  </a:lnTo>
                  <a:lnTo>
                    <a:pt x="6347704" y="617844"/>
                  </a:lnTo>
                  <a:lnTo>
                    <a:pt x="6385609" y="559861"/>
                  </a:lnTo>
                  <a:lnTo>
                    <a:pt x="6423352" y="505525"/>
                  </a:lnTo>
                  <a:lnTo>
                    <a:pt x="6461108" y="454866"/>
                  </a:lnTo>
                  <a:lnTo>
                    <a:pt x="6499107" y="407841"/>
                  </a:lnTo>
                  <a:lnTo>
                    <a:pt x="6515891" y="388376"/>
                  </a:lnTo>
                  <a:lnTo>
                    <a:pt x="6563064" y="338057"/>
                  </a:lnTo>
                  <a:lnTo>
                    <a:pt x="6611876" y="292879"/>
                  </a:lnTo>
                  <a:lnTo>
                    <a:pt x="6663114" y="252567"/>
                  </a:lnTo>
                  <a:lnTo>
                    <a:pt x="6717657" y="216662"/>
                  </a:lnTo>
                  <a:lnTo>
                    <a:pt x="6776400" y="184655"/>
                  </a:lnTo>
                  <a:lnTo>
                    <a:pt x="6840168" y="156056"/>
                  </a:lnTo>
                  <a:lnTo>
                    <a:pt x="6909621" y="130438"/>
                  </a:lnTo>
                  <a:lnTo>
                    <a:pt x="6985113" y="107461"/>
                  </a:lnTo>
                  <a:lnTo>
                    <a:pt x="7066516" y="86880"/>
                  </a:lnTo>
                  <a:lnTo>
                    <a:pt x="7153009" y="68551"/>
                  </a:lnTo>
                  <a:lnTo>
                    <a:pt x="7242878" y="52420"/>
                  </a:lnTo>
                  <a:lnTo>
                    <a:pt x="7333395" y="38505"/>
                  </a:lnTo>
                  <a:lnTo>
                    <a:pt x="7420894" y="26860"/>
                  </a:lnTo>
                  <a:lnTo>
                    <a:pt x="7501124" y="17521"/>
                  </a:lnTo>
                  <a:lnTo>
                    <a:pt x="7569915" y="10456"/>
                  </a:lnTo>
                  <a:lnTo>
                    <a:pt x="7624036" y="5515"/>
                  </a:lnTo>
                  <a:lnTo>
                    <a:pt x="7661975" y="2417"/>
                  </a:lnTo>
                  <a:lnTo>
                    <a:pt x="7684408" y="771"/>
                  </a:lnTo>
                  <a:lnTo>
                    <a:pt x="7694219" y="121"/>
                  </a:lnTo>
                  <a:lnTo>
                    <a:pt x="7696229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1" name="pl2011"/>
            <p:cNvSpPr/>
            <p:nvPr/>
          </p:nvSpPr>
          <p:spPr>
            <a:xfrm>
              <a:off x="546595" y="2411040"/>
              <a:ext cx="8234974" cy="3468168"/>
            </a:xfrm>
            <a:custGeom>
              <a:avLst/>
              <a:pathLst>
                <a:path w="8234974" h="3468168">
                  <a:moveTo>
                    <a:pt x="8234974" y="0"/>
                  </a:moveTo>
                  <a:lnTo>
                    <a:pt x="7696237" y="0"/>
                  </a:lnTo>
                  <a:lnTo>
                    <a:pt x="7695029" y="71"/>
                  </a:lnTo>
                  <a:lnTo>
                    <a:pt x="7687134" y="585"/>
                  </a:lnTo>
                  <a:lnTo>
                    <a:pt x="7667399" y="2004"/>
                  </a:lnTo>
                  <a:lnTo>
                    <a:pt x="7632544" y="4791"/>
                  </a:lnTo>
                  <a:lnTo>
                    <a:pt x="7581461" y="9355"/>
                  </a:lnTo>
                  <a:lnTo>
                    <a:pt x="7515265" y="15998"/>
                  </a:lnTo>
                  <a:lnTo>
                    <a:pt x="7436915" y="24897"/>
                  </a:lnTo>
                  <a:lnTo>
                    <a:pt x="7350468" y="36104"/>
                  </a:lnTo>
                  <a:lnTo>
                    <a:pt x="7260218" y="49590"/>
                  </a:lnTo>
                  <a:lnTo>
                    <a:pt x="7169984" y="65300"/>
                  </a:lnTo>
                  <a:lnTo>
                    <a:pt x="7082683" y="83208"/>
                  </a:lnTo>
                  <a:lnTo>
                    <a:pt x="7000220" y="103350"/>
                  </a:lnTo>
                  <a:lnTo>
                    <a:pt x="6923571" y="125854"/>
                  </a:lnTo>
                  <a:lnTo>
                    <a:pt x="6852980" y="150944"/>
                  </a:lnTo>
                  <a:lnTo>
                    <a:pt x="6788169" y="178943"/>
                  </a:lnTo>
                  <a:lnTo>
                    <a:pt x="6728527" y="210263"/>
                  </a:lnTo>
                  <a:lnTo>
                    <a:pt x="6673249" y="245383"/>
                  </a:lnTo>
                  <a:lnTo>
                    <a:pt x="6621449" y="284815"/>
                  </a:lnTo>
                  <a:lnTo>
                    <a:pt x="6572239" y="329035"/>
                  </a:lnTo>
                  <a:lnTo>
                    <a:pt x="6524807" y="378365"/>
                  </a:lnTo>
                  <a:lnTo>
                    <a:pt x="6515891" y="388376"/>
                  </a:lnTo>
                  <a:lnTo>
                    <a:pt x="6477695" y="433839"/>
                  </a:lnTo>
                  <a:lnTo>
                    <a:pt x="6439865" y="482898"/>
                  </a:lnTo>
                  <a:lnTo>
                    <a:pt x="6402141" y="535624"/>
                  </a:lnTo>
                  <a:lnTo>
                    <a:pt x="6364325" y="592020"/>
                  </a:lnTo>
                  <a:lnTo>
                    <a:pt x="6326273" y="652010"/>
                  </a:lnTo>
                  <a:lnTo>
                    <a:pt x="6287889" y="715435"/>
                  </a:lnTo>
                  <a:lnTo>
                    <a:pt x="6249124" y="782048"/>
                  </a:lnTo>
                  <a:lnTo>
                    <a:pt x="6209967" y="851515"/>
                  </a:lnTo>
                  <a:lnTo>
                    <a:pt x="6170444" y="923415"/>
                  </a:lnTo>
                  <a:lnTo>
                    <a:pt x="6130610" y="997253"/>
                  </a:lnTo>
                  <a:lnTo>
                    <a:pt x="6090546" y="1072469"/>
                  </a:lnTo>
                  <a:lnTo>
                    <a:pt x="6050351" y="1148458"/>
                  </a:lnTo>
                  <a:lnTo>
                    <a:pt x="6010131" y="1224586"/>
                  </a:lnTo>
                  <a:lnTo>
                    <a:pt x="5969996" y="1300217"/>
                  </a:lnTo>
                  <a:lnTo>
                    <a:pt x="5930051" y="1374730"/>
                  </a:lnTo>
                  <a:lnTo>
                    <a:pt x="5890383" y="1447544"/>
                  </a:lnTo>
                  <a:lnTo>
                    <a:pt x="5851061" y="1518132"/>
                  </a:lnTo>
                  <a:lnTo>
                    <a:pt x="5812123" y="1586041"/>
                  </a:lnTo>
                  <a:lnTo>
                    <a:pt x="5773577" y="1650897"/>
                  </a:lnTo>
                  <a:lnTo>
                    <a:pt x="5735389" y="1712415"/>
                  </a:lnTo>
                  <a:lnTo>
                    <a:pt x="5697484" y="1770398"/>
                  </a:lnTo>
                  <a:lnTo>
                    <a:pt x="5659740" y="1824735"/>
                  </a:lnTo>
                  <a:lnTo>
                    <a:pt x="5621985" y="1875394"/>
                  </a:lnTo>
                  <a:lnTo>
                    <a:pt x="5583985" y="1922418"/>
                  </a:lnTo>
                  <a:lnTo>
                    <a:pt x="5567201" y="1941883"/>
                  </a:lnTo>
                  <a:lnTo>
                    <a:pt x="5520028" y="1992202"/>
                  </a:lnTo>
                  <a:lnTo>
                    <a:pt x="5471217" y="2037381"/>
                  </a:lnTo>
                  <a:lnTo>
                    <a:pt x="5419979" y="2077693"/>
                  </a:lnTo>
                  <a:lnTo>
                    <a:pt x="5365435" y="2113597"/>
                  </a:lnTo>
                  <a:lnTo>
                    <a:pt x="5306692" y="2145604"/>
                  </a:lnTo>
                  <a:lnTo>
                    <a:pt x="5242924" y="2174204"/>
                  </a:lnTo>
                  <a:lnTo>
                    <a:pt x="5173471" y="2199822"/>
                  </a:lnTo>
                  <a:lnTo>
                    <a:pt x="5097979" y="2222799"/>
                  </a:lnTo>
                  <a:lnTo>
                    <a:pt x="5016577" y="2243379"/>
                  </a:lnTo>
                  <a:lnTo>
                    <a:pt x="4930084" y="2261708"/>
                  </a:lnTo>
                  <a:lnTo>
                    <a:pt x="4840215" y="2277839"/>
                  </a:lnTo>
                  <a:lnTo>
                    <a:pt x="4749697" y="2291754"/>
                  </a:lnTo>
                  <a:lnTo>
                    <a:pt x="4662198" y="2303400"/>
                  </a:lnTo>
                  <a:lnTo>
                    <a:pt x="4581969" y="2312739"/>
                  </a:lnTo>
                  <a:lnTo>
                    <a:pt x="4513177" y="2319804"/>
                  </a:lnTo>
                  <a:lnTo>
                    <a:pt x="4459057" y="2324745"/>
                  </a:lnTo>
                  <a:lnTo>
                    <a:pt x="4421118" y="2327842"/>
                  </a:lnTo>
                  <a:lnTo>
                    <a:pt x="4398685" y="2329488"/>
                  </a:lnTo>
                  <a:lnTo>
                    <a:pt x="4388873" y="2330138"/>
                  </a:lnTo>
                  <a:lnTo>
                    <a:pt x="4386864" y="2330260"/>
                  </a:lnTo>
                  <a:lnTo>
                    <a:pt x="4386855" y="2330260"/>
                  </a:lnTo>
                  <a:lnTo>
                    <a:pt x="3848118" y="2330260"/>
                  </a:lnTo>
                  <a:lnTo>
                    <a:pt x="3846840" y="2330297"/>
                  </a:lnTo>
                  <a:lnTo>
                    <a:pt x="3838494" y="2330563"/>
                  </a:lnTo>
                  <a:lnTo>
                    <a:pt x="3817678" y="2331298"/>
                  </a:lnTo>
                  <a:lnTo>
                    <a:pt x="3781020" y="2332741"/>
                  </a:lnTo>
                  <a:lnTo>
                    <a:pt x="3727513" y="2335098"/>
                  </a:lnTo>
                  <a:lnTo>
                    <a:pt x="3658529" y="2338524"/>
                  </a:lnTo>
                  <a:lnTo>
                    <a:pt x="3577367" y="2343099"/>
                  </a:lnTo>
                  <a:lnTo>
                    <a:pt x="3488404" y="2348846"/>
                  </a:lnTo>
                  <a:lnTo>
                    <a:pt x="3396154" y="2355745"/>
                  </a:lnTo>
                  <a:lnTo>
                    <a:pt x="3304524" y="2363770"/>
                  </a:lnTo>
                  <a:lnTo>
                    <a:pt x="3216408" y="2372910"/>
                  </a:lnTo>
                  <a:lnTo>
                    <a:pt x="3133611" y="2383195"/>
                  </a:lnTo>
                  <a:lnTo>
                    <a:pt x="3056973" y="2394700"/>
                  </a:lnTo>
                  <a:lnTo>
                    <a:pt x="2986601" y="2407556"/>
                  </a:lnTo>
                  <a:lnTo>
                    <a:pt x="2922090" y="2421941"/>
                  </a:lnTo>
                  <a:lnTo>
                    <a:pt x="2862720" y="2438079"/>
                  </a:lnTo>
                  <a:lnTo>
                    <a:pt x="2807604" y="2456228"/>
                  </a:lnTo>
                  <a:lnTo>
                    <a:pt x="2755793" y="2476649"/>
                  </a:lnTo>
                  <a:lnTo>
                    <a:pt x="2706365" y="2499570"/>
                  </a:lnTo>
                  <a:lnTo>
                    <a:pt x="2667772" y="2519911"/>
                  </a:lnTo>
                  <a:lnTo>
                    <a:pt x="2621075" y="2547327"/>
                  </a:lnTo>
                  <a:lnTo>
                    <a:pt x="2574835" y="2577388"/>
                  </a:lnTo>
                  <a:lnTo>
                    <a:pt x="2528613" y="2610138"/>
                  </a:lnTo>
                  <a:lnTo>
                    <a:pt x="2482103" y="2645540"/>
                  </a:lnTo>
                  <a:lnTo>
                    <a:pt x="2435111" y="2683468"/>
                  </a:lnTo>
                  <a:lnTo>
                    <a:pt x="2387544" y="2723700"/>
                  </a:lnTo>
                  <a:lnTo>
                    <a:pt x="2339400" y="2765918"/>
                  </a:lnTo>
                  <a:lnTo>
                    <a:pt x="2290751" y="2809715"/>
                  </a:lnTo>
                  <a:lnTo>
                    <a:pt x="2241732" y="2854607"/>
                  </a:lnTo>
                  <a:lnTo>
                    <a:pt x="2192517" y="2900055"/>
                  </a:lnTo>
                  <a:lnTo>
                    <a:pt x="2143307" y="2945493"/>
                  </a:lnTo>
                  <a:lnTo>
                    <a:pt x="2094298" y="2990354"/>
                  </a:lnTo>
                  <a:lnTo>
                    <a:pt x="2045666" y="3034100"/>
                  </a:lnTo>
                  <a:lnTo>
                    <a:pt x="1997542" y="3076252"/>
                  </a:lnTo>
                  <a:lnTo>
                    <a:pt x="1949998" y="3116404"/>
                  </a:lnTo>
                  <a:lnTo>
                    <a:pt x="1903026" y="3154242"/>
                  </a:lnTo>
                  <a:lnTo>
                    <a:pt x="1856530" y="3189548"/>
                  </a:lnTo>
                  <a:lnTo>
                    <a:pt x="1810314" y="3222198"/>
                  </a:lnTo>
                  <a:lnTo>
                    <a:pt x="1764065" y="3252160"/>
                  </a:lnTo>
                  <a:lnTo>
                    <a:pt x="1719082" y="3278516"/>
                  </a:lnTo>
                  <a:lnTo>
                    <a:pt x="1670975" y="3303542"/>
                  </a:lnTo>
                  <a:lnTo>
                    <a:pt x="1621149" y="3325961"/>
                  </a:lnTo>
                  <a:lnTo>
                    <a:pt x="1568767" y="3345918"/>
                  </a:lnTo>
                  <a:lnTo>
                    <a:pt x="1512893" y="3363653"/>
                  </a:lnTo>
                  <a:lnTo>
                    <a:pt x="1452585" y="3379429"/>
                  </a:lnTo>
                  <a:lnTo>
                    <a:pt x="1386977" y="3393499"/>
                  </a:lnTo>
                  <a:lnTo>
                    <a:pt x="1315399" y="3406078"/>
                  </a:lnTo>
                  <a:lnTo>
                    <a:pt x="1237530" y="3417336"/>
                  </a:lnTo>
                  <a:lnTo>
                    <a:pt x="1153599" y="3427393"/>
                  </a:lnTo>
                  <a:lnTo>
                    <a:pt x="1064621" y="3436314"/>
                  </a:lnTo>
                  <a:lnTo>
                    <a:pt x="972608" y="3444120"/>
                  </a:lnTo>
                  <a:lnTo>
                    <a:pt x="880666" y="3450797"/>
                  </a:lnTo>
                  <a:lnTo>
                    <a:pt x="792865" y="3456315"/>
                  </a:lnTo>
                  <a:lnTo>
                    <a:pt x="713759" y="3460663"/>
                  </a:lnTo>
                  <a:lnTo>
                    <a:pt x="647591" y="3463871"/>
                  </a:lnTo>
                  <a:lnTo>
                    <a:pt x="597341" y="3466035"/>
                  </a:lnTo>
                  <a:lnTo>
                    <a:pt x="563936" y="3467322"/>
                  </a:lnTo>
                  <a:lnTo>
                    <a:pt x="545891" y="3467946"/>
                  </a:lnTo>
                  <a:lnTo>
                    <a:pt x="539410" y="3468148"/>
                  </a:lnTo>
                  <a:lnTo>
                    <a:pt x="538736" y="3468168"/>
                  </a:lnTo>
                  <a:lnTo>
                    <a:pt x="0" y="34681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2" name="pg2012"/>
            <p:cNvSpPr/>
            <p:nvPr/>
          </p:nvSpPr>
          <p:spPr>
            <a:xfrm>
              <a:off x="546595" y="1420134"/>
              <a:ext cx="8234974" cy="4431850"/>
            </a:xfrm>
            <a:custGeom>
              <a:avLst/>
              <a:pathLst>
                <a:path w="8234974" h="4431850">
                  <a:moveTo>
                    <a:pt x="0" y="4431850"/>
                  </a:moveTo>
                  <a:lnTo>
                    <a:pt x="538736" y="4431850"/>
                  </a:lnTo>
                  <a:lnTo>
                    <a:pt x="539642" y="4431752"/>
                  </a:lnTo>
                  <a:lnTo>
                    <a:pt x="545603" y="4431053"/>
                  </a:lnTo>
                  <a:lnTo>
                    <a:pt x="560643" y="4429121"/>
                  </a:lnTo>
                  <a:lnTo>
                    <a:pt x="587562" y="4425317"/>
                  </a:lnTo>
                  <a:lnTo>
                    <a:pt x="627735" y="4419050"/>
                  </a:lnTo>
                  <a:lnTo>
                    <a:pt x="681006" y="4409837"/>
                  </a:lnTo>
                  <a:lnTo>
                    <a:pt x="745808" y="4397345"/>
                  </a:lnTo>
                  <a:lnTo>
                    <a:pt x="819520" y="4381407"/>
                  </a:lnTo>
                  <a:lnTo>
                    <a:pt x="898982" y="4361993"/>
                  </a:lnTo>
                  <a:lnTo>
                    <a:pt x="981016" y="4339158"/>
                  </a:lnTo>
                  <a:lnTo>
                    <a:pt x="1062835" y="4312976"/>
                  </a:lnTo>
                  <a:lnTo>
                    <a:pt x="1142276" y="4283487"/>
                  </a:lnTo>
                  <a:lnTo>
                    <a:pt x="1217869" y="4250646"/>
                  </a:lnTo>
                  <a:lnTo>
                    <a:pt x="1288783" y="4214301"/>
                  </a:lnTo>
                  <a:lnTo>
                    <a:pt x="1354715" y="4174181"/>
                  </a:lnTo>
                  <a:lnTo>
                    <a:pt x="1415757" y="4129890"/>
                  </a:lnTo>
                  <a:lnTo>
                    <a:pt x="1472273" y="4080917"/>
                  </a:lnTo>
                  <a:lnTo>
                    <a:pt x="1524799" y="4026651"/>
                  </a:lnTo>
                  <a:lnTo>
                    <a:pt x="1573966" y="3966412"/>
                  </a:lnTo>
                  <a:lnTo>
                    <a:pt x="1620445" y="3899501"/>
                  </a:lnTo>
                  <a:lnTo>
                    <a:pt x="1664892" y="3825287"/>
                  </a:lnTo>
                  <a:lnTo>
                    <a:pt x="1707905" y="3743353"/>
                  </a:lnTo>
                  <a:lnTo>
                    <a:pt x="1719082" y="3720431"/>
                  </a:lnTo>
                  <a:lnTo>
                    <a:pt x="1748878" y="3656118"/>
                  </a:lnTo>
                  <a:lnTo>
                    <a:pt x="1778414" y="3587833"/>
                  </a:lnTo>
                  <a:lnTo>
                    <a:pt x="1807821" y="3515496"/>
                  </a:lnTo>
                  <a:lnTo>
                    <a:pt x="1837210" y="3439069"/>
                  </a:lnTo>
                  <a:lnTo>
                    <a:pt x="1866668" y="3358566"/>
                  </a:lnTo>
                  <a:lnTo>
                    <a:pt x="1896262" y="3274051"/>
                  </a:lnTo>
                  <a:lnTo>
                    <a:pt x="1926042" y="3185646"/>
                  </a:lnTo>
                  <a:lnTo>
                    <a:pt x="1956040" y="3093532"/>
                  </a:lnTo>
                  <a:lnTo>
                    <a:pt x="1986275" y="2997948"/>
                  </a:lnTo>
                  <a:lnTo>
                    <a:pt x="2016748" y="2899194"/>
                  </a:lnTo>
                  <a:lnTo>
                    <a:pt x="2047450" y="2797627"/>
                  </a:lnTo>
                  <a:lnTo>
                    <a:pt x="2078356" y="2693656"/>
                  </a:lnTo>
                  <a:lnTo>
                    <a:pt x="2109437" y="2587739"/>
                  </a:lnTo>
                  <a:lnTo>
                    <a:pt x="2140650" y="2480370"/>
                  </a:lnTo>
                  <a:lnTo>
                    <a:pt x="2171949" y="2372077"/>
                  </a:lnTo>
                  <a:lnTo>
                    <a:pt x="2203284" y="2263405"/>
                  </a:lnTo>
                  <a:lnTo>
                    <a:pt x="2234602" y="2154907"/>
                  </a:lnTo>
                  <a:lnTo>
                    <a:pt x="2265853" y="2047134"/>
                  </a:lnTo>
                  <a:lnTo>
                    <a:pt x="2296987" y="1940618"/>
                  </a:lnTo>
                  <a:lnTo>
                    <a:pt x="2327963" y="1835870"/>
                  </a:lnTo>
                  <a:lnTo>
                    <a:pt x="2358743" y="1733360"/>
                  </a:lnTo>
                  <a:lnTo>
                    <a:pt x="2389303" y="1633518"/>
                  </a:lnTo>
                  <a:lnTo>
                    <a:pt x="2419627" y="1536720"/>
                  </a:lnTo>
                  <a:lnTo>
                    <a:pt x="2449712" y="1443288"/>
                  </a:lnTo>
                  <a:lnTo>
                    <a:pt x="2479570" y="1353483"/>
                  </a:lnTo>
                  <a:lnTo>
                    <a:pt x="2509228" y="1267508"/>
                  </a:lnTo>
                  <a:lnTo>
                    <a:pt x="2538729" y="1185506"/>
                  </a:lnTo>
                  <a:lnTo>
                    <a:pt x="2568135" y="1107563"/>
                  </a:lnTo>
                  <a:lnTo>
                    <a:pt x="2597524" y="1033710"/>
                  </a:lnTo>
                  <a:lnTo>
                    <a:pt x="2626997" y="963929"/>
                  </a:lnTo>
                  <a:lnTo>
                    <a:pt x="2656679" y="898155"/>
                  </a:lnTo>
                  <a:lnTo>
                    <a:pt x="2667772" y="874755"/>
                  </a:lnTo>
                  <a:lnTo>
                    <a:pt x="2710495" y="790762"/>
                  </a:lnTo>
                  <a:lnTo>
                    <a:pt x="2754509" y="714539"/>
                  </a:lnTo>
                  <a:lnTo>
                    <a:pt x="2800389" y="645755"/>
                  </a:lnTo>
                  <a:lnTo>
                    <a:pt x="2848782" y="583822"/>
                  </a:lnTo>
                  <a:lnTo>
                    <a:pt x="2900357" y="528048"/>
                  </a:lnTo>
                  <a:lnTo>
                    <a:pt x="2955763" y="477741"/>
                  </a:lnTo>
                  <a:lnTo>
                    <a:pt x="3015566" y="432269"/>
                  </a:lnTo>
                  <a:lnTo>
                    <a:pt x="3080186" y="391091"/>
                  </a:lnTo>
                  <a:lnTo>
                    <a:pt x="3149796" y="353782"/>
                  </a:lnTo>
                  <a:lnTo>
                    <a:pt x="3224211" y="320036"/>
                  </a:lnTo>
                  <a:lnTo>
                    <a:pt x="3302752" y="289670"/>
                  </a:lnTo>
                  <a:lnTo>
                    <a:pt x="3384125" y="262615"/>
                  </a:lnTo>
                  <a:lnTo>
                    <a:pt x="3466350" y="238890"/>
                  </a:lnTo>
                  <a:lnTo>
                    <a:pt x="3546789" y="218566"/>
                  </a:lnTo>
                  <a:lnTo>
                    <a:pt x="3622335" y="201709"/>
                  </a:lnTo>
                  <a:lnTo>
                    <a:pt x="3689775" y="188318"/>
                  </a:lnTo>
                  <a:lnTo>
                    <a:pt x="3746293" y="178264"/>
                  </a:lnTo>
                  <a:lnTo>
                    <a:pt x="3789999" y="171261"/>
                  </a:lnTo>
                  <a:lnTo>
                    <a:pt x="3820344" y="166861"/>
                  </a:lnTo>
                  <a:lnTo>
                    <a:pt x="3838302" y="164496"/>
                  </a:lnTo>
                  <a:lnTo>
                    <a:pt x="3846315" y="163534"/>
                  </a:lnTo>
                  <a:lnTo>
                    <a:pt x="3848118" y="163336"/>
                  </a:lnTo>
                  <a:lnTo>
                    <a:pt x="4386855" y="163336"/>
                  </a:lnTo>
                  <a:lnTo>
                    <a:pt x="4388157" y="163330"/>
                  </a:lnTo>
                  <a:lnTo>
                    <a:pt x="4396654" y="163293"/>
                  </a:lnTo>
                  <a:lnTo>
                    <a:pt x="4417832" y="163189"/>
                  </a:lnTo>
                  <a:lnTo>
                    <a:pt x="4455090" y="162985"/>
                  </a:lnTo>
                  <a:lnTo>
                    <a:pt x="4509400" y="162652"/>
                  </a:lnTo>
                  <a:lnTo>
                    <a:pt x="4579301" y="162168"/>
                  </a:lnTo>
                  <a:lnTo>
                    <a:pt x="4661379" y="161522"/>
                  </a:lnTo>
                  <a:lnTo>
                    <a:pt x="4751152" y="160712"/>
                  </a:lnTo>
                  <a:lnTo>
                    <a:pt x="4844036" y="159741"/>
                  </a:lnTo>
                  <a:lnTo>
                    <a:pt x="4936100" y="158611"/>
                  </a:lnTo>
                  <a:lnTo>
                    <a:pt x="5024459" y="157324"/>
                  </a:lnTo>
                  <a:lnTo>
                    <a:pt x="5107346" y="155877"/>
                  </a:lnTo>
                  <a:lnTo>
                    <a:pt x="5183965" y="154256"/>
                  </a:lnTo>
                  <a:lnTo>
                    <a:pt x="5254259" y="152444"/>
                  </a:lnTo>
                  <a:lnTo>
                    <a:pt x="5318671" y="150415"/>
                  </a:lnTo>
                  <a:lnTo>
                    <a:pt x="5377956" y="148136"/>
                  </a:lnTo>
                  <a:lnTo>
                    <a:pt x="5433030" y="145570"/>
                  </a:lnTo>
                  <a:lnTo>
                    <a:pt x="5484859" y="142682"/>
                  </a:lnTo>
                  <a:lnTo>
                    <a:pt x="5534376" y="139440"/>
                  </a:lnTo>
                  <a:lnTo>
                    <a:pt x="5567201" y="137020"/>
                  </a:lnTo>
                  <a:lnTo>
                    <a:pt x="5619836" y="132703"/>
                  </a:lnTo>
                  <a:lnTo>
                    <a:pt x="5671967" y="127916"/>
                  </a:lnTo>
                  <a:lnTo>
                    <a:pt x="5724186" y="122656"/>
                  </a:lnTo>
                  <a:lnTo>
                    <a:pt x="5776880" y="116934"/>
                  </a:lnTo>
                  <a:lnTo>
                    <a:pt x="5830259" y="110785"/>
                  </a:lnTo>
                  <a:lnTo>
                    <a:pt x="5884381" y="104263"/>
                  </a:lnTo>
                  <a:lnTo>
                    <a:pt x="5939174" y="97445"/>
                  </a:lnTo>
                  <a:lnTo>
                    <a:pt x="5994457" y="90424"/>
                  </a:lnTo>
                  <a:lnTo>
                    <a:pt x="6049981" y="83308"/>
                  </a:lnTo>
                  <a:lnTo>
                    <a:pt x="6105462" y="76208"/>
                  </a:lnTo>
                  <a:lnTo>
                    <a:pt x="6160620" y="69238"/>
                  </a:lnTo>
                  <a:lnTo>
                    <a:pt x="6215223" y="62501"/>
                  </a:lnTo>
                  <a:lnTo>
                    <a:pt x="6269122" y="56085"/>
                  </a:lnTo>
                  <a:lnTo>
                    <a:pt x="6322281" y="50060"/>
                  </a:lnTo>
                  <a:lnTo>
                    <a:pt x="6374800" y="44476"/>
                  </a:lnTo>
                  <a:lnTo>
                    <a:pt x="6426943" y="39359"/>
                  </a:lnTo>
                  <a:lnTo>
                    <a:pt x="6479154" y="34717"/>
                  </a:lnTo>
                  <a:lnTo>
                    <a:pt x="6515891" y="31759"/>
                  </a:lnTo>
                  <a:lnTo>
                    <a:pt x="6564305" y="28266"/>
                  </a:lnTo>
                  <a:lnTo>
                    <a:pt x="6614463" y="25139"/>
                  </a:lnTo>
                  <a:lnTo>
                    <a:pt x="6667222" y="22358"/>
                  </a:lnTo>
                  <a:lnTo>
                    <a:pt x="6723534" y="19888"/>
                  </a:lnTo>
                  <a:lnTo>
                    <a:pt x="6784360" y="17692"/>
                  </a:lnTo>
                  <a:lnTo>
                    <a:pt x="6850577" y="15736"/>
                  </a:lnTo>
                  <a:lnTo>
                    <a:pt x="6922858" y="13987"/>
                  </a:lnTo>
                  <a:lnTo>
                    <a:pt x="7001513" y="12423"/>
                  </a:lnTo>
                  <a:lnTo>
                    <a:pt x="7086273" y="11028"/>
                  </a:lnTo>
                  <a:lnTo>
                    <a:pt x="7176057" y="9791"/>
                  </a:lnTo>
                  <a:lnTo>
                    <a:pt x="7268749" y="8712"/>
                  </a:lnTo>
                  <a:lnTo>
                    <a:pt x="7361110" y="7791"/>
                  </a:lnTo>
                  <a:lnTo>
                    <a:pt x="7448941" y="7033"/>
                  </a:lnTo>
                  <a:lnTo>
                    <a:pt x="7527593" y="6440"/>
                  </a:lnTo>
                  <a:lnTo>
                    <a:pt x="7592816" y="6006"/>
                  </a:lnTo>
                  <a:lnTo>
                    <a:pt x="7641737" y="5717"/>
                  </a:lnTo>
                  <a:lnTo>
                    <a:pt x="7673642" y="5548"/>
                  </a:lnTo>
                  <a:lnTo>
                    <a:pt x="7690301" y="5469"/>
                  </a:lnTo>
                  <a:lnTo>
                    <a:pt x="7695818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5"/>
                  </a:lnTo>
                  <a:lnTo>
                    <a:pt x="7686439" y="42"/>
                  </a:lnTo>
                  <a:lnTo>
                    <a:pt x="7665260" y="146"/>
                  </a:lnTo>
                  <a:lnTo>
                    <a:pt x="7628003" y="350"/>
                  </a:lnTo>
                  <a:lnTo>
                    <a:pt x="7573692" y="683"/>
                  </a:lnTo>
                  <a:lnTo>
                    <a:pt x="7503791" y="1167"/>
                  </a:lnTo>
                  <a:lnTo>
                    <a:pt x="7421713" y="1813"/>
                  </a:lnTo>
                  <a:lnTo>
                    <a:pt x="7331940" y="2623"/>
                  </a:lnTo>
                  <a:lnTo>
                    <a:pt x="7239056" y="3594"/>
                  </a:lnTo>
                  <a:lnTo>
                    <a:pt x="7146993" y="4724"/>
                  </a:lnTo>
                  <a:lnTo>
                    <a:pt x="7058634" y="6011"/>
                  </a:lnTo>
                  <a:lnTo>
                    <a:pt x="6975746" y="7459"/>
                  </a:lnTo>
                  <a:lnTo>
                    <a:pt x="6899127" y="9079"/>
                  </a:lnTo>
                  <a:lnTo>
                    <a:pt x="6828834" y="10891"/>
                  </a:lnTo>
                  <a:lnTo>
                    <a:pt x="6764422" y="12920"/>
                  </a:lnTo>
                  <a:lnTo>
                    <a:pt x="6705136" y="15199"/>
                  </a:lnTo>
                  <a:lnTo>
                    <a:pt x="6650062" y="17765"/>
                  </a:lnTo>
                  <a:lnTo>
                    <a:pt x="6598233" y="20653"/>
                  </a:lnTo>
                  <a:lnTo>
                    <a:pt x="6548717" y="23895"/>
                  </a:lnTo>
                  <a:lnTo>
                    <a:pt x="6515891" y="26315"/>
                  </a:lnTo>
                  <a:lnTo>
                    <a:pt x="6463256" y="30632"/>
                  </a:lnTo>
                  <a:lnTo>
                    <a:pt x="6411125" y="35419"/>
                  </a:lnTo>
                  <a:lnTo>
                    <a:pt x="6358906" y="40679"/>
                  </a:lnTo>
                  <a:lnTo>
                    <a:pt x="6306213" y="46401"/>
                  </a:lnTo>
                  <a:lnTo>
                    <a:pt x="6252834" y="52550"/>
                  </a:lnTo>
                  <a:lnTo>
                    <a:pt x="6198711" y="59072"/>
                  </a:lnTo>
                  <a:lnTo>
                    <a:pt x="6143919" y="65890"/>
                  </a:lnTo>
                  <a:lnTo>
                    <a:pt x="6088635" y="72911"/>
                  </a:lnTo>
                  <a:lnTo>
                    <a:pt x="6033111" y="80027"/>
                  </a:lnTo>
                  <a:lnTo>
                    <a:pt x="5977631" y="87127"/>
                  </a:lnTo>
                  <a:lnTo>
                    <a:pt x="5922473" y="94097"/>
                  </a:lnTo>
                  <a:lnTo>
                    <a:pt x="5867869" y="100834"/>
                  </a:lnTo>
                  <a:lnTo>
                    <a:pt x="5813970" y="107250"/>
                  </a:lnTo>
                  <a:lnTo>
                    <a:pt x="5760812" y="113275"/>
                  </a:lnTo>
                  <a:lnTo>
                    <a:pt x="5708293" y="118859"/>
                  </a:lnTo>
                  <a:lnTo>
                    <a:pt x="5656150" y="123976"/>
                  </a:lnTo>
                  <a:lnTo>
                    <a:pt x="5603939" y="128618"/>
                  </a:lnTo>
                  <a:lnTo>
                    <a:pt x="5567201" y="131576"/>
                  </a:lnTo>
                  <a:lnTo>
                    <a:pt x="5518788" y="135069"/>
                  </a:lnTo>
                  <a:lnTo>
                    <a:pt x="5468629" y="138196"/>
                  </a:lnTo>
                  <a:lnTo>
                    <a:pt x="5415870" y="140977"/>
                  </a:lnTo>
                  <a:lnTo>
                    <a:pt x="5359558" y="143447"/>
                  </a:lnTo>
                  <a:lnTo>
                    <a:pt x="5298732" y="145643"/>
                  </a:lnTo>
                  <a:lnTo>
                    <a:pt x="5232516" y="147599"/>
                  </a:lnTo>
                  <a:lnTo>
                    <a:pt x="5160234" y="149348"/>
                  </a:lnTo>
                  <a:lnTo>
                    <a:pt x="5081580" y="150912"/>
                  </a:lnTo>
                  <a:lnTo>
                    <a:pt x="4996819" y="152307"/>
                  </a:lnTo>
                  <a:lnTo>
                    <a:pt x="4907036" y="153544"/>
                  </a:lnTo>
                  <a:lnTo>
                    <a:pt x="4814344" y="154623"/>
                  </a:lnTo>
                  <a:lnTo>
                    <a:pt x="4721982" y="155544"/>
                  </a:lnTo>
                  <a:lnTo>
                    <a:pt x="4634151" y="156302"/>
                  </a:lnTo>
                  <a:lnTo>
                    <a:pt x="4555500" y="156895"/>
                  </a:lnTo>
                  <a:lnTo>
                    <a:pt x="4490277" y="157329"/>
                  </a:lnTo>
                  <a:lnTo>
                    <a:pt x="4441355" y="157618"/>
                  </a:lnTo>
                  <a:lnTo>
                    <a:pt x="4409450" y="157787"/>
                  </a:lnTo>
                  <a:lnTo>
                    <a:pt x="4392791" y="157866"/>
                  </a:lnTo>
                  <a:lnTo>
                    <a:pt x="4387275" y="157889"/>
                  </a:lnTo>
                  <a:lnTo>
                    <a:pt x="4386855" y="157891"/>
                  </a:lnTo>
                  <a:lnTo>
                    <a:pt x="3848118" y="157891"/>
                  </a:lnTo>
                  <a:lnTo>
                    <a:pt x="3847212" y="157989"/>
                  </a:lnTo>
                  <a:lnTo>
                    <a:pt x="3841251" y="158688"/>
                  </a:lnTo>
                  <a:lnTo>
                    <a:pt x="3826211" y="160620"/>
                  </a:lnTo>
                  <a:lnTo>
                    <a:pt x="3799292" y="164424"/>
                  </a:lnTo>
                  <a:lnTo>
                    <a:pt x="3759120" y="170691"/>
                  </a:lnTo>
                  <a:lnTo>
                    <a:pt x="3705849" y="179905"/>
                  </a:lnTo>
                  <a:lnTo>
                    <a:pt x="3641047" y="192397"/>
                  </a:lnTo>
                  <a:lnTo>
                    <a:pt x="3567335" y="208334"/>
                  </a:lnTo>
                  <a:lnTo>
                    <a:pt x="3487873" y="227748"/>
                  </a:lnTo>
                  <a:lnTo>
                    <a:pt x="3405839" y="250583"/>
                  </a:lnTo>
                  <a:lnTo>
                    <a:pt x="3324020" y="276765"/>
                  </a:lnTo>
                  <a:lnTo>
                    <a:pt x="3244578" y="306255"/>
                  </a:lnTo>
                  <a:lnTo>
                    <a:pt x="3168986" y="339096"/>
                  </a:lnTo>
                  <a:lnTo>
                    <a:pt x="3098072" y="375440"/>
                  </a:lnTo>
                  <a:lnTo>
                    <a:pt x="3032139" y="415560"/>
                  </a:lnTo>
                  <a:lnTo>
                    <a:pt x="2971097" y="459851"/>
                  </a:lnTo>
                  <a:lnTo>
                    <a:pt x="2914582" y="508824"/>
                  </a:lnTo>
                  <a:lnTo>
                    <a:pt x="2862056" y="563090"/>
                  </a:lnTo>
                  <a:lnTo>
                    <a:pt x="2812888" y="623329"/>
                  </a:lnTo>
                  <a:lnTo>
                    <a:pt x="2766410" y="690241"/>
                  </a:lnTo>
                  <a:lnTo>
                    <a:pt x="2721963" y="764455"/>
                  </a:lnTo>
                  <a:lnTo>
                    <a:pt x="2678949" y="846388"/>
                  </a:lnTo>
                  <a:lnTo>
                    <a:pt x="2667772" y="869310"/>
                  </a:lnTo>
                  <a:lnTo>
                    <a:pt x="2637976" y="933623"/>
                  </a:lnTo>
                  <a:lnTo>
                    <a:pt x="2608441" y="1001908"/>
                  </a:lnTo>
                  <a:lnTo>
                    <a:pt x="2579033" y="1074246"/>
                  </a:lnTo>
                  <a:lnTo>
                    <a:pt x="2549645" y="1150672"/>
                  </a:lnTo>
                  <a:lnTo>
                    <a:pt x="2520187" y="1231175"/>
                  </a:lnTo>
                  <a:lnTo>
                    <a:pt x="2490593" y="1315690"/>
                  </a:lnTo>
                  <a:lnTo>
                    <a:pt x="2460813" y="1404095"/>
                  </a:lnTo>
                  <a:lnTo>
                    <a:pt x="2430814" y="1496209"/>
                  </a:lnTo>
                  <a:lnTo>
                    <a:pt x="2400579" y="1591793"/>
                  </a:lnTo>
                  <a:lnTo>
                    <a:pt x="2370106" y="1690547"/>
                  </a:lnTo>
                  <a:lnTo>
                    <a:pt x="2339405" y="1792114"/>
                  </a:lnTo>
                  <a:lnTo>
                    <a:pt x="2308498" y="1896085"/>
                  </a:lnTo>
                  <a:lnTo>
                    <a:pt x="2277418" y="2002003"/>
                  </a:lnTo>
                  <a:lnTo>
                    <a:pt x="2246205" y="2109371"/>
                  </a:lnTo>
                  <a:lnTo>
                    <a:pt x="2214906" y="2217664"/>
                  </a:lnTo>
                  <a:lnTo>
                    <a:pt x="2183571" y="2326336"/>
                  </a:lnTo>
                  <a:lnTo>
                    <a:pt x="2152252" y="2434834"/>
                  </a:lnTo>
                  <a:lnTo>
                    <a:pt x="2121002" y="2542608"/>
                  </a:lnTo>
                  <a:lnTo>
                    <a:pt x="2089867" y="2649123"/>
                  </a:lnTo>
                  <a:lnTo>
                    <a:pt x="2058892" y="2753872"/>
                  </a:lnTo>
                  <a:lnTo>
                    <a:pt x="2028111" y="2856381"/>
                  </a:lnTo>
                  <a:lnTo>
                    <a:pt x="1997552" y="2956223"/>
                  </a:lnTo>
                  <a:lnTo>
                    <a:pt x="1967228" y="3053021"/>
                  </a:lnTo>
                  <a:lnTo>
                    <a:pt x="1937143" y="3146454"/>
                  </a:lnTo>
                  <a:lnTo>
                    <a:pt x="1907285" y="3236259"/>
                  </a:lnTo>
                  <a:lnTo>
                    <a:pt x="1877626" y="3322234"/>
                  </a:lnTo>
                  <a:lnTo>
                    <a:pt x="1848125" y="3404235"/>
                  </a:lnTo>
                  <a:lnTo>
                    <a:pt x="1818720" y="3482178"/>
                  </a:lnTo>
                  <a:lnTo>
                    <a:pt x="1789331" y="3556031"/>
                  </a:lnTo>
                  <a:lnTo>
                    <a:pt x="1759857" y="3625812"/>
                  </a:lnTo>
                  <a:lnTo>
                    <a:pt x="1730175" y="3691587"/>
                  </a:lnTo>
                  <a:lnTo>
                    <a:pt x="1719082" y="3714987"/>
                  </a:lnTo>
                  <a:lnTo>
                    <a:pt x="1676360" y="3798979"/>
                  </a:lnTo>
                  <a:lnTo>
                    <a:pt x="1632346" y="3875203"/>
                  </a:lnTo>
                  <a:lnTo>
                    <a:pt x="1586466" y="3943986"/>
                  </a:lnTo>
                  <a:lnTo>
                    <a:pt x="1538073" y="4005919"/>
                  </a:lnTo>
                  <a:lnTo>
                    <a:pt x="1486497" y="4061693"/>
                  </a:lnTo>
                  <a:lnTo>
                    <a:pt x="1431092" y="4112000"/>
                  </a:lnTo>
                  <a:lnTo>
                    <a:pt x="1371288" y="4157472"/>
                  </a:lnTo>
                  <a:lnTo>
                    <a:pt x="1306669" y="4198650"/>
                  </a:lnTo>
                  <a:lnTo>
                    <a:pt x="1237058" y="4235959"/>
                  </a:lnTo>
                  <a:lnTo>
                    <a:pt x="1162643" y="4269705"/>
                  </a:lnTo>
                  <a:lnTo>
                    <a:pt x="1084103" y="4300071"/>
                  </a:lnTo>
                  <a:lnTo>
                    <a:pt x="1002729" y="4327126"/>
                  </a:lnTo>
                  <a:lnTo>
                    <a:pt x="920504" y="4350852"/>
                  </a:lnTo>
                  <a:lnTo>
                    <a:pt x="840065" y="4371176"/>
                  </a:lnTo>
                  <a:lnTo>
                    <a:pt x="764519" y="4388032"/>
                  </a:lnTo>
                  <a:lnTo>
                    <a:pt x="697079" y="4401424"/>
                  </a:lnTo>
                  <a:lnTo>
                    <a:pt x="640562" y="4411477"/>
                  </a:lnTo>
                  <a:lnTo>
                    <a:pt x="596855" y="4418480"/>
                  </a:lnTo>
                  <a:lnTo>
                    <a:pt x="566510" y="4422880"/>
                  </a:lnTo>
                  <a:lnTo>
                    <a:pt x="548553" y="4425245"/>
                  </a:lnTo>
                  <a:lnTo>
                    <a:pt x="540540" y="4426207"/>
                  </a:lnTo>
                  <a:lnTo>
                    <a:pt x="538736" y="4426406"/>
                  </a:lnTo>
                  <a:lnTo>
                    <a:pt x="0" y="4426406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13" name="pl2013"/>
            <p:cNvSpPr/>
            <p:nvPr/>
          </p:nvSpPr>
          <p:spPr>
            <a:xfrm>
              <a:off x="546595" y="1425579"/>
              <a:ext cx="8234974" cy="4426406"/>
            </a:xfrm>
            <a:custGeom>
              <a:avLst/>
              <a:pathLst>
                <a:path w="8234974" h="4426406">
                  <a:moveTo>
                    <a:pt x="0" y="4426406"/>
                  </a:moveTo>
                  <a:lnTo>
                    <a:pt x="538736" y="4426406"/>
                  </a:lnTo>
                  <a:lnTo>
                    <a:pt x="539642" y="4426308"/>
                  </a:lnTo>
                  <a:lnTo>
                    <a:pt x="545603" y="4425609"/>
                  </a:lnTo>
                  <a:lnTo>
                    <a:pt x="560643" y="4423677"/>
                  </a:lnTo>
                  <a:lnTo>
                    <a:pt x="587562" y="4419873"/>
                  </a:lnTo>
                  <a:lnTo>
                    <a:pt x="627735" y="4413606"/>
                  </a:lnTo>
                  <a:lnTo>
                    <a:pt x="681006" y="4404392"/>
                  </a:lnTo>
                  <a:lnTo>
                    <a:pt x="745808" y="4391900"/>
                  </a:lnTo>
                  <a:lnTo>
                    <a:pt x="819520" y="4375962"/>
                  </a:lnTo>
                  <a:lnTo>
                    <a:pt x="898982" y="4356549"/>
                  </a:lnTo>
                  <a:lnTo>
                    <a:pt x="981016" y="4333713"/>
                  </a:lnTo>
                  <a:lnTo>
                    <a:pt x="1062835" y="4307532"/>
                  </a:lnTo>
                  <a:lnTo>
                    <a:pt x="1142276" y="4278042"/>
                  </a:lnTo>
                  <a:lnTo>
                    <a:pt x="1217869" y="4245201"/>
                  </a:lnTo>
                  <a:lnTo>
                    <a:pt x="1288783" y="4208857"/>
                  </a:lnTo>
                  <a:lnTo>
                    <a:pt x="1354715" y="4168737"/>
                  </a:lnTo>
                  <a:lnTo>
                    <a:pt x="1415757" y="4124446"/>
                  </a:lnTo>
                  <a:lnTo>
                    <a:pt x="1472273" y="4075473"/>
                  </a:lnTo>
                  <a:lnTo>
                    <a:pt x="1524799" y="4021207"/>
                  </a:lnTo>
                  <a:lnTo>
                    <a:pt x="1573966" y="3960968"/>
                  </a:lnTo>
                  <a:lnTo>
                    <a:pt x="1620445" y="3894056"/>
                  </a:lnTo>
                  <a:lnTo>
                    <a:pt x="1664892" y="3819842"/>
                  </a:lnTo>
                  <a:lnTo>
                    <a:pt x="1707905" y="3737908"/>
                  </a:lnTo>
                  <a:lnTo>
                    <a:pt x="1719082" y="3714987"/>
                  </a:lnTo>
                  <a:lnTo>
                    <a:pt x="1748878" y="3650674"/>
                  </a:lnTo>
                  <a:lnTo>
                    <a:pt x="1778414" y="3582389"/>
                  </a:lnTo>
                  <a:lnTo>
                    <a:pt x="1807821" y="3510051"/>
                  </a:lnTo>
                  <a:lnTo>
                    <a:pt x="1837210" y="3433625"/>
                  </a:lnTo>
                  <a:lnTo>
                    <a:pt x="1866668" y="3353121"/>
                  </a:lnTo>
                  <a:lnTo>
                    <a:pt x="1896262" y="3268607"/>
                  </a:lnTo>
                  <a:lnTo>
                    <a:pt x="1926042" y="3180202"/>
                  </a:lnTo>
                  <a:lnTo>
                    <a:pt x="1956040" y="3088088"/>
                  </a:lnTo>
                  <a:lnTo>
                    <a:pt x="1986275" y="2992504"/>
                  </a:lnTo>
                  <a:lnTo>
                    <a:pt x="2016748" y="2893750"/>
                  </a:lnTo>
                  <a:lnTo>
                    <a:pt x="2047450" y="2792182"/>
                  </a:lnTo>
                  <a:lnTo>
                    <a:pt x="2078356" y="2688212"/>
                  </a:lnTo>
                  <a:lnTo>
                    <a:pt x="2109437" y="2582294"/>
                  </a:lnTo>
                  <a:lnTo>
                    <a:pt x="2140650" y="2474926"/>
                  </a:lnTo>
                  <a:lnTo>
                    <a:pt x="2171949" y="2366633"/>
                  </a:lnTo>
                  <a:lnTo>
                    <a:pt x="2203284" y="2257961"/>
                  </a:lnTo>
                  <a:lnTo>
                    <a:pt x="2234602" y="2149463"/>
                  </a:lnTo>
                  <a:lnTo>
                    <a:pt x="2265853" y="2041689"/>
                  </a:lnTo>
                  <a:lnTo>
                    <a:pt x="2296987" y="1935174"/>
                  </a:lnTo>
                  <a:lnTo>
                    <a:pt x="2327963" y="1830425"/>
                  </a:lnTo>
                  <a:lnTo>
                    <a:pt x="2358743" y="1727916"/>
                  </a:lnTo>
                  <a:lnTo>
                    <a:pt x="2389303" y="1628074"/>
                  </a:lnTo>
                  <a:lnTo>
                    <a:pt x="2419627" y="1531276"/>
                  </a:lnTo>
                  <a:lnTo>
                    <a:pt x="2449712" y="1437843"/>
                  </a:lnTo>
                  <a:lnTo>
                    <a:pt x="2479570" y="1348038"/>
                  </a:lnTo>
                  <a:lnTo>
                    <a:pt x="2509228" y="1262063"/>
                  </a:lnTo>
                  <a:lnTo>
                    <a:pt x="2538729" y="1180061"/>
                  </a:lnTo>
                  <a:lnTo>
                    <a:pt x="2568135" y="1102118"/>
                  </a:lnTo>
                  <a:lnTo>
                    <a:pt x="2597524" y="1028266"/>
                  </a:lnTo>
                  <a:lnTo>
                    <a:pt x="2626997" y="958484"/>
                  </a:lnTo>
                  <a:lnTo>
                    <a:pt x="2656679" y="892710"/>
                  </a:lnTo>
                  <a:lnTo>
                    <a:pt x="2667772" y="869310"/>
                  </a:lnTo>
                  <a:lnTo>
                    <a:pt x="2710495" y="785318"/>
                  </a:lnTo>
                  <a:lnTo>
                    <a:pt x="2754509" y="709094"/>
                  </a:lnTo>
                  <a:lnTo>
                    <a:pt x="2800389" y="640311"/>
                  </a:lnTo>
                  <a:lnTo>
                    <a:pt x="2848782" y="578378"/>
                  </a:lnTo>
                  <a:lnTo>
                    <a:pt x="2900357" y="522604"/>
                  </a:lnTo>
                  <a:lnTo>
                    <a:pt x="2955763" y="472297"/>
                  </a:lnTo>
                  <a:lnTo>
                    <a:pt x="3015566" y="426824"/>
                  </a:lnTo>
                  <a:lnTo>
                    <a:pt x="3080186" y="385647"/>
                  </a:lnTo>
                  <a:lnTo>
                    <a:pt x="3149796" y="348338"/>
                  </a:lnTo>
                  <a:lnTo>
                    <a:pt x="3224211" y="314592"/>
                  </a:lnTo>
                  <a:lnTo>
                    <a:pt x="3302752" y="284226"/>
                  </a:lnTo>
                  <a:lnTo>
                    <a:pt x="3384125" y="257170"/>
                  </a:lnTo>
                  <a:lnTo>
                    <a:pt x="3466350" y="233445"/>
                  </a:lnTo>
                  <a:lnTo>
                    <a:pt x="3546789" y="213121"/>
                  </a:lnTo>
                  <a:lnTo>
                    <a:pt x="3622335" y="196264"/>
                  </a:lnTo>
                  <a:lnTo>
                    <a:pt x="3689775" y="182873"/>
                  </a:lnTo>
                  <a:lnTo>
                    <a:pt x="3746293" y="172820"/>
                  </a:lnTo>
                  <a:lnTo>
                    <a:pt x="3789999" y="165816"/>
                  </a:lnTo>
                  <a:lnTo>
                    <a:pt x="3820344" y="161417"/>
                  </a:lnTo>
                  <a:lnTo>
                    <a:pt x="3838302" y="159052"/>
                  </a:lnTo>
                  <a:lnTo>
                    <a:pt x="3846315" y="158090"/>
                  </a:lnTo>
                  <a:lnTo>
                    <a:pt x="3848101" y="157893"/>
                  </a:lnTo>
                  <a:lnTo>
                    <a:pt x="3848118" y="157891"/>
                  </a:lnTo>
                  <a:lnTo>
                    <a:pt x="4386855" y="157891"/>
                  </a:lnTo>
                  <a:lnTo>
                    <a:pt x="4388157" y="157886"/>
                  </a:lnTo>
                  <a:lnTo>
                    <a:pt x="4396654" y="157848"/>
                  </a:lnTo>
                  <a:lnTo>
                    <a:pt x="4417832" y="157744"/>
                  </a:lnTo>
                  <a:lnTo>
                    <a:pt x="4455090" y="157540"/>
                  </a:lnTo>
                  <a:lnTo>
                    <a:pt x="4509400" y="157207"/>
                  </a:lnTo>
                  <a:lnTo>
                    <a:pt x="4579301" y="156723"/>
                  </a:lnTo>
                  <a:lnTo>
                    <a:pt x="4661379" y="156078"/>
                  </a:lnTo>
                  <a:lnTo>
                    <a:pt x="4751152" y="155268"/>
                  </a:lnTo>
                  <a:lnTo>
                    <a:pt x="4844036" y="154296"/>
                  </a:lnTo>
                  <a:lnTo>
                    <a:pt x="4936100" y="153166"/>
                  </a:lnTo>
                  <a:lnTo>
                    <a:pt x="5024459" y="151880"/>
                  </a:lnTo>
                  <a:lnTo>
                    <a:pt x="5107346" y="150432"/>
                  </a:lnTo>
                  <a:lnTo>
                    <a:pt x="5183965" y="148812"/>
                  </a:lnTo>
                  <a:lnTo>
                    <a:pt x="5254259" y="147000"/>
                  </a:lnTo>
                  <a:lnTo>
                    <a:pt x="5318671" y="144970"/>
                  </a:lnTo>
                  <a:lnTo>
                    <a:pt x="5377956" y="142691"/>
                  </a:lnTo>
                  <a:lnTo>
                    <a:pt x="5433030" y="140126"/>
                  </a:lnTo>
                  <a:lnTo>
                    <a:pt x="5484859" y="137238"/>
                  </a:lnTo>
                  <a:lnTo>
                    <a:pt x="5534376" y="133995"/>
                  </a:lnTo>
                  <a:lnTo>
                    <a:pt x="5567201" y="131576"/>
                  </a:lnTo>
                  <a:lnTo>
                    <a:pt x="5619836" y="127258"/>
                  </a:lnTo>
                  <a:lnTo>
                    <a:pt x="5671967" y="122472"/>
                  </a:lnTo>
                  <a:lnTo>
                    <a:pt x="5724186" y="117212"/>
                  </a:lnTo>
                  <a:lnTo>
                    <a:pt x="5776880" y="111490"/>
                  </a:lnTo>
                  <a:lnTo>
                    <a:pt x="5830259" y="105340"/>
                  </a:lnTo>
                  <a:lnTo>
                    <a:pt x="5884381" y="98818"/>
                  </a:lnTo>
                  <a:lnTo>
                    <a:pt x="5939174" y="92000"/>
                  </a:lnTo>
                  <a:lnTo>
                    <a:pt x="5994457" y="84979"/>
                  </a:lnTo>
                  <a:lnTo>
                    <a:pt x="6049981" y="77863"/>
                  </a:lnTo>
                  <a:lnTo>
                    <a:pt x="6105462" y="70764"/>
                  </a:lnTo>
                  <a:lnTo>
                    <a:pt x="6160620" y="63794"/>
                  </a:lnTo>
                  <a:lnTo>
                    <a:pt x="6215223" y="57056"/>
                  </a:lnTo>
                  <a:lnTo>
                    <a:pt x="6269122" y="50640"/>
                  </a:lnTo>
                  <a:lnTo>
                    <a:pt x="6322281" y="44616"/>
                  </a:lnTo>
                  <a:lnTo>
                    <a:pt x="6374800" y="39032"/>
                  </a:lnTo>
                  <a:lnTo>
                    <a:pt x="6426943" y="33915"/>
                  </a:lnTo>
                  <a:lnTo>
                    <a:pt x="6479154" y="29272"/>
                  </a:lnTo>
                  <a:lnTo>
                    <a:pt x="6515891" y="26315"/>
                  </a:lnTo>
                  <a:lnTo>
                    <a:pt x="6564305" y="22822"/>
                  </a:lnTo>
                  <a:lnTo>
                    <a:pt x="6614463" y="19695"/>
                  </a:lnTo>
                  <a:lnTo>
                    <a:pt x="6667222" y="16913"/>
                  </a:lnTo>
                  <a:lnTo>
                    <a:pt x="6723534" y="14444"/>
                  </a:lnTo>
                  <a:lnTo>
                    <a:pt x="6784360" y="12248"/>
                  </a:lnTo>
                  <a:lnTo>
                    <a:pt x="6850577" y="10291"/>
                  </a:lnTo>
                  <a:lnTo>
                    <a:pt x="6922858" y="8543"/>
                  </a:lnTo>
                  <a:lnTo>
                    <a:pt x="7001513" y="6979"/>
                  </a:lnTo>
                  <a:lnTo>
                    <a:pt x="7086273" y="5583"/>
                  </a:lnTo>
                  <a:lnTo>
                    <a:pt x="7176057" y="4347"/>
                  </a:lnTo>
                  <a:lnTo>
                    <a:pt x="7268749" y="3267"/>
                  </a:lnTo>
                  <a:lnTo>
                    <a:pt x="7361110" y="2347"/>
                  </a:lnTo>
                  <a:lnTo>
                    <a:pt x="7448941" y="1589"/>
                  </a:lnTo>
                  <a:lnTo>
                    <a:pt x="7527593" y="996"/>
                  </a:lnTo>
                  <a:lnTo>
                    <a:pt x="7592816" y="562"/>
                  </a:lnTo>
                  <a:lnTo>
                    <a:pt x="7641737" y="272"/>
                  </a:lnTo>
                  <a:lnTo>
                    <a:pt x="7673642" y="104"/>
                  </a:lnTo>
                  <a:lnTo>
                    <a:pt x="7690301" y="25"/>
                  </a:lnTo>
                  <a:lnTo>
                    <a:pt x="7695818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4" name="pl2014"/>
            <p:cNvSpPr/>
            <p:nvPr/>
          </p:nvSpPr>
          <p:spPr>
            <a:xfrm>
              <a:off x="546595" y="1420134"/>
              <a:ext cx="8234974" cy="4426406"/>
            </a:xfrm>
            <a:custGeom>
              <a:avLst/>
              <a:pathLst>
                <a:path w="8234974" h="4426406">
                  <a:moveTo>
                    <a:pt x="8234974" y="0"/>
                  </a:moveTo>
                  <a:lnTo>
                    <a:pt x="7696237" y="0"/>
                  </a:lnTo>
                  <a:lnTo>
                    <a:pt x="7694935" y="5"/>
                  </a:lnTo>
                  <a:lnTo>
                    <a:pt x="7686439" y="42"/>
                  </a:lnTo>
                  <a:lnTo>
                    <a:pt x="7665260" y="146"/>
                  </a:lnTo>
                  <a:lnTo>
                    <a:pt x="7628003" y="350"/>
                  </a:lnTo>
                  <a:lnTo>
                    <a:pt x="7573692" y="683"/>
                  </a:lnTo>
                  <a:lnTo>
                    <a:pt x="7503791" y="1167"/>
                  </a:lnTo>
                  <a:lnTo>
                    <a:pt x="7421713" y="1813"/>
                  </a:lnTo>
                  <a:lnTo>
                    <a:pt x="7331940" y="2623"/>
                  </a:lnTo>
                  <a:lnTo>
                    <a:pt x="7239056" y="3594"/>
                  </a:lnTo>
                  <a:lnTo>
                    <a:pt x="7146993" y="4724"/>
                  </a:lnTo>
                  <a:lnTo>
                    <a:pt x="7058634" y="6011"/>
                  </a:lnTo>
                  <a:lnTo>
                    <a:pt x="6975746" y="7459"/>
                  </a:lnTo>
                  <a:lnTo>
                    <a:pt x="6899127" y="9079"/>
                  </a:lnTo>
                  <a:lnTo>
                    <a:pt x="6828834" y="10891"/>
                  </a:lnTo>
                  <a:lnTo>
                    <a:pt x="6764422" y="12920"/>
                  </a:lnTo>
                  <a:lnTo>
                    <a:pt x="6705136" y="15199"/>
                  </a:lnTo>
                  <a:lnTo>
                    <a:pt x="6650062" y="17765"/>
                  </a:lnTo>
                  <a:lnTo>
                    <a:pt x="6598233" y="20653"/>
                  </a:lnTo>
                  <a:lnTo>
                    <a:pt x="6548717" y="23895"/>
                  </a:lnTo>
                  <a:lnTo>
                    <a:pt x="6515891" y="26315"/>
                  </a:lnTo>
                  <a:lnTo>
                    <a:pt x="6463256" y="30632"/>
                  </a:lnTo>
                  <a:lnTo>
                    <a:pt x="6411125" y="35419"/>
                  </a:lnTo>
                  <a:lnTo>
                    <a:pt x="6358906" y="40679"/>
                  </a:lnTo>
                  <a:lnTo>
                    <a:pt x="6306213" y="46401"/>
                  </a:lnTo>
                  <a:lnTo>
                    <a:pt x="6252834" y="52550"/>
                  </a:lnTo>
                  <a:lnTo>
                    <a:pt x="6198711" y="59072"/>
                  </a:lnTo>
                  <a:lnTo>
                    <a:pt x="6143919" y="65890"/>
                  </a:lnTo>
                  <a:lnTo>
                    <a:pt x="6088635" y="72911"/>
                  </a:lnTo>
                  <a:lnTo>
                    <a:pt x="6033111" y="80027"/>
                  </a:lnTo>
                  <a:lnTo>
                    <a:pt x="5977631" y="87127"/>
                  </a:lnTo>
                  <a:lnTo>
                    <a:pt x="5922473" y="94097"/>
                  </a:lnTo>
                  <a:lnTo>
                    <a:pt x="5867869" y="100834"/>
                  </a:lnTo>
                  <a:lnTo>
                    <a:pt x="5813970" y="107250"/>
                  </a:lnTo>
                  <a:lnTo>
                    <a:pt x="5760812" y="113275"/>
                  </a:lnTo>
                  <a:lnTo>
                    <a:pt x="5708293" y="118859"/>
                  </a:lnTo>
                  <a:lnTo>
                    <a:pt x="5656150" y="123976"/>
                  </a:lnTo>
                  <a:lnTo>
                    <a:pt x="5603939" y="128618"/>
                  </a:lnTo>
                  <a:lnTo>
                    <a:pt x="5567201" y="131576"/>
                  </a:lnTo>
                  <a:lnTo>
                    <a:pt x="5518788" y="135069"/>
                  </a:lnTo>
                  <a:lnTo>
                    <a:pt x="5468629" y="138196"/>
                  </a:lnTo>
                  <a:lnTo>
                    <a:pt x="5415870" y="140977"/>
                  </a:lnTo>
                  <a:lnTo>
                    <a:pt x="5359558" y="143447"/>
                  </a:lnTo>
                  <a:lnTo>
                    <a:pt x="5298732" y="145643"/>
                  </a:lnTo>
                  <a:lnTo>
                    <a:pt x="5232516" y="147599"/>
                  </a:lnTo>
                  <a:lnTo>
                    <a:pt x="5160234" y="149348"/>
                  </a:lnTo>
                  <a:lnTo>
                    <a:pt x="5081580" y="150912"/>
                  </a:lnTo>
                  <a:lnTo>
                    <a:pt x="4996819" y="152307"/>
                  </a:lnTo>
                  <a:lnTo>
                    <a:pt x="4907036" y="153544"/>
                  </a:lnTo>
                  <a:lnTo>
                    <a:pt x="4814344" y="154623"/>
                  </a:lnTo>
                  <a:lnTo>
                    <a:pt x="4721982" y="155544"/>
                  </a:lnTo>
                  <a:lnTo>
                    <a:pt x="4634151" y="156302"/>
                  </a:lnTo>
                  <a:lnTo>
                    <a:pt x="4555500" y="156895"/>
                  </a:lnTo>
                  <a:lnTo>
                    <a:pt x="4490277" y="157329"/>
                  </a:lnTo>
                  <a:lnTo>
                    <a:pt x="4441355" y="157618"/>
                  </a:lnTo>
                  <a:lnTo>
                    <a:pt x="4409450" y="157787"/>
                  </a:lnTo>
                  <a:lnTo>
                    <a:pt x="4392791" y="157866"/>
                  </a:lnTo>
                  <a:lnTo>
                    <a:pt x="4387275" y="157889"/>
                  </a:lnTo>
                  <a:lnTo>
                    <a:pt x="4386855" y="157891"/>
                  </a:lnTo>
                  <a:lnTo>
                    <a:pt x="3848118" y="157891"/>
                  </a:lnTo>
                  <a:lnTo>
                    <a:pt x="3847212" y="157989"/>
                  </a:lnTo>
                  <a:lnTo>
                    <a:pt x="3841251" y="158688"/>
                  </a:lnTo>
                  <a:lnTo>
                    <a:pt x="3826211" y="160620"/>
                  </a:lnTo>
                  <a:lnTo>
                    <a:pt x="3799292" y="164424"/>
                  </a:lnTo>
                  <a:lnTo>
                    <a:pt x="3759120" y="170691"/>
                  </a:lnTo>
                  <a:lnTo>
                    <a:pt x="3705849" y="179905"/>
                  </a:lnTo>
                  <a:lnTo>
                    <a:pt x="3641047" y="192397"/>
                  </a:lnTo>
                  <a:lnTo>
                    <a:pt x="3567335" y="208334"/>
                  </a:lnTo>
                  <a:lnTo>
                    <a:pt x="3487873" y="227748"/>
                  </a:lnTo>
                  <a:lnTo>
                    <a:pt x="3405839" y="250583"/>
                  </a:lnTo>
                  <a:lnTo>
                    <a:pt x="3324020" y="276765"/>
                  </a:lnTo>
                  <a:lnTo>
                    <a:pt x="3244578" y="306255"/>
                  </a:lnTo>
                  <a:lnTo>
                    <a:pt x="3168986" y="339096"/>
                  </a:lnTo>
                  <a:lnTo>
                    <a:pt x="3098072" y="375440"/>
                  </a:lnTo>
                  <a:lnTo>
                    <a:pt x="3032139" y="415560"/>
                  </a:lnTo>
                  <a:lnTo>
                    <a:pt x="2971097" y="459851"/>
                  </a:lnTo>
                  <a:lnTo>
                    <a:pt x="2914582" y="508824"/>
                  </a:lnTo>
                  <a:lnTo>
                    <a:pt x="2862056" y="563090"/>
                  </a:lnTo>
                  <a:lnTo>
                    <a:pt x="2812888" y="623329"/>
                  </a:lnTo>
                  <a:lnTo>
                    <a:pt x="2766410" y="690241"/>
                  </a:lnTo>
                  <a:lnTo>
                    <a:pt x="2721963" y="764455"/>
                  </a:lnTo>
                  <a:lnTo>
                    <a:pt x="2678949" y="846388"/>
                  </a:lnTo>
                  <a:lnTo>
                    <a:pt x="2667772" y="869310"/>
                  </a:lnTo>
                  <a:lnTo>
                    <a:pt x="2637976" y="933623"/>
                  </a:lnTo>
                  <a:lnTo>
                    <a:pt x="2608441" y="1001908"/>
                  </a:lnTo>
                  <a:lnTo>
                    <a:pt x="2579033" y="1074246"/>
                  </a:lnTo>
                  <a:lnTo>
                    <a:pt x="2549645" y="1150672"/>
                  </a:lnTo>
                  <a:lnTo>
                    <a:pt x="2520187" y="1231175"/>
                  </a:lnTo>
                  <a:lnTo>
                    <a:pt x="2490593" y="1315690"/>
                  </a:lnTo>
                  <a:lnTo>
                    <a:pt x="2460813" y="1404095"/>
                  </a:lnTo>
                  <a:lnTo>
                    <a:pt x="2430814" y="1496209"/>
                  </a:lnTo>
                  <a:lnTo>
                    <a:pt x="2400579" y="1591793"/>
                  </a:lnTo>
                  <a:lnTo>
                    <a:pt x="2370106" y="1690547"/>
                  </a:lnTo>
                  <a:lnTo>
                    <a:pt x="2339405" y="1792114"/>
                  </a:lnTo>
                  <a:lnTo>
                    <a:pt x="2308498" y="1896085"/>
                  </a:lnTo>
                  <a:lnTo>
                    <a:pt x="2277418" y="2002003"/>
                  </a:lnTo>
                  <a:lnTo>
                    <a:pt x="2246205" y="2109371"/>
                  </a:lnTo>
                  <a:lnTo>
                    <a:pt x="2214906" y="2217664"/>
                  </a:lnTo>
                  <a:lnTo>
                    <a:pt x="2183571" y="2326336"/>
                  </a:lnTo>
                  <a:lnTo>
                    <a:pt x="2152252" y="2434834"/>
                  </a:lnTo>
                  <a:lnTo>
                    <a:pt x="2121002" y="2542608"/>
                  </a:lnTo>
                  <a:lnTo>
                    <a:pt x="2089867" y="2649123"/>
                  </a:lnTo>
                  <a:lnTo>
                    <a:pt x="2058892" y="2753872"/>
                  </a:lnTo>
                  <a:lnTo>
                    <a:pt x="2028111" y="2856381"/>
                  </a:lnTo>
                  <a:lnTo>
                    <a:pt x="1997552" y="2956223"/>
                  </a:lnTo>
                  <a:lnTo>
                    <a:pt x="1967228" y="3053021"/>
                  </a:lnTo>
                  <a:lnTo>
                    <a:pt x="1937143" y="3146454"/>
                  </a:lnTo>
                  <a:lnTo>
                    <a:pt x="1907285" y="3236259"/>
                  </a:lnTo>
                  <a:lnTo>
                    <a:pt x="1877626" y="3322234"/>
                  </a:lnTo>
                  <a:lnTo>
                    <a:pt x="1848125" y="3404235"/>
                  </a:lnTo>
                  <a:lnTo>
                    <a:pt x="1818720" y="3482178"/>
                  </a:lnTo>
                  <a:lnTo>
                    <a:pt x="1789331" y="3556031"/>
                  </a:lnTo>
                  <a:lnTo>
                    <a:pt x="1759857" y="3625812"/>
                  </a:lnTo>
                  <a:lnTo>
                    <a:pt x="1730175" y="3691587"/>
                  </a:lnTo>
                  <a:lnTo>
                    <a:pt x="1719082" y="3714987"/>
                  </a:lnTo>
                  <a:lnTo>
                    <a:pt x="1676360" y="3798979"/>
                  </a:lnTo>
                  <a:lnTo>
                    <a:pt x="1632346" y="3875203"/>
                  </a:lnTo>
                  <a:lnTo>
                    <a:pt x="1586466" y="3943986"/>
                  </a:lnTo>
                  <a:lnTo>
                    <a:pt x="1538073" y="4005919"/>
                  </a:lnTo>
                  <a:lnTo>
                    <a:pt x="1486497" y="4061693"/>
                  </a:lnTo>
                  <a:lnTo>
                    <a:pt x="1431092" y="4112000"/>
                  </a:lnTo>
                  <a:lnTo>
                    <a:pt x="1371288" y="4157472"/>
                  </a:lnTo>
                  <a:lnTo>
                    <a:pt x="1306669" y="4198650"/>
                  </a:lnTo>
                  <a:lnTo>
                    <a:pt x="1237058" y="4235959"/>
                  </a:lnTo>
                  <a:lnTo>
                    <a:pt x="1162643" y="4269705"/>
                  </a:lnTo>
                  <a:lnTo>
                    <a:pt x="1084103" y="4300071"/>
                  </a:lnTo>
                  <a:lnTo>
                    <a:pt x="1002729" y="4327126"/>
                  </a:lnTo>
                  <a:lnTo>
                    <a:pt x="920504" y="4350852"/>
                  </a:lnTo>
                  <a:lnTo>
                    <a:pt x="840065" y="4371176"/>
                  </a:lnTo>
                  <a:lnTo>
                    <a:pt x="764519" y="4388032"/>
                  </a:lnTo>
                  <a:lnTo>
                    <a:pt x="697079" y="4401424"/>
                  </a:lnTo>
                  <a:lnTo>
                    <a:pt x="640562" y="4411477"/>
                  </a:lnTo>
                  <a:lnTo>
                    <a:pt x="596855" y="4418480"/>
                  </a:lnTo>
                  <a:lnTo>
                    <a:pt x="566510" y="4422880"/>
                  </a:lnTo>
                  <a:lnTo>
                    <a:pt x="548553" y="4425245"/>
                  </a:lnTo>
                  <a:lnTo>
                    <a:pt x="540540" y="4426207"/>
                  </a:lnTo>
                  <a:lnTo>
                    <a:pt x="538753" y="4426404"/>
                  </a:lnTo>
                  <a:lnTo>
                    <a:pt x="538736" y="4426406"/>
                  </a:lnTo>
                  <a:lnTo>
                    <a:pt x="0" y="4426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5" name="pg2015"/>
            <p:cNvSpPr/>
            <p:nvPr/>
          </p:nvSpPr>
          <p:spPr>
            <a:xfrm>
              <a:off x="546595" y="2830269"/>
              <a:ext cx="8234974" cy="3059828"/>
            </a:xfrm>
            <a:custGeom>
              <a:avLst/>
              <a:pathLst>
                <a:path w="8234974" h="3059828">
                  <a:moveTo>
                    <a:pt x="0" y="3059828"/>
                  </a:moveTo>
                  <a:lnTo>
                    <a:pt x="538736" y="3059828"/>
                  </a:lnTo>
                  <a:lnTo>
                    <a:pt x="540022" y="3059796"/>
                  </a:lnTo>
                  <a:lnTo>
                    <a:pt x="548410" y="3059570"/>
                  </a:lnTo>
                  <a:lnTo>
                    <a:pt x="569329" y="3058944"/>
                  </a:lnTo>
                  <a:lnTo>
                    <a:pt x="606157" y="3057716"/>
                  </a:lnTo>
                  <a:lnTo>
                    <a:pt x="659893" y="3055708"/>
                  </a:lnTo>
                  <a:lnTo>
                    <a:pt x="729138" y="3052793"/>
                  </a:lnTo>
                  <a:lnTo>
                    <a:pt x="810562" y="3048900"/>
                  </a:lnTo>
                  <a:lnTo>
                    <a:pt x="899756" y="3044011"/>
                  </a:lnTo>
                  <a:lnTo>
                    <a:pt x="992188" y="3038143"/>
                  </a:lnTo>
                  <a:lnTo>
                    <a:pt x="1083943" y="3031319"/>
                  </a:lnTo>
                  <a:lnTo>
                    <a:pt x="1172129" y="3023546"/>
                  </a:lnTo>
                  <a:lnTo>
                    <a:pt x="1254954" y="3014800"/>
                  </a:lnTo>
                  <a:lnTo>
                    <a:pt x="1331586" y="3005015"/>
                  </a:lnTo>
                  <a:lnTo>
                    <a:pt x="1401936" y="2994079"/>
                  </a:lnTo>
                  <a:lnTo>
                    <a:pt x="1466419" y="2981838"/>
                  </a:lnTo>
                  <a:lnTo>
                    <a:pt x="1525765" y="2968102"/>
                  </a:lnTo>
                  <a:lnTo>
                    <a:pt x="1580868" y="2952651"/>
                  </a:lnTo>
                  <a:lnTo>
                    <a:pt x="1632684" y="2935262"/>
                  </a:lnTo>
                  <a:lnTo>
                    <a:pt x="1682136" y="2915743"/>
                  </a:lnTo>
                  <a:lnTo>
                    <a:pt x="1719082" y="2899214"/>
                  </a:lnTo>
                  <a:lnTo>
                    <a:pt x="1767154" y="2875274"/>
                  </a:lnTo>
                  <a:lnTo>
                    <a:pt x="1814757" y="2848957"/>
                  </a:lnTo>
                  <a:lnTo>
                    <a:pt x="1862363" y="2820226"/>
                  </a:lnTo>
                  <a:lnTo>
                    <a:pt x="1910297" y="2789121"/>
                  </a:lnTo>
                  <a:lnTo>
                    <a:pt x="1958758" y="2755767"/>
                  </a:lnTo>
                  <a:lnTo>
                    <a:pt x="2007833" y="2720382"/>
                  </a:lnTo>
                  <a:lnTo>
                    <a:pt x="2057512" y="2683273"/>
                  </a:lnTo>
                  <a:lnTo>
                    <a:pt x="2107702" y="2644833"/>
                  </a:lnTo>
                  <a:lnTo>
                    <a:pt x="2158243" y="2605520"/>
                  </a:lnTo>
                  <a:lnTo>
                    <a:pt x="2208936" y="2565843"/>
                  </a:lnTo>
                  <a:lnTo>
                    <a:pt x="2259561" y="2526327"/>
                  </a:lnTo>
                  <a:lnTo>
                    <a:pt x="2309909" y="2487490"/>
                  </a:lnTo>
                  <a:lnTo>
                    <a:pt x="2359801" y="2449814"/>
                  </a:lnTo>
                  <a:lnTo>
                    <a:pt x="2409117" y="2413718"/>
                  </a:lnTo>
                  <a:lnTo>
                    <a:pt x="2457812" y="2379545"/>
                  </a:lnTo>
                  <a:lnTo>
                    <a:pt x="2505933" y="2347547"/>
                  </a:lnTo>
                  <a:lnTo>
                    <a:pt x="2553635" y="2317885"/>
                  </a:lnTo>
                  <a:lnTo>
                    <a:pt x="2601192" y="2290631"/>
                  </a:lnTo>
                  <a:lnTo>
                    <a:pt x="2649015" y="2265777"/>
                  </a:lnTo>
                  <a:lnTo>
                    <a:pt x="2667772" y="2256759"/>
                  </a:lnTo>
                  <a:lnTo>
                    <a:pt x="2715967" y="2235529"/>
                  </a:lnTo>
                  <a:lnTo>
                    <a:pt x="2765888" y="2216515"/>
                  </a:lnTo>
                  <a:lnTo>
                    <a:pt x="2818377" y="2199592"/>
                  </a:lnTo>
                  <a:lnTo>
                    <a:pt x="2874376" y="2184557"/>
                  </a:lnTo>
                  <a:lnTo>
                    <a:pt x="2934831" y="2171184"/>
                  </a:lnTo>
                  <a:lnTo>
                    <a:pt x="3000612" y="2159261"/>
                  </a:lnTo>
                  <a:lnTo>
                    <a:pt x="3072391" y="2148603"/>
                  </a:lnTo>
                  <a:lnTo>
                    <a:pt x="3150483" y="2139065"/>
                  </a:lnTo>
                  <a:lnTo>
                    <a:pt x="3234651" y="2130548"/>
                  </a:lnTo>
                  <a:lnTo>
                    <a:pt x="3323859" y="2122995"/>
                  </a:lnTo>
                  <a:lnTo>
                    <a:pt x="3416067" y="2116390"/>
                  </a:lnTo>
                  <a:lnTo>
                    <a:pt x="3508131" y="2110746"/>
                  </a:lnTo>
                  <a:lnTo>
                    <a:pt x="3595944" y="2106086"/>
                  </a:lnTo>
                  <a:lnTo>
                    <a:pt x="3674924" y="2102422"/>
                  </a:lnTo>
                  <a:lnTo>
                    <a:pt x="3740827" y="2099724"/>
                  </a:lnTo>
                  <a:lnTo>
                    <a:pt x="3790702" y="2097910"/>
                  </a:lnTo>
                  <a:lnTo>
                    <a:pt x="3823679" y="2096838"/>
                  </a:lnTo>
                  <a:lnTo>
                    <a:pt x="3841326" y="2096323"/>
                  </a:lnTo>
                  <a:lnTo>
                    <a:pt x="3847525" y="2096160"/>
                  </a:lnTo>
                  <a:lnTo>
                    <a:pt x="3848118" y="2096145"/>
                  </a:lnTo>
                  <a:lnTo>
                    <a:pt x="4386855" y="2096145"/>
                  </a:lnTo>
                  <a:lnTo>
                    <a:pt x="4388080" y="2096080"/>
                  </a:lnTo>
                  <a:lnTo>
                    <a:pt x="4396085" y="2095612"/>
                  </a:lnTo>
                  <a:lnTo>
                    <a:pt x="4416085" y="2094320"/>
                  </a:lnTo>
                  <a:lnTo>
                    <a:pt x="4451380" y="2091783"/>
                  </a:lnTo>
                  <a:lnTo>
                    <a:pt x="4503058" y="2087631"/>
                  </a:lnTo>
                  <a:lnTo>
                    <a:pt x="4569941" y="2081589"/>
                  </a:lnTo>
                  <a:lnTo>
                    <a:pt x="4648987" y="2073502"/>
                  </a:lnTo>
                  <a:lnTo>
                    <a:pt x="4736062" y="2063324"/>
                  </a:lnTo>
                  <a:lnTo>
                    <a:pt x="4826814" y="2051083"/>
                  </a:lnTo>
                  <a:lnTo>
                    <a:pt x="4917404" y="2036828"/>
                  </a:lnTo>
                  <a:lnTo>
                    <a:pt x="5004916" y="2020584"/>
                  </a:lnTo>
                  <a:lnTo>
                    <a:pt x="5087471" y="2002311"/>
                  </a:lnTo>
                  <a:lnTo>
                    <a:pt x="5164123" y="1981889"/>
                  </a:lnTo>
                  <a:lnTo>
                    <a:pt x="5234663" y="1959109"/>
                  </a:lnTo>
                  <a:lnTo>
                    <a:pt x="5299401" y="1933670"/>
                  </a:lnTo>
                  <a:lnTo>
                    <a:pt x="5358974" y="1905194"/>
                  </a:lnTo>
                  <a:lnTo>
                    <a:pt x="5414207" y="1873240"/>
                  </a:lnTo>
                  <a:lnTo>
                    <a:pt x="5466004" y="1837342"/>
                  </a:lnTo>
                  <a:lnTo>
                    <a:pt x="5515261" y="1797075"/>
                  </a:lnTo>
                  <a:lnTo>
                    <a:pt x="5562791" y="1752164"/>
                  </a:lnTo>
                  <a:lnTo>
                    <a:pt x="5567201" y="1747695"/>
                  </a:lnTo>
                  <a:lnTo>
                    <a:pt x="5606879" y="1705248"/>
                  </a:lnTo>
                  <a:lnTo>
                    <a:pt x="5646174" y="1659315"/>
                  </a:lnTo>
                  <a:lnTo>
                    <a:pt x="5685373" y="1609827"/>
                  </a:lnTo>
                  <a:lnTo>
                    <a:pt x="5724693" y="1556790"/>
                  </a:lnTo>
                  <a:lnTo>
                    <a:pt x="5764286" y="1500290"/>
                  </a:lnTo>
                  <a:lnTo>
                    <a:pt x="5804250" y="1440503"/>
                  </a:lnTo>
                  <a:lnTo>
                    <a:pt x="5844633" y="1377698"/>
                  </a:lnTo>
                  <a:lnTo>
                    <a:pt x="5885434" y="1312232"/>
                  </a:lnTo>
                  <a:lnTo>
                    <a:pt x="5926616" y="1244552"/>
                  </a:lnTo>
                  <a:lnTo>
                    <a:pt x="5968104" y="1175179"/>
                  </a:lnTo>
                  <a:lnTo>
                    <a:pt x="6009801" y="1104697"/>
                  </a:lnTo>
                  <a:lnTo>
                    <a:pt x="6051592" y="1033728"/>
                  </a:lnTo>
                  <a:lnTo>
                    <a:pt x="6093353" y="962914"/>
                  </a:lnTo>
                  <a:lnTo>
                    <a:pt x="6134963" y="892889"/>
                  </a:lnTo>
                  <a:lnTo>
                    <a:pt x="6176315" y="824261"/>
                  </a:lnTo>
                  <a:lnTo>
                    <a:pt x="6217321" y="757584"/>
                  </a:lnTo>
                  <a:lnTo>
                    <a:pt x="6257923" y="693347"/>
                  </a:lnTo>
                  <a:lnTo>
                    <a:pt x="6298102" y="631953"/>
                  </a:lnTo>
                  <a:lnTo>
                    <a:pt x="6337879" y="573718"/>
                  </a:lnTo>
                  <a:lnTo>
                    <a:pt x="6377325" y="518867"/>
                  </a:lnTo>
                  <a:lnTo>
                    <a:pt x="6416564" y="467530"/>
                  </a:lnTo>
                  <a:lnTo>
                    <a:pt x="6455778" y="419755"/>
                  </a:lnTo>
                  <a:lnTo>
                    <a:pt x="6495217" y="375510"/>
                  </a:lnTo>
                  <a:lnTo>
                    <a:pt x="6515891" y="353894"/>
                  </a:lnTo>
                  <a:lnTo>
                    <a:pt x="6563295" y="308542"/>
                  </a:lnTo>
                  <a:lnTo>
                    <a:pt x="6612357" y="267846"/>
                  </a:lnTo>
                  <a:lnTo>
                    <a:pt x="6663877" y="231553"/>
                  </a:lnTo>
                  <a:lnTo>
                    <a:pt x="6718748" y="199248"/>
                  </a:lnTo>
                  <a:lnTo>
                    <a:pt x="6777875" y="170464"/>
                  </a:lnTo>
                  <a:lnTo>
                    <a:pt x="6842095" y="144757"/>
                  </a:lnTo>
                  <a:lnTo>
                    <a:pt x="6912069" y="121740"/>
                  </a:lnTo>
                  <a:lnTo>
                    <a:pt x="6988146" y="101107"/>
                  </a:lnTo>
                  <a:lnTo>
                    <a:pt x="7070172" y="82638"/>
                  </a:lnTo>
                  <a:lnTo>
                    <a:pt x="7157282" y="66205"/>
                  </a:lnTo>
                  <a:lnTo>
                    <a:pt x="7247690" y="51763"/>
                  </a:lnTo>
                  <a:lnTo>
                    <a:pt x="7338579" y="39331"/>
                  </a:lnTo>
                  <a:lnTo>
                    <a:pt x="7426181" y="28957"/>
                  </a:lnTo>
                  <a:lnTo>
                    <a:pt x="7506170" y="20673"/>
                  </a:lnTo>
                  <a:lnTo>
                    <a:pt x="7574351" y="14443"/>
                  </a:lnTo>
                  <a:lnTo>
                    <a:pt x="7627543" y="10123"/>
                  </a:lnTo>
                  <a:lnTo>
                    <a:pt x="7664371" y="7449"/>
                  </a:lnTo>
                  <a:lnTo>
                    <a:pt x="7685702" y="6057"/>
                  </a:lnTo>
                  <a:lnTo>
                    <a:pt x="7694641" y="553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2" y="65"/>
                  </a:lnTo>
                  <a:lnTo>
                    <a:pt x="7687007" y="532"/>
                  </a:lnTo>
                  <a:lnTo>
                    <a:pt x="7667008" y="1825"/>
                  </a:lnTo>
                  <a:lnTo>
                    <a:pt x="7631712" y="4362"/>
                  </a:lnTo>
                  <a:lnTo>
                    <a:pt x="7580034" y="8514"/>
                  </a:lnTo>
                  <a:lnTo>
                    <a:pt x="7513152" y="14556"/>
                  </a:lnTo>
                  <a:lnTo>
                    <a:pt x="7434105" y="22643"/>
                  </a:lnTo>
                  <a:lnTo>
                    <a:pt x="7347031" y="32821"/>
                  </a:lnTo>
                  <a:lnTo>
                    <a:pt x="7256278" y="45062"/>
                  </a:lnTo>
                  <a:lnTo>
                    <a:pt x="7165688" y="59317"/>
                  </a:lnTo>
                  <a:lnTo>
                    <a:pt x="7078176" y="75561"/>
                  </a:lnTo>
                  <a:lnTo>
                    <a:pt x="6995622" y="93834"/>
                  </a:lnTo>
                  <a:lnTo>
                    <a:pt x="6918969" y="114256"/>
                  </a:lnTo>
                  <a:lnTo>
                    <a:pt x="6848429" y="137036"/>
                  </a:lnTo>
                  <a:lnTo>
                    <a:pt x="6783692" y="162474"/>
                  </a:lnTo>
                  <a:lnTo>
                    <a:pt x="6724119" y="190951"/>
                  </a:lnTo>
                  <a:lnTo>
                    <a:pt x="6668885" y="222905"/>
                  </a:lnTo>
                  <a:lnTo>
                    <a:pt x="6617089" y="258802"/>
                  </a:lnTo>
                  <a:lnTo>
                    <a:pt x="6567832" y="299069"/>
                  </a:lnTo>
                  <a:lnTo>
                    <a:pt x="6520302" y="343981"/>
                  </a:lnTo>
                  <a:lnTo>
                    <a:pt x="6515891" y="348450"/>
                  </a:lnTo>
                  <a:lnTo>
                    <a:pt x="6476213" y="390897"/>
                  </a:lnTo>
                  <a:lnTo>
                    <a:pt x="6436918" y="436830"/>
                  </a:lnTo>
                  <a:lnTo>
                    <a:pt x="6397719" y="486318"/>
                  </a:lnTo>
                  <a:lnTo>
                    <a:pt x="6358400" y="539355"/>
                  </a:lnTo>
                  <a:lnTo>
                    <a:pt x="6318807" y="595855"/>
                  </a:lnTo>
                  <a:lnTo>
                    <a:pt x="6278842" y="655641"/>
                  </a:lnTo>
                  <a:lnTo>
                    <a:pt x="6238460" y="718447"/>
                  </a:lnTo>
                  <a:lnTo>
                    <a:pt x="6197658" y="783913"/>
                  </a:lnTo>
                  <a:lnTo>
                    <a:pt x="6156477" y="851593"/>
                  </a:lnTo>
                  <a:lnTo>
                    <a:pt x="6114988" y="920965"/>
                  </a:lnTo>
                  <a:lnTo>
                    <a:pt x="6073291" y="991447"/>
                  </a:lnTo>
                  <a:lnTo>
                    <a:pt x="6031501" y="1062417"/>
                  </a:lnTo>
                  <a:lnTo>
                    <a:pt x="5989740" y="1133231"/>
                  </a:lnTo>
                  <a:lnTo>
                    <a:pt x="5948130" y="1203256"/>
                  </a:lnTo>
                  <a:lnTo>
                    <a:pt x="5906778" y="1271884"/>
                  </a:lnTo>
                  <a:lnTo>
                    <a:pt x="5865772" y="1338560"/>
                  </a:lnTo>
                  <a:lnTo>
                    <a:pt x="5825169" y="1402798"/>
                  </a:lnTo>
                  <a:lnTo>
                    <a:pt x="5784990" y="1464192"/>
                  </a:lnTo>
                  <a:lnTo>
                    <a:pt x="5745213" y="1522426"/>
                  </a:lnTo>
                  <a:lnTo>
                    <a:pt x="5705767" y="1577278"/>
                  </a:lnTo>
                  <a:lnTo>
                    <a:pt x="5666528" y="1628615"/>
                  </a:lnTo>
                  <a:lnTo>
                    <a:pt x="5627314" y="1676390"/>
                  </a:lnTo>
                  <a:lnTo>
                    <a:pt x="5587876" y="1720635"/>
                  </a:lnTo>
                  <a:lnTo>
                    <a:pt x="5567201" y="1742250"/>
                  </a:lnTo>
                  <a:lnTo>
                    <a:pt x="5519798" y="1787603"/>
                  </a:lnTo>
                  <a:lnTo>
                    <a:pt x="5470736" y="1828299"/>
                  </a:lnTo>
                  <a:lnTo>
                    <a:pt x="5419216" y="1864591"/>
                  </a:lnTo>
                  <a:lnTo>
                    <a:pt x="5364345" y="1896897"/>
                  </a:lnTo>
                  <a:lnTo>
                    <a:pt x="5305217" y="1925681"/>
                  </a:lnTo>
                  <a:lnTo>
                    <a:pt x="5240998" y="1951388"/>
                  </a:lnTo>
                  <a:lnTo>
                    <a:pt x="5171023" y="1974404"/>
                  </a:lnTo>
                  <a:lnTo>
                    <a:pt x="5094947" y="1995038"/>
                  </a:lnTo>
                  <a:lnTo>
                    <a:pt x="5012921" y="2013506"/>
                  </a:lnTo>
                  <a:lnTo>
                    <a:pt x="4925811" y="2029939"/>
                  </a:lnTo>
                  <a:lnTo>
                    <a:pt x="4835402" y="2044381"/>
                  </a:lnTo>
                  <a:lnTo>
                    <a:pt x="4744514" y="2056814"/>
                  </a:lnTo>
                  <a:lnTo>
                    <a:pt x="4656911" y="2067188"/>
                  </a:lnTo>
                  <a:lnTo>
                    <a:pt x="4576923" y="2075472"/>
                  </a:lnTo>
                  <a:lnTo>
                    <a:pt x="4508742" y="2081701"/>
                  </a:lnTo>
                  <a:lnTo>
                    <a:pt x="4455549" y="2086022"/>
                  </a:lnTo>
                  <a:lnTo>
                    <a:pt x="4418721" y="2088696"/>
                  </a:lnTo>
                  <a:lnTo>
                    <a:pt x="4397390" y="2090088"/>
                  </a:lnTo>
                  <a:lnTo>
                    <a:pt x="4388451" y="2090615"/>
                  </a:lnTo>
                  <a:lnTo>
                    <a:pt x="4386855" y="2090701"/>
                  </a:lnTo>
                  <a:lnTo>
                    <a:pt x="3848118" y="2090701"/>
                  </a:lnTo>
                  <a:lnTo>
                    <a:pt x="3846833" y="2090732"/>
                  </a:lnTo>
                  <a:lnTo>
                    <a:pt x="3838445" y="2090959"/>
                  </a:lnTo>
                  <a:lnTo>
                    <a:pt x="3817525" y="2091585"/>
                  </a:lnTo>
                  <a:lnTo>
                    <a:pt x="3780697" y="2092813"/>
                  </a:lnTo>
                  <a:lnTo>
                    <a:pt x="3726961" y="2094820"/>
                  </a:lnTo>
                  <a:lnTo>
                    <a:pt x="3657716" y="2097735"/>
                  </a:lnTo>
                  <a:lnTo>
                    <a:pt x="3576293" y="2101629"/>
                  </a:lnTo>
                  <a:lnTo>
                    <a:pt x="3487098" y="2106517"/>
                  </a:lnTo>
                  <a:lnTo>
                    <a:pt x="3394667" y="2112386"/>
                  </a:lnTo>
                  <a:lnTo>
                    <a:pt x="3302912" y="2119210"/>
                  </a:lnTo>
                  <a:lnTo>
                    <a:pt x="3214725" y="2126982"/>
                  </a:lnTo>
                  <a:lnTo>
                    <a:pt x="3131901" y="2135728"/>
                  </a:lnTo>
                  <a:lnTo>
                    <a:pt x="3055268" y="2145514"/>
                  </a:lnTo>
                  <a:lnTo>
                    <a:pt x="2984918" y="2156450"/>
                  </a:lnTo>
                  <a:lnTo>
                    <a:pt x="2920435" y="2168690"/>
                  </a:lnTo>
                  <a:lnTo>
                    <a:pt x="2861090" y="2182426"/>
                  </a:lnTo>
                  <a:lnTo>
                    <a:pt x="2805987" y="2197877"/>
                  </a:lnTo>
                  <a:lnTo>
                    <a:pt x="2754171" y="2215266"/>
                  </a:lnTo>
                  <a:lnTo>
                    <a:pt x="2704718" y="2234786"/>
                  </a:lnTo>
                  <a:lnTo>
                    <a:pt x="2667772" y="2251314"/>
                  </a:lnTo>
                  <a:lnTo>
                    <a:pt x="2619700" y="2275255"/>
                  </a:lnTo>
                  <a:lnTo>
                    <a:pt x="2572097" y="2301572"/>
                  </a:lnTo>
                  <a:lnTo>
                    <a:pt x="2524492" y="2330303"/>
                  </a:lnTo>
                  <a:lnTo>
                    <a:pt x="2476558" y="2361408"/>
                  </a:lnTo>
                  <a:lnTo>
                    <a:pt x="2428097" y="2394762"/>
                  </a:lnTo>
                  <a:lnTo>
                    <a:pt x="2379022" y="2430147"/>
                  </a:lnTo>
                  <a:lnTo>
                    <a:pt x="2329342" y="2467255"/>
                  </a:lnTo>
                  <a:lnTo>
                    <a:pt x="2279153" y="2505696"/>
                  </a:lnTo>
                  <a:lnTo>
                    <a:pt x="2228612" y="2545008"/>
                  </a:lnTo>
                  <a:lnTo>
                    <a:pt x="2177919" y="2584685"/>
                  </a:lnTo>
                  <a:lnTo>
                    <a:pt x="2127294" y="2624201"/>
                  </a:lnTo>
                  <a:lnTo>
                    <a:pt x="2076946" y="2663038"/>
                  </a:lnTo>
                  <a:lnTo>
                    <a:pt x="2027053" y="2700714"/>
                  </a:lnTo>
                  <a:lnTo>
                    <a:pt x="1977737" y="2736810"/>
                  </a:lnTo>
                  <a:lnTo>
                    <a:pt x="1929042" y="2770983"/>
                  </a:lnTo>
                  <a:lnTo>
                    <a:pt x="1880921" y="2802981"/>
                  </a:lnTo>
                  <a:lnTo>
                    <a:pt x="1833220" y="2832643"/>
                  </a:lnTo>
                  <a:lnTo>
                    <a:pt x="1785663" y="2859897"/>
                  </a:lnTo>
                  <a:lnTo>
                    <a:pt x="1737839" y="2884751"/>
                  </a:lnTo>
                  <a:lnTo>
                    <a:pt x="1719082" y="2893769"/>
                  </a:lnTo>
                  <a:lnTo>
                    <a:pt x="1670888" y="2915000"/>
                  </a:lnTo>
                  <a:lnTo>
                    <a:pt x="1620967" y="2934014"/>
                  </a:lnTo>
                  <a:lnTo>
                    <a:pt x="1568477" y="2950937"/>
                  </a:lnTo>
                  <a:lnTo>
                    <a:pt x="1512479" y="2965972"/>
                  </a:lnTo>
                  <a:lnTo>
                    <a:pt x="1452023" y="2979344"/>
                  </a:lnTo>
                  <a:lnTo>
                    <a:pt x="1386242" y="2991268"/>
                  </a:lnTo>
                  <a:lnTo>
                    <a:pt x="1314464" y="3001926"/>
                  </a:lnTo>
                  <a:lnTo>
                    <a:pt x="1236371" y="3011463"/>
                  </a:lnTo>
                  <a:lnTo>
                    <a:pt x="1152204" y="3019980"/>
                  </a:lnTo>
                  <a:lnTo>
                    <a:pt x="1062996" y="3027533"/>
                  </a:lnTo>
                  <a:lnTo>
                    <a:pt x="970788" y="3034138"/>
                  </a:lnTo>
                  <a:lnTo>
                    <a:pt x="878724" y="3039782"/>
                  </a:lnTo>
                  <a:lnTo>
                    <a:pt x="790911" y="3044442"/>
                  </a:lnTo>
                  <a:lnTo>
                    <a:pt x="711930" y="3048107"/>
                  </a:lnTo>
                  <a:lnTo>
                    <a:pt x="646027" y="3050804"/>
                  </a:lnTo>
                  <a:lnTo>
                    <a:pt x="596153" y="3052618"/>
                  </a:lnTo>
                  <a:lnTo>
                    <a:pt x="563176" y="3053690"/>
                  </a:lnTo>
                  <a:lnTo>
                    <a:pt x="545529" y="3054205"/>
                  </a:lnTo>
                  <a:lnTo>
                    <a:pt x="539329" y="3054369"/>
                  </a:lnTo>
                  <a:lnTo>
                    <a:pt x="538736" y="3054383"/>
                  </a:lnTo>
                  <a:lnTo>
                    <a:pt x="0" y="3054383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16" name="pl2016"/>
            <p:cNvSpPr/>
            <p:nvPr/>
          </p:nvSpPr>
          <p:spPr>
            <a:xfrm>
              <a:off x="546595" y="2835713"/>
              <a:ext cx="8234974" cy="3054383"/>
            </a:xfrm>
            <a:custGeom>
              <a:avLst/>
              <a:pathLst>
                <a:path w="8234974" h="3054383">
                  <a:moveTo>
                    <a:pt x="0" y="3054383"/>
                  </a:moveTo>
                  <a:lnTo>
                    <a:pt x="538736" y="3054383"/>
                  </a:lnTo>
                  <a:lnTo>
                    <a:pt x="540022" y="3054351"/>
                  </a:lnTo>
                  <a:lnTo>
                    <a:pt x="548410" y="3054125"/>
                  </a:lnTo>
                  <a:lnTo>
                    <a:pt x="569329" y="3053499"/>
                  </a:lnTo>
                  <a:lnTo>
                    <a:pt x="606157" y="3052271"/>
                  </a:lnTo>
                  <a:lnTo>
                    <a:pt x="659893" y="3050264"/>
                  </a:lnTo>
                  <a:lnTo>
                    <a:pt x="729138" y="3047349"/>
                  </a:lnTo>
                  <a:lnTo>
                    <a:pt x="810562" y="3043455"/>
                  </a:lnTo>
                  <a:lnTo>
                    <a:pt x="899756" y="3038566"/>
                  </a:lnTo>
                  <a:lnTo>
                    <a:pt x="992188" y="3032698"/>
                  </a:lnTo>
                  <a:lnTo>
                    <a:pt x="1083943" y="3025874"/>
                  </a:lnTo>
                  <a:lnTo>
                    <a:pt x="1172129" y="3018101"/>
                  </a:lnTo>
                  <a:lnTo>
                    <a:pt x="1254954" y="3009356"/>
                  </a:lnTo>
                  <a:lnTo>
                    <a:pt x="1331586" y="2999570"/>
                  </a:lnTo>
                  <a:lnTo>
                    <a:pt x="1401936" y="2988634"/>
                  </a:lnTo>
                  <a:lnTo>
                    <a:pt x="1466419" y="2976394"/>
                  </a:lnTo>
                  <a:lnTo>
                    <a:pt x="1525765" y="2962657"/>
                  </a:lnTo>
                  <a:lnTo>
                    <a:pt x="1580868" y="2947206"/>
                  </a:lnTo>
                  <a:lnTo>
                    <a:pt x="1632684" y="2929817"/>
                  </a:lnTo>
                  <a:lnTo>
                    <a:pt x="1682136" y="2910298"/>
                  </a:lnTo>
                  <a:lnTo>
                    <a:pt x="1719082" y="2893769"/>
                  </a:lnTo>
                  <a:lnTo>
                    <a:pt x="1767154" y="2869829"/>
                  </a:lnTo>
                  <a:lnTo>
                    <a:pt x="1814757" y="2843512"/>
                  </a:lnTo>
                  <a:lnTo>
                    <a:pt x="1862363" y="2814781"/>
                  </a:lnTo>
                  <a:lnTo>
                    <a:pt x="1910297" y="2783676"/>
                  </a:lnTo>
                  <a:lnTo>
                    <a:pt x="1958758" y="2750322"/>
                  </a:lnTo>
                  <a:lnTo>
                    <a:pt x="2007833" y="2714937"/>
                  </a:lnTo>
                  <a:lnTo>
                    <a:pt x="2057512" y="2677829"/>
                  </a:lnTo>
                  <a:lnTo>
                    <a:pt x="2107702" y="2639388"/>
                  </a:lnTo>
                  <a:lnTo>
                    <a:pt x="2158243" y="2600076"/>
                  </a:lnTo>
                  <a:lnTo>
                    <a:pt x="2208936" y="2560399"/>
                  </a:lnTo>
                  <a:lnTo>
                    <a:pt x="2259561" y="2520883"/>
                  </a:lnTo>
                  <a:lnTo>
                    <a:pt x="2309909" y="2482046"/>
                  </a:lnTo>
                  <a:lnTo>
                    <a:pt x="2359801" y="2444370"/>
                  </a:lnTo>
                  <a:lnTo>
                    <a:pt x="2409117" y="2408274"/>
                  </a:lnTo>
                  <a:lnTo>
                    <a:pt x="2457812" y="2374101"/>
                  </a:lnTo>
                  <a:lnTo>
                    <a:pt x="2505933" y="2342103"/>
                  </a:lnTo>
                  <a:lnTo>
                    <a:pt x="2553635" y="2312441"/>
                  </a:lnTo>
                  <a:lnTo>
                    <a:pt x="2601192" y="2285187"/>
                  </a:lnTo>
                  <a:lnTo>
                    <a:pt x="2649015" y="2260332"/>
                  </a:lnTo>
                  <a:lnTo>
                    <a:pt x="2667772" y="2251314"/>
                  </a:lnTo>
                  <a:lnTo>
                    <a:pt x="2715967" y="2230084"/>
                  </a:lnTo>
                  <a:lnTo>
                    <a:pt x="2765888" y="2211070"/>
                  </a:lnTo>
                  <a:lnTo>
                    <a:pt x="2818377" y="2194147"/>
                  </a:lnTo>
                  <a:lnTo>
                    <a:pt x="2874376" y="2179112"/>
                  </a:lnTo>
                  <a:lnTo>
                    <a:pt x="2934831" y="2165740"/>
                  </a:lnTo>
                  <a:lnTo>
                    <a:pt x="3000612" y="2153816"/>
                  </a:lnTo>
                  <a:lnTo>
                    <a:pt x="3072391" y="2143158"/>
                  </a:lnTo>
                  <a:lnTo>
                    <a:pt x="3150483" y="2133621"/>
                  </a:lnTo>
                  <a:lnTo>
                    <a:pt x="3234651" y="2125104"/>
                  </a:lnTo>
                  <a:lnTo>
                    <a:pt x="3323859" y="2117551"/>
                  </a:lnTo>
                  <a:lnTo>
                    <a:pt x="3416067" y="2110946"/>
                  </a:lnTo>
                  <a:lnTo>
                    <a:pt x="3508131" y="2105301"/>
                  </a:lnTo>
                  <a:lnTo>
                    <a:pt x="3595944" y="2100642"/>
                  </a:lnTo>
                  <a:lnTo>
                    <a:pt x="3674924" y="2096977"/>
                  </a:lnTo>
                  <a:lnTo>
                    <a:pt x="3740827" y="2094280"/>
                  </a:lnTo>
                  <a:lnTo>
                    <a:pt x="3790702" y="2092466"/>
                  </a:lnTo>
                  <a:lnTo>
                    <a:pt x="3823679" y="2091394"/>
                  </a:lnTo>
                  <a:lnTo>
                    <a:pt x="3841326" y="2090879"/>
                  </a:lnTo>
                  <a:lnTo>
                    <a:pt x="3847525" y="2090715"/>
                  </a:lnTo>
                  <a:lnTo>
                    <a:pt x="3848118" y="2090701"/>
                  </a:lnTo>
                  <a:lnTo>
                    <a:pt x="4386855" y="2090701"/>
                  </a:lnTo>
                  <a:lnTo>
                    <a:pt x="4388080" y="2090635"/>
                  </a:lnTo>
                  <a:lnTo>
                    <a:pt x="4396085" y="2090168"/>
                  </a:lnTo>
                  <a:lnTo>
                    <a:pt x="4416085" y="2088876"/>
                  </a:lnTo>
                  <a:lnTo>
                    <a:pt x="4451380" y="2086338"/>
                  </a:lnTo>
                  <a:lnTo>
                    <a:pt x="4503058" y="2082186"/>
                  </a:lnTo>
                  <a:lnTo>
                    <a:pt x="4569941" y="2076144"/>
                  </a:lnTo>
                  <a:lnTo>
                    <a:pt x="4648987" y="2068057"/>
                  </a:lnTo>
                  <a:lnTo>
                    <a:pt x="4736062" y="2057879"/>
                  </a:lnTo>
                  <a:lnTo>
                    <a:pt x="4826814" y="2045638"/>
                  </a:lnTo>
                  <a:lnTo>
                    <a:pt x="4917404" y="2031384"/>
                  </a:lnTo>
                  <a:lnTo>
                    <a:pt x="5004916" y="2015139"/>
                  </a:lnTo>
                  <a:lnTo>
                    <a:pt x="5087471" y="1996866"/>
                  </a:lnTo>
                  <a:lnTo>
                    <a:pt x="5164123" y="1976445"/>
                  </a:lnTo>
                  <a:lnTo>
                    <a:pt x="5234663" y="1953664"/>
                  </a:lnTo>
                  <a:lnTo>
                    <a:pt x="5299401" y="1928226"/>
                  </a:lnTo>
                  <a:lnTo>
                    <a:pt x="5358974" y="1899750"/>
                  </a:lnTo>
                  <a:lnTo>
                    <a:pt x="5414207" y="1867796"/>
                  </a:lnTo>
                  <a:lnTo>
                    <a:pt x="5466004" y="1831898"/>
                  </a:lnTo>
                  <a:lnTo>
                    <a:pt x="5515261" y="1791631"/>
                  </a:lnTo>
                  <a:lnTo>
                    <a:pt x="5562791" y="1746719"/>
                  </a:lnTo>
                  <a:lnTo>
                    <a:pt x="5567201" y="1742250"/>
                  </a:lnTo>
                  <a:lnTo>
                    <a:pt x="5606879" y="1699804"/>
                  </a:lnTo>
                  <a:lnTo>
                    <a:pt x="5646174" y="1653870"/>
                  </a:lnTo>
                  <a:lnTo>
                    <a:pt x="5685373" y="1604382"/>
                  </a:lnTo>
                  <a:lnTo>
                    <a:pt x="5724693" y="1551345"/>
                  </a:lnTo>
                  <a:lnTo>
                    <a:pt x="5764286" y="1494846"/>
                  </a:lnTo>
                  <a:lnTo>
                    <a:pt x="5804250" y="1435059"/>
                  </a:lnTo>
                  <a:lnTo>
                    <a:pt x="5844633" y="1372253"/>
                  </a:lnTo>
                  <a:lnTo>
                    <a:pt x="5885434" y="1306787"/>
                  </a:lnTo>
                  <a:lnTo>
                    <a:pt x="5926616" y="1239107"/>
                  </a:lnTo>
                  <a:lnTo>
                    <a:pt x="5968104" y="1169735"/>
                  </a:lnTo>
                  <a:lnTo>
                    <a:pt x="6009801" y="1099253"/>
                  </a:lnTo>
                  <a:lnTo>
                    <a:pt x="6051592" y="1028284"/>
                  </a:lnTo>
                  <a:lnTo>
                    <a:pt x="6093353" y="957469"/>
                  </a:lnTo>
                  <a:lnTo>
                    <a:pt x="6134963" y="887445"/>
                  </a:lnTo>
                  <a:lnTo>
                    <a:pt x="6176315" y="818816"/>
                  </a:lnTo>
                  <a:lnTo>
                    <a:pt x="6217321" y="752140"/>
                  </a:lnTo>
                  <a:lnTo>
                    <a:pt x="6257923" y="687902"/>
                  </a:lnTo>
                  <a:lnTo>
                    <a:pt x="6298102" y="626508"/>
                  </a:lnTo>
                  <a:lnTo>
                    <a:pt x="6337879" y="568274"/>
                  </a:lnTo>
                  <a:lnTo>
                    <a:pt x="6377325" y="513422"/>
                  </a:lnTo>
                  <a:lnTo>
                    <a:pt x="6416564" y="462085"/>
                  </a:lnTo>
                  <a:lnTo>
                    <a:pt x="6455778" y="414310"/>
                  </a:lnTo>
                  <a:lnTo>
                    <a:pt x="6495217" y="370065"/>
                  </a:lnTo>
                  <a:lnTo>
                    <a:pt x="6515891" y="348450"/>
                  </a:lnTo>
                  <a:lnTo>
                    <a:pt x="6563295" y="303097"/>
                  </a:lnTo>
                  <a:lnTo>
                    <a:pt x="6612357" y="262401"/>
                  </a:lnTo>
                  <a:lnTo>
                    <a:pt x="6663877" y="226109"/>
                  </a:lnTo>
                  <a:lnTo>
                    <a:pt x="6718748" y="193803"/>
                  </a:lnTo>
                  <a:lnTo>
                    <a:pt x="6777875" y="165019"/>
                  </a:lnTo>
                  <a:lnTo>
                    <a:pt x="6842095" y="139312"/>
                  </a:lnTo>
                  <a:lnTo>
                    <a:pt x="6912069" y="116296"/>
                  </a:lnTo>
                  <a:lnTo>
                    <a:pt x="6988146" y="95662"/>
                  </a:lnTo>
                  <a:lnTo>
                    <a:pt x="7070172" y="77194"/>
                  </a:lnTo>
                  <a:lnTo>
                    <a:pt x="7157282" y="60761"/>
                  </a:lnTo>
                  <a:lnTo>
                    <a:pt x="7247690" y="46319"/>
                  </a:lnTo>
                  <a:lnTo>
                    <a:pt x="7338579" y="33886"/>
                  </a:lnTo>
                  <a:lnTo>
                    <a:pt x="7426181" y="23512"/>
                  </a:lnTo>
                  <a:lnTo>
                    <a:pt x="7506170" y="15228"/>
                  </a:lnTo>
                  <a:lnTo>
                    <a:pt x="7574351" y="8999"/>
                  </a:lnTo>
                  <a:lnTo>
                    <a:pt x="7627543" y="4679"/>
                  </a:lnTo>
                  <a:lnTo>
                    <a:pt x="7664371" y="2004"/>
                  </a:lnTo>
                  <a:lnTo>
                    <a:pt x="7685702" y="612"/>
                  </a:lnTo>
                  <a:lnTo>
                    <a:pt x="7694641" y="85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7" name="pl2017"/>
            <p:cNvSpPr/>
            <p:nvPr/>
          </p:nvSpPr>
          <p:spPr>
            <a:xfrm>
              <a:off x="546595" y="2830269"/>
              <a:ext cx="8234974" cy="3054383"/>
            </a:xfrm>
            <a:custGeom>
              <a:avLst/>
              <a:pathLst>
                <a:path w="8234974" h="3054383">
                  <a:moveTo>
                    <a:pt x="8234974" y="0"/>
                  </a:moveTo>
                  <a:lnTo>
                    <a:pt x="7696237" y="0"/>
                  </a:lnTo>
                  <a:lnTo>
                    <a:pt x="7695012" y="65"/>
                  </a:lnTo>
                  <a:lnTo>
                    <a:pt x="7687007" y="532"/>
                  </a:lnTo>
                  <a:lnTo>
                    <a:pt x="7667008" y="1825"/>
                  </a:lnTo>
                  <a:lnTo>
                    <a:pt x="7631712" y="4362"/>
                  </a:lnTo>
                  <a:lnTo>
                    <a:pt x="7580034" y="8514"/>
                  </a:lnTo>
                  <a:lnTo>
                    <a:pt x="7513152" y="14556"/>
                  </a:lnTo>
                  <a:lnTo>
                    <a:pt x="7434105" y="22643"/>
                  </a:lnTo>
                  <a:lnTo>
                    <a:pt x="7347031" y="32821"/>
                  </a:lnTo>
                  <a:lnTo>
                    <a:pt x="7256278" y="45062"/>
                  </a:lnTo>
                  <a:lnTo>
                    <a:pt x="7165688" y="59317"/>
                  </a:lnTo>
                  <a:lnTo>
                    <a:pt x="7078176" y="75561"/>
                  </a:lnTo>
                  <a:lnTo>
                    <a:pt x="6995622" y="93834"/>
                  </a:lnTo>
                  <a:lnTo>
                    <a:pt x="6918969" y="114256"/>
                  </a:lnTo>
                  <a:lnTo>
                    <a:pt x="6848429" y="137036"/>
                  </a:lnTo>
                  <a:lnTo>
                    <a:pt x="6783692" y="162474"/>
                  </a:lnTo>
                  <a:lnTo>
                    <a:pt x="6724119" y="190951"/>
                  </a:lnTo>
                  <a:lnTo>
                    <a:pt x="6668885" y="222905"/>
                  </a:lnTo>
                  <a:lnTo>
                    <a:pt x="6617089" y="258802"/>
                  </a:lnTo>
                  <a:lnTo>
                    <a:pt x="6567832" y="299069"/>
                  </a:lnTo>
                  <a:lnTo>
                    <a:pt x="6520302" y="343981"/>
                  </a:lnTo>
                  <a:lnTo>
                    <a:pt x="6515891" y="348450"/>
                  </a:lnTo>
                  <a:lnTo>
                    <a:pt x="6476213" y="390897"/>
                  </a:lnTo>
                  <a:lnTo>
                    <a:pt x="6436918" y="436830"/>
                  </a:lnTo>
                  <a:lnTo>
                    <a:pt x="6397719" y="486318"/>
                  </a:lnTo>
                  <a:lnTo>
                    <a:pt x="6358400" y="539355"/>
                  </a:lnTo>
                  <a:lnTo>
                    <a:pt x="6318807" y="595855"/>
                  </a:lnTo>
                  <a:lnTo>
                    <a:pt x="6278842" y="655641"/>
                  </a:lnTo>
                  <a:lnTo>
                    <a:pt x="6238460" y="718447"/>
                  </a:lnTo>
                  <a:lnTo>
                    <a:pt x="6197658" y="783913"/>
                  </a:lnTo>
                  <a:lnTo>
                    <a:pt x="6156477" y="851593"/>
                  </a:lnTo>
                  <a:lnTo>
                    <a:pt x="6114988" y="920965"/>
                  </a:lnTo>
                  <a:lnTo>
                    <a:pt x="6073291" y="991447"/>
                  </a:lnTo>
                  <a:lnTo>
                    <a:pt x="6031501" y="1062417"/>
                  </a:lnTo>
                  <a:lnTo>
                    <a:pt x="5989740" y="1133231"/>
                  </a:lnTo>
                  <a:lnTo>
                    <a:pt x="5948130" y="1203256"/>
                  </a:lnTo>
                  <a:lnTo>
                    <a:pt x="5906778" y="1271884"/>
                  </a:lnTo>
                  <a:lnTo>
                    <a:pt x="5865772" y="1338560"/>
                  </a:lnTo>
                  <a:lnTo>
                    <a:pt x="5825169" y="1402798"/>
                  </a:lnTo>
                  <a:lnTo>
                    <a:pt x="5784990" y="1464192"/>
                  </a:lnTo>
                  <a:lnTo>
                    <a:pt x="5745213" y="1522426"/>
                  </a:lnTo>
                  <a:lnTo>
                    <a:pt x="5705767" y="1577278"/>
                  </a:lnTo>
                  <a:lnTo>
                    <a:pt x="5666528" y="1628615"/>
                  </a:lnTo>
                  <a:lnTo>
                    <a:pt x="5627314" y="1676390"/>
                  </a:lnTo>
                  <a:lnTo>
                    <a:pt x="5587876" y="1720635"/>
                  </a:lnTo>
                  <a:lnTo>
                    <a:pt x="5567201" y="1742250"/>
                  </a:lnTo>
                  <a:lnTo>
                    <a:pt x="5519798" y="1787603"/>
                  </a:lnTo>
                  <a:lnTo>
                    <a:pt x="5470736" y="1828299"/>
                  </a:lnTo>
                  <a:lnTo>
                    <a:pt x="5419216" y="1864591"/>
                  </a:lnTo>
                  <a:lnTo>
                    <a:pt x="5364345" y="1896897"/>
                  </a:lnTo>
                  <a:lnTo>
                    <a:pt x="5305217" y="1925681"/>
                  </a:lnTo>
                  <a:lnTo>
                    <a:pt x="5240998" y="1951388"/>
                  </a:lnTo>
                  <a:lnTo>
                    <a:pt x="5171023" y="1974404"/>
                  </a:lnTo>
                  <a:lnTo>
                    <a:pt x="5094947" y="1995038"/>
                  </a:lnTo>
                  <a:lnTo>
                    <a:pt x="5012921" y="2013506"/>
                  </a:lnTo>
                  <a:lnTo>
                    <a:pt x="4925811" y="2029939"/>
                  </a:lnTo>
                  <a:lnTo>
                    <a:pt x="4835402" y="2044381"/>
                  </a:lnTo>
                  <a:lnTo>
                    <a:pt x="4744514" y="2056814"/>
                  </a:lnTo>
                  <a:lnTo>
                    <a:pt x="4656911" y="2067188"/>
                  </a:lnTo>
                  <a:lnTo>
                    <a:pt x="4576923" y="2075472"/>
                  </a:lnTo>
                  <a:lnTo>
                    <a:pt x="4508742" y="2081701"/>
                  </a:lnTo>
                  <a:lnTo>
                    <a:pt x="4455549" y="2086022"/>
                  </a:lnTo>
                  <a:lnTo>
                    <a:pt x="4418721" y="2088696"/>
                  </a:lnTo>
                  <a:lnTo>
                    <a:pt x="4397390" y="2090088"/>
                  </a:lnTo>
                  <a:lnTo>
                    <a:pt x="4388451" y="2090615"/>
                  </a:lnTo>
                  <a:lnTo>
                    <a:pt x="4386856" y="2090701"/>
                  </a:lnTo>
                  <a:lnTo>
                    <a:pt x="4386855" y="2090701"/>
                  </a:lnTo>
                  <a:lnTo>
                    <a:pt x="3848118" y="2090701"/>
                  </a:lnTo>
                  <a:lnTo>
                    <a:pt x="3846833" y="2090732"/>
                  </a:lnTo>
                  <a:lnTo>
                    <a:pt x="3838445" y="2090959"/>
                  </a:lnTo>
                  <a:lnTo>
                    <a:pt x="3817525" y="2091585"/>
                  </a:lnTo>
                  <a:lnTo>
                    <a:pt x="3780697" y="2092813"/>
                  </a:lnTo>
                  <a:lnTo>
                    <a:pt x="3726961" y="2094820"/>
                  </a:lnTo>
                  <a:lnTo>
                    <a:pt x="3657716" y="2097735"/>
                  </a:lnTo>
                  <a:lnTo>
                    <a:pt x="3576293" y="2101629"/>
                  </a:lnTo>
                  <a:lnTo>
                    <a:pt x="3487098" y="2106517"/>
                  </a:lnTo>
                  <a:lnTo>
                    <a:pt x="3394667" y="2112386"/>
                  </a:lnTo>
                  <a:lnTo>
                    <a:pt x="3302912" y="2119210"/>
                  </a:lnTo>
                  <a:lnTo>
                    <a:pt x="3214725" y="2126982"/>
                  </a:lnTo>
                  <a:lnTo>
                    <a:pt x="3131901" y="2135728"/>
                  </a:lnTo>
                  <a:lnTo>
                    <a:pt x="3055268" y="2145514"/>
                  </a:lnTo>
                  <a:lnTo>
                    <a:pt x="2984918" y="2156450"/>
                  </a:lnTo>
                  <a:lnTo>
                    <a:pt x="2920435" y="2168690"/>
                  </a:lnTo>
                  <a:lnTo>
                    <a:pt x="2861090" y="2182426"/>
                  </a:lnTo>
                  <a:lnTo>
                    <a:pt x="2805987" y="2197877"/>
                  </a:lnTo>
                  <a:lnTo>
                    <a:pt x="2754171" y="2215266"/>
                  </a:lnTo>
                  <a:lnTo>
                    <a:pt x="2704718" y="2234786"/>
                  </a:lnTo>
                  <a:lnTo>
                    <a:pt x="2667772" y="2251314"/>
                  </a:lnTo>
                  <a:lnTo>
                    <a:pt x="2619700" y="2275255"/>
                  </a:lnTo>
                  <a:lnTo>
                    <a:pt x="2572097" y="2301572"/>
                  </a:lnTo>
                  <a:lnTo>
                    <a:pt x="2524492" y="2330303"/>
                  </a:lnTo>
                  <a:lnTo>
                    <a:pt x="2476558" y="2361408"/>
                  </a:lnTo>
                  <a:lnTo>
                    <a:pt x="2428097" y="2394762"/>
                  </a:lnTo>
                  <a:lnTo>
                    <a:pt x="2379022" y="2430147"/>
                  </a:lnTo>
                  <a:lnTo>
                    <a:pt x="2329342" y="2467255"/>
                  </a:lnTo>
                  <a:lnTo>
                    <a:pt x="2279153" y="2505696"/>
                  </a:lnTo>
                  <a:lnTo>
                    <a:pt x="2228612" y="2545008"/>
                  </a:lnTo>
                  <a:lnTo>
                    <a:pt x="2177919" y="2584685"/>
                  </a:lnTo>
                  <a:lnTo>
                    <a:pt x="2127294" y="2624201"/>
                  </a:lnTo>
                  <a:lnTo>
                    <a:pt x="2076946" y="2663038"/>
                  </a:lnTo>
                  <a:lnTo>
                    <a:pt x="2027053" y="2700714"/>
                  </a:lnTo>
                  <a:lnTo>
                    <a:pt x="1977737" y="2736810"/>
                  </a:lnTo>
                  <a:lnTo>
                    <a:pt x="1929042" y="2770983"/>
                  </a:lnTo>
                  <a:lnTo>
                    <a:pt x="1880921" y="2802981"/>
                  </a:lnTo>
                  <a:lnTo>
                    <a:pt x="1833220" y="2832643"/>
                  </a:lnTo>
                  <a:lnTo>
                    <a:pt x="1785663" y="2859897"/>
                  </a:lnTo>
                  <a:lnTo>
                    <a:pt x="1737839" y="2884751"/>
                  </a:lnTo>
                  <a:lnTo>
                    <a:pt x="1719082" y="2893769"/>
                  </a:lnTo>
                  <a:lnTo>
                    <a:pt x="1670888" y="2915000"/>
                  </a:lnTo>
                  <a:lnTo>
                    <a:pt x="1620967" y="2934014"/>
                  </a:lnTo>
                  <a:lnTo>
                    <a:pt x="1568477" y="2950937"/>
                  </a:lnTo>
                  <a:lnTo>
                    <a:pt x="1512479" y="2965972"/>
                  </a:lnTo>
                  <a:lnTo>
                    <a:pt x="1452023" y="2979344"/>
                  </a:lnTo>
                  <a:lnTo>
                    <a:pt x="1386242" y="2991268"/>
                  </a:lnTo>
                  <a:lnTo>
                    <a:pt x="1314464" y="3001926"/>
                  </a:lnTo>
                  <a:lnTo>
                    <a:pt x="1236371" y="3011463"/>
                  </a:lnTo>
                  <a:lnTo>
                    <a:pt x="1152204" y="3019980"/>
                  </a:lnTo>
                  <a:lnTo>
                    <a:pt x="1062996" y="3027533"/>
                  </a:lnTo>
                  <a:lnTo>
                    <a:pt x="970788" y="3034138"/>
                  </a:lnTo>
                  <a:lnTo>
                    <a:pt x="878724" y="3039782"/>
                  </a:lnTo>
                  <a:lnTo>
                    <a:pt x="790911" y="3044442"/>
                  </a:lnTo>
                  <a:lnTo>
                    <a:pt x="711930" y="3048107"/>
                  </a:lnTo>
                  <a:lnTo>
                    <a:pt x="646027" y="3050804"/>
                  </a:lnTo>
                  <a:lnTo>
                    <a:pt x="596153" y="3052618"/>
                  </a:lnTo>
                  <a:lnTo>
                    <a:pt x="563176" y="3053690"/>
                  </a:lnTo>
                  <a:lnTo>
                    <a:pt x="545529" y="3054205"/>
                  </a:lnTo>
                  <a:lnTo>
                    <a:pt x="539329" y="3054369"/>
                  </a:lnTo>
                  <a:lnTo>
                    <a:pt x="538736" y="3054383"/>
                  </a:lnTo>
                  <a:lnTo>
                    <a:pt x="0" y="3054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8" name="pg2018"/>
            <p:cNvSpPr/>
            <p:nvPr/>
          </p:nvSpPr>
          <p:spPr>
            <a:xfrm>
              <a:off x="546595" y="3908286"/>
              <a:ext cx="8234974" cy="1992699"/>
            </a:xfrm>
            <a:custGeom>
              <a:avLst/>
              <a:pathLst>
                <a:path w="8234974" h="1992699">
                  <a:moveTo>
                    <a:pt x="0" y="1992699"/>
                  </a:moveTo>
                  <a:lnTo>
                    <a:pt x="538736" y="1992699"/>
                  </a:lnTo>
                  <a:lnTo>
                    <a:pt x="540036" y="1992685"/>
                  </a:lnTo>
                  <a:lnTo>
                    <a:pt x="548514" y="1992585"/>
                  </a:lnTo>
                  <a:lnTo>
                    <a:pt x="569648" y="1992310"/>
                  </a:lnTo>
                  <a:lnTo>
                    <a:pt x="606833" y="1991770"/>
                  </a:lnTo>
                  <a:lnTo>
                    <a:pt x="661047" y="1990887"/>
                  </a:lnTo>
                  <a:lnTo>
                    <a:pt x="730838" y="1989606"/>
                  </a:lnTo>
                  <a:lnTo>
                    <a:pt x="812805" y="1987895"/>
                  </a:lnTo>
                  <a:lnTo>
                    <a:pt x="902481" y="1985748"/>
                  </a:lnTo>
                  <a:lnTo>
                    <a:pt x="995289" y="1983173"/>
                  </a:lnTo>
                  <a:lnTo>
                    <a:pt x="1087301" y="1980178"/>
                  </a:lnTo>
                  <a:lnTo>
                    <a:pt x="1175631" y="1976768"/>
                  </a:lnTo>
                  <a:lnTo>
                    <a:pt x="1258509" y="1972931"/>
                  </a:lnTo>
                  <a:lnTo>
                    <a:pt x="1335130" y="1968636"/>
                  </a:lnTo>
                  <a:lnTo>
                    <a:pt x="1405433" y="1963834"/>
                  </a:lnTo>
                  <a:lnTo>
                    <a:pt x="1469857" y="1958456"/>
                  </a:lnTo>
                  <a:lnTo>
                    <a:pt x="1529153" y="1952418"/>
                  </a:lnTo>
                  <a:lnTo>
                    <a:pt x="1584231" y="1945622"/>
                  </a:lnTo>
                  <a:lnTo>
                    <a:pt x="1636058" y="1937971"/>
                  </a:lnTo>
                  <a:lnTo>
                    <a:pt x="1685564" y="1929381"/>
                  </a:lnTo>
                  <a:lnTo>
                    <a:pt x="1719082" y="1922827"/>
                  </a:lnTo>
                  <a:lnTo>
                    <a:pt x="1770798" y="1911576"/>
                  </a:lnTo>
                  <a:lnTo>
                    <a:pt x="1822016" y="1899124"/>
                  </a:lnTo>
                  <a:lnTo>
                    <a:pt x="1873302" y="1885456"/>
                  </a:lnTo>
                  <a:lnTo>
                    <a:pt x="1925032" y="1870603"/>
                  </a:lnTo>
                  <a:lnTo>
                    <a:pt x="1977415" y="1854646"/>
                  </a:lnTo>
                  <a:lnTo>
                    <a:pt x="2030516" y="1837720"/>
                  </a:lnTo>
                  <a:lnTo>
                    <a:pt x="2084276" y="1820011"/>
                  </a:lnTo>
                  <a:lnTo>
                    <a:pt x="2138537" y="1801752"/>
                  </a:lnTo>
                  <a:lnTo>
                    <a:pt x="2193067" y="1783207"/>
                  </a:lnTo>
                  <a:lnTo>
                    <a:pt x="2247599" y="1764661"/>
                  </a:lnTo>
                  <a:lnTo>
                    <a:pt x="2301864" y="1746396"/>
                  </a:lnTo>
                  <a:lnTo>
                    <a:pt x="2355633" y="1728678"/>
                  </a:lnTo>
                  <a:lnTo>
                    <a:pt x="2408743" y="1711740"/>
                  </a:lnTo>
                  <a:lnTo>
                    <a:pt x="2461135" y="1695769"/>
                  </a:lnTo>
                  <a:lnTo>
                    <a:pt x="2512873" y="1680901"/>
                  </a:lnTo>
                  <a:lnTo>
                    <a:pt x="2564163" y="1667218"/>
                  </a:lnTo>
                  <a:lnTo>
                    <a:pt x="2615379" y="1654750"/>
                  </a:lnTo>
                  <a:lnTo>
                    <a:pt x="2667083" y="1643482"/>
                  </a:lnTo>
                  <a:lnTo>
                    <a:pt x="2667772" y="1643341"/>
                  </a:lnTo>
                  <a:lnTo>
                    <a:pt x="2716149" y="1634073"/>
                  </a:lnTo>
                  <a:lnTo>
                    <a:pt x="2766267" y="1625776"/>
                  </a:lnTo>
                  <a:lnTo>
                    <a:pt x="2818981" y="1618395"/>
                  </a:lnTo>
                  <a:lnTo>
                    <a:pt x="2875240" y="1611840"/>
                  </a:lnTo>
                  <a:lnTo>
                    <a:pt x="2936004" y="1606012"/>
                  </a:lnTo>
                  <a:lnTo>
                    <a:pt x="3002147" y="1600818"/>
                  </a:lnTo>
                  <a:lnTo>
                    <a:pt x="3074343" y="1596176"/>
                  </a:lnTo>
                  <a:lnTo>
                    <a:pt x="3152903" y="1592025"/>
                  </a:lnTo>
                  <a:lnTo>
                    <a:pt x="3237563" y="1588319"/>
                  </a:lnTo>
                  <a:lnTo>
                    <a:pt x="3327250" y="1585036"/>
                  </a:lnTo>
                  <a:lnTo>
                    <a:pt x="3419861" y="1582168"/>
                  </a:lnTo>
                  <a:lnTo>
                    <a:pt x="3512174" y="1579722"/>
                  </a:lnTo>
                  <a:lnTo>
                    <a:pt x="3600003" y="1577707"/>
                  </a:lnTo>
                  <a:lnTo>
                    <a:pt x="3678711" y="1576129"/>
                  </a:lnTo>
                  <a:lnTo>
                    <a:pt x="3744050" y="1574973"/>
                  </a:lnTo>
                  <a:lnTo>
                    <a:pt x="3793133" y="1574202"/>
                  </a:lnTo>
                  <a:lnTo>
                    <a:pt x="3825219" y="1573751"/>
                  </a:lnTo>
                  <a:lnTo>
                    <a:pt x="3842043" y="1573539"/>
                  </a:lnTo>
                  <a:lnTo>
                    <a:pt x="3847672" y="1573475"/>
                  </a:lnTo>
                  <a:lnTo>
                    <a:pt x="3848118" y="1573470"/>
                  </a:lnTo>
                  <a:lnTo>
                    <a:pt x="4386855" y="1573470"/>
                  </a:lnTo>
                  <a:lnTo>
                    <a:pt x="4388113" y="1573419"/>
                  </a:lnTo>
                  <a:lnTo>
                    <a:pt x="4396326" y="1573059"/>
                  </a:lnTo>
                  <a:lnTo>
                    <a:pt x="4416824" y="1572063"/>
                  </a:lnTo>
                  <a:lnTo>
                    <a:pt x="4452951" y="1570109"/>
                  </a:lnTo>
                  <a:lnTo>
                    <a:pt x="4505747" y="1566913"/>
                  </a:lnTo>
                  <a:lnTo>
                    <a:pt x="4573917" y="1562266"/>
                  </a:lnTo>
                  <a:lnTo>
                    <a:pt x="4654262" y="1556054"/>
                  </a:lnTo>
                  <a:lnTo>
                    <a:pt x="4742498" y="1548246"/>
                  </a:lnTo>
                  <a:lnTo>
                    <a:pt x="4834175" y="1538866"/>
                  </a:lnTo>
                  <a:lnTo>
                    <a:pt x="4925410" y="1527951"/>
                  </a:lnTo>
                  <a:lnTo>
                    <a:pt x="5013300" y="1515516"/>
                  </a:lnTo>
                  <a:lnTo>
                    <a:pt x="5096010" y="1501526"/>
                  </a:lnTo>
                  <a:lnTo>
                    <a:pt x="5172657" y="1485881"/>
                  </a:lnTo>
                  <a:lnTo>
                    <a:pt x="5243097" y="1468413"/>
                  </a:lnTo>
                  <a:lnTo>
                    <a:pt x="5307696" y="1448881"/>
                  </a:lnTo>
                  <a:lnTo>
                    <a:pt x="5367142" y="1426987"/>
                  </a:lnTo>
                  <a:lnTo>
                    <a:pt x="5422301" y="1402387"/>
                  </a:lnTo>
                  <a:lnTo>
                    <a:pt x="5474102" y="1374723"/>
                  </a:lnTo>
                  <a:lnTo>
                    <a:pt x="5523459" y="1343679"/>
                  </a:lnTo>
                  <a:lnTo>
                    <a:pt x="5567201" y="1312132"/>
                  </a:lnTo>
                  <a:lnTo>
                    <a:pt x="5610540" y="1277209"/>
                  </a:lnTo>
                  <a:lnTo>
                    <a:pt x="5653455" y="1239156"/>
                  </a:lnTo>
                  <a:lnTo>
                    <a:pt x="5696308" y="1197915"/>
                  </a:lnTo>
                  <a:lnTo>
                    <a:pt x="5739362" y="1153510"/>
                  </a:lnTo>
                  <a:lnTo>
                    <a:pt x="5782793" y="1106053"/>
                  </a:lnTo>
                  <a:lnTo>
                    <a:pt x="5826700" y="1055755"/>
                  </a:lnTo>
                  <a:lnTo>
                    <a:pt x="5871111" y="1002923"/>
                  </a:lnTo>
                  <a:lnTo>
                    <a:pt x="5915998" y="947960"/>
                  </a:lnTo>
                  <a:lnTo>
                    <a:pt x="5961276" y="891357"/>
                  </a:lnTo>
                  <a:lnTo>
                    <a:pt x="6006824" y="833671"/>
                  </a:lnTo>
                  <a:lnTo>
                    <a:pt x="6052493" y="775509"/>
                  </a:lnTo>
                  <a:lnTo>
                    <a:pt x="6098124" y="717498"/>
                  </a:lnTo>
                  <a:lnTo>
                    <a:pt x="6143560" y="660257"/>
                  </a:lnTo>
                  <a:lnTo>
                    <a:pt x="6188663" y="604375"/>
                  </a:lnTo>
                  <a:lnTo>
                    <a:pt x="6233329" y="550377"/>
                  </a:lnTo>
                  <a:lnTo>
                    <a:pt x="6277499" y="498715"/>
                  </a:lnTo>
                  <a:lnTo>
                    <a:pt x="6321170" y="449746"/>
                  </a:lnTo>
                  <a:lnTo>
                    <a:pt x="6364403" y="403732"/>
                  </a:lnTo>
                  <a:lnTo>
                    <a:pt x="6407334" y="360835"/>
                  </a:lnTo>
                  <a:lnTo>
                    <a:pt x="6450178" y="321124"/>
                  </a:lnTo>
                  <a:lnTo>
                    <a:pt x="6493245" y="284583"/>
                  </a:lnTo>
                  <a:lnTo>
                    <a:pt x="6515891" y="266782"/>
                  </a:lnTo>
                  <a:lnTo>
                    <a:pt x="6563726" y="232478"/>
                  </a:lnTo>
                  <a:lnTo>
                    <a:pt x="6613256" y="201729"/>
                  </a:lnTo>
                  <a:lnTo>
                    <a:pt x="6665305" y="174337"/>
                  </a:lnTo>
                  <a:lnTo>
                    <a:pt x="6720789" y="149979"/>
                  </a:lnTo>
                  <a:lnTo>
                    <a:pt x="6780639" y="128298"/>
                  </a:lnTo>
                  <a:lnTo>
                    <a:pt x="6845708" y="108951"/>
                  </a:lnTo>
                  <a:lnTo>
                    <a:pt x="6916663" y="91644"/>
                  </a:lnTo>
                  <a:lnTo>
                    <a:pt x="6993836" y="76145"/>
                  </a:lnTo>
                  <a:lnTo>
                    <a:pt x="7077029" y="62289"/>
                  </a:lnTo>
                  <a:lnTo>
                    <a:pt x="7165287" y="49983"/>
                  </a:lnTo>
                  <a:lnTo>
                    <a:pt x="7256687" y="39196"/>
                  </a:lnTo>
                  <a:lnTo>
                    <a:pt x="7348235" y="29947"/>
                  </a:lnTo>
                  <a:lnTo>
                    <a:pt x="7435981" y="22274"/>
                  </a:lnTo>
                  <a:lnTo>
                    <a:pt x="7515454" y="16196"/>
                  </a:lnTo>
                  <a:lnTo>
                    <a:pt x="7582428" y="11678"/>
                  </a:lnTo>
                  <a:lnTo>
                    <a:pt x="7633836" y="8596"/>
                  </a:lnTo>
                  <a:lnTo>
                    <a:pt x="7668571" y="6734"/>
                  </a:lnTo>
                  <a:lnTo>
                    <a:pt x="7687873" y="5804"/>
                  </a:lnTo>
                  <a:lnTo>
                    <a:pt x="7695267" y="548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0" y="50"/>
                  </a:lnTo>
                  <a:lnTo>
                    <a:pt x="7686767" y="410"/>
                  </a:lnTo>
                  <a:lnTo>
                    <a:pt x="7666269" y="1406"/>
                  </a:lnTo>
                  <a:lnTo>
                    <a:pt x="7630142" y="3360"/>
                  </a:lnTo>
                  <a:lnTo>
                    <a:pt x="7577345" y="6557"/>
                  </a:lnTo>
                  <a:lnTo>
                    <a:pt x="7509176" y="11203"/>
                  </a:lnTo>
                  <a:lnTo>
                    <a:pt x="7428831" y="17415"/>
                  </a:lnTo>
                  <a:lnTo>
                    <a:pt x="7340594" y="25223"/>
                  </a:lnTo>
                  <a:lnTo>
                    <a:pt x="7248917" y="34603"/>
                  </a:lnTo>
                  <a:lnTo>
                    <a:pt x="7157682" y="45519"/>
                  </a:lnTo>
                  <a:lnTo>
                    <a:pt x="7069793" y="57954"/>
                  </a:lnTo>
                  <a:lnTo>
                    <a:pt x="6987083" y="71944"/>
                  </a:lnTo>
                  <a:lnTo>
                    <a:pt x="6910435" y="87588"/>
                  </a:lnTo>
                  <a:lnTo>
                    <a:pt x="6839996" y="105057"/>
                  </a:lnTo>
                  <a:lnTo>
                    <a:pt x="6775397" y="124588"/>
                  </a:lnTo>
                  <a:lnTo>
                    <a:pt x="6715950" y="146482"/>
                  </a:lnTo>
                  <a:lnTo>
                    <a:pt x="6660792" y="171082"/>
                  </a:lnTo>
                  <a:lnTo>
                    <a:pt x="6608991" y="198746"/>
                  </a:lnTo>
                  <a:lnTo>
                    <a:pt x="6559634" y="229791"/>
                  </a:lnTo>
                  <a:lnTo>
                    <a:pt x="6515891" y="261337"/>
                  </a:lnTo>
                  <a:lnTo>
                    <a:pt x="6472553" y="296260"/>
                  </a:lnTo>
                  <a:lnTo>
                    <a:pt x="6429638" y="334314"/>
                  </a:lnTo>
                  <a:lnTo>
                    <a:pt x="6386784" y="375555"/>
                  </a:lnTo>
                  <a:lnTo>
                    <a:pt x="6343730" y="419960"/>
                  </a:lnTo>
                  <a:lnTo>
                    <a:pt x="6300299" y="467416"/>
                  </a:lnTo>
                  <a:lnTo>
                    <a:pt x="6256393" y="517714"/>
                  </a:lnTo>
                  <a:lnTo>
                    <a:pt x="6211981" y="570547"/>
                  </a:lnTo>
                  <a:lnTo>
                    <a:pt x="6167095" y="625509"/>
                  </a:lnTo>
                  <a:lnTo>
                    <a:pt x="6121817" y="682113"/>
                  </a:lnTo>
                  <a:lnTo>
                    <a:pt x="6076269" y="739798"/>
                  </a:lnTo>
                  <a:lnTo>
                    <a:pt x="6030599" y="797960"/>
                  </a:lnTo>
                  <a:lnTo>
                    <a:pt x="5984969" y="855972"/>
                  </a:lnTo>
                  <a:lnTo>
                    <a:pt x="5939533" y="913212"/>
                  </a:lnTo>
                  <a:lnTo>
                    <a:pt x="5894429" y="969095"/>
                  </a:lnTo>
                  <a:lnTo>
                    <a:pt x="5849763" y="1023092"/>
                  </a:lnTo>
                  <a:lnTo>
                    <a:pt x="5805593" y="1074755"/>
                  </a:lnTo>
                  <a:lnTo>
                    <a:pt x="5761923" y="1123724"/>
                  </a:lnTo>
                  <a:lnTo>
                    <a:pt x="5718689" y="1169737"/>
                  </a:lnTo>
                  <a:lnTo>
                    <a:pt x="5675759" y="1212634"/>
                  </a:lnTo>
                  <a:lnTo>
                    <a:pt x="5632914" y="1252345"/>
                  </a:lnTo>
                  <a:lnTo>
                    <a:pt x="5589848" y="1288887"/>
                  </a:lnTo>
                  <a:lnTo>
                    <a:pt x="5567201" y="1306688"/>
                  </a:lnTo>
                  <a:lnTo>
                    <a:pt x="5519366" y="1340991"/>
                  </a:lnTo>
                  <a:lnTo>
                    <a:pt x="5469836" y="1371741"/>
                  </a:lnTo>
                  <a:lnTo>
                    <a:pt x="5417788" y="1399133"/>
                  </a:lnTo>
                  <a:lnTo>
                    <a:pt x="5362303" y="1423490"/>
                  </a:lnTo>
                  <a:lnTo>
                    <a:pt x="5302453" y="1445172"/>
                  </a:lnTo>
                  <a:lnTo>
                    <a:pt x="5237385" y="1464518"/>
                  </a:lnTo>
                  <a:lnTo>
                    <a:pt x="5166430" y="1481825"/>
                  </a:lnTo>
                  <a:lnTo>
                    <a:pt x="5089256" y="1497324"/>
                  </a:lnTo>
                  <a:lnTo>
                    <a:pt x="5006063" y="1511180"/>
                  </a:lnTo>
                  <a:lnTo>
                    <a:pt x="4917806" y="1523486"/>
                  </a:lnTo>
                  <a:lnTo>
                    <a:pt x="4826406" y="1534273"/>
                  </a:lnTo>
                  <a:lnTo>
                    <a:pt x="4734858" y="1543522"/>
                  </a:lnTo>
                  <a:lnTo>
                    <a:pt x="4647112" y="1551196"/>
                  </a:lnTo>
                  <a:lnTo>
                    <a:pt x="4567638" y="1557273"/>
                  </a:lnTo>
                  <a:lnTo>
                    <a:pt x="4500665" y="1561792"/>
                  </a:lnTo>
                  <a:lnTo>
                    <a:pt x="4449256" y="1564874"/>
                  </a:lnTo>
                  <a:lnTo>
                    <a:pt x="4414522" y="1566736"/>
                  </a:lnTo>
                  <a:lnTo>
                    <a:pt x="4395220" y="1567665"/>
                  </a:lnTo>
                  <a:lnTo>
                    <a:pt x="4387826" y="1567987"/>
                  </a:lnTo>
                  <a:lnTo>
                    <a:pt x="4386855" y="1568025"/>
                  </a:lnTo>
                  <a:lnTo>
                    <a:pt x="3848118" y="1568025"/>
                  </a:lnTo>
                  <a:lnTo>
                    <a:pt x="3846819" y="1568039"/>
                  </a:lnTo>
                  <a:lnTo>
                    <a:pt x="3838341" y="1568139"/>
                  </a:lnTo>
                  <a:lnTo>
                    <a:pt x="3817206" y="1568414"/>
                  </a:lnTo>
                  <a:lnTo>
                    <a:pt x="3780021" y="1568954"/>
                  </a:lnTo>
                  <a:lnTo>
                    <a:pt x="3725807" y="1569837"/>
                  </a:lnTo>
                  <a:lnTo>
                    <a:pt x="3656017" y="1571119"/>
                  </a:lnTo>
                  <a:lnTo>
                    <a:pt x="3574049" y="1572829"/>
                  </a:lnTo>
                  <a:lnTo>
                    <a:pt x="3484374" y="1574976"/>
                  </a:lnTo>
                  <a:lnTo>
                    <a:pt x="3391565" y="1577552"/>
                  </a:lnTo>
                  <a:lnTo>
                    <a:pt x="3299554" y="1580546"/>
                  </a:lnTo>
                  <a:lnTo>
                    <a:pt x="3211223" y="1583956"/>
                  </a:lnTo>
                  <a:lnTo>
                    <a:pt x="3128346" y="1587794"/>
                  </a:lnTo>
                  <a:lnTo>
                    <a:pt x="3051724" y="1592089"/>
                  </a:lnTo>
                  <a:lnTo>
                    <a:pt x="2981421" y="1596891"/>
                  </a:lnTo>
                  <a:lnTo>
                    <a:pt x="2916997" y="1602268"/>
                  </a:lnTo>
                  <a:lnTo>
                    <a:pt x="2857702" y="1608307"/>
                  </a:lnTo>
                  <a:lnTo>
                    <a:pt x="2802623" y="1615103"/>
                  </a:lnTo>
                  <a:lnTo>
                    <a:pt x="2750797" y="1622754"/>
                  </a:lnTo>
                  <a:lnTo>
                    <a:pt x="2701291" y="1631343"/>
                  </a:lnTo>
                  <a:lnTo>
                    <a:pt x="2667772" y="1637897"/>
                  </a:lnTo>
                  <a:lnTo>
                    <a:pt x="2616057" y="1649149"/>
                  </a:lnTo>
                  <a:lnTo>
                    <a:pt x="2564839" y="1661601"/>
                  </a:lnTo>
                  <a:lnTo>
                    <a:pt x="2513552" y="1675268"/>
                  </a:lnTo>
                  <a:lnTo>
                    <a:pt x="2461823" y="1690121"/>
                  </a:lnTo>
                  <a:lnTo>
                    <a:pt x="2409440" y="1706078"/>
                  </a:lnTo>
                  <a:lnTo>
                    <a:pt x="2356339" y="1723004"/>
                  </a:lnTo>
                  <a:lnTo>
                    <a:pt x="2302578" y="1740713"/>
                  </a:lnTo>
                  <a:lnTo>
                    <a:pt x="2248318" y="1758972"/>
                  </a:lnTo>
                  <a:lnTo>
                    <a:pt x="2193788" y="1777517"/>
                  </a:lnTo>
                  <a:lnTo>
                    <a:pt x="2139256" y="1796064"/>
                  </a:lnTo>
                  <a:lnTo>
                    <a:pt x="2084990" y="1814329"/>
                  </a:lnTo>
                  <a:lnTo>
                    <a:pt x="2031222" y="1832046"/>
                  </a:lnTo>
                  <a:lnTo>
                    <a:pt x="1978111" y="1848984"/>
                  </a:lnTo>
                  <a:lnTo>
                    <a:pt x="1925719" y="1864955"/>
                  </a:lnTo>
                  <a:lnTo>
                    <a:pt x="1873982" y="1879823"/>
                  </a:lnTo>
                  <a:lnTo>
                    <a:pt x="1822691" y="1893507"/>
                  </a:lnTo>
                  <a:lnTo>
                    <a:pt x="1771476" y="1905975"/>
                  </a:lnTo>
                  <a:lnTo>
                    <a:pt x="1719772" y="1917242"/>
                  </a:lnTo>
                  <a:lnTo>
                    <a:pt x="1719082" y="1917383"/>
                  </a:lnTo>
                  <a:lnTo>
                    <a:pt x="1670706" y="1926651"/>
                  </a:lnTo>
                  <a:lnTo>
                    <a:pt x="1620587" y="1934948"/>
                  </a:lnTo>
                  <a:lnTo>
                    <a:pt x="1567874" y="1942330"/>
                  </a:lnTo>
                  <a:lnTo>
                    <a:pt x="1511614" y="1948885"/>
                  </a:lnTo>
                  <a:lnTo>
                    <a:pt x="1450851" y="1954712"/>
                  </a:lnTo>
                  <a:lnTo>
                    <a:pt x="1384708" y="1959907"/>
                  </a:lnTo>
                  <a:lnTo>
                    <a:pt x="1312511" y="1964548"/>
                  </a:lnTo>
                  <a:lnTo>
                    <a:pt x="1233952" y="1968700"/>
                  </a:lnTo>
                  <a:lnTo>
                    <a:pt x="1149291" y="1972405"/>
                  </a:lnTo>
                  <a:lnTo>
                    <a:pt x="1059604" y="1975688"/>
                  </a:lnTo>
                  <a:lnTo>
                    <a:pt x="966993" y="1978556"/>
                  </a:lnTo>
                  <a:lnTo>
                    <a:pt x="874681" y="1981002"/>
                  </a:lnTo>
                  <a:lnTo>
                    <a:pt x="786852" y="1983017"/>
                  </a:lnTo>
                  <a:lnTo>
                    <a:pt x="708144" y="1984595"/>
                  </a:lnTo>
                  <a:lnTo>
                    <a:pt x="642804" y="1985751"/>
                  </a:lnTo>
                  <a:lnTo>
                    <a:pt x="593722" y="1986523"/>
                  </a:lnTo>
                  <a:lnTo>
                    <a:pt x="561636" y="1986973"/>
                  </a:lnTo>
                  <a:lnTo>
                    <a:pt x="544811" y="1987186"/>
                  </a:lnTo>
                  <a:lnTo>
                    <a:pt x="539182" y="1987250"/>
                  </a:lnTo>
                  <a:lnTo>
                    <a:pt x="538736" y="1987254"/>
                  </a:lnTo>
                  <a:lnTo>
                    <a:pt x="0" y="1987254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19" name="pl2019"/>
            <p:cNvSpPr/>
            <p:nvPr/>
          </p:nvSpPr>
          <p:spPr>
            <a:xfrm>
              <a:off x="546595" y="3913731"/>
              <a:ext cx="8234974" cy="1987254"/>
            </a:xfrm>
            <a:custGeom>
              <a:avLst/>
              <a:pathLst>
                <a:path w="8234974" h="1987254">
                  <a:moveTo>
                    <a:pt x="0" y="1987254"/>
                  </a:moveTo>
                  <a:lnTo>
                    <a:pt x="538736" y="1987254"/>
                  </a:lnTo>
                  <a:lnTo>
                    <a:pt x="540036" y="1987241"/>
                  </a:lnTo>
                  <a:lnTo>
                    <a:pt x="548514" y="1987141"/>
                  </a:lnTo>
                  <a:lnTo>
                    <a:pt x="569648" y="1986866"/>
                  </a:lnTo>
                  <a:lnTo>
                    <a:pt x="606833" y="1986325"/>
                  </a:lnTo>
                  <a:lnTo>
                    <a:pt x="661047" y="1985443"/>
                  </a:lnTo>
                  <a:lnTo>
                    <a:pt x="730838" y="1984161"/>
                  </a:lnTo>
                  <a:lnTo>
                    <a:pt x="812805" y="1982451"/>
                  </a:lnTo>
                  <a:lnTo>
                    <a:pt x="902481" y="1980304"/>
                  </a:lnTo>
                  <a:lnTo>
                    <a:pt x="995289" y="1977728"/>
                  </a:lnTo>
                  <a:lnTo>
                    <a:pt x="1087301" y="1974734"/>
                  </a:lnTo>
                  <a:lnTo>
                    <a:pt x="1175631" y="1971324"/>
                  </a:lnTo>
                  <a:lnTo>
                    <a:pt x="1258509" y="1967486"/>
                  </a:lnTo>
                  <a:lnTo>
                    <a:pt x="1335130" y="1963191"/>
                  </a:lnTo>
                  <a:lnTo>
                    <a:pt x="1405433" y="1958389"/>
                  </a:lnTo>
                  <a:lnTo>
                    <a:pt x="1469857" y="1953011"/>
                  </a:lnTo>
                  <a:lnTo>
                    <a:pt x="1529153" y="1946973"/>
                  </a:lnTo>
                  <a:lnTo>
                    <a:pt x="1584231" y="1940177"/>
                  </a:lnTo>
                  <a:lnTo>
                    <a:pt x="1636058" y="1932526"/>
                  </a:lnTo>
                  <a:lnTo>
                    <a:pt x="1685564" y="1923937"/>
                  </a:lnTo>
                  <a:lnTo>
                    <a:pt x="1719082" y="1917383"/>
                  </a:lnTo>
                  <a:lnTo>
                    <a:pt x="1770798" y="1906131"/>
                  </a:lnTo>
                  <a:lnTo>
                    <a:pt x="1822016" y="1893679"/>
                  </a:lnTo>
                  <a:lnTo>
                    <a:pt x="1873302" y="1880012"/>
                  </a:lnTo>
                  <a:lnTo>
                    <a:pt x="1925032" y="1865159"/>
                  </a:lnTo>
                  <a:lnTo>
                    <a:pt x="1977415" y="1849202"/>
                  </a:lnTo>
                  <a:lnTo>
                    <a:pt x="2030516" y="1832276"/>
                  </a:lnTo>
                  <a:lnTo>
                    <a:pt x="2084276" y="1814567"/>
                  </a:lnTo>
                  <a:lnTo>
                    <a:pt x="2138537" y="1796307"/>
                  </a:lnTo>
                  <a:lnTo>
                    <a:pt x="2193067" y="1777763"/>
                  </a:lnTo>
                  <a:lnTo>
                    <a:pt x="2247599" y="1759216"/>
                  </a:lnTo>
                  <a:lnTo>
                    <a:pt x="2301864" y="1740951"/>
                  </a:lnTo>
                  <a:lnTo>
                    <a:pt x="2355633" y="1723234"/>
                  </a:lnTo>
                  <a:lnTo>
                    <a:pt x="2408743" y="1706296"/>
                  </a:lnTo>
                  <a:lnTo>
                    <a:pt x="2461135" y="1690325"/>
                  </a:lnTo>
                  <a:lnTo>
                    <a:pt x="2512873" y="1675457"/>
                  </a:lnTo>
                  <a:lnTo>
                    <a:pt x="2564163" y="1661773"/>
                  </a:lnTo>
                  <a:lnTo>
                    <a:pt x="2615379" y="1649305"/>
                  </a:lnTo>
                  <a:lnTo>
                    <a:pt x="2667083" y="1638038"/>
                  </a:lnTo>
                  <a:lnTo>
                    <a:pt x="2667772" y="1637897"/>
                  </a:lnTo>
                  <a:lnTo>
                    <a:pt x="2716149" y="1628629"/>
                  </a:lnTo>
                  <a:lnTo>
                    <a:pt x="2766267" y="1620331"/>
                  </a:lnTo>
                  <a:lnTo>
                    <a:pt x="2818981" y="1612950"/>
                  </a:lnTo>
                  <a:lnTo>
                    <a:pt x="2875240" y="1606395"/>
                  </a:lnTo>
                  <a:lnTo>
                    <a:pt x="2936004" y="1600568"/>
                  </a:lnTo>
                  <a:lnTo>
                    <a:pt x="3002147" y="1595373"/>
                  </a:lnTo>
                  <a:lnTo>
                    <a:pt x="3074343" y="1590732"/>
                  </a:lnTo>
                  <a:lnTo>
                    <a:pt x="3152903" y="1586580"/>
                  </a:lnTo>
                  <a:lnTo>
                    <a:pt x="3237563" y="1582875"/>
                  </a:lnTo>
                  <a:lnTo>
                    <a:pt x="3327250" y="1579592"/>
                  </a:lnTo>
                  <a:lnTo>
                    <a:pt x="3419861" y="1576724"/>
                  </a:lnTo>
                  <a:lnTo>
                    <a:pt x="3512174" y="1574277"/>
                  </a:lnTo>
                  <a:lnTo>
                    <a:pt x="3600003" y="1572263"/>
                  </a:lnTo>
                  <a:lnTo>
                    <a:pt x="3678711" y="1570685"/>
                  </a:lnTo>
                  <a:lnTo>
                    <a:pt x="3744050" y="1569529"/>
                  </a:lnTo>
                  <a:lnTo>
                    <a:pt x="3793133" y="1568757"/>
                  </a:lnTo>
                  <a:lnTo>
                    <a:pt x="3825219" y="1568306"/>
                  </a:lnTo>
                  <a:lnTo>
                    <a:pt x="3842043" y="1568094"/>
                  </a:lnTo>
                  <a:lnTo>
                    <a:pt x="3847672" y="1568030"/>
                  </a:lnTo>
                  <a:lnTo>
                    <a:pt x="3848118" y="1568025"/>
                  </a:lnTo>
                  <a:lnTo>
                    <a:pt x="4386855" y="1568025"/>
                  </a:lnTo>
                  <a:lnTo>
                    <a:pt x="4388113" y="1567975"/>
                  </a:lnTo>
                  <a:lnTo>
                    <a:pt x="4396326" y="1567615"/>
                  </a:lnTo>
                  <a:lnTo>
                    <a:pt x="4416824" y="1566619"/>
                  </a:lnTo>
                  <a:lnTo>
                    <a:pt x="4452951" y="1564664"/>
                  </a:lnTo>
                  <a:lnTo>
                    <a:pt x="4505747" y="1561468"/>
                  </a:lnTo>
                  <a:lnTo>
                    <a:pt x="4573917" y="1556822"/>
                  </a:lnTo>
                  <a:lnTo>
                    <a:pt x="4654262" y="1550610"/>
                  </a:lnTo>
                  <a:lnTo>
                    <a:pt x="4742498" y="1542802"/>
                  </a:lnTo>
                  <a:lnTo>
                    <a:pt x="4834175" y="1533421"/>
                  </a:lnTo>
                  <a:lnTo>
                    <a:pt x="4925410" y="1522506"/>
                  </a:lnTo>
                  <a:lnTo>
                    <a:pt x="5013300" y="1510071"/>
                  </a:lnTo>
                  <a:lnTo>
                    <a:pt x="5096010" y="1496081"/>
                  </a:lnTo>
                  <a:lnTo>
                    <a:pt x="5172657" y="1480437"/>
                  </a:lnTo>
                  <a:lnTo>
                    <a:pt x="5243097" y="1462968"/>
                  </a:lnTo>
                  <a:lnTo>
                    <a:pt x="5307696" y="1443437"/>
                  </a:lnTo>
                  <a:lnTo>
                    <a:pt x="5367142" y="1421543"/>
                  </a:lnTo>
                  <a:lnTo>
                    <a:pt x="5422301" y="1396943"/>
                  </a:lnTo>
                  <a:lnTo>
                    <a:pt x="5474102" y="1369279"/>
                  </a:lnTo>
                  <a:lnTo>
                    <a:pt x="5523459" y="1338234"/>
                  </a:lnTo>
                  <a:lnTo>
                    <a:pt x="5567201" y="1306688"/>
                  </a:lnTo>
                  <a:lnTo>
                    <a:pt x="5610540" y="1271765"/>
                  </a:lnTo>
                  <a:lnTo>
                    <a:pt x="5653455" y="1233711"/>
                  </a:lnTo>
                  <a:lnTo>
                    <a:pt x="5696308" y="1192470"/>
                  </a:lnTo>
                  <a:lnTo>
                    <a:pt x="5739362" y="1148065"/>
                  </a:lnTo>
                  <a:lnTo>
                    <a:pt x="5782793" y="1100609"/>
                  </a:lnTo>
                  <a:lnTo>
                    <a:pt x="5826700" y="1050310"/>
                  </a:lnTo>
                  <a:lnTo>
                    <a:pt x="5871111" y="997478"/>
                  </a:lnTo>
                  <a:lnTo>
                    <a:pt x="5915998" y="942516"/>
                  </a:lnTo>
                  <a:lnTo>
                    <a:pt x="5961276" y="885912"/>
                  </a:lnTo>
                  <a:lnTo>
                    <a:pt x="6006824" y="828227"/>
                  </a:lnTo>
                  <a:lnTo>
                    <a:pt x="6052493" y="770064"/>
                  </a:lnTo>
                  <a:lnTo>
                    <a:pt x="6098124" y="712053"/>
                  </a:lnTo>
                  <a:lnTo>
                    <a:pt x="6143560" y="654813"/>
                  </a:lnTo>
                  <a:lnTo>
                    <a:pt x="6188663" y="598930"/>
                  </a:lnTo>
                  <a:lnTo>
                    <a:pt x="6233329" y="544932"/>
                  </a:lnTo>
                  <a:lnTo>
                    <a:pt x="6277499" y="493270"/>
                  </a:lnTo>
                  <a:lnTo>
                    <a:pt x="6321170" y="444301"/>
                  </a:lnTo>
                  <a:lnTo>
                    <a:pt x="6364403" y="398287"/>
                  </a:lnTo>
                  <a:lnTo>
                    <a:pt x="6407334" y="355391"/>
                  </a:lnTo>
                  <a:lnTo>
                    <a:pt x="6450178" y="315680"/>
                  </a:lnTo>
                  <a:lnTo>
                    <a:pt x="6493245" y="279138"/>
                  </a:lnTo>
                  <a:lnTo>
                    <a:pt x="6515891" y="261337"/>
                  </a:lnTo>
                  <a:lnTo>
                    <a:pt x="6563726" y="227034"/>
                  </a:lnTo>
                  <a:lnTo>
                    <a:pt x="6613256" y="196284"/>
                  </a:lnTo>
                  <a:lnTo>
                    <a:pt x="6665305" y="168892"/>
                  </a:lnTo>
                  <a:lnTo>
                    <a:pt x="6720789" y="144535"/>
                  </a:lnTo>
                  <a:lnTo>
                    <a:pt x="6780639" y="122853"/>
                  </a:lnTo>
                  <a:lnTo>
                    <a:pt x="6845708" y="103506"/>
                  </a:lnTo>
                  <a:lnTo>
                    <a:pt x="6916663" y="86200"/>
                  </a:lnTo>
                  <a:lnTo>
                    <a:pt x="6993836" y="70701"/>
                  </a:lnTo>
                  <a:lnTo>
                    <a:pt x="7077029" y="56845"/>
                  </a:lnTo>
                  <a:lnTo>
                    <a:pt x="7165287" y="44539"/>
                  </a:lnTo>
                  <a:lnTo>
                    <a:pt x="7256687" y="33752"/>
                  </a:lnTo>
                  <a:lnTo>
                    <a:pt x="7348235" y="24503"/>
                  </a:lnTo>
                  <a:lnTo>
                    <a:pt x="7435981" y="16829"/>
                  </a:lnTo>
                  <a:lnTo>
                    <a:pt x="7515454" y="10752"/>
                  </a:lnTo>
                  <a:lnTo>
                    <a:pt x="7582428" y="6233"/>
                  </a:lnTo>
                  <a:lnTo>
                    <a:pt x="7633836" y="3151"/>
                  </a:lnTo>
                  <a:lnTo>
                    <a:pt x="7668571" y="1289"/>
                  </a:lnTo>
                  <a:lnTo>
                    <a:pt x="7687873" y="360"/>
                  </a:lnTo>
                  <a:lnTo>
                    <a:pt x="7695267" y="3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0" name="pl2020"/>
            <p:cNvSpPr/>
            <p:nvPr/>
          </p:nvSpPr>
          <p:spPr>
            <a:xfrm>
              <a:off x="546595" y="3908286"/>
              <a:ext cx="8234974" cy="1987254"/>
            </a:xfrm>
            <a:custGeom>
              <a:avLst/>
              <a:pathLst>
                <a:path w="8234974" h="1987254">
                  <a:moveTo>
                    <a:pt x="8234974" y="0"/>
                  </a:moveTo>
                  <a:lnTo>
                    <a:pt x="7696237" y="0"/>
                  </a:lnTo>
                  <a:lnTo>
                    <a:pt x="7694980" y="50"/>
                  </a:lnTo>
                  <a:lnTo>
                    <a:pt x="7686767" y="410"/>
                  </a:lnTo>
                  <a:lnTo>
                    <a:pt x="7666269" y="1406"/>
                  </a:lnTo>
                  <a:lnTo>
                    <a:pt x="7630142" y="3360"/>
                  </a:lnTo>
                  <a:lnTo>
                    <a:pt x="7577345" y="6557"/>
                  </a:lnTo>
                  <a:lnTo>
                    <a:pt x="7509176" y="11203"/>
                  </a:lnTo>
                  <a:lnTo>
                    <a:pt x="7428831" y="17415"/>
                  </a:lnTo>
                  <a:lnTo>
                    <a:pt x="7340594" y="25223"/>
                  </a:lnTo>
                  <a:lnTo>
                    <a:pt x="7248917" y="34603"/>
                  </a:lnTo>
                  <a:lnTo>
                    <a:pt x="7157682" y="45519"/>
                  </a:lnTo>
                  <a:lnTo>
                    <a:pt x="7069793" y="57954"/>
                  </a:lnTo>
                  <a:lnTo>
                    <a:pt x="6987083" y="71944"/>
                  </a:lnTo>
                  <a:lnTo>
                    <a:pt x="6910435" y="87588"/>
                  </a:lnTo>
                  <a:lnTo>
                    <a:pt x="6839996" y="105057"/>
                  </a:lnTo>
                  <a:lnTo>
                    <a:pt x="6775397" y="124588"/>
                  </a:lnTo>
                  <a:lnTo>
                    <a:pt x="6715950" y="146482"/>
                  </a:lnTo>
                  <a:lnTo>
                    <a:pt x="6660792" y="171082"/>
                  </a:lnTo>
                  <a:lnTo>
                    <a:pt x="6608991" y="198746"/>
                  </a:lnTo>
                  <a:lnTo>
                    <a:pt x="6559634" y="229791"/>
                  </a:lnTo>
                  <a:lnTo>
                    <a:pt x="6515891" y="261337"/>
                  </a:lnTo>
                  <a:lnTo>
                    <a:pt x="6472553" y="296260"/>
                  </a:lnTo>
                  <a:lnTo>
                    <a:pt x="6429638" y="334314"/>
                  </a:lnTo>
                  <a:lnTo>
                    <a:pt x="6386784" y="375555"/>
                  </a:lnTo>
                  <a:lnTo>
                    <a:pt x="6343730" y="419960"/>
                  </a:lnTo>
                  <a:lnTo>
                    <a:pt x="6300299" y="467416"/>
                  </a:lnTo>
                  <a:lnTo>
                    <a:pt x="6256393" y="517714"/>
                  </a:lnTo>
                  <a:lnTo>
                    <a:pt x="6211981" y="570547"/>
                  </a:lnTo>
                  <a:lnTo>
                    <a:pt x="6167095" y="625509"/>
                  </a:lnTo>
                  <a:lnTo>
                    <a:pt x="6121817" y="682113"/>
                  </a:lnTo>
                  <a:lnTo>
                    <a:pt x="6076269" y="739798"/>
                  </a:lnTo>
                  <a:lnTo>
                    <a:pt x="6030599" y="797960"/>
                  </a:lnTo>
                  <a:lnTo>
                    <a:pt x="5984969" y="855972"/>
                  </a:lnTo>
                  <a:lnTo>
                    <a:pt x="5939533" y="913212"/>
                  </a:lnTo>
                  <a:lnTo>
                    <a:pt x="5894429" y="969095"/>
                  </a:lnTo>
                  <a:lnTo>
                    <a:pt x="5849763" y="1023092"/>
                  </a:lnTo>
                  <a:lnTo>
                    <a:pt x="5805593" y="1074755"/>
                  </a:lnTo>
                  <a:lnTo>
                    <a:pt x="5761923" y="1123724"/>
                  </a:lnTo>
                  <a:lnTo>
                    <a:pt x="5718689" y="1169737"/>
                  </a:lnTo>
                  <a:lnTo>
                    <a:pt x="5675759" y="1212634"/>
                  </a:lnTo>
                  <a:lnTo>
                    <a:pt x="5632914" y="1252345"/>
                  </a:lnTo>
                  <a:lnTo>
                    <a:pt x="5589848" y="1288887"/>
                  </a:lnTo>
                  <a:lnTo>
                    <a:pt x="5567201" y="1306688"/>
                  </a:lnTo>
                  <a:lnTo>
                    <a:pt x="5519366" y="1340991"/>
                  </a:lnTo>
                  <a:lnTo>
                    <a:pt x="5469836" y="1371741"/>
                  </a:lnTo>
                  <a:lnTo>
                    <a:pt x="5417788" y="1399133"/>
                  </a:lnTo>
                  <a:lnTo>
                    <a:pt x="5362303" y="1423490"/>
                  </a:lnTo>
                  <a:lnTo>
                    <a:pt x="5302453" y="1445172"/>
                  </a:lnTo>
                  <a:lnTo>
                    <a:pt x="5237385" y="1464518"/>
                  </a:lnTo>
                  <a:lnTo>
                    <a:pt x="5166430" y="1481825"/>
                  </a:lnTo>
                  <a:lnTo>
                    <a:pt x="5089256" y="1497324"/>
                  </a:lnTo>
                  <a:lnTo>
                    <a:pt x="5006063" y="1511180"/>
                  </a:lnTo>
                  <a:lnTo>
                    <a:pt x="4917806" y="1523486"/>
                  </a:lnTo>
                  <a:lnTo>
                    <a:pt x="4826406" y="1534273"/>
                  </a:lnTo>
                  <a:lnTo>
                    <a:pt x="4734858" y="1543522"/>
                  </a:lnTo>
                  <a:lnTo>
                    <a:pt x="4647112" y="1551196"/>
                  </a:lnTo>
                  <a:lnTo>
                    <a:pt x="4567638" y="1557273"/>
                  </a:lnTo>
                  <a:lnTo>
                    <a:pt x="4500665" y="1561792"/>
                  </a:lnTo>
                  <a:lnTo>
                    <a:pt x="4449256" y="1564874"/>
                  </a:lnTo>
                  <a:lnTo>
                    <a:pt x="4414522" y="1566736"/>
                  </a:lnTo>
                  <a:lnTo>
                    <a:pt x="4395220" y="1567665"/>
                  </a:lnTo>
                  <a:lnTo>
                    <a:pt x="4387826" y="1567987"/>
                  </a:lnTo>
                  <a:lnTo>
                    <a:pt x="4386855" y="1568025"/>
                  </a:lnTo>
                  <a:lnTo>
                    <a:pt x="3848118" y="1568025"/>
                  </a:lnTo>
                  <a:lnTo>
                    <a:pt x="3846819" y="1568039"/>
                  </a:lnTo>
                  <a:lnTo>
                    <a:pt x="3838341" y="1568139"/>
                  </a:lnTo>
                  <a:lnTo>
                    <a:pt x="3817206" y="1568414"/>
                  </a:lnTo>
                  <a:lnTo>
                    <a:pt x="3780021" y="1568954"/>
                  </a:lnTo>
                  <a:lnTo>
                    <a:pt x="3725807" y="1569837"/>
                  </a:lnTo>
                  <a:lnTo>
                    <a:pt x="3656017" y="1571119"/>
                  </a:lnTo>
                  <a:lnTo>
                    <a:pt x="3574049" y="1572829"/>
                  </a:lnTo>
                  <a:lnTo>
                    <a:pt x="3484374" y="1574976"/>
                  </a:lnTo>
                  <a:lnTo>
                    <a:pt x="3391565" y="1577552"/>
                  </a:lnTo>
                  <a:lnTo>
                    <a:pt x="3299554" y="1580546"/>
                  </a:lnTo>
                  <a:lnTo>
                    <a:pt x="3211223" y="1583956"/>
                  </a:lnTo>
                  <a:lnTo>
                    <a:pt x="3128346" y="1587794"/>
                  </a:lnTo>
                  <a:lnTo>
                    <a:pt x="3051724" y="1592089"/>
                  </a:lnTo>
                  <a:lnTo>
                    <a:pt x="2981421" y="1596891"/>
                  </a:lnTo>
                  <a:lnTo>
                    <a:pt x="2916997" y="1602268"/>
                  </a:lnTo>
                  <a:lnTo>
                    <a:pt x="2857702" y="1608307"/>
                  </a:lnTo>
                  <a:lnTo>
                    <a:pt x="2802623" y="1615103"/>
                  </a:lnTo>
                  <a:lnTo>
                    <a:pt x="2750797" y="1622754"/>
                  </a:lnTo>
                  <a:lnTo>
                    <a:pt x="2701291" y="1631343"/>
                  </a:lnTo>
                  <a:lnTo>
                    <a:pt x="2667772" y="1637897"/>
                  </a:lnTo>
                  <a:lnTo>
                    <a:pt x="2616057" y="1649149"/>
                  </a:lnTo>
                  <a:lnTo>
                    <a:pt x="2564839" y="1661601"/>
                  </a:lnTo>
                  <a:lnTo>
                    <a:pt x="2513552" y="1675268"/>
                  </a:lnTo>
                  <a:lnTo>
                    <a:pt x="2461823" y="1690121"/>
                  </a:lnTo>
                  <a:lnTo>
                    <a:pt x="2409440" y="1706078"/>
                  </a:lnTo>
                  <a:lnTo>
                    <a:pt x="2356339" y="1723004"/>
                  </a:lnTo>
                  <a:lnTo>
                    <a:pt x="2302578" y="1740713"/>
                  </a:lnTo>
                  <a:lnTo>
                    <a:pt x="2248318" y="1758972"/>
                  </a:lnTo>
                  <a:lnTo>
                    <a:pt x="2193788" y="1777517"/>
                  </a:lnTo>
                  <a:lnTo>
                    <a:pt x="2139256" y="1796064"/>
                  </a:lnTo>
                  <a:lnTo>
                    <a:pt x="2084990" y="1814329"/>
                  </a:lnTo>
                  <a:lnTo>
                    <a:pt x="2031222" y="1832046"/>
                  </a:lnTo>
                  <a:lnTo>
                    <a:pt x="1978111" y="1848984"/>
                  </a:lnTo>
                  <a:lnTo>
                    <a:pt x="1925719" y="1864955"/>
                  </a:lnTo>
                  <a:lnTo>
                    <a:pt x="1873982" y="1879823"/>
                  </a:lnTo>
                  <a:lnTo>
                    <a:pt x="1822691" y="1893507"/>
                  </a:lnTo>
                  <a:lnTo>
                    <a:pt x="1771476" y="1905975"/>
                  </a:lnTo>
                  <a:lnTo>
                    <a:pt x="1719772" y="1917242"/>
                  </a:lnTo>
                  <a:lnTo>
                    <a:pt x="1719082" y="1917383"/>
                  </a:lnTo>
                  <a:lnTo>
                    <a:pt x="1670706" y="1926651"/>
                  </a:lnTo>
                  <a:lnTo>
                    <a:pt x="1620587" y="1934948"/>
                  </a:lnTo>
                  <a:lnTo>
                    <a:pt x="1567874" y="1942330"/>
                  </a:lnTo>
                  <a:lnTo>
                    <a:pt x="1511614" y="1948885"/>
                  </a:lnTo>
                  <a:lnTo>
                    <a:pt x="1450851" y="1954712"/>
                  </a:lnTo>
                  <a:lnTo>
                    <a:pt x="1384708" y="1959907"/>
                  </a:lnTo>
                  <a:lnTo>
                    <a:pt x="1312511" y="1964548"/>
                  </a:lnTo>
                  <a:lnTo>
                    <a:pt x="1233952" y="1968700"/>
                  </a:lnTo>
                  <a:lnTo>
                    <a:pt x="1149291" y="1972405"/>
                  </a:lnTo>
                  <a:lnTo>
                    <a:pt x="1059604" y="1975688"/>
                  </a:lnTo>
                  <a:lnTo>
                    <a:pt x="966993" y="1978556"/>
                  </a:lnTo>
                  <a:lnTo>
                    <a:pt x="874681" y="1981002"/>
                  </a:lnTo>
                  <a:lnTo>
                    <a:pt x="786852" y="1983017"/>
                  </a:lnTo>
                  <a:lnTo>
                    <a:pt x="708144" y="1984595"/>
                  </a:lnTo>
                  <a:lnTo>
                    <a:pt x="642804" y="1985751"/>
                  </a:lnTo>
                  <a:lnTo>
                    <a:pt x="593722" y="1986523"/>
                  </a:lnTo>
                  <a:lnTo>
                    <a:pt x="561636" y="1986973"/>
                  </a:lnTo>
                  <a:lnTo>
                    <a:pt x="544811" y="1987186"/>
                  </a:lnTo>
                  <a:lnTo>
                    <a:pt x="539182" y="1987250"/>
                  </a:lnTo>
                  <a:lnTo>
                    <a:pt x="538736" y="1987254"/>
                  </a:lnTo>
                  <a:lnTo>
                    <a:pt x="0" y="19872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1" name="pg2021"/>
            <p:cNvSpPr/>
            <p:nvPr/>
          </p:nvSpPr>
          <p:spPr>
            <a:xfrm>
              <a:off x="546595" y="3401945"/>
              <a:ext cx="8234974" cy="2471818"/>
            </a:xfrm>
            <a:custGeom>
              <a:avLst/>
              <a:pathLst>
                <a:path w="8234974" h="2471818">
                  <a:moveTo>
                    <a:pt x="0" y="2471818"/>
                  </a:moveTo>
                  <a:lnTo>
                    <a:pt x="538736" y="2471818"/>
                  </a:lnTo>
                  <a:lnTo>
                    <a:pt x="539984" y="2471762"/>
                  </a:lnTo>
                  <a:lnTo>
                    <a:pt x="548130" y="2471364"/>
                  </a:lnTo>
                  <a:lnTo>
                    <a:pt x="568470" y="2470264"/>
                  </a:lnTo>
                  <a:lnTo>
                    <a:pt x="604333" y="2468104"/>
                  </a:lnTo>
                  <a:lnTo>
                    <a:pt x="656774" y="2464570"/>
                  </a:lnTo>
                  <a:lnTo>
                    <a:pt x="724536" y="2459432"/>
                  </a:lnTo>
                  <a:lnTo>
                    <a:pt x="804471" y="2452560"/>
                  </a:lnTo>
                  <a:lnTo>
                    <a:pt x="892341" y="2443919"/>
                  </a:lnTo>
                  <a:lnTo>
                    <a:pt x="983728" y="2433535"/>
                  </a:lnTo>
                  <a:lnTo>
                    <a:pt x="1074762" y="2421448"/>
                  </a:lnTo>
                  <a:lnTo>
                    <a:pt x="1162534" y="2407677"/>
                  </a:lnTo>
                  <a:lnTo>
                    <a:pt x="1245197" y="2392185"/>
                  </a:lnTo>
                  <a:lnTo>
                    <a:pt x="1321847" y="2374865"/>
                  </a:lnTo>
                  <a:lnTo>
                    <a:pt x="1392320" y="2355531"/>
                  </a:lnTo>
                  <a:lnTo>
                    <a:pt x="1456963" y="2333922"/>
                  </a:lnTo>
                  <a:lnTo>
                    <a:pt x="1516449" y="2309710"/>
                  </a:lnTo>
                  <a:lnTo>
                    <a:pt x="1571630" y="2282517"/>
                  </a:lnTo>
                  <a:lnTo>
                    <a:pt x="1623428" y="2251946"/>
                  </a:lnTo>
                  <a:lnTo>
                    <a:pt x="1672752" y="2217644"/>
                  </a:lnTo>
                  <a:lnTo>
                    <a:pt x="1719082" y="2180535"/>
                  </a:lnTo>
                  <a:lnTo>
                    <a:pt x="1761098" y="2142857"/>
                  </a:lnTo>
                  <a:lnTo>
                    <a:pt x="1802705" y="2101904"/>
                  </a:lnTo>
                  <a:lnTo>
                    <a:pt x="1844237" y="2057613"/>
                  </a:lnTo>
                  <a:lnTo>
                    <a:pt x="1885938" y="2010003"/>
                  </a:lnTo>
                  <a:lnTo>
                    <a:pt x="1927977" y="1959177"/>
                  </a:lnTo>
                  <a:lnTo>
                    <a:pt x="1970453" y="1905334"/>
                  </a:lnTo>
                  <a:lnTo>
                    <a:pt x="2013404" y="1848770"/>
                  </a:lnTo>
                  <a:lnTo>
                    <a:pt x="2056812" y="1789876"/>
                  </a:lnTo>
                  <a:lnTo>
                    <a:pt x="2100611" y="1729130"/>
                  </a:lnTo>
                  <a:lnTo>
                    <a:pt x="2144698" y="1667082"/>
                  </a:lnTo>
                  <a:lnTo>
                    <a:pt x="2188945" y="1604337"/>
                  </a:lnTo>
                  <a:lnTo>
                    <a:pt x="2233206" y="1541527"/>
                  </a:lnTo>
                  <a:lnTo>
                    <a:pt x="2277336" y="1479288"/>
                  </a:lnTo>
                  <a:lnTo>
                    <a:pt x="2321203" y="1418232"/>
                  </a:lnTo>
                  <a:lnTo>
                    <a:pt x="2364697" y="1358921"/>
                  </a:lnTo>
                  <a:lnTo>
                    <a:pt x="2407743" y="1301851"/>
                  </a:lnTo>
                  <a:lnTo>
                    <a:pt x="2450315" y="1247430"/>
                  </a:lnTo>
                  <a:lnTo>
                    <a:pt x="2492436" y="1195974"/>
                  </a:lnTo>
                  <a:lnTo>
                    <a:pt x="2534195" y="1147701"/>
                  </a:lnTo>
                  <a:lnTo>
                    <a:pt x="2575743" y="1102735"/>
                  </a:lnTo>
                  <a:lnTo>
                    <a:pt x="2617311" y="1061108"/>
                  </a:lnTo>
                  <a:lnTo>
                    <a:pt x="2659212" y="1022775"/>
                  </a:lnTo>
                  <a:lnTo>
                    <a:pt x="2667772" y="1015405"/>
                  </a:lnTo>
                  <a:lnTo>
                    <a:pt x="2715471" y="977273"/>
                  </a:lnTo>
                  <a:lnTo>
                    <a:pt x="2764853" y="943080"/>
                  </a:lnTo>
                  <a:lnTo>
                    <a:pt x="2816734" y="912610"/>
                  </a:lnTo>
                  <a:lnTo>
                    <a:pt x="2872024" y="885507"/>
                  </a:lnTo>
                  <a:lnTo>
                    <a:pt x="2931645" y="861374"/>
                  </a:lnTo>
                  <a:lnTo>
                    <a:pt x="2996444" y="839834"/>
                  </a:lnTo>
                  <a:lnTo>
                    <a:pt x="3067088" y="820559"/>
                  </a:lnTo>
                  <a:lnTo>
                    <a:pt x="3143914" y="803293"/>
                  </a:lnTo>
                  <a:lnTo>
                    <a:pt x="3226738" y="787851"/>
                  </a:lnTo>
                  <a:lnTo>
                    <a:pt x="3314633" y="774128"/>
                  </a:lnTo>
                  <a:lnTo>
                    <a:pt x="3405721" y="762089"/>
                  </a:lnTo>
                  <a:lnTo>
                    <a:pt x="3497066" y="751753"/>
                  </a:lnTo>
                  <a:lnTo>
                    <a:pt x="3584773" y="743162"/>
                  </a:lnTo>
                  <a:lnTo>
                    <a:pt x="3664419" y="736340"/>
                  </a:lnTo>
                  <a:lnTo>
                    <a:pt x="3731784" y="731249"/>
                  </a:lnTo>
                  <a:lnTo>
                    <a:pt x="3783764" y="727758"/>
                  </a:lnTo>
                  <a:lnTo>
                    <a:pt x="3819162" y="725633"/>
                  </a:lnTo>
                  <a:lnTo>
                    <a:pt x="3839101" y="724557"/>
                  </a:lnTo>
                  <a:lnTo>
                    <a:pt x="3846972" y="724174"/>
                  </a:lnTo>
                  <a:lnTo>
                    <a:pt x="3848118" y="724123"/>
                  </a:lnTo>
                  <a:lnTo>
                    <a:pt x="4386855" y="724123"/>
                  </a:lnTo>
                  <a:lnTo>
                    <a:pt x="4388148" y="724099"/>
                  </a:lnTo>
                  <a:lnTo>
                    <a:pt x="4396585" y="723929"/>
                  </a:lnTo>
                  <a:lnTo>
                    <a:pt x="4417622" y="723459"/>
                  </a:lnTo>
                  <a:lnTo>
                    <a:pt x="4454644" y="722538"/>
                  </a:lnTo>
                  <a:lnTo>
                    <a:pt x="4508640" y="721032"/>
                  </a:lnTo>
                  <a:lnTo>
                    <a:pt x="4578183" y="718846"/>
                  </a:lnTo>
                  <a:lnTo>
                    <a:pt x="4659903" y="715926"/>
                  </a:lnTo>
                  <a:lnTo>
                    <a:pt x="4749360" y="712262"/>
                  </a:lnTo>
                  <a:lnTo>
                    <a:pt x="4841998" y="707864"/>
                  </a:lnTo>
                  <a:lnTo>
                    <a:pt x="4933893" y="702751"/>
                  </a:lnTo>
                  <a:lnTo>
                    <a:pt x="5022159" y="696928"/>
                  </a:lnTo>
                  <a:lnTo>
                    <a:pt x="5105012" y="690375"/>
                  </a:lnTo>
                  <a:lnTo>
                    <a:pt x="5181639" y="683041"/>
                  </a:lnTo>
                  <a:lnTo>
                    <a:pt x="5251964" y="674844"/>
                  </a:lnTo>
                  <a:lnTo>
                    <a:pt x="5316415" y="665667"/>
                  </a:lnTo>
                  <a:lnTo>
                    <a:pt x="5375733" y="655364"/>
                  </a:lnTo>
                  <a:lnTo>
                    <a:pt x="5430822" y="643772"/>
                  </a:lnTo>
                  <a:lnTo>
                    <a:pt x="5482643" y="630723"/>
                  </a:lnTo>
                  <a:lnTo>
                    <a:pt x="5532125" y="616076"/>
                  </a:lnTo>
                  <a:lnTo>
                    <a:pt x="5567201" y="604343"/>
                  </a:lnTo>
                  <a:lnTo>
                    <a:pt x="5617101" y="585771"/>
                  </a:lnTo>
                  <a:lnTo>
                    <a:pt x="5666517" y="565286"/>
                  </a:lnTo>
                  <a:lnTo>
                    <a:pt x="5715967" y="542861"/>
                  </a:lnTo>
                  <a:lnTo>
                    <a:pt x="5765800" y="518535"/>
                  </a:lnTo>
                  <a:lnTo>
                    <a:pt x="5816223" y="492424"/>
                  </a:lnTo>
                  <a:lnTo>
                    <a:pt x="5867314" y="464723"/>
                  </a:lnTo>
                  <a:lnTo>
                    <a:pt x="5919039" y="435703"/>
                  </a:lnTo>
                  <a:lnTo>
                    <a:pt x="5971273" y="405706"/>
                  </a:lnTo>
                  <a:lnTo>
                    <a:pt x="6023825" y="375131"/>
                  </a:lnTo>
                  <a:lnTo>
                    <a:pt x="6076459" y="344408"/>
                  </a:lnTo>
                  <a:lnTo>
                    <a:pt x="6128931" y="313976"/>
                  </a:lnTo>
                  <a:lnTo>
                    <a:pt x="6181017" y="284257"/>
                  </a:lnTo>
                  <a:lnTo>
                    <a:pt x="6232545" y="255633"/>
                  </a:lnTo>
                  <a:lnTo>
                    <a:pt x="6283416" y="228425"/>
                  </a:lnTo>
                  <a:lnTo>
                    <a:pt x="6333632" y="202880"/>
                  </a:lnTo>
                  <a:lnTo>
                    <a:pt x="6383311" y="179167"/>
                  </a:lnTo>
                  <a:lnTo>
                    <a:pt x="6432703" y="157375"/>
                  </a:lnTo>
                  <a:lnTo>
                    <a:pt x="6482211" y="137521"/>
                  </a:lnTo>
                  <a:lnTo>
                    <a:pt x="6515891" y="125224"/>
                  </a:lnTo>
                  <a:lnTo>
                    <a:pt x="6564185" y="109361"/>
                  </a:lnTo>
                  <a:lnTo>
                    <a:pt x="6614214" y="95157"/>
                  </a:lnTo>
                  <a:lnTo>
                    <a:pt x="6666825" y="82518"/>
                  </a:lnTo>
                  <a:lnTo>
                    <a:pt x="6722966" y="71292"/>
                  </a:lnTo>
                  <a:lnTo>
                    <a:pt x="6783589" y="61310"/>
                  </a:lnTo>
                  <a:lnTo>
                    <a:pt x="6849567" y="52411"/>
                  </a:lnTo>
                  <a:lnTo>
                    <a:pt x="6921573" y="44458"/>
                  </a:lnTo>
                  <a:lnTo>
                    <a:pt x="6999921" y="37343"/>
                  </a:lnTo>
                  <a:lnTo>
                    <a:pt x="7084357" y="30991"/>
                  </a:lnTo>
                  <a:lnTo>
                    <a:pt x="7173826" y="25361"/>
                  </a:lnTo>
                  <a:lnTo>
                    <a:pt x="7266254" y="20440"/>
                  </a:lnTo>
                  <a:lnTo>
                    <a:pt x="7358455" y="16239"/>
                  </a:lnTo>
                  <a:lnTo>
                    <a:pt x="7446278" y="12776"/>
                  </a:lnTo>
                  <a:lnTo>
                    <a:pt x="7525112" y="10058"/>
                  </a:lnTo>
                  <a:lnTo>
                    <a:pt x="7590709" y="8063"/>
                  </a:lnTo>
                  <a:lnTo>
                    <a:pt x="7640153" y="6727"/>
                  </a:lnTo>
                  <a:lnTo>
                    <a:pt x="7672645" y="5942"/>
                  </a:lnTo>
                  <a:lnTo>
                    <a:pt x="7689842" y="5569"/>
                  </a:lnTo>
                  <a:lnTo>
                    <a:pt x="7695728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7" y="193"/>
                  </a:lnTo>
                  <a:lnTo>
                    <a:pt x="7665470" y="663"/>
                  </a:lnTo>
                  <a:lnTo>
                    <a:pt x="7628448" y="1584"/>
                  </a:lnTo>
                  <a:lnTo>
                    <a:pt x="7574452" y="3090"/>
                  </a:lnTo>
                  <a:lnTo>
                    <a:pt x="7504910" y="5276"/>
                  </a:lnTo>
                  <a:lnTo>
                    <a:pt x="7423189" y="8196"/>
                  </a:lnTo>
                  <a:lnTo>
                    <a:pt x="7333732" y="11860"/>
                  </a:lnTo>
                  <a:lnTo>
                    <a:pt x="7241095" y="16258"/>
                  </a:lnTo>
                  <a:lnTo>
                    <a:pt x="7149199" y="21371"/>
                  </a:lnTo>
                  <a:lnTo>
                    <a:pt x="7060934" y="27194"/>
                  </a:lnTo>
                  <a:lnTo>
                    <a:pt x="6978080" y="33748"/>
                  </a:lnTo>
                  <a:lnTo>
                    <a:pt x="6901453" y="41081"/>
                  </a:lnTo>
                  <a:lnTo>
                    <a:pt x="6831129" y="49278"/>
                  </a:lnTo>
                  <a:lnTo>
                    <a:pt x="6766678" y="58455"/>
                  </a:lnTo>
                  <a:lnTo>
                    <a:pt x="6707360" y="68758"/>
                  </a:lnTo>
                  <a:lnTo>
                    <a:pt x="6652270" y="80350"/>
                  </a:lnTo>
                  <a:lnTo>
                    <a:pt x="6600449" y="93399"/>
                  </a:lnTo>
                  <a:lnTo>
                    <a:pt x="6550968" y="108046"/>
                  </a:lnTo>
                  <a:lnTo>
                    <a:pt x="6515891" y="119779"/>
                  </a:lnTo>
                  <a:lnTo>
                    <a:pt x="6465992" y="138352"/>
                  </a:lnTo>
                  <a:lnTo>
                    <a:pt x="6416576" y="158836"/>
                  </a:lnTo>
                  <a:lnTo>
                    <a:pt x="6367126" y="181262"/>
                  </a:lnTo>
                  <a:lnTo>
                    <a:pt x="6317292" y="205587"/>
                  </a:lnTo>
                  <a:lnTo>
                    <a:pt x="6266869" y="231698"/>
                  </a:lnTo>
                  <a:lnTo>
                    <a:pt x="6215779" y="259399"/>
                  </a:lnTo>
                  <a:lnTo>
                    <a:pt x="6164054" y="288419"/>
                  </a:lnTo>
                  <a:lnTo>
                    <a:pt x="6111819" y="318416"/>
                  </a:lnTo>
                  <a:lnTo>
                    <a:pt x="6059268" y="348991"/>
                  </a:lnTo>
                  <a:lnTo>
                    <a:pt x="6006634" y="379714"/>
                  </a:lnTo>
                  <a:lnTo>
                    <a:pt x="5954162" y="410146"/>
                  </a:lnTo>
                  <a:lnTo>
                    <a:pt x="5902075" y="439865"/>
                  </a:lnTo>
                  <a:lnTo>
                    <a:pt x="5850548" y="468489"/>
                  </a:lnTo>
                  <a:lnTo>
                    <a:pt x="5799677" y="495697"/>
                  </a:lnTo>
                  <a:lnTo>
                    <a:pt x="5749461" y="521242"/>
                  </a:lnTo>
                  <a:lnTo>
                    <a:pt x="5699782" y="544955"/>
                  </a:lnTo>
                  <a:lnTo>
                    <a:pt x="5650389" y="566747"/>
                  </a:lnTo>
                  <a:lnTo>
                    <a:pt x="5600881" y="586601"/>
                  </a:lnTo>
                  <a:lnTo>
                    <a:pt x="5567201" y="598898"/>
                  </a:lnTo>
                  <a:lnTo>
                    <a:pt x="5518907" y="614761"/>
                  </a:lnTo>
                  <a:lnTo>
                    <a:pt x="5468879" y="628965"/>
                  </a:lnTo>
                  <a:lnTo>
                    <a:pt x="5416267" y="641604"/>
                  </a:lnTo>
                  <a:lnTo>
                    <a:pt x="5360127" y="652830"/>
                  </a:lnTo>
                  <a:lnTo>
                    <a:pt x="5299503" y="662812"/>
                  </a:lnTo>
                  <a:lnTo>
                    <a:pt x="5233525" y="671711"/>
                  </a:lnTo>
                  <a:lnTo>
                    <a:pt x="5161519" y="679664"/>
                  </a:lnTo>
                  <a:lnTo>
                    <a:pt x="5083172" y="686779"/>
                  </a:lnTo>
                  <a:lnTo>
                    <a:pt x="4998736" y="693131"/>
                  </a:lnTo>
                  <a:lnTo>
                    <a:pt x="4909267" y="698761"/>
                  </a:lnTo>
                  <a:lnTo>
                    <a:pt x="4816838" y="703682"/>
                  </a:lnTo>
                  <a:lnTo>
                    <a:pt x="4724638" y="707883"/>
                  </a:lnTo>
                  <a:lnTo>
                    <a:pt x="4636814" y="711346"/>
                  </a:lnTo>
                  <a:lnTo>
                    <a:pt x="4557980" y="714064"/>
                  </a:lnTo>
                  <a:lnTo>
                    <a:pt x="4492383" y="716059"/>
                  </a:lnTo>
                  <a:lnTo>
                    <a:pt x="4442939" y="717396"/>
                  </a:lnTo>
                  <a:lnTo>
                    <a:pt x="4410447" y="718180"/>
                  </a:lnTo>
                  <a:lnTo>
                    <a:pt x="4393250" y="718553"/>
                  </a:lnTo>
                  <a:lnTo>
                    <a:pt x="4387365" y="718669"/>
                  </a:lnTo>
                  <a:lnTo>
                    <a:pt x="4386855" y="718678"/>
                  </a:lnTo>
                  <a:lnTo>
                    <a:pt x="3848118" y="718678"/>
                  </a:lnTo>
                  <a:lnTo>
                    <a:pt x="3846871" y="718734"/>
                  </a:lnTo>
                  <a:lnTo>
                    <a:pt x="3838724" y="719132"/>
                  </a:lnTo>
                  <a:lnTo>
                    <a:pt x="3818385" y="720232"/>
                  </a:lnTo>
                  <a:lnTo>
                    <a:pt x="3782522" y="722392"/>
                  </a:lnTo>
                  <a:lnTo>
                    <a:pt x="3730080" y="725926"/>
                  </a:lnTo>
                  <a:lnTo>
                    <a:pt x="3662318" y="731064"/>
                  </a:lnTo>
                  <a:lnTo>
                    <a:pt x="3582384" y="737936"/>
                  </a:lnTo>
                  <a:lnTo>
                    <a:pt x="3494513" y="746577"/>
                  </a:lnTo>
                  <a:lnTo>
                    <a:pt x="3403127" y="756961"/>
                  </a:lnTo>
                  <a:lnTo>
                    <a:pt x="3312093" y="769048"/>
                  </a:lnTo>
                  <a:lnTo>
                    <a:pt x="3224320" y="782819"/>
                  </a:lnTo>
                  <a:lnTo>
                    <a:pt x="3141658" y="798311"/>
                  </a:lnTo>
                  <a:lnTo>
                    <a:pt x="3065007" y="815631"/>
                  </a:lnTo>
                  <a:lnTo>
                    <a:pt x="2994535" y="834965"/>
                  </a:lnTo>
                  <a:lnTo>
                    <a:pt x="2929892" y="856574"/>
                  </a:lnTo>
                  <a:lnTo>
                    <a:pt x="2870406" y="880786"/>
                  </a:lnTo>
                  <a:lnTo>
                    <a:pt x="2815225" y="907979"/>
                  </a:lnTo>
                  <a:lnTo>
                    <a:pt x="2763427" y="938550"/>
                  </a:lnTo>
                  <a:lnTo>
                    <a:pt x="2714103" y="972852"/>
                  </a:lnTo>
                  <a:lnTo>
                    <a:pt x="2667772" y="1009961"/>
                  </a:lnTo>
                  <a:lnTo>
                    <a:pt x="2625756" y="1047639"/>
                  </a:lnTo>
                  <a:lnTo>
                    <a:pt x="2584149" y="1088592"/>
                  </a:lnTo>
                  <a:lnTo>
                    <a:pt x="2542618" y="1132883"/>
                  </a:lnTo>
                  <a:lnTo>
                    <a:pt x="2500917" y="1180493"/>
                  </a:lnTo>
                  <a:lnTo>
                    <a:pt x="2458878" y="1231319"/>
                  </a:lnTo>
                  <a:lnTo>
                    <a:pt x="2416401" y="1285162"/>
                  </a:lnTo>
                  <a:lnTo>
                    <a:pt x="2373450" y="1341726"/>
                  </a:lnTo>
                  <a:lnTo>
                    <a:pt x="2330043" y="1400620"/>
                  </a:lnTo>
                  <a:lnTo>
                    <a:pt x="2286244" y="1461366"/>
                  </a:lnTo>
                  <a:lnTo>
                    <a:pt x="2242156" y="1523414"/>
                  </a:lnTo>
                  <a:lnTo>
                    <a:pt x="2197910" y="1586159"/>
                  </a:lnTo>
                  <a:lnTo>
                    <a:pt x="2153649" y="1648969"/>
                  </a:lnTo>
                  <a:lnTo>
                    <a:pt x="2109518" y="1711208"/>
                  </a:lnTo>
                  <a:lnTo>
                    <a:pt x="2065652" y="1772264"/>
                  </a:lnTo>
                  <a:lnTo>
                    <a:pt x="2022158" y="1831575"/>
                  </a:lnTo>
                  <a:lnTo>
                    <a:pt x="1979111" y="1888645"/>
                  </a:lnTo>
                  <a:lnTo>
                    <a:pt x="1936540" y="1943066"/>
                  </a:lnTo>
                  <a:lnTo>
                    <a:pt x="1894418" y="1994522"/>
                  </a:lnTo>
                  <a:lnTo>
                    <a:pt x="1852660" y="2042795"/>
                  </a:lnTo>
                  <a:lnTo>
                    <a:pt x="1811111" y="2087761"/>
                  </a:lnTo>
                  <a:lnTo>
                    <a:pt x="1769544" y="2129388"/>
                  </a:lnTo>
                  <a:lnTo>
                    <a:pt x="1727642" y="2167721"/>
                  </a:lnTo>
                  <a:lnTo>
                    <a:pt x="1719082" y="2175091"/>
                  </a:lnTo>
                  <a:lnTo>
                    <a:pt x="1671384" y="2213223"/>
                  </a:lnTo>
                  <a:lnTo>
                    <a:pt x="1622002" y="2247416"/>
                  </a:lnTo>
                  <a:lnTo>
                    <a:pt x="1570121" y="2277886"/>
                  </a:lnTo>
                  <a:lnTo>
                    <a:pt x="1514831" y="2304989"/>
                  </a:lnTo>
                  <a:lnTo>
                    <a:pt x="1455210" y="2329122"/>
                  </a:lnTo>
                  <a:lnTo>
                    <a:pt x="1390410" y="2350662"/>
                  </a:lnTo>
                  <a:lnTo>
                    <a:pt x="1319766" y="2369937"/>
                  </a:lnTo>
                  <a:lnTo>
                    <a:pt x="1242941" y="2387203"/>
                  </a:lnTo>
                  <a:lnTo>
                    <a:pt x="1160117" y="2402645"/>
                  </a:lnTo>
                  <a:lnTo>
                    <a:pt x="1072222" y="2416368"/>
                  </a:lnTo>
                  <a:lnTo>
                    <a:pt x="981133" y="2428407"/>
                  </a:lnTo>
                  <a:lnTo>
                    <a:pt x="889789" y="2438743"/>
                  </a:lnTo>
                  <a:lnTo>
                    <a:pt x="802081" y="2447334"/>
                  </a:lnTo>
                  <a:lnTo>
                    <a:pt x="722436" y="2454156"/>
                  </a:lnTo>
                  <a:lnTo>
                    <a:pt x="655071" y="2459247"/>
                  </a:lnTo>
                  <a:lnTo>
                    <a:pt x="603091" y="2462738"/>
                  </a:lnTo>
                  <a:lnTo>
                    <a:pt x="567692" y="2464863"/>
                  </a:lnTo>
                  <a:lnTo>
                    <a:pt x="547753" y="2465939"/>
                  </a:lnTo>
                  <a:lnTo>
                    <a:pt x="539883" y="2466322"/>
                  </a:lnTo>
                  <a:lnTo>
                    <a:pt x="538736" y="2466373"/>
                  </a:lnTo>
                  <a:lnTo>
                    <a:pt x="0" y="2466373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22" name="pl2022"/>
            <p:cNvSpPr/>
            <p:nvPr/>
          </p:nvSpPr>
          <p:spPr>
            <a:xfrm>
              <a:off x="546595" y="3407389"/>
              <a:ext cx="8234974" cy="2466373"/>
            </a:xfrm>
            <a:custGeom>
              <a:avLst/>
              <a:pathLst>
                <a:path w="8234974" h="2466373">
                  <a:moveTo>
                    <a:pt x="0" y="2466373"/>
                  </a:moveTo>
                  <a:lnTo>
                    <a:pt x="538736" y="2466373"/>
                  </a:lnTo>
                  <a:lnTo>
                    <a:pt x="539984" y="2466318"/>
                  </a:lnTo>
                  <a:lnTo>
                    <a:pt x="548130" y="2465920"/>
                  </a:lnTo>
                  <a:lnTo>
                    <a:pt x="568470" y="2464819"/>
                  </a:lnTo>
                  <a:lnTo>
                    <a:pt x="604333" y="2462659"/>
                  </a:lnTo>
                  <a:lnTo>
                    <a:pt x="656774" y="2459126"/>
                  </a:lnTo>
                  <a:lnTo>
                    <a:pt x="724536" y="2453987"/>
                  </a:lnTo>
                  <a:lnTo>
                    <a:pt x="804471" y="2447116"/>
                  </a:lnTo>
                  <a:lnTo>
                    <a:pt x="892341" y="2438475"/>
                  </a:lnTo>
                  <a:lnTo>
                    <a:pt x="983728" y="2428090"/>
                  </a:lnTo>
                  <a:lnTo>
                    <a:pt x="1074762" y="2416004"/>
                  </a:lnTo>
                  <a:lnTo>
                    <a:pt x="1162534" y="2402233"/>
                  </a:lnTo>
                  <a:lnTo>
                    <a:pt x="1245197" y="2386741"/>
                  </a:lnTo>
                  <a:lnTo>
                    <a:pt x="1321847" y="2369420"/>
                  </a:lnTo>
                  <a:lnTo>
                    <a:pt x="1392320" y="2350086"/>
                  </a:lnTo>
                  <a:lnTo>
                    <a:pt x="1456963" y="2328477"/>
                  </a:lnTo>
                  <a:lnTo>
                    <a:pt x="1516449" y="2304266"/>
                  </a:lnTo>
                  <a:lnTo>
                    <a:pt x="1571630" y="2277072"/>
                  </a:lnTo>
                  <a:lnTo>
                    <a:pt x="1623428" y="2246502"/>
                  </a:lnTo>
                  <a:lnTo>
                    <a:pt x="1672752" y="2212200"/>
                  </a:lnTo>
                  <a:lnTo>
                    <a:pt x="1719082" y="2175091"/>
                  </a:lnTo>
                  <a:lnTo>
                    <a:pt x="1761098" y="2137413"/>
                  </a:lnTo>
                  <a:lnTo>
                    <a:pt x="1802705" y="2096459"/>
                  </a:lnTo>
                  <a:lnTo>
                    <a:pt x="1844237" y="2052169"/>
                  </a:lnTo>
                  <a:lnTo>
                    <a:pt x="1885938" y="2004559"/>
                  </a:lnTo>
                  <a:lnTo>
                    <a:pt x="1927977" y="1953733"/>
                  </a:lnTo>
                  <a:lnTo>
                    <a:pt x="1970453" y="1899890"/>
                  </a:lnTo>
                  <a:lnTo>
                    <a:pt x="2013404" y="1843326"/>
                  </a:lnTo>
                  <a:lnTo>
                    <a:pt x="2056812" y="1784431"/>
                  </a:lnTo>
                  <a:lnTo>
                    <a:pt x="2100611" y="1723685"/>
                  </a:lnTo>
                  <a:lnTo>
                    <a:pt x="2144698" y="1661637"/>
                  </a:lnTo>
                  <a:lnTo>
                    <a:pt x="2188945" y="1598892"/>
                  </a:lnTo>
                  <a:lnTo>
                    <a:pt x="2233206" y="1536082"/>
                  </a:lnTo>
                  <a:lnTo>
                    <a:pt x="2277336" y="1473843"/>
                  </a:lnTo>
                  <a:lnTo>
                    <a:pt x="2321203" y="1412787"/>
                  </a:lnTo>
                  <a:lnTo>
                    <a:pt x="2364697" y="1353477"/>
                  </a:lnTo>
                  <a:lnTo>
                    <a:pt x="2407743" y="1296406"/>
                  </a:lnTo>
                  <a:lnTo>
                    <a:pt x="2450315" y="1241985"/>
                  </a:lnTo>
                  <a:lnTo>
                    <a:pt x="2492436" y="1190529"/>
                  </a:lnTo>
                  <a:lnTo>
                    <a:pt x="2534195" y="1142257"/>
                  </a:lnTo>
                  <a:lnTo>
                    <a:pt x="2575743" y="1097290"/>
                  </a:lnTo>
                  <a:lnTo>
                    <a:pt x="2617311" y="1055663"/>
                  </a:lnTo>
                  <a:lnTo>
                    <a:pt x="2659212" y="1017330"/>
                  </a:lnTo>
                  <a:lnTo>
                    <a:pt x="2667772" y="1009961"/>
                  </a:lnTo>
                  <a:lnTo>
                    <a:pt x="2715471" y="971829"/>
                  </a:lnTo>
                  <a:lnTo>
                    <a:pt x="2764853" y="937636"/>
                  </a:lnTo>
                  <a:lnTo>
                    <a:pt x="2816734" y="907166"/>
                  </a:lnTo>
                  <a:lnTo>
                    <a:pt x="2872024" y="880062"/>
                  </a:lnTo>
                  <a:lnTo>
                    <a:pt x="2931645" y="855929"/>
                  </a:lnTo>
                  <a:lnTo>
                    <a:pt x="2996444" y="834389"/>
                  </a:lnTo>
                  <a:lnTo>
                    <a:pt x="3067088" y="815115"/>
                  </a:lnTo>
                  <a:lnTo>
                    <a:pt x="3143914" y="797848"/>
                  </a:lnTo>
                  <a:lnTo>
                    <a:pt x="3226738" y="782406"/>
                  </a:lnTo>
                  <a:lnTo>
                    <a:pt x="3314633" y="768683"/>
                  </a:lnTo>
                  <a:lnTo>
                    <a:pt x="3405721" y="756644"/>
                  </a:lnTo>
                  <a:lnTo>
                    <a:pt x="3497066" y="746308"/>
                  </a:lnTo>
                  <a:lnTo>
                    <a:pt x="3584773" y="737717"/>
                  </a:lnTo>
                  <a:lnTo>
                    <a:pt x="3664419" y="730895"/>
                  </a:lnTo>
                  <a:lnTo>
                    <a:pt x="3731784" y="725805"/>
                  </a:lnTo>
                  <a:lnTo>
                    <a:pt x="3783764" y="722314"/>
                  </a:lnTo>
                  <a:lnTo>
                    <a:pt x="3819162" y="720188"/>
                  </a:lnTo>
                  <a:lnTo>
                    <a:pt x="3839101" y="719113"/>
                  </a:lnTo>
                  <a:lnTo>
                    <a:pt x="3846972" y="718729"/>
                  </a:lnTo>
                  <a:lnTo>
                    <a:pt x="3848118" y="718678"/>
                  </a:lnTo>
                  <a:lnTo>
                    <a:pt x="4386855" y="718678"/>
                  </a:lnTo>
                  <a:lnTo>
                    <a:pt x="4388148" y="718654"/>
                  </a:lnTo>
                  <a:lnTo>
                    <a:pt x="4396585" y="718484"/>
                  </a:lnTo>
                  <a:lnTo>
                    <a:pt x="4417622" y="718015"/>
                  </a:lnTo>
                  <a:lnTo>
                    <a:pt x="4454644" y="717093"/>
                  </a:lnTo>
                  <a:lnTo>
                    <a:pt x="4508640" y="715588"/>
                  </a:lnTo>
                  <a:lnTo>
                    <a:pt x="4578183" y="713401"/>
                  </a:lnTo>
                  <a:lnTo>
                    <a:pt x="4659903" y="710482"/>
                  </a:lnTo>
                  <a:lnTo>
                    <a:pt x="4749360" y="706817"/>
                  </a:lnTo>
                  <a:lnTo>
                    <a:pt x="4841998" y="702420"/>
                  </a:lnTo>
                  <a:lnTo>
                    <a:pt x="4933893" y="697306"/>
                  </a:lnTo>
                  <a:lnTo>
                    <a:pt x="5022159" y="691483"/>
                  </a:lnTo>
                  <a:lnTo>
                    <a:pt x="5105012" y="684930"/>
                  </a:lnTo>
                  <a:lnTo>
                    <a:pt x="5181639" y="677597"/>
                  </a:lnTo>
                  <a:lnTo>
                    <a:pt x="5251964" y="669400"/>
                  </a:lnTo>
                  <a:lnTo>
                    <a:pt x="5316415" y="660222"/>
                  </a:lnTo>
                  <a:lnTo>
                    <a:pt x="5375733" y="649919"/>
                  </a:lnTo>
                  <a:lnTo>
                    <a:pt x="5430822" y="638328"/>
                  </a:lnTo>
                  <a:lnTo>
                    <a:pt x="5482643" y="625279"/>
                  </a:lnTo>
                  <a:lnTo>
                    <a:pt x="5532125" y="610631"/>
                  </a:lnTo>
                  <a:lnTo>
                    <a:pt x="5567201" y="598898"/>
                  </a:lnTo>
                  <a:lnTo>
                    <a:pt x="5617101" y="580326"/>
                  </a:lnTo>
                  <a:lnTo>
                    <a:pt x="5666517" y="559841"/>
                  </a:lnTo>
                  <a:lnTo>
                    <a:pt x="5715967" y="537416"/>
                  </a:lnTo>
                  <a:lnTo>
                    <a:pt x="5765800" y="513091"/>
                  </a:lnTo>
                  <a:lnTo>
                    <a:pt x="5816223" y="486980"/>
                  </a:lnTo>
                  <a:lnTo>
                    <a:pt x="5867314" y="459278"/>
                  </a:lnTo>
                  <a:lnTo>
                    <a:pt x="5919039" y="430258"/>
                  </a:lnTo>
                  <a:lnTo>
                    <a:pt x="5971273" y="400262"/>
                  </a:lnTo>
                  <a:lnTo>
                    <a:pt x="6023825" y="369687"/>
                  </a:lnTo>
                  <a:lnTo>
                    <a:pt x="6076459" y="338963"/>
                  </a:lnTo>
                  <a:lnTo>
                    <a:pt x="6128931" y="308531"/>
                  </a:lnTo>
                  <a:lnTo>
                    <a:pt x="6181017" y="278813"/>
                  </a:lnTo>
                  <a:lnTo>
                    <a:pt x="6232545" y="250189"/>
                  </a:lnTo>
                  <a:lnTo>
                    <a:pt x="6283416" y="222981"/>
                  </a:lnTo>
                  <a:lnTo>
                    <a:pt x="6333632" y="197436"/>
                  </a:lnTo>
                  <a:lnTo>
                    <a:pt x="6383311" y="173722"/>
                  </a:lnTo>
                  <a:lnTo>
                    <a:pt x="6432703" y="151930"/>
                  </a:lnTo>
                  <a:lnTo>
                    <a:pt x="6482211" y="132076"/>
                  </a:lnTo>
                  <a:lnTo>
                    <a:pt x="6515891" y="119779"/>
                  </a:lnTo>
                  <a:lnTo>
                    <a:pt x="6564185" y="103916"/>
                  </a:lnTo>
                  <a:lnTo>
                    <a:pt x="6614214" y="89712"/>
                  </a:lnTo>
                  <a:lnTo>
                    <a:pt x="6666825" y="77074"/>
                  </a:lnTo>
                  <a:lnTo>
                    <a:pt x="6722966" y="65848"/>
                  </a:lnTo>
                  <a:lnTo>
                    <a:pt x="6783589" y="55866"/>
                  </a:lnTo>
                  <a:lnTo>
                    <a:pt x="6849567" y="46967"/>
                  </a:lnTo>
                  <a:lnTo>
                    <a:pt x="6921573" y="39014"/>
                  </a:lnTo>
                  <a:lnTo>
                    <a:pt x="6999921" y="31899"/>
                  </a:lnTo>
                  <a:lnTo>
                    <a:pt x="7084357" y="25547"/>
                  </a:lnTo>
                  <a:lnTo>
                    <a:pt x="7173826" y="19916"/>
                  </a:lnTo>
                  <a:lnTo>
                    <a:pt x="7266254" y="14996"/>
                  </a:lnTo>
                  <a:lnTo>
                    <a:pt x="7358455" y="10795"/>
                  </a:lnTo>
                  <a:lnTo>
                    <a:pt x="7446278" y="7332"/>
                  </a:lnTo>
                  <a:lnTo>
                    <a:pt x="7525112" y="4613"/>
                  </a:lnTo>
                  <a:lnTo>
                    <a:pt x="7590709" y="2618"/>
                  </a:lnTo>
                  <a:lnTo>
                    <a:pt x="7640153" y="1282"/>
                  </a:lnTo>
                  <a:lnTo>
                    <a:pt x="7672645" y="497"/>
                  </a:lnTo>
                  <a:lnTo>
                    <a:pt x="7689842" y="124"/>
                  </a:lnTo>
                  <a:lnTo>
                    <a:pt x="7695728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3" name="pl2023"/>
            <p:cNvSpPr/>
            <p:nvPr/>
          </p:nvSpPr>
          <p:spPr>
            <a:xfrm>
              <a:off x="546595" y="3401945"/>
              <a:ext cx="8234974" cy="2466373"/>
            </a:xfrm>
            <a:custGeom>
              <a:avLst/>
              <a:pathLst>
                <a:path w="8234974" h="2466373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7" y="193"/>
                  </a:lnTo>
                  <a:lnTo>
                    <a:pt x="7665470" y="663"/>
                  </a:lnTo>
                  <a:lnTo>
                    <a:pt x="7628448" y="1584"/>
                  </a:lnTo>
                  <a:lnTo>
                    <a:pt x="7574452" y="3090"/>
                  </a:lnTo>
                  <a:lnTo>
                    <a:pt x="7504910" y="5276"/>
                  </a:lnTo>
                  <a:lnTo>
                    <a:pt x="7423189" y="8196"/>
                  </a:lnTo>
                  <a:lnTo>
                    <a:pt x="7333732" y="11860"/>
                  </a:lnTo>
                  <a:lnTo>
                    <a:pt x="7241095" y="16258"/>
                  </a:lnTo>
                  <a:lnTo>
                    <a:pt x="7149199" y="21371"/>
                  </a:lnTo>
                  <a:lnTo>
                    <a:pt x="7060934" y="27194"/>
                  </a:lnTo>
                  <a:lnTo>
                    <a:pt x="6978080" y="33748"/>
                  </a:lnTo>
                  <a:lnTo>
                    <a:pt x="6901453" y="41081"/>
                  </a:lnTo>
                  <a:lnTo>
                    <a:pt x="6831129" y="49278"/>
                  </a:lnTo>
                  <a:lnTo>
                    <a:pt x="6766678" y="58455"/>
                  </a:lnTo>
                  <a:lnTo>
                    <a:pt x="6707360" y="68758"/>
                  </a:lnTo>
                  <a:lnTo>
                    <a:pt x="6652270" y="80350"/>
                  </a:lnTo>
                  <a:lnTo>
                    <a:pt x="6600449" y="93399"/>
                  </a:lnTo>
                  <a:lnTo>
                    <a:pt x="6550968" y="108046"/>
                  </a:lnTo>
                  <a:lnTo>
                    <a:pt x="6515891" y="119779"/>
                  </a:lnTo>
                  <a:lnTo>
                    <a:pt x="6465992" y="138352"/>
                  </a:lnTo>
                  <a:lnTo>
                    <a:pt x="6416576" y="158836"/>
                  </a:lnTo>
                  <a:lnTo>
                    <a:pt x="6367126" y="181262"/>
                  </a:lnTo>
                  <a:lnTo>
                    <a:pt x="6317292" y="205587"/>
                  </a:lnTo>
                  <a:lnTo>
                    <a:pt x="6266869" y="231698"/>
                  </a:lnTo>
                  <a:lnTo>
                    <a:pt x="6215779" y="259399"/>
                  </a:lnTo>
                  <a:lnTo>
                    <a:pt x="6164054" y="288419"/>
                  </a:lnTo>
                  <a:lnTo>
                    <a:pt x="6111819" y="318416"/>
                  </a:lnTo>
                  <a:lnTo>
                    <a:pt x="6059268" y="348991"/>
                  </a:lnTo>
                  <a:lnTo>
                    <a:pt x="6006634" y="379714"/>
                  </a:lnTo>
                  <a:lnTo>
                    <a:pt x="5954162" y="410146"/>
                  </a:lnTo>
                  <a:lnTo>
                    <a:pt x="5902075" y="439865"/>
                  </a:lnTo>
                  <a:lnTo>
                    <a:pt x="5850548" y="468489"/>
                  </a:lnTo>
                  <a:lnTo>
                    <a:pt x="5799677" y="495697"/>
                  </a:lnTo>
                  <a:lnTo>
                    <a:pt x="5749461" y="521242"/>
                  </a:lnTo>
                  <a:lnTo>
                    <a:pt x="5699782" y="544955"/>
                  </a:lnTo>
                  <a:lnTo>
                    <a:pt x="5650389" y="566747"/>
                  </a:lnTo>
                  <a:lnTo>
                    <a:pt x="5600881" y="586601"/>
                  </a:lnTo>
                  <a:lnTo>
                    <a:pt x="5567201" y="598898"/>
                  </a:lnTo>
                  <a:lnTo>
                    <a:pt x="5518907" y="614761"/>
                  </a:lnTo>
                  <a:lnTo>
                    <a:pt x="5468879" y="628965"/>
                  </a:lnTo>
                  <a:lnTo>
                    <a:pt x="5416267" y="641604"/>
                  </a:lnTo>
                  <a:lnTo>
                    <a:pt x="5360127" y="652830"/>
                  </a:lnTo>
                  <a:lnTo>
                    <a:pt x="5299503" y="662812"/>
                  </a:lnTo>
                  <a:lnTo>
                    <a:pt x="5233525" y="671711"/>
                  </a:lnTo>
                  <a:lnTo>
                    <a:pt x="5161519" y="679664"/>
                  </a:lnTo>
                  <a:lnTo>
                    <a:pt x="5083172" y="686779"/>
                  </a:lnTo>
                  <a:lnTo>
                    <a:pt x="4998736" y="693131"/>
                  </a:lnTo>
                  <a:lnTo>
                    <a:pt x="4909267" y="698761"/>
                  </a:lnTo>
                  <a:lnTo>
                    <a:pt x="4816838" y="703682"/>
                  </a:lnTo>
                  <a:lnTo>
                    <a:pt x="4724638" y="707883"/>
                  </a:lnTo>
                  <a:lnTo>
                    <a:pt x="4636814" y="711346"/>
                  </a:lnTo>
                  <a:lnTo>
                    <a:pt x="4557980" y="714064"/>
                  </a:lnTo>
                  <a:lnTo>
                    <a:pt x="4492383" y="716059"/>
                  </a:lnTo>
                  <a:lnTo>
                    <a:pt x="4442939" y="717396"/>
                  </a:lnTo>
                  <a:lnTo>
                    <a:pt x="4410447" y="718180"/>
                  </a:lnTo>
                  <a:lnTo>
                    <a:pt x="4393250" y="718553"/>
                  </a:lnTo>
                  <a:lnTo>
                    <a:pt x="4387365" y="718669"/>
                  </a:lnTo>
                  <a:lnTo>
                    <a:pt x="4386855" y="718678"/>
                  </a:lnTo>
                  <a:lnTo>
                    <a:pt x="3848118" y="718678"/>
                  </a:lnTo>
                  <a:lnTo>
                    <a:pt x="3846871" y="718734"/>
                  </a:lnTo>
                  <a:lnTo>
                    <a:pt x="3838724" y="719132"/>
                  </a:lnTo>
                  <a:lnTo>
                    <a:pt x="3818385" y="720232"/>
                  </a:lnTo>
                  <a:lnTo>
                    <a:pt x="3782522" y="722392"/>
                  </a:lnTo>
                  <a:lnTo>
                    <a:pt x="3730080" y="725926"/>
                  </a:lnTo>
                  <a:lnTo>
                    <a:pt x="3662318" y="731064"/>
                  </a:lnTo>
                  <a:lnTo>
                    <a:pt x="3582384" y="737936"/>
                  </a:lnTo>
                  <a:lnTo>
                    <a:pt x="3494513" y="746577"/>
                  </a:lnTo>
                  <a:lnTo>
                    <a:pt x="3403127" y="756961"/>
                  </a:lnTo>
                  <a:lnTo>
                    <a:pt x="3312093" y="769048"/>
                  </a:lnTo>
                  <a:lnTo>
                    <a:pt x="3224320" y="782819"/>
                  </a:lnTo>
                  <a:lnTo>
                    <a:pt x="3141658" y="798311"/>
                  </a:lnTo>
                  <a:lnTo>
                    <a:pt x="3065007" y="815631"/>
                  </a:lnTo>
                  <a:lnTo>
                    <a:pt x="2994535" y="834965"/>
                  </a:lnTo>
                  <a:lnTo>
                    <a:pt x="2929892" y="856574"/>
                  </a:lnTo>
                  <a:lnTo>
                    <a:pt x="2870406" y="880786"/>
                  </a:lnTo>
                  <a:lnTo>
                    <a:pt x="2815225" y="907979"/>
                  </a:lnTo>
                  <a:lnTo>
                    <a:pt x="2763427" y="938550"/>
                  </a:lnTo>
                  <a:lnTo>
                    <a:pt x="2714103" y="972852"/>
                  </a:lnTo>
                  <a:lnTo>
                    <a:pt x="2667772" y="1009961"/>
                  </a:lnTo>
                  <a:lnTo>
                    <a:pt x="2625756" y="1047639"/>
                  </a:lnTo>
                  <a:lnTo>
                    <a:pt x="2584149" y="1088592"/>
                  </a:lnTo>
                  <a:lnTo>
                    <a:pt x="2542618" y="1132883"/>
                  </a:lnTo>
                  <a:lnTo>
                    <a:pt x="2500917" y="1180493"/>
                  </a:lnTo>
                  <a:lnTo>
                    <a:pt x="2458878" y="1231319"/>
                  </a:lnTo>
                  <a:lnTo>
                    <a:pt x="2416401" y="1285162"/>
                  </a:lnTo>
                  <a:lnTo>
                    <a:pt x="2373450" y="1341726"/>
                  </a:lnTo>
                  <a:lnTo>
                    <a:pt x="2330043" y="1400620"/>
                  </a:lnTo>
                  <a:lnTo>
                    <a:pt x="2286244" y="1461366"/>
                  </a:lnTo>
                  <a:lnTo>
                    <a:pt x="2242156" y="1523414"/>
                  </a:lnTo>
                  <a:lnTo>
                    <a:pt x="2197910" y="1586159"/>
                  </a:lnTo>
                  <a:lnTo>
                    <a:pt x="2153649" y="1648969"/>
                  </a:lnTo>
                  <a:lnTo>
                    <a:pt x="2109518" y="1711208"/>
                  </a:lnTo>
                  <a:lnTo>
                    <a:pt x="2065652" y="1772264"/>
                  </a:lnTo>
                  <a:lnTo>
                    <a:pt x="2022158" y="1831575"/>
                  </a:lnTo>
                  <a:lnTo>
                    <a:pt x="1979111" y="1888645"/>
                  </a:lnTo>
                  <a:lnTo>
                    <a:pt x="1936540" y="1943066"/>
                  </a:lnTo>
                  <a:lnTo>
                    <a:pt x="1894418" y="1994522"/>
                  </a:lnTo>
                  <a:lnTo>
                    <a:pt x="1852660" y="2042795"/>
                  </a:lnTo>
                  <a:lnTo>
                    <a:pt x="1811111" y="2087761"/>
                  </a:lnTo>
                  <a:lnTo>
                    <a:pt x="1769544" y="2129388"/>
                  </a:lnTo>
                  <a:lnTo>
                    <a:pt x="1727642" y="2167721"/>
                  </a:lnTo>
                  <a:lnTo>
                    <a:pt x="1719082" y="2175091"/>
                  </a:lnTo>
                  <a:lnTo>
                    <a:pt x="1671384" y="2213223"/>
                  </a:lnTo>
                  <a:lnTo>
                    <a:pt x="1622002" y="2247416"/>
                  </a:lnTo>
                  <a:lnTo>
                    <a:pt x="1570121" y="2277886"/>
                  </a:lnTo>
                  <a:lnTo>
                    <a:pt x="1514831" y="2304989"/>
                  </a:lnTo>
                  <a:lnTo>
                    <a:pt x="1455210" y="2329122"/>
                  </a:lnTo>
                  <a:lnTo>
                    <a:pt x="1390410" y="2350662"/>
                  </a:lnTo>
                  <a:lnTo>
                    <a:pt x="1319766" y="2369937"/>
                  </a:lnTo>
                  <a:lnTo>
                    <a:pt x="1242941" y="2387203"/>
                  </a:lnTo>
                  <a:lnTo>
                    <a:pt x="1160117" y="2402645"/>
                  </a:lnTo>
                  <a:lnTo>
                    <a:pt x="1072222" y="2416368"/>
                  </a:lnTo>
                  <a:lnTo>
                    <a:pt x="981133" y="2428407"/>
                  </a:lnTo>
                  <a:lnTo>
                    <a:pt x="889789" y="2438743"/>
                  </a:lnTo>
                  <a:lnTo>
                    <a:pt x="802081" y="2447334"/>
                  </a:lnTo>
                  <a:lnTo>
                    <a:pt x="722436" y="2454156"/>
                  </a:lnTo>
                  <a:lnTo>
                    <a:pt x="655071" y="2459247"/>
                  </a:lnTo>
                  <a:lnTo>
                    <a:pt x="603091" y="2462738"/>
                  </a:lnTo>
                  <a:lnTo>
                    <a:pt x="567692" y="2464863"/>
                  </a:lnTo>
                  <a:lnTo>
                    <a:pt x="547753" y="2465939"/>
                  </a:lnTo>
                  <a:lnTo>
                    <a:pt x="539883" y="2466322"/>
                  </a:lnTo>
                  <a:lnTo>
                    <a:pt x="538736" y="2466373"/>
                  </a:lnTo>
                  <a:lnTo>
                    <a:pt x="0" y="2466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4" name="pg2024"/>
            <p:cNvSpPr/>
            <p:nvPr/>
          </p:nvSpPr>
          <p:spPr>
            <a:xfrm>
              <a:off x="546595" y="3216831"/>
              <a:ext cx="8234974" cy="2678710"/>
            </a:xfrm>
            <a:custGeom>
              <a:avLst/>
              <a:pathLst>
                <a:path w="8234974" h="2678710">
                  <a:moveTo>
                    <a:pt x="0" y="2678710"/>
                  </a:moveTo>
                  <a:lnTo>
                    <a:pt x="538736" y="2678710"/>
                  </a:lnTo>
                  <a:lnTo>
                    <a:pt x="540032" y="2678691"/>
                  </a:lnTo>
                  <a:lnTo>
                    <a:pt x="548490" y="2678551"/>
                  </a:lnTo>
                  <a:lnTo>
                    <a:pt x="569576" y="2678166"/>
                  </a:lnTo>
                  <a:lnTo>
                    <a:pt x="606679" y="2677410"/>
                  </a:lnTo>
                  <a:lnTo>
                    <a:pt x="660784" y="2676175"/>
                  </a:lnTo>
                  <a:lnTo>
                    <a:pt x="730451" y="2674382"/>
                  </a:lnTo>
                  <a:lnTo>
                    <a:pt x="812295" y="2671988"/>
                  </a:lnTo>
                  <a:lnTo>
                    <a:pt x="901861" y="2668984"/>
                  </a:lnTo>
                  <a:lnTo>
                    <a:pt x="994584" y="2665378"/>
                  </a:lnTo>
                  <a:lnTo>
                    <a:pt x="1086538" y="2661187"/>
                  </a:lnTo>
                  <a:lnTo>
                    <a:pt x="1174836" y="2656413"/>
                  </a:lnTo>
                  <a:lnTo>
                    <a:pt x="1257701" y="2651041"/>
                  </a:lnTo>
                  <a:lnTo>
                    <a:pt x="1334326" y="2645029"/>
                  </a:lnTo>
                  <a:lnTo>
                    <a:pt x="1404639" y="2638308"/>
                  </a:lnTo>
                  <a:lnTo>
                    <a:pt x="1469077" y="2630782"/>
                  </a:lnTo>
                  <a:lnTo>
                    <a:pt x="1528384" y="2622333"/>
                  </a:lnTo>
                  <a:lnTo>
                    <a:pt x="1583468" y="2612825"/>
                  </a:lnTo>
                  <a:lnTo>
                    <a:pt x="1635292" y="2602121"/>
                  </a:lnTo>
                  <a:lnTo>
                    <a:pt x="1684785" y="2590105"/>
                  </a:lnTo>
                  <a:lnTo>
                    <a:pt x="1719082" y="2580709"/>
                  </a:lnTo>
                  <a:lnTo>
                    <a:pt x="1769851" y="2565233"/>
                  </a:lnTo>
                  <a:lnTo>
                    <a:pt x="1820129" y="2548136"/>
                  </a:lnTo>
                  <a:lnTo>
                    <a:pt x="1870458" y="2529396"/>
                  </a:lnTo>
                  <a:lnTo>
                    <a:pt x="1921198" y="2509050"/>
                  </a:lnTo>
                  <a:lnTo>
                    <a:pt x="1972558" y="2487201"/>
                  </a:lnTo>
                  <a:lnTo>
                    <a:pt x="2024609" y="2464022"/>
                  </a:lnTo>
                  <a:lnTo>
                    <a:pt x="2077308" y="2439754"/>
                  </a:lnTo>
                  <a:lnTo>
                    <a:pt x="2130514" y="2414699"/>
                  </a:lnTo>
                  <a:lnTo>
                    <a:pt x="2184014" y="2389203"/>
                  </a:lnTo>
                  <a:lnTo>
                    <a:pt x="2237561" y="2363641"/>
                  </a:lnTo>
                  <a:lnTo>
                    <a:pt x="2290897" y="2338389"/>
                  </a:lnTo>
                  <a:lnTo>
                    <a:pt x="2343794" y="2313808"/>
                  </a:lnTo>
                  <a:lnTo>
                    <a:pt x="2396083" y="2290215"/>
                  </a:lnTo>
                  <a:lnTo>
                    <a:pt x="2447685" y="2267876"/>
                  </a:lnTo>
                  <a:lnTo>
                    <a:pt x="2498626" y="2246986"/>
                  </a:lnTo>
                  <a:lnTo>
                    <a:pt x="2549066" y="2227674"/>
                  </a:lnTo>
                  <a:lnTo>
                    <a:pt x="2599310" y="2209999"/>
                  </a:lnTo>
                  <a:lnTo>
                    <a:pt x="2649833" y="2193960"/>
                  </a:lnTo>
                  <a:lnTo>
                    <a:pt x="2667772" y="2188702"/>
                  </a:lnTo>
                  <a:lnTo>
                    <a:pt x="2716108" y="2175713"/>
                  </a:lnTo>
                  <a:lnTo>
                    <a:pt x="2766181" y="2164083"/>
                  </a:lnTo>
                  <a:lnTo>
                    <a:pt x="2818844" y="2153737"/>
                  </a:lnTo>
                  <a:lnTo>
                    <a:pt x="2875043" y="2144547"/>
                  </a:lnTo>
                  <a:lnTo>
                    <a:pt x="2935737" y="2136377"/>
                  </a:lnTo>
                  <a:lnTo>
                    <a:pt x="3001798" y="2129093"/>
                  </a:lnTo>
                  <a:lnTo>
                    <a:pt x="3073899" y="2122585"/>
                  </a:lnTo>
                  <a:lnTo>
                    <a:pt x="3152352" y="2116763"/>
                  </a:lnTo>
                  <a:lnTo>
                    <a:pt x="3236900" y="2111566"/>
                  </a:lnTo>
                  <a:lnTo>
                    <a:pt x="3326479" y="2106960"/>
                  </a:lnTo>
                  <a:lnTo>
                    <a:pt x="3418998" y="2102936"/>
                  </a:lnTo>
                  <a:lnTo>
                    <a:pt x="3511255" y="2099501"/>
                  </a:lnTo>
                  <a:lnTo>
                    <a:pt x="3599081" y="2096672"/>
                  </a:lnTo>
                  <a:lnTo>
                    <a:pt x="3677853" y="2094453"/>
                  </a:lnTo>
                  <a:lnTo>
                    <a:pt x="3743322" y="2092826"/>
                  </a:lnTo>
                  <a:lnTo>
                    <a:pt x="3792585" y="2091738"/>
                  </a:lnTo>
                  <a:lnTo>
                    <a:pt x="3824874" y="2091101"/>
                  </a:lnTo>
                  <a:lnTo>
                    <a:pt x="3841885" y="2090800"/>
                  </a:lnTo>
                  <a:lnTo>
                    <a:pt x="3847641" y="2090708"/>
                  </a:lnTo>
                  <a:lnTo>
                    <a:pt x="3848118" y="2090701"/>
                  </a:lnTo>
                  <a:lnTo>
                    <a:pt x="4386855" y="2090701"/>
                  </a:lnTo>
                  <a:lnTo>
                    <a:pt x="4388081" y="2090635"/>
                  </a:lnTo>
                  <a:lnTo>
                    <a:pt x="4396088" y="2090169"/>
                  </a:lnTo>
                  <a:lnTo>
                    <a:pt x="4416093" y="2088880"/>
                  </a:lnTo>
                  <a:lnTo>
                    <a:pt x="4451398" y="2086348"/>
                  </a:lnTo>
                  <a:lnTo>
                    <a:pt x="4503089" y="2082206"/>
                  </a:lnTo>
                  <a:lnTo>
                    <a:pt x="4569987" y="2076178"/>
                  </a:lnTo>
                  <a:lnTo>
                    <a:pt x="4649048" y="2068109"/>
                  </a:lnTo>
                  <a:lnTo>
                    <a:pt x="4736136" y="2057955"/>
                  </a:lnTo>
                  <a:lnTo>
                    <a:pt x="4826900" y="2045743"/>
                  </a:lnTo>
                  <a:lnTo>
                    <a:pt x="4917497" y="2031522"/>
                  </a:lnTo>
                  <a:lnTo>
                    <a:pt x="5005014" y="2015316"/>
                  </a:lnTo>
                  <a:lnTo>
                    <a:pt x="5087570" y="1997086"/>
                  </a:lnTo>
                  <a:lnTo>
                    <a:pt x="5164223" y="1976713"/>
                  </a:lnTo>
                  <a:lnTo>
                    <a:pt x="5234762" y="1953986"/>
                  </a:lnTo>
                  <a:lnTo>
                    <a:pt x="5299498" y="1928607"/>
                  </a:lnTo>
                  <a:lnTo>
                    <a:pt x="5359069" y="1900197"/>
                  </a:lnTo>
                  <a:lnTo>
                    <a:pt x="5414302" y="1868316"/>
                  </a:lnTo>
                  <a:lnTo>
                    <a:pt x="5466098" y="1832501"/>
                  </a:lnTo>
                  <a:lnTo>
                    <a:pt x="5515356" y="1792325"/>
                  </a:lnTo>
                  <a:lnTo>
                    <a:pt x="5562889" y="1747517"/>
                  </a:lnTo>
                  <a:lnTo>
                    <a:pt x="5567201" y="1743158"/>
                  </a:lnTo>
                  <a:lnTo>
                    <a:pt x="5606914" y="1700782"/>
                  </a:lnTo>
                  <a:lnTo>
                    <a:pt x="5646244" y="1654923"/>
                  </a:lnTo>
                  <a:lnTo>
                    <a:pt x="5685478" y="1605512"/>
                  </a:lnTo>
                  <a:lnTo>
                    <a:pt x="5724833" y="1552555"/>
                  </a:lnTo>
                  <a:lnTo>
                    <a:pt x="5764463" y="1496139"/>
                  </a:lnTo>
                  <a:lnTo>
                    <a:pt x="5804465" y="1436439"/>
                  </a:lnTo>
                  <a:lnTo>
                    <a:pt x="5844886" y="1373725"/>
                  </a:lnTo>
                  <a:lnTo>
                    <a:pt x="5885727" y="1308355"/>
                  </a:lnTo>
                  <a:lnTo>
                    <a:pt x="5926947" y="1240776"/>
                  </a:lnTo>
                  <a:lnTo>
                    <a:pt x="5968475" y="1171511"/>
                  </a:lnTo>
                  <a:lnTo>
                    <a:pt x="6010211" y="1101142"/>
                  </a:lnTo>
                  <a:lnTo>
                    <a:pt x="6052039" y="1030293"/>
                  </a:lnTo>
                  <a:lnTo>
                    <a:pt x="6093835" y="959606"/>
                  </a:lnTo>
                  <a:lnTo>
                    <a:pt x="6135480" y="889715"/>
                  </a:lnTo>
                  <a:lnTo>
                    <a:pt x="6176865" y="821226"/>
                  </a:lnTo>
                  <a:lnTo>
                    <a:pt x="6217902" y="754695"/>
                  </a:lnTo>
                  <a:lnTo>
                    <a:pt x="6258535" y="690606"/>
                  </a:lnTo>
                  <a:lnTo>
                    <a:pt x="6298743" y="629364"/>
                  </a:lnTo>
                  <a:lnTo>
                    <a:pt x="6338549" y="571284"/>
                  </a:lnTo>
                  <a:lnTo>
                    <a:pt x="6378026" y="516587"/>
                  </a:lnTo>
                  <a:lnTo>
                    <a:pt x="6417297" y="465403"/>
                  </a:lnTo>
                  <a:lnTo>
                    <a:pt x="6456548" y="417777"/>
                  </a:lnTo>
                  <a:lnTo>
                    <a:pt x="6496029" y="373678"/>
                  </a:lnTo>
                  <a:lnTo>
                    <a:pt x="6515891" y="352987"/>
                  </a:lnTo>
                  <a:lnTo>
                    <a:pt x="6563300" y="307748"/>
                  </a:lnTo>
                  <a:lnTo>
                    <a:pt x="6612367" y="267154"/>
                  </a:lnTo>
                  <a:lnTo>
                    <a:pt x="6663893" y="230954"/>
                  </a:lnTo>
                  <a:lnTo>
                    <a:pt x="6718771" y="198730"/>
                  </a:lnTo>
                  <a:lnTo>
                    <a:pt x="6777907" y="170020"/>
                  </a:lnTo>
                  <a:lnTo>
                    <a:pt x="6842137" y="144379"/>
                  </a:lnTo>
                  <a:lnTo>
                    <a:pt x="6912123" y="121421"/>
                  </a:lnTo>
                  <a:lnTo>
                    <a:pt x="6988212" y="100842"/>
                  </a:lnTo>
                  <a:lnTo>
                    <a:pt x="7070251" y="82421"/>
                  </a:lnTo>
                  <a:lnTo>
                    <a:pt x="7157375" y="66031"/>
                  </a:lnTo>
                  <a:lnTo>
                    <a:pt x="7247795" y="51627"/>
                  </a:lnTo>
                  <a:lnTo>
                    <a:pt x="7338691" y="39228"/>
                  </a:lnTo>
                  <a:lnTo>
                    <a:pt x="7426296" y="28883"/>
                  </a:lnTo>
                  <a:lnTo>
                    <a:pt x="7506279" y="20623"/>
                  </a:lnTo>
                  <a:lnTo>
                    <a:pt x="7574446" y="14412"/>
                  </a:lnTo>
                  <a:lnTo>
                    <a:pt x="7627619" y="10105"/>
                  </a:lnTo>
                  <a:lnTo>
                    <a:pt x="7664422" y="7440"/>
                  </a:lnTo>
                  <a:lnTo>
                    <a:pt x="7685729" y="6053"/>
                  </a:lnTo>
                  <a:lnTo>
                    <a:pt x="7694650" y="552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22" y="2085276"/>
                  </a:lnTo>
                  <a:lnTo>
                    <a:pt x="3838365" y="2085415"/>
                  </a:lnTo>
                  <a:lnTo>
                    <a:pt x="3817279" y="2085800"/>
                  </a:lnTo>
                  <a:lnTo>
                    <a:pt x="3780175" y="2086556"/>
                  </a:lnTo>
                  <a:lnTo>
                    <a:pt x="3726070" y="2087791"/>
                  </a:lnTo>
                  <a:lnTo>
                    <a:pt x="3656404" y="2089584"/>
                  </a:lnTo>
                  <a:lnTo>
                    <a:pt x="3574560" y="2091978"/>
                  </a:lnTo>
                  <a:lnTo>
                    <a:pt x="3484993" y="2094983"/>
                  </a:lnTo>
                  <a:lnTo>
                    <a:pt x="3392270" y="2098588"/>
                  </a:lnTo>
                  <a:lnTo>
                    <a:pt x="3300317" y="2102780"/>
                  </a:lnTo>
                  <a:lnTo>
                    <a:pt x="3212019" y="2107554"/>
                  </a:lnTo>
                  <a:lnTo>
                    <a:pt x="3129153" y="2112926"/>
                  </a:lnTo>
                  <a:lnTo>
                    <a:pt x="3052529" y="2118938"/>
                  </a:lnTo>
                  <a:lnTo>
                    <a:pt x="2982215" y="2125659"/>
                  </a:lnTo>
                  <a:lnTo>
                    <a:pt x="2917778" y="2133184"/>
                  </a:lnTo>
                  <a:lnTo>
                    <a:pt x="2858471" y="2141634"/>
                  </a:lnTo>
                  <a:lnTo>
                    <a:pt x="2803387" y="2151142"/>
                  </a:lnTo>
                  <a:lnTo>
                    <a:pt x="2751563" y="2161846"/>
                  </a:lnTo>
                  <a:lnTo>
                    <a:pt x="2702070" y="2173861"/>
                  </a:lnTo>
                  <a:lnTo>
                    <a:pt x="2667772" y="2183258"/>
                  </a:lnTo>
                  <a:lnTo>
                    <a:pt x="2617004" y="2198734"/>
                  </a:lnTo>
                  <a:lnTo>
                    <a:pt x="2566725" y="2215830"/>
                  </a:lnTo>
                  <a:lnTo>
                    <a:pt x="2516397" y="2234570"/>
                  </a:lnTo>
                  <a:lnTo>
                    <a:pt x="2465657" y="2254917"/>
                  </a:lnTo>
                  <a:lnTo>
                    <a:pt x="2414297" y="2276766"/>
                  </a:lnTo>
                  <a:lnTo>
                    <a:pt x="2362245" y="2299945"/>
                  </a:lnTo>
                  <a:lnTo>
                    <a:pt x="2309546" y="2324212"/>
                  </a:lnTo>
                  <a:lnTo>
                    <a:pt x="2256341" y="2349268"/>
                  </a:lnTo>
                  <a:lnTo>
                    <a:pt x="2202840" y="2374763"/>
                  </a:lnTo>
                  <a:lnTo>
                    <a:pt x="2149294" y="2400326"/>
                  </a:lnTo>
                  <a:lnTo>
                    <a:pt x="2095958" y="2425577"/>
                  </a:lnTo>
                  <a:lnTo>
                    <a:pt x="2043061" y="2450159"/>
                  </a:lnTo>
                  <a:lnTo>
                    <a:pt x="1990771" y="2473751"/>
                  </a:lnTo>
                  <a:lnTo>
                    <a:pt x="1939170" y="2496091"/>
                  </a:lnTo>
                  <a:lnTo>
                    <a:pt x="1888228" y="2516981"/>
                  </a:lnTo>
                  <a:lnTo>
                    <a:pt x="1837788" y="2536293"/>
                  </a:lnTo>
                  <a:lnTo>
                    <a:pt x="1787544" y="2553967"/>
                  </a:lnTo>
                  <a:lnTo>
                    <a:pt x="1737022" y="2570007"/>
                  </a:lnTo>
                  <a:lnTo>
                    <a:pt x="1719082" y="2575264"/>
                  </a:lnTo>
                  <a:lnTo>
                    <a:pt x="1670747" y="2588253"/>
                  </a:lnTo>
                  <a:lnTo>
                    <a:pt x="1620674" y="2599883"/>
                  </a:lnTo>
                  <a:lnTo>
                    <a:pt x="1568011" y="2610230"/>
                  </a:lnTo>
                  <a:lnTo>
                    <a:pt x="1511811" y="2619419"/>
                  </a:lnTo>
                  <a:lnTo>
                    <a:pt x="1451118" y="2627590"/>
                  </a:lnTo>
                  <a:lnTo>
                    <a:pt x="1385057" y="2634873"/>
                  </a:lnTo>
                  <a:lnTo>
                    <a:pt x="1312956" y="2641381"/>
                  </a:lnTo>
                  <a:lnTo>
                    <a:pt x="1234502" y="2647204"/>
                  </a:lnTo>
                  <a:lnTo>
                    <a:pt x="1149954" y="2652401"/>
                  </a:lnTo>
                  <a:lnTo>
                    <a:pt x="1060376" y="2657007"/>
                  </a:lnTo>
                  <a:lnTo>
                    <a:pt x="967856" y="2661031"/>
                  </a:lnTo>
                  <a:lnTo>
                    <a:pt x="875600" y="2664465"/>
                  </a:lnTo>
                  <a:lnTo>
                    <a:pt x="787773" y="2667294"/>
                  </a:lnTo>
                  <a:lnTo>
                    <a:pt x="709002" y="2669513"/>
                  </a:lnTo>
                  <a:lnTo>
                    <a:pt x="643533" y="2671140"/>
                  </a:lnTo>
                  <a:lnTo>
                    <a:pt x="594269" y="2672228"/>
                  </a:lnTo>
                  <a:lnTo>
                    <a:pt x="561980" y="2672865"/>
                  </a:lnTo>
                  <a:lnTo>
                    <a:pt x="544970" y="2673167"/>
                  </a:lnTo>
                  <a:lnTo>
                    <a:pt x="539214" y="2673259"/>
                  </a:lnTo>
                  <a:lnTo>
                    <a:pt x="538736" y="2673266"/>
                  </a:lnTo>
                  <a:lnTo>
                    <a:pt x="0" y="2673266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25" name="pl2025"/>
            <p:cNvSpPr/>
            <p:nvPr/>
          </p:nvSpPr>
          <p:spPr>
            <a:xfrm>
              <a:off x="546595" y="3222275"/>
              <a:ext cx="8234974" cy="2673266"/>
            </a:xfrm>
            <a:custGeom>
              <a:avLst/>
              <a:pathLst>
                <a:path w="8234974" h="2673266">
                  <a:moveTo>
                    <a:pt x="0" y="2673266"/>
                  </a:moveTo>
                  <a:lnTo>
                    <a:pt x="538736" y="2673266"/>
                  </a:lnTo>
                  <a:lnTo>
                    <a:pt x="540032" y="2673246"/>
                  </a:lnTo>
                  <a:lnTo>
                    <a:pt x="548490" y="2673107"/>
                  </a:lnTo>
                  <a:lnTo>
                    <a:pt x="569576" y="2672722"/>
                  </a:lnTo>
                  <a:lnTo>
                    <a:pt x="606679" y="2671966"/>
                  </a:lnTo>
                  <a:lnTo>
                    <a:pt x="660784" y="2670731"/>
                  </a:lnTo>
                  <a:lnTo>
                    <a:pt x="730451" y="2668938"/>
                  </a:lnTo>
                  <a:lnTo>
                    <a:pt x="812295" y="2666544"/>
                  </a:lnTo>
                  <a:lnTo>
                    <a:pt x="901861" y="2663539"/>
                  </a:lnTo>
                  <a:lnTo>
                    <a:pt x="994584" y="2659934"/>
                  </a:lnTo>
                  <a:lnTo>
                    <a:pt x="1086538" y="2655742"/>
                  </a:lnTo>
                  <a:lnTo>
                    <a:pt x="1174836" y="2650968"/>
                  </a:lnTo>
                  <a:lnTo>
                    <a:pt x="1257701" y="2645596"/>
                  </a:lnTo>
                  <a:lnTo>
                    <a:pt x="1334326" y="2639584"/>
                  </a:lnTo>
                  <a:lnTo>
                    <a:pt x="1404639" y="2632863"/>
                  </a:lnTo>
                  <a:lnTo>
                    <a:pt x="1469077" y="2625338"/>
                  </a:lnTo>
                  <a:lnTo>
                    <a:pt x="1528384" y="2616888"/>
                  </a:lnTo>
                  <a:lnTo>
                    <a:pt x="1583468" y="2607380"/>
                  </a:lnTo>
                  <a:lnTo>
                    <a:pt x="1635292" y="2596676"/>
                  </a:lnTo>
                  <a:lnTo>
                    <a:pt x="1684785" y="2584660"/>
                  </a:lnTo>
                  <a:lnTo>
                    <a:pt x="1719082" y="2575264"/>
                  </a:lnTo>
                  <a:lnTo>
                    <a:pt x="1769851" y="2559788"/>
                  </a:lnTo>
                  <a:lnTo>
                    <a:pt x="1820129" y="2542692"/>
                  </a:lnTo>
                  <a:lnTo>
                    <a:pt x="1870458" y="2523952"/>
                  </a:lnTo>
                  <a:lnTo>
                    <a:pt x="1921198" y="2503605"/>
                  </a:lnTo>
                  <a:lnTo>
                    <a:pt x="1972558" y="2481756"/>
                  </a:lnTo>
                  <a:lnTo>
                    <a:pt x="2024609" y="2458577"/>
                  </a:lnTo>
                  <a:lnTo>
                    <a:pt x="2077308" y="2434310"/>
                  </a:lnTo>
                  <a:lnTo>
                    <a:pt x="2130514" y="2409254"/>
                  </a:lnTo>
                  <a:lnTo>
                    <a:pt x="2184014" y="2383759"/>
                  </a:lnTo>
                  <a:lnTo>
                    <a:pt x="2237561" y="2358196"/>
                  </a:lnTo>
                  <a:lnTo>
                    <a:pt x="2290897" y="2332945"/>
                  </a:lnTo>
                  <a:lnTo>
                    <a:pt x="2343794" y="2308363"/>
                  </a:lnTo>
                  <a:lnTo>
                    <a:pt x="2396083" y="2284771"/>
                  </a:lnTo>
                  <a:lnTo>
                    <a:pt x="2447685" y="2262431"/>
                  </a:lnTo>
                  <a:lnTo>
                    <a:pt x="2498626" y="2241541"/>
                  </a:lnTo>
                  <a:lnTo>
                    <a:pt x="2549066" y="2222229"/>
                  </a:lnTo>
                  <a:lnTo>
                    <a:pt x="2599310" y="2204555"/>
                  </a:lnTo>
                  <a:lnTo>
                    <a:pt x="2649833" y="2188515"/>
                  </a:lnTo>
                  <a:lnTo>
                    <a:pt x="2667772" y="2183258"/>
                  </a:lnTo>
                  <a:lnTo>
                    <a:pt x="2716108" y="2170268"/>
                  </a:lnTo>
                  <a:lnTo>
                    <a:pt x="2766181" y="2158639"/>
                  </a:lnTo>
                  <a:lnTo>
                    <a:pt x="2818844" y="2148292"/>
                  </a:lnTo>
                  <a:lnTo>
                    <a:pt x="2875043" y="2139103"/>
                  </a:lnTo>
                  <a:lnTo>
                    <a:pt x="2935737" y="2130932"/>
                  </a:lnTo>
                  <a:lnTo>
                    <a:pt x="3001798" y="2123649"/>
                  </a:lnTo>
                  <a:lnTo>
                    <a:pt x="3073899" y="2117140"/>
                  </a:lnTo>
                  <a:lnTo>
                    <a:pt x="3152352" y="2111318"/>
                  </a:lnTo>
                  <a:lnTo>
                    <a:pt x="3236900" y="2106121"/>
                  </a:lnTo>
                  <a:lnTo>
                    <a:pt x="3326479" y="2101515"/>
                  </a:lnTo>
                  <a:lnTo>
                    <a:pt x="3418998" y="2097491"/>
                  </a:lnTo>
                  <a:lnTo>
                    <a:pt x="3511255" y="2094057"/>
                  </a:lnTo>
                  <a:lnTo>
                    <a:pt x="3599081" y="2091227"/>
                  </a:lnTo>
                  <a:lnTo>
                    <a:pt x="3677853" y="2089008"/>
                  </a:lnTo>
                  <a:lnTo>
                    <a:pt x="3743322" y="2087382"/>
                  </a:lnTo>
                  <a:lnTo>
                    <a:pt x="3792585" y="2086294"/>
                  </a:lnTo>
                  <a:lnTo>
                    <a:pt x="3824874" y="2085657"/>
                  </a:lnTo>
                  <a:lnTo>
                    <a:pt x="3841885" y="2085355"/>
                  </a:lnTo>
                  <a:lnTo>
                    <a:pt x="3847641" y="2085263"/>
                  </a:lnTo>
                  <a:lnTo>
                    <a:pt x="3848118" y="2085256"/>
                  </a:lnTo>
                  <a:lnTo>
                    <a:pt x="4386855" y="2085256"/>
                  </a:lnTo>
                  <a:lnTo>
                    <a:pt x="4388081" y="2085191"/>
                  </a:lnTo>
                  <a:lnTo>
                    <a:pt x="4396088" y="2084725"/>
                  </a:lnTo>
                  <a:lnTo>
                    <a:pt x="4416093" y="2083435"/>
                  </a:lnTo>
                  <a:lnTo>
                    <a:pt x="4451398" y="2080904"/>
                  </a:lnTo>
                  <a:lnTo>
                    <a:pt x="4503089" y="2076761"/>
                  </a:lnTo>
                  <a:lnTo>
                    <a:pt x="4569987" y="2070733"/>
                  </a:lnTo>
                  <a:lnTo>
                    <a:pt x="4649048" y="2062665"/>
                  </a:lnTo>
                  <a:lnTo>
                    <a:pt x="4736136" y="2052511"/>
                  </a:lnTo>
                  <a:lnTo>
                    <a:pt x="4826900" y="2040299"/>
                  </a:lnTo>
                  <a:lnTo>
                    <a:pt x="4917497" y="2026078"/>
                  </a:lnTo>
                  <a:lnTo>
                    <a:pt x="5005014" y="2009871"/>
                  </a:lnTo>
                  <a:lnTo>
                    <a:pt x="5087570" y="1991642"/>
                  </a:lnTo>
                  <a:lnTo>
                    <a:pt x="5164223" y="1971268"/>
                  </a:lnTo>
                  <a:lnTo>
                    <a:pt x="5234762" y="1948542"/>
                  </a:lnTo>
                  <a:lnTo>
                    <a:pt x="5299498" y="1923162"/>
                  </a:lnTo>
                  <a:lnTo>
                    <a:pt x="5359069" y="1894752"/>
                  </a:lnTo>
                  <a:lnTo>
                    <a:pt x="5414302" y="1862872"/>
                  </a:lnTo>
                  <a:lnTo>
                    <a:pt x="5466098" y="1827056"/>
                  </a:lnTo>
                  <a:lnTo>
                    <a:pt x="5515356" y="1786881"/>
                  </a:lnTo>
                  <a:lnTo>
                    <a:pt x="5562889" y="1742072"/>
                  </a:lnTo>
                  <a:lnTo>
                    <a:pt x="5567201" y="1737713"/>
                  </a:lnTo>
                  <a:lnTo>
                    <a:pt x="5606914" y="1695338"/>
                  </a:lnTo>
                  <a:lnTo>
                    <a:pt x="5646244" y="1649479"/>
                  </a:lnTo>
                  <a:lnTo>
                    <a:pt x="5685478" y="1600068"/>
                  </a:lnTo>
                  <a:lnTo>
                    <a:pt x="5724833" y="1547111"/>
                  </a:lnTo>
                  <a:lnTo>
                    <a:pt x="5764463" y="1490694"/>
                  </a:lnTo>
                  <a:lnTo>
                    <a:pt x="5804465" y="1430995"/>
                  </a:lnTo>
                  <a:lnTo>
                    <a:pt x="5844886" y="1368280"/>
                  </a:lnTo>
                  <a:lnTo>
                    <a:pt x="5885727" y="1302910"/>
                  </a:lnTo>
                  <a:lnTo>
                    <a:pt x="5926947" y="1235332"/>
                  </a:lnTo>
                  <a:lnTo>
                    <a:pt x="5968475" y="1166067"/>
                  </a:lnTo>
                  <a:lnTo>
                    <a:pt x="6010211" y="1095698"/>
                  </a:lnTo>
                  <a:lnTo>
                    <a:pt x="6052039" y="1024849"/>
                  </a:lnTo>
                  <a:lnTo>
                    <a:pt x="6093835" y="954161"/>
                  </a:lnTo>
                  <a:lnTo>
                    <a:pt x="6135480" y="884270"/>
                  </a:lnTo>
                  <a:lnTo>
                    <a:pt x="6176865" y="815782"/>
                  </a:lnTo>
                  <a:lnTo>
                    <a:pt x="6217902" y="749250"/>
                  </a:lnTo>
                  <a:lnTo>
                    <a:pt x="6258535" y="685161"/>
                  </a:lnTo>
                  <a:lnTo>
                    <a:pt x="6298743" y="623920"/>
                  </a:lnTo>
                  <a:lnTo>
                    <a:pt x="6338549" y="565840"/>
                  </a:lnTo>
                  <a:lnTo>
                    <a:pt x="6378026" y="511142"/>
                  </a:lnTo>
                  <a:lnTo>
                    <a:pt x="6417297" y="459958"/>
                  </a:lnTo>
                  <a:lnTo>
                    <a:pt x="6456548" y="412333"/>
                  </a:lnTo>
                  <a:lnTo>
                    <a:pt x="6496029" y="368234"/>
                  </a:lnTo>
                  <a:lnTo>
                    <a:pt x="6515891" y="347542"/>
                  </a:lnTo>
                  <a:lnTo>
                    <a:pt x="6563300" y="302304"/>
                  </a:lnTo>
                  <a:lnTo>
                    <a:pt x="6612367" y="261710"/>
                  </a:lnTo>
                  <a:lnTo>
                    <a:pt x="6663893" y="225509"/>
                  </a:lnTo>
                  <a:lnTo>
                    <a:pt x="6718771" y="193286"/>
                  </a:lnTo>
                  <a:lnTo>
                    <a:pt x="6777907" y="164575"/>
                  </a:lnTo>
                  <a:lnTo>
                    <a:pt x="6842137" y="138934"/>
                  </a:lnTo>
                  <a:lnTo>
                    <a:pt x="6912123" y="115977"/>
                  </a:lnTo>
                  <a:lnTo>
                    <a:pt x="6988212" y="95397"/>
                  </a:lnTo>
                  <a:lnTo>
                    <a:pt x="7070251" y="76976"/>
                  </a:lnTo>
                  <a:lnTo>
                    <a:pt x="7157375" y="60587"/>
                  </a:lnTo>
                  <a:lnTo>
                    <a:pt x="7247795" y="46183"/>
                  </a:lnTo>
                  <a:lnTo>
                    <a:pt x="7338691" y="33784"/>
                  </a:lnTo>
                  <a:lnTo>
                    <a:pt x="7426296" y="23438"/>
                  </a:lnTo>
                  <a:lnTo>
                    <a:pt x="7506279" y="15178"/>
                  </a:lnTo>
                  <a:lnTo>
                    <a:pt x="7574446" y="8967"/>
                  </a:lnTo>
                  <a:lnTo>
                    <a:pt x="7627619" y="4661"/>
                  </a:lnTo>
                  <a:lnTo>
                    <a:pt x="7664422" y="1995"/>
                  </a:lnTo>
                  <a:lnTo>
                    <a:pt x="7685729" y="609"/>
                  </a:lnTo>
                  <a:lnTo>
                    <a:pt x="7694650" y="85"/>
                  </a:lnTo>
                  <a:lnTo>
                    <a:pt x="7696236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6" name="pl2026"/>
            <p:cNvSpPr/>
            <p:nvPr/>
          </p:nvSpPr>
          <p:spPr>
            <a:xfrm>
              <a:off x="546595" y="3216831"/>
              <a:ext cx="8234974" cy="2673266"/>
            </a:xfrm>
            <a:custGeom>
              <a:avLst/>
              <a:pathLst>
                <a:path w="8234974" h="2673266">
                  <a:moveTo>
                    <a:pt x="8234974" y="0"/>
                  </a:moveTo>
                  <a:lnTo>
                    <a:pt x="7696237" y="0"/>
                  </a:lnTo>
                  <a:lnTo>
                    <a:pt x="7695012" y="65"/>
                  </a:lnTo>
                  <a:lnTo>
                    <a:pt x="7687004" y="531"/>
                  </a:lnTo>
                  <a:lnTo>
                    <a:pt x="7666999" y="1820"/>
                  </a:lnTo>
                  <a:lnTo>
                    <a:pt x="7631694" y="4352"/>
                  </a:lnTo>
                  <a:lnTo>
                    <a:pt x="7580003" y="8494"/>
                  </a:lnTo>
                  <a:lnTo>
                    <a:pt x="7513106" y="14522"/>
                  </a:lnTo>
                  <a:lnTo>
                    <a:pt x="7434044" y="22591"/>
                  </a:lnTo>
                  <a:lnTo>
                    <a:pt x="7346956" y="32745"/>
                  </a:lnTo>
                  <a:lnTo>
                    <a:pt x="7256193" y="44957"/>
                  </a:lnTo>
                  <a:lnTo>
                    <a:pt x="7165595" y="59178"/>
                  </a:lnTo>
                  <a:lnTo>
                    <a:pt x="7078079" y="75384"/>
                  </a:lnTo>
                  <a:lnTo>
                    <a:pt x="6995522" y="93614"/>
                  </a:lnTo>
                  <a:lnTo>
                    <a:pt x="6918870" y="113987"/>
                  </a:lnTo>
                  <a:lnTo>
                    <a:pt x="6848330" y="136714"/>
                  </a:lnTo>
                  <a:lnTo>
                    <a:pt x="6783595" y="162093"/>
                  </a:lnTo>
                  <a:lnTo>
                    <a:pt x="6724023" y="190503"/>
                  </a:lnTo>
                  <a:lnTo>
                    <a:pt x="6668791" y="222384"/>
                  </a:lnTo>
                  <a:lnTo>
                    <a:pt x="6616994" y="258199"/>
                  </a:lnTo>
                  <a:lnTo>
                    <a:pt x="6567736" y="298375"/>
                  </a:lnTo>
                  <a:lnTo>
                    <a:pt x="6520204" y="343183"/>
                  </a:lnTo>
                  <a:lnTo>
                    <a:pt x="6515891" y="347542"/>
                  </a:lnTo>
                  <a:lnTo>
                    <a:pt x="6476178" y="389918"/>
                  </a:lnTo>
                  <a:lnTo>
                    <a:pt x="6436848" y="435777"/>
                  </a:lnTo>
                  <a:lnTo>
                    <a:pt x="6397614" y="485188"/>
                  </a:lnTo>
                  <a:lnTo>
                    <a:pt x="6358259" y="538145"/>
                  </a:lnTo>
                  <a:lnTo>
                    <a:pt x="6318630" y="594561"/>
                  </a:lnTo>
                  <a:lnTo>
                    <a:pt x="6278627" y="654261"/>
                  </a:lnTo>
                  <a:lnTo>
                    <a:pt x="6238206" y="716975"/>
                  </a:lnTo>
                  <a:lnTo>
                    <a:pt x="6197366" y="782345"/>
                  </a:lnTo>
                  <a:lnTo>
                    <a:pt x="6156145" y="849924"/>
                  </a:lnTo>
                  <a:lnTo>
                    <a:pt x="6114618" y="919189"/>
                  </a:lnTo>
                  <a:lnTo>
                    <a:pt x="6072882" y="989558"/>
                  </a:lnTo>
                  <a:lnTo>
                    <a:pt x="6031054" y="1060407"/>
                  </a:lnTo>
                  <a:lnTo>
                    <a:pt x="5989257" y="1131094"/>
                  </a:lnTo>
                  <a:lnTo>
                    <a:pt x="5947612" y="1200985"/>
                  </a:lnTo>
                  <a:lnTo>
                    <a:pt x="5906227" y="1269474"/>
                  </a:lnTo>
                  <a:lnTo>
                    <a:pt x="5865190" y="1336006"/>
                  </a:lnTo>
                  <a:lnTo>
                    <a:pt x="5824558" y="1400094"/>
                  </a:lnTo>
                  <a:lnTo>
                    <a:pt x="5784350" y="1461336"/>
                  </a:lnTo>
                  <a:lnTo>
                    <a:pt x="5744543" y="1519416"/>
                  </a:lnTo>
                  <a:lnTo>
                    <a:pt x="5705067" y="1574114"/>
                  </a:lnTo>
                  <a:lnTo>
                    <a:pt x="5665795" y="1625297"/>
                  </a:lnTo>
                  <a:lnTo>
                    <a:pt x="5626545" y="1672923"/>
                  </a:lnTo>
                  <a:lnTo>
                    <a:pt x="5587063" y="1717022"/>
                  </a:lnTo>
                  <a:lnTo>
                    <a:pt x="5567201" y="1737713"/>
                  </a:lnTo>
                  <a:lnTo>
                    <a:pt x="5519793" y="1782952"/>
                  </a:lnTo>
                  <a:lnTo>
                    <a:pt x="5470725" y="1823546"/>
                  </a:lnTo>
                  <a:lnTo>
                    <a:pt x="5419199" y="1859746"/>
                  </a:lnTo>
                  <a:lnTo>
                    <a:pt x="5364321" y="1891970"/>
                  </a:lnTo>
                  <a:lnTo>
                    <a:pt x="5305185" y="1920680"/>
                  </a:lnTo>
                  <a:lnTo>
                    <a:pt x="5240956" y="1946321"/>
                  </a:lnTo>
                  <a:lnTo>
                    <a:pt x="5170970" y="1969279"/>
                  </a:lnTo>
                  <a:lnTo>
                    <a:pt x="5094881" y="1989858"/>
                  </a:lnTo>
                  <a:lnTo>
                    <a:pt x="5012841" y="2008279"/>
                  </a:lnTo>
                  <a:lnTo>
                    <a:pt x="4925718" y="2024669"/>
                  </a:lnTo>
                  <a:lnTo>
                    <a:pt x="4835298" y="2039073"/>
                  </a:lnTo>
                  <a:lnTo>
                    <a:pt x="4744401" y="2051472"/>
                  </a:lnTo>
                  <a:lnTo>
                    <a:pt x="4656797" y="2061817"/>
                  </a:lnTo>
                  <a:lnTo>
                    <a:pt x="4576814" y="2070077"/>
                  </a:lnTo>
                  <a:lnTo>
                    <a:pt x="4508646" y="2076288"/>
                  </a:lnTo>
                  <a:lnTo>
                    <a:pt x="4455474" y="2080595"/>
                  </a:lnTo>
                  <a:lnTo>
                    <a:pt x="4418670" y="2083260"/>
                  </a:lnTo>
                  <a:lnTo>
                    <a:pt x="4397363" y="2084647"/>
                  </a:lnTo>
                  <a:lnTo>
                    <a:pt x="4388443" y="2085171"/>
                  </a:lnTo>
                  <a:lnTo>
                    <a:pt x="4386856" y="2085256"/>
                  </a:lnTo>
                  <a:lnTo>
                    <a:pt x="4386855" y="2085256"/>
                  </a:lnTo>
                  <a:lnTo>
                    <a:pt x="3848118" y="2085256"/>
                  </a:lnTo>
                  <a:lnTo>
                    <a:pt x="3846822" y="2085276"/>
                  </a:lnTo>
                  <a:lnTo>
                    <a:pt x="3838365" y="2085415"/>
                  </a:lnTo>
                  <a:lnTo>
                    <a:pt x="3817279" y="2085800"/>
                  </a:lnTo>
                  <a:lnTo>
                    <a:pt x="3780175" y="2086556"/>
                  </a:lnTo>
                  <a:lnTo>
                    <a:pt x="3726070" y="2087791"/>
                  </a:lnTo>
                  <a:lnTo>
                    <a:pt x="3656404" y="2089584"/>
                  </a:lnTo>
                  <a:lnTo>
                    <a:pt x="3574560" y="2091978"/>
                  </a:lnTo>
                  <a:lnTo>
                    <a:pt x="3484993" y="2094983"/>
                  </a:lnTo>
                  <a:lnTo>
                    <a:pt x="3392270" y="2098588"/>
                  </a:lnTo>
                  <a:lnTo>
                    <a:pt x="3300317" y="2102780"/>
                  </a:lnTo>
                  <a:lnTo>
                    <a:pt x="3212019" y="2107554"/>
                  </a:lnTo>
                  <a:lnTo>
                    <a:pt x="3129153" y="2112926"/>
                  </a:lnTo>
                  <a:lnTo>
                    <a:pt x="3052529" y="2118938"/>
                  </a:lnTo>
                  <a:lnTo>
                    <a:pt x="2982215" y="2125659"/>
                  </a:lnTo>
                  <a:lnTo>
                    <a:pt x="2917778" y="2133184"/>
                  </a:lnTo>
                  <a:lnTo>
                    <a:pt x="2858471" y="2141634"/>
                  </a:lnTo>
                  <a:lnTo>
                    <a:pt x="2803387" y="2151142"/>
                  </a:lnTo>
                  <a:lnTo>
                    <a:pt x="2751563" y="2161846"/>
                  </a:lnTo>
                  <a:lnTo>
                    <a:pt x="2702070" y="2173861"/>
                  </a:lnTo>
                  <a:lnTo>
                    <a:pt x="2667772" y="2183258"/>
                  </a:lnTo>
                  <a:lnTo>
                    <a:pt x="2617004" y="2198734"/>
                  </a:lnTo>
                  <a:lnTo>
                    <a:pt x="2566725" y="2215830"/>
                  </a:lnTo>
                  <a:lnTo>
                    <a:pt x="2516397" y="2234570"/>
                  </a:lnTo>
                  <a:lnTo>
                    <a:pt x="2465657" y="2254917"/>
                  </a:lnTo>
                  <a:lnTo>
                    <a:pt x="2414297" y="2276766"/>
                  </a:lnTo>
                  <a:lnTo>
                    <a:pt x="2362245" y="2299945"/>
                  </a:lnTo>
                  <a:lnTo>
                    <a:pt x="2309546" y="2324212"/>
                  </a:lnTo>
                  <a:lnTo>
                    <a:pt x="2256341" y="2349268"/>
                  </a:lnTo>
                  <a:lnTo>
                    <a:pt x="2202840" y="2374763"/>
                  </a:lnTo>
                  <a:lnTo>
                    <a:pt x="2149294" y="2400326"/>
                  </a:lnTo>
                  <a:lnTo>
                    <a:pt x="2095958" y="2425577"/>
                  </a:lnTo>
                  <a:lnTo>
                    <a:pt x="2043061" y="2450159"/>
                  </a:lnTo>
                  <a:lnTo>
                    <a:pt x="1990771" y="2473751"/>
                  </a:lnTo>
                  <a:lnTo>
                    <a:pt x="1939170" y="2496091"/>
                  </a:lnTo>
                  <a:lnTo>
                    <a:pt x="1888228" y="2516981"/>
                  </a:lnTo>
                  <a:lnTo>
                    <a:pt x="1837788" y="2536293"/>
                  </a:lnTo>
                  <a:lnTo>
                    <a:pt x="1787544" y="2553967"/>
                  </a:lnTo>
                  <a:lnTo>
                    <a:pt x="1737022" y="2570007"/>
                  </a:lnTo>
                  <a:lnTo>
                    <a:pt x="1719082" y="2575264"/>
                  </a:lnTo>
                  <a:lnTo>
                    <a:pt x="1670747" y="2588253"/>
                  </a:lnTo>
                  <a:lnTo>
                    <a:pt x="1620674" y="2599883"/>
                  </a:lnTo>
                  <a:lnTo>
                    <a:pt x="1568011" y="2610230"/>
                  </a:lnTo>
                  <a:lnTo>
                    <a:pt x="1511811" y="2619419"/>
                  </a:lnTo>
                  <a:lnTo>
                    <a:pt x="1451118" y="2627590"/>
                  </a:lnTo>
                  <a:lnTo>
                    <a:pt x="1385057" y="2634873"/>
                  </a:lnTo>
                  <a:lnTo>
                    <a:pt x="1312956" y="2641381"/>
                  </a:lnTo>
                  <a:lnTo>
                    <a:pt x="1234502" y="2647204"/>
                  </a:lnTo>
                  <a:lnTo>
                    <a:pt x="1149954" y="2652401"/>
                  </a:lnTo>
                  <a:lnTo>
                    <a:pt x="1060376" y="2657007"/>
                  </a:lnTo>
                  <a:lnTo>
                    <a:pt x="967856" y="2661031"/>
                  </a:lnTo>
                  <a:lnTo>
                    <a:pt x="875600" y="2664465"/>
                  </a:lnTo>
                  <a:lnTo>
                    <a:pt x="787773" y="2667294"/>
                  </a:lnTo>
                  <a:lnTo>
                    <a:pt x="709002" y="2669513"/>
                  </a:lnTo>
                  <a:lnTo>
                    <a:pt x="643533" y="2671140"/>
                  </a:lnTo>
                  <a:lnTo>
                    <a:pt x="594269" y="2672228"/>
                  </a:lnTo>
                  <a:lnTo>
                    <a:pt x="561980" y="2672865"/>
                  </a:lnTo>
                  <a:lnTo>
                    <a:pt x="544970" y="2673167"/>
                  </a:lnTo>
                  <a:lnTo>
                    <a:pt x="539214" y="2673259"/>
                  </a:lnTo>
                  <a:lnTo>
                    <a:pt x="538736" y="2673266"/>
                  </a:lnTo>
                  <a:lnTo>
                    <a:pt x="0" y="2673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7" name="pg2027"/>
            <p:cNvSpPr/>
            <p:nvPr/>
          </p:nvSpPr>
          <p:spPr>
            <a:xfrm>
              <a:off x="546595" y="456452"/>
              <a:ext cx="8234974" cy="5422756"/>
            </a:xfrm>
            <a:custGeom>
              <a:avLst/>
              <a:pathLst>
                <a:path w="8234974" h="5422756">
                  <a:moveTo>
                    <a:pt x="0" y="5422756"/>
                  </a:moveTo>
                  <a:lnTo>
                    <a:pt x="538736" y="5422756"/>
                  </a:lnTo>
                  <a:lnTo>
                    <a:pt x="539988" y="5422702"/>
                  </a:lnTo>
                  <a:lnTo>
                    <a:pt x="548163" y="5422320"/>
                  </a:lnTo>
                  <a:lnTo>
                    <a:pt x="568572" y="5421264"/>
                  </a:lnTo>
                  <a:lnTo>
                    <a:pt x="604550" y="5419190"/>
                  </a:lnTo>
                  <a:lnTo>
                    <a:pt x="657146" y="5415799"/>
                  </a:lnTo>
                  <a:lnTo>
                    <a:pt x="725086" y="5410867"/>
                  </a:lnTo>
                  <a:lnTo>
                    <a:pt x="805199" y="5404274"/>
                  </a:lnTo>
                  <a:lnTo>
                    <a:pt x="893229" y="5395984"/>
                  </a:lnTo>
                  <a:lnTo>
                    <a:pt x="984742" y="5386023"/>
                  </a:lnTo>
                  <a:lnTo>
                    <a:pt x="1075864" y="5374431"/>
                  </a:lnTo>
                  <a:lnTo>
                    <a:pt x="1163688" y="5361223"/>
                  </a:lnTo>
                  <a:lnTo>
                    <a:pt x="1246372" y="5346365"/>
                  </a:lnTo>
                  <a:lnTo>
                    <a:pt x="1323021" y="5329751"/>
                  </a:lnTo>
                  <a:lnTo>
                    <a:pt x="1393479" y="5311204"/>
                  </a:lnTo>
                  <a:lnTo>
                    <a:pt x="1458103" y="5290471"/>
                  </a:lnTo>
                  <a:lnTo>
                    <a:pt x="1517572" y="5267235"/>
                  </a:lnTo>
                  <a:lnTo>
                    <a:pt x="1572743" y="5241135"/>
                  </a:lnTo>
                  <a:lnTo>
                    <a:pt x="1624542" y="5211788"/>
                  </a:lnTo>
                  <a:lnTo>
                    <a:pt x="1673880" y="5178857"/>
                  </a:lnTo>
                  <a:lnTo>
                    <a:pt x="1719082" y="5144177"/>
                  </a:lnTo>
                  <a:lnTo>
                    <a:pt x="1761652" y="5107644"/>
                  </a:lnTo>
                  <a:lnTo>
                    <a:pt x="1803806" y="5067893"/>
                  </a:lnTo>
                  <a:lnTo>
                    <a:pt x="1845890" y="5024866"/>
                  </a:lnTo>
                  <a:lnTo>
                    <a:pt x="1888157" y="4978581"/>
                  </a:lnTo>
                  <a:lnTo>
                    <a:pt x="1930778" y="4929147"/>
                  </a:lnTo>
                  <a:lnTo>
                    <a:pt x="1973852" y="4876767"/>
                  </a:lnTo>
                  <a:lnTo>
                    <a:pt x="2017414" y="4821742"/>
                  </a:lnTo>
                  <a:lnTo>
                    <a:pt x="2061440" y="4764470"/>
                  </a:lnTo>
                  <a:lnTo>
                    <a:pt x="2105858" y="4705434"/>
                  </a:lnTo>
                  <a:lnTo>
                    <a:pt x="2150557" y="4645188"/>
                  </a:lnTo>
                  <a:lnTo>
                    <a:pt x="2195401" y="4584339"/>
                  </a:lnTo>
                  <a:lnTo>
                    <a:pt x="2240238" y="4523518"/>
                  </a:lnTo>
                  <a:lnTo>
                    <a:pt x="2284917" y="4463355"/>
                  </a:lnTo>
                  <a:lnTo>
                    <a:pt x="2329305" y="4404453"/>
                  </a:lnTo>
                  <a:lnTo>
                    <a:pt x="2373292" y="4347360"/>
                  </a:lnTo>
                  <a:lnTo>
                    <a:pt x="2416811" y="4292553"/>
                  </a:lnTo>
                  <a:lnTo>
                    <a:pt x="2459843" y="4240422"/>
                  </a:lnTo>
                  <a:lnTo>
                    <a:pt x="2502428" y="4191258"/>
                  </a:lnTo>
                  <a:lnTo>
                    <a:pt x="2544671" y="4145257"/>
                  </a:lnTo>
                  <a:lnTo>
                    <a:pt x="2586750" y="4102518"/>
                  </a:lnTo>
                  <a:lnTo>
                    <a:pt x="2628925" y="4063054"/>
                  </a:lnTo>
                  <a:lnTo>
                    <a:pt x="2667772" y="4029862"/>
                  </a:lnTo>
                  <a:lnTo>
                    <a:pt x="2715530" y="3993351"/>
                  </a:lnTo>
                  <a:lnTo>
                    <a:pt x="2764977" y="3960616"/>
                  </a:lnTo>
                  <a:lnTo>
                    <a:pt x="2816931" y="3931449"/>
                  </a:lnTo>
                  <a:lnTo>
                    <a:pt x="2872305" y="3905509"/>
                  </a:lnTo>
                  <a:lnTo>
                    <a:pt x="2932026" y="3882415"/>
                  </a:lnTo>
                  <a:lnTo>
                    <a:pt x="2996943" y="3861805"/>
                  </a:lnTo>
                  <a:lnTo>
                    <a:pt x="3067722" y="3843365"/>
                  </a:lnTo>
                  <a:lnTo>
                    <a:pt x="3144699" y="3826848"/>
                  </a:lnTo>
                  <a:lnTo>
                    <a:pt x="3227684" y="3812078"/>
                  </a:lnTo>
                  <a:lnTo>
                    <a:pt x="3315737" y="3798956"/>
                  </a:lnTo>
                  <a:lnTo>
                    <a:pt x="3406962" y="3787449"/>
                  </a:lnTo>
                  <a:lnTo>
                    <a:pt x="3498395" y="3777575"/>
                  </a:lnTo>
                  <a:lnTo>
                    <a:pt x="3586120" y="3769375"/>
                  </a:lnTo>
                  <a:lnTo>
                    <a:pt x="3665692" y="3762871"/>
                  </a:lnTo>
                  <a:lnTo>
                    <a:pt x="3732888" y="3758025"/>
                  </a:lnTo>
                  <a:lnTo>
                    <a:pt x="3784619" y="3754709"/>
                  </a:lnTo>
                  <a:lnTo>
                    <a:pt x="3819729" y="3752697"/>
                  </a:lnTo>
                  <a:lnTo>
                    <a:pt x="3839389" y="3751685"/>
                  </a:lnTo>
                  <a:lnTo>
                    <a:pt x="3847051" y="3751329"/>
                  </a:lnTo>
                  <a:lnTo>
                    <a:pt x="3848118" y="3751284"/>
                  </a:lnTo>
                  <a:lnTo>
                    <a:pt x="4386855" y="3751284"/>
                  </a:lnTo>
                  <a:lnTo>
                    <a:pt x="4387802" y="3751194"/>
                  </a:lnTo>
                  <a:lnTo>
                    <a:pt x="4394028" y="3750551"/>
                  </a:lnTo>
                  <a:lnTo>
                    <a:pt x="4409716" y="3748776"/>
                  </a:lnTo>
                  <a:lnTo>
                    <a:pt x="4437740" y="3745283"/>
                  </a:lnTo>
                  <a:lnTo>
                    <a:pt x="4479455" y="3739532"/>
                  </a:lnTo>
                  <a:lnTo>
                    <a:pt x="4534592" y="3731088"/>
                  </a:lnTo>
                  <a:lnTo>
                    <a:pt x="4601401" y="3719660"/>
                  </a:lnTo>
                  <a:lnTo>
                    <a:pt x="4677062" y="3705107"/>
                  </a:lnTo>
                  <a:lnTo>
                    <a:pt x="4758242" y="3687414"/>
                  </a:lnTo>
                  <a:lnTo>
                    <a:pt x="4841650" y="3666636"/>
                  </a:lnTo>
                  <a:lnTo>
                    <a:pt x="4924454" y="3642840"/>
                  </a:lnTo>
                  <a:lnTo>
                    <a:pt x="5004506" y="3616051"/>
                  </a:lnTo>
                  <a:lnTo>
                    <a:pt x="5080391" y="3586213"/>
                  </a:lnTo>
                  <a:lnTo>
                    <a:pt x="5151356" y="3553167"/>
                  </a:lnTo>
                  <a:lnTo>
                    <a:pt x="5217177" y="3516638"/>
                  </a:lnTo>
                  <a:lnTo>
                    <a:pt x="5278023" y="3476241"/>
                  </a:lnTo>
                  <a:lnTo>
                    <a:pt x="5334326" y="3431482"/>
                  </a:lnTo>
                  <a:lnTo>
                    <a:pt x="5386679" y="3381781"/>
                  </a:lnTo>
                  <a:lnTo>
                    <a:pt x="5435758" y="3326503"/>
                  </a:lnTo>
                  <a:lnTo>
                    <a:pt x="5482265" y="3265016"/>
                  </a:lnTo>
                  <a:lnTo>
                    <a:pt x="5526874" y="3196781"/>
                  </a:lnTo>
                  <a:lnTo>
                    <a:pt x="5567201" y="3126977"/>
                  </a:lnTo>
                  <a:lnTo>
                    <a:pt x="5598766" y="3067062"/>
                  </a:lnTo>
                  <a:lnTo>
                    <a:pt x="5630046" y="3003228"/>
                  </a:lnTo>
                  <a:lnTo>
                    <a:pt x="5661199" y="2935394"/>
                  </a:lnTo>
                  <a:lnTo>
                    <a:pt x="5692350" y="2863530"/>
                  </a:lnTo>
                  <a:lnTo>
                    <a:pt x="5723598" y="2787660"/>
                  </a:lnTo>
                  <a:lnTo>
                    <a:pt x="5755018" y="2707868"/>
                  </a:lnTo>
                  <a:lnTo>
                    <a:pt x="5786662" y="2624299"/>
                  </a:lnTo>
                  <a:lnTo>
                    <a:pt x="5818561" y="2537168"/>
                  </a:lnTo>
                  <a:lnTo>
                    <a:pt x="5850729" y="2446751"/>
                  </a:lnTo>
                  <a:lnTo>
                    <a:pt x="5883159" y="2353394"/>
                  </a:lnTo>
                  <a:lnTo>
                    <a:pt x="5915832" y="2257500"/>
                  </a:lnTo>
                  <a:lnTo>
                    <a:pt x="5948713" y="2159528"/>
                  </a:lnTo>
                  <a:lnTo>
                    <a:pt x="5981757" y="2059985"/>
                  </a:lnTo>
                  <a:lnTo>
                    <a:pt x="6014910" y="1959413"/>
                  </a:lnTo>
                  <a:lnTo>
                    <a:pt x="6048112" y="1858378"/>
                  </a:lnTo>
                  <a:lnTo>
                    <a:pt x="6081302" y="1757457"/>
                  </a:lnTo>
                  <a:lnTo>
                    <a:pt x="6114419" y="1657225"/>
                  </a:lnTo>
                  <a:lnTo>
                    <a:pt x="6147404" y="1558240"/>
                  </a:lnTo>
                  <a:lnTo>
                    <a:pt x="6180208" y="1461032"/>
                  </a:lnTo>
                  <a:lnTo>
                    <a:pt x="6212788" y="1366089"/>
                  </a:lnTo>
                  <a:lnTo>
                    <a:pt x="6245116" y="1273850"/>
                  </a:lnTo>
                  <a:lnTo>
                    <a:pt x="6277177" y="1184695"/>
                  </a:lnTo>
                  <a:lnTo>
                    <a:pt x="6308973" y="1098942"/>
                  </a:lnTo>
                  <a:lnTo>
                    <a:pt x="6340523" y="1016845"/>
                  </a:lnTo>
                  <a:lnTo>
                    <a:pt x="6371868" y="938590"/>
                  </a:lnTo>
                  <a:lnTo>
                    <a:pt x="6403067" y="864297"/>
                  </a:lnTo>
                  <a:lnTo>
                    <a:pt x="6434206" y="794027"/>
                  </a:lnTo>
                  <a:lnTo>
                    <a:pt x="6465393" y="727782"/>
                  </a:lnTo>
                  <a:lnTo>
                    <a:pt x="6496765" y="665510"/>
                  </a:lnTo>
                  <a:lnTo>
                    <a:pt x="6515891" y="629751"/>
                  </a:lnTo>
                  <a:lnTo>
                    <a:pt x="6559272" y="554975"/>
                  </a:lnTo>
                  <a:lnTo>
                    <a:pt x="6603992" y="487223"/>
                  </a:lnTo>
                  <a:lnTo>
                    <a:pt x="6650655" y="426187"/>
                  </a:lnTo>
                  <a:lnTo>
                    <a:pt x="6699940" y="371318"/>
                  </a:lnTo>
                  <a:lnTo>
                    <a:pt x="6752546" y="321981"/>
                  </a:lnTo>
                  <a:lnTo>
                    <a:pt x="6809147" y="277543"/>
                  </a:lnTo>
                  <a:lnTo>
                    <a:pt x="6870328" y="237429"/>
                  </a:lnTo>
                  <a:lnTo>
                    <a:pt x="6936505" y="201154"/>
                  </a:lnTo>
                  <a:lnTo>
                    <a:pt x="7007824" y="168339"/>
                  </a:lnTo>
                  <a:lnTo>
                    <a:pt x="7084030" y="138717"/>
                  </a:lnTo>
                  <a:lnTo>
                    <a:pt x="7164328" y="112136"/>
                  </a:lnTo>
                  <a:lnTo>
                    <a:pt x="7247252" y="88549"/>
                  </a:lnTo>
                  <a:lnTo>
                    <a:pt x="7330603" y="67983"/>
                  </a:lnTo>
                  <a:lnTo>
                    <a:pt x="7411509" y="50507"/>
                  </a:lnTo>
                  <a:lnTo>
                    <a:pt x="7486660" y="36173"/>
                  </a:lnTo>
                  <a:lnTo>
                    <a:pt x="7552739" y="24958"/>
                  </a:lnTo>
                  <a:lnTo>
                    <a:pt x="7606984" y="16713"/>
                  </a:lnTo>
                  <a:lnTo>
                    <a:pt x="7647738" y="11135"/>
                  </a:lnTo>
                  <a:lnTo>
                    <a:pt x="7674842" y="7779"/>
                  </a:lnTo>
                  <a:lnTo>
                    <a:pt x="7689762" y="6102"/>
                  </a:lnTo>
                  <a:lnTo>
                    <a:pt x="7695471" y="551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66" y="3745892"/>
                  </a:lnTo>
                  <a:lnTo>
                    <a:pt x="3838691" y="3746275"/>
                  </a:lnTo>
                  <a:lnTo>
                    <a:pt x="3818283" y="3747331"/>
                  </a:lnTo>
                  <a:lnTo>
                    <a:pt x="3782304" y="3749405"/>
                  </a:lnTo>
                  <a:lnTo>
                    <a:pt x="3729708" y="3752796"/>
                  </a:lnTo>
                  <a:lnTo>
                    <a:pt x="3661769" y="3757727"/>
                  </a:lnTo>
                  <a:lnTo>
                    <a:pt x="3581656" y="3764321"/>
                  </a:lnTo>
                  <a:lnTo>
                    <a:pt x="3493626" y="3772610"/>
                  </a:lnTo>
                  <a:lnTo>
                    <a:pt x="3402112" y="3782572"/>
                  </a:lnTo>
                  <a:lnTo>
                    <a:pt x="3310990" y="3794164"/>
                  </a:lnTo>
                  <a:lnTo>
                    <a:pt x="3223166" y="3807371"/>
                  </a:lnTo>
                  <a:lnTo>
                    <a:pt x="3140483" y="3822230"/>
                  </a:lnTo>
                  <a:lnTo>
                    <a:pt x="3063834" y="3838843"/>
                  </a:lnTo>
                  <a:lnTo>
                    <a:pt x="2993375" y="3857391"/>
                  </a:lnTo>
                  <a:lnTo>
                    <a:pt x="2928752" y="3878124"/>
                  </a:lnTo>
                  <a:lnTo>
                    <a:pt x="2869283" y="3901359"/>
                  </a:lnTo>
                  <a:lnTo>
                    <a:pt x="2814112" y="3927460"/>
                  </a:lnTo>
                  <a:lnTo>
                    <a:pt x="2762313" y="3956807"/>
                  </a:lnTo>
                  <a:lnTo>
                    <a:pt x="2712975" y="3989738"/>
                  </a:lnTo>
                  <a:lnTo>
                    <a:pt x="2667772" y="4024418"/>
                  </a:lnTo>
                  <a:lnTo>
                    <a:pt x="2625203" y="4060951"/>
                  </a:lnTo>
                  <a:lnTo>
                    <a:pt x="2583048" y="4100702"/>
                  </a:lnTo>
                  <a:lnTo>
                    <a:pt x="2540964" y="4143729"/>
                  </a:lnTo>
                  <a:lnTo>
                    <a:pt x="2498698" y="4190014"/>
                  </a:lnTo>
                  <a:lnTo>
                    <a:pt x="2456077" y="4239448"/>
                  </a:lnTo>
                  <a:lnTo>
                    <a:pt x="2413003" y="4291828"/>
                  </a:lnTo>
                  <a:lnTo>
                    <a:pt x="2369441" y="4346852"/>
                  </a:lnTo>
                  <a:lnTo>
                    <a:pt x="2325415" y="4404124"/>
                  </a:lnTo>
                  <a:lnTo>
                    <a:pt x="2280997" y="4463161"/>
                  </a:lnTo>
                  <a:lnTo>
                    <a:pt x="2236297" y="4523406"/>
                  </a:lnTo>
                  <a:lnTo>
                    <a:pt x="2191454" y="4584255"/>
                  </a:lnTo>
                  <a:lnTo>
                    <a:pt x="2146617" y="4645077"/>
                  </a:lnTo>
                  <a:lnTo>
                    <a:pt x="2101937" y="4705240"/>
                  </a:lnTo>
                  <a:lnTo>
                    <a:pt x="2057550" y="4764142"/>
                  </a:lnTo>
                  <a:lnTo>
                    <a:pt x="2013562" y="4821235"/>
                  </a:lnTo>
                  <a:lnTo>
                    <a:pt x="1970043" y="4876041"/>
                  </a:lnTo>
                  <a:lnTo>
                    <a:pt x="1927011" y="4928173"/>
                  </a:lnTo>
                  <a:lnTo>
                    <a:pt x="1884427" y="4977336"/>
                  </a:lnTo>
                  <a:lnTo>
                    <a:pt x="1842184" y="5023338"/>
                  </a:lnTo>
                  <a:lnTo>
                    <a:pt x="1800105" y="5066076"/>
                  </a:lnTo>
                  <a:lnTo>
                    <a:pt x="1757929" y="5105540"/>
                  </a:lnTo>
                  <a:lnTo>
                    <a:pt x="1719082" y="5138732"/>
                  </a:lnTo>
                  <a:lnTo>
                    <a:pt x="1671324" y="5175244"/>
                  </a:lnTo>
                  <a:lnTo>
                    <a:pt x="1621878" y="5207979"/>
                  </a:lnTo>
                  <a:lnTo>
                    <a:pt x="1569924" y="5237145"/>
                  </a:lnTo>
                  <a:lnTo>
                    <a:pt x="1514549" y="5263085"/>
                  </a:lnTo>
                  <a:lnTo>
                    <a:pt x="1454829" y="5286180"/>
                  </a:lnTo>
                  <a:lnTo>
                    <a:pt x="1389912" y="5306790"/>
                  </a:lnTo>
                  <a:lnTo>
                    <a:pt x="1319132" y="5325230"/>
                  </a:lnTo>
                  <a:lnTo>
                    <a:pt x="1242155" y="5341747"/>
                  </a:lnTo>
                  <a:lnTo>
                    <a:pt x="1159171" y="5356516"/>
                  </a:lnTo>
                  <a:lnTo>
                    <a:pt x="1071118" y="5369638"/>
                  </a:lnTo>
                  <a:lnTo>
                    <a:pt x="979893" y="5381145"/>
                  </a:lnTo>
                  <a:lnTo>
                    <a:pt x="888459" y="5391019"/>
                  </a:lnTo>
                  <a:lnTo>
                    <a:pt x="800734" y="5399220"/>
                  </a:lnTo>
                  <a:lnTo>
                    <a:pt x="721162" y="5405724"/>
                  </a:lnTo>
                  <a:lnTo>
                    <a:pt x="653967" y="5410570"/>
                  </a:lnTo>
                  <a:lnTo>
                    <a:pt x="602235" y="5413885"/>
                  </a:lnTo>
                  <a:lnTo>
                    <a:pt x="567126" y="5415897"/>
                  </a:lnTo>
                  <a:lnTo>
                    <a:pt x="547465" y="5416909"/>
                  </a:lnTo>
                  <a:lnTo>
                    <a:pt x="539804" y="5417266"/>
                  </a:lnTo>
                  <a:lnTo>
                    <a:pt x="538736" y="5417311"/>
                  </a:lnTo>
                  <a:lnTo>
                    <a:pt x="0" y="5417311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28" name="pl2028"/>
            <p:cNvSpPr/>
            <p:nvPr/>
          </p:nvSpPr>
          <p:spPr>
            <a:xfrm>
              <a:off x="546595" y="461896"/>
              <a:ext cx="8234974" cy="5417311"/>
            </a:xfrm>
            <a:custGeom>
              <a:avLst/>
              <a:pathLst>
                <a:path w="8234974" h="5417311">
                  <a:moveTo>
                    <a:pt x="0" y="5417311"/>
                  </a:moveTo>
                  <a:lnTo>
                    <a:pt x="538736" y="5417311"/>
                  </a:lnTo>
                  <a:lnTo>
                    <a:pt x="539988" y="5417258"/>
                  </a:lnTo>
                  <a:lnTo>
                    <a:pt x="548163" y="5416875"/>
                  </a:lnTo>
                  <a:lnTo>
                    <a:pt x="568572" y="5415819"/>
                  </a:lnTo>
                  <a:lnTo>
                    <a:pt x="604550" y="5413745"/>
                  </a:lnTo>
                  <a:lnTo>
                    <a:pt x="657146" y="5410354"/>
                  </a:lnTo>
                  <a:lnTo>
                    <a:pt x="725086" y="5405423"/>
                  </a:lnTo>
                  <a:lnTo>
                    <a:pt x="805199" y="5398829"/>
                  </a:lnTo>
                  <a:lnTo>
                    <a:pt x="893229" y="5390540"/>
                  </a:lnTo>
                  <a:lnTo>
                    <a:pt x="984742" y="5380578"/>
                  </a:lnTo>
                  <a:lnTo>
                    <a:pt x="1075864" y="5368986"/>
                  </a:lnTo>
                  <a:lnTo>
                    <a:pt x="1163688" y="5355779"/>
                  </a:lnTo>
                  <a:lnTo>
                    <a:pt x="1246372" y="5340920"/>
                  </a:lnTo>
                  <a:lnTo>
                    <a:pt x="1323021" y="5324307"/>
                  </a:lnTo>
                  <a:lnTo>
                    <a:pt x="1393479" y="5305759"/>
                  </a:lnTo>
                  <a:lnTo>
                    <a:pt x="1458103" y="5285026"/>
                  </a:lnTo>
                  <a:lnTo>
                    <a:pt x="1517572" y="5261791"/>
                  </a:lnTo>
                  <a:lnTo>
                    <a:pt x="1572743" y="5235690"/>
                  </a:lnTo>
                  <a:lnTo>
                    <a:pt x="1624542" y="5206343"/>
                  </a:lnTo>
                  <a:lnTo>
                    <a:pt x="1673880" y="5173412"/>
                  </a:lnTo>
                  <a:lnTo>
                    <a:pt x="1719082" y="5138732"/>
                  </a:lnTo>
                  <a:lnTo>
                    <a:pt x="1761652" y="5102199"/>
                  </a:lnTo>
                  <a:lnTo>
                    <a:pt x="1803806" y="5062448"/>
                  </a:lnTo>
                  <a:lnTo>
                    <a:pt x="1845890" y="5019421"/>
                  </a:lnTo>
                  <a:lnTo>
                    <a:pt x="1888157" y="4973136"/>
                  </a:lnTo>
                  <a:lnTo>
                    <a:pt x="1930778" y="4923702"/>
                  </a:lnTo>
                  <a:lnTo>
                    <a:pt x="1973852" y="4871322"/>
                  </a:lnTo>
                  <a:lnTo>
                    <a:pt x="2017414" y="4816298"/>
                  </a:lnTo>
                  <a:lnTo>
                    <a:pt x="2061440" y="4759026"/>
                  </a:lnTo>
                  <a:lnTo>
                    <a:pt x="2105858" y="4699989"/>
                  </a:lnTo>
                  <a:lnTo>
                    <a:pt x="2150557" y="4639744"/>
                  </a:lnTo>
                  <a:lnTo>
                    <a:pt x="2195401" y="4578895"/>
                  </a:lnTo>
                  <a:lnTo>
                    <a:pt x="2240238" y="4518073"/>
                  </a:lnTo>
                  <a:lnTo>
                    <a:pt x="2284917" y="4457910"/>
                  </a:lnTo>
                  <a:lnTo>
                    <a:pt x="2329305" y="4399008"/>
                  </a:lnTo>
                  <a:lnTo>
                    <a:pt x="2373292" y="4341915"/>
                  </a:lnTo>
                  <a:lnTo>
                    <a:pt x="2416811" y="4287109"/>
                  </a:lnTo>
                  <a:lnTo>
                    <a:pt x="2459843" y="4234977"/>
                  </a:lnTo>
                  <a:lnTo>
                    <a:pt x="2502428" y="4185814"/>
                  </a:lnTo>
                  <a:lnTo>
                    <a:pt x="2544671" y="4139812"/>
                  </a:lnTo>
                  <a:lnTo>
                    <a:pt x="2586750" y="4097074"/>
                  </a:lnTo>
                  <a:lnTo>
                    <a:pt x="2628925" y="4057610"/>
                  </a:lnTo>
                  <a:lnTo>
                    <a:pt x="2667772" y="4024418"/>
                  </a:lnTo>
                  <a:lnTo>
                    <a:pt x="2715530" y="3987906"/>
                  </a:lnTo>
                  <a:lnTo>
                    <a:pt x="2764977" y="3955171"/>
                  </a:lnTo>
                  <a:lnTo>
                    <a:pt x="2816931" y="3926005"/>
                  </a:lnTo>
                  <a:lnTo>
                    <a:pt x="2872305" y="3900065"/>
                  </a:lnTo>
                  <a:lnTo>
                    <a:pt x="2932026" y="3876970"/>
                  </a:lnTo>
                  <a:lnTo>
                    <a:pt x="2996943" y="3856360"/>
                  </a:lnTo>
                  <a:lnTo>
                    <a:pt x="3067722" y="3837920"/>
                  </a:lnTo>
                  <a:lnTo>
                    <a:pt x="3144699" y="3821403"/>
                  </a:lnTo>
                  <a:lnTo>
                    <a:pt x="3227684" y="3806634"/>
                  </a:lnTo>
                  <a:lnTo>
                    <a:pt x="3315737" y="3793512"/>
                  </a:lnTo>
                  <a:lnTo>
                    <a:pt x="3406962" y="3782005"/>
                  </a:lnTo>
                  <a:lnTo>
                    <a:pt x="3498395" y="3772131"/>
                  </a:lnTo>
                  <a:lnTo>
                    <a:pt x="3586120" y="3763930"/>
                  </a:lnTo>
                  <a:lnTo>
                    <a:pt x="3665692" y="3757426"/>
                  </a:lnTo>
                  <a:lnTo>
                    <a:pt x="3732888" y="3752580"/>
                  </a:lnTo>
                  <a:lnTo>
                    <a:pt x="3784619" y="3749265"/>
                  </a:lnTo>
                  <a:lnTo>
                    <a:pt x="3819729" y="3747253"/>
                  </a:lnTo>
                  <a:lnTo>
                    <a:pt x="3839389" y="3746241"/>
                  </a:lnTo>
                  <a:lnTo>
                    <a:pt x="3847051" y="3745884"/>
                  </a:lnTo>
                  <a:lnTo>
                    <a:pt x="3848118" y="3745839"/>
                  </a:lnTo>
                  <a:lnTo>
                    <a:pt x="4386855" y="3745839"/>
                  </a:lnTo>
                  <a:lnTo>
                    <a:pt x="4387802" y="3745749"/>
                  </a:lnTo>
                  <a:lnTo>
                    <a:pt x="4394028" y="3745107"/>
                  </a:lnTo>
                  <a:lnTo>
                    <a:pt x="4409716" y="3743332"/>
                  </a:lnTo>
                  <a:lnTo>
                    <a:pt x="4437740" y="3739838"/>
                  </a:lnTo>
                  <a:lnTo>
                    <a:pt x="4479455" y="3734087"/>
                  </a:lnTo>
                  <a:lnTo>
                    <a:pt x="4534592" y="3725643"/>
                  </a:lnTo>
                  <a:lnTo>
                    <a:pt x="4601401" y="3714215"/>
                  </a:lnTo>
                  <a:lnTo>
                    <a:pt x="4677062" y="3699663"/>
                  </a:lnTo>
                  <a:lnTo>
                    <a:pt x="4758242" y="3681970"/>
                  </a:lnTo>
                  <a:lnTo>
                    <a:pt x="4841650" y="3661191"/>
                  </a:lnTo>
                  <a:lnTo>
                    <a:pt x="4924454" y="3637395"/>
                  </a:lnTo>
                  <a:lnTo>
                    <a:pt x="5004506" y="3610606"/>
                  </a:lnTo>
                  <a:lnTo>
                    <a:pt x="5080391" y="3580768"/>
                  </a:lnTo>
                  <a:lnTo>
                    <a:pt x="5151356" y="3547722"/>
                  </a:lnTo>
                  <a:lnTo>
                    <a:pt x="5217177" y="3511194"/>
                  </a:lnTo>
                  <a:lnTo>
                    <a:pt x="5278023" y="3470796"/>
                  </a:lnTo>
                  <a:lnTo>
                    <a:pt x="5334326" y="3426037"/>
                  </a:lnTo>
                  <a:lnTo>
                    <a:pt x="5386679" y="3376336"/>
                  </a:lnTo>
                  <a:lnTo>
                    <a:pt x="5435758" y="3321059"/>
                  </a:lnTo>
                  <a:lnTo>
                    <a:pt x="5482265" y="3259571"/>
                  </a:lnTo>
                  <a:lnTo>
                    <a:pt x="5526874" y="3191337"/>
                  </a:lnTo>
                  <a:lnTo>
                    <a:pt x="5567201" y="3121532"/>
                  </a:lnTo>
                  <a:lnTo>
                    <a:pt x="5598766" y="3061618"/>
                  </a:lnTo>
                  <a:lnTo>
                    <a:pt x="5630046" y="2997784"/>
                  </a:lnTo>
                  <a:lnTo>
                    <a:pt x="5661199" y="2929950"/>
                  </a:lnTo>
                  <a:lnTo>
                    <a:pt x="5692350" y="2858086"/>
                  </a:lnTo>
                  <a:lnTo>
                    <a:pt x="5723598" y="2782216"/>
                  </a:lnTo>
                  <a:lnTo>
                    <a:pt x="5755018" y="2702423"/>
                  </a:lnTo>
                  <a:lnTo>
                    <a:pt x="5786662" y="2618855"/>
                  </a:lnTo>
                  <a:lnTo>
                    <a:pt x="5818561" y="2531723"/>
                  </a:lnTo>
                  <a:lnTo>
                    <a:pt x="5850729" y="2441307"/>
                  </a:lnTo>
                  <a:lnTo>
                    <a:pt x="5883159" y="2347949"/>
                  </a:lnTo>
                  <a:lnTo>
                    <a:pt x="5915832" y="2252055"/>
                  </a:lnTo>
                  <a:lnTo>
                    <a:pt x="5948713" y="2154084"/>
                  </a:lnTo>
                  <a:lnTo>
                    <a:pt x="5981757" y="2054541"/>
                  </a:lnTo>
                  <a:lnTo>
                    <a:pt x="6014910" y="1953968"/>
                  </a:lnTo>
                  <a:lnTo>
                    <a:pt x="6048112" y="1852933"/>
                  </a:lnTo>
                  <a:lnTo>
                    <a:pt x="6081302" y="1752012"/>
                  </a:lnTo>
                  <a:lnTo>
                    <a:pt x="6114419" y="1651780"/>
                  </a:lnTo>
                  <a:lnTo>
                    <a:pt x="6147404" y="1552796"/>
                  </a:lnTo>
                  <a:lnTo>
                    <a:pt x="6180208" y="1455587"/>
                  </a:lnTo>
                  <a:lnTo>
                    <a:pt x="6212788" y="1360644"/>
                  </a:lnTo>
                  <a:lnTo>
                    <a:pt x="6245116" y="1268405"/>
                  </a:lnTo>
                  <a:lnTo>
                    <a:pt x="6277177" y="1179250"/>
                  </a:lnTo>
                  <a:lnTo>
                    <a:pt x="6308973" y="1093498"/>
                  </a:lnTo>
                  <a:lnTo>
                    <a:pt x="6340523" y="1011401"/>
                  </a:lnTo>
                  <a:lnTo>
                    <a:pt x="6371868" y="933145"/>
                  </a:lnTo>
                  <a:lnTo>
                    <a:pt x="6403067" y="858853"/>
                  </a:lnTo>
                  <a:lnTo>
                    <a:pt x="6434206" y="788583"/>
                  </a:lnTo>
                  <a:lnTo>
                    <a:pt x="6465393" y="722337"/>
                  </a:lnTo>
                  <a:lnTo>
                    <a:pt x="6496765" y="660065"/>
                  </a:lnTo>
                  <a:lnTo>
                    <a:pt x="6515891" y="624306"/>
                  </a:lnTo>
                  <a:lnTo>
                    <a:pt x="6559272" y="549531"/>
                  </a:lnTo>
                  <a:lnTo>
                    <a:pt x="6603992" y="481779"/>
                  </a:lnTo>
                  <a:lnTo>
                    <a:pt x="6650655" y="420742"/>
                  </a:lnTo>
                  <a:lnTo>
                    <a:pt x="6699940" y="365873"/>
                  </a:lnTo>
                  <a:lnTo>
                    <a:pt x="6752546" y="316536"/>
                  </a:lnTo>
                  <a:lnTo>
                    <a:pt x="6809147" y="272098"/>
                  </a:lnTo>
                  <a:lnTo>
                    <a:pt x="6870328" y="231985"/>
                  </a:lnTo>
                  <a:lnTo>
                    <a:pt x="6936505" y="195710"/>
                  </a:lnTo>
                  <a:lnTo>
                    <a:pt x="7007824" y="162894"/>
                  </a:lnTo>
                  <a:lnTo>
                    <a:pt x="7084030" y="133272"/>
                  </a:lnTo>
                  <a:lnTo>
                    <a:pt x="7164328" y="106692"/>
                  </a:lnTo>
                  <a:lnTo>
                    <a:pt x="7247252" y="83104"/>
                  </a:lnTo>
                  <a:lnTo>
                    <a:pt x="7330603" y="62538"/>
                  </a:lnTo>
                  <a:lnTo>
                    <a:pt x="7411509" y="45062"/>
                  </a:lnTo>
                  <a:lnTo>
                    <a:pt x="7486660" y="30728"/>
                  </a:lnTo>
                  <a:lnTo>
                    <a:pt x="7552739" y="19514"/>
                  </a:lnTo>
                  <a:lnTo>
                    <a:pt x="7606984" y="11269"/>
                  </a:lnTo>
                  <a:lnTo>
                    <a:pt x="7647738" y="5690"/>
                  </a:lnTo>
                  <a:lnTo>
                    <a:pt x="7674842" y="2334"/>
                  </a:lnTo>
                  <a:lnTo>
                    <a:pt x="7689762" y="657"/>
                  </a:lnTo>
                  <a:lnTo>
                    <a:pt x="7695471" y="72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9" name="pl2029"/>
            <p:cNvSpPr/>
            <p:nvPr/>
          </p:nvSpPr>
          <p:spPr>
            <a:xfrm>
              <a:off x="546595" y="456452"/>
              <a:ext cx="8234974" cy="5417311"/>
            </a:xfrm>
            <a:custGeom>
              <a:avLst/>
              <a:pathLst>
                <a:path w="8234974" h="5417311">
                  <a:moveTo>
                    <a:pt x="8234974" y="0"/>
                  </a:moveTo>
                  <a:lnTo>
                    <a:pt x="7696237" y="0"/>
                  </a:lnTo>
                  <a:lnTo>
                    <a:pt x="7695290" y="90"/>
                  </a:lnTo>
                  <a:lnTo>
                    <a:pt x="7689064" y="732"/>
                  </a:lnTo>
                  <a:lnTo>
                    <a:pt x="7673377" y="2507"/>
                  </a:lnTo>
                  <a:lnTo>
                    <a:pt x="7645353" y="6000"/>
                  </a:lnTo>
                  <a:lnTo>
                    <a:pt x="7603637" y="11751"/>
                  </a:lnTo>
                  <a:lnTo>
                    <a:pt x="7548501" y="20195"/>
                  </a:lnTo>
                  <a:lnTo>
                    <a:pt x="7481691" y="31623"/>
                  </a:lnTo>
                  <a:lnTo>
                    <a:pt x="7406030" y="46176"/>
                  </a:lnTo>
                  <a:lnTo>
                    <a:pt x="7324850" y="63869"/>
                  </a:lnTo>
                  <a:lnTo>
                    <a:pt x="7241442" y="84647"/>
                  </a:lnTo>
                  <a:lnTo>
                    <a:pt x="7158638" y="108443"/>
                  </a:lnTo>
                  <a:lnTo>
                    <a:pt x="7078586" y="135232"/>
                  </a:lnTo>
                  <a:lnTo>
                    <a:pt x="7002701" y="165070"/>
                  </a:lnTo>
                  <a:lnTo>
                    <a:pt x="6931737" y="198116"/>
                  </a:lnTo>
                  <a:lnTo>
                    <a:pt x="6865916" y="234645"/>
                  </a:lnTo>
                  <a:lnTo>
                    <a:pt x="6805069" y="275042"/>
                  </a:lnTo>
                  <a:lnTo>
                    <a:pt x="6748766" y="319801"/>
                  </a:lnTo>
                  <a:lnTo>
                    <a:pt x="6696413" y="369502"/>
                  </a:lnTo>
                  <a:lnTo>
                    <a:pt x="6647334" y="424780"/>
                  </a:lnTo>
                  <a:lnTo>
                    <a:pt x="6600827" y="486267"/>
                  </a:lnTo>
                  <a:lnTo>
                    <a:pt x="6556219" y="554502"/>
                  </a:lnTo>
                  <a:lnTo>
                    <a:pt x="6515891" y="624306"/>
                  </a:lnTo>
                  <a:lnTo>
                    <a:pt x="6484327" y="684221"/>
                  </a:lnTo>
                  <a:lnTo>
                    <a:pt x="6453046" y="748055"/>
                  </a:lnTo>
                  <a:lnTo>
                    <a:pt x="6421893" y="815889"/>
                  </a:lnTo>
                  <a:lnTo>
                    <a:pt x="6390742" y="887753"/>
                  </a:lnTo>
                  <a:lnTo>
                    <a:pt x="6359494" y="963623"/>
                  </a:lnTo>
                  <a:lnTo>
                    <a:pt x="6328074" y="1043416"/>
                  </a:lnTo>
                  <a:lnTo>
                    <a:pt x="6296430" y="1126984"/>
                  </a:lnTo>
                  <a:lnTo>
                    <a:pt x="6264531" y="1214116"/>
                  </a:lnTo>
                  <a:lnTo>
                    <a:pt x="6232364" y="1304532"/>
                  </a:lnTo>
                  <a:lnTo>
                    <a:pt x="6199933" y="1397889"/>
                  </a:lnTo>
                  <a:lnTo>
                    <a:pt x="6167260" y="1493783"/>
                  </a:lnTo>
                  <a:lnTo>
                    <a:pt x="6134379" y="1591755"/>
                  </a:lnTo>
                  <a:lnTo>
                    <a:pt x="6101335" y="1691298"/>
                  </a:lnTo>
                  <a:lnTo>
                    <a:pt x="6068183" y="1791870"/>
                  </a:lnTo>
                  <a:lnTo>
                    <a:pt x="6034980" y="1892905"/>
                  </a:lnTo>
                  <a:lnTo>
                    <a:pt x="6001790" y="1993826"/>
                  </a:lnTo>
                  <a:lnTo>
                    <a:pt x="5968674" y="2094058"/>
                  </a:lnTo>
                  <a:lnTo>
                    <a:pt x="5935688" y="2193043"/>
                  </a:lnTo>
                  <a:lnTo>
                    <a:pt x="5902885" y="2290251"/>
                  </a:lnTo>
                  <a:lnTo>
                    <a:pt x="5870304" y="2385194"/>
                  </a:lnTo>
                  <a:lnTo>
                    <a:pt x="5837976" y="2477434"/>
                  </a:lnTo>
                  <a:lnTo>
                    <a:pt x="5805915" y="2566588"/>
                  </a:lnTo>
                  <a:lnTo>
                    <a:pt x="5774119" y="2652341"/>
                  </a:lnTo>
                  <a:lnTo>
                    <a:pt x="5742569" y="2734438"/>
                  </a:lnTo>
                  <a:lnTo>
                    <a:pt x="5711225" y="2812693"/>
                  </a:lnTo>
                  <a:lnTo>
                    <a:pt x="5680025" y="2886986"/>
                  </a:lnTo>
                  <a:lnTo>
                    <a:pt x="5648887" y="2957256"/>
                  </a:lnTo>
                  <a:lnTo>
                    <a:pt x="5617700" y="3023501"/>
                  </a:lnTo>
                  <a:lnTo>
                    <a:pt x="5586327" y="3085773"/>
                  </a:lnTo>
                  <a:lnTo>
                    <a:pt x="5567201" y="3121532"/>
                  </a:lnTo>
                  <a:lnTo>
                    <a:pt x="5523820" y="3196308"/>
                  </a:lnTo>
                  <a:lnTo>
                    <a:pt x="5479100" y="3264060"/>
                  </a:lnTo>
                  <a:lnTo>
                    <a:pt x="5432437" y="3325096"/>
                  </a:lnTo>
                  <a:lnTo>
                    <a:pt x="5383153" y="3379965"/>
                  </a:lnTo>
                  <a:lnTo>
                    <a:pt x="5330546" y="3429302"/>
                  </a:lnTo>
                  <a:lnTo>
                    <a:pt x="5273945" y="3473740"/>
                  </a:lnTo>
                  <a:lnTo>
                    <a:pt x="5212764" y="3513854"/>
                  </a:lnTo>
                  <a:lnTo>
                    <a:pt x="5146587" y="3550129"/>
                  </a:lnTo>
                  <a:lnTo>
                    <a:pt x="5075269" y="3582944"/>
                  </a:lnTo>
                  <a:lnTo>
                    <a:pt x="4999062" y="3612566"/>
                  </a:lnTo>
                  <a:lnTo>
                    <a:pt x="4918765" y="3639147"/>
                  </a:lnTo>
                  <a:lnTo>
                    <a:pt x="4835841" y="3662734"/>
                  </a:lnTo>
                  <a:lnTo>
                    <a:pt x="4752489" y="3683300"/>
                  </a:lnTo>
                  <a:lnTo>
                    <a:pt x="4671583" y="3700777"/>
                  </a:lnTo>
                  <a:lnTo>
                    <a:pt x="4596433" y="3715110"/>
                  </a:lnTo>
                  <a:lnTo>
                    <a:pt x="4530353" y="3726325"/>
                  </a:lnTo>
                  <a:lnTo>
                    <a:pt x="4476108" y="3734570"/>
                  </a:lnTo>
                  <a:lnTo>
                    <a:pt x="4435355" y="3740148"/>
                  </a:lnTo>
                  <a:lnTo>
                    <a:pt x="4408251" y="3743504"/>
                  </a:lnTo>
                  <a:lnTo>
                    <a:pt x="4393331" y="3745181"/>
                  </a:lnTo>
                  <a:lnTo>
                    <a:pt x="4387621" y="3745767"/>
                  </a:lnTo>
                  <a:lnTo>
                    <a:pt x="4386855" y="3745839"/>
                  </a:lnTo>
                  <a:lnTo>
                    <a:pt x="3848118" y="3745839"/>
                  </a:lnTo>
                  <a:lnTo>
                    <a:pt x="3846866" y="3745892"/>
                  </a:lnTo>
                  <a:lnTo>
                    <a:pt x="3838691" y="3746275"/>
                  </a:lnTo>
                  <a:lnTo>
                    <a:pt x="3818283" y="3747331"/>
                  </a:lnTo>
                  <a:lnTo>
                    <a:pt x="3782304" y="3749405"/>
                  </a:lnTo>
                  <a:lnTo>
                    <a:pt x="3729708" y="3752796"/>
                  </a:lnTo>
                  <a:lnTo>
                    <a:pt x="3661769" y="3757727"/>
                  </a:lnTo>
                  <a:lnTo>
                    <a:pt x="3581656" y="3764321"/>
                  </a:lnTo>
                  <a:lnTo>
                    <a:pt x="3493626" y="3772610"/>
                  </a:lnTo>
                  <a:lnTo>
                    <a:pt x="3402112" y="3782572"/>
                  </a:lnTo>
                  <a:lnTo>
                    <a:pt x="3310990" y="3794164"/>
                  </a:lnTo>
                  <a:lnTo>
                    <a:pt x="3223166" y="3807371"/>
                  </a:lnTo>
                  <a:lnTo>
                    <a:pt x="3140483" y="3822230"/>
                  </a:lnTo>
                  <a:lnTo>
                    <a:pt x="3063834" y="3838843"/>
                  </a:lnTo>
                  <a:lnTo>
                    <a:pt x="2993375" y="3857391"/>
                  </a:lnTo>
                  <a:lnTo>
                    <a:pt x="2928752" y="3878124"/>
                  </a:lnTo>
                  <a:lnTo>
                    <a:pt x="2869283" y="3901359"/>
                  </a:lnTo>
                  <a:lnTo>
                    <a:pt x="2814112" y="3927460"/>
                  </a:lnTo>
                  <a:lnTo>
                    <a:pt x="2762313" y="3956807"/>
                  </a:lnTo>
                  <a:lnTo>
                    <a:pt x="2712975" y="3989738"/>
                  </a:lnTo>
                  <a:lnTo>
                    <a:pt x="2667772" y="4024418"/>
                  </a:lnTo>
                  <a:lnTo>
                    <a:pt x="2625203" y="4060951"/>
                  </a:lnTo>
                  <a:lnTo>
                    <a:pt x="2583048" y="4100702"/>
                  </a:lnTo>
                  <a:lnTo>
                    <a:pt x="2540964" y="4143729"/>
                  </a:lnTo>
                  <a:lnTo>
                    <a:pt x="2498698" y="4190014"/>
                  </a:lnTo>
                  <a:lnTo>
                    <a:pt x="2456077" y="4239448"/>
                  </a:lnTo>
                  <a:lnTo>
                    <a:pt x="2413003" y="4291828"/>
                  </a:lnTo>
                  <a:lnTo>
                    <a:pt x="2369441" y="4346852"/>
                  </a:lnTo>
                  <a:lnTo>
                    <a:pt x="2325415" y="4404124"/>
                  </a:lnTo>
                  <a:lnTo>
                    <a:pt x="2280997" y="4463161"/>
                  </a:lnTo>
                  <a:lnTo>
                    <a:pt x="2236297" y="4523406"/>
                  </a:lnTo>
                  <a:lnTo>
                    <a:pt x="2191454" y="4584255"/>
                  </a:lnTo>
                  <a:lnTo>
                    <a:pt x="2146617" y="4645077"/>
                  </a:lnTo>
                  <a:lnTo>
                    <a:pt x="2101937" y="4705240"/>
                  </a:lnTo>
                  <a:lnTo>
                    <a:pt x="2057550" y="4764142"/>
                  </a:lnTo>
                  <a:lnTo>
                    <a:pt x="2013562" y="4821235"/>
                  </a:lnTo>
                  <a:lnTo>
                    <a:pt x="1970043" y="4876041"/>
                  </a:lnTo>
                  <a:lnTo>
                    <a:pt x="1927011" y="4928173"/>
                  </a:lnTo>
                  <a:lnTo>
                    <a:pt x="1884427" y="4977336"/>
                  </a:lnTo>
                  <a:lnTo>
                    <a:pt x="1842184" y="5023338"/>
                  </a:lnTo>
                  <a:lnTo>
                    <a:pt x="1800105" y="5066076"/>
                  </a:lnTo>
                  <a:lnTo>
                    <a:pt x="1757929" y="5105540"/>
                  </a:lnTo>
                  <a:lnTo>
                    <a:pt x="1719082" y="5138732"/>
                  </a:lnTo>
                  <a:lnTo>
                    <a:pt x="1671324" y="5175244"/>
                  </a:lnTo>
                  <a:lnTo>
                    <a:pt x="1621878" y="5207979"/>
                  </a:lnTo>
                  <a:lnTo>
                    <a:pt x="1569924" y="5237145"/>
                  </a:lnTo>
                  <a:lnTo>
                    <a:pt x="1514549" y="5263085"/>
                  </a:lnTo>
                  <a:lnTo>
                    <a:pt x="1454829" y="5286180"/>
                  </a:lnTo>
                  <a:lnTo>
                    <a:pt x="1389912" y="5306790"/>
                  </a:lnTo>
                  <a:lnTo>
                    <a:pt x="1319132" y="5325230"/>
                  </a:lnTo>
                  <a:lnTo>
                    <a:pt x="1242155" y="5341747"/>
                  </a:lnTo>
                  <a:lnTo>
                    <a:pt x="1159171" y="5356516"/>
                  </a:lnTo>
                  <a:lnTo>
                    <a:pt x="1071118" y="5369638"/>
                  </a:lnTo>
                  <a:lnTo>
                    <a:pt x="979893" y="5381145"/>
                  </a:lnTo>
                  <a:lnTo>
                    <a:pt x="888459" y="5391019"/>
                  </a:lnTo>
                  <a:lnTo>
                    <a:pt x="800734" y="5399220"/>
                  </a:lnTo>
                  <a:lnTo>
                    <a:pt x="721162" y="5405724"/>
                  </a:lnTo>
                  <a:lnTo>
                    <a:pt x="653967" y="5410570"/>
                  </a:lnTo>
                  <a:lnTo>
                    <a:pt x="602235" y="5413885"/>
                  </a:lnTo>
                  <a:lnTo>
                    <a:pt x="567126" y="5415897"/>
                  </a:lnTo>
                  <a:lnTo>
                    <a:pt x="547465" y="5416909"/>
                  </a:lnTo>
                  <a:lnTo>
                    <a:pt x="539804" y="5417266"/>
                  </a:lnTo>
                  <a:lnTo>
                    <a:pt x="538736" y="5417311"/>
                  </a:lnTo>
                  <a:lnTo>
                    <a:pt x="0" y="54173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0" name="pg2030"/>
            <p:cNvSpPr/>
            <p:nvPr/>
          </p:nvSpPr>
          <p:spPr>
            <a:xfrm>
              <a:off x="546595" y="1077129"/>
              <a:ext cx="8234974" cy="4769411"/>
            </a:xfrm>
            <a:custGeom>
              <a:avLst/>
              <a:pathLst>
                <a:path w="8234974" h="4769411">
                  <a:moveTo>
                    <a:pt x="0" y="4769411"/>
                  </a:moveTo>
                  <a:lnTo>
                    <a:pt x="538736" y="4769411"/>
                  </a:lnTo>
                  <a:lnTo>
                    <a:pt x="539603" y="4769307"/>
                  </a:lnTo>
                  <a:lnTo>
                    <a:pt x="545309" y="4768562"/>
                  </a:lnTo>
                  <a:lnTo>
                    <a:pt x="559726" y="4766502"/>
                  </a:lnTo>
                  <a:lnTo>
                    <a:pt x="585576" y="4762447"/>
                  </a:lnTo>
                  <a:lnTo>
                    <a:pt x="624250" y="4755760"/>
                  </a:lnTo>
                  <a:lnTo>
                    <a:pt x="675697" y="4745916"/>
                  </a:lnTo>
                  <a:lnTo>
                    <a:pt x="738520" y="4732547"/>
                  </a:lnTo>
                  <a:lnTo>
                    <a:pt x="810289" y="4715457"/>
                  </a:lnTo>
                  <a:lnTo>
                    <a:pt x="888016" y="4694602"/>
                  </a:lnTo>
                  <a:lnTo>
                    <a:pt x="968639" y="4670031"/>
                  </a:lnTo>
                  <a:lnTo>
                    <a:pt x="1049424" y="4641825"/>
                  </a:lnTo>
                  <a:lnTo>
                    <a:pt x="1128200" y="4610036"/>
                  </a:lnTo>
                  <a:lnTo>
                    <a:pt x="1203450" y="4574635"/>
                  </a:lnTo>
                  <a:lnTo>
                    <a:pt x="1274273" y="4535483"/>
                  </a:lnTo>
                  <a:lnTo>
                    <a:pt x="1340288" y="4492317"/>
                  </a:lnTo>
                  <a:lnTo>
                    <a:pt x="1401510" y="4444742"/>
                  </a:lnTo>
                  <a:lnTo>
                    <a:pt x="1458237" y="4392242"/>
                  </a:lnTo>
                  <a:lnTo>
                    <a:pt x="1510948" y="4334189"/>
                  </a:lnTo>
                  <a:lnTo>
                    <a:pt x="1560230" y="4269873"/>
                  </a:lnTo>
                  <a:lnTo>
                    <a:pt x="1606718" y="4198545"/>
                  </a:lnTo>
                  <a:lnTo>
                    <a:pt x="1651046" y="4119499"/>
                  </a:lnTo>
                  <a:lnTo>
                    <a:pt x="1693809" y="4032199"/>
                  </a:lnTo>
                  <a:lnTo>
                    <a:pt x="1719082" y="3975417"/>
                  </a:lnTo>
                  <a:lnTo>
                    <a:pt x="1747435" y="3907237"/>
                  </a:lnTo>
                  <a:lnTo>
                    <a:pt x="1775544" y="3835049"/>
                  </a:lnTo>
                  <a:lnTo>
                    <a:pt x="1803528" y="3758774"/>
                  </a:lnTo>
                  <a:lnTo>
                    <a:pt x="1831482" y="3678371"/>
                  </a:lnTo>
                  <a:lnTo>
                    <a:pt x="1859484" y="3593844"/>
                  </a:lnTo>
                  <a:lnTo>
                    <a:pt x="1887597" y="3505244"/>
                  </a:lnTo>
                  <a:lnTo>
                    <a:pt x="1915866" y="3412672"/>
                  </a:lnTo>
                  <a:lnTo>
                    <a:pt x="1944325" y="3316284"/>
                  </a:lnTo>
                  <a:lnTo>
                    <a:pt x="1972993" y="3216290"/>
                  </a:lnTo>
                  <a:lnTo>
                    <a:pt x="2001878" y="3112953"/>
                  </a:lnTo>
                  <a:lnTo>
                    <a:pt x="2030975" y="3006592"/>
                  </a:lnTo>
                  <a:lnTo>
                    <a:pt x="2060271" y="2897575"/>
                  </a:lnTo>
                  <a:lnTo>
                    <a:pt x="2089741" y="2786317"/>
                  </a:lnTo>
                  <a:lnTo>
                    <a:pt x="2119356" y="2673272"/>
                  </a:lnTo>
                  <a:lnTo>
                    <a:pt x="2149078" y="2558927"/>
                  </a:lnTo>
                  <a:lnTo>
                    <a:pt x="2178865" y="2443796"/>
                  </a:lnTo>
                  <a:lnTo>
                    <a:pt x="2208675" y="2328404"/>
                  </a:lnTo>
                  <a:lnTo>
                    <a:pt x="2238462" y="2213285"/>
                  </a:lnTo>
                  <a:lnTo>
                    <a:pt x="2268182" y="2098964"/>
                  </a:lnTo>
                  <a:lnTo>
                    <a:pt x="2297794" y="1985955"/>
                  </a:lnTo>
                  <a:lnTo>
                    <a:pt x="2327261" y="1874743"/>
                  </a:lnTo>
                  <a:lnTo>
                    <a:pt x="2356552" y="1765783"/>
                  </a:lnTo>
                  <a:lnTo>
                    <a:pt x="2385644" y="1659488"/>
                  </a:lnTo>
                  <a:lnTo>
                    <a:pt x="2414524" y="1556225"/>
                  </a:lnTo>
                  <a:lnTo>
                    <a:pt x="2443187" y="1456311"/>
                  </a:lnTo>
                  <a:lnTo>
                    <a:pt x="2471642" y="1360009"/>
                  </a:lnTo>
                  <a:lnTo>
                    <a:pt x="2499907" y="1267527"/>
                  </a:lnTo>
                  <a:lnTo>
                    <a:pt x="2528016" y="1179019"/>
                  </a:lnTo>
                  <a:lnTo>
                    <a:pt x="2556016" y="1094586"/>
                  </a:lnTo>
                  <a:lnTo>
                    <a:pt x="2583970" y="1014279"/>
                  </a:lnTo>
                  <a:lnTo>
                    <a:pt x="2611956" y="938098"/>
                  </a:lnTo>
                  <a:lnTo>
                    <a:pt x="2640070" y="866004"/>
                  </a:lnTo>
                  <a:lnTo>
                    <a:pt x="2667772" y="799439"/>
                  </a:lnTo>
                  <a:lnTo>
                    <a:pt x="2709845" y="707042"/>
                  </a:lnTo>
                  <a:lnTo>
                    <a:pt x="2753162" y="623059"/>
                  </a:lnTo>
                  <a:lnTo>
                    <a:pt x="2798271" y="547150"/>
                  </a:lnTo>
                  <a:lnTo>
                    <a:pt x="2845789" y="478691"/>
                  </a:lnTo>
                  <a:lnTo>
                    <a:pt x="2896357" y="416946"/>
                  </a:lnTo>
                  <a:lnTo>
                    <a:pt x="2950594" y="361175"/>
                  </a:lnTo>
                  <a:lnTo>
                    <a:pt x="3009054" y="310697"/>
                  </a:lnTo>
                  <a:lnTo>
                    <a:pt x="3072153" y="264925"/>
                  </a:lnTo>
                  <a:lnTo>
                    <a:pt x="3140092" y="223390"/>
                  </a:lnTo>
                  <a:lnTo>
                    <a:pt x="3212741" y="185749"/>
                  </a:lnTo>
                  <a:lnTo>
                    <a:pt x="3289530" y="151790"/>
                  </a:lnTo>
                  <a:lnTo>
                    <a:pt x="3369320" y="121419"/>
                  </a:lnTo>
                  <a:lnTo>
                    <a:pt x="3450335" y="94646"/>
                  </a:lnTo>
                  <a:lnTo>
                    <a:pt x="3530163" y="71538"/>
                  </a:lnTo>
                  <a:lnTo>
                    <a:pt x="3605901" y="52173"/>
                  </a:lnTo>
                  <a:lnTo>
                    <a:pt x="3674461" y="36571"/>
                  </a:lnTo>
                  <a:lnTo>
                    <a:pt x="3733017" y="24632"/>
                  </a:lnTo>
                  <a:lnTo>
                    <a:pt x="3779498" y="16093"/>
                  </a:lnTo>
                  <a:lnTo>
                    <a:pt x="3813014" y="10520"/>
                  </a:lnTo>
                  <a:lnTo>
                    <a:pt x="3834088" y="7335"/>
                  </a:lnTo>
                  <a:lnTo>
                    <a:pt x="3844658" y="5879"/>
                  </a:lnTo>
                  <a:lnTo>
                    <a:pt x="3847924" y="546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97" y="5535"/>
                  </a:lnTo>
                  <a:lnTo>
                    <a:pt x="4395469" y="6188"/>
                  </a:lnTo>
                  <a:lnTo>
                    <a:pt x="4414182" y="7994"/>
                  </a:lnTo>
                  <a:lnTo>
                    <a:pt x="4447326" y="11540"/>
                  </a:lnTo>
                  <a:lnTo>
                    <a:pt x="4496089" y="17355"/>
                  </a:lnTo>
                  <a:lnTo>
                    <a:pt x="4559589" y="25840"/>
                  </a:lnTo>
                  <a:lnTo>
                    <a:pt x="4635182" y="37232"/>
                  </a:lnTo>
                  <a:lnTo>
                    <a:pt x="4719119" y="51618"/>
                  </a:lnTo>
                  <a:lnTo>
                    <a:pt x="4807327" y="68970"/>
                  </a:lnTo>
                  <a:lnTo>
                    <a:pt x="4896094" y="89221"/>
                  </a:lnTo>
                  <a:lnTo>
                    <a:pt x="4982492" y="112322"/>
                  </a:lnTo>
                  <a:lnTo>
                    <a:pt x="5064538" y="138303"/>
                  </a:lnTo>
                  <a:lnTo>
                    <a:pt x="5141131" y="167299"/>
                  </a:lnTo>
                  <a:lnTo>
                    <a:pt x="5211896" y="199565"/>
                  </a:lnTo>
                  <a:lnTo>
                    <a:pt x="5276988" y="235482"/>
                  </a:lnTo>
                  <a:lnTo>
                    <a:pt x="5336913" y="275544"/>
                  </a:lnTo>
                  <a:lnTo>
                    <a:pt x="5392390" y="320339"/>
                  </a:lnTo>
                  <a:lnTo>
                    <a:pt x="5444241" y="370513"/>
                  </a:lnTo>
                  <a:lnTo>
                    <a:pt x="5493312" y="426700"/>
                  </a:lnTo>
                  <a:lnTo>
                    <a:pt x="5540403" y="489404"/>
                  </a:lnTo>
                  <a:lnTo>
                    <a:pt x="5567201" y="529027"/>
                  </a:lnTo>
                  <a:lnTo>
                    <a:pt x="5601210" y="583326"/>
                  </a:lnTo>
                  <a:lnTo>
                    <a:pt x="5634905" y="641452"/>
                  </a:lnTo>
                  <a:lnTo>
                    <a:pt x="5668476" y="703483"/>
                  </a:lnTo>
                  <a:lnTo>
                    <a:pt x="5702073" y="769439"/>
                  </a:lnTo>
                  <a:lnTo>
                    <a:pt x="5735813" y="839279"/>
                  </a:lnTo>
                  <a:lnTo>
                    <a:pt x="5769779" y="912893"/>
                  </a:lnTo>
                  <a:lnTo>
                    <a:pt x="5804024" y="990096"/>
                  </a:lnTo>
                  <a:lnTo>
                    <a:pt x="5838577" y="1070630"/>
                  </a:lnTo>
                  <a:lnTo>
                    <a:pt x="5873440" y="1154162"/>
                  </a:lnTo>
                  <a:lnTo>
                    <a:pt x="5908593" y="1240289"/>
                  </a:lnTo>
                  <a:lnTo>
                    <a:pt x="5943998" y="1328543"/>
                  </a:lnTo>
                  <a:lnTo>
                    <a:pt x="5979600" y="1418401"/>
                  </a:lnTo>
                  <a:lnTo>
                    <a:pt x="6015332" y="1509297"/>
                  </a:lnTo>
                  <a:lnTo>
                    <a:pt x="6051122" y="1600636"/>
                  </a:lnTo>
                  <a:lnTo>
                    <a:pt x="6086890" y="1691813"/>
                  </a:lnTo>
                  <a:lnTo>
                    <a:pt x="6122562" y="1782226"/>
                  </a:lnTo>
                  <a:lnTo>
                    <a:pt x="6158066" y="1871294"/>
                  </a:lnTo>
                  <a:lnTo>
                    <a:pt x="6193342" y="1958472"/>
                  </a:lnTo>
                  <a:lnTo>
                    <a:pt x="6228343" y="2043265"/>
                  </a:lnTo>
                  <a:lnTo>
                    <a:pt x="6263041" y="2125239"/>
                  </a:lnTo>
                  <a:lnTo>
                    <a:pt x="6297428" y="2204027"/>
                  </a:lnTo>
                  <a:lnTo>
                    <a:pt x="6331518" y="2279337"/>
                  </a:lnTo>
                  <a:lnTo>
                    <a:pt x="6365355" y="2350950"/>
                  </a:lnTo>
                  <a:lnTo>
                    <a:pt x="6399006" y="2418721"/>
                  </a:lnTo>
                  <a:lnTo>
                    <a:pt x="6432573" y="2482578"/>
                  </a:lnTo>
                  <a:lnTo>
                    <a:pt x="6466189" y="2542513"/>
                  </a:lnTo>
                  <a:lnTo>
                    <a:pt x="6500025" y="2598579"/>
                  </a:lnTo>
                  <a:lnTo>
                    <a:pt x="6515891" y="2623358"/>
                  </a:lnTo>
                  <a:lnTo>
                    <a:pt x="6562154" y="2689969"/>
                  </a:lnTo>
                  <a:lnTo>
                    <a:pt x="6609979" y="2749906"/>
                  </a:lnTo>
                  <a:lnTo>
                    <a:pt x="6660109" y="2803511"/>
                  </a:lnTo>
                  <a:lnTo>
                    <a:pt x="6713370" y="2851360"/>
                  </a:lnTo>
                  <a:lnTo>
                    <a:pt x="6770608" y="2894103"/>
                  </a:lnTo>
                  <a:lnTo>
                    <a:pt x="6832613" y="2932368"/>
                  </a:lnTo>
                  <a:lnTo>
                    <a:pt x="6900028" y="2966707"/>
                  </a:lnTo>
                  <a:lnTo>
                    <a:pt x="6973233" y="2997569"/>
                  </a:lnTo>
                  <a:lnTo>
                    <a:pt x="7052184" y="3025282"/>
                  </a:lnTo>
                  <a:lnTo>
                    <a:pt x="7136229" y="3050052"/>
                  </a:lnTo>
                  <a:lnTo>
                    <a:pt x="7223912" y="3071965"/>
                  </a:lnTo>
                  <a:lnTo>
                    <a:pt x="7312852" y="3091014"/>
                  </a:lnTo>
                  <a:lnTo>
                    <a:pt x="7399763" y="3107135"/>
                  </a:lnTo>
                  <a:lnTo>
                    <a:pt x="7480711" y="3120270"/>
                  </a:lnTo>
                  <a:lnTo>
                    <a:pt x="7551666" y="3130430"/>
                  </a:lnTo>
                  <a:lnTo>
                    <a:pt x="7609246" y="3137761"/>
                  </a:lnTo>
                  <a:lnTo>
                    <a:pt x="7651480" y="3142572"/>
                  </a:lnTo>
                  <a:lnTo>
                    <a:pt x="7678336" y="3145323"/>
                  </a:lnTo>
                  <a:lnTo>
                    <a:pt x="7691863" y="3146574"/>
                  </a:lnTo>
                  <a:lnTo>
                    <a:pt x="7696006" y="3146922"/>
                  </a:lnTo>
                  <a:lnTo>
                    <a:pt x="7696237" y="3146940"/>
                  </a:lnTo>
                  <a:lnTo>
                    <a:pt x="8234974" y="3146940"/>
                  </a:lnTo>
                  <a:lnTo>
                    <a:pt x="8234974" y="3141496"/>
                  </a:ln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52" y="104"/>
                  </a:lnTo>
                  <a:lnTo>
                    <a:pt x="3841546" y="849"/>
                  </a:lnTo>
                  <a:lnTo>
                    <a:pt x="3827129" y="2908"/>
                  </a:lnTo>
                  <a:lnTo>
                    <a:pt x="3801279" y="6964"/>
                  </a:lnTo>
                  <a:lnTo>
                    <a:pt x="3762605" y="13651"/>
                  </a:lnTo>
                  <a:lnTo>
                    <a:pt x="3711157" y="23495"/>
                  </a:lnTo>
                  <a:lnTo>
                    <a:pt x="3648335" y="36864"/>
                  </a:lnTo>
                  <a:lnTo>
                    <a:pt x="3576565" y="53954"/>
                  </a:lnTo>
                  <a:lnTo>
                    <a:pt x="3498839" y="74809"/>
                  </a:lnTo>
                  <a:lnTo>
                    <a:pt x="3418215" y="99380"/>
                  </a:lnTo>
                  <a:lnTo>
                    <a:pt x="3337431" y="127586"/>
                  </a:lnTo>
                  <a:lnTo>
                    <a:pt x="3258654" y="159375"/>
                  </a:lnTo>
                  <a:lnTo>
                    <a:pt x="3183404" y="194776"/>
                  </a:lnTo>
                  <a:lnTo>
                    <a:pt x="3112581" y="233928"/>
                  </a:lnTo>
                  <a:lnTo>
                    <a:pt x="3046567" y="277094"/>
                  </a:lnTo>
                  <a:lnTo>
                    <a:pt x="2985345" y="324669"/>
                  </a:lnTo>
                  <a:lnTo>
                    <a:pt x="2928618" y="377169"/>
                  </a:lnTo>
                  <a:lnTo>
                    <a:pt x="2875906" y="435222"/>
                  </a:lnTo>
                  <a:lnTo>
                    <a:pt x="2826624" y="499538"/>
                  </a:lnTo>
                  <a:lnTo>
                    <a:pt x="2780137" y="570866"/>
                  </a:lnTo>
                  <a:lnTo>
                    <a:pt x="2735809" y="649912"/>
                  </a:lnTo>
                  <a:lnTo>
                    <a:pt x="2693045" y="737212"/>
                  </a:lnTo>
                  <a:lnTo>
                    <a:pt x="2667772" y="793994"/>
                  </a:lnTo>
                  <a:lnTo>
                    <a:pt x="2639420" y="862174"/>
                  </a:lnTo>
                  <a:lnTo>
                    <a:pt x="2611310" y="934362"/>
                  </a:lnTo>
                  <a:lnTo>
                    <a:pt x="2583326" y="1010637"/>
                  </a:lnTo>
                  <a:lnTo>
                    <a:pt x="2555373" y="1091040"/>
                  </a:lnTo>
                  <a:lnTo>
                    <a:pt x="2527370" y="1175567"/>
                  </a:lnTo>
                  <a:lnTo>
                    <a:pt x="2499258" y="1264167"/>
                  </a:lnTo>
                  <a:lnTo>
                    <a:pt x="2470989" y="1356739"/>
                  </a:lnTo>
                  <a:lnTo>
                    <a:pt x="2442529" y="1453127"/>
                  </a:lnTo>
                  <a:lnTo>
                    <a:pt x="2413861" y="1553121"/>
                  </a:lnTo>
                  <a:lnTo>
                    <a:pt x="2384976" y="1656458"/>
                  </a:lnTo>
                  <a:lnTo>
                    <a:pt x="2355879" y="1762819"/>
                  </a:lnTo>
                  <a:lnTo>
                    <a:pt x="2326584" y="1871836"/>
                  </a:lnTo>
                  <a:lnTo>
                    <a:pt x="2297114" y="1983094"/>
                  </a:lnTo>
                  <a:lnTo>
                    <a:pt x="2267499" y="2096139"/>
                  </a:lnTo>
                  <a:lnTo>
                    <a:pt x="2237777" y="2210484"/>
                  </a:lnTo>
                  <a:lnTo>
                    <a:pt x="2207989" y="2325615"/>
                  </a:lnTo>
                  <a:lnTo>
                    <a:pt x="2178179" y="2441007"/>
                  </a:lnTo>
                  <a:lnTo>
                    <a:pt x="2148392" y="2556126"/>
                  </a:lnTo>
                  <a:lnTo>
                    <a:pt x="2118672" y="2670446"/>
                  </a:lnTo>
                  <a:lnTo>
                    <a:pt x="2089061" y="2783456"/>
                  </a:lnTo>
                  <a:lnTo>
                    <a:pt x="2059594" y="2894668"/>
                  </a:lnTo>
                  <a:lnTo>
                    <a:pt x="2030303" y="3003628"/>
                  </a:lnTo>
                  <a:lnTo>
                    <a:pt x="2001211" y="3109923"/>
                  </a:lnTo>
                  <a:lnTo>
                    <a:pt x="1972331" y="3213186"/>
                  </a:lnTo>
                  <a:lnTo>
                    <a:pt x="1943668" y="3313100"/>
                  </a:lnTo>
                  <a:lnTo>
                    <a:pt x="1915213" y="3409402"/>
                  </a:lnTo>
                  <a:lnTo>
                    <a:pt x="1886948" y="3501884"/>
                  </a:lnTo>
                  <a:lnTo>
                    <a:pt x="1858838" y="3590392"/>
                  </a:lnTo>
                  <a:lnTo>
                    <a:pt x="1830838" y="3674824"/>
                  </a:lnTo>
                  <a:lnTo>
                    <a:pt x="1802885" y="3755132"/>
                  </a:lnTo>
                  <a:lnTo>
                    <a:pt x="1774899" y="3831312"/>
                  </a:lnTo>
                  <a:lnTo>
                    <a:pt x="1746785" y="3903407"/>
                  </a:lnTo>
                  <a:lnTo>
                    <a:pt x="1719082" y="3969972"/>
                  </a:lnTo>
                  <a:lnTo>
                    <a:pt x="1677010" y="4062369"/>
                  </a:lnTo>
                  <a:lnTo>
                    <a:pt x="1633693" y="4146352"/>
                  </a:lnTo>
                  <a:lnTo>
                    <a:pt x="1588583" y="4222261"/>
                  </a:lnTo>
                  <a:lnTo>
                    <a:pt x="1541065" y="4290720"/>
                  </a:lnTo>
                  <a:lnTo>
                    <a:pt x="1490498" y="4352465"/>
                  </a:lnTo>
                  <a:lnTo>
                    <a:pt x="1436261" y="4408236"/>
                  </a:lnTo>
                  <a:lnTo>
                    <a:pt x="1377801" y="4458714"/>
                  </a:lnTo>
                  <a:lnTo>
                    <a:pt x="1314701" y="4504486"/>
                  </a:lnTo>
                  <a:lnTo>
                    <a:pt x="1246763" y="4546021"/>
                  </a:lnTo>
                  <a:lnTo>
                    <a:pt x="1174113" y="4583662"/>
                  </a:lnTo>
                  <a:lnTo>
                    <a:pt x="1097325" y="4617621"/>
                  </a:lnTo>
                  <a:lnTo>
                    <a:pt x="1017534" y="4647992"/>
                  </a:lnTo>
                  <a:lnTo>
                    <a:pt x="936519" y="4674765"/>
                  </a:lnTo>
                  <a:lnTo>
                    <a:pt x="856692" y="4697873"/>
                  </a:lnTo>
                  <a:lnTo>
                    <a:pt x="780954" y="4717238"/>
                  </a:lnTo>
                  <a:lnTo>
                    <a:pt x="712393" y="4732840"/>
                  </a:lnTo>
                  <a:lnTo>
                    <a:pt x="653837" y="4744779"/>
                  </a:lnTo>
                  <a:lnTo>
                    <a:pt x="607356" y="4753318"/>
                  </a:lnTo>
                  <a:lnTo>
                    <a:pt x="573840" y="4758891"/>
                  </a:lnTo>
                  <a:lnTo>
                    <a:pt x="552767" y="4762075"/>
                  </a:lnTo>
                  <a:lnTo>
                    <a:pt x="542197" y="4763532"/>
                  </a:lnTo>
                  <a:lnTo>
                    <a:pt x="538931" y="4763944"/>
                  </a:lnTo>
                  <a:lnTo>
                    <a:pt x="538736" y="4763967"/>
                  </a:lnTo>
                  <a:lnTo>
                    <a:pt x="0" y="4763967"/>
                  </a:lnTo>
                  <a:close/>
                </a:path>
              </a:pathLst>
            </a:custGeom>
            <a:solidFill>
              <a:srgbClr val="DFC486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31" name="pl2031"/>
            <p:cNvSpPr/>
            <p:nvPr/>
          </p:nvSpPr>
          <p:spPr>
            <a:xfrm>
              <a:off x="546595" y="1082573"/>
              <a:ext cx="8234974" cy="4763967"/>
            </a:xfrm>
            <a:custGeom>
              <a:avLst/>
              <a:pathLst>
                <a:path w="8234974" h="4763967">
                  <a:moveTo>
                    <a:pt x="0" y="4763967"/>
                  </a:moveTo>
                  <a:lnTo>
                    <a:pt x="538736" y="4763967"/>
                  </a:lnTo>
                  <a:lnTo>
                    <a:pt x="539603" y="4763862"/>
                  </a:lnTo>
                  <a:lnTo>
                    <a:pt x="545309" y="4763117"/>
                  </a:lnTo>
                  <a:lnTo>
                    <a:pt x="559726" y="4761058"/>
                  </a:lnTo>
                  <a:lnTo>
                    <a:pt x="585576" y="4757002"/>
                  </a:lnTo>
                  <a:lnTo>
                    <a:pt x="624250" y="4750315"/>
                  </a:lnTo>
                  <a:lnTo>
                    <a:pt x="675697" y="4740471"/>
                  </a:lnTo>
                  <a:lnTo>
                    <a:pt x="738520" y="4727102"/>
                  </a:lnTo>
                  <a:lnTo>
                    <a:pt x="810289" y="4710013"/>
                  </a:lnTo>
                  <a:lnTo>
                    <a:pt x="888016" y="4689157"/>
                  </a:lnTo>
                  <a:lnTo>
                    <a:pt x="968639" y="4664586"/>
                  </a:lnTo>
                  <a:lnTo>
                    <a:pt x="1049424" y="4636381"/>
                  </a:lnTo>
                  <a:lnTo>
                    <a:pt x="1128200" y="4604592"/>
                  </a:lnTo>
                  <a:lnTo>
                    <a:pt x="1203450" y="4569191"/>
                  </a:lnTo>
                  <a:lnTo>
                    <a:pt x="1274273" y="4530039"/>
                  </a:lnTo>
                  <a:lnTo>
                    <a:pt x="1340288" y="4486872"/>
                  </a:lnTo>
                  <a:lnTo>
                    <a:pt x="1401510" y="4439298"/>
                  </a:lnTo>
                  <a:lnTo>
                    <a:pt x="1458237" y="4386798"/>
                  </a:lnTo>
                  <a:lnTo>
                    <a:pt x="1510948" y="4328745"/>
                  </a:lnTo>
                  <a:lnTo>
                    <a:pt x="1560230" y="4264428"/>
                  </a:lnTo>
                  <a:lnTo>
                    <a:pt x="1606718" y="4193100"/>
                  </a:lnTo>
                  <a:lnTo>
                    <a:pt x="1651046" y="4114054"/>
                  </a:lnTo>
                  <a:lnTo>
                    <a:pt x="1693809" y="4026754"/>
                  </a:lnTo>
                  <a:lnTo>
                    <a:pt x="1719082" y="3969972"/>
                  </a:lnTo>
                  <a:lnTo>
                    <a:pt x="1747435" y="3901792"/>
                  </a:lnTo>
                  <a:lnTo>
                    <a:pt x="1775544" y="3829605"/>
                  </a:lnTo>
                  <a:lnTo>
                    <a:pt x="1803528" y="3753330"/>
                  </a:lnTo>
                  <a:lnTo>
                    <a:pt x="1831482" y="3672927"/>
                  </a:lnTo>
                  <a:lnTo>
                    <a:pt x="1859484" y="3588399"/>
                  </a:lnTo>
                  <a:lnTo>
                    <a:pt x="1887597" y="3499799"/>
                  </a:lnTo>
                  <a:lnTo>
                    <a:pt x="1915866" y="3407227"/>
                  </a:lnTo>
                  <a:lnTo>
                    <a:pt x="1944325" y="3310839"/>
                  </a:lnTo>
                  <a:lnTo>
                    <a:pt x="1972993" y="3210845"/>
                  </a:lnTo>
                  <a:lnTo>
                    <a:pt x="2001878" y="3107509"/>
                  </a:lnTo>
                  <a:lnTo>
                    <a:pt x="2030975" y="3001148"/>
                  </a:lnTo>
                  <a:lnTo>
                    <a:pt x="2060271" y="2892131"/>
                  </a:lnTo>
                  <a:lnTo>
                    <a:pt x="2089741" y="2780872"/>
                  </a:lnTo>
                  <a:lnTo>
                    <a:pt x="2119356" y="2667827"/>
                  </a:lnTo>
                  <a:lnTo>
                    <a:pt x="2149078" y="2553483"/>
                  </a:lnTo>
                  <a:lnTo>
                    <a:pt x="2178865" y="2438351"/>
                  </a:lnTo>
                  <a:lnTo>
                    <a:pt x="2208675" y="2322960"/>
                  </a:lnTo>
                  <a:lnTo>
                    <a:pt x="2238462" y="2207840"/>
                  </a:lnTo>
                  <a:lnTo>
                    <a:pt x="2268182" y="2093520"/>
                  </a:lnTo>
                  <a:lnTo>
                    <a:pt x="2297794" y="1980510"/>
                  </a:lnTo>
                  <a:lnTo>
                    <a:pt x="2327261" y="1869299"/>
                  </a:lnTo>
                  <a:lnTo>
                    <a:pt x="2356552" y="1760338"/>
                  </a:lnTo>
                  <a:lnTo>
                    <a:pt x="2385644" y="1654043"/>
                  </a:lnTo>
                  <a:lnTo>
                    <a:pt x="2414524" y="1550780"/>
                  </a:lnTo>
                  <a:lnTo>
                    <a:pt x="2443187" y="1450866"/>
                  </a:lnTo>
                  <a:lnTo>
                    <a:pt x="2471642" y="1354564"/>
                  </a:lnTo>
                  <a:lnTo>
                    <a:pt x="2499907" y="1262082"/>
                  </a:lnTo>
                  <a:lnTo>
                    <a:pt x="2528016" y="1173575"/>
                  </a:lnTo>
                  <a:lnTo>
                    <a:pt x="2556016" y="1089142"/>
                  </a:lnTo>
                  <a:lnTo>
                    <a:pt x="2583970" y="1008834"/>
                  </a:lnTo>
                  <a:lnTo>
                    <a:pt x="2611956" y="932654"/>
                  </a:lnTo>
                  <a:lnTo>
                    <a:pt x="2640070" y="860560"/>
                  </a:lnTo>
                  <a:lnTo>
                    <a:pt x="2667772" y="793994"/>
                  </a:lnTo>
                  <a:lnTo>
                    <a:pt x="2709845" y="701597"/>
                  </a:lnTo>
                  <a:lnTo>
                    <a:pt x="2753162" y="617615"/>
                  </a:lnTo>
                  <a:lnTo>
                    <a:pt x="2798271" y="541705"/>
                  </a:lnTo>
                  <a:lnTo>
                    <a:pt x="2845789" y="473246"/>
                  </a:lnTo>
                  <a:lnTo>
                    <a:pt x="2896357" y="411501"/>
                  </a:lnTo>
                  <a:lnTo>
                    <a:pt x="2950594" y="355730"/>
                  </a:lnTo>
                  <a:lnTo>
                    <a:pt x="3009054" y="305252"/>
                  </a:lnTo>
                  <a:lnTo>
                    <a:pt x="3072153" y="259480"/>
                  </a:lnTo>
                  <a:lnTo>
                    <a:pt x="3140092" y="217945"/>
                  </a:lnTo>
                  <a:lnTo>
                    <a:pt x="3212741" y="180304"/>
                  </a:lnTo>
                  <a:lnTo>
                    <a:pt x="3289530" y="146345"/>
                  </a:lnTo>
                  <a:lnTo>
                    <a:pt x="3369320" y="115975"/>
                  </a:lnTo>
                  <a:lnTo>
                    <a:pt x="3450335" y="89201"/>
                  </a:lnTo>
                  <a:lnTo>
                    <a:pt x="3530163" y="66093"/>
                  </a:lnTo>
                  <a:lnTo>
                    <a:pt x="3605901" y="46729"/>
                  </a:lnTo>
                  <a:lnTo>
                    <a:pt x="3674461" y="31127"/>
                  </a:lnTo>
                  <a:lnTo>
                    <a:pt x="3733017" y="19188"/>
                  </a:lnTo>
                  <a:lnTo>
                    <a:pt x="3779498" y="10649"/>
                  </a:lnTo>
                  <a:lnTo>
                    <a:pt x="3813014" y="5075"/>
                  </a:lnTo>
                  <a:lnTo>
                    <a:pt x="3834088" y="1891"/>
                  </a:lnTo>
                  <a:lnTo>
                    <a:pt x="3844658" y="435"/>
                  </a:lnTo>
                  <a:lnTo>
                    <a:pt x="3847924" y="2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97" y="91"/>
                  </a:lnTo>
                  <a:lnTo>
                    <a:pt x="4395469" y="744"/>
                  </a:lnTo>
                  <a:lnTo>
                    <a:pt x="4414182" y="2549"/>
                  </a:lnTo>
                  <a:lnTo>
                    <a:pt x="4447326" y="6096"/>
                  </a:lnTo>
                  <a:lnTo>
                    <a:pt x="4496089" y="11911"/>
                  </a:lnTo>
                  <a:lnTo>
                    <a:pt x="4559589" y="20395"/>
                  </a:lnTo>
                  <a:lnTo>
                    <a:pt x="4635182" y="31788"/>
                  </a:lnTo>
                  <a:lnTo>
                    <a:pt x="4719119" y="46173"/>
                  </a:lnTo>
                  <a:lnTo>
                    <a:pt x="4807327" y="63526"/>
                  </a:lnTo>
                  <a:lnTo>
                    <a:pt x="4896094" y="83776"/>
                  </a:lnTo>
                  <a:lnTo>
                    <a:pt x="4982492" y="106878"/>
                  </a:lnTo>
                  <a:lnTo>
                    <a:pt x="5064538" y="132859"/>
                  </a:lnTo>
                  <a:lnTo>
                    <a:pt x="5141131" y="161854"/>
                  </a:lnTo>
                  <a:lnTo>
                    <a:pt x="5211896" y="194121"/>
                  </a:lnTo>
                  <a:lnTo>
                    <a:pt x="5276988" y="230038"/>
                  </a:lnTo>
                  <a:lnTo>
                    <a:pt x="5336913" y="270099"/>
                  </a:lnTo>
                  <a:lnTo>
                    <a:pt x="5392390" y="314894"/>
                  </a:lnTo>
                  <a:lnTo>
                    <a:pt x="5444241" y="365069"/>
                  </a:lnTo>
                  <a:lnTo>
                    <a:pt x="5493312" y="421256"/>
                  </a:lnTo>
                  <a:lnTo>
                    <a:pt x="5540403" y="483959"/>
                  </a:lnTo>
                  <a:lnTo>
                    <a:pt x="5567201" y="523582"/>
                  </a:lnTo>
                  <a:lnTo>
                    <a:pt x="5601210" y="577882"/>
                  </a:lnTo>
                  <a:lnTo>
                    <a:pt x="5634905" y="636008"/>
                  </a:lnTo>
                  <a:lnTo>
                    <a:pt x="5668476" y="698038"/>
                  </a:lnTo>
                  <a:lnTo>
                    <a:pt x="5702073" y="763995"/>
                  </a:lnTo>
                  <a:lnTo>
                    <a:pt x="5735813" y="833835"/>
                  </a:lnTo>
                  <a:lnTo>
                    <a:pt x="5769779" y="907448"/>
                  </a:lnTo>
                  <a:lnTo>
                    <a:pt x="5804024" y="984651"/>
                  </a:lnTo>
                  <a:lnTo>
                    <a:pt x="5838577" y="1065185"/>
                  </a:lnTo>
                  <a:lnTo>
                    <a:pt x="5873440" y="1148718"/>
                  </a:lnTo>
                  <a:lnTo>
                    <a:pt x="5908593" y="1234845"/>
                  </a:lnTo>
                  <a:lnTo>
                    <a:pt x="5943998" y="1323099"/>
                  </a:lnTo>
                  <a:lnTo>
                    <a:pt x="5979600" y="1412957"/>
                  </a:lnTo>
                  <a:lnTo>
                    <a:pt x="6015332" y="1503852"/>
                  </a:lnTo>
                  <a:lnTo>
                    <a:pt x="6051122" y="1595192"/>
                  </a:lnTo>
                  <a:lnTo>
                    <a:pt x="6086890" y="1686369"/>
                  </a:lnTo>
                  <a:lnTo>
                    <a:pt x="6122562" y="1776781"/>
                  </a:lnTo>
                  <a:lnTo>
                    <a:pt x="6158066" y="1865849"/>
                  </a:lnTo>
                  <a:lnTo>
                    <a:pt x="6193342" y="1953027"/>
                  </a:lnTo>
                  <a:lnTo>
                    <a:pt x="6228343" y="2037820"/>
                  </a:lnTo>
                  <a:lnTo>
                    <a:pt x="6263041" y="2119794"/>
                  </a:lnTo>
                  <a:lnTo>
                    <a:pt x="6297428" y="2198583"/>
                  </a:lnTo>
                  <a:lnTo>
                    <a:pt x="6331518" y="2273892"/>
                  </a:lnTo>
                  <a:lnTo>
                    <a:pt x="6365355" y="2345505"/>
                  </a:lnTo>
                  <a:lnTo>
                    <a:pt x="6399006" y="2413277"/>
                  </a:lnTo>
                  <a:lnTo>
                    <a:pt x="6432573" y="2477134"/>
                  </a:lnTo>
                  <a:lnTo>
                    <a:pt x="6466189" y="2537069"/>
                  </a:lnTo>
                  <a:lnTo>
                    <a:pt x="6500025" y="2593134"/>
                  </a:lnTo>
                  <a:lnTo>
                    <a:pt x="6515891" y="2617913"/>
                  </a:lnTo>
                  <a:lnTo>
                    <a:pt x="6562154" y="2684524"/>
                  </a:lnTo>
                  <a:lnTo>
                    <a:pt x="6609979" y="2744462"/>
                  </a:lnTo>
                  <a:lnTo>
                    <a:pt x="6660109" y="2798067"/>
                  </a:lnTo>
                  <a:lnTo>
                    <a:pt x="6713370" y="2845916"/>
                  </a:lnTo>
                  <a:lnTo>
                    <a:pt x="6770608" y="2888659"/>
                  </a:lnTo>
                  <a:lnTo>
                    <a:pt x="6832613" y="2926923"/>
                  </a:lnTo>
                  <a:lnTo>
                    <a:pt x="6900028" y="2961263"/>
                  </a:lnTo>
                  <a:lnTo>
                    <a:pt x="6973233" y="2992125"/>
                  </a:lnTo>
                  <a:lnTo>
                    <a:pt x="7052184" y="3019838"/>
                  </a:lnTo>
                  <a:lnTo>
                    <a:pt x="7136229" y="3044607"/>
                  </a:lnTo>
                  <a:lnTo>
                    <a:pt x="7223912" y="3066520"/>
                  </a:lnTo>
                  <a:lnTo>
                    <a:pt x="7312852" y="3085569"/>
                  </a:lnTo>
                  <a:lnTo>
                    <a:pt x="7399763" y="3101691"/>
                  </a:lnTo>
                  <a:lnTo>
                    <a:pt x="7480711" y="3114825"/>
                  </a:lnTo>
                  <a:lnTo>
                    <a:pt x="7551666" y="3124985"/>
                  </a:lnTo>
                  <a:lnTo>
                    <a:pt x="7609246" y="3132317"/>
                  </a:lnTo>
                  <a:lnTo>
                    <a:pt x="7651480" y="3137128"/>
                  </a:lnTo>
                  <a:lnTo>
                    <a:pt x="7678336" y="3139878"/>
                  </a:lnTo>
                  <a:lnTo>
                    <a:pt x="7691863" y="3141130"/>
                  </a:lnTo>
                  <a:lnTo>
                    <a:pt x="7696006" y="3141478"/>
                  </a:lnTo>
                  <a:lnTo>
                    <a:pt x="7696237" y="3141496"/>
                  </a:lnTo>
                  <a:lnTo>
                    <a:pt x="8234974" y="31414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2" name="pl2032"/>
            <p:cNvSpPr/>
            <p:nvPr/>
          </p:nvSpPr>
          <p:spPr>
            <a:xfrm>
              <a:off x="546595" y="1077129"/>
              <a:ext cx="8234974" cy="4763967"/>
            </a:xfrm>
            <a:custGeom>
              <a:avLst/>
              <a:pathLst>
                <a:path w="8234974" h="4763967">
                  <a:moveTo>
                    <a:pt x="8234974" y="3141496"/>
                  </a:moveTo>
                  <a:lnTo>
                    <a:pt x="7696237" y="3141496"/>
                  </a:lnTo>
                  <a:lnTo>
                    <a:pt x="7695096" y="3141404"/>
                  </a:lnTo>
                  <a:lnTo>
                    <a:pt x="7687624" y="3140751"/>
                  </a:lnTo>
                  <a:lnTo>
                    <a:pt x="7668910" y="3138946"/>
                  </a:lnTo>
                  <a:lnTo>
                    <a:pt x="7635766" y="3135399"/>
                  </a:lnTo>
                  <a:lnTo>
                    <a:pt x="7587003" y="3129584"/>
                  </a:lnTo>
                  <a:lnTo>
                    <a:pt x="7523504" y="3121100"/>
                  </a:lnTo>
                  <a:lnTo>
                    <a:pt x="7447910" y="3109707"/>
                  </a:lnTo>
                  <a:lnTo>
                    <a:pt x="7363973" y="3095322"/>
                  </a:lnTo>
                  <a:lnTo>
                    <a:pt x="7275765" y="3077969"/>
                  </a:lnTo>
                  <a:lnTo>
                    <a:pt x="7186999" y="3057719"/>
                  </a:lnTo>
                  <a:lnTo>
                    <a:pt x="7100600" y="3034618"/>
                  </a:lnTo>
                  <a:lnTo>
                    <a:pt x="7018555" y="3008637"/>
                  </a:lnTo>
                  <a:lnTo>
                    <a:pt x="6941962" y="2979641"/>
                  </a:lnTo>
                  <a:lnTo>
                    <a:pt x="6871197" y="2947374"/>
                  </a:lnTo>
                  <a:lnTo>
                    <a:pt x="6806105" y="2911457"/>
                  </a:lnTo>
                  <a:lnTo>
                    <a:pt x="6746179" y="2871396"/>
                  </a:lnTo>
                  <a:lnTo>
                    <a:pt x="6690702" y="2826601"/>
                  </a:lnTo>
                  <a:lnTo>
                    <a:pt x="6638851" y="2776427"/>
                  </a:lnTo>
                  <a:lnTo>
                    <a:pt x="6589781" y="2720239"/>
                  </a:lnTo>
                  <a:lnTo>
                    <a:pt x="6542690" y="2657536"/>
                  </a:lnTo>
                  <a:lnTo>
                    <a:pt x="6515891" y="2617913"/>
                  </a:lnTo>
                  <a:lnTo>
                    <a:pt x="6481882" y="2563614"/>
                  </a:lnTo>
                  <a:lnTo>
                    <a:pt x="6448187" y="2505488"/>
                  </a:lnTo>
                  <a:lnTo>
                    <a:pt x="6414617" y="2443457"/>
                  </a:lnTo>
                  <a:lnTo>
                    <a:pt x="6381019" y="2377501"/>
                  </a:lnTo>
                  <a:lnTo>
                    <a:pt x="6347279" y="2307660"/>
                  </a:lnTo>
                  <a:lnTo>
                    <a:pt x="6313314" y="2234047"/>
                  </a:lnTo>
                  <a:lnTo>
                    <a:pt x="6279068" y="2156844"/>
                  </a:lnTo>
                  <a:lnTo>
                    <a:pt x="6244515" y="2076310"/>
                  </a:lnTo>
                  <a:lnTo>
                    <a:pt x="6209652" y="1992778"/>
                  </a:lnTo>
                  <a:lnTo>
                    <a:pt x="6174499" y="1906650"/>
                  </a:lnTo>
                  <a:lnTo>
                    <a:pt x="6139095" y="1818396"/>
                  </a:lnTo>
                  <a:lnTo>
                    <a:pt x="6103493" y="1728539"/>
                  </a:lnTo>
                  <a:lnTo>
                    <a:pt x="6067760" y="1637643"/>
                  </a:lnTo>
                  <a:lnTo>
                    <a:pt x="6031971" y="1546304"/>
                  </a:lnTo>
                  <a:lnTo>
                    <a:pt x="5996202" y="1455127"/>
                  </a:lnTo>
                  <a:lnTo>
                    <a:pt x="5960531" y="1364714"/>
                  </a:lnTo>
                  <a:lnTo>
                    <a:pt x="5925027" y="1275646"/>
                  </a:lnTo>
                  <a:lnTo>
                    <a:pt x="5889751" y="1188468"/>
                  </a:lnTo>
                  <a:lnTo>
                    <a:pt x="5854750" y="1103675"/>
                  </a:lnTo>
                  <a:lnTo>
                    <a:pt x="5820052" y="1021701"/>
                  </a:lnTo>
                  <a:lnTo>
                    <a:pt x="5785665" y="942912"/>
                  </a:lnTo>
                  <a:lnTo>
                    <a:pt x="5751574" y="867603"/>
                  </a:lnTo>
                  <a:lnTo>
                    <a:pt x="5717738" y="795990"/>
                  </a:lnTo>
                  <a:lnTo>
                    <a:pt x="5684086" y="728218"/>
                  </a:lnTo>
                  <a:lnTo>
                    <a:pt x="5650520" y="664361"/>
                  </a:lnTo>
                  <a:lnTo>
                    <a:pt x="5616904" y="604426"/>
                  </a:lnTo>
                  <a:lnTo>
                    <a:pt x="5583067" y="548361"/>
                  </a:lnTo>
                  <a:lnTo>
                    <a:pt x="5567201" y="523582"/>
                  </a:lnTo>
                  <a:lnTo>
                    <a:pt x="5520939" y="456971"/>
                  </a:lnTo>
                  <a:lnTo>
                    <a:pt x="5473113" y="397033"/>
                  </a:lnTo>
                  <a:lnTo>
                    <a:pt x="5422983" y="343428"/>
                  </a:lnTo>
                  <a:lnTo>
                    <a:pt x="5369722" y="295579"/>
                  </a:lnTo>
                  <a:lnTo>
                    <a:pt x="5312484" y="252837"/>
                  </a:lnTo>
                  <a:lnTo>
                    <a:pt x="5250480" y="214572"/>
                  </a:lnTo>
                  <a:lnTo>
                    <a:pt x="5183065" y="180233"/>
                  </a:lnTo>
                  <a:lnTo>
                    <a:pt x="5109860" y="149371"/>
                  </a:lnTo>
                  <a:lnTo>
                    <a:pt x="5030908" y="121657"/>
                  </a:lnTo>
                  <a:lnTo>
                    <a:pt x="4946864" y="96888"/>
                  </a:lnTo>
                  <a:lnTo>
                    <a:pt x="4859181" y="74975"/>
                  </a:lnTo>
                  <a:lnTo>
                    <a:pt x="4770240" y="55926"/>
                  </a:lnTo>
                  <a:lnTo>
                    <a:pt x="4683330" y="39804"/>
                  </a:lnTo>
                  <a:lnTo>
                    <a:pt x="4602381" y="26670"/>
                  </a:lnTo>
                  <a:lnTo>
                    <a:pt x="4531426" y="16510"/>
                  </a:lnTo>
                  <a:lnTo>
                    <a:pt x="4473846" y="9179"/>
                  </a:lnTo>
                  <a:lnTo>
                    <a:pt x="4431612" y="4368"/>
                  </a:lnTo>
                  <a:lnTo>
                    <a:pt x="4404756" y="1617"/>
                  </a:lnTo>
                  <a:lnTo>
                    <a:pt x="4391229" y="366"/>
                  </a:lnTo>
                  <a:lnTo>
                    <a:pt x="4387086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52" y="104"/>
                  </a:lnTo>
                  <a:lnTo>
                    <a:pt x="3841546" y="849"/>
                  </a:lnTo>
                  <a:lnTo>
                    <a:pt x="3827129" y="2908"/>
                  </a:lnTo>
                  <a:lnTo>
                    <a:pt x="3801279" y="6964"/>
                  </a:lnTo>
                  <a:lnTo>
                    <a:pt x="3762605" y="13651"/>
                  </a:lnTo>
                  <a:lnTo>
                    <a:pt x="3711157" y="23495"/>
                  </a:lnTo>
                  <a:lnTo>
                    <a:pt x="3648335" y="36864"/>
                  </a:lnTo>
                  <a:lnTo>
                    <a:pt x="3576565" y="53954"/>
                  </a:lnTo>
                  <a:lnTo>
                    <a:pt x="3498839" y="74809"/>
                  </a:lnTo>
                  <a:lnTo>
                    <a:pt x="3418215" y="99380"/>
                  </a:lnTo>
                  <a:lnTo>
                    <a:pt x="3337431" y="127586"/>
                  </a:lnTo>
                  <a:lnTo>
                    <a:pt x="3258654" y="159375"/>
                  </a:lnTo>
                  <a:lnTo>
                    <a:pt x="3183404" y="194776"/>
                  </a:lnTo>
                  <a:lnTo>
                    <a:pt x="3112581" y="233928"/>
                  </a:lnTo>
                  <a:lnTo>
                    <a:pt x="3046567" y="277094"/>
                  </a:lnTo>
                  <a:lnTo>
                    <a:pt x="2985345" y="324669"/>
                  </a:lnTo>
                  <a:lnTo>
                    <a:pt x="2928618" y="377169"/>
                  </a:lnTo>
                  <a:lnTo>
                    <a:pt x="2875906" y="435222"/>
                  </a:lnTo>
                  <a:lnTo>
                    <a:pt x="2826624" y="499538"/>
                  </a:lnTo>
                  <a:lnTo>
                    <a:pt x="2780137" y="570866"/>
                  </a:lnTo>
                  <a:lnTo>
                    <a:pt x="2735809" y="649912"/>
                  </a:lnTo>
                  <a:lnTo>
                    <a:pt x="2693045" y="737212"/>
                  </a:lnTo>
                  <a:lnTo>
                    <a:pt x="2667772" y="793994"/>
                  </a:lnTo>
                  <a:lnTo>
                    <a:pt x="2639420" y="862174"/>
                  </a:lnTo>
                  <a:lnTo>
                    <a:pt x="2611310" y="934362"/>
                  </a:lnTo>
                  <a:lnTo>
                    <a:pt x="2583326" y="1010637"/>
                  </a:lnTo>
                  <a:lnTo>
                    <a:pt x="2555373" y="1091040"/>
                  </a:lnTo>
                  <a:lnTo>
                    <a:pt x="2527370" y="1175567"/>
                  </a:lnTo>
                  <a:lnTo>
                    <a:pt x="2499258" y="1264167"/>
                  </a:lnTo>
                  <a:lnTo>
                    <a:pt x="2470989" y="1356739"/>
                  </a:lnTo>
                  <a:lnTo>
                    <a:pt x="2442529" y="1453127"/>
                  </a:lnTo>
                  <a:lnTo>
                    <a:pt x="2413861" y="1553121"/>
                  </a:lnTo>
                  <a:lnTo>
                    <a:pt x="2384976" y="1656458"/>
                  </a:lnTo>
                  <a:lnTo>
                    <a:pt x="2355879" y="1762819"/>
                  </a:lnTo>
                  <a:lnTo>
                    <a:pt x="2326584" y="1871836"/>
                  </a:lnTo>
                  <a:lnTo>
                    <a:pt x="2297114" y="1983094"/>
                  </a:lnTo>
                  <a:lnTo>
                    <a:pt x="2267499" y="2096139"/>
                  </a:lnTo>
                  <a:lnTo>
                    <a:pt x="2237777" y="2210484"/>
                  </a:lnTo>
                  <a:lnTo>
                    <a:pt x="2207989" y="2325615"/>
                  </a:lnTo>
                  <a:lnTo>
                    <a:pt x="2178179" y="2441007"/>
                  </a:lnTo>
                  <a:lnTo>
                    <a:pt x="2148392" y="2556126"/>
                  </a:lnTo>
                  <a:lnTo>
                    <a:pt x="2118672" y="2670446"/>
                  </a:lnTo>
                  <a:lnTo>
                    <a:pt x="2089061" y="2783456"/>
                  </a:lnTo>
                  <a:lnTo>
                    <a:pt x="2059594" y="2894668"/>
                  </a:lnTo>
                  <a:lnTo>
                    <a:pt x="2030303" y="3003628"/>
                  </a:lnTo>
                  <a:lnTo>
                    <a:pt x="2001211" y="3109923"/>
                  </a:lnTo>
                  <a:lnTo>
                    <a:pt x="1972331" y="3213186"/>
                  </a:lnTo>
                  <a:lnTo>
                    <a:pt x="1943668" y="3313100"/>
                  </a:lnTo>
                  <a:lnTo>
                    <a:pt x="1915213" y="3409402"/>
                  </a:lnTo>
                  <a:lnTo>
                    <a:pt x="1886948" y="3501884"/>
                  </a:lnTo>
                  <a:lnTo>
                    <a:pt x="1858838" y="3590392"/>
                  </a:lnTo>
                  <a:lnTo>
                    <a:pt x="1830838" y="3674824"/>
                  </a:lnTo>
                  <a:lnTo>
                    <a:pt x="1802885" y="3755132"/>
                  </a:lnTo>
                  <a:lnTo>
                    <a:pt x="1774899" y="3831312"/>
                  </a:lnTo>
                  <a:lnTo>
                    <a:pt x="1746785" y="3903407"/>
                  </a:lnTo>
                  <a:lnTo>
                    <a:pt x="1719082" y="3969972"/>
                  </a:lnTo>
                  <a:lnTo>
                    <a:pt x="1677010" y="4062369"/>
                  </a:lnTo>
                  <a:lnTo>
                    <a:pt x="1633693" y="4146352"/>
                  </a:lnTo>
                  <a:lnTo>
                    <a:pt x="1588583" y="4222261"/>
                  </a:lnTo>
                  <a:lnTo>
                    <a:pt x="1541065" y="4290720"/>
                  </a:lnTo>
                  <a:lnTo>
                    <a:pt x="1490498" y="4352465"/>
                  </a:lnTo>
                  <a:lnTo>
                    <a:pt x="1436261" y="4408236"/>
                  </a:lnTo>
                  <a:lnTo>
                    <a:pt x="1377801" y="4458714"/>
                  </a:lnTo>
                  <a:lnTo>
                    <a:pt x="1314701" y="4504486"/>
                  </a:lnTo>
                  <a:lnTo>
                    <a:pt x="1246763" y="4546021"/>
                  </a:lnTo>
                  <a:lnTo>
                    <a:pt x="1174113" y="4583662"/>
                  </a:lnTo>
                  <a:lnTo>
                    <a:pt x="1097325" y="4617621"/>
                  </a:lnTo>
                  <a:lnTo>
                    <a:pt x="1017534" y="4647992"/>
                  </a:lnTo>
                  <a:lnTo>
                    <a:pt x="936519" y="4674765"/>
                  </a:lnTo>
                  <a:lnTo>
                    <a:pt x="856692" y="4697873"/>
                  </a:lnTo>
                  <a:lnTo>
                    <a:pt x="780954" y="4717238"/>
                  </a:lnTo>
                  <a:lnTo>
                    <a:pt x="712393" y="4732840"/>
                  </a:lnTo>
                  <a:lnTo>
                    <a:pt x="653837" y="4744779"/>
                  </a:lnTo>
                  <a:lnTo>
                    <a:pt x="607356" y="4753318"/>
                  </a:lnTo>
                  <a:lnTo>
                    <a:pt x="573840" y="4758891"/>
                  </a:lnTo>
                  <a:lnTo>
                    <a:pt x="552767" y="4762075"/>
                  </a:lnTo>
                  <a:lnTo>
                    <a:pt x="542197" y="4763532"/>
                  </a:lnTo>
                  <a:lnTo>
                    <a:pt x="538931" y="4763944"/>
                  </a:lnTo>
                  <a:lnTo>
                    <a:pt x="538736" y="4763967"/>
                  </a:lnTo>
                  <a:lnTo>
                    <a:pt x="0" y="47639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3" name="pg2033"/>
            <p:cNvSpPr/>
            <p:nvPr/>
          </p:nvSpPr>
          <p:spPr>
            <a:xfrm>
              <a:off x="546595" y="2057145"/>
              <a:ext cx="8234974" cy="3887397"/>
            </a:xfrm>
            <a:custGeom>
              <a:avLst/>
              <a:pathLst>
                <a:path w="8234974" h="3887397">
                  <a:moveTo>
                    <a:pt x="0" y="3887397"/>
                  </a:moveTo>
                  <a:lnTo>
                    <a:pt x="538736" y="3887397"/>
                  </a:lnTo>
                  <a:lnTo>
                    <a:pt x="539673" y="3887305"/>
                  </a:lnTo>
                  <a:lnTo>
                    <a:pt x="545830" y="3886647"/>
                  </a:lnTo>
                  <a:lnTo>
                    <a:pt x="561351" y="3884829"/>
                  </a:lnTo>
                  <a:lnTo>
                    <a:pt x="589091" y="3881250"/>
                  </a:lnTo>
                  <a:lnTo>
                    <a:pt x="630410" y="3875357"/>
                  </a:lnTo>
                  <a:lnTo>
                    <a:pt x="685069" y="3866702"/>
                  </a:lnTo>
                  <a:lnTo>
                    <a:pt x="751366" y="3854983"/>
                  </a:lnTo>
                  <a:lnTo>
                    <a:pt x="826531" y="3840052"/>
                  </a:lnTo>
                  <a:lnTo>
                    <a:pt x="907276" y="3821891"/>
                  </a:lnTo>
                  <a:lnTo>
                    <a:pt x="990339" y="3800554"/>
                  </a:lnTo>
                  <a:lnTo>
                    <a:pt x="1072897" y="3776112"/>
                  </a:lnTo>
                  <a:lnTo>
                    <a:pt x="1152799" y="3748592"/>
                  </a:lnTo>
                  <a:lnTo>
                    <a:pt x="1228615" y="3717941"/>
                  </a:lnTo>
                  <a:lnTo>
                    <a:pt x="1299570" y="3684002"/>
                  </a:lnTo>
                  <a:lnTo>
                    <a:pt x="1365422" y="3646499"/>
                  </a:lnTo>
                  <a:lnTo>
                    <a:pt x="1426319" y="3605044"/>
                  </a:lnTo>
                  <a:lnTo>
                    <a:pt x="1482676" y="3559136"/>
                  </a:lnTo>
                  <a:lnTo>
                    <a:pt x="1535072" y="3508188"/>
                  </a:lnTo>
                  <a:lnTo>
                    <a:pt x="1584171" y="3451550"/>
                  </a:lnTo>
                  <a:lnTo>
                    <a:pt x="1630667" y="3388571"/>
                  </a:lnTo>
                  <a:lnTo>
                    <a:pt x="1675230" y="3318688"/>
                  </a:lnTo>
                  <a:lnTo>
                    <a:pt x="1718459" y="3241584"/>
                  </a:lnTo>
                  <a:lnTo>
                    <a:pt x="1719082" y="3240405"/>
                  </a:lnTo>
                  <a:lnTo>
                    <a:pt x="1750159" y="3179309"/>
                  </a:lnTo>
                  <a:lnTo>
                    <a:pt x="1780958" y="3114278"/>
                  </a:lnTo>
                  <a:lnTo>
                    <a:pt x="1811629" y="3045231"/>
                  </a:lnTo>
                  <a:lnTo>
                    <a:pt x="1842293" y="2972137"/>
                  </a:lnTo>
                  <a:lnTo>
                    <a:pt x="1873046" y="2895016"/>
                  </a:lnTo>
                  <a:lnTo>
                    <a:pt x="1903960" y="2813946"/>
                  </a:lnTo>
                  <a:lnTo>
                    <a:pt x="1935088" y="2729067"/>
                  </a:lnTo>
                  <a:lnTo>
                    <a:pt x="1966462" y="2640583"/>
                  </a:lnTo>
                  <a:lnTo>
                    <a:pt x="1998094" y="2548761"/>
                  </a:lnTo>
                  <a:lnTo>
                    <a:pt x="2029983" y="2453933"/>
                  </a:lnTo>
                  <a:lnTo>
                    <a:pt x="2062111" y="2356490"/>
                  </a:lnTo>
                  <a:lnTo>
                    <a:pt x="2094448" y="2256878"/>
                  </a:lnTo>
                  <a:lnTo>
                    <a:pt x="2126951" y="2155590"/>
                  </a:lnTo>
                  <a:lnTo>
                    <a:pt x="2159571" y="2053155"/>
                  </a:lnTo>
                  <a:lnTo>
                    <a:pt x="2192251" y="1950130"/>
                  </a:lnTo>
                  <a:lnTo>
                    <a:pt x="2224934" y="1847085"/>
                  </a:lnTo>
                  <a:lnTo>
                    <a:pt x="2257560" y="1744589"/>
                  </a:lnTo>
                  <a:lnTo>
                    <a:pt x="2290073" y="1643200"/>
                  </a:lnTo>
                  <a:lnTo>
                    <a:pt x="2322423" y="1543451"/>
                  </a:lnTo>
                  <a:lnTo>
                    <a:pt x="2354567" y="1445836"/>
                  </a:lnTo>
                  <a:lnTo>
                    <a:pt x="2386474" y="1350806"/>
                  </a:lnTo>
                  <a:lnTo>
                    <a:pt x="2418126" y="1258757"/>
                  </a:lnTo>
                  <a:lnTo>
                    <a:pt x="2449518" y="1170022"/>
                  </a:lnTo>
                  <a:lnTo>
                    <a:pt x="2480662" y="1084877"/>
                  </a:lnTo>
                  <a:lnTo>
                    <a:pt x="2511591" y="1003527"/>
                  </a:lnTo>
                  <a:lnTo>
                    <a:pt x="2542353" y="926119"/>
                  </a:lnTo>
                  <a:lnTo>
                    <a:pt x="2573021" y="852733"/>
                  </a:lnTo>
                  <a:lnTo>
                    <a:pt x="2603688" y="783396"/>
                  </a:lnTo>
                  <a:lnTo>
                    <a:pt x="2634473" y="718078"/>
                  </a:lnTo>
                  <a:lnTo>
                    <a:pt x="2665523" y="656703"/>
                  </a:lnTo>
                  <a:lnTo>
                    <a:pt x="2667772" y="652436"/>
                  </a:lnTo>
                  <a:lnTo>
                    <a:pt x="2710985" y="575226"/>
                  </a:lnTo>
                  <a:lnTo>
                    <a:pt x="2755525" y="505240"/>
                  </a:lnTo>
                  <a:lnTo>
                    <a:pt x="2801988" y="442163"/>
                  </a:lnTo>
                  <a:lnTo>
                    <a:pt x="2851044" y="385437"/>
                  </a:lnTo>
                  <a:lnTo>
                    <a:pt x="2903386" y="334410"/>
                  </a:lnTo>
                  <a:lnTo>
                    <a:pt x="2959681" y="288434"/>
                  </a:lnTo>
                  <a:lnTo>
                    <a:pt x="3020509" y="246917"/>
                  </a:lnTo>
                  <a:lnTo>
                    <a:pt x="3086287" y="209360"/>
                  </a:lnTo>
                  <a:lnTo>
                    <a:pt x="3157168" y="175371"/>
                  </a:lnTo>
                  <a:lnTo>
                    <a:pt x="3232917" y="144674"/>
                  </a:lnTo>
                  <a:lnTo>
                    <a:pt x="3312768" y="117109"/>
                  </a:lnTo>
                  <a:lnTo>
                    <a:pt x="3395301" y="92621"/>
                  </a:lnTo>
                  <a:lnTo>
                    <a:pt x="3478375" y="71239"/>
                  </a:lnTo>
                  <a:lnTo>
                    <a:pt x="3559177" y="53031"/>
                  </a:lnTo>
                  <a:lnTo>
                    <a:pt x="3634448" y="38053"/>
                  </a:lnTo>
                  <a:lnTo>
                    <a:pt x="3700896" y="26288"/>
                  </a:lnTo>
                  <a:lnTo>
                    <a:pt x="3755740" y="17590"/>
                  </a:lnTo>
                  <a:lnTo>
                    <a:pt x="3797260" y="11659"/>
                  </a:lnTo>
                  <a:lnTo>
                    <a:pt x="3825192" y="8051"/>
                  </a:lnTo>
                  <a:lnTo>
                    <a:pt x="3840874" y="6211"/>
                  </a:lnTo>
                  <a:lnTo>
                    <a:pt x="3847141" y="554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82" y="5539"/>
                  </a:lnTo>
                  <a:lnTo>
                    <a:pt x="4395358" y="6218"/>
                  </a:lnTo>
                  <a:lnTo>
                    <a:pt x="4413840" y="8094"/>
                  </a:lnTo>
                  <a:lnTo>
                    <a:pt x="4446594" y="11781"/>
                  </a:lnTo>
                  <a:lnTo>
                    <a:pt x="4494827" y="17828"/>
                  </a:lnTo>
                  <a:lnTo>
                    <a:pt x="4557707" y="26655"/>
                  </a:lnTo>
                  <a:lnTo>
                    <a:pt x="4632661" y="38516"/>
                  </a:lnTo>
                  <a:lnTo>
                    <a:pt x="4716010" y="53500"/>
                  </a:lnTo>
                  <a:lnTo>
                    <a:pt x="4803734" y="71586"/>
                  </a:lnTo>
                  <a:lnTo>
                    <a:pt x="4892145" y="92700"/>
                  </a:lnTo>
                  <a:lnTo>
                    <a:pt x="4978320" y="116793"/>
                  </a:lnTo>
                  <a:lnTo>
                    <a:pt x="5060255" y="143889"/>
                  </a:lnTo>
                  <a:lnTo>
                    <a:pt x="5136825" y="174122"/>
                  </a:lnTo>
                  <a:lnTo>
                    <a:pt x="5207623" y="207752"/>
                  </a:lnTo>
                  <a:lnTo>
                    <a:pt x="5272778" y="245165"/>
                  </a:lnTo>
                  <a:lnTo>
                    <a:pt x="5332771" y="286868"/>
                  </a:lnTo>
                  <a:lnTo>
                    <a:pt x="5388299" y="333468"/>
                  </a:lnTo>
                  <a:lnTo>
                    <a:pt x="5440170" y="385632"/>
                  </a:lnTo>
                  <a:lnTo>
                    <a:pt x="5489218" y="444026"/>
                  </a:lnTo>
                  <a:lnTo>
                    <a:pt x="5536241" y="509190"/>
                  </a:lnTo>
                  <a:lnTo>
                    <a:pt x="5567201" y="557157"/>
                  </a:lnTo>
                  <a:lnTo>
                    <a:pt x="5600478" y="613092"/>
                  </a:lnTo>
                  <a:lnTo>
                    <a:pt x="5633449" y="672884"/>
                  </a:lnTo>
                  <a:lnTo>
                    <a:pt x="5666295" y="736612"/>
                  </a:lnTo>
                  <a:lnTo>
                    <a:pt x="5699158" y="804300"/>
                  </a:lnTo>
                  <a:lnTo>
                    <a:pt x="5732149" y="875912"/>
                  </a:lnTo>
                  <a:lnTo>
                    <a:pt x="5765349" y="951346"/>
                  </a:lnTo>
                  <a:lnTo>
                    <a:pt x="5798812" y="1030428"/>
                  </a:lnTo>
                  <a:lnTo>
                    <a:pt x="5832567" y="1112915"/>
                  </a:lnTo>
                  <a:lnTo>
                    <a:pt x="5866620" y="1198489"/>
                  </a:lnTo>
                  <a:lnTo>
                    <a:pt x="5900955" y="1286765"/>
                  </a:lnTo>
                  <a:lnTo>
                    <a:pt x="5935541" y="1377294"/>
                  </a:lnTo>
                  <a:lnTo>
                    <a:pt x="5970329" y="1469571"/>
                  </a:lnTo>
                  <a:lnTo>
                    <a:pt x="6005261" y="1563046"/>
                  </a:lnTo>
                  <a:lnTo>
                    <a:pt x="6040266" y="1657139"/>
                  </a:lnTo>
                  <a:lnTo>
                    <a:pt x="6075275" y="1751255"/>
                  </a:lnTo>
                  <a:lnTo>
                    <a:pt x="6110214" y="1844795"/>
                  </a:lnTo>
                  <a:lnTo>
                    <a:pt x="6145015" y="1937178"/>
                  </a:lnTo>
                  <a:lnTo>
                    <a:pt x="6179617" y="2027853"/>
                  </a:lnTo>
                  <a:lnTo>
                    <a:pt x="6213972" y="2116310"/>
                  </a:lnTo>
                  <a:lnTo>
                    <a:pt x="6248046" y="2202095"/>
                  </a:lnTo>
                  <a:lnTo>
                    <a:pt x="6281823" y="2284819"/>
                  </a:lnTo>
                  <a:lnTo>
                    <a:pt x="6315307" y="2364160"/>
                  </a:lnTo>
                  <a:lnTo>
                    <a:pt x="6348525" y="2439866"/>
                  </a:lnTo>
                  <a:lnTo>
                    <a:pt x="6381529" y="2511762"/>
                  </a:lnTo>
                  <a:lnTo>
                    <a:pt x="6414398" y="2579739"/>
                  </a:lnTo>
                  <a:lnTo>
                    <a:pt x="6447240" y="2643757"/>
                  </a:lnTo>
                  <a:lnTo>
                    <a:pt x="6480197" y="2703834"/>
                  </a:lnTo>
                  <a:lnTo>
                    <a:pt x="6513444" y="2760048"/>
                  </a:lnTo>
                  <a:lnTo>
                    <a:pt x="6515891" y="2764008"/>
                  </a:lnTo>
                  <a:lnTo>
                    <a:pt x="6561943" y="2833899"/>
                  </a:lnTo>
                  <a:lnTo>
                    <a:pt x="6609541" y="2896820"/>
                  </a:lnTo>
                  <a:lnTo>
                    <a:pt x="6659416" y="2953123"/>
                  </a:lnTo>
                  <a:lnTo>
                    <a:pt x="6712382" y="3003406"/>
                  </a:lnTo>
                  <a:lnTo>
                    <a:pt x="6769276" y="3048344"/>
                  </a:lnTo>
                  <a:lnTo>
                    <a:pt x="6830876" y="3088592"/>
                  </a:lnTo>
                  <a:lnTo>
                    <a:pt x="6897824" y="3124726"/>
                  </a:lnTo>
                  <a:lnTo>
                    <a:pt x="6970505" y="3157217"/>
                  </a:lnTo>
                  <a:lnTo>
                    <a:pt x="7048892" y="3186409"/>
                  </a:lnTo>
                  <a:lnTo>
                    <a:pt x="7132368" y="3212521"/>
                  </a:lnTo>
                  <a:lnTo>
                    <a:pt x="7219533" y="3235649"/>
                  </a:lnTo>
                  <a:lnTo>
                    <a:pt x="7308085" y="3255787"/>
                  </a:lnTo>
                  <a:lnTo>
                    <a:pt x="7394820" y="3272873"/>
                  </a:lnTo>
                  <a:lnTo>
                    <a:pt x="7475882" y="3286841"/>
                  </a:lnTo>
                  <a:lnTo>
                    <a:pt x="7547281" y="3297699"/>
                  </a:lnTo>
                  <a:lnTo>
                    <a:pt x="7605613" y="3305588"/>
                  </a:lnTo>
                  <a:lnTo>
                    <a:pt x="7648815" y="3310815"/>
                  </a:lnTo>
                  <a:lnTo>
                    <a:pt x="7676703" y="3313850"/>
                  </a:lnTo>
                  <a:lnTo>
                    <a:pt x="7691144" y="3315269"/>
                  </a:lnTo>
                  <a:lnTo>
                    <a:pt x="7695884" y="3315692"/>
                  </a:lnTo>
                  <a:lnTo>
                    <a:pt x="7696237" y="3315721"/>
                  </a:lnTo>
                  <a:lnTo>
                    <a:pt x="8234974" y="3315721"/>
                  </a:lnTo>
                  <a:lnTo>
                    <a:pt x="8234974" y="3310276"/>
                  </a:ln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2" y="92"/>
                  </a:lnTo>
                  <a:lnTo>
                    <a:pt x="3841024" y="750"/>
                  </a:lnTo>
                  <a:lnTo>
                    <a:pt x="3825504" y="2568"/>
                  </a:lnTo>
                  <a:lnTo>
                    <a:pt x="3797764" y="6147"/>
                  </a:lnTo>
                  <a:lnTo>
                    <a:pt x="3756445" y="12040"/>
                  </a:lnTo>
                  <a:lnTo>
                    <a:pt x="3701786" y="20695"/>
                  </a:lnTo>
                  <a:lnTo>
                    <a:pt x="3635489" y="32414"/>
                  </a:lnTo>
                  <a:lnTo>
                    <a:pt x="3560324" y="47344"/>
                  </a:lnTo>
                  <a:lnTo>
                    <a:pt x="3479578" y="65506"/>
                  </a:lnTo>
                  <a:lnTo>
                    <a:pt x="3396516" y="86842"/>
                  </a:lnTo>
                  <a:lnTo>
                    <a:pt x="3313957" y="111285"/>
                  </a:lnTo>
                  <a:lnTo>
                    <a:pt x="3234055" y="138805"/>
                  </a:lnTo>
                  <a:lnTo>
                    <a:pt x="3158240" y="169455"/>
                  </a:lnTo>
                  <a:lnTo>
                    <a:pt x="3087285" y="203395"/>
                  </a:lnTo>
                  <a:lnTo>
                    <a:pt x="3021433" y="240897"/>
                  </a:lnTo>
                  <a:lnTo>
                    <a:pt x="2960535" y="282353"/>
                  </a:lnTo>
                  <a:lnTo>
                    <a:pt x="2904178" y="328260"/>
                  </a:lnTo>
                  <a:lnTo>
                    <a:pt x="2851783" y="379208"/>
                  </a:lnTo>
                  <a:lnTo>
                    <a:pt x="2802684" y="435846"/>
                  </a:lnTo>
                  <a:lnTo>
                    <a:pt x="2756188" y="498826"/>
                  </a:lnTo>
                  <a:lnTo>
                    <a:pt x="2711624" y="568708"/>
                  </a:lnTo>
                  <a:lnTo>
                    <a:pt x="2668396" y="645813"/>
                  </a:lnTo>
                  <a:lnTo>
                    <a:pt x="2667772" y="646992"/>
                  </a:lnTo>
                  <a:lnTo>
                    <a:pt x="2636696" y="708087"/>
                  </a:lnTo>
                  <a:lnTo>
                    <a:pt x="2605897" y="773119"/>
                  </a:lnTo>
                  <a:lnTo>
                    <a:pt x="2575226" y="842165"/>
                  </a:lnTo>
                  <a:lnTo>
                    <a:pt x="2544562" y="915259"/>
                  </a:lnTo>
                  <a:lnTo>
                    <a:pt x="2513809" y="992381"/>
                  </a:lnTo>
                  <a:lnTo>
                    <a:pt x="2482894" y="1073451"/>
                  </a:lnTo>
                  <a:lnTo>
                    <a:pt x="2451766" y="1158329"/>
                  </a:lnTo>
                  <a:lnTo>
                    <a:pt x="2420393" y="1246814"/>
                  </a:lnTo>
                  <a:lnTo>
                    <a:pt x="2388760" y="1338635"/>
                  </a:lnTo>
                  <a:lnTo>
                    <a:pt x="2356871" y="1433463"/>
                  </a:lnTo>
                  <a:lnTo>
                    <a:pt x="2324743" y="1530906"/>
                  </a:lnTo>
                  <a:lnTo>
                    <a:pt x="2292407" y="1630519"/>
                  </a:lnTo>
                  <a:lnTo>
                    <a:pt x="2259904" y="1731807"/>
                  </a:lnTo>
                  <a:lnTo>
                    <a:pt x="2227284" y="1834241"/>
                  </a:lnTo>
                  <a:lnTo>
                    <a:pt x="2194603" y="1937266"/>
                  </a:lnTo>
                  <a:lnTo>
                    <a:pt x="2161921" y="2040311"/>
                  </a:lnTo>
                  <a:lnTo>
                    <a:pt x="2129294" y="2142807"/>
                  </a:lnTo>
                  <a:lnTo>
                    <a:pt x="2096781" y="2244196"/>
                  </a:lnTo>
                  <a:lnTo>
                    <a:pt x="2064431" y="2343946"/>
                  </a:lnTo>
                  <a:lnTo>
                    <a:pt x="2032287" y="2441560"/>
                  </a:lnTo>
                  <a:lnTo>
                    <a:pt x="2000380" y="2536590"/>
                  </a:lnTo>
                  <a:lnTo>
                    <a:pt x="1968729" y="2628640"/>
                  </a:lnTo>
                  <a:lnTo>
                    <a:pt x="1937337" y="2717374"/>
                  </a:lnTo>
                  <a:lnTo>
                    <a:pt x="1906192" y="2802520"/>
                  </a:lnTo>
                  <a:lnTo>
                    <a:pt x="1875264" y="2883869"/>
                  </a:lnTo>
                  <a:lnTo>
                    <a:pt x="1844501" y="2961278"/>
                  </a:lnTo>
                  <a:lnTo>
                    <a:pt x="1813834" y="3034663"/>
                  </a:lnTo>
                  <a:lnTo>
                    <a:pt x="1783167" y="3104000"/>
                  </a:lnTo>
                  <a:lnTo>
                    <a:pt x="1752382" y="3169318"/>
                  </a:lnTo>
                  <a:lnTo>
                    <a:pt x="1721331" y="3230694"/>
                  </a:lnTo>
                  <a:lnTo>
                    <a:pt x="1719082" y="3234960"/>
                  </a:lnTo>
                  <a:lnTo>
                    <a:pt x="1675869" y="3312170"/>
                  </a:lnTo>
                  <a:lnTo>
                    <a:pt x="1631330" y="3382157"/>
                  </a:lnTo>
                  <a:lnTo>
                    <a:pt x="1584867" y="3445233"/>
                  </a:lnTo>
                  <a:lnTo>
                    <a:pt x="1535810" y="3501959"/>
                  </a:lnTo>
                  <a:lnTo>
                    <a:pt x="1483468" y="3552986"/>
                  </a:lnTo>
                  <a:lnTo>
                    <a:pt x="1427173" y="3598963"/>
                  </a:lnTo>
                  <a:lnTo>
                    <a:pt x="1366346" y="3640479"/>
                  </a:lnTo>
                  <a:lnTo>
                    <a:pt x="1300568" y="3678036"/>
                  </a:lnTo>
                  <a:lnTo>
                    <a:pt x="1229687" y="3712025"/>
                  </a:lnTo>
                  <a:lnTo>
                    <a:pt x="1153938" y="3742722"/>
                  </a:lnTo>
                  <a:lnTo>
                    <a:pt x="1074087" y="3770288"/>
                  </a:lnTo>
                  <a:lnTo>
                    <a:pt x="991553" y="3794775"/>
                  </a:lnTo>
                  <a:lnTo>
                    <a:pt x="908480" y="3816157"/>
                  </a:lnTo>
                  <a:lnTo>
                    <a:pt x="827678" y="3834366"/>
                  </a:lnTo>
                  <a:lnTo>
                    <a:pt x="752407" y="3849343"/>
                  </a:lnTo>
                  <a:lnTo>
                    <a:pt x="685958" y="3861109"/>
                  </a:lnTo>
                  <a:lnTo>
                    <a:pt x="631114" y="3869807"/>
                  </a:lnTo>
                  <a:lnTo>
                    <a:pt x="589595" y="3875737"/>
                  </a:lnTo>
                  <a:lnTo>
                    <a:pt x="561663" y="3879346"/>
                  </a:lnTo>
                  <a:lnTo>
                    <a:pt x="545981" y="3881186"/>
                  </a:lnTo>
                  <a:lnTo>
                    <a:pt x="539714" y="3881856"/>
                  </a:lnTo>
                  <a:lnTo>
                    <a:pt x="538736" y="3881952"/>
                  </a:lnTo>
                  <a:lnTo>
                    <a:pt x="0" y="3881952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34" name="pl2034"/>
            <p:cNvSpPr/>
            <p:nvPr/>
          </p:nvSpPr>
          <p:spPr>
            <a:xfrm>
              <a:off x="546595" y="2062589"/>
              <a:ext cx="8234974" cy="3881952"/>
            </a:xfrm>
            <a:custGeom>
              <a:avLst/>
              <a:pathLst>
                <a:path w="8234974" h="3881952">
                  <a:moveTo>
                    <a:pt x="0" y="3881952"/>
                  </a:moveTo>
                  <a:lnTo>
                    <a:pt x="538736" y="3881952"/>
                  </a:lnTo>
                  <a:lnTo>
                    <a:pt x="539673" y="3881860"/>
                  </a:lnTo>
                  <a:lnTo>
                    <a:pt x="545830" y="3881202"/>
                  </a:lnTo>
                  <a:lnTo>
                    <a:pt x="561351" y="3879384"/>
                  </a:lnTo>
                  <a:lnTo>
                    <a:pt x="589091" y="3875805"/>
                  </a:lnTo>
                  <a:lnTo>
                    <a:pt x="630410" y="3869912"/>
                  </a:lnTo>
                  <a:lnTo>
                    <a:pt x="685069" y="3861257"/>
                  </a:lnTo>
                  <a:lnTo>
                    <a:pt x="751366" y="3849538"/>
                  </a:lnTo>
                  <a:lnTo>
                    <a:pt x="826531" y="3834608"/>
                  </a:lnTo>
                  <a:lnTo>
                    <a:pt x="907276" y="3816446"/>
                  </a:lnTo>
                  <a:lnTo>
                    <a:pt x="990339" y="3795110"/>
                  </a:lnTo>
                  <a:lnTo>
                    <a:pt x="1072897" y="3770667"/>
                  </a:lnTo>
                  <a:lnTo>
                    <a:pt x="1152799" y="3743147"/>
                  </a:lnTo>
                  <a:lnTo>
                    <a:pt x="1228615" y="3712496"/>
                  </a:lnTo>
                  <a:lnTo>
                    <a:pt x="1299570" y="3678557"/>
                  </a:lnTo>
                  <a:lnTo>
                    <a:pt x="1365422" y="3641055"/>
                  </a:lnTo>
                  <a:lnTo>
                    <a:pt x="1426319" y="3599599"/>
                  </a:lnTo>
                  <a:lnTo>
                    <a:pt x="1482676" y="3553692"/>
                  </a:lnTo>
                  <a:lnTo>
                    <a:pt x="1535072" y="3502743"/>
                  </a:lnTo>
                  <a:lnTo>
                    <a:pt x="1584171" y="3446105"/>
                  </a:lnTo>
                  <a:lnTo>
                    <a:pt x="1630667" y="3383126"/>
                  </a:lnTo>
                  <a:lnTo>
                    <a:pt x="1675230" y="3313244"/>
                  </a:lnTo>
                  <a:lnTo>
                    <a:pt x="1718459" y="3236139"/>
                  </a:lnTo>
                  <a:lnTo>
                    <a:pt x="1719082" y="3234960"/>
                  </a:lnTo>
                  <a:lnTo>
                    <a:pt x="1750159" y="3173864"/>
                  </a:lnTo>
                  <a:lnTo>
                    <a:pt x="1780958" y="3108833"/>
                  </a:lnTo>
                  <a:lnTo>
                    <a:pt x="1811629" y="3039787"/>
                  </a:lnTo>
                  <a:lnTo>
                    <a:pt x="1842293" y="2966692"/>
                  </a:lnTo>
                  <a:lnTo>
                    <a:pt x="1873046" y="2889571"/>
                  </a:lnTo>
                  <a:lnTo>
                    <a:pt x="1903960" y="2808501"/>
                  </a:lnTo>
                  <a:lnTo>
                    <a:pt x="1935088" y="2723622"/>
                  </a:lnTo>
                  <a:lnTo>
                    <a:pt x="1966462" y="2635138"/>
                  </a:lnTo>
                  <a:lnTo>
                    <a:pt x="1998094" y="2543316"/>
                  </a:lnTo>
                  <a:lnTo>
                    <a:pt x="2029983" y="2448488"/>
                  </a:lnTo>
                  <a:lnTo>
                    <a:pt x="2062111" y="2351045"/>
                  </a:lnTo>
                  <a:lnTo>
                    <a:pt x="2094448" y="2251433"/>
                  </a:lnTo>
                  <a:lnTo>
                    <a:pt x="2126951" y="2150145"/>
                  </a:lnTo>
                  <a:lnTo>
                    <a:pt x="2159571" y="2047711"/>
                  </a:lnTo>
                  <a:lnTo>
                    <a:pt x="2192251" y="1944686"/>
                  </a:lnTo>
                  <a:lnTo>
                    <a:pt x="2224934" y="1841641"/>
                  </a:lnTo>
                  <a:lnTo>
                    <a:pt x="2257560" y="1739145"/>
                  </a:lnTo>
                  <a:lnTo>
                    <a:pt x="2290073" y="1637756"/>
                  </a:lnTo>
                  <a:lnTo>
                    <a:pt x="2322423" y="1538006"/>
                  </a:lnTo>
                  <a:lnTo>
                    <a:pt x="2354567" y="1440392"/>
                  </a:lnTo>
                  <a:lnTo>
                    <a:pt x="2386474" y="1345362"/>
                  </a:lnTo>
                  <a:lnTo>
                    <a:pt x="2418126" y="1253312"/>
                  </a:lnTo>
                  <a:lnTo>
                    <a:pt x="2449518" y="1164578"/>
                  </a:lnTo>
                  <a:lnTo>
                    <a:pt x="2480662" y="1079432"/>
                  </a:lnTo>
                  <a:lnTo>
                    <a:pt x="2511591" y="998083"/>
                  </a:lnTo>
                  <a:lnTo>
                    <a:pt x="2542353" y="920674"/>
                  </a:lnTo>
                  <a:lnTo>
                    <a:pt x="2573021" y="847289"/>
                  </a:lnTo>
                  <a:lnTo>
                    <a:pt x="2603688" y="777951"/>
                  </a:lnTo>
                  <a:lnTo>
                    <a:pt x="2634473" y="712634"/>
                  </a:lnTo>
                  <a:lnTo>
                    <a:pt x="2665523" y="651258"/>
                  </a:lnTo>
                  <a:lnTo>
                    <a:pt x="2667772" y="646992"/>
                  </a:lnTo>
                  <a:lnTo>
                    <a:pt x="2710985" y="569782"/>
                  </a:lnTo>
                  <a:lnTo>
                    <a:pt x="2755525" y="499795"/>
                  </a:lnTo>
                  <a:lnTo>
                    <a:pt x="2801988" y="436719"/>
                  </a:lnTo>
                  <a:lnTo>
                    <a:pt x="2851044" y="379993"/>
                  </a:lnTo>
                  <a:lnTo>
                    <a:pt x="2903386" y="328966"/>
                  </a:lnTo>
                  <a:lnTo>
                    <a:pt x="2959681" y="282989"/>
                  </a:lnTo>
                  <a:lnTo>
                    <a:pt x="3020509" y="241473"/>
                  </a:lnTo>
                  <a:lnTo>
                    <a:pt x="3086287" y="203916"/>
                  </a:lnTo>
                  <a:lnTo>
                    <a:pt x="3157168" y="169927"/>
                  </a:lnTo>
                  <a:lnTo>
                    <a:pt x="3232917" y="139230"/>
                  </a:lnTo>
                  <a:lnTo>
                    <a:pt x="3312768" y="111664"/>
                  </a:lnTo>
                  <a:lnTo>
                    <a:pt x="3395301" y="87177"/>
                  </a:lnTo>
                  <a:lnTo>
                    <a:pt x="3478375" y="65794"/>
                  </a:lnTo>
                  <a:lnTo>
                    <a:pt x="3559177" y="47586"/>
                  </a:lnTo>
                  <a:lnTo>
                    <a:pt x="3634448" y="32608"/>
                  </a:lnTo>
                  <a:lnTo>
                    <a:pt x="3700896" y="20843"/>
                  </a:lnTo>
                  <a:lnTo>
                    <a:pt x="3755740" y="12145"/>
                  </a:lnTo>
                  <a:lnTo>
                    <a:pt x="3797260" y="6215"/>
                  </a:lnTo>
                  <a:lnTo>
                    <a:pt x="3825192" y="2606"/>
                  </a:lnTo>
                  <a:lnTo>
                    <a:pt x="3840874" y="766"/>
                  </a:lnTo>
                  <a:lnTo>
                    <a:pt x="3847141" y="96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82" y="95"/>
                  </a:lnTo>
                  <a:lnTo>
                    <a:pt x="4395358" y="773"/>
                  </a:lnTo>
                  <a:lnTo>
                    <a:pt x="4413840" y="2650"/>
                  </a:lnTo>
                  <a:lnTo>
                    <a:pt x="4446594" y="6337"/>
                  </a:lnTo>
                  <a:lnTo>
                    <a:pt x="4494827" y="12384"/>
                  </a:lnTo>
                  <a:lnTo>
                    <a:pt x="4557707" y="21211"/>
                  </a:lnTo>
                  <a:lnTo>
                    <a:pt x="4632661" y="33071"/>
                  </a:lnTo>
                  <a:lnTo>
                    <a:pt x="4716010" y="48056"/>
                  </a:lnTo>
                  <a:lnTo>
                    <a:pt x="4803734" y="66141"/>
                  </a:lnTo>
                  <a:lnTo>
                    <a:pt x="4892145" y="87256"/>
                  </a:lnTo>
                  <a:lnTo>
                    <a:pt x="4978320" y="111348"/>
                  </a:lnTo>
                  <a:lnTo>
                    <a:pt x="5060255" y="138444"/>
                  </a:lnTo>
                  <a:lnTo>
                    <a:pt x="5136825" y="168678"/>
                  </a:lnTo>
                  <a:lnTo>
                    <a:pt x="5207623" y="202307"/>
                  </a:lnTo>
                  <a:lnTo>
                    <a:pt x="5272778" y="239720"/>
                  </a:lnTo>
                  <a:lnTo>
                    <a:pt x="5332771" y="281423"/>
                  </a:lnTo>
                  <a:lnTo>
                    <a:pt x="5388299" y="328023"/>
                  </a:lnTo>
                  <a:lnTo>
                    <a:pt x="5440170" y="380188"/>
                  </a:lnTo>
                  <a:lnTo>
                    <a:pt x="5489218" y="438582"/>
                  </a:lnTo>
                  <a:lnTo>
                    <a:pt x="5536241" y="503745"/>
                  </a:lnTo>
                  <a:lnTo>
                    <a:pt x="5567201" y="551712"/>
                  </a:lnTo>
                  <a:lnTo>
                    <a:pt x="5600478" y="607647"/>
                  </a:lnTo>
                  <a:lnTo>
                    <a:pt x="5633449" y="667439"/>
                  </a:lnTo>
                  <a:lnTo>
                    <a:pt x="5666295" y="731168"/>
                  </a:lnTo>
                  <a:lnTo>
                    <a:pt x="5699158" y="798856"/>
                  </a:lnTo>
                  <a:lnTo>
                    <a:pt x="5732149" y="870468"/>
                  </a:lnTo>
                  <a:lnTo>
                    <a:pt x="5765349" y="945901"/>
                  </a:lnTo>
                  <a:lnTo>
                    <a:pt x="5798812" y="1024983"/>
                  </a:lnTo>
                  <a:lnTo>
                    <a:pt x="5832567" y="1107470"/>
                  </a:lnTo>
                  <a:lnTo>
                    <a:pt x="5866620" y="1193044"/>
                  </a:lnTo>
                  <a:lnTo>
                    <a:pt x="5900955" y="1281321"/>
                  </a:lnTo>
                  <a:lnTo>
                    <a:pt x="5935541" y="1371850"/>
                  </a:lnTo>
                  <a:lnTo>
                    <a:pt x="5970329" y="1464126"/>
                  </a:lnTo>
                  <a:lnTo>
                    <a:pt x="6005261" y="1557601"/>
                  </a:lnTo>
                  <a:lnTo>
                    <a:pt x="6040266" y="1651695"/>
                  </a:lnTo>
                  <a:lnTo>
                    <a:pt x="6075275" y="1745810"/>
                  </a:lnTo>
                  <a:lnTo>
                    <a:pt x="6110214" y="1839351"/>
                  </a:lnTo>
                  <a:lnTo>
                    <a:pt x="6145015" y="1931734"/>
                  </a:lnTo>
                  <a:lnTo>
                    <a:pt x="6179617" y="2022408"/>
                  </a:lnTo>
                  <a:lnTo>
                    <a:pt x="6213972" y="2110865"/>
                  </a:lnTo>
                  <a:lnTo>
                    <a:pt x="6248046" y="2196651"/>
                  </a:lnTo>
                  <a:lnTo>
                    <a:pt x="6281823" y="2279375"/>
                  </a:lnTo>
                  <a:lnTo>
                    <a:pt x="6315307" y="2358715"/>
                  </a:lnTo>
                  <a:lnTo>
                    <a:pt x="6348525" y="2434422"/>
                  </a:lnTo>
                  <a:lnTo>
                    <a:pt x="6381529" y="2506317"/>
                  </a:lnTo>
                  <a:lnTo>
                    <a:pt x="6414398" y="2574295"/>
                  </a:lnTo>
                  <a:lnTo>
                    <a:pt x="6447240" y="2638312"/>
                  </a:lnTo>
                  <a:lnTo>
                    <a:pt x="6480197" y="2698390"/>
                  </a:lnTo>
                  <a:lnTo>
                    <a:pt x="6513444" y="2754603"/>
                  </a:lnTo>
                  <a:lnTo>
                    <a:pt x="6515891" y="2758563"/>
                  </a:lnTo>
                  <a:lnTo>
                    <a:pt x="6561943" y="2828455"/>
                  </a:lnTo>
                  <a:lnTo>
                    <a:pt x="6609541" y="2891375"/>
                  </a:lnTo>
                  <a:lnTo>
                    <a:pt x="6659416" y="2947678"/>
                  </a:lnTo>
                  <a:lnTo>
                    <a:pt x="6712382" y="2997961"/>
                  </a:lnTo>
                  <a:lnTo>
                    <a:pt x="6769276" y="3042899"/>
                  </a:lnTo>
                  <a:lnTo>
                    <a:pt x="6830876" y="3083147"/>
                  </a:lnTo>
                  <a:lnTo>
                    <a:pt x="6897824" y="3119282"/>
                  </a:lnTo>
                  <a:lnTo>
                    <a:pt x="6970505" y="3151772"/>
                  </a:lnTo>
                  <a:lnTo>
                    <a:pt x="7048892" y="3180965"/>
                  </a:lnTo>
                  <a:lnTo>
                    <a:pt x="7132368" y="3207077"/>
                  </a:lnTo>
                  <a:lnTo>
                    <a:pt x="7219533" y="3230204"/>
                  </a:lnTo>
                  <a:lnTo>
                    <a:pt x="7308085" y="3250343"/>
                  </a:lnTo>
                  <a:lnTo>
                    <a:pt x="7394820" y="3267428"/>
                  </a:lnTo>
                  <a:lnTo>
                    <a:pt x="7475882" y="3281397"/>
                  </a:lnTo>
                  <a:lnTo>
                    <a:pt x="7547281" y="3292255"/>
                  </a:lnTo>
                  <a:lnTo>
                    <a:pt x="7605613" y="3300143"/>
                  </a:lnTo>
                  <a:lnTo>
                    <a:pt x="7648815" y="3305370"/>
                  </a:lnTo>
                  <a:lnTo>
                    <a:pt x="7676703" y="3308405"/>
                  </a:lnTo>
                  <a:lnTo>
                    <a:pt x="7691144" y="3309824"/>
                  </a:lnTo>
                  <a:lnTo>
                    <a:pt x="7695884" y="3310247"/>
                  </a:lnTo>
                  <a:lnTo>
                    <a:pt x="7696237" y="3310276"/>
                  </a:lnTo>
                  <a:lnTo>
                    <a:pt x="8234974" y="3310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5" name="pl2035"/>
            <p:cNvSpPr/>
            <p:nvPr/>
          </p:nvSpPr>
          <p:spPr>
            <a:xfrm>
              <a:off x="546595" y="2057145"/>
              <a:ext cx="8234974" cy="3881952"/>
            </a:xfrm>
            <a:custGeom>
              <a:avLst/>
              <a:pathLst>
                <a:path w="8234974" h="3881952">
                  <a:moveTo>
                    <a:pt x="8234974" y="3310276"/>
                  </a:moveTo>
                  <a:lnTo>
                    <a:pt x="7696237" y="3310276"/>
                  </a:lnTo>
                  <a:lnTo>
                    <a:pt x="7695111" y="3310181"/>
                  </a:lnTo>
                  <a:lnTo>
                    <a:pt x="7687735" y="3309503"/>
                  </a:lnTo>
                  <a:lnTo>
                    <a:pt x="7669253" y="3307626"/>
                  </a:lnTo>
                  <a:lnTo>
                    <a:pt x="7636498" y="3303939"/>
                  </a:lnTo>
                  <a:lnTo>
                    <a:pt x="7588265" y="3297892"/>
                  </a:lnTo>
                  <a:lnTo>
                    <a:pt x="7525386" y="3289065"/>
                  </a:lnTo>
                  <a:lnTo>
                    <a:pt x="7450431" y="3277205"/>
                  </a:lnTo>
                  <a:lnTo>
                    <a:pt x="7367082" y="3262220"/>
                  </a:lnTo>
                  <a:lnTo>
                    <a:pt x="7279359" y="3244134"/>
                  </a:lnTo>
                  <a:lnTo>
                    <a:pt x="7190947" y="3223020"/>
                  </a:lnTo>
                  <a:lnTo>
                    <a:pt x="7104773" y="3198927"/>
                  </a:lnTo>
                  <a:lnTo>
                    <a:pt x="7022837" y="3171831"/>
                  </a:lnTo>
                  <a:lnTo>
                    <a:pt x="6946268" y="3141598"/>
                  </a:lnTo>
                  <a:lnTo>
                    <a:pt x="6875469" y="3107969"/>
                  </a:lnTo>
                  <a:lnTo>
                    <a:pt x="6810314" y="3070555"/>
                  </a:lnTo>
                  <a:lnTo>
                    <a:pt x="6750322" y="3028852"/>
                  </a:lnTo>
                  <a:lnTo>
                    <a:pt x="6694793" y="2982253"/>
                  </a:lnTo>
                  <a:lnTo>
                    <a:pt x="6642923" y="2930088"/>
                  </a:lnTo>
                  <a:lnTo>
                    <a:pt x="6593874" y="2871694"/>
                  </a:lnTo>
                  <a:lnTo>
                    <a:pt x="6546852" y="2806530"/>
                  </a:lnTo>
                  <a:lnTo>
                    <a:pt x="6515891" y="2758563"/>
                  </a:lnTo>
                  <a:lnTo>
                    <a:pt x="6482615" y="2702629"/>
                  </a:lnTo>
                  <a:lnTo>
                    <a:pt x="6449644" y="2642836"/>
                  </a:lnTo>
                  <a:lnTo>
                    <a:pt x="6416798" y="2579108"/>
                  </a:lnTo>
                  <a:lnTo>
                    <a:pt x="6383935" y="2511420"/>
                  </a:lnTo>
                  <a:lnTo>
                    <a:pt x="6350944" y="2439808"/>
                  </a:lnTo>
                  <a:lnTo>
                    <a:pt x="6317743" y="2364375"/>
                  </a:lnTo>
                  <a:lnTo>
                    <a:pt x="6284280" y="2285292"/>
                  </a:lnTo>
                  <a:lnTo>
                    <a:pt x="6250526" y="2202806"/>
                  </a:lnTo>
                  <a:lnTo>
                    <a:pt x="6216473" y="2117231"/>
                  </a:lnTo>
                  <a:lnTo>
                    <a:pt x="6182137" y="2028955"/>
                  </a:lnTo>
                  <a:lnTo>
                    <a:pt x="6147551" y="1938426"/>
                  </a:lnTo>
                  <a:lnTo>
                    <a:pt x="6112763" y="1846150"/>
                  </a:lnTo>
                  <a:lnTo>
                    <a:pt x="6077832" y="1752674"/>
                  </a:lnTo>
                  <a:lnTo>
                    <a:pt x="6042826" y="1658581"/>
                  </a:lnTo>
                  <a:lnTo>
                    <a:pt x="6007818" y="1564465"/>
                  </a:lnTo>
                  <a:lnTo>
                    <a:pt x="5972879" y="1470925"/>
                  </a:lnTo>
                  <a:lnTo>
                    <a:pt x="5938078" y="1378542"/>
                  </a:lnTo>
                  <a:lnTo>
                    <a:pt x="5903475" y="1287868"/>
                  </a:lnTo>
                  <a:lnTo>
                    <a:pt x="5869120" y="1199411"/>
                  </a:lnTo>
                  <a:lnTo>
                    <a:pt x="5835046" y="1113625"/>
                  </a:lnTo>
                  <a:lnTo>
                    <a:pt x="5801269" y="1030901"/>
                  </a:lnTo>
                  <a:lnTo>
                    <a:pt x="5767786" y="951561"/>
                  </a:lnTo>
                  <a:lnTo>
                    <a:pt x="5734568" y="875854"/>
                  </a:lnTo>
                  <a:lnTo>
                    <a:pt x="5701564" y="803958"/>
                  </a:lnTo>
                  <a:lnTo>
                    <a:pt x="5668695" y="735981"/>
                  </a:lnTo>
                  <a:lnTo>
                    <a:pt x="5635852" y="671964"/>
                  </a:lnTo>
                  <a:lnTo>
                    <a:pt x="5602896" y="611886"/>
                  </a:lnTo>
                  <a:lnTo>
                    <a:pt x="5569649" y="555673"/>
                  </a:lnTo>
                  <a:lnTo>
                    <a:pt x="5567201" y="551712"/>
                  </a:lnTo>
                  <a:lnTo>
                    <a:pt x="5521149" y="481821"/>
                  </a:lnTo>
                  <a:lnTo>
                    <a:pt x="5473551" y="418901"/>
                  </a:lnTo>
                  <a:lnTo>
                    <a:pt x="5423677" y="362598"/>
                  </a:lnTo>
                  <a:lnTo>
                    <a:pt x="5370710" y="312315"/>
                  </a:lnTo>
                  <a:lnTo>
                    <a:pt x="5313817" y="267376"/>
                  </a:lnTo>
                  <a:lnTo>
                    <a:pt x="5252217" y="227128"/>
                  </a:lnTo>
                  <a:lnTo>
                    <a:pt x="5185268" y="190994"/>
                  </a:lnTo>
                  <a:lnTo>
                    <a:pt x="5112587" y="158503"/>
                  </a:lnTo>
                  <a:lnTo>
                    <a:pt x="5034200" y="129311"/>
                  </a:lnTo>
                  <a:lnTo>
                    <a:pt x="4950725" y="103199"/>
                  </a:lnTo>
                  <a:lnTo>
                    <a:pt x="4863559" y="80072"/>
                  </a:lnTo>
                  <a:lnTo>
                    <a:pt x="4775008" y="59933"/>
                  </a:lnTo>
                  <a:lnTo>
                    <a:pt x="4688273" y="42847"/>
                  </a:lnTo>
                  <a:lnTo>
                    <a:pt x="4607210" y="28879"/>
                  </a:lnTo>
                  <a:lnTo>
                    <a:pt x="4535811" y="18021"/>
                  </a:lnTo>
                  <a:lnTo>
                    <a:pt x="4477480" y="10133"/>
                  </a:lnTo>
                  <a:lnTo>
                    <a:pt x="4434278" y="4905"/>
                  </a:lnTo>
                  <a:lnTo>
                    <a:pt x="4406389" y="1871"/>
                  </a:lnTo>
                  <a:lnTo>
                    <a:pt x="4391949" y="452"/>
                  </a:lnTo>
                  <a:lnTo>
                    <a:pt x="4387209" y="2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82" y="92"/>
                  </a:lnTo>
                  <a:lnTo>
                    <a:pt x="3841024" y="750"/>
                  </a:lnTo>
                  <a:lnTo>
                    <a:pt x="3825504" y="2568"/>
                  </a:lnTo>
                  <a:lnTo>
                    <a:pt x="3797764" y="6147"/>
                  </a:lnTo>
                  <a:lnTo>
                    <a:pt x="3756445" y="12040"/>
                  </a:lnTo>
                  <a:lnTo>
                    <a:pt x="3701786" y="20695"/>
                  </a:lnTo>
                  <a:lnTo>
                    <a:pt x="3635489" y="32414"/>
                  </a:lnTo>
                  <a:lnTo>
                    <a:pt x="3560324" y="47344"/>
                  </a:lnTo>
                  <a:lnTo>
                    <a:pt x="3479578" y="65506"/>
                  </a:lnTo>
                  <a:lnTo>
                    <a:pt x="3396516" y="86842"/>
                  </a:lnTo>
                  <a:lnTo>
                    <a:pt x="3313957" y="111285"/>
                  </a:lnTo>
                  <a:lnTo>
                    <a:pt x="3234055" y="138805"/>
                  </a:lnTo>
                  <a:lnTo>
                    <a:pt x="3158240" y="169455"/>
                  </a:lnTo>
                  <a:lnTo>
                    <a:pt x="3087285" y="203395"/>
                  </a:lnTo>
                  <a:lnTo>
                    <a:pt x="3021433" y="240897"/>
                  </a:lnTo>
                  <a:lnTo>
                    <a:pt x="2960535" y="282353"/>
                  </a:lnTo>
                  <a:lnTo>
                    <a:pt x="2904178" y="328260"/>
                  </a:lnTo>
                  <a:lnTo>
                    <a:pt x="2851783" y="379208"/>
                  </a:lnTo>
                  <a:lnTo>
                    <a:pt x="2802684" y="435846"/>
                  </a:lnTo>
                  <a:lnTo>
                    <a:pt x="2756188" y="498826"/>
                  </a:lnTo>
                  <a:lnTo>
                    <a:pt x="2711624" y="568708"/>
                  </a:lnTo>
                  <a:lnTo>
                    <a:pt x="2668396" y="645813"/>
                  </a:lnTo>
                  <a:lnTo>
                    <a:pt x="2667772" y="646992"/>
                  </a:lnTo>
                  <a:lnTo>
                    <a:pt x="2636696" y="708087"/>
                  </a:lnTo>
                  <a:lnTo>
                    <a:pt x="2605897" y="773119"/>
                  </a:lnTo>
                  <a:lnTo>
                    <a:pt x="2575226" y="842165"/>
                  </a:lnTo>
                  <a:lnTo>
                    <a:pt x="2544562" y="915259"/>
                  </a:lnTo>
                  <a:lnTo>
                    <a:pt x="2513809" y="992381"/>
                  </a:lnTo>
                  <a:lnTo>
                    <a:pt x="2482894" y="1073451"/>
                  </a:lnTo>
                  <a:lnTo>
                    <a:pt x="2451766" y="1158329"/>
                  </a:lnTo>
                  <a:lnTo>
                    <a:pt x="2420393" y="1246814"/>
                  </a:lnTo>
                  <a:lnTo>
                    <a:pt x="2388760" y="1338635"/>
                  </a:lnTo>
                  <a:lnTo>
                    <a:pt x="2356871" y="1433463"/>
                  </a:lnTo>
                  <a:lnTo>
                    <a:pt x="2324743" y="1530906"/>
                  </a:lnTo>
                  <a:lnTo>
                    <a:pt x="2292407" y="1630519"/>
                  </a:lnTo>
                  <a:lnTo>
                    <a:pt x="2259904" y="1731807"/>
                  </a:lnTo>
                  <a:lnTo>
                    <a:pt x="2227284" y="1834241"/>
                  </a:lnTo>
                  <a:lnTo>
                    <a:pt x="2194603" y="1937266"/>
                  </a:lnTo>
                  <a:lnTo>
                    <a:pt x="2161921" y="2040311"/>
                  </a:lnTo>
                  <a:lnTo>
                    <a:pt x="2129294" y="2142807"/>
                  </a:lnTo>
                  <a:lnTo>
                    <a:pt x="2096781" y="2244196"/>
                  </a:lnTo>
                  <a:lnTo>
                    <a:pt x="2064431" y="2343946"/>
                  </a:lnTo>
                  <a:lnTo>
                    <a:pt x="2032287" y="2441560"/>
                  </a:lnTo>
                  <a:lnTo>
                    <a:pt x="2000380" y="2536590"/>
                  </a:lnTo>
                  <a:lnTo>
                    <a:pt x="1968729" y="2628640"/>
                  </a:lnTo>
                  <a:lnTo>
                    <a:pt x="1937337" y="2717374"/>
                  </a:lnTo>
                  <a:lnTo>
                    <a:pt x="1906192" y="2802520"/>
                  </a:lnTo>
                  <a:lnTo>
                    <a:pt x="1875264" y="2883869"/>
                  </a:lnTo>
                  <a:lnTo>
                    <a:pt x="1844501" y="2961278"/>
                  </a:lnTo>
                  <a:lnTo>
                    <a:pt x="1813834" y="3034663"/>
                  </a:lnTo>
                  <a:lnTo>
                    <a:pt x="1783167" y="3104000"/>
                  </a:lnTo>
                  <a:lnTo>
                    <a:pt x="1752382" y="3169318"/>
                  </a:lnTo>
                  <a:lnTo>
                    <a:pt x="1721331" y="3230694"/>
                  </a:lnTo>
                  <a:lnTo>
                    <a:pt x="1719082" y="3234960"/>
                  </a:lnTo>
                  <a:lnTo>
                    <a:pt x="1675869" y="3312170"/>
                  </a:lnTo>
                  <a:lnTo>
                    <a:pt x="1631330" y="3382157"/>
                  </a:lnTo>
                  <a:lnTo>
                    <a:pt x="1584867" y="3445233"/>
                  </a:lnTo>
                  <a:lnTo>
                    <a:pt x="1535810" y="3501959"/>
                  </a:lnTo>
                  <a:lnTo>
                    <a:pt x="1483468" y="3552986"/>
                  </a:lnTo>
                  <a:lnTo>
                    <a:pt x="1427173" y="3598963"/>
                  </a:lnTo>
                  <a:lnTo>
                    <a:pt x="1366346" y="3640479"/>
                  </a:lnTo>
                  <a:lnTo>
                    <a:pt x="1300568" y="3678036"/>
                  </a:lnTo>
                  <a:lnTo>
                    <a:pt x="1229687" y="3712025"/>
                  </a:lnTo>
                  <a:lnTo>
                    <a:pt x="1153938" y="3742722"/>
                  </a:lnTo>
                  <a:lnTo>
                    <a:pt x="1074087" y="3770288"/>
                  </a:lnTo>
                  <a:lnTo>
                    <a:pt x="991553" y="3794775"/>
                  </a:lnTo>
                  <a:lnTo>
                    <a:pt x="908480" y="3816157"/>
                  </a:lnTo>
                  <a:lnTo>
                    <a:pt x="827678" y="3834366"/>
                  </a:lnTo>
                  <a:lnTo>
                    <a:pt x="752407" y="3849343"/>
                  </a:lnTo>
                  <a:lnTo>
                    <a:pt x="685958" y="3861109"/>
                  </a:lnTo>
                  <a:lnTo>
                    <a:pt x="631114" y="3869807"/>
                  </a:lnTo>
                  <a:lnTo>
                    <a:pt x="589595" y="3875737"/>
                  </a:lnTo>
                  <a:lnTo>
                    <a:pt x="561663" y="3879346"/>
                  </a:lnTo>
                  <a:lnTo>
                    <a:pt x="545981" y="3881186"/>
                  </a:lnTo>
                  <a:lnTo>
                    <a:pt x="539714" y="3881856"/>
                  </a:lnTo>
                  <a:lnTo>
                    <a:pt x="538736" y="3881952"/>
                  </a:lnTo>
                  <a:lnTo>
                    <a:pt x="538736" y="3881952"/>
                  </a:lnTo>
                  <a:lnTo>
                    <a:pt x="0" y="3881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6" name="pg2036"/>
            <p:cNvSpPr/>
            <p:nvPr/>
          </p:nvSpPr>
          <p:spPr>
            <a:xfrm>
              <a:off x="546595" y="5258531"/>
              <a:ext cx="8234974" cy="800346"/>
            </a:xfrm>
            <a:custGeom>
              <a:avLst/>
              <a:pathLst>
                <a:path w="8234974" h="800346">
                  <a:moveTo>
                    <a:pt x="0" y="713233"/>
                  </a:moveTo>
                  <a:lnTo>
                    <a:pt x="538736" y="713233"/>
                  </a:lnTo>
                  <a:lnTo>
                    <a:pt x="540039" y="713236"/>
                  </a:lnTo>
                  <a:lnTo>
                    <a:pt x="548537" y="713257"/>
                  </a:lnTo>
                  <a:lnTo>
                    <a:pt x="569721" y="713314"/>
                  </a:lnTo>
                  <a:lnTo>
                    <a:pt x="606987" y="713427"/>
                  </a:lnTo>
                  <a:lnTo>
                    <a:pt x="661309" y="713611"/>
                  </a:lnTo>
                  <a:lnTo>
                    <a:pt x="731222" y="713878"/>
                  </a:lnTo>
                  <a:lnTo>
                    <a:pt x="813313" y="714234"/>
                  </a:lnTo>
                  <a:lnTo>
                    <a:pt x="903097" y="714681"/>
                  </a:lnTo>
                  <a:lnTo>
                    <a:pt x="995990" y="715217"/>
                  </a:lnTo>
                  <a:lnTo>
                    <a:pt x="1088059" y="715841"/>
                  </a:lnTo>
                  <a:lnTo>
                    <a:pt x="1176421" y="716551"/>
                  </a:lnTo>
                  <a:lnTo>
                    <a:pt x="1259310" y="717350"/>
                  </a:lnTo>
                  <a:lnTo>
                    <a:pt x="1335929" y="718244"/>
                  </a:lnTo>
                  <a:lnTo>
                    <a:pt x="1406221" y="719244"/>
                  </a:lnTo>
                  <a:lnTo>
                    <a:pt x="1470632" y="720364"/>
                  </a:lnTo>
                  <a:lnTo>
                    <a:pt x="1529916" y="721621"/>
                  </a:lnTo>
                  <a:lnTo>
                    <a:pt x="1584989" y="723037"/>
                  </a:lnTo>
                  <a:lnTo>
                    <a:pt x="1636819" y="724631"/>
                  </a:lnTo>
                  <a:lnTo>
                    <a:pt x="1686337" y="726420"/>
                  </a:lnTo>
                  <a:lnTo>
                    <a:pt x="1719082" y="727752"/>
                  </a:lnTo>
                  <a:lnTo>
                    <a:pt x="1771828" y="730140"/>
                  </a:lnTo>
                  <a:lnTo>
                    <a:pt x="1824070" y="732787"/>
                  </a:lnTo>
                  <a:lnTo>
                    <a:pt x="1876402" y="735697"/>
                  </a:lnTo>
                  <a:lnTo>
                    <a:pt x="1929212" y="738862"/>
                  </a:lnTo>
                  <a:lnTo>
                    <a:pt x="1982711" y="742264"/>
                  </a:lnTo>
                  <a:lnTo>
                    <a:pt x="2036957" y="745872"/>
                  </a:lnTo>
                  <a:lnTo>
                    <a:pt x="2091874" y="749644"/>
                  </a:lnTo>
                  <a:lnTo>
                    <a:pt x="2147281" y="753527"/>
                  </a:lnTo>
                  <a:lnTo>
                    <a:pt x="2202925" y="757462"/>
                  </a:lnTo>
                  <a:lnTo>
                    <a:pt x="2258520" y="761386"/>
                  </a:lnTo>
                  <a:lnTo>
                    <a:pt x="2313785" y="765238"/>
                  </a:lnTo>
                  <a:lnTo>
                    <a:pt x="2368489" y="768959"/>
                  </a:lnTo>
                  <a:lnTo>
                    <a:pt x="2422483" y="772501"/>
                  </a:lnTo>
                  <a:lnTo>
                    <a:pt x="2475733" y="775825"/>
                  </a:lnTo>
                  <a:lnTo>
                    <a:pt x="2528348" y="778905"/>
                  </a:lnTo>
                  <a:lnTo>
                    <a:pt x="2580595" y="781725"/>
                  </a:lnTo>
                  <a:lnTo>
                    <a:pt x="2632931" y="784283"/>
                  </a:lnTo>
                  <a:lnTo>
                    <a:pt x="2667772" y="785827"/>
                  </a:lnTo>
                  <a:lnTo>
                    <a:pt x="2716190" y="787755"/>
                  </a:lnTo>
                  <a:lnTo>
                    <a:pt x="2766353" y="789480"/>
                  </a:lnTo>
                  <a:lnTo>
                    <a:pt x="2819117" y="791015"/>
                  </a:lnTo>
                  <a:lnTo>
                    <a:pt x="2875436" y="792377"/>
                  </a:lnTo>
                  <a:lnTo>
                    <a:pt x="2936269" y="793589"/>
                  </a:lnTo>
                  <a:lnTo>
                    <a:pt x="3002494" y="794668"/>
                  </a:lnTo>
                  <a:lnTo>
                    <a:pt x="3074785" y="795633"/>
                  </a:lnTo>
                  <a:lnTo>
                    <a:pt x="3153450" y="796496"/>
                  </a:lnTo>
                  <a:lnTo>
                    <a:pt x="3238222" y="797266"/>
                  </a:lnTo>
                  <a:lnTo>
                    <a:pt x="3328017" y="797948"/>
                  </a:lnTo>
                  <a:lnTo>
                    <a:pt x="3420718" y="798544"/>
                  </a:lnTo>
                  <a:lnTo>
                    <a:pt x="3513086" y="799052"/>
                  </a:lnTo>
                  <a:lnTo>
                    <a:pt x="3600917" y="799470"/>
                  </a:lnTo>
                  <a:lnTo>
                    <a:pt x="3679561" y="799797"/>
                  </a:lnTo>
                  <a:lnTo>
                    <a:pt x="3744771" y="800036"/>
                  </a:lnTo>
                  <a:lnTo>
                    <a:pt x="3793674" y="800196"/>
                  </a:lnTo>
                  <a:lnTo>
                    <a:pt x="3825558" y="800289"/>
                  </a:lnTo>
                  <a:lnTo>
                    <a:pt x="3842198" y="800332"/>
                  </a:lnTo>
                  <a:lnTo>
                    <a:pt x="3847702" y="800345"/>
                  </a:lnTo>
                  <a:lnTo>
                    <a:pt x="3848118" y="800346"/>
                  </a:lnTo>
                  <a:lnTo>
                    <a:pt x="4386855" y="800346"/>
                  </a:lnTo>
                  <a:lnTo>
                    <a:pt x="4388146" y="800320"/>
                  </a:lnTo>
                  <a:lnTo>
                    <a:pt x="4396569" y="800132"/>
                  </a:lnTo>
                  <a:lnTo>
                    <a:pt x="4417573" y="799614"/>
                  </a:lnTo>
                  <a:lnTo>
                    <a:pt x="4454541" y="798596"/>
                  </a:lnTo>
                  <a:lnTo>
                    <a:pt x="4508464" y="796934"/>
                  </a:lnTo>
                  <a:lnTo>
                    <a:pt x="4577923" y="794519"/>
                  </a:lnTo>
                  <a:lnTo>
                    <a:pt x="4659559" y="791295"/>
                  </a:lnTo>
                  <a:lnTo>
                    <a:pt x="4748943" y="787248"/>
                  </a:lnTo>
                  <a:lnTo>
                    <a:pt x="4841523" y="782390"/>
                  </a:lnTo>
                  <a:lnTo>
                    <a:pt x="4933379" y="776742"/>
                  </a:lnTo>
                  <a:lnTo>
                    <a:pt x="5021622" y="770309"/>
                  </a:lnTo>
                  <a:lnTo>
                    <a:pt x="5104468" y="763071"/>
                  </a:lnTo>
                  <a:lnTo>
                    <a:pt x="5181096" y="754971"/>
                  </a:lnTo>
                  <a:lnTo>
                    <a:pt x="5251428" y="745917"/>
                  </a:lnTo>
                  <a:lnTo>
                    <a:pt x="5315888" y="735782"/>
                  </a:lnTo>
                  <a:lnTo>
                    <a:pt x="5375214" y="724405"/>
                  </a:lnTo>
                  <a:lnTo>
                    <a:pt x="5430307" y="711605"/>
                  </a:lnTo>
                  <a:lnTo>
                    <a:pt x="5482127" y="697197"/>
                  </a:lnTo>
                  <a:lnTo>
                    <a:pt x="5531600" y="681024"/>
                  </a:lnTo>
                  <a:lnTo>
                    <a:pt x="5567201" y="667862"/>
                  </a:lnTo>
                  <a:lnTo>
                    <a:pt x="5616554" y="647558"/>
                  </a:lnTo>
                  <a:lnTo>
                    <a:pt x="5665427" y="625186"/>
                  </a:lnTo>
                  <a:lnTo>
                    <a:pt x="5714325" y="600715"/>
                  </a:lnTo>
                  <a:lnTo>
                    <a:pt x="5763589" y="574185"/>
                  </a:lnTo>
                  <a:lnTo>
                    <a:pt x="5813423" y="545716"/>
                  </a:lnTo>
                  <a:lnTo>
                    <a:pt x="5863910" y="515512"/>
                  </a:lnTo>
                  <a:lnTo>
                    <a:pt x="5915022" y="483860"/>
                  </a:lnTo>
                  <a:lnTo>
                    <a:pt x="5966645" y="451121"/>
                  </a:lnTo>
                  <a:lnTo>
                    <a:pt x="6018597" y="417715"/>
                  </a:lnTo>
                  <a:lnTo>
                    <a:pt x="6070653" y="384102"/>
                  </a:lnTo>
                  <a:lnTo>
                    <a:pt x="6122577" y="350752"/>
                  </a:lnTo>
                  <a:lnTo>
                    <a:pt x="6174148" y="318121"/>
                  </a:lnTo>
                  <a:lnTo>
                    <a:pt x="6225190" y="286622"/>
                  </a:lnTo>
                  <a:lnTo>
                    <a:pt x="6275599" y="256610"/>
                  </a:lnTo>
                  <a:lnTo>
                    <a:pt x="6325360" y="228362"/>
                  </a:lnTo>
                  <a:lnTo>
                    <a:pt x="6374567" y="202071"/>
                  </a:lnTo>
                  <a:lnTo>
                    <a:pt x="6423441" y="177847"/>
                  </a:lnTo>
                  <a:lnTo>
                    <a:pt x="6472342" y="155723"/>
                  </a:lnTo>
                  <a:lnTo>
                    <a:pt x="6515891" y="137928"/>
                  </a:lnTo>
                  <a:lnTo>
                    <a:pt x="6564157" y="120392"/>
                  </a:lnTo>
                  <a:lnTo>
                    <a:pt x="6614155" y="104689"/>
                  </a:lnTo>
                  <a:lnTo>
                    <a:pt x="6666733" y="90715"/>
                  </a:lnTo>
                  <a:lnTo>
                    <a:pt x="6722833" y="78303"/>
                  </a:lnTo>
                  <a:lnTo>
                    <a:pt x="6783410" y="67265"/>
                  </a:lnTo>
                  <a:lnTo>
                    <a:pt x="6849333" y="57424"/>
                  </a:lnTo>
                  <a:lnTo>
                    <a:pt x="6921274" y="48629"/>
                  </a:lnTo>
                  <a:lnTo>
                    <a:pt x="6999550" y="40760"/>
                  </a:lnTo>
                  <a:lnTo>
                    <a:pt x="7083911" y="33735"/>
                  </a:lnTo>
                  <a:lnTo>
                    <a:pt x="7173307" y="27507"/>
                  </a:lnTo>
                  <a:lnTo>
                    <a:pt x="7265673" y="22062"/>
                  </a:lnTo>
                  <a:lnTo>
                    <a:pt x="7357836" y="17413"/>
                  </a:lnTo>
                  <a:lnTo>
                    <a:pt x="7445656" y="13579"/>
                  </a:lnTo>
                  <a:lnTo>
                    <a:pt x="7524532" y="10568"/>
                  </a:lnTo>
                  <a:lnTo>
                    <a:pt x="7590215" y="8356"/>
                  </a:lnTo>
                  <a:lnTo>
                    <a:pt x="7639781" y="6873"/>
                  </a:lnTo>
                  <a:lnTo>
                    <a:pt x="7672409" y="6000"/>
                  </a:lnTo>
                  <a:lnTo>
                    <a:pt x="7689732" y="5584"/>
                  </a:lnTo>
                  <a:lnTo>
                    <a:pt x="7695705" y="545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6" y="26"/>
                  </a:lnTo>
                  <a:lnTo>
                    <a:pt x="7686523" y="213"/>
                  </a:lnTo>
                  <a:lnTo>
                    <a:pt x="7665519" y="732"/>
                  </a:lnTo>
                  <a:lnTo>
                    <a:pt x="7628552" y="1749"/>
                  </a:lnTo>
                  <a:lnTo>
                    <a:pt x="7574629" y="3412"/>
                  </a:lnTo>
                  <a:lnTo>
                    <a:pt x="7505170" y="5827"/>
                  </a:lnTo>
                  <a:lnTo>
                    <a:pt x="7423533" y="9051"/>
                  </a:lnTo>
                  <a:lnTo>
                    <a:pt x="7334149" y="13098"/>
                  </a:lnTo>
                  <a:lnTo>
                    <a:pt x="7241570" y="17955"/>
                  </a:lnTo>
                  <a:lnTo>
                    <a:pt x="7149714" y="23603"/>
                  </a:lnTo>
                  <a:lnTo>
                    <a:pt x="7061470" y="30036"/>
                  </a:lnTo>
                  <a:lnTo>
                    <a:pt x="6978625" y="37275"/>
                  </a:lnTo>
                  <a:lnTo>
                    <a:pt x="6901996" y="45374"/>
                  </a:lnTo>
                  <a:lnTo>
                    <a:pt x="6831665" y="54428"/>
                  </a:lnTo>
                  <a:lnTo>
                    <a:pt x="6767205" y="64564"/>
                  </a:lnTo>
                  <a:lnTo>
                    <a:pt x="6707879" y="75941"/>
                  </a:lnTo>
                  <a:lnTo>
                    <a:pt x="6652786" y="88741"/>
                  </a:lnTo>
                  <a:lnTo>
                    <a:pt x="6600966" y="103148"/>
                  </a:lnTo>
                  <a:lnTo>
                    <a:pt x="6551493" y="119321"/>
                  </a:lnTo>
                  <a:lnTo>
                    <a:pt x="6515891" y="132483"/>
                  </a:lnTo>
                  <a:lnTo>
                    <a:pt x="6466539" y="152787"/>
                  </a:lnTo>
                  <a:lnTo>
                    <a:pt x="6417665" y="175160"/>
                  </a:lnTo>
                  <a:lnTo>
                    <a:pt x="6368768" y="199631"/>
                  </a:lnTo>
                  <a:lnTo>
                    <a:pt x="6319504" y="226161"/>
                  </a:lnTo>
                  <a:lnTo>
                    <a:pt x="6269669" y="254630"/>
                  </a:lnTo>
                  <a:lnTo>
                    <a:pt x="6219182" y="284834"/>
                  </a:lnTo>
                  <a:lnTo>
                    <a:pt x="6168070" y="316486"/>
                  </a:lnTo>
                  <a:lnTo>
                    <a:pt x="6116447" y="349225"/>
                  </a:lnTo>
                  <a:lnTo>
                    <a:pt x="6064496" y="382630"/>
                  </a:lnTo>
                  <a:lnTo>
                    <a:pt x="6012440" y="416243"/>
                  </a:lnTo>
                  <a:lnTo>
                    <a:pt x="5960516" y="449593"/>
                  </a:lnTo>
                  <a:lnTo>
                    <a:pt x="5908945" y="482225"/>
                  </a:lnTo>
                  <a:lnTo>
                    <a:pt x="5857902" y="513723"/>
                  </a:lnTo>
                  <a:lnTo>
                    <a:pt x="5807493" y="543735"/>
                  </a:lnTo>
                  <a:lnTo>
                    <a:pt x="5757733" y="571983"/>
                  </a:lnTo>
                  <a:lnTo>
                    <a:pt x="5708525" y="598275"/>
                  </a:lnTo>
                  <a:lnTo>
                    <a:pt x="5659651" y="622498"/>
                  </a:lnTo>
                  <a:lnTo>
                    <a:pt x="5610751" y="644623"/>
                  </a:lnTo>
                  <a:lnTo>
                    <a:pt x="5567201" y="662418"/>
                  </a:lnTo>
                  <a:lnTo>
                    <a:pt x="5518935" y="679954"/>
                  </a:lnTo>
                  <a:lnTo>
                    <a:pt x="5468937" y="695657"/>
                  </a:lnTo>
                  <a:lnTo>
                    <a:pt x="5416360" y="709630"/>
                  </a:lnTo>
                  <a:lnTo>
                    <a:pt x="5360259" y="722043"/>
                  </a:lnTo>
                  <a:lnTo>
                    <a:pt x="5299683" y="733081"/>
                  </a:lnTo>
                  <a:lnTo>
                    <a:pt x="5233760" y="742921"/>
                  </a:lnTo>
                  <a:lnTo>
                    <a:pt x="5161818" y="751716"/>
                  </a:lnTo>
                  <a:lnTo>
                    <a:pt x="5083542" y="759585"/>
                  </a:lnTo>
                  <a:lnTo>
                    <a:pt x="4999182" y="766611"/>
                  </a:lnTo>
                  <a:lnTo>
                    <a:pt x="4909786" y="772839"/>
                  </a:lnTo>
                  <a:lnTo>
                    <a:pt x="4817419" y="778283"/>
                  </a:lnTo>
                  <a:lnTo>
                    <a:pt x="4725257" y="782932"/>
                  </a:lnTo>
                  <a:lnTo>
                    <a:pt x="4637436" y="786766"/>
                  </a:lnTo>
                  <a:lnTo>
                    <a:pt x="4558561" y="789777"/>
                  </a:lnTo>
                  <a:lnTo>
                    <a:pt x="4492877" y="791989"/>
                  </a:lnTo>
                  <a:lnTo>
                    <a:pt x="4443312" y="793472"/>
                  </a:lnTo>
                  <a:lnTo>
                    <a:pt x="4410684" y="794345"/>
                  </a:lnTo>
                  <a:lnTo>
                    <a:pt x="4393360" y="794761"/>
                  </a:lnTo>
                  <a:lnTo>
                    <a:pt x="4387388" y="794891"/>
                  </a:lnTo>
                  <a:lnTo>
                    <a:pt x="4386855" y="794901"/>
                  </a:lnTo>
                  <a:lnTo>
                    <a:pt x="3848118" y="794901"/>
                  </a:lnTo>
                  <a:lnTo>
                    <a:pt x="3846816" y="794899"/>
                  </a:lnTo>
                  <a:lnTo>
                    <a:pt x="3838318" y="794878"/>
                  </a:lnTo>
                  <a:lnTo>
                    <a:pt x="3817134" y="794820"/>
                  </a:lnTo>
                  <a:lnTo>
                    <a:pt x="3779868" y="794708"/>
                  </a:lnTo>
                  <a:lnTo>
                    <a:pt x="3725546" y="794524"/>
                  </a:lnTo>
                  <a:lnTo>
                    <a:pt x="3655632" y="794257"/>
                  </a:lnTo>
                  <a:lnTo>
                    <a:pt x="3573542" y="793901"/>
                  </a:lnTo>
                  <a:lnTo>
                    <a:pt x="3483758" y="793454"/>
                  </a:lnTo>
                  <a:lnTo>
                    <a:pt x="3390865" y="792918"/>
                  </a:lnTo>
                  <a:lnTo>
                    <a:pt x="3298796" y="792294"/>
                  </a:lnTo>
                  <a:lnTo>
                    <a:pt x="3210433" y="791584"/>
                  </a:lnTo>
                  <a:lnTo>
                    <a:pt x="3127545" y="790785"/>
                  </a:lnTo>
                  <a:lnTo>
                    <a:pt x="3050926" y="789891"/>
                  </a:lnTo>
                  <a:lnTo>
                    <a:pt x="2980634" y="788891"/>
                  </a:lnTo>
                  <a:lnTo>
                    <a:pt x="2916223" y="787771"/>
                  </a:lnTo>
                  <a:lnTo>
                    <a:pt x="2856938" y="786513"/>
                  </a:lnTo>
                  <a:lnTo>
                    <a:pt x="2801865" y="785098"/>
                  </a:lnTo>
                  <a:lnTo>
                    <a:pt x="2750036" y="783504"/>
                  </a:lnTo>
                  <a:lnTo>
                    <a:pt x="2700518" y="781715"/>
                  </a:lnTo>
                  <a:lnTo>
                    <a:pt x="2667772" y="780383"/>
                  </a:lnTo>
                  <a:lnTo>
                    <a:pt x="2615026" y="777995"/>
                  </a:lnTo>
                  <a:lnTo>
                    <a:pt x="2562785" y="775348"/>
                  </a:lnTo>
                  <a:lnTo>
                    <a:pt x="2510453" y="772438"/>
                  </a:lnTo>
                  <a:lnTo>
                    <a:pt x="2457643" y="769273"/>
                  </a:lnTo>
                  <a:lnTo>
                    <a:pt x="2404143" y="765871"/>
                  </a:lnTo>
                  <a:lnTo>
                    <a:pt x="2349897" y="762263"/>
                  </a:lnTo>
                  <a:lnTo>
                    <a:pt x="2294980" y="758491"/>
                  </a:lnTo>
                  <a:lnTo>
                    <a:pt x="2239573" y="754608"/>
                  </a:lnTo>
                  <a:lnTo>
                    <a:pt x="2183929" y="750673"/>
                  </a:lnTo>
                  <a:lnTo>
                    <a:pt x="2128335" y="746749"/>
                  </a:lnTo>
                  <a:lnTo>
                    <a:pt x="2073070" y="742897"/>
                  </a:lnTo>
                  <a:lnTo>
                    <a:pt x="2018366" y="739176"/>
                  </a:lnTo>
                  <a:lnTo>
                    <a:pt x="1964372" y="735634"/>
                  </a:lnTo>
                  <a:lnTo>
                    <a:pt x="1911121" y="732310"/>
                  </a:lnTo>
                  <a:lnTo>
                    <a:pt x="1858507" y="729230"/>
                  </a:lnTo>
                  <a:lnTo>
                    <a:pt x="1806259" y="726409"/>
                  </a:lnTo>
                  <a:lnTo>
                    <a:pt x="1753924" y="723852"/>
                  </a:lnTo>
                  <a:lnTo>
                    <a:pt x="1719082" y="722308"/>
                  </a:lnTo>
                  <a:lnTo>
                    <a:pt x="1670664" y="720380"/>
                  </a:lnTo>
                  <a:lnTo>
                    <a:pt x="1620501" y="718655"/>
                  </a:lnTo>
                  <a:lnTo>
                    <a:pt x="1567737" y="717120"/>
                  </a:lnTo>
                  <a:lnTo>
                    <a:pt x="1511419" y="715758"/>
                  </a:lnTo>
                  <a:lnTo>
                    <a:pt x="1450586" y="714546"/>
                  </a:lnTo>
                  <a:lnTo>
                    <a:pt x="1384361" y="713466"/>
                  </a:lnTo>
                  <a:lnTo>
                    <a:pt x="1312070" y="712502"/>
                  </a:lnTo>
                  <a:lnTo>
                    <a:pt x="1233404" y="711639"/>
                  </a:lnTo>
                  <a:lnTo>
                    <a:pt x="1148632" y="710869"/>
                  </a:lnTo>
                  <a:lnTo>
                    <a:pt x="1058838" y="710187"/>
                  </a:lnTo>
                  <a:lnTo>
                    <a:pt x="966136" y="709591"/>
                  </a:lnTo>
                  <a:lnTo>
                    <a:pt x="873769" y="709083"/>
                  </a:lnTo>
                  <a:lnTo>
                    <a:pt x="785938" y="708665"/>
                  </a:lnTo>
                  <a:lnTo>
                    <a:pt x="707293" y="708338"/>
                  </a:lnTo>
                  <a:lnTo>
                    <a:pt x="642083" y="708099"/>
                  </a:lnTo>
                  <a:lnTo>
                    <a:pt x="593181" y="707939"/>
                  </a:lnTo>
                  <a:lnTo>
                    <a:pt x="561296" y="707846"/>
                  </a:lnTo>
                  <a:lnTo>
                    <a:pt x="544656" y="707803"/>
                  </a:lnTo>
                  <a:lnTo>
                    <a:pt x="539153" y="707790"/>
                  </a:lnTo>
                  <a:lnTo>
                    <a:pt x="538736" y="707789"/>
                  </a:lnTo>
                  <a:lnTo>
                    <a:pt x="0" y="707789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37" name="pl2037"/>
            <p:cNvSpPr/>
            <p:nvPr/>
          </p:nvSpPr>
          <p:spPr>
            <a:xfrm>
              <a:off x="546595" y="5263976"/>
              <a:ext cx="8234974" cy="794901"/>
            </a:xfrm>
            <a:custGeom>
              <a:avLst/>
              <a:pathLst>
                <a:path w="8234974" h="794901">
                  <a:moveTo>
                    <a:pt x="0" y="707789"/>
                  </a:moveTo>
                  <a:lnTo>
                    <a:pt x="538736" y="707789"/>
                  </a:lnTo>
                  <a:lnTo>
                    <a:pt x="540039" y="707792"/>
                  </a:lnTo>
                  <a:lnTo>
                    <a:pt x="548537" y="707813"/>
                  </a:lnTo>
                  <a:lnTo>
                    <a:pt x="569721" y="707870"/>
                  </a:lnTo>
                  <a:lnTo>
                    <a:pt x="606987" y="707982"/>
                  </a:lnTo>
                  <a:lnTo>
                    <a:pt x="661309" y="708166"/>
                  </a:lnTo>
                  <a:lnTo>
                    <a:pt x="731222" y="708433"/>
                  </a:lnTo>
                  <a:lnTo>
                    <a:pt x="813313" y="708790"/>
                  </a:lnTo>
                  <a:lnTo>
                    <a:pt x="903097" y="709237"/>
                  </a:lnTo>
                  <a:lnTo>
                    <a:pt x="995990" y="709773"/>
                  </a:lnTo>
                  <a:lnTo>
                    <a:pt x="1088059" y="710396"/>
                  </a:lnTo>
                  <a:lnTo>
                    <a:pt x="1176421" y="711106"/>
                  </a:lnTo>
                  <a:lnTo>
                    <a:pt x="1259310" y="711905"/>
                  </a:lnTo>
                  <a:lnTo>
                    <a:pt x="1335929" y="712799"/>
                  </a:lnTo>
                  <a:lnTo>
                    <a:pt x="1406221" y="713799"/>
                  </a:lnTo>
                  <a:lnTo>
                    <a:pt x="1470632" y="714919"/>
                  </a:lnTo>
                  <a:lnTo>
                    <a:pt x="1529916" y="716177"/>
                  </a:lnTo>
                  <a:lnTo>
                    <a:pt x="1584989" y="717593"/>
                  </a:lnTo>
                  <a:lnTo>
                    <a:pt x="1636819" y="719186"/>
                  </a:lnTo>
                  <a:lnTo>
                    <a:pt x="1686337" y="720976"/>
                  </a:lnTo>
                  <a:lnTo>
                    <a:pt x="1719082" y="722308"/>
                  </a:lnTo>
                  <a:lnTo>
                    <a:pt x="1771828" y="724695"/>
                  </a:lnTo>
                  <a:lnTo>
                    <a:pt x="1824070" y="727342"/>
                  </a:lnTo>
                  <a:lnTo>
                    <a:pt x="1876402" y="730252"/>
                  </a:lnTo>
                  <a:lnTo>
                    <a:pt x="1929212" y="733417"/>
                  </a:lnTo>
                  <a:lnTo>
                    <a:pt x="1982711" y="736820"/>
                  </a:lnTo>
                  <a:lnTo>
                    <a:pt x="2036957" y="740428"/>
                  </a:lnTo>
                  <a:lnTo>
                    <a:pt x="2091874" y="744199"/>
                  </a:lnTo>
                  <a:lnTo>
                    <a:pt x="2147281" y="748083"/>
                  </a:lnTo>
                  <a:lnTo>
                    <a:pt x="2202925" y="752018"/>
                  </a:lnTo>
                  <a:lnTo>
                    <a:pt x="2258520" y="755942"/>
                  </a:lnTo>
                  <a:lnTo>
                    <a:pt x="2313785" y="759793"/>
                  </a:lnTo>
                  <a:lnTo>
                    <a:pt x="2368489" y="763515"/>
                  </a:lnTo>
                  <a:lnTo>
                    <a:pt x="2422483" y="767057"/>
                  </a:lnTo>
                  <a:lnTo>
                    <a:pt x="2475733" y="770381"/>
                  </a:lnTo>
                  <a:lnTo>
                    <a:pt x="2528348" y="773461"/>
                  </a:lnTo>
                  <a:lnTo>
                    <a:pt x="2580595" y="776281"/>
                  </a:lnTo>
                  <a:lnTo>
                    <a:pt x="2632931" y="778839"/>
                  </a:lnTo>
                  <a:lnTo>
                    <a:pt x="2667772" y="780383"/>
                  </a:lnTo>
                  <a:lnTo>
                    <a:pt x="2716190" y="782310"/>
                  </a:lnTo>
                  <a:lnTo>
                    <a:pt x="2766353" y="784035"/>
                  </a:lnTo>
                  <a:lnTo>
                    <a:pt x="2819117" y="785570"/>
                  </a:lnTo>
                  <a:lnTo>
                    <a:pt x="2875436" y="786933"/>
                  </a:lnTo>
                  <a:lnTo>
                    <a:pt x="2936269" y="788144"/>
                  </a:lnTo>
                  <a:lnTo>
                    <a:pt x="3002494" y="789224"/>
                  </a:lnTo>
                  <a:lnTo>
                    <a:pt x="3074785" y="790189"/>
                  </a:lnTo>
                  <a:lnTo>
                    <a:pt x="3153450" y="791051"/>
                  </a:lnTo>
                  <a:lnTo>
                    <a:pt x="3238222" y="791821"/>
                  </a:lnTo>
                  <a:lnTo>
                    <a:pt x="3328017" y="792503"/>
                  </a:lnTo>
                  <a:lnTo>
                    <a:pt x="3420718" y="793099"/>
                  </a:lnTo>
                  <a:lnTo>
                    <a:pt x="3513086" y="793607"/>
                  </a:lnTo>
                  <a:lnTo>
                    <a:pt x="3600917" y="794025"/>
                  </a:lnTo>
                  <a:lnTo>
                    <a:pt x="3679561" y="794352"/>
                  </a:lnTo>
                  <a:lnTo>
                    <a:pt x="3744771" y="794592"/>
                  </a:lnTo>
                  <a:lnTo>
                    <a:pt x="3793674" y="794751"/>
                  </a:lnTo>
                  <a:lnTo>
                    <a:pt x="3825558" y="794844"/>
                  </a:lnTo>
                  <a:lnTo>
                    <a:pt x="3842198" y="794888"/>
                  </a:lnTo>
                  <a:lnTo>
                    <a:pt x="3847702" y="794901"/>
                  </a:lnTo>
                  <a:lnTo>
                    <a:pt x="3848118" y="794901"/>
                  </a:lnTo>
                  <a:lnTo>
                    <a:pt x="4386855" y="794901"/>
                  </a:lnTo>
                  <a:lnTo>
                    <a:pt x="4388146" y="794875"/>
                  </a:lnTo>
                  <a:lnTo>
                    <a:pt x="4396569" y="794688"/>
                  </a:lnTo>
                  <a:lnTo>
                    <a:pt x="4417573" y="794169"/>
                  </a:lnTo>
                  <a:lnTo>
                    <a:pt x="4454541" y="793152"/>
                  </a:lnTo>
                  <a:lnTo>
                    <a:pt x="4508464" y="791489"/>
                  </a:lnTo>
                  <a:lnTo>
                    <a:pt x="4577923" y="789074"/>
                  </a:lnTo>
                  <a:lnTo>
                    <a:pt x="4659559" y="785850"/>
                  </a:lnTo>
                  <a:lnTo>
                    <a:pt x="4748943" y="781803"/>
                  </a:lnTo>
                  <a:lnTo>
                    <a:pt x="4841523" y="776946"/>
                  </a:lnTo>
                  <a:lnTo>
                    <a:pt x="4933379" y="771298"/>
                  </a:lnTo>
                  <a:lnTo>
                    <a:pt x="5021622" y="764865"/>
                  </a:lnTo>
                  <a:lnTo>
                    <a:pt x="5104468" y="757626"/>
                  </a:lnTo>
                  <a:lnTo>
                    <a:pt x="5181096" y="749527"/>
                  </a:lnTo>
                  <a:lnTo>
                    <a:pt x="5251428" y="740473"/>
                  </a:lnTo>
                  <a:lnTo>
                    <a:pt x="5315888" y="730337"/>
                  </a:lnTo>
                  <a:lnTo>
                    <a:pt x="5375214" y="718960"/>
                  </a:lnTo>
                  <a:lnTo>
                    <a:pt x="5430307" y="706160"/>
                  </a:lnTo>
                  <a:lnTo>
                    <a:pt x="5482127" y="691753"/>
                  </a:lnTo>
                  <a:lnTo>
                    <a:pt x="5531600" y="675580"/>
                  </a:lnTo>
                  <a:lnTo>
                    <a:pt x="5567201" y="662418"/>
                  </a:lnTo>
                  <a:lnTo>
                    <a:pt x="5616554" y="642114"/>
                  </a:lnTo>
                  <a:lnTo>
                    <a:pt x="5665427" y="619741"/>
                  </a:lnTo>
                  <a:lnTo>
                    <a:pt x="5714325" y="595270"/>
                  </a:lnTo>
                  <a:lnTo>
                    <a:pt x="5763589" y="568740"/>
                  </a:lnTo>
                  <a:lnTo>
                    <a:pt x="5813423" y="540271"/>
                  </a:lnTo>
                  <a:lnTo>
                    <a:pt x="5863910" y="510067"/>
                  </a:lnTo>
                  <a:lnTo>
                    <a:pt x="5915022" y="478415"/>
                  </a:lnTo>
                  <a:lnTo>
                    <a:pt x="5966645" y="445676"/>
                  </a:lnTo>
                  <a:lnTo>
                    <a:pt x="6018597" y="412271"/>
                  </a:lnTo>
                  <a:lnTo>
                    <a:pt x="6070653" y="378658"/>
                  </a:lnTo>
                  <a:lnTo>
                    <a:pt x="6122577" y="345308"/>
                  </a:lnTo>
                  <a:lnTo>
                    <a:pt x="6174148" y="312676"/>
                  </a:lnTo>
                  <a:lnTo>
                    <a:pt x="6225190" y="281178"/>
                  </a:lnTo>
                  <a:lnTo>
                    <a:pt x="6275599" y="251166"/>
                  </a:lnTo>
                  <a:lnTo>
                    <a:pt x="6325360" y="222918"/>
                  </a:lnTo>
                  <a:lnTo>
                    <a:pt x="6374567" y="196626"/>
                  </a:lnTo>
                  <a:lnTo>
                    <a:pt x="6423441" y="172403"/>
                  </a:lnTo>
                  <a:lnTo>
                    <a:pt x="6472342" y="150278"/>
                  </a:lnTo>
                  <a:lnTo>
                    <a:pt x="6515891" y="132483"/>
                  </a:lnTo>
                  <a:lnTo>
                    <a:pt x="6564157" y="114947"/>
                  </a:lnTo>
                  <a:lnTo>
                    <a:pt x="6614155" y="99244"/>
                  </a:lnTo>
                  <a:lnTo>
                    <a:pt x="6666733" y="85271"/>
                  </a:lnTo>
                  <a:lnTo>
                    <a:pt x="6722833" y="72858"/>
                  </a:lnTo>
                  <a:lnTo>
                    <a:pt x="6783410" y="61820"/>
                  </a:lnTo>
                  <a:lnTo>
                    <a:pt x="6849333" y="51980"/>
                  </a:lnTo>
                  <a:lnTo>
                    <a:pt x="6921274" y="43185"/>
                  </a:lnTo>
                  <a:lnTo>
                    <a:pt x="6999550" y="35316"/>
                  </a:lnTo>
                  <a:lnTo>
                    <a:pt x="7083911" y="28290"/>
                  </a:lnTo>
                  <a:lnTo>
                    <a:pt x="7173307" y="22062"/>
                  </a:lnTo>
                  <a:lnTo>
                    <a:pt x="7265673" y="16618"/>
                  </a:lnTo>
                  <a:lnTo>
                    <a:pt x="7357836" y="11969"/>
                  </a:lnTo>
                  <a:lnTo>
                    <a:pt x="7445656" y="8135"/>
                  </a:lnTo>
                  <a:lnTo>
                    <a:pt x="7524532" y="5123"/>
                  </a:lnTo>
                  <a:lnTo>
                    <a:pt x="7590215" y="2912"/>
                  </a:lnTo>
                  <a:lnTo>
                    <a:pt x="7639781" y="1428"/>
                  </a:lnTo>
                  <a:lnTo>
                    <a:pt x="7672409" y="556"/>
                  </a:lnTo>
                  <a:lnTo>
                    <a:pt x="7689732" y="140"/>
                  </a:lnTo>
                  <a:lnTo>
                    <a:pt x="7695705" y="1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8" name="pl2038"/>
            <p:cNvSpPr/>
            <p:nvPr/>
          </p:nvSpPr>
          <p:spPr>
            <a:xfrm>
              <a:off x="546595" y="5258531"/>
              <a:ext cx="8234974" cy="794901"/>
            </a:xfrm>
            <a:custGeom>
              <a:avLst/>
              <a:pathLst>
                <a:path w="8234974" h="794901">
                  <a:moveTo>
                    <a:pt x="8234974" y="0"/>
                  </a:moveTo>
                  <a:lnTo>
                    <a:pt x="7696237" y="0"/>
                  </a:lnTo>
                  <a:lnTo>
                    <a:pt x="7694946" y="26"/>
                  </a:lnTo>
                  <a:lnTo>
                    <a:pt x="7686523" y="213"/>
                  </a:lnTo>
                  <a:lnTo>
                    <a:pt x="7665519" y="732"/>
                  </a:lnTo>
                  <a:lnTo>
                    <a:pt x="7628552" y="1749"/>
                  </a:lnTo>
                  <a:lnTo>
                    <a:pt x="7574629" y="3412"/>
                  </a:lnTo>
                  <a:lnTo>
                    <a:pt x="7505170" y="5827"/>
                  </a:lnTo>
                  <a:lnTo>
                    <a:pt x="7423533" y="9051"/>
                  </a:lnTo>
                  <a:lnTo>
                    <a:pt x="7334149" y="13098"/>
                  </a:lnTo>
                  <a:lnTo>
                    <a:pt x="7241570" y="17955"/>
                  </a:lnTo>
                  <a:lnTo>
                    <a:pt x="7149714" y="23603"/>
                  </a:lnTo>
                  <a:lnTo>
                    <a:pt x="7061470" y="30036"/>
                  </a:lnTo>
                  <a:lnTo>
                    <a:pt x="6978625" y="37275"/>
                  </a:lnTo>
                  <a:lnTo>
                    <a:pt x="6901996" y="45374"/>
                  </a:lnTo>
                  <a:lnTo>
                    <a:pt x="6831665" y="54428"/>
                  </a:lnTo>
                  <a:lnTo>
                    <a:pt x="6767205" y="64564"/>
                  </a:lnTo>
                  <a:lnTo>
                    <a:pt x="6707879" y="75941"/>
                  </a:lnTo>
                  <a:lnTo>
                    <a:pt x="6652786" y="88741"/>
                  </a:lnTo>
                  <a:lnTo>
                    <a:pt x="6600966" y="103148"/>
                  </a:lnTo>
                  <a:lnTo>
                    <a:pt x="6551493" y="119321"/>
                  </a:lnTo>
                  <a:lnTo>
                    <a:pt x="6515891" y="132483"/>
                  </a:lnTo>
                  <a:lnTo>
                    <a:pt x="6466539" y="152787"/>
                  </a:lnTo>
                  <a:lnTo>
                    <a:pt x="6417665" y="175160"/>
                  </a:lnTo>
                  <a:lnTo>
                    <a:pt x="6368768" y="199631"/>
                  </a:lnTo>
                  <a:lnTo>
                    <a:pt x="6319504" y="226161"/>
                  </a:lnTo>
                  <a:lnTo>
                    <a:pt x="6269669" y="254630"/>
                  </a:lnTo>
                  <a:lnTo>
                    <a:pt x="6219182" y="284834"/>
                  </a:lnTo>
                  <a:lnTo>
                    <a:pt x="6168070" y="316486"/>
                  </a:lnTo>
                  <a:lnTo>
                    <a:pt x="6116447" y="349225"/>
                  </a:lnTo>
                  <a:lnTo>
                    <a:pt x="6064496" y="382630"/>
                  </a:lnTo>
                  <a:lnTo>
                    <a:pt x="6012440" y="416243"/>
                  </a:lnTo>
                  <a:lnTo>
                    <a:pt x="5960516" y="449593"/>
                  </a:lnTo>
                  <a:lnTo>
                    <a:pt x="5908945" y="482225"/>
                  </a:lnTo>
                  <a:lnTo>
                    <a:pt x="5857902" y="513723"/>
                  </a:lnTo>
                  <a:lnTo>
                    <a:pt x="5807493" y="543735"/>
                  </a:lnTo>
                  <a:lnTo>
                    <a:pt x="5757733" y="571983"/>
                  </a:lnTo>
                  <a:lnTo>
                    <a:pt x="5708525" y="598275"/>
                  </a:lnTo>
                  <a:lnTo>
                    <a:pt x="5659651" y="622498"/>
                  </a:lnTo>
                  <a:lnTo>
                    <a:pt x="5610751" y="644623"/>
                  </a:lnTo>
                  <a:lnTo>
                    <a:pt x="5567201" y="662418"/>
                  </a:lnTo>
                  <a:lnTo>
                    <a:pt x="5518935" y="679954"/>
                  </a:lnTo>
                  <a:lnTo>
                    <a:pt x="5468937" y="695657"/>
                  </a:lnTo>
                  <a:lnTo>
                    <a:pt x="5416360" y="709630"/>
                  </a:lnTo>
                  <a:lnTo>
                    <a:pt x="5360259" y="722043"/>
                  </a:lnTo>
                  <a:lnTo>
                    <a:pt x="5299683" y="733081"/>
                  </a:lnTo>
                  <a:lnTo>
                    <a:pt x="5233760" y="742921"/>
                  </a:lnTo>
                  <a:lnTo>
                    <a:pt x="5161818" y="751716"/>
                  </a:lnTo>
                  <a:lnTo>
                    <a:pt x="5083542" y="759585"/>
                  </a:lnTo>
                  <a:lnTo>
                    <a:pt x="4999182" y="766611"/>
                  </a:lnTo>
                  <a:lnTo>
                    <a:pt x="4909786" y="772839"/>
                  </a:lnTo>
                  <a:lnTo>
                    <a:pt x="4817419" y="778283"/>
                  </a:lnTo>
                  <a:lnTo>
                    <a:pt x="4725257" y="782932"/>
                  </a:lnTo>
                  <a:lnTo>
                    <a:pt x="4637436" y="786766"/>
                  </a:lnTo>
                  <a:lnTo>
                    <a:pt x="4558561" y="789777"/>
                  </a:lnTo>
                  <a:lnTo>
                    <a:pt x="4492877" y="791989"/>
                  </a:lnTo>
                  <a:lnTo>
                    <a:pt x="4443312" y="793472"/>
                  </a:lnTo>
                  <a:lnTo>
                    <a:pt x="4410684" y="794345"/>
                  </a:lnTo>
                  <a:lnTo>
                    <a:pt x="4393360" y="794761"/>
                  </a:lnTo>
                  <a:lnTo>
                    <a:pt x="4387388" y="794891"/>
                  </a:lnTo>
                  <a:lnTo>
                    <a:pt x="4386855" y="794901"/>
                  </a:lnTo>
                  <a:lnTo>
                    <a:pt x="3848118" y="794901"/>
                  </a:lnTo>
                  <a:lnTo>
                    <a:pt x="3846816" y="794899"/>
                  </a:lnTo>
                  <a:lnTo>
                    <a:pt x="3838318" y="794878"/>
                  </a:lnTo>
                  <a:lnTo>
                    <a:pt x="3817134" y="794820"/>
                  </a:lnTo>
                  <a:lnTo>
                    <a:pt x="3779868" y="794708"/>
                  </a:lnTo>
                  <a:lnTo>
                    <a:pt x="3725546" y="794524"/>
                  </a:lnTo>
                  <a:lnTo>
                    <a:pt x="3655632" y="794257"/>
                  </a:lnTo>
                  <a:lnTo>
                    <a:pt x="3573542" y="793901"/>
                  </a:lnTo>
                  <a:lnTo>
                    <a:pt x="3483758" y="793454"/>
                  </a:lnTo>
                  <a:lnTo>
                    <a:pt x="3390865" y="792918"/>
                  </a:lnTo>
                  <a:lnTo>
                    <a:pt x="3298796" y="792294"/>
                  </a:lnTo>
                  <a:lnTo>
                    <a:pt x="3210433" y="791584"/>
                  </a:lnTo>
                  <a:lnTo>
                    <a:pt x="3127545" y="790785"/>
                  </a:lnTo>
                  <a:lnTo>
                    <a:pt x="3050926" y="789891"/>
                  </a:lnTo>
                  <a:lnTo>
                    <a:pt x="2980634" y="788891"/>
                  </a:lnTo>
                  <a:lnTo>
                    <a:pt x="2916223" y="787771"/>
                  </a:lnTo>
                  <a:lnTo>
                    <a:pt x="2856938" y="786513"/>
                  </a:lnTo>
                  <a:lnTo>
                    <a:pt x="2801865" y="785098"/>
                  </a:lnTo>
                  <a:lnTo>
                    <a:pt x="2750036" y="783504"/>
                  </a:lnTo>
                  <a:lnTo>
                    <a:pt x="2700518" y="781715"/>
                  </a:lnTo>
                  <a:lnTo>
                    <a:pt x="2667772" y="780383"/>
                  </a:lnTo>
                  <a:lnTo>
                    <a:pt x="2615026" y="777995"/>
                  </a:lnTo>
                  <a:lnTo>
                    <a:pt x="2562785" y="775348"/>
                  </a:lnTo>
                  <a:lnTo>
                    <a:pt x="2510453" y="772438"/>
                  </a:lnTo>
                  <a:lnTo>
                    <a:pt x="2457643" y="769273"/>
                  </a:lnTo>
                  <a:lnTo>
                    <a:pt x="2404143" y="765871"/>
                  </a:lnTo>
                  <a:lnTo>
                    <a:pt x="2349897" y="762263"/>
                  </a:lnTo>
                  <a:lnTo>
                    <a:pt x="2294980" y="758491"/>
                  </a:lnTo>
                  <a:lnTo>
                    <a:pt x="2239573" y="754608"/>
                  </a:lnTo>
                  <a:lnTo>
                    <a:pt x="2183929" y="750673"/>
                  </a:lnTo>
                  <a:lnTo>
                    <a:pt x="2128335" y="746749"/>
                  </a:lnTo>
                  <a:lnTo>
                    <a:pt x="2073070" y="742897"/>
                  </a:lnTo>
                  <a:lnTo>
                    <a:pt x="2018366" y="739176"/>
                  </a:lnTo>
                  <a:lnTo>
                    <a:pt x="1964372" y="735634"/>
                  </a:lnTo>
                  <a:lnTo>
                    <a:pt x="1911121" y="732310"/>
                  </a:lnTo>
                  <a:lnTo>
                    <a:pt x="1858507" y="729230"/>
                  </a:lnTo>
                  <a:lnTo>
                    <a:pt x="1806259" y="726409"/>
                  </a:lnTo>
                  <a:lnTo>
                    <a:pt x="1753924" y="723852"/>
                  </a:lnTo>
                  <a:lnTo>
                    <a:pt x="1719082" y="722308"/>
                  </a:lnTo>
                  <a:lnTo>
                    <a:pt x="1670664" y="720380"/>
                  </a:lnTo>
                  <a:lnTo>
                    <a:pt x="1620501" y="718655"/>
                  </a:lnTo>
                  <a:lnTo>
                    <a:pt x="1567737" y="717120"/>
                  </a:lnTo>
                  <a:lnTo>
                    <a:pt x="1511419" y="715758"/>
                  </a:lnTo>
                  <a:lnTo>
                    <a:pt x="1450586" y="714546"/>
                  </a:lnTo>
                  <a:lnTo>
                    <a:pt x="1384361" y="713466"/>
                  </a:lnTo>
                  <a:lnTo>
                    <a:pt x="1312070" y="712502"/>
                  </a:lnTo>
                  <a:lnTo>
                    <a:pt x="1233404" y="711639"/>
                  </a:lnTo>
                  <a:lnTo>
                    <a:pt x="1148632" y="710869"/>
                  </a:lnTo>
                  <a:lnTo>
                    <a:pt x="1058838" y="710187"/>
                  </a:lnTo>
                  <a:lnTo>
                    <a:pt x="966136" y="709591"/>
                  </a:lnTo>
                  <a:lnTo>
                    <a:pt x="873769" y="709083"/>
                  </a:lnTo>
                  <a:lnTo>
                    <a:pt x="785938" y="708665"/>
                  </a:lnTo>
                  <a:lnTo>
                    <a:pt x="707293" y="708338"/>
                  </a:lnTo>
                  <a:lnTo>
                    <a:pt x="642083" y="708099"/>
                  </a:lnTo>
                  <a:lnTo>
                    <a:pt x="593181" y="707939"/>
                  </a:lnTo>
                  <a:lnTo>
                    <a:pt x="561296" y="707846"/>
                  </a:lnTo>
                  <a:lnTo>
                    <a:pt x="544656" y="707803"/>
                  </a:lnTo>
                  <a:lnTo>
                    <a:pt x="539153" y="707790"/>
                  </a:lnTo>
                  <a:lnTo>
                    <a:pt x="538736" y="707789"/>
                  </a:lnTo>
                  <a:lnTo>
                    <a:pt x="0" y="7077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9" name="pg2039"/>
            <p:cNvSpPr/>
            <p:nvPr/>
          </p:nvSpPr>
          <p:spPr>
            <a:xfrm>
              <a:off x="546595" y="1485469"/>
              <a:ext cx="8234974" cy="4448184"/>
            </a:xfrm>
            <a:custGeom>
              <a:avLst/>
              <a:pathLst>
                <a:path w="8234974" h="4448184">
                  <a:moveTo>
                    <a:pt x="0" y="4448184"/>
                  </a:moveTo>
                  <a:lnTo>
                    <a:pt x="538736" y="4448184"/>
                  </a:lnTo>
                  <a:lnTo>
                    <a:pt x="539628" y="4448083"/>
                  </a:lnTo>
                  <a:lnTo>
                    <a:pt x="545500" y="4447367"/>
                  </a:lnTo>
                  <a:lnTo>
                    <a:pt x="560321" y="4445388"/>
                  </a:lnTo>
                  <a:lnTo>
                    <a:pt x="586866" y="4441491"/>
                  </a:lnTo>
                  <a:lnTo>
                    <a:pt x="626514" y="4435069"/>
                  </a:lnTo>
                  <a:lnTo>
                    <a:pt x="679148" y="4425623"/>
                  </a:lnTo>
                  <a:lnTo>
                    <a:pt x="743261" y="4412809"/>
                  </a:lnTo>
                  <a:lnTo>
                    <a:pt x="816299" y="4396448"/>
                  </a:lnTo>
                  <a:lnTo>
                    <a:pt x="895161" y="4376507"/>
                  </a:lnTo>
                  <a:lnTo>
                    <a:pt x="976710" y="4353038"/>
                  </a:lnTo>
                  <a:lnTo>
                    <a:pt x="1058176" y="4326119"/>
                  </a:lnTo>
                  <a:lnTo>
                    <a:pt x="1137393" y="4295792"/>
                  </a:lnTo>
                  <a:lnTo>
                    <a:pt x="1212872" y="4262020"/>
                  </a:lnTo>
                  <a:lnTo>
                    <a:pt x="1283760" y="4224654"/>
                  </a:lnTo>
                  <a:lnTo>
                    <a:pt x="1349724" y="4183424"/>
                  </a:lnTo>
                  <a:lnTo>
                    <a:pt x="1410830" y="4137934"/>
                  </a:lnTo>
                  <a:lnTo>
                    <a:pt x="1467419" y="4087671"/>
                  </a:lnTo>
                  <a:lnTo>
                    <a:pt x="1520008" y="4032016"/>
                  </a:lnTo>
                  <a:lnTo>
                    <a:pt x="1569213" y="3970276"/>
                  </a:lnTo>
                  <a:lnTo>
                    <a:pt x="1615690" y="3901735"/>
                  </a:lnTo>
                  <a:lnTo>
                    <a:pt x="1660091" y="3825732"/>
                  </a:lnTo>
                  <a:lnTo>
                    <a:pt x="1703013" y="3741808"/>
                  </a:lnTo>
                  <a:lnTo>
                    <a:pt x="1719082" y="3707727"/>
                  </a:lnTo>
                  <a:lnTo>
                    <a:pt x="1748348" y="3642024"/>
                  </a:lnTo>
                  <a:lnTo>
                    <a:pt x="1777359" y="3572336"/>
                  </a:lnTo>
                  <a:lnTo>
                    <a:pt x="1806243" y="3498581"/>
                  </a:lnTo>
                  <a:lnTo>
                    <a:pt x="1835103" y="3420721"/>
                  </a:lnTo>
                  <a:lnTo>
                    <a:pt x="1864025" y="3338767"/>
                  </a:lnTo>
                  <a:lnTo>
                    <a:pt x="1893073" y="3252777"/>
                  </a:lnTo>
                  <a:lnTo>
                    <a:pt x="1922297" y="3162866"/>
                  </a:lnTo>
                  <a:lnTo>
                    <a:pt x="1951728" y="3069206"/>
                  </a:lnTo>
                  <a:lnTo>
                    <a:pt x="1981385" y="2972023"/>
                  </a:lnTo>
                  <a:lnTo>
                    <a:pt x="2011273" y="2871606"/>
                  </a:lnTo>
                  <a:lnTo>
                    <a:pt x="2041384" y="2768296"/>
                  </a:lnTo>
                  <a:lnTo>
                    <a:pt x="2071698" y="2662489"/>
                  </a:lnTo>
                  <a:lnTo>
                    <a:pt x="2102187" y="2554624"/>
                  </a:lnTo>
                  <a:lnTo>
                    <a:pt x="2132813" y="2445185"/>
                  </a:lnTo>
                  <a:lnTo>
                    <a:pt x="2163534" y="2334682"/>
                  </a:lnTo>
                  <a:lnTo>
                    <a:pt x="2194304" y="2223650"/>
                  </a:lnTo>
                  <a:lnTo>
                    <a:pt x="2225071" y="2112634"/>
                  </a:lnTo>
                  <a:lnTo>
                    <a:pt x="2255789" y="2002178"/>
                  </a:lnTo>
                  <a:lnTo>
                    <a:pt x="2286408" y="1892814"/>
                  </a:lnTo>
                  <a:lnTo>
                    <a:pt x="2316888" y="1785054"/>
                  </a:lnTo>
                  <a:lnTo>
                    <a:pt x="2347191" y="1679377"/>
                  </a:lnTo>
                  <a:lnTo>
                    <a:pt x="2377289" y="1576222"/>
                  </a:lnTo>
                  <a:lnTo>
                    <a:pt x="2407164" y="1475981"/>
                  </a:lnTo>
                  <a:lnTo>
                    <a:pt x="2436809" y="1378992"/>
                  </a:lnTo>
                  <a:lnTo>
                    <a:pt x="2466228" y="1285539"/>
                  </a:lnTo>
                  <a:lnTo>
                    <a:pt x="2495440" y="1195847"/>
                  </a:lnTo>
                  <a:lnTo>
                    <a:pt x="2524480" y="1110085"/>
                  </a:lnTo>
                  <a:lnTo>
                    <a:pt x="2553396" y="1028362"/>
                  </a:lnTo>
                  <a:lnTo>
                    <a:pt x="2582255" y="950737"/>
                  </a:lnTo>
                  <a:lnTo>
                    <a:pt x="2611144" y="877215"/>
                  </a:lnTo>
                  <a:lnTo>
                    <a:pt x="2640166" y="807756"/>
                  </a:lnTo>
                  <a:lnTo>
                    <a:pt x="2667772" y="745901"/>
                  </a:lnTo>
                  <a:lnTo>
                    <a:pt x="2710269" y="658916"/>
                  </a:lnTo>
                  <a:lnTo>
                    <a:pt x="2754040" y="579934"/>
                  </a:lnTo>
                  <a:lnTo>
                    <a:pt x="2799652" y="508621"/>
                  </a:lnTo>
                  <a:lnTo>
                    <a:pt x="2847739" y="444374"/>
                  </a:lnTo>
                  <a:lnTo>
                    <a:pt x="2898963" y="386485"/>
                  </a:lnTo>
                  <a:lnTo>
                    <a:pt x="2953960" y="334246"/>
                  </a:lnTo>
                  <a:lnTo>
                    <a:pt x="3013294" y="287005"/>
                  </a:lnTo>
                  <a:lnTo>
                    <a:pt x="3077383" y="244206"/>
                  </a:lnTo>
                  <a:lnTo>
                    <a:pt x="3146410" y="205406"/>
                  </a:lnTo>
                  <a:lnTo>
                    <a:pt x="3220210" y="170289"/>
                  </a:lnTo>
                  <a:lnTo>
                    <a:pt x="3298142" y="138660"/>
                  </a:lnTo>
                  <a:lnTo>
                    <a:pt x="3378970" y="110441"/>
                  </a:lnTo>
                  <a:lnTo>
                    <a:pt x="3460785" y="85649"/>
                  </a:lnTo>
                  <a:lnTo>
                    <a:pt x="3541028" y="64355"/>
                  </a:lnTo>
                  <a:lnTo>
                    <a:pt x="3616662" y="46629"/>
                  </a:lnTo>
                  <a:lnTo>
                    <a:pt x="3684517" y="32476"/>
                  </a:lnTo>
                  <a:lnTo>
                    <a:pt x="3741768" y="21778"/>
                  </a:lnTo>
                  <a:lnTo>
                    <a:pt x="3786458" y="14255"/>
                  </a:lnTo>
                  <a:lnTo>
                    <a:pt x="3817912" y="9463"/>
                  </a:lnTo>
                  <a:lnTo>
                    <a:pt x="3836943" y="6830"/>
                  </a:lnTo>
                  <a:lnTo>
                    <a:pt x="3845817" y="571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51" y="5544"/>
                  </a:lnTo>
                  <a:lnTo>
                    <a:pt x="4393645" y="6256"/>
                  </a:lnTo>
                  <a:lnTo>
                    <a:pt x="4408521" y="8223"/>
                  </a:lnTo>
                  <a:lnTo>
                    <a:pt x="4435159" y="12097"/>
                  </a:lnTo>
                  <a:lnTo>
                    <a:pt x="4474939" y="18482"/>
                  </a:lnTo>
                  <a:lnTo>
                    <a:pt x="4527733" y="27871"/>
                  </a:lnTo>
                  <a:lnTo>
                    <a:pt x="4592018" y="40606"/>
                  </a:lnTo>
                  <a:lnTo>
                    <a:pt x="4665226" y="56863"/>
                  </a:lnTo>
                  <a:lnTo>
                    <a:pt x="4744239" y="76674"/>
                  </a:lnTo>
                  <a:lnTo>
                    <a:pt x="4825911" y="99987"/>
                  </a:lnTo>
                  <a:lnTo>
                    <a:pt x="4907466" y="126724"/>
                  </a:lnTo>
                  <a:lnTo>
                    <a:pt x="4986740" y="156845"/>
                  </a:lnTo>
                  <a:lnTo>
                    <a:pt x="5062249" y="190388"/>
                  </a:lnTo>
                  <a:lnTo>
                    <a:pt x="5133143" y="227502"/>
                  </a:lnTo>
                  <a:lnTo>
                    <a:pt x="5199100" y="268458"/>
                  </a:lnTo>
                  <a:lnTo>
                    <a:pt x="5260190" y="313653"/>
                  </a:lnTo>
                  <a:lnTo>
                    <a:pt x="5316761" y="363598"/>
                  </a:lnTo>
                  <a:lnTo>
                    <a:pt x="5369333" y="418912"/>
                  </a:lnTo>
                  <a:lnTo>
                    <a:pt x="5418528" y="480284"/>
                  </a:lnTo>
                  <a:lnTo>
                    <a:pt x="5465006" y="548426"/>
                  </a:lnTo>
                  <a:lnTo>
                    <a:pt x="5509418" y="623991"/>
                  </a:lnTo>
                  <a:lnTo>
                    <a:pt x="5552362" y="707427"/>
                  </a:lnTo>
                  <a:lnTo>
                    <a:pt x="5567201" y="738641"/>
                  </a:lnTo>
                  <a:lnTo>
                    <a:pt x="5596597" y="804000"/>
                  </a:lnTo>
                  <a:lnTo>
                    <a:pt x="5625736" y="873341"/>
                  </a:lnTo>
                  <a:lnTo>
                    <a:pt x="5654749" y="946745"/>
                  </a:lnTo>
                  <a:lnTo>
                    <a:pt x="5683739" y="1024250"/>
                  </a:lnTo>
                  <a:lnTo>
                    <a:pt x="5712792" y="1105846"/>
                  </a:lnTo>
                  <a:lnTo>
                    <a:pt x="5741974" y="1191471"/>
                  </a:lnTo>
                  <a:lnTo>
                    <a:pt x="5771334" y="1281009"/>
                  </a:lnTo>
                  <a:lnTo>
                    <a:pt x="5800904" y="1374288"/>
                  </a:lnTo>
                  <a:lnTo>
                    <a:pt x="5830703" y="1471076"/>
                  </a:lnTo>
                  <a:lnTo>
                    <a:pt x="5860735" y="1571083"/>
                  </a:lnTo>
                  <a:lnTo>
                    <a:pt x="5890990" y="1673963"/>
                  </a:lnTo>
                  <a:lnTo>
                    <a:pt x="5921450" y="1779319"/>
                  </a:lnTo>
                  <a:lnTo>
                    <a:pt x="5952083" y="1886704"/>
                  </a:lnTo>
                  <a:lnTo>
                    <a:pt x="5982854" y="1995634"/>
                  </a:lnTo>
                  <a:lnTo>
                    <a:pt x="6013717" y="2105593"/>
                  </a:lnTo>
                  <a:lnTo>
                    <a:pt x="6044626" y="2216044"/>
                  </a:lnTo>
                  <a:lnTo>
                    <a:pt x="6075529" y="2326441"/>
                  </a:lnTo>
                  <a:lnTo>
                    <a:pt x="6106377" y="2436237"/>
                  </a:lnTo>
                  <a:lnTo>
                    <a:pt x="6137124" y="2544900"/>
                  </a:lnTo>
                  <a:lnTo>
                    <a:pt x="6167726" y="2651918"/>
                  </a:lnTo>
                  <a:lnTo>
                    <a:pt x="6198147" y="2756814"/>
                  </a:lnTo>
                  <a:lnTo>
                    <a:pt x="6228359" y="2859152"/>
                  </a:lnTo>
                  <a:lnTo>
                    <a:pt x="6258344" y="2958544"/>
                  </a:lnTo>
                  <a:lnTo>
                    <a:pt x="6288097" y="3054654"/>
                  </a:lnTo>
                  <a:lnTo>
                    <a:pt x="6317623" y="3147204"/>
                  </a:lnTo>
                  <a:lnTo>
                    <a:pt x="6346945" y="3235975"/>
                  </a:lnTo>
                  <a:lnTo>
                    <a:pt x="6376097" y="3320805"/>
                  </a:lnTo>
                  <a:lnTo>
                    <a:pt x="6405131" y="3401589"/>
                  </a:lnTo>
                  <a:lnTo>
                    <a:pt x="6434119" y="3478276"/>
                  </a:lnTo>
                  <a:lnTo>
                    <a:pt x="6463147" y="3550866"/>
                  </a:lnTo>
                  <a:lnTo>
                    <a:pt x="6492327" y="3619407"/>
                  </a:lnTo>
                  <a:lnTo>
                    <a:pt x="6515891" y="3671430"/>
                  </a:lnTo>
                  <a:lnTo>
                    <a:pt x="6558444" y="3757671"/>
                  </a:lnTo>
                  <a:lnTo>
                    <a:pt x="6602277" y="3835966"/>
                  </a:lnTo>
                  <a:lnTo>
                    <a:pt x="6647956" y="3906649"/>
                  </a:lnTo>
                  <a:lnTo>
                    <a:pt x="6696120" y="3970320"/>
                  </a:lnTo>
                  <a:lnTo>
                    <a:pt x="6747432" y="4027681"/>
                  </a:lnTo>
                  <a:lnTo>
                    <a:pt x="6802532" y="4079439"/>
                  </a:lnTo>
                  <a:lnTo>
                    <a:pt x="6861983" y="4126239"/>
                  </a:lnTo>
                  <a:lnTo>
                    <a:pt x="6926205" y="4168633"/>
                  </a:lnTo>
                  <a:lnTo>
                    <a:pt x="6995378" y="4207060"/>
                  </a:lnTo>
                  <a:lnTo>
                    <a:pt x="7069333" y="4241835"/>
                  </a:lnTo>
                  <a:lnTo>
                    <a:pt x="7147418" y="4273148"/>
                  </a:lnTo>
                  <a:lnTo>
                    <a:pt x="7228384" y="4301076"/>
                  </a:lnTo>
                  <a:lnTo>
                    <a:pt x="7310302" y="4325600"/>
                  </a:lnTo>
                  <a:lnTo>
                    <a:pt x="7390596" y="4346651"/>
                  </a:lnTo>
                  <a:lnTo>
                    <a:pt x="7466211" y="4364158"/>
                  </a:lnTo>
                  <a:lnTo>
                    <a:pt x="7533964" y="4378119"/>
                  </a:lnTo>
                  <a:lnTo>
                    <a:pt x="7591033" y="4388654"/>
                  </a:lnTo>
                  <a:lnTo>
                    <a:pt x="7635477" y="4396045"/>
                  </a:lnTo>
                  <a:lnTo>
                    <a:pt x="7666653" y="4400737"/>
                  </a:lnTo>
                  <a:lnTo>
                    <a:pt x="7685414" y="4403301"/>
                  </a:lnTo>
                  <a:lnTo>
                    <a:pt x="7694068" y="4404380"/>
                  </a:lnTo>
                  <a:lnTo>
                    <a:pt x="7696237" y="4404628"/>
                  </a:lnTo>
                  <a:lnTo>
                    <a:pt x="8234974" y="4404628"/>
                  </a:lnTo>
                  <a:lnTo>
                    <a:pt x="8234974" y="4399183"/>
                  </a:ln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6" y="100"/>
                  </a:lnTo>
                  <a:lnTo>
                    <a:pt x="3841355" y="816"/>
                  </a:lnTo>
                  <a:lnTo>
                    <a:pt x="3826533" y="2795"/>
                  </a:lnTo>
                  <a:lnTo>
                    <a:pt x="3799989" y="6692"/>
                  </a:lnTo>
                  <a:lnTo>
                    <a:pt x="3760341" y="13114"/>
                  </a:lnTo>
                  <a:lnTo>
                    <a:pt x="3707707" y="22560"/>
                  </a:lnTo>
                  <a:lnTo>
                    <a:pt x="3643594" y="35375"/>
                  </a:lnTo>
                  <a:lnTo>
                    <a:pt x="3570556" y="51735"/>
                  </a:lnTo>
                  <a:lnTo>
                    <a:pt x="3491694" y="71677"/>
                  </a:lnTo>
                  <a:lnTo>
                    <a:pt x="3410145" y="95146"/>
                  </a:lnTo>
                  <a:lnTo>
                    <a:pt x="3328679" y="122065"/>
                  </a:lnTo>
                  <a:lnTo>
                    <a:pt x="3249462" y="152391"/>
                  </a:lnTo>
                  <a:lnTo>
                    <a:pt x="3173982" y="186164"/>
                  </a:lnTo>
                  <a:lnTo>
                    <a:pt x="3103095" y="223530"/>
                  </a:lnTo>
                  <a:lnTo>
                    <a:pt x="3037130" y="264760"/>
                  </a:lnTo>
                  <a:lnTo>
                    <a:pt x="2976024" y="310249"/>
                  </a:lnTo>
                  <a:lnTo>
                    <a:pt x="2919435" y="360512"/>
                  </a:lnTo>
                  <a:lnTo>
                    <a:pt x="2866846" y="416167"/>
                  </a:lnTo>
                  <a:lnTo>
                    <a:pt x="2817642" y="477907"/>
                  </a:lnTo>
                  <a:lnTo>
                    <a:pt x="2771164" y="546449"/>
                  </a:lnTo>
                  <a:lnTo>
                    <a:pt x="2726763" y="622451"/>
                  </a:lnTo>
                  <a:lnTo>
                    <a:pt x="2683841" y="706375"/>
                  </a:lnTo>
                  <a:lnTo>
                    <a:pt x="2667772" y="740456"/>
                  </a:lnTo>
                  <a:lnTo>
                    <a:pt x="2638507" y="806159"/>
                  </a:lnTo>
                  <a:lnTo>
                    <a:pt x="2609496" y="875848"/>
                  </a:lnTo>
                  <a:lnTo>
                    <a:pt x="2580612" y="949603"/>
                  </a:lnTo>
                  <a:lnTo>
                    <a:pt x="2551751" y="1027462"/>
                  </a:lnTo>
                  <a:lnTo>
                    <a:pt x="2522830" y="1109417"/>
                  </a:lnTo>
                  <a:lnTo>
                    <a:pt x="2493781" y="1195406"/>
                  </a:lnTo>
                  <a:lnTo>
                    <a:pt x="2464558" y="1285317"/>
                  </a:lnTo>
                  <a:lnTo>
                    <a:pt x="2435127" y="1378978"/>
                  </a:lnTo>
                  <a:lnTo>
                    <a:pt x="2405469" y="1476160"/>
                  </a:lnTo>
                  <a:lnTo>
                    <a:pt x="2375581" y="1576577"/>
                  </a:lnTo>
                  <a:lnTo>
                    <a:pt x="2345471" y="1679887"/>
                  </a:lnTo>
                  <a:lnTo>
                    <a:pt x="2315157" y="1785695"/>
                  </a:lnTo>
                  <a:lnTo>
                    <a:pt x="2284668" y="1893559"/>
                  </a:lnTo>
                  <a:lnTo>
                    <a:pt x="2254041" y="2002999"/>
                  </a:lnTo>
                  <a:lnTo>
                    <a:pt x="2223320" y="2113502"/>
                  </a:lnTo>
                  <a:lnTo>
                    <a:pt x="2192551" y="2224533"/>
                  </a:lnTo>
                  <a:lnTo>
                    <a:pt x="2161783" y="2335550"/>
                  </a:lnTo>
                  <a:lnTo>
                    <a:pt x="2131066" y="2446006"/>
                  </a:lnTo>
                  <a:lnTo>
                    <a:pt x="2100446" y="2555369"/>
                  </a:lnTo>
                  <a:lnTo>
                    <a:pt x="2069967" y="2663129"/>
                  </a:lnTo>
                  <a:lnTo>
                    <a:pt x="2039664" y="2768806"/>
                  </a:lnTo>
                  <a:lnTo>
                    <a:pt x="2009565" y="2871961"/>
                  </a:lnTo>
                  <a:lnTo>
                    <a:pt x="1979690" y="2972203"/>
                  </a:lnTo>
                  <a:lnTo>
                    <a:pt x="1950046" y="3069192"/>
                  </a:lnTo>
                  <a:lnTo>
                    <a:pt x="1920627" y="3162645"/>
                  </a:lnTo>
                  <a:lnTo>
                    <a:pt x="1891415" y="3252336"/>
                  </a:lnTo>
                  <a:lnTo>
                    <a:pt x="1862375" y="3338099"/>
                  </a:lnTo>
                  <a:lnTo>
                    <a:pt x="1833459" y="3419821"/>
                  </a:lnTo>
                  <a:lnTo>
                    <a:pt x="1804599" y="3497446"/>
                  </a:lnTo>
                  <a:lnTo>
                    <a:pt x="1775711" y="3570968"/>
                  </a:lnTo>
                  <a:lnTo>
                    <a:pt x="1746689" y="3640428"/>
                  </a:lnTo>
                  <a:lnTo>
                    <a:pt x="1719082" y="3702283"/>
                  </a:lnTo>
                  <a:lnTo>
                    <a:pt x="1676586" y="3789267"/>
                  </a:lnTo>
                  <a:lnTo>
                    <a:pt x="1632815" y="3868250"/>
                  </a:lnTo>
                  <a:lnTo>
                    <a:pt x="1587203" y="3939563"/>
                  </a:lnTo>
                  <a:lnTo>
                    <a:pt x="1539115" y="4003810"/>
                  </a:lnTo>
                  <a:lnTo>
                    <a:pt x="1487892" y="4061698"/>
                  </a:lnTo>
                  <a:lnTo>
                    <a:pt x="1432894" y="4113938"/>
                  </a:lnTo>
                  <a:lnTo>
                    <a:pt x="1373560" y="4161179"/>
                  </a:lnTo>
                  <a:lnTo>
                    <a:pt x="1309472" y="4203978"/>
                  </a:lnTo>
                  <a:lnTo>
                    <a:pt x="1240445" y="4242777"/>
                  </a:lnTo>
                  <a:lnTo>
                    <a:pt x="1166645" y="4277895"/>
                  </a:lnTo>
                  <a:lnTo>
                    <a:pt x="1088712" y="4309524"/>
                  </a:lnTo>
                  <a:lnTo>
                    <a:pt x="1007885" y="4337742"/>
                  </a:lnTo>
                  <a:lnTo>
                    <a:pt x="926070" y="4362534"/>
                  </a:lnTo>
                  <a:lnTo>
                    <a:pt x="845827" y="4383828"/>
                  </a:lnTo>
                  <a:lnTo>
                    <a:pt x="770192" y="4401555"/>
                  </a:lnTo>
                  <a:lnTo>
                    <a:pt x="702337" y="4415708"/>
                  </a:lnTo>
                  <a:lnTo>
                    <a:pt x="645086" y="4426405"/>
                  </a:lnTo>
                  <a:lnTo>
                    <a:pt x="600397" y="4433928"/>
                  </a:lnTo>
                  <a:lnTo>
                    <a:pt x="568943" y="4438720"/>
                  </a:lnTo>
                  <a:lnTo>
                    <a:pt x="549912" y="4441354"/>
                  </a:lnTo>
                  <a:lnTo>
                    <a:pt x="541038" y="4442473"/>
                  </a:lnTo>
                  <a:lnTo>
                    <a:pt x="538736" y="4442739"/>
                  </a:lnTo>
                  <a:lnTo>
                    <a:pt x="0" y="4442739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40" name="pl2040"/>
            <p:cNvSpPr/>
            <p:nvPr/>
          </p:nvSpPr>
          <p:spPr>
            <a:xfrm>
              <a:off x="546595" y="1490913"/>
              <a:ext cx="8234974" cy="4442739"/>
            </a:xfrm>
            <a:custGeom>
              <a:avLst/>
              <a:pathLst>
                <a:path w="8234974" h="4442739">
                  <a:moveTo>
                    <a:pt x="0" y="4442739"/>
                  </a:moveTo>
                  <a:lnTo>
                    <a:pt x="538736" y="4442739"/>
                  </a:lnTo>
                  <a:lnTo>
                    <a:pt x="539628" y="4442639"/>
                  </a:lnTo>
                  <a:lnTo>
                    <a:pt x="545500" y="4441923"/>
                  </a:lnTo>
                  <a:lnTo>
                    <a:pt x="560321" y="4439944"/>
                  </a:lnTo>
                  <a:lnTo>
                    <a:pt x="586866" y="4436047"/>
                  </a:lnTo>
                  <a:lnTo>
                    <a:pt x="626514" y="4429625"/>
                  </a:lnTo>
                  <a:lnTo>
                    <a:pt x="679148" y="4420179"/>
                  </a:lnTo>
                  <a:lnTo>
                    <a:pt x="743261" y="4407364"/>
                  </a:lnTo>
                  <a:lnTo>
                    <a:pt x="816299" y="4391004"/>
                  </a:lnTo>
                  <a:lnTo>
                    <a:pt x="895161" y="4371062"/>
                  </a:lnTo>
                  <a:lnTo>
                    <a:pt x="976710" y="4347593"/>
                  </a:lnTo>
                  <a:lnTo>
                    <a:pt x="1058176" y="4320674"/>
                  </a:lnTo>
                  <a:lnTo>
                    <a:pt x="1137393" y="4290348"/>
                  </a:lnTo>
                  <a:lnTo>
                    <a:pt x="1212872" y="4256575"/>
                  </a:lnTo>
                  <a:lnTo>
                    <a:pt x="1283760" y="4219209"/>
                  </a:lnTo>
                  <a:lnTo>
                    <a:pt x="1349724" y="4177979"/>
                  </a:lnTo>
                  <a:lnTo>
                    <a:pt x="1410830" y="4132490"/>
                  </a:lnTo>
                  <a:lnTo>
                    <a:pt x="1467419" y="4082227"/>
                  </a:lnTo>
                  <a:lnTo>
                    <a:pt x="1520008" y="4026571"/>
                  </a:lnTo>
                  <a:lnTo>
                    <a:pt x="1569213" y="3964832"/>
                  </a:lnTo>
                  <a:lnTo>
                    <a:pt x="1615690" y="3896290"/>
                  </a:lnTo>
                  <a:lnTo>
                    <a:pt x="1660091" y="3820287"/>
                  </a:lnTo>
                  <a:lnTo>
                    <a:pt x="1703013" y="3736364"/>
                  </a:lnTo>
                  <a:lnTo>
                    <a:pt x="1719082" y="3702283"/>
                  </a:lnTo>
                  <a:lnTo>
                    <a:pt x="1748348" y="3636580"/>
                  </a:lnTo>
                  <a:lnTo>
                    <a:pt x="1777359" y="3566891"/>
                  </a:lnTo>
                  <a:lnTo>
                    <a:pt x="1806243" y="3493136"/>
                  </a:lnTo>
                  <a:lnTo>
                    <a:pt x="1835103" y="3415277"/>
                  </a:lnTo>
                  <a:lnTo>
                    <a:pt x="1864025" y="3333322"/>
                  </a:lnTo>
                  <a:lnTo>
                    <a:pt x="1893073" y="3247333"/>
                  </a:lnTo>
                  <a:lnTo>
                    <a:pt x="1922297" y="3157422"/>
                  </a:lnTo>
                  <a:lnTo>
                    <a:pt x="1951728" y="3063761"/>
                  </a:lnTo>
                  <a:lnTo>
                    <a:pt x="1981385" y="2966579"/>
                  </a:lnTo>
                  <a:lnTo>
                    <a:pt x="2011273" y="2866162"/>
                  </a:lnTo>
                  <a:lnTo>
                    <a:pt x="2041384" y="2762852"/>
                  </a:lnTo>
                  <a:lnTo>
                    <a:pt x="2071698" y="2657044"/>
                  </a:lnTo>
                  <a:lnTo>
                    <a:pt x="2102187" y="2549180"/>
                  </a:lnTo>
                  <a:lnTo>
                    <a:pt x="2132813" y="2439740"/>
                  </a:lnTo>
                  <a:lnTo>
                    <a:pt x="2163534" y="2329237"/>
                  </a:lnTo>
                  <a:lnTo>
                    <a:pt x="2194304" y="2218206"/>
                  </a:lnTo>
                  <a:lnTo>
                    <a:pt x="2225071" y="2107189"/>
                  </a:lnTo>
                  <a:lnTo>
                    <a:pt x="2255789" y="1996733"/>
                  </a:lnTo>
                  <a:lnTo>
                    <a:pt x="2286408" y="1887369"/>
                  </a:lnTo>
                  <a:lnTo>
                    <a:pt x="2316888" y="1779610"/>
                  </a:lnTo>
                  <a:lnTo>
                    <a:pt x="2347191" y="1673933"/>
                  </a:lnTo>
                  <a:lnTo>
                    <a:pt x="2377289" y="1570778"/>
                  </a:lnTo>
                  <a:lnTo>
                    <a:pt x="2407164" y="1470536"/>
                  </a:lnTo>
                  <a:lnTo>
                    <a:pt x="2436809" y="1373547"/>
                  </a:lnTo>
                  <a:lnTo>
                    <a:pt x="2466228" y="1280094"/>
                  </a:lnTo>
                  <a:lnTo>
                    <a:pt x="2495440" y="1190403"/>
                  </a:lnTo>
                  <a:lnTo>
                    <a:pt x="2524480" y="1104640"/>
                  </a:lnTo>
                  <a:lnTo>
                    <a:pt x="2553396" y="1022918"/>
                  </a:lnTo>
                  <a:lnTo>
                    <a:pt x="2582255" y="945293"/>
                  </a:lnTo>
                  <a:lnTo>
                    <a:pt x="2611144" y="871771"/>
                  </a:lnTo>
                  <a:lnTo>
                    <a:pt x="2640166" y="802311"/>
                  </a:lnTo>
                  <a:lnTo>
                    <a:pt x="2667772" y="740456"/>
                  </a:lnTo>
                  <a:lnTo>
                    <a:pt x="2710269" y="653472"/>
                  </a:lnTo>
                  <a:lnTo>
                    <a:pt x="2754040" y="574489"/>
                  </a:lnTo>
                  <a:lnTo>
                    <a:pt x="2799652" y="503176"/>
                  </a:lnTo>
                  <a:lnTo>
                    <a:pt x="2847739" y="438929"/>
                  </a:lnTo>
                  <a:lnTo>
                    <a:pt x="2898963" y="381041"/>
                  </a:lnTo>
                  <a:lnTo>
                    <a:pt x="2953960" y="328801"/>
                  </a:lnTo>
                  <a:lnTo>
                    <a:pt x="3013294" y="281560"/>
                  </a:lnTo>
                  <a:lnTo>
                    <a:pt x="3077383" y="238761"/>
                  </a:lnTo>
                  <a:lnTo>
                    <a:pt x="3146410" y="199962"/>
                  </a:lnTo>
                  <a:lnTo>
                    <a:pt x="3220210" y="164844"/>
                  </a:lnTo>
                  <a:lnTo>
                    <a:pt x="3298142" y="133215"/>
                  </a:lnTo>
                  <a:lnTo>
                    <a:pt x="3378970" y="104997"/>
                  </a:lnTo>
                  <a:lnTo>
                    <a:pt x="3460785" y="80205"/>
                  </a:lnTo>
                  <a:lnTo>
                    <a:pt x="3541028" y="58911"/>
                  </a:lnTo>
                  <a:lnTo>
                    <a:pt x="3616662" y="41184"/>
                  </a:lnTo>
                  <a:lnTo>
                    <a:pt x="3684517" y="27031"/>
                  </a:lnTo>
                  <a:lnTo>
                    <a:pt x="3741768" y="16333"/>
                  </a:lnTo>
                  <a:lnTo>
                    <a:pt x="3786458" y="8811"/>
                  </a:lnTo>
                  <a:lnTo>
                    <a:pt x="3817912" y="4019"/>
                  </a:lnTo>
                  <a:lnTo>
                    <a:pt x="3836943" y="1385"/>
                  </a:lnTo>
                  <a:lnTo>
                    <a:pt x="3845817" y="266"/>
                  </a:lnTo>
                  <a:lnTo>
                    <a:pt x="3848067" y="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51" y="99"/>
                  </a:lnTo>
                  <a:lnTo>
                    <a:pt x="4393645" y="811"/>
                  </a:lnTo>
                  <a:lnTo>
                    <a:pt x="4408521" y="2779"/>
                  </a:lnTo>
                  <a:lnTo>
                    <a:pt x="4435159" y="6653"/>
                  </a:lnTo>
                  <a:lnTo>
                    <a:pt x="4474939" y="13037"/>
                  </a:lnTo>
                  <a:lnTo>
                    <a:pt x="4527733" y="22426"/>
                  </a:lnTo>
                  <a:lnTo>
                    <a:pt x="4592018" y="35162"/>
                  </a:lnTo>
                  <a:lnTo>
                    <a:pt x="4665226" y="51418"/>
                  </a:lnTo>
                  <a:lnTo>
                    <a:pt x="4744239" y="71230"/>
                  </a:lnTo>
                  <a:lnTo>
                    <a:pt x="4825911" y="94543"/>
                  </a:lnTo>
                  <a:lnTo>
                    <a:pt x="4907466" y="121280"/>
                  </a:lnTo>
                  <a:lnTo>
                    <a:pt x="4986740" y="151400"/>
                  </a:lnTo>
                  <a:lnTo>
                    <a:pt x="5062249" y="184943"/>
                  </a:lnTo>
                  <a:lnTo>
                    <a:pt x="5133143" y="222057"/>
                  </a:lnTo>
                  <a:lnTo>
                    <a:pt x="5199100" y="263014"/>
                  </a:lnTo>
                  <a:lnTo>
                    <a:pt x="5260190" y="308208"/>
                  </a:lnTo>
                  <a:lnTo>
                    <a:pt x="5316761" y="358154"/>
                  </a:lnTo>
                  <a:lnTo>
                    <a:pt x="5369333" y="413468"/>
                  </a:lnTo>
                  <a:lnTo>
                    <a:pt x="5418528" y="474839"/>
                  </a:lnTo>
                  <a:lnTo>
                    <a:pt x="5465006" y="542981"/>
                  </a:lnTo>
                  <a:lnTo>
                    <a:pt x="5509418" y="618546"/>
                  </a:lnTo>
                  <a:lnTo>
                    <a:pt x="5552362" y="701983"/>
                  </a:lnTo>
                  <a:lnTo>
                    <a:pt x="5567201" y="733197"/>
                  </a:lnTo>
                  <a:lnTo>
                    <a:pt x="5596597" y="798555"/>
                  </a:lnTo>
                  <a:lnTo>
                    <a:pt x="5625736" y="867897"/>
                  </a:lnTo>
                  <a:lnTo>
                    <a:pt x="5654749" y="941301"/>
                  </a:lnTo>
                  <a:lnTo>
                    <a:pt x="5683739" y="1018806"/>
                  </a:lnTo>
                  <a:lnTo>
                    <a:pt x="5712792" y="1100401"/>
                  </a:lnTo>
                  <a:lnTo>
                    <a:pt x="5741974" y="1186026"/>
                  </a:lnTo>
                  <a:lnTo>
                    <a:pt x="5771334" y="1275565"/>
                  </a:lnTo>
                  <a:lnTo>
                    <a:pt x="5800904" y="1368844"/>
                  </a:lnTo>
                  <a:lnTo>
                    <a:pt x="5830703" y="1465632"/>
                  </a:lnTo>
                  <a:lnTo>
                    <a:pt x="5860735" y="1565639"/>
                  </a:lnTo>
                  <a:lnTo>
                    <a:pt x="5890990" y="1668519"/>
                  </a:lnTo>
                  <a:lnTo>
                    <a:pt x="5921450" y="1773874"/>
                  </a:lnTo>
                  <a:lnTo>
                    <a:pt x="5952083" y="1881259"/>
                  </a:lnTo>
                  <a:lnTo>
                    <a:pt x="5982854" y="1990189"/>
                  </a:lnTo>
                  <a:lnTo>
                    <a:pt x="6013717" y="2100148"/>
                  </a:lnTo>
                  <a:lnTo>
                    <a:pt x="6044626" y="2210600"/>
                  </a:lnTo>
                  <a:lnTo>
                    <a:pt x="6075529" y="2320996"/>
                  </a:lnTo>
                  <a:lnTo>
                    <a:pt x="6106377" y="2430793"/>
                  </a:lnTo>
                  <a:lnTo>
                    <a:pt x="6137124" y="2539455"/>
                  </a:lnTo>
                  <a:lnTo>
                    <a:pt x="6167726" y="2646473"/>
                  </a:lnTo>
                  <a:lnTo>
                    <a:pt x="6198147" y="2751370"/>
                  </a:lnTo>
                  <a:lnTo>
                    <a:pt x="6228359" y="2853708"/>
                  </a:lnTo>
                  <a:lnTo>
                    <a:pt x="6258344" y="2953099"/>
                  </a:lnTo>
                  <a:lnTo>
                    <a:pt x="6288097" y="3049209"/>
                  </a:lnTo>
                  <a:lnTo>
                    <a:pt x="6317623" y="3141760"/>
                  </a:lnTo>
                  <a:lnTo>
                    <a:pt x="6346945" y="3230531"/>
                  </a:lnTo>
                  <a:lnTo>
                    <a:pt x="6376097" y="3315361"/>
                  </a:lnTo>
                  <a:lnTo>
                    <a:pt x="6405131" y="3396144"/>
                  </a:lnTo>
                  <a:lnTo>
                    <a:pt x="6434119" y="3472831"/>
                  </a:lnTo>
                  <a:lnTo>
                    <a:pt x="6463147" y="3545422"/>
                  </a:lnTo>
                  <a:lnTo>
                    <a:pt x="6492327" y="3613962"/>
                  </a:lnTo>
                  <a:lnTo>
                    <a:pt x="6515891" y="3665986"/>
                  </a:lnTo>
                  <a:lnTo>
                    <a:pt x="6558444" y="3752226"/>
                  </a:lnTo>
                  <a:lnTo>
                    <a:pt x="6602277" y="3830522"/>
                  </a:lnTo>
                  <a:lnTo>
                    <a:pt x="6647956" y="3901205"/>
                  </a:lnTo>
                  <a:lnTo>
                    <a:pt x="6696120" y="3964875"/>
                  </a:lnTo>
                  <a:lnTo>
                    <a:pt x="6747432" y="4022237"/>
                  </a:lnTo>
                  <a:lnTo>
                    <a:pt x="6802532" y="4073994"/>
                  </a:lnTo>
                  <a:lnTo>
                    <a:pt x="6861983" y="4120794"/>
                  </a:lnTo>
                  <a:lnTo>
                    <a:pt x="6926205" y="4163188"/>
                  </a:lnTo>
                  <a:lnTo>
                    <a:pt x="6995378" y="4201615"/>
                  </a:lnTo>
                  <a:lnTo>
                    <a:pt x="7069333" y="4236390"/>
                  </a:lnTo>
                  <a:lnTo>
                    <a:pt x="7147418" y="4267704"/>
                  </a:lnTo>
                  <a:lnTo>
                    <a:pt x="7228384" y="4295631"/>
                  </a:lnTo>
                  <a:lnTo>
                    <a:pt x="7310302" y="4320155"/>
                  </a:lnTo>
                  <a:lnTo>
                    <a:pt x="7390596" y="4341206"/>
                  </a:lnTo>
                  <a:lnTo>
                    <a:pt x="7466211" y="4358714"/>
                  </a:lnTo>
                  <a:lnTo>
                    <a:pt x="7533964" y="4372675"/>
                  </a:lnTo>
                  <a:lnTo>
                    <a:pt x="7591033" y="4383210"/>
                  </a:lnTo>
                  <a:lnTo>
                    <a:pt x="7635477" y="4390601"/>
                  </a:lnTo>
                  <a:lnTo>
                    <a:pt x="7666653" y="4395292"/>
                  </a:lnTo>
                  <a:lnTo>
                    <a:pt x="7685414" y="4397857"/>
                  </a:lnTo>
                  <a:lnTo>
                    <a:pt x="7694068" y="4398935"/>
                  </a:lnTo>
                  <a:lnTo>
                    <a:pt x="7696197" y="4399179"/>
                  </a:lnTo>
                  <a:lnTo>
                    <a:pt x="7696237" y="4399183"/>
                  </a:lnTo>
                  <a:lnTo>
                    <a:pt x="8234974" y="4399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1" name="pl2041"/>
            <p:cNvSpPr/>
            <p:nvPr/>
          </p:nvSpPr>
          <p:spPr>
            <a:xfrm>
              <a:off x="546595" y="1485469"/>
              <a:ext cx="8234974" cy="4442739"/>
            </a:xfrm>
            <a:custGeom>
              <a:avLst/>
              <a:pathLst>
                <a:path w="8234974" h="4442739">
                  <a:moveTo>
                    <a:pt x="8234974" y="4399183"/>
                  </a:moveTo>
                  <a:lnTo>
                    <a:pt x="7696237" y="4399183"/>
                  </a:lnTo>
                  <a:lnTo>
                    <a:pt x="7695342" y="4399083"/>
                  </a:lnTo>
                  <a:lnTo>
                    <a:pt x="7689448" y="4398371"/>
                  </a:lnTo>
                  <a:lnTo>
                    <a:pt x="7674572" y="4396404"/>
                  </a:lnTo>
                  <a:lnTo>
                    <a:pt x="7647934" y="4392530"/>
                  </a:lnTo>
                  <a:lnTo>
                    <a:pt x="7608154" y="4386146"/>
                  </a:lnTo>
                  <a:lnTo>
                    <a:pt x="7555360" y="4376756"/>
                  </a:lnTo>
                  <a:lnTo>
                    <a:pt x="7491074" y="4364021"/>
                  </a:lnTo>
                  <a:lnTo>
                    <a:pt x="7417867" y="4347765"/>
                  </a:lnTo>
                  <a:lnTo>
                    <a:pt x="7338853" y="4327953"/>
                  </a:lnTo>
                  <a:lnTo>
                    <a:pt x="7257182" y="4304640"/>
                  </a:lnTo>
                  <a:lnTo>
                    <a:pt x="7175626" y="4277903"/>
                  </a:lnTo>
                  <a:lnTo>
                    <a:pt x="7096353" y="4247782"/>
                  </a:lnTo>
                  <a:lnTo>
                    <a:pt x="7020844" y="4214239"/>
                  </a:lnTo>
                  <a:lnTo>
                    <a:pt x="6949949" y="4177125"/>
                  </a:lnTo>
                  <a:lnTo>
                    <a:pt x="6883993" y="4136169"/>
                  </a:lnTo>
                  <a:lnTo>
                    <a:pt x="6822902" y="4090975"/>
                  </a:lnTo>
                  <a:lnTo>
                    <a:pt x="6766332" y="4041029"/>
                  </a:lnTo>
                  <a:lnTo>
                    <a:pt x="6713759" y="3985715"/>
                  </a:lnTo>
                  <a:lnTo>
                    <a:pt x="6664564" y="3924344"/>
                  </a:lnTo>
                  <a:lnTo>
                    <a:pt x="6618087" y="3856201"/>
                  </a:lnTo>
                  <a:lnTo>
                    <a:pt x="6573675" y="3780636"/>
                  </a:lnTo>
                  <a:lnTo>
                    <a:pt x="6530730" y="3697200"/>
                  </a:lnTo>
                  <a:lnTo>
                    <a:pt x="6515891" y="3665986"/>
                  </a:lnTo>
                  <a:lnTo>
                    <a:pt x="6486496" y="3600627"/>
                  </a:lnTo>
                  <a:lnTo>
                    <a:pt x="6457356" y="3531286"/>
                  </a:lnTo>
                  <a:lnTo>
                    <a:pt x="6428344" y="3457882"/>
                  </a:lnTo>
                  <a:lnTo>
                    <a:pt x="6399353" y="3380377"/>
                  </a:lnTo>
                  <a:lnTo>
                    <a:pt x="6370300" y="3298782"/>
                  </a:lnTo>
                  <a:lnTo>
                    <a:pt x="6341118" y="3213156"/>
                  </a:lnTo>
                  <a:lnTo>
                    <a:pt x="6311759" y="3123618"/>
                  </a:lnTo>
                  <a:lnTo>
                    <a:pt x="6282188" y="3030339"/>
                  </a:lnTo>
                  <a:lnTo>
                    <a:pt x="6252389" y="2933551"/>
                  </a:lnTo>
                  <a:lnTo>
                    <a:pt x="6222358" y="2833544"/>
                  </a:lnTo>
                  <a:lnTo>
                    <a:pt x="6192102" y="2730664"/>
                  </a:lnTo>
                  <a:lnTo>
                    <a:pt x="6161643" y="2625308"/>
                  </a:lnTo>
                  <a:lnTo>
                    <a:pt x="6131009" y="2517923"/>
                  </a:lnTo>
                  <a:lnTo>
                    <a:pt x="6100239" y="2408993"/>
                  </a:lnTo>
                  <a:lnTo>
                    <a:pt x="6069375" y="2299034"/>
                  </a:lnTo>
                  <a:lnTo>
                    <a:pt x="6038467" y="2188583"/>
                  </a:lnTo>
                  <a:lnTo>
                    <a:pt x="6007564" y="2078186"/>
                  </a:lnTo>
                  <a:lnTo>
                    <a:pt x="5976715" y="1968390"/>
                  </a:lnTo>
                  <a:lnTo>
                    <a:pt x="5945969" y="1859728"/>
                  </a:lnTo>
                  <a:lnTo>
                    <a:pt x="5915367" y="1752709"/>
                  </a:lnTo>
                  <a:lnTo>
                    <a:pt x="5884946" y="1647813"/>
                  </a:lnTo>
                  <a:lnTo>
                    <a:pt x="5854734" y="1545475"/>
                  </a:lnTo>
                  <a:lnTo>
                    <a:pt x="5824748" y="1446083"/>
                  </a:lnTo>
                  <a:lnTo>
                    <a:pt x="5794996" y="1349973"/>
                  </a:lnTo>
                  <a:lnTo>
                    <a:pt x="5765469" y="1257423"/>
                  </a:lnTo>
                  <a:lnTo>
                    <a:pt x="5736148" y="1168652"/>
                  </a:lnTo>
                  <a:lnTo>
                    <a:pt x="5706996" y="1083822"/>
                  </a:lnTo>
                  <a:lnTo>
                    <a:pt x="5677961" y="1003038"/>
                  </a:lnTo>
                  <a:lnTo>
                    <a:pt x="5648974" y="926351"/>
                  </a:lnTo>
                  <a:lnTo>
                    <a:pt x="5619945" y="853761"/>
                  </a:lnTo>
                  <a:lnTo>
                    <a:pt x="5590766" y="785221"/>
                  </a:lnTo>
                  <a:lnTo>
                    <a:pt x="5567201" y="733197"/>
                  </a:lnTo>
                  <a:lnTo>
                    <a:pt x="5524648" y="646957"/>
                  </a:lnTo>
                  <a:lnTo>
                    <a:pt x="5480816" y="568661"/>
                  </a:lnTo>
                  <a:lnTo>
                    <a:pt x="5435137" y="497978"/>
                  </a:lnTo>
                  <a:lnTo>
                    <a:pt x="5386972" y="434307"/>
                  </a:lnTo>
                  <a:lnTo>
                    <a:pt x="5335661" y="376946"/>
                  </a:lnTo>
                  <a:lnTo>
                    <a:pt x="5280561" y="325188"/>
                  </a:lnTo>
                  <a:lnTo>
                    <a:pt x="5221109" y="278389"/>
                  </a:lnTo>
                  <a:lnTo>
                    <a:pt x="5156887" y="235994"/>
                  </a:lnTo>
                  <a:lnTo>
                    <a:pt x="5087714" y="197567"/>
                  </a:lnTo>
                  <a:lnTo>
                    <a:pt x="5013760" y="162792"/>
                  </a:lnTo>
                  <a:lnTo>
                    <a:pt x="4935674" y="131479"/>
                  </a:lnTo>
                  <a:lnTo>
                    <a:pt x="4854709" y="103552"/>
                  </a:lnTo>
                  <a:lnTo>
                    <a:pt x="4772790" y="79027"/>
                  </a:lnTo>
                  <a:lnTo>
                    <a:pt x="4692496" y="57976"/>
                  </a:lnTo>
                  <a:lnTo>
                    <a:pt x="4616881" y="40469"/>
                  </a:lnTo>
                  <a:lnTo>
                    <a:pt x="4549128" y="26508"/>
                  </a:lnTo>
                  <a:lnTo>
                    <a:pt x="4492059" y="15973"/>
                  </a:lnTo>
                  <a:lnTo>
                    <a:pt x="4447615" y="8582"/>
                  </a:lnTo>
                  <a:lnTo>
                    <a:pt x="4416439" y="3890"/>
                  </a:lnTo>
                  <a:lnTo>
                    <a:pt x="4397679" y="1326"/>
                  </a:lnTo>
                  <a:lnTo>
                    <a:pt x="4389024" y="247"/>
                  </a:lnTo>
                  <a:lnTo>
                    <a:pt x="4386895" y="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6" y="100"/>
                  </a:lnTo>
                  <a:lnTo>
                    <a:pt x="3841355" y="816"/>
                  </a:lnTo>
                  <a:lnTo>
                    <a:pt x="3826533" y="2795"/>
                  </a:lnTo>
                  <a:lnTo>
                    <a:pt x="3799989" y="6692"/>
                  </a:lnTo>
                  <a:lnTo>
                    <a:pt x="3760341" y="13114"/>
                  </a:lnTo>
                  <a:lnTo>
                    <a:pt x="3707707" y="22560"/>
                  </a:lnTo>
                  <a:lnTo>
                    <a:pt x="3643594" y="35375"/>
                  </a:lnTo>
                  <a:lnTo>
                    <a:pt x="3570556" y="51735"/>
                  </a:lnTo>
                  <a:lnTo>
                    <a:pt x="3491694" y="71677"/>
                  </a:lnTo>
                  <a:lnTo>
                    <a:pt x="3410145" y="95146"/>
                  </a:lnTo>
                  <a:lnTo>
                    <a:pt x="3328679" y="122065"/>
                  </a:lnTo>
                  <a:lnTo>
                    <a:pt x="3249462" y="152391"/>
                  </a:lnTo>
                  <a:lnTo>
                    <a:pt x="3173982" y="186164"/>
                  </a:lnTo>
                  <a:lnTo>
                    <a:pt x="3103095" y="223530"/>
                  </a:lnTo>
                  <a:lnTo>
                    <a:pt x="3037130" y="264760"/>
                  </a:lnTo>
                  <a:lnTo>
                    <a:pt x="2976024" y="310249"/>
                  </a:lnTo>
                  <a:lnTo>
                    <a:pt x="2919435" y="360512"/>
                  </a:lnTo>
                  <a:lnTo>
                    <a:pt x="2866846" y="416167"/>
                  </a:lnTo>
                  <a:lnTo>
                    <a:pt x="2817642" y="477907"/>
                  </a:lnTo>
                  <a:lnTo>
                    <a:pt x="2771164" y="546449"/>
                  </a:lnTo>
                  <a:lnTo>
                    <a:pt x="2726763" y="622451"/>
                  </a:lnTo>
                  <a:lnTo>
                    <a:pt x="2683841" y="706375"/>
                  </a:lnTo>
                  <a:lnTo>
                    <a:pt x="2667772" y="740456"/>
                  </a:lnTo>
                  <a:lnTo>
                    <a:pt x="2638507" y="806159"/>
                  </a:lnTo>
                  <a:lnTo>
                    <a:pt x="2609496" y="875848"/>
                  </a:lnTo>
                  <a:lnTo>
                    <a:pt x="2580612" y="949603"/>
                  </a:lnTo>
                  <a:lnTo>
                    <a:pt x="2551751" y="1027462"/>
                  </a:lnTo>
                  <a:lnTo>
                    <a:pt x="2522830" y="1109417"/>
                  </a:lnTo>
                  <a:lnTo>
                    <a:pt x="2493781" y="1195406"/>
                  </a:lnTo>
                  <a:lnTo>
                    <a:pt x="2464558" y="1285317"/>
                  </a:lnTo>
                  <a:lnTo>
                    <a:pt x="2435127" y="1378978"/>
                  </a:lnTo>
                  <a:lnTo>
                    <a:pt x="2405469" y="1476160"/>
                  </a:lnTo>
                  <a:lnTo>
                    <a:pt x="2375581" y="1576577"/>
                  </a:lnTo>
                  <a:lnTo>
                    <a:pt x="2345471" y="1679887"/>
                  </a:lnTo>
                  <a:lnTo>
                    <a:pt x="2315157" y="1785695"/>
                  </a:lnTo>
                  <a:lnTo>
                    <a:pt x="2284668" y="1893559"/>
                  </a:lnTo>
                  <a:lnTo>
                    <a:pt x="2254041" y="2002999"/>
                  </a:lnTo>
                  <a:lnTo>
                    <a:pt x="2223320" y="2113502"/>
                  </a:lnTo>
                  <a:lnTo>
                    <a:pt x="2192551" y="2224533"/>
                  </a:lnTo>
                  <a:lnTo>
                    <a:pt x="2161783" y="2335550"/>
                  </a:lnTo>
                  <a:lnTo>
                    <a:pt x="2131066" y="2446006"/>
                  </a:lnTo>
                  <a:lnTo>
                    <a:pt x="2100446" y="2555369"/>
                  </a:lnTo>
                  <a:lnTo>
                    <a:pt x="2069967" y="2663129"/>
                  </a:lnTo>
                  <a:lnTo>
                    <a:pt x="2039664" y="2768806"/>
                  </a:lnTo>
                  <a:lnTo>
                    <a:pt x="2009565" y="2871961"/>
                  </a:lnTo>
                  <a:lnTo>
                    <a:pt x="1979690" y="2972203"/>
                  </a:lnTo>
                  <a:lnTo>
                    <a:pt x="1950046" y="3069192"/>
                  </a:lnTo>
                  <a:lnTo>
                    <a:pt x="1920627" y="3162645"/>
                  </a:lnTo>
                  <a:lnTo>
                    <a:pt x="1891415" y="3252336"/>
                  </a:lnTo>
                  <a:lnTo>
                    <a:pt x="1862375" y="3338099"/>
                  </a:lnTo>
                  <a:lnTo>
                    <a:pt x="1833459" y="3419821"/>
                  </a:lnTo>
                  <a:lnTo>
                    <a:pt x="1804599" y="3497446"/>
                  </a:lnTo>
                  <a:lnTo>
                    <a:pt x="1775711" y="3570968"/>
                  </a:lnTo>
                  <a:lnTo>
                    <a:pt x="1746689" y="3640428"/>
                  </a:lnTo>
                  <a:lnTo>
                    <a:pt x="1719082" y="3702283"/>
                  </a:lnTo>
                  <a:lnTo>
                    <a:pt x="1676586" y="3789267"/>
                  </a:lnTo>
                  <a:lnTo>
                    <a:pt x="1632815" y="3868250"/>
                  </a:lnTo>
                  <a:lnTo>
                    <a:pt x="1587203" y="3939563"/>
                  </a:lnTo>
                  <a:lnTo>
                    <a:pt x="1539115" y="4003810"/>
                  </a:lnTo>
                  <a:lnTo>
                    <a:pt x="1487892" y="4061698"/>
                  </a:lnTo>
                  <a:lnTo>
                    <a:pt x="1432894" y="4113938"/>
                  </a:lnTo>
                  <a:lnTo>
                    <a:pt x="1373560" y="4161179"/>
                  </a:lnTo>
                  <a:lnTo>
                    <a:pt x="1309472" y="4203978"/>
                  </a:lnTo>
                  <a:lnTo>
                    <a:pt x="1240445" y="4242777"/>
                  </a:lnTo>
                  <a:lnTo>
                    <a:pt x="1166645" y="4277895"/>
                  </a:lnTo>
                  <a:lnTo>
                    <a:pt x="1088712" y="4309524"/>
                  </a:lnTo>
                  <a:lnTo>
                    <a:pt x="1007885" y="4337742"/>
                  </a:lnTo>
                  <a:lnTo>
                    <a:pt x="926070" y="4362534"/>
                  </a:lnTo>
                  <a:lnTo>
                    <a:pt x="845827" y="4383828"/>
                  </a:lnTo>
                  <a:lnTo>
                    <a:pt x="770192" y="4401555"/>
                  </a:lnTo>
                  <a:lnTo>
                    <a:pt x="702337" y="4415708"/>
                  </a:lnTo>
                  <a:lnTo>
                    <a:pt x="645086" y="4426405"/>
                  </a:lnTo>
                  <a:lnTo>
                    <a:pt x="600397" y="4433928"/>
                  </a:lnTo>
                  <a:lnTo>
                    <a:pt x="568943" y="4438720"/>
                  </a:lnTo>
                  <a:lnTo>
                    <a:pt x="549912" y="4441354"/>
                  </a:lnTo>
                  <a:lnTo>
                    <a:pt x="541038" y="4442473"/>
                  </a:lnTo>
                  <a:lnTo>
                    <a:pt x="538787" y="4442734"/>
                  </a:lnTo>
                  <a:lnTo>
                    <a:pt x="538736" y="4442739"/>
                  </a:lnTo>
                  <a:lnTo>
                    <a:pt x="0" y="4442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2" name="pg2042"/>
            <p:cNvSpPr/>
            <p:nvPr/>
          </p:nvSpPr>
          <p:spPr>
            <a:xfrm>
              <a:off x="546595" y="3532614"/>
              <a:ext cx="8234974" cy="2433706"/>
            </a:xfrm>
            <a:custGeom>
              <a:avLst/>
              <a:pathLst>
                <a:path w="8234974" h="2433706">
                  <a:moveTo>
                    <a:pt x="0" y="2433706"/>
                  </a:moveTo>
                  <a:lnTo>
                    <a:pt x="538736" y="2433706"/>
                  </a:lnTo>
                  <a:lnTo>
                    <a:pt x="540035" y="2433692"/>
                  </a:lnTo>
                  <a:lnTo>
                    <a:pt x="548511" y="2433587"/>
                  </a:lnTo>
                  <a:lnTo>
                    <a:pt x="569640" y="2433297"/>
                  </a:lnTo>
                  <a:lnTo>
                    <a:pt x="606816" y="2432729"/>
                  </a:lnTo>
                  <a:lnTo>
                    <a:pt x="661018" y="2431801"/>
                  </a:lnTo>
                  <a:lnTo>
                    <a:pt x="730795" y="2430453"/>
                  </a:lnTo>
                  <a:lnTo>
                    <a:pt x="812749" y="2428654"/>
                  </a:lnTo>
                  <a:lnTo>
                    <a:pt x="902413" y="2426396"/>
                  </a:lnTo>
                  <a:lnTo>
                    <a:pt x="995211" y="2423688"/>
                  </a:lnTo>
                  <a:lnTo>
                    <a:pt x="1087217" y="2420538"/>
                  </a:lnTo>
                  <a:lnTo>
                    <a:pt x="1175544" y="2416952"/>
                  </a:lnTo>
                  <a:lnTo>
                    <a:pt x="1258419" y="2412916"/>
                  </a:lnTo>
                  <a:lnTo>
                    <a:pt x="1335042" y="2408399"/>
                  </a:lnTo>
                  <a:lnTo>
                    <a:pt x="1405346" y="2403348"/>
                  </a:lnTo>
                  <a:lnTo>
                    <a:pt x="1469771" y="2397693"/>
                  </a:lnTo>
                  <a:lnTo>
                    <a:pt x="1529068" y="2391342"/>
                  </a:lnTo>
                  <a:lnTo>
                    <a:pt x="1584147" y="2384195"/>
                  </a:lnTo>
                  <a:lnTo>
                    <a:pt x="1635973" y="2376149"/>
                  </a:lnTo>
                  <a:lnTo>
                    <a:pt x="1685478" y="2367116"/>
                  </a:lnTo>
                  <a:lnTo>
                    <a:pt x="1719082" y="2360205"/>
                  </a:lnTo>
                  <a:lnTo>
                    <a:pt x="1770689" y="2348395"/>
                  </a:lnTo>
                  <a:lnTo>
                    <a:pt x="1821799" y="2335328"/>
                  </a:lnTo>
                  <a:lnTo>
                    <a:pt x="1872975" y="2320988"/>
                  </a:lnTo>
                  <a:lnTo>
                    <a:pt x="1924591" y="2305405"/>
                  </a:lnTo>
                  <a:lnTo>
                    <a:pt x="1976856" y="2288665"/>
                  </a:lnTo>
                  <a:lnTo>
                    <a:pt x="2029837" y="2270908"/>
                  </a:lnTo>
                  <a:lnTo>
                    <a:pt x="2083476" y="2252329"/>
                  </a:lnTo>
                  <a:lnTo>
                    <a:pt x="2137615" y="2233168"/>
                  </a:lnTo>
                  <a:lnTo>
                    <a:pt x="2192027" y="2213704"/>
                  </a:lnTo>
                  <a:lnTo>
                    <a:pt x="2246446" y="2194233"/>
                  </a:lnTo>
                  <a:lnTo>
                    <a:pt x="2300606" y="2175050"/>
                  </a:lnTo>
                  <a:lnTo>
                    <a:pt x="2354275" y="2156434"/>
                  </a:lnTo>
                  <a:lnTo>
                    <a:pt x="2407291" y="2138630"/>
                  </a:lnTo>
                  <a:lnTo>
                    <a:pt x="2459593" y="2121833"/>
                  </a:lnTo>
                  <a:lnTo>
                    <a:pt x="2511238" y="2106189"/>
                  </a:lnTo>
                  <a:lnTo>
                    <a:pt x="2562430" y="2091783"/>
                  </a:lnTo>
                  <a:lnTo>
                    <a:pt x="2613531" y="2078651"/>
                  </a:lnTo>
                  <a:lnTo>
                    <a:pt x="2665095" y="2066778"/>
                  </a:lnTo>
                  <a:lnTo>
                    <a:pt x="2667772" y="2066200"/>
                  </a:lnTo>
                  <a:lnTo>
                    <a:pt x="2716144" y="2056451"/>
                  </a:lnTo>
                  <a:lnTo>
                    <a:pt x="2766258" y="2047724"/>
                  </a:lnTo>
                  <a:lnTo>
                    <a:pt x="2818966" y="2039960"/>
                  </a:lnTo>
                  <a:lnTo>
                    <a:pt x="2875218" y="2033065"/>
                  </a:lnTo>
                  <a:lnTo>
                    <a:pt x="2935974" y="2026934"/>
                  </a:lnTo>
                  <a:lnTo>
                    <a:pt x="3002108" y="2021470"/>
                  </a:lnTo>
                  <a:lnTo>
                    <a:pt x="3074294" y="2016588"/>
                  </a:lnTo>
                  <a:lnTo>
                    <a:pt x="3152842" y="2012221"/>
                  </a:lnTo>
                  <a:lnTo>
                    <a:pt x="3237490" y="2008323"/>
                  </a:lnTo>
                  <a:lnTo>
                    <a:pt x="3327165" y="2004869"/>
                  </a:lnTo>
                  <a:lnTo>
                    <a:pt x="3419766" y="2001852"/>
                  </a:lnTo>
                  <a:lnTo>
                    <a:pt x="3512072" y="1999278"/>
                  </a:lnTo>
                  <a:lnTo>
                    <a:pt x="3599901" y="1997159"/>
                  </a:lnTo>
                  <a:lnTo>
                    <a:pt x="3678616" y="1995498"/>
                  </a:lnTo>
                  <a:lnTo>
                    <a:pt x="3743970" y="1994282"/>
                  </a:lnTo>
                  <a:lnTo>
                    <a:pt x="3793073" y="1993470"/>
                  </a:lnTo>
                  <a:lnTo>
                    <a:pt x="3825181" y="1992995"/>
                  </a:lnTo>
                  <a:lnTo>
                    <a:pt x="3842026" y="1992772"/>
                  </a:lnTo>
                  <a:lnTo>
                    <a:pt x="3847669" y="1992704"/>
                  </a:lnTo>
                  <a:lnTo>
                    <a:pt x="3848118" y="1992699"/>
                  </a:lnTo>
                  <a:lnTo>
                    <a:pt x="4386855" y="1992699"/>
                  </a:lnTo>
                  <a:lnTo>
                    <a:pt x="4388087" y="1992636"/>
                  </a:lnTo>
                  <a:lnTo>
                    <a:pt x="4396137" y="1992190"/>
                  </a:lnTo>
                  <a:lnTo>
                    <a:pt x="4416244" y="1990954"/>
                  </a:lnTo>
                  <a:lnTo>
                    <a:pt x="4451719" y="1988528"/>
                  </a:lnTo>
                  <a:lnTo>
                    <a:pt x="4503638" y="1984559"/>
                  </a:lnTo>
                  <a:lnTo>
                    <a:pt x="4570800" y="1978785"/>
                  </a:lnTo>
                  <a:lnTo>
                    <a:pt x="4650128" y="1971057"/>
                  </a:lnTo>
                  <a:lnTo>
                    <a:pt x="4737455" y="1961335"/>
                  </a:lnTo>
                  <a:lnTo>
                    <a:pt x="4828410" y="1949645"/>
                  </a:lnTo>
                  <a:lnTo>
                    <a:pt x="4919142" y="1936035"/>
                  </a:lnTo>
                  <a:lnTo>
                    <a:pt x="5006738" y="1920525"/>
                  </a:lnTo>
                  <a:lnTo>
                    <a:pt x="5089328" y="1903078"/>
                  </a:lnTo>
                  <a:lnTo>
                    <a:pt x="5165980" y="1883578"/>
                  </a:lnTo>
                  <a:lnTo>
                    <a:pt x="5236499" y="1861820"/>
                  </a:lnTo>
                  <a:lnTo>
                    <a:pt x="5301207" y="1837517"/>
                  </a:lnTo>
                  <a:lnTo>
                    <a:pt x="5360752" y="1810304"/>
                  </a:lnTo>
                  <a:lnTo>
                    <a:pt x="5415968" y="1779758"/>
                  </a:lnTo>
                  <a:lnTo>
                    <a:pt x="5467765" y="1745435"/>
                  </a:lnTo>
                  <a:lnTo>
                    <a:pt x="5517042" y="1706930"/>
                  </a:lnTo>
                  <a:lnTo>
                    <a:pt x="5564613" y="1663989"/>
                  </a:lnTo>
                  <a:lnTo>
                    <a:pt x="5567201" y="1661490"/>
                  </a:lnTo>
                  <a:lnTo>
                    <a:pt x="5607558" y="1620420"/>
                  </a:lnTo>
                  <a:lnTo>
                    <a:pt x="5647523" y="1575920"/>
                  </a:lnTo>
                  <a:lnTo>
                    <a:pt x="5687398" y="1527924"/>
                  </a:lnTo>
                  <a:lnTo>
                    <a:pt x="5727407" y="1476439"/>
                  </a:lnTo>
                  <a:lnTo>
                    <a:pt x="5767708" y="1421558"/>
                  </a:lnTo>
                  <a:lnTo>
                    <a:pt x="5808399" y="1363463"/>
                  </a:lnTo>
                  <a:lnTo>
                    <a:pt x="5849525" y="1302432"/>
                  </a:lnTo>
                  <a:lnTo>
                    <a:pt x="5891081" y="1238833"/>
                  </a:lnTo>
                  <a:lnTo>
                    <a:pt x="5933022" y="1173124"/>
                  </a:lnTo>
                  <a:lnTo>
                    <a:pt x="5975266" y="1105835"/>
                  </a:lnTo>
                  <a:lnTo>
                    <a:pt x="6017706" y="1037558"/>
                  </a:lnTo>
                  <a:lnTo>
                    <a:pt x="6060220" y="968921"/>
                  </a:lnTo>
                  <a:lnTo>
                    <a:pt x="6102676" y="900567"/>
                  </a:lnTo>
                  <a:lnTo>
                    <a:pt x="6144950" y="833125"/>
                  </a:lnTo>
                  <a:lnTo>
                    <a:pt x="6186933" y="767194"/>
                  </a:lnTo>
                  <a:lnTo>
                    <a:pt x="6228539" y="703313"/>
                  </a:lnTo>
                  <a:lnTo>
                    <a:pt x="6269718" y="641948"/>
                  </a:lnTo>
                  <a:lnTo>
                    <a:pt x="6310461" y="583480"/>
                  </a:lnTo>
                  <a:lnTo>
                    <a:pt x="6350805" y="528197"/>
                  </a:lnTo>
                  <a:lnTo>
                    <a:pt x="6390842" y="476292"/>
                  </a:lnTo>
                  <a:lnTo>
                    <a:pt x="6430723" y="427870"/>
                  </a:lnTo>
                  <a:lnTo>
                    <a:pt x="6470663" y="382947"/>
                  </a:lnTo>
                  <a:lnTo>
                    <a:pt x="6510953" y="341466"/>
                  </a:lnTo>
                  <a:lnTo>
                    <a:pt x="6515891" y="336653"/>
                  </a:lnTo>
                  <a:lnTo>
                    <a:pt x="6563388" y="293465"/>
                  </a:lnTo>
                  <a:lnTo>
                    <a:pt x="6612552" y="254720"/>
                  </a:lnTo>
                  <a:lnTo>
                    <a:pt x="6664186" y="220176"/>
                  </a:lnTo>
                  <a:lnTo>
                    <a:pt x="6719190" y="189434"/>
                  </a:lnTo>
                  <a:lnTo>
                    <a:pt x="6778473" y="162048"/>
                  </a:lnTo>
                  <a:lnTo>
                    <a:pt x="6842877" y="137594"/>
                  </a:lnTo>
                  <a:lnTo>
                    <a:pt x="6913063" y="115704"/>
                  </a:lnTo>
                  <a:lnTo>
                    <a:pt x="6989377" y="96085"/>
                  </a:lnTo>
                  <a:lnTo>
                    <a:pt x="7071656" y="78529"/>
                  </a:lnTo>
                  <a:lnTo>
                    <a:pt x="7159015" y="62914"/>
                  </a:lnTo>
                  <a:lnTo>
                    <a:pt x="7249640" y="49199"/>
                  </a:lnTo>
                  <a:lnTo>
                    <a:pt x="7340675" y="37402"/>
                  </a:lnTo>
                  <a:lnTo>
                    <a:pt x="7428315" y="27570"/>
                  </a:lnTo>
                  <a:lnTo>
                    <a:pt x="7508199" y="19733"/>
                  </a:lnTo>
                  <a:lnTo>
                    <a:pt x="7576125" y="13854"/>
                  </a:lnTo>
                  <a:lnTo>
                    <a:pt x="7628937" y="9791"/>
                  </a:lnTo>
                  <a:lnTo>
                    <a:pt x="7665312" y="7288"/>
                  </a:lnTo>
                  <a:lnTo>
                    <a:pt x="7686200" y="5997"/>
                  </a:lnTo>
                  <a:lnTo>
                    <a:pt x="7694794" y="551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5" y="62"/>
                  </a:lnTo>
                  <a:lnTo>
                    <a:pt x="7686955" y="509"/>
                  </a:lnTo>
                  <a:lnTo>
                    <a:pt x="7666849" y="1745"/>
                  </a:lnTo>
                  <a:lnTo>
                    <a:pt x="7631373" y="4170"/>
                  </a:lnTo>
                  <a:lnTo>
                    <a:pt x="7579454" y="8139"/>
                  </a:lnTo>
                  <a:lnTo>
                    <a:pt x="7512293" y="13914"/>
                  </a:lnTo>
                  <a:lnTo>
                    <a:pt x="7432964" y="21641"/>
                  </a:lnTo>
                  <a:lnTo>
                    <a:pt x="7345637" y="31363"/>
                  </a:lnTo>
                  <a:lnTo>
                    <a:pt x="7254683" y="43053"/>
                  </a:lnTo>
                  <a:lnTo>
                    <a:pt x="7163951" y="56664"/>
                  </a:lnTo>
                  <a:lnTo>
                    <a:pt x="7076355" y="72173"/>
                  </a:lnTo>
                  <a:lnTo>
                    <a:pt x="6993765" y="89620"/>
                  </a:lnTo>
                  <a:lnTo>
                    <a:pt x="6917112" y="109121"/>
                  </a:lnTo>
                  <a:lnTo>
                    <a:pt x="6846593" y="130878"/>
                  </a:lnTo>
                  <a:lnTo>
                    <a:pt x="6781886" y="155182"/>
                  </a:lnTo>
                  <a:lnTo>
                    <a:pt x="6722341" y="182395"/>
                  </a:lnTo>
                  <a:lnTo>
                    <a:pt x="6667124" y="212941"/>
                  </a:lnTo>
                  <a:lnTo>
                    <a:pt x="6615328" y="247264"/>
                  </a:lnTo>
                  <a:lnTo>
                    <a:pt x="6566050" y="285769"/>
                  </a:lnTo>
                  <a:lnTo>
                    <a:pt x="6518479" y="328710"/>
                  </a:lnTo>
                  <a:lnTo>
                    <a:pt x="6515891" y="331209"/>
                  </a:lnTo>
                  <a:lnTo>
                    <a:pt x="6475535" y="372278"/>
                  </a:lnTo>
                  <a:lnTo>
                    <a:pt x="6435569" y="416778"/>
                  </a:lnTo>
                  <a:lnTo>
                    <a:pt x="6395694" y="464775"/>
                  </a:lnTo>
                  <a:lnTo>
                    <a:pt x="6355685" y="516260"/>
                  </a:lnTo>
                  <a:lnTo>
                    <a:pt x="6315385" y="571141"/>
                  </a:lnTo>
                  <a:lnTo>
                    <a:pt x="6274693" y="629235"/>
                  </a:lnTo>
                  <a:lnTo>
                    <a:pt x="6233568" y="690266"/>
                  </a:lnTo>
                  <a:lnTo>
                    <a:pt x="6192011" y="753865"/>
                  </a:lnTo>
                  <a:lnTo>
                    <a:pt x="6150071" y="819575"/>
                  </a:lnTo>
                  <a:lnTo>
                    <a:pt x="6107826" y="886863"/>
                  </a:lnTo>
                  <a:lnTo>
                    <a:pt x="6065386" y="955140"/>
                  </a:lnTo>
                  <a:lnTo>
                    <a:pt x="6022873" y="1023777"/>
                  </a:lnTo>
                  <a:lnTo>
                    <a:pt x="5980417" y="1092132"/>
                  </a:lnTo>
                  <a:lnTo>
                    <a:pt x="5938142" y="1159573"/>
                  </a:lnTo>
                  <a:lnTo>
                    <a:pt x="5896160" y="1225504"/>
                  </a:lnTo>
                  <a:lnTo>
                    <a:pt x="5854554" y="1289386"/>
                  </a:lnTo>
                  <a:lnTo>
                    <a:pt x="5813374" y="1350751"/>
                  </a:lnTo>
                  <a:lnTo>
                    <a:pt x="5772632" y="1409219"/>
                  </a:lnTo>
                  <a:lnTo>
                    <a:pt x="5732288" y="1464502"/>
                  </a:lnTo>
                  <a:lnTo>
                    <a:pt x="5692251" y="1516406"/>
                  </a:lnTo>
                  <a:lnTo>
                    <a:pt x="5652370" y="1564829"/>
                  </a:lnTo>
                  <a:lnTo>
                    <a:pt x="5612430" y="1609752"/>
                  </a:lnTo>
                  <a:lnTo>
                    <a:pt x="5572140" y="1651233"/>
                  </a:lnTo>
                  <a:lnTo>
                    <a:pt x="5567201" y="1656045"/>
                  </a:lnTo>
                  <a:lnTo>
                    <a:pt x="5519704" y="1699233"/>
                  </a:lnTo>
                  <a:lnTo>
                    <a:pt x="5470541" y="1737978"/>
                  </a:lnTo>
                  <a:lnTo>
                    <a:pt x="5418906" y="1772522"/>
                  </a:lnTo>
                  <a:lnTo>
                    <a:pt x="5363903" y="1803265"/>
                  </a:lnTo>
                  <a:lnTo>
                    <a:pt x="5304619" y="1830651"/>
                  </a:lnTo>
                  <a:lnTo>
                    <a:pt x="5240216" y="1855104"/>
                  </a:lnTo>
                  <a:lnTo>
                    <a:pt x="5170029" y="1876994"/>
                  </a:lnTo>
                  <a:lnTo>
                    <a:pt x="5093716" y="1896613"/>
                  </a:lnTo>
                  <a:lnTo>
                    <a:pt x="5011437" y="1914169"/>
                  </a:lnTo>
                  <a:lnTo>
                    <a:pt x="4924078" y="1929784"/>
                  </a:lnTo>
                  <a:lnTo>
                    <a:pt x="4833452" y="1943500"/>
                  </a:lnTo>
                  <a:lnTo>
                    <a:pt x="4742417" y="1955297"/>
                  </a:lnTo>
                  <a:lnTo>
                    <a:pt x="4654778" y="1965129"/>
                  </a:lnTo>
                  <a:lnTo>
                    <a:pt x="4574894" y="1972966"/>
                  </a:lnTo>
                  <a:lnTo>
                    <a:pt x="4506967" y="1978845"/>
                  </a:lnTo>
                  <a:lnTo>
                    <a:pt x="4454156" y="1982908"/>
                  </a:lnTo>
                  <a:lnTo>
                    <a:pt x="4417780" y="1985410"/>
                  </a:lnTo>
                  <a:lnTo>
                    <a:pt x="4396893" y="1986701"/>
                  </a:lnTo>
                  <a:lnTo>
                    <a:pt x="4388298" y="1987181"/>
                  </a:lnTo>
                  <a:lnTo>
                    <a:pt x="4386855" y="1987254"/>
                  </a:lnTo>
                  <a:lnTo>
                    <a:pt x="3848118" y="1987254"/>
                  </a:lnTo>
                  <a:lnTo>
                    <a:pt x="3846819" y="1987269"/>
                  </a:lnTo>
                  <a:lnTo>
                    <a:pt x="3838344" y="1987374"/>
                  </a:lnTo>
                  <a:lnTo>
                    <a:pt x="3817214" y="1987663"/>
                  </a:lnTo>
                  <a:lnTo>
                    <a:pt x="3780038" y="1988232"/>
                  </a:lnTo>
                  <a:lnTo>
                    <a:pt x="3725837" y="1989160"/>
                  </a:lnTo>
                  <a:lnTo>
                    <a:pt x="3656060" y="1990508"/>
                  </a:lnTo>
                  <a:lnTo>
                    <a:pt x="3574106" y="1992307"/>
                  </a:lnTo>
                  <a:lnTo>
                    <a:pt x="3484442" y="1994564"/>
                  </a:lnTo>
                  <a:lnTo>
                    <a:pt x="3391643" y="1997273"/>
                  </a:lnTo>
                  <a:lnTo>
                    <a:pt x="3299638" y="2000422"/>
                  </a:lnTo>
                  <a:lnTo>
                    <a:pt x="3211311" y="2004009"/>
                  </a:lnTo>
                  <a:lnTo>
                    <a:pt x="3128435" y="2008045"/>
                  </a:lnTo>
                  <a:lnTo>
                    <a:pt x="3051813" y="2012562"/>
                  </a:lnTo>
                  <a:lnTo>
                    <a:pt x="2981509" y="2017612"/>
                  </a:lnTo>
                  <a:lnTo>
                    <a:pt x="2917083" y="2023268"/>
                  </a:lnTo>
                  <a:lnTo>
                    <a:pt x="2857787" y="2029618"/>
                  </a:lnTo>
                  <a:lnTo>
                    <a:pt x="2802708" y="2036765"/>
                  </a:lnTo>
                  <a:lnTo>
                    <a:pt x="2750881" y="2044812"/>
                  </a:lnTo>
                  <a:lnTo>
                    <a:pt x="2701377" y="2053844"/>
                  </a:lnTo>
                  <a:lnTo>
                    <a:pt x="2667772" y="2060756"/>
                  </a:lnTo>
                  <a:lnTo>
                    <a:pt x="2616166" y="2072566"/>
                  </a:lnTo>
                  <a:lnTo>
                    <a:pt x="2565056" y="2085633"/>
                  </a:lnTo>
                  <a:lnTo>
                    <a:pt x="2513879" y="2099973"/>
                  </a:lnTo>
                  <a:lnTo>
                    <a:pt x="2462263" y="2115555"/>
                  </a:lnTo>
                  <a:lnTo>
                    <a:pt x="2409998" y="2132295"/>
                  </a:lnTo>
                  <a:lnTo>
                    <a:pt x="2357018" y="2150052"/>
                  </a:lnTo>
                  <a:lnTo>
                    <a:pt x="2303379" y="2168632"/>
                  </a:lnTo>
                  <a:lnTo>
                    <a:pt x="2249240" y="2187792"/>
                  </a:lnTo>
                  <a:lnTo>
                    <a:pt x="2194827" y="2207256"/>
                  </a:lnTo>
                  <a:lnTo>
                    <a:pt x="2140408" y="2226728"/>
                  </a:lnTo>
                  <a:lnTo>
                    <a:pt x="2086249" y="2245911"/>
                  </a:lnTo>
                  <a:lnTo>
                    <a:pt x="2032580" y="2264527"/>
                  </a:lnTo>
                  <a:lnTo>
                    <a:pt x="1979563" y="2282331"/>
                  </a:lnTo>
                  <a:lnTo>
                    <a:pt x="1927262" y="2299127"/>
                  </a:lnTo>
                  <a:lnTo>
                    <a:pt x="1875616" y="2314772"/>
                  </a:lnTo>
                  <a:lnTo>
                    <a:pt x="1824425" y="2329177"/>
                  </a:lnTo>
                  <a:lnTo>
                    <a:pt x="1773323" y="2342310"/>
                  </a:lnTo>
                  <a:lnTo>
                    <a:pt x="1721760" y="2354183"/>
                  </a:lnTo>
                  <a:lnTo>
                    <a:pt x="1719082" y="2354761"/>
                  </a:lnTo>
                  <a:lnTo>
                    <a:pt x="1670710" y="2364509"/>
                  </a:lnTo>
                  <a:lnTo>
                    <a:pt x="1620597" y="2373237"/>
                  </a:lnTo>
                  <a:lnTo>
                    <a:pt x="1567889" y="2381001"/>
                  </a:lnTo>
                  <a:lnTo>
                    <a:pt x="1511636" y="2387896"/>
                  </a:lnTo>
                  <a:lnTo>
                    <a:pt x="1450880" y="2394026"/>
                  </a:lnTo>
                  <a:lnTo>
                    <a:pt x="1384746" y="2399490"/>
                  </a:lnTo>
                  <a:lnTo>
                    <a:pt x="1312560" y="2404373"/>
                  </a:lnTo>
                  <a:lnTo>
                    <a:pt x="1234013" y="2408740"/>
                  </a:lnTo>
                  <a:lnTo>
                    <a:pt x="1149364" y="2412638"/>
                  </a:lnTo>
                  <a:lnTo>
                    <a:pt x="1059690" y="2416092"/>
                  </a:lnTo>
                  <a:lnTo>
                    <a:pt x="967089" y="2419109"/>
                  </a:lnTo>
                  <a:lnTo>
                    <a:pt x="874782" y="2421682"/>
                  </a:lnTo>
                  <a:lnTo>
                    <a:pt x="786954" y="2423802"/>
                  </a:lnTo>
                  <a:lnTo>
                    <a:pt x="708238" y="2425463"/>
                  </a:lnTo>
                  <a:lnTo>
                    <a:pt x="642885" y="2426679"/>
                  </a:lnTo>
                  <a:lnTo>
                    <a:pt x="593782" y="2427491"/>
                  </a:lnTo>
                  <a:lnTo>
                    <a:pt x="561674" y="2427965"/>
                  </a:lnTo>
                  <a:lnTo>
                    <a:pt x="544829" y="2428189"/>
                  </a:lnTo>
                  <a:lnTo>
                    <a:pt x="539186" y="2428257"/>
                  </a:lnTo>
                  <a:lnTo>
                    <a:pt x="538736" y="2428262"/>
                  </a:lnTo>
                  <a:lnTo>
                    <a:pt x="0" y="2428262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43" name="pl2043"/>
            <p:cNvSpPr/>
            <p:nvPr/>
          </p:nvSpPr>
          <p:spPr>
            <a:xfrm>
              <a:off x="546595" y="3538058"/>
              <a:ext cx="8234974" cy="2428262"/>
            </a:xfrm>
            <a:custGeom>
              <a:avLst/>
              <a:pathLst>
                <a:path w="8234974" h="2428262">
                  <a:moveTo>
                    <a:pt x="0" y="2428262"/>
                  </a:moveTo>
                  <a:lnTo>
                    <a:pt x="538736" y="2428262"/>
                  </a:lnTo>
                  <a:lnTo>
                    <a:pt x="540035" y="2428247"/>
                  </a:lnTo>
                  <a:lnTo>
                    <a:pt x="548511" y="2428142"/>
                  </a:lnTo>
                  <a:lnTo>
                    <a:pt x="569640" y="2427853"/>
                  </a:lnTo>
                  <a:lnTo>
                    <a:pt x="606816" y="2427285"/>
                  </a:lnTo>
                  <a:lnTo>
                    <a:pt x="661018" y="2426356"/>
                  </a:lnTo>
                  <a:lnTo>
                    <a:pt x="730795" y="2425009"/>
                  </a:lnTo>
                  <a:lnTo>
                    <a:pt x="812749" y="2423210"/>
                  </a:lnTo>
                  <a:lnTo>
                    <a:pt x="902413" y="2420952"/>
                  </a:lnTo>
                  <a:lnTo>
                    <a:pt x="995211" y="2418243"/>
                  </a:lnTo>
                  <a:lnTo>
                    <a:pt x="1087217" y="2415094"/>
                  </a:lnTo>
                  <a:lnTo>
                    <a:pt x="1175544" y="2411507"/>
                  </a:lnTo>
                  <a:lnTo>
                    <a:pt x="1258419" y="2407471"/>
                  </a:lnTo>
                  <a:lnTo>
                    <a:pt x="1335042" y="2402954"/>
                  </a:lnTo>
                  <a:lnTo>
                    <a:pt x="1405346" y="2397904"/>
                  </a:lnTo>
                  <a:lnTo>
                    <a:pt x="1469771" y="2392248"/>
                  </a:lnTo>
                  <a:lnTo>
                    <a:pt x="1529068" y="2385898"/>
                  </a:lnTo>
                  <a:lnTo>
                    <a:pt x="1584147" y="2378751"/>
                  </a:lnTo>
                  <a:lnTo>
                    <a:pt x="1635973" y="2370705"/>
                  </a:lnTo>
                  <a:lnTo>
                    <a:pt x="1685478" y="2361672"/>
                  </a:lnTo>
                  <a:lnTo>
                    <a:pt x="1719082" y="2354761"/>
                  </a:lnTo>
                  <a:lnTo>
                    <a:pt x="1770689" y="2342951"/>
                  </a:lnTo>
                  <a:lnTo>
                    <a:pt x="1821799" y="2329884"/>
                  </a:lnTo>
                  <a:lnTo>
                    <a:pt x="1872975" y="2315543"/>
                  </a:lnTo>
                  <a:lnTo>
                    <a:pt x="1924591" y="2299961"/>
                  </a:lnTo>
                  <a:lnTo>
                    <a:pt x="1976856" y="2283221"/>
                  </a:lnTo>
                  <a:lnTo>
                    <a:pt x="2029837" y="2265464"/>
                  </a:lnTo>
                  <a:lnTo>
                    <a:pt x="2083476" y="2246884"/>
                  </a:lnTo>
                  <a:lnTo>
                    <a:pt x="2137615" y="2227724"/>
                  </a:lnTo>
                  <a:lnTo>
                    <a:pt x="2192027" y="2208260"/>
                  </a:lnTo>
                  <a:lnTo>
                    <a:pt x="2246446" y="2188788"/>
                  </a:lnTo>
                  <a:lnTo>
                    <a:pt x="2300606" y="2169605"/>
                  </a:lnTo>
                  <a:lnTo>
                    <a:pt x="2354275" y="2150990"/>
                  </a:lnTo>
                  <a:lnTo>
                    <a:pt x="2407291" y="2133185"/>
                  </a:lnTo>
                  <a:lnTo>
                    <a:pt x="2459593" y="2116389"/>
                  </a:lnTo>
                  <a:lnTo>
                    <a:pt x="2511238" y="2100744"/>
                  </a:lnTo>
                  <a:lnTo>
                    <a:pt x="2562430" y="2086339"/>
                  </a:lnTo>
                  <a:lnTo>
                    <a:pt x="2613531" y="2073207"/>
                  </a:lnTo>
                  <a:lnTo>
                    <a:pt x="2665095" y="2061333"/>
                  </a:lnTo>
                  <a:lnTo>
                    <a:pt x="2667772" y="2060756"/>
                  </a:lnTo>
                  <a:lnTo>
                    <a:pt x="2716144" y="2051007"/>
                  </a:lnTo>
                  <a:lnTo>
                    <a:pt x="2766258" y="2042279"/>
                  </a:lnTo>
                  <a:lnTo>
                    <a:pt x="2818966" y="2034515"/>
                  </a:lnTo>
                  <a:lnTo>
                    <a:pt x="2875218" y="2027620"/>
                  </a:lnTo>
                  <a:lnTo>
                    <a:pt x="2935974" y="2021490"/>
                  </a:lnTo>
                  <a:lnTo>
                    <a:pt x="3002108" y="2016026"/>
                  </a:lnTo>
                  <a:lnTo>
                    <a:pt x="3074294" y="2011144"/>
                  </a:lnTo>
                  <a:lnTo>
                    <a:pt x="3152842" y="2006776"/>
                  </a:lnTo>
                  <a:lnTo>
                    <a:pt x="3237490" y="2002879"/>
                  </a:lnTo>
                  <a:lnTo>
                    <a:pt x="3327165" y="1999425"/>
                  </a:lnTo>
                  <a:lnTo>
                    <a:pt x="3419766" y="1996408"/>
                  </a:lnTo>
                  <a:lnTo>
                    <a:pt x="3512072" y="1993834"/>
                  </a:lnTo>
                  <a:lnTo>
                    <a:pt x="3599901" y="1991715"/>
                  </a:lnTo>
                  <a:lnTo>
                    <a:pt x="3678616" y="1990054"/>
                  </a:lnTo>
                  <a:lnTo>
                    <a:pt x="3743970" y="1988837"/>
                  </a:lnTo>
                  <a:lnTo>
                    <a:pt x="3793073" y="1988025"/>
                  </a:lnTo>
                  <a:lnTo>
                    <a:pt x="3825181" y="1987551"/>
                  </a:lnTo>
                  <a:lnTo>
                    <a:pt x="3842026" y="1987327"/>
                  </a:lnTo>
                  <a:lnTo>
                    <a:pt x="3847669" y="1987259"/>
                  </a:lnTo>
                  <a:lnTo>
                    <a:pt x="3848118" y="1987254"/>
                  </a:lnTo>
                  <a:lnTo>
                    <a:pt x="4386855" y="1987254"/>
                  </a:lnTo>
                  <a:lnTo>
                    <a:pt x="4388087" y="1987192"/>
                  </a:lnTo>
                  <a:lnTo>
                    <a:pt x="4396137" y="1986745"/>
                  </a:lnTo>
                  <a:lnTo>
                    <a:pt x="4416244" y="1985509"/>
                  </a:lnTo>
                  <a:lnTo>
                    <a:pt x="4451719" y="1983084"/>
                  </a:lnTo>
                  <a:lnTo>
                    <a:pt x="4503638" y="1979115"/>
                  </a:lnTo>
                  <a:lnTo>
                    <a:pt x="4570800" y="1973340"/>
                  </a:lnTo>
                  <a:lnTo>
                    <a:pt x="4650128" y="1965613"/>
                  </a:lnTo>
                  <a:lnTo>
                    <a:pt x="4737455" y="1955891"/>
                  </a:lnTo>
                  <a:lnTo>
                    <a:pt x="4828410" y="1944201"/>
                  </a:lnTo>
                  <a:lnTo>
                    <a:pt x="4919142" y="1930590"/>
                  </a:lnTo>
                  <a:lnTo>
                    <a:pt x="5006738" y="1915081"/>
                  </a:lnTo>
                  <a:lnTo>
                    <a:pt x="5089328" y="1897634"/>
                  </a:lnTo>
                  <a:lnTo>
                    <a:pt x="5165980" y="1878133"/>
                  </a:lnTo>
                  <a:lnTo>
                    <a:pt x="5236499" y="1856376"/>
                  </a:lnTo>
                  <a:lnTo>
                    <a:pt x="5301207" y="1832072"/>
                  </a:lnTo>
                  <a:lnTo>
                    <a:pt x="5360752" y="1804859"/>
                  </a:lnTo>
                  <a:lnTo>
                    <a:pt x="5415968" y="1774313"/>
                  </a:lnTo>
                  <a:lnTo>
                    <a:pt x="5467765" y="1739990"/>
                  </a:lnTo>
                  <a:lnTo>
                    <a:pt x="5517042" y="1701485"/>
                  </a:lnTo>
                  <a:lnTo>
                    <a:pt x="5564613" y="1658544"/>
                  </a:lnTo>
                  <a:lnTo>
                    <a:pt x="5567201" y="1656045"/>
                  </a:lnTo>
                  <a:lnTo>
                    <a:pt x="5607558" y="1614976"/>
                  </a:lnTo>
                  <a:lnTo>
                    <a:pt x="5647523" y="1570476"/>
                  </a:lnTo>
                  <a:lnTo>
                    <a:pt x="5687398" y="1522479"/>
                  </a:lnTo>
                  <a:lnTo>
                    <a:pt x="5727407" y="1470994"/>
                  </a:lnTo>
                  <a:lnTo>
                    <a:pt x="5767708" y="1416113"/>
                  </a:lnTo>
                  <a:lnTo>
                    <a:pt x="5808399" y="1358019"/>
                  </a:lnTo>
                  <a:lnTo>
                    <a:pt x="5849525" y="1296988"/>
                  </a:lnTo>
                  <a:lnTo>
                    <a:pt x="5891081" y="1233389"/>
                  </a:lnTo>
                  <a:lnTo>
                    <a:pt x="5933022" y="1167679"/>
                  </a:lnTo>
                  <a:lnTo>
                    <a:pt x="5975266" y="1100391"/>
                  </a:lnTo>
                  <a:lnTo>
                    <a:pt x="6017706" y="1032114"/>
                  </a:lnTo>
                  <a:lnTo>
                    <a:pt x="6060220" y="963477"/>
                  </a:lnTo>
                  <a:lnTo>
                    <a:pt x="6102676" y="895122"/>
                  </a:lnTo>
                  <a:lnTo>
                    <a:pt x="6144950" y="827681"/>
                  </a:lnTo>
                  <a:lnTo>
                    <a:pt x="6186933" y="761750"/>
                  </a:lnTo>
                  <a:lnTo>
                    <a:pt x="6228539" y="697868"/>
                  </a:lnTo>
                  <a:lnTo>
                    <a:pt x="6269718" y="636503"/>
                  </a:lnTo>
                  <a:lnTo>
                    <a:pt x="6310461" y="578035"/>
                  </a:lnTo>
                  <a:lnTo>
                    <a:pt x="6350805" y="522752"/>
                  </a:lnTo>
                  <a:lnTo>
                    <a:pt x="6390842" y="470848"/>
                  </a:lnTo>
                  <a:lnTo>
                    <a:pt x="6430723" y="422425"/>
                  </a:lnTo>
                  <a:lnTo>
                    <a:pt x="6470663" y="377502"/>
                  </a:lnTo>
                  <a:lnTo>
                    <a:pt x="6510953" y="336021"/>
                  </a:lnTo>
                  <a:lnTo>
                    <a:pt x="6515891" y="331209"/>
                  </a:lnTo>
                  <a:lnTo>
                    <a:pt x="6563388" y="288021"/>
                  </a:lnTo>
                  <a:lnTo>
                    <a:pt x="6612552" y="249276"/>
                  </a:lnTo>
                  <a:lnTo>
                    <a:pt x="6664186" y="214732"/>
                  </a:lnTo>
                  <a:lnTo>
                    <a:pt x="6719190" y="183989"/>
                  </a:lnTo>
                  <a:lnTo>
                    <a:pt x="6778473" y="156603"/>
                  </a:lnTo>
                  <a:lnTo>
                    <a:pt x="6842877" y="132150"/>
                  </a:lnTo>
                  <a:lnTo>
                    <a:pt x="6913063" y="110260"/>
                  </a:lnTo>
                  <a:lnTo>
                    <a:pt x="6989377" y="90641"/>
                  </a:lnTo>
                  <a:lnTo>
                    <a:pt x="7071656" y="73085"/>
                  </a:lnTo>
                  <a:lnTo>
                    <a:pt x="7159015" y="57470"/>
                  </a:lnTo>
                  <a:lnTo>
                    <a:pt x="7249640" y="43754"/>
                  </a:lnTo>
                  <a:lnTo>
                    <a:pt x="7340675" y="31957"/>
                  </a:lnTo>
                  <a:lnTo>
                    <a:pt x="7428315" y="22125"/>
                  </a:lnTo>
                  <a:lnTo>
                    <a:pt x="7508199" y="14288"/>
                  </a:lnTo>
                  <a:lnTo>
                    <a:pt x="7576125" y="8409"/>
                  </a:lnTo>
                  <a:lnTo>
                    <a:pt x="7628937" y="4346"/>
                  </a:lnTo>
                  <a:lnTo>
                    <a:pt x="7665312" y="1844"/>
                  </a:lnTo>
                  <a:lnTo>
                    <a:pt x="7686200" y="553"/>
                  </a:lnTo>
                  <a:lnTo>
                    <a:pt x="7694794" y="73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4" name="pl2044"/>
            <p:cNvSpPr/>
            <p:nvPr/>
          </p:nvSpPr>
          <p:spPr>
            <a:xfrm>
              <a:off x="546595" y="3532614"/>
              <a:ext cx="8234974" cy="2428262"/>
            </a:xfrm>
            <a:custGeom>
              <a:avLst/>
              <a:pathLst>
                <a:path w="8234974" h="2428262">
                  <a:moveTo>
                    <a:pt x="8234974" y="0"/>
                  </a:moveTo>
                  <a:lnTo>
                    <a:pt x="7696237" y="0"/>
                  </a:lnTo>
                  <a:lnTo>
                    <a:pt x="7695005" y="62"/>
                  </a:lnTo>
                  <a:lnTo>
                    <a:pt x="7686955" y="509"/>
                  </a:lnTo>
                  <a:lnTo>
                    <a:pt x="7666849" y="1745"/>
                  </a:lnTo>
                  <a:lnTo>
                    <a:pt x="7631373" y="4170"/>
                  </a:lnTo>
                  <a:lnTo>
                    <a:pt x="7579454" y="8139"/>
                  </a:lnTo>
                  <a:lnTo>
                    <a:pt x="7512293" y="13914"/>
                  </a:lnTo>
                  <a:lnTo>
                    <a:pt x="7432964" y="21641"/>
                  </a:lnTo>
                  <a:lnTo>
                    <a:pt x="7345637" y="31363"/>
                  </a:lnTo>
                  <a:lnTo>
                    <a:pt x="7254683" y="43053"/>
                  </a:lnTo>
                  <a:lnTo>
                    <a:pt x="7163951" y="56664"/>
                  </a:lnTo>
                  <a:lnTo>
                    <a:pt x="7076355" y="72173"/>
                  </a:lnTo>
                  <a:lnTo>
                    <a:pt x="6993765" y="89620"/>
                  </a:lnTo>
                  <a:lnTo>
                    <a:pt x="6917112" y="109121"/>
                  </a:lnTo>
                  <a:lnTo>
                    <a:pt x="6846593" y="130878"/>
                  </a:lnTo>
                  <a:lnTo>
                    <a:pt x="6781886" y="155182"/>
                  </a:lnTo>
                  <a:lnTo>
                    <a:pt x="6722341" y="182395"/>
                  </a:lnTo>
                  <a:lnTo>
                    <a:pt x="6667124" y="212941"/>
                  </a:lnTo>
                  <a:lnTo>
                    <a:pt x="6615328" y="247264"/>
                  </a:lnTo>
                  <a:lnTo>
                    <a:pt x="6566050" y="285769"/>
                  </a:lnTo>
                  <a:lnTo>
                    <a:pt x="6518479" y="328710"/>
                  </a:lnTo>
                  <a:lnTo>
                    <a:pt x="6515891" y="331209"/>
                  </a:lnTo>
                  <a:lnTo>
                    <a:pt x="6475535" y="372278"/>
                  </a:lnTo>
                  <a:lnTo>
                    <a:pt x="6435569" y="416778"/>
                  </a:lnTo>
                  <a:lnTo>
                    <a:pt x="6395694" y="464775"/>
                  </a:lnTo>
                  <a:lnTo>
                    <a:pt x="6355685" y="516260"/>
                  </a:lnTo>
                  <a:lnTo>
                    <a:pt x="6315385" y="571141"/>
                  </a:lnTo>
                  <a:lnTo>
                    <a:pt x="6274693" y="629235"/>
                  </a:lnTo>
                  <a:lnTo>
                    <a:pt x="6233568" y="690266"/>
                  </a:lnTo>
                  <a:lnTo>
                    <a:pt x="6192011" y="753865"/>
                  </a:lnTo>
                  <a:lnTo>
                    <a:pt x="6150071" y="819575"/>
                  </a:lnTo>
                  <a:lnTo>
                    <a:pt x="6107826" y="886863"/>
                  </a:lnTo>
                  <a:lnTo>
                    <a:pt x="6065386" y="955140"/>
                  </a:lnTo>
                  <a:lnTo>
                    <a:pt x="6022873" y="1023777"/>
                  </a:lnTo>
                  <a:lnTo>
                    <a:pt x="5980417" y="1092132"/>
                  </a:lnTo>
                  <a:lnTo>
                    <a:pt x="5938142" y="1159573"/>
                  </a:lnTo>
                  <a:lnTo>
                    <a:pt x="5896160" y="1225504"/>
                  </a:lnTo>
                  <a:lnTo>
                    <a:pt x="5854554" y="1289386"/>
                  </a:lnTo>
                  <a:lnTo>
                    <a:pt x="5813374" y="1350751"/>
                  </a:lnTo>
                  <a:lnTo>
                    <a:pt x="5772632" y="1409219"/>
                  </a:lnTo>
                  <a:lnTo>
                    <a:pt x="5732288" y="1464502"/>
                  </a:lnTo>
                  <a:lnTo>
                    <a:pt x="5692251" y="1516406"/>
                  </a:lnTo>
                  <a:lnTo>
                    <a:pt x="5652370" y="1564829"/>
                  </a:lnTo>
                  <a:lnTo>
                    <a:pt x="5612430" y="1609752"/>
                  </a:lnTo>
                  <a:lnTo>
                    <a:pt x="5572140" y="1651233"/>
                  </a:lnTo>
                  <a:lnTo>
                    <a:pt x="5567201" y="1656045"/>
                  </a:lnTo>
                  <a:lnTo>
                    <a:pt x="5519704" y="1699233"/>
                  </a:lnTo>
                  <a:lnTo>
                    <a:pt x="5470541" y="1737978"/>
                  </a:lnTo>
                  <a:lnTo>
                    <a:pt x="5418906" y="1772522"/>
                  </a:lnTo>
                  <a:lnTo>
                    <a:pt x="5363903" y="1803265"/>
                  </a:lnTo>
                  <a:lnTo>
                    <a:pt x="5304619" y="1830651"/>
                  </a:lnTo>
                  <a:lnTo>
                    <a:pt x="5240216" y="1855104"/>
                  </a:lnTo>
                  <a:lnTo>
                    <a:pt x="5170029" y="1876994"/>
                  </a:lnTo>
                  <a:lnTo>
                    <a:pt x="5093716" y="1896613"/>
                  </a:lnTo>
                  <a:lnTo>
                    <a:pt x="5011437" y="1914169"/>
                  </a:lnTo>
                  <a:lnTo>
                    <a:pt x="4924078" y="1929784"/>
                  </a:lnTo>
                  <a:lnTo>
                    <a:pt x="4833452" y="1943500"/>
                  </a:lnTo>
                  <a:lnTo>
                    <a:pt x="4742417" y="1955297"/>
                  </a:lnTo>
                  <a:lnTo>
                    <a:pt x="4654778" y="1965129"/>
                  </a:lnTo>
                  <a:lnTo>
                    <a:pt x="4574894" y="1972966"/>
                  </a:lnTo>
                  <a:lnTo>
                    <a:pt x="4506967" y="1978845"/>
                  </a:lnTo>
                  <a:lnTo>
                    <a:pt x="4454156" y="1982908"/>
                  </a:lnTo>
                  <a:lnTo>
                    <a:pt x="4417780" y="1985410"/>
                  </a:lnTo>
                  <a:lnTo>
                    <a:pt x="4396893" y="1986701"/>
                  </a:lnTo>
                  <a:lnTo>
                    <a:pt x="4388298" y="1987181"/>
                  </a:lnTo>
                  <a:lnTo>
                    <a:pt x="4386855" y="1987254"/>
                  </a:lnTo>
                  <a:lnTo>
                    <a:pt x="4386855" y="1987254"/>
                  </a:lnTo>
                  <a:lnTo>
                    <a:pt x="3848118" y="1987254"/>
                  </a:lnTo>
                  <a:lnTo>
                    <a:pt x="3846819" y="1987269"/>
                  </a:lnTo>
                  <a:lnTo>
                    <a:pt x="3838344" y="1987374"/>
                  </a:lnTo>
                  <a:lnTo>
                    <a:pt x="3817214" y="1987663"/>
                  </a:lnTo>
                  <a:lnTo>
                    <a:pt x="3780038" y="1988232"/>
                  </a:lnTo>
                  <a:lnTo>
                    <a:pt x="3725837" y="1989160"/>
                  </a:lnTo>
                  <a:lnTo>
                    <a:pt x="3656060" y="1990508"/>
                  </a:lnTo>
                  <a:lnTo>
                    <a:pt x="3574106" y="1992307"/>
                  </a:lnTo>
                  <a:lnTo>
                    <a:pt x="3484442" y="1994564"/>
                  </a:lnTo>
                  <a:lnTo>
                    <a:pt x="3391643" y="1997273"/>
                  </a:lnTo>
                  <a:lnTo>
                    <a:pt x="3299638" y="2000422"/>
                  </a:lnTo>
                  <a:lnTo>
                    <a:pt x="3211311" y="2004009"/>
                  </a:lnTo>
                  <a:lnTo>
                    <a:pt x="3128435" y="2008045"/>
                  </a:lnTo>
                  <a:lnTo>
                    <a:pt x="3051813" y="2012562"/>
                  </a:lnTo>
                  <a:lnTo>
                    <a:pt x="2981509" y="2017612"/>
                  </a:lnTo>
                  <a:lnTo>
                    <a:pt x="2917083" y="2023268"/>
                  </a:lnTo>
                  <a:lnTo>
                    <a:pt x="2857787" y="2029618"/>
                  </a:lnTo>
                  <a:lnTo>
                    <a:pt x="2802708" y="2036765"/>
                  </a:lnTo>
                  <a:lnTo>
                    <a:pt x="2750881" y="2044812"/>
                  </a:lnTo>
                  <a:lnTo>
                    <a:pt x="2701377" y="2053844"/>
                  </a:lnTo>
                  <a:lnTo>
                    <a:pt x="2667772" y="2060756"/>
                  </a:lnTo>
                  <a:lnTo>
                    <a:pt x="2616166" y="2072566"/>
                  </a:lnTo>
                  <a:lnTo>
                    <a:pt x="2565056" y="2085633"/>
                  </a:lnTo>
                  <a:lnTo>
                    <a:pt x="2513879" y="2099973"/>
                  </a:lnTo>
                  <a:lnTo>
                    <a:pt x="2462263" y="2115555"/>
                  </a:lnTo>
                  <a:lnTo>
                    <a:pt x="2409998" y="2132295"/>
                  </a:lnTo>
                  <a:lnTo>
                    <a:pt x="2357018" y="2150052"/>
                  </a:lnTo>
                  <a:lnTo>
                    <a:pt x="2303379" y="2168632"/>
                  </a:lnTo>
                  <a:lnTo>
                    <a:pt x="2249240" y="2187792"/>
                  </a:lnTo>
                  <a:lnTo>
                    <a:pt x="2194827" y="2207256"/>
                  </a:lnTo>
                  <a:lnTo>
                    <a:pt x="2140408" y="2226728"/>
                  </a:lnTo>
                  <a:lnTo>
                    <a:pt x="2086249" y="2245911"/>
                  </a:lnTo>
                  <a:lnTo>
                    <a:pt x="2032580" y="2264527"/>
                  </a:lnTo>
                  <a:lnTo>
                    <a:pt x="1979563" y="2282331"/>
                  </a:lnTo>
                  <a:lnTo>
                    <a:pt x="1927262" y="2299127"/>
                  </a:lnTo>
                  <a:lnTo>
                    <a:pt x="1875616" y="2314772"/>
                  </a:lnTo>
                  <a:lnTo>
                    <a:pt x="1824425" y="2329177"/>
                  </a:lnTo>
                  <a:lnTo>
                    <a:pt x="1773323" y="2342310"/>
                  </a:lnTo>
                  <a:lnTo>
                    <a:pt x="1721760" y="2354183"/>
                  </a:lnTo>
                  <a:lnTo>
                    <a:pt x="1719082" y="2354761"/>
                  </a:lnTo>
                  <a:lnTo>
                    <a:pt x="1670710" y="2364509"/>
                  </a:lnTo>
                  <a:lnTo>
                    <a:pt x="1620597" y="2373237"/>
                  </a:lnTo>
                  <a:lnTo>
                    <a:pt x="1567889" y="2381001"/>
                  </a:lnTo>
                  <a:lnTo>
                    <a:pt x="1511636" y="2387896"/>
                  </a:lnTo>
                  <a:lnTo>
                    <a:pt x="1450880" y="2394026"/>
                  </a:lnTo>
                  <a:lnTo>
                    <a:pt x="1384746" y="2399490"/>
                  </a:lnTo>
                  <a:lnTo>
                    <a:pt x="1312560" y="2404373"/>
                  </a:lnTo>
                  <a:lnTo>
                    <a:pt x="1234013" y="2408740"/>
                  </a:lnTo>
                  <a:lnTo>
                    <a:pt x="1149364" y="2412638"/>
                  </a:lnTo>
                  <a:lnTo>
                    <a:pt x="1059690" y="2416092"/>
                  </a:lnTo>
                  <a:lnTo>
                    <a:pt x="967089" y="2419109"/>
                  </a:lnTo>
                  <a:lnTo>
                    <a:pt x="874782" y="2421682"/>
                  </a:lnTo>
                  <a:lnTo>
                    <a:pt x="786954" y="2423802"/>
                  </a:lnTo>
                  <a:lnTo>
                    <a:pt x="708238" y="2425463"/>
                  </a:lnTo>
                  <a:lnTo>
                    <a:pt x="642885" y="2426679"/>
                  </a:lnTo>
                  <a:lnTo>
                    <a:pt x="593782" y="2427491"/>
                  </a:lnTo>
                  <a:lnTo>
                    <a:pt x="561674" y="2427965"/>
                  </a:lnTo>
                  <a:lnTo>
                    <a:pt x="544829" y="2428189"/>
                  </a:lnTo>
                  <a:lnTo>
                    <a:pt x="539186" y="2428257"/>
                  </a:lnTo>
                  <a:lnTo>
                    <a:pt x="538736" y="2428262"/>
                  </a:lnTo>
                  <a:lnTo>
                    <a:pt x="0" y="2428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5" name="pg2045"/>
            <p:cNvSpPr/>
            <p:nvPr/>
          </p:nvSpPr>
          <p:spPr>
            <a:xfrm>
              <a:off x="546595" y="4871969"/>
              <a:ext cx="8234974" cy="1083462"/>
            </a:xfrm>
            <a:custGeom>
              <a:avLst/>
              <a:pathLst>
                <a:path w="8234974" h="1083462">
                  <a:moveTo>
                    <a:pt x="0" y="1083462"/>
                  </a:moveTo>
                  <a:lnTo>
                    <a:pt x="538736" y="1083462"/>
                  </a:lnTo>
                  <a:lnTo>
                    <a:pt x="540017" y="1083426"/>
                  </a:lnTo>
                  <a:lnTo>
                    <a:pt x="548378" y="1083174"/>
                  </a:lnTo>
                  <a:lnTo>
                    <a:pt x="569232" y="1082476"/>
                  </a:lnTo>
                  <a:lnTo>
                    <a:pt x="605951" y="1081107"/>
                  </a:lnTo>
                  <a:lnTo>
                    <a:pt x="659541" y="1078869"/>
                  </a:lnTo>
                  <a:lnTo>
                    <a:pt x="728619" y="1075619"/>
                  </a:lnTo>
                  <a:lnTo>
                    <a:pt x="809875" y="1071276"/>
                  </a:lnTo>
                  <a:lnTo>
                    <a:pt x="898922" y="1065823"/>
                  </a:lnTo>
                  <a:lnTo>
                    <a:pt x="991238" y="1059277"/>
                  </a:lnTo>
                  <a:lnTo>
                    <a:pt x="1082914" y="1051663"/>
                  </a:lnTo>
                  <a:lnTo>
                    <a:pt x="1171055" y="1042991"/>
                  </a:lnTo>
                  <a:lnTo>
                    <a:pt x="1253862" y="1033233"/>
                  </a:lnTo>
                  <a:lnTo>
                    <a:pt x="1330498" y="1022317"/>
                  </a:lnTo>
                  <a:lnTo>
                    <a:pt x="1400862" y="1010118"/>
                  </a:lnTo>
                  <a:lnTo>
                    <a:pt x="1465363" y="996467"/>
                  </a:lnTo>
                  <a:lnTo>
                    <a:pt x="1524724" y="981150"/>
                  </a:lnTo>
                  <a:lnTo>
                    <a:pt x="1579835" y="963924"/>
                  </a:lnTo>
                  <a:lnTo>
                    <a:pt x="1631648" y="944539"/>
                  </a:lnTo>
                  <a:lnTo>
                    <a:pt x="1681085" y="922781"/>
                  </a:lnTo>
                  <a:lnTo>
                    <a:pt x="1719082" y="903792"/>
                  </a:lnTo>
                  <a:lnTo>
                    <a:pt x="1766255" y="877540"/>
                  </a:lnTo>
                  <a:lnTo>
                    <a:pt x="1812966" y="848730"/>
                  </a:lnTo>
                  <a:lnTo>
                    <a:pt x="1859667" y="817320"/>
                  </a:lnTo>
                  <a:lnTo>
                    <a:pt x="1906669" y="783349"/>
                  </a:lnTo>
                  <a:lnTo>
                    <a:pt x="1954168" y="746941"/>
                  </a:lnTo>
                  <a:lnTo>
                    <a:pt x="2002255" y="708320"/>
                  </a:lnTo>
                  <a:lnTo>
                    <a:pt x="2050930" y="667800"/>
                  </a:lnTo>
                  <a:lnTo>
                    <a:pt x="2100112" y="625786"/>
                  </a:lnTo>
                  <a:lnTo>
                    <a:pt x="2149658" y="582754"/>
                  </a:lnTo>
                  <a:lnTo>
                    <a:pt x="2199385" y="539233"/>
                  </a:lnTo>
                  <a:lnTo>
                    <a:pt x="2249088" y="495780"/>
                  </a:lnTo>
                  <a:lnTo>
                    <a:pt x="2298562" y="452945"/>
                  </a:lnTo>
                  <a:lnTo>
                    <a:pt x="2347634" y="411248"/>
                  </a:lnTo>
                  <a:lnTo>
                    <a:pt x="2396172" y="371149"/>
                  </a:lnTo>
                  <a:lnTo>
                    <a:pt x="2444116" y="333033"/>
                  </a:lnTo>
                  <a:lnTo>
                    <a:pt x="2491484" y="297192"/>
                  </a:lnTo>
                  <a:lnTo>
                    <a:pt x="2538391" y="263826"/>
                  </a:lnTo>
                  <a:lnTo>
                    <a:pt x="2585061" y="233039"/>
                  </a:lnTo>
                  <a:lnTo>
                    <a:pt x="2631837" y="204848"/>
                  </a:lnTo>
                  <a:lnTo>
                    <a:pt x="2667772" y="185114"/>
                  </a:lnTo>
                  <a:lnTo>
                    <a:pt x="2715911" y="161390"/>
                  </a:lnTo>
                  <a:lnTo>
                    <a:pt x="2765771" y="140140"/>
                  </a:lnTo>
                  <a:lnTo>
                    <a:pt x="2818193" y="121225"/>
                  </a:lnTo>
                  <a:lnTo>
                    <a:pt x="2874111" y="104417"/>
                  </a:lnTo>
                  <a:lnTo>
                    <a:pt x="2934473" y="89467"/>
                  </a:lnTo>
                  <a:lnTo>
                    <a:pt x="3000143" y="76134"/>
                  </a:lnTo>
                  <a:lnTo>
                    <a:pt x="3071793" y="64215"/>
                  </a:lnTo>
                  <a:lnTo>
                    <a:pt x="3149743" y="53548"/>
                  </a:lnTo>
                  <a:lnTo>
                    <a:pt x="3233760" y="44021"/>
                  </a:lnTo>
                  <a:lnTo>
                    <a:pt x="3322821" y="35570"/>
                  </a:lnTo>
                  <a:lnTo>
                    <a:pt x="3414905" y="28177"/>
                  </a:lnTo>
                  <a:lnTo>
                    <a:pt x="3506891" y="21856"/>
                  </a:lnTo>
                  <a:lnTo>
                    <a:pt x="3594697" y="16634"/>
                  </a:lnTo>
                  <a:lnTo>
                    <a:pt x="3673757" y="12522"/>
                  </a:lnTo>
                  <a:lnTo>
                    <a:pt x="3739830" y="9491"/>
                  </a:lnTo>
                  <a:lnTo>
                    <a:pt x="3789945" y="7448"/>
                  </a:lnTo>
                  <a:lnTo>
                    <a:pt x="3823195" y="6236"/>
                  </a:lnTo>
                  <a:lnTo>
                    <a:pt x="3841096" y="5650"/>
                  </a:lnTo>
                  <a:lnTo>
                    <a:pt x="3847474" y="546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6" y="5470"/>
                  </a:lnTo>
                  <a:lnTo>
                    <a:pt x="4396569" y="5658"/>
                  </a:lnTo>
                  <a:lnTo>
                    <a:pt x="4417573" y="6176"/>
                  </a:lnTo>
                  <a:lnTo>
                    <a:pt x="4454541" y="7194"/>
                  </a:lnTo>
                  <a:lnTo>
                    <a:pt x="4508464" y="8857"/>
                  </a:lnTo>
                  <a:lnTo>
                    <a:pt x="4577923" y="11271"/>
                  </a:lnTo>
                  <a:lnTo>
                    <a:pt x="4659559" y="14495"/>
                  </a:lnTo>
                  <a:lnTo>
                    <a:pt x="4748943" y="18543"/>
                  </a:lnTo>
                  <a:lnTo>
                    <a:pt x="4841523" y="23400"/>
                  </a:lnTo>
                  <a:lnTo>
                    <a:pt x="4933379" y="29048"/>
                  </a:lnTo>
                  <a:lnTo>
                    <a:pt x="5021622" y="35481"/>
                  </a:lnTo>
                  <a:lnTo>
                    <a:pt x="5104468" y="42719"/>
                  </a:lnTo>
                  <a:lnTo>
                    <a:pt x="5181096" y="50819"/>
                  </a:lnTo>
                  <a:lnTo>
                    <a:pt x="5251428" y="59873"/>
                  </a:lnTo>
                  <a:lnTo>
                    <a:pt x="5315888" y="70008"/>
                  </a:lnTo>
                  <a:lnTo>
                    <a:pt x="5375214" y="81385"/>
                  </a:lnTo>
                  <a:lnTo>
                    <a:pt x="5430307" y="94185"/>
                  </a:lnTo>
                  <a:lnTo>
                    <a:pt x="5482127" y="108593"/>
                  </a:lnTo>
                  <a:lnTo>
                    <a:pt x="5531600" y="124766"/>
                  </a:lnTo>
                  <a:lnTo>
                    <a:pt x="5567201" y="137928"/>
                  </a:lnTo>
                  <a:lnTo>
                    <a:pt x="5616554" y="158232"/>
                  </a:lnTo>
                  <a:lnTo>
                    <a:pt x="5665427" y="180604"/>
                  </a:lnTo>
                  <a:lnTo>
                    <a:pt x="5714325" y="205075"/>
                  </a:lnTo>
                  <a:lnTo>
                    <a:pt x="5763589" y="231605"/>
                  </a:lnTo>
                  <a:lnTo>
                    <a:pt x="5813423" y="260074"/>
                  </a:lnTo>
                  <a:lnTo>
                    <a:pt x="5863910" y="290278"/>
                  </a:lnTo>
                  <a:lnTo>
                    <a:pt x="5915022" y="321930"/>
                  </a:lnTo>
                  <a:lnTo>
                    <a:pt x="5966645" y="354669"/>
                  </a:lnTo>
                  <a:lnTo>
                    <a:pt x="6018597" y="388075"/>
                  </a:lnTo>
                  <a:lnTo>
                    <a:pt x="6070653" y="421688"/>
                  </a:lnTo>
                  <a:lnTo>
                    <a:pt x="6122577" y="455038"/>
                  </a:lnTo>
                  <a:lnTo>
                    <a:pt x="6174148" y="487669"/>
                  </a:lnTo>
                  <a:lnTo>
                    <a:pt x="6225190" y="519168"/>
                  </a:lnTo>
                  <a:lnTo>
                    <a:pt x="6275599" y="549180"/>
                  </a:lnTo>
                  <a:lnTo>
                    <a:pt x="6325360" y="577428"/>
                  </a:lnTo>
                  <a:lnTo>
                    <a:pt x="6374567" y="603719"/>
                  </a:lnTo>
                  <a:lnTo>
                    <a:pt x="6423441" y="627943"/>
                  </a:lnTo>
                  <a:lnTo>
                    <a:pt x="6472342" y="650068"/>
                  </a:lnTo>
                  <a:lnTo>
                    <a:pt x="6515891" y="667862"/>
                  </a:lnTo>
                  <a:lnTo>
                    <a:pt x="6564157" y="685398"/>
                  </a:lnTo>
                  <a:lnTo>
                    <a:pt x="6614155" y="701101"/>
                  </a:lnTo>
                  <a:lnTo>
                    <a:pt x="6666733" y="715075"/>
                  </a:lnTo>
                  <a:lnTo>
                    <a:pt x="6722833" y="727487"/>
                  </a:lnTo>
                  <a:lnTo>
                    <a:pt x="6783410" y="738525"/>
                  </a:lnTo>
                  <a:lnTo>
                    <a:pt x="6849333" y="748366"/>
                  </a:lnTo>
                  <a:lnTo>
                    <a:pt x="6921274" y="757161"/>
                  </a:lnTo>
                  <a:lnTo>
                    <a:pt x="6999550" y="765030"/>
                  </a:lnTo>
                  <a:lnTo>
                    <a:pt x="7083911" y="772055"/>
                  </a:lnTo>
                  <a:lnTo>
                    <a:pt x="7173307" y="778284"/>
                  </a:lnTo>
                  <a:lnTo>
                    <a:pt x="7265673" y="783728"/>
                  </a:lnTo>
                  <a:lnTo>
                    <a:pt x="7357836" y="788377"/>
                  </a:lnTo>
                  <a:lnTo>
                    <a:pt x="7445656" y="792211"/>
                  </a:lnTo>
                  <a:lnTo>
                    <a:pt x="7524532" y="795222"/>
                  </a:lnTo>
                  <a:lnTo>
                    <a:pt x="7590215" y="797434"/>
                  </a:lnTo>
                  <a:lnTo>
                    <a:pt x="7639781" y="798917"/>
                  </a:lnTo>
                  <a:lnTo>
                    <a:pt x="7672409" y="799790"/>
                  </a:lnTo>
                  <a:lnTo>
                    <a:pt x="7689732" y="800206"/>
                  </a:lnTo>
                  <a:lnTo>
                    <a:pt x="7695705" y="800335"/>
                  </a:lnTo>
                  <a:lnTo>
                    <a:pt x="7696237" y="800346"/>
                  </a:lnTo>
                  <a:lnTo>
                    <a:pt x="8234974" y="800346"/>
                  </a:lnTo>
                  <a:lnTo>
                    <a:pt x="8234974" y="794901"/>
                  </a:lnTo>
                  <a:lnTo>
                    <a:pt x="7696237" y="794901"/>
                  </a:lnTo>
                  <a:lnTo>
                    <a:pt x="7694946" y="794875"/>
                  </a:lnTo>
                  <a:lnTo>
                    <a:pt x="7686523" y="794688"/>
                  </a:lnTo>
                  <a:lnTo>
                    <a:pt x="7665519" y="794169"/>
                  </a:lnTo>
                  <a:lnTo>
                    <a:pt x="7628552" y="793152"/>
                  </a:lnTo>
                  <a:lnTo>
                    <a:pt x="7574629" y="791489"/>
                  </a:lnTo>
                  <a:lnTo>
                    <a:pt x="7505170" y="789074"/>
                  </a:lnTo>
                  <a:lnTo>
                    <a:pt x="7423533" y="785850"/>
                  </a:lnTo>
                  <a:lnTo>
                    <a:pt x="7334149" y="781803"/>
                  </a:lnTo>
                  <a:lnTo>
                    <a:pt x="7241570" y="776946"/>
                  </a:lnTo>
                  <a:lnTo>
                    <a:pt x="7149714" y="771298"/>
                  </a:lnTo>
                  <a:lnTo>
                    <a:pt x="7061470" y="764865"/>
                  </a:lnTo>
                  <a:lnTo>
                    <a:pt x="6978625" y="757626"/>
                  </a:lnTo>
                  <a:lnTo>
                    <a:pt x="6901996" y="749527"/>
                  </a:lnTo>
                  <a:lnTo>
                    <a:pt x="6831665" y="740473"/>
                  </a:lnTo>
                  <a:lnTo>
                    <a:pt x="6767205" y="730337"/>
                  </a:lnTo>
                  <a:lnTo>
                    <a:pt x="6707879" y="718960"/>
                  </a:lnTo>
                  <a:lnTo>
                    <a:pt x="6652786" y="706160"/>
                  </a:lnTo>
                  <a:lnTo>
                    <a:pt x="6600966" y="691753"/>
                  </a:lnTo>
                  <a:lnTo>
                    <a:pt x="6551493" y="675580"/>
                  </a:lnTo>
                  <a:lnTo>
                    <a:pt x="6515891" y="662418"/>
                  </a:lnTo>
                  <a:lnTo>
                    <a:pt x="6466539" y="642114"/>
                  </a:lnTo>
                  <a:lnTo>
                    <a:pt x="6417665" y="619741"/>
                  </a:lnTo>
                  <a:lnTo>
                    <a:pt x="6368768" y="595270"/>
                  </a:lnTo>
                  <a:lnTo>
                    <a:pt x="6319504" y="568740"/>
                  </a:lnTo>
                  <a:lnTo>
                    <a:pt x="6269669" y="540271"/>
                  </a:lnTo>
                  <a:lnTo>
                    <a:pt x="6219182" y="510067"/>
                  </a:lnTo>
                  <a:lnTo>
                    <a:pt x="6168070" y="478415"/>
                  </a:lnTo>
                  <a:lnTo>
                    <a:pt x="6116447" y="445676"/>
                  </a:lnTo>
                  <a:lnTo>
                    <a:pt x="6064496" y="412271"/>
                  </a:lnTo>
                  <a:lnTo>
                    <a:pt x="6012440" y="378658"/>
                  </a:lnTo>
                  <a:lnTo>
                    <a:pt x="5960516" y="345308"/>
                  </a:lnTo>
                  <a:lnTo>
                    <a:pt x="5908945" y="312676"/>
                  </a:lnTo>
                  <a:lnTo>
                    <a:pt x="5857902" y="281178"/>
                  </a:lnTo>
                  <a:lnTo>
                    <a:pt x="5807493" y="251166"/>
                  </a:lnTo>
                  <a:lnTo>
                    <a:pt x="5757733" y="222918"/>
                  </a:lnTo>
                  <a:lnTo>
                    <a:pt x="5708525" y="196626"/>
                  </a:lnTo>
                  <a:lnTo>
                    <a:pt x="5659651" y="172403"/>
                  </a:lnTo>
                  <a:lnTo>
                    <a:pt x="5610751" y="150278"/>
                  </a:lnTo>
                  <a:lnTo>
                    <a:pt x="5567201" y="132483"/>
                  </a:lnTo>
                  <a:lnTo>
                    <a:pt x="5518935" y="114947"/>
                  </a:lnTo>
                  <a:lnTo>
                    <a:pt x="5468937" y="99244"/>
                  </a:lnTo>
                  <a:lnTo>
                    <a:pt x="5416360" y="85271"/>
                  </a:lnTo>
                  <a:lnTo>
                    <a:pt x="5360259" y="72858"/>
                  </a:lnTo>
                  <a:lnTo>
                    <a:pt x="5299683" y="61820"/>
                  </a:lnTo>
                  <a:lnTo>
                    <a:pt x="5233760" y="51980"/>
                  </a:lnTo>
                  <a:lnTo>
                    <a:pt x="5161818" y="43185"/>
                  </a:lnTo>
                  <a:lnTo>
                    <a:pt x="5083542" y="35316"/>
                  </a:lnTo>
                  <a:lnTo>
                    <a:pt x="4999182" y="28290"/>
                  </a:lnTo>
                  <a:lnTo>
                    <a:pt x="4909786" y="22062"/>
                  </a:lnTo>
                  <a:lnTo>
                    <a:pt x="4817419" y="16618"/>
                  </a:lnTo>
                  <a:lnTo>
                    <a:pt x="4725257" y="11969"/>
                  </a:lnTo>
                  <a:lnTo>
                    <a:pt x="4637436" y="8135"/>
                  </a:lnTo>
                  <a:lnTo>
                    <a:pt x="4558561" y="5123"/>
                  </a:lnTo>
                  <a:lnTo>
                    <a:pt x="4492877" y="2912"/>
                  </a:lnTo>
                  <a:lnTo>
                    <a:pt x="4443312" y="1428"/>
                  </a:lnTo>
                  <a:lnTo>
                    <a:pt x="4410684" y="556"/>
                  </a:lnTo>
                  <a:lnTo>
                    <a:pt x="4393360" y="140"/>
                  </a:lnTo>
                  <a:lnTo>
                    <a:pt x="4387388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7" y="35"/>
                  </a:lnTo>
                  <a:lnTo>
                    <a:pt x="3838477" y="287"/>
                  </a:lnTo>
                  <a:lnTo>
                    <a:pt x="3817623" y="985"/>
                  </a:lnTo>
                  <a:lnTo>
                    <a:pt x="3780904" y="2354"/>
                  </a:lnTo>
                  <a:lnTo>
                    <a:pt x="3727314" y="4592"/>
                  </a:lnTo>
                  <a:lnTo>
                    <a:pt x="3658236" y="7843"/>
                  </a:lnTo>
                  <a:lnTo>
                    <a:pt x="3576979" y="12185"/>
                  </a:lnTo>
                  <a:lnTo>
                    <a:pt x="3487932" y="17638"/>
                  </a:lnTo>
                  <a:lnTo>
                    <a:pt x="3395617" y="24184"/>
                  </a:lnTo>
                  <a:lnTo>
                    <a:pt x="3303941" y="31798"/>
                  </a:lnTo>
                  <a:lnTo>
                    <a:pt x="3215800" y="40470"/>
                  </a:lnTo>
                  <a:lnTo>
                    <a:pt x="3132992" y="50228"/>
                  </a:lnTo>
                  <a:lnTo>
                    <a:pt x="3056357" y="61145"/>
                  </a:lnTo>
                  <a:lnTo>
                    <a:pt x="2985993" y="73343"/>
                  </a:lnTo>
                  <a:lnTo>
                    <a:pt x="2921492" y="86995"/>
                  </a:lnTo>
                  <a:lnTo>
                    <a:pt x="2862131" y="102312"/>
                  </a:lnTo>
                  <a:lnTo>
                    <a:pt x="2807019" y="119538"/>
                  </a:lnTo>
                  <a:lnTo>
                    <a:pt x="2755207" y="138922"/>
                  </a:lnTo>
                  <a:lnTo>
                    <a:pt x="2705770" y="160680"/>
                  </a:lnTo>
                  <a:lnTo>
                    <a:pt x="2667772" y="179669"/>
                  </a:lnTo>
                  <a:lnTo>
                    <a:pt x="2620600" y="205921"/>
                  </a:lnTo>
                  <a:lnTo>
                    <a:pt x="2573888" y="234731"/>
                  </a:lnTo>
                  <a:lnTo>
                    <a:pt x="2527188" y="266141"/>
                  </a:lnTo>
                  <a:lnTo>
                    <a:pt x="2480186" y="300113"/>
                  </a:lnTo>
                  <a:lnTo>
                    <a:pt x="2432687" y="336520"/>
                  </a:lnTo>
                  <a:lnTo>
                    <a:pt x="2384599" y="375141"/>
                  </a:lnTo>
                  <a:lnTo>
                    <a:pt x="2335925" y="415661"/>
                  </a:lnTo>
                  <a:lnTo>
                    <a:pt x="2286743" y="457675"/>
                  </a:lnTo>
                  <a:lnTo>
                    <a:pt x="2237196" y="500708"/>
                  </a:lnTo>
                  <a:lnTo>
                    <a:pt x="2187469" y="544228"/>
                  </a:lnTo>
                  <a:lnTo>
                    <a:pt x="2137767" y="587681"/>
                  </a:lnTo>
                  <a:lnTo>
                    <a:pt x="2088292" y="630516"/>
                  </a:lnTo>
                  <a:lnTo>
                    <a:pt x="2039221" y="672214"/>
                  </a:lnTo>
                  <a:lnTo>
                    <a:pt x="1990682" y="712312"/>
                  </a:lnTo>
                  <a:lnTo>
                    <a:pt x="1942739" y="750429"/>
                  </a:lnTo>
                  <a:lnTo>
                    <a:pt x="1895371" y="786269"/>
                  </a:lnTo>
                  <a:lnTo>
                    <a:pt x="1848463" y="819635"/>
                  </a:lnTo>
                  <a:lnTo>
                    <a:pt x="1801794" y="850423"/>
                  </a:lnTo>
                  <a:lnTo>
                    <a:pt x="1755018" y="878614"/>
                  </a:lnTo>
                  <a:lnTo>
                    <a:pt x="1719082" y="898348"/>
                  </a:lnTo>
                  <a:lnTo>
                    <a:pt x="1670943" y="922071"/>
                  </a:lnTo>
                  <a:lnTo>
                    <a:pt x="1621083" y="943321"/>
                  </a:lnTo>
                  <a:lnTo>
                    <a:pt x="1568662" y="962236"/>
                  </a:lnTo>
                  <a:lnTo>
                    <a:pt x="1512743" y="979044"/>
                  </a:lnTo>
                  <a:lnTo>
                    <a:pt x="1452382" y="993995"/>
                  </a:lnTo>
                  <a:lnTo>
                    <a:pt x="1386711" y="1007327"/>
                  </a:lnTo>
                  <a:lnTo>
                    <a:pt x="1315061" y="1019246"/>
                  </a:lnTo>
                  <a:lnTo>
                    <a:pt x="1237111" y="1029913"/>
                  </a:lnTo>
                  <a:lnTo>
                    <a:pt x="1153095" y="1039440"/>
                  </a:lnTo>
                  <a:lnTo>
                    <a:pt x="1064034" y="1047891"/>
                  </a:lnTo>
                  <a:lnTo>
                    <a:pt x="971950" y="1055284"/>
                  </a:lnTo>
                  <a:lnTo>
                    <a:pt x="879964" y="1061605"/>
                  </a:lnTo>
                  <a:lnTo>
                    <a:pt x="792158" y="1066828"/>
                  </a:lnTo>
                  <a:lnTo>
                    <a:pt x="713097" y="1070939"/>
                  </a:lnTo>
                  <a:lnTo>
                    <a:pt x="647025" y="1073971"/>
                  </a:lnTo>
                  <a:lnTo>
                    <a:pt x="596910" y="1076014"/>
                  </a:lnTo>
                  <a:lnTo>
                    <a:pt x="563660" y="1077225"/>
                  </a:lnTo>
                  <a:lnTo>
                    <a:pt x="545759" y="1077811"/>
                  </a:lnTo>
                  <a:lnTo>
                    <a:pt x="539380" y="1078000"/>
                  </a:lnTo>
                  <a:lnTo>
                    <a:pt x="538736" y="1078017"/>
                  </a:lnTo>
                  <a:lnTo>
                    <a:pt x="0" y="1078017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46" name="pl2046"/>
            <p:cNvSpPr/>
            <p:nvPr/>
          </p:nvSpPr>
          <p:spPr>
            <a:xfrm>
              <a:off x="546595" y="4877414"/>
              <a:ext cx="8234974" cy="1078017"/>
            </a:xfrm>
            <a:custGeom>
              <a:avLst/>
              <a:pathLst>
                <a:path w="8234974" h="1078017">
                  <a:moveTo>
                    <a:pt x="0" y="1078017"/>
                  </a:moveTo>
                  <a:lnTo>
                    <a:pt x="538736" y="1078017"/>
                  </a:lnTo>
                  <a:lnTo>
                    <a:pt x="540017" y="1077982"/>
                  </a:lnTo>
                  <a:lnTo>
                    <a:pt x="548378" y="1077730"/>
                  </a:lnTo>
                  <a:lnTo>
                    <a:pt x="569232" y="1077032"/>
                  </a:lnTo>
                  <a:lnTo>
                    <a:pt x="605951" y="1075663"/>
                  </a:lnTo>
                  <a:lnTo>
                    <a:pt x="659541" y="1073425"/>
                  </a:lnTo>
                  <a:lnTo>
                    <a:pt x="728619" y="1070174"/>
                  </a:lnTo>
                  <a:lnTo>
                    <a:pt x="809875" y="1065832"/>
                  </a:lnTo>
                  <a:lnTo>
                    <a:pt x="898922" y="1060379"/>
                  </a:lnTo>
                  <a:lnTo>
                    <a:pt x="991238" y="1053832"/>
                  </a:lnTo>
                  <a:lnTo>
                    <a:pt x="1082914" y="1046219"/>
                  </a:lnTo>
                  <a:lnTo>
                    <a:pt x="1171055" y="1037547"/>
                  </a:lnTo>
                  <a:lnTo>
                    <a:pt x="1253862" y="1027789"/>
                  </a:lnTo>
                  <a:lnTo>
                    <a:pt x="1330498" y="1016872"/>
                  </a:lnTo>
                  <a:lnTo>
                    <a:pt x="1400862" y="1004673"/>
                  </a:lnTo>
                  <a:lnTo>
                    <a:pt x="1465363" y="991022"/>
                  </a:lnTo>
                  <a:lnTo>
                    <a:pt x="1524724" y="975705"/>
                  </a:lnTo>
                  <a:lnTo>
                    <a:pt x="1579835" y="958479"/>
                  </a:lnTo>
                  <a:lnTo>
                    <a:pt x="1631648" y="939095"/>
                  </a:lnTo>
                  <a:lnTo>
                    <a:pt x="1681085" y="917336"/>
                  </a:lnTo>
                  <a:lnTo>
                    <a:pt x="1719082" y="898348"/>
                  </a:lnTo>
                  <a:lnTo>
                    <a:pt x="1766255" y="872096"/>
                  </a:lnTo>
                  <a:lnTo>
                    <a:pt x="1812966" y="843286"/>
                  </a:lnTo>
                  <a:lnTo>
                    <a:pt x="1859667" y="811876"/>
                  </a:lnTo>
                  <a:lnTo>
                    <a:pt x="1906669" y="777904"/>
                  </a:lnTo>
                  <a:lnTo>
                    <a:pt x="1954168" y="741497"/>
                  </a:lnTo>
                  <a:lnTo>
                    <a:pt x="2002255" y="702876"/>
                  </a:lnTo>
                  <a:lnTo>
                    <a:pt x="2050930" y="662356"/>
                  </a:lnTo>
                  <a:lnTo>
                    <a:pt x="2100112" y="620341"/>
                  </a:lnTo>
                  <a:lnTo>
                    <a:pt x="2149658" y="577309"/>
                  </a:lnTo>
                  <a:lnTo>
                    <a:pt x="2199385" y="533789"/>
                  </a:lnTo>
                  <a:lnTo>
                    <a:pt x="2249088" y="490335"/>
                  </a:lnTo>
                  <a:lnTo>
                    <a:pt x="2298562" y="447500"/>
                  </a:lnTo>
                  <a:lnTo>
                    <a:pt x="2347634" y="405803"/>
                  </a:lnTo>
                  <a:lnTo>
                    <a:pt x="2396172" y="365704"/>
                  </a:lnTo>
                  <a:lnTo>
                    <a:pt x="2444116" y="327588"/>
                  </a:lnTo>
                  <a:lnTo>
                    <a:pt x="2491484" y="291748"/>
                  </a:lnTo>
                  <a:lnTo>
                    <a:pt x="2538391" y="258382"/>
                  </a:lnTo>
                  <a:lnTo>
                    <a:pt x="2585061" y="227594"/>
                  </a:lnTo>
                  <a:lnTo>
                    <a:pt x="2631837" y="199403"/>
                  </a:lnTo>
                  <a:lnTo>
                    <a:pt x="2667772" y="179669"/>
                  </a:lnTo>
                  <a:lnTo>
                    <a:pt x="2715911" y="155946"/>
                  </a:lnTo>
                  <a:lnTo>
                    <a:pt x="2765771" y="134696"/>
                  </a:lnTo>
                  <a:lnTo>
                    <a:pt x="2818193" y="115780"/>
                  </a:lnTo>
                  <a:lnTo>
                    <a:pt x="2874111" y="98973"/>
                  </a:lnTo>
                  <a:lnTo>
                    <a:pt x="2934473" y="84022"/>
                  </a:lnTo>
                  <a:lnTo>
                    <a:pt x="3000143" y="70690"/>
                  </a:lnTo>
                  <a:lnTo>
                    <a:pt x="3071793" y="58771"/>
                  </a:lnTo>
                  <a:lnTo>
                    <a:pt x="3149743" y="48104"/>
                  </a:lnTo>
                  <a:lnTo>
                    <a:pt x="3233760" y="38576"/>
                  </a:lnTo>
                  <a:lnTo>
                    <a:pt x="3322821" y="30125"/>
                  </a:lnTo>
                  <a:lnTo>
                    <a:pt x="3414905" y="22732"/>
                  </a:lnTo>
                  <a:lnTo>
                    <a:pt x="3506891" y="16411"/>
                  </a:lnTo>
                  <a:lnTo>
                    <a:pt x="3594697" y="11189"/>
                  </a:lnTo>
                  <a:lnTo>
                    <a:pt x="3673757" y="7077"/>
                  </a:lnTo>
                  <a:lnTo>
                    <a:pt x="3739830" y="4046"/>
                  </a:lnTo>
                  <a:lnTo>
                    <a:pt x="3789945" y="2003"/>
                  </a:lnTo>
                  <a:lnTo>
                    <a:pt x="3823195" y="792"/>
                  </a:lnTo>
                  <a:lnTo>
                    <a:pt x="3841096" y="206"/>
                  </a:lnTo>
                  <a:lnTo>
                    <a:pt x="3847474" y="1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6" y="26"/>
                  </a:lnTo>
                  <a:lnTo>
                    <a:pt x="4396569" y="213"/>
                  </a:lnTo>
                  <a:lnTo>
                    <a:pt x="4417573" y="732"/>
                  </a:lnTo>
                  <a:lnTo>
                    <a:pt x="4454541" y="1749"/>
                  </a:lnTo>
                  <a:lnTo>
                    <a:pt x="4508464" y="3412"/>
                  </a:lnTo>
                  <a:lnTo>
                    <a:pt x="4577923" y="5827"/>
                  </a:lnTo>
                  <a:lnTo>
                    <a:pt x="4659559" y="9051"/>
                  </a:lnTo>
                  <a:lnTo>
                    <a:pt x="4748943" y="13098"/>
                  </a:lnTo>
                  <a:lnTo>
                    <a:pt x="4841523" y="17955"/>
                  </a:lnTo>
                  <a:lnTo>
                    <a:pt x="4933379" y="23603"/>
                  </a:lnTo>
                  <a:lnTo>
                    <a:pt x="5021622" y="30036"/>
                  </a:lnTo>
                  <a:lnTo>
                    <a:pt x="5104468" y="37275"/>
                  </a:lnTo>
                  <a:lnTo>
                    <a:pt x="5181096" y="45374"/>
                  </a:lnTo>
                  <a:lnTo>
                    <a:pt x="5251428" y="54428"/>
                  </a:lnTo>
                  <a:lnTo>
                    <a:pt x="5315888" y="64564"/>
                  </a:lnTo>
                  <a:lnTo>
                    <a:pt x="5375214" y="75941"/>
                  </a:lnTo>
                  <a:lnTo>
                    <a:pt x="5430307" y="88741"/>
                  </a:lnTo>
                  <a:lnTo>
                    <a:pt x="5482127" y="103148"/>
                  </a:lnTo>
                  <a:lnTo>
                    <a:pt x="5531600" y="119321"/>
                  </a:lnTo>
                  <a:lnTo>
                    <a:pt x="5567201" y="132483"/>
                  </a:lnTo>
                  <a:lnTo>
                    <a:pt x="5616554" y="152787"/>
                  </a:lnTo>
                  <a:lnTo>
                    <a:pt x="5665427" y="175160"/>
                  </a:lnTo>
                  <a:lnTo>
                    <a:pt x="5714325" y="199631"/>
                  </a:lnTo>
                  <a:lnTo>
                    <a:pt x="5763589" y="226161"/>
                  </a:lnTo>
                  <a:lnTo>
                    <a:pt x="5813423" y="254630"/>
                  </a:lnTo>
                  <a:lnTo>
                    <a:pt x="5863910" y="284834"/>
                  </a:lnTo>
                  <a:lnTo>
                    <a:pt x="5915022" y="316486"/>
                  </a:lnTo>
                  <a:lnTo>
                    <a:pt x="5966645" y="349225"/>
                  </a:lnTo>
                  <a:lnTo>
                    <a:pt x="6018597" y="382630"/>
                  </a:lnTo>
                  <a:lnTo>
                    <a:pt x="6070653" y="416243"/>
                  </a:lnTo>
                  <a:lnTo>
                    <a:pt x="6122577" y="449593"/>
                  </a:lnTo>
                  <a:lnTo>
                    <a:pt x="6174148" y="482225"/>
                  </a:lnTo>
                  <a:lnTo>
                    <a:pt x="6225190" y="513723"/>
                  </a:lnTo>
                  <a:lnTo>
                    <a:pt x="6275599" y="543735"/>
                  </a:lnTo>
                  <a:lnTo>
                    <a:pt x="6325360" y="571983"/>
                  </a:lnTo>
                  <a:lnTo>
                    <a:pt x="6374567" y="598275"/>
                  </a:lnTo>
                  <a:lnTo>
                    <a:pt x="6423441" y="622498"/>
                  </a:lnTo>
                  <a:lnTo>
                    <a:pt x="6472342" y="644623"/>
                  </a:lnTo>
                  <a:lnTo>
                    <a:pt x="6515891" y="662418"/>
                  </a:lnTo>
                  <a:lnTo>
                    <a:pt x="6564157" y="679954"/>
                  </a:lnTo>
                  <a:lnTo>
                    <a:pt x="6614155" y="695657"/>
                  </a:lnTo>
                  <a:lnTo>
                    <a:pt x="6666733" y="709630"/>
                  </a:lnTo>
                  <a:lnTo>
                    <a:pt x="6722833" y="722043"/>
                  </a:lnTo>
                  <a:lnTo>
                    <a:pt x="6783410" y="733081"/>
                  </a:lnTo>
                  <a:lnTo>
                    <a:pt x="6849333" y="742921"/>
                  </a:lnTo>
                  <a:lnTo>
                    <a:pt x="6921274" y="751716"/>
                  </a:lnTo>
                  <a:lnTo>
                    <a:pt x="6999550" y="759585"/>
                  </a:lnTo>
                  <a:lnTo>
                    <a:pt x="7083911" y="766611"/>
                  </a:lnTo>
                  <a:lnTo>
                    <a:pt x="7173307" y="772839"/>
                  </a:lnTo>
                  <a:lnTo>
                    <a:pt x="7265673" y="778283"/>
                  </a:lnTo>
                  <a:lnTo>
                    <a:pt x="7357836" y="782932"/>
                  </a:lnTo>
                  <a:lnTo>
                    <a:pt x="7445656" y="786766"/>
                  </a:lnTo>
                  <a:lnTo>
                    <a:pt x="7524532" y="789777"/>
                  </a:lnTo>
                  <a:lnTo>
                    <a:pt x="7590215" y="791989"/>
                  </a:lnTo>
                  <a:lnTo>
                    <a:pt x="7639781" y="793472"/>
                  </a:lnTo>
                  <a:lnTo>
                    <a:pt x="7672409" y="794345"/>
                  </a:lnTo>
                  <a:lnTo>
                    <a:pt x="7689732" y="794761"/>
                  </a:lnTo>
                  <a:lnTo>
                    <a:pt x="7695705" y="794891"/>
                  </a:lnTo>
                  <a:lnTo>
                    <a:pt x="7696237" y="794901"/>
                  </a:lnTo>
                  <a:lnTo>
                    <a:pt x="8234974" y="7949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7" name="pl2047"/>
            <p:cNvSpPr/>
            <p:nvPr/>
          </p:nvSpPr>
          <p:spPr>
            <a:xfrm>
              <a:off x="546595" y="4871969"/>
              <a:ext cx="8234974" cy="1078017"/>
            </a:xfrm>
            <a:custGeom>
              <a:avLst/>
              <a:pathLst>
                <a:path w="8234974" h="1078017">
                  <a:moveTo>
                    <a:pt x="8234974" y="794901"/>
                  </a:moveTo>
                  <a:lnTo>
                    <a:pt x="7696237" y="794901"/>
                  </a:lnTo>
                  <a:lnTo>
                    <a:pt x="7694946" y="794875"/>
                  </a:lnTo>
                  <a:lnTo>
                    <a:pt x="7686523" y="794688"/>
                  </a:lnTo>
                  <a:lnTo>
                    <a:pt x="7665519" y="794169"/>
                  </a:lnTo>
                  <a:lnTo>
                    <a:pt x="7628552" y="793152"/>
                  </a:lnTo>
                  <a:lnTo>
                    <a:pt x="7574629" y="791489"/>
                  </a:lnTo>
                  <a:lnTo>
                    <a:pt x="7505170" y="789074"/>
                  </a:lnTo>
                  <a:lnTo>
                    <a:pt x="7423533" y="785850"/>
                  </a:lnTo>
                  <a:lnTo>
                    <a:pt x="7334149" y="781803"/>
                  </a:lnTo>
                  <a:lnTo>
                    <a:pt x="7241570" y="776946"/>
                  </a:lnTo>
                  <a:lnTo>
                    <a:pt x="7149714" y="771298"/>
                  </a:lnTo>
                  <a:lnTo>
                    <a:pt x="7061470" y="764865"/>
                  </a:lnTo>
                  <a:lnTo>
                    <a:pt x="6978625" y="757626"/>
                  </a:lnTo>
                  <a:lnTo>
                    <a:pt x="6901996" y="749527"/>
                  </a:lnTo>
                  <a:lnTo>
                    <a:pt x="6831665" y="740473"/>
                  </a:lnTo>
                  <a:lnTo>
                    <a:pt x="6767205" y="730337"/>
                  </a:lnTo>
                  <a:lnTo>
                    <a:pt x="6707879" y="718960"/>
                  </a:lnTo>
                  <a:lnTo>
                    <a:pt x="6652786" y="706160"/>
                  </a:lnTo>
                  <a:lnTo>
                    <a:pt x="6600966" y="691753"/>
                  </a:lnTo>
                  <a:lnTo>
                    <a:pt x="6551493" y="675580"/>
                  </a:lnTo>
                  <a:lnTo>
                    <a:pt x="6515891" y="662418"/>
                  </a:lnTo>
                  <a:lnTo>
                    <a:pt x="6466539" y="642114"/>
                  </a:lnTo>
                  <a:lnTo>
                    <a:pt x="6417665" y="619741"/>
                  </a:lnTo>
                  <a:lnTo>
                    <a:pt x="6368768" y="595270"/>
                  </a:lnTo>
                  <a:lnTo>
                    <a:pt x="6319504" y="568740"/>
                  </a:lnTo>
                  <a:lnTo>
                    <a:pt x="6269669" y="540271"/>
                  </a:lnTo>
                  <a:lnTo>
                    <a:pt x="6219182" y="510067"/>
                  </a:lnTo>
                  <a:lnTo>
                    <a:pt x="6168070" y="478415"/>
                  </a:lnTo>
                  <a:lnTo>
                    <a:pt x="6116447" y="445676"/>
                  </a:lnTo>
                  <a:lnTo>
                    <a:pt x="6064496" y="412271"/>
                  </a:lnTo>
                  <a:lnTo>
                    <a:pt x="6012440" y="378658"/>
                  </a:lnTo>
                  <a:lnTo>
                    <a:pt x="5960516" y="345308"/>
                  </a:lnTo>
                  <a:lnTo>
                    <a:pt x="5908945" y="312676"/>
                  </a:lnTo>
                  <a:lnTo>
                    <a:pt x="5857902" y="281178"/>
                  </a:lnTo>
                  <a:lnTo>
                    <a:pt x="5807493" y="251166"/>
                  </a:lnTo>
                  <a:lnTo>
                    <a:pt x="5757733" y="222918"/>
                  </a:lnTo>
                  <a:lnTo>
                    <a:pt x="5708525" y="196626"/>
                  </a:lnTo>
                  <a:lnTo>
                    <a:pt x="5659651" y="172403"/>
                  </a:lnTo>
                  <a:lnTo>
                    <a:pt x="5610751" y="150278"/>
                  </a:lnTo>
                  <a:lnTo>
                    <a:pt x="5567201" y="132483"/>
                  </a:lnTo>
                  <a:lnTo>
                    <a:pt x="5518935" y="114947"/>
                  </a:lnTo>
                  <a:lnTo>
                    <a:pt x="5468937" y="99244"/>
                  </a:lnTo>
                  <a:lnTo>
                    <a:pt x="5416360" y="85271"/>
                  </a:lnTo>
                  <a:lnTo>
                    <a:pt x="5360259" y="72858"/>
                  </a:lnTo>
                  <a:lnTo>
                    <a:pt x="5299683" y="61820"/>
                  </a:lnTo>
                  <a:lnTo>
                    <a:pt x="5233760" y="51980"/>
                  </a:lnTo>
                  <a:lnTo>
                    <a:pt x="5161818" y="43185"/>
                  </a:lnTo>
                  <a:lnTo>
                    <a:pt x="5083542" y="35316"/>
                  </a:lnTo>
                  <a:lnTo>
                    <a:pt x="4999182" y="28290"/>
                  </a:lnTo>
                  <a:lnTo>
                    <a:pt x="4909786" y="22062"/>
                  </a:lnTo>
                  <a:lnTo>
                    <a:pt x="4817419" y="16618"/>
                  </a:lnTo>
                  <a:lnTo>
                    <a:pt x="4725257" y="11969"/>
                  </a:lnTo>
                  <a:lnTo>
                    <a:pt x="4637436" y="8135"/>
                  </a:lnTo>
                  <a:lnTo>
                    <a:pt x="4558561" y="5123"/>
                  </a:lnTo>
                  <a:lnTo>
                    <a:pt x="4492877" y="2912"/>
                  </a:lnTo>
                  <a:lnTo>
                    <a:pt x="4443312" y="1428"/>
                  </a:lnTo>
                  <a:lnTo>
                    <a:pt x="4410684" y="556"/>
                  </a:lnTo>
                  <a:lnTo>
                    <a:pt x="4393360" y="140"/>
                  </a:lnTo>
                  <a:lnTo>
                    <a:pt x="4387388" y="1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37" y="35"/>
                  </a:lnTo>
                  <a:lnTo>
                    <a:pt x="3838477" y="287"/>
                  </a:lnTo>
                  <a:lnTo>
                    <a:pt x="3817623" y="985"/>
                  </a:lnTo>
                  <a:lnTo>
                    <a:pt x="3780904" y="2354"/>
                  </a:lnTo>
                  <a:lnTo>
                    <a:pt x="3727314" y="4592"/>
                  </a:lnTo>
                  <a:lnTo>
                    <a:pt x="3658236" y="7843"/>
                  </a:lnTo>
                  <a:lnTo>
                    <a:pt x="3576979" y="12185"/>
                  </a:lnTo>
                  <a:lnTo>
                    <a:pt x="3487932" y="17638"/>
                  </a:lnTo>
                  <a:lnTo>
                    <a:pt x="3395617" y="24184"/>
                  </a:lnTo>
                  <a:lnTo>
                    <a:pt x="3303941" y="31798"/>
                  </a:lnTo>
                  <a:lnTo>
                    <a:pt x="3215800" y="40470"/>
                  </a:lnTo>
                  <a:lnTo>
                    <a:pt x="3132992" y="50228"/>
                  </a:lnTo>
                  <a:lnTo>
                    <a:pt x="3056357" y="61145"/>
                  </a:lnTo>
                  <a:lnTo>
                    <a:pt x="2985993" y="73343"/>
                  </a:lnTo>
                  <a:lnTo>
                    <a:pt x="2921492" y="86995"/>
                  </a:lnTo>
                  <a:lnTo>
                    <a:pt x="2862131" y="102312"/>
                  </a:lnTo>
                  <a:lnTo>
                    <a:pt x="2807019" y="119538"/>
                  </a:lnTo>
                  <a:lnTo>
                    <a:pt x="2755207" y="138922"/>
                  </a:lnTo>
                  <a:lnTo>
                    <a:pt x="2705770" y="160680"/>
                  </a:lnTo>
                  <a:lnTo>
                    <a:pt x="2667772" y="179669"/>
                  </a:lnTo>
                  <a:lnTo>
                    <a:pt x="2620600" y="205921"/>
                  </a:lnTo>
                  <a:lnTo>
                    <a:pt x="2573888" y="234731"/>
                  </a:lnTo>
                  <a:lnTo>
                    <a:pt x="2527188" y="266141"/>
                  </a:lnTo>
                  <a:lnTo>
                    <a:pt x="2480186" y="300113"/>
                  </a:lnTo>
                  <a:lnTo>
                    <a:pt x="2432687" y="336520"/>
                  </a:lnTo>
                  <a:lnTo>
                    <a:pt x="2384599" y="375141"/>
                  </a:lnTo>
                  <a:lnTo>
                    <a:pt x="2335925" y="415661"/>
                  </a:lnTo>
                  <a:lnTo>
                    <a:pt x="2286743" y="457675"/>
                  </a:lnTo>
                  <a:lnTo>
                    <a:pt x="2237196" y="500708"/>
                  </a:lnTo>
                  <a:lnTo>
                    <a:pt x="2187469" y="544228"/>
                  </a:lnTo>
                  <a:lnTo>
                    <a:pt x="2137767" y="587681"/>
                  </a:lnTo>
                  <a:lnTo>
                    <a:pt x="2088292" y="630516"/>
                  </a:lnTo>
                  <a:lnTo>
                    <a:pt x="2039221" y="672214"/>
                  </a:lnTo>
                  <a:lnTo>
                    <a:pt x="1990682" y="712312"/>
                  </a:lnTo>
                  <a:lnTo>
                    <a:pt x="1942739" y="750429"/>
                  </a:lnTo>
                  <a:lnTo>
                    <a:pt x="1895371" y="786269"/>
                  </a:lnTo>
                  <a:lnTo>
                    <a:pt x="1848463" y="819635"/>
                  </a:lnTo>
                  <a:lnTo>
                    <a:pt x="1801794" y="850423"/>
                  </a:lnTo>
                  <a:lnTo>
                    <a:pt x="1755018" y="878614"/>
                  </a:lnTo>
                  <a:lnTo>
                    <a:pt x="1719082" y="898348"/>
                  </a:lnTo>
                  <a:lnTo>
                    <a:pt x="1670943" y="922071"/>
                  </a:lnTo>
                  <a:lnTo>
                    <a:pt x="1621083" y="943321"/>
                  </a:lnTo>
                  <a:lnTo>
                    <a:pt x="1568662" y="962236"/>
                  </a:lnTo>
                  <a:lnTo>
                    <a:pt x="1512743" y="979044"/>
                  </a:lnTo>
                  <a:lnTo>
                    <a:pt x="1452382" y="993995"/>
                  </a:lnTo>
                  <a:lnTo>
                    <a:pt x="1386711" y="1007327"/>
                  </a:lnTo>
                  <a:lnTo>
                    <a:pt x="1315061" y="1019246"/>
                  </a:lnTo>
                  <a:lnTo>
                    <a:pt x="1237111" y="1029913"/>
                  </a:lnTo>
                  <a:lnTo>
                    <a:pt x="1153095" y="1039440"/>
                  </a:lnTo>
                  <a:lnTo>
                    <a:pt x="1064034" y="1047891"/>
                  </a:lnTo>
                  <a:lnTo>
                    <a:pt x="971950" y="1055284"/>
                  </a:lnTo>
                  <a:lnTo>
                    <a:pt x="879964" y="1061605"/>
                  </a:lnTo>
                  <a:lnTo>
                    <a:pt x="792158" y="1066828"/>
                  </a:lnTo>
                  <a:lnTo>
                    <a:pt x="713097" y="1070939"/>
                  </a:lnTo>
                  <a:lnTo>
                    <a:pt x="647025" y="1073971"/>
                  </a:lnTo>
                  <a:lnTo>
                    <a:pt x="596910" y="1076014"/>
                  </a:lnTo>
                  <a:lnTo>
                    <a:pt x="563660" y="1077225"/>
                  </a:lnTo>
                  <a:lnTo>
                    <a:pt x="545759" y="1077811"/>
                  </a:lnTo>
                  <a:lnTo>
                    <a:pt x="539380" y="1078000"/>
                  </a:lnTo>
                  <a:lnTo>
                    <a:pt x="538736" y="1078017"/>
                  </a:lnTo>
                  <a:lnTo>
                    <a:pt x="0" y="1078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8" name="pg2048"/>
            <p:cNvSpPr/>
            <p:nvPr/>
          </p:nvSpPr>
          <p:spPr>
            <a:xfrm>
              <a:off x="546595" y="1774029"/>
              <a:ext cx="8234974" cy="4165068"/>
            </a:xfrm>
            <a:custGeom>
              <a:avLst/>
              <a:pathLst>
                <a:path w="8234974" h="4165068">
                  <a:moveTo>
                    <a:pt x="0" y="4165068"/>
                  </a:moveTo>
                  <a:lnTo>
                    <a:pt x="538736" y="4165068"/>
                  </a:lnTo>
                  <a:lnTo>
                    <a:pt x="539651" y="4164972"/>
                  </a:lnTo>
                  <a:lnTo>
                    <a:pt x="545668" y="4164284"/>
                  </a:lnTo>
                  <a:lnTo>
                    <a:pt x="560844" y="4162382"/>
                  </a:lnTo>
                  <a:lnTo>
                    <a:pt x="587996" y="4158639"/>
                  </a:lnTo>
                  <a:lnTo>
                    <a:pt x="628494" y="4152474"/>
                  </a:lnTo>
                  <a:lnTo>
                    <a:pt x="682160" y="4143411"/>
                  </a:lnTo>
                  <a:lnTo>
                    <a:pt x="747388" y="4131129"/>
                  </a:lnTo>
                  <a:lnTo>
                    <a:pt x="821516" y="4115465"/>
                  </a:lnTo>
                  <a:lnTo>
                    <a:pt x="901346" y="4096393"/>
                  </a:lnTo>
                  <a:lnTo>
                    <a:pt x="983677" y="4073966"/>
                  </a:lnTo>
                  <a:lnTo>
                    <a:pt x="1065710" y="4048261"/>
                  </a:lnTo>
                  <a:lnTo>
                    <a:pt x="1145286" y="4019310"/>
                  </a:lnTo>
                  <a:lnTo>
                    <a:pt x="1220946" y="3987068"/>
                  </a:lnTo>
                  <a:lnTo>
                    <a:pt x="1291874" y="3951382"/>
                  </a:lnTo>
                  <a:lnTo>
                    <a:pt x="1357785" y="3911977"/>
                  </a:lnTo>
                  <a:lnTo>
                    <a:pt x="1418786" y="3868460"/>
                  </a:lnTo>
                  <a:lnTo>
                    <a:pt x="1475256" y="3820322"/>
                  </a:lnTo>
                  <a:lnTo>
                    <a:pt x="1527744" y="3766958"/>
                  </a:lnTo>
                  <a:lnTo>
                    <a:pt x="1576891" y="3707694"/>
                  </a:lnTo>
                  <a:lnTo>
                    <a:pt x="1623372" y="3641846"/>
                  </a:lnTo>
                  <a:lnTo>
                    <a:pt x="1667850" y="3568800"/>
                  </a:lnTo>
                  <a:lnTo>
                    <a:pt x="1710923" y="3488169"/>
                  </a:lnTo>
                  <a:lnTo>
                    <a:pt x="1719082" y="3471797"/>
                  </a:lnTo>
                  <a:lnTo>
                    <a:pt x="1749224" y="3408372"/>
                  </a:lnTo>
                  <a:lnTo>
                    <a:pt x="1779101" y="3340983"/>
                  </a:lnTo>
                  <a:lnTo>
                    <a:pt x="1808849" y="3269551"/>
                  </a:lnTo>
                  <a:lnTo>
                    <a:pt x="1838582" y="3194041"/>
                  </a:lnTo>
                  <a:lnTo>
                    <a:pt x="1868389" y="3114466"/>
                  </a:lnTo>
                  <a:lnTo>
                    <a:pt x="1898339" y="3030897"/>
                  </a:lnTo>
                  <a:lnTo>
                    <a:pt x="1928483" y="2943458"/>
                  </a:lnTo>
                  <a:lnTo>
                    <a:pt x="1958852" y="2852337"/>
                  </a:lnTo>
                  <a:lnTo>
                    <a:pt x="1989463" y="2757781"/>
                  </a:lnTo>
                  <a:lnTo>
                    <a:pt x="2020318" y="2660099"/>
                  </a:lnTo>
                  <a:lnTo>
                    <a:pt x="2051405" y="2559655"/>
                  </a:lnTo>
                  <a:lnTo>
                    <a:pt x="2082698" y="2456871"/>
                  </a:lnTo>
                  <a:lnTo>
                    <a:pt x="2114163" y="2352212"/>
                  </a:lnTo>
                  <a:lnTo>
                    <a:pt x="2145757" y="2246184"/>
                  </a:lnTo>
                  <a:lnTo>
                    <a:pt x="2177431" y="2139322"/>
                  </a:lnTo>
                  <a:lnTo>
                    <a:pt x="2209132" y="2032178"/>
                  </a:lnTo>
                  <a:lnTo>
                    <a:pt x="2240806" y="1925310"/>
                  </a:lnTo>
                  <a:lnTo>
                    <a:pt x="2272401" y="1819272"/>
                  </a:lnTo>
                  <a:lnTo>
                    <a:pt x="2303868" y="1714598"/>
                  </a:lnTo>
                  <a:lnTo>
                    <a:pt x="2335162" y="1611794"/>
                  </a:lnTo>
                  <a:lnTo>
                    <a:pt x="2366251" y="1511327"/>
                  </a:lnTo>
                  <a:lnTo>
                    <a:pt x="2397108" y="1413618"/>
                  </a:lnTo>
                  <a:lnTo>
                    <a:pt x="2427722" y="1319031"/>
                  </a:lnTo>
                  <a:lnTo>
                    <a:pt x="2458093" y="1227878"/>
                  </a:lnTo>
                  <a:lnTo>
                    <a:pt x="2488238" y="1140404"/>
                  </a:lnTo>
                  <a:lnTo>
                    <a:pt x="2518190" y="1056798"/>
                  </a:lnTo>
                  <a:lnTo>
                    <a:pt x="2547998" y="977187"/>
                  </a:lnTo>
                  <a:lnTo>
                    <a:pt x="2577731" y="901639"/>
                  </a:lnTo>
                  <a:lnTo>
                    <a:pt x="2607479" y="830169"/>
                  </a:lnTo>
                  <a:lnTo>
                    <a:pt x="2637354" y="762744"/>
                  </a:lnTo>
                  <a:lnTo>
                    <a:pt x="2667493" y="699282"/>
                  </a:lnTo>
                  <a:lnTo>
                    <a:pt x="2667772" y="698715"/>
                  </a:lnTo>
                  <a:lnTo>
                    <a:pt x="2710635" y="616613"/>
                  </a:lnTo>
                  <a:lnTo>
                    <a:pt x="2754799" y="542130"/>
                  </a:lnTo>
                  <a:lnTo>
                    <a:pt x="2800845" y="474941"/>
                  </a:lnTo>
                  <a:lnTo>
                    <a:pt x="2849427" y="414465"/>
                  </a:lnTo>
                  <a:lnTo>
                    <a:pt x="2901221" y="360020"/>
                  </a:lnTo>
                  <a:lnTo>
                    <a:pt x="2956879" y="310927"/>
                  </a:lnTo>
                  <a:lnTo>
                    <a:pt x="3016973" y="266565"/>
                  </a:lnTo>
                  <a:lnTo>
                    <a:pt x="3081923" y="226404"/>
                  </a:lnTo>
                  <a:lnTo>
                    <a:pt x="3151895" y="190028"/>
                  </a:lnTo>
                  <a:lnTo>
                    <a:pt x="3226690" y="157140"/>
                  </a:lnTo>
                  <a:lnTo>
                    <a:pt x="3305605" y="127564"/>
                  </a:lnTo>
                  <a:lnTo>
                    <a:pt x="3387313" y="101233"/>
                  </a:lnTo>
                  <a:lnTo>
                    <a:pt x="3469786" y="78172"/>
                  </a:lnTo>
                  <a:lnTo>
                    <a:pt x="3550337" y="58449"/>
                  </a:lnTo>
                  <a:lnTo>
                    <a:pt x="3625816" y="42129"/>
                  </a:lnTo>
                  <a:lnTo>
                    <a:pt x="3692986" y="29204"/>
                  </a:lnTo>
                  <a:lnTo>
                    <a:pt x="3749038" y="19543"/>
                  </a:lnTo>
                  <a:lnTo>
                    <a:pt x="3792128" y="12853"/>
                  </a:lnTo>
                  <a:lnTo>
                    <a:pt x="3821786" y="8687"/>
                  </a:lnTo>
                  <a:lnTo>
                    <a:pt x="3839087" y="6480"/>
                  </a:lnTo>
                  <a:lnTo>
                    <a:pt x="3846585" y="560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52" y="5520"/>
                  </a:lnTo>
                  <a:lnTo>
                    <a:pt x="4395873" y="6061"/>
                  </a:lnTo>
                  <a:lnTo>
                    <a:pt x="4415430" y="7559"/>
                  </a:lnTo>
                  <a:lnTo>
                    <a:pt x="4449987" y="10499"/>
                  </a:lnTo>
                  <a:lnTo>
                    <a:pt x="4500668" y="15315"/>
                  </a:lnTo>
                  <a:lnTo>
                    <a:pt x="4566398" y="22328"/>
                  </a:lnTo>
                  <a:lnTo>
                    <a:pt x="4644275" y="31726"/>
                  </a:lnTo>
                  <a:lnTo>
                    <a:pt x="4730295" y="43566"/>
                  </a:lnTo>
                  <a:lnTo>
                    <a:pt x="4820199" y="57821"/>
                  </a:lnTo>
                  <a:lnTo>
                    <a:pt x="4910189" y="74432"/>
                  </a:lnTo>
                  <a:lnTo>
                    <a:pt x="4997342" y="93368"/>
                  </a:lnTo>
                  <a:lnTo>
                    <a:pt x="5079740" y="114667"/>
                  </a:lnTo>
                  <a:lnTo>
                    <a:pt x="5156384" y="138458"/>
                  </a:lnTo>
                  <a:lnTo>
                    <a:pt x="5227008" y="164974"/>
                  </a:lnTo>
                  <a:lnTo>
                    <a:pt x="5291868" y="194551"/>
                  </a:lnTo>
                  <a:lnTo>
                    <a:pt x="5351558" y="227620"/>
                  </a:lnTo>
                  <a:lnTo>
                    <a:pt x="5406867" y="264683"/>
                  </a:lnTo>
                  <a:lnTo>
                    <a:pt x="5458672" y="306281"/>
                  </a:lnTo>
                  <a:lnTo>
                    <a:pt x="5507853" y="352919"/>
                  </a:lnTo>
                  <a:lnTo>
                    <a:pt x="5555221" y="404954"/>
                  </a:lnTo>
                  <a:lnTo>
                    <a:pt x="5567201" y="419229"/>
                  </a:lnTo>
                  <a:lnTo>
                    <a:pt x="5604516" y="466499"/>
                  </a:lnTo>
                  <a:lnTo>
                    <a:pt x="5641476" y="517423"/>
                  </a:lnTo>
                  <a:lnTo>
                    <a:pt x="5678325" y="572074"/>
                  </a:lnTo>
                  <a:lnTo>
                    <a:pt x="5715251" y="630457"/>
                  </a:lnTo>
                  <a:lnTo>
                    <a:pt x="5752391" y="692505"/>
                  </a:lnTo>
                  <a:lnTo>
                    <a:pt x="5789839" y="758069"/>
                  </a:lnTo>
                  <a:lnTo>
                    <a:pt x="5827647" y="826915"/>
                  </a:lnTo>
                  <a:lnTo>
                    <a:pt x="5865830" y="898723"/>
                  </a:lnTo>
                  <a:lnTo>
                    <a:pt x="5904370" y="973090"/>
                  </a:lnTo>
                  <a:lnTo>
                    <a:pt x="5943219" y="1049538"/>
                  </a:lnTo>
                  <a:lnTo>
                    <a:pt x="5982307" y="1127525"/>
                  </a:lnTo>
                  <a:lnTo>
                    <a:pt x="6021547" y="1206457"/>
                  </a:lnTo>
                  <a:lnTo>
                    <a:pt x="6060838" y="1285712"/>
                  </a:lnTo>
                  <a:lnTo>
                    <a:pt x="6100079" y="1364656"/>
                  </a:lnTo>
                  <a:lnTo>
                    <a:pt x="6139171" y="1442665"/>
                  </a:lnTo>
                  <a:lnTo>
                    <a:pt x="6178025" y="1519146"/>
                  </a:lnTo>
                  <a:lnTo>
                    <a:pt x="6216571" y="1593555"/>
                  </a:lnTo>
                  <a:lnTo>
                    <a:pt x="6254761" y="1665413"/>
                  </a:lnTo>
                  <a:lnTo>
                    <a:pt x="6292575" y="1734315"/>
                  </a:lnTo>
                  <a:lnTo>
                    <a:pt x="6330030" y="1799940"/>
                  </a:lnTo>
                  <a:lnTo>
                    <a:pt x="6367175" y="1862053"/>
                  </a:lnTo>
                  <a:lnTo>
                    <a:pt x="6404103" y="1920503"/>
                  </a:lnTo>
                  <a:lnTo>
                    <a:pt x="6440952" y="1975221"/>
                  </a:lnTo>
                  <a:lnTo>
                    <a:pt x="6477908" y="2026212"/>
                  </a:lnTo>
                  <a:lnTo>
                    <a:pt x="6515214" y="2073547"/>
                  </a:lnTo>
                  <a:lnTo>
                    <a:pt x="6515891" y="2074367"/>
                  </a:lnTo>
                  <a:lnTo>
                    <a:pt x="6562907" y="2127811"/>
                  </a:lnTo>
                  <a:lnTo>
                    <a:pt x="6611549" y="2175814"/>
                  </a:lnTo>
                  <a:lnTo>
                    <a:pt x="6662596" y="2218663"/>
                  </a:lnTo>
                  <a:lnTo>
                    <a:pt x="6716918" y="2256842"/>
                  </a:lnTo>
                  <a:lnTo>
                    <a:pt x="6775401" y="2290888"/>
                  </a:lnTo>
                  <a:lnTo>
                    <a:pt x="6838863" y="2321319"/>
                  </a:lnTo>
                  <a:lnTo>
                    <a:pt x="6907963" y="2348587"/>
                  </a:lnTo>
                  <a:lnTo>
                    <a:pt x="6983059" y="2373053"/>
                  </a:lnTo>
                  <a:lnTo>
                    <a:pt x="7064039" y="2394976"/>
                  </a:lnTo>
                  <a:lnTo>
                    <a:pt x="7150113" y="2414513"/>
                  </a:lnTo>
                  <a:lnTo>
                    <a:pt x="7239612" y="2431723"/>
                  </a:lnTo>
                  <a:lnTo>
                    <a:pt x="7329871" y="2446590"/>
                  </a:lnTo>
                  <a:lnTo>
                    <a:pt x="7417288" y="2459056"/>
                  </a:lnTo>
                  <a:lnTo>
                    <a:pt x="7497668" y="2469082"/>
                  </a:lnTo>
                  <a:lnTo>
                    <a:pt x="7566860" y="2476696"/>
                  </a:lnTo>
                  <a:lnTo>
                    <a:pt x="7621599" y="2482052"/>
                  </a:lnTo>
                  <a:lnTo>
                    <a:pt x="7660288" y="2485437"/>
                  </a:lnTo>
                  <a:lnTo>
                    <a:pt x="7683474" y="2487260"/>
                  </a:lnTo>
                  <a:lnTo>
                    <a:pt x="7693895" y="2488000"/>
                  </a:lnTo>
                  <a:lnTo>
                    <a:pt x="7696237" y="2488152"/>
                  </a:lnTo>
                  <a:lnTo>
                    <a:pt x="8234974" y="2488152"/>
                  </a:lnTo>
                  <a:lnTo>
                    <a:pt x="8234974" y="2482707"/>
                  </a:ln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4" y="96"/>
                  </a:lnTo>
                  <a:lnTo>
                    <a:pt x="3841187" y="784"/>
                  </a:lnTo>
                  <a:lnTo>
                    <a:pt x="3826011" y="2685"/>
                  </a:lnTo>
                  <a:lnTo>
                    <a:pt x="3798859" y="6428"/>
                  </a:lnTo>
                  <a:lnTo>
                    <a:pt x="3758361" y="12594"/>
                  </a:lnTo>
                  <a:lnTo>
                    <a:pt x="3704695" y="21656"/>
                  </a:lnTo>
                  <a:lnTo>
                    <a:pt x="3639466" y="33939"/>
                  </a:lnTo>
                  <a:lnTo>
                    <a:pt x="3565339" y="49603"/>
                  </a:lnTo>
                  <a:lnTo>
                    <a:pt x="3485508" y="68675"/>
                  </a:lnTo>
                  <a:lnTo>
                    <a:pt x="3403178" y="91101"/>
                  </a:lnTo>
                  <a:lnTo>
                    <a:pt x="3321144" y="116807"/>
                  </a:lnTo>
                  <a:lnTo>
                    <a:pt x="3241568" y="145758"/>
                  </a:lnTo>
                  <a:lnTo>
                    <a:pt x="3165909" y="177999"/>
                  </a:lnTo>
                  <a:lnTo>
                    <a:pt x="3094981" y="213686"/>
                  </a:lnTo>
                  <a:lnTo>
                    <a:pt x="3029070" y="253090"/>
                  </a:lnTo>
                  <a:lnTo>
                    <a:pt x="2968068" y="296607"/>
                  </a:lnTo>
                  <a:lnTo>
                    <a:pt x="2911598" y="344746"/>
                  </a:lnTo>
                  <a:lnTo>
                    <a:pt x="2859111" y="398110"/>
                  </a:lnTo>
                  <a:lnTo>
                    <a:pt x="2809964" y="457373"/>
                  </a:lnTo>
                  <a:lnTo>
                    <a:pt x="2763483" y="523222"/>
                  </a:lnTo>
                  <a:lnTo>
                    <a:pt x="2719005" y="596267"/>
                  </a:lnTo>
                  <a:lnTo>
                    <a:pt x="2675932" y="676899"/>
                  </a:lnTo>
                  <a:lnTo>
                    <a:pt x="2667772" y="693270"/>
                  </a:lnTo>
                  <a:lnTo>
                    <a:pt x="2637630" y="756696"/>
                  </a:lnTo>
                  <a:lnTo>
                    <a:pt x="2607754" y="824085"/>
                  </a:lnTo>
                  <a:lnTo>
                    <a:pt x="2578005" y="895517"/>
                  </a:lnTo>
                  <a:lnTo>
                    <a:pt x="2548272" y="971027"/>
                  </a:lnTo>
                  <a:lnTo>
                    <a:pt x="2518465" y="1050601"/>
                  </a:lnTo>
                  <a:lnTo>
                    <a:pt x="2488515" y="1134171"/>
                  </a:lnTo>
                  <a:lnTo>
                    <a:pt x="2458372" y="1221610"/>
                  </a:lnTo>
                  <a:lnTo>
                    <a:pt x="2428003" y="1312731"/>
                  </a:lnTo>
                  <a:lnTo>
                    <a:pt x="2397391" y="1407286"/>
                  </a:lnTo>
                  <a:lnTo>
                    <a:pt x="2366536" y="1504969"/>
                  </a:lnTo>
                  <a:lnTo>
                    <a:pt x="2335450" y="1605412"/>
                  </a:lnTo>
                  <a:lnTo>
                    <a:pt x="2304157" y="1708197"/>
                  </a:lnTo>
                  <a:lnTo>
                    <a:pt x="2272692" y="1812856"/>
                  </a:lnTo>
                  <a:lnTo>
                    <a:pt x="2241098" y="1918884"/>
                  </a:lnTo>
                  <a:lnTo>
                    <a:pt x="2209424" y="2025746"/>
                  </a:lnTo>
                  <a:lnTo>
                    <a:pt x="2177723" y="2132890"/>
                  </a:lnTo>
                  <a:lnTo>
                    <a:pt x="2146048" y="2239757"/>
                  </a:lnTo>
                  <a:lnTo>
                    <a:pt x="2114453" y="2345795"/>
                  </a:lnTo>
                  <a:lnTo>
                    <a:pt x="2082987" y="2450469"/>
                  </a:lnTo>
                  <a:lnTo>
                    <a:pt x="2051692" y="2553273"/>
                  </a:lnTo>
                  <a:lnTo>
                    <a:pt x="2020604" y="2653740"/>
                  </a:lnTo>
                  <a:lnTo>
                    <a:pt x="1989747" y="2751450"/>
                  </a:lnTo>
                  <a:lnTo>
                    <a:pt x="1959133" y="2846036"/>
                  </a:lnTo>
                  <a:lnTo>
                    <a:pt x="1928762" y="2937190"/>
                  </a:lnTo>
                  <a:lnTo>
                    <a:pt x="1898616" y="3024663"/>
                  </a:lnTo>
                  <a:lnTo>
                    <a:pt x="1868665" y="3108269"/>
                  </a:lnTo>
                  <a:lnTo>
                    <a:pt x="1838857" y="3187881"/>
                  </a:lnTo>
                  <a:lnTo>
                    <a:pt x="1809123" y="3263429"/>
                  </a:lnTo>
                  <a:lnTo>
                    <a:pt x="1779375" y="3334898"/>
                  </a:lnTo>
                  <a:lnTo>
                    <a:pt x="1749501" y="3402324"/>
                  </a:lnTo>
                  <a:lnTo>
                    <a:pt x="1719362" y="3465786"/>
                  </a:lnTo>
                  <a:lnTo>
                    <a:pt x="1719082" y="3466353"/>
                  </a:lnTo>
                  <a:lnTo>
                    <a:pt x="1676220" y="3548455"/>
                  </a:lnTo>
                  <a:lnTo>
                    <a:pt x="1632056" y="3622938"/>
                  </a:lnTo>
                  <a:lnTo>
                    <a:pt x="1586010" y="3690126"/>
                  </a:lnTo>
                  <a:lnTo>
                    <a:pt x="1537428" y="3750603"/>
                  </a:lnTo>
                  <a:lnTo>
                    <a:pt x="1485634" y="3805047"/>
                  </a:lnTo>
                  <a:lnTo>
                    <a:pt x="1429976" y="3854140"/>
                  </a:lnTo>
                  <a:lnTo>
                    <a:pt x="1369881" y="3898503"/>
                  </a:lnTo>
                  <a:lnTo>
                    <a:pt x="1304932" y="3938664"/>
                  </a:lnTo>
                  <a:lnTo>
                    <a:pt x="1234960" y="3975039"/>
                  </a:lnTo>
                  <a:lnTo>
                    <a:pt x="1160165" y="4007928"/>
                  </a:lnTo>
                  <a:lnTo>
                    <a:pt x="1081249" y="4037504"/>
                  </a:lnTo>
                  <a:lnTo>
                    <a:pt x="999542" y="4063834"/>
                  </a:lnTo>
                  <a:lnTo>
                    <a:pt x="917069" y="4086896"/>
                  </a:lnTo>
                  <a:lnTo>
                    <a:pt x="836517" y="4106619"/>
                  </a:lnTo>
                  <a:lnTo>
                    <a:pt x="761038" y="4122939"/>
                  </a:lnTo>
                  <a:lnTo>
                    <a:pt x="693869" y="4135863"/>
                  </a:lnTo>
                  <a:lnTo>
                    <a:pt x="637817" y="4145525"/>
                  </a:lnTo>
                  <a:lnTo>
                    <a:pt x="594727" y="4152214"/>
                  </a:lnTo>
                  <a:lnTo>
                    <a:pt x="565069" y="4156380"/>
                  </a:lnTo>
                  <a:lnTo>
                    <a:pt x="547768" y="4158588"/>
                  </a:lnTo>
                  <a:lnTo>
                    <a:pt x="540270" y="4159460"/>
                  </a:lnTo>
                  <a:lnTo>
                    <a:pt x="538736" y="4159624"/>
                  </a:lnTo>
                  <a:lnTo>
                    <a:pt x="0" y="4159624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49" name="pl2049"/>
            <p:cNvSpPr/>
            <p:nvPr/>
          </p:nvSpPr>
          <p:spPr>
            <a:xfrm>
              <a:off x="546595" y="1779474"/>
              <a:ext cx="8234974" cy="4159624"/>
            </a:xfrm>
            <a:custGeom>
              <a:avLst/>
              <a:pathLst>
                <a:path w="8234974" h="4159624">
                  <a:moveTo>
                    <a:pt x="0" y="4159624"/>
                  </a:moveTo>
                  <a:lnTo>
                    <a:pt x="538736" y="4159624"/>
                  </a:lnTo>
                  <a:lnTo>
                    <a:pt x="539651" y="4159527"/>
                  </a:lnTo>
                  <a:lnTo>
                    <a:pt x="545668" y="4158839"/>
                  </a:lnTo>
                  <a:lnTo>
                    <a:pt x="560844" y="4156938"/>
                  </a:lnTo>
                  <a:lnTo>
                    <a:pt x="587996" y="4153195"/>
                  </a:lnTo>
                  <a:lnTo>
                    <a:pt x="628494" y="4147029"/>
                  </a:lnTo>
                  <a:lnTo>
                    <a:pt x="682160" y="4137967"/>
                  </a:lnTo>
                  <a:lnTo>
                    <a:pt x="747388" y="4125684"/>
                  </a:lnTo>
                  <a:lnTo>
                    <a:pt x="821516" y="4110021"/>
                  </a:lnTo>
                  <a:lnTo>
                    <a:pt x="901346" y="4090948"/>
                  </a:lnTo>
                  <a:lnTo>
                    <a:pt x="983677" y="4068522"/>
                  </a:lnTo>
                  <a:lnTo>
                    <a:pt x="1065710" y="4042816"/>
                  </a:lnTo>
                  <a:lnTo>
                    <a:pt x="1145286" y="4013865"/>
                  </a:lnTo>
                  <a:lnTo>
                    <a:pt x="1220946" y="3981624"/>
                  </a:lnTo>
                  <a:lnTo>
                    <a:pt x="1291874" y="3945937"/>
                  </a:lnTo>
                  <a:lnTo>
                    <a:pt x="1357785" y="3906533"/>
                  </a:lnTo>
                  <a:lnTo>
                    <a:pt x="1418786" y="3863016"/>
                  </a:lnTo>
                  <a:lnTo>
                    <a:pt x="1475256" y="3814878"/>
                  </a:lnTo>
                  <a:lnTo>
                    <a:pt x="1527744" y="3761513"/>
                  </a:lnTo>
                  <a:lnTo>
                    <a:pt x="1576891" y="3702250"/>
                  </a:lnTo>
                  <a:lnTo>
                    <a:pt x="1623372" y="3636401"/>
                  </a:lnTo>
                  <a:lnTo>
                    <a:pt x="1667850" y="3563356"/>
                  </a:lnTo>
                  <a:lnTo>
                    <a:pt x="1710923" y="3482724"/>
                  </a:lnTo>
                  <a:lnTo>
                    <a:pt x="1719082" y="3466353"/>
                  </a:lnTo>
                  <a:lnTo>
                    <a:pt x="1749224" y="3402927"/>
                  </a:lnTo>
                  <a:lnTo>
                    <a:pt x="1779101" y="3335538"/>
                  </a:lnTo>
                  <a:lnTo>
                    <a:pt x="1808849" y="3264106"/>
                  </a:lnTo>
                  <a:lnTo>
                    <a:pt x="1838582" y="3188596"/>
                  </a:lnTo>
                  <a:lnTo>
                    <a:pt x="1868389" y="3109022"/>
                  </a:lnTo>
                  <a:lnTo>
                    <a:pt x="1898339" y="3025452"/>
                  </a:lnTo>
                  <a:lnTo>
                    <a:pt x="1928483" y="2938014"/>
                  </a:lnTo>
                  <a:lnTo>
                    <a:pt x="1958852" y="2846893"/>
                  </a:lnTo>
                  <a:lnTo>
                    <a:pt x="1989463" y="2752337"/>
                  </a:lnTo>
                  <a:lnTo>
                    <a:pt x="2020318" y="2654654"/>
                  </a:lnTo>
                  <a:lnTo>
                    <a:pt x="2051405" y="2554211"/>
                  </a:lnTo>
                  <a:lnTo>
                    <a:pt x="2082698" y="2451426"/>
                  </a:lnTo>
                  <a:lnTo>
                    <a:pt x="2114163" y="2346767"/>
                  </a:lnTo>
                  <a:lnTo>
                    <a:pt x="2145757" y="2240739"/>
                  </a:lnTo>
                  <a:lnTo>
                    <a:pt x="2177431" y="2133877"/>
                  </a:lnTo>
                  <a:lnTo>
                    <a:pt x="2209132" y="2026733"/>
                  </a:lnTo>
                  <a:lnTo>
                    <a:pt x="2240806" y="1919866"/>
                  </a:lnTo>
                  <a:lnTo>
                    <a:pt x="2272401" y="1813828"/>
                  </a:lnTo>
                  <a:lnTo>
                    <a:pt x="2303868" y="1709154"/>
                  </a:lnTo>
                  <a:lnTo>
                    <a:pt x="2335162" y="1606350"/>
                  </a:lnTo>
                  <a:lnTo>
                    <a:pt x="2366251" y="1505883"/>
                  </a:lnTo>
                  <a:lnTo>
                    <a:pt x="2397108" y="1408173"/>
                  </a:lnTo>
                  <a:lnTo>
                    <a:pt x="2427722" y="1313587"/>
                  </a:lnTo>
                  <a:lnTo>
                    <a:pt x="2458093" y="1222433"/>
                  </a:lnTo>
                  <a:lnTo>
                    <a:pt x="2488238" y="1134960"/>
                  </a:lnTo>
                  <a:lnTo>
                    <a:pt x="2518190" y="1051354"/>
                  </a:lnTo>
                  <a:lnTo>
                    <a:pt x="2547998" y="971742"/>
                  </a:lnTo>
                  <a:lnTo>
                    <a:pt x="2577731" y="896194"/>
                  </a:lnTo>
                  <a:lnTo>
                    <a:pt x="2607479" y="824725"/>
                  </a:lnTo>
                  <a:lnTo>
                    <a:pt x="2637354" y="757299"/>
                  </a:lnTo>
                  <a:lnTo>
                    <a:pt x="2667493" y="693837"/>
                  </a:lnTo>
                  <a:lnTo>
                    <a:pt x="2667772" y="693270"/>
                  </a:lnTo>
                  <a:lnTo>
                    <a:pt x="2710635" y="611169"/>
                  </a:lnTo>
                  <a:lnTo>
                    <a:pt x="2754799" y="536685"/>
                  </a:lnTo>
                  <a:lnTo>
                    <a:pt x="2800845" y="469497"/>
                  </a:lnTo>
                  <a:lnTo>
                    <a:pt x="2849427" y="409020"/>
                  </a:lnTo>
                  <a:lnTo>
                    <a:pt x="2901221" y="354576"/>
                  </a:lnTo>
                  <a:lnTo>
                    <a:pt x="2956879" y="305483"/>
                  </a:lnTo>
                  <a:lnTo>
                    <a:pt x="3016973" y="261120"/>
                  </a:lnTo>
                  <a:lnTo>
                    <a:pt x="3081923" y="220960"/>
                  </a:lnTo>
                  <a:lnTo>
                    <a:pt x="3151895" y="184584"/>
                  </a:lnTo>
                  <a:lnTo>
                    <a:pt x="3226690" y="151696"/>
                  </a:lnTo>
                  <a:lnTo>
                    <a:pt x="3305605" y="122119"/>
                  </a:lnTo>
                  <a:lnTo>
                    <a:pt x="3387313" y="95789"/>
                  </a:lnTo>
                  <a:lnTo>
                    <a:pt x="3469786" y="72727"/>
                  </a:lnTo>
                  <a:lnTo>
                    <a:pt x="3550337" y="53004"/>
                  </a:lnTo>
                  <a:lnTo>
                    <a:pt x="3625816" y="36684"/>
                  </a:lnTo>
                  <a:lnTo>
                    <a:pt x="3692986" y="23760"/>
                  </a:lnTo>
                  <a:lnTo>
                    <a:pt x="3749038" y="14099"/>
                  </a:lnTo>
                  <a:lnTo>
                    <a:pt x="3792128" y="7409"/>
                  </a:lnTo>
                  <a:lnTo>
                    <a:pt x="3821786" y="3243"/>
                  </a:lnTo>
                  <a:lnTo>
                    <a:pt x="3839087" y="1036"/>
                  </a:lnTo>
                  <a:lnTo>
                    <a:pt x="3846585" y="163"/>
                  </a:lnTo>
                  <a:lnTo>
                    <a:pt x="3848112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52" y="75"/>
                  </a:lnTo>
                  <a:lnTo>
                    <a:pt x="4395873" y="617"/>
                  </a:lnTo>
                  <a:lnTo>
                    <a:pt x="4415430" y="2114"/>
                  </a:lnTo>
                  <a:lnTo>
                    <a:pt x="4449987" y="5055"/>
                  </a:lnTo>
                  <a:lnTo>
                    <a:pt x="4500668" y="9870"/>
                  </a:lnTo>
                  <a:lnTo>
                    <a:pt x="4566398" y="16883"/>
                  </a:lnTo>
                  <a:lnTo>
                    <a:pt x="4644275" y="26281"/>
                  </a:lnTo>
                  <a:lnTo>
                    <a:pt x="4730295" y="38122"/>
                  </a:lnTo>
                  <a:lnTo>
                    <a:pt x="4820199" y="52376"/>
                  </a:lnTo>
                  <a:lnTo>
                    <a:pt x="4910189" y="68987"/>
                  </a:lnTo>
                  <a:lnTo>
                    <a:pt x="4997342" y="87924"/>
                  </a:lnTo>
                  <a:lnTo>
                    <a:pt x="5079740" y="109222"/>
                  </a:lnTo>
                  <a:lnTo>
                    <a:pt x="5156384" y="133013"/>
                  </a:lnTo>
                  <a:lnTo>
                    <a:pt x="5227008" y="159529"/>
                  </a:lnTo>
                  <a:lnTo>
                    <a:pt x="5291868" y="189107"/>
                  </a:lnTo>
                  <a:lnTo>
                    <a:pt x="5351558" y="222175"/>
                  </a:lnTo>
                  <a:lnTo>
                    <a:pt x="5406867" y="259239"/>
                  </a:lnTo>
                  <a:lnTo>
                    <a:pt x="5458672" y="300836"/>
                  </a:lnTo>
                  <a:lnTo>
                    <a:pt x="5507853" y="347474"/>
                  </a:lnTo>
                  <a:lnTo>
                    <a:pt x="5555221" y="399509"/>
                  </a:lnTo>
                  <a:lnTo>
                    <a:pt x="5567201" y="413784"/>
                  </a:lnTo>
                  <a:lnTo>
                    <a:pt x="5604516" y="461055"/>
                  </a:lnTo>
                  <a:lnTo>
                    <a:pt x="5641476" y="511979"/>
                  </a:lnTo>
                  <a:lnTo>
                    <a:pt x="5678325" y="566629"/>
                  </a:lnTo>
                  <a:lnTo>
                    <a:pt x="5715251" y="625012"/>
                  </a:lnTo>
                  <a:lnTo>
                    <a:pt x="5752391" y="687061"/>
                  </a:lnTo>
                  <a:lnTo>
                    <a:pt x="5789839" y="752624"/>
                  </a:lnTo>
                  <a:lnTo>
                    <a:pt x="5827647" y="821470"/>
                  </a:lnTo>
                  <a:lnTo>
                    <a:pt x="5865830" y="893278"/>
                  </a:lnTo>
                  <a:lnTo>
                    <a:pt x="5904370" y="967645"/>
                  </a:lnTo>
                  <a:lnTo>
                    <a:pt x="5943219" y="1044094"/>
                  </a:lnTo>
                  <a:lnTo>
                    <a:pt x="5982307" y="1122080"/>
                  </a:lnTo>
                  <a:lnTo>
                    <a:pt x="6021547" y="1201012"/>
                  </a:lnTo>
                  <a:lnTo>
                    <a:pt x="6060838" y="1280268"/>
                  </a:lnTo>
                  <a:lnTo>
                    <a:pt x="6100079" y="1359211"/>
                  </a:lnTo>
                  <a:lnTo>
                    <a:pt x="6139171" y="1437220"/>
                  </a:lnTo>
                  <a:lnTo>
                    <a:pt x="6178025" y="1513701"/>
                  </a:lnTo>
                  <a:lnTo>
                    <a:pt x="6216571" y="1588110"/>
                  </a:lnTo>
                  <a:lnTo>
                    <a:pt x="6254761" y="1659968"/>
                  </a:lnTo>
                  <a:lnTo>
                    <a:pt x="6292575" y="1728870"/>
                  </a:lnTo>
                  <a:lnTo>
                    <a:pt x="6330030" y="1794496"/>
                  </a:lnTo>
                  <a:lnTo>
                    <a:pt x="6367175" y="1856609"/>
                  </a:lnTo>
                  <a:lnTo>
                    <a:pt x="6404103" y="1915059"/>
                  </a:lnTo>
                  <a:lnTo>
                    <a:pt x="6440952" y="1969776"/>
                  </a:lnTo>
                  <a:lnTo>
                    <a:pt x="6477908" y="2020767"/>
                  </a:lnTo>
                  <a:lnTo>
                    <a:pt x="6515214" y="2068103"/>
                  </a:lnTo>
                  <a:lnTo>
                    <a:pt x="6515891" y="2068922"/>
                  </a:lnTo>
                  <a:lnTo>
                    <a:pt x="6562907" y="2122367"/>
                  </a:lnTo>
                  <a:lnTo>
                    <a:pt x="6611549" y="2170369"/>
                  </a:lnTo>
                  <a:lnTo>
                    <a:pt x="6662596" y="2213219"/>
                  </a:lnTo>
                  <a:lnTo>
                    <a:pt x="6716918" y="2251397"/>
                  </a:lnTo>
                  <a:lnTo>
                    <a:pt x="6775401" y="2285443"/>
                  </a:lnTo>
                  <a:lnTo>
                    <a:pt x="6838863" y="2315875"/>
                  </a:lnTo>
                  <a:lnTo>
                    <a:pt x="6907963" y="2343143"/>
                  </a:lnTo>
                  <a:lnTo>
                    <a:pt x="6983059" y="2367608"/>
                  </a:lnTo>
                  <a:lnTo>
                    <a:pt x="7064039" y="2389531"/>
                  </a:lnTo>
                  <a:lnTo>
                    <a:pt x="7150113" y="2409069"/>
                  </a:lnTo>
                  <a:lnTo>
                    <a:pt x="7239612" y="2426279"/>
                  </a:lnTo>
                  <a:lnTo>
                    <a:pt x="7329871" y="2441145"/>
                  </a:lnTo>
                  <a:lnTo>
                    <a:pt x="7417288" y="2453612"/>
                  </a:lnTo>
                  <a:lnTo>
                    <a:pt x="7497668" y="2463637"/>
                  </a:lnTo>
                  <a:lnTo>
                    <a:pt x="7566860" y="2471252"/>
                  </a:lnTo>
                  <a:lnTo>
                    <a:pt x="7621599" y="2476607"/>
                  </a:lnTo>
                  <a:lnTo>
                    <a:pt x="7660288" y="2479992"/>
                  </a:lnTo>
                  <a:lnTo>
                    <a:pt x="7683474" y="2481816"/>
                  </a:lnTo>
                  <a:lnTo>
                    <a:pt x="7693895" y="2482556"/>
                  </a:lnTo>
                  <a:lnTo>
                    <a:pt x="7696216" y="2482706"/>
                  </a:lnTo>
                  <a:lnTo>
                    <a:pt x="7696237" y="2482707"/>
                  </a:lnTo>
                  <a:lnTo>
                    <a:pt x="8234974" y="2482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0" name="pl2050"/>
            <p:cNvSpPr/>
            <p:nvPr/>
          </p:nvSpPr>
          <p:spPr>
            <a:xfrm>
              <a:off x="546595" y="1774029"/>
              <a:ext cx="8234974" cy="4159624"/>
            </a:xfrm>
            <a:custGeom>
              <a:avLst/>
              <a:pathLst>
                <a:path w="8234974" h="4159624">
                  <a:moveTo>
                    <a:pt x="8234974" y="2482707"/>
                  </a:moveTo>
                  <a:lnTo>
                    <a:pt x="7696237" y="2482707"/>
                  </a:lnTo>
                  <a:lnTo>
                    <a:pt x="7695041" y="2482631"/>
                  </a:lnTo>
                  <a:lnTo>
                    <a:pt x="7687219" y="2482090"/>
                  </a:lnTo>
                  <a:lnTo>
                    <a:pt x="7667662" y="2480592"/>
                  </a:lnTo>
                  <a:lnTo>
                    <a:pt x="7633105" y="2477652"/>
                  </a:lnTo>
                  <a:lnTo>
                    <a:pt x="7582424" y="2472837"/>
                  </a:lnTo>
                  <a:lnTo>
                    <a:pt x="7516694" y="2465823"/>
                  </a:lnTo>
                  <a:lnTo>
                    <a:pt x="7438817" y="2456425"/>
                  </a:lnTo>
                  <a:lnTo>
                    <a:pt x="7352798" y="2444585"/>
                  </a:lnTo>
                  <a:lnTo>
                    <a:pt x="7262893" y="2430330"/>
                  </a:lnTo>
                  <a:lnTo>
                    <a:pt x="7172904" y="2413719"/>
                  </a:lnTo>
                  <a:lnTo>
                    <a:pt x="7085751" y="2394783"/>
                  </a:lnTo>
                  <a:lnTo>
                    <a:pt x="7003353" y="2373484"/>
                  </a:lnTo>
                  <a:lnTo>
                    <a:pt x="6926708" y="2349693"/>
                  </a:lnTo>
                  <a:lnTo>
                    <a:pt x="6856084" y="2323177"/>
                  </a:lnTo>
                  <a:lnTo>
                    <a:pt x="6791225" y="2293600"/>
                  </a:lnTo>
                  <a:lnTo>
                    <a:pt x="6731534" y="2260531"/>
                  </a:lnTo>
                  <a:lnTo>
                    <a:pt x="6676225" y="2223468"/>
                  </a:lnTo>
                  <a:lnTo>
                    <a:pt x="6624421" y="2181870"/>
                  </a:lnTo>
                  <a:lnTo>
                    <a:pt x="6575240" y="2135232"/>
                  </a:lnTo>
                  <a:lnTo>
                    <a:pt x="6527871" y="2083198"/>
                  </a:lnTo>
                  <a:lnTo>
                    <a:pt x="6515891" y="2068922"/>
                  </a:lnTo>
                  <a:lnTo>
                    <a:pt x="6478576" y="2021652"/>
                  </a:lnTo>
                  <a:lnTo>
                    <a:pt x="6441616" y="1970728"/>
                  </a:lnTo>
                  <a:lnTo>
                    <a:pt x="6404767" y="1916077"/>
                  </a:lnTo>
                  <a:lnTo>
                    <a:pt x="6367841" y="1857694"/>
                  </a:lnTo>
                  <a:lnTo>
                    <a:pt x="6330701" y="1795646"/>
                  </a:lnTo>
                  <a:lnTo>
                    <a:pt x="6293253" y="1730082"/>
                  </a:lnTo>
                  <a:lnTo>
                    <a:pt x="6255445" y="1661236"/>
                  </a:lnTo>
                  <a:lnTo>
                    <a:pt x="6217262" y="1589429"/>
                  </a:lnTo>
                  <a:lnTo>
                    <a:pt x="6178722" y="1515061"/>
                  </a:lnTo>
                  <a:lnTo>
                    <a:pt x="6139873" y="1438613"/>
                  </a:lnTo>
                  <a:lnTo>
                    <a:pt x="6100785" y="1360626"/>
                  </a:lnTo>
                  <a:lnTo>
                    <a:pt x="6061546" y="1281694"/>
                  </a:lnTo>
                  <a:lnTo>
                    <a:pt x="6022254" y="1202439"/>
                  </a:lnTo>
                  <a:lnTo>
                    <a:pt x="5983013" y="1123495"/>
                  </a:lnTo>
                  <a:lnTo>
                    <a:pt x="5943921" y="1045486"/>
                  </a:lnTo>
                  <a:lnTo>
                    <a:pt x="5905067" y="969005"/>
                  </a:lnTo>
                  <a:lnTo>
                    <a:pt x="5866522" y="894596"/>
                  </a:lnTo>
                  <a:lnTo>
                    <a:pt x="5828332" y="822738"/>
                  </a:lnTo>
                  <a:lnTo>
                    <a:pt x="5790517" y="753836"/>
                  </a:lnTo>
                  <a:lnTo>
                    <a:pt x="5753063" y="688211"/>
                  </a:lnTo>
                  <a:lnTo>
                    <a:pt x="5715918" y="626098"/>
                  </a:lnTo>
                  <a:lnTo>
                    <a:pt x="5678989" y="567648"/>
                  </a:lnTo>
                  <a:lnTo>
                    <a:pt x="5642140" y="512930"/>
                  </a:lnTo>
                  <a:lnTo>
                    <a:pt x="5605184" y="461939"/>
                  </a:lnTo>
                  <a:lnTo>
                    <a:pt x="5567878" y="414604"/>
                  </a:lnTo>
                  <a:lnTo>
                    <a:pt x="5567201" y="413784"/>
                  </a:lnTo>
                  <a:lnTo>
                    <a:pt x="5520185" y="360340"/>
                  </a:lnTo>
                  <a:lnTo>
                    <a:pt x="5471543" y="312337"/>
                  </a:lnTo>
                  <a:lnTo>
                    <a:pt x="5420497" y="269488"/>
                  </a:lnTo>
                  <a:lnTo>
                    <a:pt x="5366174" y="231309"/>
                  </a:lnTo>
                  <a:lnTo>
                    <a:pt x="5307692" y="197263"/>
                  </a:lnTo>
                  <a:lnTo>
                    <a:pt x="5244229" y="166832"/>
                  </a:lnTo>
                  <a:lnTo>
                    <a:pt x="5175129" y="139564"/>
                  </a:lnTo>
                  <a:lnTo>
                    <a:pt x="5100033" y="115098"/>
                  </a:lnTo>
                  <a:lnTo>
                    <a:pt x="5019053" y="93175"/>
                  </a:lnTo>
                  <a:lnTo>
                    <a:pt x="4932980" y="73638"/>
                  </a:lnTo>
                  <a:lnTo>
                    <a:pt x="4843481" y="56428"/>
                  </a:lnTo>
                  <a:lnTo>
                    <a:pt x="4753222" y="41561"/>
                  </a:lnTo>
                  <a:lnTo>
                    <a:pt x="4665804" y="29095"/>
                  </a:lnTo>
                  <a:lnTo>
                    <a:pt x="4585425" y="19069"/>
                  </a:lnTo>
                  <a:lnTo>
                    <a:pt x="4516233" y="11455"/>
                  </a:lnTo>
                  <a:lnTo>
                    <a:pt x="4461494" y="6099"/>
                  </a:lnTo>
                  <a:lnTo>
                    <a:pt x="4422805" y="2714"/>
                  </a:lnTo>
                  <a:lnTo>
                    <a:pt x="4399618" y="891"/>
                  </a:lnTo>
                  <a:lnTo>
                    <a:pt x="4389197" y="151"/>
                  </a:lnTo>
                  <a:lnTo>
                    <a:pt x="4386876" y="1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4" y="96"/>
                  </a:lnTo>
                  <a:lnTo>
                    <a:pt x="3841187" y="784"/>
                  </a:lnTo>
                  <a:lnTo>
                    <a:pt x="3826011" y="2685"/>
                  </a:lnTo>
                  <a:lnTo>
                    <a:pt x="3798859" y="6428"/>
                  </a:lnTo>
                  <a:lnTo>
                    <a:pt x="3758361" y="12594"/>
                  </a:lnTo>
                  <a:lnTo>
                    <a:pt x="3704695" y="21656"/>
                  </a:lnTo>
                  <a:lnTo>
                    <a:pt x="3639466" y="33939"/>
                  </a:lnTo>
                  <a:lnTo>
                    <a:pt x="3565339" y="49603"/>
                  </a:lnTo>
                  <a:lnTo>
                    <a:pt x="3485508" y="68675"/>
                  </a:lnTo>
                  <a:lnTo>
                    <a:pt x="3403178" y="91101"/>
                  </a:lnTo>
                  <a:lnTo>
                    <a:pt x="3321144" y="116807"/>
                  </a:lnTo>
                  <a:lnTo>
                    <a:pt x="3241568" y="145758"/>
                  </a:lnTo>
                  <a:lnTo>
                    <a:pt x="3165909" y="177999"/>
                  </a:lnTo>
                  <a:lnTo>
                    <a:pt x="3094981" y="213686"/>
                  </a:lnTo>
                  <a:lnTo>
                    <a:pt x="3029070" y="253090"/>
                  </a:lnTo>
                  <a:lnTo>
                    <a:pt x="2968068" y="296607"/>
                  </a:lnTo>
                  <a:lnTo>
                    <a:pt x="2911598" y="344746"/>
                  </a:lnTo>
                  <a:lnTo>
                    <a:pt x="2859111" y="398110"/>
                  </a:lnTo>
                  <a:lnTo>
                    <a:pt x="2809964" y="457373"/>
                  </a:lnTo>
                  <a:lnTo>
                    <a:pt x="2763483" y="523222"/>
                  </a:lnTo>
                  <a:lnTo>
                    <a:pt x="2719005" y="596267"/>
                  </a:lnTo>
                  <a:lnTo>
                    <a:pt x="2675932" y="676899"/>
                  </a:lnTo>
                  <a:lnTo>
                    <a:pt x="2667772" y="693270"/>
                  </a:lnTo>
                  <a:lnTo>
                    <a:pt x="2637630" y="756696"/>
                  </a:lnTo>
                  <a:lnTo>
                    <a:pt x="2607754" y="824085"/>
                  </a:lnTo>
                  <a:lnTo>
                    <a:pt x="2578005" y="895517"/>
                  </a:lnTo>
                  <a:lnTo>
                    <a:pt x="2548272" y="971027"/>
                  </a:lnTo>
                  <a:lnTo>
                    <a:pt x="2518465" y="1050601"/>
                  </a:lnTo>
                  <a:lnTo>
                    <a:pt x="2488515" y="1134171"/>
                  </a:lnTo>
                  <a:lnTo>
                    <a:pt x="2458372" y="1221610"/>
                  </a:lnTo>
                  <a:lnTo>
                    <a:pt x="2428003" y="1312731"/>
                  </a:lnTo>
                  <a:lnTo>
                    <a:pt x="2397391" y="1407286"/>
                  </a:lnTo>
                  <a:lnTo>
                    <a:pt x="2366536" y="1504969"/>
                  </a:lnTo>
                  <a:lnTo>
                    <a:pt x="2335450" y="1605412"/>
                  </a:lnTo>
                  <a:lnTo>
                    <a:pt x="2304157" y="1708197"/>
                  </a:lnTo>
                  <a:lnTo>
                    <a:pt x="2272692" y="1812856"/>
                  </a:lnTo>
                  <a:lnTo>
                    <a:pt x="2241098" y="1918884"/>
                  </a:lnTo>
                  <a:lnTo>
                    <a:pt x="2209424" y="2025746"/>
                  </a:lnTo>
                  <a:lnTo>
                    <a:pt x="2177723" y="2132890"/>
                  </a:lnTo>
                  <a:lnTo>
                    <a:pt x="2146048" y="2239757"/>
                  </a:lnTo>
                  <a:lnTo>
                    <a:pt x="2114453" y="2345795"/>
                  </a:lnTo>
                  <a:lnTo>
                    <a:pt x="2082987" y="2450469"/>
                  </a:lnTo>
                  <a:lnTo>
                    <a:pt x="2051692" y="2553273"/>
                  </a:lnTo>
                  <a:lnTo>
                    <a:pt x="2020604" y="2653740"/>
                  </a:lnTo>
                  <a:lnTo>
                    <a:pt x="1989747" y="2751450"/>
                  </a:lnTo>
                  <a:lnTo>
                    <a:pt x="1959133" y="2846036"/>
                  </a:lnTo>
                  <a:lnTo>
                    <a:pt x="1928762" y="2937190"/>
                  </a:lnTo>
                  <a:lnTo>
                    <a:pt x="1898616" y="3024663"/>
                  </a:lnTo>
                  <a:lnTo>
                    <a:pt x="1868665" y="3108269"/>
                  </a:lnTo>
                  <a:lnTo>
                    <a:pt x="1838857" y="3187881"/>
                  </a:lnTo>
                  <a:lnTo>
                    <a:pt x="1809123" y="3263429"/>
                  </a:lnTo>
                  <a:lnTo>
                    <a:pt x="1779375" y="3334898"/>
                  </a:lnTo>
                  <a:lnTo>
                    <a:pt x="1749501" y="3402324"/>
                  </a:lnTo>
                  <a:lnTo>
                    <a:pt x="1719362" y="3465786"/>
                  </a:lnTo>
                  <a:lnTo>
                    <a:pt x="1719082" y="3466353"/>
                  </a:lnTo>
                  <a:lnTo>
                    <a:pt x="1676220" y="3548455"/>
                  </a:lnTo>
                  <a:lnTo>
                    <a:pt x="1632056" y="3622938"/>
                  </a:lnTo>
                  <a:lnTo>
                    <a:pt x="1586010" y="3690126"/>
                  </a:lnTo>
                  <a:lnTo>
                    <a:pt x="1537428" y="3750603"/>
                  </a:lnTo>
                  <a:lnTo>
                    <a:pt x="1485634" y="3805047"/>
                  </a:lnTo>
                  <a:lnTo>
                    <a:pt x="1429976" y="3854140"/>
                  </a:lnTo>
                  <a:lnTo>
                    <a:pt x="1369881" y="3898503"/>
                  </a:lnTo>
                  <a:lnTo>
                    <a:pt x="1304932" y="3938664"/>
                  </a:lnTo>
                  <a:lnTo>
                    <a:pt x="1234960" y="3975039"/>
                  </a:lnTo>
                  <a:lnTo>
                    <a:pt x="1160165" y="4007928"/>
                  </a:lnTo>
                  <a:lnTo>
                    <a:pt x="1081249" y="4037504"/>
                  </a:lnTo>
                  <a:lnTo>
                    <a:pt x="999542" y="4063834"/>
                  </a:lnTo>
                  <a:lnTo>
                    <a:pt x="917069" y="4086896"/>
                  </a:lnTo>
                  <a:lnTo>
                    <a:pt x="836517" y="4106619"/>
                  </a:lnTo>
                  <a:lnTo>
                    <a:pt x="761038" y="4122939"/>
                  </a:lnTo>
                  <a:lnTo>
                    <a:pt x="693869" y="4135863"/>
                  </a:lnTo>
                  <a:lnTo>
                    <a:pt x="637817" y="4145525"/>
                  </a:lnTo>
                  <a:lnTo>
                    <a:pt x="594727" y="4152214"/>
                  </a:lnTo>
                  <a:lnTo>
                    <a:pt x="565069" y="4156380"/>
                  </a:lnTo>
                  <a:lnTo>
                    <a:pt x="547768" y="4158588"/>
                  </a:lnTo>
                  <a:lnTo>
                    <a:pt x="540270" y="4159460"/>
                  </a:lnTo>
                  <a:lnTo>
                    <a:pt x="538743" y="4159623"/>
                  </a:lnTo>
                  <a:lnTo>
                    <a:pt x="538736" y="4159624"/>
                  </a:lnTo>
                  <a:lnTo>
                    <a:pt x="0" y="41596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1" name="pg2051"/>
            <p:cNvSpPr/>
            <p:nvPr/>
          </p:nvSpPr>
          <p:spPr>
            <a:xfrm>
              <a:off x="546595" y="3407389"/>
              <a:ext cx="8234974" cy="2542597"/>
            </a:xfrm>
            <a:custGeom>
              <a:avLst/>
              <a:pathLst>
                <a:path w="8234974" h="2542597">
                  <a:moveTo>
                    <a:pt x="0" y="2542597"/>
                  </a:moveTo>
                  <a:lnTo>
                    <a:pt x="538736" y="2542597"/>
                  </a:lnTo>
                  <a:lnTo>
                    <a:pt x="539979" y="2542539"/>
                  </a:lnTo>
                  <a:lnTo>
                    <a:pt x="548098" y="2542127"/>
                  </a:lnTo>
                  <a:lnTo>
                    <a:pt x="568372" y="2540986"/>
                  </a:lnTo>
                  <a:lnTo>
                    <a:pt x="604124" y="2538746"/>
                  </a:lnTo>
                  <a:lnTo>
                    <a:pt x="656417" y="2535082"/>
                  </a:lnTo>
                  <a:lnTo>
                    <a:pt x="724008" y="2529754"/>
                  </a:lnTo>
                  <a:lnTo>
                    <a:pt x="803770" y="2522626"/>
                  </a:lnTo>
                  <a:lnTo>
                    <a:pt x="891487" y="2513662"/>
                  </a:lnTo>
                  <a:lnTo>
                    <a:pt x="982751" y="2502888"/>
                  </a:lnTo>
                  <a:lnTo>
                    <a:pt x="1073700" y="2490346"/>
                  </a:lnTo>
                  <a:lnTo>
                    <a:pt x="1161422" y="2476056"/>
                  </a:lnTo>
                  <a:lnTo>
                    <a:pt x="1244065" y="2459981"/>
                  </a:lnTo>
                  <a:lnTo>
                    <a:pt x="1320716" y="2442010"/>
                  </a:lnTo>
                  <a:lnTo>
                    <a:pt x="1391202" y="2421952"/>
                  </a:lnTo>
                  <a:lnTo>
                    <a:pt x="1455863" y="2399538"/>
                  </a:lnTo>
                  <a:lnTo>
                    <a:pt x="1515366" y="2374428"/>
                  </a:lnTo>
                  <a:lnTo>
                    <a:pt x="1570557" y="2346232"/>
                  </a:lnTo>
                  <a:lnTo>
                    <a:pt x="1622354" y="2314537"/>
                  </a:lnTo>
                  <a:lnTo>
                    <a:pt x="1671665" y="2278976"/>
                  </a:lnTo>
                  <a:lnTo>
                    <a:pt x="1719082" y="2239518"/>
                  </a:lnTo>
                  <a:lnTo>
                    <a:pt x="1760595" y="2200806"/>
                  </a:lnTo>
                  <a:lnTo>
                    <a:pt x="1801705" y="2158769"/>
                  </a:lnTo>
                  <a:lnTo>
                    <a:pt x="1842734" y="2113344"/>
                  </a:lnTo>
                  <a:lnTo>
                    <a:pt x="1883921" y="2064545"/>
                  </a:lnTo>
                  <a:lnTo>
                    <a:pt x="1925432" y="2012473"/>
                  </a:lnTo>
                  <a:lnTo>
                    <a:pt x="1967366" y="1957321"/>
                  </a:lnTo>
                  <a:lnTo>
                    <a:pt x="2009763" y="1899381"/>
                  </a:lnTo>
                  <a:lnTo>
                    <a:pt x="2052609" y="1839038"/>
                  </a:lnTo>
                  <a:lnTo>
                    <a:pt x="2095845" y="1776762"/>
                  </a:lnTo>
                  <a:lnTo>
                    <a:pt x="2139374" y="1713102"/>
                  </a:lnTo>
                  <a:lnTo>
                    <a:pt x="2183075" y="1648657"/>
                  </a:lnTo>
                  <a:lnTo>
                    <a:pt x="2226810" y="1584060"/>
                  </a:lnTo>
                  <a:lnTo>
                    <a:pt x="2270437" y="1519951"/>
                  </a:lnTo>
                  <a:lnTo>
                    <a:pt x="2313826" y="1456948"/>
                  </a:lnTo>
                  <a:lnTo>
                    <a:pt x="2356866" y="1395626"/>
                  </a:lnTo>
                  <a:lnTo>
                    <a:pt x="2399480" y="1336495"/>
                  </a:lnTo>
                  <a:lnTo>
                    <a:pt x="2441631" y="1279982"/>
                  </a:lnTo>
                  <a:lnTo>
                    <a:pt x="2483334" y="1226422"/>
                  </a:lnTo>
                  <a:lnTo>
                    <a:pt x="2524658" y="1176055"/>
                  </a:lnTo>
                  <a:lnTo>
                    <a:pt x="2565737" y="1129027"/>
                  </a:lnTo>
                  <a:lnTo>
                    <a:pt x="2606774" y="1085389"/>
                  </a:lnTo>
                  <a:lnTo>
                    <a:pt x="2648049" y="1045116"/>
                  </a:lnTo>
                  <a:lnTo>
                    <a:pt x="2667772" y="1027202"/>
                  </a:lnTo>
                  <a:lnTo>
                    <a:pt x="2715414" y="987570"/>
                  </a:lnTo>
                  <a:lnTo>
                    <a:pt x="2764733" y="952027"/>
                  </a:lnTo>
                  <a:lnTo>
                    <a:pt x="2816544" y="920350"/>
                  </a:lnTo>
                  <a:lnTo>
                    <a:pt x="2871753" y="892168"/>
                  </a:lnTo>
                  <a:lnTo>
                    <a:pt x="2931278" y="867072"/>
                  </a:lnTo>
                  <a:lnTo>
                    <a:pt x="2995964" y="844670"/>
                  </a:lnTo>
                  <a:lnTo>
                    <a:pt x="3066478" y="824622"/>
                  </a:lnTo>
                  <a:lnTo>
                    <a:pt x="3143158" y="806660"/>
                  </a:lnTo>
                  <a:lnTo>
                    <a:pt x="3225827" y="790593"/>
                  </a:lnTo>
                  <a:lnTo>
                    <a:pt x="3313570" y="776311"/>
                  </a:lnTo>
                  <a:lnTo>
                    <a:pt x="3404527" y="763778"/>
                  </a:lnTo>
                  <a:lnTo>
                    <a:pt x="3495785" y="753012"/>
                  </a:lnTo>
                  <a:lnTo>
                    <a:pt x="3583475" y="744056"/>
                  </a:lnTo>
                  <a:lnTo>
                    <a:pt x="3663190" y="736937"/>
                  </a:lnTo>
                  <a:lnTo>
                    <a:pt x="3730716" y="731617"/>
                  </a:lnTo>
                  <a:lnTo>
                    <a:pt x="3782934" y="727960"/>
                  </a:lnTo>
                  <a:lnTo>
                    <a:pt x="3818611" y="725726"/>
                  </a:lnTo>
                  <a:lnTo>
                    <a:pt x="3838818" y="724590"/>
                  </a:lnTo>
                  <a:lnTo>
                    <a:pt x="3846892" y="724180"/>
                  </a:lnTo>
                  <a:lnTo>
                    <a:pt x="3848118" y="724123"/>
                  </a:lnTo>
                  <a:lnTo>
                    <a:pt x="4386855" y="724123"/>
                  </a:lnTo>
                  <a:lnTo>
                    <a:pt x="4388148" y="724099"/>
                  </a:lnTo>
                  <a:lnTo>
                    <a:pt x="4396585" y="723929"/>
                  </a:lnTo>
                  <a:lnTo>
                    <a:pt x="4417622" y="723459"/>
                  </a:lnTo>
                  <a:lnTo>
                    <a:pt x="4454644" y="722538"/>
                  </a:lnTo>
                  <a:lnTo>
                    <a:pt x="4508640" y="721032"/>
                  </a:lnTo>
                  <a:lnTo>
                    <a:pt x="4578183" y="718846"/>
                  </a:lnTo>
                  <a:lnTo>
                    <a:pt x="4659903" y="715926"/>
                  </a:lnTo>
                  <a:lnTo>
                    <a:pt x="4749360" y="712262"/>
                  </a:lnTo>
                  <a:lnTo>
                    <a:pt x="4841998" y="707864"/>
                  </a:lnTo>
                  <a:lnTo>
                    <a:pt x="4933893" y="702751"/>
                  </a:lnTo>
                  <a:lnTo>
                    <a:pt x="5022159" y="696928"/>
                  </a:lnTo>
                  <a:lnTo>
                    <a:pt x="5105012" y="690375"/>
                  </a:lnTo>
                  <a:lnTo>
                    <a:pt x="5181639" y="683041"/>
                  </a:lnTo>
                  <a:lnTo>
                    <a:pt x="5251964" y="674844"/>
                  </a:lnTo>
                  <a:lnTo>
                    <a:pt x="5316415" y="665667"/>
                  </a:lnTo>
                  <a:lnTo>
                    <a:pt x="5375733" y="655364"/>
                  </a:lnTo>
                  <a:lnTo>
                    <a:pt x="5430822" y="643772"/>
                  </a:lnTo>
                  <a:lnTo>
                    <a:pt x="5482643" y="630723"/>
                  </a:lnTo>
                  <a:lnTo>
                    <a:pt x="5532125" y="616076"/>
                  </a:lnTo>
                  <a:lnTo>
                    <a:pt x="5567201" y="604343"/>
                  </a:lnTo>
                  <a:lnTo>
                    <a:pt x="5617101" y="585771"/>
                  </a:lnTo>
                  <a:lnTo>
                    <a:pt x="5666517" y="565286"/>
                  </a:lnTo>
                  <a:lnTo>
                    <a:pt x="5715967" y="542861"/>
                  </a:lnTo>
                  <a:lnTo>
                    <a:pt x="5765800" y="518535"/>
                  </a:lnTo>
                  <a:lnTo>
                    <a:pt x="5816223" y="492424"/>
                  </a:lnTo>
                  <a:lnTo>
                    <a:pt x="5867314" y="464723"/>
                  </a:lnTo>
                  <a:lnTo>
                    <a:pt x="5919039" y="435703"/>
                  </a:lnTo>
                  <a:lnTo>
                    <a:pt x="5971273" y="405706"/>
                  </a:lnTo>
                  <a:lnTo>
                    <a:pt x="6023825" y="375131"/>
                  </a:lnTo>
                  <a:lnTo>
                    <a:pt x="6076459" y="344408"/>
                  </a:lnTo>
                  <a:lnTo>
                    <a:pt x="6128931" y="313976"/>
                  </a:lnTo>
                  <a:lnTo>
                    <a:pt x="6181017" y="284257"/>
                  </a:lnTo>
                  <a:lnTo>
                    <a:pt x="6232545" y="255633"/>
                  </a:lnTo>
                  <a:lnTo>
                    <a:pt x="6283416" y="228425"/>
                  </a:lnTo>
                  <a:lnTo>
                    <a:pt x="6333632" y="202880"/>
                  </a:lnTo>
                  <a:lnTo>
                    <a:pt x="6383311" y="179167"/>
                  </a:lnTo>
                  <a:lnTo>
                    <a:pt x="6432703" y="157375"/>
                  </a:lnTo>
                  <a:lnTo>
                    <a:pt x="6482211" y="137521"/>
                  </a:lnTo>
                  <a:lnTo>
                    <a:pt x="6515891" y="125224"/>
                  </a:lnTo>
                  <a:lnTo>
                    <a:pt x="6564185" y="109361"/>
                  </a:lnTo>
                  <a:lnTo>
                    <a:pt x="6614214" y="95157"/>
                  </a:lnTo>
                  <a:lnTo>
                    <a:pt x="6666825" y="82518"/>
                  </a:lnTo>
                  <a:lnTo>
                    <a:pt x="6722966" y="71292"/>
                  </a:lnTo>
                  <a:lnTo>
                    <a:pt x="6783589" y="61310"/>
                  </a:lnTo>
                  <a:lnTo>
                    <a:pt x="6849567" y="52411"/>
                  </a:lnTo>
                  <a:lnTo>
                    <a:pt x="6921573" y="44458"/>
                  </a:lnTo>
                  <a:lnTo>
                    <a:pt x="6999921" y="37343"/>
                  </a:lnTo>
                  <a:lnTo>
                    <a:pt x="7084357" y="30991"/>
                  </a:lnTo>
                  <a:lnTo>
                    <a:pt x="7173826" y="25361"/>
                  </a:lnTo>
                  <a:lnTo>
                    <a:pt x="7266254" y="20440"/>
                  </a:lnTo>
                  <a:lnTo>
                    <a:pt x="7358455" y="16239"/>
                  </a:lnTo>
                  <a:lnTo>
                    <a:pt x="7446278" y="12776"/>
                  </a:lnTo>
                  <a:lnTo>
                    <a:pt x="7525112" y="10058"/>
                  </a:lnTo>
                  <a:lnTo>
                    <a:pt x="7590709" y="8063"/>
                  </a:lnTo>
                  <a:lnTo>
                    <a:pt x="7640153" y="6727"/>
                  </a:lnTo>
                  <a:lnTo>
                    <a:pt x="7672645" y="5942"/>
                  </a:lnTo>
                  <a:lnTo>
                    <a:pt x="7689842" y="5569"/>
                  </a:lnTo>
                  <a:lnTo>
                    <a:pt x="7695728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4" y="23"/>
                  </a:lnTo>
                  <a:lnTo>
                    <a:pt x="7686507" y="193"/>
                  </a:lnTo>
                  <a:lnTo>
                    <a:pt x="7665470" y="663"/>
                  </a:lnTo>
                  <a:lnTo>
                    <a:pt x="7628448" y="1584"/>
                  </a:lnTo>
                  <a:lnTo>
                    <a:pt x="7574452" y="3090"/>
                  </a:lnTo>
                  <a:lnTo>
                    <a:pt x="7504910" y="5276"/>
                  </a:lnTo>
                  <a:lnTo>
                    <a:pt x="7423189" y="8196"/>
                  </a:lnTo>
                  <a:lnTo>
                    <a:pt x="7333732" y="11860"/>
                  </a:lnTo>
                  <a:lnTo>
                    <a:pt x="7241095" y="16258"/>
                  </a:lnTo>
                  <a:lnTo>
                    <a:pt x="7149199" y="21371"/>
                  </a:lnTo>
                  <a:lnTo>
                    <a:pt x="7060934" y="27194"/>
                  </a:lnTo>
                  <a:lnTo>
                    <a:pt x="6978080" y="33748"/>
                  </a:lnTo>
                  <a:lnTo>
                    <a:pt x="6901453" y="41081"/>
                  </a:lnTo>
                  <a:lnTo>
                    <a:pt x="6831129" y="49278"/>
                  </a:lnTo>
                  <a:lnTo>
                    <a:pt x="6766678" y="58455"/>
                  </a:lnTo>
                  <a:lnTo>
                    <a:pt x="6707360" y="68758"/>
                  </a:lnTo>
                  <a:lnTo>
                    <a:pt x="6652270" y="80350"/>
                  </a:lnTo>
                  <a:lnTo>
                    <a:pt x="6600449" y="93399"/>
                  </a:lnTo>
                  <a:lnTo>
                    <a:pt x="6550968" y="108046"/>
                  </a:lnTo>
                  <a:lnTo>
                    <a:pt x="6515891" y="119779"/>
                  </a:lnTo>
                  <a:lnTo>
                    <a:pt x="6465992" y="138352"/>
                  </a:lnTo>
                  <a:lnTo>
                    <a:pt x="6416576" y="158836"/>
                  </a:lnTo>
                  <a:lnTo>
                    <a:pt x="6367126" y="181262"/>
                  </a:lnTo>
                  <a:lnTo>
                    <a:pt x="6317292" y="205587"/>
                  </a:lnTo>
                  <a:lnTo>
                    <a:pt x="6266869" y="231698"/>
                  </a:lnTo>
                  <a:lnTo>
                    <a:pt x="6215779" y="259399"/>
                  </a:lnTo>
                  <a:lnTo>
                    <a:pt x="6164054" y="288419"/>
                  </a:lnTo>
                  <a:lnTo>
                    <a:pt x="6111819" y="318416"/>
                  </a:lnTo>
                  <a:lnTo>
                    <a:pt x="6059268" y="348991"/>
                  </a:lnTo>
                  <a:lnTo>
                    <a:pt x="6006634" y="379714"/>
                  </a:lnTo>
                  <a:lnTo>
                    <a:pt x="5954162" y="410146"/>
                  </a:lnTo>
                  <a:lnTo>
                    <a:pt x="5902075" y="439865"/>
                  </a:lnTo>
                  <a:lnTo>
                    <a:pt x="5850548" y="468489"/>
                  </a:lnTo>
                  <a:lnTo>
                    <a:pt x="5799677" y="495697"/>
                  </a:lnTo>
                  <a:lnTo>
                    <a:pt x="5749461" y="521242"/>
                  </a:lnTo>
                  <a:lnTo>
                    <a:pt x="5699782" y="544955"/>
                  </a:lnTo>
                  <a:lnTo>
                    <a:pt x="5650389" y="566747"/>
                  </a:lnTo>
                  <a:lnTo>
                    <a:pt x="5600881" y="586601"/>
                  </a:lnTo>
                  <a:lnTo>
                    <a:pt x="5567201" y="598898"/>
                  </a:lnTo>
                  <a:lnTo>
                    <a:pt x="5518907" y="614761"/>
                  </a:lnTo>
                  <a:lnTo>
                    <a:pt x="5468879" y="628965"/>
                  </a:lnTo>
                  <a:lnTo>
                    <a:pt x="5416267" y="641604"/>
                  </a:lnTo>
                  <a:lnTo>
                    <a:pt x="5360127" y="652830"/>
                  </a:lnTo>
                  <a:lnTo>
                    <a:pt x="5299503" y="662812"/>
                  </a:lnTo>
                  <a:lnTo>
                    <a:pt x="5233525" y="671711"/>
                  </a:lnTo>
                  <a:lnTo>
                    <a:pt x="5161519" y="679664"/>
                  </a:lnTo>
                  <a:lnTo>
                    <a:pt x="5083172" y="686779"/>
                  </a:lnTo>
                  <a:lnTo>
                    <a:pt x="4998736" y="693131"/>
                  </a:lnTo>
                  <a:lnTo>
                    <a:pt x="4909267" y="698761"/>
                  </a:lnTo>
                  <a:lnTo>
                    <a:pt x="4816838" y="703682"/>
                  </a:lnTo>
                  <a:lnTo>
                    <a:pt x="4724638" y="707883"/>
                  </a:lnTo>
                  <a:lnTo>
                    <a:pt x="4636814" y="711346"/>
                  </a:lnTo>
                  <a:lnTo>
                    <a:pt x="4557980" y="714064"/>
                  </a:lnTo>
                  <a:lnTo>
                    <a:pt x="4492383" y="716059"/>
                  </a:lnTo>
                  <a:lnTo>
                    <a:pt x="4442939" y="717396"/>
                  </a:lnTo>
                  <a:lnTo>
                    <a:pt x="4410447" y="718180"/>
                  </a:lnTo>
                  <a:lnTo>
                    <a:pt x="4393250" y="718553"/>
                  </a:lnTo>
                  <a:lnTo>
                    <a:pt x="4387365" y="718669"/>
                  </a:lnTo>
                  <a:lnTo>
                    <a:pt x="4386855" y="718678"/>
                  </a:lnTo>
                  <a:lnTo>
                    <a:pt x="3848118" y="718678"/>
                  </a:lnTo>
                  <a:lnTo>
                    <a:pt x="3846875" y="718736"/>
                  </a:lnTo>
                  <a:lnTo>
                    <a:pt x="3838756" y="719148"/>
                  </a:lnTo>
                  <a:lnTo>
                    <a:pt x="3818483" y="720289"/>
                  </a:lnTo>
                  <a:lnTo>
                    <a:pt x="3782730" y="722529"/>
                  </a:lnTo>
                  <a:lnTo>
                    <a:pt x="3730438" y="726193"/>
                  </a:lnTo>
                  <a:lnTo>
                    <a:pt x="3662846" y="731521"/>
                  </a:lnTo>
                  <a:lnTo>
                    <a:pt x="3583084" y="738649"/>
                  </a:lnTo>
                  <a:lnTo>
                    <a:pt x="3495368" y="747613"/>
                  </a:lnTo>
                  <a:lnTo>
                    <a:pt x="3404104" y="758387"/>
                  </a:lnTo>
                  <a:lnTo>
                    <a:pt x="3313155" y="770929"/>
                  </a:lnTo>
                  <a:lnTo>
                    <a:pt x="3225432" y="785219"/>
                  </a:lnTo>
                  <a:lnTo>
                    <a:pt x="3142790" y="801294"/>
                  </a:lnTo>
                  <a:lnTo>
                    <a:pt x="3066138" y="819265"/>
                  </a:lnTo>
                  <a:lnTo>
                    <a:pt x="2995652" y="839323"/>
                  </a:lnTo>
                  <a:lnTo>
                    <a:pt x="2930991" y="861737"/>
                  </a:lnTo>
                  <a:lnTo>
                    <a:pt x="2871488" y="886847"/>
                  </a:lnTo>
                  <a:lnTo>
                    <a:pt x="2816297" y="915043"/>
                  </a:lnTo>
                  <a:lnTo>
                    <a:pt x="2764500" y="946738"/>
                  </a:lnTo>
                  <a:lnTo>
                    <a:pt x="2715190" y="982299"/>
                  </a:lnTo>
                  <a:lnTo>
                    <a:pt x="2667772" y="1021757"/>
                  </a:lnTo>
                  <a:lnTo>
                    <a:pt x="2626259" y="1060469"/>
                  </a:lnTo>
                  <a:lnTo>
                    <a:pt x="2585150" y="1102506"/>
                  </a:lnTo>
                  <a:lnTo>
                    <a:pt x="2544121" y="1147931"/>
                  </a:lnTo>
                  <a:lnTo>
                    <a:pt x="2502934" y="1196730"/>
                  </a:lnTo>
                  <a:lnTo>
                    <a:pt x="2461423" y="1248802"/>
                  </a:lnTo>
                  <a:lnTo>
                    <a:pt x="2419488" y="1303953"/>
                  </a:lnTo>
                  <a:lnTo>
                    <a:pt x="2377092" y="1361894"/>
                  </a:lnTo>
                  <a:lnTo>
                    <a:pt x="2334246" y="1422237"/>
                  </a:lnTo>
                  <a:lnTo>
                    <a:pt x="2291010" y="1484513"/>
                  </a:lnTo>
                  <a:lnTo>
                    <a:pt x="2247480" y="1548173"/>
                  </a:lnTo>
                  <a:lnTo>
                    <a:pt x="2203779" y="1612618"/>
                  </a:lnTo>
                  <a:lnTo>
                    <a:pt x="2160045" y="1677215"/>
                  </a:lnTo>
                  <a:lnTo>
                    <a:pt x="2116418" y="1741324"/>
                  </a:lnTo>
                  <a:lnTo>
                    <a:pt x="2073029" y="1804327"/>
                  </a:lnTo>
                  <a:lnTo>
                    <a:pt x="2029989" y="1865649"/>
                  </a:lnTo>
                  <a:lnTo>
                    <a:pt x="1987375" y="1924780"/>
                  </a:lnTo>
                  <a:lnTo>
                    <a:pt x="1945223" y="1981293"/>
                  </a:lnTo>
                  <a:lnTo>
                    <a:pt x="1903520" y="2034853"/>
                  </a:lnTo>
                  <a:lnTo>
                    <a:pt x="1862196" y="2085220"/>
                  </a:lnTo>
                  <a:lnTo>
                    <a:pt x="1821117" y="2132248"/>
                  </a:lnTo>
                  <a:lnTo>
                    <a:pt x="1780081" y="2175886"/>
                  </a:lnTo>
                  <a:lnTo>
                    <a:pt x="1738805" y="2216159"/>
                  </a:lnTo>
                  <a:lnTo>
                    <a:pt x="1719082" y="2234073"/>
                  </a:lnTo>
                  <a:lnTo>
                    <a:pt x="1671441" y="2273705"/>
                  </a:lnTo>
                  <a:lnTo>
                    <a:pt x="1622121" y="2309248"/>
                  </a:lnTo>
                  <a:lnTo>
                    <a:pt x="1570310" y="2340925"/>
                  </a:lnTo>
                  <a:lnTo>
                    <a:pt x="1515102" y="2369106"/>
                  </a:lnTo>
                  <a:lnTo>
                    <a:pt x="1455577" y="2394203"/>
                  </a:lnTo>
                  <a:lnTo>
                    <a:pt x="1390890" y="2416605"/>
                  </a:lnTo>
                  <a:lnTo>
                    <a:pt x="1320376" y="2436653"/>
                  </a:lnTo>
                  <a:lnTo>
                    <a:pt x="1243696" y="2454615"/>
                  </a:lnTo>
                  <a:lnTo>
                    <a:pt x="1161027" y="2470682"/>
                  </a:lnTo>
                  <a:lnTo>
                    <a:pt x="1073285" y="2484964"/>
                  </a:lnTo>
                  <a:lnTo>
                    <a:pt x="982327" y="2497497"/>
                  </a:lnTo>
                  <a:lnTo>
                    <a:pt x="891070" y="2508263"/>
                  </a:lnTo>
                  <a:lnTo>
                    <a:pt x="803380" y="2517219"/>
                  </a:lnTo>
                  <a:lnTo>
                    <a:pt x="723665" y="2524338"/>
                  </a:lnTo>
                  <a:lnTo>
                    <a:pt x="656138" y="2529658"/>
                  </a:lnTo>
                  <a:lnTo>
                    <a:pt x="603921" y="2533315"/>
                  </a:lnTo>
                  <a:lnTo>
                    <a:pt x="568244" y="2535549"/>
                  </a:lnTo>
                  <a:lnTo>
                    <a:pt x="548036" y="2536685"/>
                  </a:lnTo>
                  <a:lnTo>
                    <a:pt x="539962" y="2537095"/>
                  </a:lnTo>
                  <a:lnTo>
                    <a:pt x="538736" y="2537152"/>
                  </a:lnTo>
                  <a:lnTo>
                    <a:pt x="0" y="2537152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52" name="pl2052"/>
            <p:cNvSpPr/>
            <p:nvPr/>
          </p:nvSpPr>
          <p:spPr>
            <a:xfrm>
              <a:off x="546595" y="3412834"/>
              <a:ext cx="8234974" cy="2537152"/>
            </a:xfrm>
            <a:custGeom>
              <a:avLst/>
              <a:pathLst>
                <a:path w="8234974" h="2537152">
                  <a:moveTo>
                    <a:pt x="0" y="2537152"/>
                  </a:moveTo>
                  <a:lnTo>
                    <a:pt x="538736" y="2537152"/>
                  </a:lnTo>
                  <a:lnTo>
                    <a:pt x="539979" y="2537095"/>
                  </a:lnTo>
                  <a:lnTo>
                    <a:pt x="548098" y="2536682"/>
                  </a:lnTo>
                  <a:lnTo>
                    <a:pt x="568372" y="2535541"/>
                  </a:lnTo>
                  <a:lnTo>
                    <a:pt x="604124" y="2533301"/>
                  </a:lnTo>
                  <a:lnTo>
                    <a:pt x="656417" y="2529638"/>
                  </a:lnTo>
                  <a:lnTo>
                    <a:pt x="724008" y="2524309"/>
                  </a:lnTo>
                  <a:lnTo>
                    <a:pt x="803770" y="2517181"/>
                  </a:lnTo>
                  <a:lnTo>
                    <a:pt x="891487" y="2508218"/>
                  </a:lnTo>
                  <a:lnTo>
                    <a:pt x="982751" y="2497443"/>
                  </a:lnTo>
                  <a:lnTo>
                    <a:pt x="1073700" y="2484902"/>
                  </a:lnTo>
                  <a:lnTo>
                    <a:pt x="1161422" y="2470612"/>
                  </a:lnTo>
                  <a:lnTo>
                    <a:pt x="1244065" y="2454537"/>
                  </a:lnTo>
                  <a:lnTo>
                    <a:pt x="1320716" y="2436565"/>
                  </a:lnTo>
                  <a:lnTo>
                    <a:pt x="1391202" y="2416507"/>
                  </a:lnTo>
                  <a:lnTo>
                    <a:pt x="1455863" y="2394093"/>
                  </a:lnTo>
                  <a:lnTo>
                    <a:pt x="1515366" y="2368984"/>
                  </a:lnTo>
                  <a:lnTo>
                    <a:pt x="1570557" y="2340787"/>
                  </a:lnTo>
                  <a:lnTo>
                    <a:pt x="1622354" y="2309093"/>
                  </a:lnTo>
                  <a:lnTo>
                    <a:pt x="1671665" y="2273531"/>
                  </a:lnTo>
                  <a:lnTo>
                    <a:pt x="1719082" y="2234073"/>
                  </a:lnTo>
                  <a:lnTo>
                    <a:pt x="1760595" y="2195362"/>
                  </a:lnTo>
                  <a:lnTo>
                    <a:pt x="1801705" y="2153325"/>
                  </a:lnTo>
                  <a:lnTo>
                    <a:pt x="1842734" y="2107900"/>
                  </a:lnTo>
                  <a:lnTo>
                    <a:pt x="1883921" y="2059101"/>
                  </a:lnTo>
                  <a:lnTo>
                    <a:pt x="1925432" y="2007028"/>
                  </a:lnTo>
                  <a:lnTo>
                    <a:pt x="1967366" y="1951877"/>
                  </a:lnTo>
                  <a:lnTo>
                    <a:pt x="2009763" y="1893937"/>
                  </a:lnTo>
                  <a:lnTo>
                    <a:pt x="2052609" y="1833593"/>
                  </a:lnTo>
                  <a:lnTo>
                    <a:pt x="2095845" y="1771318"/>
                  </a:lnTo>
                  <a:lnTo>
                    <a:pt x="2139374" y="1707657"/>
                  </a:lnTo>
                  <a:lnTo>
                    <a:pt x="2183075" y="1643212"/>
                  </a:lnTo>
                  <a:lnTo>
                    <a:pt x="2226810" y="1578616"/>
                  </a:lnTo>
                  <a:lnTo>
                    <a:pt x="2270437" y="1514506"/>
                  </a:lnTo>
                  <a:lnTo>
                    <a:pt x="2313826" y="1451504"/>
                  </a:lnTo>
                  <a:lnTo>
                    <a:pt x="2356866" y="1390182"/>
                  </a:lnTo>
                  <a:lnTo>
                    <a:pt x="2399480" y="1331051"/>
                  </a:lnTo>
                  <a:lnTo>
                    <a:pt x="2441631" y="1274537"/>
                  </a:lnTo>
                  <a:lnTo>
                    <a:pt x="2483334" y="1220977"/>
                  </a:lnTo>
                  <a:lnTo>
                    <a:pt x="2524658" y="1170611"/>
                  </a:lnTo>
                  <a:lnTo>
                    <a:pt x="2565737" y="1123582"/>
                  </a:lnTo>
                  <a:lnTo>
                    <a:pt x="2606774" y="1079945"/>
                  </a:lnTo>
                  <a:lnTo>
                    <a:pt x="2648049" y="1039672"/>
                  </a:lnTo>
                  <a:lnTo>
                    <a:pt x="2667772" y="1021757"/>
                  </a:lnTo>
                  <a:lnTo>
                    <a:pt x="2715414" y="982125"/>
                  </a:lnTo>
                  <a:lnTo>
                    <a:pt x="2764733" y="946583"/>
                  </a:lnTo>
                  <a:lnTo>
                    <a:pt x="2816544" y="914905"/>
                  </a:lnTo>
                  <a:lnTo>
                    <a:pt x="2871753" y="886724"/>
                  </a:lnTo>
                  <a:lnTo>
                    <a:pt x="2931278" y="861628"/>
                  </a:lnTo>
                  <a:lnTo>
                    <a:pt x="2995964" y="839225"/>
                  </a:lnTo>
                  <a:lnTo>
                    <a:pt x="3066478" y="819178"/>
                  </a:lnTo>
                  <a:lnTo>
                    <a:pt x="3143158" y="801215"/>
                  </a:lnTo>
                  <a:lnTo>
                    <a:pt x="3225827" y="785148"/>
                  </a:lnTo>
                  <a:lnTo>
                    <a:pt x="3313570" y="770867"/>
                  </a:lnTo>
                  <a:lnTo>
                    <a:pt x="3404527" y="758333"/>
                  </a:lnTo>
                  <a:lnTo>
                    <a:pt x="3495785" y="747567"/>
                  </a:lnTo>
                  <a:lnTo>
                    <a:pt x="3583475" y="738612"/>
                  </a:lnTo>
                  <a:lnTo>
                    <a:pt x="3663190" y="731493"/>
                  </a:lnTo>
                  <a:lnTo>
                    <a:pt x="3730716" y="726172"/>
                  </a:lnTo>
                  <a:lnTo>
                    <a:pt x="3782934" y="722516"/>
                  </a:lnTo>
                  <a:lnTo>
                    <a:pt x="3818611" y="720282"/>
                  </a:lnTo>
                  <a:lnTo>
                    <a:pt x="3838818" y="719145"/>
                  </a:lnTo>
                  <a:lnTo>
                    <a:pt x="3846892" y="718735"/>
                  </a:lnTo>
                  <a:lnTo>
                    <a:pt x="3848118" y="718678"/>
                  </a:lnTo>
                  <a:lnTo>
                    <a:pt x="4386855" y="718678"/>
                  </a:lnTo>
                  <a:lnTo>
                    <a:pt x="4388148" y="718654"/>
                  </a:lnTo>
                  <a:lnTo>
                    <a:pt x="4396585" y="718484"/>
                  </a:lnTo>
                  <a:lnTo>
                    <a:pt x="4417622" y="718015"/>
                  </a:lnTo>
                  <a:lnTo>
                    <a:pt x="4454644" y="717093"/>
                  </a:lnTo>
                  <a:lnTo>
                    <a:pt x="4508640" y="715588"/>
                  </a:lnTo>
                  <a:lnTo>
                    <a:pt x="4578183" y="713401"/>
                  </a:lnTo>
                  <a:lnTo>
                    <a:pt x="4659903" y="710482"/>
                  </a:lnTo>
                  <a:lnTo>
                    <a:pt x="4749360" y="706817"/>
                  </a:lnTo>
                  <a:lnTo>
                    <a:pt x="4841998" y="702420"/>
                  </a:lnTo>
                  <a:lnTo>
                    <a:pt x="4933893" y="697306"/>
                  </a:lnTo>
                  <a:lnTo>
                    <a:pt x="5022159" y="691483"/>
                  </a:lnTo>
                  <a:lnTo>
                    <a:pt x="5105012" y="684930"/>
                  </a:lnTo>
                  <a:lnTo>
                    <a:pt x="5181639" y="677597"/>
                  </a:lnTo>
                  <a:lnTo>
                    <a:pt x="5251964" y="669400"/>
                  </a:lnTo>
                  <a:lnTo>
                    <a:pt x="5316415" y="660222"/>
                  </a:lnTo>
                  <a:lnTo>
                    <a:pt x="5375733" y="649919"/>
                  </a:lnTo>
                  <a:lnTo>
                    <a:pt x="5430822" y="638328"/>
                  </a:lnTo>
                  <a:lnTo>
                    <a:pt x="5482643" y="625279"/>
                  </a:lnTo>
                  <a:lnTo>
                    <a:pt x="5532125" y="610631"/>
                  </a:lnTo>
                  <a:lnTo>
                    <a:pt x="5567201" y="598898"/>
                  </a:lnTo>
                  <a:lnTo>
                    <a:pt x="5617101" y="580326"/>
                  </a:lnTo>
                  <a:lnTo>
                    <a:pt x="5666517" y="559841"/>
                  </a:lnTo>
                  <a:lnTo>
                    <a:pt x="5715967" y="537416"/>
                  </a:lnTo>
                  <a:lnTo>
                    <a:pt x="5765800" y="513091"/>
                  </a:lnTo>
                  <a:lnTo>
                    <a:pt x="5816223" y="486980"/>
                  </a:lnTo>
                  <a:lnTo>
                    <a:pt x="5867314" y="459278"/>
                  </a:lnTo>
                  <a:lnTo>
                    <a:pt x="5919039" y="430258"/>
                  </a:lnTo>
                  <a:lnTo>
                    <a:pt x="5971273" y="400262"/>
                  </a:lnTo>
                  <a:lnTo>
                    <a:pt x="6023825" y="369687"/>
                  </a:lnTo>
                  <a:lnTo>
                    <a:pt x="6076459" y="338963"/>
                  </a:lnTo>
                  <a:lnTo>
                    <a:pt x="6128931" y="308531"/>
                  </a:lnTo>
                  <a:lnTo>
                    <a:pt x="6181017" y="278813"/>
                  </a:lnTo>
                  <a:lnTo>
                    <a:pt x="6232545" y="250189"/>
                  </a:lnTo>
                  <a:lnTo>
                    <a:pt x="6283416" y="222981"/>
                  </a:lnTo>
                  <a:lnTo>
                    <a:pt x="6333632" y="197436"/>
                  </a:lnTo>
                  <a:lnTo>
                    <a:pt x="6383311" y="173722"/>
                  </a:lnTo>
                  <a:lnTo>
                    <a:pt x="6432703" y="151930"/>
                  </a:lnTo>
                  <a:lnTo>
                    <a:pt x="6482211" y="132076"/>
                  </a:lnTo>
                  <a:lnTo>
                    <a:pt x="6515891" y="119779"/>
                  </a:lnTo>
                  <a:lnTo>
                    <a:pt x="6564185" y="103916"/>
                  </a:lnTo>
                  <a:lnTo>
                    <a:pt x="6614214" y="89712"/>
                  </a:lnTo>
                  <a:lnTo>
                    <a:pt x="6666825" y="77074"/>
                  </a:lnTo>
                  <a:lnTo>
                    <a:pt x="6722966" y="65848"/>
                  </a:lnTo>
                  <a:lnTo>
                    <a:pt x="6783589" y="55866"/>
                  </a:lnTo>
                  <a:lnTo>
                    <a:pt x="6849567" y="46967"/>
                  </a:lnTo>
                  <a:lnTo>
                    <a:pt x="6921573" y="39014"/>
                  </a:lnTo>
                  <a:lnTo>
                    <a:pt x="6999921" y="31899"/>
                  </a:lnTo>
                  <a:lnTo>
                    <a:pt x="7084357" y="25547"/>
                  </a:lnTo>
                  <a:lnTo>
                    <a:pt x="7173826" y="19916"/>
                  </a:lnTo>
                  <a:lnTo>
                    <a:pt x="7266254" y="14996"/>
                  </a:lnTo>
                  <a:lnTo>
                    <a:pt x="7358455" y="10795"/>
                  </a:lnTo>
                  <a:lnTo>
                    <a:pt x="7446278" y="7332"/>
                  </a:lnTo>
                  <a:lnTo>
                    <a:pt x="7525112" y="4613"/>
                  </a:lnTo>
                  <a:lnTo>
                    <a:pt x="7590709" y="2618"/>
                  </a:lnTo>
                  <a:lnTo>
                    <a:pt x="7640153" y="1282"/>
                  </a:lnTo>
                  <a:lnTo>
                    <a:pt x="7672645" y="497"/>
                  </a:lnTo>
                  <a:lnTo>
                    <a:pt x="7689842" y="124"/>
                  </a:lnTo>
                  <a:lnTo>
                    <a:pt x="7695728" y="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3" name="pl2053"/>
            <p:cNvSpPr/>
            <p:nvPr/>
          </p:nvSpPr>
          <p:spPr>
            <a:xfrm>
              <a:off x="546595" y="3407389"/>
              <a:ext cx="8234974" cy="2537152"/>
            </a:xfrm>
            <a:custGeom>
              <a:avLst/>
              <a:pathLst>
                <a:path w="8234974" h="2537152">
                  <a:moveTo>
                    <a:pt x="8234974" y="0"/>
                  </a:moveTo>
                  <a:lnTo>
                    <a:pt x="7696237" y="0"/>
                  </a:lnTo>
                  <a:lnTo>
                    <a:pt x="7694944" y="23"/>
                  </a:lnTo>
                  <a:lnTo>
                    <a:pt x="7686507" y="193"/>
                  </a:lnTo>
                  <a:lnTo>
                    <a:pt x="7665470" y="663"/>
                  </a:lnTo>
                  <a:lnTo>
                    <a:pt x="7628448" y="1584"/>
                  </a:lnTo>
                  <a:lnTo>
                    <a:pt x="7574452" y="3090"/>
                  </a:lnTo>
                  <a:lnTo>
                    <a:pt x="7504910" y="5276"/>
                  </a:lnTo>
                  <a:lnTo>
                    <a:pt x="7423189" y="8196"/>
                  </a:lnTo>
                  <a:lnTo>
                    <a:pt x="7333732" y="11860"/>
                  </a:lnTo>
                  <a:lnTo>
                    <a:pt x="7241095" y="16258"/>
                  </a:lnTo>
                  <a:lnTo>
                    <a:pt x="7149199" y="21371"/>
                  </a:lnTo>
                  <a:lnTo>
                    <a:pt x="7060934" y="27194"/>
                  </a:lnTo>
                  <a:lnTo>
                    <a:pt x="6978080" y="33748"/>
                  </a:lnTo>
                  <a:lnTo>
                    <a:pt x="6901453" y="41081"/>
                  </a:lnTo>
                  <a:lnTo>
                    <a:pt x="6831129" y="49278"/>
                  </a:lnTo>
                  <a:lnTo>
                    <a:pt x="6766678" y="58455"/>
                  </a:lnTo>
                  <a:lnTo>
                    <a:pt x="6707360" y="68758"/>
                  </a:lnTo>
                  <a:lnTo>
                    <a:pt x="6652270" y="80350"/>
                  </a:lnTo>
                  <a:lnTo>
                    <a:pt x="6600449" y="93399"/>
                  </a:lnTo>
                  <a:lnTo>
                    <a:pt x="6550968" y="108046"/>
                  </a:lnTo>
                  <a:lnTo>
                    <a:pt x="6515891" y="119779"/>
                  </a:lnTo>
                  <a:lnTo>
                    <a:pt x="6465992" y="138352"/>
                  </a:lnTo>
                  <a:lnTo>
                    <a:pt x="6416576" y="158836"/>
                  </a:lnTo>
                  <a:lnTo>
                    <a:pt x="6367126" y="181262"/>
                  </a:lnTo>
                  <a:lnTo>
                    <a:pt x="6317292" y="205587"/>
                  </a:lnTo>
                  <a:lnTo>
                    <a:pt x="6266869" y="231698"/>
                  </a:lnTo>
                  <a:lnTo>
                    <a:pt x="6215779" y="259399"/>
                  </a:lnTo>
                  <a:lnTo>
                    <a:pt x="6164054" y="288419"/>
                  </a:lnTo>
                  <a:lnTo>
                    <a:pt x="6111819" y="318416"/>
                  </a:lnTo>
                  <a:lnTo>
                    <a:pt x="6059268" y="348991"/>
                  </a:lnTo>
                  <a:lnTo>
                    <a:pt x="6006634" y="379714"/>
                  </a:lnTo>
                  <a:lnTo>
                    <a:pt x="5954162" y="410146"/>
                  </a:lnTo>
                  <a:lnTo>
                    <a:pt x="5902075" y="439865"/>
                  </a:lnTo>
                  <a:lnTo>
                    <a:pt x="5850548" y="468489"/>
                  </a:lnTo>
                  <a:lnTo>
                    <a:pt x="5799677" y="495697"/>
                  </a:lnTo>
                  <a:lnTo>
                    <a:pt x="5749461" y="521242"/>
                  </a:lnTo>
                  <a:lnTo>
                    <a:pt x="5699782" y="544955"/>
                  </a:lnTo>
                  <a:lnTo>
                    <a:pt x="5650389" y="566747"/>
                  </a:lnTo>
                  <a:lnTo>
                    <a:pt x="5600881" y="586601"/>
                  </a:lnTo>
                  <a:lnTo>
                    <a:pt x="5567201" y="598898"/>
                  </a:lnTo>
                  <a:lnTo>
                    <a:pt x="5518907" y="614761"/>
                  </a:lnTo>
                  <a:lnTo>
                    <a:pt x="5468879" y="628965"/>
                  </a:lnTo>
                  <a:lnTo>
                    <a:pt x="5416267" y="641604"/>
                  </a:lnTo>
                  <a:lnTo>
                    <a:pt x="5360127" y="652830"/>
                  </a:lnTo>
                  <a:lnTo>
                    <a:pt x="5299503" y="662812"/>
                  </a:lnTo>
                  <a:lnTo>
                    <a:pt x="5233525" y="671711"/>
                  </a:lnTo>
                  <a:lnTo>
                    <a:pt x="5161519" y="679664"/>
                  </a:lnTo>
                  <a:lnTo>
                    <a:pt x="5083172" y="686779"/>
                  </a:lnTo>
                  <a:lnTo>
                    <a:pt x="4998736" y="693131"/>
                  </a:lnTo>
                  <a:lnTo>
                    <a:pt x="4909267" y="698761"/>
                  </a:lnTo>
                  <a:lnTo>
                    <a:pt x="4816838" y="703682"/>
                  </a:lnTo>
                  <a:lnTo>
                    <a:pt x="4724638" y="707883"/>
                  </a:lnTo>
                  <a:lnTo>
                    <a:pt x="4636814" y="711346"/>
                  </a:lnTo>
                  <a:lnTo>
                    <a:pt x="4557980" y="714064"/>
                  </a:lnTo>
                  <a:lnTo>
                    <a:pt x="4492383" y="716059"/>
                  </a:lnTo>
                  <a:lnTo>
                    <a:pt x="4442939" y="717396"/>
                  </a:lnTo>
                  <a:lnTo>
                    <a:pt x="4410447" y="718180"/>
                  </a:lnTo>
                  <a:lnTo>
                    <a:pt x="4393250" y="718553"/>
                  </a:lnTo>
                  <a:lnTo>
                    <a:pt x="4387365" y="718669"/>
                  </a:lnTo>
                  <a:lnTo>
                    <a:pt x="4386855" y="718678"/>
                  </a:lnTo>
                  <a:lnTo>
                    <a:pt x="3848118" y="718678"/>
                  </a:lnTo>
                  <a:lnTo>
                    <a:pt x="3846875" y="718736"/>
                  </a:lnTo>
                  <a:lnTo>
                    <a:pt x="3838756" y="719148"/>
                  </a:lnTo>
                  <a:lnTo>
                    <a:pt x="3818483" y="720289"/>
                  </a:lnTo>
                  <a:lnTo>
                    <a:pt x="3782730" y="722529"/>
                  </a:lnTo>
                  <a:lnTo>
                    <a:pt x="3730438" y="726193"/>
                  </a:lnTo>
                  <a:lnTo>
                    <a:pt x="3662846" y="731521"/>
                  </a:lnTo>
                  <a:lnTo>
                    <a:pt x="3583084" y="738649"/>
                  </a:lnTo>
                  <a:lnTo>
                    <a:pt x="3495368" y="747613"/>
                  </a:lnTo>
                  <a:lnTo>
                    <a:pt x="3404104" y="758387"/>
                  </a:lnTo>
                  <a:lnTo>
                    <a:pt x="3313155" y="770929"/>
                  </a:lnTo>
                  <a:lnTo>
                    <a:pt x="3225432" y="785219"/>
                  </a:lnTo>
                  <a:lnTo>
                    <a:pt x="3142790" y="801294"/>
                  </a:lnTo>
                  <a:lnTo>
                    <a:pt x="3066138" y="819265"/>
                  </a:lnTo>
                  <a:lnTo>
                    <a:pt x="2995652" y="839323"/>
                  </a:lnTo>
                  <a:lnTo>
                    <a:pt x="2930991" y="861737"/>
                  </a:lnTo>
                  <a:lnTo>
                    <a:pt x="2871488" y="886847"/>
                  </a:lnTo>
                  <a:lnTo>
                    <a:pt x="2816297" y="915043"/>
                  </a:lnTo>
                  <a:lnTo>
                    <a:pt x="2764500" y="946738"/>
                  </a:lnTo>
                  <a:lnTo>
                    <a:pt x="2715190" y="982299"/>
                  </a:lnTo>
                  <a:lnTo>
                    <a:pt x="2667772" y="1021757"/>
                  </a:lnTo>
                  <a:lnTo>
                    <a:pt x="2626259" y="1060469"/>
                  </a:lnTo>
                  <a:lnTo>
                    <a:pt x="2585150" y="1102506"/>
                  </a:lnTo>
                  <a:lnTo>
                    <a:pt x="2544121" y="1147931"/>
                  </a:lnTo>
                  <a:lnTo>
                    <a:pt x="2502934" y="1196730"/>
                  </a:lnTo>
                  <a:lnTo>
                    <a:pt x="2461423" y="1248802"/>
                  </a:lnTo>
                  <a:lnTo>
                    <a:pt x="2419488" y="1303953"/>
                  </a:lnTo>
                  <a:lnTo>
                    <a:pt x="2377092" y="1361894"/>
                  </a:lnTo>
                  <a:lnTo>
                    <a:pt x="2334246" y="1422237"/>
                  </a:lnTo>
                  <a:lnTo>
                    <a:pt x="2291010" y="1484513"/>
                  </a:lnTo>
                  <a:lnTo>
                    <a:pt x="2247480" y="1548173"/>
                  </a:lnTo>
                  <a:lnTo>
                    <a:pt x="2203779" y="1612618"/>
                  </a:lnTo>
                  <a:lnTo>
                    <a:pt x="2160045" y="1677215"/>
                  </a:lnTo>
                  <a:lnTo>
                    <a:pt x="2116418" y="1741324"/>
                  </a:lnTo>
                  <a:lnTo>
                    <a:pt x="2073029" y="1804327"/>
                  </a:lnTo>
                  <a:lnTo>
                    <a:pt x="2029989" y="1865649"/>
                  </a:lnTo>
                  <a:lnTo>
                    <a:pt x="1987375" y="1924780"/>
                  </a:lnTo>
                  <a:lnTo>
                    <a:pt x="1945223" y="1981293"/>
                  </a:lnTo>
                  <a:lnTo>
                    <a:pt x="1903520" y="2034853"/>
                  </a:lnTo>
                  <a:lnTo>
                    <a:pt x="1862196" y="2085220"/>
                  </a:lnTo>
                  <a:lnTo>
                    <a:pt x="1821117" y="2132248"/>
                  </a:lnTo>
                  <a:lnTo>
                    <a:pt x="1780081" y="2175886"/>
                  </a:lnTo>
                  <a:lnTo>
                    <a:pt x="1738805" y="2216159"/>
                  </a:lnTo>
                  <a:lnTo>
                    <a:pt x="1719082" y="2234073"/>
                  </a:lnTo>
                  <a:lnTo>
                    <a:pt x="1671441" y="2273705"/>
                  </a:lnTo>
                  <a:lnTo>
                    <a:pt x="1622121" y="2309248"/>
                  </a:lnTo>
                  <a:lnTo>
                    <a:pt x="1570310" y="2340925"/>
                  </a:lnTo>
                  <a:lnTo>
                    <a:pt x="1515102" y="2369106"/>
                  </a:lnTo>
                  <a:lnTo>
                    <a:pt x="1455577" y="2394203"/>
                  </a:lnTo>
                  <a:lnTo>
                    <a:pt x="1390890" y="2416605"/>
                  </a:lnTo>
                  <a:lnTo>
                    <a:pt x="1320376" y="2436653"/>
                  </a:lnTo>
                  <a:lnTo>
                    <a:pt x="1243696" y="2454615"/>
                  </a:lnTo>
                  <a:lnTo>
                    <a:pt x="1161027" y="2470682"/>
                  </a:lnTo>
                  <a:lnTo>
                    <a:pt x="1073285" y="2484964"/>
                  </a:lnTo>
                  <a:lnTo>
                    <a:pt x="982327" y="2497497"/>
                  </a:lnTo>
                  <a:lnTo>
                    <a:pt x="891070" y="2508263"/>
                  </a:lnTo>
                  <a:lnTo>
                    <a:pt x="803380" y="2517219"/>
                  </a:lnTo>
                  <a:lnTo>
                    <a:pt x="723665" y="2524338"/>
                  </a:lnTo>
                  <a:lnTo>
                    <a:pt x="656138" y="2529658"/>
                  </a:lnTo>
                  <a:lnTo>
                    <a:pt x="603921" y="2533315"/>
                  </a:lnTo>
                  <a:lnTo>
                    <a:pt x="568244" y="2535549"/>
                  </a:lnTo>
                  <a:lnTo>
                    <a:pt x="548036" y="2536685"/>
                  </a:lnTo>
                  <a:lnTo>
                    <a:pt x="539962" y="2537095"/>
                  </a:lnTo>
                  <a:lnTo>
                    <a:pt x="538736" y="2537152"/>
                  </a:lnTo>
                  <a:lnTo>
                    <a:pt x="0" y="25371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4" name="pg2054"/>
            <p:cNvSpPr/>
            <p:nvPr/>
          </p:nvSpPr>
          <p:spPr>
            <a:xfrm>
              <a:off x="546595" y="510897"/>
              <a:ext cx="8234974" cy="5449978"/>
            </a:xfrm>
            <a:custGeom>
              <a:avLst/>
              <a:pathLst>
                <a:path w="8234974" h="5449978">
                  <a:moveTo>
                    <a:pt x="0" y="5449978"/>
                  </a:moveTo>
                  <a:lnTo>
                    <a:pt x="538736" y="5449978"/>
                  </a:lnTo>
                  <a:lnTo>
                    <a:pt x="540029" y="5449954"/>
                  </a:lnTo>
                  <a:lnTo>
                    <a:pt x="548464" y="5449782"/>
                  </a:lnTo>
                  <a:lnTo>
                    <a:pt x="569496" y="5449305"/>
                  </a:lnTo>
                  <a:lnTo>
                    <a:pt x="606511" y="5448370"/>
                  </a:lnTo>
                  <a:lnTo>
                    <a:pt x="660497" y="5446842"/>
                  </a:lnTo>
                  <a:lnTo>
                    <a:pt x="730028" y="5444622"/>
                  </a:lnTo>
                  <a:lnTo>
                    <a:pt x="811737" y="5441660"/>
                  </a:lnTo>
                  <a:lnTo>
                    <a:pt x="901184" y="5437940"/>
                  </a:lnTo>
                  <a:lnTo>
                    <a:pt x="993814" y="5433477"/>
                  </a:lnTo>
                  <a:lnTo>
                    <a:pt x="1085704" y="5428287"/>
                  </a:lnTo>
                  <a:lnTo>
                    <a:pt x="1173966" y="5422377"/>
                  </a:lnTo>
                  <a:lnTo>
                    <a:pt x="1256819" y="5415725"/>
                  </a:lnTo>
                  <a:lnTo>
                    <a:pt x="1333446" y="5408283"/>
                  </a:lnTo>
                  <a:lnTo>
                    <a:pt x="1403771" y="5399963"/>
                  </a:lnTo>
                  <a:lnTo>
                    <a:pt x="1468224" y="5390648"/>
                  </a:lnTo>
                  <a:lnTo>
                    <a:pt x="1527543" y="5380192"/>
                  </a:lnTo>
                  <a:lnTo>
                    <a:pt x="1582633" y="5368427"/>
                  </a:lnTo>
                  <a:lnTo>
                    <a:pt x="1634454" y="5355184"/>
                  </a:lnTo>
                  <a:lnTo>
                    <a:pt x="1683934" y="5340317"/>
                  </a:lnTo>
                  <a:lnTo>
                    <a:pt x="1719082" y="5328384"/>
                  </a:lnTo>
                  <a:lnTo>
                    <a:pt x="1768905" y="5309561"/>
                  </a:lnTo>
                  <a:lnTo>
                    <a:pt x="1818245" y="5288802"/>
                  </a:lnTo>
                  <a:lnTo>
                    <a:pt x="1867618" y="5266080"/>
                  </a:lnTo>
                  <a:lnTo>
                    <a:pt x="1917372" y="5241434"/>
                  </a:lnTo>
                  <a:lnTo>
                    <a:pt x="1967712" y="5214981"/>
                  </a:lnTo>
                  <a:lnTo>
                    <a:pt x="2018718" y="5186915"/>
                  </a:lnTo>
                  <a:lnTo>
                    <a:pt x="2070357" y="5157513"/>
                  </a:lnTo>
                  <a:lnTo>
                    <a:pt x="2122506" y="5127119"/>
                  </a:lnTo>
                  <a:lnTo>
                    <a:pt x="2174974" y="5096133"/>
                  </a:lnTo>
                  <a:lnTo>
                    <a:pt x="2227527" y="5064991"/>
                  </a:lnTo>
                  <a:lnTo>
                    <a:pt x="2279922" y="5034137"/>
                  </a:lnTo>
                  <a:lnTo>
                    <a:pt x="2331937" y="5003999"/>
                  </a:lnTo>
                  <a:lnTo>
                    <a:pt x="2383397" y="4974961"/>
                  </a:lnTo>
                  <a:lnTo>
                    <a:pt x="2434203" y="4947351"/>
                  </a:lnTo>
                  <a:lnTo>
                    <a:pt x="2484356" y="4921419"/>
                  </a:lnTo>
                  <a:lnTo>
                    <a:pt x="2533968" y="4897337"/>
                  </a:lnTo>
                  <a:lnTo>
                    <a:pt x="2583287" y="4875199"/>
                  </a:lnTo>
                  <a:lnTo>
                    <a:pt x="2632709" y="4855023"/>
                  </a:lnTo>
                  <a:lnTo>
                    <a:pt x="2667772" y="4842005"/>
                  </a:lnTo>
                  <a:lnTo>
                    <a:pt x="2716062" y="4825903"/>
                  </a:lnTo>
                  <a:lnTo>
                    <a:pt x="2766087" y="4811485"/>
                  </a:lnTo>
                  <a:lnTo>
                    <a:pt x="2818694" y="4798656"/>
                  </a:lnTo>
                  <a:lnTo>
                    <a:pt x="2874829" y="4787260"/>
                  </a:lnTo>
                  <a:lnTo>
                    <a:pt x="2935446" y="4777127"/>
                  </a:lnTo>
                  <a:lnTo>
                    <a:pt x="3001416" y="4768093"/>
                  </a:lnTo>
                  <a:lnTo>
                    <a:pt x="3073414" y="4760020"/>
                  </a:lnTo>
                  <a:lnTo>
                    <a:pt x="3151751" y="4752797"/>
                  </a:lnTo>
                  <a:lnTo>
                    <a:pt x="3236177" y="4746349"/>
                  </a:lnTo>
                  <a:lnTo>
                    <a:pt x="3325636" y="4740633"/>
                  </a:lnTo>
                  <a:lnTo>
                    <a:pt x="3418056" y="4735638"/>
                  </a:lnTo>
                  <a:lnTo>
                    <a:pt x="3510251" y="4731373"/>
                  </a:lnTo>
                  <a:lnTo>
                    <a:pt x="3598074" y="4727857"/>
                  </a:lnTo>
                  <a:lnTo>
                    <a:pt x="3676914" y="4725097"/>
                  </a:lnTo>
                  <a:lnTo>
                    <a:pt x="3742523" y="4723071"/>
                  </a:lnTo>
                  <a:lnTo>
                    <a:pt x="3791984" y="4721714"/>
                  </a:lnTo>
                  <a:lnTo>
                    <a:pt x="3824494" y="4720917"/>
                  </a:lnTo>
                  <a:lnTo>
                    <a:pt x="3841708" y="4720537"/>
                  </a:lnTo>
                  <a:lnTo>
                    <a:pt x="3847606" y="4720420"/>
                  </a:lnTo>
                  <a:lnTo>
                    <a:pt x="3848118" y="4720411"/>
                  </a:lnTo>
                  <a:lnTo>
                    <a:pt x="4386855" y="4720411"/>
                  </a:lnTo>
                  <a:lnTo>
                    <a:pt x="4387726" y="4720307"/>
                  </a:lnTo>
                  <a:lnTo>
                    <a:pt x="4393457" y="4719566"/>
                  </a:lnTo>
                  <a:lnTo>
                    <a:pt x="4407935" y="4717518"/>
                  </a:lnTo>
                  <a:lnTo>
                    <a:pt x="4433892" y="4713486"/>
                  </a:lnTo>
                  <a:lnTo>
                    <a:pt x="4472715" y="4706837"/>
                  </a:lnTo>
                  <a:lnTo>
                    <a:pt x="4524344" y="4697052"/>
                  </a:lnTo>
                  <a:lnTo>
                    <a:pt x="4587365" y="4683764"/>
                  </a:lnTo>
                  <a:lnTo>
                    <a:pt x="4659329" y="4666781"/>
                  </a:lnTo>
                  <a:lnTo>
                    <a:pt x="4737232" y="4646060"/>
                  </a:lnTo>
                  <a:lnTo>
                    <a:pt x="4817999" y="4621652"/>
                  </a:lnTo>
                  <a:lnTo>
                    <a:pt x="4898890" y="4593637"/>
                  </a:lnTo>
                  <a:lnTo>
                    <a:pt x="4977736" y="4562064"/>
                  </a:lnTo>
                  <a:lnTo>
                    <a:pt x="5053022" y="4526904"/>
                  </a:lnTo>
                  <a:lnTo>
                    <a:pt x="5123856" y="4488017"/>
                  </a:lnTo>
                  <a:lnTo>
                    <a:pt x="5189864" y="4445137"/>
                  </a:lnTo>
                  <a:lnTo>
                    <a:pt x="5251069" y="4397870"/>
                  </a:lnTo>
                  <a:lnTo>
                    <a:pt x="5307775" y="4345699"/>
                  </a:lnTo>
                  <a:lnTo>
                    <a:pt x="5360467" y="4287999"/>
                  </a:lnTo>
                  <a:lnTo>
                    <a:pt x="5409737" y="4224060"/>
                  </a:lnTo>
                  <a:lnTo>
                    <a:pt x="5456221" y="4153139"/>
                  </a:lnTo>
                  <a:lnTo>
                    <a:pt x="5500559" y="4074537"/>
                  </a:lnTo>
                  <a:lnTo>
                    <a:pt x="5543346" y="3987728"/>
                  </a:lnTo>
                  <a:lnTo>
                    <a:pt x="5567201" y="3934583"/>
                  </a:lnTo>
                  <a:lnTo>
                    <a:pt x="5595688" y="3866774"/>
                  </a:lnTo>
                  <a:lnTo>
                    <a:pt x="5623930" y="3794960"/>
                  </a:lnTo>
                  <a:lnTo>
                    <a:pt x="5652046" y="3719062"/>
                  </a:lnTo>
                  <a:lnTo>
                    <a:pt x="5680133" y="3639040"/>
                  </a:lnTo>
                  <a:lnTo>
                    <a:pt x="5708270" y="3554897"/>
                  </a:lnTo>
                  <a:lnTo>
                    <a:pt x="5736519" y="3466686"/>
                  </a:lnTo>
                  <a:lnTo>
                    <a:pt x="5764929" y="3374512"/>
                  </a:lnTo>
                  <a:lnTo>
                    <a:pt x="5793530" y="3278530"/>
                  </a:lnTo>
                  <a:lnTo>
                    <a:pt x="5822344" y="3178954"/>
                  </a:lnTo>
                  <a:lnTo>
                    <a:pt x="5851375" y="3076052"/>
                  </a:lnTo>
                  <a:lnTo>
                    <a:pt x="5880621" y="2970144"/>
                  </a:lnTo>
                  <a:lnTo>
                    <a:pt x="5910066" y="2861603"/>
                  </a:lnTo>
                  <a:lnTo>
                    <a:pt x="5939686" y="2750847"/>
                  </a:lnTo>
                  <a:lnTo>
                    <a:pt x="5969450" y="2638335"/>
                  </a:lnTo>
                  <a:lnTo>
                    <a:pt x="5999319" y="2524558"/>
                  </a:lnTo>
                  <a:lnTo>
                    <a:pt x="6029251" y="2410032"/>
                  </a:lnTo>
                  <a:lnTo>
                    <a:pt x="6059203" y="2295287"/>
                  </a:lnTo>
                  <a:lnTo>
                    <a:pt x="6089127" y="2180857"/>
                  </a:lnTo>
                  <a:lnTo>
                    <a:pt x="6118980" y="2067269"/>
                  </a:lnTo>
                  <a:lnTo>
                    <a:pt x="6148721" y="1955037"/>
                  </a:lnTo>
                  <a:lnTo>
                    <a:pt x="6178312" y="1844644"/>
                  </a:lnTo>
                  <a:lnTo>
                    <a:pt x="6207722" y="1736545"/>
                  </a:lnTo>
                  <a:lnTo>
                    <a:pt x="6236931" y="1631149"/>
                  </a:lnTo>
                  <a:lnTo>
                    <a:pt x="6265923" y="1528820"/>
                  </a:lnTo>
                  <a:lnTo>
                    <a:pt x="6294698" y="1429870"/>
                  </a:lnTo>
                  <a:lnTo>
                    <a:pt x="6323263" y="1334556"/>
                  </a:lnTo>
                  <a:lnTo>
                    <a:pt x="6351641" y="1243081"/>
                  </a:lnTo>
                  <a:lnTo>
                    <a:pt x="6379867" y="1155592"/>
                  </a:lnTo>
                  <a:lnTo>
                    <a:pt x="6407990" y="1072185"/>
                  </a:lnTo>
                  <a:lnTo>
                    <a:pt x="6436076" y="992902"/>
                  </a:lnTo>
                  <a:lnTo>
                    <a:pt x="6464206" y="917739"/>
                  </a:lnTo>
                  <a:lnTo>
                    <a:pt x="6492483" y="846650"/>
                  </a:lnTo>
                  <a:lnTo>
                    <a:pt x="6515891" y="791272"/>
                  </a:lnTo>
                  <a:lnTo>
                    <a:pt x="6558029" y="699692"/>
                  </a:lnTo>
                  <a:lnTo>
                    <a:pt x="6601416" y="616465"/>
                  </a:lnTo>
                  <a:lnTo>
                    <a:pt x="6646602" y="541251"/>
                  </a:lnTo>
                  <a:lnTo>
                    <a:pt x="6694208" y="473430"/>
                  </a:lnTo>
                  <a:lnTo>
                    <a:pt x="6744876" y="412269"/>
                  </a:lnTo>
                  <a:lnTo>
                    <a:pt x="6799229" y="357035"/>
                  </a:lnTo>
                  <a:lnTo>
                    <a:pt x="6857823" y="307048"/>
                  </a:lnTo>
                  <a:lnTo>
                    <a:pt x="6921074" y="261728"/>
                  </a:lnTo>
                  <a:lnTo>
                    <a:pt x="6989179" y="220610"/>
                  </a:lnTo>
                  <a:lnTo>
                    <a:pt x="7062006" y="183353"/>
                  </a:lnTo>
                  <a:lnTo>
                    <a:pt x="7138970" y="149749"/>
                  </a:lnTo>
                  <a:lnTo>
                    <a:pt x="7218921" y="119708"/>
                  </a:lnTo>
                  <a:lnTo>
                    <a:pt x="7300062" y="93238"/>
                  </a:lnTo>
                  <a:lnTo>
                    <a:pt x="7379957" y="70409"/>
                  </a:lnTo>
                  <a:lnTo>
                    <a:pt x="7455685" y="51297"/>
                  </a:lnTo>
                  <a:lnTo>
                    <a:pt x="7524143" y="35919"/>
                  </a:lnTo>
                  <a:lnTo>
                    <a:pt x="7582504" y="24174"/>
                  </a:lnTo>
                  <a:lnTo>
                    <a:pt x="7628714" y="15795"/>
                  </a:lnTo>
                  <a:lnTo>
                    <a:pt x="7661915" y="10346"/>
                  </a:lnTo>
                  <a:lnTo>
                    <a:pt x="7682672" y="7250"/>
                  </a:lnTo>
                  <a:lnTo>
                    <a:pt x="7692975" y="5849"/>
                  </a:lnTo>
                  <a:lnTo>
                    <a:pt x="7696073" y="546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826" y="4714990"/>
                  </a:lnTo>
                  <a:lnTo>
                    <a:pt x="3838391" y="4715163"/>
                  </a:lnTo>
                  <a:lnTo>
                    <a:pt x="3817358" y="4715639"/>
                  </a:lnTo>
                  <a:lnTo>
                    <a:pt x="3780343" y="4716574"/>
                  </a:lnTo>
                  <a:lnTo>
                    <a:pt x="3726357" y="4718103"/>
                  </a:lnTo>
                  <a:lnTo>
                    <a:pt x="3656826" y="4720322"/>
                  </a:lnTo>
                  <a:lnTo>
                    <a:pt x="3575118" y="4723285"/>
                  </a:lnTo>
                  <a:lnTo>
                    <a:pt x="3485670" y="4727004"/>
                  </a:lnTo>
                  <a:lnTo>
                    <a:pt x="3393041" y="4731467"/>
                  </a:lnTo>
                  <a:lnTo>
                    <a:pt x="3301151" y="4736657"/>
                  </a:lnTo>
                  <a:lnTo>
                    <a:pt x="3212888" y="4742568"/>
                  </a:lnTo>
                  <a:lnTo>
                    <a:pt x="3130036" y="4749219"/>
                  </a:lnTo>
                  <a:lnTo>
                    <a:pt x="3053409" y="4756662"/>
                  </a:lnTo>
                  <a:lnTo>
                    <a:pt x="2983083" y="4764981"/>
                  </a:lnTo>
                  <a:lnTo>
                    <a:pt x="2918631" y="4774296"/>
                  </a:lnTo>
                  <a:lnTo>
                    <a:pt x="2859312" y="4784753"/>
                  </a:lnTo>
                  <a:lnTo>
                    <a:pt x="2804222" y="4796517"/>
                  </a:lnTo>
                  <a:lnTo>
                    <a:pt x="2752401" y="4809761"/>
                  </a:lnTo>
                  <a:lnTo>
                    <a:pt x="2702921" y="4824627"/>
                  </a:lnTo>
                  <a:lnTo>
                    <a:pt x="2667772" y="4836561"/>
                  </a:lnTo>
                  <a:lnTo>
                    <a:pt x="2617949" y="4855384"/>
                  </a:lnTo>
                  <a:lnTo>
                    <a:pt x="2568609" y="4876142"/>
                  </a:lnTo>
                  <a:lnTo>
                    <a:pt x="2519237" y="4898864"/>
                  </a:lnTo>
                  <a:lnTo>
                    <a:pt x="2469483" y="4923510"/>
                  </a:lnTo>
                  <a:lnTo>
                    <a:pt x="2419142" y="4949964"/>
                  </a:lnTo>
                  <a:lnTo>
                    <a:pt x="2368136" y="4978029"/>
                  </a:lnTo>
                  <a:lnTo>
                    <a:pt x="2316497" y="5007431"/>
                  </a:lnTo>
                  <a:lnTo>
                    <a:pt x="2264348" y="5037826"/>
                  </a:lnTo>
                  <a:lnTo>
                    <a:pt x="2211881" y="5068811"/>
                  </a:lnTo>
                  <a:lnTo>
                    <a:pt x="2159328" y="5099953"/>
                  </a:lnTo>
                  <a:lnTo>
                    <a:pt x="2106932" y="5130807"/>
                  </a:lnTo>
                  <a:lnTo>
                    <a:pt x="2054917" y="5160946"/>
                  </a:lnTo>
                  <a:lnTo>
                    <a:pt x="2003458" y="5189983"/>
                  </a:lnTo>
                  <a:lnTo>
                    <a:pt x="1952651" y="5217594"/>
                  </a:lnTo>
                  <a:lnTo>
                    <a:pt x="1902499" y="5243526"/>
                  </a:lnTo>
                  <a:lnTo>
                    <a:pt x="1852886" y="5267607"/>
                  </a:lnTo>
                  <a:lnTo>
                    <a:pt x="1803567" y="5289745"/>
                  </a:lnTo>
                  <a:lnTo>
                    <a:pt x="1754145" y="5309922"/>
                  </a:lnTo>
                  <a:lnTo>
                    <a:pt x="1719082" y="5322939"/>
                  </a:lnTo>
                  <a:lnTo>
                    <a:pt x="1670792" y="5339041"/>
                  </a:lnTo>
                  <a:lnTo>
                    <a:pt x="1620768" y="5353459"/>
                  </a:lnTo>
                  <a:lnTo>
                    <a:pt x="1568161" y="5366289"/>
                  </a:lnTo>
                  <a:lnTo>
                    <a:pt x="1512026" y="5377684"/>
                  </a:lnTo>
                  <a:lnTo>
                    <a:pt x="1451409" y="5387817"/>
                  </a:lnTo>
                  <a:lnTo>
                    <a:pt x="1385438" y="5396851"/>
                  </a:lnTo>
                  <a:lnTo>
                    <a:pt x="1313441" y="5404924"/>
                  </a:lnTo>
                  <a:lnTo>
                    <a:pt x="1235104" y="5412147"/>
                  </a:lnTo>
                  <a:lnTo>
                    <a:pt x="1150678" y="5418595"/>
                  </a:lnTo>
                  <a:lnTo>
                    <a:pt x="1061219" y="5424311"/>
                  </a:lnTo>
                  <a:lnTo>
                    <a:pt x="968799" y="5429306"/>
                  </a:lnTo>
                  <a:lnTo>
                    <a:pt x="876604" y="5433571"/>
                  </a:lnTo>
                  <a:lnTo>
                    <a:pt x="788781" y="5437087"/>
                  </a:lnTo>
                  <a:lnTo>
                    <a:pt x="709941" y="5439847"/>
                  </a:lnTo>
                  <a:lnTo>
                    <a:pt x="644332" y="5441873"/>
                  </a:lnTo>
                  <a:lnTo>
                    <a:pt x="594871" y="5443230"/>
                  </a:lnTo>
                  <a:lnTo>
                    <a:pt x="562361" y="5444028"/>
                  </a:lnTo>
                  <a:lnTo>
                    <a:pt x="545146" y="5444407"/>
                  </a:lnTo>
                  <a:lnTo>
                    <a:pt x="539249" y="5444524"/>
                  </a:lnTo>
                  <a:lnTo>
                    <a:pt x="538736" y="5444534"/>
                  </a:lnTo>
                  <a:lnTo>
                    <a:pt x="0" y="5444534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55" name="pl2055"/>
            <p:cNvSpPr/>
            <p:nvPr/>
          </p:nvSpPr>
          <p:spPr>
            <a:xfrm>
              <a:off x="546595" y="516342"/>
              <a:ext cx="8234974" cy="5444534"/>
            </a:xfrm>
            <a:custGeom>
              <a:avLst/>
              <a:pathLst>
                <a:path w="8234974" h="5444534">
                  <a:moveTo>
                    <a:pt x="0" y="5444534"/>
                  </a:moveTo>
                  <a:lnTo>
                    <a:pt x="538736" y="5444534"/>
                  </a:lnTo>
                  <a:lnTo>
                    <a:pt x="540029" y="5444510"/>
                  </a:lnTo>
                  <a:lnTo>
                    <a:pt x="548464" y="5444337"/>
                  </a:lnTo>
                  <a:lnTo>
                    <a:pt x="569496" y="5443861"/>
                  </a:lnTo>
                  <a:lnTo>
                    <a:pt x="606511" y="5442925"/>
                  </a:lnTo>
                  <a:lnTo>
                    <a:pt x="660497" y="5441397"/>
                  </a:lnTo>
                  <a:lnTo>
                    <a:pt x="730028" y="5439178"/>
                  </a:lnTo>
                  <a:lnTo>
                    <a:pt x="811737" y="5436215"/>
                  </a:lnTo>
                  <a:lnTo>
                    <a:pt x="901184" y="5432496"/>
                  </a:lnTo>
                  <a:lnTo>
                    <a:pt x="993814" y="5428032"/>
                  </a:lnTo>
                  <a:lnTo>
                    <a:pt x="1085704" y="5422843"/>
                  </a:lnTo>
                  <a:lnTo>
                    <a:pt x="1173966" y="5416932"/>
                  </a:lnTo>
                  <a:lnTo>
                    <a:pt x="1256819" y="5410281"/>
                  </a:lnTo>
                  <a:lnTo>
                    <a:pt x="1333446" y="5402838"/>
                  </a:lnTo>
                  <a:lnTo>
                    <a:pt x="1403771" y="5394518"/>
                  </a:lnTo>
                  <a:lnTo>
                    <a:pt x="1468224" y="5385204"/>
                  </a:lnTo>
                  <a:lnTo>
                    <a:pt x="1527543" y="5374747"/>
                  </a:lnTo>
                  <a:lnTo>
                    <a:pt x="1582633" y="5362982"/>
                  </a:lnTo>
                  <a:lnTo>
                    <a:pt x="1634454" y="5349739"/>
                  </a:lnTo>
                  <a:lnTo>
                    <a:pt x="1683934" y="5334873"/>
                  </a:lnTo>
                  <a:lnTo>
                    <a:pt x="1719082" y="5322939"/>
                  </a:lnTo>
                  <a:lnTo>
                    <a:pt x="1768905" y="5304116"/>
                  </a:lnTo>
                  <a:lnTo>
                    <a:pt x="1818245" y="5283357"/>
                  </a:lnTo>
                  <a:lnTo>
                    <a:pt x="1867618" y="5260635"/>
                  </a:lnTo>
                  <a:lnTo>
                    <a:pt x="1917372" y="5235990"/>
                  </a:lnTo>
                  <a:lnTo>
                    <a:pt x="1967712" y="5209536"/>
                  </a:lnTo>
                  <a:lnTo>
                    <a:pt x="2018718" y="5181471"/>
                  </a:lnTo>
                  <a:lnTo>
                    <a:pt x="2070357" y="5152068"/>
                  </a:lnTo>
                  <a:lnTo>
                    <a:pt x="2122506" y="5121674"/>
                  </a:lnTo>
                  <a:lnTo>
                    <a:pt x="2174974" y="5090688"/>
                  </a:lnTo>
                  <a:lnTo>
                    <a:pt x="2227527" y="5059547"/>
                  </a:lnTo>
                  <a:lnTo>
                    <a:pt x="2279922" y="5028693"/>
                  </a:lnTo>
                  <a:lnTo>
                    <a:pt x="2331937" y="4998554"/>
                  </a:lnTo>
                  <a:lnTo>
                    <a:pt x="2383397" y="4969517"/>
                  </a:lnTo>
                  <a:lnTo>
                    <a:pt x="2434203" y="4941906"/>
                  </a:lnTo>
                  <a:lnTo>
                    <a:pt x="2484356" y="4915974"/>
                  </a:lnTo>
                  <a:lnTo>
                    <a:pt x="2533968" y="4891893"/>
                  </a:lnTo>
                  <a:lnTo>
                    <a:pt x="2583287" y="4869755"/>
                  </a:lnTo>
                  <a:lnTo>
                    <a:pt x="2632709" y="4849578"/>
                  </a:lnTo>
                  <a:lnTo>
                    <a:pt x="2667772" y="4836561"/>
                  </a:lnTo>
                  <a:lnTo>
                    <a:pt x="2716062" y="4820459"/>
                  </a:lnTo>
                  <a:lnTo>
                    <a:pt x="2766087" y="4806040"/>
                  </a:lnTo>
                  <a:lnTo>
                    <a:pt x="2818694" y="4793211"/>
                  </a:lnTo>
                  <a:lnTo>
                    <a:pt x="2874829" y="4781816"/>
                  </a:lnTo>
                  <a:lnTo>
                    <a:pt x="2935446" y="4771682"/>
                  </a:lnTo>
                  <a:lnTo>
                    <a:pt x="3001416" y="4762649"/>
                  </a:lnTo>
                  <a:lnTo>
                    <a:pt x="3073414" y="4754576"/>
                  </a:lnTo>
                  <a:lnTo>
                    <a:pt x="3151751" y="4747353"/>
                  </a:lnTo>
                  <a:lnTo>
                    <a:pt x="3236177" y="4740905"/>
                  </a:lnTo>
                  <a:lnTo>
                    <a:pt x="3325636" y="4735189"/>
                  </a:lnTo>
                  <a:lnTo>
                    <a:pt x="3418056" y="4730194"/>
                  </a:lnTo>
                  <a:lnTo>
                    <a:pt x="3510251" y="4725929"/>
                  </a:lnTo>
                  <a:lnTo>
                    <a:pt x="3598074" y="4722412"/>
                  </a:lnTo>
                  <a:lnTo>
                    <a:pt x="3676914" y="4719653"/>
                  </a:lnTo>
                  <a:lnTo>
                    <a:pt x="3742523" y="4717627"/>
                  </a:lnTo>
                  <a:lnTo>
                    <a:pt x="3791984" y="4716269"/>
                  </a:lnTo>
                  <a:lnTo>
                    <a:pt x="3824494" y="4715472"/>
                  </a:lnTo>
                  <a:lnTo>
                    <a:pt x="3841708" y="4715093"/>
                  </a:lnTo>
                  <a:lnTo>
                    <a:pt x="3847606" y="4714975"/>
                  </a:lnTo>
                  <a:lnTo>
                    <a:pt x="3848118" y="4714966"/>
                  </a:lnTo>
                  <a:lnTo>
                    <a:pt x="4386855" y="4714966"/>
                  </a:lnTo>
                  <a:lnTo>
                    <a:pt x="4387726" y="4714862"/>
                  </a:lnTo>
                  <a:lnTo>
                    <a:pt x="4393457" y="4714121"/>
                  </a:lnTo>
                  <a:lnTo>
                    <a:pt x="4407935" y="4712074"/>
                  </a:lnTo>
                  <a:lnTo>
                    <a:pt x="4433892" y="4708041"/>
                  </a:lnTo>
                  <a:lnTo>
                    <a:pt x="4472715" y="4701393"/>
                  </a:lnTo>
                  <a:lnTo>
                    <a:pt x="4524344" y="4691607"/>
                  </a:lnTo>
                  <a:lnTo>
                    <a:pt x="4587365" y="4678319"/>
                  </a:lnTo>
                  <a:lnTo>
                    <a:pt x="4659329" y="4661337"/>
                  </a:lnTo>
                  <a:lnTo>
                    <a:pt x="4737232" y="4640616"/>
                  </a:lnTo>
                  <a:lnTo>
                    <a:pt x="4817999" y="4616207"/>
                  </a:lnTo>
                  <a:lnTo>
                    <a:pt x="4898890" y="4588192"/>
                  </a:lnTo>
                  <a:lnTo>
                    <a:pt x="4977736" y="4556620"/>
                  </a:lnTo>
                  <a:lnTo>
                    <a:pt x="5053022" y="4521460"/>
                  </a:lnTo>
                  <a:lnTo>
                    <a:pt x="5123856" y="4482572"/>
                  </a:lnTo>
                  <a:lnTo>
                    <a:pt x="5189864" y="4439692"/>
                  </a:lnTo>
                  <a:lnTo>
                    <a:pt x="5251069" y="4392425"/>
                  </a:lnTo>
                  <a:lnTo>
                    <a:pt x="5307775" y="4340255"/>
                  </a:lnTo>
                  <a:lnTo>
                    <a:pt x="5360467" y="4282554"/>
                  </a:lnTo>
                  <a:lnTo>
                    <a:pt x="5409737" y="4218616"/>
                  </a:lnTo>
                  <a:lnTo>
                    <a:pt x="5456221" y="4147695"/>
                  </a:lnTo>
                  <a:lnTo>
                    <a:pt x="5500559" y="4069093"/>
                  </a:lnTo>
                  <a:lnTo>
                    <a:pt x="5543346" y="3982283"/>
                  </a:lnTo>
                  <a:lnTo>
                    <a:pt x="5567201" y="3929138"/>
                  </a:lnTo>
                  <a:lnTo>
                    <a:pt x="5595688" y="3861329"/>
                  </a:lnTo>
                  <a:lnTo>
                    <a:pt x="5623930" y="3789516"/>
                  </a:lnTo>
                  <a:lnTo>
                    <a:pt x="5652046" y="3713618"/>
                  </a:lnTo>
                  <a:lnTo>
                    <a:pt x="5680133" y="3633595"/>
                  </a:lnTo>
                  <a:lnTo>
                    <a:pt x="5708270" y="3549453"/>
                  </a:lnTo>
                  <a:lnTo>
                    <a:pt x="5736519" y="3461242"/>
                  </a:lnTo>
                  <a:lnTo>
                    <a:pt x="5764929" y="3369067"/>
                  </a:lnTo>
                  <a:lnTo>
                    <a:pt x="5793530" y="3273086"/>
                  </a:lnTo>
                  <a:lnTo>
                    <a:pt x="5822344" y="3173510"/>
                  </a:lnTo>
                  <a:lnTo>
                    <a:pt x="5851375" y="3070607"/>
                  </a:lnTo>
                  <a:lnTo>
                    <a:pt x="5880621" y="2964699"/>
                  </a:lnTo>
                  <a:lnTo>
                    <a:pt x="5910066" y="2856158"/>
                  </a:lnTo>
                  <a:lnTo>
                    <a:pt x="5939686" y="2745402"/>
                  </a:lnTo>
                  <a:lnTo>
                    <a:pt x="5969450" y="2632890"/>
                  </a:lnTo>
                  <a:lnTo>
                    <a:pt x="5999319" y="2519114"/>
                  </a:lnTo>
                  <a:lnTo>
                    <a:pt x="6029251" y="2404588"/>
                  </a:lnTo>
                  <a:lnTo>
                    <a:pt x="6059203" y="2289843"/>
                  </a:lnTo>
                  <a:lnTo>
                    <a:pt x="6089127" y="2175412"/>
                  </a:lnTo>
                  <a:lnTo>
                    <a:pt x="6118980" y="2061825"/>
                  </a:lnTo>
                  <a:lnTo>
                    <a:pt x="6148721" y="1949592"/>
                  </a:lnTo>
                  <a:lnTo>
                    <a:pt x="6178312" y="1839200"/>
                  </a:lnTo>
                  <a:lnTo>
                    <a:pt x="6207722" y="1731101"/>
                  </a:lnTo>
                  <a:lnTo>
                    <a:pt x="6236931" y="1625705"/>
                  </a:lnTo>
                  <a:lnTo>
                    <a:pt x="6265923" y="1523376"/>
                  </a:lnTo>
                  <a:lnTo>
                    <a:pt x="6294698" y="1424425"/>
                  </a:lnTo>
                  <a:lnTo>
                    <a:pt x="6323263" y="1329111"/>
                  </a:lnTo>
                  <a:lnTo>
                    <a:pt x="6351641" y="1237636"/>
                  </a:lnTo>
                  <a:lnTo>
                    <a:pt x="6379867" y="1150148"/>
                  </a:lnTo>
                  <a:lnTo>
                    <a:pt x="6407990" y="1066740"/>
                  </a:lnTo>
                  <a:lnTo>
                    <a:pt x="6436076" y="987457"/>
                  </a:lnTo>
                  <a:lnTo>
                    <a:pt x="6464206" y="912295"/>
                  </a:lnTo>
                  <a:lnTo>
                    <a:pt x="6492483" y="841205"/>
                  </a:lnTo>
                  <a:lnTo>
                    <a:pt x="6515891" y="785827"/>
                  </a:lnTo>
                  <a:lnTo>
                    <a:pt x="6558029" y="694247"/>
                  </a:lnTo>
                  <a:lnTo>
                    <a:pt x="6601416" y="611020"/>
                  </a:lnTo>
                  <a:lnTo>
                    <a:pt x="6646602" y="535806"/>
                  </a:lnTo>
                  <a:lnTo>
                    <a:pt x="6694208" y="467985"/>
                  </a:lnTo>
                  <a:lnTo>
                    <a:pt x="6744876" y="406825"/>
                  </a:lnTo>
                  <a:lnTo>
                    <a:pt x="6799229" y="351590"/>
                  </a:lnTo>
                  <a:lnTo>
                    <a:pt x="6857823" y="301604"/>
                  </a:lnTo>
                  <a:lnTo>
                    <a:pt x="6921074" y="256284"/>
                  </a:lnTo>
                  <a:lnTo>
                    <a:pt x="6989179" y="215165"/>
                  </a:lnTo>
                  <a:lnTo>
                    <a:pt x="7062006" y="177909"/>
                  </a:lnTo>
                  <a:lnTo>
                    <a:pt x="7138970" y="144305"/>
                  </a:lnTo>
                  <a:lnTo>
                    <a:pt x="7218921" y="114263"/>
                  </a:lnTo>
                  <a:lnTo>
                    <a:pt x="7300062" y="87793"/>
                  </a:lnTo>
                  <a:lnTo>
                    <a:pt x="7379957" y="64964"/>
                  </a:lnTo>
                  <a:lnTo>
                    <a:pt x="7455685" y="45852"/>
                  </a:lnTo>
                  <a:lnTo>
                    <a:pt x="7524143" y="30475"/>
                  </a:lnTo>
                  <a:lnTo>
                    <a:pt x="7582504" y="18730"/>
                  </a:lnTo>
                  <a:lnTo>
                    <a:pt x="7628714" y="10350"/>
                  </a:lnTo>
                  <a:lnTo>
                    <a:pt x="7661915" y="4901"/>
                  </a:lnTo>
                  <a:lnTo>
                    <a:pt x="7682672" y="1806"/>
                  </a:lnTo>
                  <a:lnTo>
                    <a:pt x="7692975" y="405"/>
                  </a:lnTo>
                  <a:lnTo>
                    <a:pt x="7696073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6" name="pl2056"/>
            <p:cNvSpPr/>
            <p:nvPr/>
          </p:nvSpPr>
          <p:spPr>
            <a:xfrm>
              <a:off x="546595" y="510897"/>
              <a:ext cx="8234974" cy="5444534"/>
            </a:xfrm>
            <a:custGeom>
              <a:avLst/>
              <a:pathLst>
                <a:path w="8234974" h="5444534">
                  <a:moveTo>
                    <a:pt x="8234974" y="0"/>
                  </a:moveTo>
                  <a:lnTo>
                    <a:pt x="7696237" y="0"/>
                  </a:lnTo>
                  <a:lnTo>
                    <a:pt x="7695367" y="103"/>
                  </a:lnTo>
                  <a:lnTo>
                    <a:pt x="7689635" y="844"/>
                  </a:lnTo>
                  <a:lnTo>
                    <a:pt x="7675157" y="2892"/>
                  </a:lnTo>
                  <a:lnTo>
                    <a:pt x="7649201" y="6924"/>
                  </a:lnTo>
                  <a:lnTo>
                    <a:pt x="7610378" y="13573"/>
                  </a:lnTo>
                  <a:lnTo>
                    <a:pt x="7558749" y="23359"/>
                  </a:lnTo>
                  <a:lnTo>
                    <a:pt x="7495728" y="36646"/>
                  </a:lnTo>
                  <a:lnTo>
                    <a:pt x="7423763" y="53629"/>
                  </a:lnTo>
                  <a:lnTo>
                    <a:pt x="7345861" y="74350"/>
                  </a:lnTo>
                  <a:lnTo>
                    <a:pt x="7265094" y="98758"/>
                  </a:lnTo>
                  <a:lnTo>
                    <a:pt x="7184203" y="126773"/>
                  </a:lnTo>
                  <a:lnTo>
                    <a:pt x="7105357" y="158346"/>
                  </a:lnTo>
                  <a:lnTo>
                    <a:pt x="7030070" y="193506"/>
                  </a:lnTo>
                  <a:lnTo>
                    <a:pt x="6959236" y="232393"/>
                  </a:lnTo>
                  <a:lnTo>
                    <a:pt x="6893228" y="275274"/>
                  </a:lnTo>
                  <a:lnTo>
                    <a:pt x="6832023" y="322540"/>
                  </a:lnTo>
                  <a:lnTo>
                    <a:pt x="6775318" y="374711"/>
                  </a:lnTo>
                  <a:lnTo>
                    <a:pt x="6722625" y="432411"/>
                  </a:lnTo>
                  <a:lnTo>
                    <a:pt x="6673356" y="496350"/>
                  </a:lnTo>
                  <a:lnTo>
                    <a:pt x="6626871" y="567271"/>
                  </a:lnTo>
                  <a:lnTo>
                    <a:pt x="6582533" y="645873"/>
                  </a:lnTo>
                  <a:lnTo>
                    <a:pt x="6539746" y="732682"/>
                  </a:lnTo>
                  <a:lnTo>
                    <a:pt x="6515891" y="785827"/>
                  </a:lnTo>
                  <a:lnTo>
                    <a:pt x="6487405" y="853636"/>
                  </a:lnTo>
                  <a:lnTo>
                    <a:pt x="6459163" y="925450"/>
                  </a:lnTo>
                  <a:lnTo>
                    <a:pt x="6431047" y="1001348"/>
                  </a:lnTo>
                  <a:lnTo>
                    <a:pt x="6402960" y="1081370"/>
                  </a:lnTo>
                  <a:lnTo>
                    <a:pt x="6374823" y="1165513"/>
                  </a:lnTo>
                  <a:lnTo>
                    <a:pt x="6346573" y="1253724"/>
                  </a:lnTo>
                  <a:lnTo>
                    <a:pt x="6318164" y="1345898"/>
                  </a:lnTo>
                  <a:lnTo>
                    <a:pt x="6289562" y="1441880"/>
                  </a:lnTo>
                  <a:lnTo>
                    <a:pt x="6260749" y="1541456"/>
                  </a:lnTo>
                  <a:lnTo>
                    <a:pt x="6231717" y="1644358"/>
                  </a:lnTo>
                  <a:lnTo>
                    <a:pt x="6202471" y="1750266"/>
                  </a:lnTo>
                  <a:lnTo>
                    <a:pt x="6173026" y="1858808"/>
                  </a:lnTo>
                  <a:lnTo>
                    <a:pt x="6143406" y="1969563"/>
                  </a:lnTo>
                  <a:lnTo>
                    <a:pt x="6113643" y="2082075"/>
                  </a:lnTo>
                  <a:lnTo>
                    <a:pt x="6083774" y="2195852"/>
                  </a:lnTo>
                  <a:lnTo>
                    <a:pt x="6053841" y="2310378"/>
                  </a:lnTo>
                  <a:lnTo>
                    <a:pt x="6023890" y="2425123"/>
                  </a:lnTo>
                  <a:lnTo>
                    <a:pt x="5993965" y="2539553"/>
                  </a:lnTo>
                  <a:lnTo>
                    <a:pt x="5964112" y="2653141"/>
                  </a:lnTo>
                  <a:lnTo>
                    <a:pt x="5934372" y="2765374"/>
                  </a:lnTo>
                  <a:lnTo>
                    <a:pt x="5904781" y="2875766"/>
                  </a:lnTo>
                  <a:lnTo>
                    <a:pt x="5875370" y="2983865"/>
                  </a:lnTo>
                  <a:lnTo>
                    <a:pt x="5846162" y="3089261"/>
                  </a:lnTo>
                  <a:lnTo>
                    <a:pt x="5817169" y="3191590"/>
                  </a:lnTo>
                  <a:lnTo>
                    <a:pt x="5788395" y="3290540"/>
                  </a:lnTo>
                  <a:lnTo>
                    <a:pt x="5759829" y="3385854"/>
                  </a:lnTo>
                  <a:lnTo>
                    <a:pt x="5731451" y="3477329"/>
                  </a:lnTo>
                  <a:lnTo>
                    <a:pt x="5703226" y="3564818"/>
                  </a:lnTo>
                  <a:lnTo>
                    <a:pt x="5675103" y="3648225"/>
                  </a:lnTo>
                  <a:lnTo>
                    <a:pt x="5647017" y="3727509"/>
                  </a:lnTo>
                  <a:lnTo>
                    <a:pt x="5618886" y="3802671"/>
                  </a:lnTo>
                  <a:lnTo>
                    <a:pt x="5590609" y="3873761"/>
                  </a:lnTo>
                  <a:lnTo>
                    <a:pt x="5567201" y="3929138"/>
                  </a:lnTo>
                  <a:lnTo>
                    <a:pt x="5525064" y="4020718"/>
                  </a:lnTo>
                  <a:lnTo>
                    <a:pt x="5481677" y="4103945"/>
                  </a:lnTo>
                  <a:lnTo>
                    <a:pt x="5436490" y="4179159"/>
                  </a:lnTo>
                  <a:lnTo>
                    <a:pt x="5388885" y="4246981"/>
                  </a:lnTo>
                  <a:lnTo>
                    <a:pt x="5338217" y="4308141"/>
                  </a:lnTo>
                  <a:lnTo>
                    <a:pt x="5283863" y="4363375"/>
                  </a:lnTo>
                  <a:lnTo>
                    <a:pt x="5225269" y="4413362"/>
                  </a:lnTo>
                  <a:lnTo>
                    <a:pt x="5162018" y="4458682"/>
                  </a:lnTo>
                  <a:lnTo>
                    <a:pt x="5093913" y="4499801"/>
                  </a:lnTo>
                  <a:lnTo>
                    <a:pt x="5021087" y="4537057"/>
                  </a:lnTo>
                  <a:lnTo>
                    <a:pt x="4944122" y="4570661"/>
                  </a:lnTo>
                  <a:lnTo>
                    <a:pt x="4864171" y="4600702"/>
                  </a:lnTo>
                  <a:lnTo>
                    <a:pt x="4783031" y="4627172"/>
                  </a:lnTo>
                  <a:lnTo>
                    <a:pt x="4703135" y="4650002"/>
                  </a:lnTo>
                  <a:lnTo>
                    <a:pt x="4627408" y="4669114"/>
                  </a:lnTo>
                  <a:lnTo>
                    <a:pt x="4558949" y="4684491"/>
                  </a:lnTo>
                  <a:lnTo>
                    <a:pt x="4500588" y="4696236"/>
                  </a:lnTo>
                  <a:lnTo>
                    <a:pt x="4454378" y="4704615"/>
                  </a:lnTo>
                  <a:lnTo>
                    <a:pt x="4421177" y="4710065"/>
                  </a:lnTo>
                  <a:lnTo>
                    <a:pt x="4400420" y="4713160"/>
                  </a:lnTo>
                  <a:lnTo>
                    <a:pt x="4390117" y="4714561"/>
                  </a:lnTo>
                  <a:lnTo>
                    <a:pt x="4387019" y="4714947"/>
                  </a:lnTo>
                  <a:lnTo>
                    <a:pt x="4386855" y="4714966"/>
                  </a:lnTo>
                  <a:lnTo>
                    <a:pt x="3848118" y="4714966"/>
                  </a:lnTo>
                  <a:lnTo>
                    <a:pt x="3846826" y="4714990"/>
                  </a:lnTo>
                  <a:lnTo>
                    <a:pt x="3838391" y="4715163"/>
                  </a:lnTo>
                  <a:lnTo>
                    <a:pt x="3817358" y="4715639"/>
                  </a:lnTo>
                  <a:lnTo>
                    <a:pt x="3780343" y="4716574"/>
                  </a:lnTo>
                  <a:lnTo>
                    <a:pt x="3726357" y="4718103"/>
                  </a:lnTo>
                  <a:lnTo>
                    <a:pt x="3656826" y="4720322"/>
                  </a:lnTo>
                  <a:lnTo>
                    <a:pt x="3575118" y="4723285"/>
                  </a:lnTo>
                  <a:lnTo>
                    <a:pt x="3485670" y="4727004"/>
                  </a:lnTo>
                  <a:lnTo>
                    <a:pt x="3393041" y="4731467"/>
                  </a:lnTo>
                  <a:lnTo>
                    <a:pt x="3301151" y="4736657"/>
                  </a:lnTo>
                  <a:lnTo>
                    <a:pt x="3212888" y="4742568"/>
                  </a:lnTo>
                  <a:lnTo>
                    <a:pt x="3130036" y="4749219"/>
                  </a:lnTo>
                  <a:lnTo>
                    <a:pt x="3053409" y="4756662"/>
                  </a:lnTo>
                  <a:lnTo>
                    <a:pt x="2983083" y="4764981"/>
                  </a:lnTo>
                  <a:lnTo>
                    <a:pt x="2918631" y="4774296"/>
                  </a:lnTo>
                  <a:lnTo>
                    <a:pt x="2859312" y="4784753"/>
                  </a:lnTo>
                  <a:lnTo>
                    <a:pt x="2804222" y="4796517"/>
                  </a:lnTo>
                  <a:lnTo>
                    <a:pt x="2752401" y="4809761"/>
                  </a:lnTo>
                  <a:lnTo>
                    <a:pt x="2702921" y="4824627"/>
                  </a:lnTo>
                  <a:lnTo>
                    <a:pt x="2667772" y="4836561"/>
                  </a:lnTo>
                  <a:lnTo>
                    <a:pt x="2617949" y="4855384"/>
                  </a:lnTo>
                  <a:lnTo>
                    <a:pt x="2568609" y="4876142"/>
                  </a:lnTo>
                  <a:lnTo>
                    <a:pt x="2519237" y="4898864"/>
                  </a:lnTo>
                  <a:lnTo>
                    <a:pt x="2469483" y="4923510"/>
                  </a:lnTo>
                  <a:lnTo>
                    <a:pt x="2419142" y="4949964"/>
                  </a:lnTo>
                  <a:lnTo>
                    <a:pt x="2368136" y="4978029"/>
                  </a:lnTo>
                  <a:lnTo>
                    <a:pt x="2316497" y="5007431"/>
                  </a:lnTo>
                  <a:lnTo>
                    <a:pt x="2264348" y="5037826"/>
                  </a:lnTo>
                  <a:lnTo>
                    <a:pt x="2211881" y="5068811"/>
                  </a:lnTo>
                  <a:lnTo>
                    <a:pt x="2159328" y="5099953"/>
                  </a:lnTo>
                  <a:lnTo>
                    <a:pt x="2106932" y="5130807"/>
                  </a:lnTo>
                  <a:lnTo>
                    <a:pt x="2054917" y="5160946"/>
                  </a:lnTo>
                  <a:lnTo>
                    <a:pt x="2003458" y="5189983"/>
                  </a:lnTo>
                  <a:lnTo>
                    <a:pt x="1952651" y="5217594"/>
                  </a:lnTo>
                  <a:lnTo>
                    <a:pt x="1902499" y="5243526"/>
                  </a:lnTo>
                  <a:lnTo>
                    <a:pt x="1852886" y="5267607"/>
                  </a:lnTo>
                  <a:lnTo>
                    <a:pt x="1803567" y="5289745"/>
                  </a:lnTo>
                  <a:lnTo>
                    <a:pt x="1754145" y="5309922"/>
                  </a:lnTo>
                  <a:lnTo>
                    <a:pt x="1719082" y="5322939"/>
                  </a:lnTo>
                  <a:lnTo>
                    <a:pt x="1670792" y="5339041"/>
                  </a:lnTo>
                  <a:lnTo>
                    <a:pt x="1620768" y="5353459"/>
                  </a:lnTo>
                  <a:lnTo>
                    <a:pt x="1568161" y="5366289"/>
                  </a:lnTo>
                  <a:lnTo>
                    <a:pt x="1512026" y="5377684"/>
                  </a:lnTo>
                  <a:lnTo>
                    <a:pt x="1451409" y="5387817"/>
                  </a:lnTo>
                  <a:lnTo>
                    <a:pt x="1385438" y="5396851"/>
                  </a:lnTo>
                  <a:lnTo>
                    <a:pt x="1313441" y="5404924"/>
                  </a:lnTo>
                  <a:lnTo>
                    <a:pt x="1235104" y="5412147"/>
                  </a:lnTo>
                  <a:lnTo>
                    <a:pt x="1150678" y="5418595"/>
                  </a:lnTo>
                  <a:lnTo>
                    <a:pt x="1061219" y="5424311"/>
                  </a:lnTo>
                  <a:lnTo>
                    <a:pt x="968799" y="5429306"/>
                  </a:lnTo>
                  <a:lnTo>
                    <a:pt x="876604" y="5433571"/>
                  </a:lnTo>
                  <a:lnTo>
                    <a:pt x="788781" y="5437087"/>
                  </a:lnTo>
                  <a:lnTo>
                    <a:pt x="709941" y="5439847"/>
                  </a:lnTo>
                  <a:lnTo>
                    <a:pt x="644332" y="5441873"/>
                  </a:lnTo>
                  <a:lnTo>
                    <a:pt x="594871" y="5443230"/>
                  </a:lnTo>
                  <a:lnTo>
                    <a:pt x="562361" y="5444028"/>
                  </a:lnTo>
                  <a:lnTo>
                    <a:pt x="545146" y="5444407"/>
                  </a:lnTo>
                  <a:lnTo>
                    <a:pt x="539249" y="5444524"/>
                  </a:lnTo>
                  <a:lnTo>
                    <a:pt x="538736" y="5444534"/>
                  </a:lnTo>
                  <a:lnTo>
                    <a:pt x="0" y="54445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7" name="pg2057"/>
            <p:cNvSpPr/>
            <p:nvPr/>
          </p:nvSpPr>
          <p:spPr>
            <a:xfrm>
              <a:off x="546595" y="712345"/>
              <a:ext cx="8234974" cy="5204974"/>
            </a:xfrm>
            <a:custGeom>
              <a:avLst/>
              <a:pathLst>
                <a:path w="8234974" h="5204974">
                  <a:moveTo>
                    <a:pt x="0" y="5204974"/>
                  </a:moveTo>
                  <a:lnTo>
                    <a:pt x="538736" y="5204974"/>
                  </a:lnTo>
                  <a:lnTo>
                    <a:pt x="539568" y="5204865"/>
                  </a:lnTo>
                  <a:lnTo>
                    <a:pt x="545051" y="5204085"/>
                  </a:lnTo>
                  <a:lnTo>
                    <a:pt x="558920" y="5201930"/>
                  </a:lnTo>
                  <a:lnTo>
                    <a:pt x="583829" y="5197685"/>
                  </a:lnTo>
                  <a:lnTo>
                    <a:pt x="621177" y="5190680"/>
                  </a:lnTo>
                  <a:lnTo>
                    <a:pt x="671000" y="5180357"/>
                  </a:lnTo>
                  <a:lnTo>
                    <a:pt x="732046" y="5166316"/>
                  </a:lnTo>
                  <a:lnTo>
                    <a:pt x="802055" y="5148338"/>
                  </a:lnTo>
                  <a:lnTo>
                    <a:pt x="878191" y="5126360"/>
                  </a:lnTo>
                  <a:lnTo>
                    <a:pt x="957500" y="5100427"/>
                  </a:lnTo>
                  <a:lnTo>
                    <a:pt x="1037301" y="5070625"/>
                  </a:lnTo>
                  <a:lnTo>
                    <a:pt x="1115426" y="5037015"/>
                  </a:lnTo>
                  <a:lnTo>
                    <a:pt x="1190320" y="4999583"/>
                  </a:lnTo>
                  <a:lnTo>
                    <a:pt x="1261023" y="4958205"/>
                  </a:lnTo>
                  <a:lnTo>
                    <a:pt x="1327084" y="4912629"/>
                  </a:lnTo>
                  <a:lnTo>
                    <a:pt x="1388455" y="4862471"/>
                  </a:lnTo>
                  <a:lnTo>
                    <a:pt x="1445371" y="4807216"/>
                  </a:lnTo>
                  <a:lnTo>
                    <a:pt x="1498260" y="4746230"/>
                  </a:lnTo>
                  <a:lnTo>
                    <a:pt x="1547665" y="4678787"/>
                  </a:lnTo>
                  <a:lnTo>
                    <a:pt x="1594189" y="4604108"/>
                  </a:lnTo>
                  <a:lnTo>
                    <a:pt x="1638445" y="4521429"/>
                  </a:lnTo>
                  <a:lnTo>
                    <a:pt x="1681020" y="4430122"/>
                  </a:lnTo>
                  <a:lnTo>
                    <a:pt x="1719082" y="4338386"/>
                  </a:lnTo>
                  <a:lnTo>
                    <a:pt x="1746316" y="4267003"/>
                  </a:lnTo>
                  <a:lnTo>
                    <a:pt x="1773323" y="4191591"/>
                  </a:lnTo>
                  <a:lnTo>
                    <a:pt x="1800205" y="4112068"/>
                  </a:lnTo>
                  <a:lnTo>
                    <a:pt x="1827050" y="4028393"/>
                  </a:lnTo>
                  <a:lnTo>
                    <a:pt x="1853929" y="3940561"/>
                  </a:lnTo>
                  <a:lnTo>
                    <a:pt x="1880900" y="3848615"/>
                  </a:lnTo>
                  <a:lnTo>
                    <a:pt x="1908006" y="3752642"/>
                  </a:lnTo>
                  <a:lnTo>
                    <a:pt x="1935281" y="3652779"/>
                  </a:lnTo>
                  <a:lnTo>
                    <a:pt x="1962744" y="3549211"/>
                  </a:lnTo>
                  <a:lnTo>
                    <a:pt x="1990406" y="3442178"/>
                  </a:lnTo>
                  <a:lnTo>
                    <a:pt x="2018266" y="3331967"/>
                  </a:lnTo>
                  <a:lnTo>
                    <a:pt x="2046316" y="3218914"/>
                  </a:lnTo>
                  <a:lnTo>
                    <a:pt x="2074539" y="3103401"/>
                  </a:lnTo>
                  <a:lnTo>
                    <a:pt x="2102910" y="2985848"/>
                  </a:lnTo>
                  <a:lnTo>
                    <a:pt x="2131400" y="2866711"/>
                  </a:lnTo>
                  <a:lnTo>
                    <a:pt x="2159973" y="2746473"/>
                  </a:lnTo>
                  <a:lnTo>
                    <a:pt x="2188593" y="2625636"/>
                  </a:lnTo>
                  <a:lnTo>
                    <a:pt x="2217219" y="2504711"/>
                  </a:lnTo>
                  <a:lnTo>
                    <a:pt x="2245813" y="2384214"/>
                  </a:lnTo>
                  <a:lnTo>
                    <a:pt x="2274335" y="2264650"/>
                  </a:lnTo>
                  <a:lnTo>
                    <a:pt x="2302750" y="2146510"/>
                  </a:lnTo>
                  <a:lnTo>
                    <a:pt x="2331026" y="2030259"/>
                  </a:lnTo>
                  <a:lnTo>
                    <a:pt x="2359136" y="1916331"/>
                  </a:lnTo>
                  <a:lnTo>
                    <a:pt x="2387062" y="1805120"/>
                  </a:lnTo>
                  <a:lnTo>
                    <a:pt x="2414791" y="1696979"/>
                  </a:lnTo>
                  <a:lnTo>
                    <a:pt x="2442321" y="1592212"/>
                  </a:lnTo>
                  <a:lnTo>
                    <a:pt x="2469657" y="1491074"/>
                  </a:lnTo>
                  <a:lnTo>
                    <a:pt x="2496818" y="1393769"/>
                  </a:lnTo>
                  <a:lnTo>
                    <a:pt x="2523830" y="1300451"/>
                  </a:lnTo>
                  <a:lnTo>
                    <a:pt x="2550735" y="1211223"/>
                  </a:lnTo>
                  <a:lnTo>
                    <a:pt x="2577584" y="1126143"/>
                  </a:lnTo>
                  <a:lnTo>
                    <a:pt x="2604444" y="1045220"/>
                  </a:lnTo>
                  <a:lnTo>
                    <a:pt x="2631398" y="968427"/>
                  </a:lnTo>
                  <a:lnTo>
                    <a:pt x="2658542" y="895695"/>
                  </a:lnTo>
                  <a:lnTo>
                    <a:pt x="2667772" y="872032"/>
                  </a:lnTo>
                  <a:lnTo>
                    <a:pt x="2709259" y="772510"/>
                  </a:lnTo>
                  <a:lnTo>
                    <a:pt x="2751951" y="681924"/>
                  </a:lnTo>
                  <a:lnTo>
                    <a:pt x="2796369" y="599925"/>
                  </a:lnTo>
                  <a:lnTo>
                    <a:pt x="2843105" y="525866"/>
                  </a:lnTo>
                  <a:lnTo>
                    <a:pt x="2892773" y="458979"/>
                  </a:lnTo>
                  <a:lnTo>
                    <a:pt x="2945972" y="398487"/>
                  </a:lnTo>
                  <a:lnTo>
                    <a:pt x="3003237" y="343670"/>
                  </a:lnTo>
                  <a:lnTo>
                    <a:pt x="3064985" y="293904"/>
                  </a:lnTo>
                  <a:lnTo>
                    <a:pt x="3131432" y="248683"/>
                  </a:lnTo>
                  <a:lnTo>
                    <a:pt x="3202499" y="207635"/>
                  </a:lnTo>
                  <a:lnTo>
                    <a:pt x="3277701" y="170517"/>
                  </a:lnTo>
                  <a:lnTo>
                    <a:pt x="3356029" y="137217"/>
                  </a:lnTo>
                  <a:lnTo>
                    <a:pt x="3435880" y="107728"/>
                  </a:lnTo>
                  <a:lnTo>
                    <a:pt x="3515036" y="82115"/>
                  </a:lnTo>
                  <a:lnTo>
                    <a:pt x="3590783" y="60463"/>
                  </a:lnTo>
                  <a:lnTo>
                    <a:pt x="3660162" y="42810"/>
                  </a:lnTo>
                  <a:lnTo>
                    <a:pt x="3720366" y="29084"/>
                  </a:lnTo>
                  <a:lnTo>
                    <a:pt x="3769202" y="19048"/>
                  </a:lnTo>
                  <a:lnTo>
                    <a:pt x="3805515" y="12292"/>
                  </a:lnTo>
                  <a:lnTo>
                    <a:pt x="3829452" y="8244"/>
                  </a:lnTo>
                  <a:lnTo>
                    <a:pt x="3842521" y="6228"/>
                  </a:lnTo>
                  <a:lnTo>
                    <a:pt x="3847471" y="552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23" y="5530"/>
                  </a:lnTo>
                  <a:lnTo>
                    <a:pt x="4394181" y="6139"/>
                  </a:lnTo>
                  <a:lnTo>
                    <a:pt x="4410189" y="7825"/>
                  </a:lnTo>
                  <a:lnTo>
                    <a:pt x="4438761" y="11141"/>
                  </a:lnTo>
                  <a:lnTo>
                    <a:pt x="4481238" y="16599"/>
                  </a:lnTo>
                  <a:lnTo>
                    <a:pt x="4537291" y="24607"/>
                  </a:lnTo>
                  <a:lnTo>
                    <a:pt x="4605080" y="35435"/>
                  </a:lnTo>
                  <a:lnTo>
                    <a:pt x="4681684" y="49211"/>
                  </a:lnTo>
                  <a:lnTo>
                    <a:pt x="4763688" y="65945"/>
                  </a:lnTo>
                  <a:lnTo>
                    <a:pt x="4847745" y="85582"/>
                  </a:lnTo>
                  <a:lnTo>
                    <a:pt x="4931007" y="108060"/>
                  </a:lnTo>
                  <a:lnTo>
                    <a:pt x="5011335" y="133358"/>
                  </a:lnTo>
                  <a:lnTo>
                    <a:pt x="5087344" y="161540"/>
                  </a:lnTo>
                  <a:lnTo>
                    <a:pt x="5158318" y="192764"/>
                  </a:lnTo>
                  <a:lnTo>
                    <a:pt x="5224076" y="227303"/>
                  </a:lnTo>
                  <a:lnTo>
                    <a:pt x="5284823" y="265535"/>
                  </a:lnTo>
                  <a:lnTo>
                    <a:pt x="5341025" y="307937"/>
                  </a:lnTo>
                  <a:lnTo>
                    <a:pt x="5393300" y="355068"/>
                  </a:lnTo>
                  <a:lnTo>
                    <a:pt x="5442347" y="407535"/>
                  </a:lnTo>
                  <a:lnTo>
                    <a:pt x="5488881" y="465932"/>
                  </a:lnTo>
                  <a:lnTo>
                    <a:pt x="5533584" y="530745"/>
                  </a:lnTo>
                  <a:lnTo>
                    <a:pt x="5567201" y="585287"/>
                  </a:lnTo>
                  <a:lnTo>
                    <a:pt x="5599785" y="642803"/>
                  </a:lnTo>
                  <a:lnTo>
                    <a:pt x="5632073" y="704202"/>
                  </a:lnTo>
                  <a:lnTo>
                    <a:pt x="5664234" y="769565"/>
                  </a:lnTo>
                  <a:lnTo>
                    <a:pt x="5696404" y="838918"/>
                  </a:lnTo>
                  <a:lnTo>
                    <a:pt x="5728689" y="912230"/>
                  </a:lnTo>
                  <a:lnTo>
                    <a:pt x="5761168" y="989407"/>
                  </a:lnTo>
                  <a:lnTo>
                    <a:pt x="5793893" y="1070285"/>
                  </a:lnTo>
                  <a:lnTo>
                    <a:pt x="5826896" y="1154634"/>
                  </a:lnTo>
                  <a:lnTo>
                    <a:pt x="5860185" y="1242152"/>
                  </a:lnTo>
                  <a:lnTo>
                    <a:pt x="5893749" y="1332471"/>
                  </a:lnTo>
                  <a:lnTo>
                    <a:pt x="5927561" y="1425159"/>
                  </a:lnTo>
                  <a:lnTo>
                    <a:pt x="5961579" y="1519730"/>
                  </a:lnTo>
                  <a:lnTo>
                    <a:pt x="5995749" y="1615650"/>
                  </a:lnTo>
                  <a:lnTo>
                    <a:pt x="6030009" y="1712355"/>
                  </a:lnTo>
                  <a:lnTo>
                    <a:pt x="6064291" y="1809259"/>
                  </a:lnTo>
                  <a:lnTo>
                    <a:pt x="6098529" y="1905772"/>
                  </a:lnTo>
                  <a:lnTo>
                    <a:pt x="6132656" y="2001312"/>
                  </a:lnTo>
                  <a:lnTo>
                    <a:pt x="6166612" y="2095324"/>
                  </a:lnTo>
                  <a:lnTo>
                    <a:pt x="6200347" y="2187288"/>
                  </a:lnTo>
                  <a:lnTo>
                    <a:pt x="6233823" y="2276736"/>
                  </a:lnTo>
                  <a:lnTo>
                    <a:pt x="6267019" y="2363255"/>
                  </a:lnTo>
                  <a:lnTo>
                    <a:pt x="6299929" y="2446499"/>
                  </a:lnTo>
                  <a:lnTo>
                    <a:pt x="6332569" y="2526189"/>
                  </a:lnTo>
                  <a:lnTo>
                    <a:pt x="6364978" y="2602116"/>
                  </a:lnTo>
                  <a:lnTo>
                    <a:pt x="6397215" y="2674141"/>
                  </a:lnTo>
                  <a:lnTo>
                    <a:pt x="6429369" y="2742190"/>
                  </a:lnTo>
                  <a:lnTo>
                    <a:pt x="6461555" y="2806252"/>
                  </a:lnTo>
                  <a:lnTo>
                    <a:pt x="6493919" y="2866370"/>
                  </a:lnTo>
                  <a:lnTo>
                    <a:pt x="6515891" y="2904658"/>
                  </a:lnTo>
                  <a:lnTo>
                    <a:pt x="6559593" y="2974591"/>
                  </a:lnTo>
                  <a:lnTo>
                    <a:pt x="6604658" y="3037906"/>
                  </a:lnTo>
                  <a:lnTo>
                    <a:pt x="6651704" y="3094900"/>
                  </a:lnTo>
                  <a:lnTo>
                    <a:pt x="6701425" y="3146093"/>
                  </a:lnTo>
                  <a:lnTo>
                    <a:pt x="6754538" y="3192092"/>
                  </a:lnTo>
                  <a:lnTo>
                    <a:pt x="6811727" y="3233494"/>
                  </a:lnTo>
                  <a:lnTo>
                    <a:pt x="6873586" y="3270843"/>
                  </a:lnTo>
                  <a:lnTo>
                    <a:pt x="6940529" y="3304595"/>
                  </a:lnTo>
                  <a:lnTo>
                    <a:pt x="7012686" y="3335105"/>
                  </a:lnTo>
                  <a:lnTo>
                    <a:pt x="7089767" y="3362617"/>
                  </a:lnTo>
                  <a:lnTo>
                    <a:pt x="7170914" y="3387269"/>
                  </a:lnTo>
                  <a:lnTo>
                    <a:pt x="7254574" y="3409102"/>
                  </a:lnTo>
                  <a:lnTo>
                    <a:pt x="7338436" y="3428081"/>
                  </a:lnTo>
                  <a:lnTo>
                    <a:pt x="7419511" y="3444143"/>
                  </a:lnTo>
                  <a:lnTo>
                    <a:pt x="7494395" y="3457241"/>
                  </a:lnTo>
                  <a:lnTo>
                    <a:pt x="7559729" y="3467409"/>
                  </a:lnTo>
                  <a:lnTo>
                    <a:pt x="7612793" y="3474805"/>
                  </a:lnTo>
                  <a:lnTo>
                    <a:pt x="7652063" y="3479733"/>
                  </a:lnTo>
                  <a:lnTo>
                    <a:pt x="7677586" y="3482630"/>
                  </a:lnTo>
                  <a:lnTo>
                    <a:pt x="7691081" y="3484020"/>
                  </a:lnTo>
                  <a:lnTo>
                    <a:pt x="7695787" y="3484462"/>
                  </a:lnTo>
                  <a:lnTo>
                    <a:pt x="7696237" y="3484501"/>
                  </a:lnTo>
                  <a:lnTo>
                    <a:pt x="8234974" y="3484501"/>
                  </a:lnTo>
                  <a:lnTo>
                    <a:pt x="8234974" y="3479057"/>
                  </a:ln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6" y="109"/>
                  </a:lnTo>
                  <a:lnTo>
                    <a:pt x="3841803" y="889"/>
                  </a:lnTo>
                  <a:lnTo>
                    <a:pt x="3827934" y="3044"/>
                  </a:lnTo>
                  <a:lnTo>
                    <a:pt x="3803026" y="7289"/>
                  </a:lnTo>
                  <a:lnTo>
                    <a:pt x="3765678" y="14293"/>
                  </a:lnTo>
                  <a:lnTo>
                    <a:pt x="3715854" y="24617"/>
                  </a:lnTo>
                  <a:lnTo>
                    <a:pt x="3654808" y="38657"/>
                  </a:lnTo>
                  <a:lnTo>
                    <a:pt x="3584799" y="56636"/>
                  </a:lnTo>
                  <a:lnTo>
                    <a:pt x="3508664" y="78614"/>
                  </a:lnTo>
                  <a:lnTo>
                    <a:pt x="3429355" y="104546"/>
                  </a:lnTo>
                  <a:lnTo>
                    <a:pt x="3349553" y="134348"/>
                  </a:lnTo>
                  <a:lnTo>
                    <a:pt x="3271428" y="167958"/>
                  </a:lnTo>
                  <a:lnTo>
                    <a:pt x="3196534" y="205391"/>
                  </a:lnTo>
                  <a:lnTo>
                    <a:pt x="3125832" y="246769"/>
                  </a:lnTo>
                  <a:lnTo>
                    <a:pt x="3059770" y="292345"/>
                  </a:lnTo>
                  <a:lnTo>
                    <a:pt x="2998400" y="342503"/>
                  </a:lnTo>
                  <a:lnTo>
                    <a:pt x="2941484" y="397758"/>
                  </a:lnTo>
                  <a:lnTo>
                    <a:pt x="2888595" y="458744"/>
                  </a:lnTo>
                  <a:lnTo>
                    <a:pt x="2839189" y="526187"/>
                  </a:lnTo>
                  <a:lnTo>
                    <a:pt x="2792665" y="600866"/>
                  </a:lnTo>
                  <a:lnTo>
                    <a:pt x="2748409" y="683544"/>
                  </a:lnTo>
                  <a:lnTo>
                    <a:pt x="2705835" y="774852"/>
                  </a:lnTo>
                  <a:lnTo>
                    <a:pt x="2667772" y="866588"/>
                  </a:lnTo>
                  <a:lnTo>
                    <a:pt x="2640538" y="937970"/>
                  </a:lnTo>
                  <a:lnTo>
                    <a:pt x="2613532" y="1013383"/>
                  </a:lnTo>
                  <a:lnTo>
                    <a:pt x="2586650" y="1092905"/>
                  </a:lnTo>
                  <a:lnTo>
                    <a:pt x="2559805" y="1176581"/>
                  </a:lnTo>
                  <a:lnTo>
                    <a:pt x="2532926" y="1264412"/>
                  </a:lnTo>
                  <a:lnTo>
                    <a:pt x="2505955" y="1356358"/>
                  </a:lnTo>
                  <a:lnTo>
                    <a:pt x="2478848" y="1452331"/>
                  </a:lnTo>
                  <a:lnTo>
                    <a:pt x="2451574" y="1552195"/>
                  </a:lnTo>
                  <a:lnTo>
                    <a:pt x="2424110" y="1655763"/>
                  </a:lnTo>
                  <a:lnTo>
                    <a:pt x="2396449" y="1762796"/>
                  </a:lnTo>
                  <a:lnTo>
                    <a:pt x="2368588" y="1873007"/>
                  </a:lnTo>
                  <a:lnTo>
                    <a:pt x="2340538" y="1986060"/>
                  </a:lnTo>
                  <a:lnTo>
                    <a:pt x="2312316" y="2101573"/>
                  </a:lnTo>
                  <a:lnTo>
                    <a:pt x="2283945" y="2219126"/>
                  </a:lnTo>
                  <a:lnTo>
                    <a:pt x="2255455" y="2338263"/>
                  </a:lnTo>
                  <a:lnTo>
                    <a:pt x="2226881" y="2458501"/>
                  </a:lnTo>
                  <a:lnTo>
                    <a:pt x="2198262" y="2579338"/>
                  </a:lnTo>
                  <a:lnTo>
                    <a:pt x="2169635" y="2700262"/>
                  </a:lnTo>
                  <a:lnTo>
                    <a:pt x="2141042" y="2820760"/>
                  </a:lnTo>
                  <a:lnTo>
                    <a:pt x="2112520" y="2940323"/>
                  </a:lnTo>
                  <a:lnTo>
                    <a:pt x="2084105" y="3058463"/>
                  </a:lnTo>
                  <a:lnTo>
                    <a:pt x="2055829" y="3174715"/>
                  </a:lnTo>
                  <a:lnTo>
                    <a:pt x="2027718" y="3288643"/>
                  </a:lnTo>
                  <a:lnTo>
                    <a:pt x="1999793" y="3399854"/>
                  </a:lnTo>
                  <a:lnTo>
                    <a:pt x="1972063" y="3507995"/>
                  </a:lnTo>
                  <a:lnTo>
                    <a:pt x="1944534" y="3612762"/>
                  </a:lnTo>
                  <a:lnTo>
                    <a:pt x="1917197" y="3713900"/>
                  </a:lnTo>
                  <a:lnTo>
                    <a:pt x="1890037" y="3811204"/>
                  </a:lnTo>
                  <a:lnTo>
                    <a:pt x="1863024" y="3904523"/>
                  </a:lnTo>
                  <a:lnTo>
                    <a:pt x="1836120" y="3993750"/>
                  </a:lnTo>
                  <a:lnTo>
                    <a:pt x="1809271" y="4078831"/>
                  </a:lnTo>
                  <a:lnTo>
                    <a:pt x="1782410" y="4159753"/>
                  </a:lnTo>
                  <a:lnTo>
                    <a:pt x="1755457" y="4236547"/>
                  </a:lnTo>
                  <a:lnTo>
                    <a:pt x="1728312" y="4309279"/>
                  </a:lnTo>
                  <a:lnTo>
                    <a:pt x="1719082" y="4332941"/>
                  </a:lnTo>
                  <a:lnTo>
                    <a:pt x="1677595" y="4432463"/>
                  </a:lnTo>
                  <a:lnTo>
                    <a:pt x="1634904" y="4523049"/>
                  </a:lnTo>
                  <a:lnTo>
                    <a:pt x="1590485" y="4605048"/>
                  </a:lnTo>
                  <a:lnTo>
                    <a:pt x="1543749" y="4679108"/>
                  </a:lnTo>
                  <a:lnTo>
                    <a:pt x="1494081" y="4745995"/>
                  </a:lnTo>
                  <a:lnTo>
                    <a:pt x="1440883" y="4806486"/>
                  </a:lnTo>
                  <a:lnTo>
                    <a:pt x="1383618" y="4861304"/>
                  </a:lnTo>
                  <a:lnTo>
                    <a:pt x="1321870" y="4911070"/>
                  </a:lnTo>
                  <a:lnTo>
                    <a:pt x="1255423" y="4956290"/>
                  </a:lnTo>
                  <a:lnTo>
                    <a:pt x="1184355" y="4997339"/>
                  </a:lnTo>
                  <a:lnTo>
                    <a:pt x="1109154" y="5034456"/>
                  </a:lnTo>
                  <a:lnTo>
                    <a:pt x="1030825" y="5067756"/>
                  </a:lnTo>
                  <a:lnTo>
                    <a:pt x="950975" y="5097246"/>
                  </a:lnTo>
                  <a:lnTo>
                    <a:pt x="871819" y="5122858"/>
                  </a:lnTo>
                  <a:lnTo>
                    <a:pt x="796072" y="5144511"/>
                  </a:lnTo>
                  <a:lnTo>
                    <a:pt x="726692" y="5162163"/>
                  </a:lnTo>
                  <a:lnTo>
                    <a:pt x="666489" y="5175890"/>
                  </a:lnTo>
                  <a:lnTo>
                    <a:pt x="617653" y="5185925"/>
                  </a:lnTo>
                  <a:lnTo>
                    <a:pt x="581340" y="5192682"/>
                  </a:lnTo>
                  <a:lnTo>
                    <a:pt x="557403" y="5196730"/>
                  </a:lnTo>
                  <a:lnTo>
                    <a:pt x="544333" y="5198746"/>
                  </a:lnTo>
                  <a:lnTo>
                    <a:pt x="539383" y="5199445"/>
                  </a:lnTo>
                  <a:lnTo>
                    <a:pt x="538736" y="5199530"/>
                  </a:lnTo>
                  <a:lnTo>
                    <a:pt x="0" y="5199530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58" name="pl2058"/>
            <p:cNvSpPr/>
            <p:nvPr/>
          </p:nvSpPr>
          <p:spPr>
            <a:xfrm>
              <a:off x="546595" y="717789"/>
              <a:ext cx="8234974" cy="5199530"/>
            </a:xfrm>
            <a:custGeom>
              <a:avLst/>
              <a:pathLst>
                <a:path w="8234974" h="5199530">
                  <a:moveTo>
                    <a:pt x="0" y="5199530"/>
                  </a:moveTo>
                  <a:lnTo>
                    <a:pt x="538736" y="5199530"/>
                  </a:lnTo>
                  <a:lnTo>
                    <a:pt x="539568" y="5199420"/>
                  </a:lnTo>
                  <a:lnTo>
                    <a:pt x="545051" y="5198640"/>
                  </a:lnTo>
                  <a:lnTo>
                    <a:pt x="558920" y="5196485"/>
                  </a:lnTo>
                  <a:lnTo>
                    <a:pt x="583829" y="5192240"/>
                  </a:lnTo>
                  <a:lnTo>
                    <a:pt x="621177" y="5185236"/>
                  </a:lnTo>
                  <a:lnTo>
                    <a:pt x="671000" y="5174912"/>
                  </a:lnTo>
                  <a:lnTo>
                    <a:pt x="732046" y="5160872"/>
                  </a:lnTo>
                  <a:lnTo>
                    <a:pt x="802055" y="5142893"/>
                  </a:lnTo>
                  <a:lnTo>
                    <a:pt x="878191" y="5120915"/>
                  </a:lnTo>
                  <a:lnTo>
                    <a:pt x="957500" y="5094983"/>
                  </a:lnTo>
                  <a:lnTo>
                    <a:pt x="1037301" y="5065181"/>
                  </a:lnTo>
                  <a:lnTo>
                    <a:pt x="1115426" y="5031571"/>
                  </a:lnTo>
                  <a:lnTo>
                    <a:pt x="1190320" y="4994138"/>
                  </a:lnTo>
                  <a:lnTo>
                    <a:pt x="1261023" y="4952760"/>
                  </a:lnTo>
                  <a:lnTo>
                    <a:pt x="1327084" y="4907184"/>
                  </a:lnTo>
                  <a:lnTo>
                    <a:pt x="1388455" y="4857027"/>
                  </a:lnTo>
                  <a:lnTo>
                    <a:pt x="1445371" y="4801771"/>
                  </a:lnTo>
                  <a:lnTo>
                    <a:pt x="1498260" y="4740785"/>
                  </a:lnTo>
                  <a:lnTo>
                    <a:pt x="1547665" y="4673342"/>
                  </a:lnTo>
                  <a:lnTo>
                    <a:pt x="1594189" y="4598663"/>
                  </a:lnTo>
                  <a:lnTo>
                    <a:pt x="1638445" y="4515985"/>
                  </a:lnTo>
                  <a:lnTo>
                    <a:pt x="1681020" y="4424677"/>
                  </a:lnTo>
                  <a:lnTo>
                    <a:pt x="1719082" y="4332941"/>
                  </a:lnTo>
                  <a:lnTo>
                    <a:pt x="1746316" y="4261559"/>
                  </a:lnTo>
                  <a:lnTo>
                    <a:pt x="1773323" y="4186146"/>
                  </a:lnTo>
                  <a:lnTo>
                    <a:pt x="1800205" y="4106624"/>
                  </a:lnTo>
                  <a:lnTo>
                    <a:pt x="1827050" y="4022948"/>
                  </a:lnTo>
                  <a:lnTo>
                    <a:pt x="1853929" y="3935117"/>
                  </a:lnTo>
                  <a:lnTo>
                    <a:pt x="1880900" y="3843171"/>
                  </a:lnTo>
                  <a:lnTo>
                    <a:pt x="1908006" y="3747198"/>
                  </a:lnTo>
                  <a:lnTo>
                    <a:pt x="1935281" y="3647334"/>
                  </a:lnTo>
                  <a:lnTo>
                    <a:pt x="1962744" y="3543767"/>
                  </a:lnTo>
                  <a:lnTo>
                    <a:pt x="1990406" y="3436733"/>
                  </a:lnTo>
                  <a:lnTo>
                    <a:pt x="2018266" y="3326522"/>
                  </a:lnTo>
                  <a:lnTo>
                    <a:pt x="2046316" y="3213469"/>
                  </a:lnTo>
                  <a:lnTo>
                    <a:pt x="2074539" y="3097956"/>
                  </a:lnTo>
                  <a:lnTo>
                    <a:pt x="2102910" y="2980403"/>
                  </a:lnTo>
                  <a:lnTo>
                    <a:pt x="2131400" y="2861267"/>
                  </a:lnTo>
                  <a:lnTo>
                    <a:pt x="2159973" y="2741029"/>
                  </a:lnTo>
                  <a:lnTo>
                    <a:pt x="2188593" y="2620191"/>
                  </a:lnTo>
                  <a:lnTo>
                    <a:pt x="2217219" y="2499267"/>
                  </a:lnTo>
                  <a:lnTo>
                    <a:pt x="2245813" y="2378770"/>
                  </a:lnTo>
                  <a:lnTo>
                    <a:pt x="2274335" y="2259206"/>
                  </a:lnTo>
                  <a:lnTo>
                    <a:pt x="2302750" y="2141066"/>
                  </a:lnTo>
                  <a:lnTo>
                    <a:pt x="2331026" y="2024815"/>
                  </a:lnTo>
                  <a:lnTo>
                    <a:pt x="2359136" y="1910886"/>
                  </a:lnTo>
                  <a:lnTo>
                    <a:pt x="2387062" y="1799676"/>
                  </a:lnTo>
                  <a:lnTo>
                    <a:pt x="2414791" y="1691534"/>
                  </a:lnTo>
                  <a:lnTo>
                    <a:pt x="2442321" y="1586767"/>
                  </a:lnTo>
                  <a:lnTo>
                    <a:pt x="2469657" y="1485629"/>
                  </a:lnTo>
                  <a:lnTo>
                    <a:pt x="2496818" y="1388325"/>
                  </a:lnTo>
                  <a:lnTo>
                    <a:pt x="2523830" y="1295006"/>
                  </a:lnTo>
                  <a:lnTo>
                    <a:pt x="2550735" y="1205779"/>
                  </a:lnTo>
                  <a:lnTo>
                    <a:pt x="2577584" y="1120698"/>
                  </a:lnTo>
                  <a:lnTo>
                    <a:pt x="2604444" y="1039776"/>
                  </a:lnTo>
                  <a:lnTo>
                    <a:pt x="2631398" y="962982"/>
                  </a:lnTo>
                  <a:lnTo>
                    <a:pt x="2658542" y="890250"/>
                  </a:lnTo>
                  <a:lnTo>
                    <a:pt x="2667772" y="866588"/>
                  </a:lnTo>
                  <a:lnTo>
                    <a:pt x="2709259" y="767066"/>
                  </a:lnTo>
                  <a:lnTo>
                    <a:pt x="2751951" y="676480"/>
                  </a:lnTo>
                  <a:lnTo>
                    <a:pt x="2796369" y="594481"/>
                  </a:lnTo>
                  <a:lnTo>
                    <a:pt x="2843105" y="520422"/>
                  </a:lnTo>
                  <a:lnTo>
                    <a:pt x="2892773" y="453535"/>
                  </a:lnTo>
                  <a:lnTo>
                    <a:pt x="2945972" y="393043"/>
                  </a:lnTo>
                  <a:lnTo>
                    <a:pt x="3003237" y="338226"/>
                  </a:lnTo>
                  <a:lnTo>
                    <a:pt x="3064985" y="288459"/>
                  </a:lnTo>
                  <a:lnTo>
                    <a:pt x="3131432" y="243239"/>
                  </a:lnTo>
                  <a:lnTo>
                    <a:pt x="3202499" y="202190"/>
                  </a:lnTo>
                  <a:lnTo>
                    <a:pt x="3277701" y="165073"/>
                  </a:lnTo>
                  <a:lnTo>
                    <a:pt x="3356029" y="131773"/>
                  </a:lnTo>
                  <a:lnTo>
                    <a:pt x="3435880" y="102284"/>
                  </a:lnTo>
                  <a:lnTo>
                    <a:pt x="3515036" y="76671"/>
                  </a:lnTo>
                  <a:lnTo>
                    <a:pt x="3590783" y="55019"/>
                  </a:lnTo>
                  <a:lnTo>
                    <a:pt x="3660162" y="37366"/>
                  </a:lnTo>
                  <a:lnTo>
                    <a:pt x="3720366" y="23639"/>
                  </a:lnTo>
                  <a:lnTo>
                    <a:pt x="3769202" y="13604"/>
                  </a:lnTo>
                  <a:lnTo>
                    <a:pt x="3805515" y="6847"/>
                  </a:lnTo>
                  <a:lnTo>
                    <a:pt x="3829452" y="2799"/>
                  </a:lnTo>
                  <a:lnTo>
                    <a:pt x="3842521" y="783"/>
                  </a:lnTo>
                  <a:lnTo>
                    <a:pt x="3847471" y="84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23" y="85"/>
                  </a:lnTo>
                  <a:lnTo>
                    <a:pt x="4394181" y="695"/>
                  </a:lnTo>
                  <a:lnTo>
                    <a:pt x="4410189" y="2380"/>
                  </a:lnTo>
                  <a:lnTo>
                    <a:pt x="4438761" y="5697"/>
                  </a:lnTo>
                  <a:lnTo>
                    <a:pt x="4481238" y="11155"/>
                  </a:lnTo>
                  <a:lnTo>
                    <a:pt x="4537291" y="19162"/>
                  </a:lnTo>
                  <a:lnTo>
                    <a:pt x="4605080" y="29991"/>
                  </a:lnTo>
                  <a:lnTo>
                    <a:pt x="4681684" y="43767"/>
                  </a:lnTo>
                  <a:lnTo>
                    <a:pt x="4763688" y="60501"/>
                  </a:lnTo>
                  <a:lnTo>
                    <a:pt x="4847745" y="80138"/>
                  </a:lnTo>
                  <a:lnTo>
                    <a:pt x="4931007" y="102615"/>
                  </a:lnTo>
                  <a:lnTo>
                    <a:pt x="5011335" y="127914"/>
                  </a:lnTo>
                  <a:lnTo>
                    <a:pt x="5087344" y="156095"/>
                  </a:lnTo>
                  <a:lnTo>
                    <a:pt x="5158318" y="187320"/>
                  </a:lnTo>
                  <a:lnTo>
                    <a:pt x="5224076" y="221859"/>
                  </a:lnTo>
                  <a:lnTo>
                    <a:pt x="5284823" y="260090"/>
                  </a:lnTo>
                  <a:lnTo>
                    <a:pt x="5341025" y="302492"/>
                  </a:lnTo>
                  <a:lnTo>
                    <a:pt x="5393300" y="349623"/>
                  </a:lnTo>
                  <a:lnTo>
                    <a:pt x="5442347" y="402090"/>
                  </a:lnTo>
                  <a:lnTo>
                    <a:pt x="5488881" y="460487"/>
                  </a:lnTo>
                  <a:lnTo>
                    <a:pt x="5533584" y="525300"/>
                  </a:lnTo>
                  <a:lnTo>
                    <a:pt x="5567201" y="579842"/>
                  </a:lnTo>
                  <a:lnTo>
                    <a:pt x="5599785" y="637358"/>
                  </a:lnTo>
                  <a:lnTo>
                    <a:pt x="5632073" y="698758"/>
                  </a:lnTo>
                  <a:lnTo>
                    <a:pt x="5664234" y="764121"/>
                  </a:lnTo>
                  <a:lnTo>
                    <a:pt x="5696404" y="833474"/>
                  </a:lnTo>
                  <a:lnTo>
                    <a:pt x="5728689" y="906786"/>
                  </a:lnTo>
                  <a:lnTo>
                    <a:pt x="5761168" y="983962"/>
                  </a:lnTo>
                  <a:lnTo>
                    <a:pt x="5793893" y="1064840"/>
                  </a:lnTo>
                  <a:lnTo>
                    <a:pt x="5826896" y="1149189"/>
                  </a:lnTo>
                  <a:lnTo>
                    <a:pt x="5860185" y="1236707"/>
                  </a:lnTo>
                  <a:lnTo>
                    <a:pt x="5893749" y="1327026"/>
                  </a:lnTo>
                  <a:lnTo>
                    <a:pt x="5927561" y="1419715"/>
                  </a:lnTo>
                  <a:lnTo>
                    <a:pt x="5961579" y="1514285"/>
                  </a:lnTo>
                  <a:lnTo>
                    <a:pt x="5995749" y="1610206"/>
                  </a:lnTo>
                  <a:lnTo>
                    <a:pt x="6030009" y="1706911"/>
                  </a:lnTo>
                  <a:lnTo>
                    <a:pt x="6064291" y="1803815"/>
                  </a:lnTo>
                  <a:lnTo>
                    <a:pt x="6098529" y="1900327"/>
                  </a:lnTo>
                  <a:lnTo>
                    <a:pt x="6132656" y="1995867"/>
                  </a:lnTo>
                  <a:lnTo>
                    <a:pt x="6166612" y="2089879"/>
                  </a:lnTo>
                  <a:lnTo>
                    <a:pt x="6200347" y="2181844"/>
                  </a:lnTo>
                  <a:lnTo>
                    <a:pt x="6233823" y="2271292"/>
                  </a:lnTo>
                  <a:lnTo>
                    <a:pt x="6267019" y="2357811"/>
                  </a:lnTo>
                  <a:lnTo>
                    <a:pt x="6299929" y="2441055"/>
                  </a:lnTo>
                  <a:lnTo>
                    <a:pt x="6332569" y="2520745"/>
                  </a:lnTo>
                  <a:lnTo>
                    <a:pt x="6364978" y="2596672"/>
                  </a:lnTo>
                  <a:lnTo>
                    <a:pt x="6397215" y="2668697"/>
                  </a:lnTo>
                  <a:lnTo>
                    <a:pt x="6429369" y="2736746"/>
                  </a:lnTo>
                  <a:lnTo>
                    <a:pt x="6461555" y="2800807"/>
                  </a:lnTo>
                  <a:lnTo>
                    <a:pt x="6493919" y="2860926"/>
                  </a:lnTo>
                  <a:lnTo>
                    <a:pt x="6515891" y="2899214"/>
                  </a:lnTo>
                  <a:lnTo>
                    <a:pt x="6559593" y="2969146"/>
                  </a:lnTo>
                  <a:lnTo>
                    <a:pt x="6604658" y="3032462"/>
                  </a:lnTo>
                  <a:lnTo>
                    <a:pt x="6651704" y="3089455"/>
                  </a:lnTo>
                  <a:lnTo>
                    <a:pt x="6701425" y="3140649"/>
                  </a:lnTo>
                  <a:lnTo>
                    <a:pt x="6754538" y="3186647"/>
                  </a:lnTo>
                  <a:lnTo>
                    <a:pt x="6811727" y="3228049"/>
                  </a:lnTo>
                  <a:lnTo>
                    <a:pt x="6873586" y="3265399"/>
                  </a:lnTo>
                  <a:lnTo>
                    <a:pt x="6940529" y="3299151"/>
                  </a:lnTo>
                  <a:lnTo>
                    <a:pt x="7012686" y="3329660"/>
                  </a:lnTo>
                  <a:lnTo>
                    <a:pt x="7089767" y="3357173"/>
                  </a:lnTo>
                  <a:lnTo>
                    <a:pt x="7170914" y="3381825"/>
                  </a:lnTo>
                  <a:lnTo>
                    <a:pt x="7254574" y="3403657"/>
                  </a:lnTo>
                  <a:lnTo>
                    <a:pt x="7338436" y="3422637"/>
                  </a:lnTo>
                  <a:lnTo>
                    <a:pt x="7419511" y="3438699"/>
                  </a:lnTo>
                  <a:lnTo>
                    <a:pt x="7494395" y="3451797"/>
                  </a:lnTo>
                  <a:lnTo>
                    <a:pt x="7559729" y="3461965"/>
                  </a:lnTo>
                  <a:lnTo>
                    <a:pt x="7612793" y="3469361"/>
                  </a:lnTo>
                  <a:lnTo>
                    <a:pt x="7652063" y="3474289"/>
                  </a:lnTo>
                  <a:lnTo>
                    <a:pt x="7677586" y="3477185"/>
                  </a:lnTo>
                  <a:lnTo>
                    <a:pt x="7691081" y="3478575"/>
                  </a:lnTo>
                  <a:lnTo>
                    <a:pt x="7695787" y="3479018"/>
                  </a:lnTo>
                  <a:lnTo>
                    <a:pt x="7696237" y="3479057"/>
                  </a:lnTo>
                  <a:lnTo>
                    <a:pt x="8234974" y="3479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9" name="pl2059"/>
            <p:cNvSpPr/>
            <p:nvPr/>
          </p:nvSpPr>
          <p:spPr>
            <a:xfrm>
              <a:off x="546595" y="712345"/>
              <a:ext cx="8234974" cy="5199530"/>
            </a:xfrm>
            <a:custGeom>
              <a:avLst/>
              <a:pathLst>
                <a:path w="8234974" h="5199530">
                  <a:moveTo>
                    <a:pt x="8234974" y="3479057"/>
                  </a:moveTo>
                  <a:lnTo>
                    <a:pt x="7696237" y="3479057"/>
                  </a:lnTo>
                  <a:lnTo>
                    <a:pt x="7695270" y="3478971"/>
                  </a:lnTo>
                  <a:lnTo>
                    <a:pt x="7688912" y="3478362"/>
                  </a:lnTo>
                  <a:lnTo>
                    <a:pt x="7672903" y="3476676"/>
                  </a:lnTo>
                  <a:lnTo>
                    <a:pt x="7644331" y="3473359"/>
                  </a:lnTo>
                  <a:lnTo>
                    <a:pt x="7601854" y="3467902"/>
                  </a:lnTo>
                  <a:lnTo>
                    <a:pt x="7545801" y="3459894"/>
                  </a:lnTo>
                  <a:lnTo>
                    <a:pt x="7478012" y="3449066"/>
                  </a:lnTo>
                  <a:lnTo>
                    <a:pt x="7401408" y="3435289"/>
                  </a:lnTo>
                  <a:lnTo>
                    <a:pt x="7319405" y="3418555"/>
                  </a:lnTo>
                  <a:lnTo>
                    <a:pt x="7235347" y="3398919"/>
                  </a:lnTo>
                  <a:lnTo>
                    <a:pt x="7152085" y="3376441"/>
                  </a:lnTo>
                  <a:lnTo>
                    <a:pt x="7071757" y="3351142"/>
                  </a:lnTo>
                  <a:lnTo>
                    <a:pt x="6995748" y="3322961"/>
                  </a:lnTo>
                  <a:lnTo>
                    <a:pt x="6924774" y="3291736"/>
                  </a:lnTo>
                  <a:lnTo>
                    <a:pt x="6859017" y="3257198"/>
                  </a:lnTo>
                  <a:lnTo>
                    <a:pt x="6798269" y="3218966"/>
                  </a:lnTo>
                  <a:lnTo>
                    <a:pt x="6742068" y="3176564"/>
                  </a:lnTo>
                  <a:lnTo>
                    <a:pt x="6689793" y="3129433"/>
                  </a:lnTo>
                  <a:lnTo>
                    <a:pt x="6640746" y="3076966"/>
                  </a:lnTo>
                  <a:lnTo>
                    <a:pt x="6594212" y="3018569"/>
                  </a:lnTo>
                  <a:lnTo>
                    <a:pt x="6549508" y="2953756"/>
                  </a:lnTo>
                  <a:lnTo>
                    <a:pt x="6515891" y="2899214"/>
                  </a:lnTo>
                  <a:lnTo>
                    <a:pt x="6483307" y="2841698"/>
                  </a:lnTo>
                  <a:lnTo>
                    <a:pt x="6451020" y="2780299"/>
                  </a:lnTo>
                  <a:lnTo>
                    <a:pt x="6418859" y="2714936"/>
                  </a:lnTo>
                  <a:lnTo>
                    <a:pt x="6386689" y="2645582"/>
                  </a:lnTo>
                  <a:lnTo>
                    <a:pt x="6354404" y="2572270"/>
                  </a:lnTo>
                  <a:lnTo>
                    <a:pt x="6321925" y="2495094"/>
                  </a:lnTo>
                  <a:lnTo>
                    <a:pt x="6289199" y="2414216"/>
                  </a:lnTo>
                  <a:lnTo>
                    <a:pt x="6256197" y="2329867"/>
                  </a:lnTo>
                  <a:lnTo>
                    <a:pt x="6222908" y="2242349"/>
                  </a:lnTo>
                  <a:lnTo>
                    <a:pt x="6189344" y="2152030"/>
                  </a:lnTo>
                  <a:lnTo>
                    <a:pt x="6155532" y="2059342"/>
                  </a:lnTo>
                  <a:lnTo>
                    <a:pt x="6121514" y="1964771"/>
                  </a:lnTo>
                  <a:lnTo>
                    <a:pt x="6087344" y="1868850"/>
                  </a:lnTo>
                  <a:lnTo>
                    <a:pt x="6053084" y="1772145"/>
                  </a:lnTo>
                  <a:lnTo>
                    <a:pt x="6018801" y="1675242"/>
                  </a:lnTo>
                  <a:lnTo>
                    <a:pt x="5984563" y="1578729"/>
                  </a:lnTo>
                  <a:lnTo>
                    <a:pt x="5950437" y="1483189"/>
                  </a:lnTo>
                  <a:lnTo>
                    <a:pt x="5916481" y="1389177"/>
                  </a:lnTo>
                  <a:lnTo>
                    <a:pt x="5882746" y="1297213"/>
                  </a:lnTo>
                  <a:lnTo>
                    <a:pt x="5849269" y="1207765"/>
                  </a:lnTo>
                  <a:lnTo>
                    <a:pt x="5816074" y="1121245"/>
                  </a:lnTo>
                  <a:lnTo>
                    <a:pt x="5783164" y="1038002"/>
                  </a:lnTo>
                  <a:lnTo>
                    <a:pt x="5750523" y="958312"/>
                  </a:lnTo>
                  <a:lnTo>
                    <a:pt x="5718115" y="882385"/>
                  </a:lnTo>
                  <a:lnTo>
                    <a:pt x="5685877" y="810360"/>
                  </a:lnTo>
                  <a:lnTo>
                    <a:pt x="5653723" y="742311"/>
                  </a:lnTo>
                  <a:lnTo>
                    <a:pt x="5621538" y="678249"/>
                  </a:lnTo>
                  <a:lnTo>
                    <a:pt x="5589174" y="618131"/>
                  </a:lnTo>
                  <a:lnTo>
                    <a:pt x="5567201" y="579842"/>
                  </a:lnTo>
                  <a:lnTo>
                    <a:pt x="5523499" y="509910"/>
                  </a:lnTo>
                  <a:lnTo>
                    <a:pt x="5478434" y="446595"/>
                  </a:lnTo>
                  <a:lnTo>
                    <a:pt x="5431388" y="389601"/>
                  </a:lnTo>
                  <a:lnTo>
                    <a:pt x="5381667" y="338408"/>
                  </a:lnTo>
                  <a:lnTo>
                    <a:pt x="5328555" y="292409"/>
                  </a:lnTo>
                  <a:lnTo>
                    <a:pt x="5271365" y="251007"/>
                  </a:lnTo>
                  <a:lnTo>
                    <a:pt x="5209506" y="213658"/>
                  </a:lnTo>
                  <a:lnTo>
                    <a:pt x="5142564" y="179906"/>
                  </a:lnTo>
                  <a:lnTo>
                    <a:pt x="5070406" y="149396"/>
                  </a:lnTo>
                  <a:lnTo>
                    <a:pt x="4993326" y="121884"/>
                  </a:lnTo>
                  <a:lnTo>
                    <a:pt x="4912178" y="97231"/>
                  </a:lnTo>
                  <a:lnTo>
                    <a:pt x="4828519" y="75399"/>
                  </a:lnTo>
                  <a:lnTo>
                    <a:pt x="4744657" y="56419"/>
                  </a:lnTo>
                  <a:lnTo>
                    <a:pt x="4663581" y="40358"/>
                  </a:lnTo>
                  <a:lnTo>
                    <a:pt x="4588698" y="27259"/>
                  </a:lnTo>
                  <a:lnTo>
                    <a:pt x="4523363" y="17092"/>
                  </a:lnTo>
                  <a:lnTo>
                    <a:pt x="4470299" y="9696"/>
                  </a:lnTo>
                  <a:lnTo>
                    <a:pt x="4431030" y="4768"/>
                  </a:lnTo>
                  <a:lnTo>
                    <a:pt x="4405506" y="1871"/>
                  </a:lnTo>
                  <a:lnTo>
                    <a:pt x="4392011" y="481"/>
                  </a:lnTo>
                  <a:lnTo>
                    <a:pt x="4387305" y="3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6" y="109"/>
                  </a:lnTo>
                  <a:lnTo>
                    <a:pt x="3841803" y="889"/>
                  </a:lnTo>
                  <a:lnTo>
                    <a:pt x="3827934" y="3044"/>
                  </a:lnTo>
                  <a:lnTo>
                    <a:pt x="3803026" y="7289"/>
                  </a:lnTo>
                  <a:lnTo>
                    <a:pt x="3765678" y="14293"/>
                  </a:lnTo>
                  <a:lnTo>
                    <a:pt x="3715854" y="24617"/>
                  </a:lnTo>
                  <a:lnTo>
                    <a:pt x="3654808" y="38657"/>
                  </a:lnTo>
                  <a:lnTo>
                    <a:pt x="3584799" y="56636"/>
                  </a:lnTo>
                  <a:lnTo>
                    <a:pt x="3508664" y="78614"/>
                  </a:lnTo>
                  <a:lnTo>
                    <a:pt x="3429355" y="104546"/>
                  </a:lnTo>
                  <a:lnTo>
                    <a:pt x="3349553" y="134348"/>
                  </a:lnTo>
                  <a:lnTo>
                    <a:pt x="3271428" y="167958"/>
                  </a:lnTo>
                  <a:lnTo>
                    <a:pt x="3196534" y="205391"/>
                  </a:lnTo>
                  <a:lnTo>
                    <a:pt x="3125832" y="246769"/>
                  </a:lnTo>
                  <a:lnTo>
                    <a:pt x="3059770" y="292345"/>
                  </a:lnTo>
                  <a:lnTo>
                    <a:pt x="2998400" y="342503"/>
                  </a:lnTo>
                  <a:lnTo>
                    <a:pt x="2941484" y="397758"/>
                  </a:lnTo>
                  <a:lnTo>
                    <a:pt x="2888595" y="458744"/>
                  </a:lnTo>
                  <a:lnTo>
                    <a:pt x="2839189" y="526187"/>
                  </a:lnTo>
                  <a:lnTo>
                    <a:pt x="2792665" y="600866"/>
                  </a:lnTo>
                  <a:lnTo>
                    <a:pt x="2748409" y="683544"/>
                  </a:lnTo>
                  <a:lnTo>
                    <a:pt x="2705835" y="774852"/>
                  </a:lnTo>
                  <a:lnTo>
                    <a:pt x="2667772" y="866588"/>
                  </a:lnTo>
                  <a:lnTo>
                    <a:pt x="2640538" y="937970"/>
                  </a:lnTo>
                  <a:lnTo>
                    <a:pt x="2613532" y="1013383"/>
                  </a:lnTo>
                  <a:lnTo>
                    <a:pt x="2586650" y="1092905"/>
                  </a:lnTo>
                  <a:lnTo>
                    <a:pt x="2559805" y="1176581"/>
                  </a:lnTo>
                  <a:lnTo>
                    <a:pt x="2532926" y="1264412"/>
                  </a:lnTo>
                  <a:lnTo>
                    <a:pt x="2505955" y="1356358"/>
                  </a:lnTo>
                  <a:lnTo>
                    <a:pt x="2478848" y="1452331"/>
                  </a:lnTo>
                  <a:lnTo>
                    <a:pt x="2451574" y="1552195"/>
                  </a:lnTo>
                  <a:lnTo>
                    <a:pt x="2424110" y="1655763"/>
                  </a:lnTo>
                  <a:lnTo>
                    <a:pt x="2396449" y="1762796"/>
                  </a:lnTo>
                  <a:lnTo>
                    <a:pt x="2368588" y="1873007"/>
                  </a:lnTo>
                  <a:lnTo>
                    <a:pt x="2340538" y="1986060"/>
                  </a:lnTo>
                  <a:lnTo>
                    <a:pt x="2312316" y="2101573"/>
                  </a:lnTo>
                  <a:lnTo>
                    <a:pt x="2283945" y="2219126"/>
                  </a:lnTo>
                  <a:lnTo>
                    <a:pt x="2255455" y="2338263"/>
                  </a:lnTo>
                  <a:lnTo>
                    <a:pt x="2226881" y="2458501"/>
                  </a:lnTo>
                  <a:lnTo>
                    <a:pt x="2198262" y="2579338"/>
                  </a:lnTo>
                  <a:lnTo>
                    <a:pt x="2169635" y="2700262"/>
                  </a:lnTo>
                  <a:lnTo>
                    <a:pt x="2141042" y="2820760"/>
                  </a:lnTo>
                  <a:lnTo>
                    <a:pt x="2112520" y="2940323"/>
                  </a:lnTo>
                  <a:lnTo>
                    <a:pt x="2084105" y="3058463"/>
                  </a:lnTo>
                  <a:lnTo>
                    <a:pt x="2055829" y="3174715"/>
                  </a:lnTo>
                  <a:lnTo>
                    <a:pt x="2027718" y="3288643"/>
                  </a:lnTo>
                  <a:lnTo>
                    <a:pt x="1999793" y="3399854"/>
                  </a:lnTo>
                  <a:lnTo>
                    <a:pt x="1972063" y="3507995"/>
                  </a:lnTo>
                  <a:lnTo>
                    <a:pt x="1944534" y="3612762"/>
                  </a:lnTo>
                  <a:lnTo>
                    <a:pt x="1917197" y="3713900"/>
                  </a:lnTo>
                  <a:lnTo>
                    <a:pt x="1890037" y="3811204"/>
                  </a:lnTo>
                  <a:lnTo>
                    <a:pt x="1863024" y="3904523"/>
                  </a:lnTo>
                  <a:lnTo>
                    <a:pt x="1836120" y="3993750"/>
                  </a:lnTo>
                  <a:lnTo>
                    <a:pt x="1809271" y="4078831"/>
                  </a:lnTo>
                  <a:lnTo>
                    <a:pt x="1782410" y="4159753"/>
                  </a:lnTo>
                  <a:lnTo>
                    <a:pt x="1755457" y="4236547"/>
                  </a:lnTo>
                  <a:lnTo>
                    <a:pt x="1728312" y="4309279"/>
                  </a:lnTo>
                  <a:lnTo>
                    <a:pt x="1719082" y="4332941"/>
                  </a:lnTo>
                  <a:lnTo>
                    <a:pt x="1677595" y="4432463"/>
                  </a:lnTo>
                  <a:lnTo>
                    <a:pt x="1634904" y="4523049"/>
                  </a:lnTo>
                  <a:lnTo>
                    <a:pt x="1590485" y="4605048"/>
                  </a:lnTo>
                  <a:lnTo>
                    <a:pt x="1543749" y="4679108"/>
                  </a:lnTo>
                  <a:lnTo>
                    <a:pt x="1494081" y="4745995"/>
                  </a:lnTo>
                  <a:lnTo>
                    <a:pt x="1440883" y="4806486"/>
                  </a:lnTo>
                  <a:lnTo>
                    <a:pt x="1383618" y="4861304"/>
                  </a:lnTo>
                  <a:lnTo>
                    <a:pt x="1321870" y="4911070"/>
                  </a:lnTo>
                  <a:lnTo>
                    <a:pt x="1255423" y="4956290"/>
                  </a:lnTo>
                  <a:lnTo>
                    <a:pt x="1184355" y="4997339"/>
                  </a:lnTo>
                  <a:lnTo>
                    <a:pt x="1109154" y="5034456"/>
                  </a:lnTo>
                  <a:lnTo>
                    <a:pt x="1030825" y="5067756"/>
                  </a:lnTo>
                  <a:lnTo>
                    <a:pt x="950975" y="5097246"/>
                  </a:lnTo>
                  <a:lnTo>
                    <a:pt x="871819" y="5122858"/>
                  </a:lnTo>
                  <a:lnTo>
                    <a:pt x="796072" y="5144511"/>
                  </a:lnTo>
                  <a:lnTo>
                    <a:pt x="726692" y="5162163"/>
                  </a:lnTo>
                  <a:lnTo>
                    <a:pt x="666489" y="5175890"/>
                  </a:lnTo>
                  <a:lnTo>
                    <a:pt x="617653" y="5185925"/>
                  </a:lnTo>
                  <a:lnTo>
                    <a:pt x="581340" y="5192682"/>
                  </a:lnTo>
                  <a:lnTo>
                    <a:pt x="557403" y="5196730"/>
                  </a:lnTo>
                  <a:lnTo>
                    <a:pt x="544333" y="5198746"/>
                  </a:lnTo>
                  <a:lnTo>
                    <a:pt x="539383" y="5199445"/>
                  </a:lnTo>
                  <a:lnTo>
                    <a:pt x="538736" y="5199530"/>
                  </a:lnTo>
                  <a:lnTo>
                    <a:pt x="0" y="5199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0" name="pg2060"/>
            <p:cNvSpPr/>
            <p:nvPr/>
          </p:nvSpPr>
          <p:spPr>
            <a:xfrm>
              <a:off x="546595" y="897459"/>
              <a:ext cx="8234974" cy="5025305"/>
            </a:xfrm>
            <a:custGeom>
              <a:avLst/>
              <a:pathLst>
                <a:path w="8234974" h="5025305">
                  <a:moveTo>
                    <a:pt x="0" y="5025305"/>
                  </a:moveTo>
                  <a:lnTo>
                    <a:pt x="538736" y="5025305"/>
                  </a:lnTo>
                  <a:lnTo>
                    <a:pt x="539582" y="5025197"/>
                  </a:lnTo>
                  <a:lnTo>
                    <a:pt x="545157" y="5024431"/>
                  </a:lnTo>
                  <a:lnTo>
                    <a:pt x="559252" y="5022314"/>
                  </a:lnTo>
                  <a:lnTo>
                    <a:pt x="584548" y="5018143"/>
                  </a:lnTo>
                  <a:lnTo>
                    <a:pt x="622443" y="5011264"/>
                  </a:lnTo>
                  <a:lnTo>
                    <a:pt x="672937" y="5001130"/>
                  </a:lnTo>
                  <a:lnTo>
                    <a:pt x="734719" y="4987356"/>
                  </a:lnTo>
                  <a:lnTo>
                    <a:pt x="805459" y="4969731"/>
                  </a:lnTo>
                  <a:lnTo>
                    <a:pt x="882257" y="4948200"/>
                  </a:lnTo>
                  <a:lnTo>
                    <a:pt x="962116" y="4922810"/>
                  </a:lnTo>
                  <a:lnTo>
                    <a:pt x="1042331" y="4893647"/>
                  </a:lnTo>
                  <a:lnTo>
                    <a:pt x="1120732" y="4860766"/>
                  </a:lnTo>
                  <a:lnTo>
                    <a:pt x="1195779" y="4824147"/>
                  </a:lnTo>
                  <a:lnTo>
                    <a:pt x="1266536" y="4783661"/>
                  </a:lnTo>
                  <a:lnTo>
                    <a:pt x="1332581" y="4739050"/>
                  </a:lnTo>
                  <a:lnTo>
                    <a:pt x="1393892" y="4689925"/>
                  </a:lnTo>
                  <a:lnTo>
                    <a:pt x="1450730" y="4635769"/>
                  </a:lnTo>
                  <a:lnTo>
                    <a:pt x="1503545" y="4575950"/>
                  </a:lnTo>
                  <a:lnTo>
                    <a:pt x="1552897" y="4509748"/>
                  </a:lnTo>
                  <a:lnTo>
                    <a:pt x="1599402" y="4436394"/>
                  </a:lnTo>
                  <a:lnTo>
                    <a:pt x="1643684" y="4355148"/>
                  </a:lnTo>
                  <a:lnTo>
                    <a:pt x="1686333" y="4265417"/>
                  </a:lnTo>
                  <a:lnTo>
                    <a:pt x="1719082" y="4188661"/>
                  </a:lnTo>
                  <a:lnTo>
                    <a:pt x="1746762" y="4118579"/>
                  </a:lnTo>
                  <a:lnTo>
                    <a:pt x="1774208" y="4044476"/>
                  </a:lnTo>
                  <a:lnTo>
                    <a:pt x="1801530" y="3966271"/>
                  </a:lnTo>
                  <a:lnTo>
                    <a:pt x="1828817" y="3883923"/>
                  </a:lnTo>
                  <a:lnTo>
                    <a:pt x="1856143" y="3797431"/>
                  </a:lnTo>
                  <a:lnTo>
                    <a:pt x="1883568" y="3706840"/>
                  </a:lnTo>
                  <a:lnTo>
                    <a:pt x="1911138" y="3612244"/>
                  </a:lnTo>
                  <a:lnTo>
                    <a:pt x="1938884" y="3513786"/>
                  </a:lnTo>
                  <a:lnTo>
                    <a:pt x="1966827" y="3411662"/>
                  </a:lnTo>
                  <a:lnTo>
                    <a:pt x="1994976" y="3306120"/>
                  </a:lnTo>
                  <a:lnTo>
                    <a:pt x="2023328" y="3197461"/>
                  </a:lnTo>
                  <a:lnTo>
                    <a:pt x="2051875" y="3086033"/>
                  </a:lnTo>
                  <a:lnTo>
                    <a:pt x="2080595" y="2972231"/>
                  </a:lnTo>
                  <a:lnTo>
                    <a:pt x="2109462" y="2856489"/>
                  </a:lnTo>
                  <a:lnTo>
                    <a:pt x="2138444" y="2739276"/>
                  </a:lnTo>
                  <a:lnTo>
                    <a:pt x="2167503" y="2621086"/>
                  </a:lnTo>
                  <a:lnTo>
                    <a:pt x="2196600" y="2502433"/>
                  </a:lnTo>
                  <a:lnTo>
                    <a:pt x="2225692" y="2383836"/>
                  </a:lnTo>
                  <a:lnTo>
                    <a:pt x="2254737" y="2265816"/>
                  </a:lnTo>
                  <a:lnTo>
                    <a:pt x="2283697" y="2148883"/>
                  </a:lnTo>
                  <a:lnTo>
                    <a:pt x="2312535" y="2033525"/>
                  </a:lnTo>
                  <a:lnTo>
                    <a:pt x="2341219" y="1920204"/>
                  </a:lnTo>
                  <a:lnTo>
                    <a:pt x="2369725" y="1809348"/>
                  </a:lnTo>
                  <a:lnTo>
                    <a:pt x="2398034" y="1701340"/>
                  </a:lnTo>
                  <a:lnTo>
                    <a:pt x="2426137" y="1596520"/>
                  </a:lnTo>
                  <a:lnTo>
                    <a:pt x="2454036" y="1495176"/>
                  </a:lnTo>
                  <a:lnTo>
                    <a:pt x="2481742" y="1397545"/>
                  </a:lnTo>
                  <a:lnTo>
                    <a:pt x="2509277" y="1303811"/>
                  </a:lnTo>
                  <a:lnTo>
                    <a:pt x="2536676" y="1214108"/>
                  </a:lnTo>
                  <a:lnTo>
                    <a:pt x="2563988" y="1128517"/>
                  </a:lnTo>
                  <a:lnTo>
                    <a:pt x="2591276" y="1047074"/>
                  </a:lnTo>
                  <a:lnTo>
                    <a:pt x="2618616" y="969768"/>
                  </a:lnTo>
                  <a:lnTo>
                    <a:pt x="2646103" y="896550"/>
                  </a:lnTo>
                  <a:lnTo>
                    <a:pt x="2667772" y="842087"/>
                  </a:lnTo>
                  <a:lnTo>
                    <a:pt x="2709502" y="745475"/>
                  </a:lnTo>
                  <a:lnTo>
                    <a:pt x="2752453" y="657589"/>
                  </a:lnTo>
                  <a:lnTo>
                    <a:pt x="2797157" y="578082"/>
                  </a:lnTo>
                  <a:lnTo>
                    <a:pt x="2844217" y="506317"/>
                  </a:lnTo>
                  <a:lnTo>
                    <a:pt x="2894256" y="441539"/>
                  </a:lnTo>
                  <a:lnTo>
                    <a:pt x="2947884" y="382985"/>
                  </a:lnTo>
                  <a:lnTo>
                    <a:pt x="3005643" y="329951"/>
                  </a:lnTo>
                  <a:lnTo>
                    <a:pt x="3067949" y="281827"/>
                  </a:lnTo>
                  <a:lnTo>
                    <a:pt x="3135012" y="238123"/>
                  </a:lnTo>
                  <a:lnTo>
                    <a:pt x="3206735" y="198478"/>
                  </a:lnTo>
                  <a:lnTo>
                    <a:pt x="3282594" y="162663"/>
                  </a:lnTo>
                  <a:lnTo>
                    <a:pt x="3361533" y="130573"/>
                  </a:lnTo>
                  <a:lnTo>
                    <a:pt x="3441874" y="102207"/>
                  </a:lnTo>
                  <a:lnTo>
                    <a:pt x="3521322" y="77634"/>
                  </a:lnTo>
                  <a:lnTo>
                    <a:pt x="3597084" y="56934"/>
                  </a:lnTo>
                  <a:lnTo>
                    <a:pt x="3666146" y="40139"/>
                  </a:lnTo>
                  <a:lnTo>
                    <a:pt x="3725688" y="27163"/>
                  </a:lnTo>
                  <a:lnTo>
                    <a:pt x="3773566" y="17762"/>
                  </a:lnTo>
                  <a:lnTo>
                    <a:pt x="3808728" y="11510"/>
                  </a:lnTo>
                  <a:lnTo>
                    <a:pt x="3831474" y="7835"/>
                  </a:lnTo>
                  <a:lnTo>
                    <a:pt x="3843487" y="6065"/>
                  </a:lnTo>
                  <a:lnTo>
                    <a:pt x="3847701" y="549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48" y="5468"/>
                  </a:lnTo>
                  <a:lnTo>
                    <a:pt x="4396582" y="5642"/>
                  </a:lnTo>
                  <a:lnTo>
                    <a:pt x="4417612" y="6122"/>
                  </a:lnTo>
                  <a:lnTo>
                    <a:pt x="4454623" y="7064"/>
                  </a:lnTo>
                  <a:lnTo>
                    <a:pt x="4508604" y="8604"/>
                  </a:lnTo>
                  <a:lnTo>
                    <a:pt x="4578129" y="10839"/>
                  </a:lnTo>
                  <a:lnTo>
                    <a:pt x="4659832" y="13824"/>
                  </a:lnTo>
                  <a:lnTo>
                    <a:pt x="4749274" y="17571"/>
                  </a:lnTo>
                  <a:lnTo>
                    <a:pt x="4841900" y="22067"/>
                  </a:lnTo>
                  <a:lnTo>
                    <a:pt x="4933787" y="27295"/>
                  </a:lnTo>
                  <a:lnTo>
                    <a:pt x="5022048" y="33249"/>
                  </a:lnTo>
                  <a:lnTo>
                    <a:pt x="5104900" y="39949"/>
                  </a:lnTo>
                  <a:lnTo>
                    <a:pt x="5181527" y="47447"/>
                  </a:lnTo>
                  <a:lnTo>
                    <a:pt x="5251853" y="55828"/>
                  </a:lnTo>
                  <a:lnTo>
                    <a:pt x="5316306" y="65211"/>
                  </a:lnTo>
                  <a:lnTo>
                    <a:pt x="5375626" y="75744"/>
                  </a:lnTo>
                  <a:lnTo>
                    <a:pt x="5430716" y="87596"/>
                  </a:lnTo>
                  <a:lnTo>
                    <a:pt x="5482537" y="100936"/>
                  </a:lnTo>
                  <a:lnTo>
                    <a:pt x="5532016" y="115911"/>
                  </a:lnTo>
                  <a:lnTo>
                    <a:pt x="5567201" y="127946"/>
                  </a:lnTo>
                  <a:lnTo>
                    <a:pt x="5616986" y="146894"/>
                  </a:lnTo>
                  <a:lnTo>
                    <a:pt x="5666288" y="167789"/>
                  </a:lnTo>
                  <a:lnTo>
                    <a:pt x="5715621" y="190659"/>
                  </a:lnTo>
                  <a:lnTo>
                    <a:pt x="5765335" y="215464"/>
                  </a:lnTo>
                  <a:lnTo>
                    <a:pt x="5815634" y="242088"/>
                  </a:lnTo>
                  <a:lnTo>
                    <a:pt x="5866597" y="270335"/>
                  </a:lnTo>
                  <a:lnTo>
                    <a:pt x="5918194" y="299928"/>
                  </a:lnTo>
                  <a:lnTo>
                    <a:pt x="5970300" y="330520"/>
                  </a:lnTo>
                  <a:lnTo>
                    <a:pt x="6022725" y="361710"/>
                  </a:lnTo>
                  <a:lnTo>
                    <a:pt x="6075237" y="393061"/>
                  </a:lnTo>
                  <a:lnTo>
                    <a:pt x="6127594" y="424125"/>
                  </a:lnTo>
                  <a:lnTo>
                    <a:pt x="6179573" y="454473"/>
                  </a:lnTo>
                  <a:lnTo>
                    <a:pt x="6230998" y="483717"/>
                  </a:lnTo>
                  <a:lnTo>
                    <a:pt x="6281773" y="511528"/>
                  </a:lnTo>
                  <a:lnTo>
                    <a:pt x="6331893" y="537654"/>
                  </a:lnTo>
                  <a:lnTo>
                    <a:pt x="6381472" y="561919"/>
                  </a:lnTo>
                  <a:lnTo>
                    <a:pt x="6430754" y="584230"/>
                  </a:lnTo>
                  <a:lnTo>
                    <a:pt x="6480133" y="604568"/>
                  </a:lnTo>
                  <a:lnTo>
                    <a:pt x="6515891" y="617954"/>
                  </a:lnTo>
                  <a:lnTo>
                    <a:pt x="6564179" y="634176"/>
                  </a:lnTo>
                  <a:lnTo>
                    <a:pt x="6614202" y="648701"/>
                  </a:lnTo>
                  <a:lnTo>
                    <a:pt x="6666806" y="661626"/>
                  </a:lnTo>
                  <a:lnTo>
                    <a:pt x="6722939" y="673106"/>
                  </a:lnTo>
                  <a:lnTo>
                    <a:pt x="6783552" y="683315"/>
                  </a:lnTo>
                  <a:lnTo>
                    <a:pt x="6849519" y="692416"/>
                  </a:lnTo>
                  <a:lnTo>
                    <a:pt x="6921512" y="700549"/>
                  </a:lnTo>
                  <a:lnTo>
                    <a:pt x="6999844" y="707826"/>
                  </a:lnTo>
                  <a:lnTo>
                    <a:pt x="7084265" y="714322"/>
                  </a:lnTo>
                  <a:lnTo>
                    <a:pt x="7173719" y="720080"/>
                  </a:lnTo>
                  <a:lnTo>
                    <a:pt x="7266135" y="725113"/>
                  </a:lnTo>
                  <a:lnTo>
                    <a:pt x="7358327" y="729410"/>
                  </a:lnTo>
                  <a:lnTo>
                    <a:pt x="7446150" y="732953"/>
                  </a:lnTo>
                  <a:lnTo>
                    <a:pt x="7524993" y="735733"/>
                  </a:lnTo>
                  <a:lnTo>
                    <a:pt x="7590608" y="737775"/>
                  </a:lnTo>
                  <a:lnTo>
                    <a:pt x="7640077" y="739143"/>
                  </a:lnTo>
                  <a:lnTo>
                    <a:pt x="7672596" y="739946"/>
                  </a:lnTo>
                  <a:lnTo>
                    <a:pt x="7689820" y="740328"/>
                  </a:lnTo>
                  <a:lnTo>
                    <a:pt x="7695723" y="740447"/>
                  </a:lnTo>
                  <a:lnTo>
                    <a:pt x="7696237" y="740456"/>
                  </a:lnTo>
                  <a:lnTo>
                    <a:pt x="8234974" y="740456"/>
                  </a:lnTo>
                  <a:lnTo>
                    <a:pt x="8234974" y="735012"/>
                  </a:lnTo>
                  <a:lnTo>
                    <a:pt x="7696237" y="735012"/>
                  </a:lnTo>
                  <a:lnTo>
                    <a:pt x="7694945" y="734987"/>
                  </a:lnTo>
                  <a:lnTo>
                    <a:pt x="7686511" y="734814"/>
                  </a:lnTo>
                  <a:lnTo>
                    <a:pt x="7665481" y="734334"/>
                  </a:lnTo>
                  <a:lnTo>
                    <a:pt x="7628470" y="733391"/>
                  </a:lnTo>
                  <a:lnTo>
                    <a:pt x="7574488" y="731852"/>
                  </a:lnTo>
                  <a:lnTo>
                    <a:pt x="7504963" y="729617"/>
                  </a:lnTo>
                  <a:lnTo>
                    <a:pt x="7423260" y="726632"/>
                  </a:lnTo>
                  <a:lnTo>
                    <a:pt x="7333818" y="722885"/>
                  </a:lnTo>
                  <a:lnTo>
                    <a:pt x="7241193" y="718389"/>
                  </a:lnTo>
                  <a:lnTo>
                    <a:pt x="7149305" y="713161"/>
                  </a:lnTo>
                  <a:lnTo>
                    <a:pt x="7061044" y="707207"/>
                  </a:lnTo>
                  <a:lnTo>
                    <a:pt x="6978193" y="700507"/>
                  </a:lnTo>
                  <a:lnTo>
                    <a:pt x="6901565" y="693009"/>
                  </a:lnTo>
                  <a:lnTo>
                    <a:pt x="6831239" y="684628"/>
                  </a:lnTo>
                  <a:lnTo>
                    <a:pt x="6766786" y="675245"/>
                  </a:lnTo>
                  <a:lnTo>
                    <a:pt x="6707467" y="664711"/>
                  </a:lnTo>
                  <a:lnTo>
                    <a:pt x="6652376" y="652860"/>
                  </a:lnTo>
                  <a:lnTo>
                    <a:pt x="6600556" y="639520"/>
                  </a:lnTo>
                  <a:lnTo>
                    <a:pt x="6551076" y="624544"/>
                  </a:lnTo>
                  <a:lnTo>
                    <a:pt x="6515891" y="612510"/>
                  </a:lnTo>
                  <a:lnTo>
                    <a:pt x="6466107" y="593562"/>
                  </a:lnTo>
                  <a:lnTo>
                    <a:pt x="6416805" y="572667"/>
                  </a:lnTo>
                  <a:lnTo>
                    <a:pt x="6367471" y="549797"/>
                  </a:lnTo>
                  <a:lnTo>
                    <a:pt x="6317758" y="524991"/>
                  </a:lnTo>
                  <a:lnTo>
                    <a:pt x="6267458" y="498367"/>
                  </a:lnTo>
                  <a:lnTo>
                    <a:pt x="6216495" y="470121"/>
                  </a:lnTo>
                  <a:lnTo>
                    <a:pt x="6164899" y="440528"/>
                  </a:lnTo>
                  <a:lnTo>
                    <a:pt x="6112793" y="409935"/>
                  </a:lnTo>
                  <a:lnTo>
                    <a:pt x="6060368" y="378745"/>
                  </a:lnTo>
                  <a:lnTo>
                    <a:pt x="6007855" y="347395"/>
                  </a:lnTo>
                  <a:lnTo>
                    <a:pt x="5955498" y="316331"/>
                  </a:lnTo>
                  <a:lnTo>
                    <a:pt x="5903520" y="285983"/>
                  </a:lnTo>
                  <a:lnTo>
                    <a:pt x="5852094" y="256739"/>
                  </a:lnTo>
                  <a:lnTo>
                    <a:pt x="5801320" y="228927"/>
                  </a:lnTo>
                  <a:lnTo>
                    <a:pt x="5751200" y="202802"/>
                  </a:lnTo>
                  <a:lnTo>
                    <a:pt x="5701620" y="178537"/>
                  </a:lnTo>
                  <a:lnTo>
                    <a:pt x="5652338" y="156225"/>
                  </a:lnTo>
                  <a:lnTo>
                    <a:pt x="5602960" y="135887"/>
                  </a:lnTo>
                  <a:lnTo>
                    <a:pt x="5567201" y="122502"/>
                  </a:lnTo>
                  <a:lnTo>
                    <a:pt x="5518913" y="106280"/>
                  </a:lnTo>
                  <a:lnTo>
                    <a:pt x="5468891" y="91754"/>
                  </a:lnTo>
                  <a:lnTo>
                    <a:pt x="5416286" y="78830"/>
                  </a:lnTo>
                  <a:lnTo>
                    <a:pt x="5360154" y="67350"/>
                  </a:lnTo>
                  <a:lnTo>
                    <a:pt x="5299540" y="57141"/>
                  </a:lnTo>
                  <a:lnTo>
                    <a:pt x="5233573" y="48040"/>
                  </a:lnTo>
                  <a:lnTo>
                    <a:pt x="5161581" y="39907"/>
                  </a:lnTo>
                  <a:lnTo>
                    <a:pt x="5083248" y="32630"/>
                  </a:lnTo>
                  <a:lnTo>
                    <a:pt x="4998828" y="26134"/>
                  </a:lnTo>
                  <a:lnTo>
                    <a:pt x="4909374" y="20375"/>
                  </a:lnTo>
                  <a:lnTo>
                    <a:pt x="4816958" y="15343"/>
                  </a:lnTo>
                  <a:lnTo>
                    <a:pt x="4724765" y="11046"/>
                  </a:lnTo>
                  <a:lnTo>
                    <a:pt x="4636943" y="7503"/>
                  </a:lnTo>
                  <a:lnTo>
                    <a:pt x="4558100" y="4722"/>
                  </a:lnTo>
                  <a:lnTo>
                    <a:pt x="4492485" y="2681"/>
                  </a:lnTo>
                  <a:lnTo>
                    <a:pt x="4443016" y="1313"/>
                  </a:lnTo>
                  <a:lnTo>
                    <a:pt x="4410496" y="510"/>
                  </a:lnTo>
                  <a:lnTo>
                    <a:pt x="4393273" y="127"/>
                  </a:lnTo>
                  <a:lnTo>
                    <a:pt x="4387369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2" y="107"/>
                  </a:lnTo>
                  <a:lnTo>
                    <a:pt x="3841697" y="873"/>
                  </a:lnTo>
                  <a:lnTo>
                    <a:pt x="3827603" y="2990"/>
                  </a:lnTo>
                  <a:lnTo>
                    <a:pt x="3802306" y="7161"/>
                  </a:lnTo>
                  <a:lnTo>
                    <a:pt x="3764411" y="14040"/>
                  </a:lnTo>
                  <a:lnTo>
                    <a:pt x="3713917" y="24174"/>
                  </a:lnTo>
                  <a:lnTo>
                    <a:pt x="3652136" y="37948"/>
                  </a:lnTo>
                  <a:lnTo>
                    <a:pt x="3581396" y="55574"/>
                  </a:lnTo>
                  <a:lnTo>
                    <a:pt x="3504597" y="77104"/>
                  </a:lnTo>
                  <a:lnTo>
                    <a:pt x="3424739" y="102494"/>
                  </a:lnTo>
                  <a:lnTo>
                    <a:pt x="3344524" y="131657"/>
                  </a:lnTo>
                  <a:lnTo>
                    <a:pt x="3266123" y="164538"/>
                  </a:lnTo>
                  <a:lnTo>
                    <a:pt x="3191076" y="201157"/>
                  </a:lnTo>
                  <a:lnTo>
                    <a:pt x="3120319" y="241643"/>
                  </a:lnTo>
                  <a:lnTo>
                    <a:pt x="3054273" y="286254"/>
                  </a:lnTo>
                  <a:lnTo>
                    <a:pt x="2992962" y="335379"/>
                  </a:lnTo>
                  <a:lnTo>
                    <a:pt x="2936124" y="389535"/>
                  </a:lnTo>
                  <a:lnTo>
                    <a:pt x="2883310" y="449354"/>
                  </a:lnTo>
                  <a:lnTo>
                    <a:pt x="2833958" y="515556"/>
                  </a:lnTo>
                  <a:lnTo>
                    <a:pt x="2787452" y="588910"/>
                  </a:lnTo>
                  <a:lnTo>
                    <a:pt x="2743170" y="670156"/>
                  </a:lnTo>
                  <a:lnTo>
                    <a:pt x="2700522" y="759887"/>
                  </a:lnTo>
                  <a:lnTo>
                    <a:pt x="2667772" y="836643"/>
                  </a:lnTo>
                  <a:lnTo>
                    <a:pt x="2640092" y="906725"/>
                  </a:lnTo>
                  <a:lnTo>
                    <a:pt x="2612646" y="980828"/>
                  </a:lnTo>
                  <a:lnTo>
                    <a:pt x="2585325" y="1059033"/>
                  </a:lnTo>
                  <a:lnTo>
                    <a:pt x="2558038" y="1141381"/>
                  </a:lnTo>
                  <a:lnTo>
                    <a:pt x="2530711" y="1227873"/>
                  </a:lnTo>
                  <a:lnTo>
                    <a:pt x="2503286" y="1318464"/>
                  </a:lnTo>
                  <a:lnTo>
                    <a:pt x="2475717" y="1413060"/>
                  </a:lnTo>
                  <a:lnTo>
                    <a:pt x="2447970" y="1511518"/>
                  </a:lnTo>
                  <a:lnTo>
                    <a:pt x="2420028" y="1613642"/>
                  </a:lnTo>
                  <a:lnTo>
                    <a:pt x="2391879" y="1719184"/>
                  </a:lnTo>
                  <a:lnTo>
                    <a:pt x="2363526" y="1827843"/>
                  </a:lnTo>
                  <a:lnTo>
                    <a:pt x="2334980" y="1939271"/>
                  </a:lnTo>
                  <a:lnTo>
                    <a:pt x="2306260" y="2053073"/>
                  </a:lnTo>
                  <a:lnTo>
                    <a:pt x="2277393" y="2168815"/>
                  </a:lnTo>
                  <a:lnTo>
                    <a:pt x="2248411" y="2286028"/>
                  </a:lnTo>
                  <a:lnTo>
                    <a:pt x="2219351" y="2404218"/>
                  </a:lnTo>
                  <a:lnTo>
                    <a:pt x="2190255" y="2522871"/>
                  </a:lnTo>
                  <a:lnTo>
                    <a:pt x="2161163" y="2641468"/>
                  </a:lnTo>
                  <a:lnTo>
                    <a:pt x="2132117" y="2759488"/>
                  </a:lnTo>
                  <a:lnTo>
                    <a:pt x="2103157" y="2876421"/>
                  </a:lnTo>
                  <a:lnTo>
                    <a:pt x="2074319" y="2991779"/>
                  </a:lnTo>
                  <a:lnTo>
                    <a:pt x="2045635" y="3105100"/>
                  </a:lnTo>
                  <a:lnTo>
                    <a:pt x="2017130" y="3215956"/>
                  </a:lnTo>
                  <a:lnTo>
                    <a:pt x="1988821" y="3323964"/>
                  </a:lnTo>
                  <a:lnTo>
                    <a:pt x="1960717" y="3428784"/>
                  </a:lnTo>
                  <a:lnTo>
                    <a:pt x="1932818" y="3530128"/>
                  </a:lnTo>
                  <a:lnTo>
                    <a:pt x="1905113" y="3627759"/>
                  </a:lnTo>
                  <a:lnTo>
                    <a:pt x="1877578" y="3721493"/>
                  </a:lnTo>
                  <a:lnTo>
                    <a:pt x="1850179" y="3811196"/>
                  </a:lnTo>
                  <a:lnTo>
                    <a:pt x="1822866" y="3896787"/>
                  </a:lnTo>
                  <a:lnTo>
                    <a:pt x="1795579" y="3978230"/>
                  </a:lnTo>
                  <a:lnTo>
                    <a:pt x="1768239" y="4055536"/>
                  </a:lnTo>
                  <a:lnTo>
                    <a:pt x="1740751" y="4128754"/>
                  </a:lnTo>
                  <a:lnTo>
                    <a:pt x="1719082" y="4183217"/>
                  </a:lnTo>
                  <a:lnTo>
                    <a:pt x="1677353" y="4279829"/>
                  </a:lnTo>
                  <a:lnTo>
                    <a:pt x="1634402" y="4367715"/>
                  </a:lnTo>
                  <a:lnTo>
                    <a:pt x="1589697" y="4447222"/>
                  </a:lnTo>
                  <a:lnTo>
                    <a:pt x="1542638" y="4518987"/>
                  </a:lnTo>
                  <a:lnTo>
                    <a:pt x="1492598" y="4583765"/>
                  </a:lnTo>
                  <a:lnTo>
                    <a:pt x="1438971" y="4642319"/>
                  </a:lnTo>
                  <a:lnTo>
                    <a:pt x="1381212" y="4695353"/>
                  </a:lnTo>
                  <a:lnTo>
                    <a:pt x="1318906" y="4743477"/>
                  </a:lnTo>
                  <a:lnTo>
                    <a:pt x="1251843" y="4787181"/>
                  </a:lnTo>
                  <a:lnTo>
                    <a:pt x="1180120" y="4826826"/>
                  </a:lnTo>
                  <a:lnTo>
                    <a:pt x="1104260" y="4862641"/>
                  </a:lnTo>
                  <a:lnTo>
                    <a:pt x="1025322" y="4894731"/>
                  </a:lnTo>
                  <a:lnTo>
                    <a:pt x="944980" y="4923097"/>
                  </a:lnTo>
                  <a:lnTo>
                    <a:pt x="865532" y="4947670"/>
                  </a:lnTo>
                  <a:lnTo>
                    <a:pt x="789771" y="4968370"/>
                  </a:lnTo>
                  <a:lnTo>
                    <a:pt x="720709" y="4985165"/>
                  </a:lnTo>
                  <a:lnTo>
                    <a:pt x="661166" y="4998141"/>
                  </a:lnTo>
                  <a:lnTo>
                    <a:pt x="613289" y="5007542"/>
                  </a:lnTo>
                  <a:lnTo>
                    <a:pt x="578127" y="5013794"/>
                  </a:lnTo>
                  <a:lnTo>
                    <a:pt x="555381" y="5017469"/>
                  </a:lnTo>
                  <a:lnTo>
                    <a:pt x="543367" y="5019239"/>
                  </a:lnTo>
                  <a:lnTo>
                    <a:pt x="539153" y="5019808"/>
                  </a:lnTo>
                  <a:lnTo>
                    <a:pt x="538736" y="5019860"/>
                  </a:lnTo>
                  <a:lnTo>
                    <a:pt x="0" y="5019860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61" name="pl2061"/>
            <p:cNvSpPr/>
            <p:nvPr/>
          </p:nvSpPr>
          <p:spPr>
            <a:xfrm>
              <a:off x="546595" y="902904"/>
              <a:ext cx="8234974" cy="5019860"/>
            </a:xfrm>
            <a:custGeom>
              <a:avLst/>
              <a:pathLst>
                <a:path w="8234974" h="5019860">
                  <a:moveTo>
                    <a:pt x="0" y="5019860"/>
                  </a:moveTo>
                  <a:lnTo>
                    <a:pt x="538736" y="5019860"/>
                  </a:lnTo>
                  <a:lnTo>
                    <a:pt x="539582" y="5019753"/>
                  </a:lnTo>
                  <a:lnTo>
                    <a:pt x="545157" y="5018986"/>
                  </a:lnTo>
                  <a:lnTo>
                    <a:pt x="559252" y="5016869"/>
                  </a:lnTo>
                  <a:lnTo>
                    <a:pt x="584548" y="5012699"/>
                  </a:lnTo>
                  <a:lnTo>
                    <a:pt x="622443" y="5005820"/>
                  </a:lnTo>
                  <a:lnTo>
                    <a:pt x="672937" y="4995686"/>
                  </a:lnTo>
                  <a:lnTo>
                    <a:pt x="734719" y="4981911"/>
                  </a:lnTo>
                  <a:lnTo>
                    <a:pt x="805459" y="4964286"/>
                  </a:lnTo>
                  <a:lnTo>
                    <a:pt x="882257" y="4942755"/>
                  </a:lnTo>
                  <a:lnTo>
                    <a:pt x="962116" y="4917366"/>
                  </a:lnTo>
                  <a:lnTo>
                    <a:pt x="1042331" y="4888202"/>
                  </a:lnTo>
                  <a:lnTo>
                    <a:pt x="1120732" y="4855321"/>
                  </a:lnTo>
                  <a:lnTo>
                    <a:pt x="1195779" y="4818703"/>
                  </a:lnTo>
                  <a:lnTo>
                    <a:pt x="1266536" y="4778217"/>
                  </a:lnTo>
                  <a:lnTo>
                    <a:pt x="1332581" y="4733606"/>
                  </a:lnTo>
                  <a:lnTo>
                    <a:pt x="1393892" y="4684480"/>
                  </a:lnTo>
                  <a:lnTo>
                    <a:pt x="1450730" y="4630324"/>
                  </a:lnTo>
                  <a:lnTo>
                    <a:pt x="1503545" y="4570506"/>
                  </a:lnTo>
                  <a:lnTo>
                    <a:pt x="1552897" y="4504303"/>
                  </a:lnTo>
                  <a:lnTo>
                    <a:pt x="1599402" y="4430950"/>
                  </a:lnTo>
                  <a:lnTo>
                    <a:pt x="1643684" y="4349704"/>
                  </a:lnTo>
                  <a:lnTo>
                    <a:pt x="1686333" y="4259973"/>
                  </a:lnTo>
                  <a:lnTo>
                    <a:pt x="1719082" y="4183217"/>
                  </a:lnTo>
                  <a:lnTo>
                    <a:pt x="1746762" y="4113135"/>
                  </a:lnTo>
                  <a:lnTo>
                    <a:pt x="1774208" y="4039032"/>
                  </a:lnTo>
                  <a:lnTo>
                    <a:pt x="1801530" y="3960827"/>
                  </a:lnTo>
                  <a:lnTo>
                    <a:pt x="1828817" y="3878479"/>
                  </a:lnTo>
                  <a:lnTo>
                    <a:pt x="1856143" y="3791987"/>
                  </a:lnTo>
                  <a:lnTo>
                    <a:pt x="1883568" y="3701396"/>
                  </a:lnTo>
                  <a:lnTo>
                    <a:pt x="1911138" y="3606799"/>
                  </a:lnTo>
                  <a:lnTo>
                    <a:pt x="1938884" y="3508341"/>
                  </a:lnTo>
                  <a:lnTo>
                    <a:pt x="1966827" y="3406217"/>
                  </a:lnTo>
                  <a:lnTo>
                    <a:pt x="1994976" y="3300676"/>
                  </a:lnTo>
                  <a:lnTo>
                    <a:pt x="2023328" y="3192017"/>
                  </a:lnTo>
                  <a:lnTo>
                    <a:pt x="2051875" y="3080589"/>
                  </a:lnTo>
                  <a:lnTo>
                    <a:pt x="2080595" y="2966786"/>
                  </a:lnTo>
                  <a:lnTo>
                    <a:pt x="2109462" y="2851044"/>
                  </a:lnTo>
                  <a:lnTo>
                    <a:pt x="2138444" y="2733831"/>
                  </a:lnTo>
                  <a:lnTo>
                    <a:pt x="2167503" y="2615642"/>
                  </a:lnTo>
                  <a:lnTo>
                    <a:pt x="2196600" y="2496988"/>
                  </a:lnTo>
                  <a:lnTo>
                    <a:pt x="2225692" y="2378392"/>
                  </a:lnTo>
                  <a:lnTo>
                    <a:pt x="2254737" y="2260372"/>
                  </a:lnTo>
                  <a:lnTo>
                    <a:pt x="2283697" y="2143438"/>
                  </a:lnTo>
                  <a:lnTo>
                    <a:pt x="2312535" y="2028080"/>
                  </a:lnTo>
                  <a:lnTo>
                    <a:pt x="2341219" y="1914760"/>
                  </a:lnTo>
                  <a:lnTo>
                    <a:pt x="2369725" y="1803903"/>
                  </a:lnTo>
                  <a:lnTo>
                    <a:pt x="2398034" y="1695896"/>
                  </a:lnTo>
                  <a:lnTo>
                    <a:pt x="2426137" y="1591076"/>
                  </a:lnTo>
                  <a:lnTo>
                    <a:pt x="2454036" y="1489731"/>
                  </a:lnTo>
                  <a:lnTo>
                    <a:pt x="2481742" y="1392100"/>
                  </a:lnTo>
                  <a:lnTo>
                    <a:pt x="2509277" y="1298367"/>
                  </a:lnTo>
                  <a:lnTo>
                    <a:pt x="2536676" y="1208663"/>
                  </a:lnTo>
                  <a:lnTo>
                    <a:pt x="2563988" y="1123073"/>
                  </a:lnTo>
                  <a:lnTo>
                    <a:pt x="2591276" y="1041629"/>
                  </a:lnTo>
                  <a:lnTo>
                    <a:pt x="2618616" y="964324"/>
                  </a:lnTo>
                  <a:lnTo>
                    <a:pt x="2646103" y="891105"/>
                  </a:lnTo>
                  <a:lnTo>
                    <a:pt x="2667772" y="836643"/>
                  </a:lnTo>
                  <a:lnTo>
                    <a:pt x="2709502" y="740030"/>
                  </a:lnTo>
                  <a:lnTo>
                    <a:pt x="2752453" y="652144"/>
                  </a:lnTo>
                  <a:lnTo>
                    <a:pt x="2797157" y="572637"/>
                  </a:lnTo>
                  <a:lnTo>
                    <a:pt x="2844217" y="500872"/>
                  </a:lnTo>
                  <a:lnTo>
                    <a:pt x="2894256" y="436094"/>
                  </a:lnTo>
                  <a:lnTo>
                    <a:pt x="2947884" y="377541"/>
                  </a:lnTo>
                  <a:lnTo>
                    <a:pt x="3005643" y="324506"/>
                  </a:lnTo>
                  <a:lnTo>
                    <a:pt x="3067949" y="276382"/>
                  </a:lnTo>
                  <a:lnTo>
                    <a:pt x="3135012" y="232678"/>
                  </a:lnTo>
                  <a:lnTo>
                    <a:pt x="3206735" y="193034"/>
                  </a:lnTo>
                  <a:lnTo>
                    <a:pt x="3282594" y="157219"/>
                  </a:lnTo>
                  <a:lnTo>
                    <a:pt x="3361533" y="125128"/>
                  </a:lnTo>
                  <a:lnTo>
                    <a:pt x="3441874" y="96763"/>
                  </a:lnTo>
                  <a:lnTo>
                    <a:pt x="3521322" y="72189"/>
                  </a:lnTo>
                  <a:lnTo>
                    <a:pt x="3597084" y="51489"/>
                  </a:lnTo>
                  <a:lnTo>
                    <a:pt x="3666146" y="34694"/>
                  </a:lnTo>
                  <a:lnTo>
                    <a:pt x="3725688" y="21719"/>
                  </a:lnTo>
                  <a:lnTo>
                    <a:pt x="3773566" y="12317"/>
                  </a:lnTo>
                  <a:lnTo>
                    <a:pt x="3808728" y="6066"/>
                  </a:lnTo>
                  <a:lnTo>
                    <a:pt x="3831474" y="2391"/>
                  </a:lnTo>
                  <a:lnTo>
                    <a:pt x="3843487" y="620"/>
                  </a:lnTo>
                  <a:lnTo>
                    <a:pt x="3847701" y="5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48" y="24"/>
                  </a:lnTo>
                  <a:lnTo>
                    <a:pt x="4396582" y="197"/>
                  </a:lnTo>
                  <a:lnTo>
                    <a:pt x="4417612" y="678"/>
                  </a:lnTo>
                  <a:lnTo>
                    <a:pt x="4454623" y="1620"/>
                  </a:lnTo>
                  <a:lnTo>
                    <a:pt x="4508604" y="3159"/>
                  </a:lnTo>
                  <a:lnTo>
                    <a:pt x="4578129" y="5395"/>
                  </a:lnTo>
                  <a:lnTo>
                    <a:pt x="4659832" y="8379"/>
                  </a:lnTo>
                  <a:lnTo>
                    <a:pt x="4749274" y="12126"/>
                  </a:lnTo>
                  <a:lnTo>
                    <a:pt x="4841900" y="16622"/>
                  </a:lnTo>
                  <a:lnTo>
                    <a:pt x="4933787" y="21850"/>
                  </a:lnTo>
                  <a:lnTo>
                    <a:pt x="5022048" y="27804"/>
                  </a:lnTo>
                  <a:lnTo>
                    <a:pt x="5104900" y="34505"/>
                  </a:lnTo>
                  <a:lnTo>
                    <a:pt x="5181527" y="42002"/>
                  </a:lnTo>
                  <a:lnTo>
                    <a:pt x="5251853" y="50383"/>
                  </a:lnTo>
                  <a:lnTo>
                    <a:pt x="5316306" y="59766"/>
                  </a:lnTo>
                  <a:lnTo>
                    <a:pt x="5375626" y="70300"/>
                  </a:lnTo>
                  <a:lnTo>
                    <a:pt x="5430716" y="82151"/>
                  </a:lnTo>
                  <a:lnTo>
                    <a:pt x="5482537" y="95492"/>
                  </a:lnTo>
                  <a:lnTo>
                    <a:pt x="5532016" y="110467"/>
                  </a:lnTo>
                  <a:lnTo>
                    <a:pt x="5567201" y="122502"/>
                  </a:lnTo>
                  <a:lnTo>
                    <a:pt x="5616986" y="141450"/>
                  </a:lnTo>
                  <a:lnTo>
                    <a:pt x="5666288" y="162345"/>
                  </a:lnTo>
                  <a:lnTo>
                    <a:pt x="5715621" y="185215"/>
                  </a:lnTo>
                  <a:lnTo>
                    <a:pt x="5765335" y="210020"/>
                  </a:lnTo>
                  <a:lnTo>
                    <a:pt x="5815634" y="236644"/>
                  </a:lnTo>
                  <a:lnTo>
                    <a:pt x="5866597" y="264890"/>
                  </a:lnTo>
                  <a:lnTo>
                    <a:pt x="5918194" y="294483"/>
                  </a:lnTo>
                  <a:lnTo>
                    <a:pt x="5970300" y="325076"/>
                  </a:lnTo>
                  <a:lnTo>
                    <a:pt x="6022725" y="356266"/>
                  </a:lnTo>
                  <a:lnTo>
                    <a:pt x="6075237" y="387616"/>
                  </a:lnTo>
                  <a:lnTo>
                    <a:pt x="6127594" y="418680"/>
                  </a:lnTo>
                  <a:lnTo>
                    <a:pt x="6179573" y="449028"/>
                  </a:lnTo>
                  <a:lnTo>
                    <a:pt x="6230998" y="478272"/>
                  </a:lnTo>
                  <a:lnTo>
                    <a:pt x="6281773" y="506084"/>
                  </a:lnTo>
                  <a:lnTo>
                    <a:pt x="6331893" y="532209"/>
                  </a:lnTo>
                  <a:lnTo>
                    <a:pt x="6381472" y="556474"/>
                  </a:lnTo>
                  <a:lnTo>
                    <a:pt x="6430754" y="578786"/>
                  </a:lnTo>
                  <a:lnTo>
                    <a:pt x="6480133" y="599124"/>
                  </a:lnTo>
                  <a:lnTo>
                    <a:pt x="6515891" y="612510"/>
                  </a:lnTo>
                  <a:lnTo>
                    <a:pt x="6564179" y="628731"/>
                  </a:lnTo>
                  <a:lnTo>
                    <a:pt x="6614202" y="643257"/>
                  </a:lnTo>
                  <a:lnTo>
                    <a:pt x="6666806" y="656181"/>
                  </a:lnTo>
                  <a:lnTo>
                    <a:pt x="6722939" y="667662"/>
                  </a:lnTo>
                  <a:lnTo>
                    <a:pt x="6783552" y="677870"/>
                  </a:lnTo>
                  <a:lnTo>
                    <a:pt x="6849519" y="686971"/>
                  </a:lnTo>
                  <a:lnTo>
                    <a:pt x="6921512" y="695104"/>
                  </a:lnTo>
                  <a:lnTo>
                    <a:pt x="6999844" y="702381"/>
                  </a:lnTo>
                  <a:lnTo>
                    <a:pt x="7084265" y="708877"/>
                  </a:lnTo>
                  <a:lnTo>
                    <a:pt x="7173719" y="714636"/>
                  </a:lnTo>
                  <a:lnTo>
                    <a:pt x="7266135" y="719669"/>
                  </a:lnTo>
                  <a:lnTo>
                    <a:pt x="7358327" y="723965"/>
                  </a:lnTo>
                  <a:lnTo>
                    <a:pt x="7446150" y="727508"/>
                  </a:lnTo>
                  <a:lnTo>
                    <a:pt x="7524993" y="730289"/>
                  </a:lnTo>
                  <a:lnTo>
                    <a:pt x="7590608" y="732330"/>
                  </a:lnTo>
                  <a:lnTo>
                    <a:pt x="7640077" y="733698"/>
                  </a:lnTo>
                  <a:lnTo>
                    <a:pt x="7672596" y="734502"/>
                  </a:lnTo>
                  <a:lnTo>
                    <a:pt x="7689820" y="734884"/>
                  </a:lnTo>
                  <a:lnTo>
                    <a:pt x="7695723" y="735002"/>
                  </a:lnTo>
                  <a:lnTo>
                    <a:pt x="7696237" y="735012"/>
                  </a:lnTo>
                  <a:lnTo>
                    <a:pt x="8234974" y="735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2" name="pl2062"/>
            <p:cNvSpPr/>
            <p:nvPr/>
          </p:nvSpPr>
          <p:spPr>
            <a:xfrm>
              <a:off x="546595" y="897459"/>
              <a:ext cx="8234974" cy="5019860"/>
            </a:xfrm>
            <a:custGeom>
              <a:avLst/>
              <a:pathLst>
                <a:path w="8234974" h="5019860">
                  <a:moveTo>
                    <a:pt x="8234974" y="735012"/>
                  </a:moveTo>
                  <a:lnTo>
                    <a:pt x="7696237" y="735012"/>
                  </a:lnTo>
                  <a:lnTo>
                    <a:pt x="7694945" y="734987"/>
                  </a:lnTo>
                  <a:lnTo>
                    <a:pt x="7686511" y="734814"/>
                  </a:lnTo>
                  <a:lnTo>
                    <a:pt x="7665481" y="734334"/>
                  </a:lnTo>
                  <a:lnTo>
                    <a:pt x="7628470" y="733391"/>
                  </a:lnTo>
                  <a:lnTo>
                    <a:pt x="7574488" y="731852"/>
                  </a:lnTo>
                  <a:lnTo>
                    <a:pt x="7504963" y="729617"/>
                  </a:lnTo>
                  <a:lnTo>
                    <a:pt x="7423260" y="726632"/>
                  </a:lnTo>
                  <a:lnTo>
                    <a:pt x="7333818" y="722885"/>
                  </a:lnTo>
                  <a:lnTo>
                    <a:pt x="7241193" y="718389"/>
                  </a:lnTo>
                  <a:lnTo>
                    <a:pt x="7149305" y="713161"/>
                  </a:lnTo>
                  <a:lnTo>
                    <a:pt x="7061044" y="707207"/>
                  </a:lnTo>
                  <a:lnTo>
                    <a:pt x="6978193" y="700507"/>
                  </a:lnTo>
                  <a:lnTo>
                    <a:pt x="6901565" y="693009"/>
                  </a:lnTo>
                  <a:lnTo>
                    <a:pt x="6831239" y="684628"/>
                  </a:lnTo>
                  <a:lnTo>
                    <a:pt x="6766786" y="675245"/>
                  </a:lnTo>
                  <a:lnTo>
                    <a:pt x="6707467" y="664711"/>
                  </a:lnTo>
                  <a:lnTo>
                    <a:pt x="6652376" y="652860"/>
                  </a:lnTo>
                  <a:lnTo>
                    <a:pt x="6600556" y="639520"/>
                  </a:lnTo>
                  <a:lnTo>
                    <a:pt x="6551076" y="624544"/>
                  </a:lnTo>
                  <a:lnTo>
                    <a:pt x="6515891" y="612510"/>
                  </a:lnTo>
                  <a:lnTo>
                    <a:pt x="6466107" y="593562"/>
                  </a:lnTo>
                  <a:lnTo>
                    <a:pt x="6416805" y="572667"/>
                  </a:lnTo>
                  <a:lnTo>
                    <a:pt x="6367471" y="549797"/>
                  </a:lnTo>
                  <a:lnTo>
                    <a:pt x="6317758" y="524991"/>
                  </a:lnTo>
                  <a:lnTo>
                    <a:pt x="6267458" y="498367"/>
                  </a:lnTo>
                  <a:lnTo>
                    <a:pt x="6216495" y="470121"/>
                  </a:lnTo>
                  <a:lnTo>
                    <a:pt x="6164899" y="440528"/>
                  </a:lnTo>
                  <a:lnTo>
                    <a:pt x="6112793" y="409935"/>
                  </a:lnTo>
                  <a:lnTo>
                    <a:pt x="6060368" y="378745"/>
                  </a:lnTo>
                  <a:lnTo>
                    <a:pt x="6007855" y="347395"/>
                  </a:lnTo>
                  <a:lnTo>
                    <a:pt x="5955498" y="316331"/>
                  </a:lnTo>
                  <a:lnTo>
                    <a:pt x="5903520" y="285983"/>
                  </a:lnTo>
                  <a:lnTo>
                    <a:pt x="5852094" y="256739"/>
                  </a:lnTo>
                  <a:lnTo>
                    <a:pt x="5801320" y="228927"/>
                  </a:lnTo>
                  <a:lnTo>
                    <a:pt x="5751200" y="202802"/>
                  </a:lnTo>
                  <a:lnTo>
                    <a:pt x="5701620" y="178537"/>
                  </a:lnTo>
                  <a:lnTo>
                    <a:pt x="5652338" y="156225"/>
                  </a:lnTo>
                  <a:lnTo>
                    <a:pt x="5602960" y="135887"/>
                  </a:lnTo>
                  <a:lnTo>
                    <a:pt x="5567201" y="122502"/>
                  </a:lnTo>
                  <a:lnTo>
                    <a:pt x="5518913" y="106280"/>
                  </a:lnTo>
                  <a:lnTo>
                    <a:pt x="5468891" y="91754"/>
                  </a:lnTo>
                  <a:lnTo>
                    <a:pt x="5416286" y="78830"/>
                  </a:lnTo>
                  <a:lnTo>
                    <a:pt x="5360154" y="67350"/>
                  </a:lnTo>
                  <a:lnTo>
                    <a:pt x="5299540" y="57141"/>
                  </a:lnTo>
                  <a:lnTo>
                    <a:pt x="5233573" y="48040"/>
                  </a:lnTo>
                  <a:lnTo>
                    <a:pt x="5161581" y="39907"/>
                  </a:lnTo>
                  <a:lnTo>
                    <a:pt x="5083248" y="32630"/>
                  </a:lnTo>
                  <a:lnTo>
                    <a:pt x="4998828" y="26134"/>
                  </a:lnTo>
                  <a:lnTo>
                    <a:pt x="4909374" y="20375"/>
                  </a:lnTo>
                  <a:lnTo>
                    <a:pt x="4816958" y="15343"/>
                  </a:lnTo>
                  <a:lnTo>
                    <a:pt x="4724765" y="11046"/>
                  </a:lnTo>
                  <a:lnTo>
                    <a:pt x="4636943" y="7503"/>
                  </a:lnTo>
                  <a:lnTo>
                    <a:pt x="4558100" y="4722"/>
                  </a:lnTo>
                  <a:lnTo>
                    <a:pt x="4492485" y="2681"/>
                  </a:lnTo>
                  <a:lnTo>
                    <a:pt x="4443016" y="1313"/>
                  </a:lnTo>
                  <a:lnTo>
                    <a:pt x="4410496" y="510"/>
                  </a:lnTo>
                  <a:lnTo>
                    <a:pt x="4393273" y="127"/>
                  </a:lnTo>
                  <a:lnTo>
                    <a:pt x="4387369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2" y="107"/>
                  </a:lnTo>
                  <a:lnTo>
                    <a:pt x="3841697" y="873"/>
                  </a:lnTo>
                  <a:lnTo>
                    <a:pt x="3827603" y="2990"/>
                  </a:lnTo>
                  <a:lnTo>
                    <a:pt x="3802306" y="7161"/>
                  </a:lnTo>
                  <a:lnTo>
                    <a:pt x="3764411" y="14040"/>
                  </a:lnTo>
                  <a:lnTo>
                    <a:pt x="3713917" y="24174"/>
                  </a:lnTo>
                  <a:lnTo>
                    <a:pt x="3652136" y="37948"/>
                  </a:lnTo>
                  <a:lnTo>
                    <a:pt x="3581396" y="55574"/>
                  </a:lnTo>
                  <a:lnTo>
                    <a:pt x="3504597" y="77104"/>
                  </a:lnTo>
                  <a:lnTo>
                    <a:pt x="3424739" y="102494"/>
                  </a:lnTo>
                  <a:lnTo>
                    <a:pt x="3344524" y="131657"/>
                  </a:lnTo>
                  <a:lnTo>
                    <a:pt x="3266123" y="164538"/>
                  </a:lnTo>
                  <a:lnTo>
                    <a:pt x="3191076" y="201157"/>
                  </a:lnTo>
                  <a:lnTo>
                    <a:pt x="3120319" y="241643"/>
                  </a:lnTo>
                  <a:lnTo>
                    <a:pt x="3054273" y="286254"/>
                  </a:lnTo>
                  <a:lnTo>
                    <a:pt x="2992962" y="335379"/>
                  </a:lnTo>
                  <a:lnTo>
                    <a:pt x="2936124" y="389535"/>
                  </a:lnTo>
                  <a:lnTo>
                    <a:pt x="2883310" y="449354"/>
                  </a:lnTo>
                  <a:lnTo>
                    <a:pt x="2833958" y="515556"/>
                  </a:lnTo>
                  <a:lnTo>
                    <a:pt x="2787452" y="588910"/>
                  </a:lnTo>
                  <a:lnTo>
                    <a:pt x="2743170" y="670156"/>
                  </a:lnTo>
                  <a:lnTo>
                    <a:pt x="2700522" y="759887"/>
                  </a:lnTo>
                  <a:lnTo>
                    <a:pt x="2667772" y="836643"/>
                  </a:lnTo>
                  <a:lnTo>
                    <a:pt x="2640092" y="906725"/>
                  </a:lnTo>
                  <a:lnTo>
                    <a:pt x="2612646" y="980828"/>
                  </a:lnTo>
                  <a:lnTo>
                    <a:pt x="2585325" y="1059033"/>
                  </a:lnTo>
                  <a:lnTo>
                    <a:pt x="2558038" y="1141381"/>
                  </a:lnTo>
                  <a:lnTo>
                    <a:pt x="2530711" y="1227873"/>
                  </a:lnTo>
                  <a:lnTo>
                    <a:pt x="2503286" y="1318464"/>
                  </a:lnTo>
                  <a:lnTo>
                    <a:pt x="2475717" y="1413060"/>
                  </a:lnTo>
                  <a:lnTo>
                    <a:pt x="2447970" y="1511518"/>
                  </a:lnTo>
                  <a:lnTo>
                    <a:pt x="2420028" y="1613642"/>
                  </a:lnTo>
                  <a:lnTo>
                    <a:pt x="2391879" y="1719184"/>
                  </a:lnTo>
                  <a:lnTo>
                    <a:pt x="2363526" y="1827843"/>
                  </a:lnTo>
                  <a:lnTo>
                    <a:pt x="2334980" y="1939271"/>
                  </a:lnTo>
                  <a:lnTo>
                    <a:pt x="2306260" y="2053073"/>
                  </a:lnTo>
                  <a:lnTo>
                    <a:pt x="2277393" y="2168815"/>
                  </a:lnTo>
                  <a:lnTo>
                    <a:pt x="2248411" y="2286028"/>
                  </a:lnTo>
                  <a:lnTo>
                    <a:pt x="2219351" y="2404218"/>
                  </a:lnTo>
                  <a:lnTo>
                    <a:pt x="2190255" y="2522871"/>
                  </a:lnTo>
                  <a:lnTo>
                    <a:pt x="2161163" y="2641468"/>
                  </a:lnTo>
                  <a:lnTo>
                    <a:pt x="2132117" y="2759488"/>
                  </a:lnTo>
                  <a:lnTo>
                    <a:pt x="2103157" y="2876421"/>
                  </a:lnTo>
                  <a:lnTo>
                    <a:pt x="2074319" y="2991779"/>
                  </a:lnTo>
                  <a:lnTo>
                    <a:pt x="2045635" y="3105100"/>
                  </a:lnTo>
                  <a:lnTo>
                    <a:pt x="2017130" y="3215956"/>
                  </a:lnTo>
                  <a:lnTo>
                    <a:pt x="1988821" y="3323964"/>
                  </a:lnTo>
                  <a:lnTo>
                    <a:pt x="1960717" y="3428784"/>
                  </a:lnTo>
                  <a:lnTo>
                    <a:pt x="1932818" y="3530128"/>
                  </a:lnTo>
                  <a:lnTo>
                    <a:pt x="1905113" y="3627759"/>
                  </a:lnTo>
                  <a:lnTo>
                    <a:pt x="1877578" y="3721493"/>
                  </a:lnTo>
                  <a:lnTo>
                    <a:pt x="1850179" y="3811196"/>
                  </a:lnTo>
                  <a:lnTo>
                    <a:pt x="1822866" y="3896787"/>
                  </a:lnTo>
                  <a:lnTo>
                    <a:pt x="1795579" y="3978230"/>
                  </a:lnTo>
                  <a:lnTo>
                    <a:pt x="1768239" y="4055536"/>
                  </a:lnTo>
                  <a:lnTo>
                    <a:pt x="1740751" y="4128754"/>
                  </a:lnTo>
                  <a:lnTo>
                    <a:pt x="1719082" y="4183217"/>
                  </a:lnTo>
                  <a:lnTo>
                    <a:pt x="1677353" y="4279829"/>
                  </a:lnTo>
                  <a:lnTo>
                    <a:pt x="1634402" y="4367715"/>
                  </a:lnTo>
                  <a:lnTo>
                    <a:pt x="1589697" y="4447222"/>
                  </a:lnTo>
                  <a:lnTo>
                    <a:pt x="1542638" y="4518987"/>
                  </a:lnTo>
                  <a:lnTo>
                    <a:pt x="1492598" y="4583765"/>
                  </a:lnTo>
                  <a:lnTo>
                    <a:pt x="1438971" y="4642319"/>
                  </a:lnTo>
                  <a:lnTo>
                    <a:pt x="1381212" y="4695353"/>
                  </a:lnTo>
                  <a:lnTo>
                    <a:pt x="1318906" y="4743477"/>
                  </a:lnTo>
                  <a:lnTo>
                    <a:pt x="1251843" y="4787181"/>
                  </a:lnTo>
                  <a:lnTo>
                    <a:pt x="1180120" y="4826826"/>
                  </a:lnTo>
                  <a:lnTo>
                    <a:pt x="1104260" y="4862641"/>
                  </a:lnTo>
                  <a:lnTo>
                    <a:pt x="1025322" y="4894731"/>
                  </a:lnTo>
                  <a:lnTo>
                    <a:pt x="944980" y="4923097"/>
                  </a:lnTo>
                  <a:lnTo>
                    <a:pt x="865532" y="4947670"/>
                  </a:lnTo>
                  <a:lnTo>
                    <a:pt x="789771" y="4968370"/>
                  </a:lnTo>
                  <a:lnTo>
                    <a:pt x="720709" y="4985165"/>
                  </a:lnTo>
                  <a:lnTo>
                    <a:pt x="661166" y="4998141"/>
                  </a:lnTo>
                  <a:lnTo>
                    <a:pt x="613289" y="5007542"/>
                  </a:lnTo>
                  <a:lnTo>
                    <a:pt x="578127" y="5013794"/>
                  </a:lnTo>
                  <a:lnTo>
                    <a:pt x="555381" y="5017469"/>
                  </a:lnTo>
                  <a:lnTo>
                    <a:pt x="543367" y="5019239"/>
                  </a:lnTo>
                  <a:lnTo>
                    <a:pt x="539153" y="5019808"/>
                  </a:lnTo>
                  <a:lnTo>
                    <a:pt x="538736" y="5019860"/>
                  </a:lnTo>
                  <a:lnTo>
                    <a:pt x="0" y="5019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3" name="pg2063"/>
            <p:cNvSpPr/>
            <p:nvPr/>
          </p:nvSpPr>
          <p:spPr>
            <a:xfrm>
              <a:off x="546595" y="962794"/>
              <a:ext cx="8234974" cy="4965415"/>
            </a:xfrm>
            <a:custGeom>
              <a:avLst/>
              <a:pathLst>
                <a:path w="8234974" h="4965415">
                  <a:moveTo>
                    <a:pt x="0" y="4965415"/>
                  </a:moveTo>
                  <a:lnTo>
                    <a:pt x="538736" y="4965415"/>
                  </a:lnTo>
                  <a:lnTo>
                    <a:pt x="539587" y="4965308"/>
                  </a:lnTo>
                  <a:lnTo>
                    <a:pt x="545193" y="4964546"/>
                  </a:lnTo>
                  <a:lnTo>
                    <a:pt x="559362" y="4962442"/>
                  </a:lnTo>
                  <a:lnTo>
                    <a:pt x="584789" y="4958298"/>
                  </a:lnTo>
                  <a:lnTo>
                    <a:pt x="622866" y="4951462"/>
                  </a:lnTo>
                  <a:lnTo>
                    <a:pt x="673584" y="4941394"/>
                  </a:lnTo>
                  <a:lnTo>
                    <a:pt x="735610" y="4927712"/>
                  </a:lnTo>
                  <a:lnTo>
                    <a:pt x="806592" y="4910208"/>
                  </a:lnTo>
                  <a:lnTo>
                    <a:pt x="883609" y="4888831"/>
                  </a:lnTo>
                  <a:lnTo>
                    <a:pt x="963649" y="4863629"/>
                  </a:lnTo>
                  <a:lnTo>
                    <a:pt x="1043999" y="4834685"/>
                  </a:lnTo>
                  <a:lnTo>
                    <a:pt x="1122490" y="4802054"/>
                  </a:lnTo>
                  <a:lnTo>
                    <a:pt x="1197586" y="4765714"/>
                  </a:lnTo>
                  <a:lnTo>
                    <a:pt x="1268360" y="4725533"/>
                  </a:lnTo>
                  <a:lnTo>
                    <a:pt x="1334399" y="4681252"/>
                  </a:lnTo>
                  <a:lnTo>
                    <a:pt x="1395689" y="4632482"/>
                  </a:lnTo>
                  <a:lnTo>
                    <a:pt x="1452501" y="4578703"/>
                  </a:lnTo>
                  <a:lnTo>
                    <a:pt x="1505291" y="4519287"/>
                  </a:lnTo>
                  <a:lnTo>
                    <a:pt x="1554626" y="4453513"/>
                  </a:lnTo>
                  <a:lnTo>
                    <a:pt x="1601126" y="4380619"/>
                  </a:lnTo>
                  <a:lnTo>
                    <a:pt x="1645418" y="4299871"/>
                  </a:lnTo>
                  <a:lnTo>
                    <a:pt x="1688093" y="4210688"/>
                  </a:lnTo>
                  <a:lnTo>
                    <a:pt x="1719082" y="4138753"/>
                  </a:lnTo>
                  <a:lnTo>
                    <a:pt x="1746916" y="4069111"/>
                  </a:lnTo>
                  <a:lnTo>
                    <a:pt x="1774513" y="3995450"/>
                  </a:lnTo>
                  <a:lnTo>
                    <a:pt x="1801985" y="3917692"/>
                  </a:lnTo>
                  <a:lnTo>
                    <a:pt x="1829424" y="3835793"/>
                  </a:lnTo>
                  <a:lnTo>
                    <a:pt x="1856905" y="3749754"/>
                  </a:lnTo>
                  <a:lnTo>
                    <a:pt x="1884487" y="3659623"/>
                  </a:lnTo>
                  <a:lnTo>
                    <a:pt x="1912215" y="3565493"/>
                  </a:lnTo>
                  <a:lnTo>
                    <a:pt x="1940124" y="3467512"/>
                  </a:lnTo>
                  <a:lnTo>
                    <a:pt x="1968232" y="3365878"/>
                  </a:lnTo>
                  <a:lnTo>
                    <a:pt x="1996548" y="3260844"/>
                  </a:lnTo>
                  <a:lnTo>
                    <a:pt x="2025071" y="3152713"/>
                  </a:lnTo>
                  <a:lnTo>
                    <a:pt x="2053787" y="3041839"/>
                  </a:lnTo>
                  <a:lnTo>
                    <a:pt x="2082679" y="2928620"/>
                  </a:lnTo>
                  <a:lnTo>
                    <a:pt x="2111716" y="2813497"/>
                  </a:lnTo>
                  <a:lnTo>
                    <a:pt x="2140867" y="2696941"/>
                  </a:lnTo>
                  <a:lnTo>
                    <a:pt x="2170093" y="2579452"/>
                  </a:lnTo>
                  <a:lnTo>
                    <a:pt x="2199353" y="2461545"/>
                  </a:lnTo>
                  <a:lnTo>
                    <a:pt x="2228604" y="2343745"/>
                  </a:lnTo>
                  <a:lnTo>
                    <a:pt x="2257804" y="2226572"/>
                  </a:lnTo>
                  <a:lnTo>
                    <a:pt x="2286914" y="2110538"/>
                  </a:lnTo>
                  <a:lnTo>
                    <a:pt x="2315896" y="1996130"/>
                  </a:lnTo>
                  <a:lnTo>
                    <a:pt x="2344720" y="1883810"/>
                  </a:lnTo>
                  <a:lnTo>
                    <a:pt x="2373360" y="1774002"/>
                  </a:lnTo>
                  <a:lnTo>
                    <a:pt x="2401799" y="1667085"/>
                  </a:lnTo>
                  <a:lnTo>
                    <a:pt x="2430031" y="1563394"/>
                  </a:lnTo>
                  <a:lnTo>
                    <a:pt x="2458057" y="1463212"/>
                  </a:lnTo>
                  <a:lnTo>
                    <a:pt x="2485889" y="1366770"/>
                  </a:lnTo>
                  <a:lnTo>
                    <a:pt x="2513554" y="1274245"/>
                  </a:lnTo>
                  <a:lnTo>
                    <a:pt x="2541088" y="1185763"/>
                  </a:lnTo>
                  <a:lnTo>
                    <a:pt x="2568544" y="1101398"/>
                  </a:lnTo>
                  <a:lnTo>
                    <a:pt x="2595986" y="1021178"/>
                  </a:lnTo>
                  <a:lnTo>
                    <a:pt x="2623497" y="945086"/>
                  </a:lnTo>
                  <a:lnTo>
                    <a:pt x="2651176" y="873065"/>
                  </a:lnTo>
                  <a:lnTo>
                    <a:pt x="2667772" y="832106"/>
                  </a:lnTo>
                  <a:lnTo>
                    <a:pt x="2709582" y="736472"/>
                  </a:lnTo>
                  <a:lnTo>
                    <a:pt x="2752619" y="649493"/>
                  </a:lnTo>
                  <a:lnTo>
                    <a:pt x="2797419" y="570824"/>
                  </a:lnTo>
                  <a:lnTo>
                    <a:pt x="2844586" y="499828"/>
                  </a:lnTo>
                  <a:lnTo>
                    <a:pt x="2894749" y="435757"/>
                  </a:lnTo>
                  <a:lnTo>
                    <a:pt x="2948520" y="377852"/>
                  </a:lnTo>
                  <a:lnTo>
                    <a:pt x="3006443" y="325414"/>
                  </a:lnTo>
                  <a:lnTo>
                    <a:pt x="3068935" y="277839"/>
                  </a:lnTo>
                  <a:lnTo>
                    <a:pt x="3136203" y="234642"/>
                  </a:lnTo>
                  <a:lnTo>
                    <a:pt x="3208144" y="195466"/>
                  </a:lnTo>
                  <a:lnTo>
                    <a:pt x="3284222" y="160085"/>
                  </a:lnTo>
                  <a:lnTo>
                    <a:pt x="3363362" y="128398"/>
                  </a:lnTo>
                  <a:lnTo>
                    <a:pt x="3443863" y="100406"/>
                  </a:lnTo>
                  <a:lnTo>
                    <a:pt x="3523404" y="76177"/>
                  </a:lnTo>
                  <a:lnTo>
                    <a:pt x="3599165" y="55792"/>
                  </a:lnTo>
                  <a:lnTo>
                    <a:pt x="3668114" y="39279"/>
                  </a:lnTo>
                  <a:lnTo>
                    <a:pt x="3727431" y="26550"/>
                  </a:lnTo>
                  <a:lnTo>
                    <a:pt x="3774985" y="17354"/>
                  </a:lnTo>
                  <a:lnTo>
                    <a:pt x="3809762" y="11266"/>
                  </a:lnTo>
                  <a:lnTo>
                    <a:pt x="3832113" y="7710"/>
                  </a:lnTo>
                  <a:lnTo>
                    <a:pt x="3843782" y="6017"/>
                  </a:lnTo>
                  <a:lnTo>
                    <a:pt x="3847764" y="548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8" y="5485"/>
                  </a:lnTo>
                  <a:lnTo>
                    <a:pt x="4396435" y="5782"/>
                  </a:lnTo>
                  <a:lnTo>
                    <a:pt x="4417161" y="6601"/>
                  </a:lnTo>
                  <a:lnTo>
                    <a:pt x="4453667" y="8208"/>
                  </a:lnTo>
                  <a:lnTo>
                    <a:pt x="4506971" y="10836"/>
                  </a:lnTo>
                  <a:lnTo>
                    <a:pt x="4575723" y="14653"/>
                  </a:lnTo>
                  <a:lnTo>
                    <a:pt x="4656652" y="19755"/>
                  </a:lnTo>
                  <a:lnTo>
                    <a:pt x="4745409" y="26163"/>
                  </a:lnTo>
                  <a:lnTo>
                    <a:pt x="4837496" y="33858"/>
                  </a:lnTo>
                  <a:lnTo>
                    <a:pt x="4929015" y="42810"/>
                  </a:lnTo>
                  <a:lnTo>
                    <a:pt x="5017067" y="53006"/>
                  </a:lnTo>
                  <a:lnTo>
                    <a:pt x="5099840" y="64479"/>
                  </a:lnTo>
                  <a:lnTo>
                    <a:pt x="5176481" y="77312"/>
                  </a:lnTo>
                  <a:lnTo>
                    <a:pt x="5246873" y="91647"/>
                  </a:lnTo>
                  <a:lnTo>
                    <a:pt x="5311409" y="107686"/>
                  </a:lnTo>
                  <a:lnTo>
                    <a:pt x="5370800" y="125674"/>
                  </a:lnTo>
                  <a:lnTo>
                    <a:pt x="5425928" y="145899"/>
                  </a:lnTo>
                  <a:lnTo>
                    <a:pt x="5477736" y="168652"/>
                  </a:lnTo>
                  <a:lnTo>
                    <a:pt x="5527143" y="194189"/>
                  </a:lnTo>
                  <a:lnTo>
                    <a:pt x="5567201" y="217781"/>
                  </a:lnTo>
                  <a:lnTo>
                    <a:pt x="5612817" y="247727"/>
                  </a:lnTo>
                  <a:lnTo>
                    <a:pt x="5657987" y="280498"/>
                  </a:lnTo>
                  <a:lnTo>
                    <a:pt x="5703123" y="316139"/>
                  </a:lnTo>
                  <a:lnTo>
                    <a:pt x="5748518" y="354620"/>
                  </a:lnTo>
                  <a:lnTo>
                    <a:pt x="5794360" y="395816"/>
                  </a:lnTo>
                  <a:lnTo>
                    <a:pt x="5840744" y="439506"/>
                  </a:lnTo>
                  <a:lnTo>
                    <a:pt x="5887684" y="485371"/>
                  </a:lnTo>
                  <a:lnTo>
                    <a:pt x="5935122" y="533000"/>
                  </a:lnTo>
                  <a:lnTo>
                    <a:pt x="5982940" y="581900"/>
                  </a:lnTo>
                  <a:lnTo>
                    <a:pt x="6030983" y="631518"/>
                  </a:lnTo>
                  <a:lnTo>
                    <a:pt x="6079066" y="681268"/>
                  </a:lnTo>
                  <a:lnTo>
                    <a:pt x="6127004" y="730554"/>
                  </a:lnTo>
                  <a:lnTo>
                    <a:pt x="6174626" y="778806"/>
                  </a:lnTo>
                  <a:lnTo>
                    <a:pt x="6221796" y="825502"/>
                  </a:lnTo>
                  <a:lnTo>
                    <a:pt x="6268427" y="870192"/>
                  </a:lnTo>
                  <a:lnTo>
                    <a:pt x="6314500" y="912517"/>
                  </a:lnTo>
                  <a:lnTo>
                    <a:pt x="6360074" y="952211"/>
                  </a:lnTo>
                  <a:lnTo>
                    <a:pt x="6405294" y="989109"/>
                  </a:lnTo>
                  <a:lnTo>
                    <a:pt x="6450406" y="1023139"/>
                  </a:lnTo>
                  <a:lnTo>
                    <a:pt x="6495767" y="1054315"/>
                  </a:lnTo>
                  <a:lnTo>
                    <a:pt x="6515891" y="1067128"/>
                  </a:lnTo>
                  <a:lnTo>
                    <a:pt x="6563921" y="1095106"/>
                  </a:lnTo>
                  <a:lnTo>
                    <a:pt x="6613662" y="1120173"/>
                  </a:lnTo>
                  <a:lnTo>
                    <a:pt x="6665950" y="1142492"/>
                  </a:lnTo>
                  <a:lnTo>
                    <a:pt x="6721712" y="1162329"/>
                  </a:lnTo>
                  <a:lnTo>
                    <a:pt x="6781890" y="1179980"/>
                  </a:lnTo>
                  <a:lnTo>
                    <a:pt x="6847344" y="1195723"/>
                  </a:lnTo>
                  <a:lnTo>
                    <a:pt x="6918744" y="1209800"/>
                  </a:lnTo>
                  <a:lnTo>
                    <a:pt x="6996415" y="1222402"/>
                  </a:lnTo>
                  <a:lnTo>
                    <a:pt x="7080135" y="1233661"/>
                  </a:lnTo>
                  <a:lnTo>
                    <a:pt x="7168908" y="1243652"/>
                  </a:lnTo>
                  <a:lnTo>
                    <a:pt x="7260748" y="1252399"/>
                  </a:lnTo>
                  <a:lnTo>
                    <a:pt x="7352579" y="1259886"/>
                  </a:lnTo>
                  <a:lnTo>
                    <a:pt x="7440367" y="1266080"/>
                  </a:lnTo>
                  <a:lnTo>
                    <a:pt x="7519581" y="1270968"/>
                  </a:lnTo>
                  <a:lnTo>
                    <a:pt x="7585982" y="1274582"/>
                  </a:lnTo>
                  <a:lnTo>
                    <a:pt x="7636565" y="1277029"/>
                  </a:lnTo>
                  <a:lnTo>
                    <a:pt x="7670349" y="1278490"/>
                  </a:lnTo>
                  <a:lnTo>
                    <a:pt x="7688750" y="1279205"/>
                  </a:lnTo>
                  <a:lnTo>
                    <a:pt x="7695486" y="1279441"/>
                  </a:lnTo>
                  <a:lnTo>
                    <a:pt x="7696237" y="1279465"/>
                  </a:lnTo>
                  <a:lnTo>
                    <a:pt x="8234974" y="1279465"/>
                  </a:lnTo>
                  <a:lnTo>
                    <a:pt x="8234974" y="1274020"/>
                  </a:lnTo>
                  <a:lnTo>
                    <a:pt x="7696237" y="1274020"/>
                  </a:lnTo>
                  <a:lnTo>
                    <a:pt x="7694965" y="1273979"/>
                  </a:lnTo>
                  <a:lnTo>
                    <a:pt x="7686657" y="1273683"/>
                  </a:lnTo>
                  <a:lnTo>
                    <a:pt x="7665931" y="1272864"/>
                  </a:lnTo>
                  <a:lnTo>
                    <a:pt x="7629426" y="1271257"/>
                  </a:lnTo>
                  <a:lnTo>
                    <a:pt x="7576121" y="1268629"/>
                  </a:lnTo>
                  <a:lnTo>
                    <a:pt x="7507370" y="1264811"/>
                  </a:lnTo>
                  <a:lnTo>
                    <a:pt x="7426440" y="1259710"/>
                  </a:lnTo>
                  <a:lnTo>
                    <a:pt x="7337684" y="1253302"/>
                  </a:lnTo>
                  <a:lnTo>
                    <a:pt x="7245596" y="1245606"/>
                  </a:lnTo>
                  <a:lnTo>
                    <a:pt x="7154078" y="1236655"/>
                  </a:lnTo>
                  <a:lnTo>
                    <a:pt x="7066025" y="1226458"/>
                  </a:lnTo>
                  <a:lnTo>
                    <a:pt x="6983252" y="1214986"/>
                  </a:lnTo>
                  <a:lnTo>
                    <a:pt x="6906611" y="1202153"/>
                  </a:lnTo>
                  <a:lnTo>
                    <a:pt x="6836220" y="1187817"/>
                  </a:lnTo>
                  <a:lnTo>
                    <a:pt x="6771683" y="1171779"/>
                  </a:lnTo>
                  <a:lnTo>
                    <a:pt x="6712292" y="1153790"/>
                  </a:lnTo>
                  <a:lnTo>
                    <a:pt x="6657164" y="1133566"/>
                  </a:lnTo>
                  <a:lnTo>
                    <a:pt x="6605357" y="1110813"/>
                  </a:lnTo>
                  <a:lnTo>
                    <a:pt x="6555949" y="1085275"/>
                  </a:lnTo>
                  <a:lnTo>
                    <a:pt x="6515891" y="1061684"/>
                  </a:lnTo>
                  <a:lnTo>
                    <a:pt x="6470275" y="1031737"/>
                  </a:lnTo>
                  <a:lnTo>
                    <a:pt x="6425105" y="998967"/>
                  </a:lnTo>
                  <a:lnTo>
                    <a:pt x="6379969" y="963325"/>
                  </a:lnTo>
                  <a:lnTo>
                    <a:pt x="6334574" y="924845"/>
                  </a:lnTo>
                  <a:lnTo>
                    <a:pt x="6288732" y="883649"/>
                  </a:lnTo>
                  <a:lnTo>
                    <a:pt x="6242348" y="839959"/>
                  </a:lnTo>
                  <a:lnTo>
                    <a:pt x="6195408" y="794093"/>
                  </a:lnTo>
                  <a:lnTo>
                    <a:pt x="6147971" y="746464"/>
                  </a:lnTo>
                  <a:lnTo>
                    <a:pt x="6100152" y="697565"/>
                  </a:lnTo>
                  <a:lnTo>
                    <a:pt x="6052110" y="647946"/>
                  </a:lnTo>
                  <a:lnTo>
                    <a:pt x="6004027" y="598197"/>
                  </a:lnTo>
                  <a:lnTo>
                    <a:pt x="5956088" y="548910"/>
                  </a:lnTo>
                  <a:lnTo>
                    <a:pt x="5908466" y="500659"/>
                  </a:lnTo>
                  <a:lnTo>
                    <a:pt x="5861297" y="453963"/>
                  </a:lnTo>
                  <a:lnTo>
                    <a:pt x="5814666" y="409272"/>
                  </a:lnTo>
                  <a:lnTo>
                    <a:pt x="5768592" y="366948"/>
                  </a:lnTo>
                  <a:lnTo>
                    <a:pt x="5723018" y="327253"/>
                  </a:lnTo>
                  <a:lnTo>
                    <a:pt x="5677798" y="290355"/>
                  </a:lnTo>
                  <a:lnTo>
                    <a:pt x="5632686" y="256325"/>
                  </a:lnTo>
                  <a:lnTo>
                    <a:pt x="5587326" y="225149"/>
                  </a:lnTo>
                  <a:lnTo>
                    <a:pt x="5567201" y="212336"/>
                  </a:lnTo>
                  <a:lnTo>
                    <a:pt x="5519171" y="184359"/>
                  </a:lnTo>
                  <a:lnTo>
                    <a:pt x="5469430" y="159292"/>
                  </a:lnTo>
                  <a:lnTo>
                    <a:pt x="5417143" y="136973"/>
                  </a:lnTo>
                  <a:lnTo>
                    <a:pt x="5361380" y="117135"/>
                  </a:lnTo>
                  <a:lnTo>
                    <a:pt x="5301203" y="99485"/>
                  </a:lnTo>
                  <a:lnTo>
                    <a:pt x="5235749" y="83742"/>
                  </a:lnTo>
                  <a:lnTo>
                    <a:pt x="5164349" y="69665"/>
                  </a:lnTo>
                  <a:lnTo>
                    <a:pt x="5086678" y="57063"/>
                  </a:lnTo>
                  <a:lnTo>
                    <a:pt x="5002957" y="45804"/>
                  </a:lnTo>
                  <a:lnTo>
                    <a:pt x="4914185" y="35812"/>
                  </a:lnTo>
                  <a:lnTo>
                    <a:pt x="4822345" y="27065"/>
                  </a:lnTo>
                  <a:lnTo>
                    <a:pt x="4730513" y="19579"/>
                  </a:lnTo>
                  <a:lnTo>
                    <a:pt x="4642725" y="13384"/>
                  </a:lnTo>
                  <a:lnTo>
                    <a:pt x="4563511" y="8497"/>
                  </a:lnTo>
                  <a:lnTo>
                    <a:pt x="4497110" y="4882"/>
                  </a:lnTo>
                  <a:lnTo>
                    <a:pt x="4446528" y="2435"/>
                  </a:lnTo>
                  <a:lnTo>
                    <a:pt x="4412744" y="975"/>
                  </a:lnTo>
                  <a:lnTo>
                    <a:pt x="4394343" y="260"/>
                  </a:lnTo>
                  <a:lnTo>
                    <a:pt x="4387606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7" y="106"/>
                  </a:lnTo>
                  <a:lnTo>
                    <a:pt x="3841662" y="868"/>
                  </a:lnTo>
                  <a:lnTo>
                    <a:pt x="3827492" y="2972"/>
                  </a:lnTo>
                  <a:lnTo>
                    <a:pt x="3802066" y="7116"/>
                  </a:lnTo>
                  <a:lnTo>
                    <a:pt x="3763989" y="13952"/>
                  </a:lnTo>
                  <a:lnTo>
                    <a:pt x="3713271" y="24020"/>
                  </a:lnTo>
                  <a:lnTo>
                    <a:pt x="3651245" y="37703"/>
                  </a:lnTo>
                  <a:lnTo>
                    <a:pt x="3580263" y="55206"/>
                  </a:lnTo>
                  <a:lnTo>
                    <a:pt x="3503246" y="76583"/>
                  </a:lnTo>
                  <a:lnTo>
                    <a:pt x="3423206" y="101785"/>
                  </a:lnTo>
                  <a:lnTo>
                    <a:pt x="3342856" y="130730"/>
                  </a:lnTo>
                  <a:lnTo>
                    <a:pt x="3264365" y="163361"/>
                  </a:lnTo>
                  <a:lnTo>
                    <a:pt x="3189269" y="199701"/>
                  </a:lnTo>
                  <a:lnTo>
                    <a:pt x="3118495" y="239881"/>
                  </a:lnTo>
                  <a:lnTo>
                    <a:pt x="3052456" y="284162"/>
                  </a:lnTo>
                  <a:lnTo>
                    <a:pt x="2991165" y="332933"/>
                  </a:lnTo>
                  <a:lnTo>
                    <a:pt x="2934354" y="386711"/>
                  </a:lnTo>
                  <a:lnTo>
                    <a:pt x="2881564" y="446127"/>
                  </a:lnTo>
                  <a:lnTo>
                    <a:pt x="2832229" y="511901"/>
                  </a:lnTo>
                  <a:lnTo>
                    <a:pt x="2785728" y="584795"/>
                  </a:lnTo>
                  <a:lnTo>
                    <a:pt x="2741436" y="665543"/>
                  </a:lnTo>
                  <a:lnTo>
                    <a:pt x="2698762" y="754726"/>
                  </a:lnTo>
                  <a:lnTo>
                    <a:pt x="2667772" y="826661"/>
                  </a:lnTo>
                  <a:lnTo>
                    <a:pt x="2639939" y="896303"/>
                  </a:lnTo>
                  <a:lnTo>
                    <a:pt x="2612342" y="969964"/>
                  </a:lnTo>
                  <a:lnTo>
                    <a:pt x="2584869" y="1047723"/>
                  </a:lnTo>
                  <a:lnTo>
                    <a:pt x="2557430" y="1129622"/>
                  </a:lnTo>
                  <a:lnTo>
                    <a:pt x="2529950" y="1215660"/>
                  </a:lnTo>
                  <a:lnTo>
                    <a:pt x="2502368" y="1305791"/>
                  </a:lnTo>
                  <a:lnTo>
                    <a:pt x="2474639" y="1399921"/>
                  </a:lnTo>
                  <a:lnTo>
                    <a:pt x="2446731" y="1497902"/>
                  </a:lnTo>
                  <a:lnTo>
                    <a:pt x="2418623" y="1599536"/>
                  </a:lnTo>
                  <a:lnTo>
                    <a:pt x="2390306" y="1704570"/>
                  </a:lnTo>
                  <a:lnTo>
                    <a:pt x="2361784" y="1812701"/>
                  </a:lnTo>
                  <a:lnTo>
                    <a:pt x="2333067" y="1923575"/>
                  </a:lnTo>
                  <a:lnTo>
                    <a:pt x="2304176" y="2036794"/>
                  </a:lnTo>
                  <a:lnTo>
                    <a:pt x="2275138" y="2151917"/>
                  </a:lnTo>
                  <a:lnTo>
                    <a:pt x="2245987" y="2268473"/>
                  </a:lnTo>
                  <a:lnTo>
                    <a:pt x="2216761" y="2385962"/>
                  </a:lnTo>
                  <a:lnTo>
                    <a:pt x="2187502" y="2503869"/>
                  </a:lnTo>
                  <a:lnTo>
                    <a:pt x="2158251" y="2621669"/>
                  </a:lnTo>
                  <a:lnTo>
                    <a:pt x="2129050" y="2738842"/>
                  </a:lnTo>
                  <a:lnTo>
                    <a:pt x="2099941" y="2854876"/>
                  </a:lnTo>
                  <a:lnTo>
                    <a:pt x="2070959" y="2969284"/>
                  </a:lnTo>
                  <a:lnTo>
                    <a:pt x="2042135" y="3081604"/>
                  </a:lnTo>
                  <a:lnTo>
                    <a:pt x="2013495" y="3191413"/>
                  </a:lnTo>
                  <a:lnTo>
                    <a:pt x="1985055" y="3298329"/>
                  </a:lnTo>
                  <a:lnTo>
                    <a:pt x="1956824" y="3402020"/>
                  </a:lnTo>
                  <a:lnTo>
                    <a:pt x="1928798" y="3502202"/>
                  </a:lnTo>
                  <a:lnTo>
                    <a:pt x="1900965" y="3598644"/>
                  </a:lnTo>
                  <a:lnTo>
                    <a:pt x="1873301" y="3691169"/>
                  </a:lnTo>
                  <a:lnTo>
                    <a:pt x="1845766" y="3779651"/>
                  </a:lnTo>
                  <a:lnTo>
                    <a:pt x="1818311" y="3864016"/>
                  </a:lnTo>
                  <a:lnTo>
                    <a:pt x="1790868" y="3944236"/>
                  </a:lnTo>
                  <a:lnTo>
                    <a:pt x="1763357" y="4020328"/>
                  </a:lnTo>
                  <a:lnTo>
                    <a:pt x="1735679" y="4092349"/>
                  </a:lnTo>
                  <a:lnTo>
                    <a:pt x="1719082" y="4133308"/>
                  </a:lnTo>
                  <a:lnTo>
                    <a:pt x="1677272" y="4228942"/>
                  </a:lnTo>
                  <a:lnTo>
                    <a:pt x="1634235" y="4315921"/>
                  </a:lnTo>
                  <a:lnTo>
                    <a:pt x="1589436" y="4394591"/>
                  </a:lnTo>
                  <a:lnTo>
                    <a:pt x="1542269" y="4465586"/>
                  </a:lnTo>
                  <a:lnTo>
                    <a:pt x="1492105" y="4529657"/>
                  </a:lnTo>
                  <a:lnTo>
                    <a:pt x="1438335" y="4587562"/>
                  </a:lnTo>
                  <a:lnTo>
                    <a:pt x="1380412" y="4640000"/>
                  </a:lnTo>
                  <a:lnTo>
                    <a:pt x="1317920" y="4687575"/>
                  </a:lnTo>
                  <a:lnTo>
                    <a:pt x="1250651" y="4730772"/>
                  </a:lnTo>
                  <a:lnTo>
                    <a:pt x="1178711" y="4769948"/>
                  </a:lnTo>
                  <a:lnTo>
                    <a:pt x="1102633" y="4805329"/>
                  </a:lnTo>
                  <a:lnTo>
                    <a:pt x="1023493" y="4837016"/>
                  </a:lnTo>
                  <a:lnTo>
                    <a:pt x="942991" y="4865008"/>
                  </a:lnTo>
                  <a:lnTo>
                    <a:pt x="863451" y="4889237"/>
                  </a:lnTo>
                  <a:lnTo>
                    <a:pt x="787690" y="4909622"/>
                  </a:lnTo>
                  <a:lnTo>
                    <a:pt x="718740" y="4926135"/>
                  </a:lnTo>
                  <a:lnTo>
                    <a:pt x="659424" y="4938864"/>
                  </a:lnTo>
                  <a:lnTo>
                    <a:pt x="611870" y="4948060"/>
                  </a:lnTo>
                  <a:lnTo>
                    <a:pt x="577093" y="4954148"/>
                  </a:lnTo>
                  <a:lnTo>
                    <a:pt x="554741" y="4957704"/>
                  </a:lnTo>
                  <a:lnTo>
                    <a:pt x="543072" y="4959397"/>
                  </a:lnTo>
                  <a:lnTo>
                    <a:pt x="539091" y="4959926"/>
                  </a:lnTo>
                  <a:lnTo>
                    <a:pt x="538736" y="4959970"/>
                  </a:lnTo>
                  <a:lnTo>
                    <a:pt x="0" y="4959970"/>
                  </a:lnTo>
                  <a:close/>
                </a:path>
              </a:pathLst>
            </a:custGeom>
            <a:solidFill>
              <a:srgbClr val="C3CD83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64" name="pl2064"/>
            <p:cNvSpPr/>
            <p:nvPr/>
          </p:nvSpPr>
          <p:spPr>
            <a:xfrm>
              <a:off x="546595" y="968238"/>
              <a:ext cx="8234974" cy="4959970"/>
            </a:xfrm>
            <a:custGeom>
              <a:avLst/>
              <a:pathLst>
                <a:path w="8234974" h="4959970">
                  <a:moveTo>
                    <a:pt x="0" y="4959970"/>
                  </a:moveTo>
                  <a:lnTo>
                    <a:pt x="538736" y="4959970"/>
                  </a:lnTo>
                  <a:lnTo>
                    <a:pt x="539587" y="4959863"/>
                  </a:lnTo>
                  <a:lnTo>
                    <a:pt x="545193" y="4959102"/>
                  </a:lnTo>
                  <a:lnTo>
                    <a:pt x="559362" y="4956998"/>
                  </a:lnTo>
                  <a:lnTo>
                    <a:pt x="584789" y="4952853"/>
                  </a:lnTo>
                  <a:lnTo>
                    <a:pt x="622866" y="4946018"/>
                  </a:lnTo>
                  <a:lnTo>
                    <a:pt x="673584" y="4935950"/>
                  </a:lnTo>
                  <a:lnTo>
                    <a:pt x="735610" y="4922267"/>
                  </a:lnTo>
                  <a:lnTo>
                    <a:pt x="806592" y="4904764"/>
                  </a:lnTo>
                  <a:lnTo>
                    <a:pt x="883609" y="4883387"/>
                  </a:lnTo>
                  <a:lnTo>
                    <a:pt x="963649" y="4858184"/>
                  </a:lnTo>
                  <a:lnTo>
                    <a:pt x="1043999" y="4829240"/>
                  </a:lnTo>
                  <a:lnTo>
                    <a:pt x="1122490" y="4796609"/>
                  </a:lnTo>
                  <a:lnTo>
                    <a:pt x="1197586" y="4760269"/>
                  </a:lnTo>
                  <a:lnTo>
                    <a:pt x="1268360" y="4720088"/>
                  </a:lnTo>
                  <a:lnTo>
                    <a:pt x="1334399" y="4675808"/>
                  </a:lnTo>
                  <a:lnTo>
                    <a:pt x="1395689" y="4627037"/>
                  </a:lnTo>
                  <a:lnTo>
                    <a:pt x="1452501" y="4573259"/>
                  </a:lnTo>
                  <a:lnTo>
                    <a:pt x="1505291" y="4513842"/>
                  </a:lnTo>
                  <a:lnTo>
                    <a:pt x="1554626" y="4448069"/>
                  </a:lnTo>
                  <a:lnTo>
                    <a:pt x="1601126" y="4375174"/>
                  </a:lnTo>
                  <a:lnTo>
                    <a:pt x="1645418" y="4294426"/>
                  </a:lnTo>
                  <a:lnTo>
                    <a:pt x="1688093" y="4205244"/>
                  </a:lnTo>
                  <a:lnTo>
                    <a:pt x="1719082" y="4133308"/>
                  </a:lnTo>
                  <a:lnTo>
                    <a:pt x="1746916" y="4063666"/>
                  </a:lnTo>
                  <a:lnTo>
                    <a:pt x="1774513" y="3990006"/>
                  </a:lnTo>
                  <a:lnTo>
                    <a:pt x="1801985" y="3912247"/>
                  </a:lnTo>
                  <a:lnTo>
                    <a:pt x="1829424" y="3830348"/>
                  </a:lnTo>
                  <a:lnTo>
                    <a:pt x="1856905" y="3744310"/>
                  </a:lnTo>
                  <a:lnTo>
                    <a:pt x="1884487" y="3654178"/>
                  </a:lnTo>
                  <a:lnTo>
                    <a:pt x="1912215" y="3560049"/>
                  </a:lnTo>
                  <a:lnTo>
                    <a:pt x="1940124" y="3462068"/>
                  </a:lnTo>
                  <a:lnTo>
                    <a:pt x="1968232" y="3360434"/>
                  </a:lnTo>
                  <a:lnTo>
                    <a:pt x="1996548" y="3255400"/>
                  </a:lnTo>
                  <a:lnTo>
                    <a:pt x="2025071" y="3147269"/>
                  </a:lnTo>
                  <a:lnTo>
                    <a:pt x="2053787" y="3036395"/>
                  </a:lnTo>
                  <a:lnTo>
                    <a:pt x="2082679" y="2923176"/>
                  </a:lnTo>
                  <a:lnTo>
                    <a:pt x="2111716" y="2808052"/>
                  </a:lnTo>
                  <a:lnTo>
                    <a:pt x="2140867" y="2691496"/>
                  </a:lnTo>
                  <a:lnTo>
                    <a:pt x="2170093" y="2574007"/>
                  </a:lnTo>
                  <a:lnTo>
                    <a:pt x="2199353" y="2456101"/>
                  </a:lnTo>
                  <a:lnTo>
                    <a:pt x="2228604" y="2338300"/>
                  </a:lnTo>
                  <a:lnTo>
                    <a:pt x="2257804" y="2221128"/>
                  </a:lnTo>
                  <a:lnTo>
                    <a:pt x="2286914" y="2105093"/>
                  </a:lnTo>
                  <a:lnTo>
                    <a:pt x="2315896" y="1990686"/>
                  </a:lnTo>
                  <a:lnTo>
                    <a:pt x="2344720" y="1878366"/>
                  </a:lnTo>
                  <a:lnTo>
                    <a:pt x="2373360" y="1768557"/>
                  </a:lnTo>
                  <a:lnTo>
                    <a:pt x="2401799" y="1661640"/>
                  </a:lnTo>
                  <a:lnTo>
                    <a:pt x="2430031" y="1557950"/>
                  </a:lnTo>
                  <a:lnTo>
                    <a:pt x="2458057" y="1457768"/>
                  </a:lnTo>
                  <a:lnTo>
                    <a:pt x="2485889" y="1361326"/>
                  </a:lnTo>
                  <a:lnTo>
                    <a:pt x="2513554" y="1268801"/>
                  </a:lnTo>
                  <a:lnTo>
                    <a:pt x="2541088" y="1180318"/>
                  </a:lnTo>
                  <a:lnTo>
                    <a:pt x="2568544" y="1095953"/>
                  </a:lnTo>
                  <a:lnTo>
                    <a:pt x="2595986" y="1015734"/>
                  </a:lnTo>
                  <a:lnTo>
                    <a:pt x="2623497" y="939642"/>
                  </a:lnTo>
                  <a:lnTo>
                    <a:pt x="2651176" y="867620"/>
                  </a:lnTo>
                  <a:lnTo>
                    <a:pt x="2667772" y="826661"/>
                  </a:lnTo>
                  <a:lnTo>
                    <a:pt x="2709582" y="731028"/>
                  </a:lnTo>
                  <a:lnTo>
                    <a:pt x="2752619" y="644049"/>
                  </a:lnTo>
                  <a:lnTo>
                    <a:pt x="2797419" y="565379"/>
                  </a:lnTo>
                  <a:lnTo>
                    <a:pt x="2844586" y="494384"/>
                  </a:lnTo>
                  <a:lnTo>
                    <a:pt x="2894749" y="430313"/>
                  </a:lnTo>
                  <a:lnTo>
                    <a:pt x="2948520" y="372408"/>
                  </a:lnTo>
                  <a:lnTo>
                    <a:pt x="3006443" y="319970"/>
                  </a:lnTo>
                  <a:lnTo>
                    <a:pt x="3068935" y="272395"/>
                  </a:lnTo>
                  <a:lnTo>
                    <a:pt x="3136203" y="229198"/>
                  </a:lnTo>
                  <a:lnTo>
                    <a:pt x="3208144" y="190022"/>
                  </a:lnTo>
                  <a:lnTo>
                    <a:pt x="3284222" y="154641"/>
                  </a:lnTo>
                  <a:lnTo>
                    <a:pt x="3363362" y="122954"/>
                  </a:lnTo>
                  <a:lnTo>
                    <a:pt x="3443863" y="94961"/>
                  </a:lnTo>
                  <a:lnTo>
                    <a:pt x="3523404" y="70732"/>
                  </a:lnTo>
                  <a:lnTo>
                    <a:pt x="3599165" y="50347"/>
                  </a:lnTo>
                  <a:lnTo>
                    <a:pt x="3668114" y="33834"/>
                  </a:lnTo>
                  <a:lnTo>
                    <a:pt x="3727431" y="21105"/>
                  </a:lnTo>
                  <a:lnTo>
                    <a:pt x="3774985" y="11910"/>
                  </a:lnTo>
                  <a:lnTo>
                    <a:pt x="3809762" y="5821"/>
                  </a:lnTo>
                  <a:lnTo>
                    <a:pt x="3832113" y="2265"/>
                  </a:lnTo>
                  <a:lnTo>
                    <a:pt x="3843782" y="572"/>
                  </a:lnTo>
                  <a:lnTo>
                    <a:pt x="3847764" y="4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8" y="41"/>
                  </a:lnTo>
                  <a:lnTo>
                    <a:pt x="4396435" y="337"/>
                  </a:lnTo>
                  <a:lnTo>
                    <a:pt x="4417161" y="1156"/>
                  </a:lnTo>
                  <a:lnTo>
                    <a:pt x="4453667" y="2763"/>
                  </a:lnTo>
                  <a:lnTo>
                    <a:pt x="4506971" y="5391"/>
                  </a:lnTo>
                  <a:lnTo>
                    <a:pt x="4575723" y="9209"/>
                  </a:lnTo>
                  <a:lnTo>
                    <a:pt x="4656652" y="14310"/>
                  </a:lnTo>
                  <a:lnTo>
                    <a:pt x="4745409" y="20718"/>
                  </a:lnTo>
                  <a:lnTo>
                    <a:pt x="4837496" y="28414"/>
                  </a:lnTo>
                  <a:lnTo>
                    <a:pt x="4929015" y="37365"/>
                  </a:lnTo>
                  <a:lnTo>
                    <a:pt x="5017067" y="47562"/>
                  </a:lnTo>
                  <a:lnTo>
                    <a:pt x="5099840" y="59034"/>
                  </a:lnTo>
                  <a:lnTo>
                    <a:pt x="5176481" y="71867"/>
                  </a:lnTo>
                  <a:lnTo>
                    <a:pt x="5246873" y="86203"/>
                  </a:lnTo>
                  <a:lnTo>
                    <a:pt x="5311409" y="102241"/>
                  </a:lnTo>
                  <a:lnTo>
                    <a:pt x="5370800" y="120230"/>
                  </a:lnTo>
                  <a:lnTo>
                    <a:pt x="5425928" y="140454"/>
                  </a:lnTo>
                  <a:lnTo>
                    <a:pt x="5477736" y="163207"/>
                  </a:lnTo>
                  <a:lnTo>
                    <a:pt x="5527143" y="188745"/>
                  </a:lnTo>
                  <a:lnTo>
                    <a:pt x="5567201" y="212336"/>
                  </a:lnTo>
                  <a:lnTo>
                    <a:pt x="5612817" y="242283"/>
                  </a:lnTo>
                  <a:lnTo>
                    <a:pt x="5657987" y="275053"/>
                  </a:lnTo>
                  <a:lnTo>
                    <a:pt x="5703123" y="310695"/>
                  </a:lnTo>
                  <a:lnTo>
                    <a:pt x="5748518" y="349175"/>
                  </a:lnTo>
                  <a:lnTo>
                    <a:pt x="5794360" y="390371"/>
                  </a:lnTo>
                  <a:lnTo>
                    <a:pt x="5840744" y="434061"/>
                  </a:lnTo>
                  <a:lnTo>
                    <a:pt x="5887684" y="479927"/>
                  </a:lnTo>
                  <a:lnTo>
                    <a:pt x="5935122" y="527556"/>
                  </a:lnTo>
                  <a:lnTo>
                    <a:pt x="5982940" y="576455"/>
                  </a:lnTo>
                  <a:lnTo>
                    <a:pt x="6030983" y="626074"/>
                  </a:lnTo>
                  <a:lnTo>
                    <a:pt x="6079066" y="675823"/>
                  </a:lnTo>
                  <a:lnTo>
                    <a:pt x="6127004" y="725110"/>
                  </a:lnTo>
                  <a:lnTo>
                    <a:pt x="6174626" y="773361"/>
                  </a:lnTo>
                  <a:lnTo>
                    <a:pt x="6221796" y="820057"/>
                  </a:lnTo>
                  <a:lnTo>
                    <a:pt x="6268427" y="864748"/>
                  </a:lnTo>
                  <a:lnTo>
                    <a:pt x="6314500" y="907072"/>
                  </a:lnTo>
                  <a:lnTo>
                    <a:pt x="6360074" y="946767"/>
                  </a:lnTo>
                  <a:lnTo>
                    <a:pt x="6405294" y="983665"/>
                  </a:lnTo>
                  <a:lnTo>
                    <a:pt x="6450406" y="1017695"/>
                  </a:lnTo>
                  <a:lnTo>
                    <a:pt x="6495767" y="1048871"/>
                  </a:lnTo>
                  <a:lnTo>
                    <a:pt x="6515891" y="1061684"/>
                  </a:lnTo>
                  <a:lnTo>
                    <a:pt x="6563921" y="1089661"/>
                  </a:lnTo>
                  <a:lnTo>
                    <a:pt x="6613662" y="1114728"/>
                  </a:lnTo>
                  <a:lnTo>
                    <a:pt x="6665950" y="1137047"/>
                  </a:lnTo>
                  <a:lnTo>
                    <a:pt x="6721712" y="1156885"/>
                  </a:lnTo>
                  <a:lnTo>
                    <a:pt x="6781890" y="1174535"/>
                  </a:lnTo>
                  <a:lnTo>
                    <a:pt x="6847344" y="1190278"/>
                  </a:lnTo>
                  <a:lnTo>
                    <a:pt x="6918744" y="1204355"/>
                  </a:lnTo>
                  <a:lnTo>
                    <a:pt x="6996415" y="1216957"/>
                  </a:lnTo>
                  <a:lnTo>
                    <a:pt x="7080135" y="1228216"/>
                  </a:lnTo>
                  <a:lnTo>
                    <a:pt x="7168908" y="1238208"/>
                  </a:lnTo>
                  <a:lnTo>
                    <a:pt x="7260748" y="1246955"/>
                  </a:lnTo>
                  <a:lnTo>
                    <a:pt x="7352579" y="1254441"/>
                  </a:lnTo>
                  <a:lnTo>
                    <a:pt x="7440367" y="1260636"/>
                  </a:lnTo>
                  <a:lnTo>
                    <a:pt x="7519581" y="1265523"/>
                  </a:lnTo>
                  <a:lnTo>
                    <a:pt x="7585982" y="1269138"/>
                  </a:lnTo>
                  <a:lnTo>
                    <a:pt x="7636565" y="1271585"/>
                  </a:lnTo>
                  <a:lnTo>
                    <a:pt x="7670349" y="1273045"/>
                  </a:lnTo>
                  <a:lnTo>
                    <a:pt x="7688750" y="1273760"/>
                  </a:lnTo>
                  <a:lnTo>
                    <a:pt x="7695486" y="1273996"/>
                  </a:lnTo>
                  <a:lnTo>
                    <a:pt x="7696237" y="1274020"/>
                  </a:lnTo>
                  <a:lnTo>
                    <a:pt x="8234974" y="12740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5" name="pl2065"/>
            <p:cNvSpPr/>
            <p:nvPr/>
          </p:nvSpPr>
          <p:spPr>
            <a:xfrm>
              <a:off x="546595" y="962794"/>
              <a:ext cx="8234974" cy="4959970"/>
            </a:xfrm>
            <a:custGeom>
              <a:avLst/>
              <a:pathLst>
                <a:path w="8234974" h="4959970">
                  <a:moveTo>
                    <a:pt x="8234974" y="1274020"/>
                  </a:moveTo>
                  <a:lnTo>
                    <a:pt x="7696237" y="1274020"/>
                  </a:lnTo>
                  <a:lnTo>
                    <a:pt x="7694965" y="1273979"/>
                  </a:lnTo>
                  <a:lnTo>
                    <a:pt x="7686657" y="1273683"/>
                  </a:lnTo>
                  <a:lnTo>
                    <a:pt x="7665931" y="1272864"/>
                  </a:lnTo>
                  <a:lnTo>
                    <a:pt x="7629426" y="1271257"/>
                  </a:lnTo>
                  <a:lnTo>
                    <a:pt x="7576121" y="1268629"/>
                  </a:lnTo>
                  <a:lnTo>
                    <a:pt x="7507370" y="1264811"/>
                  </a:lnTo>
                  <a:lnTo>
                    <a:pt x="7426440" y="1259710"/>
                  </a:lnTo>
                  <a:lnTo>
                    <a:pt x="7337684" y="1253302"/>
                  </a:lnTo>
                  <a:lnTo>
                    <a:pt x="7245596" y="1245606"/>
                  </a:lnTo>
                  <a:lnTo>
                    <a:pt x="7154078" y="1236655"/>
                  </a:lnTo>
                  <a:lnTo>
                    <a:pt x="7066025" y="1226458"/>
                  </a:lnTo>
                  <a:lnTo>
                    <a:pt x="6983252" y="1214986"/>
                  </a:lnTo>
                  <a:lnTo>
                    <a:pt x="6906611" y="1202153"/>
                  </a:lnTo>
                  <a:lnTo>
                    <a:pt x="6836220" y="1187817"/>
                  </a:lnTo>
                  <a:lnTo>
                    <a:pt x="6771683" y="1171779"/>
                  </a:lnTo>
                  <a:lnTo>
                    <a:pt x="6712292" y="1153790"/>
                  </a:lnTo>
                  <a:lnTo>
                    <a:pt x="6657164" y="1133566"/>
                  </a:lnTo>
                  <a:lnTo>
                    <a:pt x="6605357" y="1110813"/>
                  </a:lnTo>
                  <a:lnTo>
                    <a:pt x="6555949" y="1085275"/>
                  </a:lnTo>
                  <a:lnTo>
                    <a:pt x="6515891" y="1061684"/>
                  </a:lnTo>
                  <a:lnTo>
                    <a:pt x="6470275" y="1031737"/>
                  </a:lnTo>
                  <a:lnTo>
                    <a:pt x="6425105" y="998967"/>
                  </a:lnTo>
                  <a:lnTo>
                    <a:pt x="6379969" y="963325"/>
                  </a:lnTo>
                  <a:lnTo>
                    <a:pt x="6334574" y="924845"/>
                  </a:lnTo>
                  <a:lnTo>
                    <a:pt x="6288732" y="883649"/>
                  </a:lnTo>
                  <a:lnTo>
                    <a:pt x="6242348" y="839959"/>
                  </a:lnTo>
                  <a:lnTo>
                    <a:pt x="6195408" y="794093"/>
                  </a:lnTo>
                  <a:lnTo>
                    <a:pt x="6147971" y="746464"/>
                  </a:lnTo>
                  <a:lnTo>
                    <a:pt x="6100152" y="697565"/>
                  </a:lnTo>
                  <a:lnTo>
                    <a:pt x="6052110" y="647946"/>
                  </a:lnTo>
                  <a:lnTo>
                    <a:pt x="6004027" y="598197"/>
                  </a:lnTo>
                  <a:lnTo>
                    <a:pt x="5956088" y="548910"/>
                  </a:lnTo>
                  <a:lnTo>
                    <a:pt x="5908466" y="500659"/>
                  </a:lnTo>
                  <a:lnTo>
                    <a:pt x="5861297" y="453963"/>
                  </a:lnTo>
                  <a:lnTo>
                    <a:pt x="5814666" y="409272"/>
                  </a:lnTo>
                  <a:lnTo>
                    <a:pt x="5768592" y="366948"/>
                  </a:lnTo>
                  <a:lnTo>
                    <a:pt x="5723018" y="327253"/>
                  </a:lnTo>
                  <a:lnTo>
                    <a:pt x="5677798" y="290355"/>
                  </a:lnTo>
                  <a:lnTo>
                    <a:pt x="5632686" y="256325"/>
                  </a:lnTo>
                  <a:lnTo>
                    <a:pt x="5587326" y="225149"/>
                  </a:lnTo>
                  <a:lnTo>
                    <a:pt x="5567201" y="212336"/>
                  </a:lnTo>
                  <a:lnTo>
                    <a:pt x="5519171" y="184359"/>
                  </a:lnTo>
                  <a:lnTo>
                    <a:pt x="5469430" y="159292"/>
                  </a:lnTo>
                  <a:lnTo>
                    <a:pt x="5417143" y="136973"/>
                  </a:lnTo>
                  <a:lnTo>
                    <a:pt x="5361380" y="117135"/>
                  </a:lnTo>
                  <a:lnTo>
                    <a:pt x="5301203" y="99485"/>
                  </a:lnTo>
                  <a:lnTo>
                    <a:pt x="5235749" y="83742"/>
                  </a:lnTo>
                  <a:lnTo>
                    <a:pt x="5164349" y="69665"/>
                  </a:lnTo>
                  <a:lnTo>
                    <a:pt x="5086678" y="57063"/>
                  </a:lnTo>
                  <a:lnTo>
                    <a:pt x="5002957" y="45804"/>
                  </a:lnTo>
                  <a:lnTo>
                    <a:pt x="4914185" y="35812"/>
                  </a:lnTo>
                  <a:lnTo>
                    <a:pt x="4822345" y="27065"/>
                  </a:lnTo>
                  <a:lnTo>
                    <a:pt x="4730513" y="19579"/>
                  </a:lnTo>
                  <a:lnTo>
                    <a:pt x="4642725" y="13384"/>
                  </a:lnTo>
                  <a:lnTo>
                    <a:pt x="4563511" y="8497"/>
                  </a:lnTo>
                  <a:lnTo>
                    <a:pt x="4497110" y="4882"/>
                  </a:lnTo>
                  <a:lnTo>
                    <a:pt x="4446528" y="2435"/>
                  </a:lnTo>
                  <a:lnTo>
                    <a:pt x="4412744" y="975"/>
                  </a:lnTo>
                  <a:lnTo>
                    <a:pt x="4394343" y="260"/>
                  </a:lnTo>
                  <a:lnTo>
                    <a:pt x="4387606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7" y="106"/>
                  </a:lnTo>
                  <a:lnTo>
                    <a:pt x="3841662" y="868"/>
                  </a:lnTo>
                  <a:lnTo>
                    <a:pt x="3827492" y="2972"/>
                  </a:lnTo>
                  <a:lnTo>
                    <a:pt x="3802066" y="7116"/>
                  </a:lnTo>
                  <a:lnTo>
                    <a:pt x="3763989" y="13952"/>
                  </a:lnTo>
                  <a:lnTo>
                    <a:pt x="3713271" y="24020"/>
                  </a:lnTo>
                  <a:lnTo>
                    <a:pt x="3651245" y="37703"/>
                  </a:lnTo>
                  <a:lnTo>
                    <a:pt x="3580263" y="55206"/>
                  </a:lnTo>
                  <a:lnTo>
                    <a:pt x="3503246" y="76583"/>
                  </a:lnTo>
                  <a:lnTo>
                    <a:pt x="3423206" y="101785"/>
                  </a:lnTo>
                  <a:lnTo>
                    <a:pt x="3342856" y="130730"/>
                  </a:lnTo>
                  <a:lnTo>
                    <a:pt x="3264365" y="163361"/>
                  </a:lnTo>
                  <a:lnTo>
                    <a:pt x="3189269" y="199701"/>
                  </a:lnTo>
                  <a:lnTo>
                    <a:pt x="3118495" y="239881"/>
                  </a:lnTo>
                  <a:lnTo>
                    <a:pt x="3052456" y="284162"/>
                  </a:lnTo>
                  <a:lnTo>
                    <a:pt x="2991165" y="332933"/>
                  </a:lnTo>
                  <a:lnTo>
                    <a:pt x="2934354" y="386711"/>
                  </a:lnTo>
                  <a:lnTo>
                    <a:pt x="2881564" y="446127"/>
                  </a:lnTo>
                  <a:lnTo>
                    <a:pt x="2832229" y="511901"/>
                  </a:lnTo>
                  <a:lnTo>
                    <a:pt x="2785728" y="584795"/>
                  </a:lnTo>
                  <a:lnTo>
                    <a:pt x="2741436" y="665543"/>
                  </a:lnTo>
                  <a:lnTo>
                    <a:pt x="2698762" y="754726"/>
                  </a:lnTo>
                  <a:lnTo>
                    <a:pt x="2667772" y="826661"/>
                  </a:lnTo>
                  <a:lnTo>
                    <a:pt x="2639939" y="896303"/>
                  </a:lnTo>
                  <a:lnTo>
                    <a:pt x="2612342" y="969964"/>
                  </a:lnTo>
                  <a:lnTo>
                    <a:pt x="2584869" y="1047723"/>
                  </a:lnTo>
                  <a:lnTo>
                    <a:pt x="2557430" y="1129622"/>
                  </a:lnTo>
                  <a:lnTo>
                    <a:pt x="2529950" y="1215660"/>
                  </a:lnTo>
                  <a:lnTo>
                    <a:pt x="2502368" y="1305791"/>
                  </a:lnTo>
                  <a:lnTo>
                    <a:pt x="2474639" y="1399921"/>
                  </a:lnTo>
                  <a:lnTo>
                    <a:pt x="2446731" y="1497902"/>
                  </a:lnTo>
                  <a:lnTo>
                    <a:pt x="2418623" y="1599536"/>
                  </a:lnTo>
                  <a:lnTo>
                    <a:pt x="2390306" y="1704570"/>
                  </a:lnTo>
                  <a:lnTo>
                    <a:pt x="2361784" y="1812701"/>
                  </a:lnTo>
                  <a:lnTo>
                    <a:pt x="2333067" y="1923575"/>
                  </a:lnTo>
                  <a:lnTo>
                    <a:pt x="2304176" y="2036794"/>
                  </a:lnTo>
                  <a:lnTo>
                    <a:pt x="2275138" y="2151917"/>
                  </a:lnTo>
                  <a:lnTo>
                    <a:pt x="2245987" y="2268473"/>
                  </a:lnTo>
                  <a:lnTo>
                    <a:pt x="2216761" y="2385962"/>
                  </a:lnTo>
                  <a:lnTo>
                    <a:pt x="2187502" y="2503869"/>
                  </a:lnTo>
                  <a:lnTo>
                    <a:pt x="2158251" y="2621669"/>
                  </a:lnTo>
                  <a:lnTo>
                    <a:pt x="2129050" y="2738842"/>
                  </a:lnTo>
                  <a:lnTo>
                    <a:pt x="2099941" y="2854876"/>
                  </a:lnTo>
                  <a:lnTo>
                    <a:pt x="2070959" y="2969284"/>
                  </a:lnTo>
                  <a:lnTo>
                    <a:pt x="2042135" y="3081604"/>
                  </a:lnTo>
                  <a:lnTo>
                    <a:pt x="2013495" y="3191413"/>
                  </a:lnTo>
                  <a:lnTo>
                    <a:pt x="1985055" y="3298329"/>
                  </a:lnTo>
                  <a:lnTo>
                    <a:pt x="1956824" y="3402020"/>
                  </a:lnTo>
                  <a:lnTo>
                    <a:pt x="1928798" y="3502202"/>
                  </a:lnTo>
                  <a:lnTo>
                    <a:pt x="1900965" y="3598644"/>
                  </a:lnTo>
                  <a:lnTo>
                    <a:pt x="1873301" y="3691169"/>
                  </a:lnTo>
                  <a:lnTo>
                    <a:pt x="1845766" y="3779651"/>
                  </a:lnTo>
                  <a:lnTo>
                    <a:pt x="1818311" y="3864016"/>
                  </a:lnTo>
                  <a:lnTo>
                    <a:pt x="1790868" y="3944236"/>
                  </a:lnTo>
                  <a:lnTo>
                    <a:pt x="1763357" y="4020328"/>
                  </a:lnTo>
                  <a:lnTo>
                    <a:pt x="1735679" y="4092349"/>
                  </a:lnTo>
                  <a:lnTo>
                    <a:pt x="1719082" y="4133308"/>
                  </a:lnTo>
                  <a:lnTo>
                    <a:pt x="1677272" y="4228942"/>
                  </a:lnTo>
                  <a:lnTo>
                    <a:pt x="1634235" y="4315921"/>
                  </a:lnTo>
                  <a:lnTo>
                    <a:pt x="1589436" y="4394591"/>
                  </a:lnTo>
                  <a:lnTo>
                    <a:pt x="1542269" y="4465586"/>
                  </a:lnTo>
                  <a:lnTo>
                    <a:pt x="1492105" y="4529657"/>
                  </a:lnTo>
                  <a:lnTo>
                    <a:pt x="1438335" y="4587562"/>
                  </a:lnTo>
                  <a:lnTo>
                    <a:pt x="1380412" y="4640000"/>
                  </a:lnTo>
                  <a:lnTo>
                    <a:pt x="1317920" y="4687575"/>
                  </a:lnTo>
                  <a:lnTo>
                    <a:pt x="1250651" y="4730772"/>
                  </a:lnTo>
                  <a:lnTo>
                    <a:pt x="1178711" y="4769948"/>
                  </a:lnTo>
                  <a:lnTo>
                    <a:pt x="1102633" y="4805329"/>
                  </a:lnTo>
                  <a:lnTo>
                    <a:pt x="1023493" y="4837016"/>
                  </a:lnTo>
                  <a:lnTo>
                    <a:pt x="942991" y="4865008"/>
                  </a:lnTo>
                  <a:lnTo>
                    <a:pt x="863451" y="4889237"/>
                  </a:lnTo>
                  <a:lnTo>
                    <a:pt x="787690" y="4909622"/>
                  </a:lnTo>
                  <a:lnTo>
                    <a:pt x="718740" y="4926135"/>
                  </a:lnTo>
                  <a:lnTo>
                    <a:pt x="659424" y="4938864"/>
                  </a:lnTo>
                  <a:lnTo>
                    <a:pt x="611870" y="4948060"/>
                  </a:lnTo>
                  <a:lnTo>
                    <a:pt x="577093" y="4954148"/>
                  </a:lnTo>
                  <a:lnTo>
                    <a:pt x="554741" y="4957704"/>
                  </a:lnTo>
                  <a:lnTo>
                    <a:pt x="543072" y="4959397"/>
                  </a:lnTo>
                  <a:lnTo>
                    <a:pt x="539091" y="4959926"/>
                  </a:lnTo>
                  <a:lnTo>
                    <a:pt x="538736" y="4959970"/>
                  </a:lnTo>
                  <a:lnTo>
                    <a:pt x="0" y="49599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6" name="pg2066"/>
            <p:cNvSpPr/>
            <p:nvPr/>
          </p:nvSpPr>
          <p:spPr>
            <a:xfrm>
              <a:off x="546595" y="1899253"/>
              <a:ext cx="8234974" cy="4094289"/>
            </a:xfrm>
            <a:custGeom>
              <a:avLst/>
              <a:pathLst>
                <a:path w="8234974" h="4094289">
                  <a:moveTo>
                    <a:pt x="0" y="4094289"/>
                  </a:moveTo>
                  <a:lnTo>
                    <a:pt x="538736" y="4094289"/>
                  </a:lnTo>
                  <a:lnTo>
                    <a:pt x="539657" y="4094194"/>
                  </a:lnTo>
                  <a:lnTo>
                    <a:pt x="545709" y="4093513"/>
                  </a:lnTo>
                  <a:lnTo>
                    <a:pt x="560974" y="4091633"/>
                  </a:lnTo>
                  <a:lnTo>
                    <a:pt x="588276" y="4087930"/>
                  </a:lnTo>
                  <a:lnTo>
                    <a:pt x="628985" y="4081832"/>
                  </a:lnTo>
                  <a:lnTo>
                    <a:pt x="682906" y="4072870"/>
                  </a:lnTo>
                  <a:lnTo>
                    <a:pt x="748410" y="4060728"/>
                  </a:lnTo>
                  <a:lnTo>
                    <a:pt x="822805" y="4045246"/>
                  </a:lnTo>
                  <a:lnTo>
                    <a:pt x="902872" y="4026400"/>
                  </a:lnTo>
                  <a:lnTo>
                    <a:pt x="985392" y="4004245"/>
                  </a:lnTo>
                  <a:lnTo>
                    <a:pt x="1067563" y="3978854"/>
                  </a:lnTo>
                  <a:lnTo>
                    <a:pt x="1147225" y="3950261"/>
                  </a:lnTo>
                  <a:lnTo>
                    <a:pt x="1222926" y="3918416"/>
                  </a:lnTo>
                  <a:lnTo>
                    <a:pt x="1293862" y="3883166"/>
                  </a:lnTo>
                  <a:lnTo>
                    <a:pt x="1359758" y="3844236"/>
                  </a:lnTo>
                  <a:lnTo>
                    <a:pt x="1420733" y="3801232"/>
                  </a:lnTo>
                  <a:lnTo>
                    <a:pt x="1477174" y="3753648"/>
                  </a:lnTo>
                  <a:lnTo>
                    <a:pt x="1529638" y="3700883"/>
                  </a:lnTo>
                  <a:lnTo>
                    <a:pt x="1578771" y="3642270"/>
                  </a:lnTo>
                  <a:lnTo>
                    <a:pt x="1625255" y="3577131"/>
                  </a:lnTo>
                  <a:lnTo>
                    <a:pt x="1669754" y="3504867"/>
                  </a:lnTo>
                  <a:lnTo>
                    <a:pt x="1712866" y="3425106"/>
                  </a:lnTo>
                  <a:lnTo>
                    <a:pt x="1719082" y="3412815"/>
                  </a:lnTo>
                  <a:lnTo>
                    <a:pt x="1749455" y="3349973"/>
                  </a:lnTo>
                  <a:lnTo>
                    <a:pt x="1779559" y="3283176"/>
                  </a:lnTo>
                  <a:lnTo>
                    <a:pt x="1809536" y="3212341"/>
                  </a:lnTo>
                  <a:lnTo>
                    <a:pt x="1839499" y="3137435"/>
                  </a:lnTo>
                  <a:lnTo>
                    <a:pt x="1869539" y="3058474"/>
                  </a:lnTo>
                  <a:lnTo>
                    <a:pt x="1899727" y="2975529"/>
                  </a:lnTo>
                  <a:lnTo>
                    <a:pt x="1930113" y="2888730"/>
                  </a:lnTo>
                  <a:lnTo>
                    <a:pt x="1960730" y="2798266"/>
                  </a:lnTo>
                  <a:lnTo>
                    <a:pt x="1991593" y="2704391"/>
                  </a:lnTo>
                  <a:lnTo>
                    <a:pt x="2022703" y="2607419"/>
                  </a:lnTo>
                  <a:lnTo>
                    <a:pt x="2054047" y="2507722"/>
                  </a:lnTo>
                  <a:lnTo>
                    <a:pt x="2085597" y="2405725"/>
                  </a:lnTo>
                  <a:lnTo>
                    <a:pt x="2117319" y="2301903"/>
                  </a:lnTo>
                  <a:lnTo>
                    <a:pt x="2149167" y="2196766"/>
                  </a:lnTo>
                  <a:lnTo>
                    <a:pt x="2181091" y="2090855"/>
                  </a:lnTo>
                  <a:lnTo>
                    <a:pt x="2213035" y="1984728"/>
                  </a:lnTo>
                  <a:lnTo>
                    <a:pt x="2244946" y="1878945"/>
                  </a:lnTo>
                  <a:lnTo>
                    <a:pt x="2276770" y="1774061"/>
                  </a:lnTo>
                  <a:lnTo>
                    <a:pt x="2308456" y="1670610"/>
                  </a:lnTo>
                  <a:lnTo>
                    <a:pt x="2339963" y="1569097"/>
                  </a:lnTo>
                  <a:lnTo>
                    <a:pt x="2371255" y="1469984"/>
                  </a:lnTo>
                  <a:lnTo>
                    <a:pt x="2402309" y="1373686"/>
                  </a:lnTo>
                  <a:lnTo>
                    <a:pt x="2433116" y="1280563"/>
                  </a:lnTo>
                  <a:lnTo>
                    <a:pt x="2463678" y="1190913"/>
                  </a:lnTo>
                  <a:lnTo>
                    <a:pt x="2494016" y="1104977"/>
                  </a:lnTo>
                  <a:lnTo>
                    <a:pt x="2524165" y="1022929"/>
                  </a:lnTo>
                  <a:lnTo>
                    <a:pt x="2554181" y="944887"/>
                  </a:lnTo>
                  <a:lnTo>
                    <a:pt x="2584138" y="870909"/>
                  </a:lnTo>
                  <a:lnTo>
                    <a:pt x="2614133" y="800998"/>
                  </a:lnTo>
                  <a:lnTo>
                    <a:pt x="2644285" y="735110"/>
                  </a:lnTo>
                  <a:lnTo>
                    <a:pt x="2667772" y="686918"/>
                  </a:lnTo>
                  <a:lnTo>
                    <a:pt x="2710725" y="606054"/>
                  </a:lnTo>
                  <a:lnTo>
                    <a:pt x="2754986" y="532709"/>
                  </a:lnTo>
                  <a:lnTo>
                    <a:pt x="2801139" y="466562"/>
                  </a:lnTo>
                  <a:lnTo>
                    <a:pt x="2849843" y="407037"/>
                  </a:lnTo>
                  <a:lnTo>
                    <a:pt x="2901778" y="353460"/>
                  </a:lnTo>
                  <a:lnTo>
                    <a:pt x="2957599" y="305158"/>
                  </a:lnTo>
                  <a:lnTo>
                    <a:pt x="3017882" y="261519"/>
                  </a:lnTo>
                  <a:lnTo>
                    <a:pt x="3083044" y="222021"/>
                  </a:lnTo>
                  <a:lnTo>
                    <a:pt x="3153250" y="186252"/>
                  </a:lnTo>
                  <a:lnTo>
                    <a:pt x="3228291" y="153922"/>
                  </a:lnTo>
                  <a:lnTo>
                    <a:pt x="3307448" y="124859"/>
                  </a:lnTo>
                  <a:lnTo>
                    <a:pt x="3389369" y="98999"/>
                  </a:lnTo>
                  <a:lnTo>
                    <a:pt x="3472000" y="76367"/>
                  </a:lnTo>
                  <a:lnTo>
                    <a:pt x="3552620" y="57033"/>
                  </a:lnTo>
                  <a:lnTo>
                    <a:pt x="3628051" y="41058"/>
                  </a:lnTo>
                  <a:lnTo>
                    <a:pt x="3695041" y="28434"/>
                  </a:lnTo>
                  <a:lnTo>
                    <a:pt x="3750787" y="19023"/>
                  </a:lnTo>
                  <a:lnTo>
                    <a:pt x="3793477" y="12533"/>
                  </a:lnTo>
                  <a:lnTo>
                    <a:pt x="3822690" y="8514"/>
                  </a:lnTo>
                  <a:lnTo>
                    <a:pt x="3839571" y="6405"/>
                  </a:lnTo>
                  <a:lnTo>
                    <a:pt x="3846744" y="558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6" y="5479"/>
                  </a:lnTo>
                  <a:lnTo>
                    <a:pt x="4396497" y="5732"/>
                  </a:lnTo>
                  <a:lnTo>
                    <a:pt x="4417351" y="6429"/>
                  </a:lnTo>
                  <a:lnTo>
                    <a:pt x="4454070" y="7799"/>
                  </a:lnTo>
                  <a:lnTo>
                    <a:pt x="4507660" y="10036"/>
                  </a:lnTo>
                  <a:lnTo>
                    <a:pt x="4576738" y="13287"/>
                  </a:lnTo>
                  <a:lnTo>
                    <a:pt x="4657994" y="17629"/>
                  </a:lnTo>
                  <a:lnTo>
                    <a:pt x="4747041" y="23083"/>
                  </a:lnTo>
                  <a:lnTo>
                    <a:pt x="4839357" y="29629"/>
                  </a:lnTo>
                  <a:lnTo>
                    <a:pt x="4931032" y="37243"/>
                  </a:lnTo>
                  <a:lnTo>
                    <a:pt x="5019174" y="45915"/>
                  </a:lnTo>
                  <a:lnTo>
                    <a:pt x="5101981" y="55673"/>
                  </a:lnTo>
                  <a:lnTo>
                    <a:pt x="5178617" y="66589"/>
                  </a:lnTo>
                  <a:lnTo>
                    <a:pt x="5248981" y="78788"/>
                  </a:lnTo>
                  <a:lnTo>
                    <a:pt x="5313482" y="92439"/>
                  </a:lnTo>
                  <a:lnTo>
                    <a:pt x="5372843" y="107756"/>
                  </a:lnTo>
                  <a:lnTo>
                    <a:pt x="5427954" y="124982"/>
                  </a:lnTo>
                  <a:lnTo>
                    <a:pt x="5479767" y="144367"/>
                  </a:lnTo>
                  <a:lnTo>
                    <a:pt x="5529204" y="166125"/>
                  </a:lnTo>
                  <a:lnTo>
                    <a:pt x="5567201" y="185114"/>
                  </a:lnTo>
                  <a:lnTo>
                    <a:pt x="5614374" y="211366"/>
                  </a:lnTo>
                  <a:lnTo>
                    <a:pt x="5661085" y="240176"/>
                  </a:lnTo>
                  <a:lnTo>
                    <a:pt x="5707786" y="271586"/>
                  </a:lnTo>
                  <a:lnTo>
                    <a:pt x="5754787" y="305557"/>
                  </a:lnTo>
                  <a:lnTo>
                    <a:pt x="5802287" y="341964"/>
                  </a:lnTo>
                  <a:lnTo>
                    <a:pt x="5850374" y="380586"/>
                  </a:lnTo>
                  <a:lnTo>
                    <a:pt x="5899049" y="421105"/>
                  </a:lnTo>
                  <a:lnTo>
                    <a:pt x="5948230" y="463120"/>
                  </a:lnTo>
                  <a:lnTo>
                    <a:pt x="5997777" y="506152"/>
                  </a:lnTo>
                  <a:lnTo>
                    <a:pt x="6047504" y="549672"/>
                  </a:lnTo>
                  <a:lnTo>
                    <a:pt x="6097207" y="593126"/>
                  </a:lnTo>
                  <a:lnTo>
                    <a:pt x="6146681" y="635961"/>
                  </a:lnTo>
                  <a:lnTo>
                    <a:pt x="6195753" y="677658"/>
                  </a:lnTo>
                  <a:lnTo>
                    <a:pt x="6244291" y="717757"/>
                  </a:lnTo>
                  <a:lnTo>
                    <a:pt x="6292235" y="755873"/>
                  </a:lnTo>
                  <a:lnTo>
                    <a:pt x="6339603" y="791714"/>
                  </a:lnTo>
                  <a:lnTo>
                    <a:pt x="6386510" y="825080"/>
                  </a:lnTo>
                  <a:lnTo>
                    <a:pt x="6433180" y="855867"/>
                  </a:lnTo>
                  <a:lnTo>
                    <a:pt x="6479956" y="884058"/>
                  </a:lnTo>
                  <a:lnTo>
                    <a:pt x="6515891" y="903792"/>
                  </a:lnTo>
                  <a:lnTo>
                    <a:pt x="6564030" y="927515"/>
                  </a:lnTo>
                  <a:lnTo>
                    <a:pt x="6613890" y="948766"/>
                  </a:lnTo>
                  <a:lnTo>
                    <a:pt x="6666312" y="967681"/>
                  </a:lnTo>
                  <a:lnTo>
                    <a:pt x="6722230" y="984488"/>
                  </a:lnTo>
                  <a:lnTo>
                    <a:pt x="6782592" y="999439"/>
                  </a:lnTo>
                  <a:lnTo>
                    <a:pt x="6848262" y="1012772"/>
                  </a:lnTo>
                  <a:lnTo>
                    <a:pt x="6919912" y="1024691"/>
                  </a:lnTo>
                  <a:lnTo>
                    <a:pt x="6997862" y="1035358"/>
                  </a:lnTo>
                  <a:lnTo>
                    <a:pt x="7081878" y="1044885"/>
                  </a:lnTo>
                  <a:lnTo>
                    <a:pt x="7170939" y="1053336"/>
                  </a:lnTo>
                  <a:lnTo>
                    <a:pt x="7263024" y="1060729"/>
                  </a:lnTo>
                  <a:lnTo>
                    <a:pt x="7355010" y="1067050"/>
                  </a:lnTo>
                  <a:lnTo>
                    <a:pt x="7442815" y="1072272"/>
                  </a:lnTo>
                  <a:lnTo>
                    <a:pt x="7521876" y="1076384"/>
                  </a:lnTo>
                  <a:lnTo>
                    <a:pt x="7587949" y="1079415"/>
                  </a:lnTo>
                  <a:lnTo>
                    <a:pt x="7638064" y="1081458"/>
                  </a:lnTo>
                  <a:lnTo>
                    <a:pt x="7671314" y="1082670"/>
                  </a:lnTo>
                  <a:lnTo>
                    <a:pt x="7689215" y="1083256"/>
                  </a:lnTo>
                  <a:lnTo>
                    <a:pt x="7695593" y="1083444"/>
                  </a:lnTo>
                  <a:lnTo>
                    <a:pt x="7696237" y="1083462"/>
                  </a:lnTo>
                  <a:lnTo>
                    <a:pt x="8234974" y="1083462"/>
                  </a:lnTo>
                  <a:lnTo>
                    <a:pt x="8234974" y="1078017"/>
                  </a:lnTo>
                  <a:lnTo>
                    <a:pt x="7696237" y="1078017"/>
                  </a:lnTo>
                  <a:lnTo>
                    <a:pt x="7694956" y="1077982"/>
                  </a:lnTo>
                  <a:lnTo>
                    <a:pt x="7686595" y="1077730"/>
                  </a:lnTo>
                  <a:lnTo>
                    <a:pt x="7665741" y="1077032"/>
                  </a:lnTo>
                  <a:lnTo>
                    <a:pt x="7629023" y="1075663"/>
                  </a:lnTo>
                  <a:lnTo>
                    <a:pt x="7575433" y="1073425"/>
                  </a:lnTo>
                  <a:lnTo>
                    <a:pt x="7506354" y="1070174"/>
                  </a:lnTo>
                  <a:lnTo>
                    <a:pt x="7425098" y="1065832"/>
                  </a:lnTo>
                  <a:lnTo>
                    <a:pt x="7336051" y="1060379"/>
                  </a:lnTo>
                  <a:lnTo>
                    <a:pt x="7243736" y="1053832"/>
                  </a:lnTo>
                  <a:lnTo>
                    <a:pt x="7152060" y="1046219"/>
                  </a:lnTo>
                  <a:lnTo>
                    <a:pt x="7063919" y="1037547"/>
                  </a:lnTo>
                  <a:lnTo>
                    <a:pt x="6981111" y="1027789"/>
                  </a:lnTo>
                  <a:lnTo>
                    <a:pt x="6904476" y="1016872"/>
                  </a:lnTo>
                  <a:lnTo>
                    <a:pt x="6834112" y="1004673"/>
                  </a:lnTo>
                  <a:lnTo>
                    <a:pt x="6769611" y="991022"/>
                  </a:lnTo>
                  <a:lnTo>
                    <a:pt x="6710250" y="975705"/>
                  </a:lnTo>
                  <a:lnTo>
                    <a:pt x="6655138" y="958479"/>
                  </a:lnTo>
                  <a:lnTo>
                    <a:pt x="6603326" y="939095"/>
                  </a:lnTo>
                  <a:lnTo>
                    <a:pt x="6553888" y="917336"/>
                  </a:lnTo>
                  <a:lnTo>
                    <a:pt x="6515891" y="898348"/>
                  </a:lnTo>
                  <a:lnTo>
                    <a:pt x="6468719" y="872096"/>
                  </a:lnTo>
                  <a:lnTo>
                    <a:pt x="6422007" y="843286"/>
                  </a:lnTo>
                  <a:lnTo>
                    <a:pt x="6375307" y="811876"/>
                  </a:lnTo>
                  <a:lnTo>
                    <a:pt x="6328305" y="777904"/>
                  </a:lnTo>
                  <a:lnTo>
                    <a:pt x="6280806" y="741497"/>
                  </a:lnTo>
                  <a:lnTo>
                    <a:pt x="6232718" y="702876"/>
                  </a:lnTo>
                  <a:lnTo>
                    <a:pt x="6184044" y="662356"/>
                  </a:lnTo>
                  <a:lnTo>
                    <a:pt x="6134862" y="620341"/>
                  </a:lnTo>
                  <a:lnTo>
                    <a:pt x="6085315" y="577309"/>
                  </a:lnTo>
                  <a:lnTo>
                    <a:pt x="6035588" y="533789"/>
                  </a:lnTo>
                  <a:lnTo>
                    <a:pt x="5985886" y="490335"/>
                  </a:lnTo>
                  <a:lnTo>
                    <a:pt x="5936411" y="447500"/>
                  </a:lnTo>
                  <a:lnTo>
                    <a:pt x="5887340" y="405803"/>
                  </a:lnTo>
                  <a:lnTo>
                    <a:pt x="5838801" y="365704"/>
                  </a:lnTo>
                  <a:lnTo>
                    <a:pt x="5790858" y="327588"/>
                  </a:lnTo>
                  <a:lnTo>
                    <a:pt x="5743490" y="291748"/>
                  </a:lnTo>
                  <a:lnTo>
                    <a:pt x="5696582" y="258382"/>
                  </a:lnTo>
                  <a:lnTo>
                    <a:pt x="5649913" y="227594"/>
                  </a:lnTo>
                  <a:lnTo>
                    <a:pt x="5603137" y="199403"/>
                  </a:lnTo>
                  <a:lnTo>
                    <a:pt x="5567201" y="179669"/>
                  </a:lnTo>
                  <a:lnTo>
                    <a:pt x="5519062" y="155946"/>
                  </a:lnTo>
                  <a:lnTo>
                    <a:pt x="5469202" y="134696"/>
                  </a:lnTo>
                  <a:lnTo>
                    <a:pt x="5416781" y="115780"/>
                  </a:lnTo>
                  <a:lnTo>
                    <a:pt x="5360862" y="98973"/>
                  </a:lnTo>
                  <a:lnTo>
                    <a:pt x="5300501" y="84022"/>
                  </a:lnTo>
                  <a:lnTo>
                    <a:pt x="5234830" y="70690"/>
                  </a:lnTo>
                  <a:lnTo>
                    <a:pt x="5163180" y="58771"/>
                  </a:lnTo>
                  <a:lnTo>
                    <a:pt x="5085230" y="48104"/>
                  </a:lnTo>
                  <a:lnTo>
                    <a:pt x="5001214" y="38576"/>
                  </a:lnTo>
                  <a:lnTo>
                    <a:pt x="4912153" y="30125"/>
                  </a:lnTo>
                  <a:lnTo>
                    <a:pt x="4820069" y="22732"/>
                  </a:lnTo>
                  <a:lnTo>
                    <a:pt x="4728083" y="16411"/>
                  </a:lnTo>
                  <a:lnTo>
                    <a:pt x="4640277" y="11189"/>
                  </a:lnTo>
                  <a:lnTo>
                    <a:pt x="4561216" y="7077"/>
                  </a:lnTo>
                  <a:lnTo>
                    <a:pt x="4495144" y="4046"/>
                  </a:lnTo>
                  <a:lnTo>
                    <a:pt x="4445029" y="2003"/>
                  </a:lnTo>
                  <a:lnTo>
                    <a:pt x="4411779" y="792"/>
                  </a:lnTo>
                  <a:lnTo>
                    <a:pt x="4393878" y="206"/>
                  </a:lnTo>
                  <a:lnTo>
                    <a:pt x="4387499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8" y="95"/>
                  </a:lnTo>
                  <a:lnTo>
                    <a:pt x="3841145" y="775"/>
                  </a:lnTo>
                  <a:lnTo>
                    <a:pt x="3825881" y="2656"/>
                  </a:lnTo>
                  <a:lnTo>
                    <a:pt x="3798578" y="6359"/>
                  </a:lnTo>
                  <a:lnTo>
                    <a:pt x="3757869" y="12457"/>
                  </a:lnTo>
                  <a:lnTo>
                    <a:pt x="3703948" y="21418"/>
                  </a:lnTo>
                  <a:lnTo>
                    <a:pt x="3638445" y="33561"/>
                  </a:lnTo>
                  <a:lnTo>
                    <a:pt x="3564050" y="49043"/>
                  </a:lnTo>
                  <a:lnTo>
                    <a:pt x="3483983" y="67889"/>
                  </a:lnTo>
                  <a:lnTo>
                    <a:pt x="3401462" y="90043"/>
                  </a:lnTo>
                  <a:lnTo>
                    <a:pt x="3319292" y="115434"/>
                  </a:lnTo>
                  <a:lnTo>
                    <a:pt x="3239630" y="144028"/>
                  </a:lnTo>
                  <a:lnTo>
                    <a:pt x="3163929" y="175872"/>
                  </a:lnTo>
                  <a:lnTo>
                    <a:pt x="3092993" y="211123"/>
                  </a:lnTo>
                  <a:lnTo>
                    <a:pt x="3027096" y="250053"/>
                  </a:lnTo>
                  <a:lnTo>
                    <a:pt x="2966121" y="293057"/>
                  </a:lnTo>
                  <a:lnTo>
                    <a:pt x="2909680" y="340641"/>
                  </a:lnTo>
                  <a:lnTo>
                    <a:pt x="2857217" y="393405"/>
                  </a:lnTo>
                  <a:lnTo>
                    <a:pt x="2808083" y="452018"/>
                  </a:lnTo>
                  <a:lnTo>
                    <a:pt x="2761599" y="517157"/>
                  </a:lnTo>
                  <a:lnTo>
                    <a:pt x="2717101" y="589422"/>
                  </a:lnTo>
                  <a:lnTo>
                    <a:pt x="2673989" y="669183"/>
                  </a:lnTo>
                  <a:lnTo>
                    <a:pt x="2667772" y="681474"/>
                  </a:lnTo>
                  <a:lnTo>
                    <a:pt x="2637400" y="744315"/>
                  </a:lnTo>
                  <a:lnTo>
                    <a:pt x="2607295" y="811113"/>
                  </a:lnTo>
                  <a:lnTo>
                    <a:pt x="2577319" y="881948"/>
                  </a:lnTo>
                  <a:lnTo>
                    <a:pt x="2547356" y="956853"/>
                  </a:lnTo>
                  <a:lnTo>
                    <a:pt x="2517316" y="1035814"/>
                  </a:lnTo>
                  <a:lnTo>
                    <a:pt x="2487128" y="1118759"/>
                  </a:lnTo>
                  <a:lnTo>
                    <a:pt x="2456742" y="1205559"/>
                  </a:lnTo>
                  <a:lnTo>
                    <a:pt x="2426125" y="1296022"/>
                  </a:lnTo>
                  <a:lnTo>
                    <a:pt x="2395261" y="1389897"/>
                  </a:lnTo>
                  <a:lnTo>
                    <a:pt x="2364151" y="1486870"/>
                  </a:lnTo>
                  <a:lnTo>
                    <a:pt x="2332808" y="1586567"/>
                  </a:lnTo>
                  <a:lnTo>
                    <a:pt x="2301257" y="1688564"/>
                  </a:lnTo>
                  <a:lnTo>
                    <a:pt x="2269536" y="1792386"/>
                  </a:lnTo>
                  <a:lnTo>
                    <a:pt x="2237688" y="1897523"/>
                  </a:lnTo>
                  <a:lnTo>
                    <a:pt x="2205764" y="2003433"/>
                  </a:lnTo>
                  <a:lnTo>
                    <a:pt x="2173819" y="2109561"/>
                  </a:lnTo>
                  <a:lnTo>
                    <a:pt x="2141908" y="2215344"/>
                  </a:lnTo>
                  <a:lnTo>
                    <a:pt x="2110085" y="2320228"/>
                  </a:lnTo>
                  <a:lnTo>
                    <a:pt x="2078398" y="2423679"/>
                  </a:lnTo>
                  <a:lnTo>
                    <a:pt x="2046892" y="2525192"/>
                  </a:lnTo>
                  <a:lnTo>
                    <a:pt x="2015600" y="2624305"/>
                  </a:lnTo>
                  <a:lnTo>
                    <a:pt x="1984545" y="2720602"/>
                  </a:lnTo>
                  <a:lnTo>
                    <a:pt x="1953738" y="2813726"/>
                  </a:lnTo>
                  <a:lnTo>
                    <a:pt x="1923176" y="2903375"/>
                  </a:lnTo>
                  <a:lnTo>
                    <a:pt x="1892839" y="2989312"/>
                  </a:lnTo>
                  <a:lnTo>
                    <a:pt x="1862689" y="3071359"/>
                  </a:lnTo>
                  <a:lnTo>
                    <a:pt x="1832674" y="3149401"/>
                  </a:lnTo>
                  <a:lnTo>
                    <a:pt x="1802717" y="3223380"/>
                  </a:lnTo>
                  <a:lnTo>
                    <a:pt x="1772722" y="3293291"/>
                  </a:lnTo>
                  <a:lnTo>
                    <a:pt x="1742570" y="3359179"/>
                  </a:lnTo>
                  <a:lnTo>
                    <a:pt x="1719082" y="3407370"/>
                  </a:lnTo>
                  <a:lnTo>
                    <a:pt x="1676130" y="3488235"/>
                  </a:lnTo>
                  <a:lnTo>
                    <a:pt x="1631869" y="3561580"/>
                  </a:lnTo>
                  <a:lnTo>
                    <a:pt x="1585715" y="3627727"/>
                  </a:lnTo>
                  <a:lnTo>
                    <a:pt x="1537012" y="3687252"/>
                  </a:lnTo>
                  <a:lnTo>
                    <a:pt x="1485077" y="3740829"/>
                  </a:lnTo>
                  <a:lnTo>
                    <a:pt x="1429255" y="3789130"/>
                  </a:lnTo>
                  <a:lnTo>
                    <a:pt x="1368972" y="3832770"/>
                  </a:lnTo>
                  <a:lnTo>
                    <a:pt x="1303810" y="3872268"/>
                  </a:lnTo>
                  <a:lnTo>
                    <a:pt x="1233604" y="3908036"/>
                  </a:lnTo>
                  <a:lnTo>
                    <a:pt x="1158564" y="3940366"/>
                  </a:lnTo>
                  <a:lnTo>
                    <a:pt x="1079407" y="3969430"/>
                  </a:lnTo>
                  <a:lnTo>
                    <a:pt x="997485" y="3995290"/>
                  </a:lnTo>
                  <a:lnTo>
                    <a:pt x="914855" y="4017922"/>
                  </a:lnTo>
                  <a:lnTo>
                    <a:pt x="834235" y="4037256"/>
                  </a:lnTo>
                  <a:lnTo>
                    <a:pt x="758804" y="4053230"/>
                  </a:lnTo>
                  <a:lnTo>
                    <a:pt x="691814" y="4065855"/>
                  </a:lnTo>
                  <a:lnTo>
                    <a:pt x="636067" y="4075265"/>
                  </a:lnTo>
                  <a:lnTo>
                    <a:pt x="593378" y="4081756"/>
                  </a:lnTo>
                  <a:lnTo>
                    <a:pt x="564164" y="4085775"/>
                  </a:lnTo>
                  <a:lnTo>
                    <a:pt x="547284" y="4087884"/>
                  </a:lnTo>
                  <a:lnTo>
                    <a:pt x="540111" y="4088701"/>
                  </a:lnTo>
                  <a:lnTo>
                    <a:pt x="538736" y="4088845"/>
                  </a:lnTo>
                  <a:lnTo>
                    <a:pt x="0" y="4088845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67" name="pl2067"/>
            <p:cNvSpPr/>
            <p:nvPr/>
          </p:nvSpPr>
          <p:spPr>
            <a:xfrm>
              <a:off x="546595" y="1904698"/>
              <a:ext cx="8234974" cy="4088845"/>
            </a:xfrm>
            <a:custGeom>
              <a:avLst/>
              <a:pathLst>
                <a:path w="8234974" h="4088845">
                  <a:moveTo>
                    <a:pt x="0" y="4088845"/>
                  </a:moveTo>
                  <a:lnTo>
                    <a:pt x="538736" y="4088845"/>
                  </a:lnTo>
                  <a:lnTo>
                    <a:pt x="539657" y="4088749"/>
                  </a:lnTo>
                  <a:lnTo>
                    <a:pt x="545709" y="4088069"/>
                  </a:lnTo>
                  <a:lnTo>
                    <a:pt x="560974" y="4086188"/>
                  </a:lnTo>
                  <a:lnTo>
                    <a:pt x="588276" y="4082486"/>
                  </a:lnTo>
                  <a:lnTo>
                    <a:pt x="628985" y="4076387"/>
                  </a:lnTo>
                  <a:lnTo>
                    <a:pt x="682906" y="4067426"/>
                  </a:lnTo>
                  <a:lnTo>
                    <a:pt x="748410" y="4055283"/>
                  </a:lnTo>
                  <a:lnTo>
                    <a:pt x="822805" y="4039801"/>
                  </a:lnTo>
                  <a:lnTo>
                    <a:pt x="902872" y="4020956"/>
                  </a:lnTo>
                  <a:lnTo>
                    <a:pt x="985392" y="3998801"/>
                  </a:lnTo>
                  <a:lnTo>
                    <a:pt x="1067563" y="3973410"/>
                  </a:lnTo>
                  <a:lnTo>
                    <a:pt x="1147225" y="3944816"/>
                  </a:lnTo>
                  <a:lnTo>
                    <a:pt x="1222926" y="3912972"/>
                  </a:lnTo>
                  <a:lnTo>
                    <a:pt x="1293862" y="3877721"/>
                  </a:lnTo>
                  <a:lnTo>
                    <a:pt x="1359758" y="3838791"/>
                  </a:lnTo>
                  <a:lnTo>
                    <a:pt x="1420733" y="3795787"/>
                  </a:lnTo>
                  <a:lnTo>
                    <a:pt x="1477174" y="3748204"/>
                  </a:lnTo>
                  <a:lnTo>
                    <a:pt x="1529638" y="3695439"/>
                  </a:lnTo>
                  <a:lnTo>
                    <a:pt x="1578771" y="3636826"/>
                  </a:lnTo>
                  <a:lnTo>
                    <a:pt x="1625255" y="3571687"/>
                  </a:lnTo>
                  <a:lnTo>
                    <a:pt x="1669754" y="3499423"/>
                  </a:lnTo>
                  <a:lnTo>
                    <a:pt x="1712866" y="3419661"/>
                  </a:lnTo>
                  <a:lnTo>
                    <a:pt x="1719082" y="3407370"/>
                  </a:lnTo>
                  <a:lnTo>
                    <a:pt x="1749455" y="3344529"/>
                  </a:lnTo>
                  <a:lnTo>
                    <a:pt x="1779559" y="3277731"/>
                  </a:lnTo>
                  <a:lnTo>
                    <a:pt x="1809536" y="3206897"/>
                  </a:lnTo>
                  <a:lnTo>
                    <a:pt x="1839499" y="3131991"/>
                  </a:lnTo>
                  <a:lnTo>
                    <a:pt x="1869539" y="3053030"/>
                  </a:lnTo>
                  <a:lnTo>
                    <a:pt x="1899727" y="2970085"/>
                  </a:lnTo>
                  <a:lnTo>
                    <a:pt x="1930113" y="2883285"/>
                  </a:lnTo>
                  <a:lnTo>
                    <a:pt x="1960730" y="2792822"/>
                  </a:lnTo>
                  <a:lnTo>
                    <a:pt x="1991593" y="2698947"/>
                  </a:lnTo>
                  <a:lnTo>
                    <a:pt x="2022703" y="2601975"/>
                  </a:lnTo>
                  <a:lnTo>
                    <a:pt x="2054047" y="2502277"/>
                  </a:lnTo>
                  <a:lnTo>
                    <a:pt x="2085597" y="2400280"/>
                  </a:lnTo>
                  <a:lnTo>
                    <a:pt x="2117319" y="2296458"/>
                  </a:lnTo>
                  <a:lnTo>
                    <a:pt x="2149167" y="2191321"/>
                  </a:lnTo>
                  <a:lnTo>
                    <a:pt x="2181091" y="2085411"/>
                  </a:lnTo>
                  <a:lnTo>
                    <a:pt x="2213035" y="1979283"/>
                  </a:lnTo>
                  <a:lnTo>
                    <a:pt x="2244946" y="1873500"/>
                  </a:lnTo>
                  <a:lnTo>
                    <a:pt x="2276770" y="1768616"/>
                  </a:lnTo>
                  <a:lnTo>
                    <a:pt x="2308456" y="1665166"/>
                  </a:lnTo>
                  <a:lnTo>
                    <a:pt x="2339963" y="1563652"/>
                  </a:lnTo>
                  <a:lnTo>
                    <a:pt x="2371255" y="1464540"/>
                  </a:lnTo>
                  <a:lnTo>
                    <a:pt x="2402309" y="1368242"/>
                  </a:lnTo>
                  <a:lnTo>
                    <a:pt x="2433116" y="1275118"/>
                  </a:lnTo>
                  <a:lnTo>
                    <a:pt x="2463678" y="1185469"/>
                  </a:lnTo>
                  <a:lnTo>
                    <a:pt x="2494016" y="1099532"/>
                  </a:lnTo>
                  <a:lnTo>
                    <a:pt x="2524165" y="1017485"/>
                  </a:lnTo>
                  <a:lnTo>
                    <a:pt x="2554181" y="939443"/>
                  </a:lnTo>
                  <a:lnTo>
                    <a:pt x="2584138" y="865464"/>
                  </a:lnTo>
                  <a:lnTo>
                    <a:pt x="2614133" y="795554"/>
                  </a:lnTo>
                  <a:lnTo>
                    <a:pt x="2644285" y="729665"/>
                  </a:lnTo>
                  <a:lnTo>
                    <a:pt x="2667772" y="681474"/>
                  </a:lnTo>
                  <a:lnTo>
                    <a:pt x="2710725" y="600609"/>
                  </a:lnTo>
                  <a:lnTo>
                    <a:pt x="2754986" y="527264"/>
                  </a:lnTo>
                  <a:lnTo>
                    <a:pt x="2801139" y="461118"/>
                  </a:lnTo>
                  <a:lnTo>
                    <a:pt x="2849843" y="401592"/>
                  </a:lnTo>
                  <a:lnTo>
                    <a:pt x="2901778" y="348015"/>
                  </a:lnTo>
                  <a:lnTo>
                    <a:pt x="2957599" y="299714"/>
                  </a:lnTo>
                  <a:lnTo>
                    <a:pt x="3017882" y="256075"/>
                  </a:lnTo>
                  <a:lnTo>
                    <a:pt x="3083044" y="216576"/>
                  </a:lnTo>
                  <a:lnTo>
                    <a:pt x="3153250" y="180808"/>
                  </a:lnTo>
                  <a:lnTo>
                    <a:pt x="3228291" y="148478"/>
                  </a:lnTo>
                  <a:lnTo>
                    <a:pt x="3307448" y="119414"/>
                  </a:lnTo>
                  <a:lnTo>
                    <a:pt x="3389369" y="93555"/>
                  </a:lnTo>
                  <a:lnTo>
                    <a:pt x="3472000" y="70923"/>
                  </a:lnTo>
                  <a:lnTo>
                    <a:pt x="3552620" y="51588"/>
                  </a:lnTo>
                  <a:lnTo>
                    <a:pt x="3628051" y="35614"/>
                  </a:lnTo>
                  <a:lnTo>
                    <a:pt x="3695041" y="22989"/>
                  </a:lnTo>
                  <a:lnTo>
                    <a:pt x="3750787" y="13579"/>
                  </a:lnTo>
                  <a:lnTo>
                    <a:pt x="3793477" y="7088"/>
                  </a:lnTo>
                  <a:lnTo>
                    <a:pt x="3822690" y="3069"/>
                  </a:lnTo>
                  <a:lnTo>
                    <a:pt x="3839571" y="960"/>
                  </a:lnTo>
                  <a:lnTo>
                    <a:pt x="3846744" y="144"/>
                  </a:lnTo>
                  <a:lnTo>
                    <a:pt x="3848115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6" y="35"/>
                  </a:lnTo>
                  <a:lnTo>
                    <a:pt x="4396497" y="287"/>
                  </a:lnTo>
                  <a:lnTo>
                    <a:pt x="4417351" y="985"/>
                  </a:lnTo>
                  <a:lnTo>
                    <a:pt x="4454070" y="2354"/>
                  </a:lnTo>
                  <a:lnTo>
                    <a:pt x="4507660" y="4592"/>
                  </a:lnTo>
                  <a:lnTo>
                    <a:pt x="4576738" y="7843"/>
                  </a:lnTo>
                  <a:lnTo>
                    <a:pt x="4657994" y="12185"/>
                  </a:lnTo>
                  <a:lnTo>
                    <a:pt x="4747041" y="17638"/>
                  </a:lnTo>
                  <a:lnTo>
                    <a:pt x="4839357" y="24184"/>
                  </a:lnTo>
                  <a:lnTo>
                    <a:pt x="4931032" y="31798"/>
                  </a:lnTo>
                  <a:lnTo>
                    <a:pt x="5019174" y="40470"/>
                  </a:lnTo>
                  <a:lnTo>
                    <a:pt x="5101981" y="50228"/>
                  </a:lnTo>
                  <a:lnTo>
                    <a:pt x="5178617" y="61145"/>
                  </a:lnTo>
                  <a:lnTo>
                    <a:pt x="5248981" y="73343"/>
                  </a:lnTo>
                  <a:lnTo>
                    <a:pt x="5313482" y="86995"/>
                  </a:lnTo>
                  <a:lnTo>
                    <a:pt x="5372843" y="102312"/>
                  </a:lnTo>
                  <a:lnTo>
                    <a:pt x="5427954" y="119538"/>
                  </a:lnTo>
                  <a:lnTo>
                    <a:pt x="5479767" y="138922"/>
                  </a:lnTo>
                  <a:lnTo>
                    <a:pt x="5529204" y="160680"/>
                  </a:lnTo>
                  <a:lnTo>
                    <a:pt x="5567201" y="179669"/>
                  </a:lnTo>
                  <a:lnTo>
                    <a:pt x="5614374" y="205921"/>
                  </a:lnTo>
                  <a:lnTo>
                    <a:pt x="5661085" y="234731"/>
                  </a:lnTo>
                  <a:lnTo>
                    <a:pt x="5707786" y="266141"/>
                  </a:lnTo>
                  <a:lnTo>
                    <a:pt x="5754787" y="300113"/>
                  </a:lnTo>
                  <a:lnTo>
                    <a:pt x="5802287" y="336520"/>
                  </a:lnTo>
                  <a:lnTo>
                    <a:pt x="5850374" y="375141"/>
                  </a:lnTo>
                  <a:lnTo>
                    <a:pt x="5899049" y="415661"/>
                  </a:lnTo>
                  <a:lnTo>
                    <a:pt x="5948230" y="457675"/>
                  </a:lnTo>
                  <a:lnTo>
                    <a:pt x="5997777" y="500708"/>
                  </a:lnTo>
                  <a:lnTo>
                    <a:pt x="6047504" y="544228"/>
                  </a:lnTo>
                  <a:lnTo>
                    <a:pt x="6097207" y="587681"/>
                  </a:lnTo>
                  <a:lnTo>
                    <a:pt x="6146681" y="630516"/>
                  </a:lnTo>
                  <a:lnTo>
                    <a:pt x="6195753" y="672214"/>
                  </a:lnTo>
                  <a:lnTo>
                    <a:pt x="6244291" y="712312"/>
                  </a:lnTo>
                  <a:lnTo>
                    <a:pt x="6292235" y="750429"/>
                  </a:lnTo>
                  <a:lnTo>
                    <a:pt x="6339603" y="786269"/>
                  </a:lnTo>
                  <a:lnTo>
                    <a:pt x="6386510" y="819635"/>
                  </a:lnTo>
                  <a:lnTo>
                    <a:pt x="6433180" y="850423"/>
                  </a:lnTo>
                  <a:lnTo>
                    <a:pt x="6479956" y="878614"/>
                  </a:lnTo>
                  <a:lnTo>
                    <a:pt x="6515891" y="898348"/>
                  </a:lnTo>
                  <a:lnTo>
                    <a:pt x="6564030" y="922071"/>
                  </a:lnTo>
                  <a:lnTo>
                    <a:pt x="6613890" y="943321"/>
                  </a:lnTo>
                  <a:lnTo>
                    <a:pt x="6666312" y="962236"/>
                  </a:lnTo>
                  <a:lnTo>
                    <a:pt x="6722230" y="979044"/>
                  </a:lnTo>
                  <a:lnTo>
                    <a:pt x="6782592" y="993995"/>
                  </a:lnTo>
                  <a:lnTo>
                    <a:pt x="6848262" y="1007327"/>
                  </a:lnTo>
                  <a:lnTo>
                    <a:pt x="6919912" y="1019246"/>
                  </a:lnTo>
                  <a:lnTo>
                    <a:pt x="6997862" y="1029913"/>
                  </a:lnTo>
                  <a:lnTo>
                    <a:pt x="7081878" y="1039440"/>
                  </a:lnTo>
                  <a:lnTo>
                    <a:pt x="7170939" y="1047891"/>
                  </a:lnTo>
                  <a:lnTo>
                    <a:pt x="7263024" y="1055284"/>
                  </a:lnTo>
                  <a:lnTo>
                    <a:pt x="7355010" y="1061605"/>
                  </a:lnTo>
                  <a:lnTo>
                    <a:pt x="7442815" y="1066828"/>
                  </a:lnTo>
                  <a:lnTo>
                    <a:pt x="7521876" y="1070939"/>
                  </a:lnTo>
                  <a:lnTo>
                    <a:pt x="7587949" y="1073971"/>
                  </a:lnTo>
                  <a:lnTo>
                    <a:pt x="7638064" y="1076014"/>
                  </a:lnTo>
                  <a:lnTo>
                    <a:pt x="7671314" y="1077225"/>
                  </a:lnTo>
                  <a:lnTo>
                    <a:pt x="7689215" y="1077811"/>
                  </a:lnTo>
                  <a:lnTo>
                    <a:pt x="7695593" y="1078000"/>
                  </a:lnTo>
                  <a:lnTo>
                    <a:pt x="7696237" y="1078017"/>
                  </a:lnTo>
                  <a:lnTo>
                    <a:pt x="8234974" y="1078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8" name="pl2068"/>
            <p:cNvSpPr/>
            <p:nvPr/>
          </p:nvSpPr>
          <p:spPr>
            <a:xfrm>
              <a:off x="546595" y="1899253"/>
              <a:ext cx="8234974" cy="4088845"/>
            </a:xfrm>
            <a:custGeom>
              <a:avLst/>
              <a:pathLst>
                <a:path w="8234974" h="4088845">
                  <a:moveTo>
                    <a:pt x="8234974" y="1078017"/>
                  </a:moveTo>
                  <a:lnTo>
                    <a:pt x="7696237" y="1078017"/>
                  </a:lnTo>
                  <a:lnTo>
                    <a:pt x="7694956" y="1077982"/>
                  </a:lnTo>
                  <a:lnTo>
                    <a:pt x="7686595" y="1077730"/>
                  </a:lnTo>
                  <a:lnTo>
                    <a:pt x="7665741" y="1077032"/>
                  </a:lnTo>
                  <a:lnTo>
                    <a:pt x="7629023" y="1075663"/>
                  </a:lnTo>
                  <a:lnTo>
                    <a:pt x="7575433" y="1073425"/>
                  </a:lnTo>
                  <a:lnTo>
                    <a:pt x="7506354" y="1070174"/>
                  </a:lnTo>
                  <a:lnTo>
                    <a:pt x="7425098" y="1065832"/>
                  </a:lnTo>
                  <a:lnTo>
                    <a:pt x="7336051" y="1060379"/>
                  </a:lnTo>
                  <a:lnTo>
                    <a:pt x="7243736" y="1053832"/>
                  </a:lnTo>
                  <a:lnTo>
                    <a:pt x="7152060" y="1046219"/>
                  </a:lnTo>
                  <a:lnTo>
                    <a:pt x="7063919" y="1037547"/>
                  </a:lnTo>
                  <a:lnTo>
                    <a:pt x="6981111" y="1027789"/>
                  </a:lnTo>
                  <a:lnTo>
                    <a:pt x="6904476" y="1016872"/>
                  </a:lnTo>
                  <a:lnTo>
                    <a:pt x="6834112" y="1004673"/>
                  </a:lnTo>
                  <a:lnTo>
                    <a:pt x="6769611" y="991022"/>
                  </a:lnTo>
                  <a:lnTo>
                    <a:pt x="6710250" y="975705"/>
                  </a:lnTo>
                  <a:lnTo>
                    <a:pt x="6655138" y="958479"/>
                  </a:lnTo>
                  <a:lnTo>
                    <a:pt x="6603326" y="939095"/>
                  </a:lnTo>
                  <a:lnTo>
                    <a:pt x="6553888" y="917336"/>
                  </a:lnTo>
                  <a:lnTo>
                    <a:pt x="6515891" y="898348"/>
                  </a:lnTo>
                  <a:lnTo>
                    <a:pt x="6468719" y="872096"/>
                  </a:lnTo>
                  <a:lnTo>
                    <a:pt x="6422007" y="843286"/>
                  </a:lnTo>
                  <a:lnTo>
                    <a:pt x="6375307" y="811876"/>
                  </a:lnTo>
                  <a:lnTo>
                    <a:pt x="6328305" y="777904"/>
                  </a:lnTo>
                  <a:lnTo>
                    <a:pt x="6280806" y="741497"/>
                  </a:lnTo>
                  <a:lnTo>
                    <a:pt x="6232718" y="702876"/>
                  </a:lnTo>
                  <a:lnTo>
                    <a:pt x="6184044" y="662356"/>
                  </a:lnTo>
                  <a:lnTo>
                    <a:pt x="6134862" y="620341"/>
                  </a:lnTo>
                  <a:lnTo>
                    <a:pt x="6085315" y="577309"/>
                  </a:lnTo>
                  <a:lnTo>
                    <a:pt x="6035588" y="533789"/>
                  </a:lnTo>
                  <a:lnTo>
                    <a:pt x="5985886" y="490335"/>
                  </a:lnTo>
                  <a:lnTo>
                    <a:pt x="5936411" y="447500"/>
                  </a:lnTo>
                  <a:lnTo>
                    <a:pt x="5887340" y="405803"/>
                  </a:lnTo>
                  <a:lnTo>
                    <a:pt x="5838801" y="365704"/>
                  </a:lnTo>
                  <a:lnTo>
                    <a:pt x="5790858" y="327588"/>
                  </a:lnTo>
                  <a:lnTo>
                    <a:pt x="5743490" y="291748"/>
                  </a:lnTo>
                  <a:lnTo>
                    <a:pt x="5696582" y="258382"/>
                  </a:lnTo>
                  <a:lnTo>
                    <a:pt x="5649913" y="227594"/>
                  </a:lnTo>
                  <a:lnTo>
                    <a:pt x="5603137" y="199403"/>
                  </a:lnTo>
                  <a:lnTo>
                    <a:pt x="5567201" y="179669"/>
                  </a:lnTo>
                  <a:lnTo>
                    <a:pt x="5519062" y="155946"/>
                  </a:lnTo>
                  <a:lnTo>
                    <a:pt x="5469202" y="134696"/>
                  </a:lnTo>
                  <a:lnTo>
                    <a:pt x="5416781" y="115780"/>
                  </a:lnTo>
                  <a:lnTo>
                    <a:pt x="5360862" y="98973"/>
                  </a:lnTo>
                  <a:lnTo>
                    <a:pt x="5300501" y="84022"/>
                  </a:lnTo>
                  <a:lnTo>
                    <a:pt x="5234830" y="70690"/>
                  </a:lnTo>
                  <a:lnTo>
                    <a:pt x="5163180" y="58771"/>
                  </a:lnTo>
                  <a:lnTo>
                    <a:pt x="5085230" y="48104"/>
                  </a:lnTo>
                  <a:lnTo>
                    <a:pt x="5001214" y="38576"/>
                  </a:lnTo>
                  <a:lnTo>
                    <a:pt x="4912153" y="30125"/>
                  </a:lnTo>
                  <a:lnTo>
                    <a:pt x="4820069" y="22732"/>
                  </a:lnTo>
                  <a:lnTo>
                    <a:pt x="4728083" y="16411"/>
                  </a:lnTo>
                  <a:lnTo>
                    <a:pt x="4640277" y="11189"/>
                  </a:lnTo>
                  <a:lnTo>
                    <a:pt x="4561216" y="7077"/>
                  </a:lnTo>
                  <a:lnTo>
                    <a:pt x="4495144" y="4046"/>
                  </a:lnTo>
                  <a:lnTo>
                    <a:pt x="4445029" y="2003"/>
                  </a:lnTo>
                  <a:lnTo>
                    <a:pt x="4411779" y="792"/>
                  </a:lnTo>
                  <a:lnTo>
                    <a:pt x="4393878" y="206"/>
                  </a:lnTo>
                  <a:lnTo>
                    <a:pt x="4387499" y="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98" y="95"/>
                  </a:lnTo>
                  <a:lnTo>
                    <a:pt x="3841145" y="775"/>
                  </a:lnTo>
                  <a:lnTo>
                    <a:pt x="3825881" y="2656"/>
                  </a:lnTo>
                  <a:lnTo>
                    <a:pt x="3798578" y="6359"/>
                  </a:lnTo>
                  <a:lnTo>
                    <a:pt x="3757869" y="12457"/>
                  </a:lnTo>
                  <a:lnTo>
                    <a:pt x="3703948" y="21418"/>
                  </a:lnTo>
                  <a:lnTo>
                    <a:pt x="3638445" y="33561"/>
                  </a:lnTo>
                  <a:lnTo>
                    <a:pt x="3564050" y="49043"/>
                  </a:lnTo>
                  <a:lnTo>
                    <a:pt x="3483983" y="67889"/>
                  </a:lnTo>
                  <a:lnTo>
                    <a:pt x="3401462" y="90043"/>
                  </a:lnTo>
                  <a:lnTo>
                    <a:pt x="3319292" y="115434"/>
                  </a:lnTo>
                  <a:lnTo>
                    <a:pt x="3239630" y="144028"/>
                  </a:lnTo>
                  <a:lnTo>
                    <a:pt x="3163929" y="175872"/>
                  </a:lnTo>
                  <a:lnTo>
                    <a:pt x="3092993" y="211123"/>
                  </a:lnTo>
                  <a:lnTo>
                    <a:pt x="3027096" y="250053"/>
                  </a:lnTo>
                  <a:lnTo>
                    <a:pt x="2966121" y="293057"/>
                  </a:lnTo>
                  <a:lnTo>
                    <a:pt x="2909680" y="340641"/>
                  </a:lnTo>
                  <a:lnTo>
                    <a:pt x="2857217" y="393405"/>
                  </a:lnTo>
                  <a:lnTo>
                    <a:pt x="2808083" y="452018"/>
                  </a:lnTo>
                  <a:lnTo>
                    <a:pt x="2761599" y="517157"/>
                  </a:lnTo>
                  <a:lnTo>
                    <a:pt x="2717101" y="589422"/>
                  </a:lnTo>
                  <a:lnTo>
                    <a:pt x="2673989" y="669183"/>
                  </a:lnTo>
                  <a:lnTo>
                    <a:pt x="2667772" y="681474"/>
                  </a:lnTo>
                  <a:lnTo>
                    <a:pt x="2637400" y="744315"/>
                  </a:lnTo>
                  <a:lnTo>
                    <a:pt x="2607295" y="811113"/>
                  </a:lnTo>
                  <a:lnTo>
                    <a:pt x="2577319" y="881948"/>
                  </a:lnTo>
                  <a:lnTo>
                    <a:pt x="2547356" y="956853"/>
                  </a:lnTo>
                  <a:lnTo>
                    <a:pt x="2517316" y="1035814"/>
                  </a:lnTo>
                  <a:lnTo>
                    <a:pt x="2487128" y="1118759"/>
                  </a:lnTo>
                  <a:lnTo>
                    <a:pt x="2456742" y="1205559"/>
                  </a:lnTo>
                  <a:lnTo>
                    <a:pt x="2426125" y="1296022"/>
                  </a:lnTo>
                  <a:lnTo>
                    <a:pt x="2395261" y="1389897"/>
                  </a:lnTo>
                  <a:lnTo>
                    <a:pt x="2364151" y="1486870"/>
                  </a:lnTo>
                  <a:lnTo>
                    <a:pt x="2332808" y="1586567"/>
                  </a:lnTo>
                  <a:lnTo>
                    <a:pt x="2301257" y="1688564"/>
                  </a:lnTo>
                  <a:lnTo>
                    <a:pt x="2269536" y="1792386"/>
                  </a:lnTo>
                  <a:lnTo>
                    <a:pt x="2237688" y="1897523"/>
                  </a:lnTo>
                  <a:lnTo>
                    <a:pt x="2205764" y="2003433"/>
                  </a:lnTo>
                  <a:lnTo>
                    <a:pt x="2173819" y="2109561"/>
                  </a:lnTo>
                  <a:lnTo>
                    <a:pt x="2141908" y="2215344"/>
                  </a:lnTo>
                  <a:lnTo>
                    <a:pt x="2110085" y="2320228"/>
                  </a:lnTo>
                  <a:lnTo>
                    <a:pt x="2078398" y="2423679"/>
                  </a:lnTo>
                  <a:lnTo>
                    <a:pt x="2046892" y="2525192"/>
                  </a:lnTo>
                  <a:lnTo>
                    <a:pt x="2015600" y="2624305"/>
                  </a:lnTo>
                  <a:lnTo>
                    <a:pt x="1984545" y="2720602"/>
                  </a:lnTo>
                  <a:lnTo>
                    <a:pt x="1953738" y="2813726"/>
                  </a:lnTo>
                  <a:lnTo>
                    <a:pt x="1923176" y="2903375"/>
                  </a:lnTo>
                  <a:lnTo>
                    <a:pt x="1892839" y="2989312"/>
                  </a:lnTo>
                  <a:lnTo>
                    <a:pt x="1862689" y="3071359"/>
                  </a:lnTo>
                  <a:lnTo>
                    <a:pt x="1832674" y="3149401"/>
                  </a:lnTo>
                  <a:lnTo>
                    <a:pt x="1802717" y="3223380"/>
                  </a:lnTo>
                  <a:lnTo>
                    <a:pt x="1772722" y="3293291"/>
                  </a:lnTo>
                  <a:lnTo>
                    <a:pt x="1742570" y="3359179"/>
                  </a:lnTo>
                  <a:lnTo>
                    <a:pt x="1719082" y="3407370"/>
                  </a:lnTo>
                  <a:lnTo>
                    <a:pt x="1676130" y="3488235"/>
                  </a:lnTo>
                  <a:lnTo>
                    <a:pt x="1631869" y="3561580"/>
                  </a:lnTo>
                  <a:lnTo>
                    <a:pt x="1585715" y="3627727"/>
                  </a:lnTo>
                  <a:lnTo>
                    <a:pt x="1537012" y="3687252"/>
                  </a:lnTo>
                  <a:lnTo>
                    <a:pt x="1485077" y="3740829"/>
                  </a:lnTo>
                  <a:lnTo>
                    <a:pt x="1429255" y="3789130"/>
                  </a:lnTo>
                  <a:lnTo>
                    <a:pt x="1368972" y="3832770"/>
                  </a:lnTo>
                  <a:lnTo>
                    <a:pt x="1303810" y="3872268"/>
                  </a:lnTo>
                  <a:lnTo>
                    <a:pt x="1233604" y="3908036"/>
                  </a:lnTo>
                  <a:lnTo>
                    <a:pt x="1158564" y="3940366"/>
                  </a:lnTo>
                  <a:lnTo>
                    <a:pt x="1079407" y="3969430"/>
                  </a:lnTo>
                  <a:lnTo>
                    <a:pt x="997485" y="3995290"/>
                  </a:lnTo>
                  <a:lnTo>
                    <a:pt x="914855" y="4017922"/>
                  </a:lnTo>
                  <a:lnTo>
                    <a:pt x="834235" y="4037256"/>
                  </a:lnTo>
                  <a:lnTo>
                    <a:pt x="758804" y="4053230"/>
                  </a:lnTo>
                  <a:lnTo>
                    <a:pt x="691814" y="4065855"/>
                  </a:lnTo>
                  <a:lnTo>
                    <a:pt x="636067" y="4075265"/>
                  </a:lnTo>
                  <a:lnTo>
                    <a:pt x="593378" y="4081756"/>
                  </a:lnTo>
                  <a:lnTo>
                    <a:pt x="564164" y="4085775"/>
                  </a:lnTo>
                  <a:lnTo>
                    <a:pt x="547284" y="4087884"/>
                  </a:lnTo>
                  <a:lnTo>
                    <a:pt x="540111" y="4088701"/>
                  </a:lnTo>
                  <a:lnTo>
                    <a:pt x="538739" y="4088844"/>
                  </a:lnTo>
                  <a:lnTo>
                    <a:pt x="538736" y="4088845"/>
                  </a:lnTo>
                  <a:lnTo>
                    <a:pt x="0" y="4088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9" name="pg2069"/>
            <p:cNvSpPr/>
            <p:nvPr/>
          </p:nvSpPr>
          <p:spPr>
            <a:xfrm>
              <a:off x="546595" y="2438262"/>
              <a:ext cx="8234974" cy="3593392"/>
            </a:xfrm>
            <a:custGeom>
              <a:avLst/>
              <a:pathLst>
                <a:path w="8234974" h="3593392">
                  <a:moveTo>
                    <a:pt x="0" y="3593392"/>
                  </a:moveTo>
                  <a:lnTo>
                    <a:pt x="538736" y="3593392"/>
                  </a:lnTo>
                  <a:lnTo>
                    <a:pt x="540039" y="3593389"/>
                  </a:lnTo>
                  <a:lnTo>
                    <a:pt x="548537" y="3593368"/>
                  </a:lnTo>
                  <a:lnTo>
                    <a:pt x="569721" y="3593311"/>
                  </a:lnTo>
                  <a:lnTo>
                    <a:pt x="606987" y="3593199"/>
                  </a:lnTo>
                  <a:lnTo>
                    <a:pt x="661309" y="3593015"/>
                  </a:lnTo>
                  <a:lnTo>
                    <a:pt x="731222" y="3592748"/>
                  </a:lnTo>
                  <a:lnTo>
                    <a:pt x="813313" y="3592391"/>
                  </a:lnTo>
                  <a:lnTo>
                    <a:pt x="903097" y="3591944"/>
                  </a:lnTo>
                  <a:lnTo>
                    <a:pt x="995990" y="3591408"/>
                  </a:lnTo>
                  <a:lnTo>
                    <a:pt x="1088059" y="3590785"/>
                  </a:lnTo>
                  <a:lnTo>
                    <a:pt x="1176421" y="3590075"/>
                  </a:lnTo>
                  <a:lnTo>
                    <a:pt x="1259310" y="3589276"/>
                  </a:lnTo>
                  <a:lnTo>
                    <a:pt x="1335929" y="3588382"/>
                  </a:lnTo>
                  <a:lnTo>
                    <a:pt x="1406221" y="3587382"/>
                  </a:lnTo>
                  <a:lnTo>
                    <a:pt x="1470632" y="3586262"/>
                  </a:lnTo>
                  <a:lnTo>
                    <a:pt x="1529916" y="3585004"/>
                  </a:lnTo>
                  <a:lnTo>
                    <a:pt x="1584989" y="3583588"/>
                  </a:lnTo>
                  <a:lnTo>
                    <a:pt x="1636819" y="3581995"/>
                  </a:lnTo>
                  <a:lnTo>
                    <a:pt x="1686337" y="3580205"/>
                  </a:lnTo>
                  <a:lnTo>
                    <a:pt x="1719082" y="3578873"/>
                  </a:lnTo>
                  <a:lnTo>
                    <a:pt x="1771828" y="3576486"/>
                  </a:lnTo>
                  <a:lnTo>
                    <a:pt x="1824070" y="3573839"/>
                  </a:lnTo>
                  <a:lnTo>
                    <a:pt x="1876402" y="3570929"/>
                  </a:lnTo>
                  <a:lnTo>
                    <a:pt x="1929212" y="3567764"/>
                  </a:lnTo>
                  <a:lnTo>
                    <a:pt x="1982711" y="3564361"/>
                  </a:lnTo>
                  <a:lnTo>
                    <a:pt x="2036957" y="3560753"/>
                  </a:lnTo>
                  <a:lnTo>
                    <a:pt x="2091874" y="3556982"/>
                  </a:lnTo>
                  <a:lnTo>
                    <a:pt x="2147281" y="3553098"/>
                  </a:lnTo>
                  <a:lnTo>
                    <a:pt x="2202925" y="3549163"/>
                  </a:lnTo>
                  <a:lnTo>
                    <a:pt x="2258520" y="3545239"/>
                  </a:lnTo>
                  <a:lnTo>
                    <a:pt x="2313785" y="3541388"/>
                  </a:lnTo>
                  <a:lnTo>
                    <a:pt x="2368489" y="3537666"/>
                  </a:lnTo>
                  <a:lnTo>
                    <a:pt x="2422483" y="3534124"/>
                  </a:lnTo>
                  <a:lnTo>
                    <a:pt x="2475733" y="3530800"/>
                  </a:lnTo>
                  <a:lnTo>
                    <a:pt x="2528348" y="3527720"/>
                  </a:lnTo>
                  <a:lnTo>
                    <a:pt x="2580595" y="3524900"/>
                  </a:lnTo>
                  <a:lnTo>
                    <a:pt x="2632931" y="3522342"/>
                  </a:lnTo>
                  <a:lnTo>
                    <a:pt x="2667772" y="3520798"/>
                  </a:lnTo>
                  <a:lnTo>
                    <a:pt x="2716190" y="3518871"/>
                  </a:lnTo>
                  <a:lnTo>
                    <a:pt x="2766353" y="3517146"/>
                  </a:lnTo>
                  <a:lnTo>
                    <a:pt x="2819117" y="3515611"/>
                  </a:lnTo>
                  <a:lnTo>
                    <a:pt x="2875436" y="3514248"/>
                  </a:lnTo>
                  <a:lnTo>
                    <a:pt x="2936269" y="3513037"/>
                  </a:lnTo>
                  <a:lnTo>
                    <a:pt x="3002494" y="3511957"/>
                  </a:lnTo>
                  <a:lnTo>
                    <a:pt x="3074785" y="3510992"/>
                  </a:lnTo>
                  <a:lnTo>
                    <a:pt x="3153450" y="3510130"/>
                  </a:lnTo>
                  <a:lnTo>
                    <a:pt x="3238222" y="3509360"/>
                  </a:lnTo>
                  <a:lnTo>
                    <a:pt x="3328017" y="3508678"/>
                  </a:lnTo>
                  <a:lnTo>
                    <a:pt x="3420718" y="3508082"/>
                  </a:lnTo>
                  <a:lnTo>
                    <a:pt x="3513086" y="3507574"/>
                  </a:lnTo>
                  <a:lnTo>
                    <a:pt x="3600917" y="3507156"/>
                  </a:lnTo>
                  <a:lnTo>
                    <a:pt x="3679561" y="3506829"/>
                  </a:lnTo>
                  <a:lnTo>
                    <a:pt x="3744771" y="3506589"/>
                  </a:lnTo>
                  <a:lnTo>
                    <a:pt x="3793674" y="3506430"/>
                  </a:lnTo>
                  <a:lnTo>
                    <a:pt x="3825558" y="3506337"/>
                  </a:lnTo>
                  <a:lnTo>
                    <a:pt x="3842198" y="3506293"/>
                  </a:lnTo>
                  <a:lnTo>
                    <a:pt x="3847702" y="3506280"/>
                  </a:lnTo>
                  <a:lnTo>
                    <a:pt x="3848118" y="3506280"/>
                  </a:lnTo>
                  <a:lnTo>
                    <a:pt x="4386855" y="3506280"/>
                  </a:lnTo>
                  <a:lnTo>
                    <a:pt x="4387821" y="3506194"/>
                  </a:lnTo>
                  <a:lnTo>
                    <a:pt x="4394168" y="3505581"/>
                  </a:lnTo>
                  <a:lnTo>
                    <a:pt x="4410151" y="3503888"/>
                  </a:lnTo>
                  <a:lnTo>
                    <a:pt x="4438679" y="3500556"/>
                  </a:lnTo>
                  <a:lnTo>
                    <a:pt x="4481094" y="3495074"/>
                  </a:lnTo>
                  <a:lnTo>
                    <a:pt x="4537074" y="3487030"/>
                  </a:lnTo>
                  <a:lnTo>
                    <a:pt x="4604784" y="3476151"/>
                  </a:lnTo>
                  <a:lnTo>
                    <a:pt x="4681313" y="3462310"/>
                  </a:lnTo>
                  <a:lnTo>
                    <a:pt x="4763250" y="3445495"/>
                  </a:lnTo>
                  <a:lnTo>
                    <a:pt x="4847256" y="3425763"/>
                  </a:lnTo>
                  <a:lnTo>
                    <a:pt x="4930482" y="3403175"/>
                  </a:lnTo>
                  <a:lnTo>
                    <a:pt x="5010789" y="3377752"/>
                  </a:lnTo>
                  <a:lnTo>
                    <a:pt x="5086788" y="3349432"/>
                  </a:lnTo>
                  <a:lnTo>
                    <a:pt x="5157761" y="3318055"/>
                  </a:lnTo>
                  <a:lnTo>
                    <a:pt x="5223524" y="3283350"/>
                  </a:lnTo>
                  <a:lnTo>
                    <a:pt x="5284280" y="3244937"/>
                  </a:lnTo>
                  <a:lnTo>
                    <a:pt x="5340489" y="3202337"/>
                  </a:lnTo>
                  <a:lnTo>
                    <a:pt x="5392771" y="3154990"/>
                  </a:lnTo>
                  <a:lnTo>
                    <a:pt x="5441820" y="3102287"/>
                  </a:lnTo>
                  <a:lnTo>
                    <a:pt x="5488351" y="3043629"/>
                  </a:lnTo>
                  <a:lnTo>
                    <a:pt x="5533047" y="2978527"/>
                  </a:lnTo>
                  <a:lnTo>
                    <a:pt x="5567201" y="2922807"/>
                  </a:lnTo>
                  <a:lnTo>
                    <a:pt x="5599699" y="2865091"/>
                  </a:lnTo>
                  <a:lnTo>
                    <a:pt x="5631901" y="2803488"/>
                  </a:lnTo>
                  <a:lnTo>
                    <a:pt x="5663976" y="2737918"/>
                  </a:lnTo>
                  <a:lnTo>
                    <a:pt x="5696060" y="2668355"/>
                  </a:lnTo>
                  <a:lnTo>
                    <a:pt x="5728256" y="2594828"/>
                  </a:lnTo>
                  <a:lnTo>
                    <a:pt x="5760645" y="2517432"/>
                  </a:lnTo>
                  <a:lnTo>
                    <a:pt x="5793279" y="2436328"/>
                  </a:lnTo>
                  <a:lnTo>
                    <a:pt x="5826188" y="2351745"/>
                  </a:lnTo>
                  <a:lnTo>
                    <a:pt x="5859381" y="2263982"/>
                  </a:lnTo>
                  <a:lnTo>
                    <a:pt x="5892849" y="2173407"/>
                  </a:lnTo>
                  <a:lnTo>
                    <a:pt x="5926564" y="2080448"/>
                  </a:lnTo>
                  <a:lnTo>
                    <a:pt x="5960485" y="1985590"/>
                  </a:lnTo>
                  <a:lnTo>
                    <a:pt x="5994560" y="1889363"/>
                  </a:lnTo>
                  <a:lnTo>
                    <a:pt x="6028726" y="1792330"/>
                  </a:lnTo>
                  <a:lnTo>
                    <a:pt x="6062918" y="1695077"/>
                  </a:lnTo>
                  <a:lnTo>
                    <a:pt x="6097067" y="1598192"/>
                  </a:lnTo>
                  <a:lnTo>
                    <a:pt x="6131109" y="1502255"/>
                  </a:lnTo>
                  <a:lnTo>
                    <a:pt x="6164983" y="1407824"/>
                  </a:lnTo>
                  <a:lnTo>
                    <a:pt x="6198640" y="1315418"/>
                  </a:lnTo>
                  <a:lnTo>
                    <a:pt x="6232041" y="1225508"/>
                  </a:lnTo>
                  <a:lnTo>
                    <a:pt x="6265164" y="1138509"/>
                  </a:lnTo>
                  <a:lnTo>
                    <a:pt x="6298002" y="1054771"/>
                  </a:lnTo>
                  <a:lnTo>
                    <a:pt x="6330571" y="974575"/>
                  </a:lnTo>
                  <a:lnTo>
                    <a:pt x="6362905" y="898135"/>
                  </a:lnTo>
                  <a:lnTo>
                    <a:pt x="6395066" y="825594"/>
                  </a:lnTo>
                  <a:lnTo>
                    <a:pt x="6427136" y="757029"/>
                  </a:lnTo>
                  <a:lnTo>
                    <a:pt x="6459229" y="692456"/>
                  </a:lnTo>
                  <a:lnTo>
                    <a:pt x="6491488" y="631835"/>
                  </a:lnTo>
                  <a:lnTo>
                    <a:pt x="6515891" y="588917"/>
                  </a:lnTo>
                  <a:lnTo>
                    <a:pt x="6559567" y="518585"/>
                  </a:lnTo>
                  <a:lnTo>
                    <a:pt x="6604605" y="454905"/>
                  </a:lnTo>
                  <a:lnTo>
                    <a:pt x="6651620" y="397579"/>
                  </a:lnTo>
                  <a:lnTo>
                    <a:pt x="6701306" y="346084"/>
                  </a:lnTo>
                  <a:lnTo>
                    <a:pt x="6754378" y="299812"/>
                  </a:lnTo>
                  <a:lnTo>
                    <a:pt x="6811520" y="258161"/>
                  </a:lnTo>
                  <a:lnTo>
                    <a:pt x="6873324" y="220585"/>
                  </a:lnTo>
                  <a:lnTo>
                    <a:pt x="6940205" y="186627"/>
                  </a:lnTo>
                  <a:lnTo>
                    <a:pt x="7012295" y="155928"/>
                  </a:lnTo>
                  <a:lnTo>
                    <a:pt x="7089306" y="128244"/>
                  </a:lnTo>
                  <a:lnTo>
                    <a:pt x="7170385" y="103434"/>
                  </a:lnTo>
                  <a:lnTo>
                    <a:pt x="7253986" y="81459"/>
                  </a:lnTo>
                  <a:lnTo>
                    <a:pt x="7337808" y="62351"/>
                  </a:lnTo>
                  <a:lnTo>
                    <a:pt x="7418871" y="46174"/>
                  </a:lnTo>
                  <a:lnTo>
                    <a:pt x="7493778" y="32977"/>
                  </a:lnTo>
                  <a:lnTo>
                    <a:pt x="7559175" y="22725"/>
                  </a:lnTo>
                  <a:lnTo>
                    <a:pt x="7612335" y="15262"/>
                  </a:lnTo>
                  <a:lnTo>
                    <a:pt x="7651724" y="10283"/>
                  </a:lnTo>
                  <a:lnTo>
                    <a:pt x="7677375" y="7350"/>
                  </a:lnTo>
                  <a:lnTo>
                    <a:pt x="7690982" y="5938"/>
                  </a:lnTo>
                  <a:lnTo>
                    <a:pt x="7695766" y="548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1" y="85"/>
                  </a:lnTo>
                  <a:lnTo>
                    <a:pt x="7688924" y="698"/>
                  </a:lnTo>
                  <a:lnTo>
                    <a:pt x="7672941" y="2391"/>
                  </a:lnTo>
                  <a:lnTo>
                    <a:pt x="7644414" y="5723"/>
                  </a:lnTo>
                  <a:lnTo>
                    <a:pt x="7601998" y="11205"/>
                  </a:lnTo>
                  <a:lnTo>
                    <a:pt x="7546019" y="19249"/>
                  </a:lnTo>
                  <a:lnTo>
                    <a:pt x="7478309" y="30128"/>
                  </a:lnTo>
                  <a:lnTo>
                    <a:pt x="7401780" y="43969"/>
                  </a:lnTo>
                  <a:lnTo>
                    <a:pt x="7319842" y="60784"/>
                  </a:lnTo>
                  <a:lnTo>
                    <a:pt x="7235836" y="80516"/>
                  </a:lnTo>
                  <a:lnTo>
                    <a:pt x="7152610" y="103104"/>
                  </a:lnTo>
                  <a:lnTo>
                    <a:pt x="7072304" y="128527"/>
                  </a:lnTo>
                  <a:lnTo>
                    <a:pt x="6996304" y="156847"/>
                  </a:lnTo>
                  <a:lnTo>
                    <a:pt x="6925331" y="188224"/>
                  </a:lnTo>
                  <a:lnTo>
                    <a:pt x="6859568" y="222929"/>
                  </a:lnTo>
                  <a:lnTo>
                    <a:pt x="6798813" y="261342"/>
                  </a:lnTo>
                  <a:lnTo>
                    <a:pt x="6742603" y="303942"/>
                  </a:lnTo>
                  <a:lnTo>
                    <a:pt x="6690322" y="351289"/>
                  </a:lnTo>
                  <a:lnTo>
                    <a:pt x="6641273" y="403992"/>
                  </a:lnTo>
                  <a:lnTo>
                    <a:pt x="6594741" y="462650"/>
                  </a:lnTo>
                  <a:lnTo>
                    <a:pt x="6550046" y="527752"/>
                  </a:lnTo>
                  <a:lnTo>
                    <a:pt x="6515891" y="583472"/>
                  </a:lnTo>
                  <a:lnTo>
                    <a:pt x="6483394" y="641188"/>
                  </a:lnTo>
                  <a:lnTo>
                    <a:pt x="6451192" y="702791"/>
                  </a:lnTo>
                  <a:lnTo>
                    <a:pt x="6419116" y="768361"/>
                  </a:lnTo>
                  <a:lnTo>
                    <a:pt x="6387033" y="837924"/>
                  </a:lnTo>
                  <a:lnTo>
                    <a:pt x="6354836" y="911451"/>
                  </a:lnTo>
                  <a:lnTo>
                    <a:pt x="6322447" y="988847"/>
                  </a:lnTo>
                  <a:lnTo>
                    <a:pt x="6289814" y="1069951"/>
                  </a:lnTo>
                  <a:lnTo>
                    <a:pt x="6256905" y="1154534"/>
                  </a:lnTo>
                  <a:lnTo>
                    <a:pt x="6223712" y="1242297"/>
                  </a:lnTo>
                  <a:lnTo>
                    <a:pt x="6190244" y="1332872"/>
                  </a:lnTo>
                  <a:lnTo>
                    <a:pt x="6156528" y="1425831"/>
                  </a:lnTo>
                  <a:lnTo>
                    <a:pt x="6122607" y="1520689"/>
                  </a:lnTo>
                  <a:lnTo>
                    <a:pt x="6088532" y="1616916"/>
                  </a:lnTo>
                  <a:lnTo>
                    <a:pt x="6054366" y="1713949"/>
                  </a:lnTo>
                  <a:lnTo>
                    <a:pt x="6020175" y="1811202"/>
                  </a:lnTo>
                  <a:lnTo>
                    <a:pt x="5986025" y="1908087"/>
                  </a:lnTo>
                  <a:lnTo>
                    <a:pt x="5951983" y="2004024"/>
                  </a:lnTo>
                  <a:lnTo>
                    <a:pt x="5918109" y="2098455"/>
                  </a:lnTo>
                  <a:lnTo>
                    <a:pt x="5884452" y="2190861"/>
                  </a:lnTo>
                  <a:lnTo>
                    <a:pt x="5851051" y="2280771"/>
                  </a:lnTo>
                  <a:lnTo>
                    <a:pt x="5817929" y="2367770"/>
                  </a:lnTo>
                  <a:lnTo>
                    <a:pt x="5785090" y="2451508"/>
                  </a:lnTo>
                  <a:lnTo>
                    <a:pt x="5752522" y="2531704"/>
                  </a:lnTo>
                  <a:lnTo>
                    <a:pt x="5720187" y="2608144"/>
                  </a:lnTo>
                  <a:lnTo>
                    <a:pt x="5688027" y="2680685"/>
                  </a:lnTo>
                  <a:lnTo>
                    <a:pt x="5655956" y="2749250"/>
                  </a:lnTo>
                  <a:lnTo>
                    <a:pt x="5623863" y="2813823"/>
                  </a:lnTo>
                  <a:lnTo>
                    <a:pt x="5591605" y="2874444"/>
                  </a:lnTo>
                  <a:lnTo>
                    <a:pt x="5567201" y="2917362"/>
                  </a:lnTo>
                  <a:lnTo>
                    <a:pt x="5523525" y="2987694"/>
                  </a:lnTo>
                  <a:lnTo>
                    <a:pt x="5478488" y="3051374"/>
                  </a:lnTo>
                  <a:lnTo>
                    <a:pt x="5431473" y="3108700"/>
                  </a:lnTo>
                  <a:lnTo>
                    <a:pt x="5381786" y="3160195"/>
                  </a:lnTo>
                  <a:lnTo>
                    <a:pt x="5328715" y="3206467"/>
                  </a:lnTo>
                  <a:lnTo>
                    <a:pt x="5271572" y="3248118"/>
                  </a:lnTo>
                  <a:lnTo>
                    <a:pt x="5209768" y="3285694"/>
                  </a:lnTo>
                  <a:lnTo>
                    <a:pt x="5142887" y="3319652"/>
                  </a:lnTo>
                  <a:lnTo>
                    <a:pt x="5070797" y="3350351"/>
                  </a:lnTo>
                  <a:lnTo>
                    <a:pt x="4993787" y="3378035"/>
                  </a:lnTo>
                  <a:lnTo>
                    <a:pt x="4912707" y="3402845"/>
                  </a:lnTo>
                  <a:lnTo>
                    <a:pt x="4829106" y="3424820"/>
                  </a:lnTo>
                  <a:lnTo>
                    <a:pt x="4745284" y="3443928"/>
                  </a:lnTo>
                  <a:lnTo>
                    <a:pt x="4664221" y="3460105"/>
                  </a:lnTo>
                  <a:lnTo>
                    <a:pt x="4589314" y="3473302"/>
                  </a:lnTo>
                  <a:lnTo>
                    <a:pt x="4523918" y="3483554"/>
                  </a:lnTo>
                  <a:lnTo>
                    <a:pt x="4470757" y="3491017"/>
                  </a:lnTo>
                  <a:lnTo>
                    <a:pt x="4431368" y="3495997"/>
                  </a:lnTo>
                  <a:lnTo>
                    <a:pt x="4405718" y="3498929"/>
                  </a:lnTo>
                  <a:lnTo>
                    <a:pt x="4392110" y="3500341"/>
                  </a:lnTo>
                  <a:lnTo>
                    <a:pt x="4387327" y="3500794"/>
                  </a:lnTo>
                  <a:lnTo>
                    <a:pt x="4386855" y="3500835"/>
                  </a:lnTo>
                  <a:lnTo>
                    <a:pt x="3848118" y="3500835"/>
                  </a:lnTo>
                  <a:lnTo>
                    <a:pt x="3846816" y="3500838"/>
                  </a:lnTo>
                  <a:lnTo>
                    <a:pt x="3838318" y="3500859"/>
                  </a:lnTo>
                  <a:lnTo>
                    <a:pt x="3817134" y="3500916"/>
                  </a:lnTo>
                  <a:lnTo>
                    <a:pt x="3779868" y="3501029"/>
                  </a:lnTo>
                  <a:lnTo>
                    <a:pt x="3725546" y="3501212"/>
                  </a:lnTo>
                  <a:lnTo>
                    <a:pt x="3655632" y="3501479"/>
                  </a:lnTo>
                  <a:lnTo>
                    <a:pt x="3573542" y="3501836"/>
                  </a:lnTo>
                  <a:lnTo>
                    <a:pt x="3483758" y="3502283"/>
                  </a:lnTo>
                  <a:lnTo>
                    <a:pt x="3390865" y="3502819"/>
                  </a:lnTo>
                  <a:lnTo>
                    <a:pt x="3298796" y="3503442"/>
                  </a:lnTo>
                  <a:lnTo>
                    <a:pt x="3210433" y="3504152"/>
                  </a:lnTo>
                  <a:lnTo>
                    <a:pt x="3127545" y="3504951"/>
                  </a:lnTo>
                  <a:lnTo>
                    <a:pt x="3050926" y="3505845"/>
                  </a:lnTo>
                  <a:lnTo>
                    <a:pt x="2980634" y="3506845"/>
                  </a:lnTo>
                  <a:lnTo>
                    <a:pt x="2916223" y="3507965"/>
                  </a:lnTo>
                  <a:lnTo>
                    <a:pt x="2856938" y="3509223"/>
                  </a:lnTo>
                  <a:lnTo>
                    <a:pt x="2801865" y="3510639"/>
                  </a:lnTo>
                  <a:lnTo>
                    <a:pt x="2750036" y="3512233"/>
                  </a:lnTo>
                  <a:lnTo>
                    <a:pt x="2700518" y="3514022"/>
                  </a:lnTo>
                  <a:lnTo>
                    <a:pt x="2667772" y="3515354"/>
                  </a:lnTo>
                  <a:lnTo>
                    <a:pt x="2615026" y="3517741"/>
                  </a:lnTo>
                  <a:lnTo>
                    <a:pt x="2562785" y="3520388"/>
                  </a:lnTo>
                  <a:lnTo>
                    <a:pt x="2510453" y="3523298"/>
                  </a:lnTo>
                  <a:lnTo>
                    <a:pt x="2457643" y="3526464"/>
                  </a:lnTo>
                  <a:lnTo>
                    <a:pt x="2404143" y="3529866"/>
                  </a:lnTo>
                  <a:lnTo>
                    <a:pt x="2349897" y="3533474"/>
                  </a:lnTo>
                  <a:lnTo>
                    <a:pt x="2294980" y="3537245"/>
                  </a:lnTo>
                  <a:lnTo>
                    <a:pt x="2239573" y="3541129"/>
                  </a:lnTo>
                  <a:lnTo>
                    <a:pt x="2183929" y="3545064"/>
                  </a:lnTo>
                  <a:lnTo>
                    <a:pt x="2128335" y="3548988"/>
                  </a:lnTo>
                  <a:lnTo>
                    <a:pt x="2073070" y="3552839"/>
                  </a:lnTo>
                  <a:lnTo>
                    <a:pt x="2018366" y="3556561"/>
                  </a:lnTo>
                  <a:lnTo>
                    <a:pt x="1964372" y="3560103"/>
                  </a:lnTo>
                  <a:lnTo>
                    <a:pt x="1911121" y="3563427"/>
                  </a:lnTo>
                  <a:lnTo>
                    <a:pt x="1858507" y="3566507"/>
                  </a:lnTo>
                  <a:lnTo>
                    <a:pt x="1806259" y="3569327"/>
                  </a:lnTo>
                  <a:lnTo>
                    <a:pt x="1753924" y="3571885"/>
                  </a:lnTo>
                  <a:lnTo>
                    <a:pt x="1719082" y="3573429"/>
                  </a:lnTo>
                  <a:lnTo>
                    <a:pt x="1670664" y="3575356"/>
                  </a:lnTo>
                  <a:lnTo>
                    <a:pt x="1620501" y="3577081"/>
                  </a:lnTo>
                  <a:lnTo>
                    <a:pt x="1567737" y="3578616"/>
                  </a:lnTo>
                  <a:lnTo>
                    <a:pt x="1511419" y="3579979"/>
                  </a:lnTo>
                  <a:lnTo>
                    <a:pt x="1450586" y="3581190"/>
                  </a:lnTo>
                  <a:lnTo>
                    <a:pt x="1384361" y="3582270"/>
                  </a:lnTo>
                  <a:lnTo>
                    <a:pt x="1312070" y="3583235"/>
                  </a:lnTo>
                  <a:lnTo>
                    <a:pt x="1233404" y="3584097"/>
                  </a:lnTo>
                  <a:lnTo>
                    <a:pt x="1148632" y="3584867"/>
                  </a:lnTo>
                  <a:lnTo>
                    <a:pt x="1058838" y="3585549"/>
                  </a:lnTo>
                  <a:lnTo>
                    <a:pt x="966136" y="3586145"/>
                  </a:lnTo>
                  <a:lnTo>
                    <a:pt x="873769" y="3586653"/>
                  </a:lnTo>
                  <a:lnTo>
                    <a:pt x="785938" y="3587071"/>
                  </a:lnTo>
                  <a:lnTo>
                    <a:pt x="707293" y="3587398"/>
                  </a:lnTo>
                  <a:lnTo>
                    <a:pt x="642083" y="3587638"/>
                  </a:lnTo>
                  <a:lnTo>
                    <a:pt x="593181" y="3587797"/>
                  </a:lnTo>
                  <a:lnTo>
                    <a:pt x="561296" y="3587890"/>
                  </a:lnTo>
                  <a:lnTo>
                    <a:pt x="544656" y="3587934"/>
                  </a:lnTo>
                  <a:lnTo>
                    <a:pt x="539153" y="3587947"/>
                  </a:lnTo>
                  <a:lnTo>
                    <a:pt x="538736" y="3587948"/>
                  </a:lnTo>
                  <a:lnTo>
                    <a:pt x="0" y="3587948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70" name="pl2070"/>
            <p:cNvSpPr/>
            <p:nvPr/>
          </p:nvSpPr>
          <p:spPr>
            <a:xfrm>
              <a:off x="546595" y="2443707"/>
              <a:ext cx="8234974" cy="3587948"/>
            </a:xfrm>
            <a:custGeom>
              <a:avLst/>
              <a:pathLst>
                <a:path w="8234974" h="3587948">
                  <a:moveTo>
                    <a:pt x="0" y="3587948"/>
                  </a:moveTo>
                  <a:lnTo>
                    <a:pt x="538736" y="3587948"/>
                  </a:lnTo>
                  <a:lnTo>
                    <a:pt x="540039" y="3587945"/>
                  </a:lnTo>
                  <a:lnTo>
                    <a:pt x="548537" y="3587924"/>
                  </a:lnTo>
                  <a:lnTo>
                    <a:pt x="569721" y="3587867"/>
                  </a:lnTo>
                  <a:lnTo>
                    <a:pt x="606987" y="3587754"/>
                  </a:lnTo>
                  <a:lnTo>
                    <a:pt x="661309" y="3587570"/>
                  </a:lnTo>
                  <a:lnTo>
                    <a:pt x="731222" y="3587303"/>
                  </a:lnTo>
                  <a:lnTo>
                    <a:pt x="813313" y="3586947"/>
                  </a:lnTo>
                  <a:lnTo>
                    <a:pt x="903097" y="3586500"/>
                  </a:lnTo>
                  <a:lnTo>
                    <a:pt x="995990" y="3585964"/>
                  </a:lnTo>
                  <a:lnTo>
                    <a:pt x="1088059" y="3585340"/>
                  </a:lnTo>
                  <a:lnTo>
                    <a:pt x="1176421" y="3584630"/>
                  </a:lnTo>
                  <a:lnTo>
                    <a:pt x="1259310" y="3583831"/>
                  </a:lnTo>
                  <a:lnTo>
                    <a:pt x="1335929" y="3582937"/>
                  </a:lnTo>
                  <a:lnTo>
                    <a:pt x="1406221" y="3581937"/>
                  </a:lnTo>
                  <a:lnTo>
                    <a:pt x="1470632" y="3580817"/>
                  </a:lnTo>
                  <a:lnTo>
                    <a:pt x="1529916" y="3579560"/>
                  </a:lnTo>
                  <a:lnTo>
                    <a:pt x="1584989" y="3578144"/>
                  </a:lnTo>
                  <a:lnTo>
                    <a:pt x="1636819" y="3576550"/>
                  </a:lnTo>
                  <a:lnTo>
                    <a:pt x="1686337" y="3574761"/>
                  </a:lnTo>
                  <a:lnTo>
                    <a:pt x="1719082" y="3573429"/>
                  </a:lnTo>
                  <a:lnTo>
                    <a:pt x="1771828" y="3571041"/>
                  </a:lnTo>
                  <a:lnTo>
                    <a:pt x="1824070" y="3568394"/>
                  </a:lnTo>
                  <a:lnTo>
                    <a:pt x="1876402" y="3565484"/>
                  </a:lnTo>
                  <a:lnTo>
                    <a:pt x="1929212" y="3562319"/>
                  </a:lnTo>
                  <a:lnTo>
                    <a:pt x="1982711" y="3558917"/>
                  </a:lnTo>
                  <a:lnTo>
                    <a:pt x="2036957" y="3555309"/>
                  </a:lnTo>
                  <a:lnTo>
                    <a:pt x="2091874" y="3551537"/>
                  </a:lnTo>
                  <a:lnTo>
                    <a:pt x="2147281" y="3547654"/>
                  </a:lnTo>
                  <a:lnTo>
                    <a:pt x="2202925" y="3543719"/>
                  </a:lnTo>
                  <a:lnTo>
                    <a:pt x="2258520" y="3539795"/>
                  </a:lnTo>
                  <a:lnTo>
                    <a:pt x="2313785" y="3535943"/>
                  </a:lnTo>
                  <a:lnTo>
                    <a:pt x="2368489" y="3532222"/>
                  </a:lnTo>
                  <a:lnTo>
                    <a:pt x="2422483" y="3528680"/>
                  </a:lnTo>
                  <a:lnTo>
                    <a:pt x="2475733" y="3525356"/>
                  </a:lnTo>
                  <a:lnTo>
                    <a:pt x="2528348" y="3522276"/>
                  </a:lnTo>
                  <a:lnTo>
                    <a:pt x="2580595" y="3519456"/>
                  </a:lnTo>
                  <a:lnTo>
                    <a:pt x="2632931" y="3516898"/>
                  </a:lnTo>
                  <a:lnTo>
                    <a:pt x="2667772" y="3515354"/>
                  </a:lnTo>
                  <a:lnTo>
                    <a:pt x="2716190" y="3513426"/>
                  </a:lnTo>
                  <a:lnTo>
                    <a:pt x="2766353" y="3511701"/>
                  </a:lnTo>
                  <a:lnTo>
                    <a:pt x="2819117" y="3510166"/>
                  </a:lnTo>
                  <a:lnTo>
                    <a:pt x="2875436" y="3508804"/>
                  </a:lnTo>
                  <a:lnTo>
                    <a:pt x="2936269" y="3507592"/>
                  </a:lnTo>
                  <a:lnTo>
                    <a:pt x="3002494" y="3506513"/>
                  </a:lnTo>
                  <a:lnTo>
                    <a:pt x="3074785" y="3505548"/>
                  </a:lnTo>
                  <a:lnTo>
                    <a:pt x="3153450" y="3504685"/>
                  </a:lnTo>
                  <a:lnTo>
                    <a:pt x="3238222" y="3503915"/>
                  </a:lnTo>
                  <a:lnTo>
                    <a:pt x="3328017" y="3503233"/>
                  </a:lnTo>
                  <a:lnTo>
                    <a:pt x="3420718" y="3502637"/>
                  </a:lnTo>
                  <a:lnTo>
                    <a:pt x="3513086" y="3502129"/>
                  </a:lnTo>
                  <a:lnTo>
                    <a:pt x="3600917" y="3501711"/>
                  </a:lnTo>
                  <a:lnTo>
                    <a:pt x="3679561" y="3501384"/>
                  </a:lnTo>
                  <a:lnTo>
                    <a:pt x="3744771" y="3501145"/>
                  </a:lnTo>
                  <a:lnTo>
                    <a:pt x="3793674" y="3500985"/>
                  </a:lnTo>
                  <a:lnTo>
                    <a:pt x="3825558" y="3500892"/>
                  </a:lnTo>
                  <a:lnTo>
                    <a:pt x="3842198" y="3500849"/>
                  </a:lnTo>
                  <a:lnTo>
                    <a:pt x="3847702" y="3500836"/>
                  </a:lnTo>
                  <a:lnTo>
                    <a:pt x="3848118" y="3500835"/>
                  </a:lnTo>
                  <a:lnTo>
                    <a:pt x="4386855" y="3500835"/>
                  </a:lnTo>
                  <a:lnTo>
                    <a:pt x="4387821" y="3500749"/>
                  </a:lnTo>
                  <a:lnTo>
                    <a:pt x="4394168" y="3500137"/>
                  </a:lnTo>
                  <a:lnTo>
                    <a:pt x="4410151" y="3498444"/>
                  </a:lnTo>
                  <a:lnTo>
                    <a:pt x="4438679" y="3495112"/>
                  </a:lnTo>
                  <a:lnTo>
                    <a:pt x="4481094" y="3489630"/>
                  </a:lnTo>
                  <a:lnTo>
                    <a:pt x="4537074" y="3481585"/>
                  </a:lnTo>
                  <a:lnTo>
                    <a:pt x="4604784" y="3470706"/>
                  </a:lnTo>
                  <a:lnTo>
                    <a:pt x="4681313" y="3456865"/>
                  </a:lnTo>
                  <a:lnTo>
                    <a:pt x="4763250" y="3440051"/>
                  </a:lnTo>
                  <a:lnTo>
                    <a:pt x="4847256" y="3420318"/>
                  </a:lnTo>
                  <a:lnTo>
                    <a:pt x="4930482" y="3397731"/>
                  </a:lnTo>
                  <a:lnTo>
                    <a:pt x="5010789" y="3372307"/>
                  </a:lnTo>
                  <a:lnTo>
                    <a:pt x="5086788" y="3343988"/>
                  </a:lnTo>
                  <a:lnTo>
                    <a:pt x="5157761" y="3312611"/>
                  </a:lnTo>
                  <a:lnTo>
                    <a:pt x="5223524" y="3277905"/>
                  </a:lnTo>
                  <a:lnTo>
                    <a:pt x="5284280" y="3239493"/>
                  </a:lnTo>
                  <a:lnTo>
                    <a:pt x="5340489" y="3196893"/>
                  </a:lnTo>
                  <a:lnTo>
                    <a:pt x="5392771" y="3149546"/>
                  </a:lnTo>
                  <a:lnTo>
                    <a:pt x="5441820" y="3096842"/>
                  </a:lnTo>
                  <a:lnTo>
                    <a:pt x="5488351" y="3038185"/>
                  </a:lnTo>
                  <a:lnTo>
                    <a:pt x="5533047" y="2973082"/>
                  </a:lnTo>
                  <a:lnTo>
                    <a:pt x="5567201" y="2917362"/>
                  </a:lnTo>
                  <a:lnTo>
                    <a:pt x="5599699" y="2859646"/>
                  </a:lnTo>
                  <a:lnTo>
                    <a:pt x="5631901" y="2798043"/>
                  </a:lnTo>
                  <a:lnTo>
                    <a:pt x="5663976" y="2732474"/>
                  </a:lnTo>
                  <a:lnTo>
                    <a:pt x="5696060" y="2662910"/>
                  </a:lnTo>
                  <a:lnTo>
                    <a:pt x="5728256" y="2589384"/>
                  </a:lnTo>
                  <a:lnTo>
                    <a:pt x="5760645" y="2511988"/>
                  </a:lnTo>
                  <a:lnTo>
                    <a:pt x="5793279" y="2430884"/>
                  </a:lnTo>
                  <a:lnTo>
                    <a:pt x="5826188" y="2346300"/>
                  </a:lnTo>
                  <a:lnTo>
                    <a:pt x="5859381" y="2258538"/>
                  </a:lnTo>
                  <a:lnTo>
                    <a:pt x="5892849" y="2167962"/>
                  </a:lnTo>
                  <a:lnTo>
                    <a:pt x="5926564" y="2075003"/>
                  </a:lnTo>
                  <a:lnTo>
                    <a:pt x="5960485" y="1980145"/>
                  </a:lnTo>
                  <a:lnTo>
                    <a:pt x="5994560" y="1883918"/>
                  </a:lnTo>
                  <a:lnTo>
                    <a:pt x="6028726" y="1786886"/>
                  </a:lnTo>
                  <a:lnTo>
                    <a:pt x="6062918" y="1689632"/>
                  </a:lnTo>
                  <a:lnTo>
                    <a:pt x="6097067" y="1592747"/>
                  </a:lnTo>
                  <a:lnTo>
                    <a:pt x="6131109" y="1496811"/>
                  </a:lnTo>
                  <a:lnTo>
                    <a:pt x="6164983" y="1402380"/>
                  </a:lnTo>
                  <a:lnTo>
                    <a:pt x="6198640" y="1309973"/>
                  </a:lnTo>
                  <a:lnTo>
                    <a:pt x="6232041" y="1220064"/>
                  </a:lnTo>
                  <a:lnTo>
                    <a:pt x="6265164" y="1133065"/>
                  </a:lnTo>
                  <a:lnTo>
                    <a:pt x="6298002" y="1049326"/>
                  </a:lnTo>
                  <a:lnTo>
                    <a:pt x="6330571" y="969131"/>
                  </a:lnTo>
                  <a:lnTo>
                    <a:pt x="6362905" y="892691"/>
                  </a:lnTo>
                  <a:lnTo>
                    <a:pt x="6395066" y="820149"/>
                  </a:lnTo>
                  <a:lnTo>
                    <a:pt x="6427136" y="751584"/>
                  </a:lnTo>
                  <a:lnTo>
                    <a:pt x="6459229" y="687011"/>
                  </a:lnTo>
                  <a:lnTo>
                    <a:pt x="6491488" y="626390"/>
                  </a:lnTo>
                  <a:lnTo>
                    <a:pt x="6515891" y="583472"/>
                  </a:lnTo>
                  <a:lnTo>
                    <a:pt x="6559567" y="513141"/>
                  </a:lnTo>
                  <a:lnTo>
                    <a:pt x="6604605" y="449460"/>
                  </a:lnTo>
                  <a:lnTo>
                    <a:pt x="6651620" y="392135"/>
                  </a:lnTo>
                  <a:lnTo>
                    <a:pt x="6701306" y="340640"/>
                  </a:lnTo>
                  <a:lnTo>
                    <a:pt x="6754378" y="294367"/>
                  </a:lnTo>
                  <a:lnTo>
                    <a:pt x="6811520" y="252716"/>
                  </a:lnTo>
                  <a:lnTo>
                    <a:pt x="6873324" y="215141"/>
                  </a:lnTo>
                  <a:lnTo>
                    <a:pt x="6940205" y="181182"/>
                  </a:lnTo>
                  <a:lnTo>
                    <a:pt x="7012295" y="150484"/>
                  </a:lnTo>
                  <a:lnTo>
                    <a:pt x="7089306" y="122799"/>
                  </a:lnTo>
                  <a:lnTo>
                    <a:pt x="7170385" y="97990"/>
                  </a:lnTo>
                  <a:lnTo>
                    <a:pt x="7253986" y="76015"/>
                  </a:lnTo>
                  <a:lnTo>
                    <a:pt x="7337808" y="56906"/>
                  </a:lnTo>
                  <a:lnTo>
                    <a:pt x="7418871" y="40730"/>
                  </a:lnTo>
                  <a:lnTo>
                    <a:pt x="7493778" y="27532"/>
                  </a:lnTo>
                  <a:lnTo>
                    <a:pt x="7559175" y="17280"/>
                  </a:lnTo>
                  <a:lnTo>
                    <a:pt x="7612335" y="9817"/>
                  </a:lnTo>
                  <a:lnTo>
                    <a:pt x="7651724" y="4838"/>
                  </a:lnTo>
                  <a:lnTo>
                    <a:pt x="7677375" y="1906"/>
                  </a:lnTo>
                  <a:lnTo>
                    <a:pt x="7690982" y="494"/>
                  </a:lnTo>
                  <a:lnTo>
                    <a:pt x="7695766" y="4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1" name="pl2071"/>
            <p:cNvSpPr/>
            <p:nvPr/>
          </p:nvSpPr>
          <p:spPr>
            <a:xfrm>
              <a:off x="546595" y="2438262"/>
              <a:ext cx="8234974" cy="3587948"/>
            </a:xfrm>
            <a:custGeom>
              <a:avLst/>
              <a:pathLst>
                <a:path w="8234974" h="3587948">
                  <a:moveTo>
                    <a:pt x="8234974" y="0"/>
                  </a:moveTo>
                  <a:lnTo>
                    <a:pt x="7696237" y="0"/>
                  </a:lnTo>
                  <a:lnTo>
                    <a:pt x="7695271" y="85"/>
                  </a:lnTo>
                  <a:lnTo>
                    <a:pt x="7688924" y="698"/>
                  </a:lnTo>
                  <a:lnTo>
                    <a:pt x="7672941" y="2391"/>
                  </a:lnTo>
                  <a:lnTo>
                    <a:pt x="7644414" y="5723"/>
                  </a:lnTo>
                  <a:lnTo>
                    <a:pt x="7601998" y="11205"/>
                  </a:lnTo>
                  <a:lnTo>
                    <a:pt x="7546019" y="19249"/>
                  </a:lnTo>
                  <a:lnTo>
                    <a:pt x="7478309" y="30128"/>
                  </a:lnTo>
                  <a:lnTo>
                    <a:pt x="7401780" y="43969"/>
                  </a:lnTo>
                  <a:lnTo>
                    <a:pt x="7319842" y="60784"/>
                  </a:lnTo>
                  <a:lnTo>
                    <a:pt x="7235836" y="80516"/>
                  </a:lnTo>
                  <a:lnTo>
                    <a:pt x="7152610" y="103104"/>
                  </a:lnTo>
                  <a:lnTo>
                    <a:pt x="7072304" y="128527"/>
                  </a:lnTo>
                  <a:lnTo>
                    <a:pt x="6996304" y="156847"/>
                  </a:lnTo>
                  <a:lnTo>
                    <a:pt x="6925331" y="188224"/>
                  </a:lnTo>
                  <a:lnTo>
                    <a:pt x="6859568" y="222929"/>
                  </a:lnTo>
                  <a:lnTo>
                    <a:pt x="6798813" y="261342"/>
                  </a:lnTo>
                  <a:lnTo>
                    <a:pt x="6742603" y="303942"/>
                  </a:lnTo>
                  <a:lnTo>
                    <a:pt x="6690322" y="351289"/>
                  </a:lnTo>
                  <a:lnTo>
                    <a:pt x="6641273" y="403992"/>
                  </a:lnTo>
                  <a:lnTo>
                    <a:pt x="6594741" y="462650"/>
                  </a:lnTo>
                  <a:lnTo>
                    <a:pt x="6550046" y="527752"/>
                  </a:lnTo>
                  <a:lnTo>
                    <a:pt x="6515891" y="583472"/>
                  </a:lnTo>
                  <a:lnTo>
                    <a:pt x="6483394" y="641188"/>
                  </a:lnTo>
                  <a:lnTo>
                    <a:pt x="6451192" y="702791"/>
                  </a:lnTo>
                  <a:lnTo>
                    <a:pt x="6419116" y="768361"/>
                  </a:lnTo>
                  <a:lnTo>
                    <a:pt x="6387033" y="837924"/>
                  </a:lnTo>
                  <a:lnTo>
                    <a:pt x="6354836" y="911451"/>
                  </a:lnTo>
                  <a:lnTo>
                    <a:pt x="6322447" y="988847"/>
                  </a:lnTo>
                  <a:lnTo>
                    <a:pt x="6289814" y="1069951"/>
                  </a:lnTo>
                  <a:lnTo>
                    <a:pt x="6256905" y="1154534"/>
                  </a:lnTo>
                  <a:lnTo>
                    <a:pt x="6223712" y="1242297"/>
                  </a:lnTo>
                  <a:lnTo>
                    <a:pt x="6190244" y="1332872"/>
                  </a:lnTo>
                  <a:lnTo>
                    <a:pt x="6156528" y="1425831"/>
                  </a:lnTo>
                  <a:lnTo>
                    <a:pt x="6122607" y="1520689"/>
                  </a:lnTo>
                  <a:lnTo>
                    <a:pt x="6088532" y="1616916"/>
                  </a:lnTo>
                  <a:lnTo>
                    <a:pt x="6054366" y="1713949"/>
                  </a:lnTo>
                  <a:lnTo>
                    <a:pt x="6020175" y="1811202"/>
                  </a:lnTo>
                  <a:lnTo>
                    <a:pt x="5986025" y="1908087"/>
                  </a:lnTo>
                  <a:lnTo>
                    <a:pt x="5951983" y="2004024"/>
                  </a:lnTo>
                  <a:lnTo>
                    <a:pt x="5918109" y="2098455"/>
                  </a:lnTo>
                  <a:lnTo>
                    <a:pt x="5884452" y="2190861"/>
                  </a:lnTo>
                  <a:lnTo>
                    <a:pt x="5851051" y="2280771"/>
                  </a:lnTo>
                  <a:lnTo>
                    <a:pt x="5817929" y="2367770"/>
                  </a:lnTo>
                  <a:lnTo>
                    <a:pt x="5785090" y="2451508"/>
                  </a:lnTo>
                  <a:lnTo>
                    <a:pt x="5752522" y="2531704"/>
                  </a:lnTo>
                  <a:lnTo>
                    <a:pt x="5720187" y="2608144"/>
                  </a:lnTo>
                  <a:lnTo>
                    <a:pt x="5688027" y="2680685"/>
                  </a:lnTo>
                  <a:lnTo>
                    <a:pt x="5655956" y="2749250"/>
                  </a:lnTo>
                  <a:lnTo>
                    <a:pt x="5623863" y="2813823"/>
                  </a:lnTo>
                  <a:lnTo>
                    <a:pt x="5591605" y="2874444"/>
                  </a:lnTo>
                  <a:lnTo>
                    <a:pt x="5567201" y="2917362"/>
                  </a:lnTo>
                  <a:lnTo>
                    <a:pt x="5523525" y="2987694"/>
                  </a:lnTo>
                  <a:lnTo>
                    <a:pt x="5478488" y="3051374"/>
                  </a:lnTo>
                  <a:lnTo>
                    <a:pt x="5431473" y="3108700"/>
                  </a:lnTo>
                  <a:lnTo>
                    <a:pt x="5381786" y="3160195"/>
                  </a:lnTo>
                  <a:lnTo>
                    <a:pt x="5328715" y="3206467"/>
                  </a:lnTo>
                  <a:lnTo>
                    <a:pt x="5271572" y="3248118"/>
                  </a:lnTo>
                  <a:lnTo>
                    <a:pt x="5209768" y="3285694"/>
                  </a:lnTo>
                  <a:lnTo>
                    <a:pt x="5142887" y="3319652"/>
                  </a:lnTo>
                  <a:lnTo>
                    <a:pt x="5070797" y="3350351"/>
                  </a:lnTo>
                  <a:lnTo>
                    <a:pt x="4993787" y="3378035"/>
                  </a:lnTo>
                  <a:lnTo>
                    <a:pt x="4912707" y="3402845"/>
                  </a:lnTo>
                  <a:lnTo>
                    <a:pt x="4829106" y="3424820"/>
                  </a:lnTo>
                  <a:lnTo>
                    <a:pt x="4745284" y="3443928"/>
                  </a:lnTo>
                  <a:lnTo>
                    <a:pt x="4664221" y="3460105"/>
                  </a:lnTo>
                  <a:lnTo>
                    <a:pt x="4589314" y="3473302"/>
                  </a:lnTo>
                  <a:lnTo>
                    <a:pt x="4523918" y="3483554"/>
                  </a:lnTo>
                  <a:lnTo>
                    <a:pt x="4470757" y="3491017"/>
                  </a:lnTo>
                  <a:lnTo>
                    <a:pt x="4431368" y="3495997"/>
                  </a:lnTo>
                  <a:lnTo>
                    <a:pt x="4405718" y="3498929"/>
                  </a:lnTo>
                  <a:lnTo>
                    <a:pt x="4392110" y="3500341"/>
                  </a:lnTo>
                  <a:lnTo>
                    <a:pt x="4387327" y="3500794"/>
                  </a:lnTo>
                  <a:lnTo>
                    <a:pt x="4386855" y="3500835"/>
                  </a:lnTo>
                  <a:lnTo>
                    <a:pt x="3848118" y="3500835"/>
                  </a:lnTo>
                  <a:lnTo>
                    <a:pt x="3846816" y="3500838"/>
                  </a:lnTo>
                  <a:lnTo>
                    <a:pt x="3838318" y="3500859"/>
                  </a:lnTo>
                  <a:lnTo>
                    <a:pt x="3817134" y="3500916"/>
                  </a:lnTo>
                  <a:lnTo>
                    <a:pt x="3779868" y="3501029"/>
                  </a:lnTo>
                  <a:lnTo>
                    <a:pt x="3725546" y="3501212"/>
                  </a:lnTo>
                  <a:lnTo>
                    <a:pt x="3655632" y="3501479"/>
                  </a:lnTo>
                  <a:lnTo>
                    <a:pt x="3573542" y="3501836"/>
                  </a:lnTo>
                  <a:lnTo>
                    <a:pt x="3483758" y="3502283"/>
                  </a:lnTo>
                  <a:lnTo>
                    <a:pt x="3390865" y="3502819"/>
                  </a:lnTo>
                  <a:lnTo>
                    <a:pt x="3298796" y="3503442"/>
                  </a:lnTo>
                  <a:lnTo>
                    <a:pt x="3210433" y="3504152"/>
                  </a:lnTo>
                  <a:lnTo>
                    <a:pt x="3127545" y="3504951"/>
                  </a:lnTo>
                  <a:lnTo>
                    <a:pt x="3050926" y="3505845"/>
                  </a:lnTo>
                  <a:lnTo>
                    <a:pt x="2980634" y="3506845"/>
                  </a:lnTo>
                  <a:lnTo>
                    <a:pt x="2916223" y="3507965"/>
                  </a:lnTo>
                  <a:lnTo>
                    <a:pt x="2856938" y="3509223"/>
                  </a:lnTo>
                  <a:lnTo>
                    <a:pt x="2801865" y="3510639"/>
                  </a:lnTo>
                  <a:lnTo>
                    <a:pt x="2750036" y="3512233"/>
                  </a:lnTo>
                  <a:lnTo>
                    <a:pt x="2700518" y="3514022"/>
                  </a:lnTo>
                  <a:lnTo>
                    <a:pt x="2667772" y="3515354"/>
                  </a:lnTo>
                  <a:lnTo>
                    <a:pt x="2615026" y="3517741"/>
                  </a:lnTo>
                  <a:lnTo>
                    <a:pt x="2562785" y="3520388"/>
                  </a:lnTo>
                  <a:lnTo>
                    <a:pt x="2510453" y="3523298"/>
                  </a:lnTo>
                  <a:lnTo>
                    <a:pt x="2457643" y="3526464"/>
                  </a:lnTo>
                  <a:lnTo>
                    <a:pt x="2404143" y="3529866"/>
                  </a:lnTo>
                  <a:lnTo>
                    <a:pt x="2349897" y="3533474"/>
                  </a:lnTo>
                  <a:lnTo>
                    <a:pt x="2294980" y="3537245"/>
                  </a:lnTo>
                  <a:lnTo>
                    <a:pt x="2239573" y="3541129"/>
                  </a:lnTo>
                  <a:lnTo>
                    <a:pt x="2183929" y="3545064"/>
                  </a:lnTo>
                  <a:lnTo>
                    <a:pt x="2128335" y="3548988"/>
                  </a:lnTo>
                  <a:lnTo>
                    <a:pt x="2073070" y="3552839"/>
                  </a:lnTo>
                  <a:lnTo>
                    <a:pt x="2018366" y="3556561"/>
                  </a:lnTo>
                  <a:lnTo>
                    <a:pt x="1964372" y="3560103"/>
                  </a:lnTo>
                  <a:lnTo>
                    <a:pt x="1911121" y="3563427"/>
                  </a:lnTo>
                  <a:lnTo>
                    <a:pt x="1858507" y="3566507"/>
                  </a:lnTo>
                  <a:lnTo>
                    <a:pt x="1806259" y="3569327"/>
                  </a:lnTo>
                  <a:lnTo>
                    <a:pt x="1753924" y="3571885"/>
                  </a:lnTo>
                  <a:lnTo>
                    <a:pt x="1719082" y="3573429"/>
                  </a:lnTo>
                  <a:lnTo>
                    <a:pt x="1670664" y="3575356"/>
                  </a:lnTo>
                  <a:lnTo>
                    <a:pt x="1620501" y="3577081"/>
                  </a:lnTo>
                  <a:lnTo>
                    <a:pt x="1567737" y="3578616"/>
                  </a:lnTo>
                  <a:lnTo>
                    <a:pt x="1511419" y="3579979"/>
                  </a:lnTo>
                  <a:lnTo>
                    <a:pt x="1450586" y="3581190"/>
                  </a:lnTo>
                  <a:lnTo>
                    <a:pt x="1384361" y="3582270"/>
                  </a:lnTo>
                  <a:lnTo>
                    <a:pt x="1312070" y="3583235"/>
                  </a:lnTo>
                  <a:lnTo>
                    <a:pt x="1233404" y="3584097"/>
                  </a:lnTo>
                  <a:lnTo>
                    <a:pt x="1148632" y="3584867"/>
                  </a:lnTo>
                  <a:lnTo>
                    <a:pt x="1058838" y="3585549"/>
                  </a:lnTo>
                  <a:lnTo>
                    <a:pt x="966136" y="3586145"/>
                  </a:lnTo>
                  <a:lnTo>
                    <a:pt x="873769" y="3586653"/>
                  </a:lnTo>
                  <a:lnTo>
                    <a:pt x="785938" y="3587071"/>
                  </a:lnTo>
                  <a:lnTo>
                    <a:pt x="707293" y="3587398"/>
                  </a:lnTo>
                  <a:lnTo>
                    <a:pt x="642083" y="3587638"/>
                  </a:lnTo>
                  <a:lnTo>
                    <a:pt x="593181" y="3587797"/>
                  </a:lnTo>
                  <a:lnTo>
                    <a:pt x="561296" y="3587890"/>
                  </a:lnTo>
                  <a:lnTo>
                    <a:pt x="544656" y="3587934"/>
                  </a:lnTo>
                  <a:lnTo>
                    <a:pt x="539153" y="3587947"/>
                  </a:lnTo>
                  <a:lnTo>
                    <a:pt x="538736" y="3587948"/>
                  </a:lnTo>
                  <a:lnTo>
                    <a:pt x="0" y="35879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2" name="pg2072"/>
            <p:cNvSpPr/>
            <p:nvPr/>
          </p:nvSpPr>
          <p:spPr>
            <a:xfrm>
              <a:off x="546595" y="766790"/>
              <a:ext cx="8234974" cy="5232197"/>
            </a:xfrm>
            <a:custGeom>
              <a:avLst/>
              <a:pathLst>
                <a:path w="8234974" h="5232197">
                  <a:moveTo>
                    <a:pt x="0" y="5232197"/>
                  </a:moveTo>
                  <a:lnTo>
                    <a:pt x="538736" y="5232197"/>
                  </a:lnTo>
                  <a:lnTo>
                    <a:pt x="539863" y="5232102"/>
                  </a:lnTo>
                  <a:lnTo>
                    <a:pt x="547243" y="5231424"/>
                  </a:lnTo>
                  <a:lnTo>
                    <a:pt x="565732" y="5229550"/>
                  </a:lnTo>
                  <a:lnTo>
                    <a:pt x="598499" y="5225867"/>
                  </a:lnTo>
                  <a:lnTo>
                    <a:pt x="646749" y="5219827"/>
                  </a:lnTo>
                  <a:lnTo>
                    <a:pt x="709649" y="5211011"/>
                  </a:lnTo>
                  <a:lnTo>
                    <a:pt x="784624" y="5199166"/>
                  </a:lnTo>
                  <a:lnTo>
                    <a:pt x="867993" y="5184200"/>
                  </a:lnTo>
                  <a:lnTo>
                    <a:pt x="955732" y="5166138"/>
                  </a:lnTo>
                  <a:lnTo>
                    <a:pt x="1044155" y="5145051"/>
                  </a:lnTo>
                  <a:lnTo>
                    <a:pt x="1130338" y="5120990"/>
                  </a:lnTo>
                  <a:lnTo>
                    <a:pt x="1212276" y="5093929"/>
                  </a:lnTo>
                  <a:lnTo>
                    <a:pt x="1288847" y="5063735"/>
                  </a:lnTo>
                  <a:lnTo>
                    <a:pt x="1359645" y="5030149"/>
                  </a:lnTo>
                  <a:lnTo>
                    <a:pt x="1424797" y="4992783"/>
                  </a:lnTo>
                  <a:lnTo>
                    <a:pt x="1484788" y="4951132"/>
                  </a:lnTo>
                  <a:lnTo>
                    <a:pt x="1540314" y="4904590"/>
                  </a:lnTo>
                  <a:lnTo>
                    <a:pt x="1592184" y="4852488"/>
                  </a:lnTo>
                  <a:lnTo>
                    <a:pt x="1641234" y="4794163"/>
                  </a:lnTo>
                  <a:lnTo>
                    <a:pt x="1688258" y="4729077"/>
                  </a:lnTo>
                  <a:lnTo>
                    <a:pt x="1719082" y="4681391"/>
                  </a:lnTo>
                  <a:lnTo>
                    <a:pt x="1752382" y="4625508"/>
                  </a:lnTo>
                  <a:lnTo>
                    <a:pt x="1785376" y="4565769"/>
                  </a:lnTo>
                  <a:lnTo>
                    <a:pt x="1818244" y="4502095"/>
                  </a:lnTo>
                  <a:lnTo>
                    <a:pt x="1851130" y="4434461"/>
                  </a:lnTo>
                  <a:lnTo>
                    <a:pt x="1884145" y="4362905"/>
                  </a:lnTo>
                  <a:lnTo>
                    <a:pt x="1917369" y="4287529"/>
                  </a:lnTo>
                  <a:lnTo>
                    <a:pt x="1950857" y="4208506"/>
                  </a:lnTo>
                  <a:lnTo>
                    <a:pt x="1984636" y="4126081"/>
                  </a:lnTo>
                  <a:lnTo>
                    <a:pt x="2018714" y="4040571"/>
                  </a:lnTo>
                  <a:lnTo>
                    <a:pt x="2053076" y="3952362"/>
                  </a:lnTo>
                  <a:lnTo>
                    <a:pt x="2087687" y="3861905"/>
                  </a:lnTo>
                  <a:lnTo>
                    <a:pt x="2122501" y="3769704"/>
                  </a:lnTo>
                  <a:lnTo>
                    <a:pt x="2157458" y="3676310"/>
                  </a:lnTo>
                  <a:lnTo>
                    <a:pt x="2192488" y="3582303"/>
                  </a:lnTo>
                  <a:lnTo>
                    <a:pt x="2227520" y="3488280"/>
                  </a:lnTo>
                  <a:lnTo>
                    <a:pt x="2262482" y="3394838"/>
                  </a:lnTo>
                  <a:lnTo>
                    <a:pt x="2297306" y="3302559"/>
                  </a:lnTo>
                  <a:lnTo>
                    <a:pt x="2331929" y="3211995"/>
                  </a:lnTo>
                  <a:lnTo>
                    <a:pt x="2366305" y="3123654"/>
                  </a:lnTo>
                  <a:lnTo>
                    <a:pt x="2400399" y="3037989"/>
                  </a:lnTo>
                  <a:lnTo>
                    <a:pt x="2434195" y="2955390"/>
                  </a:lnTo>
                  <a:lnTo>
                    <a:pt x="2467697" y="2876178"/>
                  </a:lnTo>
                  <a:lnTo>
                    <a:pt x="2500935" y="2800601"/>
                  </a:lnTo>
                  <a:lnTo>
                    <a:pt x="2533959" y="2728837"/>
                  </a:lnTo>
                  <a:lnTo>
                    <a:pt x="2566849" y="2660992"/>
                  </a:lnTo>
                  <a:lnTo>
                    <a:pt x="2599715" y="2597105"/>
                  </a:lnTo>
                  <a:lnTo>
                    <a:pt x="2632698" y="2537157"/>
                  </a:lnTo>
                  <a:lnTo>
                    <a:pt x="2665976" y="2481070"/>
                  </a:lnTo>
                  <a:lnTo>
                    <a:pt x="2667772" y="2478170"/>
                  </a:lnTo>
                  <a:lnTo>
                    <a:pt x="2713831" y="2408384"/>
                  </a:lnTo>
                  <a:lnTo>
                    <a:pt x="2761437" y="2345559"/>
                  </a:lnTo>
                  <a:lnTo>
                    <a:pt x="2811319" y="2289343"/>
                  </a:lnTo>
                  <a:lnTo>
                    <a:pt x="2864296" y="2239138"/>
                  </a:lnTo>
                  <a:lnTo>
                    <a:pt x="2921200" y="2194270"/>
                  </a:lnTo>
                  <a:lnTo>
                    <a:pt x="2982814" y="2154086"/>
                  </a:lnTo>
                  <a:lnTo>
                    <a:pt x="3049777" y="2118010"/>
                  </a:lnTo>
                  <a:lnTo>
                    <a:pt x="3122475" y="2085572"/>
                  </a:lnTo>
                  <a:lnTo>
                    <a:pt x="3200881" y="2056427"/>
                  </a:lnTo>
                  <a:lnTo>
                    <a:pt x="3284375" y="2030358"/>
                  </a:lnTo>
                  <a:lnTo>
                    <a:pt x="3371558" y="2007270"/>
                  </a:lnTo>
                  <a:lnTo>
                    <a:pt x="3460122" y="1987167"/>
                  </a:lnTo>
                  <a:lnTo>
                    <a:pt x="3546863" y="1970112"/>
                  </a:lnTo>
                  <a:lnTo>
                    <a:pt x="3627922" y="1956171"/>
                  </a:lnTo>
                  <a:lnTo>
                    <a:pt x="3699307" y="1945336"/>
                  </a:lnTo>
                  <a:lnTo>
                    <a:pt x="3757614" y="1937466"/>
                  </a:lnTo>
                  <a:lnTo>
                    <a:pt x="3800784" y="1932252"/>
                  </a:lnTo>
                  <a:lnTo>
                    <a:pt x="3828639" y="1929227"/>
                  </a:lnTo>
                  <a:lnTo>
                    <a:pt x="3843049" y="1927814"/>
                  </a:lnTo>
                  <a:lnTo>
                    <a:pt x="3847769" y="1927393"/>
                  </a:lnTo>
                  <a:lnTo>
                    <a:pt x="3848118" y="1927365"/>
                  </a:lnTo>
                  <a:lnTo>
                    <a:pt x="4386855" y="1927365"/>
                  </a:lnTo>
                  <a:lnTo>
                    <a:pt x="4388092" y="1927304"/>
                  </a:lnTo>
                  <a:lnTo>
                    <a:pt x="4396169" y="1926870"/>
                  </a:lnTo>
                  <a:lnTo>
                    <a:pt x="4416341" y="1925671"/>
                  </a:lnTo>
                  <a:lnTo>
                    <a:pt x="4451926" y="1923317"/>
                  </a:lnTo>
                  <a:lnTo>
                    <a:pt x="4503993" y="1919465"/>
                  </a:lnTo>
                  <a:lnTo>
                    <a:pt x="4571325" y="1913861"/>
                  </a:lnTo>
                  <a:lnTo>
                    <a:pt x="4650825" y="1906365"/>
                  </a:lnTo>
                  <a:lnTo>
                    <a:pt x="4738306" y="1896934"/>
                  </a:lnTo>
                  <a:lnTo>
                    <a:pt x="4829384" y="1885596"/>
                  </a:lnTo>
                  <a:lnTo>
                    <a:pt x="4920202" y="1872397"/>
                  </a:lnTo>
                  <a:lnTo>
                    <a:pt x="5007848" y="1857356"/>
                  </a:lnTo>
                  <a:lnTo>
                    <a:pt x="5090459" y="1840437"/>
                  </a:lnTo>
                  <a:lnTo>
                    <a:pt x="5167111" y="1821524"/>
                  </a:lnTo>
                  <a:lnTo>
                    <a:pt x="5237618" y="1800420"/>
                  </a:lnTo>
                  <a:lnTo>
                    <a:pt x="5302307" y="1776843"/>
                  </a:lnTo>
                  <a:lnTo>
                    <a:pt x="5361835" y="1750438"/>
                  </a:lnTo>
                  <a:lnTo>
                    <a:pt x="5417041" y="1720794"/>
                  </a:lnTo>
                  <a:lnTo>
                    <a:pt x="5468838" y="1687480"/>
                  </a:lnTo>
                  <a:lnTo>
                    <a:pt x="5518128" y="1650104"/>
                  </a:lnTo>
                  <a:lnTo>
                    <a:pt x="5565724" y="1608426"/>
                  </a:lnTo>
                  <a:lnTo>
                    <a:pt x="5567201" y="1607045"/>
                  </a:lnTo>
                  <a:lnTo>
                    <a:pt x="5607998" y="1566871"/>
                  </a:lnTo>
                  <a:lnTo>
                    <a:pt x="5648399" y="1523305"/>
                  </a:lnTo>
                  <a:lnTo>
                    <a:pt x="5688713" y="1476282"/>
                  </a:lnTo>
                  <a:lnTo>
                    <a:pt x="5729171" y="1425814"/>
                  </a:lnTo>
                  <a:lnTo>
                    <a:pt x="5769932" y="1371994"/>
                  </a:lnTo>
                  <a:lnTo>
                    <a:pt x="5811096" y="1315011"/>
                  </a:lnTo>
                  <a:lnTo>
                    <a:pt x="5852705" y="1255146"/>
                  </a:lnTo>
                  <a:lnTo>
                    <a:pt x="5894752" y="1192775"/>
                  </a:lnTo>
                  <a:lnTo>
                    <a:pt x="5937186" y="1128361"/>
                  </a:lnTo>
                  <a:lnTo>
                    <a:pt x="5979920" y="1062442"/>
                  </a:lnTo>
                  <a:lnTo>
                    <a:pt x="6022841" y="995613"/>
                  </a:lnTo>
                  <a:lnTo>
                    <a:pt x="6065821" y="928504"/>
                  </a:lnTo>
                  <a:lnTo>
                    <a:pt x="6108726" y="861757"/>
                  </a:lnTo>
                  <a:lnTo>
                    <a:pt x="6151427" y="796001"/>
                  </a:lnTo>
                  <a:lnTo>
                    <a:pt x="6193815" y="731823"/>
                  </a:lnTo>
                  <a:lnTo>
                    <a:pt x="6235807" y="669753"/>
                  </a:lnTo>
                  <a:lnTo>
                    <a:pt x="6277358" y="610242"/>
                  </a:lnTo>
                  <a:lnTo>
                    <a:pt x="6318466" y="553655"/>
                  </a:lnTo>
                  <a:lnTo>
                    <a:pt x="6359181" y="500261"/>
                  </a:lnTo>
                  <a:lnTo>
                    <a:pt x="6399609" y="450235"/>
                  </a:lnTo>
                  <a:lnTo>
                    <a:pt x="6439920" y="403662"/>
                  </a:lnTo>
                  <a:lnTo>
                    <a:pt x="6480353" y="360541"/>
                  </a:lnTo>
                  <a:lnTo>
                    <a:pt x="6515891" y="325764"/>
                  </a:lnTo>
                  <a:lnTo>
                    <a:pt x="6563446" y="283949"/>
                  </a:lnTo>
                  <a:lnTo>
                    <a:pt x="6612671" y="246441"/>
                  </a:lnTo>
                  <a:lnTo>
                    <a:pt x="6664375" y="213005"/>
                  </a:lnTo>
                  <a:lnTo>
                    <a:pt x="6719460" y="183252"/>
                  </a:lnTo>
                  <a:lnTo>
                    <a:pt x="6778839" y="156751"/>
                  </a:lnTo>
                  <a:lnTo>
                    <a:pt x="6843354" y="133091"/>
                  </a:lnTo>
                  <a:lnTo>
                    <a:pt x="6913670" y="111914"/>
                  </a:lnTo>
                  <a:lnTo>
                    <a:pt x="6990129" y="92936"/>
                  </a:lnTo>
                  <a:lnTo>
                    <a:pt x="7072562" y="75956"/>
                  </a:lnTo>
                  <a:lnTo>
                    <a:pt x="7160073" y="60857"/>
                  </a:lnTo>
                  <a:lnTo>
                    <a:pt x="7250830" y="47600"/>
                  </a:lnTo>
                  <a:lnTo>
                    <a:pt x="7341954" y="36203"/>
                  </a:lnTo>
                  <a:lnTo>
                    <a:pt x="7429614" y="26711"/>
                  </a:lnTo>
                  <a:lnTo>
                    <a:pt x="7509432" y="19154"/>
                  </a:lnTo>
                  <a:lnTo>
                    <a:pt x="7577202" y="13493"/>
                  </a:lnTo>
                  <a:lnTo>
                    <a:pt x="7629779" y="9589"/>
                  </a:lnTo>
                  <a:lnTo>
                    <a:pt x="7665878" y="7192"/>
                  </a:lnTo>
                  <a:lnTo>
                    <a:pt x="7686496" y="5962"/>
                  </a:lnTo>
                  <a:lnTo>
                    <a:pt x="7694883" y="551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6991" y="1922015"/>
                  </a:lnTo>
                  <a:lnTo>
                    <a:pt x="3839612" y="1922693"/>
                  </a:lnTo>
                  <a:lnTo>
                    <a:pt x="3821123" y="1924567"/>
                  </a:lnTo>
                  <a:lnTo>
                    <a:pt x="3788355" y="1928250"/>
                  </a:lnTo>
                  <a:lnTo>
                    <a:pt x="3740105" y="1934289"/>
                  </a:lnTo>
                  <a:lnTo>
                    <a:pt x="3677206" y="1943106"/>
                  </a:lnTo>
                  <a:lnTo>
                    <a:pt x="3602230" y="1954951"/>
                  </a:lnTo>
                  <a:lnTo>
                    <a:pt x="3518862" y="1969917"/>
                  </a:lnTo>
                  <a:lnTo>
                    <a:pt x="3431122" y="1987979"/>
                  </a:lnTo>
                  <a:lnTo>
                    <a:pt x="3342699" y="2009066"/>
                  </a:lnTo>
                  <a:lnTo>
                    <a:pt x="3256517" y="2033127"/>
                  </a:lnTo>
                  <a:lnTo>
                    <a:pt x="3174578" y="2060188"/>
                  </a:lnTo>
                  <a:lnTo>
                    <a:pt x="3098008" y="2090382"/>
                  </a:lnTo>
                  <a:lnTo>
                    <a:pt x="3027210" y="2123968"/>
                  </a:lnTo>
                  <a:lnTo>
                    <a:pt x="2962057" y="2161334"/>
                  </a:lnTo>
                  <a:lnTo>
                    <a:pt x="2902067" y="2202985"/>
                  </a:lnTo>
                  <a:lnTo>
                    <a:pt x="2846540" y="2249527"/>
                  </a:lnTo>
                  <a:lnTo>
                    <a:pt x="2794670" y="2301629"/>
                  </a:lnTo>
                  <a:lnTo>
                    <a:pt x="2745621" y="2359954"/>
                  </a:lnTo>
                  <a:lnTo>
                    <a:pt x="2698596" y="2425040"/>
                  </a:lnTo>
                  <a:lnTo>
                    <a:pt x="2667772" y="2472725"/>
                  </a:lnTo>
                  <a:lnTo>
                    <a:pt x="2634473" y="2528609"/>
                  </a:lnTo>
                  <a:lnTo>
                    <a:pt x="2601479" y="2588348"/>
                  </a:lnTo>
                  <a:lnTo>
                    <a:pt x="2568610" y="2652022"/>
                  </a:lnTo>
                  <a:lnTo>
                    <a:pt x="2535724" y="2719656"/>
                  </a:lnTo>
                  <a:lnTo>
                    <a:pt x="2502710" y="2791212"/>
                  </a:lnTo>
                  <a:lnTo>
                    <a:pt x="2469486" y="2866588"/>
                  </a:lnTo>
                  <a:lnTo>
                    <a:pt x="2435998" y="2945611"/>
                  </a:lnTo>
                  <a:lnTo>
                    <a:pt x="2402218" y="3028036"/>
                  </a:lnTo>
                  <a:lnTo>
                    <a:pt x="2368140" y="3113546"/>
                  </a:lnTo>
                  <a:lnTo>
                    <a:pt x="2333779" y="3201755"/>
                  </a:lnTo>
                  <a:lnTo>
                    <a:pt x="2299167" y="3292212"/>
                  </a:lnTo>
                  <a:lnTo>
                    <a:pt x="2264353" y="3384412"/>
                  </a:lnTo>
                  <a:lnTo>
                    <a:pt x="2229397" y="3477807"/>
                  </a:lnTo>
                  <a:lnTo>
                    <a:pt x="2194367" y="3571814"/>
                  </a:lnTo>
                  <a:lnTo>
                    <a:pt x="2159334" y="3665837"/>
                  </a:lnTo>
                  <a:lnTo>
                    <a:pt x="2124372" y="3759279"/>
                  </a:lnTo>
                  <a:lnTo>
                    <a:pt x="2089549" y="3851557"/>
                  </a:lnTo>
                  <a:lnTo>
                    <a:pt x="2054925" y="3942122"/>
                  </a:lnTo>
                  <a:lnTo>
                    <a:pt x="2020549" y="4030463"/>
                  </a:lnTo>
                  <a:lnTo>
                    <a:pt x="1986456" y="4116128"/>
                  </a:lnTo>
                  <a:lnTo>
                    <a:pt x="1952660" y="4198727"/>
                  </a:lnTo>
                  <a:lnTo>
                    <a:pt x="1919157" y="4277939"/>
                  </a:lnTo>
                  <a:lnTo>
                    <a:pt x="1885920" y="4353516"/>
                  </a:lnTo>
                  <a:lnTo>
                    <a:pt x="1852896" y="4425280"/>
                  </a:lnTo>
                  <a:lnTo>
                    <a:pt x="1820005" y="4493125"/>
                  </a:lnTo>
                  <a:lnTo>
                    <a:pt x="1787139" y="4557011"/>
                  </a:lnTo>
                  <a:lnTo>
                    <a:pt x="1754156" y="4616960"/>
                  </a:lnTo>
                  <a:lnTo>
                    <a:pt x="1720879" y="4673047"/>
                  </a:lnTo>
                  <a:lnTo>
                    <a:pt x="1719082" y="4675947"/>
                  </a:lnTo>
                  <a:lnTo>
                    <a:pt x="1673023" y="4745733"/>
                  </a:lnTo>
                  <a:lnTo>
                    <a:pt x="1625418" y="4808558"/>
                  </a:lnTo>
                  <a:lnTo>
                    <a:pt x="1575535" y="4864774"/>
                  </a:lnTo>
                  <a:lnTo>
                    <a:pt x="1522559" y="4914979"/>
                  </a:lnTo>
                  <a:lnTo>
                    <a:pt x="1465654" y="4959846"/>
                  </a:lnTo>
                  <a:lnTo>
                    <a:pt x="1404041" y="5000031"/>
                  </a:lnTo>
                  <a:lnTo>
                    <a:pt x="1337077" y="5036107"/>
                  </a:lnTo>
                  <a:lnTo>
                    <a:pt x="1264379" y="5068545"/>
                  </a:lnTo>
                  <a:lnTo>
                    <a:pt x="1185974" y="5097690"/>
                  </a:lnTo>
                  <a:lnTo>
                    <a:pt x="1102480" y="5123759"/>
                  </a:lnTo>
                  <a:lnTo>
                    <a:pt x="1015297" y="5146847"/>
                  </a:lnTo>
                  <a:lnTo>
                    <a:pt x="926733" y="5166950"/>
                  </a:lnTo>
                  <a:lnTo>
                    <a:pt x="839992" y="5184005"/>
                  </a:lnTo>
                  <a:lnTo>
                    <a:pt x="758932" y="5197946"/>
                  </a:lnTo>
                  <a:lnTo>
                    <a:pt x="687548" y="5208781"/>
                  </a:lnTo>
                  <a:lnTo>
                    <a:pt x="629241" y="5216651"/>
                  </a:lnTo>
                  <a:lnTo>
                    <a:pt x="586070" y="5221865"/>
                  </a:lnTo>
                  <a:lnTo>
                    <a:pt x="558216" y="5224890"/>
                  </a:lnTo>
                  <a:lnTo>
                    <a:pt x="543805" y="5226303"/>
                  </a:lnTo>
                  <a:lnTo>
                    <a:pt x="539085" y="5226724"/>
                  </a:lnTo>
                  <a:lnTo>
                    <a:pt x="538736" y="5226752"/>
                  </a:lnTo>
                  <a:lnTo>
                    <a:pt x="0" y="5226752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73" name="pl2073"/>
            <p:cNvSpPr/>
            <p:nvPr/>
          </p:nvSpPr>
          <p:spPr>
            <a:xfrm>
              <a:off x="546595" y="772235"/>
              <a:ext cx="8234974" cy="5226752"/>
            </a:xfrm>
            <a:custGeom>
              <a:avLst/>
              <a:pathLst>
                <a:path w="8234974" h="5226752">
                  <a:moveTo>
                    <a:pt x="0" y="5226752"/>
                  </a:moveTo>
                  <a:lnTo>
                    <a:pt x="538736" y="5226752"/>
                  </a:lnTo>
                  <a:lnTo>
                    <a:pt x="539863" y="5226657"/>
                  </a:lnTo>
                  <a:lnTo>
                    <a:pt x="547243" y="5225980"/>
                  </a:lnTo>
                  <a:lnTo>
                    <a:pt x="565732" y="5224105"/>
                  </a:lnTo>
                  <a:lnTo>
                    <a:pt x="598499" y="5220423"/>
                  </a:lnTo>
                  <a:lnTo>
                    <a:pt x="646749" y="5214383"/>
                  </a:lnTo>
                  <a:lnTo>
                    <a:pt x="709649" y="5205567"/>
                  </a:lnTo>
                  <a:lnTo>
                    <a:pt x="784624" y="5193721"/>
                  </a:lnTo>
                  <a:lnTo>
                    <a:pt x="867993" y="5178755"/>
                  </a:lnTo>
                  <a:lnTo>
                    <a:pt x="955732" y="5160693"/>
                  </a:lnTo>
                  <a:lnTo>
                    <a:pt x="1044155" y="5139606"/>
                  </a:lnTo>
                  <a:lnTo>
                    <a:pt x="1130338" y="5115545"/>
                  </a:lnTo>
                  <a:lnTo>
                    <a:pt x="1212276" y="5088485"/>
                  </a:lnTo>
                  <a:lnTo>
                    <a:pt x="1288847" y="5058291"/>
                  </a:lnTo>
                  <a:lnTo>
                    <a:pt x="1359645" y="5024704"/>
                  </a:lnTo>
                  <a:lnTo>
                    <a:pt x="1424797" y="4987339"/>
                  </a:lnTo>
                  <a:lnTo>
                    <a:pt x="1484788" y="4945688"/>
                  </a:lnTo>
                  <a:lnTo>
                    <a:pt x="1540314" y="4899145"/>
                  </a:lnTo>
                  <a:lnTo>
                    <a:pt x="1592184" y="4847043"/>
                  </a:lnTo>
                  <a:lnTo>
                    <a:pt x="1641234" y="4788719"/>
                  </a:lnTo>
                  <a:lnTo>
                    <a:pt x="1688258" y="4723633"/>
                  </a:lnTo>
                  <a:lnTo>
                    <a:pt x="1719082" y="4675947"/>
                  </a:lnTo>
                  <a:lnTo>
                    <a:pt x="1752382" y="4620064"/>
                  </a:lnTo>
                  <a:lnTo>
                    <a:pt x="1785376" y="4560325"/>
                  </a:lnTo>
                  <a:lnTo>
                    <a:pt x="1818244" y="4496650"/>
                  </a:lnTo>
                  <a:lnTo>
                    <a:pt x="1851130" y="4429017"/>
                  </a:lnTo>
                  <a:lnTo>
                    <a:pt x="1884145" y="4357460"/>
                  </a:lnTo>
                  <a:lnTo>
                    <a:pt x="1917369" y="4282085"/>
                  </a:lnTo>
                  <a:lnTo>
                    <a:pt x="1950857" y="4203062"/>
                  </a:lnTo>
                  <a:lnTo>
                    <a:pt x="1984636" y="4120637"/>
                  </a:lnTo>
                  <a:lnTo>
                    <a:pt x="2018714" y="4035127"/>
                  </a:lnTo>
                  <a:lnTo>
                    <a:pt x="2053076" y="3946918"/>
                  </a:lnTo>
                  <a:lnTo>
                    <a:pt x="2087687" y="3856460"/>
                  </a:lnTo>
                  <a:lnTo>
                    <a:pt x="2122501" y="3764260"/>
                  </a:lnTo>
                  <a:lnTo>
                    <a:pt x="2157458" y="3670866"/>
                  </a:lnTo>
                  <a:lnTo>
                    <a:pt x="2192488" y="3576859"/>
                  </a:lnTo>
                  <a:lnTo>
                    <a:pt x="2227520" y="3482836"/>
                  </a:lnTo>
                  <a:lnTo>
                    <a:pt x="2262482" y="3389394"/>
                  </a:lnTo>
                  <a:lnTo>
                    <a:pt x="2297306" y="3297115"/>
                  </a:lnTo>
                  <a:lnTo>
                    <a:pt x="2331929" y="3206551"/>
                  </a:lnTo>
                  <a:lnTo>
                    <a:pt x="2366305" y="3118210"/>
                  </a:lnTo>
                  <a:lnTo>
                    <a:pt x="2400399" y="3032544"/>
                  </a:lnTo>
                  <a:lnTo>
                    <a:pt x="2434195" y="2949945"/>
                  </a:lnTo>
                  <a:lnTo>
                    <a:pt x="2467697" y="2870733"/>
                  </a:lnTo>
                  <a:lnTo>
                    <a:pt x="2500935" y="2795157"/>
                  </a:lnTo>
                  <a:lnTo>
                    <a:pt x="2533959" y="2723393"/>
                  </a:lnTo>
                  <a:lnTo>
                    <a:pt x="2566849" y="2655547"/>
                  </a:lnTo>
                  <a:lnTo>
                    <a:pt x="2599715" y="2591661"/>
                  </a:lnTo>
                  <a:lnTo>
                    <a:pt x="2632698" y="2531712"/>
                  </a:lnTo>
                  <a:lnTo>
                    <a:pt x="2665976" y="2475625"/>
                  </a:lnTo>
                  <a:lnTo>
                    <a:pt x="2667772" y="2472725"/>
                  </a:lnTo>
                  <a:lnTo>
                    <a:pt x="2713831" y="2402940"/>
                  </a:lnTo>
                  <a:lnTo>
                    <a:pt x="2761437" y="2340115"/>
                  </a:lnTo>
                  <a:lnTo>
                    <a:pt x="2811319" y="2283898"/>
                  </a:lnTo>
                  <a:lnTo>
                    <a:pt x="2864296" y="2233694"/>
                  </a:lnTo>
                  <a:lnTo>
                    <a:pt x="2921200" y="2188826"/>
                  </a:lnTo>
                  <a:lnTo>
                    <a:pt x="2982814" y="2148642"/>
                  </a:lnTo>
                  <a:lnTo>
                    <a:pt x="3049777" y="2112565"/>
                  </a:lnTo>
                  <a:lnTo>
                    <a:pt x="3122475" y="2080127"/>
                  </a:lnTo>
                  <a:lnTo>
                    <a:pt x="3200881" y="2050982"/>
                  </a:lnTo>
                  <a:lnTo>
                    <a:pt x="3284375" y="2024914"/>
                  </a:lnTo>
                  <a:lnTo>
                    <a:pt x="3371558" y="2001826"/>
                  </a:lnTo>
                  <a:lnTo>
                    <a:pt x="3460122" y="1981722"/>
                  </a:lnTo>
                  <a:lnTo>
                    <a:pt x="3546863" y="1964668"/>
                  </a:lnTo>
                  <a:lnTo>
                    <a:pt x="3627922" y="1950726"/>
                  </a:lnTo>
                  <a:lnTo>
                    <a:pt x="3699307" y="1939891"/>
                  </a:lnTo>
                  <a:lnTo>
                    <a:pt x="3757614" y="1932021"/>
                  </a:lnTo>
                  <a:lnTo>
                    <a:pt x="3800784" y="1926808"/>
                  </a:lnTo>
                  <a:lnTo>
                    <a:pt x="3828639" y="1923783"/>
                  </a:lnTo>
                  <a:lnTo>
                    <a:pt x="3843049" y="1922369"/>
                  </a:lnTo>
                  <a:lnTo>
                    <a:pt x="3847769" y="1921949"/>
                  </a:lnTo>
                  <a:lnTo>
                    <a:pt x="3848118" y="1921920"/>
                  </a:lnTo>
                  <a:lnTo>
                    <a:pt x="4386855" y="1921920"/>
                  </a:lnTo>
                  <a:lnTo>
                    <a:pt x="4388092" y="1921859"/>
                  </a:lnTo>
                  <a:lnTo>
                    <a:pt x="4396169" y="1921426"/>
                  </a:lnTo>
                  <a:lnTo>
                    <a:pt x="4416341" y="1920226"/>
                  </a:lnTo>
                  <a:lnTo>
                    <a:pt x="4451926" y="1917872"/>
                  </a:lnTo>
                  <a:lnTo>
                    <a:pt x="4503993" y="1914020"/>
                  </a:lnTo>
                  <a:lnTo>
                    <a:pt x="4571325" y="1908417"/>
                  </a:lnTo>
                  <a:lnTo>
                    <a:pt x="4650825" y="1900920"/>
                  </a:lnTo>
                  <a:lnTo>
                    <a:pt x="4738306" y="1891489"/>
                  </a:lnTo>
                  <a:lnTo>
                    <a:pt x="4829384" y="1880151"/>
                  </a:lnTo>
                  <a:lnTo>
                    <a:pt x="4920202" y="1866952"/>
                  </a:lnTo>
                  <a:lnTo>
                    <a:pt x="5007848" y="1851912"/>
                  </a:lnTo>
                  <a:lnTo>
                    <a:pt x="5090459" y="1834992"/>
                  </a:lnTo>
                  <a:lnTo>
                    <a:pt x="5167111" y="1816080"/>
                  </a:lnTo>
                  <a:lnTo>
                    <a:pt x="5237618" y="1794975"/>
                  </a:lnTo>
                  <a:lnTo>
                    <a:pt x="5302307" y="1771398"/>
                  </a:lnTo>
                  <a:lnTo>
                    <a:pt x="5361835" y="1744993"/>
                  </a:lnTo>
                  <a:lnTo>
                    <a:pt x="5417041" y="1715349"/>
                  </a:lnTo>
                  <a:lnTo>
                    <a:pt x="5468838" y="1682035"/>
                  </a:lnTo>
                  <a:lnTo>
                    <a:pt x="5518128" y="1644660"/>
                  </a:lnTo>
                  <a:lnTo>
                    <a:pt x="5565724" y="1602981"/>
                  </a:lnTo>
                  <a:lnTo>
                    <a:pt x="5567201" y="1601600"/>
                  </a:lnTo>
                  <a:lnTo>
                    <a:pt x="5607998" y="1561426"/>
                  </a:lnTo>
                  <a:lnTo>
                    <a:pt x="5648399" y="1517861"/>
                  </a:lnTo>
                  <a:lnTo>
                    <a:pt x="5688713" y="1470838"/>
                  </a:lnTo>
                  <a:lnTo>
                    <a:pt x="5729171" y="1420369"/>
                  </a:lnTo>
                  <a:lnTo>
                    <a:pt x="5769932" y="1366549"/>
                  </a:lnTo>
                  <a:lnTo>
                    <a:pt x="5811096" y="1309566"/>
                  </a:lnTo>
                  <a:lnTo>
                    <a:pt x="5852705" y="1249701"/>
                  </a:lnTo>
                  <a:lnTo>
                    <a:pt x="5894752" y="1187330"/>
                  </a:lnTo>
                  <a:lnTo>
                    <a:pt x="5937186" y="1122916"/>
                  </a:lnTo>
                  <a:lnTo>
                    <a:pt x="5979920" y="1056997"/>
                  </a:lnTo>
                  <a:lnTo>
                    <a:pt x="6022841" y="990168"/>
                  </a:lnTo>
                  <a:lnTo>
                    <a:pt x="6065821" y="923059"/>
                  </a:lnTo>
                  <a:lnTo>
                    <a:pt x="6108726" y="856313"/>
                  </a:lnTo>
                  <a:lnTo>
                    <a:pt x="6151427" y="790556"/>
                  </a:lnTo>
                  <a:lnTo>
                    <a:pt x="6193815" y="726378"/>
                  </a:lnTo>
                  <a:lnTo>
                    <a:pt x="6235807" y="664308"/>
                  </a:lnTo>
                  <a:lnTo>
                    <a:pt x="6277358" y="604797"/>
                  </a:lnTo>
                  <a:lnTo>
                    <a:pt x="6318466" y="548210"/>
                  </a:lnTo>
                  <a:lnTo>
                    <a:pt x="6359181" y="494816"/>
                  </a:lnTo>
                  <a:lnTo>
                    <a:pt x="6399609" y="444791"/>
                  </a:lnTo>
                  <a:lnTo>
                    <a:pt x="6439920" y="398217"/>
                  </a:lnTo>
                  <a:lnTo>
                    <a:pt x="6480353" y="355096"/>
                  </a:lnTo>
                  <a:lnTo>
                    <a:pt x="6515891" y="320320"/>
                  </a:lnTo>
                  <a:lnTo>
                    <a:pt x="6563446" y="278505"/>
                  </a:lnTo>
                  <a:lnTo>
                    <a:pt x="6612671" y="240996"/>
                  </a:lnTo>
                  <a:lnTo>
                    <a:pt x="6664375" y="207560"/>
                  </a:lnTo>
                  <a:lnTo>
                    <a:pt x="6719460" y="177807"/>
                  </a:lnTo>
                  <a:lnTo>
                    <a:pt x="6778839" y="151307"/>
                  </a:lnTo>
                  <a:lnTo>
                    <a:pt x="6843354" y="127646"/>
                  </a:lnTo>
                  <a:lnTo>
                    <a:pt x="6913670" y="106469"/>
                  </a:lnTo>
                  <a:lnTo>
                    <a:pt x="6990129" y="87491"/>
                  </a:lnTo>
                  <a:lnTo>
                    <a:pt x="7072562" y="70511"/>
                  </a:lnTo>
                  <a:lnTo>
                    <a:pt x="7160073" y="55413"/>
                  </a:lnTo>
                  <a:lnTo>
                    <a:pt x="7250830" y="42155"/>
                  </a:lnTo>
                  <a:lnTo>
                    <a:pt x="7341954" y="30758"/>
                  </a:lnTo>
                  <a:lnTo>
                    <a:pt x="7429614" y="21267"/>
                  </a:lnTo>
                  <a:lnTo>
                    <a:pt x="7509432" y="13709"/>
                  </a:lnTo>
                  <a:lnTo>
                    <a:pt x="7577202" y="8048"/>
                  </a:lnTo>
                  <a:lnTo>
                    <a:pt x="7629779" y="4144"/>
                  </a:lnTo>
                  <a:lnTo>
                    <a:pt x="7665878" y="1748"/>
                  </a:lnTo>
                  <a:lnTo>
                    <a:pt x="7686496" y="518"/>
                  </a:lnTo>
                  <a:lnTo>
                    <a:pt x="7694883" y="66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4" name="pl2074"/>
            <p:cNvSpPr/>
            <p:nvPr/>
          </p:nvSpPr>
          <p:spPr>
            <a:xfrm>
              <a:off x="546595" y="766790"/>
              <a:ext cx="8234974" cy="5226752"/>
            </a:xfrm>
            <a:custGeom>
              <a:avLst/>
              <a:pathLst>
                <a:path w="8234974" h="5226752">
                  <a:moveTo>
                    <a:pt x="8234974" y="0"/>
                  </a:move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6991" y="1922015"/>
                  </a:lnTo>
                  <a:lnTo>
                    <a:pt x="3839612" y="1922693"/>
                  </a:lnTo>
                  <a:lnTo>
                    <a:pt x="3821123" y="1924567"/>
                  </a:lnTo>
                  <a:lnTo>
                    <a:pt x="3788355" y="1928250"/>
                  </a:lnTo>
                  <a:lnTo>
                    <a:pt x="3740105" y="1934289"/>
                  </a:lnTo>
                  <a:lnTo>
                    <a:pt x="3677206" y="1943106"/>
                  </a:lnTo>
                  <a:lnTo>
                    <a:pt x="3602230" y="1954951"/>
                  </a:lnTo>
                  <a:lnTo>
                    <a:pt x="3518862" y="1969917"/>
                  </a:lnTo>
                  <a:lnTo>
                    <a:pt x="3431122" y="1987979"/>
                  </a:lnTo>
                  <a:lnTo>
                    <a:pt x="3342699" y="2009066"/>
                  </a:lnTo>
                  <a:lnTo>
                    <a:pt x="3256517" y="2033127"/>
                  </a:lnTo>
                  <a:lnTo>
                    <a:pt x="3174578" y="2060188"/>
                  </a:lnTo>
                  <a:lnTo>
                    <a:pt x="3098008" y="2090382"/>
                  </a:lnTo>
                  <a:lnTo>
                    <a:pt x="3027210" y="2123968"/>
                  </a:lnTo>
                  <a:lnTo>
                    <a:pt x="2962057" y="2161334"/>
                  </a:lnTo>
                  <a:lnTo>
                    <a:pt x="2902067" y="2202985"/>
                  </a:lnTo>
                  <a:lnTo>
                    <a:pt x="2846540" y="2249527"/>
                  </a:lnTo>
                  <a:lnTo>
                    <a:pt x="2794670" y="2301629"/>
                  </a:lnTo>
                  <a:lnTo>
                    <a:pt x="2745621" y="2359954"/>
                  </a:lnTo>
                  <a:lnTo>
                    <a:pt x="2698596" y="2425040"/>
                  </a:lnTo>
                  <a:lnTo>
                    <a:pt x="2667772" y="2472725"/>
                  </a:lnTo>
                  <a:lnTo>
                    <a:pt x="2634473" y="2528609"/>
                  </a:lnTo>
                  <a:lnTo>
                    <a:pt x="2601479" y="2588348"/>
                  </a:lnTo>
                  <a:lnTo>
                    <a:pt x="2568610" y="2652022"/>
                  </a:lnTo>
                  <a:lnTo>
                    <a:pt x="2535724" y="2719656"/>
                  </a:lnTo>
                  <a:lnTo>
                    <a:pt x="2502710" y="2791212"/>
                  </a:lnTo>
                  <a:lnTo>
                    <a:pt x="2469486" y="2866588"/>
                  </a:lnTo>
                  <a:lnTo>
                    <a:pt x="2435998" y="2945611"/>
                  </a:lnTo>
                  <a:lnTo>
                    <a:pt x="2402218" y="3028036"/>
                  </a:lnTo>
                  <a:lnTo>
                    <a:pt x="2368140" y="3113546"/>
                  </a:lnTo>
                  <a:lnTo>
                    <a:pt x="2333779" y="3201755"/>
                  </a:lnTo>
                  <a:lnTo>
                    <a:pt x="2299167" y="3292212"/>
                  </a:lnTo>
                  <a:lnTo>
                    <a:pt x="2264353" y="3384412"/>
                  </a:lnTo>
                  <a:lnTo>
                    <a:pt x="2229397" y="3477807"/>
                  </a:lnTo>
                  <a:lnTo>
                    <a:pt x="2194367" y="3571814"/>
                  </a:lnTo>
                  <a:lnTo>
                    <a:pt x="2159334" y="3665837"/>
                  </a:lnTo>
                  <a:lnTo>
                    <a:pt x="2124372" y="3759279"/>
                  </a:lnTo>
                  <a:lnTo>
                    <a:pt x="2089549" y="3851557"/>
                  </a:lnTo>
                  <a:lnTo>
                    <a:pt x="2054925" y="3942122"/>
                  </a:lnTo>
                  <a:lnTo>
                    <a:pt x="2020549" y="4030463"/>
                  </a:lnTo>
                  <a:lnTo>
                    <a:pt x="1986456" y="4116128"/>
                  </a:lnTo>
                  <a:lnTo>
                    <a:pt x="1952660" y="4198727"/>
                  </a:lnTo>
                  <a:lnTo>
                    <a:pt x="1919157" y="4277939"/>
                  </a:lnTo>
                  <a:lnTo>
                    <a:pt x="1885920" y="4353516"/>
                  </a:lnTo>
                  <a:lnTo>
                    <a:pt x="1852896" y="4425280"/>
                  </a:lnTo>
                  <a:lnTo>
                    <a:pt x="1820005" y="4493125"/>
                  </a:lnTo>
                  <a:lnTo>
                    <a:pt x="1787139" y="4557011"/>
                  </a:lnTo>
                  <a:lnTo>
                    <a:pt x="1754156" y="4616960"/>
                  </a:lnTo>
                  <a:lnTo>
                    <a:pt x="1720879" y="4673047"/>
                  </a:lnTo>
                  <a:lnTo>
                    <a:pt x="1719082" y="4675947"/>
                  </a:lnTo>
                  <a:lnTo>
                    <a:pt x="1673023" y="4745733"/>
                  </a:lnTo>
                  <a:lnTo>
                    <a:pt x="1625418" y="4808558"/>
                  </a:lnTo>
                  <a:lnTo>
                    <a:pt x="1575535" y="4864774"/>
                  </a:lnTo>
                  <a:lnTo>
                    <a:pt x="1522559" y="4914979"/>
                  </a:lnTo>
                  <a:lnTo>
                    <a:pt x="1465654" y="4959846"/>
                  </a:lnTo>
                  <a:lnTo>
                    <a:pt x="1404041" y="5000031"/>
                  </a:lnTo>
                  <a:lnTo>
                    <a:pt x="1337077" y="5036107"/>
                  </a:lnTo>
                  <a:lnTo>
                    <a:pt x="1264379" y="5068545"/>
                  </a:lnTo>
                  <a:lnTo>
                    <a:pt x="1185974" y="5097690"/>
                  </a:lnTo>
                  <a:lnTo>
                    <a:pt x="1102480" y="5123759"/>
                  </a:lnTo>
                  <a:lnTo>
                    <a:pt x="1015297" y="5146847"/>
                  </a:lnTo>
                  <a:lnTo>
                    <a:pt x="926733" y="5166950"/>
                  </a:lnTo>
                  <a:lnTo>
                    <a:pt x="839992" y="5184005"/>
                  </a:lnTo>
                  <a:lnTo>
                    <a:pt x="758932" y="5197946"/>
                  </a:lnTo>
                  <a:lnTo>
                    <a:pt x="687548" y="5208781"/>
                  </a:lnTo>
                  <a:lnTo>
                    <a:pt x="629241" y="5216651"/>
                  </a:lnTo>
                  <a:lnTo>
                    <a:pt x="586070" y="5221865"/>
                  </a:lnTo>
                  <a:lnTo>
                    <a:pt x="558216" y="5224890"/>
                  </a:lnTo>
                  <a:lnTo>
                    <a:pt x="543805" y="5226303"/>
                  </a:lnTo>
                  <a:lnTo>
                    <a:pt x="539085" y="5226724"/>
                  </a:lnTo>
                  <a:lnTo>
                    <a:pt x="538736" y="5226752"/>
                  </a:lnTo>
                  <a:lnTo>
                    <a:pt x="0" y="52267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5" name="pg2075"/>
            <p:cNvSpPr/>
            <p:nvPr/>
          </p:nvSpPr>
          <p:spPr>
            <a:xfrm>
              <a:off x="546595" y="1164241"/>
              <a:ext cx="8234974" cy="4840190"/>
            </a:xfrm>
            <a:custGeom>
              <a:avLst/>
              <a:pathLst>
                <a:path w="8234974" h="4840190">
                  <a:moveTo>
                    <a:pt x="0" y="4840190"/>
                  </a:moveTo>
                  <a:lnTo>
                    <a:pt x="538736" y="4840190"/>
                  </a:lnTo>
                  <a:lnTo>
                    <a:pt x="539865" y="4840096"/>
                  </a:lnTo>
                  <a:lnTo>
                    <a:pt x="547253" y="4839420"/>
                  </a:lnTo>
                  <a:lnTo>
                    <a:pt x="565765" y="4837553"/>
                  </a:lnTo>
                  <a:lnTo>
                    <a:pt x="598571" y="4833884"/>
                  </a:lnTo>
                  <a:lnTo>
                    <a:pt x="646873" y="4827866"/>
                  </a:lnTo>
                  <a:lnTo>
                    <a:pt x="709833" y="4819082"/>
                  </a:lnTo>
                  <a:lnTo>
                    <a:pt x="784871" y="4807281"/>
                  </a:lnTo>
                  <a:lnTo>
                    <a:pt x="868297" y="4792373"/>
                  </a:lnTo>
                  <a:lnTo>
                    <a:pt x="956084" y="4774380"/>
                  </a:lnTo>
                  <a:lnTo>
                    <a:pt x="1044543" y="4753376"/>
                  </a:lnTo>
                  <a:lnTo>
                    <a:pt x="1130747" y="4729409"/>
                  </a:lnTo>
                  <a:lnTo>
                    <a:pt x="1212697" y="4702455"/>
                  </a:lnTo>
                  <a:lnTo>
                    <a:pt x="1289270" y="4672380"/>
                  </a:lnTo>
                  <a:lnTo>
                    <a:pt x="1360064" y="4638923"/>
                  </a:lnTo>
                  <a:lnTo>
                    <a:pt x="1425211" y="4601700"/>
                  </a:lnTo>
                  <a:lnTo>
                    <a:pt x="1485195" y="4560206"/>
                  </a:lnTo>
                  <a:lnTo>
                    <a:pt x="1540716" y="4513835"/>
                  </a:lnTo>
                  <a:lnTo>
                    <a:pt x="1592584" y="4461922"/>
                  </a:lnTo>
                  <a:lnTo>
                    <a:pt x="1641635" y="4403807"/>
                  </a:lnTo>
                  <a:lnTo>
                    <a:pt x="1688666" y="4338955"/>
                  </a:lnTo>
                  <a:lnTo>
                    <a:pt x="1719082" y="4292107"/>
                  </a:lnTo>
                  <a:lnTo>
                    <a:pt x="1752451" y="4236380"/>
                  </a:lnTo>
                  <a:lnTo>
                    <a:pt x="1785513" y="4176800"/>
                  </a:lnTo>
                  <a:lnTo>
                    <a:pt x="1818450" y="4113287"/>
                  </a:lnTo>
                  <a:lnTo>
                    <a:pt x="1851406" y="4045818"/>
                  </a:lnTo>
                  <a:lnTo>
                    <a:pt x="1884491" y="3974430"/>
                  </a:lnTo>
                  <a:lnTo>
                    <a:pt x="1917787" y="3899227"/>
                  </a:lnTo>
                  <a:lnTo>
                    <a:pt x="1951349" y="3820383"/>
                  </a:lnTo>
                  <a:lnTo>
                    <a:pt x="1985204" y="3738143"/>
                  </a:lnTo>
                  <a:lnTo>
                    <a:pt x="2019358" y="3652826"/>
                  </a:lnTo>
                  <a:lnTo>
                    <a:pt x="2053797" y="3564821"/>
                  </a:lnTo>
                  <a:lnTo>
                    <a:pt x="2088486" y="3474579"/>
                  </a:lnTo>
                  <a:lnTo>
                    <a:pt x="2123377" y="3382607"/>
                  </a:lnTo>
                  <a:lnTo>
                    <a:pt x="2158409" y="3289457"/>
                  </a:lnTo>
                  <a:lnTo>
                    <a:pt x="2193514" y="3195710"/>
                  </a:lnTo>
                  <a:lnTo>
                    <a:pt x="2228618" y="3101965"/>
                  </a:lnTo>
                  <a:lnTo>
                    <a:pt x="2263650" y="3008820"/>
                  </a:lnTo>
                  <a:lnTo>
                    <a:pt x="2298540" y="2916855"/>
                  </a:lnTo>
                  <a:lnTo>
                    <a:pt x="2333228" y="2826623"/>
                  </a:lnTo>
                  <a:lnTo>
                    <a:pt x="2367665" y="2738630"/>
                  </a:lnTo>
                  <a:lnTo>
                    <a:pt x="2401818" y="2653327"/>
                  </a:lnTo>
                  <a:lnTo>
                    <a:pt x="2435671" y="2571103"/>
                  </a:lnTo>
                  <a:lnTo>
                    <a:pt x="2469231" y="2492276"/>
                  </a:lnTo>
                  <a:lnTo>
                    <a:pt x="2502527" y="2417091"/>
                  </a:lnTo>
                  <a:lnTo>
                    <a:pt x="2535611" y="2345723"/>
                  </a:lnTo>
                  <a:lnTo>
                    <a:pt x="2568566" y="2278273"/>
                  </a:lnTo>
                  <a:lnTo>
                    <a:pt x="2601503" y="2214780"/>
                  </a:lnTo>
                  <a:lnTo>
                    <a:pt x="2634567" y="2155219"/>
                  </a:lnTo>
                  <a:lnTo>
                    <a:pt x="2667772" y="2099775"/>
                  </a:lnTo>
                  <a:lnTo>
                    <a:pt x="2713852" y="2030305"/>
                  </a:lnTo>
                  <a:lnTo>
                    <a:pt x="2761480" y="1967767"/>
                  </a:lnTo>
                  <a:lnTo>
                    <a:pt x="2811387" y="1911811"/>
                  </a:lnTo>
                  <a:lnTo>
                    <a:pt x="2864393" y="1861841"/>
                  </a:lnTo>
                  <a:lnTo>
                    <a:pt x="2921331" y="1817185"/>
                  </a:lnTo>
                  <a:lnTo>
                    <a:pt x="2982984" y="1777193"/>
                  </a:lnTo>
                  <a:lnTo>
                    <a:pt x="3049993" y="1741289"/>
                  </a:lnTo>
                  <a:lnTo>
                    <a:pt x="3122742" y="1709009"/>
                  </a:lnTo>
                  <a:lnTo>
                    <a:pt x="3201203" y="1680007"/>
                  </a:lnTo>
                  <a:lnTo>
                    <a:pt x="3284753" y="1654069"/>
                  </a:lnTo>
                  <a:lnTo>
                    <a:pt x="3371986" y="1631098"/>
                  </a:lnTo>
                  <a:lnTo>
                    <a:pt x="3460589" y="1611100"/>
                  </a:lnTo>
                  <a:lnTo>
                    <a:pt x="3547348" y="1594140"/>
                  </a:lnTo>
                  <a:lnTo>
                    <a:pt x="3628397" y="1580280"/>
                  </a:lnTo>
                  <a:lnTo>
                    <a:pt x="3699739" y="1569513"/>
                  </a:lnTo>
                  <a:lnTo>
                    <a:pt x="3757973" y="1561698"/>
                  </a:lnTo>
                  <a:lnTo>
                    <a:pt x="3801049" y="1556525"/>
                  </a:lnTo>
                  <a:lnTo>
                    <a:pt x="3828803" y="1553528"/>
                  </a:lnTo>
                  <a:lnTo>
                    <a:pt x="3843123" y="1552132"/>
                  </a:lnTo>
                  <a:lnTo>
                    <a:pt x="3847783" y="1551719"/>
                  </a:lnTo>
                  <a:lnTo>
                    <a:pt x="3848118" y="1551692"/>
                  </a:lnTo>
                  <a:lnTo>
                    <a:pt x="4386855" y="1551692"/>
                  </a:lnTo>
                  <a:lnTo>
                    <a:pt x="4388114" y="1551642"/>
                  </a:lnTo>
                  <a:lnTo>
                    <a:pt x="4396334" y="1551286"/>
                  </a:lnTo>
                  <a:lnTo>
                    <a:pt x="4416851" y="1550303"/>
                  </a:lnTo>
                  <a:lnTo>
                    <a:pt x="4453008" y="1548374"/>
                  </a:lnTo>
                  <a:lnTo>
                    <a:pt x="4505846" y="1545219"/>
                  </a:lnTo>
                  <a:lnTo>
                    <a:pt x="4574062" y="1540633"/>
                  </a:lnTo>
                  <a:lnTo>
                    <a:pt x="4654454" y="1534502"/>
                  </a:lnTo>
                  <a:lnTo>
                    <a:pt x="4742732" y="1526797"/>
                  </a:lnTo>
                  <a:lnTo>
                    <a:pt x="4834442" y="1517539"/>
                  </a:lnTo>
                  <a:lnTo>
                    <a:pt x="4925700" y="1506768"/>
                  </a:lnTo>
                  <a:lnTo>
                    <a:pt x="5013603" y="1494496"/>
                  </a:lnTo>
                  <a:lnTo>
                    <a:pt x="5096318" y="1480690"/>
                  </a:lnTo>
                  <a:lnTo>
                    <a:pt x="5172965" y="1465251"/>
                  </a:lnTo>
                  <a:lnTo>
                    <a:pt x="5243401" y="1448011"/>
                  </a:lnTo>
                  <a:lnTo>
                    <a:pt x="5307995" y="1428735"/>
                  </a:lnTo>
                  <a:lnTo>
                    <a:pt x="5367437" y="1407126"/>
                  </a:lnTo>
                  <a:lnTo>
                    <a:pt x="5422593" y="1382844"/>
                  </a:lnTo>
                  <a:lnTo>
                    <a:pt x="5474394" y="1355538"/>
                  </a:lnTo>
                  <a:lnTo>
                    <a:pt x="5523755" y="1324894"/>
                  </a:lnTo>
                  <a:lnTo>
                    <a:pt x="5567201" y="1293984"/>
                  </a:lnTo>
                  <a:lnTo>
                    <a:pt x="5610704" y="1259408"/>
                  </a:lnTo>
                  <a:lnTo>
                    <a:pt x="5653782" y="1221722"/>
                  </a:lnTo>
                  <a:lnTo>
                    <a:pt x="5696800" y="1180869"/>
                  </a:lnTo>
                  <a:lnTo>
                    <a:pt x="5740022" y="1136872"/>
                  </a:lnTo>
                  <a:lnTo>
                    <a:pt x="5783627" y="1089846"/>
                  </a:lnTo>
                  <a:lnTo>
                    <a:pt x="5827711" y="1040000"/>
                  </a:lnTo>
                  <a:lnTo>
                    <a:pt x="5872305" y="987646"/>
                  </a:lnTo>
                  <a:lnTo>
                    <a:pt x="5917375" y="933186"/>
                  </a:lnTo>
                  <a:lnTo>
                    <a:pt x="5962837" y="877112"/>
                  </a:lnTo>
                  <a:lnTo>
                    <a:pt x="6008566" y="819983"/>
                  </a:lnTo>
                  <a:lnTo>
                    <a:pt x="6054411" y="762404"/>
                  </a:lnTo>
                  <a:lnTo>
                    <a:pt x="6100211" y="705001"/>
                  </a:lnTo>
                  <a:lnTo>
                    <a:pt x="6145807" y="648392"/>
                  </a:lnTo>
                  <a:lnTo>
                    <a:pt x="6191062" y="593159"/>
                  </a:lnTo>
                  <a:lnTo>
                    <a:pt x="6235872" y="539825"/>
                  </a:lnTo>
                  <a:lnTo>
                    <a:pt x="6280181" y="488835"/>
                  </a:lnTo>
                  <a:lnTo>
                    <a:pt x="6323988" y="440539"/>
                  </a:lnTo>
                  <a:lnTo>
                    <a:pt x="6367361" y="395194"/>
                  </a:lnTo>
                  <a:lnTo>
                    <a:pt x="6410442" y="352953"/>
                  </a:lnTo>
                  <a:lnTo>
                    <a:pt x="6453454" y="313879"/>
                  </a:lnTo>
                  <a:lnTo>
                    <a:pt x="6496719" y="277950"/>
                  </a:lnTo>
                  <a:lnTo>
                    <a:pt x="6515891" y="263152"/>
                  </a:lnTo>
                  <a:lnTo>
                    <a:pt x="6563742" y="229315"/>
                  </a:lnTo>
                  <a:lnTo>
                    <a:pt x="6613289" y="198984"/>
                  </a:lnTo>
                  <a:lnTo>
                    <a:pt x="6665356" y="171966"/>
                  </a:lnTo>
                  <a:lnTo>
                    <a:pt x="6720863" y="147943"/>
                  </a:lnTo>
                  <a:lnTo>
                    <a:pt x="6780740" y="126559"/>
                  </a:lnTo>
                  <a:lnTo>
                    <a:pt x="6845839" y="107478"/>
                  </a:lnTo>
                  <a:lnTo>
                    <a:pt x="6916830" y="90411"/>
                  </a:lnTo>
                  <a:lnTo>
                    <a:pt x="6994044" y="75126"/>
                  </a:lnTo>
                  <a:lnTo>
                    <a:pt x="7077279" y="61463"/>
                  </a:lnTo>
                  <a:lnTo>
                    <a:pt x="7165578" y="49328"/>
                  </a:lnTo>
                  <a:lnTo>
                    <a:pt x="7257013" y="38693"/>
                  </a:lnTo>
                  <a:lnTo>
                    <a:pt x="7348585" y="29575"/>
                  </a:lnTo>
                  <a:lnTo>
                    <a:pt x="7436334" y="22012"/>
                  </a:lnTo>
                  <a:lnTo>
                    <a:pt x="7515788" y="16023"/>
                  </a:lnTo>
                  <a:lnTo>
                    <a:pt x="7582716" y="11573"/>
                  </a:lnTo>
                  <a:lnTo>
                    <a:pt x="7634058" y="8539"/>
                  </a:lnTo>
                  <a:lnTo>
                    <a:pt x="7668716" y="6709"/>
                  </a:lnTo>
                  <a:lnTo>
                    <a:pt x="7687945" y="5796"/>
                  </a:lnTo>
                  <a:lnTo>
                    <a:pt x="7695286" y="548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8" y="49"/>
                  </a:lnTo>
                  <a:lnTo>
                    <a:pt x="7686758" y="405"/>
                  </a:lnTo>
                  <a:lnTo>
                    <a:pt x="7666242" y="1388"/>
                  </a:lnTo>
                  <a:lnTo>
                    <a:pt x="7630084" y="3317"/>
                  </a:lnTo>
                  <a:lnTo>
                    <a:pt x="7577247" y="6472"/>
                  </a:lnTo>
                  <a:lnTo>
                    <a:pt x="7509031" y="11058"/>
                  </a:lnTo>
                  <a:lnTo>
                    <a:pt x="7428639" y="17189"/>
                  </a:lnTo>
                  <a:lnTo>
                    <a:pt x="7340360" y="24895"/>
                  </a:lnTo>
                  <a:lnTo>
                    <a:pt x="7248650" y="34152"/>
                  </a:lnTo>
                  <a:lnTo>
                    <a:pt x="7157392" y="44924"/>
                  </a:lnTo>
                  <a:lnTo>
                    <a:pt x="7069489" y="57195"/>
                  </a:lnTo>
                  <a:lnTo>
                    <a:pt x="6986774" y="71001"/>
                  </a:lnTo>
                  <a:lnTo>
                    <a:pt x="6910127" y="86440"/>
                  </a:lnTo>
                  <a:lnTo>
                    <a:pt x="6839691" y="103680"/>
                  </a:lnTo>
                  <a:lnTo>
                    <a:pt x="6775098" y="122956"/>
                  </a:lnTo>
                  <a:lnTo>
                    <a:pt x="6715655" y="144566"/>
                  </a:lnTo>
                  <a:lnTo>
                    <a:pt x="6660500" y="168847"/>
                  </a:lnTo>
                  <a:lnTo>
                    <a:pt x="6608698" y="196153"/>
                  </a:lnTo>
                  <a:lnTo>
                    <a:pt x="6559337" y="226797"/>
                  </a:lnTo>
                  <a:lnTo>
                    <a:pt x="6515891" y="257707"/>
                  </a:lnTo>
                  <a:lnTo>
                    <a:pt x="6472388" y="292283"/>
                  </a:lnTo>
                  <a:lnTo>
                    <a:pt x="6429310" y="329969"/>
                  </a:lnTo>
                  <a:lnTo>
                    <a:pt x="6386293" y="370823"/>
                  </a:lnTo>
                  <a:lnTo>
                    <a:pt x="6343070" y="414819"/>
                  </a:lnTo>
                  <a:lnTo>
                    <a:pt x="6299466" y="461846"/>
                  </a:lnTo>
                  <a:lnTo>
                    <a:pt x="6255381" y="511691"/>
                  </a:lnTo>
                  <a:lnTo>
                    <a:pt x="6210787" y="564046"/>
                  </a:lnTo>
                  <a:lnTo>
                    <a:pt x="6165717" y="618505"/>
                  </a:lnTo>
                  <a:lnTo>
                    <a:pt x="6120255" y="674579"/>
                  </a:lnTo>
                  <a:lnTo>
                    <a:pt x="6074527" y="731708"/>
                  </a:lnTo>
                  <a:lnTo>
                    <a:pt x="6028681" y="789287"/>
                  </a:lnTo>
                  <a:lnTo>
                    <a:pt x="5982882" y="846690"/>
                  </a:lnTo>
                  <a:lnTo>
                    <a:pt x="5937285" y="903300"/>
                  </a:lnTo>
                  <a:lnTo>
                    <a:pt x="5892030" y="958532"/>
                  </a:lnTo>
                  <a:lnTo>
                    <a:pt x="5847220" y="1011866"/>
                  </a:lnTo>
                  <a:lnTo>
                    <a:pt x="5802912" y="1062857"/>
                  </a:lnTo>
                  <a:lnTo>
                    <a:pt x="5759104" y="1111152"/>
                  </a:lnTo>
                  <a:lnTo>
                    <a:pt x="5715731" y="1156498"/>
                  </a:lnTo>
                  <a:lnTo>
                    <a:pt x="5672651" y="1198739"/>
                  </a:lnTo>
                  <a:lnTo>
                    <a:pt x="5629638" y="1237812"/>
                  </a:lnTo>
                  <a:lnTo>
                    <a:pt x="5586374" y="1273742"/>
                  </a:lnTo>
                  <a:lnTo>
                    <a:pt x="5567201" y="1288539"/>
                  </a:lnTo>
                  <a:lnTo>
                    <a:pt x="5519350" y="1322376"/>
                  </a:lnTo>
                  <a:lnTo>
                    <a:pt x="5469804" y="1352707"/>
                  </a:lnTo>
                  <a:lnTo>
                    <a:pt x="5417736" y="1379725"/>
                  </a:lnTo>
                  <a:lnTo>
                    <a:pt x="5362229" y="1403749"/>
                  </a:lnTo>
                  <a:lnTo>
                    <a:pt x="5302353" y="1425133"/>
                  </a:lnTo>
                  <a:lnTo>
                    <a:pt x="5237253" y="1444213"/>
                  </a:lnTo>
                  <a:lnTo>
                    <a:pt x="5166262" y="1461280"/>
                  </a:lnTo>
                  <a:lnTo>
                    <a:pt x="5089049" y="1476565"/>
                  </a:lnTo>
                  <a:lnTo>
                    <a:pt x="5005814" y="1490229"/>
                  </a:lnTo>
                  <a:lnTo>
                    <a:pt x="4917515" y="1502363"/>
                  </a:lnTo>
                  <a:lnTo>
                    <a:pt x="4826079" y="1512999"/>
                  </a:lnTo>
                  <a:lnTo>
                    <a:pt x="4734508" y="1522117"/>
                  </a:lnTo>
                  <a:lnTo>
                    <a:pt x="4646758" y="1529680"/>
                  </a:lnTo>
                  <a:lnTo>
                    <a:pt x="4567305" y="1535668"/>
                  </a:lnTo>
                  <a:lnTo>
                    <a:pt x="4500377" y="1540118"/>
                  </a:lnTo>
                  <a:lnTo>
                    <a:pt x="4449034" y="1543152"/>
                  </a:lnTo>
                  <a:lnTo>
                    <a:pt x="4414376" y="1544983"/>
                  </a:lnTo>
                  <a:lnTo>
                    <a:pt x="4395147" y="1545895"/>
                  </a:lnTo>
                  <a:lnTo>
                    <a:pt x="4387807" y="1546210"/>
                  </a:lnTo>
                  <a:lnTo>
                    <a:pt x="4386855" y="1546247"/>
                  </a:lnTo>
                  <a:lnTo>
                    <a:pt x="3848118" y="1546247"/>
                  </a:lnTo>
                  <a:lnTo>
                    <a:pt x="3846990" y="1546342"/>
                  </a:lnTo>
                  <a:lnTo>
                    <a:pt x="3839601" y="1547017"/>
                  </a:lnTo>
                  <a:lnTo>
                    <a:pt x="3821089" y="1548885"/>
                  </a:lnTo>
                  <a:lnTo>
                    <a:pt x="3788284" y="1552554"/>
                  </a:lnTo>
                  <a:lnTo>
                    <a:pt x="3739982" y="1558572"/>
                  </a:lnTo>
                  <a:lnTo>
                    <a:pt x="3677021" y="1567355"/>
                  </a:lnTo>
                  <a:lnTo>
                    <a:pt x="3601984" y="1579156"/>
                  </a:lnTo>
                  <a:lnTo>
                    <a:pt x="3518557" y="1594065"/>
                  </a:lnTo>
                  <a:lnTo>
                    <a:pt x="3430770" y="1612057"/>
                  </a:lnTo>
                  <a:lnTo>
                    <a:pt x="3342312" y="1633062"/>
                  </a:lnTo>
                  <a:lnTo>
                    <a:pt x="3256108" y="1657028"/>
                  </a:lnTo>
                  <a:lnTo>
                    <a:pt x="3174158" y="1683982"/>
                  </a:lnTo>
                  <a:lnTo>
                    <a:pt x="3097585" y="1714058"/>
                  </a:lnTo>
                  <a:lnTo>
                    <a:pt x="3026790" y="1747514"/>
                  </a:lnTo>
                  <a:lnTo>
                    <a:pt x="2961644" y="1784737"/>
                  </a:lnTo>
                  <a:lnTo>
                    <a:pt x="2901660" y="1826232"/>
                  </a:lnTo>
                  <a:lnTo>
                    <a:pt x="2846138" y="1872603"/>
                  </a:lnTo>
                  <a:lnTo>
                    <a:pt x="2794270" y="1924516"/>
                  </a:lnTo>
                  <a:lnTo>
                    <a:pt x="2745219" y="1982630"/>
                  </a:lnTo>
                  <a:lnTo>
                    <a:pt x="2698188" y="2047483"/>
                  </a:lnTo>
                  <a:lnTo>
                    <a:pt x="2667772" y="2094330"/>
                  </a:lnTo>
                  <a:lnTo>
                    <a:pt x="2634404" y="2150057"/>
                  </a:lnTo>
                  <a:lnTo>
                    <a:pt x="2601341" y="2209638"/>
                  </a:lnTo>
                  <a:lnTo>
                    <a:pt x="2568404" y="2273151"/>
                  </a:lnTo>
                  <a:lnTo>
                    <a:pt x="2535449" y="2340620"/>
                  </a:lnTo>
                  <a:lnTo>
                    <a:pt x="2502364" y="2412007"/>
                  </a:lnTo>
                  <a:lnTo>
                    <a:pt x="2469067" y="2487210"/>
                  </a:lnTo>
                  <a:lnTo>
                    <a:pt x="2435506" y="2566055"/>
                  </a:lnTo>
                  <a:lnTo>
                    <a:pt x="2401651" y="2648295"/>
                  </a:lnTo>
                  <a:lnTo>
                    <a:pt x="2367496" y="2733611"/>
                  </a:lnTo>
                  <a:lnTo>
                    <a:pt x="2333058" y="2821617"/>
                  </a:lnTo>
                  <a:lnTo>
                    <a:pt x="2298369" y="2911859"/>
                  </a:lnTo>
                  <a:lnTo>
                    <a:pt x="2263478" y="3003830"/>
                  </a:lnTo>
                  <a:lnTo>
                    <a:pt x="2228446" y="3096981"/>
                  </a:lnTo>
                  <a:lnTo>
                    <a:pt x="2193341" y="3190727"/>
                  </a:lnTo>
                  <a:lnTo>
                    <a:pt x="2158236" y="3284472"/>
                  </a:lnTo>
                  <a:lnTo>
                    <a:pt x="2123205" y="3377618"/>
                  </a:lnTo>
                  <a:lnTo>
                    <a:pt x="2088315" y="3469582"/>
                  </a:lnTo>
                  <a:lnTo>
                    <a:pt x="2053627" y="3559815"/>
                  </a:lnTo>
                  <a:lnTo>
                    <a:pt x="2019190" y="3647808"/>
                  </a:lnTo>
                  <a:lnTo>
                    <a:pt x="1985037" y="3733110"/>
                  </a:lnTo>
                  <a:lnTo>
                    <a:pt x="1951183" y="3815334"/>
                  </a:lnTo>
                  <a:lnTo>
                    <a:pt x="1917623" y="3894161"/>
                  </a:lnTo>
                  <a:lnTo>
                    <a:pt x="1884328" y="3969346"/>
                  </a:lnTo>
                  <a:lnTo>
                    <a:pt x="1851244" y="4040715"/>
                  </a:lnTo>
                  <a:lnTo>
                    <a:pt x="1818288" y="4108164"/>
                  </a:lnTo>
                  <a:lnTo>
                    <a:pt x="1785351" y="4171657"/>
                  </a:lnTo>
                  <a:lnTo>
                    <a:pt x="1752288" y="4231219"/>
                  </a:lnTo>
                  <a:lnTo>
                    <a:pt x="1719082" y="4286663"/>
                  </a:lnTo>
                  <a:lnTo>
                    <a:pt x="1673003" y="4356133"/>
                  </a:lnTo>
                  <a:lnTo>
                    <a:pt x="1625375" y="4418670"/>
                  </a:lnTo>
                  <a:lnTo>
                    <a:pt x="1575467" y="4474627"/>
                  </a:lnTo>
                  <a:lnTo>
                    <a:pt x="1522462" y="4524596"/>
                  </a:lnTo>
                  <a:lnTo>
                    <a:pt x="1465524" y="4569252"/>
                  </a:lnTo>
                  <a:lnTo>
                    <a:pt x="1403871" y="4609245"/>
                  </a:lnTo>
                  <a:lnTo>
                    <a:pt x="1336862" y="4645148"/>
                  </a:lnTo>
                  <a:lnTo>
                    <a:pt x="1264112" y="4677429"/>
                  </a:lnTo>
                  <a:lnTo>
                    <a:pt x="1185651" y="4706430"/>
                  </a:lnTo>
                  <a:lnTo>
                    <a:pt x="1102102" y="4732369"/>
                  </a:lnTo>
                  <a:lnTo>
                    <a:pt x="1014868" y="4755340"/>
                  </a:lnTo>
                  <a:lnTo>
                    <a:pt x="926265" y="4775337"/>
                  </a:lnTo>
                  <a:lnTo>
                    <a:pt x="839507" y="4792298"/>
                  </a:lnTo>
                  <a:lnTo>
                    <a:pt x="758458" y="4806158"/>
                  </a:lnTo>
                  <a:lnTo>
                    <a:pt x="687116" y="4816925"/>
                  </a:lnTo>
                  <a:lnTo>
                    <a:pt x="628881" y="4824740"/>
                  </a:lnTo>
                  <a:lnTo>
                    <a:pt x="585805" y="4829912"/>
                  </a:lnTo>
                  <a:lnTo>
                    <a:pt x="558052" y="4832909"/>
                  </a:lnTo>
                  <a:lnTo>
                    <a:pt x="543732" y="4834306"/>
                  </a:lnTo>
                  <a:lnTo>
                    <a:pt x="539072" y="4834718"/>
                  </a:lnTo>
                  <a:lnTo>
                    <a:pt x="538736" y="4834746"/>
                  </a:lnTo>
                  <a:lnTo>
                    <a:pt x="0" y="4834746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76" name="pl2076"/>
            <p:cNvSpPr/>
            <p:nvPr/>
          </p:nvSpPr>
          <p:spPr>
            <a:xfrm>
              <a:off x="546595" y="1169686"/>
              <a:ext cx="8234974" cy="4834746"/>
            </a:xfrm>
            <a:custGeom>
              <a:avLst/>
              <a:pathLst>
                <a:path w="8234974" h="4834746">
                  <a:moveTo>
                    <a:pt x="0" y="4834746"/>
                  </a:moveTo>
                  <a:lnTo>
                    <a:pt x="538736" y="4834746"/>
                  </a:lnTo>
                  <a:lnTo>
                    <a:pt x="539865" y="4834651"/>
                  </a:lnTo>
                  <a:lnTo>
                    <a:pt x="547253" y="4833976"/>
                  </a:lnTo>
                  <a:lnTo>
                    <a:pt x="565765" y="4832109"/>
                  </a:lnTo>
                  <a:lnTo>
                    <a:pt x="598571" y="4828439"/>
                  </a:lnTo>
                  <a:lnTo>
                    <a:pt x="646873" y="4822421"/>
                  </a:lnTo>
                  <a:lnTo>
                    <a:pt x="709833" y="4813638"/>
                  </a:lnTo>
                  <a:lnTo>
                    <a:pt x="784871" y="4801837"/>
                  </a:lnTo>
                  <a:lnTo>
                    <a:pt x="868297" y="4786928"/>
                  </a:lnTo>
                  <a:lnTo>
                    <a:pt x="956084" y="4768936"/>
                  </a:lnTo>
                  <a:lnTo>
                    <a:pt x="1044543" y="4747932"/>
                  </a:lnTo>
                  <a:lnTo>
                    <a:pt x="1130747" y="4723965"/>
                  </a:lnTo>
                  <a:lnTo>
                    <a:pt x="1212697" y="4697011"/>
                  </a:lnTo>
                  <a:lnTo>
                    <a:pt x="1289270" y="4666935"/>
                  </a:lnTo>
                  <a:lnTo>
                    <a:pt x="1360064" y="4633479"/>
                  </a:lnTo>
                  <a:lnTo>
                    <a:pt x="1425211" y="4596256"/>
                  </a:lnTo>
                  <a:lnTo>
                    <a:pt x="1485195" y="4554761"/>
                  </a:lnTo>
                  <a:lnTo>
                    <a:pt x="1540716" y="4508390"/>
                  </a:lnTo>
                  <a:lnTo>
                    <a:pt x="1592584" y="4456478"/>
                  </a:lnTo>
                  <a:lnTo>
                    <a:pt x="1641635" y="4398363"/>
                  </a:lnTo>
                  <a:lnTo>
                    <a:pt x="1688666" y="4333510"/>
                  </a:lnTo>
                  <a:lnTo>
                    <a:pt x="1719082" y="4286663"/>
                  </a:lnTo>
                  <a:lnTo>
                    <a:pt x="1752451" y="4230936"/>
                  </a:lnTo>
                  <a:lnTo>
                    <a:pt x="1785513" y="4171355"/>
                  </a:lnTo>
                  <a:lnTo>
                    <a:pt x="1818450" y="4107842"/>
                  </a:lnTo>
                  <a:lnTo>
                    <a:pt x="1851406" y="4040374"/>
                  </a:lnTo>
                  <a:lnTo>
                    <a:pt x="1884491" y="3968986"/>
                  </a:lnTo>
                  <a:lnTo>
                    <a:pt x="1917787" y="3893783"/>
                  </a:lnTo>
                  <a:lnTo>
                    <a:pt x="1951349" y="3814938"/>
                  </a:lnTo>
                  <a:lnTo>
                    <a:pt x="1985204" y="3732698"/>
                  </a:lnTo>
                  <a:lnTo>
                    <a:pt x="2019358" y="3647382"/>
                  </a:lnTo>
                  <a:lnTo>
                    <a:pt x="2053797" y="3559376"/>
                  </a:lnTo>
                  <a:lnTo>
                    <a:pt x="2088486" y="3469134"/>
                  </a:lnTo>
                  <a:lnTo>
                    <a:pt x="2123377" y="3377163"/>
                  </a:lnTo>
                  <a:lnTo>
                    <a:pt x="2158409" y="3284012"/>
                  </a:lnTo>
                  <a:lnTo>
                    <a:pt x="2193514" y="3190266"/>
                  </a:lnTo>
                  <a:lnTo>
                    <a:pt x="2228618" y="3096521"/>
                  </a:lnTo>
                  <a:lnTo>
                    <a:pt x="2263650" y="3003375"/>
                  </a:lnTo>
                  <a:lnTo>
                    <a:pt x="2298540" y="2911411"/>
                  </a:lnTo>
                  <a:lnTo>
                    <a:pt x="2333228" y="2821178"/>
                  </a:lnTo>
                  <a:lnTo>
                    <a:pt x="2367665" y="2733185"/>
                  </a:lnTo>
                  <a:lnTo>
                    <a:pt x="2401818" y="2647883"/>
                  </a:lnTo>
                  <a:lnTo>
                    <a:pt x="2435671" y="2565659"/>
                  </a:lnTo>
                  <a:lnTo>
                    <a:pt x="2469231" y="2486832"/>
                  </a:lnTo>
                  <a:lnTo>
                    <a:pt x="2502527" y="2411647"/>
                  </a:lnTo>
                  <a:lnTo>
                    <a:pt x="2535611" y="2340278"/>
                  </a:lnTo>
                  <a:lnTo>
                    <a:pt x="2568566" y="2272829"/>
                  </a:lnTo>
                  <a:lnTo>
                    <a:pt x="2601503" y="2209336"/>
                  </a:lnTo>
                  <a:lnTo>
                    <a:pt x="2634567" y="2149774"/>
                  </a:lnTo>
                  <a:lnTo>
                    <a:pt x="2667772" y="2094330"/>
                  </a:lnTo>
                  <a:lnTo>
                    <a:pt x="2713852" y="2024860"/>
                  </a:lnTo>
                  <a:lnTo>
                    <a:pt x="2761480" y="1962323"/>
                  </a:lnTo>
                  <a:lnTo>
                    <a:pt x="2811387" y="1906366"/>
                  </a:lnTo>
                  <a:lnTo>
                    <a:pt x="2864393" y="1856397"/>
                  </a:lnTo>
                  <a:lnTo>
                    <a:pt x="2921331" y="1811741"/>
                  </a:lnTo>
                  <a:lnTo>
                    <a:pt x="2982984" y="1771748"/>
                  </a:lnTo>
                  <a:lnTo>
                    <a:pt x="3049993" y="1735845"/>
                  </a:lnTo>
                  <a:lnTo>
                    <a:pt x="3122742" y="1703564"/>
                  </a:lnTo>
                  <a:lnTo>
                    <a:pt x="3201203" y="1674563"/>
                  </a:lnTo>
                  <a:lnTo>
                    <a:pt x="3284753" y="1648624"/>
                  </a:lnTo>
                  <a:lnTo>
                    <a:pt x="3371986" y="1625653"/>
                  </a:lnTo>
                  <a:lnTo>
                    <a:pt x="3460589" y="1605656"/>
                  </a:lnTo>
                  <a:lnTo>
                    <a:pt x="3547348" y="1588695"/>
                  </a:lnTo>
                  <a:lnTo>
                    <a:pt x="3628397" y="1574835"/>
                  </a:lnTo>
                  <a:lnTo>
                    <a:pt x="3699739" y="1564068"/>
                  </a:lnTo>
                  <a:lnTo>
                    <a:pt x="3757973" y="1556253"/>
                  </a:lnTo>
                  <a:lnTo>
                    <a:pt x="3801049" y="1551081"/>
                  </a:lnTo>
                  <a:lnTo>
                    <a:pt x="3828803" y="1548084"/>
                  </a:lnTo>
                  <a:lnTo>
                    <a:pt x="3843123" y="1546687"/>
                  </a:lnTo>
                  <a:lnTo>
                    <a:pt x="3847783" y="1546275"/>
                  </a:lnTo>
                  <a:lnTo>
                    <a:pt x="3848118" y="1546247"/>
                  </a:lnTo>
                  <a:lnTo>
                    <a:pt x="4386855" y="1546247"/>
                  </a:lnTo>
                  <a:lnTo>
                    <a:pt x="4388114" y="1546197"/>
                  </a:lnTo>
                  <a:lnTo>
                    <a:pt x="4396334" y="1545842"/>
                  </a:lnTo>
                  <a:lnTo>
                    <a:pt x="4416851" y="1544859"/>
                  </a:lnTo>
                  <a:lnTo>
                    <a:pt x="4453008" y="1542930"/>
                  </a:lnTo>
                  <a:lnTo>
                    <a:pt x="4505846" y="1539775"/>
                  </a:lnTo>
                  <a:lnTo>
                    <a:pt x="4574062" y="1535189"/>
                  </a:lnTo>
                  <a:lnTo>
                    <a:pt x="4654454" y="1529058"/>
                  </a:lnTo>
                  <a:lnTo>
                    <a:pt x="4742732" y="1521352"/>
                  </a:lnTo>
                  <a:lnTo>
                    <a:pt x="4834442" y="1512095"/>
                  </a:lnTo>
                  <a:lnTo>
                    <a:pt x="4925700" y="1501323"/>
                  </a:lnTo>
                  <a:lnTo>
                    <a:pt x="5013603" y="1489052"/>
                  </a:lnTo>
                  <a:lnTo>
                    <a:pt x="5096318" y="1475246"/>
                  </a:lnTo>
                  <a:lnTo>
                    <a:pt x="5172965" y="1459807"/>
                  </a:lnTo>
                  <a:lnTo>
                    <a:pt x="5243401" y="1442567"/>
                  </a:lnTo>
                  <a:lnTo>
                    <a:pt x="5307995" y="1423290"/>
                  </a:lnTo>
                  <a:lnTo>
                    <a:pt x="5367437" y="1401681"/>
                  </a:lnTo>
                  <a:lnTo>
                    <a:pt x="5422593" y="1377400"/>
                  </a:lnTo>
                  <a:lnTo>
                    <a:pt x="5474394" y="1350093"/>
                  </a:lnTo>
                  <a:lnTo>
                    <a:pt x="5523755" y="1319449"/>
                  </a:lnTo>
                  <a:lnTo>
                    <a:pt x="5567201" y="1288539"/>
                  </a:lnTo>
                  <a:lnTo>
                    <a:pt x="5610704" y="1253964"/>
                  </a:lnTo>
                  <a:lnTo>
                    <a:pt x="5653782" y="1216277"/>
                  </a:lnTo>
                  <a:lnTo>
                    <a:pt x="5696800" y="1175424"/>
                  </a:lnTo>
                  <a:lnTo>
                    <a:pt x="5740022" y="1131427"/>
                  </a:lnTo>
                  <a:lnTo>
                    <a:pt x="5783627" y="1084401"/>
                  </a:lnTo>
                  <a:lnTo>
                    <a:pt x="5827711" y="1034556"/>
                  </a:lnTo>
                  <a:lnTo>
                    <a:pt x="5872305" y="982201"/>
                  </a:lnTo>
                  <a:lnTo>
                    <a:pt x="5917375" y="927742"/>
                  </a:lnTo>
                  <a:lnTo>
                    <a:pt x="5962837" y="871668"/>
                  </a:lnTo>
                  <a:lnTo>
                    <a:pt x="6008566" y="814539"/>
                  </a:lnTo>
                  <a:lnTo>
                    <a:pt x="6054411" y="756959"/>
                  </a:lnTo>
                  <a:lnTo>
                    <a:pt x="6100211" y="699556"/>
                  </a:lnTo>
                  <a:lnTo>
                    <a:pt x="6145807" y="642947"/>
                  </a:lnTo>
                  <a:lnTo>
                    <a:pt x="6191062" y="587714"/>
                  </a:lnTo>
                  <a:lnTo>
                    <a:pt x="6235872" y="534381"/>
                  </a:lnTo>
                  <a:lnTo>
                    <a:pt x="6280181" y="483390"/>
                  </a:lnTo>
                  <a:lnTo>
                    <a:pt x="6323988" y="435095"/>
                  </a:lnTo>
                  <a:lnTo>
                    <a:pt x="6367361" y="389749"/>
                  </a:lnTo>
                  <a:lnTo>
                    <a:pt x="6410442" y="347508"/>
                  </a:lnTo>
                  <a:lnTo>
                    <a:pt x="6453454" y="308434"/>
                  </a:lnTo>
                  <a:lnTo>
                    <a:pt x="6496719" y="272505"/>
                  </a:lnTo>
                  <a:lnTo>
                    <a:pt x="6515891" y="257707"/>
                  </a:lnTo>
                  <a:lnTo>
                    <a:pt x="6563742" y="223870"/>
                  </a:lnTo>
                  <a:lnTo>
                    <a:pt x="6613289" y="193540"/>
                  </a:lnTo>
                  <a:lnTo>
                    <a:pt x="6665356" y="166522"/>
                  </a:lnTo>
                  <a:lnTo>
                    <a:pt x="6720863" y="142498"/>
                  </a:lnTo>
                  <a:lnTo>
                    <a:pt x="6780740" y="121114"/>
                  </a:lnTo>
                  <a:lnTo>
                    <a:pt x="6845839" y="102034"/>
                  </a:lnTo>
                  <a:lnTo>
                    <a:pt x="6916830" y="84966"/>
                  </a:lnTo>
                  <a:lnTo>
                    <a:pt x="6994044" y="69682"/>
                  </a:lnTo>
                  <a:lnTo>
                    <a:pt x="7077279" y="56018"/>
                  </a:lnTo>
                  <a:lnTo>
                    <a:pt x="7165578" y="43883"/>
                  </a:lnTo>
                  <a:lnTo>
                    <a:pt x="7257013" y="33248"/>
                  </a:lnTo>
                  <a:lnTo>
                    <a:pt x="7348585" y="24130"/>
                  </a:lnTo>
                  <a:lnTo>
                    <a:pt x="7436334" y="16567"/>
                  </a:lnTo>
                  <a:lnTo>
                    <a:pt x="7515788" y="10579"/>
                  </a:lnTo>
                  <a:lnTo>
                    <a:pt x="7582716" y="6129"/>
                  </a:lnTo>
                  <a:lnTo>
                    <a:pt x="7634058" y="3095"/>
                  </a:lnTo>
                  <a:lnTo>
                    <a:pt x="7668716" y="1264"/>
                  </a:lnTo>
                  <a:lnTo>
                    <a:pt x="7687945" y="351"/>
                  </a:lnTo>
                  <a:lnTo>
                    <a:pt x="7695286" y="37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7" name="pl2077"/>
            <p:cNvSpPr/>
            <p:nvPr/>
          </p:nvSpPr>
          <p:spPr>
            <a:xfrm>
              <a:off x="546595" y="1164241"/>
              <a:ext cx="8234974" cy="4834746"/>
            </a:xfrm>
            <a:custGeom>
              <a:avLst/>
              <a:pathLst>
                <a:path w="8234974" h="4834746">
                  <a:moveTo>
                    <a:pt x="8234974" y="0"/>
                  </a:moveTo>
                  <a:lnTo>
                    <a:pt x="7696237" y="0"/>
                  </a:lnTo>
                  <a:lnTo>
                    <a:pt x="7694978" y="49"/>
                  </a:lnTo>
                  <a:lnTo>
                    <a:pt x="7686758" y="405"/>
                  </a:lnTo>
                  <a:lnTo>
                    <a:pt x="7666242" y="1388"/>
                  </a:lnTo>
                  <a:lnTo>
                    <a:pt x="7630084" y="3317"/>
                  </a:lnTo>
                  <a:lnTo>
                    <a:pt x="7577247" y="6472"/>
                  </a:lnTo>
                  <a:lnTo>
                    <a:pt x="7509031" y="11058"/>
                  </a:lnTo>
                  <a:lnTo>
                    <a:pt x="7428639" y="17189"/>
                  </a:lnTo>
                  <a:lnTo>
                    <a:pt x="7340360" y="24895"/>
                  </a:lnTo>
                  <a:lnTo>
                    <a:pt x="7248650" y="34152"/>
                  </a:lnTo>
                  <a:lnTo>
                    <a:pt x="7157392" y="44924"/>
                  </a:lnTo>
                  <a:lnTo>
                    <a:pt x="7069489" y="57195"/>
                  </a:lnTo>
                  <a:lnTo>
                    <a:pt x="6986774" y="71001"/>
                  </a:lnTo>
                  <a:lnTo>
                    <a:pt x="6910127" y="86440"/>
                  </a:lnTo>
                  <a:lnTo>
                    <a:pt x="6839691" y="103680"/>
                  </a:lnTo>
                  <a:lnTo>
                    <a:pt x="6775098" y="122956"/>
                  </a:lnTo>
                  <a:lnTo>
                    <a:pt x="6715655" y="144566"/>
                  </a:lnTo>
                  <a:lnTo>
                    <a:pt x="6660500" y="168847"/>
                  </a:lnTo>
                  <a:lnTo>
                    <a:pt x="6608698" y="196153"/>
                  </a:lnTo>
                  <a:lnTo>
                    <a:pt x="6559337" y="226797"/>
                  </a:lnTo>
                  <a:lnTo>
                    <a:pt x="6515891" y="257707"/>
                  </a:lnTo>
                  <a:lnTo>
                    <a:pt x="6472388" y="292283"/>
                  </a:lnTo>
                  <a:lnTo>
                    <a:pt x="6429310" y="329969"/>
                  </a:lnTo>
                  <a:lnTo>
                    <a:pt x="6386293" y="370823"/>
                  </a:lnTo>
                  <a:lnTo>
                    <a:pt x="6343070" y="414819"/>
                  </a:lnTo>
                  <a:lnTo>
                    <a:pt x="6299466" y="461846"/>
                  </a:lnTo>
                  <a:lnTo>
                    <a:pt x="6255381" y="511691"/>
                  </a:lnTo>
                  <a:lnTo>
                    <a:pt x="6210787" y="564046"/>
                  </a:lnTo>
                  <a:lnTo>
                    <a:pt x="6165717" y="618505"/>
                  </a:lnTo>
                  <a:lnTo>
                    <a:pt x="6120255" y="674579"/>
                  </a:lnTo>
                  <a:lnTo>
                    <a:pt x="6074527" y="731708"/>
                  </a:lnTo>
                  <a:lnTo>
                    <a:pt x="6028681" y="789287"/>
                  </a:lnTo>
                  <a:lnTo>
                    <a:pt x="5982882" y="846690"/>
                  </a:lnTo>
                  <a:lnTo>
                    <a:pt x="5937285" y="903300"/>
                  </a:lnTo>
                  <a:lnTo>
                    <a:pt x="5892030" y="958532"/>
                  </a:lnTo>
                  <a:lnTo>
                    <a:pt x="5847220" y="1011866"/>
                  </a:lnTo>
                  <a:lnTo>
                    <a:pt x="5802912" y="1062857"/>
                  </a:lnTo>
                  <a:lnTo>
                    <a:pt x="5759104" y="1111152"/>
                  </a:lnTo>
                  <a:lnTo>
                    <a:pt x="5715731" y="1156498"/>
                  </a:lnTo>
                  <a:lnTo>
                    <a:pt x="5672651" y="1198739"/>
                  </a:lnTo>
                  <a:lnTo>
                    <a:pt x="5629638" y="1237812"/>
                  </a:lnTo>
                  <a:lnTo>
                    <a:pt x="5586374" y="1273742"/>
                  </a:lnTo>
                  <a:lnTo>
                    <a:pt x="5567201" y="1288539"/>
                  </a:lnTo>
                  <a:lnTo>
                    <a:pt x="5519350" y="1322376"/>
                  </a:lnTo>
                  <a:lnTo>
                    <a:pt x="5469804" y="1352707"/>
                  </a:lnTo>
                  <a:lnTo>
                    <a:pt x="5417736" y="1379725"/>
                  </a:lnTo>
                  <a:lnTo>
                    <a:pt x="5362229" y="1403749"/>
                  </a:lnTo>
                  <a:lnTo>
                    <a:pt x="5302353" y="1425133"/>
                  </a:lnTo>
                  <a:lnTo>
                    <a:pt x="5237253" y="1444213"/>
                  </a:lnTo>
                  <a:lnTo>
                    <a:pt x="5166262" y="1461280"/>
                  </a:lnTo>
                  <a:lnTo>
                    <a:pt x="5089049" y="1476565"/>
                  </a:lnTo>
                  <a:lnTo>
                    <a:pt x="5005814" y="1490229"/>
                  </a:lnTo>
                  <a:lnTo>
                    <a:pt x="4917515" y="1502363"/>
                  </a:lnTo>
                  <a:lnTo>
                    <a:pt x="4826079" y="1512999"/>
                  </a:lnTo>
                  <a:lnTo>
                    <a:pt x="4734508" y="1522117"/>
                  </a:lnTo>
                  <a:lnTo>
                    <a:pt x="4646758" y="1529680"/>
                  </a:lnTo>
                  <a:lnTo>
                    <a:pt x="4567305" y="1535668"/>
                  </a:lnTo>
                  <a:lnTo>
                    <a:pt x="4500377" y="1540118"/>
                  </a:lnTo>
                  <a:lnTo>
                    <a:pt x="4449034" y="1543152"/>
                  </a:lnTo>
                  <a:lnTo>
                    <a:pt x="4414376" y="1544983"/>
                  </a:lnTo>
                  <a:lnTo>
                    <a:pt x="4395147" y="1545895"/>
                  </a:lnTo>
                  <a:lnTo>
                    <a:pt x="4387807" y="1546210"/>
                  </a:lnTo>
                  <a:lnTo>
                    <a:pt x="4386855" y="1546247"/>
                  </a:lnTo>
                  <a:lnTo>
                    <a:pt x="3848118" y="1546247"/>
                  </a:lnTo>
                  <a:lnTo>
                    <a:pt x="3846990" y="1546342"/>
                  </a:lnTo>
                  <a:lnTo>
                    <a:pt x="3839601" y="1547017"/>
                  </a:lnTo>
                  <a:lnTo>
                    <a:pt x="3821089" y="1548885"/>
                  </a:lnTo>
                  <a:lnTo>
                    <a:pt x="3788284" y="1552554"/>
                  </a:lnTo>
                  <a:lnTo>
                    <a:pt x="3739982" y="1558572"/>
                  </a:lnTo>
                  <a:lnTo>
                    <a:pt x="3677021" y="1567355"/>
                  </a:lnTo>
                  <a:lnTo>
                    <a:pt x="3601984" y="1579156"/>
                  </a:lnTo>
                  <a:lnTo>
                    <a:pt x="3518557" y="1594065"/>
                  </a:lnTo>
                  <a:lnTo>
                    <a:pt x="3430770" y="1612057"/>
                  </a:lnTo>
                  <a:lnTo>
                    <a:pt x="3342312" y="1633062"/>
                  </a:lnTo>
                  <a:lnTo>
                    <a:pt x="3256108" y="1657028"/>
                  </a:lnTo>
                  <a:lnTo>
                    <a:pt x="3174158" y="1683982"/>
                  </a:lnTo>
                  <a:lnTo>
                    <a:pt x="3097585" y="1714058"/>
                  </a:lnTo>
                  <a:lnTo>
                    <a:pt x="3026790" y="1747514"/>
                  </a:lnTo>
                  <a:lnTo>
                    <a:pt x="2961644" y="1784737"/>
                  </a:lnTo>
                  <a:lnTo>
                    <a:pt x="2901660" y="1826232"/>
                  </a:lnTo>
                  <a:lnTo>
                    <a:pt x="2846138" y="1872603"/>
                  </a:lnTo>
                  <a:lnTo>
                    <a:pt x="2794270" y="1924516"/>
                  </a:lnTo>
                  <a:lnTo>
                    <a:pt x="2745219" y="1982630"/>
                  </a:lnTo>
                  <a:lnTo>
                    <a:pt x="2698188" y="2047483"/>
                  </a:lnTo>
                  <a:lnTo>
                    <a:pt x="2667772" y="2094330"/>
                  </a:lnTo>
                  <a:lnTo>
                    <a:pt x="2634404" y="2150057"/>
                  </a:lnTo>
                  <a:lnTo>
                    <a:pt x="2601341" y="2209638"/>
                  </a:lnTo>
                  <a:lnTo>
                    <a:pt x="2568404" y="2273151"/>
                  </a:lnTo>
                  <a:lnTo>
                    <a:pt x="2535449" y="2340620"/>
                  </a:lnTo>
                  <a:lnTo>
                    <a:pt x="2502364" y="2412007"/>
                  </a:lnTo>
                  <a:lnTo>
                    <a:pt x="2469067" y="2487210"/>
                  </a:lnTo>
                  <a:lnTo>
                    <a:pt x="2435506" y="2566055"/>
                  </a:lnTo>
                  <a:lnTo>
                    <a:pt x="2401651" y="2648295"/>
                  </a:lnTo>
                  <a:lnTo>
                    <a:pt x="2367496" y="2733611"/>
                  </a:lnTo>
                  <a:lnTo>
                    <a:pt x="2333058" y="2821617"/>
                  </a:lnTo>
                  <a:lnTo>
                    <a:pt x="2298369" y="2911859"/>
                  </a:lnTo>
                  <a:lnTo>
                    <a:pt x="2263478" y="3003830"/>
                  </a:lnTo>
                  <a:lnTo>
                    <a:pt x="2228446" y="3096981"/>
                  </a:lnTo>
                  <a:lnTo>
                    <a:pt x="2193341" y="3190727"/>
                  </a:lnTo>
                  <a:lnTo>
                    <a:pt x="2158236" y="3284472"/>
                  </a:lnTo>
                  <a:lnTo>
                    <a:pt x="2123205" y="3377618"/>
                  </a:lnTo>
                  <a:lnTo>
                    <a:pt x="2088315" y="3469582"/>
                  </a:lnTo>
                  <a:lnTo>
                    <a:pt x="2053627" y="3559815"/>
                  </a:lnTo>
                  <a:lnTo>
                    <a:pt x="2019190" y="3647808"/>
                  </a:lnTo>
                  <a:lnTo>
                    <a:pt x="1985037" y="3733110"/>
                  </a:lnTo>
                  <a:lnTo>
                    <a:pt x="1951183" y="3815334"/>
                  </a:lnTo>
                  <a:lnTo>
                    <a:pt x="1917623" y="3894161"/>
                  </a:lnTo>
                  <a:lnTo>
                    <a:pt x="1884328" y="3969346"/>
                  </a:lnTo>
                  <a:lnTo>
                    <a:pt x="1851244" y="4040715"/>
                  </a:lnTo>
                  <a:lnTo>
                    <a:pt x="1818288" y="4108164"/>
                  </a:lnTo>
                  <a:lnTo>
                    <a:pt x="1785351" y="4171657"/>
                  </a:lnTo>
                  <a:lnTo>
                    <a:pt x="1752288" y="4231219"/>
                  </a:lnTo>
                  <a:lnTo>
                    <a:pt x="1719082" y="4286663"/>
                  </a:lnTo>
                  <a:lnTo>
                    <a:pt x="1673003" y="4356133"/>
                  </a:lnTo>
                  <a:lnTo>
                    <a:pt x="1625375" y="4418670"/>
                  </a:lnTo>
                  <a:lnTo>
                    <a:pt x="1575467" y="4474627"/>
                  </a:lnTo>
                  <a:lnTo>
                    <a:pt x="1522462" y="4524596"/>
                  </a:lnTo>
                  <a:lnTo>
                    <a:pt x="1465524" y="4569252"/>
                  </a:lnTo>
                  <a:lnTo>
                    <a:pt x="1403871" y="4609245"/>
                  </a:lnTo>
                  <a:lnTo>
                    <a:pt x="1336862" y="4645148"/>
                  </a:lnTo>
                  <a:lnTo>
                    <a:pt x="1264112" y="4677429"/>
                  </a:lnTo>
                  <a:lnTo>
                    <a:pt x="1185651" y="4706430"/>
                  </a:lnTo>
                  <a:lnTo>
                    <a:pt x="1102102" y="4732369"/>
                  </a:lnTo>
                  <a:lnTo>
                    <a:pt x="1014868" y="4755340"/>
                  </a:lnTo>
                  <a:lnTo>
                    <a:pt x="926265" y="4775337"/>
                  </a:lnTo>
                  <a:lnTo>
                    <a:pt x="839507" y="4792298"/>
                  </a:lnTo>
                  <a:lnTo>
                    <a:pt x="758458" y="4806158"/>
                  </a:lnTo>
                  <a:lnTo>
                    <a:pt x="687116" y="4816925"/>
                  </a:lnTo>
                  <a:lnTo>
                    <a:pt x="628881" y="4824740"/>
                  </a:lnTo>
                  <a:lnTo>
                    <a:pt x="585805" y="4829912"/>
                  </a:lnTo>
                  <a:lnTo>
                    <a:pt x="558052" y="4832909"/>
                  </a:lnTo>
                  <a:lnTo>
                    <a:pt x="543732" y="4834306"/>
                  </a:lnTo>
                  <a:lnTo>
                    <a:pt x="539072" y="4834718"/>
                  </a:lnTo>
                  <a:lnTo>
                    <a:pt x="538736" y="4834746"/>
                  </a:lnTo>
                  <a:lnTo>
                    <a:pt x="0" y="48347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8" name="pg2078"/>
            <p:cNvSpPr/>
            <p:nvPr/>
          </p:nvSpPr>
          <p:spPr>
            <a:xfrm>
              <a:off x="546595" y="1300355"/>
              <a:ext cx="8234974" cy="4687743"/>
            </a:xfrm>
            <a:custGeom>
              <a:avLst/>
              <a:pathLst>
                <a:path w="8234974" h="4687743">
                  <a:moveTo>
                    <a:pt x="0" y="4687743"/>
                  </a:moveTo>
                  <a:lnTo>
                    <a:pt x="538736" y="4687743"/>
                  </a:lnTo>
                  <a:lnTo>
                    <a:pt x="539609" y="4687640"/>
                  </a:lnTo>
                  <a:lnTo>
                    <a:pt x="545358" y="4686902"/>
                  </a:lnTo>
                  <a:lnTo>
                    <a:pt x="559877" y="4684862"/>
                  </a:lnTo>
                  <a:lnTo>
                    <a:pt x="585904" y="4680845"/>
                  </a:lnTo>
                  <a:lnTo>
                    <a:pt x="624826" y="4674223"/>
                  </a:lnTo>
                  <a:lnTo>
                    <a:pt x="676577" y="4664477"/>
                  </a:lnTo>
                  <a:lnTo>
                    <a:pt x="739729" y="4651244"/>
                  </a:lnTo>
                  <a:lnTo>
                    <a:pt x="811824" y="4634333"/>
                  </a:lnTo>
                  <a:lnTo>
                    <a:pt x="889843" y="4613703"/>
                  </a:lnTo>
                  <a:lnTo>
                    <a:pt x="970705" y="4589404"/>
                  </a:lnTo>
                  <a:lnTo>
                    <a:pt x="1051667" y="4561517"/>
                  </a:lnTo>
                  <a:lnTo>
                    <a:pt x="1130558" y="4530090"/>
                  </a:lnTo>
                  <a:lnTo>
                    <a:pt x="1205869" y="4495092"/>
                  </a:lnTo>
                  <a:lnTo>
                    <a:pt x="1276711" y="4456383"/>
                  </a:lnTo>
                  <a:lnTo>
                    <a:pt x="1342713" y="4413695"/>
                  </a:lnTo>
                  <a:lnTo>
                    <a:pt x="1403907" y="4366636"/>
                  </a:lnTo>
                  <a:lnTo>
                    <a:pt x="1460598" y="4314687"/>
                  </a:lnTo>
                  <a:lnTo>
                    <a:pt x="1513278" y="4257224"/>
                  </a:lnTo>
                  <a:lnTo>
                    <a:pt x="1562539" y="4193540"/>
                  </a:lnTo>
                  <a:lnTo>
                    <a:pt x="1609022" y="4122895"/>
                  </a:lnTo>
                  <a:lnTo>
                    <a:pt x="1653367" y="4044592"/>
                  </a:lnTo>
                  <a:lnTo>
                    <a:pt x="1696170" y="3958115"/>
                  </a:lnTo>
                  <a:lnTo>
                    <a:pt x="1719082" y="3907360"/>
                  </a:lnTo>
                  <a:lnTo>
                    <a:pt x="1747659" y="3839800"/>
                  </a:lnTo>
                  <a:lnTo>
                    <a:pt x="1775991" y="3768237"/>
                  </a:lnTo>
                  <a:lnTo>
                    <a:pt x="1804196" y="3692592"/>
                  </a:lnTo>
                  <a:lnTo>
                    <a:pt x="1832372" y="3612825"/>
                  </a:lnTo>
                  <a:lnTo>
                    <a:pt x="1860600" y="3528940"/>
                  </a:lnTo>
                  <a:lnTo>
                    <a:pt x="1888942" y="3440991"/>
                  </a:lnTo>
                  <a:lnTo>
                    <a:pt x="1917446" y="3349082"/>
                  </a:lnTo>
                  <a:lnTo>
                    <a:pt x="1946144" y="3253373"/>
                  </a:lnTo>
                  <a:lnTo>
                    <a:pt x="1975055" y="3154078"/>
                  </a:lnTo>
                  <a:lnTo>
                    <a:pt x="2004186" y="3051467"/>
                  </a:lnTo>
                  <a:lnTo>
                    <a:pt x="2033532" y="2945864"/>
                  </a:lnTo>
                  <a:lnTo>
                    <a:pt x="2063078" y="2837642"/>
                  </a:lnTo>
                  <a:lnTo>
                    <a:pt x="2092799" y="2727224"/>
                  </a:lnTo>
                  <a:lnTo>
                    <a:pt x="2122662" y="2615071"/>
                  </a:lnTo>
                  <a:lnTo>
                    <a:pt x="2152631" y="2501677"/>
                  </a:lnTo>
                  <a:lnTo>
                    <a:pt x="2182661" y="2387558"/>
                  </a:lnTo>
                  <a:lnTo>
                    <a:pt x="2212707" y="2273248"/>
                  </a:lnTo>
                  <a:lnTo>
                    <a:pt x="2242724" y="2159282"/>
                  </a:lnTo>
                  <a:lnTo>
                    <a:pt x="2272667" y="2046187"/>
                  </a:lnTo>
                  <a:lnTo>
                    <a:pt x="2302494" y="1934477"/>
                  </a:lnTo>
                  <a:lnTo>
                    <a:pt x="2332168" y="1824636"/>
                  </a:lnTo>
                  <a:lnTo>
                    <a:pt x="2361660" y="1717116"/>
                  </a:lnTo>
                  <a:lnTo>
                    <a:pt x="2390946" y="1612324"/>
                  </a:lnTo>
                  <a:lnTo>
                    <a:pt x="2420015" y="1510622"/>
                  </a:lnTo>
                  <a:lnTo>
                    <a:pt x="2448864" y="1412319"/>
                  </a:lnTo>
                  <a:lnTo>
                    <a:pt x="2477504" y="1317667"/>
                  </a:lnTo>
                  <a:lnTo>
                    <a:pt x="2505958" y="1226867"/>
                  </a:lnTo>
                  <a:lnTo>
                    <a:pt x="2534263" y="1140061"/>
                  </a:lnTo>
                  <a:lnTo>
                    <a:pt x="2562469" y="1057340"/>
                  </a:lnTo>
                  <a:lnTo>
                    <a:pt x="2590645" y="978742"/>
                  </a:lnTo>
                  <a:lnTo>
                    <a:pt x="2618875" y="904260"/>
                  </a:lnTo>
                  <a:lnTo>
                    <a:pt x="2647263" y="833841"/>
                  </a:lnTo>
                  <a:lnTo>
                    <a:pt x="2667772" y="785827"/>
                  </a:lnTo>
                  <a:lnTo>
                    <a:pt x="2709953" y="694794"/>
                  </a:lnTo>
                  <a:lnTo>
                    <a:pt x="2753387" y="612072"/>
                  </a:lnTo>
                  <a:lnTo>
                    <a:pt x="2798624" y="537323"/>
                  </a:lnTo>
                  <a:lnTo>
                    <a:pt x="2846288" y="469928"/>
                  </a:lnTo>
                  <a:lnTo>
                    <a:pt x="2897023" y="409158"/>
                  </a:lnTo>
                  <a:lnTo>
                    <a:pt x="2951454" y="354281"/>
                  </a:lnTo>
                  <a:lnTo>
                    <a:pt x="3010137" y="304623"/>
                  </a:lnTo>
                  <a:lnTo>
                    <a:pt x="3073489" y="259605"/>
                  </a:lnTo>
                  <a:lnTo>
                    <a:pt x="3141705" y="218764"/>
                  </a:lnTo>
                  <a:lnTo>
                    <a:pt x="3214649" y="181764"/>
                  </a:lnTo>
                  <a:lnTo>
                    <a:pt x="3291731" y="148397"/>
                  </a:lnTo>
                  <a:lnTo>
                    <a:pt x="3371789" y="118574"/>
                  </a:lnTo>
                  <a:lnTo>
                    <a:pt x="3453012" y="92306"/>
                  </a:lnTo>
                  <a:lnTo>
                    <a:pt x="3532952" y="69663"/>
                  </a:lnTo>
                  <a:lnTo>
                    <a:pt x="3608671" y="50718"/>
                  </a:lnTo>
                  <a:lnTo>
                    <a:pt x="3677060" y="35490"/>
                  </a:lnTo>
                  <a:lnTo>
                    <a:pt x="3735291" y="23873"/>
                  </a:lnTo>
                  <a:lnTo>
                    <a:pt x="3781320" y="15600"/>
                  </a:lnTo>
                  <a:lnTo>
                    <a:pt x="3814310" y="10232"/>
                  </a:lnTo>
                  <a:lnTo>
                    <a:pt x="3834858" y="7195"/>
                  </a:lnTo>
                  <a:lnTo>
                    <a:pt x="3844984" y="5830"/>
                  </a:lnTo>
                  <a:lnTo>
                    <a:pt x="3847973" y="546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88" y="5506"/>
                  </a:lnTo>
                  <a:lnTo>
                    <a:pt x="4396143" y="5951"/>
                  </a:lnTo>
                  <a:lnTo>
                    <a:pt x="4416260" y="7181"/>
                  </a:lnTo>
                  <a:lnTo>
                    <a:pt x="4451754" y="9594"/>
                  </a:lnTo>
                  <a:lnTo>
                    <a:pt x="4503698" y="13544"/>
                  </a:lnTo>
                  <a:lnTo>
                    <a:pt x="4570888" y="19290"/>
                  </a:lnTo>
                  <a:lnTo>
                    <a:pt x="4650245" y="26979"/>
                  </a:lnTo>
                  <a:lnTo>
                    <a:pt x="4737599" y="36653"/>
                  </a:lnTo>
                  <a:lnTo>
                    <a:pt x="4828574" y="48284"/>
                  </a:lnTo>
                  <a:lnTo>
                    <a:pt x="4919321" y="61827"/>
                  </a:lnTo>
                  <a:lnTo>
                    <a:pt x="5006925" y="77258"/>
                  </a:lnTo>
                  <a:lnTo>
                    <a:pt x="5089518" y="94617"/>
                  </a:lnTo>
                  <a:lnTo>
                    <a:pt x="5166171" y="114020"/>
                  </a:lnTo>
                  <a:lnTo>
                    <a:pt x="5236688" y="135670"/>
                  </a:lnTo>
                  <a:lnTo>
                    <a:pt x="5301392" y="159852"/>
                  </a:lnTo>
                  <a:lnTo>
                    <a:pt x="5360935" y="186931"/>
                  </a:lnTo>
                  <a:lnTo>
                    <a:pt x="5416149" y="217327"/>
                  </a:lnTo>
                  <a:lnTo>
                    <a:pt x="5467946" y="251483"/>
                  </a:lnTo>
                  <a:lnTo>
                    <a:pt x="5517225" y="289801"/>
                  </a:lnTo>
                  <a:lnTo>
                    <a:pt x="5564800" y="332533"/>
                  </a:lnTo>
                  <a:lnTo>
                    <a:pt x="5567201" y="334838"/>
                  </a:lnTo>
                  <a:lnTo>
                    <a:pt x="5607630" y="375760"/>
                  </a:lnTo>
                  <a:lnTo>
                    <a:pt x="5647668" y="420106"/>
                  </a:lnTo>
                  <a:lnTo>
                    <a:pt x="5687615" y="467942"/>
                  </a:lnTo>
                  <a:lnTo>
                    <a:pt x="5727698" y="519260"/>
                  </a:lnTo>
                  <a:lnTo>
                    <a:pt x="5768075" y="573966"/>
                  </a:lnTo>
                  <a:lnTo>
                    <a:pt x="5808844" y="631877"/>
                  </a:lnTo>
                  <a:lnTo>
                    <a:pt x="5850050" y="692717"/>
                  </a:lnTo>
                  <a:lnTo>
                    <a:pt x="5891687" y="756114"/>
                  </a:lnTo>
                  <a:lnTo>
                    <a:pt x="5933709" y="821610"/>
                  </a:lnTo>
                  <a:lnTo>
                    <a:pt x="5976035" y="888673"/>
                  </a:lnTo>
                  <a:lnTo>
                    <a:pt x="6018555" y="956712"/>
                  </a:lnTo>
                  <a:lnTo>
                    <a:pt x="6061145" y="1025097"/>
                  </a:lnTo>
                  <a:lnTo>
                    <a:pt x="6103675" y="1093187"/>
                  </a:lnTo>
                  <a:lnTo>
                    <a:pt x="6146020" y="1160350"/>
                  </a:lnTo>
                  <a:lnTo>
                    <a:pt x="6188070" y="1225992"/>
                  </a:lnTo>
                  <a:lnTo>
                    <a:pt x="6229740" y="1289574"/>
                  </a:lnTo>
                  <a:lnTo>
                    <a:pt x="6270981" y="1350632"/>
                  </a:lnTo>
                  <a:lnTo>
                    <a:pt x="6311784" y="1408788"/>
                  </a:lnTo>
                  <a:lnTo>
                    <a:pt x="6352189" y="1463758"/>
                  </a:lnTo>
                  <a:lnTo>
                    <a:pt x="6392291" y="1515350"/>
                  </a:lnTo>
                  <a:lnTo>
                    <a:pt x="6432242" y="1563465"/>
                  </a:lnTo>
                  <a:lnTo>
                    <a:pt x="6472262" y="1608087"/>
                  </a:lnTo>
                  <a:lnTo>
                    <a:pt x="6512647" y="1649278"/>
                  </a:lnTo>
                  <a:lnTo>
                    <a:pt x="6515891" y="1652416"/>
                  </a:lnTo>
                  <a:lnTo>
                    <a:pt x="6563398" y="1695375"/>
                  </a:lnTo>
                  <a:lnTo>
                    <a:pt x="6612572" y="1733914"/>
                  </a:lnTo>
                  <a:lnTo>
                    <a:pt x="6664218" y="1768274"/>
                  </a:lnTo>
                  <a:lnTo>
                    <a:pt x="6719235" y="1798852"/>
                  </a:lnTo>
                  <a:lnTo>
                    <a:pt x="6778535" y="1826090"/>
                  </a:lnTo>
                  <a:lnTo>
                    <a:pt x="6842957" y="1850411"/>
                  </a:lnTo>
                  <a:lnTo>
                    <a:pt x="6913165" y="1872182"/>
                  </a:lnTo>
                  <a:lnTo>
                    <a:pt x="6989503" y="1891695"/>
                  </a:lnTo>
                  <a:lnTo>
                    <a:pt x="7071808" y="1909155"/>
                  </a:lnTo>
                  <a:lnTo>
                    <a:pt x="7159193" y="1924684"/>
                  </a:lnTo>
                  <a:lnTo>
                    <a:pt x="7249841" y="1938323"/>
                  </a:lnTo>
                  <a:lnTo>
                    <a:pt x="7340891" y="1950053"/>
                  </a:lnTo>
                  <a:lnTo>
                    <a:pt x="7428534" y="1959828"/>
                  </a:lnTo>
                  <a:lnTo>
                    <a:pt x="7508407" y="1967618"/>
                  </a:lnTo>
                  <a:lnTo>
                    <a:pt x="7576307" y="1973461"/>
                  </a:lnTo>
                  <a:lnTo>
                    <a:pt x="7629079" y="1977497"/>
                  </a:lnTo>
                  <a:lnTo>
                    <a:pt x="7665408" y="1979982"/>
                  </a:lnTo>
                  <a:lnTo>
                    <a:pt x="7686250" y="1981263"/>
                  </a:lnTo>
                  <a:lnTo>
                    <a:pt x="7694810" y="1981738"/>
                  </a:lnTo>
                  <a:lnTo>
                    <a:pt x="7696237" y="1981810"/>
                  </a:lnTo>
                  <a:lnTo>
                    <a:pt x="8234974" y="1981810"/>
                  </a:lnTo>
                  <a:lnTo>
                    <a:pt x="8234974" y="1976365"/>
                  </a:ln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5" y="103"/>
                  </a:lnTo>
                  <a:lnTo>
                    <a:pt x="3841497" y="841"/>
                  </a:lnTo>
                  <a:lnTo>
                    <a:pt x="3826977" y="2881"/>
                  </a:lnTo>
                  <a:lnTo>
                    <a:pt x="3800951" y="6897"/>
                  </a:lnTo>
                  <a:lnTo>
                    <a:pt x="3762028" y="13520"/>
                  </a:lnTo>
                  <a:lnTo>
                    <a:pt x="3710278" y="23266"/>
                  </a:lnTo>
                  <a:lnTo>
                    <a:pt x="3647125" y="36499"/>
                  </a:lnTo>
                  <a:lnTo>
                    <a:pt x="3575031" y="53409"/>
                  </a:lnTo>
                  <a:lnTo>
                    <a:pt x="3497012" y="74040"/>
                  </a:lnTo>
                  <a:lnTo>
                    <a:pt x="3416149" y="98339"/>
                  </a:lnTo>
                  <a:lnTo>
                    <a:pt x="3335188" y="126226"/>
                  </a:lnTo>
                  <a:lnTo>
                    <a:pt x="3256296" y="157653"/>
                  </a:lnTo>
                  <a:lnTo>
                    <a:pt x="3180985" y="192651"/>
                  </a:lnTo>
                  <a:lnTo>
                    <a:pt x="3110144" y="231360"/>
                  </a:lnTo>
                  <a:lnTo>
                    <a:pt x="3044141" y="274048"/>
                  </a:lnTo>
                  <a:lnTo>
                    <a:pt x="2982948" y="321107"/>
                  </a:lnTo>
                  <a:lnTo>
                    <a:pt x="2926256" y="373056"/>
                  </a:lnTo>
                  <a:lnTo>
                    <a:pt x="2873577" y="430518"/>
                  </a:lnTo>
                  <a:lnTo>
                    <a:pt x="2824315" y="494203"/>
                  </a:lnTo>
                  <a:lnTo>
                    <a:pt x="2777832" y="564848"/>
                  </a:lnTo>
                  <a:lnTo>
                    <a:pt x="2733487" y="643151"/>
                  </a:lnTo>
                  <a:lnTo>
                    <a:pt x="2690684" y="729628"/>
                  </a:lnTo>
                  <a:lnTo>
                    <a:pt x="2667772" y="780383"/>
                  </a:lnTo>
                  <a:lnTo>
                    <a:pt x="2639196" y="847943"/>
                  </a:lnTo>
                  <a:lnTo>
                    <a:pt x="2610864" y="919506"/>
                  </a:lnTo>
                  <a:lnTo>
                    <a:pt x="2582659" y="995151"/>
                  </a:lnTo>
                  <a:lnTo>
                    <a:pt x="2554482" y="1074918"/>
                  </a:lnTo>
                  <a:lnTo>
                    <a:pt x="2526254" y="1158803"/>
                  </a:lnTo>
                  <a:lnTo>
                    <a:pt x="2497912" y="1246752"/>
                  </a:lnTo>
                  <a:lnTo>
                    <a:pt x="2469409" y="1338661"/>
                  </a:lnTo>
                  <a:lnTo>
                    <a:pt x="2440711" y="1434370"/>
                  </a:lnTo>
                  <a:lnTo>
                    <a:pt x="2411800" y="1533665"/>
                  </a:lnTo>
                  <a:lnTo>
                    <a:pt x="2382669" y="1636276"/>
                  </a:lnTo>
                  <a:lnTo>
                    <a:pt x="2353323" y="1741879"/>
                  </a:lnTo>
                  <a:lnTo>
                    <a:pt x="2323777" y="1850101"/>
                  </a:lnTo>
                  <a:lnTo>
                    <a:pt x="2294056" y="1960519"/>
                  </a:lnTo>
                  <a:lnTo>
                    <a:pt x="2264192" y="2072672"/>
                  </a:lnTo>
                  <a:lnTo>
                    <a:pt x="2234224" y="2186066"/>
                  </a:lnTo>
                  <a:lnTo>
                    <a:pt x="2204194" y="2300184"/>
                  </a:lnTo>
                  <a:lnTo>
                    <a:pt x="2174147" y="2414495"/>
                  </a:lnTo>
                  <a:lnTo>
                    <a:pt x="2144130" y="2528461"/>
                  </a:lnTo>
                  <a:lnTo>
                    <a:pt x="2114187" y="2641556"/>
                  </a:lnTo>
                  <a:lnTo>
                    <a:pt x="2084360" y="2753266"/>
                  </a:lnTo>
                  <a:lnTo>
                    <a:pt x="2054686" y="2863107"/>
                  </a:lnTo>
                  <a:lnTo>
                    <a:pt x="2025195" y="2970627"/>
                  </a:lnTo>
                  <a:lnTo>
                    <a:pt x="1995909" y="3075419"/>
                  </a:lnTo>
                  <a:lnTo>
                    <a:pt x="1966840" y="3177121"/>
                  </a:lnTo>
                  <a:lnTo>
                    <a:pt x="1937991" y="3275424"/>
                  </a:lnTo>
                  <a:lnTo>
                    <a:pt x="1909350" y="3370076"/>
                  </a:lnTo>
                  <a:lnTo>
                    <a:pt x="1880896" y="3460876"/>
                  </a:lnTo>
                  <a:lnTo>
                    <a:pt x="1852592" y="3547682"/>
                  </a:lnTo>
                  <a:lnTo>
                    <a:pt x="1824386" y="3630403"/>
                  </a:lnTo>
                  <a:lnTo>
                    <a:pt x="1796210" y="3709001"/>
                  </a:lnTo>
                  <a:lnTo>
                    <a:pt x="1767980" y="3783483"/>
                  </a:lnTo>
                  <a:lnTo>
                    <a:pt x="1739592" y="3853902"/>
                  </a:lnTo>
                  <a:lnTo>
                    <a:pt x="1719082" y="3901916"/>
                  </a:lnTo>
                  <a:lnTo>
                    <a:pt x="1676901" y="3992949"/>
                  </a:lnTo>
                  <a:lnTo>
                    <a:pt x="1633468" y="4075671"/>
                  </a:lnTo>
                  <a:lnTo>
                    <a:pt x="1588230" y="4150420"/>
                  </a:lnTo>
                  <a:lnTo>
                    <a:pt x="1540567" y="4217815"/>
                  </a:lnTo>
                  <a:lnTo>
                    <a:pt x="1489832" y="4278585"/>
                  </a:lnTo>
                  <a:lnTo>
                    <a:pt x="1435400" y="4333462"/>
                  </a:lnTo>
                  <a:lnTo>
                    <a:pt x="1376717" y="4383120"/>
                  </a:lnTo>
                  <a:lnTo>
                    <a:pt x="1313365" y="4428138"/>
                  </a:lnTo>
                  <a:lnTo>
                    <a:pt x="1245149" y="4468979"/>
                  </a:lnTo>
                  <a:lnTo>
                    <a:pt x="1172205" y="4505979"/>
                  </a:lnTo>
                  <a:lnTo>
                    <a:pt x="1095124" y="4539346"/>
                  </a:lnTo>
                  <a:lnTo>
                    <a:pt x="1015066" y="4569169"/>
                  </a:lnTo>
                  <a:lnTo>
                    <a:pt x="933842" y="4595437"/>
                  </a:lnTo>
                  <a:lnTo>
                    <a:pt x="853903" y="4618080"/>
                  </a:lnTo>
                  <a:lnTo>
                    <a:pt x="778183" y="4637024"/>
                  </a:lnTo>
                  <a:lnTo>
                    <a:pt x="709794" y="4652253"/>
                  </a:lnTo>
                  <a:lnTo>
                    <a:pt x="651564" y="4663870"/>
                  </a:lnTo>
                  <a:lnTo>
                    <a:pt x="605535" y="4672143"/>
                  </a:lnTo>
                  <a:lnTo>
                    <a:pt x="572544" y="4677511"/>
                  </a:lnTo>
                  <a:lnTo>
                    <a:pt x="551997" y="4680548"/>
                  </a:lnTo>
                  <a:lnTo>
                    <a:pt x="541871" y="4681913"/>
                  </a:lnTo>
                  <a:lnTo>
                    <a:pt x="538882" y="4682282"/>
                  </a:lnTo>
                  <a:lnTo>
                    <a:pt x="538736" y="4682299"/>
                  </a:lnTo>
                  <a:lnTo>
                    <a:pt x="0" y="4682299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79" name="pl2079"/>
            <p:cNvSpPr/>
            <p:nvPr/>
          </p:nvSpPr>
          <p:spPr>
            <a:xfrm>
              <a:off x="546595" y="1305799"/>
              <a:ext cx="8234974" cy="4682299"/>
            </a:xfrm>
            <a:custGeom>
              <a:avLst/>
              <a:pathLst>
                <a:path w="8234974" h="4682299">
                  <a:moveTo>
                    <a:pt x="0" y="4682299"/>
                  </a:moveTo>
                  <a:lnTo>
                    <a:pt x="538736" y="4682299"/>
                  </a:lnTo>
                  <a:lnTo>
                    <a:pt x="539609" y="4682195"/>
                  </a:lnTo>
                  <a:lnTo>
                    <a:pt x="545358" y="4681457"/>
                  </a:lnTo>
                  <a:lnTo>
                    <a:pt x="559877" y="4679418"/>
                  </a:lnTo>
                  <a:lnTo>
                    <a:pt x="585904" y="4675401"/>
                  </a:lnTo>
                  <a:lnTo>
                    <a:pt x="624826" y="4668779"/>
                  </a:lnTo>
                  <a:lnTo>
                    <a:pt x="676577" y="4659032"/>
                  </a:lnTo>
                  <a:lnTo>
                    <a:pt x="739729" y="4645799"/>
                  </a:lnTo>
                  <a:lnTo>
                    <a:pt x="811824" y="4628889"/>
                  </a:lnTo>
                  <a:lnTo>
                    <a:pt x="889843" y="4608259"/>
                  </a:lnTo>
                  <a:lnTo>
                    <a:pt x="970705" y="4583960"/>
                  </a:lnTo>
                  <a:lnTo>
                    <a:pt x="1051667" y="4556072"/>
                  </a:lnTo>
                  <a:lnTo>
                    <a:pt x="1130558" y="4524645"/>
                  </a:lnTo>
                  <a:lnTo>
                    <a:pt x="1205869" y="4489648"/>
                  </a:lnTo>
                  <a:lnTo>
                    <a:pt x="1276711" y="4450938"/>
                  </a:lnTo>
                  <a:lnTo>
                    <a:pt x="1342713" y="4408251"/>
                  </a:lnTo>
                  <a:lnTo>
                    <a:pt x="1403907" y="4361191"/>
                  </a:lnTo>
                  <a:lnTo>
                    <a:pt x="1460598" y="4309243"/>
                  </a:lnTo>
                  <a:lnTo>
                    <a:pt x="1513278" y="4251780"/>
                  </a:lnTo>
                  <a:lnTo>
                    <a:pt x="1562539" y="4188096"/>
                  </a:lnTo>
                  <a:lnTo>
                    <a:pt x="1609022" y="4117450"/>
                  </a:lnTo>
                  <a:lnTo>
                    <a:pt x="1653367" y="4039147"/>
                  </a:lnTo>
                  <a:lnTo>
                    <a:pt x="1696170" y="3952671"/>
                  </a:lnTo>
                  <a:lnTo>
                    <a:pt x="1719082" y="3901916"/>
                  </a:lnTo>
                  <a:lnTo>
                    <a:pt x="1747659" y="3834355"/>
                  </a:lnTo>
                  <a:lnTo>
                    <a:pt x="1775991" y="3762793"/>
                  </a:lnTo>
                  <a:lnTo>
                    <a:pt x="1804196" y="3687148"/>
                  </a:lnTo>
                  <a:lnTo>
                    <a:pt x="1832372" y="3607380"/>
                  </a:lnTo>
                  <a:lnTo>
                    <a:pt x="1860600" y="3523495"/>
                  </a:lnTo>
                  <a:lnTo>
                    <a:pt x="1888942" y="3435546"/>
                  </a:lnTo>
                  <a:lnTo>
                    <a:pt x="1917446" y="3343637"/>
                  </a:lnTo>
                  <a:lnTo>
                    <a:pt x="1946144" y="3247929"/>
                  </a:lnTo>
                  <a:lnTo>
                    <a:pt x="1975055" y="3148634"/>
                  </a:lnTo>
                  <a:lnTo>
                    <a:pt x="2004186" y="3046023"/>
                  </a:lnTo>
                  <a:lnTo>
                    <a:pt x="2033532" y="2940419"/>
                  </a:lnTo>
                  <a:lnTo>
                    <a:pt x="2063078" y="2832198"/>
                  </a:lnTo>
                  <a:lnTo>
                    <a:pt x="2092799" y="2721780"/>
                  </a:lnTo>
                  <a:lnTo>
                    <a:pt x="2122662" y="2609627"/>
                  </a:lnTo>
                  <a:lnTo>
                    <a:pt x="2152631" y="2496232"/>
                  </a:lnTo>
                  <a:lnTo>
                    <a:pt x="2182661" y="2382114"/>
                  </a:lnTo>
                  <a:lnTo>
                    <a:pt x="2212707" y="2267804"/>
                  </a:lnTo>
                  <a:lnTo>
                    <a:pt x="2242724" y="2153837"/>
                  </a:lnTo>
                  <a:lnTo>
                    <a:pt x="2272667" y="2040743"/>
                  </a:lnTo>
                  <a:lnTo>
                    <a:pt x="2302494" y="1929032"/>
                  </a:lnTo>
                  <a:lnTo>
                    <a:pt x="2332168" y="1819192"/>
                  </a:lnTo>
                  <a:lnTo>
                    <a:pt x="2361660" y="1711671"/>
                  </a:lnTo>
                  <a:lnTo>
                    <a:pt x="2390946" y="1606880"/>
                  </a:lnTo>
                  <a:lnTo>
                    <a:pt x="2420015" y="1505178"/>
                  </a:lnTo>
                  <a:lnTo>
                    <a:pt x="2448864" y="1406874"/>
                  </a:lnTo>
                  <a:lnTo>
                    <a:pt x="2477504" y="1312223"/>
                  </a:lnTo>
                  <a:lnTo>
                    <a:pt x="2505958" y="1221422"/>
                  </a:lnTo>
                  <a:lnTo>
                    <a:pt x="2534263" y="1134617"/>
                  </a:lnTo>
                  <a:lnTo>
                    <a:pt x="2562469" y="1051895"/>
                  </a:lnTo>
                  <a:lnTo>
                    <a:pt x="2590645" y="973297"/>
                  </a:lnTo>
                  <a:lnTo>
                    <a:pt x="2618875" y="898815"/>
                  </a:lnTo>
                  <a:lnTo>
                    <a:pt x="2647263" y="828396"/>
                  </a:lnTo>
                  <a:lnTo>
                    <a:pt x="2667772" y="780383"/>
                  </a:lnTo>
                  <a:lnTo>
                    <a:pt x="2709953" y="689349"/>
                  </a:lnTo>
                  <a:lnTo>
                    <a:pt x="2753387" y="606627"/>
                  </a:lnTo>
                  <a:lnTo>
                    <a:pt x="2798624" y="531878"/>
                  </a:lnTo>
                  <a:lnTo>
                    <a:pt x="2846288" y="464483"/>
                  </a:lnTo>
                  <a:lnTo>
                    <a:pt x="2897023" y="403713"/>
                  </a:lnTo>
                  <a:lnTo>
                    <a:pt x="2951454" y="348837"/>
                  </a:lnTo>
                  <a:lnTo>
                    <a:pt x="3010137" y="299178"/>
                  </a:lnTo>
                  <a:lnTo>
                    <a:pt x="3073489" y="254160"/>
                  </a:lnTo>
                  <a:lnTo>
                    <a:pt x="3141705" y="213319"/>
                  </a:lnTo>
                  <a:lnTo>
                    <a:pt x="3214649" y="176319"/>
                  </a:lnTo>
                  <a:lnTo>
                    <a:pt x="3291731" y="142952"/>
                  </a:lnTo>
                  <a:lnTo>
                    <a:pt x="3371789" y="113130"/>
                  </a:lnTo>
                  <a:lnTo>
                    <a:pt x="3453012" y="86862"/>
                  </a:lnTo>
                  <a:lnTo>
                    <a:pt x="3532952" y="64218"/>
                  </a:lnTo>
                  <a:lnTo>
                    <a:pt x="3608671" y="45274"/>
                  </a:lnTo>
                  <a:lnTo>
                    <a:pt x="3677060" y="30046"/>
                  </a:lnTo>
                  <a:lnTo>
                    <a:pt x="3735291" y="18429"/>
                  </a:lnTo>
                  <a:lnTo>
                    <a:pt x="3781320" y="10155"/>
                  </a:lnTo>
                  <a:lnTo>
                    <a:pt x="3814310" y="4788"/>
                  </a:lnTo>
                  <a:lnTo>
                    <a:pt x="3834858" y="1750"/>
                  </a:lnTo>
                  <a:lnTo>
                    <a:pt x="3844984" y="386"/>
                  </a:lnTo>
                  <a:lnTo>
                    <a:pt x="3847973" y="1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88" y="62"/>
                  </a:lnTo>
                  <a:lnTo>
                    <a:pt x="4396143" y="506"/>
                  </a:lnTo>
                  <a:lnTo>
                    <a:pt x="4416260" y="1736"/>
                  </a:lnTo>
                  <a:lnTo>
                    <a:pt x="4451754" y="4150"/>
                  </a:lnTo>
                  <a:lnTo>
                    <a:pt x="4503698" y="8100"/>
                  </a:lnTo>
                  <a:lnTo>
                    <a:pt x="4570888" y="13846"/>
                  </a:lnTo>
                  <a:lnTo>
                    <a:pt x="4650245" y="21535"/>
                  </a:lnTo>
                  <a:lnTo>
                    <a:pt x="4737599" y="31208"/>
                  </a:lnTo>
                  <a:lnTo>
                    <a:pt x="4828574" y="42840"/>
                  </a:lnTo>
                  <a:lnTo>
                    <a:pt x="4919321" y="56382"/>
                  </a:lnTo>
                  <a:lnTo>
                    <a:pt x="5006925" y="71814"/>
                  </a:lnTo>
                  <a:lnTo>
                    <a:pt x="5089518" y="89173"/>
                  </a:lnTo>
                  <a:lnTo>
                    <a:pt x="5166171" y="108576"/>
                  </a:lnTo>
                  <a:lnTo>
                    <a:pt x="5236688" y="130225"/>
                  </a:lnTo>
                  <a:lnTo>
                    <a:pt x="5301392" y="154408"/>
                  </a:lnTo>
                  <a:lnTo>
                    <a:pt x="5360935" y="181487"/>
                  </a:lnTo>
                  <a:lnTo>
                    <a:pt x="5416149" y="211883"/>
                  </a:lnTo>
                  <a:lnTo>
                    <a:pt x="5467946" y="246039"/>
                  </a:lnTo>
                  <a:lnTo>
                    <a:pt x="5517225" y="284356"/>
                  </a:lnTo>
                  <a:lnTo>
                    <a:pt x="5564800" y="327088"/>
                  </a:lnTo>
                  <a:lnTo>
                    <a:pt x="5567201" y="329394"/>
                  </a:lnTo>
                  <a:lnTo>
                    <a:pt x="5607630" y="370315"/>
                  </a:lnTo>
                  <a:lnTo>
                    <a:pt x="5647668" y="414661"/>
                  </a:lnTo>
                  <a:lnTo>
                    <a:pt x="5687615" y="462497"/>
                  </a:lnTo>
                  <a:lnTo>
                    <a:pt x="5727698" y="513815"/>
                  </a:lnTo>
                  <a:lnTo>
                    <a:pt x="5768075" y="568521"/>
                  </a:lnTo>
                  <a:lnTo>
                    <a:pt x="5808844" y="626433"/>
                  </a:lnTo>
                  <a:lnTo>
                    <a:pt x="5850050" y="687272"/>
                  </a:lnTo>
                  <a:lnTo>
                    <a:pt x="5891687" y="750669"/>
                  </a:lnTo>
                  <a:lnTo>
                    <a:pt x="5933709" y="816165"/>
                  </a:lnTo>
                  <a:lnTo>
                    <a:pt x="5976035" y="883229"/>
                  </a:lnTo>
                  <a:lnTo>
                    <a:pt x="6018555" y="951267"/>
                  </a:lnTo>
                  <a:lnTo>
                    <a:pt x="6061145" y="1019653"/>
                  </a:lnTo>
                  <a:lnTo>
                    <a:pt x="6103675" y="1087743"/>
                  </a:lnTo>
                  <a:lnTo>
                    <a:pt x="6146020" y="1154906"/>
                  </a:lnTo>
                  <a:lnTo>
                    <a:pt x="6188070" y="1220548"/>
                  </a:lnTo>
                  <a:lnTo>
                    <a:pt x="6229740" y="1284129"/>
                  </a:lnTo>
                  <a:lnTo>
                    <a:pt x="6270981" y="1345187"/>
                  </a:lnTo>
                  <a:lnTo>
                    <a:pt x="6311784" y="1403344"/>
                  </a:lnTo>
                  <a:lnTo>
                    <a:pt x="6352189" y="1458313"/>
                  </a:lnTo>
                  <a:lnTo>
                    <a:pt x="6392291" y="1509906"/>
                  </a:lnTo>
                  <a:lnTo>
                    <a:pt x="6432242" y="1558020"/>
                  </a:lnTo>
                  <a:lnTo>
                    <a:pt x="6472262" y="1602643"/>
                  </a:lnTo>
                  <a:lnTo>
                    <a:pt x="6512647" y="1643833"/>
                  </a:lnTo>
                  <a:lnTo>
                    <a:pt x="6515891" y="1646971"/>
                  </a:lnTo>
                  <a:lnTo>
                    <a:pt x="6563398" y="1689930"/>
                  </a:lnTo>
                  <a:lnTo>
                    <a:pt x="6612572" y="1728470"/>
                  </a:lnTo>
                  <a:lnTo>
                    <a:pt x="6664218" y="1762829"/>
                  </a:lnTo>
                  <a:lnTo>
                    <a:pt x="6719235" y="1793407"/>
                  </a:lnTo>
                  <a:lnTo>
                    <a:pt x="6778535" y="1820645"/>
                  </a:lnTo>
                  <a:lnTo>
                    <a:pt x="6842957" y="1844967"/>
                  </a:lnTo>
                  <a:lnTo>
                    <a:pt x="6913165" y="1866738"/>
                  </a:lnTo>
                  <a:lnTo>
                    <a:pt x="6989503" y="1886250"/>
                  </a:lnTo>
                  <a:lnTo>
                    <a:pt x="7071808" y="1903710"/>
                  </a:lnTo>
                  <a:lnTo>
                    <a:pt x="7159193" y="1919239"/>
                  </a:lnTo>
                  <a:lnTo>
                    <a:pt x="7249841" y="1932878"/>
                  </a:lnTo>
                  <a:lnTo>
                    <a:pt x="7340891" y="1944609"/>
                  </a:lnTo>
                  <a:lnTo>
                    <a:pt x="7428534" y="1954384"/>
                  </a:lnTo>
                  <a:lnTo>
                    <a:pt x="7508407" y="1962174"/>
                  </a:lnTo>
                  <a:lnTo>
                    <a:pt x="7576307" y="1968017"/>
                  </a:lnTo>
                  <a:lnTo>
                    <a:pt x="7629079" y="1972053"/>
                  </a:lnTo>
                  <a:lnTo>
                    <a:pt x="7665408" y="1974537"/>
                  </a:lnTo>
                  <a:lnTo>
                    <a:pt x="7686250" y="1975818"/>
                  </a:lnTo>
                  <a:lnTo>
                    <a:pt x="7694810" y="1976293"/>
                  </a:lnTo>
                  <a:lnTo>
                    <a:pt x="7696237" y="1976365"/>
                  </a:lnTo>
                  <a:lnTo>
                    <a:pt x="7696237" y="1976365"/>
                  </a:lnTo>
                  <a:lnTo>
                    <a:pt x="8234974" y="19763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0" name="pl2080"/>
            <p:cNvSpPr/>
            <p:nvPr/>
          </p:nvSpPr>
          <p:spPr>
            <a:xfrm>
              <a:off x="546595" y="1300355"/>
              <a:ext cx="8234974" cy="4682299"/>
            </a:xfrm>
            <a:custGeom>
              <a:avLst/>
              <a:pathLst>
                <a:path w="8234974" h="4682299">
                  <a:moveTo>
                    <a:pt x="8234974" y="1976365"/>
                  </a:moveTo>
                  <a:lnTo>
                    <a:pt x="7696237" y="1976365"/>
                  </a:lnTo>
                  <a:lnTo>
                    <a:pt x="7695004" y="1976303"/>
                  </a:lnTo>
                  <a:lnTo>
                    <a:pt x="7686950" y="1975858"/>
                  </a:lnTo>
                  <a:lnTo>
                    <a:pt x="7666832" y="1974629"/>
                  </a:lnTo>
                  <a:lnTo>
                    <a:pt x="7631339" y="1972215"/>
                  </a:lnTo>
                  <a:lnTo>
                    <a:pt x="7579394" y="1968265"/>
                  </a:lnTo>
                  <a:lnTo>
                    <a:pt x="7512204" y="1962519"/>
                  </a:lnTo>
                  <a:lnTo>
                    <a:pt x="7432847" y="1954830"/>
                  </a:lnTo>
                  <a:lnTo>
                    <a:pt x="7345494" y="1945157"/>
                  </a:lnTo>
                  <a:lnTo>
                    <a:pt x="7254518" y="1933525"/>
                  </a:lnTo>
                  <a:lnTo>
                    <a:pt x="7163772" y="1919983"/>
                  </a:lnTo>
                  <a:lnTo>
                    <a:pt x="7076167" y="1904551"/>
                  </a:lnTo>
                  <a:lnTo>
                    <a:pt x="6993574" y="1887192"/>
                  </a:lnTo>
                  <a:lnTo>
                    <a:pt x="6916921" y="1867789"/>
                  </a:lnTo>
                  <a:lnTo>
                    <a:pt x="6846404" y="1846140"/>
                  </a:lnTo>
                  <a:lnTo>
                    <a:pt x="6781700" y="1821957"/>
                  </a:lnTo>
                  <a:lnTo>
                    <a:pt x="6722158" y="1794878"/>
                  </a:lnTo>
                  <a:lnTo>
                    <a:pt x="6666943" y="1764482"/>
                  </a:lnTo>
                  <a:lnTo>
                    <a:pt x="6615147" y="1730326"/>
                  </a:lnTo>
                  <a:lnTo>
                    <a:pt x="6565867" y="1692009"/>
                  </a:lnTo>
                  <a:lnTo>
                    <a:pt x="6518292" y="1649277"/>
                  </a:lnTo>
                  <a:lnTo>
                    <a:pt x="6515891" y="1646971"/>
                  </a:lnTo>
                  <a:lnTo>
                    <a:pt x="6475462" y="1606050"/>
                  </a:lnTo>
                  <a:lnTo>
                    <a:pt x="6435425" y="1561704"/>
                  </a:lnTo>
                  <a:lnTo>
                    <a:pt x="6395477" y="1513867"/>
                  </a:lnTo>
                  <a:lnTo>
                    <a:pt x="6355394" y="1462550"/>
                  </a:lnTo>
                  <a:lnTo>
                    <a:pt x="6315017" y="1407844"/>
                  </a:lnTo>
                  <a:lnTo>
                    <a:pt x="6274248" y="1349932"/>
                  </a:lnTo>
                  <a:lnTo>
                    <a:pt x="6233043" y="1289093"/>
                  </a:lnTo>
                  <a:lnTo>
                    <a:pt x="6191405" y="1225696"/>
                  </a:lnTo>
                  <a:lnTo>
                    <a:pt x="6149383" y="1160199"/>
                  </a:lnTo>
                  <a:lnTo>
                    <a:pt x="6107058" y="1093136"/>
                  </a:lnTo>
                  <a:lnTo>
                    <a:pt x="6064538" y="1025097"/>
                  </a:lnTo>
                  <a:lnTo>
                    <a:pt x="6021947" y="956712"/>
                  </a:lnTo>
                  <a:lnTo>
                    <a:pt x="5979417" y="888622"/>
                  </a:lnTo>
                  <a:lnTo>
                    <a:pt x="5937072" y="821459"/>
                  </a:lnTo>
                  <a:lnTo>
                    <a:pt x="5895022" y="755817"/>
                  </a:lnTo>
                  <a:lnTo>
                    <a:pt x="5853352" y="692235"/>
                  </a:lnTo>
                  <a:lnTo>
                    <a:pt x="5812111" y="631177"/>
                  </a:lnTo>
                  <a:lnTo>
                    <a:pt x="5771308" y="573021"/>
                  </a:lnTo>
                  <a:lnTo>
                    <a:pt x="5730903" y="518052"/>
                  </a:lnTo>
                  <a:lnTo>
                    <a:pt x="5690802" y="466459"/>
                  </a:lnTo>
                  <a:lnTo>
                    <a:pt x="5650851" y="418344"/>
                  </a:lnTo>
                  <a:lnTo>
                    <a:pt x="5610830" y="373722"/>
                  </a:lnTo>
                  <a:lnTo>
                    <a:pt x="5570446" y="332532"/>
                  </a:lnTo>
                  <a:lnTo>
                    <a:pt x="5567201" y="329394"/>
                  </a:lnTo>
                  <a:lnTo>
                    <a:pt x="5519694" y="286435"/>
                  </a:lnTo>
                  <a:lnTo>
                    <a:pt x="5470521" y="247895"/>
                  </a:lnTo>
                  <a:lnTo>
                    <a:pt x="5418875" y="213535"/>
                  </a:lnTo>
                  <a:lnTo>
                    <a:pt x="5363857" y="182958"/>
                  </a:lnTo>
                  <a:lnTo>
                    <a:pt x="5304557" y="155720"/>
                  </a:lnTo>
                  <a:lnTo>
                    <a:pt x="5240135" y="131398"/>
                  </a:lnTo>
                  <a:lnTo>
                    <a:pt x="5169927" y="109627"/>
                  </a:lnTo>
                  <a:lnTo>
                    <a:pt x="5093589" y="90115"/>
                  </a:lnTo>
                  <a:lnTo>
                    <a:pt x="5011284" y="72655"/>
                  </a:lnTo>
                  <a:lnTo>
                    <a:pt x="4923899" y="57126"/>
                  </a:lnTo>
                  <a:lnTo>
                    <a:pt x="4833252" y="43487"/>
                  </a:lnTo>
                  <a:lnTo>
                    <a:pt x="4742202" y="31756"/>
                  </a:lnTo>
                  <a:lnTo>
                    <a:pt x="4654559" y="21981"/>
                  </a:lnTo>
                  <a:lnTo>
                    <a:pt x="4574686" y="14191"/>
                  </a:lnTo>
                  <a:lnTo>
                    <a:pt x="4506785" y="8348"/>
                  </a:lnTo>
                  <a:lnTo>
                    <a:pt x="4454013" y="4312"/>
                  </a:lnTo>
                  <a:lnTo>
                    <a:pt x="4417684" y="1828"/>
                  </a:lnTo>
                  <a:lnTo>
                    <a:pt x="4396842" y="547"/>
                  </a:lnTo>
                  <a:lnTo>
                    <a:pt x="4388283" y="72"/>
                  </a:lnTo>
                  <a:lnTo>
                    <a:pt x="4386855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45" y="103"/>
                  </a:lnTo>
                  <a:lnTo>
                    <a:pt x="3841497" y="841"/>
                  </a:lnTo>
                  <a:lnTo>
                    <a:pt x="3826977" y="2881"/>
                  </a:lnTo>
                  <a:lnTo>
                    <a:pt x="3800951" y="6897"/>
                  </a:lnTo>
                  <a:lnTo>
                    <a:pt x="3762028" y="13520"/>
                  </a:lnTo>
                  <a:lnTo>
                    <a:pt x="3710278" y="23266"/>
                  </a:lnTo>
                  <a:lnTo>
                    <a:pt x="3647125" y="36499"/>
                  </a:lnTo>
                  <a:lnTo>
                    <a:pt x="3575031" y="53409"/>
                  </a:lnTo>
                  <a:lnTo>
                    <a:pt x="3497012" y="74040"/>
                  </a:lnTo>
                  <a:lnTo>
                    <a:pt x="3416149" y="98339"/>
                  </a:lnTo>
                  <a:lnTo>
                    <a:pt x="3335188" y="126226"/>
                  </a:lnTo>
                  <a:lnTo>
                    <a:pt x="3256296" y="157653"/>
                  </a:lnTo>
                  <a:lnTo>
                    <a:pt x="3180985" y="192651"/>
                  </a:lnTo>
                  <a:lnTo>
                    <a:pt x="3110144" y="231360"/>
                  </a:lnTo>
                  <a:lnTo>
                    <a:pt x="3044141" y="274048"/>
                  </a:lnTo>
                  <a:lnTo>
                    <a:pt x="2982948" y="321107"/>
                  </a:lnTo>
                  <a:lnTo>
                    <a:pt x="2926256" y="373056"/>
                  </a:lnTo>
                  <a:lnTo>
                    <a:pt x="2873577" y="430518"/>
                  </a:lnTo>
                  <a:lnTo>
                    <a:pt x="2824315" y="494203"/>
                  </a:lnTo>
                  <a:lnTo>
                    <a:pt x="2777832" y="564848"/>
                  </a:lnTo>
                  <a:lnTo>
                    <a:pt x="2733487" y="643151"/>
                  </a:lnTo>
                  <a:lnTo>
                    <a:pt x="2690684" y="729628"/>
                  </a:lnTo>
                  <a:lnTo>
                    <a:pt x="2667772" y="780383"/>
                  </a:lnTo>
                  <a:lnTo>
                    <a:pt x="2639196" y="847943"/>
                  </a:lnTo>
                  <a:lnTo>
                    <a:pt x="2610864" y="919506"/>
                  </a:lnTo>
                  <a:lnTo>
                    <a:pt x="2582659" y="995151"/>
                  </a:lnTo>
                  <a:lnTo>
                    <a:pt x="2554482" y="1074918"/>
                  </a:lnTo>
                  <a:lnTo>
                    <a:pt x="2526254" y="1158803"/>
                  </a:lnTo>
                  <a:lnTo>
                    <a:pt x="2497912" y="1246752"/>
                  </a:lnTo>
                  <a:lnTo>
                    <a:pt x="2469409" y="1338661"/>
                  </a:lnTo>
                  <a:lnTo>
                    <a:pt x="2440711" y="1434370"/>
                  </a:lnTo>
                  <a:lnTo>
                    <a:pt x="2411800" y="1533665"/>
                  </a:lnTo>
                  <a:lnTo>
                    <a:pt x="2382669" y="1636276"/>
                  </a:lnTo>
                  <a:lnTo>
                    <a:pt x="2353323" y="1741879"/>
                  </a:lnTo>
                  <a:lnTo>
                    <a:pt x="2323777" y="1850101"/>
                  </a:lnTo>
                  <a:lnTo>
                    <a:pt x="2294056" y="1960519"/>
                  </a:lnTo>
                  <a:lnTo>
                    <a:pt x="2264192" y="2072672"/>
                  </a:lnTo>
                  <a:lnTo>
                    <a:pt x="2234224" y="2186066"/>
                  </a:lnTo>
                  <a:lnTo>
                    <a:pt x="2204194" y="2300184"/>
                  </a:lnTo>
                  <a:lnTo>
                    <a:pt x="2174147" y="2414495"/>
                  </a:lnTo>
                  <a:lnTo>
                    <a:pt x="2144130" y="2528461"/>
                  </a:lnTo>
                  <a:lnTo>
                    <a:pt x="2114187" y="2641556"/>
                  </a:lnTo>
                  <a:lnTo>
                    <a:pt x="2084360" y="2753266"/>
                  </a:lnTo>
                  <a:lnTo>
                    <a:pt x="2054686" y="2863107"/>
                  </a:lnTo>
                  <a:lnTo>
                    <a:pt x="2025195" y="2970627"/>
                  </a:lnTo>
                  <a:lnTo>
                    <a:pt x="1995909" y="3075419"/>
                  </a:lnTo>
                  <a:lnTo>
                    <a:pt x="1966840" y="3177121"/>
                  </a:lnTo>
                  <a:lnTo>
                    <a:pt x="1937991" y="3275424"/>
                  </a:lnTo>
                  <a:lnTo>
                    <a:pt x="1909350" y="3370076"/>
                  </a:lnTo>
                  <a:lnTo>
                    <a:pt x="1880896" y="3460876"/>
                  </a:lnTo>
                  <a:lnTo>
                    <a:pt x="1852592" y="3547682"/>
                  </a:lnTo>
                  <a:lnTo>
                    <a:pt x="1824386" y="3630403"/>
                  </a:lnTo>
                  <a:lnTo>
                    <a:pt x="1796210" y="3709001"/>
                  </a:lnTo>
                  <a:lnTo>
                    <a:pt x="1767980" y="3783483"/>
                  </a:lnTo>
                  <a:lnTo>
                    <a:pt x="1739592" y="3853902"/>
                  </a:lnTo>
                  <a:lnTo>
                    <a:pt x="1719082" y="3901916"/>
                  </a:lnTo>
                  <a:lnTo>
                    <a:pt x="1676901" y="3992949"/>
                  </a:lnTo>
                  <a:lnTo>
                    <a:pt x="1633468" y="4075671"/>
                  </a:lnTo>
                  <a:lnTo>
                    <a:pt x="1588230" y="4150420"/>
                  </a:lnTo>
                  <a:lnTo>
                    <a:pt x="1540567" y="4217815"/>
                  </a:lnTo>
                  <a:lnTo>
                    <a:pt x="1489832" y="4278585"/>
                  </a:lnTo>
                  <a:lnTo>
                    <a:pt x="1435400" y="4333462"/>
                  </a:lnTo>
                  <a:lnTo>
                    <a:pt x="1376717" y="4383120"/>
                  </a:lnTo>
                  <a:lnTo>
                    <a:pt x="1313365" y="4428138"/>
                  </a:lnTo>
                  <a:lnTo>
                    <a:pt x="1245149" y="4468979"/>
                  </a:lnTo>
                  <a:lnTo>
                    <a:pt x="1172205" y="4505979"/>
                  </a:lnTo>
                  <a:lnTo>
                    <a:pt x="1095124" y="4539346"/>
                  </a:lnTo>
                  <a:lnTo>
                    <a:pt x="1015066" y="4569169"/>
                  </a:lnTo>
                  <a:lnTo>
                    <a:pt x="933842" y="4595437"/>
                  </a:lnTo>
                  <a:lnTo>
                    <a:pt x="853903" y="4618080"/>
                  </a:lnTo>
                  <a:lnTo>
                    <a:pt x="778183" y="4637024"/>
                  </a:lnTo>
                  <a:lnTo>
                    <a:pt x="709794" y="4652253"/>
                  </a:lnTo>
                  <a:lnTo>
                    <a:pt x="651564" y="4663870"/>
                  </a:lnTo>
                  <a:lnTo>
                    <a:pt x="605535" y="4672143"/>
                  </a:lnTo>
                  <a:lnTo>
                    <a:pt x="572544" y="4677511"/>
                  </a:lnTo>
                  <a:lnTo>
                    <a:pt x="551997" y="4680548"/>
                  </a:lnTo>
                  <a:lnTo>
                    <a:pt x="541871" y="4681913"/>
                  </a:lnTo>
                  <a:lnTo>
                    <a:pt x="538882" y="4682282"/>
                  </a:lnTo>
                  <a:lnTo>
                    <a:pt x="538736" y="4682299"/>
                  </a:lnTo>
                  <a:lnTo>
                    <a:pt x="0" y="46822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1" name="pg2081"/>
            <p:cNvSpPr/>
            <p:nvPr/>
          </p:nvSpPr>
          <p:spPr>
            <a:xfrm>
              <a:off x="546595" y="2617932"/>
              <a:ext cx="8234974" cy="3402833"/>
            </a:xfrm>
            <a:custGeom>
              <a:avLst/>
              <a:pathLst>
                <a:path w="8234974" h="3402833">
                  <a:moveTo>
                    <a:pt x="0" y="3402833"/>
                  </a:moveTo>
                  <a:lnTo>
                    <a:pt x="538736" y="3402833"/>
                  </a:lnTo>
                  <a:lnTo>
                    <a:pt x="540010" y="3402793"/>
                  </a:lnTo>
                  <a:lnTo>
                    <a:pt x="548324" y="3402501"/>
                  </a:lnTo>
                  <a:lnTo>
                    <a:pt x="569065" y="3401696"/>
                  </a:lnTo>
                  <a:lnTo>
                    <a:pt x="605596" y="3400115"/>
                  </a:lnTo>
                  <a:lnTo>
                    <a:pt x="658934" y="3397530"/>
                  </a:lnTo>
                  <a:lnTo>
                    <a:pt x="727724" y="3393774"/>
                  </a:lnTo>
                  <a:lnTo>
                    <a:pt x="808692" y="3388757"/>
                  </a:lnTo>
                  <a:lnTo>
                    <a:pt x="897483" y="3382454"/>
                  </a:lnTo>
                  <a:lnTo>
                    <a:pt x="989598" y="3374885"/>
                  </a:lnTo>
                  <a:lnTo>
                    <a:pt x="1081136" y="3366081"/>
                  </a:lnTo>
                  <a:lnTo>
                    <a:pt x="1169198" y="3356053"/>
                  </a:lnTo>
                  <a:lnTo>
                    <a:pt x="1251976" y="3344770"/>
                  </a:lnTo>
                  <a:lnTo>
                    <a:pt x="1328616" y="3332148"/>
                  </a:lnTo>
                  <a:lnTo>
                    <a:pt x="1399005" y="3318048"/>
                  </a:lnTo>
                  <a:lnTo>
                    <a:pt x="1463537" y="3302273"/>
                  </a:lnTo>
                  <a:lnTo>
                    <a:pt x="1522924" y="3284578"/>
                  </a:lnTo>
                  <a:lnTo>
                    <a:pt x="1578050" y="3264684"/>
                  </a:lnTo>
                  <a:lnTo>
                    <a:pt x="1629858" y="3242302"/>
                  </a:lnTo>
                  <a:lnTo>
                    <a:pt x="1679269" y="3217181"/>
                  </a:lnTo>
                  <a:lnTo>
                    <a:pt x="1719082" y="3194126"/>
                  </a:lnTo>
                  <a:lnTo>
                    <a:pt x="1764871" y="3164574"/>
                  </a:lnTo>
                  <a:lnTo>
                    <a:pt x="1810212" y="3132226"/>
                  </a:lnTo>
                  <a:lnTo>
                    <a:pt x="1855521" y="3097033"/>
                  </a:lnTo>
                  <a:lnTo>
                    <a:pt x="1901094" y="3059029"/>
                  </a:lnTo>
                  <a:lnTo>
                    <a:pt x="1947119" y="3018339"/>
                  </a:lnTo>
                  <a:lnTo>
                    <a:pt x="1993691" y="2975184"/>
                  </a:lnTo>
                  <a:lnTo>
                    <a:pt x="2040823" y="2929883"/>
                  </a:lnTo>
                  <a:lnTo>
                    <a:pt x="2088454" y="2882848"/>
                  </a:lnTo>
                  <a:lnTo>
                    <a:pt x="2136464" y="2834569"/>
                  </a:lnTo>
                  <a:lnTo>
                    <a:pt x="2184694" y="2785599"/>
                  </a:lnTo>
                  <a:lnTo>
                    <a:pt x="2232958" y="2736521"/>
                  </a:lnTo>
                  <a:lnTo>
                    <a:pt x="2281068" y="2687926"/>
                  </a:lnTo>
                  <a:lnTo>
                    <a:pt x="2328853" y="2640381"/>
                  </a:lnTo>
                  <a:lnTo>
                    <a:pt x="2376176" y="2594400"/>
                  </a:lnTo>
                  <a:lnTo>
                    <a:pt x="2422953" y="2550427"/>
                  </a:lnTo>
                  <a:lnTo>
                    <a:pt x="2469170" y="2508814"/>
                  </a:lnTo>
                  <a:lnTo>
                    <a:pt x="2514890" y="2469819"/>
                  </a:lnTo>
                  <a:lnTo>
                    <a:pt x="2560266" y="2433601"/>
                  </a:lnTo>
                  <a:lnTo>
                    <a:pt x="2605554" y="2400225"/>
                  </a:lnTo>
                  <a:lnTo>
                    <a:pt x="2651124" y="2369672"/>
                  </a:lnTo>
                  <a:lnTo>
                    <a:pt x="2667772" y="2359298"/>
                  </a:lnTo>
                  <a:lnTo>
                    <a:pt x="2715815" y="2331792"/>
                  </a:lnTo>
                  <a:lnTo>
                    <a:pt x="2765571" y="2307148"/>
                  </a:lnTo>
                  <a:lnTo>
                    <a:pt x="2817874" y="2285206"/>
                  </a:lnTo>
                  <a:lnTo>
                    <a:pt x="2873655" y="2265704"/>
                  </a:lnTo>
                  <a:lnTo>
                    <a:pt x="2933854" y="2248354"/>
                  </a:lnTo>
                  <a:lnTo>
                    <a:pt x="2999334" y="2232878"/>
                  </a:lnTo>
                  <a:lnTo>
                    <a:pt x="3070764" y="2219040"/>
                  </a:lnTo>
                  <a:lnTo>
                    <a:pt x="3148468" y="2206654"/>
                  </a:lnTo>
                  <a:lnTo>
                    <a:pt x="3232223" y="2195587"/>
                  </a:lnTo>
                  <a:lnTo>
                    <a:pt x="3321030" y="2185767"/>
                  </a:lnTo>
                  <a:lnTo>
                    <a:pt x="3412899" y="2177170"/>
                  </a:lnTo>
                  <a:lnTo>
                    <a:pt x="3504749" y="2169814"/>
                  </a:lnTo>
                  <a:lnTo>
                    <a:pt x="3592539" y="2163728"/>
                  </a:lnTo>
                  <a:lnTo>
                    <a:pt x="3671735" y="2158927"/>
                  </a:lnTo>
                  <a:lnTo>
                    <a:pt x="3738098" y="2155378"/>
                  </a:lnTo>
                  <a:lnTo>
                    <a:pt x="3788625" y="2152977"/>
                  </a:lnTo>
                  <a:lnTo>
                    <a:pt x="3822346" y="2151544"/>
                  </a:lnTo>
                  <a:lnTo>
                    <a:pt x="3840687" y="2150845"/>
                  </a:lnTo>
                  <a:lnTo>
                    <a:pt x="3847381" y="2150614"/>
                  </a:lnTo>
                  <a:lnTo>
                    <a:pt x="3848118" y="2150591"/>
                  </a:lnTo>
                  <a:lnTo>
                    <a:pt x="4386855" y="2150591"/>
                  </a:lnTo>
                  <a:lnTo>
                    <a:pt x="4388077" y="2150524"/>
                  </a:lnTo>
                  <a:lnTo>
                    <a:pt x="4396057" y="2150046"/>
                  </a:lnTo>
                  <a:lnTo>
                    <a:pt x="4415998" y="2148724"/>
                  </a:lnTo>
                  <a:lnTo>
                    <a:pt x="4451197" y="2146129"/>
                  </a:lnTo>
                  <a:lnTo>
                    <a:pt x="4502744" y="2141882"/>
                  </a:lnTo>
                  <a:lnTo>
                    <a:pt x="4569475" y="2135701"/>
                  </a:lnTo>
                  <a:lnTo>
                    <a:pt x="4648369" y="2127426"/>
                  </a:lnTo>
                  <a:lnTo>
                    <a:pt x="4735306" y="2117011"/>
                  </a:lnTo>
                  <a:lnTo>
                    <a:pt x="4825948" y="2104483"/>
                  </a:lnTo>
                  <a:lnTo>
                    <a:pt x="4916460" y="2089894"/>
                  </a:lnTo>
                  <a:lnTo>
                    <a:pt x="5003927" y="2073266"/>
                  </a:lnTo>
                  <a:lnTo>
                    <a:pt x="5086462" y="2054563"/>
                  </a:lnTo>
                  <a:lnTo>
                    <a:pt x="5163114" y="2033662"/>
                  </a:lnTo>
                  <a:lnTo>
                    <a:pt x="5233665" y="2010350"/>
                  </a:lnTo>
                  <a:lnTo>
                    <a:pt x="5298419" y="1984321"/>
                  </a:lnTo>
                  <a:lnTo>
                    <a:pt x="5358007" y="1955188"/>
                  </a:lnTo>
                  <a:lnTo>
                    <a:pt x="5413250" y="1922503"/>
                  </a:lnTo>
                  <a:lnTo>
                    <a:pt x="5465047" y="1885788"/>
                  </a:lnTo>
                  <a:lnTo>
                    <a:pt x="5514293" y="1844606"/>
                  </a:lnTo>
                  <a:lnTo>
                    <a:pt x="5561801" y="1798673"/>
                  </a:lnTo>
                  <a:lnTo>
                    <a:pt x="5567201" y="1793066"/>
                  </a:lnTo>
                  <a:lnTo>
                    <a:pt x="5606532" y="1749913"/>
                  </a:lnTo>
                  <a:lnTo>
                    <a:pt x="5645483" y="1703247"/>
                  </a:lnTo>
                  <a:lnTo>
                    <a:pt x="5684336" y="1652998"/>
                  </a:lnTo>
                  <a:lnTo>
                    <a:pt x="5723302" y="1599170"/>
                  </a:lnTo>
                  <a:lnTo>
                    <a:pt x="5762533" y="1541847"/>
                  </a:lnTo>
                  <a:lnTo>
                    <a:pt x="5802126" y="1481200"/>
                  </a:lnTo>
                  <a:lnTo>
                    <a:pt x="5842128" y="1417494"/>
                  </a:lnTo>
                  <a:lnTo>
                    <a:pt x="5882544" y="1351081"/>
                  </a:lnTo>
                  <a:lnTo>
                    <a:pt x="5923336" y="1282401"/>
                  </a:lnTo>
                  <a:lnTo>
                    <a:pt x="5964437" y="1211972"/>
                  </a:lnTo>
                  <a:lnTo>
                    <a:pt x="6005752" y="1140369"/>
                  </a:lnTo>
                  <a:lnTo>
                    <a:pt x="6047170" y="1068214"/>
                  </a:lnTo>
                  <a:lnTo>
                    <a:pt x="6088572" y="996146"/>
                  </a:lnTo>
                  <a:lnTo>
                    <a:pt x="6129839" y="924803"/>
                  </a:lnTo>
                  <a:lnTo>
                    <a:pt x="6170864" y="854793"/>
                  </a:lnTo>
                  <a:lnTo>
                    <a:pt x="6211560" y="786681"/>
                  </a:lnTo>
                  <a:lnTo>
                    <a:pt x="6251865" y="720963"/>
                  </a:lnTo>
                  <a:lnTo>
                    <a:pt x="6291754" y="658056"/>
                  </a:lnTo>
                  <a:lnTo>
                    <a:pt x="6331242" y="598289"/>
                  </a:lnTo>
                  <a:lnTo>
                    <a:pt x="6370389" y="541902"/>
                  </a:lnTo>
                  <a:lnTo>
                    <a:pt x="6409307" y="489040"/>
                  </a:lnTo>
                  <a:lnTo>
                    <a:pt x="6448163" y="439767"/>
                  </a:lnTo>
                  <a:lnTo>
                    <a:pt x="6487187" y="394064"/>
                  </a:lnTo>
                  <a:lnTo>
                    <a:pt x="6515891" y="362968"/>
                  </a:lnTo>
                  <a:lnTo>
                    <a:pt x="6563244" y="316482"/>
                  </a:lnTo>
                  <a:lnTo>
                    <a:pt x="6612251" y="274762"/>
                  </a:lnTo>
                  <a:lnTo>
                    <a:pt x="6663709" y="237553"/>
                  </a:lnTo>
                  <a:lnTo>
                    <a:pt x="6718508" y="204427"/>
                  </a:lnTo>
                  <a:lnTo>
                    <a:pt x="6777551" y="174908"/>
                  </a:lnTo>
                  <a:lnTo>
                    <a:pt x="6841671" y="148542"/>
                  </a:lnTo>
                  <a:lnTo>
                    <a:pt x="6911531" y="124934"/>
                  </a:lnTo>
                  <a:lnTo>
                    <a:pt x="6987478" y="103767"/>
                  </a:lnTo>
                  <a:lnTo>
                    <a:pt x="7069367" y="84818"/>
                  </a:lnTo>
                  <a:lnTo>
                    <a:pt x="7156342" y="67955"/>
                  </a:lnTo>
                  <a:lnTo>
                    <a:pt x="7246632" y="53130"/>
                  </a:lnTo>
                  <a:lnTo>
                    <a:pt x="7337440" y="40362"/>
                  </a:lnTo>
                  <a:lnTo>
                    <a:pt x="7425022" y="29701"/>
                  </a:lnTo>
                  <a:lnTo>
                    <a:pt x="7505065" y="21180"/>
                  </a:lnTo>
                  <a:lnTo>
                    <a:pt x="7573382" y="14763"/>
                  </a:lnTo>
                  <a:lnTo>
                    <a:pt x="7626781" y="10305"/>
                  </a:lnTo>
                  <a:lnTo>
                    <a:pt x="7663853" y="7537"/>
                  </a:lnTo>
                  <a:lnTo>
                    <a:pt x="7685426" y="6090"/>
                  </a:lnTo>
                  <a:lnTo>
                    <a:pt x="7694554" y="5537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45" y="2145187"/>
                  </a:lnTo>
                  <a:lnTo>
                    <a:pt x="3838531" y="2145478"/>
                  </a:lnTo>
                  <a:lnTo>
                    <a:pt x="3817790" y="2146284"/>
                  </a:lnTo>
                  <a:lnTo>
                    <a:pt x="3781259" y="2147865"/>
                  </a:lnTo>
                  <a:lnTo>
                    <a:pt x="3727921" y="2150449"/>
                  </a:lnTo>
                  <a:lnTo>
                    <a:pt x="3659130" y="2154205"/>
                  </a:lnTo>
                  <a:lnTo>
                    <a:pt x="3578162" y="2159223"/>
                  </a:lnTo>
                  <a:lnTo>
                    <a:pt x="3489371" y="2165526"/>
                  </a:lnTo>
                  <a:lnTo>
                    <a:pt x="3397256" y="2173094"/>
                  </a:lnTo>
                  <a:lnTo>
                    <a:pt x="3305719" y="2181898"/>
                  </a:lnTo>
                  <a:lnTo>
                    <a:pt x="3217656" y="2191926"/>
                  </a:lnTo>
                  <a:lnTo>
                    <a:pt x="3134879" y="2203209"/>
                  </a:lnTo>
                  <a:lnTo>
                    <a:pt x="3058239" y="2215831"/>
                  </a:lnTo>
                  <a:lnTo>
                    <a:pt x="2987850" y="2229931"/>
                  </a:lnTo>
                  <a:lnTo>
                    <a:pt x="2923318" y="2245706"/>
                  </a:lnTo>
                  <a:lnTo>
                    <a:pt x="2863930" y="2263401"/>
                  </a:lnTo>
                  <a:lnTo>
                    <a:pt x="2808805" y="2283295"/>
                  </a:lnTo>
                  <a:lnTo>
                    <a:pt x="2756996" y="2305677"/>
                  </a:lnTo>
                  <a:lnTo>
                    <a:pt x="2707585" y="2330799"/>
                  </a:lnTo>
                  <a:lnTo>
                    <a:pt x="2667772" y="2353853"/>
                  </a:lnTo>
                  <a:lnTo>
                    <a:pt x="2621984" y="2383405"/>
                  </a:lnTo>
                  <a:lnTo>
                    <a:pt x="2576643" y="2415754"/>
                  </a:lnTo>
                  <a:lnTo>
                    <a:pt x="2531334" y="2450947"/>
                  </a:lnTo>
                  <a:lnTo>
                    <a:pt x="2485761" y="2488950"/>
                  </a:lnTo>
                  <a:lnTo>
                    <a:pt x="2439736" y="2529640"/>
                  </a:lnTo>
                  <a:lnTo>
                    <a:pt x="2393163" y="2572795"/>
                  </a:lnTo>
                  <a:lnTo>
                    <a:pt x="2346031" y="2618096"/>
                  </a:lnTo>
                  <a:lnTo>
                    <a:pt x="2298401" y="2665132"/>
                  </a:lnTo>
                  <a:lnTo>
                    <a:pt x="2250390" y="2713410"/>
                  </a:lnTo>
                  <a:lnTo>
                    <a:pt x="2202160" y="2762381"/>
                  </a:lnTo>
                  <a:lnTo>
                    <a:pt x="2153896" y="2811459"/>
                  </a:lnTo>
                  <a:lnTo>
                    <a:pt x="2105786" y="2860053"/>
                  </a:lnTo>
                  <a:lnTo>
                    <a:pt x="2058002" y="2907599"/>
                  </a:lnTo>
                  <a:lnTo>
                    <a:pt x="2010679" y="2953579"/>
                  </a:lnTo>
                  <a:lnTo>
                    <a:pt x="1963901" y="2997553"/>
                  </a:lnTo>
                  <a:lnTo>
                    <a:pt x="1917685" y="3039165"/>
                  </a:lnTo>
                  <a:lnTo>
                    <a:pt x="1871965" y="3078160"/>
                  </a:lnTo>
                  <a:lnTo>
                    <a:pt x="1826589" y="3114378"/>
                  </a:lnTo>
                  <a:lnTo>
                    <a:pt x="1781301" y="3147754"/>
                  </a:lnTo>
                  <a:lnTo>
                    <a:pt x="1735731" y="3178308"/>
                  </a:lnTo>
                  <a:lnTo>
                    <a:pt x="1719082" y="3188682"/>
                  </a:lnTo>
                  <a:lnTo>
                    <a:pt x="1671039" y="3216188"/>
                  </a:lnTo>
                  <a:lnTo>
                    <a:pt x="1621284" y="3240832"/>
                  </a:lnTo>
                  <a:lnTo>
                    <a:pt x="1568981" y="3262774"/>
                  </a:lnTo>
                  <a:lnTo>
                    <a:pt x="1513200" y="3282275"/>
                  </a:lnTo>
                  <a:lnTo>
                    <a:pt x="1453000" y="3299626"/>
                  </a:lnTo>
                  <a:lnTo>
                    <a:pt x="1387521" y="3315101"/>
                  </a:lnTo>
                  <a:lnTo>
                    <a:pt x="1316091" y="3328939"/>
                  </a:lnTo>
                  <a:lnTo>
                    <a:pt x="1238387" y="3341326"/>
                  </a:lnTo>
                  <a:lnTo>
                    <a:pt x="1154632" y="3352392"/>
                  </a:lnTo>
                  <a:lnTo>
                    <a:pt x="1065824" y="3362213"/>
                  </a:lnTo>
                  <a:lnTo>
                    <a:pt x="973955" y="3370809"/>
                  </a:lnTo>
                  <a:lnTo>
                    <a:pt x="882106" y="3378166"/>
                  </a:lnTo>
                  <a:lnTo>
                    <a:pt x="794315" y="3384252"/>
                  </a:lnTo>
                  <a:lnTo>
                    <a:pt x="715119" y="3389053"/>
                  </a:lnTo>
                  <a:lnTo>
                    <a:pt x="648757" y="3392601"/>
                  </a:lnTo>
                  <a:lnTo>
                    <a:pt x="598229" y="3395002"/>
                  </a:lnTo>
                  <a:lnTo>
                    <a:pt x="564509" y="3396435"/>
                  </a:lnTo>
                  <a:lnTo>
                    <a:pt x="546167" y="3397135"/>
                  </a:lnTo>
                  <a:lnTo>
                    <a:pt x="539474" y="3397366"/>
                  </a:lnTo>
                  <a:lnTo>
                    <a:pt x="538736" y="3397389"/>
                  </a:lnTo>
                  <a:lnTo>
                    <a:pt x="0" y="3397389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82" name="pl2082"/>
            <p:cNvSpPr/>
            <p:nvPr/>
          </p:nvSpPr>
          <p:spPr>
            <a:xfrm>
              <a:off x="546595" y="2623376"/>
              <a:ext cx="8234974" cy="3397389"/>
            </a:xfrm>
            <a:custGeom>
              <a:avLst/>
              <a:pathLst>
                <a:path w="8234974" h="3397389">
                  <a:moveTo>
                    <a:pt x="0" y="3397389"/>
                  </a:moveTo>
                  <a:lnTo>
                    <a:pt x="538736" y="3397389"/>
                  </a:lnTo>
                  <a:lnTo>
                    <a:pt x="540010" y="3397348"/>
                  </a:lnTo>
                  <a:lnTo>
                    <a:pt x="548324" y="3397057"/>
                  </a:lnTo>
                  <a:lnTo>
                    <a:pt x="569065" y="3396251"/>
                  </a:lnTo>
                  <a:lnTo>
                    <a:pt x="605596" y="3394670"/>
                  </a:lnTo>
                  <a:lnTo>
                    <a:pt x="658934" y="3392085"/>
                  </a:lnTo>
                  <a:lnTo>
                    <a:pt x="727724" y="3388330"/>
                  </a:lnTo>
                  <a:lnTo>
                    <a:pt x="808692" y="3383312"/>
                  </a:lnTo>
                  <a:lnTo>
                    <a:pt x="897483" y="3377009"/>
                  </a:lnTo>
                  <a:lnTo>
                    <a:pt x="989598" y="3369441"/>
                  </a:lnTo>
                  <a:lnTo>
                    <a:pt x="1081136" y="3360637"/>
                  </a:lnTo>
                  <a:lnTo>
                    <a:pt x="1169198" y="3350609"/>
                  </a:lnTo>
                  <a:lnTo>
                    <a:pt x="1251976" y="3339325"/>
                  </a:lnTo>
                  <a:lnTo>
                    <a:pt x="1328616" y="3326704"/>
                  </a:lnTo>
                  <a:lnTo>
                    <a:pt x="1399005" y="3312604"/>
                  </a:lnTo>
                  <a:lnTo>
                    <a:pt x="1463537" y="3296829"/>
                  </a:lnTo>
                  <a:lnTo>
                    <a:pt x="1522924" y="3279134"/>
                  </a:lnTo>
                  <a:lnTo>
                    <a:pt x="1578050" y="3259240"/>
                  </a:lnTo>
                  <a:lnTo>
                    <a:pt x="1629858" y="3236858"/>
                  </a:lnTo>
                  <a:lnTo>
                    <a:pt x="1679269" y="3211736"/>
                  </a:lnTo>
                  <a:lnTo>
                    <a:pt x="1719082" y="3188682"/>
                  </a:lnTo>
                  <a:lnTo>
                    <a:pt x="1764871" y="3159130"/>
                  </a:lnTo>
                  <a:lnTo>
                    <a:pt x="1810212" y="3126781"/>
                  </a:lnTo>
                  <a:lnTo>
                    <a:pt x="1855521" y="3091588"/>
                  </a:lnTo>
                  <a:lnTo>
                    <a:pt x="1901094" y="3053585"/>
                  </a:lnTo>
                  <a:lnTo>
                    <a:pt x="1947119" y="3012895"/>
                  </a:lnTo>
                  <a:lnTo>
                    <a:pt x="1993691" y="2969740"/>
                  </a:lnTo>
                  <a:lnTo>
                    <a:pt x="2040823" y="2924439"/>
                  </a:lnTo>
                  <a:lnTo>
                    <a:pt x="2088454" y="2877403"/>
                  </a:lnTo>
                  <a:lnTo>
                    <a:pt x="2136464" y="2829125"/>
                  </a:lnTo>
                  <a:lnTo>
                    <a:pt x="2184694" y="2780154"/>
                  </a:lnTo>
                  <a:lnTo>
                    <a:pt x="2232958" y="2731076"/>
                  </a:lnTo>
                  <a:lnTo>
                    <a:pt x="2281068" y="2682481"/>
                  </a:lnTo>
                  <a:lnTo>
                    <a:pt x="2328853" y="2634936"/>
                  </a:lnTo>
                  <a:lnTo>
                    <a:pt x="2376176" y="2588955"/>
                  </a:lnTo>
                  <a:lnTo>
                    <a:pt x="2422953" y="2544982"/>
                  </a:lnTo>
                  <a:lnTo>
                    <a:pt x="2469170" y="2503369"/>
                  </a:lnTo>
                  <a:lnTo>
                    <a:pt x="2514890" y="2464375"/>
                  </a:lnTo>
                  <a:lnTo>
                    <a:pt x="2560266" y="2428157"/>
                  </a:lnTo>
                  <a:lnTo>
                    <a:pt x="2605554" y="2394781"/>
                  </a:lnTo>
                  <a:lnTo>
                    <a:pt x="2651124" y="2364227"/>
                  </a:lnTo>
                  <a:lnTo>
                    <a:pt x="2667772" y="2353853"/>
                  </a:lnTo>
                  <a:lnTo>
                    <a:pt x="2715815" y="2326347"/>
                  </a:lnTo>
                  <a:lnTo>
                    <a:pt x="2765571" y="2301703"/>
                  </a:lnTo>
                  <a:lnTo>
                    <a:pt x="2817874" y="2279761"/>
                  </a:lnTo>
                  <a:lnTo>
                    <a:pt x="2873655" y="2260260"/>
                  </a:lnTo>
                  <a:lnTo>
                    <a:pt x="2933854" y="2242909"/>
                  </a:lnTo>
                  <a:lnTo>
                    <a:pt x="2999334" y="2227434"/>
                  </a:lnTo>
                  <a:lnTo>
                    <a:pt x="3070764" y="2213596"/>
                  </a:lnTo>
                  <a:lnTo>
                    <a:pt x="3148468" y="2201209"/>
                  </a:lnTo>
                  <a:lnTo>
                    <a:pt x="3232223" y="2190142"/>
                  </a:lnTo>
                  <a:lnTo>
                    <a:pt x="3321030" y="2180322"/>
                  </a:lnTo>
                  <a:lnTo>
                    <a:pt x="3412899" y="2171726"/>
                  </a:lnTo>
                  <a:lnTo>
                    <a:pt x="3504749" y="2164369"/>
                  </a:lnTo>
                  <a:lnTo>
                    <a:pt x="3592539" y="2158283"/>
                  </a:lnTo>
                  <a:lnTo>
                    <a:pt x="3671735" y="2153482"/>
                  </a:lnTo>
                  <a:lnTo>
                    <a:pt x="3738098" y="2149933"/>
                  </a:lnTo>
                  <a:lnTo>
                    <a:pt x="3788625" y="2147532"/>
                  </a:lnTo>
                  <a:lnTo>
                    <a:pt x="3822346" y="2146100"/>
                  </a:lnTo>
                  <a:lnTo>
                    <a:pt x="3840687" y="2145400"/>
                  </a:lnTo>
                  <a:lnTo>
                    <a:pt x="3847381" y="2145169"/>
                  </a:lnTo>
                  <a:lnTo>
                    <a:pt x="3848118" y="2145146"/>
                  </a:lnTo>
                  <a:lnTo>
                    <a:pt x="4386855" y="2145146"/>
                  </a:lnTo>
                  <a:lnTo>
                    <a:pt x="4388077" y="2145079"/>
                  </a:lnTo>
                  <a:lnTo>
                    <a:pt x="4396057" y="2144601"/>
                  </a:lnTo>
                  <a:lnTo>
                    <a:pt x="4415998" y="2143279"/>
                  </a:lnTo>
                  <a:lnTo>
                    <a:pt x="4451197" y="2140684"/>
                  </a:lnTo>
                  <a:lnTo>
                    <a:pt x="4502744" y="2136437"/>
                  </a:lnTo>
                  <a:lnTo>
                    <a:pt x="4569475" y="2130256"/>
                  </a:lnTo>
                  <a:lnTo>
                    <a:pt x="4648369" y="2121982"/>
                  </a:lnTo>
                  <a:lnTo>
                    <a:pt x="4735306" y="2111567"/>
                  </a:lnTo>
                  <a:lnTo>
                    <a:pt x="4825948" y="2099039"/>
                  </a:lnTo>
                  <a:lnTo>
                    <a:pt x="4916460" y="2084449"/>
                  </a:lnTo>
                  <a:lnTo>
                    <a:pt x="5003927" y="2067822"/>
                  </a:lnTo>
                  <a:lnTo>
                    <a:pt x="5086462" y="2049118"/>
                  </a:lnTo>
                  <a:lnTo>
                    <a:pt x="5163114" y="2028217"/>
                  </a:lnTo>
                  <a:lnTo>
                    <a:pt x="5233665" y="2004905"/>
                  </a:lnTo>
                  <a:lnTo>
                    <a:pt x="5298419" y="1978876"/>
                  </a:lnTo>
                  <a:lnTo>
                    <a:pt x="5358007" y="1949744"/>
                  </a:lnTo>
                  <a:lnTo>
                    <a:pt x="5413250" y="1917058"/>
                  </a:lnTo>
                  <a:lnTo>
                    <a:pt x="5465047" y="1880343"/>
                  </a:lnTo>
                  <a:lnTo>
                    <a:pt x="5514293" y="1839162"/>
                  </a:lnTo>
                  <a:lnTo>
                    <a:pt x="5561801" y="1793229"/>
                  </a:lnTo>
                  <a:lnTo>
                    <a:pt x="5567201" y="1787622"/>
                  </a:lnTo>
                  <a:lnTo>
                    <a:pt x="5606532" y="1744469"/>
                  </a:lnTo>
                  <a:lnTo>
                    <a:pt x="5645483" y="1697802"/>
                  </a:lnTo>
                  <a:lnTo>
                    <a:pt x="5684336" y="1647553"/>
                  </a:lnTo>
                  <a:lnTo>
                    <a:pt x="5723302" y="1593725"/>
                  </a:lnTo>
                  <a:lnTo>
                    <a:pt x="5762533" y="1536402"/>
                  </a:lnTo>
                  <a:lnTo>
                    <a:pt x="5802126" y="1475756"/>
                  </a:lnTo>
                  <a:lnTo>
                    <a:pt x="5842128" y="1412049"/>
                  </a:lnTo>
                  <a:lnTo>
                    <a:pt x="5882544" y="1345636"/>
                  </a:lnTo>
                  <a:lnTo>
                    <a:pt x="5923336" y="1276957"/>
                  </a:lnTo>
                  <a:lnTo>
                    <a:pt x="5964437" y="1206527"/>
                  </a:lnTo>
                  <a:lnTo>
                    <a:pt x="6005752" y="1134925"/>
                  </a:lnTo>
                  <a:lnTo>
                    <a:pt x="6047170" y="1062770"/>
                  </a:lnTo>
                  <a:lnTo>
                    <a:pt x="6088572" y="990702"/>
                  </a:lnTo>
                  <a:lnTo>
                    <a:pt x="6129839" y="919358"/>
                  </a:lnTo>
                  <a:lnTo>
                    <a:pt x="6170864" y="849349"/>
                  </a:lnTo>
                  <a:lnTo>
                    <a:pt x="6211560" y="781237"/>
                  </a:lnTo>
                  <a:lnTo>
                    <a:pt x="6251865" y="715518"/>
                  </a:lnTo>
                  <a:lnTo>
                    <a:pt x="6291754" y="652611"/>
                  </a:lnTo>
                  <a:lnTo>
                    <a:pt x="6331242" y="592845"/>
                  </a:lnTo>
                  <a:lnTo>
                    <a:pt x="6370389" y="536457"/>
                  </a:lnTo>
                  <a:lnTo>
                    <a:pt x="6409307" y="483596"/>
                  </a:lnTo>
                  <a:lnTo>
                    <a:pt x="6448163" y="434322"/>
                  </a:lnTo>
                  <a:lnTo>
                    <a:pt x="6487187" y="388619"/>
                  </a:lnTo>
                  <a:lnTo>
                    <a:pt x="6515891" y="357524"/>
                  </a:lnTo>
                  <a:lnTo>
                    <a:pt x="6563244" y="311037"/>
                  </a:lnTo>
                  <a:lnTo>
                    <a:pt x="6612251" y="269318"/>
                  </a:lnTo>
                  <a:lnTo>
                    <a:pt x="6663709" y="232108"/>
                  </a:lnTo>
                  <a:lnTo>
                    <a:pt x="6718508" y="198982"/>
                  </a:lnTo>
                  <a:lnTo>
                    <a:pt x="6777551" y="169464"/>
                  </a:lnTo>
                  <a:lnTo>
                    <a:pt x="6841671" y="143098"/>
                  </a:lnTo>
                  <a:lnTo>
                    <a:pt x="6911531" y="119489"/>
                  </a:lnTo>
                  <a:lnTo>
                    <a:pt x="6987478" y="98323"/>
                  </a:lnTo>
                  <a:lnTo>
                    <a:pt x="7069367" y="79374"/>
                  </a:lnTo>
                  <a:lnTo>
                    <a:pt x="7156342" y="62510"/>
                  </a:lnTo>
                  <a:lnTo>
                    <a:pt x="7246632" y="47685"/>
                  </a:lnTo>
                  <a:lnTo>
                    <a:pt x="7337440" y="34917"/>
                  </a:lnTo>
                  <a:lnTo>
                    <a:pt x="7425022" y="24256"/>
                  </a:lnTo>
                  <a:lnTo>
                    <a:pt x="7505065" y="15735"/>
                  </a:lnTo>
                  <a:lnTo>
                    <a:pt x="7573382" y="9318"/>
                  </a:lnTo>
                  <a:lnTo>
                    <a:pt x="7626781" y="4860"/>
                  </a:lnTo>
                  <a:lnTo>
                    <a:pt x="7663853" y="2093"/>
                  </a:lnTo>
                  <a:lnTo>
                    <a:pt x="7685426" y="646"/>
                  </a:lnTo>
                  <a:lnTo>
                    <a:pt x="7694554" y="93"/>
                  </a:lnTo>
                  <a:lnTo>
                    <a:pt x="7696235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3" name="pl2083"/>
            <p:cNvSpPr/>
            <p:nvPr/>
          </p:nvSpPr>
          <p:spPr>
            <a:xfrm>
              <a:off x="546595" y="2617932"/>
              <a:ext cx="8234974" cy="3397389"/>
            </a:xfrm>
            <a:custGeom>
              <a:avLst/>
              <a:pathLst>
                <a:path w="8234974" h="3397389">
                  <a:moveTo>
                    <a:pt x="8234974" y="0"/>
                  </a:moveTo>
                  <a:lnTo>
                    <a:pt x="7696237" y="0"/>
                  </a:lnTo>
                  <a:lnTo>
                    <a:pt x="7695016" y="66"/>
                  </a:lnTo>
                  <a:lnTo>
                    <a:pt x="7687035" y="544"/>
                  </a:lnTo>
                  <a:lnTo>
                    <a:pt x="7667094" y="1866"/>
                  </a:lnTo>
                  <a:lnTo>
                    <a:pt x="7631895" y="4461"/>
                  </a:lnTo>
                  <a:lnTo>
                    <a:pt x="7580349" y="8708"/>
                  </a:lnTo>
                  <a:lnTo>
                    <a:pt x="7513617" y="14889"/>
                  </a:lnTo>
                  <a:lnTo>
                    <a:pt x="7434724" y="23164"/>
                  </a:lnTo>
                  <a:lnTo>
                    <a:pt x="7347787" y="33579"/>
                  </a:lnTo>
                  <a:lnTo>
                    <a:pt x="7257144" y="46107"/>
                  </a:lnTo>
                  <a:lnTo>
                    <a:pt x="7166632" y="60696"/>
                  </a:lnTo>
                  <a:lnTo>
                    <a:pt x="7079166" y="77324"/>
                  </a:lnTo>
                  <a:lnTo>
                    <a:pt x="6996631" y="96027"/>
                  </a:lnTo>
                  <a:lnTo>
                    <a:pt x="6919979" y="116928"/>
                  </a:lnTo>
                  <a:lnTo>
                    <a:pt x="6849427" y="140240"/>
                  </a:lnTo>
                  <a:lnTo>
                    <a:pt x="6784674" y="166269"/>
                  </a:lnTo>
                  <a:lnTo>
                    <a:pt x="6725086" y="195402"/>
                  </a:lnTo>
                  <a:lnTo>
                    <a:pt x="6669843" y="228087"/>
                  </a:lnTo>
                  <a:lnTo>
                    <a:pt x="6618046" y="264802"/>
                  </a:lnTo>
                  <a:lnTo>
                    <a:pt x="6568799" y="305984"/>
                  </a:lnTo>
                  <a:lnTo>
                    <a:pt x="6521291" y="351917"/>
                  </a:lnTo>
                  <a:lnTo>
                    <a:pt x="6515891" y="357524"/>
                  </a:lnTo>
                  <a:lnTo>
                    <a:pt x="6476561" y="400677"/>
                  </a:lnTo>
                  <a:lnTo>
                    <a:pt x="6437610" y="447343"/>
                  </a:lnTo>
                  <a:lnTo>
                    <a:pt x="6398757" y="497592"/>
                  </a:lnTo>
                  <a:lnTo>
                    <a:pt x="6359790" y="551420"/>
                  </a:lnTo>
                  <a:lnTo>
                    <a:pt x="6320559" y="608743"/>
                  </a:lnTo>
                  <a:lnTo>
                    <a:pt x="6280966" y="669390"/>
                  </a:lnTo>
                  <a:lnTo>
                    <a:pt x="6240964" y="733096"/>
                  </a:lnTo>
                  <a:lnTo>
                    <a:pt x="6200549" y="799509"/>
                  </a:lnTo>
                  <a:lnTo>
                    <a:pt x="6159757" y="868189"/>
                  </a:lnTo>
                  <a:lnTo>
                    <a:pt x="6118656" y="938618"/>
                  </a:lnTo>
                  <a:lnTo>
                    <a:pt x="6077341" y="1010221"/>
                  </a:lnTo>
                  <a:lnTo>
                    <a:pt x="6035923" y="1082376"/>
                  </a:lnTo>
                  <a:lnTo>
                    <a:pt x="5994521" y="1154444"/>
                  </a:lnTo>
                  <a:lnTo>
                    <a:pt x="5953254" y="1225787"/>
                  </a:lnTo>
                  <a:lnTo>
                    <a:pt x="5912228" y="1295797"/>
                  </a:lnTo>
                  <a:lnTo>
                    <a:pt x="5871533" y="1363909"/>
                  </a:lnTo>
                  <a:lnTo>
                    <a:pt x="5831228" y="1429627"/>
                  </a:lnTo>
                  <a:lnTo>
                    <a:pt x="5791339" y="1492534"/>
                  </a:lnTo>
                  <a:lnTo>
                    <a:pt x="5751851" y="1552301"/>
                  </a:lnTo>
                  <a:lnTo>
                    <a:pt x="5712703" y="1608688"/>
                  </a:lnTo>
                  <a:lnTo>
                    <a:pt x="5673785" y="1661550"/>
                  </a:lnTo>
                  <a:lnTo>
                    <a:pt x="5634929" y="1710823"/>
                  </a:lnTo>
                  <a:lnTo>
                    <a:pt x="5595906" y="1756526"/>
                  </a:lnTo>
                  <a:lnTo>
                    <a:pt x="5567201" y="1787622"/>
                  </a:lnTo>
                  <a:lnTo>
                    <a:pt x="5519848" y="1834108"/>
                  </a:lnTo>
                  <a:lnTo>
                    <a:pt x="5470842" y="1875828"/>
                  </a:lnTo>
                  <a:lnTo>
                    <a:pt x="5419384" y="1913037"/>
                  </a:lnTo>
                  <a:lnTo>
                    <a:pt x="5364585" y="1946163"/>
                  </a:lnTo>
                  <a:lnTo>
                    <a:pt x="5305542" y="1975682"/>
                  </a:lnTo>
                  <a:lnTo>
                    <a:pt x="5241421" y="2002048"/>
                  </a:lnTo>
                  <a:lnTo>
                    <a:pt x="5171562" y="2025656"/>
                  </a:lnTo>
                  <a:lnTo>
                    <a:pt x="5095614" y="2046823"/>
                  </a:lnTo>
                  <a:lnTo>
                    <a:pt x="5013725" y="2065772"/>
                  </a:lnTo>
                  <a:lnTo>
                    <a:pt x="4926751" y="2082635"/>
                  </a:lnTo>
                  <a:lnTo>
                    <a:pt x="4836460" y="2097460"/>
                  </a:lnTo>
                  <a:lnTo>
                    <a:pt x="4745652" y="2110228"/>
                  </a:lnTo>
                  <a:lnTo>
                    <a:pt x="4658071" y="2120889"/>
                  </a:lnTo>
                  <a:lnTo>
                    <a:pt x="4578027" y="2129410"/>
                  </a:lnTo>
                  <a:lnTo>
                    <a:pt x="4509710" y="2135827"/>
                  </a:lnTo>
                  <a:lnTo>
                    <a:pt x="4456312" y="2140285"/>
                  </a:lnTo>
                  <a:lnTo>
                    <a:pt x="4419239" y="2143053"/>
                  </a:lnTo>
                  <a:lnTo>
                    <a:pt x="4397667" y="2144500"/>
                  </a:lnTo>
                  <a:lnTo>
                    <a:pt x="4388538" y="2145053"/>
                  </a:lnTo>
                  <a:lnTo>
                    <a:pt x="4386857" y="2145146"/>
                  </a:lnTo>
                  <a:lnTo>
                    <a:pt x="4386855" y="2145146"/>
                  </a:lnTo>
                  <a:lnTo>
                    <a:pt x="3848118" y="2145146"/>
                  </a:lnTo>
                  <a:lnTo>
                    <a:pt x="3846845" y="2145187"/>
                  </a:lnTo>
                  <a:lnTo>
                    <a:pt x="3838531" y="2145478"/>
                  </a:lnTo>
                  <a:lnTo>
                    <a:pt x="3817790" y="2146284"/>
                  </a:lnTo>
                  <a:lnTo>
                    <a:pt x="3781259" y="2147865"/>
                  </a:lnTo>
                  <a:lnTo>
                    <a:pt x="3727921" y="2150449"/>
                  </a:lnTo>
                  <a:lnTo>
                    <a:pt x="3659130" y="2154205"/>
                  </a:lnTo>
                  <a:lnTo>
                    <a:pt x="3578162" y="2159223"/>
                  </a:lnTo>
                  <a:lnTo>
                    <a:pt x="3489371" y="2165526"/>
                  </a:lnTo>
                  <a:lnTo>
                    <a:pt x="3397256" y="2173094"/>
                  </a:lnTo>
                  <a:lnTo>
                    <a:pt x="3305719" y="2181898"/>
                  </a:lnTo>
                  <a:lnTo>
                    <a:pt x="3217656" y="2191926"/>
                  </a:lnTo>
                  <a:lnTo>
                    <a:pt x="3134879" y="2203209"/>
                  </a:lnTo>
                  <a:lnTo>
                    <a:pt x="3058239" y="2215831"/>
                  </a:lnTo>
                  <a:lnTo>
                    <a:pt x="2987850" y="2229931"/>
                  </a:lnTo>
                  <a:lnTo>
                    <a:pt x="2923318" y="2245706"/>
                  </a:lnTo>
                  <a:lnTo>
                    <a:pt x="2863930" y="2263401"/>
                  </a:lnTo>
                  <a:lnTo>
                    <a:pt x="2808805" y="2283295"/>
                  </a:lnTo>
                  <a:lnTo>
                    <a:pt x="2756996" y="2305677"/>
                  </a:lnTo>
                  <a:lnTo>
                    <a:pt x="2707585" y="2330799"/>
                  </a:lnTo>
                  <a:lnTo>
                    <a:pt x="2667772" y="2353853"/>
                  </a:lnTo>
                  <a:lnTo>
                    <a:pt x="2621984" y="2383405"/>
                  </a:lnTo>
                  <a:lnTo>
                    <a:pt x="2576643" y="2415754"/>
                  </a:lnTo>
                  <a:lnTo>
                    <a:pt x="2531334" y="2450947"/>
                  </a:lnTo>
                  <a:lnTo>
                    <a:pt x="2485761" y="2488950"/>
                  </a:lnTo>
                  <a:lnTo>
                    <a:pt x="2439736" y="2529640"/>
                  </a:lnTo>
                  <a:lnTo>
                    <a:pt x="2393163" y="2572795"/>
                  </a:lnTo>
                  <a:lnTo>
                    <a:pt x="2346031" y="2618096"/>
                  </a:lnTo>
                  <a:lnTo>
                    <a:pt x="2298401" y="2665132"/>
                  </a:lnTo>
                  <a:lnTo>
                    <a:pt x="2250390" y="2713410"/>
                  </a:lnTo>
                  <a:lnTo>
                    <a:pt x="2202160" y="2762381"/>
                  </a:lnTo>
                  <a:lnTo>
                    <a:pt x="2153896" y="2811459"/>
                  </a:lnTo>
                  <a:lnTo>
                    <a:pt x="2105786" y="2860053"/>
                  </a:lnTo>
                  <a:lnTo>
                    <a:pt x="2058002" y="2907599"/>
                  </a:lnTo>
                  <a:lnTo>
                    <a:pt x="2010679" y="2953579"/>
                  </a:lnTo>
                  <a:lnTo>
                    <a:pt x="1963901" y="2997553"/>
                  </a:lnTo>
                  <a:lnTo>
                    <a:pt x="1917685" y="3039165"/>
                  </a:lnTo>
                  <a:lnTo>
                    <a:pt x="1871965" y="3078160"/>
                  </a:lnTo>
                  <a:lnTo>
                    <a:pt x="1826589" y="3114378"/>
                  </a:lnTo>
                  <a:lnTo>
                    <a:pt x="1781301" y="3147754"/>
                  </a:lnTo>
                  <a:lnTo>
                    <a:pt x="1735731" y="3178308"/>
                  </a:lnTo>
                  <a:lnTo>
                    <a:pt x="1719082" y="3188682"/>
                  </a:lnTo>
                  <a:lnTo>
                    <a:pt x="1671039" y="3216188"/>
                  </a:lnTo>
                  <a:lnTo>
                    <a:pt x="1621284" y="3240832"/>
                  </a:lnTo>
                  <a:lnTo>
                    <a:pt x="1568981" y="3262774"/>
                  </a:lnTo>
                  <a:lnTo>
                    <a:pt x="1513200" y="3282275"/>
                  </a:lnTo>
                  <a:lnTo>
                    <a:pt x="1453000" y="3299626"/>
                  </a:lnTo>
                  <a:lnTo>
                    <a:pt x="1387521" y="3315101"/>
                  </a:lnTo>
                  <a:lnTo>
                    <a:pt x="1316091" y="3328939"/>
                  </a:lnTo>
                  <a:lnTo>
                    <a:pt x="1238387" y="3341326"/>
                  </a:lnTo>
                  <a:lnTo>
                    <a:pt x="1154632" y="3352392"/>
                  </a:lnTo>
                  <a:lnTo>
                    <a:pt x="1065824" y="3362213"/>
                  </a:lnTo>
                  <a:lnTo>
                    <a:pt x="973955" y="3370809"/>
                  </a:lnTo>
                  <a:lnTo>
                    <a:pt x="882106" y="3378166"/>
                  </a:lnTo>
                  <a:lnTo>
                    <a:pt x="794315" y="3384252"/>
                  </a:lnTo>
                  <a:lnTo>
                    <a:pt x="715119" y="3389053"/>
                  </a:lnTo>
                  <a:lnTo>
                    <a:pt x="648757" y="3392601"/>
                  </a:lnTo>
                  <a:lnTo>
                    <a:pt x="598229" y="3395002"/>
                  </a:lnTo>
                  <a:lnTo>
                    <a:pt x="564509" y="3396435"/>
                  </a:lnTo>
                  <a:lnTo>
                    <a:pt x="546167" y="3397135"/>
                  </a:lnTo>
                  <a:lnTo>
                    <a:pt x="539474" y="3397366"/>
                  </a:lnTo>
                  <a:lnTo>
                    <a:pt x="538736" y="3397389"/>
                  </a:lnTo>
                  <a:lnTo>
                    <a:pt x="0" y="3397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4" name="pg2084"/>
            <p:cNvSpPr/>
            <p:nvPr/>
          </p:nvSpPr>
          <p:spPr>
            <a:xfrm>
              <a:off x="546595" y="3200497"/>
              <a:ext cx="8234974" cy="2825713"/>
            </a:xfrm>
            <a:custGeom>
              <a:avLst/>
              <a:pathLst>
                <a:path w="8234974" h="2825713">
                  <a:moveTo>
                    <a:pt x="0" y="2825713"/>
                  </a:moveTo>
                  <a:lnTo>
                    <a:pt x="538736" y="2825713"/>
                  </a:lnTo>
                  <a:lnTo>
                    <a:pt x="540017" y="2825677"/>
                  </a:lnTo>
                  <a:lnTo>
                    <a:pt x="548376" y="2825424"/>
                  </a:lnTo>
                  <a:lnTo>
                    <a:pt x="569227" y="2824723"/>
                  </a:lnTo>
                  <a:lnTo>
                    <a:pt x="605940" y="2823347"/>
                  </a:lnTo>
                  <a:lnTo>
                    <a:pt x="659523" y="2821098"/>
                  </a:lnTo>
                  <a:lnTo>
                    <a:pt x="728593" y="2817831"/>
                  </a:lnTo>
                  <a:lnTo>
                    <a:pt x="809841" y="2813468"/>
                  </a:lnTo>
                  <a:lnTo>
                    <a:pt x="898880" y="2807988"/>
                  </a:lnTo>
                  <a:lnTo>
                    <a:pt x="991190" y="2801409"/>
                  </a:lnTo>
                  <a:lnTo>
                    <a:pt x="1082862" y="2793758"/>
                  </a:lnTo>
                  <a:lnTo>
                    <a:pt x="1171001" y="2785043"/>
                  </a:lnTo>
                  <a:lnTo>
                    <a:pt x="1253807" y="2775238"/>
                  </a:lnTo>
                  <a:lnTo>
                    <a:pt x="1330443" y="2764267"/>
                  </a:lnTo>
                  <a:lnTo>
                    <a:pt x="1400808" y="2752009"/>
                  </a:lnTo>
                  <a:lnTo>
                    <a:pt x="1465310" y="2738291"/>
                  </a:lnTo>
                  <a:lnTo>
                    <a:pt x="1524671" y="2722899"/>
                  </a:lnTo>
                  <a:lnTo>
                    <a:pt x="1579783" y="2705589"/>
                  </a:lnTo>
                  <a:lnTo>
                    <a:pt x="1631596" y="2686110"/>
                  </a:lnTo>
                  <a:lnTo>
                    <a:pt x="1681032" y="2664246"/>
                  </a:lnTo>
                  <a:lnTo>
                    <a:pt x="1719082" y="2645136"/>
                  </a:lnTo>
                  <a:lnTo>
                    <a:pt x="1766212" y="2618777"/>
                  </a:lnTo>
                  <a:lnTo>
                    <a:pt x="1812881" y="2589851"/>
                  </a:lnTo>
                  <a:lnTo>
                    <a:pt x="1859537" y="2558318"/>
                  </a:lnTo>
                  <a:lnTo>
                    <a:pt x="1906495" y="2524214"/>
                  </a:lnTo>
                  <a:lnTo>
                    <a:pt x="1953948" y="2487667"/>
                  </a:lnTo>
                  <a:lnTo>
                    <a:pt x="2001988" y="2448896"/>
                  </a:lnTo>
                  <a:lnTo>
                    <a:pt x="2050614" y="2408220"/>
                  </a:lnTo>
                  <a:lnTo>
                    <a:pt x="2099748" y="2366041"/>
                  </a:lnTo>
                  <a:lnTo>
                    <a:pt x="2149247" y="2322837"/>
                  </a:lnTo>
                  <a:lnTo>
                    <a:pt x="2198927" y="2279139"/>
                  </a:lnTo>
                  <a:lnTo>
                    <a:pt x="2248585" y="2235503"/>
                  </a:lnTo>
                  <a:lnTo>
                    <a:pt x="2298018" y="2192482"/>
                  </a:lnTo>
                  <a:lnTo>
                    <a:pt x="2347049" y="2150597"/>
                  </a:lnTo>
                  <a:lnTo>
                    <a:pt x="2395550" y="2110310"/>
                  </a:lnTo>
                  <a:lnTo>
                    <a:pt x="2443457" y="2072008"/>
                  </a:lnTo>
                  <a:lnTo>
                    <a:pt x="2490790" y="2035985"/>
                  </a:lnTo>
                  <a:lnTo>
                    <a:pt x="2537660" y="2002443"/>
                  </a:lnTo>
                  <a:lnTo>
                    <a:pt x="2584288" y="1971486"/>
                  </a:lnTo>
                  <a:lnTo>
                    <a:pt x="2631015" y="1943135"/>
                  </a:lnTo>
                  <a:lnTo>
                    <a:pt x="2667772" y="1922827"/>
                  </a:lnTo>
                  <a:lnTo>
                    <a:pt x="2715908" y="1898986"/>
                  </a:lnTo>
                  <a:lnTo>
                    <a:pt x="2765765" y="1877629"/>
                  </a:lnTo>
                  <a:lnTo>
                    <a:pt x="2818183" y="1858619"/>
                  </a:lnTo>
                  <a:lnTo>
                    <a:pt x="2874098" y="1841727"/>
                  </a:lnTo>
                  <a:lnTo>
                    <a:pt x="2934455" y="1826701"/>
                  </a:lnTo>
                  <a:lnTo>
                    <a:pt x="3000120" y="1813302"/>
                  </a:lnTo>
                  <a:lnTo>
                    <a:pt x="3071763" y="1801323"/>
                  </a:lnTo>
                  <a:lnTo>
                    <a:pt x="3149706" y="1790602"/>
                  </a:lnTo>
                  <a:lnTo>
                    <a:pt x="3233715" y="1781027"/>
                  </a:lnTo>
                  <a:lnTo>
                    <a:pt x="3322768" y="1772533"/>
                  </a:lnTo>
                  <a:lnTo>
                    <a:pt x="3414846" y="1765103"/>
                  </a:lnTo>
                  <a:lnTo>
                    <a:pt x="3506828" y="1758749"/>
                  </a:lnTo>
                  <a:lnTo>
                    <a:pt x="3594634" y="1753500"/>
                  </a:lnTo>
                  <a:lnTo>
                    <a:pt x="3673698" y="1749367"/>
                  </a:lnTo>
                  <a:lnTo>
                    <a:pt x="3739780" y="1746320"/>
                  </a:lnTo>
                  <a:lnTo>
                    <a:pt x="3789906" y="1744266"/>
                  </a:lnTo>
                  <a:lnTo>
                    <a:pt x="3823170" y="1743047"/>
                  </a:lnTo>
                  <a:lnTo>
                    <a:pt x="3841084" y="1742458"/>
                  </a:lnTo>
                  <a:lnTo>
                    <a:pt x="3847472" y="1742268"/>
                  </a:lnTo>
                  <a:lnTo>
                    <a:pt x="3848118" y="1742250"/>
                  </a:lnTo>
                  <a:lnTo>
                    <a:pt x="4386855" y="1742250"/>
                  </a:lnTo>
                  <a:lnTo>
                    <a:pt x="4388103" y="1742195"/>
                  </a:lnTo>
                  <a:lnTo>
                    <a:pt x="4396254" y="1741799"/>
                  </a:lnTo>
                  <a:lnTo>
                    <a:pt x="4416604" y="1740705"/>
                  </a:lnTo>
                  <a:lnTo>
                    <a:pt x="4452483" y="1738557"/>
                  </a:lnTo>
                  <a:lnTo>
                    <a:pt x="4504947" y="1735044"/>
                  </a:lnTo>
                  <a:lnTo>
                    <a:pt x="4572735" y="1729935"/>
                  </a:lnTo>
                  <a:lnTo>
                    <a:pt x="4652695" y="1723103"/>
                  </a:lnTo>
                  <a:lnTo>
                    <a:pt x="4740589" y="1714512"/>
                  </a:lnTo>
                  <a:lnTo>
                    <a:pt x="4831994" y="1704188"/>
                  </a:lnTo>
                  <a:lnTo>
                    <a:pt x="4923041" y="1692172"/>
                  </a:lnTo>
                  <a:lnTo>
                    <a:pt x="5010821" y="1678481"/>
                  </a:lnTo>
                  <a:lnTo>
                    <a:pt x="5093487" y="1663079"/>
                  </a:lnTo>
                  <a:lnTo>
                    <a:pt x="5170137" y="1645859"/>
                  </a:lnTo>
                  <a:lnTo>
                    <a:pt x="5240607" y="1626637"/>
                  </a:lnTo>
                  <a:lnTo>
                    <a:pt x="5305247" y="1605153"/>
                  </a:lnTo>
                  <a:lnTo>
                    <a:pt x="5364731" y="1581080"/>
                  </a:lnTo>
                  <a:lnTo>
                    <a:pt x="5419910" y="1554042"/>
                  </a:lnTo>
                  <a:lnTo>
                    <a:pt x="5471709" y="1523645"/>
                  </a:lnTo>
                  <a:lnTo>
                    <a:pt x="5521034" y="1489538"/>
                  </a:lnTo>
                  <a:lnTo>
                    <a:pt x="5567201" y="1452783"/>
                  </a:lnTo>
                  <a:lnTo>
                    <a:pt x="5609296" y="1415266"/>
                  </a:lnTo>
                  <a:lnTo>
                    <a:pt x="5650980" y="1374482"/>
                  </a:lnTo>
                  <a:lnTo>
                    <a:pt x="5692590" y="1330369"/>
                  </a:lnTo>
                  <a:lnTo>
                    <a:pt x="5734371" y="1282946"/>
                  </a:lnTo>
                  <a:lnTo>
                    <a:pt x="5776492" y="1232315"/>
                  </a:lnTo>
                  <a:lnTo>
                    <a:pt x="5819053" y="1178678"/>
                  </a:lnTo>
                  <a:lnTo>
                    <a:pt x="5862091" y="1122330"/>
                  </a:lnTo>
                  <a:lnTo>
                    <a:pt x="5905586" y="1063663"/>
                  </a:lnTo>
                  <a:lnTo>
                    <a:pt x="5949472" y="1003157"/>
                  </a:lnTo>
                  <a:lnTo>
                    <a:pt x="5993646" y="941363"/>
                  </a:lnTo>
                  <a:lnTo>
                    <a:pt x="6037977" y="878884"/>
                  </a:lnTo>
                  <a:lnTo>
                    <a:pt x="6082320" y="816354"/>
                  </a:lnTo>
                  <a:lnTo>
                    <a:pt x="6126529" y="754408"/>
                  </a:lnTo>
                  <a:lnTo>
                    <a:pt x="6170470" y="693656"/>
                  </a:lnTo>
                  <a:lnTo>
                    <a:pt x="6214033" y="634659"/>
                  </a:lnTo>
                  <a:lnTo>
                    <a:pt x="6257147" y="577909"/>
                  </a:lnTo>
                  <a:lnTo>
                    <a:pt x="6299784" y="523813"/>
                  </a:lnTo>
                  <a:lnTo>
                    <a:pt x="6341971" y="472683"/>
                  </a:lnTo>
                  <a:lnTo>
                    <a:pt x="6383797" y="424734"/>
                  </a:lnTo>
                  <a:lnTo>
                    <a:pt x="6425420" y="380085"/>
                  </a:lnTo>
                  <a:lnTo>
                    <a:pt x="6467072" y="338767"/>
                  </a:lnTo>
                  <a:lnTo>
                    <a:pt x="6509074" y="300732"/>
                  </a:lnTo>
                  <a:lnTo>
                    <a:pt x="6515891" y="294912"/>
                  </a:lnTo>
                  <a:lnTo>
                    <a:pt x="6563598" y="257011"/>
                  </a:lnTo>
                  <a:lnTo>
                    <a:pt x="6612990" y="223026"/>
                  </a:lnTo>
                  <a:lnTo>
                    <a:pt x="6664881" y="192742"/>
                  </a:lnTo>
                  <a:lnTo>
                    <a:pt x="6720184" y="165805"/>
                  </a:lnTo>
                  <a:lnTo>
                    <a:pt x="6779819" y="141820"/>
                  </a:lnTo>
                  <a:lnTo>
                    <a:pt x="6844635" y="120412"/>
                  </a:lnTo>
                  <a:lnTo>
                    <a:pt x="6915299" y="101258"/>
                  </a:lnTo>
                  <a:lnTo>
                    <a:pt x="6992147" y="84098"/>
                  </a:lnTo>
                  <a:lnTo>
                    <a:pt x="7074994" y="68752"/>
                  </a:lnTo>
                  <a:lnTo>
                    <a:pt x="7162912" y="55115"/>
                  </a:lnTo>
                  <a:lnTo>
                    <a:pt x="7254020" y="43152"/>
                  </a:lnTo>
                  <a:lnTo>
                    <a:pt x="7345378" y="32882"/>
                  </a:lnTo>
                  <a:lnTo>
                    <a:pt x="7433088" y="24347"/>
                  </a:lnTo>
                  <a:lnTo>
                    <a:pt x="7512723" y="17570"/>
                  </a:lnTo>
                  <a:lnTo>
                    <a:pt x="7580063" y="12515"/>
                  </a:lnTo>
                  <a:lnTo>
                    <a:pt x="7632007" y="9049"/>
                  </a:lnTo>
                  <a:lnTo>
                    <a:pt x="7667364" y="6940"/>
                  </a:lnTo>
                  <a:lnTo>
                    <a:pt x="7687263" y="5874"/>
                  </a:lnTo>
                  <a:lnTo>
                    <a:pt x="7695102" y="549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89" y="55"/>
                  </a:lnTo>
                  <a:lnTo>
                    <a:pt x="7686838" y="451"/>
                  </a:lnTo>
                  <a:lnTo>
                    <a:pt x="7666489" y="1545"/>
                  </a:lnTo>
                  <a:lnTo>
                    <a:pt x="7630609" y="3693"/>
                  </a:lnTo>
                  <a:lnTo>
                    <a:pt x="7578145" y="7206"/>
                  </a:lnTo>
                  <a:lnTo>
                    <a:pt x="7510357" y="12315"/>
                  </a:lnTo>
                  <a:lnTo>
                    <a:pt x="7430397" y="19147"/>
                  </a:lnTo>
                  <a:lnTo>
                    <a:pt x="7342504" y="27738"/>
                  </a:lnTo>
                  <a:lnTo>
                    <a:pt x="7251098" y="38062"/>
                  </a:lnTo>
                  <a:lnTo>
                    <a:pt x="7160052" y="50078"/>
                  </a:lnTo>
                  <a:lnTo>
                    <a:pt x="7072272" y="63769"/>
                  </a:lnTo>
                  <a:lnTo>
                    <a:pt x="6989606" y="79171"/>
                  </a:lnTo>
                  <a:lnTo>
                    <a:pt x="6912956" y="96391"/>
                  </a:lnTo>
                  <a:lnTo>
                    <a:pt x="6842485" y="115613"/>
                  </a:lnTo>
                  <a:lnTo>
                    <a:pt x="6777845" y="137097"/>
                  </a:lnTo>
                  <a:lnTo>
                    <a:pt x="6718362" y="161170"/>
                  </a:lnTo>
                  <a:lnTo>
                    <a:pt x="6663182" y="188208"/>
                  </a:lnTo>
                  <a:lnTo>
                    <a:pt x="6611384" y="218605"/>
                  </a:lnTo>
                  <a:lnTo>
                    <a:pt x="6562058" y="252712"/>
                  </a:lnTo>
                  <a:lnTo>
                    <a:pt x="6515891" y="289467"/>
                  </a:lnTo>
                  <a:lnTo>
                    <a:pt x="6473797" y="326984"/>
                  </a:lnTo>
                  <a:lnTo>
                    <a:pt x="6432112" y="367768"/>
                  </a:lnTo>
                  <a:lnTo>
                    <a:pt x="6390503" y="411881"/>
                  </a:lnTo>
                  <a:lnTo>
                    <a:pt x="6348722" y="459304"/>
                  </a:lnTo>
                  <a:lnTo>
                    <a:pt x="6306600" y="509935"/>
                  </a:lnTo>
                  <a:lnTo>
                    <a:pt x="6264039" y="563572"/>
                  </a:lnTo>
                  <a:lnTo>
                    <a:pt x="6221002" y="619920"/>
                  </a:lnTo>
                  <a:lnTo>
                    <a:pt x="6177507" y="678587"/>
                  </a:lnTo>
                  <a:lnTo>
                    <a:pt x="6133620" y="739093"/>
                  </a:lnTo>
                  <a:lnTo>
                    <a:pt x="6089446" y="800887"/>
                  </a:lnTo>
                  <a:lnTo>
                    <a:pt x="6045115" y="863366"/>
                  </a:lnTo>
                  <a:lnTo>
                    <a:pt x="6000772" y="925896"/>
                  </a:lnTo>
                  <a:lnTo>
                    <a:pt x="5956564" y="987842"/>
                  </a:lnTo>
                  <a:lnTo>
                    <a:pt x="5912623" y="1048594"/>
                  </a:lnTo>
                  <a:lnTo>
                    <a:pt x="5869059" y="1107591"/>
                  </a:lnTo>
                  <a:lnTo>
                    <a:pt x="5825945" y="1164341"/>
                  </a:lnTo>
                  <a:lnTo>
                    <a:pt x="5783309" y="1218437"/>
                  </a:lnTo>
                  <a:lnTo>
                    <a:pt x="5741122" y="1269567"/>
                  </a:lnTo>
                  <a:lnTo>
                    <a:pt x="5699295" y="1317516"/>
                  </a:lnTo>
                  <a:lnTo>
                    <a:pt x="5657673" y="1362165"/>
                  </a:lnTo>
                  <a:lnTo>
                    <a:pt x="5616020" y="1403482"/>
                  </a:lnTo>
                  <a:lnTo>
                    <a:pt x="5574019" y="1441518"/>
                  </a:lnTo>
                  <a:lnTo>
                    <a:pt x="5567201" y="1447338"/>
                  </a:lnTo>
                  <a:lnTo>
                    <a:pt x="5519494" y="1485239"/>
                  </a:lnTo>
                  <a:lnTo>
                    <a:pt x="5470103" y="1519224"/>
                  </a:lnTo>
                  <a:lnTo>
                    <a:pt x="5418211" y="1549508"/>
                  </a:lnTo>
                  <a:lnTo>
                    <a:pt x="5362909" y="1576445"/>
                  </a:lnTo>
                  <a:lnTo>
                    <a:pt x="5303274" y="1600430"/>
                  </a:lnTo>
                  <a:lnTo>
                    <a:pt x="5238457" y="1621837"/>
                  </a:lnTo>
                  <a:lnTo>
                    <a:pt x="5167793" y="1640992"/>
                  </a:lnTo>
                  <a:lnTo>
                    <a:pt x="5090946" y="1658152"/>
                  </a:lnTo>
                  <a:lnTo>
                    <a:pt x="5008099" y="1673498"/>
                  </a:lnTo>
                  <a:lnTo>
                    <a:pt x="4920181" y="1687135"/>
                  </a:lnTo>
                  <a:lnTo>
                    <a:pt x="4829072" y="1699098"/>
                  </a:lnTo>
                  <a:lnTo>
                    <a:pt x="4737715" y="1709368"/>
                  </a:lnTo>
                  <a:lnTo>
                    <a:pt x="4650004" y="1717903"/>
                  </a:lnTo>
                  <a:lnTo>
                    <a:pt x="4570369" y="1724679"/>
                  </a:lnTo>
                  <a:lnTo>
                    <a:pt x="4503029" y="1729735"/>
                  </a:lnTo>
                  <a:lnTo>
                    <a:pt x="4451085" y="1733201"/>
                  </a:lnTo>
                  <a:lnTo>
                    <a:pt x="4415729" y="1735310"/>
                  </a:lnTo>
                  <a:lnTo>
                    <a:pt x="4395830" y="1736376"/>
                  </a:lnTo>
                  <a:lnTo>
                    <a:pt x="4387990" y="1736756"/>
                  </a:lnTo>
                  <a:lnTo>
                    <a:pt x="4386855" y="1736806"/>
                  </a:lnTo>
                  <a:lnTo>
                    <a:pt x="3848118" y="1736806"/>
                  </a:lnTo>
                  <a:lnTo>
                    <a:pt x="3846838" y="1736841"/>
                  </a:lnTo>
                  <a:lnTo>
                    <a:pt x="3838478" y="1737095"/>
                  </a:lnTo>
                  <a:lnTo>
                    <a:pt x="3817627" y="1737796"/>
                  </a:lnTo>
                  <a:lnTo>
                    <a:pt x="3780914" y="1739172"/>
                  </a:lnTo>
                  <a:lnTo>
                    <a:pt x="3727331" y="1741421"/>
                  </a:lnTo>
                  <a:lnTo>
                    <a:pt x="3658262" y="1744687"/>
                  </a:lnTo>
                  <a:lnTo>
                    <a:pt x="3577014" y="1749051"/>
                  </a:lnTo>
                  <a:lnTo>
                    <a:pt x="3487974" y="1754531"/>
                  </a:lnTo>
                  <a:lnTo>
                    <a:pt x="3395664" y="1761109"/>
                  </a:lnTo>
                  <a:lnTo>
                    <a:pt x="3303993" y="1768760"/>
                  </a:lnTo>
                  <a:lnTo>
                    <a:pt x="3215854" y="1777475"/>
                  </a:lnTo>
                  <a:lnTo>
                    <a:pt x="3133047" y="1787281"/>
                  </a:lnTo>
                  <a:lnTo>
                    <a:pt x="3056412" y="1798251"/>
                  </a:lnTo>
                  <a:lnTo>
                    <a:pt x="2986047" y="1810510"/>
                  </a:lnTo>
                  <a:lnTo>
                    <a:pt x="2921545" y="1824228"/>
                  </a:lnTo>
                  <a:lnTo>
                    <a:pt x="2862183" y="1839620"/>
                  </a:lnTo>
                  <a:lnTo>
                    <a:pt x="2807071" y="1856930"/>
                  </a:lnTo>
                  <a:lnTo>
                    <a:pt x="2755259" y="1876409"/>
                  </a:lnTo>
                  <a:lnTo>
                    <a:pt x="2705822" y="1898273"/>
                  </a:lnTo>
                  <a:lnTo>
                    <a:pt x="2667772" y="1917383"/>
                  </a:lnTo>
                  <a:lnTo>
                    <a:pt x="2620643" y="1943742"/>
                  </a:lnTo>
                  <a:lnTo>
                    <a:pt x="2573974" y="1972667"/>
                  </a:lnTo>
                  <a:lnTo>
                    <a:pt x="2527317" y="2004201"/>
                  </a:lnTo>
                  <a:lnTo>
                    <a:pt x="2480360" y="2038305"/>
                  </a:lnTo>
                  <a:lnTo>
                    <a:pt x="2432907" y="2074852"/>
                  </a:lnTo>
                  <a:lnTo>
                    <a:pt x="2384867" y="2113622"/>
                  </a:lnTo>
                  <a:lnTo>
                    <a:pt x="2336240" y="2154299"/>
                  </a:lnTo>
                  <a:lnTo>
                    <a:pt x="2287107" y="2196478"/>
                  </a:lnTo>
                  <a:lnTo>
                    <a:pt x="2237608" y="2239682"/>
                  </a:lnTo>
                  <a:lnTo>
                    <a:pt x="2187927" y="2283379"/>
                  </a:lnTo>
                  <a:lnTo>
                    <a:pt x="2138270" y="2327016"/>
                  </a:lnTo>
                  <a:lnTo>
                    <a:pt x="2088837" y="2370037"/>
                  </a:lnTo>
                  <a:lnTo>
                    <a:pt x="2039806" y="2411922"/>
                  </a:lnTo>
                  <a:lnTo>
                    <a:pt x="1991305" y="2452209"/>
                  </a:lnTo>
                  <a:lnTo>
                    <a:pt x="1943397" y="2490511"/>
                  </a:lnTo>
                  <a:lnTo>
                    <a:pt x="1896065" y="2526533"/>
                  </a:lnTo>
                  <a:lnTo>
                    <a:pt x="1849195" y="2560076"/>
                  </a:lnTo>
                  <a:lnTo>
                    <a:pt x="1802567" y="2591032"/>
                  </a:lnTo>
                  <a:lnTo>
                    <a:pt x="1755840" y="2619384"/>
                  </a:lnTo>
                  <a:lnTo>
                    <a:pt x="1719082" y="2639691"/>
                  </a:lnTo>
                  <a:lnTo>
                    <a:pt x="1670946" y="2663533"/>
                  </a:lnTo>
                  <a:lnTo>
                    <a:pt x="1621089" y="2684889"/>
                  </a:lnTo>
                  <a:lnTo>
                    <a:pt x="1568671" y="2703899"/>
                  </a:lnTo>
                  <a:lnTo>
                    <a:pt x="1512757" y="2720791"/>
                  </a:lnTo>
                  <a:lnTo>
                    <a:pt x="1452400" y="2735817"/>
                  </a:lnTo>
                  <a:lnTo>
                    <a:pt x="1386735" y="2749217"/>
                  </a:lnTo>
                  <a:lnTo>
                    <a:pt x="1315091" y="2761196"/>
                  </a:lnTo>
                  <a:lnTo>
                    <a:pt x="1237148" y="2771916"/>
                  </a:lnTo>
                  <a:lnTo>
                    <a:pt x="1153140" y="2781492"/>
                  </a:lnTo>
                  <a:lnTo>
                    <a:pt x="1064086" y="2789986"/>
                  </a:lnTo>
                  <a:lnTo>
                    <a:pt x="972008" y="2797416"/>
                  </a:lnTo>
                  <a:lnTo>
                    <a:pt x="880026" y="2803769"/>
                  </a:lnTo>
                  <a:lnTo>
                    <a:pt x="792221" y="2809019"/>
                  </a:lnTo>
                  <a:lnTo>
                    <a:pt x="713156" y="2813152"/>
                  </a:lnTo>
                  <a:lnTo>
                    <a:pt x="647075" y="2816199"/>
                  </a:lnTo>
                  <a:lnTo>
                    <a:pt x="596948" y="2818253"/>
                  </a:lnTo>
                  <a:lnTo>
                    <a:pt x="563684" y="2819471"/>
                  </a:lnTo>
                  <a:lnTo>
                    <a:pt x="545770" y="2820061"/>
                  </a:lnTo>
                  <a:lnTo>
                    <a:pt x="539383" y="2820251"/>
                  </a:lnTo>
                  <a:lnTo>
                    <a:pt x="538736" y="2820268"/>
                  </a:lnTo>
                  <a:lnTo>
                    <a:pt x="0" y="2820268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85" name="pl2085"/>
            <p:cNvSpPr/>
            <p:nvPr/>
          </p:nvSpPr>
          <p:spPr>
            <a:xfrm>
              <a:off x="546595" y="3205942"/>
              <a:ext cx="8234974" cy="2820268"/>
            </a:xfrm>
            <a:custGeom>
              <a:avLst/>
              <a:pathLst>
                <a:path w="8234974" h="2820268">
                  <a:moveTo>
                    <a:pt x="0" y="2820268"/>
                  </a:moveTo>
                  <a:lnTo>
                    <a:pt x="538736" y="2820268"/>
                  </a:lnTo>
                  <a:lnTo>
                    <a:pt x="540017" y="2820233"/>
                  </a:lnTo>
                  <a:lnTo>
                    <a:pt x="548376" y="2819979"/>
                  </a:lnTo>
                  <a:lnTo>
                    <a:pt x="569227" y="2819278"/>
                  </a:lnTo>
                  <a:lnTo>
                    <a:pt x="605940" y="2817902"/>
                  </a:lnTo>
                  <a:lnTo>
                    <a:pt x="659523" y="2815653"/>
                  </a:lnTo>
                  <a:lnTo>
                    <a:pt x="728593" y="2812387"/>
                  </a:lnTo>
                  <a:lnTo>
                    <a:pt x="809841" y="2808023"/>
                  </a:lnTo>
                  <a:lnTo>
                    <a:pt x="898880" y="2802543"/>
                  </a:lnTo>
                  <a:lnTo>
                    <a:pt x="991190" y="2795965"/>
                  </a:lnTo>
                  <a:lnTo>
                    <a:pt x="1082862" y="2788314"/>
                  </a:lnTo>
                  <a:lnTo>
                    <a:pt x="1171001" y="2779599"/>
                  </a:lnTo>
                  <a:lnTo>
                    <a:pt x="1253807" y="2769793"/>
                  </a:lnTo>
                  <a:lnTo>
                    <a:pt x="1330443" y="2758823"/>
                  </a:lnTo>
                  <a:lnTo>
                    <a:pt x="1400808" y="2746564"/>
                  </a:lnTo>
                  <a:lnTo>
                    <a:pt x="1465310" y="2732846"/>
                  </a:lnTo>
                  <a:lnTo>
                    <a:pt x="1524671" y="2717454"/>
                  </a:lnTo>
                  <a:lnTo>
                    <a:pt x="1579783" y="2700144"/>
                  </a:lnTo>
                  <a:lnTo>
                    <a:pt x="1631596" y="2680665"/>
                  </a:lnTo>
                  <a:lnTo>
                    <a:pt x="1681032" y="2658801"/>
                  </a:lnTo>
                  <a:lnTo>
                    <a:pt x="1719082" y="2639691"/>
                  </a:lnTo>
                  <a:lnTo>
                    <a:pt x="1766212" y="2613332"/>
                  </a:lnTo>
                  <a:lnTo>
                    <a:pt x="1812881" y="2584407"/>
                  </a:lnTo>
                  <a:lnTo>
                    <a:pt x="1859537" y="2552873"/>
                  </a:lnTo>
                  <a:lnTo>
                    <a:pt x="1906495" y="2518770"/>
                  </a:lnTo>
                  <a:lnTo>
                    <a:pt x="1953948" y="2482222"/>
                  </a:lnTo>
                  <a:lnTo>
                    <a:pt x="2001988" y="2443452"/>
                  </a:lnTo>
                  <a:lnTo>
                    <a:pt x="2050614" y="2402775"/>
                  </a:lnTo>
                  <a:lnTo>
                    <a:pt x="2099748" y="2360596"/>
                  </a:lnTo>
                  <a:lnTo>
                    <a:pt x="2149247" y="2317393"/>
                  </a:lnTo>
                  <a:lnTo>
                    <a:pt x="2198927" y="2273695"/>
                  </a:lnTo>
                  <a:lnTo>
                    <a:pt x="2248585" y="2230059"/>
                  </a:lnTo>
                  <a:lnTo>
                    <a:pt x="2298018" y="2187037"/>
                  </a:lnTo>
                  <a:lnTo>
                    <a:pt x="2347049" y="2145152"/>
                  </a:lnTo>
                  <a:lnTo>
                    <a:pt x="2395550" y="2104865"/>
                  </a:lnTo>
                  <a:lnTo>
                    <a:pt x="2443457" y="2066563"/>
                  </a:lnTo>
                  <a:lnTo>
                    <a:pt x="2490790" y="2030541"/>
                  </a:lnTo>
                  <a:lnTo>
                    <a:pt x="2537660" y="1996998"/>
                  </a:lnTo>
                  <a:lnTo>
                    <a:pt x="2584288" y="1966042"/>
                  </a:lnTo>
                  <a:lnTo>
                    <a:pt x="2631015" y="1937690"/>
                  </a:lnTo>
                  <a:lnTo>
                    <a:pt x="2667772" y="1917383"/>
                  </a:lnTo>
                  <a:lnTo>
                    <a:pt x="2715908" y="1893541"/>
                  </a:lnTo>
                  <a:lnTo>
                    <a:pt x="2765765" y="1872185"/>
                  </a:lnTo>
                  <a:lnTo>
                    <a:pt x="2818183" y="1853175"/>
                  </a:lnTo>
                  <a:lnTo>
                    <a:pt x="2874098" y="1836283"/>
                  </a:lnTo>
                  <a:lnTo>
                    <a:pt x="2934455" y="1821257"/>
                  </a:lnTo>
                  <a:lnTo>
                    <a:pt x="3000120" y="1807857"/>
                  </a:lnTo>
                  <a:lnTo>
                    <a:pt x="3071763" y="1795878"/>
                  </a:lnTo>
                  <a:lnTo>
                    <a:pt x="3149706" y="1785158"/>
                  </a:lnTo>
                  <a:lnTo>
                    <a:pt x="3233715" y="1775582"/>
                  </a:lnTo>
                  <a:lnTo>
                    <a:pt x="3322768" y="1767089"/>
                  </a:lnTo>
                  <a:lnTo>
                    <a:pt x="3414846" y="1759658"/>
                  </a:lnTo>
                  <a:lnTo>
                    <a:pt x="3506828" y="1753305"/>
                  </a:lnTo>
                  <a:lnTo>
                    <a:pt x="3594634" y="1748055"/>
                  </a:lnTo>
                  <a:lnTo>
                    <a:pt x="3673698" y="1743922"/>
                  </a:lnTo>
                  <a:lnTo>
                    <a:pt x="3739780" y="1740875"/>
                  </a:lnTo>
                  <a:lnTo>
                    <a:pt x="3789906" y="1738821"/>
                  </a:lnTo>
                  <a:lnTo>
                    <a:pt x="3823170" y="1737603"/>
                  </a:lnTo>
                  <a:lnTo>
                    <a:pt x="3841084" y="1737013"/>
                  </a:lnTo>
                  <a:lnTo>
                    <a:pt x="3847472" y="1736824"/>
                  </a:lnTo>
                  <a:lnTo>
                    <a:pt x="3848118" y="1736806"/>
                  </a:lnTo>
                  <a:lnTo>
                    <a:pt x="4386855" y="1736806"/>
                  </a:lnTo>
                  <a:lnTo>
                    <a:pt x="4388103" y="1736751"/>
                  </a:lnTo>
                  <a:lnTo>
                    <a:pt x="4396254" y="1736355"/>
                  </a:lnTo>
                  <a:lnTo>
                    <a:pt x="4416604" y="1735261"/>
                  </a:lnTo>
                  <a:lnTo>
                    <a:pt x="4452483" y="1733113"/>
                  </a:lnTo>
                  <a:lnTo>
                    <a:pt x="4504947" y="1729599"/>
                  </a:lnTo>
                  <a:lnTo>
                    <a:pt x="4572735" y="1724491"/>
                  </a:lnTo>
                  <a:lnTo>
                    <a:pt x="4652695" y="1717658"/>
                  </a:lnTo>
                  <a:lnTo>
                    <a:pt x="4740589" y="1709068"/>
                  </a:lnTo>
                  <a:lnTo>
                    <a:pt x="4831994" y="1698743"/>
                  </a:lnTo>
                  <a:lnTo>
                    <a:pt x="4923041" y="1686727"/>
                  </a:lnTo>
                  <a:lnTo>
                    <a:pt x="5010821" y="1673036"/>
                  </a:lnTo>
                  <a:lnTo>
                    <a:pt x="5093487" y="1657635"/>
                  </a:lnTo>
                  <a:lnTo>
                    <a:pt x="5170137" y="1640415"/>
                  </a:lnTo>
                  <a:lnTo>
                    <a:pt x="5240607" y="1621192"/>
                  </a:lnTo>
                  <a:lnTo>
                    <a:pt x="5305247" y="1599708"/>
                  </a:lnTo>
                  <a:lnTo>
                    <a:pt x="5364731" y="1575635"/>
                  </a:lnTo>
                  <a:lnTo>
                    <a:pt x="5419910" y="1548598"/>
                  </a:lnTo>
                  <a:lnTo>
                    <a:pt x="5471709" y="1518201"/>
                  </a:lnTo>
                  <a:lnTo>
                    <a:pt x="5521034" y="1484094"/>
                  </a:lnTo>
                  <a:lnTo>
                    <a:pt x="5567201" y="1447338"/>
                  </a:lnTo>
                  <a:lnTo>
                    <a:pt x="5609296" y="1409821"/>
                  </a:lnTo>
                  <a:lnTo>
                    <a:pt x="5650980" y="1369037"/>
                  </a:lnTo>
                  <a:lnTo>
                    <a:pt x="5692590" y="1324925"/>
                  </a:lnTo>
                  <a:lnTo>
                    <a:pt x="5734371" y="1277501"/>
                  </a:lnTo>
                  <a:lnTo>
                    <a:pt x="5776492" y="1226871"/>
                  </a:lnTo>
                  <a:lnTo>
                    <a:pt x="5819053" y="1173233"/>
                  </a:lnTo>
                  <a:lnTo>
                    <a:pt x="5862091" y="1116885"/>
                  </a:lnTo>
                  <a:lnTo>
                    <a:pt x="5905586" y="1058219"/>
                  </a:lnTo>
                  <a:lnTo>
                    <a:pt x="5949472" y="997713"/>
                  </a:lnTo>
                  <a:lnTo>
                    <a:pt x="5993646" y="935918"/>
                  </a:lnTo>
                  <a:lnTo>
                    <a:pt x="6037977" y="873440"/>
                  </a:lnTo>
                  <a:lnTo>
                    <a:pt x="6082320" y="810910"/>
                  </a:lnTo>
                  <a:lnTo>
                    <a:pt x="6126529" y="748964"/>
                  </a:lnTo>
                  <a:lnTo>
                    <a:pt x="6170470" y="688211"/>
                  </a:lnTo>
                  <a:lnTo>
                    <a:pt x="6214033" y="629214"/>
                  </a:lnTo>
                  <a:lnTo>
                    <a:pt x="6257147" y="572465"/>
                  </a:lnTo>
                  <a:lnTo>
                    <a:pt x="6299784" y="518368"/>
                  </a:lnTo>
                  <a:lnTo>
                    <a:pt x="6341971" y="467238"/>
                  </a:lnTo>
                  <a:lnTo>
                    <a:pt x="6383797" y="419289"/>
                  </a:lnTo>
                  <a:lnTo>
                    <a:pt x="6425420" y="374640"/>
                  </a:lnTo>
                  <a:lnTo>
                    <a:pt x="6467072" y="333323"/>
                  </a:lnTo>
                  <a:lnTo>
                    <a:pt x="6509074" y="295288"/>
                  </a:lnTo>
                  <a:lnTo>
                    <a:pt x="6515891" y="289467"/>
                  </a:lnTo>
                  <a:lnTo>
                    <a:pt x="6563598" y="251566"/>
                  </a:lnTo>
                  <a:lnTo>
                    <a:pt x="6612990" y="217582"/>
                  </a:lnTo>
                  <a:lnTo>
                    <a:pt x="6664881" y="187298"/>
                  </a:lnTo>
                  <a:lnTo>
                    <a:pt x="6720184" y="160360"/>
                  </a:lnTo>
                  <a:lnTo>
                    <a:pt x="6779819" y="136375"/>
                  </a:lnTo>
                  <a:lnTo>
                    <a:pt x="6844635" y="114968"/>
                  </a:lnTo>
                  <a:lnTo>
                    <a:pt x="6915299" y="95813"/>
                  </a:lnTo>
                  <a:lnTo>
                    <a:pt x="6992147" y="78653"/>
                  </a:lnTo>
                  <a:lnTo>
                    <a:pt x="7074994" y="63307"/>
                  </a:lnTo>
                  <a:lnTo>
                    <a:pt x="7162912" y="49670"/>
                  </a:lnTo>
                  <a:lnTo>
                    <a:pt x="7254020" y="37707"/>
                  </a:lnTo>
                  <a:lnTo>
                    <a:pt x="7345378" y="27437"/>
                  </a:lnTo>
                  <a:lnTo>
                    <a:pt x="7433088" y="18902"/>
                  </a:lnTo>
                  <a:lnTo>
                    <a:pt x="7512723" y="12126"/>
                  </a:lnTo>
                  <a:lnTo>
                    <a:pt x="7580063" y="7071"/>
                  </a:lnTo>
                  <a:lnTo>
                    <a:pt x="7632007" y="3605"/>
                  </a:lnTo>
                  <a:lnTo>
                    <a:pt x="7667364" y="1496"/>
                  </a:lnTo>
                  <a:lnTo>
                    <a:pt x="7687263" y="429"/>
                  </a:lnTo>
                  <a:lnTo>
                    <a:pt x="7695102" y="5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6" name="pl2086"/>
            <p:cNvSpPr/>
            <p:nvPr/>
          </p:nvSpPr>
          <p:spPr>
            <a:xfrm>
              <a:off x="546595" y="3200497"/>
              <a:ext cx="8234974" cy="2820268"/>
            </a:xfrm>
            <a:custGeom>
              <a:avLst/>
              <a:pathLst>
                <a:path w="8234974" h="2820268">
                  <a:moveTo>
                    <a:pt x="8234974" y="0"/>
                  </a:moveTo>
                  <a:lnTo>
                    <a:pt x="7696237" y="0"/>
                  </a:lnTo>
                  <a:lnTo>
                    <a:pt x="7694989" y="55"/>
                  </a:lnTo>
                  <a:lnTo>
                    <a:pt x="7686838" y="451"/>
                  </a:lnTo>
                  <a:lnTo>
                    <a:pt x="7666489" y="1545"/>
                  </a:lnTo>
                  <a:lnTo>
                    <a:pt x="7630609" y="3693"/>
                  </a:lnTo>
                  <a:lnTo>
                    <a:pt x="7578145" y="7206"/>
                  </a:lnTo>
                  <a:lnTo>
                    <a:pt x="7510357" y="12315"/>
                  </a:lnTo>
                  <a:lnTo>
                    <a:pt x="7430397" y="19147"/>
                  </a:lnTo>
                  <a:lnTo>
                    <a:pt x="7342504" y="27738"/>
                  </a:lnTo>
                  <a:lnTo>
                    <a:pt x="7251098" y="38062"/>
                  </a:lnTo>
                  <a:lnTo>
                    <a:pt x="7160052" y="50078"/>
                  </a:lnTo>
                  <a:lnTo>
                    <a:pt x="7072272" y="63769"/>
                  </a:lnTo>
                  <a:lnTo>
                    <a:pt x="6989606" y="79171"/>
                  </a:lnTo>
                  <a:lnTo>
                    <a:pt x="6912956" y="96391"/>
                  </a:lnTo>
                  <a:lnTo>
                    <a:pt x="6842485" y="115613"/>
                  </a:lnTo>
                  <a:lnTo>
                    <a:pt x="6777845" y="137097"/>
                  </a:lnTo>
                  <a:lnTo>
                    <a:pt x="6718362" y="161170"/>
                  </a:lnTo>
                  <a:lnTo>
                    <a:pt x="6663182" y="188208"/>
                  </a:lnTo>
                  <a:lnTo>
                    <a:pt x="6611384" y="218605"/>
                  </a:lnTo>
                  <a:lnTo>
                    <a:pt x="6562058" y="252712"/>
                  </a:lnTo>
                  <a:lnTo>
                    <a:pt x="6515891" y="289467"/>
                  </a:lnTo>
                  <a:lnTo>
                    <a:pt x="6473797" y="326984"/>
                  </a:lnTo>
                  <a:lnTo>
                    <a:pt x="6432112" y="367768"/>
                  </a:lnTo>
                  <a:lnTo>
                    <a:pt x="6390503" y="411881"/>
                  </a:lnTo>
                  <a:lnTo>
                    <a:pt x="6348722" y="459304"/>
                  </a:lnTo>
                  <a:lnTo>
                    <a:pt x="6306600" y="509935"/>
                  </a:lnTo>
                  <a:lnTo>
                    <a:pt x="6264039" y="563572"/>
                  </a:lnTo>
                  <a:lnTo>
                    <a:pt x="6221002" y="619920"/>
                  </a:lnTo>
                  <a:lnTo>
                    <a:pt x="6177507" y="678587"/>
                  </a:lnTo>
                  <a:lnTo>
                    <a:pt x="6133620" y="739093"/>
                  </a:lnTo>
                  <a:lnTo>
                    <a:pt x="6089446" y="800887"/>
                  </a:lnTo>
                  <a:lnTo>
                    <a:pt x="6045115" y="863366"/>
                  </a:lnTo>
                  <a:lnTo>
                    <a:pt x="6000772" y="925896"/>
                  </a:lnTo>
                  <a:lnTo>
                    <a:pt x="5956564" y="987842"/>
                  </a:lnTo>
                  <a:lnTo>
                    <a:pt x="5912623" y="1048594"/>
                  </a:lnTo>
                  <a:lnTo>
                    <a:pt x="5869059" y="1107591"/>
                  </a:lnTo>
                  <a:lnTo>
                    <a:pt x="5825945" y="1164341"/>
                  </a:lnTo>
                  <a:lnTo>
                    <a:pt x="5783309" y="1218437"/>
                  </a:lnTo>
                  <a:lnTo>
                    <a:pt x="5741122" y="1269567"/>
                  </a:lnTo>
                  <a:lnTo>
                    <a:pt x="5699295" y="1317516"/>
                  </a:lnTo>
                  <a:lnTo>
                    <a:pt x="5657673" y="1362165"/>
                  </a:lnTo>
                  <a:lnTo>
                    <a:pt x="5616020" y="1403482"/>
                  </a:lnTo>
                  <a:lnTo>
                    <a:pt x="5574019" y="1441518"/>
                  </a:lnTo>
                  <a:lnTo>
                    <a:pt x="5567201" y="1447338"/>
                  </a:lnTo>
                  <a:lnTo>
                    <a:pt x="5519494" y="1485239"/>
                  </a:lnTo>
                  <a:lnTo>
                    <a:pt x="5470103" y="1519224"/>
                  </a:lnTo>
                  <a:lnTo>
                    <a:pt x="5418211" y="1549508"/>
                  </a:lnTo>
                  <a:lnTo>
                    <a:pt x="5362909" y="1576445"/>
                  </a:lnTo>
                  <a:lnTo>
                    <a:pt x="5303274" y="1600430"/>
                  </a:lnTo>
                  <a:lnTo>
                    <a:pt x="5238457" y="1621837"/>
                  </a:lnTo>
                  <a:lnTo>
                    <a:pt x="5167793" y="1640992"/>
                  </a:lnTo>
                  <a:lnTo>
                    <a:pt x="5090946" y="1658152"/>
                  </a:lnTo>
                  <a:lnTo>
                    <a:pt x="5008099" y="1673498"/>
                  </a:lnTo>
                  <a:lnTo>
                    <a:pt x="4920181" y="1687135"/>
                  </a:lnTo>
                  <a:lnTo>
                    <a:pt x="4829072" y="1699098"/>
                  </a:lnTo>
                  <a:lnTo>
                    <a:pt x="4737715" y="1709368"/>
                  </a:lnTo>
                  <a:lnTo>
                    <a:pt x="4650004" y="1717903"/>
                  </a:lnTo>
                  <a:lnTo>
                    <a:pt x="4570369" y="1724679"/>
                  </a:lnTo>
                  <a:lnTo>
                    <a:pt x="4503029" y="1729735"/>
                  </a:lnTo>
                  <a:lnTo>
                    <a:pt x="4451085" y="1733201"/>
                  </a:lnTo>
                  <a:lnTo>
                    <a:pt x="4415729" y="1735310"/>
                  </a:lnTo>
                  <a:lnTo>
                    <a:pt x="4395830" y="1736376"/>
                  </a:lnTo>
                  <a:lnTo>
                    <a:pt x="4387990" y="1736756"/>
                  </a:lnTo>
                  <a:lnTo>
                    <a:pt x="4386855" y="1736806"/>
                  </a:lnTo>
                  <a:lnTo>
                    <a:pt x="3848118" y="1736806"/>
                  </a:lnTo>
                  <a:lnTo>
                    <a:pt x="3846838" y="1736841"/>
                  </a:lnTo>
                  <a:lnTo>
                    <a:pt x="3838478" y="1737095"/>
                  </a:lnTo>
                  <a:lnTo>
                    <a:pt x="3817627" y="1737796"/>
                  </a:lnTo>
                  <a:lnTo>
                    <a:pt x="3780914" y="1739172"/>
                  </a:lnTo>
                  <a:lnTo>
                    <a:pt x="3727331" y="1741421"/>
                  </a:lnTo>
                  <a:lnTo>
                    <a:pt x="3658262" y="1744687"/>
                  </a:lnTo>
                  <a:lnTo>
                    <a:pt x="3577014" y="1749051"/>
                  </a:lnTo>
                  <a:lnTo>
                    <a:pt x="3487974" y="1754531"/>
                  </a:lnTo>
                  <a:lnTo>
                    <a:pt x="3395664" y="1761109"/>
                  </a:lnTo>
                  <a:lnTo>
                    <a:pt x="3303993" y="1768760"/>
                  </a:lnTo>
                  <a:lnTo>
                    <a:pt x="3215854" y="1777475"/>
                  </a:lnTo>
                  <a:lnTo>
                    <a:pt x="3133047" y="1787281"/>
                  </a:lnTo>
                  <a:lnTo>
                    <a:pt x="3056412" y="1798251"/>
                  </a:lnTo>
                  <a:lnTo>
                    <a:pt x="2986047" y="1810510"/>
                  </a:lnTo>
                  <a:lnTo>
                    <a:pt x="2921545" y="1824228"/>
                  </a:lnTo>
                  <a:lnTo>
                    <a:pt x="2862183" y="1839620"/>
                  </a:lnTo>
                  <a:lnTo>
                    <a:pt x="2807071" y="1856930"/>
                  </a:lnTo>
                  <a:lnTo>
                    <a:pt x="2755259" y="1876409"/>
                  </a:lnTo>
                  <a:lnTo>
                    <a:pt x="2705822" y="1898273"/>
                  </a:lnTo>
                  <a:lnTo>
                    <a:pt x="2667772" y="1917383"/>
                  </a:lnTo>
                  <a:lnTo>
                    <a:pt x="2620643" y="1943742"/>
                  </a:lnTo>
                  <a:lnTo>
                    <a:pt x="2573974" y="1972667"/>
                  </a:lnTo>
                  <a:lnTo>
                    <a:pt x="2527317" y="2004201"/>
                  </a:lnTo>
                  <a:lnTo>
                    <a:pt x="2480360" y="2038305"/>
                  </a:lnTo>
                  <a:lnTo>
                    <a:pt x="2432907" y="2074852"/>
                  </a:lnTo>
                  <a:lnTo>
                    <a:pt x="2384867" y="2113622"/>
                  </a:lnTo>
                  <a:lnTo>
                    <a:pt x="2336240" y="2154299"/>
                  </a:lnTo>
                  <a:lnTo>
                    <a:pt x="2287107" y="2196478"/>
                  </a:lnTo>
                  <a:lnTo>
                    <a:pt x="2237608" y="2239682"/>
                  </a:lnTo>
                  <a:lnTo>
                    <a:pt x="2187927" y="2283379"/>
                  </a:lnTo>
                  <a:lnTo>
                    <a:pt x="2138270" y="2327016"/>
                  </a:lnTo>
                  <a:lnTo>
                    <a:pt x="2088837" y="2370037"/>
                  </a:lnTo>
                  <a:lnTo>
                    <a:pt x="2039806" y="2411922"/>
                  </a:lnTo>
                  <a:lnTo>
                    <a:pt x="1991305" y="2452209"/>
                  </a:lnTo>
                  <a:lnTo>
                    <a:pt x="1943397" y="2490511"/>
                  </a:lnTo>
                  <a:lnTo>
                    <a:pt x="1896065" y="2526533"/>
                  </a:lnTo>
                  <a:lnTo>
                    <a:pt x="1849195" y="2560076"/>
                  </a:lnTo>
                  <a:lnTo>
                    <a:pt x="1802567" y="2591032"/>
                  </a:lnTo>
                  <a:lnTo>
                    <a:pt x="1755840" y="2619384"/>
                  </a:lnTo>
                  <a:lnTo>
                    <a:pt x="1719082" y="2639691"/>
                  </a:lnTo>
                  <a:lnTo>
                    <a:pt x="1670946" y="2663533"/>
                  </a:lnTo>
                  <a:lnTo>
                    <a:pt x="1621089" y="2684889"/>
                  </a:lnTo>
                  <a:lnTo>
                    <a:pt x="1568671" y="2703899"/>
                  </a:lnTo>
                  <a:lnTo>
                    <a:pt x="1512757" y="2720791"/>
                  </a:lnTo>
                  <a:lnTo>
                    <a:pt x="1452400" y="2735817"/>
                  </a:lnTo>
                  <a:lnTo>
                    <a:pt x="1386735" y="2749217"/>
                  </a:lnTo>
                  <a:lnTo>
                    <a:pt x="1315091" y="2761196"/>
                  </a:lnTo>
                  <a:lnTo>
                    <a:pt x="1237148" y="2771916"/>
                  </a:lnTo>
                  <a:lnTo>
                    <a:pt x="1153140" y="2781492"/>
                  </a:lnTo>
                  <a:lnTo>
                    <a:pt x="1064086" y="2789986"/>
                  </a:lnTo>
                  <a:lnTo>
                    <a:pt x="972008" y="2797416"/>
                  </a:lnTo>
                  <a:lnTo>
                    <a:pt x="880026" y="2803769"/>
                  </a:lnTo>
                  <a:lnTo>
                    <a:pt x="792221" y="2809019"/>
                  </a:lnTo>
                  <a:lnTo>
                    <a:pt x="713156" y="2813152"/>
                  </a:lnTo>
                  <a:lnTo>
                    <a:pt x="647075" y="2816199"/>
                  </a:lnTo>
                  <a:lnTo>
                    <a:pt x="596948" y="2818253"/>
                  </a:lnTo>
                  <a:lnTo>
                    <a:pt x="563684" y="2819471"/>
                  </a:lnTo>
                  <a:lnTo>
                    <a:pt x="545770" y="2820061"/>
                  </a:lnTo>
                  <a:lnTo>
                    <a:pt x="539383" y="2820251"/>
                  </a:lnTo>
                  <a:lnTo>
                    <a:pt x="538736" y="2820268"/>
                  </a:lnTo>
                  <a:lnTo>
                    <a:pt x="0" y="28202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7" name="pg2087"/>
            <p:cNvSpPr/>
            <p:nvPr/>
          </p:nvSpPr>
          <p:spPr>
            <a:xfrm>
              <a:off x="546595" y="4158735"/>
              <a:ext cx="8234974" cy="1856586"/>
            </a:xfrm>
            <a:custGeom>
              <a:avLst/>
              <a:pathLst>
                <a:path w="8234974" h="1856586">
                  <a:moveTo>
                    <a:pt x="0" y="1856586"/>
                  </a:moveTo>
                  <a:lnTo>
                    <a:pt x="538736" y="1856586"/>
                  </a:lnTo>
                  <a:lnTo>
                    <a:pt x="539977" y="1856527"/>
                  </a:lnTo>
                  <a:lnTo>
                    <a:pt x="548083" y="1856108"/>
                  </a:lnTo>
                  <a:lnTo>
                    <a:pt x="568325" y="1854948"/>
                  </a:lnTo>
                  <a:lnTo>
                    <a:pt x="604026" y="1852672"/>
                  </a:lnTo>
                  <a:lnTo>
                    <a:pt x="656248" y="1848948"/>
                  </a:lnTo>
                  <a:lnTo>
                    <a:pt x="723759" y="1843533"/>
                  </a:lnTo>
                  <a:lnTo>
                    <a:pt x="803439" y="1836288"/>
                  </a:lnTo>
                  <a:lnTo>
                    <a:pt x="891083" y="1827176"/>
                  </a:lnTo>
                  <a:lnTo>
                    <a:pt x="982289" y="1816223"/>
                  </a:lnTo>
                  <a:lnTo>
                    <a:pt x="1073197" y="1803473"/>
                  </a:lnTo>
                  <a:lnTo>
                    <a:pt x="1160896" y="1788945"/>
                  </a:lnTo>
                  <a:lnTo>
                    <a:pt x="1243529" y="1772602"/>
                  </a:lnTo>
                  <a:lnTo>
                    <a:pt x="1320181" y="1754332"/>
                  </a:lnTo>
                  <a:lnTo>
                    <a:pt x="1390673" y="1733942"/>
                  </a:lnTo>
                  <a:lnTo>
                    <a:pt x="1455343" y="1711159"/>
                  </a:lnTo>
                  <a:lnTo>
                    <a:pt x="1514854" y="1685638"/>
                  </a:lnTo>
                  <a:lnTo>
                    <a:pt x="1570049" y="1656982"/>
                  </a:lnTo>
                  <a:lnTo>
                    <a:pt x="1621846" y="1624773"/>
                  </a:lnTo>
                  <a:lnTo>
                    <a:pt x="1671150" y="1588636"/>
                  </a:lnTo>
                  <a:lnTo>
                    <a:pt x="1718773" y="1548341"/>
                  </a:lnTo>
                  <a:lnTo>
                    <a:pt x="1719082" y="1548062"/>
                  </a:lnTo>
                  <a:lnTo>
                    <a:pt x="1760367" y="1508883"/>
                  </a:lnTo>
                  <a:lnTo>
                    <a:pt x="1801250" y="1466356"/>
                  </a:lnTo>
                  <a:lnTo>
                    <a:pt x="1842051" y="1420419"/>
                  </a:lnTo>
                  <a:lnTo>
                    <a:pt x="1883005" y="1371084"/>
                  </a:lnTo>
                  <a:lnTo>
                    <a:pt x="1924276" y="1318451"/>
                  </a:lnTo>
                  <a:lnTo>
                    <a:pt x="1965964" y="1262711"/>
                  </a:lnTo>
                  <a:lnTo>
                    <a:pt x="2008109" y="1204152"/>
                  </a:lnTo>
                  <a:lnTo>
                    <a:pt x="2050700" y="1143157"/>
                  </a:lnTo>
                  <a:lnTo>
                    <a:pt x="2093680" y="1080194"/>
                  </a:lnTo>
                  <a:lnTo>
                    <a:pt x="2136956" y="1015808"/>
                  </a:lnTo>
                  <a:lnTo>
                    <a:pt x="2180408" y="950598"/>
                  </a:lnTo>
                  <a:lnTo>
                    <a:pt x="2223902" y="885195"/>
                  </a:lnTo>
                  <a:lnTo>
                    <a:pt x="2267300" y="820241"/>
                  </a:lnTo>
                  <a:lnTo>
                    <a:pt x="2310470" y="756357"/>
                  </a:lnTo>
                  <a:lnTo>
                    <a:pt x="2353303" y="694123"/>
                  </a:lnTo>
                  <a:lnTo>
                    <a:pt x="2395719" y="634054"/>
                  </a:lnTo>
                  <a:lnTo>
                    <a:pt x="2437679" y="576586"/>
                  </a:lnTo>
                  <a:lnTo>
                    <a:pt x="2479192" y="522064"/>
                  </a:lnTo>
                  <a:lnTo>
                    <a:pt x="2520321" y="470737"/>
                  </a:lnTo>
                  <a:lnTo>
                    <a:pt x="2561190" y="422759"/>
                  </a:lnTo>
                  <a:lnTo>
                    <a:pt x="2601991" y="378194"/>
                  </a:lnTo>
                  <a:lnTo>
                    <a:pt x="2642992" y="337023"/>
                  </a:lnTo>
                  <a:lnTo>
                    <a:pt x="2667772" y="313968"/>
                  </a:lnTo>
                  <a:lnTo>
                    <a:pt x="2715387" y="273645"/>
                  </a:lnTo>
                  <a:lnTo>
                    <a:pt x="2764677" y="237481"/>
                  </a:lnTo>
                  <a:lnTo>
                    <a:pt x="2816455" y="205247"/>
                  </a:lnTo>
                  <a:lnTo>
                    <a:pt x="2871625" y="176569"/>
                  </a:lnTo>
                  <a:lnTo>
                    <a:pt x="2931104" y="151029"/>
                  </a:lnTo>
                  <a:lnTo>
                    <a:pt x="2995738" y="128229"/>
                  </a:lnTo>
                  <a:lnTo>
                    <a:pt x="3066190" y="107825"/>
                  </a:lnTo>
                  <a:lnTo>
                    <a:pt x="3142801" y="89542"/>
                  </a:lnTo>
                  <a:lnTo>
                    <a:pt x="3225397" y="73186"/>
                  </a:lnTo>
                  <a:lnTo>
                    <a:pt x="3313068" y="58647"/>
                  </a:lnTo>
                  <a:lnTo>
                    <a:pt x="3403963" y="45885"/>
                  </a:lnTo>
                  <a:lnTo>
                    <a:pt x="3495179" y="34920"/>
                  </a:lnTo>
                  <a:lnTo>
                    <a:pt x="3582860" y="25796"/>
                  </a:lnTo>
                  <a:lnTo>
                    <a:pt x="3662608" y="18539"/>
                  </a:lnTo>
                  <a:lnTo>
                    <a:pt x="3730210" y="13111"/>
                  </a:lnTo>
                  <a:lnTo>
                    <a:pt x="3782540" y="9377"/>
                  </a:lnTo>
                  <a:lnTo>
                    <a:pt x="3818348" y="7092"/>
                  </a:lnTo>
                  <a:lnTo>
                    <a:pt x="3838683" y="5927"/>
                  </a:lnTo>
                  <a:lnTo>
                    <a:pt x="3846853" y="550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4"/>
                  </a:lnTo>
                  <a:lnTo>
                    <a:pt x="4396609" y="5603"/>
                  </a:lnTo>
                  <a:lnTo>
                    <a:pt x="4417695" y="5988"/>
                  </a:lnTo>
                  <a:lnTo>
                    <a:pt x="4454798" y="6744"/>
                  </a:lnTo>
                  <a:lnTo>
                    <a:pt x="4508903" y="7979"/>
                  </a:lnTo>
                  <a:lnTo>
                    <a:pt x="4578569" y="9772"/>
                  </a:lnTo>
                  <a:lnTo>
                    <a:pt x="4660414" y="12166"/>
                  </a:lnTo>
                  <a:lnTo>
                    <a:pt x="4749980" y="15171"/>
                  </a:lnTo>
                  <a:lnTo>
                    <a:pt x="4842703" y="18776"/>
                  </a:lnTo>
                  <a:lnTo>
                    <a:pt x="4934657" y="22968"/>
                  </a:lnTo>
                  <a:lnTo>
                    <a:pt x="5022955" y="27741"/>
                  </a:lnTo>
                  <a:lnTo>
                    <a:pt x="5105820" y="33114"/>
                  </a:lnTo>
                  <a:lnTo>
                    <a:pt x="5182445" y="39125"/>
                  </a:lnTo>
                  <a:lnTo>
                    <a:pt x="5252758" y="45846"/>
                  </a:lnTo>
                  <a:lnTo>
                    <a:pt x="5317196" y="53372"/>
                  </a:lnTo>
                  <a:lnTo>
                    <a:pt x="5376503" y="61822"/>
                  </a:lnTo>
                  <a:lnTo>
                    <a:pt x="5431587" y="71330"/>
                  </a:lnTo>
                  <a:lnTo>
                    <a:pt x="5483411" y="82034"/>
                  </a:lnTo>
                  <a:lnTo>
                    <a:pt x="5532904" y="94049"/>
                  </a:lnTo>
                  <a:lnTo>
                    <a:pt x="5567201" y="103446"/>
                  </a:lnTo>
                  <a:lnTo>
                    <a:pt x="5617970" y="118921"/>
                  </a:lnTo>
                  <a:lnTo>
                    <a:pt x="5668248" y="136018"/>
                  </a:lnTo>
                  <a:lnTo>
                    <a:pt x="5718577" y="154758"/>
                  </a:lnTo>
                  <a:lnTo>
                    <a:pt x="5769317" y="175104"/>
                  </a:lnTo>
                  <a:lnTo>
                    <a:pt x="5820677" y="196954"/>
                  </a:lnTo>
                  <a:lnTo>
                    <a:pt x="5872728" y="220132"/>
                  </a:lnTo>
                  <a:lnTo>
                    <a:pt x="5925427" y="244400"/>
                  </a:lnTo>
                  <a:lnTo>
                    <a:pt x="5978633" y="269455"/>
                  </a:lnTo>
                  <a:lnTo>
                    <a:pt x="6032133" y="294951"/>
                  </a:lnTo>
                  <a:lnTo>
                    <a:pt x="6085680" y="320514"/>
                  </a:lnTo>
                  <a:lnTo>
                    <a:pt x="6139015" y="345765"/>
                  </a:lnTo>
                  <a:lnTo>
                    <a:pt x="6191913" y="370347"/>
                  </a:lnTo>
                  <a:lnTo>
                    <a:pt x="6244202" y="393939"/>
                  </a:lnTo>
                  <a:lnTo>
                    <a:pt x="6295804" y="416279"/>
                  </a:lnTo>
                  <a:lnTo>
                    <a:pt x="6346745" y="437168"/>
                  </a:lnTo>
                  <a:lnTo>
                    <a:pt x="6397185" y="456480"/>
                  </a:lnTo>
                  <a:lnTo>
                    <a:pt x="6447429" y="474155"/>
                  </a:lnTo>
                  <a:lnTo>
                    <a:pt x="6497952" y="490195"/>
                  </a:lnTo>
                  <a:lnTo>
                    <a:pt x="6515891" y="495452"/>
                  </a:lnTo>
                  <a:lnTo>
                    <a:pt x="6564227" y="508441"/>
                  </a:lnTo>
                  <a:lnTo>
                    <a:pt x="6614300" y="520071"/>
                  </a:lnTo>
                  <a:lnTo>
                    <a:pt x="6666963" y="530418"/>
                  </a:lnTo>
                  <a:lnTo>
                    <a:pt x="6723162" y="539607"/>
                  </a:lnTo>
                  <a:lnTo>
                    <a:pt x="6783856" y="547778"/>
                  </a:lnTo>
                  <a:lnTo>
                    <a:pt x="6849917" y="555061"/>
                  </a:lnTo>
                  <a:lnTo>
                    <a:pt x="6922018" y="561569"/>
                  </a:lnTo>
                  <a:lnTo>
                    <a:pt x="7000471" y="567392"/>
                  </a:lnTo>
                  <a:lnTo>
                    <a:pt x="7085019" y="572589"/>
                  </a:lnTo>
                  <a:lnTo>
                    <a:pt x="7174598" y="577194"/>
                  </a:lnTo>
                  <a:lnTo>
                    <a:pt x="7267117" y="581219"/>
                  </a:lnTo>
                  <a:lnTo>
                    <a:pt x="7359374" y="584653"/>
                  </a:lnTo>
                  <a:lnTo>
                    <a:pt x="7447200" y="587482"/>
                  </a:lnTo>
                  <a:lnTo>
                    <a:pt x="7525972" y="589701"/>
                  </a:lnTo>
                  <a:lnTo>
                    <a:pt x="7591441" y="591328"/>
                  </a:lnTo>
                  <a:lnTo>
                    <a:pt x="7640704" y="592416"/>
                  </a:lnTo>
                  <a:lnTo>
                    <a:pt x="7672993" y="593053"/>
                  </a:lnTo>
                  <a:lnTo>
                    <a:pt x="7690004" y="593355"/>
                  </a:lnTo>
                  <a:lnTo>
                    <a:pt x="7695760" y="593447"/>
                  </a:lnTo>
                  <a:lnTo>
                    <a:pt x="7696237" y="593454"/>
                  </a:lnTo>
                  <a:lnTo>
                    <a:pt x="8234974" y="593454"/>
                  </a:lnTo>
                  <a:lnTo>
                    <a:pt x="8234974" y="588009"/>
                  </a:lnTo>
                  <a:lnTo>
                    <a:pt x="7696237" y="588009"/>
                  </a:lnTo>
                  <a:lnTo>
                    <a:pt x="7694941" y="587990"/>
                  </a:lnTo>
                  <a:lnTo>
                    <a:pt x="7686484" y="587850"/>
                  </a:lnTo>
                  <a:lnTo>
                    <a:pt x="7665398" y="587465"/>
                  </a:lnTo>
                  <a:lnTo>
                    <a:pt x="7628294" y="586709"/>
                  </a:lnTo>
                  <a:lnTo>
                    <a:pt x="7574189" y="585474"/>
                  </a:lnTo>
                  <a:lnTo>
                    <a:pt x="7504523" y="583681"/>
                  </a:lnTo>
                  <a:lnTo>
                    <a:pt x="7422679" y="581287"/>
                  </a:lnTo>
                  <a:lnTo>
                    <a:pt x="7333112" y="578283"/>
                  </a:lnTo>
                  <a:lnTo>
                    <a:pt x="7240389" y="574677"/>
                  </a:lnTo>
                  <a:lnTo>
                    <a:pt x="7148436" y="570486"/>
                  </a:lnTo>
                  <a:lnTo>
                    <a:pt x="7060138" y="565712"/>
                  </a:lnTo>
                  <a:lnTo>
                    <a:pt x="6977272" y="560340"/>
                  </a:lnTo>
                  <a:lnTo>
                    <a:pt x="6900648" y="554328"/>
                  </a:lnTo>
                  <a:lnTo>
                    <a:pt x="6830334" y="547607"/>
                  </a:lnTo>
                  <a:lnTo>
                    <a:pt x="6765897" y="540081"/>
                  </a:lnTo>
                  <a:lnTo>
                    <a:pt x="6706590" y="531631"/>
                  </a:lnTo>
                  <a:lnTo>
                    <a:pt x="6651506" y="522124"/>
                  </a:lnTo>
                  <a:lnTo>
                    <a:pt x="6599682" y="511420"/>
                  </a:lnTo>
                  <a:lnTo>
                    <a:pt x="6550189" y="499404"/>
                  </a:lnTo>
                  <a:lnTo>
                    <a:pt x="6515891" y="490008"/>
                  </a:lnTo>
                  <a:lnTo>
                    <a:pt x="6465123" y="474532"/>
                  </a:lnTo>
                  <a:lnTo>
                    <a:pt x="6414844" y="457435"/>
                  </a:lnTo>
                  <a:lnTo>
                    <a:pt x="6364516" y="438695"/>
                  </a:lnTo>
                  <a:lnTo>
                    <a:pt x="6313776" y="418349"/>
                  </a:lnTo>
                  <a:lnTo>
                    <a:pt x="6262416" y="396500"/>
                  </a:lnTo>
                  <a:lnTo>
                    <a:pt x="6210364" y="373321"/>
                  </a:lnTo>
                  <a:lnTo>
                    <a:pt x="6157665" y="349053"/>
                  </a:lnTo>
                  <a:lnTo>
                    <a:pt x="6104460" y="323998"/>
                  </a:lnTo>
                  <a:lnTo>
                    <a:pt x="6050959" y="298502"/>
                  </a:lnTo>
                  <a:lnTo>
                    <a:pt x="5997413" y="272939"/>
                  </a:lnTo>
                  <a:lnTo>
                    <a:pt x="5944077" y="247688"/>
                  </a:lnTo>
                  <a:lnTo>
                    <a:pt x="5891180" y="223106"/>
                  </a:lnTo>
                  <a:lnTo>
                    <a:pt x="5838890" y="199514"/>
                  </a:lnTo>
                  <a:lnTo>
                    <a:pt x="5787289" y="177174"/>
                  </a:lnTo>
                  <a:lnTo>
                    <a:pt x="5736347" y="156285"/>
                  </a:lnTo>
                  <a:lnTo>
                    <a:pt x="5685907" y="136973"/>
                  </a:lnTo>
                  <a:lnTo>
                    <a:pt x="5635663" y="119298"/>
                  </a:lnTo>
                  <a:lnTo>
                    <a:pt x="5585141" y="103259"/>
                  </a:lnTo>
                  <a:lnTo>
                    <a:pt x="5567201" y="98001"/>
                  </a:lnTo>
                  <a:lnTo>
                    <a:pt x="5518866" y="85012"/>
                  </a:lnTo>
                  <a:lnTo>
                    <a:pt x="5468793" y="73382"/>
                  </a:lnTo>
                  <a:lnTo>
                    <a:pt x="5416130" y="63036"/>
                  </a:lnTo>
                  <a:lnTo>
                    <a:pt x="5359930" y="53846"/>
                  </a:lnTo>
                  <a:lnTo>
                    <a:pt x="5299237" y="45676"/>
                  </a:lnTo>
                  <a:lnTo>
                    <a:pt x="5233176" y="38392"/>
                  </a:lnTo>
                  <a:lnTo>
                    <a:pt x="5161075" y="31884"/>
                  </a:lnTo>
                  <a:lnTo>
                    <a:pt x="5082621" y="26062"/>
                  </a:lnTo>
                  <a:lnTo>
                    <a:pt x="4998073" y="20865"/>
                  </a:lnTo>
                  <a:lnTo>
                    <a:pt x="4908495" y="16259"/>
                  </a:lnTo>
                  <a:lnTo>
                    <a:pt x="4815975" y="12234"/>
                  </a:lnTo>
                  <a:lnTo>
                    <a:pt x="4723719" y="8800"/>
                  </a:lnTo>
                  <a:lnTo>
                    <a:pt x="4635892" y="5971"/>
                  </a:lnTo>
                  <a:lnTo>
                    <a:pt x="4557121" y="3752"/>
                  </a:lnTo>
                  <a:lnTo>
                    <a:pt x="4491652" y="2125"/>
                  </a:lnTo>
                  <a:lnTo>
                    <a:pt x="4442388" y="1037"/>
                  </a:lnTo>
                  <a:lnTo>
                    <a:pt x="4410099" y="400"/>
                  </a:lnTo>
                  <a:lnTo>
                    <a:pt x="4393089" y="99"/>
                  </a:lnTo>
                  <a:lnTo>
                    <a:pt x="4387332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7" y="58"/>
                  </a:lnTo>
                  <a:lnTo>
                    <a:pt x="3838771" y="478"/>
                  </a:lnTo>
                  <a:lnTo>
                    <a:pt x="3818529" y="1637"/>
                  </a:lnTo>
                  <a:lnTo>
                    <a:pt x="3782829" y="3913"/>
                  </a:lnTo>
                  <a:lnTo>
                    <a:pt x="3730606" y="7637"/>
                  </a:lnTo>
                  <a:lnTo>
                    <a:pt x="3663096" y="13052"/>
                  </a:lnTo>
                  <a:lnTo>
                    <a:pt x="3583415" y="20297"/>
                  </a:lnTo>
                  <a:lnTo>
                    <a:pt x="3495772" y="29409"/>
                  </a:lnTo>
                  <a:lnTo>
                    <a:pt x="3404565" y="40362"/>
                  </a:lnTo>
                  <a:lnTo>
                    <a:pt x="3313657" y="53112"/>
                  </a:lnTo>
                  <a:lnTo>
                    <a:pt x="3225958" y="67640"/>
                  </a:lnTo>
                  <a:lnTo>
                    <a:pt x="3143325" y="83983"/>
                  </a:lnTo>
                  <a:lnTo>
                    <a:pt x="3066674" y="102253"/>
                  </a:lnTo>
                  <a:lnTo>
                    <a:pt x="2996181" y="122643"/>
                  </a:lnTo>
                  <a:lnTo>
                    <a:pt x="2931512" y="145426"/>
                  </a:lnTo>
                  <a:lnTo>
                    <a:pt x="2872001" y="170947"/>
                  </a:lnTo>
                  <a:lnTo>
                    <a:pt x="2816805" y="199603"/>
                  </a:lnTo>
                  <a:lnTo>
                    <a:pt x="2765008" y="231812"/>
                  </a:lnTo>
                  <a:lnTo>
                    <a:pt x="2715704" y="267950"/>
                  </a:lnTo>
                  <a:lnTo>
                    <a:pt x="2668081" y="308244"/>
                  </a:lnTo>
                  <a:lnTo>
                    <a:pt x="2667772" y="308523"/>
                  </a:lnTo>
                  <a:lnTo>
                    <a:pt x="2626488" y="347702"/>
                  </a:lnTo>
                  <a:lnTo>
                    <a:pt x="2585605" y="390229"/>
                  </a:lnTo>
                  <a:lnTo>
                    <a:pt x="2544804" y="436166"/>
                  </a:lnTo>
                  <a:lnTo>
                    <a:pt x="2503850" y="485501"/>
                  </a:lnTo>
                  <a:lnTo>
                    <a:pt x="2462578" y="538134"/>
                  </a:lnTo>
                  <a:lnTo>
                    <a:pt x="2420890" y="593874"/>
                  </a:lnTo>
                  <a:lnTo>
                    <a:pt x="2378745" y="652433"/>
                  </a:lnTo>
                  <a:lnTo>
                    <a:pt x="2336155" y="713428"/>
                  </a:lnTo>
                  <a:lnTo>
                    <a:pt x="2293175" y="776391"/>
                  </a:lnTo>
                  <a:lnTo>
                    <a:pt x="2249899" y="840777"/>
                  </a:lnTo>
                  <a:lnTo>
                    <a:pt x="2206446" y="905987"/>
                  </a:lnTo>
                  <a:lnTo>
                    <a:pt x="2162952" y="971390"/>
                  </a:lnTo>
                  <a:lnTo>
                    <a:pt x="2119555" y="1036344"/>
                  </a:lnTo>
                  <a:lnTo>
                    <a:pt x="2076385" y="1100228"/>
                  </a:lnTo>
                  <a:lnTo>
                    <a:pt x="2033552" y="1162462"/>
                  </a:lnTo>
                  <a:lnTo>
                    <a:pt x="1991136" y="1222531"/>
                  </a:lnTo>
                  <a:lnTo>
                    <a:pt x="1949175" y="1279999"/>
                  </a:lnTo>
                  <a:lnTo>
                    <a:pt x="1907663" y="1334521"/>
                  </a:lnTo>
                  <a:lnTo>
                    <a:pt x="1866534" y="1385848"/>
                  </a:lnTo>
                  <a:lnTo>
                    <a:pt x="1825665" y="1433826"/>
                  </a:lnTo>
                  <a:lnTo>
                    <a:pt x="1784864" y="1478391"/>
                  </a:lnTo>
                  <a:lnTo>
                    <a:pt x="1743863" y="1519562"/>
                  </a:lnTo>
                  <a:lnTo>
                    <a:pt x="1719082" y="1542618"/>
                  </a:lnTo>
                  <a:lnTo>
                    <a:pt x="1671468" y="1582940"/>
                  </a:lnTo>
                  <a:lnTo>
                    <a:pt x="1622178" y="1619104"/>
                  </a:lnTo>
                  <a:lnTo>
                    <a:pt x="1570400" y="1651338"/>
                  </a:lnTo>
                  <a:lnTo>
                    <a:pt x="1515230" y="1680016"/>
                  </a:lnTo>
                  <a:lnTo>
                    <a:pt x="1455750" y="1705556"/>
                  </a:lnTo>
                  <a:lnTo>
                    <a:pt x="1391117" y="1728356"/>
                  </a:lnTo>
                  <a:lnTo>
                    <a:pt x="1320664" y="1748760"/>
                  </a:lnTo>
                  <a:lnTo>
                    <a:pt x="1244053" y="1767044"/>
                  </a:lnTo>
                  <a:lnTo>
                    <a:pt x="1161458" y="1783399"/>
                  </a:lnTo>
                  <a:lnTo>
                    <a:pt x="1073787" y="1797938"/>
                  </a:lnTo>
                  <a:lnTo>
                    <a:pt x="982892" y="1810700"/>
                  </a:lnTo>
                  <a:lnTo>
                    <a:pt x="891676" y="1821665"/>
                  </a:lnTo>
                  <a:lnTo>
                    <a:pt x="803995" y="1830790"/>
                  </a:lnTo>
                  <a:lnTo>
                    <a:pt x="724247" y="1838047"/>
                  </a:lnTo>
                  <a:lnTo>
                    <a:pt x="656645" y="1843474"/>
                  </a:lnTo>
                  <a:lnTo>
                    <a:pt x="604315" y="1847208"/>
                  </a:lnTo>
                  <a:lnTo>
                    <a:pt x="568507" y="1849493"/>
                  </a:lnTo>
                  <a:lnTo>
                    <a:pt x="548172" y="1850658"/>
                  </a:lnTo>
                  <a:lnTo>
                    <a:pt x="540001" y="1851081"/>
                  </a:lnTo>
                  <a:lnTo>
                    <a:pt x="538736" y="1851141"/>
                  </a:lnTo>
                  <a:lnTo>
                    <a:pt x="0" y="1851141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88" name="pl2088"/>
            <p:cNvSpPr/>
            <p:nvPr/>
          </p:nvSpPr>
          <p:spPr>
            <a:xfrm>
              <a:off x="546595" y="4164180"/>
              <a:ext cx="8234974" cy="1851141"/>
            </a:xfrm>
            <a:custGeom>
              <a:avLst/>
              <a:pathLst>
                <a:path w="8234974" h="1851141">
                  <a:moveTo>
                    <a:pt x="0" y="1851141"/>
                  </a:moveTo>
                  <a:lnTo>
                    <a:pt x="538736" y="1851141"/>
                  </a:lnTo>
                  <a:lnTo>
                    <a:pt x="539977" y="1851082"/>
                  </a:lnTo>
                  <a:lnTo>
                    <a:pt x="548083" y="1850663"/>
                  </a:lnTo>
                  <a:lnTo>
                    <a:pt x="568325" y="1849504"/>
                  </a:lnTo>
                  <a:lnTo>
                    <a:pt x="604026" y="1847228"/>
                  </a:lnTo>
                  <a:lnTo>
                    <a:pt x="656248" y="1843504"/>
                  </a:lnTo>
                  <a:lnTo>
                    <a:pt x="723759" y="1838088"/>
                  </a:lnTo>
                  <a:lnTo>
                    <a:pt x="803439" y="1830843"/>
                  </a:lnTo>
                  <a:lnTo>
                    <a:pt x="891083" y="1821731"/>
                  </a:lnTo>
                  <a:lnTo>
                    <a:pt x="982289" y="1810778"/>
                  </a:lnTo>
                  <a:lnTo>
                    <a:pt x="1073197" y="1798028"/>
                  </a:lnTo>
                  <a:lnTo>
                    <a:pt x="1160896" y="1783500"/>
                  </a:lnTo>
                  <a:lnTo>
                    <a:pt x="1243529" y="1767157"/>
                  </a:lnTo>
                  <a:lnTo>
                    <a:pt x="1320181" y="1748887"/>
                  </a:lnTo>
                  <a:lnTo>
                    <a:pt x="1390673" y="1728497"/>
                  </a:lnTo>
                  <a:lnTo>
                    <a:pt x="1455343" y="1705714"/>
                  </a:lnTo>
                  <a:lnTo>
                    <a:pt x="1514854" y="1680194"/>
                  </a:lnTo>
                  <a:lnTo>
                    <a:pt x="1570049" y="1651537"/>
                  </a:lnTo>
                  <a:lnTo>
                    <a:pt x="1621846" y="1619329"/>
                  </a:lnTo>
                  <a:lnTo>
                    <a:pt x="1671150" y="1583191"/>
                  </a:lnTo>
                  <a:lnTo>
                    <a:pt x="1718773" y="1542896"/>
                  </a:lnTo>
                  <a:lnTo>
                    <a:pt x="1719082" y="1542618"/>
                  </a:lnTo>
                  <a:lnTo>
                    <a:pt x="1760367" y="1503438"/>
                  </a:lnTo>
                  <a:lnTo>
                    <a:pt x="1801250" y="1460912"/>
                  </a:lnTo>
                  <a:lnTo>
                    <a:pt x="1842051" y="1414975"/>
                  </a:lnTo>
                  <a:lnTo>
                    <a:pt x="1883005" y="1365640"/>
                  </a:lnTo>
                  <a:lnTo>
                    <a:pt x="1924276" y="1313006"/>
                  </a:lnTo>
                  <a:lnTo>
                    <a:pt x="1965964" y="1257266"/>
                  </a:lnTo>
                  <a:lnTo>
                    <a:pt x="2008109" y="1198708"/>
                  </a:lnTo>
                  <a:lnTo>
                    <a:pt x="2050700" y="1137712"/>
                  </a:lnTo>
                  <a:lnTo>
                    <a:pt x="2093680" y="1074750"/>
                  </a:lnTo>
                  <a:lnTo>
                    <a:pt x="2136956" y="1010364"/>
                  </a:lnTo>
                  <a:lnTo>
                    <a:pt x="2180408" y="945153"/>
                  </a:lnTo>
                  <a:lnTo>
                    <a:pt x="2223902" y="879751"/>
                  </a:lnTo>
                  <a:lnTo>
                    <a:pt x="2267300" y="814797"/>
                  </a:lnTo>
                  <a:lnTo>
                    <a:pt x="2310470" y="750913"/>
                  </a:lnTo>
                  <a:lnTo>
                    <a:pt x="2353303" y="688678"/>
                  </a:lnTo>
                  <a:lnTo>
                    <a:pt x="2395719" y="628609"/>
                  </a:lnTo>
                  <a:lnTo>
                    <a:pt x="2437679" y="571141"/>
                  </a:lnTo>
                  <a:lnTo>
                    <a:pt x="2479192" y="516619"/>
                  </a:lnTo>
                  <a:lnTo>
                    <a:pt x="2520321" y="465292"/>
                  </a:lnTo>
                  <a:lnTo>
                    <a:pt x="2561190" y="417315"/>
                  </a:lnTo>
                  <a:lnTo>
                    <a:pt x="2601991" y="372750"/>
                  </a:lnTo>
                  <a:lnTo>
                    <a:pt x="2642992" y="331578"/>
                  </a:lnTo>
                  <a:lnTo>
                    <a:pt x="2667772" y="308523"/>
                  </a:lnTo>
                  <a:lnTo>
                    <a:pt x="2715387" y="268201"/>
                  </a:lnTo>
                  <a:lnTo>
                    <a:pt x="2764677" y="232036"/>
                  </a:lnTo>
                  <a:lnTo>
                    <a:pt x="2816455" y="199803"/>
                  </a:lnTo>
                  <a:lnTo>
                    <a:pt x="2871625" y="171125"/>
                  </a:lnTo>
                  <a:lnTo>
                    <a:pt x="2931104" y="145585"/>
                  </a:lnTo>
                  <a:lnTo>
                    <a:pt x="2995738" y="122785"/>
                  </a:lnTo>
                  <a:lnTo>
                    <a:pt x="3066190" y="102380"/>
                  </a:lnTo>
                  <a:lnTo>
                    <a:pt x="3142801" y="84097"/>
                  </a:lnTo>
                  <a:lnTo>
                    <a:pt x="3225397" y="67742"/>
                  </a:lnTo>
                  <a:lnTo>
                    <a:pt x="3313068" y="53202"/>
                  </a:lnTo>
                  <a:lnTo>
                    <a:pt x="3403963" y="40440"/>
                  </a:lnTo>
                  <a:lnTo>
                    <a:pt x="3495179" y="29475"/>
                  </a:lnTo>
                  <a:lnTo>
                    <a:pt x="3582860" y="20351"/>
                  </a:lnTo>
                  <a:lnTo>
                    <a:pt x="3662608" y="13094"/>
                  </a:lnTo>
                  <a:lnTo>
                    <a:pt x="3730210" y="7667"/>
                  </a:lnTo>
                  <a:lnTo>
                    <a:pt x="3782540" y="3932"/>
                  </a:lnTo>
                  <a:lnTo>
                    <a:pt x="3818348" y="1648"/>
                  </a:lnTo>
                  <a:lnTo>
                    <a:pt x="3838683" y="482"/>
                  </a:lnTo>
                  <a:lnTo>
                    <a:pt x="3846853" y="59"/>
                  </a:lnTo>
                  <a:lnTo>
                    <a:pt x="3848118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19"/>
                  </a:lnTo>
                  <a:lnTo>
                    <a:pt x="4396609" y="158"/>
                  </a:lnTo>
                  <a:lnTo>
                    <a:pt x="4417695" y="544"/>
                  </a:lnTo>
                  <a:lnTo>
                    <a:pt x="4454798" y="1299"/>
                  </a:lnTo>
                  <a:lnTo>
                    <a:pt x="4508903" y="2534"/>
                  </a:lnTo>
                  <a:lnTo>
                    <a:pt x="4578569" y="4328"/>
                  </a:lnTo>
                  <a:lnTo>
                    <a:pt x="4660414" y="6721"/>
                  </a:lnTo>
                  <a:lnTo>
                    <a:pt x="4749980" y="9726"/>
                  </a:lnTo>
                  <a:lnTo>
                    <a:pt x="4842703" y="13331"/>
                  </a:lnTo>
                  <a:lnTo>
                    <a:pt x="4934657" y="17523"/>
                  </a:lnTo>
                  <a:lnTo>
                    <a:pt x="5022955" y="22297"/>
                  </a:lnTo>
                  <a:lnTo>
                    <a:pt x="5105820" y="27669"/>
                  </a:lnTo>
                  <a:lnTo>
                    <a:pt x="5182445" y="33681"/>
                  </a:lnTo>
                  <a:lnTo>
                    <a:pt x="5252758" y="40402"/>
                  </a:lnTo>
                  <a:lnTo>
                    <a:pt x="5317196" y="47928"/>
                  </a:lnTo>
                  <a:lnTo>
                    <a:pt x="5376503" y="56377"/>
                  </a:lnTo>
                  <a:lnTo>
                    <a:pt x="5431587" y="65885"/>
                  </a:lnTo>
                  <a:lnTo>
                    <a:pt x="5483411" y="76589"/>
                  </a:lnTo>
                  <a:lnTo>
                    <a:pt x="5532904" y="88605"/>
                  </a:lnTo>
                  <a:lnTo>
                    <a:pt x="5567201" y="98001"/>
                  </a:lnTo>
                  <a:lnTo>
                    <a:pt x="5617970" y="113477"/>
                  </a:lnTo>
                  <a:lnTo>
                    <a:pt x="5668248" y="130574"/>
                  </a:lnTo>
                  <a:lnTo>
                    <a:pt x="5718577" y="149314"/>
                  </a:lnTo>
                  <a:lnTo>
                    <a:pt x="5769317" y="169660"/>
                  </a:lnTo>
                  <a:lnTo>
                    <a:pt x="5820677" y="191509"/>
                  </a:lnTo>
                  <a:lnTo>
                    <a:pt x="5872728" y="214688"/>
                  </a:lnTo>
                  <a:lnTo>
                    <a:pt x="5925427" y="238956"/>
                  </a:lnTo>
                  <a:lnTo>
                    <a:pt x="5978633" y="264011"/>
                  </a:lnTo>
                  <a:lnTo>
                    <a:pt x="6032133" y="289507"/>
                  </a:lnTo>
                  <a:lnTo>
                    <a:pt x="6085680" y="315069"/>
                  </a:lnTo>
                  <a:lnTo>
                    <a:pt x="6139015" y="340321"/>
                  </a:lnTo>
                  <a:lnTo>
                    <a:pt x="6191913" y="364902"/>
                  </a:lnTo>
                  <a:lnTo>
                    <a:pt x="6244202" y="388495"/>
                  </a:lnTo>
                  <a:lnTo>
                    <a:pt x="6295804" y="410834"/>
                  </a:lnTo>
                  <a:lnTo>
                    <a:pt x="6346745" y="431724"/>
                  </a:lnTo>
                  <a:lnTo>
                    <a:pt x="6397185" y="451036"/>
                  </a:lnTo>
                  <a:lnTo>
                    <a:pt x="6447429" y="468711"/>
                  </a:lnTo>
                  <a:lnTo>
                    <a:pt x="6497952" y="484750"/>
                  </a:lnTo>
                  <a:lnTo>
                    <a:pt x="6515891" y="490008"/>
                  </a:lnTo>
                  <a:lnTo>
                    <a:pt x="6564227" y="502997"/>
                  </a:lnTo>
                  <a:lnTo>
                    <a:pt x="6614300" y="514626"/>
                  </a:lnTo>
                  <a:lnTo>
                    <a:pt x="6666963" y="524973"/>
                  </a:lnTo>
                  <a:lnTo>
                    <a:pt x="6723162" y="534162"/>
                  </a:lnTo>
                  <a:lnTo>
                    <a:pt x="6783856" y="542333"/>
                  </a:lnTo>
                  <a:lnTo>
                    <a:pt x="6849917" y="549616"/>
                  </a:lnTo>
                  <a:lnTo>
                    <a:pt x="6922018" y="556125"/>
                  </a:lnTo>
                  <a:lnTo>
                    <a:pt x="7000471" y="561947"/>
                  </a:lnTo>
                  <a:lnTo>
                    <a:pt x="7085019" y="567144"/>
                  </a:lnTo>
                  <a:lnTo>
                    <a:pt x="7174598" y="571750"/>
                  </a:lnTo>
                  <a:lnTo>
                    <a:pt x="7267117" y="575774"/>
                  </a:lnTo>
                  <a:lnTo>
                    <a:pt x="7359374" y="579208"/>
                  </a:lnTo>
                  <a:lnTo>
                    <a:pt x="7447200" y="582038"/>
                  </a:lnTo>
                  <a:lnTo>
                    <a:pt x="7525972" y="584257"/>
                  </a:lnTo>
                  <a:lnTo>
                    <a:pt x="7591441" y="585884"/>
                  </a:lnTo>
                  <a:lnTo>
                    <a:pt x="7640704" y="586971"/>
                  </a:lnTo>
                  <a:lnTo>
                    <a:pt x="7672993" y="587608"/>
                  </a:lnTo>
                  <a:lnTo>
                    <a:pt x="7690004" y="587910"/>
                  </a:lnTo>
                  <a:lnTo>
                    <a:pt x="7695760" y="588002"/>
                  </a:lnTo>
                  <a:lnTo>
                    <a:pt x="7696237" y="588009"/>
                  </a:lnTo>
                  <a:lnTo>
                    <a:pt x="8234974" y="5880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9" name="pl2089"/>
            <p:cNvSpPr/>
            <p:nvPr/>
          </p:nvSpPr>
          <p:spPr>
            <a:xfrm>
              <a:off x="546595" y="4158735"/>
              <a:ext cx="8234974" cy="1851141"/>
            </a:xfrm>
            <a:custGeom>
              <a:avLst/>
              <a:pathLst>
                <a:path w="8234974" h="1851141">
                  <a:moveTo>
                    <a:pt x="8234974" y="588009"/>
                  </a:moveTo>
                  <a:lnTo>
                    <a:pt x="7696237" y="588009"/>
                  </a:lnTo>
                  <a:lnTo>
                    <a:pt x="7694941" y="587990"/>
                  </a:lnTo>
                  <a:lnTo>
                    <a:pt x="7686484" y="587850"/>
                  </a:lnTo>
                  <a:lnTo>
                    <a:pt x="7665398" y="587465"/>
                  </a:lnTo>
                  <a:lnTo>
                    <a:pt x="7628294" y="586709"/>
                  </a:lnTo>
                  <a:lnTo>
                    <a:pt x="7574189" y="585474"/>
                  </a:lnTo>
                  <a:lnTo>
                    <a:pt x="7504523" y="583681"/>
                  </a:lnTo>
                  <a:lnTo>
                    <a:pt x="7422679" y="581287"/>
                  </a:lnTo>
                  <a:lnTo>
                    <a:pt x="7333112" y="578283"/>
                  </a:lnTo>
                  <a:lnTo>
                    <a:pt x="7240389" y="574677"/>
                  </a:lnTo>
                  <a:lnTo>
                    <a:pt x="7148436" y="570486"/>
                  </a:lnTo>
                  <a:lnTo>
                    <a:pt x="7060138" y="565712"/>
                  </a:lnTo>
                  <a:lnTo>
                    <a:pt x="6977272" y="560340"/>
                  </a:lnTo>
                  <a:lnTo>
                    <a:pt x="6900648" y="554328"/>
                  </a:lnTo>
                  <a:lnTo>
                    <a:pt x="6830334" y="547607"/>
                  </a:lnTo>
                  <a:lnTo>
                    <a:pt x="6765897" y="540081"/>
                  </a:lnTo>
                  <a:lnTo>
                    <a:pt x="6706590" y="531631"/>
                  </a:lnTo>
                  <a:lnTo>
                    <a:pt x="6651506" y="522124"/>
                  </a:lnTo>
                  <a:lnTo>
                    <a:pt x="6599682" y="511420"/>
                  </a:lnTo>
                  <a:lnTo>
                    <a:pt x="6550189" y="499404"/>
                  </a:lnTo>
                  <a:lnTo>
                    <a:pt x="6515891" y="490008"/>
                  </a:lnTo>
                  <a:lnTo>
                    <a:pt x="6465123" y="474532"/>
                  </a:lnTo>
                  <a:lnTo>
                    <a:pt x="6414844" y="457435"/>
                  </a:lnTo>
                  <a:lnTo>
                    <a:pt x="6364516" y="438695"/>
                  </a:lnTo>
                  <a:lnTo>
                    <a:pt x="6313776" y="418349"/>
                  </a:lnTo>
                  <a:lnTo>
                    <a:pt x="6262416" y="396500"/>
                  </a:lnTo>
                  <a:lnTo>
                    <a:pt x="6210364" y="373321"/>
                  </a:lnTo>
                  <a:lnTo>
                    <a:pt x="6157665" y="349053"/>
                  </a:lnTo>
                  <a:lnTo>
                    <a:pt x="6104460" y="323998"/>
                  </a:lnTo>
                  <a:lnTo>
                    <a:pt x="6050959" y="298502"/>
                  </a:lnTo>
                  <a:lnTo>
                    <a:pt x="5997413" y="272939"/>
                  </a:lnTo>
                  <a:lnTo>
                    <a:pt x="5944077" y="247688"/>
                  </a:lnTo>
                  <a:lnTo>
                    <a:pt x="5891180" y="223106"/>
                  </a:lnTo>
                  <a:lnTo>
                    <a:pt x="5838890" y="199514"/>
                  </a:lnTo>
                  <a:lnTo>
                    <a:pt x="5787289" y="177174"/>
                  </a:lnTo>
                  <a:lnTo>
                    <a:pt x="5736347" y="156285"/>
                  </a:lnTo>
                  <a:lnTo>
                    <a:pt x="5685907" y="136973"/>
                  </a:lnTo>
                  <a:lnTo>
                    <a:pt x="5635663" y="119298"/>
                  </a:lnTo>
                  <a:lnTo>
                    <a:pt x="5585141" y="103259"/>
                  </a:lnTo>
                  <a:lnTo>
                    <a:pt x="5567201" y="98001"/>
                  </a:lnTo>
                  <a:lnTo>
                    <a:pt x="5518866" y="85012"/>
                  </a:lnTo>
                  <a:lnTo>
                    <a:pt x="5468793" y="73382"/>
                  </a:lnTo>
                  <a:lnTo>
                    <a:pt x="5416130" y="63036"/>
                  </a:lnTo>
                  <a:lnTo>
                    <a:pt x="5359930" y="53846"/>
                  </a:lnTo>
                  <a:lnTo>
                    <a:pt x="5299237" y="45676"/>
                  </a:lnTo>
                  <a:lnTo>
                    <a:pt x="5233176" y="38392"/>
                  </a:lnTo>
                  <a:lnTo>
                    <a:pt x="5161075" y="31884"/>
                  </a:lnTo>
                  <a:lnTo>
                    <a:pt x="5082621" y="26062"/>
                  </a:lnTo>
                  <a:lnTo>
                    <a:pt x="4998073" y="20865"/>
                  </a:lnTo>
                  <a:lnTo>
                    <a:pt x="4908495" y="16259"/>
                  </a:lnTo>
                  <a:lnTo>
                    <a:pt x="4815975" y="12234"/>
                  </a:lnTo>
                  <a:lnTo>
                    <a:pt x="4723719" y="8800"/>
                  </a:lnTo>
                  <a:lnTo>
                    <a:pt x="4635892" y="5971"/>
                  </a:lnTo>
                  <a:lnTo>
                    <a:pt x="4557121" y="3752"/>
                  </a:lnTo>
                  <a:lnTo>
                    <a:pt x="4491652" y="2125"/>
                  </a:lnTo>
                  <a:lnTo>
                    <a:pt x="4442388" y="1037"/>
                  </a:lnTo>
                  <a:lnTo>
                    <a:pt x="4410099" y="400"/>
                  </a:lnTo>
                  <a:lnTo>
                    <a:pt x="4393089" y="99"/>
                  </a:lnTo>
                  <a:lnTo>
                    <a:pt x="4387332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77" y="58"/>
                  </a:lnTo>
                  <a:lnTo>
                    <a:pt x="3838771" y="478"/>
                  </a:lnTo>
                  <a:lnTo>
                    <a:pt x="3818529" y="1637"/>
                  </a:lnTo>
                  <a:lnTo>
                    <a:pt x="3782829" y="3913"/>
                  </a:lnTo>
                  <a:lnTo>
                    <a:pt x="3730606" y="7637"/>
                  </a:lnTo>
                  <a:lnTo>
                    <a:pt x="3663096" y="13052"/>
                  </a:lnTo>
                  <a:lnTo>
                    <a:pt x="3583415" y="20297"/>
                  </a:lnTo>
                  <a:lnTo>
                    <a:pt x="3495772" y="29409"/>
                  </a:lnTo>
                  <a:lnTo>
                    <a:pt x="3404565" y="40362"/>
                  </a:lnTo>
                  <a:lnTo>
                    <a:pt x="3313657" y="53112"/>
                  </a:lnTo>
                  <a:lnTo>
                    <a:pt x="3225958" y="67640"/>
                  </a:lnTo>
                  <a:lnTo>
                    <a:pt x="3143325" y="83983"/>
                  </a:lnTo>
                  <a:lnTo>
                    <a:pt x="3066674" y="102253"/>
                  </a:lnTo>
                  <a:lnTo>
                    <a:pt x="2996181" y="122643"/>
                  </a:lnTo>
                  <a:lnTo>
                    <a:pt x="2931512" y="145426"/>
                  </a:lnTo>
                  <a:lnTo>
                    <a:pt x="2872001" y="170947"/>
                  </a:lnTo>
                  <a:lnTo>
                    <a:pt x="2816805" y="199603"/>
                  </a:lnTo>
                  <a:lnTo>
                    <a:pt x="2765008" y="231812"/>
                  </a:lnTo>
                  <a:lnTo>
                    <a:pt x="2715704" y="267950"/>
                  </a:lnTo>
                  <a:lnTo>
                    <a:pt x="2668081" y="308244"/>
                  </a:lnTo>
                  <a:lnTo>
                    <a:pt x="2667772" y="308523"/>
                  </a:lnTo>
                  <a:lnTo>
                    <a:pt x="2626488" y="347702"/>
                  </a:lnTo>
                  <a:lnTo>
                    <a:pt x="2585605" y="390229"/>
                  </a:lnTo>
                  <a:lnTo>
                    <a:pt x="2544804" y="436166"/>
                  </a:lnTo>
                  <a:lnTo>
                    <a:pt x="2503850" y="485501"/>
                  </a:lnTo>
                  <a:lnTo>
                    <a:pt x="2462578" y="538134"/>
                  </a:lnTo>
                  <a:lnTo>
                    <a:pt x="2420890" y="593874"/>
                  </a:lnTo>
                  <a:lnTo>
                    <a:pt x="2378745" y="652433"/>
                  </a:lnTo>
                  <a:lnTo>
                    <a:pt x="2336155" y="713428"/>
                  </a:lnTo>
                  <a:lnTo>
                    <a:pt x="2293175" y="776391"/>
                  </a:lnTo>
                  <a:lnTo>
                    <a:pt x="2249899" y="840777"/>
                  </a:lnTo>
                  <a:lnTo>
                    <a:pt x="2206446" y="905987"/>
                  </a:lnTo>
                  <a:lnTo>
                    <a:pt x="2162952" y="971390"/>
                  </a:lnTo>
                  <a:lnTo>
                    <a:pt x="2119555" y="1036344"/>
                  </a:lnTo>
                  <a:lnTo>
                    <a:pt x="2076385" y="1100228"/>
                  </a:lnTo>
                  <a:lnTo>
                    <a:pt x="2033552" y="1162462"/>
                  </a:lnTo>
                  <a:lnTo>
                    <a:pt x="1991136" y="1222531"/>
                  </a:lnTo>
                  <a:lnTo>
                    <a:pt x="1949175" y="1279999"/>
                  </a:lnTo>
                  <a:lnTo>
                    <a:pt x="1907663" y="1334521"/>
                  </a:lnTo>
                  <a:lnTo>
                    <a:pt x="1866534" y="1385848"/>
                  </a:lnTo>
                  <a:lnTo>
                    <a:pt x="1825665" y="1433826"/>
                  </a:lnTo>
                  <a:lnTo>
                    <a:pt x="1784864" y="1478391"/>
                  </a:lnTo>
                  <a:lnTo>
                    <a:pt x="1743863" y="1519562"/>
                  </a:lnTo>
                  <a:lnTo>
                    <a:pt x="1719082" y="1542618"/>
                  </a:lnTo>
                  <a:lnTo>
                    <a:pt x="1671468" y="1582940"/>
                  </a:lnTo>
                  <a:lnTo>
                    <a:pt x="1622178" y="1619104"/>
                  </a:lnTo>
                  <a:lnTo>
                    <a:pt x="1570400" y="1651338"/>
                  </a:lnTo>
                  <a:lnTo>
                    <a:pt x="1515230" y="1680016"/>
                  </a:lnTo>
                  <a:lnTo>
                    <a:pt x="1455750" y="1705556"/>
                  </a:lnTo>
                  <a:lnTo>
                    <a:pt x="1391117" y="1728356"/>
                  </a:lnTo>
                  <a:lnTo>
                    <a:pt x="1320664" y="1748760"/>
                  </a:lnTo>
                  <a:lnTo>
                    <a:pt x="1244053" y="1767044"/>
                  </a:lnTo>
                  <a:lnTo>
                    <a:pt x="1161458" y="1783399"/>
                  </a:lnTo>
                  <a:lnTo>
                    <a:pt x="1073787" y="1797938"/>
                  </a:lnTo>
                  <a:lnTo>
                    <a:pt x="982892" y="1810700"/>
                  </a:lnTo>
                  <a:lnTo>
                    <a:pt x="891676" y="1821665"/>
                  </a:lnTo>
                  <a:lnTo>
                    <a:pt x="803995" y="1830790"/>
                  </a:lnTo>
                  <a:lnTo>
                    <a:pt x="724247" y="1838047"/>
                  </a:lnTo>
                  <a:lnTo>
                    <a:pt x="656645" y="1843474"/>
                  </a:lnTo>
                  <a:lnTo>
                    <a:pt x="604315" y="1847208"/>
                  </a:lnTo>
                  <a:lnTo>
                    <a:pt x="568507" y="1849493"/>
                  </a:lnTo>
                  <a:lnTo>
                    <a:pt x="548172" y="1850658"/>
                  </a:lnTo>
                  <a:lnTo>
                    <a:pt x="540001" y="1851081"/>
                  </a:lnTo>
                  <a:lnTo>
                    <a:pt x="538736" y="1851141"/>
                  </a:lnTo>
                  <a:lnTo>
                    <a:pt x="538736" y="1851141"/>
                  </a:lnTo>
                  <a:lnTo>
                    <a:pt x="0" y="18511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0" name="pg2090"/>
            <p:cNvSpPr/>
            <p:nvPr/>
          </p:nvSpPr>
          <p:spPr>
            <a:xfrm>
              <a:off x="546595" y="674233"/>
              <a:ext cx="8234974" cy="5302976"/>
            </a:xfrm>
            <a:custGeom>
              <a:avLst/>
              <a:pathLst>
                <a:path w="8234974" h="5302976">
                  <a:moveTo>
                    <a:pt x="0" y="5302976"/>
                  </a:moveTo>
                  <a:lnTo>
                    <a:pt x="538736" y="5302976"/>
                  </a:lnTo>
                  <a:lnTo>
                    <a:pt x="539560" y="5302865"/>
                  </a:lnTo>
                  <a:lnTo>
                    <a:pt x="544994" y="5302078"/>
                  </a:lnTo>
                  <a:lnTo>
                    <a:pt x="558740" y="5299904"/>
                  </a:lnTo>
                  <a:lnTo>
                    <a:pt x="583438" y="5295620"/>
                  </a:lnTo>
                  <a:lnTo>
                    <a:pt x="620488" y="5288550"/>
                  </a:lnTo>
                  <a:lnTo>
                    <a:pt x="669945" y="5278128"/>
                  </a:lnTo>
                  <a:lnTo>
                    <a:pt x="730589" y="5263949"/>
                  </a:lnTo>
                  <a:lnTo>
                    <a:pt x="800197" y="5245785"/>
                  </a:lnTo>
                  <a:lnTo>
                    <a:pt x="875967" y="5223573"/>
                  </a:lnTo>
                  <a:lnTo>
                    <a:pt x="954973" y="5197354"/>
                  </a:lnTo>
                  <a:lnTo>
                    <a:pt x="1034544" y="5167216"/>
                  </a:lnTo>
                  <a:lnTo>
                    <a:pt x="1112514" y="5133220"/>
                  </a:lnTo>
                  <a:lnTo>
                    <a:pt x="1187321" y="5095358"/>
                  </a:lnTo>
                  <a:lnTo>
                    <a:pt x="1257991" y="5053508"/>
                  </a:lnTo>
                  <a:lnTo>
                    <a:pt x="1324059" y="5007424"/>
                  </a:lnTo>
                  <a:lnTo>
                    <a:pt x="1385461" y="4956721"/>
                  </a:lnTo>
                  <a:lnTo>
                    <a:pt x="1442420" y="4900887"/>
                  </a:lnTo>
                  <a:lnTo>
                    <a:pt x="1495350" y="4839289"/>
                  </a:lnTo>
                  <a:lnTo>
                    <a:pt x="1544786" y="4771197"/>
                  </a:lnTo>
                  <a:lnTo>
                    <a:pt x="1591322" y="4695827"/>
                  </a:lnTo>
                  <a:lnTo>
                    <a:pt x="1635566" y="4612405"/>
                  </a:lnTo>
                  <a:lnTo>
                    <a:pt x="1678103" y="4520281"/>
                  </a:lnTo>
                  <a:lnTo>
                    <a:pt x="1719082" y="4420054"/>
                  </a:lnTo>
                  <a:lnTo>
                    <a:pt x="1746082" y="4347973"/>
                  </a:lnTo>
                  <a:lnTo>
                    <a:pt x="1772856" y="4271858"/>
                  </a:lnTo>
                  <a:lnTo>
                    <a:pt x="1799507" y="4191629"/>
                  </a:lnTo>
                  <a:lnTo>
                    <a:pt x="1826120" y="4107242"/>
                  </a:lnTo>
                  <a:lnTo>
                    <a:pt x="1852763" y="4018693"/>
                  </a:lnTo>
                  <a:lnTo>
                    <a:pt x="1879495" y="3926021"/>
                  </a:lnTo>
                  <a:lnTo>
                    <a:pt x="1906359" y="3829312"/>
                  </a:lnTo>
                  <a:lnTo>
                    <a:pt x="1933386" y="3728697"/>
                  </a:lnTo>
                  <a:lnTo>
                    <a:pt x="1960597" y="3624358"/>
                  </a:lnTo>
                  <a:lnTo>
                    <a:pt x="1988003" y="3516530"/>
                  </a:lnTo>
                  <a:lnTo>
                    <a:pt x="2015604" y="3405492"/>
                  </a:lnTo>
                  <a:lnTo>
                    <a:pt x="2043393" y="3291575"/>
                  </a:lnTo>
                  <a:lnTo>
                    <a:pt x="2071354" y="3175152"/>
                  </a:lnTo>
                  <a:lnTo>
                    <a:pt x="2099464" y="3056638"/>
                  </a:lnTo>
                  <a:lnTo>
                    <a:pt x="2127694" y="2936481"/>
                  </a:lnTo>
                  <a:lnTo>
                    <a:pt x="2156011" y="2815157"/>
                  </a:lnTo>
                  <a:lnTo>
                    <a:pt x="2184379" y="2693163"/>
                  </a:lnTo>
                  <a:lnTo>
                    <a:pt x="2212759" y="2571006"/>
                  </a:lnTo>
                  <a:lnTo>
                    <a:pt x="2241113" y="2449196"/>
                  </a:lnTo>
                  <a:lnTo>
                    <a:pt x="2269402" y="2328239"/>
                  </a:lnTo>
                  <a:lnTo>
                    <a:pt x="2297592" y="2208624"/>
                  </a:lnTo>
                  <a:lnTo>
                    <a:pt x="2325651" y="2090817"/>
                  </a:lnTo>
                  <a:lnTo>
                    <a:pt x="2353552" y="1975257"/>
                  </a:lnTo>
                  <a:lnTo>
                    <a:pt x="2381274" y="1862342"/>
                  </a:lnTo>
                  <a:lnTo>
                    <a:pt x="2408805" y="1752431"/>
                  </a:lnTo>
                  <a:lnTo>
                    <a:pt x="2436140" y="1645837"/>
                  </a:lnTo>
                  <a:lnTo>
                    <a:pt x="2463283" y="1542824"/>
                  </a:lnTo>
                  <a:lnTo>
                    <a:pt x="2490247" y="1443606"/>
                  </a:lnTo>
                  <a:lnTo>
                    <a:pt x="2517059" y="1348346"/>
                  </a:lnTo>
                  <a:lnTo>
                    <a:pt x="2543753" y="1257162"/>
                  </a:lnTo>
                  <a:lnTo>
                    <a:pt x="2570378" y="1170119"/>
                  </a:lnTo>
                  <a:lnTo>
                    <a:pt x="2596996" y="1087241"/>
                  </a:lnTo>
                  <a:lnTo>
                    <a:pt x="2623681" y="1008509"/>
                  </a:lnTo>
                  <a:lnTo>
                    <a:pt x="2650524" y="933867"/>
                  </a:lnTo>
                  <a:lnTo>
                    <a:pt x="2667772" y="888366"/>
                  </a:lnTo>
                  <a:lnTo>
                    <a:pt x="2709127" y="787274"/>
                  </a:lnTo>
                  <a:lnTo>
                    <a:pt x="2751676" y="695230"/>
                  </a:lnTo>
                  <a:lnTo>
                    <a:pt x="2795938" y="611883"/>
                  </a:lnTo>
                  <a:lnTo>
                    <a:pt x="2842498" y="536582"/>
                  </a:lnTo>
                  <a:lnTo>
                    <a:pt x="2891962" y="468552"/>
                  </a:lnTo>
                  <a:lnTo>
                    <a:pt x="2944926" y="407008"/>
                  </a:lnTo>
                  <a:lnTo>
                    <a:pt x="3001923" y="351223"/>
                  </a:lnTo>
                  <a:lnTo>
                    <a:pt x="3063366" y="300564"/>
                  </a:lnTo>
                  <a:lnTo>
                    <a:pt x="3129477" y="254518"/>
                  </a:lnTo>
                  <a:lnTo>
                    <a:pt x="3200186" y="212705"/>
                  </a:lnTo>
                  <a:lnTo>
                    <a:pt x="3275026" y="174878"/>
                  </a:lnTo>
                  <a:lnTo>
                    <a:pt x="3353019" y="140917"/>
                  </a:lnTo>
                  <a:lnTo>
                    <a:pt x="3432595" y="110813"/>
                  </a:lnTo>
                  <a:lnTo>
                    <a:pt x="3511584" y="84630"/>
                  </a:lnTo>
                  <a:lnTo>
                    <a:pt x="3587312" y="62454"/>
                  </a:lnTo>
                  <a:lnTo>
                    <a:pt x="3656852" y="44327"/>
                  </a:lnTo>
                  <a:lnTo>
                    <a:pt x="3717404" y="30182"/>
                  </a:lnTo>
                  <a:lnTo>
                    <a:pt x="3766754" y="19792"/>
                  </a:lnTo>
                  <a:lnTo>
                    <a:pt x="3803691" y="12750"/>
                  </a:lnTo>
                  <a:lnTo>
                    <a:pt x="3828283" y="8488"/>
                  </a:lnTo>
                  <a:lnTo>
                    <a:pt x="3841942" y="6329"/>
                  </a:lnTo>
                  <a:lnTo>
                    <a:pt x="3847316" y="555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15" y="5531"/>
                  </a:lnTo>
                  <a:lnTo>
                    <a:pt x="4395601" y="6151"/>
                  </a:lnTo>
                  <a:lnTo>
                    <a:pt x="4414591" y="7864"/>
                  </a:lnTo>
                  <a:lnTo>
                    <a:pt x="4448198" y="11231"/>
                  </a:lnTo>
                  <a:lnTo>
                    <a:pt x="4497591" y="16748"/>
                  </a:lnTo>
                  <a:lnTo>
                    <a:pt x="4561826" y="24792"/>
                  </a:lnTo>
                  <a:lnTo>
                    <a:pt x="4638175" y="35588"/>
                  </a:lnTo>
                  <a:lnTo>
                    <a:pt x="4722805" y="49209"/>
                  </a:lnTo>
                  <a:lnTo>
                    <a:pt x="4811580" y="65629"/>
                  </a:lnTo>
                  <a:lnTo>
                    <a:pt x="4900759" y="84781"/>
                  </a:lnTo>
                  <a:lnTo>
                    <a:pt x="4987415" y="106625"/>
                  </a:lnTo>
                  <a:lnTo>
                    <a:pt x="5069584" y="131192"/>
                  </a:lnTo>
                  <a:lnTo>
                    <a:pt x="5146199" y="158617"/>
                  </a:lnTo>
                  <a:lnTo>
                    <a:pt x="5216921" y="189151"/>
                  </a:lnTo>
                  <a:lnTo>
                    <a:pt x="5281937" y="223162"/>
                  </a:lnTo>
                  <a:lnTo>
                    <a:pt x="5341784" y="261128"/>
                  </a:lnTo>
                  <a:lnTo>
                    <a:pt x="5397203" y="303613"/>
                  </a:lnTo>
                  <a:lnTo>
                    <a:pt x="5449034" y="351231"/>
                  </a:lnTo>
                  <a:lnTo>
                    <a:pt x="5498136" y="404580"/>
                  </a:lnTo>
                  <a:lnTo>
                    <a:pt x="5545313" y="464114"/>
                  </a:lnTo>
                  <a:lnTo>
                    <a:pt x="5567201" y="494545"/>
                  </a:lnTo>
                  <a:lnTo>
                    <a:pt x="5602168" y="546756"/>
                  </a:lnTo>
                  <a:lnTo>
                    <a:pt x="5636808" y="602750"/>
                  </a:lnTo>
                  <a:lnTo>
                    <a:pt x="5671327" y="662603"/>
                  </a:lnTo>
                  <a:lnTo>
                    <a:pt x="5705886" y="726333"/>
                  </a:lnTo>
                  <a:lnTo>
                    <a:pt x="5740607" y="793891"/>
                  </a:lnTo>
                  <a:lnTo>
                    <a:pt x="5775577" y="865154"/>
                  </a:lnTo>
                  <a:lnTo>
                    <a:pt x="5810849" y="939924"/>
                  </a:lnTo>
                  <a:lnTo>
                    <a:pt x="5846449" y="1017924"/>
                  </a:lnTo>
                  <a:lnTo>
                    <a:pt x="5882373" y="1098802"/>
                  </a:lnTo>
                  <a:lnTo>
                    <a:pt x="5918596" y="1182131"/>
                  </a:lnTo>
                  <a:lnTo>
                    <a:pt x="5955070" y="1267419"/>
                  </a:lnTo>
                  <a:lnTo>
                    <a:pt x="5991732" y="1354121"/>
                  </a:lnTo>
                  <a:lnTo>
                    <a:pt x="6028506" y="1441650"/>
                  </a:lnTo>
                  <a:lnTo>
                    <a:pt x="6065310" y="1529399"/>
                  </a:lnTo>
                  <a:lnTo>
                    <a:pt x="6102060" y="1616749"/>
                  </a:lnTo>
                  <a:lnTo>
                    <a:pt x="6138674" y="1703098"/>
                  </a:lnTo>
                  <a:lnTo>
                    <a:pt x="6175080" y="1787869"/>
                  </a:lnTo>
                  <a:lnTo>
                    <a:pt x="6211220" y="1870532"/>
                  </a:lnTo>
                  <a:lnTo>
                    <a:pt x="6247052" y="1950612"/>
                  </a:lnTo>
                  <a:lnTo>
                    <a:pt x="6282555" y="2027705"/>
                  </a:lnTo>
                  <a:lnTo>
                    <a:pt x="6317736" y="2101478"/>
                  </a:lnTo>
                  <a:lnTo>
                    <a:pt x="6352626" y="2171678"/>
                  </a:lnTo>
                  <a:lnTo>
                    <a:pt x="6387289" y="2238129"/>
                  </a:lnTo>
                  <a:lnTo>
                    <a:pt x="6421822" y="2300731"/>
                  </a:lnTo>
                  <a:lnTo>
                    <a:pt x="6456358" y="2359455"/>
                  </a:lnTo>
                  <a:lnTo>
                    <a:pt x="6491070" y="2414337"/>
                  </a:lnTo>
                  <a:lnTo>
                    <a:pt x="6515891" y="2450947"/>
                  </a:lnTo>
                  <a:lnTo>
                    <a:pt x="6562403" y="2513485"/>
                  </a:lnTo>
                  <a:lnTo>
                    <a:pt x="6610498" y="2569723"/>
                  </a:lnTo>
                  <a:lnTo>
                    <a:pt x="6660930" y="2619989"/>
                  </a:lnTo>
                  <a:lnTo>
                    <a:pt x="6714541" y="2664829"/>
                  </a:lnTo>
                  <a:lnTo>
                    <a:pt x="6772188" y="2704862"/>
                  </a:lnTo>
                  <a:lnTo>
                    <a:pt x="6834672" y="2740682"/>
                  </a:lnTo>
                  <a:lnTo>
                    <a:pt x="6902641" y="2772811"/>
                  </a:lnTo>
                  <a:lnTo>
                    <a:pt x="6976469" y="2801671"/>
                  </a:lnTo>
                  <a:lnTo>
                    <a:pt x="7056090" y="2827569"/>
                  </a:lnTo>
                  <a:lnTo>
                    <a:pt x="7140806" y="2850693"/>
                  </a:lnTo>
                  <a:lnTo>
                    <a:pt x="7229096" y="2871123"/>
                  </a:lnTo>
                  <a:lnTo>
                    <a:pt x="7318485" y="2888846"/>
                  </a:lnTo>
                  <a:lnTo>
                    <a:pt x="7405584" y="2903801"/>
                  </a:lnTo>
                  <a:lnTo>
                    <a:pt x="7486372" y="2915934"/>
                  </a:lnTo>
                  <a:lnTo>
                    <a:pt x="7556775" y="2925264"/>
                  </a:lnTo>
                  <a:lnTo>
                    <a:pt x="7613442" y="2931941"/>
                  </a:lnTo>
                  <a:lnTo>
                    <a:pt x="7654518" y="2936271"/>
                  </a:lnTo>
                  <a:lnTo>
                    <a:pt x="7680155" y="2938700"/>
                  </a:lnTo>
                  <a:lnTo>
                    <a:pt x="7692626" y="2939768"/>
                  </a:lnTo>
                  <a:lnTo>
                    <a:pt x="7696110" y="2940039"/>
                  </a:lnTo>
                  <a:lnTo>
                    <a:pt x="7696237" y="2940048"/>
                  </a:lnTo>
                  <a:lnTo>
                    <a:pt x="8234974" y="2940048"/>
                  </a:lnTo>
                  <a:lnTo>
                    <a:pt x="8234974" y="2934603"/>
                  </a:ln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94" y="110"/>
                  </a:lnTo>
                  <a:lnTo>
                    <a:pt x="3841861" y="897"/>
                  </a:lnTo>
                  <a:lnTo>
                    <a:pt x="3828114" y="3071"/>
                  </a:lnTo>
                  <a:lnTo>
                    <a:pt x="3803417" y="7355"/>
                  </a:lnTo>
                  <a:lnTo>
                    <a:pt x="3766366" y="14425"/>
                  </a:lnTo>
                  <a:lnTo>
                    <a:pt x="3716909" y="24847"/>
                  </a:lnTo>
                  <a:lnTo>
                    <a:pt x="3656265" y="39027"/>
                  </a:lnTo>
                  <a:lnTo>
                    <a:pt x="3586657" y="57190"/>
                  </a:lnTo>
                  <a:lnTo>
                    <a:pt x="3510887" y="79403"/>
                  </a:lnTo>
                  <a:lnTo>
                    <a:pt x="3431882" y="105621"/>
                  </a:lnTo>
                  <a:lnTo>
                    <a:pt x="3352311" y="135760"/>
                  </a:lnTo>
                  <a:lnTo>
                    <a:pt x="3274340" y="169755"/>
                  </a:lnTo>
                  <a:lnTo>
                    <a:pt x="3199534" y="207617"/>
                  </a:lnTo>
                  <a:lnTo>
                    <a:pt x="3128864" y="249467"/>
                  </a:lnTo>
                  <a:lnTo>
                    <a:pt x="3062795" y="295552"/>
                  </a:lnTo>
                  <a:lnTo>
                    <a:pt x="3001393" y="346254"/>
                  </a:lnTo>
                  <a:lnTo>
                    <a:pt x="2944435" y="402088"/>
                  </a:lnTo>
                  <a:lnTo>
                    <a:pt x="2891505" y="463686"/>
                  </a:lnTo>
                  <a:lnTo>
                    <a:pt x="2842069" y="531778"/>
                  </a:lnTo>
                  <a:lnTo>
                    <a:pt x="2795533" y="607148"/>
                  </a:lnTo>
                  <a:lnTo>
                    <a:pt x="2751288" y="690570"/>
                  </a:lnTo>
                  <a:lnTo>
                    <a:pt x="2708752" y="782694"/>
                  </a:lnTo>
                  <a:lnTo>
                    <a:pt x="2667772" y="882921"/>
                  </a:lnTo>
                  <a:lnTo>
                    <a:pt x="2640773" y="955002"/>
                  </a:lnTo>
                  <a:lnTo>
                    <a:pt x="2613998" y="1031117"/>
                  </a:lnTo>
                  <a:lnTo>
                    <a:pt x="2587347" y="1111347"/>
                  </a:lnTo>
                  <a:lnTo>
                    <a:pt x="2560735" y="1195734"/>
                  </a:lnTo>
                  <a:lnTo>
                    <a:pt x="2534091" y="1284282"/>
                  </a:lnTo>
                  <a:lnTo>
                    <a:pt x="2507359" y="1376954"/>
                  </a:lnTo>
                  <a:lnTo>
                    <a:pt x="2480496" y="1473664"/>
                  </a:lnTo>
                  <a:lnTo>
                    <a:pt x="2453469" y="1574279"/>
                  </a:lnTo>
                  <a:lnTo>
                    <a:pt x="2426258" y="1678617"/>
                  </a:lnTo>
                  <a:lnTo>
                    <a:pt x="2398852" y="1786446"/>
                  </a:lnTo>
                  <a:lnTo>
                    <a:pt x="2371251" y="1897484"/>
                  </a:lnTo>
                  <a:lnTo>
                    <a:pt x="2343461" y="2011401"/>
                  </a:lnTo>
                  <a:lnTo>
                    <a:pt x="2315501" y="2127823"/>
                  </a:lnTo>
                  <a:lnTo>
                    <a:pt x="2287391" y="2246337"/>
                  </a:lnTo>
                  <a:lnTo>
                    <a:pt x="2259161" y="2366494"/>
                  </a:lnTo>
                  <a:lnTo>
                    <a:pt x="2230844" y="2487818"/>
                  </a:lnTo>
                  <a:lnTo>
                    <a:pt x="2202476" y="2609812"/>
                  </a:lnTo>
                  <a:lnTo>
                    <a:pt x="2174096" y="2731969"/>
                  </a:lnTo>
                  <a:lnTo>
                    <a:pt x="2145742" y="2853779"/>
                  </a:lnTo>
                  <a:lnTo>
                    <a:pt x="2117452" y="2974736"/>
                  </a:lnTo>
                  <a:lnTo>
                    <a:pt x="2089262" y="3094352"/>
                  </a:lnTo>
                  <a:lnTo>
                    <a:pt x="2061204" y="3212158"/>
                  </a:lnTo>
                  <a:lnTo>
                    <a:pt x="2033303" y="3327718"/>
                  </a:lnTo>
                  <a:lnTo>
                    <a:pt x="2005580" y="3440633"/>
                  </a:lnTo>
                  <a:lnTo>
                    <a:pt x="1978049" y="3550544"/>
                  </a:lnTo>
                  <a:lnTo>
                    <a:pt x="1950714" y="3657138"/>
                  </a:lnTo>
                  <a:lnTo>
                    <a:pt x="1923572" y="3760151"/>
                  </a:lnTo>
                  <a:lnTo>
                    <a:pt x="1896607" y="3859370"/>
                  </a:lnTo>
                  <a:lnTo>
                    <a:pt x="1869796" y="3954629"/>
                  </a:lnTo>
                  <a:lnTo>
                    <a:pt x="1843101" y="4045814"/>
                  </a:lnTo>
                  <a:lnTo>
                    <a:pt x="1816476" y="4132857"/>
                  </a:lnTo>
                  <a:lnTo>
                    <a:pt x="1789859" y="4215735"/>
                  </a:lnTo>
                  <a:lnTo>
                    <a:pt x="1763174" y="4294466"/>
                  </a:lnTo>
                  <a:lnTo>
                    <a:pt x="1736330" y="4369108"/>
                  </a:lnTo>
                  <a:lnTo>
                    <a:pt x="1719082" y="4414609"/>
                  </a:lnTo>
                  <a:lnTo>
                    <a:pt x="1677728" y="4515701"/>
                  </a:lnTo>
                  <a:lnTo>
                    <a:pt x="1635179" y="4607745"/>
                  </a:lnTo>
                  <a:lnTo>
                    <a:pt x="1590916" y="4691092"/>
                  </a:lnTo>
                  <a:lnTo>
                    <a:pt x="1544357" y="4766394"/>
                  </a:lnTo>
                  <a:lnTo>
                    <a:pt x="1494892" y="4834424"/>
                  </a:lnTo>
                  <a:lnTo>
                    <a:pt x="1441928" y="4895967"/>
                  </a:lnTo>
                  <a:lnTo>
                    <a:pt x="1384932" y="4951752"/>
                  </a:lnTo>
                  <a:lnTo>
                    <a:pt x="1323489" y="5002412"/>
                  </a:lnTo>
                  <a:lnTo>
                    <a:pt x="1257378" y="5048457"/>
                  </a:lnTo>
                  <a:lnTo>
                    <a:pt x="1186668" y="5090270"/>
                  </a:lnTo>
                  <a:lnTo>
                    <a:pt x="1111828" y="5128097"/>
                  </a:lnTo>
                  <a:lnTo>
                    <a:pt x="1033836" y="5162058"/>
                  </a:lnTo>
                  <a:lnTo>
                    <a:pt x="954259" y="5192162"/>
                  </a:lnTo>
                  <a:lnTo>
                    <a:pt x="875270" y="5218345"/>
                  </a:lnTo>
                  <a:lnTo>
                    <a:pt x="799542" y="5240521"/>
                  </a:lnTo>
                  <a:lnTo>
                    <a:pt x="730003" y="5258649"/>
                  </a:lnTo>
                  <a:lnTo>
                    <a:pt x="669450" y="5272793"/>
                  </a:lnTo>
                  <a:lnTo>
                    <a:pt x="620100" y="5283183"/>
                  </a:lnTo>
                  <a:lnTo>
                    <a:pt x="583163" y="5290225"/>
                  </a:lnTo>
                  <a:lnTo>
                    <a:pt x="558572" y="5294487"/>
                  </a:lnTo>
                  <a:lnTo>
                    <a:pt x="544913" y="5296646"/>
                  </a:lnTo>
                  <a:lnTo>
                    <a:pt x="539539" y="5297424"/>
                  </a:lnTo>
                  <a:lnTo>
                    <a:pt x="538736" y="5297531"/>
                  </a:lnTo>
                  <a:lnTo>
                    <a:pt x="0" y="5297531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91" name="pl2091"/>
            <p:cNvSpPr/>
            <p:nvPr/>
          </p:nvSpPr>
          <p:spPr>
            <a:xfrm>
              <a:off x="546595" y="679678"/>
              <a:ext cx="8234974" cy="5297531"/>
            </a:xfrm>
            <a:custGeom>
              <a:avLst/>
              <a:pathLst>
                <a:path w="8234974" h="5297531">
                  <a:moveTo>
                    <a:pt x="0" y="5297531"/>
                  </a:moveTo>
                  <a:lnTo>
                    <a:pt x="538736" y="5297531"/>
                  </a:lnTo>
                  <a:lnTo>
                    <a:pt x="539560" y="5297421"/>
                  </a:lnTo>
                  <a:lnTo>
                    <a:pt x="544994" y="5296634"/>
                  </a:lnTo>
                  <a:lnTo>
                    <a:pt x="558740" y="5294459"/>
                  </a:lnTo>
                  <a:lnTo>
                    <a:pt x="583438" y="5290175"/>
                  </a:lnTo>
                  <a:lnTo>
                    <a:pt x="620488" y="5283106"/>
                  </a:lnTo>
                  <a:lnTo>
                    <a:pt x="669945" y="5272684"/>
                  </a:lnTo>
                  <a:lnTo>
                    <a:pt x="730589" y="5258504"/>
                  </a:lnTo>
                  <a:lnTo>
                    <a:pt x="800197" y="5240341"/>
                  </a:lnTo>
                  <a:lnTo>
                    <a:pt x="875967" y="5218128"/>
                  </a:lnTo>
                  <a:lnTo>
                    <a:pt x="954973" y="5191910"/>
                  </a:lnTo>
                  <a:lnTo>
                    <a:pt x="1034544" y="5161771"/>
                  </a:lnTo>
                  <a:lnTo>
                    <a:pt x="1112514" y="5127776"/>
                  </a:lnTo>
                  <a:lnTo>
                    <a:pt x="1187321" y="5089914"/>
                  </a:lnTo>
                  <a:lnTo>
                    <a:pt x="1257991" y="5048064"/>
                  </a:lnTo>
                  <a:lnTo>
                    <a:pt x="1324059" y="5001979"/>
                  </a:lnTo>
                  <a:lnTo>
                    <a:pt x="1385461" y="4951277"/>
                  </a:lnTo>
                  <a:lnTo>
                    <a:pt x="1442420" y="4895443"/>
                  </a:lnTo>
                  <a:lnTo>
                    <a:pt x="1495350" y="4833844"/>
                  </a:lnTo>
                  <a:lnTo>
                    <a:pt x="1544786" y="4765753"/>
                  </a:lnTo>
                  <a:lnTo>
                    <a:pt x="1591322" y="4690383"/>
                  </a:lnTo>
                  <a:lnTo>
                    <a:pt x="1635566" y="4606960"/>
                  </a:lnTo>
                  <a:lnTo>
                    <a:pt x="1678103" y="4514836"/>
                  </a:lnTo>
                  <a:lnTo>
                    <a:pt x="1719082" y="4414609"/>
                  </a:lnTo>
                  <a:lnTo>
                    <a:pt x="1746082" y="4342529"/>
                  </a:lnTo>
                  <a:lnTo>
                    <a:pt x="1772856" y="4266414"/>
                  </a:lnTo>
                  <a:lnTo>
                    <a:pt x="1799507" y="4186184"/>
                  </a:lnTo>
                  <a:lnTo>
                    <a:pt x="1826120" y="4101797"/>
                  </a:lnTo>
                  <a:lnTo>
                    <a:pt x="1852763" y="4013248"/>
                  </a:lnTo>
                  <a:lnTo>
                    <a:pt x="1879495" y="3920577"/>
                  </a:lnTo>
                  <a:lnTo>
                    <a:pt x="1906359" y="3823867"/>
                  </a:lnTo>
                  <a:lnTo>
                    <a:pt x="1933386" y="3723252"/>
                  </a:lnTo>
                  <a:lnTo>
                    <a:pt x="1960597" y="3618914"/>
                  </a:lnTo>
                  <a:lnTo>
                    <a:pt x="1988003" y="3511085"/>
                  </a:lnTo>
                  <a:lnTo>
                    <a:pt x="2015604" y="3400047"/>
                  </a:lnTo>
                  <a:lnTo>
                    <a:pt x="2043393" y="3286130"/>
                  </a:lnTo>
                  <a:lnTo>
                    <a:pt x="2071354" y="3169707"/>
                  </a:lnTo>
                  <a:lnTo>
                    <a:pt x="2099464" y="3051193"/>
                  </a:lnTo>
                  <a:lnTo>
                    <a:pt x="2127694" y="2931037"/>
                  </a:lnTo>
                  <a:lnTo>
                    <a:pt x="2156011" y="2809713"/>
                  </a:lnTo>
                  <a:lnTo>
                    <a:pt x="2184379" y="2687719"/>
                  </a:lnTo>
                  <a:lnTo>
                    <a:pt x="2212759" y="2565561"/>
                  </a:lnTo>
                  <a:lnTo>
                    <a:pt x="2241113" y="2443752"/>
                  </a:lnTo>
                  <a:lnTo>
                    <a:pt x="2269402" y="2322794"/>
                  </a:lnTo>
                  <a:lnTo>
                    <a:pt x="2297592" y="2203179"/>
                  </a:lnTo>
                  <a:lnTo>
                    <a:pt x="2325651" y="2085373"/>
                  </a:lnTo>
                  <a:lnTo>
                    <a:pt x="2353552" y="1969812"/>
                  </a:lnTo>
                  <a:lnTo>
                    <a:pt x="2381274" y="1856898"/>
                  </a:lnTo>
                  <a:lnTo>
                    <a:pt x="2408805" y="1746987"/>
                  </a:lnTo>
                  <a:lnTo>
                    <a:pt x="2436140" y="1640393"/>
                  </a:lnTo>
                  <a:lnTo>
                    <a:pt x="2463283" y="1537380"/>
                  </a:lnTo>
                  <a:lnTo>
                    <a:pt x="2490247" y="1438161"/>
                  </a:lnTo>
                  <a:lnTo>
                    <a:pt x="2517059" y="1342902"/>
                  </a:lnTo>
                  <a:lnTo>
                    <a:pt x="2543753" y="1251717"/>
                  </a:lnTo>
                  <a:lnTo>
                    <a:pt x="2570378" y="1164674"/>
                  </a:lnTo>
                  <a:lnTo>
                    <a:pt x="2596996" y="1081796"/>
                  </a:lnTo>
                  <a:lnTo>
                    <a:pt x="2623681" y="1003065"/>
                  </a:lnTo>
                  <a:lnTo>
                    <a:pt x="2650524" y="928422"/>
                  </a:lnTo>
                  <a:lnTo>
                    <a:pt x="2667772" y="882921"/>
                  </a:lnTo>
                  <a:lnTo>
                    <a:pt x="2709127" y="781830"/>
                  </a:lnTo>
                  <a:lnTo>
                    <a:pt x="2751676" y="689786"/>
                  </a:lnTo>
                  <a:lnTo>
                    <a:pt x="2795938" y="606439"/>
                  </a:lnTo>
                  <a:lnTo>
                    <a:pt x="2842498" y="531137"/>
                  </a:lnTo>
                  <a:lnTo>
                    <a:pt x="2891962" y="463107"/>
                  </a:lnTo>
                  <a:lnTo>
                    <a:pt x="2944926" y="401564"/>
                  </a:lnTo>
                  <a:lnTo>
                    <a:pt x="3001923" y="345778"/>
                  </a:lnTo>
                  <a:lnTo>
                    <a:pt x="3063366" y="295119"/>
                  </a:lnTo>
                  <a:lnTo>
                    <a:pt x="3129477" y="249074"/>
                  </a:lnTo>
                  <a:lnTo>
                    <a:pt x="3200186" y="207261"/>
                  </a:lnTo>
                  <a:lnTo>
                    <a:pt x="3275026" y="169433"/>
                  </a:lnTo>
                  <a:lnTo>
                    <a:pt x="3353019" y="135473"/>
                  </a:lnTo>
                  <a:lnTo>
                    <a:pt x="3432595" y="105369"/>
                  </a:lnTo>
                  <a:lnTo>
                    <a:pt x="3511584" y="79186"/>
                  </a:lnTo>
                  <a:lnTo>
                    <a:pt x="3587312" y="57009"/>
                  </a:lnTo>
                  <a:lnTo>
                    <a:pt x="3656852" y="38882"/>
                  </a:lnTo>
                  <a:lnTo>
                    <a:pt x="3717404" y="24737"/>
                  </a:lnTo>
                  <a:lnTo>
                    <a:pt x="3766754" y="14348"/>
                  </a:lnTo>
                  <a:lnTo>
                    <a:pt x="3803691" y="7306"/>
                  </a:lnTo>
                  <a:lnTo>
                    <a:pt x="3828283" y="3044"/>
                  </a:lnTo>
                  <a:lnTo>
                    <a:pt x="3841942" y="885"/>
                  </a:lnTo>
                  <a:lnTo>
                    <a:pt x="3847316" y="10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15" y="86"/>
                  </a:lnTo>
                  <a:lnTo>
                    <a:pt x="4395601" y="706"/>
                  </a:lnTo>
                  <a:lnTo>
                    <a:pt x="4414591" y="2420"/>
                  </a:lnTo>
                  <a:lnTo>
                    <a:pt x="4448198" y="5786"/>
                  </a:lnTo>
                  <a:lnTo>
                    <a:pt x="4497591" y="11303"/>
                  </a:lnTo>
                  <a:lnTo>
                    <a:pt x="4561826" y="19348"/>
                  </a:lnTo>
                  <a:lnTo>
                    <a:pt x="4638175" y="30143"/>
                  </a:lnTo>
                  <a:lnTo>
                    <a:pt x="4722805" y="43765"/>
                  </a:lnTo>
                  <a:lnTo>
                    <a:pt x="4811580" y="60184"/>
                  </a:lnTo>
                  <a:lnTo>
                    <a:pt x="4900759" y="79337"/>
                  </a:lnTo>
                  <a:lnTo>
                    <a:pt x="4987415" y="101181"/>
                  </a:lnTo>
                  <a:lnTo>
                    <a:pt x="5069584" y="125747"/>
                  </a:lnTo>
                  <a:lnTo>
                    <a:pt x="5146199" y="153172"/>
                  </a:lnTo>
                  <a:lnTo>
                    <a:pt x="5216921" y="183706"/>
                  </a:lnTo>
                  <a:lnTo>
                    <a:pt x="5281937" y="217718"/>
                  </a:lnTo>
                  <a:lnTo>
                    <a:pt x="5341784" y="255683"/>
                  </a:lnTo>
                  <a:lnTo>
                    <a:pt x="5397203" y="298168"/>
                  </a:lnTo>
                  <a:lnTo>
                    <a:pt x="5449034" y="345787"/>
                  </a:lnTo>
                  <a:lnTo>
                    <a:pt x="5498136" y="399135"/>
                  </a:lnTo>
                  <a:lnTo>
                    <a:pt x="5545313" y="458670"/>
                  </a:lnTo>
                  <a:lnTo>
                    <a:pt x="5567201" y="489100"/>
                  </a:lnTo>
                  <a:lnTo>
                    <a:pt x="5602168" y="541312"/>
                  </a:lnTo>
                  <a:lnTo>
                    <a:pt x="5636808" y="597306"/>
                  </a:lnTo>
                  <a:lnTo>
                    <a:pt x="5671327" y="657159"/>
                  </a:lnTo>
                  <a:lnTo>
                    <a:pt x="5705886" y="720889"/>
                  </a:lnTo>
                  <a:lnTo>
                    <a:pt x="5740607" y="788446"/>
                  </a:lnTo>
                  <a:lnTo>
                    <a:pt x="5775577" y="859709"/>
                  </a:lnTo>
                  <a:lnTo>
                    <a:pt x="5810849" y="934479"/>
                  </a:lnTo>
                  <a:lnTo>
                    <a:pt x="5846449" y="1012480"/>
                  </a:lnTo>
                  <a:lnTo>
                    <a:pt x="5882373" y="1093358"/>
                  </a:lnTo>
                  <a:lnTo>
                    <a:pt x="5918596" y="1176686"/>
                  </a:lnTo>
                  <a:lnTo>
                    <a:pt x="5955070" y="1261974"/>
                  </a:lnTo>
                  <a:lnTo>
                    <a:pt x="5991732" y="1348676"/>
                  </a:lnTo>
                  <a:lnTo>
                    <a:pt x="6028506" y="1436206"/>
                  </a:lnTo>
                  <a:lnTo>
                    <a:pt x="6065310" y="1523954"/>
                  </a:lnTo>
                  <a:lnTo>
                    <a:pt x="6102060" y="1611305"/>
                  </a:lnTo>
                  <a:lnTo>
                    <a:pt x="6138674" y="1697653"/>
                  </a:lnTo>
                  <a:lnTo>
                    <a:pt x="6175080" y="1782425"/>
                  </a:lnTo>
                  <a:lnTo>
                    <a:pt x="6211220" y="1865087"/>
                  </a:lnTo>
                  <a:lnTo>
                    <a:pt x="6247052" y="1945168"/>
                  </a:lnTo>
                  <a:lnTo>
                    <a:pt x="6282555" y="2022260"/>
                  </a:lnTo>
                  <a:lnTo>
                    <a:pt x="6317736" y="2096033"/>
                  </a:lnTo>
                  <a:lnTo>
                    <a:pt x="6352626" y="2166233"/>
                  </a:lnTo>
                  <a:lnTo>
                    <a:pt x="6387289" y="2232684"/>
                  </a:lnTo>
                  <a:lnTo>
                    <a:pt x="6421822" y="2295287"/>
                  </a:lnTo>
                  <a:lnTo>
                    <a:pt x="6456358" y="2354011"/>
                  </a:lnTo>
                  <a:lnTo>
                    <a:pt x="6491070" y="2408892"/>
                  </a:lnTo>
                  <a:lnTo>
                    <a:pt x="6515891" y="2445503"/>
                  </a:lnTo>
                  <a:lnTo>
                    <a:pt x="6562403" y="2508040"/>
                  </a:lnTo>
                  <a:lnTo>
                    <a:pt x="6610498" y="2564279"/>
                  </a:lnTo>
                  <a:lnTo>
                    <a:pt x="6660930" y="2614544"/>
                  </a:lnTo>
                  <a:lnTo>
                    <a:pt x="6714541" y="2659385"/>
                  </a:lnTo>
                  <a:lnTo>
                    <a:pt x="6772188" y="2699417"/>
                  </a:lnTo>
                  <a:lnTo>
                    <a:pt x="6834672" y="2735237"/>
                  </a:lnTo>
                  <a:lnTo>
                    <a:pt x="6902641" y="2767367"/>
                  </a:lnTo>
                  <a:lnTo>
                    <a:pt x="6976469" y="2796226"/>
                  </a:lnTo>
                  <a:lnTo>
                    <a:pt x="7056090" y="2822124"/>
                  </a:lnTo>
                  <a:lnTo>
                    <a:pt x="7140806" y="2845249"/>
                  </a:lnTo>
                  <a:lnTo>
                    <a:pt x="7229096" y="2865678"/>
                  </a:lnTo>
                  <a:lnTo>
                    <a:pt x="7318485" y="2883401"/>
                  </a:lnTo>
                  <a:lnTo>
                    <a:pt x="7405584" y="2898356"/>
                  </a:lnTo>
                  <a:lnTo>
                    <a:pt x="7486372" y="2910489"/>
                  </a:lnTo>
                  <a:lnTo>
                    <a:pt x="7556775" y="2919819"/>
                  </a:lnTo>
                  <a:lnTo>
                    <a:pt x="7613442" y="2926497"/>
                  </a:lnTo>
                  <a:lnTo>
                    <a:pt x="7654518" y="2930826"/>
                  </a:lnTo>
                  <a:lnTo>
                    <a:pt x="7680155" y="2933256"/>
                  </a:lnTo>
                  <a:lnTo>
                    <a:pt x="7692626" y="2934323"/>
                  </a:lnTo>
                  <a:lnTo>
                    <a:pt x="7696110" y="2934594"/>
                  </a:lnTo>
                  <a:lnTo>
                    <a:pt x="7696237" y="2934603"/>
                  </a:lnTo>
                  <a:lnTo>
                    <a:pt x="8234974" y="2934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2" name="pl2092"/>
            <p:cNvSpPr/>
            <p:nvPr/>
          </p:nvSpPr>
          <p:spPr>
            <a:xfrm>
              <a:off x="546595" y="674233"/>
              <a:ext cx="8234974" cy="5297531"/>
            </a:xfrm>
            <a:custGeom>
              <a:avLst/>
              <a:pathLst>
                <a:path w="8234974" h="5297531">
                  <a:moveTo>
                    <a:pt x="8234974" y="2934603"/>
                  </a:moveTo>
                  <a:lnTo>
                    <a:pt x="7696237" y="2934603"/>
                  </a:lnTo>
                  <a:lnTo>
                    <a:pt x="7695078" y="2934517"/>
                  </a:lnTo>
                  <a:lnTo>
                    <a:pt x="7687491" y="2933897"/>
                  </a:lnTo>
                  <a:lnTo>
                    <a:pt x="7668502" y="2932183"/>
                  </a:lnTo>
                  <a:lnTo>
                    <a:pt x="7634894" y="2928817"/>
                  </a:lnTo>
                  <a:lnTo>
                    <a:pt x="7585501" y="2923300"/>
                  </a:lnTo>
                  <a:lnTo>
                    <a:pt x="7521266" y="2915255"/>
                  </a:lnTo>
                  <a:lnTo>
                    <a:pt x="7444917" y="2904460"/>
                  </a:lnTo>
                  <a:lnTo>
                    <a:pt x="7360288" y="2890838"/>
                  </a:lnTo>
                  <a:lnTo>
                    <a:pt x="7271513" y="2874419"/>
                  </a:lnTo>
                  <a:lnTo>
                    <a:pt x="7182334" y="2855266"/>
                  </a:lnTo>
                  <a:lnTo>
                    <a:pt x="7095678" y="2833422"/>
                  </a:lnTo>
                  <a:lnTo>
                    <a:pt x="7013509" y="2808856"/>
                  </a:lnTo>
                  <a:lnTo>
                    <a:pt x="6936893" y="2781431"/>
                  </a:lnTo>
                  <a:lnTo>
                    <a:pt x="6866172" y="2750897"/>
                  </a:lnTo>
                  <a:lnTo>
                    <a:pt x="6801155" y="2716885"/>
                  </a:lnTo>
                  <a:lnTo>
                    <a:pt x="6741308" y="2678920"/>
                  </a:lnTo>
                  <a:lnTo>
                    <a:pt x="6685890" y="2636435"/>
                  </a:lnTo>
                  <a:lnTo>
                    <a:pt x="6634058" y="2588816"/>
                  </a:lnTo>
                  <a:lnTo>
                    <a:pt x="6584957" y="2535468"/>
                  </a:lnTo>
                  <a:lnTo>
                    <a:pt x="6537780" y="2475933"/>
                  </a:lnTo>
                  <a:lnTo>
                    <a:pt x="6515891" y="2445503"/>
                  </a:lnTo>
                  <a:lnTo>
                    <a:pt x="6480925" y="2393291"/>
                  </a:lnTo>
                  <a:lnTo>
                    <a:pt x="6446284" y="2337297"/>
                  </a:lnTo>
                  <a:lnTo>
                    <a:pt x="6411765" y="2277444"/>
                  </a:lnTo>
                  <a:lnTo>
                    <a:pt x="6377206" y="2213714"/>
                  </a:lnTo>
                  <a:lnTo>
                    <a:pt x="6342485" y="2146157"/>
                  </a:lnTo>
                  <a:lnTo>
                    <a:pt x="6307516" y="2074894"/>
                  </a:lnTo>
                  <a:lnTo>
                    <a:pt x="6272243" y="2000124"/>
                  </a:lnTo>
                  <a:lnTo>
                    <a:pt x="6236643" y="1922123"/>
                  </a:lnTo>
                  <a:lnTo>
                    <a:pt x="6200719" y="1841245"/>
                  </a:lnTo>
                  <a:lnTo>
                    <a:pt x="6164496" y="1757916"/>
                  </a:lnTo>
                  <a:lnTo>
                    <a:pt x="6128022" y="1672628"/>
                  </a:lnTo>
                  <a:lnTo>
                    <a:pt x="6091361" y="1585927"/>
                  </a:lnTo>
                  <a:lnTo>
                    <a:pt x="6054587" y="1498397"/>
                  </a:lnTo>
                  <a:lnTo>
                    <a:pt x="6017783" y="1410649"/>
                  </a:lnTo>
                  <a:lnTo>
                    <a:pt x="5981033" y="1323298"/>
                  </a:lnTo>
                  <a:lnTo>
                    <a:pt x="5944419" y="1236949"/>
                  </a:lnTo>
                  <a:lnTo>
                    <a:pt x="5908012" y="1152178"/>
                  </a:lnTo>
                  <a:lnTo>
                    <a:pt x="5871872" y="1069516"/>
                  </a:lnTo>
                  <a:lnTo>
                    <a:pt x="5836041" y="989435"/>
                  </a:lnTo>
                  <a:lnTo>
                    <a:pt x="5800537" y="912343"/>
                  </a:lnTo>
                  <a:lnTo>
                    <a:pt x="5765357" y="838570"/>
                  </a:lnTo>
                  <a:lnTo>
                    <a:pt x="5730467" y="768370"/>
                  </a:lnTo>
                  <a:lnTo>
                    <a:pt x="5695803" y="701919"/>
                  </a:lnTo>
                  <a:lnTo>
                    <a:pt x="5661270" y="639316"/>
                  </a:lnTo>
                  <a:lnTo>
                    <a:pt x="5626734" y="580592"/>
                  </a:lnTo>
                  <a:lnTo>
                    <a:pt x="5592022" y="525711"/>
                  </a:lnTo>
                  <a:lnTo>
                    <a:pt x="5567201" y="489100"/>
                  </a:lnTo>
                  <a:lnTo>
                    <a:pt x="5520690" y="426562"/>
                  </a:lnTo>
                  <a:lnTo>
                    <a:pt x="5472595" y="370324"/>
                  </a:lnTo>
                  <a:lnTo>
                    <a:pt x="5422163" y="320059"/>
                  </a:lnTo>
                  <a:lnTo>
                    <a:pt x="5368552" y="275218"/>
                  </a:lnTo>
                  <a:lnTo>
                    <a:pt x="5310904" y="235185"/>
                  </a:lnTo>
                  <a:lnTo>
                    <a:pt x="5248420" y="199365"/>
                  </a:lnTo>
                  <a:lnTo>
                    <a:pt x="5180451" y="167236"/>
                  </a:lnTo>
                  <a:lnTo>
                    <a:pt x="5106623" y="138377"/>
                  </a:lnTo>
                  <a:lnTo>
                    <a:pt x="5027003" y="112479"/>
                  </a:lnTo>
                  <a:lnTo>
                    <a:pt x="4942286" y="89354"/>
                  </a:lnTo>
                  <a:lnTo>
                    <a:pt x="4853997" y="68925"/>
                  </a:lnTo>
                  <a:lnTo>
                    <a:pt x="4764607" y="51202"/>
                  </a:lnTo>
                  <a:lnTo>
                    <a:pt x="4677508" y="36247"/>
                  </a:lnTo>
                  <a:lnTo>
                    <a:pt x="4596720" y="24114"/>
                  </a:lnTo>
                  <a:lnTo>
                    <a:pt x="4526317" y="14783"/>
                  </a:lnTo>
                  <a:lnTo>
                    <a:pt x="4469650" y="8106"/>
                  </a:lnTo>
                  <a:lnTo>
                    <a:pt x="4428575" y="3776"/>
                  </a:lnTo>
                  <a:lnTo>
                    <a:pt x="4402938" y="1347"/>
                  </a:lnTo>
                  <a:lnTo>
                    <a:pt x="4390467" y="280"/>
                  </a:lnTo>
                  <a:lnTo>
                    <a:pt x="4386982" y="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94" y="110"/>
                  </a:lnTo>
                  <a:lnTo>
                    <a:pt x="3841861" y="897"/>
                  </a:lnTo>
                  <a:lnTo>
                    <a:pt x="3828114" y="3071"/>
                  </a:lnTo>
                  <a:lnTo>
                    <a:pt x="3803417" y="7355"/>
                  </a:lnTo>
                  <a:lnTo>
                    <a:pt x="3766366" y="14425"/>
                  </a:lnTo>
                  <a:lnTo>
                    <a:pt x="3716909" y="24847"/>
                  </a:lnTo>
                  <a:lnTo>
                    <a:pt x="3656265" y="39027"/>
                  </a:lnTo>
                  <a:lnTo>
                    <a:pt x="3586657" y="57190"/>
                  </a:lnTo>
                  <a:lnTo>
                    <a:pt x="3510887" y="79403"/>
                  </a:lnTo>
                  <a:lnTo>
                    <a:pt x="3431882" y="105621"/>
                  </a:lnTo>
                  <a:lnTo>
                    <a:pt x="3352311" y="135760"/>
                  </a:lnTo>
                  <a:lnTo>
                    <a:pt x="3274340" y="169755"/>
                  </a:lnTo>
                  <a:lnTo>
                    <a:pt x="3199534" y="207617"/>
                  </a:lnTo>
                  <a:lnTo>
                    <a:pt x="3128864" y="249467"/>
                  </a:lnTo>
                  <a:lnTo>
                    <a:pt x="3062795" y="295552"/>
                  </a:lnTo>
                  <a:lnTo>
                    <a:pt x="3001393" y="346254"/>
                  </a:lnTo>
                  <a:lnTo>
                    <a:pt x="2944435" y="402088"/>
                  </a:lnTo>
                  <a:lnTo>
                    <a:pt x="2891505" y="463686"/>
                  </a:lnTo>
                  <a:lnTo>
                    <a:pt x="2842069" y="531778"/>
                  </a:lnTo>
                  <a:lnTo>
                    <a:pt x="2795533" y="607148"/>
                  </a:lnTo>
                  <a:lnTo>
                    <a:pt x="2751288" y="690570"/>
                  </a:lnTo>
                  <a:lnTo>
                    <a:pt x="2708752" y="782694"/>
                  </a:lnTo>
                  <a:lnTo>
                    <a:pt x="2667772" y="882921"/>
                  </a:lnTo>
                  <a:lnTo>
                    <a:pt x="2640773" y="955002"/>
                  </a:lnTo>
                  <a:lnTo>
                    <a:pt x="2613998" y="1031117"/>
                  </a:lnTo>
                  <a:lnTo>
                    <a:pt x="2587347" y="1111347"/>
                  </a:lnTo>
                  <a:lnTo>
                    <a:pt x="2560735" y="1195734"/>
                  </a:lnTo>
                  <a:lnTo>
                    <a:pt x="2534091" y="1284282"/>
                  </a:lnTo>
                  <a:lnTo>
                    <a:pt x="2507359" y="1376954"/>
                  </a:lnTo>
                  <a:lnTo>
                    <a:pt x="2480496" y="1473664"/>
                  </a:lnTo>
                  <a:lnTo>
                    <a:pt x="2453469" y="1574279"/>
                  </a:lnTo>
                  <a:lnTo>
                    <a:pt x="2426258" y="1678617"/>
                  </a:lnTo>
                  <a:lnTo>
                    <a:pt x="2398852" y="1786446"/>
                  </a:lnTo>
                  <a:lnTo>
                    <a:pt x="2371251" y="1897484"/>
                  </a:lnTo>
                  <a:lnTo>
                    <a:pt x="2343461" y="2011401"/>
                  </a:lnTo>
                  <a:lnTo>
                    <a:pt x="2315501" y="2127823"/>
                  </a:lnTo>
                  <a:lnTo>
                    <a:pt x="2287391" y="2246337"/>
                  </a:lnTo>
                  <a:lnTo>
                    <a:pt x="2259161" y="2366494"/>
                  </a:lnTo>
                  <a:lnTo>
                    <a:pt x="2230844" y="2487818"/>
                  </a:lnTo>
                  <a:lnTo>
                    <a:pt x="2202476" y="2609812"/>
                  </a:lnTo>
                  <a:lnTo>
                    <a:pt x="2174096" y="2731969"/>
                  </a:lnTo>
                  <a:lnTo>
                    <a:pt x="2145742" y="2853779"/>
                  </a:lnTo>
                  <a:lnTo>
                    <a:pt x="2117452" y="2974736"/>
                  </a:lnTo>
                  <a:lnTo>
                    <a:pt x="2089262" y="3094352"/>
                  </a:lnTo>
                  <a:lnTo>
                    <a:pt x="2061204" y="3212158"/>
                  </a:lnTo>
                  <a:lnTo>
                    <a:pt x="2033303" y="3327718"/>
                  </a:lnTo>
                  <a:lnTo>
                    <a:pt x="2005580" y="3440633"/>
                  </a:lnTo>
                  <a:lnTo>
                    <a:pt x="1978049" y="3550544"/>
                  </a:lnTo>
                  <a:lnTo>
                    <a:pt x="1950714" y="3657138"/>
                  </a:lnTo>
                  <a:lnTo>
                    <a:pt x="1923572" y="3760151"/>
                  </a:lnTo>
                  <a:lnTo>
                    <a:pt x="1896607" y="3859370"/>
                  </a:lnTo>
                  <a:lnTo>
                    <a:pt x="1869796" y="3954629"/>
                  </a:lnTo>
                  <a:lnTo>
                    <a:pt x="1843101" y="4045814"/>
                  </a:lnTo>
                  <a:lnTo>
                    <a:pt x="1816476" y="4132857"/>
                  </a:lnTo>
                  <a:lnTo>
                    <a:pt x="1789859" y="4215735"/>
                  </a:lnTo>
                  <a:lnTo>
                    <a:pt x="1763174" y="4294466"/>
                  </a:lnTo>
                  <a:lnTo>
                    <a:pt x="1736330" y="4369108"/>
                  </a:lnTo>
                  <a:lnTo>
                    <a:pt x="1719082" y="4414609"/>
                  </a:lnTo>
                  <a:lnTo>
                    <a:pt x="1677728" y="4515701"/>
                  </a:lnTo>
                  <a:lnTo>
                    <a:pt x="1635179" y="4607745"/>
                  </a:lnTo>
                  <a:lnTo>
                    <a:pt x="1590916" y="4691092"/>
                  </a:lnTo>
                  <a:lnTo>
                    <a:pt x="1544357" y="4766394"/>
                  </a:lnTo>
                  <a:lnTo>
                    <a:pt x="1494892" y="4834424"/>
                  </a:lnTo>
                  <a:lnTo>
                    <a:pt x="1441928" y="4895967"/>
                  </a:lnTo>
                  <a:lnTo>
                    <a:pt x="1384932" y="4951752"/>
                  </a:lnTo>
                  <a:lnTo>
                    <a:pt x="1323489" y="5002412"/>
                  </a:lnTo>
                  <a:lnTo>
                    <a:pt x="1257378" y="5048457"/>
                  </a:lnTo>
                  <a:lnTo>
                    <a:pt x="1186668" y="5090270"/>
                  </a:lnTo>
                  <a:lnTo>
                    <a:pt x="1111828" y="5128097"/>
                  </a:lnTo>
                  <a:lnTo>
                    <a:pt x="1033836" y="5162058"/>
                  </a:lnTo>
                  <a:lnTo>
                    <a:pt x="954259" y="5192162"/>
                  </a:lnTo>
                  <a:lnTo>
                    <a:pt x="875270" y="5218345"/>
                  </a:lnTo>
                  <a:lnTo>
                    <a:pt x="799542" y="5240521"/>
                  </a:lnTo>
                  <a:lnTo>
                    <a:pt x="730003" y="5258649"/>
                  </a:lnTo>
                  <a:lnTo>
                    <a:pt x="669450" y="5272793"/>
                  </a:lnTo>
                  <a:lnTo>
                    <a:pt x="620100" y="5283183"/>
                  </a:lnTo>
                  <a:lnTo>
                    <a:pt x="583163" y="5290225"/>
                  </a:lnTo>
                  <a:lnTo>
                    <a:pt x="558572" y="5294487"/>
                  </a:lnTo>
                  <a:lnTo>
                    <a:pt x="544913" y="5296646"/>
                  </a:lnTo>
                  <a:lnTo>
                    <a:pt x="539539" y="5297424"/>
                  </a:lnTo>
                  <a:lnTo>
                    <a:pt x="538736" y="5297531"/>
                  </a:lnTo>
                  <a:lnTo>
                    <a:pt x="0" y="52975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3" name="pg2093"/>
            <p:cNvSpPr/>
            <p:nvPr/>
          </p:nvSpPr>
          <p:spPr>
            <a:xfrm>
              <a:off x="546595" y="984572"/>
              <a:ext cx="8234974" cy="4998082"/>
            </a:xfrm>
            <a:custGeom>
              <a:avLst/>
              <a:pathLst>
                <a:path w="8234974" h="4998082">
                  <a:moveTo>
                    <a:pt x="0" y="4998082"/>
                  </a:moveTo>
                  <a:lnTo>
                    <a:pt x="538736" y="4998082"/>
                  </a:lnTo>
                  <a:lnTo>
                    <a:pt x="539585" y="4997975"/>
                  </a:lnTo>
                  <a:lnTo>
                    <a:pt x="545173" y="4997211"/>
                  </a:lnTo>
                  <a:lnTo>
                    <a:pt x="559302" y="4995099"/>
                  </a:lnTo>
                  <a:lnTo>
                    <a:pt x="584657" y="4990941"/>
                  </a:lnTo>
                  <a:lnTo>
                    <a:pt x="622635" y="4984081"/>
                  </a:lnTo>
                  <a:lnTo>
                    <a:pt x="673231" y="4973977"/>
                  </a:lnTo>
                  <a:lnTo>
                    <a:pt x="735124" y="4960244"/>
                  </a:lnTo>
                  <a:lnTo>
                    <a:pt x="805974" y="4942674"/>
                  </a:lnTo>
                  <a:lnTo>
                    <a:pt x="882872" y="4921213"/>
                  </a:lnTo>
                  <a:lnTo>
                    <a:pt x="962813" y="4895908"/>
                  </a:lnTo>
                  <a:lnTo>
                    <a:pt x="1043089" y="4866844"/>
                  </a:lnTo>
                  <a:lnTo>
                    <a:pt x="1121532" y="4834076"/>
                  </a:lnTo>
                  <a:lnTo>
                    <a:pt x="1196601" y="4797584"/>
                  </a:lnTo>
                  <a:lnTo>
                    <a:pt x="1267366" y="4757236"/>
                  </a:lnTo>
                  <a:lnTo>
                    <a:pt x="1333408" y="4712775"/>
                  </a:lnTo>
                  <a:lnTo>
                    <a:pt x="1394710" y="4663810"/>
                  </a:lnTo>
                  <a:lnTo>
                    <a:pt x="1451536" y="4609825"/>
                  </a:lnTo>
                  <a:lnTo>
                    <a:pt x="1504339" y="4550188"/>
                  </a:lnTo>
                  <a:lnTo>
                    <a:pt x="1553684" y="4484180"/>
                  </a:lnTo>
                  <a:lnTo>
                    <a:pt x="1600187" y="4411034"/>
                  </a:lnTo>
                  <a:lnTo>
                    <a:pt x="1644473" y="4330013"/>
                  </a:lnTo>
                  <a:lnTo>
                    <a:pt x="1687134" y="4240530"/>
                  </a:lnTo>
                  <a:lnTo>
                    <a:pt x="1719082" y="4165976"/>
                  </a:lnTo>
                  <a:lnTo>
                    <a:pt x="1746832" y="4096093"/>
                  </a:lnTo>
                  <a:lnTo>
                    <a:pt x="1774346" y="4022191"/>
                  </a:lnTo>
                  <a:lnTo>
                    <a:pt x="1801736" y="3944188"/>
                  </a:lnTo>
                  <a:lnTo>
                    <a:pt x="1829092" y="3862044"/>
                  </a:lnTo>
                  <a:lnTo>
                    <a:pt x="1856488" y="3775758"/>
                  </a:lnTo>
                  <a:lnTo>
                    <a:pt x="1883984" y="3685375"/>
                  </a:lnTo>
                  <a:lnTo>
                    <a:pt x="1911626" y="3590990"/>
                  </a:lnTo>
                  <a:lnTo>
                    <a:pt x="1939445" y="3492749"/>
                  </a:lnTo>
                  <a:lnTo>
                    <a:pt x="1967463" y="3390847"/>
                  </a:lnTo>
                  <a:lnTo>
                    <a:pt x="1995687" y="3285535"/>
                  </a:lnTo>
                  <a:lnTo>
                    <a:pt x="2024117" y="3177116"/>
                  </a:lnTo>
                  <a:lnTo>
                    <a:pt x="2052740" y="3065939"/>
                  </a:lnTo>
                  <a:lnTo>
                    <a:pt x="2081538" y="2952401"/>
                  </a:lnTo>
                  <a:lnTo>
                    <a:pt x="2110482" y="2836939"/>
                  </a:lnTo>
                  <a:lnTo>
                    <a:pt x="2139541" y="2720023"/>
                  </a:lnTo>
                  <a:lnTo>
                    <a:pt x="2168675" y="2602151"/>
                  </a:lnTo>
                  <a:lnTo>
                    <a:pt x="2197846" y="2483836"/>
                  </a:lnTo>
                  <a:lnTo>
                    <a:pt x="2227010" y="2365600"/>
                  </a:lnTo>
                  <a:lnTo>
                    <a:pt x="2256126" y="2247964"/>
                  </a:lnTo>
                  <a:lnTo>
                    <a:pt x="2285153" y="2131438"/>
                  </a:lnTo>
                  <a:lnTo>
                    <a:pt x="2314057" y="2016510"/>
                  </a:lnTo>
                  <a:lnTo>
                    <a:pt x="2342804" y="1903643"/>
                  </a:lnTo>
                  <a:lnTo>
                    <a:pt x="2371370" y="1793261"/>
                  </a:lnTo>
                  <a:lnTo>
                    <a:pt x="2399739" y="1685748"/>
                  </a:lnTo>
                  <a:lnTo>
                    <a:pt x="2427900" y="1581440"/>
                  </a:lnTo>
                  <a:lnTo>
                    <a:pt x="2455856" y="1480623"/>
                  </a:lnTo>
                  <a:lnTo>
                    <a:pt x="2483619" y="1383531"/>
                  </a:lnTo>
                  <a:lnTo>
                    <a:pt x="2511213" y="1290346"/>
                  </a:lnTo>
                  <a:lnTo>
                    <a:pt x="2538673" y="1201196"/>
                  </a:lnTo>
                  <a:lnTo>
                    <a:pt x="2566050" y="1116162"/>
                  </a:lnTo>
                  <a:lnTo>
                    <a:pt x="2593408" y="1035274"/>
                  </a:lnTo>
                  <a:lnTo>
                    <a:pt x="2620825" y="958520"/>
                  </a:lnTo>
                  <a:lnTo>
                    <a:pt x="2648398" y="885845"/>
                  </a:lnTo>
                  <a:lnTo>
                    <a:pt x="2667772" y="837550"/>
                  </a:lnTo>
                  <a:lnTo>
                    <a:pt x="2709539" y="741382"/>
                  </a:lnTo>
                  <a:lnTo>
                    <a:pt x="2752528" y="653908"/>
                  </a:lnTo>
                  <a:lnTo>
                    <a:pt x="2797276" y="574781"/>
                  </a:lnTo>
                  <a:lnTo>
                    <a:pt x="2844385" y="503366"/>
                  </a:lnTo>
                  <a:lnTo>
                    <a:pt x="2894480" y="438909"/>
                  </a:lnTo>
                  <a:lnTo>
                    <a:pt x="2948173" y="380650"/>
                  </a:lnTo>
                  <a:lnTo>
                    <a:pt x="3006006" y="327886"/>
                  </a:lnTo>
                  <a:lnTo>
                    <a:pt x="3068397" y="280012"/>
                  </a:lnTo>
                  <a:lnTo>
                    <a:pt x="3135554" y="236538"/>
                  </a:lnTo>
                  <a:lnTo>
                    <a:pt x="3207375" y="197107"/>
                  </a:lnTo>
                  <a:lnTo>
                    <a:pt x="3283334" y="161489"/>
                  </a:lnTo>
                  <a:lnTo>
                    <a:pt x="3362365" y="129582"/>
                  </a:lnTo>
                  <a:lnTo>
                    <a:pt x="3442779" y="101386"/>
                  </a:lnTo>
                  <a:lnTo>
                    <a:pt x="3522269" y="76969"/>
                  </a:lnTo>
                  <a:lnTo>
                    <a:pt x="3598031" y="56413"/>
                  </a:lnTo>
                  <a:lnTo>
                    <a:pt x="3667042" y="39746"/>
                  </a:lnTo>
                  <a:lnTo>
                    <a:pt x="3726482" y="26883"/>
                  </a:lnTo>
                  <a:lnTo>
                    <a:pt x="3774213" y="17575"/>
                  </a:lnTo>
                  <a:lnTo>
                    <a:pt x="3809200" y="11398"/>
                  </a:lnTo>
                  <a:lnTo>
                    <a:pt x="3831766" y="7777"/>
                  </a:lnTo>
                  <a:lnTo>
                    <a:pt x="3843623" y="6043"/>
                  </a:lnTo>
                  <a:lnTo>
                    <a:pt x="3847731" y="549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6" y="5498"/>
                  </a:lnTo>
                  <a:lnTo>
                    <a:pt x="4396275" y="5883"/>
                  </a:lnTo>
                  <a:lnTo>
                    <a:pt x="4416669" y="6949"/>
                  </a:lnTo>
                  <a:lnTo>
                    <a:pt x="4452623" y="9042"/>
                  </a:lnTo>
                  <a:lnTo>
                    <a:pt x="4505187" y="12464"/>
                  </a:lnTo>
                  <a:lnTo>
                    <a:pt x="4573089" y="17439"/>
                  </a:lnTo>
                  <a:lnTo>
                    <a:pt x="4653164" y="24093"/>
                  </a:lnTo>
                  <a:lnTo>
                    <a:pt x="4741160" y="32458"/>
                  </a:lnTo>
                  <a:lnTo>
                    <a:pt x="4832647" y="42510"/>
                  </a:lnTo>
                  <a:lnTo>
                    <a:pt x="4923751" y="54209"/>
                  </a:lnTo>
                  <a:lnTo>
                    <a:pt x="5011564" y="67537"/>
                  </a:lnTo>
                  <a:lnTo>
                    <a:pt x="5094243" y="82532"/>
                  </a:lnTo>
                  <a:lnTo>
                    <a:pt x="5170892" y="99297"/>
                  </a:lnTo>
                  <a:lnTo>
                    <a:pt x="5241354" y="118014"/>
                  </a:lnTo>
                  <a:lnTo>
                    <a:pt x="5305981" y="138936"/>
                  </a:lnTo>
                  <a:lnTo>
                    <a:pt x="5365454" y="162381"/>
                  </a:lnTo>
                  <a:lnTo>
                    <a:pt x="5420627" y="188717"/>
                  </a:lnTo>
                  <a:lnTo>
                    <a:pt x="5472426" y="218327"/>
                  </a:lnTo>
                  <a:lnTo>
                    <a:pt x="5521761" y="251553"/>
                  </a:lnTo>
                  <a:lnTo>
                    <a:pt x="5567201" y="286745"/>
                  </a:lnTo>
                  <a:lnTo>
                    <a:pt x="5609651" y="323527"/>
                  </a:lnTo>
                  <a:lnTo>
                    <a:pt x="5651687" y="363538"/>
                  </a:lnTo>
                  <a:lnTo>
                    <a:pt x="5693652" y="406840"/>
                  </a:lnTo>
                  <a:lnTo>
                    <a:pt x="5735796" y="453413"/>
                  </a:lnTo>
                  <a:lnTo>
                    <a:pt x="5778291" y="503150"/>
                  </a:lnTo>
                  <a:lnTo>
                    <a:pt x="5821236" y="555848"/>
                  </a:lnTo>
                  <a:lnTo>
                    <a:pt x="5864666" y="611208"/>
                  </a:lnTo>
                  <a:lnTo>
                    <a:pt x="5908558" y="668833"/>
                  </a:lnTo>
                  <a:lnTo>
                    <a:pt x="5952843" y="728241"/>
                  </a:lnTo>
                  <a:lnTo>
                    <a:pt x="5997410" y="788879"/>
                  </a:lnTo>
                  <a:lnTo>
                    <a:pt x="6042125" y="850140"/>
                  </a:lnTo>
                  <a:lnTo>
                    <a:pt x="6086837" y="911393"/>
                  </a:lnTo>
                  <a:lnTo>
                    <a:pt x="6131399" y="972007"/>
                  </a:lnTo>
                  <a:lnTo>
                    <a:pt x="6175675" y="1031376"/>
                  </a:lnTo>
                  <a:lnTo>
                    <a:pt x="6219556" y="1088948"/>
                  </a:lnTo>
                  <a:lnTo>
                    <a:pt x="6262973" y="1144243"/>
                  </a:lnTo>
                  <a:lnTo>
                    <a:pt x="6305905" y="1196869"/>
                  </a:lnTo>
                  <a:lnTo>
                    <a:pt x="6348390" y="1246526"/>
                  </a:lnTo>
                  <a:lnTo>
                    <a:pt x="6390527" y="1293015"/>
                  </a:lnTo>
                  <a:lnTo>
                    <a:pt x="6432490" y="1336231"/>
                  </a:lnTo>
                  <a:lnTo>
                    <a:pt x="6474532" y="1376159"/>
                  </a:lnTo>
                  <a:lnTo>
                    <a:pt x="6515891" y="1411949"/>
                  </a:lnTo>
                  <a:lnTo>
                    <a:pt x="6563637" y="1448808"/>
                  </a:lnTo>
                  <a:lnTo>
                    <a:pt x="6613069" y="1481856"/>
                  </a:lnTo>
                  <a:lnTo>
                    <a:pt x="6665008" y="1511302"/>
                  </a:lnTo>
                  <a:lnTo>
                    <a:pt x="6720365" y="1537491"/>
                  </a:lnTo>
                  <a:lnTo>
                    <a:pt x="6780064" y="1560808"/>
                  </a:lnTo>
                  <a:lnTo>
                    <a:pt x="6844956" y="1581618"/>
                  </a:lnTo>
                  <a:lnTo>
                    <a:pt x="6915707" y="1600237"/>
                  </a:lnTo>
                  <a:lnTo>
                    <a:pt x="6992653" y="1616915"/>
                  </a:lnTo>
                  <a:lnTo>
                    <a:pt x="7075603" y="1631828"/>
                  </a:lnTo>
                  <a:lnTo>
                    <a:pt x="7163623" y="1645079"/>
                  </a:lnTo>
                  <a:lnTo>
                    <a:pt x="7254819" y="1656700"/>
                  </a:lnTo>
                  <a:lnTo>
                    <a:pt x="7346234" y="1666672"/>
                  </a:lnTo>
                  <a:lnTo>
                    <a:pt x="7433955" y="1674956"/>
                  </a:lnTo>
                  <a:lnTo>
                    <a:pt x="7513543" y="1681529"/>
                  </a:lnTo>
                  <a:lnTo>
                    <a:pt x="7580774" y="1686427"/>
                  </a:lnTo>
                  <a:lnTo>
                    <a:pt x="7632558" y="1689780"/>
                  </a:lnTo>
                  <a:lnTo>
                    <a:pt x="7667729" y="1691816"/>
                  </a:lnTo>
                  <a:lnTo>
                    <a:pt x="7687448" y="1692841"/>
                  </a:lnTo>
                  <a:lnTo>
                    <a:pt x="7695154" y="1693203"/>
                  </a:lnTo>
                  <a:lnTo>
                    <a:pt x="7696237" y="1693250"/>
                  </a:lnTo>
                  <a:lnTo>
                    <a:pt x="8234974" y="1693250"/>
                  </a:lnTo>
                  <a:lnTo>
                    <a:pt x="8234974" y="1687805"/>
                  </a:lnTo>
                  <a:lnTo>
                    <a:pt x="7696237" y="1687805"/>
                  </a:lnTo>
                  <a:lnTo>
                    <a:pt x="7694986" y="1687751"/>
                  </a:lnTo>
                  <a:lnTo>
                    <a:pt x="7686817" y="1687366"/>
                  </a:lnTo>
                  <a:lnTo>
                    <a:pt x="7666423" y="1686300"/>
                  </a:lnTo>
                  <a:lnTo>
                    <a:pt x="7630469" y="1684208"/>
                  </a:lnTo>
                  <a:lnTo>
                    <a:pt x="7577906" y="1680785"/>
                  </a:lnTo>
                  <a:lnTo>
                    <a:pt x="7510004" y="1675810"/>
                  </a:lnTo>
                  <a:lnTo>
                    <a:pt x="7429928" y="1669156"/>
                  </a:lnTo>
                  <a:lnTo>
                    <a:pt x="7341932" y="1660791"/>
                  </a:lnTo>
                  <a:lnTo>
                    <a:pt x="7250445" y="1650739"/>
                  </a:lnTo>
                  <a:lnTo>
                    <a:pt x="7159342" y="1639040"/>
                  </a:lnTo>
                  <a:lnTo>
                    <a:pt x="7071529" y="1625712"/>
                  </a:lnTo>
                  <a:lnTo>
                    <a:pt x="6988850" y="1610717"/>
                  </a:lnTo>
                  <a:lnTo>
                    <a:pt x="6912200" y="1593952"/>
                  </a:lnTo>
                  <a:lnTo>
                    <a:pt x="6841739" y="1575235"/>
                  </a:lnTo>
                  <a:lnTo>
                    <a:pt x="6777111" y="1554313"/>
                  </a:lnTo>
                  <a:lnTo>
                    <a:pt x="6717639" y="1530868"/>
                  </a:lnTo>
                  <a:lnTo>
                    <a:pt x="6662466" y="1504532"/>
                  </a:lnTo>
                  <a:lnTo>
                    <a:pt x="6610667" y="1474922"/>
                  </a:lnTo>
                  <a:lnTo>
                    <a:pt x="6561332" y="1441696"/>
                  </a:lnTo>
                  <a:lnTo>
                    <a:pt x="6515891" y="1406504"/>
                  </a:lnTo>
                  <a:lnTo>
                    <a:pt x="6473441" y="1369723"/>
                  </a:lnTo>
                  <a:lnTo>
                    <a:pt x="6431405" y="1329711"/>
                  </a:lnTo>
                  <a:lnTo>
                    <a:pt x="6389440" y="1286409"/>
                  </a:lnTo>
                  <a:lnTo>
                    <a:pt x="6347296" y="1239836"/>
                  </a:lnTo>
                  <a:lnTo>
                    <a:pt x="6304801" y="1190099"/>
                  </a:lnTo>
                  <a:lnTo>
                    <a:pt x="6261856" y="1137401"/>
                  </a:lnTo>
                  <a:lnTo>
                    <a:pt x="6218427" y="1082041"/>
                  </a:lnTo>
                  <a:lnTo>
                    <a:pt x="6174534" y="1024416"/>
                  </a:lnTo>
                  <a:lnTo>
                    <a:pt x="6130250" y="965008"/>
                  </a:lnTo>
                  <a:lnTo>
                    <a:pt x="6085682" y="904370"/>
                  </a:lnTo>
                  <a:lnTo>
                    <a:pt x="6040968" y="843109"/>
                  </a:lnTo>
                  <a:lnTo>
                    <a:pt x="5996255" y="781856"/>
                  </a:lnTo>
                  <a:lnTo>
                    <a:pt x="5951693" y="721243"/>
                  </a:lnTo>
                  <a:lnTo>
                    <a:pt x="5907418" y="661874"/>
                  </a:lnTo>
                  <a:lnTo>
                    <a:pt x="5863537" y="604301"/>
                  </a:lnTo>
                  <a:lnTo>
                    <a:pt x="5820120" y="549006"/>
                  </a:lnTo>
                  <a:lnTo>
                    <a:pt x="5777187" y="496381"/>
                  </a:lnTo>
                  <a:lnTo>
                    <a:pt x="5734703" y="446723"/>
                  </a:lnTo>
                  <a:lnTo>
                    <a:pt x="5692565" y="400234"/>
                  </a:lnTo>
                  <a:lnTo>
                    <a:pt x="5650602" y="357018"/>
                  </a:lnTo>
                  <a:lnTo>
                    <a:pt x="5608560" y="317091"/>
                  </a:lnTo>
                  <a:lnTo>
                    <a:pt x="5567201" y="281300"/>
                  </a:lnTo>
                  <a:lnTo>
                    <a:pt x="5519456" y="244441"/>
                  </a:lnTo>
                  <a:lnTo>
                    <a:pt x="5470023" y="211394"/>
                  </a:lnTo>
                  <a:lnTo>
                    <a:pt x="5418085" y="181948"/>
                  </a:lnTo>
                  <a:lnTo>
                    <a:pt x="5362728" y="155758"/>
                  </a:lnTo>
                  <a:lnTo>
                    <a:pt x="5303028" y="132441"/>
                  </a:lnTo>
                  <a:lnTo>
                    <a:pt x="5238136" y="111631"/>
                  </a:lnTo>
                  <a:lnTo>
                    <a:pt x="5167385" y="93012"/>
                  </a:lnTo>
                  <a:lnTo>
                    <a:pt x="5090440" y="76335"/>
                  </a:lnTo>
                  <a:lnTo>
                    <a:pt x="5007489" y="61421"/>
                  </a:lnTo>
                  <a:lnTo>
                    <a:pt x="4919470" y="48170"/>
                  </a:lnTo>
                  <a:lnTo>
                    <a:pt x="4828274" y="36550"/>
                  </a:lnTo>
                  <a:lnTo>
                    <a:pt x="4736859" y="26577"/>
                  </a:lnTo>
                  <a:lnTo>
                    <a:pt x="4649137" y="18293"/>
                  </a:lnTo>
                  <a:lnTo>
                    <a:pt x="4569550" y="11720"/>
                  </a:lnTo>
                  <a:lnTo>
                    <a:pt x="4502318" y="6822"/>
                  </a:lnTo>
                  <a:lnTo>
                    <a:pt x="4450534" y="3469"/>
                  </a:lnTo>
                  <a:lnTo>
                    <a:pt x="4415364" y="1434"/>
                  </a:lnTo>
                  <a:lnTo>
                    <a:pt x="4395644" y="408"/>
                  </a:lnTo>
                  <a:lnTo>
                    <a:pt x="4387939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0" y="107"/>
                  </a:lnTo>
                  <a:lnTo>
                    <a:pt x="3841681" y="871"/>
                  </a:lnTo>
                  <a:lnTo>
                    <a:pt x="3827553" y="2982"/>
                  </a:lnTo>
                  <a:lnTo>
                    <a:pt x="3802197" y="7141"/>
                  </a:lnTo>
                  <a:lnTo>
                    <a:pt x="3764219" y="14000"/>
                  </a:lnTo>
                  <a:lnTo>
                    <a:pt x="3713623" y="24104"/>
                  </a:lnTo>
                  <a:lnTo>
                    <a:pt x="3651731" y="37837"/>
                  </a:lnTo>
                  <a:lnTo>
                    <a:pt x="3580881" y="55407"/>
                  </a:lnTo>
                  <a:lnTo>
                    <a:pt x="3503983" y="76868"/>
                  </a:lnTo>
                  <a:lnTo>
                    <a:pt x="3424041" y="102173"/>
                  </a:lnTo>
                  <a:lnTo>
                    <a:pt x="3343765" y="131237"/>
                  </a:lnTo>
                  <a:lnTo>
                    <a:pt x="3265323" y="164005"/>
                  </a:lnTo>
                  <a:lnTo>
                    <a:pt x="3190253" y="200498"/>
                  </a:lnTo>
                  <a:lnTo>
                    <a:pt x="3119489" y="240845"/>
                  </a:lnTo>
                  <a:lnTo>
                    <a:pt x="3053446" y="285307"/>
                  </a:lnTo>
                  <a:lnTo>
                    <a:pt x="2992144" y="334272"/>
                  </a:lnTo>
                  <a:lnTo>
                    <a:pt x="2935318" y="388257"/>
                  </a:lnTo>
                  <a:lnTo>
                    <a:pt x="2882515" y="447893"/>
                  </a:lnTo>
                  <a:lnTo>
                    <a:pt x="2833171" y="513902"/>
                  </a:lnTo>
                  <a:lnTo>
                    <a:pt x="2786668" y="587048"/>
                  </a:lnTo>
                  <a:lnTo>
                    <a:pt x="2742381" y="668069"/>
                  </a:lnTo>
                  <a:lnTo>
                    <a:pt x="2699721" y="757552"/>
                  </a:lnTo>
                  <a:lnTo>
                    <a:pt x="2667772" y="832106"/>
                  </a:lnTo>
                  <a:lnTo>
                    <a:pt x="2640023" y="901988"/>
                  </a:lnTo>
                  <a:lnTo>
                    <a:pt x="2612508" y="975891"/>
                  </a:lnTo>
                  <a:lnTo>
                    <a:pt x="2585119" y="1053893"/>
                  </a:lnTo>
                  <a:lnTo>
                    <a:pt x="2557763" y="1136037"/>
                  </a:lnTo>
                  <a:lnTo>
                    <a:pt x="2530367" y="1222324"/>
                  </a:lnTo>
                  <a:lnTo>
                    <a:pt x="2502871" y="1312706"/>
                  </a:lnTo>
                  <a:lnTo>
                    <a:pt x="2475229" y="1407091"/>
                  </a:lnTo>
                  <a:lnTo>
                    <a:pt x="2447409" y="1505333"/>
                  </a:lnTo>
                  <a:lnTo>
                    <a:pt x="2419392" y="1607234"/>
                  </a:lnTo>
                  <a:lnTo>
                    <a:pt x="2391167" y="1712546"/>
                  </a:lnTo>
                  <a:lnTo>
                    <a:pt x="2362738" y="1820966"/>
                  </a:lnTo>
                  <a:lnTo>
                    <a:pt x="2334114" y="1932143"/>
                  </a:lnTo>
                  <a:lnTo>
                    <a:pt x="2305317" y="2045681"/>
                  </a:lnTo>
                  <a:lnTo>
                    <a:pt x="2276372" y="2161143"/>
                  </a:lnTo>
                  <a:lnTo>
                    <a:pt x="2247314" y="2278058"/>
                  </a:lnTo>
                  <a:lnTo>
                    <a:pt x="2218179" y="2395930"/>
                  </a:lnTo>
                  <a:lnTo>
                    <a:pt x="2189009" y="2514245"/>
                  </a:lnTo>
                  <a:lnTo>
                    <a:pt x="2159845" y="2632481"/>
                  </a:lnTo>
                  <a:lnTo>
                    <a:pt x="2130729" y="2750117"/>
                  </a:lnTo>
                  <a:lnTo>
                    <a:pt x="2101701" y="2866644"/>
                  </a:lnTo>
                  <a:lnTo>
                    <a:pt x="2072798" y="2981571"/>
                  </a:lnTo>
                  <a:lnTo>
                    <a:pt x="2044051" y="3094438"/>
                  </a:lnTo>
                  <a:lnTo>
                    <a:pt x="2015484" y="3204820"/>
                  </a:lnTo>
                  <a:lnTo>
                    <a:pt x="1987116" y="3312333"/>
                  </a:lnTo>
                  <a:lnTo>
                    <a:pt x="1958954" y="3416641"/>
                  </a:lnTo>
                  <a:lnTo>
                    <a:pt x="1930998" y="3517458"/>
                  </a:lnTo>
                  <a:lnTo>
                    <a:pt x="1903235" y="3614550"/>
                  </a:lnTo>
                  <a:lnTo>
                    <a:pt x="1875642" y="3707736"/>
                  </a:lnTo>
                  <a:lnTo>
                    <a:pt x="1848181" y="3796885"/>
                  </a:lnTo>
                  <a:lnTo>
                    <a:pt x="1820804" y="3881920"/>
                  </a:lnTo>
                  <a:lnTo>
                    <a:pt x="1793447" y="3962807"/>
                  </a:lnTo>
                  <a:lnTo>
                    <a:pt x="1766030" y="4039562"/>
                  </a:lnTo>
                  <a:lnTo>
                    <a:pt x="1738457" y="4112236"/>
                  </a:lnTo>
                  <a:lnTo>
                    <a:pt x="1719082" y="4160531"/>
                  </a:lnTo>
                  <a:lnTo>
                    <a:pt x="1677316" y="4256699"/>
                  </a:lnTo>
                  <a:lnTo>
                    <a:pt x="1634326" y="4344173"/>
                  </a:lnTo>
                  <a:lnTo>
                    <a:pt x="1589578" y="4423300"/>
                  </a:lnTo>
                  <a:lnTo>
                    <a:pt x="1542470" y="4494716"/>
                  </a:lnTo>
                  <a:lnTo>
                    <a:pt x="1492374" y="4559173"/>
                  </a:lnTo>
                  <a:lnTo>
                    <a:pt x="1438682" y="4617432"/>
                  </a:lnTo>
                  <a:lnTo>
                    <a:pt x="1380848" y="4670195"/>
                  </a:lnTo>
                  <a:lnTo>
                    <a:pt x="1318457" y="4718069"/>
                  </a:lnTo>
                  <a:lnTo>
                    <a:pt x="1251301" y="4761543"/>
                  </a:lnTo>
                  <a:lnTo>
                    <a:pt x="1179479" y="4800975"/>
                  </a:lnTo>
                  <a:lnTo>
                    <a:pt x="1103520" y="4836592"/>
                  </a:lnTo>
                  <a:lnTo>
                    <a:pt x="1024490" y="4868499"/>
                  </a:lnTo>
                  <a:lnTo>
                    <a:pt x="944076" y="4896695"/>
                  </a:lnTo>
                  <a:lnTo>
                    <a:pt x="864585" y="4921112"/>
                  </a:lnTo>
                  <a:lnTo>
                    <a:pt x="788823" y="4941669"/>
                  </a:lnTo>
                  <a:lnTo>
                    <a:pt x="719812" y="4958335"/>
                  </a:lnTo>
                  <a:lnTo>
                    <a:pt x="660372" y="4971198"/>
                  </a:lnTo>
                  <a:lnTo>
                    <a:pt x="612642" y="4980506"/>
                  </a:lnTo>
                  <a:lnTo>
                    <a:pt x="577654" y="4986683"/>
                  </a:lnTo>
                  <a:lnTo>
                    <a:pt x="555088" y="4990304"/>
                  </a:lnTo>
                  <a:lnTo>
                    <a:pt x="543232" y="4992039"/>
                  </a:lnTo>
                  <a:lnTo>
                    <a:pt x="539124" y="4992589"/>
                  </a:lnTo>
                  <a:lnTo>
                    <a:pt x="538736" y="4992637"/>
                  </a:lnTo>
                  <a:lnTo>
                    <a:pt x="0" y="4992637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94" name="pl2094"/>
            <p:cNvSpPr/>
            <p:nvPr/>
          </p:nvSpPr>
          <p:spPr>
            <a:xfrm>
              <a:off x="546595" y="990016"/>
              <a:ext cx="8234974" cy="4992637"/>
            </a:xfrm>
            <a:custGeom>
              <a:avLst/>
              <a:pathLst>
                <a:path w="8234974" h="4992637">
                  <a:moveTo>
                    <a:pt x="0" y="4992637"/>
                  </a:moveTo>
                  <a:lnTo>
                    <a:pt x="538736" y="4992637"/>
                  </a:lnTo>
                  <a:lnTo>
                    <a:pt x="539585" y="4992530"/>
                  </a:lnTo>
                  <a:lnTo>
                    <a:pt x="545173" y="4991766"/>
                  </a:lnTo>
                  <a:lnTo>
                    <a:pt x="559302" y="4989655"/>
                  </a:lnTo>
                  <a:lnTo>
                    <a:pt x="584657" y="4985496"/>
                  </a:lnTo>
                  <a:lnTo>
                    <a:pt x="622635" y="4978637"/>
                  </a:lnTo>
                  <a:lnTo>
                    <a:pt x="673231" y="4968533"/>
                  </a:lnTo>
                  <a:lnTo>
                    <a:pt x="735124" y="4954800"/>
                  </a:lnTo>
                  <a:lnTo>
                    <a:pt x="805974" y="4937230"/>
                  </a:lnTo>
                  <a:lnTo>
                    <a:pt x="882872" y="4915768"/>
                  </a:lnTo>
                  <a:lnTo>
                    <a:pt x="962813" y="4890464"/>
                  </a:lnTo>
                  <a:lnTo>
                    <a:pt x="1043089" y="4861399"/>
                  </a:lnTo>
                  <a:lnTo>
                    <a:pt x="1121532" y="4828632"/>
                  </a:lnTo>
                  <a:lnTo>
                    <a:pt x="1196601" y="4792139"/>
                  </a:lnTo>
                  <a:lnTo>
                    <a:pt x="1267366" y="4751791"/>
                  </a:lnTo>
                  <a:lnTo>
                    <a:pt x="1333408" y="4707330"/>
                  </a:lnTo>
                  <a:lnTo>
                    <a:pt x="1394710" y="4658365"/>
                  </a:lnTo>
                  <a:lnTo>
                    <a:pt x="1451536" y="4604380"/>
                  </a:lnTo>
                  <a:lnTo>
                    <a:pt x="1504339" y="4544744"/>
                  </a:lnTo>
                  <a:lnTo>
                    <a:pt x="1553684" y="4478735"/>
                  </a:lnTo>
                  <a:lnTo>
                    <a:pt x="1600187" y="4405589"/>
                  </a:lnTo>
                  <a:lnTo>
                    <a:pt x="1644473" y="4324568"/>
                  </a:lnTo>
                  <a:lnTo>
                    <a:pt x="1687134" y="4235085"/>
                  </a:lnTo>
                  <a:lnTo>
                    <a:pt x="1719082" y="4160531"/>
                  </a:lnTo>
                  <a:lnTo>
                    <a:pt x="1746832" y="4090649"/>
                  </a:lnTo>
                  <a:lnTo>
                    <a:pt x="1774346" y="4016746"/>
                  </a:lnTo>
                  <a:lnTo>
                    <a:pt x="1801736" y="3938744"/>
                  </a:lnTo>
                  <a:lnTo>
                    <a:pt x="1829092" y="3856599"/>
                  </a:lnTo>
                  <a:lnTo>
                    <a:pt x="1856488" y="3770313"/>
                  </a:lnTo>
                  <a:lnTo>
                    <a:pt x="1883984" y="3679931"/>
                  </a:lnTo>
                  <a:lnTo>
                    <a:pt x="1911626" y="3585546"/>
                  </a:lnTo>
                  <a:lnTo>
                    <a:pt x="1939445" y="3487304"/>
                  </a:lnTo>
                  <a:lnTo>
                    <a:pt x="1967463" y="3385402"/>
                  </a:lnTo>
                  <a:lnTo>
                    <a:pt x="1995687" y="3280091"/>
                  </a:lnTo>
                  <a:lnTo>
                    <a:pt x="2024117" y="3171671"/>
                  </a:lnTo>
                  <a:lnTo>
                    <a:pt x="2052740" y="3060494"/>
                  </a:lnTo>
                  <a:lnTo>
                    <a:pt x="2081538" y="2946956"/>
                  </a:lnTo>
                  <a:lnTo>
                    <a:pt x="2110482" y="2831494"/>
                  </a:lnTo>
                  <a:lnTo>
                    <a:pt x="2139541" y="2714579"/>
                  </a:lnTo>
                  <a:lnTo>
                    <a:pt x="2168675" y="2596707"/>
                  </a:lnTo>
                  <a:lnTo>
                    <a:pt x="2197846" y="2478391"/>
                  </a:lnTo>
                  <a:lnTo>
                    <a:pt x="2227010" y="2360156"/>
                  </a:lnTo>
                  <a:lnTo>
                    <a:pt x="2256126" y="2242519"/>
                  </a:lnTo>
                  <a:lnTo>
                    <a:pt x="2285153" y="2125993"/>
                  </a:lnTo>
                  <a:lnTo>
                    <a:pt x="2314057" y="2011066"/>
                  </a:lnTo>
                  <a:lnTo>
                    <a:pt x="2342804" y="1898198"/>
                  </a:lnTo>
                  <a:lnTo>
                    <a:pt x="2371370" y="1787817"/>
                  </a:lnTo>
                  <a:lnTo>
                    <a:pt x="2399739" y="1680304"/>
                  </a:lnTo>
                  <a:lnTo>
                    <a:pt x="2427900" y="1575995"/>
                  </a:lnTo>
                  <a:lnTo>
                    <a:pt x="2455856" y="1475178"/>
                  </a:lnTo>
                  <a:lnTo>
                    <a:pt x="2483619" y="1378086"/>
                  </a:lnTo>
                  <a:lnTo>
                    <a:pt x="2511213" y="1284901"/>
                  </a:lnTo>
                  <a:lnTo>
                    <a:pt x="2538673" y="1195752"/>
                  </a:lnTo>
                  <a:lnTo>
                    <a:pt x="2566050" y="1110717"/>
                  </a:lnTo>
                  <a:lnTo>
                    <a:pt x="2593408" y="1029830"/>
                  </a:lnTo>
                  <a:lnTo>
                    <a:pt x="2620825" y="953075"/>
                  </a:lnTo>
                  <a:lnTo>
                    <a:pt x="2648398" y="880401"/>
                  </a:lnTo>
                  <a:lnTo>
                    <a:pt x="2667772" y="832106"/>
                  </a:lnTo>
                  <a:lnTo>
                    <a:pt x="2709539" y="735938"/>
                  </a:lnTo>
                  <a:lnTo>
                    <a:pt x="2752528" y="648463"/>
                  </a:lnTo>
                  <a:lnTo>
                    <a:pt x="2797276" y="569337"/>
                  </a:lnTo>
                  <a:lnTo>
                    <a:pt x="2844385" y="497921"/>
                  </a:lnTo>
                  <a:lnTo>
                    <a:pt x="2894480" y="433464"/>
                  </a:lnTo>
                  <a:lnTo>
                    <a:pt x="2948173" y="375205"/>
                  </a:lnTo>
                  <a:lnTo>
                    <a:pt x="3006006" y="322442"/>
                  </a:lnTo>
                  <a:lnTo>
                    <a:pt x="3068397" y="274567"/>
                  </a:lnTo>
                  <a:lnTo>
                    <a:pt x="3135554" y="231094"/>
                  </a:lnTo>
                  <a:lnTo>
                    <a:pt x="3207375" y="191662"/>
                  </a:lnTo>
                  <a:lnTo>
                    <a:pt x="3283334" y="156044"/>
                  </a:lnTo>
                  <a:lnTo>
                    <a:pt x="3362365" y="124137"/>
                  </a:lnTo>
                  <a:lnTo>
                    <a:pt x="3442779" y="95942"/>
                  </a:lnTo>
                  <a:lnTo>
                    <a:pt x="3522269" y="71525"/>
                  </a:lnTo>
                  <a:lnTo>
                    <a:pt x="3598031" y="50968"/>
                  </a:lnTo>
                  <a:lnTo>
                    <a:pt x="3667042" y="34301"/>
                  </a:lnTo>
                  <a:lnTo>
                    <a:pt x="3726482" y="21438"/>
                  </a:lnTo>
                  <a:lnTo>
                    <a:pt x="3774213" y="12131"/>
                  </a:lnTo>
                  <a:lnTo>
                    <a:pt x="3809200" y="5954"/>
                  </a:lnTo>
                  <a:lnTo>
                    <a:pt x="3831766" y="2333"/>
                  </a:lnTo>
                  <a:lnTo>
                    <a:pt x="3843623" y="598"/>
                  </a:lnTo>
                  <a:lnTo>
                    <a:pt x="3847731" y="4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6" y="53"/>
                  </a:lnTo>
                  <a:lnTo>
                    <a:pt x="4396275" y="439"/>
                  </a:lnTo>
                  <a:lnTo>
                    <a:pt x="4416669" y="1505"/>
                  </a:lnTo>
                  <a:lnTo>
                    <a:pt x="4452623" y="3597"/>
                  </a:lnTo>
                  <a:lnTo>
                    <a:pt x="4505187" y="7019"/>
                  </a:lnTo>
                  <a:lnTo>
                    <a:pt x="4573089" y="11995"/>
                  </a:lnTo>
                  <a:lnTo>
                    <a:pt x="4653164" y="18648"/>
                  </a:lnTo>
                  <a:lnTo>
                    <a:pt x="4741160" y="27013"/>
                  </a:lnTo>
                  <a:lnTo>
                    <a:pt x="4832647" y="37066"/>
                  </a:lnTo>
                  <a:lnTo>
                    <a:pt x="4923751" y="48764"/>
                  </a:lnTo>
                  <a:lnTo>
                    <a:pt x="5011564" y="62093"/>
                  </a:lnTo>
                  <a:lnTo>
                    <a:pt x="5094243" y="77087"/>
                  </a:lnTo>
                  <a:lnTo>
                    <a:pt x="5170892" y="93853"/>
                  </a:lnTo>
                  <a:lnTo>
                    <a:pt x="5241354" y="112570"/>
                  </a:lnTo>
                  <a:lnTo>
                    <a:pt x="5305981" y="133491"/>
                  </a:lnTo>
                  <a:lnTo>
                    <a:pt x="5365454" y="156936"/>
                  </a:lnTo>
                  <a:lnTo>
                    <a:pt x="5420627" y="183272"/>
                  </a:lnTo>
                  <a:lnTo>
                    <a:pt x="5472426" y="212883"/>
                  </a:lnTo>
                  <a:lnTo>
                    <a:pt x="5521761" y="246109"/>
                  </a:lnTo>
                  <a:lnTo>
                    <a:pt x="5567201" y="281300"/>
                  </a:lnTo>
                  <a:lnTo>
                    <a:pt x="5609651" y="318082"/>
                  </a:lnTo>
                  <a:lnTo>
                    <a:pt x="5651687" y="358094"/>
                  </a:lnTo>
                  <a:lnTo>
                    <a:pt x="5693652" y="401395"/>
                  </a:lnTo>
                  <a:lnTo>
                    <a:pt x="5735796" y="447968"/>
                  </a:lnTo>
                  <a:lnTo>
                    <a:pt x="5778291" y="497705"/>
                  </a:lnTo>
                  <a:lnTo>
                    <a:pt x="5821236" y="550404"/>
                  </a:lnTo>
                  <a:lnTo>
                    <a:pt x="5864666" y="605763"/>
                  </a:lnTo>
                  <a:lnTo>
                    <a:pt x="5908558" y="663388"/>
                  </a:lnTo>
                  <a:lnTo>
                    <a:pt x="5952843" y="722797"/>
                  </a:lnTo>
                  <a:lnTo>
                    <a:pt x="5997410" y="783434"/>
                  </a:lnTo>
                  <a:lnTo>
                    <a:pt x="6042125" y="844696"/>
                  </a:lnTo>
                  <a:lnTo>
                    <a:pt x="6086837" y="905949"/>
                  </a:lnTo>
                  <a:lnTo>
                    <a:pt x="6131399" y="966562"/>
                  </a:lnTo>
                  <a:lnTo>
                    <a:pt x="6175675" y="1025931"/>
                  </a:lnTo>
                  <a:lnTo>
                    <a:pt x="6219556" y="1083503"/>
                  </a:lnTo>
                  <a:lnTo>
                    <a:pt x="6262973" y="1138799"/>
                  </a:lnTo>
                  <a:lnTo>
                    <a:pt x="6305905" y="1191424"/>
                  </a:lnTo>
                  <a:lnTo>
                    <a:pt x="6348390" y="1241081"/>
                  </a:lnTo>
                  <a:lnTo>
                    <a:pt x="6390527" y="1287570"/>
                  </a:lnTo>
                  <a:lnTo>
                    <a:pt x="6432490" y="1330787"/>
                  </a:lnTo>
                  <a:lnTo>
                    <a:pt x="6474532" y="1370714"/>
                  </a:lnTo>
                  <a:lnTo>
                    <a:pt x="6515891" y="1406504"/>
                  </a:lnTo>
                  <a:lnTo>
                    <a:pt x="6563637" y="1443363"/>
                  </a:lnTo>
                  <a:lnTo>
                    <a:pt x="6613069" y="1476411"/>
                  </a:lnTo>
                  <a:lnTo>
                    <a:pt x="6665008" y="1505857"/>
                  </a:lnTo>
                  <a:lnTo>
                    <a:pt x="6720365" y="1532047"/>
                  </a:lnTo>
                  <a:lnTo>
                    <a:pt x="6780064" y="1555364"/>
                  </a:lnTo>
                  <a:lnTo>
                    <a:pt x="6844956" y="1576174"/>
                  </a:lnTo>
                  <a:lnTo>
                    <a:pt x="6915707" y="1594792"/>
                  </a:lnTo>
                  <a:lnTo>
                    <a:pt x="6992653" y="1611470"/>
                  </a:lnTo>
                  <a:lnTo>
                    <a:pt x="7075603" y="1626383"/>
                  </a:lnTo>
                  <a:lnTo>
                    <a:pt x="7163623" y="1639634"/>
                  </a:lnTo>
                  <a:lnTo>
                    <a:pt x="7254819" y="1651255"/>
                  </a:lnTo>
                  <a:lnTo>
                    <a:pt x="7346234" y="1661228"/>
                  </a:lnTo>
                  <a:lnTo>
                    <a:pt x="7433955" y="1669512"/>
                  </a:lnTo>
                  <a:lnTo>
                    <a:pt x="7513543" y="1676084"/>
                  </a:lnTo>
                  <a:lnTo>
                    <a:pt x="7580774" y="1680982"/>
                  </a:lnTo>
                  <a:lnTo>
                    <a:pt x="7632558" y="1684335"/>
                  </a:lnTo>
                  <a:lnTo>
                    <a:pt x="7667729" y="1686371"/>
                  </a:lnTo>
                  <a:lnTo>
                    <a:pt x="7687448" y="1687397"/>
                  </a:lnTo>
                  <a:lnTo>
                    <a:pt x="7695154" y="1687759"/>
                  </a:lnTo>
                  <a:lnTo>
                    <a:pt x="7696237" y="1687805"/>
                  </a:lnTo>
                  <a:lnTo>
                    <a:pt x="8234974" y="16878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5" name="pl2095"/>
            <p:cNvSpPr/>
            <p:nvPr/>
          </p:nvSpPr>
          <p:spPr>
            <a:xfrm>
              <a:off x="546595" y="984572"/>
              <a:ext cx="8234974" cy="4992637"/>
            </a:xfrm>
            <a:custGeom>
              <a:avLst/>
              <a:pathLst>
                <a:path w="8234974" h="4992637">
                  <a:moveTo>
                    <a:pt x="8234974" y="1687805"/>
                  </a:moveTo>
                  <a:lnTo>
                    <a:pt x="7696237" y="1687805"/>
                  </a:lnTo>
                  <a:lnTo>
                    <a:pt x="7694986" y="1687751"/>
                  </a:lnTo>
                  <a:lnTo>
                    <a:pt x="7686817" y="1687366"/>
                  </a:lnTo>
                  <a:lnTo>
                    <a:pt x="7666423" y="1686300"/>
                  </a:lnTo>
                  <a:lnTo>
                    <a:pt x="7630469" y="1684208"/>
                  </a:lnTo>
                  <a:lnTo>
                    <a:pt x="7577906" y="1680785"/>
                  </a:lnTo>
                  <a:lnTo>
                    <a:pt x="7510004" y="1675810"/>
                  </a:lnTo>
                  <a:lnTo>
                    <a:pt x="7429928" y="1669156"/>
                  </a:lnTo>
                  <a:lnTo>
                    <a:pt x="7341932" y="1660791"/>
                  </a:lnTo>
                  <a:lnTo>
                    <a:pt x="7250445" y="1650739"/>
                  </a:lnTo>
                  <a:lnTo>
                    <a:pt x="7159342" y="1639040"/>
                  </a:lnTo>
                  <a:lnTo>
                    <a:pt x="7071529" y="1625712"/>
                  </a:lnTo>
                  <a:lnTo>
                    <a:pt x="6988850" y="1610717"/>
                  </a:lnTo>
                  <a:lnTo>
                    <a:pt x="6912200" y="1593952"/>
                  </a:lnTo>
                  <a:lnTo>
                    <a:pt x="6841739" y="1575235"/>
                  </a:lnTo>
                  <a:lnTo>
                    <a:pt x="6777111" y="1554313"/>
                  </a:lnTo>
                  <a:lnTo>
                    <a:pt x="6717639" y="1530868"/>
                  </a:lnTo>
                  <a:lnTo>
                    <a:pt x="6662466" y="1504532"/>
                  </a:lnTo>
                  <a:lnTo>
                    <a:pt x="6610667" y="1474922"/>
                  </a:lnTo>
                  <a:lnTo>
                    <a:pt x="6561332" y="1441696"/>
                  </a:lnTo>
                  <a:lnTo>
                    <a:pt x="6515891" y="1406504"/>
                  </a:lnTo>
                  <a:lnTo>
                    <a:pt x="6473441" y="1369723"/>
                  </a:lnTo>
                  <a:lnTo>
                    <a:pt x="6431405" y="1329711"/>
                  </a:lnTo>
                  <a:lnTo>
                    <a:pt x="6389440" y="1286409"/>
                  </a:lnTo>
                  <a:lnTo>
                    <a:pt x="6347296" y="1239836"/>
                  </a:lnTo>
                  <a:lnTo>
                    <a:pt x="6304801" y="1190099"/>
                  </a:lnTo>
                  <a:lnTo>
                    <a:pt x="6261856" y="1137401"/>
                  </a:lnTo>
                  <a:lnTo>
                    <a:pt x="6218427" y="1082041"/>
                  </a:lnTo>
                  <a:lnTo>
                    <a:pt x="6174534" y="1024416"/>
                  </a:lnTo>
                  <a:lnTo>
                    <a:pt x="6130250" y="965008"/>
                  </a:lnTo>
                  <a:lnTo>
                    <a:pt x="6085682" y="904370"/>
                  </a:lnTo>
                  <a:lnTo>
                    <a:pt x="6040968" y="843109"/>
                  </a:lnTo>
                  <a:lnTo>
                    <a:pt x="5996255" y="781856"/>
                  </a:lnTo>
                  <a:lnTo>
                    <a:pt x="5951693" y="721243"/>
                  </a:lnTo>
                  <a:lnTo>
                    <a:pt x="5907418" y="661874"/>
                  </a:lnTo>
                  <a:lnTo>
                    <a:pt x="5863537" y="604301"/>
                  </a:lnTo>
                  <a:lnTo>
                    <a:pt x="5820120" y="549006"/>
                  </a:lnTo>
                  <a:lnTo>
                    <a:pt x="5777187" y="496381"/>
                  </a:lnTo>
                  <a:lnTo>
                    <a:pt x="5734703" y="446723"/>
                  </a:lnTo>
                  <a:lnTo>
                    <a:pt x="5692565" y="400234"/>
                  </a:lnTo>
                  <a:lnTo>
                    <a:pt x="5650602" y="357018"/>
                  </a:lnTo>
                  <a:lnTo>
                    <a:pt x="5608560" y="317091"/>
                  </a:lnTo>
                  <a:lnTo>
                    <a:pt x="5567201" y="281300"/>
                  </a:lnTo>
                  <a:lnTo>
                    <a:pt x="5519456" y="244441"/>
                  </a:lnTo>
                  <a:lnTo>
                    <a:pt x="5470023" y="211394"/>
                  </a:lnTo>
                  <a:lnTo>
                    <a:pt x="5418085" y="181948"/>
                  </a:lnTo>
                  <a:lnTo>
                    <a:pt x="5362728" y="155758"/>
                  </a:lnTo>
                  <a:lnTo>
                    <a:pt x="5303028" y="132441"/>
                  </a:lnTo>
                  <a:lnTo>
                    <a:pt x="5238136" y="111631"/>
                  </a:lnTo>
                  <a:lnTo>
                    <a:pt x="5167385" y="93012"/>
                  </a:lnTo>
                  <a:lnTo>
                    <a:pt x="5090440" y="76335"/>
                  </a:lnTo>
                  <a:lnTo>
                    <a:pt x="5007489" y="61421"/>
                  </a:lnTo>
                  <a:lnTo>
                    <a:pt x="4919470" y="48170"/>
                  </a:lnTo>
                  <a:lnTo>
                    <a:pt x="4828274" y="36550"/>
                  </a:lnTo>
                  <a:lnTo>
                    <a:pt x="4736859" y="26577"/>
                  </a:lnTo>
                  <a:lnTo>
                    <a:pt x="4649137" y="18293"/>
                  </a:lnTo>
                  <a:lnTo>
                    <a:pt x="4569550" y="11720"/>
                  </a:lnTo>
                  <a:lnTo>
                    <a:pt x="4502318" y="6822"/>
                  </a:lnTo>
                  <a:lnTo>
                    <a:pt x="4450534" y="3469"/>
                  </a:lnTo>
                  <a:lnTo>
                    <a:pt x="4415364" y="1434"/>
                  </a:lnTo>
                  <a:lnTo>
                    <a:pt x="4395644" y="408"/>
                  </a:lnTo>
                  <a:lnTo>
                    <a:pt x="4387939" y="4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70" y="107"/>
                  </a:lnTo>
                  <a:lnTo>
                    <a:pt x="3841681" y="871"/>
                  </a:lnTo>
                  <a:lnTo>
                    <a:pt x="3827553" y="2982"/>
                  </a:lnTo>
                  <a:lnTo>
                    <a:pt x="3802197" y="7141"/>
                  </a:lnTo>
                  <a:lnTo>
                    <a:pt x="3764219" y="14000"/>
                  </a:lnTo>
                  <a:lnTo>
                    <a:pt x="3713623" y="24104"/>
                  </a:lnTo>
                  <a:lnTo>
                    <a:pt x="3651731" y="37837"/>
                  </a:lnTo>
                  <a:lnTo>
                    <a:pt x="3580881" y="55407"/>
                  </a:lnTo>
                  <a:lnTo>
                    <a:pt x="3503983" y="76868"/>
                  </a:lnTo>
                  <a:lnTo>
                    <a:pt x="3424041" y="102173"/>
                  </a:lnTo>
                  <a:lnTo>
                    <a:pt x="3343765" y="131237"/>
                  </a:lnTo>
                  <a:lnTo>
                    <a:pt x="3265323" y="164005"/>
                  </a:lnTo>
                  <a:lnTo>
                    <a:pt x="3190253" y="200498"/>
                  </a:lnTo>
                  <a:lnTo>
                    <a:pt x="3119489" y="240845"/>
                  </a:lnTo>
                  <a:lnTo>
                    <a:pt x="3053446" y="285307"/>
                  </a:lnTo>
                  <a:lnTo>
                    <a:pt x="2992144" y="334272"/>
                  </a:lnTo>
                  <a:lnTo>
                    <a:pt x="2935318" y="388257"/>
                  </a:lnTo>
                  <a:lnTo>
                    <a:pt x="2882515" y="447893"/>
                  </a:lnTo>
                  <a:lnTo>
                    <a:pt x="2833171" y="513902"/>
                  </a:lnTo>
                  <a:lnTo>
                    <a:pt x="2786668" y="587048"/>
                  </a:lnTo>
                  <a:lnTo>
                    <a:pt x="2742381" y="668069"/>
                  </a:lnTo>
                  <a:lnTo>
                    <a:pt x="2699721" y="757552"/>
                  </a:lnTo>
                  <a:lnTo>
                    <a:pt x="2667772" y="832106"/>
                  </a:lnTo>
                  <a:lnTo>
                    <a:pt x="2640023" y="901988"/>
                  </a:lnTo>
                  <a:lnTo>
                    <a:pt x="2612508" y="975891"/>
                  </a:lnTo>
                  <a:lnTo>
                    <a:pt x="2585119" y="1053893"/>
                  </a:lnTo>
                  <a:lnTo>
                    <a:pt x="2557763" y="1136037"/>
                  </a:lnTo>
                  <a:lnTo>
                    <a:pt x="2530367" y="1222324"/>
                  </a:lnTo>
                  <a:lnTo>
                    <a:pt x="2502871" y="1312706"/>
                  </a:lnTo>
                  <a:lnTo>
                    <a:pt x="2475229" y="1407091"/>
                  </a:lnTo>
                  <a:lnTo>
                    <a:pt x="2447409" y="1505333"/>
                  </a:lnTo>
                  <a:lnTo>
                    <a:pt x="2419392" y="1607234"/>
                  </a:lnTo>
                  <a:lnTo>
                    <a:pt x="2391167" y="1712546"/>
                  </a:lnTo>
                  <a:lnTo>
                    <a:pt x="2362738" y="1820966"/>
                  </a:lnTo>
                  <a:lnTo>
                    <a:pt x="2334114" y="1932143"/>
                  </a:lnTo>
                  <a:lnTo>
                    <a:pt x="2305317" y="2045681"/>
                  </a:lnTo>
                  <a:lnTo>
                    <a:pt x="2276372" y="2161143"/>
                  </a:lnTo>
                  <a:lnTo>
                    <a:pt x="2247314" y="2278058"/>
                  </a:lnTo>
                  <a:lnTo>
                    <a:pt x="2218179" y="2395930"/>
                  </a:lnTo>
                  <a:lnTo>
                    <a:pt x="2189009" y="2514245"/>
                  </a:lnTo>
                  <a:lnTo>
                    <a:pt x="2159845" y="2632481"/>
                  </a:lnTo>
                  <a:lnTo>
                    <a:pt x="2130729" y="2750117"/>
                  </a:lnTo>
                  <a:lnTo>
                    <a:pt x="2101701" y="2866644"/>
                  </a:lnTo>
                  <a:lnTo>
                    <a:pt x="2072798" y="2981571"/>
                  </a:lnTo>
                  <a:lnTo>
                    <a:pt x="2044051" y="3094438"/>
                  </a:lnTo>
                  <a:lnTo>
                    <a:pt x="2015484" y="3204820"/>
                  </a:lnTo>
                  <a:lnTo>
                    <a:pt x="1987116" y="3312333"/>
                  </a:lnTo>
                  <a:lnTo>
                    <a:pt x="1958954" y="3416641"/>
                  </a:lnTo>
                  <a:lnTo>
                    <a:pt x="1930998" y="3517458"/>
                  </a:lnTo>
                  <a:lnTo>
                    <a:pt x="1903235" y="3614550"/>
                  </a:lnTo>
                  <a:lnTo>
                    <a:pt x="1875642" y="3707736"/>
                  </a:lnTo>
                  <a:lnTo>
                    <a:pt x="1848181" y="3796885"/>
                  </a:lnTo>
                  <a:lnTo>
                    <a:pt x="1820804" y="3881920"/>
                  </a:lnTo>
                  <a:lnTo>
                    <a:pt x="1793447" y="3962807"/>
                  </a:lnTo>
                  <a:lnTo>
                    <a:pt x="1766030" y="4039562"/>
                  </a:lnTo>
                  <a:lnTo>
                    <a:pt x="1738457" y="4112236"/>
                  </a:lnTo>
                  <a:lnTo>
                    <a:pt x="1719082" y="4160531"/>
                  </a:lnTo>
                  <a:lnTo>
                    <a:pt x="1677316" y="4256699"/>
                  </a:lnTo>
                  <a:lnTo>
                    <a:pt x="1634326" y="4344173"/>
                  </a:lnTo>
                  <a:lnTo>
                    <a:pt x="1589578" y="4423300"/>
                  </a:lnTo>
                  <a:lnTo>
                    <a:pt x="1542470" y="4494716"/>
                  </a:lnTo>
                  <a:lnTo>
                    <a:pt x="1492374" y="4559173"/>
                  </a:lnTo>
                  <a:lnTo>
                    <a:pt x="1438682" y="4617432"/>
                  </a:lnTo>
                  <a:lnTo>
                    <a:pt x="1380848" y="4670195"/>
                  </a:lnTo>
                  <a:lnTo>
                    <a:pt x="1318457" y="4718069"/>
                  </a:lnTo>
                  <a:lnTo>
                    <a:pt x="1251301" y="4761543"/>
                  </a:lnTo>
                  <a:lnTo>
                    <a:pt x="1179479" y="4800975"/>
                  </a:lnTo>
                  <a:lnTo>
                    <a:pt x="1103520" y="4836592"/>
                  </a:lnTo>
                  <a:lnTo>
                    <a:pt x="1024490" y="4868499"/>
                  </a:lnTo>
                  <a:lnTo>
                    <a:pt x="944076" y="4896695"/>
                  </a:lnTo>
                  <a:lnTo>
                    <a:pt x="864585" y="4921112"/>
                  </a:lnTo>
                  <a:lnTo>
                    <a:pt x="788823" y="4941669"/>
                  </a:lnTo>
                  <a:lnTo>
                    <a:pt x="719812" y="4958335"/>
                  </a:lnTo>
                  <a:lnTo>
                    <a:pt x="660372" y="4971198"/>
                  </a:lnTo>
                  <a:lnTo>
                    <a:pt x="612642" y="4980506"/>
                  </a:lnTo>
                  <a:lnTo>
                    <a:pt x="577654" y="4986683"/>
                  </a:lnTo>
                  <a:lnTo>
                    <a:pt x="555088" y="4990304"/>
                  </a:lnTo>
                  <a:lnTo>
                    <a:pt x="543232" y="4992039"/>
                  </a:lnTo>
                  <a:lnTo>
                    <a:pt x="539124" y="4992589"/>
                  </a:lnTo>
                  <a:lnTo>
                    <a:pt x="538736" y="4992637"/>
                  </a:lnTo>
                  <a:lnTo>
                    <a:pt x="0" y="4992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6" name="pg2096"/>
            <p:cNvSpPr/>
            <p:nvPr/>
          </p:nvSpPr>
          <p:spPr>
            <a:xfrm>
              <a:off x="546595" y="3097051"/>
              <a:ext cx="8234974" cy="2912825"/>
            </a:xfrm>
            <a:custGeom>
              <a:avLst/>
              <a:pathLst>
                <a:path w="8234974" h="2912825">
                  <a:moveTo>
                    <a:pt x="0" y="2912825"/>
                  </a:moveTo>
                  <a:lnTo>
                    <a:pt x="538736" y="2912825"/>
                  </a:lnTo>
                  <a:lnTo>
                    <a:pt x="539898" y="2912739"/>
                  </a:lnTo>
                  <a:lnTo>
                    <a:pt x="547499" y="2912124"/>
                  </a:lnTo>
                  <a:lnTo>
                    <a:pt x="566524" y="2910423"/>
                  </a:lnTo>
                  <a:lnTo>
                    <a:pt x="600192" y="2907081"/>
                  </a:lnTo>
                  <a:lnTo>
                    <a:pt x="649666" y="2901604"/>
                  </a:lnTo>
                  <a:lnTo>
                    <a:pt x="713996" y="2893618"/>
                  </a:lnTo>
                  <a:lnTo>
                    <a:pt x="790442" y="2882904"/>
                  </a:lnTo>
                  <a:lnTo>
                    <a:pt x="875159" y="2869385"/>
                  </a:lnTo>
                  <a:lnTo>
                    <a:pt x="964007" y="2853091"/>
                  </a:lnTo>
                  <a:lnTo>
                    <a:pt x="1053238" y="2834086"/>
                  </a:lnTo>
                  <a:lnTo>
                    <a:pt x="1139927" y="2812411"/>
                  </a:lnTo>
                  <a:lnTo>
                    <a:pt x="1222111" y="2788035"/>
                  </a:lnTo>
                  <a:lnTo>
                    <a:pt x="1298729" y="2760821"/>
                  </a:lnTo>
                  <a:lnTo>
                    <a:pt x="1369445" y="2730520"/>
                  </a:lnTo>
                  <a:lnTo>
                    <a:pt x="1434451" y="2696765"/>
                  </a:lnTo>
                  <a:lnTo>
                    <a:pt x="1494288" y="2659082"/>
                  </a:lnTo>
                  <a:lnTo>
                    <a:pt x="1549700" y="2616909"/>
                  </a:lnTo>
                  <a:lnTo>
                    <a:pt x="1601529" y="2569636"/>
                  </a:lnTo>
                  <a:lnTo>
                    <a:pt x="1650635" y="2516672"/>
                  </a:lnTo>
                  <a:lnTo>
                    <a:pt x="1697823" y="2457567"/>
                  </a:lnTo>
                  <a:lnTo>
                    <a:pt x="1719082" y="2428262"/>
                  </a:lnTo>
                  <a:lnTo>
                    <a:pt x="1754180" y="2376332"/>
                  </a:lnTo>
                  <a:lnTo>
                    <a:pt x="1788950" y="2320627"/>
                  </a:lnTo>
                  <a:lnTo>
                    <a:pt x="1823599" y="2261069"/>
                  </a:lnTo>
                  <a:lnTo>
                    <a:pt x="1858290" y="2197641"/>
                  </a:lnTo>
                  <a:lnTo>
                    <a:pt x="1893146" y="2130394"/>
                  </a:lnTo>
                  <a:lnTo>
                    <a:pt x="1928253" y="2059451"/>
                  </a:lnTo>
                  <a:lnTo>
                    <a:pt x="1963666" y="1985013"/>
                  </a:lnTo>
                  <a:lnTo>
                    <a:pt x="1999410" y="1907358"/>
                  </a:lnTo>
                  <a:lnTo>
                    <a:pt x="2035480" y="1826843"/>
                  </a:lnTo>
                  <a:lnTo>
                    <a:pt x="2071849" y="1743898"/>
                  </a:lnTo>
                  <a:lnTo>
                    <a:pt x="2108469" y="1659016"/>
                  </a:lnTo>
                  <a:lnTo>
                    <a:pt x="2145276" y="1572746"/>
                  </a:lnTo>
                  <a:lnTo>
                    <a:pt x="2182192" y="1485678"/>
                  </a:lnTo>
                  <a:lnTo>
                    <a:pt x="2219134" y="1398421"/>
                  </a:lnTo>
                  <a:lnTo>
                    <a:pt x="2256017" y="1311593"/>
                  </a:lnTo>
                  <a:lnTo>
                    <a:pt x="2292759" y="1225800"/>
                  </a:lnTo>
                  <a:lnTo>
                    <a:pt x="2329288" y="1141614"/>
                  </a:lnTo>
                  <a:lnTo>
                    <a:pt x="2365545" y="1059565"/>
                  </a:lnTo>
                  <a:lnTo>
                    <a:pt x="2401489" y="980123"/>
                  </a:lnTo>
                  <a:lnTo>
                    <a:pt x="2437102" y="903690"/>
                  </a:lnTo>
                  <a:lnTo>
                    <a:pt x="2472391" y="830593"/>
                  </a:lnTo>
                  <a:lnTo>
                    <a:pt x="2507392" y="761079"/>
                  </a:lnTo>
                  <a:lnTo>
                    <a:pt x="2542171" y="695318"/>
                  </a:lnTo>
                  <a:lnTo>
                    <a:pt x="2576828" y="633404"/>
                  </a:lnTo>
                  <a:lnTo>
                    <a:pt x="2611503" y="575360"/>
                  </a:lnTo>
                  <a:lnTo>
                    <a:pt x="2646374" y="521147"/>
                  </a:lnTo>
                  <a:lnTo>
                    <a:pt x="2667772" y="490008"/>
                  </a:lnTo>
                  <a:lnTo>
                    <a:pt x="2714316" y="428010"/>
                  </a:lnTo>
                  <a:lnTo>
                    <a:pt x="2762445" y="372262"/>
                  </a:lnTo>
                  <a:lnTo>
                    <a:pt x="2812916" y="322439"/>
                  </a:lnTo>
                  <a:lnTo>
                    <a:pt x="2866572" y="277996"/>
                  </a:lnTo>
                  <a:lnTo>
                    <a:pt x="2924273" y="238321"/>
                  </a:lnTo>
                  <a:lnTo>
                    <a:pt x="2986818" y="202824"/>
                  </a:lnTo>
                  <a:lnTo>
                    <a:pt x="3054859" y="170986"/>
                  </a:lnTo>
                  <a:lnTo>
                    <a:pt x="3128766" y="142391"/>
                  </a:lnTo>
                  <a:lnTo>
                    <a:pt x="3208473" y="116732"/>
                  </a:lnTo>
                  <a:lnTo>
                    <a:pt x="3293276" y="93824"/>
                  </a:lnTo>
                  <a:lnTo>
                    <a:pt x="3381643" y="73589"/>
                  </a:lnTo>
                  <a:lnTo>
                    <a:pt x="3471089" y="56040"/>
                  </a:lnTo>
                  <a:lnTo>
                    <a:pt x="3558211" y="41237"/>
                  </a:lnTo>
                  <a:lnTo>
                    <a:pt x="3638976" y="29234"/>
                  </a:lnTo>
                  <a:lnTo>
                    <a:pt x="3709306" y="20011"/>
                  </a:lnTo>
                  <a:lnTo>
                    <a:pt x="3765854" y="13417"/>
                  </a:lnTo>
                  <a:lnTo>
                    <a:pt x="3806780" y="9148"/>
                  </a:lnTo>
                  <a:lnTo>
                    <a:pt x="3832260" y="6759"/>
                  </a:lnTo>
                  <a:lnTo>
                    <a:pt x="3844598" y="571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2"/>
                  </a:lnTo>
                  <a:lnTo>
                    <a:pt x="4396649" y="5510"/>
                  </a:lnTo>
                  <a:lnTo>
                    <a:pt x="4417817" y="5672"/>
                  </a:lnTo>
                  <a:lnTo>
                    <a:pt x="4455058" y="5988"/>
                  </a:lnTo>
                  <a:lnTo>
                    <a:pt x="4509346" y="6505"/>
                  </a:lnTo>
                  <a:lnTo>
                    <a:pt x="4579221" y="7255"/>
                  </a:lnTo>
                  <a:lnTo>
                    <a:pt x="4661273" y="8256"/>
                  </a:lnTo>
                  <a:lnTo>
                    <a:pt x="4751024" y="9512"/>
                  </a:lnTo>
                  <a:lnTo>
                    <a:pt x="4843890" y="11020"/>
                  </a:lnTo>
                  <a:lnTo>
                    <a:pt x="4935941" y="12772"/>
                  </a:lnTo>
                  <a:lnTo>
                    <a:pt x="5024294" y="14768"/>
                  </a:lnTo>
                  <a:lnTo>
                    <a:pt x="5107179" y="17013"/>
                  </a:lnTo>
                  <a:lnTo>
                    <a:pt x="5183799" y="19527"/>
                  </a:lnTo>
                  <a:lnTo>
                    <a:pt x="5254094" y="22337"/>
                  </a:lnTo>
                  <a:lnTo>
                    <a:pt x="5318509" y="25485"/>
                  </a:lnTo>
                  <a:lnTo>
                    <a:pt x="5377797" y="29020"/>
                  </a:lnTo>
                  <a:lnTo>
                    <a:pt x="5432872" y="32998"/>
                  </a:lnTo>
                  <a:lnTo>
                    <a:pt x="5484700" y="37477"/>
                  </a:lnTo>
                  <a:lnTo>
                    <a:pt x="5534214" y="42506"/>
                  </a:lnTo>
                  <a:lnTo>
                    <a:pt x="5567201" y="46278"/>
                  </a:lnTo>
                  <a:lnTo>
                    <a:pt x="5619615" y="52948"/>
                  </a:lnTo>
                  <a:lnTo>
                    <a:pt x="5671526" y="60339"/>
                  </a:lnTo>
                  <a:lnTo>
                    <a:pt x="5723520" y="68459"/>
                  </a:lnTo>
                  <a:lnTo>
                    <a:pt x="5775982" y="77290"/>
                  </a:lnTo>
                  <a:lnTo>
                    <a:pt x="5829121" y="86780"/>
                  </a:lnTo>
                  <a:lnTo>
                    <a:pt x="5882997" y="96845"/>
                  </a:lnTo>
                  <a:lnTo>
                    <a:pt x="5937541" y="107369"/>
                  </a:lnTo>
                  <a:lnTo>
                    <a:pt x="5992578" y="118210"/>
                  </a:lnTo>
                  <a:lnTo>
                    <a:pt x="6047864" y="129204"/>
                  </a:lnTo>
                  <a:lnTo>
                    <a:pt x="6103117" y="140178"/>
                  </a:lnTo>
                  <a:lnTo>
                    <a:pt x="6158061" y="150960"/>
                  </a:lnTo>
                  <a:lnTo>
                    <a:pt x="6212465" y="161391"/>
                  </a:lnTo>
                  <a:lnTo>
                    <a:pt x="6266174" y="171334"/>
                  </a:lnTo>
                  <a:lnTo>
                    <a:pt x="6319148" y="180680"/>
                  </a:lnTo>
                  <a:lnTo>
                    <a:pt x="6371478" y="189352"/>
                  </a:lnTo>
                  <a:lnTo>
                    <a:pt x="6423413" y="197306"/>
                  </a:lnTo>
                  <a:lnTo>
                    <a:pt x="6475380" y="204530"/>
                  </a:lnTo>
                  <a:lnTo>
                    <a:pt x="6515891" y="209614"/>
                  </a:lnTo>
                  <a:lnTo>
                    <a:pt x="6564296" y="215034"/>
                  </a:lnTo>
                  <a:lnTo>
                    <a:pt x="6614445" y="219885"/>
                  </a:lnTo>
                  <a:lnTo>
                    <a:pt x="6667194" y="224200"/>
                  </a:lnTo>
                  <a:lnTo>
                    <a:pt x="6723493" y="228032"/>
                  </a:lnTo>
                  <a:lnTo>
                    <a:pt x="6784305" y="231439"/>
                  </a:lnTo>
                  <a:lnTo>
                    <a:pt x="6850504" y="234475"/>
                  </a:lnTo>
                  <a:lnTo>
                    <a:pt x="6922766" y="237188"/>
                  </a:lnTo>
                  <a:lnTo>
                    <a:pt x="7001398" y="239615"/>
                  </a:lnTo>
                  <a:lnTo>
                    <a:pt x="7086135" y="241780"/>
                  </a:lnTo>
                  <a:lnTo>
                    <a:pt x="7175896" y="243699"/>
                  </a:lnTo>
                  <a:lnTo>
                    <a:pt x="7268570" y="245374"/>
                  </a:lnTo>
                  <a:lnTo>
                    <a:pt x="7360920" y="246803"/>
                  </a:lnTo>
                  <a:lnTo>
                    <a:pt x="7448750" y="247979"/>
                  </a:lnTo>
                  <a:lnTo>
                    <a:pt x="7527415" y="248900"/>
                  </a:lnTo>
                  <a:lnTo>
                    <a:pt x="7592665" y="249574"/>
                  </a:lnTo>
                  <a:lnTo>
                    <a:pt x="7641624" y="250024"/>
                  </a:lnTo>
                  <a:lnTo>
                    <a:pt x="7673572" y="250286"/>
                  </a:lnTo>
                  <a:lnTo>
                    <a:pt x="7690269" y="250409"/>
                  </a:lnTo>
                  <a:lnTo>
                    <a:pt x="7695811" y="250445"/>
                  </a:lnTo>
                  <a:lnTo>
                    <a:pt x="7696237" y="250448"/>
                  </a:lnTo>
                  <a:lnTo>
                    <a:pt x="8234974" y="250448"/>
                  </a:lnTo>
                  <a:lnTo>
                    <a:pt x="8234974" y="245004"/>
                  </a:ln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6" y="86"/>
                  </a:lnTo>
                  <a:lnTo>
                    <a:pt x="3839355" y="701"/>
                  </a:lnTo>
                  <a:lnTo>
                    <a:pt x="3820330" y="2402"/>
                  </a:lnTo>
                  <a:lnTo>
                    <a:pt x="3786663" y="5744"/>
                  </a:lnTo>
                  <a:lnTo>
                    <a:pt x="3737188" y="11221"/>
                  </a:lnTo>
                  <a:lnTo>
                    <a:pt x="3672859" y="19206"/>
                  </a:lnTo>
                  <a:lnTo>
                    <a:pt x="3596413" y="29921"/>
                  </a:lnTo>
                  <a:lnTo>
                    <a:pt x="3511695" y="43439"/>
                  </a:lnTo>
                  <a:lnTo>
                    <a:pt x="3422848" y="59734"/>
                  </a:lnTo>
                  <a:lnTo>
                    <a:pt x="3333616" y="78739"/>
                  </a:lnTo>
                  <a:lnTo>
                    <a:pt x="3246928" y="100413"/>
                  </a:lnTo>
                  <a:lnTo>
                    <a:pt x="3164743" y="124790"/>
                  </a:lnTo>
                  <a:lnTo>
                    <a:pt x="3088126" y="152004"/>
                  </a:lnTo>
                  <a:lnTo>
                    <a:pt x="3017410" y="182305"/>
                  </a:lnTo>
                  <a:lnTo>
                    <a:pt x="2952403" y="216060"/>
                  </a:lnTo>
                  <a:lnTo>
                    <a:pt x="2892566" y="253743"/>
                  </a:lnTo>
                  <a:lnTo>
                    <a:pt x="2837155" y="295915"/>
                  </a:lnTo>
                  <a:lnTo>
                    <a:pt x="2785326" y="343189"/>
                  </a:lnTo>
                  <a:lnTo>
                    <a:pt x="2736220" y="396153"/>
                  </a:lnTo>
                  <a:lnTo>
                    <a:pt x="2689031" y="455257"/>
                  </a:lnTo>
                  <a:lnTo>
                    <a:pt x="2667772" y="484563"/>
                  </a:lnTo>
                  <a:lnTo>
                    <a:pt x="2632674" y="536492"/>
                  </a:lnTo>
                  <a:lnTo>
                    <a:pt x="2597905" y="592198"/>
                  </a:lnTo>
                  <a:lnTo>
                    <a:pt x="2563256" y="651756"/>
                  </a:lnTo>
                  <a:lnTo>
                    <a:pt x="2528565" y="715184"/>
                  </a:lnTo>
                  <a:lnTo>
                    <a:pt x="2493709" y="782431"/>
                  </a:lnTo>
                  <a:lnTo>
                    <a:pt x="2458602" y="853373"/>
                  </a:lnTo>
                  <a:lnTo>
                    <a:pt x="2423188" y="927812"/>
                  </a:lnTo>
                  <a:lnTo>
                    <a:pt x="2387445" y="1005467"/>
                  </a:lnTo>
                  <a:lnTo>
                    <a:pt x="2351375" y="1085982"/>
                  </a:lnTo>
                  <a:lnTo>
                    <a:pt x="2315005" y="1168927"/>
                  </a:lnTo>
                  <a:lnTo>
                    <a:pt x="2278385" y="1253809"/>
                  </a:lnTo>
                  <a:lnTo>
                    <a:pt x="2241579" y="1340078"/>
                  </a:lnTo>
                  <a:lnTo>
                    <a:pt x="2204662" y="1427147"/>
                  </a:lnTo>
                  <a:lnTo>
                    <a:pt x="2167720" y="1514404"/>
                  </a:lnTo>
                  <a:lnTo>
                    <a:pt x="2130837" y="1601231"/>
                  </a:lnTo>
                  <a:lnTo>
                    <a:pt x="2094095" y="1687025"/>
                  </a:lnTo>
                  <a:lnTo>
                    <a:pt x="2057566" y="1771211"/>
                  </a:lnTo>
                  <a:lnTo>
                    <a:pt x="2021310" y="1853260"/>
                  </a:lnTo>
                  <a:lnTo>
                    <a:pt x="1985366" y="1932702"/>
                  </a:lnTo>
                  <a:lnTo>
                    <a:pt x="1949752" y="2009134"/>
                  </a:lnTo>
                  <a:lnTo>
                    <a:pt x="1914463" y="2082232"/>
                  </a:lnTo>
                  <a:lnTo>
                    <a:pt x="1879463" y="2151746"/>
                  </a:lnTo>
                  <a:lnTo>
                    <a:pt x="1844684" y="2217507"/>
                  </a:lnTo>
                  <a:lnTo>
                    <a:pt x="1810026" y="2279421"/>
                  </a:lnTo>
                  <a:lnTo>
                    <a:pt x="1775352" y="2337464"/>
                  </a:lnTo>
                  <a:lnTo>
                    <a:pt x="1740481" y="2391678"/>
                  </a:lnTo>
                  <a:lnTo>
                    <a:pt x="1719082" y="2422817"/>
                  </a:lnTo>
                  <a:lnTo>
                    <a:pt x="1672539" y="2484815"/>
                  </a:lnTo>
                  <a:lnTo>
                    <a:pt x="1624409" y="2540563"/>
                  </a:lnTo>
                  <a:lnTo>
                    <a:pt x="1573938" y="2590386"/>
                  </a:lnTo>
                  <a:lnTo>
                    <a:pt x="1520282" y="2634829"/>
                  </a:lnTo>
                  <a:lnTo>
                    <a:pt x="1462582" y="2674503"/>
                  </a:lnTo>
                  <a:lnTo>
                    <a:pt x="1400036" y="2710001"/>
                  </a:lnTo>
                  <a:lnTo>
                    <a:pt x="1331996" y="2741838"/>
                  </a:lnTo>
                  <a:lnTo>
                    <a:pt x="1258088" y="2770434"/>
                  </a:lnTo>
                  <a:lnTo>
                    <a:pt x="1178381" y="2796093"/>
                  </a:lnTo>
                  <a:lnTo>
                    <a:pt x="1093579" y="2819001"/>
                  </a:lnTo>
                  <a:lnTo>
                    <a:pt x="1005212" y="2839236"/>
                  </a:lnTo>
                  <a:lnTo>
                    <a:pt x="915766" y="2856785"/>
                  </a:lnTo>
                  <a:lnTo>
                    <a:pt x="828644" y="2871588"/>
                  </a:lnTo>
                  <a:lnTo>
                    <a:pt x="747878" y="2883591"/>
                  </a:lnTo>
                  <a:lnTo>
                    <a:pt x="677549" y="2892814"/>
                  </a:lnTo>
                  <a:lnTo>
                    <a:pt x="621001" y="2899407"/>
                  </a:lnTo>
                  <a:lnTo>
                    <a:pt x="580075" y="2903676"/>
                  </a:lnTo>
                  <a:lnTo>
                    <a:pt x="554594" y="2906066"/>
                  </a:lnTo>
                  <a:lnTo>
                    <a:pt x="542257" y="2907110"/>
                  </a:lnTo>
                  <a:lnTo>
                    <a:pt x="538736" y="2907381"/>
                  </a:lnTo>
                  <a:lnTo>
                    <a:pt x="0" y="2907381"/>
                  </a:lnTo>
                  <a:close/>
                </a:path>
              </a:pathLst>
            </a:custGeom>
            <a:solidFill>
              <a:srgbClr val="A1D49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097" name="pl2097"/>
            <p:cNvSpPr/>
            <p:nvPr/>
          </p:nvSpPr>
          <p:spPr>
            <a:xfrm>
              <a:off x="546595" y="3102495"/>
              <a:ext cx="8234974" cy="2907381"/>
            </a:xfrm>
            <a:custGeom>
              <a:avLst/>
              <a:pathLst>
                <a:path w="8234974" h="2907381">
                  <a:moveTo>
                    <a:pt x="0" y="2907381"/>
                  </a:moveTo>
                  <a:lnTo>
                    <a:pt x="538736" y="2907381"/>
                  </a:lnTo>
                  <a:lnTo>
                    <a:pt x="539898" y="2907295"/>
                  </a:lnTo>
                  <a:lnTo>
                    <a:pt x="547499" y="2906679"/>
                  </a:lnTo>
                  <a:lnTo>
                    <a:pt x="566524" y="2904978"/>
                  </a:lnTo>
                  <a:lnTo>
                    <a:pt x="600192" y="2901636"/>
                  </a:lnTo>
                  <a:lnTo>
                    <a:pt x="649666" y="2896159"/>
                  </a:lnTo>
                  <a:lnTo>
                    <a:pt x="713996" y="2888174"/>
                  </a:lnTo>
                  <a:lnTo>
                    <a:pt x="790442" y="2877459"/>
                  </a:lnTo>
                  <a:lnTo>
                    <a:pt x="875159" y="2863941"/>
                  </a:lnTo>
                  <a:lnTo>
                    <a:pt x="964007" y="2847647"/>
                  </a:lnTo>
                  <a:lnTo>
                    <a:pt x="1053238" y="2828642"/>
                  </a:lnTo>
                  <a:lnTo>
                    <a:pt x="1139927" y="2806967"/>
                  </a:lnTo>
                  <a:lnTo>
                    <a:pt x="1222111" y="2782590"/>
                  </a:lnTo>
                  <a:lnTo>
                    <a:pt x="1298729" y="2755376"/>
                  </a:lnTo>
                  <a:lnTo>
                    <a:pt x="1369445" y="2725075"/>
                  </a:lnTo>
                  <a:lnTo>
                    <a:pt x="1434451" y="2691321"/>
                  </a:lnTo>
                  <a:lnTo>
                    <a:pt x="1494288" y="2653638"/>
                  </a:lnTo>
                  <a:lnTo>
                    <a:pt x="1549700" y="2611465"/>
                  </a:lnTo>
                  <a:lnTo>
                    <a:pt x="1601529" y="2564192"/>
                  </a:lnTo>
                  <a:lnTo>
                    <a:pt x="1650635" y="2511228"/>
                  </a:lnTo>
                  <a:lnTo>
                    <a:pt x="1697823" y="2452123"/>
                  </a:lnTo>
                  <a:lnTo>
                    <a:pt x="1719082" y="2422817"/>
                  </a:lnTo>
                  <a:lnTo>
                    <a:pt x="1754180" y="2370888"/>
                  </a:lnTo>
                  <a:lnTo>
                    <a:pt x="1788950" y="2315183"/>
                  </a:lnTo>
                  <a:lnTo>
                    <a:pt x="1823599" y="2255624"/>
                  </a:lnTo>
                  <a:lnTo>
                    <a:pt x="1858290" y="2192196"/>
                  </a:lnTo>
                  <a:lnTo>
                    <a:pt x="1893146" y="2124950"/>
                  </a:lnTo>
                  <a:lnTo>
                    <a:pt x="1928253" y="2054007"/>
                  </a:lnTo>
                  <a:lnTo>
                    <a:pt x="1963666" y="1979569"/>
                  </a:lnTo>
                  <a:lnTo>
                    <a:pt x="1999410" y="1901914"/>
                  </a:lnTo>
                  <a:lnTo>
                    <a:pt x="2035480" y="1821399"/>
                  </a:lnTo>
                  <a:lnTo>
                    <a:pt x="2071849" y="1738453"/>
                  </a:lnTo>
                  <a:lnTo>
                    <a:pt x="2108469" y="1653571"/>
                  </a:lnTo>
                  <a:lnTo>
                    <a:pt x="2145276" y="1567302"/>
                  </a:lnTo>
                  <a:lnTo>
                    <a:pt x="2182192" y="1480233"/>
                  </a:lnTo>
                  <a:lnTo>
                    <a:pt x="2219134" y="1392976"/>
                  </a:lnTo>
                  <a:lnTo>
                    <a:pt x="2256017" y="1306149"/>
                  </a:lnTo>
                  <a:lnTo>
                    <a:pt x="2292759" y="1220355"/>
                  </a:lnTo>
                  <a:lnTo>
                    <a:pt x="2329288" y="1136169"/>
                  </a:lnTo>
                  <a:lnTo>
                    <a:pt x="2365545" y="1054120"/>
                  </a:lnTo>
                  <a:lnTo>
                    <a:pt x="2401489" y="974679"/>
                  </a:lnTo>
                  <a:lnTo>
                    <a:pt x="2437102" y="898246"/>
                  </a:lnTo>
                  <a:lnTo>
                    <a:pt x="2472391" y="825148"/>
                  </a:lnTo>
                  <a:lnTo>
                    <a:pt x="2507392" y="755634"/>
                  </a:lnTo>
                  <a:lnTo>
                    <a:pt x="2542171" y="689873"/>
                  </a:lnTo>
                  <a:lnTo>
                    <a:pt x="2576828" y="627959"/>
                  </a:lnTo>
                  <a:lnTo>
                    <a:pt x="2611503" y="569916"/>
                  </a:lnTo>
                  <a:lnTo>
                    <a:pt x="2646374" y="515702"/>
                  </a:lnTo>
                  <a:lnTo>
                    <a:pt x="2667772" y="484563"/>
                  </a:lnTo>
                  <a:lnTo>
                    <a:pt x="2714316" y="422566"/>
                  </a:lnTo>
                  <a:lnTo>
                    <a:pt x="2762445" y="366817"/>
                  </a:lnTo>
                  <a:lnTo>
                    <a:pt x="2812916" y="316994"/>
                  </a:lnTo>
                  <a:lnTo>
                    <a:pt x="2866572" y="272552"/>
                  </a:lnTo>
                  <a:lnTo>
                    <a:pt x="2924273" y="232877"/>
                  </a:lnTo>
                  <a:lnTo>
                    <a:pt x="2986818" y="197380"/>
                  </a:lnTo>
                  <a:lnTo>
                    <a:pt x="3054859" y="165542"/>
                  </a:lnTo>
                  <a:lnTo>
                    <a:pt x="3128766" y="136946"/>
                  </a:lnTo>
                  <a:lnTo>
                    <a:pt x="3208473" y="111288"/>
                  </a:lnTo>
                  <a:lnTo>
                    <a:pt x="3293276" y="88379"/>
                  </a:lnTo>
                  <a:lnTo>
                    <a:pt x="3381643" y="68145"/>
                  </a:lnTo>
                  <a:lnTo>
                    <a:pt x="3471089" y="50595"/>
                  </a:lnTo>
                  <a:lnTo>
                    <a:pt x="3558211" y="35792"/>
                  </a:lnTo>
                  <a:lnTo>
                    <a:pt x="3638976" y="23790"/>
                  </a:lnTo>
                  <a:lnTo>
                    <a:pt x="3709306" y="14566"/>
                  </a:lnTo>
                  <a:lnTo>
                    <a:pt x="3765854" y="7973"/>
                  </a:lnTo>
                  <a:lnTo>
                    <a:pt x="3806780" y="3704"/>
                  </a:lnTo>
                  <a:lnTo>
                    <a:pt x="3832260" y="1315"/>
                  </a:lnTo>
                  <a:lnTo>
                    <a:pt x="3844598" y="270"/>
                  </a:lnTo>
                  <a:lnTo>
                    <a:pt x="3848002" y="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8"/>
                  </a:lnTo>
                  <a:lnTo>
                    <a:pt x="4396649" y="66"/>
                  </a:lnTo>
                  <a:lnTo>
                    <a:pt x="4417817" y="227"/>
                  </a:lnTo>
                  <a:lnTo>
                    <a:pt x="4455058" y="543"/>
                  </a:lnTo>
                  <a:lnTo>
                    <a:pt x="4509346" y="1060"/>
                  </a:lnTo>
                  <a:lnTo>
                    <a:pt x="4579221" y="1810"/>
                  </a:lnTo>
                  <a:lnTo>
                    <a:pt x="4661273" y="2812"/>
                  </a:lnTo>
                  <a:lnTo>
                    <a:pt x="4751024" y="4068"/>
                  </a:lnTo>
                  <a:lnTo>
                    <a:pt x="4843890" y="5575"/>
                  </a:lnTo>
                  <a:lnTo>
                    <a:pt x="4935941" y="7328"/>
                  </a:lnTo>
                  <a:lnTo>
                    <a:pt x="5024294" y="9323"/>
                  </a:lnTo>
                  <a:lnTo>
                    <a:pt x="5107179" y="11569"/>
                  </a:lnTo>
                  <a:lnTo>
                    <a:pt x="5183799" y="14082"/>
                  </a:lnTo>
                  <a:lnTo>
                    <a:pt x="5254094" y="16893"/>
                  </a:lnTo>
                  <a:lnTo>
                    <a:pt x="5318509" y="20040"/>
                  </a:lnTo>
                  <a:lnTo>
                    <a:pt x="5377797" y="23575"/>
                  </a:lnTo>
                  <a:lnTo>
                    <a:pt x="5432872" y="27553"/>
                  </a:lnTo>
                  <a:lnTo>
                    <a:pt x="5484700" y="32033"/>
                  </a:lnTo>
                  <a:lnTo>
                    <a:pt x="5534214" y="37061"/>
                  </a:lnTo>
                  <a:lnTo>
                    <a:pt x="5567201" y="40834"/>
                  </a:lnTo>
                  <a:lnTo>
                    <a:pt x="5619615" y="47503"/>
                  </a:lnTo>
                  <a:lnTo>
                    <a:pt x="5671526" y="54894"/>
                  </a:lnTo>
                  <a:lnTo>
                    <a:pt x="5723520" y="63015"/>
                  </a:lnTo>
                  <a:lnTo>
                    <a:pt x="5775982" y="71845"/>
                  </a:lnTo>
                  <a:lnTo>
                    <a:pt x="5829121" y="81335"/>
                  </a:lnTo>
                  <a:lnTo>
                    <a:pt x="5882997" y="91400"/>
                  </a:lnTo>
                  <a:lnTo>
                    <a:pt x="5937541" y="101925"/>
                  </a:lnTo>
                  <a:lnTo>
                    <a:pt x="5992578" y="112766"/>
                  </a:lnTo>
                  <a:lnTo>
                    <a:pt x="6047864" y="123759"/>
                  </a:lnTo>
                  <a:lnTo>
                    <a:pt x="6103117" y="134733"/>
                  </a:lnTo>
                  <a:lnTo>
                    <a:pt x="6158061" y="145515"/>
                  </a:lnTo>
                  <a:lnTo>
                    <a:pt x="6212465" y="155947"/>
                  </a:lnTo>
                  <a:lnTo>
                    <a:pt x="6266174" y="165890"/>
                  </a:lnTo>
                  <a:lnTo>
                    <a:pt x="6319148" y="175235"/>
                  </a:lnTo>
                  <a:lnTo>
                    <a:pt x="6371478" y="183907"/>
                  </a:lnTo>
                  <a:lnTo>
                    <a:pt x="6423413" y="191861"/>
                  </a:lnTo>
                  <a:lnTo>
                    <a:pt x="6475380" y="199086"/>
                  </a:lnTo>
                  <a:lnTo>
                    <a:pt x="6515891" y="204170"/>
                  </a:lnTo>
                  <a:lnTo>
                    <a:pt x="6564296" y="209589"/>
                  </a:lnTo>
                  <a:lnTo>
                    <a:pt x="6614445" y="214440"/>
                  </a:lnTo>
                  <a:lnTo>
                    <a:pt x="6667194" y="218756"/>
                  </a:lnTo>
                  <a:lnTo>
                    <a:pt x="6723493" y="222588"/>
                  </a:lnTo>
                  <a:lnTo>
                    <a:pt x="6784305" y="225995"/>
                  </a:lnTo>
                  <a:lnTo>
                    <a:pt x="6850504" y="229031"/>
                  </a:lnTo>
                  <a:lnTo>
                    <a:pt x="6922766" y="231744"/>
                  </a:lnTo>
                  <a:lnTo>
                    <a:pt x="7001398" y="234170"/>
                  </a:lnTo>
                  <a:lnTo>
                    <a:pt x="7086135" y="236336"/>
                  </a:lnTo>
                  <a:lnTo>
                    <a:pt x="7175896" y="238254"/>
                  </a:lnTo>
                  <a:lnTo>
                    <a:pt x="7268570" y="239930"/>
                  </a:lnTo>
                  <a:lnTo>
                    <a:pt x="7360920" y="241359"/>
                  </a:lnTo>
                  <a:lnTo>
                    <a:pt x="7448750" y="242535"/>
                  </a:lnTo>
                  <a:lnTo>
                    <a:pt x="7527415" y="243456"/>
                  </a:lnTo>
                  <a:lnTo>
                    <a:pt x="7592665" y="244130"/>
                  </a:lnTo>
                  <a:lnTo>
                    <a:pt x="7641624" y="244579"/>
                  </a:lnTo>
                  <a:lnTo>
                    <a:pt x="7673572" y="244841"/>
                  </a:lnTo>
                  <a:lnTo>
                    <a:pt x="7690269" y="244964"/>
                  </a:lnTo>
                  <a:lnTo>
                    <a:pt x="7695811" y="245001"/>
                  </a:lnTo>
                  <a:lnTo>
                    <a:pt x="7696237" y="245004"/>
                  </a:lnTo>
                  <a:lnTo>
                    <a:pt x="8234974" y="2450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8" name="pl2098"/>
            <p:cNvSpPr/>
            <p:nvPr/>
          </p:nvSpPr>
          <p:spPr>
            <a:xfrm>
              <a:off x="546595" y="3097051"/>
              <a:ext cx="8234974" cy="2907381"/>
            </a:xfrm>
            <a:custGeom>
              <a:avLst/>
              <a:pathLst>
                <a:path w="8234974" h="2907381">
                  <a:moveTo>
                    <a:pt x="8234974" y="245004"/>
                  </a:moveTo>
                  <a:lnTo>
                    <a:pt x="7696237" y="245004"/>
                  </a:lnTo>
                  <a:lnTo>
                    <a:pt x="7694936" y="244995"/>
                  </a:lnTo>
                  <a:lnTo>
                    <a:pt x="7686444" y="244937"/>
                  </a:lnTo>
                  <a:lnTo>
                    <a:pt x="7665275" y="244776"/>
                  </a:lnTo>
                  <a:lnTo>
                    <a:pt x="7628035" y="244460"/>
                  </a:lnTo>
                  <a:lnTo>
                    <a:pt x="7573747" y="243943"/>
                  </a:lnTo>
                  <a:lnTo>
                    <a:pt x="7503871" y="243193"/>
                  </a:lnTo>
                  <a:lnTo>
                    <a:pt x="7421819" y="242192"/>
                  </a:lnTo>
                  <a:lnTo>
                    <a:pt x="7332069" y="240935"/>
                  </a:lnTo>
                  <a:lnTo>
                    <a:pt x="7239202" y="239428"/>
                  </a:lnTo>
                  <a:lnTo>
                    <a:pt x="7147151" y="237676"/>
                  </a:lnTo>
                  <a:lnTo>
                    <a:pt x="7058799" y="235680"/>
                  </a:lnTo>
                  <a:lnTo>
                    <a:pt x="6975914" y="233434"/>
                  </a:lnTo>
                  <a:lnTo>
                    <a:pt x="6899294" y="230921"/>
                  </a:lnTo>
                  <a:lnTo>
                    <a:pt x="6828998" y="228110"/>
                  </a:lnTo>
                  <a:lnTo>
                    <a:pt x="6764583" y="224963"/>
                  </a:lnTo>
                  <a:lnTo>
                    <a:pt x="6705296" y="221428"/>
                  </a:lnTo>
                  <a:lnTo>
                    <a:pt x="6650221" y="217450"/>
                  </a:lnTo>
                  <a:lnTo>
                    <a:pt x="6598392" y="212970"/>
                  </a:lnTo>
                  <a:lnTo>
                    <a:pt x="6548878" y="207942"/>
                  </a:lnTo>
                  <a:lnTo>
                    <a:pt x="6515891" y="204170"/>
                  </a:lnTo>
                  <a:lnTo>
                    <a:pt x="6463478" y="197500"/>
                  </a:lnTo>
                  <a:lnTo>
                    <a:pt x="6411566" y="190109"/>
                  </a:lnTo>
                  <a:lnTo>
                    <a:pt x="6359572" y="181989"/>
                  </a:lnTo>
                  <a:lnTo>
                    <a:pt x="6307111" y="173158"/>
                  </a:lnTo>
                  <a:lnTo>
                    <a:pt x="6253972" y="163668"/>
                  </a:lnTo>
                  <a:lnTo>
                    <a:pt x="6200095" y="153603"/>
                  </a:lnTo>
                  <a:lnTo>
                    <a:pt x="6145551" y="143078"/>
                  </a:lnTo>
                  <a:lnTo>
                    <a:pt x="6090514" y="132237"/>
                  </a:lnTo>
                  <a:lnTo>
                    <a:pt x="6035229" y="121244"/>
                  </a:lnTo>
                  <a:lnTo>
                    <a:pt x="5979976" y="110270"/>
                  </a:lnTo>
                  <a:lnTo>
                    <a:pt x="5925031" y="99488"/>
                  </a:lnTo>
                  <a:lnTo>
                    <a:pt x="5870628" y="89056"/>
                  </a:lnTo>
                  <a:lnTo>
                    <a:pt x="5816918" y="79113"/>
                  </a:lnTo>
                  <a:lnTo>
                    <a:pt x="5763944" y="69768"/>
                  </a:lnTo>
                  <a:lnTo>
                    <a:pt x="5711614" y="61096"/>
                  </a:lnTo>
                  <a:lnTo>
                    <a:pt x="5659679" y="53142"/>
                  </a:lnTo>
                  <a:lnTo>
                    <a:pt x="5607713" y="45917"/>
                  </a:lnTo>
                  <a:lnTo>
                    <a:pt x="5567201" y="40834"/>
                  </a:lnTo>
                  <a:lnTo>
                    <a:pt x="5518796" y="35414"/>
                  </a:lnTo>
                  <a:lnTo>
                    <a:pt x="5468647" y="30563"/>
                  </a:lnTo>
                  <a:lnTo>
                    <a:pt x="5415899" y="26247"/>
                  </a:lnTo>
                  <a:lnTo>
                    <a:pt x="5359599" y="22415"/>
                  </a:lnTo>
                  <a:lnTo>
                    <a:pt x="5298788" y="19008"/>
                  </a:lnTo>
                  <a:lnTo>
                    <a:pt x="5232588" y="15972"/>
                  </a:lnTo>
                  <a:lnTo>
                    <a:pt x="5160327" y="13259"/>
                  </a:lnTo>
                  <a:lnTo>
                    <a:pt x="5081694" y="10833"/>
                  </a:lnTo>
                  <a:lnTo>
                    <a:pt x="4996957" y="8667"/>
                  </a:lnTo>
                  <a:lnTo>
                    <a:pt x="4907196" y="6749"/>
                  </a:lnTo>
                  <a:lnTo>
                    <a:pt x="4814523" y="5073"/>
                  </a:lnTo>
                  <a:lnTo>
                    <a:pt x="4722173" y="3644"/>
                  </a:lnTo>
                  <a:lnTo>
                    <a:pt x="4634342" y="2468"/>
                  </a:lnTo>
                  <a:lnTo>
                    <a:pt x="4555677" y="1547"/>
                  </a:lnTo>
                  <a:lnTo>
                    <a:pt x="4490427" y="873"/>
                  </a:lnTo>
                  <a:lnTo>
                    <a:pt x="4441468" y="424"/>
                  </a:lnTo>
                  <a:lnTo>
                    <a:pt x="4409521" y="162"/>
                  </a:lnTo>
                  <a:lnTo>
                    <a:pt x="4392823" y="39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6" y="86"/>
                  </a:lnTo>
                  <a:lnTo>
                    <a:pt x="3839355" y="701"/>
                  </a:lnTo>
                  <a:lnTo>
                    <a:pt x="3820330" y="2402"/>
                  </a:lnTo>
                  <a:lnTo>
                    <a:pt x="3786663" y="5744"/>
                  </a:lnTo>
                  <a:lnTo>
                    <a:pt x="3737188" y="11221"/>
                  </a:lnTo>
                  <a:lnTo>
                    <a:pt x="3672859" y="19206"/>
                  </a:lnTo>
                  <a:lnTo>
                    <a:pt x="3596413" y="29921"/>
                  </a:lnTo>
                  <a:lnTo>
                    <a:pt x="3511695" y="43439"/>
                  </a:lnTo>
                  <a:lnTo>
                    <a:pt x="3422848" y="59734"/>
                  </a:lnTo>
                  <a:lnTo>
                    <a:pt x="3333616" y="78739"/>
                  </a:lnTo>
                  <a:lnTo>
                    <a:pt x="3246928" y="100413"/>
                  </a:lnTo>
                  <a:lnTo>
                    <a:pt x="3164743" y="124790"/>
                  </a:lnTo>
                  <a:lnTo>
                    <a:pt x="3088126" y="152004"/>
                  </a:lnTo>
                  <a:lnTo>
                    <a:pt x="3017410" y="182305"/>
                  </a:lnTo>
                  <a:lnTo>
                    <a:pt x="2952403" y="216060"/>
                  </a:lnTo>
                  <a:lnTo>
                    <a:pt x="2892566" y="253743"/>
                  </a:lnTo>
                  <a:lnTo>
                    <a:pt x="2837155" y="295915"/>
                  </a:lnTo>
                  <a:lnTo>
                    <a:pt x="2785326" y="343189"/>
                  </a:lnTo>
                  <a:lnTo>
                    <a:pt x="2736220" y="396153"/>
                  </a:lnTo>
                  <a:lnTo>
                    <a:pt x="2689031" y="455257"/>
                  </a:lnTo>
                  <a:lnTo>
                    <a:pt x="2667772" y="484563"/>
                  </a:lnTo>
                  <a:lnTo>
                    <a:pt x="2632674" y="536492"/>
                  </a:lnTo>
                  <a:lnTo>
                    <a:pt x="2597905" y="592198"/>
                  </a:lnTo>
                  <a:lnTo>
                    <a:pt x="2563256" y="651756"/>
                  </a:lnTo>
                  <a:lnTo>
                    <a:pt x="2528565" y="715184"/>
                  </a:lnTo>
                  <a:lnTo>
                    <a:pt x="2493709" y="782431"/>
                  </a:lnTo>
                  <a:lnTo>
                    <a:pt x="2458602" y="853373"/>
                  </a:lnTo>
                  <a:lnTo>
                    <a:pt x="2423188" y="927812"/>
                  </a:lnTo>
                  <a:lnTo>
                    <a:pt x="2387445" y="1005467"/>
                  </a:lnTo>
                  <a:lnTo>
                    <a:pt x="2351375" y="1085982"/>
                  </a:lnTo>
                  <a:lnTo>
                    <a:pt x="2315005" y="1168927"/>
                  </a:lnTo>
                  <a:lnTo>
                    <a:pt x="2278385" y="1253809"/>
                  </a:lnTo>
                  <a:lnTo>
                    <a:pt x="2241579" y="1340078"/>
                  </a:lnTo>
                  <a:lnTo>
                    <a:pt x="2204662" y="1427147"/>
                  </a:lnTo>
                  <a:lnTo>
                    <a:pt x="2167720" y="1514404"/>
                  </a:lnTo>
                  <a:lnTo>
                    <a:pt x="2130837" y="1601231"/>
                  </a:lnTo>
                  <a:lnTo>
                    <a:pt x="2094095" y="1687025"/>
                  </a:lnTo>
                  <a:lnTo>
                    <a:pt x="2057566" y="1771211"/>
                  </a:lnTo>
                  <a:lnTo>
                    <a:pt x="2021310" y="1853260"/>
                  </a:lnTo>
                  <a:lnTo>
                    <a:pt x="1985366" y="1932702"/>
                  </a:lnTo>
                  <a:lnTo>
                    <a:pt x="1949752" y="2009134"/>
                  </a:lnTo>
                  <a:lnTo>
                    <a:pt x="1914463" y="2082232"/>
                  </a:lnTo>
                  <a:lnTo>
                    <a:pt x="1879463" y="2151746"/>
                  </a:lnTo>
                  <a:lnTo>
                    <a:pt x="1844684" y="2217507"/>
                  </a:lnTo>
                  <a:lnTo>
                    <a:pt x="1810026" y="2279421"/>
                  </a:lnTo>
                  <a:lnTo>
                    <a:pt x="1775352" y="2337464"/>
                  </a:lnTo>
                  <a:lnTo>
                    <a:pt x="1740481" y="2391678"/>
                  </a:lnTo>
                  <a:lnTo>
                    <a:pt x="1719082" y="2422817"/>
                  </a:lnTo>
                  <a:lnTo>
                    <a:pt x="1672539" y="2484815"/>
                  </a:lnTo>
                  <a:lnTo>
                    <a:pt x="1624409" y="2540563"/>
                  </a:lnTo>
                  <a:lnTo>
                    <a:pt x="1573938" y="2590386"/>
                  </a:lnTo>
                  <a:lnTo>
                    <a:pt x="1520282" y="2634829"/>
                  </a:lnTo>
                  <a:lnTo>
                    <a:pt x="1462582" y="2674503"/>
                  </a:lnTo>
                  <a:lnTo>
                    <a:pt x="1400036" y="2710001"/>
                  </a:lnTo>
                  <a:lnTo>
                    <a:pt x="1331996" y="2741838"/>
                  </a:lnTo>
                  <a:lnTo>
                    <a:pt x="1258088" y="2770434"/>
                  </a:lnTo>
                  <a:lnTo>
                    <a:pt x="1178381" y="2796093"/>
                  </a:lnTo>
                  <a:lnTo>
                    <a:pt x="1093579" y="2819001"/>
                  </a:lnTo>
                  <a:lnTo>
                    <a:pt x="1005212" y="2839236"/>
                  </a:lnTo>
                  <a:lnTo>
                    <a:pt x="915766" y="2856785"/>
                  </a:lnTo>
                  <a:lnTo>
                    <a:pt x="828644" y="2871588"/>
                  </a:lnTo>
                  <a:lnTo>
                    <a:pt x="747878" y="2883591"/>
                  </a:lnTo>
                  <a:lnTo>
                    <a:pt x="677549" y="2892814"/>
                  </a:lnTo>
                  <a:lnTo>
                    <a:pt x="621001" y="2899407"/>
                  </a:lnTo>
                  <a:lnTo>
                    <a:pt x="580075" y="2903676"/>
                  </a:lnTo>
                  <a:lnTo>
                    <a:pt x="554594" y="2906066"/>
                  </a:lnTo>
                  <a:lnTo>
                    <a:pt x="542257" y="2907110"/>
                  </a:lnTo>
                  <a:lnTo>
                    <a:pt x="538853" y="2907372"/>
                  </a:lnTo>
                  <a:lnTo>
                    <a:pt x="538736" y="2907381"/>
                  </a:lnTo>
                  <a:lnTo>
                    <a:pt x="0" y="2907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9" name="pg2099"/>
            <p:cNvSpPr/>
            <p:nvPr/>
          </p:nvSpPr>
          <p:spPr>
            <a:xfrm>
              <a:off x="546595" y="2525375"/>
              <a:ext cx="8234974" cy="3528058"/>
            </a:xfrm>
            <a:custGeom>
              <a:avLst/>
              <a:pathLst>
                <a:path w="8234974" h="3528058">
                  <a:moveTo>
                    <a:pt x="0" y="3528058"/>
                  </a:moveTo>
                  <a:lnTo>
                    <a:pt x="538736" y="3528058"/>
                  </a:lnTo>
                  <a:lnTo>
                    <a:pt x="539701" y="3527971"/>
                  </a:lnTo>
                  <a:lnTo>
                    <a:pt x="546037" y="3527356"/>
                  </a:lnTo>
                  <a:lnTo>
                    <a:pt x="561994" y="3525656"/>
                  </a:lnTo>
                  <a:lnTo>
                    <a:pt x="590477" y="3522309"/>
                  </a:lnTo>
                  <a:lnTo>
                    <a:pt x="632831" y="3516802"/>
                  </a:lnTo>
                  <a:lnTo>
                    <a:pt x="688737" y="3508721"/>
                  </a:lnTo>
                  <a:lnTo>
                    <a:pt x="756368" y="3497792"/>
                  </a:lnTo>
                  <a:lnTo>
                    <a:pt x="832821" y="3483886"/>
                  </a:lnTo>
                  <a:lnTo>
                    <a:pt x="914693" y="3466992"/>
                  </a:lnTo>
                  <a:lnTo>
                    <a:pt x="998647" y="3447164"/>
                  </a:lnTo>
                  <a:lnTo>
                    <a:pt x="1081836" y="3424467"/>
                  </a:lnTo>
                  <a:lnTo>
                    <a:pt x="1162121" y="3398920"/>
                  </a:lnTo>
                  <a:lnTo>
                    <a:pt x="1238111" y="3370462"/>
                  </a:lnTo>
                  <a:lnTo>
                    <a:pt x="1309084" y="3338934"/>
                  </a:lnTo>
                  <a:lnTo>
                    <a:pt x="1374852" y="3304063"/>
                  </a:lnTo>
                  <a:lnTo>
                    <a:pt x="1435615" y="3265469"/>
                  </a:lnTo>
                  <a:lnTo>
                    <a:pt x="1491833" y="3222672"/>
                  </a:lnTo>
                  <a:lnTo>
                    <a:pt x="1544120" y="3175110"/>
                  </a:lnTo>
                  <a:lnTo>
                    <a:pt x="1593172" y="3122172"/>
                  </a:lnTo>
                  <a:lnTo>
                    <a:pt x="1639701" y="3063255"/>
                  </a:lnTo>
                  <a:lnTo>
                    <a:pt x="1684388" y="2997866"/>
                  </a:lnTo>
                  <a:lnTo>
                    <a:pt x="1719082" y="2940955"/>
                  </a:lnTo>
                  <a:lnTo>
                    <a:pt x="1751494" y="2883040"/>
                  </a:lnTo>
                  <a:lnTo>
                    <a:pt x="1783611" y="2821234"/>
                  </a:lnTo>
                  <a:lnTo>
                    <a:pt x="1815601" y="2755459"/>
                  </a:lnTo>
                  <a:lnTo>
                    <a:pt x="1847599" y="2685686"/>
                  </a:lnTo>
                  <a:lnTo>
                    <a:pt x="1879708" y="2611946"/>
                  </a:lnTo>
                  <a:lnTo>
                    <a:pt x="1912007" y="2534332"/>
                  </a:lnTo>
                  <a:lnTo>
                    <a:pt x="1944550" y="2453003"/>
                  </a:lnTo>
                  <a:lnTo>
                    <a:pt x="1977365" y="2368187"/>
                  </a:lnTo>
                  <a:lnTo>
                    <a:pt x="2010464" y="2280181"/>
                  </a:lnTo>
                  <a:lnTo>
                    <a:pt x="2043836" y="2189351"/>
                  </a:lnTo>
                  <a:lnTo>
                    <a:pt x="2077455" y="2096123"/>
                  </a:lnTo>
                  <a:lnTo>
                    <a:pt x="2111281" y="2000979"/>
                  </a:lnTo>
                  <a:lnTo>
                    <a:pt x="2145261" y="1904447"/>
                  </a:lnTo>
                  <a:lnTo>
                    <a:pt x="2179334" y="1807090"/>
                  </a:lnTo>
                  <a:lnTo>
                    <a:pt x="2213435" y="1709489"/>
                  </a:lnTo>
                  <a:lnTo>
                    <a:pt x="2247497" y="1612234"/>
                  </a:lnTo>
                  <a:lnTo>
                    <a:pt x="2281454" y="1515903"/>
                  </a:lnTo>
                  <a:lnTo>
                    <a:pt x="2315247" y="1421055"/>
                  </a:lnTo>
                  <a:lnTo>
                    <a:pt x="2348826" y="1328210"/>
                  </a:lnTo>
                  <a:lnTo>
                    <a:pt x="2382152" y="1237840"/>
                  </a:lnTo>
                  <a:lnTo>
                    <a:pt x="2415202" y="1150364"/>
                  </a:lnTo>
                  <a:lnTo>
                    <a:pt x="2447969" y="1066133"/>
                  </a:lnTo>
                  <a:lnTo>
                    <a:pt x="2480466" y="985434"/>
                  </a:lnTo>
                  <a:lnTo>
                    <a:pt x="2512728" y="908482"/>
                  </a:lnTo>
                  <a:lnTo>
                    <a:pt x="2544812" y="835426"/>
                  </a:lnTo>
                  <a:lnTo>
                    <a:pt x="2576800" y="766346"/>
                  </a:lnTo>
                  <a:lnTo>
                    <a:pt x="2608802" y="701263"/>
                  </a:lnTo>
                  <a:lnTo>
                    <a:pt x="2640957" y="640139"/>
                  </a:lnTo>
                  <a:lnTo>
                    <a:pt x="2667772" y="592546"/>
                  </a:lnTo>
                  <a:lnTo>
                    <a:pt x="2711422" y="521817"/>
                  </a:lnTo>
                  <a:lnTo>
                    <a:pt x="2756432" y="457772"/>
                  </a:lnTo>
                  <a:lnTo>
                    <a:pt x="2803417" y="400114"/>
                  </a:lnTo>
                  <a:lnTo>
                    <a:pt x="2853067" y="348318"/>
                  </a:lnTo>
                  <a:lnTo>
                    <a:pt x="2906098" y="301772"/>
                  </a:lnTo>
                  <a:lnTo>
                    <a:pt x="2963193" y="259872"/>
                  </a:lnTo>
                  <a:lnTo>
                    <a:pt x="3024942" y="222070"/>
                  </a:lnTo>
                  <a:lnTo>
                    <a:pt x="3091762" y="187905"/>
                  </a:lnTo>
                  <a:lnTo>
                    <a:pt x="3163784" y="157019"/>
                  </a:lnTo>
                  <a:lnTo>
                    <a:pt x="3240724" y="129162"/>
                  </a:lnTo>
                  <a:lnTo>
                    <a:pt x="3321735" y="104195"/>
                  </a:lnTo>
                  <a:lnTo>
                    <a:pt x="3405278" y="82077"/>
                  </a:lnTo>
                  <a:lnTo>
                    <a:pt x="3489060" y="62839"/>
                  </a:lnTo>
                  <a:lnTo>
                    <a:pt x="3570110" y="46549"/>
                  </a:lnTo>
                  <a:lnTo>
                    <a:pt x="3645040" y="33251"/>
                  </a:lnTo>
                  <a:lnTo>
                    <a:pt x="3710498" y="22916"/>
                  </a:lnTo>
                  <a:lnTo>
                    <a:pt x="3763755" y="15384"/>
                  </a:lnTo>
                  <a:lnTo>
                    <a:pt x="3803265" y="10354"/>
                  </a:lnTo>
                  <a:lnTo>
                    <a:pt x="3829042" y="7385"/>
                  </a:lnTo>
                  <a:lnTo>
                    <a:pt x="3842763" y="5951"/>
                  </a:lnTo>
                  <a:lnTo>
                    <a:pt x="3847625" y="5488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1" y="5501"/>
                  </a:lnTo>
                  <a:lnTo>
                    <a:pt x="4396235" y="5905"/>
                  </a:lnTo>
                  <a:lnTo>
                    <a:pt x="4416544" y="7025"/>
                  </a:lnTo>
                  <a:lnTo>
                    <a:pt x="4452356" y="9222"/>
                  </a:lnTo>
                  <a:lnTo>
                    <a:pt x="4504730" y="12815"/>
                  </a:lnTo>
                  <a:lnTo>
                    <a:pt x="4572414" y="18042"/>
                  </a:lnTo>
                  <a:lnTo>
                    <a:pt x="4652269" y="25032"/>
                  </a:lnTo>
                  <a:lnTo>
                    <a:pt x="4740069" y="33822"/>
                  </a:lnTo>
                  <a:lnTo>
                    <a:pt x="4831400" y="44387"/>
                  </a:lnTo>
                  <a:lnTo>
                    <a:pt x="4922395" y="56684"/>
                  </a:lnTo>
                  <a:lnTo>
                    <a:pt x="5010145" y="70695"/>
                  </a:lnTo>
                  <a:lnTo>
                    <a:pt x="5092798" y="86457"/>
                  </a:lnTo>
                  <a:lnTo>
                    <a:pt x="5169449" y="104078"/>
                  </a:lnTo>
                  <a:lnTo>
                    <a:pt x="5239928" y="123748"/>
                  </a:lnTo>
                  <a:lnTo>
                    <a:pt x="5304579" y="145729"/>
                  </a:lnTo>
                  <a:lnTo>
                    <a:pt x="5364073" y="170356"/>
                  </a:lnTo>
                  <a:lnTo>
                    <a:pt x="5419258" y="198014"/>
                  </a:lnTo>
                  <a:lnTo>
                    <a:pt x="5471056" y="229104"/>
                  </a:lnTo>
                  <a:lnTo>
                    <a:pt x="5520373" y="263990"/>
                  </a:lnTo>
                  <a:lnTo>
                    <a:pt x="5567201" y="302171"/>
                  </a:lnTo>
                  <a:lnTo>
                    <a:pt x="5608984" y="340330"/>
                  </a:lnTo>
                  <a:lnTo>
                    <a:pt x="5650360" y="381787"/>
                  </a:lnTo>
                  <a:lnTo>
                    <a:pt x="5691658" y="426606"/>
                  </a:lnTo>
                  <a:lnTo>
                    <a:pt x="5733120" y="474769"/>
                  </a:lnTo>
                  <a:lnTo>
                    <a:pt x="5774914" y="526176"/>
                  </a:lnTo>
                  <a:lnTo>
                    <a:pt x="5817139" y="580629"/>
                  </a:lnTo>
                  <a:lnTo>
                    <a:pt x="5859833" y="637834"/>
                  </a:lnTo>
                  <a:lnTo>
                    <a:pt x="5902980" y="697404"/>
                  </a:lnTo>
                  <a:lnTo>
                    <a:pt x="5946517" y="758863"/>
                  </a:lnTo>
                  <a:lnTo>
                    <a:pt x="5990346" y="821662"/>
                  </a:lnTo>
                  <a:lnTo>
                    <a:pt x="6034339" y="885199"/>
                  </a:lnTo>
                  <a:lnTo>
                    <a:pt x="6078356" y="948840"/>
                  </a:lnTo>
                  <a:lnTo>
                    <a:pt x="6122254" y="1011949"/>
                  </a:lnTo>
                  <a:lnTo>
                    <a:pt x="6165899" y="1073910"/>
                  </a:lnTo>
                  <a:lnTo>
                    <a:pt x="6209183" y="1134155"/>
                  </a:lnTo>
                  <a:lnTo>
                    <a:pt x="6252029" y="1192181"/>
                  </a:lnTo>
                  <a:lnTo>
                    <a:pt x="6294406" y="1247572"/>
                  </a:lnTo>
                  <a:lnTo>
                    <a:pt x="6336333" y="1300002"/>
                  </a:lnTo>
                  <a:lnTo>
                    <a:pt x="6377889" y="1349243"/>
                  </a:lnTo>
                  <a:lnTo>
                    <a:pt x="6419218" y="1395163"/>
                  </a:lnTo>
                  <a:lnTo>
                    <a:pt x="6460537" y="1437717"/>
                  </a:lnTo>
                  <a:lnTo>
                    <a:pt x="6502144" y="1476945"/>
                  </a:lnTo>
                  <a:lnTo>
                    <a:pt x="6515891" y="1489080"/>
                  </a:lnTo>
                  <a:lnTo>
                    <a:pt x="6563564" y="1527904"/>
                  </a:lnTo>
                  <a:lnTo>
                    <a:pt x="6612917" y="1562721"/>
                  </a:lnTo>
                  <a:lnTo>
                    <a:pt x="6664766" y="1593748"/>
                  </a:lnTo>
                  <a:lnTo>
                    <a:pt x="6720019" y="1621350"/>
                  </a:lnTo>
                  <a:lnTo>
                    <a:pt x="6779596" y="1645927"/>
                  </a:lnTo>
                  <a:lnTo>
                    <a:pt x="6844344" y="1667866"/>
                  </a:lnTo>
                  <a:lnTo>
                    <a:pt x="6914928" y="1687497"/>
                  </a:lnTo>
                  <a:lnTo>
                    <a:pt x="6991687" y="1705085"/>
                  </a:lnTo>
                  <a:lnTo>
                    <a:pt x="7074440" y="1720815"/>
                  </a:lnTo>
                  <a:lnTo>
                    <a:pt x="7162266" y="1734796"/>
                  </a:lnTo>
                  <a:lnTo>
                    <a:pt x="7253294" y="1747063"/>
                  </a:lnTo>
                  <a:lnTo>
                    <a:pt x="7344599" y="1757597"/>
                  </a:lnTo>
                  <a:lnTo>
                    <a:pt x="7432299" y="1766356"/>
                  </a:lnTo>
                  <a:lnTo>
                    <a:pt x="7511976" y="1773315"/>
                  </a:lnTo>
                  <a:lnTo>
                    <a:pt x="7579415" y="1778511"/>
                  </a:lnTo>
                  <a:lnTo>
                    <a:pt x="7631504" y="1782079"/>
                  </a:lnTo>
                  <a:lnTo>
                    <a:pt x="7667030" y="1784254"/>
                  </a:lnTo>
                  <a:lnTo>
                    <a:pt x="7687092" y="1785357"/>
                  </a:lnTo>
                  <a:lnTo>
                    <a:pt x="7695055" y="1785753"/>
                  </a:lnTo>
                  <a:lnTo>
                    <a:pt x="7696237" y="1785807"/>
                  </a:lnTo>
                  <a:lnTo>
                    <a:pt x="8234974" y="1785807"/>
                  </a:lnTo>
                  <a:lnTo>
                    <a:pt x="8234974" y="1780362"/>
                  </a:lnTo>
                  <a:lnTo>
                    <a:pt x="7696237" y="1780362"/>
                  </a:lnTo>
                  <a:lnTo>
                    <a:pt x="7694992" y="1780306"/>
                  </a:lnTo>
                  <a:lnTo>
                    <a:pt x="7686858" y="1779901"/>
                  </a:lnTo>
                  <a:lnTo>
                    <a:pt x="7666549" y="1778781"/>
                  </a:lnTo>
                  <a:lnTo>
                    <a:pt x="7630736" y="1776585"/>
                  </a:lnTo>
                  <a:lnTo>
                    <a:pt x="7578363" y="1772991"/>
                  </a:lnTo>
                  <a:lnTo>
                    <a:pt x="7510679" y="1767764"/>
                  </a:lnTo>
                  <a:lnTo>
                    <a:pt x="7430823" y="1760774"/>
                  </a:lnTo>
                  <a:lnTo>
                    <a:pt x="7343023" y="1751984"/>
                  </a:lnTo>
                  <a:lnTo>
                    <a:pt x="7251692" y="1741419"/>
                  </a:lnTo>
                  <a:lnTo>
                    <a:pt x="7160698" y="1729122"/>
                  </a:lnTo>
                  <a:lnTo>
                    <a:pt x="7072948" y="1715111"/>
                  </a:lnTo>
                  <a:lnTo>
                    <a:pt x="6990294" y="1699349"/>
                  </a:lnTo>
                  <a:lnTo>
                    <a:pt x="6913643" y="1681728"/>
                  </a:lnTo>
                  <a:lnTo>
                    <a:pt x="6843165" y="1662059"/>
                  </a:lnTo>
                  <a:lnTo>
                    <a:pt x="6778513" y="1640077"/>
                  </a:lnTo>
                  <a:lnTo>
                    <a:pt x="6719020" y="1615450"/>
                  </a:lnTo>
                  <a:lnTo>
                    <a:pt x="6663834" y="1587793"/>
                  </a:lnTo>
                  <a:lnTo>
                    <a:pt x="6612036" y="1556702"/>
                  </a:lnTo>
                  <a:lnTo>
                    <a:pt x="6562719" y="1521817"/>
                  </a:lnTo>
                  <a:lnTo>
                    <a:pt x="6515891" y="1483635"/>
                  </a:lnTo>
                  <a:lnTo>
                    <a:pt x="6474109" y="1445477"/>
                  </a:lnTo>
                  <a:lnTo>
                    <a:pt x="6432733" y="1404019"/>
                  </a:lnTo>
                  <a:lnTo>
                    <a:pt x="6391435" y="1359201"/>
                  </a:lnTo>
                  <a:lnTo>
                    <a:pt x="6349972" y="1311037"/>
                  </a:lnTo>
                  <a:lnTo>
                    <a:pt x="6308178" y="1259630"/>
                  </a:lnTo>
                  <a:lnTo>
                    <a:pt x="6265953" y="1205177"/>
                  </a:lnTo>
                  <a:lnTo>
                    <a:pt x="6223260" y="1147972"/>
                  </a:lnTo>
                  <a:lnTo>
                    <a:pt x="6180113" y="1088402"/>
                  </a:lnTo>
                  <a:lnTo>
                    <a:pt x="6136575" y="1026944"/>
                  </a:lnTo>
                  <a:lnTo>
                    <a:pt x="6092747" y="964144"/>
                  </a:lnTo>
                  <a:lnTo>
                    <a:pt x="6048753" y="900608"/>
                  </a:lnTo>
                  <a:lnTo>
                    <a:pt x="6004736" y="836966"/>
                  </a:lnTo>
                  <a:lnTo>
                    <a:pt x="5960839" y="773857"/>
                  </a:lnTo>
                  <a:lnTo>
                    <a:pt x="5917193" y="711896"/>
                  </a:lnTo>
                  <a:lnTo>
                    <a:pt x="5873910" y="651652"/>
                  </a:lnTo>
                  <a:lnTo>
                    <a:pt x="5831063" y="593625"/>
                  </a:lnTo>
                  <a:lnTo>
                    <a:pt x="5788687" y="538234"/>
                  </a:lnTo>
                  <a:lnTo>
                    <a:pt x="5746760" y="485804"/>
                  </a:lnTo>
                  <a:lnTo>
                    <a:pt x="5705203" y="436563"/>
                  </a:lnTo>
                  <a:lnTo>
                    <a:pt x="5663874" y="390644"/>
                  </a:lnTo>
                  <a:lnTo>
                    <a:pt x="5622556" y="348089"/>
                  </a:lnTo>
                  <a:lnTo>
                    <a:pt x="5580948" y="308862"/>
                  </a:lnTo>
                  <a:lnTo>
                    <a:pt x="5567201" y="296727"/>
                  </a:lnTo>
                  <a:lnTo>
                    <a:pt x="5519529" y="257902"/>
                  </a:lnTo>
                  <a:lnTo>
                    <a:pt x="5470175" y="223085"/>
                  </a:lnTo>
                  <a:lnTo>
                    <a:pt x="5418327" y="192058"/>
                  </a:lnTo>
                  <a:lnTo>
                    <a:pt x="5363074" y="164457"/>
                  </a:lnTo>
                  <a:lnTo>
                    <a:pt x="5303497" y="139879"/>
                  </a:lnTo>
                  <a:lnTo>
                    <a:pt x="5238749" y="117941"/>
                  </a:lnTo>
                  <a:lnTo>
                    <a:pt x="5168164" y="98309"/>
                  </a:lnTo>
                  <a:lnTo>
                    <a:pt x="5091405" y="80722"/>
                  </a:lnTo>
                  <a:lnTo>
                    <a:pt x="5008652" y="64991"/>
                  </a:lnTo>
                  <a:lnTo>
                    <a:pt x="4920827" y="51010"/>
                  </a:lnTo>
                  <a:lnTo>
                    <a:pt x="4829798" y="38743"/>
                  </a:lnTo>
                  <a:lnTo>
                    <a:pt x="4738494" y="28209"/>
                  </a:lnTo>
                  <a:lnTo>
                    <a:pt x="4650794" y="19450"/>
                  </a:lnTo>
                  <a:lnTo>
                    <a:pt x="4571116" y="12491"/>
                  </a:lnTo>
                  <a:lnTo>
                    <a:pt x="4503677" y="7295"/>
                  </a:lnTo>
                  <a:lnTo>
                    <a:pt x="4451589" y="3728"/>
                  </a:lnTo>
                  <a:lnTo>
                    <a:pt x="4416063" y="1552"/>
                  </a:lnTo>
                  <a:lnTo>
                    <a:pt x="4396001" y="449"/>
                  </a:lnTo>
                  <a:lnTo>
                    <a:pt x="4388038" y="5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54" y="86"/>
                  </a:lnTo>
                  <a:lnTo>
                    <a:pt x="3840818" y="701"/>
                  </a:lnTo>
                  <a:lnTo>
                    <a:pt x="3824861" y="2402"/>
                  </a:lnTo>
                  <a:lnTo>
                    <a:pt x="3796377" y="5748"/>
                  </a:lnTo>
                  <a:lnTo>
                    <a:pt x="3754023" y="11255"/>
                  </a:lnTo>
                  <a:lnTo>
                    <a:pt x="3698118" y="19336"/>
                  </a:lnTo>
                  <a:lnTo>
                    <a:pt x="3630486" y="30265"/>
                  </a:lnTo>
                  <a:lnTo>
                    <a:pt x="3554033" y="44171"/>
                  </a:lnTo>
                  <a:lnTo>
                    <a:pt x="3472162" y="61065"/>
                  </a:lnTo>
                  <a:lnTo>
                    <a:pt x="3388208" y="80893"/>
                  </a:lnTo>
                  <a:lnTo>
                    <a:pt x="3305018" y="103590"/>
                  </a:lnTo>
                  <a:lnTo>
                    <a:pt x="3224734" y="129137"/>
                  </a:lnTo>
                  <a:lnTo>
                    <a:pt x="3148744" y="157595"/>
                  </a:lnTo>
                  <a:lnTo>
                    <a:pt x="3077771" y="189124"/>
                  </a:lnTo>
                  <a:lnTo>
                    <a:pt x="3012003" y="223995"/>
                  </a:lnTo>
                  <a:lnTo>
                    <a:pt x="2951239" y="262588"/>
                  </a:lnTo>
                  <a:lnTo>
                    <a:pt x="2895022" y="305385"/>
                  </a:lnTo>
                  <a:lnTo>
                    <a:pt x="2842734" y="352947"/>
                  </a:lnTo>
                  <a:lnTo>
                    <a:pt x="2793683" y="405885"/>
                  </a:lnTo>
                  <a:lnTo>
                    <a:pt x="2747153" y="464802"/>
                  </a:lnTo>
                  <a:lnTo>
                    <a:pt x="2702466" y="530192"/>
                  </a:lnTo>
                  <a:lnTo>
                    <a:pt x="2667772" y="587102"/>
                  </a:lnTo>
                  <a:lnTo>
                    <a:pt x="2635361" y="645017"/>
                  </a:lnTo>
                  <a:lnTo>
                    <a:pt x="2603244" y="706823"/>
                  </a:lnTo>
                  <a:lnTo>
                    <a:pt x="2571253" y="772598"/>
                  </a:lnTo>
                  <a:lnTo>
                    <a:pt x="2539256" y="842371"/>
                  </a:lnTo>
                  <a:lnTo>
                    <a:pt x="2507146" y="916111"/>
                  </a:lnTo>
                  <a:lnTo>
                    <a:pt x="2474847" y="993725"/>
                  </a:lnTo>
                  <a:lnTo>
                    <a:pt x="2442305" y="1075055"/>
                  </a:lnTo>
                  <a:lnTo>
                    <a:pt x="2409489" y="1159871"/>
                  </a:lnTo>
                  <a:lnTo>
                    <a:pt x="2376391" y="1247876"/>
                  </a:lnTo>
                  <a:lnTo>
                    <a:pt x="2343018" y="1338706"/>
                  </a:lnTo>
                  <a:lnTo>
                    <a:pt x="2309399" y="1431935"/>
                  </a:lnTo>
                  <a:lnTo>
                    <a:pt x="2275573" y="1527078"/>
                  </a:lnTo>
                  <a:lnTo>
                    <a:pt x="2241594" y="1623610"/>
                  </a:lnTo>
                  <a:lnTo>
                    <a:pt x="2207520" y="1720967"/>
                  </a:lnTo>
                  <a:lnTo>
                    <a:pt x="2173419" y="1818568"/>
                  </a:lnTo>
                  <a:lnTo>
                    <a:pt x="2139358" y="1915824"/>
                  </a:lnTo>
                  <a:lnTo>
                    <a:pt x="2105401" y="2012154"/>
                  </a:lnTo>
                  <a:lnTo>
                    <a:pt x="2071607" y="2107002"/>
                  </a:lnTo>
                  <a:lnTo>
                    <a:pt x="2038028" y="2199848"/>
                  </a:lnTo>
                  <a:lnTo>
                    <a:pt x="2004702" y="2290217"/>
                  </a:lnTo>
                  <a:lnTo>
                    <a:pt x="1971652" y="2377693"/>
                  </a:lnTo>
                  <a:lnTo>
                    <a:pt x="1938885" y="2461924"/>
                  </a:lnTo>
                  <a:lnTo>
                    <a:pt x="1906388" y="2542623"/>
                  </a:lnTo>
                  <a:lnTo>
                    <a:pt x="1874126" y="2619575"/>
                  </a:lnTo>
                  <a:lnTo>
                    <a:pt x="1842043" y="2692631"/>
                  </a:lnTo>
                  <a:lnTo>
                    <a:pt x="1810055" y="2761711"/>
                  </a:lnTo>
                  <a:lnTo>
                    <a:pt x="1778053" y="2826794"/>
                  </a:lnTo>
                  <a:lnTo>
                    <a:pt x="1745898" y="2887918"/>
                  </a:lnTo>
                  <a:lnTo>
                    <a:pt x="1719082" y="2935511"/>
                  </a:lnTo>
                  <a:lnTo>
                    <a:pt x="1675432" y="3006240"/>
                  </a:lnTo>
                  <a:lnTo>
                    <a:pt x="1630422" y="3070285"/>
                  </a:lnTo>
                  <a:lnTo>
                    <a:pt x="1583438" y="3127943"/>
                  </a:lnTo>
                  <a:lnTo>
                    <a:pt x="1533787" y="3179739"/>
                  </a:lnTo>
                  <a:lnTo>
                    <a:pt x="1480756" y="3226285"/>
                  </a:lnTo>
                  <a:lnTo>
                    <a:pt x="1423661" y="3268185"/>
                  </a:lnTo>
                  <a:lnTo>
                    <a:pt x="1361912" y="3305987"/>
                  </a:lnTo>
                  <a:lnTo>
                    <a:pt x="1295093" y="3340152"/>
                  </a:lnTo>
                  <a:lnTo>
                    <a:pt x="1223070" y="3371038"/>
                  </a:lnTo>
                  <a:lnTo>
                    <a:pt x="1146130" y="3398895"/>
                  </a:lnTo>
                  <a:lnTo>
                    <a:pt x="1065119" y="3423862"/>
                  </a:lnTo>
                  <a:lnTo>
                    <a:pt x="981577" y="3445980"/>
                  </a:lnTo>
                  <a:lnTo>
                    <a:pt x="897795" y="3465218"/>
                  </a:lnTo>
                  <a:lnTo>
                    <a:pt x="816744" y="3481508"/>
                  </a:lnTo>
                  <a:lnTo>
                    <a:pt x="741815" y="3494806"/>
                  </a:lnTo>
                  <a:lnTo>
                    <a:pt x="676357" y="3505142"/>
                  </a:lnTo>
                  <a:lnTo>
                    <a:pt x="623100" y="3512673"/>
                  </a:lnTo>
                  <a:lnTo>
                    <a:pt x="583590" y="3517703"/>
                  </a:lnTo>
                  <a:lnTo>
                    <a:pt x="557813" y="3520672"/>
                  </a:lnTo>
                  <a:lnTo>
                    <a:pt x="544091" y="3522106"/>
                  </a:lnTo>
                  <a:lnTo>
                    <a:pt x="539230" y="3522570"/>
                  </a:lnTo>
                  <a:lnTo>
                    <a:pt x="538736" y="3522613"/>
                  </a:lnTo>
                  <a:lnTo>
                    <a:pt x="0" y="3522613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00" name="pl2100"/>
            <p:cNvSpPr/>
            <p:nvPr/>
          </p:nvSpPr>
          <p:spPr>
            <a:xfrm>
              <a:off x="546595" y="2530819"/>
              <a:ext cx="8234974" cy="3522613"/>
            </a:xfrm>
            <a:custGeom>
              <a:avLst/>
              <a:pathLst>
                <a:path w="8234974" h="3522613">
                  <a:moveTo>
                    <a:pt x="0" y="3522613"/>
                  </a:moveTo>
                  <a:lnTo>
                    <a:pt x="538736" y="3522613"/>
                  </a:lnTo>
                  <a:lnTo>
                    <a:pt x="539701" y="3522527"/>
                  </a:lnTo>
                  <a:lnTo>
                    <a:pt x="546037" y="3521912"/>
                  </a:lnTo>
                  <a:lnTo>
                    <a:pt x="561994" y="3520211"/>
                  </a:lnTo>
                  <a:lnTo>
                    <a:pt x="590477" y="3516865"/>
                  </a:lnTo>
                  <a:lnTo>
                    <a:pt x="632831" y="3511358"/>
                  </a:lnTo>
                  <a:lnTo>
                    <a:pt x="688737" y="3503277"/>
                  </a:lnTo>
                  <a:lnTo>
                    <a:pt x="756368" y="3492348"/>
                  </a:lnTo>
                  <a:lnTo>
                    <a:pt x="832821" y="3478442"/>
                  </a:lnTo>
                  <a:lnTo>
                    <a:pt x="914693" y="3461547"/>
                  </a:lnTo>
                  <a:lnTo>
                    <a:pt x="998647" y="3441720"/>
                  </a:lnTo>
                  <a:lnTo>
                    <a:pt x="1081836" y="3419023"/>
                  </a:lnTo>
                  <a:lnTo>
                    <a:pt x="1162121" y="3393475"/>
                  </a:lnTo>
                  <a:lnTo>
                    <a:pt x="1238111" y="3365018"/>
                  </a:lnTo>
                  <a:lnTo>
                    <a:pt x="1309084" y="3333489"/>
                  </a:lnTo>
                  <a:lnTo>
                    <a:pt x="1374852" y="3298618"/>
                  </a:lnTo>
                  <a:lnTo>
                    <a:pt x="1435615" y="3260025"/>
                  </a:lnTo>
                  <a:lnTo>
                    <a:pt x="1491833" y="3217228"/>
                  </a:lnTo>
                  <a:lnTo>
                    <a:pt x="1544120" y="3169666"/>
                  </a:lnTo>
                  <a:lnTo>
                    <a:pt x="1593172" y="3116727"/>
                  </a:lnTo>
                  <a:lnTo>
                    <a:pt x="1639701" y="3057810"/>
                  </a:lnTo>
                  <a:lnTo>
                    <a:pt x="1684388" y="2992421"/>
                  </a:lnTo>
                  <a:lnTo>
                    <a:pt x="1719082" y="2935511"/>
                  </a:lnTo>
                  <a:lnTo>
                    <a:pt x="1751494" y="2877595"/>
                  </a:lnTo>
                  <a:lnTo>
                    <a:pt x="1783611" y="2815790"/>
                  </a:lnTo>
                  <a:lnTo>
                    <a:pt x="1815601" y="2750014"/>
                  </a:lnTo>
                  <a:lnTo>
                    <a:pt x="1847599" y="2680242"/>
                  </a:lnTo>
                  <a:lnTo>
                    <a:pt x="1879708" y="2606502"/>
                  </a:lnTo>
                  <a:lnTo>
                    <a:pt x="1912007" y="2528887"/>
                  </a:lnTo>
                  <a:lnTo>
                    <a:pt x="1944550" y="2447558"/>
                  </a:lnTo>
                  <a:lnTo>
                    <a:pt x="1977365" y="2362742"/>
                  </a:lnTo>
                  <a:lnTo>
                    <a:pt x="2010464" y="2274737"/>
                  </a:lnTo>
                  <a:lnTo>
                    <a:pt x="2043836" y="2183906"/>
                  </a:lnTo>
                  <a:lnTo>
                    <a:pt x="2077455" y="2090678"/>
                  </a:lnTo>
                  <a:lnTo>
                    <a:pt x="2111281" y="1995534"/>
                  </a:lnTo>
                  <a:lnTo>
                    <a:pt x="2145261" y="1899003"/>
                  </a:lnTo>
                  <a:lnTo>
                    <a:pt x="2179334" y="1801645"/>
                  </a:lnTo>
                  <a:lnTo>
                    <a:pt x="2213435" y="1704045"/>
                  </a:lnTo>
                  <a:lnTo>
                    <a:pt x="2247497" y="1606789"/>
                  </a:lnTo>
                  <a:lnTo>
                    <a:pt x="2281454" y="1510459"/>
                  </a:lnTo>
                  <a:lnTo>
                    <a:pt x="2315247" y="1415610"/>
                  </a:lnTo>
                  <a:lnTo>
                    <a:pt x="2348826" y="1322765"/>
                  </a:lnTo>
                  <a:lnTo>
                    <a:pt x="2382152" y="1232396"/>
                  </a:lnTo>
                  <a:lnTo>
                    <a:pt x="2415202" y="1144919"/>
                  </a:lnTo>
                  <a:lnTo>
                    <a:pt x="2447969" y="1060689"/>
                  </a:lnTo>
                  <a:lnTo>
                    <a:pt x="2480466" y="979990"/>
                  </a:lnTo>
                  <a:lnTo>
                    <a:pt x="2512728" y="903038"/>
                  </a:lnTo>
                  <a:lnTo>
                    <a:pt x="2544812" y="829981"/>
                  </a:lnTo>
                  <a:lnTo>
                    <a:pt x="2576800" y="760902"/>
                  </a:lnTo>
                  <a:lnTo>
                    <a:pt x="2608802" y="695818"/>
                  </a:lnTo>
                  <a:lnTo>
                    <a:pt x="2640957" y="634694"/>
                  </a:lnTo>
                  <a:lnTo>
                    <a:pt x="2667772" y="587102"/>
                  </a:lnTo>
                  <a:lnTo>
                    <a:pt x="2711422" y="516372"/>
                  </a:lnTo>
                  <a:lnTo>
                    <a:pt x="2756432" y="452327"/>
                  </a:lnTo>
                  <a:lnTo>
                    <a:pt x="2803417" y="394670"/>
                  </a:lnTo>
                  <a:lnTo>
                    <a:pt x="2853067" y="342873"/>
                  </a:lnTo>
                  <a:lnTo>
                    <a:pt x="2906098" y="296327"/>
                  </a:lnTo>
                  <a:lnTo>
                    <a:pt x="2963193" y="254428"/>
                  </a:lnTo>
                  <a:lnTo>
                    <a:pt x="3024942" y="216626"/>
                  </a:lnTo>
                  <a:lnTo>
                    <a:pt x="3091762" y="182461"/>
                  </a:lnTo>
                  <a:lnTo>
                    <a:pt x="3163784" y="151574"/>
                  </a:lnTo>
                  <a:lnTo>
                    <a:pt x="3240724" y="123717"/>
                  </a:lnTo>
                  <a:lnTo>
                    <a:pt x="3321735" y="98751"/>
                  </a:lnTo>
                  <a:lnTo>
                    <a:pt x="3405278" y="76632"/>
                  </a:lnTo>
                  <a:lnTo>
                    <a:pt x="3489060" y="57395"/>
                  </a:lnTo>
                  <a:lnTo>
                    <a:pt x="3570110" y="41104"/>
                  </a:lnTo>
                  <a:lnTo>
                    <a:pt x="3645040" y="27807"/>
                  </a:lnTo>
                  <a:lnTo>
                    <a:pt x="3710498" y="17471"/>
                  </a:lnTo>
                  <a:lnTo>
                    <a:pt x="3763755" y="9940"/>
                  </a:lnTo>
                  <a:lnTo>
                    <a:pt x="3803265" y="4909"/>
                  </a:lnTo>
                  <a:lnTo>
                    <a:pt x="3829042" y="1941"/>
                  </a:lnTo>
                  <a:lnTo>
                    <a:pt x="3842763" y="507"/>
                  </a:lnTo>
                  <a:lnTo>
                    <a:pt x="3847625" y="4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1" y="56"/>
                  </a:lnTo>
                  <a:lnTo>
                    <a:pt x="4396235" y="461"/>
                  </a:lnTo>
                  <a:lnTo>
                    <a:pt x="4416544" y="1580"/>
                  </a:lnTo>
                  <a:lnTo>
                    <a:pt x="4452356" y="3777"/>
                  </a:lnTo>
                  <a:lnTo>
                    <a:pt x="4504730" y="7371"/>
                  </a:lnTo>
                  <a:lnTo>
                    <a:pt x="4572414" y="12597"/>
                  </a:lnTo>
                  <a:lnTo>
                    <a:pt x="4652269" y="19587"/>
                  </a:lnTo>
                  <a:lnTo>
                    <a:pt x="4740069" y="28378"/>
                  </a:lnTo>
                  <a:lnTo>
                    <a:pt x="4831400" y="38943"/>
                  </a:lnTo>
                  <a:lnTo>
                    <a:pt x="4922395" y="51240"/>
                  </a:lnTo>
                  <a:lnTo>
                    <a:pt x="5010145" y="65250"/>
                  </a:lnTo>
                  <a:lnTo>
                    <a:pt x="5092798" y="81012"/>
                  </a:lnTo>
                  <a:lnTo>
                    <a:pt x="5169449" y="98634"/>
                  </a:lnTo>
                  <a:lnTo>
                    <a:pt x="5239928" y="118303"/>
                  </a:lnTo>
                  <a:lnTo>
                    <a:pt x="5304579" y="140284"/>
                  </a:lnTo>
                  <a:lnTo>
                    <a:pt x="5364073" y="164912"/>
                  </a:lnTo>
                  <a:lnTo>
                    <a:pt x="5419258" y="192569"/>
                  </a:lnTo>
                  <a:lnTo>
                    <a:pt x="5471056" y="223660"/>
                  </a:lnTo>
                  <a:lnTo>
                    <a:pt x="5520373" y="258545"/>
                  </a:lnTo>
                  <a:lnTo>
                    <a:pt x="5567201" y="296727"/>
                  </a:lnTo>
                  <a:lnTo>
                    <a:pt x="5608984" y="334885"/>
                  </a:lnTo>
                  <a:lnTo>
                    <a:pt x="5650360" y="376343"/>
                  </a:lnTo>
                  <a:lnTo>
                    <a:pt x="5691658" y="421161"/>
                  </a:lnTo>
                  <a:lnTo>
                    <a:pt x="5733120" y="469325"/>
                  </a:lnTo>
                  <a:lnTo>
                    <a:pt x="5774914" y="520731"/>
                  </a:lnTo>
                  <a:lnTo>
                    <a:pt x="5817139" y="575184"/>
                  </a:lnTo>
                  <a:lnTo>
                    <a:pt x="5859833" y="632390"/>
                  </a:lnTo>
                  <a:lnTo>
                    <a:pt x="5902980" y="691959"/>
                  </a:lnTo>
                  <a:lnTo>
                    <a:pt x="5946517" y="753418"/>
                  </a:lnTo>
                  <a:lnTo>
                    <a:pt x="5990346" y="816217"/>
                  </a:lnTo>
                  <a:lnTo>
                    <a:pt x="6034339" y="879754"/>
                  </a:lnTo>
                  <a:lnTo>
                    <a:pt x="6078356" y="943396"/>
                  </a:lnTo>
                  <a:lnTo>
                    <a:pt x="6122254" y="1006505"/>
                  </a:lnTo>
                  <a:lnTo>
                    <a:pt x="6165899" y="1068466"/>
                  </a:lnTo>
                  <a:lnTo>
                    <a:pt x="6209183" y="1128710"/>
                  </a:lnTo>
                  <a:lnTo>
                    <a:pt x="6252029" y="1186737"/>
                  </a:lnTo>
                  <a:lnTo>
                    <a:pt x="6294406" y="1242128"/>
                  </a:lnTo>
                  <a:lnTo>
                    <a:pt x="6336333" y="1294558"/>
                  </a:lnTo>
                  <a:lnTo>
                    <a:pt x="6377889" y="1343799"/>
                  </a:lnTo>
                  <a:lnTo>
                    <a:pt x="6419218" y="1389718"/>
                  </a:lnTo>
                  <a:lnTo>
                    <a:pt x="6460537" y="1432273"/>
                  </a:lnTo>
                  <a:lnTo>
                    <a:pt x="6502144" y="1471500"/>
                  </a:lnTo>
                  <a:lnTo>
                    <a:pt x="6515891" y="1483635"/>
                  </a:lnTo>
                  <a:lnTo>
                    <a:pt x="6563564" y="1522460"/>
                  </a:lnTo>
                  <a:lnTo>
                    <a:pt x="6612917" y="1557276"/>
                  </a:lnTo>
                  <a:lnTo>
                    <a:pt x="6664766" y="1588304"/>
                  </a:lnTo>
                  <a:lnTo>
                    <a:pt x="6720019" y="1615905"/>
                  </a:lnTo>
                  <a:lnTo>
                    <a:pt x="6779596" y="1640483"/>
                  </a:lnTo>
                  <a:lnTo>
                    <a:pt x="6844344" y="1662421"/>
                  </a:lnTo>
                  <a:lnTo>
                    <a:pt x="6914928" y="1682052"/>
                  </a:lnTo>
                  <a:lnTo>
                    <a:pt x="6991687" y="1699640"/>
                  </a:lnTo>
                  <a:lnTo>
                    <a:pt x="7074440" y="1715371"/>
                  </a:lnTo>
                  <a:lnTo>
                    <a:pt x="7162266" y="1729352"/>
                  </a:lnTo>
                  <a:lnTo>
                    <a:pt x="7253294" y="1741619"/>
                  </a:lnTo>
                  <a:lnTo>
                    <a:pt x="7344599" y="1752153"/>
                  </a:lnTo>
                  <a:lnTo>
                    <a:pt x="7432299" y="1760912"/>
                  </a:lnTo>
                  <a:lnTo>
                    <a:pt x="7511976" y="1767871"/>
                  </a:lnTo>
                  <a:lnTo>
                    <a:pt x="7579415" y="1773067"/>
                  </a:lnTo>
                  <a:lnTo>
                    <a:pt x="7631504" y="1776634"/>
                  </a:lnTo>
                  <a:lnTo>
                    <a:pt x="7667030" y="1778809"/>
                  </a:lnTo>
                  <a:lnTo>
                    <a:pt x="7687092" y="1779913"/>
                  </a:lnTo>
                  <a:lnTo>
                    <a:pt x="7695055" y="1780308"/>
                  </a:lnTo>
                  <a:lnTo>
                    <a:pt x="7696237" y="1780362"/>
                  </a:lnTo>
                  <a:lnTo>
                    <a:pt x="8234974" y="17803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1" name="pl2101"/>
            <p:cNvSpPr/>
            <p:nvPr/>
          </p:nvSpPr>
          <p:spPr>
            <a:xfrm>
              <a:off x="546595" y="2525375"/>
              <a:ext cx="8234974" cy="3522613"/>
            </a:xfrm>
            <a:custGeom>
              <a:avLst/>
              <a:pathLst>
                <a:path w="8234974" h="3522613">
                  <a:moveTo>
                    <a:pt x="8234974" y="1780362"/>
                  </a:moveTo>
                  <a:lnTo>
                    <a:pt x="7696237" y="1780362"/>
                  </a:lnTo>
                  <a:lnTo>
                    <a:pt x="7694992" y="1780306"/>
                  </a:lnTo>
                  <a:lnTo>
                    <a:pt x="7686858" y="1779901"/>
                  </a:lnTo>
                  <a:lnTo>
                    <a:pt x="7666549" y="1778781"/>
                  </a:lnTo>
                  <a:lnTo>
                    <a:pt x="7630736" y="1776585"/>
                  </a:lnTo>
                  <a:lnTo>
                    <a:pt x="7578363" y="1772991"/>
                  </a:lnTo>
                  <a:lnTo>
                    <a:pt x="7510679" y="1767764"/>
                  </a:lnTo>
                  <a:lnTo>
                    <a:pt x="7430823" y="1760774"/>
                  </a:lnTo>
                  <a:lnTo>
                    <a:pt x="7343023" y="1751984"/>
                  </a:lnTo>
                  <a:lnTo>
                    <a:pt x="7251692" y="1741419"/>
                  </a:lnTo>
                  <a:lnTo>
                    <a:pt x="7160698" y="1729122"/>
                  </a:lnTo>
                  <a:lnTo>
                    <a:pt x="7072948" y="1715111"/>
                  </a:lnTo>
                  <a:lnTo>
                    <a:pt x="6990294" y="1699349"/>
                  </a:lnTo>
                  <a:lnTo>
                    <a:pt x="6913643" y="1681728"/>
                  </a:lnTo>
                  <a:lnTo>
                    <a:pt x="6843165" y="1662059"/>
                  </a:lnTo>
                  <a:lnTo>
                    <a:pt x="6778513" y="1640077"/>
                  </a:lnTo>
                  <a:lnTo>
                    <a:pt x="6719020" y="1615450"/>
                  </a:lnTo>
                  <a:lnTo>
                    <a:pt x="6663834" y="1587793"/>
                  </a:lnTo>
                  <a:lnTo>
                    <a:pt x="6612036" y="1556702"/>
                  </a:lnTo>
                  <a:lnTo>
                    <a:pt x="6562719" y="1521817"/>
                  </a:lnTo>
                  <a:lnTo>
                    <a:pt x="6515891" y="1483635"/>
                  </a:lnTo>
                  <a:lnTo>
                    <a:pt x="6474109" y="1445477"/>
                  </a:lnTo>
                  <a:lnTo>
                    <a:pt x="6432733" y="1404019"/>
                  </a:lnTo>
                  <a:lnTo>
                    <a:pt x="6391435" y="1359201"/>
                  </a:lnTo>
                  <a:lnTo>
                    <a:pt x="6349972" y="1311037"/>
                  </a:lnTo>
                  <a:lnTo>
                    <a:pt x="6308178" y="1259630"/>
                  </a:lnTo>
                  <a:lnTo>
                    <a:pt x="6265953" y="1205177"/>
                  </a:lnTo>
                  <a:lnTo>
                    <a:pt x="6223260" y="1147972"/>
                  </a:lnTo>
                  <a:lnTo>
                    <a:pt x="6180113" y="1088402"/>
                  </a:lnTo>
                  <a:lnTo>
                    <a:pt x="6136575" y="1026944"/>
                  </a:lnTo>
                  <a:lnTo>
                    <a:pt x="6092747" y="964144"/>
                  </a:lnTo>
                  <a:lnTo>
                    <a:pt x="6048753" y="900608"/>
                  </a:lnTo>
                  <a:lnTo>
                    <a:pt x="6004736" y="836966"/>
                  </a:lnTo>
                  <a:lnTo>
                    <a:pt x="5960839" y="773857"/>
                  </a:lnTo>
                  <a:lnTo>
                    <a:pt x="5917193" y="711896"/>
                  </a:lnTo>
                  <a:lnTo>
                    <a:pt x="5873910" y="651652"/>
                  </a:lnTo>
                  <a:lnTo>
                    <a:pt x="5831063" y="593625"/>
                  </a:lnTo>
                  <a:lnTo>
                    <a:pt x="5788687" y="538234"/>
                  </a:lnTo>
                  <a:lnTo>
                    <a:pt x="5746760" y="485804"/>
                  </a:lnTo>
                  <a:lnTo>
                    <a:pt x="5705203" y="436563"/>
                  </a:lnTo>
                  <a:lnTo>
                    <a:pt x="5663874" y="390644"/>
                  </a:lnTo>
                  <a:lnTo>
                    <a:pt x="5622556" y="348089"/>
                  </a:lnTo>
                  <a:lnTo>
                    <a:pt x="5580948" y="308862"/>
                  </a:lnTo>
                  <a:lnTo>
                    <a:pt x="5567201" y="296727"/>
                  </a:lnTo>
                  <a:lnTo>
                    <a:pt x="5519529" y="257902"/>
                  </a:lnTo>
                  <a:lnTo>
                    <a:pt x="5470175" y="223085"/>
                  </a:lnTo>
                  <a:lnTo>
                    <a:pt x="5418327" y="192058"/>
                  </a:lnTo>
                  <a:lnTo>
                    <a:pt x="5363074" y="164457"/>
                  </a:lnTo>
                  <a:lnTo>
                    <a:pt x="5303497" y="139879"/>
                  </a:lnTo>
                  <a:lnTo>
                    <a:pt x="5238749" y="117941"/>
                  </a:lnTo>
                  <a:lnTo>
                    <a:pt x="5168164" y="98309"/>
                  </a:lnTo>
                  <a:lnTo>
                    <a:pt x="5091405" y="80722"/>
                  </a:lnTo>
                  <a:lnTo>
                    <a:pt x="5008652" y="64991"/>
                  </a:lnTo>
                  <a:lnTo>
                    <a:pt x="4920827" y="51010"/>
                  </a:lnTo>
                  <a:lnTo>
                    <a:pt x="4829798" y="38743"/>
                  </a:lnTo>
                  <a:lnTo>
                    <a:pt x="4738494" y="28209"/>
                  </a:lnTo>
                  <a:lnTo>
                    <a:pt x="4650794" y="19450"/>
                  </a:lnTo>
                  <a:lnTo>
                    <a:pt x="4571116" y="12491"/>
                  </a:lnTo>
                  <a:lnTo>
                    <a:pt x="4503677" y="7295"/>
                  </a:lnTo>
                  <a:lnTo>
                    <a:pt x="4451589" y="3728"/>
                  </a:lnTo>
                  <a:lnTo>
                    <a:pt x="4416063" y="1552"/>
                  </a:lnTo>
                  <a:lnTo>
                    <a:pt x="4396001" y="449"/>
                  </a:lnTo>
                  <a:lnTo>
                    <a:pt x="4388038" y="5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154" y="86"/>
                  </a:lnTo>
                  <a:lnTo>
                    <a:pt x="3840818" y="701"/>
                  </a:lnTo>
                  <a:lnTo>
                    <a:pt x="3824861" y="2402"/>
                  </a:lnTo>
                  <a:lnTo>
                    <a:pt x="3796377" y="5748"/>
                  </a:lnTo>
                  <a:lnTo>
                    <a:pt x="3754023" y="11255"/>
                  </a:lnTo>
                  <a:lnTo>
                    <a:pt x="3698118" y="19336"/>
                  </a:lnTo>
                  <a:lnTo>
                    <a:pt x="3630486" y="30265"/>
                  </a:lnTo>
                  <a:lnTo>
                    <a:pt x="3554033" y="44171"/>
                  </a:lnTo>
                  <a:lnTo>
                    <a:pt x="3472162" y="61065"/>
                  </a:lnTo>
                  <a:lnTo>
                    <a:pt x="3388208" y="80893"/>
                  </a:lnTo>
                  <a:lnTo>
                    <a:pt x="3305018" y="103590"/>
                  </a:lnTo>
                  <a:lnTo>
                    <a:pt x="3224734" y="129137"/>
                  </a:lnTo>
                  <a:lnTo>
                    <a:pt x="3148744" y="157595"/>
                  </a:lnTo>
                  <a:lnTo>
                    <a:pt x="3077771" y="189124"/>
                  </a:lnTo>
                  <a:lnTo>
                    <a:pt x="3012003" y="223995"/>
                  </a:lnTo>
                  <a:lnTo>
                    <a:pt x="2951239" y="262588"/>
                  </a:lnTo>
                  <a:lnTo>
                    <a:pt x="2895022" y="305385"/>
                  </a:lnTo>
                  <a:lnTo>
                    <a:pt x="2842734" y="352947"/>
                  </a:lnTo>
                  <a:lnTo>
                    <a:pt x="2793683" y="405885"/>
                  </a:lnTo>
                  <a:lnTo>
                    <a:pt x="2747153" y="464802"/>
                  </a:lnTo>
                  <a:lnTo>
                    <a:pt x="2702466" y="530192"/>
                  </a:lnTo>
                  <a:lnTo>
                    <a:pt x="2667772" y="587102"/>
                  </a:lnTo>
                  <a:lnTo>
                    <a:pt x="2635361" y="645017"/>
                  </a:lnTo>
                  <a:lnTo>
                    <a:pt x="2603244" y="706823"/>
                  </a:lnTo>
                  <a:lnTo>
                    <a:pt x="2571253" y="772598"/>
                  </a:lnTo>
                  <a:lnTo>
                    <a:pt x="2539256" y="842371"/>
                  </a:lnTo>
                  <a:lnTo>
                    <a:pt x="2507146" y="916111"/>
                  </a:lnTo>
                  <a:lnTo>
                    <a:pt x="2474847" y="993725"/>
                  </a:lnTo>
                  <a:lnTo>
                    <a:pt x="2442305" y="1075055"/>
                  </a:lnTo>
                  <a:lnTo>
                    <a:pt x="2409489" y="1159871"/>
                  </a:lnTo>
                  <a:lnTo>
                    <a:pt x="2376391" y="1247876"/>
                  </a:lnTo>
                  <a:lnTo>
                    <a:pt x="2343018" y="1338706"/>
                  </a:lnTo>
                  <a:lnTo>
                    <a:pt x="2309399" y="1431935"/>
                  </a:lnTo>
                  <a:lnTo>
                    <a:pt x="2275573" y="1527078"/>
                  </a:lnTo>
                  <a:lnTo>
                    <a:pt x="2241594" y="1623610"/>
                  </a:lnTo>
                  <a:lnTo>
                    <a:pt x="2207520" y="1720967"/>
                  </a:lnTo>
                  <a:lnTo>
                    <a:pt x="2173419" y="1818568"/>
                  </a:lnTo>
                  <a:lnTo>
                    <a:pt x="2139358" y="1915824"/>
                  </a:lnTo>
                  <a:lnTo>
                    <a:pt x="2105401" y="2012154"/>
                  </a:lnTo>
                  <a:lnTo>
                    <a:pt x="2071607" y="2107002"/>
                  </a:lnTo>
                  <a:lnTo>
                    <a:pt x="2038028" y="2199848"/>
                  </a:lnTo>
                  <a:lnTo>
                    <a:pt x="2004702" y="2290217"/>
                  </a:lnTo>
                  <a:lnTo>
                    <a:pt x="1971652" y="2377693"/>
                  </a:lnTo>
                  <a:lnTo>
                    <a:pt x="1938885" y="2461924"/>
                  </a:lnTo>
                  <a:lnTo>
                    <a:pt x="1906388" y="2542623"/>
                  </a:lnTo>
                  <a:lnTo>
                    <a:pt x="1874126" y="2619575"/>
                  </a:lnTo>
                  <a:lnTo>
                    <a:pt x="1842043" y="2692631"/>
                  </a:lnTo>
                  <a:lnTo>
                    <a:pt x="1810055" y="2761711"/>
                  </a:lnTo>
                  <a:lnTo>
                    <a:pt x="1778053" y="2826794"/>
                  </a:lnTo>
                  <a:lnTo>
                    <a:pt x="1745898" y="2887918"/>
                  </a:lnTo>
                  <a:lnTo>
                    <a:pt x="1719082" y="2935511"/>
                  </a:lnTo>
                  <a:lnTo>
                    <a:pt x="1675432" y="3006240"/>
                  </a:lnTo>
                  <a:lnTo>
                    <a:pt x="1630422" y="3070285"/>
                  </a:lnTo>
                  <a:lnTo>
                    <a:pt x="1583438" y="3127943"/>
                  </a:lnTo>
                  <a:lnTo>
                    <a:pt x="1533787" y="3179739"/>
                  </a:lnTo>
                  <a:lnTo>
                    <a:pt x="1480756" y="3226285"/>
                  </a:lnTo>
                  <a:lnTo>
                    <a:pt x="1423661" y="3268185"/>
                  </a:lnTo>
                  <a:lnTo>
                    <a:pt x="1361912" y="3305987"/>
                  </a:lnTo>
                  <a:lnTo>
                    <a:pt x="1295093" y="3340152"/>
                  </a:lnTo>
                  <a:lnTo>
                    <a:pt x="1223070" y="3371038"/>
                  </a:lnTo>
                  <a:lnTo>
                    <a:pt x="1146130" y="3398895"/>
                  </a:lnTo>
                  <a:lnTo>
                    <a:pt x="1065119" y="3423862"/>
                  </a:lnTo>
                  <a:lnTo>
                    <a:pt x="981577" y="3445980"/>
                  </a:lnTo>
                  <a:lnTo>
                    <a:pt x="897795" y="3465218"/>
                  </a:lnTo>
                  <a:lnTo>
                    <a:pt x="816744" y="3481508"/>
                  </a:lnTo>
                  <a:lnTo>
                    <a:pt x="741815" y="3494806"/>
                  </a:lnTo>
                  <a:lnTo>
                    <a:pt x="676357" y="3505142"/>
                  </a:lnTo>
                  <a:lnTo>
                    <a:pt x="623100" y="3512673"/>
                  </a:lnTo>
                  <a:lnTo>
                    <a:pt x="583590" y="3517703"/>
                  </a:lnTo>
                  <a:lnTo>
                    <a:pt x="557813" y="3520672"/>
                  </a:lnTo>
                  <a:lnTo>
                    <a:pt x="544091" y="3522106"/>
                  </a:lnTo>
                  <a:lnTo>
                    <a:pt x="539230" y="3522570"/>
                  </a:lnTo>
                  <a:lnTo>
                    <a:pt x="538736" y="3522613"/>
                  </a:lnTo>
                  <a:lnTo>
                    <a:pt x="0" y="3522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2" name="pg2102"/>
            <p:cNvSpPr/>
            <p:nvPr/>
          </p:nvSpPr>
          <p:spPr>
            <a:xfrm>
              <a:off x="546595" y="1267687"/>
              <a:ext cx="8234974" cy="4780301"/>
            </a:xfrm>
            <a:custGeom>
              <a:avLst/>
              <a:pathLst>
                <a:path w="8234974" h="4780301">
                  <a:moveTo>
                    <a:pt x="0" y="4780301"/>
                  </a:moveTo>
                  <a:lnTo>
                    <a:pt x="538736" y="4780301"/>
                  </a:lnTo>
                  <a:lnTo>
                    <a:pt x="539669" y="4780208"/>
                  </a:lnTo>
                  <a:lnTo>
                    <a:pt x="545805" y="4779545"/>
                  </a:lnTo>
                  <a:lnTo>
                    <a:pt x="561272" y="4777713"/>
                  </a:lnTo>
                  <a:lnTo>
                    <a:pt x="588920" y="4774108"/>
                  </a:lnTo>
                  <a:lnTo>
                    <a:pt x="630112" y="4768171"/>
                  </a:lnTo>
                  <a:lnTo>
                    <a:pt x="684616" y="4759450"/>
                  </a:lnTo>
                  <a:lnTo>
                    <a:pt x="750747" y="4747639"/>
                  </a:lnTo>
                  <a:lnTo>
                    <a:pt x="825752" y="4732590"/>
                  </a:lnTo>
                  <a:lnTo>
                    <a:pt x="906356" y="4714282"/>
                  </a:lnTo>
                  <a:lnTo>
                    <a:pt x="989306" y="4692770"/>
                  </a:lnTo>
                  <a:lnTo>
                    <a:pt x="1071785" y="4668125"/>
                  </a:lnTo>
                  <a:lnTo>
                    <a:pt x="1151637" y="4640375"/>
                  </a:lnTo>
                  <a:lnTo>
                    <a:pt x="1227430" y="4609469"/>
                  </a:lnTo>
                  <a:lnTo>
                    <a:pt x="1298381" y="4575249"/>
                  </a:lnTo>
                  <a:lnTo>
                    <a:pt x="1364243" y="4537441"/>
                  </a:lnTo>
                  <a:lnTo>
                    <a:pt x="1425157" y="4495653"/>
                  </a:lnTo>
                  <a:lnTo>
                    <a:pt x="1481531" y="4449386"/>
                  </a:lnTo>
                  <a:lnTo>
                    <a:pt x="1533941" y="4398047"/>
                  </a:lnTo>
                  <a:lnTo>
                    <a:pt x="1583046" y="4340984"/>
                  </a:lnTo>
                  <a:lnTo>
                    <a:pt x="1629539" y="4277540"/>
                  </a:lnTo>
                  <a:lnTo>
                    <a:pt x="1674089" y="4207143"/>
                  </a:lnTo>
                  <a:lnTo>
                    <a:pt x="1717293" y="4129466"/>
                  </a:lnTo>
                  <a:lnTo>
                    <a:pt x="1719082" y="4126049"/>
                  </a:lnTo>
                  <a:lnTo>
                    <a:pt x="1750007" y="4064581"/>
                  </a:lnTo>
                  <a:lnTo>
                    <a:pt x="1780656" y="3999173"/>
                  </a:lnTo>
                  <a:lnTo>
                    <a:pt x="1811177" y="3929744"/>
                  </a:lnTo>
                  <a:lnTo>
                    <a:pt x="1841690" y="3856263"/>
                  </a:lnTo>
                  <a:lnTo>
                    <a:pt x="1872289" y="3778748"/>
                  </a:lnTo>
                  <a:lnTo>
                    <a:pt x="1903046" y="3697277"/>
                  </a:lnTo>
                  <a:lnTo>
                    <a:pt x="1934014" y="3611987"/>
                  </a:lnTo>
                  <a:lnTo>
                    <a:pt x="1965224" y="3523079"/>
                  </a:lnTo>
                  <a:lnTo>
                    <a:pt x="1996690" y="3430817"/>
                  </a:lnTo>
                  <a:lnTo>
                    <a:pt x="2028411" y="3335529"/>
                  </a:lnTo>
                  <a:lnTo>
                    <a:pt x="2060370" y="3237601"/>
                  </a:lnTo>
                  <a:lnTo>
                    <a:pt x="2092537" y="3137477"/>
                  </a:lnTo>
                  <a:lnTo>
                    <a:pt x="2124871" y="3035643"/>
                  </a:lnTo>
                  <a:lnTo>
                    <a:pt x="2157325" y="2932628"/>
                  </a:lnTo>
                  <a:lnTo>
                    <a:pt x="2189842" y="2828982"/>
                  </a:lnTo>
                  <a:lnTo>
                    <a:pt x="2222367" y="2725273"/>
                  </a:lnTo>
                  <a:lnTo>
                    <a:pt x="2254839" y="2622070"/>
                  </a:lnTo>
                  <a:lnTo>
                    <a:pt x="2287204" y="2519930"/>
                  </a:lnTo>
                  <a:lnTo>
                    <a:pt x="2319412" y="2419386"/>
                  </a:lnTo>
                  <a:lnTo>
                    <a:pt x="2351419" y="2320934"/>
                  </a:lnTo>
                  <a:lnTo>
                    <a:pt x="2383195" y="2225029"/>
                  </a:lnTo>
                  <a:lnTo>
                    <a:pt x="2414718" y="2132070"/>
                  </a:lnTo>
                  <a:lnTo>
                    <a:pt x="2445984" y="2042397"/>
                  </a:lnTo>
                  <a:lnTo>
                    <a:pt x="2477002" y="1956290"/>
                  </a:lnTo>
                  <a:lnTo>
                    <a:pt x="2507803" y="1873964"/>
                  </a:lnTo>
                  <a:lnTo>
                    <a:pt x="2538431" y="1795568"/>
                  </a:lnTo>
                  <a:lnTo>
                    <a:pt x="2568956" y="1721194"/>
                  </a:lnTo>
                  <a:lnTo>
                    <a:pt x="2599465" y="1650874"/>
                  </a:lnTo>
                  <a:lnTo>
                    <a:pt x="2630075" y="1584585"/>
                  </a:lnTo>
                  <a:lnTo>
                    <a:pt x="2660924" y="1522258"/>
                  </a:lnTo>
                  <a:lnTo>
                    <a:pt x="2667772" y="1509043"/>
                  </a:lnTo>
                  <a:lnTo>
                    <a:pt x="2710931" y="1431059"/>
                  </a:lnTo>
                  <a:lnTo>
                    <a:pt x="2755412" y="1360361"/>
                  </a:lnTo>
                  <a:lnTo>
                    <a:pt x="2801811" y="1296635"/>
                  </a:lnTo>
                  <a:lnTo>
                    <a:pt x="2850793" y="1239318"/>
                  </a:lnTo>
                  <a:lnTo>
                    <a:pt x="2903050" y="1187752"/>
                  </a:lnTo>
                  <a:lnTo>
                    <a:pt x="2959246" y="1141285"/>
                  </a:lnTo>
                  <a:lnTo>
                    <a:pt x="3019960" y="1099320"/>
                  </a:lnTo>
                  <a:lnTo>
                    <a:pt x="3085609" y="1061354"/>
                  </a:lnTo>
                  <a:lnTo>
                    <a:pt x="3156349" y="1026990"/>
                  </a:lnTo>
                  <a:lnTo>
                    <a:pt x="3231950" y="995949"/>
                  </a:lnTo>
                  <a:lnTo>
                    <a:pt x="3311656" y="968068"/>
                  </a:lnTo>
                  <a:lnTo>
                    <a:pt x="3394063" y="943293"/>
                  </a:lnTo>
                  <a:lnTo>
                    <a:pt x="3477045" y="921648"/>
                  </a:lnTo>
                  <a:lnTo>
                    <a:pt x="3557811" y="903204"/>
                  </a:lnTo>
                  <a:lnTo>
                    <a:pt x="3633118" y="888018"/>
                  </a:lnTo>
                  <a:lnTo>
                    <a:pt x="3699683" y="876074"/>
                  </a:lnTo>
                  <a:lnTo>
                    <a:pt x="3754718" y="867228"/>
                  </a:lnTo>
                  <a:lnTo>
                    <a:pt x="3796483" y="861183"/>
                  </a:lnTo>
                  <a:lnTo>
                    <a:pt x="3824683" y="857490"/>
                  </a:lnTo>
                  <a:lnTo>
                    <a:pt x="3840613" y="855596"/>
                  </a:lnTo>
                  <a:lnTo>
                    <a:pt x="3847065" y="854897"/>
                  </a:lnTo>
                  <a:lnTo>
                    <a:pt x="3848118" y="854791"/>
                  </a:lnTo>
                  <a:lnTo>
                    <a:pt x="4386855" y="854791"/>
                  </a:lnTo>
                  <a:lnTo>
                    <a:pt x="4388144" y="854763"/>
                  </a:lnTo>
                  <a:lnTo>
                    <a:pt x="4396557" y="854563"/>
                  </a:lnTo>
                  <a:lnTo>
                    <a:pt x="4417535" y="854010"/>
                  </a:lnTo>
                  <a:lnTo>
                    <a:pt x="4454461" y="852924"/>
                  </a:lnTo>
                  <a:lnTo>
                    <a:pt x="4508327" y="851150"/>
                  </a:lnTo>
                  <a:lnTo>
                    <a:pt x="4577721" y="848573"/>
                  </a:lnTo>
                  <a:lnTo>
                    <a:pt x="4659294" y="845132"/>
                  </a:lnTo>
                  <a:lnTo>
                    <a:pt x="4748620" y="840812"/>
                  </a:lnTo>
                  <a:lnTo>
                    <a:pt x="4841155" y="835628"/>
                  </a:lnTo>
                  <a:lnTo>
                    <a:pt x="4932981" y="829599"/>
                  </a:lnTo>
                  <a:lnTo>
                    <a:pt x="5021207" y="822733"/>
                  </a:lnTo>
                  <a:lnTo>
                    <a:pt x="5104046" y="815006"/>
                  </a:lnTo>
                  <a:lnTo>
                    <a:pt x="5180676" y="806361"/>
                  </a:lnTo>
                  <a:lnTo>
                    <a:pt x="5251013" y="796698"/>
                  </a:lnTo>
                  <a:lnTo>
                    <a:pt x="5315480" y="785881"/>
                  </a:lnTo>
                  <a:lnTo>
                    <a:pt x="5374812" y="773739"/>
                  </a:lnTo>
                  <a:lnTo>
                    <a:pt x="5429908" y="760081"/>
                  </a:lnTo>
                  <a:lnTo>
                    <a:pt x="5481726" y="744707"/>
                  </a:lnTo>
                  <a:lnTo>
                    <a:pt x="5531193" y="727450"/>
                  </a:lnTo>
                  <a:lnTo>
                    <a:pt x="5567201" y="713233"/>
                  </a:lnTo>
                  <a:lnTo>
                    <a:pt x="5616149" y="691727"/>
                  </a:lnTo>
                  <a:lnTo>
                    <a:pt x="5664622" y="668047"/>
                  </a:lnTo>
                  <a:lnTo>
                    <a:pt x="5713111" y="642161"/>
                  </a:lnTo>
                  <a:lnTo>
                    <a:pt x="5761955" y="614109"/>
                  </a:lnTo>
                  <a:lnTo>
                    <a:pt x="5811355" y="584014"/>
                  </a:lnTo>
                  <a:lnTo>
                    <a:pt x="5861395" y="552085"/>
                  </a:lnTo>
                  <a:lnTo>
                    <a:pt x="5912055" y="518617"/>
                  </a:lnTo>
                  <a:lnTo>
                    <a:pt x="5963226" y="483982"/>
                  </a:lnTo>
                  <a:lnTo>
                    <a:pt x="6014733" y="448617"/>
                  </a:lnTo>
                  <a:lnTo>
                    <a:pt x="6066360" y="412997"/>
                  </a:lnTo>
                  <a:lnTo>
                    <a:pt x="6117876" y="377613"/>
                  </a:lnTo>
                  <a:lnTo>
                    <a:pt x="6169063" y="342942"/>
                  </a:lnTo>
                  <a:lnTo>
                    <a:pt x="6219745" y="309421"/>
                  </a:lnTo>
                  <a:lnTo>
                    <a:pt x="6269810" y="277426"/>
                  </a:lnTo>
                  <a:lnTo>
                    <a:pt x="6319235" y="247256"/>
                  </a:lnTo>
                  <a:lnTo>
                    <a:pt x="6368097" y="219122"/>
                  </a:lnTo>
                  <a:lnTo>
                    <a:pt x="6416595" y="193151"/>
                  </a:lnTo>
                  <a:lnTo>
                    <a:pt x="6465059" y="169385"/>
                  </a:lnTo>
                  <a:lnTo>
                    <a:pt x="6513978" y="147796"/>
                  </a:lnTo>
                  <a:lnTo>
                    <a:pt x="6515891" y="147002"/>
                  </a:lnTo>
                  <a:lnTo>
                    <a:pt x="6564136" y="128273"/>
                  </a:lnTo>
                  <a:lnTo>
                    <a:pt x="6614110" y="111500"/>
                  </a:lnTo>
                  <a:lnTo>
                    <a:pt x="6666661" y="96574"/>
                  </a:lnTo>
                  <a:lnTo>
                    <a:pt x="6722731" y="83315"/>
                  </a:lnTo>
                  <a:lnTo>
                    <a:pt x="6783271" y="71524"/>
                  </a:lnTo>
                  <a:lnTo>
                    <a:pt x="6849151" y="61011"/>
                  </a:lnTo>
                  <a:lnTo>
                    <a:pt x="6921043" y="51614"/>
                  </a:lnTo>
                  <a:lnTo>
                    <a:pt x="6999263" y="43207"/>
                  </a:lnTo>
                  <a:lnTo>
                    <a:pt x="7083565" y="35701"/>
                  </a:lnTo>
                  <a:lnTo>
                    <a:pt x="7172905" y="29045"/>
                  </a:lnTo>
                  <a:lnTo>
                    <a:pt x="7265224" y="23227"/>
                  </a:lnTo>
                  <a:lnTo>
                    <a:pt x="7357356" y="18257"/>
                  </a:lnTo>
                  <a:lnTo>
                    <a:pt x="7445175" y="14157"/>
                  </a:lnTo>
                  <a:lnTo>
                    <a:pt x="7524082" y="10936"/>
                  </a:lnTo>
                  <a:lnTo>
                    <a:pt x="7589832" y="8569"/>
                  </a:lnTo>
                  <a:lnTo>
                    <a:pt x="7639491" y="6980"/>
                  </a:lnTo>
                  <a:lnTo>
                    <a:pt x="7672225" y="6043"/>
                  </a:lnTo>
                  <a:lnTo>
                    <a:pt x="7689646" y="5596"/>
                  </a:lnTo>
                  <a:lnTo>
                    <a:pt x="7695687" y="545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8" y="28"/>
                  </a:lnTo>
                  <a:lnTo>
                    <a:pt x="7686536" y="228"/>
                  </a:lnTo>
                  <a:lnTo>
                    <a:pt x="7665557" y="781"/>
                  </a:lnTo>
                  <a:lnTo>
                    <a:pt x="7628632" y="1867"/>
                  </a:lnTo>
                  <a:lnTo>
                    <a:pt x="7574765" y="3641"/>
                  </a:lnTo>
                  <a:lnTo>
                    <a:pt x="7505371" y="6218"/>
                  </a:lnTo>
                  <a:lnTo>
                    <a:pt x="7423799" y="9659"/>
                  </a:lnTo>
                  <a:lnTo>
                    <a:pt x="7334472" y="13978"/>
                  </a:lnTo>
                  <a:lnTo>
                    <a:pt x="7241937" y="19163"/>
                  </a:lnTo>
                  <a:lnTo>
                    <a:pt x="7150112" y="25192"/>
                  </a:lnTo>
                  <a:lnTo>
                    <a:pt x="7061886" y="32058"/>
                  </a:lnTo>
                  <a:lnTo>
                    <a:pt x="6979047" y="39784"/>
                  </a:lnTo>
                  <a:lnTo>
                    <a:pt x="6902417" y="48430"/>
                  </a:lnTo>
                  <a:lnTo>
                    <a:pt x="6832079" y="58093"/>
                  </a:lnTo>
                  <a:lnTo>
                    <a:pt x="6767612" y="68910"/>
                  </a:lnTo>
                  <a:lnTo>
                    <a:pt x="6708281" y="81052"/>
                  </a:lnTo>
                  <a:lnTo>
                    <a:pt x="6653184" y="94710"/>
                  </a:lnTo>
                  <a:lnTo>
                    <a:pt x="6601366" y="110084"/>
                  </a:lnTo>
                  <a:lnTo>
                    <a:pt x="6551899" y="127341"/>
                  </a:lnTo>
                  <a:lnTo>
                    <a:pt x="6515891" y="141557"/>
                  </a:lnTo>
                  <a:lnTo>
                    <a:pt x="6466943" y="163064"/>
                  </a:lnTo>
                  <a:lnTo>
                    <a:pt x="6418471" y="186744"/>
                  </a:lnTo>
                  <a:lnTo>
                    <a:pt x="6369982" y="212630"/>
                  </a:lnTo>
                  <a:lnTo>
                    <a:pt x="6321138" y="240682"/>
                  </a:lnTo>
                  <a:lnTo>
                    <a:pt x="6271738" y="270777"/>
                  </a:lnTo>
                  <a:lnTo>
                    <a:pt x="6221697" y="302706"/>
                  </a:lnTo>
                  <a:lnTo>
                    <a:pt x="6171037" y="336174"/>
                  </a:lnTo>
                  <a:lnTo>
                    <a:pt x="6119867" y="370808"/>
                  </a:lnTo>
                  <a:lnTo>
                    <a:pt x="6068360" y="406174"/>
                  </a:lnTo>
                  <a:lnTo>
                    <a:pt x="6016733" y="441794"/>
                  </a:lnTo>
                  <a:lnTo>
                    <a:pt x="5965217" y="477178"/>
                  </a:lnTo>
                  <a:lnTo>
                    <a:pt x="5914030" y="511849"/>
                  </a:lnTo>
                  <a:lnTo>
                    <a:pt x="5863348" y="545370"/>
                  </a:lnTo>
                  <a:lnTo>
                    <a:pt x="5813282" y="577365"/>
                  </a:lnTo>
                  <a:lnTo>
                    <a:pt x="5763858" y="607535"/>
                  </a:lnTo>
                  <a:lnTo>
                    <a:pt x="5714996" y="635669"/>
                  </a:lnTo>
                  <a:lnTo>
                    <a:pt x="5666498" y="661640"/>
                  </a:lnTo>
                  <a:lnTo>
                    <a:pt x="5618033" y="685405"/>
                  </a:lnTo>
                  <a:lnTo>
                    <a:pt x="5569115" y="706995"/>
                  </a:lnTo>
                  <a:lnTo>
                    <a:pt x="5567201" y="707789"/>
                  </a:lnTo>
                  <a:lnTo>
                    <a:pt x="5518957" y="726518"/>
                  </a:lnTo>
                  <a:lnTo>
                    <a:pt x="5468982" y="743291"/>
                  </a:lnTo>
                  <a:lnTo>
                    <a:pt x="5416431" y="758216"/>
                  </a:lnTo>
                  <a:lnTo>
                    <a:pt x="5360361" y="771476"/>
                  </a:lnTo>
                  <a:lnTo>
                    <a:pt x="5299822" y="783267"/>
                  </a:lnTo>
                  <a:lnTo>
                    <a:pt x="5233942" y="793780"/>
                  </a:lnTo>
                  <a:lnTo>
                    <a:pt x="5162049" y="803176"/>
                  </a:lnTo>
                  <a:lnTo>
                    <a:pt x="5083829" y="811584"/>
                  </a:lnTo>
                  <a:lnTo>
                    <a:pt x="4999527" y="819090"/>
                  </a:lnTo>
                  <a:lnTo>
                    <a:pt x="4910188" y="825746"/>
                  </a:lnTo>
                  <a:lnTo>
                    <a:pt x="4817869" y="831564"/>
                  </a:lnTo>
                  <a:lnTo>
                    <a:pt x="4725736" y="836534"/>
                  </a:lnTo>
                  <a:lnTo>
                    <a:pt x="4637918" y="840634"/>
                  </a:lnTo>
                  <a:lnTo>
                    <a:pt x="4559010" y="843855"/>
                  </a:lnTo>
                  <a:lnTo>
                    <a:pt x="4493260" y="846222"/>
                  </a:lnTo>
                  <a:lnTo>
                    <a:pt x="4443601" y="847811"/>
                  </a:lnTo>
                  <a:lnTo>
                    <a:pt x="4410867" y="848747"/>
                  </a:lnTo>
                  <a:lnTo>
                    <a:pt x="4393446" y="849195"/>
                  </a:lnTo>
                  <a:lnTo>
                    <a:pt x="4387405" y="849335"/>
                  </a:lnTo>
                  <a:lnTo>
                    <a:pt x="4386855" y="849347"/>
                  </a:lnTo>
                  <a:lnTo>
                    <a:pt x="3848118" y="849347"/>
                  </a:lnTo>
                  <a:lnTo>
                    <a:pt x="3847185" y="849440"/>
                  </a:lnTo>
                  <a:lnTo>
                    <a:pt x="3841050" y="850102"/>
                  </a:lnTo>
                  <a:lnTo>
                    <a:pt x="3825583" y="851934"/>
                  </a:lnTo>
                  <a:lnTo>
                    <a:pt x="3797934" y="855540"/>
                  </a:lnTo>
                  <a:lnTo>
                    <a:pt x="3756743" y="861477"/>
                  </a:lnTo>
                  <a:lnTo>
                    <a:pt x="3702238" y="870198"/>
                  </a:lnTo>
                  <a:lnTo>
                    <a:pt x="3636107" y="882008"/>
                  </a:lnTo>
                  <a:lnTo>
                    <a:pt x="3561102" y="897057"/>
                  </a:lnTo>
                  <a:lnTo>
                    <a:pt x="3480498" y="915365"/>
                  </a:lnTo>
                  <a:lnTo>
                    <a:pt x="3397548" y="936877"/>
                  </a:lnTo>
                  <a:lnTo>
                    <a:pt x="3315070" y="961523"/>
                  </a:lnTo>
                  <a:lnTo>
                    <a:pt x="3235217" y="989272"/>
                  </a:lnTo>
                  <a:lnTo>
                    <a:pt x="3159425" y="1020179"/>
                  </a:lnTo>
                  <a:lnTo>
                    <a:pt x="3088473" y="1054399"/>
                  </a:lnTo>
                  <a:lnTo>
                    <a:pt x="3022611" y="1092207"/>
                  </a:lnTo>
                  <a:lnTo>
                    <a:pt x="2961698" y="1133994"/>
                  </a:lnTo>
                  <a:lnTo>
                    <a:pt x="2905323" y="1180261"/>
                  </a:lnTo>
                  <a:lnTo>
                    <a:pt x="2852914" y="1231600"/>
                  </a:lnTo>
                  <a:lnTo>
                    <a:pt x="2803808" y="1288663"/>
                  </a:lnTo>
                  <a:lnTo>
                    <a:pt x="2757315" y="1352108"/>
                  </a:lnTo>
                  <a:lnTo>
                    <a:pt x="2712766" y="1422504"/>
                  </a:lnTo>
                  <a:lnTo>
                    <a:pt x="2669562" y="1500182"/>
                  </a:lnTo>
                  <a:lnTo>
                    <a:pt x="2667772" y="1503598"/>
                  </a:lnTo>
                  <a:lnTo>
                    <a:pt x="2636848" y="1565066"/>
                  </a:lnTo>
                  <a:lnTo>
                    <a:pt x="2606199" y="1630475"/>
                  </a:lnTo>
                  <a:lnTo>
                    <a:pt x="2575678" y="1699903"/>
                  </a:lnTo>
                  <a:lnTo>
                    <a:pt x="2545165" y="1773384"/>
                  </a:lnTo>
                  <a:lnTo>
                    <a:pt x="2514566" y="1850899"/>
                  </a:lnTo>
                  <a:lnTo>
                    <a:pt x="2483808" y="1932370"/>
                  </a:lnTo>
                  <a:lnTo>
                    <a:pt x="2452841" y="2017660"/>
                  </a:lnTo>
                  <a:lnTo>
                    <a:pt x="2421631" y="2106568"/>
                  </a:lnTo>
                  <a:lnTo>
                    <a:pt x="2390164" y="2198831"/>
                  </a:lnTo>
                  <a:lnTo>
                    <a:pt x="2358443" y="2294119"/>
                  </a:lnTo>
                  <a:lnTo>
                    <a:pt x="2326485" y="2392046"/>
                  </a:lnTo>
                  <a:lnTo>
                    <a:pt x="2294318" y="2492171"/>
                  </a:lnTo>
                  <a:lnTo>
                    <a:pt x="2261983" y="2594004"/>
                  </a:lnTo>
                  <a:lnTo>
                    <a:pt x="2229530" y="2697020"/>
                  </a:lnTo>
                  <a:lnTo>
                    <a:pt x="2197012" y="2800666"/>
                  </a:lnTo>
                  <a:lnTo>
                    <a:pt x="2164488" y="2904374"/>
                  </a:lnTo>
                  <a:lnTo>
                    <a:pt x="2132015" y="3007577"/>
                  </a:lnTo>
                  <a:lnTo>
                    <a:pt x="2099650" y="3109717"/>
                  </a:lnTo>
                  <a:lnTo>
                    <a:pt x="2067443" y="3210262"/>
                  </a:lnTo>
                  <a:lnTo>
                    <a:pt x="2035435" y="3308713"/>
                  </a:lnTo>
                  <a:lnTo>
                    <a:pt x="2003660" y="3404618"/>
                  </a:lnTo>
                  <a:lnTo>
                    <a:pt x="1972137" y="3497578"/>
                  </a:lnTo>
                  <a:lnTo>
                    <a:pt x="1940871" y="3587250"/>
                  </a:lnTo>
                  <a:lnTo>
                    <a:pt x="1909852" y="3673357"/>
                  </a:lnTo>
                  <a:lnTo>
                    <a:pt x="1879052" y="3755684"/>
                  </a:lnTo>
                  <a:lnTo>
                    <a:pt x="1848423" y="3834079"/>
                  </a:lnTo>
                  <a:lnTo>
                    <a:pt x="1817899" y="3908453"/>
                  </a:lnTo>
                  <a:lnTo>
                    <a:pt x="1787389" y="3978774"/>
                  </a:lnTo>
                  <a:lnTo>
                    <a:pt x="1756780" y="4045062"/>
                  </a:lnTo>
                  <a:lnTo>
                    <a:pt x="1725930" y="4107390"/>
                  </a:lnTo>
                  <a:lnTo>
                    <a:pt x="1719082" y="4120604"/>
                  </a:lnTo>
                  <a:lnTo>
                    <a:pt x="1675924" y="4198589"/>
                  </a:lnTo>
                  <a:lnTo>
                    <a:pt x="1631442" y="4269286"/>
                  </a:lnTo>
                  <a:lnTo>
                    <a:pt x="1585044" y="4333012"/>
                  </a:lnTo>
                  <a:lnTo>
                    <a:pt x="1536061" y="4390329"/>
                  </a:lnTo>
                  <a:lnTo>
                    <a:pt x="1483804" y="4441895"/>
                  </a:lnTo>
                  <a:lnTo>
                    <a:pt x="1427608" y="4488362"/>
                  </a:lnTo>
                  <a:lnTo>
                    <a:pt x="1366895" y="4530327"/>
                  </a:lnTo>
                  <a:lnTo>
                    <a:pt x="1301246" y="4568293"/>
                  </a:lnTo>
                  <a:lnTo>
                    <a:pt x="1230506" y="4602657"/>
                  </a:lnTo>
                  <a:lnTo>
                    <a:pt x="1154905" y="4633698"/>
                  </a:lnTo>
                  <a:lnTo>
                    <a:pt x="1075198" y="4661579"/>
                  </a:lnTo>
                  <a:lnTo>
                    <a:pt x="992792" y="4686355"/>
                  </a:lnTo>
                  <a:lnTo>
                    <a:pt x="909809" y="4707999"/>
                  </a:lnTo>
                  <a:lnTo>
                    <a:pt x="829043" y="4726443"/>
                  </a:lnTo>
                  <a:lnTo>
                    <a:pt x="753736" y="4741629"/>
                  </a:lnTo>
                  <a:lnTo>
                    <a:pt x="687172" y="4753573"/>
                  </a:lnTo>
                  <a:lnTo>
                    <a:pt x="632137" y="4762419"/>
                  </a:lnTo>
                  <a:lnTo>
                    <a:pt x="590372" y="4768465"/>
                  </a:lnTo>
                  <a:lnTo>
                    <a:pt x="562172" y="4772157"/>
                  </a:lnTo>
                  <a:lnTo>
                    <a:pt x="546242" y="4774051"/>
                  </a:lnTo>
                  <a:lnTo>
                    <a:pt x="539789" y="4774751"/>
                  </a:lnTo>
                  <a:lnTo>
                    <a:pt x="538736" y="4774856"/>
                  </a:lnTo>
                  <a:lnTo>
                    <a:pt x="0" y="4774856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03" name="pl2103"/>
            <p:cNvSpPr/>
            <p:nvPr/>
          </p:nvSpPr>
          <p:spPr>
            <a:xfrm>
              <a:off x="546595" y="1273132"/>
              <a:ext cx="8234974" cy="4774856"/>
            </a:xfrm>
            <a:custGeom>
              <a:avLst/>
              <a:pathLst>
                <a:path w="8234974" h="4774856">
                  <a:moveTo>
                    <a:pt x="0" y="4774856"/>
                  </a:moveTo>
                  <a:lnTo>
                    <a:pt x="538736" y="4774856"/>
                  </a:lnTo>
                  <a:lnTo>
                    <a:pt x="539669" y="4774763"/>
                  </a:lnTo>
                  <a:lnTo>
                    <a:pt x="545805" y="4774100"/>
                  </a:lnTo>
                  <a:lnTo>
                    <a:pt x="561272" y="4772269"/>
                  </a:lnTo>
                  <a:lnTo>
                    <a:pt x="588920" y="4768663"/>
                  </a:lnTo>
                  <a:lnTo>
                    <a:pt x="630112" y="4762726"/>
                  </a:lnTo>
                  <a:lnTo>
                    <a:pt x="684616" y="4754005"/>
                  </a:lnTo>
                  <a:lnTo>
                    <a:pt x="750747" y="4742195"/>
                  </a:lnTo>
                  <a:lnTo>
                    <a:pt x="825752" y="4727146"/>
                  </a:lnTo>
                  <a:lnTo>
                    <a:pt x="906356" y="4708838"/>
                  </a:lnTo>
                  <a:lnTo>
                    <a:pt x="989306" y="4687326"/>
                  </a:lnTo>
                  <a:lnTo>
                    <a:pt x="1071785" y="4662680"/>
                  </a:lnTo>
                  <a:lnTo>
                    <a:pt x="1151637" y="4634930"/>
                  </a:lnTo>
                  <a:lnTo>
                    <a:pt x="1227430" y="4604024"/>
                  </a:lnTo>
                  <a:lnTo>
                    <a:pt x="1298381" y="4569804"/>
                  </a:lnTo>
                  <a:lnTo>
                    <a:pt x="1364243" y="4531996"/>
                  </a:lnTo>
                  <a:lnTo>
                    <a:pt x="1425157" y="4490209"/>
                  </a:lnTo>
                  <a:lnTo>
                    <a:pt x="1481531" y="4443942"/>
                  </a:lnTo>
                  <a:lnTo>
                    <a:pt x="1533941" y="4392603"/>
                  </a:lnTo>
                  <a:lnTo>
                    <a:pt x="1583046" y="4335540"/>
                  </a:lnTo>
                  <a:lnTo>
                    <a:pt x="1629539" y="4272095"/>
                  </a:lnTo>
                  <a:lnTo>
                    <a:pt x="1674089" y="4201699"/>
                  </a:lnTo>
                  <a:lnTo>
                    <a:pt x="1717293" y="4124021"/>
                  </a:lnTo>
                  <a:lnTo>
                    <a:pt x="1719082" y="4120604"/>
                  </a:lnTo>
                  <a:lnTo>
                    <a:pt x="1750007" y="4059136"/>
                  </a:lnTo>
                  <a:lnTo>
                    <a:pt x="1780656" y="3993728"/>
                  </a:lnTo>
                  <a:lnTo>
                    <a:pt x="1811177" y="3924300"/>
                  </a:lnTo>
                  <a:lnTo>
                    <a:pt x="1841690" y="3850818"/>
                  </a:lnTo>
                  <a:lnTo>
                    <a:pt x="1872289" y="3773304"/>
                  </a:lnTo>
                  <a:lnTo>
                    <a:pt x="1903046" y="3691833"/>
                  </a:lnTo>
                  <a:lnTo>
                    <a:pt x="1934014" y="3606543"/>
                  </a:lnTo>
                  <a:lnTo>
                    <a:pt x="1965224" y="3517634"/>
                  </a:lnTo>
                  <a:lnTo>
                    <a:pt x="1996690" y="3425372"/>
                  </a:lnTo>
                  <a:lnTo>
                    <a:pt x="2028411" y="3330084"/>
                  </a:lnTo>
                  <a:lnTo>
                    <a:pt x="2060370" y="3232157"/>
                  </a:lnTo>
                  <a:lnTo>
                    <a:pt x="2092537" y="3132032"/>
                  </a:lnTo>
                  <a:lnTo>
                    <a:pt x="2124871" y="3030199"/>
                  </a:lnTo>
                  <a:lnTo>
                    <a:pt x="2157325" y="2927183"/>
                  </a:lnTo>
                  <a:lnTo>
                    <a:pt x="2189842" y="2823537"/>
                  </a:lnTo>
                  <a:lnTo>
                    <a:pt x="2222367" y="2719829"/>
                  </a:lnTo>
                  <a:lnTo>
                    <a:pt x="2254839" y="2616626"/>
                  </a:lnTo>
                  <a:lnTo>
                    <a:pt x="2287204" y="2514486"/>
                  </a:lnTo>
                  <a:lnTo>
                    <a:pt x="2319412" y="2413941"/>
                  </a:lnTo>
                  <a:lnTo>
                    <a:pt x="2351419" y="2315490"/>
                  </a:lnTo>
                  <a:lnTo>
                    <a:pt x="2383195" y="2219585"/>
                  </a:lnTo>
                  <a:lnTo>
                    <a:pt x="2414718" y="2126625"/>
                  </a:lnTo>
                  <a:lnTo>
                    <a:pt x="2445984" y="2036953"/>
                  </a:lnTo>
                  <a:lnTo>
                    <a:pt x="2477002" y="1950846"/>
                  </a:lnTo>
                  <a:lnTo>
                    <a:pt x="2507803" y="1868519"/>
                  </a:lnTo>
                  <a:lnTo>
                    <a:pt x="2538431" y="1790124"/>
                  </a:lnTo>
                  <a:lnTo>
                    <a:pt x="2568956" y="1715750"/>
                  </a:lnTo>
                  <a:lnTo>
                    <a:pt x="2599465" y="1645429"/>
                  </a:lnTo>
                  <a:lnTo>
                    <a:pt x="2630075" y="1579140"/>
                  </a:lnTo>
                  <a:lnTo>
                    <a:pt x="2660924" y="1516813"/>
                  </a:lnTo>
                  <a:lnTo>
                    <a:pt x="2667772" y="1503598"/>
                  </a:lnTo>
                  <a:lnTo>
                    <a:pt x="2710931" y="1425614"/>
                  </a:lnTo>
                  <a:lnTo>
                    <a:pt x="2755412" y="1354917"/>
                  </a:lnTo>
                  <a:lnTo>
                    <a:pt x="2801811" y="1291191"/>
                  </a:lnTo>
                  <a:lnTo>
                    <a:pt x="2850793" y="1233873"/>
                  </a:lnTo>
                  <a:lnTo>
                    <a:pt x="2903050" y="1182308"/>
                  </a:lnTo>
                  <a:lnTo>
                    <a:pt x="2959246" y="1135840"/>
                  </a:lnTo>
                  <a:lnTo>
                    <a:pt x="3019960" y="1093876"/>
                  </a:lnTo>
                  <a:lnTo>
                    <a:pt x="3085609" y="1055910"/>
                  </a:lnTo>
                  <a:lnTo>
                    <a:pt x="3156349" y="1021545"/>
                  </a:lnTo>
                  <a:lnTo>
                    <a:pt x="3231950" y="990504"/>
                  </a:lnTo>
                  <a:lnTo>
                    <a:pt x="3311656" y="962624"/>
                  </a:lnTo>
                  <a:lnTo>
                    <a:pt x="3394063" y="937848"/>
                  </a:lnTo>
                  <a:lnTo>
                    <a:pt x="3477045" y="916203"/>
                  </a:lnTo>
                  <a:lnTo>
                    <a:pt x="3557811" y="897759"/>
                  </a:lnTo>
                  <a:lnTo>
                    <a:pt x="3633118" y="882573"/>
                  </a:lnTo>
                  <a:lnTo>
                    <a:pt x="3699683" y="870629"/>
                  </a:lnTo>
                  <a:lnTo>
                    <a:pt x="3754718" y="861784"/>
                  </a:lnTo>
                  <a:lnTo>
                    <a:pt x="3796483" y="855738"/>
                  </a:lnTo>
                  <a:lnTo>
                    <a:pt x="3824683" y="852046"/>
                  </a:lnTo>
                  <a:lnTo>
                    <a:pt x="3840613" y="850152"/>
                  </a:lnTo>
                  <a:lnTo>
                    <a:pt x="3847065" y="849452"/>
                  </a:lnTo>
                  <a:lnTo>
                    <a:pt x="3848118" y="849347"/>
                  </a:lnTo>
                  <a:lnTo>
                    <a:pt x="3848118" y="849347"/>
                  </a:lnTo>
                  <a:lnTo>
                    <a:pt x="4386855" y="849347"/>
                  </a:lnTo>
                  <a:lnTo>
                    <a:pt x="4388144" y="849319"/>
                  </a:lnTo>
                  <a:lnTo>
                    <a:pt x="4396557" y="849119"/>
                  </a:lnTo>
                  <a:lnTo>
                    <a:pt x="4417535" y="848565"/>
                  </a:lnTo>
                  <a:lnTo>
                    <a:pt x="4454461" y="847480"/>
                  </a:lnTo>
                  <a:lnTo>
                    <a:pt x="4508327" y="845705"/>
                  </a:lnTo>
                  <a:lnTo>
                    <a:pt x="4577721" y="843129"/>
                  </a:lnTo>
                  <a:lnTo>
                    <a:pt x="4659294" y="839688"/>
                  </a:lnTo>
                  <a:lnTo>
                    <a:pt x="4748620" y="835368"/>
                  </a:lnTo>
                  <a:lnTo>
                    <a:pt x="4841155" y="830183"/>
                  </a:lnTo>
                  <a:lnTo>
                    <a:pt x="4932981" y="824155"/>
                  </a:lnTo>
                  <a:lnTo>
                    <a:pt x="5021207" y="817288"/>
                  </a:lnTo>
                  <a:lnTo>
                    <a:pt x="5104046" y="809562"/>
                  </a:lnTo>
                  <a:lnTo>
                    <a:pt x="5180676" y="800916"/>
                  </a:lnTo>
                  <a:lnTo>
                    <a:pt x="5251013" y="791253"/>
                  </a:lnTo>
                  <a:lnTo>
                    <a:pt x="5315480" y="780436"/>
                  </a:lnTo>
                  <a:lnTo>
                    <a:pt x="5374812" y="768295"/>
                  </a:lnTo>
                  <a:lnTo>
                    <a:pt x="5429908" y="754636"/>
                  </a:lnTo>
                  <a:lnTo>
                    <a:pt x="5481726" y="739262"/>
                  </a:lnTo>
                  <a:lnTo>
                    <a:pt x="5531193" y="722005"/>
                  </a:lnTo>
                  <a:lnTo>
                    <a:pt x="5567201" y="707789"/>
                  </a:lnTo>
                  <a:lnTo>
                    <a:pt x="5616149" y="686282"/>
                  </a:lnTo>
                  <a:lnTo>
                    <a:pt x="5664622" y="662602"/>
                  </a:lnTo>
                  <a:lnTo>
                    <a:pt x="5713111" y="636716"/>
                  </a:lnTo>
                  <a:lnTo>
                    <a:pt x="5761955" y="608664"/>
                  </a:lnTo>
                  <a:lnTo>
                    <a:pt x="5811355" y="578569"/>
                  </a:lnTo>
                  <a:lnTo>
                    <a:pt x="5861395" y="546640"/>
                  </a:lnTo>
                  <a:lnTo>
                    <a:pt x="5912055" y="513172"/>
                  </a:lnTo>
                  <a:lnTo>
                    <a:pt x="5963226" y="478538"/>
                  </a:lnTo>
                  <a:lnTo>
                    <a:pt x="6014733" y="443173"/>
                  </a:lnTo>
                  <a:lnTo>
                    <a:pt x="6066360" y="407553"/>
                  </a:lnTo>
                  <a:lnTo>
                    <a:pt x="6117876" y="372168"/>
                  </a:lnTo>
                  <a:lnTo>
                    <a:pt x="6169063" y="337497"/>
                  </a:lnTo>
                  <a:lnTo>
                    <a:pt x="6219745" y="303976"/>
                  </a:lnTo>
                  <a:lnTo>
                    <a:pt x="6269810" y="271982"/>
                  </a:lnTo>
                  <a:lnTo>
                    <a:pt x="6319235" y="241811"/>
                  </a:lnTo>
                  <a:lnTo>
                    <a:pt x="6368097" y="213678"/>
                  </a:lnTo>
                  <a:lnTo>
                    <a:pt x="6416595" y="187706"/>
                  </a:lnTo>
                  <a:lnTo>
                    <a:pt x="6465059" y="163941"/>
                  </a:lnTo>
                  <a:lnTo>
                    <a:pt x="6513978" y="142351"/>
                  </a:lnTo>
                  <a:lnTo>
                    <a:pt x="6515891" y="141557"/>
                  </a:lnTo>
                  <a:lnTo>
                    <a:pt x="6564136" y="122828"/>
                  </a:lnTo>
                  <a:lnTo>
                    <a:pt x="6614110" y="106056"/>
                  </a:lnTo>
                  <a:lnTo>
                    <a:pt x="6666661" y="91130"/>
                  </a:lnTo>
                  <a:lnTo>
                    <a:pt x="6722731" y="77871"/>
                  </a:lnTo>
                  <a:lnTo>
                    <a:pt x="6783271" y="66079"/>
                  </a:lnTo>
                  <a:lnTo>
                    <a:pt x="6849151" y="55566"/>
                  </a:lnTo>
                  <a:lnTo>
                    <a:pt x="6921043" y="46170"/>
                  </a:lnTo>
                  <a:lnTo>
                    <a:pt x="6999263" y="37763"/>
                  </a:lnTo>
                  <a:lnTo>
                    <a:pt x="7083565" y="30256"/>
                  </a:lnTo>
                  <a:lnTo>
                    <a:pt x="7172905" y="23601"/>
                  </a:lnTo>
                  <a:lnTo>
                    <a:pt x="7265224" y="17782"/>
                  </a:lnTo>
                  <a:lnTo>
                    <a:pt x="7357356" y="12813"/>
                  </a:lnTo>
                  <a:lnTo>
                    <a:pt x="7445175" y="8713"/>
                  </a:lnTo>
                  <a:lnTo>
                    <a:pt x="7524082" y="5492"/>
                  </a:lnTo>
                  <a:lnTo>
                    <a:pt x="7589832" y="3124"/>
                  </a:lnTo>
                  <a:lnTo>
                    <a:pt x="7639491" y="1535"/>
                  </a:lnTo>
                  <a:lnTo>
                    <a:pt x="7672225" y="599"/>
                  </a:lnTo>
                  <a:lnTo>
                    <a:pt x="7689646" y="151"/>
                  </a:lnTo>
                  <a:lnTo>
                    <a:pt x="7695687" y="1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4" name="pl2104"/>
            <p:cNvSpPr/>
            <p:nvPr/>
          </p:nvSpPr>
          <p:spPr>
            <a:xfrm>
              <a:off x="546595" y="1267687"/>
              <a:ext cx="8234974" cy="4774856"/>
            </a:xfrm>
            <a:custGeom>
              <a:avLst/>
              <a:pathLst>
                <a:path w="8234974" h="4774856">
                  <a:moveTo>
                    <a:pt x="8234974" y="0"/>
                  </a:moveTo>
                  <a:lnTo>
                    <a:pt x="7696237" y="0"/>
                  </a:lnTo>
                  <a:lnTo>
                    <a:pt x="7694948" y="28"/>
                  </a:lnTo>
                  <a:lnTo>
                    <a:pt x="7686536" y="228"/>
                  </a:lnTo>
                  <a:lnTo>
                    <a:pt x="7665557" y="781"/>
                  </a:lnTo>
                  <a:lnTo>
                    <a:pt x="7628632" y="1867"/>
                  </a:lnTo>
                  <a:lnTo>
                    <a:pt x="7574765" y="3641"/>
                  </a:lnTo>
                  <a:lnTo>
                    <a:pt x="7505371" y="6218"/>
                  </a:lnTo>
                  <a:lnTo>
                    <a:pt x="7423799" y="9659"/>
                  </a:lnTo>
                  <a:lnTo>
                    <a:pt x="7334472" y="13978"/>
                  </a:lnTo>
                  <a:lnTo>
                    <a:pt x="7241937" y="19163"/>
                  </a:lnTo>
                  <a:lnTo>
                    <a:pt x="7150112" y="25192"/>
                  </a:lnTo>
                  <a:lnTo>
                    <a:pt x="7061886" y="32058"/>
                  </a:lnTo>
                  <a:lnTo>
                    <a:pt x="6979047" y="39784"/>
                  </a:lnTo>
                  <a:lnTo>
                    <a:pt x="6902417" y="48430"/>
                  </a:lnTo>
                  <a:lnTo>
                    <a:pt x="6832079" y="58093"/>
                  </a:lnTo>
                  <a:lnTo>
                    <a:pt x="6767612" y="68910"/>
                  </a:lnTo>
                  <a:lnTo>
                    <a:pt x="6708281" y="81052"/>
                  </a:lnTo>
                  <a:lnTo>
                    <a:pt x="6653184" y="94710"/>
                  </a:lnTo>
                  <a:lnTo>
                    <a:pt x="6601366" y="110084"/>
                  </a:lnTo>
                  <a:lnTo>
                    <a:pt x="6551899" y="127341"/>
                  </a:lnTo>
                  <a:lnTo>
                    <a:pt x="6515891" y="141557"/>
                  </a:lnTo>
                  <a:lnTo>
                    <a:pt x="6466943" y="163064"/>
                  </a:lnTo>
                  <a:lnTo>
                    <a:pt x="6418471" y="186744"/>
                  </a:lnTo>
                  <a:lnTo>
                    <a:pt x="6369982" y="212630"/>
                  </a:lnTo>
                  <a:lnTo>
                    <a:pt x="6321138" y="240682"/>
                  </a:lnTo>
                  <a:lnTo>
                    <a:pt x="6271738" y="270777"/>
                  </a:lnTo>
                  <a:lnTo>
                    <a:pt x="6221697" y="302706"/>
                  </a:lnTo>
                  <a:lnTo>
                    <a:pt x="6171037" y="336174"/>
                  </a:lnTo>
                  <a:lnTo>
                    <a:pt x="6119867" y="370808"/>
                  </a:lnTo>
                  <a:lnTo>
                    <a:pt x="6068360" y="406174"/>
                  </a:lnTo>
                  <a:lnTo>
                    <a:pt x="6016733" y="441794"/>
                  </a:lnTo>
                  <a:lnTo>
                    <a:pt x="5965217" y="477178"/>
                  </a:lnTo>
                  <a:lnTo>
                    <a:pt x="5914030" y="511849"/>
                  </a:lnTo>
                  <a:lnTo>
                    <a:pt x="5863348" y="545370"/>
                  </a:lnTo>
                  <a:lnTo>
                    <a:pt x="5813282" y="577365"/>
                  </a:lnTo>
                  <a:lnTo>
                    <a:pt x="5763858" y="607535"/>
                  </a:lnTo>
                  <a:lnTo>
                    <a:pt x="5714996" y="635669"/>
                  </a:lnTo>
                  <a:lnTo>
                    <a:pt x="5666498" y="661640"/>
                  </a:lnTo>
                  <a:lnTo>
                    <a:pt x="5618033" y="685405"/>
                  </a:lnTo>
                  <a:lnTo>
                    <a:pt x="5569115" y="706995"/>
                  </a:lnTo>
                  <a:lnTo>
                    <a:pt x="5567201" y="707789"/>
                  </a:lnTo>
                  <a:lnTo>
                    <a:pt x="5518957" y="726518"/>
                  </a:lnTo>
                  <a:lnTo>
                    <a:pt x="5468982" y="743291"/>
                  </a:lnTo>
                  <a:lnTo>
                    <a:pt x="5416431" y="758216"/>
                  </a:lnTo>
                  <a:lnTo>
                    <a:pt x="5360361" y="771476"/>
                  </a:lnTo>
                  <a:lnTo>
                    <a:pt x="5299822" y="783267"/>
                  </a:lnTo>
                  <a:lnTo>
                    <a:pt x="5233942" y="793780"/>
                  </a:lnTo>
                  <a:lnTo>
                    <a:pt x="5162049" y="803176"/>
                  </a:lnTo>
                  <a:lnTo>
                    <a:pt x="5083829" y="811584"/>
                  </a:lnTo>
                  <a:lnTo>
                    <a:pt x="4999527" y="819090"/>
                  </a:lnTo>
                  <a:lnTo>
                    <a:pt x="4910188" y="825746"/>
                  </a:lnTo>
                  <a:lnTo>
                    <a:pt x="4817869" y="831564"/>
                  </a:lnTo>
                  <a:lnTo>
                    <a:pt x="4725736" y="836534"/>
                  </a:lnTo>
                  <a:lnTo>
                    <a:pt x="4637918" y="840634"/>
                  </a:lnTo>
                  <a:lnTo>
                    <a:pt x="4559010" y="843855"/>
                  </a:lnTo>
                  <a:lnTo>
                    <a:pt x="4493260" y="846222"/>
                  </a:lnTo>
                  <a:lnTo>
                    <a:pt x="4443601" y="847811"/>
                  </a:lnTo>
                  <a:lnTo>
                    <a:pt x="4410867" y="848747"/>
                  </a:lnTo>
                  <a:lnTo>
                    <a:pt x="4393446" y="849195"/>
                  </a:lnTo>
                  <a:lnTo>
                    <a:pt x="4387405" y="849335"/>
                  </a:lnTo>
                  <a:lnTo>
                    <a:pt x="4386855" y="849347"/>
                  </a:lnTo>
                  <a:lnTo>
                    <a:pt x="3848118" y="849347"/>
                  </a:lnTo>
                  <a:lnTo>
                    <a:pt x="3847185" y="849440"/>
                  </a:lnTo>
                  <a:lnTo>
                    <a:pt x="3841050" y="850102"/>
                  </a:lnTo>
                  <a:lnTo>
                    <a:pt x="3825583" y="851934"/>
                  </a:lnTo>
                  <a:lnTo>
                    <a:pt x="3797934" y="855540"/>
                  </a:lnTo>
                  <a:lnTo>
                    <a:pt x="3756743" y="861477"/>
                  </a:lnTo>
                  <a:lnTo>
                    <a:pt x="3702238" y="870198"/>
                  </a:lnTo>
                  <a:lnTo>
                    <a:pt x="3636107" y="882008"/>
                  </a:lnTo>
                  <a:lnTo>
                    <a:pt x="3561102" y="897057"/>
                  </a:lnTo>
                  <a:lnTo>
                    <a:pt x="3480498" y="915365"/>
                  </a:lnTo>
                  <a:lnTo>
                    <a:pt x="3397548" y="936877"/>
                  </a:lnTo>
                  <a:lnTo>
                    <a:pt x="3315070" y="961523"/>
                  </a:lnTo>
                  <a:lnTo>
                    <a:pt x="3235217" y="989272"/>
                  </a:lnTo>
                  <a:lnTo>
                    <a:pt x="3159425" y="1020179"/>
                  </a:lnTo>
                  <a:lnTo>
                    <a:pt x="3088473" y="1054399"/>
                  </a:lnTo>
                  <a:lnTo>
                    <a:pt x="3022611" y="1092207"/>
                  </a:lnTo>
                  <a:lnTo>
                    <a:pt x="2961698" y="1133994"/>
                  </a:lnTo>
                  <a:lnTo>
                    <a:pt x="2905323" y="1180261"/>
                  </a:lnTo>
                  <a:lnTo>
                    <a:pt x="2852914" y="1231600"/>
                  </a:lnTo>
                  <a:lnTo>
                    <a:pt x="2803808" y="1288663"/>
                  </a:lnTo>
                  <a:lnTo>
                    <a:pt x="2757315" y="1352108"/>
                  </a:lnTo>
                  <a:lnTo>
                    <a:pt x="2712766" y="1422504"/>
                  </a:lnTo>
                  <a:lnTo>
                    <a:pt x="2669562" y="1500182"/>
                  </a:lnTo>
                  <a:lnTo>
                    <a:pt x="2667772" y="1503598"/>
                  </a:lnTo>
                  <a:lnTo>
                    <a:pt x="2636848" y="1565066"/>
                  </a:lnTo>
                  <a:lnTo>
                    <a:pt x="2606199" y="1630475"/>
                  </a:lnTo>
                  <a:lnTo>
                    <a:pt x="2575678" y="1699903"/>
                  </a:lnTo>
                  <a:lnTo>
                    <a:pt x="2545165" y="1773384"/>
                  </a:lnTo>
                  <a:lnTo>
                    <a:pt x="2514566" y="1850899"/>
                  </a:lnTo>
                  <a:lnTo>
                    <a:pt x="2483808" y="1932370"/>
                  </a:lnTo>
                  <a:lnTo>
                    <a:pt x="2452841" y="2017660"/>
                  </a:lnTo>
                  <a:lnTo>
                    <a:pt x="2421631" y="2106568"/>
                  </a:lnTo>
                  <a:lnTo>
                    <a:pt x="2390164" y="2198831"/>
                  </a:lnTo>
                  <a:lnTo>
                    <a:pt x="2358443" y="2294119"/>
                  </a:lnTo>
                  <a:lnTo>
                    <a:pt x="2326485" y="2392046"/>
                  </a:lnTo>
                  <a:lnTo>
                    <a:pt x="2294318" y="2492171"/>
                  </a:lnTo>
                  <a:lnTo>
                    <a:pt x="2261983" y="2594004"/>
                  </a:lnTo>
                  <a:lnTo>
                    <a:pt x="2229530" y="2697020"/>
                  </a:lnTo>
                  <a:lnTo>
                    <a:pt x="2197012" y="2800666"/>
                  </a:lnTo>
                  <a:lnTo>
                    <a:pt x="2164488" y="2904374"/>
                  </a:lnTo>
                  <a:lnTo>
                    <a:pt x="2132015" y="3007577"/>
                  </a:lnTo>
                  <a:lnTo>
                    <a:pt x="2099650" y="3109717"/>
                  </a:lnTo>
                  <a:lnTo>
                    <a:pt x="2067443" y="3210262"/>
                  </a:lnTo>
                  <a:lnTo>
                    <a:pt x="2035435" y="3308713"/>
                  </a:lnTo>
                  <a:lnTo>
                    <a:pt x="2003660" y="3404618"/>
                  </a:lnTo>
                  <a:lnTo>
                    <a:pt x="1972137" y="3497578"/>
                  </a:lnTo>
                  <a:lnTo>
                    <a:pt x="1940871" y="3587250"/>
                  </a:lnTo>
                  <a:lnTo>
                    <a:pt x="1909852" y="3673357"/>
                  </a:lnTo>
                  <a:lnTo>
                    <a:pt x="1879052" y="3755684"/>
                  </a:lnTo>
                  <a:lnTo>
                    <a:pt x="1848423" y="3834079"/>
                  </a:lnTo>
                  <a:lnTo>
                    <a:pt x="1817899" y="3908453"/>
                  </a:lnTo>
                  <a:lnTo>
                    <a:pt x="1787389" y="3978774"/>
                  </a:lnTo>
                  <a:lnTo>
                    <a:pt x="1756780" y="4045062"/>
                  </a:lnTo>
                  <a:lnTo>
                    <a:pt x="1725930" y="4107390"/>
                  </a:lnTo>
                  <a:lnTo>
                    <a:pt x="1719082" y="4120604"/>
                  </a:lnTo>
                  <a:lnTo>
                    <a:pt x="1675924" y="4198589"/>
                  </a:lnTo>
                  <a:lnTo>
                    <a:pt x="1631442" y="4269286"/>
                  </a:lnTo>
                  <a:lnTo>
                    <a:pt x="1585044" y="4333012"/>
                  </a:lnTo>
                  <a:lnTo>
                    <a:pt x="1536061" y="4390329"/>
                  </a:lnTo>
                  <a:lnTo>
                    <a:pt x="1483804" y="4441895"/>
                  </a:lnTo>
                  <a:lnTo>
                    <a:pt x="1427608" y="4488362"/>
                  </a:lnTo>
                  <a:lnTo>
                    <a:pt x="1366895" y="4530327"/>
                  </a:lnTo>
                  <a:lnTo>
                    <a:pt x="1301246" y="4568293"/>
                  </a:lnTo>
                  <a:lnTo>
                    <a:pt x="1230506" y="4602657"/>
                  </a:lnTo>
                  <a:lnTo>
                    <a:pt x="1154905" y="4633698"/>
                  </a:lnTo>
                  <a:lnTo>
                    <a:pt x="1075198" y="4661579"/>
                  </a:lnTo>
                  <a:lnTo>
                    <a:pt x="992792" y="4686355"/>
                  </a:lnTo>
                  <a:lnTo>
                    <a:pt x="909809" y="4707999"/>
                  </a:lnTo>
                  <a:lnTo>
                    <a:pt x="829043" y="4726443"/>
                  </a:lnTo>
                  <a:lnTo>
                    <a:pt x="753736" y="4741629"/>
                  </a:lnTo>
                  <a:lnTo>
                    <a:pt x="687172" y="4753573"/>
                  </a:lnTo>
                  <a:lnTo>
                    <a:pt x="632137" y="4762419"/>
                  </a:lnTo>
                  <a:lnTo>
                    <a:pt x="590372" y="4768465"/>
                  </a:lnTo>
                  <a:lnTo>
                    <a:pt x="562172" y="4772157"/>
                  </a:lnTo>
                  <a:lnTo>
                    <a:pt x="546242" y="4774051"/>
                  </a:lnTo>
                  <a:lnTo>
                    <a:pt x="539789" y="4774751"/>
                  </a:lnTo>
                  <a:lnTo>
                    <a:pt x="538736" y="4774856"/>
                  </a:lnTo>
                  <a:lnTo>
                    <a:pt x="538736" y="4774856"/>
                  </a:lnTo>
                  <a:lnTo>
                    <a:pt x="0" y="4774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5" name="pg2105"/>
            <p:cNvSpPr/>
            <p:nvPr/>
          </p:nvSpPr>
          <p:spPr>
            <a:xfrm>
              <a:off x="546595" y="1959143"/>
              <a:ext cx="8234974" cy="4121512"/>
            </a:xfrm>
            <a:custGeom>
              <a:avLst/>
              <a:pathLst>
                <a:path w="8234974" h="4121512">
                  <a:moveTo>
                    <a:pt x="0" y="4121512"/>
                  </a:moveTo>
                  <a:lnTo>
                    <a:pt x="538736" y="4121512"/>
                  </a:lnTo>
                  <a:lnTo>
                    <a:pt x="540022" y="4121481"/>
                  </a:lnTo>
                  <a:lnTo>
                    <a:pt x="548414" y="4121258"/>
                  </a:lnTo>
                  <a:lnTo>
                    <a:pt x="569342" y="4120643"/>
                  </a:lnTo>
                  <a:lnTo>
                    <a:pt x="606185" y="4119435"/>
                  </a:lnTo>
                  <a:lnTo>
                    <a:pt x="659940" y="4117461"/>
                  </a:lnTo>
                  <a:lnTo>
                    <a:pt x="729208" y="4114593"/>
                  </a:lnTo>
                  <a:lnTo>
                    <a:pt x="810654" y="4110764"/>
                  </a:lnTo>
                  <a:lnTo>
                    <a:pt x="899868" y="4105957"/>
                  </a:lnTo>
                  <a:lnTo>
                    <a:pt x="992315" y="4100186"/>
                  </a:lnTo>
                  <a:lnTo>
                    <a:pt x="1084081" y="4093475"/>
                  </a:lnTo>
                  <a:lnTo>
                    <a:pt x="1172273" y="4085831"/>
                  </a:lnTo>
                  <a:lnTo>
                    <a:pt x="1255100" y="4077231"/>
                  </a:lnTo>
                  <a:lnTo>
                    <a:pt x="1331732" y="4067608"/>
                  </a:lnTo>
                  <a:lnTo>
                    <a:pt x="1402080" y="4056853"/>
                  </a:lnTo>
                  <a:lnTo>
                    <a:pt x="1466561" y="4044815"/>
                  </a:lnTo>
                  <a:lnTo>
                    <a:pt x="1525904" y="4031306"/>
                  </a:lnTo>
                  <a:lnTo>
                    <a:pt x="1581007" y="4016110"/>
                  </a:lnTo>
                  <a:lnTo>
                    <a:pt x="1632822" y="3999008"/>
                  </a:lnTo>
                  <a:lnTo>
                    <a:pt x="1682277" y="3979810"/>
                  </a:lnTo>
                  <a:lnTo>
                    <a:pt x="1719082" y="3963620"/>
                  </a:lnTo>
                  <a:lnTo>
                    <a:pt x="1767281" y="3940020"/>
                  </a:lnTo>
                  <a:lnTo>
                    <a:pt x="1815010" y="3914071"/>
                  </a:lnTo>
                  <a:lnTo>
                    <a:pt x="1862744" y="3885736"/>
                  </a:lnTo>
                  <a:lnTo>
                    <a:pt x="1910809" y="3855055"/>
                  </a:lnTo>
                  <a:lnTo>
                    <a:pt x="1959406" y="3822155"/>
                  </a:lnTo>
                  <a:lnTo>
                    <a:pt x="2008621" y="3787249"/>
                  </a:lnTo>
                  <a:lnTo>
                    <a:pt x="2058442" y="3750647"/>
                  </a:lnTo>
                  <a:lnTo>
                    <a:pt x="2108774" y="3712736"/>
                  </a:lnTo>
                  <a:lnTo>
                    <a:pt x="2159455" y="3673973"/>
                  </a:lnTo>
                  <a:lnTo>
                    <a:pt x="2210284" y="3634862"/>
                  </a:lnTo>
                  <a:lnTo>
                    <a:pt x="2261039" y="3595925"/>
                  </a:lnTo>
                  <a:lnTo>
                    <a:pt x="2311509" y="3557673"/>
                  </a:lnTo>
                  <a:lnTo>
                    <a:pt x="2361516" y="3520583"/>
                  </a:lnTo>
                  <a:lnTo>
                    <a:pt x="2410942" y="3485067"/>
                  </a:lnTo>
                  <a:lnTo>
                    <a:pt x="2459742" y="3451462"/>
                  </a:lnTo>
                  <a:lnTo>
                    <a:pt x="2507970" y="3420015"/>
                  </a:lnTo>
                  <a:lnTo>
                    <a:pt x="2555786" y="3390882"/>
                  </a:lnTo>
                  <a:lnTo>
                    <a:pt x="2603471" y="3364130"/>
                  </a:lnTo>
                  <a:lnTo>
                    <a:pt x="2651448" y="3339747"/>
                  </a:lnTo>
                  <a:lnTo>
                    <a:pt x="2667772" y="3332054"/>
                  </a:lnTo>
                  <a:lnTo>
                    <a:pt x="2715974" y="3311181"/>
                  </a:lnTo>
                  <a:lnTo>
                    <a:pt x="2765903" y="3292487"/>
                  </a:lnTo>
                  <a:lnTo>
                    <a:pt x="2818402" y="3275849"/>
                  </a:lnTo>
                  <a:lnTo>
                    <a:pt x="2874411" y="3261068"/>
                  </a:lnTo>
                  <a:lnTo>
                    <a:pt x="2934880" y="3247921"/>
                  </a:lnTo>
                  <a:lnTo>
                    <a:pt x="3000675" y="3236199"/>
                  </a:lnTo>
                  <a:lnTo>
                    <a:pt x="3072471" y="3225721"/>
                  </a:lnTo>
                  <a:lnTo>
                    <a:pt x="3150583" y="3216345"/>
                  </a:lnTo>
                  <a:lnTo>
                    <a:pt x="3234770" y="3207972"/>
                  </a:lnTo>
                  <a:lnTo>
                    <a:pt x="3323998" y="3200547"/>
                  </a:lnTo>
                  <a:lnTo>
                    <a:pt x="3416223" y="3194055"/>
                  </a:lnTo>
                  <a:lnTo>
                    <a:pt x="3508297" y="3188507"/>
                  </a:lnTo>
                  <a:lnTo>
                    <a:pt x="3596111" y="3183927"/>
                  </a:lnTo>
                  <a:lnTo>
                    <a:pt x="3675081" y="3180326"/>
                  </a:lnTo>
                  <a:lnTo>
                    <a:pt x="3740961" y="3177676"/>
                  </a:lnTo>
                  <a:lnTo>
                    <a:pt x="3790803" y="3175895"/>
                  </a:lnTo>
                  <a:lnTo>
                    <a:pt x="3823743" y="3174842"/>
                  </a:lnTo>
                  <a:lnTo>
                    <a:pt x="3841356" y="3174337"/>
                  </a:lnTo>
                  <a:lnTo>
                    <a:pt x="3847532" y="3174177"/>
                  </a:lnTo>
                  <a:lnTo>
                    <a:pt x="3848118" y="3174163"/>
                  </a:lnTo>
                  <a:lnTo>
                    <a:pt x="4386855" y="3174163"/>
                  </a:lnTo>
                  <a:lnTo>
                    <a:pt x="4387994" y="3174071"/>
                  </a:lnTo>
                  <a:lnTo>
                    <a:pt x="4395451" y="3173414"/>
                  </a:lnTo>
                  <a:lnTo>
                    <a:pt x="4414127" y="3171597"/>
                  </a:lnTo>
                  <a:lnTo>
                    <a:pt x="4447209" y="3168027"/>
                  </a:lnTo>
                  <a:lnTo>
                    <a:pt x="4495888" y="3162174"/>
                  </a:lnTo>
                  <a:lnTo>
                    <a:pt x="4559288" y="3153633"/>
                  </a:lnTo>
                  <a:lnTo>
                    <a:pt x="4634780" y="3142164"/>
                  </a:lnTo>
                  <a:lnTo>
                    <a:pt x="4718624" y="3127680"/>
                  </a:lnTo>
                  <a:lnTo>
                    <a:pt x="4806755" y="3110208"/>
                  </a:lnTo>
                  <a:lnTo>
                    <a:pt x="4895465" y="3089817"/>
                  </a:lnTo>
                  <a:lnTo>
                    <a:pt x="4981829" y="3066553"/>
                  </a:lnTo>
                  <a:lnTo>
                    <a:pt x="5063857" y="3040390"/>
                  </a:lnTo>
                  <a:lnTo>
                    <a:pt x="5140446" y="3011192"/>
                  </a:lnTo>
                  <a:lnTo>
                    <a:pt x="5211217" y="2978702"/>
                  </a:lnTo>
                  <a:lnTo>
                    <a:pt x="5276319" y="2942541"/>
                  </a:lnTo>
                  <a:lnTo>
                    <a:pt x="5336255" y="2902210"/>
                  </a:lnTo>
                  <a:lnTo>
                    <a:pt x="5391740" y="2857119"/>
                  </a:lnTo>
                  <a:lnTo>
                    <a:pt x="5443594" y="2806618"/>
                  </a:lnTo>
                  <a:lnTo>
                    <a:pt x="5492661" y="2750068"/>
                  </a:lnTo>
                  <a:lnTo>
                    <a:pt x="5539740" y="2686961"/>
                  </a:lnTo>
                  <a:lnTo>
                    <a:pt x="5567201" y="2646043"/>
                  </a:lnTo>
                  <a:lnTo>
                    <a:pt x="5601089" y="2591476"/>
                  </a:lnTo>
                  <a:lnTo>
                    <a:pt x="5634664" y="2533077"/>
                  </a:lnTo>
                  <a:lnTo>
                    <a:pt x="5668115" y="2470768"/>
                  </a:lnTo>
                  <a:lnTo>
                    <a:pt x="5701592" y="2404528"/>
                  </a:lnTo>
                  <a:lnTo>
                    <a:pt x="5735208" y="2334396"/>
                  </a:lnTo>
                  <a:lnTo>
                    <a:pt x="5769047" y="2260484"/>
                  </a:lnTo>
                  <a:lnTo>
                    <a:pt x="5803163" y="2182972"/>
                  </a:lnTo>
                  <a:lnTo>
                    <a:pt x="5837584" y="2102116"/>
                  </a:lnTo>
                  <a:lnTo>
                    <a:pt x="5872313" y="2018247"/>
                  </a:lnTo>
                  <a:lnTo>
                    <a:pt x="5907330" y="1931766"/>
                  </a:lnTo>
                  <a:lnTo>
                    <a:pt x="5942600" y="1843136"/>
                  </a:lnTo>
                  <a:lnTo>
                    <a:pt x="5978068" y="1752880"/>
                  </a:lnTo>
                  <a:lnTo>
                    <a:pt x="6013668" y="1661558"/>
                  </a:lnTo>
                  <a:lnTo>
                    <a:pt x="6049329" y="1569764"/>
                  </a:lnTo>
                  <a:lnTo>
                    <a:pt x="6084972" y="1478103"/>
                  </a:lnTo>
                  <a:lnTo>
                    <a:pt x="6120523" y="1387175"/>
                  </a:lnTo>
                  <a:lnTo>
                    <a:pt x="6155912" y="1297561"/>
                  </a:lnTo>
                  <a:lnTo>
                    <a:pt x="6191077" y="1209808"/>
                  </a:lnTo>
                  <a:lnTo>
                    <a:pt x="6225973" y="1124413"/>
                  </a:lnTo>
                  <a:lnTo>
                    <a:pt x="6260568" y="1041814"/>
                  </a:lnTo>
                  <a:lnTo>
                    <a:pt x="6294854" y="962381"/>
                  </a:lnTo>
                  <a:lnTo>
                    <a:pt x="6328845" y="886413"/>
                  </a:lnTo>
                  <a:lnTo>
                    <a:pt x="6362578" y="814132"/>
                  </a:lnTo>
                  <a:lnTo>
                    <a:pt x="6396121" y="745690"/>
                  </a:lnTo>
                  <a:lnTo>
                    <a:pt x="6429570" y="681164"/>
                  </a:lnTo>
                  <a:lnTo>
                    <a:pt x="6463055" y="620567"/>
                  </a:lnTo>
                  <a:lnTo>
                    <a:pt x="6496741" y="563853"/>
                  </a:lnTo>
                  <a:lnTo>
                    <a:pt x="6515891" y="533564"/>
                  </a:lnTo>
                  <a:lnTo>
                    <a:pt x="6562120" y="466421"/>
                  </a:lnTo>
                  <a:lnTo>
                    <a:pt x="6609910" y="406000"/>
                  </a:lnTo>
                  <a:lnTo>
                    <a:pt x="6659999" y="351958"/>
                  </a:lnTo>
                  <a:lnTo>
                    <a:pt x="6713213" y="303715"/>
                  </a:lnTo>
                  <a:lnTo>
                    <a:pt x="6770396" y="260618"/>
                  </a:lnTo>
                  <a:lnTo>
                    <a:pt x="6832336" y="222032"/>
                  </a:lnTo>
                  <a:lnTo>
                    <a:pt x="6899676" y="187403"/>
                  </a:lnTo>
                  <a:lnTo>
                    <a:pt x="6972798" y="156278"/>
                  </a:lnTo>
                  <a:lnTo>
                    <a:pt x="7051660" y="128326"/>
                  </a:lnTo>
                  <a:lnTo>
                    <a:pt x="7135613" y="103340"/>
                  </a:lnTo>
                  <a:lnTo>
                    <a:pt x="7223214" y="81232"/>
                  </a:lnTo>
                  <a:lnTo>
                    <a:pt x="7312093" y="62007"/>
                  </a:lnTo>
                  <a:lnTo>
                    <a:pt x="7398977" y="45731"/>
                  </a:lnTo>
                  <a:lnTo>
                    <a:pt x="7479945" y="32463"/>
                  </a:lnTo>
                  <a:lnTo>
                    <a:pt x="7550972" y="22192"/>
                  </a:lnTo>
                  <a:lnTo>
                    <a:pt x="7608673" y="14772"/>
                  </a:lnTo>
                  <a:lnTo>
                    <a:pt x="7651062" y="9895"/>
                  </a:lnTo>
                  <a:lnTo>
                    <a:pt x="7678082" y="7100"/>
                  </a:lnTo>
                  <a:lnTo>
                    <a:pt x="7691753" y="5823"/>
                  </a:lnTo>
                  <a:lnTo>
                    <a:pt x="7695989" y="5464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32" y="3168750"/>
                  </a:lnTo>
                  <a:lnTo>
                    <a:pt x="3838441" y="3168972"/>
                  </a:lnTo>
                  <a:lnTo>
                    <a:pt x="3817512" y="3169588"/>
                  </a:lnTo>
                  <a:lnTo>
                    <a:pt x="3780670" y="3170796"/>
                  </a:lnTo>
                  <a:lnTo>
                    <a:pt x="3726914" y="3172770"/>
                  </a:lnTo>
                  <a:lnTo>
                    <a:pt x="3657647" y="3175637"/>
                  </a:lnTo>
                  <a:lnTo>
                    <a:pt x="3576201" y="3179466"/>
                  </a:lnTo>
                  <a:lnTo>
                    <a:pt x="3486986" y="3184274"/>
                  </a:lnTo>
                  <a:lnTo>
                    <a:pt x="3394539" y="3190044"/>
                  </a:lnTo>
                  <a:lnTo>
                    <a:pt x="3302773" y="3196755"/>
                  </a:lnTo>
                  <a:lnTo>
                    <a:pt x="3214581" y="3204399"/>
                  </a:lnTo>
                  <a:lnTo>
                    <a:pt x="3131755" y="3213000"/>
                  </a:lnTo>
                  <a:lnTo>
                    <a:pt x="3055122" y="3222623"/>
                  </a:lnTo>
                  <a:lnTo>
                    <a:pt x="2984774" y="3233377"/>
                  </a:lnTo>
                  <a:lnTo>
                    <a:pt x="2920294" y="3245415"/>
                  </a:lnTo>
                  <a:lnTo>
                    <a:pt x="2860950" y="3258925"/>
                  </a:lnTo>
                  <a:lnTo>
                    <a:pt x="2805848" y="3274120"/>
                  </a:lnTo>
                  <a:lnTo>
                    <a:pt x="2754032" y="3291223"/>
                  </a:lnTo>
                  <a:lnTo>
                    <a:pt x="2704577" y="3310420"/>
                  </a:lnTo>
                  <a:lnTo>
                    <a:pt x="2667772" y="3326610"/>
                  </a:lnTo>
                  <a:lnTo>
                    <a:pt x="2619573" y="3350210"/>
                  </a:lnTo>
                  <a:lnTo>
                    <a:pt x="2571844" y="3376159"/>
                  </a:lnTo>
                  <a:lnTo>
                    <a:pt x="2524111" y="3404494"/>
                  </a:lnTo>
                  <a:lnTo>
                    <a:pt x="2476045" y="3435175"/>
                  </a:lnTo>
                  <a:lnTo>
                    <a:pt x="2427449" y="3468076"/>
                  </a:lnTo>
                  <a:lnTo>
                    <a:pt x="2378233" y="3502981"/>
                  </a:lnTo>
                  <a:lnTo>
                    <a:pt x="2328412" y="3539584"/>
                  </a:lnTo>
                  <a:lnTo>
                    <a:pt x="2278081" y="3577495"/>
                  </a:lnTo>
                  <a:lnTo>
                    <a:pt x="2227399" y="3616257"/>
                  </a:lnTo>
                  <a:lnTo>
                    <a:pt x="2176571" y="3655368"/>
                  </a:lnTo>
                  <a:lnTo>
                    <a:pt x="2125816" y="3694305"/>
                  </a:lnTo>
                  <a:lnTo>
                    <a:pt x="2075346" y="3732557"/>
                  </a:lnTo>
                  <a:lnTo>
                    <a:pt x="2025338" y="3769648"/>
                  </a:lnTo>
                  <a:lnTo>
                    <a:pt x="1975913" y="3805163"/>
                  </a:lnTo>
                  <a:lnTo>
                    <a:pt x="1927112" y="3838768"/>
                  </a:lnTo>
                  <a:lnTo>
                    <a:pt x="1878884" y="3870215"/>
                  </a:lnTo>
                  <a:lnTo>
                    <a:pt x="1831069" y="3899348"/>
                  </a:lnTo>
                  <a:lnTo>
                    <a:pt x="1783383" y="3926101"/>
                  </a:lnTo>
                  <a:lnTo>
                    <a:pt x="1735406" y="3950484"/>
                  </a:lnTo>
                  <a:lnTo>
                    <a:pt x="1719082" y="3958176"/>
                  </a:lnTo>
                  <a:lnTo>
                    <a:pt x="1670880" y="3979049"/>
                  </a:lnTo>
                  <a:lnTo>
                    <a:pt x="1620951" y="3997743"/>
                  </a:lnTo>
                  <a:lnTo>
                    <a:pt x="1568452" y="4014381"/>
                  </a:lnTo>
                  <a:lnTo>
                    <a:pt x="1512443" y="4029163"/>
                  </a:lnTo>
                  <a:lnTo>
                    <a:pt x="1451975" y="4042310"/>
                  </a:lnTo>
                  <a:lnTo>
                    <a:pt x="1386179" y="4054032"/>
                  </a:lnTo>
                  <a:lnTo>
                    <a:pt x="1314384" y="4064510"/>
                  </a:lnTo>
                  <a:lnTo>
                    <a:pt x="1236272" y="4073886"/>
                  </a:lnTo>
                  <a:lnTo>
                    <a:pt x="1152084" y="4082258"/>
                  </a:lnTo>
                  <a:lnTo>
                    <a:pt x="1062857" y="4089683"/>
                  </a:lnTo>
                  <a:lnTo>
                    <a:pt x="970632" y="4096176"/>
                  </a:lnTo>
                  <a:lnTo>
                    <a:pt x="878558" y="4101723"/>
                  </a:lnTo>
                  <a:lnTo>
                    <a:pt x="790744" y="4106303"/>
                  </a:lnTo>
                  <a:lnTo>
                    <a:pt x="711774" y="4109904"/>
                  </a:lnTo>
                  <a:lnTo>
                    <a:pt x="645894" y="4112554"/>
                  </a:lnTo>
                  <a:lnTo>
                    <a:pt x="596052" y="4114335"/>
                  </a:lnTo>
                  <a:lnTo>
                    <a:pt x="563111" y="4115388"/>
                  </a:lnTo>
                  <a:lnTo>
                    <a:pt x="545498" y="4115893"/>
                  </a:lnTo>
                  <a:lnTo>
                    <a:pt x="539323" y="4116053"/>
                  </a:lnTo>
                  <a:lnTo>
                    <a:pt x="538736" y="4116067"/>
                  </a:lnTo>
                  <a:lnTo>
                    <a:pt x="0" y="4116067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06" name="pl2106"/>
            <p:cNvSpPr/>
            <p:nvPr/>
          </p:nvSpPr>
          <p:spPr>
            <a:xfrm>
              <a:off x="546595" y="1964588"/>
              <a:ext cx="8234974" cy="4116067"/>
            </a:xfrm>
            <a:custGeom>
              <a:avLst/>
              <a:pathLst>
                <a:path w="8234974" h="4116067">
                  <a:moveTo>
                    <a:pt x="0" y="4116067"/>
                  </a:moveTo>
                  <a:lnTo>
                    <a:pt x="538736" y="4116067"/>
                  </a:lnTo>
                  <a:lnTo>
                    <a:pt x="540022" y="4116036"/>
                  </a:lnTo>
                  <a:lnTo>
                    <a:pt x="548414" y="4115814"/>
                  </a:lnTo>
                  <a:lnTo>
                    <a:pt x="569342" y="4115198"/>
                  </a:lnTo>
                  <a:lnTo>
                    <a:pt x="606185" y="4113990"/>
                  </a:lnTo>
                  <a:lnTo>
                    <a:pt x="659940" y="4112016"/>
                  </a:lnTo>
                  <a:lnTo>
                    <a:pt x="729208" y="4109149"/>
                  </a:lnTo>
                  <a:lnTo>
                    <a:pt x="810654" y="4105320"/>
                  </a:lnTo>
                  <a:lnTo>
                    <a:pt x="899868" y="4100512"/>
                  </a:lnTo>
                  <a:lnTo>
                    <a:pt x="992315" y="4094741"/>
                  </a:lnTo>
                  <a:lnTo>
                    <a:pt x="1084081" y="4088030"/>
                  </a:lnTo>
                  <a:lnTo>
                    <a:pt x="1172273" y="4080387"/>
                  </a:lnTo>
                  <a:lnTo>
                    <a:pt x="1255100" y="4071786"/>
                  </a:lnTo>
                  <a:lnTo>
                    <a:pt x="1331732" y="4062163"/>
                  </a:lnTo>
                  <a:lnTo>
                    <a:pt x="1402080" y="4051408"/>
                  </a:lnTo>
                  <a:lnTo>
                    <a:pt x="1466561" y="4039371"/>
                  </a:lnTo>
                  <a:lnTo>
                    <a:pt x="1525904" y="4025861"/>
                  </a:lnTo>
                  <a:lnTo>
                    <a:pt x="1581007" y="4010665"/>
                  </a:lnTo>
                  <a:lnTo>
                    <a:pt x="1632822" y="3993563"/>
                  </a:lnTo>
                  <a:lnTo>
                    <a:pt x="1682277" y="3974366"/>
                  </a:lnTo>
                  <a:lnTo>
                    <a:pt x="1719082" y="3958176"/>
                  </a:lnTo>
                  <a:lnTo>
                    <a:pt x="1767281" y="3934576"/>
                  </a:lnTo>
                  <a:lnTo>
                    <a:pt x="1815010" y="3908626"/>
                  </a:lnTo>
                  <a:lnTo>
                    <a:pt x="1862744" y="3880292"/>
                  </a:lnTo>
                  <a:lnTo>
                    <a:pt x="1910809" y="3849611"/>
                  </a:lnTo>
                  <a:lnTo>
                    <a:pt x="1959406" y="3816710"/>
                  </a:lnTo>
                  <a:lnTo>
                    <a:pt x="2008621" y="3781805"/>
                  </a:lnTo>
                  <a:lnTo>
                    <a:pt x="2058442" y="3745202"/>
                  </a:lnTo>
                  <a:lnTo>
                    <a:pt x="2108774" y="3707291"/>
                  </a:lnTo>
                  <a:lnTo>
                    <a:pt x="2159455" y="3668529"/>
                  </a:lnTo>
                  <a:lnTo>
                    <a:pt x="2210284" y="3629418"/>
                  </a:lnTo>
                  <a:lnTo>
                    <a:pt x="2261039" y="3590480"/>
                  </a:lnTo>
                  <a:lnTo>
                    <a:pt x="2311509" y="3552229"/>
                  </a:lnTo>
                  <a:lnTo>
                    <a:pt x="2361516" y="3515138"/>
                  </a:lnTo>
                  <a:lnTo>
                    <a:pt x="2410942" y="3479623"/>
                  </a:lnTo>
                  <a:lnTo>
                    <a:pt x="2459742" y="3446018"/>
                  </a:lnTo>
                  <a:lnTo>
                    <a:pt x="2507970" y="3414571"/>
                  </a:lnTo>
                  <a:lnTo>
                    <a:pt x="2555786" y="3385437"/>
                  </a:lnTo>
                  <a:lnTo>
                    <a:pt x="2603471" y="3358685"/>
                  </a:lnTo>
                  <a:lnTo>
                    <a:pt x="2651448" y="3334302"/>
                  </a:lnTo>
                  <a:lnTo>
                    <a:pt x="2667772" y="3326610"/>
                  </a:lnTo>
                  <a:lnTo>
                    <a:pt x="2715974" y="3305737"/>
                  </a:lnTo>
                  <a:lnTo>
                    <a:pt x="2765903" y="3287042"/>
                  </a:lnTo>
                  <a:lnTo>
                    <a:pt x="2818402" y="3270405"/>
                  </a:lnTo>
                  <a:lnTo>
                    <a:pt x="2874411" y="3255623"/>
                  </a:lnTo>
                  <a:lnTo>
                    <a:pt x="2934880" y="3242476"/>
                  </a:lnTo>
                  <a:lnTo>
                    <a:pt x="3000675" y="3230754"/>
                  </a:lnTo>
                  <a:lnTo>
                    <a:pt x="3072471" y="3220276"/>
                  </a:lnTo>
                  <a:lnTo>
                    <a:pt x="3150583" y="3210900"/>
                  </a:lnTo>
                  <a:lnTo>
                    <a:pt x="3234770" y="3202527"/>
                  </a:lnTo>
                  <a:lnTo>
                    <a:pt x="3323998" y="3195103"/>
                  </a:lnTo>
                  <a:lnTo>
                    <a:pt x="3416223" y="3188610"/>
                  </a:lnTo>
                  <a:lnTo>
                    <a:pt x="3508297" y="3183062"/>
                  </a:lnTo>
                  <a:lnTo>
                    <a:pt x="3596111" y="3178483"/>
                  </a:lnTo>
                  <a:lnTo>
                    <a:pt x="3675081" y="3174882"/>
                  </a:lnTo>
                  <a:lnTo>
                    <a:pt x="3740961" y="3172232"/>
                  </a:lnTo>
                  <a:lnTo>
                    <a:pt x="3790803" y="3170450"/>
                  </a:lnTo>
                  <a:lnTo>
                    <a:pt x="3823743" y="3169398"/>
                  </a:lnTo>
                  <a:lnTo>
                    <a:pt x="3841356" y="3168892"/>
                  </a:lnTo>
                  <a:lnTo>
                    <a:pt x="3847532" y="3168732"/>
                  </a:lnTo>
                  <a:lnTo>
                    <a:pt x="3848118" y="3168718"/>
                  </a:lnTo>
                  <a:lnTo>
                    <a:pt x="4386855" y="3168718"/>
                  </a:lnTo>
                  <a:lnTo>
                    <a:pt x="4387994" y="3168626"/>
                  </a:lnTo>
                  <a:lnTo>
                    <a:pt x="4395451" y="3167969"/>
                  </a:lnTo>
                  <a:lnTo>
                    <a:pt x="4414127" y="3166152"/>
                  </a:lnTo>
                  <a:lnTo>
                    <a:pt x="4447209" y="3162582"/>
                  </a:lnTo>
                  <a:lnTo>
                    <a:pt x="4495888" y="3156729"/>
                  </a:lnTo>
                  <a:lnTo>
                    <a:pt x="4559288" y="3148189"/>
                  </a:lnTo>
                  <a:lnTo>
                    <a:pt x="4634780" y="3136720"/>
                  </a:lnTo>
                  <a:lnTo>
                    <a:pt x="4718624" y="3122236"/>
                  </a:lnTo>
                  <a:lnTo>
                    <a:pt x="4806755" y="3104763"/>
                  </a:lnTo>
                  <a:lnTo>
                    <a:pt x="4895465" y="3084372"/>
                  </a:lnTo>
                  <a:lnTo>
                    <a:pt x="4981829" y="3061108"/>
                  </a:lnTo>
                  <a:lnTo>
                    <a:pt x="5063857" y="3034945"/>
                  </a:lnTo>
                  <a:lnTo>
                    <a:pt x="5140446" y="3005747"/>
                  </a:lnTo>
                  <a:lnTo>
                    <a:pt x="5211217" y="2973258"/>
                  </a:lnTo>
                  <a:lnTo>
                    <a:pt x="5276319" y="2937096"/>
                  </a:lnTo>
                  <a:lnTo>
                    <a:pt x="5336255" y="2896766"/>
                  </a:lnTo>
                  <a:lnTo>
                    <a:pt x="5391740" y="2851675"/>
                  </a:lnTo>
                  <a:lnTo>
                    <a:pt x="5443594" y="2801174"/>
                  </a:lnTo>
                  <a:lnTo>
                    <a:pt x="5492661" y="2744624"/>
                  </a:lnTo>
                  <a:lnTo>
                    <a:pt x="5539740" y="2681516"/>
                  </a:lnTo>
                  <a:lnTo>
                    <a:pt x="5567201" y="2640599"/>
                  </a:lnTo>
                  <a:lnTo>
                    <a:pt x="5601089" y="2586031"/>
                  </a:lnTo>
                  <a:lnTo>
                    <a:pt x="5634664" y="2527633"/>
                  </a:lnTo>
                  <a:lnTo>
                    <a:pt x="5668115" y="2465324"/>
                  </a:lnTo>
                  <a:lnTo>
                    <a:pt x="5701592" y="2399083"/>
                  </a:lnTo>
                  <a:lnTo>
                    <a:pt x="5735208" y="2328952"/>
                  </a:lnTo>
                  <a:lnTo>
                    <a:pt x="5769047" y="2255039"/>
                  </a:lnTo>
                  <a:lnTo>
                    <a:pt x="5803163" y="2177527"/>
                  </a:lnTo>
                  <a:lnTo>
                    <a:pt x="5837584" y="2096672"/>
                  </a:lnTo>
                  <a:lnTo>
                    <a:pt x="5872313" y="2012803"/>
                  </a:lnTo>
                  <a:lnTo>
                    <a:pt x="5907330" y="1926321"/>
                  </a:lnTo>
                  <a:lnTo>
                    <a:pt x="5942600" y="1837692"/>
                  </a:lnTo>
                  <a:lnTo>
                    <a:pt x="5978068" y="1747435"/>
                  </a:lnTo>
                  <a:lnTo>
                    <a:pt x="6013668" y="1656114"/>
                  </a:lnTo>
                  <a:lnTo>
                    <a:pt x="6049329" y="1564320"/>
                  </a:lnTo>
                  <a:lnTo>
                    <a:pt x="6084972" y="1472658"/>
                  </a:lnTo>
                  <a:lnTo>
                    <a:pt x="6120523" y="1381730"/>
                  </a:lnTo>
                  <a:lnTo>
                    <a:pt x="6155912" y="1292116"/>
                  </a:lnTo>
                  <a:lnTo>
                    <a:pt x="6191077" y="1204363"/>
                  </a:lnTo>
                  <a:lnTo>
                    <a:pt x="6225973" y="1118968"/>
                  </a:lnTo>
                  <a:lnTo>
                    <a:pt x="6260568" y="1036369"/>
                  </a:lnTo>
                  <a:lnTo>
                    <a:pt x="6294854" y="956937"/>
                  </a:lnTo>
                  <a:lnTo>
                    <a:pt x="6328845" y="880968"/>
                  </a:lnTo>
                  <a:lnTo>
                    <a:pt x="6362578" y="808688"/>
                  </a:lnTo>
                  <a:lnTo>
                    <a:pt x="6396121" y="740245"/>
                  </a:lnTo>
                  <a:lnTo>
                    <a:pt x="6429570" y="675719"/>
                  </a:lnTo>
                  <a:lnTo>
                    <a:pt x="6463055" y="615123"/>
                  </a:lnTo>
                  <a:lnTo>
                    <a:pt x="6496741" y="558409"/>
                  </a:lnTo>
                  <a:lnTo>
                    <a:pt x="6515891" y="528119"/>
                  </a:lnTo>
                  <a:lnTo>
                    <a:pt x="6562120" y="460976"/>
                  </a:lnTo>
                  <a:lnTo>
                    <a:pt x="6609910" y="400556"/>
                  </a:lnTo>
                  <a:lnTo>
                    <a:pt x="6659999" y="346514"/>
                  </a:lnTo>
                  <a:lnTo>
                    <a:pt x="6713213" y="298271"/>
                  </a:lnTo>
                  <a:lnTo>
                    <a:pt x="6770396" y="255173"/>
                  </a:lnTo>
                  <a:lnTo>
                    <a:pt x="6832336" y="216588"/>
                  </a:lnTo>
                  <a:lnTo>
                    <a:pt x="6899676" y="181958"/>
                  </a:lnTo>
                  <a:lnTo>
                    <a:pt x="6972798" y="150834"/>
                  </a:lnTo>
                  <a:lnTo>
                    <a:pt x="7051660" y="122882"/>
                  </a:lnTo>
                  <a:lnTo>
                    <a:pt x="7135613" y="97896"/>
                  </a:lnTo>
                  <a:lnTo>
                    <a:pt x="7223214" y="75787"/>
                  </a:lnTo>
                  <a:lnTo>
                    <a:pt x="7312093" y="56563"/>
                  </a:lnTo>
                  <a:lnTo>
                    <a:pt x="7398977" y="40287"/>
                  </a:lnTo>
                  <a:lnTo>
                    <a:pt x="7479945" y="27019"/>
                  </a:lnTo>
                  <a:lnTo>
                    <a:pt x="7550972" y="16747"/>
                  </a:lnTo>
                  <a:lnTo>
                    <a:pt x="7608673" y="9327"/>
                  </a:lnTo>
                  <a:lnTo>
                    <a:pt x="7651062" y="4451"/>
                  </a:lnTo>
                  <a:lnTo>
                    <a:pt x="7678082" y="1656"/>
                  </a:lnTo>
                  <a:lnTo>
                    <a:pt x="7691753" y="378"/>
                  </a:lnTo>
                  <a:lnTo>
                    <a:pt x="7695989" y="19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7" name="pl2107"/>
            <p:cNvSpPr/>
            <p:nvPr/>
          </p:nvSpPr>
          <p:spPr>
            <a:xfrm>
              <a:off x="546595" y="1959143"/>
              <a:ext cx="8234974" cy="4116067"/>
            </a:xfrm>
            <a:custGeom>
              <a:avLst/>
              <a:pathLst>
                <a:path w="8234974" h="4116067">
                  <a:moveTo>
                    <a:pt x="8234974" y="0"/>
                  </a:moveTo>
                  <a:lnTo>
                    <a:pt x="7696237" y="0"/>
                  </a:lnTo>
                  <a:lnTo>
                    <a:pt x="7695098" y="92"/>
                  </a:lnTo>
                  <a:lnTo>
                    <a:pt x="7687641" y="749"/>
                  </a:lnTo>
                  <a:lnTo>
                    <a:pt x="7668965" y="2566"/>
                  </a:lnTo>
                  <a:lnTo>
                    <a:pt x="7635883" y="6135"/>
                  </a:lnTo>
                  <a:lnTo>
                    <a:pt x="7587205" y="11989"/>
                  </a:lnTo>
                  <a:lnTo>
                    <a:pt x="7523804" y="20529"/>
                  </a:lnTo>
                  <a:lnTo>
                    <a:pt x="7448312" y="31998"/>
                  </a:lnTo>
                  <a:lnTo>
                    <a:pt x="7364469" y="46482"/>
                  </a:lnTo>
                  <a:lnTo>
                    <a:pt x="7276337" y="63954"/>
                  </a:lnTo>
                  <a:lnTo>
                    <a:pt x="7187627" y="84346"/>
                  </a:lnTo>
                  <a:lnTo>
                    <a:pt x="7101264" y="107609"/>
                  </a:lnTo>
                  <a:lnTo>
                    <a:pt x="7019236" y="133773"/>
                  </a:lnTo>
                  <a:lnTo>
                    <a:pt x="6942646" y="162971"/>
                  </a:lnTo>
                  <a:lnTo>
                    <a:pt x="6871876" y="195460"/>
                  </a:lnTo>
                  <a:lnTo>
                    <a:pt x="6806774" y="231622"/>
                  </a:lnTo>
                  <a:lnTo>
                    <a:pt x="6746837" y="271952"/>
                  </a:lnTo>
                  <a:lnTo>
                    <a:pt x="6691352" y="317043"/>
                  </a:lnTo>
                  <a:lnTo>
                    <a:pt x="6639498" y="367544"/>
                  </a:lnTo>
                  <a:lnTo>
                    <a:pt x="6590432" y="424094"/>
                  </a:lnTo>
                  <a:lnTo>
                    <a:pt x="6543352" y="487202"/>
                  </a:lnTo>
                  <a:lnTo>
                    <a:pt x="6515891" y="528119"/>
                  </a:lnTo>
                  <a:lnTo>
                    <a:pt x="6482003" y="582686"/>
                  </a:lnTo>
                  <a:lnTo>
                    <a:pt x="6448428" y="641085"/>
                  </a:lnTo>
                  <a:lnTo>
                    <a:pt x="6414977" y="703394"/>
                  </a:lnTo>
                  <a:lnTo>
                    <a:pt x="6381501" y="769635"/>
                  </a:lnTo>
                  <a:lnTo>
                    <a:pt x="6347885" y="839766"/>
                  </a:lnTo>
                  <a:lnTo>
                    <a:pt x="6314046" y="913679"/>
                  </a:lnTo>
                  <a:lnTo>
                    <a:pt x="6279930" y="991191"/>
                  </a:lnTo>
                  <a:lnTo>
                    <a:pt x="6245509" y="1072046"/>
                  </a:lnTo>
                  <a:lnTo>
                    <a:pt x="6210780" y="1155915"/>
                  </a:lnTo>
                  <a:lnTo>
                    <a:pt x="6175762" y="1242397"/>
                  </a:lnTo>
                  <a:lnTo>
                    <a:pt x="6140493" y="1331026"/>
                  </a:lnTo>
                  <a:lnTo>
                    <a:pt x="6105025" y="1421283"/>
                  </a:lnTo>
                  <a:lnTo>
                    <a:pt x="6069424" y="1512604"/>
                  </a:lnTo>
                  <a:lnTo>
                    <a:pt x="6033764" y="1604398"/>
                  </a:lnTo>
                  <a:lnTo>
                    <a:pt x="5998120" y="1696060"/>
                  </a:lnTo>
                  <a:lnTo>
                    <a:pt x="5962569" y="1786988"/>
                  </a:lnTo>
                  <a:lnTo>
                    <a:pt x="5927181" y="1876601"/>
                  </a:lnTo>
                  <a:lnTo>
                    <a:pt x="5892015" y="1964354"/>
                  </a:lnTo>
                  <a:lnTo>
                    <a:pt x="5857120" y="2049750"/>
                  </a:lnTo>
                  <a:lnTo>
                    <a:pt x="5822524" y="2132349"/>
                  </a:lnTo>
                  <a:lnTo>
                    <a:pt x="5788238" y="2211781"/>
                  </a:lnTo>
                  <a:lnTo>
                    <a:pt x="5754248" y="2287750"/>
                  </a:lnTo>
                  <a:lnTo>
                    <a:pt x="5720514" y="2360030"/>
                  </a:lnTo>
                  <a:lnTo>
                    <a:pt x="5686971" y="2428473"/>
                  </a:lnTo>
                  <a:lnTo>
                    <a:pt x="5653522" y="2492999"/>
                  </a:lnTo>
                  <a:lnTo>
                    <a:pt x="5620038" y="2553595"/>
                  </a:lnTo>
                  <a:lnTo>
                    <a:pt x="5586352" y="2610309"/>
                  </a:lnTo>
                  <a:lnTo>
                    <a:pt x="5567201" y="2640599"/>
                  </a:lnTo>
                  <a:lnTo>
                    <a:pt x="5520972" y="2707741"/>
                  </a:lnTo>
                  <a:lnTo>
                    <a:pt x="5473183" y="2768162"/>
                  </a:lnTo>
                  <a:lnTo>
                    <a:pt x="5423094" y="2822204"/>
                  </a:lnTo>
                  <a:lnTo>
                    <a:pt x="5369879" y="2870447"/>
                  </a:lnTo>
                  <a:lnTo>
                    <a:pt x="5312696" y="2913545"/>
                  </a:lnTo>
                  <a:lnTo>
                    <a:pt x="5250757" y="2952130"/>
                  </a:lnTo>
                  <a:lnTo>
                    <a:pt x="5183416" y="2986759"/>
                  </a:lnTo>
                  <a:lnTo>
                    <a:pt x="5110295" y="3017884"/>
                  </a:lnTo>
                  <a:lnTo>
                    <a:pt x="5031433" y="3045836"/>
                  </a:lnTo>
                  <a:lnTo>
                    <a:pt x="4947479" y="3070822"/>
                  </a:lnTo>
                  <a:lnTo>
                    <a:pt x="4859878" y="3092931"/>
                  </a:lnTo>
                  <a:lnTo>
                    <a:pt x="4770999" y="3112155"/>
                  </a:lnTo>
                  <a:lnTo>
                    <a:pt x="4684116" y="3128431"/>
                  </a:lnTo>
                  <a:lnTo>
                    <a:pt x="4603148" y="3141699"/>
                  </a:lnTo>
                  <a:lnTo>
                    <a:pt x="4532120" y="3151971"/>
                  </a:lnTo>
                  <a:lnTo>
                    <a:pt x="4474419" y="3159390"/>
                  </a:lnTo>
                  <a:lnTo>
                    <a:pt x="4432030" y="3164267"/>
                  </a:lnTo>
                  <a:lnTo>
                    <a:pt x="4405011" y="3167062"/>
                  </a:lnTo>
                  <a:lnTo>
                    <a:pt x="4391339" y="3168339"/>
                  </a:lnTo>
                  <a:lnTo>
                    <a:pt x="4387104" y="3168699"/>
                  </a:lnTo>
                  <a:lnTo>
                    <a:pt x="4386855" y="3168718"/>
                  </a:lnTo>
                  <a:lnTo>
                    <a:pt x="3848118" y="3168718"/>
                  </a:lnTo>
                  <a:lnTo>
                    <a:pt x="3846832" y="3168750"/>
                  </a:lnTo>
                  <a:lnTo>
                    <a:pt x="3838441" y="3168972"/>
                  </a:lnTo>
                  <a:lnTo>
                    <a:pt x="3817512" y="3169588"/>
                  </a:lnTo>
                  <a:lnTo>
                    <a:pt x="3780670" y="3170796"/>
                  </a:lnTo>
                  <a:lnTo>
                    <a:pt x="3726914" y="3172770"/>
                  </a:lnTo>
                  <a:lnTo>
                    <a:pt x="3657647" y="3175637"/>
                  </a:lnTo>
                  <a:lnTo>
                    <a:pt x="3576201" y="3179466"/>
                  </a:lnTo>
                  <a:lnTo>
                    <a:pt x="3486986" y="3184274"/>
                  </a:lnTo>
                  <a:lnTo>
                    <a:pt x="3394539" y="3190044"/>
                  </a:lnTo>
                  <a:lnTo>
                    <a:pt x="3302773" y="3196755"/>
                  </a:lnTo>
                  <a:lnTo>
                    <a:pt x="3214581" y="3204399"/>
                  </a:lnTo>
                  <a:lnTo>
                    <a:pt x="3131755" y="3213000"/>
                  </a:lnTo>
                  <a:lnTo>
                    <a:pt x="3055122" y="3222623"/>
                  </a:lnTo>
                  <a:lnTo>
                    <a:pt x="2984774" y="3233377"/>
                  </a:lnTo>
                  <a:lnTo>
                    <a:pt x="2920294" y="3245415"/>
                  </a:lnTo>
                  <a:lnTo>
                    <a:pt x="2860950" y="3258925"/>
                  </a:lnTo>
                  <a:lnTo>
                    <a:pt x="2805848" y="3274120"/>
                  </a:lnTo>
                  <a:lnTo>
                    <a:pt x="2754032" y="3291223"/>
                  </a:lnTo>
                  <a:lnTo>
                    <a:pt x="2704577" y="3310420"/>
                  </a:lnTo>
                  <a:lnTo>
                    <a:pt x="2667772" y="3326610"/>
                  </a:lnTo>
                  <a:lnTo>
                    <a:pt x="2619573" y="3350210"/>
                  </a:lnTo>
                  <a:lnTo>
                    <a:pt x="2571844" y="3376159"/>
                  </a:lnTo>
                  <a:lnTo>
                    <a:pt x="2524111" y="3404494"/>
                  </a:lnTo>
                  <a:lnTo>
                    <a:pt x="2476045" y="3435175"/>
                  </a:lnTo>
                  <a:lnTo>
                    <a:pt x="2427449" y="3468076"/>
                  </a:lnTo>
                  <a:lnTo>
                    <a:pt x="2378233" y="3502981"/>
                  </a:lnTo>
                  <a:lnTo>
                    <a:pt x="2328412" y="3539584"/>
                  </a:lnTo>
                  <a:lnTo>
                    <a:pt x="2278081" y="3577495"/>
                  </a:lnTo>
                  <a:lnTo>
                    <a:pt x="2227399" y="3616257"/>
                  </a:lnTo>
                  <a:lnTo>
                    <a:pt x="2176571" y="3655368"/>
                  </a:lnTo>
                  <a:lnTo>
                    <a:pt x="2125816" y="3694305"/>
                  </a:lnTo>
                  <a:lnTo>
                    <a:pt x="2075346" y="3732557"/>
                  </a:lnTo>
                  <a:lnTo>
                    <a:pt x="2025338" y="3769648"/>
                  </a:lnTo>
                  <a:lnTo>
                    <a:pt x="1975913" y="3805163"/>
                  </a:lnTo>
                  <a:lnTo>
                    <a:pt x="1927112" y="3838768"/>
                  </a:lnTo>
                  <a:lnTo>
                    <a:pt x="1878884" y="3870215"/>
                  </a:lnTo>
                  <a:lnTo>
                    <a:pt x="1831069" y="3899348"/>
                  </a:lnTo>
                  <a:lnTo>
                    <a:pt x="1783383" y="3926101"/>
                  </a:lnTo>
                  <a:lnTo>
                    <a:pt x="1735406" y="3950484"/>
                  </a:lnTo>
                  <a:lnTo>
                    <a:pt x="1719082" y="3958176"/>
                  </a:lnTo>
                  <a:lnTo>
                    <a:pt x="1670880" y="3979049"/>
                  </a:lnTo>
                  <a:lnTo>
                    <a:pt x="1620951" y="3997743"/>
                  </a:lnTo>
                  <a:lnTo>
                    <a:pt x="1568452" y="4014381"/>
                  </a:lnTo>
                  <a:lnTo>
                    <a:pt x="1512443" y="4029163"/>
                  </a:lnTo>
                  <a:lnTo>
                    <a:pt x="1451975" y="4042310"/>
                  </a:lnTo>
                  <a:lnTo>
                    <a:pt x="1386179" y="4054032"/>
                  </a:lnTo>
                  <a:lnTo>
                    <a:pt x="1314384" y="4064510"/>
                  </a:lnTo>
                  <a:lnTo>
                    <a:pt x="1236272" y="4073886"/>
                  </a:lnTo>
                  <a:lnTo>
                    <a:pt x="1152084" y="4082258"/>
                  </a:lnTo>
                  <a:lnTo>
                    <a:pt x="1062857" y="4089683"/>
                  </a:lnTo>
                  <a:lnTo>
                    <a:pt x="970632" y="4096176"/>
                  </a:lnTo>
                  <a:lnTo>
                    <a:pt x="878558" y="4101723"/>
                  </a:lnTo>
                  <a:lnTo>
                    <a:pt x="790744" y="4106303"/>
                  </a:lnTo>
                  <a:lnTo>
                    <a:pt x="711774" y="4109904"/>
                  </a:lnTo>
                  <a:lnTo>
                    <a:pt x="645894" y="4112554"/>
                  </a:lnTo>
                  <a:lnTo>
                    <a:pt x="596052" y="4114335"/>
                  </a:lnTo>
                  <a:lnTo>
                    <a:pt x="563111" y="4115388"/>
                  </a:lnTo>
                  <a:lnTo>
                    <a:pt x="545498" y="4115893"/>
                  </a:lnTo>
                  <a:lnTo>
                    <a:pt x="539323" y="4116053"/>
                  </a:lnTo>
                  <a:lnTo>
                    <a:pt x="538736" y="4116067"/>
                  </a:lnTo>
                  <a:lnTo>
                    <a:pt x="0" y="41160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8" name="pg2108"/>
            <p:cNvSpPr/>
            <p:nvPr/>
          </p:nvSpPr>
          <p:spPr>
            <a:xfrm>
              <a:off x="546595" y="3973621"/>
              <a:ext cx="8234974" cy="2090701"/>
            </a:xfrm>
            <a:custGeom>
              <a:avLst/>
              <a:pathLst>
                <a:path w="8234974" h="2090701">
                  <a:moveTo>
                    <a:pt x="0" y="2090701"/>
                  </a:moveTo>
                  <a:lnTo>
                    <a:pt x="538736" y="2090701"/>
                  </a:lnTo>
                  <a:lnTo>
                    <a:pt x="539962" y="2090635"/>
                  </a:lnTo>
                  <a:lnTo>
                    <a:pt x="547969" y="2090169"/>
                  </a:lnTo>
                  <a:lnTo>
                    <a:pt x="567974" y="2088880"/>
                  </a:lnTo>
                  <a:lnTo>
                    <a:pt x="603280" y="2086348"/>
                  </a:lnTo>
                  <a:lnTo>
                    <a:pt x="654970" y="2082206"/>
                  </a:lnTo>
                  <a:lnTo>
                    <a:pt x="721868" y="2076178"/>
                  </a:lnTo>
                  <a:lnTo>
                    <a:pt x="800929" y="2068109"/>
                  </a:lnTo>
                  <a:lnTo>
                    <a:pt x="888017" y="2057955"/>
                  </a:lnTo>
                  <a:lnTo>
                    <a:pt x="978781" y="2045743"/>
                  </a:lnTo>
                  <a:lnTo>
                    <a:pt x="1069378" y="2031522"/>
                  </a:lnTo>
                  <a:lnTo>
                    <a:pt x="1156895" y="2015316"/>
                  </a:lnTo>
                  <a:lnTo>
                    <a:pt x="1239451" y="1997086"/>
                  </a:lnTo>
                  <a:lnTo>
                    <a:pt x="1316104" y="1976713"/>
                  </a:lnTo>
                  <a:lnTo>
                    <a:pt x="1386643" y="1953986"/>
                  </a:lnTo>
                  <a:lnTo>
                    <a:pt x="1451379" y="1928607"/>
                  </a:lnTo>
                  <a:lnTo>
                    <a:pt x="1510950" y="1900197"/>
                  </a:lnTo>
                  <a:lnTo>
                    <a:pt x="1566183" y="1868316"/>
                  </a:lnTo>
                  <a:lnTo>
                    <a:pt x="1617979" y="1832501"/>
                  </a:lnTo>
                  <a:lnTo>
                    <a:pt x="1667237" y="1792325"/>
                  </a:lnTo>
                  <a:lnTo>
                    <a:pt x="1714770" y="1747517"/>
                  </a:lnTo>
                  <a:lnTo>
                    <a:pt x="1719082" y="1743158"/>
                  </a:lnTo>
                  <a:lnTo>
                    <a:pt x="1758795" y="1700782"/>
                  </a:lnTo>
                  <a:lnTo>
                    <a:pt x="1798125" y="1654923"/>
                  </a:lnTo>
                  <a:lnTo>
                    <a:pt x="1837359" y="1605512"/>
                  </a:lnTo>
                  <a:lnTo>
                    <a:pt x="1876714" y="1552555"/>
                  </a:lnTo>
                  <a:lnTo>
                    <a:pt x="1916344" y="1496139"/>
                  </a:lnTo>
                  <a:lnTo>
                    <a:pt x="1956346" y="1436439"/>
                  </a:lnTo>
                  <a:lnTo>
                    <a:pt x="1996767" y="1373725"/>
                  </a:lnTo>
                  <a:lnTo>
                    <a:pt x="2037608" y="1308355"/>
                  </a:lnTo>
                  <a:lnTo>
                    <a:pt x="2078828" y="1240776"/>
                  </a:lnTo>
                  <a:lnTo>
                    <a:pt x="2120356" y="1171511"/>
                  </a:lnTo>
                  <a:lnTo>
                    <a:pt x="2162092" y="1101142"/>
                  </a:lnTo>
                  <a:lnTo>
                    <a:pt x="2203920" y="1030293"/>
                  </a:lnTo>
                  <a:lnTo>
                    <a:pt x="2245716" y="959606"/>
                  </a:lnTo>
                  <a:lnTo>
                    <a:pt x="2287361" y="889715"/>
                  </a:lnTo>
                  <a:lnTo>
                    <a:pt x="2328746" y="821226"/>
                  </a:lnTo>
                  <a:lnTo>
                    <a:pt x="2369783" y="754695"/>
                  </a:lnTo>
                  <a:lnTo>
                    <a:pt x="2410416" y="690606"/>
                  </a:lnTo>
                  <a:lnTo>
                    <a:pt x="2450624" y="629364"/>
                  </a:lnTo>
                  <a:lnTo>
                    <a:pt x="2490430" y="571284"/>
                  </a:lnTo>
                  <a:lnTo>
                    <a:pt x="2529907" y="516587"/>
                  </a:lnTo>
                  <a:lnTo>
                    <a:pt x="2569178" y="465403"/>
                  </a:lnTo>
                  <a:lnTo>
                    <a:pt x="2608429" y="417777"/>
                  </a:lnTo>
                  <a:lnTo>
                    <a:pt x="2647910" y="373678"/>
                  </a:lnTo>
                  <a:lnTo>
                    <a:pt x="2667772" y="352987"/>
                  </a:lnTo>
                  <a:lnTo>
                    <a:pt x="2715181" y="307748"/>
                  </a:lnTo>
                  <a:lnTo>
                    <a:pt x="2764248" y="267154"/>
                  </a:lnTo>
                  <a:lnTo>
                    <a:pt x="2815774" y="230954"/>
                  </a:lnTo>
                  <a:lnTo>
                    <a:pt x="2870652" y="198730"/>
                  </a:lnTo>
                  <a:lnTo>
                    <a:pt x="2929788" y="170020"/>
                  </a:lnTo>
                  <a:lnTo>
                    <a:pt x="2994018" y="144379"/>
                  </a:lnTo>
                  <a:lnTo>
                    <a:pt x="3064004" y="121421"/>
                  </a:lnTo>
                  <a:lnTo>
                    <a:pt x="3140093" y="100842"/>
                  </a:lnTo>
                  <a:lnTo>
                    <a:pt x="3222132" y="82421"/>
                  </a:lnTo>
                  <a:lnTo>
                    <a:pt x="3309256" y="66031"/>
                  </a:lnTo>
                  <a:lnTo>
                    <a:pt x="3399676" y="51627"/>
                  </a:lnTo>
                  <a:lnTo>
                    <a:pt x="3490572" y="39228"/>
                  </a:lnTo>
                  <a:lnTo>
                    <a:pt x="3578177" y="28883"/>
                  </a:lnTo>
                  <a:lnTo>
                    <a:pt x="3658160" y="20623"/>
                  </a:lnTo>
                  <a:lnTo>
                    <a:pt x="3726327" y="14412"/>
                  </a:lnTo>
                  <a:lnTo>
                    <a:pt x="3779500" y="10105"/>
                  </a:lnTo>
                  <a:lnTo>
                    <a:pt x="3816303" y="7440"/>
                  </a:lnTo>
                  <a:lnTo>
                    <a:pt x="3837610" y="6053"/>
                  </a:lnTo>
                  <a:lnTo>
                    <a:pt x="3846531" y="5529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4" y="5481"/>
                  </a:lnTo>
                  <a:lnTo>
                    <a:pt x="4396477" y="5748"/>
                  </a:lnTo>
                  <a:lnTo>
                    <a:pt x="4417291" y="6487"/>
                  </a:lnTo>
                  <a:lnTo>
                    <a:pt x="4453942" y="7936"/>
                  </a:lnTo>
                  <a:lnTo>
                    <a:pt x="4507442" y="10305"/>
                  </a:lnTo>
                  <a:lnTo>
                    <a:pt x="4576417" y="13746"/>
                  </a:lnTo>
                  <a:lnTo>
                    <a:pt x="4657570" y="18342"/>
                  </a:lnTo>
                  <a:lnTo>
                    <a:pt x="4746525" y="24116"/>
                  </a:lnTo>
                  <a:lnTo>
                    <a:pt x="4838769" y="31047"/>
                  </a:lnTo>
                  <a:lnTo>
                    <a:pt x="4930395" y="39109"/>
                  </a:lnTo>
                  <a:lnTo>
                    <a:pt x="5018508" y="48292"/>
                  </a:lnTo>
                  <a:lnTo>
                    <a:pt x="5101305" y="58624"/>
                  </a:lnTo>
                  <a:lnTo>
                    <a:pt x="5177942" y="70183"/>
                  </a:lnTo>
                  <a:lnTo>
                    <a:pt x="5248315" y="83098"/>
                  </a:lnTo>
                  <a:lnTo>
                    <a:pt x="5312827" y="97549"/>
                  </a:lnTo>
                  <a:lnTo>
                    <a:pt x="5372198" y="113763"/>
                  </a:lnTo>
                  <a:lnTo>
                    <a:pt x="5427314" y="131995"/>
                  </a:lnTo>
                  <a:lnTo>
                    <a:pt x="5479125" y="152510"/>
                  </a:lnTo>
                  <a:lnTo>
                    <a:pt x="5528553" y="175536"/>
                  </a:lnTo>
                  <a:lnTo>
                    <a:pt x="5567201" y="196003"/>
                  </a:lnTo>
                  <a:lnTo>
                    <a:pt x="5613855" y="223523"/>
                  </a:lnTo>
                  <a:lnTo>
                    <a:pt x="5660053" y="253696"/>
                  </a:lnTo>
                  <a:lnTo>
                    <a:pt x="5706231" y="286565"/>
                  </a:lnTo>
                  <a:lnTo>
                    <a:pt x="5752697" y="322094"/>
                  </a:lnTo>
                  <a:lnTo>
                    <a:pt x="5799642" y="360158"/>
                  </a:lnTo>
                  <a:lnTo>
                    <a:pt x="5847161" y="400534"/>
                  </a:lnTo>
                  <a:lnTo>
                    <a:pt x="5895257" y="442904"/>
                  </a:lnTo>
                  <a:lnTo>
                    <a:pt x="5943857" y="486860"/>
                  </a:lnTo>
                  <a:lnTo>
                    <a:pt x="5992829" y="531918"/>
                  </a:lnTo>
                  <a:lnTo>
                    <a:pt x="6041997" y="577539"/>
                  </a:lnTo>
                  <a:lnTo>
                    <a:pt x="6091162" y="623154"/>
                  </a:lnTo>
                  <a:lnTo>
                    <a:pt x="6140129" y="668196"/>
                  </a:lnTo>
                  <a:lnTo>
                    <a:pt x="6188721" y="712128"/>
                  </a:lnTo>
                  <a:lnTo>
                    <a:pt x="6236806" y="754464"/>
                  </a:lnTo>
                  <a:lnTo>
                    <a:pt x="6284314" y="794800"/>
                  </a:lnTo>
                  <a:lnTo>
                    <a:pt x="6331250" y="832820"/>
                  </a:lnTo>
                  <a:lnTo>
                    <a:pt x="6377709" y="868301"/>
                  </a:lnTo>
                  <a:lnTo>
                    <a:pt x="6423884" y="901121"/>
                  </a:lnTo>
                  <a:lnTo>
                    <a:pt x="6470086" y="931245"/>
                  </a:lnTo>
                  <a:lnTo>
                    <a:pt x="6515891" y="958238"/>
                  </a:lnTo>
                  <a:lnTo>
                    <a:pt x="6563996" y="983382"/>
                  </a:lnTo>
                  <a:lnTo>
                    <a:pt x="6613818" y="1005907"/>
                  </a:lnTo>
                  <a:lnTo>
                    <a:pt x="6666197" y="1025958"/>
                  </a:lnTo>
                  <a:lnTo>
                    <a:pt x="6722066" y="1043777"/>
                  </a:lnTo>
                  <a:lnTo>
                    <a:pt x="6782370" y="1059629"/>
                  </a:lnTo>
                  <a:lnTo>
                    <a:pt x="6847972" y="1073765"/>
                  </a:lnTo>
                  <a:lnTo>
                    <a:pt x="6919543" y="1086404"/>
                  </a:lnTo>
                  <a:lnTo>
                    <a:pt x="6997405" y="1097716"/>
                  </a:lnTo>
                  <a:lnTo>
                    <a:pt x="7081327" y="1107821"/>
                  </a:lnTo>
                  <a:lnTo>
                    <a:pt x="7170297" y="1116785"/>
                  </a:lnTo>
                  <a:lnTo>
                    <a:pt x="7262304" y="1124629"/>
                  </a:lnTo>
                  <a:lnTo>
                    <a:pt x="7354242" y="1131338"/>
                  </a:lnTo>
                  <a:lnTo>
                    <a:pt x="7442043" y="1136883"/>
                  </a:lnTo>
                  <a:lnTo>
                    <a:pt x="7521152" y="1141252"/>
                  </a:lnTo>
                  <a:lnTo>
                    <a:pt x="7587329" y="1144476"/>
                  </a:lnTo>
                  <a:lnTo>
                    <a:pt x="7637592" y="1146652"/>
                  </a:lnTo>
                  <a:lnTo>
                    <a:pt x="7671011" y="1147945"/>
                  </a:lnTo>
                  <a:lnTo>
                    <a:pt x="7689070" y="1148573"/>
                  </a:lnTo>
                  <a:lnTo>
                    <a:pt x="7695561" y="1148777"/>
                  </a:lnTo>
                  <a:lnTo>
                    <a:pt x="7696237" y="1148796"/>
                  </a:lnTo>
                  <a:lnTo>
                    <a:pt x="8234974" y="1148796"/>
                  </a:lnTo>
                  <a:lnTo>
                    <a:pt x="8234974" y="1143352"/>
                  </a:lnTo>
                  <a:lnTo>
                    <a:pt x="7696237" y="1143352"/>
                  </a:lnTo>
                  <a:lnTo>
                    <a:pt x="7694959" y="1143314"/>
                  </a:lnTo>
                  <a:lnTo>
                    <a:pt x="7686615" y="1143047"/>
                  </a:lnTo>
                  <a:lnTo>
                    <a:pt x="7665802" y="1142309"/>
                  </a:lnTo>
                  <a:lnTo>
                    <a:pt x="7629150" y="1140860"/>
                  </a:lnTo>
                  <a:lnTo>
                    <a:pt x="7575651" y="1138491"/>
                  </a:lnTo>
                  <a:lnTo>
                    <a:pt x="7506675" y="1135050"/>
                  </a:lnTo>
                  <a:lnTo>
                    <a:pt x="7425522" y="1130453"/>
                  </a:lnTo>
                  <a:lnTo>
                    <a:pt x="7336567" y="1124680"/>
                  </a:lnTo>
                  <a:lnTo>
                    <a:pt x="7244324" y="1117749"/>
                  </a:lnTo>
                  <a:lnTo>
                    <a:pt x="7152697" y="1109687"/>
                  </a:lnTo>
                  <a:lnTo>
                    <a:pt x="7064584" y="1100504"/>
                  </a:lnTo>
                  <a:lnTo>
                    <a:pt x="6981787" y="1090172"/>
                  </a:lnTo>
                  <a:lnTo>
                    <a:pt x="6905150" y="1078613"/>
                  </a:lnTo>
                  <a:lnTo>
                    <a:pt x="6834777" y="1065698"/>
                  </a:lnTo>
                  <a:lnTo>
                    <a:pt x="6770265" y="1051246"/>
                  </a:lnTo>
                  <a:lnTo>
                    <a:pt x="6710895" y="1035033"/>
                  </a:lnTo>
                  <a:lnTo>
                    <a:pt x="6655778" y="1016801"/>
                  </a:lnTo>
                  <a:lnTo>
                    <a:pt x="6603967" y="996286"/>
                  </a:lnTo>
                  <a:lnTo>
                    <a:pt x="6554539" y="973259"/>
                  </a:lnTo>
                  <a:lnTo>
                    <a:pt x="6515891" y="952793"/>
                  </a:lnTo>
                  <a:lnTo>
                    <a:pt x="6469238" y="925273"/>
                  </a:lnTo>
                  <a:lnTo>
                    <a:pt x="6423040" y="895100"/>
                  </a:lnTo>
                  <a:lnTo>
                    <a:pt x="6376861" y="862231"/>
                  </a:lnTo>
                  <a:lnTo>
                    <a:pt x="6330396" y="826701"/>
                  </a:lnTo>
                  <a:lnTo>
                    <a:pt x="6283450" y="788638"/>
                  </a:lnTo>
                  <a:lnTo>
                    <a:pt x="6235931" y="748262"/>
                  </a:lnTo>
                  <a:lnTo>
                    <a:pt x="6187835" y="705892"/>
                  </a:lnTo>
                  <a:lnTo>
                    <a:pt x="6139235" y="661936"/>
                  </a:lnTo>
                  <a:lnTo>
                    <a:pt x="6090263" y="616878"/>
                  </a:lnTo>
                  <a:lnTo>
                    <a:pt x="6041096" y="571257"/>
                  </a:lnTo>
                  <a:lnTo>
                    <a:pt x="5991930" y="525642"/>
                  </a:lnTo>
                  <a:lnTo>
                    <a:pt x="5942964" y="480599"/>
                  </a:lnTo>
                  <a:lnTo>
                    <a:pt x="5894372" y="436668"/>
                  </a:lnTo>
                  <a:lnTo>
                    <a:pt x="5846286" y="394331"/>
                  </a:lnTo>
                  <a:lnTo>
                    <a:pt x="5798778" y="353995"/>
                  </a:lnTo>
                  <a:lnTo>
                    <a:pt x="5751842" y="315976"/>
                  </a:lnTo>
                  <a:lnTo>
                    <a:pt x="5705384" y="280494"/>
                  </a:lnTo>
                  <a:lnTo>
                    <a:pt x="5659208" y="247674"/>
                  </a:lnTo>
                  <a:lnTo>
                    <a:pt x="5613006" y="217551"/>
                  </a:lnTo>
                  <a:lnTo>
                    <a:pt x="5567201" y="190558"/>
                  </a:lnTo>
                  <a:lnTo>
                    <a:pt x="5519097" y="165414"/>
                  </a:lnTo>
                  <a:lnTo>
                    <a:pt x="5469274" y="142889"/>
                  </a:lnTo>
                  <a:lnTo>
                    <a:pt x="5416895" y="122837"/>
                  </a:lnTo>
                  <a:lnTo>
                    <a:pt x="5361026" y="105019"/>
                  </a:lnTo>
                  <a:lnTo>
                    <a:pt x="5300723" y="89167"/>
                  </a:lnTo>
                  <a:lnTo>
                    <a:pt x="5235121" y="75030"/>
                  </a:lnTo>
                  <a:lnTo>
                    <a:pt x="5163550" y="62391"/>
                  </a:lnTo>
                  <a:lnTo>
                    <a:pt x="5085688" y="51079"/>
                  </a:lnTo>
                  <a:lnTo>
                    <a:pt x="5001765" y="40975"/>
                  </a:lnTo>
                  <a:lnTo>
                    <a:pt x="4912795" y="32011"/>
                  </a:lnTo>
                  <a:lnTo>
                    <a:pt x="4820788" y="24167"/>
                  </a:lnTo>
                  <a:lnTo>
                    <a:pt x="4728851" y="17458"/>
                  </a:lnTo>
                  <a:lnTo>
                    <a:pt x="4641050" y="11913"/>
                  </a:lnTo>
                  <a:lnTo>
                    <a:pt x="4561940" y="7544"/>
                  </a:lnTo>
                  <a:lnTo>
                    <a:pt x="4495763" y="4320"/>
                  </a:lnTo>
                  <a:lnTo>
                    <a:pt x="4445500" y="2144"/>
                  </a:lnTo>
                  <a:lnTo>
                    <a:pt x="4412081" y="851"/>
                  </a:lnTo>
                  <a:lnTo>
                    <a:pt x="4394023" y="223"/>
                  </a:lnTo>
                  <a:lnTo>
                    <a:pt x="4387532" y="1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3" y="65"/>
                  </a:lnTo>
                  <a:lnTo>
                    <a:pt x="3838885" y="531"/>
                  </a:lnTo>
                  <a:lnTo>
                    <a:pt x="3818880" y="1820"/>
                  </a:lnTo>
                  <a:lnTo>
                    <a:pt x="3783575" y="4352"/>
                  </a:lnTo>
                  <a:lnTo>
                    <a:pt x="3731884" y="8494"/>
                  </a:lnTo>
                  <a:lnTo>
                    <a:pt x="3664987" y="14522"/>
                  </a:lnTo>
                  <a:lnTo>
                    <a:pt x="3585925" y="22591"/>
                  </a:lnTo>
                  <a:lnTo>
                    <a:pt x="3498837" y="32745"/>
                  </a:lnTo>
                  <a:lnTo>
                    <a:pt x="3408074" y="44957"/>
                  </a:lnTo>
                  <a:lnTo>
                    <a:pt x="3317476" y="59178"/>
                  </a:lnTo>
                  <a:lnTo>
                    <a:pt x="3229960" y="75384"/>
                  </a:lnTo>
                  <a:lnTo>
                    <a:pt x="3147403" y="93614"/>
                  </a:lnTo>
                  <a:lnTo>
                    <a:pt x="3070751" y="113987"/>
                  </a:lnTo>
                  <a:lnTo>
                    <a:pt x="3000211" y="136714"/>
                  </a:lnTo>
                  <a:lnTo>
                    <a:pt x="2935476" y="162093"/>
                  </a:lnTo>
                  <a:lnTo>
                    <a:pt x="2875904" y="190503"/>
                  </a:lnTo>
                  <a:lnTo>
                    <a:pt x="2820672" y="222384"/>
                  </a:lnTo>
                  <a:lnTo>
                    <a:pt x="2768875" y="258199"/>
                  </a:lnTo>
                  <a:lnTo>
                    <a:pt x="2719617" y="298375"/>
                  </a:lnTo>
                  <a:lnTo>
                    <a:pt x="2672085" y="343183"/>
                  </a:lnTo>
                  <a:lnTo>
                    <a:pt x="2667772" y="347542"/>
                  </a:lnTo>
                  <a:lnTo>
                    <a:pt x="2628059" y="389918"/>
                  </a:lnTo>
                  <a:lnTo>
                    <a:pt x="2588729" y="435777"/>
                  </a:lnTo>
                  <a:lnTo>
                    <a:pt x="2549495" y="485188"/>
                  </a:lnTo>
                  <a:lnTo>
                    <a:pt x="2510140" y="538145"/>
                  </a:lnTo>
                  <a:lnTo>
                    <a:pt x="2470511" y="594561"/>
                  </a:lnTo>
                  <a:lnTo>
                    <a:pt x="2430509" y="654261"/>
                  </a:lnTo>
                  <a:lnTo>
                    <a:pt x="2390087" y="716975"/>
                  </a:lnTo>
                  <a:lnTo>
                    <a:pt x="2349247" y="782345"/>
                  </a:lnTo>
                  <a:lnTo>
                    <a:pt x="2308026" y="849924"/>
                  </a:lnTo>
                  <a:lnTo>
                    <a:pt x="2266499" y="919189"/>
                  </a:lnTo>
                  <a:lnTo>
                    <a:pt x="2224763" y="989558"/>
                  </a:lnTo>
                  <a:lnTo>
                    <a:pt x="2182935" y="1060407"/>
                  </a:lnTo>
                  <a:lnTo>
                    <a:pt x="2141138" y="1131094"/>
                  </a:lnTo>
                  <a:lnTo>
                    <a:pt x="2099493" y="1200985"/>
                  </a:lnTo>
                  <a:lnTo>
                    <a:pt x="2058109" y="1269474"/>
                  </a:lnTo>
                  <a:lnTo>
                    <a:pt x="2017071" y="1336006"/>
                  </a:lnTo>
                  <a:lnTo>
                    <a:pt x="1976439" y="1400094"/>
                  </a:lnTo>
                  <a:lnTo>
                    <a:pt x="1936231" y="1461336"/>
                  </a:lnTo>
                  <a:lnTo>
                    <a:pt x="1896424" y="1519416"/>
                  </a:lnTo>
                  <a:lnTo>
                    <a:pt x="1856948" y="1574114"/>
                  </a:lnTo>
                  <a:lnTo>
                    <a:pt x="1817676" y="1625297"/>
                  </a:lnTo>
                  <a:lnTo>
                    <a:pt x="1778426" y="1672923"/>
                  </a:lnTo>
                  <a:lnTo>
                    <a:pt x="1738945" y="1717022"/>
                  </a:lnTo>
                  <a:lnTo>
                    <a:pt x="1719082" y="1737713"/>
                  </a:lnTo>
                  <a:lnTo>
                    <a:pt x="1671674" y="1782952"/>
                  </a:lnTo>
                  <a:lnTo>
                    <a:pt x="1622606" y="1823546"/>
                  </a:lnTo>
                  <a:lnTo>
                    <a:pt x="1571080" y="1859746"/>
                  </a:lnTo>
                  <a:lnTo>
                    <a:pt x="1516202" y="1891970"/>
                  </a:lnTo>
                  <a:lnTo>
                    <a:pt x="1457066" y="1920680"/>
                  </a:lnTo>
                  <a:lnTo>
                    <a:pt x="1392837" y="1946321"/>
                  </a:lnTo>
                  <a:lnTo>
                    <a:pt x="1322851" y="1969279"/>
                  </a:lnTo>
                  <a:lnTo>
                    <a:pt x="1246762" y="1989858"/>
                  </a:lnTo>
                  <a:lnTo>
                    <a:pt x="1164722" y="2008279"/>
                  </a:lnTo>
                  <a:lnTo>
                    <a:pt x="1077599" y="2024669"/>
                  </a:lnTo>
                  <a:lnTo>
                    <a:pt x="987179" y="2039073"/>
                  </a:lnTo>
                  <a:lnTo>
                    <a:pt x="896282" y="2051472"/>
                  </a:lnTo>
                  <a:lnTo>
                    <a:pt x="808678" y="2061817"/>
                  </a:lnTo>
                  <a:lnTo>
                    <a:pt x="728695" y="2070077"/>
                  </a:lnTo>
                  <a:lnTo>
                    <a:pt x="660527" y="2076288"/>
                  </a:lnTo>
                  <a:lnTo>
                    <a:pt x="607355" y="2080595"/>
                  </a:lnTo>
                  <a:lnTo>
                    <a:pt x="570551" y="2083260"/>
                  </a:lnTo>
                  <a:lnTo>
                    <a:pt x="549244" y="2084647"/>
                  </a:lnTo>
                  <a:lnTo>
                    <a:pt x="540324" y="2085171"/>
                  </a:lnTo>
                  <a:lnTo>
                    <a:pt x="538736" y="2085256"/>
                  </a:lnTo>
                  <a:lnTo>
                    <a:pt x="0" y="2085256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09" name="pl2109"/>
            <p:cNvSpPr/>
            <p:nvPr/>
          </p:nvSpPr>
          <p:spPr>
            <a:xfrm>
              <a:off x="546595" y="3979065"/>
              <a:ext cx="8234974" cy="2085256"/>
            </a:xfrm>
            <a:custGeom>
              <a:avLst/>
              <a:pathLst>
                <a:path w="8234974" h="2085256">
                  <a:moveTo>
                    <a:pt x="0" y="2085256"/>
                  </a:moveTo>
                  <a:lnTo>
                    <a:pt x="538736" y="2085256"/>
                  </a:lnTo>
                  <a:lnTo>
                    <a:pt x="539962" y="2085191"/>
                  </a:lnTo>
                  <a:lnTo>
                    <a:pt x="547969" y="2084725"/>
                  </a:lnTo>
                  <a:lnTo>
                    <a:pt x="567974" y="2083435"/>
                  </a:lnTo>
                  <a:lnTo>
                    <a:pt x="603280" y="2080904"/>
                  </a:lnTo>
                  <a:lnTo>
                    <a:pt x="654970" y="2076761"/>
                  </a:lnTo>
                  <a:lnTo>
                    <a:pt x="721868" y="2070733"/>
                  </a:lnTo>
                  <a:lnTo>
                    <a:pt x="800929" y="2062665"/>
                  </a:lnTo>
                  <a:lnTo>
                    <a:pt x="888017" y="2052511"/>
                  </a:lnTo>
                  <a:lnTo>
                    <a:pt x="978781" y="2040299"/>
                  </a:lnTo>
                  <a:lnTo>
                    <a:pt x="1069378" y="2026078"/>
                  </a:lnTo>
                  <a:lnTo>
                    <a:pt x="1156895" y="2009871"/>
                  </a:lnTo>
                  <a:lnTo>
                    <a:pt x="1239451" y="1991642"/>
                  </a:lnTo>
                  <a:lnTo>
                    <a:pt x="1316104" y="1971268"/>
                  </a:lnTo>
                  <a:lnTo>
                    <a:pt x="1386643" y="1948542"/>
                  </a:lnTo>
                  <a:lnTo>
                    <a:pt x="1451379" y="1923162"/>
                  </a:lnTo>
                  <a:lnTo>
                    <a:pt x="1510950" y="1894752"/>
                  </a:lnTo>
                  <a:lnTo>
                    <a:pt x="1566183" y="1862872"/>
                  </a:lnTo>
                  <a:lnTo>
                    <a:pt x="1617979" y="1827056"/>
                  </a:lnTo>
                  <a:lnTo>
                    <a:pt x="1667237" y="1786881"/>
                  </a:lnTo>
                  <a:lnTo>
                    <a:pt x="1714770" y="1742072"/>
                  </a:lnTo>
                  <a:lnTo>
                    <a:pt x="1719082" y="1737713"/>
                  </a:lnTo>
                  <a:lnTo>
                    <a:pt x="1758795" y="1695338"/>
                  </a:lnTo>
                  <a:lnTo>
                    <a:pt x="1798125" y="1649479"/>
                  </a:lnTo>
                  <a:lnTo>
                    <a:pt x="1837359" y="1600068"/>
                  </a:lnTo>
                  <a:lnTo>
                    <a:pt x="1876714" y="1547111"/>
                  </a:lnTo>
                  <a:lnTo>
                    <a:pt x="1916344" y="1490694"/>
                  </a:lnTo>
                  <a:lnTo>
                    <a:pt x="1956346" y="1430995"/>
                  </a:lnTo>
                  <a:lnTo>
                    <a:pt x="1996767" y="1368280"/>
                  </a:lnTo>
                  <a:lnTo>
                    <a:pt x="2037608" y="1302910"/>
                  </a:lnTo>
                  <a:lnTo>
                    <a:pt x="2078828" y="1235332"/>
                  </a:lnTo>
                  <a:lnTo>
                    <a:pt x="2120356" y="1166067"/>
                  </a:lnTo>
                  <a:lnTo>
                    <a:pt x="2162092" y="1095698"/>
                  </a:lnTo>
                  <a:lnTo>
                    <a:pt x="2203920" y="1024849"/>
                  </a:lnTo>
                  <a:lnTo>
                    <a:pt x="2245716" y="954161"/>
                  </a:lnTo>
                  <a:lnTo>
                    <a:pt x="2287361" y="884270"/>
                  </a:lnTo>
                  <a:lnTo>
                    <a:pt x="2328746" y="815782"/>
                  </a:lnTo>
                  <a:lnTo>
                    <a:pt x="2369783" y="749250"/>
                  </a:lnTo>
                  <a:lnTo>
                    <a:pt x="2410416" y="685161"/>
                  </a:lnTo>
                  <a:lnTo>
                    <a:pt x="2450624" y="623920"/>
                  </a:lnTo>
                  <a:lnTo>
                    <a:pt x="2490430" y="565840"/>
                  </a:lnTo>
                  <a:lnTo>
                    <a:pt x="2529907" y="511142"/>
                  </a:lnTo>
                  <a:lnTo>
                    <a:pt x="2569178" y="459958"/>
                  </a:lnTo>
                  <a:lnTo>
                    <a:pt x="2608429" y="412333"/>
                  </a:lnTo>
                  <a:lnTo>
                    <a:pt x="2647910" y="368234"/>
                  </a:lnTo>
                  <a:lnTo>
                    <a:pt x="2667772" y="347542"/>
                  </a:lnTo>
                  <a:lnTo>
                    <a:pt x="2715181" y="302304"/>
                  </a:lnTo>
                  <a:lnTo>
                    <a:pt x="2764248" y="261710"/>
                  </a:lnTo>
                  <a:lnTo>
                    <a:pt x="2815774" y="225509"/>
                  </a:lnTo>
                  <a:lnTo>
                    <a:pt x="2870652" y="193286"/>
                  </a:lnTo>
                  <a:lnTo>
                    <a:pt x="2929788" y="164575"/>
                  </a:lnTo>
                  <a:lnTo>
                    <a:pt x="2994018" y="138934"/>
                  </a:lnTo>
                  <a:lnTo>
                    <a:pt x="3064004" y="115977"/>
                  </a:lnTo>
                  <a:lnTo>
                    <a:pt x="3140093" y="95397"/>
                  </a:lnTo>
                  <a:lnTo>
                    <a:pt x="3222132" y="76976"/>
                  </a:lnTo>
                  <a:lnTo>
                    <a:pt x="3309256" y="60587"/>
                  </a:lnTo>
                  <a:lnTo>
                    <a:pt x="3399676" y="46183"/>
                  </a:lnTo>
                  <a:lnTo>
                    <a:pt x="3490572" y="33784"/>
                  </a:lnTo>
                  <a:lnTo>
                    <a:pt x="3578177" y="23438"/>
                  </a:lnTo>
                  <a:lnTo>
                    <a:pt x="3658160" y="15178"/>
                  </a:lnTo>
                  <a:lnTo>
                    <a:pt x="3726327" y="8967"/>
                  </a:lnTo>
                  <a:lnTo>
                    <a:pt x="3779500" y="4661"/>
                  </a:lnTo>
                  <a:lnTo>
                    <a:pt x="3816303" y="1995"/>
                  </a:lnTo>
                  <a:lnTo>
                    <a:pt x="3837610" y="609"/>
                  </a:lnTo>
                  <a:lnTo>
                    <a:pt x="3846531" y="85"/>
                  </a:lnTo>
                  <a:lnTo>
                    <a:pt x="3848117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4" y="37"/>
                  </a:lnTo>
                  <a:lnTo>
                    <a:pt x="4396477" y="304"/>
                  </a:lnTo>
                  <a:lnTo>
                    <a:pt x="4417291" y="1042"/>
                  </a:lnTo>
                  <a:lnTo>
                    <a:pt x="4453942" y="2491"/>
                  </a:lnTo>
                  <a:lnTo>
                    <a:pt x="4507442" y="4860"/>
                  </a:lnTo>
                  <a:lnTo>
                    <a:pt x="4576417" y="8301"/>
                  </a:lnTo>
                  <a:lnTo>
                    <a:pt x="4657570" y="12898"/>
                  </a:lnTo>
                  <a:lnTo>
                    <a:pt x="4746525" y="18671"/>
                  </a:lnTo>
                  <a:lnTo>
                    <a:pt x="4838769" y="25603"/>
                  </a:lnTo>
                  <a:lnTo>
                    <a:pt x="4930395" y="33664"/>
                  </a:lnTo>
                  <a:lnTo>
                    <a:pt x="5018508" y="42847"/>
                  </a:lnTo>
                  <a:lnTo>
                    <a:pt x="5101305" y="53180"/>
                  </a:lnTo>
                  <a:lnTo>
                    <a:pt x="5177942" y="64738"/>
                  </a:lnTo>
                  <a:lnTo>
                    <a:pt x="5248315" y="77653"/>
                  </a:lnTo>
                  <a:lnTo>
                    <a:pt x="5312827" y="92105"/>
                  </a:lnTo>
                  <a:lnTo>
                    <a:pt x="5372198" y="108318"/>
                  </a:lnTo>
                  <a:lnTo>
                    <a:pt x="5427314" y="126550"/>
                  </a:lnTo>
                  <a:lnTo>
                    <a:pt x="5479125" y="147065"/>
                  </a:lnTo>
                  <a:lnTo>
                    <a:pt x="5528553" y="170092"/>
                  </a:lnTo>
                  <a:lnTo>
                    <a:pt x="5567201" y="190558"/>
                  </a:lnTo>
                  <a:lnTo>
                    <a:pt x="5613855" y="218078"/>
                  </a:lnTo>
                  <a:lnTo>
                    <a:pt x="5660053" y="248251"/>
                  </a:lnTo>
                  <a:lnTo>
                    <a:pt x="5706231" y="281120"/>
                  </a:lnTo>
                  <a:lnTo>
                    <a:pt x="5752697" y="316650"/>
                  </a:lnTo>
                  <a:lnTo>
                    <a:pt x="5799642" y="354714"/>
                  </a:lnTo>
                  <a:lnTo>
                    <a:pt x="5847161" y="395090"/>
                  </a:lnTo>
                  <a:lnTo>
                    <a:pt x="5895257" y="437459"/>
                  </a:lnTo>
                  <a:lnTo>
                    <a:pt x="5943857" y="481415"/>
                  </a:lnTo>
                  <a:lnTo>
                    <a:pt x="5992829" y="526473"/>
                  </a:lnTo>
                  <a:lnTo>
                    <a:pt x="6041997" y="572094"/>
                  </a:lnTo>
                  <a:lnTo>
                    <a:pt x="6091162" y="617710"/>
                  </a:lnTo>
                  <a:lnTo>
                    <a:pt x="6140129" y="662752"/>
                  </a:lnTo>
                  <a:lnTo>
                    <a:pt x="6188721" y="706683"/>
                  </a:lnTo>
                  <a:lnTo>
                    <a:pt x="6236806" y="749020"/>
                  </a:lnTo>
                  <a:lnTo>
                    <a:pt x="6284314" y="789356"/>
                  </a:lnTo>
                  <a:lnTo>
                    <a:pt x="6331250" y="827375"/>
                  </a:lnTo>
                  <a:lnTo>
                    <a:pt x="6377709" y="862857"/>
                  </a:lnTo>
                  <a:lnTo>
                    <a:pt x="6423884" y="895677"/>
                  </a:lnTo>
                  <a:lnTo>
                    <a:pt x="6470086" y="925800"/>
                  </a:lnTo>
                  <a:lnTo>
                    <a:pt x="6515891" y="952793"/>
                  </a:lnTo>
                  <a:lnTo>
                    <a:pt x="6563996" y="977937"/>
                  </a:lnTo>
                  <a:lnTo>
                    <a:pt x="6613818" y="1000462"/>
                  </a:lnTo>
                  <a:lnTo>
                    <a:pt x="6666197" y="1020514"/>
                  </a:lnTo>
                  <a:lnTo>
                    <a:pt x="6722066" y="1038332"/>
                  </a:lnTo>
                  <a:lnTo>
                    <a:pt x="6782370" y="1054184"/>
                  </a:lnTo>
                  <a:lnTo>
                    <a:pt x="6847972" y="1068321"/>
                  </a:lnTo>
                  <a:lnTo>
                    <a:pt x="6919543" y="1080960"/>
                  </a:lnTo>
                  <a:lnTo>
                    <a:pt x="6997405" y="1092272"/>
                  </a:lnTo>
                  <a:lnTo>
                    <a:pt x="7081327" y="1102376"/>
                  </a:lnTo>
                  <a:lnTo>
                    <a:pt x="7170297" y="1111341"/>
                  </a:lnTo>
                  <a:lnTo>
                    <a:pt x="7262304" y="1119184"/>
                  </a:lnTo>
                  <a:lnTo>
                    <a:pt x="7354242" y="1125893"/>
                  </a:lnTo>
                  <a:lnTo>
                    <a:pt x="7442043" y="1131439"/>
                  </a:lnTo>
                  <a:lnTo>
                    <a:pt x="7521152" y="1135807"/>
                  </a:lnTo>
                  <a:lnTo>
                    <a:pt x="7587329" y="1139031"/>
                  </a:lnTo>
                  <a:lnTo>
                    <a:pt x="7637592" y="1141207"/>
                  </a:lnTo>
                  <a:lnTo>
                    <a:pt x="7671011" y="1142501"/>
                  </a:lnTo>
                  <a:lnTo>
                    <a:pt x="7689070" y="1143128"/>
                  </a:lnTo>
                  <a:lnTo>
                    <a:pt x="7695561" y="1143332"/>
                  </a:lnTo>
                  <a:lnTo>
                    <a:pt x="7696237" y="1143352"/>
                  </a:lnTo>
                  <a:lnTo>
                    <a:pt x="8234974" y="11433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0" name="pl2110"/>
            <p:cNvSpPr/>
            <p:nvPr/>
          </p:nvSpPr>
          <p:spPr>
            <a:xfrm>
              <a:off x="546595" y="3973621"/>
              <a:ext cx="8234974" cy="2085256"/>
            </a:xfrm>
            <a:custGeom>
              <a:avLst/>
              <a:pathLst>
                <a:path w="8234974" h="2085256">
                  <a:moveTo>
                    <a:pt x="8234974" y="1143352"/>
                  </a:moveTo>
                  <a:lnTo>
                    <a:pt x="7696237" y="1143352"/>
                  </a:lnTo>
                  <a:lnTo>
                    <a:pt x="7694959" y="1143314"/>
                  </a:lnTo>
                  <a:lnTo>
                    <a:pt x="7686615" y="1143047"/>
                  </a:lnTo>
                  <a:lnTo>
                    <a:pt x="7665802" y="1142309"/>
                  </a:lnTo>
                  <a:lnTo>
                    <a:pt x="7629150" y="1140860"/>
                  </a:lnTo>
                  <a:lnTo>
                    <a:pt x="7575651" y="1138491"/>
                  </a:lnTo>
                  <a:lnTo>
                    <a:pt x="7506675" y="1135050"/>
                  </a:lnTo>
                  <a:lnTo>
                    <a:pt x="7425522" y="1130453"/>
                  </a:lnTo>
                  <a:lnTo>
                    <a:pt x="7336567" y="1124680"/>
                  </a:lnTo>
                  <a:lnTo>
                    <a:pt x="7244324" y="1117749"/>
                  </a:lnTo>
                  <a:lnTo>
                    <a:pt x="7152697" y="1109687"/>
                  </a:lnTo>
                  <a:lnTo>
                    <a:pt x="7064584" y="1100504"/>
                  </a:lnTo>
                  <a:lnTo>
                    <a:pt x="6981787" y="1090172"/>
                  </a:lnTo>
                  <a:lnTo>
                    <a:pt x="6905150" y="1078613"/>
                  </a:lnTo>
                  <a:lnTo>
                    <a:pt x="6834777" y="1065698"/>
                  </a:lnTo>
                  <a:lnTo>
                    <a:pt x="6770265" y="1051246"/>
                  </a:lnTo>
                  <a:lnTo>
                    <a:pt x="6710895" y="1035033"/>
                  </a:lnTo>
                  <a:lnTo>
                    <a:pt x="6655778" y="1016801"/>
                  </a:lnTo>
                  <a:lnTo>
                    <a:pt x="6603967" y="996286"/>
                  </a:lnTo>
                  <a:lnTo>
                    <a:pt x="6554539" y="973259"/>
                  </a:lnTo>
                  <a:lnTo>
                    <a:pt x="6515891" y="952793"/>
                  </a:lnTo>
                  <a:lnTo>
                    <a:pt x="6469238" y="925273"/>
                  </a:lnTo>
                  <a:lnTo>
                    <a:pt x="6423040" y="895100"/>
                  </a:lnTo>
                  <a:lnTo>
                    <a:pt x="6376861" y="862231"/>
                  </a:lnTo>
                  <a:lnTo>
                    <a:pt x="6330396" y="826701"/>
                  </a:lnTo>
                  <a:lnTo>
                    <a:pt x="6283450" y="788638"/>
                  </a:lnTo>
                  <a:lnTo>
                    <a:pt x="6235931" y="748262"/>
                  </a:lnTo>
                  <a:lnTo>
                    <a:pt x="6187835" y="705892"/>
                  </a:lnTo>
                  <a:lnTo>
                    <a:pt x="6139235" y="661936"/>
                  </a:lnTo>
                  <a:lnTo>
                    <a:pt x="6090263" y="616878"/>
                  </a:lnTo>
                  <a:lnTo>
                    <a:pt x="6041096" y="571257"/>
                  </a:lnTo>
                  <a:lnTo>
                    <a:pt x="5991930" y="525642"/>
                  </a:lnTo>
                  <a:lnTo>
                    <a:pt x="5942964" y="480599"/>
                  </a:lnTo>
                  <a:lnTo>
                    <a:pt x="5894372" y="436668"/>
                  </a:lnTo>
                  <a:lnTo>
                    <a:pt x="5846286" y="394331"/>
                  </a:lnTo>
                  <a:lnTo>
                    <a:pt x="5798778" y="353995"/>
                  </a:lnTo>
                  <a:lnTo>
                    <a:pt x="5751842" y="315976"/>
                  </a:lnTo>
                  <a:lnTo>
                    <a:pt x="5705384" y="280494"/>
                  </a:lnTo>
                  <a:lnTo>
                    <a:pt x="5659208" y="247674"/>
                  </a:lnTo>
                  <a:lnTo>
                    <a:pt x="5613006" y="217551"/>
                  </a:lnTo>
                  <a:lnTo>
                    <a:pt x="5567201" y="190558"/>
                  </a:lnTo>
                  <a:lnTo>
                    <a:pt x="5519097" y="165414"/>
                  </a:lnTo>
                  <a:lnTo>
                    <a:pt x="5469274" y="142889"/>
                  </a:lnTo>
                  <a:lnTo>
                    <a:pt x="5416895" y="122837"/>
                  </a:lnTo>
                  <a:lnTo>
                    <a:pt x="5361026" y="105019"/>
                  </a:lnTo>
                  <a:lnTo>
                    <a:pt x="5300723" y="89167"/>
                  </a:lnTo>
                  <a:lnTo>
                    <a:pt x="5235121" y="75030"/>
                  </a:lnTo>
                  <a:lnTo>
                    <a:pt x="5163550" y="62391"/>
                  </a:lnTo>
                  <a:lnTo>
                    <a:pt x="5085688" y="51079"/>
                  </a:lnTo>
                  <a:lnTo>
                    <a:pt x="5001765" y="40975"/>
                  </a:lnTo>
                  <a:lnTo>
                    <a:pt x="4912795" y="32011"/>
                  </a:lnTo>
                  <a:lnTo>
                    <a:pt x="4820788" y="24167"/>
                  </a:lnTo>
                  <a:lnTo>
                    <a:pt x="4728851" y="17458"/>
                  </a:lnTo>
                  <a:lnTo>
                    <a:pt x="4641050" y="11913"/>
                  </a:lnTo>
                  <a:lnTo>
                    <a:pt x="4561940" y="7544"/>
                  </a:lnTo>
                  <a:lnTo>
                    <a:pt x="4495763" y="4320"/>
                  </a:lnTo>
                  <a:lnTo>
                    <a:pt x="4445500" y="2144"/>
                  </a:lnTo>
                  <a:lnTo>
                    <a:pt x="4412081" y="851"/>
                  </a:lnTo>
                  <a:lnTo>
                    <a:pt x="4394023" y="223"/>
                  </a:lnTo>
                  <a:lnTo>
                    <a:pt x="4387532" y="1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93" y="65"/>
                  </a:lnTo>
                  <a:lnTo>
                    <a:pt x="3838885" y="531"/>
                  </a:lnTo>
                  <a:lnTo>
                    <a:pt x="3818880" y="1820"/>
                  </a:lnTo>
                  <a:lnTo>
                    <a:pt x="3783575" y="4352"/>
                  </a:lnTo>
                  <a:lnTo>
                    <a:pt x="3731884" y="8494"/>
                  </a:lnTo>
                  <a:lnTo>
                    <a:pt x="3664987" y="14522"/>
                  </a:lnTo>
                  <a:lnTo>
                    <a:pt x="3585925" y="22591"/>
                  </a:lnTo>
                  <a:lnTo>
                    <a:pt x="3498837" y="32745"/>
                  </a:lnTo>
                  <a:lnTo>
                    <a:pt x="3408074" y="44957"/>
                  </a:lnTo>
                  <a:lnTo>
                    <a:pt x="3317476" y="59178"/>
                  </a:lnTo>
                  <a:lnTo>
                    <a:pt x="3229960" y="75384"/>
                  </a:lnTo>
                  <a:lnTo>
                    <a:pt x="3147403" y="93614"/>
                  </a:lnTo>
                  <a:lnTo>
                    <a:pt x="3070751" y="113987"/>
                  </a:lnTo>
                  <a:lnTo>
                    <a:pt x="3000211" y="136714"/>
                  </a:lnTo>
                  <a:lnTo>
                    <a:pt x="2935476" y="162093"/>
                  </a:lnTo>
                  <a:lnTo>
                    <a:pt x="2875904" y="190503"/>
                  </a:lnTo>
                  <a:lnTo>
                    <a:pt x="2820672" y="222384"/>
                  </a:lnTo>
                  <a:lnTo>
                    <a:pt x="2768875" y="258199"/>
                  </a:lnTo>
                  <a:lnTo>
                    <a:pt x="2719617" y="298375"/>
                  </a:lnTo>
                  <a:lnTo>
                    <a:pt x="2672085" y="343183"/>
                  </a:lnTo>
                  <a:lnTo>
                    <a:pt x="2667772" y="347542"/>
                  </a:lnTo>
                  <a:lnTo>
                    <a:pt x="2628059" y="389918"/>
                  </a:lnTo>
                  <a:lnTo>
                    <a:pt x="2588729" y="435777"/>
                  </a:lnTo>
                  <a:lnTo>
                    <a:pt x="2549495" y="485188"/>
                  </a:lnTo>
                  <a:lnTo>
                    <a:pt x="2510140" y="538145"/>
                  </a:lnTo>
                  <a:lnTo>
                    <a:pt x="2470511" y="594561"/>
                  </a:lnTo>
                  <a:lnTo>
                    <a:pt x="2430509" y="654261"/>
                  </a:lnTo>
                  <a:lnTo>
                    <a:pt x="2390087" y="716975"/>
                  </a:lnTo>
                  <a:lnTo>
                    <a:pt x="2349247" y="782345"/>
                  </a:lnTo>
                  <a:lnTo>
                    <a:pt x="2308026" y="849924"/>
                  </a:lnTo>
                  <a:lnTo>
                    <a:pt x="2266499" y="919189"/>
                  </a:lnTo>
                  <a:lnTo>
                    <a:pt x="2224763" y="989558"/>
                  </a:lnTo>
                  <a:lnTo>
                    <a:pt x="2182935" y="1060407"/>
                  </a:lnTo>
                  <a:lnTo>
                    <a:pt x="2141138" y="1131094"/>
                  </a:lnTo>
                  <a:lnTo>
                    <a:pt x="2099493" y="1200985"/>
                  </a:lnTo>
                  <a:lnTo>
                    <a:pt x="2058109" y="1269474"/>
                  </a:lnTo>
                  <a:lnTo>
                    <a:pt x="2017071" y="1336006"/>
                  </a:lnTo>
                  <a:lnTo>
                    <a:pt x="1976439" y="1400094"/>
                  </a:lnTo>
                  <a:lnTo>
                    <a:pt x="1936231" y="1461336"/>
                  </a:lnTo>
                  <a:lnTo>
                    <a:pt x="1896424" y="1519416"/>
                  </a:lnTo>
                  <a:lnTo>
                    <a:pt x="1856948" y="1574114"/>
                  </a:lnTo>
                  <a:lnTo>
                    <a:pt x="1817676" y="1625297"/>
                  </a:lnTo>
                  <a:lnTo>
                    <a:pt x="1778426" y="1672923"/>
                  </a:lnTo>
                  <a:lnTo>
                    <a:pt x="1738945" y="1717022"/>
                  </a:lnTo>
                  <a:lnTo>
                    <a:pt x="1719082" y="1737713"/>
                  </a:lnTo>
                  <a:lnTo>
                    <a:pt x="1671674" y="1782952"/>
                  </a:lnTo>
                  <a:lnTo>
                    <a:pt x="1622606" y="1823546"/>
                  </a:lnTo>
                  <a:lnTo>
                    <a:pt x="1571080" y="1859746"/>
                  </a:lnTo>
                  <a:lnTo>
                    <a:pt x="1516202" y="1891970"/>
                  </a:lnTo>
                  <a:lnTo>
                    <a:pt x="1457066" y="1920680"/>
                  </a:lnTo>
                  <a:lnTo>
                    <a:pt x="1392837" y="1946321"/>
                  </a:lnTo>
                  <a:lnTo>
                    <a:pt x="1322851" y="1969279"/>
                  </a:lnTo>
                  <a:lnTo>
                    <a:pt x="1246762" y="1989858"/>
                  </a:lnTo>
                  <a:lnTo>
                    <a:pt x="1164722" y="2008279"/>
                  </a:lnTo>
                  <a:lnTo>
                    <a:pt x="1077599" y="2024669"/>
                  </a:lnTo>
                  <a:lnTo>
                    <a:pt x="987179" y="2039073"/>
                  </a:lnTo>
                  <a:lnTo>
                    <a:pt x="896282" y="2051472"/>
                  </a:lnTo>
                  <a:lnTo>
                    <a:pt x="808678" y="2061817"/>
                  </a:lnTo>
                  <a:lnTo>
                    <a:pt x="728695" y="2070077"/>
                  </a:lnTo>
                  <a:lnTo>
                    <a:pt x="660527" y="2076288"/>
                  </a:lnTo>
                  <a:lnTo>
                    <a:pt x="607355" y="2080595"/>
                  </a:lnTo>
                  <a:lnTo>
                    <a:pt x="570551" y="2083260"/>
                  </a:lnTo>
                  <a:lnTo>
                    <a:pt x="549244" y="2084647"/>
                  </a:lnTo>
                  <a:lnTo>
                    <a:pt x="540324" y="2085171"/>
                  </a:lnTo>
                  <a:lnTo>
                    <a:pt x="538737" y="2085256"/>
                  </a:lnTo>
                  <a:lnTo>
                    <a:pt x="538736" y="2085256"/>
                  </a:lnTo>
                  <a:lnTo>
                    <a:pt x="0" y="20852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1" name="pg2111"/>
            <p:cNvSpPr/>
            <p:nvPr/>
          </p:nvSpPr>
          <p:spPr>
            <a:xfrm>
              <a:off x="546595" y="1703250"/>
              <a:ext cx="8234974" cy="4339293"/>
            </a:xfrm>
            <a:custGeom>
              <a:avLst/>
              <a:pathLst>
                <a:path w="8234974" h="4339293">
                  <a:moveTo>
                    <a:pt x="0" y="4339293"/>
                  </a:moveTo>
                  <a:lnTo>
                    <a:pt x="538736" y="4339293"/>
                  </a:lnTo>
                  <a:lnTo>
                    <a:pt x="539637" y="4339194"/>
                  </a:lnTo>
                  <a:lnTo>
                    <a:pt x="545565" y="4338489"/>
                  </a:lnTo>
                  <a:lnTo>
                    <a:pt x="560523" y="4336539"/>
                  </a:lnTo>
                  <a:lnTo>
                    <a:pt x="587301" y="4332699"/>
                  </a:lnTo>
                  <a:lnTo>
                    <a:pt x="627278" y="4326373"/>
                  </a:lnTo>
                  <a:lnTo>
                    <a:pt x="680311" y="4317071"/>
                  </a:lnTo>
                  <a:lnTo>
                    <a:pt x="744855" y="4304456"/>
                  </a:lnTo>
                  <a:lnTo>
                    <a:pt x="818316" y="4288358"/>
                  </a:lnTo>
                  <a:lnTo>
                    <a:pt x="897554" y="4268744"/>
                  </a:lnTo>
                  <a:lnTo>
                    <a:pt x="979408" y="4245668"/>
                  </a:lnTo>
                  <a:lnTo>
                    <a:pt x="1061096" y="4219206"/>
                  </a:lnTo>
                  <a:lnTo>
                    <a:pt x="1140454" y="4189399"/>
                  </a:lnTo>
                  <a:lnTo>
                    <a:pt x="1216005" y="4156204"/>
                  </a:lnTo>
                  <a:lnTo>
                    <a:pt x="1286910" y="4119473"/>
                  </a:lnTo>
                  <a:lnTo>
                    <a:pt x="1352855" y="4078931"/>
                  </a:lnTo>
                  <a:lnTo>
                    <a:pt x="1413921" y="4034185"/>
                  </a:lnTo>
                  <a:lnTo>
                    <a:pt x="1470464" y="3984722"/>
                  </a:lnTo>
                  <a:lnTo>
                    <a:pt x="1523013" y="3929928"/>
                  </a:lnTo>
                  <a:lnTo>
                    <a:pt x="1572194" y="3869117"/>
                  </a:lnTo>
                  <a:lnTo>
                    <a:pt x="1618672" y="3801584"/>
                  </a:lnTo>
                  <a:lnTo>
                    <a:pt x="1663101" y="3726688"/>
                  </a:lnTo>
                  <a:lnTo>
                    <a:pt x="1706080" y="3643994"/>
                  </a:lnTo>
                  <a:lnTo>
                    <a:pt x="1719082" y="3616985"/>
                  </a:lnTo>
                  <a:lnTo>
                    <a:pt x="1748676" y="3552147"/>
                  </a:lnTo>
                  <a:lnTo>
                    <a:pt x="1778012" y="3483331"/>
                  </a:lnTo>
                  <a:lnTo>
                    <a:pt x="1807220" y="3410458"/>
                  </a:lnTo>
                  <a:lnTo>
                    <a:pt x="1836408" y="3333489"/>
                  </a:lnTo>
                  <a:lnTo>
                    <a:pt x="1865661" y="3252437"/>
                  </a:lnTo>
                  <a:lnTo>
                    <a:pt x="1895047" y="3167364"/>
                  </a:lnTo>
                  <a:lnTo>
                    <a:pt x="1924615" y="3078389"/>
                  </a:lnTo>
                  <a:lnTo>
                    <a:pt x="1954397" y="2985688"/>
                  </a:lnTo>
                  <a:lnTo>
                    <a:pt x="1984412" y="2889499"/>
                  </a:lnTo>
                  <a:lnTo>
                    <a:pt x="2014662" y="2790114"/>
                  </a:lnTo>
                  <a:lnTo>
                    <a:pt x="2045138" y="2687885"/>
                  </a:lnTo>
                  <a:lnTo>
                    <a:pt x="2075819" y="2583217"/>
                  </a:lnTo>
                  <a:lnTo>
                    <a:pt x="2106674" y="2476560"/>
                  </a:lnTo>
                  <a:lnTo>
                    <a:pt x="2137664" y="2368405"/>
                  </a:lnTo>
                  <a:lnTo>
                    <a:pt x="2168743" y="2259272"/>
                  </a:lnTo>
                  <a:lnTo>
                    <a:pt x="2199863" y="2149703"/>
                  </a:lnTo>
                  <a:lnTo>
                    <a:pt x="2230972" y="2040248"/>
                  </a:lnTo>
                  <a:lnTo>
                    <a:pt x="2262020" y="1931455"/>
                  </a:lnTo>
                  <a:lnTo>
                    <a:pt x="2292960" y="1823858"/>
                  </a:lnTo>
                  <a:lnTo>
                    <a:pt x="2323747" y="1717966"/>
                  </a:lnTo>
                  <a:lnTo>
                    <a:pt x="2354346" y="1614254"/>
                  </a:lnTo>
                  <a:lnTo>
                    <a:pt x="2384731" y="1513156"/>
                  </a:lnTo>
                  <a:lnTo>
                    <a:pt x="2414884" y="1415053"/>
                  </a:lnTo>
                  <a:lnTo>
                    <a:pt x="2444802" y="1320274"/>
                  </a:lnTo>
                  <a:lnTo>
                    <a:pt x="2474493" y="1229089"/>
                  </a:lnTo>
                  <a:lnTo>
                    <a:pt x="2503980" y="1141710"/>
                  </a:lnTo>
                  <a:lnTo>
                    <a:pt x="2533304" y="1058288"/>
                  </a:lnTo>
                  <a:lnTo>
                    <a:pt x="2562521" y="978920"/>
                  </a:lnTo>
                  <a:lnTo>
                    <a:pt x="2591706" y="903647"/>
                  </a:lnTo>
                  <a:lnTo>
                    <a:pt x="2620952" y="832458"/>
                  </a:lnTo>
                  <a:lnTo>
                    <a:pt x="2650377" y="765300"/>
                  </a:lnTo>
                  <a:lnTo>
                    <a:pt x="2667772" y="727752"/>
                  </a:lnTo>
                  <a:lnTo>
                    <a:pt x="2710410" y="642633"/>
                  </a:lnTo>
                  <a:lnTo>
                    <a:pt x="2754334" y="565371"/>
                  </a:lnTo>
                  <a:lnTo>
                    <a:pt x="2800114" y="495636"/>
                  </a:lnTo>
                  <a:lnTo>
                    <a:pt x="2848392" y="432833"/>
                  </a:lnTo>
                  <a:lnTo>
                    <a:pt x="2899836" y="376264"/>
                  </a:lnTo>
                  <a:lnTo>
                    <a:pt x="2955089" y="325231"/>
                  </a:lnTo>
                  <a:lnTo>
                    <a:pt x="3014717" y="279094"/>
                  </a:lnTo>
                  <a:lnTo>
                    <a:pt x="3079138" y="237308"/>
                  </a:lnTo>
                  <a:lnTo>
                    <a:pt x="3148530" y="199440"/>
                  </a:lnTo>
                  <a:lnTo>
                    <a:pt x="3222716" y="165179"/>
                  </a:lnTo>
                  <a:lnTo>
                    <a:pt x="3301029" y="134339"/>
                  </a:lnTo>
                  <a:lnTo>
                    <a:pt x="3382199" y="106848"/>
                  </a:lnTo>
                  <a:lnTo>
                    <a:pt x="3464273" y="82724"/>
                  </a:lnTo>
                  <a:lnTo>
                    <a:pt x="3544641" y="62037"/>
                  </a:lnTo>
                  <a:lnTo>
                    <a:pt x="3620223" y="44856"/>
                  </a:lnTo>
                  <a:lnTo>
                    <a:pt x="3687820" y="31181"/>
                  </a:lnTo>
                  <a:lnTo>
                    <a:pt x="3744615" y="20888"/>
                  </a:lnTo>
                  <a:lnTo>
                    <a:pt x="3788691" y="13693"/>
                  </a:lnTo>
                  <a:lnTo>
                    <a:pt x="3819450" y="9149"/>
                  </a:lnTo>
                  <a:lnTo>
                    <a:pt x="3837807" y="6685"/>
                  </a:lnTo>
                  <a:lnTo>
                    <a:pt x="3846138" y="566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1" y="5495"/>
                  </a:lnTo>
                  <a:lnTo>
                    <a:pt x="4396314" y="5861"/>
                  </a:lnTo>
                  <a:lnTo>
                    <a:pt x="4416789" y="6873"/>
                  </a:lnTo>
                  <a:lnTo>
                    <a:pt x="4452878" y="8859"/>
                  </a:lnTo>
                  <a:lnTo>
                    <a:pt x="4505623" y="12107"/>
                  </a:lnTo>
                  <a:lnTo>
                    <a:pt x="4573733" y="16829"/>
                  </a:lnTo>
                  <a:lnTo>
                    <a:pt x="4654018" y="23142"/>
                  </a:lnTo>
                  <a:lnTo>
                    <a:pt x="4742202" y="31077"/>
                  </a:lnTo>
                  <a:lnTo>
                    <a:pt x="4833836" y="40611"/>
                  </a:lnTo>
                  <a:lnTo>
                    <a:pt x="4925043" y="51705"/>
                  </a:lnTo>
                  <a:lnTo>
                    <a:pt x="5012915" y="64344"/>
                  </a:lnTo>
                  <a:lnTo>
                    <a:pt x="5095618" y="78563"/>
                  </a:lnTo>
                  <a:lnTo>
                    <a:pt x="5172266" y="94464"/>
                  </a:lnTo>
                  <a:lnTo>
                    <a:pt x="5242711" y="112218"/>
                  </a:lnTo>
                  <a:lnTo>
                    <a:pt x="5307316" y="132067"/>
                  </a:lnTo>
                  <a:lnTo>
                    <a:pt x="5366768" y="154315"/>
                  </a:lnTo>
                  <a:lnTo>
                    <a:pt x="5421930" y="179312"/>
                  </a:lnTo>
                  <a:lnTo>
                    <a:pt x="5473731" y="207422"/>
                  </a:lnTo>
                  <a:lnTo>
                    <a:pt x="5523083" y="238965"/>
                  </a:lnTo>
                  <a:lnTo>
                    <a:pt x="5567201" y="271319"/>
                  </a:lnTo>
                  <a:lnTo>
                    <a:pt x="5610335" y="306672"/>
                  </a:lnTo>
                  <a:lnTo>
                    <a:pt x="5653048" y="345180"/>
                  </a:lnTo>
                  <a:lnTo>
                    <a:pt x="5695697" y="386899"/>
                  </a:lnTo>
                  <a:lnTo>
                    <a:pt x="5738542" y="431808"/>
                  </a:lnTo>
                  <a:lnTo>
                    <a:pt x="5781757" y="479796"/>
                  </a:lnTo>
                  <a:lnTo>
                    <a:pt x="5825443" y="530653"/>
                  </a:lnTo>
                  <a:lnTo>
                    <a:pt x="5869628" y="584074"/>
                  </a:lnTo>
                  <a:lnTo>
                    <a:pt x="5914286" y="639657"/>
                  </a:lnTo>
                  <a:lnTo>
                    <a:pt x="5959336" y="696914"/>
                  </a:lnTo>
                  <a:lnTo>
                    <a:pt x="6004659" y="755286"/>
                  </a:lnTo>
                  <a:lnTo>
                    <a:pt x="6050109" y="814168"/>
                  </a:lnTo>
                  <a:lnTo>
                    <a:pt x="6095530" y="872932"/>
                  </a:lnTo>
                  <a:lnTo>
                    <a:pt x="6140766" y="930953"/>
                  </a:lnTo>
                  <a:lnTo>
                    <a:pt x="6185680" y="987641"/>
                  </a:lnTo>
                  <a:lnTo>
                    <a:pt x="6230166" y="1042463"/>
                  </a:lnTo>
                  <a:lnTo>
                    <a:pt x="6274164" y="1094961"/>
                  </a:lnTo>
                  <a:lnTo>
                    <a:pt x="6317665" y="1144767"/>
                  </a:lnTo>
                  <a:lnTo>
                    <a:pt x="6360725" y="1191614"/>
                  </a:lnTo>
                  <a:lnTo>
                    <a:pt x="6403471" y="1235330"/>
                  </a:lnTo>
                  <a:lnTo>
                    <a:pt x="6446109" y="1275838"/>
                  </a:lnTo>
                  <a:lnTo>
                    <a:pt x="6488933" y="1313146"/>
                  </a:lnTo>
                  <a:lnTo>
                    <a:pt x="6515891" y="1334818"/>
                  </a:lnTo>
                  <a:lnTo>
                    <a:pt x="6563706" y="1369703"/>
                  </a:lnTo>
                  <a:lnTo>
                    <a:pt x="6613215" y="1400976"/>
                  </a:lnTo>
                  <a:lnTo>
                    <a:pt x="6665239" y="1428835"/>
                  </a:lnTo>
                  <a:lnTo>
                    <a:pt x="6720695" y="1453610"/>
                  </a:lnTo>
                  <a:lnTo>
                    <a:pt x="6780512" y="1475664"/>
                  </a:lnTo>
                  <a:lnTo>
                    <a:pt x="6845541" y="1495343"/>
                  </a:lnTo>
                  <a:lnTo>
                    <a:pt x="6916451" y="1512948"/>
                  </a:lnTo>
                  <a:lnTo>
                    <a:pt x="6993574" y="1528715"/>
                  </a:lnTo>
                  <a:lnTo>
                    <a:pt x="7076713" y="1542811"/>
                  </a:lnTo>
                  <a:lnTo>
                    <a:pt x="7164918" y="1555332"/>
                  </a:lnTo>
                  <a:lnTo>
                    <a:pt x="7256273" y="1566308"/>
                  </a:lnTo>
                  <a:lnTo>
                    <a:pt x="7347791" y="1575722"/>
                  </a:lnTo>
                  <a:lnTo>
                    <a:pt x="7435532" y="1583534"/>
                  </a:lnTo>
                  <a:lnTo>
                    <a:pt x="7515031" y="1589723"/>
                  </a:lnTo>
                  <a:lnTo>
                    <a:pt x="7582062" y="1594327"/>
                  </a:lnTo>
                  <a:lnTo>
                    <a:pt x="7633554" y="1597470"/>
                  </a:lnTo>
                  <a:lnTo>
                    <a:pt x="7668385" y="1599371"/>
                  </a:lnTo>
                  <a:lnTo>
                    <a:pt x="7687780" y="1600322"/>
                  </a:lnTo>
                  <a:lnTo>
                    <a:pt x="7695243" y="1600652"/>
                  </a:lnTo>
                  <a:lnTo>
                    <a:pt x="7696237" y="1600693"/>
                  </a:lnTo>
                  <a:lnTo>
                    <a:pt x="8234974" y="1600693"/>
                  </a:lnTo>
                  <a:lnTo>
                    <a:pt x="8234974" y="1595248"/>
                  </a:lnTo>
                  <a:lnTo>
                    <a:pt x="7696237" y="1595248"/>
                  </a:lnTo>
                  <a:lnTo>
                    <a:pt x="7694981" y="1595197"/>
                  </a:lnTo>
                  <a:lnTo>
                    <a:pt x="7686778" y="1594831"/>
                  </a:lnTo>
                  <a:lnTo>
                    <a:pt x="7666303" y="1593819"/>
                  </a:lnTo>
                  <a:lnTo>
                    <a:pt x="7630214" y="1591833"/>
                  </a:lnTo>
                  <a:lnTo>
                    <a:pt x="7577469" y="1588585"/>
                  </a:lnTo>
                  <a:lnTo>
                    <a:pt x="7509359" y="1583863"/>
                  </a:lnTo>
                  <a:lnTo>
                    <a:pt x="7429074" y="1577550"/>
                  </a:lnTo>
                  <a:lnTo>
                    <a:pt x="7340891" y="1569615"/>
                  </a:lnTo>
                  <a:lnTo>
                    <a:pt x="7249256" y="1560081"/>
                  </a:lnTo>
                  <a:lnTo>
                    <a:pt x="7158050" y="1548987"/>
                  </a:lnTo>
                  <a:lnTo>
                    <a:pt x="7070177" y="1536348"/>
                  </a:lnTo>
                  <a:lnTo>
                    <a:pt x="6987474" y="1522129"/>
                  </a:lnTo>
                  <a:lnTo>
                    <a:pt x="6910826" y="1506228"/>
                  </a:lnTo>
                  <a:lnTo>
                    <a:pt x="6840382" y="1488474"/>
                  </a:lnTo>
                  <a:lnTo>
                    <a:pt x="6775776" y="1468625"/>
                  </a:lnTo>
                  <a:lnTo>
                    <a:pt x="6716324" y="1446377"/>
                  </a:lnTo>
                  <a:lnTo>
                    <a:pt x="6661162" y="1421380"/>
                  </a:lnTo>
                  <a:lnTo>
                    <a:pt x="6609362" y="1393270"/>
                  </a:lnTo>
                  <a:lnTo>
                    <a:pt x="6560010" y="1361727"/>
                  </a:lnTo>
                  <a:lnTo>
                    <a:pt x="6515891" y="1329373"/>
                  </a:lnTo>
                  <a:lnTo>
                    <a:pt x="6472757" y="1294020"/>
                  </a:lnTo>
                  <a:lnTo>
                    <a:pt x="6430044" y="1255512"/>
                  </a:lnTo>
                  <a:lnTo>
                    <a:pt x="6387395" y="1213793"/>
                  </a:lnTo>
                  <a:lnTo>
                    <a:pt x="6344550" y="1168884"/>
                  </a:lnTo>
                  <a:lnTo>
                    <a:pt x="6301335" y="1120896"/>
                  </a:lnTo>
                  <a:lnTo>
                    <a:pt x="6257650" y="1070039"/>
                  </a:lnTo>
                  <a:lnTo>
                    <a:pt x="6213464" y="1016618"/>
                  </a:lnTo>
                  <a:lnTo>
                    <a:pt x="6168806" y="961035"/>
                  </a:lnTo>
                  <a:lnTo>
                    <a:pt x="6123757" y="903778"/>
                  </a:lnTo>
                  <a:lnTo>
                    <a:pt x="6078434" y="845406"/>
                  </a:lnTo>
                  <a:lnTo>
                    <a:pt x="6032983" y="786524"/>
                  </a:lnTo>
                  <a:lnTo>
                    <a:pt x="5987563" y="727760"/>
                  </a:lnTo>
                  <a:lnTo>
                    <a:pt x="5942327" y="669739"/>
                  </a:lnTo>
                  <a:lnTo>
                    <a:pt x="5897413" y="613051"/>
                  </a:lnTo>
                  <a:lnTo>
                    <a:pt x="5852926" y="558229"/>
                  </a:lnTo>
                  <a:lnTo>
                    <a:pt x="5808928" y="505732"/>
                  </a:lnTo>
                  <a:lnTo>
                    <a:pt x="5765427" y="455925"/>
                  </a:lnTo>
                  <a:lnTo>
                    <a:pt x="5722367" y="409078"/>
                  </a:lnTo>
                  <a:lnTo>
                    <a:pt x="5679621" y="365362"/>
                  </a:lnTo>
                  <a:lnTo>
                    <a:pt x="5636984" y="324854"/>
                  </a:lnTo>
                  <a:lnTo>
                    <a:pt x="5594159" y="287546"/>
                  </a:lnTo>
                  <a:lnTo>
                    <a:pt x="5567201" y="265874"/>
                  </a:lnTo>
                  <a:lnTo>
                    <a:pt x="5519386" y="230989"/>
                  </a:lnTo>
                  <a:lnTo>
                    <a:pt x="5469878" y="199716"/>
                  </a:lnTo>
                  <a:lnTo>
                    <a:pt x="5417854" y="171857"/>
                  </a:lnTo>
                  <a:lnTo>
                    <a:pt x="5362397" y="147082"/>
                  </a:lnTo>
                  <a:lnTo>
                    <a:pt x="5302581" y="125028"/>
                  </a:lnTo>
                  <a:lnTo>
                    <a:pt x="5237551" y="105349"/>
                  </a:lnTo>
                  <a:lnTo>
                    <a:pt x="5166641" y="87744"/>
                  </a:lnTo>
                  <a:lnTo>
                    <a:pt x="5089519" y="71977"/>
                  </a:lnTo>
                  <a:lnTo>
                    <a:pt x="5006379" y="57881"/>
                  </a:lnTo>
                  <a:lnTo>
                    <a:pt x="4918175" y="45360"/>
                  </a:lnTo>
                  <a:lnTo>
                    <a:pt x="4826820" y="34384"/>
                  </a:lnTo>
                  <a:lnTo>
                    <a:pt x="4735301" y="24970"/>
                  </a:lnTo>
                  <a:lnTo>
                    <a:pt x="4647560" y="17159"/>
                  </a:lnTo>
                  <a:lnTo>
                    <a:pt x="4568061" y="10969"/>
                  </a:lnTo>
                  <a:lnTo>
                    <a:pt x="4501030" y="6365"/>
                  </a:lnTo>
                  <a:lnTo>
                    <a:pt x="4449538" y="3222"/>
                  </a:lnTo>
                  <a:lnTo>
                    <a:pt x="4414707" y="1321"/>
                  </a:lnTo>
                  <a:lnTo>
                    <a:pt x="4395313" y="370"/>
                  </a:lnTo>
                  <a:lnTo>
                    <a:pt x="4387850" y="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8" y="98"/>
                  </a:lnTo>
                  <a:lnTo>
                    <a:pt x="3841290" y="804"/>
                  </a:lnTo>
                  <a:lnTo>
                    <a:pt x="3826332" y="2754"/>
                  </a:lnTo>
                  <a:lnTo>
                    <a:pt x="3799553" y="6593"/>
                  </a:lnTo>
                  <a:lnTo>
                    <a:pt x="3759577" y="12919"/>
                  </a:lnTo>
                  <a:lnTo>
                    <a:pt x="3706544" y="22222"/>
                  </a:lnTo>
                  <a:lnTo>
                    <a:pt x="3641999" y="34836"/>
                  </a:lnTo>
                  <a:lnTo>
                    <a:pt x="3568539" y="50935"/>
                  </a:lnTo>
                  <a:lnTo>
                    <a:pt x="3489300" y="70549"/>
                  </a:lnTo>
                  <a:lnTo>
                    <a:pt x="3407447" y="93625"/>
                  </a:lnTo>
                  <a:lnTo>
                    <a:pt x="3325759" y="120087"/>
                  </a:lnTo>
                  <a:lnTo>
                    <a:pt x="3246400" y="149894"/>
                  </a:lnTo>
                  <a:lnTo>
                    <a:pt x="3170849" y="183088"/>
                  </a:lnTo>
                  <a:lnTo>
                    <a:pt x="3099944" y="219820"/>
                  </a:lnTo>
                  <a:lnTo>
                    <a:pt x="3034000" y="260361"/>
                  </a:lnTo>
                  <a:lnTo>
                    <a:pt x="2972933" y="305107"/>
                  </a:lnTo>
                  <a:lnTo>
                    <a:pt x="2916391" y="354571"/>
                  </a:lnTo>
                  <a:lnTo>
                    <a:pt x="2863842" y="409365"/>
                  </a:lnTo>
                  <a:lnTo>
                    <a:pt x="2814660" y="470176"/>
                  </a:lnTo>
                  <a:lnTo>
                    <a:pt x="2768183" y="537709"/>
                  </a:lnTo>
                  <a:lnTo>
                    <a:pt x="2723754" y="612605"/>
                  </a:lnTo>
                  <a:lnTo>
                    <a:pt x="2680775" y="695298"/>
                  </a:lnTo>
                  <a:lnTo>
                    <a:pt x="2667772" y="722308"/>
                  </a:lnTo>
                  <a:lnTo>
                    <a:pt x="2638178" y="787146"/>
                  </a:lnTo>
                  <a:lnTo>
                    <a:pt x="2608843" y="855962"/>
                  </a:lnTo>
                  <a:lnTo>
                    <a:pt x="2579635" y="928835"/>
                  </a:lnTo>
                  <a:lnTo>
                    <a:pt x="2550447" y="1005804"/>
                  </a:lnTo>
                  <a:lnTo>
                    <a:pt x="2521194" y="1086856"/>
                  </a:lnTo>
                  <a:lnTo>
                    <a:pt x="2491808" y="1171929"/>
                  </a:lnTo>
                  <a:lnTo>
                    <a:pt x="2462240" y="1260904"/>
                  </a:lnTo>
                  <a:lnTo>
                    <a:pt x="2432457" y="1353604"/>
                  </a:lnTo>
                  <a:lnTo>
                    <a:pt x="2402443" y="1449794"/>
                  </a:lnTo>
                  <a:lnTo>
                    <a:pt x="2372193" y="1549179"/>
                  </a:lnTo>
                  <a:lnTo>
                    <a:pt x="2341716" y="1651407"/>
                  </a:lnTo>
                  <a:lnTo>
                    <a:pt x="2311035" y="1756076"/>
                  </a:lnTo>
                  <a:lnTo>
                    <a:pt x="2280181" y="1862733"/>
                  </a:lnTo>
                  <a:lnTo>
                    <a:pt x="2249191" y="1970888"/>
                  </a:lnTo>
                  <a:lnTo>
                    <a:pt x="2218111" y="2080021"/>
                  </a:lnTo>
                  <a:lnTo>
                    <a:pt x="2186992" y="2189590"/>
                  </a:lnTo>
                  <a:lnTo>
                    <a:pt x="2155882" y="2299045"/>
                  </a:lnTo>
                  <a:lnTo>
                    <a:pt x="2124834" y="2407838"/>
                  </a:lnTo>
                  <a:lnTo>
                    <a:pt x="2093895" y="2515435"/>
                  </a:lnTo>
                  <a:lnTo>
                    <a:pt x="2063108" y="2621327"/>
                  </a:lnTo>
                  <a:lnTo>
                    <a:pt x="2032508" y="2725038"/>
                  </a:lnTo>
                  <a:lnTo>
                    <a:pt x="2002124" y="2826137"/>
                  </a:lnTo>
                  <a:lnTo>
                    <a:pt x="1971970" y="2924240"/>
                  </a:lnTo>
                  <a:lnTo>
                    <a:pt x="1942053" y="3019019"/>
                  </a:lnTo>
                  <a:lnTo>
                    <a:pt x="1912362" y="3110204"/>
                  </a:lnTo>
                  <a:lnTo>
                    <a:pt x="1882874" y="3197583"/>
                  </a:lnTo>
                  <a:lnTo>
                    <a:pt x="1853550" y="3281004"/>
                  </a:lnTo>
                  <a:lnTo>
                    <a:pt x="1824333" y="3360373"/>
                  </a:lnTo>
                  <a:lnTo>
                    <a:pt x="1795149" y="3435646"/>
                  </a:lnTo>
                  <a:lnTo>
                    <a:pt x="1765902" y="3506834"/>
                  </a:lnTo>
                  <a:lnTo>
                    <a:pt x="1736477" y="3573993"/>
                  </a:lnTo>
                  <a:lnTo>
                    <a:pt x="1719082" y="3611541"/>
                  </a:lnTo>
                  <a:lnTo>
                    <a:pt x="1676444" y="3696659"/>
                  </a:lnTo>
                  <a:lnTo>
                    <a:pt x="1632521" y="3773922"/>
                  </a:lnTo>
                  <a:lnTo>
                    <a:pt x="1586741" y="3843657"/>
                  </a:lnTo>
                  <a:lnTo>
                    <a:pt x="1538462" y="3906460"/>
                  </a:lnTo>
                  <a:lnTo>
                    <a:pt x="1487018" y="3963029"/>
                  </a:lnTo>
                  <a:lnTo>
                    <a:pt x="1431765" y="4014062"/>
                  </a:lnTo>
                  <a:lnTo>
                    <a:pt x="1372138" y="4060198"/>
                  </a:lnTo>
                  <a:lnTo>
                    <a:pt x="1307716" y="4101985"/>
                  </a:lnTo>
                  <a:lnTo>
                    <a:pt x="1238324" y="4139853"/>
                  </a:lnTo>
                  <a:lnTo>
                    <a:pt x="1164139" y="4174114"/>
                  </a:lnTo>
                  <a:lnTo>
                    <a:pt x="1085825" y="4204953"/>
                  </a:lnTo>
                  <a:lnTo>
                    <a:pt x="1004655" y="4232445"/>
                  </a:lnTo>
                  <a:lnTo>
                    <a:pt x="922582" y="4256569"/>
                  </a:lnTo>
                  <a:lnTo>
                    <a:pt x="842214" y="4277256"/>
                  </a:lnTo>
                  <a:lnTo>
                    <a:pt x="766632" y="4294437"/>
                  </a:lnTo>
                  <a:lnTo>
                    <a:pt x="699034" y="4308112"/>
                  </a:lnTo>
                  <a:lnTo>
                    <a:pt x="642240" y="4318404"/>
                  </a:lnTo>
                  <a:lnTo>
                    <a:pt x="598164" y="4325600"/>
                  </a:lnTo>
                  <a:lnTo>
                    <a:pt x="567404" y="4330144"/>
                  </a:lnTo>
                  <a:lnTo>
                    <a:pt x="549047" y="4332607"/>
                  </a:lnTo>
                  <a:lnTo>
                    <a:pt x="540717" y="4333626"/>
                  </a:lnTo>
                  <a:lnTo>
                    <a:pt x="538736" y="4333849"/>
                  </a:lnTo>
                  <a:lnTo>
                    <a:pt x="0" y="4333849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12" name="pl2112"/>
            <p:cNvSpPr/>
            <p:nvPr/>
          </p:nvSpPr>
          <p:spPr>
            <a:xfrm>
              <a:off x="546595" y="1708695"/>
              <a:ext cx="8234974" cy="4333849"/>
            </a:xfrm>
            <a:custGeom>
              <a:avLst/>
              <a:pathLst>
                <a:path w="8234974" h="4333849">
                  <a:moveTo>
                    <a:pt x="0" y="4333849"/>
                  </a:moveTo>
                  <a:lnTo>
                    <a:pt x="538736" y="4333849"/>
                  </a:lnTo>
                  <a:lnTo>
                    <a:pt x="539637" y="4333750"/>
                  </a:lnTo>
                  <a:lnTo>
                    <a:pt x="545565" y="4333044"/>
                  </a:lnTo>
                  <a:lnTo>
                    <a:pt x="560523" y="4331094"/>
                  </a:lnTo>
                  <a:lnTo>
                    <a:pt x="587301" y="4327255"/>
                  </a:lnTo>
                  <a:lnTo>
                    <a:pt x="627278" y="4320929"/>
                  </a:lnTo>
                  <a:lnTo>
                    <a:pt x="680311" y="4311627"/>
                  </a:lnTo>
                  <a:lnTo>
                    <a:pt x="744855" y="4299012"/>
                  </a:lnTo>
                  <a:lnTo>
                    <a:pt x="818316" y="4282913"/>
                  </a:lnTo>
                  <a:lnTo>
                    <a:pt x="897554" y="4263299"/>
                  </a:lnTo>
                  <a:lnTo>
                    <a:pt x="979408" y="4240223"/>
                  </a:lnTo>
                  <a:lnTo>
                    <a:pt x="1061096" y="4213762"/>
                  </a:lnTo>
                  <a:lnTo>
                    <a:pt x="1140454" y="4183954"/>
                  </a:lnTo>
                  <a:lnTo>
                    <a:pt x="1216005" y="4150760"/>
                  </a:lnTo>
                  <a:lnTo>
                    <a:pt x="1286910" y="4114028"/>
                  </a:lnTo>
                  <a:lnTo>
                    <a:pt x="1352855" y="4073487"/>
                  </a:lnTo>
                  <a:lnTo>
                    <a:pt x="1413921" y="4028741"/>
                  </a:lnTo>
                  <a:lnTo>
                    <a:pt x="1470464" y="3979277"/>
                  </a:lnTo>
                  <a:lnTo>
                    <a:pt x="1523013" y="3924483"/>
                  </a:lnTo>
                  <a:lnTo>
                    <a:pt x="1572194" y="3863673"/>
                  </a:lnTo>
                  <a:lnTo>
                    <a:pt x="1618672" y="3796140"/>
                  </a:lnTo>
                  <a:lnTo>
                    <a:pt x="1663101" y="3721243"/>
                  </a:lnTo>
                  <a:lnTo>
                    <a:pt x="1706080" y="3638550"/>
                  </a:lnTo>
                  <a:lnTo>
                    <a:pt x="1719082" y="3611541"/>
                  </a:lnTo>
                  <a:lnTo>
                    <a:pt x="1748676" y="3546702"/>
                  </a:lnTo>
                  <a:lnTo>
                    <a:pt x="1778012" y="3477887"/>
                  </a:lnTo>
                  <a:lnTo>
                    <a:pt x="1807220" y="3405013"/>
                  </a:lnTo>
                  <a:lnTo>
                    <a:pt x="1836408" y="3328045"/>
                  </a:lnTo>
                  <a:lnTo>
                    <a:pt x="1865661" y="3246992"/>
                  </a:lnTo>
                  <a:lnTo>
                    <a:pt x="1895047" y="3161919"/>
                  </a:lnTo>
                  <a:lnTo>
                    <a:pt x="1924615" y="3072944"/>
                  </a:lnTo>
                  <a:lnTo>
                    <a:pt x="1954397" y="2980244"/>
                  </a:lnTo>
                  <a:lnTo>
                    <a:pt x="1984412" y="2884054"/>
                  </a:lnTo>
                  <a:lnTo>
                    <a:pt x="2014662" y="2784669"/>
                  </a:lnTo>
                  <a:lnTo>
                    <a:pt x="2045138" y="2682441"/>
                  </a:lnTo>
                  <a:lnTo>
                    <a:pt x="2075819" y="2577773"/>
                  </a:lnTo>
                  <a:lnTo>
                    <a:pt x="2106674" y="2471116"/>
                  </a:lnTo>
                  <a:lnTo>
                    <a:pt x="2137664" y="2362960"/>
                  </a:lnTo>
                  <a:lnTo>
                    <a:pt x="2168743" y="2253828"/>
                  </a:lnTo>
                  <a:lnTo>
                    <a:pt x="2199863" y="2144259"/>
                  </a:lnTo>
                  <a:lnTo>
                    <a:pt x="2230972" y="2034804"/>
                  </a:lnTo>
                  <a:lnTo>
                    <a:pt x="2262020" y="1926010"/>
                  </a:lnTo>
                  <a:lnTo>
                    <a:pt x="2292960" y="1818413"/>
                  </a:lnTo>
                  <a:lnTo>
                    <a:pt x="2323747" y="1712521"/>
                  </a:lnTo>
                  <a:lnTo>
                    <a:pt x="2354346" y="1608810"/>
                  </a:lnTo>
                  <a:lnTo>
                    <a:pt x="2384731" y="1507711"/>
                  </a:lnTo>
                  <a:lnTo>
                    <a:pt x="2414884" y="1409608"/>
                  </a:lnTo>
                  <a:lnTo>
                    <a:pt x="2444802" y="1314829"/>
                  </a:lnTo>
                  <a:lnTo>
                    <a:pt x="2474493" y="1223645"/>
                  </a:lnTo>
                  <a:lnTo>
                    <a:pt x="2503980" y="1136265"/>
                  </a:lnTo>
                  <a:lnTo>
                    <a:pt x="2533304" y="1052844"/>
                  </a:lnTo>
                  <a:lnTo>
                    <a:pt x="2562521" y="973476"/>
                  </a:lnTo>
                  <a:lnTo>
                    <a:pt x="2591706" y="898202"/>
                  </a:lnTo>
                  <a:lnTo>
                    <a:pt x="2620952" y="827014"/>
                  </a:lnTo>
                  <a:lnTo>
                    <a:pt x="2650377" y="759855"/>
                  </a:lnTo>
                  <a:lnTo>
                    <a:pt x="2667772" y="722308"/>
                  </a:lnTo>
                  <a:lnTo>
                    <a:pt x="2710410" y="637189"/>
                  </a:lnTo>
                  <a:lnTo>
                    <a:pt x="2754334" y="559927"/>
                  </a:lnTo>
                  <a:lnTo>
                    <a:pt x="2800114" y="490192"/>
                  </a:lnTo>
                  <a:lnTo>
                    <a:pt x="2848392" y="427388"/>
                  </a:lnTo>
                  <a:lnTo>
                    <a:pt x="2899836" y="370820"/>
                  </a:lnTo>
                  <a:lnTo>
                    <a:pt x="2955089" y="319787"/>
                  </a:lnTo>
                  <a:lnTo>
                    <a:pt x="3014717" y="273650"/>
                  </a:lnTo>
                  <a:lnTo>
                    <a:pt x="3079138" y="231863"/>
                  </a:lnTo>
                  <a:lnTo>
                    <a:pt x="3148530" y="193995"/>
                  </a:lnTo>
                  <a:lnTo>
                    <a:pt x="3222716" y="159734"/>
                  </a:lnTo>
                  <a:lnTo>
                    <a:pt x="3301029" y="128895"/>
                  </a:lnTo>
                  <a:lnTo>
                    <a:pt x="3382199" y="101404"/>
                  </a:lnTo>
                  <a:lnTo>
                    <a:pt x="3464273" y="77279"/>
                  </a:lnTo>
                  <a:lnTo>
                    <a:pt x="3544641" y="56593"/>
                  </a:lnTo>
                  <a:lnTo>
                    <a:pt x="3620223" y="39411"/>
                  </a:lnTo>
                  <a:lnTo>
                    <a:pt x="3687820" y="25736"/>
                  </a:lnTo>
                  <a:lnTo>
                    <a:pt x="3744615" y="15444"/>
                  </a:lnTo>
                  <a:lnTo>
                    <a:pt x="3788691" y="8248"/>
                  </a:lnTo>
                  <a:lnTo>
                    <a:pt x="3819450" y="3704"/>
                  </a:lnTo>
                  <a:lnTo>
                    <a:pt x="3837807" y="1241"/>
                  </a:lnTo>
                  <a:lnTo>
                    <a:pt x="3846138" y="222"/>
                  </a:lnTo>
                  <a:lnTo>
                    <a:pt x="3848091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1" y="51"/>
                  </a:lnTo>
                  <a:lnTo>
                    <a:pt x="4396314" y="417"/>
                  </a:lnTo>
                  <a:lnTo>
                    <a:pt x="4416789" y="1429"/>
                  </a:lnTo>
                  <a:lnTo>
                    <a:pt x="4452878" y="3415"/>
                  </a:lnTo>
                  <a:lnTo>
                    <a:pt x="4505623" y="6663"/>
                  </a:lnTo>
                  <a:lnTo>
                    <a:pt x="4573733" y="11384"/>
                  </a:lnTo>
                  <a:lnTo>
                    <a:pt x="4654018" y="17697"/>
                  </a:lnTo>
                  <a:lnTo>
                    <a:pt x="4742202" y="25632"/>
                  </a:lnTo>
                  <a:lnTo>
                    <a:pt x="4833836" y="35166"/>
                  </a:lnTo>
                  <a:lnTo>
                    <a:pt x="4925043" y="46260"/>
                  </a:lnTo>
                  <a:lnTo>
                    <a:pt x="5012915" y="58899"/>
                  </a:lnTo>
                  <a:lnTo>
                    <a:pt x="5095618" y="73119"/>
                  </a:lnTo>
                  <a:lnTo>
                    <a:pt x="5172266" y="89019"/>
                  </a:lnTo>
                  <a:lnTo>
                    <a:pt x="5242711" y="106773"/>
                  </a:lnTo>
                  <a:lnTo>
                    <a:pt x="5307316" y="126622"/>
                  </a:lnTo>
                  <a:lnTo>
                    <a:pt x="5366768" y="148871"/>
                  </a:lnTo>
                  <a:lnTo>
                    <a:pt x="5421930" y="173868"/>
                  </a:lnTo>
                  <a:lnTo>
                    <a:pt x="5473731" y="201977"/>
                  </a:lnTo>
                  <a:lnTo>
                    <a:pt x="5523083" y="233521"/>
                  </a:lnTo>
                  <a:lnTo>
                    <a:pt x="5567201" y="265874"/>
                  </a:lnTo>
                  <a:lnTo>
                    <a:pt x="5610335" y="301228"/>
                  </a:lnTo>
                  <a:lnTo>
                    <a:pt x="5653048" y="339735"/>
                  </a:lnTo>
                  <a:lnTo>
                    <a:pt x="5695697" y="381455"/>
                  </a:lnTo>
                  <a:lnTo>
                    <a:pt x="5738542" y="426364"/>
                  </a:lnTo>
                  <a:lnTo>
                    <a:pt x="5781757" y="474351"/>
                  </a:lnTo>
                  <a:lnTo>
                    <a:pt x="5825443" y="525208"/>
                  </a:lnTo>
                  <a:lnTo>
                    <a:pt x="5869628" y="578630"/>
                  </a:lnTo>
                  <a:lnTo>
                    <a:pt x="5914286" y="634212"/>
                  </a:lnTo>
                  <a:lnTo>
                    <a:pt x="5959336" y="691469"/>
                  </a:lnTo>
                  <a:lnTo>
                    <a:pt x="6004659" y="749842"/>
                  </a:lnTo>
                  <a:lnTo>
                    <a:pt x="6050109" y="808724"/>
                  </a:lnTo>
                  <a:lnTo>
                    <a:pt x="6095530" y="867487"/>
                  </a:lnTo>
                  <a:lnTo>
                    <a:pt x="6140766" y="925509"/>
                  </a:lnTo>
                  <a:lnTo>
                    <a:pt x="6185680" y="982197"/>
                  </a:lnTo>
                  <a:lnTo>
                    <a:pt x="6230166" y="1037018"/>
                  </a:lnTo>
                  <a:lnTo>
                    <a:pt x="6274164" y="1089516"/>
                  </a:lnTo>
                  <a:lnTo>
                    <a:pt x="6317665" y="1139323"/>
                  </a:lnTo>
                  <a:lnTo>
                    <a:pt x="6360725" y="1186170"/>
                  </a:lnTo>
                  <a:lnTo>
                    <a:pt x="6403471" y="1229885"/>
                  </a:lnTo>
                  <a:lnTo>
                    <a:pt x="6446109" y="1270393"/>
                  </a:lnTo>
                  <a:lnTo>
                    <a:pt x="6488933" y="1307702"/>
                  </a:lnTo>
                  <a:lnTo>
                    <a:pt x="6515891" y="1329373"/>
                  </a:lnTo>
                  <a:lnTo>
                    <a:pt x="6563706" y="1364259"/>
                  </a:lnTo>
                  <a:lnTo>
                    <a:pt x="6613215" y="1395531"/>
                  </a:lnTo>
                  <a:lnTo>
                    <a:pt x="6665239" y="1423391"/>
                  </a:lnTo>
                  <a:lnTo>
                    <a:pt x="6720695" y="1448165"/>
                  </a:lnTo>
                  <a:lnTo>
                    <a:pt x="6780512" y="1470219"/>
                  </a:lnTo>
                  <a:lnTo>
                    <a:pt x="6845541" y="1489899"/>
                  </a:lnTo>
                  <a:lnTo>
                    <a:pt x="6916451" y="1507503"/>
                  </a:lnTo>
                  <a:lnTo>
                    <a:pt x="6993574" y="1523271"/>
                  </a:lnTo>
                  <a:lnTo>
                    <a:pt x="7076713" y="1537367"/>
                  </a:lnTo>
                  <a:lnTo>
                    <a:pt x="7164918" y="1549888"/>
                  </a:lnTo>
                  <a:lnTo>
                    <a:pt x="7256273" y="1560864"/>
                  </a:lnTo>
                  <a:lnTo>
                    <a:pt x="7347791" y="1570277"/>
                  </a:lnTo>
                  <a:lnTo>
                    <a:pt x="7435532" y="1578089"/>
                  </a:lnTo>
                  <a:lnTo>
                    <a:pt x="7515031" y="1584278"/>
                  </a:lnTo>
                  <a:lnTo>
                    <a:pt x="7582062" y="1588882"/>
                  </a:lnTo>
                  <a:lnTo>
                    <a:pt x="7633554" y="1592026"/>
                  </a:lnTo>
                  <a:lnTo>
                    <a:pt x="7668385" y="1593926"/>
                  </a:lnTo>
                  <a:lnTo>
                    <a:pt x="7687780" y="1594877"/>
                  </a:lnTo>
                  <a:lnTo>
                    <a:pt x="7695243" y="1595208"/>
                  </a:lnTo>
                  <a:lnTo>
                    <a:pt x="7696237" y="1595248"/>
                  </a:lnTo>
                  <a:lnTo>
                    <a:pt x="8234974" y="15952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3" name="pl2113"/>
            <p:cNvSpPr/>
            <p:nvPr/>
          </p:nvSpPr>
          <p:spPr>
            <a:xfrm>
              <a:off x="546595" y="1703250"/>
              <a:ext cx="8234974" cy="4333849"/>
            </a:xfrm>
            <a:custGeom>
              <a:avLst/>
              <a:pathLst>
                <a:path w="8234974" h="4333849">
                  <a:moveTo>
                    <a:pt x="8234974" y="1595248"/>
                  </a:moveTo>
                  <a:lnTo>
                    <a:pt x="7696237" y="1595248"/>
                  </a:lnTo>
                  <a:lnTo>
                    <a:pt x="7694981" y="1595197"/>
                  </a:lnTo>
                  <a:lnTo>
                    <a:pt x="7686778" y="1594831"/>
                  </a:lnTo>
                  <a:lnTo>
                    <a:pt x="7666303" y="1593819"/>
                  </a:lnTo>
                  <a:lnTo>
                    <a:pt x="7630214" y="1591833"/>
                  </a:lnTo>
                  <a:lnTo>
                    <a:pt x="7577469" y="1588585"/>
                  </a:lnTo>
                  <a:lnTo>
                    <a:pt x="7509359" y="1583863"/>
                  </a:lnTo>
                  <a:lnTo>
                    <a:pt x="7429074" y="1577550"/>
                  </a:lnTo>
                  <a:lnTo>
                    <a:pt x="7340891" y="1569615"/>
                  </a:lnTo>
                  <a:lnTo>
                    <a:pt x="7249256" y="1560081"/>
                  </a:lnTo>
                  <a:lnTo>
                    <a:pt x="7158050" y="1548987"/>
                  </a:lnTo>
                  <a:lnTo>
                    <a:pt x="7070177" y="1536348"/>
                  </a:lnTo>
                  <a:lnTo>
                    <a:pt x="6987474" y="1522129"/>
                  </a:lnTo>
                  <a:lnTo>
                    <a:pt x="6910826" y="1506228"/>
                  </a:lnTo>
                  <a:lnTo>
                    <a:pt x="6840382" y="1488474"/>
                  </a:lnTo>
                  <a:lnTo>
                    <a:pt x="6775776" y="1468625"/>
                  </a:lnTo>
                  <a:lnTo>
                    <a:pt x="6716324" y="1446377"/>
                  </a:lnTo>
                  <a:lnTo>
                    <a:pt x="6661162" y="1421380"/>
                  </a:lnTo>
                  <a:lnTo>
                    <a:pt x="6609362" y="1393270"/>
                  </a:lnTo>
                  <a:lnTo>
                    <a:pt x="6560010" y="1361727"/>
                  </a:lnTo>
                  <a:lnTo>
                    <a:pt x="6515891" y="1329373"/>
                  </a:lnTo>
                  <a:lnTo>
                    <a:pt x="6472757" y="1294020"/>
                  </a:lnTo>
                  <a:lnTo>
                    <a:pt x="6430044" y="1255512"/>
                  </a:lnTo>
                  <a:lnTo>
                    <a:pt x="6387395" y="1213793"/>
                  </a:lnTo>
                  <a:lnTo>
                    <a:pt x="6344550" y="1168884"/>
                  </a:lnTo>
                  <a:lnTo>
                    <a:pt x="6301335" y="1120896"/>
                  </a:lnTo>
                  <a:lnTo>
                    <a:pt x="6257650" y="1070039"/>
                  </a:lnTo>
                  <a:lnTo>
                    <a:pt x="6213464" y="1016618"/>
                  </a:lnTo>
                  <a:lnTo>
                    <a:pt x="6168806" y="961035"/>
                  </a:lnTo>
                  <a:lnTo>
                    <a:pt x="6123757" y="903778"/>
                  </a:lnTo>
                  <a:lnTo>
                    <a:pt x="6078434" y="845406"/>
                  </a:lnTo>
                  <a:lnTo>
                    <a:pt x="6032983" y="786524"/>
                  </a:lnTo>
                  <a:lnTo>
                    <a:pt x="5987563" y="727760"/>
                  </a:lnTo>
                  <a:lnTo>
                    <a:pt x="5942327" y="669739"/>
                  </a:lnTo>
                  <a:lnTo>
                    <a:pt x="5897413" y="613051"/>
                  </a:lnTo>
                  <a:lnTo>
                    <a:pt x="5852926" y="558229"/>
                  </a:lnTo>
                  <a:lnTo>
                    <a:pt x="5808928" y="505732"/>
                  </a:lnTo>
                  <a:lnTo>
                    <a:pt x="5765427" y="455925"/>
                  </a:lnTo>
                  <a:lnTo>
                    <a:pt x="5722367" y="409078"/>
                  </a:lnTo>
                  <a:lnTo>
                    <a:pt x="5679621" y="365362"/>
                  </a:lnTo>
                  <a:lnTo>
                    <a:pt x="5636984" y="324854"/>
                  </a:lnTo>
                  <a:lnTo>
                    <a:pt x="5594159" y="287546"/>
                  </a:lnTo>
                  <a:lnTo>
                    <a:pt x="5567201" y="265874"/>
                  </a:lnTo>
                  <a:lnTo>
                    <a:pt x="5519386" y="230989"/>
                  </a:lnTo>
                  <a:lnTo>
                    <a:pt x="5469878" y="199716"/>
                  </a:lnTo>
                  <a:lnTo>
                    <a:pt x="5417854" y="171857"/>
                  </a:lnTo>
                  <a:lnTo>
                    <a:pt x="5362397" y="147082"/>
                  </a:lnTo>
                  <a:lnTo>
                    <a:pt x="5302581" y="125028"/>
                  </a:lnTo>
                  <a:lnTo>
                    <a:pt x="5237551" y="105349"/>
                  </a:lnTo>
                  <a:lnTo>
                    <a:pt x="5166641" y="87744"/>
                  </a:lnTo>
                  <a:lnTo>
                    <a:pt x="5089519" y="71977"/>
                  </a:lnTo>
                  <a:lnTo>
                    <a:pt x="5006379" y="57881"/>
                  </a:lnTo>
                  <a:lnTo>
                    <a:pt x="4918175" y="45360"/>
                  </a:lnTo>
                  <a:lnTo>
                    <a:pt x="4826820" y="34384"/>
                  </a:lnTo>
                  <a:lnTo>
                    <a:pt x="4735301" y="24970"/>
                  </a:lnTo>
                  <a:lnTo>
                    <a:pt x="4647560" y="17159"/>
                  </a:lnTo>
                  <a:lnTo>
                    <a:pt x="4568061" y="10969"/>
                  </a:lnTo>
                  <a:lnTo>
                    <a:pt x="4501030" y="6365"/>
                  </a:lnTo>
                  <a:lnTo>
                    <a:pt x="4449538" y="3222"/>
                  </a:lnTo>
                  <a:lnTo>
                    <a:pt x="4414707" y="1321"/>
                  </a:lnTo>
                  <a:lnTo>
                    <a:pt x="4395313" y="370"/>
                  </a:lnTo>
                  <a:lnTo>
                    <a:pt x="4387850" y="4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18" y="98"/>
                  </a:lnTo>
                  <a:lnTo>
                    <a:pt x="3841290" y="804"/>
                  </a:lnTo>
                  <a:lnTo>
                    <a:pt x="3826332" y="2754"/>
                  </a:lnTo>
                  <a:lnTo>
                    <a:pt x="3799553" y="6593"/>
                  </a:lnTo>
                  <a:lnTo>
                    <a:pt x="3759577" y="12919"/>
                  </a:lnTo>
                  <a:lnTo>
                    <a:pt x="3706544" y="22222"/>
                  </a:lnTo>
                  <a:lnTo>
                    <a:pt x="3641999" y="34836"/>
                  </a:lnTo>
                  <a:lnTo>
                    <a:pt x="3568539" y="50935"/>
                  </a:lnTo>
                  <a:lnTo>
                    <a:pt x="3489300" y="70549"/>
                  </a:lnTo>
                  <a:lnTo>
                    <a:pt x="3407447" y="93625"/>
                  </a:lnTo>
                  <a:lnTo>
                    <a:pt x="3325759" y="120087"/>
                  </a:lnTo>
                  <a:lnTo>
                    <a:pt x="3246400" y="149894"/>
                  </a:lnTo>
                  <a:lnTo>
                    <a:pt x="3170849" y="183088"/>
                  </a:lnTo>
                  <a:lnTo>
                    <a:pt x="3099944" y="219820"/>
                  </a:lnTo>
                  <a:lnTo>
                    <a:pt x="3034000" y="260361"/>
                  </a:lnTo>
                  <a:lnTo>
                    <a:pt x="2972933" y="305107"/>
                  </a:lnTo>
                  <a:lnTo>
                    <a:pt x="2916391" y="354571"/>
                  </a:lnTo>
                  <a:lnTo>
                    <a:pt x="2863842" y="409365"/>
                  </a:lnTo>
                  <a:lnTo>
                    <a:pt x="2814660" y="470176"/>
                  </a:lnTo>
                  <a:lnTo>
                    <a:pt x="2768183" y="537709"/>
                  </a:lnTo>
                  <a:lnTo>
                    <a:pt x="2723754" y="612605"/>
                  </a:lnTo>
                  <a:lnTo>
                    <a:pt x="2680775" y="695298"/>
                  </a:lnTo>
                  <a:lnTo>
                    <a:pt x="2667772" y="722308"/>
                  </a:lnTo>
                  <a:lnTo>
                    <a:pt x="2638178" y="787146"/>
                  </a:lnTo>
                  <a:lnTo>
                    <a:pt x="2608843" y="855962"/>
                  </a:lnTo>
                  <a:lnTo>
                    <a:pt x="2579635" y="928835"/>
                  </a:lnTo>
                  <a:lnTo>
                    <a:pt x="2550447" y="1005804"/>
                  </a:lnTo>
                  <a:lnTo>
                    <a:pt x="2521194" y="1086856"/>
                  </a:lnTo>
                  <a:lnTo>
                    <a:pt x="2491808" y="1171929"/>
                  </a:lnTo>
                  <a:lnTo>
                    <a:pt x="2462240" y="1260904"/>
                  </a:lnTo>
                  <a:lnTo>
                    <a:pt x="2432457" y="1353604"/>
                  </a:lnTo>
                  <a:lnTo>
                    <a:pt x="2402443" y="1449794"/>
                  </a:lnTo>
                  <a:lnTo>
                    <a:pt x="2372193" y="1549179"/>
                  </a:lnTo>
                  <a:lnTo>
                    <a:pt x="2341716" y="1651407"/>
                  </a:lnTo>
                  <a:lnTo>
                    <a:pt x="2311035" y="1756076"/>
                  </a:lnTo>
                  <a:lnTo>
                    <a:pt x="2280181" y="1862733"/>
                  </a:lnTo>
                  <a:lnTo>
                    <a:pt x="2249191" y="1970888"/>
                  </a:lnTo>
                  <a:lnTo>
                    <a:pt x="2218111" y="2080021"/>
                  </a:lnTo>
                  <a:lnTo>
                    <a:pt x="2186992" y="2189590"/>
                  </a:lnTo>
                  <a:lnTo>
                    <a:pt x="2155882" y="2299045"/>
                  </a:lnTo>
                  <a:lnTo>
                    <a:pt x="2124834" y="2407838"/>
                  </a:lnTo>
                  <a:lnTo>
                    <a:pt x="2093895" y="2515435"/>
                  </a:lnTo>
                  <a:lnTo>
                    <a:pt x="2063108" y="2621327"/>
                  </a:lnTo>
                  <a:lnTo>
                    <a:pt x="2032508" y="2725038"/>
                  </a:lnTo>
                  <a:lnTo>
                    <a:pt x="2002124" y="2826137"/>
                  </a:lnTo>
                  <a:lnTo>
                    <a:pt x="1971970" y="2924240"/>
                  </a:lnTo>
                  <a:lnTo>
                    <a:pt x="1942053" y="3019019"/>
                  </a:lnTo>
                  <a:lnTo>
                    <a:pt x="1912362" y="3110204"/>
                  </a:lnTo>
                  <a:lnTo>
                    <a:pt x="1882874" y="3197583"/>
                  </a:lnTo>
                  <a:lnTo>
                    <a:pt x="1853550" y="3281004"/>
                  </a:lnTo>
                  <a:lnTo>
                    <a:pt x="1824333" y="3360373"/>
                  </a:lnTo>
                  <a:lnTo>
                    <a:pt x="1795149" y="3435646"/>
                  </a:lnTo>
                  <a:lnTo>
                    <a:pt x="1765902" y="3506834"/>
                  </a:lnTo>
                  <a:lnTo>
                    <a:pt x="1736477" y="3573993"/>
                  </a:lnTo>
                  <a:lnTo>
                    <a:pt x="1719082" y="3611541"/>
                  </a:lnTo>
                  <a:lnTo>
                    <a:pt x="1676444" y="3696659"/>
                  </a:lnTo>
                  <a:lnTo>
                    <a:pt x="1632521" y="3773922"/>
                  </a:lnTo>
                  <a:lnTo>
                    <a:pt x="1586741" y="3843657"/>
                  </a:lnTo>
                  <a:lnTo>
                    <a:pt x="1538462" y="3906460"/>
                  </a:lnTo>
                  <a:lnTo>
                    <a:pt x="1487018" y="3963029"/>
                  </a:lnTo>
                  <a:lnTo>
                    <a:pt x="1431765" y="4014062"/>
                  </a:lnTo>
                  <a:lnTo>
                    <a:pt x="1372138" y="4060198"/>
                  </a:lnTo>
                  <a:lnTo>
                    <a:pt x="1307716" y="4101985"/>
                  </a:lnTo>
                  <a:lnTo>
                    <a:pt x="1238324" y="4139853"/>
                  </a:lnTo>
                  <a:lnTo>
                    <a:pt x="1164139" y="4174114"/>
                  </a:lnTo>
                  <a:lnTo>
                    <a:pt x="1085825" y="4204953"/>
                  </a:lnTo>
                  <a:lnTo>
                    <a:pt x="1004655" y="4232445"/>
                  </a:lnTo>
                  <a:lnTo>
                    <a:pt x="922582" y="4256569"/>
                  </a:lnTo>
                  <a:lnTo>
                    <a:pt x="842214" y="4277256"/>
                  </a:lnTo>
                  <a:lnTo>
                    <a:pt x="766632" y="4294437"/>
                  </a:lnTo>
                  <a:lnTo>
                    <a:pt x="699034" y="4308112"/>
                  </a:lnTo>
                  <a:lnTo>
                    <a:pt x="642240" y="4318404"/>
                  </a:lnTo>
                  <a:lnTo>
                    <a:pt x="598164" y="4325600"/>
                  </a:lnTo>
                  <a:lnTo>
                    <a:pt x="567404" y="4330144"/>
                  </a:lnTo>
                  <a:lnTo>
                    <a:pt x="549047" y="4332607"/>
                  </a:lnTo>
                  <a:lnTo>
                    <a:pt x="540717" y="4333626"/>
                  </a:lnTo>
                  <a:lnTo>
                    <a:pt x="538763" y="4333846"/>
                  </a:lnTo>
                  <a:lnTo>
                    <a:pt x="538736" y="4333849"/>
                  </a:lnTo>
                  <a:lnTo>
                    <a:pt x="0" y="43338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4" name="pg2114"/>
            <p:cNvSpPr/>
            <p:nvPr/>
          </p:nvSpPr>
          <p:spPr>
            <a:xfrm>
              <a:off x="546595" y="815791"/>
              <a:ext cx="8234974" cy="5253975"/>
            </a:xfrm>
            <a:custGeom>
              <a:avLst/>
              <a:pathLst>
                <a:path w="8234974" h="5253975">
                  <a:moveTo>
                    <a:pt x="0" y="5253975"/>
                  </a:moveTo>
                  <a:lnTo>
                    <a:pt x="538736" y="5253975"/>
                  </a:lnTo>
                  <a:lnTo>
                    <a:pt x="539964" y="5253910"/>
                  </a:lnTo>
                  <a:lnTo>
                    <a:pt x="547983" y="5253450"/>
                  </a:lnTo>
                  <a:lnTo>
                    <a:pt x="568017" y="5252175"/>
                  </a:lnTo>
                  <a:lnTo>
                    <a:pt x="603370" y="5249673"/>
                  </a:lnTo>
                  <a:lnTo>
                    <a:pt x="655125" y="5245578"/>
                  </a:lnTo>
                  <a:lnTo>
                    <a:pt x="722097" y="5239620"/>
                  </a:lnTo>
                  <a:lnTo>
                    <a:pt x="801233" y="5231646"/>
                  </a:lnTo>
                  <a:lnTo>
                    <a:pt x="888389" y="5221611"/>
                  </a:lnTo>
                  <a:lnTo>
                    <a:pt x="979206" y="5209543"/>
                  </a:lnTo>
                  <a:lnTo>
                    <a:pt x="1069842" y="5195491"/>
                  </a:lnTo>
                  <a:lnTo>
                    <a:pt x="1157381" y="5179478"/>
                  </a:lnTo>
                  <a:lnTo>
                    <a:pt x="1239947" y="5161464"/>
                  </a:lnTo>
                  <a:lnTo>
                    <a:pt x="1316599" y="5141332"/>
                  </a:lnTo>
                  <a:lnTo>
                    <a:pt x="1387133" y="5118873"/>
                  </a:lnTo>
                  <a:lnTo>
                    <a:pt x="1451860" y="5093792"/>
                  </a:lnTo>
                  <a:lnTo>
                    <a:pt x="1511425" y="5065712"/>
                  </a:lnTo>
                  <a:lnTo>
                    <a:pt x="1566653" y="5034200"/>
                  </a:lnTo>
                  <a:lnTo>
                    <a:pt x="1618449" y="4998797"/>
                  </a:lnTo>
                  <a:lnTo>
                    <a:pt x="1667712" y="4959082"/>
                  </a:lnTo>
                  <a:lnTo>
                    <a:pt x="1715256" y="4914789"/>
                  </a:lnTo>
                  <a:lnTo>
                    <a:pt x="1719082" y="4910969"/>
                  </a:lnTo>
                  <a:lnTo>
                    <a:pt x="1758972" y="4868952"/>
                  </a:lnTo>
                  <a:lnTo>
                    <a:pt x="1798476" y="4823466"/>
                  </a:lnTo>
                  <a:lnTo>
                    <a:pt x="1837886" y="4774442"/>
                  </a:lnTo>
                  <a:lnTo>
                    <a:pt x="1877421" y="4721888"/>
                  </a:lnTo>
                  <a:lnTo>
                    <a:pt x="1917234" y="4665892"/>
                  </a:lnTo>
                  <a:lnTo>
                    <a:pt x="1957426" y="4606631"/>
                  </a:lnTo>
                  <a:lnTo>
                    <a:pt x="1998040" y="4544376"/>
                  </a:lnTo>
                  <a:lnTo>
                    <a:pt x="2039077" y="4479490"/>
                  </a:lnTo>
                  <a:lnTo>
                    <a:pt x="2080495" y="4412422"/>
                  </a:lnTo>
                  <a:lnTo>
                    <a:pt x="2122220" y="4343697"/>
                  </a:lnTo>
                  <a:lnTo>
                    <a:pt x="2164149" y="4273900"/>
                  </a:lnTo>
                  <a:lnTo>
                    <a:pt x="2206165" y="4203656"/>
                  </a:lnTo>
                  <a:lnTo>
                    <a:pt x="2248144" y="4133607"/>
                  </a:lnTo>
                  <a:lnTo>
                    <a:pt x="2289962" y="4064387"/>
                  </a:lnTo>
                  <a:lnTo>
                    <a:pt x="2331512" y="3996600"/>
                  </a:lnTo>
                  <a:lnTo>
                    <a:pt x="2372706" y="3930797"/>
                  </a:lnTo>
                  <a:lnTo>
                    <a:pt x="2413489" y="3867458"/>
                  </a:lnTo>
                  <a:lnTo>
                    <a:pt x="2453844" y="3806981"/>
                  </a:lnTo>
                  <a:lnTo>
                    <a:pt x="2493798" y="3749673"/>
                  </a:lnTo>
                  <a:lnTo>
                    <a:pt x="2533427" y="3695748"/>
                  </a:lnTo>
                  <a:lnTo>
                    <a:pt x="2572863" y="3645329"/>
                  </a:lnTo>
                  <a:lnTo>
                    <a:pt x="2612300" y="3598454"/>
                  </a:lnTo>
                  <a:lnTo>
                    <a:pt x="2651998" y="3555084"/>
                  </a:lnTo>
                  <a:lnTo>
                    <a:pt x="2667772" y="3538947"/>
                  </a:lnTo>
                  <a:lnTo>
                    <a:pt x="2715206" y="3494277"/>
                  </a:lnTo>
                  <a:lnTo>
                    <a:pt x="2764300" y="3454195"/>
                  </a:lnTo>
                  <a:lnTo>
                    <a:pt x="2815857" y="3418455"/>
                  </a:lnTo>
                  <a:lnTo>
                    <a:pt x="2870770" y="3386642"/>
                  </a:lnTo>
                  <a:lnTo>
                    <a:pt x="2929948" y="3358299"/>
                  </a:lnTo>
                  <a:lnTo>
                    <a:pt x="2994226" y="3332988"/>
                  </a:lnTo>
                  <a:lnTo>
                    <a:pt x="3064269" y="3310327"/>
                  </a:lnTo>
                  <a:lnTo>
                    <a:pt x="3140421" y="3290014"/>
                  </a:lnTo>
                  <a:lnTo>
                    <a:pt x="3222528" y="3271833"/>
                  </a:lnTo>
                  <a:lnTo>
                    <a:pt x="3309718" y="3255659"/>
                  </a:lnTo>
                  <a:lnTo>
                    <a:pt x="3400196" y="3241446"/>
                  </a:lnTo>
                  <a:lnTo>
                    <a:pt x="3491131" y="3229215"/>
                  </a:lnTo>
                  <a:lnTo>
                    <a:pt x="3578746" y="3219012"/>
                  </a:lnTo>
                  <a:lnTo>
                    <a:pt x="3658701" y="3210870"/>
                  </a:lnTo>
                  <a:lnTo>
                    <a:pt x="3726801" y="3204752"/>
                  </a:lnTo>
                  <a:lnTo>
                    <a:pt x="3779872" y="3200513"/>
                  </a:lnTo>
                  <a:lnTo>
                    <a:pt x="3816556" y="3197894"/>
                  </a:lnTo>
                  <a:lnTo>
                    <a:pt x="3837744" y="3196534"/>
                  </a:lnTo>
                  <a:lnTo>
                    <a:pt x="3846573" y="3196023"/>
                  </a:lnTo>
                  <a:lnTo>
                    <a:pt x="3848118" y="3195941"/>
                  </a:lnTo>
                  <a:lnTo>
                    <a:pt x="4386855" y="3195941"/>
                  </a:lnTo>
                  <a:lnTo>
                    <a:pt x="4387992" y="3195849"/>
                  </a:lnTo>
                  <a:lnTo>
                    <a:pt x="4395437" y="3195188"/>
                  </a:lnTo>
                  <a:lnTo>
                    <a:pt x="4414083" y="3193362"/>
                  </a:lnTo>
                  <a:lnTo>
                    <a:pt x="4447115" y="3189774"/>
                  </a:lnTo>
                  <a:lnTo>
                    <a:pt x="4495726" y="3183890"/>
                  </a:lnTo>
                  <a:lnTo>
                    <a:pt x="4559047" y="3175305"/>
                  </a:lnTo>
                  <a:lnTo>
                    <a:pt x="4634457" y="3163775"/>
                  </a:lnTo>
                  <a:lnTo>
                    <a:pt x="4718226" y="3149213"/>
                  </a:lnTo>
                  <a:lnTo>
                    <a:pt x="4806295" y="3131645"/>
                  </a:lnTo>
                  <a:lnTo>
                    <a:pt x="4894960" y="3111141"/>
                  </a:lnTo>
                  <a:lnTo>
                    <a:pt x="4981295" y="3087749"/>
                  </a:lnTo>
                  <a:lnTo>
                    <a:pt x="5063309" y="3061440"/>
                  </a:lnTo>
                  <a:lnTo>
                    <a:pt x="5139896" y="3032081"/>
                  </a:lnTo>
                  <a:lnTo>
                    <a:pt x="5210671" y="2999414"/>
                  </a:lnTo>
                  <a:lnTo>
                    <a:pt x="5275781" y="2963058"/>
                  </a:lnTo>
                  <a:lnTo>
                    <a:pt x="5335726" y="2922513"/>
                  </a:lnTo>
                  <a:lnTo>
                    <a:pt x="5391217" y="2877187"/>
                  </a:lnTo>
                  <a:lnTo>
                    <a:pt x="5443074" y="2826426"/>
                  </a:lnTo>
                  <a:lnTo>
                    <a:pt x="5492137" y="2769588"/>
                  </a:lnTo>
                  <a:lnTo>
                    <a:pt x="5539208" y="2706159"/>
                  </a:lnTo>
                  <a:lnTo>
                    <a:pt x="5567201" y="2664192"/>
                  </a:lnTo>
                  <a:lnTo>
                    <a:pt x="5600993" y="2609411"/>
                  </a:lnTo>
                  <a:lnTo>
                    <a:pt x="5634474" y="2550795"/>
                  </a:lnTo>
                  <a:lnTo>
                    <a:pt x="5667830" y="2488265"/>
                  </a:lnTo>
                  <a:lnTo>
                    <a:pt x="5701209" y="2421798"/>
                  </a:lnTo>
                  <a:lnTo>
                    <a:pt x="5734727" y="2351436"/>
                  </a:lnTo>
                  <a:lnTo>
                    <a:pt x="5768466" y="2277286"/>
                  </a:lnTo>
                  <a:lnTo>
                    <a:pt x="5802480" y="2199528"/>
                  </a:lnTo>
                  <a:lnTo>
                    <a:pt x="5836796" y="2118417"/>
                  </a:lnTo>
                  <a:lnTo>
                    <a:pt x="5871418" y="2034281"/>
                  </a:lnTo>
                  <a:lnTo>
                    <a:pt x="5906329" y="1947518"/>
                  </a:lnTo>
                  <a:lnTo>
                    <a:pt x="5941491" y="1858591"/>
                  </a:lnTo>
                  <a:lnTo>
                    <a:pt x="5976852" y="1768018"/>
                  </a:lnTo>
                  <a:lnTo>
                    <a:pt x="6012348" y="1676358"/>
                  </a:lnTo>
                  <a:lnTo>
                    <a:pt x="6047906" y="1584204"/>
                  </a:lnTo>
                  <a:lnTo>
                    <a:pt x="6083450" y="1492158"/>
                  </a:lnTo>
                  <a:lnTo>
                    <a:pt x="6118906" y="1400820"/>
                  </a:lnTo>
                  <a:lnTo>
                    <a:pt x="6154203" y="1310773"/>
                  </a:lnTo>
                  <a:lnTo>
                    <a:pt x="6189280" y="1222563"/>
                  </a:lnTo>
                  <a:lnTo>
                    <a:pt x="6224091" y="1136689"/>
                  </a:lnTo>
                  <a:lnTo>
                    <a:pt x="6258605" y="1053593"/>
                  </a:lnTo>
                  <a:lnTo>
                    <a:pt x="6292811" y="973648"/>
                  </a:lnTo>
                  <a:lnTo>
                    <a:pt x="6326722" y="897155"/>
                  </a:lnTo>
                  <a:lnTo>
                    <a:pt x="6360374" y="824342"/>
                  </a:lnTo>
                  <a:lnTo>
                    <a:pt x="6393832" y="755364"/>
                  </a:lnTo>
                  <a:lnTo>
                    <a:pt x="6427188" y="690304"/>
                  </a:lnTo>
                  <a:lnTo>
                    <a:pt x="6460570" y="629180"/>
                  </a:lnTo>
                  <a:lnTo>
                    <a:pt x="6494138" y="571947"/>
                  </a:lnTo>
                  <a:lnTo>
                    <a:pt x="6515891" y="537194"/>
                  </a:lnTo>
                  <a:lnTo>
                    <a:pt x="6562093" y="469626"/>
                  </a:lnTo>
                  <a:lnTo>
                    <a:pt x="6609854" y="408819"/>
                  </a:lnTo>
                  <a:lnTo>
                    <a:pt x="6659910" y="354428"/>
                  </a:lnTo>
                  <a:lnTo>
                    <a:pt x="6713087" y="305871"/>
                  </a:lnTo>
                  <a:lnTo>
                    <a:pt x="6770225" y="262489"/>
                  </a:lnTo>
                  <a:lnTo>
                    <a:pt x="6832113" y="223648"/>
                  </a:lnTo>
                  <a:lnTo>
                    <a:pt x="6899394" y="188786"/>
                  </a:lnTo>
                  <a:lnTo>
                    <a:pt x="6972448" y="157451"/>
                  </a:lnTo>
                  <a:lnTo>
                    <a:pt x="7051238" y="129308"/>
                  </a:lnTo>
                  <a:lnTo>
                    <a:pt x="7135119" y="104149"/>
                  </a:lnTo>
                  <a:lnTo>
                    <a:pt x="7222654" y="81884"/>
                  </a:lnTo>
                  <a:lnTo>
                    <a:pt x="7311483" y="62520"/>
                  </a:lnTo>
                  <a:lnTo>
                    <a:pt x="7398345" y="46119"/>
                  </a:lnTo>
                  <a:lnTo>
                    <a:pt x="7479328" y="32744"/>
                  </a:lnTo>
                  <a:lnTo>
                    <a:pt x="7550413" y="22383"/>
                  </a:lnTo>
                  <a:lnTo>
                    <a:pt x="7608211" y="14892"/>
                  </a:lnTo>
                  <a:lnTo>
                    <a:pt x="7650724" y="9963"/>
                  </a:lnTo>
                  <a:lnTo>
                    <a:pt x="7677876" y="7132"/>
                  </a:lnTo>
                  <a:lnTo>
                    <a:pt x="7691664" y="5834"/>
                  </a:lnTo>
                  <a:lnTo>
                    <a:pt x="7695974" y="546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0" y="92"/>
                  </a:lnTo>
                  <a:lnTo>
                    <a:pt x="7687656" y="752"/>
                  </a:lnTo>
                  <a:lnTo>
                    <a:pt x="7669009" y="2579"/>
                  </a:lnTo>
                  <a:lnTo>
                    <a:pt x="7635977" y="6167"/>
                  </a:lnTo>
                  <a:lnTo>
                    <a:pt x="7587367" y="12050"/>
                  </a:lnTo>
                  <a:lnTo>
                    <a:pt x="7524045" y="20635"/>
                  </a:lnTo>
                  <a:lnTo>
                    <a:pt x="7448635" y="32166"/>
                  </a:lnTo>
                  <a:lnTo>
                    <a:pt x="7364867" y="46728"/>
                  </a:lnTo>
                  <a:lnTo>
                    <a:pt x="7276797" y="64295"/>
                  </a:lnTo>
                  <a:lnTo>
                    <a:pt x="7188132" y="84799"/>
                  </a:lnTo>
                  <a:lnTo>
                    <a:pt x="7101797" y="108192"/>
                  </a:lnTo>
                  <a:lnTo>
                    <a:pt x="7019783" y="134500"/>
                  </a:lnTo>
                  <a:lnTo>
                    <a:pt x="6943197" y="163859"/>
                  </a:lnTo>
                  <a:lnTo>
                    <a:pt x="6872422" y="196526"/>
                  </a:lnTo>
                  <a:lnTo>
                    <a:pt x="6807312" y="232883"/>
                  </a:lnTo>
                  <a:lnTo>
                    <a:pt x="6747367" y="273427"/>
                  </a:lnTo>
                  <a:lnTo>
                    <a:pt x="6691875" y="318754"/>
                  </a:lnTo>
                  <a:lnTo>
                    <a:pt x="6640019" y="369515"/>
                  </a:lnTo>
                  <a:lnTo>
                    <a:pt x="6590955" y="426353"/>
                  </a:lnTo>
                  <a:lnTo>
                    <a:pt x="6543884" y="489782"/>
                  </a:lnTo>
                  <a:lnTo>
                    <a:pt x="6515891" y="531749"/>
                  </a:lnTo>
                  <a:lnTo>
                    <a:pt x="6482099" y="586529"/>
                  </a:lnTo>
                  <a:lnTo>
                    <a:pt x="6448619" y="645145"/>
                  </a:lnTo>
                  <a:lnTo>
                    <a:pt x="6415263" y="707676"/>
                  </a:lnTo>
                  <a:lnTo>
                    <a:pt x="6381883" y="774142"/>
                  </a:lnTo>
                  <a:lnTo>
                    <a:pt x="6348365" y="844505"/>
                  </a:lnTo>
                  <a:lnTo>
                    <a:pt x="6314626" y="918655"/>
                  </a:lnTo>
                  <a:lnTo>
                    <a:pt x="6280613" y="996413"/>
                  </a:lnTo>
                  <a:lnTo>
                    <a:pt x="6246297" y="1077523"/>
                  </a:lnTo>
                  <a:lnTo>
                    <a:pt x="6211674" y="1161659"/>
                  </a:lnTo>
                  <a:lnTo>
                    <a:pt x="6176763" y="1248422"/>
                  </a:lnTo>
                  <a:lnTo>
                    <a:pt x="6141601" y="1337349"/>
                  </a:lnTo>
                  <a:lnTo>
                    <a:pt x="6106240" y="1427923"/>
                  </a:lnTo>
                  <a:lnTo>
                    <a:pt x="6070744" y="1519582"/>
                  </a:lnTo>
                  <a:lnTo>
                    <a:pt x="6035187" y="1611737"/>
                  </a:lnTo>
                  <a:lnTo>
                    <a:pt x="5999642" y="1703783"/>
                  </a:lnTo>
                  <a:lnTo>
                    <a:pt x="5964187" y="1795120"/>
                  </a:lnTo>
                  <a:lnTo>
                    <a:pt x="5928890" y="1885168"/>
                  </a:lnTo>
                  <a:lnTo>
                    <a:pt x="5893812" y="1973378"/>
                  </a:lnTo>
                  <a:lnTo>
                    <a:pt x="5859001" y="2059251"/>
                  </a:lnTo>
                  <a:lnTo>
                    <a:pt x="5824487" y="2142347"/>
                  </a:lnTo>
                  <a:lnTo>
                    <a:pt x="5790281" y="2222293"/>
                  </a:lnTo>
                  <a:lnTo>
                    <a:pt x="5756370" y="2298786"/>
                  </a:lnTo>
                  <a:lnTo>
                    <a:pt x="5722718" y="2371598"/>
                  </a:lnTo>
                  <a:lnTo>
                    <a:pt x="5689261" y="2440576"/>
                  </a:lnTo>
                  <a:lnTo>
                    <a:pt x="5655904" y="2505636"/>
                  </a:lnTo>
                  <a:lnTo>
                    <a:pt x="5622523" y="2566761"/>
                  </a:lnTo>
                  <a:lnTo>
                    <a:pt x="5588955" y="2623993"/>
                  </a:lnTo>
                  <a:lnTo>
                    <a:pt x="5567201" y="2658747"/>
                  </a:lnTo>
                  <a:lnTo>
                    <a:pt x="5520999" y="2726314"/>
                  </a:lnTo>
                  <a:lnTo>
                    <a:pt x="5473239" y="2787121"/>
                  </a:lnTo>
                  <a:lnTo>
                    <a:pt x="5423183" y="2841512"/>
                  </a:lnTo>
                  <a:lnTo>
                    <a:pt x="5370006" y="2890070"/>
                  </a:lnTo>
                  <a:lnTo>
                    <a:pt x="5312867" y="2933451"/>
                  </a:lnTo>
                  <a:lnTo>
                    <a:pt x="5250979" y="2972293"/>
                  </a:lnTo>
                  <a:lnTo>
                    <a:pt x="5183698" y="3007154"/>
                  </a:lnTo>
                  <a:lnTo>
                    <a:pt x="5110644" y="3038489"/>
                  </a:lnTo>
                  <a:lnTo>
                    <a:pt x="5031855" y="3066632"/>
                  </a:lnTo>
                  <a:lnTo>
                    <a:pt x="4947974" y="3091791"/>
                  </a:lnTo>
                  <a:lnTo>
                    <a:pt x="4860439" y="3114057"/>
                  </a:lnTo>
                  <a:lnTo>
                    <a:pt x="4771609" y="3133421"/>
                  </a:lnTo>
                  <a:lnTo>
                    <a:pt x="4684748" y="3149821"/>
                  </a:lnTo>
                  <a:lnTo>
                    <a:pt x="4603764" y="3163196"/>
                  </a:lnTo>
                  <a:lnTo>
                    <a:pt x="4532679" y="3173557"/>
                  </a:lnTo>
                  <a:lnTo>
                    <a:pt x="4474882" y="3181048"/>
                  </a:lnTo>
                  <a:lnTo>
                    <a:pt x="4432368" y="3185978"/>
                  </a:lnTo>
                  <a:lnTo>
                    <a:pt x="4405216" y="3188809"/>
                  </a:lnTo>
                  <a:lnTo>
                    <a:pt x="4391429" y="3190107"/>
                  </a:lnTo>
                  <a:lnTo>
                    <a:pt x="4387118" y="3190476"/>
                  </a:lnTo>
                  <a:lnTo>
                    <a:pt x="4386855" y="3190497"/>
                  </a:lnTo>
                  <a:lnTo>
                    <a:pt x="3848118" y="3190497"/>
                  </a:lnTo>
                  <a:lnTo>
                    <a:pt x="3846891" y="3190561"/>
                  </a:lnTo>
                  <a:lnTo>
                    <a:pt x="3838872" y="3191022"/>
                  </a:lnTo>
                  <a:lnTo>
                    <a:pt x="3818838" y="3192296"/>
                  </a:lnTo>
                  <a:lnTo>
                    <a:pt x="3783485" y="3194799"/>
                  </a:lnTo>
                  <a:lnTo>
                    <a:pt x="3731730" y="3198893"/>
                  </a:lnTo>
                  <a:lnTo>
                    <a:pt x="3664758" y="3204851"/>
                  </a:lnTo>
                  <a:lnTo>
                    <a:pt x="3585621" y="3212826"/>
                  </a:lnTo>
                  <a:lnTo>
                    <a:pt x="3498466" y="3222860"/>
                  </a:lnTo>
                  <a:lnTo>
                    <a:pt x="3407648" y="3234928"/>
                  </a:lnTo>
                  <a:lnTo>
                    <a:pt x="3317013" y="3248980"/>
                  </a:lnTo>
                  <a:lnTo>
                    <a:pt x="3229474" y="3264994"/>
                  </a:lnTo>
                  <a:lnTo>
                    <a:pt x="3146908" y="3283007"/>
                  </a:lnTo>
                  <a:lnTo>
                    <a:pt x="3070255" y="3303139"/>
                  </a:lnTo>
                  <a:lnTo>
                    <a:pt x="2999722" y="3325598"/>
                  </a:lnTo>
                  <a:lnTo>
                    <a:pt x="2934994" y="3350680"/>
                  </a:lnTo>
                  <a:lnTo>
                    <a:pt x="2875430" y="3378760"/>
                  </a:lnTo>
                  <a:lnTo>
                    <a:pt x="2820202" y="3410271"/>
                  </a:lnTo>
                  <a:lnTo>
                    <a:pt x="2768406" y="3445675"/>
                  </a:lnTo>
                  <a:lnTo>
                    <a:pt x="2719142" y="3485389"/>
                  </a:lnTo>
                  <a:lnTo>
                    <a:pt x="2671599" y="3529682"/>
                  </a:lnTo>
                  <a:lnTo>
                    <a:pt x="2667772" y="3533502"/>
                  </a:lnTo>
                  <a:lnTo>
                    <a:pt x="2627883" y="3575519"/>
                  </a:lnTo>
                  <a:lnTo>
                    <a:pt x="2588378" y="3621006"/>
                  </a:lnTo>
                  <a:lnTo>
                    <a:pt x="2548968" y="3670029"/>
                  </a:lnTo>
                  <a:lnTo>
                    <a:pt x="2509434" y="3722584"/>
                  </a:lnTo>
                  <a:lnTo>
                    <a:pt x="2469620" y="3778580"/>
                  </a:lnTo>
                  <a:lnTo>
                    <a:pt x="2429429" y="3837841"/>
                  </a:lnTo>
                  <a:lnTo>
                    <a:pt x="2388815" y="3900095"/>
                  </a:lnTo>
                  <a:lnTo>
                    <a:pt x="2347778" y="3964981"/>
                  </a:lnTo>
                  <a:lnTo>
                    <a:pt x="2306359" y="4032049"/>
                  </a:lnTo>
                  <a:lnTo>
                    <a:pt x="2264635" y="4100774"/>
                  </a:lnTo>
                  <a:lnTo>
                    <a:pt x="2222706" y="4170571"/>
                  </a:lnTo>
                  <a:lnTo>
                    <a:pt x="2180689" y="4240815"/>
                  </a:lnTo>
                  <a:lnTo>
                    <a:pt x="2138711" y="4310865"/>
                  </a:lnTo>
                  <a:lnTo>
                    <a:pt x="2096892" y="4380084"/>
                  </a:lnTo>
                  <a:lnTo>
                    <a:pt x="2055343" y="4447871"/>
                  </a:lnTo>
                  <a:lnTo>
                    <a:pt x="2014149" y="4513674"/>
                  </a:lnTo>
                  <a:lnTo>
                    <a:pt x="1973366" y="4577013"/>
                  </a:lnTo>
                  <a:lnTo>
                    <a:pt x="1933011" y="4637490"/>
                  </a:lnTo>
                  <a:lnTo>
                    <a:pt x="1893057" y="4694798"/>
                  </a:lnTo>
                  <a:lnTo>
                    <a:pt x="1853428" y="4748723"/>
                  </a:lnTo>
                  <a:lnTo>
                    <a:pt x="1813991" y="4799142"/>
                  </a:lnTo>
                  <a:lnTo>
                    <a:pt x="1774555" y="4846017"/>
                  </a:lnTo>
                  <a:lnTo>
                    <a:pt x="1734857" y="4889388"/>
                  </a:lnTo>
                  <a:lnTo>
                    <a:pt x="1719082" y="4905525"/>
                  </a:lnTo>
                  <a:lnTo>
                    <a:pt x="1671649" y="4950195"/>
                  </a:lnTo>
                  <a:lnTo>
                    <a:pt x="1622554" y="4990276"/>
                  </a:lnTo>
                  <a:lnTo>
                    <a:pt x="1570998" y="5026017"/>
                  </a:lnTo>
                  <a:lnTo>
                    <a:pt x="1516084" y="5057829"/>
                  </a:lnTo>
                  <a:lnTo>
                    <a:pt x="1456907" y="5086172"/>
                  </a:lnTo>
                  <a:lnTo>
                    <a:pt x="1392628" y="5111484"/>
                  </a:lnTo>
                  <a:lnTo>
                    <a:pt x="1322586" y="5134145"/>
                  </a:lnTo>
                  <a:lnTo>
                    <a:pt x="1246434" y="5154458"/>
                  </a:lnTo>
                  <a:lnTo>
                    <a:pt x="1164327" y="5172638"/>
                  </a:lnTo>
                  <a:lnTo>
                    <a:pt x="1077137" y="5188813"/>
                  </a:lnTo>
                  <a:lnTo>
                    <a:pt x="986659" y="5203025"/>
                  </a:lnTo>
                  <a:lnTo>
                    <a:pt x="895723" y="5215257"/>
                  </a:lnTo>
                  <a:lnTo>
                    <a:pt x="808109" y="5225459"/>
                  </a:lnTo>
                  <a:lnTo>
                    <a:pt x="728153" y="5233601"/>
                  </a:lnTo>
                  <a:lnTo>
                    <a:pt x="660053" y="5239720"/>
                  </a:lnTo>
                  <a:lnTo>
                    <a:pt x="606982" y="5243958"/>
                  </a:lnTo>
                  <a:lnTo>
                    <a:pt x="570299" y="5246578"/>
                  </a:lnTo>
                  <a:lnTo>
                    <a:pt x="549110" y="5247937"/>
                  </a:lnTo>
                  <a:lnTo>
                    <a:pt x="540282" y="5248449"/>
                  </a:lnTo>
                  <a:lnTo>
                    <a:pt x="538736" y="5248530"/>
                  </a:lnTo>
                  <a:lnTo>
                    <a:pt x="0" y="5248530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15" name="pl2115"/>
            <p:cNvSpPr/>
            <p:nvPr/>
          </p:nvSpPr>
          <p:spPr>
            <a:xfrm>
              <a:off x="546595" y="821236"/>
              <a:ext cx="8234974" cy="5248530"/>
            </a:xfrm>
            <a:custGeom>
              <a:avLst/>
              <a:pathLst>
                <a:path w="8234974" h="5248530">
                  <a:moveTo>
                    <a:pt x="0" y="5248530"/>
                  </a:moveTo>
                  <a:lnTo>
                    <a:pt x="538736" y="5248530"/>
                  </a:lnTo>
                  <a:lnTo>
                    <a:pt x="539964" y="5248466"/>
                  </a:lnTo>
                  <a:lnTo>
                    <a:pt x="547983" y="5248005"/>
                  </a:lnTo>
                  <a:lnTo>
                    <a:pt x="568017" y="5246730"/>
                  </a:lnTo>
                  <a:lnTo>
                    <a:pt x="603370" y="5244228"/>
                  </a:lnTo>
                  <a:lnTo>
                    <a:pt x="655125" y="5240134"/>
                  </a:lnTo>
                  <a:lnTo>
                    <a:pt x="722097" y="5234176"/>
                  </a:lnTo>
                  <a:lnTo>
                    <a:pt x="801233" y="5226201"/>
                  </a:lnTo>
                  <a:lnTo>
                    <a:pt x="888389" y="5216167"/>
                  </a:lnTo>
                  <a:lnTo>
                    <a:pt x="979206" y="5204099"/>
                  </a:lnTo>
                  <a:lnTo>
                    <a:pt x="1069842" y="5190047"/>
                  </a:lnTo>
                  <a:lnTo>
                    <a:pt x="1157381" y="5174033"/>
                  </a:lnTo>
                  <a:lnTo>
                    <a:pt x="1239947" y="5156020"/>
                  </a:lnTo>
                  <a:lnTo>
                    <a:pt x="1316599" y="5135888"/>
                  </a:lnTo>
                  <a:lnTo>
                    <a:pt x="1387133" y="5113429"/>
                  </a:lnTo>
                  <a:lnTo>
                    <a:pt x="1451860" y="5088347"/>
                  </a:lnTo>
                  <a:lnTo>
                    <a:pt x="1511425" y="5060267"/>
                  </a:lnTo>
                  <a:lnTo>
                    <a:pt x="1566653" y="5028756"/>
                  </a:lnTo>
                  <a:lnTo>
                    <a:pt x="1618449" y="4993352"/>
                  </a:lnTo>
                  <a:lnTo>
                    <a:pt x="1667712" y="4953638"/>
                  </a:lnTo>
                  <a:lnTo>
                    <a:pt x="1715256" y="4909345"/>
                  </a:lnTo>
                  <a:lnTo>
                    <a:pt x="1719082" y="4905525"/>
                  </a:lnTo>
                  <a:lnTo>
                    <a:pt x="1758972" y="4863508"/>
                  </a:lnTo>
                  <a:lnTo>
                    <a:pt x="1798476" y="4818021"/>
                  </a:lnTo>
                  <a:lnTo>
                    <a:pt x="1837886" y="4768998"/>
                  </a:lnTo>
                  <a:lnTo>
                    <a:pt x="1877421" y="4716443"/>
                  </a:lnTo>
                  <a:lnTo>
                    <a:pt x="1917234" y="4660447"/>
                  </a:lnTo>
                  <a:lnTo>
                    <a:pt x="1957426" y="4601186"/>
                  </a:lnTo>
                  <a:lnTo>
                    <a:pt x="1998040" y="4538932"/>
                  </a:lnTo>
                  <a:lnTo>
                    <a:pt x="2039077" y="4474046"/>
                  </a:lnTo>
                  <a:lnTo>
                    <a:pt x="2080495" y="4406978"/>
                  </a:lnTo>
                  <a:lnTo>
                    <a:pt x="2122220" y="4338252"/>
                  </a:lnTo>
                  <a:lnTo>
                    <a:pt x="2164149" y="4268455"/>
                  </a:lnTo>
                  <a:lnTo>
                    <a:pt x="2206165" y="4198212"/>
                  </a:lnTo>
                  <a:lnTo>
                    <a:pt x="2248144" y="4128162"/>
                  </a:lnTo>
                  <a:lnTo>
                    <a:pt x="2289962" y="4058943"/>
                  </a:lnTo>
                  <a:lnTo>
                    <a:pt x="2331512" y="3991156"/>
                  </a:lnTo>
                  <a:lnTo>
                    <a:pt x="2372706" y="3925353"/>
                  </a:lnTo>
                  <a:lnTo>
                    <a:pt x="2413489" y="3862014"/>
                  </a:lnTo>
                  <a:lnTo>
                    <a:pt x="2453844" y="3801537"/>
                  </a:lnTo>
                  <a:lnTo>
                    <a:pt x="2493798" y="3744229"/>
                  </a:lnTo>
                  <a:lnTo>
                    <a:pt x="2533427" y="3690304"/>
                  </a:lnTo>
                  <a:lnTo>
                    <a:pt x="2572863" y="3639885"/>
                  </a:lnTo>
                  <a:lnTo>
                    <a:pt x="2612300" y="3593010"/>
                  </a:lnTo>
                  <a:lnTo>
                    <a:pt x="2651998" y="3549639"/>
                  </a:lnTo>
                  <a:lnTo>
                    <a:pt x="2667772" y="3533502"/>
                  </a:lnTo>
                  <a:lnTo>
                    <a:pt x="2715206" y="3488832"/>
                  </a:lnTo>
                  <a:lnTo>
                    <a:pt x="2764300" y="3448751"/>
                  </a:lnTo>
                  <a:lnTo>
                    <a:pt x="2815857" y="3413010"/>
                  </a:lnTo>
                  <a:lnTo>
                    <a:pt x="2870770" y="3381198"/>
                  </a:lnTo>
                  <a:lnTo>
                    <a:pt x="2929948" y="3352855"/>
                  </a:lnTo>
                  <a:lnTo>
                    <a:pt x="2994226" y="3327543"/>
                  </a:lnTo>
                  <a:lnTo>
                    <a:pt x="3064269" y="3304882"/>
                  </a:lnTo>
                  <a:lnTo>
                    <a:pt x="3140421" y="3284569"/>
                  </a:lnTo>
                  <a:lnTo>
                    <a:pt x="3222528" y="3266389"/>
                  </a:lnTo>
                  <a:lnTo>
                    <a:pt x="3309718" y="3250214"/>
                  </a:lnTo>
                  <a:lnTo>
                    <a:pt x="3400196" y="3236002"/>
                  </a:lnTo>
                  <a:lnTo>
                    <a:pt x="3491131" y="3223770"/>
                  </a:lnTo>
                  <a:lnTo>
                    <a:pt x="3578746" y="3213568"/>
                  </a:lnTo>
                  <a:lnTo>
                    <a:pt x="3658701" y="3205426"/>
                  </a:lnTo>
                  <a:lnTo>
                    <a:pt x="3726801" y="3199307"/>
                  </a:lnTo>
                  <a:lnTo>
                    <a:pt x="3779872" y="3195069"/>
                  </a:lnTo>
                  <a:lnTo>
                    <a:pt x="3816556" y="3192449"/>
                  </a:lnTo>
                  <a:lnTo>
                    <a:pt x="3837744" y="3191090"/>
                  </a:lnTo>
                  <a:lnTo>
                    <a:pt x="3846573" y="3190578"/>
                  </a:lnTo>
                  <a:lnTo>
                    <a:pt x="3848118" y="3190497"/>
                  </a:lnTo>
                  <a:lnTo>
                    <a:pt x="3848118" y="3190497"/>
                  </a:lnTo>
                  <a:lnTo>
                    <a:pt x="4386855" y="3190497"/>
                  </a:lnTo>
                  <a:lnTo>
                    <a:pt x="4387992" y="3190404"/>
                  </a:lnTo>
                  <a:lnTo>
                    <a:pt x="4395437" y="3189744"/>
                  </a:lnTo>
                  <a:lnTo>
                    <a:pt x="4414083" y="3187917"/>
                  </a:lnTo>
                  <a:lnTo>
                    <a:pt x="4447115" y="3184329"/>
                  </a:lnTo>
                  <a:lnTo>
                    <a:pt x="4495726" y="3178446"/>
                  </a:lnTo>
                  <a:lnTo>
                    <a:pt x="4559047" y="3169861"/>
                  </a:lnTo>
                  <a:lnTo>
                    <a:pt x="4634457" y="3158330"/>
                  </a:lnTo>
                  <a:lnTo>
                    <a:pt x="4718226" y="3143768"/>
                  </a:lnTo>
                  <a:lnTo>
                    <a:pt x="4806295" y="3126201"/>
                  </a:lnTo>
                  <a:lnTo>
                    <a:pt x="4894960" y="3105697"/>
                  </a:lnTo>
                  <a:lnTo>
                    <a:pt x="4981295" y="3082304"/>
                  </a:lnTo>
                  <a:lnTo>
                    <a:pt x="5063309" y="3055996"/>
                  </a:lnTo>
                  <a:lnTo>
                    <a:pt x="5139896" y="3026637"/>
                  </a:lnTo>
                  <a:lnTo>
                    <a:pt x="5210671" y="2993970"/>
                  </a:lnTo>
                  <a:lnTo>
                    <a:pt x="5275781" y="2957613"/>
                  </a:lnTo>
                  <a:lnTo>
                    <a:pt x="5335726" y="2917069"/>
                  </a:lnTo>
                  <a:lnTo>
                    <a:pt x="5391217" y="2871742"/>
                  </a:lnTo>
                  <a:lnTo>
                    <a:pt x="5443074" y="2820981"/>
                  </a:lnTo>
                  <a:lnTo>
                    <a:pt x="5492137" y="2764143"/>
                  </a:lnTo>
                  <a:lnTo>
                    <a:pt x="5539208" y="2700714"/>
                  </a:lnTo>
                  <a:lnTo>
                    <a:pt x="5567201" y="2658747"/>
                  </a:lnTo>
                  <a:lnTo>
                    <a:pt x="5600993" y="2603967"/>
                  </a:lnTo>
                  <a:lnTo>
                    <a:pt x="5634474" y="2545351"/>
                  </a:lnTo>
                  <a:lnTo>
                    <a:pt x="5667830" y="2482820"/>
                  </a:lnTo>
                  <a:lnTo>
                    <a:pt x="5701209" y="2416354"/>
                  </a:lnTo>
                  <a:lnTo>
                    <a:pt x="5734727" y="2345991"/>
                  </a:lnTo>
                  <a:lnTo>
                    <a:pt x="5768466" y="2271841"/>
                  </a:lnTo>
                  <a:lnTo>
                    <a:pt x="5802480" y="2194083"/>
                  </a:lnTo>
                  <a:lnTo>
                    <a:pt x="5836796" y="2112973"/>
                  </a:lnTo>
                  <a:lnTo>
                    <a:pt x="5871418" y="2028837"/>
                  </a:lnTo>
                  <a:lnTo>
                    <a:pt x="5906329" y="1942074"/>
                  </a:lnTo>
                  <a:lnTo>
                    <a:pt x="5941491" y="1853147"/>
                  </a:lnTo>
                  <a:lnTo>
                    <a:pt x="5976852" y="1762573"/>
                  </a:lnTo>
                  <a:lnTo>
                    <a:pt x="6012348" y="1670914"/>
                  </a:lnTo>
                  <a:lnTo>
                    <a:pt x="6047906" y="1578759"/>
                  </a:lnTo>
                  <a:lnTo>
                    <a:pt x="6083450" y="1486713"/>
                  </a:lnTo>
                  <a:lnTo>
                    <a:pt x="6118906" y="1395376"/>
                  </a:lnTo>
                  <a:lnTo>
                    <a:pt x="6154203" y="1305328"/>
                  </a:lnTo>
                  <a:lnTo>
                    <a:pt x="6189280" y="1217118"/>
                  </a:lnTo>
                  <a:lnTo>
                    <a:pt x="6224091" y="1131245"/>
                  </a:lnTo>
                  <a:lnTo>
                    <a:pt x="6258605" y="1048149"/>
                  </a:lnTo>
                  <a:lnTo>
                    <a:pt x="6292811" y="968203"/>
                  </a:lnTo>
                  <a:lnTo>
                    <a:pt x="6326722" y="891710"/>
                  </a:lnTo>
                  <a:lnTo>
                    <a:pt x="6360374" y="818898"/>
                  </a:lnTo>
                  <a:lnTo>
                    <a:pt x="6393832" y="749920"/>
                  </a:lnTo>
                  <a:lnTo>
                    <a:pt x="6427188" y="684860"/>
                  </a:lnTo>
                  <a:lnTo>
                    <a:pt x="6460570" y="623735"/>
                  </a:lnTo>
                  <a:lnTo>
                    <a:pt x="6494138" y="566503"/>
                  </a:lnTo>
                  <a:lnTo>
                    <a:pt x="6515891" y="531749"/>
                  </a:lnTo>
                  <a:lnTo>
                    <a:pt x="6562093" y="464182"/>
                  </a:lnTo>
                  <a:lnTo>
                    <a:pt x="6609854" y="403375"/>
                  </a:lnTo>
                  <a:lnTo>
                    <a:pt x="6659910" y="348984"/>
                  </a:lnTo>
                  <a:lnTo>
                    <a:pt x="6713087" y="300426"/>
                  </a:lnTo>
                  <a:lnTo>
                    <a:pt x="6770225" y="257045"/>
                  </a:lnTo>
                  <a:lnTo>
                    <a:pt x="6832113" y="218203"/>
                  </a:lnTo>
                  <a:lnTo>
                    <a:pt x="6899394" y="183342"/>
                  </a:lnTo>
                  <a:lnTo>
                    <a:pt x="6972448" y="152007"/>
                  </a:lnTo>
                  <a:lnTo>
                    <a:pt x="7051238" y="123864"/>
                  </a:lnTo>
                  <a:lnTo>
                    <a:pt x="7135119" y="98705"/>
                  </a:lnTo>
                  <a:lnTo>
                    <a:pt x="7222654" y="76440"/>
                  </a:lnTo>
                  <a:lnTo>
                    <a:pt x="7311483" y="57075"/>
                  </a:lnTo>
                  <a:lnTo>
                    <a:pt x="7398345" y="40675"/>
                  </a:lnTo>
                  <a:lnTo>
                    <a:pt x="7479328" y="27300"/>
                  </a:lnTo>
                  <a:lnTo>
                    <a:pt x="7550413" y="16939"/>
                  </a:lnTo>
                  <a:lnTo>
                    <a:pt x="7608211" y="9448"/>
                  </a:lnTo>
                  <a:lnTo>
                    <a:pt x="7650724" y="4518"/>
                  </a:lnTo>
                  <a:lnTo>
                    <a:pt x="7677876" y="1687"/>
                  </a:lnTo>
                  <a:lnTo>
                    <a:pt x="7691664" y="389"/>
                  </a:lnTo>
                  <a:lnTo>
                    <a:pt x="7695974" y="2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6" name="pl2116"/>
            <p:cNvSpPr/>
            <p:nvPr/>
          </p:nvSpPr>
          <p:spPr>
            <a:xfrm>
              <a:off x="546595" y="815791"/>
              <a:ext cx="8234974" cy="5248530"/>
            </a:xfrm>
            <a:custGeom>
              <a:avLst/>
              <a:pathLst>
                <a:path w="8234974" h="5248530">
                  <a:moveTo>
                    <a:pt x="8234974" y="0"/>
                  </a:moveTo>
                  <a:lnTo>
                    <a:pt x="7696237" y="0"/>
                  </a:lnTo>
                  <a:lnTo>
                    <a:pt x="7695100" y="92"/>
                  </a:lnTo>
                  <a:lnTo>
                    <a:pt x="7687656" y="752"/>
                  </a:lnTo>
                  <a:lnTo>
                    <a:pt x="7669009" y="2579"/>
                  </a:lnTo>
                  <a:lnTo>
                    <a:pt x="7635977" y="6167"/>
                  </a:lnTo>
                  <a:lnTo>
                    <a:pt x="7587367" y="12050"/>
                  </a:lnTo>
                  <a:lnTo>
                    <a:pt x="7524045" y="20635"/>
                  </a:lnTo>
                  <a:lnTo>
                    <a:pt x="7448635" y="32166"/>
                  </a:lnTo>
                  <a:lnTo>
                    <a:pt x="7364867" y="46728"/>
                  </a:lnTo>
                  <a:lnTo>
                    <a:pt x="7276797" y="64295"/>
                  </a:lnTo>
                  <a:lnTo>
                    <a:pt x="7188132" y="84799"/>
                  </a:lnTo>
                  <a:lnTo>
                    <a:pt x="7101797" y="108192"/>
                  </a:lnTo>
                  <a:lnTo>
                    <a:pt x="7019783" y="134500"/>
                  </a:lnTo>
                  <a:lnTo>
                    <a:pt x="6943197" y="163859"/>
                  </a:lnTo>
                  <a:lnTo>
                    <a:pt x="6872422" y="196526"/>
                  </a:lnTo>
                  <a:lnTo>
                    <a:pt x="6807312" y="232883"/>
                  </a:lnTo>
                  <a:lnTo>
                    <a:pt x="6747367" y="273427"/>
                  </a:lnTo>
                  <a:lnTo>
                    <a:pt x="6691875" y="318754"/>
                  </a:lnTo>
                  <a:lnTo>
                    <a:pt x="6640019" y="369515"/>
                  </a:lnTo>
                  <a:lnTo>
                    <a:pt x="6590955" y="426353"/>
                  </a:lnTo>
                  <a:lnTo>
                    <a:pt x="6543884" y="489782"/>
                  </a:lnTo>
                  <a:lnTo>
                    <a:pt x="6515891" y="531749"/>
                  </a:lnTo>
                  <a:lnTo>
                    <a:pt x="6482099" y="586529"/>
                  </a:lnTo>
                  <a:lnTo>
                    <a:pt x="6448619" y="645145"/>
                  </a:lnTo>
                  <a:lnTo>
                    <a:pt x="6415263" y="707676"/>
                  </a:lnTo>
                  <a:lnTo>
                    <a:pt x="6381883" y="774142"/>
                  </a:lnTo>
                  <a:lnTo>
                    <a:pt x="6348365" y="844505"/>
                  </a:lnTo>
                  <a:lnTo>
                    <a:pt x="6314626" y="918655"/>
                  </a:lnTo>
                  <a:lnTo>
                    <a:pt x="6280613" y="996413"/>
                  </a:lnTo>
                  <a:lnTo>
                    <a:pt x="6246297" y="1077523"/>
                  </a:lnTo>
                  <a:lnTo>
                    <a:pt x="6211674" y="1161659"/>
                  </a:lnTo>
                  <a:lnTo>
                    <a:pt x="6176763" y="1248422"/>
                  </a:lnTo>
                  <a:lnTo>
                    <a:pt x="6141601" y="1337349"/>
                  </a:lnTo>
                  <a:lnTo>
                    <a:pt x="6106240" y="1427923"/>
                  </a:lnTo>
                  <a:lnTo>
                    <a:pt x="6070744" y="1519582"/>
                  </a:lnTo>
                  <a:lnTo>
                    <a:pt x="6035187" y="1611737"/>
                  </a:lnTo>
                  <a:lnTo>
                    <a:pt x="5999642" y="1703783"/>
                  </a:lnTo>
                  <a:lnTo>
                    <a:pt x="5964187" y="1795120"/>
                  </a:lnTo>
                  <a:lnTo>
                    <a:pt x="5928890" y="1885168"/>
                  </a:lnTo>
                  <a:lnTo>
                    <a:pt x="5893812" y="1973378"/>
                  </a:lnTo>
                  <a:lnTo>
                    <a:pt x="5859001" y="2059251"/>
                  </a:lnTo>
                  <a:lnTo>
                    <a:pt x="5824487" y="2142347"/>
                  </a:lnTo>
                  <a:lnTo>
                    <a:pt x="5790281" y="2222293"/>
                  </a:lnTo>
                  <a:lnTo>
                    <a:pt x="5756370" y="2298786"/>
                  </a:lnTo>
                  <a:lnTo>
                    <a:pt x="5722718" y="2371598"/>
                  </a:lnTo>
                  <a:lnTo>
                    <a:pt x="5689261" y="2440576"/>
                  </a:lnTo>
                  <a:lnTo>
                    <a:pt x="5655904" y="2505636"/>
                  </a:lnTo>
                  <a:lnTo>
                    <a:pt x="5622523" y="2566761"/>
                  </a:lnTo>
                  <a:lnTo>
                    <a:pt x="5588955" y="2623993"/>
                  </a:lnTo>
                  <a:lnTo>
                    <a:pt x="5567201" y="2658747"/>
                  </a:lnTo>
                  <a:lnTo>
                    <a:pt x="5520999" y="2726314"/>
                  </a:lnTo>
                  <a:lnTo>
                    <a:pt x="5473239" y="2787121"/>
                  </a:lnTo>
                  <a:lnTo>
                    <a:pt x="5423183" y="2841512"/>
                  </a:lnTo>
                  <a:lnTo>
                    <a:pt x="5370006" y="2890070"/>
                  </a:lnTo>
                  <a:lnTo>
                    <a:pt x="5312867" y="2933451"/>
                  </a:lnTo>
                  <a:lnTo>
                    <a:pt x="5250979" y="2972293"/>
                  </a:lnTo>
                  <a:lnTo>
                    <a:pt x="5183698" y="3007154"/>
                  </a:lnTo>
                  <a:lnTo>
                    <a:pt x="5110644" y="3038489"/>
                  </a:lnTo>
                  <a:lnTo>
                    <a:pt x="5031855" y="3066632"/>
                  </a:lnTo>
                  <a:lnTo>
                    <a:pt x="4947974" y="3091791"/>
                  </a:lnTo>
                  <a:lnTo>
                    <a:pt x="4860439" y="3114057"/>
                  </a:lnTo>
                  <a:lnTo>
                    <a:pt x="4771609" y="3133421"/>
                  </a:lnTo>
                  <a:lnTo>
                    <a:pt x="4684748" y="3149821"/>
                  </a:lnTo>
                  <a:lnTo>
                    <a:pt x="4603764" y="3163196"/>
                  </a:lnTo>
                  <a:lnTo>
                    <a:pt x="4532679" y="3173557"/>
                  </a:lnTo>
                  <a:lnTo>
                    <a:pt x="4474882" y="3181048"/>
                  </a:lnTo>
                  <a:lnTo>
                    <a:pt x="4432368" y="3185978"/>
                  </a:lnTo>
                  <a:lnTo>
                    <a:pt x="4405216" y="3188809"/>
                  </a:lnTo>
                  <a:lnTo>
                    <a:pt x="4391429" y="3190107"/>
                  </a:lnTo>
                  <a:lnTo>
                    <a:pt x="4387118" y="3190476"/>
                  </a:lnTo>
                  <a:lnTo>
                    <a:pt x="4386855" y="3190497"/>
                  </a:lnTo>
                  <a:lnTo>
                    <a:pt x="3848118" y="3190497"/>
                  </a:lnTo>
                  <a:lnTo>
                    <a:pt x="3846891" y="3190561"/>
                  </a:lnTo>
                  <a:lnTo>
                    <a:pt x="3838872" y="3191022"/>
                  </a:lnTo>
                  <a:lnTo>
                    <a:pt x="3818838" y="3192296"/>
                  </a:lnTo>
                  <a:lnTo>
                    <a:pt x="3783485" y="3194799"/>
                  </a:lnTo>
                  <a:lnTo>
                    <a:pt x="3731730" y="3198893"/>
                  </a:lnTo>
                  <a:lnTo>
                    <a:pt x="3664758" y="3204851"/>
                  </a:lnTo>
                  <a:lnTo>
                    <a:pt x="3585621" y="3212826"/>
                  </a:lnTo>
                  <a:lnTo>
                    <a:pt x="3498466" y="3222860"/>
                  </a:lnTo>
                  <a:lnTo>
                    <a:pt x="3407648" y="3234928"/>
                  </a:lnTo>
                  <a:lnTo>
                    <a:pt x="3317013" y="3248980"/>
                  </a:lnTo>
                  <a:lnTo>
                    <a:pt x="3229474" y="3264994"/>
                  </a:lnTo>
                  <a:lnTo>
                    <a:pt x="3146908" y="3283007"/>
                  </a:lnTo>
                  <a:lnTo>
                    <a:pt x="3070255" y="3303139"/>
                  </a:lnTo>
                  <a:lnTo>
                    <a:pt x="2999722" y="3325598"/>
                  </a:lnTo>
                  <a:lnTo>
                    <a:pt x="2934994" y="3350680"/>
                  </a:lnTo>
                  <a:lnTo>
                    <a:pt x="2875430" y="3378760"/>
                  </a:lnTo>
                  <a:lnTo>
                    <a:pt x="2820202" y="3410271"/>
                  </a:lnTo>
                  <a:lnTo>
                    <a:pt x="2768406" y="3445675"/>
                  </a:lnTo>
                  <a:lnTo>
                    <a:pt x="2719142" y="3485389"/>
                  </a:lnTo>
                  <a:lnTo>
                    <a:pt x="2671599" y="3529682"/>
                  </a:lnTo>
                  <a:lnTo>
                    <a:pt x="2667772" y="3533502"/>
                  </a:lnTo>
                  <a:lnTo>
                    <a:pt x="2627883" y="3575519"/>
                  </a:lnTo>
                  <a:lnTo>
                    <a:pt x="2588378" y="3621006"/>
                  </a:lnTo>
                  <a:lnTo>
                    <a:pt x="2548968" y="3670029"/>
                  </a:lnTo>
                  <a:lnTo>
                    <a:pt x="2509434" y="3722584"/>
                  </a:lnTo>
                  <a:lnTo>
                    <a:pt x="2469620" y="3778580"/>
                  </a:lnTo>
                  <a:lnTo>
                    <a:pt x="2429429" y="3837841"/>
                  </a:lnTo>
                  <a:lnTo>
                    <a:pt x="2388815" y="3900095"/>
                  </a:lnTo>
                  <a:lnTo>
                    <a:pt x="2347778" y="3964981"/>
                  </a:lnTo>
                  <a:lnTo>
                    <a:pt x="2306359" y="4032049"/>
                  </a:lnTo>
                  <a:lnTo>
                    <a:pt x="2264635" y="4100774"/>
                  </a:lnTo>
                  <a:lnTo>
                    <a:pt x="2222706" y="4170571"/>
                  </a:lnTo>
                  <a:lnTo>
                    <a:pt x="2180689" y="4240815"/>
                  </a:lnTo>
                  <a:lnTo>
                    <a:pt x="2138711" y="4310865"/>
                  </a:lnTo>
                  <a:lnTo>
                    <a:pt x="2096892" y="4380084"/>
                  </a:lnTo>
                  <a:lnTo>
                    <a:pt x="2055343" y="4447871"/>
                  </a:lnTo>
                  <a:lnTo>
                    <a:pt x="2014149" y="4513674"/>
                  </a:lnTo>
                  <a:lnTo>
                    <a:pt x="1973366" y="4577013"/>
                  </a:lnTo>
                  <a:lnTo>
                    <a:pt x="1933011" y="4637490"/>
                  </a:lnTo>
                  <a:lnTo>
                    <a:pt x="1893057" y="4694798"/>
                  </a:lnTo>
                  <a:lnTo>
                    <a:pt x="1853428" y="4748723"/>
                  </a:lnTo>
                  <a:lnTo>
                    <a:pt x="1813991" y="4799142"/>
                  </a:lnTo>
                  <a:lnTo>
                    <a:pt x="1774555" y="4846017"/>
                  </a:lnTo>
                  <a:lnTo>
                    <a:pt x="1734857" y="4889388"/>
                  </a:lnTo>
                  <a:lnTo>
                    <a:pt x="1719082" y="4905525"/>
                  </a:lnTo>
                  <a:lnTo>
                    <a:pt x="1671649" y="4950195"/>
                  </a:lnTo>
                  <a:lnTo>
                    <a:pt x="1622554" y="4990276"/>
                  </a:lnTo>
                  <a:lnTo>
                    <a:pt x="1570998" y="5026017"/>
                  </a:lnTo>
                  <a:lnTo>
                    <a:pt x="1516084" y="5057829"/>
                  </a:lnTo>
                  <a:lnTo>
                    <a:pt x="1456907" y="5086172"/>
                  </a:lnTo>
                  <a:lnTo>
                    <a:pt x="1392628" y="5111484"/>
                  </a:lnTo>
                  <a:lnTo>
                    <a:pt x="1322586" y="5134145"/>
                  </a:lnTo>
                  <a:lnTo>
                    <a:pt x="1246434" y="5154458"/>
                  </a:lnTo>
                  <a:lnTo>
                    <a:pt x="1164327" y="5172638"/>
                  </a:lnTo>
                  <a:lnTo>
                    <a:pt x="1077137" y="5188813"/>
                  </a:lnTo>
                  <a:lnTo>
                    <a:pt x="986659" y="5203025"/>
                  </a:lnTo>
                  <a:lnTo>
                    <a:pt x="895723" y="5215257"/>
                  </a:lnTo>
                  <a:lnTo>
                    <a:pt x="808109" y="5225459"/>
                  </a:lnTo>
                  <a:lnTo>
                    <a:pt x="728153" y="5233601"/>
                  </a:lnTo>
                  <a:lnTo>
                    <a:pt x="660053" y="5239720"/>
                  </a:lnTo>
                  <a:lnTo>
                    <a:pt x="606982" y="5243958"/>
                  </a:lnTo>
                  <a:lnTo>
                    <a:pt x="570299" y="5246578"/>
                  </a:lnTo>
                  <a:lnTo>
                    <a:pt x="549110" y="5247937"/>
                  </a:lnTo>
                  <a:lnTo>
                    <a:pt x="540282" y="5248449"/>
                  </a:lnTo>
                  <a:lnTo>
                    <a:pt x="538737" y="5248530"/>
                  </a:lnTo>
                  <a:lnTo>
                    <a:pt x="538736" y="5248530"/>
                  </a:lnTo>
                  <a:lnTo>
                    <a:pt x="0" y="5248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7" name="pg2117"/>
            <p:cNvSpPr/>
            <p:nvPr/>
          </p:nvSpPr>
          <p:spPr>
            <a:xfrm>
              <a:off x="546595" y="4376516"/>
              <a:ext cx="8234974" cy="1709583"/>
            </a:xfrm>
            <a:custGeom>
              <a:avLst/>
              <a:pathLst>
                <a:path w="8234974" h="1709583">
                  <a:moveTo>
                    <a:pt x="0" y="1698694"/>
                  </a:moveTo>
                  <a:lnTo>
                    <a:pt x="538736" y="1698694"/>
                  </a:lnTo>
                  <a:lnTo>
                    <a:pt x="539987" y="1698640"/>
                  </a:lnTo>
                  <a:lnTo>
                    <a:pt x="548154" y="1698253"/>
                  </a:lnTo>
                  <a:lnTo>
                    <a:pt x="568543" y="1697184"/>
                  </a:lnTo>
                  <a:lnTo>
                    <a:pt x="604489" y="1695086"/>
                  </a:lnTo>
                  <a:lnTo>
                    <a:pt x="657041" y="1691654"/>
                  </a:lnTo>
                  <a:lnTo>
                    <a:pt x="724931" y="1686663"/>
                  </a:lnTo>
                  <a:lnTo>
                    <a:pt x="804994" y="1679990"/>
                  </a:lnTo>
                  <a:lnTo>
                    <a:pt x="892979" y="1671599"/>
                  </a:lnTo>
                  <a:lnTo>
                    <a:pt x="984456" y="1661517"/>
                  </a:lnTo>
                  <a:lnTo>
                    <a:pt x="1075554" y="1649783"/>
                  </a:lnTo>
                  <a:lnTo>
                    <a:pt x="1163363" y="1636414"/>
                  </a:lnTo>
                  <a:lnTo>
                    <a:pt x="1246041" y="1621374"/>
                  </a:lnTo>
                  <a:lnTo>
                    <a:pt x="1322690" y="1604558"/>
                  </a:lnTo>
                  <a:lnTo>
                    <a:pt x="1393153" y="1585785"/>
                  </a:lnTo>
                  <a:lnTo>
                    <a:pt x="1457782" y="1564801"/>
                  </a:lnTo>
                  <a:lnTo>
                    <a:pt x="1517256" y="1541286"/>
                  </a:lnTo>
                  <a:lnTo>
                    <a:pt x="1572429" y="1514871"/>
                  </a:lnTo>
                  <a:lnTo>
                    <a:pt x="1624228" y="1485173"/>
                  </a:lnTo>
                  <a:lnTo>
                    <a:pt x="1673562" y="1451849"/>
                  </a:lnTo>
                  <a:lnTo>
                    <a:pt x="1719082" y="1416486"/>
                  </a:lnTo>
                  <a:lnTo>
                    <a:pt x="1761492" y="1379622"/>
                  </a:lnTo>
                  <a:lnTo>
                    <a:pt x="1803489" y="1339524"/>
                  </a:lnTo>
                  <a:lnTo>
                    <a:pt x="1845414" y="1296131"/>
                  </a:lnTo>
                  <a:lnTo>
                    <a:pt x="1887518" y="1249462"/>
                  </a:lnTo>
                  <a:lnTo>
                    <a:pt x="1929971" y="1199625"/>
                  </a:lnTo>
                  <a:lnTo>
                    <a:pt x="1972873" y="1146821"/>
                  </a:lnTo>
                  <a:lnTo>
                    <a:pt x="2016259" y="1091351"/>
                  </a:lnTo>
                  <a:lnTo>
                    <a:pt x="2060107" y="1033608"/>
                  </a:lnTo>
                  <a:lnTo>
                    <a:pt x="2104347" y="974077"/>
                  </a:lnTo>
                  <a:lnTo>
                    <a:pt x="2148870" y="913309"/>
                  </a:lnTo>
                  <a:lnTo>
                    <a:pt x="2193542" y="851911"/>
                  </a:lnTo>
                  <a:lnTo>
                    <a:pt x="2238214" y="790515"/>
                  </a:lnTo>
                  <a:lnTo>
                    <a:pt x="2282736" y="729752"/>
                  </a:lnTo>
                  <a:lnTo>
                    <a:pt x="2326974" y="670228"/>
                  </a:lnTo>
                  <a:lnTo>
                    <a:pt x="2370820" y="612496"/>
                  </a:lnTo>
                  <a:lnTo>
                    <a:pt x="2414203" y="557038"/>
                  </a:lnTo>
                  <a:lnTo>
                    <a:pt x="2457103" y="504249"/>
                  </a:lnTo>
                  <a:lnTo>
                    <a:pt x="2499554" y="454428"/>
                  </a:lnTo>
                  <a:lnTo>
                    <a:pt x="2541656" y="407776"/>
                  </a:lnTo>
                  <a:lnTo>
                    <a:pt x="2583581" y="364400"/>
                  </a:lnTo>
                  <a:lnTo>
                    <a:pt x="2625579" y="324319"/>
                  </a:lnTo>
                  <a:lnTo>
                    <a:pt x="2667772" y="287652"/>
                  </a:lnTo>
                  <a:lnTo>
                    <a:pt x="2715514" y="250677"/>
                  </a:lnTo>
                  <a:lnTo>
                    <a:pt x="2764942" y="217525"/>
                  </a:lnTo>
                  <a:lnTo>
                    <a:pt x="2816875" y="187986"/>
                  </a:lnTo>
                  <a:lnTo>
                    <a:pt x="2872226" y="161713"/>
                  </a:lnTo>
                  <a:lnTo>
                    <a:pt x="2931919" y="138322"/>
                  </a:lnTo>
                  <a:lnTo>
                    <a:pt x="2996802" y="117446"/>
                  </a:lnTo>
                  <a:lnTo>
                    <a:pt x="3067544" y="98768"/>
                  </a:lnTo>
                  <a:lnTo>
                    <a:pt x="3144478" y="82036"/>
                  </a:lnTo>
                  <a:lnTo>
                    <a:pt x="3227417" y="67075"/>
                  </a:lnTo>
                  <a:lnTo>
                    <a:pt x="3315426" y="53781"/>
                  </a:lnTo>
                  <a:lnTo>
                    <a:pt x="3406612" y="42122"/>
                  </a:lnTo>
                  <a:lnTo>
                    <a:pt x="3498021" y="32117"/>
                  </a:lnTo>
                  <a:lnTo>
                    <a:pt x="3585741" y="23805"/>
                  </a:lnTo>
                  <a:lnTo>
                    <a:pt x="3665334" y="17210"/>
                  </a:lnTo>
                  <a:lnTo>
                    <a:pt x="3732577" y="12294"/>
                  </a:lnTo>
                  <a:lnTo>
                    <a:pt x="3784379" y="8929"/>
                  </a:lnTo>
                  <a:lnTo>
                    <a:pt x="3819570" y="6885"/>
                  </a:lnTo>
                  <a:lnTo>
                    <a:pt x="3839309" y="5855"/>
                  </a:lnTo>
                  <a:lnTo>
                    <a:pt x="3847029" y="5491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5" y="5498"/>
                  </a:lnTo>
                  <a:lnTo>
                    <a:pt x="4396268" y="5887"/>
                  </a:lnTo>
                  <a:lnTo>
                    <a:pt x="4416648" y="6963"/>
                  </a:lnTo>
                  <a:lnTo>
                    <a:pt x="4452577" y="9074"/>
                  </a:lnTo>
                  <a:lnTo>
                    <a:pt x="4505107" y="12526"/>
                  </a:lnTo>
                  <a:lnTo>
                    <a:pt x="4572972" y="17546"/>
                  </a:lnTo>
                  <a:lnTo>
                    <a:pt x="4653009" y="24259"/>
                  </a:lnTo>
                  <a:lnTo>
                    <a:pt x="4740972" y="32700"/>
                  </a:lnTo>
                  <a:lnTo>
                    <a:pt x="4832431" y="42843"/>
                  </a:lnTo>
                  <a:lnTo>
                    <a:pt x="4923516" y="54648"/>
                  </a:lnTo>
                  <a:lnTo>
                    <a:pt x="5011318" y="68097"/>
                  </a:lnTo>
                  <a:lnTo>
                    <a:pt x="5093993" y="83228"/>
                  </a:lnTo>
                  <a:lnTo>
                    <a:pt x="5170643" y="100145"/>
                  </a:lnTo>
                  <a:lnTo>
                    <a:pt x="5241107" y="119031"/>
                  </a:lnTo>
                  <a:lnTo>
                    <a:pt x="5305739" y="140140"/>
                  </a:lnTo>
                  <a:lnTo>
                    <a:pt x="5365215" y="163795"/>
                  </a:lnTo>
                  <a:lnTo>
                    <a:pt x="5420390" y="190366"/>
                  </a:lnTo>
                  <a:lnTo>
                    <a:pt x="5472189" y="220238"/>
                  </a:lnTo>
                  <a:lnTo>
                    <a:pt x="5521521" y="253759"/>
                  </a:lnTo>
                  <a:lnTo>
                    <a:pt x="5567201" y="289467"/>
                  </a:lnTo>
                  <a:lnTo>
                    <a:pt x="5609532" y="326495"/>
                  </a:lnTo>
                  <a:lnTo>
                    <a:pt x="5651450" y="366766"/>
                  </a:lnTo>
                  <a:lnTo>
                    <a:pt x="5693296" y="410340"/>
                  </a:lnTo>
                  <a:lnTo>
                    <a:pt x="5735319" y="457199"/>
                  </a:lnTo>
                  <a:lnTo>
                    <a:pt x="5777689" y="507236"/>
                  </a:lnTo>
                  <a:lnTo>
                    <a:pt x="5820505" y="560250"/>
                  </a:lnTo>
                  <a:lnTo>
                    <a:pt x="5863803" y="615942"/>
                  </a:lnTo>
                  <a:lnTo>
                    <a:pt x="5907563" y="673917"/>
                  </a:lnTo>
                  <a:lnTo>
                    <a:pt x="5951714" y="733695"/>
                  </a:lnTo>
                  <a:lnTo>
                    <a:pt x="5996150" y="794721"/>
                  </a:lnTo>
                  <a:lnTo>
                    <a:pt x="6040736" y="856391"/>
                  </a:lnTo>
                  <a:lnTo>
                    <a:pt x="6085325" y="918073"/>
                  </a:lnTo>
                  <a:lnTo>
                    <a:pt x="6129769" y="979134"/>
                  </a:lnTo>
                  <a:lnTo>
                    <a:pt x="6173932" y="1038967"/>
                  </a:lnTo>
                  <a:lnTo>
                    <a:pt x="6217707" y="1097016"/>
                  </a:lnTo>
                  <a:lnTo>
                    <a:pt x="6261023" y="1152799"/>
                  </a:lnTo>
                  <a:lnTo>
                    <a:pt x="6303857" y="1205916"/>
                  </a:lnTo>
                  <a:lnTo>
                    <a:pt x="6346241" y="1256065"/>
                  </a:lnTo>
                  <a:lnTo>
                    <a:pt x="6388274" y="1303042"/>
                  </a:lnTo>
                  <a:lnTo>
                    <a:pt x="6430122" y="1346736"/>
                  </a:lnTo>
                  <a:lnTo>
                    <a:pt x="6472033" y="1387126"/>
                  </a:lnTo>
                  <a:lnTo>
                    <a:pt x="6514341" y="1424270"/>
                  </a:lnTo>
                  <a:lnTo>
                    <a:pt x="6515891" y="1425560"/>
                  </a:lnTo>
                  <a:lnTo>
                    <a:pt x="6563624" y="1462767"/>
                  </a:lnTo>
                  <a:lnTo>
                    <a:pt x="6613043" y="1496127"/>
                  </a:lnTo>
                  <a:lnTo>
                    <a:pt x="6664966" y="1525852"/>
                  </a:lnTo>
                  <a:lnTo>
                    <a:pt x="6720305" y="1552291"/>
                  </a:lnTo>
                  <a:lnTo>
                    <a:pt x="6779983" y="1575831"/>
                  </a:lnTo>
                  <a:lnTo>
                    <a:pt x="6844850" y="1596840"/>
                  </a:lnTo>
                  <a:lnTo>
                    <a:pt x="6915572" y="1615638"/>
                  </a:lnTo>
                  <a:lnTo>
                    <a:pt x="6992485" y="1632476"/>
                  </a:lnTo>
                  <a:lnTo>
                    <a:pt x="7075402" y="1647534"/>
                  </a:lnTo>
                  <a:lnTo>
                    <a:pt x="7163388" y="1660913"/>
                  </a:lnTo>
                  <a:lnTo>
                    <a:pt x="7254555" y="1672648"/>
                  </a:lnTo>
                  <a:lnTo>
                    <a:pt x="7345951" y="1682720"/>
                  </a:lnTo>
                  <a:lnTo>
                    <a:pt x="7433669" y="1691088"/>
                  </a:lnTo>
                  <a:lnTo>
                    <a:pt x="7513272" y="1697728"/>
                  </a:lnTo>
                  <a:lnTo>
                    <a:pt x="7580539" y="1702678"/>
                  </a:lnTo>
                  <a:lnTo>
                    <a:pt x="7632376" y="1706069"/>
                  </a:lnTo>
                  <a:lnTo>
                    <a:pt x="7667608" y="1708129"/>
                  </a:lnTo>
                  <a:lnTo>
                    <a:pt x="7687387" y="1709168"/>
                  </a:lnTo>
                  <a:lnTo>
                    <a:pt x="7695137" y="1709535"/>
                  </a:lnTo>
                  <a:lnTo>
                    <a:pt x="7696237" y="1709583"/>
                  </a:lnTo>
                  <a:lnTo>
                    <a:pt x="8234974" y="1709583"/>
                  </a:lnTo>
                  <a:lnTo>
                    <a:pt x="8234974" y="1704139"/>
                  </a:lnTo>
                  <a:lnTo>
                    <a:pt x="7696237" y="1704139"/>
                  </a:lnTo>
                  <a:lnTo>
                    <a:pt x="7694987" y="1704084"/>
                  </a:lnTo>
                  <a:lnTo>
                    <a:pt x="7686824" y="1703695"/>
                  </a:lnTo>
                  <a:lnTo>
                    <a:pt x="7666445" y="1702620"/>
                  </a:lnTo>
                  <a:lnTo>
                    <a:pt x="7630516" y="1700509"/>
                  </a:lnTo>
                  <a:lnTo>
                    <a:pt x="7577985" y="1697057"/>
                  </a:lnTo>
                  <a:lnTo>
                    <a:pt x="7510121" y="1692037"/>
                  </a:lnTo>
                  <a:lnTo>
                    <a:pt x="7430083" y="1685323"/>
                  </a:lnTo>
                  <a:lnTo>
                    <a:pt x="7342121" y="1676883"/>
                  </a:lnTo>
                  <a:lnTo>
                    <a:pt x="7250661" y="1666740"/>
                  </a:lnTo>
                  <a:lnTo>
                    <a:pt x="7159577" y="1654935"/>
                  </a:lnTo>
                  <a:lnTo>
                    <a:pt x="7071774" y="1641486"/>
                  </a:lnTo>
                  <a:lnTo>
                    <a:pt x="6989100" y="1626355"/>
                  </a:lnTo>
                  <a:lnTo>
                    <a:pt x="6912450" y="1609438"/>
                  </a:lnTo>
                  <a:lnTo>
                    <a:pt x="6841986" y="1590552"/>
                  </a:lnTo>
                  <a:lnTo>
                    <a:pt x="6777354" y="1569443"/>
                  </a:lnTo>
                  <a:lnTo>
                    <a:pt x="6717878" y="1545788"/>
                  </a:lnTo>
                  <a:lnTo>
                    <a:pt x="6662702" y="1519217"/>
                  </a:lnTo>
                  <a:lnTo>
                    <a:pt x="6610904" y="1489344"/>
                  </a:lnTo>
                  <a:lnTo>
                    <a:pt x="6561572" y="1455824"/>
                  </a:lnTo>
                  <a:lnTo>
                    <a:pt x="6515891" y="1420115"/>
                  </a:lnTo>
                  <a:lnTo>
                    <a:pt x="6473560" y="1383087"/>
                  </a:lnTo>
                  <a:lnTo>
                    <a:pt x="6431642" y="1342816"/>
                  </a:lnTo>
                  <a:lnTo>
                    <a:pt x="6389796" y="1299242"/>
                  </a:lnTo>
                  <a:lnTo>
                    <a:pt x="6347774" y="1252384"/>
                  </a:lnTo>
                  <a:lnTo>
                    <a:pt x="6305404" y="1202347"/>
                  </a:lnTo>
                  <a:lnTo>
                    <a:pt x="6262587" y="1149332"/>
                  </a:lnTo>
                  <a:lnTo>
                    <a:pt x="6219289" y="1093641"/>
                  </a:lnTo>
                  <a:lnTo>
                    <a:pt x="6175530" y="1035665"/>
                  </a:lnTo>
                  <a:lnTo>
                    <a:pt x="6131379" y="975888"/>
                  </a:lnTo>
                  <a:lnTo>
                    <a:pt x="6086943" y="914861"/>
                  </a:lnTo>
                  <a:lnTo>
                    <a:pt x="6042357" y="853191"/>
                  </a:lnTo>
                  <a:lnTo>
                    <a:pt x="5997767" y="791509"/>
                  </a:lnTo>
                  <a:lnTo>
                    <a:pt x="5953324" y="730449"/>
                  </a:lnTo>
                  <a:lnTo>
                    <a:pt x="5909160" y="670616"/>
                  </a:lnTo>
                  <a:lnTo>
                    <a:pt x="5865385" y="612566"/>
                  </a:lnTo>
                  <a:lnTo>
                    <a:pt x="5822069" y="556784"/>
                  </a:lnTo>
                  <a:lnTo>
                    <a:pt x="5779236" y="503667"/>
                  </a:lnTo>
                  <a:lnTo>
                    <a:pt x="5736851" y="453517"/>
                  </a:lnTo>
                  <a:lnTo>
                    <a:pt x="5694818" y="406541"/>
                  </a:lnTo>
                  <a:lnTo>
                    <a:pt x="5652970" y="362847"/>
                  </a:lnTo>
                  <a:lnTo>
                    <a:pt x="5611060" y="322456"/>
                  </a:lnTo>
                  <a:lnTo>
                    <a:pt x="5568751" y="285312"/>
                  </a:lnTo>
                  <a:lnTo>
                    <a:pt x="5567201" y="284023"/>
                  </a:lnTo>
                  <a:lnTo>
                    <a:pt x="5519468" y="246816"/>
                  </a:lnTo>
                  <a:lnTo>
                    <a:pt x="5470049" y="213456"/>
                  </a:lnTo>
                  <a:lnTo>
                    <a:pt x="5418126" y="183730"/>
                  </a:lnTo>
                  <a:lnTo>
                    <a:pt x="5362787" y="157291"/>
                  </a:lnTo>
                  <a:lnTo>
                    <a:pt x="5303109" y="133752"/>
                  </a:lnTo>
                  <a:lnTo>
                    <a:pt x="5238242" y="112742"/>
                  </a:lnTo>
                  <a:lnTo>
                    <a:pt x="5167520" y="93945"/>
                  </a:lnTo>
                  <a:lnTo>
                    <a:pt x="5090607" y="77107"/>
                  </a:lnTo>
                  <a:lnTo>
                    <a:pt x="5007691" y="62049"/>
                  </a:lnTo>
                  <a:lnTo>
                    <a:pt x="4919705" y="48669"/>
                  </a:lnTo>
                  <a:lnTo>
                    <a:pt x="4828538" y="36935"/>
                  </a:lnTo>
                  <a:lnTo>
                    <a:pt x="4737142" y="26863"/>
                  </a:lnTo>
                  <a:lnTo>
                    <a:pt x="4649424" y="18495"/>
                  </a:lnTo>
                  <a:lnTo>
                    <a:pt x="4569820" y="11855"/>
                  </a:lnTo>
                  <a:lnTo>
                    <a:pt x="4502553" y="6905"/>
                  </a:lnTo>
                  <a:lnTo>
                    <a:pt x="4450716" y="3514"/>
                  </a:lnTo>
                  <a:lnTo>
                    <a:pt x="4415484" y="1454"/>
                  </a:lnTo>
                  <a:lnTo>
                    <a:pt x="4395705" y="415"/>
                  </a:lnTo>
                  <a:lnTo>
                    <a:pt x="4387956" y="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68" y="54"/>
                  </a:lnTo>
                  <a:lnTo>
                    <a:pt x="3838700" y="440"/>
                  </a:lnTo>
                  <a:lnTo>
                    <a:pt x="3818311" y="1509"/>
                  </a:lnTo>
                  <a:lnTo>
                    <a:pt x="3782366" y="3608"/>
                  </a:lnTo>
                  <a:lnTo>
                    <a:pt x="3729813" y="7040"/>
                  </a:lnTo>
                  <a:lnTo>
                    <a:pt x="3661924" y="12030"/>
                  </a:lnTo>
                  <a:lnTo>
                    <a:pt x="3581861" y="18704"/>
                  </a:lnTo>
                  <a:lnTo>
                    <a:pt x="3493876" y="27094"/>
                  </a:lnTo>
                  <a:lnTo>
                    <a:pt x="3402398" y="37177"/>
                  </a:lnTo>
                  <a:lnTo>
                    <a:pt x="3311301" y="48911"/>
                  </a:lnTo>
                  <a:lnTo>
                    <a:pt x="3223492" y="62280"/>
                  </a:lnTo>
                  <a:lnTo>
                    <a:pt x="3140814" y="77319"/>
                  </a:lnTo>
                  <a:lnTo>
                    <a:pt x="3064164" y="94136"/>
                  </a:lnTo>
                  <a:lnTo>
                    <a:pt x="2993702" y="112909"/>
                  </a:lnTo>
                  <a:lnTo>
                    <a:pt x="2929073" y="133893"/>
                  </a:lnTo>
                  <a:lnTo>
                    <a:pt x="2869599" y="157408"/>
                  </a:lnTo>
                  <a:lnTo>
                    <a:pt x="2814425" y="183822"/>
                  </a:lnTo>
                  <a:lnTo>
                    <a:pt x="2762626" y="213520"/>
                  </a:lnTo>
                  <a:lnTo>
                    <a:pt x="2713293" y="246845"/>
                  </a:lnTo>
                  <a:lnTo>
                    <a:pt x="2667772" y="282208"/>
                  </a:lnTo>
                  <a:lnTo>
                    <a:pt x="2625362" y="319072"/>
                  </a:lnTo>
                  <a:lnTo>
                    <a:pt x="2583365" y="359170"/>
                  </a:lnTo>
                  <a:lnTo>
                    <a:pt x="2541440" y="402563"/>
                  </a:lnTo>
                  <a:lnTo>
                    <a:pt x="2499337" y="449231"/>
                  </a:lnTo>
                  <a:lnTo>
                    <a:pt x="2456883" y="499068"/>
                  </a:lnTo>
                  <a:lnTo>
                    <a:pt x="2413981" y="551872"/>
                  </a:lnTo>
                  <a:lnTo>
                    <a:pt x="2370596" y="607343"/>
                  </a:lnTo>
                  <a:lnTo>
                    <a:pt x="2326748" y="665085"/>
                  </a:lnTo>
                  <a:lnTo>
                    <a:pt x="2282508" y="724617"/>
                  </a:lnTo>
                  <a:lnTo>
                    <a:pt x="2237984" y="785385"/>
                  </a:lnTo>
                  <a:lnTo>
                    <a:pt x="2193312" y="846783"/>
                  </a:lnTo>
                  <a:lnTo>
                    <a:pt x="2148641" y="908179"/>
                  </a:lnTo>
                  <a:lnTo>
                    <a:pt x="2104119" y="968942"/>
                  </a:lnTo>
                  <a:lnTo>
                    <a:pt x="2059881" y="1028466"/>
                  </a:lnTo>
                  <a:lnTo>
                    <a:pt x="2016035" y="1086197"/>
                  </a:lnTo>
                  <a:lnTo>
                    <a:pt x="1972651" y="1141655"/>
                  </a:lnTo>
                  <a:lnTo>
                    <a:pt x="1929752" y="1194445"/>
                  </a:lnTo>
                  <a:lnTo>
                    <a:pt x="1887301" y="1244266"/>
                  </a:lnTo>
                  <a:lnTo>
                    <a:pt x="1845199" y="1290918"/>
                  </a:lnTo>
                  <a:lnTo>
                    <a:pt x="1803274" y="1334293"/>
                  </a:lnTo>
                  <a:lnTo>
                    <a:pt x="1761276" y="1374375"/>
                  </a:lnTo>
                  <a:lnTo>
                    <a:pt x="1719082" y="1411041"/>
                  </a:lnTo>
                  <a:lnTo>
                    <a:pt x="1671341" y="1448016"/>
                  </a:lnTo>
                  <a:lnTo>
                    <a:pt x="1621913" y="1481168"/>
                  </a:lnTo>
                  <a:lnTo>
                    <a:pt x="1569980" y="1510707"/>
                  </a:lnTo>
                  <a:lnTo>
                    <a:pt x="1514629" y="1536980"/>
                  </a:lnTo>
                  <a:lnTo>
                    <a:pt x="1454936" y="1560371"/>
                  </a:lnTo>
                  <a:lnTo>
                    <a:pt x="1390052" y="1581248"/>
                  </a:lnTo>
                  <a:lnTo>
                    <a:pt x="1319311" y="1599926"/>
                  </a:lnTo>
                  <a:lnTo>
                    <a:pt x="1242377" y="1616657"/>
                  </a:lnTo>
                  <a:lnTo>
                    <a:pt x="1159437" y="1631619"/>
                  </a:lnTo>
                  <a:lnTo>
                    <a:pt x="1071429" y="1644912"/>
                  </a:lnTo>
                  <a:lnTo>
                    <a:pt x="980242" y="1656571"/>
                  </a:lnTo>
                  <a:lnTo>
                    <a:pt x="888834" y="1666577"/>
                  </a:lnTo>
                  <a:lnTo>
                    <a:pt x="801114" y="1674889"/>
                  </a:lnTo>
                  <a:lnTo>
                    <a:pt x="721521" y="1681484"/>
                  </a:lnTo>
                  <a:lnTo>
                    <a:pt x="654277" y="1686399"/>
                  </a:lnTo>
                  <a:lnTo>
                    <a:pt x="602476" y="1689765"/>
                  </a:lnTo>
                  <a:lnTo>
                    <a:pt x="567285" y="1691809"/>
                  </a:lnTo>
                  <a:lnTo>
                    <a:pt x="547546" y="1692839"/>
                  </a:lnTo>
                  <a:lnTo>
                    <a:pt x="539826" y="1693203"/>
                  </a:lnTo>
                  <a:lnTo>
                    <a:pt x="538736" y="1693250"/>
                  </a:lnTo>
                  <a:lnTo>
                    <a:pt x="0" y="1693250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18" name="pl2118"/>
            <p:cNvSpPr/>
            <p:nvPr/>
          </p:nvSpPr>
          <p:spPr>
            <a:xfrm>
              <a:off x="546595" y="4381961"/>
              <a:ext cx="8234974" cy="1704139"/>
            </a:xfrm>
            <a:custGeom>
              <a:avLst/>
              <a:pathLst>
                <a:path w="8234974" h="1704139">
                  <a:moveTo>
                    <a:pt x="0" y="1693250"/>
                  </a:moveTo>
                  <a:lnTo>
                    <a:pt x="538736" y="1693250"/>
                  </a:lnTo>
                  <a:lnTo>
                    <a:pt x="539987" y="1693196"/>
                  </a:lnTo>
                  <a:lnTo>
                    <a:pt x="548154" y="1692809"/>
                  </a:lnTo>
                  <a:lnTo>
                    <a:pt x="568543" y="1691740"/>
                  </a:lnTo>
                  <a:lnTo>
                    <a:pt x="604489" y="1689641"/>
                  </a:lnTo>
                  <a:lnTo>
                    <a:pt x="657041" y="1686209"/>
                  </a:lnTo>
                  <a:lnTo>
                    <a:pt x="724931" y="1681219"/>
                  </a:lnTo>
                  <a:lnTo>
                    <a:pt x="804994" y="1674545"/>
                  </a:lnTo>
                  <a:lnTo>
                    <a:pt x="892979" y="1666155"/>
                  </a:lnTo>
                  <a:lnTo>
                    <a:pt x="984456" y="1656072"/>
                  </a:lnTo>
                  <a:lnTo>
                    <a:pt x="1075554" y="1644338"/>
                  </a:lnTo>
                  <a:lnTo>
                    <a:pt x="1163363" y="1630970"/>
                  </a:lnTo>
                  <a:lnTo>
                    <a:pt x="1246041" y="1615930"/>
                  </a:lnTo>
                  <a:lnTo>
                    <a:pt x="1322690" y="1599113"/>
                  </a:lnTo>
                  <a:lnTo>
                    <a:pt x="1393153" y="1580340"/>
                  </a:lnTo>
                  <a:lnTo>
                    <a:pt x="1457782" y="1559356"/>
                  </a:lnTo>
                  <a:lnTo>
                    <a:pt x="1517256" y="1535841"/>
                  </a:lnTo>
                  <a:lnTo>
                    <a:pt x="1572429" y="1509427"/>
                  </a:lnTo>
                  <a:lnTo>
                    <a:pt x="1624228" y="1479729"/>
                  </a:lnTo>
                  <a:lnTo>
                    <a:pt x="1673562" y="1446405"/>
                  </a:lnTo>
                  <a:lnTo>
                    <a:pt x="1719082" y="1411041"/>
                  </a:lnTo>
                  <a:lnTo>
                    <a:pt x="1761492" y="1374177"/>
                  </a:lnTo>
                  <a:lnTo>
                    <a:pt x="1803489" y="1334079"/>
                  </a:lnTo>
                  <a:lnTo>
                    <a:pt x="1845414" y="1290686"/>
                  </a:lnTo>
                  <a:lnTo>
                    <a:pt x="1887518" y="1244018"/>
                  </a:lnTo>
                  <a:lnTo>
                    <a:pt x="1929971" y="1194181"/>
                  </a:lnTo>
                  <a:lnTo>
                    <a:pt x="1972873" y="1141377"/>
                  </a:lnTo>
                  <a:lnTo>
                    <a:pt x="2016259" y="1085906"/>
                  </a:lnTo>
                  <a:lnTo>
                    <a:pt x="2060107" y="1028164"/>
                  </a:lnTo>
                  <a:lnTo>
                    <a:pt x="2104347" y="968632"/>
                  </a:lnTo>
                  <a:lnTo>
                    <a:pt x="2148870" y="907865"/>
                  </a:lnTo>
                  <a:lnTo>
                    <a:pt x="2193542" y="846467"/>
                  </a:lnTo>
                  <a:lnTo>
                    <a:pt x="2238214" y="785070"/>
                  </a:lnTo>
                  <a:lnTo>
                    <a:pt x="2282736" y="724307"/>
                  </a:lnTo>
                  <a:lnTo>
                    <a:pt x="2326974" y="664784"/>
                  </a:lnTo>
                  <a:lnTo>
                    <a:pt x="2370820" y="607052"/>
                  </a:lnTo>
                  <a:lnTo>
                    <a:pt x="2414203" y="551594"/>
                  </a:lnTo>
                  <a:lnTo>
                    <a:pt x="2457103" y="498805"/>
                  </a:lnTo>
                  <a:lnTo>
                    <a:pt x="2499554" y="448983"/>
                  </a:lnTo>
                  <a:lnTo>
                    <a:pt x="2541656" y="402331"/>
                  </a:lnTo>
                  <a:lnTo>
                    <a:pt x="2583581" y="358956"/>
                  </a:lnTo>
                  <a:lnTo>
                    <a:pt x="2625579" y="318874"/>
                  </a:lnTo>
                  <a:lnTo>
                    <a:pt x="2667772" y="282208"/>
                  </a:lnTo>
                  <a:lnTo>
                    <a:pt x="2715514" y="245233"/>
                  </a:lnTo>
                  <a:lnTo>
                    <a:pt x="2764942" y="212081"/>
                  </a:lnTo>
                  <a:lnTo>
                    <a:pt x="2816875" y="182542"/>
                  </a:lnTo>
                  <a:lnTo>
                    <a:pt x="2872226" y="156269"/>
                  </a:lnTo>
                  <a:lnTo>
                    <a:pt x="2931919" y="132878"/>
                  </a:lnTo>
                  <a:lnTo>
                    <a:pt x="2996802" y="112001"/>
                  </a:lnTo>
                  <a:lnTo>
                    <a:pt x="3067544" y="93323"/>
                  </a:lnTo>
                  <a:lnTo>
                    <a:pt x="3144478" y="76592"/>
                  </a:lnTo>
                  <a:lnTo>
                    <a:pt x="3227417" y="61630"/>
                  </a:lnTo>
                  <a:lnTo>
                    <a:pt x="3315426" y="48337"/>
                  </a:lnTo>
                  <a:lnTo>
                    <a:pt x="3406612" y="36678"/>
                  </a:lnTo>
                  <a:lnTo>
                    <a:pt x="3498021" y="26672"/>
                  </a:lnTo>
                  <a:lnTo>
                    <a:pt x="3585741" y="18360"/>
                  </a:lnTo>
                  <a:lnTo>
                    <a:pt x="3665334" y="11765"/>
                  </a:lnTo>
                  <a:lnTo>
                    <a:pt x="3732577" y="6850"/>
                  </a:lnTo>
                  <a:lnTo>
                    <a:pt x="3784379" y="3484"/>
                  </a:lnTo>
                  <a:lnTo>
                    <a:pt x="3819570" y="1440"/>
                  </a:lnTo>
                  <a:lnTo>
                    <a:pt x="3839309" y="410"/>
                  </a:lnTo>
                  <a:lnTo>
                    <a:pt x="3847029" y="4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5" y="54"/>
                  </a:lnTo>
                  <a:lnTo>
                    <a:pt x="4396268" y="443"/>
                  </a:lnTo>
                  <a:lnTo>
                    <a:pt x="4416648" y="1518"/>
                  </a:lnTo>
                  <a:lnTo>
                    <a:pt x="4452577" y="3629"/>
                  </a:lnTo>
                  <a:lnTo>
                    <a:pt x="4505107" y="7082"/>
                  </a:lnTo>
                  <a:lnTo>
                    <a:pt x="4572972" y="12102"/>
                  </a:lnTo>
                  <a:lnTo>
                    <a:pt x="4653009" y="18815"/>
                  </a:lnTo>
                  <a:lnTo>
                    <a:pt x="4740972" y="27255"/>
                  </a:lnTo>
                  <a:lnTo>
                    <a:pt x="4832431" y="37398"/>
                  </a:lnTo>
                  <a:lnTo>
                    <a:pt x="4923516" y="49203"/>
                  </a:lnTo>
                  <a:lnTo>
                    <a:pt x="5011318" y="62653"/>
                  </a:lnTo>
                  <a:lnTo>
                    <a:pt x="5093993" y="77783"/>
                  </a:lnTo>
                  <a:lnTo>
                    <a:pt x="5170643" y="94701"/>
                  </a:lnTo>
                  <a:lnTo>
                    <a:pt x="5241107" y="113586"/>
                  </a:lnTo>
                  <a:lnTo>
                    <a:pt x="5305739" y="134696"/>
                  </a:lnTo>
                  <a:lnTo>
                    <a:pt x="5365215" y="158350"/>
                  </a:lnTo>
                  <a:lnTo>
                    <a:pt x="5420390" y="184921"/>
                  </a:lnTo>
                  <a:lnTo>
                    <a:pt x="5472189" y="214794"/>
                  </a:lnTo>
                  <a:lnTo>
                    <a:pt x="5521521" y="248315"/>
                  </a:lnTo>
                  <a:lnTo>
                    <a:pt x="5567201" y="284023"/>
                  </a:lnTo>
                  <a:lnTo>
                    <a:pt x="5609532" y="321051"/>
                  </a:lnTo>
                  <a:lnTo>
                    <a:pt x="5651450" y="361322"/>
                  </a:lnTo>
                  <a:lnTo>
                    <a:pt x="5693296" y="404896"/>
                  </a:lnTo>
                  <a:lnTo>
                    <a:pt x="5735319" y="451755"/>
                  </a:lnTo>
                  <a:lnTo>
                    <a:pt x="5777689" y="501792"/>
                  </a:lnTo>
                  <a:lnTo>
                    <a:pt x="5820505" y="554806"/>
                  </a:lnTo>
                  <a:lnTo>
                    <a:pt x="5863803" y="610498"/>
                  </a:lnTo>
                  <a:lnTo>
                    <a:pt x="5907563" y="668473"/>
                  </a:lnTo>
                  <a:lnTo>
                    <a:pt x="5951714" y="728250"/>
                  </a:lnTo>
                  <a:lnTo>
                    <a:pt x="5996150" y="789277"/>
                  </a:lnTo>
                  <a:lnTo>
                    <a:pt x="6040736" y="850947"/>
                  </a:lnTo>
                  <a:lnTo>
                    <a:pt x="6085325" y="912629"/>
                  </a:lnTo>
                  <a:lnTo>
                    <a:pt x="6129769" y="973689"/>
                  </a:lnTo>
                  <a:lnTo>
                    <a:pt x="6173932" y="1033522"/>
                  </a:lnTo>
                  <a:lnTo>
                    <a:pt x="6217707" y="1091572"/>
                  </a:lnTo>
                  <a:lnTo>
                    <a:pt x="6261023" y="1147354"/>
                  </a:lnTo>
                  <a:lnTo>
                    <a:pt x="6303857" y="1200471"/>
                  </a:lnTo>
                  <a:lnTo>
                    <a:pt x="6346241" y="1250621"/>
                  </a:lnTo>
                  <a:lnTo>
                    <a:pt x="6388274" y="1297597"/>
                  </a:lnTo>
                  <a:lnTo>
                    <a:pt x="6430122" y="1341292"/>
                  </a:lnTo>
                  <a:lnTo>
                    <a:pt x="6472033" y="1381682"/>
                  </a:lnTo>
                  <a:lnTo>
                    <a:pt x="6514341" y="1418826"/>
                  </a:lnTo>
                  <a:lnTo>
                    <a:pt x="6515891" y="1420115"/>
                  </a:lnTo>
                  <a:lnTo>
                    <a:pt x="6563624" y="1457322"/>
                  </a:lnTo>
                  <a:lnTo>
                    <a:pt x="6613043" y="1490682"/>
                  </a:lnTo>
                  <a:lnTo>
                    <a:pt x="6664966" y="1520408"/>
                  </a:lnTo>
                  <a:lnTo>
                    <a:pt x="6720305" y="1546847"/>
                  </a:lnTo>
                  <a:lnTo>
                    <a:pt x="6779983" y="1570387"/>
                  </a:lnTo>
                  <a:lnTo>
                    <a:pt x="6844850" y="1591396"/>
                  </a:lnTo>
                  <a:lnTo>
                    <a:pt x="6915572" y="1610193"/>
                  </a:lnTo>
                  <a:lnTo>
                    <a:pt x="6992485" y="1627032"/>
                  </a:lnTo>
                  <a:lnTo>
                    <a:pt x="7075402" y="1642089"/>
                  </a:lnTo>
                  <a:lnTo>
                    <a:pt x="7163388" y="1655469"/>
                  </a:lnTo>
                  <a:lnTo>
                    <a:pt x="7254555" y="1667204"/>
                  </a:lnTo>
                  <a:lnTo>
                    <a:pt x="7345951" y="1677275"/>
                  </a:lnTo>
                  <a:lnTo>
                    <a:pt x="7433669" y="1685643"/>
                  </a:lnTo>
                  <a:lnTo>
                    <a:pt x="7513272" y="1692283"/>
                  </a:lnTo>
                  <a:lnTo>
                    <a:pt x="7580539" y="1697234"/>
                  </a:lnTo>
                  <a:lnTo>
                    <a:pt x="7632376" y="1700624"/>
                  </a:lnTo>
                  <a:lnTo>
                    <a:pt x="7667608" y="1702684"/>
                  </a:lnTo>
                  <a:lnTo>
                    <a:pt x="7687387" y="1703723"/>
                  </a:lnTo>
                  <a:lnTo>
                    <a:pt x="7695137" y="1704091"/>
                  </a:lnTo>
                  <a:lnTo>
                    <a:pt x="7696237" y="1704139"/>
                  </a:lnTo>
                  <a:lnTo>
                    <a:pt x="8234974" y="17041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9" name="pl2119"/>
            <p:cNvSpPr/>
            <p:nvPr/>
          </p:nvSpPr>
          <p:spPr>
            <a:xfrm>
              <a:off x="546595" y="4376516"/>
              <a:ext cx="8234974" cy="1704139"/>
            </a:xfrm>
            <a:custGeom>
              <a:avLst/>
              <a:pathLst>
                <a:path w="8234974" h="1704139">
                  <a:moveTo>
                    <a:pt x="8234974" y="1704139"/>
                  </a:moveTo>
                  <a:lnTo>
                    <a:pt x="7696237" y="1704139"/>
                  </a:lnTo>
                  <a:lnTo>
                    <a:pt x="7694987" y="1704084"/>
                  </a:lnTo>
                  <a:lnTo>
                    <a:pt x="7686824" y="1703695"/>
                  </a:lnTo>
                  <a:lnTo>
                    <a:pt x="7666445" y="1702620"/>
                  </a:lnTo>
                  <a:lnTo>
                    <a:pt x="7630516" y="1700509"/>
                  </a:lnTo>
                  <a:lnTo>
                    <a:pt x="7577985" y="1697057"/>
                  </a:lnTo>
                  <a:lnTo>
                    <a:pt x="7510121" y="1692037"/>
                  </a:lnTo>
                  <a:lnTo>
                    <a:pt x="7430083" y="1685323"/>
                  </a:lnTo>
                  <a:lnTo>
                    <a:pt x="7342121" y="1676883"/>
                  </a:lnTo>
                  <a:lnTo>
                    <a:pt x="7250661" y="1666740"/>
                  </a:lnTo>
                  <a:lnTo>
                    <a:pt x="7159577" y="1654935"/>
                  </a:lnTo>
                  <a:lnTo>
                    <a:pt x="7071774" y="1641486"/>
                  </a:lnTo>
                  <a:lnTo>
                    <a:pt x="6989100" y="1626355"/>
                  </a:lnTo>
                  <a:lnTo>
                    <a:pt x="6912450" y="1609438"/>
                  </a:lnTo>
                  <a:lnTo>
                    <a:pt x="6841986" y="1590552"/>
                  </a:lnTo>
                  <a:lnTo>
                    <a:pt x="6777354" y="1569443"/>
                  </a:lnTo>
                  <a:lnTo>
                    <a:pt x="6717878" y="1545788"/>
                  </a:lnTo>
                  <a:lnTo>
                    <a:pt x="6662702" y="1519217"/>
                  </a:lnTo>
                  <a:lnTo>
                    <a:pt x="6610904" y="1489344"/>
                  </a:lnTo>
                  <a:lnTo>
                    <a:pt x="6561572" y="1455824"/>
                  </a:lnTo>
                  <a:lnTo>
                    <a:pt x="6515891" y="1420115"/>
                  </a:lnTo>
                  <a:lnTo>
                    <a:pt x="6473560" y="1383087"/>
                  </a:lnTo>
                  <a:lnTo>
                    <a:pt x="6431642" y="1342816"/>
                  </a:lnTo>
                  <a:lnTo>
                    <a:pt x="6389796" y="1299242"/>
                  </a:lnTo>
                  <a:lnTo>
                    <a:pt x="6347774" y="1252384"/>
                  </a:lnTo>
                  <a:lnTo>
                    <a:pt x="6305404" y="1202347"/>
                  </a:lnTo>
                  <a:lnTo>
                    <a:pt x="6262587" y="1149332"/>
                  </a:lnTo>
                  <a:lnTo>
                    <a:pt x="6219289" y="1093641"/>
                  </a:lnTo>
                  <a:lnTo>
                    <a:pt x="6175530" y="1035665"/>
                  </a:lnTo>
                  <a:lnTo>
                    <a:pt x="6131379" y="975888"/>
                  </a:lnTo>
                  <a:lnTo>
                    <a:pt x="6086943" y="914861"/>
                  </a:lnTo>
                  <a:lnTo>
                    <a:pt x="6042357" y="853191"/>
                  </a:lnTo>
                  <a:lnTo>
                    <a:pt x="5997767" y="791509"/>
                  </a:lnTo>
                  <a:lnTo>
                    <a:pt x="5953324" y="730449"/>
                  </a:lnTo>
                  <a:lnTo>
                    <a:pt x="5909160" y="670616"/>
                  </a:lnTo>
                  <a:lnTo>
                    <a:pt x="5865385" y="612566"/>
                  </a:lnTo>
                  <a:lnTo>
                    <a:pt x="5822069" y="556784"/>
                  </a:lnTo>
                  <a:lnTo>
                    <a:pt x="5779236" y="503667"/>
                  </a:lnTo>
                  <a:lnTo>
                    <a:pt x="5736851" y="453517"/>
                  </a:lnTo>
                  <a:lnTo>
                    <a:pt x="5694818" y="406541"/>
                  </a:lnTo>
                  <a:lnTo>
                    <a:pt x="5652970" y="362847"/>
                  </a:lnTo>
                  <a:lnTo>
                    <a:pt x="5611060" y="322456"/>
                  </a:lnTo>
                  <a:lnTo>
                    <a:pt x="5568751" y="285312"/>
                  </a:lnTo>
                  <a:lnTo>
                    <a:pt x="5567201" y="284023"/>
                  </a:lnTo>
                  <a:lnTo>
                    <a:pt x="5519468" y="246816"/>
                  </a:lnTo>
                  <a:lnTo>
                    <a:pt x="5470049" y="213456"/>
                  </a:lnTo>
                  <a:lnTo>
                    <a:pt x="5418126" y="183730"/>
                  </a:lnTo>
                  <a:lnTo>
                    <a:pt x="5362787" y="157291"/>
                  </a:lnTo>
                  <a:lnTo>
                    <a:pt x="5303109" y="133752"/>
                  </a:lnTo>
                  <a:lnTo>
                    <a:pt x="5238242" y="112742"/>
                  </a:lnTo>
                  <a:lnTo>
                    <a:pt x="5167520" y="93945"/>
                  </a:lnTo>
                  <a:lnTo>
                    <a:pt x="5090607" y="77107"/>
                  </a:lnTo>
                  <a:lnTo>
                    <a:pt x="5007691" y="62049"/>
                  </a:lnTo>
                  <a:lnTo>
                    <a:pt x="4919705" y="48669"/>
                  </a:lnTo>
                  <a:lnTo>
                    <a:pt x="4828538" y="36935"/>
                  </a:lnTo>
                  <a:lnTo>
                    <a:pt x="4737142" y="26863"/>
                  </a:lnTo>
                  <a:lnTo>
                    <a:pt x="4649424" y="18495"/>
                  </a:lnTo>
                  <a:lnTo>
                    <a:pt x="4569820" y="11855"/>
                  </a:lnTo>
                  <a:lnTo>
                    <a:pt x="4502553" y="6905"/>
                  </a:lnTo>
                  <a:lnTo>
                    <a:pt x="4450716" y="3514"/>
                  </a:lnTo>
                  <a:lnTo>
                    <a:pt x="4415484" y="1454"/>
                  </a:lnTo>
                  <a:lnTo>
                    <a:pt x="4395705" y="415"/>
                  </a:lnTo>
                  <a:lnTo>
                    <a:pt x="4387956" y="4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868" y="54"/>
                  </a:lnTo>
                  <a:lnTo>
                    <a:pt x="3838700" y="440"/>
                  </a:lnTo>
                  <a:lnTo>
                    <a:pt x="3818311" y="1509"/>
                  </a:lnTo>
                  <a:lnTo>
                    <a:pt x="3782366" y="3608"/>
                  </a:lnTo>
                  <a:lnTo>
                    <a:pt x="3729813" y="7040"/>
                  </a:lnTo>
                  <a:lnTo>
                    <a:pt x="3661924" y="12030"/>
                  </a:lnTo>
                  <a:lnTo>
                    <a:pt x="3581861" y="18704"/>
                  </a:lnTo>
                  <a:lnTo>
                    <a:pt x="3493876" y="27094"/>
                  </a:lnTo>
                  <a:lnTo>
                    <a:pt x="3402398" y="37177"/>
                  </a:lnTo>
                  <a:lnTo>
                    <a:pt x="3311301" y="48911"/>
                  </a:lnTo>
                  <a:lnTo>
                    <a:pt x="3223492" y="62280"/>
                  </a:lnTo>
                  <a:lnTo>
                    <a:pt x="3140814" y="77319"/>
                  </a:lnTo>
                  <a:lnTo>
                    <a:pt x="3064164" y="94136"/>
                  </a:lnTo>
                  <a:lnTo>
                    <a:pt x="2993702" y="112909"/>
                  </a:lnTo>
                  <a:lnTo>
                    <a:pt x="2929073" y="133893"/>
                  </a:lnTo>
                  <a:lnTo>
                    <a:pt x="2869599" y="157408"/>
                  </a:lnTo>
                  <a:lnTo>
                    <a:pt x="2814425" y="183822"/>
                  </a:lnTo>
                  <a:lnTo>
                    <a:pt x="2762626" y="213520"/>
                  </a:lnTo>
                  <a:lnTo>
                    <a:pt x="2713293" y="246845"/>
                  </a:lnTo>
                  <a:lnTo>
                    <a:pt x="2667772" y="282208"/>
                  </a:lnTo>
                  <a:lnTo>
                    <a:pt x="2625362" y="319072"/>
                  </a:lnTo>
                  <a:lnTo>
                    <a:pt x="2583365" y="359170"/>
                  </a:lnTo>
                  <a:lnTo>
                    <a:pt x="2541440" y="402563"/>
                  </a:lnTo>
                  <a:lnTo>
                    <a:pt x="2499337" y="449231"/>
                  </a:lnTo>
                  <a:lnTo>
                    <a:pt x="2456883" y="499068"/>
                  </a:lnTo>
                  <a:lnTo>
                    <a:pt x="2413981" y="551872"/>
                  </a:lnTo>
                  <a:lnTo>
                    <a:pt x="2370596" y="607343"/>
                  </a:lnTo>
                  <a:lnTo>
                    <a:pt x="2326748" y="665085"/>
                  </a:lnTo>
                  <a:lnTo>
                    <a:pt x="2282508" y="724617"/>
                  </a:lnTo>
                  <a:lnTo>
                    <a:pt x="2237984" y="785385"/>
                  </a:lnTo>
                  <a:lnTo>
                    <a:pt x="2193312" y="846783"/>
                  </a:lnTo>
                  <a:lnTo>
                    <a:pt x="2148641" y="908179"/>
                  </a:lnTo>
                  <a:lnTo>
                    <a:pt x="2104119" y="968942"/>
                  </a:lnTo>
                  <a:lnTo>
                    <a:pt x="2059881" y="1028466"/>
                  </a:lnTo>
                  <a:lnTo>
                    <a:pt x="2016035" y="1086197"/>
                  </a:lnTo>
                  <a:lnTo>
                    <a:pt x="1972651" y="1141655"/>
                  </a:lnTo>
                  <a:lnTo>
                    <a:pt x="1929752" y="1194445"/>
                  </a:lnTo>
                  <a:lnTo>
                    <a:pt x="1887301" y="1244266"/>
                  </a:lnTo>
                  <a:lnTo>
                    <a:pt x="1845199" y="1290918"/>
                  </a:lnTo>
                  <a:lnTo>
                    <a:pt x="1803274" y="1334293"/>
                  </a:lnTo>
                  <a:lnTo>
                    <a:pt x="1761276" y="1374375"/>
                  </a:lnTo>
                  <a:lnTo>
                    <a:pt x="1719082" y="1411041"/>
                  </a:lnTo>
                  <a:lnTo>
                    <a:pt x="1671341" y="1448016"/>
                  </a:lnTo>
                  <a:lnTo>
                    <a:pt x="1621913" y="1481168"/>
                  </a:lnTo>
                  <a:lnTo>
                    <a:pt x="1569980" y="1510707"/>
                  </a:lnTo>
                  <a:lnTo>
                    <a:pt x="1514629" y="1536980"/>
                  </a:lnTo>
                  <a:lnTo>
                    <a:pt x="1454936" y="1560371"/>
                  </a:lnTo>
                  <a:lnTo>
                    <a:pt x="1390052" y="1581248"/>
                  </a:lnTo>
                  <a:lnTo>
                    <a:pt x="1319311" y="1599926"/>
                  </a:lnTo>
                  <a:lnTo>
                    <a:pt x="1242377" y="1616657"/>
                  </a:lnTo>
                  <a:lnTo>
                    <a:pt x="1159437" y="1631619"/>
                  </a:lnTo>
                  <a:lnTo>
                    <a:pt x="1071429" y="1644912"/>
                  </a:lnTo>
                  <a:lnTo>
                    <a:pt x="980242" y="1656571"/>
                  </a:lnTo>
                  <a:lnTo>
                    <a:pt x="888834" y="1666577"/>
                  </a:lnTo>
                  <a:lnTo>
                    <a:pt x="801114" y="1674889"/>
                  </a:lnTo>
                  <a:lnTo>
                    <a:pt x="721521" y="1681484"/>
                  </a:lnTo>
                  <a:lnTo>
                    <a:pt x="654277" y="1686399"/>
                  </a:lnTo>
                  <a:lnTo>
                    <a:pt x="602476" y="1689765"/>
                  </a:lnTo>
                  <a:lnTo>
                    <a:pt x="567285" y="1691809"/>
                  </a:lnTo>
                  <a:lnTo>
                    <a:pt x="547546" y="1692839"/>
                  </a:lnTo>
                  <a:lnTo>
                    <a:pt x="539826" y="1693203"/>
                  </a:lnTo>
                  <a:lnTo>
                    <a:pt x="538736" y="1693250"/>
                  </a:lnTo>
                  <a:lnTo>
                    <a:pt x="0" y="1693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0" name="pg2120"/>
            <p:cNvSpPr/>
            <p:nvPr/>
          </p:nvSpPr>
          <p:spPr>
            <a:xfrm>
              <a:off x="546595" y="1104351"/>
              <a:ext cx="8234974" cy="4932747"/>
            </a:xfrm>
            <a:custGeom>
              <a:avLst/>
              <a:pathLst>
                <a:path w="8234974" h="4932747">
                  <a:moveTo>
                    <a:pt x="0" y="4932747"/>
                  </a:moveTo>
                  <a:lnTo>
                    <a:pt x="538736" y="4932747"/>
                  </a:lnTo>
                  <a:lnTo>
                    <a:pt x="539590" y="4932641"/>
                  </a:lnTo>
                  <a:lnTo>
                    <a:pt x="545212" y="4931882"/>
                  </a:lnTo>
                  <a:lnTo>
                    <a:pt x="559423" y="4929785"/>
                  </a:lnTo>
                  <a:lnTo>
                    <a:pt x="584920" y="4925655"/>
                  </a:lnTo>
                  <a:lnTo>
                    <a:pt x="623096" y="4918844"/>
                  </a:lnTo>
                  <a:lnTo>
                    <a:pt x="673936" y="4908812"/>
                  </a:lnTo>
                  <a:lnTo>
                    <a:pt x="736095" y="4895181"/>
                  </a:lnTo>
                  <a:lnTo>
                    <a:pt x="807209" y="4877745"/>
                  </a:lnTo>
                  <a:lnTo>
                    <a:pt x="884345" y="4856453"/>
                  </a:lnTo>
                  <a:lnTo>
                    <a:pt x="964483" y="4831353"/>
                  </a:lnTo>
                  <a:lnTo>
                    <a:pt x="1044907" y="4802530"/>
                  </a:lnTo>
                  <a:lnTo>
                    <a:pt x="1123446" y="4770036"/>
                  </a:lnTo>
                  <a:lnTo>
                    <a:pt x="1198569" y="4733850"/>
                  </a:lnTo>
                  <a:lnTo>
                    <a:pt x="1269351" y="4693838"/>
                  </a:lnTo>
                  <a:lnTo>
                    <a:pt x="1335386" y="4649739"/>
                  </a:lnTo>
                  <a:lnTo>
                    <a:pt x="1396666" y="4601164"/>
                  </a:lnTo>
                  <a:lnTo>
                    <a:pt x="1453463" y="4547595"/>
                  </a:lnTo>
                  <a:lnTo>
                    <a:pt x="1506240" y="4488400"/>
                  </a:lnTo>
                  <a:lnTo>
                    <a:pt x="1555566" y="4422864"/>
                  </a:lnTo>
                  <a:lnTo>
                    <a:pt x="1602064" y="4350224"/>
                  </a:lnTo>
                  <a:lnTo>
                    <a:pt x="1646361" y="4269751"/>
                  </a:lnTo>
                  <a:lnTo>
                    <a:pt x="1689050" y="4180874"/>
                  </a:lnTo>
                  <a:lnTo>
                    <a:pt x="1719082" y="4111530"/>
                  </a:lnTo>
                  <a:lnTo>
                    <a:pt x="1747000" y="4042129"/>
                  </a:lnTo>
                  <a:lnTo>
                    <a:pt x="1774681" y="3968712"/>
                  </a:lnTo>
                  <a:lnTo>
                    <a:pt x="1802237" y="3891198"/>
                  </a:lnTo>
                  <a:lnTo>
                    <a:pt x="1829760" y="3809545"/>
                  </a:lnTo>
                  <a:lnTo>
                    <a:pt x="1857325" y="3723756"/>
                  </a:lnTo>
                  <a:lnTo>
                    <a:pt x="1884994" y="3633877"/>
                  </a:lnTo>
                  <a:lnTo>
                    <a:pt x="1912810" y="3540003"/>
                  </a:lnTo>
                  <a:lnTo>
                    <a:pt x="1940809" y="3442284"/>
                  </a:lnTo>
                  <a:lnTo>
                    <a:pt x="1969008" y="3340920"/>
                  </a:lnTo>
                  <a:lnTo>
                    <a:pt x="1997417" y="3236165"/>
                  </a:lnTo>
                  <a:lnTo>
                    <a:pt x="2026033" y="3128325"/>
                  </a:lnTo>
                  <a:lnTo>
                    <a:pt x="2054844" y="3017755"/>
                  </a:lnTo>
                  <a:lnTo>
                    <a:pt x="2083830" y="2904858"/>
                  </a:lnTo>
                  <a:lnTo>
                    <a:pt x="2112962" y="2790075"/>
                  </a:lnTo>
                  <a:lnTo>
                    <a:pt x="2142206" y="2673881"/>
                  </a:lnTo>
                  <a:lnTo>
                    <a:pt x="2171523" y="2556778"/>
                  </a:lnTo>
                  <a:lnTo>
                    <a:pt x="2200873" y="2439283"/>
                  </a:lnTo>
                  <a:lnTo>
                    <a:pt x="2230212" y="2321921"/>
                  </a:lnTo>
                  <a:lnTo>
                    <a:pt x="2259497" y="2205215"/>
                  </a:lnTo>
                  <a:lnTo>
                    <a:pt x="2288689" y="2089676"/>
                  </a:lnTo>
                  <a:lnTo>
                    <a:pt x="2317751" y="1975792"/>
                  </a:lnTo>
                  <a:lnTo>
                    <a:pt x="2346651" y="1864023"/>
                  </a:lnTo>
                  <a:lnTo>
                    <a:pt x="2375365" y="1754791"/>
                  </a:lnTo>
                  <a:lnTo>
                    <a:pt x="2403877" y="1648474"/>
                  </a:lnTo>
                  <a:lnTo>
                    <a:pt x="2432179" y="1545404"/>
                  </a:lnTo>
                  <a:lnTo>
                    <a:pt x="2460275" y="1445861"/>
                  </a:lnTo>
                  <a:lnTo>
                    <a:pt x="2488178" y="1350071"/>
                  </a:lnTo>
                  <a:lnTo>
                    <a:pt x="2515914" y="1258209"/>
                  </a:lnTo>
                  <a:lnTo>
                    <a:pt x="2543524" y="1170396"/>
                  </a:lnTo>
                  <a:lnTo>
                    <a:pt x="2571059" y="1086703"/>
                  </a:lnTo>
                  <a:lnTo>
                    <a:pt x="2598588" y="1007152"/>
                  </a:lnTo>
                  <a:lnTo>
                    <a:pt x="2626195" y="931724"/>
                  </a:lnTo>
                  <a:lnTo>
                    <a:pt x="2653981" y="860357"/>
                  </a:lnTo>
                  <a:lnTo>
                    <a:pt x="2667772" y="826661"/>
                  </a:lnTo>
                  <a:lnTo>
                    <a:pt x="2709626" y="731564"/>
                  </a:lnTo>
                  <a:lnTo>
                    <a:pt x="2752710" y="645081"/>
                  </a:lnTo>
                  <a:lnTo>
                    <a:pt x="2797561" y="566869"/>
                  </a:lnTo>
                  <a:lnTo>
                    <a:pt x="2844787" y="496295"/>
                  </a:lnTo>
                  <a:lnTo>
                    <a:pt x="2895018" y="432610"/>
                  </a:lnTo>
                  <a:lnTo>
                    <a:pt x="2948866" y="375060"/>
                  </a:lnTo>
                  <a:lnTo>
                    <a:pt x="3006879" y="322948"/>
                  </a:lnTo>
                  <a:lnTo>
                    <a:pt x="3069472" y="275673"/>
                  </a:lnTo>
                  <a:lnTo>
                    <a:pt x="3136853" y="232752"/>
                  </a:lnTo>
                  <a:lnTo>
                    <a:pt x="3208911" y="193832"/>
                  </a:lnTo>
                  <a:lnTo>
                    <a:pt x="3285109" y="158688"/>
                  </a:lnTo>
                  <a:lnTo>
                    <a:pt x="3364358" y="127220"/>
                  </a:lnTo>
                  <a:lnTo>
                    <a:pt x="3444946" y="99432"/>
                  </a:lnTo>
                  <a:lnTo>
                    <a:pt x="3524536" y="75390"/>
                  </a:lnTo>
                  <a:lnTo>
                    <a:pt x="3600296" y="55176"/>
                  </a:lnTo>
                  <a:lnTo>
                    <a:pt x="3669183" y="38816"/>
                  </a:lnTo>
                  <a:lnTo>
                    <a:pt x="3728374" y="26221"/>
                  </a:lnTo>
                  <a:lnTo>
                    <a:pt x="3775751" y="17136"/>
                  </a:lnTo>
                  <a:lnTo>
                    <a:pt x="3810318" y="11136"/>
                  </a:lnTo>
                  <a:lnTo>
                    <a:pt x="3832455" y="7644"/>
                  </a:lnTo>
                  <a:lnTo>
                    <a:pt x="3843938" y="5992"/>
                  </a:lnTo>
                  <a:lnTo>
                    <a:pt x="3847795" y="548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801" y="5534"/>
                  </a:lnTo>
                  <a:lnTo>
                    <a:pt x="4394019" y="6178"/>
                  </a:lnTo>
                  <a:lnTo>
                    <a:pt x="4409686" y="7959"/>
                  </a:lnTo>
                  <a:lnTo>
                    <a:pt x="4437676" y="11463"/>
                  </a:lnTo>
                  <a:lnTo>
                    <a:pt x="4479345" y="17231"/>
                  </a:lnTo>
                  <a:lnTo>
                    <a:pt x="4534424" y="25701"/>
                  </a:lnTo>
                  <a:lnTo>
                    <a:pt x="4601172" y="37164"/>
                  </a:lnTo>
                  <a:lnTo>
                    <a:pt x="4676775" y="51763"/>
                  </a:lnTo>
                  <a:lnTo>
                    <a:pt x="4757903" y="69513"/>
                  </a:lnTo>
                  <a:lnTo>
                    <a:pt x="4841270" y="90359"/>
                  </a:lnTo>
                  <a:lnTo>
                    <a:pt x="4924045" y="114234"/>
                  </a:lnTo>
                  <a:lnTo>
                    <a:pt x="5004079" y="141111"/>
                  </a:lnTo>
                  <a:lnTo>
                    <a:pt x="5079956" y="171048"/>
                  </a:lnTo>
                  <a:lnTo>
                    <a:pt x="5150919" y="204202"/>
                  </a:lnTo>
                  <a:lnTo>
                    <a:pt x="5216744" y="240849"/>
                  </a:lnTo>
                  <a:lnTo>
                    <a:pt x="5277597" y="281375"/>
                  </a:lnTo>
                  <a:lnTo>
                    <a:pt x="5333906" y="326274"/>
                  </a:lnTo>
                  <a:lnTo>
                    <a:pt x="5386264" y="376127"/>
                  </a:lnTo>
                  <a:lnTo>
                    <a:pt x="5435346" y="431570"/>
                  </a:lnTo>
                  <a:lnTo>
                    <a:pt x="5481851" y="493240"/>
                  </a:lnTo>
                  <a:lnTo>
                    <a:pt x="5526454" y="561676"/>
                  </a:lnTo>
                  <a:lnTo>
                    <a:pt x="5567201" y="632473"/>
                  </a:lnTo>
                  <a:lnTo>
                    <a:pt x="5598706" y="692531"/>
                  </a:lnTo>
                  <a:lnTo>
                    <a:pt x="5629928" y="756510"/>
                  </a:lnTo>
                  <a:lnTo>
                    <a:pt x="5661022" y="824491"/>
                  </a:lnTo>
                  <a:lnTo>
                    <a:pt x="5692113" y="896504"/>
                  </a:lnTo>
                  <a:lnTo>
                    <a:pt x="5723301" y="972526"/>
                  </a:lnTo>
                  <a:lnTo>
                    <a:pt x="5754659" y="1052474"/>
                  </a:lnTo>
                  <a:lnTo>
                    <a:pt x="5786239" y="1136202"/>
                  </a:lnTo>
                  <a:lnTo>
                    <a:pt x="5818074" y="1223498"/>
                  </a:lnTo>
                  <a:lnTo>
                    <a:pt x="5850177" y="1314086"/>
                  </a:lnTo>
                  <a:lnTo>
                    <a:pt x="5882541" y="1407622"/>
                  </a:lnTo>
                  <a:lnTo>
                    <a:pt x="5915147" y="1503705"/>
                  </a:lnTo>
                  <a:lnTo>
                    <a:pt x="5947961" y="1601877"/>
                  </a:lnTo>
                  <a:lnTo>
                    <a:pt x="5980939" y="1701633"/>
                  </a:lnTo>
                  <a:lnTo>
                    <a:pt x="6014027" y="1802432"/>
                  </a:lnTo>
                  <a:lnTo>
                    <a:pt x="6047166" y="1903710"/>
                  </a:lnTo>
                  <a:lnTo>
                    <a:pt x="6080294" y="2004890"/>
                  </a:lnTo>
                  <a:lnTo>
                    <a:pt x="6113351" y="2105398"/>
                  </a:lnTo>
                  <a:lnTo>
                    <a:pt x="6146278" y="2204676"/>
                  </a:lnTo>
                  <a:lnTo>
                    <a:pt x="6179027" y="2302194"/>
                  </a:lnTo>
                  <a:lnTo>
                    <a:pt x="6211554" y="2397462"/>
                  </a:lnTo>
                  <a:lnTo>
                    <a:pt x="6243831" y="2490041"/>
                  </a:lnTo>
                  <a:lnTo>
                    <a:pt x="6275842" y="2579547"/>
                  </a:lnTo>
                  <a:lnTo>
                    <a:pt x="6307589" y="2665661"/>
                  </a:lnTo>
                  <a:lnTo>
                    <a:pt x="6339089" y="2748128"/>
                  </a:lnTo>
                  <a:lnTo>
                    <a:pt x="6370383" y="2826758"/>
                  </a:lnTo>
                  <a:lnTo>
                    <a:pt x="6401528" y="2901427"/>
                  </a:lnTo>
                  <a:lnTo>
                    <a:pt x="6432608" y="2972073"/>
                  </a:lnTo>
                  <a:lnTo>
                    <a:pt x="6463730" y="3038691"/>
                  </a:lnTo>
                  <a:lnTo>
                    <a:pt x="6495029" y="3101329"/>
                  </a:lnTo>
                  <a:lnTo>
                    <a:pt x="6515891" y="3140588"/>
                  </a:lnTo>
                  <a:lnTo>
                    <a:pt x="6559252" y="3215657"/>
                  </a:lnTo>
                  <a:lnTo>
                    <a:pt x="6603951" y="3283678"/>
                  </a:lnTo>
                  <a:lnTo>
                    <a:pt x="6650590" y="3344960"/>
                  </a:lnTo>
                  <a:lnTo>
                    <a:pt x="6699847" y="3400053"/>
                  </a:lnTo>
                  <a:lnTo>
                    <a:pt x="6752422" y="3449593"/>
                  </a:lnTo>
                  <a:lnTo>
                    <a:pt x="6808987" y="3494216"/>
                  </a:lnTo>
                  <a:lnTo>
                    <a:pt x="6870125" y="3534498"/>
                  </a:lnTo>
                  <a:lnTo>
                    <a:pt x="6936255" y="3570927"/>
                  </a:lnTo>
                  <a:lnTo>
                    <a:pt x="7007521" y="3603884"/>
                  </a:lnTo>
                  <a:lnTo>
                    <a:pt x="7083673" y="3633635"/>
                  </a:lnTo>
                  <a:lnTo>
                    <a:pt x="7163918" y="3660333"/>
                  </a:lnTo>
                  <a:lnTo>
                    <a:pt x="7246795" y="3684029"/>
                  </a:lnTo>
                  <a:lnTo>
                    <a:pt x="7330114" y="3704693"/>
                  </a:lnTo>
                  <a:lnTo>
                    <a:pt x="7411008" y="3722256"/>
                  </a:lnTo>
                  <a:lnTo>
                    <a:pt x="7486174" y="3736667"/>
                  </a:lnTo>
                  <a:lnTo>
                    <a:pt x="7552298" y="3747947"/>
                  </a:lnTo>
                  <a:lnTo>
                    <a:pt x="7606615" y="3756246"/>
                  </a:lnTo>
                  <a:lnTo>
                    <a:pt x="7647460" y="3761866"/>
                  </a:lnTo>
                  <a:lnTo>
                    <a:pt x="7674663" y="3765251"/>
                  </a:lnTo>
                  <a:lnTo>
                    <a:pt x="7689673" y="3766947"/>
                  </a:lnTo>
                  <a:lnTo>
                    <a:pt x="7695448" y="3767542"/>
                  </a:lnTo>
                  <a:lnTo>
                    <a:pt x="7696237" y="3767617"/>
                  </a:lnTo>
                  <a:lnTo>
                    <a:pt x="8234974" y="3767617"/>
                  </a:lnTo>
                  <a:lnTo>
                    <a:pt x="8234974" y="3762173"/>
                  </a:lnTo>
                  <a:lnTo>
                    <a:pt x="7696237" y="3762173"/>
                  </a:lnTo>
                  <a:lnTo>
                    <a:pt x="7695291" y="3762082"/>
                  </a:lnTo>
                  <a:lnTo>
                    <a:pt x="7689074" y="3761438"/>
                  </a:lnTo>
                  <a:lnTo>
                    <a:pt x="7673406" y="3759658"/>
                  </a:lnTo>
                  <a:lnTo>
                    <a:pt x="7645416" y="3756154"/>
                  </a:lnTo>
                  <a:lnTo>
                    <a:pt x="7603748" y="3750386"/>
                  </a:lnTo>
                  <a:lnTo>
                    <a:pt x="7548668" y="3741916"/>
                  </a:lnTo>
                  <a:lnTo>
                    <a:pt x="7481920" y="3730452"/>
                  </a:lnTo>
                  <a:lnTo>
                    <a:pt x="7406318" y="3715854"/>
                  </a:lnTo>
                  <a:lnTo>
                    <a:pt x="7325190" y="3698104"/>
                  </a:lnTo>
                  <a:lnTo>
                    <a:pt x="7241823" y="3677258"/>
                  </a:lnTo>
                  <a:lnTo>
                    <a:pt x="7159048" y="3653383"/>
                  </a:lnTo>
                  <a:lnTo>
                    <a:pt x="7079013" y="3626505"/>
                  </a:lnTo>
                  <a:lnTo>
                    <a:pt x="7003136" y="3596569"/>
                  </a:lnTo>
                  <a:lnTo>
                    <a:pt x="6932173" y="3563414"/>
                  </a:lnTo>
                  <a:lnTo>
                    <a:pt x="6866348" y="3526768"/>
                  </a:lnTo>
                  <a:lnTo>
                    <a:pt x="6805496" y="3486241"/>
                  </a:lnTo>
                  <a:lnTo>
                    <a:pt x="6749186" y="3441342"/>
                  </a:lnTo>
                  <a:lnTo>
                    <a:pt x="6696828" y="3391490"/>
                  </a:lnTo>
                  <a:lnTo>
                    <a:pt x="6647747" y="3336046"/>
                  </a:lnTo>
                  <a:lnTo>
                    <a:pt x="6601241" y="3274377"/>
                  </a:lnTo>
                  <a:lnTo>
                    <a:pt x="6556638" y="3205941"/>
                  </a:lnTo>
                  <a:lnTo>
                    <a:pt x="6515891" y="3135144"/>
                  </a:lnTo>
                  <a:lnTo>
                    <a:pt x="6484387" y="3075086"/>
                  </a:lnTo>
                  <a:lnTo>
                    <a:pt x="6453165" y="3011107"/>
                  </a:lnTo>
                  <a:lnTo>
                    <a:pt x="6422071" y="2943126"/>
                  </a:lnTo>
                  <a:lnTo>
                    <a:pt x="6390979" y="2871112"/>
                  </a:lnTo>
                  <a:lnTo>
                    <a:pt x="6359792" y="2795090"/>
                  </a:lnTo>
                  <a:lnTo>
                    <a:pt x="6328434" y="2715142"/>
                  </a:lnTo>
                  <a:lnTo>
                    <a:pt x="6296853" y="2631415"/>
                  </a:lnTo>
                  <a:lnTo>
                    <a:pt x="6265018" y="2544118"/>
                  </a:lnTo>
                  <a:lnTo>
                    <a:pt x="6232916" y="2453531"/>
                  </a:lnTo>
                  <a:lnTo>
                    <a:pt x="6200552" y="2359994"/>
                  </a:lnTo>
                  <a:lnTo>
                    <a:pt x="6167945" y="2263911"/>
                  </a:lnTo>
                  <a:lnTo>
                    <a:pt x="6135131" y="2165740"/>
                  </a:lnTo>
                  <a:lnTo>
                    <a:pt x="6102153" y="2065984"/>
                  </a:lnTo>
                  <a:lnTo>
                    <a:pt x="6069066" y="1965184"/>
                  </a:lnTo>
                  <a:lnTo>
                    <a:pt x="6035927" y="1863906"/>
                  </a:lnTo>
                  <a:lnTo>
                    <a:pt x="6002799" y="1762726"/>
                  </a:lnTo>
                  <a:lnTo>
                    <a:pt x="5969742" y="1662218"/>
                  </a:lnTo>
                  <a:lnTo>
                    <a:pt x="5936814" y="1562941"/>
                  </a:lnTo>
                  <a:lnTo>
                    <a:pt x="5904066" y="1465423"/>
                  </a:lnTo>
                  <a:lnTo>
                    <a:pt x="5871538" y="1370155"/>
                  </a:lnTo>
                  <a:lnTo>
                    <a:pt x="5839261" y="1277576"/>
                  </a:lnTo>
                  <a:lnTo>
                    <a:pt x="5807250" y="1188069"/>
                  </a:lnTo>
                  <a:lnTo>
                    <a:pt x="5775504" y="1101955"/>
                  </a:lnTo>
                  <a:lnTo>
                    <a:pt x="5744003" y="1019489"/>
                  </a:lnTo>
                  <a:lnTo>
                    <a:pt x="5712710" y="940859"/>
                  </a:lnTo>
                  <a:lnTo>
                    <a:pt x="5681565" y="866190"/>
                  </a:lnTo>
                  <a:lnTo>
                    <a:pt x="5650484" y="795544"/>
                  </a:lnTo>
                  <a:lnTo>
                    <a:pt x="5619362" y="728926"/>
                  </a:lnTo>
                  <a:lnTo>
                    <a:pt x="5588064" y="666288"/>
                  </a:lnTo>
                  <a:lnTo>
                    <a:pt x="5567201" y="627028"/>
                  </a:lnTo>
                  <a:lnTo>
                    <a:pt x="5523840" y="551960"/>
                  </a:lnTo>
                  <a:lnTo>
                    <a:pt x="5479142" y="483938"/>
                  </a:lnTo>
                  <a:lnTo>
                    <a:pt x="5432502" y="422656"/>
                  </a:lnTo>
                  <a:lnTo>
                    <a:pt x="5383245" y="367564"/>
                  </a:lnTo>
                  <a:lnTo>
                    <a:pt x="5330671" y="318024"/>
                  </a:lnTo>
                  <a:lnTo>
                    <a:pt x="5274106" y="273401"/>
                  </a:lnTo>
                  <a:lnTo>
                    <a:pt x="5212967" y="233118"/>
                  </a:lnTo>
                  <a:lnTo>
                    <a:pt x="5146838" y="196689"/>
                  </a:lnTo>
                  <a:lnTo>
                    <a:pt x="5075571" y="163733"/>
                  </a:lnTo>
                  <a:lnTo>
                    <a:pt x="4999419" y="133982"/>
                  </a:lnTo>
                  <a:lnTo>
                    <a:pt x="4919175" y="107283"/>
                  </a:lnTo>
                  <a:lnTo>
                    <a:pt x="4836297" y="83588"/>
                  </a:lnTo>
                  <a:lnTo>
                    <a:pt x="4752979" y="62924"/>
                  </a:lnTo>
                  <a:lnTo>
                    <a:pt x="4672084" y="45360"/>
                  </a:lnTo>
                  <a:lnTo>
                    <a:pt x="4596919" y="30950"/>
                  </a:lnTo>
                  <a:lnTo>
                    <a:pt x="4530794" y="19670"/>
                  </a:lnTo>
                  <a:lnTo>
                    <a:pt x="4476478" y="11371"/>
                  </a:lnTo>
                  <a:lnTo>
                    <a:pt x="4435632" y="5751"/>
                  </a:lnTo>
                  <a:lnTo>
                    <a:pt x="4408430" y="2366"/>
                  </a:lnTo>
                  <a:lnTo>
                    <a:pt x="4393419" y="670"/>
                  </a:lnTo>
                  <a:lnTo>
                    <a:pt x="4387645" y="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2" y="865"/>
                  </a:lnTo>
                  <a:lnTo>
                    <a:pt x="3827432" y="2962"/>
                  </a:lnTo>
                  <a:lnTo>
                    <a:pt x="3801935" y="7092"/>
                  </a:lnTo>
                  <a:lnTo>
                    <a:pt x="3763758" y="13903"/>
                  </a:lnTo>
                  <a:lnTo>
                    <a:pt x="3712919" y="23935"/>
                  </a:lnTo>
                  <a:lnTo>
                    <a:pt x="3650760" y="37566"/>
                  </a:lnTo>
                  <a:lnTo>
                    <a:pt x="3579645" y="55002"/>
                  </a:lnTo>
                  <a:lnTo>
                    <a:pt x="3502509" y="76294"/>
                  </a:lnTo>
                  <a:lnTo>
                    <a:pt x="3422371" y="101394"/>
                  </a:lnTo>
                  <a:lnTo>
                    <a:pt x="3341948" y="130217"/>
                  </a:lnTo>
                  <a:lnTo>
                    <a:pt x="3263408" y="162711"/>
                  </a:lnTo>
                  <a:lnTo>
                    <a:pt x="3188286" y="198897"/>
                  </a:lnTo>
                  <a:lnTo>
                    <a:pt x="3117503" y="238909"/>
                  </a:lnTo>
                  <a:lnTo>
                    <a:pt x="3051468" y="283007"/>
                  </a:lnTo>
                  <a:lnTo>
                    <a:pt x="2990189" y="331583"/>
                  </a:lnTo>
                  <a:lnTo>
                    <a:pt x="2933391" y="385152"/>
                  </a:lnTo>
                  <a:lnTo>
                    <a:pt x="2880614" y="444347"/>
                  </a:lnTo>
                  <a:lnTo>
                    <a:pt x="2831288" y="509883"/>
                  </a:lnTo>
                  <a:lnTo>
                    <a:pt x="2784791" y="582523"/>
                  </a:lnTo>
                  <a:lnTo>
                    <a:pt x="2740493" y="662996"/>
                  </a:lnTo>
                  <a:lnTo>
                    <a:pt x="2697804" y="751873"/>
                  </a:lnTo>
                  <a:lnTo>
                    <a:pt x="2667772" y="821217"/>
                  </a:lnTo>
                  <a:lnTo>
                    <a:pt x="2639854" y="890618"/>
                  </a:lnTo>
                  <a:lnTo>
                    <a:pt x="2612173" y="964035"/>
                  </a:lnTo>
                  <a:lnTo>
                    <a:pt x="2584618" y="1041549"/>
                  </a:lnTo>
                  <a:lnTo>
                    <a:pt x="2557095" y="1123202"/>
                  </a:lnTo>
                  <a:lnTo>
                    <a:pt x="2529529" y="1208991"/>
                  </a:lnTo>
                  <a:lnTo>
                    <a:pt x="2501861" y="1298870"/>
                  </a:lnTo>
                  <a:lnTo>
                    <a:pt x="2474044" y="1392744"/>
                  </a:lnTo>
                  <a:lnTo>
                    <a:pt x="2446046" y="1490463"/>
                  </a:lnTo>
                  <a:lnTo>
                    <a:pt x="2417847" y="1591827"/>
                  </a:lnTo>
                  <a:lnTo>
                    <a:pt x="2389438" y="1696582"/>
                  </a:lnTo>
                  <a:lnTo>
                    <a:pt x="2360822" y="1804422"/>
                  </a:lnTo>
                  <a:lnTo>
                    <a:pt x="2332011" y="1914992"/>
                  </a:lnTo>
                  <a:lnTo>
                    <a:pt x="2303025" y="2027889"/>
                  </a:lnTo>
                  <a:lnTo>
                    <a:pt x="2273893" y="2142672"/>
                  </a:lnTo>
                  <a:lnTo>
                    <a:pt x="2244649" y="2258866"/>
                  </a:lnTo>
                  <a:lnTo>
                    <a:pt x="2215331" y="2375969"/>
                  </a:lnTo>
                  <a:lnTo>
                    <a:pt x="2185981" y="2493464"/>
                  </a:lnTo>
                  <a:lnTo>
                    <a:pt x="2156643" y="2610826"/>
                  </a:lnTo>
                  <a:lnTo>
                    <a:pt x="2127357" y="2727532"/>
                  </a:lnTo>
                  <a:lnTo>
                    <a:pt x="2098165" y="2843071"/>
                  </a:lnTo>
                  <a:lnTo>
                    <a:pt x="2069104" y="2956955"/>
                  </a:lnTo>
                  <a:lnTo>
                    <a:pt x="2040204" y="3068724"/>
                  </a:lnTo>
                  <a:lnTo>
                    <a:pt x="2011489" y="3177956"/>
                  </a:lnTo>
                  <a:lnTo>
                    <a:pt x="1982977" y="3284273"/>
                  </a:lnTo>
                  <a:lnTo>
                    <a:pt x="1954675" y="3387343"/>
                  </a:lnTo>
                  <a:lnTo>
                    <a:pt x="1926580" y="3486886"/>
                  </a:lnTo>
                  <a:lnTo>
                    <a:pt x="1898677" y="3582676"/>
                  </a:lnTo>
                  <a:lnTo>
                    <a:pt x="1870940" y="3674538"/>
                  </a:lnTo>
                  <a:lnTo>
                    <a:pt x="1843331" y="3762351"/>
                  </a:lnTo>
                  <a:lnTo>
                    <a:pt x="1815795" y="3846044"/>
                  </a:lnTo>
                  <a:lnTo>
                    <a:pt x="1788266" y="3925595"/>
                  </a:lnTo>
                  <a:lnTo>
                    <a:pt x="1760660" y="4001023"/>
                  </a:lnTo>
                  <a:lnTo>
                    <a:pt x="1732874" y="4072390"/>
                  </a:lnTo>
                  <a:lnTo>
                    <a:pt x="1719082" y="4106086"/>
                  </a:lnTo>
                  <a:lnTo>
                    <a:pt x="1677228" y="4201183"/>
                  </a:lnTo>
                  <a:lnTo>
                    <a:pt x="1634145" y="4287666"/>
                  </a:lnTo>
                  <a:lnTo>
                    <a:pt x="1589293" y="4365878"/>
                  </a:lnTo>
                  <a:lnTo>
                    <a:pt x="1542067" y="4436452"/>
                  </a:lnTo>
                  <a:lnTo>
                    <a:pt x="1491837" y="4500137"/>
                  </a:lnTo>
                  <a:lnTo>
                    <a:pt x="1437988" y="4557687"/>
                  </a:lnTo>
                  <a:lnTo>
                    <a:pt x="1379976" y="4609799"/>
                  </a:lnTo>
                  <a:lnTo>
                    <a:pt x="1317382" y="4657074"/>
                  </a:lnTo>
                  <a:lnTo>
                    <a:pt x="1250002" y="4699995"/>
                  </a:lnTo>
                  <a:lnTo>
                    <a:pt x="1177943" y="4738915"/>
                  </a:lnTo>
                  <a:lnTo>
                    <a:pt x="1101746" y="4774059"/>
                  </a:lnTo>
                  <a:lnTo>
                    <a:pt x="1022497" y="4805527"/>
                  </a:lnTo>
                  <a:lnTo>
                    <a:pt x="941908" y="4833315"/>
                  </a:lnTo>
                  <a:lnTo>
                    <a:pt x="862318" y="4857357"/>
                  </a:lnTo>
                  <a:lnTo>
                    <a:pt x="786559" y="4877571"/>
                  </a:lnTo>
                  <a:lnTo>
                    <a:pt x="717672" y="4893931"/>
                  </a:lnTo>
                  <a:lnTo>
                    <a:pt x="658480" y="4906526"/>
                  </a:lnTo>
                  <a:lnTo>
                    <a:pt x="611104" y="4915611"/>
                  </a:lnTo>
                  <a:lnTo>
                    <a:pt x="576537" y="4921611"/>
                  </a:lnTo>
                  <a:lnTo>
                    <a:pt x="554400" y="4925103"/>
                  </a:lnTo>
                  <a:lnTo>
                    <a:pt x="542917" y="4926755"/>
                  </a:lnTo>
                  <a:lnTo>
                    <a:pt x="539060" y="4927263"/>
                  </a:lnTo>
                  <a:lnTo>
                    <a:pt x="538736" y="4927303"/>
                  </a:lnTo>
                  <a:lnTo>
                    <a:pt x="0" y="4927303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21" name="pl2121"/>
            <p:cNvSpPr/>
            <p:nvPr/>
          </p:nvSpPr>
          <p:spPr>
            <a:xfrm>
              <a:off x="546595" y="1109796"/>
              <a:ext cx="8234974" cy="4927303"/>
            </a:xfrm>
            <a:custGeom>
              <a:avLst/>
              <a:pathLst>
                <a:path w="8234974" h="4927303">
                  <a:moveTo>
                    <a:pt x="0" y="4927303"/>
                  </a:moveTo>
                  <a:lnTo>
                    <a:pt x="538736" y="4927303"/>
                  </a:lnTo>
                  <a:lnTo>
                    <a:pt x="539590" y="4927196"/>
                  </a:lnTo>
                  <a:lnTo>
                    <a:pt x="545212" y="4926438"/>
                  </a:lnTo>
                  <a:lnTo>
                    <a:pt x="559423" y="4924341"/>
                  </a:lnTo>
                  <a:lnTo>
                    <a:pt x="584920" y="4920211"/>
                  </a:lnTo>
                  <a:lnTo>
                    <a:pt x="623096" y="4913399"/>
                  </a:lnTo>
                  <a:lnTo>
                    <a:pt x="673936" y="4903368"/>
                  </a:lnTo>
                  <a:lnTo>
                    <a:pt x="736095" y="4889736"/>
                  </a:lnTo>
                  <a:lnTo>
                    <a:pt x="807209" y="4872300"/>
                  </a:lnTo>
                  <a:lnTo>
                    <a:pt x="884345" y="4851008"/>
                  </a:lnTo>
                  <a:lnTo>
                    <a:pt x="964483" y="4825909"/>
                  </a:lnTo>
                  <a:lnTo>
                    <a:pt x="1044907" y="4797085"/>
                  </a:lnTo>
                  <a:lnTo>
                    <a:pt x="1123446" y="4764592"/>
                  </a:lnTo>
                  <a:lnTo>
                    <a:pt x="1198569" y="4728406"/>
                  </a:lnTo>
                  <a:lnTo>
                    <a:pt x="1269351" y="4688393"/>
                  </a:lnTo>
                  <a:lnTo>
                    <a:pt x="1335386" y="4644295"/>
                  </a:lnTo>
                  <a:lnTo>
                    <a:pt x="1396666" y="4595720"/>
                  </a:lnTo>
                  <a:lnTo>
                    <a:pt x="1453463" y="4542150"/>
                  </a:lnTo>
                  <a:lnTo>
                    <a:pt x="1506240" y="4482956"/>
                  </a:lnTo>
                  <a:lnTo>
                    <a:pt x="1555566" y="4417419"/>
                  </a:lnTo>
                  <a:lnTo>
                    <a:pt x="1602064" y="4344779"/>
                  </a:lnTo>
                  <a:lnTo>
                    <a:pt x="1646361" y="4264307"/>
                  </a:lnTo>
                  <a:lnTo>
                    <a:pt x="1689050" y="4175429"/>
                  </a:lnTo>
                  <a:lnTo>
                    <a:pt x="1719082" y="4106086"/>
                  </a:lnTo>
                  <a:lnTo>
                    <a:pt x="1747000" y="4036685"/>
                  </a:lnTo>
                  <a:lnTo>
                    <a:pt x="1774681" y="3963267"/>
                  </a:lnTo>
                  <a:lnTo>
                    <a:pt x="1802237" y="3885753"/>
                  </a:lnTo>
                  <a:lnTo>
                    <a:pt x="1829760" y="3804101"/>
                  </a:lnTo>
                  <a:lnTo>
                    <a:pt x="1857325" y="3718311"/>
                  </a:lnTo>
                  <a:lnTo>
                    <a:pt x="1884994" y="3628432"/>
                  </a:lnTo>
                  <a:lnTo>
                    <a:pt x="1912810" y="3534559"/>
                  </a:lnTo>
                  <a:lnTo>
                    <a:pt x="1940809" y="3436840"/>
                  </a:lnTo>
                  <a:lnTo>
                    <a:pt x="1969008" y="3335476"/>
                  </a:lnTo>
                  <a:lnTo>
                    <a:pt x="1997417" y="3230721"/>
                  </a:lnTo>
                  <a:lnTo>
                    <a:pt x="2026033" y="3122880"/>
                  </a:lnTo>
                  <a:lnTo>
                    <a:pt x="2054844" y="3012311"/>
                  </a:lnTo>
                  <a:lnTo>
                    <a:pt x="2083830" y="2899413"/>
                  </a:lnTo>
                  <a:lnTo>
                    <a:pt x="2112962" y="2784630"/>
                  </a:lnTo>
                  <a:lnTo>
                    <a:pt x="2142206" y="2668436"/>
                  </a:lnTo>
                  <a:lnTo>
                    <a:pt x="2171523" y="2551333"/>
                  </a:lnTo>
                  <a:lnTo>
                    <a:pt x="2200873" y="2433838"/>
                  </a:lnTo>
                  <a:lnTo>
                    <a:pt x="2230212" y="2316476"/>
                  </a:lnTo>
                  <a:lnTo>
                    <a:pt x="2259497" y="2199771"/>
                  </a:lnTo>
                  <a:lnTo>
                    <a:pt x="2288689" y="2084231"/>
                  </a:lnTo>
                  <a:lnTo>
                    <a:pt x="2317751" y="1970348"/>
                  </a:lnTo>
                  <a:lnTo>
                    <a:pt x="2346651" y="1858578"/>
                  </a:lnTo>
                  <a:lnTo>
                    <a:pt x="2375365" y="1749346"/>
                  </a:lnTo>
                  <a:lnTo>
                    <a:pt x="2403877" y="1643029"/>
                  </a:lnTo>
                  <a:lnTo>
                    <a:pt x="2432179" y="1539960"/>
                  </a:lnTo>
                  <a:lnTo>
                    <a:pt x="2460275" y="1440416"/>
                  </a:lnTo>
                  <a:lnTo>
                    <a:pt x="2488178" y="1344627"/>
                  </a:lnTo>
                  <a:lnTo>
                    <a:pt x="2515914" y="1252765"/>
                  </a:lnTo>
                  <a:lnTo>
                    <a:pt x="2543524" y="1164951"/>
                  </a:lnTo>
                  <a:lnTo>
                    <a:pt x="2571059" y="1081258"/>
                  </a:lnTo>
                  <a:lnTo>
                    <a:pt x="2598588" y="1001708"/>
                  </a:lnTo>
                  <a:lnTo>
                    <a:pt x="2626195" y="926280"/>
                  </a:lnTo>
                  <a:lnTo>
                    <a:pt x="2653981" y="854912"/>
                  </a:lnTo>
                  <a:lnTo>
                    <a:pt x="2667772" y="821217"/>
                  </a:lnTo>
                  <a:lnTo>
                    <a:pt x="2709626" y="726119"/>
                  </a:lnTo>
                  <a:lnTo>
                    <a:pt x="2752710" y="639637"/>
                  </a:lnTo>
                  <a:lnTo>
                    <a:pt x="2797561" y="561425"/>
                  </a:lnTo>
                  <a:lnTo>
                    <a:pt x="2844787" y="490850"/>
                  </a:lnTo>
                  <a:lnTo>
                    <a:pt x="2895018" y="427165"/>
                  </a:lnTo>
                  <a:lnTo>
                    <a:pt x="2948866" y="369615"/>
                  </a:lnTo>
                  <a:lnTo>
                    <a:pt x="3006879" y="317503"/>
                  </a:lnTo>
                  <a:lnTo>
                    <a:pt x="3069472" y="270228"/>
                  </a:lnTo>
                  <a:lnTo>
                    <a:pt x="3136853" y="227308"/>
                  </a:lnTo>
                  <a:lnTo>
                    <a:pt x="3208911" y="188387"/>
                  </a:lnTo>
                  <a:lnTo>
                    <a:pt x="3285109" y="153243"/>
                  </a:lnTo>
                  <a:lnTo>
                    <a:pt x="3364358" y="121776"/>
                  </a:lnTo>
                  <a:lnTo>
                    <a:pt x="3444946" y="93987"/>
                  </a:lnTo>
                  <a:lnTo>
                    <a:pt x="3524536" y="69946"/>
                  </a:lnTo>
                  <a:lnTo>
                    <a:pt x="3600296" y="49732"/>
                  </a:lnTo>
                  <a:lnTo>
                    <a:pt x="3669183" y="33372"/>
                  </a:lnTo>
                  <a:lnTo>
                    <a:pt x="3728374" y="20776"/>
                  </a:lnTo>
                  <a:lnTo>
                    <a:pt x="3775751" y="11692"/>
                  </a:lnTo>
                  <a:lnTo>
                    <a:pt x="3810318" y="5691"/>
                  </a:lnTo>
                  <a:lnTo>
                    <a:pt x="3832455" y="2199"/>
                  </a:lnTo>
                  <a:lnTo>
                    <a:pt x="3843938" y="547"/>
                  </a:lnTo>
                  <a:lnTo>
                    <a:pt x="3847795" y="39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801" y="90"/>
                  </a:lnTo>
                  <a:lnTo>
                    <a:pt x="4394019" y="734"/>
                  </a:lnTo>
                  <a:lnTo>
                    <a:pt x="4409686" y="2514"/>
                  </a:lnTo>
                  <a:lnTo>
                    <a:pt x="4437676" y="6018"/>
                  </a:lnTo>
                  <a:lnTo>
                    <a:pt x="4479345" y="11787"/>
                  </a:lnTo>
                  <a:lnTo>
                    <a:pt x="4534424" y="20256"/>
                  </a:lnTo>
                  <a:lnTo>
                    <a:pt x="4601172" y="31720"/>
                  </a:lnTo>
                  <a:lnTo>
                    <a:pt x="4676775" y="46318"/>
                  </a:lnTo>
                  <a:lnTo>
                    <a:pt x="4757903" y="64068"/>
                  </a:lnTo>
                  <a:lnTo>
                    <a:pt x="4841270" y="84914"/>
                  </a:lnTo>
                  <a:lnTo>
                    <a:pt x="4924045" y="108789"/>
                  </a:lnTo>
                  <a:lnTo>
                    <a:pt x="5004079" y="135667"/>
                  </a:lnTo>
                  <a:lnTo>
                    <a:pt x="5079956" y="165603"/>
                  </a:lnTo>
                  <a:lnTo>
                    <a:pt x="5150919" y="198758"/>
                  </a:lnTo>
                  <a:lnTo>
                    <a:pt x="5216744" y="235405"/>
                  </a:lnTo>
                  <a:lnTo>
                    <a:pt x="5277597" y="275931"/>
                  </a:lnTo>
                  <a:lnTo>
                    <a:pt x="5333906" y="320830"/>
                  </a:lnTo>
                  <a:lnTo>
                    <a:pt x="5386264" y="370682"/>
                  </a:lnTo>
                  <a:lnTo>
                    <a:pt x="5435346" y="426126"/>
                  </a:lnTo>
                  <a:lnTo>
                    <a:pt x="5481851" y="487795"/>
                  </a:lnTo>
                  <a:lnTo>
                    <a:pt x="5526454" y="556231"/>
                  </a:lnTo>
                  <a:lnTo>
                    <a:pt x="5567201" y="627028"/>
                  </a:lnTo>
                  <a:lnTo>
                    <a:pt x="5598706" y="687086"/>
                  </a:lnTo>
                  <a:lnTo>
                    <a:pt x="5629928" y="751065"/>
                  </a:lnTo>
                  <a:lnTo>
                    <a:pt x="5661022" y="819046"/>
                  </a:lnTo>
                  <a:lnTo>
                    <a:pt x="5692113" y="891060"/>
                  </a:lnTo>
                  <a:lnTo>
                    <a:pt x="5723301" y="967082"/>
                  </a:lnTo>
                  <a:lnTo>
                    <a:pt x="5754659" y="1047030"/>
                  </a:lnTo>
                  <a:lnTo>
                    <a:pt x="5786239" y="1130758"/>
                  </a:lnTo>
                  <a:lnTo>
                    <a:pt x="5818074" y="1218054"/>
                  </a:lnTo>
                  <a:lnTo>
                    <a:pt x="5850177" y="1308641"/>
                  </a:lnTo>
                  <a:lnTo>
                    <a:pt x="5882541" y="1402178"/>
                  </a:lnTo>
                  <a:lnTo>
                    <a:pt x="5915147" y="1498261"/>
                  </a:lnTo>
                  <a:lnTo>
                    <a:pt x="5947961" y="1596432"/>
                  </a:lnTo>
                  <a:lnTo>
                    <a:pt x="5980939" y="1696188"/>
                  </a:lnTo>
                  <a:lnTo>
                    <a:pt x="6014027" y="1796988"/>
                  </a:lnTo>
                  <a:lnTo>
                    <a:pt x="6047166" y="1898266"/>
                  </a:lnTo>
                  <a:lnTo>
                    <a:pt x="6080294" y="1999446"/>
                  </a:lnTo>
                  <a:lnTo>
                    <a:pt x="6113351" y="2099954"/>
                  </a:lnTo>
                  <a:lnTo>
                    <a:pt x="6146278" y="2199231"/>
                  </a:lnTo>
                  <a:lnTo>
                    <a:pt x="6179027" y="2296749"/>
                  </a:lnTo>
                  <a:lnTo>
                    <a:pt x="6211554" y="2392017"/>
                  </a:lnTo>
                  <a:lnTo>
                    <a:pt x="6243831" y="2484596"/>
                  </a:lnTo>
                  <a:lnTo>
                    <a:pt x="6275842" y="2574103"/>
                  </a:lnTo>
                  <a:lnTo>
                    <a:pt x="6307589" y="2660217"/>
                  </a:lnTo>
                  <a:lnTo>
                    <a:pt x="6339089" y="2742683"/>
                  </a:lnTo>
                  <a:lnTo>
                    <a:pt x="6370383" y="2821313"/>
                  </a:lnTo>
                  <a:lnTo>
                    <a:pt x="6401528" y="2895982"/>
                  </a:lnTo>
                  <a:lnTo>
                    <a:pt x="6432608" y="2966628"/>
                  </a:lnTo>
                  <a:lnTo>
                    <a:pt x="6463730" y="3033246"/>
                  </a:lnTo>
                  <a:lnTo>
                    <a:pt x="6495029" y="3095884"/>
                  </a:lnTo>
                  <a:lnTo>
                    <a:pt x="6515891" y="3135144"/>
                  </a:lnTo>
                  <a:lnTo>
                    <a:pt x="6559252" y="3210212"/>
                  </a:lnTo>
                  <a:lnTo>
                    <a:pt x="6603951" y="3278234"/>
                  </a:lnTo>
                  <a:lnTo>
                    <a:pt x="6650590" y="3339516"/>
                  </a:lnTo>
                  <a:lnTo>
                    <a:pt x="6699847" y="3394608"/>
                  </a:lnTo>
                  <a:lnTo>
                    <a:pt x="6752422" y="3444148"/>
                  </a:lnTo>
                  <a:lnTo>
                    <a:pt x="6808987" y="3488772"/>
                  </a:lnTo>
                  <a:lnTo>
                    <a:pt x="6870125" y="3529054"/>
                  </a:lnTo>
                  <a:lnTo>
                    <a:pt x="6936255" y="3565483"/>
                  </a:lnTo>
                  <a:lnTo>
                    <a:pt x="7007521" y="3598439"/>
                  </a:lnTo>
                  <a:lnTo>
                    <a:pt x="7083673" y="3628190"/>
                  </a:lnTo>
                  <a:lnTo>
                    <a:pt x="7163918" y="3654889"/>
                  </a:lnTo>
                  <a:lnTo>
                    <a:pt x="7246795" y="3678584"/>
                  </a:lnTo>
                  <a:lnTo>
                    <a:pt x="7330114" y="3699248"/>
                  </a:lnTo>
                  <a:lnTo>
                    <a:pt x="7411008" y="3716812"/>
                  </a:lnTo>
                  <a:lnTo>
                    <a:pt x="7486174" y="3731222"/>
                  </a:lnTo>
                  <a:lnTo>
                    <a:pt x="7552298" y="3742502"/>
                  </a:lnTo>
                  <a:lnTo>
                    <a:pt x="7606615" y="3750801"/>
                  </a:lnTo>
                  <a:lnTo>
                    <a:pt x="7647460" y="3756421"/>
                  </a:lnTo>
                  <a:lnTo>
                    <a:pt x="7674663" y="3759806"/>
                  </a:lnTo>
                  <a:lnTo>
                    <a:pt x="7689673" y="3761503"/>
                  </a:lnTo>
                  <a:lnTo>
                    <a:pt x="7695448" y="3762098"/>
                  </a:lnTo>
                  <a:lnTo>
                    <a:pt x="7696237" y="3762173"/>
                  </a:lnTo>
                  <a:lnTo>
                    <a:pt x="8234974" y="37621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2" name="pl2122"/>
            <p:cNvSpPr/>
            <p:nvPr/>
          </p:nvSpPr>
          <p:spPr>
            <a:xfrm>
              <a:off x="546595" y="1104351"/>
              <a:ext cx="8234974" cy="4927303"/>
            </a:xfrm>
            <a:custGeom>
              <a:avLst/>
              <a:pathLst>
                <a:path w="8234974" h="4927303">
                  <a:moveTo>
                    <a:pt x="8234974" y="3762173"/>
                  </a:moveTo>
                  <a:lnTo>
                    <a:pt x="7696237" y="3762173"/>
                  </a:lnTo>
                  <a:lnTo>
                    <a:pt x="7695291" y="3762082"/>
                  </a:lnTo>
                  <a:lnTo>
                    <a:pt x="7689074" y="3761438"/>
                  </a:lnTo>
                  <a:lnTo>
                    <a:pt x="7673406" y="3759658"/>
                  </a:lnTo>
                  <a:lnTo>
                    <a:pt x="7645416" y="3756154"/>
                  </a:lnTo>
                  <a:lnTo>
                    <a:pt x="7603748" y="3750386"/>
                  </a:lnTo>
                  <a:lnTo>
                    <a:pt x="7548668" y="3741916"/>
                  </a:lnTo>
                  <a:lnTo>
                    <a:pt x="7481920" y="3730452"/>
                  </a:lnTo>
                  <a:lnTo>
                    <a:pt x="7406318" y="3715854"/>
                  </a:lnTo>
                  <a:lnTo>
                    <a:pt x="7325190" y="3698104"/>
                  </a:lnTo>
                  <a:lnTo>
                    <a:pt x="7241823" y="3677258"/>
                  </a:lnTo>
                  <a:lnTo>
                    <a:pt x="7159048" y="3653383"/>
                  </a:lnTo>
                  <a:lnTo>
                    <a:pt x="7079013" y="3626505"/>
                  </a:lnTo>
                  <a:lnTo>
                    <a:pt x="7003136" y="3596569"/>
                  </a:lnTo>
                  <a:lnTo>
                    <a:pt x="6932173" y="3563414"/>
                  </a:lnTo>
                  <a:lnTo>
                    <a:pt x="6866348" y="3526768"/>
                  </a:lnTo>
                  <a:lnTo>
                    <a:pt x="6805496" y="3486241"/>
                  </a:lnTo>
                  <a:lnTo>
                    <a:pt x="6749186" y="3441342"/>
                  </a:lnTo>
                  <a:lnTo>
                    <a:pt x="6696828" y="3391490"/>
                  </a:lnTo>
                  <a:lnTo>
                    <a:pt x="6647747" y="3336046"/>
                  </a:lnTo>
                  <a:lnTo>
                    <a:pt x="6601241" y="3274377"/>
                  </a:lnTo>
                  <a:lnTo>
                    <a:pt x="6556638" y="3205941"/>
                  </a:lnTo>
                  <a:lnTo>
                    <a:pt x="6515891" y="3135144"/>
                  </a:lnTo>
                  <a:lnTo>
                    <a:pt x="6484387" y="3075086"/>
                  </a:lnTo>
                  <a:lnTo>
                    <a:pt x="6453165" y="3011107"/>
                  </a:lnTo>
                  <a:lnTo>
                    <a:pt x="6422071" y="2943126"/>
                  </a:lnTo>
                  <a:lnTo>
                    <a:pt x="6390979" y="2871112"/>
                  </a:lnTo>
                  <a:lnTo>
                    <a:pt x="6359792" y="2795090"/>
                  </a:lnTo>
                  <a:lnTo>
                    <a:pt x="6328434" y="2715142"/>
                  </a:lnTo>
                  <a:lnTo>
                    <a:pt x="6296853" y="2631415"/>
                  </a:lnTo>
                  <a:lnTo>
                    <a:pt x="6265018" y="2544118"/>
                  </a:lnTo>
                  <a:lnTo>
                    <a:pt x="6232916" y="2453531"/>
                  </a:lnTo>
                  <a:lnTo>
                    <a:pt x="6200552" y="2359994"/>
                  </a:lnTo>
                  <a:lnTo>
                    <a:pt x="6167945" y="2263911"/>
                  </a:lnTo>
                  <a:lnTo>
                    <a:pt x="6135131" y="2165740"/>
                  </a:lnTo>
                  <a:lnTo>
                    <a:pt x="6102153" y="2065984"/>
                  </a:lnTo>
                  <a:lnTo>
                    <a:pt x="6069066" y="1965184"/>
                  </a:lnTo>
                  <a:lnTo>
                    <a:pt x="6035927" y="1863906"/>
                  </a:lnTo>
                  <a:lnTo>
                    <a:pt x="6002799" y="1762726"/>
                  </a:lnTo>
                  <a:lnTo>
                    <a:pt x="5969742" y="1662218"/>
                  </a:lnTo>
                  <a:lnTo>
                    <a:pt x="5936814" y="1562941"/>
                  </a:lnTo>
                  <a:lnTo>
                    <a:pt x="5904066" y="1465423"/>
                  </a:lnTo>
                  <a:lnTo>
                    <a:pt x="5871538" y="1370155"/>
                  </a:lnTo>
                  <a:lnTo>
                    <a:pt x="5839261" y="1277576"/>
                  </a:lnTo>
                  <a:lnTo>
                    <a:pt x="5807250" y="1188069"/>
                  </a:lnTo>
                  <a:lnTo>
                    <a:pt x="5775504" y="1101955"/>
                  </a:lnTo>
                  <a:lnTo>
                    <a:pt x="5744003" y="1019489"/>
                  </a:lnTo>
                  <a:lnTo>
                    <a:pt x="5712710" y="940859"/>
                  </a:lnTo>
                  <a:lnTo>
                    <a:pt x="5681565" y="866190"/>
                  </a:lnTo>
                  <a:lnTo>
                    <a:pt x="5650484" y="795544"/>
                  </a:lnTo>
                  <a:lnTo>
                    <a:pt x="5619362" y="728926"/>
                  </a:lnTo>
                  <a:lnTo>
                    <a:pt x="5588064" y="666288"/>
                  </a:lnTo>
                  <a:lnTo>
                    <a:pt x="5567201" y="627028"/>
                  </a:lnTo>
                  <a:lnTo>
                    <a:pt x="5523840" y="551960"/>
                  </a:lnTo>
                  <a:lnTo>
                    <a:pt x="5479142" y="483938"/>
                  </a:lnTo>
                  <a:lnTo>
                    <a:pt x="5432502" y="422656"/>
                  </a:lnTo>
                  <a:lnTo>
                    <a:pt x="5383245" y="367564"/>
                  </a:lnTo>
                  <a:lnTo>
                    <a:pt x="5330671" y="318024"/>
                  </a:lnTo>
                  <a:lnTo>
                    <a:pt x="5274106" y="273401"/>
                  </a:lnTo>
                  <a:lnTo>
                    <a:pt x="5212967" y="233118"/>
                  </a:lnTo>
                  <a:lnTo>
                    <a:pt x="5146838" y="196689"/>
                  </a:lnTo>
                  <a:lnTo>
                    <a:pt x="5075571" y="163733"/>
                  </a:lnTo>
                  <a:lnTo>
                    <a:pt x="4999419" y="133982"/>
                  </a:lnTo>
                  <a:lnTo>
                    <a:pt x="4919175" y="107283"/>
                  </a:lnTo>
                  <a:lnTo>
                    <a:pt x="4836297" y="83588"/>
                  </a:lnTo>
                  <a:lnTo>
                    <a:pt x="4752979" y="62924"/>
                  </a:lnTo>
                  <a:lnTo>
                    <a:pt x="4672084" y="45360"/>
                  </a:lnTo>
                  <a:lnTo>
                    <a:pt x="4596919" y="30950"/>
                  </a:lnTo>
                  <a:lnTo>
                    <a:pt x="4530794" y="19670"/>
                  </a:lnTo>
                  <a:lnTo>
                    <a:pt x="4476478" y="11371"/>
                  </a:lnTo>
                  <a:lnTo>
                    <a:pt x="4435632" y="5751"/>
                  </a:lnTo>
                  <a:lnTo>
                    <a:pt x="4408430" y="2366"/>
                  </a:lnTo>
                  <a:lnTo>
                    <a:pt x="4393419" y="670"/>
                  </a:lnTo>
                  <a:lnTo>
                    <a:pt x="4387645" y="7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5" y="106"/>
                  </a:lnTo>
                  <a:lnTo>
                    <a:pt x="3841642" y="865"/>
                  </a:lnTo>
                  <a:lnTo>
                    <a:pt x="3827432" y="2962"/>
                  </a:lnTo>
                  <a:lnTo>
                    <a:pt x="3801935" y="7092"/>
                  </a:lnTo>
                  <a:lnTo>
                    <a:pt x="3763758" y="13903"/>
                  </a:lnTo>
                  <a:lnTo>
                    <a:pt x="3712919" y="23935"/>
                  </a:lnTo>
                  <a:lnTo>
                    <a:pt x="3650760" y="37566"/>
                  </a:lnTo>
                  <a:lnTo>
                    <a:pt x="3579645" y="55002"/>
                  </a:lnTo>
                  <a:lnTo>
                    <a:pt x="3502509" y="76294"/>
                  </a:lnTo>
                  <a:lnTo>
                    <a:pt x="3422371" y="101394"/>
                  </a:lnTo>
                  <a:lnTo>
                    <a:pt x="3341948" y="130217"/>
                  </a:lnTo>
                  <a:lnTo>
                    <a:pt x="3263408" y="162711"/>
                  </a:lnTo>
                  <a:lnTo>
                    <a:pt x="3188286" y="198897"/>
                  </a:lnTo>
                  <a:lnTo>
                    <a:pt x="3117503" y="238909"/>
                  </a:lnTo>
                  <a:lnTo>
                    <a:pt x="3051468" y="283007"/>
                  </a:lnTo>
                  <a:lnTo>
                    <a:pt x="2990189" y="331583"/>
                  </a:lnTo>
                  <a:lnTo>
                    <a:pt x="2933391" y="385152"/>
                  </a:lnTo>
                  <a:lnTo>
                    <a:pt x="2880614" y="444347"/>
                  </a:lnTo>
                  <a:lnTo>
                    <a:pt x="2831288" y="509883"/>
                  </a:lnTo>
                  <a:lnTo>
                    <a:pt x="2784791" y="582523"/>
                  </a:lnTo>
                  <a:lnTo>
                    <a:pt x="2740493" y="662996"/>
                  </a:lnTo>
                  <a:lnTo>
                    <a:pt x="2697804" y="751873"/>
                  </a:lnTo>
                  <a:lnTo>
                    <a:pt x="2667772" y="821217"/>
                  </a:lnTo>
                  <a:lnTo>
                    <a:pt x="2639854" y="890618"/>
                  </a:lnTo>
                  <a:lnTo>
                    <a:pt x="2612173" y="964035"/>
                  </a:lnTo>
                  <a:lnTo>
                    <a:pt x="2584618" y="1041549"/>
                  </a:lnTo>
                  <a:lnTo>
                    <a:pt x="2557095" y="1123202"/>
                  </a:lnTo>
                  <a:lnTo>
                    <a:pt x="2529529" y="1208991"/>
                  </a:lnTo>
                  <a:lnTo>
                    <a:pt x="2501861" y="1298870"/>
                  </a:lnTo>
                  <a:lnTo>
                    <a:pt x="2474044" y="1392744"/>
                  </a:lnTo>
                  <a:lnTo>
                    <a:pt x="2446046" y="1490463"/>
                  </a:lnTo>
                  <a:lnTo>
                    <a:pt x="2417847" y="1591827"/>
                  </a:lnTo>
                  <a:lnTo>
                    <a:pt x="2389438" y="1696582"/>
                  </a:lnTo>
                  <a:lnTo>
                    <a:pt x="2360822" y="1804422"/>
                  </a:lnTo>
                  <a:lnTo>
                    <a:pt x="2332011" y="1914992"/>
                  </a:lnTo>
                  <a:lnTo>
                    <a:pt x="2303025" y="2027889"/>
                  </a:lnTo>
                  <a:lnTo>
                    <a:pt x="2273893" y="2142672"/>
                  </a:lnTo>
                  <a:lnTo>
                    <a:pt x="2244649" y="2258866"/>
                  </a:lnTo>
                  <a:lnTo>
                    <a:pt x="2215331" y="2375969"/>
                  </a:lnTo>
                  <a:lnTo>
                    <a:pt x="2185981" y="2493464"/>
                  </a:lnTo>
                  <a:lnTo>
                    <a:pt x="2156643" y="2610826"/>
                  </a:lnTo>
                  <a:lnTo>
                    <a:pt x="2127357" y="2727532"/>
                  </a:lnTo>
                  <a:lnTo>
                    <a:pt x="2098165" y="2843071"/>
                  </a:lnTo>
                  <a:lnTo>
                    <a:pt x="2069104" y="2956955"/>
                  </a:lnTo>
                  <a:lnTo>
                    <a:pt x="2040204" y="3068724"/>
                  </a:lnTo>
                  <a:lnTo>
                    <a:pt x="2011489" y="3177956"/>
                  </a:lnTo>
                  <a:lnTo>
                    <a:pt x="1982977" y="3284273"/>
                  </a:lnTo>
                  <a:lnTo>
                    <a:pt x="1954675" y="3387343"/>
                  </a:lnTo>
                  <a:lnTo>
                    <a:pt x="1926580" y="3486886"/>
                  </a:lnTo>
                  <a:lnTo>
                    <a:pt x="1898677" y="3582676"/>
                  </a:lnTo>
                  <a:lnTo>
                    <a:pt x="1870940" y="3674538"/>
                  </a:lnTo>
                  <a:lnTo>
                    <a:pt x="1843331" y="3762351"/>
                  </a:lnTo>
                  <a:lnTo>
                    <a:pt x="1815795" y="3846044"/>
                  </a:lnTo>
                  <a:lnTo>
                    <a:pt x="1788266" y="3925595"/>
                  </a:lnTo>
                  <a:lnTo>
                    <a:pt x="1760660" y="4001023"/>
                  </a:lnTo>
                  <a:lnTo>
                    <a:pt x="1732874" y="4072390"/>
                  </a:lnTo>
                  <a:lnTo>
                    <a:pt x="1719082" y="4106086"/>
                  </a:lnTo>
                  <a:lnTo>
                    <a:pt x="1677228" y="4201183"/>
                  </a:lnTo>
                  <a:lnTo>
                    <a:pt x="1634145" y="4287666"/>
                  </a:lnTo>
                  <a:lnTo>
                    <a:pt x="1589293" y="4365878"/>
                  </a:lnTo>
                  <a:lnTo>
                    <a:pt x="1542067" y="4436452"/>
                  </a:lnTo>
                  <a:lnTo>
                    <a:pt x="1491837" y="4500137"/>
                  </a:lnTo>
                  <a:lnTo>
                    <a:pt x="1437988" y="4557687"/>
                  </a:lnTo>
                  <a:lnTo>
                    <a:pt x="1379976" y="4609799"/>
                  </a:lnTo>
                  <a:lnTo>
                    <a:pt x="1317382" y="4657074"/>
                  </a:lnTo>
                  <a:lnTo>
                    <a:pt x="1250002" y="4699995"/>
                  </a:lnTo>
                  <a:lnTo>
                    <a:pt x="1177943" y="4738915"/>
                  </a:lnTo>
                  <a:lnTo>
                    <a:pt x="1101746" y="4774059"/>
                  </a:lnTo>
                  <a:lnTo>
                    <a:pt x="1022497" y="4805527"/>
                  </a:lnTo>
                  <a:lnTo>
                    <a:pt x="941908" y="4833315"/>
                  </a:lnTo>
                  <a:lnTo>
                    <a:pt x="862318" y="4857357"/>
                  </a:lnTo>
                  <a:lnTo>
                    <a:pt x="786559" y="4877571"/>
                  </a:lnTo>
                  <a:lnTo>
                    <a:pt x="717672" y="4893931"/>
                  </a:lnTo>
                  <a:lnTo>
                    <a:pt x="658480" y="4906526"/>
                  </a:lnTo>
                  <a:lnTo>
                    <a:pt x="611104" y="4915611"/>
                  </a:lnTo>
                  <a:lnTo>
                    <a:pt x="576537" y="4921611"/>
                  </a:lnTo>
                  <a:lnTo>
                    <a:pt x="554400" y="4925103"/>
                  </a:lnTo>
                  <a:lnTo>
                    <a:pt x="542917" y="4926755"/>
                  </a:lnTo>
                  <a:lnTo>
                    <a:pt x="539060" y="4927263"/>
                  </a:lnTo>
                  <a:lnTo>
                    <a:pt x="538736" y="4927303"/>
                  </a:lnTo>
                  <a:lnTo>
                    <a:pt x="0" y="4927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3" name="pg2123"/>
            <p:cNvSpPr/>
            <p:nvPr/>
          </p:nvSpPr>
          <p:spPr>
            <a:xfrm>
              <a:off x="546595" y="3227720"/>
              <a:ext cx="8234974" cy="2831157"/>
            </a:xfrm>
            <a:custGeom>
              <a:avLst/>
              <a:pathLst>
                <a:path w="8234974" h="2831157">
                  <a:moveTo>
                    <a:pt x="0" y="2831157"/>
                  </a:moveTo>
                  <a:lnTo>
                    <a:pt x="538736" y="2831157"/>
                  </a:lnTo>
                  <a:lnTo>
                    <a:pt x="539905" y="2831073"/>
                  </a:lnTo>
                  <a:lnTo>
                    <a:pt x="547550" y="2830471"/>
                  </a:lnTo>
                  <a:lnTo>
                    <a:pt x="566681" y="2828808"/>
                  </a:lnTo>
                  <a:lnTo>
                    <a:pt x="600526" y="2825540"/>
                  </a:lnTo>
                  <a:lnTo>
                    <a:pt x="650241" y="2820186"/>
                  </a:lnTo>
                  <a:lnTo>
                    <a:pt x="714851" y="2812381"/>
                  </a:lnTo>
                  <a:lnTo>
                    <a:pt x="791584" y="2801910"/>
                  </a:lnTo>
                  <a:lnTo>
                    <a:pt x="876564" y="2788704"/>
                  </a:lnTo>
                  <a:lnTo>
                    <a:pt x="965626" y="2772790"/>
                  </a:lnTo>
                  <a:lnTo>
                    <a:pt x="1055011" y="2754233"/>
                  </a:lnTo>
                  <a:lnTo>
                    <a:pt x="1141795" y="2733070"/>
                  </a:lnTo>
                  <a:lnTo>
                    <a:pt x="1224025" y="2709268"/>
                  </a:lnTo>
                  <a:lnTo>
                    <a:pt x="1300649" y="2682694"/>
                  </a:lnTo>
                  <a:lnTo>
                    <a:pt x="1371348" y="2653099"/>
                  </a:lnTo>
                  <a:lnTo>
                    <a:pt x="1436325" y="2620122"/>
                  </a:lnTo>
                  <a:lnTo>
                    <a:pt x="1496132" y="2583296"/>
                  </a:lnTo>
                  <a:lnTo>
                    <a:pt x="1551523" y="2542071"/>
                  </a:lnTo>
                  <a:lnTo>
                    <a:pt x="1603345" y="2495848"/>
                  </a:lnTo>
                  <a:lnTo>
                    <a:pt x="1652465" y="2444053"/>
                  </a:lnTo>
                  <a:lnTo>
                    <a:pt x="1699688" y="2386254"/>
                  </a:lnTo>
                  <a:lnTo>
                    <a:pt x="1719082" y="2360205"/>
                  </a:lnTo>
                  <a:lnTo>
                    <a:pt x="1754581" y="2309133"/>
                  </a:lnTo>
                  <a:lnTo>
                    <a:pt x="1789747" y="2254305"/>
                  </a:lnTo>
                  <a:lnTo>
                    <a:pt x="1824794" y="2195645"/>
                  </a:lnTo>
                  <a:lnTo>
                    <a:pt x="1859888" y="2133138"/>
                  </a:lnTo>
                  <a:lnTo>
                    <a:pt x="1895156" y="2066838"/>
                  </a:lnTo>
                  <a:lnTo>
                    <a:pt x="1930685" y="1996871"/>
                  </a:lnTo>
                  <a:lnTo>
                    <a:pt x="1966530" y="1923446"/>
                  </a:lnTo>
                  <a:lnTo>
                    <a:pt x="2002713" y="1846848"/>
                  </a:lnTo>
                  <a:lnTo>
                    <a:pt x="2039229" y="1767443"/>
                  </a:lnTo>
                  <a:lnTo>
                    <a:pt x="2076047" y="1685668"/>
                  </a:lnTo>
                  <a:lnTo>
                    <a:pt x="2113114" y="1602029"/>
                  </a:lnTo>
                  <a:lnTo>
                    <a:pt x="2150363" y="1517082"/>
                  </a:lnTo>
                  <a:lnTo>
                    <a:pt x="2187713" y="1431423"/>
                  </a:lnTo>
                  <a:lnTo>
                    <a:pt x="2225076" y="1345669"/>
                  </a:lnTo>
                  <a:lnTo>
                    <a:pt x="2262364" y="1260440"/>
                  </a:lnTo>
                  <a:lnTo>
                    <a:pt x="2299495" y="1176339"/>
                  </a:lnTo>
                  <a:lnTo>
                    <a:pt x="2336396" y="1093938"/>
                  </a:lnTo>
                  <a:lnTo>
                    <a:pt x="2373008" y="1013758"/>
                  </a:lnTo>
                  <a:lnTo>
                    <a:pt x="2409295" y="936259"/>
                  </a:lnTo>
                  <a:lnTo>
                    <a:pt x="2445242" y="861830"/>
                  </a:lnTo>
                  <a:lnTo>
                    <a:pt x="2480864" y="790780"/>
                  </a:lnTo>
                  <a:lnTo>
                    <a:pt x="2516204" y="723341"/>
                  </a:lnTo>
                  <a:lnTo>
                    <a:pt x="2551340" y="659665"/>
                  </a:lnTo>
                  <a:lnTo>
                    <a:pt x="2586385" y="599827"/>
                  </a:lnTo>
                  <a:lnTo>
                    <a:pt x="2621494" y="543833"/>
                  </a:lnTo>
                  <a:lnTo>
                    <a:pt x="2656865" y="491624"/>
                  </a:lnTo>
                  <a:lnTo>
                    <a:pt x="2667772" y="476396"/>
                  </a:lnTo>
                  <a:lnTo>
                    <a:pt x="2714411" y="416026"/>
                  </a:lnTo>
                  <a:lnTo>
                    <a:pt x="2762643" y="361752"/>
                  </a:lnTo>
                  <a:lnTo>
                    <a:pt x="2813229" y="313259"/>
                  </a:lnTo>
                  <a:lnTo>
                    <a:pt x="2867018" y="270013"/>
                  </a:lnTo>
                  <a:lnTo>
                    <a:pt x="2924875" y="231414"/>
                  </a:lnTo>
                  <a:lnTo>
                    <a:pt x="2987604" y="196887"/>
                  </a:lnTo>
                  <a:lnTo>
                    <a:pt x="3055856" y="165925"/>
                  </a:lnTo>
                  <a:lnTo>
                    <a:pt x="3130001" y="138121"/>
                  </a:lnTo>
                  <a:lnTo>
                    <a:pt x="3209963" y="113180"/>
                  </a:lnTo>
                  <a:lnTo>
                    <a:pt x="3295021" y="90921"/>
                  </a:lnTo>
                  <a:lnTo>
                    <a:pt x="3383617" y="71270"/>
                  </a:lnTo>
                  <a:lnTo>
                    <a:pt x="3473230" y="54240"/>
                  </a:lnTo>
                  <a:lnTo>
                    <a:pt x="3560417" y="39892"/>
                  </a:lnTo>
                  <a:lnTo>
                    <a:pt x="3641113" y="28277"/>
                  </a:lnTo>
                  <a:lnTo>
                    <a:pt x="3711223" y="19372"/>
                  </a:lnTo>
                  <a:lnTo>
                    <a:pt x="3767416" y="13027"/>
                  </a:lnTo>
                  <a:lnTo>
                    <a:pt x="3807896" y="8938"/>
                  </a:lnTo>
                  <a:lnTo>
                    <a:pt x="3832915" y="6666"/>
                  </a:lnTo>
                  <a:lnTo>
                    <a:pt x="3844859" y="568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26" y="5528"/>
                  </a:lnTo>
                  <a:lnTo>
                    <a:pt x="4395686" y="6125"/>
                  </a:lnTo>
                  <a:lnTo>
                    <a:pt x="4414852" y="7776"/>
                  </a:lnTo>
                  <a:lnTo>
                    <a:pt x="4448755" y="11018"/>
                  </a:lnTo>
                  <a:lnTo>
                    <a:pt x="4498550" y="16331"/>
                  </a:lnTo>
                  <a:lnTo>
                    <a:pt x="4563252" y="24076"/>
                  </a:lnTo>
                  <a:lnTo>
                    <a:pt x="4640080" y="34463"/>
                  </a:lnTo>
                  <a:lnTo>
                    <a:pt x="4725146" y="47564"/>
                  </a:lnTo>
                  <a:lnTo>
                    <a:pt x="4814278" y="63350"/>
                  </a:lnTo>
                  <a:lnTo>
                    <a:pt x="4903714" y="81757"/>
                  </a:lnTo>
                  <a:lnTo>
                    <a:pt x="4990529" y="102748"/>
                  </a:lnTo>
                  <a:lnTo>
                    <a:pt x="5072773" y="126356"/>
                  </a:lnTo>
                  <a:lnTo>
                    <a:pt x="5149400" y="152716"/>
                  </a:lnTo>
                  <a:lnTo>
                    <a:pt x="5220092" y="182073"/>
                  </a:lnTo>
                  <a:lnTo>
                    <a:pt x="5285060" y="214788"/>
                  </a:lnTo>
                  <a:lnTo>
                    <a:pt x="5344857" y="251324"/>
                  </a:lnTo>
                  <a:lnTo>
                    <a:pt x="5400241" y="292230"/>
                  </a:lnTo>
                  <a:lnTo>
                    <a:pt x="5452062" y="338098"/>
                  </a:lnTo>
                  <a:lnTo>
                    <a:pt x="5501186" y="389499"/>
                  </a:lnTo>
                  <a:lnTo>
                    <a:pt x="5548420" y="446857"/>
                  </a:lnTo>
                  <a:lnTo>
                    <a:pt x="5567201" y="471859"/>
                  </a:lnTo>
                  <a:lnTo>
                    <a:pt x="5602836" y="522641"/>
                  </a:lnTo>
                  <a:lnTo>
                    <a:pt x="5638137" y="577173"/>
                  </a:lnTo>
                  <a:lnTo>
                    <a:pt x="5673319" y="635529"/>
                  </a:lnTo>
                  <a:lnTo>
                    <a:pt x="5708550" y="697724"/>
                  </a:lnTo>
                  <a:lnTo>
                    <a:pt x="5743958" y="763704"/>
                  </a:lnTo>
                  <a:lnTo>
                    <a:pt x="5779631" y="833339"/>
                  </a:lnTo>
                  <a:lnTo>
                    <a:pt x="5815622" y="906421"/>
                  </a:lnTo>
                  <a:lnTo>
                    <a:pt x="5851955" y="982660"/>
                  </a:lnTo>
                  <a:lnTo>
                    <a:pt x="5888622" y="1061688"/>
                  </a:lnTo>
                  <a:lnTo>
                    <a:pt x="5925593" y="1143065"/>
                  </a:lnTo>
                  <a:lnTo>
                    <a:pt x="5962812" y="1226282"/>
                  </a:lnTo>
                  <a:lnTo>
                    <a:pt x="6000211" y="1310779"/>
                  </a:lnTo>
                  <a:lnTo>
                    <a:pt x="6037707" y="1395959"/>
                  </a:lnTo>
                  <a:lnTo>
                    <a:pt x="6075213" y="1481203"/>
                  </a:lnTo>
                  <a:lnTo>
                    <a:pt x="6112639" y="1565889"/>
                  </a:lnTo>
                  <a:lnTo>
                    <a:pt x="6149901" y="1649415"/>
                  </a:lnTo>
                  <a:lnTo>
                    <a:pt x="6186927" y="1731212"/>
                  </a:lnTo>
                  <a:lnTo>
                    <a:pt x="6223660" y="1810759"/>
                  </a:lnTo>
                  <a:lnTo>
                    <a:pt x="6260063" y="1887601"/>
                  </a:lnTo>
                  <a:lnTo>
                    <a:pt x="6296123" y="1961355"/>
                  </a:lnTo>
                  <a:lnTo>
                    <a:pt x="6331858" y="2031715"/>
                  </a:lnTo>
                  <a:lnTo>
                    <a:pt x="6367314" y="2098456"/>
                  </a:lnTo>
                  <a:lnTo>
                    <a:pt x="6402572" y="2161433"/>
                  </a:lnTo>
                  <a:lnTo>
                    <a:pt x="6437752" y="2220576"/>
                  </a:lnTo>
                  <a:lnTo>
                    <a:pt x="6473012" y="2275886"/>
                  </a:lnTo>
                  <a:lnTo>
                    <a:pt x="6508559" y="2327426"/>
                  </a:lnTo>
                  <a:lnTo>
                    <a:pt x="6515891" y="2337520"/>
                  </a:lnTo>
                  <a:lnTo>
                    <a:pt x="6562561" y="2397346"/>
                  </a:lnTo>
                  <a:lnTo>
                    <a:pt x="6610827" y="2451126"/>
                  </a:lnTo>
                  <a:lnTo>
                    <a:pt x="6661451" y="2499174"/>
                  </a:lnTo>
                  <a:lnTo>
                    <a:pt x="6715284" y="2542021"/>
                  </a:lnTo>
                  <a:lnTo>
                    <a:pt x="6773192" y="2580260"/>
                  </a:lnTo>
                  <a:lnTo>
                    <a:pt x="6835982" y="2614464"/>
                  </a:lnTo>
                  <a:lnTo>
                    <a:pt x="6904304" y="2645134"/>
                  </a:lnTo>
                  <a:lnTo>
                    <a:pt x="6978527" y="2672673"/>
                  </a:lnTo>
                  <a:lnTo>
                    <a:pt x="7058573" y="2697375"/>
                  </a:lnTo>
                  <a:lnTo>
                    <a:pt x="7143715" y="2719418"/>
                  </a:lnTo>
                  <a:lnTo>
                    <a:pt x="7232386" y="2738875"/>
                  </a:lnTo>
                  <a:lnTo>
                    <a:pt x="7322053" y="2755731"/>
                  </a:lnTo>
                  <a:lnTo>
                    <a:pt x="7409261" y="2769928"/>
                  </a:lnTo>
                  <a:lnTo>
                    <a:pt x="7489934" y="2781415"/>
                  </a:lnTo>
                  <a:lnTo>
                    <a:pt x="7559971" y="2790215"/>
                  </a:lnTo>
                  <a:lnTo>
                    <a:pt x="7616045" y="2796478"/>
                  </a:lnTo>
                  <a:lnTo>
                    <a:pt x="7656379" y="2800509"/>
                  </a:lnTo>
                  <a:lnTo>
                    <a:pt x="7681246" y="2802742"/>
                  </a:lnTo>
                  <a:lnTo>
                    <a:pt x="7693062" y="2803701"/>
                  </a:lnTo>
                  <a:lnTo>
                    <a:pt x="7696237" y="2803935"/>
                  </a:lnTo>
                  <a:lnTo>
                    <a:pt x="8234974" y="2803935"/>
                  </a:lnTo>
                  <a:lnTo>
                    <a:pt x="8234974" y="2798490"/>
                  </a:lnTo>
                  <a:lnTo>
                    <a:pt x="7696237" y="2798490"/>
                  </a:lnTo>
                  <a:lnTo>
                    <a:pt x="7695066" y="2798406"/>
                  </a:lnTo>
                  <a:lnTo>
                    <a:pt x="7687407" y="2797809"/>
                  </a:lnTo>
                  <a:lnTo>
                    <a:pt x="7668241" y="2796159"/>
                  </a:lnTo>
                  <a:lnTo>
                    <a:pt x="7634337" y="2792916"/>
                  </a:lnTo>
                  <a:lnTo>
                    <a:pt x="7584543" y="2787603"/>
                  </a:lnTo>
                  <a:lnTo>
                    <a:pt x="7519840" y="2779859"/>
                  </a:lnTo>
                  <a:lnTo>
                    <a:pt x="7443013" y="2769471"/>
                  </a:lnTo>
                  <a:lnTo>
                    <a:pt x="7357947" y="2756370"/>
                  </a:lnTo>
                  <a:lnTo>
                    <a:pt x="7268815" y="2740584"/>
                  </a:lnTo>
                  <a:lnTo>
                    <a:pt x="7179379" y="2722177"/>
                  </a:lnTo>
                  <a:lnTo>
                    <a:pt x="7092563" y="2701186"/>
                  </a:lnTo>
                  <a:lnTo>
                    <a:pt x="7010320" y="2677578"/>
                  </a:lnTo>
                  <a:lnTo>
                    <a:pt x="6933693" y="2651219"/>
                  </a:lnTo>
                  <a:lnTo>
                    <a:pt x="6863000" y="2621861"/>
                  </a:lnTo>
                  <a:lnTo>
                    <a:pt x="6798033" y="2589147"/>
                  </a:lnTo>
                  <a:lnTo>
                    <a:pt x="6738235" y="2552610"/>
                  </a:lnTo>
                  <a:lnTo>
                    <a:pt x="6682852" y="2511704"/>
                  </a:lnTo>
                  <a:lnTo>
                    <a:pt x="6631031" y="2465836"/>
                  </a:lnTo>
                  <a:lnTo>
                    <a:pt x="6581907" y="2414435"/>
                  </a:lnTo>
                  <a:lnTo>
                    <a:pt x="6534672" y="2357077"/>
                  </a:lnTo>
                  <a:lnTo>
                    <a:pt x="6515891" y="2332075"/>
                  </a:lnTo>
                  <a:lnTo>
                    <a:pt x="6480256" y="2281293"/>
                  </a:lnTo>
                  <a:lnTo>
                    <a:pt x="6444956" y="2226761"/>
                  </a:lnTo>
                  <a:lnTo>
                    <a:pt x="6409774" y="2168405"/>
                  </a:lnTo>
                  <a:lnTo>
                    <a:pt x="6374542" y="2106210"/>
                  </a:lnTo>
                  <a:lnTo>
                    <a:pt x="6339135" y="2040230"/>
                  </a:lnTo>
                  <a:lnTo>
                    <a:pt x="6303462" y="1970595"/>
                  </a:lnTo>
                  <a:lnTo>
                    <a:pt x="6267470" y="1897513"/>
                  </a:lnTo>
                  <a:lnTo>
                    <a:pt x="6231137" y="1821274"/>
                  </a:lnTo>
                  <a:lnTo>
                    <a:pt x="6194470" y="1742246"/>
                  </a:lnTo>
                  <a:lnTo>
                    <a:pt x="6157500" y="1660869"/>
                  </a:lnTo>
                  <a:lnTo>
                    <a:pt x="6120280" y="1577652"/>
                  </a:lnTo>
                  <a:lnTo>
                    <a:pt x="6082881" y="1493155"/>
                  </a:lnTo>
                  <a:lnTo>
                    <a:pt x="6045385" y="1407975"/>
                  </a:lnTo>
                  <a:lnTo>
                    <a:pt x="6007880" y="1322732"/>
                  </a:lnTo>
                  <a:lnTo>
                    <a:pt x="5970454" y="1238045"/>
                  </a:lnTo>
                  <a:lnTo>
                    <a:pt x="5933191" y="1154519"/>
                  </a:lnTo>
                  <a:lnTo>
                    <a:pt x="5896165" y="1072722"/>
                  </a:lnTo>
                  <a:lnTo>
                    <a:pt x="5859433" y="993175"/>
                  </a:lnTo>
                  <a:lnTo>
                    <a:pt x="5823030" y="916333"/>
                  </a:lnTo>
                  <a:lnTo>
                    <a:pt x="5786969" y="842579"/>
                  </a:lnTo>
                  <a:lnTo>
                    <a:pt x="5751235" y="772219"/>
                  </a:lnTo>
                  <a:lnTo>
                    <a:pt x="5715779" y="705478"/>
                  </a:lnTo>
                  <a:lnTo>
                    <a:pt x="5680520" y="642501"/>
                  </a:lnTo>
                  <a:lnTo>
                    <a:pt x="5645340" y="583358"/>
                  </a:lnTo>
                  <a:lnTo>
                    <a:pt x="5610080" y="528048"/>
                  </a:lnTo>
                  <a:lnTo>
                    <a:pt x="5574534" y="476508"/>
                  </a:lnTo>
                  <a:lnTo>
                    <a:pt x="5567201" y="466415"/>
                  </a:lnTo>
                  <a:lnTo>
                    <a:pt x="5520532" y="406588"/>
                  </a:lnTo>
                  <a:lnTo>
                    <a:pt x="5472266" y="352808"/>
                  </a:lnTo>
                  <a:lnTo>
                    <a:pt x="5421641" y="304760"/>
                  </a:lnTo>
                  <a:lnTo>
                    <a:pt x="5367808" y="261913"/>
                  </a:lnTo>
                  <a:lnTo>
                    <a:pt x="5309900" y="223674"/>
                  </a:lnTo>
                  <a:lnTo>
                    <a:pt x="5247111" y="189470"/>
                  </a:lnTo>
                  <a:lnTo>
                    <a:pt x="5178789" y="158800"/>
                  </a:lnTo>
                  <a:lnTo>
                    <a:pt x="5104565" y="131261"/>
                  </a:lnTo>
                  <a:lnTo>
                    <a:pt x="5024519" y="106559"/>
                  </a:lnTo>
                  <a:lnTo>
                    <a:pt x="4939378" y="84516"/>
                  </a:lnTo>
                  <a:lnTo>
                    <a:pt x="4850707" y="65060"/>
                  </a:lnTo>
                  <a:lnTo>
                    <a:pt x="4761039" y="48203"/>
                  </a:lnTo>
                  <a:lnTo>
                    <a:pt x="4673831" y="34006"/>
                  </a:lnTo>
                  <a:lnTo>
                    <a:pt x="4593158" y="22519"/>
                  </a:lnTo>
                  <a:lnTo>
                    <a:pt x="4523122" y="13719"/>
                  </a:lnTo>
                  <a:lnTo>
                    <a:pt x="4467047" y="7456"/>
                  </a:lnTo>
                  <a:lnTo>
                    <a:pt x="4426714" y="3425"/>
                  </a:lnTo>
                  <a:lnTo>
                    <a:pt x="4401847" y="1192"/>
                  </a:lnTo>
                  <a:lnTo>
                    <a:pt x="4390031" y="2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0" y="84"/>
                  </a:lnTo>
                  <a:lnTo>
                    <a:pt x="3839305" y="685"/>
                  </a:lnTo>
                  <a:lnTo>
                    <a:pt x="3820173" y="2349"/>
                  </a:lnTo>
                  <a:lnTo>
                    <a:pt x="3786329" y="5617"/>
                  </a:lnTo>
                  <a:lnTo>
                    <a:pt x="3736613" y="10971"/>
                  </a:lnTo>
                  <a:lnTo>
                    <a:pt x="3672003" y="18776"/>
                  </a:lnTo>
                  <a:lnTo>
                    <a:pt x="3595270" y="29246"/>
                  </a:lnTo>
                  <a:lnTo>
                    <a:pt x="3510290" y="42452"/>
                  </a:lnTo>
                  <a:lnTo>
                    <a:pt x="3421229" y="58366"/>
                  </a:lnTo>
                  <a:lnTo>
                    <a:pt x="3331843" y="76924"/>
                  </a:lnTo>
                  <a:lnTo>
                    <a:pt x="3245059" y="98087"/>
                  </a:lnTo>
                  <a:lnTo>
                    <a:pt x="3162830" y="121889"/>
                  </a:lnTo>
                  <a:lnTo>
                    <a:pt x="3086205" y="148463"/>
                  </a:lnTo>
                  <a:lnTo>
                    <a:pt x="3015507" y="178058"/>
                  </a:lnTo>
                  <a:lnTo>
                    <a:pt x="2950529" y="211035"/>
                  </a:lnTo>
                  <a:lnTo>
                    <a:pt x="2890722" y="247860"/>
                  </a:lnTo>
                  <a:lnTo>
                    <a:pt x="2835332" y="289086"/>
                  </a:lnTo>
                  <a:lnTo>
                    <a:pt x="2783509" y="335309"/>
                  </a:lnTo>
                  <a:lnTo>
                    <a:pt x="2734390" y="387104"/>
                  </a:lnTo>
                  <a:lnTo>
                    <a:pt x="2687167" y="444903"/>
                  </a:lnTo>
                  <a:lnTo>
                    <a:pt x="2667772" y="470952"/>
                  </a:lnTo>
                  <a:lnTo>
                    <a:pt x="2632273" y="522024"/>
                  </a:lnTo>
                  <a:lnTo>
                    <a:pt x="2597108" y="576851"/>
                  </a:lnTo>
                  <a:lnTo>
                    <a:pt x="2562061" y="635511"/>
                  </a:lnTo>
                  <a:lnTo>
                    <a:pt x="2526967" y="698019"/>
                  </a:lnTo>
                  <a:lnTo>
                    <a:pt x="2491699" y="764319"/>
                  </a:lnTo>
                  <a:lnTo>
                    <a:pt x="2456170" y="834285"/>
                  </a:lnTo>
                  <a:lnTo>
                    <a:pt x="2420325" y="907711"/>
                  </a:lnTo>
                  <a:lnTo>
                    <a:pt x="2384141" y="984309"/>
                  </a:lnTo>
                  <a:lnTo>
                    <a:pt x="2347626" y="1063714"/>
                  </a:lnTo>
                  <a:lnTo>
                    <a:pt x="2310808" y="1145489"/>
                  </a:lnTo>
                  <a:lnTo>
                    <a:pt x="2273740" y="1229128"/>
                  </a:lnTo>
                  <a:lnTo>
                    <a:pt x="2236491" y="1314075"/>
                  </a:lnTo>
                  <a:lnTo>
                    <a:pt x="2199142" y="1399734"/>
                  </a:lnTo>
                  <a:lnTo>
                    <a:pt x="2161779" y="1485488"/>
                  </a:lnTo>
                  <a:lnTo>
                    <a:pt x="2124490" y="1570717"/>
                  </a:lnTo>
                  <a:lnTo>
                    <a:pt x="2087359" y="1654818"/>
                  </a:lnTo>
                  <a:lnTo>
                    <a:pt x="2050459" y="1737219"/>
                  </a:lnTo>
                  <a:lnTo>
                    <a:pt x="2013846" y="1817398"/>
                  </a:lnTo>
                  <a:lnTo>
                    <a:pt x="1977560" y="1894897"/>
                  </a:lnTo>
                  <a:lnTo>
                    <a:pt x="1941612" y="1969327"/>
                  </a:lnTo>
                  <a:lnTo>
                    <a:pt x="1905991" y="2040377"/>
                  </a:lnTo>
                  <a:lnTo>
                    <a:pt x="1870651" y="2107815"/>
                  </a:lnTo>
                  <a:lnTo>
                    <a:pt x="1835515" y="2171492"/>
                  </a:lnTo>
                  <a:lnTo>
                    <a:pt x="1800469" y="2231330"/>
                  </a:lnTo>
                  <a:lnTo>
                    <a:pt x="1765360" y="2287324"/>
                  </a:lnTo>
                  <a:lnTo>
                    <a:pt x="1729989" y="2339533"/>
                  </a:lnTo>
                  <a:lnTo>
                    <a:pt x="1719082" y="2354761"/>
                  </a:lnTo>
                  <a:lnTo>
                    <a:pt x="1672444" y="2415131"/>
                  </a:lnTo>
                  <a:lnTo>
                    <a:pt x="1624212" y="2469404"/>
                  </a:lnTo>
                  <a:lnTo>
                    <a:pt x="1573625" y="2517897"/>
                  </a:lnTo>
                  <a:lnTo>
                    <a:pt x="1519836" y="2561144"/>
                  </a:lnTo>
                  <a:lnTo>
                    <a:pt x="1461980" y="2599742"/>
                  </a:lnTo>
                  <a:lnTo>
                    <a:pt x="1399251" y="2634270"/>
                  </a:lnTo>
                  <a:lnTo>
                    <a:pt x="1330998" y="2665232"/>
                  </a:lnTo>
                  <a:lnTo>
                    <a:pt x="1256853" y="2693035"/>
                  </a:lnTo>
                  <a:lnTo>
                    <a:pt x="1176891" y="2717976"/>
                  </a:lnTo>
                  <a:lnTo>
                    <a:pt x="1091834" y="2740236"/>
                  </a:lnTo>
                  <a:lnTo>
                    <a:pt x="1003238" y="2759887"/>
                  </a:lnTo>
                  <a:lnTo>
                    <a:pt x="913625" y="2776916"/>
                  </a:lnTo>
                  <a:lnTo>
                    <a:pt x="826437" y="2791264"/>
                  </a:lnTo>
                  <a:lnTo>
                    <a:pt x="745741" y="2802879"/>
                  </a:lnTo>
                  <a:lnTo>
                    <a:pt x="675631" y="2811784"/>
                  </a:lnTo>
                  <a:lnTo>
                    <a:pt x="619439" y="2818130"/>
                  </a:lnTo>
                  <a:lnTo>
                    <a:pt x="578958" y="2822219"/>
                  </a:lnTo>
                  <a:lnTo>
                    <a:pt x="553940" y="2824491"/>
                  </a:lnTo>
                  <a:lnTo>
                    <a:pt x="541995" y="2825470"/>
                  </a:lnTo>
                  <a:lnTo>
                    <a:pt x="538736" y="2825713"/>
                  </a:lnTo>
                  <a:lnTo>
                    <a:pt x="0" y="2825713"/>
                  </a:lnTo>
                  <a:close/>
                </a:path>
              </a:pathLst>
            </a:custGeom>
            <a:solidFill>
              <a:srgbClr val="7DD8AC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24" name="pl2124"/>
            <p:cNvSpPr/>
            <p:nvPr/>
          </p:nvSpPr>
          <p:spPr>
            <a:xfrm>
              <a:off x="546595" y="3233164"/>
              <a:ext cx="8234974" cy="2825713"/>
            </a:xfrm>
            <a:custGeom>
              <a:avLst/>
              <a:pathLst>
                <a:path w="8234974" h="2825713">
                  <a:moveTo>
                    <a:pt x="0" y="2825713"/>
                  </a:moveTo>
                  <a:lnTo>
                    <a:pt x="538736" y="2825713"/>
                  </a:lnTo>
                  <a:lnTo>
                    <a:pt x="539905" y="2825628"/>
                  </a:lnTo>
                  <a:lnTo>
                    <a:pt x="547550" y="2825027"/>
                  </a:lnTo>
                  <a:lnTo>
                    <a:pt x="566681" y="2823363"/>
                  </a:lnTo>
                  <a:lnTo>
                    <a:pt x="600526" y="2820096"/>
                  </a:lnTo>
                  <a:lnTo>
                    <a:pt x="650241" y="2814741"/>
                  </a:lnTo>
                  <a:lnTo>
                    <a:pt x="714851" y="2806936"/>
                  </a:lnTo>
                  <a:lnTo>
                    <a:pt x="791584" y="2796466"/>
                  </a:lnTo>
                  <a:lnTo>
                    <a:pt x="876564" y="2783260"/>
                  </a:lnTo>
                  <a:lnTo>
                    <a:pt x="965626" y="2767346"/>
                  </a:lnTo>
                  <a:lnTo>
                    <a:pt x="1055011" y="2748788"/>
                  </a:lnTo>
                  <a:lnTo>
                    <a:pt x="1141795" y="2727625"/>
                  </a:lnTo>
                  <a:lnTo>
                    <a:pt x="1224025" y="2703823"/>
                  </a:lnTo>
                  <a:lnTo>
                    <a:pt x="1300649" y="2677249"/>
                  </a:lnTo>
                  <a:lnTo>
                    <a:pt x="1371348" y="2647654"/>
                  </a:lnTo>
                  <a:lnTo>
                    <a:pt x="1436325" y="2614677"/>
                  </a:lnTo>
                  <a:lnTo>
                    <a:pt x="1496132" y="2577852"/>
                  </a:lnTo>
                  <a:lnTo>
                    <a:pt x="1551523" y="2536626"/>
                  </a:lnTo>
                  <a:lnTo>
                    <a:pt x="1603345" y="2490404"/>
                  </a:lnTo>
                  <a:lnTo>
                    <a:pt x="1652465" y="2438608"/>
                  </a:lnTo>
                  <a:lnTo>
                    <a:pt x="1699688" y="2380809"/>
                  </a:lnTo>
                  <a:lnTo>
                    <a:pt x="1719082" y="2354761"/>
                  </a:lnTo>
                  <a:lnTo>
                    <a:pt x="1754581" y="2303689"/>
                  </a:lnTo>
                  <a:lnTo>
                    <a:pt x="1789747" y="2248861"/>
                  </a:lnTo>
                  <a:lnTo>
                    <a:pt x="1824794" y="2190201"/>
                  </a:lnTo>
                  <a:lnTo>
                    <a:pt x="1859888" y="2127694"/>
                  </a:lnTo>
                  <a:lnTo>
                    <a:pt x="1895156" y="2061393"/>
                  </a:lnTo>
                  <a:lnTo>
                    <a:pt x="1930685" y="1991427"/>
                  </a:lnTo>
                  <a:lnTo>
                    <a:pt x="1966530" y="1918002"/>
                  </a:lnTo>
                  <a:lnTo>
                    <a:pt x="2002713" y="1841404"/>
                  </a:lnTo>
                  <a:lnTo>
                    <a:pt x="2039229" y="1761998"/>
                  </a:lnTo>
                  <a:lnTo>
                    <a:pt x="2076047" y="1680224"/>
                  </a:lnTo>
                  <a:lnTo>
                    <a:pt x="2113114" y="1596584"/>
                  </a:lnTo>
                  <a:lnTo>
                    <a:pt x="2150363" y="1511637"/>
                  </a:lnTo>
                  <a:lnTo>
                    <a:pt x="2187713" y="1425978"/>
                  </a:lnTo>
                  <a:lnTo>
                    <a:pt x="2225076" y="1340224"/>
                  </a:lnTo>
                  <a:lnTo>
                    <a:pt x="2262364" y="1254995"/>
                  </a:lnTo>
                  <a:lnTo>
                    <a:pt x="2299495" y="1170895"/>
                  </a:lnTo>
                  <a:lnTo>
                    <a:pt x="2336396" y="1088494"/>
                  </a:lnTo>
                  <a:lnTo>
                    <a:pt x="2373008" y="1008314"/>
                  </a:lnTo>
                  <a:lnTo>
                    <a:pt x="2409295" y="930815"/>
                  </a:lnTo>
                  <a:lnTo>
                    <a:pt x="2445242" y="856385"/>
                  </a:lnTo>
                  <a:lnTo>
                    <a:pt x="2480864" y="785336"/>
                  </a:lnTo>
                  <a:lnTo>
                    <a:pt x="2516204" y="717897"/>
                  </a:lnTo>
                  <a:lnTo>
                    <a:pt x="2551340" y="654221"/>
                  </a:lnTo>
                  <a:lnTo>
                    <a:pt x="2586385" y="594383"/>
                  </a:lnTo>
                  <a:lnTo>
                    <a:pt x="2621494" y="538388"/>
                  </a:lnTo>
                  <a:lnTo>
                    <a:pt x="2656865" y="486179"/>
                  </a:lnTo>
                  <a:lnTo>
                    <a:pt x="2667772" y="470952"/>
                  </a:lnTo>
                  <a:lnTo>
                    <a:pt x="2714411" y="410581"/>
                  </a:lnTo>
                  <a:lnTo>
                    <a:pt x="2762643" y="356308"/>
                  </a:lnTo>
                  <a:lnTo>
                    <a:pt x="2813229" y="307815"/>
                  </a:lnTo>
                  <a:lnTo>
                    <a:pt x="2867018" y="264568"/>
                  </a:lnTo>
                  <a:lnTo>
                    <a:pt x="2924875" y="225970"/>
                  </a:lnTo>
                  <a:lnTo>
                    <a:pt x="2987604" y="191442"/>
                  </a:lnTo>
                  <a:lnTo>
                    <a:pt x="3055856" y="160480"/>
                  </a:lnTo>
                  <a:lnTo>
                    <a:pt x="3130001" y="132677"/>
                  </a:lnTo>
                  <a:lnTo>
                    <a:pt x="3209963" y="107736"/>
                  </a:lnTo>
                  <a:lnTo>
                    <a:pt x="3295021" y="85477"/>
                  </a:lnTo>
                  <a:lnTo>
                    <a:pt x="3383617" y="65825"/>
                  </a:lnTo>
                  <a:lnTo>
                    <a:pt x="3473230" y="48796"/>
                  </a:lnTo>
                  <a:lnTo>
                    <a:pt x="3560417" y="34448"/>
                  </a:lnTo>
                  <a:lnTo>
                    <a:pt x="3641113" y="22833"/>
                  </a:lnTo>
                  <a:lnTo>
                    <a:pt x="3711223" y="13928"/>
                  </a:lnTo>
                  <a:lnTo>
                    <a:pt x="3767416" y="7582"/>
                  </a:lnTo>
                  <a:lnTo>
                    <a:pt x="3807896" y="3493"/>
                  </a:lnTo>
                  <a:lnTo>
                    <a:pt x="3832915" y="1221"/>
                  </a:lnTo>
                  <a:lnTo>
                    <a:pt x="3844859" y="242"/>
                  </a:lnTo>
                  <a:lnTo>
                    <a:pt x="3848029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26" y="83"/>
                  </a:lnTo>
                  <a:lnTo>
                    <a:pt x="4395686" y="680"/>
                  </a:lnTo>
                  <a:lnTo>
                    <a:pt x="4414852" y="2331"/>
                  </a:lnTo>
                  <a:lnTo>
                    <a:pt x="4448755" y="5574"/>
                  </a:lnTo>
                  <a:lnTo>
                    <a:pt x="4498550" y="10887"/>
                  </a:lnTo>
                  <a:lnTo>
                    <a:pt x="4563252" y="18631"/>
                  </a:lnTo>
                  <a:lnTo>
                    <a:pt x="4640080" y="29019"/>
                  </a:lnTo>
                  <a:lnTo>
                    <a:pt x="4725146" y="42119"/>
                  </a:lnTo>
                  <a:lnTo>
                    <a:pt x="4814278" y="57905"/>
                  </a:lnTo>
                  <a:lnTo>
                    <a:pt x="4903714" y="76313"/>
                  </a:lnTo>
                  <a:lnTo>
                    <a:pt x="4990529" y="97304"/>
                  </a:lnTo>
                  <a:lnTo>
                    <a:pt x="5072773" y="120912"/>
                  </a:lnTo>
                  <a:lnTo>
                    <a:pt x="5149400" y="147271"/>
                  </a:lnTo>
                  <a:lnTo>
                    <a:pt x="5220092" y="176628"/>
                  </a:lnTo>
                  <a:lnTo>
                    <a:pt x="5285060" y="209343"/>
                  </a:lnTo>
                  <a:lnTo>
                    <a:pt x="5344857" y="245880"/>
                  </a:lnTo>
                  <a:lnTo>
                    <a:pt x="5400241" y="286785"/>
                  </a:lnTo>
                  <a:lnTo>
                    <a:pt x="5452062" y="332654"/>
                  </a:lnTo>
                  <a:lnTo>
                    <a:pt x="5501186" y="384054"/>
                  </a:lnTo>
                  <a:lnTo>
                    <a:pt x="5548420" y="441413"/>
                  </a:lnTo>
                  <a:lnTo>
                    <a:pt x="5567201" y="466415"/>
                  </a:lnTo>
                  <a:lnTo>
                    <a:pt x="5602836" y="517197"/>
                  </a:lnTo>
                  <a:lnTo>
                    <a:pt x="5638137" y="571728"/>
                  </a:lnTo>
                  <a:lnTo>
                    <a:pt x="5673319" y="630084"/>
                  </a:lnTo>
                  <a:lnTo>
                    <a:pt x="5708550" y="692280"/>
                  </a:lnTo>
                  <a:lnTo>
                    <a:pt x="5743958" y="758260"/>
                  </a:lnTo>
                  <a:lnTo>
                    <a:pt x="5779631" y="827895"/>
                  </a:lnTo>
                  <a:lnTo>
                    <a:pt x="5815622" y="900976"/>
                  </a:lnTo>
                  <a:lnTo>
                    <a:pt x="5851955" y="977215"/>
                  </a:lnTo>
                  <a:lnTo>
                    <a:pt x="5888622" y="1056244"/>
                  </a:lnTo>
                  <a:lnTo>
                    <a:pt x="5925593" y="1137620"/>
                  </a:lnTo>
                  <a:lnTo>
                    <a:pt x="5962812" y="1220837"/>
                  </a:lnTo>
                  <a:lnTo>
                    <a:pt x="6000211" y="1305335"/>
                  </a:lnTo>
                  <a:lnTo>
                    <a:pt x="6037707" y="1390515"/>
                  </a:lnTo>
                  <a:lnTo>
                    <a:pt x="6075213" y="1475758"/>
                  </a:lnTo>
                  <a:lnTo>
                    <a:pt x="6112639" y="1560445"/>
                  </a:lnTo>
                  <a:lnTo>
                    <a:pt x="6149901" y="1643971"/>
                  </a:lnTo>
                  <a:lnTo>
                    <a:pt x="6186927" y="1725767"/>
                  </a:lnTo>
                  <a:lnTo>
                    <a:pt x="6223660" y="1805315"/>
                  </a:lnTo>
                  <a:lnTo>
                    <a:pt x="6260063" y="1882157"/>
                  </a:lnTo>
                  <a:lnTo>
                    <a:pt x="6296123" y="1955911"/>
                  </a:lnTo>
                  <a:lnTo>
                    <a:pt x="6331858" y="2026271"/>
                  </a:lnTo>
                  <a:lnTo>
                    <a:pt x="6367314" y="2093012"/>
                  </a:lnTo>
                  <a:lnTo>
                    <a:pt x="6402572" y="2155989"/>
                  </a:lnTo>
                  <a:lnTo>
                    <a:pt x="6437752" y="2215131"/>
                  </a:lnTo>
                  <a:lnTo>
                    <a:pt x="6473012" y="2270441"/>
                  </a:lnTo>
                  <a:lnTo>
                    <a:pt x="6508559" y="2321982"/>
                  </a:lnTo>
                  <a:lnTo>
                    <a:pt x="6515891" y="2332075"/>
                  </a:lnTo>
                  <a:lnTo>
                    <a:pt x="6562561" y="2391902"/>
                  </a:lnTo>
                  <a:lnTo>
                    <a:pt x="6610827" y="2445681"/>
                  </a:lnTo>
                  <a:lnTo>
                    <a:pt x="6661451" y="2493730"/>
                  </a:lnTo>
                  <a:lnTo>
                    <a:pt x="6715284" y="2536577"/>
                  </a:lnTo>
                  <a:lnTo>
                    <a:pt x="6773192" y="2574816"/>
                  </a:lnTo>
                  <a:lnTo>
                    <a:pt x="6835982" y="2609020"/>
                  </a:lnTo>
                  <a:lnTo>
                    <a:pt x="6904304" y="2639689"/>
                  </a:lnTo>
                  <a:lnTo>
                    <a:pt x="6978527" y="2667228"/>
                  </a:lnTo>
                  <a:lnTo>
                    <a:pt x="7058573" y="2691930"/>
                  </a:lnTo>
                  <a:lnTo>
                    <a:pt x="7143715" y="2713973"/>
                  </a:lnTo>
                  <a:lnTo>
                    <a:pt x="7232386" y="2733430"/>
                  </a:lnTo>
                  <a:lnTo>
                    <a:pt x="7322053" y="2750287"/>
                  </a:lnTo>
                  <a:lnTo>
                    <a:pt x="7409261" y="2764484"/>
                  </a:lnTo>
                  <a:lnTo>
                    <a:pt x="7489934" y="2775970"/>
                  </a:lnTo>
                  <a:lnTo>
                    <a:pt x="7559971" y="2784770"/>
                  </a:lnTo>
                  <a:lnTo>
                    <a:pt x="7616045" y="2791034"/>
                  </a:lnTo>
                  <a:lnTo>
                    <a:pt x="7656379" y="2795064"/>
                  </a:lnTo>
                  <a:lnTo>
                    <a:pt x="7681246" y="2797298"/>
                  </a:lnTo>
                  <a:lnTo>
                    <a:pt x="7693062" y="2798256"/>
                  </a:lnTo>
                  <a:lnTo>
                    <a:pt x="7696156" y="2798485"/>
                  </a:lnTo>
                  <a:lnTo>
                    <a:pt x="7696237" y="2798490"/>
                  </a:lnTo>
                  <a:lnTo>
                    <a:pt x="8234974" y="2798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5" name="pl2125"/>
            <p:cNvSpPr/>
            <p:nvPr/>
          </p:nvSpPr>
          <p:spPr>
            <a:xfrm>
              <a:off x="546595" y="3227720"/>
              <a:ext cx="8234974" cy="2825713"/>
            </a:xfrm>
            <a:custGeom>
              <a:avLst/>
              <a:pathLst>
                <a:path w="8234974" h="2825713">
                  <a:moveTo>
                    <a:pt x="8234974" y="2798490"/>
                  </a:moveTo>
                  <a:lnTo>
                    <a:pt x="7696237" y="2798490"/>
                  </a:lnTo>
                  <a:lnTo>
                    <a:pt x="7695066" y="2798406"/>
                  </a:lnTo>
                  <a:lnTo>
                    <a:pt x="7687407" y="2797809"/>
                  </a:lnTo>
                  <a:lnTo>
                    <a:pt x="7668241" y="2796159"/>
                  </a:lnTo>
                  <a:lnTo>
                    <a:pt x="7634337" y="2792916"/>
                  </a:lnTo>
                  <a:lnTo>
                    <a:pt x="7584543" y="2787603"/>
                  </a:lnTo>
                  <a:lnTo>
                    <a:pt x="7519840" y="2779859"/>
                  </a:lnTo>
                  <a:lnTo>
                    <a:pt x="7443013" y="2769471"/>
                  </a:lnTo>
                  <a:lnTo>
                    <a:pt x="7357947" y="2756370"/>
                  </a:lnTo>
                  <a:lnTo>
                    <a:pt x="7268815" y="2740584"/>
                  </a:lnTo>
                  <a:lnTo>
                    <a:pt x="7179379" y="2722177"/>
                  </a:lnTo>
                  <a:lnTo>
                    <a:pt x="7092563" y="2701186"/>
                  </a:lnTo>
                  <a:lnTo>
                    <a:pt x="7010320" y="2677578"/>
                  </a:lnTo>
                  <a:lnTo>
                    <a:pt x="6933693" y="2651219"/>
                  </a:lnTo>
                  <a:lnTo>
                    <a:pt x="6863000" y="2621861"/>
                  </a:lnTo>
                  <a:lnTo>
                    <a:pt x="6798033" y="2589147"/>
                  </a:lnTo>
                  <a:lnTo>
                    <a:pt x="6738235" y="2552610"/>
                  </a:lnTo>
                  <a:lnTo>
                    <a:pt x="6682852" y="2511704"/>
                  </a:lnTo>
                  <a:lnTo>
                    <a:pt x="6631031" y="2465836"/>
                  </a:lnTo>
                  <a:lnTo>
                    <a:pt x="6581907" y="2414435"/>
                  </a:lnTo>
                  <a:lnTo>
                    <a:pt x="6534672" y="2357077"/>
                  </a:lnTo>
                  <a:lnTo>
                    <a:pt x="6515891" y="2332075"/>
                  </a:lnTo>
                  <a:lnTo>
                    <a:pt x="6480256" y="2281293"/>
                  </a:lnTo>
                  <a:lnTo>
                    <a:pt x="6444956" y="2226761"/>
                  </a:lnTo>
                  <a:lnTo>
                    <a:pt x="6409774" y="2168405"/>
                  </a:lnTo>
                  <a:lnTo>
                    <a:pt x="6374542" y="2106210"/>
                  </a:lnTo>
                  <a:lnTo>
                    <a:pt x="6339135" y="2040230"/>
                  </a:lnTo>
                  <a:lnTo>
                    <a:pt x="6303462" y="1970595"/>
                  </a:lnTo>
                  <a:lnTo>
                    <a:pt x="6267470" y="1897513"/>
                  </a:lnTo>
                  <a:lnTo>
                    <a:pt x="6231137" y="1821274"/>
                  </a:lnTo>
                  <a:lnTo>
                    <a:pt x="6194470" y="1742246"/>
                  </a:lnTo>
                  <a:lnTo>
                    <a:pt x="6157500" y="1660869"/>
                  </a:lnTo>
                  <a:lnTo>
                    <a:pt x="6120280" y="1577652"/>
                  </a:lnTo>
                  <a:lnTo>
                    <a:pt x="6082881" y="1493155"/>
                  </a:lnTo>
                  <a:lnTo>
                    <a:pt x="6045385" y="1407975"/>
                  </a:lnTo>
                  <a:lnTo>
                    <a:pt x="6007880" y="1322732"/>
                  </a:lnTo>
                  <a:lnTo>
                    <a:pt x="5970454" y="1238045"/>
                  </a:lnTo>
                  <a:lnTo>
                    <a:pt x="5933191" y="1154519"/>
                  </a:lnTo>
                  <a:lnTo>
                    <a:pt x="5896165" y="1072722"/>
                  </a:lnTo>
                  <a:lnTo>
                    <a:pt x="5859433" y="993175"/>
                  </a:lnTo>
                  <a:lnTo>
                    <a:pt x="5823030" y="916333"/>
                  </a:lnTo>
                  <a:lnTo>
                    <a:pt x="5786969" y="842579"/>
                  </a:lnTo>
                  <a:lnTo>
                    <a:pt x="5751235" y="772219"/>
                  </a:lnTo>
                  <a:lnTo>
                    <a:pt x="5715779" y="705478"/>
                  </a:lnTo>
                  <a:lnTo>
                    <a:pt x="5680520" y="642501"/>
                  </a:lnTo>
                  <a:lnTo>
                    <a:pt x="5645340" y="583358"/>
                  </a:lnTo>
                  <a:lnTo>
                    <a:pt x="5610080" y="528048"/>
                  </a:lnTo>
                  <a:lnTo>
                    <a:pt x="5574534" y="476508"/>
                  </a:lnTo>
                  <a:lnTo>
                    <a:pt x="5567201" y="466415"/>
                  </a:lnTo>
                  <a:lnTo>
                    <a:pt x="5520532" y="406588"/>
                  </a:lnTo>
                  <a:lnTo>
                    <a:pt x="5472266" y="352808"/>
                  </a:lnTo>
                  <a:lnTo>
                    <a:pt x="5421641" y="304760"/>
                  </a:lnTo>
                  <a:lnTo>
                    <a:pt x="5367808" y="261913"/>
                  </a:lnTo>
                  <a:lnTo>
                    <a:pt x="5309900" y="223674"/>
                  </a:lnTo>
                  <a:lnTo>
                    <a:pt x="5247111" y="189470"/>
                  </a:lnTo>
                  <a:lnTo>
                    <a:pt x="5178789" y="158800"/>
                  </a:lnTo>
                  <a:lnTo>
                    <a:pt x="5104565" y="131261"/>
                  </a:lnTo>
                  <a:lnTo>
                    <a:pt x="5024519" y="106559"/>
                  </a:lnTo>
                  <a:lnTo>
                    <a:pt x="4939378" y="84516"/>
                  </a:lnTo>
                  <a:lnTo>
                    <a:pt x="4850707" y="65060"/>
                  </a:lnTo>
                  <a:lnTo>
                    <a:pt x="4761039" y="48203"/>
                  </a:lnTo>
                  <a:lnTo>
                    <a:pt x="4673831" y="34006"/>
                  </a:lnTo>
                  <a:lnTo>
                    <a:pt x="4593158" y="22519"/>
                  </a:lnTo>
                  <a:lnTo>
                    <a:pt x="4523122" y="13719"/>
                  </a:lnTo>
                  <a:lnTo>
                    <a:pt x="4467047" y="7456"/>
                  </a:lnTo>
                  <a:lnTo>
                    <a:pt x="4426714" y="3425"/>
                  </a:lnTo>
                  <a:lnTo>
                    <a:pt x="4401847" y="1192"/>
                  </a:lnTo>
                  <a:lnTo>
                    <a:pt x="4390031" y="233"/>
                  </a:lnTo>
                  <a:lnTo>
                    <a:pt x="4386936" y="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0" y="84"/>
                  </a:lnTo>
                  <a:lnTo>
                    <a:pt x="3839305" y="685"/>
                  </a:lnTo>
                  <a:lnTo>
                    <a:pt x="3820173" y="2349"/>
                  </a:lnTo>
                  <a:lnTo>
                    <a:pt x="3786329" y="5617"/>
                  </a:lnTo>
                  <a:lnTo>
                    <a:pt x="3736613" y="10971"/>
                  </a:lnTo>
                  <a:lnTo>
                    <a:pt x="3672003" y="18776"/>
                  </a:lnTo>
                  <a:lnTo>
                    <a:pt x="3595270" y="29246"/>
                  </a:lnTo>
                  <a:lnTo>
                    <a:pt x="3510290" y="42452"/>
                  </a:lnTo>
                  <a:lnTo>
                    <a:pt x="3421229" y="58366"/>
                  </a:lnTo>
                  <a:lnTo>
                    <a:pt x="3331843" y="76924"/>
                  </a:lnTo>
                  <a:lnTo>
                    <a:pt x="3245059" y="98087"/>
                  </a:lnTo>
                  <a:lnTo>
                    <a:pt x="3162830" y="121889"/>
                  </a:lnTo>
                  <a:lnTo>
                    <a:pt x="3086205" y="148463"/>
                  </a:lnTo>
                  <a:lnTo>
                    <a:pt x="3015507" y="178058"/>
                  </a:lnTo>
                  <a:lnTo>
                    <a:pt x="2950529" y="211035"/>
                  </a:lnTo>
                  <a:lnTo>
                    <a:pt x="2890722" y="247860"/>
                  </a:lnTo>
                  <a:lnTo>
                    <a:pt x="2835332" y="289086"/>
                  </a:lnTo>
                  <a:lnTo>
                    <a:pt x="2783509" y="335309"/>
                  </a:lnTo>
                  <a:lnTo>
                    <a:pt x="2734390" y="387104"/>
                  </a:lnTo>
                  <a:lnTo>
                    <a:pt x="2687167" y="444903"/>
                  </a:lnTo>
                  <a:lnTo>
                    <a:pt x="2667772" y="470952"/>
                  </a:lnTo>
                  <a:lnTo>
                    <a:pt x="2632273" y="522024"/>
                  </a:lnTo>
                  <a:lnTo>
                    <a:pt x="2597108" y="576851"/>
                  </a:lnTo>
                  <a:lnTo>
                    <a:pt x="2562061" y="635511"/>
                  </a:lnTo>
                  <a:lnTo>
                    <a:pt x="2526967" y="698019"/>
                  </a:lnTo>
                  <a:lnTo>
                    <a:pt x="2491699" y="764319"/>
                  </a:lnTo>
                  <a:lnTo>
                    <a:pt x="2456170" y="834285"/>
                  </a:lnTo>
                  <a:lnTo>
                    <a:pt x="2420325" y="907711"/>
                  </a:lnTo>
                  <a:lnTo>
                    <a:pt x="2384141" y="984309"/>
                  </a:lnTo>
                  <a:lnTo>
                    <a:pt x="2347626" y="1063714"/>
                  </a:lnTo>
                  <a:lnTo>
                    <a:pt x="2310808" y="1145489"/>
                  </a:lnTo>
                  <a:lnTo>
                    <a:pt x="2273740" y="1229128"/>
                  </a:lnTo>
                  <a:lnTo>
                    <a:pt x="2236491" y="1314075"/>
                  </a:lnTo>
                  <a:lnTo>
                    <a:pt x="2199142" y="1399734"/>
                  </a:lnTo>
                  <a:lnTo>
                    <a:pt x="2161779" y="1485488"/>
                  </a:lnTo>
                  <a:lnTo>
                    <a:pt x="2124490" y="1570717"/>
                  </a:lnTo>
                  <a:lnTo>
                    <a:pt x="2087359" y="1654818"/>
                  </a:lnTo>
                  <a:lnTo>
                    <a:pt x="2050459" y="1737219"/>
                  </a:lnTo>
                  <a:lnTo>
                    <a:pt x="2013846" y="1817398"/>
                  </a:lnTo>
                  <a:lnTo>
                    <a:pt x="1977560" y="1894897"/>
                  </a:lnTo>
                  <a:lnTo>
                    <a:pt x="1941612" y="1969327"/>
                  </a:lnTo>
                  <a:lnTo>
                    <a:pt x="1905991" y="2040377"/>
                  </a:lnTo>
                  <a:lnTo>
                    <a:pt x="1870651" y="2107815"/>
                  </a:lnTo>
                  <a:lnTo>
                    <a:pt x="1835515" y="2171492"/>
                  </a:lnTo>
                  <a:lnTo>
                    <a:pt x="1800469" y="2231330"/>
                  </a:lnTo>
                  <a:lnTo>
                    <a:pt x="1765360" y="2287324"/>
                  </a:lnTo>
                  <a:lnTo>
                    <a:pt x="1729989" y="2339533"/>
                  </a:lnTo>
                  <a:lnTo>
                    <a:pt x="1719082" y="2354761"/>
                  </a:lnTo>
                  <a:lnTo>
                    <a:pt x="1672444" y="2415131"/>
                  </a:lnTo>
                  <a:lnTo>
                    <a:pt x="1624212" y="2469404"/>
                  </a:lnTo>
                  <a:lnTo>
                    <a:pt x="1573625" y="2517897"/>
                  </a:lnTo>
                  <a:lnTo>
                    <a:pt x="1519836" y="2561144"/>
                  </a:lnTo>
                  <a:lnTo>
                    <a:pt x="1461980" y="2599742"/>
                  </a:lnTo>
                  <a:lnTo>
                    <a:pt x="1399251" y="2634270"/>
                  </a:lnTo>
                  <a:lnTo>
                    <a:pt x="1330998" y="2665232"/>
                  </a:lnTo>
                  <a:lnTo>
                    <a:pt x="1256853" y="2693035"/>
                  </a:lnTo>
                  <a:lnTo>
                    <a:pt x="1176891" y="2717976"/>
                  </a:lnTo>
                  <a:lnTo>
                    <a:pt x="1091834" y="2740236"/>
                  </a:lnTo>
                  <a:lnTo>
                    <a:pt x="1003238" y="2759887"/>
                  </a:lnTo>
                  <a:lnTo>
                    <a:pt x="913625" y="2776916"/>
                  </a:lnTo>
                  <a:lnTo>
                    <a:pt x="826437" y="2791264"/>
                  </a:lnTo>
                  <a:lnTo>
                    <a:pt x="745741" y="2802879"/>
                  </a:lnTo>
                  <a:lnTo>
                    <a:pt x="675631" y="2811784"/>
                  </a:lnTo>
                  <a:lnTo>
                    <a:pt x="619439" y="2818130"/>
                  </a:lnTo>
                  <a:lnTo>
                    <a:pt x="578958" y="2822219"/>
                  </a:lnTo>
                  <a:lnTo>
                    <a:pt x="553940" y="2824491"/>
                  </a:lnTo>
                  <a:lnTo>
                    <a:pt x="541995" y="2825470"/>
                  </a:lnTo>
                  <a:lnTo>
                    <a:pt x="538825" y="2825707"/>
                  </a:lnTo>
                  <a:lnTo>
                    <a:pt x="538736" y="2825713"/>
                  </a:lnTo>
                  <a:lnTo>
                    <a:pt x="0" y="2825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6" name="pg2126"/>
            <p:cNvSpPr/>
            <p:nvPr/>
          </p:nvSpPr>
          <p:spPr>
            <a:xfrm>
              <a:off x="546595" y="1866586"/>
              <a:ext cx="8234974" cy="4224958"/>
            </a:xfrm>
            <a:custGeom>
              <a:avLst/>
              <a:pathLst>
                <a:path w="8234974" h="4224958">
                  <a:moveTo>
                    <a:pt x="0" y="4224958"/>
                  </a:moveTo>
                  <a:lnTo>
                    <a:pt x="538736" y="4224958"/>
                  </a:lnTo>
                  <a:lnTo>
                    <a:pt x="539690" y="4224869"/>
                  </a:lnTo>
                  <a:lnTo>
                    <a:pt x="545956" y="4224237"/>
                  </a:lnTo>
                  <a:lnTo>
                    <a:pt x="561743" y="4222489"/>
                  </a:lnTo>
                  <a:lnTo>
                    <a:pt x="589936" y="4219048"/>
                  </a:lnTo>
                  <a:lnTo>
                    <a:pt x="631887" y="4213384"/>
                  </a:lnTo>
                  <a:lnTo>
                    <a:pt x="687307" y="4205071"/>
                  </a:lnTo>
                  <a:lnTo>
                    <a:pt x="754420" y="4193822"/>
                  </a:lnTo>
                  <a:lnTo>
                    <a:pt x="830374" y="4179502"/>
                  </a:lnTo>
                  <a:lnTo>
                    <a:pt x="911810" y="4162097"/>
                  </a:lnTo>
                  <a:lnTo>
                    <a:pt x="995421" y="4141662"/>
                  </a:lnTo>
                  <a:lnTo>
                    <a:pt x="1078368" y="4118262"/>
                  </a:lnTo>
                  <a:lnTo>
                    <a:pt x="1158508" y="4091921"/>
                  </a:lnTo>
                  <a:lnTo>
                    <a:pt x="1234432" y="4062581"/>
                  </a:lnTo>
                  <a:lnTo>
                    <a:pt x="1305400" y="4030083"/>
                  </a:lnTo>
                  <a:lnTo>
                    <a:pt x="1371202" y="3994152"/>
                  </a:lnTo>
                  <a:lnTo>
                    <a:pt x="1432018" y="3954404"/>
                  </a:lnTo>
                  <a:lnTo>
                    <a:pt x="1488290" y="3910352"/>
                  </a:lnTo>
                  <a:lnTo>
                    <a:pt x="1540618" y="3861420"/>
                  </a:lnTo>
                  <a:lnTo>
                    <a:pt x="1589687" y="3806983"/>
                  </a:lnTo>
                  <a:lnTo>
                    <a:pt x="1636201" y="3746417"/>
                  </a:lnTo>
                  <a:lnTo>
                    <a:pt x="1680838" y="3679203"/>
                  </a:lnTo>
                  <a:lnTo>
                    <a:pt x="1719082" y="3614263"/>
                  </a:lnTo>
                  <a:lnTo>
                    <a:pt x="1750950" y="3555070"/>
                  </a:lnTo>
                  <a:lnTo>
                    <a:pt x="1782529" y="3491969"/>
                  </a:lnTo>
                  <a:lnTo>
                    <a:pt x="1813982" y="3424877"/>
                  </a:lnTo>
                  <a:lnTo>
                    <a:pt x="1845435" y="3353767"/>
                  </a:lnTo>
                  <a:lnTo>
                    <a:pt x="1876991" y="3278665"/>
                  </a:lnTo>
                  <a:lnTo>
                    <a:pt x="1908725" y="3199656"/>
                  </a:lnTo>
                  <a:lnTo>
                    <a:pt x="1940690" y="3116894"/>
                  </a:lnTo>
                  <a:lnTo>
                    <a:pt x="1972916" y="3030595"/>
                  </a:lnTo>
                  <a:lnTo>
                    <a:pt x="2005417" y="2941044"/>
                  </a:lnTo>
                  <a:lnTo>
                    <a:pt x="2038184" y="2848594"/>
                  </a:lnTo>
                  <a:lnTo>
                    <a:pt x="2071195" y="2753656"/>
                  </a:lnTo>
                  <a:lnTo>
                    <a:pt x="2104414" y="2656699"/>
                  </a:lnTo>
                  <a:lnTo>
                    <a:pt x="2137793" y="2558235"/>
                  </a:lnTo>
                  <a:lnTo>
                    <a:pt x="2171275" y="2458815"/>
                  </a:lnTo>
                  <a:lnTo>
                    <a:pt x="2204800" y="2359010"/>
                  </a:lnTo>
                  <a:lnTo>
                    <a:pt x="2238303" y="2259404"/>
                  </a:lnTo>
                  <a:lnTo>
                    <a:pt x="2271722" y="2160571"/>
                  </a:lnTo>
                  <a:lnTo>
                    <a:pt x="2304998" y="2063071"/>
                  </a:lnTo>
                  <a:lnTo>
                    <a:pt x="2338081" y="1967430"/>
                  </a:lnTo>
                  <a:lnTo>
                    <a:pt x="2370929" y="1874132"/>
                  </a:lnTo>
                  <a:lnTo>
                    <a:pt x="2403517" y="1783608"/>
                  </a:lnTo>
                  <a:lnTo>
                    <a:pt x="2435831" y="1696229"/>
                  </a:lnTo>
                  <a:lnTo>
                    <a:pt x="2467878" y="1612302"/>
                  </a:lnTo>
                  <a:lnTo>
                    <a:pt x="2499681" y="1532067"/>
                  </a:lnTo>
                  <a:lnTo>
                    <a:pt x="2531287" y="1455696"/>
                  </a:lnTo>
                  <a:lnTo>
                    <a:pt x="2562764" y="1383296"/>
                  </a:lnTo>
                  <a:lnTo>
                    <a:pt x="2594204" y="1314913"/>
                  </a:lnTo>
                  <a:lnTo>
                    <a:pt x="2625727" y="1250535"/>
                  </a:lnTo>
                  <a:lnTo>
                    <a:pt x="2657482" y="1190097"/>
                  </a:lnTo>
                  <a:lnTo>
                    <a:pt x="2667772" y="1171482"/>
                  </a:lnTo>
                  <a:lnTo>
                    <a:pt x="2711253" y="1098179"/>
                  </a:lnTo>
                  <a:lnTo>
                    <a:pt x="2756080" y="1031777"/>
                  </a:lnTo>
                  <a:lnTo>
                    <a:pt x="2802861" y="971972"/>
                  </a:lnTo>
                  <a:lnTo>
                    <a:pt x="2852281" y="918223"/>
                  </a:lnTo>
                  <a:lnTo>
                    <a:pt x="2905044" y="869905"/>
                  </a:lnTo>
                  <a:lnTo>
                    <a:pt x="2961827" y="826393"/>
                  </a:lnTo>
                  <a:lnTo>
                    <a:pt x="3023217" y="787124"/>
                  </a:lnTo>
                  <a:lnTo>
                    <a:pt x="3089631" y="751620"/>
                  </a:lnTo>
                  <a:lnTo>
                    <a:pt x="3161210" y="719509"/>
                  </a:lnTo>
                  <a:lnTo>
                    <a:pt x="3237687" y="690533"/>
                  </a:lnTo>
                  <a:lnTo>
                    <a:pt x="3318248" y="664543"/>
                  </a:lnTo>
                  <a:lnTo>
                    <a:pt x="3401402" y="641494"/>
                  </a:lnTo>
                  <a:lnTo>
                    <a:pt x="3484914" y="621415"/>
                  </a:lnTo>
                  <a:lnTo>
                    <a:pt x="3565877" y="604375"/>
                  </a:lnTo>
                  <a:lnTo>
                    <a:pt x="3640950" y="590424"/>
                  </a:lnTo>
                  <a:lnTo>
                    <a:pt x="3706805" y="579534"/>
                  </a:lnTo>
                  <a:lnTo>
                    <a:pt x="3760688" y="571554"/>
                  </a:lnTo>
                  <a:lnTo>
                    <a:pt x="3800985" y="566180"/>
                  </a:lnTo>
                  <a:lnTo>
                    <a:pt x="3827598" y="562970"/>
                  </a:lnTo>
                  <a:lnTo>
                    <a:pt x="3842072" y="561385"/>
                  </a:lnTo>
                  <a:lnTo>
                    <a:pt x="3847462" y="560847"/>
                  </a:lnTo>
                  <a:lnTo>
                    <a:pt x="3848118" y="560787"/>
                  </a:lnTo>
                  <a:lnTo>
                    <a:pt x="4386855" y="560787"/>
                  </a:lnTo>
                  <a:lnTo>
                    <a:pt x="4388152" y="560768"/>
                  </a:lnTo>
                  <a:lnTo>
                    <a:pt x="4396614" y="560636"/>
                  </a:lnTo>
                  <a:lnTo>
                    <a:pt x="4417711" y="560272"/>
                  </a:lnTo>
                  <a:lnTo>
                    <a:pt x="4454832" y="559558"/>
                  </a:lnTo>
                  <a:lnTo>
                    <a:pt x="4508961" y="558391"/>
                  </a:lnTo>
                  <a:lnTo>
                    <a:pt x="4578654" y="556697"/>
                  </a:lnTo>
                  <a:lnTo>
                    <a:pt x="4660526" y="554435"/>
                  </a:lnTo>
                  <a:lnTo>
                    <a:pt x="4750116" y="551596"/>
                  </a:lnTo>
                  <a:lnTo>
                    <a:pt x="4842858" y="548189"/>
                  </a:lnTo>
                  <a:lnTo>
                    <a:pt x="4934824" y="544229"/>
                  </a:lnTo>
                  <a:lnTo>
                    <a:pt x="5023129" y="539718"/>
                  </a:lnTo>
                  <a:lnTo>
                    <a:pt x="5105997" y="534642"/>
                  </a:lnTo>
                  <a:lnTo>
                    <a:pt x="5182621" y="528962"/>
                  </a:lnTo>
                  <a:lnTo>
                    <a:pt x="5252933" y="522611"/>
                  </a:lnTo>
                  <a:lnTo>
                    <a:pt x="5317367" y="515500"/>
                  </a:lnTo>
                  <a:lnTo>
                    <a:pt x="5376671" y="507516"/>
                  </a:lnTo>
                  <a:lnTo>
                    <a:pt x="5431754" y="498531"/>
                  </a:lnTo>
                  <a:lnTo>
                    <a:pt x="5483579" y="488416"/>
                  </a:lnTo>
                  <a:lnTo>
                    <a:pt x="5533075" y="477061"/>
                  </a:lnTo>
                  <a:lnTo>
                    <a:pt x="5567201" y="468229"/>
                  </a:lnTo>
                  <a:lnTo>
                    <a:pt x="5618170" y="453552"/>
                  </a:lnTo>
                  <a:lnTo>
                    <a:pt x="5668648" y="437332"/>
                  </a:lnTo>
                  <a:lnTo>
                    <a:pt x="5719179" y="419547"/>
                  </a:lnTo>
                  <a:lnTo>
                    <a:pt x="5770129" y="400234"/>
                  </a:lnTo>
                  <a:lnTo>
                    <a:pt x="5821705" y="379493"/>
                  </a:lnTo>
                  <a:lnTo>
                    <a:pt x="5873979" y="357489"/>
                  </a:lnTo>
                  <a:lnTo>
                    <a:pt x="5926903" y="334455"/>
                  </a:lnTo>
                  <a:lnTo>
                    <a:pt x="5980332" y="310681"/>
                  </a:lnTo>
                  <a:lnTo>
                    <a:pt x="6034051" y="286498"/>
                  </a:lnTo>
                  <a:lnTo>
                    <a:pt x="6087807" y="262264"/>
                  </a:lnTo>
                  <a:lnTo>
                    <a:pt x="6141341" y="238341"/>
                  </a:lnTo>
                  <a:lnTo>
                    <a:pt x="6194423" y="215069"/>
                  </a:lnTo>
                  <a:lnTo>
                    <a:pt x="6246888" y="192753"/>
                  </a:lnTo>
                  <a:lnTo>
                    <a:pt x="6298657" y="171640"/>
                  </a:lnTo>
                  <a:lnTo>
                    <a:pt x="6349767" y="151916"/>
                  </a:lnTo>
                  <a:lnTo>
                    <a:pt x="6400385" y="133699"/>
                  </a:lnTo>
                  <a:lnTo>
                    <a:pt x="6450831" y="117042"/>
                  </a:lnTo>
                  <a:lnTo>
                    <a:pt x="6501596" y="101940"/>
                  </a:lnTo>
                  <a:lnTo>
                    <a:pt x="6515891" y="98001"/>
                  </a:lnTo>
                  <a:lnTo>
                    <a:pt x="6564236" y="85731"/>
                  </a:lnTo>
                  <a:lnTo>
                    <a:pt x="6614319" y="74746"/>
                  </a:lnTo>
                  <a:lnTo>
                    <a:pt x="6666993" y="64973"/>
                  </a:lnTo>
                  <a:lnTo>
                    <a:pt x="6723206" y="56293"/>
                  </a:lnTo>
                  <a:lnTo>
                    <a:pt x="6783914" y="48576"/>
                  </a:lnTo>
                  <a:lnTo>
                    <a:pt x="6849993" y="41697"/>
                  </a:lnTo>
                  <a:lnTo>
                    <a:pt x="6922115" y="35549"/>
                  </a:lnTo>
                  <a:lnTo>
                    <a:pt x="7000592" y="30051"/>
                  </a:lnTo>
                  <a:lnTo>
                    <a:pt x="7085165" y="25142"/>
                  </a:lnTo>
                  <a:lnTo>
                    <a:pt x="7174767" y="20792"/>
                  </a:lnTo>
                  <a:lnTo>
                    <a:pt x="7267307" y="16992"/>
                  </a:lnTo>
                  <a:lnTo>
                    <a:pt x="7359575" y="13749"/>
                  </a:lnTo>
                  <a:lnTo>
                    <a:pt x="7447402" y="11078"/>
                  </a:lnTo>
                  <a:lnTo>
                    <a:pt x="7526160" y="8983"/>
                  </a:lnTo>
                  <a:lnTo>
                    <a:pt x="7591601" y="7448"/>
                  </a:lnTo>
                  <a:lnTo>
                    <a:pt x="7640825" y="6422"/>
                  </a:lnTo>
                  <a:lnTo>
                    <a:pt x="7673069" y="5821"/>
                  </a:lnTo>
                  <a:lnTo>
                    <a:pt x="7690039" y="5537"/>
                  </a:lnTo>
                  <a:lnTo>
                    <a:pt x="7695767" y="545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0" y="18"/>
                  </a:lnTo>
                  <a:lnTo>
                    <a:pt x="7686478" y="150"/>
                  </a:lnTo>
                  <a:lnTo>
                    <a:pt x="7665382" y="514"/>
                  </a:lnTo>
                  <a:lnTo>
                    <a:pt x="7628261" y="1228"/>
                  </a:lnTo>
                  <a:lnTo>
                    <a:pt x="7574132" y="2395"/>
                  </a:lnTo>
                  <a:lnTo>
                    <a:pt x="7504438" y="4089"/>
                  </a:lnTo>
                  <a:lnTo>
                    <a:pt x="7422567" y="6351"/>
                  </a:lnTo>
                  <a:lnTo>
                    <a:pt x="7332976" y="9190"/>
                  </a:lnTo>
                  <a:lnTo>
                    <a:pt x="7240235" y="12597"/>
                  </a:lnTo>
                  <a:lnTo>
                    <a:pt x="7148268" y="16557"/>
                  </a:lnTo>
                  <a:lnTo>
                    <a:pt x="7059963" y="21068"/>
                  </a:lnTo>
                  <a:lnTo>
                    <a:pt x="6977095" y="26144"/>
                  </a:lnTo>
                  <a:lnTo>
                    <a:pt x="6900471" y="31824"/>
                  </a:lnTo>
                  <a:lnTo>
                    <a:pt x="6830160" y="38175"/>
                  </a:lnTo>
                  <a:lnTo>
                    <a:pt x="6765725" y="45286"/>
                  </a:lnTo>
                  <a:lnTo>
                    <a:pt x="6706421" y="53270"/>
                  </a:lnTo>
                  <a:lnTo>
                    <a:pt x="6651338" y="62255"/>
                  </a:lnTo>
                  <a:lnTo>
                    <a:pt x="6599514" y="72370"/>
                  </a:lnTo>
                  <a:lnTo>
                    <a:pt x="6550018" y="83725"/>
                  </a:lnTo>
                  <a:lnTo>
                    <a:pt x="6515891" y="92557"/>
                  </a:lnTo>
                  <a:lnTo>
                    <a:pt x="6464922" y="107234"/>
                  </a:lnTo>
                  <a:lnTo>
                    <a:pt x="6414445" y="123454"/>
                  </a:lnTo>
                  <a:lnTo>
                    <a:pt x="6363913" y="141239"/>
                  </a:lnTo>
                  <a:lnTo>
                    <a:pt x="6312964" y="160552"/>
                  </a:lnTo>
                  <a:lnTo>
                    <a:pt x="6261387" y="181293"/>
                  </a:lnTo>
                  <a:lnTo>
                    <a:pt x="6209113" y="203297"/>
                  </a:lnTo>
                  <a:lnTo>
                    <a:pt x="6156190" y="226331"/>
                  </a:lnTo>
                  <a:lnTo>
                    <a:pt x="6102761" y="250105"/>
                  </a:lnTo>
                  <a:lnTo>
                    <a:pt x="6049041" y="274288"/>
                  </a:lnTo>
                  <a:lnTo>
                    <a:pt x="5995286" y="298522"/>
                  </a:lnTo>
                  <a:lnTo>
                    <a:pt x="5941752" y="322445"/>
                  </a:lnTo>
                  <a:lnTo>
                    <a:pt x="5888669" y="345717"/>
                  </a:lnTo>
                  <a:lnTo>
                    <a:pt x="5836205" y="368033"/>
                  </a:lnTo>
                  <a:lnTo>
                    <a:pt x="5784435" y="389146"/>
                  </a:lnTo>
                  <a:lnTo>
                    <a:pt x="5733326" y="408870"/>
                  </a:lnTo>
                  <a:lnTo>
                    <a:pt x="5682708" y="427087"/>
                  </a:lnTo>
                  <a:lnTo>
                    <a:pt x="5632262" y="443744"/>
                  </a:lnTo>
                  <a:lnTo>
                    <a:pt x="5581496" y="458846"/>
                  </a:lnTo>
                  <a:lnTo>
                    <a:pt x="5567201" y="462785"/>
                  </a:lnTo>
                  <a:lnTo>
                    <a:pt x="5518857" y="475055"/>
                  </a:lnTo>
                  <a:lnTo>
                    <a:pt x="5468774" y="486040"/>
                  </a:lnTo>
                  <a:lnTo>
                    <a:pt x="5416100" y="495813"/>
                  </a:lnTo>
                  <a:lnTo>
                    <a:pt x="5359887" y="504493"/>
                  </a:lnTo>
                  <a:lnTo>
                    <a:pt x="5299178" y="512210"/>
                  </a:lnTo>
                  <a:lnTo>
                    <a:pt x="5233099" y="519089"/>
                  </a:lnTo>
                  <a:lnTo>
                    <a:pt x="5160977" y="525237"/>
                  </a:lnTo>
                  <a:lnTo>
                    <a:pt x="5082501" y="530735"/>
                  </a:lnTo>
                  <a:lnTo>
                    <a:pt x="4997928" y="535644"/>
                  </a:lnTo>
                  <a:lnTo>
                    <a:pt x="4908326" y="539994"/>
                  </a:lnTo>
                  <a:lnTo>
                    <a:pt x="4815786" y="543794"/>
                  </a:lnTo>
                  <a:lnTo>
                    <a:pt x="4723517" y="547037"/>
                  </a:lnTo>
                  <a:lnTo>
                    <a:pt x="4635690" y="549708"/>
                  </a:lnTo>
                  <a:lnTo>
                    <a:pt x="4556932" y="551803"/>
                  </a:lnTo>
                  <a:lnTo>
                    <a:pt x="4491492" y="553338"/>
                  </a:lnTo>
                  <a:lnTo>
                    <a:pt x="4442268" y="554364"/>
                  </a:lnTo>
                  <a:lnTo>
                    <a:pt x="4410023" y="554965"/>
                  </a:lnTo>
                  <a:lnTo>
                    <a:pt x="4393054" y="555249"/>
                  </a:lnTo>
                  <a:lnTo>
                    <a:pt x="4387326" y="555335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7165" y="555431"/>
                  </a:lnTo>
                  <a:lnTo>
                    <a:pt x="3840898" y="556063"/>
                  </a:lnTo>
                  <a:lnTo>
                    <a:pt x="3825112" y="557811"/>
                  </a:lnTo>
                  <a:lnTo>
                    <a:pt x="3796918" y="561252"/>
                  </a:lnTo>
                  <a:lnTo>
                    <a:pt x="3754968" y="566916"/>
                  </a:lnTo>
                  <a:lnTo>
                    <a:pt x="3699547" y="575229"/>
                  </a:lnTo>
                  <a:lnTo>
                    <a:pt x="3632435" y="586478"/>
                  </a:lnTo>
                  <a:lnTo>
                    <a:pt x="3556481" y="600798"/>
                  </a:lnTo>
                  <a:lnTo>
                    <a:pt x="3475044" y="618203"/>
                  </a:lnTo>
                  <a:lnTo>
                    <a:pt x="3391434" y="638638"/>
                  </a:lnTo>
                  <a:lnTo>
                    <a:pt x="3308486" y="662038"/>
                  </a:lnTo>
                  <a:lnTo>
                    <a:pt x="3228347" y="688379"/>
                  </a:lnTo>
                  <a:lnTo>
                    <a:pt x="3152422" y="717719"/>
                  </a:lnTo>
                  <a:lnTo>
                    <a:pt x="3081454" y="750217"/>
                  </a:lnTo>
                  <a:lnTo>
                    <a:pt x="3015652" y="786148"/>
                  </a:lnTo>
                  <a:lnTo>
                    <a:pt x="2954836" y="825896"/>
                  </a:lnTo>
                  <a:lnTo>
                    <a:pt x="2898565" y="869948"/>
                  </a:lnTo>
                  <a:lnTo>
                    <a:pt x="2846236" y="918880"/>
                  </a:lnTo>
                  <a:lnTo>
                    <a:pt x="2797168" y="973317"/>
                  </a:lnTo>
                  <a:lnTo>
                    <a:pt x="2750654" y="1033883"/>
                  </a:lnTo>
                  <a:lnTo>
                    <a:pt x="2706017" y="1101097"/>
                  </a:lnTo>
                  <a:lnTo>
                    <a:pt x="2667772" y="1166037"/>
                  </a:lnTo>
                  <a:lnTo>
                    <a:pt x="2635905" y="1225230"/>
                  </a:lnTo>
                  <a:lnTo>
                    <a:pt x="2604325" y="1288331"/>
                  </a:lnTo>
                  <a:lnTo>
                    <a:pt x="2572873" y="1355423"/>
                  </a:lnTo>
                  <a:lnTo>
                    <a:pt x="2541419" y="1426533"/>
                  </a:lnTo>
                  <a:lnTo>
                    <a:pt x="2509863" y="1501635"/>
                  </a:lnTo>
                  <a:lnTo>
                    <a:pt x="2478129" y="1580644"/>
                  </a:lnTo>
                  <a:lnTo>
                    <a:pt x="2446165" y="1663406"/>
                  </a:lnTo>
                  <a:lnTo>
                    <a:pt x="2413938" y="1749705"/>
                  </a:lnTo>
                  <a:lnTo>
                    <a:pt x="2381438" y="1839256"/>
                  </a:lnTo>
                  <a:lnTo>
                    <a:pt x="2348671" y="1931706"/>
                  </a:lnTo>
                  <a:lnTo>
                    <a:pt x="2315660" y="2026644"/>
                  </a:lnTo>
                  <a:lnTo>
                    <a:pt x="2282441" y="2123601"/>
                  </a:lnTo>
                  <a:lnTo>
                    <a:pt x="2249062" y="2222065"/>
                  </a:lnTo>
                  <a:lnTo>
                    <a:pt x="2215579" y="2321485"/>
                  </a:lnTo>
                  <a:lnTo>
                    <a:pt x="2182055" y="2421290"/>
                  </a:lnTo>
                  <a:lnTo>
                    <a:pt x="2148551" y="2520896"/>
                  </a:lnTo>
                  <a:lnTo>
                    <a:pt x="2115133" y="2619729"/>
                  </a:lnTo>
                  <a:lnTo>
                    <a:pt x="2081857" y="2717229"/>
                  </a:lnTo>
                  <a:lnTo>
                    <a:pt x="2048774" y="2812870"/>
                  </a:lnTo>
                  <a:lnTo>
                    <a:pt x="2015925" y="2906168"/>
                  </a:lnTo>
                  <a:lnTo>
                    <a:pt x="1983338" y="2996692"/>
                  </a:lnTo>
                  <a:lnTo>
                    <a:pt x="1951024" y="3084071"/>
                  </a:lnTo>
                  <a:lnTo>
                    <a:pt x="1918977" y="3167998"/>
                  </a:lnTo>
                  <a:lnTo>
                    <a:pt x="1887174" y="3248233"/>
                  </a:lnTo>
                  <a:lnTo>
                    <a:pt x="1855568" y="3324604"/>
                  </a:lnTo>
                  <a:lnTo>
                    <a:pt x="1824091" y="3397004"/>
                  </a:lnTo>
                  <a:lnTo>
                    <a:pt x="1792651" y="3465387"/>
                  </a:lnTo>
                  <a:lnTo>
                    <a:pt x="1761128" y="3529765"/>
                  </a:lnTo>
                  <a:lnTo>
                    <a:pt x="1729373" y="3590203"/>
                  </a:lnTo>
                  <a:lnTo>
                    <a:pt x="1719082" y="3608818"/>
                  </a:lnTo>
                  <a:lnTo>
                    <a:pt x="1675602" y="3682121"/>
                  </a:lnTo>
                  <a:lnTo>
                    <a:pt x="1630775" y="3748523"/>
                  </a:lnTo>
                  <a:lnTo>
                    <a:pt x="1583993" y="3808328"/>
                  </a:lnTo>
                  <a:lnTo>
                    <a:pt x="1534574" y="3862077"/>
                  </a:lnTo>
                  <a:lnTo>
                    <a:pt x="1481811" y="3910395"/>
                  </a:lnTo>
                  <a:lnTo>
                    <a:pt x="1425027" y="3953907"/>
                  </a:lnTo>
                  <a:lnTo>
                    <a:pt x="1363637" y="3993176"/>
                  </a:lnTo>
                  <a:lnTo>
                    <a:pt x="1297223" y="4028680"/>
                  </a:lnTo>
                  <a:lnTo>
                    <a:pt x="1225645" y="4060791"/>
                  </a:lnTo>
                  <a:lnTo>
                    <a:pt x="1149168" y="4089767"/>
                  </a:lnTo>
                  <a:lnTo>
                    <a:pt x="1068606" y="4115757"/>
                  </a:lnTo>
                  <a:lnTo>
                    <a:pt x="985453" y="4138806"/>
                  </a:lnTo>
                  <a:lnTo>
                    <a:pt x="901940" y="4158885"/>
                  </a:lnTo>
                  <a:lnTo>
                    <a:pt x="820978" y="4175925"/>
                  </a:lnTo>
                  <a:lnTo>
                    <a:pt x="745904" y="4189876"/>
                  </a:lnTo>
                  <a:lnTo>
                    <a:pt x="680050" y="4200766"/>
                  </a:lnTo>
                  <a:lnTo>
                    <a:pt x="626166" y="4208746"/>
                  </a:lnTo>
                  <a:lnTo>
                    <a:pt x="585870" y="4214120"/>
                  </a:lnTo>
                  <a:lnTo>
                    <a:pt x="559256" y="4217330"/>
                  </a:lnTo>
                  <a:lnTo>
                    <a:pt x="544782" y="4218915"/>
                  </a:lnTo>
                  <a:lnTo>
                    <a:pt x="539392" y="4219453"/>
                  </a:lnTo>
                  <a:lnTo>
                    <a:pt x="538736" y="4219513"/>
                  </a:lnTo>
                  <a:lnTo>
                    <a:pt x="0" y="4219513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27" name="pl2127"/>
            <p:cNvSpPr/>
            <p:nvPr/>
          </p:nvSpPr>
          <p:spPr>
            <a:xfrm>
              <a:off x="546595" y="1872031"/>
              <a:ext cx="8234974" cy="4219513"/>
            </a:xfrm>
            <a:custGeom>
              <a:avLst/>
              <a:pathLst>
                <a:path w="8234974" h="4219513">
                  <a:moveTo>
                    <a:pt x="0" y="4219513"/>
                  </a:moveTo>
                  <a:lnTo>
                    <a:pt x="538736" y="4219513"/>
                  </a:lnTo>
                  <a:lnTo>
                    <a:pt x="539690" y="4219425"/>
                  </a:lnTo>
                  <a:lnTo>
                    <a:pt x="545956" y="4218792"/>
                  </a:lnTo>
                  <a:lnTo>
                    <a:pt x="561743" y="4217044"/>
                  </a:lnTo>
                  <a:lnTo>
                    <a:pt x="589936" y="4213603"/>
                  </a:lnTo>
                  <a:lnTo>
                    <a:pt x="631887" y="4207940"/>
                  </a:lnTo>
                  <a:lnTo>
                    <a:pt x="687307" y="4199626"/>
                  </a:lnTo>
                  <a:lnTo>
                    <a:pt x="754420" y="4188378"/>
                  </a:lnTo>
                  <a:lnTo>
                    <a:pt x="830374" y="4174058"/>
                  </a:lnTo>
                  <a:lnTo>
                    <a:pt x="911810" y="4156652"/>
                  </a:lnTo>
                  <a:lnTo>
                    <a:pt x="995421" y="4136217"/>
                  </a:lnTo>
                  <a:lnTo>
                    <a:pt x="1078368" y="4112817"/>
                  </a:lnTo>
                  <a:lnTo>
                    <a:pt x="1158508" y="4086476"/>
                  </a:lnTo>
                  <a:lnTo>
                    <a:pt x="1234432" y="4057137"/>
                  </a:lnTo>
                  <a:lnTo>
                    <a:pt x="1305400" y="4024638"/>
                  </a:lnTo>
                  <a:lnTo>
                    <a:pt x="1371202" y="3988707"/>
                  </a:lnTo>
                  <a:lnTo>
                    <a:pt x="1432018" y="3948960"/>
                  </a:lnTo>
                  <a:lnTo>
                    <a:pt x="1488290" y="3904907"/>
                  </a:lnTo>
                  <a:lnTo>
                    <a:pt x="1540618" y="3855975"/>
                  </a:lnTo>
                  <a:lnTo>
                    <a:pt x="1589687" y="3801538"/>
                  </a:lnTo>
                  <a:lnTo>
                    <a:pt x="1636201" y="3740973"/>
                  </a:lnTo>
                  <a:lnTo>
                    <a:pt x="1680838" y="3673759"/>
                  </a:lnTo>
                  <a:lnTo>
                    <a:pt x="1719082" y="3608818"/>
                  </a:lnTo>
                  <a:lnTo>
                    <a:pt x="1750950" y="3549626"/>
                  </a:lnTo>
                  <a:lnTo>
                    <a:pt x="1782529" y="3486524"/>
                  </a:lnTo>
                  <a:lnTo>
                    <a:pt x="1813982" y="3419433"/>
                  </a:lnTo>
                  <a:lnTo>
                    <a:pt x="1845435" y="3348323"/>
                  </a:lnTo>
                  <a:lnTo>
                    <a:pt x="1876991" y="3273220"/>
                  </a:lnTo>
                  <a:lnTo>
                    <a:pt x="1908725" y="3194212"/>
                  </a:lnTo>
                  <a:lnTo>
                    <a:pt x="1940690" y="3111449"/>
                  </a:lnTo>
                  <a:lnTo>
                    <a:pt x="1972916" y="3025150"/>
                  </a:lnTo>
                  <a:lnTo>
                    <a:pt x="2005417" y="2935600"/>
                  </a:lnTo>
                  <a:lnTo>
                    <a:pt x="2038184" y="2843150"/>
                  </a:lnTo>
                  <a:lnTo>
                    <a:pt x="2071195" y="2748212"/>
                  </a:lnTo>
                  <a:lnTo>
                    <a:pt x="2104414" y="2651254"/>
                  </a:lnTo>
                  <a:lnTo>
                    <a:pt x="2137793" y="2552790"/>
                  </a:lnTo>
                  <a:lnTo>
                    <a:pt x="2171275" y="2453370"/>
                  </a:lnTo>
                  <a:lnTo>
                    <a:pt x="2204800" y="2353566"/>
                  </a:lnTo>
                  <a:lnTo>
                    <a:pt x="2238303" y="2253959"/>
                  </a:lnTo>
                  <a:lnTo>
                    <a:pt x="2271722" y="2155126"/>
                  </a:lnTo>
                  <a:lnTo>
                    <a:pt x="2304998" y="2057626"/>
                  </a:lnTo>
                  <a:lnTo>
                    <a:pt x="2338081" y="1961986"/>
                  </a:lnTo>
                  <a:lnTo>
                    <a:pt x="2370929" y="1868688"/>
                  </a:lnTo>
                  <a:lnTo>
                    <a:pt x="2403517" y="1778164"/>
                  </a:lnTo>
                  <a:lnTo>
                    <a:pt x="2435831" y="1690785"/>
                  </a:lnTo>
                  <a:lnTo>
                    <a:pt x="2467878" y="1606858"/>
                  </a:lnTo>
                  <a:lnTo>
                    <a:pt x="2499681" y="1526622"/>
                  </a:lnTo>
                  <a:lnTo>
                    <a:pt x="2531287" y="1450251"/>
                  </a:lnTo>
                  <a:lnTo>
                    <a:pt x="2562764" y="1377852"/>
                  </a:lnTo>
                  <a:lnTo>
                    <a:pt x="2594204" y="1309469"/>
                  </a:lnTo>
                  <a:lnTo>
                    <a:pt x="2625727" y="1245090"/>
                  </a:lnTo>
                  <a:lnTo>
                    <a:pt x="2657482" y="1184652"/>
                  </a:lnTo>
                  <a:lnTo>
                    <a:pt x="2667772" y="1166037"/>
                  </a:lnTo>
                  <a:lnTo>
                    <a:pt x="2711253" y="1092735"/>
                  </a:lnTo>
                  <a:lnTo>
                    <a:pt x="2756080" y="1026333"/>
                  </a:lnTo>
                  <a:lnTo>
                    <a:pt x="2802861" y="966527"/>
                  </a:lnTo>
                  <a:lnTo>
                    <a:pt x="2852281" y="912779"/>
                  </a:lnTo>
                  <a:lnTo>
                    <a:pt x="2905044" y="864460"/>
                  </a:lnTo>
                  <a:lnTo>
                    <a:pt x="2961827" y="820949"/>
                  </a:lnTo>
                  <a:lnTo>
                    <a:pt x="3023217" y="781679"/>
                  </a:lnTo>
                  <a:lnTo>
                    <a:pt x="3089631" y="746175"/>
                  </a:lnTo>
                  <a:lnTo>
                    <a:pt x="3161210" y="714065"/>
                  </a:lnTo>
                  <a:lnTo>
                    <a:pt x="3237687" y="685088"/>
                  </a:lnTo>
                  <a:lnTo>
                    <a:pt x="3318248" y="659099"/>
                  </a:lnTo>
                  <a:lnTo>
                    <a:pt x="3401402" y="636049"/>
                  </a:lnTo>
                  <a:lnTo>
                    <a:pt x="3484914" y="615971"/>
                  </a:lnTo>
                  <a:lnTo>
                    <a:pt x="3565877" y="598931"/>
                  </a:lnTo>
                  <a:lnTo>
                    <a:pt x="3640950" y="584979"/>
                  </a:lnTo>
                  <a:lnTo>
                    <a:pt x="3706805" y="574090"/>
                  </a:lnTo>
                  <a:lnTo>
                    <a:pt x="3760688" y="566110"/>
                  </a:lnTo>
                  <a:lnTo>
                    <a:pt x="3800985" y="560736"/>
                  </a:lnTo>
                  <a:lnTo>
                    <a:pt x="3827598" y="557526"/>
                  </a:lnTo>
                  <a:lnTo>
                    <a:pt x="3842072" y="555941"/>
                  </a:lnTo>
                  <a:lnTo>
                    <a:pt x="3847462" y="555403"/>
                  </a:lnTo>
                  <a:lnTo>
                    <a:pt x="3848118" y="555342"/>
                  </a:lnTo>
                  <a:lnTo>
                    <a:pt x="4386855" y="555342"/>
                  </a:lnTo>
                  <a:lnTo>
                    <a:pt x="4388152" y="555324"/>
                  </a:lnTo>
                  <a:lnTo>
                    <a:pt x="4396614" y="555192"/>
                  </a:lnTo>
                  <a:lnTo>
                    <a:pt x="4417711" y="554828"/>
                  </a:lnTo>
                  <a:lnTo>
                    <a:pt x="4454832" y="554114"/>
                  </a:lnTo>
                  <a:lnTo>
                    <a:pt x="4508961" y="552947"/>
                  </a:lnTo>
                  <a:lnTo>
                    <a:pt x="4578654" y="551252"/>
                  </a:lnTo>
                  <a:lnTo>
                    <a:pt x="4660526" y="548990"/>
                  </a:lnTo>
                  <a:lnTo>
                    <a:pt x="4750116" y="546151"/>
                  </a:lnTo>
                  <a:lnTo>
                    <a:pt x="4842858" y="542745"/>
                  </a:lnTo>
                  <a:lnTo>
                    <a:pt x="4934824" y="538784"/>
                  </a:lnTo>
                  <a:lnTo>
                    <a:pt x="5023129" y="534274"/>
                  </a:lnTo>
                  <a:lnTo>
                    <a:pt x="5105997" y="529198"/>
                  </a:lnTo>
                  <a:lnTo>
                    <a:pt x="5182621" y="523517"/>
                  </a:lnTo>
                  <a:lnTo>
                    <a:pt x="5252933" y="517167"/>
                  </a:lnTo>
                  <a:lnTo>
                    <a:pt x="5317367" y="510056"/>
                  </a:lnTo>
                  <a:lnTo>
                    <a:pt x="5376671" y="502071"/>
                  </a:lnTo>
                  <a:lnTo>
                    <a:pt x="5431754" y="493087"/>
                  </a:lnTo>
                  <a:lnTo>
                    <a:pt x="5483579" y="482972"/>
                  </a:lnTo>
                  <a:lnTo>
                    <a:pt x="5533075" y="471617"/>
                  </a:lnTo>
                  <a:lnTo>
                    <a:pt x="5567201" y="462785"/>
                  </a:lnTo>
                  <a:lnTo>
                    <a:pt x="5618170" y="448108"/>
                  </a:lnTo>
                  <a:lnTo>
                    <a:pt x="5668648" y="431887"/>
                  </a:lnTo>
                  <a:lnTo>
                    <a:pt x="5719179" y="414102"/>
                  </a:lnTo>
                  <a:lnTo>
                    <a:pt x="5770129" y="394790"/>
                  </a:lnTo>
                  <a:lnTo>
                    <a:pt x="5821705" y="374048"/>
                  </a:lnTo>
                  <a:lnTo>
                    <a:pt x="5873979" y="352045"/>
                  </a:lnTo>
                  <a:lnTo>
                    <a:pt x="5926903" y="329011"/>
                  </a:lnTo>
                  <a:lnTo>
                    <a:pt x="5980332" y="305236"/>
                  </a:lnTo>
                  <a:lnTo>
                    <a:pt x="6034051" y="281053"/>
                  </a:lnTo>
                  <a:lnTo>
                    <a:pt x="6087807" y="256820"/>
                  </a:lnTo>
                  <a:lnTo>
                    <a:pt x="6141341" y="232896"/>
                  </a:lnTo>
                  <a:lnTo>
                    <a:pt x="6194423" y="209625"/>
                  </a:lnTo>
                  <a:lnTo>
                    <a:pt x="6246888" y="187308"/>
                  </a:lnTo>
                  <a:lnTo>
                    <a:pt x="6298657" y="166195"/>
                  </a:lnTo>
                  <a:lnTo>
                    <a:pt x="6349767" y="146471"/>
                  </a:lnTo>
                  <a:lnTo>
                    <a:pt x="6400385" y="128254"/>
                  </a:lnTo>
                  <a:lnTo>
                    <a:pt x="6450831" y="111598"/>
                  </a:lnTo>
                  <a:lnTo>
                    <a:pt x="6501596" y="96495"/>
                  </a:lnTo>
                  <a:lnTo>
                    <a:pt x="6515891" y="92557"/>
                  </a:lnTo>
                  <a:lnTo>
                    <a:pt x="6564236" y="80287"/>
                  </a:lnTo>
                  <a:lnTo>
                    <a:pt x="6614319" y="69302"/>
                  </a:lnTo>
                  <a:lnTo>
                    <a:pt x="6666993" y="59529"/>
                  </a:lnTo>
                  <a:lnTo>
                    <a:pt x="6723206" y="50849"/>
                  </a:lnTo>
                  <a:lnTo>
                    <a:pt x="6783914" y="43131"/>
                  </a:lnTo>
                  <a:lnTo>
                    <a:pt x="6849993" y="36252"/>
                  </a:lnTo>
                  <a:lnTo>
                    <a:pt x="6922115" y="30105"/>
                  </a:lnTo>
                  <a:lnTo>
                    <a:pt x="7000592" y="24606"/>
                  </a:lnTo>
                  <a:lnTo>
                    <a:pt x="7085165" y="19698"/>
                  </a:lnTo>
                  <a:lnTo>
                    <a:pt x="7174767" y="15348"/>
                  </a:lnTo>
                  <a:lnTo>
                    <a:pt x="7267307" y="11548"/>
                  </a:lnTo>
                  <a:lnTo>
                    <a:pt x="7359575" y="8305"/>
                  </a:lnTo>
                  <a:lnTo>
                    <a:pt x="7447402" y="5633"/>
                  </a:lnTo>
                  <a:lnTo>
                    <a:pt x="7526160" y="3539"/>
                  </a:lnTo>
                  <a:lnTo>
                    <a:pt x="7591601" y="2003"/>
                  </a:lnTo>
                  <a:lnTo>
                    <a:pt x="7640825" y="977"/>
                  </a:lnTo>
                  <a:lnTo>
                    <a:pt x="7673069" y="377"/>
                  </a:lnTo>
                  <a:lnTo>
                    <a:pt x="7690039" y="93"/>
                  </a:lnTo>
                  <a:lnTo>
                    <a:pt x="7695767" y="6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8" name="pl2128"/>
            <p:cNvSpPr/>
            <p:nvPr/>
          </p:nvSpPr>
          <p:spPr>
            <a:xfrm>
              <a:off x="546595" y="1866586"/>
              <a:ext cx="8234974" cy="4219513"/>
            </a:xfrm>
            <a:custGeom>
              <a:avLst/>
              <a:pathLst>
                <a:path w="8234974" h="4219513">
                  <a:moveTo>
                    <a:pt x="8234974" y="0"/>
                  </a:moveTo>
                  <a:lnTo>
                    <a:pt x="7696237" y="0"/>
                  </a:lnTo>
                  <a:lnTo>
                    <a:pt x="7694940" y="18"/>
                  </a:lnTo>
                  <a:lnTo>
                    <a:pt x="7686478" y="150"/>
                  </a:lnTo>
                  <a:lnTo>
                    <a:pt x="7665382" y="514"/>
                  </a:lnTo>
                  <a:lnTo>
                    <a:pt x="7628261" y="1228"/>
                  </a:lnTo>
                  <a:lnTo>
                    <a:pt x="7574132" y="2395"/>
                  </a:lnTo>
                  <a:lnTo>
                    <a:pt x="7504438" y="4089"/>
                  </a:lnTo>
                  <a:lnTo>
                    <a:pt x="7422567" y="6351"/>
                  </a:lnTo>
                  <a:lnTo>
                    <a:pt x="7332976" y="9190"/>
                  </a:lnTo>
                  <a:lnTo>
                    <a:pt x="7240235" y="12597"/>
                  </a:lnTo>
                  <a:lnTo>
                    <a:pt x="7148268" y="16557"/>
                  </a:lnTo>
                  <a:lnTo>
                    <a:pt x="7059963" y="21068"/>
                  </a:lnTo>
                  <a:lnTo>
                    <a:pt x="6977095" y="26144"/>
                  </a:lnTo>
                  <a:lnTo>
                    <a:pt x="6900471" y="31824"/>
                  </a:lnTo>
                  <a:lnTo>
                    <a:pt x="6830160" y="38175"/>
                  </a:lnTo>
                  <a:lnTo>
                    <a:pt x="6765725" y="45286"/>
                  </a:lnTo>
                  <a:lnTo>
                    <a:pt x="6706421" y="53270"/>
                  </a:lnTo>
                  <a:lnTo>
                    <a:pt x="6651338" y="62255"/>
                  </a:lnTo>
                  <a:lnTo>
                    <a:pt x="6599514" y="72370"/>
                  </a:lnTo>
                  <a:lnTo>
                    <a:pt x="6550018" y="83725"/>
                  </a:lnTo>
                  <a:lnTo>
                    <a:pt x="6515891" y="92557"/>
                  </a:lnTo>
                  <a:lnTo>
                    <a:pt x="6464922" y="107234"/>
                  </a:lnTo>
                  <a:lnTo>
                    <a:pt x="6414445" y="123454"/>
                  </a:lnTo>
                  <a:lnTo>
                    <a:pt x="6363913" y="141239"/>
                  </a:lnTo>
                  <a:lnTo>
                    <a:pt x="6312964" y="160552"/>
                  </a:lnTo>
                  <a:lnTo>
                    <a:pt x="6261387" y="181293"/>
                  </a:lnTo>
                  <a:lnTo>
                    <a:pt x="6209113" y="203297"/>
                  </a:lnTo>
                  <a:lnTo>
                    <a:pt x="6156190" y="226331"/>
                  </a:lnTo>
                  <a:lnTo>
                    <a:pt x="6102761" y="250105"/>
                  </a:lnTo>
                  <a:lnTo>
                    <a:pt x="6049041" y="274288"/>
                  </a:lnTo>
                  <a:lnTo>
                    <a:pt x="5995286" y="298522"/>
                  </a:lnTo>
                  <a:lnTo>
                    <a:pt x="5941752" y="322445"/>
                  </a:lnTo>
                  <a:lnTo>
                    <a:pt x="5888669" y="345717"/>
                  </a:lnTo>
                  <a:lnTo>
                    <a:pt x="5836205" y="368033"/>
                  </a:lnTo>
                  <a:lnTo>
                    <a:pt x="5784435" y="389146"/>
                  </a:lnTo>
                  <a:lnTo>
                    <a:pt x="5733326" y="408870"/>
                  </a:lnTo>
                  <a:lnTo>
                    <a:pt x="5682708" y="427087"/>
                  </a:lnTo>
                  <a:lnTo>
                    <a:pt x="5632262" y="443744"/>
                  </a:lnTo>
                  <a:lnTo>
                    <a:pt x="5581496" y="458846"/>
                  </a:lnTo>
                  <a:lnTo>
                    <a:pt x="5567201" y="462785"/>
                  </a:lnTo>
                  <a:lnTo>
                    <a:pt x="5518857" y="475055"/>
                  </a:lnTo>
                  <a:lnTo>
                    <a:pt x="5468774" y="486040"/>
                  </a:lnTo>
                  <a:lnTo>
                    <a:pt x="5416100" y="495813"/>
                  </a:lnTo>
                  <a:lnTo>
                    <a:pt x="5359887" y="504493"/>
                  </a:lnTo>
                  <a:lnTo>
                    <a:pt x="5299178" y="512210"/>
                  </a:lnTo>
                  <a:lnTo>
                    <a:pt x="5233099" y="519089"/>
                  </a:lnTo>
                  <a:lnTo>
                    <a:pt x="5160977" y="525237"/>
                  </a:lnTo>
                  <a:lnTo>
                    <a:pt x="5082501" y="530735"/>
                  </a:lnTo>
                  <a:lnTo>
                    <a:pt x="4997928" y="535644"/>
                  </a:lnTo>
                  <a:lnTo>
                    <a:pt x="4908326" y="539994"/>
                  </a:lnTo>
                  <a:lnTo>
                    <a:pt x="4815786" y="543794"/>
                  </a:lnTo>
                  <a:lnTo>
                    <a:pt x="4723517" y="547037"/>
                  </a:lnTo>
                  <a:lnTo>
                    <a:pt x="4635690" y="549708"/>
                  </a:lnTo>
                  <a:lnTo>
                    <a:pt x="4556932" y="551803"/>
                  </a:lnTo>
                  <a:lnTo>
                    <a:pt x="4491492" y="553338"/>
                  </a:lnTo>
                  <a:lnTo>
                    <a:pt x="4442268" y="554364"/>
                  </a:lnTo>
                  <a:lnTo>
                    <a:pt x="4410023" y="554965"/>
                  </a:lnTo>
                  <a:lnTo>
                    <a:pt x="4393054" y="555249"/>
                  </a:lnTo>
                  <a:lnTo>
                    <a:pt x="4387326" y="555335"/>
                  </a:lnTo>
                  <a:lnTo>
                    <a:pt x="4386855" y="555342"/>
                  </a:lnTo>
                  <a:lnTo>
                    <a:pt x="3848118" y="555342"/>
                  </a:lnTo>
                  <a:lnTo>
                    <a:pt x="3847165" y="555431"/>
                  </a:lnTo>
                  <a:lnTo>
                    <a:pt x="3840898" y="556063"/>
                  </a:lnTo>
                  <a:lnTo>
                    <a:pt x="3825112" y="557811"/>
                  </a:lnTo>
                  <a:lnTo>
                    <a:pt x="3796918" y="561252"/>
                  </a:lnTo>
                  <a:lnTo>
                    <a:pt x="3754968" y="566916"/>
                  </a:lnTo>
                  <a:lnTo>
                    <a:pt x="3699547" y="575229"/>
                  </a:lnTo>
                  <a:lnTo>
                    <a:pt x="3632435" y="586478"/>
                  </a:lnTo>
                  <a:lnTo>
                    <a:pt x="3556481" y="600798"/>
                  </a:lnTo>
                  <a:lnTo>
                    <a:pt x="3475044" y="618203"/>
                  </a:lnTo>
                  <a:lnTo>
                    <a:pt x="3391434" y="638638"/>
                  </a:lnTo>
                  <a:lnTo>
                    <a:pt x="3308486" y="662038"/>
                  </a:lnTo>
                  <a:lnTo>
                    <a:pt x="3228347" y="688379"/>
                  </a:lnTo>
                  <a:lnTo>
                    <a:pt x="3152422" y="717719"/>
                  </a:lnTo>
                  <a:lnTo>
                    <a:pt x="3081454" y="750217"/>
                  </a:lnTo>
                  <a:lnTo>
                    <a:pt x="3015652" y="786148"/>
                  </a:lnTo>
                  <a:lnTo>
                    <a:pt x="2954836" y="825896"/>
                  </a:lnTo>
                  <a:lnTo>
                    <a:pt x="2898565" y="869948"/>
                  </a:lnTo>
                  <a:lnTo>
                    <a:pt x="2846236" y="918880"/>
                  </a:lnTo>
                  <a:lnTo>
                    <a:pt x="2797168" y="973317"/>
                  </a:lnTo>
                  <a:lnTo>
                    <a:pt x="2750654" y="1033883"/>
                  </a:lnTo>
                  <a:lnTo>
                    <a:pt x="2706017" y="1101097"/>
                  </a:lnTo>
                  <a:lnTo>
                    <a:pt x="2667772" y="1166037"/>
                  </a:lnTo>
                  <a:lnTo>
                    <a:pt x="2635905" y="1225230"/>
                  </a:lnTo>
                  <a:lnTo>
                    <a:pt x="2604325" y="1288331"/>
                  </a:lnTo>
                  <a:lnTo>
                    <a:pt x="2572873" y="1355423"/>
                  </a:lnTo>
                  <a:lnTo>
                    <a:pt x="2541419" y="1426533"/>
                  </a:lnTo>
                  <a:lnTo>
                    <a:pt x="2509863" y="1501635"/>
                  </a:lnTo>
                  <a:lnTo>
                    <a:pt x="2478129" y="1580644"/>
                  </a:lnTo>
                  <a:lnTo>
                    <a:pt x="2446165" y="1663406"/>
                  </a:lnTo>
                  <a:lnTo>
                    <a:pt x="2413938" y="1749705"/>
                  </a:lnTo>
                  <a:lnTo>
                    <a:pt x="2381438" y="1839256"/>
                  </a:lnTo>
                  <a:lnTo>
                    <a:pt x="2348671" y="1931706"/>
                  </a:lnTo>
                  <a:lnTo>
                    <a:pt x="2315660" y="2026644"/>
                  </a:lnTo>
                  <a:lnTo>
                    <a:pt x="2282441" y="2123601"/>
                  </a:lnTo>
                  <a:lnTo>
                    <a:pt x="2249062" y="2222065"/>
                  </a:lnTo>
                  <a:lnTo>
                    <a:pt x="2215579" y="2321485"/>
                  </a:lnTo>
                  <a:lnTo>
                    <a:pt x="2182055" y="2421290"/>
                  </a:lnTo>
                  <a:lnTo>
                    <a:pt x="2148551" y="2520896"/>
                  </a:lnTo>
                  <a:lnTo>
                    <a:pt x="2115133" y="2619729"/>
                  </a:lnTo>
                  <a:lnTo>
                    <a:pt x="2081857" y="2717229"/>
                  </a:lnTo>
                  <a:lnTo>
                    <a:pt x="2048774" y="2812870"/>
                  </a:lnTo>
                  <a:lnTo>
                    <a:pt x="2015925" y="2906168"/>
                  </a:lnTo>
                  <a:lnTo>
                    <a:pt x="1983338" y="2996692"/>
                  </a:lnTo>
                  <a:lnTo>
                    <a:pt x="1951024" y="3084071"/>
                  </a:lnTo>
                  <a:lnTo>
                    <a:pt x="1918977" y="3167998"/>
                  </a:lnTo>
                  <a:lnTo>
                    <a:pt x="1887174" y="3248233"/>
                  </a:lnTo>
                  <a:lnTo>
                    <a:pt x="1855568" y="3324604"/>
                  </a:lnTo>
                  <a:lnTo>
                    <a:pt x="1824091" y="3397004"/>
                  </a:lnTo>
                  <a:lnTo>
                    <a:pt x="1792651" y="3465387"/>
                  </a:lnTo>
                  <a:lnTo>
                    <a:pt x="1761128" y="3529765"/>
                  </a:lnTo>
                  <a:lnTo>
                    <a:pt x="1729373" y="3590203"/>
                  </a:lnTo>
                  <a:lnTo>
                    <a:pt x="1719082" y="3608818"/>
                  </a:lnTo>
                  <a:lnTo>
                    <a:pt x="1675602" y="3682121"/>
                  </a:lnTo>
                  <a:lnTo>
                    <a:pt x="1630775" y="3748523"/>
                  </a:lnTo>
                  <a:lnTo>
                    <a:pt x="1583993" y="3808328"/>
                  </a:lnTo>
                  <a:lnTo>
                    <a:pt x="1534574" y="3862077"/>
                  </a:lnTo>
                  <a:lnTo>
                    <a:pt x="1481811" y="3910395"/>
                  </a:lnTo>
                  <a:lnTo>
                    <a:pt x="1425027" y="3953907"/>
                  </a:lnTo>
                  <a:lnTo>
                    <a:pt x="1363637" y="3993176"/>
                  </a:lnTo>
                  <a:lnTo>
                    <a:pt x="1297223" y="4028680"/>
                  </a:lnTo>
                  <a:lnTo>
                    <a:pt x="1225645" y="4060791"/>
                  </a:lnTo>
                  <a:lnTo>
                    <a:pt x="1149168" y="4089767"/>
                  </a:lnTo>
                  <a:lnTo>
                    <a:pt x="1068606" y="4115757"/>
                  </a:lnTo>
                  <a:lnTo>
                    <a:pt x="985453" y="4138806"/>
                  </a:lnTo>
                  <a:lnTo>
                    <a:pt x="901940" y="4158885"/>
                  </a:lnTo>
                  <a:lnTo>
                    <a:pt x="820978" y="4175925"/>
                  </a:lnTo>
                  <a:lnTo>
                    <a:pt x="745904" y="4189876"/>
                  </a:lnTo>
                  <a:lnTo>
                    <a:pt x="680050" y="4200766"/>
                  </a:lnTo>
                  <a:lnTo>
                    <a:pt x="626166" y="4208746"/>
                  </a:lnTo>
                  <a:lnTo>
                    <a:pt x="585870" y="4214120"/>
                  </a:lnTo>
                  <a:lnTo>
                    <a:pt x="559256" y="4217330"/>
                  </a:lnTo>
                  <a:lnTo>
                    <a:pt x="544782" y="4218915"/>
                  </a:lnTo>
                  <a:lnTo>
                    <a:pt x="539392" y="4219453"/>
                  </a:lnTo>
                  <a:lnTo>
                    <a:pt x="538736" y="4219513"/>
                  </a:lnTo>
                  <a:lnTo>
                    <a:pt x="0" y="42195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9" name="pg2129"/>
            <p:cNvSpPr/>
            <p:nvPr/>
          </p:nvSpPr>
          <p:spPr>
            <a:xfrm>
              <a:off x="546595" y="696011"/>
              <a:ext cx="8234974" cy="5422756"/>
            </a:xfrm>
            <a:custGeom>
              <a:avLst/>
              <a:pathLst>
                <a:path w="8234974" h="5422756">
                  <a:moveTo>
                    <a:pt x="0" y="5422756"/>
                  </a:moveTo>
                  <a:lnTo>
                    <a:pt x="538736" y="5422756"/>
                  </a:lnTo>
                  <a:lnTo>
                    <a:pt x="540038" y="5422747"/>
                  </a:lnTo>
                  <a:lnTo>
                    <a:pt x="548528" y="5422683"/>
                  </a:lnTo>
                  <a:lnTo>
                    <a:pt x="569693" y="5422508"/>
                  </a:lnTo>
                  <a:lnTo>
                    <a:pt x="606929" y="5422163"/>
                  </a:lnTo>
                  <a:lnTo>
                    <a:pt x="661210" y="5421601"/>
                  </a:lnTo>
                  <a:lnTo>
                    <a:pt x="731077" y="5420784"/>
                  </a:lnTo>
                  <a:lnTo>
                    <a:pt x="813121" y="5419694"/>
                  </a:lnTo>
                  <a:lnTo>
                    <a:pt x="902864" y="5418326"/>
                  </a:lnTo>
                  <a:lnTo>
                    <a:pt x="995725" y="5416685"/>
                  </a:lnTo>
                  <a:lnTo>
                    <a:pt x="1087772" y="5414777"/>
                  </a:lnTo>
                  <a:lnTo>
                    <a:pt x="1176122" y="5412605"/>
                  </a:lnTo>
                  <a:lnTo>
                    <a:pt x="1259007" y="5410160"/>
                  </a:lnTo>
                  <a:lnTo>
                    <a:pt x="1335627" y="5407423"/>
                  </a:lnTo>
                  <a:lnTo>
                    <a:pt x="1405923" y="5404363"/>
                  </a:lnTo>
                  <a:lnTo>
                    <a:pt x="1470339" y="5400936"/>
                  </a:lnTo>
                  <a:lnTo>
                    <a:pt x="1529627" y="5397088"/>
                  </a:lnTo>
                  <a:lnTo>
                    <a:pt x="1584702" y="5392757"/>
                  </a:lnTo>
                  <a:lnTo>
                    <a:pt x="1636531" y="5387880"/>
                  </a:lnTo>
                  <a:lnTo>
                    <a:pt x="1686044" y="5382405"/>
                  </a:lnTo>
                  <a:lnTo>
                    <a:pt x="1719082" y="5378292"/>
                  </a:lnTo>
                  <a:lnTo>
                    <a:pt x="1771426" y="5371039"/>
                  </a:lnTo>
                  <a:lnTo>
                    <a:pt x="1823269" y="5363004"/>
                  </a:lnTo>
                  <a:lnTo>
                    <a:pt x="1875193" y="5354176"/>
                  </a:lnTo>
                  <a:lnTo>
                    <a:pt x="1927581" y="5344577"/>
                  </a:lnTo>
                  <a:lnTo>
                    <a:pt x="1980645" y="5334261"/>
                  </a:lnTo>
                  <a:lnTo>
                    <a:pt x="2034445" y="5323320"/>
                  </a:lnTo>
                  <a:lnTo>
                    <a:pt x="2088911" y="5311879"/>
                  </a:lnTo>
                  <a:lnTo>
                    <a:pt x="2143871" y="5300093"/>
                  </a:lnTo>
                  <a:lnTo>
                    <a:pt x="2199082" y="5288139"/>
                  </a:lnTo>
                  <a:lnTo>
                    <a:pt x="2254263" y="5276204"/>
                  </a:lnTo>
                  <a:lnTo>
                    <a:pt x="2309141" y="5264474"/>
                  </a:lnTo>
                  <a:lnTo>
                    <a:pt x="2363481" y="5253124"/>
                  </a:lnTo>
                  <a:lnTo>
                    <a:pt x="2417132" y="5242302"/>
                  </a:lnTo>
                  <a:lnTo>
                    <a:pt x="2470048" y="5232126"/>
                  </a:lnTo>
                  <a:lnTo>
                    <a:pt x="2522319" y="5222682"/>
                  </a:lnTo>
                  <a:lnTo>
                    <a:pt x="2574189" y="5214015"/>
                  </a:lnTo>
                  <a:lnTo>
                    <a:pt x="2626080" y="5206142"/>
                  </a:lnTo>
                  <a:lnTo>
                    <a:pt x="2667772" y="5200437"/>
                  </a:lnTo>
                  <a:lnTo>
                    <a:pt x="2716175" y="5194536"/>
                  </a:lnTo>
                  <a:lnTo>
                    <a:pt x="2766321" y="5189254"/>
                  </a:lnTo>
                  <a:lnTo>
                    <a:pt x="2819066" y="5184555"/>
                  </a:lnTo>
                  <a:lnTo>
                    <a:pt x="2875362" y="5180382"/>
                  </a:lnTo>
                  <a:lnTo>
                    <a:pt x="2936168" y="5176673"/>
                  </a:lnTo>
                  <a:lnTo>
                    <a:pt x="3002362" y="5173367"/>
                  </a:lnTo>
                  <a:lnTo>
                    <a:pt x="3074618" y="5170413"/>
                  </a:lnTo>
                  <a:lnTo>
                    <a:pt x="3153243" y="5167771"/>
                  </a:lnTo>
                  <a:lnTo>
                    <a:pt x="3237973" y="5165413"/>
                  </a:lnTo>
                  <a:lnTo>
                    <a:pt x="3327727" y="5163324"/>
                  </a:lnTo>
                  <a:lnTo>
                    <a:pt x="3420394" y="5161499"/>
                  </a:lnTo>
                  <a:lnTo>
                    <a:pt x="3512740" y="5159943"/>
                  </a:lnTo>
                  <a:lnTo>
                    <a:pt x="3600571" y="5158662"/>
                  </a:lnTo>
                  <a:lnTo>
                    <a:pt x="3679240" y="5157659"/>
                  </a:lnTo>
                  <a:lnTo>
                    <a:pt x="3744498" y="5156925"/>
                  </a:lnTo>
                  <a:lnTo>
                    <a:pt x="3793469" y="5156436"/>
                  </a:lnTo>
                  <a:lnTo>
                    <a:pt x="3825430" y="5156150"/>
                  </a:lnTo>
                  <a:lnTo>
                    <a:pt x="3842140" y="5156016"/>
                  </a:lnTo>
                  <a:lnTo>
                    <a:pt x="3847691" y="5155976"/>
                  </a:lnTo>
                  <a:lnTo>
                    <a:pt x="3848118" y="5155973"/>
                  </a:lnTo>
                  <a:lnTo>
                    <a:pt x="4386855" y="5155973"/>
                  </a:lnTo>
                  <a:lnTo>
                    <a:pt x="4387691" y="5155864"/>
                  </a:lnTo>
                  <a:lnTo>
                    <a:pt x="4393199" y="5155088"/>
                  </a:lnTo>
                  <a:lnTo>
                    <a:pt x="4407129" y="5152943"/>
                  </a:lnTo>
                  <a:lnTo>
                    <a:pt x="4432144" y="5148718"/>
                  </a:lnTo>
                  <a:lnTo>
                    <a:pt x="4469641" y="5141747"/>
                  </a:lnTo>
                  <a:lnTo>
                    <a:pt x="4519647" y="5131474"/>
                  </a:lnTo>
                  <a:lnTo>
                    <a:pt x="4580894" y="5117505"/>
                  </a:lnTo>
                  <a:lnTo>
                    <a:pt x="4651103" y="5099621"/>
                  </a:lnTo>
                  <a:lnTo>
                    <a:pt x="4727420" y="5077763"/>
                  </a:lnTo>
                  <a:lnTo>
                    <a:pt x="4806880" y="5051976"/>
                  </a:lnTo>
                  <a:lnTo>
                    <a:pt x="4886795" y="5022345"/>
                  </a:lnTo>
                  <a:lnTo>
                    <a:pt x="4964997" y="4988931"/>
                  </a:lnTo>
                  <a:lnTo>
                    <a:pt x="5039933" y="4951717"/>
                  </a:lnTo>
                  <a:lnTo>
                    <a:pt x="5110651" y="4910578"/>
                  </a:lnTo>
                  <a:lnTo>
                    <a:pt x="5176709" y="4865262"/>
                  </a:lnTo>
                  <a:lnTo>
                    <a:pt x="5238064" y="4815381"/>
                  </a:lnTo>
                  <a:lnTo>
                    <a:pt x="5294958" y="4760421"/>
                  </a:lnTo>
                  <a:lnTo>
                    <a:pt x="5347826" y="4699747"/>
                  </a:lnTo>
                  <a:lnTo>
                    <a:pt x="5397217" y="4632636"/>
                  </a:lnTo>
                  <a:lnTo>
                    <a:pt x="5443736" y="4558311"/>
                  </a:lnTo>
                  <a:lnTo>
                    <a:pt x="5487998" y="4476014"/>
                  </a:lnTo>
                  <a:lnTo>
                    <a:pt x="5530593" y="4385126"/>
                  </a:lnTo>
                  <a:lnTo>
                    <a:pt x="5567201" y="4297552"/>
                  </a:lnTo>
                  <a:lnTo>
                    <a:pt x="5594555" y="4226521"/>
                  </a:lnTo>
                  <a:lnTo>
                    <a:pt x="5621679" y="4151463"/>
                  </a:lnTo>
                  <a:lnTo>
                    <a:pt x="5648679" y="4072297"/>
                  </a:lnTo>
                  <a:lnTo>
                    <a:pt x="5675642" y="3988981"/>
                  </a:lnTo>
                  <a:lnTo>
                    <a:pt x="5702641" y="3901511"/>
                  </a:lnTo>
                  <a:lnTo>
                    <a:pt x="5729734" y="3809932"/>
                  </a:lnTo>
                  <a:lnTo>
                    <a:pt x="5756965" y="3714331"/>
                  </a:lnTo>
                  <a:lnTo>
                    <a:pt x="5784366" y="3614846"/>
                  </a:lnTo>
                  <a:lnTo>
                    <a:pt x="5811957" y="3511669"/>
                  </a:lnTo>
                  <a:lnTo>
                    <a:pt x="5839750" y="3405038"/>
                  </a:lnTo>
                  <a:lnTo>
                    <a:pt x="5867742" y="3295245"/>
                  </a:lnTo>
                  <a:lnTo>
                    <a:pt x="5895925" y="3182631"/>
                  </a:lnTo>
                  <a:lnTo>
                    <a:pt x="5924281" y="3067578"/>
                  </a:lnTo>
                  <a:lnTo>
                    <a:pt x="5952785" y="2950513"/>
                  </a:lnTo>
                  <a:lnTo>
                    <a:pt x="5981407" y="2831894"/>
                  </a:lnTo>
                  <a:lnTo>
                    <a:pt x="6010111" y="2712207"/>
                  </a:lnTo>
                  <a:lnTo>
                    <a:pt x="6038859" y="2591957"/>
                  </a:lnTo>
                  <a:lnTo>
                    <a:pt x="6067611" y="2471658"/>
                  </a:lnTo>
                  <a:lnTo>
                    <a:pt x="6096326" y="2351827"/>
                  </a:lnTo>
                  <a:lnTo>
                    <a:pt x="6124966" y="2232971"/>
                  </a:lnTo>
                  <a:lnTo>
                    <a:pt x="6153494" y="2115580"/>
                  </a:lnTo>
                  <a:lnTo>
                    <a:pt x="6181880" y="2000117"/>
                  </a:lnTo>
                  <a:lnTo>
                    <a:pt x="6210097" y="1887016"/>
                  </a:lnTo>
                  <a:lnTo>
                    <a:pt x="6238126" y="1776669"/>
                  </a:lnTo>
                  <a:lnTo>
                    <a:pt x="6265956" y="1669424"/>
                  </a:lnTo>
                  <a:lnTo>
                    <a:pt x="6293585" y="1565581"/>
                  </a:lnTo>
                  <a:lnTo>
                    <a:pt x="6321020" y="1465391"/>
                  </a:lnTo>
                  <a:lnTo>
                    <a:pt x="6348281" y="1369052"/>
                  </a:lnTo>
                  <a:lnTo>
                    <a:pt x="6375396" y="1276712"/>
                  </a:lnTo>
                  <a:lnTo>
                    <a:pt x="6402409" y="1188470"/>
                  </a:lnTo>
                  <a:lnTo>
                    <a:pt x="6429374" y="1104376"/>
                  </a:lnTo>
                  <a:lnTo>
                    <a:pt x="6456360" y="1024437"/>
                  </a:lnTo>
                  <a:lnTo>
                    <a:pt x="6483454" y="948616"/>
                  </a:lnTo>
                  <a:lnTo>
                    <a:pt x="6510756" y="876840"/>
                  </a:lnTo>
                  <a:lnTo>
                    <a:pt x="6515891" y="863866"/>
                  </a:lnTo>
                  <a:lnTo>
                    <a:pt x="6557445" y="765133"/>
                  </a:lnTo>
                  <a:lnTo>
                    <a:pt x="6600207" y="675280"/>
                  </a:lnTo>
                  <a:lnTo>
                    <a:pt x="6644704" y="593958"/>
                  </a:lnTo>
                  <a:lnTo>
                    <a:pt x="6691528" y="520522"/>
                  </a:lnTo>
                  <a:lnTo>
                    <a:pt x="6741297" y="454209"/>
                  </a:lnTo>
                  <a:lnTo>
                    <a:pt x="6794613" y="394244"/>
                  </a:lnTo>
                  <a:lnTo>
                    <a:pt x="6852012" y="339912"/>
                  </a:lnTo>
                  <a:lnTo>
                    <a:pt x="6913913" y="290593"/>
                  </a:lnTo>
                  <a:lnTo>
                    <a:pt x="6980528" y="245786"/>
                  </a:lnTo>
                  <a:lnTo>
                    <a:pt x="7051774" y="205120"/>
                  </a:lnTo>
                  <a:lnTo>
                    <a:pt x="7127156" y="168357"/>
                  </a:lnTo>
                  <a:lnTo>
                    <a:pt x="7205651" y="135387"/>
                  </a:lnTo>
                  <a:lnTo>
                    <a:pt x="7285637" y="106205"/>
                  </a:lnTo>
                  <a:lnTo>
                    <a:pt x="7364875" y="80876"/>
                  </a:lnTo>
                  <a:lnTo>
                    <a:pt x="7440629" y="59485"/>
                  </a:lnTo>
                  <a:lnTo>
                    <a:pt x="7509924" y="42068"/>
                  </a:lnTo>
                  <a:lnTo>
                    <a:pt x="7569950" y="28548"/>
                  </a:lnTo>
                  <a:lnTo>
                    <a:pt x="7618527" y="18688"/>
                  </a:lnTo>
                  <a:lnTo>
                    <a:pt x="7654526" y="12071"/>
                  </a:lnTo>
                  <a:lnTo>
                    <a:pt x="7678138" y="8127"/>
                  </a:lnTo>
                  <a:lnTo>
                    <a:pt x="7690916" y="6181"/>
                  </a:lnTo>
                  <a:lnTo>
                    <a:pt x="7695660" y="5519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402" y="108"/>
                  </a:lnTo>
                  <a:lnTo>
                    <a:pt x="7689893" y="885"/>
                  </a:lnTo>
                  <a:lnTo>
                    <a:pt x="7675963" y="3030"/>
                  </a:lnTo>
                  <a:lnTo>
                    <a:pt x="7650949" y="7255"/>
                  </a:lnTo>
                  <a:lnTo>
                    <a:pt x="7613452" y="14226"/>
                  </a:lnTo>
                  <a:lnTo>
                    <a:pt x="7563445" y="24499"/>
                  </a:lnTo>
                  <a:lnTo>
                    <a:pt x="7502198" y="38468"/>
                  </a:lnTo>
                  <a:lnTo>
                    <a:pt x="7431989" y="56352"/>
                  </a:lnTo>
                  <a:lnTo>
                    <a:pt x="7355672" y="78210"/>
                  </a:lnTo>
                  <a:lnTo>
                    <a:pt x="7276212" y="103997"/>
                  </a:lnTo>
                  <a:lnTo>
                    <a:pt x="7196297" y="133628"/>
                  </a:lnTo>
                  <a:lnTo>
                    <a:pt x="7118096" y="167042"/>
                  </a:lnTo>
                  <a:lnTo>
                    <a:pt x="7043159" y="204256"/>
                  </a:lnTo>
                  <a:lnTo>
                    <a:pt x="6972441" y="245394"/>
                  </a:lnTo>
                  <a:lnTo>
                    <a:pt x="6906383" y="290711"/>
                  </a:lnTo>
                  <a:lnTo>
                    <a:pt x="6845029" y="340592"/>
                  </a:lnTo>
                  <a:lnTo>
                    <a:pt x="6788134" y="395552"/>
                  </a:lnTo>
                  <a:lnTo>
                    <a:pt x="6735266" y="456226"/>
                  </a:lnTo>
                  <a:lnTo>
                    <a:pt x="6685875" y="523337"/>
                  </a:lnTo>
                  <a:lnTo>
                    <a:pt x="6639357" y="597662"/>
                  </a:lnTo>
                  <a:lnTo>
                    <a:pt x="6595094" y="679959"/>
                  </a:lnTo>
                  <a:lnTo>
                    <a:pt x="6552500" y="770847"/>
                  </a:lnTo>
                  <a:lnTo>
                    <a:pt x="6515891" y="858421"/>
                  </a:lnTo>
                  <a:lnTo>
                    <a:pt x="6488537" y="929451"/>
                  </a:lnTo>
                  <a:lnTo>
                    <a:pt x="6461413" y="1004510"/>
                  </a:lnTo>
                  <a:lnTo>
                    <a:pt x="6434414" y="1083676"/>
                  </a:lnTo>
                  <a:lnTo>
                    <a:pt x="6407450" y="1166992"/>
                  </a:lnTo>
                  <a:lnTo>
                    <a:pt x="6380451" y="1254461"/>
                  </a:lnTo>
                  <a:lnTo>
                    <a:pt x="6353358" y="1346041"/>
                  </a:lnTo>
                  <a:lnTo>
                    <a:pt x="6326128" y="1441642"/>
                  </a:lnTo>
                  <a:lnTo>
                    <a:pt x="6298727" y="1541126"/>
                  </a:lnTo>
                  <a:lnTo>
                    <a:pt x="6271135" y="1644304"/>
                  </a:lnTo>
                  <a:lnTo>
                    <a:pt x="6243343" y="1750935"/>
                  </a:lnTo>
                  <a:lnTo>
                    <a:pt x="6215350" y="1860727"/>
                  </a:lnTo>
                  <a:lnTo>
                    <a:pt x="6187167" y="1973342"/>
                  </a:lnTo>
                  <a:lnTo>
                    <a:pt x="6158811" y="2088395"/>
                  </a:lnTo>
                  <a:lnTo>
                    <a:pt x="6130307" y="2205460"/>
                  </a:lnTo>
                  <a:lnTo>
                    <a:pt x="6101685" y="2324079"/>
                  </a:lnTo>
                  <a:lnTo>
                    <a:pt x="6072981" y="2443766"/>
                  </a:lnTo>
                  <a:lnTo>
                    <a:pt x="6044234" y="2564016"/>
                  </a:lnTo>
                  <a:lnTo>
                    <a:pt x="6015482" y="2684315"/>
                  </a:lnTo>
                  <a:lnTo>
                    <a:pt x="5986767" y="2804146"/>
                  </a:lnTo>
                  <a:lnTo>
                    <a:pt x="5958127" y="2923002"/>
                  </a:lnTo>
                  <a:lnTo>
                    <a:pt x="5929598" y="3040393"/>
                  </a:lnTo>
                  <a:lnTo>
                    <a:pt x="5901212" y="3155855"/>
                  </a:lnTo>
                  <a:lnTo>
                    <a:pt x="5872995" y="3268956"/>
                  </a:lnTo>
                  <a:lnTo>
                    <a:pt x="5844966" y="3379304"/>
                  </a:lnTo>
                  <a:lnTo>
                    <a:pt x="5817136" y="3486549"/>
                  </a:lnTo>
                  <a:lnTo>
                    <a:pt x="5789508" y="3590392"/>
                  </a:lnTo>
                  <a:lnTo>
                    <a:pt x="5762072" y="3690582"/>
                  </a:lnTo>
                  <a:lnTo>
                    <a:pt x="5734812" y="3786921"/>
                  </a:lnTo>
                  <a:lnTo>
                    <a:pt x="5707696" y="3879261"/>
                  </a:lnTo>
                  <a:lnTo>
                    <a:pt x="5680684" y="3967503"/>
                  </a:lnTo>
                  <a:lnTo>
                    <a:pt x="5653719" y="4051597"/>
                  </a:lnTo>
                  <a:lnTo>
                    <a:pt x="5626732" y="4131536"/>
                  </a:lnTo>
                  <a:lnTo>
                    <a:pt x="5599639" y="4207357"/>
                  </a:lnTo>
                  <a:lnTo>
                    <a:pt x="5572337" y="4279133"/>
                  </a:lnTo>
                  <a:lnTo>
                    <a:pt x="5567201" y="4292107"/>
                  </a:lnTo>
                  <a:lnTo>
                    <a:pt x="5525648" y="4390840"/>
                  </a:lnTo>
                  <a:lnTo>
                    <a:pt x="5482886" y="4480693"/>
                  </a:lnTo>
                  <a:lnTo>
                    <a:pt x="5438389" y="4562015"/>
                  </a:lnTo>
                  <a:lnTo>
                    <a:pt x="5391565" y="4635451"/>
                  </a:lnTo>
                  <a:lnTo>
                    <a:pt x="5341795" y="4701764"/>
                  </a:lnTo>
                  <a:lnTo>
                    <a:pt x="5288480" y="4761729"/>
                  </a:lnTo>
                  <a:lnTo>
                    <a:pt x="5231080" y="4816061"/>
                  </a:lnTo>
                  <a:lnTo>
                    <a:pt x="5169180" y="4865380"/>
                  </a:lnTo>
                  <a:lnTo>
                    <a:pt x="5102565" y="4910187"/>
                  </a:lnTo>
                  <a:lnTo>
                    <a:pt x="5031318" y="4950853"/>
                  </a:lnTo>
                  <a:lnTo>
                    <a:pt x="4955937" y="4987616"/>
                  </a:lnTo>
                  <a:lnTo>
                    <a:pt x="4877441" y="5020585"/>
                  </a:lnTo>
                  <a:lnTo>
                    <a:pt x="4797455" y="5049768"/>
                  </a:lnTo>
                  <a:lnTo>
                    <a:pt x="4718217" y="5075096"/>
                  </a:lnTo>
                  <a:lnTo>
                    <a:pt x="4642464" y="5096488"/>
                  </a:lnTo>
                  <a:lnTo>
                    <a:pt x="4573168" y="5113905"/>
                  </a:lnTo>
                  <a:lnTo>
                    <a:pt x="4513142" y="5127425"/>
                  </a:lnTo>
                  <a:lnTo>
                    <a:pt x="4464566" y="5137285"/>
                  </a:lnTo>
                  <a:lnTo>
                    <a:pt x="4428566" y="5143901"/>
                  </a:lnTo>
                  <a:lnTo>
                    <a:pt x="4404955" y="5147846"/>
                  </a:lnTo>
                  <a:lnTo>
                    <a:pt x="4392177" y="5149792"/>
                  </a:lnTo>
                  <a:lnTo>
                    <a:pt x="4387433" y="5150454"/>
                  </a:lnTo>
                  <a:lnTo>
                    <a:pt x="4386855" y="5150529"/>
                  </a:lnTo>
                  <a:lnTo>
                    <a:pt x="3848118" y="5150529"/>
                  </a:lnTo>
                  <a:lnTo>
                    <a:pt x="3846817" y="5150538"/>
                  </a:lnTo>
                  <a:lnTo>
                    <a:pt x="3838326" y="5150601"/>
                  </a:lnTo>
                  <a:lnTo>
                    <a:pt x="3817161" y="5150777"/>
                  </a:lnTo>
                  <a:lnTo>
                    <a:pt x="3779926" y="5151121"/>
                  </a:lnTo>
                  <a:lnTo>
                    <a:pt x="3725645" y="5151684"/>
                  </a:lnTo>
                  <a:lnTo>
                    <a:pt x="3655778" y="5152500"/>
                  </a:lnTo>
                  <a:lnTo>
                    <a:pt x="3573734" y="5153590"/>
                  </a:lnTo>
                  <a:lnTo>
                    <a:pt x="3483991" y="5154958"/>
                  </a:lnTo>
                  <a:lnTo>
                    <a:pt x="3391130" y="5156599"/>
                  </a:lnTo>
                  <a:lnTo>
                    <a:pt x="3299083" y="5158507"/>
                  </a:lnTo>
                  <a:lnTo>
                    <a:pt x="3210732" y="5160680"/>
                  </a:lnTo>
                  <a:lnTo>
                    <a:pt x="3127848" y="5163125"/>
                  </a:lnTo>
                  <a:lnTo>
                    <a:pt x="3051228" y="5165861"/>
                  </a:lnTo>
                  <a:lnTo>
                    <a:pt x="2980932" y="5168921"/>
                  </a:lnTo>
                  <a:lnTo>
                    <a:pt x="2916516" y="5172348"/>
                  </a:lnTo>
                  <a:lnTo>
                    <a:pt x="2857227" y="5176196"/>
                  </a:lnTo>
                  <a:lnTo>
                    <a:pt x="2802152" y="5180528"/>
                  </a:lnTo>
                  <a:lnTo>
                    <a:pt x="2750324" y="5185404"/>
                  </a:lnTo>
                  <a:lnTo>
                    <a:pt x="2700811" y="5190879"/>
                  </a:lnTo>
                  <a:lnTo>
                    <a:pt x="2667772" y="5194993"/>
                  </a:lnTo>
                  <a:lnTo>
                    <a:pt x="2615428" y="5202245"/>
                  </a:lnTo>
                  <a:lnTo>
                    <a:pt x="2563586" y="5210280"/>
                  </a:lnTo>
                  <a:lnTo>
                    <a:pt x="2511662" y="5219108"/>
                  </a:lnTo>
                  <a:lnTo>
                    <a:pt x="2459273" y="5228708"/>
                  </a:lnTo>
                  <a:lnTo>
                    <a:pt x="2406209" y="5239023"/>
                  </a:lnTo>
                  <a:lnTo>
                    <a:pt x="2352410" y="5249964"/>
                  </a:lnTo>
                  <a:lnTo>
                    <a:pt x="2297944" y="5261406"/>
                  </a:lnTo>
                  <a:lnTo>
                    <a:pt x="2242983" y="5273192"/>
                  </a:lnTo>
                  <a:lnTo>
                    <a:pt x="2187773" y="5285146"/>
                  </a:lnTo>
                  <a:lnTo>
                    <a:pt x="2132591" y="5297081"/>
                  </a:lnTo>
                  <a:lnTo>
                    <a:pt x="2077714" y="5308810"/>
                  </a:lnTo>
                  <a:lnTo>
                    <a:pt x="2023373" y="5320160"/>
                  </a:lnTo>
                  <a:lnTo>
                    <a:pt x="1969723" y="5330983"/>
                  </a:lnTo>
                  <a:lnTo>
                    <a:pt x="1916807" y="5341158"/>
                  </a:lnTo>
                  <a:lnTo>
                    <a:pt x="1864536" y="5350603"/>
                  </a:lnTo>
                  <a:lnTo>
                    <a:pt x="1812666" y="5359269"/>
                  </a:lnTo>
                  <a:lnTo>
                    <a:pt x="1760775" y="5367142"/>
                  </a:lnTo>
                  <a:lnTo>
                    <a:pt x="1719082" y="5372847"/>
                  </a:lnTo>
                  <a:lnTo>
                    <a:pt x="1670680" y="5378748"/>
                  </a:lnTo>
                  <a:lnTo>
                    <a:pt x="1620534" y="5384031"/>
                  </a:lnTo>
                  <a:lnTo>
                    <a:pt x="1567789" y="5388729"/>
                  </a:lnTo>
                  <a:lnTo>
                    <a:pt x="1511493" y="5392902"/>
                  </a:lnTo>
                  <a:lnTo>
                    <a:pt x="1450686" y="5396611"/>
                  </a:lnTo>
                  <a:lnTo>
                    <a:pt x="1384492" y="5399918"/>
                  </a:lnTo>
                  <a:lnTo>
                    <a:pt x="1312237" y="5402872"/>
                  </a:lnTo>
                  <a:lnTo>
                    <a:pt x="1233612" y="5405514"/>
                  </a:lnTo>
                  <a:lnTo>
                    <a:pt x="1148882" y="5407872"/>
                  </a:lnTo>
                  <a:lnTo>
                    <a:pt x="1059128" y="5409961"/>
                  </a:lnTo>
                  <a:lnTo>
                    <a:pt x="966461" y="5411785"/>
                  </a:lnTo>
                  <a:lnTo>
                    <a:pt x="874114" y="5413341"/>
                  </a:lnTo>
                  <a:lnTo>
                    <a:pt x="786284" y="5414622"/>
                  </a:lnTo>
                  <a:lnTo>
                    <a:pt x="707615" y="5415625"/>
                  </a:lnTo>
                  <a:lnTo>
                    <a:pt x="642356" y="5416359"/>
                  </a:lnTo>
                  <a:lnTo>
                    <a:pt x="593385" y="5416848"/>
                  </a:lnTo>
                  <a:lnTo>
                    <a:pt x="561424" y="5417134"/>
                  </a:lnTo>
                  <a:lnTo>
                    <a:pt x="544715" y="5417268"/>
                  </a:lnTo>
                  <a:lnTo>
                    <a:pt x="539164" y="5417308"/>
                  </a:lnTo>
                  <a:lnTo>
                    <a:pt x="538736" y="5417311"/>
                  </a:lnTo>
                  <a:lnTo>
                    <a:pt x="0" y="5417311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30" name="pl2130"/>
            <p:cNvSpPr/>
            <p:nvPr/>
          </p:nvSpPr>
          <p:spPr>
            <a:xfrm>
              <a:off x="546595" y="701456"/>
              <a:ext cx="8234974" cy="5417311"/>
            </a:xfrm>
            <a:custGeom>
              <a:avLst/>
              <a:pathLst>
                <a:path w="8234974" h="5417311">
                  <a:moveTo>
                    <a:pt x="0" y="5417311"/>
                  </a:moveTo>
                  <a:lnTo>
                    <a:pt x="538736" y="5417311"/>
                  </a:lnTo>
                  <a:lnTo>
                    <a:pt x="540038" y="5417302"/>
                  </a:lnTo>
                  <a:lnTo>
                    <a:pt x="548528" y="5417239"/>
                  </a:lnTo>
                  <a:lnTo>
                    <a:pt x="569693" y="5417063"/>
                  </a:lnTo>
                  <a:lnTo>
                    <a:pt x="606929" y="5416719"/>
                  </a:lnTo>
                  <a:lnTo>
                    <a:pt x="661210" y="5416156"/>
                  </a:lnTo>
                  <a:lnTo>
                    <a:pt x="731077" y="5415340"/>
                  </a:lnTo>
                  <a:lnTo>
                    <a:pt x="813121" y="5414250"/>
                  </a:lnTo>
                  <a:lnTo>
                    <a:pt x="902864" y="5412882"/>
                  </a:lnTo>
                  <a:lnTo>
                    <a:pt x="995725" y="5411241"/>
                  </a:lnTo>
                  <a:lnTo>
                    <a:pt x="1087772" y="5409333"/>
                  </a:lnTo>
                  <a:lnTo>
                    <a:pt x="1176122" y="5407160"/>
                  </a:lnTo>
                  <a:lnTo>
                    <a:pt x="1259007" y="5404715"/>
                  </a:lnTo>
                  <a:lnTo>
                    <a:pt x="1335627" y="5401978"/>
                  </a:lnTo>
                  <a:lnTo>
                    <a:pt x="1405923" y="5398919"/>
                  </a:lnTo>
                  <a:lnTo>
                    <a:pt x="1470339" y="5395492"/>
                  </a:lnTo>
                  <a:lnTo>
                    <a:pt x="1529627" y="5391643"/>
                  </a:lnTo>
                  <a:lnTo>
                    <a:pt x="1584702" y="5387312"/>
                  </a:lnTo>
                  <a:lnTo>
                    <a:pt x="1636531" y="5382436"/>
                  </a:lnTo>
                  <a:lnTo>
                    <a:pt x="1686044" y="5376961"/>
                  </a:lnTo>
                  <a:lnTo>
                    <a:pt x="1719082" y="5372847"/>
                  </a:lnTo>
                  <a:lnTo>
                    <a:pt x="1771426" y="5365595"/>
                  </a:lnTo>
                  <a:lnTo>
                    <a:pt x="1823269" y="5357559"/>
                  </a:lnTo>
                  <a:lnTo>
                    <a:pt x="1875193" y="5348732"/>
                  </a:lnTo>
                  <a:lnTo>
                    <a:pt x="1927581" y="5339132"/>
                  </a:lnTo>
                  <a:lnTo>
                    <a:pt x="1980645" y="5328816"/>
                  </a:lnTo>
                  <a:lnTo>
                    <a:pt x="2034445" y="5317875"/>
                  </a:lnTo>
                  <a:lnTo>
                    <a:pt x="2088911" y="5306434"/>
                  </a:lnTo>
                  <a:lnTo>
                    <a:pt x="2143871" y="5294648"/>
                  </a:lnTo>
                  <a:lnTo>
                    <a:pt x="2199082" y="5282694"/>
                  </a:lnTo>
                  <a:lnTo>
                    <a:pt x="2254263" y="5270759"/>
                  </a:lnTo>
                  <a:lnTo>
                    <a:pt x="2309141" y="5259030"/>
                  </a:lnTo>
                  <a:lnTo>
                    <a:pt x="2363481" y="5247679"/>
                  </a:lnTo>
                  <a:lnTo>
                    <a:pt x="2417132" y="5236857"/>
                  </a:lnTo>
                  <a:lnTo>
                    <a:pt x="2470048" y="5226682"/>
                  </a:lnTo>
                  <a:lnTo>
                    <a:pt x="2522319" y="5217237"/>
                  </a:lnTo>
                  <a:lnTo>
                    <a:pt x="2574189" y="5208571"/>
                  </a:lnTo>
                  <a:lnTo>
                    <a:pt x="2626080" y="5200698"/>
                  </a:lnTo>
                  <a:lnTo>
                    <a:pt x="2667772" y="5194993"/>
                  </a:lnTo>
                  <a:lnTo>
                    <a:pt x="2716175" y="5189092"/>
                  </a:lnTo>
                  <a:lnTo>
                    <a:pt x="2766321" y="5183809"/>
                  </a:lnTo>
                  <a:lnTo>
                    <a:pt x="2819066" y="5179110"/>
                  </a:lnTo>
                  <a:lnTo>
                    <a:pt x="2875362" y="5174938"/>
                  </a:lnTo>
                  <a:lnTo>
                    <a:pt x="2936168" y="5171228"/>
                  </a:lnTo>
                  <a:lnTo>
                    <a:pt x="3002362" y="5167922"/>
                  </a:lnTo>
                  <a:lnTo>
                    <a:pt x="3074618" y="5164968"/>
                  </a:lnTo>
                  <a:lnTo>
                    <a:pt x="3153243" y="5162326"/>
                  </a:lnTo>
                  <a:lnTo>
                    <a:pt x="3237973" y="5159968"/>
                  </a:lnTo>
                  <a:lnTo>
                    <a:pt x="3327727" y="5157879"/>
                  </a:lnTo>
                  <a:lnTo>
                    <a:pt x="3420394" y="5156055"/>
                  </a:lnTo>
                  <a:lnTo>
                    <a:pt x="3512740" y="5154499"/>
                  </a:lnTo>
                  <a:lnTo>
                    <a:pt x="3600571" y="5153218"/>
                  </a:lnTo>
                  <a:lnTo>
                    <a:pt x="3679240" y="5152215"/>
                  </a:lnTo>
                  <a:lnTo>
                    <a:pt x="3744498" y="5151481"/>
                  </a:lnTo>
                  <a:lnTo>
                    <a:pt x="3793469" y="5150991"/>
                  </a:lnTo>
                  <a:lnTo>
                    <a:pt x="3825430" y="5150706"/>
                  </a:lnTo>
                  <a:lnTo>
                    <a:pt x="3842140" y="5150572"/>
                  </a:lnTo>
                  <a:lnTo>
                    <a:pt x="3847691" y="5150532"/>
                  </a:lnTo>
                  <a:lnTo>
                    <a:pt x="3848118" y="5150529"/>
                  </a:lnTo>
                  <a:lnTo>
                    <a:pt x="4386855" y="5150529"/>
                  </a:lnTo>
                  <a:lnTo>
                    <a:pt x="4387691" y="5150420"/>
                  </a:lnTo>
                  <a:lnTo>
                    <a:pt x="4393199" y="5149644"/>
                  </a:lnTo>
                  <a:lnTo>
                    <a:pt x="4407129" y="5147499"/>
                  </a:lnTo>
                  <a:lnTo>
                    <a:pt x="4432144" y="5143274"/>
                  </a:lnTo>
                  <a:lnTo>
                    <a:pt x="4469641" y="5136302"/>
                  </a:lnTo>
                  <a:lnTo>
                    <a:pt x="4519647" y="5126030"/>
                  </a:lnTo>
                  <a:lnTo>
                    <a:pt x="4580894" y="5112060"/>
                  </a:lnTo>
                  <a:lnTo>
                    <a:pt x="4651103" y="5094176"/>
                  </a:lnTo>
                  <a:lnTo>
                    <a:pt x="4727420" y="5072318"/>
                  </a:lnTo>
                  <a:lnTo>
                    <a:pt x="4806880" y="5046531"/>
                  </a:lnTo>
                  <a:lnTo>
                    <a:pt x="4886795" y="5016901"/>
                  </a:lnTo>
                  <a:lnTo>
                    <a:pt x="4964997" y="4983486"/>
                  </a:lnTo>
                  <a:lnTo>
                    <a:pt x="5039933" y="4946273"/>
                  </a:lnTo>
                  <a:lnTo>
                    <a:pt x="5110651" y="4905134"/>
                  </a:lnTo>
                  <a:lnTo>
                    <a:pt x="5176709" y="4859817"/>
                  </a:lnTo>
                  <a:lnTo>
                    <a:pt x="5238064" y="4809937"/>
                  </a:lnTo>
                  <a:lnTo>
                    <a:pt x="5294958" y="4754976"/>
                  </a:lnTo>
                  <a:lnTo>
                    <a:pt x="5347826" y="4694303"/>
                  </a:lnTo>
                  <a:lnTo>
                    <a:pt x="5397217" y="4627192"/>
                  </a:lnTo>
                  <a:lnTo>
                    <a:pt x="5443736" y="4552866"/>
                  </a:lnTo>
                  <a:lnTo>
                    <a:pt x="5487998" y="4470570"/>
                  </a:lnTo>
                  <a:lnTo>
                    <a:pt x="5530593" y="4379682"/>
                  </a:lnTo>
                  <a:lnTo>
                    <a:pt x="5567201" y="4292107"/>
                  </a:lnTo>
                  <a:lnTo>
                    <a:pt x="5594555" y="4221077"/>
                  </a:lnTo>
                  <a:lnTo>
                    <a:pt x="5621679" y="4146019"/>
                  </a:lnTo>
                  <a:lnTo>
                    <a:pt x="5648679" y="4066853"/>
                  </a:lnTo>
                  <a:lnTo>
                    <a:pt x="5675642" y="3983536"/>
                  </a:lnTo>
                  <a:lnTo>
                    <a:pt x="5702641" y="3896067"/>
                  </a:lnTo>
                  <a:lnTo>
                    <a:pt x="5729734" y="3804487"/>
                  </a:lnTo>
                  <a:lnTo>
                    <a:pt x="5756965" y="3708886"/>
                  </a:lnTo>
                  <a:lnTo>
                    <a:pt x="5784366" y="3609402"/>
                  </a:lnTo>
                  <a:lnTo>
                    <a:pt x="5811957" y="3506224"/>
                  </a:lnTo>
                  <a:lnTo>
                    <a:pt x="5839750" y="3399593"/>
                  </a:lnTo>
                  <a:lnTo>
                    <a:pt x="5867742" y="3289801"/>
                  </a:lnTo>
                  <a:lnTo>
                    <a:pt x="5895925" y="3177186"/>
                  </a:lnTo>
                  <a:lnTo>
                    <a:pt x="5924281" y="3062133"/>
                  </a:lnTo>
                  <a:lnTo>
                    <a:pt x="5952785" y="2945068"/>
                  </a:lnTo>
                  <a:lnTo>
                    <a:pt x="5981407" y="2826449"/>
                  </a:lnTo>
                  <a:lnTo>
                    <a:pt x="6010111" y="2706762"/>
                  </a:lnTo>
                  <a:lnTo>
                    <a:pt x="6038859" y="2586512"/>
                  </a:lnTo>
                  <a:lnTo>
                    <a:pt x="6067611" y="2466214"/>
                  </a:lnTo>
                  <a:lnTo>
                    <a:pt x="6096326" y="2346383"/>
                  </a:lnTo>
                  <a:lnTo>
                    <a:pt x="6124966" y="2227527"/>
                  </a:lnTo>
                  <a:lnTo>
                    <a:pt x="6153494" y="2110135"/>
                  </a:lnTo>
                  <a:lnTo>
                    <a:pt x="6181880" y="1994673"/>
                  </a:lnTo>
                  <a:lnTo>
                    <a:pt x="6210097" y="1881572"/>
                  </a:lnTo>
                  <a:lnTo>
                    <a:pt x="6238126" y="1771225"/>
                  </a:lnTo>
                  <a:lnTo>
                    <a:pt x="6265956" y="1663979"/>
                  </a:lnTo>
                  <a:lnTo>
                    <a:pt x="6293585" y="1560136"/>
                  </a:lnTo>
                  <a:lnTo>
                    <a:pt x="6321020" y="1459946"/>
                  </a:lnTo>
                  <a:lnTo>
                    <a:pt x="6348281" y="1363607"/>
                  </a:lnTo>
                  <a:lnTo>
                    <a:pt x="6375396" y="1271268"/>
                  </a:lnTo>
                  <a:lnTo>
                    <a:pt x="6402409" y="1183026"/>
                  </a:lnTo>
                  <a:lnTo>
                    <a:pt x="6429374" y="1098932"/>
                  </a:lnTo>
                  <a:lnTo>
                    <a:pt x="6456360" y="1018992"/>
                  </a:lnTo>
                  <a:lnTo>
                    <a:pt x="6483454" y="943171"/>
                  </a:lnTo>
                  <a:lnTo>
                    <a:pt x="6510756" y="871395"/>
                  </a:lnTo>
                  <a:lnTo>
                    <a:pt x="6515891" y="858421"/>
                  </a:lnTo>
                  <a:lnTo>
                    <a:pt x="6557445" y="759688"/>
                  </a:lnTo>
                  <a:lnTo>
                    <a:pt x="6600207" y="669835"/>
                  </a:lnTo>
                  <a:lnTo>
                    <a:pt x="6644704" y="588513"/>
                  </a:lnTo>
                  <a:lnTo>
                    <a:pt x="6691528" y="515078"/>
                  </a:lnTo>
                  <a:lnTo>
                    <a:pt x="6741297" y="448764"/>
                  </a:lnTo>
                  <a:lnTo>
                    <a:pt x="6794613" y="388799"/>
                  </a:lnTo>
                  <a:lnTo>
                    <a:pt x="6852012" y="334467"/>
                  </a:lnTo>
                  <a:lnTo>
                    <a:pt x="6913913" y="285148"/>
                  </a:lnTo>
                  <a:lnTo>
                    <a:pt x="6980528" y="240341"/>
                  </a:lnTo>
                  <a:lnTo>
                    <a:pt x="7051774" y="199675"/>
                  </a:lnTo>
                  <a:lnTo>
                    <a:pt x="7127156" y="162913"/>
                  </a:lnTo>
                  <a:lnTo>
                    <a:pt x="7205651" y="129943"/>
                  </a:lnTo>
                  <a:lnTo>
                    <a:pt x="7285637" y="100761"/>
                  </a:lnTo>
                  <a:lnTo>
                    <a:pt x="7364875" y="75432"/>
                  </a:lnTo>
                  <a:lnTo>
                    <a:pt x="7440629" y="54041"/>
                  </a:lnTo>
                  <a:lnTo>
                    <a:pt x="7509924" y="36623"/>
                  </a:lnTo>
                  <a:lnTo>
                    <a:pt x="7569950" y="23103"/>
                  </a:lnTo>
                  <a:lnTo>
                    <a:pt x="7618527" y="13243"/>
                  </a:lnTo>
                  <a:lnTo>
                    <a:pt x="7654526" y="6627"/>
                  </a:lnTo>
                  <a:lnTo>
                    <a:pt x="7678138" y="2683"/>
                  </a:lnTo>
                  <a:lnTo>
                    <a:pt x="7690916" y="736"/>
                  </a:lnTo>
                  <a:lnTo>
                    <a:pt x="7695660" y="74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1" name="pl2131"/>
            <p:cNvSpPr/>
            <p:nvPr/>
          </p:nvSpPr>
          <p:spPr>
            <a:xfrm>
              <a:off x="546595" y="696011"/>
              <a:ext cx="8234974" cy="5417311"/>
            </a:xfrm>
            <a:custGeom>
              <a:avLst/>
              <a:pathLst>
                <a:path w="8234974" h="5417311">
                  <a:moveTo>
                    <a:pt x="8234974" y="0"/>
                  </a:moveTo>
                  <a:lnTo>
                    <a:pt x="7696237" y="0"/>
                  </a:lnTo>
                  <a:lnTo>
                    <a:pt x="7695402" y="108"/>
                  </a:lnTo>
                  <a:lnTo>
                    <a:pt x="7689893" y="885"/>
                  </a:lnTo>
                  <a:lnTo>
                    <a:pt x="7675963" y="3030"/>
                  </a:lnTo>
                  <a:lnTo>
                    <a:pt x="7650949" y="7255"/>
                  </a:lnTo>
                  <a:lnTo>
                    <a:pt x="7613452" y="14226"/>
                  </a:lnTo>
                  <a:lnTo>
                    <a:pt x="7563445" y="24499"/>
                  </a:lnTo>
                  <a:lnTo>
                    <a:pt x="7502198" y="38468"/>
                  </a:lnTo>
                  <a:lnTo>
                    <a:pt x="7431989" y="56352"/>
                  </a:lnTo>
                  <a:lnTo>
                    <a:pt x="7355672" y="78210"/>
                  </a:lnTo>
                  <a:lnTo>
                    <a:pt x="7276212" y="103997"/>
                  </a:lnTo>
                  <a:lnTo>
                    <a:pt x="7196297" y="133628"/>
                  </a:lnTo>
                  <a:lnTo>
                    <a:pt x="7118096" y="167042"/>
                  </a:lnTo>
                  <a:lnTo>
                    <a:pt x="7043159" y="204256"/>
                  </a:lnTo>
                  <a:lnTo>
                    <a:pt x="6972441" y="245394"/>
                  </a:lnTo>
                  <a:lnTo>
                    <a:pt x="6906383" y="290711"/>
                  </a:lnTo>
                  <a:lnTo>
                    <a:pt x="6845029" y="340592"/>
                  </a:lnTo>
                  <a:lnTo>
                    <a:pt x="6788134" y="395552"/>
                  </a:lnTo>
                  <a:lnTo>
                    <a:pt x="6735266" y="456226"/>
                  </a:lnTo>
                  <a:lnTo>
                    <a:pt x="6685875" y="523337"/>
                  </a:lnTo>
                  <a:lnTo>
                    <a:pt x="6639357" y="597662"/>
                  </a:lnTo>
                  <a:lnTo>
                    <a:pt x="6595094" y="679959"/>
                  </a:lnTo>
                  <a:lnTo>
                    <a:pt x="6552500" y="770847"/>
                  </a:lnTo>
                  <a:lnTo>
                    <a:pt x="6515891" y="858421"/>
                  </a:lnTo>
                  <a:lnTo>
                    <a:pt x="6488537" y="929451"/>
                  </a:lnTo>
                  <a:lnTo>
                    <a:pt x="6461413" y="1004510"/>
                  </a:lnTo>
                  <a:lnTo>
                    <a:pt x="6434414" y="1083676"/>
                  </a:lnTo>
                  <a:lnTo>
                    <a:pt x="6407450" y="1166992"/>
                  </a:lnTo>
                  <a:lnTo>
                    <a:pt x="6380451" y="1254461"/>
                  </a:lnTo>
                  <a:lnTo>
                    <a:pt x="6353358" y="1346041"/>
                  </a:lnTo>
                  <a:lnTo>
                    <a:pt x="6326128" y="1441642"/>
                  </a:lnTo>
                  <a:lnTo>
                    <a:pt x="6298727" y="1541126"/>
                  </a:lnTo>
                  <a:lnTo>
                    <a:pt x="6271135" y="1644304"/>
                  </a:lnTo>
                  <a:lnTo>
                    <a:pt x="6243343" y="1750935"/>
                  </a:lnTo>
                  <a:lnTo>
                    <a:pt x="6215350" y="1860727"/>
                  </a:lnTo>
                  <a:lnTo>
                    <a:pt x="6187167" y="1973342"/>
                  </a:lnTo>
                  <a:lnTo>
                    <a:pt x="6158811" y="2088395"/>
                  </a:lnTo>
                  <a:lnTo>
                    <a:pt x="6130307" y="2205460"/>
                  </a:lnTo>
                  <a:lnTo>
                    <a:pt x="6101685" y="2324079"/>
                  </a:lnTo>
                  <a:lnTo>
                    <a:pt x="6072981" y="2443766"/>
                  </a:lnTo>
                  <a:lnTo>
                    <a:pt x="6044234" y="2564016"/>
                  </a:lnTo>
                  <a:lnTo>
                    <a:pt x="6015482" y="2684315"/>
                  </a:lnTo>
                  <a:lnTo>
                    <a:pt x="5986767" y="2804146"/>
                  </a:lnTo>
                  <a:lnTo>
                    <a:pt x="5958127" y="2923002"/>
                  </a:lnTo>
                  <a:lnTo>
                    <a:pt x="5929598" y="3040393"/>
                  </a:lnTo>
                  <a:lnTo>
                    <a:pt x="5901212" y="3155855"/>
                  </a:lnTo>
                  <a:lnTo>
                    <a:pt x="5872995" y="3268956"/>
                  </a:lnTo>
                  <a:lnTo>
                    <a:pt x="5844966" y="3379304"/>
                  </a:lnTo>
                  <a:lnTo>
                    <a:pt x="5817136" y="3486549"/>
                  </a:lnTo>
                  <a:lnTo>
                    <a:pt x="5789508" y="3590392"/>
                  </a:lnTo>
                  <a:lnTo>
                    <a:pt x="5762072" y="3690582"/>
                  </a:lnTo>
                  <a:lnTo>
                    <a:pt x="5734812" y="3786921"/>
                  </a:lnTo>
                  <a:lnTo>
                    <a:pt x="5707696" y="3879261"/>
                  </a:lnTo>
                  <a:lnTo>
                    <a:pt x="5680684" y="3967503"/>
                  </a:lnTo>
                  <a:lnTo>
                    <a:pt x="5653719" y="4051597"/>
                  </a:lnTo>
                  <a:lnTo>
                    <a:pt x="5626732" y="4131536"/>
                  </a:lnTo>
                  <a:lnTo>
                    <a:pt x="5599639" y="4207357"/>
                  </a:lnTo>
                  <a:lnTo>
                    <a:pt x="5572337" y="4279133"/>
                  </a:lnTo>
                  <a:lnTo>
                    <a:pt x="5567201" y="4292107"/>
                  </a:lnTo>
                  <a:lnTo>
                    <a:pt x="5525648" y="4390840"/>
                  </a:lnTo>
                  <a:lnTo>
                    <a:pt x="5482886" y="4480693"/>
                  </a:lnTo>
                  <a:lnTo>
                    <a:pt x="5438389" y="4562015"/>
                  </a:lnTo>
                  <a:lnTo>
                    <a:pt x="5391565" y="4635451"/>
                  </a:lnTo>
                  <a:lnTo>
                    <a:pt x="5341795" y="4701764"/>
                  </a:lnTo>
                  <a:lnTo>
                    <a:pt x="5288480" y="4761729"/>
                  </a:lnTo>
                  <a:lnTo>
                    <a:pt x="5231080" y="4816061"/>
                  </a:lnTo>
                  <a:lnTo>
                    <a:pt x="5169180" y="4865380"/>
                  </a:lnTo>
                  <a:lnTo>
                    <a:pt x="5102565" y="4910187"/>
                  </a:lnTo>
                  <a:lnTo>
                    <a:pt x="5031318" y="4950853"/>
                  </a:lnTo>
                  <a:lnTo>
                    <a:pt x="4955937" y="4987616"/>
                  </a:lnTo>
                  <a:lnTo>
                    <a:pt x="4877441" y="5020585"/>
                  </a:lnTo>
                  <a:lnTo>
                    <a:pt x="4797455" y="5049768"/>
                  </a:lnTo>
                  <a:lnTo>
                    <a:pt x="4718217" y="5075096"/>
                  </a:lnTo>
                  <a:lnTo>
                    <a:pt x="4642464" y="5096488"/>
                  </a:lnTo>
                  <a:lnTo>
                    <a:pt x="4573168" y="5113905"/>
                  </a:lnTo>
                  <a:lnTo>
                    <a:pt x="4513142" y="5127425"/>
                  </a:lnTo>
                  <a:lnTo>
                    <a:pt x="4464566" y="5137285"/>
                  </a:lnTo>
                  <a:lnTo>
                    <a:pt x="4428566" y="5143901"/>
                  </a:lnTo>
                  <a:lnTo>
                    <a:pt x="4404955" y="5147846"/>
                  </a:lnTo>
                  <a:lnTo>
                    <a:pt x="4392177" y="5149792"/>
                  </a:lnTo>
                  <a:lnTo>
                    <a:pt x="4387433" y="5150454"/>
                  </a:lnTo>
                  <a:lnTo>
                    <a:pt x="4386855" y="5150529"/>
                  </a:lnTo>
                  <a:lnTo>
                    <a:pt x="3848118" y="5150529"/>
                  </a:lnTo>
                  <a:lnTo>
                    <a:pt x="3846817" y="5150538"/>
                  </a:lnTo>
                  <a:lnTo>
                    <a:pt x="3838326" y="5150601"/>
                  </a:lnTo>
                  <a:lnTo>
                    <a:pt x="3817161" y="5150777"/>
                  </a:lnTo>
                  <a:lnTo>
                    <a:pt x="3779926" y="5151121"/>
                  </a:lnTo>
                  <a:lnTo>
                    <a:pt x="3725645" y="5151684"/>
                  </a:lnTo>
                  <a:lnTo>
                    <a:pt x="3655778" y="5152500"/>
                  </a:lnTo>
                  <a:lnTo>
                    <a:pt x="3573734" y="5153590"/>
                  </a:lnTo>
                  <a:lnTo>
                    <a:pt x="3483991" y="5154958"/>
                  </a:lnTo>
                  <a:lnTo>
                    <a:pt x="3391130" y="5156599"/>
                  </a:lnTo>
                  <a:lnTo>
                    <a:pt x="3299083" y="5158507"/>
                  </a:lnTo>
                  <a:lnTo>
                    <a:pt x="3210732" y="5160680"/>
                  </a:lnTo>
                  <a:lnTo>
                    <a:pt x="3127848" y="5163125"/>
                  </a:lnTo>
                  <a:lnTo>
                    <a:pt x="3051228" y="5165861"/>
                  </a:lnTo>
                  <a:lnTo>
                    <a:pt x="2980932" y="5168921"/>
                  </a:lnTo>
                  <a:lnTo>
                    <a:pt x="2916516" y="5172348"/>
                  </a:lnTo>
                  <a:lnTo>
                    <a:pt x="2857227" y="5176196"/>
                  </a:lnTo>
                  <a:lnTo>
                    <a:pt x="2802152" y="5180528"/>
                  </a:lnTo>
                  <a:lnTo>
                    <a:pt x="2750324" y="5185404"/>
                  </a:lnTo>
                  <a:lnTo>
                    <a:pt x="2700811" y="5190879"/>
                  </a:lnTo>
                  <a:lnTo>
                    <a:pt x="2667772" y="5194993"/>
                  </a:lnTo>
                  <a:lnTo>
                    <a:pt x="2615428" y="5202245"/>
                  </a:lnTo>
                  <a:lnTo>
                    <a:pt x="2563586" y="5210280"/>
                  </a:lnTo>
                  <a:lnTo>
                    <a:pt x="2511662" y="5219108"/>
                  </a:lnTo>
                  <a:lnTo>
                    <a:pt x="2459273" y="5228708"/>
                  </a:lnTo>
                  <a:lnTo>
                    <a:pt x="2406209" y="5239023"/>
                  </a:lnTo>
                  <a:lnTo>
                    <a:pt x="2352410" y="5249964"/>
                  </a:lnTo>
                  <a:lnTo>
                    <a:pt x="2297944" y="5261406"/>
                  </a:lnTo>
                  <a:lnTo>
                    <a:pt x="2242983" y="5273192"/>
                  </a:lnTo>
                  <a:lnTo>
                    <a:pt x="2187773" y="5285146"/>
                  </a:lnTo>
                  <a:lnTo>
                    <a:pt x="2132591" y="5297081"/>
                  </a:lnTo>
                  <a:lnTo>
                    <a:pt x="2077714" y="5308810"/>
                  </a:lnTo>
                  <a:lnTo>
                    <a:pt x="2023373" y="5320160"/>
                  </a:lnTo>
                  <a:lnTo>
                    <a:pt x="1969723" y="5330983"/>
                  </a:lnTo>
                  <a:lnTo>
                    <a:pt x="1916807" y="5341158"/>
                  </a:lnTo>
                  <a:lnTo>
                    <a:pt x="1864536" y="5350603"/>
                  </a:lnTo>
                  <a:lnTo>
                    <a:pt x="1812666" y="5359269"/>
                  </a:lnTo>
                  <a:lnTo>
                    <a:pt x="1760775" y="5367142"/>
                  </a:lnTo>
                  <a:lnTo>
                    <a:pt x="1719082" y="5372847"/>
                  </a:lnTo>
                  <a:lnTo>
                    <a:pt x="1670680" y="5378748"/>
                  </a:lnTo>
                  <a:lnTo>
                    <a:pt x="1620534" y="5384031"/>
                  </a:lnTo>
                  <a:lnTo>
                    <a:pt x="1567789" y="5388729"/>
                  </a:lnTo>
                  <a:lnTo>
                    <a:pt x="1511493" y="5392902"/>
                  </a:lnTo>
                  <a:lnTo>
                    <a:pt x="1450686" y="5396611"/>
                  </a:lnTo>
                  <a:lnTo>
                    <a:pt x="1384492" y="5399918"/>
                  </a:lnTo>
                  <a:lnTo>
                    <a:pt x="1312237" y="5402872"/>
                  </a:lnTo>
                  <a:lnTo>
                    <a:pt x="1233612" y="5405514"/>
                  </a:lnTo>
                  <a:lnTo>
                    <a:pt x="1148882" y="5407872"/>
                  </a:lnTo>
                  <a:lnTo>
                    <a:pt x="1059128" y="5409961"/>
                  </a:lnTo>
                  <a:lnTo>
                    <a:pt x="966461" y="5411785"/>
                  </a:lnTo>
                  <a:lnTo>
                    <a:pt x="874114" y="5413341"/>
                  </a:lnTo>
                  <a:lnTo>
                    <a:pt x="786284" y="5414622"/>
                  </a:lnTo>
                  <a:lnTo>
                    <a:pt x="707615" y="5415625"/>
                  </a:lnTo>
                  <a:lnTo>
                    <a:pt x="642356" y="5416359"/>
                  </a:lnTo>
                  <a:lnTo>
                    <a:pt x="593385" y="5416848"/>
                  </a:lnTo>
                  <a:lnTo>
                    <a:pt x="561424" y="5417134"/>
                  </a:lnTo>
                  <a:lnTo>
                    <a:pt x="544715" y="5417268"/>
                  </a:lnTo>
                  <a:lnTo>
                    <a:pt x="539164" y="5417308"/>
                  </a:lnTo>
                  <a:lnTo>
                    <a:pt x="538736" y="5417311"/>
                  </a:lnTo>
                  <a:lnTo>
                    <a:pt x="0" y="54173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2" name="pg2132"/>
            <p:cNvSpPr/>
            <p:nvPr/>
          </p:nvSpPr>
          <p:spPr>
            <a:xfrm>
              <a:off x="546595" y="5748539"/>
              <a:ext cx="8234974" cy="375672"/>
            </a:xfrm>
            <a:custGeom>
              <a:avLst/>
              <a:pathLst>
                <a:path w="8234974" h="375672">
                  <a:moveTo>
                    <a:pt x="0" y="375672"/>
                  </a:moveTo>
                  <a:lnTo>
                    <a:pt x="538736" y="375672"/>
                  </a:lnTo>
                  <a:lnTo>
                    <a:pt x="540038" y="375666"/>
                  </a:lnTo>
                  <a:lnTo>
                    <a:pt x="548532" y="375618"/>
                  </a:lnTo>
                  <a:lnTo>
                    <a:pt x="569706" y="375485"/>
                  </a:lnTo>
                  <a:lnTo>
                    <a:pt x="606956" y="375225"/>
                  </a:lnTo>
                  <a:lnTo>
                    <a:pt x="661257" y="374800"/>
                  </a:lnTo>
                  <a:lnTo>
                    <a:pt x="731147" y="374183"/>
                  </a:lnTo>
                  <a:lnTo>
                    <a:pt x="813213" y="373360"/>
                  </a:lnTo>
                  <a:lnTo>
                    <a:pt x="902976" y="372326"/>
                  </a:lnTo>
                  <a:lnTo>
                    <a:pt x="995852" y="371087"/>
                  </a:lnTo>
                  <a:lnTo>
                    <a:pt x="1087910" y="369646"/>
                  </a:lnTo>
                  <a:lnTo>
                    <a:pt x="1176266" y="368004"/>
                  </a:lnTo>
                  <a:lnTo>
                    <a:pt x="1259153" y="366158"/>
                  </a:lnTo>
                  <a:lnTo>
                    <a:pt x="1335772" y="364090"/>
                  </a:lnTo>
                  <a:lnTo>
                    <a:pt x="1406066" y="361779"/>
                  </a:lnTo>
                  <a:lnTo>
                    <a:pt x="1470480" y="359190"/>
                  </a:lnTo>
                  <a:lnTo>
                    <a:pt x="1529766" y="356283"/>
                  </a:lnTo>
                  <a:lnTo>
                    <a:pt x="1584840" y="353011"/>
                  </a:lnTo>
                  <a:lnTo>
                    <a:pt x="1636669" y="349327"/>
                  </a:lnTo>
                  <a:lnTo>
                    <a:pt x="1686185" y="345191"/>
                  </a:lnTo>
                  <a:lnTo>
                    <a:pt x="1719082" y="342098"/>
                  </a:lnTo>
                  <a:lnTo>
                    <a:pt x="1771618" y="336600"/>
                  </a:lnTo>
                  <a:lnTo>
                    <a:pt x="1823650" y="330507"/>
                  </a:lnTo>
                  <a:lnTo>
                    <a:pt x="1875769" y="323811"/>
                  </a:lnTo>
                  <a:lnTo>
                    <a:pt x="1928358" y="316528"/>
                  </a:lnTo>
                  <a:lnTo>
                    <a:pt x="1981629" y="308702"/>
                  </a:lnTo>
                  <a:lnTo>
                    <a:pt x="2035641" y="300401"/>
                  </a:lnTo>
                  <a:lnTo>
                    <a:pt x="2090322" y="291722"/>
                  </a:lnTo>
                  <a:lnTo>
                    <a:pt x="2145495" y="282785"/>
                  </a:lnTo>
                  <a:lnTo>
                    <a:pt x="2200913" y="273723"/>
                  </a:lnTo>
                  <a:lnTo>
                    <a:pt x="2256291" y="264681"/>
                  </a:lnTo>
                  <a:lnTo>
                    <a:pt x="2311353" y="255800"/>
                  </a:lnTo>
                  <a:lnTo>
                    <a:pt x="2365867" y="247213"/>
                  </a:lnTo>
                  <a:lnTo>
                    <a:pt x="2419681" y="239032"/>
                  </a:lnTo>
                  <a:lnTo>
                    <a:pt x="2472757" y="231346"/>
                  </a:lnTo>
                  <a:lnTo>
                    <a:pt x="2525191" y="224219"/>
                  </a:lnTo>
                  <a:lnTo>
                    <a:pt x="2577240" y="217685"/>
                  </a:lnTo>
                  <a:lnTo>
                    <a:pt x="2629342" y="211755"/>
                  </a:lnTo>
                  <a:lnTo>
                    <a:pt x="2667772" y="207799"/>
                  </a:lnTo>
                  <a:lnTo>
                    <a:pt x="2716182" y="203343"/>
                  </a:lnTo>
                  <a:lnTo>
                    <a:pt x="2766336" y="199354"/>
                  </a:lnTo>
                  <a:lnTo>
                    <a:pt x="2819091" y="195805"/>
                  </a:lnTo>
                  <a:lnTo>
                    <a:pt x="2875397" y="192654"/>
                  </a:lnTo>
                  <a:lnTo>
                    <a:pt x="2936217" y="189853"/>
                  </a:lnTo>
                  <a:lnTo>
                    <a:pt x="3002426" y="187356"/>
                  </a:lnTo>
                  <a:lnTo>
                    <a:pt x="3074698" y="185126"/>
                  </a:lnTo>
                  <a:lnTo>
                    <a:pt x="3153343" y="183130"/>
                  </a:lnTo>
                  <a:lnTo>
                    <a:pt x="3238093" y="181350"/>
                  </a:lnTo>
                  <a:lnTo>
                    <a:pt x="3327866" y="179772"/>
                  </a:lnTo>
                  <a:lnTo>
                    <a:pt x="3420550" y="178395"/>
                  </a:lnTo>
                  <a:lnTo>
                    <a:pt x="3512907" y="177220"/>
                  </a:lnTo>
                  <a:lnTo>
                    <a:pt x="3600737" y="176253"/>
                  </a:lnTo>
                  <a:lnTo>
                    <a:pt x="3679394" y="175496"/>
                  </a:lnTo>
                  <a:lnTo>
                    <a:pt x="3744630" y="174942"/>
                  </a:lnTo>
                  <a:lnTo>
                    <a:pt x="3793568" y="174573"/>
                  </a:lnTo>
                  <a:lnTo>
                    <a:pt x="3825492" y="174358"/>
                  </a:lnTo>
                  <a:lnTo>
                    <a:pt x="3842168" y="174257"/>
                  </a:lnTo>
                  <a:lnTo>
                    <a:pt x="3847696" y="174227"/>
                  </a:lnTo>
                  <a:lnTo>
                    <a:pt x="3848118" y="174225"/>
                  </a:lnTo>
                  <a:lnTo>
                    <a:pt x="4386855" y="174225"/>
                  </a:lnTo>
                  <a:lnTo>
                    <a:pt x="4388157" y="174219"/>
                  </a:lnTo>
                  <a:lnTo>
                    <a:pt x="4396653" y="174179"/>
                  </a:lnTo>
                  <a:lnTo>
                    <a:pt x="4417831" y="174068"/>
                  </a:lnTo>
                  <a:lnTo>
                    <a:pt x="4455086" y="173850"/>
                  </a:lnTo>
                  <a:lnTo>
                    <a:pt x="4509395" y="173494"/>
                  </a:lnTo>
                  <a:lnTo>
                    <a:pt x="4579293" y="172977"/>
                  </a:lnTo>
                  <a:lnTo>
                    <a:pt x="4661369" y="172287"/>
                  </a:lnTo>
                  <a:lnTo>
                    <a:pt x="4751139" y="171421"/>
                  </a:lnTo>
                  <a:lnTo>
                    <a:pt x="4844021" y="170382"/>
                  </a:lnTo>
                  <a:lnTo>
                    <a:pt x="4936083" y="169174"/>
                  </a:lnTo>
                  <a:lnTo>
                    <a:pt x="5024442" y="167799"/>
                  </a:lnTo>
                  <a:lnTo>
                    <a:pt x="5107329" y="166252"/>
                  </a:lnTo>
                  <a:lnTo>
                    <a:pt x="5183949" y="164519"/>
                  </a:lnTo>
                  <a:lnTo>
                    <a:pt x="5254242" y="162583"/>
                  </a:lnTo>
                  <a:lnTo>
                    <a:pt x="5318655" y="160413"/>
                  </a:lnTo>
                  <a:lnTo>
                    <a:pt x="5377940" y="157977"/>
                  </a:lnTo>
                  <a:lnTo>
                    <a:pt x="5433014" y="155235"/>
                  </a:lnTo>
                  <a:lnTo>
                    <a:pt x="5484843" y="152148"/>
                  </a:lnTo>
                  <a:lnTo>
                    <a:pt x="5534359" y="148682"/>
                  </a:lnTo>
                  <a:lnTo>
                    <a:pt x="5567201" y="146095"/>
                  </a:lnTo>
                  <a:lnTo>
                    <a:pt x="5619813" y="141481"/>
                  </a:lnTo>
                  <a:lnTo>
                    <a:pt x="5671922" y="136367"/>
                  </a:lnTo>
                  <a:lnTo>
                    <a:pt x="5724118" y="130747"/>
                  </a:lnTo>
                  <a:lnTo>
                    <a:pt x="5776788" y="124634"/>
                  </a:lnTo>
                  <a:lnTo>
                    <a:pt x="5830142" y="118064"/>
                  </a:lnTo>
                  <a:lnTo>
                    <a:pt x="5884240" y="111097"/>
                  </a:lnTo>
                  <a:lnTo>
                    <a:pt x="5939006" y="103812"/>
                  </a:lnTo>
                  <a:lnTo>
                    <a:pt x="5994265" y="96311"/>
                  </a:lnTo>
                  <a:lnTo>
                    <a:pt x="6049765" y="88707"/>
                  </a:lnTo>
                  <a:lnTo>
                    <a:pt x="6105222" y="81121"/>
                  </a:lnTo>
                  <a:lnTo>
                    <a:pt x="6160358" y="73673"/>
                  </a:lnTo>
                  <a:lnTo>
                    <a:pt x="6214941" y="66472"/>
                  </a:lnTo>
                  <a:lnTo>
                    <a:pt x="6268821" y="59615"/>
                  </a:lnTo>
                  <a:lnTo>
                    <a:pt x="6321960" y="53175"/>
                  </a:lnTo>
                  <a:lnTo>
                    <a:pt x="6374460" y="47205"/>
                  </a:lnTo>
                  <a:lnTo>
                    <a:pt x="6426581" y="41735"/>
                  </a:lnTo>
                  <a:lnTo>
                    <a:pt x="6478768" y="36770"/>
                  </a:lnTo>
                  <a:lnTo>
                    <a:pt x="6515891" y="33574"/>
                  </a:lnTo>
                  <a:lnTo>
                    <a:pt x="6564304" y="29840"/>
                  </a:lnTo>
                  <a:lnTo>
                    <a:pt x="6614461" y="26498"/>
                  </a:lnTo>
                  <a:lnTo>
                    <a:pt x="6667219" y="23525"/>
                  </a:lnTo>
                  <a:lnTo>
                    <a:pt x="6723530" y="20884"/>
                  </a:lnTo>
                  <a:lnTo>
                    <a:pt x="6784355" y="18537"/>
                  </a:lnTo>
                  <a:lnTo>
                    <a:pt x="6850570" y="16446"/>
                  </a:lnTo>
                  <a:lnTo>
                    <a:pt x="6922849" y="14577"/>
                  </a:lnTo>
                  <a:lnTo>
                    <a:pt x="7001501" y="12905"/>
                  </a:lnTo>
                  <a:lnTo>
                    <a:pt x="7086259" y="11413"/>
                  </a:lnTo>
                  <a:lnTo>
                    <a:pt x="7176040" y="10092"/>
                  </a:lnTo>
                  <a:lnTo>
                    <a:pt x="7268731" y="8937"/>
                  </a:lnTo>
                  <a:lnTo>
                    <a:pt x="7361091" y="7953"/>
                  </a:lnTo>
                  <a:lnTo>
                    <a:pt x="7448922" y="7143"/>
                  </a:lnTo>
                  <a:lnTo>
                    <a:pt x="7527575" y="6509"/>
                  </a:lnTo>
                  <a:lnTo>
                    <a:pt x="7592800" y="6045"/>
                  </a:lnTo>
                  <a:lnTo>
                    <a:pt x="7641726" y="5736"/>
                  </a:lnTo>
                  <a:lnTo>
                    <a:pt x="7673635" y="5556"/>
                  </a:lnTo>
                  <a:lnTo>
                    <a:pt x="7690298" y="5471"/>
                  </a:lnTo>
                  <a:lnTo>
                    <a:pt x="7695817" y="5446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5"/>
                  </a:lnTo>
                  <a:lnTo>
                    <a:pt x="7686439" y="45"/>
                  </a:lnTo>
                  <a:lnTo>
                    <a:pt x="7665262" y="156"/>
                  </a:lnTo>
                  <a:lnTo>
                    <a:pt x="7628006" y="374"/>
                  </a:lnTo>
                  <a:lnTo>
                    <a:pt x="7573698" y="731"/>
                  </a:lnTo>
                  <a:lnTo>
                    <a:pt x="7503799" y="1248"/>
                  </a:lnTo>
                  <a:lnTo>
                    <a:pt x="7421724" y="1938"/>
                  </a:lnTo>
                  <a:lnTo>
                    <a:pt x="7331953" y="2803"/>
                  </a:lnTo>
                  <a:lnTo>
                    <a:pt x="7239071" y="3842"/>
                  </a:lnTo>
                  <a:lnTo>
                    <a:pt x="7147009" y="5050"/>
                  </a:lnTo>
                  <a:lnTo>
                    <a:pt x="7058651" y="6425"/>
                  </a:lnTo>
                  <a:lnTo>
                    <a:pt x="6975763" y="7973"/>
                  </a:lnTo>
                  <a:lnTo>
                    <a:pt x="6899144" y="9705"/>
                  </a:lnTo>
                  <a:lnTo>
                    <a:pt x="6828851" y="11642"/>
                  </a:lnTo>
                  <a:lnTo>
                    <a:pt x="6764438" y="13811"/>
                  </a:lnTo>
                  <a:lnTo>
                    <a:pt x="6705152" y="16247"/>
                  </a:lnTo>
                  <a:lnTo>
                    <a:pt x="6650079" y="18989"/>
                  </a:lnTo>
                  <a:lnTo>
                    <a:pt x="6598249" y="22076"/>
                  </a:lnTo>
                  <a:lnTo>
                    <a:pt x="6548733" y="25542"/>
                  </a:lnTo>
                  <a:lnTo>
                    <a:pt x="6515891" y="28130"/>
                  </a:lnTo>
                  <a:lnTo>
                    <a:pt x="6463279" y="32743"/>
                  </a:lnTo>
                  <a:lnTo>
                    <a:pt x="6411170" y="37857"/>
                  </a:lnTo>
                  <a:lnTo>
                    <a:pt x="6358974" y="43477"/>
                  </a:lnTo>
                  <a:lnTo>
                    <a:pt x="6306305" y="49590"/>
                  </a:lnTo>
                  <a:lnTo>
                    <a:pt x="6252950" y="56160"/>
                  </a:lnTo>
                  <a:lnTo>
                    <a:pt x="6198853" y="63127"/>
                  </a:lnTo>
                  <a:lnTo>
                    <a:pt x="6144086" y="70412"/>
                  </a:lnTo>
                  <a:lnTo>
                    <a:pt x="6088828" y="77913"/>
                  </a:lnTo>
                  <a:lnTo>
                    <a:pt x="6033328" y="85517"/>
                  </a:lnTo>
                  <a:lnTo>
                    <a:pt x="5977871" y="93103"/>
                  </a:lnTo>
                  <a:lnTo>
                    <a:pt x="5922734" y="100551"/>
                  </a:lnTo>
                  <a:lnTo>
                    <a:pt x="5868151" y="107752"/>
                  </a:lnTo>
                  <a:lnTo>
                    <a:pt x="5814272" y="114609"/>
                  </a:lnTo>
                  <a:lnTo>
                    <a:pt x="5761132" y="121049"/>
                  </a:lnTo>
                  <a:lnTo>
                    <a:pt x="5708632" y="127019"/>
                  </a:lnTo>
                  <a:lnTo>
                    <a:pt x="5656511" y="132489"/>
                  </a:lnTo>
                  <a:lnTo>
                    <a:pt x="5604325" y="137454"/>
                  </a:lnTo>
                  <a:lnTo>
                    <a:pt x="5567201" y="140650"/>
                  </a:lnTo>
                  <a:lnTo>
                    <a:pt x="5518789" y="144384"/>
                  </a:lnTo>
                  <a:lnTo>
                    <a:pt x="5468631" y="147726"/>
                  </a:lnTo>
                  <a:lnTo>
                    <a:pt x="5415873" y="150700"/>
                  </a:lnTo>
                  <a:lnTo>
                    <a:pt x="5359562" y="153340"/>
                  </a:lnTo>
                  <a:lnTo>
                    <a:pt x="5298738" y="155687"/>
                  </a:lnTo>
                  <a:lnTo>
                    <a:pt x="5232523" y="157779"/>
                  </a:lnTo>
                  <a:lnTo>
                    <a:pt x="5160244" y="159648"/>
                  </a:lnTo>
                  <a:lnTo>
                    <a:pt x="5081592" y="161319"/>
                  </a:lnTo>
                  <a:lnTo>
                    <a:pt x="4996833" y="162811"/>
                  </a:lnTo>
                  <a:lnTo>
                    <a:pt x="4907052" y="164133"/>
                  </a:lnTo>
                  <a:lnTo>
                    <a:pt x="4814362" y="165287"/>
                  </a:lnTo>
                  <a:lnTo>
                    <a:pt x="4722001" y="166271"/>
                  </a:lnTo>
                  <a:lnTo>
                    <a:pt x="4634171" y="167081"/>
                  </a:lnTo>
                  <a:lnTo>
                    <a:pt x="4555518" y="167715"/>
                  </a:lnTo>
                  <a:lnTo>
                    <a:pt x="4490292" y="168179"/>
                  </a:lnTo>
                  <a:lnTo>
                    <a:pt x="4441367" y="168488"/>
                  </a:lnTo>
                  <a:lnTo>
                    <a:pt x="4409457" y="168668"/>
                  </a:lnTo>
                  <a:lnTo>
                    <a:pt x="4392794" y="168753"/>
                  </a:lnTo>
                  <a:lnTo>
                    <a:pt x="4387276" y="168778"/>
                  </a:lnTo>
                  <a:lnTo>
                    <a:pt x="4386855" y="168780"/>
                  </a:lnTo>
                  <a:lnTo>
                    <a:pt x="3848118" y="168780"/>
                  </a:lnTo>
                  <a:lnTo>
                    <a:pt x="3846816" y="168787"/>
                  </a:lnTo>
                  <a:lnTo>
                    <a:pt x="3838322" y="168835"/>
                  </a:lnTo>
                  <a:lnTo>
                    <a:pt x="3817148" y="168967"/>
                  </a:lnTo>
                  <a:lnTo>
                    <a:pt x="3779898" y="169227"/>
                  </a:lnTo>
                  <a:lnTo>
                    <a:pt x="3725597" y="169652"/>
                  </a:lnTo>
                  <a:lnTo>
                    <a:pt x="3655708" y="170269"/>
                  </a:lnTo>
                  <a:lnTo>
                    <a:pt x="3573641" y="171093"/>
                  </a:lnTo>
                  <a:lnTo>
                    <a:pt x="3483879" y="172126"/>
                  </a:lnTo>
                  <a:lnTo>
                    <a:pt x="3391002" y="173366"/>
                  </a:lnTo>
                  <a:lnTo>
                    <a:pt x="3298945" y="174807"/>
                  </a:lnTo>
                  <a:lnTo>
                    <a:pt x="3210588" y="176448"/>
                  </a:lnTo>
                  <a:lnTo>
                    <a:pt x="3127702" y="178295"/>
                  </a:lnTo>
                  <a:lnTo>
                    <a:pt x="3051082" y="180362"/>
                  </a:lnTo>
                  <a:lnTo>
                    <a:pt x="2980788" y="182673"/>
                  </a:lnTo>
                  <a:lnTo>
                    <a:pt x="2916375" y="185262"/>
                  </a:lnTo>
                  <a:lnTo>
                    <a:pt x="2857088" y="188169"/>
                  </a:lnTo>
                  <a:lnTo>
                    <a:pt x="2802014" y="191441"/>
                  </a:lnTo>
                  <a:lnTo>
                    <a:pt x="2750185" y="195125"/>
                  </a:lnTo>
                  <a:lnTo>
                    <a:pt x="2700670" y="199261"/>
                  </a:lnTo>
                  <a:lnTo>
                    <a:pt x="2667772" y="202355"/>
                  </a:lnTo>
                  <a:lnTo>
                    <a:pt x="2615237" y="207852"/>
                  </a:lnTo>
                  <a:lnTo>
                    <a:pt x="2563204" y="213946"/>
                  </a:lnTo>
                  <a:lnTo>
                    <a:pt x="2511086" y="220641"/>
                  </a:lnTo>
                  <a:lnTo>
                    <a:pt x="2458497" y="227924"/>
                  </a:lnTo>
                  <a:lnTo>
                    <a:pt x="2405225" y="235751"/>
                  </a:lnTo>
                  <a:lnTo>
                    <a:pt x="2351213" y="244051"/>
                  </a:lnTo>
                  <a:lnTo>
                    <a:pt x="2296532" y="252730"/>
                  </a:lnTo>
                  <a:lnTo>
                    <a:pt x="2241359" y="261668"/>
                  </a:lnTo>
                  <a:lnTo>
                    <a:pt x="2185942" y="270729"/>
                  </a:lnTo>
                  <a:lnTo>
                    <a:pt x="2130564" y="279771"/>
                  </a:lnTo>
                  <a:lnTo>
                    <a:pt x="2075501" y="288652"/>
                  </a:lnTo>
                  <a:lnTo>
                    <a:pt x="2020987" y="297239"/>
                  </a:lnTo>
                  <a:lnTo>
                    <a:pt x="1967173" y="305421"/>
                  </a:lnTo>
                  <a:lnTo>
                    <a:pt x="1914098" y="313106"/>
                  </a:lnTo>
                  <a:lnTo>
                    <a:pt x="1861663" y="320233"/>
                  </a:lnTo>
                  <a:lnTo>
                    <a:pt x="1809614" y="326767"/>
                  </a:lnTo>
                  <a:lnTo>
                    <a:pt x="1757513" y="332698"/>
                  </a:lnTo>
                  <a:lnTo>
                    <a:pt x="1719082" y="336653"/>
                  </a:lnTo>
                  <a:lnTo>
                    <a:pt x="1670673" y="341110"/>
                  </a:lnTo>
                  <a:lnTo>
                    <a:pt x="1620518" y="345099"/>
                  </a:lnTo>
                  <a:lnTo>
                    <a:pt x="1567764" y="348647"/>
                  </a:lnTo>
                  <a:lnTo>
                    <a:pt x="1511457" y="351798"/>
                  </a:lnTo>
                  <a:lnTo>
                    <a:pt x="1450638" y="354600"/>
                  </a:lnTo>
                  <a:lnTo>
                    <a:pt x="1384429" y="357096"/>
                  </a:lnTo>
                  <a:lnTo>
                    <a:pt x="1312157" y="359327"/>
                  </a:lnTo>
                  <a:lnTo>
                    <a:pt x="1233512" y="361322"/>
                  </a:lnTo>
                  <a:lnTo>
                    <a:pt x="1148762" y="363102"/>
                  </a:lnTo>
                  <a:lnTo>
                    <a:pt x="1058988" y="364680"/>
                  </a:lnTo>
                  <a:lnTo>
                    <a:pt x="966305" y="366058"/>
                  </a:lnTo>
                  <a:lnTo>
                    <a:pt x="873948" y="367232"/>
                  </a:lnTo>
                  <a:lnTo>
                    <a:pt x="786118" y="368199"/>
                  </a:lnTo>
                  <a:lnTo>
                    <a:pt x="707460" y="368956"/>
                  </a:lnTo>
                  <a:lnTo>
                    <a:pt x="642225" y="369510"/>
                  </a:lnTo>
                  <a:lnTo>
                    <a:pt x="593287" y="369879"/>
                  </a:lnTo>
                  <a:lnTo>
                    <a:pt x="561363" y="370094"/>
                  </a:lnTo>
                  <a:lnTo>
                    <a:pt x="544687" y="370195"/>
                  </a:lnTo>
                  <a:lnTo>
                    <a:pt x="539159" y="370226"/>
                  </a:lnTo>
                  <a:lnTo>
                    <a:pt x="538736" y="370228"/>
                  </a:lnTo>
                  <a:lnTo>
                    <a:pt x="0" y="370228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33" name="pl2133"/>
            <p:cNvSpPr/>
            <p:nvPr/>
          </p:nvSpPr>
          <p:spPr>
            <a:xfrm>
              <a:off x="546595" y="5753984"/>
              <a:ext cx="8234974" cy="370228"/>
            </a:xfrm>
            <a:custGeom>
              <a:avLst/>
              <a:pathLst>
                <a:path w="8234974" h="370228">
                  <a:moveTo>
                    <a:pt x="0" y="370228"/>
                  </a:moveTo>
                  <a:lnTo>
                    <a:pt x="538736" y="370228"/>
                  </a:lnTo>
                  <a:lnTo>
                    <a:pt x="540038" y="370221"/>
                  </a:lnTo>
                  <a:lnTo>
                    <a:pt x="548532" y="370173"/>
                  </a:lnTo>
                  <a:lnTo>
                    <a:pt x="569706" y="370041"/>
                  </a:lnTo>
                  <a:lnTo>
                    <a:pt x="606956" y="369780"/>
                  </a:lnTo>
                  <a:lnTo>
                    <a:pt x="661257" y="369355"/>
                  </a:lnTo>
                  <a:lnTo>
                    <a:pt x="731147" y="368739"/>
                  </a:lnTo>
                  <a:lnTo>
                    <a:pt x="813213" y="367915"/>
                  </a:lnTo>
                  <a:lnTo>
                    <a:pt x="902976" y="366882"/>
                  </a:lnTo>
                  <a:lnTo>
                    <a:pt x="995852" y="365642"/>
                  </a:lnTo>
                  <a:lnTo>
                    <a:pt x="1087910" y="364201"/>
                  </a:lnTo>
                  <a:lnTo>
                    <a:pt x="1176266" y="362560"/>
                  </a:lnTo>
                  <a:lnTo>
                    <a:pt x="1259153" y="360713"/>
                  </a:lnTo>
                  <a:lnTo>
                    <a:pt x="1335772" y="358646"/>
                  </a:lnTo>
                  <a:lnTo>
                    <a:pt x="1406066" y="356335"/>
                  </a:lnTo>
                  <a:lnTo>
                    <a:pt x="1470480" y="353746"/>
                  </a:lnTo>
                  <a:lnTo>
                    <a:pt x="1529766" y="350839"/>
                  </a:lnTo>
                  <a:lnTo>
                    <a:pt x="1584840" y="347567"/>
                  </a:lnTo>
                  <a:lnTo>
                    <a:pt x="1636669" y="343883"/>
                  </a:lnTo>
                  <a:lnTo>
                    <a:pt x="1686185" y="339747"/>
                  </a:lnTo>
                  <a:lnTo>
                    <a:pt x="1719082" y="336653"/>
                  </a:lnTo>
                  <a:lnTo>
                    <a:pt x="1771618" y="331155"/>
                  </a:lnTo>
                  <a:lnTo>
                    <a:pt x="1823650" y="325062"/>
                  </a:lnTo>
                  <a:lnTo>
                    <a:pt x="1875769" y="318366"/>
                  </a:lnTo>
                  <a:lnTo>
                    <a:pt x="1928358" y="311084"/>
                  </a:lnTo>
                  <a:lnTo>
                    <a:pt x="1981629" y="303257"/>
                  </a:lnTo>
                  <a:lnTo>
                    <a:pt x="2035641" y="294957"/>
                  </a:lnTo>
                  <a:lnTo>
                    <a:pt x="2090322" y="286278"/>
                  </a:lnTo>
                  <a:lnTo>
                    <a:pt x="2145495" y="277340"/>
                  </a:lnTo>
                  <a:lnTo>
                    <a:pt x="2200913" y="268279"/>
                  </a:lnTo>
                  <a:lnTo>
                    <a:pt x="2256291" y="259237"/>
                  </a:lnTo>
                  <a:lnTo>
                    <a:pt x="2311353" y="250356"/>
                  </a:lnTo>
                  <a:lnTo>
                    <a:pt x="2365867" y="241768"/>
                  </a:lnTo>
                  <a:lnTo>
                    <a:pt x="2419681" y="233587"/>
                  </a:lnTo>
                  <a:lnTo>
                    <a:pt x="2472757" y="225902"/>
                  </a:lnTo>
                  <a:lnTo>
                    <a:pt x="2525191" y="218775"/>
                  </a:lnTo>
                  <a:lnTo>
                    <a:pt x="2577240" y="212241"/>
                  </a:lnTo>
                  <a:lnTo>
                    <a:pt x="2629342" y="206310"/>
                  </a:lnTo>
                  <a:lnTo>
                    <a:pt x="2667772" y="202355"/>
                  </a:lnTo>
                  <a:lnTo>
                    <a:pt x="2716182" y="197898"/>
                  </a:lnTo>
                  <a:lnTo>
                    <a:pt x="2766336" y="193909"/>
                  </a:lnTo>
                  <a:lnTo>
                    <a:pt x="2819091" y="190361"/>
                  </a:lnTo>
                  <a:lnTo>
                    <a:pt x="2875397" y="187210"/>
                  </a:lnTo>
                  <a:lnTo>
                    <a:pt x="2936217" y="184408"/>
                  </a:lnTo>
                  <a:lnTo>
                    <a:pt x="3002426" y="181912"/>
                  </a:lnTo>
                  <a:lnTo>
                    <a:pt x="3074698" y="179681"/>
                  </a:lnTo>
                  <a:lnTo>
                    <a:pt x="3153343" y="177686"/>
                  </a:lnTo>
                  <a:lnTo>
                    <a:pt x="3238093" y="175905"/>
                  </a:lnTo>
                  <a:lnTo>
                    <a:pt x="3327866" y="174328"/>
                  </a:lnTo>
                  <a:lnTo>
                    <a:pt x="3420550" y="172950"/>
                  </a:lnTo>
                  <a:lnTo>
                    <a:pt x="3512907" y="171776"/>
                  </a:lnTo>
                  <a:lnTo>
                    <a:pt x="3600737" y="170809"/>
                  </a:lnTo>
                  <a:lnTo>
                    <a:pt x="3679394" y="170052"/>
                  </a:lnTo>
                  <a:lnTo>
                    <a:pt x="3744630" y="169498"/>
                  </a:lnTo>
                  <a:lnTo>
                    <a:pt x="3793568" y="169129"/>
                  </a:lnTo>
                  <a:lnTo>
                    <a:pt x="3825492" y="168913"/>
                  </a:lnTo>
                  <a:lnTo>
                    <a:pt x="3842168" y="168812"/>
                  </a:lnTo>
                  <a:lnTo>
                    <a:pt x="3847696" y="168782"/>
                  </a:lnTo>
                  <a:lnTo>
                    <a:pt x="3848118" y="168780"/>
                  </a:lnTo>
                  <a:lnTo>
                    <a:pt x="4386855" y="168780"/>
                  </a:lnTo>
                  <a:lnTo>
                    <a:pt x="4388157" y="168774"/>
                  </a:lnTo>
                  <a:lnTo>
                    <a:pt x="4396653" y="168734"/>
                  </a:lnTo>
                  <a:lnTo>
                    <a:pt x="4417831" y="168623"/>
                  </a:lnTo>
                  <a:lnTo>
                    <a:pt x="4455086" y="168405"/>
                  </a:lnTo>
                  <a:lnTo>
                    <a:pt x="4509395" y="168049"/>
                  </a:lnTo>
                  <a:lnTo>
                    <a:pt x="4579293" y="167532"/>
                  </a:lnTo>
                  <a:lnTo>
                    <a:pt x="4661369" y="166842"/>
                  </a:lnTo>
                  <a:lnTo>
                    <a:pt x="4751139" y="165976"/>
                  </a:lnTo>
                  <a:lnTo>
                    <a:pt x="4844021" y="164937"/>
                  </a:lnTo>
                  <a:lnTo>
                    <a:pt x="4936083" y="163730"/>
                  </a:lnTo>
                  <a:lnTo>
                    <a:pt x="5024442" y="162355"/>
                  </a:lnTo>
                  <a:lnTo>
                    <a:pt x="5107329" y="160807"/>
                  </a:lnTo>
                  <a:lnTo>
                    <a:pt x="5183949" y="159075"/>
                  </a:lnTo>
                  <a:lnTo>
                    <a:pt x="5254242" y="157138"/>
                  </a:lnTo>
                  <a:lnTo>
                    <a:pt x="5318655" y="154969"/>
                  </a:lnTo>
                  <a:lnTo>
                    <a:pt x="5377940" y="152533"/>
                  </a:lnTo>
                  <a:lnTo>
                    <a:pt x="5433014" y="149791"/>
                  </a:lnTo>
                  <a:lnTo>
                    <a:pt x="5484843" y="146703"/>
                  </a:lnTo>
                  <a:lnTo>
                    <a:pt x="5534359" y="143238"/>
                  </a:lnTo>
                  <a:lnTo>
                    <a:pt x="5567201" y="140650"/>
                  </a:lnTo>
                  <a:lnTo>
                    <a:pt x="5619813" y="136037"/>
                  </a:lnTo>
                  <a:lnTo>
                    <a:pt x="5671922" y="130923"/>
                  </a:lnTo>
                  <a:lnTo>
                    <a:pt x="5724118" y="125303"/>
                  </a:lnTo>
                  <a:lnTo>
                    <a:pt x="5776788" y="119190"/>
                  </a:lnTo>
                  <a:lnTo>
                    <a:pt x="5830142" y="112620"/>
                  </a:lnTo>
                  <a:lnTo>
                    <a:pt x="5884240" y="105652"/>
                  </a:lnTo>
                  <a:lnTo>
                    <a:pt x="5939006" y="98368"/>
                  </a:lnTo>
                  <a:lnTo>
                    <a:pt x="5994265" y="90866"/>
                  </a:lnTo>
                  <a:lnTo>
                    <a:pt x="6049765" y="83263"/>
                  </a:lnTo>
                  <a:lnTo>
                    <a:pt x="6105222" y="75677"/>
                  </a:lnTo>
                  <a:lnTo>
                    <a:pt x="6160358" y="68228"/>
                  </a:lnTo>
                  <a:lnTo>
                    <a:pt x="6214941" y="61028"/>
                  </a:lnTo>
                  <a:lnTo>
                    <a:pt x="6268821" y="54170"/>
                  </a:lnTo>
                  <a:lnTo>
                    <a:pt x="6321960" y="47731"/>
                  </a:lnTo>
                  <a:lnTo>
                    <a:pt x="6374460" y="41761"/>
                  </a:lnTo>
                  <a:lnTo>
                    <a:pt x="6426581" y="36290"/>
                  </a:lnTo>
                  <a:lnTo>
                    <a:pt x="6478768" y="31326"/>
                  </a:lnTo>
                  <a:lnTo>
                    <a:pt x="6515891" y="28130"/>
                  </a:lnTo>
                  <a:lnTo>
                    <a:pt x="6564304" y="24396"/>
                  </a:lnTo>
                  <a:lnTo>
                    <a:pt x="6614461" y="21053"/>
                  </a:lnTo>
                  <a:lnTo>
                    <a:pt x="6667219" y="18080"/>
                  </a:lnTo>
                  <a:lnTo>
                    <a:pt x="6723530" y="15440"/>
                  </a:lnTo>
                  <a:lnTo>
                    <a:pt x="6784355" y="13093"/>
                  </a:lnTo>
                  <a:lnTo>
                    <a:pt x="6850570" y="11001"/>
                  </a:lnTo>
                  <a:lnTo>
                    <a:pt x="6922849" y="9132"/>
                  </a:lnTo>
                  <a:lnTo>
                    <a:pt x="7001501" y="7460"/>
                  </a:lnTo>
                  <a:lnTo>
                    <a:pt x="7086259" y="5969"/>
                  </a:lnTo>
                  <a:lnTo>
                    <a:pt x="7176040" y="4647"/>
                  </a:lnTo>
                  <a:lnTo>
                    <a:pt x="7268731" y="3493"/>
                  </a:lnTo>
                  <a:lnTo>
                    <a:pt x="7361091" y="2509"/>
                  </a:lnTo>
                  <a:lnTo>
                    <a:pt x="7448922" y="1699"/>
                  </a:lnTo>
                  <a:lnTo>
                    <a:pt x="7527575" y="1064"/>
                  </a:lnTo>
                  <a:lnTo>
                    <a:pt x="7592800" y="601"/>
                  </a:lnTo>
                  <a:lnTo>
                    <a:pt x="7641726" y="291"/>
                  </a:lnTo>
                  <a:lnTo>
                    <a:pt x="7673635" y="111"/>
                  </a:lnTo>
                  <a:lnTo>
                    <a:pt x="7690298" y="27"/>
                  </a:lnTo>
                  <a:lnTo>
                    <a:pt x="7695817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4" name="pl2134"/>
            <p:cNvSpPr/>
            <p:nvPr/>
          </p:nvSpPr>
          <p:spPr>
            <a:xfrm>
              <a:off x="546595" y="5748539"/>
              <a:ext cx="8234974" cy="370228"/>
            </a:xfrm>
            <a:custGeom>
              <a:avLst/>
              <a:pathLst>
                <a:path w="8234974" h="370228">
                  <a:moveTo>
                    <a:pt x="8234974" y="0"/>
                  </a:moveTo>
                  <a:lnTo>
                    <a:pt x="7696237" y="0"/>
                  </a:lnTo>
                  <a:lnTo>
                    <a:pt x="7694935" y="5"/>
                  </a:lnTo>
                  <a:lnTo>
                    <a:pt x="7686439" y="45"/>
                  </a:lnTo>
                  <a:lnTo>
                    <a:pt x="7665262" y="156"/>
                  </a:lnTo>
                  <a:lnTo>
                    <a:pt x="7628006" y="374"/>
                  </a:lnTo>
                  <a:lnTo>
                    <a:pt x="7573698" y="731"/>
                  </a:lnTo>
                  <a:lnTo>
                    <a:pt x="7503799" y="1248"/>
                  </a:lnTo>
                  <a:lnTo>
                    <a:pt x="7421724" y="1938"/>
                  </a:lnTo>
                  <a:lnTo>
                    <a:pt x="7331953" y="2803"/>
                  </a:lnTo>
                  <a:lnTo>
                    <a:pt x="7239071" y="3842"/>
                  </a:lnTo>
                  <a:lnTo>
                    <a:pt x="7147009" y="5050"/>
                  </a:lnTo>
                  <a:lnTo>
                    <a:pt x="7058651" y="6425"/>
                  </a:lnTo>
                  <a:lnTo>
                    <a:pt x="6975763" y="7973"/>
                  </a:lnTo>
                  <a:lnTo>
                    <a:pt x="6899144" y="9705"/>
                  </a:lnTo>
                  <a:lnTo>
                    <a:pt x="6828851" y="11642"/>
                  </a:lnTo>
                  <a:lnTo>
                    <a:pt x="6764438" y="13811"/>
                  </a:lnTo>
                  <a:lnTo>
                    <a:pt x="6705152" y="16247"/>
                  </a:lnTo>
                  <a:lnTo>
                    <a:pt x="6650079" y="18989"/>
                  </a:lnTo>
                  <a:lnTo>
                    <a:pt x="6598249" y="22076"/>
                  </a:lnTo>
                  <a:lnTo>
                    <a:pt x="6548733" y="25542"/>
                  </a:lnTo>
                  <a:lnTo>
                    <a:pt x="6515891" y="28130"/>
                  </a:lnTo>
                  <a:lnTo>
                    <a:pt x="6463279" y="32743"/>
                  </a:lnTo>
                  <a:lnTo>
                    <a:pt x="6411170" y="37857"/>
                  </a:lnTo>
                  <a:lnTo>
                    <a:pt x="6358974" y="43477"/>
                  </a:lnTo>
                  <a:lnTo>
                    <a:pt x="6306305" y="49590"/>
                  </a:lnTo>
                  <a:lnTo>
                    <a:pt x="6252950" y="56160"/>
                  </a:lnTo>
                  <a:lnTo>
                    <a:pt x="6198853" y="63127"/>
                  </a:lnTo>
                  <a:lnTo>
                    <a:pt x="6144086" y="70412"/>
                  </a:lnTo>
                  <a:lnTo>
                    <a:pt x="6088828" y="77913"/>
                  </a:lnTo>
                  <a:lnTo>
                    <a:pt x="6033328" y="85517"/>
                  </a:lnTo>
                  <a:lnTo>
                    <a:pt x="5977871" y="93103"/>
                  </a:lnTo>
                  <a:lnTo>
                    <a:pt x="5922734" y="100551"/>
                  </a:lnTo>
                  <a:lnTo>
                    <a:pt x="5868151" y="107752"/>
                  </a:lnTo>
                  <a:lnTo>
                    <a:pt x="5814272" y="114609"/>
                  </a:lnTo>
                  <a:lnTo>
                    <a:pt x="5761132" y="121049"/>
                  </a:lnTo>
                  <a:lnTo>
                    <a:pt x="5708632" y="127019"/>
                  </a:lnTo>
                  <a:lnTo>
                    <a:pt x="5656511" y="132489"/>
                  </a:lnTo>
                  <a:lnTo>
                    <a:pt x="5604325" y="137454"/>
                  </a:lnTo>
                  <a:lnTo>
                    <a:pt x="5567201" y="140650"/>
                  </a:lnTo>
                  <a:lnTo>
                    <a:pt x="5518789" y="144384"/>
                  </a:lnTo>
                  <a:lnTo>
                    <a:pt x="5468631" y="147726"/>
                  </a:lnTo>
                  <a:lnTo>
                    <a:pt x="5415873" y="150700"/>
                  </a:lnTo>
                  <a:lnTo>
                    <a:pt x="5359562" y="153340"/>
                  </a:lnTo>
                  <a:lnTo>
                    <a:pt x="5298738" y="155687"/>
                  </a:lnTo>
                  <a:lnTo>
                    <a:pt x="5232523" y="157779"/>
                  </a:lnTo>
                  <a:lnTo>
                    <a:pt x="5160244" y="159648"/>
                  </a:lnTo>
                  <a:lnTo>
                    <a:pt x="5081592" y="161319"/>
                  </a:lnTo>
                  <a:lnTo>
                    <a:pt x="4996833" y="162811"/>
                  </a:lnTo>
                  <a:lnTo>
                    <a:pt x="4907052" y="164133"/>
                  </a:lnTo>
                  <a:lnTo>
                    <a:pt x="4814362" y="165287"/>
                  </a:lnTo>
                  <a:lnTo>
                    <a:pt x="4722001" y="166271"/>
                  </a:lnTo>
                  <a:lnTo>
                    <a:pt x="4634171" y="167081"/>
                  </a:lnTo>
                  <a:lnTo>
                    <a:pt x="4555518" y="167715"/>
                  </a:lnTo>
                  <a:lnTo>
                    <a:pt x="4490292" y="168179"/>
                  </a:lnTo>
                  <a:lnTo>
                    <a:pt x="4441367" y="168488"/>
                  </a:lnTo>
                  <a:lnTo>
                    <a:pt x="4409457" y="168668"/>
                  </a:lnTo>
                  <a:lnTo>
                    <a:pt x="4392794" y="168753"/>
                  </a:lnTo>
                  <a:lnTo>
                    <a:pt x="4387276" y="168778"/>
                  </a:lnTo>
                  <a:lnTo>
                    <a:pt x="4386855" y="168780"/>
                  </a:lnTo>
                  <a:lnTo>
                    <a:pt x="3848118" y="168780"/>
                  </a:lnTo>
                  <a:lnTo>
                    <a:pt x="3846816" y="168787"/>
                  </a:lnTo>
                  <a:lnTo>
                    <a:pt x="3838322" y="168835"/>
                  </a:lnTo>
                  <a:lnTo>
                    <a:pt x="3817148" y="168967"/>
                  </a:lnTo>
                  <a:lnTo>
                    <a:pt x="3779898" y="169227"/>
                  </a:lnTo>
                  <a:lnTo>
                    <a:pt x="3725597" y="169652"/>
                  </a:lnTo>
                  <a:lnTo>
                    <a:pt x="3655708" y="170269"/>
                  </a:lnTo>
                  <a:lnTo>
                    <a:pt x="3573641" y="171093"/>
                  </a:lnTo>
                  <a:lnTo>
                    <a:pt x="3483879" y="172126"/>
                  </a:lnTo>
                  <a:lnTo>
                    <a:pt x="3391002" y="173366"/>
                  </a:lnTo>
                  <a:lnTo>
                    <a:pt x="3298945" y="174807"/>
                  </a:lnTo>
                  <a:lnTo>
                    <a:pt x="3210588" y="176448"/>
                  </a:lnTo>
                  <a:lnTo>
                    <a:pt x="3127702" y="178295"/>
                  </a:lnTo>
                  <a:lnTo>
                    <a:pt x="3051082" y="180362"/>
                  </a:lnTo>
                  <a:lnTo>
                    <a:pt x="2980788" y="182673"/>
                  </a:lnTo>
                  <a:lnTo>
                    <a:pt x="2916375" y="185262"/>
                  </a:lnTo>
                  <a:lnTo>
                    <a:pt x="2857088" y="188169"/>
                  </a:lnTo>
                  <a:lnTo>
                    <a:pt x="2802014" y="191441"/>
                  </a:lnTo>
                  <a:lnTo>
                    <a:pt x="2750185" y="195125"/>
                  </a:lnTo>
                  <a:lnTo>
                    <a:pt x="2700670" y="199261"/>
                  </a:lnTo>
                  <a:lnTo>
                    <a:pt x="2667772" y="202355"/>
                  </a:lnTo>
                  <a:lnTo>
                    <a:pt x="2615237" y="207852"/>
                  </a:lnTo>
                  <a:lnTo>
                    <a:pt x="2563204" y="213946"/>
                  </a:lnTo>
                  <a:lnTo>
                    <a:pt x="2511086" y="220641"/>
                  </a:lnTo>
                  <a:lnTo>
                    <a:pt x="2458497" y="227924"/>
                  </a:lnTo>
                  <a:lnTo>
                    <a:pt x="2405225" y="235751"/>
                  </a:lnTo>
                  <a:lnTo>
                    <a:pt x="2351213" y="244051"/>
                  </a:lnTo>
                  <a:lnTo>
                    <a:pt x="2296532" y="252730"/>
                  </a:lnTo>
                  <a:lnTo>
                    <a:pt x="2241359" y="261668"/>
                  </a:lnTo>
                  <a:lnTo>
                    <a:pt x="2185942" y="270729"/>
                  </a:lnTo>
                  <a:lnTo>
                    <a:pt x="2130564" y="279771"/>
                  </a:lnTo>
                  <a:lnTo>
                    <a:pt x="2075501" y="288652"/>
                  </a:lnTo>
                  <a:lnTo>
                    <a:pt x="2020987" y="297239"/>
                  </a:lnTo>
                  <a:lnTo>
                    <a:pt x="1967173" y="305421"/>
                  </a:lnTo>
                  <a:lnTo>
                    <a:pt x="1914098" y="313106"/>
                  </a:lnTo>
                  <a:lnTo>
                    <a:pt x="1861663" y="320233"/>
                  </a:lnTo>
                  <a:lnTo>
                    <a:pt x="1809614" y="326767"/>
                  </a:lnTo>
                  <a:lnTo>
                    <a:pt x="1757513" y="332698"/>
                  </a:lnTo>
                  <a:lnTo>
                    <a:pt x="1719082" y="336653"/>
                  </a:lnTo>
                  <a:lnTo>
                    <a:pt x="1670673" y="341110"/>
                  </a:lnTo>
                  <a:lnTo>
                    <a:pt x="1620518" y="345099"/>
                  </a:lnTo>
                  <a:lnTo>
                    <a:pt x="1567764" y="348647"/>
                  </a:lnTo>
                  <a:lnTo>
                    <a:pt x="1511457" y="351798"/>
                  </a:lnTo>
                  <a:lnTo>
                    <a:pt x="1450638" y="354600"/>
                  </a:lnTo>
                  <a:lnTo>
                    <a:pt x="1384429" y="357096"/>
                  </a:lnTo>
                  <a:lnTo>
                    <a:pt x="1312157" y="359327"/>
                  </a:lnTo>
                  <a:lnTo>
                    <a:pt x="1233512" y="361322"/>
                  </a:lnTo>
                  <a:lnTo>
                    <a:pt x="1148762" y="363102"/>
                  </a:lnTo>
                  <a:lnTo>
                    <a:pt x="1058988" y="364680"/>
                  </a:lnTo>
                  <a:lnTo>
                    <a:pt x="966305" y="366058"/>
                  </a:lnTo>
                  <a:lnTo>
                    <a:pt x="873948" y="367232"/>
                  </a:lnTo>
                  <a:lnTo>
                    <a:pt x="786118" y="368199"/>
                  </a:lnTo>
                  <a:lnTo>
                    <a:pt x="707460" y="368956"/>
                  </a:lnTo>
                  <a:lnTo>
                    <a:pt x="642225" y="369510"/>
                  </a:lnTo>
                  <a:lnTo>
                    <a:pt x="593287" y="369879"/>
                  </a:lnTo>
                  <a:lnTo>
                    <a:pt x="561363" y="370094"/>
                  </a:lnTo>
                  <a:lnTo>
                    <a:pt x="544687" y="370195"/>
                  </a:lnTo>
                  <a:lnTo>
                    <a:pt x="539159" y="370226"/>
                  </a:lnTo>
                  <a:lnTo>
                    <a:pt x="538736" y="370228"/>
                  </a:lnTo>
                  <a:lnTo>
                    <a:pt x="0" y="370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5" name="pg2135"/>
            <p:cNvSpPr/>
            <p:nvPr/>
          </p:nvSpPr>
          <p:spPr>
            <a:xfrm>
              <a:off x="546595" y="2443707"/>
              <a:ext cx="8234974" cy="3685949"/>
            </a:xfrm>
            <a:custGeom>
              <a:avLst/>
              <a:pathLst>
                <a:path w="8234974" h="3685949">
                  <a:moveTo>
                    <a:pt x="0" y="3685949"/>
                  </a:moveTo>
                  <a:lnTo>
                    <a:pt x="538736" y="3685949"/>
                  </a:lnTo>
                  <a:lnTo>
                    <a:pt x="540039" y="3685946"/>
                  </a:lnTo>
                  <a:lnTo>
                    <a:pt x="548536" y="3685920"/>
                  </a:lnTo>
                  <a:lnTo>
                    <a:pt x="569719" y="3685848"/>
                  </a:lnTo>
                  <a:lnTo>
                    <a:pt x="606983" y="3685707"/>
                  </a:lnTo>
                  <a:lnTo>
                    <a:pt x="661302" y="3685477"/>
                  </a:lnTo>
                  <a:lnTo>
                    <a:pt x="731212" y="3685144"/>
                  </a:lnTo>
                  <a:lnTo>
                    <a:pt x="813300" y="3684699"/>
                  </a:lnTo>
                  <a:lnTo>
                    <a:pt x="903081" y="3684140"/>
                  </a:lnTo>
                  <a:lnTo>
                    <a:pt x="995972" y="3683469"/>
                  </a:lnTo>
                  <a:lnTo>
                    <a:pt x="1088040" y="3682690"/>
                  </a:lnTo>
                  <a:lnTo>
                    <a:pt x="1176401" y="3681803"/>
                  </a:lnTo>
                  <a:lnTo>
                    <a:pt x="1259290" y="3680804"/>
                  </a:lnTo>
                  <a:lnTo>
                    <a:pt x="1335909" y="3679686"/>
                  </a:lnTo>
                  <a:lnTo>
                    <a:pt x="1406201" y="3678437"/>
                  </a:lnTo>
                  <a:lnTo>
                    <a:pt x="1470612" y="3677037"/>
                  </a:lnTo>
                  <a:lnTo>
                    <a:pt x="1529897" y="3675465"/>
                  </a:lnTo>
                  <a:lnTo>
                    <a:pt x="1584970" y="3673695"/>
                  </a:lnTo>
                  <a:lnTo>
                    <a:pt x="1636800" y="3671703"/>
                  </a:lnTo>
                  <a:lnTo>
                    <a:pt x="1686317" y="3669466"/>
                  </a:lnTo>
                  <a:lnTo>
                    <a:pt x="1719082" y="3667801"/>
                  </a:lnTo>
                  <a:lnTo>
                    <a:pt x="1771801" y="3664818"/>
                  </a:lnTo>
                  <a:lnTo>
                    <a:pt x="1824015" y="3661511"/>
                  </a:lnTo>
                  <a:lnTo>
                    <a:pt x="1876319" y="3657876"/>
                  </a:lnTo>
                  <a:lnTo>
                    <a:pt x="1929100" y="3653922"/>
                  </a:lnTo>
                  <a:lnTo>
                    <a:pt x="1982570" y="3649672"/>
                  </a:lnTo>
                  <a:lnTo>
                    <a:pt x="2036786" y="3645165"/>
                  </a:lnTo>
                  <a:lnTo>
                    <a:pt x="2091672" y="3640454"/>
                  </a:lnTo>
                  <a:lnTo>
                    <a:pt x="2147048" y="3635603"/>
                  </a:lnTo>
                  <a:lnTo>
                    <a:pt x="2202663" y="3630687"/>
                  </a:lnTo>
                  <a:lnTo>
                    <a:pt x="2258229" y="3625784"/>
                  </a:lnTo>
                  <a:lnTo>
                    <a:pt x="2313468" y="3620971"/>
                  </a:lnTo>
                  <a:lnTo>
                    <a:pt x="2368147" y="3616321"/>
                  </a:lnTo>
                  <a:lnTo>
                    <a:pt x="2422117" y="3611894"/>
                  </a:lnTo>
                  <a:lnTo>
                    <a:pt x="2475345" y="3607739"/>
                  </a:lnTo>
                  <a:lnTo>
                    <a:pt x="2527936" y="3603889"/>
                  </a:lnTo>
                  <a:lnTo>
                    <a:pt x="2580158" y="3600362"/>
                  </a:lnTo>
                  <a:lnTo>
                    <a:pt x="2632462" y="3597164"/>
                  </a:lnTo>
                  <a:lnTo>
                    <a:pt x="2667772" y="3595207"/>
                  </a:lnTo>
                  <a:lnTo>
                    <a:pt x="2716189" y="3592798"/>
                  </a:lnTo>
                  <a:lnTo>
                    <a:pt x="2766351" y="3590641"/>
                  </a:lnTo>
                  <a:lnTo>
                    <a:pt x="2819114" y="3588723"/>
                  </a:lnTo>
                  <a:lnTo>
                    <a:pt x="2875431" y="3587019"/>
                  </a:lnTo>
                  <a:lnTo>
                    <a:pt x="2936262" y="3585505"/>
                  </a:lnTo>
                  <a:lnTo>
                    <a:pt x="3002485" y="3584156"/>
                  </a:lnTo>
                  <a:lnTo>
                    <a:pt x="3074774" y="3582950"/>
                  </a:lnTo>
                  <a:lnTo>
                    <a:pt x="3153436" y="3581871"/>
                  </a:lnTo>
                  <a:lnTo>
                    <a:pt x="3238205" y="3580909"/>
                  </a:lnTo>
                  <a:lnTo>
                    <a:pt x="3327998" y="3580056"/>
                  </a:lnTo>
                  <a:lnTo>
                    <a:pt x="3420697" y="3579312"/>
                  </a:lnTo>
                  <a:lnTo>
                    <a:pt x="3513063" y="3578677"/>
                  </a:lnTo>
                  <a:lnTo>
                    <a:pt x="3600893" y="3578154"/>
                  </a:lnTo>
                  <a:lnTo>
                    <a:pt x="3679540" y="3577745"/>
                  </a:lnTo>
                  <a:lnTo>
                    <a:pt x="3744753" y="3577446"/>
                  </a:lnTo>
                  <a:lnTo>
                    <a:pt x="3793660" y="3577247"/>
                  </a:lnTo>
                  <a:lnTo>
                    <a:pt x="3825550" y="3577130"/>
                  </a:lnTo>
                  <a:lnTo>
                    <a:pt x="3842194" y="3577076"/>
                  </a:lnTo>
                  <a:lnTo>
                    <a:pt x="3847701" y="3577060"/>
                  </a:lnTo>
                  <a:lnTo>
                    <a:pt x="3848118" y="3577058"/>
                  </a:lnTo>
                  <a:lnTo>
                    <a:pt x="4386855" y="3577058"/>
                  </a:lnTo>
                  <a:lnTo>
                    <a:pt x="4387816" y="3576971"/>
                  </a:lnTo>
                  <a:lnTo>
                    <a:pt x="4394128" y="3576350"/>
                  </a:lnTo>
                  <a:lnTo>
                    <a:pt x="4410026" y="3574633"/>
                  </a:lnTo>
                  <a:lnTo>
                    <a:pt x="4438410" y="3571253"/>
                  </a:lnTo>
                  <a:lnTo>
                    <a:pt x="4480625" y="3565692"/>
                  </a:lnTo>
                  <a:lnTo>
                    <a:pt x="4536363" y="3557529"/>
                  </a:lnTo>
                  <a:lnTo>
                    <a:pt x="4603816" y="3546488"/>
                  </a:lnTo>
                  <a:lnTo>
                    <a:pt x="4680098" y="3532437"/>
                  </a:lnTo>
                  <a:lnTo>
                    <a:pt x="4761820" y="3515364"/>
                  </a:lnTo>
                  <a:lnTo>
                    <a:pt x="4845656" y="3495325"/>
                  </a:lnTo>
                  <a:lnTo>
                    <a:pt x="4928763" y="3472382"/>
                  </a:lnTo>
                  <a:lnTo>
                    <a:pt x="5008998" y="3446557"/>
                  </a:lnTo>
                  <a:lnTo>
                    <a:pt x="5084966" y="3417792"/>
                  </a:lnTo>
                  <a:lnTo>
                    <a:pt x="5155938" y="3385924"/>
                  </a:lnTo>
                  <a:lnTo>
                    <a:pt x="5221718" y="3350683"/>
                  </a:lnTo>
                  <a:lnTo>
                    <a:pt x="5282499" y="3311686"/>
                  </a:lnTo>
                  <a:lnTo>
                    <a:pt x="5338735" y="3268450"/>
                  </a:lnTo>
                  <a:lnTo>
                    <a:pt x="5391037" y="3220409"/>
                  </a:lnTo>
                  <a:lnTo>
                    <a:pt x="5440094" y="3166945"/>
                  </a:lnTo>
                  <a:lnTo>
                    <a:pt x="5486618" y="3107451"/>
                  </a:lnTo>
                  <a:lnTo>
                    <a:pt x="5531287" y="3041422"/>
                  </a:lnTo>
                  <a:lnTo>
                    <a:pt x="5567201" y="2981789"/>
                  </a:lnTo>
                  <a:lnTo>
                    <a:pt x="5599422" y="2923428"/>
                  </a:lnTo>
                  <a:lnTo>
                    <a:pt x="5631350" y="2861170"/>
                  </a:lnTo>
                  <a:lnTo>
                    <a:pt x="5663151" y="2794935"/>
                  </a:lnTo>
                  <a:lnTo>
                    <a:pt x="5694958" y="2724695"/>
                  </a:lnTo>
                  <a:lnTo>
                    <a:pt x="5726872" y="2650478"/>
                  </a:lnTo>
                  <a:lnTo>
                    <a:pt x="5758973" y="2572376"/>
                  </a:lnTo>
                  <a:lnTo>
                    <a:pt x="5791312" y="2490545"/>
                  </a:lnTo>
                  <a:lnTo>
                    <a:pt x="5823921" y="2405210"/>
                  </a:lnTo>
                  <a:lnTo>
                    <a:pt x="5856809" y="2316663"/>
                  </a:lnTo>
                  <a:lnTo>
                    <a:pt x="5889968" y="2225265"/>
                  </a:lnTo>
                  <a:lnTo>
                    <a:pt x="5923374" y="2131437"/>
                  </a:lnTo>
                  <a:lnTo>
                    <a:pt x="5956986" y="2035657"/>
                  </a:lnTo>
                  <a:lnTo>
                    <a:pt x="5990755" y="1938448"/>
                  </a:lnTo>
                  <a:lnTo>
                    <a:pt x="6024621" y="1840367"/>
                  </a:lnTo>
                  <a:lnTo>
                    <a:pt x="6058520" y="1741993"/>
                  </a:lnTo>
                  <a:lnTo>
                    <a:pt x="6092386" y="1643912"/>
                  </a:lnTo>
                  <a:lnTo>
                    <a:pt x="6126155" y="1546705"/>
                  </a:lnTo>
                  <a:lnTo>
                    <a:pt x="6159767" y="1450927"/>
                  </a:lnTo>
                  <a:lnTo>
                    <a:pt x="6193173" y="1357102"/>
                  </a:lnTo>
                  <a:lnTo>
                    <a:pt x="6226332" y="1265708"/>
                  </a:lnTo>
                  <a:lnTo>
                    <a:pt x="6259220" y="1177166"/>
                  </a:lnTo>
                  <a:lnTo>
                    <a:pt x="6291828" y="1091836"/>
                  </a:lnTo>
                  <a:lnTo>
                    <a:pt x="6324167" y="1010010"/>
                  </a:lnTo>
                  <a:lnTo>
                    <a:pt x="6356267" y="931913"/>
                  </a:lnTo>
                  <a:lnTo>
                    <a:pt x="6388181" y="857703"/>
                  </a:lnTo>
                  <a:lnTo>
                    <a:pt x="6419988" y="787468"/>
                  </a:lnTo>
                  <a:lnTo>
                    <a:pt x="6451789" y="721239"/>
                  </a:lnTo>
                  <a:lnTo>
                    <a:pt x="6483718" y="658986"/>
                  </a:lnTo>
                  <a:lnTo>
                    <a:pt x="6515891" y="600713"/>
                  </a:lnTo>
                  <a:lnTo>
                    <a:pt x="6559483" y="529090"/>
                  </a:lnTo>
                  <a:lnTo>
                    <a:pt x="6604430" y="464227"/>
                  </a:lnTo>
                  <a:lnTo>
                    <a:pt x="6651345" y="405824"/>
                  </a:lnTo>
                  <a:lnTo>
                    <a:pt x="6700916" y="353350"/>
                  </a:lnTo>
                  <a:lnTo>
                    <a:pt x="6753854" y="306190"/>
                  </a:lnTo>
                  <a:lnTo>
                    <a:pt x="6810842" y="263731"/>
                  </a:lnTo>
                  <a:lnTo>
                    <a:pt x="6872468" y="225420"/>
                  </a:lnTo>
                  <a:lnTo>
                    <a:pt x="6939148" y="190792"/>
                  </a:lnTo>
                  <a:lnTo>
                    <a:pt x="7011017" y="159481"/>
                  </a:lnTo>
                  <a:lnTo>
                    <a:pt x="7087798" y="131237"/>
                  </a:lnTo>
                  <a:lnTo>
                    <a:pt x="7168655" y="105916"/>
                  </a:lnTo>
                  <a:lnTo>
                    <a:pt x="7252063" y="83476"/>
                  </a:lnTo>
                  <a:lnTo>
                    <a:pt x="7335754" y="63948"/>
                  </a:lnTo>
                  <a:lnTo>
                    <a:pt x="7416775" y="47398"/>
                  </a:lnTo>
                  <a:lnTo>
                    <a:pt x="7491756" y="33876"/>
                  </a:lnTo>
                  <a:lnTo>
                    <a:pt x="7557352" y="23350"/>
                  </a:lnTo>
                  <a:lnTo>
                    <a:pt x="7610826" y="15665"/>
                  </a:lnTo>
                  <a:lnTo>
                    <a:pt x="7650607" y="10517"/>
                  </a:lnTo>
                  <a:lnTo>
                    <a:pt x="7676672" y="7467"/>
                  </a:lnTo>
                  <a:lnTo>
                    <a:pt x="7690651" y="5981"/>
                  </a:lnTo>
                  <a:lnTo>
                    <a:pt x="7695691" y="549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277" y="87"/>
                  </a:lnTo>
                  <a:lnTo>
                    <a:pt x="7688964" y="708"/>
                  </a:lnTo>
                  <a:lnTo>
                    <a:pt x="7673066" y="2425"/>
                  </a:lnTo>
                  <a:lnTo>
                    <a:pt x="7644683" y="5805"/>
                  </a:lnTo>
                  <a:lnTo>
                    <a:pt x="7602467" y="11366"/>
                  </a:lnTo>
                  <a:lnTo>
                    <a:pt x="7546729" y="19529"/>
                  </a:lnTo>
                  <a:lnTo>
                    <a:pt x="7479276" y="30570"/>
                  </a:lnTo>
                  <a:lnTo>
                    <a:pt x="7402994" y="44621"/>
                  </a:lnTo>
                  <a:lnTo>
                    <a:pt x="7321272" y="61694"/>
                  </a:lnTo>
                  <a:lnTo>
                    <a:pt x="7237436" y="81733"/>
                  </a:lnTo>
                  <a:lnTo>
                    <a:pt x="7154329" y="104676"/>
                  </a:lnTo>
                  <a:lnTo>
                    <a:pt x="7074094" y="130501"/>
                  </a:lnTo>
                  <a:lnTo>
                    <a:pt x="6998126" y="159266"/>
                  </a:lnTo>
                  <a:lnTo>
                    <a:pt x="6927155" y="191133"/>
                  </a:lnTo>
                  <a:lnTo>
                    <a:pt x="6861375" y="226375"/>
                  </a:lnTo>
                  <a:lnTo>
                    <a:pt x="6800593" y="265372"/>
                  </a:lnTo>
                  <a:lnTo>
                    <a:pt x="6744357" y="308608"/>
                  </a:lnTo>
                  <a:lnTo>
                    <a:pt x="6692056" y="356649"/>
                  </a:lnTo>
                  <a:lnTo>
                    <a:pt x="6642999" y="410113"/>
                  </a:lnTo>
                  <a:lnTo>
                    <a:pt x="6596475" y="469607"/>
                  </a:lnTo>
                  <a:lnTo>
                    <a:pt x="6551805" y="535636"/>
                  </a:lnTo>
                  <a:lnTo>
                    <a:pt x="6515891" y="595269"/>
                  </a:lnTo>
                  <a:lnTo>
                    <a:pt x="6483671" y="653630"/>
                  </a:lnTo>
                  <a:lnTo>
                    <a:pt x="6451743" y="715888"/>
                  </a:lnTo>
                  <a:lnTo>
                    <a:pt x="6419941" y="782123"/>
                  </a:lnTo>
                  <a:lnTo>
                    <a:pt x="6388135" y="852363"/>
                  </a:lnTo>
                  <a:lnTo>
                    <a:pt x="6356220" y="926580"/>
                  </a:lnTo>
                  <a:lnTo>
                    <a:pt x="6324120" y="1004682"/>
                  </a:lnTo>
                  <a:lnTo>
                    <a:pt x="6291780" y="1086513"/>
                  </a:lnTo>
                  <a:lnTo>
                    <a:pt x="6259172" y="1171848"/>
                  </a:lnTo>
                  <a:lnTo>
                    <a:pt x="6226284" y="1260395"/>
                  </a:lnTo>
                  <a:lnTo>
                    <a:pt x="6193124" y="1351793"/>
                  </a:lnTo>
                  <a:lnTo>
                    <a:pt x="6159719" y="1445621"/>
                  </a:lnTo>
                  <a:lnTo>
                    <a:pt x="6126106" y="1541401"/>
                  </a:lnTo>
                  <a:lnTo>
                    <a:pt x="6092337" y="1638610"/>
                  </a:lnTo>
                  <a:lnTo>
                    <a:pt x="6058471" y="1736691"/>
                  </a:lnTo>
                  <a:lnTo>
                    <a:pt x="6024572" y="1835065"/>
                  </a:lnTo>
                  <a:lnTo>
                    <a:pt x="5990706" y="1933146"/>
                  </a:lnTo>
                  <a:lnTo>
                    <a:pt x="5956937" y="2030353"/>
                  </a:lnTo>
                  <a:lnTo>
                    <a:pt x="5923325" y="2126131"/>
                  </a:lnTo>
                  <a:lnTo>
                    <a:pt x="5889920" y="2219956"/>
                  </a:lnTo>
                  <a:lnTo>
                    <a:pt x="5856761" y="2311350"/>
                  </a:lnTo>
                  <a:lnTo>
                    <a:pt x="5823873" y="2399892"/>
                  </a:lnTo>
                  <a:lnTo>
                    <a:pt x="5791265" y="2485222"/>
                  </a:lnTo>
                  <a:lnTo>
                    <a:pt x="5758926" y="2567048"/>
                  </a:lnTo>
                  <a:lnTo>
                    <a:pt x="5726826" y="2645145"/>
                  </a:lnTo>
                  <a:lnTo>
                    <a:pt x="5694911" y="2719355"/>
                  </a:lnTo>
                  <a:lnTo>
                    <a:pt x="5663105" y="2789590"/>
                  </a:lnTo>
                  <a:lnTo>
                    <a:pt x="5631304" y="2855819"/>
                  </a:lnTo>
                  <a:lnTo>
                    <a:pt x="5599375" y="2918071"/>
                  </a:lnTo>
                  <a:lnTo>
                    <a:pt x="5567201" y="2976345"/>
                  </a:lnTo>
                  <a:lnTo>
                    <a:pt x="5523609" y="3047968"/>
                  </a:lnTo>
                  <a:lnTo>
                    <a:pt x="5478663" y="3112831"/>
                  </a:lnTo>
                  <a:lnTo>
                    <a:pt x="5431748" y="3171234"/>
                  </a:lnTo>
                  <a:lnTo>
                    <a:pt x="5382177" y="3223708"/>
                  </a:lnTo>
                  <a:lnTo>
                    <a:pt x="5329238" y="3270868"/>
                  </a:lnTo>
                  <a:lnTo>
                    <a:pt x="5272250" y="3313327"/>
                  </a:lnTo>
                  <a:lnTo>
                    <a:pt x="5210625" y="3351637"/>
                  </a:lnTo>
                  <a:lnTo>
                    <a:pt x="5143945" y="3386266"/>
                  </a:lnTo>
                  <a:lnTo>
                    <a:pt x="5072075" y="3417577"/>
                  </a:lnTo>
                  <a:lnTo>
                    <a:pt x="4995294" y="3445821"/>
                  </a:lnTo>
                  <a:lnTo>
                    <a:pt x="4914438" y="3471142"/>
                  </a:lnTo>
                  <a:lnTo>
                    <a:pt x="4831029" y="3493582"/>
                  </a:lnTo>
                  <a:lnTo>
                    <a:pt x="4747339" y="3513110"/>
                  </a:lnTo>
                  <a:lnTo>
                    <a:pt x="4666317" y="3529659"/>
                  </a:lnTo>
                  <a:lnTo>
                    <a:pt x="4591337" y="3543182"/>
                  </a:lnTo>
                  <a:lnTo>
                    <a:pt x="4525741" y="3553708"/>
                  </a:lnTo>
                  <a:lnTo>
                    <a:pt x="4472267" y="3561393"/>
                  </a:lnTo>
                  <a:lnTo>
                    <a:pt x="4432486" y="3566541"/>
                  </a:lnTo>
                  <a:lnTo>
                    <a:pt x="4406421" y="3569591"/>
                  </a:lnTo>
                  <a:lnTo>
                    <a:pt x="4392442" y="3571077"/>
                  </a:lnTo>
                  <a:lnTo>
                    <a:pt x="4387401" y="3571565"/>
                  </a:lnTo>
                  <a:lnTo>
                    <a:pt x="4386855" y="3571614"/>
                  </a:lnTo>
                  <a:lnTo>
                    <a:pt x="3848118" y="3571614"/>
                  </a:lnTo>
                  <a:lnTo>
                    <a:pt x="3846816" y="3571618"/>
                  </a:lnTo>
                  <a:lnTo>
                    <a:pt x="3838318" y="3571643"/>
                  </a:lnTo>
                  <a:lnTo>
                    <a:pt x="3817136" y="3571715"/>
                  </a:lnTo>
                  <a:lnTo>
                    <a:pt x="3779872" y="3571856"/>
                  </a:lnTo>
                  <a:lnTo>
                    <a:pt x="3725553" y="3572086"/>
                  </a:lnTo>
                  <a:lnTo>
                    <a:pt x="3655642" y="3572419"/>
                  </a:lnTo>
                  <a:lnTo>
                    <a:pt x="3573555" y="3572865"/>
                  </a:lnTo>
                  <a:lnTo>
                    <a:pt x="3483773" y="3573423"/>
                  </a:lnTo>
                  <a:lnTo>
                    <a:pt x="3390883" y="3574094"/>
                  </a:lnTo>
                  <a:lnTo>
                    <a:pt x="3298815" y="3574873"/>
                  </a:lnTo>
                  <a:lnTo>
                    <a:pt x="3210453" y="3575760"/>
                  </a:lnTo>
                  <a:lnTo>
                    <a:pt x="3127565" y="3576759"/>
                  </a:lnTo>
                  <a:lnTo>
                    <a:pt x="3050946" y="3577877"/>
                  </a:lnTo>
                  <a:lnTo>
                    <a:pt x="2980654" y="3579126"/>
                  </a:lnTo>
                  <a:lnTo>
                    <a:pt x="2916242" y="3580526"/>
                  </a:lnTo>
                  <a:lnTo>
                    <a:pt x="2856958" y="3582098"/>
                  </a:lnTo>
                  <a:lnTo>
                    <a:pt x="2801885" y="3583868"/>
                  </a:lnTo>
                  <a:lnTo>
                    <a:pt x="2750055" y="3585860"/>
                  </a:lnTo>
                  <a:lnTo>
                    <a:pt x="2700537" y="3588097"/>
                  </a:lnTo>
                  <a:lnTo>
                    <a:pt x="2667772" y="3589762"/>
                  </a:lnTo>
                  <a:lnTo>
                    <a:pt x="2615054" y="3592745"/>
                  </a:lnTo>
                  <a:lnTo>
                    <a:pt x="2562839" y="3596052"/>
                  </a:lnTo>
                  <a:lnTo>
                    <a:pt x="2510536" y="3599687"/>
                  </a:lnTo>
                  <a:lnTo>
                    <a:pt x="2457755" y="3603641"/>
                  </a:lnTo>
                  <a:lnTo>
                    <a:pt x="2404285" y="3607891"/>
                  </a:lnTo>
                  <a:lnTo>
                    <a:pt x="2350069" y="3612398"/>
                  </a:lnTo>
                  <a:lnTo>
                    <a:pt x="2295183" y="3617109"/>
                  </a:lnTo>
                  <a:lnTo>
                    <a:pt x="2239806" y="3621960"/>
                  </a:lnTo>
                  <a:lnTo>
                    <a:pt x="2184192" y="3626876"/>
                  </a:lnTo>
                  <a:lnTo>
                    <a:pt x="2128626" y="3631779"/>
                  </a:lnTo>
                  <a:lnTo>
                    <a:pt x="2073387" y="3636592"/>
                  </a:lnTo>
                  <a:lnTo>
                    <a:pt x="2018708" y="3641242"/>
                  </a:lnTo>
                  <a:lnTo>
                    <a:pt x="1964738" y="3645669"/>
                  </a:lnTo>
                  <a:lnTo>
                    <a:pt x="1911510" y="3649824"/>
                  </a:lnTo>
                  <a:lnTo>
                    <a:pt x="1858919" y="3653674"/>
                  </a:lnTo>
                  <a:lnTo>
                    <a:pt x="1806697" y="3657201"/>
                  </a:lnTo>
                  <a:lnTo>
                    <a:pt x="1754392" y="3660399"/>
                  </a:lnTo>
                  <a:lnTo>
                    <a:pt x="1719082" y="3662356"/>
                  </a:lnTo>
                  <a:lnTo>
                    <a:pt x="1670666" y="3664765"/>
                  </a:lnTo>
                  <a:lnTo>
                    <a:pt x="1620504" y="3666922"/>
                  </a:lnTo>
                  <a:lnTo>
                    <a:pt x="1567741" y="3668840"/>
                  </a:lnTo>
                  <a:lnTo>
                    <a:pt x="1511424" y="3670544"/>
                  </a:lnTo>
                  <a:lnTo>
                    <a:pt x="1450593" y="3672058"/>
                  </a:lnTo>
                  <a:lnTo>
                    <a:pt x="1384370" y="3673407"/>
                  </a:lnTo>
                  <a:lnTo>
                    <a:pt x="1312081" y="3674613"/>
                  </a:lnTo>
                  <a:lnTo>
                    <a:pt x="1233418" y="3675692"/>
                  </a:lnTo>
                  <a:lnTo>
                    <a:pt x="1148649" y="3676654"/>
                  </a:lnTo>
                  <a:lnTo>
                    <a:pt x="1058857" y="3677507"/>
                  </a:lnTo>
                  <a:lnTo>
                    <a:pt x="966158" y="3678251"/>
                  </a:lnTo>
                  <a:lnTo>
                    <a:pt x="873792" y="3678886"/>
                  </a:lnTo>
                  <a:lnTo>
                    <a:pt x="785961" y="3679409"/>
                  </a:lnTo>
                  <a:lnTo>
                    <a:pt x="707315" y="3679818"/>
                  </a:lnTo>
                  <a:lnTo>
                    <a:pt x="642102" y="3680117"/>
                  </a:lnTo>
                  <a:lnTo>
                    <a:pt x="593194" y="3680317"/>
                  </a:lnTo>
                  <a:lnTo>
                    <a:pt x="561305" y="3680433"/>
                  </a:lnTo>
                  <a:lnTo>
                    <a:pt x="544660" y="3680487"/>
                  </a:lnTo>
                  <a:lnTo>
                    <a:pt x="539154" y="3680503"/>
                  </a:lnTo>
                  <a:lnTo>
                    <a:pt x="538736" y="3680505"/>
                  </a:lnTo>
                  <a:lnTo>
                    <a:pt x="0" y="3680505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36" name="pl2136"/>
            <p:cNvSpPr/>
            <p:nvPr/>
          </p:nvSpPr>
          <p:spPr>
            <a:xfrm>
              <a:off x="546595" y="2449151"/>
              <a:ext cx="8234974" cy="3680505"/>
            </a:xfrm>
            <a:custGeom>
              <a:avLst/>
              <a:pathLst>
                <a:path w="8234974" h="3680505">
                  <a:moveTo>
                    <a:pt x="0" y="3680505"/>
                  </a:moveTo>
                  <a:lnTo>
                    <a:pt x="538736" y="3680505"/>
                  </a:lnTo>
                  <a:lnTo>
                    <a:pt x="540039" y="3680501"/>
                  </a:lnTo>
                  <a:lnTo>
                    <a:pt x="548536" y="3680475"/>
                  </a:lnTo>
                  <a:lnTo>
                    <a:pt x="569719" y="3680403"/>
                  </a:lnTo>
                  <a:lnTo>
                    <a:pt x="606983" y="3680263"/>
                  </a:lnTo>
                  <a:lnTo>
                    <a:pt x="661302" y="3680033"/>
                  </a:lnTo>
                  <a:lnTo>
                    <a:pt x="731212" y="3679699"/>
                  </a:lnTo>
                  <a:lnTo>
                    <a:pt x="813300" y="3679254"/>
                  </a:lnTo>
                  <a:lnTo>
                    <a:pt x="903081" y="3678695"/>
                  </a:lnTo>
                  <a:lnTo>
                    <a:pt x="995972" y="3678025"/>
                  </a:lnTo>
                  <a:lnTo>
                    <a:pt x="1088040" y="3677246"/>
                  </a:lnTo>
                  <a:lnTo>
                    <a:pt x="1176401" y="3676358"/>
                  </a:lnTo>
                  <a:lnTo>
                    <a:pt x="1259290" y="3675360"/>
                  </a:lnTo>
                  <a:lnTo>
                    <a:pt x="1335909" y="3674242"/>
                  </a:lnTo>
                  <a:lnTo>
                    <a:pt x="1406201" y="3672992"/>
                  </a:lnTo>
                  <a:lnTo>
                    <a:pt x="1470612" y="3671592"/>
                  </a:lnTo>
                  <a:lnTo>
                    <a:pt x="1529897" y="3670020"/>
                  </a:lnTo>
                  <a:lnTo>
                    <a:pt x="1584970" y="3668251"/>
                  </a:lnTo>
                  <a:lnTo>
                    <a:pt x="1636800" y="3666258"/>
                  </a:lnTo>
                  <a:lnTo>
                    <a:pt x="1686317" y="3664022"/>
                  </a:lnTo>
                  <a:lnTo>
                    <a:pt x="1719082" y="3662356"/>
                  </a:lnTo>
                  <a:lnTo>
                    <a:pt x="1771801" y="3659373"/>
                  </a:lnTo>
                  <a:lnTo>
                    <a:pt x="1824015" y="3656067"/>
                  </a:lnTo>
                  <a:lnTo>
                    <a:pt x="1876319" y="3652432"/>
                  </a:lnTo>
                  <a:lnTo>
                    <a:pt x="1929100" y="3648478"/>
                  </a:lnTo>
                  <a:lnTo>
                    <a:pt x="1982570" y="3644228"/>
                  </a:lnTo>
                  <a:lnTo>
                    <a:pt x="2036786" y="3639721"/>
                  </a:lnTo>
                  <a:lnTo>
                    <a:pt x="2091672" y="3635009"/>
                  </a:lnTo>
                  <a:lnTo>
                    <a:pt x="2147048" y="3630158"/>
                  </a:lnTo>
                  <a:lnTo>
                    <a:pt x="2202663" y="3625242"/>
                  </a:lnTo>
                  <a:lnTo>
                    <a:pt x="2258229" y="3620339"/>
                  </a:lnTo>
                  <a:lnTo>
                    <a:pt x="2313468" y="3615527"/>
                  </a:lnTo>
                  <a:lnTo>
                    <a:pt x="2368147" y="3610876"/>
                  </a:lnTo>
                  <a:lnTo>
                    <a:pt x="2422117" y="3606449"/>
                  </a:lnTo>
                  <a:lnTo>
                    <a:pt x="2475345" y="3602294"/>
                  </a:lnTo>
                  <a:lnTo>
                    <a:pt x="2527936" y="3598444"/>
                  </a:lnTo>
                  <a:lnTo>
                    <a:pt x="2580158" y="3594918"/>
                  </a:lnTo>
                  <a:lnTo>
                    <a:pt x="2632462" y="3591720"/>
                  </a:lnTo>
                  <a:lnTo>
                    <a:pt x="2667772" y="3589762"/>
                  </a:lnTo>
                  <a:lnTo>
                    <a:pt x="2716189" y="3587353"/>
                  </a:lnTo>
                  <a:lnTo>
                    <a:pt x="2766351" y="3585197"/>
                  </a:lnTo>
                  <a:lnTo>
                    <a:pt x="2819114" y="3583278"/>
                  </a:lnTo>
                  <a:lnTo>
                    <a:pt x="2875431" y="3581575"/>
                  </a:lnTo>
                  <a:lnTo>
                    <a:pt x="2936262" y="3580061"/>
                  </a:lnTo>
                  <a:lnTo>
                    <a:pt x="3002485" y="3578711"/>
                  </a:lnTo>
                  <a:lnTo>
                    <a:pt x="3074774" y="3577505"/>
                  </a:lnTo>
                  <a:lnTo>
                    <a:pt x="3153436" y="3576427"/>
                  </a:lnTo>
                  <a:lnTo>
                    <a:pt x="3238205" y="3575464"/>
                  </a:lnTo>
                  <a:lnTo>
                    <a:pt x="3327998" y="3574612"/>
                  </a:lnTo>
                  <a:lnTo>
                    <a:pt x="3420697" y="3573867"/>
                  </a:lnTo>
                  <a:lnTo>
                    <a:pt x="3513063" y="3573232"/>
                  </a:lnTo>
                  <a:lnTo>
                    <a:pt x="3600893" y="3572710"/>
                  </a:lnTo>
                  <a:lnTo>
                    <a:pt x="3679540" y="3572301"/>
                  </a:lnTo>
                  <a:lnTo>
                    <a:pt x="3744753" y="3572001"/>
                  </a:lnTo>
                  <a:lnTo>
                    <a:pt x="3793660" y="3571802"/>
                  </a:lnTo>
                  <a:lnTo>
                    <a:pt x="3825550" y="3571686"/>
                  </a:lnTo>
                  <a:lnTo>
                    <a:pt x="3842194" y="3571631"/>
                  </a:lnTo>
                  <a:lnTo>
                    <a:pt x="3847701" y="3571615"/>
                  </a:lnTo>
                  <a:lnTo>
                    <a:pt x="3848118" y="3571614"/>
                  </a:lnTo>
                  <a:lnTo>
                    <a:pt x="4386855" y="3571614"/>
                  </a:lnTo>
                  <a:lnTo>
                    <a:pt x="4387816" y="3571527"/>
                  </a:lnTo>
                  <a:lnTo>
                    <a:pt x="4394128" y="3570906"/>
                  </a:lnTo>
                  <a:lnTo>
                    <a:pt x="4410026" y="3569188"/>
                  </a:lnTo>
                  <a:lnTo>
                    <a:pt x="4438410" y="3565809"/>
                  </a:lnTo>
                  <a:lnTo>
                    <a:pt x="4480625" y="3560247"/>
                  </a:lnTo>
                  <a:lnTo>
                    <a:pt x="4536363" y="3552085"/>
                  </a:lnTo>
                  <a:lnTo>
                    <a:pt x="4603816" y="3541044"/>
                  </a:lnTo>
                  <a:lnTo>
                    <a:pt x="4680098" y="3526993"/>
                  </a:lnTo>
                  <a:lnTo>
                    <a:pt x="4761820" y="3509920"/>
                  </a:lnTo>
                  <a:lnTo>
                    <a:pt x="4845656" y="3489880"/>
                  </a:lnTo>
                  <a:lnTo>
                    <a:pt x="4928763" y="3466937"/>
                  </a:lnTo>
                  <a:lnTo>
                    <a:pt x="5008998" y="3441113"/>
                  </a:lnTo>
                  <a:lnTo>
                    <a:pt x="5084966" y="3412347"/>
                  </a:lnTo>
                  <a:lnTo>
                    <a:pt x="5155938" y="3380480"/>
                  </a:lnTo>
                  <a:lnTo>
                    <a:pt x="5221718" y="3345239"/>
                  </a:lnTo>
                  <a:lnTo>
                    <a:pt x="5282499" y="3306242"/>
                  </a:lnTo>
                  <a:lnTo>
                    <a:pt x="5338735" y="3263006"/>
                  </a:lnTo>
                  <a:lnTo>
                    <a:pt x="5391037" y="3214964"/>
                  </a:lnTo>
                  <a:lnTo>
                    <a:pt x="5440094" y="3161501"/>
                  </a:lnTo>
                  <a:lnTo>
                    <a:pt x="5486618" y="3102006"/>
                  </a:lnTo>
                  <a:lnTo>
                    <a:pt x="5531287" y="3035977"/>
                  </a:lnTo>
                  <a:lnTo>
                    <a:pt x="5567201" y="2976345"/>
                  </a:lnTo>
                  <a:lnTo>
                    <a:pt x="5599422" y="2917984"/>
                  </a:lnTo>
                  <a:lnTo>
                    <a:pt x="5631350" y="2855725"/>
                  </a:lnTo>
                  <a:lnTo>
                    <a:pt x="5663151" y="2789490"/>
                  </a:lnTo>
                  <a:lnTo>
                    <a:pt x="5694958" y="2719250"/>
                  </a:lnTo>
                  <a:lnTo>
                    <a:pt x="5726872" y="2645034"/>
                  </a:lnTo>
                  <a:lnTo>
                    <a:pt x="5758973" y="2566932"/>
                  </a:lnTo>
                  <a:lnTo>
                    <a:pt x="5791312" y="2485101"/>
                  </a:lnTo>
                  <a:lnTo>
                    <a:pt x="5823921" y="2399765"/>
                  </a:lnTo>
                  <a:lnTo>
                    <a:pt x="5856809" y="2311219"/>
                  </a:lnTo>
                  <a:lnTo>
                    <a:pt x="5889968" y="2219821"/>
                  </a:lnTo>
                  <a:lnTo>
                    <a:pt x="5923374" y="2125993"/>
                  </a:lnTo>
                  <a:lnTo>
                    <a:pt x="5956986" y="2030213"/>
                  </a:lnTo>
                  <a:lnTo>
                    <a:pt x="5990755" y="1933003"/>
                  </a:lnTo>
                  <a:lnTo>
                    <a:pt x="6024621" y="1834922"/>
                  </a:lnTo>
                  <a:lnTo>
                    <a:pt x="6058520" y="1736548"/>
                  </a:lnTo>
                  <a:lnTo>
                    <a:pt x="6092386" y="1638468"/>
                  </a:lnTo>
                  <a:lnTo>
                    <a:pt x="6126155" y="1541260"/>
                  </a:lnTo>
                  <a:lnTo>
                    <a:pt x="6159767" y="1445482"/>
                  </a:lnTo>
                  <a:lnTo>
                    <a:pt x="6193173" y="1351658"/>
                  </a:lnTo>
                  <a:lnTo>
                    <a:pt x="6226332" y="1260264"/>
                  </a:lnTo>
                  <a:lnTo>
                    <a:pt x="6259220" y="1171721"/>
                  </a:lnTo>
                  <a:lnTo>
                    <a:pt x="6291828" y="1086391"/>
                  </a:lnTo>
                  <a:lnTo>
                    <a:pt x="6324167" y="1004565"/>
                  </a:lnTo>
                  <a:lnTo>
                    <a:pt x="6356267" y="926469"/>
                  </a:lnTo>
                  <a:lnTo>
                    <a:pt x="6388181" y="852258"/>
                  </a:lnTo>
                  <a:lnTo>
                    <a:pt x="6419988" y="782024"/>
                  </a:lnTo>
                  <a:lnTo>
                    <a:pt x="6451789" y="715795"/>
                  </a:lnTo>
                  <a:lnTo>
                    <a:pt x="6483718" y="653542"/>
                  </a:lnTo>
                  <a:lnTo>
                    <a:pt x="6515891" y="595269"/>
                  </a:lnTo>
                  <a:lnTo>
                    <a:pt x="6559483" y="523645"/>
                  </a:lnTo>
                  <a:lnTo>
                    <a:pt x="6604430" y="458782"/>
                  </a:lnTo>
                  <a:lnTo>
                    <a:pt x="6651345" y="400379"/>
                  </a:lnTo>
                  <a:lnTo>
                    <a:pt x="6700916" y="347906"/>
                  </a:lnTo>
                  <a:lnTo>
                    <a:pt x="6753854" y="300745"/>
                  </a:lnTo>
                  <a:lnTo>
                    <a:pt x="6810842" y="258286"/>
                  </a:lnTo>
                  <a:lnTo>
                    <a:pt x="6872468" y="219976"/>
                  </a:lnTo>
                  <a:lnTo>
                    <a:pt x="6939148" y="185347"/>
                  </a:lnTo>
                  <a:lnTo>
                    <a:pt x="7011017" y="154036"/>
                  </a:lnTo>
                  <a:lnTo>
                    <a:pt x="7087798" y="125792"/>
                  </a:lnTo>
                  <a:lnTo>
                    <a:pt x="7168655" y="100471"/>
                  </a:lnTo>
                  <a:lnTo>
                    <a:pt x="7252063" y="78031"/>
                  </a:lnTo>
                  <a:lnTo>
                    <a:pt x="7335754" y="58503"/>
                  </a:lnTo>
                  <a:lnTo>
                    <a:pt x="7416775" y="41954"/>
                  </a:lnTo>
                  <a:lnTo>
                    <a:pt x="7491756" y="28431"/>
                  </a:lnTo>
                  <a:lnTo>
                    <a:pt x="7557352" y="17905"/>
                  </a:lnTo>
                  <a:lnTo>
                    <a:pt x="7610826" y="10220"/>
                  </a:lnTo>
                  <a:lnTo>
                    <a:pt x="7650607" y="5072"/>
                  </a:lnTo>
                  <a:lnTo>
                    <a:pt x="7676672" y="2022"/>
                  </a:lnTo>
                  <a:lnTo>
                    <a:pt x="7690651" y="537"/>
                  </a:lnTo>
                  <a:lnTo>
                    <a:pt x="7695691" y="4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7" name="pl2137"/>
            <p:cNvSpPr/>
            <p:nvPr/>
          </p:nvSpPr>
          <p:spPr>
            <a:xfrm>
              <a:off x="546595" y="2443707"/>
              <a:ext cx="8234974" cy="3680505"/>
            </a:xfrm>
            <a:custGeom>
              <a:avLst/>
              <a:pathLst>
                <a:path w="8234974" h="3680505">
                  <a:moveTo>
                    <a:pt x="8234974" y="0"/>
                  </a:moveTo>
                  <a:lnTo>
                    <a:pt x="7696237" y="0"/>
                  </a:lnTo>
                  <a:lnTo>
                    <a:pt x="7695277" y="87"/>
                  </a:lnTo>
                  <a:lnTo>
                    <a:pt x="7688964" y="708"/>
                  </a:lnTo>
                  <a:lnTo>
                    <a:pt x="7673066" y="2425"/>
                  </a:lnTo>
                  <a:lnTo>
                    <a:pt x="7644683" y="5805"/>
                  </a:lnTo>
                  <a:lnTo>
                    <a:pt x="7602467" y="11366"/>
                  </a:lnTo>
                  <a:lnTo>
                    <a:pt x="7546729" y="19529"/>
                  </a:lnTo>
                  <a:lnTo>
                    <a:pt x="7479276" y="30570"/>
                  </a:lnTo>
                  <a:lnTo>
                    <a:pt x="7402994" y="44621"/>
                  </a:lnTo>
                  <a:lnTo>
                    <a:pt x="7321272" y="61694"/>
                  </a:lnTo>
                  <a:lnTo>
                    <a:pt x="7237436" y="81733"/>
                  </a:lnTo>
                  <a:lnTo>
                    <a:pt x="7154329" y="104676"/>
                  </a:lnTo>
                  <a:lnTo>
                    <a:pt x="7074094" y="130501"/>
                  </a:lnTo>
                  <a:lnTo>
                    <a:pt x="6998126" y="159266"/>
                  </a:lnTo>
                  <a:lnTo>
                    <a:pt x="6927155" y="191133"/>
                  </a:lnTo>
                  <a:lnTo>
                    <a:pt x="6861375" y="226375"/>
                  </a:lnTo>
                  <a:lnTo>
                    <a:pt x="6800593" y="265372"/>
                  </a:lnTo>
                  <a:lnTo>
                    <a:pt x="6744357" y="308608"/>
                  </a:lnTo>
                  <a:lnTo>
                    <a:pt x="6692056" y="356649"/>
                  </a:lnTo>
                  <a:lnTo>
                    <a:pt x="6642999" y="410113"/>
                  </a:lnTo>
                  <a:lnTo>
                    <a:pt x="6596475" y="469607"/>
                  </a:lnTo>
                  <a:lnTo>
                    <a:pt x="6551805" y="535636"/>
                  </a:lnTo>
                  <a:lnTo>
                    <a:pt x="6515891" y="595269"/>
                  </a:lnTo>
                  <a:lnTo>
                    <a:pt x="6483671" y="653630"/>
                  </a:lnTo>
                  <a:lnTo>
                    <a:pt x="6451743" y="715888"/>
                  </a:lnTo>
                  <a:lnTo>
                    <a:pt x="6419941" y="782123"/>
                  </a:lnTo>
                  <a:lnTo>
                    <a:pt x="6388135" y="852363"/>
                  </a:lnTo>
                  <a:lnTo>
                    <a:pt x="6356220" y="926580"/>
                  </a:lnTo>
                  <a:lnTo>
                    <a:pt x="6324120" y="1004682"/>
                  </a:lnTo>
                  <a:lnTo>
                    <a:pt x="6291780" y="1086513"/>
                  </a:lnTo>
                  <a:lnTo>
                    <a:pt x="6259172" y="1171848"/>
                  </a:lnTo>
                  <a:lnTo>
                    <a:pt x="6226284" y="1260395"/>
                  </a:lnTo>
                  <a:lnTo>
                    <a:pt x="6193124" y="1351793"/>
                  </a:lnTo>
                  <a:lnTo>
                    <a:pt x="6159719" y="1445621"/>
                  </a:lnTo>
                  <a:lnTo>
                    <a:pt x="6126106" y="1541401"/>
                  </a:lnTo>
                  <a:lnTo>
                    <a:pt x="6092337" y="1638610"/>
                  </a:lnTo>
                  <a:lnTo>
                    <a:pt x="6058471" y="1736691"/>
                  </a:lnTo>
                  <a:lnTo>
                    <a:pt x="6024572" y="1835065"/>
                  </a:lnTo>
                  <a:lnTo>
                    <a:pt x="5990706" y="1933146"/>
                  </a:lnTo>
                  <a:lnTo>
                    <a:pt x="5956937" y="2030353"/>
                  </a:lnTo>
                  <a:lnTo>
                    <a:pt x="5923325" y="2126131"/>
                  </a:lnTo>
                  <a:lnTo>
                    <a:pt x="5889920" y="2219956"/>
                  </a:lnTo>
                  <a:lnTo>
                    <a:pt x="5856761" y="2311350"/>
                  </a:lnTo>
                  <a:lnTo>
                    <a:pt x="5823873" y="2399892"/>
                  </a:lnTo>
                  <a:lnTo>
                    <a:pt x="5791265" y="2485222"/>
                  </a:lnTo>
                  <a:lnTo>
                    <a:pt x="5758926" y="2567048"/>
                  </a:lnTo>
                  <a:lnTo>
                    <a:pt x="5726826" y="2645145"/>
                  </a:lnTo>
                  <a:lnTo>
                    <a:pt x="5694911" y="2719355"/>
                  </a:lnTo>
                  <a:lnTo>
                    <a:pt x="5663105" y="2789590"/>
                  </a:lnTo>
                  <a:lnTo>
                    <a:pt x="5631304" y="2855819"/>
                  </a:lnTo>
                  <a:lnTo>
                    <a:pt x="5599375" y="2918071"/>
                  </a:lnTo>
                  <a:lnTo>
                    <a:pt x="5567201" y="2976345"/>
                  </a:lnTo>
                  <a:lnTo>
                    <a:pt x="5523609" y="3047968"/>
                  </a:lnTo>
                  <a:lnTo>
                    <a:pt x="5478663" y="3112831"/>
                  </a:lnTo>
                  <a:lnTo>
                    <a:pt x="5431748" y="3171234"/>
                  </a:lnTo>
                  <a:lnTo>
                    <a:pt x="5382177" y="3223708"/>
                  </a:lnTo>
                  <a:lnTo>
                    <a:pt x="5329238" y="3270868"/>
                  </a:lnTo>
                  <a:lnTo>
                    <a:pt x="5272250" y="3313327"/>
                  </a:lnTo>
                  <a:lnTo>
                    <a:pt x="5210625" y="3351637"/>
                  </a:lnTo>
                  <a:lnTo>
                    <a:pt x="5143945" y="3386266"/>
                  </a:lnTo>
                  <a:lnTo>
                    <a:pt x="5072075" y="3417577"/>
                  </a:lnTo>
                  <a:lnTo>
                    <a:pt x="4995294" y="3445821"/>
                  </a:lnTo>
                  <a:lnTo>
                    <a:pt x="4914438" y="3471142"/>
                  </a:lnTo>
                  <a:lnTo>
                    <a:pt x="4831029" y="3493582"/>
                  </a:lnTo>
                  <a:lnTo>
                    <a:pt x="4747339" y="3513110"/>
                  </a:lnTo>
                  <a:lnTo>
                    <a:pt x="4666317" y="3529659"/>
                  </a:lnTo>
                  <a:lnTo>
                    <a:pt x="4591337" y="3543182"/>
                  </a:lnTo>
                  <a:lnTo>
                    <a:pt x="4525741" y="3553708"/>
                  </a:lnTo>
                  <a:lnTo>
                    <a:pt x="4472267" y="3561393"/>
                  </a:lnTo>
                  <a:lnTo>
                    <a:pt x="4432486" y="3566541"/>
                  </a:lnTo>
                  <a:lnTo>
                    <a:pt x="4406421" y="3569591"/>
                  </a:lnTo>
                  <a:lnTo>
                    <a:pt x="4392442" y="3571077"/>
                  </a:lnTo>
                  <a:lnTo>
                    <a:pt x="4387401" y="3571565"/>
                  </a:lnTo>
                  <a:lnTo>
                    <a:pt x="4386855" y="3571614"/>
                  </a:lnTo>
                  <a:lnTo>
                    <a:pt x="3848118" y="3571614"/>
                  </a:lnTo>
                  <a:lnTo>
                    <a:pt x="3846816" y="3571618"/>
                  </a:lnTo>
                  <a:lnTo>
                    <a:pt x="3838318" y="3571643"/>
                  </a:lnTo>
                  <a:lnTo>
                    <a:pt x="3817136" y="3571715"/>
                  </a:lnTo>
                  <a:lnTo>
                    <a:pt x="3779872" y="3571856"/>
                  </a:lnTo>
                  <a:lnTo>
                    <a:pt x="3725553" y="3572086"/>
                  </a:lnTo>
                  <a:lnTo>
                    <a:pt x="3655642" y="3572419"/>
                  </a:lnTo>
                  <a:lnTo>
                    <a:pt x="3573555" y="3572865"/>
                  </a:lnTo>
                  <a:lnTo>
                    <a:pt x="3483773" y="3573423"/>
                  </a:lnTo>
                  <a:lnTo>
                    <a:pt x="3390883" y="3574094"/>
                  </a:lnTo>
                  <a:lnTo>
                    <a:pt x="3298815" y="3574873"/>
                  </a:lnTo>
                  <a:lnTo>
                    <a:pt x="3210453" y="3575760"/>
                  </a:lnTo>
                  <a:lnTo>
                    <a:pt x="3127565" y="3576759"/>
                  </a:lnTo>
                  <a:lnTo>
                    <a:pt x="3050946" y="3577877"/>
                  </a:lnTo>
                  <a:lnTo>
                    <a:pt x="2980654" y="3579126"/>
                  </a:lnTo>
                  <a:lnTo>
                    <a:pt x="2916242" y="3580526"/>
                  </a:lnTo>
                  <a:lnTo>
                    <a:pt x="2856958" y="3582098"/>
                  </a:lnTo>
                  <a:lnTo>
                    <a:pt x="2801885" y="3583868"/>
                  </a:lnTo>
                  <a:lnTo>
                    <a:pt x="2750055" y="3585860"/>
                  </a:lnTo>
                  <a:lnTo>
                    <a:pt x="2700537" y="3588097"/>
                  </a:lnTo>
                  <a:lnTo>
                    <a:pt x="2667772" y="3589762"/>
                  </a:lnTo>
                  <a:lnTo>
                    <a:pt x="2615054" y="3592745"/>
                  </a:lnTo>
                  <a:lnTo>
                    <a:pt x="2562839" y="3596052"/>
                  </a:lnTo>
                  <a:lnTo>
                    <a:pt x="2510536" y="3599687"/>
                  </a:lnTo>
                  <a:lnTo>
                    <a:pt x="2457755" y="3603641"/>
                  </a:lnTo>
                  <a:lnTo>
                    <a:pt x="2404285" y="3607891"/>
                  </a:lnTo>
                  <a:lnTo>
                    <a:pt x="2350069" y="3612398"/>
                  </a:lnTo>
                  <a:lnTo>
                    <a:pt x="2295183" y="3617109"/>
                  </a:lnTo>
                  <a:lnTo>
                    <a:pt x="2239806" y="3621960"/>
                  </a:lnTo>
                  <a:lnTo>
                    <a:pt x="2184192" y="3626876"/>
                  </a:lnTo>
                  <a:lnTo>
                    <a:pt x="2128626" y="3631779"/>
                  </a:lnTo>
                  <a:lnTo>
                    <a:pt x="2073387" y="3636592"/>
                  </a:lnTo>
                  <a:lnTo>
                    <a:pt x="2018708" y="3641242"/>
                  </a:lnTo>
                  <a:lnTo>
                    <a:pt x="1964738" y="3645669"/>
                  </a:lnTo>
                  <a:lnTo>
                    <a:pt x="1911510" y="3649824"/>
                  </a:lnTo>
                  <a:lnTo>
                    <a:pt x="1858919" y="3653674"/>
                  </a:lnTo>
                  <a:lnTo>
                    <a:pt x="1806697" y="3657201"/>
                  </a:lnTo>
                  <a:lnTo>
                    <a:pt x="1754392" y="3660399"/>
                  </a:lnTo>
                  <a:lnTo>
                    <a:pt x="1719082" y="3662356"/>
                  </a:lnTo>
                  <a:lnTo>
                    <a:pt x="1670666" y="3664765"/>
                  </a:lnTo>
                  <a:lnTo>
                    <a:pt x="1620504" y="3666922"/>
                  </a:lnTo>
                  <a:lnTo>
                    <a:pt x="1567741" y="3668840"/>
                  </a:lnTo>
                  <a:lnTo>
                    <a:pt x="1511424" y="3670544"/>
                  </a:lnTo>
                  <a:lnTo>
                    <a:pt x="1450593" y="3672058"/>
                  </a:lnTo>
                  <a:lnTo>
                    <a:pt x="1384370" y="3673407"/>
                  </a:lnTo>
                  <a:lnTo>
                    <a:pt x="1312081" y="3674613"/>
                  </a:lnTo>
                  <a:lnTo>
                    <a:pt x="1233418" y="3675692"/>
                  </a:lnTo>
                  <a:lnTo>
                    <a:pt x="1148649" y="3676654"/>
                  </a:lnTo>
                  <a:lnTo>
                    <a:pt x="1058857" y="3677507"/>
                  </a:lnTo>
                  <a:lnTo>
                    <a:pt x="966158" y="3678251"/>
                  </a:lnTo>
                  <a:lnTo>
                    <a:pt x="873792" y="3678886"/>
                  </a:lnTo>
                  <a:lnTo>
                    <a:pt x="785961" y="3679409"/>
                  </a:lnTo>
                  <a:lnTo>
                    <a:pt x="707315" y="3679818"/>
                  </a:lnTo>
                  <a:lnTo>
                    <a:pt x="642102" y="3680117"/>
                  </a:lnTo>
                  <a:lnTo>
                    <a:pt x="593194" y="3680317"/>
                  </a:lnTo>
                  <a:lnTo>
                    <a:pt x="561305" y="3680433"/>
                  </a:lnTo>
                  <a:lnTo>
                    <a:pt x="544660" y="3680487"/>
                  </a:lnTo>
                  <a:lnTo>
                    <a:pt x="539154" y="3680503"/>
                  </a:lnTo>
                  <a:lnTo>
                    <a:pt x="538736" y="3680505"/>
                  </a:lnTo>
                  <a:lnTo>
                    <a:pt x="0" y="36805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8" name="pg2138"/>
            <p:cNvSpPr/>
            <p:nvPr/>
          </p:nvSpPr>
          <p:spPr>
            <a:xfrm>
              <a:off x="546595" y="2166036"/>
              <a:ext cx="8234974" cy="3947287"/>
            </a:xfrm>
            <a:custGeom>
              <a:avLst/>
              <a:pathLst>
                <a:path w="8234974" h="3947287">
                  <a:moveTo>
                    <a:pt x="0" y="3947287"/>
                  </a:moveTo>
                  <a:lnTo>
                    <a:pt x="538736" y="3947287"/>
                  </a:lnTo>
                  <a:lnTo>
                    <a:pt x="540030" y="3947264"/>
                  </a:lnTo>
                  <a:lnTo>
                    <a:pt x="548469" y="3947097"/>
                  </a:lnTo>
                  <a:lnTo>
                    <a:pt x="569513" y="3946638"/>
                  </a:lnTo>
                  <a:lnTo>
                    <a:pt x="606546" y="3945738"/>
                  </a:lnTo>
                  <a:lnTo>
                    <a:pt x="660557" y="3944266"/>
                  </a:lnTo>
                  <a:lnTo>
                    <a:pt x="730116" y="3942128"/>
                  </a:lnTo>
                  <a:lnTo>
                    <a:pt x="811853" y="3939274"/>
                  </a:lnTo>
                  <a:lnTo>
                    <a:pt x="901325" y="3935692"/>
                  </a:lnTo>
                  <a:lnTo>
                    <a:pt x="993974" y="3931393"/>
                  </a:lnTo>
                  <a:lnTo>
                    <a:pt x="1085878" y="3926395"/>
                  </a:lnTo>
                  <a:lnTo>
                    <a:pt x="1174148" y="3920702"/>
                  </a:lnTo>
                  <a:lnTo>
                    <a:pt x="1257003" y="3914296"/>
                  </a:lnTo>
                  <a:lnTo>
                    <a:pt x="1333630" y="3907128"/>
                  </a:lnTo>
                  <a:lnTo>
                    <a:pt x="1403952" y="3899115"/>
                  </a:lnTo>
                  <a:lnTo>
                    <a:pt x="1468402" y="3890143"/>
                  </a:lnTo>
                  <a:lnTo>
                    <a:pt x="1527718" y="3880071"/>
                  </a:lnTo>
                  <a:lnTo>
                    <a:pt x="1582807" y="3868739"/>
                  </a:lnTo>
                  <a:lnTo>
                    <a:pt x="1634629" y="3855983"/>
                  </a:lnTo>
                  <a:lnTo>
                    <a:pt x="1684111" y="3841662"/>
                  </a:lnTo>
                  <a:lnTo>
                    <a:pt x="1719082" y="3830229"/>
                  </a:lnTo>
                  <a:lnTo>
                    <a:pt x="1769096" y="3812035"/>
                  </a:lnTo>
                  <a:lnTo>
                    <a:pt x="1818625" y="3791963"/>
                  </a:lnTo>
                  <a:lnTo>
                    <a:pt x="1868189" y="3769987"/>
                  </a:lnTo>
                  <a:lnTo>
                    <a:pt x="1918141" y="3746145"/>
                  </a:lnTo>
                  <a:lnTo>
                    <a:pt x="1968687" y="3720552"/>
                  </a:lnTo>
                  <a:lnTo>
                    <a:pt x="2019903" y="3693400"/>
                  </a:lnTo>
                  <a:lnTo>
                    <a:pt x="2071756" y="3664957"/>
                  </a:lnTo>
                  <a:lnTo>
                    <a:pt x="2124118" y="3635562"/>
                  </a:lnTo>
                  <a:lnTo>
                    <a:pt x="2176793" y="3605607"/>
                  </a:lnTo>
                  <a:lnTo>
                    <a:pt x="2229547" y="3575514"/>
                  </a:lnTo>
                  <a:lnTo>
                    <a:pt x="2282133" y="3545718"/>
                  </a:lnTo>
                  <a:lnTo>
                    <a:pt x="2334326" y="3516632"/>
                  </a:lnTo>
                  <a:lnTo>
                    <a:pt x="2385954" y="3488630"/>
                  </a:lnTo>
                  <a:lnTo>
                    <a:pt x="2436921" y="3462026"/>
                  </a:lnTo>
                  <a:lnTo>
                    <a:pt x="2487232" y="3437062"/>
                  </a:lnTo>
                  <a:lnTo>
                    <a:pt x="2537009" y="3413900"/>
                  </a:lnTo>
                  <a:lnTo>
                    <a:pt x="2586512" y="3392627"/>
                  </a:lnTo>
                  <a:lnTo>
                    <a:pt x="2636149" y="3373255"/>
                  </a:lnTo>
                  <a:lnTo>
                    <a:pt x="2667772" y="3361999"/>
                  </a:lnTo>
                  <a:lnTo>
                    <a:pt x="2716072" y="3346495"/>
                  </a:lnTo>
                  <a:lnTo>
                    <a:pt x="2766106" y="3332613"/>
                  </a:lnTo>
                  <a:lnTo>
                    <a:pt x="2818725" y="3320261"/>
                  </a:lnTo>
                  <a:lnTo>
                    <a:pt x="2874874" y="3309289"/>
                  </a:lnTo>
                  <a:lnTo>
                    <a:pt x="2935506" y="3299533"/>
                  </a:lnTo>
                  <a:lnTo>
                    <a:pt x="3001496" y="3290836"/>
                  </a:lnTo>
                  <a:lnTo>
                    <a:pt x="3073515" y="3283063"/>
                  </a:lnTo>
                  <a:lnTo>
                    <a:pt x="3151876" y="3276110"/>
                  </a:lnTo>
                  <a:lnTo>
                    <a:pt x="3236328" y="3269903"/>
                  </a:lnTo>
                  <a:lnTo>
                    <a:pt x="3325812" y="3264400"/>
                  </a:lnTo>
                  <a:lnTo>
                    <a:pt x="3418253" y="3259592"/>
                  </a:lnTo>
                  <a:lnTo>
                    <a:pt x="3510461" y="3255487"/>
                  </a:lnTo>
                  <a:lnTo>
                    <a:pt x="3598284" y="3252103"/>
                  </a:lnTo>
                  <a:lnTo>
                    <a:pt x="3677110" y="3249447"/>
                  </a:lnTo>
                  <a:lnTo>
                    <a:pt x="3742690" y="3247498"/>
                  </a:lnTo>
                  <a:lnTo>
                    <a:pt x="3792109" y="3246193"/>
                  </a:lnTo>
                  <a:lnTo>
                    <a:pt x="3824574" y="3245427"/>
                  </a:lnTo>
                  <a:lnTo>
                    <a:pt x="3841745" y="3245063"/>
                  </a:lnTo>
                  <a:lnTo>
                    <a:pt x="3847613" y="3244951"/>
                  </a:lnTo>
                  <a:lnTo>
                    <a:pt x="3848118" y="3244942"/>
                  </a:lnTo>
                  <a:lnTo>
                    <a:pt x="4386855" y="3244942"/>
                  </a:lnTo>
                  <a:lnTo>
                    <a:pt x="4387988" y="3244848"/>
                  </a:lnTo>
                  <a:lnTo>
                    <a:pt x="4395405" y="3244180"/>
                  </a:lnTo>
                  <a:lnTo>
                    <a:pt x="4413984" y="3242333"/>
                  </a:lnTo>
                  <a:lnTo>
                    <a:pt x="4446903" y="3238704"/>
                  </a:lnTo>
                  <a:lnTo>
                    <a:pt x="4495360" y="3232753"/>
                  </a:lnTo>
                  <a:lnTo>
                    <a:pt x="4558502" y="3224068"/>
                  </a:lnTo>
                  <a:lnTo>
                    <a:pt x="4633726" y="3212402"/>
                  </a:lnTo>
                  <a:lnTo>
                    <a:pt x="4717324" y="3197666"/>
                  </a:lnTo>
                  <a:lnTo>
                    <a:pt x="4805254" y="3179885"/>
                  </a:lnTo>
                  <a:lnTo>
                    <a:pt x="4893816" y="3159129"/>
                  </a:lnTo>
                  <a:lnTo>
                    <a:pt x="4980086" y="3135448"/>
                  </a:lnTo>
                  <a:lnTo>
                    <a:pt x="5062068" y="3108816"/>
                  </a:lnTo>
                  <a:lnTo>
                    <a:pt x="5138648" y="3079097"/>
                  </a:lnTo>
                  <a:lnTo>
                    <a:pt x="5209433" y="3046033"/>
                  </a:lnTo>
                  <a:lnTo>
                    <a:pt x="5274561" y="3009241"/>
                  </a:lnTo>
                  <a:lnTo>
                    <a:pt x="5334526" y="2968219"/>
                  </a:lnTo>
                  <a:lnTo>
                    <a:pt x="5390032" y="2922367"/>
                  </a:lnTo>
                  <a:lnTo>
                    <a:pt x="5441894" y="2871027"/>
                  </a:lnTo>
                  <a:lnTo>
                    <a:pt x="5490951" y="2813547"/>
                  </a:lnTo>
                  <a:lnTo>
                    <a:pt x="5538002" y="2749401"/>
                  </a:lnTo>
                  <a:lnTo>
                    <a:pt x="5567201" y="2705026"/>
                  </a:lnTo>
                  <a:lnTo>
                    <a:pt x="5600780" y="2649770"/>
                  </a:lnTo>
                  <a:lnTo>
                    <a:pt x="5634049" y="2590669"/>
                  </a:lnTo>
                  <a:lnTo>
                    <a:pt x="5667194" y="2527644"/>
                  </a:lnTo>
                  <a:lnTo>
                    <a:pt x="5700360" y="2460674"/>
                  </a:lnTo>
                  <a:lnTo>
                    <a:pt x="5733660" y="2389795"/>
                  </a:lnTo>
                  <a:lnTo>
                    <a:pt x="5767175" y="2315115"/>
                  </a:lnTo>
                  <a:lnTo>
                    <a:pt x="5800961" y="2236811"/>
                  </a:lnTo>
                  <a:lnTo>
                    <a:pt x="5835045" y="2155131"/>
                  </a:lnTo>
                  <a:lnTo>
                    <a:pt x="5869431" y="2070401"/>
                  </a:lnTo>
                  <a:lnTo>
                    <a:pt x="5904104" y="1983012"/>
                  </a:lnTo>
                  <a:lnTo>
                    <a:pt x="5939027" y="1893422"/>
                  </a:lnTo>
                  <a:lnTo>
                    <a:pt x="5974151" y="1802144"/>
                  </a:lnTo>
                  <a:lnTo>
                    <a:pt x="6009414" y="1709733"/>
                  </a:lnTo>
                  <a:lnTo>
                    <a:pt x="6044743" y="1616777"/>
                  </a:lnTo>
                  <a:lnTo>
                    <a:pt x="6080066" y="1523874"/>
                  </a:lnTo>
                  <a:lnTo>
                    <a:pt x="6115308" y="1431626"/>
                  </a:lnTo>
                  <a:lnTo>
                    <a:pt x="6150401" y="1340613"/>
                  </a:lnTo>
                  <a:lnTo>
                    <a:pt x="6185282" y="1251385"/>
                  </a:lnTo>
                  <a:lnTo>
                    <a:pt x="6219905" y="1164445"/>
                  </a:lnTo>
                  <a:lnTo>
                    <a:pt x="6254237" y="1080240"/>
                  </a:lnTo>
                  <a:lnTo>
                    <a:pt x="6288266" y="999149"/>
                  </a:lnTo>
                  <a:lnTo>
                    <a:pt x="6322000" y="921484"/>
                  </a:lnTo>
                  <a:lnTo>
                    <a:pt x="6355472" y="847480"/>
                  </a:lnTo>
                  <a:lnTo>
                    <a:pt x="6388740" y="777303"/>
                  </a:lnTo>
                  <a:lnTo>
                    <a:pt x="6421893" y="711046"/>
                  </a:lnTo>
                  <a:lnTo>
                    <a:pt x="6455049" y="648735"/>
                  </a:lnTo>
                  <a:lnTo>
                    <a:pt x="6488359" y="590337"/>
                  </a:lnTo>
                  <a:lnTo>
                    <a:pt x="6515891" y="545360"/>
                  </a:lnTo>
                  <a:lnTo>
                    <a:pt x="6562032" y="476840"/>
                  </a:lnTo>
                  <a:lnTo>
                    <a:pt x="6609727" y="415166"/>
                  </a:lnTo>
                  <a:lnTo>
                    <a:pt x="6659709" y="359992"/>
                  </a:lnTo>
                  <a:lnTo>
                    <a:pt x="6712800" y="310727"/>
                  </a:lnTo>
                  <a:lnTo>
                    <a:pt x="6769839" y="266708"/>
                  </a:lnTo>
                  <a:lnTo>
                    <a:pt x="6831610" y="227291"/>
                  </a:lnTo>
                  <a:lnTo>
                    <a:pt x="6898756" y="191908"/>
                  </a:lnTo>
                  <a:lnTo>
                    <a:pt x="6971658" y="160100"/>
                  </a:lnTo>
                  <a:lnTo>
                    <a:pt x="7050284" y="131528"/>
                  </a:lnTo>
                  <a:lnTo>
                    <a:pt x="7134000" y="105979"/>
                  </a:lnTo>
                  <a:lnTo>
                    <a:pt x="7221385" y="83361"/>
                  </a:lnTo>
                  <a:lnTo>
                    <a:pt x="7310102" y="63680"/>
                  </a:lnTo>
                  <a:lnTo>
                    <a:pt x="7396913" y="47000"/>
                  </a:lnTo>
                  <a:lnTo>
                    <a:pt x="7477930" y="33383"/>
                  </a:lnTo>
                  <a:lnTo>
                    <a:pt x="7549143" y="22820"/>
                  </a:lnTo>
                  <a:lnTo>
                    <a:pt x="7607159" y="15168"/>
                  </a:lnTo>
                  <a:lnTo>
                    <a:pt x="7649953" y="10118"/>
                  </a:lnTo>
                  <a:lnTo>
                    <a:pt x="7677405" y="7205"/>
                  </a:lnTo>
                  <a:lnTo>
                    <a:pt x="7691457" y="5858"/>
                  </a:lnTo>
                  <a:lnTo>
                    <a:pt x="7695940" y="5468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825" y="3239521"/>
                  </a:lnTo>
                  <a:lnTo>
                    <a:pt x="3838385" y="3239687"/>
                  </a:lnTo>
                  <a:lnTo>
                    <a:pt x="3817342" y="3240146"/>
                  </a:lnTo>
                  <a:lnTo>
                    <a:pt x="3780308" y="3241047"/>
                  </a:lnTo>
                  <a:lnTo>
                    <a:pt x="3726297" y="3242519"/>
                  </a:lnTo>
                  <a:lnTo>
                    <a:pt x="3656738" y="3244656"/>
                  </a:lnTo>
                  <a:lnTo>
                    <a:pt x="3575001" y="3247510"/>
                  </a:lnTo>
                  <a:lnTo>
                    <a:pt x="3485529" y="3251092"/>
                  </a:lnTo>
                  <a:lnTo>
                    <a:pt x="3392880" y="3255391"/>
                  </a:lnTo>
                  <a:lnTo>
                    <a:pt x="3300977" y="3260389"/>
                  </a:lnTo>
                  <a:lnTo>
                    <a:pt x="3212707" y="3266082"/>
                  </a:lnTo>
                  <a:lnTo>
                    <a:pt x="3129852" y="3272488"/>
                  </a:lnTo>
                  <a:lnTo>
                    <a:pt x="3053225" y="3279656"/>
                  </a:lnTo>
                  <a:lnTo>
                    <a:pt x="2982902" y="3287669"/>
                  </a:lnTo>
                  <a:lnTo>
                    <a:pt x="2918453" y="3296641"/>
                  </a:lnTo>
                  <a:lnTo>
                    <a:pt x="2859136" y="3306713"/>
                  </a:lnTo>
                  <a:lnTo>
                    <a:pt x="2804048" y="3318045"/>
                  </a:lnTo>
                  <a:lnTo>
                    <a:pt x="2752226" y="3330802"/>
                  </a:lnTo>
                  <a:lnTo>
                    <a:pt x="2702743" y="3345122"/>
                  </a:lnTo>
                  <a:lnTo>
                    <a:pt x="2667772" y="3356555"/>
                  </a:lnTo>
                  <a:lnTo>
                    <a:pt x="2617759" y="3374749"/>
                  </a:lnTo>
                  <a:lnTo>
                    <a:pt x="2568230" y="3394821"/>
                  </a:lnTo>
                  <a:lnTo>
                    <a:pt x="2518665" y="3416797"/>
                  </a:lnTo>
                  <a:lnTo>
                    <a:pt x="2468713" y="3440639"/>
                  </a:lnTo>
                  <a:lnTo>
                    <a:pt x="2418167" y="3466232"/>
                  </a:lnTo>
                  <a:lnTo>
                    <a:pt x="2366951" y="3493384"/>
                  </a:lnTo>
                  <a:lnTo>
                    <a:pt x="2315099" y="3521827"/>
                  </a:lnTo>
                  <a:lnTo>
                    <a:pt x="2262737" y="3551222"/>
                  </a:lnTo>
                  <a:lnTo>
                    <a:pt x="2210061" y="3581177"/>
                  </a:lnTo>
                  <a:lnTo>
                    <a:pt x="2157307" y="3611270"/>
                  </a:lnTo>
                  <a:lnTo>
                    <a:pt x="2104722" y="3641066"/>
                  </a:lnTo>
                  <a:lnTo>
                    <a:pt x="2052528" y="3670153"/>
                  </a:lnTo>
                  <a:lnTo>
                    <a:pt x="2000901" y="3698154"/>
                  </a:lnTo>
                  <a:lnTo>
                    <a:pt x="1949934" y="3724758"/>
                  </a:lnTo>
                  <a:lnTo>
                    <a:pt x="1899623" y="3749722"/>
                  </a:lnTo>
                  <a:lnTo>
                    <a:pt x="1849845" y="3772884"/>
                  </a:lnTo>
                  <a:lnTo>
                    <a:pt x="1800343" y="3794157"/>
                  </a:lnTo>
                  <a:lnTo>
                    <a:pt x="1750706" y="3813529"/>
                  </a:lnTo>
                  <a:lnTo>
                    <a:pt x="1719082" y="3824785"/>
                  </a:lnTo>
                  <a:lnTo>
                    <a:pt x="1670783" y="3840289"/>
                  </a:lnTo>
                  <a:lnTo>
                    <a:pt x="1620748" y="3854171"/>
                  </a:lnTo>
                  <a:lnTo>
                    <a:pt x="1568130" y="3866524"/>
                  </a:lnTo>
                  <a:lnTo>
                    <a:pt x="1511981" y="3877495"/>
                  </a:lnTo>
                  <a:lnTo>
                    <a:pt x="1451348" y="3887251"/>
                  </a:lnTo>
                  <a:lnTo>
                    <a:pt x="1385359" y="3895948"/>
                  </a:lnTo>
                  <a:lnTo>
                    <a:pt x="1313340" y="3903721"/>
                  </a:lnTo>
                  <a:lnTo>
                    <a:pt x="1234978" y="3910674"/>
                  </a:lnTo>
                  <a:lnTo>
                    <a:pt x="1150527" y="3916882"/>
                  </a:lnTo>
                  <a:lnTo>
                    <a:pt x="1061043" y="3922384"/>
                  </a:lnTo>
                  <a:lnTo>
                    <a:pt x="968602" y="3927192"/>
                  </a:lnTo>
                  <a:lnTo>
                    <a:pt x="876394" y="3931297"/>
                  </a:lnTo>
                  <a:lnTo>
                    <a:pt x="788570" y="3934681"/>
                  </a:lnTo>
                  <a:lnTo>
                    <a:pt x="709745" y="3937337"/>
                  </a:lnTo>
                  <a:lnTo>
                    <a:pt x="644165" y="3939286"/>
                  </a:lnTo>
                  <a:lnTo>
                    <a:pt x="594745" y="3940591"/>
                  </a:lnTo>
                  <a:lnTo>
                    <a:pt x="562281" y="3941357"/>
                  </a:lnTo>
                  <a:lnTo>
                    <a:pt x="545109" y="3941721"/>
                  </a:lnTo>
                  <a:lnTo>
                    <a:pt x="539241" y="3941833"/>
                  </a:lnTo>
                  <a:lnTo>
                    <a:pt x="538736" y="3941842"/>
                  </a:lnTo>
                  <a:lnTo>
                    <a:pt x="0" y="3941842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39" name="pl2139"/>
            <p:cNvSpPr/>
            <p:nvPr/>
          </p:nvSpPr>
          <p:spPr>
            <a:xfrm>
              <a:off x="546595" y="2171480"/>
              <a:ext cx="8234974" cy="3941842"/>
            </a:xfrm>
            <a:custGeom>
              <a:avLst/>
              <a:pathLst>
                <a:path w="8234974" h="3941842">
                  <a:moveTo>
                    <a:pt x="0" y="3941842"/>
                  </a:moveTo>
                  <a:lnTo>
                    <a:pt x="538736" y="3941842"/>
                  </a:lnTo>
                  <a:lnTo>
                    <a:pt x="540030" y="3941819"/>
                  </a:lnTo>
                  <a:lnTo>
                    <a:pt x="548469" y="3941653"/>
                  </a:lnTo>
                  <a:lnTo>
                    <a:pt x="569513" y="3941194"/>
                  </a:lnTo>
                  <a:lnTo>
                    <a:pt x="606546" y="3940293"/>
                  </a:lnTo>
                  <a:lnTo>
                    <a:pt x="660557" y="3938821"/>
                  </a:lnTo>
                  <a:lnTo>
                    <a:pt x="730116" y="3936683"/>
                  </a:lnTo>
                  <a:lnTo>
                    <a:pt x="811853" y="3933830"/>
                  </a:lnTo>
                  <a:lnTo>
                    <a:pt x="901325" y="3930247"/>
                  </a:lnTo>
                  <a:lnTo>
                    <a:pt x="993974" y="3925949"/>
                  </a:lnTo>
                  <a:lnTo>
                    <a:pt x="1085878" y="3920950"/>
                  </a:lnTo>
                  <a:lnTo>
                    <a:pt x="1174148" y="3915258"/>
                  </a:lnTo>
                  <a:lnTo>
                    <a:pt x="1257003" y="3908852"/>
                  </a:lnTo>
                  <a:lnTo>
                    <a:pt x="1333630" y="3901684"/>
                  </a:lnTo>
                  <a:lnTo>
                    <a:pt x="1403952" y="3893670"/>
                  </a:lnTo>
                  <a:lnTo>
                    <a:pt x="1468402" y="3884699"/>
                  </a:lnTo>
                  <a:lnTo>
                    <a:pt x="1527718" y="3874627"/>
                  </a:lnTo>
                  <a:lnTo>
                    <a:pt x="1582807" y="3863295"/>
                  </a:lnTo>
                  <a:lnTo>
                    <a:pt x="1634629" y="3850538"/>
                  </a:lnTo>
                  <a:lnTo>
                    <a:pt x="1684111" y="3836218"/>
                  </a:lnTo>
                  <a:lnTo>
                    <a:pt x="1719082" y="3824785"/>
                  </a:lnTo>
                  <a:lnTo>
                    <a:pt x="1769096" y="3806591"/>
                  </a:lnTo>
                  <a:lnTo>
                    <a:pt x="1818625" y="3786519"/>
                  </a:lnTo>
                  <a:lnTo>
                    <a:pt x="1868189" y="3764542"/>
                  </a:lnTo>
                  <a:lnTo>
                    <a:pt x="1918141" y="3740701"/>
                  </a:lnTo>
                  <a:lnTo>
                    <a:pt x="1968687" y="3715107"/>
                  </a:lnTo>
                  <a:lnTo>
                    <a:pt x="2019903" y="3687955"/>
                  </a:lnTo>
                  <a:lnTo>
                    <a:pt x="2071756" y="3659513"/>
                  </a:lnTo>
                  <a:lnTo>
                    <a:pt x="2124118" y="3630118"/>
                  </a:lnTo>
                  <a:lnTo>
                    <a:pt x="2176793" y="3600162"/>
                  </a:lnTo>
                  <a:lnTo>
                    <a:pt x="2229547" y="3570070"/>
                  </a:lnTo>
                  <a:lnTo>
                    <a:pt x="2282133" y="3540273"/>
                  </a:lnTo>
                  <a:lnTo>
                    <a:pt x="2334326" y="3511187"/>
                  </a:lnTo>
                  <a:lnTo>
                    <a:pt x="2385954" y="3483185"/>
                  </a:lnTo>
                  <a:lnTo>
                    <a:pt x="2436921" y="3456582"/>
                  </a:lnTo>
                  <a:lnTo>
                    <a:pt x="2487232" y="3431618"/>
                  </a:lnTo>
                  <a:lnTo>
                    <a:pt x="2537009" y="3408456"/>
                  </a:lnTo>
                  <a:lnTo>
                    <a:pt x="2586512" y="3387182"/>
                  </a:lnTo>
                  <a:lnTo>
                    <a:pt x="2636149" y="3367811"/>
                  </a:lnTo>
                  <a:lnTo>
                    <a:pt x="2667772" y="3356555"/>
                  </a:lnTo>
                  <a:lnTo>
                    <a:pt x="2716072" y="3341051"/>
                  </a:lnTo>
                  <a:lnTo>
                    <a:pt x="2766106" y="3327168"/>
                  </a:lnTo>
                  <a:lnTo>
                    <a:pt x="2818725" y="3314816"/>
                  </a:lnTo>
                  <a:lnTo>
                    <a:pt x="2874874" y="3303845"/>
                  </a:lnTo>
                  <a:lnTo>
                    <a:pt x="2935506" y="3294088"/>
                  </a:lnTo>
                  <a:lnTo>
                    <a:pt x="3001496" y="3285391"/>
                  </a:lnTo>
                  <a:lnTo>
                    <a:pt x="3073515" y="3277619"/>
                  </a:lnTo>
                  <a:lnTo>
                    <a:pt x="3151876" y="3270666"/>
                  </a:lnTo>
                  <a:lnTo>
                    <a:pt x="3236328" y="3264458"/>
                  </a:lnTo>
                  <a:lnTo>
                    <a:pt x="3325812" y="3258956"/>
                  </a:lnTo>
                  <a:lnTo>
                    <a:pt x="3418253" y="3254147"/>
                  </a:lnTo>
                  <a:lnTo>
                    <a:pt x="3510461" y="3250042"/>
                  </a:lnTo>
                  <a:lnTo>
                    <a:pt x="3598284" y="3246658"/>
                  </a:lnTo>
                  <a:lnTo>
                    <a:pt x="3677110" y="3244003"/>
                  </a:lnTo>
                  <a:lnTo>
                    <a:pt x="3742690" y="3242054"/>
                  </a:lnTo>
                  <a:lnTo>
                    <a:pt x="3792109" y="3240749"/>
                  </a:lnTo>
                  <a:lnTo>
                    <a:pt x="3824574" y="3239983"/>
                  </a:lnTo>
                  <a:lnTo>
                    <a:pt x="3841745" y="3239619"/>
                  </a:lnTo>
                  <a:lnTo>
                    <a:pt x="3847613" y="3239506"/>
                  </a:lnTo>
                  <a:lnTo>
                    <a:pt x="3848118" y="3239497"/>
                  </a:lnTo>
                  <a:lnTo>
                    <a:pt x="4386855" y="3239497"/>
                  </a:lnTo>
                  <a:lnTo>
                    <a:pt x="4387988" y="3239404"/>
                  </a:lnTo>
                  <a:lnTo>
                    <a:pt x="4395405" y="3238736"/>
                  </a:lnTo>
                  <a:lnTo>
                    <a:pt x="4413984" y="3236889"/>
                  </a:lnTo>
                  <a:lnTo>
                    <a:pt x="4446903" y="3233260"/>
                  </a:lnTo>
                  <a:lnTo>
                    <a:pt x="4495360" y="3227309"/>
                  </a:lnTo>
                  <a:lnTo>
                    <a:pt x="4558502" y="3218624"/>
                  </a:lnTo>
                  <a:lnTo>
                    <a:pt x="4633726" y="3206958"/>
                  </a:lnTo>
                  <a:lnTo>
                    <a:pt x="4717324" y="3192221"/>
                  </a:lnTo>
                  <a:lnTo>
                    <a:pt x="4805254" y="3174440"/>
                  </a:lnTo>
                  <a:lnTo>
                    <a:pt x="4893816" y="3153685"/>
                  </a:lnTo>
                  <a:lnTo>
                    <a:pt x="4980086" y="3130004"/>
                  </a:lnTo>
                  <a:lnTo>
                    <a:pt x="5062068" y="3103371"/>
                  </a:lnTo>
                  <a:lnTo>
                    <a:pt x="5138648" y="3073652"/>
                  </a:lnTo>
                  <a:lnTo>
                    <a:pt x="5209433" y="3040589"/>
                  </a:lnTo>
                  <a:lnTo>
                    <a:pt x="5274561" y="3003797"/>
                  </a:lnTo>
                  <a:lnTo>
                    <a:pt x="5334526" y="2962774"/>
                  </a:lnTo>
                  <a:lnTo>
                    <a:pt x="5390032" y="2916923"/>
                  </a:lnTo>
                  <a:lnTo>
                    <a:pt x="5441894" y="2865583"/>
                  </a:lnTo>
                  <a:lnTo>
                    <a:pt x="5490951" y="2808102"/>
                  </a:lnTo>
                  <a:lnTo>
                    <a:pt x="5538002" y="2743957"/>
                  </a:lnTo>
                  <a:lnTo>
                    <a:pt x="5567201" y="2699581"/>
                  </a:lnTo>
                  <a:lnTo>
                    <a:pt x="5600780" y="2644325"/>
                  </a:lnTo>
                  <a:lnTo>
                    <a:pt x="5634049" y="2585224"/>
                  </a:lnTo>
                  <a:lnTo>
                    <a:pt x="5667194" y="2522200"/>
                  </a:lnTo>
                  <a:lnTo>
                    <a:pt x="5700360" y="2455229"/>
                  </a:lnTo>
                  <a:lnTo>
                    <a:pt x="5733660" y="2384351"/>
                  </a:lnTo>
                  <a:lnTo>
                    <a:pt x="5767175" y="2309671"/>
                  </a:lnTo>
                  <a:lnTo>
                    <a:pt x="5800961" y="2231366"/>
                  </a:lnTo>
                  <a:lnTo>
                    <a:pt x="5835045" y="2149687"/>
                  </a:lnTo>
                  <a:lnTo>
                    <a:pt x="5869431" y="2064956"/>
                  </a:lnTo>
                  <a:lnTo>
                    <a:pt x="5904104" y="1977567"/>
                  </a:lnTo>
                  <a:lnTo>
                    <a:pt x="5939027" y="1887978"/>
                  </a:lnTo>
                  <a:lnTo>
                    <a:pt x="5974151" y="1796699"/>
                  </a:lnTo>
                  <a:lnTo>
                    <a:pt x="6009414" y="1704289"/>
                  </a:lnTo>
                  <a:lnTo>
                    <a:pt x="6044743" y="1611332"/>
                  </a:lnTo>
                  <a:lnTo>
                    <a:pt x="6080066" y="1518430"/>
                  </a:lnTo>
                  <a:lnTo>
                    <a:pt x="6115308" y="1426181"/>
                  </a:lnTo>
                  <a:lnTo>
                    <a:pt x="6150401" y="1335169"/>
                  </a:lnTo>
                  <a:lnTo>
                    <a:pt x="6185282" y="1245941"/>
                  </a:lnTo>
                  <a:lnTo>
                    <a:pt x="6219905" y="1159001"/>
                  </a:lnTo>
                  <a:lnTo>
                    <a:pt x="6254237" y="1074795"/>
                  </a:lnTo>
                  <a:lnTo>
                    <a:pt x="6288266" y="993704"/>
                  </a:lnTo>
                  <a:lnTo>
                    <a:pt x="6322000" y="916039"/>
                  </a:lnTo>
                  <a:lnTo>
                    <a:pt x="6355472" y="842036"/>
                  </a:lnTo>
                  <a:lnTo>
                    <a:pt x="6388740" y="771859"/>
                  </a:lnTo>
                  <a:lnTo>
                    <a:pt x="6421893" y="705601"/>
                  </a:lnTo>
                  <a:lnTo>
                    <a:pt x="6455049" y="643290"/>
                  </a:lnTo>
                  <a:lnTo>
                    <a:pt x="6488359" y="584892"/>
                  </a:lnTo>
                  <a:lnTo>
                    <a:pt x="6515891" y="539916"/>
                  </a:lnTo>
                  <a:lnTo>
                    <a:pt x="6562032" y="471395"/>
                  </a:lnTo>
                  <a:lnTo>
                    <a:pt x="6609727" y="409722"/>
                  </a:lnTo>
                  <a:lnTo>
                    <a:pt x="6659709" y="354547"/>
                  </a:lnTo>
                  <a:lnTo>
                    <a:pt x="6712800" y="305283"/>
                  </a:lnTo>
                  <a:lnTo>
                    <a:pt x="6769839" y="261263"/>
                  </a:lnTo>
                  <a:lnTo>
                    <a:pt x="6831610" y="221846"/>
                  </a:lnTo>
                  <a:lnTo>
                    <a:pt x="6898756" y="186463"/>
                  </a:lnTo>
                  <a:lnTo>
                    <a:pt x="6971658" y="154655"/>
                  </a:lnTo>
                  <a:lnTo>
                    <a:pt x="7050284" y="126083"/>
                  </a:lnTo>
                  <a:lnTo>
                    <a:pt x="7134000" y="100534"/>
                  </a:lnTo>
                  <a:lnTo>
                    <a:pt x="7221385" y="77916"/>
                  </a:lnTo>
                  <a:lnTo>
                    <a:pt x="7310102" y="58236"/>
                  </a:lnTo>
                  <a:lnTo>
                    <a:pt x="7396913" y="41556"/>
                  </a:lnTo>
                  <a:lnTo>
                    <a:pt x="7477930" y="27939"/>
                  </a:lnTo>
                  <a:lnTo>
                    <a:pt x="7549143" y="17376"/>
                  </a:lnTo>
                  <a:lnTo>
                    <a:pt x="7607159" y="9724"/>
                  </a:lnTo>
                  <a:lnTo>
                    <a:pt x="7649953" y="4673"/>
                  </a:lnTo>
                  <a:lnTo>
                    <a:pt x="7677405" y="1760"/>
                  </a:lnTo>
                  <a:lnTo>
                    <a:pt x="7691457" y="414"/>
                  </a:lnTo>
                  <a:lnTo>
                    <a:pt x="7695940" y="23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0" name="pl2140"/>
            <p:cNvSpPr/>
            <p:nvPr/>
          </p:nvSpPr>
          <p:spPr>
            <a:xfrm>
              <a:off x="546595" y="2166036"/>
              <a:ext cx="8234974" cy="3941842"/>
            </a:xfrm>
            <a:custGeom>
              <a:avLst/>
              <a:pathLst>
                <a:path w="8234974" h="3941842">
                  <a:moveTo>
                    <a:pt x="8234974" y="0"/>
                  </a:moveTo>
                  <a:lnTo>
                    <a:pt x="7696237" y="0"/>
                  </a:lnTo>
                  <a:lnTo>
                    <a:pt x="7695104" y="93"/>
                  </a:lnTo>
                  <a:lnTo>
                    <a:pt x="7687688" y="761"/>
                  </a:lnTo>
                  <a:lnTo>
                    <a:pt x="7669108" y="2608"/>
                  </a:lnTo>
                  <a:lnTo>
                    <a:pt x="7636189" y="6237"/>
                  </a:lnTo>
                  <a:lnTo>
                    <a:pt x="7587733" y="12188"/>
                  </a:lnTo>
                  <a:lnTo>
                    <a:pt x="7524591" y="20873"/>
                  </a:lnTo>
                  <a:lnTo>
                    <a:pt x="7449366" y="32539"/>
                  </a:lnTo>
                  <a:lnTo>
                    <a:pt x="7365768" y="47276"/>
                  </a:lnTo>
                  <a:lnTo>
                    <a:pt x="7277839" y="65057"/>
                  </a:lnTo>
                  <a:lnTo>
                    <a:pt x="7189277" y="85812"/>
                  </a:lnTo>
                  <a:lnTo>
                    <a:pt x="7103006" y="109493"/>
                  </a:lnTo>
                  <a:lnTo>
                    <a:pt x="7021024" y="136126"/>
                  </a:lnTo>
                  <a:lnTo>
                    <a:pt x="6944444" y="165845"/>
                  </a:lnTo>
                  <a:lnTo>
                    <a:pt x="6873659" y="198908"/>
                  </a:lnTo>
                  <a:lnTo>
                    <a:pt x="6808531" y="235700"/>
                  </a:lnTo>
                  <a:lnTo>
                    <a:pt x="6748567" y="276722"/>
                  </a:lnTo>
                  <a:lnTo>
                    <a:pt x="6693060" y="322574"/>
                  </a:lnTo>
                  <a:lnTo>
                    <a:pt x="6641198" y="373914"/>
                  </a:lnTo>
                  <a:lnTo>
                    <a:pt x="6592141" y="431395"/>
                  </a:lnTo>
                  <a:lnTo>
                    <a:pt x="6545090" y="495540"/>
                  </a:lnTo>
                  <a:lnTo>
                    <a:pt x="6515891" y="539916"/>
                  </a:lnTo>
                  <a:lnTo>
                    <a:pt x="6482313" y="595172"/>
                  </a:lnTo>
                  <a:lnTo>
                    <a:pt x="6449043" y="654273"/>
                  </a:lnTo>
                  <a:lnTo>
                    <a:pt x="6415898" y="717297"/>
                  </a:lnTo>
                  <a:lnTo>
                    <a:pt x="6382732" y="784268"/>
                  </a:lnTo>
                  <a:lnTo>
                    <a:pt x="6349433" y="855146"/>
                  </a:lnTo>
                  <a:lnTo>
                    <a:pt x="6315917" y="929826"/>
                  </a:lnTo>
                  <a:lnTo>
                    <a:pt x="6282132" y="1008131"/>
                  </a:lnTo>
                  <a:lnTo>
                    <a:pt x="6248048" y="1089810"/>
                  </a:lnTo>
                  <a:lnTo>
                    <a:pt x="6213661" y="1174541"/>
                  </a:lnTo>
                  <a:lnTo>
                    <a:pt x="6178989" y="1261930"/>
                  </a:lnTo>
                  <a:lnTo>
                    <a:pt x="6144065" y="1351519"/>
                  </a:lnTo>
                  <a:lnTo>
                    <a:pt x="6108941" y="1442797"/>
                  </a:lnTo>
                  <a:lnTo>
                    <a:pt x="6073679" y="1535208"/>
                  </a:lnTo>
                  <a:lnTo>
                    <a:pt x="6038349" y="1628165"/>
                  </a:lnTo>
                  <a:lnTo>
                    <a:pt x="6003026" y="1721067"/>
                  </a:lnTo>
                  <a:lnTo>
                    <a:pt x="5967784" y="1813315"/>
                  </a:lnTo>
                  <a:lnTo>
                    <a:pt x="5932692" y="1904328"/>
                  </a:lnTo>
                  <a:lnTo>
                    <a:pt x="5897810" y="1993556"/>
                  </a:lnTo>
                  <a:lnTo>
                    <a:pt x="5863187" y="2080496"/>
                  </a:lnTo>
                  <a:lnTo>
                    <a:pt x="5828855" y="2164702"/>
                  </a:lnTo>
                  <a:lnTo>
                    <a:pt x="5794826" y="2245792"/>
                  </a:lnTo>
                  <a:lnTo>
                    <a:pt x="5761092" y="2323458"/>
                  </a:lnTo>
                  <a:lnTo>
                    <a:pt x="5727621" y="2397461"/>
                  </a:lnTo>
                  <a:lnTo>
                    <a:pt x="5694352" y="2467638"/>
                  </a:lnTo>
                  <a:lnTo>
                    <a:pt x="5661199" y="2533896"/>
                  </a:lnTo>
                  <a:lnTo>
                    <a:pt x="5628044" y="2596207"/>
                  </a:lnTo>
                  <a:lnTo>
                    <a:pt x="5594733" y="2654605"/>
                  </a:lnTo>
                  <a:lnTo>
                    <a:pt x="5567201" y="2699581"/>
                  </a:lnTo>
                  <a:lnTo>
                    <a:pt x="5521060" y="2768101"/>
                  </a:lnTo>
                  <a:lnTo>
                    <a:pt x="5473366" y="2829775"/>
                  </a:lnTo>
                  <a:lnTo>
                    <a:pt x="5423384" y="2884950"/>
                  </a:lnTo>
                  <a:lnTo>
                    <a:pt x="5370292" y="2934214"/>
                  </a:lnTo>
                  <a:lnTo>
                    <a:pt x="5313253" y="2978233"/>
                  </a:lnTo>
                  <a:lnTo>
                    <a:pt x="5251482" y="3017651"/>
                  </a:lnTo>
                  <a:lnTo>
                    <a:pt x="5184337" y="3053033"/>
                  </a:lnTo>
                  <a:lnTo>
                    <a:pt x="5111435" y="3084842"/>
                  </a:lnTo>
                  <a:lnTo>
                    <a:pt x="5032809" y="3113414"/>
                  </a:lnTo>
                  <a:lnTo>
                    <a:pt x="4949093" y="3138963"/>
                  </a:lnTo>
                  <a:lnTo>
                    <a:pt x="4861708" y="3161580"/>
                  </a:lnTo>
                  <a:lnTo>
                    <a:pt x="4772990" y="3181261"/>
                  </a:lnTo>
                  <a:lnTo>
                    <a:pt x="4686180" y="3197941"/>
                  </a:lnTo>
                  <a:lnTo>
                    <a:pt x="4605163" y="3211558"/>
                  </a:lnTo>
                  <a:lnTo>
                    <a:pt x="4533949" y="3222121"/>
                  </a:lnTo>
                  <a:lnTo>
                    <a:pt x="4475933" y="3229773"/>
                  </a:lnTo>
                  <a:lnTo>
                    <a:pt x="4433139" y="3234823"/>
                  </a:lnTo>
                  <a:lnTo>
                    <a:pt x="4405688" y="3237736"/>
                  </a:lnTo>
                  <a:lnTo>
                    <a:pt x="4391636" y="3239083"/>
                  </a:lnTo>
                  <a:lnTo>
                    <a:pt x="4387153" y="3239473"/>
                  </a:lnTo>
                  <a:lnTo>
                    <a:pt x="4386855" y="3239497"/>
                  </a:lnTo>
                  <a:lnTo>
                    <a:pt x="3848118" y="3239497"/>
                  </a:lnTo>
                  <a:lnTo>
                    <a:pt x="3846825" y="3239521"/>
                  </a:lnTo>
                  <a:lnTo>
                    <a:pt x="3838385" y="3239687"/>
                  </a:lnTo>
                  <a:lnTo>
                    <a:pt x="3817342" y="3240146"/>
                  </a:lnTo>
                  <a:lnTo>
                    <a:pt x="3780308" y="3241047"/>
                  </a:lnTo>
                  <a:lnTo>
                    <a:pt x="3726297" y="3242519"/>
                  </a:lnTo>
                  <a:lnTo>
                    <a:pt x="3656738" y="3244656"/>
                  </a:lnTo>
                  <a:lnTo>
                    <a:pt x="3575001" y="3247510"/>
                  </a:lnTo>
                  <a:lnTo>
                    <a:pt x="3485529" y="3251092"/>
                  </a:lnTo>
                  <a:lnTo>
                    <a:pt x="3392880" y="3255391"/>
                  </a:lnTo>
                  <a:lnTo>
                    <a:pt x="3300977" y="3260389"/>
                  </a:lnTo>
                  <a:lnTo>
                    <a:pt x="3212707" y="3266082"/>
                  </a:lnTo>
                  <a:lnTo>
                    <a:pt x="3129852" y="3272488"/>
                  </a:lnTo>
                  <a:lnTo>
                    <a:pt x="3053225" y="3279656"/>
                  </a:lnTo>
                  <a:lnTo>
                    <a:pt x="2982902" y="3287669"/>
                  </a:lnTo>
                  <a:lnTo>
                    <a:pt x="2918453" y="3296641"/>
                  </a:lnTo>
                  <a:lnTo>
                    <a:pt x="2859136" y="3306713"/>
                  </a:lnTo>
                  <a:lnTo>
                    <a:pt x="2804048" y="3318045"/>
                  </a:lnTo>
                  <a:lnTo>
                    <a:pt x="2752226" y="3330802"/>
                  </a:lnTo>
                  <a:lnTo>
                    <a:pt x="2702743" y="3345122"/>
                  </a:lnTo>
                  <a:lnTo>
                    <a:pt x="2667772" y="3356555"/>
                  </a:lnTo>
                  <a:lnTo>
                    <a:pt x="2617759" y="3374749"/>
                  </a:lnTo>
                  <a:lnTo>
                    <a:pt x="2568230" y="3394821"/>
                  </a:lnTo>
                  <a:lnTo>
                    <a:pt x="2518665" y="3416797"/>
                  </a:lnTo>
                  <a:lnTo>
                    <a:pt x="2468713" y="3440639"/>
                  </a:lnTo>
                  <a:lnTo>
                    <a:pt x="2418167" y="3466232"/>
                  </a:lnTo>
                  <a:lnTo>
                    <a:pt x="2366951" y="3493384"/>
                  </a:lnTo>
                  <a:lnTo>
                    <a:pt x="2315099" y="3521827"/>
                  </a:lnTo>
                  <a:lnTo>
                    <a:pt x="2262737" y="3551222"/>
                  </a:lnTo>
                  <a:lnTo>
                    <a:pt x="2210061" y="3581177"/>
                  </a:lnTo>
                  <a:lnTo>
                    <a:pt x="2157307" y="3611270"/>
                  </a:lnTo>
                  <a:lnTo>
                    <a:pt x="2104722" y="3641066"/>
                  </a:lnTo>
                  <a:lnTo>
                    <a:pt x="2052528" y="3670153"/>
                  </a:lnTo>
                  <a:lnTo>
                    <a:pt x="2000901" y="3698154"/>
                  </a:lnTo>
                  <a:lnTo>
                    <a:pt x="1949934" y="3724758"/>
                  </a:lnTo>
                  <a:lnTo>
                    <a:pt x="1899623" y="3749722"/>
                  </a:lnTo>
                  <a:lnTo>
                    <a:pt x="1849845" y="3772884"/>
                  </a:lnTo>
                  <a:lnTo>
                    <a:pt x="1800343" y="3794157"/>
                  </a:lnTo>
                  <a:lnTo>
                    <a:pt x="1750706" y="3813529"/>
                  </a:lnTo>
                  <a:lnTo>
                    <a:pt x="1719082" y="3824785"/>
                  </a:lnTo>
                  <a:lnTo>
                    <a:pt x="1670783" y="3840289"/>
                  </a:lnTo>
                  <a:lnTo>
                    <a:pt x="1620748" y="3854171"/>
                  </a:lnTo>
                  <a:lnTo>
                    <a:pt x="1568130" y="3866524"/>
                  </a:lnTo>
                  <a:lnTo>
                    <a:pt x="1511981" y="3877495"/>
                  </a:lnTo>
                  <a:lnTo>
                    <a:pt x="1451348" y="3887251"/>
                  </a:lnTo>
                  <a:lnTo>
                    <a:pt x="1385359" y="3895948"/>
                  </a:lnTo>
                  <a:lnTo>
                    <a:pt x="1313340" y="3903721"/>
                  </a:lnTo>
                  <a:lnTo>
                    <a:pt x="1234978" y="3910674"/>
                  </a:lnTo>
                  <a:lnTo>
                    <a:pt x="1150527" y="3916882"/>
                  </a:lnTo>
                  <a:lnTo>
                    <a:pt x="1061043" y="3922384"/>
                  </a:lnTo>
                  <a:lnTo>
                    <a:pt x="968602" y="3927192"/>
                  </a:lnTo>
                  <a:lnTo>
                    <a:pt x="876394" y="3931297"/>
                  </a:lnTo>
                  <a:lnTo>
                    <a:pt x="788570" y="3934681"/>
                  </a:lnTo>
                  <a:lnTo>
                    <a:pt x="709745" y="3937337"/>
                  </a:lnTo>
                  <a:lnTo>
                    <a:pt x="644165" y="3939286"/>
                  </a:lnTo>
                  <a:lnTo>
                    <a:pt x="594745" y="3940591"/>
                  </a:lnTo>
                  <a:lnTo>
                    <a:pt x="562281" y="3941357"/>
                  </a:lnTo>
                  <a:lnTo>
                    <a:pt x="545109" y="3941721"/>
                  </a:lnTo>
                  <a:lnTo>
                    <a:pt x="539241" y="3941833"/>
                  </a:lnTo>
                  <a:lnTo>
                    <a:pt x="538736" y="3941842"/>
                  </a:lnTo>
                  <a:lnTo>
                    <a:pt x="0" y="39418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1" name="pg2141"/>
            <p:cNvSpPr/>
            <p:nvPr/>
          </p:nvSpPr>
          <p:spPr>
            <a:xfrm>
              <a:off x="546595" y="3902842"/>
              <a:ext cx="8234974" cy="2205036"/>
            </a:xfrm>
            <a:custGeom>
              <a:avLst/>
              <a:pathLst>
                <a:path w="8234974" h="2205036">
                  <a:moveTo>
                    <a:pt x="0" y="2205036"/>
                  </a:moveTo>
                  <a:lnTo>
                    <a:pt x="538736" y="2205036"/>
                  </a:lnTo>
                  <a:lnTo>
                    <a:pt x="540028" y="2205010"/>
                  </a:lnTo>
                  <a:lnTo>
                    <a:pt x="548454" y="2204826"/>
                  </a:lnTo>
                  <a:lnTo>
                    <a:pt x="569465" y="2204318"/>
                  </a:lnTo>
                  <a:lnTo>
                    <a:pt x="606445" y="2203321"/>
                  </a:lnTo>
                  <a:lnTo>
                    <a:pt x="660384" y="2201692"/>
                  </a:lnTo>
                  <a:lnTo>
                    <a:pt x="729862" y="2199326"/>
                  </a:lnTo>
                  <a:lnTo>
                    <a:pt x="811517" y="2196168"/>
                  </a:lnTo>
                  <a:lnTo>
                    <a:pt x="900917" y="2192202"/>
                  </a:lnTo>
                  <a:lnTo>
                    <a:pt x="993510" y="2187443"/>
                  </a:lnTo>
                  <a:lnTo>
                    <a:pt x="1085374" y="2181910"/>
                  </a:lnTo>
                  <a:lnTo>
                    <a:pt x="1173623" y="2175607"/>
                  </a:lnTo>
                  <a:lnTo>
                    <a:pt x="1256470" y="2168515"/>
                  </a:lnTo>
                  <a:lnTo>
                    <a:pt x="1333098" y="2160580"/>
                  </a:lnTo>
                  <a:lnTo>
                    <a:pt x="1403428" y="2151709"/>
                  </a:lnTo>
                  <a:lnTo>
                    <a:pt x="1467886" y="2141778"/>
                  </a:lnTo>
                  <a:lnTo>
                    <a:pt x="1527210" y="2130631"/>
                  </a:lnTo>
                  <a:lnTo>
                    <a:pt x="1582303" y="2118090"/>
                  </a:lnTo>
                  <a:lnTo>
                    <a:pt x="1634123" y="2103973"/>
                  </a:lnTo>
                  <a:lnTo>
                    <a:pt x="1683598" y="2088126"/>
                  </a:lnTo>
                  <a:lnTo>
                    <a:pt x="1719082" y="2075274"/>
                  </a:lnTo>
                  <a:lnTo>
                    <a:pt x="1768554" y="2055337"/>
                  </a:lnTo>
                  <a:lnTo>
                    <a:pt x="1817546" y="2033363"/>
                  </a:lnTo>
                  <a:lnTo>
                    <a:pt x="1866564" y="2009324"/>
                  </a:lnTo>
                  <a:lnTo>
                    <a:pt x="1915952" y="1983259"/>
                  </a:lnTo>
                  <a:lnTo>
                    <a:pt x="1965915" y="1955288"/>
                  </a:lnTo>
                  <a:lnTo>
                    <a:pt x="2016533" y="1925611"/>
                  </a:lnTo>
                  <a:lnTo>
                    <a:pt x="2067779" y="1894514"/>
                  </a:lnTo>
                  <a:lnTo>
                    <a:pt x="2119535" y="1862354"/>
                  </a:lnTo>
                  <a:lnTo>
                    <a:pt x="2171617" y="1829547"/>
                  </a:lnTo>
                  <a:lnTo>
                    <a:pt x="2223800" y="1796545"/>
                  </a:lnTo>
                  <a:lnTo>
                    <a:pt x="2275843" y="1763814"/>
                  </a:lnTo>
                  <a:lnTo>
                    <a:pt x="2327527" y="1731801"/>
                  </a:lnTo>
                  <a:lnTo>
                    <a:pt x="2378676" y="1700915"/>
                  </a:lnTo>
                  <a:lnTo>
                    <a:pt x="2429186" y="1671501"/>
                  </a:lnTo>
                  <a:lnTo>
                    <a:pt x="2479046" y="1643831"/>
                  </a:lnTo>
                  <a:lnTo>
                    <a:pt x="2528355" y="1618092"/>
                  </a:lnTo>
                  <a:lnTo>
                    <a:pt x="2577341" y="1594391"/>
                  </a:lnTo>
                  <a:lnTo>
                    <a:pt x="2626372" y="1572756"/>
                  </a:lnTo>
                  <a:lnTo>
                    <a:pt x="2667772" y="1556229"/>
                  </a:lnTo>
                  <a:lnTo>
                    <a:pt x="2716045" y="1539051"/>
                  </a:lnTo>
                  <a:lnTo>
                    <a:pt x="2766049" y="1523669"/>
                  </a:lnTo>
                  <a:lnTo>
                    <a:pt x="2818635" y="1509982"/>
                  </a:lnTo>
                  <a:lnTo>
                    <a:pt x="2874744" y="1497824"/>
                  </a:lnTo>
                  <a:lnTo>
                    <a:pt x="2935331" y="1487012"/>
                  </a:lnTo>
                  <a:lnTo>
                    <a:pt x="3001266" y="1477373"/>
                  </a:lnTo>
                  <a:lnTo>
                    <a:pt x="3073222" y="1468758"/>
                  </a:lnTo>
                  <a:lnTo>
                    <a:pt x="3151514" y="1461051"/>
                  </a:lnTo>
                  <a:lnTo>
                    <a:pt x="3235891" y="1454170"/>
                  </a:lnTo>
                  <a:lnTo>
                    <a:pt x="3325303" y="1448069"/>
                  </a:lnTo>
                  <a:lnTo>
                    <a:pt x="3417684" y="1442737"/>
                  </a:lnTo>
                  <a:lnTo>
                    <a:pt x="3509854" y="1438184"/>
                  </a:lnTo>
                  <a:lnTo>
                    <a:pt x="3597676" y="1434430"/>
                  </a:lnTo>
                  <a:lnTo>
                    <a:pt x="3676542" y="1431482"/>
                  </a:lnTo>
                  <a:lnTo>
                    <a:pt x="3742207" y="1429316"/>
                  </a:lnTo>
                  <a:lnTo>
                    <a:pt x="3791745" y="1427865"/>
                  </a:lnTo>
                  <a:lnTo>
                    <a:pt x="3824343" y="1427011"/>
                  </a:lnTo>
                  <a:lnTo>
                    <a:pt x="3841638" y="1426604"/>
                  </a:lnTo>
                  <a:lnTo>
                    <a:pt x="3847591" y="1426478"/>
                  </a:lnTo>
                  <a:lnTo>
                    <a:pt x="3848118" y="1426467"/>
                  </a:lnTo>
                  <a:lnTo>
                    <a:pt x="4386855" y="1426467"/>
                  </a:lnTo>
                  <a:lnTo>
                    <a:pt x="4388121" y="1426421"/>
                  </a:lnTo>
                  <a:lnTo>
                    <a:pt x="4396383" y="1426093"/>
                  </a:lnTo>
                  <a:lnTo>
                    <a:pt x="4417000" y="1425185"/>
                  </a:lnTo>
                  <a:lnTo>
                    <a:pt x="4453325" y="1423402"/>
                  </a:lnTo>
                  <a:lnTo>
                    <a:pt x="4506387" y="1420488"/>
                  </a:lnTo>
                  <a:lnTo>
                    <a:pt x="4574861" y="1416252"/>
                  </a:lnTo>
                  <a:lnTo>
                    <a:pt x="4655512" y="1410591"/>
                  </a:lnTo>
                  <a:lnTo>
                    <a:pt x="4744021" y="1403478"/>
                  </a:lnTo>
                  <a:lnTo>
                    <a:pt x="4835913" y="1394934"/>
                  </a:lnTo>
                  <a:lnTo>
                    <a:pt x="4927298" y="1384993"/>
                  </a:lnTo>
                  <a:lnTo>
                    <a:pt x="5015273" y="1373670"/>
                  </a:lnTo>
                  <a:lnTo>
                    <a:pt x="5098016" y="1360930"/>
                  </a:lnTo>
                  <a:lnTo>
                    <a:pt x="5174661" y="1346681"/>
                  </a:lnTo>
                  <a:lnTo>
                    <a:pt x="5245075" y="1330767"/>
                  </a:lnTo>
                  <a:lnTo>
                    <a:pt x="5309641" y="1312968"/>
                  </a:lnTo>
                  <a:lnTo>
                    <a:pt x="5369059" y="1293011"/>
                  </a:lnTo>
                  <a:lnTo>
                    <a:pt x="5424201" y="1270579"/>
                  </a:lnTo>
                  <a:lnTo>
                    <a:pt x="5476005" y="1245348"/>
                  </a:lnTo>
                  <a:lnTo>
                    <a:pt x="5525388" y="1217031"/>
                  </a:lnTo>
                  <a:lnTo>
                    <a:pt x="5567201" y="1189630"/>
                  </a:lnTo>
                  <a:lnTo>
                    <a:pt x="5611664" y="1157117"/>
                  </a:lnTo>
                  <a:lnTo>
                    <a:pt x="5655692" y="1121614"/>
                  </a:lnTo>
                  <a:lnTo>
                    <a:pt x="5699672" y="1083070"/>
                  </a:lnTo>
                  <a:lnTo>
                    <a:pt x="5743880" y="1041512"/>
                  </a:lnTo>
                  <a:lnTo>
                    <a:pt x="5788499" y="997059"/>
                  </a:lnTo>
                  <a:lnTo>
                    <a:pt x="5833626" y="949928"/>
                  </a:lnTo>
                  <a:lnTo>
                    <a:pt x="5879285" y="900434"/>
                  </a:lnTo>
                  <a:lnTo>
                    <a:pt x="5925430" y="848987"/>
                  </a:lnTo>
                  <a:lnTo>
                    <a:pt x="5971964" y="796081"/>
                  </a:lnTo>
                  <a:lnTo>
                    <a:pt x="6018747" y="742276"/>
                  </a:lnTo>
                  <a:lnTo>
                    <a:pt x="6065615" y="688171"/>
                  </a:lnTo>
                  <a:lnTo>
                    <a:pt x="6112393" y="634382"/>
                  </a:lnTo>
                  <a:lnTo>
                    <a:pt x="6158918" y="581509"/>
                  </a:lnTo>
                  <a:lnTo>
                    <a:pt x="6205051" y="530109"/>
                  </a:lnTo>
                  <a:lnTo>
                    <a:pt x="6250696" y="480674"/>
                  </a:lnTo>
                  <a:lnTo>
                    <a:pt x="6295809" y="433611"/>
                  </a:lnTo>
                  <a:lnTo>
                    <a:pt x="6340415" y="389235"/>
                  </a:lnTo>
                  <a:lnTo>
                    <a:pt x="6384614" y="347757"/>
                  </a:lnTo>
                  <a:lnTo>
                    <a:pt x="6428591" y="309295"/>
                  </a:lnTo>
                  <a:lnTo>
                    <a:pt x="6472625" y="273875"/>
                  </a:lnTo>
                  <a:lnTo>
                    <a:pt x="6515891" y="242281"/>
                  </a:lnTo>
                  <a:lnTo>
                    <a:pt x="6563828" y="211132"/>
                  </a:lnTo>
                  <a:lnTo>
                    <a:pt x="6613469" y="183217"/>
                  </a:lnTo>
                  <a:lnTo>
                    <a:pt x="6665642" y="158356"/>
                  </a:lnTo>
                  <a:lnTo>
                    <a:pt x="6721272" y="136254"/>
                  </a:lnTo>
                  <a:lnTo>
                    <a:pt x="6781293" y="116586"/>
                  </a:lnTo>
                  <a:lnTo>
                    <a:pt x="6846564" y="99039"/>
                  </a:lnTo>
                  <a:lnTo>
                    <a:pt x="6917751" y="83345"/>
                  </a:lnTo>
                  <a:lnTo>
                    <a:pt x="6995185" y="69294"/>
                  </a:lnTo>
                  <a:lnTo>
                    <a:pt x="7078654" y="56737"/>
                  </a:lnTo>
                  <a:lnTo>
                    <a:pt x="7167181" y="45588"/>
                  </a:lnTo>
                  <a:lnTo>
                    <a:pt x="7258812" y="35823"/>
                  </a:lnTo>
                  <a:lnTo>
                    <a:pt x="7350510" y="27457"/>
                  </a:lnTo>
                  <a:lnTo>
                    <a:pt x="7438279" y="20526"/>
                  </a:lnTo>
                  <a:lnTo>
                    <a:pt x="7517619" y="15048"/>
                  </a:lnTo>
                  <a:lnTo>
                    <a:pt x="7584295" y="10986"/>
                  </a:lnTo>
                  <a:lnTo>
                    <a:pt x="7635273" y="8227"/>
                  </a:lnTo>
                  <a:lnTo>
                    <a:pt x="7669510" y="6570"/>
                  </a:lnTo>
                  <a:lnTo>
                    <a:pt x="7688340" y="5751"/>
                  </a:lnTo>
                  <a:lnTo>
                    <a:pt x="7695386" y="547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72" y="45"/>
                  </a:lnTo>
                  <a:lnTo>
                    <a:pt x="7686710" y="374"/>
                  </a:lnTo>
                  <a:lnTo>
                    <a:pt x="7666092" y="1282"/>
                  </a:lnTo>
                  <a:lnTo>
                    <a:pt x="7629767" y="3065"/>
                  </a:lnTo>
                  <a:lnTo>
                    <a:pt x="7576705" y="5979"/>
                  </a:lnTo>
                  <a:lnTo>
                    <a:pt x="7508231" y="10215"/>
                  </a:lnTo>
                  <a:lnTo>
                    <a:pt x="7427581" y="15876"/>
                  </a:lnTo>
                  <a:lnTo>
                    <a:pt x="7339072" y="22989"/>
                  </a:lnTo>
                  <a:lnTo>
                    <a:pt x="7247179" y="31533"/>
                  </a:lnTo>
                  <a:lnTo>
                    <a:pt x="7155795" y="41474"/>
                  </a:lnTo>
                  <a:lnTo>
                    <a:pt x="7067820" y="52797"/>
                  </a:lnTo>
                  <a:lnTo>
                    <a:pt x="6985076" y="65537"/>
                  </a:lnTo>
                  <a:lnTo>
                    <a:pt x="6908432" y="79786"/>
                  </a:lnTo>
                  <a:lnTo>
                    <a:pt x="6838017" y="95700"/>
                  </a:lnTo>
                  <a:lnTo>
                    <a:pt x="6773451" y="113499"/>
                  </a:lnTo>
                  <a:lnTo>
                    <a:pt x="6714033" y="133456"/>
                  </a:lnTo>
                  <a:lnTo>
                    <a:pt x="6658891" y="155888"/>
                  </a:lnTo>
                  <a:lnTo>
                    <a:pt x="6607087" y="181119"/>
                  </a:lnTo>
                  <a:lnTo>
                    <a:pt x="6557704" y="209436"/>
                  </a:lnTo>
                  <a:lnTo>
                    <a:pt x="6515891" y="236837"/>
                  </a:lnTo>
                  <a:lnTo>
                    <a:pt x="6471428" y="269350"/>
                  </a:lnTo>
                  <a:lnTo>
                    <a:pt x="6427400" y="304853"/>
                  </a:lnTo>
                  <a:lnTo>
                    <a:pt x="6383420" y="343397"/>
                  </a:lnTo>
                  <a:lnTo>
                    <a:pt x="6339212" y="384955"/>
                  </a:lnTo>
                  <a:lnTo>
                    <a:pt x="6294594" y="429408"/>
                  </a:lnTo>
                  <a:lnTo>
                    <a:pt x="6249466" y="476539"/>
                  </a:lnTo>
                  <a:lnTo>
                    <a:pt x="6203808" y="526033"/>
                  </a:lnTo>
                  <a:lnTo>
                    <a:pt x="6157662" y="577480"/>
                  </a:lnTo>
                  <a:lnTo>
                    <a:pt x="6111129" y="630385"/>
                  </a:lnTo>
                  <a:lnTo>
                    <a:pt x="6064345" y="684191"/>
                  </a:lnTo>
                  <a:lnTo>
                    <a:pt x="6017478" y="738296"/>
                  </a:lnTo>
                  <a:lnTo>
                    <a:pt x="5970699" y="792085"/>
                  </a:lnTo>
                  <a:lnTo>
                    <a:pt x="5924174" y="844958"/>
                  </a:lnTo>
                  <a:lnTo>
                    <a:pt x="5878041" y="896358"/>
                  </a:lnTo>
                  <a:lnTo>
                    <a:pt x="5832397" y="945793"/>
                  </a:lnTo>
                  <a:lnTo>
                    <a:pt x="5787284" y="992855"/>
                  </a:lnTo>
                  <a:lnTo>
                    <a:pt x="5742678" y="1037232"/>
                  </a:lnTo>
                  <a:lnTo>
                    <a:pt x="5698479" y="1078710"/>
                  </a:lnTo>
                  <a:lnTo>
                    <a:pt x="5654502" y="1117172"/>
                  </a:lnTo>
                  <a:lnTo>
                    <a:pt x="5610467" y="1152592"/>
                  </a:lnTo>
                  <a:lnTo>
                    <a:pt x="5567201" y="1184186"/>
                  </a:lnTo>
                  <a:lnTo>
                    <a:pt x="5519264" y="1215335"/>
                  </a:lnTo>
                  <a:lnTo>
                    <a:pt x="5469624" y="1243250"/>
                  </a:lnTo>
                  <a:lnTo>
                    <a:pt x="5417450" y="1268111"/>
                  </a:lnTo>
                  <a:lnTo>
                    <a:pt x="5361820" y="1290213"/>
                  </a:lnTo>
                  <a:lnTo>
                    <a:pt x="5301799" y="1309881"/>
                  </a:lnTo>
                  <a:lnTo>
                    <a:pt x="5236529" y="1327428"/>
                  </a:lnTo>
                  <a:lnTo>
                    <a:pt x="5165341" y="1343122"/>
                  </a:lnTo>
                  <a:lnTo>
                    <a:pt x="5087907" y="1357173"/>
                  </a:lnTo>
                  <a:lnTo>
                    <a:pt x="5004438" y="1369730"/>
                  </a:lnTo>
                  <a:lnTo>
                    <a:pt x="4915911" y="1380879"/>
                  </a:lnTo>
                  <a:lnTo>
                    <a:pt x="4824280" y="1390644"/>
                  </a:lnTo>
                  <a:lnTo>
                    <a:pt x="4732583" y="1399010"/>
                  </a:lnTo>
                  <a:lnTo>
                    <a:pt x="4644813" y="1405940"/>
                  </a:lnTo>
                  <a:lnTo>
                    <a:pt x="4565473" y="1411419"/>
                  </a:lnTo>
                  <a:lnTo>
                    <a:pt x="4498797" y="1415481"/>
                  </a:lnTo>
                  <a:lnTo>
                    <a:pt x="4447819" y="1418240"/>
                  </a:lnTo>
                  <a:lnTo>
                    <a:pt x="4413582" y="1419897"/>
                  </a:lnTo>
                  <a:lnTo>
                    <a:pt x="4394753" y="1420716"/>
                  </a:lnTo>
                  <a:lnTo>
                    <a:pt x="4387706" y="1420992"/>
                  </a:lnTo>
                  <a:lnTo>
                    <a:pt x="4386855" y="1421023"/>
                  </a:lnTo>
                  <a:lnTo>
                    <a:pt x="3848118" y="1421023"/>
                  </a:lnTo>
                  <a:lnTo>
                    <a:pt x="3846827" y="1421049"/>
                  </a:lnTo>
                  <a:lnTo>
                    <a:pt x="3838401" y="1421232"/>
                  </a:lnTo>
                  <a:lnTo>
                    <a:pt x="3817390" y="1421741"/>
                  </a:lnTo>
                  <a:lnTo>
                    <a:pt x="3780410" y="1422737"/>
                  </a:lnTo>
                  <a:lnTo>
                    <a:pt x="3726470" y="1424367"/>
                  </a:lnTo>
                  <a:lnTo>
                    <a:pt x="3656993" y="1426732"/>
                  </a:lnTo>
                  <a:lnTo>
                    <a:pt x="3575338" y="1429891"/>
                  </a:lnTo>
                  <a:lnTo>
                    <a:pt x="3485938" y="1433857"/>
                  </a:lnTo>
                  <a:lnTo>
                    <a:pt x="3393345" y="1438616"/>
                  </a:lnTo>
                  <a:lnTo>
                    <a:pt x="3301480" y="1444149"/>
                  </a:lnTo>
                  <a:lnTo>
                    <a:pt x="3213232" y="1450452"/>
                  </a:lnTo>
                  <a:lnTo>
                    <a:pt x="3130385" y="1457543"/>
                  </a:lnTo>
                  <a:lnTo>
                    <a:pt x="3053756" y="1465479"/>
                  </a:lnTo>
                  <a:lnTo>
                    <a:pt x="2983426" y="1474350"/>
                  </a:lnTo>
                  <a:lnTo>
                    <a:pt x="2918968" y="1484280"/>
                  </a:lnTo>
                  <a:lnTo>
                    <a:pt x="2859644" y="1495428"/>
                  </a:lnTo>
                  <a:lnTo>
                    <a:pt x="2804552" y="1507969"/>
                  </a:lnTo>
                  <a:lnTo>
                    <a:pt x="2752732" y="1522086"/>
                  </a:lnTo>
                  <a:lnTo>
                    <a:pt x="2703257" y="1537933"/>
                  </a:lnTo>
                  <a:lnTo>
                    <a:pt x="2667772" y="1550784"/>
                  </a:lnTo>
                  <a:lnTo>
                    <a:pt x="2618300" y="1570722"/>
                  </a:lnTo>
                  <a:lnTo>
                    <a:pt x="2569309" y="1592695"/>
                  </a:lnTo>
                  <a:lnTo>
                    <a:pt x="2520291" y="1616735"/>
                  </a:lnTo>
                  <a:lnTo>
                    <a:pt x="2470903" y="1642800"/>
                  </a:lnTo>
                  <a:lnTo>
                    <a:pt x="2420940" y="1670771"/>
                  </a:lnTo>
                  <a:lnTo>
                    <a:pt x="2370322" y="1700447"/>
                  </a:lnTo>
                  <a:lnTo>
                    <a:pt x="2319076" y="1731544"/>
                  </a:lnTo>
                  <a:lnTo>
                    <a:pt x="2267319" y="1763705"/>
                  </a:lnTo>
                  <a:lnTo>
                    <a:pt x="2215237" y="1796512"/>
                  </a:lnTo>
                  <a:lnTo>
                    <a:pt x="2163055" y="1829513"/>
                  </a:lnTo>
                  <a:lnTo>
                    <a:pt x="2111011" y="1862245"/>
                  </a:lnTo>
                  <a:lnTo>
                    <a:pt x="2059327" y="1894258"/>
                  </a:lnTo>
                  <a:lnTo>
                    <a:pt x="2008179" y="1925144"/>
                  </a:lnTo>
                  <a:lnTo>
                    <a:pt x="1957669" y="1954558"/>
                  </a:lnTo>
                  <a:lnTo>
                    <a:pt x="1907809" y="1982228"/>
                  </a:lnTo>
                  <a:lnTo>
                    <a:pt x="1858499" y="2007967"/>
                  </a:lnTo>
                  <a:lnTo>
                    <a:pt x="1809513" y="2031668"/>
                  </a:lnTo>
                  <a:lnTo>
                    <a:pt x="1760482" y="2053303"/>
                  </a:lnTo>
                  <a:lnTo>
                    <a:pt x="1719082" y="2069830"/>
                  </a:lnTo>
                  <a:lnTo>
                    <a:pt x="1670810" y="2087008"/>
                  </a:lnTo>
                  <a:lnTo>
                    <a:pt x="1620805" y="2102390"/>
                  </a:lnTo>
                  <a:lnTo>
                    <a:pt x="1568220" y="2116077"/>
                  </a:lnTo>
                  <a:lnTo>
                    <a:pt x="1512111" y="2128235"/>
                  </a:lnTo>
                  <a:lnTo>
                    <a:pt x="1451524" y="2139047"/>
                  </a:lnTo>
                  <a:lnTo>
                    <a:pt x="1385589" y="2148686"/>
                  </a:lnTo>
                  <a:lnTo>
                    <a:pt x="1313633" y="2157301"/>
                  </a:lnTo>
                  <a:lnTo>
                    <a:pt x="1235341" y="2165008"/>
                  </a:lnTo>
                  <a:lnTo>
                    <a:pt x="1150964" y="2171889"/>
                  </a:lnTo>
                  <a:lnTo>
                    <a:pt x="1061551" y="2177989"/>
                  </a:lnTo>
                  <a:lnTo>
                    <a:pt x="969171" y="2183321"/>
                  </a:lnTo>
                  <a:lnTo>
                    <a:pt x="877000" y="2187874"/>
                  </a:lnTo>
                  <a:lnTo>
                    <a:pt x="789179" y="2191629"/>
                  </a:lnTo>
                  <a:lnTo>
                    <a:pt x="710312" y="2194577"/>
                  </a:lnTo>
                  <a:lnTo>
                    <a:pt x="644648" y="2196742"/>
                  </a:lnTo>
                  <a:lnTo>
                    <a:pt x="595110" y="2198194"/>
                  </a:lnTo>
                  <a:lnTo>
                    <a:pt x="562512" y="2199048"/>
                  </a:lnTo>
                  <a:lnTo>
                    <a:pt x="545217" y="2199454"/>
                  </a:lnTo>
                  <a:lnTo>
                    <a:pt x="539263" y="2199581"/>
                  </a:lnTo>
                  <a:lnTo>
                    <a:pt x="538736" y="2199591"/>
                  </a:lnTo>
                  <a:lnTo>
                    <a:pt x="0" y="2199591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42" name="pl2142"/>
            <p:cNvSpPr/>
            <p:nvPr/>
          </p:nvSpPr>
          <p:spPr>
            <a:xfrm>
              <a:off x="546595" y="3908286"/>
              <a:ext cx="8234974" cy="2199591"/>
            </a:xfrm>
            <a:custGeom>
              <a:avLst/>
              <a:pathLst>
                <a:path w="8234974" h="2199591">
                  <a:moveTo>
                    <a:pt x="0" y="2199591"/>
                  </a:moveTo>
                  <a:lnTo>
                    <a:pt x="538736" y="2199591"/>
                  </a:lnTo>
                  <a:lnTo>
                    <a:pt x="540028" y="2199566"/>
                  </a:lnTo>
                  <a:lnTo>
                    <a:pt x="548454" y="2199382"/>
                  </a:lnTo>
                  <a:lnTo>
                    <a:pt x="569465" y="2198874"/>
                  </a:lnTo>
                  <a:lnTo>
                    <a:pt x="606445" y="2197877"/>
                  </a:lnTo>
                  <a:lnTo>
                    <a:pt x="660384" y="2196248"/>
                  </a:lnTo>
                  <a:lnTo>
                    <a:pt x="729862" y="2193882"/>
                  </a:lnTo>
                  <a:lnTo>
                    <a:pt x="811517" y="2190723"/>
                  </a:lnTo>
                  <a:lnTo>
                    <a:pt x="900917" y="2186758"/>
                  </a:lnTo>
                  <a:lnTo>
                    <a:pt x="993510" y="2181999"/>
                  </a:lnTo>
                  <a:lnTo>
                    <a:pt x="1085374" y="2176465"/>
                  </a:lnTo>
                  <a:lnTo>
                    <a:pt x="1173623" y="2170163"/>
                  </a:lnTo>
                  <a:lnTo>
                    <a:pt x="1256470" y="2163071"/>
                  </a:lnTo>
                  <a:lnTo>
                    <a:pt x="1333098" y="2155135"/>
                  </a:lnTo>
                  <a:lnTo>
                    <a:pt x="1403428" y="2146265"/>
                  </a:lnTo>
                  <a:lnTo>
                    <a:pt x="1467886" y="2136334"/>
                  </a:lnTo>
                  <a:lnTo>
                    <a:pt x="1527210" y="2125186"/>
                  </a:lnTo>
                  <a:lnTo>
                    <a:pt x="1582303" y="2112645"/>
                  </a:lnTo>
                  <a:lnTo>
                    <a:pt x="1634123" y="2098528"/>
                  </a:lnTo>
                  <a:lnTo>
                    <a:pt x="1683598" y="2082681"/>
                  </a:lnTo>
                  <a:lnTo>
                    <a:pt x="1719082" y="2069830"/>
                  </a:lnTo>
                  <a:lnTo>
                    <a:pt x="1768554" y="2049892"/>
                  </a:lnTo>
                  <a:lnTo>
                    <a:pt x="1817546" y="2027919"/>
                  </a:lnTo>
                  <a:lnTo>
                    <a:pt x="1866564" y="2003879"/>
                  </a:lnTo>
                  <a:lnTo>
                    <a:pt x="1915952" y="1977815"/>
                  </a:lnTo>
                  <a:lnTo>
                    <a:pt x="1965915" y="1949843"/>
                  </a:lnTo>
                  <a:lnTo>
                    <a:pt x="2016533" y="1920167"/>
                  </a:lnTo>
                  <a:lnTo>
                    <a:pt x="2067779" y="1889070"/>
                  </a:lnTo>
                  <a:lnTo>
                    <a:pt x="2119535" y="1856910"/>
                  </a:lnTo>
                  <a:lnTo>
                    <a:pt x="2171617" y="1824102"/>
                  </a:lnTo>
                  <a:lnTo>
                    <a:pt x="2223800" y="1791101"/>
                  </a:lnTo>
                  <a:lnTo>
                    <a:pt x="2275843" y="1758369"/>
                  </a:lnTo>
                  <a:lnTo>
                    <a:pt x="2327527" y="1726356"/>
                  </a:lnTo>
                  <a:lnTo>
                    <a:pt x="2378676" y="1695470"/>
                  </a:lnTo>
                  <a:lnTo>
                    <a:pt x="2429186" y="1666056"/>
                  </a:lnTo>
                  <a:lnTo>
                    <a:pt x="2479046" y="1638386"/>
                  </a:lnTo>
                  <a:lnTo>
                    <a:pt x="2528355" y="1612648"/>
                  </a:lnTo>
                  <a:lnTo>
                    <a:pt x="2577341" y="1588947"/>
                  </a:lnTo>
                  <a:lnTo>
                    <a:pt x="2626372" y="1567311"/>
                  </a:lnTo>
                  <a:lnTo>
                    <a:pt x="2667772" y="1550784"/>
                  </a:lnTo>
                  <a:lnTo>
                    <a:pt x="2716045" y="1533607"/>
                  </a:lnTo>
                  <a:lnTo>
                    <a:pt x="2766049" y="1518225"/>
                  </a:lnTo>
                  <a:lnTo>
                    <a:pt x="2818635" y="1504537"/>
                  </a:lnTo>
                  <a:lnTo>
                    <a:pt x="2874744" y="1492379"/>
                  </a:lnTo>
                  <a:lnTo>
                    <a:pt x="2935331" y="1481567"/>
                  </a:lnTo>
                  <a:lnTo>
                    <a:pt x="3001266" y="1471928"/>
                  </a:lnTo>
                  <a:lnTo>
                    <a:pt x="3073222" y="1463313"/>
                  </a:lnTo>
                  <a:lnTo>
                    <a:pt x="3151514" y="1455606"/>
                  </a:lnTo>
                  <a:lnTo>
                    <a:pt x="3235891" y="1448725"/>
                  </a:lnTo>
                  <a:lnTo>
                    <a:pt x="3325303" y="1442625"/>
                  </a:lnTo>
                  <a:lnTo>
                    <a:pt x="3417684" y="1437293"/>
                  </a:lnTo>
                  <a:lnTo>
                    <a:pt x="3509854" y="1432740"/>
                  </a:lnTo>
                  <a:lnTo>
                    <a:pt x="3597676" y="1428985"/>
                  </a:lnTo>
                  <a:lnTo>
                    <a:pt x="3676542" y="1426037"/>
                  </a:lnTo>
                  <a:lnTo>
                    <a:pt x="3742207" y="1423872"/>
                  </a:lnTo>
                  <a:lnTo>
                    <a:pt x="3791745" y="1422420"/>
                  </a:lnTo>
                  <a:lnTo>
                    <a:pt x="3824343" y="1421567"/>
                  </a:lnTo>
                  <a:lnTo>
                    <a:pt x="3841638" y="1421160"/>
                  </a:lnTo>
                  <a:lnTo>
                    <a:pt x="3847591" y="1421033"/>
                  </a:lnTo>
                  <a:lnTo>
                    <a:pt x="3848118" y="1421023"/>
                  </a:lnTo>
                  <a:lnTo>
                    <a:pt x="4386855" y="1421023"/>
                  </a:lnTo>
                  <a:lnTo>
                    <a:pt x="4388121" y="1420977"/>
                  </a:lnTo>
                  <a:lnTo>
                    <a:pt x="4396383" y="1420648"/>
                  </a:lnTo>
                  <a:lnTo>
                    <a:pt x="4417000" y="1419740"/>
                  </a:lnTo>
                  <a:lnTo>
                    <a:pt x="4453325" y="1417958"/>
                  </a:lnTo>
                  <a:lnTo>
                    <a:pt x="4506387" y="1415043"/>
                  </a:lnTo>
                  <a:lnTo>
                    <a:pt x="4574861" y="1410808"/>
                  </a:lnTo>
                  <a:lnTo>
                    <a:pt x="4655512" y="1405146"/>
                  </a:lnTo>
                  <a:lnTo>
                    <a:pt x="4744021" y="1398033"/>
                  </a:lnTo>
                  <a:lnTo>
                    <a:pt x="4835913" y="1389489"/>
                  </a:lnTo>
                  <a:lnTo>
                    <a:pt x="4927298" y="1379549"/>
                  </a:lnTo>
                  <a:lnTo>
                    <a:pt x="5015273" y="1368225"/>
                  </a:lnTo>
                  <a:lnTo>
                    <a:pt x="5098016" y="1355485"/>
                  </a:lnTo>
                  <a:lnTo>
                    <a:pt x="5174661" y="1341237"/>
                  </a:lnTo>
                  <a:lnTo>
                    <a:pt x="5245075" y="1325323"/>
                  </a:lnTo>
                  <a:lnTo>
                    <a:pt x="5309641" y="1307524"/>
                  </a:lnTo>
                  <a:lnTo>
                    <a:pt x="5369059" y="1287566"/>
                  </a:lnTo>
                  <a:lnTo>
                    <a:pt x="5424201" y="1265135"/>
                  </a:lnTo>
                  <a:lnTo>
                    <a:pt x="5476005" y="1239903"/>
                  </a:lnTo>
                  <a:lnTo>
                    <a:pt x="5525388" y="1211586"/>
                  </a:lnTo>
                  <a:lnTo>
                    <a:pt x="5567201" y="1184186"/>
                  </a:lnTo>
                  <a:lnTo>
                    <a:pt x="5611664" y="1151672"/>
                  </a:lnTo>
                  <a:lnTo>
                    <a:pt x="5655692" y="1116170"/>
                  </a:lnTo>
                  <a:lnTo>
                    <a:pt x="5699672" y="1077625"/>
                  </a:lnTo>
                  <a:lnTo>
                    <a:pt x="5743880" y="1036067"/>
                  </a:lnTo>
                  <a:lnTo>
                    <a:pt x="5788499" y="991615"/>
                  </a:lnTo>
                  <a:lnTo>
                    <a:pt x="5833626" y="944484"/>
                  </a:lnTo>
                  <a:lnTo>
                    <a:pt x="5879285" y="894989"/>
                  </a:lnTo>
                  <a:lnTo>
                    <a:pt x="5925430" y="843543"/>
                  </a:lnTo>
                  <a:lnTo>
                    <a:pt x="5971964" y="790637"/>
                  </a:lnTo>
                  <a:lnTo>
                    <a:pt x="6018747" y="736831"/>
                  </a:lnTo>
                  <a:lnTo>
                    <a:pt x="6065615" y="682727"/>
                  </a:lnTo>
                  <a:lnTo>
                    <a:pt x="6112393" y="628938"/>
                  </a:lnTo>
                  <a:lnTo>
                    <a:pt x="6158918" y="576064"/>
                  </a:lnTo>
                  <a:lnTo>
                    <a:pt x="6205051" y="524664"/>
                  </a:lnTo>
                  <a:lnTo>
                    <a:pt x="6250696" y="475229"/>
                  </a:lnTo>
                  <a:lnTo>
                    <a:pt x="6295809" y="428167"/>
                  </a:lnTo>
                  <a:lnTo>
                    <a:pt x="6340415" y="383790"/>
                  </a:lnTo>
                  <a:lnTo>
                    <a:pt x="6384614" y="342313"/>
                  </a:lnTo>
                  <a:lnTo>
                    <a:pt x="6428591" y="303851"/>
                  </a:lnTo>
                  <a:lnTo>
                    <a:pt x="6472625" y="268430"/>
                  </a:lnTo>
                  <a:lnTo>
                    <a:pt x="6515891" y="236837"/>
                  </a:lnTo>
                  <a:lnTo>
                    <a:pt x="6563828" y="205688"/>
                  </a:lnTo>
                  <a:lnTo>
                    <a:pt x="6613469" y="177772"/>
                  </a:lnTo>
                  <a:lnTo>
                    <a:pt x="6665642" y="152911"/>
                  </a:lnTo>
                  <a:lnTo>
                    <a:pt x="6721272" y="130810"/>
                  </a:lnTo>
                  <a:lnTo>
                    <a:pt x="6781293" y="111141"/>
                  </a:lnTo>
                  <a:lnTo>
                    <a:pt x="6846564" y="93594"/>
                  </a:lnTo>
                  <a:lnTo>
                    <a:pt x="6917751" y="77901"/>
                  </a:lnTo>
                  <a:lnTo>
                    <a:pt x="6995185" y="63850"/>
                  </a:lnTo>
                  <a:lnTo>
                    <a:pt x="7078654" y="51292"/>
                  </a:lnTo>
                  <a:lnTo>
                    <a:pt x="7167181" y="40144"/>
                  </a:lnTo>
                  <a:lnTo>
                    <a:pt x="7258812" y="30378"/>
                  </a:lnTo>
                  <a:lnTo>
                    <a:pt x="7350510" y="22013"/>
                  </a:lnTo>
                  <a:lnTo>
                    <a:pt x="7438279" y="15082"/>
                  </a:lnTo>
                  <a:lnTo>
                    <a:pt x="7517619" y="9603"/>
                  </a:lnTo>
                  <a:lnTo>
                    <a:pt x="7584295" y="5542"/>
                  </a:lnTo>
                  <a:lnTo>
                    <a:pt x="7635273" y="2782"/>
                  </a:lnTo>
                  <a:lnTo>
                    <a:pt x="7669510" y="1125"/>
                  </a:lnTo>
                  <a:lnTo>
                    <a:pt x="7688340" y="307"/>
                  </a:lnTo>
                  <a:lnTo>
                    <a:pt x="7695386" y="3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3" name="pl2143"/>
            <p:cNvSpPr/>
            <p:nvPr/>
          </p:nvSpPr>
          <p:spPr>
            <a:xfrm>
              <a:off x="546595" y="3902842"/>
              <a:ext cx="8234974" cy="2199591"/>
            </a:xfrm>
            <a:custGeom>
              <a:avLst/>
              <a:pathLst>
                <a:path w="8234974" h="2199591">
                  <a:moveTo>
                    <a:pt x="8234974" y="0"/>
                  </a:moveTo>
                  <a:lnTo>
                    <a:pt x="7696237" y="0"/>
                  </a:lnTo>
                  <a:lnTo>
                    <a:pt x="7694972" y="45"/>
                  </a:lnTo>
                  <a:lnTo>
                    <a:pt x="7686710" y="374"/>
                  </a:lnTo>
                  <a:lnTo>
                    <a:pt x="7666092" y="1282"/>
                  </a:lnTo>
                  <a:lnTo>
                    <a:pt x="7629767" y="3065"/>
                  </a:lnTo>
                  <a:lnTo>
                    <a:pt x="7576705" y="5979"/>
                  </a:lnTo>
                  <a:lnTo>
                    <a:pt x="7508231" y="10215"/>
                  </a:lnTo>
                  <a:lnTo>
                    <a:pt x="7427581" y="15876"/>
                  </a:lnTo>
                  <a:lnTo>
                    <a:pt x="7339072" y="22989"/>
                  </a:lnTo>
                  <a:lnTo>
                    <a:pt x="7247179" y="31533"/>
                  </a:lnTo>
                  <a:lnTo>
                    <a:pt x="7155795" y="41474"/>
                  </a:lnTo>
                  <a:lnTo>
                    <a:pt x="7067820" y="52797"/>
                  </a:lnTo>
                  <a:lnTo>
                    <a:pt x="6985076" y="65537"/>
                  </a:lnTo>
                  <a:lnTo>
                    <a:pt x="6908432" y="79786"/>
                  </a:lnTo>
                  <a:lnTo>
                    <a:pt x="6838017" y="95700"/>
                  </a:lnTo>
                  <a:lnTo>
                    <a:pt x="6773451" y="113499"/>
                  </a:lnTo>
                  <a:lnTo>
                    <a:pt x="6714033" y="133456"/>
                  </a:lnTo>
                  <a:lnTo>
                    <a:pt x="6658891" y="155888"/>
                  </a:lnTo>
                  <a:lnTo>
                    <a:pt x="6607087" y="181119"/>
                  </a:lnTo>
                  <a:lnTo>
                    <a:pt x="6557704" y="209436"/>
                  </a:lnTo>
                  <a:lnTo>
                    <a:pt x="6515891" y="236837"/>
                  </a:lnTo>
                  <a:lnTo>
                    <a:pt x="6471428" y="269350"/>
                  </a:lnTo>
                  <a:lnTo>
                    <a:pt x="6427400" y="304853"/>
                  </a:lnTo>
                  <a:lnTo>
                    <a:pt x="6383420" y="343397"/>
                  </a:lnTo>
                  <a:lnTo>
                    <a:pt x="6339212" y="384955"/>
                  </a:lnTo>
                  <a:lnTo>
                    <a:pt x="6294594" y="429408"/>
                  </a:lnTo>
                  <a:lnTo>
                    <a:pt x="6249466" y="476539"/>
                  </a:lnTo>
                  <a:lnTo>
                    <a:pt x="6203808" y="526033"/>
                  </a:lnTo>
                  <a:lnTo>
                    <a:pt x="6157662" y="577480"/>
                  </a:lnTo>
                  <a:lnTo>
                    <a:pt x="6111129" y="630385"/>
                  </a:lnTo>
                  <a:lnTo>
                    <a:pt x="6064345" y="684191"/>
                  </a:lnTo>
                  <a:lnTo>
                    <a:pt x="6017478" y="738296"/>
                  </a:lnTo>
                  <a:lnTo>
                    <a:pt x="5970699" y="792085"/>
                  </a:lnTo>
                  <a:lnTo>
                    <a:pt x="5924174" y="844958"/>
                  </a:lnTo>
                  <a:lnTo>
                    <a:pt x="5878041" y="896358"/>
                  </a:lnTo>
                  <a:lnTo>
                    <a:pt x="5832397" y="945793"/>
                  </a:lnTo>
                  <a:lnTo>
                    <a:pt x="5787284" y="992855"/>
                  </a:lnTo>
                  <a:lnTo>
                    <a:pt x="5742678" y="1037232"/>
                  </a:lnTo>
                  <a:lnTo>
                    <a:pt x="5698479" y="1078710"/>
                  </a:lnTo>
                  <a:lnTo>
                    <a:pt x="5654502" y="1117172"/>
                  </a:lnTo>
                  <a:lnTo>
                    <a:pt x="5610467" y="1152592"/>
                  </a:lnTo>
                  <a:lnTo>
                    <a:pt x="5567201" y="1184186"/>
                  </a:lnTo>
                  <a:lnTo>
                    <a:pt x="5519264" y="1215335"/>
                  </a:lnTo>
                  <a:lnTo>
                    <a:pt x="5469624" y="1243250"/>
                  </a:lnTo>
                  <a:lnTo>
                    <a:pt x="5417450" y="1268111"/>
                  </a:lnTo>
                  <a:lnTo>
                    <a:pt x="5361820" y="1290213"/>
                  </a:lnTo>
                  <a:lnTo>
                    <a:pt x="5301799" y="1309881"/>
                  </a:lnTo>
                  <a:lnTo>
                    <a:pt x="5236529" y="1327428"/>
                  </a:lnTo>
                  <a:lnTo>
                    <a:pt x="5165341" y="1343122"/>
                  </a:lnTo>
                  <a:lnTo>
                    <a:pt x="5087907" y="1357173"/>
                  </a:lnTo>
                  <a:lnTo>
                    <a:pt x="5004438" y="1369730"/>
                  </a:lnTo>
                  <a:lnTo>
                    <a:pt x="4915911" y="1380879"/>
                  </a:lnTo>
                  <a:lnTo>
                    <a:pt x="4824280" y="1390644"/>
                  </a:lnTo>
                  <a:lnTo>
                    <a:pt x="4732583" y="1399010"/>
                  </a:lnTo>
                  <a:lnTo>
                    <a:pt x="4644813" y="1405940"/>
                  </a:lnTo>
                  <a:lnTo>
                    <a:pt x="4565473" y="1411419"/>
                  </a:lnTo>
                  <a:lnTo>
                    <a:pt x="4498797" y="1415481"/>
                  </a:lnTo>
                  <a:lnTo>
                    <a:pt x="4447819" y="1418240"/>
                  </a:lnTo>
                  <a:lnTo>
                    <a:pt x="4413582" y="1419897"/>
                  </a:lnTo>
                  <a:lnTo>
                    <a:pt x="4394753" y="1420716"/>
                  </a:lnTo>
                  <a:lnTo>
                    <a:pt x="4387706" y="1420992"/>
                  </a:lnTo>
                  <a:lnTo>
                    <a:pt x="4386855" y="1421023"/>
                  </a:lnTo>
                  <a:lnTo>
                    <a:pt x="3848118" y="1421023"/>
                  </a:lnTo>
                  <a:lnTo>
                    <a:pt x="3846827" y="1421049"/>
                  </a:lnTo>
                  <a:lnTo>
                    <a:pt x="3838401" y="1421232"/>
                  </a:lnTo>
                  <a:lnTo>
                    <a:pt x="3817390" y="1421741"/>
                  </a:lnTo>
                  <a:lnTo>
                    <a:pt x="3780410" y="1422737"/>
                  </a:lnTo>
                  <a:lnTo>
                    <a:pt x="3726470" y="1424367"/>
                  </a:lnTo>
                  <a:lnTo>
                    <a:pt x="3656993" y="1426732"/>
                  </a:lnTo>
                  <a:lnTo>
                    <a:pt x="3575338" y="1429891"/>
                  </a:lnTo>
                  <a:lnTo>
                    <a:pt x="3485938" y="1433857"/>
                  </a:lnTo>
                  <a:lnTo>
                    <a:pt x="3393345" y="1438616"/>
                  </a:lnTo>
                  <a:lnTo>
                    <a:pt x="3301480" y="1444149"/>
                  </a:lnTo>
                  <a:lnTo>
                    <a:pt x="3213232" y="1450452"/>
                  </a:lnTo>
                  <a:lnTo>
                    <a:pt x="3130385" y="1457543"/>
                  </a:lnTo>
                  <a:lnTo>
                    <a:pt x="3053756" y="1465479"/>
                  </a:lnTo>
                  <a:lnTo>
                    <a:pt x="2983426" y="1474350"/>
                  </a:lnTo>
                  <a:lnTo>
                    <a:pt x="2918968" y="1484280"/>
                  </a:lnTo>
                  <a:lnTo>
                    <a:pt x="2859644" y="1495428"/>
                  </a:lnTo>
                  <a:lnTo>
                    <a:pt x="2804552" y="1507969"/>
                  </a:lnTo>
                  <a:lnTo>
                    <a:pt x="2752732" y="1522086"/>
                  </a:lnTo>
                  <a:lnTo>
                    <a:pt x="2703257" y="1537933"/>
                  </a:lnTo>
                  <a:lnTo>
                    <a:pt x="2667772" y="1550784"/>
                  </a:lnTo>
                  <a:lnTo>
                    <a:pt x="2618300" y="1570722"/>
                  </a:lnTo>
                  <a:lnTo>
                    <a:pt x="2569309" y="1592695"/>
                  </a:lnTo>
                  <a:lnTo>
                    <a:pt x="2520291" y="1616735"/>
                  </a:lnTo>
                  <a:lnTo>
                    <a:pt x="2470903" y="1642800"/>
                  </a:lnTo>
                  <a:lnTo>
                    <a:pt x="2420940" y="1670771"/>
                  </a:lnTo>
                  <a:lnTo>
                    <a:pt x="2370322" y="1700447"/>
                  </a:lnTo>
                  <a:lnTo>
                    <a:pt x="2319076" y="1731544"/>
                  </a:lnTo>
                  <a:lnTo>
                    <a:pt x="2267319" y="1763705"/>
                  </a:lnTo>
                  <a:lnTo>
                    <a:pt x="2215237" y="1796512"/>
                  </a:lnTo>
                  <a:lnTo>
                    <a:pt x="2163055" y="1829513"/>
                  </a:lnTo>
                  <a:lnTo>
                    <a:pt x="2111011" y="1862245"/>
                  </a:lnTo>
                  <a:lnTo>
                    <a:pt x="2059327" y="1894258"/>
                  </a:lnTo>
                  <a:lnTo>
                    <a:pt x="2008179" y="1925144"/>
                  </a:lnTo>
                  <a:lnTo>
                    <a:pt x="1957669" y="1954558"/>
                  </a:lnTo>
                  <a:lnTo>
                    <a:pt x="1907809" y="1982228"/>
                  </a:lnTo>
                  <a:lnTo>
                    <a:pt x="1858499" y="2007967"/>
                  </a:lnTo>
                  <a:lnTo>
                    <a:pt x="1809513" y="2031668"/>
                  </a:lnTo>
                  <a:lnTo>
                    <a:pt x="1760482" y="2053303"/>
                  </a:lnTo>
                  <a:lnTo>
                    <a:pt x="1719082" y="2069830"/>
                  </a:lnTo>
                  <a:lnTo>
                    <a:pt x="1670810" y="2087008"/>
                  </a:lnTo>
                  <a:lnTo>
                    <a:pt x="1620805" y="2102390"/>
                  </a:lnTo>
                  <a:lnTo>
                    <a:pt x="1568220" y="2116077"/>
                  </a:lnTo>
                  <a:lnTo>
                    <a:pt x="1512111" y="2128235"/>
                  </a:lnTo>
                  <a:lnTo>
                    <a:pt x="1451524" y="2139047"/>
                  </a:lnTo>
                  <a:lnTo>
                    <a:pt x="1385589" y="2148686"/>
                  </a:lnTo>
                  <a:lnTo>
                    <a:pt x="1313633" y="2157301"/>
                  </a:lnTo>
                  <a:lnTo>
                    <a:pt x="1235341" y="2165008"/>
                  </a:lnTo>
                  <a:lnTo>
                    <a:pt x="1150964" y="2171889"/>
                  </a:lnTo>
                  <a:lnTo>
                    <a:pt x="1061551" y="2177989"/>
                  </a:lnTo>
                  <a:lnTo>
                    <a:pt x="969171" y="2183321"/>
                  </a:lnTo>
                  <a:lnTo>
                    <a:pt x="877000" y="2187874"/>
                  </a:lnTo>
                  <a:lnTo>
                    <a:pt x="789179" y="2191629"/>
                  </a:lnTo>
                  <a:lnTo>
                    <a:pt x="710312" y="2194577"/>
                  </a:lnTo>
                  <a:lnTo>
                    <a:pt x="644648" y="2196742"/>
                  </a:lnTo>
                  <a:lnTo>
                    <a:pt x="595110" y="2198194"/>
                  </a:lnTo>
                  <a:lnTo>
                    <a:pt x="562512" y="2199048"/>
                  </a:lnTo>
                  <a:lnTo>
                    <a:pt x="545217" y="2199454"/>
                  </a:lnTo>
                  <a:lnTo>
                    <a:pt x="539263" y="2199581"/>
                  </a:lnTo>
                  <a:lnTo>
                    <a:pt x="538736" y="2199591"/>
                  </a:lnTo>
                  <a:lnTo>
                    <a:pt x="0" y="2199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4" name="pg2144"/>
            <p:cNvSpPr/>
            <p:nvPr/>
          </p:nvSpPr>
          <p:spPr>
            <a:xfrm>
              <a:off x="546595" y="717789"/>
              <a:ext cx="8234974" cy="5368310"/>
            </a:xfrm>
            <a:custGeom>
              <a:avLst/>
              <a:pathLst>
                <a:path w="8234974" h="5368310">
                  <a:moveTo>
                    <a:pt x="0" y="5368310"/>
                  </a:moveTo>
                  <a:lnTo>
                    <a:pt x="538736" y="5368310"/>
                  </a:lnTo>
                  <a:lnTo>
                    <a:pt x="539565" y="5368200"/>
                  </a:lnTo>
                  <a:lnTo>
                    <a:pt x="545029" y="5367418"/>
                  </a:lnTo>
                  <a:lnTo>
                    <a:pt x="558850" y="5365255"/>
                  </a:lnTo>
                  <a:lnTo>
                    <a:pt x="583677" y="5360995"/>
                  </a:lnTo>
                  <a:lnTo>
                    <a:pt x="620909" y="5353965"/>
                  </a:lnTo>
                  <a:lnTo>
                    <a:pt x="670590" y="5343603"/>
                  </a:lnTo>
                  <a:lnTo>
                    <a:pt x="731480" y="5329507"/>
                  </a:lnTo>
                  <a:lnTo>
                    <a:pt x="801333" y="5311456"/>
                  </a:lnTo>
                  <a:lnTo>
                    <a:pt x="877326" y="5289386"/>
                  </a:lnTo>
                  <a:lnTo>
                    <a:pt x="956518" y="5263342"/>
                  </a:lnTo>
                  <a:lnTo>
                    <a:pt x="1036230" y="5233408"/>
                  </a:lnTo>
                  <a:lnTo>
                    <a:pt x="1114295" y="5199647"/>
                  </a:lnTo>
                  <a:lnTo>
                    <a:pt x="1189155" y="5162046"/>
                  </a:lnTo>
                  <a:lnTo>
                    <a:pt x="1259845" y="5120483"/>
                  </a:lnTo>
                  <a:lnTo>
                    <a:pt x="1325910" y="5074708"/>
                  </a:lnTo>
                  <a:lnTo>
                    <a:pt x="1387293" y="5024337"/>
                  </a:lnTo>
                  <a:lnTo>
                    <a:pt x="1444225" y="4968855"/>
                  </a:lnTo>
                  <a:lnTo>
                    <a:pt x="1497130" y="4907629"/>
                  </a:lnTo>
                  <a:lnTo>
                    <a:pt x="1546548" y="4839932"/>
                  </a:lnTo>
                  <a:lnTo>
                    <a:pt x="1593076" y="4764981"/>
                  </a:lnTo>
                  <a:lnTo>
                    <a:pt x="1637327" y="4682010"/>
                  </a:lnTo>
                  <a:lnTo>
                    <a:pt x="1679887" y="4590381"/>
                  </a:lnTo>
                  <a:lnTo>
                    <a:pt x="1719082" y="4495370"/>
                  </a:lnTo>
                  <a:lnTo>
                    <a:pt x="1746225" y="4423715"/>
                  </a:lnTo>
                  <a:lnTo>
                    <a:pt x="1773140" y="4348028"/>
                  </a:lnTo>
                  <a:lnTo>
                    <a:pt x="1799931" y="4268230"/>
                  </a:lnTo>
                  <a:lnTo>
                    <a:pt x="1826685" y="4184277"/>
                  </a:lnTo>
                  <a:lnTo>
                    <a:pt x="1853472" y="4096165"/>
                  </a:lnTo>
                  <a:lnTo>
                    <a:pt x="1880349" y="4003936"/>
                  </a:lnTo>
                  <a:lnTo>
                    <a:pt x="1907361" y="3907675"/>
                  </a:lnTo>
                  <a:lnTo>
                    <a:pt x="1934538" y="3807518"/>
                  </a:lnTo>
                  <a:lnTo>
                    <a:pt x="1961903" y="3703650"/>
                  </a:lnTo>
                  <a:lnTo>
                    <a:pt x="1989464" y="3596305"/>
                  </a:lnTo>
                  <a:lnTo>
                    <a:pt x="2017223" y="3485771"/>
                  </a:lnTo>
                  <a:lnTo>
                    <a:pt x="2045171" y="3372381"/>
                  </a:lnTo>
                  <a:lnTo>
                    <a:pt x="2073291" y="3256512"/>
                  </a:lnTo>
                  <a:lnTo>
                    <a:pt x="2101559" y="3138583"/>
                  </a:lnTo>
                  <a:lnTo>
                    <a:pt x="2129947" y="3019047"/>
                  </a:lnTo>
                  <a:lnTo>
                    <a:pt x="2158420" y="2898384"/>
                  </a:lnTo>
                  <a:lnTo>
                    <a:pt x="2186942" y="2777094"/>
                  </a:lnTo>
                  <a:lnTo>
                    <a:pt x="2215472" y="2655687"/>
                  </a:lnTo>
                  <a:lnTo>
                    <a:pt x="2243971" y="2534677"/>
                  </a:lnTo>
                  <a:lnTo>
                    <a:pt x="2272403" y="2414568"/>
                  </a:lnTo>
                  <a:lnTo>
                    <a:pt x="2300729" y="2295850"/>
                  </a:lnTo>
                  <a:lnTo>
                    <a:pt x="2328920" y="2178991"/>
                  </a:lnTo>
                  <a:lnTo>
                    <a:pt x="2356949" y="2064424"/>
                  </a:lnTo>
                  <a:lnTo>
                    <a:pt x="2384795" y="1952547"/>
                  </a:lnTo>
                  <a:lnTo>
                    <a:pt x="2412447" y="1843714"/>
                  </a:lnTo>
                  <a:lnTo>
                    <a:pt x="2439900" y="1738234"/>
                  </a:lnTo>
                  <a:lnTo>
                    <a:pt x="2467161" y="1636363"/>
                  </a:lnTo>
                  <a:lnTo>
                    <a:pt x="2494244" y="1538311"/>
                  </a:lnTo>
                  <a:lnTo>
                    <a:pt x="2521178" y="1444236"/>
                  </a:lnTo>
                  <a:lnTo>
                    <a:pt x="2547999" y="1354245"/>
                  </a:lnTo>
                  <a:lnTo>
                    <a:pt x="2574760" y="1268399"/>
                  </a:lnTo>
                  <a:lnTo>
                    <a:pt x="2601525" y="1186715"/>
                  </a:lnTo>
                  <a:lnTo>
                    <a:pt x="2628372" y="1109166"/>
                  </a:lnTo>
                  <a:lnTo>
                    <a:pt x="2655397" y="1035691"/>
                  </a:lnTo>
                  <a:lnTo>
                    <a:pt x="2667772" y="1003609"/>
                  </a:lnTo>
                  <a:lnTo>
                    <a:pt x="2709208" y="903475"/>
                  </a:lnTo>
                  <a:lnTo>
                    <a:pt x="2751844" y="812321"/>
                  </a:lnTo>
                  <a:lnTo>
                    <a:pt x="2796202" y="729796"/>
                  </a:lnTo>
                  <a:lnTo>
                    <a:pt x="2842869" y="655253"/>
                  </a:lnTo>
                  <a:lnTo>
                    <a:pt x="2892458" y="587921"/>
                  </a:lnTo>
                  <a:lnTo>
                    <a:pt x="2945565" y="527020"/>
                  </a:lnTo>
                  <a:lnTo>
                    <a:pt x="3002726" y="471826"/>
                  </a:lnTo>
                  <a:lnTo>
                    <a:pt x="3064355" y="421712"/>
                  </a:lnTo>
                  <a:lnTo>
                    <a:pt x="3130672" y="376171"/>
                  </a:lnTo>
                  <a:lnTo>
                    <a:pt x="3201600" y="334825"/>
                  </a:lnTo>
                  <a:lnTo>
                    <a:pt x="3276661" y="297431"/>
                  </a:lnTo>
                  <a:lnTo>
                    <a:pt x="3354859" y="263874"/>
                  </a:lnTo>
                  <a:lnTo>
                    <a:pt x="3434603" y="234146"/>
                  </a:lnTo>
                  <a:lnTo>
                    <a:pt x="3513695" y="208312"/>
                  </a:lnTo>
                  <a:lnTo>
                    <a:pt x="3589436" y="186456"/>
                  </a:lnTo>
                  <a:lnTo>
                    <a:pt x="3658879" y="168619"/>
                  </a:lnTo>
                  <a:lnTo>
                    <a:pt x="3719219" y="154731"/>
                  </a:lnTo>
                  <a:lnTo>
                    <a:pt x="3768256" y="144558"/>
                  </a:lnTo>
                  <a:lnTo>
                    <a:pt x="3804811" y="137692"/>
                  </a:lnTo>
                  <a:lnTo>
                    <a:pt x="3829003" y="133561"/>
                  </a:lnTo>
                  <a:lnTo>
                    <a:pt x="3842300" y="131490"/>
                  </a:lnTo>
                  <a:lnTo>
                    <a:pt x="3847413" y="130761"/>
                  </a:lnTo>
                  <a:lnTo>
                    <a:pt x="3848118" y="130668"/>
                  </a:lnTo>
                  <a:lnTo>
                    <a:pt x="4386855" y="130668"/>
                  </a:lnTo>
                  <a:lnTo>
                    <a:pt x="4388158" y="130664"/>
                  </a:lnTo>
                  <a:lnTo>
                    <a:pt x="4396655" y="130634"/>
                  </a:lnTo>
                  <a:lnTo>
                    <a:pt x="4417836" y="130552"/>
                  </a:lnTo>
                  <a:lnTo>
                    <a:pt x="4455098" y="130390"/>
                  </a:lnTo>
                  <a:lnTo>
                    <a:pt x="4509415" y="130126"/>
                  </a:lnTo>
                  <a:lnTo>
                    <a:pt x="4579323" y="129742"/>
                  </a:lnTo>
                  <a:lnTo>
                    <a:pt x="4661407" y="129230"/>
                  </a:lnTo>
                  <a:lnTo>
                    <a:pt x="4751186" y="128588"/>
                  </a:lnTo>
                  <a:lnTo>
                    <a:pt x="4844075" y="127817"/>
                  </a:lnTo>
                  <a:lnTo>
                    <a:pt x="4936141" y="126921"/>
                  </a:lnTo>
                  <a:lnTo>
                    <a:pt x="5024502" y="125900"/>
                  </a:lnTo>
                  <a:lnTo>
                    <a:pt x="5107390" y="124752"/>
                  </a:lnTo>
                  <a:lnTo>
                    <a:pt x="5184009" y="123467"/>
                  </a:lnTo>
                  <a:lnTo>
                    <a:pt x="5254302" y="122029"/>
                  </a:lnTo>
                  <a:lnTo>
                    <a:pt x="5318714" y="120420"/>
                  </a:lnTo>
                  <a:lnTo>
                    <a:pt x="5377998" y="118612"/>
                  </a:lnTo>
                  <a:lnTo>
                    <a:pt x="5433072" y="116577"/>
                  </a:lnTo>
                  <a:lnTo>
                    <a:pt x="5484901" y="114286"/>
                  </a:lnTo>
                  <a:lnTo>
                    <a:pt x="5534418" y="111714"/>
                  </a:lnTo>
                  <a:lnTo>
                    <a:pt x="5567201" y="109798"/>
                  </a:lnTo>
                  <a:lnTo>
                    <a:pt x="5619895" y="106369"/>
                  </a:lnTo>
                  <a:lnTo>
                    <a:pt x="5672085" y="102568"/>
                  </a:lnTo>
                  <a:lnTo>
                    <a:pt x="5724364" y="98391"/>
                  </a:lnTo>
                  <a:lnTo>
                    <a:pt x="5777119" y="93846"/>
                  </a:lnTo>
                  <a:lnTo>
                    <a:pt x="5830563" y="88962"/>
                  </a:lnTo>
                  <a:lnTo>
                    <a:pt x="5884751" y="83782"/>
                  </a:lnTo>
                  <a:lnTo>
                    <a:pt x="5939610" y="78367"/>
                  </a:lnTo>
                  <a:lnTo>
                    <a:pt x="5994959" y="72791"/>
                  </a:lnTo>
                  <a:lnTo>
                    <a:pt x="6050547" y="67140"/>
                  </a:lnTo>
                  <a:lnTo>
                    <a:pt x="6106088" y="61504"/>
                  </a:lnTo>
                  <a:lnTo>
                    <a:pt x="6161303" y="55972"/>
                  </a:lnTo>
                  <a:lnTo>
                    <a:pt x="6215960" y="50625"/>
                  </a:lnTo>
                  <a:lnTo>
                    <a:pt x="6269909" y="45535"/>
                  </a:lnTo>
                  <a:lnTo>
                    <a:pt x="6323117" y="40757"/>
                  </a:lnTo>
                  <a:lnTo>
                    <a:pt x="6375687" y="36329"/>
                  </a:lnTo>
                  <a:lnTo>
                    <a:pt x="6427885" y="32272"/>
                  </a:lnTo>
                  <a:lnTo>
                    <a:pt x="6480163" y="28593"/>
                  </a:lnTo>
                  <a:lnTo>
                    <a:pt x="6515891" y="26315"/>
                  </a:lnTo>
                  <a:lnTo>
                    <a:pt x="6564307" y="23544"/>
                  </a:lnTo>
                  <a:lnTo>
                    <a:pt x="6614468" y="21064"/>
                  </a:lnTo>
                  <a:lnTo>
                    <a:pt x="6667230" y="18858"/>
                  </a:lnTo>
                  <a:lnTo>
                    <a:pt x="6723545" y="16899"/>
                  </a:lnTo>
                  <a:lnTo>
                    <a:pt x="6784375" y="15158"/>
                  </a:lnTo>
                  <a:lnTo>
                    <a:pt x="6850596" y="13606"/>
                  </a:lnTo>
                  <a:lnTo>
                    <a:pt x="6922883" y="12219"/>
                  </a:lnTo>
                  <a:lnTo>
                    <a:pt x="7001543" y="10979"/>
                  </a:lnTo>
                  <a:lnTo>
                    <a:pt x="7086309" y="9872"/>
                  </a:lnTo>
                  <a:lnTo>
                    <a:pt x="7176099" y="8892"/>
                  </a:lnTo>
                  <a:lnTo>
                    <a:pt x="7268796" y="8035"/>
                  </a:lnTo>
                  <a:lnTo>
                    <a:pt x="7361161" y="7305"/>
                  </a:lnTo>
                  <a:lnTo>
                    <a:pt x="7448991" y="6704"/>
                  </a:lnTo>
                  <a:lnTo>
                    <a:pt x="7527639" y="6234"/>
                  </a:lnTo>
                  <a:lnTo>
                    <a:pt x="7592855" y="5890"/>
                  </a:lnTo>
                  <a:lnTo>
                    <a:pt x="7641767" y="5660"/>
                  </a:lnTo>
                  <a:lnTo>
                    <a:pt x="7673661" y="5527"/>
                  </a:lnTo>
                  <a:lnTo>
                    <a:pt x="7690310" y="5464"/>
                  </a:lnTo>
                  <a:lnTo>
                    <a:pt x="7695819" y="5445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5" y="4"/>
                  </a:lnTo>
                  <a:lnTo>
                    <a:pt x="7686438" y="33"/>
                  </a:lnTo>
                  <a:lnTo>
                    <a:pt x="7665256" y="116"/>
                  </a:lnTo>
                  <a:lnTo>
                    <a:pt x="7627994" y="278"/>
                  </a:lnTo>
                  <a:lnTo>
                    <a:pt x="7573678" y="542"/>
                  </a:lnTo>
                  <a:lnTo>
                    <a:pt x="7503770" y="926"/>
                  </a:lnTo>
                  <a:lnTo>
                    <a:pt x="7421685" y="1438"/>
                  </a:lnTo>
                  <a:lnTo>
                    <a:pt x="7331906" y="2080"/>
                  </a:lnTo>
                  <a:lnTo>
                    <a:pt x="7239018" y="2851"/>
                  </a:lnTo>
                  <a:lnTo>
                    <a:pt x="7146951" y="3747"/>
                  </a:lnTo>
                  <a:lnTo>
                    <a:pt x="7058590" y="4768"/>
                  </a:lnTo>
                  <a:lnTo>
                    <a:pt x="6975702" y="5916"/>
                  </a:lnTo>
                  <a:lnTo>
                    <a:pt x="6899083" y="7201"/>
                  </a:lnTo>
                  <a:lnTo>
                    <a:pt x="6828790" y="8639"/>
                  </a:lnTo>
                  <a:lnTo>
                    <a:pt x="6764379" y="10248"/>
                  </a:lnTo>
                  <a:lnTo>
                    <a:pt x="6705094" y="12056"/>
                  </a:lnTo>
                  <a:lnTo>
                    <a:pt x="6650021" y="14091"/>
                  </a:lnTo>
                  <a:lnTo>
                    <a:pt x="6598191" y="16382"/>
                  </a:lnTo>
                  <a:lnTo>
                    <a:pt x="6548674" y="18954"/>
                  </a:lnTo>
                  <a:lnTo>
                    <a:pt x="6515891" y="20870"/>
                  </a:lnTo>
                  <a:lnTo>
                    <a:pt x="6463197" y="24299"/>
                  </a:lnTo>
                  <a:lnTo>
                    <a:pt x="6411007" y="28099"/>
                  </a:lnTo>
                  <a:lnTo>
                    <a:pt x="6358728" y="32277"/>
                  </a:lnTo>
                  <a:lnTo>
                    <a:pt x="6305973" y="36822"/>
                  </a:lnTo>
                  <a:lnTo>
                    <a:pt x="6252530" y="41706"/>
                  </a:lnTo>
                  <a:lnTo>
                    <a:pt x="6198341" y="46886"/>
                  </a:lnTo>
                  <a:lnTo>
                    <a:pt x="6143483" y="52301"/>
                  </a:lnTo>
                  <a:lnTo>
                    <a:pt x="6088134" y="57877"/>
                  </a:lnTo>
                  <a:lnTo>
                    <a:pt x="6032546" y="63528"/>
                  </a:lnTo>
                  <a:lnTo>
                    <a:pt x="5977005" y="69164"/>
                  </a:lnTo>
                  <a:lnTo>
                    <a:pt x="5921789" y="74696"/>
                  </a:lnTo>
                  <a:lnTo>
                    <a:pt x="5867133" y="80043"/>
                  </a:lnTo>
                  <a:lnTo>
                    <a:pt x="5813183" y="85133"/>
                  </a:lnTo>
                  <a:lnTo>
                    <a:pt x="5759976" y="89911"/>
                  </a:lnTo>
                  <a:lnTo>
                    <a:pt x="5707406" y="94339"/>
                  </a:lnTo>
                  <a:lnTo>
                    <a:pt x="5655207" y="98395"/>
                  </a:lnTo>
                  <a:lnTo>
                    <a:pt x="5602930" y="102074"/>
                  </a:lnTo>
                  <a:lnTo>
                    <a:pt x="5567201" y="104353"/>
                  </a:lnTo>
                  <a:lnTo>
                    <a:pt x="5518785" y="107124"/>
                  </a:lnTo>
                  <a:lnTo>
                    <a:pt x="5468624" y="109604"/>
                  </a:lnTo>
                  <a:lnTo>
                    <a:pt x="5415863" y="111810"/>
                  </a:lnTo>
                  <a:lnTo>
                    <a:pt x="5359547" y="113769"/>
                  </a:lnTo>
                  <a:lnTo>
                    <a:pt x="5298718" y="115510"/>
                  </a:lnTo>
                  <a:lnTo>
                    <a:pt x="5232496" y="117062"/>
                  </a:lnTo>
                  <a:lnTo>
                    <a:pt x="5160210" y="118449"/>
                  </a:lnTo>
                  <a:lnTo>
                    <a:pt x="5081550" y="119689"/>
                  </a:lnTo>
                  <a:lnTo>
                    <a:pt x="4996783" y="120796"/>
                  </a:lnTo>
                  <a:lnTo>
                    <a:pt x="4906993" y="121776"/>
                  </a:lnTo>
                  <a:lnTo>
                    <a:pt x="4814296" y="122633"/>
                  </a:lnTo>
                  <a:lnTo>
                    <a:pt x="4721932" y="123363"/>
                  </a:lnTo>
                  <a:lnTo>
                    <a:pt x="4634101" y="123964"/>
                  </a:lnTo>
                  <a:lnTo>
                    <a:pt x="4555453" y="124434"/>
                  </a:lnTo>
                  <a:lnTo>
                    <a:pt x="4490237" y="124778"/>
                  </a:lnTo>
                  <a:lnTo>
                    <a:pt x="4441326" y="125007"/>
                  </a:lnTo>
                  <a:lnTo>
                    <a:pt x="4409431" y="125141"/>
                  </a:lnTo>
                  <a:lnTo>
                    <a:pt x="4392783" y="125204"/>
                  </a:lnTo>
                  <a:lnTo>
                    <a:pt x="4387273" y="125222"/>
                  </a:lnTo>
                  <a:lnTo>
                    <a:pt x="4386855" y="125224"/>
                  </a:lnTo>
                  <a:lnTo>
                    <a:pt x="3848118" y="125224"/>
                  </a:lnTo>
                  <a:lnTo>
                    <a:pt x="3847289" y="125334"/>
                  </a:lnTo>
                  <a:lnTo>
                    <a:pt x="3841826" y="126116"/>
                  </a:lnTo>
                  <a:lnTo>
                    <a:pt x="3828004" y="128279"/>
                  </a:lnTo>
                  <a:lnTo>
                    <a:pt x="3803178" y="132539"/>
                  </a:lnTo>
                  <a:lnTo>
                    <a:pt x="3765946" y="139569"/>
                  </a:lnTo>
                  <a:lnTo>
                    <a:pt x="3716265" y="149931"/>
                  </a:lnTo>
                  <a:lnTo>
                    <a:pt x="3655375" y="164027"/>
                  </a:lnTo>
                  <a:lnTo>
                    <a:pt x="3585522" y="182078"/>
                  </a:lnTo>
                  <a:lnTo>
                    <a:pt x="3509528" y="204148"/>
                  </a:lnTo>
                  <a:lnTo>
                    <a:pt x="3430337" y="230192"/>
                  </a:lnTo>
                  <a:lnTo>
                    <a:pt x="3350625" y="260126"/>
                  </a:lnTo>
                  <a:lnTo>
                    <a:pt x="3272559" y="293887"/>
                  </a:lnTo>
                  <a:lnTo>
                    <a:pt x="3197699" y="331488"/>
                  </a:lnTo>
                  <a:lnTo>
                    <a:pt x="3127009" y="373051"/>
                  </a:lnTo>
                  <a:lnTo>
                    <a:pt x="3060944" y="418826"/>
                  </a:lnTo>
                  <a:lnTo>
                    <a:pt x="2999561" y="469197"/>
                  </a:lnTo>
                  <a:lnTo>
                    <a:pt x="2942629" y="524679"/>
                  </a:lnTo>
                  <a:lnTo>
                    <a:pt x="2889724" y="585905"/>
                  </a:lnTo>
                  <a:lnTo>
                    <a:pt x="2840307" y="653602"/>
                  </a:lnTo>
                  <a:lnTo>
                    <a:pt x="2793779" y="728553"/>
                  </a:lnTo>
                  <a:lnTo>
                    <a:pt x="2749527" y="811524"/>
                  </a:lnTo>
                  <a:lnTo>
                    <a:pt x="2706968" y="903153"/>
                  </a:lnTo>
                  <a:lnTo>
                    <a:pt x="2667772" y="998164"/>
                  </a:lnTo>
                  <a:lnTo>
                    <a:pt x="2640630" y="1069819"/>
                  </a:lnTo>
                  <a:lnTo>
                    <a:pt x="2613715" y="1145506"/>
                  </a:lnTo>
                  <a:lnTo>
                    <a:pt x="2586923" y="1225304"/>
                  </a:lnTo>
                  <a:lnTo>
                    <a:pt x="2560169" y="1309257"/>
                  </a:lnTo>
                  <a:lnTo>
                    <a:pt x="2533382" y="1397369"/>
                  </a:lnTo>
                  <a:lnTo>
                    <a:pt x="2506505" y="1489598"/>
                  </a:lnTo>
                  <a:lnTo>
                    <a:pt x="2479494" y="1585859"/>
                  </a:lnTo>
                  <a:lnTo>
                    <a:pt x="2452316" y="1686016"/>
                  </a:lnTo>
                  <a:lnTo>
                    <a:pt x="2424952" y="1789884"/>
                  </a:lnTo>
                  <a:lnTo>
                    <a:pt x="2397391" y="1897229"/>
                  </a:lnTo>
                  <a:lnTo>
                    <a:pt x="2369632" y="2007763"/>
                  </a:lnTo>
                  <a:lnTo>
                    <a:pt x="2341684" y="2121153"/>
                  </a:lnTo>
                  <a:lnTo>
                    <a:pt x="2313564" y="2237022"/>
                  </a:lnTo>
                  <a:lnTo>
                    <a:pt x="2285295" y="2354951"/>
                  </a:lnTo>
                  <a:lnTo>
                    <a:pt x="2256907" y="2474487"/>
                  </a:lnTo>
                  <a:lnTo>
                    <a:pt x="2228434" y="2595150"/>
                  </a:lnTo>
                  <a:lnTo>
                    <a:pt x="2199913" y="2716440"/>
                  </a:lnTo>
                  <a:lnTo>
                    <a:pt x="2171383" y="2837847"/>
                  </a:lnTo>
                  <a:lnTo>
                    <a:pt x="2142883" y="2958857"/>
                  </a:lnTo>
                  <a:lnTo>
                    <a:pt x="2114452" y="3078966"/>
                  </a:lnTo>
                  <a:lnTo>
                    <a:pt x="2086125" y="3197684"/>
                  </a:lnTo>
                  <a:lnTo>
                    <a:pt x="2057934" y="3314543"/>
                  </a:lnTo>
                  <a:lnTo>
                    <a:pt x="2029906" y="3429110"/>
                  </a:lnTo>
                  <a:lnTo>
                    <a:pt x="2002059" y="3540987"/>
                  </a:lnTo>
                  <a:lnTo>
                    <a:pt x="1974408" y="3649820"/>
                  </a:lnTo>
                  <a:lnTo>
                    <a:pt x="1946954" y="3755300"/>
                  </a:lnTo>
                  <a:lnTo>
                    <a:pt x="1919694" y="3857171"/>
                  </a:lnTo>
                  <a:lnTo>
                    <a:pt x="1892610" y="3955223"/>
                  </a:lnTo>
                  <a:lnTo>
                    <a:pt x="1865677" y="4049298"/>
                  </a:lnTo>
                  <a:lnTo>
                    <a:pt x="1838855" y="4139289"/>
                  </a:lnTo>
                  <a:lnTo>
                    <a:pt x="1812094" y="4225135"/>
                  </a:lnTo>
                  <a:lnTo>
                    <a:pt x="1785329" y="4306819"/>
                  </a:lnTo>
                  <a:lnTo>
                    <a:pt x="1758482" y="4384368"/>
                  </a:lnTo>
                  <a:lnTo>
                    <a:pt x="1731457" y="4457843"/>
                  </a:lnTo>
                  <a:lnTo>
                    <a:pt x="1719082" y="4489925"/>
                  </a:lnTo>
                  <a:lnTo>
                    <a:pt x="1677647" y="4590059"/>
                  </a:lnTo>
                  <a:lnTo>
                    <a:pt x="1635011" y="4681213"/>
                  </a:lnTo>
                  <a:lnTo>
                    <a:pt x="1590653" y="4763738"/>
                  </a:lnTo>
                  <a:lnTo>
                    <a:pt x="1543985" y="4838281"/>
                  </a:lnTo>
                  <a:lnTo>
                    <a:pt x="1494396" y="4905613"/>
                  </a:lnTo>
                  <a:lnTo>
                    <a:pt x="1441289" y="4966514"/>
                  </a:lnTo>
                  <a:lnTo>
                    <a:pt x="1384129" y="5021708"/>
                  </a:lnTo>
                  <a:lnTo>
                    <a:pt x="1322499" y="5071822"/>
                  </a:lnTo>
                  <a:lnTo>
                    <a:pt x="1256183" y="5117363"/>
                  </a:lnTo>
                  <a:lnTo>
                    <a:pt x="1185255" y="5158709"/>
                  </a:lnTo>
                  <a:lnTo>
                    <a:pt x="1110194" y="5196103"/>
                  </a:lnTo>
                  <a:lnTo>
                    <a:pt x="1031995" y="5229660"/>
                  </a:lnTo>
                  <a:lnTo>
                    <a:pt x="952251" y="5259388"/>
                  </a:lnTo>
                  <a:lnTo>
                    <a:pt x="873159" y="5285222"/>
                  </a:lnTo>
                  <a:lnTo>
                    <a:pt x="797419" y="5307078"/>
                  </a:lnTo>
                  <a:lnTo>
                    <a:pt x="727976" y="5324915"/>
                  </a:lnTo>
                  <a:lnTo>
                    <a:pt x="667636" y="5338803"/>
                  </a:lnTo>
                  <a:lnTo>
                    <a:pt x="618599" y="5348976"/>
                  </a:lnTo>
                  <a:lnTo>
                    <a:pt x="582043" y="5355842"/>
                  </a:lnTo>
                  <a:lnTo>
                    <a:pt x="557852" y="5359973"/>
                  </a:lnTo>
                  <a:lnTo>
                    <a:pt x="544554" y="5362044"/>
                  </a:lnTo>
                  <a:lnTo>
                    <a:pt x="539441" y="5362773"/>
                  </a:lnTo>
                  <a:lnTo>
                    <a:pt x="538736" y="5362866"/>
                  </a:lnTo>
                  <a:lnTo>
                    <a:pt x="0" y="5362866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45" name="pl2145"/>
            <p:cNvSpPr/>
            <p:nvPr/>
          </p:nvSpPr>
          <p:spPr>
            <a:xfrm>
              <a:off x="546595" y="723234"/>
              <a:ext cx="8234974" cy="5362866"/>
            </a:xfrm>
            <a:custGeom>
              <a:avLst/>
              <a:pathLst>
                <a:path w="8234974" h="5362866">
                  <a:moveTo>
                    <a:pt x="0" y="5362866"/>
                  </a:moveTo>
                  <a:lnTo>
                    <a:pt x="538736" y="5362866"/>
                  </a:lnTo>
                  <a:lnTo>
                    <a:pt x="539565" y="5362756"/>
                  </a:lnTo>
                  <a:lnTo>
                    <a:pt x="545029" y="5361973"/>
                  </a:lnTo>
                  <a:lnTo>
                    <a:pt x="558850" y="5359810"/>
                  </a:lnTo>
                  <a:lnTo>
                    <a:pt x="583677" y="5355550"/>
                  </a:lnTo>
                  <a:lnTo>
                    <a:pt x="620909" y="5348520"/>
                  </a:lnTo>
                  <a:lnTo>
                    <a:pt x="670590" y="5338158"/>
                  </a:lnTo>
                  <a:lnTo>
                    <a:pt x="731480" y="5324063"/>
                  </a:lnTo>
                  <a:lnTo>
                    <a:pt x="801333" y="5306012"/>
                  </a:lnTo>
                  <a:lnTo>
                    <a:pt x="877326" y="5283942"/>
                  </a:lnTo>
                  <a:lnTo>
                    <a:pt x="956518" y="5257897"/>
                  </a:lnTo>
                  <a:lnTo>
                    <a:pt x="1036230" y="5227963"/>
                  </a:lnTo>
                  <a:lnTo>
                    <a:pt x="1114295" y="5194202"/>
                  </a:lnTo>
                  <a:lnTo>
                    <a:pt x="1189155" y="5156602"/>
                  </a:lnTo>
                  <a:lnTo>
                    <a:pt x="1259845" y="5115039"/>
                  </a:lnTo>
                  <a:lnTo>
                    <a:pt x="1325910" y="5069264"/>
                  </a:lnTo>
                  <a:lnTo>
                    <a:pt x="1387293" y="5018892"/>
                  </a:lnTo>
                  <a:lnTo>
                    <a:pt x="1444225" y="4963410"/>
                  </a:lnTo>
                  <a:lnTo>
                    <a:pt x="1497130" y="4902184"/>
                  </a:lnTo>
                  <a:lnTo>
                    <a:pt x="1546548" y="4834487"/>
                  </a:lnTo>
                  <a:lnTo>
                    <a:pt x="1593076" y="4759536"/>
                  </a:lnTo>
                  <a:lnTo>
                    <a:pt x="1637327" y="4676566"/>
                  </a:lnTo>
                  <a:lnTo>
                    <a:pt x="1679887" y="4584937"/>
                  </a:lnTo>
                  <a:lnTo>
                    <a:pt x="1719082" y="4489925"/>
                  </a:lnTo>
                  <a:lnTo>
                    <a:pt x="1746225" y="4418270"/>
                  </a:lnTo>
                  <a:lnTo>
                    <a:pt x="1773140" y="4342584"/>
                  </a:lnTo>
                  <a:lnTo>
                    <a:pt x="1799931" y="4262785"/>
                  </a:lnTo>
                  <a:lnTo>
                    <a:pt x="1826685" y="4178832"/>
                  </a:lnTo>
                  <a:lnTo>
                    <a:pt x="1853472" y="4090721"/>
                  </a:lnTo>
                  <a:lnTo>
                    <a:pt x="1880349" y="3998491"/>
                  </a:lnTo>
                  <a:lnTo>
                    <a:pt x="1907361" y="3902231"/>
                  </a:lnTo>
                  <a:lnTo>
                    <a:pt x="1934538" y="3802073"/>
                  </a:lnTo>
                  <a:lnTo>
                    <a:pt x="1961903" y="3698205"/>
                  </a:lnTo>
                  <a:lnTo>
                    <a:pt x="1989464" y="3590861"/>
                  </a:lnTo>
                  <a:lnTo>
                    <a:pt x="2017223" y="3480327"/>
                  </a:lnTo>
                  <a:lnTo>
                    <a:pt x="2045171" y="3366936"/>
                  </a:lnTo>
                  <a:lnTo>
                    <a:pt x="2073291" y="3251067"/>
                  </a:lnTo>
                  <a:lnTo>
                    <a:pt x="2101559" y="3133138"/>
                  </a:lnTo>
                  <a:lnTo>
                    <a:pt x="2129947" y="3013603"/>
                  </a:lnTo>
                  <a:lnTo>
                    <a:pt x="2158420" y="2892940"/>
                  </a:lnTo>
                  <a:lnTo>
                    <a:pt x="2186942" y="2771650"/>
                  </a:lnTo>
                  <a:lnTo>
                    <a:pt x="2215472" y="2650243"/>
                  </a:lnTo>
                  <a:lnTo>
                    <a:pt x="2243971" y="2529232"/>
                  </a:lnTo>
                  <a:lnTo>
                    <a:pt x="2272403" y="2409123"/>
                  </a:lnTo>
                  <a:lnTo>
                    <a:pt x="2300729" y="2290406"/>
                  </a:lnTo>
                  <a:lnTo>
                    <a:pt x="2328920" y="2173546"/>
                  </a:lnTo>
                  <a:lnTo>
                    <a:pt x="2356949" y="2058980"/>
                  </a:lnTo>
                  <a:lnTo>
                    <a:pt x="2384795" y="1947103"/>
                  </a:lnTo>
                  <a:lnTo>
                    <a:pt x="2412447" y="1838270"/>
                  </a:lnTo>
                  <a:lnTo>
                    <a:pt x="2439900" y="1732789"/>
                  </a:lnTo>
                  <a:lnTo>
                    <a:pt x="2467161" y="1630919"/>
                  </a:lnTo>
                  <a:lnTo>
                    <a:pt x="2494244" y="1532867"/>
                  </a:lnTo>
                  <a:lnTo>
                    <a:pt x="2521178" y="1438791"/>
                  </a:lnTo>
                  <a:lnTo>
                    <a:pt x="2547999" y="1348800"/>
                  </a:lnTo>
                  <a:lnTo>
                    <a:pt x="2574760" y="1262954"/>
                  </a:lnTo>
                  <a:lnTo>
                    <a:pt x="2601525" y="1181270"/>
                  </a:lnTo>
                  <a:lnTo>
                    <a:pt x="2628372" y="1103722"/>
                  </a:lnTo>
                  <a:lnTo>
                    <a:pt x="2655397" y="1030246"/>
                  </a:lnTo>
                  <a:lnTo>
                    <a:pt x="2667772" y="998164"/>
                  </a:lnTo>
                  <a:lnTo>
                    <a:pt x="2709208" y="898030"/>
                  </a:lnTo>
                  <a:lnTo>
                    <a:pt x="2751844" y="806876"/>
                  </a:lnTo>
                  <a:lnTo>
                    <a:pt x="2796202" y="724352"/>
                  </a:lnTo>
                  <a:lnTo>
                    <a:pt x="2842869" y="649809"/>
                  </a:lnTo>
                  <a:lnTo>
                    <a:pt x="2892458" y="582477"/>
                  </a:lnTo>
                  <a:lnTo>
                    <a:pt x="2945565" y="521575"/>
                  </a:lnTo>
                  <a:lnTo>
                    <a:pt x="3002726" y="466381"/>
                  </a:lnTo>
                  <a:lnTo>
                    <a:pt x="3064355" y="416267"/>
                  </a:lnTo>
                  <a:lnTo>
                    <a:pt x="3130672" y="370726"/>
                  </a:lnTo>
                  <a:lnTo>
                    <a:pt x="3201600" y="329380"/>
                  </a:lnTo>
                  <a:lnTo>
                    <a:pt x="3276661" y="291986"/>
                  </a:lnTo>
                  <a:lnTo>
                    <a:pt x="3354859" y="258430"/>
                  </a:lnTo>
                  <a:lnTo>
                    <a:pt x="3434603" y="228701"/>
                  </a:lnTo>
                  <a:lnTo>
                    <a:pt x="3513695" y="202867"/>
                  </a:lnTo>
                  <a:lnTo>
                    <a:pt x="3589436" y="181012"/>
                  </a:lnTo>
                  <a:lnTo>
                    <a:pt x="3658879" y="163175"/>
                  </a:lnTo>
                  <a:lnTo>
                    <a:pt x="3719219" y="149286"/>
                  </a:lnTo>
                  <a:lnTo>
                    <a:pt x="3768256" y="139114"/>
                  </a:lnTo>
                  <a:lnTo>
                    <a:pt x="3804811" y="132247"/>
                  </a:lnTo>
                  <a:lnTo>
                    <a:pt x="3829003" y="128117"/>
                  </a:lnTo>
                  <a:lnTo>
                    <a:pt x="3842300" y="126046"/>
                  </a:lnTo>
                  <a:lnTo>
                    <a:pt x="3847413" y="125317"/>
                  </a:lnTo>
                  <a:lnTo>
                    <a:pt x="3848118" y="125224"/>
                  </a:lnTo>
                  <a:lnTo>
                    <a:pt x="4386855" y="125224"/>
                  </a:lnTo>
                  <a:lnTo>
                    <a:pt x="4388158" y="125220"/>
                  </a:lnTo>
                  <a:lnTo>
                    <a:pt x="4396655" y="125190"/>
                  </a:lnTo>
                  <a:lnTo>
                    <a:pt x="4417836" y="125107"/>
                  </a:lnTo>
                  <a:lnTo>
                    <a:pt x="4455098" y="124946"/>
                  </a:lnTo>
                  <a:lnTo>
                    <a:pt x="4509415" y="124681"/>
                  </a:lnTo>
                  <a:lnTo>
                    <a:pt x="4579323" y="124298"/>
                  </a:lnTo>
                  <a:lnTo>
                    <a:pt x="4661407" y="123786"/>
                  </a:lnTo>
                  <a:lnTo>
                    <a:pt x="4751186" y="123143"/>
                  </a:lnTo>
                  <a:lnTo>
                    <a:pt x="4844075" y="122372"/>
                  </a:lnTo>
                  <a:lnTo>
                    <a:pt x="4936141" y="121476"/>
                  </a:lnTo>
                  <a:lnTo>
                    <a:pt x="5024502" y="120456"/>
                  </a:lnTo>
                  <a:lnTo>
                    <a:pt x="5107390" y="119307"/>
                  </a:lnTo>
                  <a:lnTo>
                    <a:pt x="5184009" y="118022"/>
                  </a:lnTo>
                  <a:lnTo>
                    <a:pt x="5254302" y="116585"/>
                  </a:lnTo>
                  <a:lnTo>
                    <a:pt x="5318714" y="114975"/>
                  </a:lnTo>
                  <a:lnTo>
                    <a:pt x="5377998" y="113167"/>
                  </a:lnTo>
                  <a:lnTo>
                    <a:pt x="5433072" y="111133"/>
                  </a:lnTo>
                  <a:lnTo>
                    <a:pt x="5484901" y="108842"/>
                  </a:lnTo>
                  <a:lnTo>
                    <a:pt x="5534418" y="106270"/>
                  </a:lnTo>
                  <a:lnTo>
                    <a:pt x="5567201" y="104353"/>
                  </a:lnTo>
                  <a:lnTo>
                    <a:pt x="5619895" y="100925"/>
                  </a:lnTo>
                  <a:lnTo>
                    <a:pt x="5672085" y="97124"/>
                  </a:lnTo>
                  <a:lnTo>
                    <a:pt x="5724364" y="92946"/>
                  </a:lnTo>
                  <a:lnTo>
                    <a:pt x="5777119" y="88402"/>
                  </a:lnTo>
                  <a:lnTo>
                    <a:pt x="5830563" y="83517"/>
                  </a:lnTo>
                  <a:lnTo>
                    <a:pt x="5884751" y="78337"/>
                  </a:lnTo>
                  <a:lnTo>
                    <a:pt x="5939610" y="72922"/>
                  </a:lnTo>
                  <a:lnTo>
                    <a:pt x="5994959" y="67347"/>
                  </a:lnTo>
                  <a:lnTo>
                    <a:pt x="6050547" y="61696"/>
                  </a:lnTo>
                  <a:lnTo>
                    <a:pt x="6106088" y="56060"/>
                  </a:lnTo>
                  <a:lnTo>
                    <a:pt x="6161303" y="50527"/>
                  </a:lnTo>
                  <a:lnTo>
                    <a:pt x="6215960" y="45181"/>
                  </a:lnTo>
                  <a:lnTo>
                    <a:pt x="6269909" y="40090"/>
                  </a:lnTo>
                  <a:lnTo>
                    <a:pt x="6323117" y="35312"/>
                  </a:lnTo>
                  <a:lnTo>
                    <a:pt x="6375687" y="30884"/>
                  </a:lnTo>
                  <a:lnTo>
                    <a:pt x="6427885" y="26828"/>
                  </a:lnTo>
                  <a:lnTo>
                    <a:pt x="6480163" y="23149"/>
                  </a:lnTo>
                  <a:lnTo>
                    <a:pt x="6515891" y="20870"/>
                  </a:lnTo>
                  <a:lnTo>
                    <a:pt x="6564307" y="18100"/>
                  </a:lnTo>
                  <a:lnTo>
                    <a:pt x="6614468" y="15620"/>
                  </a:lnTo>
                  <a:lnTo>
                    <a:pt x="6667230" y="13414"/>
                  </a:lnTo>
                  <a:lnTo>
                    <a:pt x="6723545" y="11455"/>
                  </a:lnTo>
                  <a:lnTo>
                    <a:pt x="6784375" y="9713"/>
                  </a:lnTo>
                  <a:lnTo>
                    <a:pt x="6850596" y="8161"/>
                  </a:lnTo>
                  <a:lnTo>
                    <a:pt x="6922883" y="6775"/>
                  </a:lnTo>
                  <a:lnTo>
                    <a:pt x="7001543" y="5534"/>
                  </a:lnTo>
                  <a:lnTo>
                    <a:pt x="7086309" y="4428"/>
                  </a:lnTo>
                  <a:lnTo>
                    <a:pt x="7176099" y="3447"/>
                  </a:lnTo>
                  <a:lnTo>
                    <a:pt x="7268796" y="2591"/>
                  </a:lnTo>
                  <a:lnTo>
                    <a:pt x="7361161" y="1861"/>
                  </a:lnTo>
                  <a:lnTo>
                    <a:pt x="7448991" y="1260"/>
                  </a:lnTo>
                  <a:lnTo>
                    <a:pt x="7527639" y="789"/>
                  </a:lnTo>
                  <a:lnTo>
                    <a:pt x="7592855" y="445"/>
                  </a:lnTo>
                  <a:lnTo>
                    <a:pt x="7641767" y="216"/>
                  </a:lnTo>
                  <a:lnTo>
                    <a:pt x="7673661" y="82"/>
                  </a:lnTo>
                  <a:lnTo>
                    <a:pt x="7690310" y="20"/>
                  </a:lnTo>
                  <a:lnTo>
                    <a:pt x="7695819" y="1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6" name="pl2146"/>
            <p:cNvSpPr/>
            <p:nvPr/>
          </p:nvSpPr>
          <p:spPr>
            <a:xfrm>
              <a:off x="546595" y="717789"/>
              <a:ext cx="8234974" cy="5362866"/>
            </a:xfrm>
            <a:custGeom>
              <a:avLst/>
              <a:pathLst>
                <a:path w="8234974" h="5362866">
                  <a:moveTo>
                    <a:pt x="8234974" y="0"/>
                  </a:moveTo>
                  <a:lnTo>
                    <a:pt x="7696237" y="0"/>
                  </a:lnTo>
                  <a:lnTo>
                    <a:pt x="7694935" y="4"/>
                  </a:lnTo>
                  <a:lnTo>
                    <a:pt x="7686438" y="33"/>
                  </a:lnTo>
                  <a:lnTo>
                    <a:pt x="7665256" y="116"/>
                  </a:lnTo>
                  <a:lnTo>
                    <a:pt x="7627994" y="278"/>
                  </a:lnTo>
                  <a:lnTo>
                    <a:pt x="7573678" y="542"/>
                  </a:lnTo>
                  <a:lnTo>
                    <a:pt x="7503770" y="926"/>
                  </a:lnTo>
                  <a:lnTo>
                    <a:pt x="7421685" y="1438"/>
                  </a:lnTo>
                  <a:lnTo>
                    <a:pt x="7331906" y="2080"/>
                  </a:lnTo>
                  <a:lnTo>
                    <a:pt x="7239018" y="2851"/>
                  </a:lnTo>
                  <a:lnTo>
                    <a:pt x="7146951" y="3747"/>
                  </a:lnTo>
                  <a:lnTo>
                    <a:pt x="7058590" y="4768"/>
                  </a:lnTo>
                  <a:lnTo>
                    <a:pt x="6975702" y="5916"/>
                  </a:lnTo>
                  <a:lnTo>
                    <a:pt x="6899083" y="7201"/>
                  </a:lnTo>
                  <a:lnTo>
                    <a:pt x="6828790" y="8639"/>
                  </a:lnTo>
                  <a:lnTo>
                    <a:pt x="6764379" y="10248"/>
                  </a:lnTo>
                  <a:lnTo>
                    <a:pt x="6705094" y="12056"/>
                  </a:lnTo>
                  <a:lnTo>
                    <a:pt x="6650021" y="14091"/>
                  </a:lnTo>
                  <a:lnTo>
                    <a:pt x="6598191" y="16382"/>
                  </a:lnTo>
                  <a:lnTo>
                    <a:pt x="6548674" y="18954"/>
                  </a:lnTo>
                  <a:lnTo>
                    <a:pt x="6515891" y="20870"/>
                  </a:lnTo>
                  <a:lnTo>
                    <a:pt x="6463197" y="24299"/>
                  </a:lnTo>
                  <a:lnTo>
                    <a:pt x="6411007" y="28099"/>
                  </a:lnTo>
                  <a:lnTo>
                    <a:pt x="6358728" y="32277"/>
                  </a:lnTo>
                  <a:lnTo>
                    <a:pt x="6305973" y="36822"/>
                  </a:lnTo>
                  <a:lnTo>
                    <a:pt x="6252530" y="41706"/>
                  </a:lnTo>
                  <a:lnTo>
                    <a:pt x="6198341" y="46886"/>
                  </a:lnTo>
                  <a:lnTo>
                    <a:pt x="6143483" y="52301"/>
                  </a:lnTo>
                  <a:lnTo>
                    <a:pt x="6088134" y="57877"/>
                  </a:lnTo>
                  <a:lnTo>
                    <a:pt x="6032546" y="63528"/>
                  </a:lnTo>
                  <a:lnTo>
                    <a:pt x="5977005" y="69164"/>
                  </a:lnTo>
                  <a:lnTo>
                    <a:pt x="5921789" y="74696"/>
                  </a:lnTo>
                  <a:lnTo>
                    <a:pt x="5867133" y="80043"/>
                  </a:lnTo>
                  <a:lnTo>
                    <a:pt x="5813183" y="85133"/>
                  </a:lnTo>
                  <a:lnTo>
                    <a:pt x="5759976" y="89911"/>
                  </a:lnTo>
                  <a:lnTo>
                    <a:pt x="5707406" y="94339"/>
                  </a:lnTo>
                  <a:lnTo>
                    <a:pt x="5655207" y="98395"/>
                  </a:lnTo>
                  <a:lnTo>
                    <a:pt x="5602930" y="102074"/>
                  </a:lnTo>
                  <a:lnTo>
                    <a:pt x="5567201" y="104353"/>
                  </a:lnTo>
                  <a:lnTo>
                    <a:pt x="5518785" y="107124"/>
                  </a:lnTo>
                  <a:lnTo>
                    <a:pt x="5468624" y="109604"/>
                  </a:lnTo>
                  <a:lnTo>
                    <a:pt x="5415863" y="111810"/>
                  </a:lnTo>
                  <a:lnTo>
                    <a:pt x="5359547" y="113769"/>
                  </a:lnTo>
                  <a:lnTo>
                    <a:pt x="5298718" y="115510"/>
                  </a:lnTo>
                  <a:lnTo>
                    <a:pt x="5232496" y="117062"/>
                  </a:lnTo>
                  <a:lnTo>
                    <a:pt x="5160210" y="118449"/>
                  </a:lnTo>
                  <a:lnTo>
                    <a:pt x="5081550" y="119689"/>
                  </a:lnTo>
                  <a:lnTo>
                    <a:pt x="4996783" y="120796"/>
                  </a:lnTo>
                  <a:lnTo>
                    <a:pt x="4906993" y="121776"/>
                  </a:lnTo>
                  <a:lnTo>
                    <a:pt x="4814296" y="122633"/>
                  </a:lnTo>
                  <a:lnTo>
                    <a:pt x="4721932" y="123363"/>
                  </a:lnTo>
                  <a:lnTo>
                    <a:pt x="4634101" y="123964"/>
                  </a:lnTo>
                  <a:lnTo>
                    <a:pt x="4555453" y="124434"/>
                  </a:lnTo>
                  <a:lnTo>
                    <a:pt x="4490237" y="124778"/>
                  </a:lnTo>
                  <a:lnTo>
                    <a:pt x="4441326" y="125007"/>
                  </a:lnTo>
                  <a:lnTo>
                    <a:pt x="4409431" y="125141"/>
                  </a:lnTo>
                  <a:lnTo>
                    <a:pt x="4392783" y="125204"/>
                  </a:lnTo>
                  <a:lnTo>
                    <a:pt x="4387273" y="125222"/>
                  </a:lnTo>
                  <a:lnTo>
                    <a:pt x="4386855" y="125224"/>
                  </a:lnTo>
                  <a:lnTo>
                    <a:pt x="3848118" y="125224"/>
                  </a:lnTo>
                  <a:lnTo>
                    <a:pt x="3847289" y="125334"/>
                  </a:lnTo>
                  <a:lnTo>
                    <a:pt x="3841826" y="126116"/>
                  </a:lnTo>
                  <a:lnTo>
                    <a:pt x="3828004" y="128279"/>
                  </a:lnTo>
                  <a:lnTo>
                    <a:pt x="3803178" y="132539"/>
                  </a:lnTo>
                  <a:lnTo>
                    <a:pt x="3765946" y="139569"/>
                  </a:lnTo>
                  <a:lnTo>
                    <a:pt x="3716265" y="149931"/>
                  </a:lnTo>
                  <a:lnTo>
                    <a:pt x="3655375" y="164027"/>
                  </a:lnTo>
                  <a:lnTo>
                    <a:pt x="3585522" y="182078"/>
                  </a:lnTo>
                  <a:lnTo>
                    <a:pt x="3509528" y="204148"/>
                  </a:lnTo>
                  <a:lnTo>
                    <a:pt x="3430337" y="230192"/>
                  </a:lnTo>
                  <a:lnTo>
                    <a:pt x="3350625" y="260126"/>
                  </a:lnTo>
                  <a:lnTo>
                    <a:pt x="3272559" y="293887"/>
                  </a:lnTo>
                  <a:lnTo>
                    <a:pt x="3197699" y="331488"/>
                  </a:lnTo>
                  <a:lnTo>
                    <a:pt x="3127009" y="373051"/>
                  </a:lnTo>
                  <a:lnTo>
                    <a:pt x="3060944" y="418826"/>
                  </a:lnTo>
                  <a:lnTo>
                    <a:pt x="2999561" y="469197"/>
                  </a:lnTo>
                  <a:lnTo>
                    <a:pt x="2942629" y="524679"/>
                  </a:lnTo>
                  <a:lnTo>
                    <a:pt x="2889724" y="585905"/>
                  </a:lnTo>
                  <a:lnTo>
                    <a:pt x="2840307" y="653602"/>
                  </a:lnTo>
                  <a:lnTo>
                    <a:pt x="2793779" y="728553"/>
                  </a:lnTo>
                  <a:lnTo>
                    <a:pt x="2749527" y="811524"/>
                  </a:lnTo>
                  <a:lnTo>
                    <a:pt x="2706968" y="903153"/>
                  </a:lnTo>
                  <a:lnTo>
                    <a:pt x="2667772" y="998164"/>
                  </a:lnTo>
                  <a:lnTo>
                    <a:pt x="2640630" y="1069819"/>
                  </a:lnTo>
                  <a:lnTo>
                    <a:pt x="2613715" y="1145506"/>
                  </a:lnTo>
                  <a:lnTo>
                    <a:pt x="2586923" y="1225304"/>
                  </a:lnTo>
                  <a:lnTo>
                    <a:pt x="2560169" y="1309257"/>
                  </a:lnTo>
                  <a:lnTo>
                    <a:pt x="2533382" y="1397369"/>
                  </a:lnTo>
                  <a:lnTo>
                    <a:pt x="2506505" y="1489598"/>
                  </a:lnTo>
                  <a:lnTo>
                    <a:pt x="2479494" y="1585859"/>
                  </a:lnTo>
                  <a:lnTo>
                    <a:pt x="2452316" y="1686016"/>
                  </a:lnTo>
                  <a:lnTo>
                    <a:pt x="2424952" y="1789884"/>
                  </a:lnTo>
                  <a:lnTo>
                    <a:pt x="2397391" y="1897229"/>
                  </a:lnTo>
                  <a:lnTo>
                    <a:pt x="2369632" y="2007763"/>
                  </a:lnTo>
                  <a:lnTo>
                    <a:pt x="2341684" y="2121153"/>
                  </a:lnTo>
                  <a:lnTo>
                    <a:pt x="2313564" y="2237022"/>
                  </a:lnTo>
                  <a:lnTo>
                    <a:pt x="2285295" y="2354951"/>
                  </a:lnTo>
                  <a:lnTo>
                    <a:pt x="2256907" y="2474487"/>
                  </a:lnTo>
                  <a:lnTo>
                    <a:pt x="2228434" y="2595150"/>
                  </a:lnTo>
                  <a:lnTo>
                    <a:pt x="2199913" y="2716440"/>
                  </a:lnTo>
                  <a:lnTo>
                    <a:pt x="2171383" y="2837847"/>
                  </a:lnTo>
                  <a:lnTo>
                    <a:pt x="2142883" y="2958857"/>
                  </a:lnTo>
                  <a:lnTo>
                    <a:pt x="2114452" y="3078966"/>
                  </a:lnTo>
                  <a:lnTo>
                    <a:pt x="2086125" y="3197684"/>
                  </a:lnTo>
                  <a:lnTo>
                    <a:pt x="2057934" y="3314543"/>
                  </a:lnTo>
                  <a:lnTo>
                    <a:pt x="2029906" y="3429110"/>
                  </a:lnTo>
                  <a:lnTo>
                    <a:pt x="2002059" y="3540987"/>
                  </a:lnTo>
                  <a:lnTo>
                    <a:pt x="1974408" y="3649820"/>
                  </a:lnTo>
                  <a:lnTo>
                    <a:pt x="1946954" y="3755300"/>
                  </a:lnTo>
                  <a:lnTo>
                    <a:pt x="1919694" y="3857171"/>
                  </a:lnTo>
                  <a:lnTo>
                    <a:pt x="1892610" y="3955223"/>
                  </a:lnTo>
                  <a:lnTo>
                    <a:pt x="1865677" y="4049298"/>
                  </a:lnTo>
                  <a:lnTo>
                    <a:pt x="1838855" y="4139289"/>
                  </a:lnTo>
                  <a:lnTo>
                    <a:pt x="1812094" y="4225135"/>
                  </a:lnTo>
                  <a:lnTo>
                    <a:pt x="1785329" y="4306819"/>
                  </a:lnTo>
                  <a:lnTo>
                    <a:pt x="1758482" y="4384368"/>
                  </a:lnTo>
                  <a:lnTo>
                    <a:pt x="1731457" y="4457843"/>
                  </a:lnTo>
                  <a:lnTo>
                    <a:pt x="1719082" y="4489925"/>
                  </a:lnTo>
                  <a:lnTo>
                    <a:pt x="1677647" y="4590059"/>
                  </a:lnTo>
                  <a:lnTo>
                    <a:pt x="1635011" y="4681213"/>
                  </a:lnTo>
                  <a:lnTo>
                    <a:pt x="1590653" y="4763738"/>
                  </a:lnTo>
                  <a:lnTo>
                    <a:pt x="1543985" y="4838281"/>
                  </a:lnTo>
                  <a:lnTo>
                    <a:pt x="1494396" y="4905613"/>
                  </a:lnTo>
                  <a:lnTo>
                    <a:pt x="1441289" y="4966514"/>
                  </a:lnTo>
                  <a:lnTo>
                    <a:pt x="1384129" y="5021708"/>
                  </a:lnTo>
                  <a:lnTo>
                    <a:pt x="1322499" y="5071822"/>
                  </a:lnTo>
                  <a:lnTo>
                    <a:pt x="1256183" y="5117363"/>
                  </a:lnTo>
                  <a:lnTo>
                    <a:pt x="1185255" y="5158709"/>
                  </a:lnTo>
                  <a:lnTo>
                    <a:pt x="1110194" y="5196103"/>
                  </a:lnTo>
                  <a:lnTo>
                    <a:pt x="1031995" y="5229660"/>
                  </a:lnTo>
                  <a:lnTo>
                    <a:pt x="952251" y="5259388"/>
                  </a:lnTo>
                  <a:lnTo>
                    <a:pt x="873159" y="5285222"/>
                  </a:lnTo>
                  <a:lnTo>
                    <a:pt x="797419" y="5307078"/>
                  </a:lnTo>
                  <a:lnTo>
                    <a:pt x="727976" y="5324915"/>
                  </a:lnTo>
                  <a:lnTo>
                    <a:pt x="667636" y="5338803"/>
                  </a:lnTo>
                  <a:lnTo>
                    <a:pt x="618599" y="5348976"/>
                  </a:lnTo>
                  <a:lnTo>
                    <a:pt x="582043" y="5355842"/>
                  </a:lnTo>
                  <a:lnTo>
                    <a:pt x="557852" y="5359973"/>
                  </a:lnTo>
                  <a:lnTo>
                    <a:pt x="544554" y="5362044"/>
                  </a:lnTo>
                  <a:lnTo>
                    <a:pt x="539441" y="5362773"/>
                  </a:lnTo>
                  <a:lnTo>
                    <a:pt x="538736" y="5362866"/>
                  </a:lnTo>
                  <a:lnTo>
                    <a:pt x="0" y="5362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7" name="pg2147"/>
            <p:cNvSpPr/>
            <p:nvPr/>
          </p:nvSpPr>
          <p:spPr>
            <a:xfrm>
              <a:off x="546595" y="3118829"/>
              <a:ext cx="8234974" cy="2978160"/>
            </a:xfrm>
            <a:custGeom>
              <a:avLst/>
              <a:pathLst>
                <a:path w="8234974" h="2978160">
                  <a:moveTo>
                    <a:pt x="0" y="2978160"/>
                  </a:moveTo>
                  <a:lnTo>
                    <a:pt x="538736" y="2978160"/>
                  </a:lnTo>
                  <a:lnTo>
                    <a:pt x="539893" y="2978072"/>
                  </a:lnTo>
                  <a:lnTo>
                    <a:pt x="547458" y="2977446"/>
                  </a:lnTo>
                  <a:lnTo>
                    <a:pt x="566397" y="2975715"/>
                  </a:lnTo>
                  <a:lnTo>
                    <a:pt x="599921" y="2972315"/>
                  </a:lnTo>
                  <a:lnTo>
                    <a:pt x="649200" y="2966742"/>
                  </a:lnTo>
                  <a:lnTo>
                    <a:pt x="713301" y="2958614"/>
                  </a:lnTo>
                  <a:lnTo>
                    <a:pt x="789514" y="2947707"/>
                  </a:lnTo>
                  <a:lnTo>
                    <a:pt x="874018" y="2933943"/>
                  </a:lnTo>
                  <a:lnTo>
                    <a:pt x="962691" y="2917348"/>
                  </a:lnTo>
                  <a:lnTo>
                    <a:pt x="1051796" y="2897990"/>
                  </a:lnTo>
                  <a:lnTo>
                    <a:pt x="1138406" y="2875911"/>
                  </a:lnTo>
                  <a:lnTo>
                    <a:pt x="1220553" y="2851080"/>
                  </a:lnTo>
                  <a:lnTo>
                    <a:pt x="1297165" y="2823361"/>
                  </a:lnTo>
                  <a:lnTo>
                    <a:pt x="1367895" y="2792503"/>
                  </a:lnTo>
                  <a:lnTo>
                    <a:pt x="1432925" y="2758135"/>
                  </a:lnTo>
                  <a:lnTo>
                    <a:pt x="1492786" y="2719776"/>
                  </a:lnTo>
                  <a:lnTo>
                    <a:pt x="1548215" y="2676858"/>
                  </a:lnTo>
                  <a:lnTo>
                    <a:pt x="1600049" y="2628759"/>
                  </a:lnTo>
                  <a:lnTo>
                    <a:pt x="1649145" y="2574876"/>
                  </a:lnTo>
                  <a:lnTo>
                    <a:pt x="1696306" y="2514745"/>
                  </a:lnTo>
                  <a:lnTo>
                    <a:pt x="1719082" y="2482707"/>
                  </a:lnTo>
                  <a:lnTo>
                    <a:pt x="1753867" y="2430104"/>
                  </a:lnTo>
                  <a:lnTo>
                    <a:pt x="1788328" y="2373709"/>
                  </a:lnTo>
                  <a:lnTo>
                    <a:pt x="1822667" y="2313446"/>
                  </a:lnTo>
                  <a:lnTo>
                    <a:pt x="1857044" y="2249297"/>
                  </a:lnTo>
                  <a:lnTo>
                    <a:pt x="1891579" y="2181309"/>
                  </a:lnTo>
                  <a:lnTo>
                    <a:pt x="1926358" y="2109602"/>
                  </a:lnTo>
                  <a:lnTo>
                    <a:pt x="1961435" y="2034373"/>
                  </a:lnTo>
                  <a:lnTo>
                    <a:pt x="1996836" y="1955893"/>
                  </a:lnTo>
                  <a:lnTo>
                    <a:pt x="2032559" y="1874512"/>
                  </a:lnTo>
                  <a:lnTo>
                    <a:pt x="2068579" y="1790653"/>
                  </a:lnTo>
                  <a:lnTo>
                    <a:pt x="2104850" y="1704803"/>
                  </a:lnTo>
                  <a:lnTo>
                    <a:pt x="2141311" y="1617503"/>
                  </a:lnTo>
                  <a:lnTo>
                    <a:pt x="2177888" y="1529335"/>
                  </a:lnTo>
                  <a:lnTo>
                    <a:pt x="2214501" y="1440906"/>
                  </a:lnTo>
                  <a:lnTo>
                    <a:pt x="2251066" y="1352831"/>
                  </a:lnTo>
                  <a:lnTo>
                    <a:pt x="2287502" y="1265714"/>
                  </a:lnTo>
                  <a:lnTo>
                    <a:pt x="2323739" y="1180131"/>
                  </a:lnTo>
                  <a:lnTo>
                    <a:pt x="2359717" y="1096617"/>
                  </a:lnTo>
                  <a:lnTo>
                    <a:pt x="2395392" y="1015650"/>
                  </a:lnTo>
                  <a:lnTo>
                    <a:pt x="2430743" y="937641"/>
                  </a:lnTo>
                  <a:lnTo>
                    <a:pt x="2465773" y="862928"/>
                  </a:lnTo>
                  <a:lnTo>
                    <a:pt x="2500511" y="791773"/>
                  </a:lnTo>
                  <a:lnTo>
                    <a:pt x="2535016" y="724360"/>
                  </a:lnTo>
                  <a:lnTo>
                    <a:pt x="2569378" y="660797"/>
                  </a:lnTo>
                  <a:lnTo>
                    <a:pt x="2603724" y="601121"/>
                  </a:lnTo>
                  <a:lnTo>
                    <a:pt x="2638220" y="545306"/>
                  </a:lnTo>
                  <a:lnTo>
                    <a:pt x="2667772" y="500897"/>
                  </a:lnTo>
                  <a:lnTo>
                    <a:pt x="2714239" y="437604"/>
                  </a:lnTo>
                  <a:lnTo>
                    <a:pt x="2762285" y="380681"/>
                  </a:lnTo>
                  <a:lnTo>
                    <a:pt x="2812662" y="329798"/>
                  </a:lnTo>
                  <a:lnTo>
                    <a:pt x="2866210" y="284401"/>
                  </a:lnTo>
                  <a:lnTo>
                    <a:pt x="2923783" y="243868"/>
                  </a:lnTo>
                  <a:lnTo>
                    <a:pt x="2986180" y="207596"/>
                  </a:lnTo>
                  <a:lnTo>
                    <a:pt x="3054049" y="175059"/>
                  </a:lnTo>
                  <a:lnTo>
                    <a:pt x="3127763" y="145830"/>
                  </a:lnTo>
                  <a:lnTo>
                    <a:pt x="3207263" y="119598"/>
                  </a:lnTo>
                  <a:lnTo>
                    <a:pt x="3291858" y="96170"/>
                  </a:lnTo>
                  <a:lnTo>
                    <a:pt x="3380038" y="75468"/>
                  </a:lnTo>
                  <a:lnTo>
                    <a:pt x="3469347" y="57501"/>
                  </a:lnTo>
                  <a:lnTo>
                    <a:pt x="3556413" y="42333"/>
                  </a:lnTo>
                  <a:lnTo>
                    <a:pt x="3637233" y="30017"/>
                  </a:lnTo>
                  <a:lnTo>
                    <a:pt x="3707738" y="20536"/>
                  </a:lnTo>
                  <a:lnTo>
                    <a:pt x="3764572" y="13741"/>
                  </a:lnTo>
                  <a:lnTo>
                    <a:pt x="3805858" y="9325"/>
                  </a:lnTo>
                  <a:lnTo>
                    <a:pt x="3831715" y="6838"/>
                  </a:lnTo>
                  <a:lnTo>
                    <a:pt x="3844376" y="5739"/>
                  </a:lnTo>
                  <a:lnTo>
                    <a:pt x="3847975" y="545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1" y="5465"/>
                  </a:lnTo>
                  <a:lnTo>
                    <a:pt x="4396603" y="5612"/>
                  </a:lnTo>
                  <a:lnTo>
                    <a:pt x="4417678" y="6018"/>
                  </a:lnTo>
                  <a:lnTo>
                    <a:pt x="4454762" y="6815"/>
                  </a:lnTo>
                  <a:lnTo>
                    <a:pt x="4508842" y="8118"/>
                  </a:lnTo>
                  <a:lnTo>
                    <a:pt x="4578480" y="10010"/>
                  </a:lnTo>
                  <a:lnTo>
                    <a:pt x="4660295" y="12536"/>
                  </a:lnTo>
                  <a:lnTo>
                    <a:pt x="4749837" y="15706"/>
                  </a:lnTo>
                  <a:lnTo>
                    <a:pt x="4842540" y="19509"/>
                  </a:lnTo>
                  <a:lnTo>
                    <a:pt x="4934480" y="23932"/>
                  </a:lnTo>
                  <a:lnTo>
                    <a:pt x="5022770" y="28969"/>
                  </a:lnTo>
                  <a:lnTo>
                    <a:pt x="5105633" y="34637"/>
                  </a:lnTo>
                  <a:lnTo>
                    <a:pt x="5182258" y="40980"/>
                  </a:lnTo>
                  <a:lnTo>
                    <a:pt x="5252574" y="48071"/>
                  </a:lnTo>
                  <a:lnTo>
                    <a:pt x="5317015" y="56010"/>
                  </a:lnTo>
                  <a:lnTo>
                    <a:pt x="5376324" y="64924"/>
                  </a:lnTo>
                  <a:lnTo>
                    <a:pt x="5431410" y="74955"/>
                  </a:lnTo>
                  <a:lnTo>
                    <a:pt x="5483233" y="86246"/>
                  </a:lnTo>
                  <a:lnTo>
                    <a:pt x="5532723" y="98922"/>
                  </a:lnTo>
                  <a:lnTo>
                    <a:pt x="5567201" y="108890"/>
                  </a:lnTo>
                  <a:lnTo>
                    <a:pt x="5617762" y="125155"/>
                  </a:lnTo>
                  <a:lnTo>
                    <a:pt x="5667834" y="143117"/>
                  </a:lnTo>
                  <a:lnTo>
                    <a:pt x="5717952" y="162798"/>
                  </a:lnTo>
                  <a:lnTo>
                    <a:pt x="5768476" y="184163"/>
                  </a:lnTo>
                  <a:lnTo>
                    <a:pt x="5819611" y="207103"/>
                  </a:lnTo>
                  <a:lnTo>
                    <a:pt x="5871433" y="231440"/>
                  </a:lnTo>
                  <a:lnTo>
                    <a:pt x="5923899" y="256923"/>
                  </a:lnTo>
                  <a:lnTo>
                    <a:pt x="5976873" y="283241"/>
                  </a:lnTo>
                  <a:lnTo>
                    <a:pt x="6030147" y="310033"/>
                  </a:lnTo>
                  <a:lnTo>
                    <a:pt x="6083476" y="336910"/>
                  </a:lnTo>
                  <a:lnTo>
                    <a:pt x="6136606" y="363476"/>
                  </a:lnTo>
                  <a:lnTo>
                    <a:pt x="6189310" y="389358"/>
                  </a:lnTo>
                  <a:lnTo>
                    <a:pt x="6241418" y="414219"/>
                  </a:lnTo>
                  <a:lnTo>
                    <a:pt x="6292845" y="437783"/>
                  </a:lnTo>
                  <a:lnTo>
                    <a:pt x="6343613" y="459837"/>
                  </a:lnTo>
                  <a:lnTo>
                    <a:pt x="6393870" y="480247"/>
                  </a:lnTo>
                  <a:lnTo>
                    <a:pt x="6443907" y="498944"/>
                  </a:lnTo>
                  <a:lnTo>
                    <a:pt x="6494181" y="515928"/>
                  </a:lnTo>
                  <a:lnTo>
                    <a:pt x="6515891" y="522675"/>
                  </a:lnTo>
                  <a:lnTo>
                    <a:pt x="6564217" y="536383"/>
                  </a:lnTo>
                  <a:lnTo>
                    <a:pt x="6614280" y="548657"/>
                  </a:lnTo>
                  <a:lnTo>
                    <a:pt x="6666931" y="559577"/>
                  </a:lnTo>
                  <a:lnTo>
                    <a:pt x="6723117" y="569276"/>
                  </a:lnTo>
                  <a:lnTo>
                    <a:pt x="6783794" y="577899"/>
                  </a:lnTo>
                  <a:lnTo>
                    <a:pt x="6849836" y="585587"/>
                  </a:lnTo>
                  <a:lnTo>
                    <a:pt x="6921915" y="592456"/>
                  </a:lnTo>
                  <a:lnTo>
                    <a:pt x="7000344" y="598602"/>
                  </a:lnTo>
                  <a:lnTo>
                    <a:pt x="7084866" y="604088"/>
                  </a:lnTo>
                  <a:lnTo>
                    <a:pt x="7174419" y="608949"/>
                  </a:lnTo>
                  <a:lnTo>
                    <a:pt x="7266917" y="613198"/>
                  </a:lnTo>
                  <a:lnTo>
                    <a:pt x="7359161" y="616823"/>
                  </a:lnTo>
                  <a:lnTo>
                    <a:pt x="7446987" y="619811"/>
                  </a:lnTo>
                  <a:lnTo>
                    <a:pt x="7525773" y="622155"/>
                  </a:lnTo>
                  <a:lnTo>
                    <a:pt x="7591271" y="623873"/>
                  </a:lnTo>
                  <a:lnTo>
                    <a:pt x="7640577" y="625023"/>
                  </a:lnTo>
                  <a:lnTo>
                    <a:pt x="7672913" y="625696"/>
                  </a:lnTo>
                  <a:lnTo>
                    <a:pt x="7689966" y="626016"/>
                  </a:lnTo>
                  <a:lnTo>
                    <a:pt x="7695753" y="626113"/>
                  </a:lnTo>
                  <a:lnTo>
                    <a:pt x="7696237" y="626121"/>
                  </a:lnTo>
                  <a:lnTo>
                    <a:pt x="8234974" y="626121"/>
                  </a:lnTo>
                  <a:lnTo>
                    <a:pt x="8234974" y="620676"/>
                  </a:ln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2" y="87"/>
                  </a:lnTo>
                  <a:lnTo>
                    <a:pt x="3839397" y="713"/>
                  </a:lnTo>
                  <a:lnTo>
                    <a:pt x="3820457" y="2444"/>
                  </a:lnTo>
                  <a:lnTo>
                    <a:pt x="3786934" y="5844"/>
                  </a:lnTo>
                  <a:lnTo>
                    <a:pt x="3737655" y="11417"/>
                  </a:lnTo>
                  <a:lnTo>
                    <a:pt x="3673553" y="19545"/>
                  </a:lnTo>
                  <a:lnTo>
                    <a:pt x="3597341" y="30452"/>
                  </a:lnTo>
                  <a:lnTo>
                    <a:pt x="3512837" y="44217"/>
                  </a:lnTo>
                  <a:lnTo>
                    <a:pt x="3424164" y="60811"/>
                  </a:lnTo>
                  <a:lnTo>
                    <a:pt x="3335059" y="80169"/>
                  </a:lnTo>
                  <a:lnTo>
                    <a:pt x="3248449" y="102248"/>
                  </a:lnTo>
                  <a:lnTo>
                    <a:pt x="3166302" y="127079"/>
                  </a:lnTo>
                  <a:lnTo>
                    <a:pt x="3089690" y="154798"/>
                  </a:lnTo>
                  <a:lnTo>
                    <a:pt x="3018960" y="185656"/>
                  </a:lnTo>
                  <a:lnTo>
                    <a:pt x="2953930" y="220024"/>
                  </a:lnTo>
                  <a:lnTo>
                    <a:pt x="2894069" y="258383"/>
                  </a:lnTo>
                  <a:lnTo>
                    <a:pt x="2838640" y="301301"/>
                  </a:lnTo>
                  <a:lnTo>
                    <a:pt x="2786805" y="349401"/>
                  </a:lnTo>
                  <a:lnTo>
                    <a:pt x="2737710" y="403283"/>
                  </a:lnTo>
                  <a:lnTo>
                    <a:pt x="2690549" y="463414"/>
                  </a:lnTo>
                  <a:lnTo>
                    <a:pt x="2667772" y="495452"/>
                  </a:lnTo>
                  <a:lnTo>
                    <a:pt x="2632987" y="548056"/>
                  </a:lnTo>
                  <a:lnTo>
                    <a:pt x="2598526" y="604450"/>
                  </a:lnTo>
                  <a:lnTo>
                    <a:pt x="2564187" y="664713"/>
                  </a:lnTo>
                  <a:lnTo>
                    <a:pt x="2529811" y="728863"/>
                  </a:lnTo>
                  <a:lnTo>
                    <a:pt x="2495276" y="796850"/>
                  </a:lnTo>
                  <a:lnTo>
                    <a:pt x="2460497" y="868557"/>
                  </a:lnTo>
                  <a:lnTo>
                    <a:pt x="2425419" y="943787"/>
                  </a:lnTo>
                  <a:lnTo>
                    <a:pt x="2390019" y="1022267"/>
                  </a:lnTo>
                  <a:lnTo>
                    <a:pt x="2354296" y="1103647"/>
                  </a:lnTo>
                  <a:lnTo>
                    <a:pt x="2318276" y="1187506"/>
                  </a:lnTo>
                  <a:lnTo>
                    <a:pt x="2282005" y="1273356"/>
                  </a:lnTo>
                  <a:lnTo>
                    <a:pt x="2245544" y="1360656"/>
                  </a:lnTo>
                  <a:lnTo>
                    <a:pt x="2208966" y="1448824"/>
                  </a:lnTo>
                  <a:lnTo>
                    <a:pt x="2172354" y="1537253"/>
                  </a:lnTo>
                  <a:lnTo>
                    <a:pt x="2135789" y="1625328"/>
                  </a:lnTo>
                  <a:lnTo>
                    <a:pt x="2099352" y="1712445"/>
                  </a:lnTo>
                  <a:lnTo>
                    <a:pt x="2063115" y="1798028"/>
                  </a:lnTo>
                  <a:lnTo>
                    <a:pt x="2027138" y="1881542"/>
                  </a:lnTo>
                  <a:lnTo>
                    <a:pt x="1991463" y="1962509"/>
                  </a:lnTo>
                  <a:lnTo>
                    <a:pt x="1956111" y="2040518"/>
                  </a:lnTo>
                  <a:lnTo>
                    <a:pt x="1921081" y="2115231"/>
                  </a:lnTo>
                  <a:lnTo>
                    <a:pt x="1886343" y="2186386"/>
                  </a:lnTo>
                  <a:lnTo>
                    <a:pt x="1851839" y="2253799"/>
                  </a:lnTo>
                  <a:lnTo>
                    <a:pt x="1817477" y="2317362"/>
                  </a:lnTo>
                  <a:lnTo>
                    <a:pt x="1783130" y="2377038"/>
                  </a:lnTo>
                  <a:lnTo>
                    <a:pt x="1748635" y="2432853"/>
                  </a:lnTo>
                  <a:lnTo>
                    <a:pt x="1719082" y="2477263"/>
                  </a:lnTo>
                  <a:lnTo>
                    <a:pt x="1672616" y="2540555"/>
                  </a:lnTo>
                  <a:lnTo>
                    <a:pt x="1624570" y="2597478"/>
                  </a:lnTo>
                  <a:lnTo>
                    <a:pt x="1574192" y="2648361"/>
                  </a:lnTo>
                  <a:lnTo>
                    <a:pt x="1520645" y="2693758"/>
                  </a:lnTo>
                  <a:lnTo>
                    <a:pt x="1463071" y="2734292"/>
                  </a:lnTo>
                  <a:lnTo>
                    <a:pt x="1400674" y="2770563"/>
                  </a:lnTo>
                  <a:lnTo>
                    <a:pt x="1332806" y="2803100"/>
                  </a:lnTo>
                  <a:lnTo>
                    <a:pt x="1259091" y="2832329"/>
                  </a:lnTo>
                  <a:lnTo>
                    <a:pt x="1179592" y="2858562"/>
                  </a:lnTo>
                  <a:lnTo>
                    <a:pt x="1094997" y="2881989"/>
                  </a:lnTo>
                  <a:lnTo>
                    <a:pt x="1006817" y="2902691"/>
                  </a:lnTo>
                  <a:lnTo>
                    <a:pt x="917508" y="2920658"/>
                  </a:lnTo>
                  <a:lnTo>
                    <a:pt x="830441" y="2935826"/>
                  </a:lnTo>
                  <a:lnTo>
                    <a:pt x="749622" y="2948142"/>
                  </a:lnTo>
                  <a:lnTo>
                    <a:pt x="679117" y="2957623"/>
                  </a:lnTo>
                  <a:lnTo>
                    <a:pt x="622283" y="2964419"/>
                  </a:lnTo>
                  <a:lnTo>
                    <a:pt x="580996" y="2968835"/>
                  </a:lnTo>
                  <a:lnTo>
                    <a:pt x="555139" y="2971321"/>
                  </a:lnTo>
                  <a:lnTo>
                    <a:pt x="542479" y="2972421"/>
                  </a:lnTo>
                  <a:lnTo>
                    <a:pt x="538879" y="2972705"/>
                  </a:lnTo>
                  <a:lnTo>
                    <a:pt x="538736" y="2972715"/>
                  </a:lnTo>
                  <a:lnTo>
                    <a:pt x="0" y="2972715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48" name="pl2148"/>
            <p:cNvSpPr/>
            <p:nvPr/>
          </p:nvSpPr>
          <p:spPr>
            <a:xfrm>
              <a:off x="546595" y="3124274"/>
              <a:ext cx="8234974" cy="2972715"/>
            </a:xfrm>
            <a:custGeom>
              <a:avLst/>
              <a:pathLst>
                <a:path w="8234974" h="2972715">
                  <a:moveTo>
                    <a:pt x="0" y="2972715"/>
                  </a:moveTo>
                  <a:lnTo>
                    <a:pt x="538736" y="2972715"/>
                  </a:lnTo>
                  <a:lnTo>
                    <a:pt x="539893" y="2972627"/>
                  </a:lnTo>
                  <a:lnTo>
                    <a:pt x="547458" y="2972002"/>
                  </a:lnTo>
                  <a:lnTo>
                    <a:pt x="566397" y="2970271"/>
                  </a:lnTo>
                  <a:lnTo>
                    <a:pt x="599921" y="2966870"/>
                  </a:lnTo>
                  <a:lnTo>
                    <a:pt x="649200" y="2961297"/>
                  </a:lnTo>
                  <a:lnTo>
                    <a:pt x="713301" y="2953170"/>
                  </a:lnTo>
                  <a:lnTo>
                    <a:pt x="789514" y="2942262"/>
                  </a:lnTo>
                  <a:lnTo>
                    <a:pt x="874018" y="2928498"/>
                  </a:lnTo>
                  <a:lnTo>
                    <a:pt x="962691" y="2911904"/>
                  </a:lnTo>
                  <a:lnTo>
                    <a:pt x="1051796" y="2892546"/>
                  </a:lnTo>
                  <a:lnTo>
                    <a:pt x="1138406" y="2870467"/>
                  </a:lnTo>
                  <a:lnTo>
                    <a:pt x="1220553" y="2845636"/>
                  </a:lnTo>
                  <a:lnTo>
                    <a:pt x="1297165" y="2817917"/>
                  </a:lnTo>
                  <a:lnTo>
                    <a:pt x="1367895" y="2787059"/>
                  </a:lnTo>
                  <a:lnTo>
                    <a:pt x="1432925" y="2752690"/>
                  </a:lnTo>
                  <a:lnTo>
                    <a:pt x="1492786" y="2714332"/>
                  </a:lnTo>
                  <a:lnTo>
                    <a:pt x="1548215" y="2671413"/>
                  </a:lnTo>
                  <a:lnTo>
                    <a:pt x="1600049" y="2623314"/>
                  </a:lnTo>
                  <a:lnTo>
                    <a:pt x="1649145" y="2569432"/>
                  </a:lnTo>
                  <a:lnTo>
                    <a:pt x="1696306" y="2509301"/>
                  </a:lnTo>
                  <a:lnTo>
                    <a:pt x="1719082" y="2477263"/>
                  </a:lnTo>
                  <a:lnTo>
                    <a:pt x="1753867" y="2424659"/>
                  </a:lnTo>
                  <a:lnTo>
                    <a:pt x="1788328" y="2368265"/>
                  </a:lnTo>
                  <a:lnTo>
                    <a:pt x="1822667" y="2308001"/>
                  </a:lnTo>
                  <a:lnTo>
                    <a:pt x="1857044" y="2243852"/>
                  </a:lnTo>
                  <a:lnTo>
                    <a:pt x="1891579" y="2175864"/>
                  </a:lnTo>
                  <a:lnTo>
                    <a:pt x="1926358" y="2104158"/>
                  </a:lnTo>
                  <a:lnTo>
                    <a:pt x="1961435" y="2028928"/>
                  </a:lnTo>
                  <a:lnTo>
                    <a:pt x="1996836" y="1950448"/>
                  </a:lnTo>
                  <a:lnTo>
                    <a:pt x="2032559" y="1869068"/>
                  </a:lnTo>
                  <a:lnTo>
                    <a:pt x="2068579" y="1785209"/>
                  </a:lnTo>
                  <a:lnTo>
                    <a:pt x="2104850" y="1699358"/>
                  </a:lnTo>
                  <a:lnTo>
                    <a:pt x="2141311" y="1612058"/>
                  </a:lnTo>
                  <a:lnTo>
                    <a:pt x="2177888" y="1523891"/>
                  </a:lnTo>
                  <a:lnTo>
                    <a:pt x="2214501" y="1435462"/>
                  </a:lnTo>
                  <a:lnTo>
                    <a:pt x="2251066" y="1347387"/>
                  </a:lnTo>
                  <a:lnTo>
                    <a:pt x="2287502" y="1260269"/>
                  </a:lnTo>
                  <a:lnTo>
                    <a:pt x="2323739" y="1174687"/>
                  </a:lnTo>
                  <a:lnTo>
                    <a:pt x="2359717" y="1091173"/>
                  </a:lnTo>
                  <a:lnTo>
                    <a:pt x="2395392" y="1010205"/>
                  </a:lnTo>
                  <a:lnTo>
                    <a:pt x="2430743" y="932196"/>
                  </a:lnTo>
                  <a:lnTo>
                    <a:pt x="2465773" y="857484"/>
                  </a:lnTo>
                  <a:lnTo>
                    <a:pt x="2500511" y="786329"/>
                  </a:lnTo>
                  <a:lnTo>
                    <a:pt x="2535016" y="718915"/>
                  </a:lnTo>
                  <a:lnTo>
                    <a:pt x="2569378" y="655352"/>
                  </a:lnTo>
                  <a:lnTo>
                    <a:pt x="2603724" y="595677"/>
                  </a:lnTo>
                  <a:lnTo>
                    <a:pt x="2638220" y="539862"/>
                  </a:lnTo>
                  <a:lnTo>
                    <a:pt x="2667772" y="495452"/>
                  </a:lnTo>
                  <a:lnTo>
                    <a:pt x="2714239" y="432160"/>
                  </a:lnTo>
                  <a:lnTo>
                    <a:pt x="2762285" y="375236"/>
                  </a:lnTo>
                  <a:lnTo>
                    <a:pt x="2812662" y="324353"/>
                  </a:lnTo>
                  <a:lnTo>
                    <a:pt x="2866210" y="278957"/>
                  </a:lnTo>
                  <a:lnTo>
                    <a:pt x="2923783" y="238423"/>
                  </a:lnTo>
                  <a:lnTo>
                    <a:pt x="2986180" y="202152"/>
                  </a:lnTo>
                  <a:lnTo>
                    <a:pt x="3054049" y="169614"/>
                  </a:lnTo>
                  <a:lnTo>
                    <a:pt x="3127763" y="140385"/>
                  </a:lnTo>
                  <a:lnTo>
                    <a:pt x="3207263" y="114153"/>
                  </a:lnTo>
                  <a:lnTo>
                    <a:pt x="3291858" y="90726"/>
                  </a:lnTo>
                  <a:lnTo>
                    <a:pt x="3380038" y="70023"/>
                  </a:lnTo>
                  <a:lnTo>
                    <a:pt x="3469347" y="52057"/>
                  </a:lnTo>
                  <a:lnTo>
                    <a:pt x="3556413" y="36888"/>
                  </a:lnTo>
                  <a:lnTo>
                    <a:pt x="3637233" y="24573"/>
                  </a:lnTo>
                  <a:lnTo>
                    <a:pt x="3707738" y="15091"/>
                  </a:lnTo>
                  <a:lnTo>
                    <a:pt x="3764572" y="8296"/>
                  </a:lnTo>
                  <a:lnTo>
                    <a:pt x="3805858" y="3880"/>
                  </a:lnTo>
                  <a:lnTo>
                    <a:pt x="3831715" y="1394"/>
                  </a:lnTo>
                  <a:lnTo>
                    <a:pt x="3844376" y="294"/>
                  </a:lnTo>
                  <a:lnTo>
                    <a:pt x="3847975" y="1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1" y="20"/>
                  </a:lnTo>
                  <a:lnTo>
                    <a:pt x="4396603" y="167"/>
                  </a:lnTo>
                  <a:lnTo>
                    <a:pt x="4417678" y="573"/>
                  </a:lnTo>
                  <a:lnTo>
                    <a:pt x="4454762" y="1371"/>
                  </a:lnTo>
                  <a:lnTo>
                    <a:pt x="4508842" y="2674"/>
                  </a:lnTo>
                  <a:lnTo>
                    <a:pt x="4578480" y="4565"/>
                  </a:lnTo>
                  <a:lnTo>
                    <a:pt x="4660295" y="7091"/>
                  </a:lnTo>
                  <a:lnTo>
                    <a:pt x="4749837" y="10261"/>
                  </a:lnTo>
                  <a:lnTo>
                    <a:pt x="4842540" y="14065"/>
                  </a:lnTo>
                  <a:lnTo>
                    <a:pt x="4934480" y="18487"/>
                  </a:lnTo>
                  <a:lnTo>
                    <a:pt x="5022770" y="23524"/>
                  </a:lnTo>
                  <a:lnTo>
                    <a:pt x="5105633" y="29192"/>
                  </a:lnTo>
                  <a:lnTo>
                    <a:pt x="5182258" y="35535"/>
                  </a:lnTo>
                  <a:lnTo>
                    <a:pt x="5252574" y="42626"/>
                  </a:lnTo>
                  <a:lnTo>
                    <a:pt x="5317015" y="50566"/>
                  </a:lnTo>
                  <a:lnTo>
                    <a:pt x="5376324" y="59480"/>
                  </a:lnTo>
                  <a:lnTo>
                    <a:pt x="5431410" y="69510"/>
                  </a:lnTo>
                  <a:lnTo>
                    <a:pt x="5483233" y="80802"/>
                  </a:lnTo>
                  <a:lnTo>
                    <a:pt x="5532723" y="93478"/>
                  </a:lnTo>
                  <a:lnTo>
                    <a:pt x="5567201" y="103446"/>
                  </a:lnTo>
                  <a:lnTo>
                    <a:pt x="5617762" y="119710"/>
                  </a:lnTo>
                  <a:lnTo>
                    <a:pt x="5667834" y="137672"/>
                  </a:lnTo>
                  <a:lnTo>
                    <a:pt x="5717952" y="157354"/>
                  </a:lnTo>
                  <a:lnTo>
                    <a:pt x="5768476" y="178718"/>
                  </a:lnTo>
                  <a:lnTo>
                    <a:pt x="5819611" y="201658"/>
                  </a:lnTo>
                  <a:lnTo>
                    <a:pt x="5871433" y="225995"/>
                  </a:lnTo>
                  <a:lnTo>
                    <a:pt x="5923899" y="251479"/>
                  </a:lnTo>
                  <a:lnTo>
                    <a:pt x="5976873" y="277797"/>
                  </a:lnTo>
                  <a:lnTo>
                    <a:pt x="6030147" y="304589"/>
                  </a:lnTo>
                  <a:lnTo>
                    <a:pt x="6083476" y="331465"/>
                  </a:lnTo>
                  <a:lnTo>
                    <a:pt x="6136606" y="358032"/>
                  </a:lnTo>
                  <a:lnTo>
                    <a:pt x="6189310" y="383914"/>
                  </a:lnTo>
                  <a:lnTo>
                    <a:pt x="6241418" y="408775"/>
                  </a:lnTo>
                  <a:lnTo>
                    <a:pt x="6292845" y="432338"/>
                  </a:lnTo>
                  <a:lnTo>
                    <a:pt x="6343613" y="454393"/>
                  </a:lnTo>
                  <a:lnTo>
                    <a:pt x="6393870" y="474802"/>
                  </a:lnTo>
                  <a:lnTo>
                    <a:pt x="6443907" y="493500"/>
                  </a:lnTo>
                  <a:lnTo>
                    <a:pt x="6494181" y="510483"/>
                  </a:lnTo>
                  <a:lnTo>
                    <a:pt x="6515891" y="517230"/>
                  </a:lnTo>
                  <a:lnTo>
                    <a:pt x="6564217" y="530939"/>
                  </a:lnTo>
                  <a:lnTo>
                    <a:pt x="6614280" y="543212"/>
                  </a:lnTo>
                  <a:lnTo>
                    <a:pt x="6666931" y="554132"/>
                  </a:lnTo>
                  <a:lnTo>
                    <a:pt x="6723117" y="563831"/>
                  </a:lnTo>
                  <a:lnTo>
                    <a:pt x="6783794" y="572455"/>
                  </a:lnTo>
                  <a:lnTo>
                    <a:pt x="6849836" y="580142"/>
                  </a:lnTo>
                  <a:lnTo>
                    <a:pt x="6921915" y="587012"/>
                  </a:lnTo>
                  <a:lnTo>
                    <a:pt x="7000344" y="593157"/>
                  </a:lnTo>
                  <a:lnTo>
                    <a:pt x="7084866" y="598643"/>
                  </a:lnTo>
                  <a:lnTo>
                    <a:pt x="7174419" y="603505"/>
                  </a:lnTo>
                  <a:lnTo>
                    <a:pt x="7266917" y="607753"/>
                  </a:lnTo>
                  <a:lnTo>
                    <a:pt x="7359161" y="611379"/>
                  </a:lnTo>
                  <a:lnTo>
                    <a:pt x="7446987" y="614367"/>
                  </a:lnTo>
                  <a:lnTo>
                    <a:pt x="7525773" y="616710"/>
                  </a:lnTo>
                  <a:lnTo>
                    <a:pt x="7591271" y="618429"/>
                  </a:lnTo>
                  <a:lnTo>
                    <a:pt x="7640577" y="619578"/>
                  </a:lnTo>
                  <a:lnTo>
                    <a:pt x="7672913" y="620252"/>
                  </a:lnTo>
                  <a:lnTo>
                    <a:pt x="7689966" y="620571"/>
                  </a:lnTo>
                  <a:lnTo>
                    <a:pt x="7695753" y="620669"/>
                  </a:lnTo>
                  <a:lnTo>
                    <a:pt x="7696237" y="620676"/>
                  </a:lnTo>
                  <a:lnTo>
                    <a:pt x="8234974" y="620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9" name="pl2149"/>
            <p:cNvSpPr/>
            <p:nvPr/>
          </p:nvSpPr>
          <p:spPr>
            <a:xfrm>
              <a:off x="546595" y="3118829"/>
              <a:ext cx="8234974" cy="2972715"/>
            </a:xfrm>
            <a:custGeom>
              <a:avLst/>
              <a:pathLst>
                <a:path w="8234974" h="2972715">
                  <a:moveTo>
                    <a:pt x="8234974" y="620676"/>
                  </a:moveTo>
                  <a:lnTo>
                    <a:pt x="7696237" y="620676"/>
                  </a:lnTo>
                  <a:lnTo>
                    <a:pt x="7694942" y="620656"/>
                  </a:lnTo>
                  <a:lnTo>
                    <a:pt x="7686489" y="620509"/>
                  </a:lnTo>
                  <a:lnTo>
                    <a:pt x="7665415" y="620102"/>
                  </a:lnTo>
                  <a:lnTo>
                    <a:pt x="7628330" y="619305"/>
                  </a:lnTo>
                  <a:lnTo>
                    <a:pt x="7574250" y="618002"/>
                  </a:lnTo>
                  <a:lnTo>
                    <a:pt x="7504613" y="616110"/>
                  </a:lnTo>
                  <a:lnTo>
                    <a:pt x="7422797" y="613585"/>
                  </a:lnTo>
                  <a:lnTo>
                    <a:pt x="7333256" y="610415"/>
                  </a:lnTo>
                  <a:lnTo>
                    <a:pt x="7240553" y="606611"/>
                  </a:lnTo>
                  <a:lnTo>
                    <a:pt x="7148613" y="602189"/>
                  </a:lnTo>
                  <a:lnTo>
                    <a:pt x="7060322" y="597152"/>
                  </a:lnTo>
                  <a:lnTo>
                    <a:pt x="6977459" y="591484"/>
                  </a:lnTo>
                  <a:lnTo>
                    <a:pt x="6900834" y="585141"/>
                  </a:lnTo>
                  <a:lnTo>
                    <a:pt x="6830518" y="578050"/>
                  </a:lnTo>
                  <a:lnTo>
                    <a:pt x="6766077" y="570110"/>
                  </a:lnTo>
                  <a:lnTo>
                    <a:pt x="6706768" y="561196"/>
                  </a:lnTo>
                  <a:lnTo>
                    <a:pt x="6651683" y="551166"/>
                  </a:lnTo>
                  <a:lnTo>
                    <a:pt x="6599860" y="539874"/>
                  </a:lnTo>
                  <a:lnTo>
                    <a:pt x="6550369" y="527198"/>
                  </a:lnTo>
                  <a:lnTo>
                    <a:pt x="6515891" y="517230"/>
                  </a:lnTo>
                  <a:lnTo>
                    <a:pt x="6465330" y="500965"/>
                  </a:lnTo>
                  <a:lnTo>
                    <a:pt x="6415258" y="483004"/>
                  </a:lnTo>
                  <a:lnTo>
                    <a:pt x="6365140" y="463322"/>
                  </a:lnTo>
                  <a:lnTo>
                    <a:pt x="6314617" y="441958"/>
                  </a:lnTo>
                  <a:lnTo>
                    <a:pt x="6263481" y="419018"/>
                  </a:lnTo>
                  <a:lnTo>
                    <a:pt x="6211659" y="394681"/>
                  </a:lnTo>
                  <a:lnTo>
                    <a:pt x="6159193" y="369197"/>
                  </a:lnTo>
                  <a:lnTo>
                    <a:pt x="6106220" y="342879"/>
                  </a:lnTo>
                  <a:lnTo>
                    <a:pt x="6052946" y="316087"/>
                  </a:lnTo>
                  <a:lnTo>
                    <a:pt x="5999617" y="289211"/>
                  </a:lnTo>
                  <a:lnTo>
                    <a:pt x="5946487" y="262644"/>
                  </a:lnTo>
                  <a:lnTo>
                    <a:pt x="5893782" y="236762"/>
                  </a:lnTo>
                  <a:lnTo>
                    <a:pt x="5841674" y="211901"/>
                  </a:lnTo>
                  <a:lnTo>
                    <a:pt x="5790247" y="188338"/>
                  </a:lnTo>
                  <a:lnTo>
                    <a:pt x="5739479" y="166283"/>
                  </a:lnTo>
                  <a:lnTo>
                    <a:pt x="5689223" y="145874"/>
                  </a:lnTo>
                  <a:lnTo>
                    <a:pt x="5639185" y="127176"/>
                  </a:lnTo>
                  <a:lnTo>
                    <a:pt x="5588911" y="110193"/>
                  </a:lnTo>
                  <a:lnTo>
                    <a:pt x="5567201" y="103446"/>
                  </a:lnTo>
                  <a:lnTo>
                    <a:pt x="5518876" y="89737"/>
                  </a:lnTo>
                  <a:lnTo>
                    <a:pt x="5468813" y="77464"/>
                  </a:lnTo>
                  <a:lnTo>
                    <a:pt x="5416162" y="66544"/>
                  </a:lnTo>
                  <a:lnTo>
                    <a:pt x="5359976" y="56845"/>
                  </a:lnTo>
                  <a:lnTo>
                    <a:pt x="5299298" y="48221"/>
                  </a:lnTo>
                  <a:lnTo>
                    <a:pt x="5233257" y="40534"/>
                  </a:lnTo>
                  <a:lnTo>
                    <a:pt x="5161178" y="33664"/>
                  </a:lnTo>
                  <a:lnTo>
                    <a:pt x="5082749" y="27519"/>
                  </a:lnTo>
                  <a:lnTo>
                    <a:pt x="4998227" y="22033"/>
                  </a:lnTo>
                  <a:lnTo>
                    <a:pt x="4908674" y="17171"/>
                  </a:lnTo>
                  <a:lnTo>
                    <a:pt x="4816175" y="12923"/>
                  </a:lnTo>
                  <a:lnTo>
                    <a:pt x="4723931" y="9297"/>
                  </a:lnTo>
                  <a:lnTo>
                    <a:pt x="4636106" y="6309"/>
                  </a:lnTo>
                  <a:lnTo>
                    <a:pt x="4557320" y="3966"/>
                  </a:lnTo>
                  <a:lnTo>
                    <a:pt x="4491821" y="2247"/>
                  </a:lnTo>
                  <a:lnTo>
                    <a:pt x="4442515" y="1098"/>
                  </a:lnTo>
                  <a:lnTo>
                    <a:pt x="4410180" y="424"/>
                  </a:lnTo>
                  <a:lnTo>
                    <a:pt x="4393126" y="105"/>
                  </a:lnTo>
                  <a:lnTo>
                    <a:pt x="4387340" y="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62" y="87"/>
                  </a:lnTo>
                  <a:lnTo>
                    <a:pt x="3839397" y="713"/>
                  </a:lnTo>
                  <a:lnTo>
                    <a:pt x="3820457" y="2444"/>
                  </a:lnTo>
                  <a:lnTo>
                    <a:pt x="3786934" y="5844"/>
                  </a:lnTo>
                  <a:lnTo>
                    <a:pt x="3737655" y="11417"/>
                  </a:lnTo>
                  <a:lnTo>
                    <a:pt x="3673553" y="19545"/>
                  </a:lnTo>
                  <a:lnTo>
                    <a:pt x="3597341" y="30452"/>
                  </a:lnTo>
                  <a:lnTo>
                    <a:pt x="3512837" y="44217"/>
                  </a:lnTo>
                  <a:lnTo>
                    <a:pt x="3424164" y="60811"/>
                  </a:lnTo>
                  <a:lnTo>
                    <a:pt x="3335059" y="80169"/>
                  </a:lnTo>
                  <a:lnTo>
                    <a:pt x="3248449" y="102248"/>
                  </a:lnTo>
                  <a:lnTo>
                    <a:pt x="3166302" y="127079"/>
                  </a:lnTo>
                  <a:lnTo>
                    <a:pt x="3089690" y="154798"/>
                  </a:lnTo>
                  <a:lnTo>
                    <a:pt x="3018960" y="185656"/>
                  </a:lnTo>
                  <a:lnTo>
                    <a:pt x="2953930" y="220024"/>
                  </a:lnTo>
                  <a:lnTo>
                    <a:pt x="2894069" y="258383"/>
                  </a:lnTo>
                  <a:lnTo>
                    <a:pt x="2838640" y="301301"/>
                  </a:lnTo>
                  <a:lnTo>
                    <a:pt x="2786805" y="349401"/>
                  </a:lnTo>
                  <a:lnTo>
                    <a:pt x="2737710" y="403283"/>
                  </a:lnTo>
                  <a:lnTo>
                    <a:pt x="2690549" y="463414"/>
                  </a:lnTo>
                  <a:lnTo>
                    <a:pt x="2667772" y="495452"/>
                  </a:lnTo>
                  <a:lnTo>
                    <a:pt x="2632987" y="548056"/>
                  </a:lnTo>
                  <a:lnTo>
                    <a:pt x="2598526" y="604450"/>
                  </a:lnTo>
                  <a:lnTo>
                    <a:pt x="2564187" y="664713"/>
                  </a:lnTo>
                  <a:lnTo>
                    <a:pt x="2529811" y="728863"/>
                  </a:lnTo>
                  <a:lnTo>
                    <a:pt x="2495276" y="796850"/>
                  </a:lnTo>
                  <a:lnTo>
                    <a:pt x="2460497" y="868557"/>
                  </a:lnTo>
                  <a:lnTo>
                    <a:pt x="2425419" y="943787"/>
                  </a:lnTo>
                  <a:lnTo>
                    <a:pt x="2390019" y="1022267"/>
                  </a:lnTo>
                  <a:lnTo>
                    <a:pt x="2354296" y="1103647"/>
                  </a:lnTo>
                  <a:lnTo>
                    <a:pt x="2318276" y="1187506"/>
                  </a:lnTo>
                  <a:lnTo>
                    <a:pt x="2282005" y="1273356"/>
                  </a:lnTo>
                  <a:lnTo>
                    <a:pt x="2245544" y="1360656"/>
                  </a:lnTo>
                  <a:lnTo>
                    <a:pt x="2208966" y="1448824"/>
                  </a:lnTo>
                  <a:lnTo>
                    <a:pt x="2172354" y="1537253"/>
                  </a:lnTo>
                  <a:lnTo>
                    <a:pt x="2135789" y="1625328"/>
                  </a:lnTo>
                  <a:lnTo>
                    <a:pt x="2099352" y="1712445"/>
                  </a:lnTo>
                  <a:lnTo>
                    <a:pt x="2063115" y="1798028"/>
                  </a:lnTo>
                  <a:lnTo>
                    <a:pt x="2027138" y="1881542"/>
                  </a:lnTo>
                  <a:lnTo>
                    <a:pt x="1991463" y="1962509"/>
                  </a:lnTo>
                  <a:lnTo>
                    <a:pt x="1956111" y="2040518"/>
                  </a:lnTo>
                  <a:lnTo>
                    <a:pt x="1921081" y="2115231"/>
                  </a:lnTo>
                  <a:lnTo>
                    <a:pt x="1886343" y="2186386"/>
                  </a:lnTo>
                  <a:lnTo>
                    <a:pt x="1851839" y="2253799"/>
                  </a:lnTo>
                  <a:lnTo>
                    <a:pt x="1817477" y="2317362"/>
                  </a:lnTo>
                  <a:lnTo>
                    <a:pt x="1783130" y="2377038"/>
                  </a:lnTo>
                  <a:lnTo>
                    <a:pt x="1748635" y="2432853"/>
                  </a:lnTo>
                  <a:lnTo>
                    <a:pt x="1719082" y="2477263"/>
                  </a:lnTo>
                  <a:lnTo>
                    <a:pt x="1672616" y="2540555"/>
                  </a:lnTo>
                  <a:lnTo>
                    <a:pt x="1624570" y="2597478"/>
                  </a:lnTo>
                  <a:lnTo>
                    <a:pt x="1574192" y="2648361"/>
                  </a:lnTo>
                  <a:lnTo>
                    <a:pt x="1520645" y="2693758"/>
                  </a:lnTo>
                  <a:lnTo>
                    <a:pt x="1463071" y="2734292"/>
                  </a:lnTo>
                  <a:lnTo>
                    <a:pt x="1400674" y="2770563"/>
                  </a:lnTo>
                  <a:lnTo>
                    <a:pt x="1332806" y="2803100"/>
                  </a:lnTo>
                  <a:lnTo>
                    <a:pt x="1259091" y="2832329"/>
                  </a:lnTo>
                  <a:lnTo>
                    <a:pt x="1179592" y="2858562"/>
                  </a:lnTo>
                  <a:lnTo>
                    <a:pt x="1094997" y="2881989"/>
                  </a:lnTo>
                  <a:lnTo>
                    <a:pt x="1006817" y="2902691"/>
                  </a:lnTo>
                  <a:lnTo>
                    <a:pt x="917508" y="2920658"/>
                  </a:lnTo>
                  <a:lnTo>
                    <a:pt x="830441" y="2935826"/>
                  </a:lnTo>
                  <a:lnTo>
                    <a:pt x="749622" y="2948142"/>
                  </a:lnTo>
                  <a:lnTo>
                    <a:pt x="679117" y="2957623"/>
                  </a:lnTo>
                  <a:lnTo>
                    <a:pt x="622283" y="2964419"/>
                  </a:lnTo>
                  <a:lnTo>
                    <a:pt x="580996" y="2968835"/>
                  </a:lnTo>
                  <a:lnTo>
                    <a:pt x="555139" y="2971321"/>
                  </a:lnTo>
                  <a:lnTo>
                    <a:pt x="542479" y="2972421"/>
                  </a:lnTo>
                  <a:lnTo>
                    <a:pt x="538879" y="2972705"/>
                  </a:lnTo>
                  <a:lnTo>
                    <a:pt x="538736" y="2972715"/>
                  </a:lnTo>
                  <a:lnTo>
                    <a:pt x="0" y="29727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0" name="pg2150"/>
            <p:cNvSpPr/>
            <p:nvPr/>
          </p:nvSpPr>
          <p:spPr>
            <a:xfrm>
              <a:off x="546595" y="3184163"/>
              <a:ext cx="8234974" cy="2918270"/>
            </a:xfrm>
            <a:custGeom>
              <a:avLst/>
              <a:pathLst>
                <a:path w="8234974" h="2918270">
                  <a:moveTo>
                    <a:pt x="0" y="2918270"/>
                  </a:moveTo>
                  <a:lnTo>
                    <a:pt x="538736" y="2918270"/>
                  </a:lnTo>
                  <a:lnTo>
                    <a:pt x="539898" y="2918184"/>
                  </a:lnTo>
                  <a:lnTo>
                    <a:pt x="547496" y="2917567"/>
                  </a:lnTo>
                  <a:lnTo>
                    <a:pt x="566514" y="2915864"/>
                  </a:lnTo>
                  <a:lnTo>
                    <a:pt x="600169" y="2912517"/>
                  </a:lnTo>
                  <a:lnTo>
                    <a:pt x="649628" y="2907032"/>
                  </a:lnTo>
                  <a:lnTo>
                    <a:pt x="713938" y="2899035"/>
                  </a:lnTo>
                  <a:lnTo>
                    <a:pt x="790365" y="2888304"/>
                  </a:lnTo>
                  <a:lnTo>
                    <a:pt x="875065" y="2874765"/>
                  </a:lnTo>
                  <a:lnTo>
                    <a:pt x="963898" y="2858445"/>
                  </a:lnTo>
                  <a:lnTo>
                    <a:pt x="1053119" y="2839411"/>
                  </a:lnTo>
                  <a:lnTo>
                    <a:pt x="1139801" y="2817702"/>
                  </a:lnTo>
                  <a:lnTo>
                    <a:pt x="1221982" y="2793287"/>
                  </a:lnTo>
                  <a:lnTo>
                    <a:pt x="1298600" y="2766031"/>
                  </a:lnTo>
                  <a:lnTo>
                    <a:pt x="1369317" y="2735684"/>
                  </a:lnTo>
                  <a:lnTo>
                    <a:pt x="1434325" y="2701877"/>
                  </a:lnTo>
                  <a:lnTo>
                    <a:pt x="1494164" y="2664138"/>
                  </a:lnTo>
                  <a:lnTo>
                    <a:pt x="1549577" y="2621902"/>
                  </a:lnTo>
                  <a:lnTo>
                    <a:pt x="1601406" y="2574560"/>
                  </a:lnTo>
                  <a:lnTo>
                    <a:pt x="1650511" y="2521519"/>
                  </a:lnTo>
                  <a:lnTo>
                    <a:pt x="1697698" y="2462328"/>
                  </a:lnTo>
                  <a:lnTo>
                    <a:pt x="1719082" y="2432799"/>
                  </a:lnTo>
                  <a:lnTo>
                    <a:pt x="1754154" y="2380813"/>
                  </a:lnTo>
                  <a:lnTo>
                    <a:pt x="1788898" y="2325050"/>
                  </a:lnTo>
                  <a:lnTo>
                    <a:pt x="1823521" y="2265432"/>
                  </a:lnTo>
                  <a:lnTo>
                    <a:pt x="1858185" y="2201944"/>
                  </a:lnTo>
                  <a:lnTo>
                    <a:pt x="1893014" y="2134635"/>
                  </a:lnTo>
                  <a:lnTo>
                    <a:pt x="1928093" y="2063628"/>
                  </a:lnTo>
                  <a:lnTo>
                    <a:pt x="1963478" y="1989123"/>
                  </a:lnTo>
                  <a:lnTo>
                    <a:pt x="1999193" y="1911399"/>
                  </a:lnTo>
                  <a:lnTo>
                    <a:pt x="2035234" y="1830811"/>
                  </a:lnTo>
                  <a:lnTo>
                    <a:pt x="2071574" y="1747788"/>
                  </a:lnTo>
                  <a:lnTo>
                    <a:pt x="2108165" y="1662825"/>
                  </a:lnTo>
                  <a:lnTo>
                    <a:pt x="2144942" y="1576469"/>
                  </a:lnTo>
                  <a:lnTo>
                    <a:pt x="2181830" y="1489307"/>
                  </a:lnTo>
                  <a:lnTo>
                    <a:pt x="2218744" y="1401952"/>
                  </a:lnTo>
                  <a:lnTo>
                    <a:pt x="2255600" y="1315019"/>
                  </a:lnTo>
                  <a:lnTo>
                    <a:pt x="2292317" y="1229114"/>
                  </a:lnTo>
                  <a:lnTo>
                    <a:pt x="2328821" y="1144811"/>
                  </a:lnTo>
                  <a:lnTo>
                    <a:pt x="2365054" y="1062639"/>
                  </a:lnTo>
                  <a:lnTo>
                    <a:pt x="2400976" y="983069"/>
                  </a:lnTo>
                  <a:lnTo>
                    <a:pt x="2436567" y="906504"/>
                  </a:lnTo>
                  <a:lnTo>
                    <a:pt x="2471834" y="833271"/>
                  </a:lnTo>
                  <a:lnTo>
                    <a:pt x="2506813" y="763620"/>
                  </a:lnTo>
                  <a:lnTo>
                    <a:pt x="2541568" y="697720"/>
                  </a:lnTo>
                  <a:lnTo>
                    <a:pt x="2576201" y="635669"/>
                  </a:lnTo>
                  <a:lnTo>
                    <a:pt x="2610848" y="577489"/>
                  </a:lnTo>
                  <a:lnTo>
                    <a:pt x="2645686" y="523142"/>
                  </a:lnTo>
                  <a:lnTo>
                    <a:pt x="2667772" y="490915"/>
                  </a:lnTo>
                  <a:lnTo>
                    <a:pt x="2714309" y="428809"/>
                  </a:lnTo>
                  <a:lnTo>
                    <a:pt x="2762432" y="372963"/>
                  </a:lnTo>
                  <a:lnTo>
                    <a:pt x="2812895" y="323052"/>
                  </a:lnTo>
                  <a:lnTo>
                    <a:pt x="2866542" y="278529"/>
                  </a:lnTo>
                  <a:lnTo>
                    <a:pt x="2924232" y="238783"/>
                  </a:lnTo>
                  <a:lnTo>
                    <a:pt x="2986766" y="203221"/>
                  </a:lnTo>
                  <a:lnTo>
                    <a:pt x="3054792" y="171325"/>
                  </a:lnTo>
                  <a:lnTo>
                    <a:pt x="3128683" y="142676"/>
                  </a:lnTo>
                  <a:lnTo>
                    <a:pt x="3208373" y="116970"/>
                  </a:lnTo>
                  <a:lnTo>
                    <a:pt x="3293158" y="94019"/>
                  </a:lnTo>
                  <a:lnTo>
                    <a:pt x="3381510" y="73745"/>
                  </a:lnTo>
                  <a:lnTo>
                    <a:pt x="3470945" y="56161"/>
                  </a:lnTo>
                  <a:lnTo>
                    <a:pt x="3558062" y="41328"/>
                  </a:lnTo>
                  <a:lnTo>
                    <a:pt x="3638832" y="29299"/>
                  </a:lnTo>
                  <a:lnTo>
                    <a:pt x="3709177" y="20054"/>
                  </a:lnTo>
                  <a:lnTo>
                    <a:pt x="3765748" y="13444"/>
                  </a:lnTo>
                  <a:lnTo>
                    <a:pt x="3806704" y="9163"/>
                  </a:lnTo>
                  <a:lnTo>
                    <a:pt x="3832216" y="6766"/>
                  </a:lnTo>
                  <a:lnTo>
                    <a:pt x="3844580" y="571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18" y="5492"/>
                  </a:lnTo>
                  <a:lnTo>
                    <a:pt x="4396362" y="5832"/>
                  </a:lnTo>
                  <a:lnTo>
                    <a:pt x="4416936" y="6773"/>
                  </a:lnTo>
                  <a:lnTo>
                    <a:pt x="4453190" y="8619"/>
                  </a:lnTo>
                  <a:lnTo>
                    <a:pt x="4506157" y="11639"/>
                  </a:lnTo>
                  <a:lnTo>
                    <a:pt x="4574521" y="16028"/>
                  </a:lnTo>
                  <a:lnTo>
                    <a:pt x="4655061" y="21894"/>
                  </a:lnTo>
                  <a:lnTo>
                    <a:pt x="4743472" y="29266"/>
                  </a:lnTo>
                  <a:lnTo>
                    <a:pt x="4835287" y="38121"/>
                  </a:lnTo>
                  <a:lnTo>
                    <a:pt x="4926618" y="48424"/>
                  </a:lnTo>
                  <a:lnTo>
                    <a:pt x="5014563" y="60161"/>
                  </a:lnTo>
                  <a:lnTo>
                    <a:pt x="5097294" y="73366"/>
                  </a:lnTo>
                  <a:lnTo>
                    <a:pt x="5173940" y="88134"/>
                  </a:lnTo>
                  <a:lnTo>
                    <a:pt x="5244363" y="104627"/>
                  </a:lnTo>
                  <a:lnTo>
                    <a:pt x="5308941" y="123071"/>
                  </a:lnTo>
                  <a:lnTo>
                    <a:pt x="5368369" y="143749"/>
                  </a:lnTo>
                  <a:lnTo>
                    <a:pt x="5423517" y="166989"/>
                  </a:lnTo>
                  <a:lnTo>
                    <a:pt x="5475320" y="193127"/>
                  </a:lnTo>
                  <a:lnTo>
                    <a:pt x="5524694" y="222460"/>
                  </a:lnTo>
                  <a:lnTo>
                    <a:pt x="5567201" y="251355"/>
                  </a:lnTo>
                  <a:lnTo>
                    <a:pt x="5611244" y="284779"/>
                  </a:lnTo>
                  <a:lnTo>
                    <a:pt x="5654856" y="321246"/>
                  </a:lnTo>
                  <a:lnTo>
                    <a:pt x="5698414" y="360812"/>
                  </a:lnTo>
                  <a:lnTo>
                    <a:pt x="5742190" y="403450"/>
                  </a:lnTo>
                  <a:lnTo>
                    <a:pt x="5786365" y="449043"/>
                  </a:lnTo>
                  <a:lnTo>
                    <a:pt x="5831035" y="497378"/>
                  </a:lnTo>
                  <a:lnTo>
                    <a:pt x="5876227" y="548140"/>
                  </a:lnTo>
                  <a:lnTo>
                    <a:pt x="5921901" y="600923"/>
                  </a:lnTo>
                  <a:lnTo>
                    <a:pt x="5967966" y="655232"/>
                  </a:lnTo>
                  <a:lnTo>
                    <a:pt x="6014288" y="710509"/>
                  </a:lnTo>
                  <a:lnTo>
                    <a:pt x="6060709" y="766151"/>
                  </a:lnTo>
                  <a:lnTo>
                    <a:pt x="6107061" y="821536"/>
                  </a:lnTo>
                  <a:lnTo>
                    <a:pt x="6153181" y="876056"/>
                  </a:lnTo>
                  <a:lnTo>
                    <a:pt x="6198931" y="929142"/>
                  </a:lnTo>
                  <a:lnTo>
                    <a:pt x="6244212" y="980289"/>
                  </a:lnTo>
                  <a:lnTo>
                    <a:pt x="6288973" y="1029072"/>
                  </a:lnTo>
                  <a:lnTo>
                    <a:pt x="6333229" y="1075162"/>
                  </a:lnTo>
                  <a:lnTo>
                    <a:pt x="6377064" y="1118326"/>
                  </a:lnTo>
                  <a:lnTo>
                    <a:pt x="6420644" y="1158432"/>
                  </a:lnTo>
                  <a:lnTo>
                    <a:pt x="6464222" y="1195438"/>
                  </a:lnTo>
                  <a:lnTo>
                    <a:pt x="6508157" y="1229386"/>
                  </a:lnTo>
                  <a:lnTo>
                    <a:pt x="6515891" y="1235001"/>
                  </a:lnTo>
                  <a:lnTo>
                    <a:pt x="6563792" y="1267321"/>
                  </a:lnTo>
                  <a:lnTo>
                    <a:pt x="6613392" y="1296288"/>
                  </a:lnTo>
                  <a:lnTo>
                    <a:pt x="6665521" y="1322087"/>
                  </a:lnTo>
                  <a:lnTo>
                    <a:pt x="6721098" y="1345025"/>
                  </a:lnTo>
                  <a:lnTo>
                    <a:pt x="6781058" y="1365440"/>
                  </a:lnTo>
                  <a:lnTo>
                    <a:pt x="6846255" y="1383654"/>
                  </a:lnTo>
                  <a:lnTo>
                    <a:pt x="6917359" y="1399945"/>
                  </a:lnTo>
                  <a:lnTo>
                    <a:pt x="6994699" y="1414533"/>
                  </a:lnTo>
                  <a:lnTo>
                    <a:pt x="7078069" y="1427571"/>
                  </a:lnTo>
                  <a:lnTo>
                    <a:pt x="7166499" y="1439148"/>
                  </a:lnTo>
                  <a:lnTo>
                    <a:pt x="7258047" y="1449292"/>
                  </a:lnTo>
                  <a:lnTo>
                    <a:pt x="7349691" y="1457984"/>
                  </a:lnTo>
                  <a:lnTo>
                    <a:pt x="7437452" y="1465189"/>
                  </a:lnTo>
                  <a:lnTo>
                    <a:pt x="7516841" y="1470889"/>
                  </a:lnTo>
                  <a:lnTo>
                    <a:pt x="7583625" y="1475118"/>
                  </a:lnTo>
                  <a:lnTo>
                    <a:pt x="7634758" y="1477996"/>
                  </a:lnTo>
                  <a:lnTo>
                    <a:pt x="7669174" y="1479728"/>
                  </a:lnTo>
                  <a:lnTo>
                    <a:pt x="7688173" y="1480587"/>
                  </a:lnTo>
                  <a:lnTo>
                    <a:pt x="7695344" y="1480879"/>
                  </a:lnTo>
                  <a:lnTo>
                    <a:pt x="7696237" y="1480913"/>
                  </a:lnTo>
                  <a:lnTo>
                    <a:pt x="8234974" y="1480913"/>
                  </a:lnTo>
                  <a:lnTo>
                    <a:pt x="8234974" y="1475468"/>
                  </a:lnTo>
                  <a:lnTo>
                    <a:pt x="7696237" y="1475468"/>
                  </a:lnTo>
                  <a:lnTo>
                    <a:pt x="7694975" y="1475421"/>
                  </a:lnTo>
                  <a:lnTo>
                    <a:pt x="7686730" y="1475080"/>
                  </a:lnTo>
                  <a:lnTo>
                    <a:pt x="7666156" y="1474139"/>
                  </a:lnTo>
                  <a:lnTo>
                    <a:pt x="7629902" y="1472293"/>
                  </a:lnTo>
                  <a:lnTo>
                    <a:pt x="7576936" y="1469273"/>
                  </a:lnTo>
                  <a:lnTo>
                    <a:pt x="7508572" y="1464885"/>
                  </a:lnTo>
                  <a:lnTo>
                    <a:pt x="7428031" y="1459019"/>
                  </a:lnTo>
                  <a:lnTo>
                    <a:pt x="7339620" y="1451647"/>
                  </a:lnTo>
                  <a:lnTo>
                    <a:pt x="7247805" y="1442791"/>
                  </a:lnTo>
                  <a:lnTo>
                    <a:pt x="7156474" y="1432488"/>
                  </a:lnTo>
                  <a:lnTo>
                    <a:pt x="7068530" y="1420751"/>
                  </a:lnTo>
                  <a:lnTo>
                    <a:pt x="6985798" y="1407546"/>
                  </a:lnTo>
                  <a:lnTo>
                    <a:pt x="6909153" y="1392778"/>
                  </a:lnTo>
                  <a:lnTo>
                    <a:pt x="6838729" y="1376286"/>
                  </a:lnTo>
                  <a:lnTo>
                    <a:pt x="6774151" y="1357842"/>
                  </a:lnTo>
                  <a:lnTo>
                    <a:pt x="6714723" y="1337163"/>
                  </a:lnTo>
                  <a:lnTo>
                    <a:pt x="6659575" y="1313923"/>
                  </a:lnTo>
                  <a:lnTo>
                    <a:pt x="6607772" y="1287786"/>
                  </a:lnTo>
                  <a:lnTo>
                    <a:pt x="6558399" y="1258452"/>
                  </a:lnTo>
                  <a:lnTo>
                    <a:pt x="6515891" y="1229557"/>
                  </a:lnTo>
                  <a:lnTo>
                    <a:pt x="6471849" y="1196133"/>
                  </a:lnTo>
                  <a:lnTo>
                    <a:pt x="6428237" y="1159666"/>
                  </a:lnTo>
                  <a:lnTo>
                    <a:pt x="6384678" y="1120100"/>
                  </a:lnTo>
                  <a:lnTo>
                    <a:pt x="6340902" y="1077462"/>
                  </a:lnTo>
                  <a:lnTo>
                    <a:pt x="6296728" y="1031869"/>
                  </a:lnTo>
                  <a:lnTo>
                    <a:pt x="6252057" y="983535"/>
                  </a:lnTo>
                  <a:lnTo>
                    <a:pt x="6206865" y="932772"/>
                  </a:lnTo>
                  <a:lnTo>
                    <a:pt x="6161191" y="879990"/>
                  </a:lnTo>
                  <a:lnTo>
                    <a:pt x="6115126" y="825680"/>
                  </a:lnTo>
                  <a:lnTo>
                    <a:pt x="6068804" y="770403"/>
                  </a:lnTo>
                  <a:lnTo>
                    <a:pt x="6022383" y="714762"/>
                  </a:lnTo>
                  <a:lnTo>
                    <a:pt x="5976032" y="659377"/>
                  </a:lnTo>
                  <a:lnTo>
                    <a:pt x="5929912" y="604857"/>
                  </a:lnTo>
                  <a:lnTo>
                    <a:pt x="5884161" y="551770"/>
                  </a:lnTo>
                  <a:lnTo>
                    <a:pt x="5838881" y="500623"/>
                  </a:lnTo>
                  <a:lnTo>
                    <a:pt x="5794119" y="451840"/>
                  </a:lnTo>
                  <a:lnTo>
                    <a:pt x="5749863" y="405750"/>
                  </a:lnTo>
                  <a:lnTo>
                    <a:pt x="5706028" y="362586"/>
                  </a:lnTo>
                  <a:lnTo>
                    <a:pt x="5662449" y="322480"/>
                  </a:lnTo>
                  <a:lnTo>
                    <a:pt x="5618870" y="285474"/>
                  </a:lnTo>
                  <a:lnTo>
                    <a:pt x="5574935" y="251527"/>
                  </a:lnTo>
                  <a:lnTo>
                    <a:pt x="5567201" y="245911"/>
                  </a:lnTo>
                  <a:lnTo>
                    <a:pt x="5519301" y="213591"/>
                  </a:lnTo>
                  <a:lnTo>
                    <a:pt x="5469700" y="184625"/>
                  </a:lnTo>
                  <a:lnTo>
                    <a:pt x="5417572" y="158825"/>
                  </a:lnTo>
                  <a:lnTo>
                    <a:pt x="5361994" y="135887"/>
                  </a:lnTo>
                  <a:lnTo>
                    <a:pt x="5302035" y="115472"/>
                  </a:lnTo>
                  <a:lnTo>
                    <a:pt x="5236837" y="97258"/>
                  </a:lnTo>
                  <a:lnTo>
                    <a:pt x="5165733" y="80967"/>
                  </a:lnTo>
                  <a:lnTo>
                    <a:pt x="5088393" y="66379"/>
                  </a:lnTo>
                  <a:lnTo>
                    <a:pt x="5005024" y="53341"/>
                  </a:lnTo>
                  <a:lnTo>
                    <a:pt x="4916594" y="41764"/>
                  </a:lnTo>
                  <a:lnTo>
                    <a:pt x="4825046" y="31620"/>
                  </a:lnTo>
                  <a:lnTo>
                    <a:pt x="4733402" y="22928"/>
                  </a:lnTo>
                  <a:lnTo>
                    <a:pt x="4645640" y="15723"/>
                  </a:lnTo>
                  <a:lnTo>
                    <a:pt x="4566252" y="10024"/>
                  </a:lnTo>
                  <a:lnTo>
                    <a:pt x="4499468" y="5794"/>
                  </a:lnTo>
                  <a:lnTo>
                    <a:pt x="4448334" y="2916"/>
                  </a:lnTo>
                  <a:lnTo>
                    <a:pt x="4413918" y="1184"/>
                  </a:lnTo>
                  <a:lnTo>
                    <a:pt x="4394919" y="326"/>
                  </a:lnTo>
                  <a:lnTo>
                    <a:pt x="4387748" y="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7" y="86"/>
                  </a:lnTo>
                  <a:lnTo>
                    <a:pt x="3839359" y="702"/>
                  </a:lnTo>
                  <a:lnTo>
                    <a:pt x="3820341" y="2406"/>
                  </a:lnTo>
                  <a:lnTo>
                    <a:pt x="3786685" y="5753"/>
                  </a:lnTo>
                  <a:lnTo>
                    <a:pt x="3737227" y="11237"/>
                  </a:lnTo>
                  <a:lnTo>
                    <a:pt x="3672917" y="19235"/>
                  </a:lnTo>
                  <a:lnTo>
                    <a:pt x="3596490" y="29966"/>
                  </a:lnTo>
                  <a:lnTo>
                    <a:pt x="3511790" y="43505"/>
                  </a:lnTo>
                  <a:lnTo>
                    <a:pt x="3422957" y="59824"/>
                  </a:lnTo>
                  <a:lnTo>
                    <a:pt x="3333736" y="78858"/>
                  </a:lnTo>
                  <a:lnTo>
                    <a:pt x="3247054" y="100567"/>
                  </a:lnTo>
                  <a:lnTo>
                    <a:pt x="3164872" y="124982"/>
                  </a:lnTo>
                  <a:lnTo>
                    <a:pt x="3088255" y="152238"/>
                  </a:lnTo>
                  <a:lnTo>
                    <a:pt x="3017538" y="182586"/>
                  </a:lnTo>
                  <a:lnTo>
                    <a:pt x="2952529" y="216392"/>
                  </a:lnTo>
                  <a:lnTo>
                    <a:pt x="2892691" y="254132"/>
                  </a:lnTo>
                  <a:lnTo>
                    <a:pt x="2837278" y="296367"/>
                  </a:lnTo>
                  <a:lnTo>
                    <a:pt x="2785448" y="343709"/>
                  </a:lnTo>
                  <a:lnTo>
                    <a:pt x="2736343" y="396751"/>
                  </a:lnTo>
                  <a:lnTo>
                    <a:pt x="2689157" y="455941"/>
                  </a:lnTo>
                  <a:lnTo>
                    <a:pt x="2667772" y="485470"/>
                  </a:lnTo>
                  <a:lnTo>
                    <a:pt x="2632701" y="537456"/>
                  </a:lnTo>
                  <a:lnTo>
                    <a:pt x="2597957" y="593220"/>
                  </a:lnTo>
                  <a:lnTo>
                    <a:pt x="2563334" y="652837"/>
                  </a:lnTo>
                  <a:lnTo>
                    <a:pt x="2528670" y="716326"/>
                  </a:lnTo>
                  <a:lnTo>
                    <a:pt x="2493841" y="783635"/>
                  </a:lnTo>
                  <a:lnTo>
                    <a:pt x="2458761" y="854642"/>
                  </a:lnTo>
                  <a:lnTo>
                    <a:pt x="2423376" y="929146"/>
                  </a:lnTo>
                  <a:lnTo>
                    <a:pt x="2387662" y="1006871"/>
                  </a:lnTo>
                  <a:lnTo>
                    <a:pt x="2351621" y="1087459"/>
                  </a:lnTo>
                  <a:lnTo>
                    <a:pt x="2315281" y="1170481"/>
                  </a:lnTo>
                  <a:lnTo>
                    <a:pt x="2278690" y="1255444"/>
                  </a:lnTo>
                  <a:lnTo>
                    <a:pt x="2241913" y="1341801"/>
                  </a:lnTo>
                  <a:lnTo>
                    <a:pt x="2205025" y="1428962"/>
                  </a:lnTo>
                  <a:lnTo>
                    <a:pt x="2168110" y="1516317"/>
                  </a:lnTo>
                  <a:lnTo>
                    <a:pt x="2131254" y="1603250"/>
                  </a:lnTo>
                  <a:lnTo>
                    <a:pt x="2094538" y="1689155"/>
                  </a:lnTo>
                  <a:lnTo>
                    <a:pt x="2058033" y="1773458"/>
                  </a:lnTo>
                  <a:lnTo>
                    <a:pt x="2021800" y="1855630"/>
                  </a:lnTo>
                  <a:lnTo>
                    <a:pt x="1985879" y="1935200"/>
                  </a:lnTo>
                  <a:lnTo>
                    <a:pt x="1950288" y="2011765"/>
                  </a:lnTo>
                  <a:lnTo>
                    <a:pt x="1915020" y="2084998"/>
                  </a:lnTo>
                  <a:lnTo>
                    <a:pt x="1880042" y="2154650"/>
                  </a:lnTo>
                  <a:lnTo>
                    <a:pt x="1845286" y="2220549"/>
                  </a:lnTo>
                  <a:lnTo>
                    <a:pt x="1810654" y="2282601"/>
                  </a:lnTo>
                  <a:lnTo>
                    <a:pt x="1776007" y="2340780"/>
                  </a:lnTo>
                  <a:lnTo>
                    <a:pt x="1741168" y="2395127"/>
                  </a:lnTo>
                  <a:lnTo>
                    <a:pt x="1719082" y="2427354"/>
                  </a:lnTo>
                  <a:lnTo>
                    <a:pt x="1672545" y="2489460"/>
                  </a:lnTo>
                  <a:lnTo>
                    <a:pt x="1624422" y="2545306"/>
                  </a:lnTo>
                  <a:lnTo>
                    <a:pt x="1573959" y="2595218"/>
                  </a:lnTo>
                  <a:lnTo>
                    <a:pt x="1520312" y="2639740"/>
                  </a:lnTo>
                  <a:lnTo>
                    <a:pt x="1462622" y="2679486"/>
                  </a:lnTo>
                  <a:lnTo>
                    <a:pt x="1400089" y="2715048"/>
                  </a:lnTo>
                  <a:lnTo>
                    <a:pt x="1332063" y="2746944"/>
                  </a:lnTo>
                  <a:lnTo>
                    <a:pt x="1258171" y="2775593"/>
                  </a:lnTo>
                  <a:lnTo>
                    <a:pt x="1178482" y="2801299"/>
                  </a:lnTo>
                  <a:lnTo>
                    <a:pt x="1093696" y="2824251"/>
                  </a:lnTo>
                  <a:lnTo>
                    <a:pt x="1005345" y="2844524"/>
                  </a:lnTo>
                  <a:lnTo>
                    <a:pt x="915910" y="2862109"/>
                  </a:lnTo>
                  <a:lnTo>
                    <a:pt x="828793" y="2876942"/>
                  </a:lnTo>
                  <a:lnTo>
                    <a:pt x="748022" y="2888971"/>
                  </a:lnTo>
                  <a:lnTo>
                    <a:pt x="677678" y="2898215"/>
                  </a:lnTo>
                  <a:lnTo>
                    <a:pt x="621107" y="2904825"/>
                  </a:lnTo>
                  <a:lnTo>
                    <a:pt x="580151" y="2909106"/>
                  </a:lnTo>
                  <a:lnTo>
                    <a:pt x="554639" y="2911504"/>
                  </a:lnTo>
                  <a:lnTo>
                    <a:pt x="542275" y="2912553"/>
                  </a:lnTo>
                  <a:lnTo>
                    <a:pt x="538736" y="2912825"/>
                  </a:lnTo>
                  <a:lnTo>
                    <a:pt x="0" y="2912825"/>
                  </a:lnTo>
                  <a:close/>
                </a:path>
              </a:pathLst>
            </a:custGeom>
            <a:solidFill>
              <a:srgbClr val="63D9C8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51" name="pl2151"/>
            <p:cNvSpPr/>
            <p:nvPr/>
          </p:nvSpPr>
          <p:spPr>
            <a:xfrm>
              <a:off x="546595" y="3189608"/>
              <a:ext cx="8234974" cy="2912825"/>
            </a:xfrm>
            <a:custGeom>
              <a:avLst/>
              <a:pathLst>
                <a:path w="8234974" h="2912825">
                  <a:moveTo>
                    <a:pt x="0" y="2912825"/>
                  </a:moveTo>
                  <a:lnTo>
                    <a:pt x="538736" y="2912825"/>
                  </a:lnTo>
                  <a:lnTo>
                    <a:pt x="539898" y="2912739"/>
                  </a:lnTo>
                  <a:lnTo>
                    <a:pt x="547496" y="2912123"/>
                  </a:lnTo>
                  <a:lnTo>
                    <a:pt x="566514" y="2910419"/>
                  </a:lnTo>
                  <a:lnTo>
                    <a:pt x="600169" y="2907072"/>
                  </a:lnTo>
                  <a:lnTo>
                    <a:pt x="649628" y="2901587"/>
                  </a:lnTo>
                  <a:lnTo>
                    <a:pt x="713938" y="2893590"/>
                  </a:lnTo>
                  <a:lnTo>
                    <a:pt x="790365" y="2882859"/>
                  </a:lnTo>
                  <a:lnTo>
                    <a:pt x="875065" y="2869320"/>
                  </a:lnTo>
                  <a:lnTo>
                    <a:pt x="963898" y="2853001"/>
                  </a:lnTo>
                  <a:lnTo>
                    <a:pt x="1053119" y="2833966"/>
                  </a:lnTo>
                  <a:lnTo>
                    <a:pt x="1139801" y="2812258"/>
                  </a:lnTo>
                  <a:lnTo>
                    <a:pt x="1221982" y="2787843"/>
                  </a:lnTo>
                  <a:lnTo>
                    <a:pt x="1298600" y="2760587"/>
                  </a:lnTo>
                  <a:lnTo>
                    <a:pt x="1369317" y="2730239"/>
                  </a:lnTo>
                  <a:lnTo>
                    <a:pt x="1434325" y="2696433"/>
                  </a:lnTo>
                  <a:lnTo>
                    <a:pt x="1494164" y="2658693"/>
                  </a:lnTo>
                  <a:lnTo>
                    <a:pt x="1549577" y="2616458"/>
                  </a:lnTo>
                  <a:lnTo>
                    <a:pt x="1601406" y="2569115"/>
                  </a:lnTo>
                  <a:lnTo>
                    <a:pt x="1650511" y="2516074"/>
                  </a:lnTo>
                  <a:lnTo>
                    <a:pt x="1697698" y="2456883"/>
                  </a:lnTo>
                  <a:lnTo>
                    <a:pt x="1719082" y="2427354"/>
                  </a:lnTo>
                  <a:lnTo>
                    <a:pt x="1754154" y="2375368"/>
                  </a:lnTo>
                  <a:lnTo>
                    <a:pt x="1788898" y="2319605"/>
                  </a:lnTo>
                  <a:lnTo>
                    <a:pt x="1823521" y="2259988"/>
                  </a:lnTo>
                  <a:lnTo>
                    <a:pt x="1858185" y="2196499"/>
                  </a:lnTo>
                  <a:lnTo>
                    <a:pt x="1893014" y="2129190"/>
                  </a:lnTo>
                  <a:lnTo>
                    <a:pt x="1928093" y="2058183"/>
                  </a:lnTo>
                  <a:lnTo>
                    <a:pt x="1963478" y="1983678"/>
                  </a:lnTo>
                  <a:lnTo>
                    <a:pt x="1999193" y="1905954"/>
                  </a:lnTo>
                  <a:lnTo>
                    <a:pt x="2035234" y="1825366"/>
                  </a:lnTo>
                  <a:lnTo>
                    <a:pt x="2071574" y="1742344"/>
                  </a:lnTo>
                  <a:lnTo>
                    <a:pt x="2108165" y="1657380"/>
                  </a:lnTo>
                  <a:lnTo>
                    <a:pt x="2144942" y="1571024"/>
                  </a:lnTo>
                  <a:lnTo>
                    <a:pt x="2181830" y="1483863"/>
                  </a:lnTo>
                  <a:lnTo>
                    <a:pt x="2218744" y="1396507"/>
                  </a:lnTo>
                  <a:lnTo>
                    <a:pt x="2255600" y="1309575"/>
                  </a:lnTo>
                  <a:lnTo>
                    <a:pt x="2292317" y="1223670"/>
                  </a:lnTo>
                  <a:lnTo>
                    <a:pt x="2328821" y="1139366"/>
                  </a:lnTo>
                  <a:lnTo>
                    <a:pt x="2365054" y="1057194"/>
                  </a:lnTo>
                  <a:lnTo>
                    <a:pt x="2400976" y="977625"/>
                  </a:lnTo>
                  <a:lnTo>
                    <a:pt x="2436567" y="901060"/>
                  </a:lnTo>
                  <a:lnTo>
                    <a:pt x="2471834" y="827827"/>
                  </a:lnTo>
                  <a:lnTo>
                    <a:pt x="2506813" y="758175"/>
                  </a:lnTo>
                  <a:lnTo>
                    <a:pt x="2541568" y="692276"/>
                  </a:lnTo>
                  <a:lnTo>
                    <a:pt x="2576201" y="630224"/>
                  </a:lnTo>
                  <a:lnTo>
                    <a:pt x="2610848" y="572045"/>
                  </a:lnTo>
                  <a:lnTo>
                    <a:pt x="2645686" y="517697"/>
                  </a:lnTo>
                  <a:lnTo>
                    <a:pt x="2667772" y="485470"/>
                  </a:lnTo>
                  <a:lnTo>
                    <a:pt x="2714309" y="423365"/>
                  </a:lnTo>
                  <a:lnTo>
                    <a:pt x="2762432" y="367519"/>
                  </a:lnTo>
                  <a:lnTo>
                    <a:pt x="2812895" y="317607"/>
                  </a:lnTo>
                  <a:lnTo>
                    <a:pt x="2866542" y="273085"/>
                  </a:lnTo>
                  <a:lnTo>
                    <a:pt x="2924232" y="233338"/>
                  </a:lnTo>
                  <a:lnTo>
                    <a:pt x="2986766" y="197776"/>
                  </a:lnTo>
                  <a:lnTo>
                    <a:pt x="3054792" y="165881"/>
                  </a:lnTo>
                  <a:lnTo>
                    <a:pt x="3128683" y="137232"/>
                  </a:lnTo>
                  <a:lnTo>
                    <a:pt x="3208373" y="111526"/>
                  </a:lnTo>
                  <a:lnTo>
                    <a:pt x="3293158" y="88574"/>
                  </a:lnTo>
                  <a:lnTo>
                    <a:pt x="3381510" y="68300"/>
                  </a:lnTo>
                  <a:lnTo>
                    <a:pt x="3470945" y="50716"/>
                  </a:lnTo>
                  <a:lnTo>
                    <a:pt x="3558062" y="35883"/>
                  </a:lnTo>
                  <a:lnTo>
                    <a:pt x="3638832" y="23854"/>
                  </a:lnTo>
                  <a:lnTo>
                    <a:pt x="3709177" y="14609"/>
                  </a:lnTo>
                  <a:lnTo>
                    <a:pt x="3765748" y="7999"/>
                  </a:lnTo>
                  <a:lnTo>
                    <a:pt x="3806704" y="3718"/>
                  </a:lnTo>
                  <a:lnTo>
                    <a:pt x="3832216" y="1321"/>
                  </a:lnTo>
                  <a:lnTo>
                    <a:pt x="3844580" y="272"/>
                  </a:lnTo>
                  <a:lnTo>
                    <a:pt x="3848000" y="8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18" y="47"/>
                  </a:lnTo>
                  <a:lnTo>
                    <a:pt x="4396362" y="387"/>
                  </a:lnTo>
                  <a:lnTo>
                    <a:pt x="4416936" y="1328"/>
                  </a:lnTo>
                  <a:lnTo>
                    <a:pt x="4453190" y="3175"/>
                  </a:lnTo>
                  <a:lnTo>
                    <a:pt x="4506157" y="6194"/>
                  </a:lnTo>
                  <a:lnTo>
                    <a:pt x="4574521" y="10583"/>
                  </a:lnTo>
                  <a:lnTo>
                    <a:pt x="4655061" y="16449"/>
                  </a:lnTo>
                  <a:lnTo>
                    <a:pt x="4743472" y="23821"/>
                  </a:lnTo>
                  <a:lnTo>
                    <a:pt x="4835287" y="32676"/>
                  </a:lnTo>
                  <a:lnTo>
                    <a:pt x="4926618" y="42979"/>
                  </a:lnTo>
                  <a:lnTo>
                    <a:pt x="5014563" y="54716"/>
                  </a:lnTo>
                  <a:lnTo>
                    <a:pt x="5097294" y="67921"/>
                  </a:lnTo>
                  <a:lnTo>
                    <a:pt x="5173940" y="82690"/>
                  </a:lnTo>
                  <a:lnTo>
                    <a:pt x="5244363" y="99182"/>
                  </a:lnTo>
                  <a:lnTo>
                    <a:pt x="5308941" y="117626"/>
                  </a:lnTo>
                  <a:lnTo>
                    <a:pt x="5368369" y="138305"/>
                  </a:lnTo>
                  <a:lnTo>
                    <a:pt x="5423517" y="161544"/>
                  </a:lnTo>
                  <a:lnTo>
                    <a:pt x="5475320" y="187682"/>
                  </a:lnTo>
                  <a:lnTo>
                    <a:pt x="5524694" y="217016"/>
                  </a:lnTo>
                  <a:lnTo>
                    <a:pt x="5567201" y="245911"/>
                  </a:lnTo>
                  <a:lnTo>
                    <a:pt x="5611244" y="279334"/>
                  </a:lnTo>
                  <a:lnTo>
                    <a:pt x="5654856" y="315802"/>
                  </a:lnTo>
                  <a:lnTo>
                    <a:pt x="5698414" y="355368"/>
                  </a:lnTo>
                  <a:lnTo>
                    <a:pt x="5742190" y="398005"/>
                  </a:lnTo>
                  <a:lnTo>
                    <a:pt x="5786365" y="443599"/>
                  </a:lnTo>
                  <a:lnTo>
                    <a:pt x="5831035" y="491933"/>
                  </a:lnTo>
                  <a:lnTo>
                    <a:pt x="5876227" y="542696"/>
                  </a:lnTo>
                  <a:lnTo>
                    <a:pt x="5921901" y="595478"/>
                  </a:lnTo>
                  <a:lnTo>
                    <a:pt x="5967966" y="649788"/>
                  </a:lnTo>
                  <a:lnTo>
                    <a:pt x="6014288" y="705065"/>
                  </a:lnTo>
                  <a:lnTo>
                    <a:pt x="6060709" y="760706"/>
                  </a:lnTo>
                  <a:lnTo>
                    <a:pt x="6107061" y="816091"/>
                  </a:lnTo>
                  <a:lnTo>
                    <a:pt x="6153181" y="870611"/>
                  </a:lnTo>
                  <a:lnTo>
                    <a:pt x="6198931" y="923698"/>
                  </a:lnTo>
                  <a:lnTo>
                    <a:pt x="6244212" y="974845"/>
                  </a:lnTo>
                  <a:lnTo>
                    <a:pt x="6288973" y="1023628"/>
                  </a:lnTo>
                  <a:lnTo>
                    <a:pt x="6333229" y="1069717"/>
                  </a:lnTo>
                  <a:lnTo>
                    <a:pt x="6377064" y="1112882"/>
                  </a:lnTo>
                  <a:lnTo>
                    <a:pt x="6420644" y="1152988"/>
                  </a:lnTo>
                  <a:lnTo>
                    <a:pt x="6464222" y="1189994"/>
                  </a:lnTo>
                  <a:lnTo>
                    <a:pt x="6508157" y="1223941"/>
                  </a:lnTo>
                  <a:lnTo>
                    <a:pt x="6515891" y="1229557"/>
                  </a:lnTo>
                  <a:lnTo>
                    <a:pt x="6563792" y="1261876"/>
                  </a:lnTo>
                  <a:lnTo>
                    <a:pt x="6613392" y="1290843"/>
                  </a:lnTo>
                  <a:lnTo>
                    <a:pt x="6665521" y="1316643"/>
                  </a:lnTo>
                  <a:lnTo>
                    <a:pt x="6721098" y="1339581"/>
                  </a:lnTo>
                  <a:lnTo>
                    <a:pt x="6781058" y="1359996"/>
                  </a:lnTo>
                  <a:lnTo>
                    <a:pt x="6846255" y="1378210"/>
                  </a:lnTo>
                  <a:lnTo>
                    <a:pt x="6917359" y="1394501"/>
                  </a:lnTo>
                  <a:lnTo>
                    <a:pt x="6994699" y="1409088"/>
                  </a:lnTo>
                  <a:lnTo>
                    <a:pt x="7078069" y="1422127"/>
                  </a:lnTo>
                  <a:lnTo>
                    <a:pt x="7166499" y="1433704"/>
                  </a:lnTo>
                  <a:lnTo>
                    <a:pt x="7258047" y="1443847"/>
                  </a:lnTo>
                  <a:lnTo>
                    <a:pt x="7349691" y="1452540"/>
                  </a:lnTo>
                  <a:lnTo>
                    <a:pt x="7437452" y="1459745"/>
                  </a:lnTo>
                  <a:lnTo>
                    <a:pt x="7516841" y="1465444"/>
                  </a:lnTo>
                  <a:lnTo>
                    <a:pt x="7583625" y="1469674"/>
                  </a:lnTo>
                  <a:lnTo>
                    <a:pt x="7634758" y="1472552"/>
                  </a:lnTo>
                  <a:lnTo>
                    <a:pt x="7669174" y="1474283"/>
                  </a:lnTo>
                  <a:lnTo>
                    <a:pt x="7688173" y="1475142"/>
                  </a:lnTo>
                  <a:lnTo>
                    <a:pt x="7695344" y="1475435"/>
                  </a:lnTo>
                  <a:lnTo>
                    <a:pt x="7696237" y="1475468"/>
                  </a:lnTo>
                  <a:lnTo>
                    <a:pt x="8234974" y="1475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2" name="pl2152"/>
            <p:cNvSpPr/>
            <p:nvPr/>
          </p:nvSpPr>
          <p:spPr>
            <a:xfrm>
              <a:off x="546595" y="3184163"/>
              <a:ext cx="8234974" cy="2912825"/>
            </a:xfrm>
            <a:custGeom>
              <a:avLst/>
              <a:pathLst>
                <a:path w="8234974" h="2912825">
                  <a:moveTo>
                    <a:pt x="8234974" y="1475468"/>
                  </a:moveTo>
                  <a:lnTo>
                    <a:pt x="7696237" y="1475468"/>
                  </a:lnTo>
                  <a:lnTo>
                    <a:pt x="7694975" y="1475421"/>
                  </a:lnTo>
                  <a:lnTo>
                    <a:pt x="7686730" y="1475080"/>
                  </a:lnTo>
                  <a:lnTo>
                    <a:pt x="7666156" y="1474139"/>
                  </a:lnTo>
                  <a:lnTo>
                    <a:pt x="7629902" y="1472293"/>
                  </a:lnTo>
                  <a:lnTo>
                    <a:pt x="7576936" y="1469273"/>
                  </a:lnTo>
                  <a:lnTo>
                    <a:pt x="7508572" y="1464885"/>
                  </a:lnTo>
                  <a:lnTo>
                    <a:pt x="7428031" y="1459019"/>
                  </a:lnTo>
                  <a:lnTo>
                    <a:pt x="7339620" y="1451647"/>
                  </a:lnTo>
                  <a:lnTo>
                    <a:pt x="7247805" y="1442791"/>
                  </a:lnTo>
                  <a:lnTo>
                    <a:pt x="7156474" y="1432488"/>
                  </a:lnTo>
                  <a:lnTo>
                    <a:pt x="7068530" y="1420751"/>
                  </a:lnTo>
                  <a:lnTo>
                    <a:pt x="6985798" y="1407546"/>
                  </a:lnTo>
                  <a:lnTo>
                    <a:pt x="6909153" y="1392778"/>
                  </a:lnTo>
                  <a:lnTo>
                    <a:pt x="6838729" y="1376286"/>
                  </a:lnTo>
                  <a:lnTo>
                    <a:pt x="6774151" y="1357842"/>
                  </a:lnTo>
                  <a:lnTo>
                    <a:pt x="6714723" y="1337163"/>
                  </a:lnTo>
                  <a:lnTo>
                    <a:pt x="6659575" y="1313923"/>
                  </a:lnTo>
                  <a:lnTo>
                    <a:pt x="6607772" y="1287786"/>
                  </a:lnTo>
                  <a:lnTo>
                    <a:pt x="6558399" y="1258452"/>
                  </a:lnTo>
                  <a:lnTo>
                    <a:pt x="6515891" y="1229557"/>
                  </a:lnTo>
                  <a:lnTo>
                    <a:pt x="6471849" y="1196133"/>
                  </a:lnTo>
                  <a:lnTo>
                    <a:pt x="6428237" y="1159666"/>
                  </a:lnTo>
                  <a:lnTo>
                    <a:pt x="6384678" y="1120100"/>
                  </a:lnTo>
                  <a:lnTo>
                    <a:pt x="6340902" y="1077462"/>
                  </a:lnTo>
                  <a:lnTo>
                    <a:pt x="6296728" y="1031869"/>
                  </a:lnTo>
                  <a:lnTo>
                    <a:pt x="6252057" y="983535"/>
                  </a:lnTo>
                  <a:lnTo>
                    <a:pt x="6206865" y="932772"/>
                  </a:lnTo>
                  <a:lnTo>
                    <a:pt x="6161191" y="879990"/>
                  </a:lnTo>
                  <a:lnTo>
                    <a:pt x="6115126" y="825680"/>
                  </a:lnTo>
                  <a:lnTo>
                    <a:pt x="6068804" y="770403"/>
                  </a:lnTo>
                  <a:lnTo>
                    <a:pt x="6022383" y="714762"/>
                  </a:lnTo>
                  <a:lnTo>
                    <a:pt x="5976032" y="659377"/>
                  </a:lnTo>
                  <a:lnTo>
                    <a:pt x="5929912" y="604857"/>
                  </a:lnTo>
                  <a:lnTo>
                    <a:pt x="5884161" y="551770"/>
                  </a:lnTo>
                  <a:lnTo>
                    <a:pt x="5838881" y="500623"/>
                  </a:lnTo>
                  <a:lnTo>
                    <a:pt x="5794119" y="451840"/>
                  </a:lnTo>
                  <a:lnTo>
                    <a:pt x="5749863" y="405750"/>
                  </a:lnTo>
                  <a:lnTo>
                    <a:pt x="5706028" y="362586"/>
                  </a:lnTo>
                  <a:lnTo>
                    <a:pt x="5662449" y="322480"/>
                  </a:lnTo>
                  <a:lnTo>
                    <a:pt x="5618870" y="285474"/>
                  </a:lnTo>
                  <a:lnTo>
                    <a:pt x="5574935" y="251527"/>
                  </a:lnTo>
                  <a:lnTo>
                    <a:pt x="5567201" y="245911"/>
                  </a:lnTo>
                  <a:lnTo>
                    <a:pt x="5519301" y="213591"/>
                  </a:lnTo>
                  <a:lnTo>
                    <a:pt x="5469700" y="184625"/>
                  </a:lnTo>
                  <a:lnTo>
                    <a:pt x="5417572" y="158825"/>
                  </a:lnTo>
                  <a:lnTo>
                    <a:pt x="5361994" y="135887"/>
                  </a:lnTo>
                  <a:lnTo>
                    <a:pt x="5302035" y="115472"/>
                  </a:lnTo>
                  <a:lnTo>
                    <a:pt x="5236837" y="97258"/>
                  </a:lnTo>
                  <a:lnTo>
                    <a:pt x="5165733" y="80967"/>
                  </a:lnTo>
                  <a:lnTo>
                    <a:pt x="5088393" y="66379"/>
                  </a:lnTo>
                  <a:lnTo>
                    <a:pt x="5005024" y="53341"/>
                  </a:lnTo>
                  <a:lnTo>
                    <a:pt x="4916594" y="41764"/>
                  </a:lnTo>
                  <a:lnTo>
                    <a:pt x="4825046" y="31620"/>
                  </a:lnTo>
                  <a:lnTo>
                    <a:pt x="4733402" y="22928"/>
                  </a:lnTo>
                  <a:lnTo>
                    <a:pt x="4645640" y="15723"/>
                  </a:lnTo>
                  <a:lnTo>
                    <a:pt x="4566252" y="10024"/>
                  </a:lnTo>
                  <a:lnTo>
                    <a:pt x="4499468" y="5794"/>
                  </a:lnTo>
                  <a:lnTo>
                    <a:pt x="4448334" y="2916"/>
                  </a:lnTo>
                  <a:lnTo>
                    <a:pt x="4413918" y="1184"/>
                  </a:lnTo>
                  <a:lnTo>
                    <a:pt x="4394919" y="326"/>
                  </a:lnTo>
                  <a:lnTo>
                    <a:pt x="4387748" y="33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7" y="86"/>
                  </a:lnTo>
                  <a:lnTo>
                    <a:pt x="3839359" y="702"/>
                  </a:lnTo>
                  <a:lnTo>
                    <a:pt x="3820341" y="2406"/>
                  </a:lnTo>
                  <a:lnTo>
                    <a:pt x="3786685" y="5753"/>
                  </a:lnTo>
                  <a:lnTo>
                    <a:pt x="3737227" y="11237"/>
                  </a:lnTo>
                  <a:lnTo>
                    <a:pt x="3672917" y="19235"/>
                  </a:lnTo>
                  <a:lnTo>
                    <a:pt x="3596490" y="29966"/>
                  </a:lnTo>
                  <a:lnTo>
                    <a:pt x="3511790" y="43505"/>
                  </a:lnTo>
                  <a:lnTo>
                    <a:pt x="3422957" y="59824"/>
                  </a:lnTo>
                  <a:lnTo>
                    <a:pt x="3333736" y="78858"/>
                  </a:lnTo>
                  <a:lnTo>
                    <a:pt x="3247054" y="100567"/>
                  </a:lnTo>
                  <a:lnTo>
                    <a:pt x="3164872" y="124982"/>
                  </a:lnTo>
                  <a:lnTo>
                    <a:pt x="3088255" y="152238"/>
                  </a:lnTo>
                  <a:lnTo>
                    <a:pt x="3017538" y="182586"/>
                  </a:lnTo>
                  <a:lnTo>
                    <a:pt x="2952529" y="216392"/>
                  </a:lnTo>
                  <a:lnTo>
                    <a:pt x="2892691" y="254132"/>
                  </a:lnTo>
                  <a:lnTo>
                    <a:pt x="2837278" y="296367"/>
                  </a:lnTo>
                  <a:lnTo>
                    <a:pt x="2785448" y="343709"/>
                  </a:lnTo>
                  <a:lnTo>
                    <a:pt x="2736343" y="396751"/>
                  </a:lnTo>
                  <a:lnTo>
                    <a:pt x="2689157" y="455941"/>
                  </a:lnTo>
                  <a:lnTo>
                    <a:pt x="2667772" y="485470"/>
                  </a:lnTo>
                  <a:lnTo>
                    <a:pt x="2632701" y="537456"/>
                  </a:lnTo>
                  <a:lnTo>
                    <a:pt x="2597957" y="593220"/>
                  </a:lnTo>
                  <a:lnTo>
                    <a:pt x="2563334" y="652837"/>
                  </a:lnTo>
                  <a:lnTo>
                    <a:pt x="2528670" y="716326"/>
                  </a:lnTo>
                  <a:lnTo>
                    <a:pt x="2493841" y="783635"/>
                  </a:lnTo>
                  <a:lnTo>
                    <a:pt x="2458761" y="854642"/>
                  </a:lnTo>
                  <a:lnTo>
                    <a:pt x="2423376" y="929146"/>
                  </a:lnTo>
                  <a:lnTo>
                    <a:pt x="2387662" y="1006871"/>
                  </a:lnTo>
                  <a:lnTo>
                    <a:pt x="2351621" y="1087459"/>
                  </a:lnTo>
                  <a:lnTo>
                    <a:pt x="2315281" y="1170481"/>
                  </a:lnTo>
                  <a:lnTo>
                    <a:pt x="2278690" y="1255444"/>
                  </a:lnTo>
                  <a:lnTo>
                    <a:pt x="2241913" y="1341801"/>
                  </a:lnTo>
                  <a:lnTo>
                    <a:pt x="2205025" y="1428962"/>
                  </a:lnTo>
                  <a:lnTo>
                    <a:pt x="2168110" y="1516317"/>
                  </a:lnTo>
                  <a:lnTo>
                    <a:pt x="2131254" y="1603250"/>
                  </a:lnTo>
                  <a:lnTo>
                    <a:pt x="2094538" y="1689155"/>
                  </a:lnTo>
                  <a:lnTo>
                    <a:pt x="2058033" y="1773458"/>
                  </a:lnTo>
                  <a:lnTo>
                    <a:pt x="2021800" y="1855630"/>
                  </a:lnTo>
                  <a:lnTo>
                    <a:pt x="1985879" y="1935200"/>
                  </a:lnTo>
                  <a:lnTo>
                    <a:pt x="1950288" y="2011765"/>
                  </a:lnTo>
                  <a:lnTo>
                    <a:pt x="1915020" y="2084998"/>
                  </a:lnTo>
                  <a:lnTo>
                    <a:pt x="1880042" y="2154650"/>
                  </a:lnTo>
                  <a:lnTo>
                    <a:pt x="1845286" y="2220549"/>
                  </a:lnTo>
                  <a:lnTo>
                    <a:pt x="1810654" y="2282601"/>
                  </a:lnTo>
                  <a:lnTo>
                    <a:pt x="1776007" y="2340780"/>
                  </a:lnTo>
                  <a:lnTo>
                    <a:pt x="1741168" y="2395127"/>
                  </a:lnTo>
                  <a:lnTo>
                    <a:pt x="1719082" y="2427354"/>
                  </a:lnTo>
                  <a:lnTo>
                    <a:pt x="1672545" y="2489460"/>
                  </a:lnTo>
                  <a:lnTo>
                    <a:pt x="1624422" y="2545306"/>
                  </a:lnTo>
                  <a:lnTo>
                    <a:pt x="1573959" y="2595218"/>
                  </a:lnTo>
                  <a:lnTo>
                    <a:pt x="1520312" y="2639740"/>
                  </a:lnTo>
                  <a:lnTo>
                    <a:pt x="1462622" y="2679486"/>
                  </a:lnTo>
                  <a:lnTo>
                    <a:pt x="1400089" y="2715048"/>
                  </a:lnTo>
                  <a:lnTo>
                    <a:pt x="1332063" y="2746944"/>
                  </a:lnTo>
                  <a:lnTo>
                    <a:pt x="1258171" y="2775593"/>
                  </a:lnTo>
                  <a:lnTo>
                    <a:pt x="1178482" y="2801299"/>
                  </a:lnTo>
                  <a:lnTo>
                    <a:pt x="1093696" y="2824251"/>
                  </a:lnTo>
                  <a:lnTo>
                    <a:pt x="1005345" y="2844524"/>
                  </a:lnTo>
                  <a:lnTo>
                    <a:pt x="915910" y="2862109"/>
                  </a:lnTo>
                  <a:lnTo>
                    <a:pt x="828793" y="2876942"/>
                  </a:lnTo>
                  <a:lnTo>
                    <a:pt x="748022" y="2888971"/>
                  </a:lnTo>
                  <a:lnTo>
                    <a:pt x="677678" y="2898215"/>
                  </a:lnTo>
                  <a:lnTo>
                    <a:pt x="621107" y="2904825"/>
                  </a:lnTo>
                  <a:lnTo>
                    <a:pt x="580151" y="2909106"/>
                  </a:lnTo>
                  <a:lnTo>
                    <a:pt x="554639" y="2911504"/>
                  </a:lnTo>
                  <a:lnTo>
                    <a:pt x="542275" y="2912553"/>
                  </a:lnTo>
                  <a:lnTo>
                    <a:pt x="538855" y="2912817"/>
                  </a:lnTo>
                  <a:lnTo>
                    <a:pt x="538736" y="2912825"/>
                  </a:lnTo>
                  <a:lnTo>
                    <a:pt x="0" y="29128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3" name="pg2153"/>
            <p:cNvSpPr/>
            <p:nvPr/>
          </p:nvSpPr>
          <p:spPr>
            <a:xfrm>
              <a:off x="546595" y="1147908"/>
              <a:ext cx="8234974" cy="5003526"/>
            </a:xfrm>
            <a:custGeom>
              <a:avLst/>
              <a:pathLst>
                <a:path w="8234974" h="5003526">
                  <a:moveTo>
                    <a:pt x="0" y="5003526"/>
                  </a:moveTo>
                  <a:lnTo>
                    <a:pt x="538736" y="5003526"/>
                  </a:lnTo>
                  <a:lnTo>
                    <a:pt x="539638" y="5003428"/>
                  </a:lnTo>
                  <a:lnTo>
                    <a:pt x="545574" y="5002724"/>
                  </a:lnTo>
                  <a:lnTo>
                    <a:pt x="560553" y="5000778"/>
                  </a:lnTo>
                  <a:lnTo>
                    <a:pt x="587367" y="4996948"/>
                  </a:lnTo>
                  <a:lnTo>
                    <a:pt x="627392" y="4990636"/>
                  </a:lnTo>
                  <a:lnTo>
                    <a:pt x="680485" y="4981356"/>
                  </a:lnTo>
                  <a:lnTo>
                    <a:pt x="745094" y="4968772"/>
                  </a:lnTo>
                  <a:lnTo>
                    <a:pt x="818617" y="4952713"/>
                  </a:lnTo>
                  <a:lnTo>
                    <a:pt x="897912" y="4933149"/>
                  </a:lnTo>
                  <a:lnTo>
                    <a:pt x="979811" y="4910133"/>
                  </a:lnTo>
                  <a:lnTo>
                    <a:pt x="1061532" y="4883741"/>
                  </a:lnTo>
                  <a:lnTo>
                    <a:pt x="1140911" y="4854013"/>
                  </a:lnTo>
                  <a:lnTo>
                    <a:pt x="1216472" y="4820906"/>
                  </a:lnTo>
                  <a:lnTo>
                    <a:pt x="1287380" y="4784270"/>
                  </a:lnTo>
                  <a:lnTo>
                    <a:pt x="1353321" y="4743834"/>
                  </a:lnTo>
                  <a:lnTo>
                    <a:pt x="1414381" y="4699201"/>
                  </a:lnTo>
                  <a:lnTo>
                    <a:pt x="1470918" y="4649859"/>
                  </a:lnTo>
                  <a:lnTo>
                    <a:pt x="1523461" y="4595196"/>
                  </a:lnTo>
                  <a:lnTo>
                    <a:pt x="1572638" y="4534528"/>
                  </a:lnTo>
                  <a:lnTo>
                    <a:pt x="1619116" y="4467149"/>
                  </a:lnTo>
                  <a:lnTo>
                    <a:pt x="1663550" y="4392422"/>
                  </a:lnTo>
                  <a:lnTo>
                    <a:pt x="1706537" y="4309917"/>
                  </a:lnTo>
                  <a:lnTo>
                    <a:pt x="1719082" y="4283940"/>
                  </a:lnTo>
                  <a:lnTo>
                    <a:pt x="1748726" y="4219233"/>
                  </a:lnTo>
                  <a:lnTo>
                    <a:pt x="1778112" y="4150550"/>
                  </a:lnTo>
                  <a:lnTo>
                    <a:pt x="1807369" y="4077810"/>
                  </a:lnTo>
                  <a:lnTo>
                    <a:pt x="1836607" y="4000976"/>
                  </a:lnTo>
                  <a:lnTo>
                    <a:pt x="1865911" y="3920060"/>
                  </a:lnTo>
                  <a:lnTo>
                    <a:pt x="1895348" y="3835126"/>
                  </a:lnTo>
                  <a:lnTo>
                    <a:pt x="1924969" y="3746293"/>
                  </a:lnTo>
                  <a:lnTo>
                    <a:pt x="1954805" y="3653739"/>
                  </a:lnTo>
                  <a:lnTo>
                    <a:pt x="1984874" y="3557700"/>
                  </a:lnTo>
                  <a:lnTo>
                    <a:pt x="2015180" y="3458472"/>
                  </a:lnTo>
                  <a:lnTo>
                    <a:pt x="2045712" y="3356408"/>
                  </a:lnTo>
                  <a:lnTo>
                    <a:pt x="2076449" y="3251913"/>
                  </a:lnTo>
                  <a:lnTo>
                    <a:pt x="2107360" y="3145440"/>
                  </a:lnTo>
                  <a:lnTo>
                    <a:pt x="2138405" y="3037480"/>
                  </a:lnTo>
                  <a:lnTo>
                    <a:pt x="2169539" y="2928556"/>
                  </a:lnTo>
                  <a:lnTo>
                    <a:pt x="2200712" y="2819210"/>
                  </a:lnTo>
                  <a:lnTo>
                    <a:pt x="2231873" y="2709993"/>
                  </a:lnTo>
                  <a:lnTo>
                    <a:pt x="2262972" y="2601453"/>
                  </a:lnTo>
                  <a:lnTo>
                    <a:pt x="2293960" y="2494124"/>
                  </a:lnTo>
                  <a:lnTo>
                    <a:pt x="2324794" y="2388517"/>
                  </a:lnTo>
                  <a:lnTo>
                    <a:pt x="2355438" y="2285104"/>
                  </a:lnTo>
                  <a:lnTo>
                    <a:pt x="2385866" y="2184318"/>
                  </a:lnTo>
                  <a:lnTo>
                    <a:pt x="2416062" y="2086540"/>
                  </a:lnTo>
                  <a:lnTo>
                    <a:pt x="2446021" y="1992096"/>
                  </a:lnTo>
                  <a:lnTo>
                    <a:pt x="2475753" y="1901255"/>
                  </a:lnTo>
                  <a:lnTo>
                    <a:pt x="2505283" y="1814225"/>
                  </a:lnTo>
                  <a:lnTo>
                    <a:pt x="2534651" y="1731158"/>
                  </a:lnTo>
                  <a:lnTo>
                    <a:pt x="2563915" y="1652145"/>
                  </a:lnTo>
                  <a:lnTo>
                    <a:pt x="2593150" y="1577226"/>
                  </a:lnTo>
                  <a:lnTo>
                    <a:pt x="2622452" y="1506389"/>
                  </a:lnTo>
                  <a:lnTo>
                    <a:pt x="2651940" y="1439576"/>
                  </a:lnTo>
                  <a:lnTo>
                    <a:pt x="2667772" y="1405597"/>
                  </a:lnTo>
                  <a:lnTo>
                    <a:pt x="2710432" y="1320759"/>
                  </a:lnTo>
                  <a:lnTo>
                    <a:pt x="2754378" y="1243756"/>
                  </a:lnTo>
                  <a:lnTo>
                    <a:pt x="2800183" y="1174259"/>
                  </a:lnTo>
                  <a:lnTo>
                    <a:pt x="2848490" y="1111673"/>
                  </a:lnTo>
                  <a:lnTo>
                    <a:pt x="2899967" y="1055302"/>
                  </a:lnTo>
                  <a:lnTo>
                    <a:pt x="2955258" y="1004451"/>
                  </a:lnTo>
                  <a:lnTo>
                    <a:pt x="3014930" y="958480"/>
                  </a:lnTo>
                  <a:lnTo>
                    <a:pt x="3079400" y="916846"/>
                  </a:lnTo>
                  <a:lnTo>
                    <a:pt x="3148847" y="879117"/>
                  </a:lnTo>
                  <a:lnTo>
                    <a:pt x="3223090" y="844985"/>
                  </a:lnTo>
                  <a:lnTo>
                    <a:pt x="3301461" y="814264"/>
                  </a:lnTo>
                  <a:lnTo>
                    <a:pt x="3382682" y="786882"/>
                  </a:lnTo>
                  <a:lnTo>
                    <a:pt x="3464793" y="762857"/>
                  </a:lnTo>
                  <a:lnTo>
                    <a:pt x="3545179" y="742261"/>
                  </a:lnTo>
                  <a:lnTo>
                    <a:pt x="3620752" y="725161"/>
                  </a:lnTo>
                  <a:lnTo>
                    <a:pt x="3688311" y="711558"/>
                  </a:lnTo>
                  <a:lnTo>
                    <a:pt x="3745037" y="701325"/>
                  </a:lnTo>
                  <a:lnTo>
                    <a:pt x="3789020" y="694178"/>
                  </a:lnTo>
                  <a:lnTo>
                    <a:pt x="3819676" y="689670"/>
                  </a:lnTo>
                  <a:lnTo>
                    <a:pt x="3837933" y="687232"/>
                  </a:lnTo>
                  <a:lnTo>
                    <a:pt x="3846183" y="686227"/>
                  </a:lnTo>
                  <a:lnTo>
                    <a:pt x="3848118" y="686011"/>
                  </a:lnTo>
                  <a:lnTo>
                    <a:pt x="4386855" y="686011"/>
                  </a:lnTo>
                  <a:lnTo>
                    <a:pt x="4388149" y="685988"/>
                  </a:lnTo>
                  <a:lnTo>
                    <a:pt x="4396593" y="685827"/>
                  </a:lnTo>
                  <a:lnTo>
                    <a:pt x="4417645" y="685382"/>
                  </a:lnTo>
                  <a:lnTo>
                    <a:pt x="4454692" y="684509"/>
                  </a:lnTo>
                  <a:lnTo>
                    <a:pt x="4508722" y="683082"/>
                  </a:lnTo>
                  <a:lnTo>
                    <a:pt x="4578303" y="681010"/>
                  </a:lnTo>
                  <a:lnTo>
                    <a:pt x="4660062" y="678243"/>
                  </a:lnTo>
                  <a:lnTo>
                    <a:pt x="4749554" y="674771"/>
                  </a:lnTo>
                  <a:lnTo>
                    <a:pt x="4842218" y="670604"/>
                  </a:lnTo>
                  <a:lnTo>
                    <a:pt x="4934131" y="665759"/>
                  </a:lnTo>
                  <a:lnTo>
                    <a:pt x="5022407" y="660241"/>
                  </a:lnTo>
                  <a:lnTo>
                    <a:pt x="5105264" y="654032"/>
                  </a:lnTo>
                  <a:lnTo>
                    <a:pt x="5181890" y="647083"/>
                  </a:lnTo>
                  <a:lnTo>
                    <a:pt x="5252211" y="639316"/>
                  </a:lnTo>
                  <a:lnTo>
                    <a:pt x="5316658" y="630619"/>
                  </a:lnTo>
                  <a:lnTo>
                    <a:pt x="5375973" y="620855"/>
                  </a:lnTo>
                  <a:lnTo>
                    <a:pt x="5431061" y="609869"/>
                  </a:lnTo>
                  <a:lnTo>
                    <a:pt x="5482883" y="597503"/>
                  </a:lnTo>
                  <a:lnTo>
                    <a:pt x="5532368" y="583620"/>
                  </a:lnTo>
                  <a:lnTo>
                    <a:pt x="5567201" y="572583"/>
                  </a:lnTo>
                  <a:lnTo>
                    <a:pt x="5617364" y="554897"/>
                  </a:lnTo>
                  <a:lnTo>
                    <a:pt x="5667042" y="535381"/>
                  </a:lnTo>
                  <a:lnTo>
                    <a:pt x="5716757" y="514008"/>
                  </a:lnTo>
                  <a:lnTo>
                    <a:pt x="5766866" y="490817"/>
                  </a:lnTo>
                  <a:lnTo>
                    <a:pt x="5817572" y="465921"/>
                  </a:lnTo>
                  <a:lnTo>
                    <a:pt x="5868954" y="439508"/>
                  </a:lnTo>
                  <a:lnTo>
                    <a:pt x="5920974" y="411843"/>
                  </a:lnTo>
                  <a:lnTo>
                    <a:pt x="5973503" y="383258"/>
                  </a:lnTo>
                  <a:lnTo>
                    <a:pt x="6026343" y="354135"/>
                  </a:lnTo>
                  <a:lnTo>
                    <a:pt x="6079254" y="324890"/>
                  </a:lnTo>
                  <a:lnTo>
                    <a:pt x="6131989" y="295946"/>
                  </a:lnTo>
                  <a:lnTo>
                    <a:pt x="6184322" y="267708"/>
                  </a:lnTo>
                  <a:lnTo>
                    <a:pt x="6236082" y="240539"/>
                  </a:lnTo>
                  <a:lnTo>
                    <a:pt x="6287174" y="214744"/>
                  </a:lnTo>
                  <a:lnTo>
                    <a:pt x="6337610" y="190554"/>
                  </a:lnTo>
                  <a:lnTo>
                    <a:pt x="6387518" y="168128"/>
                  </a:lnTo>
                  <a:lnTo>
                    <a:pt x="6437165" y="147544"/>
                  </a:lnTo>
                  <a:lnTo>
                    <a:pt x="6486974" y="128813"/>
                  </a:lnTo>
                  <a:lnTo>
                    <a:pt x="6515891" y="118872"/>
                  </a:lnTo>
                  <a:lnTo>
                    <a:pt x="6564198" y="103846"/>
                  </a:lnTo>
                  <a:lnTo>
                    <a:pt x="6614240" y="90393"/>
                  </a:lnTo>
                  <a:lnTo>
                    <a:pt x="6666868" y="78422"/>
                  </a:lnTo>
                  <a:lnTo>
                    <a:pt x="6723027" y="67790"/>
                  </a:lnTo>
                  <a:lnTo>
                    <a:pt x="6783672" y="58336"/>
                  </a:lnTo>
                  <a:lnTo>
                    <a:pt x="6849676" y="49908"/>
                  </a:lnTo>
                  <a:lnTo>
                    <a:pt x="6921712" y="42376"/>
                  </a:lnTo>
                  <a:lnTo>
                    <a:pt x="7000092" y="35638"/>
                  </a:lnTo>
                  <a:lnTo>
                    <a:pt x="7084563" y="29623"/>
                  </a:lnTo>
                  <a:lnTo>
                    <a:pt x="7174067" y="24292"/>
                  </a:lnTo>
                  <a:lnTo>
                    <a:pt x="7266524" y="19633"/>
                  </a:lnTo>
                  <a:lnTo>
                    <a:pt x="7358741" y="15655"/>
                  </a:lnTo>
                  <a:lnTo>
                    <a:pt x="7446566" y="12377"/>
                  </a:lnTo>
                  <a:lnTo>
                    <a:pt x="7525380" y="9805"/>
                  </a:lnTo>
                  <a:lnTo>
                    <a:pt x="7590938" y="7918"/>
                  </a:lnTo>
                  <a:lnTo>
                    <a:pt x="7640326" y="6654"/>
                  </a:lnTo>
                  <a:lnTo>
                    <a:pt x="7672754" y="5913"/>
                  </a:lnTo>
                  <a:lnTo>
                    <a:pt x="7689893" y="5561"/>
                  </a:lnTo>
                  <a:lnTo>
                    <a:pt x="7695738" y="545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7216" y="680665"/>
                  </a:lnTo>
                  <a:lnTo>
                    <a:pt x="3841280" y="681369"/>
                  </a:lnTo>
                  <a:lnTo>
                    <a:pt x="3826302" y="683314"/>
                  </a:lnTo>
                  <a:lnTo>
                    <a:pt x="3799488" y="687145"/>
                  </a:lnTo>
                  <a:lnTo>
                    <a:pt x="3759463" y="693456"/>
                  </a:lnTo>
                  <a:lnTo>
                    <a:pt x="3706370" y="702737"/>
                  </a:lnTo>
                  <a:lnTo>
                    <a:pt x="3641761" y="715321"/>
                  </a:lnTo>
                  <a:lnTo>
                    <a:pt x="3568237" y="731380"/>
                  </a:lnTo>
                  <a:lnTo>
                    <a:pt x="3488943" y="750944"/>
                  </a:lnTo>
                  <a:lnTo>
                    <a:pt x="3407044" y="773960"/>
                  </a:lnTo>
                  <a:lnTo>
                    <a:pt x="3325323" y="800352"/>
                  </a:lnTo>
                  <a:lnTo>
                    <a:pt x="3245944" y="830080"/>
                  </a:lnTo>
                  <a:lnTo>
                    <a:pt x="3170382" y="863187"/>
                  </a:lnTo>
                  <a:lnTo>
                    <a:pt x="3099475" y="899822"/>
                  </a:lnTo>
                  <a:lnTo>
                    <a:pt x="3033533" y="940259"/>
                  </a:lnTo>
                  <a:lnTo>
                    <a:pt x="2972473" y="984892"/>
                  </a:lnTo>
                  <a:lnTo>
                    <a:pt x="2915937" y="1034233"/>
                  </a:lnTo>
                  <a:lnTo>
                    <a:pt x="2863394" y="1088896"/>
                  </a:lnTo>
                  <a:lnTo>
                    <a:pt x="2814216" y="1149565"/>
                  </a:lnTo>
                  <a:lnTo>
                    <a:pt x="2767738" y="1216944"/>
                  </a:lnTo>
                  <a:lnTo>
                    <a:pt x="2723305" y="1291671"/>
                  </a:lnTo>
                  <a:lnTo>
                    <a:pt x="2680317" y="1374176"/>
                  </a:lnTo>
                  <a:lnTo>
                    <a:pt x="2667772" y="1400152"/>
                  </a:lnTo>
                  <a:lnTo>
                    <a:pt x="2638128" y="1464859"/>
                  </a:lnTo>
                  <a:lnTo>
                    <a:pt x="2608743" y="1533543"/>
                  </a:lnTo>
                  <a:lnTo>
                    <a:pt x="2579485" y="1606283"/>
                  </a:lnTo>
                  <a:lnTo>
                    <a:pt x="2550248" y="1683117"/>
                  </a:lnTo>
                  <a:lnTo>
                    <a:pt x="2520944" y="1764032"/>
                  </a:lnTo>
                  <a:lnTo>
                    <a:pt x="2491506" y="1848966"/>
                  </a:lnTo>
                  <a:lnTo>
                    <a:pt x="2461886" y="1937799"/>
                  </a:lnTo>
                  <a:lnTo>
                    <a:pt x="2432050" y="2030354"/>
                  </a:lnTo>
                  <a:lnTo>
                    <a:pt x="2401980" y="2126393"/>
                  </a:lnTo>
                  <a:lnTo>
                    <a:pt x="2371675" y="2225621"/>
                  </a:lnTo>
                  <a:lnTo>
                    <a:pt x="2341143" y="2327685"/>
                  </a:lnTo>
                  <a:lnTo>
                    <a:pt x="2310406" y="2432180"/>
                  </a:lnTo>
                  <a:lnTo>
                    <a:pt x="2279495" y="2538653"/>
                  </a:lnTo>
                  <a:lnTo>
                    <a:pt x="2248450" y="2646613"/>
                  </a:lnTo>
                  <a:lnTo>
                    <a:pt x="2217316" y="2755537"/>
                  </a:lnTo>
                  <a:lnTo>
                    <a:pt x="2186142" y="2864883"/>
                  </a:lnTo>
                  <a:lnTo>
                    <a:pt x="2154981" y="2974100"/>
                  </a:lnTo>
                  <a:lnTo>
                    <a:pt x="2123883" y="3082640"/>
                  </a:lnTo>
                  <a:lnTo>
                    <a:pt x="2092895" y="3189968"/>
                  </a:lnTo>
                  <a:lnTo>
                    <a:pt x="2062061" y="3295576"/>
                  </a:lnTo>
                  <a:lnTo>
                    <a:pt x="2031416" y="3398989"/>
                  </a:lnTo>
                  <a:lnTo>
                    <a:pt x="2000988" y="3499775"/>
                  </a:lnTo>
                  <a:lnTo>
                    <a:pt x="1970793" y="3597553"/>
                  </a:lnTo>
                  <a:lnTo>
                    <a:pt x="1940834" y="3691997"/>
                  </a:lnTo>
                  <a:lnTo>
                    <a:pt x="1911101" y="3782838"/>
                  </a:lnTo>
                  <a:lnTo>
                    <a:pt x="1881571" y="3869867"/>
                  </a:lnTo>
                  <a:lnTo>
                    <a:pt x="1852203" y="3952935"/>
                  </a:lnTo>
                  <a:lnTo>
                    <a:pt x="1822940" y="4031948"/>
                  </a:lnTo>
                  <a:lnTo>
                    <a:pt x="1793705" y="4106867"/>
                  </a:lnTo>
                  <a:lnTo>
                    <a:pt x="1764402" y="4177704"/>
                  </a:lnTo>
                  <a:lnTo>
                    <a:pt x="1734914" y="4244516"/>
                  </a:lnTo>
                  <a:lnTo>
                    <a:pt x="1719082" y="4278496"/>
                  </a:lnTo>
                  <a:lnTo>
                    <a:pt x="1676423" y="4363334"/>
                  </a:lnTo>
                  <a:lnTo>
                    <a:pt x="1632477" y="4440337"/>
                  </a:lnTo>
                  <a:lnTo>
                    <a:pt x="1586672" y="4509834"/>
                  </a:lnTo>
                  <a:lnTo>
                    <a:pt x="1538365" y="4572420"/>
                  </a:lnTo>
                  <a:lnTo>
                    <a:pt x="1486888" y="4628790"/>
                  </a:lnTo>
                  <a:lnTo>
                    <a:pt x="1431597" y="4679642"/>
                  </a:lnTo>
                  <a:lnTo>
                    <a:pt x="1371925" y="4725613"/>
                  </a:lnTo>
                  <a:lnTo>
                    <a:pt x="1307454" y="4767247"/>
                  </a:lnTo>
                  <a:lnTo>
                    <a:pt x="1238007" y="4804976"/>
                  </a:lnTo>
                  <a:lnTo>
                    <a:pt x="1163765" y="4839108"/>
                  </a:lnTo>
                  <a:lnTo>
                    <a:pt x="1085394" y="4869829"/>
                  </a:lnTo>
                  <a:lnTo>
                    <a:pt x="1004173" y="4897211"/>
                  </a:lnTo>
                  <a:lnTo>
                    <a:pt x="922062" y="4921236"/>
                  </a:lnTo>
                  <a:lnTo>
                    <a:pt x="841675" y="4941831"/>
                  </a:lnTo>
                  <a:lnTo>
                    <a:pt x="766102" y="4958931"/>
                  </a:lnTo>
                  <a:lnTo>
                    <a:pt x="698544" y="4972535"/>
                  </a:lnTo>
                  <a:lnTo>
                    <a:pt x="641818" y="4982768"/>
                  </a:lnTo>
                  <a:lnTo>
                    <a:pt x="597835" y="4989915"/>
                  </a:lnTo>
                  <a:lnTo>
                    <a:pt x="567179" y="4994423"/>
                  </a:lnTo>
                  <a:lnTo>
                    <a:pt x="548922" y="4996861"/>
                  </a:lnTo>
                  <a:lnTo>
                    <a:pt x="540671" y="4997866"/>
                  </a:lnTo>
                  <a:lnTo>
                    <a:pt x="538736" y="4998082"/>
                  </a:lnTo>
                  <a:lnTo>
                    <a:pt x="0" y="4998082"/>
                  </a:lnTo>
                  <a:close/>
                </a:path>
              </a:pathLst>
            </a:custGeom>
            <a:solidFill>
              <a:srgbClr val="69D6E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54" name="pl2154"/>
            <p:cNvSpPr/>
            <p:nvPr/>
          </p:nvSpPr>
          <p:spPr>
            <a:xfrm>
              <a:off x="546595" y="1153352"/>
              <a:ext cx="8234974" cy="4998082"/>
            </a:xfrm>
            <a:custGeom>
              <a:avLst/>
              <a:pathLst>
                <a:path w="8234974" h="4998082">
                  <a:moveTo>
                    <a:pt x="0" y="4998082"/>
                  </a:moveTo>
                  <a:lnTo>
                    <a:pt x="538736" y="4998082"/>
                  </a:lnTo>
                  <a:lnTo>
                    <a:pt x="539638" y="4997983"/>
                  </a:lnTo>
                  <a:lnTo>
                    <a:pt x="545574" y="4997279"/>
                  </a:lnTo>
                  <a:lnTo>
                    <a:pt x="560553" y="4995334"/>
                  </a:lnTo>
                  <a:lnTo>
                    <a:pt x="587367" y="4991503"/>
                  </a:lnTo>
                  <a:lnTo>
                    <a:pt x="627392" y="4985192"/>
                  </a:lnTo>
                  <a:lnTo>
                    <a:pt x="680485" y="4975911"/>
                  </a:lnTo>
                  <a:lnTo>
                    <a:pt x="745094" y="4963327"/>
                  </a:lnTo>
                  <a:lnTo>
                    <a:pt x="818617" y="4947269"/>
                  </a:lnTo>
                  <a:lnTo>
                    <a:pt x="897912" y="4927704"/>
                  </a:lnTo>
                  <a:lnTo>
                    <a:pt x="979811" y="4904688"/>
                  </a:lnTo>
                  <a:lnTo>
                    <a:pt x="1061532" y="4878296"/>
                  </a:lnTo>
                  <a:lnTo>
                    <a:pt x="1140911" y="4848568"/>
                  </a:lnTo>
                  <a:lnTo>
                    <a:pt x="1216472" y="4815461"/>
                  </a:lnTo>
                  <a:lnTo>
                    <a:pt x="1287380" y="4778826"/>
                  </a:lnTo>
                  <a:lnTo>
                    <a:pt x="1353321" y="4738389"/>
                  </a:lnTo>
                  <a:lnTo>
                    <a:pt x="1414381" y="4693756"/>
                  </a:lnTo>
                  <a:lnTo>
                    <a:pt x="1470918" y="4644415"/>
                  </a:lnTo>
                  <a:lnTo>
                    <a:pt x="1523461" y="4589752"/>
                  </a:lnTo>
                  <a:lnTo>
                    <a:pt x="1572638" y="4529083"/>
                  </a:lnTo>
                  <a:lnTo>
                    <a:pt x="1619116" y="4461704"/>
                  </a:lnTo>
                  <a:lnTo>
                    <a:pt x="1663550" y="4386977"/>
                  </a:lnTo>
                  <a:lnTo>
                    <a:pt x="1706537" y="4304472"/>
                  </a:lnTo>
                  <a:lnTo>
                    <a:pt x="1719082" y="4278496"/>
                  </a:lnTo>
                  <a:lnTo>
                    <a:pt x="1748726" y="4213789"/>
                  </a:lnTo>
                  <a:lnTo>
                    <a:pt x="1778112" y="4145105"/>
                  </a:lnTo>
                  <a:lnTo>
                    <a:pt x="1807369" y="4072365"/>
                  </a:lnTo>
                  <a:lnTo>
                    <a:pt x="1836607" y="3995531"/>
                  </a:lnTo>
                  <a:lnTo>
                    <a:pt x="1865911" y="3914616"/>
                  </a:lnTo>
                  <a:lnTo>
                    <a:pt x="1895348" y="3829682"/>
                  </a:lnTo>
                  <a:lnTo>
                    <a:pt x="1924969" y="3740849"/>
                  </a:lnTo>
                  <a:lnTo>
                    <a:pt x="1954805" y="3648294"/>
                  </a:lnTo>
                  <a:lnTo>
                    <a:pt x="1984874" y="3552255"/>
                  </a:lnTo>
                  <a:lnTo>
                    <a:pt x="2015180" y="3453027"/>
                  </a:lnTo>
                  <a:lnTo>
                    <a:pt x="2045712" y="3350963"/>
                  </a:lnTo>
                  <a:lnTo>
                    <a:pt x="2076449" y="3246468"/>
                  </a:lnTo>
                  <a:lnTo>
                    <a:pt x="2107360" y="3139995"/>
                  </a:lnTo>
                  <a:lnTo>
                    <a:pt x="2138405" y="3032035"/>
                  </a:lnTo>
                  <a:lnTo>
                    <a:pt x="2169539" y="2923111"/>
                  </a:lnTo>
                  <a:lnTo>
                    <a:pt x="2200712" y="2813765"/>
                  </a:lnTo>
                  <a:lnTo>
                    <a:pt x="2231873" y="2704548"/>
                  </a:lnTo>
                  <a:lnTo>
                    <a:pt x="2262972" y="2596008"/>
                  </a:lnTo>
                  <a:lnTo>
                    <a:pt x="2293960" y="2488680"/>
                  </a:lnTo>
                  <a:lnTo>
                    <a:pt x="2324794" y="2383072"/>
                  </a:lnTo>
                  <a:lnTo>
                    <a:pt x="2355438" y="2279660"/>
                  </a:lnTo>
                  <a:lnTo>
                    <a:pt x="2385866" y="2178874"/>
                  </a:lnTo>
                  <a:lnTo>
                    <a:pt x="2416062" y="2081095"/>
                  </a:lnTo>
                  <a:lnTo>
                    <a:pt x="2446021" y="1986652"/>
                  </a:lnTo>
                  <a:lnTo>
                    <a:pt x="2475753" y="1895810"/>
                  </a:lnTo>
                  <a:lnTo>
                    <a:pt x="2505283" y="1808781"/>
                  </a:lnTo>
                  <a:lnTo>
                    <a:pt x="2534651" y="1725713"/>
                  </a:lnTo>
                  <a:lnTo>
                    <a:pt x="2563915" y="1646701"/>
                  </a:lnTo>
                  <a:lnTo>
                    <a:pt x="2593150" y="1571782"/>
                  </a:lnTo>
                  <a:lnTo>
                    <a:pt x="2622452" y="1500945"/>
                  </a:lnTo>
                  <a:lnTo>
                    <a:pt x="2651940" y="1434132"/>
                  </a:lnTo>
                  <a:lnTo>
                    <a:pt x="2667772" y="1400152"/>
                  </a:lnTo>
                  <a:lnTo>
                    <a:pt x="2710432" y="1315314"/>
                  </a:lnTo>
                  <a:lnTo>
                    <a:pt x="2754378" y="1238311"/>
                  </a:lnTo>
                  <a:lnTo>
                    <a:pt x="2800183" y="1168814"/>
                  </a:lnTo>
                  <a:lnTo>
                    <a:pt x="2848490" y="1106228"/>
                  </a:lnTo>
                  <a:lnTo>
                    <a:pt x="2899967" y="1049858"/>
                  </a:lnTo>
                  <a:lnTo>
                    <a:pt x="2955258" y="999006"/>
                  </a:lnTo>
                  <a:lnTo>
                    <a:pt x="3014930" y="953035"/>
                  </a:lnTo>
                  <a:lnTo>
                    <a:pt x="3079400" y="911401"/>
                  </a:lnTo>
                  <a:lnTo>
                    <a:pt x="3148847" y="873672"/>
                  </a:lnTo>
                  <a:lnTo>
                    <a:pt x="3223090" y="839540"/>
                  </a:lnTo>
                  <a:lnTo>
                    <a:pt x="3301461" y="808819"/>
                  </a:lnTo>
                  <a:lnTo>
                    <a:pt x="3382682" y="781437"/>
                  </a:lnTo>
                  <a:lnTo>
                    <a:pt x="3464793" y="757413"/>
                  </a:lnTo>
                  <a:lnTo>
                    <a:pt x="3545179" y="736817"/>
                  </a:lnTo>
                  <a:lnTo>
                    <a:pt x="3620752" y="719717"/>
                  </a:lnTo>
                  <a:lnTo>
                    <a:pt x="3688311" y="706113"/>
                  </a:lnTo>
                  <a:lnTo>
                    <a:pt x="3745037" y="695880"/>
                  </a:lnTo>
                  <a:lnTo>
                    <a:pt x="3789020" y="688733"/>
                  </a:lnTo>
                  <a:lnTo>
                    <a:pt x="3819676" y="684225"/>
                  </a:lnTo>
                  <a:lnTo>
                    <a:pt x="3837933" y="681787"/>
                  </a:lnTo>
                  <a:lnTo>
                    <a:pt x="3846183" y="680782"/>
                  </a:lnTo>
                  <a:lnTo>
                    <a:pt x="3848094" y="680569"/>
                  </a:lnTo>
                  <a:lnTo>
                    <a:pt x="3848118" y="680566"/>
                  </a:lnTo>
                  <a:lnTo>
                    <a:pt x="4386855" y="680566"/>
                  </a:lnTo>
                  <a:lnTo>
                    <a:pt x="4388149" y="680544"/>
                  </a:lnTo>
                  <a:lnTo>
                    <a:pt x="4396593" y="680383"/>
                  </a:lnTo>
                  <a:lnTo>
                    <a:pt x="4417645" y="679938"/>
                  </a:lnTo>
                  <a:lnTo>
                    <a:pt x="4454692" y="679064"/>
                  </a:lnTo>
                  <a:lnTo>
                    <a:pt x="4508722" y="677637"/>
                  </a:lnTo>
                  <a:lnTo>
                    <a:pt x="4578303" y="675565"/>
                  </a:lnTo>
                  <a:lnTo>
                    <a:pt x="4660062" y="672799"/>
                  </a:lnTo>
                  <a:lnTo>
                    <a:pt x="4749554" y="669326"/>
                  </a:lnTo>
                  <a:lnTo>
                    <a:pt x="4842218" y="665159"/>
                  </a:lnTo>
                  <a:lnTo>
                    <a:pt x="4934131" y="660314"/>
                  </a:lnTo>
                  <a:lnTo>
                    <a:pt x="5022407" y="654796"/>
                  </a:lnTo>
                  <a:lnTo>
                    <a:pt x="5105264" y="648587"/>
                  </a:lnTo>
                  <a:lnTo>
                    <a:pt x="5181890" y="641639"/>
                  </a:lnTo>
                  <a:lnTo>
                    <a:pt x="5252211" y="633871"/>
                  </a:lnTo>
                  <a:lnTo>
                    <a:pt x="5316658" y="625174"/>
                  </a:lnTo>
                  <a:lnTo>
                    <a:pt x="5375973" y="615410"/>
                  </a:lnTo>
                  <a:lnTo>
                    <a:pt x="5431061" y="604425"/>
                  </a:lnTo>
                  <a:lnTo>
                    <a:pt x="5482883" y="592058"/>
                  </a:lnTo>
                  <a:lnTo>
                    <a:pt x="5532368" y="578176"/>
                  </a:lnTo>
                  <a:lnTo>
                    <a:pt x="5567201" y="567138"/>
                  </a:lnTo>
                  <a:lnTo>
                    <a:pt x="5617364" y="549453"/>
                  </a:lnTo>
                  <a:lnTo>
                    <a:pt x="5667042" y="529936"/>
                  </a:lnTo>
                  <a:lnTo>
                    <a:pt x="5716757" y="508563"/>
                  </a:lnTo>
                  <a:lnTo>
                    <a:pt x="5766866" y="485373"/>
                  </a:lnTo>
                  <a:lnTo>
                    <a:pt x="5817572" y="460476"/>
                  </a:lnTo>
                  <a:lnTo>
                    <a:pt x="5868954" y="434064"/>
                  </a:lnTo>
                  <a:lnTo>
                    <a:pt x="5920974" y="406399"/>
                  </a:lnTo>
                  <a:lnTo>
                    <a:pt x="5973503" y="377813"/>
                  </a:lnTo>
                  <a:lnTo>
                    <a:pt x="6026343" y="348690"/>
                  </a:lnTo>
                  <a:lnTo>
                    <a:pt x="6079254" y="319446"/>
                  </a:lnTo>
                  <a:lnTo>
                    <a:pt x="6131989" y="290502"/>
                  </a:lnTo>
                  <a:lnTo>
                    <a:pt x="6184322" y="262264"/>
                  </a:lnTo>
                  <a:lnTo>
                    <a:pt x="6236082" y="235095"/>
                  </a:lnTo>
                  <a:lnTo>
                    <a:pt x="6287174" y="209299"/>
                  </a:lnTo>
                  <a:lnTo>
                    <a:pt x="6337610" y="185110"/>
                  </a:lnTo>
                  <a:lnTo>
                    <a:pt x="6387518" y="162683"/>
                  </a:lnTo>
                  <a:lnTo>
                    <a:pt x="6437165" y="142099"/>
                  </a:lnTo>
                  <a:lnTo>
                    <a:pt x="6486974" y="123368"/>
                  </a:lnTo>
                  <a:lnTo>
                    <a:pt x="6515891" y="113427"/>
                  </a:lnTo>
                  <a:lnTo>
                    <a:pt x="6564198" y="98402"/>
                  </a:lnTo>
                  <a:lnTo>
                    <a:pt x="6614240" y="84948"/>
                  </a:lnTo>
                  <a:lnTo>
                    <a:pt x="6666868" y="72978"/>
                  </a:lnTo>
                  <a:lnTo>
                    <a:pt x="6723027" y="62345"/>
                  </a:lnTo>
                  <a:lnTo>
                    <a:pt x="6783672" y="52891"/>
                  </a:lnTo>
                  <a:lnTo>
                    <a:pt x="6849676" y="44463"/>
                  </a:lnTo>
                  <a:lnTo>
                    <a:pt x="6921712" y="36932"/>
                  </a:lnTo>
                  <a:lnTo>
                    <a:pt x="7000092" y="30194"/>
                  </a:lnTo>
                  <a:lnTo>
                    <a:pt x="7084563" y="24179"/>
                  </a:lnTo>
                  <a:lnTo>
                    <a:pt x="7174067" y="18847"/>
                  </a:lnTo>
                  <a:lnTo>
                    <a:pt x="7266524" y="14188"/>
                  </a:lnTo>
                  <a:lnTo>
                    <a:pt x="7358741" y="10211"/>
                  </a:lnTo>
                  <a:lnTo>
                    <a:pt x="7446566" y="6933"/>
                  </a:lnTo>
                  <a:lnTo>
                    <a:pt x="7525380" y="4361"/>
                  </a:lnTo>
                  <a:lnTo>
                    <a:pt x="7590938" y="2473"/>
                  </a:lnTo>
                  <a:lnTo>
                    <a:pt x="7640326" y="1210"/>
                  </a:lnTo>
                  <a:lnTo>
                    <a:pt x="7672754" y="468"/>
                  </a:lnTo>
                  <a:lnTo>
                    <a:pt x="7689893" y="116"/>
                  </a:lnTo>
                  <a:lnTo>
                    <a:pt x="7695738" y="8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5" name="pl2155"/>
            <p:cNvSpPr/>
            <p:nvPr/>
          </p:nvSpPr>
          <p:spPr>
            <a:xfrm>
              <a:off x="546595" y="1147908"/>
              <a:ext cx="8234974" cy="4998082"/>
            </a:xfrm>
            <a:custGeom>
              <a:avLst/>
              <a:pathLst>
                <a:path w="8234974" h="4998082">
                  <a:moveTo>
                    <a:pt x="8234974" y="0"/>
                  </a:moveTo>
                  <a:lnTo>
                    <a:pt x="7696237" y="0"/>
                  </a:lnTo>
                  <a:lnTo>
                    <a:pt x="7694943" y="22"/>
                  </a:lnTo>
                  <a:lnTo>
                    <a:pt x="7686500" y="183"/>
                  </a:lnTo>
                  <a:lnTo>
                    <a:pt x="7665448" y="628"/>
                  </a:lnTo>
                  <a:lnTo>
                    <a:pt x="7628400" y="1501"/>
                  </a:lnTo>
                  <a:lnTo>
                    <a:pt x="7574370" y="2928"/>
                  </a:lnTo>
                  <a:lnTo>
                    <a:pt x="7504789" y="5000"/>
                  </a:lnTo>
                  <a:lnTo>
                    <a:pt x="7423030" y="7767"/>
                  </a:lnTo>
                  <a:lnTo>
                    <a:pt x="7333539" y="11239"/>
                  </a:lnTo>
                  <a:lnTo>
                    <a:pt x="7240875" y="15406"/>
                  </a:lnTo>
                  <a:lnTo>
                    <a:pt x="7148961" y="20251"/>
                  </a:lnTo>
                  <a:lnTo>
                    <a:pt x="7060686" y="25769"/>
                  </a:lnTo>
                  <a:lnTo>
                    <a:pt x="6977828" y="31979"/>
                  </a:lnTo>
                  <a:lnTo>
                    <a:pt x="6901202" y="38927"/>
                  </a:lnTo>
                  <a:lnTo>
                    <a:pt x="6830881" y="46695"/>
                  </a:lnTo>
                  <a:lnTo>
                    <a:pt x="6766434" y="55392"/>
                  </a:lnTo>
                  <a:lnTo>
                    <a:pt x="6707120" y="65155"/>
                  </a:lnTo>
                  <a:lnTo>
                    <a:pt x="6652032" y="76141"/>
                  </a:lnTo>
                  <a:lnTo>
                    <a:pt x="6600210" y="88508"/>
                  </a:lnTo>
                  <a:lnTo>
                    <a:pt x="6550725" y="102390"/>
                  </a:lnTo>
                  <a:lnTo>
                    <a:pt x="6515891" y="113427"/>
                  </a:lnTo>
                  <a:lnTo>
                    <a:pt x="6465728" y="131113"/>
                  </a:lnTo>
                  <a:lnTo>
                    <a:pt x="6416051" y="150629"/>
                  </a:lnTo>
                  <a:lnTo>
                    <a:pt x="6366335" y="172003"/>
                  </a:lnTo>
                  <a:lnTo>
                    <a:pt x="6316227" y="195193"/>
                  </a:lnTo>
                  <a:lnTo>
                    <a:pt x="6265520" y="220089"/>
                  </a:lnTo>
                  <a:lnTo>
                    <a:pt x="6214138" y="246502"/>
                  </a:lnTo>
                  <a:lnTo>
                    <a:pt x="6162118" y="274167"/>
                  </a:lnTo>
                  <a:lnTo>
                    <a:pt x="6109589" y="302753"/>
                  </a:lnTo>
                  <a:lnTo>
                    <a:pt x="6056750" y="331876"/>
                  </a:lnTo>
                  <a:lnTo>
                    <a:pt x="6003839" y="361120"/>
                  </a:lnTo>
                  <a:lnTo>
                    <a:pt x="5951104" y="390064"/>
                  </a:lnTo>
                  <a:lnTo>
                    <a:pt x="5898770" y="418302"/>
                  </a:lnTo>
                  <a:lnTo>
                    <a:pt x="5847011" y="445471"/>
                  </a:lnTo>
                  <a:lnTo>
                    <a:pt x="5795918" y="471267"/>
                  </a:lnTo>
                  <a:lnTo>
                    <a:pt x="5745482" y="495456"/>
                  </a:lnTo>
                  <a:lnTo>
                    <a:pt x="5695574" y="517883"/>
                  </a:lnTo>
                  <a:lnTo>
                    <a:pt x="5645928" y="538467"/>
                  </a:lnTo>
                  <a:lnTo>
                    <a:pt x="5596119" y="557198"/>
                  </a:lnTo>
                  <a:lnTo>
                    <a:pt x="5567201" y="567138"/>
                  </a:lnTo>
                  <a:lnTo>
                    <a:pt x="5518894" y="582164"/>
                  </a:lnTo>
                  <a:lnTo>
                    <a:pt x="5468852" y="595618"/>
                  </a:lnTo>
                  <a:lnTo>
                    <a:pt x="5416224" y="607588"/>
                  </a:lnTo>
                  <a:lnTo>
                    <a:pt x="5360065" y="618220"/>
                  </a:lnTo>
                  <a:lnTo>
                    <a:pt x="5299420" y="627675"/>
                  </a:lnTo>
                  <a:lnTo>
                    <a:pt x="5233416" y="636102"/>
                  </a:lnTo>
                  <a:lnTo>
                    <a:pt x="5161380" y="643634"/>
                  </a:lnTo>
                  <a:lnTo>
                    <a:pt x="5083000" y="650372"/>
                  </a:lnTo>
                  <a:lnTo>
                    <a:pt x="4998529" y="656387"/>
                  </a:lnTo>
                  <a:lnTo>
                    <a:pt x="4909026" y="661719"/>
                  </a:lnTo>
                  <a:lnTo>
                    <a:pt x="4816569" y="666378"/>
                  </a:lnTo>
                  <a:lnTo>
                    <a:pt x="4724351" y="670355"/>
                  </a:lnTo>
                  <a:lnTo>
                    <a:pt x="4636527" y="673633"/>
                  </a:lnTo>
                  <a:lnTo>
                    <a:pt x="4557712" y="676205"/>
                  </a:lnTo>
                  <a:lnTo>
                    <a:pt x="4492155" y="678093"/>
                  </a:lnTo>
                  <a:lnTo>
                    <a:pt x="4442767" y="679356"/>
                  </a:lnTo>
                  <a:lnTo>
                    <a:pt x="4410339" y="680097"/>
                  </a:lnTo>
                  <a:lnTo>
                    <a:pt x="4393200" y="680449"/>
                  </a:lnTo>
                  <a:lnTo>
                    <a:pt x="4387355" y="680558"/>
                  </a:lnTo>
                  <a:lnTo>
                    <a:pt x="4386855" y="680566"/>
                  </a:lnTo>
                  <a:lnTo>
                    <a:pt x="3848118" y="680566"/>
                  </a:lnTo>
                  <a:lnTo>
                    <a:pt x="3847216" y="680665"/>
                  </a:lnTo>
                  <a:lnTo>
                    <a:pt x="3841280" y="681369"/>
                  </a:lnTo>
                  <a:lnTo>
                    <a:pt x="3826302" y="683314"/>
                  </a:lnTo>
                  <a:lnTo>
                    <a:pt x="3799488" y="687145"/>
                  </a:lnTo>
                  <a:lnTo>
                    <a:pt x="3759463" y="693456"/>
                  </a:lnTo>
                  <a:lnTo>
                    <a:pt x="3706370" y="702737"/>
                  </a:lnTo>
                  <a:lnTo>
                    <a:pt x="3641761" y="715321"/>
                  </a:lnTo>
                  <a:lnTo>
                    <a:pt x="3568237" y="731380"/>
                  </a:lnTo>
                  <a:lnTo>
                    <a:pt x="3488943" y="750944"/>
                  </a:lnTo>
                  <a:lnTo>
                    <a:pt x="3407044" y="773960"/>
                  </a:lnTo>
                  <a:lnTo>
                    <a:pt x="3325323" y="800352"/>
                  </a:lnTo>
                  <a:lnTo>
                    <a:pt x="3245944" y="830080"/>
                  </a:lnTo>
                  <a:lnTo>
                    <a:pt x="3170382" y="863187"/>
                  </a:lnTo>
                  <a:lnTo>
                    <a:pt x="3099475" y="899822"/>
                  </a:lnTo>
                  <a:lnTo>
                    <a:pt x="3033533" y="940259"/>
                  </a:lnTo>
                  <a:lnTo>
                    <a:pt x="2972473" y="984892"/>
                  </a:lnTo>
                  <a:lnTo>
                    <a:pt x="2915937" y="1034233"/>
                  </a:lnTo>
                  <a:lnTo>
                    <a:pt x="2863394" y="1088896"/>
                  </a:lnTo>
                  <a:lnTo>
                    <a:pt x="2814216" y="1149565"/>
                  </a:lnTo>
                  <a:lnTo>
                    <a:pt x="2767738" y="1216944"/>
                  </a:lnTo>
                  <a:lnTo>
                    <a:pt x="2723305" y="1291671"/>
                  </a:lnTo>
                  <a:lnTo>
                    <a:pt x="2680317" y="1374176"/>
                  </a:lnTo>
                  <a:lnTo>
                    <a:pt x="2667772" y="1400152"/>
                  </a:lnTo>
                  <a:lnTo>
                    <a:pt x="2638128" y="1464859"/>
                  </a:lnTo>
                  <a:lnTo>
                    <a:pt x="2608743" y="1533543"/>
                  </a:lnTo>
                  <a:lnTo>
                    <a:pt x="2579485" y="1606283"/>
                  </a:lnTo>
                  <a:lnTo>
                    <a:pt x="2550248" y="1683117"/>
                  </a:lnTo>
                  <a:lnTo>
                    <a:pt x="2520944" y="1764032"/>
                  </a:lnTo>
                  <a:lnTo>
                    <a:pt x="2491506" y="1848966"/>
                  </a:lnTo>
                  <a:lnTo>
                    <a:pt x="2461886" y="1937799"/>
                  </a:lnTo>
                  <a:lnTo>
                    <a:pt x="2432050" y="2030354"/>
                  </a:lnTo>
                  <a:lnTo>
                    <a:pt x="2401980" y="2126393"/>
                  </a:lnTo>
                  <a:lnTo>
                    <a:pt x="2371675" y="2225621"/>
                  </a:lnTo>
                  <a:lnTo>
                    <a:pt x="2341143" y="2327685"/>
                  </a:lnTo>
                  <a:lnTo>
                    <a:pt x="2310406" y="2432180"/>
                  </a:lnTo>
                  <a:lnTo>
                    <a:pt x="2279495" y="2538653"/>
                  </a:lnTo>
                  <a:lnTo>
                    <a:pt x="2248450" y="2646613"/>
                  </a:lnTo>
                  <a:lnTo>
                    <a:pt x="2217316" y="2755537"/>
                  </a:lnTo>
                  <a:lnTo>
                    <a:pt x="2186142" y="2864883"/>
                  </a:lnTo>
                  <a:lnTo>
                    <a:pt x="2154981" y="2974100"/>
                  </a:lnTo>
                  <a:lnTo>
                    <a:pt x="2123883" y="3082640"/>
                  </a:lnTo>
                  <a:lnTo>
                    <a:pt x="2092895" y="3189968"/>
                  </a:lnTo>
                  <a:lnTo>
                    <a:pt x="2062061" y="3295576"/>
                  </a:lnTo>
                  <a:lnTo>
                    <a:pt x="2031416" y="3398989"/>
                  </a:lnTo>
                  <a:lnTo>
                    <a:pt x="2000988" y="3499775"/>
                  </a:lnTo>
                  <a:lnTo>
                    <a:pt x="1970793" y="3597553"/>
                  </a:lnTo>
                  <a:lnTo>
                    <a:pt x="1940834" y="3691997"/>
                  </a:lnTo>
                  <a:lnTo>
                    <a:pt x="1911101" y="3782838"/>
                  </a:lnTo>
                  <a:lnTo>
                    <a:pt x="1881571" y="3869867"/>
                  </a:lnTo>
                  <a:lnTo>
                    <a:pt x="1852203" y="3952935"/>
                  </a:lnTo>
                  <a:lnTo>
                    <a:pt x="1822940" y="4031948"/>
                  </a:lnTo>
                  <a:lnTo>
                    <a:pt x="1793705" y="4106867"/>
                  </a:lnTo>
                  <a:lnTo>
                    <a:pt x="1764402" y="4177704"/>
                  </a:lnTo>
                  <a:lnTo>
                    <a:pt x="1734914" y="4244516"/>
                  </a:lnTo>
                  <a:lnTo>
                    <a:pt x="1719082" y="4278496"/>
                  </a:lnTo>
                  <a:lnTo>
                    <a:pt x="1676423" y="4363334"/>
                  </a:lnTo>
                  <a:lnTo>
                    <a:pt x="1632477" y="4440337"/>
                  </a:lnTo>
                  <a:lnTo>
                    <a:pt x="1586672" y="4509834"/>
                  </a:lnTo>
                  <a:lnTo>
                    <a:pt x="1538365" y="4572420"/>
                  </a:lnTo>
                  <a:lnTo>
                    <a:pt x="1486888" y="4628790"/>
                  </a:lnTo>
                  <a:lnTo>
                    <a:pt x="1431597" y="4679642"/>
                  </a:lnTo>
                  <a:lnTo>
                    <a:pt x="1371925" y="4725613"/>
                  </a:lnTo>
                  <a:lnTo>
                    <a:pt x="1307454" y="4767247"/>
                  </a:lnTo>
                  <a:lnTo>
                    <a:pt x="1238007" y="4804976"/>
                  </a:lnTo>
                  <a:lnTo>
                    <a:pt x="1163765" y="4839108"/>
                  </a:lnTo>
                  <a:lnTo>
                    <a:pt x="1085394" y="4869829"/>
                  </a:lnTo>
                  <a:lnTo>
                    <a:pt x="1004173" y="4897211"/>
                  </a:lnTo>
                  <a:lnTo>
                    <a:pt x="922062" y="4921236"/>
                  </a:lnTo>
                  <a:lnTo>
                    <a:pt x="841675" y="4941831"/>
                  </a:lnTo>
                  <a:lnTo>
                    <a:pt x="766102" y="4958931"/>
                  </a:lnTo>
                  <a:lnTo>
                    <a:pt x="698544" y="4972535"/>
                  </a:lnTo>
                  <a:lnTo>
                    <a:pt x="641818" y="4982768"/>
                  </a:lnTo>
                  <a:lnTo>
                    <a:pt x="597835" y="4989915"/>
                  </a:lnTo>
                  <a:lnTo>
                    <a:pt x="567179" y="4994423"/>
                  </a:lnTo>
                  <a:lnTo>
                    <a:pt x="548922" y="4996861"/>
                  </a:lnTo>
                  <a:lnTo>
                    <a:pt x="540671" y="4997866"/>
                  </a:lnTo>
                  <a:lnTo>
                    <a:pt x="538761" y="4998079"/>
                  </a:lnTo>
                  <a:lnTo>
                    <a:pt x="538736" y="4998082"/>
                  </a:lnTo>
                  <a:lnTo>
                    <a:pt x="0" y="49980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6" name="pg2156"/>
            <p:cNvSpPr/>
            <p:nvPr/>
          </p:nvSpPr>
          <p:spPr>
            <a:xfrm>
              <a:off x="546595" y="1970032"/>
              <a:ext cx="8234974" cy="4186846"/>
            </a:xfrm>
            <a:custGeom>
              <a:avLst/>
              <a:pathLst>
                <a:path w="8234974" h="4186846">
                  <a:moveTo>
                    <a:pt x="0" y="4186846"/>
                  </a:moveTo>
                  <a:lnTo>
                    <a:pt x="538736" y="4186846"/>
                  </a:lnTo>
                  <a:lnTo>
                    <a:pt x="539649" y="4186749"/>
                  </a:lnTo>
                  <a:lnTo>
                    <a:pt x="545655" y="4186059"/>
                  </a:lnTo>
                  <a:lnTo>
                    <a:pt x="560804" y="4184152"/>
                  </a:lnTo>
                  <a:lnTo>
                    <a:pt x="587909" y="4180396"/>
                  </a:lnTo>
                  <a:lnTo>
                    <a:pt x="628342" y="4174210"/>
                  </a:lnTo>
                  <a:lnTo>
                    <a:pt x="681930" y="4165117"/>
                  </a:lnTo>
                  <a:lnTo>
                    <a:pt x="747073" y="4152792"/>
                  </a:lnTo>
                  <a:lnTo>
                    <a:pt x="821118" y="4137073"/>
                  </a:lnTo>
                  <a:lnTo>
                    <a:pt x="900875" y="4117932"/>
                  </a:lnTo>
                  <a:lnTo>
                    <a:pt x="983147" y="4095423"/>
                  </a:lnTo>
                  <a:lnTo>
                    <a:pt x="1065138" y="4069621"/>
                  </a:lnTo>
                  <a:lnTo>
                    <a:pt x="1144687" y="4040561"/>
                  </a:lnTo>
                  <a:lnTo>
                    <a:pt x="1220333" y="4008199"/>
                  </a:lnTo>
                  <a:lnTo>
                    <a:pt x="1291259" y="3972380"/>
                  </a:lnTo>
                  <a:lnTo>
                    <a:pt x="1357174" y="3932831"/>
                  </a:lnTo>
                  <a:lnTo>
                    <a:pt x="1418184" y="3889157"/>
                  </a:lnTo>
                  <a:lnTo>
                    <a:pt x="1474663" y="3840850"/>
                  </a:lnTo>
                  <a:lnTo>
                    <a:pt x="1527158" y="3787304"/>
                  </a:lnTo>
                  <a:lnTo>
                    <a:pt x="1576309" y="3727843"/>
                  </a:lnTo>
                  <a:lnTo>
                    <a:pt x="1622789" y="3661779"/>
                  </a:lnTo>
                  <a:lnTo>
                    <a:pt x="1667261" y="3588497"/>
                  </a:lnTo>
                  <a:lnTo>
                    <a:pt x="1710322" y="3507601"/>
                  </a:lnTo>
                  <a:lnTo>
                    <a:pt x="1719082" y="3489946"/>
                  </a:lnTo>
                  <a:lnTo>
                    <a:pt x="1749154" y="3426341"/>
                  </a:lnTo>
                  <a:lnTo>
                    <a:pt x="1778962" y="3358772"/>
                  </a:lnTo>
                  <a:lnTo>
                    <a:pt x="1808641" y="3287158"/>
                  </a:lnTo>
                  <a:lnTo>
                    <a:pt x="1838304" y="3211463"/>
                  </a:lnTo>
                  <a:lnTo>
                    <a:pt x="1868041" y="3131701"/>
                  </a:lnTo>
                  <a:lnTo>
                    <a:pt x="1897918" y="3047941"/>
                  </a:lnTo>
                  <a:lnTo>
                    <a:pt x="1927988" y="2960308"/>
                  </a:lnTo>
                  <a:lnTo>
                    <a:pt x="1958282" y="2868987"/>
                  </a:lnTo>
                  <a:lnTo>
                    <a:pt x="1988817" y="2774223"/>
                  </a:lnTo>
                  <a:lnTo>
                    <a:pt x="2019595" y="2676324"/>
                  </a:lnTo>
                  <a:lnTo>
                    <a:pt x="2050603" y="2575654"/>
                  </a:lnTo>
                  <a:lnTo>
                    <a:pt x="2081818" y="2472630"/>
                  </a:lnTo>
                  <a:lnTo>
                    <a:pt x="2113205" y="2367716"/>
                  </a:lnTo>
                  <a:lnTo>
                    <a:pt x="2144722" y="2261417"/>
                  </a:lnTo>
                  <a:lnTo>
                    <a:pt x="2176320" y="2154266"/>
                  </a:lnTo>
                  <a:lnTo>
                    <a:pt x="2207947" y="2046813"/>
                  </a:lnTo>
                  <a:lnTo>
                    <a:pt x="2239550" y="1939616"/>
                  </a:lnTo>
                  <a:lnTo>
                    <a:pt x="2271075" y="1833227"/>
                  </a:lnTo>
                  <a:lnTo>
                    <a:pt x="2302474" y="1728181"/>
                  </a:lnTo>
                  <a:lnTo>
                    <a:pt x="2333705" y="1624984"/>
                  </a:lnTo>
                  <a:lnTo>
                    <a:pt x="2364731" y="1524104"/>
                  </a:lnTo>
                  <a:lnTo>
                    <a:pt x="2395528" y="1425964"/>
                  </a:lnTo>
                  <a:lnTo>
                    <a:pt x="2426083" y="1330932"/>
                  </a:lnTo>
                  <a:lnTo>
                    <a:pt x="2456397" y="1239319"/>
                  </a:lnTo>
                  <a:lnTo>
                    <a:pt x="2486484" y="1151376"/>
                  </a:lnTo>
                  <a:lnTo>
                    <a:pt x="2516375" y="1067294"/>
                  </a:lnTo>
                  <a:lnTo>
                    <a:pt x="2546121" y="987202"/>
                  </a:lnTo>
                  <a:lnTo>
                    <a:pt x="2575787" y="911173"/>
                  </a:lnTo>
                  <a:lnTo>
                    <a:pt x="2605461" y="839225"/>
                  </a:lnTo>
                  <a:lnTo>
                    <a:pt x="2635254" y="771327"/>
                  </a:lnTo>
                  <a:lnTo>
                    <a:pt x="2665298" y="707402"/>
                  </a:lnTo>
                  <a:lnTo>
                    <a:pt x="2667772" y="702344"/>
                  </a:lnTo>
                  <a:lnTo>
                    <a:pt x="2710607" y="619863"/>
                  </a:lnTo>
                  <a:lnTo>
                    <a:pt x="2754741" y="545031"/>
                  </a:lnTo>
                  <a:lnTo>
                    <a:pt x="2800754" y="477523"/>
                  </a:lnTo>
                  <a:lnTo>
                    <a:pt x="2849298" y="416754"/>
                  </a:lnTo>
                  <a:lnTo>
                    <a:pt x="2901048" y="362043"/>
                  </a:lnTo>
                  <a:lnTo>
                    <a:pt x="2956656" y="312707"/>
                  </a:lnTo>
                  <a:lnTo>
                    <a:pt x="3016693" y="268122"/>
                  </a:lnTo>
                  <a:lnTo>
                    <a:pt x="3081576" y="227758"/>
                  </a:lnTo>
                  <a:lnTo>
                    <a:pt x="3151476" y="191196"/>
                  </a:lnTo>
                  <a:lnTo>
                    <a:pt x="3226196" y="158136"/>
                  </a:lnTo>
                  <a:lnTo>
                    <a:pt x="3305037" y="128401"/>
                  </a:lnTo>
                  <a:lnTo>
                    <a:pt x="3386678" y="101926"/>
                  </a:lnTo>
                  <a:lnTo>
                    <a:pt x="3469102" y="78732"/>
                  </a:lnTo>
                  <a:lnTo>
                    <a:pt x="3549631" y="58889"/>
                  </a:lnTo>
                  <a:lnTo>
                    <a:pt x="3625124" y="42462"/>
                  </a:lnTo>
                  <a:lnTo>
                    <a:pt x="3692349" y="29445"/>
                  </a:lnTo>
                  <a:lnTo>
                    <a:pt x="3748494" y="19706"/>
                  </a:lnTo>
                  <a:lnTo>
                    <a:pt x="3791707" y="12954"/>
                  </a:lnTo>
                  <a:lnTo>
                    <a:pt x="3821502" y="8742"/>
                  </a:lnTo>
                  <a:lnTo>
                    <a:pt x="3838934" y="6504"/>
                  </a:lnTo>
                  <a:lnTo>
                    <a:pt x="3846533" y="561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65" y="5515"/>
                  </a:lnTo>
                  <a:lnTo>
                    <a:pt x="4395973" y="6023"/>
                  </a:lnTo>
                  <a:lnTo>
                    <a:pt x="4415740" y="7429"/>
                  </a:lnTo>
                  <a:lnTo>
                    <a:pt x="4450646" y="10188"/>
                  </a:lnTo>
                  <a:lnTo>
                    <a:pt x="4501799" y="14706"/>
                  </a:lnTo>
                  <a:lnTo>
                    <a:pt x="4568076" y="21282"/>
                  </a:lnTo>
                  <a:lnTo>
                    <a:pt x="4646508" y="30090"/>
                  </a:lnTo>
                  <a:lnTo>
                    <a:pt x="4733029" y="41182"/>
                  </a:lnTo>
                  <a:lnTo>
                    <a:pt x="4823338" y="54529"/>
                  </a:lnTo>
                  <a:lnTo>
                    <a:pt x="4913615" y="70076"/>
                  </a:lnTo>
                  <a:lnTo>
                    <a:pt x="5000941" y="87798"/>
                  </a:lnTo>
                  <a:lnTo>
                    <a:pt x="5083416" y="107731"/>
                  </a:lnTo>
                  <a:lnTo>
                    <a:pt x="5160065" y="130002"/>
                  </a:lnTo>
                  <a:lnTo>
                    <a:pt x="5230650" y="154833"/>
                  </a:lnTo>
                  <a:lnTo>
                    <a:pt x="5295452" y="182547"/>
                  </a:lnTo>
                  <a:lnTo>
                    <a:pt x="5355086" y="213549"/>
                  </a:lnTo>
                  <a:lnTo>
                    <a:pt x="5410359" y="248316"/>
                  </a:lnTo>
                  <a:lnTo>
                    <a:pt x="5462158" y="287355"/>
                  </a:lnTo>
                  <a:lnTo>
                    <a:pt x="5511374" y="331135"/>
                  </a:lnTo>
                  <a:lnTo>
                    <a:pt x="5558817" y="379973"/>
                  </a:lnTo>
                  <a:lnTo>
                    <a:pt x="5567201" y="389284"/>
                  </a:lnTo>
                  <a:lnTo>
                    <a:pt x="5605559" y="434415"/>
                  </a:lnTo>
                  <a:lnTo>
                    <a:pt x="5643550" y="483131"/>
                  </a:lnTo>
                  <a:lnTo>
                    <a:pt x="5681435" y="535503"/>
                  </a:lnTo>
                  <a:lnTo>
                    <a:pt x="5719416" y="591533"/>
                  </a:lnTo>
                  <a:lnTo>
                    <a:pt x="5757637" y="651142"/>
                  </a:lnTo>
                  <a:lnTo>
                    <a:pt x="5796193" y="714172"/>
                  </a:lnTo>
                  <a:lnTo>
                    <a:pt x="5835134" y="780372"/>
                  </a:lnTo>
                  <a:lnTo>
                    <a:pt x="5874471" y="849405"/>
                  </a:lnTo>
                  <a:lnTo>
                    <a:pt x="5914176" y="920848"/>
                  </a:lnTo>
                  <a:lnTo>
                    <a:pt x="5954191" y="994202"/>
                  </a:lnTo>
                  <a:lnTo>
                    <a:pt x="5994434" y="1068904"/>
                  </a:lnTo>
                  <a:lnTo>
                    <a:pt x="6034805" y="1144347"/>
                  </a:lnTo>
                  <a:lnTo>
                    <a:pt x="6075195" y="1219897"/>
                  </a:lnTo>
                  <a:lnTo>
                    <a:pt x="6115493" y="1294917"/>
                  </a:lnTo>
                  <a:lnTo>
                    <a:pt x="6155594" y="1368786"/>
                  </a:lnTo>
                  <a:lnTo>
                    <a:pt x="6195410" y="1440925"/>
                  </a:lnTo>
                  <a:lnTo>
                    <a:pt x="6234875" y="1510813"/>
                  </a:lnTo>
                  <a:lnTo>
                    <a:pt x="6273949" y="1578000"/>
                  </a:lnTo>
                  <a:lnTo>
                    <a:pt x="6312630" y="1642120"/>
                  </a:lnTo>
                  <a:lnTo>
                    <a:pt x="6350954" y="1702893"/>
                  </a:lnTo>
                  <a:lnTo>
                    <a:pt x="6389002" y="1760130"/>
                  </a:lnTo>
                  <a:lnTo>
                    <a:pt x="6426899" y="1813726"/>
                  </a:lnTo>
                  <a:lnTo>
                    <a:pt x="6464829" y="1863657"/>
                  </a:lnTo>
                  <a:lnTo>
                    <a:pt x="6503031" y="1909973"/>
                  </a:lnTo>
                  <a:lnTo>
                    <a:pt x="6515891" y="1924642"/>
                  </a:lnTo>
                  <a:lnTo>
                    <a:pt x="6563091" y="1974400"/>
                  </a:lnTo>
                  <a:lnTo>
                    <a:pt x="6611932" y="2019072"/>
                  </a:lnTo>
                  <a:lnTo>
                    <a:pt x="6663203" y="2058929"/>
                  </a:lnTo>
                  <a:lnTo>
                    <a:pt x="6717786" y="2094426"/>
                  </a:lnTo>
                  <a:lnTo>
                    <a:pt x="6776574" y="2126068"/>
                  </a:lnTo>
                  <a:lnTo>
                    <a:pt x="6840395" y="2154340"/>
                  </a:lnTo>
                  <a:lnTo>
                    <a:pt x="6909909" y="2179663"/>
                  </a:lnTo>
                  <a:lnTo>
                    <a:pt x="6985470" y="2202374"/>
                  </a:lnTo>
                  <a:lnTo>
                    <a:pt x="7066946" y="2222714"/>
                  </a:lnTo>
                  <a:lnTo>
                    <a:pt x="7153512" y="2240828"/>
                  </a:lnTo>
                  <a:lnTo>
                    <a:pt x="7243445" y="2256766"/>
                  </a:lnTo>
                  <a:lnTo>
                    <a:pt x="7334007" y="2270512"/>
                  </a:lnTo>
                  <a:lnTo>
                    <a:pt x="7421519" y="2282012"/>
                  </a:lnTo>
                  <a:lnTo>
                    <a:pt x="7501721" y="2291230"/>
                  </a:lnTo>
                  <a:lnTo>
                    <a:pt x="7570442" y="2298198"/>
                  </a:lnTo>
                  <a:lnTo>
                    <a:pt x="7624454" y="2303067"/>
                  </a:lnTo>
                  <a:lnTo>
                    <a:pt x="7662263" y="2306114"/>
                  </a:lnTo>
                  <a:lnTo>
                    <a:pt x="7684565" y="2307730"/>
                  </a:lnTo>
                  <a:lnTo>
                    <a:pt x="7694273" y="2308365"/>
                  </a:lnTo>
                  <a:lnTo>
                    <a:pt x="7696237" y="2308482"/>
                  </a:lnTo>
                  <a:lnTo>
                    <a:pt x="8234974" y="2308482"/>
                  </a:lnTo>
                  <a:lnTo>
                    <a:pt x="8234974" y="2303037"/>
                  </a:ln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5" y="96"/>
                  </a:lnTo>
                  <a:lnTo>
                    <a:pt x="3841200" y="786"/>
                  </a:lnTo>
                  <a:lnTo>
                    <a:pt x="3826051" y="2694"/>
                  </a:lnTo>
                  <a:lnTo>
                    <a:pt x="3798946" y="6449"/>
                  </a:lnTo>
                  <a:lnTo>
                    <a:pt x="3758512" y="12636"/>
                  </a:lnTo>
                  <a:lnTo>
                    <a:pt x="3704925" y="21729"/>
                  </a:lnTo>
                  <a:lnTo>
                    <a:pt x="3639782" y="34053"/>
                  </a:lnTo>
                  <a:lnTo>
                    <a:pt x="3565737" y="49773"/>
                  </a:lnTo>
                  <a:lnTo>
                    <a:pt x="3485980" y="68914"/>
                  </a:lnTo>
                  <a:lnTo>
                    <a:pt x="3403708" y="91423"/>
                  </a:lnTo>
                  <a:lnTo>
                    <a:pt x="3321717" y="117225"/>
                  </a:lnTo>
                  <a:lnTo>
                    <a:pt x="3242168" y="146284"/>
                  </a:lnTo>
                  <a:lnTo>
                    <a:pt x="3166521" y="178647"/>
                  </a:lnTo>
                  <a:lnTo>
                    <a:pt x="3095596" y="214466"/>
                  </a:lnTo>
                  <a:lnTo>
                    <a:pt x="3029680" y="254015"/>
                  </a:lnTo>
                  <a:lnTo>
                    <a:pt x="2968671" y="297688"/>
                  </a:lnTo>
                  <a:lnTo>
                    <a:pt x="2912192" y="345995"/>
                  </a:lnTo>
                  <a:lnTo>
                    <a:pt x="2859697" y="399542"/>
                  </a:lnTo>
                  <a:lnTo>
                    <a:pt x="2810546" y="459003"/>
                  </a:lnTo>
                  <a:lnTo>
                    <a:pt x="2764065" y="525067"/>
                  </a:lnTo>
                  <a:lnTo>
                    <a:pt x="2719594" y="598349"/>
                  </a:lnTo>
                  <a:lnTo>
                    <a:pt x="2676533" y="679245"/>
                  </a:lnTo>
                  <a:lnTo>
                    <a:pt x="2667772" y="696900"/>
                  </a:lnTo>
                  <a:lnTo>
                    <a:pt x="2637700" y="760504"/>
                  </a:lnTo>
                  <a:lnTo>
                    <a:pt x="2607893" y="828073"/>
                  </a:lnTo>
                  <a:lnTo>
                    <a:pt x="2578213" y="899688"/>
                  </a:lnTo>
                  <a:lnTo>
                    <a:pt x="2548550" y="975383"/>
                  </a:lnTo>
                  <a:lnTo>
                    <a:pt x="2518814" y="1055144"/>
                  </a:lnTo>
                  <a:lnTo>
                    <a:pt x="2488936" y="1138904"/>
                  </a:lnTo>
                  <a:lnTo>
                    <a:pt x="2458867" y="1226538"/>
                  </a:lnTo>
                  <a:lnTo>
                    <a:pt x="2428572" y="1317859"/>
                  </a:lnTo>
                  <a:lnTo>
                    <a:pt x="2398037" y="1412623"/>
                  </a:lnTo>
                  <a:lnTo>
                    <a:pt x="2367260" y="1510521"/>
                  </a:lnTo>
                  <a:lnTo>
                    <a:pt x="2336251" y="1611192"/>
                  </a:lnTo>
                  <a:lnTo>
                    <a:pt x="2305037" y="1714216"/>
                  </a:lnTo>
                  <a:lnTo>
                    <a:pt x="2273650" y="1819129"/>
                  </a:lnTo>
                  <a:lnTo>
                    <a:pt x="2242133" y="1925428"/>
                  </a:lnTo>
                  <a:lnTo>
                    <a:pt x="2210535" y="2032580"/>
                  </a:lnTo>
                  <a:lnTo>
                    <a:pt x="2178907" y="2140033"/>
                  </a:lnTo>
                  <a:lnTo>
                    <a:pt x="2147305" y="2247230"/>
                  </a:lnTo>
                  <a:lnTo>
                    <a:pt x="2115779" y="2353619"/>
                  </a:lnTo>
                  <a:lnTo>
                    <a:pt x="2084380" y="2458665"/>
                  </a:lnTo>
                  <a:lnTo>
                    <a:pt x="2053150" y="2561862"/>
                  </a:lnTo>
                  <a:lnTo>
                    <a:pt x="2022124" y="2662741"/>
                  </a:lnTo>
                  <a:lnTo>
                    <a:pt x="1991327" y="2760882"/>
                  </a:lnTo>
                  <a:lnTo>
                    <a:pt x="1960771" y="2855914"/>
                  </a:lnTo>
                  <a:lnTo>
                    <a:pt x="1930458" y="2947527"/>
                  </a:lnTo>
                  <a:lnTo>
                    <a:pt x="1900371" y="3035470"/>
                  </a:lnTo>
                  <a:lnTo>
                    <a:pt x="1870479" y="3119552"/>
                  </a:lnTo>
                  <a:lnTo>
                    <a:pt x="1840734" y="3199644"/>
                  </a:lnTo>
                  <a:lnTo>
                    <a:pt x="1811068" y="3275673"/>
                  </a:lnTo>
                  <a:lnTo>
                    <a:pt x="1781393" y="3347621"/>
                  </a:lnTo>
                  <a:lnTo>
                    <a:pt x="1751601" y="3415519"/>
                  </a:lnTo>
                  <a:lnTo>
                    <a:pt x="1721557" y="3479443"/>
                  </a:lnTo>
                  <a:lnTo>
                    <a:pt x="1719082" y="3484501"/>
                  </a:lnTo>
                  <a:lnTo>
                    <a:pt x="1676248" y="3566982"/>
                  </a:lnTo>
                  <a:lnTo>
                    <a:pt x="1632114" y="3641815"/>
                  </a:lnTo>
                  <a:lnTo>
                    <a:pt x="1586100" y="3709323"/>
                  </a:lnTo>
                  <a:lnTo>
                    <a:pt x="1537556" y="3770091"/>
                  </a:lnTo>
                  <a:lnTo>
                    <a:pt x="1485806" y="3824802"/>
                  </a:lnTo>
                  <a:lnTo>
                    <a:pt x="1430198" y="3874139"/>
                  </a:lnTo>
                  <a:lnTo>
                    <a:pt x="1370162" y="3918723"/>
                  </a:lnTo>
                  <a:lnTo>
                    <a:pt x="1305278" y="3959088"/>
                  </a:lnTo>
                  <a:lnTo>
                    <a:pt x="1235378" y="3995650"/>
                  </a:lnTo>
                  <a:lnTo>
                    <a:pt x="1160659" y="4028710"/>
                  </a:lnTo>
                  <a:lnTo>
                    <a:pt x="1081818" y="4058444"/>
                  </a:lnTo>
                  <a:lnTo>
                    <a:pt x="1000177" y="4084920"/>
                  </a:lnTo>
                  <a:lnTo>
                    <a:pt x="917753" y="4108114"/>
                  </a:lnTo>
                  <a:lnTo>
                    <a:pt x="837223" y="4127956"/>
                  </a:lnTo>
                  <a:lnTo>
                    <a:pt x="761730" y="4144384"/>
                  </a:lnTo>
                  <a:lnTo>
                    <a:pt x="694506" y="4157401"/>
                  </a:lnTo>
                  <a:lnTo>
                    <a:pt x="638361" y="4167140"/>
                  </a:lnTo>
                  <a:lnTo>
                    <a:pt x="595147" y="4173892"/>
                  </a:lnTo>
                  <a:lnTo>
                    <a:pt x="565352" y="4178104"/>
                  </a:lnTo>
                  <a:lnTo>
                    <a:pt x="547921" y="4180342"/>
                  </a:lnTo>
                  <a:lnTo>
                    <a:pt x="540322" y="4181231"/>
                  </a:lnTo>
                  <a:lnTo>
                    <a:pt x="538736" y="4181402"/>
                  </a:lnTo>
                  <a:lnTo>
                    <a:pt x="0" y="4181402"/>
                  </a:lnTo>
                  <a:close/>
                </a:path>
              </a:pathLst>
            </a:custGeom>
            <a:solidFill>
              <a:srgbClr val="69D6E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57" name="pl2157"/>
            <p:cNvSpPr/>
            <p:nvPr/>
          </p:nvSpPr>
          <p:spPr>
            <a:xfrm>
              <a:off x="546595" y="1975477"/>
              <a:ext cx="8234974" cy="4181402"/>
            </a:xfrm>
            <a:custGeom>
              <a:avLst/>
              <a:pathLst>
                <a:path w="8234974" h="4181402">
                  <a:moveTo>
                    <a:pt x="0" y="4181402"/>
                  </a:moveTo>
                  <a:lnTo>
                    <a:pt x="538736" y="4181402"/>
                  </a:lnTo>
                  <a:lnTo>
                    <a:pt x="539649" y="4181305"/>
                  </a:lnTo>
                  <a:lnTo>
                    <a:pt x="545655" y="4180615"/>
                  </a:lnTo>
                  <a:lnTo>
                    <a:pt x="560804" y="4178707"/>
                  </a:lnTo>
                  <a:lnTo>
                    <a:pt x="587909" y="4174952"/>
                  </a:lnTo>
                  <a:lnTo>
                    <a:pt x="628342" y="4168766"/>
                  </a:lnTo>
                  <a:lnTo>
                    <a:pt x="681930" y="4159673"/>
                  </a:lnTo>
                  <a:lnTo>
                    <a:pt x="747073" y="4147348"/>
                  </a:lnTo>
                  <a:lnTo>
                    <a:pt x="821118" y="4131629"/>
                  </a:lnTo>
                  <a:lnTo>
                    <a:pt x="900875" y="4112487"/>
                  </a:lnTo>
                  <a:lnTo>
                    <a:pt x="983147" y="4089978"/>
                  </a:lnTo>
                  <a:lnTo>
                    <a:pt x="1065138" y="4064176"/>
                  </a:lnTo>
                  <a:lnTo>
                    <a:pt x="1144687" y="4035117"/>
                  </a:lnTo>
                  <a:lnTo>
                    <a:pt x="1220333" y="4002754"/>
                  </a:lnTo>
                  <a:lnTo>
                    <a:pt x="1291259" y="3966935"/>
                  </a:lnTo>
                  <a:lnTo>
                    <a:pt x="1357174" y="3927386"/>
                  </a:lnTo>
                  <a:lnTo>
                    <a:pt x="1418184" y="3883713"/>
                  </a:lnTo>
                  <a:lnTo>
                    <a:pt x="1474663" y="3835406"/>
                  </a:lnTo>
                  <a:lnTo>
                    <a:pt x="1527158" y="3781859"/>
                  </a:lnTo>
                  <a:lnTo>
                    <a:pt x="1576309" y="3722398"/>
                  </a:lnTo>
                  <a:lnTo>
                    <a:pt x="1622789" y="3656334"/>
                  </a:lnTo>
                  <a:lnTo>
                    <a:pt x="1667261" y="3583052"/>
                  </a:lnTo>
                  <a:lnTo>
                    <a:pt x="1710322" y="3502156"/>
                  </a:lnTo>
                  <a:lnTo>
                    <a:pt x="1719082" y="3484501"/>
                  </a:lnTo>
                  <a:lnTo>
                    <a:pt x="1749154" y="3420897"/>
                  </a:lnTo>
                  <a:lnTo>
                    <a:pt x="1778962" y="3353328"/>
                  </a:lnTo>
                  <a:lnTo>
                    <a:pt x="1808641" y="3281713"/>
                  </a:lnTo>
                  <a:lnTo>
                    <a:pt x="1838304" y="3206018"/>
                  </a:lnTo>
                  <a:lnTo>
                    <a:pt x="1868041" y="3126257"/>
                  </a:lnTo>
                  <a:lnTo>
                    <a:pt x="1897918" y="3042497"/>
                  </a:lnTo>
                  <a:lnTo>
                    <a:pt x="1927988" y="2954863"/>
                  </a:lnTo>
                  <a:lnTo>
                    <a:pt x="1958282" y="2863542"/>
                  </a:lnTo>
                  <a:lnTo>
                    <a:pt x="1988817" y="2768779"/>
                  </a:lnTo>
                  <a:lnTo>
                    <a:pt x="2019595" y="2670880"/>
                  </a:lnTo>
                  <a:lnTo>
                    <a:pt x="2050603" y="2570209"/>
                  </a:lnTo>
                  <a:lnTo>
                    <a:pt x="2081818" y="2467185"/>
                  </a:lnTo>
                  <a:lnTo>
                    <a:pt x="2113205" y="2362272"/>
                  </a:lnTo>
                  <a:lnTo>
                    <a:pt x="2144722" y="2255973"/>
                  </a:lnTo>
                  <a:lnTo>
                    <a:pt x="2176320" y="2148821"/>
                  </a:lnTo>
                  <a:lnTo>
                    <a:pt x="2207947" y="2041368"/>
                  </a:lnTo>
                  <a:lnTo>
                    <a:pt x="2239550" y="1934171"/>
                  </a:lnTo>
                  <a:lnTo>
                    <a:pt x="2271075" y="1827782"/>
                  </a:lnTo>
                  <a:lnTo>
                    <a:pt x="2302474" y="1722736"/>
                  </a:lnTo>
                  <a:lnTo>
                    <a:pt x="2333705" y="1619539"/>
                  </a:lnTo>
                  <a:lnTo>
                    <a:pt x="2364731" y="1518660"/>
                  </a:lnTo>
                  <a:lnTo>
                    <a:pt x="2395528" y="1420520"/>
                  </a:lnTo>
                  <a:lnTo>
                    <a:pt x="2426083" y="1325487"/>
                  </a:lnTo>
                  <a:lnTo>
                    <a:pt x="2456397" y="1233874"/>
                  </a:lnTo>
                  <a:lnTo>
                    <a:pt x="2486484" y="1145932"/>
                  </a:lnTo>
                  <a:lnTo>
                    <a:pt x="2516375" y="1061849"/>
                  </a:lnTo>
                  <a:lnTo>
                    <a:pt x="2546121" y="981757"/>
                  </a:lnTo>
                  <a:lnTo>
                    <a:pt x="2575787" y="905728"/>
                  </a:lnTo>
                  <a:lnTo>
                    <a:pt x="2605461" y="833780"/>
                  </a:lnTo>
                  <a:lnTo>
                    <a:pt x="2635254" y="765883"/>
                  </a:lnTo>
                  <a:lnTo>
                    <a:pt x="2665298" y="701958"/>
                  </a:lnTo>
                  <a:lnTo>
                    <a:pt x="2667772" y="696900"/>
                  </a:lnTo>
                  <a:lnTo>
                    <a:pt x="2710607" y="614419"/>
                  </a:lnTo>
                  <a:lnTo>
                    <a:pt x="2754741" y="539586"/>
                  </a:lnTo>
                  <a:lnTo>
                    <a:pt x="2800754" y="472078"/>
                  </a:lnTo>
                  <a:lnTo>
                    <a:pt x="2849298" y="411310"/>
                  </a:lnTo>
                  <a:lnTo>
                    <a:pt x="2901048" y="356599"/>
                  </a:lnTo>
                  <a:lnTo>
                    <a:pt x="2956656" y="307263"/>
                  </a:lnTo>
                  <a:lnTo>
                    <a:pt x="3016693" y="262678"/>
                  </a:lnTo>
                  <a:lnTo>
                    <a:pt x="3081576" y="222314"/>
                  </a:lnTo>
                  <a:lnTo>
                    <a:pt x="3151476" y="185751"/>
                  </a:lnTo>
                  <a:lnTo>
                    <a:pt x="3226196" y="152691"/>
                  </a:lnTo>
                  <a:lnTo>
                    <a:pt x="3305037" y="122957"/>
                  </a:lnTo>
                  <a:lnTo>
                    <a:pt x="3386678" y="96482"/>
                  </a:lnTo>
                  <a:lnTo>
                    <a:pt x="3469102" y="73287"/>
                  </a:lnTo>
                  <a:lnTo>
                    <a:pt x="3549631" y="53445"/>
                  </a:lnTo>
                  <a:lnTo>
                    <a:pt x="3625124" y="37018"/>
                  </a:lnTo>
                  <a:lnTo>
                    <a:pt x="3692349" y="24001"/>
                  </a:lnTo>
                  <a:lnTo>
                    <a:pt x="3748494" y="14262"/>
                  </a:lnTo>
                  <a:lnTo>
                    <a:pt x="3791707" y="7510"/>
                  </a:lnTo>
                  <a:lnTo>
                    <a:pt x="3821502" y="3298"/>
                  </a:lnTo>
                  <a:lnTo>
                    <a:pt x="3838934" y="1060"/>
                  </a:lnTo>
                  <a:lnTo>
                    <a:pt x="3846533" y="170"/>
                  </a:lnTo>
                  <a:lnTo>
                    <a:pt x="3848110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65" y="71"/>
                  </a:lnTo>
                  <a:lnTo>
                    <a:pt x="4395973" y="579"/>
                  </a:lnTo>
                  <a:lnTo>
                    <a:pt x="4415740" y="1984"/>
                  </a:lnTo>
                  <a:lnTo>
                    <a:pt x="4450646" y="4744"/>
                  </a:lnTo>
                  <a:lnTo>
                    <a:pt x="4501799" y="9261"/>
                  </a:lnTo>
                  <a:lnTo>
                    <a:pt x="4568076" y="15838"/>
                  </a:lnTo>
                  <a:lnTo>
                    <a:pt x="4646508" y="24646"/>
                  </a:lnTo>
                  <a:lnTo>
                    <a:pt x="4733029" y="35737"/>
                  </a:lnTo>
                  <a:lnTo>
                    <a:pt x="4823338" y="49084"/>
                  </a:lnTo>
                  <a:lnTo>
                    <a:pt x="4913615" y="64632"/>
                  </a:lnTo>
                  <a:lnTo>
                    <a:pt x="5000941" y="82353"/>
                  </a:lnTo>
                  <a:lnTo>
                    <a:pt x="5083416" y="102286"/>
                  </a:lnTo>
                  <a:lnTo>
                    <a:pt x="5160065" y="124557"/>
                  </a:lnTo>
                  <a:lnTo>
                    <a:pt x="5230650" y="149389"/>
                  </a:lnTo>
                  <a:lnTo>
                    <a:pt x="5295452" y="177102"/>
                  </a:lnTo>
                  <a:lnTo>
                    <a:pt x="5355086" y="208105"/>
                  </a:lnTo>
                  <a:lnTo>
                    <a:pt x="5410359" y="242872"/>
                  </a:lnTo>
                  <a:lnTo>
                    <a:pt x="5462158" y="281910"/>
                  </a:lnTo>
                  <a:lnTo>
                    <a:pt x="5511374" y="325690"/>
                  </a:lnTo>
                  <a:lnTo>
                    <a:pt x="5558817" y="374529"/>
                  </a:lnTo>
                  <a:lnTo>
                    <a:pt x="5567201" y="383839"/>
                  </a:lnTo>
                  <a:lnTo>
                    <a:pt x="5605559" y="428971"/>
                  </a:lnTo>
                  <a:lnTo>
                    <a:pt x="5643550" y="477687"/>
                  </a:lnTo>
                  <a:lnTo>
                    <a:pt x="5681435" y="530059"/>
                  </a:lnTo>
                  <a:lnTo>
                    <a:pt x="5719416" y="586088"/>
                  </a:lnTo>
                  <a:lnTo>
                    <a:pt x="5757637" y="645698"/>
                  </a:lnTo>
                  <a:lnTo>
                    <a:pt x="5796193" y="708727"/>
                  </a:lnTo>
                  <a:lnTo>
                    <a:pt x="5835134" y="774928"/>
                  </a:lnTo>
                  <a:lnTo>
                    <a:pt x="5874471" y="843961"/>
                  </a:lnTo>
                  <a:lnTo>
                    <a:pt x="5914176" y="915403"/>
                  </a:lnTo>
                  <a:lnTo>
                    <a:pt x="5954191" y="988757"/>
                  </a:lnTo>
                  <a:lnTo>
                    <a:pt x="5994434" y="1063460"/>
                  </a:lnTo>
                  <a:lnTo>
                    <a:pt x="6034805" y="1138903"/>
                  </a:lnTo>
                  <a:lnTo>
                    <a:pt x="6075195" y="1214453"/>
                  </a:lnTo>
                  <a:lnTo>
                    <a:pt x="6115493" y="1289472"/>
                  </a:lnTo>
                  <a:lnTo>
                    <a:pt x="6155594" y="1363341"/>
                  </a:lnTo>
                  <a:lnTo>
                    <a:pt x="6195410" y="1435480"/>
                  </a:lnTo>
                  <a:lnTo>
                    <a:pt x="6234875" y="1505368"/>
                  </a:lnTo>
                  <a:lnTo>
                    <a:pt x="6273949" y="1572556"/>
                  </a:lnTo>
                  <a:lnTo>
                    <a:pt x="6312630" y="1636676"/>
                  </a:lnTo>
                  <a:lnTo>
                    <a:pt x="6350954" y="1697449"/>
                  </a:lnTo>
                  <a:lnTo>
                    <a:pt x="6389002" y="1754685"/>
                  </a:lnTo>
                  <a:lnTo>
                    <a:pt x="6426899" y="1808281"/>
                  </a:lnTo>
                  <a:lnTo>
                    <a:pt x="6464829" y="1858213"/>
                  </a:lnTo>
                  <a:lnTo>
                    <a:pt x="6503031" y="1904529"/>
                  </a:lnTo>
                  <a:lnTo>
                    <a:pt x="6515891" y="1919198"/>
                  </a:lnTo>
                  <a:lnTo>
                    <a:pt x="6563091" y="1968956"/>
                  </a:lnTo>
                  <a:lnTo>
                    <a:pt x="6611932" y="2013627"/>
                  </a:lnTo>
                  <a:lnTo>
                    <a:pt x="6663203" y="2053485"/>
                  </a:lnTo>
                  <a:lnTo>
                    <a:pt x="6717786" y="2088982"/>
                  </a:lnTo>
                  <a:lnTo>
                    <a:pt x="6776574" y="2120624"/>
                  </a:lnTo>
                  <a:lnTo>
                    <a:pt x="6840395" y="2148895"/>
                  </a:lnTo>
                  <a:lnTo>
                    <a:pt x="6909909" y="2174218"/>
                  </a:lnTo>
                  <a:lnTo>
                    <a:pt x="6985470" y="2196929"/>
                  </a:lnTo>
                  <a:lnTo>
                    <a:pt x="7066946" y="2217270"/>
                  </a:lnTo>
                  <a:lnTo>
                    <a:pt x="7153512" y="2235383"/>
                  </a:lnTo>
                  <a:lnTo>
                    <a:pt x="7243445" y="2251322"/>
                  </a:lnTo>
                  <a:lnTo>
                    <a:pt x="7334007" y="2265068"/>
                  </a:lnTo>
                  <a:lnTo>
                    <a:pt x="7421519" y="2276568"/>
                  </a:lnTo>
                  <a:lnTo>
                    <a:pt x="7501721" y="2285785"/>
                  </a:lnTo>
                  <a:lnTo>
                    <a:pt x="7570442" y="2292754"/>
                  </a:lnTo>
                  <a:lnTo>
                    <a:pt x="7624454" y="2297622"/>
                  </a:lnTo>
                  <a:lnTo>
                    <a:pt x="7662263" y="2300670"/>
                  </a:lnTo>
                  <a:lnTo>
                    <a:pt x="7684565" y="2302285"/>
                  </a:lnTo>
                  <a:lnTo>
                    <a:pt x="7694273" y="2302920"/>
                  </a:lnTo>
                  <a:lnTo>
                    <a:pt x="7696230" y="2303037"/>
                  </a:lnTo>
                  <a:lnTo>
                    <a:pt x="7696237" y="2303037"/>
                  </a:lnTo>
                  <a:lnTo>
                    <a:pt x="8234974" y="2303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8" name="pl2158"/>
            <p:cNvSpPr/>
            <p:nvPr/>
          </p:nvSpPr>
          <p:spPr>
            <a:xfrm>
              <a:off x="546595" y="1970032"/>
              <a:ext cx="8234974" cy="4181402"/>
            </a:xfrm>
            <a:custGeom>
              <a:avLst/>
              <a:pathLst>
                <a:path w="8234974" h="4181402">
                  <a:moveTo>
                    <a:pt x="8234974" y="2303037"/>
                  </a:moveTo>
                  <a:lnTo>
                    <a:pt x="7696237" y="2303037"/>
                  </a:lnTo>
                  <a:lnTo>
                    <a:pt x="7695027" y="2302966"/>
                  </a:lnTo>
                  <a:lnTo>
                    <a:pt x="7687119" y="2302458"/>
                  </a:lnTo>
                  <a:lnTo>
                    <a:pt x="7667353" y="2301053"/>
                  </a:lnTo>
                  <a:lnTo>
                    <a:pt x="7632446" y="2298293"/>
                  </a:lnTo>
                  <a:lnTo>
                    <a:pt x="7581293" y="2293776"/>
                  </a:lnTo>
                  <a:lnTo>
                    <a:pt x="7515017" y="2287199"/>
                  </a:lnTo>
                  <a:lnTo>
                    <a:pt x="7436584" y="2278391"/>
                  </a:lnTo>
                  <a:lnTo>
                    <a:pt x="7350063" y="2267300"/>
                  </a:lnTo>
                  <a:lnTo>
                    <a:pt x="7259754" y="2253953"/>
                  </a:lnTo>
                  <a:lnTo>
                    <a:pt x="7169477" y="2238405"/>
                  </a:lnTo>
                  <a:lnTo>
                    <a:pt x="7082151" y="2220684"/>
                  </a:lnTo>
                  <a:lnTo>
                    <a:pt x="6999677" y="2200751"/>
                  </a:lnTo>
                  <a:lnTo>
                    <a:pt x="6923027" y="2178480"/>
                  </a:lnTo>
                  <a:lnTo>
                    <a:pt x="6852442" y="2153648"/>
                  </a:lnTo>
                  <a:lnTo>
                    <a:pt x="6787640" y="2125935"/>
                  </a:lnTo>
                  <a:lnTo>
                    <a:pt x="6728006" y="2094932"/>
                  </a:lnTo>
                  <a:lnTo>
                    <a:pt x="6672734" y="2060165"/>
                  </a:lnTo>
                  <a:lnTo>
                    <a:pt x="6620934" y="2021127"/>
                  </a:lnTo>
                  <a:lnTo>
                    <a:pt x="6571719" y="1977347"/>
                  </a:lnTo>
                  <a:lnTo>
                    <a:pt x="6524275" y="1928508"/>
                  </a:lnTo>
                  <a:lnTo>
                    <a:pt x="6515891" y="1919198"/>
                  </a:lnTo>
                  <a:lnTo>
                    <a:pt x="6477533" y="1874066"/>
                  </a:lnTo>
                  <a:lnTo>
                    <a:pt x="6439543" y="1825350"/>
                  </a:lnTo>
                  <a:lnTo>
                    <a:pt x="6401657" y="1772978"/>
                  </a:lnTo>
                  <a:lnTo>
                    <a:pt x="6363676" y="1716949"/>
                  </a:lnTo>
                  <a:lnTo>
                    <a:pt x="6325456" y="1657339"/>
                  </a:lnTo>
                  <a:lnTo>
                    <a:pt x="6286900" y="1594309"/>
                  </a:lnTo>
                  <a:lnTo>
                    <a:pt x="6247958" y="1528109"/>
                  </a:lnTo>
                  <a:lnTo>
                    <a:pt x="6208621" y="1459076"/>
                  </a:lnTo>
                  <a:lnTo>
                    <a:pt x="6168917" y="1387634"/>
                  </a:lnTo>
                  <a:lnTo>
                    <a:pt x="6128902" y="1314280"/>
                  </a:lnTo>
                  <a:lnTo>
                    <a:pt x="6088658" y="1239577"/>
                  </a:lnTo>
                  <a:lnTo>
                    <a:pt x="6048287" y="1164134"/>
                  </a:lnTo>
                  <a:lnTo>
                    <a:pt x="6007897" y="1088584"/>
                  </a:lnTo>
                  <a:lnTo>
                    <a:pt x="5967599" y="1013565"/>
                  </a:lnTo>
                  <a:lnTo>
                    <a:pt x="5927498" y="939696"/>
                  </a:lnTo>
                  <a:lnTo>
                    <a:pt x="5887682" y="867557"/>
                  </a:lnTo>
                  <a:lnTo>
                    <a:pt x="5848218" y="797669"/>
                  </a:lnTo>
                  <a:lnTo>
                    <a:pt x="5809144" y="730481"/>
                  </a:lnTo>
                  <a:lnTo>
                    <a:pt x="5770462" y="666361"/>
                  </a:lnTo>
                  <a:lnTo>
                    <a:pt x="5732138" y="605588"/>
                  </a:lnTo>
                  <a:lnTo>
                    <a:pt x="5694091" y="548352"/>
                  </a:lnTo>
                  <a:lnTo>
                    <a:pt x="5656193" y="494756"/>
                  </a:lnTo>
                  <a:lnTo>
                    <a:pt x="5618263" y="444824"/>
                  </a:lnTo>
                  <a:lnTo>
                    <a:pt x="5580062" y="398508"/>
                  </a:lnTo>
                  <a:lnTo>
                    <a:pt x="5567201" y="383839"/>
                  </a:lnTo>
                  <a:lnTo>
                    <a:pt x="5520001" y="334081"/>
                  </a:lnTo>
                  <a:lnTo>
                    <a:pt x="5471160" y="289410"/>
                  </a:lnTo>
                  <a:lnTo>
                    <a:pt x="5419889" y="249552"/>
                  </a:lnTo>
                  <a:lnTo>
                    <a:pt x="5365307" y="214055"/>
                  </a:lnTo>
                  <a:lnTo>
                    <a:pt x="5306519" y="182413"/>
                  </a:lnTo>
                  <a:lnTo>
                    <a:pt x="5242697" y="154142"/>
                  </a:lnTo>
                  <a:lnTo>
                    <a:pt x="5173183" y="128819"/>
                  </a:lnTo>
                  <a:lnTo>
                    <a:pt x="5097622" y="106108"/>
                  </a:lnTo>
                  <a:lnTo>
                    <a:pt x="5016146" y="85767"/>
                  </a:lnTo>
                  <a:lnTo>
                    <a:pt x="4929581" y="67654"/>
                  </a:lnTo>
                  <a:lnTo>
                    <a:pt x="4839648" y="51715"/>
                  </a:lnTo>
                  <a:lnTo>
                    <a:pt x="4749086" y="37969"/>
                  </a:lnTo>
                  <a:lnTo>
                    <a:pt x="4661574" y="26469"/>
                  </a:lnTo>
                  <a:lnTo>
                    <a:pt x="4581371" y="17252"/>
                  </a:lnTo>
                  <a:lnTo>
                    <a:pt x="4512650" y="10283"/>
                  </a:lnTo>
                  <a:lnTo>
                    <a:pt x="4458638" y="5415"/>
                  </a:lnTo>
                  <a:lnTo>
                    <a:pt x="4420830" y="2367"/>
                  </a:lnTo>
                  <a:lnTo>
                    <a:pt x="4398527" y="752"/>
                  </a:lnTo>
                  <a:lnTo>
                    <a:pt x="4388820" y="117"/>
                  </a:lnTo>
                  <a:lnTo>
                    <a:pt x="4386862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05" y="96"/>
                  </a:lnTo>
                  <a:lnTo>
                    <a:pt x="3841200" y="786"/>
                  </a:lnTo>
                  <a:lnTo>
                    <a:pt x="3826051" y="2694"/>
                  </a:lnTo>
                  <a:lnTo>
                    <a:pt x="3798946" y="6449"/>
                  </a:lnTo>
                  <a:lnTo>
                    <a:pt x="3758512" y="12636"/>
                  </a:lnTo>
                  <a:lnTo>
                    <a:pt x="3704925" y="21729"/>
                  </a:lnTo>
                  <a:lnTo>
                    <a:pt x="3639782" y="34053"/>
                  </a:lnTo>
                  <a:lnTo>
                    <a:pt x="3565737" y="49773"/>
                  </a:lnTo>
                  <a:lnTo>
                    <a:pt x="3485980" y="68914"/>
                  </a:lnTo>
                  <a:lnTo>
                    <a:pt x="3403708" y="91423"/>
                  </a:lnTo>
                  <a:lnTo>
                    <a:pt x="3321717" y="117225"/>
                  </a:lnTo>
                  <a:lnTo>
                    <a:pt x="3242168" y="146284"/>
                  </a:lnTo>
                  <a:lnTo>
                    <a:pt x="3166521" y="178647"/>
                  </a:lnTo>
                  <a:lnTo>
                    <a:pt x="3095596" y="214466"/>
                  </a:lnTo>
                  <a:lnTo>
                    <a:pt x="3029680" y="254015"/>
                  </a:lnTo>
                  <a:lnTo>
                    <a:pt x="2968671" y="297688"/>
                  </a:lnTo>
                  <a:lnTo>
                    <a:pt x="2912192" y="345995"/>
                  </a:lnTo>
                  <a:lnTo>
                    <a:pt x="2859697" y="399542"/>
                  </a:lnTo>
                  <a:lnTo>
                    <a:pt x="2810546" y="459003"/>
                  </a:lnTo>
                  <a:lnTo>
                    <a:pt x="2764065" y="525067"/>
                  </a:lnTo>
                  <a:lnTo>
                    <a:pt x="2719594" y="598349"/>
                  </a:lnTo>
                  <a:lnTo>
                    <a:pt x="2676533" y="679245"/>
                  </a:lnTo>
                  <a:lnTo>
                    <a:pt x="2667772" y="696900"/>
                  </a:lnTo>
                  <a:lnTo>
                    <a:pt x="2637700" y="760504"/>
                  </a:lnTo>
                  <a:lnTo>
                    <a:pt x="2607893" y="828073"/>
                  </a:lnTo>
                  <a:lnTo>
                    <a:pt x="2578213" y="899688"/>
                  </a:lnTo>
                  <a:lnTo>
                    <a:pt x="2548550" y="975383"/>
                  </a:lnTo>
                  <a:lnTo>
                    <a:pt x="2518814" y="1055144"/>
                  </a:lnTo>
                  <a:lnTo>
                    <a:pt x="2488936" y="1138904"/>
                  </a:lnTo>
                  <a:lnTo>
                    <a:pt x="2458867" y="1226538"/>
                  </a:lnTo>
                  <a:lnTo>
                    <a:pt x="2428572" y="1317859"/>
                  </a:lnTo>
                  <a:lnTo>
                    <a:pt x="2398037" y="1412623"/>
                  </a:lnTo>
                  <a:lnTo>
                    <a:pt x="2367260" y="1510521"/>
                  </a:lnTo>
                  <a:lnTo>
                    <a:pt x="2336251" y="1611192"/>
                  </a:lnTo>
                  <a:lnTo>
                    <a:pt x="2305037" y="1714216"/>
                  </a:lnTo>
                  <a:lnTo>
                    <a:pt x="2273650" y="1819129"/>
                  </a:lnTo>
                  <a:lnTo>
                    <a:pt x="2242133" y="1925428"/>
                  </a:lnTo>
                  <a:lnTo>
                    <a:pt x="2210535" y="2032580"/>
                  </a:lnTo>
                  <a:lnTo>
                    <a:pt x="2178907" y="2140033"/>
                  </a:lnTo>
                  <a:lnTo>
                    <a:pt x="2147305" y="2247230"/>
                  </a:lnTo>
                  <a:lnTo>
                    <a:pt x="2115779" y="2353619"/>
                  </a:lnTo>
                  <a:lnTo>
                    <a:pt x="2084380" y="2458665"/>
                  </a:lnTo>
                  <a:lnTo>
                    <a:pt x="2053150" y="2561862"/>
                  </a:lnTo>
                  <a:lnTo>
                    <a:pt x="2022124" y="2662741"/>
                  </a:lnTo>
                  <a:lnTo>
                    <a:pt x="1991327" y="2760882"/>
                  </a:lnTo>
                  <a:lnTo>
                    <a:pt x="1960771" y="2855914"/>
                  </a:lnTo>
                  <a:lnTo>
                    <a:pt x="1930458" y="2947527"/>
                  </a:lnTo>
                  <a:lnTo>
                    <a:pt x="1900371" y="3035470"/>
                  </a:lnTo>
                  <a:lnTo>
                    <a:pt x="1870479" y="3119552"/>
                  </a:lnTo>
                  <a:lnTo>
                    <a:pt x="1840734" y="3199644"/>
                  </a:lnTo>
                  <a:lnTo>
                    <a:pt x="1811068" y="3275673"/>
                  </a:lnTo>
                  <a:lnTo>
                    <a:pt x="1781393" y="3347621"/>
                  </a:lnTo>
                  <a:lnTo>
                    <a:pt x="1751601" y="3415519"/>
                  </a:lnTo>
                  <a:lnTo>
                    <a:pt x="1721557" y="3479443"/>
                  </a:lnTo>
                  <a:lnTo>
                    <a:pt x="1719082" y="3484501"/>
                  </a:lnTo>
                  <a:lnTo>
                    <a:pt x="1676248" y="3566982"/>
                  </a:lnTo>
                  <a:lnTo>
                    <a:pt x="1632114" y="3641815"/>
                  </a:lnTo>
                  <a:lnTo>
                    <a:pt x="1586100" y="3709323"/>
                  </a:lnTo>
                  <a:lnTo>
                    <a:pt x="1537556" y="3770091"/>
                  </a:lnTo>
                  <a:lnTo>
                    <a:pt x="1485806" y="3824802"/>
                  </a:lnTo>
                  <a:lnTo>
                    <a:pt x="1430198" y="3874139"/>
                  </a:lnTo>
                  <a:lnTo>
                    <a:pt x="1370162" y="3918723"/>
                  </a:lnTo>
                  <a:lnTo>
                    <a:pt x="1305278" y="3959088"/>
                  </a:lnTo>
                  <a:lnTo>
                    <a:pt x="1235378" y="3995650"/>
                  </a:lnTo>
                  <a:lnTo>
                    <a:pt x="1160659" y="4028710"/>
                  </a:lnTo>
                  <a:lnTo>
                    <a:pt x="1081818" y="4058444"/>
                  </a:lnTo>
                  <a:lnTo>
                    <a:pt x="1000177" y="4084920"/>
                  </a:lnTo>
                  <a:lnTo>
                    <a:pt x="917753" y="4108114"/>
                  </a:lnTo>
                  <a:lnTo>
                    <a:pt x="837223" y="4127956"/>
                  </a:lnTo>
                  <a:lnTo>
                    <a:pt x="761730" y="4144384"/>
                  </a:lnTo>
                  <a:lnTo>
                    <a:pt x="694506" y="4157401"/>
                  </a:lnTo>
                  <a:lnTo>
                    <a:pt x="638361" y="4167140"/>
                  </a:lnTo>
                  <a:lnTo>
                    <a:pt x="595147" y="4173892"/>
                  </a:lnTo>
                  <a:lnTo>
                    <a:pt x="565352" y="4178104"/>
                  </a:lnTo>
                  <a:lnTo>
                    <a:pt x="547921" y="4180342"/>
                  </a:lnTo>
                  <a:lnTo>
                    <a:pt x="540322" y="4181231"/>
                  </a:lnTo>
                  <a:lnTo>
                    <a:pt x="538745" y="4181401"/>
                  </a:lnTo>
                  <a:lnTo>
                    <a:pt x="538736" y="4181402"/>
                  </a:lnTo>
                  <a:lnTo>
                    <a:pt x="0" y="4181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9" name="pg2159"/>
            <p:cNvSpPr/>
            <p:nvPr/>
          </p:nvSpPr>
          <p:spPr>
            <a:xfrm>
              <a:off x="546595" y="1044462"/>
              <a:ext cx="8234974" cy="5096083"/>
            </a:xfrm>
            <a:custGeom>
              <a:avLst/>
              <a:pathLst>
                <a:path w="8234974" h="5096083">
                  <a:moveTo>
                    <a:pt x="0" y="5096083"/>
                  </a:moveTo>
                  <a:lnTo>
                    <a:pt x="538736" y="5096083"/>
                  </a:lnTo>
                  <a:lnTo>
                    <a:pt x="539617" y="5095981"/>
                  </a:lnTo>
                  <a:lnTo>
                    <a:pt x="545416" y="5095252"/>
                  </a:lnTo>
                  <a:lnTo>
                    <a:pt x="560059" y="5093236"/>
                  </a:lnTo>
                  <a:lnTo>
                    <a:pt x="586298" y="5089268"/>
                  </a:lnTo>
                  <a:lnTo>
                    <a:pt x="625517" y="5082725"/>
                  </a:lnTo>
                  <a:lnTo>
                    <a:pt x="677630" y="5073099"/>
                  </a:lnTo>
                  <a:lnTo>
                    <a:pt x="741177" y="5060034"/>
                  </a:lnTo>
                  <a:lnTo>
                    <a:pt x="813660" y="5043344"/>
                  </a:lnTo>
                  <a:lnTo>
                    <a:pt x="892026" y="5022991"/>
                  </a:lnTo>
                  <a:lnTo>
                    <a:pt x="973172" y="4999026"/>
                  </a:lnTo>
                  <a:lnTo>
                    <a:pt x="1054343" y="4971528"/>
                  </a:lnTo>
                  <a:lnTo>
                    <a:pt x="1133370" y="4940544"/>
                  </a:lnTo>
                  <a:lnTo>
                    <a:pt x="1208752" y="4906040"/>
                  </a:lnTo>
                  <a:lnTo>
                    <a:pt x="1279613" y="4867872"/>
                  </a:lnTo>
                  <a:lnTo>
                    <a:pt x="1345601" y="4825771"/>
                  </a:lnTo>
                  <a:lnTo>
                    <a:pt x="1406759" y="4779343"/>
                  </a:lnTo>
                  <a:lnTo>
                    <a:pt x="1463408" y="4728072"/>
                  </a:lnTo>
                  <a:lnTo>
                    <a:pt x="1516050" y="4671334"/>
                  </a:lnTo>
                  <a:lnTo>
                    <a:pt x="1565288" y="4608430"/>
                  </a:lnTo>
                  <a:lnTo>
                    <a:pt x="1611767" y="4538626"/>
                  </a:lnTo>
                  <a:lnTo>
                    <a:pt x="1656134" y="4461242"/>
                  </a:lnTo>
                  <a:lnTo>
                    <a:pt x="1698985" y="4375785"/>
                  </a:lnTo>
                  <a:lnTo>
                    <a:pt x="1719082" y="4332034"/>
                  </a:lnTo>
                  <a:lnTo>
                    <a:pt x="1747935" y="4265226"/>
                  </a:lnTo>
                  <a:lnTo>
                    <a:pt x="1776539" y="4194423"/>
                  </a:lnTo>
                  <a:lnTo>
                    <a:pt x="1805016" y="4119543"/>
                  </a:lnTo>
                  <a:lnTo>
                    <a:pt x="1833467" y="4040548"/>
                  </a:lnTo>
                  <a:lnTo>
                    <a:pt x="1861973" y="3957444"/>
                  </a:lnTo>
                  <a:lnTo>
                    <a:pt x="1890598" y="3870287"/>
                  </a:lnTo>
                  <a:lnTo>
                    <a:pt x="1919390" y="3779186"/>
                  </a:lnTo>
                  <a:lnTo>
                    <a:pt x="1948382" y="3684305"/>
                  </a:lnTo>
                  <a:lnTo>
                    <a:pt x="1977592" y="3585863"/>
                  </a:lnTo>
                  <a:lnTo>
                    <a:pt x="2007027" y="3484137"/>
                  </a:lnTo>
                  <a:lnTo>
                    <a:pt x="2036679" y="3379458"/>
                  </a:lnTo>
                  <a:lnTo>
                    <a:pt x="2066533" y="3272210"/>
                  </a:lnTo>
                  <a:lnTo>
                    <a:pt x="2096562" y="3162820"/>
                  </a:lnTo>
                  <a:lnTo>
                    <a:pt x="2126731" y="3051759"/>
                  </a:lnTo>
                  <a:lnTo>
                    <a:pt x="2157002" y="2939528"/>
                  </a:lnTo>
                  <a:lnTo>
                    <a:pt x="2187329" y="2826651"/>
                  </a:lnTo>
                  <a:lnTo>
                    <a:pt x="2217666" y="2713666"/>
                  </a:lnTo>
                  <a:lnTo>
                    <a:pt x="2247965" y="2601112"/>
                  </a:lnTo>
                  <a:lnTo>
                    <a:pt x="2278181" y="2489518"/>
                  </a:lnTo>
                  <a:lnTo>
                    <a:pt x="2308271" y="2379399"/>
                  </a:lnTo>
                  <a:lnTo>
                    <a:pt x="2338198" y="2271235"/>
                  </a:lnTo>
                  <a:lnTo>
                    <a:pt x="2367934" y="2165475"/>
                  </a:lnTo>
                  <a:lnTo>
                    <a:pt x="2397458" y="2062519"/>
                  </a:lnTo>
                  <a:lnTo>
                    <a:pt x="2426758" y="1962721"/>
                  </a:lnTo>
                  <a:lnTo>
                    <a:pt x="2455836" y="1866378"/>
                  </a:lnTo>
                  <a:lnTo>
                    <a:pt x="2484705" y="1773735"/>
                  </a:lnTo>
                  <a:lnTo>
                    <a:pt x="2513392" y="1684977"/>
                  </a:lnTo>
                  <a:lnTo>
                    <a:pt x="2541939" y="1600234"/>
                  </a:lnTo>
                  <a:lnTo>
                    <a:pt x="2570404" y="1519584"/>
                  </a:lnTo>
                  <a:lnTo>
                    <a:pt x="2598859" y="1443052"/>
                  </a:lnTo>
                  <a:lnTo>
                    <a:pt x="2627399" y="1370618"/>
                  </a:lnTo>
                  <a:lnTo>
                    <a:pt x="2656136" y="1302216"/>
                  </a:lnTo>
                  <a:lnTo>
                    <a:pt x="2667772" y="1275835"/>
                  </a:lnTo>
                  <a:lnTo>
                    <a:pt x="2710083" y="1186449"/>
                  </a:lnTo>
                  <a:lnTo>
                    <a:pt x="2753655" y="1105250"/>
                  </a:lnTo>
                  <a:lnTo>
                    <a:pt x="2799046" y="1031900"/>
                  </a:lnTo>
                  <a:lnTo>
                    <a:pt x="2846884" y="965788"/>
                  </a:lnTo>
                  <a:lnTo>
                    <a:pt x="2897819" y="906193"/>
                  </a:lnTo>
                  <a:lnTo>
                    <a:pt x="2952483" y="852393"/>
                  </a:lnTo>
                  <a:lnTo>
                    <a:pt x="3011433" y="803721"/>
                  </a:lnTo>
                  <a:lnTo>
                    <a:pt x="3075087" y="759609"/>
                  </a:lnTo>
                  <a:lnTo>
                    <a:pt x="3143636" y="719603"/>
                  </a:lnTo>
                  <a:lnTo>
                    <a:pt x="3216931" y="683372"/>
                  </a:lnTo>
                  <a:lnTo>
                    <a:pt x="3294363" y="650716"/>
                  </a:lnTo>
                  <a:lnTo>
                    <a:pt x="3374738" y="621551"/>
                  </a:lnTo>
                  <a:lnTo>
                    <a:pt x="3456207" y="595888"/>
                  </a:lnTo>
                  <a:lnTo>
                    <a:pt x="3536275" y="573798"/>
                  </a:lnTo>
                  <a:lnTo>
                    <a:pt x="3611966" y="555355"/>
                  </a:lnTo>
                  <a:lnTo>
                    <a:pt x="3680142" y="540571"/>
                  </a:lnTo>
                  <a:lnTo>
                    <a:pt x="3737976" y="529334"/>
                  </a:lnTo>
                  <a:lnTo>
                    <a:pt x="3783459" y="521373"/>
                  </a:lnTo>
                  <a:lnTo>
                    <a:pt x="3815820" y="516246"/>
                  </a:lnTo>
                  <a:lnTo>
                    <a:pt x="3835742" y="513379"/>
                  </a:lnTo>
                  <a:lnTo>
                    <a:pt x="3845346" y="512119"/>
                  </a:lnTo>
                  <a:lnTo>
                    <a:pt x="3848118" y="511786"/>
                  </a:lnTo>
                  <a:lnTo>
                    <a:pt x="4386855" y="511786"/>
                  </a:lnTo>
                  <a:lnTo>
                    <a:pt x="4388153" y="511769"/>
                  </a:lnTo>
                  <a:lnTo>
                    <a:pt x="4396621" y="511649"/>
                  </a:lnTo>
                  <a:lnTo>
                    <a:pt x="4417733" y="511317"/>
                  </a:lnTo>
                  <a:lnTo>
                    <a:pt x="4454879" y="510665"/>
                  </a:lnTo>
                  <a:lnTo>
                    <a:pt x="4509041" y="509600"/>
                  </a:lnTo>
                  <a:lnTo>
                    <a:pt x="4578773" y="508054"/>
                  </a:lnTo>
                  <a:lnTo>
                    <a:pt x="4660682" y="505990"/>
                  </a:lnTo>
                  <a:lnTo>
                    <a:pt x="4750306" y="503400"/>
                  </a:lnTo>
                  <a:lnTo>
                    <a:pt x="4843073" y="500292"/>
                  </a:lnTo>
                  <a:lnTo>
                    <a:pt x="4935058" y="496679"/>
                  </a:lnTo>
                  <a:lnTo>
                    <a:pt x="5023373" y="492564"/>
                  </a:lnTo>
                  <a:lnTo>
                    <a:pt x="5106244" y="487933"/>
                  </a:lnTo>
                  <a:lnTo>
                    <a:pt x="5182867" y="482751"/>
                  </a:lnTo>
                  <a:lnTo>
                    <a:pt x="5253175" y="476957"/>
                  </a:lnTo>
                  <a:lnTo>
                    <a:pt x="5317606" y="470469"/>
                  </a:lnTo>
                  <a:lnTo>
                    <a:pt x="5376907" y="463184"/>
                  </a:lnTo>
                  <a:lnTo>
                    <a:pt x="5431988" y="454985"/>
                  </a:lnTo>
                  <a:lnTo>
                    <a:pt x="5483813" y="445756"/>
                  </a:lnTo>
                  <a:lnTo>
                    <a:pt x="5533313" y="435395"/>
                  </a:lnTo>
                  <a:lnTo>
                    <a:pt x="5567201" y="427395"/>
                  </a:lnTo>
                  <a:lnTo>
                    <a:pt x="5618457" y="413934"/>
                  </a:lnTo>
                  <a:lnTo>
                    <a:pt x="5669218" y="399049"/>
                  </a:lnTo>
                  <a:lnTo>
                    <a:pt x="5720039" y="382721"/>
                  </a:lnTo>
                  <a:lnTo>
                    <a:pt x="5771287" y="364986"/>
                  </a:lnTo>
                  <a:lnTo>
                    <a:pt x="5823173" y="345936"/>
                  </a:lnTo>
                  <a:lnTo>
                    <a:pt x="5875764" y="325728"/>
                  </a:lnTo>
                  <a:lnTo>
                    <a:pt x="5929009" y="304578"/>
                  </a:lnTo>
                  <a:lnTo>
                    <a:pt x="5982757" y="282757"/>
                  </a:lnTo>
                  <a:lnTo>
                    <a:pt x="6036787" y="260573"/>
                  </a:lnTo>
                  <a:lnTo>
                    <a:pt x="6090841" y="238360"/>
                  </a:lnTo>
                  <a:lnTo>
                    <a:pt x="6144657" y="216451"/>
                  </a:lnTo>
                  <a:lnTo>
                    <a:pt x="6198003" y="195162"/>
                  </a:lnTo>
                  <a:lnTo>
                    <a:pt x="6250716" y="174771"/>
                  </a:lnTo>
                  <a:lnTo>
                    <a:pt x="6302724" y="155504"/>
                  </a:lnTo>
                  <a:lnTo>
                    <a:pt x="6354074" y="137529"/>
                  </a:lnTo>
                  <a:lnTo>
                    <a:pt x="6404948" y="120950"/>
                  </a:lnTo>
                  <a:lnTo>
                    <a:pt x="6455686" y="105811"/>
                  </a:lnTo>
                  <a:lnTo>
                    <a:pt x="6506805" y="92102"/>
                  </a:lnTo>
                  <a:lnTo>
                    <a:pt x="6515891" y="89834"/>
                  </a:lnTo>
                  <a:lnTo>
                    <a:pt x="6564248" y="78644"/>
                  </a:lnTo>
                  <a:lnTo>
                    <a:pt x="6614345" y="68626"/>
                  </a:lnTo>
                  <a:lnTo>
                    <a:pt x="6667035" y="59714"/>
                  </a:lnTo>
                  <a:lnTo>
                    <a:pt x="6723266" y="51799"/>
                  </a:lnTo>
                  <a:lnTo>
                    <a:pt x="6783996" y="44762"/>
                  </a:lnTo>
                  <a:lnTo>
                    <a:pt x="6850100" y="38489"/>
                  </a:lnTo>
                  <a:lnTo>
                    <a:pt x="6922251" y="32884"/>
                  </a:lnTo>
                  <a:lnTo>
                    <a:pt x="7000760" y="27870"/>
                  </a:lnTo>
                  <a:lnTo>
                    <a:pt x="7085368" y="23394"/>
                  </a:lnTo>
                  <a:lnTo>
                    <a:pt x="7175003" y="19429"/>
                  </a:lnTo>
                  <a:lnTo>
                    <a:pt x="7267571" y="15964"/>
                  </a:lnTo>
                  <a:lnTo>
                    <a:pt x="7359856" y="13008"/>
                  </a:lnTo>
                  <a:lnTo>
                    <a:pt x="7447684" y="10573"/>
                  </a:lnTo>
                  <a:lnTo>
                    <a:pt x="7526423" y="8665"/>
                  </a:lnTo>
                  <a:lnTo>
                    <a:pt x="7591823" y="7267"/>
                  </a:lnTo>
                  <a:lnTo>
                    <a:pt x="7640992" y="6333"/>
                  </a:lnTo>
                  <a:lnTo>
                    <a:pt x="7673175" y="5786"/>
                  </a:lnTo>
                  <a:lnTo>
                    <a:pt x="7690087" y="5528"/>
                  </a:lnTo>
                  <a:lnTo>
                    <a:pt x="7695776" y="5450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7238" y="506443"/>
                  </a:lnTo>
                  <a:lnTo>
                    <a:pt x="3841439" y="507173"/>
                  </a:lnTo>
                  <a:lnTo>
                    <a:pt x="3826796" y="509188"/>
                  </a:lnTo>
                  <a:lnTo>
                    <a:pt x="3800557" y="513157"/>
                  </a:lnTo>
                  <a:lnTo>
                    <a:pt x="3761337" y="519699"/>
                  </a:lnTo>
                  <a:lnTo>
                    <a:pt x="3709224" y="529326"/>
                  </a:lnTo>
                  <a:lnTo>
                    <a:pt x="3645677" y="542391"/>
                  </a:lnTo>
                  <a:lnTo>
                    <a:pt x="3573195" y="559080"/>
                  </a:lnTo>
                  <a:lnTo>
                    <a:pt x="3494828" y="579434"/>
                  </a:lnTo>
                  <a:lnTo>
                    <a:pt x="3413682" y="603399"/>
                  </a:lnTo>
                  <a:lnTo>
                    <a:pt x="3332512" y="630897"/>
                  </a:lnTo>
                  <a:lnTo>
                    <a:pt x="3253485" y="661880"/>
                  </a:lnTo>
                  <a:lnTo>
                    <a:pt x="3178103" y="696385"/>
                  </a:lnTo>
                  <a:lnTo>
                    <a:pt x="3107242" y="734553"/>
                  </a:lnTo>
                  <a:lnTo>
                    <a:pt x="3041254" y="776654"/>
                  </a:lnTo>
                  <a:lnTo>
                    <a:pt x="2980096" y="823081"/>
                  </a:lnTo>
                  <a:lnTo>
                    <a:pt x="2923446" y="874353"/>
                  </a:lnTo>
                  <a:lnTo>
                    <a:pt x="2870804" y="931090"/>
                  </a:lnTo>
                  <a:lnTo>
                    <a:pt x="2821567" y="993995"/>
                  </a:lnTo>
                  <a:lnTo>
                    <a:pt x="2775087" y="1063799"/>
                  </a:lnTo>
                  <a:lnTo>
                    <a:pt x="2730720" y="1141182"/>
                  </a:lnTo>
                  <a:lnTo>
                    <a:pt x="2687870" y="1226640"/>
                  </a:lnTo>
                  <a:lnTo>
                    <a:pt x="2667772" y="1270391"/>
                  </a:lnTo>
                  <a:lnTo>
                    <a:pt x="2638919" y="1337198"/>
                  </a:lnTo>
                  <a:lnTo>
                    <a:pt x="2610315" y="1408002"/>
                  </a:lnTo>
                  <a:lnTo>
                    <a:pt x="2581838" y="1482882"/>
                  </a:lnTo>
                  <a:lnTo>
                    <a:pt x="2553387" y="1561877"/>
                  </a:lnTo>
                  <a:lnTo>
                    <a:pt x="2524881" y="1644981"/>
                  </a:lnTo>
                  <a:lnTo>
                    <a:pt x="2496256" y="1732137"/>
                  </a:lnTo>
                  <a:lnTo>
                    <a:pt x="2467464" y="1823238"/>
                  </a:lnTo>
                  <a:lnTo>
                    <a:pt x="2438473" y="1918120"/>
                  </a:lnTo>
                  <a:lnTo>
                    <a:pt x="2409262" y="2016562"/>
                  </a:lnTo>
                  <a:lnTo>
                    <a:pt x="2379828" y="2118288"/>
                  </a:lnTo>
                  <a:lnTo>
                    <a:pt x="2350176" y="2222966"/>
                  </a:lnTo>
                  <a:lnTo>
                    <a:pt x="2320322" y="2330215"/>
                  </a:lnTo>
                  <a:lnTo>
                    <a:pt x="2290293" y="2439605"/>
                  </a:lnTo>
                  <a:lnTo>
                    <a:pt x="2260123" y="2550666"/>
                  </a:lnTo>
                  <a:lnTo>
                    <a:pt x="2229852" y="2662897"/>
                  </a:lnTo>
                  <a:lnTo>
                    <a:pt x="2199525" y="2775773"/>
                  </a:lnTo>
                  <a:lnTo>
                    <a:pt x="2169188" y="2888759"/>
                  </a:lnTo>
                  <a:lnTo>
                    <a:pt x="2138890" y="3001313"/>
                  </a:lnTo>
                  <a:lnTo>
                    <a:pt x="2108674" y="3112906"/>
                  </a:lnTo>
                  <a:lnTo>
                    <a:pt x="2078584" y="3223026"/>
                  </a:lnTo>
                  <a:lnTo>
                    <a:pt x="2048656" y="3331189"/>
                  </a:lnTo>
                  <a:lnTo>
                    <a:pt x="2018920" y="3436950"/>
                  </a:lnTo>
                  <a:lnTo>
                    <a:pt x="1989397" y="3539906"/>
                  </a:lnTo>
                  <a:lnTo>
                    <a:pt x="1960097" y="3639704"/>
                  </a:lnTo>
                  <a:lnTo>
                    <a:pt x="1931019" y="3736046"/>
                  </a:lnTo>
                  <a:lnTo>
                    <a:pt x="1902150" y="3828690"/>
                  </a:lnTo>
                  <a:lnTo>
                    <a:pt x="1873462" y="3917448"/>
                  </a:lnTo>
                  <a:lnTo>
                    <a:pt x="1844915" y="4002190"/>
                  </a:lnTo>
                  <a:lnTo>
                    <a:pt x="1816451" y="4082840"/>
                  </a:lnTo>
                  <a:lnTo>
                    <a:pt x="1787995" y="4159372"/>
                  </a:lnTo>
                  <a:lnTo>
                    <a:pt x="1759455" y="4231807"/>
                  </a:lnTo>
                  <a:lnTo>
                    <a:pt x="1730719" y="4300209"/>
                  </a:lnTo>
                  <a:lnTo>
                    <a:pt x="1719082" y="4326589"/>
                  </a:lnTo>
                  <a:lnTo>
                    <a:pt x="1676772" y="4415976"/>
                  </a:lnTo>
                  <a:lnTo>
                    <a:pt x="1633200" y="4497175"/>
                  </a:lnTo>
                  <a:lnTo>
                    <a:pt x="1587808" y="4570525"/>
                  </a:lnTo>
                  <a:lnTo>
                    <a:pt x="1539971" y="4636637"/>
                  </a:lnTo>
                  <a:lnTo>
                    <a:pt x="1489035" y="4696231"/>
                  </a:lnTo>
                  <a:lnTo>
                    <a:pt x="1434372" y="4750032"/>
                  </a:lnTo>
                  <a:lnTo>
                    <a:pt x="1375422" y="4798703"/>
                  </a:lnTo>
                  <a:lnTo>
                    <a:pt x="1311768" y="4842815"/>
                  </a:lnTo>
                  <a:lnTo>
                    <a:pt x="1243219" y="4882822"/>
                  </a:lnTo>
                  <a:lnTo>
                    <a:pt x="1169924" y="4919052"/>
                  </a:lnTo>
                  <a:lnTo>
                    <a:pt x="1092492" y="4951708"/>
                  </a:lnTo>
                  <a:lnTo>
                    <a:pt x="1012116" y="4980874"/>
                  </a:lnTo>
                  <a:lnTo>
                    <a:pt x="930648" y="5006537"/>
                  </a:lnTo>
                  <a:lnTo>
                    <a:pt x="850579" y="5028626"/>
                  </a:lnTo>
                  <a:lnTo>
                    <a:pt x="774889" y="5047069"/>
                  </a:lnTo>
                  <a:lnTo>
                    <a:pt x="706713" y="5061854"/>
                  </a:lnTo>
                  <a:lnTo>
                    <a:pt x="648879" y="5073090"/>
                  </a:lnTo>
                  <a:lnTo>
                    <a:pt x="603396" y="5081052"/>
                  </a:lnTo>
                  <a:lnTo>
                    <a:pt x="571035" y="5086179"/>
                  </a:lnTo>
                  <a:lnTo>
                    <a:pt x="551113" y="5089046"/>
                  </a:lnTo>
                  <a:lnTo>
                    <a:pt x="541508" y="5090306"/>
                  </a:lnTo>
                  <a:lnTo>
                    <a:pt x="538736" y="5090639"/>
                  </a:lnTo>
                  <a:lnTo>
                    <a:pt x="0" y="5090639"/>
                  </a:lnTo>
                  <a:close/>
                </a:path>
              </a:pathLst>
            </a:custGeom>
            <a:solidFill>
              <a:srgbClr val="69D6E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60" name="pl2160"/>
            <p:cNvSpPr/>
            <p:nvPr/>
          </p:nvSpPr>
          <p:spPr>
            <a:xfrm>
              <a:off x="546595" y="1049906"/>
              <a:ext cx="8234974" cy="5090639"/>
            </a:xfrm>
            <a:custGeom>
              <a:avLst/>
              <a:pathLst>
                <a:path w="8234974" h="5090639">
                  <a:moveTo>
                    <a:pt x="0" y="5090639"/>
                  </a:moveTo>
                  <a:lnTo>
                    <a:pt x="538736" y="5090639"/>
                  </a:lnTo>
                  <a:lnTo>
                    <a:pt x="539617" y="5090537"/>
                  </a:lnTo>
                  <a:lnTo>
                    <a:pt x="545416" y="5089807"/>
                  </a:lnTo>
                  <a:lnTo>
                    <a:pt x="560059" y="5087792"/>
                  </a:lnTo>
                  <a:lnTo>
                    <a:pt x="586298" y="5083823"/>
                  </a:lnTo>
                  <a:lnTo>
                    <a:pt x="625517" y="5077281"/>
                  </a:lnTo>
                  <a:lnTo>
                    <a:pt x="677630" y="5067655"/>
                  </a:lnTo>
                  <a:lnTo>
                    <a:pt x="741177" y="5054589"/>
                  </a:lnTo>
                  <a:lnTo>
                    <a:pt x="813660" y="5037900"/>
                  </a:lnTo>
                  <a:lnTo>
                    <a:pt x="892026" y="5017546"/>
                  </a:lnTo>
                  <a:lnTo>
                    <a:pt x="973172" y="4993581"/>
                  </a:lnTo>
                  <a:lnTo>
                    <a:pt x="1054343" y="4966084"/>
                  </a:lnTo>
                  <a:lnTo>
                    <a:pt x="1133370" y="4935100"/>
                  </a:lnTo>
                  <a:lnTo>
                    <a:pt x="1208752" y="4900595"/>
                  </a:lnTo>
                  <a:lnTo>
                    <a:pt x="1279613" y="4862427"/>
                  </a:lnTo>
                  <a:lnTo>
                    <a:pt x="1345601" y="4820326"/>
                  </a:lnTo>
                  <a:lnTo>
                    <a:pt x="1406759" y="4773899"/>
                  </a:lnTo>
                  <a:lnTo>
                    <a:pt x="1463408" y="4722627"/>
                  </a:lnTo>
                  <a:lnTo>
                    <a:pt x="1516050" y="4665890"/>
                  </a:lnTo>
                  <a:lnTo>
                    <a:pt x="1565288" y="4602985"/>
                  </a:lnTo>
                  <a:lnTo>
                    <a:pt x="1611767" y="4533181"/>
                  </a:lnTo>
                  <a:lnTo>
                    <a:pt x="1656134" y="4455798"/>
                  </a:lnTo>
                  <a:lnTo>
                    <a:pt x="1698985" y="4370340"/>
                  </a:lnTo>
                  <a:lnTo>
                    <a:pt x="1719082" y="4326589"/>
                  </a:lnTo>
                  <a:lnTo>
                    <a:pt x="1747935" y="4259782"/>
                  </a:lnTo>
                  <a:lnTo>
                    <a:pt x="1776539" y="4188978"/>
                  </a:lnTo>
                  <a:lnTo>
                    <a:pt x="1805016" y="4114098"/>
                  </a:lnTo>
                  <a:lnTo>
                    <a:pt x="1833467" y="4035103"/>
                  </a:lnTo>
                  <a:lnTo>
                    <a:pt x="1861973" y="3951999"/>
                  </a:lnTo>
                  <a:lnTo>
                    <a:pt x="1890598" y="3864843"/>
                  </a:lnTo>
                  <a:lnTo>
                    <a:pt x="1919390" y="3773742"/>
                  </a:lnTo>
                  <a:lnTo>
                    <a:pt x="1948382" y="3678860"/>
                  </a:lnTo>
                  <a:lnTo>
                    <a:pt x="1977592" y="3580418"/>
                  </a:lnTo>
                  <a:lnTo>
                    <a:pt x="2007027" y="3478693"/>
                  </a:lnTo>
                  <a:lnTo>
                    <a:pt x="2036679" y="3374014"/>
                  </a:lnTo>
                  <a:lnTo>
                    <a:pt x="2066533" y="3266765"/>
                  </a:lnTo>
                  <a:lnTo>
                    <a:pt x="2096562" y="3157375"/>
                  </a:lnTo>
                  <a:lnTo>
                    <a:pt x="2126731" y="3046314"/>
                  </a:lnTo>
                  <a:lnTo>
                    <a:pt x="2157002" y="2934083"/>
                  </a:lnTo>
                  <a:lnTo>
                    <a:pt x="2187329" y="2821207"/>
                  </a:lnTo>
                  <a:lnTo>
                    <a:pt x="2217666" y="2708222"/>
                  </a:lnTo>
                  <a:lnTo>
                    <a:pt x="2247965" y="2595667"/>
                  </a:lnTo>
                  <a:lnTo>
                    <a:pt x="2278181" y="2484074"/>
                  </a:lnTo>
                  <a:lnTo>
                    <a:pt x="2308271" y="2373954"/>
                  </a:lnTo>
                  <a:lnTo>
                    <a:pt x="2338198" y="2265791"/>
                  </a:lnTo>
                  <a:lnTo>
                    <a:pt x="2367934" y="2160030"/>
                  </a:lnTo>
                  <a:lnTo>
                    <a:pt x="2397458" y="2057075"/>
                  </a:lnTo>
                  <a:lnTo>
                    <a:pt x="2426758" y="1957276"/>
                  </a:lnTo>
                  <a:lnTo>
                    <a:pt x="2455836" y="1860934"/>
                  </a:lnTo>
                  <a:lnTo>
                    <a:pt x="2484705" y="1768291"/>
                  </a:lnTo>
                  <a:lnTo>
                    <a:pt x="2513392" y="1679532"/>
                  </a:lnTo>
                  <a:lnTo>
                    <a:pt x="2541939" y="1594790"/>
                  </a:lnTo>
                  <a:lnTo>
                    <a:pt x="2570404" y="1514140"/>
                  </a:lnTo>
                  <a:lnTo>
                    <a:pt x="2598859" y="1437608"/>
                  </a:lnTo>
                  <a:lnTo>
                    <a:pt x="2627399" y="1365173"/>
                  </a:lnTo>
                  <a:lnTo>
                    <a:pt x="2656136" y="1296772"/>
                  </a:lnTo>
                  <a:lnTo>
                    <a:pt x="2667772" y="1270391"/>
                  </a:lnTo>
                  <a:lnTo>
                    <a:pt x="2710083" y="1181005"/>
                  </a:lnTo>
                  <a:lnTo>
                    <a:pt x="2753655" y="1099805"/>
                  </a:lnTo>
                  <a:lnTo>
                    <a:pt x="2799046" y="1026456"/>
                  </a:lnTo>
                  <a:lnTo>
                    <a:pt x="2846884" y="960344"/>
                  </a:lnTo>
                  <a:lnTo>
                    <a:pt x="2897819" y="900749"/>
                  </a:lnTo>
                  <a:lnTo>
                    <a:pt x="2952483" y="846948"/>
                  </a:lnTo>
                  <a:lnTo>
                    <a:pt x="3011433" y="798277"/>
                  </a:lnTo>
                  <a:lnTo>
                    <a:pt x="3075087" y="754165"/>
                  </a:lnTo>
                  <a:lnTo>
                    <a:pt x="3143636" y="714158"/>
                  </a:lnTo>
                  <a:lnTo>
                    <a:pt x="3216931" y="677928"/>
                  </a:lnTo>
                  <a:lnTo>
                    <a:pt x="3294363" y="645272"/>
                  </a:lnTo>
                  <a:lnTo>
                    <a:pt x="3374738" y="616106"/>
                  </a:lnTo>
                  <a:lnTo>
                    <a:pt x="3456207" y="590443"/>
                  </a:lnTo>
                  <a:lnTo>
                    <a:pt x="3536275" y="568354"/>
                  </a:lnTo>
                  <a:lnTo>
                    <a:pt x="3611966" y="549911"/>
                  </a:lnTo>
                  <a:lnTo>
                    <a:pt x="3680142" y="535126"/>
                  </a:lnTo>
                  <a:lnTo>
                    <a:pt x="3737976" y="523890"/>
                  </a:lnTo>
                  <a:lnTo>
                    <a:pt x="3783459" y="515928"/>
                  </a:lnTo>
                  <a:lnTo>
                    <a:pt x="3815820" y="510802"/>
                  </a:lnTo>
                  <a:lnTo>
                    <a:pt x="3835742" y="507934"/>
                  </a:lnTo>
                  <a:lnTo>
                    <a:pt x="3845346" y="506674"/>
                  </a:lnTo>
                  <a:lnTo>
                    <a:pt x="3848019" y="506352"/>
                  </a:lnTo>
                  <a:lnTo>
                    <a:pt x="3848118" y="506341"/>
                  </a:lnTo>
                  <a:lnTo>
                    <a:pt x="4386855" y="506341"/>
                  </a:lnTo>
                  <a:lnTo>
                    <a:pt x="4388153" y="506324"/>
                  </a:lnTo>
                  <a:lnTo>
                    <a:pt x="4396621" y="506204"/>
                  </a:lnTo>
                  <a:lnTo>
                    <a:pt x="4417733" y="505872"/>
                  </a:lnTo>
                  <a:lnTo>
                    <a:pt x="4454879" y="505220"/>
                  </a:lnTo>
                  <a:lnTo>
                    <a:pt x="4509041" y="504155"/>
                  </a:lnTo>
                  <a:lnTo>
                    <a:pt x="4578773" y="502609"/>
                  </a:lnTo>
                  <a:lnTo>
                    <a:pt x="4660682" y="500546"/>
                  </a:lnTo>
                  <a:lnTo>
                    <a:pt x="4750306" y="497955"/>
                  </a:lnTo>
                  <a:lnTo>
                    <a:pt x="4843073" y="494848"/>
                  </a:lnTo>
                  <a:lnTo>
                    <a:pt x="4935058" y="491234"/>
                  </a:lnTo>
                  <a:lnTo>
                    <a:pt x="5023373" y="487119"/>
                  </a:lnTo>
                  <a:lnTo>
                    <a:pt x="5106244" y="482489"/>
                  </a:lnTo>
                  <a:lnTo>
                    <a:pt x="5182867" y="477306"/>
                  </a:lnTo>
                  <a:lnTo>
                    <a:pt x="5253175" y="471512"/>
                  </a:lnTo>
                  <a:lnTo>
                    <a:pt x="5317606" y="465024"/>
                  </a:lnTo>
                  <a:lnTo>
                    <a:pt x="5376907" y="457739"/>
                  </a:lnTo>
                  <a:lnTo>
                    <a:pt x="5431988" y="449541"/>
                  </a:lnTo>
                  <a:lnTo>
                    <a:pt x="5483813" y="440311"/>
                  </a:lnTo>
                  <a:lnTo>
                    <a:pt x="5533313" y="429950"/>
                  </a:lnTo>
                  <a:lnTo>
                    <a:pt x="5567201" y="421951"/>
                  </a:lnTo>
                  <a:lnTo>
                    <a:pt x="5618457" y="408489"/>
                  </a:lnTo>
                  <a:lnTo>
                    <a:pt x="5669218" y="393604"/>
                  </a:lnTo>
                  <a:lnTo>
                    <a:pt x="5720039" y="377277"/>
                  </a:lnTo>
                  <a:lnTo>
                    <a:pt x="5771287" y="359541"/>
                  </a:lnTo>
                  <a:lnTo>
                    <a:pt x="5823173" y="340492"/>
                  </a:lnTo>
                  <a:lnTo>
                    <a:pt x="5875764" y="320284"/>
                  </a:lnTo>
                  <a:lnTo>
                    <a:pt x="5929009" y="299134"/>
                  </a:lnTo>
                  <a:lnTo>
                    <a:pt x="5982757" y="277312"/>
                  </a:lnTo>
                  <a:lnTo>
                    <a:pt x="6036787" y="255129"/>
                  </a:lnTo>
                  <a:lnTo>
                    <a:pt x="6090841" y="232915"/>
                  </a:lnTo>
                  <a:lnTo>
                    <a:pt x="6144657" y="211007"/>
                  </a:lnTo>
                  <a:lnTo>
                    <a:pt x="6198003" y="189718"/>
                  </a:lnTo>
                  <a:lnTo>
                    <a:pt x="6250716" y="169326"/>
                  </a:lnTo>
                  <a:lnTo>
                    <a:pt x="6302724" y="150060"/>
                  </a:lnTo>
                  <a:lnTo>
                    <a:pt x="6354074" y="132085"/>
                  </a:lnTo>
                  <a:lnTo>
                    <a:pt x="6404948" y="115505"/>
                  </a:lnTo>
                  <a:lnTo>
                    <a:pt x="6455686" y="100367"/>
                  </a:lnTo>
                  <a:lnTo>
                    <a:pt x="6506805" y="86658"/>
                  </a:lnTo>
                  <a:lnTo>
                    <a:pt x="6515891" y="84390"/>
                  </a:lnTo>
                  <a:lnTo>
                    <a:pt x="6564248" y="73200"/>
                  </a:lnTo>
                  <a:lnTo>
                    <a:pt x="6614345" y="63182"/>
                  </a:lnTo>
                  <a:lnTo>
                    <a:pt x="6667035" y="54270"/>
                  </a:lnTo>
                  <a:lnTo>
                    <a:pt x="6723266" y="46354"/>
                  </a:lnTo>
                  <a:lnTo>
                    <a:pt x="6783996" y="39317"/>
                  </a:lnTo>
                  <a:lnTo>
                    <a:pt x="6850100" y="33044"/>
                  </a:lnTo>
                  <a:lnTo>
                    <a:pt x="6922251" y="27439"/>
                  </a:lnTo>
                  <a:lnTo>
                    <a:pt x="7000760" y="22425"/>
                  </a:lnTo>
                  <a:lnTo>
                    <a:pt x="7085368" y="17950"/>
                  </a:lnTo>
                  <a:lnTo>
                    <a:pt x="7175003" y="13984"/>
                  </a:lnTo>
                  <a:lnTo>
                    <a:pt x="7267571" y="10520"/>
                  </a:lnTo>
                  <a:lnTo>
                    <a:pt x="7359856" y="7564"/>
                  </a:lnTo>
                  <a:lnTo>
                    <a:pt x="7447684" y="5129"/>
                  </a:lnTo>
                  <a:lnTo>
                    <a:pt x="7526423" y="3220"/>
                  </a:lnTo>
                  <a:lnTo>
                    <a:pt x="7591823" y="1822"/>
                  </a:lnTo>
                  <a:lnTo>
                    <a:pt x="7640992" y="888"/>
                  </a:lnTo>
                  <a:lnTo>
                    <a:pt x="7673175" y="342"/>
                  </a:lnTo>
                  <a:lnTo>
                    <a:pt x="7690087" y="84"/>
                  </a:lnTo>
                  <a:lnTo>
                    <a:pt x="7695776" y="5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1" name="pl2161"/>
            <p:cNvSpPr/>
            <p:nvPr/>
          </p:nvSpPr>
          <p:spPr>
            <a:xfrm>
              <a:off x="546595" y="1044462"/>
              <a:ext cx="8234974" cy="5090639"/>
            </a:xfrm>
            <a:custGeom>
              <a:avLst/>
              <a:pathLst>
                <a:path w="8234974" h="5090639">
                  <a:moveTo>
                    <a:pt x="8234974" y="0"/>
                  </a:moveTo>
                  <a:lnTo>
                    <a:pt x="7696237" y="0"/>
                  </a:lnTo>
                  <a:lnTo>
                    <a:pt x="7694939" y="16"/>
                  </a:lnTo>
                  <a:lnTo>
                    <a:pt x="7686471" y="136"/>
                  </a:lnTo>
                  <a:lnTo>
                    <a:pt x="7665360" y="469"/>
                  </a:lnTo>
                  <a:lnTo>
                    <a:pt x="7628213" y="1120"/>
                  </a:lnTo>
                  <a:lnTo>
                    <a:pt x="7574051" y="2185"/>
                  </a:lnTo>
                  <a:lnTo>
                    <a:pt x="7504320" y="3731"/>
                  </a:lnTo>
                  <a:lnTo>
                    <a:pt x="7422411" y="5795"/>
                  </a:lnTo>
                  <a:lnTo>
                    <a:pt x="7332787" y="8385"/>
                  </a:lnTo>
                  <a:lnTo>
                    <a:pt x="7240019" y="11493"/>
                  </a:lnTo>
                  <a:lnTo>
                    <a:pt x="7148035" y="15106"/>
                  </a:lnTo>
                  <a:lnTo>
                    <a:pt x="7059720" y="19221"/>
                  </a:lnTo>
                  <a:lnTo>
                    <a:pt x="6976848" y="23852"/>
                  </a:lnTo>
                  <a:lnTo>
                    <a:pt x="6900225" y="29034"/>
                  </a:lnTo>
                  <a:lnTo>
                    <a:pt x="6829917" y="34828"/>
                  </a:lnTo>
                  <a:lnTo>
                    <a:pt x="6765487" y="41317"/>
                  </a:lnTo>
                  <a:lnTo>
                    <a:pt x="6706186" y="48602"/>
                  </a:lnTo>
                  <a:lnTo>
                    <a:pt x="6651105" y="56800"/>
                  </a:lnTo>
                  <a:lnTo>
                    <a:pt x="6599279" y="66030"/>
                  </a:lnTo>
                  <a:lnTo>
                    <a:pt x="6549780" y="76391"/>
                  </a:lnTo>
                  <a:lnTo>
                    <a:pt x="6515891" y="84390"/>
                  </a:lnTo>
                  <a:lnTo>
                    <a:pt x="6464636" y="97852"/>
                  </a:lnTo>
                  <a:lnTo>
                    <a:pt x="6413874" y="112737"/>
                  </a:lnTo>
                  <a:lnTo>
                    <a:pt x="6363054" y="129064"/>
                  </a:lnTo>
                  <a:lnTo>
                    <a:pt x="6311805" y="146799"/>
                  </a:lnTo>
                  <a:lnTo>
                    <a:pt x="6259920" y="165849"/>
                  </a:lnTo>
                  <a:lnTo>
                    <a:pt x="6207329" y="186057"/>
                  </a:lnTo>
                  <a:lnTo>
                    <a:pt x="6154084" y="207207"/>
                  </a:lnTo>
                  <a:lnTo>
                    <a:pt x="6100336" y="229029"/>
                  </a:lnTo>
                  <a:lnTo>
                    <a:pt x="6046305" y="251212"/>
                  </a:lnTo>
                  <a:lnTo>
                    <a:pt x="5992251" y="273425"/>
                  </a:lnTo>
                  <a:lnTo>
                    <a:pt x="5938436" y="295334"/>
                  </a:lnTo>
                  <a:lnTo>
                    <a:pt x="5885089" y="316623"/>
                  </a:lnTo>
                  <a:lnTo>
                    <a:pt x="5832376" y="337014"/>
                  </a:lnTo>
                  <a:lnTo>
                    <a:pt x="5780368" y="356281"/>
                  </a:lnTo>
                  <a:lnTo>
                    <a:pt x="5729018" y="374256"/>
                  </a:lnTo>
                  <a:lnTo>
                    <a:pt x="5678144" y="390835"/>
                  </a:lnTo>
                  <a:lnTo>
                    <a:pt x="5627407" y="405974"/>
                  </a:lnTo>
                  <a:lnTo>
                    <a:pt x="5576288" y="419683"/>
                  </a:lnTo>
                  <a:lnTo>
                    <a:pt x="5567201" y="421951"/>
                  </a:lnTo>
                  <a:lnTo>
                    <a:pt x="5518844" y="433141"/>
                  </a:lnTo>
                  <a:lnTo>
                    <a:pt x="5468747" y="443159"/>
                  </a:lnTo>
                  <a:lnTo>
                    <a:pt x="5416058" y="452071"/>
                  </a:lnTo>
                  <a:lnTo>
                    <a:pt x="5359827" y="459986"/>
                  </a:lnTo>
                  <a:lnTo>
                    <a:pt x="5299097" y="467024"/>
                  </a:lnTo>
                  <a:lnTo>
                    <a:pt x="5232993" y="473296"/>
                  </a:lnTo>
                  <a:lnTo>
                    <a:pt x="5160841" y="478902"/>
                  </a:lnTo>
                  <a:lnTo>
                    <a:pt x="5082332" y="483916"/>
                  </a:lnTo>
                  <a:lnTo>
                    <a:pt x="4997725" y="488391"/>
                  </a:lnTo>
                  <a:lnTo>
                    <a:pt x="4908090" y="492357"/>
                  </a:lnTo>
                  <a:lnTo>
                    <a:pt x="4815522" y="495821"/>
                  </a:lnTo>
                  <a:lnTo>
                    <a:pt x="4723236" y="498777"/>
                  </a:lnTo>
                  <a:lnTo>
                    <a:pt x="4635408" y="501212"/>
                  </a:lnTo>
                  <a:lnTo>
                    <a:pt x="4556670" y="503120"/>
                  </a:lnTo>
                  <a:lnTo>
                    <a:pt x="4491269" y="504519"/>
                  </a:lnTo>
                  <a:lnTo>
                    <a:pt x="4442100" y="505453"/>
                  </a:lnTo>
                  <a:lnTo>
                    <a:pt x="4409918" y="505999"/>
                  </a:lnTo>
                  <a:lnTo>
                    <a:pt x="4393005" y="506257"/>
                  </a:lnTo>
                  <a:lnTo>
                    <a:pt x="4387316" y="506335"/>
                  </a:lnTo>
                  <a:lnTo>
                    <a:pt x="4386855" y="506341"/>
                  </a:lnTo>
                  <a:lnTo>
                    <a:pt x="3848118" y="506341"/>
                  </a:lnTo>
                  <a:lnTo>
                    <a:pt x="3847238" y="506443"/>
                  </a:lnTo>
                  <a:lnTo>
                    <a:pt x="3841439" y="507173"/>
                  </a:lnTo>
                  <a:lnTo>
                    <a:pt x="3826796" y="509188"/>
                  </a:lnTo>
                  <a:lnTo>
                    <a:pt x="3800557" y="513157"/>
                  </a:lnTo>
                  <a:lnTo>
                    <a:pt x="3761337" y="519699"/>
                  </a:lnTo>
                  <a:lnTo>
                    <a:pt x="3709224" y="529326"/>
                  </a:lnTo>
                  <a:lnTo>
                    <a:pt x="3645677" y="542391"/>
                  </a:lnTo>
                  <a:lnTo>
                    <a:pt x="3573195" y="559080"/>
                  </a:lnTo>
                  <a:lnTo>
                    <a:pt x="3494828" y="579434"/>
                  </a:lnTo>
                  <a:lnTo>
                    <a:pt x="3413682" y="603399"/>
                  </a:lnTo>
                  <a:lnTo>
                    <a:pt x="3332512" y="630897"/>
                  </a:lnTo>
                  <a:lnTo>
                    <a:pt x="3253485" y="661880"/>
                  </a:lnTo>
                  <a:lnTo>
                    <a:pt x="3178103" y="696385"/>
                  </a:lnTo>
                  <a:lnTo>
                    <a:pt x="3107242" y="734553"/>
                  </a:lnTo>
                  <a:lnTo>
                    <a:pt x="3041254" y="776654"/>
                  </a:lnTo>
                  <a:lnTo>
                    <a:pt x="2980096" y="823081"/>
                  </a:lnTo>
                  <a:lnTo>
                    <a:pt x="2923446" y="874353"/>
                  </a:lnTo>
                  <a:lnTo>
                    <a:pt x="2870804" y="931090"/>
                  </a:lnTo>
                  <a:lnTo>
                    <a:pt x="2821567" y="993995"/>
                  </a:lnTo>
                  <a:lnTo>
                    <a:pt x="2775087" y="1063799"/>
                  </a:lnTo>
                  <a:lnTo>
                    <a:pt x="2730720" y="1141182"/>
                  </a:lnTo>
                  <a:lnTo>
                    <a:pt x="2687870" y="1226640"/>
                  </a:lnTo>
                  <a:lnTo>
                    <a:pt x="2667772" y="1270391"/>
                  </a:lnTo>
                  <a:lnTo>
                    <a:pt x="2638919" y="1337198"/>
                  </a:lnTo>
                  <a:lnTo>
                    <a:pt x="2610315" y="1408002"/>
                  </a:lnTo>
                  <a:lnTo>
                    <a:pt x="2581838" y="1482882"/>
                  </a:lnTo>
                  <a:lnTo>
                    <a:pt x="2553387" y="1561877"/>
                  </a:lnTo>
                  <a:lnTo>
                    <a:pt x="2524881" y="1644981"/>
                  </a:lnTo>
                  <a:lnTo>
                    <a:pt x="2496256" y="1732137"/>
                  </a:lnTo>
                  <a:lnTo>
                    <a:pt x="2467464" y="1823238"/>
                  </a:lnTo>
                  <a:lnTo>
                    <a:pt x="2438473" y="1918120"/>
                  </a:lnTo>
                  <a:lnTo>
                    <a:pt x="2409262" y="2016562"/>
                  </a:lnTo>
                  <a:lnTo>
                    <a:pt x="2379828" y="2118288"/>
                  </a:lnTo>
                  <a:lnTo>
                    <a:pt x="2350176" y="2222966"/>
                  </a:lnTo>
                  <a:lnTo>
                    <a:pt x="2320322" y="2330215"/>
                  </a:lnTo>
                  <a:lnTo>
                    <a:pt x="2290293" y="2439605"/>
                  </a:lnTo>
                  <a:lnTo>
                    <a:pt x="2260123" y="2550666"/>
                  </a:lnTo>
                  <a:lnTo>
                    <a:pt x="2229852" y="2662897"/>
                  </a:lnTo>
                  <a:lnTo>
                    <a:pt x="2199525" y="2775773"/>
                  </a:lnTo>
                  <a:lnTo>
                    <a:pt x="2169188" y="2888759"/>
                  </a:lnTo>
                  <a:lnTo>
                    <a:pt x="2138890" y="3001313"/>
                  </a:lnTo>
                  <a:lnTo>
                    <a:pt x="2108674" y="3112906"/>
                  </a:lnTo>
                  <a:lnTo>
                    <a:pt x="2078584" y="3223026"/>
                  </a:lnTo>
                  <a:lnTo>
                    <a:pt x="2048656" y="3331189"/>
                  </a:lnTo>
                  <a:lnTo>
                    <a:pt x="2018920" y="3436950"/>
                  </a:lnTo>
                  <a:lnTo>
                    <a:pt x="1989397" y="3539906"/>
                  </a:lnTo>
                  <a:lnTo>
                    <a:pt x="1960097" y="3639704"/>
                  </a:lnTo>
                  <a:lnTo>
                    <a:pt x="1931019" y="3736046"/>
                  </a:lnTo>
                  <a:lnTo>
                    <a:pt x="1902150" y="3828690"/>
                  </a:lnTo>
                  <a:lnTo>
                    <a:pt x="1873462" y="3917448"/>
                  </a:lnTo>
                  <a:lnTo>
                    <a:pt x="1844915" y="4002190"/>
                  </a:lnTo>
                  <a:lnTo>
                    <a:pt x="1816451" y="4082840"/>
                  </a:lnTo>
                  <a:lnTo>
                    <a:pt x="1787995" y="4159372"/>
                  </a:lnTo>
                  <a:lnTo>
                    <a:pt x="1759455" y="4231807"/>
                  </a:lnTo>
                  <a:lnTo>
                    <a:pt x="1730719" y="4300209"/>
                  </a:lnTo>
                  <a:lnTo>
                    <a:pt x="1719082" y="4326589"/>
                  </a:lnTo>
                  <a:lnTo>
                    <a:pt x="1676772" y="4415976"/>
                  </a:lnTo>
                  <a:lnTo>
                    <a:pt x="1633200" y="4497175"/>
                  </a:lnTo>
                  <a:lnTo>
                    <a:pt x="1587808" y="4570525"/>
                  </a:lnTo>
                  <a:lnTo>
                    <a:pt x="1539971" y="4636637"/>
                  </a:lnTo>
                  <a:lnTo>
                    <a:pt x="1489035" y="4696231"/>
                  </a:lnTo>
                  <a:lnTo>
                    <a:pt x="1434372" y="4750032"/>
                  </a:lnTo>
                  <a:lnTo>
                    <a:pt x="1375422" y="4798703"/>
                  </a:lnTo>
                  <a:lnTo>
                    <a:pt x="1311768" y="4842815"/>
                  </a:lnTo>
                  <a:lnTo>
                    <a:pt x="1243219" y="4882822"/>
                  </a:lnTo>
                  <a:lnTo>
                    <a:pt x="1169924" y="4919052"/>
                  </a:lnTo>
                  <a:lnTo>
                    <a:pt x="1092492" y="4951708"/>
                  </a:lnTo>
                  <a:lnTo>
                    <a:pt x="1012116" y="4980874"/>
                  </a:lnTo>
                  <a:lnTo>
                    <a:pt x="930648" y="5006537"/>
                  </a:lnTo>
                  <a:lnTo>
                    <a:pt x="850579" y="5028626"/>
                  </a:lnTo>
                  <a:lnTo>
                    <a:pt x="774889" y="5047069"/>
                  </a:lnTo>
                  <a:lnTo>
                    <a:pt x="706713" y="5061854"/>
                  </a:lnTo>
                  <a:lnTo>
                    <a:pt x="648879" y="5073090"/>
                  </a:lnTo>
                  <a:lnTo>
                    <a:pt x="603396" y="5081052"/>
                  </a:lnTo>
                  <a:lnTo>
                    <a:pt x="571035" y="5086179"/>
                  </a:lnTo>
                  <a:lnTo>
                    <a:pt x="551113" y="5089046"/>
                  </a:lnTo>
                  <a:lnTo>
                    <a:pt x="541508" y="5090306"/>
                  </a:lnTo>
                  <a:lnTo>
                    <a:pt x="538835" y="5090628"/>
                  </a:lnTo>
                  <a:lnTo>
                    <a:pt x="538736" y="5090639"/>
                  </a:lnTo>
                  <a:lnTo>
                    <a:pt x="0" y="5090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2" name="pg2162"/>
            <p:cNvSpPr/>
            <p:nvPr/>
          </p:nvSpPr>
          <p:spPr>
            <a:xfrm>
              <a:off x="546595" y="1681472"/>
              <a:ext cx="8234974" cy="4464518"/>
            </a:xfrm>
            <a:custGeom>
              <a:avLst/>
              <a:pathLst>
                <a:path w="8234974" h="4464518">
                  <a:moveTo>
                    <a:pt x="0" y="4464518"/>
                  </a:moveTo>
                  <a:lnTo>
                    <a:pt x="538736" y="4464518"/>
                  </a:lnTo>
                  <a:lnTo>
                    <a:pt x="539627" y="4464417"/>
                  </a:lnTo>
                  <a:lnTo>
                    <a:pt x="545490" y="4463699"/>
                  </a:lnTo>
                  <a:lnTo>
                    <a:pt x="560291" y="4461716"/>
                  </a:lnTo>
                  <a:lnTo>
                    <a:pt x="586800" y="4457811"/>
                  </a:lnTo>
                  <a:lnTo>
                    <a:pt x="626399" y="4451374"/>
                  </a:lnTo>
                  <a:lnTo>
                    <a:pt x="678973" y="4441907"/>
                  </a:lnTo>
                  <a:lnTo>
                    <a:pt x="743021" y="4429063"/>
                  </a:lnTo>
                  <a:lnTo>
                    <a:pt x="815995" y="4412664"/>
                  </a:lnTo>
                  <a:lnTo>
                    <a:pt x="894801" y="4392674"/>
                  </a:lnTo>
                  <a:lnTo>
                    <a:pt x="976304" y="4369147"/>
                  </a:lnTo>
                  <a:lnTo>
                    <a:pt x="1057736" y="4342160"/>
                  </a:lnTo>
                  <a:lnTo>
                    <a:pt x="1136931" y="4311757"/>
                  </a:lnTo>
                  <a:lnTo>
                    <a:pt x="1212400" y="4277899"/>
                  </a:lnTo>
                  <a:lnTo>
                    <a:pt x="1283284" y="4240439"/>
                  </a:lnTo>
                  <a:lnTo>
                    <a:pt x="1349251" y="4199107"/>
                  </a:lnTo>
                  <a:lnTo>
                    <a:pt x="1410364" y="4153508"/>
                  </a:lnTo>
                  <a:lnTo>
                    <a:pt x="1466960" y="4103127"/>
                  </a:lnTo>
                  <a:lnTo>
                    <a:pt x="1519554" y="4047344"/>
                  </a:lnTo>
                  <a:lnTo>
                    <a:pt x="1568763" y="3985468"/>
                  </a:lnTo>
                  <a:lnTo>
                    <a:pt x="1615240" y="3916778"/>
                  </a:lnTo>
                  <a:lnTo>
                    <a:pt x="1659637" y="3840613"/>
                  </a:lnTo>
                  <a:lnTo>
                    <a:pt x="1702551" y="3756508"/>
                  </a:lnTo>
                  <a:lnTo>
                    <a:pt x="1719082" y="3721339"/>
                  </a:lnTo>
                  <a:lnTo>
                    <a:pt x="1748299" y="3655507"/>
                  </a:lnTo>
                  <a:lnTo>
                    <a:pt x="1777262" y="3585689"/>
                  </a:lnTo>
                  <a:lnTo>
                    <a:pt x="1806099" y="3511803"/>
                  </a:lnTo>
                  <a:lnTo>
                    <a:pt x="1834911" y="3433811"/>
                  </a:lnTo>
                  <a:lnTo>
                    <a:pt x="1863784" y="3351723"/>
                  </a:lnTo>
                  <a:lnTo>
                    <a:pt x="1892782" y="3265597"/>
                  </a:lnTo>
                  <a:lnTo>
                    <a:pt x="1921955" y="3175547"/>
                  </a:lnTo>
                  <a:lnTo>
                    <a:pt x="1951335" y="3081744"/>
                  </a:lnTo>
                  <a:lnTo>
                    <a:pt x="1980940" y="2984415"/>
                  </a:lnTo>
                  <a:lnTo>
                    <a:pt x="2010774" y="2883845"/>
                  </a:lnTo>
                  <a:lnTo>
                    <a:pt x="2040831" y="2780375"/>
                  </a:lnTo>
                  <a:lnTo>
                    <a:pt x="2071091" y="2674398"/>
                  </a:lnTo>
                  <a:lnTo>
                    <a:pt x="2101526" y="2566356"/>
                  </a:lnTo>
                  <a:lnTo>
                    <a:pt x="2132099" y="2456726"/>
                  </a:lnTo>
                  <a:lnTo>
                    <a:pt x="2162767" y="2346021"/>
                  </a:lnTo>
                  <a:lnTo>
                    <a:pt x="2193485" y="2234773"/>
                  </a:lnTo>
                  <a:lnTo>
                    <a:pt x="2224202" y="2123526"/>
                  </a:lnTo>
                  <a:lnTo>
                    <a:pt x="2254870" y="2012824"/>
                  </a:lnTo>
                  <a:lnTo>
                    <a:pt x="2285443" y="1903200"/>
                  </a:lnTo>
                  <a:lnTo>
                    <a:pt x="2315877" y="1795164"/>
                  </a:lnTo>
                  <a:lnTo>
                    <a:pt x="2346136" y="1689196"/>
                  </a:lnTo>
                  <a:lnTo>
                    <a:pt x="2376192" y="1585736"/>
                  </a:lnTo>
                  <a:lnTo>
                    <a:pt x="2406026" y="1485178"/>
                  </a:lnTo>
                  <a:lnTo>
                    <a:pt x="2435630" y="1387861"/>
                  </a:lnTo>
                  <a:lnTo>
                    <a:pt x="2465009" y="1294071"/>
                  </a:lnTo>
                  <a:lnTo>
                    <a:pt x="2494181" y="1204036"/>
                  </a:lnTo>
                  <a:lnTo>
                    <a:pt x="2523178" y="1117925"/>
                  </a:lnTo>
                  <a:lnTo>
                    <a:pt x="2552051" y="1035852"/>
                  </a:lnTo>
                  <a:lnTo>
                    <a:pt x="2580863" y="957876"/>
                  </a:lnTo>
                  <a:lnTo>
                    <a:pt x="2609700" y="884005"/>
                  </a:lnTo>
                  <a:lnTo>
                    <a:pt x="2638664" y="814202"/>
                  </a:lnTo>
                  <a:lnTo>
                    <a:pt x="2667772" y="748623"/>
                  </a:lnTo>
                  <a:lnTo>
                    <a:pt x="2710247" y="661360"/>
                  </a:lnTo>
                  <a:lnTo>
                    <a:pt x="2753996" y="582121"/>
                  </a:lnTo>
                  <a:lnTo>
                    <a:pt x="2799582" y="510572"/>
                  </a:lnTo>
                  <a:lnTo>
                    <a:pt x="2847641" y="446109"/>
                  </a:lnTo>
                  <a:lnTo>
                    <a:pt x="2898831" y="388023"/>
                  </a:lnTo>
                  <a:lnTo>
                    <a:pt x="2953790" y="335603"/>
                  </a:lnTo>
                  <a:lnTo>
                    <a:pt x="3013080" y="288197"/>
                  </a:lnTo>
                  <a:lnTo>
                    <a:pt x="3077119" y="245246"/>
                  </a:lnTo>
                  <a:lnTo>
                    <a:pt x="3146091" y="206307"/>
                  </a:lnTo>
                  <a:lnTo>
                    <a:pt x="3219833" y="171061"/>
                  </a:lnTo>
                  <a:lnTo>
                    <a:pt x="3297707" y="139313"/>
                  </a:lnTo>
                  <a:lnTo>
                    <a:pt x="3378484" y="110986"/>
                  </a:lnTo>
                  <a:lnTo>
                    <a:pt x="3460259" y="86094"/>
                  </a:lnTo>
                  <a:lnTo>
                    <a:pt x="3540482" y="64708"/>
                  </a:lnTo>
                  <a:lnTo>
                    <a:pt x="3616124" y="46899"/>
                  </a:lnTo>
                  <a:lnTo>
                    <a:pt x="3684017" y="32674"/>
                  </a:lnTo>
                  <a:lnTo>
                    <a:pt x="3741336" y="21915"/>
                  </a:lnTo>
                  <a:lnTo>
                    <a:pt x="3786117" y="14342"/>
                  </a:lnTo>
                  <a:lnTo>
                    <a:pt x="3817675" y="9512"/>
                  </a:lnTo>
                  <a:lnTo>
                    <a:pt x="3836809" y="6852"/>
                  </a:lnTo>
                  <a:lnTo>
                    <a:pt x="3845765" y="571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27" y="5486"/>
                  </a:lnTo>
                  <a:lnTo>
                    <a:pt x="4396431" y="5784"/>
                  </a:lnTo>
                  <a:lnTo>
                    <a:pt x="4417150" y="6610"/>
                  </a:lnTo>
                  <a:lnTo>
                    <a:pt x="4453643" y="8230"/>
                  </a:lnTo>
                  <a:lnTo>
                    <a:pt x="4506930" y="10879"/>
                  </a:lnTo>
                  <a:lnTo>
                    <a:pt x="4575662" y="14729"/>
                  </a:lnTo>
                  <a:lnTo>
                    <a:pt x="4656571" y="19872"/>
                  </a:lnTo>
                  <a:lnTo>
                    <a:pt x="4745311" y="26332"/>
                  </a:lnTo>
                  <a:lnTo>
                    <a:pt x="4837384" y="34091"/>
                  </a:lnTo>
                  <a:lnTo>
                    <a:pt x="4928894" y="43116"/>
                  </a:lnTo>
                  <a:lnTo>
                    <a:pt x="5016940" y="53397"/>
                  </a:lnTo>
                  <a:lnTo>
                    <a:pt x="5099712" y="64963"/>
                  </a:lnTo>
                  <a:lnTo>
                    <a:pt x="5176353" y="77902"/>
                  </a:lnTo>
                  <a:lnTo>
                    <a:pt x="5246746" y="92356"/>
                  </a:lnTo>
                  <a:lnTo>
                    <a:pt x="5311284" y="108525"/>
                  </a:lnTo>
                  <a:lnTo>
                    <a:pt x="5370678" y="126661"/>
                  </a:lnTo>
                  <a:lnTo>
                    <a:pt x="5425806" y="147050"/>
                  </a:lnTo>
                  <a:lnTo>
                    <a:pt x="5477614" y="169988"/>
                  </a:lnTo>
                  <a:lnTo>
                    <a:pt x="5527019" y="195733"/>
                  </a:lnTo>
                  <a:lnTo>
                    <a:pt x="5567201" y="219596"/>
                  </a:lnTo>
                  <a:lnTo>
                    <a:pt x="5612731" y="249738"/>
                  </a:lnTo>
                  <a:lnTo>
                    <a:pt x="5657816" y="282717"/>
                  </a:lnTo>
                  <a:lnTo>
                    <a:pt x="5702866" y="318582"/>
                  </a:lnTo>
                  <a:lnTo>
                    <a:pt x="5748172" y="357299"/>
                  </a:lnTo>
                  <a:lnTo>
                    <a:pt x="5793922" y="398745"/>
                  </a:lnTo>
                  <a:lnTo>
                    <a:pt x="5840212" y="442700"/>
                  </a:lnTo>
                  <a:lnTo>
                    <a:pt x="5887056" y="488845"/>
                  </a:lnTo>
                  <a:lnTo>
                    <a:pt x="5934397" y="536768"/>
                  </a:lnTo>
                  <a:lnTo>
                    <a:pt x="5982120" y="585976"/>
                  </a:lnTo>
                  <a:lnTo>
                    <a:pt x="6030069" y="635915"/>
                  </a:lnTo>
                  <a:lnTo>
                    <a:pt x="6078062" y="685998"/>
                  </a:lnTo>
                  <a:lnTo>
                    <a:pt x="6125914" y="735628"/>
                  </a:lnTo>
                  <a:lnTo>
                    <a:pt x="6173455" y="784230"/>
                  </a:lnTo>
                  <a:lnTo>
                    <a:pt x="6220547" y="831282"/>
                  </a:lnTo>
                  <a:lnTo>
                    <a:pt x="6267105" y="876330"/>
                  </a:lnTo>
                  <a:lnTo>
                    <a:pt x="6313107" y="919010"/>
                  </a:lnTo>
                  <a:lnTo>
                    <a:pt x="6358608" y="959053"/>
                  </a:lnTo>
                  <a:lnTo>
                    <a:pt x="6403751" y="996291"/>
                  </a:lnTo>
                  <a:lnTo>
                    <a:pt x="6448775" y="1030649"/>
                  </a:lnTo>
                  <a:lnTo>
                    <a:pt x="6494033" y="1062137"/>
                  </a:lnTo>
                  <a:lnTo>
                    <a:pt x="6515891" y="1076202"/>
                  </a:lnTo>
                  <a:lnTo>
                    <a:pt x="6563915" y="1104415"/>
                  </a:lnTo>
                  <a:lnTo>
                    <a:pt x="6613649" y="1129694"/>
                  </a:lnTo>
                  <a:lnTo>
                    <a:pt x="6665928" y="1152202"/>
                  </a:lnTo>
                  <a:lnTo>
                    <a:pt x="6721681" y="1172207"/>
                  </a:lnTo>
                  <a:lnTo>
                    <a:pt x="6781848" y="1190007"/>
                  </a:lnTo>
                  <a:lnTo>
                    <a:pt x="6847289" y="1205884"/>
                  </a:lnTo>
                  <a:lnTo>
                    <a:pt x="6918674" y="1220081"/>
                  </a:lnTo>
                  <a:lnTo>
                    <a:pt x="6996328" y="1232790"/>
                  </a:lnTo>
                  <a:lnTo>
                    <a:pt x="7080030" y="1244145"/>
                  </a:lnTo>
                  <a:lnTo>
                    <a:pt x="7168786" y="1254222"/>
                  </a:lnTo>
                  <a:lnTo>
                    <a:pt x="7260611" y="1263045"/>
                  </a:lnTo>
                  <a:lnTo>
                    <a:pt x="7352433" y="1270596"/>
                  </a:lnTo>
                  <a:lnTo>
                    <a:pt x="7440220" y="1276845"/>
                  </a:lnTo>
                  <a:lnTo>
                    <a:pt x="7519443" y="1281776"/>
                  </a:lnTo>
                  <a:lnTo>
                    <a:pt x="7585863" y="1285424"/>
                  </a:lnTo>
                  <a:lnTo>
                    <a:pt x="7636474" y="1287893"/>
                  </a:lnTo>
                  <a:lnTo>
                    <a:pt x="7670290" y="1289368"/>
                  </a:lnTo>
                  <a:lnTo>
                    <a:pt x="7688721" y="1290090"/>
                  </a:lnTo>
                  <a:lnTo>
                    <a:pt x="7695479" y="1290330"/>
                  </a:lnTo>
                  <a:lnTo>
                    <a:pt x="7696237" y="1290354"/>
                  </a:lnTo>
                  <a:lnTo>
                    <a:pt x="8234974" y="1290354"/>
                  </a:lnTo>
                  <a:lnTo>
                    <a:pt x="8234974" y="1284910"/>
                  </a:ln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8" y="100"/>
                  </a:lnTo>
                  <a:lnTo>
                    <a:pt x="3841364" y="818"/>
                  </a:lnTo>
                  <a:lnTo>
                    <a:pt x="3826564" y="2801"/>
                  </a:lnTo>
                  <a:lnTo>
                    <a:pt x="3800054" y="6707"/>
                  </a:lnTo>
                  <a:lnTo>
                    <a:pt x="3760456" y="13143"/>
                  </a:lnTo>
                  <a:lnTo>
                    <a:pt x="3707881" y="22610"/>
                  </a:lnTo>
                  <a:lnTo>
                    <a:pt x="3643834" y="35454"/>
                  </a:lnTo>
                  <a:lnTo>
                    <a:pt x="3570859" y="51853"/>
                  </a:lnTo>
                  <a:lnTo>
                    <a:pt x="3492054" y="71843"/>
                  </a:lnTo>
                  <a:lnTo>
                    <a:pt x="3410551" y="95370"/>
                  </a:lnTo>
                  <a:lnTo>
                    <a:pt x="3329119" y="122357"/>
                  </a:lnTo>
                  <a:lnTo>
                    <a:pt x="3249924" y="152760"/>
                  </a:lnTo>
                  <a:lnTo>
                    <a:pt x="3174455" y="186618"/>
                  </a:lnTo>
                  <a:lnTo>
                    <a:pt x="3103570" y="224078"/>
                  </a:lnTo>
                  <a:lnTo>
                    <a:pt x="3037603" y="265410"/>
                  </a:lnTo>
                  <a:lnTo>
                    <a:pt x="2976491" y="311009"/>
                  </a:lnTo>
                  <a:lnTo>
                    <a:pt x="2919895" y="361391"/>
                  </a:lnTo>
                  <a:lnTo>
                    <a:pt x="2867300" y="417173"/>
                  </a:lnTo>
                  <a:lnTo>
                    <a:pt x="2818092" y="479049"/>
                  </a:lnTo>
                  <a:lnTo>
                    <a:pt x="2771614" y="547739"/>
                  </a:lnTo>
                  <a:lnTo>
                    <a:pt x="2727218" y="623905"/>
                  </a:lnTo>
                  <a:lnTo>
                    <a:pt x="2684304" y="708009"/>
                  </a:lnTo>
                  <a:lnTo>
                    <a:pt x="2667772" y="743178"/>
                  </a:lnTo>
                  <a:lnTo>
                    <a:pt x="2638555" y="809010"/>
                  </a:lnTo>
                  <a:lnTo>
                    <a:pt x="2609592" y="878828"/>
                  </a:lnTo>
                  <a:lnTo>
                    <a:pt x="2580756" y="952714"/>
                  </a:lnTo>
                  <a:lnTo>
                    <a:pt x="2551943" y="1030706"/>
                  </a:lnTo>
                  <a:lnTo>
                    <a:pt x="2523071" y="1112794"/>
                  </a:lnTo>
                  <a:lnTo>
                    <a:pt x="2494072" y="1198920"/>
                  </a:lnTo>
                  <a:lnTo>
                    <a:pt x="2464899" y="1288970"/>
                  </a:lnTo>
                  <a:lnTo>
                    <a:pt x="2435520" y="1382773"/>
                  </a:lnTo>
                  <a:lnTo>
                    <a:pt x="2405915" y="1480102"/>
                  </a:lnTo>
                  <a:lnTo>
                    <a:pt x="2376080" y="1580672"/>
                  </a:lnTo>
                  <a:lnTo>
                    <a:pt x="2346023" y="1684142"/>
                  </a:lnTo>
                  <a:lnTo>
                    <a:pt x="2315763" y="1790119"/>
                  </a:lnTo>
                  <a:lnTo>
                    <a:pt x="2285329" y="1898161"/>
                  </a:lnTo>
                  <a:lnTo>
                    <a:pt x="2254756" y="2007791"/>
                  </a:lnTo>
                  <a:lnTo>
                    <a:pt x="2224087" y="2118496"/>
                  </a:lnTo>
                  <a:lnTo>
                    <a:pt x="2193370" y="2229744"/>
                  </a:lnTo>
                  <a:lnTo>
                    <a:pt x="2162653" y="2340991"/>
                  </a:lnTo>
                  <a:lnTo>
                    <a:pt x="2131985" y="2451693"/>
                  </a:lnTo>
                  <a:lnTo>
                    <a:pt x="2101412" y="2561317"/>
                  </a:lnTo>
                  <a:lnTo>
                    <a:pt x="2070978" y="2669353"/>
                  </a:lnTo>
                  <a:lnTo>
                    <a:pt x="2040719" y="2775321"/>
                  </a:lnTo>
                  <a:lnTo>
                    <a:pt x="2010663" y="2878781"/>
                  </a:lnTo>
                  <a:lnTo>
                    <a:pt x="1980829" y="2979339"/>
                  </a:lnTo>
                  <a:lnTo>
                    <a:pt x="1951225" y="3076656"/>
                  </a:lnTo>
                  <a:lnTo>
                    <a:pt x="1921846" y="3170446"/>
                  </a:lnTo>
                  <a:lnTo>
                    <a:pt x="1892674" y="3260481"/>
                  </a:lnTo>
                  <a:lnTo>
                    <a:pt x="1863676" y="3346592"/>
                  </a:lnTo>
                  <a:lnTo>
                    <a:pt x="1834804" y="3428665"/>
                  </a:lnTo>
                  <a:lnTo>
                    <a:pt x="1805991" y="3506641"/>
                  </a:lnTo>
                  <a:lnTo>
                    <a:pt x="1777155" y="3580512"/>
                  </a:lnTo>
                  <a:lnTo>
                    <a:pt x="1748191" y="3650315"/>
                  </a:lnTo>
                  <a:lnTo>
                    <a:pt x="1719082" y="3715894"/>
                  </a:lnTo>
                  <a:lnTo>
                    <a:pt x="1676607" y="3803157"/>
                  </a:lnTo>
                  <a:lnTo>
                    <a:pt x="1632859" y="3882396"/>
                  </a:lnTo>
                  <a:lnTo>
                    <a:pt x="1587273" y="3953945"/>
                  </a:lnTo>
                  <a:lnTo>
                    <a:pt x="1539214" y="4018408"/>
                  </a:lnTo>
                  <a:lnTo>
                    <a:pt x="1488023" y="4076494"/>
                  </a:lnTo>
                  <a:lnTo>
                    <a:pt x="1433064" y="4128914"/>
                  </a:lnTo>
                  <a:lnTo>
                    <a:pt x="1373774" y="4176321"/>
                  </a:lnTo>
                  <a:lnTo>
                    <a:pt x="1309736" y="4219271"/>
                  </a:lnTo>
                  <a:lnTo>
                    <a:pt x="1240764" y="4258210"/>
                  </a:lnTo>
                  <a:lnTo>
                    <a:pt x="1167022" y="4293456"/>
                  </a:lnTo>
                  <a:lnTo>
                    <a:pt x="1089147" y="4325204"/>
                  </a:lnTo>
                  <a:lnTo>
                    <a:pt x="1008371" y="4353531"/>
                  </a:lnTo>
                  <a:lnTo>
                    <a:pt x="926596" y="4378423"/>
                  </a:lnTo>
                  <a:lnTo>
                    <a:pt x="846372" y="4399809"/>
                  </a:lnTo>
                  <a:lnTo>
                    <a:pt x="770730" y="4417618"/>
                  </a:lnTo>
                  <a:lnTo>
                    <a:pt x="702837" y="4431843"/>
                  </a:lnTo>
                  <a:lnTo>
                    <a:pt x="645519" y="4442602"/>
                  </a:lnTo>
                  <a:lnTo>
                    <a:pt x="600737" y="4450175"/>
                  </a:lnTo>
                  <a:lnTo>
                    <a:pt x="569179" y="4455005"/>
                  </a:lnTo>
                  <a:lnTo>
                    <a:pt x="550046" y="4457665"/>
                  </a:lnTo>
                  <a:lnTo>
                    <a:pt x="541089" y="4458800"/>
                  </a:lnTo>
                  <a:lnTo>
                    <a:pt x="538736" y="4459073"/>
                  </a:lnTo>
                  <a:lnTo>
                    <a:pt x="0" y="4459073"/>
                  </a:lnTo>
                  <a:close/>
                </a:path>
              </a:pathLst>
            </a:custGeom>
            <a:solidFill>
              <a:srgbClr val="69D6E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63" name="pl2163"/>
            <p:cNvSpPr/>
            <p:nvPr/>
          </p:nvSpPr>
          <p:spPr>
            <a:xfrm>
              <a:off x="546595" y="1686917"/>
              <a:ext cx="8234974" cy="4459073"/>
            </a:xfrm>
            <a:custGeom>
              <a:avLst/>
              <a:pathLst>
                <a:path w="8234974" h="4459073">
                  <a:moveTo>
                    <a:pt x="0" y="4459073"/>
                  </a:moveTo>
                  <a:lnTo>
                    <a:pt x="538736" y="4459073"/>
                  </a:lnTo>
                  <a:lnTo>
                    <a:pt x="539627" y="4458972"/>
                  </a:lnTo>
                  <a:lnTo>
                    <a:pt x="545490" y="4458255"/>
                  </a:lnTo>
                  <a:lnTo>
                    <a:pt x="560291" y="4456271"/>
                  </a:lnTo>
                  <a:lnTo>
                    <a:pt x="586800" y="4452366"/>
                  </a:lnTo>
                  <a:lnTo>
                    <a:pt x="626399" y="4445930"/>
                  </a:lnTo>
                  <a:lnTo>
                    <a:pt x="678973" y="4436462"/>
                  </a:lnTo>
                  <a:lnTo>
                    <a:pt x="743021" y="4423618"/>
                  </a:lnTo>
                  <a:lnTo>
                    <a:pt x="815995" y="4407219"/>
                  </a:lnTo>
                  <a:lnTo>
                    <a:pt x="894801" y="4387230"/>
                  </a:lnTo>
                  <a:lnTo>
                    <a:pt x="976304" y="4363703"/>
                  </a:lnTo>
                  <a:lnTo>
                    <a:pt x="1057736" y="4336716"/>
                  </a:lnTo>
                  <a:lnTo>
                    <a:pt x="1136931" y="4306312"/>
                  </a:lnTo>
                  <a:lnTo>
                    <a:pt x="1212400" y="4272454"/>
                  </a:lnTo>
                  <a:lnTo>
                    <a:pt x="1283284" y="4234994"/>
                  </a:lnTo>
                  <a:lnTo>
                    <a:pt x="1349251" y="4193663"/>
                  </a:lnTo>
                  <a:lnTo>
                    <a:pt x="1410364" y="4148063"/>
                  </a:lnTo>
                  <a:lnTo>
                    <a:pt x="1466960" y="4097682"/>
                  </a:lnTo>
                  <a:lnTo>
                    <a:pt x="1519554" y="4041900"/>
                  </a:lnTo>
                  <a:lnTo>
                    <a:pt x="1568763" y="3980023"/>
                  </a:lnTo>
                  <a:lnTo>
                    <a:pt x="1615240" y="3911333"/>
                  </a:lnTo>
                  <a:lnTo>
                    <a:pt x="1659637" y="3835168"/>
                  </a:lnTo>
                  <a:lnTo>
                    <a:pt x="1702551" y="3751064"/>
                  </a:lnTo>
                  <a:lnTo>
                    <a:pt x="1719082" y="3715894"/>
                  </a:lnTo>
                  <a:lnTo>
                    <a:pt x="1748299" y="3650063"/>
                  </a:lnTo>
                  <a:lnTo>
                    <a:pt x="1777262" y="3580244"/>
                  </a:lnTo>
                  <a:lnTo>
                    <a:pt x="1806099" y="3506358"/>
                  </a:lnTo>
                  <a:lnTo>
                    <a:pt x="1834911" y="3428366"/>
                  </a:lnTo>
                  <a:lnTo>
                    <a:pt x="1863784" y="3346278"/>
                  </a:lnTo>
                  <a:lnTo>
                    <a:pt x="1892782" y="3260152"/>
                  </a:lnTo>
                  <a:lnTo>
                    <a:pt x="1921955" y="3170103"/>
                  </a:lnTo>
                  <a:lnTo>
                    <a:pt x="1951335" y="3076300"/>
                  </a:lnTo>
                  <a:lnTo>
                    <a:pt x="1980940" y="2978970"/>
                  </a:lnTo>
                  <a:lnTo>
                    <a:pt x="2010774" y="2878400"/>
                  </a:lnTo>
                  <a:lnTo>
                    <a:pt x="2040831" y="2774930"/>
                  </a:lnTo>
                  <a:lnTo>
                    <a:pt x="2071091" y="2668954"/>
                  </a:lnTo>
                  <a:lnTo>
                    <a:pt x="2101526" y="2560911"/>
                  </a:lnTo>
                  <a:lnTo>
                    <a:pt x="2132099" y="2451282"/>
                  </a:lnTo>
                  <a:lnTo>
                    <a:pt x="2162767" y="2340577"/>
                  </a:lnTo>
                  <a:lnTo>
                    <a:pt x="2193485" y="2229329"/>
                  </a:lnTo>
                  <a:lnTo>
                    <a:pt x="2224202" y="2118082"/>
                  </a:lnTo>
                  <a:lnTo>
                    <a:pt x="2254870" y="2007380"/>
                  </a:lnTo>
                  <a:lnTo>
                    <a:pt x="2285443" y="1897755"/>
                  </a:lnTo>
                  <a:lnTo>
                    <a:pt x="2315877" y="1789719"/>
                  </a:lnTo>
                  <a:lnTo>
                    <a:pt x="2346136" y="1683752"/>
                  </a:lnTo>
                  <a:lnTo>
                    <a:pt x="2376192" y="1580292"/>
                  </a:lnTo>
                  <a:lnTo>
                    <a:pt x="2406026" y="1479733"/>
                  </a:lnTo>
                  <a:lnTo>
                    <a:pt x="2435630" y="1382417"/>
                  </a:lnTo>
                  <a:lnTo>
                    <a:pt x="2465009" y="1288627"/>
                  </a:lnTo>
                  <a:lnTo>
                    <a:pt x="2494181" y="1198592"/>
                  </a:lnTo>
                  <a:lnTo>
                    <a:pt x="2523178" y="1112481"/>
                  </a:lnTo>
                  <a:lnTo>
                    <a:pt x="2552051" y="1030408"/>
                  </a:lnTo>
                  <a:lnTo>
                    <a:pt x="2580863" y="952431"/>
                  </a:lnTo>
                  <a:lnTo>
                    <a:pt x="2609700" y="878561"/>
                  </a:lnTo>
                  <a:lnTo>
                    <a:pt x="2638664" y="808757"/>
                  </a:lnTo>
                  <a:lnTo>
                    <a:pt x="2667772" y="743178"/>
                  </a:lnTo>
                  <a:lnTo>
                    <a:pt x="2710247" y="655915"/>
                  </a:lnTo>
                  <a:lnTo>
                    <a:pt x="2753996" y="576676"/>
                  </a:lnTo>
                  <a:lnTo>
                    <a:pt x="2799582" y="505127"/>
                  </a:lnTo>
                  <a:lnTo>
                    <a:pt x="2847641" y="440664"/>
                  </a:lnTo>
                  <a:lnTo>
                    <a:pt x="2898831" y="382578"/>
                  </a:lnTo>
                  <a:lnTo>
                    <a:pt x="2953790" y="330158"/>
                  </a:lnTo>
                  <a:lnTo>
                    <a:pt x="3013080" y="282752"/>
                  </a:lnTo>
                  <a:lnTo>
                    <a:pt x="3077119" y="239801"/>
                  </a:lnTo>
                  <a:lnTo>
                    <a:pt x="3146091" y="200863"/>
                  </a:lnTo>
                  <a:lnTo>
                    <a:pt x="3219833" y="165617"/>
                  </a:lnTo>
                  <a:lnTo>
                    <a:pt x="3297707" y="133869"/>
                  </a:lnTo>
                  <a:lnTo>
                    <a:pt x="3378484" y="105541"/>
                  </a:lnTo>
                  <a:lnTo>
                    <a:pt x="3460259" y="80649"/>
                  </a:lnTo>
                  <a:lnTo>
                    <a:pt x="3540482" y="59263"/>
                  </a:lnTo>
                  <a:lnTo>
                    <a:pt x="3616124" y="41455"/>
                  </a:lnTo>
                  <a:lnTo>
                    <a:pt x="3684017" y="27230"/>
                  </a:lnTo>
                  <a:lnTo>
                    <a:pt x="3741336" y="16470"/>
                  </a:lnTo>
                  <a:lnTo>
                    <a:pt x="3786117" y="8897"/>
                  </a:lnTo>
                  <a:lnTo>
                    <a:pt x="3817675" y="4068"/>
                  </a:lnTo>
                  <a:lnTo>
                    <a:pt x="3836809" y="1408"/>
                  </a:lnTo>
                  <a:lnTo>
                    <a:pt x="3845765" y="273"/>
                  </a:lnTo>
                  <a:lnTo>
                    <a:pt x="3848063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27" y="41"/>
                  </a:lnTo>
                  <a:lnTo>
                    <a:pt x="4396431" y="340"/>
                  </a:lnTo>
                  <a:lnTo>
                    <a:pt x="4417150" y="1166"/>
                  </a:lnTo>
                  <a:lnTo>
                    <a:pt x="4453643" y="2786"/>
                  </a:lnTo>
                  <a:lnTo>
                    <a:pt x="4506930" y="5435"/>
                  </a:lnTo>
                  <a:lnTo>
                    <a:pt x="4575662" y="9284"/>
                  </a:lnTo>
                  <a:lnTo>
                    <a:pt x="4656571" y="14427"/>
                  </a:lnTo>
                  <a:lnTo>
                    <a:pt x="4745311" y="20888"/>
                  </a:lnTo>
                  <a:lnTo>
                    <a:pt x="4837384" y="28646"/>
                  </a:lnTo>
                  <a:lnTo>
                    <a:pt x="4928894" y="37672"/>
                  </a:lnTo>
                  <a:lnTo>
                    <a:pt x="5016940" y="47952"/>
                  </a:lnTo>
                  <a:lnTo>
                    <a:pt x="5099712" y="59519"/>
                  </a:lnTo>
                  <a:lnTo>
                    <a:pt x="5176353" y="72457"/>
                  </a:lnTo>
                  <a:lnTo>
                    <a:pt x="5246746" y="86911"/>
                  </a:lnTo>
                  <a:lnTo>
                    <a:pt x="5311284" y="103080"/>
                  </a:lnTo>
                  <a:lnTo>
                    <a:pt x="5370678" y="121216"/>
                  </a:lnTo>
                  <a:lnTo>
                    <a:pt x="5425806" y="141605"/>
                  </a:lnTo>
                  <a:lnTo>
                    <a:pt x="5477614" y="164543"/>
                  </a:lnTo>
                  <a:lnTo>
                    <a:pt x="5527019" y="190288"/>
                  </a:lnTo>
                  <a:lnTo>
                    <a:pt x="5567201" y="214151"/>
                  </a:lnTo>
                  <a:lnTo>
                    <a:pt x="5612731" y="244294"/>
                  </a:lnTo>
                  <a:lnTo>
                    <a:pt x="5657816" y="277273"/>
                  </a:lnTo>
                  <a:lnTo>
                    <a:pt x="5702866" y="313137"/>
                  </a:lnTo>
                  <a:lnTo>
                    <a:pt x="5748172" y="351854"/>
                  </a:lnTo>
                  <a:lnTo>
                    <a:pt x="5793922" y="393301"/>
                  </a:lnTo>
                  <a:lnTo>
                    <a:pt x="5840212" y="437256"/>
                  </a:lnTo>
                  <a:lnTo>
                    <a:pt x="5887056" y="483401"/>
                  </a:lnTo>
                  <a:lnTo>
                    <a:pt x="5934397" y="531323"/>
                  </a:lnTo>
                  <a:lnTo>
                    <a:pt x="5982120" y="580531"/>
                  </a:lnTo>
                  <a:lnTo>
                    <a:pt x="6030069" y="630471"/>
                  </a:lnTo>
                  <a:lnTo>
                    <a:pt x="6078062" y="680553"/>
                  </a:lnTo>
                  <a:lnTo>
                    <a:pt x="6125914" y="730183"/>
                  </a:lnTo>
                  <a:lnTo>
                    <a:pt x="6173455" y="778786"/>
                  </a:lnTo>
                  <a:lnTo>
                    <a:pt x="6220547" y="825837"/>
                  </a:lnTo>
                  <a:lnTo>
                    <a:pt x="6267105" y="870885"/>
                  </a:lnTo>
                  <a:lnTo>
                    <a:pt x="6313107" y="913565"/>
                  </a:lnTo>
                  <a:lnTo>
                    <a:pt x="6358608" y="953609"/>
                  </a:lnTo>
                  <a:lnTo>
                    <a:pt x="6403751" y="990847"/>
                  </a:lnTo>
                  <a:lnTo>
                    <a:pt x="6448775" y="1025204"/>
                  </a:lnTo>
                  <a:lnTo>
                    <a:pt x="6494033" y="1056692"/>
                  </a:lnTo>
                  <a:lnTo>
                    <a:pt x="6515891" y="1070758"/>
                  </a:lnTo>
                  <a:lnTo>
                    <a:pt x="6563915" y="1098971"/>
                  </a:lnTo>
                  <a:lnTo>
                    <a:pt x="6613649" y="1124249"/>
                  </a:lnTo>
                  <a:lnTo>
                    <a:pt x="6665928" y="1146757"/>
                  </a:lnTo>
                  <a:lnTo>
                    <a:pt x="6721681" y="1166762"/>
                  </a:lnTo>
                  <a:lnTo>
                    <a:pt x="6781848" y="1184562"/>
                  </a:lnTo>
                  <a:lnTo>
                    <a:pt x="6847289" y="1200439"/>
                  </a:lnTo>
                  <a:lnTo>
                    <a:pt x="6918674" y="1214636"/>
                  </a:lnTo>
                  <a:lnTo>
                    <a:pt x="6996328" y="1227345"/>
                  </a:lnTo>
                  <a:lnTo>
                    <a:pt x="7080030" y="1238701"/>
                  </a:lnTo>
                  <a:lnTo>
                    <a:pt x="7168786" y="1248778"/>
                  </a:lnTo>
                  <a:lnTo>
                    <a:pt x="7260611" y="1257600"/>
                  </a:lnTo>
                  <a:lnTo>
                    <a:pt x="7352433" y="1265152"/>
                  </a:lnTo>
                  <a:lnTo>
                    <a:pt x="7440220" y="1271401"/>
                  </a:lnTo>
                  <a:lnTo>
                    <a:pt x="7519443" y="1276332"/>
                  </a:lnTo>
                  <a:lnTo>
                    <a:pt x="7585863" y="1279979"/>
                  </a:lnTo>
                  <a:lnTo>
                    <a:pt x="7636474" y="1282449"/>
                  </a:lnTo>
                  <a:lnTo>
                    <a:pt x="7670290" y="1283924"/>
                  </a:lnTo>
                  <a:lnTo>
                    <a:pt x="7688721" y="1284646"/>
                  </a:lnTo>
                  <a:lnTo>
                    <a:pt x="7695479" y="1284885"/>
                  </a:lnTo>
                  <a:lnTo>
                    <a:pt x="7696237" y="1284910"/>
                  </a:lnTo>
                  <a:lnTo>
                    <a:pt x="8234974" y="1284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4" name="pl2164"/>
            <p:cNvSpPr/>
            <p:nvPr/>
          </p:nvSpPr>
          <p:spPr>
            <a:xfrm>
              <a:off x="546595" y="1681472"/>
              <a:ext cx="8234974" cy="4459073"/>
            </a:xfrm>
            <a:custGeom>
              <a:avLst/>
              <a:pathLst>
                <a:path w="8234974" h="4459073">
                  <a:moveTo>
                    <a:pt x="8234974" y="1284910"/>
                  </a:moveTo>
                  <a:lnTo>
                    <a:pt x="7696237" y="1284910"/>
                  </a:lnTo>
                  <a:lnTo>
                    <a:pt x="7694965" y="1284868"/>
                  </a:lnTo>
                  <a:lnTo>
                    <a:pt x="7686661" y="1284569"/>
                  </a:lnTo>
                  <a:lnTo>
                    <a:pt x="7665943" y="1283743"/>
                  </a:lnTo>
                  <a:lnTo>
                    <a:pt x="7629450" y="1282123"/>
                  </a:lnTo>
                  <a:lnTo>
                    <a:pt x="7576163" y="1279474"/>
                  </a:lnTo>
                  <a:lnTo>
                    <a:pt x="7507431" y="1275625"/>
                  </a:lnTo>
                  <a:lnTo>
                    <a:pt x="7426521" y="1270482"/>
                  </a:lnTo>
                  <a:lnTo>
                    <a:pt x="7337782" y="1264021"/>
                  </a:lnTo>
                  <a:lnTo>
                    <a:pt x="7245708" y="1256263"/>
                  </a:lnTo>
                  <a:lnTo>
                    <a:pt x="7154199" y="1247238"/>
                  </a:lnTo>
                  <a:lnTo>
                    <a:pt x="7066152" y="1236957"/>
                  </a:lnTo>
                  <a:lnTo>
                    <a:pt x="6983381" y="1225390"/>
                  </a:lnTo>
                  <a:lnTo>
                    <a:pt x="6906740" y="1212452"/>
                  </a:lnTo>
                  <a:lnTo>
                    <a:pt x="6836347" y="1197998"/>
                  </a:lnTo>
                  <a:lnTo>
                    <a:pt x="6771808" y="1181829"/>
                  </a:lnTo>
                  <a:lnTo>
                    <a:pt x="6712415" y="1163693"/>
                  </a:lnTo>
                  <a:lnTo>
                    <a:pt x="6657286" y="1143304"/>
                  </a:lnTo>
                  <a:lnTo>
                    <a:pt x="6605479" y="1120366"/>
                  </a:lnTo>
                  <a:lnTo>
                    <a:pt x="6556073" y="1094621"/>
                  </a:lnTo>
                  <a:lnTo>
                    <a:pt x="6515891" y="1070758"/>
                  </a:lnTo>
                  <a:lnTo>
                    <a:pt x="6470361" y="1040615"/>
                  </a:lnTo>
                  <a:lnTo>
                    <a:pt x="6425277" y="1007636"/>
                  </a:lnTo>
                  <a:lnTo>
                    <a:pt x="6380227" y="971772"/>
                  </a:lnTo>
                  <a:lnTo>
                    <a:pt x="6334921" y="933055"/>
                  </a:lnTo>
                  <a:lnTo>
                    <a:pt x="6289171" y="891608"/>
                  </a:lnTo>
                  <a:lnTo>
                    <a:pt x="6242880" y="847653"/>
                  </a:lnTo>
                  <a:lnTo>
                    <a:pt x="6196036" y="801508"/>
                  </a:lnTo>
                  <a:lnTo>
                    <a:pt x="6148695" y="753586"/>
                  </a:lnTo>
                  <a:lnTo>
                    <a:pt x="6100972" y="704378"/>
                  </a:lnTo>
                  <a:lnTo>
                    <a:pt x="6053024" y="654438"/>
                  </a:lnTo>
                  <a:lnTo>
                    <a:pt x="6005031" y="604356"/>
                  </a:lnTo>
                  <a:lnTo>
                    <a:pt x="5957179" y="554726"/>
                  </a:lnTo>
                  <a:lnTo>
                    <a:pt x="5909638" y="506123"/>
                  </a:lnTo>
                  <a:lnTo>
                    <a:pt x="5862545" y="459072"/>
                  </a:lnTo>
                  <a:lnTo>
                    <a:pt x="5815987" y="414024"/>
                  </a:lnTo>
                  <a:lnTo>
                    <a:pt x="5769985" y="371344"/>
                  </a:lnTo>
                  <a:lnTo>
                    <a:pt x="5724484" y="331300"/>
                  </a:lnTo>
                  <a:lnTo>
                    <a:pt x="5679342" y="294063"/>
                  </a:lnTo>
                  <a:lnTo>
                    <a:pt x="5634317" y="259705"/>
                  </a:lnTo>
                  <a:lnTo>
                    <a:pt x="5589060" y="228217"/>
                  </a:lnTo>
                  <a:lnTo>
                    <a:pt x="5567201" y="214151"/>
                  </a:lnTo>
                  <a:lnTo>
                    <a:pt x="5519178" y="185938"/>
                  </a:lnTo>
                  <a:lnTo>
                    <a:pt x="5469444" y="160660"/>
                  </a:lnTo>
                  <a:lnTo>
                    <a:pt x="5417164" y="138152"/>
                  </a:lnTo>
                  <a:lnTo>
                    <a:pt x="5361411" y="118147"/>
                  </a:lnTo>
                  <a:lnTo>
                    <a:pt x="5301245" y="100347"/>
                  </a:lnTo>
                  <a:lnTo>
                    <a:pt x="5235804" y="84470"/>
                  </a:lnTo>
                  <a:lnTo>
                    <a:pt x="5164419" y="70273"/>
                  </a:lnTo>
                  <a:lnTo>
                    <a:pt x="5086765" y="57564"/>
                  </a:lnTo>
                  <a:lnTo>
                    <a:pt x="5003062" y="46208"/>
                  </a:lnTo>
                  <a:lnTo>
                    <a:pt x="4914307" y="36131"/>
                  </a:lnTo>
                  <a:lnTo>
                    <a:pt x="4822481" y="27309"/>
                  </a:lnTo>
                  <a:lnTo>
                    <a:pt x="4730659" y="19757"/>
                  </a:lnTo>
                  <a:lnTo>
                    <a:pt x="4642873" y="13508"/>
                  </a:lnTo>
                  <a:lnTo>
                    <a:pt x="4563650" y="8577"/>
                  </a:lnTo>
                  <a:lnTo>
                    <a:pt x="4497229" y="4930"/>
                  </a:lnTo>
                  <a:lnTo>
                    <a:pt x="4446618" y="2460"/>
                  </a:lnTo>
                  <a:lnTo>
                    <a:pt x="4412802" y="985"/>
                  </a:lnTo>
                  <a:lnTo>
                    <a:pt x="4394371" y="263"/>
                  </a:lnTo>
                  <a:lnTo>
                    <a:pt x="4387613" y="24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8" y="100"/>
                  </a:lnTo>
                  <a:lnTo>
                    <a:pt x="3841364" y="818"/>
                  </a:lnTo>
                  <a:lnTo>
                    <a:pt x="3826564" y="2801"/>
                  </a:lnTo>
                  <a:lnTo>
                    <a:pt x="3800054" y="6707"/>
                  </a:lnTo>
                  <a:lnTo>
                    <a:pt x="3760456" y="13143"/>
                  </a:lnTo>
                  <a:lnTo>
                    <a:pt x="3707881" y="22610"/>
                  </a:lnTo>
                  <a:lnTo>
                    <a:pt x="3643834" y="35454"/>
                  </a:lnTo>
                  <a:lnTo>
                    <a:pt x="3570859" y="51853"/>
                  </a:lnTo>
                  <a:lnTo>
                    <a:pt x="3492054" y="71843"/>
                  </a:lnTo>
                  <a:lnTo>
                    <a:pt x="3410551" y="95370"/>
                  </a:lnTo>
                  <a:lnTo>
                    <a:pt x="3329119" y="122357"/>
                  </a:lnTo>
                  <a:lnTo>
                    <a:pt x="3249924" y="152760"/>
                  </a:lnTo>
                  <a:lnTo>
                    <a:pt x="3174455" y="186618"/>
                  </a:lnTo>
                  <a:lnTo>
                    <a:pt x="3103570" y="224078"/>
                  </a:lnTo>
                  <a:lnTo>
                    <a:pt x="3037603" y="265410"/>
                  </a:lnTo>
                  <a:lnTo>
                    <a:pt x="2976491" y="311009"/>
                  </a:lnTo>
                  <a:lnTo>
                    <a:pt x="2919895" y="361391"/>
                  </a:lnTo>
                  <a:lnTo>
                    <a:pt x="2867300" y="417173"/>
                  </a:lnTo>
                  <a:lnTo>
                    <a:pt x="2818092" y="479049"/>
                  </a:lnTo>
                  <a:lnTo>
                    <a:pt x="2771614" y="547739"/>
                  </a:lnTo>
                  <a:lnTo>
                    <a:pt x="2727218" y="623905"/>
                  </a:lnTo>
                  <a:lnTo>
                    <a:pt x="2684304" y="708009"/>
                  </a:lnTo>
                  <a:lnTo>
                    <a:pt x="2667772" y="743178"/>
                  </a:lnTo>
                  <a:lnTo>
                    <a:pt x="2638555" y="809010"/>
                  </a:lnTo>
                  <a:lnTo>
                    <a:pt x="2609592" y="878828"/>
                  </a:lnTo>
                  <a:lnTo>
                    <a:pt x="2580756" y="952714"/>
                  </a:lnTo>
                  <a:lnTo>
                    <a:pt x="2551943" y="1030706"/>
                  </a:lnTo>
                  <a:lnTo>
                    <a:pt x="2523071" y="1112794"/>
                  </a:lnTo>
                  <a:lnTo>
                    <a:pt x="2494072" y="1198920"/>
                  </a:lnTo>
                  <a:lnTo>
                    <a:pt x="2464899" y="1288970"/>
                  </a:lnTo>
                  <a:lnTo>
                    <a:pt x="2435520" y="1382773"/>
                  </a:lnTo>
                  <a:lnTo>
                    <a:pt x="2405915" y="1480102"/>
                  </a:lnTo>
                  <a:lnTo>
                    <a:pt x="2376080" y="1580672"/>
                  </a:lnTo>
                  <a:lnTo>
                    <a:pt x="2346023" y="1684142"/>
                  </a:lnTo>
                  <a:lnTo>
                    <a:pt x="2315763" y="1790119"/>
                  </a:lnTo>
                  <a:lnTo>
                    <a:pt x="2285329" y="1898161"/>
                  </a:lnTo>
                  <a:lnTo>
                    <a:pt x="2254756" y="2007791"/>
                  </a:lnTo>
                  <a:lnTo>
                    <a:pt x="2224087" y="2118496"/>
                  </a:lnTo>
                  <a:lnTo>
                    <a:pt x="2193370" y="2229744"/>
                  </a:lnTo>
                  <a:lnTo>
                    <a:pt x="2162653" y="2340991"/>
                  </a:lnTo>
                  <a:lnTo>
                    <a:pt x="2131985" y="2451693"/>
                  </a:lnTo>
                  <a:lnTo>
                    <a:pt x="2101412" y="2561317"/>
                  </a:lnTo>
                  <a:lnTo>
                    <a:pt x="2070978" y="2669353"/>
                  </a:lnTo>
                  <a:lnTo>
                    <a:pt x="2040719" y="2775321"/>
                  </a:lnTo>
                  <a:lnTo>
                    <a:pt x="2010663" y="2878781"/>
                  </a:lnTo>
                  <a:lnTo>
                    <a:pt x="1980829" y="2979339"/>
                  </a:lnTo>
                  <a:lnTo>
                    <a:pt x="1951225" y="3076656"/>
                  </a:lnTo>
                  <a:lnTo>
                    <a:pt x="1921846" y="3170446"/>
                  </a:lnTo>
                  <a:lnTo>
                    <a:pt x="1892674" y="3260481"/>
                  </a:lnTo>
                  <a:lnTo>
                    <a:pt x="1863676" y="3346592"/>
                  </a:lnTo>
                  <a:lnTo>
                    <a:pt x="1834804" y="3428665"/>
                  </a:lnTo>
                  <a:lnTo>
                    <a:pt x="1805991" y="3506641"/>
                  </a:lnTo>
                  <a:lnTo>
                    <a:pt x="1777155" y="3580512"/>
                  </a:lnTo>
                  <a:lnTo>
                    <a:pt x="1748191" y="3650315"/>
                  </a:lnTo>
                  <a:lnTo>
                    <a:pt x="1719082" y="3715894"/>
                  </a:lnTo>
                  <a:lnTo>
                    <a:pt x="1676607" y="3803157"/>
                  </a:lnTo>
                  <a:lnTo>
                    <a:pt x="1632859" y="3882396"/>
                  </a:lnTo>
                  <a:lnTo>
                    <a:pt x="1587273" y="3953945"/>
                  </a:lnTo>
                  <a:lnTo>
                    <a:pt x="1539214" y="4018408"/>
                  </a:lnTo>
                  <a:lnTo>
                    <a:pt x="1488023" y="4076494"/>
                  </a:lnTo>
                  <a:lnTo>
                    <a:pt x="1433064" y="4128914"/>
                  </a:lnTo>
                  <a:lnTo>
                    <a:pt x="1373774" y="4176321"/>
                  </a:lnTo>
                  <a:lnTo>
                    <a:pt x="1309736" y="4219271"/>
                  </a:lnTo>
                  <a:lnTo>
                    <a:pt x="1240764" y="4258210"/>
                  </a:lnTo>
                  <a:lnTo>
                    <a:pt x="1167022" y="4293456"/>
                  </a:lnTo>
                  <a:lnTo>
                    <a:pt x="1089147" y="4325204"/>
                  </a:lnTo>
                  <a:lnTo>
                    <a:pt x="1008371" y="4353531"/>
                  </a:lnTo>
                  <a:lnTo>
                    <a:pt x="926596" y="4378423"/>
                  </a:lnTo>
                  <a:lnTo>
                    <a:pt x="846372" y="4399809"/>
                  </a:lnTo>
                  <a:lnTo>
                    <a:pt x="770730" y="4417618"/>
                  </a:lnTo>
                  <a:lnTo>
                    <a:pt x="702837" y="4431843"/>
                  </a:lnTo>
                  <a:lnTo>
                    <a:pt x="645519" y="4442602"/>
                  </a:lnTo>
                  <a:lnTo>
                    <a:pt x="600737" y="4450175"/>
                  </a:lnTo>
                  <a:lnTo>
                    <a:pt x="569179" y="4455005"/>
                  </a:lnTo>
                  <a:lnTo>
                    <a:pt x="550046" y="4457665"/>
                  </a:lnTo>
                  <a:lnTo>
                    <a:pt x="541089" y="4458800"/>
                  </a:lnTo>
                  <a:lnTo>
                    <a:pt x="538792" y="4459067"/>
                  </a:lnTo>
                  <a:lnTo>
                    <a:pt x="538736" y="4459073"/>
                  </a:lnTo>
                  <a:lnTo>
                    <a:pt x="0" y="44590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5" name="pg2165"/>
            <p:cNvSpPr/>
            <p:nvPr/>
          </p:nvSpPr>
          <p:spPr>
            <a:xfrm>
              <a:off x="546595" y="489119"/>
              <a:ext cx="8234974" cy="5645981"/>
            </a:xfrm>
            <a:custGeom>
              <a:avLst/>
              <a:pathLst>
                <a:path w="8234974" h="5645981">
                  <a:moveTo>
                    <a:pt x="0" y="5645981"/>
                  </a:moveTo>
                  <a:lnTo>
                    <a:pt x="538736" y="5645981"/>
                  </a:lnTo>
                  <a:lnTo>
                    <a:pt x="539534" y="5645868"/>
                  </a:lnTo>
                  <a:lnTo>
                    <a:pt x="544794" y="5645058"/>
                  </a:lnTo>
                  <a:lnTo>
                    <a:pt x="558115" y="5642820"/>
                  </a:lnTo>
                  <a:lnTo>
                    <a:pt x="582080" y="5638411"/>
                  </a:lnTo>
                  <a:lnTo>
                    <a:pt x="618092" y="5631130"/>
                  </a:lnTo>
                  <a:lnTo>
                    <a:pt x="666270" y="5620388"/>
                  </a:lnTo>
                  <a:lnTo>
                    <a:pt x="725503" y="5605756"/>
                  </a:lnTo>
                  <a:lnTo>
                    <a:pt x="793698" y="5586987"/>
                  </a:lnTo>
                  <a:lnTo>
                    <a:pt x="868175" y="5564003"/>
                  </a:lnTo>
                  <a:lnTo>
                    <a:pt x="946096" y="5536840"/>
                  </a:lnTo>
                  <a:lnTo>
                    <a:pt x="1024838" y="5505586"/>
                  </a:lnTo>
                  <a:lnTo>
                    <a:pt x="1102243" y="5470312"/>
                  </a:lnTo>
                  <a:lnTo>
                    <a:pt x="1176723" y="5431019"/>
                  </a:lnTo>
                  <a:lnTo>
                    <a:pt x="1247262" y="5387602"/>
                  </a:lnTo>
                  <a:lnTo>
                    <a:pt x="1313343" y="5339824"/>
                  </a:lnTo>
                  <a:lnTo>
                    <a:pt x="1374849" y="5287315"/>
                  </a:lnTo>
                  <a:lnTo>
                    <a:pt x="1431953" y="5229569"/>
                  </a:lnTo>
                  <a:lnTo>
                    <a:pt x="1485031" y="5165955"/>
                  </a:lnTo>
                  <a:lnTo>
                    <a:pt x="1534581" y="5095740"/>
                  </a:lnTo>
                  <a:lnTo>
                    <a:pt x="1581170" y="5018121"/>
                  </a:lnTo>
                  <a:lnTo>
                    <a:pt x="1625386" y="4932292"/>
                  </a:lnTo>
                  <a:lnTo>
                    <a:pt x="1667803" y="4837540"/>
                  </a:lnTo>
                  <a:lnTo>
                    <a:pt x="1708941" y="4733413"/>
                  </a:lnTo>
                  <a:lnTo>
                    <a:pt x="1719082" y="4705892"/>
                  </a:lnTo>
                  <a:lnTo>
                    <a:pt x="1745304" y="4631426"/>
                  </a:lnTo>
                  <a:lnTo>
                    <a:pt x="1771310" y="4552912"/>
                  </a:lnTo>
                  <a:lnTo>
                    <a:pt x="1797195" y="4470271"/>
                  </a:lnTo>
                  <a:lnTo>
                    <a:pt x="1823037" y="4383458"/>
                  </a:lnTo>
                  <a:lnTo>
                    <a:pt x="1848903" y="4292464"/>
                  </a:lnTo>
                  <a:lnTo>
                    <a:pt x="1874844" y="4197323"/>
                  </a:lnTo>
                  <a:lnTo>
                    <a:pt x="1900903" y="4098109"/>
                  </a:lnTo>
                  <a:lnTo>
                    <a:pt x="1927110" y="3994942"/>
                  </a:lnTo>
                  <a:lnTo>
                    <a:pt x="1953488" y="3887991"/>
                  </a:lnTo>
                  <a:lnTo>
                    <a:pt x="1980048" y="3777469"/>
                  </a:lnTo>
                  <a:lnTo>
                    <a:pt x="2006794" y="3663638"/>
                  </a:lnTo>
                  <a:lnTo>
                    <a:pt x="2033719" y="3546806"/>
                  </a:lnTo>
                  <a:lnTo>
                    <a:pt x="2060812" y="3427323"/>
                  </a:lnTo>
                  <a:lnTo>
                    <a:pt x="2088055" y="3305579"/>
                  </a:lnTo>
                  <a:lnTo>
                    <a:pt x="2115422" y="3182000"/>
                  </a:lnTo>
                  <a:lnTo>
                    <a:pt x="2142886" y="3057038"/>
                  </a:lnTo>
                  <a:lnTo>
                    <a:pt x="2170413" y="2931170"/>
                  </a:lnTo>
                  <a:lnTo>
                    <a:pt x="2197971" y="2804887"/>
                  </a:lnTo>
                  <a:lnTo>
                    <a:pt x="2225522" y="2678686"/>
                  </a:lnTo>
                  <a:lnTo>
                    <a:pt x="2253033" y="2553063"/>
                  </a:lnTo>
                  <a:lnTo>
                    <a:pt x="2280468" y="2428505"/>
                  </a:lnTo>
                  <a:lnTo>
                    <a:pt x="2307797" y="2305482"/>
                  </a:lnTo>
                  <a:lnTo>
                    <a:pt x="2334993" y="2184438"/>
                  </a:lnTo>
                  <a:lnTo>
                    <a:pt x="2362032" y="2065788"/>
                  </a:lnTo>
                  <a:lnTo>
                    <a:pt x="2388899" y="1949909"/>
                  </a:lnTo>
                  <a:lnTo>
                    <a:pt x="2415584" y="1837137"/>
                  </a:lnTo>
                  <a:lnTo>
                    <a:pt x="2442083" y="1727766"/>
                  </a:lnTo>
                  <a:lnTo>
                    <a:pt x="2468403" y="1622041"/>
                  </a:lnTo>
                  <a:lnTo>
                    <a:pt x="2494559" y="1520162"/>
                  </a:lnTo>
                  <a:lnTo>
                    <a:pt x="2520575" y="1422280"/>
                  </a:lnTo>
                  <a:lnTo>
                    <a:pt x="2546486" y="1328500"/>
                  </a:lnTo>
                  <a:lnTo>
                    <a:pt x="2572337" y="1238883"/>
                  </a:lnTo>
                  <a:lnTo>
                    <a:pt x="2598186" y="1153448"/>
                  </a:lnTo>
                  <a:lnTo>
                    <a:pt x="2624101" y="1072174"/>
                  </a:lnTo>
                  <a:lnTo>
                    <a:pt x="2650167" y="995005"/>
                  </a:lnTo>
                  <a:lnTo>
                    <a:pt x="2667772" y="945534"/>
                  </a:lnTo>
                  <a:lnTo>
                    <a:pt x="2708660" y="839042"/>
                  </a:lnTo>
                  <a:lnTo>
                    <a:pt x="2750711" y="741974"/>
                  </a:lnTo>
                  <a:lnTo>
                    <a:pt x="2794425" y="653973"/>
                  </a:lnTo>
                  <a:lnTo>
                    <a:pt x="2840365" y="574375"/>
                  </a:lnTo>
                  <a:lnTo>
                    <a:pt x="2889120" y="502384"/>
                  </a:lnTo>
                  <a:lnTo>
                    <a:pt x="2941265" y="437191"/>
                  </a:lnTo>
                  <a:lnTo>
                    <a:pt x="2997321" y="378040"/>
                  </a:lnTo>
                  <a:lnTo>
                    <a:pt x="3057700" y="324274"/>
                  </a:lnTo>
                  <a:lnTo>
                    <a:pt x="3122635" y="275353"/>
                  </a:lnTo>
                  <a:lnTo>
                    <a:pt x="3192090" y="230873"/>
                  </a:lnTo>
                  <a:lnTo>
                    <a:pt x="3265658" y="190563"/>
                  </a:lnTo>
                  <a:lnTo>
                    <a:pt x="3342457" y="154287"/>
                  </a:lnTo>
                  <a:lnTo>
                    <a:pt x="3421046" y="122023"/>
                  </a:lnTo>
                  <a:lnTo>
                    <a:pt x="3499404" y="93828"/>
                  </a:lnTo>
                  <a:lnTo>
                    <a:pt x="3575005" y="69792"/>
                  </a:lnTo>
                  <a:lnTo>
                    <a:pt x="3645036" y="49971"/>
                  </a:lnTo>
                  <a:lnTo>
                    <a:pt x="3706738" y="34320"/>
                  </a:lnTo>
                  <a:lnTo>
                    <a:pt x="3757829" y="22638"/>
                  </a:lnTo>
                  <a:lnTo>
                    <a:pt x="3796924" y="14541"/>
                  </a:lnTo>
                  <a:lnTo>
                    <a:pt x="3823820" y="9476"/>
                  </a:lnTo>
                  <a:lnTo>
                    <a:pt x="3839604" y="6764"/>
                  </a:lnTo>
                  <a:lnTo>
                    <a:pt x="3846580" y="566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4" y="5499"/>
                  </a:lnTo>
                  <a:lnTo>
                    <a:pt x="4396256" y="5894"/>
                  </a:lnTo>
                  <a:lnTo>
                    <a:pt x="4416611" y="6985"/>
                  </a:lnTo>
                  <a:lnTo>
                    <a:pt x="4452499" y="9127"/>
                  </a:lnTo>
                  <a:lnTo>
                    <a:pt x="4504974" y="12630"/>
                  </a:lnTo>
                  <a:lnTo>
                    <a:pt x="4572775" y="17724"/>
                  </a:lnTo>
                  <a:lnTo>
                    <a:pt x="4652748" y="24536"/>
                  </a:lnTo>
                  <a:lnTo>
                    <a:pt x="4740653" y="33102"/>
                  </a:lnTo>
                  <a:lnTo>
                    <a:pt x="4832067" y="43396"/>
                  </a:lnTo>
                  <a:lnTo>
                    <a:pt x="4923120" y="55377"/>
                  </a:lnTo>
                  <a:lnTo>
                    <a:pt x="5010904" y="69028"/>
                  </a:lnTo>
                  <a:lnTo>
                    <a:pt x="5093572" y="84384"/>
                  </a:lnTo>
                  <a:lnTo>
                    <a:pt x="5170222" y="101554"/>
                  </a:lnTo>
                  <a:lnTo>
                    <a:pt x="5240691" y="120720"/>
                  </a:lnTo>
                  <a:lnTo>
                    <a:pt x="5305330" y="142142"/>
                  </a:lnTo>
                  <a:lnTo>
                    <a:pt x="5364812" y="166145"/>
                  </a:lnTo>
                  <a:lnTo>
                    <a:pt x="5419991" y="193106"/>
                  </a:lnTo>
                  <a:lnTo>
                    <a:pt x="5471789" y="223415"/>
                  </a:lnTo>
                  <a:lnTo>
                    <a:pt x="5521116" y="257425"/>
                  </a:lnTo>
                  <a:lnTo>
                    <a:pt x="5567201" y="294004"/>
                  </a:lnTo>
                  <a:lnTo>
                    <a:pt x="5609335" y="331440"/>
                  </a:lnTo>
                  <a:lnTo>
                    <a:pt x="5651058" y="372139"/>
                  </a:lnTo>
                  <a:lnTo>
                    <a:pt x="5692707" y="416162"/>
                  </a:lnTo>
                  <a:lnTo>
                    <a:pt x="5734528" y="463493"/>
                  </a:lnTo>
                  <a:lnTo>
                    <a:pt x="5776691" y="514025"/>
                  </a:lnTo>
                  <a:lnTo>
                    <a:pt x="5819294" y="567559"/>
                  </a:lnTo>
                  <a:lnTo>
                    <a:pt x="5862375" y="623799"/>
                  </a:lnTo>
                  <a:lnTo>
                    <a:pt x="5905914" y="682351"/>
                  </a:lnTo>
                  <a:lnTo>
                    <a:pt x="5949844" y="742736"/>
                  </a:lnTo>
                  <a:lnTo>
                    <a:pt x="5994062" y="804403"/>
                  </a:lnTo>
                  <a:lnTo>
                    <a:pt x="6038435" y="866748"/>
                  </a:lnTo>
                  <a:lnTo>
                    <a:pt x="6082819" y="929138"/>
                  </a:lnTo>
                  <a:lnTo>
                    <a:pt x="6127067" y="990937"/>
                  </a:lnTo>
                  <a:lnTo>
                    <a:pt x="6171045" y="1051537"/>
                  </a:lnTo>
                  <a:lnTo>
                    <a:pt x="6214643" y="1110376"/>
                  </a:lnTo>
                  <a:lnTo>
                    <a:pt x="6257791" y="1166966"/>
                  </a:lnTo>
                  <a:lnTo>
                    <a:pt x="6300460" y="1220899"/>
                  </a:lnTo>
                  <a:lnTo>
                    <a:pt x="6342680" y="1271866"/>
                  </a:lnTo>
                  <a:lnTo>
                    <a:pt x="6384541" y="1319654"/>
                  </a:lnTo>
                  <a:lnTo>
                    <a:pt x="6426201" y="1364143"/>
                  </a:lnTo>
                  <a:lnTo>
                    <a:pt x="6467895" y="1405306"/>
                  </a:lnTo>
                  <a:lnTo>
                    <a:pt x="6509947" y="1443193"/>
                  </a:lnTo>
                  <a:lnTo>
                    <a:pt x="6515891" y="1448246"/>
                  </a:lnTo>
                  <a:lnTo>
                    <a:pt x="6563603" y="1486031"/>
                  </a:lnTo>
                  <a:lnTo>
                    <a:pt x="6612999" y="1519912"/>
                  </a:lnTo>
                  <a:lnTo>
                    <a:pt x="6664895" y="1550102"/>
                  </a:lnTo>
                  <a:lnTo>
                    <a:pt x="6720204" y="1576957"/>
                  </a:lnTo>
                  <a:lnTo>
                    <a:pt x="6779847" y="1600868"/>
                  </a:lnTo>
                  <a:lnTo>
                    <a:pt x="6844672" y="1622209"/>
                  </a:lnTo>
                  <a:lnTo>
                    <a:pt x="6915345" y="1641304"/>
                  </a:lnTo>
                  <a:lnTo>
                    <a:pt x="6992204" y="1658410"/>
                  </a:lnTo>
                  <a:lnTo>
                    <a:pt x="7075062" y="1673708"/>
                  </a:lnTo>
                  <a:lnTo>
                    <a:pt x="7162992" y="1687302"/>
                  </a:lnTo>
                  <a:lnTo>
                    <a:pt x="7254110" y="1699227"/>
                  </a:lnTo>
                  <a:lnTo>
                    <a:pt x="7345474" y="1709464"/>
                  </a:lnTo>
                  <a:lnTo>
                    <a:pt x="7433186" y="1717971"/>
                  </a:lnTo>
                  <a:lnTo>
                    <a:pt x="7512815" y="1724725"/>
                  </a:lnTo>
                  <a:lnTo>
                    <a:pt x="7580143" y="1729763"/>
                  </a:lnTo>
                  <a:lnTo>
                    <a:pt x="7632069" y="1733216"/>
                  </a:lnTo>
                  <a:lnTo>
                    <a:pt x="7667405" y="1735317"/>
                  </a:lnTo>
                  <a:lnTo>
                    <a:pt x="7687283" y="1736379"/>
                  </a:lnTo>
                  <a:lnTo>
                    <a:pt x="7695108" y="1736756"/>
                  </a:lnTo>
                  <a:lnTo>
                    <a:pt x="7696237" y="1736806"/>
                  </a:lnTo>
                  <a:lnTo>
                    <a:pt x="8234974" y="1736806"/>
                  </a:lnTo>
                  <a:lnTo>
                    <a:pt x="8234974" y="1731361"/>
                  </a:ln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21" y="113"/>
                  </a:lnTo>
                  <a:lnTo>
                    <a:pt x="3842061" y="923"/>
                  </a:lnTo>
                  <a:lnTo>
                    <a:pt x="3828739" y="3161"/>
                  </a:lnTo>
                  <a:lnTo>
                    <a:pt x="3804775" y="7570"/>
                  </a:lnTo>
                  <a:lnTo>
                    <a:pt x="3768763" y="14851"/>
                  </a:lnTo>
                  <a:lnTo>
                    <a:pt x="3720585" y="25593"/>
                  </a:lnTo>
                  <a:lnTo>
                    <a:pt x="3661352" y="40225"/>
                  </a:lnTo>
                  <a:lnTo>
                    <a:pt x="3593156" y="58994"/>
                  </a:lnTo>
                  <a:lnTo>
                    <a:pt x="3518680" y="81978"/>
                  </a:lnTo>
                  <a:lnTo>
                    <a:pt x="3440759" y="109141"/>
                  </a:lnTo>
                  <a:lnTo>
                    <a:pt x="3362016" y="140395"/>
                  </a:lnTo>
                  <a:lnTo>
                    <a:pt x="3284611" y="175669"/>
                  </a:lnTo>
                  <a:lnTo>
                    <a:pt x="3210131" y="214962"/>
                  </a:lnTo>
                  <a:lnTo>
                    <a:pt x="3139593" y="258379"/>
                  </a:lnTo>
                  <a:lnTo>
                    <a:pt x="3073512" y="306157"/>
                  </a:lnTo>
                  <a:lnTo>
                    <a:pt x="3012006" y="358665"/>
                  </a:lnTo>
                  <a:lnTo>
                    <a:pt x="2954901" y="416412"/>
                  </a:lnTo>
                  <a:lnTo>
                    <a:pt x="2901823" y="480026"/>
                  </a:lnTo>
                  <a:lnTo>
                    <a:pt x="2852273" y="550241"/>
                  </a:lnTo>
                  <a:lnTo>
                    <a:pt x="2805684" y="627860"/>
                  </a:lnTo>
                  <a:lnTo>
                    <a:pt x="2761468" y="713689"/>
                  </a:lnTo>
                  <a:lnTo>
                    <a:pt x="2719051" y="808440"/>
                  </a:lnTo>
                  <a:lnTo>
                    <a:pt x="2677914" y="912568"/>
                  </a:lnTo>
                  <a:lnTo>
                    <a:pt x="2667772" y="940089"/>
                  </a:lnTo>
                  <a:lnTo>
                    <a:pt x="2641551" y="1014555"/>
                  </a:lnTo>
                  <a:lnTo>
                    <a:pt x="2615544" y="1093069"/>
                  </a:lnTo>
                  <a:lnTo>
                    <a:pt x="2589659" y="1175710"/>
                  </a:lnTo>
                  <a:lnTo>
                    <a:pt x="2563817" y="1262523"/>
                  </a:lnTo>
                  <a:lnTo>
                    <a:pt x="2537952" y="1353517"/>
                  </a:lnTo>
                  <a:lnTo>
                    <a:pt x="2512011" y="1448658"/>
                  </a:lnTo>
                  <a:lnTo>
                    <a:pt x="2485952" y="1547872"/>
                  </a:lnTo>
                  <a:lnTo>
                    <a:pt x="2459744" y="1651039"/>
                  </a:lnTo>
                  <a:lnTo>
                    <a:pt x="2433366" y="1757990"/>
                  </a:lnTo>
                  <a:lnTo>
                    <a:pt x="2406806" y="1868512"/>
                  </a:lnTo>
                  <a:lnTo>
                    <a:pt x="2380061" y="1982343"/>
                  </a:lnTo>
                  <a:lnTo>
                    <a:pt x="2353136" y="2099175"/>
                  </a:lnTo>
                  <a:lnTo>
                    <a:pt x="2326043" y="2218658"/>
                  </a:lnTo>
                  <a:lnTo>
                    <a:pt x="2298800" y="2340402"/>
                  </a:lnTo>
                  <a:lnTo>
                    <a:pt x="2271433" y="2463981"/>
                  </a:lnTo>
                  <a:lnTo>
                    <a:pt x="2243969" y="2588943"/>
                  </a:lnTo>
                  <a:lnTo>
                    <a:pt x="2216441" y="2714811"/>
                  </a:lnTo>
                  <a:lnTo>
                    <a:pt x="2188884" y="2841094"/>
                  </a:lnTo>
                  <a:lnTo>
                    <a:pt x="2161332" y="2967295"/>
                  </a:lnTo>
                  <a:lnTo>
                    <a:pt x="2133822" y="3092918"/>
                  </a:lnTo>
                  <a:lnTo>
                    <a:pt x="2106387" y="3217476"/>
                  </a:lnTo>
                  <a:lnTo>
                    <a:pt x="2079057" y="3340499"/>
                  </a:lnTo>
                  <a:lnTo>
                    <a:pt x="2051862" y="3461543"/>
                  </a:lnTo>
                  <a:lnTo>
                    <a:pt x="2024822" y="3580193"/>
                  </a:lnTo>
                  <a:lnTo>
                    <a:pt x="1997955" y="3696072"/>
                  </a:lnTo>
                  <a:lnTo>
                    <a:pt x="1971271" y="3808844"/>
                  </a:lnTo>
                  <a:lnTo>
                    <a:pt x="1944772" y="3918215"/>
                  </a:lnTo>
                  <a:lnTo>
                    <a:pt x="1918452" y="4023940"/>
                  </a:lnTo>
                  <a:lnTo>
                    <a:pt x="1892296" y="4125819"/>
                  </a:lnTo>
                  <a:lnTo>
                    <a:pt x="1866280" y="4223701"/>
                  </a:lnTo>
                  <a:lnTo>
                    <a:pt x="1840369" y="4317481"/>
                  </a:lnTo>
                  <a:lnTo>
                    <a:pt x="1814518" y="4407098"/>
                  </a:lnTo>
                  <a:lnTo>
                    <a:pt x="1788669" y="4492533"/>
                  </a:lnTo>
                  <a:lnTo>
                    <a:pt x="1762753" y="4573807"/>
                  </a:lnTo>
                  <a:lnTo>
                    <a:pt x="1736687" y="4650976"/>
                  </a:lnTo>
                  <a:lnTo>
                    <a:pt x="1719082" y="4700447"/>
                  </a:lnTo>
                  <a:lnTo>
                    <a:pt x="1678194" y="4806939"/>
                  </a:lnTo>
                  <a:lnTo>
                    <a:pt x="1636143" y="4904007"/>
                  </a:lnTo>
                  <a:lnTo>
                    <a:pt x="1592430" y="4992008"/>
                  </a:lnTo>
                  <a:lnTo>
                    <a:pt x="1546490" y="5071606"/>
                  </a:lnTo>
                  <a:lnTo>
                    <a:pt x="1497735" y="5143597"/>
                  </a:lnTo>
                  <a:lnTo>
                    <a:pt x="1445590" y="5208790"/>
                  </a:lnTo>
                  <a:lnTo>
                    <a:pt x="1389533" y="5267941"/>
                  </a:lnTo>
                  <a:lnTo>
                    <a:pt x="1329154" y="5321707"/>
                  </a:lnTo>
                  <a:lnTo>
                    <a:pt x="1264220" y="5370627"/>
                  </a:lnTo>
                  <a:lnTo>
                    <a:pt x="1194765" y="5415108"/>
                  </a:lnTo>
                  <a:lnTo>
                    <a:pt x="1121197" y="5455418"/>
                  </a:lnTo>
                  <a:lnTo>
                    <a:pt x="1044398" y="5491694"/>
                  </a:lnTo>
                  <a:lnTo>
                    <a:pt x="965808" y="5523958"/>
                  </a:lnTo>
                  <a:lnTo>
                    <a:pt x="887451" y="5552153"/>
                  </a:lnTo>
                  <a:lnTo>
                    <a:pt x="811850" y="5576189"/>
                  </a:lnTo>
                  <a:lnTo>
                    <a:pt x="741818" y="5596010"/>
                  </a:lnTo>
                  <a:lnTo>
                    <a:pt x="680117" y="5611661"/>
                  </a:lnTo>
                  <a:lnTo>
                    <a:pt x="629025" y="5623343"/>
                  </a:lnTo>
                  <a:lnTo>
                    <a:pt x="589931" y="5631440"/>
                  </a:lnTo>
                  <a:lnTo>
                    <a:pt x="563035" y="5636505"/>
                  </a:lnTo>
                  <a:lnTo>
                    <a:pt x="547251" y="5639217"/>
                  </a:lnTo>
                  <a:lnTo>
                    <a:pt x="540274" y="5640314"/>
                  </a:lnTo>
                  <a:lnTo>
                    <a:pt x="538736" y="5640537"/>
                  </a:lnTo>
                  <a:lnTo>
                    <a:pt x="0" y="5640537"/>
                  </a:lnTo>
                  <a:close/>
                </a:path>
              </a:pathLst>
            </a:custGeom>
            <a:solidFill>
              <a:srgbClr val="69D6E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66" name="pl2166"/>
            <p:cNvSpPr/>
            <p:nvPr/>
          </p:nvSpPr>
          <p:spPr>
            <a:xfrm>
              <a:off x="546595" y="494564"/>
              <a:ext cx="8234974" cy="5640537"/>
            </a:xfrm>
            <a:custGeom>
              <a:avLst/>
              <a:pathLst>
                <a:path w="8234974" h="5640537">
                  <a:moveTo>
                    <a:pt x="0" y="5640537"/>
                  </a:moveTo>
                  <a:lnTo>
                    <a:pt x="538736" y="5640537"/>
                  </a:lnTo>
                  <a:lnTo>
                    <a:pt x="539534" y="5640423"/>
                  </a:lnTo>
                  <a:lnTo>
                    <a:pt x="544794" y="5639613"/>
                  </a:lnTo>
                  <a:lnTo>
                    <a:pt x="558115" y="5637375"/>
                  </a:lnTo>
                  <a:lnTo>
                    <a:pt x="582080" y="5632966"/>
                  </a:lnTo>
                  <a:lnTo>
                    <a:pt x="618092" y="5625686"/>
                  </a:lnTo>
                  <a:lnTo>
                    <a:pt x="666270" y="5614944"/>
                  </a:lnTo>
                  <a:lnTo>
                    <a:pt x="725503" y="5600311"/>
                  </a:lnTo>
                  <a:lnTo>
                    <a:pt x="793698" y="5581543"/>
                  </a:lnTo>
                  <a:lnTo>
                    <a:pt x="868175" y="5558558"/>
                  </a:lnTo>
                  <a:lnTo>
                    <a:pt x="946096" y="5531396"/>
                  </a:lnTo>
                  <a:lnTo>
                    <a:pt x="1024838" y="5500142"/>
                  </a:lnTo>
                  <a:lnTo>
                    <a:pt x="1102243" y="5464868"/>
                  </a:lnTo>
                  <a:lnTo>
                    <a:pt x="1176723" y="5425575"/>
                  </a:lnTo>
                  <a:lnTo>
                    <a:pt x="1247262" y="5382157"/>
                  </a:lnTo>
                  <a:lnTo>
                    <a:pt x="1313343" y="5334380"/>
                  </a:lnTo>
                  <a:lnTo>
                    <a:pt x="1374849" y="5281871"/>
                  </a:lnTo>
                  <a:lnTo>
                    <a:pt x="1431953" y="5224125"/>
                  </a:lnTo>
                  <a:lnTo>
                    <a:pt x="1485031" y="5160511"/>
                  </a:lnTo>
                  <a:lnTo>
                    <a:pt x="1534581" y="5090295"/>
                  </a:lnTo>
                  <a:lnTo>
                    <a:pt x="1581170" y="5012676"/>
                  </a:lnTo>
                  <a:lnTo>
                    <a:pt x="1625386" y="4926847"/>
                  </a:lnTo>
                  <a:lnTo>
                    <a:pt x="1667803" y="4832096"/>
                  </a:lnTo>
                  <a:lnTo>
                    <a:pt x="1708941" y="4727969"/>
                  </a:lnTo>
                  <a:lnTo>
                    <a:pt x="1719082" y="4700447"/>
                  </a:lnTo>
                  <a:lnTo>
                    <a:pt x="1745304" y="4625981"/>
                  </a:lnTo>
                  <a:lnTo>
                    <a:pt x="1771310" y="4547467"/>
                  </a:lnTo>
                  <a:lnTo>
                    <a:pt x="1797195" y="4464826"/>
                  </a:lnTo>
                  <a:lnTo>
                    <a:pt x="1823037" y="4378013"/>
                  </a:lnTo>
                  <a:lnTo>
                    <a:pt x="1848903" y="4287020"/>
                  </a:lnTo>
                  <a:lnTo>
                    <a:pt x="1874844" y="4191878"/>
                  </a:lnTo>
                  <a:lnTo>
                    <a:pt x="1900903" y="4092664"/>
                  </a:lnTo>
                  <a:lnTo>
                    <a:pt x="1927110" y="3989498"/>
                  </a:lnTo>
                  <a:lnTo>
                    <a:pt x="1953488" y="3882546"/>
                  </a:lnTo>
                  <a:lnTo>
                    <a:pt x="1980048" y="3772025"/>
                  </a:lnTo>
                  <a:lnTo>
                    <a:pt x="2006794" y="3658194"/>
                  </a:lnTo>
                  <a:lnTo>
                    <a:pt x="2033719" y="3541362"/>
                  </a:lnTo>
                  <a:lnTo>
                    <a:pt x="2060812" y="3421879"/>
                  </a:lnTo>
                  <a:lnTo>
                    <a:pt x="2088055" y="3300135"/>
                  </a:lnTo>
                  <a:lnTo>
                    <a:pt x="2115422" y="3176555"/>
                  </a:lnTo>
                  <a:lnTo>
                    <a:pt x="2142886" y="3051593"/>
                  </a:lnTo>
                  <a:lnTo>
                    <a:pt x="2170413" y="2925726"/>
                  </a:lnTo>
                  <a:lnTo>
                    <a:pt x="2197971" y="2799442"/>
                  </a:lnTo>
                  <a:lnTo>
                    <a:pt x="2225522" y="2673241"/>
                  </a:lnTo>
                  <a:lnTo>
                    <a:pt x="2253033" y="2547619"/>
                  </a:lnTo>
                  <a:lnTo>
                    <a:pt x="2280468" y="2423061"/>
                  </a:lnTo>
                  <a:lnTo>
                    <a:pt x="2307797" y="2300038"/>
                  </a:lnTo>
                  <a:lnTo>
                    <a:pt x="2334993" y="2178994"/>
                  </a:lnTo>
                  <a:lnTo>
                    <a:pt x="2362032" y="2060343"/>
                  </a:lnTo>
                  <a:lnTo>
                    <a:pt x="2388899" y="1944464"/>
                  </a:lnTo>
                  <a:lnTo>
                    <a:pt x="2415584" y="1831693"/>
                  </a:lnTo>
                  <a:lnTo>
                    <a:pt x="2442083" y="1722322"/>
                  </a:lnTo>
                  <a:lnTo>
                    <a:pt x="2468403" y="1616597"/>
                  </a:lnTo>
                  <a:lnTo>
                    <a:pt x="2494559" y="1514717"/>
                  </a:lnTo>
                  <a:lnTo>
                    <a:pt x="2520575" y="1416835"/>
                  </a:lnTo>
                  <a:lnTo>
                    <a:pt x="2546486" y="1323055"/>
                  </a:lnTo>
                  <a:lnTo>
                    <a:pt x="2572337" y="1233438"/>
                  </a:lnTo>
                  <a:lnTo>
                    <a:pt x="2598186" y="1148003"/>
                  </a:lnTo>
                  <a:lnTo>
                    <a:pt x="2624101" y="1066730"/>
                  </a:lnTo>
                  <a:lnTo>
                    <a:pt x="2650167" y="989561"/>
                  </a:lnTo>
                  <a:lnTo>
                    <a:pt x="2667772" y="940089"/>
                  </a:lnTo>
                  <a:lnTo>
                    <a:pt x="2708660" y="833598"/>
                  </a:lnTo>
                  <a:lnTo>
                    <a:pt x="2750711" y="736529"/>
                  </a:lnTo>
                  <a:lnTo>
                    <a:pt x="2794425" y="648528"/>
                  </a:lnTo>
                  <a:lnTo>
                    <a:pt x="2840365" y="568930"/>
                  </a:lnTo>
                  <a:lnTo>
                    <a:pt x="2889120" y="496939"/>
                  </a:lnTo>
                  <a:lnTo>
                    <a:pt x="2941265" y="431746"/>
                  </a:lnTo>
                  <a:lnTo>
                    <a:pt x="2997321" y="372596"/>
                  </a:lnTo>
                  <a:lnTo>
                    <a:pt x="3057700" y="318830"/>
                  </a:lnTo>
                  <a:lnTo>
                    <a:pt x="3122635" y="269909"/>
                  </a:lnTo>
                  <a:lnTo>
                    <a:pt x="3192090" y="225428"/>
                  </a:lnTo>
                  <a:lnTo>
                    <a:pt x="3265658" y="185118"/>
                  </a:lnTo>
                  <a:lnTo>
                    <a:pt x="3342457" y="148842"/>
                  </a:lnTo>
                  <a:lnTo>
                    <a:pt x="3421046" y="116578"/>
                  </a:lnTo>
                  <a:lnTo>
                    <a:pt x="3499404" y="88383"/>
                  </a:lnTo>
                  <a:lnTo>
                    <a:pt x="3575005" y="64348"/>
                  </a:lnTo>
                  <a:lnTo>
                    <a:pt x="3645036" y="44526"/>
                  </a:lnTo>
                  <a:lnTo>
                    <a:pt x="3706738" y="28875"/>
                  </a:lnTo>
                  <a:lnTo>
                    <a:pt x="3757829" y="17193"/>
                  </a:lnTo>
                  <a:lnTo>
                    <a:pt x="3796924" y="9097"/>
                  </a:lnTo>
                  <a:lnTo>
                    <a:pt x="3823820" y="4032"/>
                  </a:lnTo>
                  <a:lnTo>
                    <a:pt x="3839604" y="1320"/>
                  </a:lnTo>
                  <a:lnTo>
                    <a:pt x="3846580" y="222"/>
                  </a:lnTo>
                  <a:lnTo>
                    <a:pt x="3848105" y="1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4" y="55"/>
                  </a:lnTo>
                  <a:lnTo>
                    <a:pt x="4396256" y="449"/>
                  </a:lnTo>
                  <a:lnTo>
                    <a:pt x="4416611" y="1540"/>
                  </a:lnTo>
                  <a:lnTo>
                    <a:pt x="4452499" y="3682"/>
                  </a:lnTo>
                  <a:lnTo>
                    <a:pt x="4504974" y="7185"/>
                  </a:lnTo>
                  <a:lnTo>
                    <a:pt x="4572775" y="12279"/>
                  </a:lnTo>
                  <a:lnTo>
                    <a:pt x="4652748" y="19092"/>
                  </a:lnTo>
                  <a:lnTo>
                    <a:pt x="4740653" y="27658"/>
                  </a:lnTo>
                  <a:lnTo>
                    <a:pt x="4832067" y="37952"/>
                  </a:lnTo>
                  <a:lnTo>
                    <a:pt x="4923120" y="49933"/>
                  </a:lnTo>
                  <a:lnTo>
                    <a:pt x="5010904" y="63583"/>
                  </a:lnTo>
                  <a:lnTo>
                    <a:pt x="5093572" y="78940"/>
                  </a:lnTo>
                  <a:lnTo>
                    <a:pt x="5170222" y="96109"/>
                  </a:lnTo>
                  <a:lnTo>
                    <a:pt x="5240691" y="115276"/>
                  </a:lnTo>
                  <a:lnTo>
                    <a:pt x="5305330" y="136698"/>
                  </a:lnTo>
                  <a:lnTo>
                    <a:pt x="5364812" y="160701"/>
                  </a:lnTo>
                  <a:lnTo>
                    <a:pt x="5419991" y="187661"/>
                  </a:lnTo>
                  <a:lnTo>
                    <a:pt x="5471789" y="217971"/>
                  </a:lnTo>
                  <a:lnTo>
                    <a:pt x="5521116" y="251980"/>
                  </a:lnTo>
                  <a:lnTo>
                    <a:pt x="5567201" y="288560"/>
                  </a:lnTo>
                  <a:lnTo>
                    <a:pt x="5609335" y="325996"/>
                  </a:lnTo>
                  <a:lnTo>
                    <a:pt x="5651058" y="366695"/>
                  </a:lnTo>
                  <a:lnTo>
                    <a:pt x="5692707" y="410718"/>
                  </a:lnTo>
                  <a:lnTo>
                    <a:pt x="5734528" y="458048"/>
                  </a:lnTo>
                  <a:lnTo>
                    <a:pt x="5776691" y="508580"/>
                  </a:lnTo>
                  <a:lnTo>
                    <a:pt x="5819294" y="562115"/>
                  </a:lnTo>
                  <a:lnTo>
                    <a:pt x="5862375" y="618354"/>
                  </a:lnTo>
                  <a:lnTo>
                    <a:pt x="5905914" y="676906"/>
                  </a:lnTo>
                  <a:lnTo>
                    <a:pt x="5949844" y="737292"/>
                  </a:lnTo>
                  <a:lnTo>
                    <a:pt x="5994062" y="798959"/>
                  </a:lnTo>
                  <a:lnTo>
                    <a:pt x="6038435" y="861304"/>
                  </a:lnTo>
                  <a:lnTo>
                    <a:pt x="6082819" y="923693"/>
                  </a:lnTo>
                  <a:lnTo>
                    <a:pt x="6127067" y="985493"/>
                  </a:lnTo>
                  <a:lnTo>
                    <a:pt x="6171045" y="1046092"/>
                  </a:lnTo>
                  <a:lnTo>
                    <a:pt x="6214643" y="1104932"/>
                  </a:lnTo>
                  <a:lnTo>
                    <a:pt x="6257791" y="1161521"/>
                  </a:lnTo>
                  <a:lnTo>
                    <a:pt x="6300460" y="1215455"/>
                  </a:lnTo>
                  <a:lnTo>
                    <a:pt x="6342680" y="1266422"/>
                  </a:lnTo>
                  <a:lnTo>
                    <a:pt x="6384541" y="1314209"/>
                  </a:lnTo>
                  <a:lnTo>
                    <a:pt x="6426201" y="1358699"/>
                  </a:lnTo>
                  <a:lnTo>
                    <a:pt x="6467895" y="1399861"/>
                  </a:lnTo>
                  <a:lnTo>
                    <a:pt x="6509947" y="1437748"/>
                  </a:lnTo>
                  <a:lnTo>
                    <a:pt x="6515891" y="1442801"/>
                  </a:lnTo>
                  <a:lnTo>
                    <a:pt x="6563603" y="1480586"/>
                  </a:lnTo>
                  <a:lnTo>
                    <a:pt x="6612999" y="1514467"/>
                  </a:lnTo>
                  <a:lnTo>
                    <a:pt x="6664895" y="1544658"/>
                  </a:lnTo>
                  <a:lnTo>
                    <a:pt x="6720204" y="1571512"/>
                  </a:lnTo>
                  <a:lnTo>
                    <a:pt x="6779847" y="1595423"/>
                  </a:lnTo>
                  <a:lnTo>
                    <a:pt x="6844672" y="1616764"/>
                  </a:lnTo>
                  <a:lnTo>
                    <a:pt x="6915345" y="1635859"/>
                  </a:lnTo>
                  <a:lnTo>
                    <a:pt x="6992204" y="1652966"/>
                  </a:lnTo>
                  <a:lnTo>
                    <a:pt x="7075062" y="1668264"/>
                  </a:lnTo>
                  <a:lnTo>
                    <a:pt x="7162992" y="1681858"/>
                  </a:lnTo>
                  <a:lnTo>
                    <a:pt x="7254110" y="1693783"/>
                  </a:lnTo>
                  <a:lnTo>
                    <a:pt x="7345474" y="1704019"/>
                  </a:lnTo>
                  <a:lnTo>
                    <a:pt x="7433186" y="1712527"/>
                  </a:lnTo>
                  <a:lnTo>
                    <a:pt x="7512815" y="1719280"/>
                  </a:lnTo>
                  <a:lnTo>
                    <a:pt x="7580143" y="1724318"/>
                  </a:lnTo>
                  <a:lnTo>
                    <a:pt x="7632069" y="1727771"/>
                  </a:lnTo>
                  <a:lnTo>
                    <a:pt x="7667405" y="1729872"/>
                  </a:lnTo>
                  <a:lnTo>
                    <a:pt x="7687283" y="1730934"/>
                  </a:lnTo>
                  <a:lnTo>
                    <a:pt x="7695108" y="1731312"/>
                  </a:lnTo>
                  <a:lnTo>
                    <a:pt x="7696237" y="1731361"/>
                  </a:lnTo>
                  <a:lnTo>
                    <a:pt x="8234974" y="1731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7" name="pl2167"/>
            <p:cNvSpPr/>
            <p:nvPr/>
          </p:nvSpPr>
          <p:spPr>
            <a:xfrm>
              <a:off x="546595" y="489119"/>
              <a:ext cx="8234974" cy="5640537"/>
            </a:xfrm>
            <a:custGeom>
              <a:avLst/>
              <a:pathLst>
                <a:path w="8234974" h="5640537">
                  <a:moveTo>
                    <a:pt x="8234974" y="1731361"/>
                  </a:move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21" y="113"/>
                  </a:lnTo>
                  <a:lnTo>
                    <a:pt x="3842061" y="923"/>
                  </a:lnTo>
                  <a:lnTo>
                    <a:pt x="3828739" y="3161"/>
                  </a:lnTo>
                  <a:lnTo>
                    <a:pt x="3804775" y="7570"/>
                  </a:lnTo>
                  <a:lnTo>
                    <a:pt x="3768763" y="14851"/>
                  </a:lnTo>
                  <a:lnTo>
                    <a:pt x="3720585" y="25593"/>
                  </a:lnTo>
                  <a:lnTo>
                    <a:pt x="3661352" y="40225"/>
                  </a:lnTo>
                  <a:lnTo>
                    <a:pt x="3593156" y="58994"/>
                  </a:lnTo>
                  <a:lnTo>
                    <a:pt x="3518680" y="81978"/>
                  </a:lnTo>
                  <a:lnTo>
                    <a:pt x="3440759" y="109141"/>
                  </a:lnTo>
                  <a:lnTo>
                    <a:pt x="3362016" y="140395"/>
                  </a:lnTo>
                  <a:lnTo>
                    <a:pt x="3284611" y="175669"/>
                  </a:lnTo>
                  <a:lnTo>
                    <a:pt x="3210131" y="214962"/>
                  </a:lnTo>
                  <a:lnTo>
                    <a:pt x="3139593" y="258379"/>
                  </a:lnTo>
                  <a:lnTo>
                    <a:pt x="3073512" y="306157"/>
                  </a:lnTo>
                  <a:lnTo>
                    <a:pt x="3012006" y="358665"/>
                  </a:lnTo>
                  <a:lnTo>
                    <a:pt x="2954901" y="416412"/>
                  </a:lnTo>
                  <a:lnTo>
                    <a:pt x="2901823" y="480026"/>
                  </a:lnTo>
                  <a:lnTo>
                    <a:pt x="2852273" y="550241"/>
                  </a:lnTo>
                  <a:lnTo>
                    <a:pt x="2805684" y="627860"/>
                  </a:lnTo>
                  <a:lnTo>
                    <a:pt x="2761468" y="713689"/>
                  </a:lnTo>
                  <a:lnTo>
                    <a:pt x="2719051" y="808440"/>
                  </a:lnTo>
                  <a:lnTo>
                    <a:pt x="2677914" y="912568"/>
                  </a:lnTo>
                  <a:lnTo>
                    <a:pt x="2667772" y="940089"/>
                  </a:lnTo>
                  <a:lnTo>
                    <a:pt x="2641551" y="1014555"/>
                  </a:lnTo>
                  <a:lnTo>
                    <a:pt x="2615544" y="1093069"/>
                  </a:lnTo>
                  <a:lnTo>
                    <a:pt x="2589659" y="1175710"/>
                  </a:lnTo>
                  <a:lnTo>
                    <a:pt x="2563817" y="1262523"/>
                  </a:lnTo>
                  <a:lnTo>
                    <a:pt x="2537952" y="1353517"/>
                  </a:lnTo>
                  <a:lnTo>
                    <a:pt x="2512011" y="1448658"/>
                  </a:lnTo>
                  <a:lnTo>
                    <a:pt x="2485952" y="1547872"/>
                  </a:lnTo>
                  <a:lnTo>
                    <a:pt x="2459744" y="1651039"/>
                  </a:lnTo>
                  <a:lnTo>
                    <a:pt x="2433366" y="1757990"/>
                  </a:lnTo>
                  <a:lnTo>
                    <a:pt x="2406806" y="1868512"/>
                  </a:lnTo>
                  <a:lnTo>
                    <a:pt x="2380061" y="1982343"/>
                  </a:lnTo>
                  <a:lnTo>
                    <a:pt x="2353136" y="2099175"/>
                  </a:lnTo>
                  <a:lnTo>
                    <a:pt x="2326043" y="2218658"/>
                  </a:lnTo>
                  <a:lnTo>
                    <a:pt x="2298800" y="2340402"/>
                  </a:lnTo>
                  <a:lnTo>
                    <a:pt x="2271433" y="2463981"/>
                  </a:lnTo>
                  <a:lnTo>
                    <a:pt x="2243969" y="2588943"/>
                  </a:lnTo>
                  <a:lnTo>
                    <a:pt x="2216441" y="2714811"/>
                  </a:lnTo>
                  <a:lnTo>
                    <a:pt x="2188884" y="2841094"/>
                  </a:lnTo>
                  <a:lnTo>
                    <a:pt x="2161332" y="2967295"/>
                  </a:lnTo>
                  <a:lnTo>
                    <a:pt x="2133822" y="3092918"/>
                  </a:lnTo>
                  <a:lnTo>
                    <a:pt x="2106387" y="3217476"/>
                  </a:lnTo>
                  <a:lnTo>
                    <a:pt x="2079057" y="3340499"/>
                  </a:lnTo>
                  <a:lnTo>
                    <a:pt x="2051862" y="3461543"/>
                  </a:lnTo>
                  <a:lnTo>
                    <a:pt x="2024822" y="3580193"/>
                  </a:lnTo>
                  <a:lnTo>
                    <a:pt x="1997955" y="3696072"/>
                  </a:lnTo>
                  <a:lnTo>
                    <a:pt x="1971271" y="3808844"/>
                  </a:lnTo>
                  <a:lnTo>
                    <a:pt x="1944772" y="3918215"/>
                  </a:lnTo>
                  <a:lnTo>
                    <a:pt x="1918452" y="4023940"/>
                  </a:lnTo>
                  <a:lnTo>
                    <a:pt x="1892296" y="4125819"/>
                  </a:lnTo>
                  <a:lnTo>
                    <a:pt x="1866280" y="4223701"/>
                  </a:lnTo>
                  <a:lnTo>
                    <a:pt x="1840369" y="4317481"/>
                  </a:lnTo>
                  <a:lnTo>
                    <a:pt x="1814518" y="4407098"/>
                  </a:lnTo>
                  <a:lnTo>
                    <a:pt x="1788669" y="4492533"/>
                  </a:lnTo>
                  <a:lnTo>
                    <a:pt x="1762753" y="4573807"/>
                  </a:lnTo>
                  <a:lnTo>
                    <a:pt x="1736687" y="4650976"/>
                  </a:lnTo>
                  <a:lnTo>
                    <a:pt x="1719082" y="4700447"/>
                  </a:lnTo>
                  <a:lnTo>
                    <a:pt x="1678194" y="4806939"/>
                  </a:lnTo>
                  <a:lnTo>
                    <a:pt x="1636143" y="4904007"/>
                  </a:lnTo>
                  <a:lnTo>
                    <a:pt x="1592430" y="4992008"/>
                  </a:lnTo>
                  <a:lnTo>
                    <a:pt x="1546490" y="5071606"/>
                  </a:lnTo>
                  <a:lnTo>
                    <a:pt x="1497735" y="5143597"/>
                  </a:lnTo>
                  <a:lnTo>
                    <a:pt x="1445590" y="5208790"/>
                  </a:lnTo>
                  <a:lnTo>
                    <a:pt x="1389533" y="5267941"/>
                  </a:lnTo>
                  <a:lnTo>
                    <a:pt x="1329154" y="5321707"/>
                  </a:lnTo>
                  <a:lnTo>
                    <a:pt x="1264220" y="5370627"/>
                  </a:lnTo>
                  <a:lnTo>
                    <a:pt x="1194765" y="5415108"/>
                  </a:lnTo>
                  <a:lnTo>
                    <a:pt x="1121197" y="5455418"/>
                  </a:lnTo>
                  <a:lnTo>
                    <a:pt x="1044398" y="5491694"/>
                  </a:lnTo>
                  <a:lnTo>
                    <a:pt x="965808" y="5523958"/>
                  </a:lnTo>
                  <a:lnTo>
                    <a:pt x="887451" y="5552153"/>
                  </a:lnTo>
                  <a:lnTo>
                    <a:pt x="811850" y="5576189"/>
                  </a:lnTo>
                  <a:lnTo>
                    <a:pt x="741818" y="5596010"/>
                  </a:lnTo>
                  <a:lnTo>
                    <a:pt x="680117" y="5611661"/>
                  </a:lnTo>
                  <a:lnTo>
                    <a:pt x="629025" y="5623343"/>
                  </a:lnTo>
                  <a:lnTo>
                    <a:pt x="589931" y="5631440"/>
                  </a:lnTo>
                  <a:lnTo>
                    <a:pt x="563035" y="5636505"/>
                  </a:lnTo>
                  <a:lnTo>
                    <a:pt x="547251" y="5639217"/>
                  </a:lnTo>
                  <a:lnTo>
                    <a:pt x="540274" y="5640314"/>
                  </a:lnTo>
                  <a:lnTo>
                    <a:pt x="538749" y="5640535"/>
                  </a:lnTo>
                  <a:lnTo>
                    <a:pt x="538736" y="5640537"/>
                  </a:lnTo>
                  <a:lnTo>
                    <a:pt x="0" y="56405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8" name="pg2168"/>
            <p:cNvSpPr/>
            <p:nvPr/>
          </p:nvSpPr>
          <p:spPr>
            <a:xfrm>
              <a:off x="546595" y="1501802"/>
              <a:ext cx="8234974" cy="4671410"/>
            </a:xfrm>
            <a:custGeom>
              <a:avLst/>
              <a:pathLst>
                <a:path w="8234974" h="4671410">
                  <a:moveTo>
                    <a:pt x="0" y="4671410"/>
                  </a:moveTo>
                  <a:lnTo>
                    <a:pt x="538736" y="4671410"/>
                  </a:lnTo>
                  <a:lnTo>
                    <a:pt x="539914" y="4671328"/>
                  </a:lnTo>
                  <a:lnTo>
                    <a:pt x="547616" y="4670745"/>
                  </a:lnTo>
                  <a:lnTo>
                    <a:pt x="566886" y="4669133"/>
                  </a:lnTo>
                  <a:lnTo>
                    <a:pt x="600963" y="4665966"/>
                  </a:lnTo>
                  <a:lnTo>
                    <a:pt x="650993" y="4660779"/>
                  </a:lnTo>
                  <a:lnTo>
                    <a:pt x="715969" y="4653219"/>
                  </a:lnTo>
                  <a:lnTo>
                    <a:pt x="793077" y="4643082"/>
                  </a:lnTo>
                  <a:lnTo>
                    <a:pt x="878398" y="4630300"/>
                  </a:lnTo>
                  <a:lnTo>
                    <a:pt x="967737" y="4614902"/>
                  </a:lnTo>
                  <a:lnTo>
                    <a:pt x="1057322" y="4596950"/>
                  </a:lnTo>
                  <a:lnTo>
                    <a:pt x="1144229" y="4576480"/>
                  </a:lnTo>
                  <a:lnTo>
                    <a:pt x="1226515" y="4553458"/>
                  </a:lnTo>
                  <a:lnTo>
                    <a:pt x="1303147" y="4527750"/>
                  </a:lnTo>
                  <a:lnTo>
                    <a:pt x="1373822" y="4499113"/>
                  </a:lnTo>
                  <a:lnTo>
                    <a:pt x="1438761" y="4467192"/>
                  </a:lnTo>
                  <a:lnTo>
                    <a:pt x="1498530" y="4431532"/>
                  </a:lnTo>
                  <a:lnTo>
                    <a:pt x="1553893" y="4391596"/>
                  </a:lnTo>
                  <a:lnTo>
                    <a:pt x="1605709" y="4346805"/>
                  </a:lnTo>
                  <a:lnTo>
                    <a:pt x="1654847" y="4296603"/>
                  </a:lnTo>
                  <a:lnTo>
                    <a:pt x="1702116" y="4240585"/>
                  </a:lnTo>
                  <a:lnTo>
                    <a:pt x="1719082" y="4218606"/>
                  </a:lnTo>
                  <a:lnTo>
                    <a:pt x="1755134" y="4168704"/>
                  </a:lnTo>
                  <a:lnTo>
                    <a:pt x="1790846" y="4115076"/>
                  </a:lnTo>
                  <a:lnTo>
                    <a:pt x="1826441" y="4057645"/>
                  </a:lnTo>
                  <a:lnTo>
                    <a:pt x="1862092" y="3996400"/>
                  </a:lnTo>
                  <a:lnTo>
                    <a:pt x="1897929" y="3931399"/>
                  </a:lnTo>
                  <a:lnTo>
                    <a:pt x="1934041" y="3862775"/>
                  </a:lnTo>
                  <a:lnTo>
                    <a:pt x="1970482" y="3790744"/>
                  </a:lnTo>
                  <a:lnTo>
                    <a:pt x="2007273" y="3715602"/>
                  </a:lnTo>
                  <a:lnTo>
                    <a:pt x="2044404" y="3637726"/>
                  </a:lnTo>
                  <a:lnTo>
                    <a:pt x="2081840" y="3557568"/>
                  </a:lnTo>
                  <a:lnTo>
                    <a:pt x="2119524" y="3475644"/>
                  </a:lnTo>
                  <a:lnTo>
                    <a:pt x="2157381" y="3392522"/>
                  </a:lnTo>
                  <a:lnTo>
                    <a:pt x="2195325" y="3308809"/>
                  </a:lnTo>
                  <a:lnTo>
                    <a:pt x="2233265" y="3225126"/>
                  </a:lnTo>
                  <a:lnTo>
                    <a:pt x="2271108" y="3142098"/>
                  </a:lnTo>
                  <a:lnTo>
                    <a:pt x="2308770" y="3060325"/>
                  </a:lnTo>
                  <a:lnTo>
                    <a:pt x="2346178" y="2980373"/>
                  </a:lnTo>
                  <a:lnTo>
                    <a:pt x="2383277" y="2902752"/>
                  </a:lnTo>
                  <a:lnTo>
                    <a:pt x="2420032" y="2827905"/>
                  </a:lnTo>
                  <a:lnTo>
                    <a:pt x="2456439" y="2756203"/>
                  </a:lnTo>
                  <a:lnTo>
                    <a:pt x="2492520" y="2687933"/>
                  </a:lnTo>
                  <a:lnTo>
                    <a:pt x="2528334" y="2623302"/>
                  </a:lnTo>
                  <a:lnTo>
                    <a:pt x="2563973" y="2562437"/>
                  </a:lnTo>
                  <a:lnTo>
                    <a:pt x="2599571" y="2505388"/>
                  </a:lnTo>
                  <a:lnTo>
                    <a:pt x="2635306" y="2452137"/>
                  </a:lnTo>
                  <a:lnTo>
                    <a:pt x="2667772" y="2407391"/>
                  </a:lnTo>
                  <a:lnTo>
                    <a:pt x="2714534" y="2349203"/>
                  </a:lnTo>
                  <a:lnTo>
                    <a:pt x="2762900" y="2296907"/>
                  </a:lnTo>
                  <a:lnTo>
                    <a:pt x="2813637" y="2250196"/>
                  </a:lnTo>
                  <a:lnTo>
                    <a:pt x="2867600" y="2208551"/>
                  </a:lnTo>
                  <a:lnTo>
                    <a:pt x="2925661" y="2171392"/>
                  </a:lnTo>
                  <a:lnTo>
                    <a:pt x="2988630" y="2138161"/>
                  </a:lnTo>
                  <a:lnTo>
                    <a:pt x="3057158" y="2108369"/>
                  </a:lnTo>
                  <a:lnTo>
                    <a:pt x="3131614" y="2081623"/>
                  </a:lnTo>
                  <a:lnTo>
                    <a:pt x="3211909" y="2057640"/>
                  </a:lnTo>
                  <a:lnTo>
                    <a:pt x="3297299" y="2036245"/>
                  </a:lnTo>
                  <a:lnTo>
                    <a:pt x="3386192" y="2017371"/>
                  </a:lnTo>
                  <a:lnTo>
                    <a:pt x="3476020" y="2001031"/>
                  </a:lnTo>
                  <a:lnTo>
                    <a:pt x="3563288" y="1987286"/>
                  </a:lnTo>
                  <a:lnTo>
                    <a:pt x="3643887" y="1976182"/>
                  </a:lnTo>
                  <a:lnTo>
                    <a:pt x="3713705" y="1967695"/>
                  </a:lnTo>
                  <a:lnTo>
                    <a:pt x="3769428" y="1961673"/>
                  </a:lnTo>
                  <a:lnTo>
                    <a:pt x="3809325" y="1957816"/>
                  </a:lnTo>
                  <a:lnTo>
                    <a:pt x="3833743" y="1955694"/>
                  </a:lnTo>
                  <a:lnTo>
                    <a:pt x="3845181" y="1954797"/>
                  </a:lnTo>
                  <a:lnTo>
                    <a:pt x="3848118" y="1954587"/>
                  </a:lnTo>
                  <a:lnTo>
                    <a:pt x="4386855" y="1954587"/>
                  </a:lnTo>
                  <a:lnTo>
                    <a:pt x="4388090" y="1954526"/>
                  </a:lnTo>
                  <a:lnTo>
                    <a:pt x="4396156" y="1954087"/>
                  </a:lnTo>
                  <a:lnTo>
                    <a:pt x="4416301" y="1952872"/>
                  </a:lnTo>
                  <a:lnTo>
                    <a:pt x="4451840" y="1950488"/>
                  </a:lnTo>
                  <a:lnTo>
                    <a:pt x="4503847" y="1946587"/>
                  </a:lnTo>
                  <a:lnTo>
                    <a:pt x="4571108" y="1940912"/>
                  </a:lnTo>
                  <a:lnTo>
                    <a:pt x="4650537" y="1933319"/>
                  </a:lnTo>
                  <a:lnTo>
                    <a:pt x="4737955" y="1923767"/>
                  </a:lnTo>
                  <a:lnTo>
                    <a:pt x="4828981" y="1912282"/>
                  </a:lnTo>
                  <a:lnTo>
                    <a:pt x="4919764" y="1898911"/>
                  </a:lnTo>
                  <a:lnTo>
                    <a:pt x="5007389" y="1883674"/>
                  </a:lnTo>
                  <a:lnTo>
                    <a:pt x="5089992" y="1866535"/>
                  </a:lnTo>
                  <a:lnTo>
                    <a:pt x="5166644" y="1847376"/>
                  </a:lnTo>
                  <a:lnTo>
                    <a:pt x="5237156" y="1825999"/>
                  </a:lnTo>
                  <a:lnTo>
                    <a:pt x="5301852" y="1802119"/>
                  </a:lnTo>
                  <a:lnTo>
                    <a:pt x="5361388" y="1775376"/>
                  </a:lnTo>
                  <a:lnTo>
                    <a:pt x="5416598" y="1745355"/>
                  </a:lnTo>
                  <a:lnTo>
                    <a:pt x="5468394" y="1711619"/>
                  </a:lnTo>
                  <a:lnTo>
                    <a:pt x="5517679" y="1673771"/>
                  </a:lnTo>
                  <a:lnTo>
                    <a:pt x="5565265" y="1631565"/>
                  </a:lnTo>
                  <a:lnTo>
                    <a:pt x="5567201" y="1629730"/>
                  </a:lnTo>
                  <a:lnTo>
                    <a:pt x="5607813" y="1589181"/>
                  </a:lnTo>
                  <a:lnTo>
                    <a:pt x="5648032" y="1545223"/>
                  </a:lnTo>
                  <a:lnTo>
                    <a:pt x="5688162" y="1497791"/>
                  </a:lnTo>
                  <a:lnTo>
                    <a:pt x="5728431" y="1446895"/>
                  </a:lnTo>
                  <a:lnTo>
                    <a:pt x="5768999" y="1392630"/>
                  </a:lnTo>
                  <a:lnTo>
                    <a:pt x="5809965" y="1335179"/>
                  </a:lnTo>
                  <a:lnTo>
                    <a:pt x="5851371" y="1274824"/>
                  </a:lnTo>
                  <a:lnTo>
                    <a:pt x="5893212" y="1211937"/>
                  </a:lnTo>
                  <a:lnTo>
                    <a:pt x="5935440" y="1146978"/>
                  </a:lnTo>
                  <a:lnTo>
                    <a:pt x="5977968" y="1080483"/>
                  </a:lnTo>
                  <a:lnTo>
                    <a:pt x="6020688" y="1013045"/>
                  </a:lnTo>
                  <a:lnTo>
                    <a:pt x="6063473" y="945294"/>
                  </a:lnTo>
                  <a:lnTo>
                    <a:pt x="6106190" y="877872"/>
                  </a:lnTo>
                  <a:lnTo>
                    <a:pt x="6148712" y="811409"/>
                  </a:lnTo>
                  <a:lnTo>
                    <a:pt x="6190931" y="746496"/>
                  </a:lnTo>
                  <a:lnTo>
                    <a:pt x="6232761" y="683667"/>
                  </a:lnTo>
                  <a:lnTo>
                    <a:pt x="6274157" y="623380"/>
                  </a:lnTo>
                  <a:lnTo>
                    <a:pt x="6315112" y="566006"/>
                  </a:lnTo>
                  <a:lnTo>
                    <a:pt x="6355671" y="511822"/>
                  </a:lnTo>
                  <a:lnTo>
                    <a:pt x="6395934" y="461012"/>
                  </a:lnTo>
                  <a:lnTo>
                    <a:pt x="6436063" y="413668"/>
                  </a:lnTo>
                  <a:lnTo>
                    <a:pt x="6476288" y="369796"/>
                  </a:lnTo>
                  <a:lnTo>
                    <a:pt x="6515891" y="330301"/>
                  </a:lnTo>
                  <a:lnTo>
                    <a:pt x="6563422" y="287914"/>
                  </a:lnTo>
                  <a:lnTo>
                    <a:pt x="6612621" y="249890"/>
                  </a:lnTo>
                  <a:lnTo>
                    <a:pt x="6664297" y="215991"/>
                  </a:lnTo>
                  <a:lnTo>
                    <a:pt x="6719348" y="185826"/>
                  </a:lnTo>
                  <a:lnTo>
                    <a:pt x="6778688" y="158956"/>
                  </a:lnTo>
                  <a:lnTo>
                    <a:pt x="6843157" y="134966"/>
                  </a:lnTo>
                  <a:lnTo>
                    <a:pt x="6913419" y="113491"/>
                  </a:lnTo>
                  <a:lnTo>
                    <a:pt x="6989818" y="94246"/>
                  </a:lnTo>
                  <a:lnTo>
                    <a:pt x="7072187" y="77026"/>
                  </a:lnTo>
                  <a:lnTo>
                    <a:pt x="7159636" y="61712"/>
                  </a:lnTo>
                  <a:lnTo>
                    <a:pt x="7250338" y="48264"/>
                  </a:lnTo>
                  <a:lnTo>
                    <a:pt x="7341425" y="36700"/>
                  </a:lnTo>
                  <a:lnTo>
                    <a:pt x="7429077" y="27067"/>
                  </a:lnTo>
                  <a:lnTo>
                    <a:pt x="7508923" y="19394"/>
                  </a:lnTo>
                  <a:lnTo>
                    <a:pt x="7576757" y="13642"/>
                  </a:lnTo>
                  <a:lnTo>
                    <a:pt x="7629431" y="9672"/>
                  </a:lnTo>
                  <a:lnTo>
                    <a:pt x="7665645" y="7232"/>
                  </a:lnTo>
                  <a:lnTo>
                    <a:pt x="7686374" y="5977"/>
                  </a:lnTo>
                  <a:lnTo>
                    <a:pt x="7694847" y="5513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941" y="1949224"/>
                  </a:lnTo>
                  <a:lnTo>
                    <a:pt x="3839238" y="1949807"/>
                  </a:lnTo>
                  <a:lnTo>
                    <a:pt x="3819968" y="1951420"/>
                  </a:lnTo>
                  <a:lnTo>
                    <a:pt x="3785891" y="1954586"/>
                  </a:lnTo>
                  <a:lnTo>
                    <a:pt x="3735861" y="1959774"/>
                  </a:lnTo>
                  <a:lnTo>
                    <a:pt x="3670885" y="1967334"/>
                  </a:lnTo>
                  <a:lnTo>
                    <a:pt x="3593778" y="1977471"/>
                  </a:lnTo>
                  <a:lnTo>
                    <a:pt x="3508457" y="1990253"/>
                  </a:lnTo>
                  <a:lnTo>
                    <a:pt x="3419118" y="2005651"/>
                  </a:lnTo>
                  <a:lnTo>
                    <a:pt x="3329533" y="2023603"/>
                  </a:lnTo>
                  <a:lnTo>
                    <a:pt x="3242626" y="2044072"/>
                  </a:lnTo>
                  <a:lnTo>
                    <a:pt x="3160340" y="2067094"/>
                  </a:lnTo>
                  <a:lnTo>
                    <a:pt x="3083707" y="2092802"/>
                  </a:lnTo>
                  <a:lnTo>
                    <a:pt x="3013032" y="2121439"/>
                  </a:lnTo>
                  <a:lnTo>
                    <a:pt x="2948093" y="2153360"/>
                  </a:lnTo>
                  <a:lnTo>
                    <a:pt x="2888325" y="2189020"/>
                  </a:lnTo>
                  <a:lnTo>
                    <a:pt x="2832962" y="2228956"/>
                  </a:lnTo>
                  <a:lnTo>
                    <a:pt x="2781146" y="2273748"/>
                  </a:lnTo>
                  <a:lnTo>
                    <a:pt x="2732008" y="2323949"/>
                  </a:lnTo>
                  <a:lnTo>
                    <a:pt x="2684738" y="2379967"/>
                  </a:lnTo>
                  <a:lnTo>
                    <a:pt x="2667772" y="2401946"/>
                  </a:lnTo>
                  <a:lnTo>
                    <a:pt x="2631720" y="2451848"/>
                  </a:lnTo>
                  <a:lnTo>
                    <a:pt x="2596008" y="2505477"/>
                  </a:lnTo>
                  <a:lnTo>
                    <a:pt x="2560413" y="2562907"/>
                  </a:lnTo>
                  <a:lnTo>
                    <a:pt x="2524762" y="2624152"/>
                  </a:lnTo>
                  <a:lnTo>
                    <a:pt x="2488926" y="2689154"/>
                  </a:lnTo>
                  <a:lnTo>
                    <a:pt x="2452814" y="2757778"/>
                  </a:lnTo>
                  <a:lnTo>
                    <a:pt x="2416373" y="2829809"/>
                  </a:lnTo>
                  <a:lnTo>
                    <a:pt x="2379582" y="2904951"/>
                  </a:lnTo>
                  <a:lnTo>
                    <a:pt x="2342451" y="2982826"/>
                  </a:lnTo>
                  <a:lnTo>
                    <a:pt x="2305015" y="3062984"/>
                  </a:lnTo>
                  <a:lnTo>
                    <a:pt x="2267331" y="3144909"/>
                  </a:lnTo>
                  <a:lnTo>
                    <a:pt x="2229474" y="3228030"/>
                  </a:lnTo>
                  <a:lnTo>
                    <a:pt x="2191530" y="3311744"/>
                  </a:lnTo>
                  <a:lnTo>
                    <a:pt x="2153590" y="3395426"/>
                  </a:lnTo>
                  <a:lnTo>
                    <a:pt x="2115746" y="3478455"/>
                  </a:lnTo>
                  <a:lnTo>
                    <a:pt x="2078084" y="3560227"/>
                  </a:lnTo>
                  <a:lnTo>
                    <a:pt x="2040676" y="3640179"/>
                  </a:lnTo>
                  <a:lnTo>
                    <a:pt x="2003578" y="3717801"/>
                  </a:lnTo>
                  <a:lnTo>
                    <a:pt x="1966822" y="3792647"/>
                  </a:lnTo>
                  <a:lnTo>
                    <a:pt x="1930416" y="3864350"/>
                  </a:lnTo>
                  <a:lnTo>
                    <a:pt x="1894334" y="3932620"/>
                  </a:lnTo>
                  <a:lnTo>
                    <a:pt x="1858521" y="3997250"/>
                  </a:lnTo>
                  <a:lnTo>
                    <a:pt x="1822882" y="4058116"/>
                  </a:lnTo>
                  <a:lnTo>
                    <a:pt x="1787284" y="4115164"/>
                  </a:lnTo>
                  <a:lnTo>
                    <a:pt x="1751549" y="4168416"/>
                  </a:lnTo>
                  <a:lnTo>
                    <a:pt x="1719082" y="4213162"/>
                  </a:lnTo>
                  <a:lnTo>
                    <a:pt x="1672320" y="4271350"/>
                  </a:lnTo>
                  <a:lnTo>
                    <a:pt x="1623954" y="4323645"/>
                  </a:lnTo>
                  <a:lnTo>
                    <a:pt x="1573218" y="4370357"/>
                  </a:lnTo>
                  <a:lnTo>
                    <a:pt x="1519254" y="4412002"/>
                  </a:lnTo>
                  <a:lnTo>
                    <a:pt x="1461193" y="4449161"/>
                  </a:lnTo>
                  <a:lnTo>
                    <a:pt x="1398225" y="4482392"/>
                  </a:lnTo>
                  <a:lnTo>
                    <a:pt x="1329696" y="4512184"/>
                  </a:lnTo>
                  <a:lnTo>
                    <a:pt x="1255240" y="4538929"/>
                  </a:lnTo>
                  <a:lnTo>
                    <a:pt x="1174946" y="4562913"/>
                  </a:lnTo>
                  <a:lnTo>
                    <a:pt x="1089556" y="4584307"/>
                  </a:lnTo>
                  <a:lnTo>
                    <a:pt x="1000663" y="4603182"/>
                  </a:lnTo>
                  <a:lnTo>
                    <a:pt x="910835" y="4619521"/>
                  </a:lnTo>
                  <a:lnTo>
                    <a:pt x="823567" y="4633267"/>
                  </a:lnTo>
                  <a:lnTo>
                    <a:pt x="742967" y="4644370"/>
                  </a:lnTo>
                  <a:lnTo>
                    <a:pt x="673150" y="4652858"/>
                  </a:lnTo>
                  <a:lnTo>
                    <a:pt x="617427" y="4658880"/>
                  </a:lnTo>
                  <a:lnTo>
                    <a:pt x="577529" y="4662737"/>
                  </a:lnTo>
                  <a:lnTo>
                    <a:pt x="553112" y="4664858"/>
                  </a:lnTo>
                  <a:lnTo>
                    <a:pt x="541674" y="4665756"/>
                  </a:lnTo>
                  <a:lnTo>
                    <a:pt x="538736" y="4665965"/>
                  </a:lnTo>
                  <a:lnTo>
                    <a:pt x="0" y="4665965"/>
                  </a:lnTo>
                  <a:close/>
                </a:path>
              </a:pathLst>
            </a:custGeom>
            <a:solidFill>
              <a:srgbClr val="8DCFF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69" name="pl2169"/>
            <p:cNvSpPr/>
            <p:nvPr/>
          </p:nvSpPr>
          <p:spPr>
            <a:xfrm>
              <a:off x="546595" y="1507247"/>
              <a:ext cx="8234974" cy="4665965"/>
            </a:xfrm>
            <a:custGeom>
              <a:avLst/>
              <a:pathLst>
                <a:path w="8234974" h="4665965">
                  <a:moveTo>
                    <a:pt x="0" y="4665965"/>
                  </a:moveTo>
                  <a:lnTo>
                    <a:pt x="538736" y="4665965"/>
                  </a:lnTo>
                  <a:lnTo>
                    <a:pt x="539914" y="4665884"/>
                  </a:lnTo>
                  <a:lnTo>
                    <a:pt x="547616" y="4665301"/>
                  </a:lnTo>
                  <a:lnTo>
                    <a:pt x="566886" y="4663688"/>
                  </a:lnTo>
                  <a:lnTo>
                    <a:pt x="600963" y="4660522"/>
                  </a:lnTo>
                  <a:lnTo>
                    <a:pt x="650993" y="4655334"/>
                  </a:lnTo>
                  <a:lnTo>
                    <a:pt x="715969" y="4647775"/>
                  </a:lnTo>
                  <a:lnTo>
                    <a:pt x="793077" y="4637637"/>
                  </a:lnTo>
                  <a:lnTo>
                    <a:pt x="878398" y="4624855"/>
                  </a:lnTo>
                  <a:lnTo>
                    <a:pt x="967737" y="4609457"/>
                  </a:lnTo>
                  <a:lnTo>
                    <a:pt x="1057322" y="4591505"/>
                  </a:lnTo>
                  <a:lnTo>
                    <a:pt x="1144229" y="4571036"/>
                  </a:lnTo>
                  <a:lnTo>
                    <a:pt x="1226515" y="4548014"/>
                  </a:lnTo>
                  <a:lnTo>
                    <a:pt x="1303147" y="4522306"/>
                  </a:lnTo>
                  <a:lnTo>
                    <a:pt x="1373822" y="4493669"/>
                  </a:lnTo>
                  <a:lnTo>
                    <a:pt x="1438761" y="4461748"/>
                  </a:lnTo>
                  <a:lnTo>
                    <a:pt x="1498530" y="4426088"/>
                  </a:lnTo>
                  <a:lnTo>
                    <a:pt x="1553893" y="4386152"/>
                  </a:lnTo>
                  <a:lnTo>
                    <a:pt x="1605709" y="4341360"/>
                  </a:lnTo>
                  <a:lnTo>
                    <a:pt x="1654847" y="4291159"/>
                  </a:lnTo>
                  <a:lnTo>
                    <a:pt x="1702116" y="4235141"/>
                  </a:lnTo>
                  <a:lnTo>
                    <a:pt x="1719082" y="4213162"/>
                  </a:lnTo>
                  <a:lnTo>
                    <a:pt x="1755134" y="4163260"/>
                  </a:lnTo>
                  <a:lnTo>
                    <a:pt x="1790846" y="4109631"/>
                  </a:lnTo>
                  <a:lnTo>
                    <a:pt x="1826441" y="4052201"/>
                  </a:lnTo>
                  <a:lnTo>
                    <a:pt x="1862092" y="3990956"/>
                  </a:lnTo>
                  <a:lnTo>
                    <a:pt x="1897929" y="3925954"/>
                  </a:lnTo>
                  <a:lnTo>
                    <a:pt x="1934041" y="3857330"/>
                  </a:lnTo>
                  <a:lnTo>
                    <a:pt x="1970482" y="3785299"/>
                  </a:lnTo>
                  <a:lnTo>
                    <a:pt x="2007273" y="3710157"/>
                  </a:lnTo>
                  <a:lnTo>
                    <a:pt x="2044404" y="3632282"/>
                  </a:lnTo>
                  <a:lnTo>
                    <a:pt x="2081840" y="3552124"/>
                  </a:lnTo>
                  <a:lnTo>
                    <a:pt x="2119524" y="3470199"/>
                  </a:lnTo>
                  <a:lnTo>
                    <a:pt x="2157381" y="3387078"/>
                  </a:lnTo>
                  <a:lnTo>
                    <a:pt x="2195325" y="3303364"/>
                  </a:lnTo>
                  <a:lnTo>
                    <a:pt x="2233265" y="3219682"/>
                  </a:lnTo>
                  <a:lnTo>
                    <a:pt x="2271108" y="3136653"/>
                  </a:lnTo>
                  <a:lnTo>
                    <a:pt x="2308770" y="3054881"/>
                  </a:lnTo>
                  <a:lnTo>
                    <a:pt x="2346178" y="2974929"/>
                  </a:lnTo>
                  <a:lnTo>
                    <a:pt x="2383277" y="2897307"/>
                  </a:lnTo>
                  <a:lnTo>
                    <a:pt x="2420032" y="2822461"/>
                  </a:lnTo>
                  <a:lnTo>
                    <a:pt x="2456439" y="2750758"/>
                  </a:lnTo>
                  <a:lnTo>
                    <a:pt x="2492520" y="2682488"/>
                  </a:lnTo>
                  <a:lnTo>
                    <a:pt x="2528334" y="2617858"/>
                  </a:lnTo>
                  <a:lnTo>
                    <a:pt x="2563973" y="2556993"/>
                  </a:lnTo>
                  <a:lnTo>
                    <a:pt x="2599571" y="2499944"/>
                  </a:lnTo>
                  <a:lnTo>
                    <a:pt x="2635306" y="2446692"/>
                  </a:lnTo>
                  <a:lnTo>
                    <a:pt x="2667772" y="2401946"/>
                  </a:lnTo>
                  <a:lnTo>
                    <a:pt x="2714534" y="2343758"/>
                  </a:lnTo>
                  <a:lnTo>
                    <a:pt x="2762900" y="2291463"/>
                  </a:lnTo>
                  <a:lnTo>
                    <a:pt x="2813637" y="2244751"/>
                  </a:lnTo>
                  <a:lnTo>
                    <a:pt x="2867600" y="2203106"/>
                  </a:lnTo>
                  <a:lnTo>
                    <a:pt x="2925661" y="2165947"/>
                  </a:lnTo>
                  <a:lnTo>
                    <a:pt x="2988630" y="2132716"/>
                  </a:lnTo>
                  <a:lnTo>
                    <a:pt x="3057158" y="2102924"/>
                  </a:lnTo>
                  <a:lnTo>
                    <a:pt x="3131614" y="2076179"/>
                  </a:lnTo>
                  <a:lnTo>
                    <a:pt x="3211909" y="2052195"/>
                  </a:lnTo>
                  <a:lnTo>
                    <a:pt x="3297299" y="2030801"/>
                  </a:lnTo>
                  <a:lnTo>
                    <a:pt x="3386192" y="2011926"/>
                  </a:lnTo>
                  <a:lnTo>
                    <a:pt x="3476020" y="1995587"/>
                  </a:lnTo>
                  <a:lnTo>
                    <a:pt x="3563288" y="1981841"/>
                  </a:lnTo>
                  <a:lnTo>
                    <a:pt x="3643887" y="1970738"/>
                  </a:lnTo>
                  <a:lnTo>
                    <a:pt x="3713705" y="1962250"/>
                  </a:lnTo>
                  <a:lnTo>
                    <a:pt x="3769428" y="1956228"/>
                  </a:lnTo>
                  <a:lnTo>
                    <a:pt x="3809325" y="1952371"/>
                  </a:lnTo>
                  <a:lnTo>
                    <a:pt x="3833743" y="1950250"/>
                  </a:lnTo>
                  <a:lnTo>
                    <a:pt x="3845181" y="1949352"/>
                  </a:lnTo>
                  <a:lnTo>
                    <a:pt x="3848058" y="1949147"/>
                  </a:lnTo>
                  <a:lnTo>
                    <a:pt x="3848118" y="1949143"/>
                  </a:lnTo>
                  <a:lnTo>
                    <a:pt x="4386855" y="1949143"/>
                  </a:lnTo>
                  <a:lnTo>
                    <a:pt x="4388090" y="1949081"/>
                  </a:lnTo>
                  <a:lnTo>
                    <a:pt x="4396156" y="1948642"/>
                  </a:lnTo>
                  <a:lnTo>
                    <a:pt x="4416301" y="1947428"/>
                  </a:lnTo>
                  <a:lnTo>
                    <a:pt x="4451840" y="1945043"/>
                  </a:lnTo>
                  <a:lnTo>
                    <a:pt x="4503847" y="1941143"/>
                  </a:lnTo>
                  <a:lnTo>
                    <a:pt x="4571108" y="1935468"/>
                  </a:lnTo>
                  <a:lnTo>
                    <a:pt x="4650537" y="1927875"/>
                  </a:lnTo>
                  <a:lnTo>
                    <a:pt x="4737955" y="1918322"/>
                  </a:lnTo>
                  <a:lnTo>
                    <a:pt x="4828981" y="1906837"/>
                  </a:lnTo>
                  <a:lnTo>
                    <a:pt x="4919764" y="1893466"/>
                  </a:lnTo>
                  <a:lnTo>
                    <a:pt x="5007389" y="1878230"/>
                  </a:lnTo>
                  <a:lnTo>
                    <a:pt x="5089992" y="1861090"/>
                  </a:lnTo>
                  <a:lnTo>
                    <a:pt x="5166644" y="1841932"/>
                  </a:lnTo>
                  <a:lnTo>
                    <a:pt x="5237156" y="1820555"/>
                  </a:lnTo>
                  <a:lnTo>
                    <a:pt x="5301852" y="1796674"/>
                  </a:lnTo>
                  <a:lnTo>
                    <a:pt x="5361388" y="1769931"/>
                  </a:lnTo>
                  <a:lnTo>
                    <a:pt x="5416598" y="1739911"/>
                  </a:lnTo>
                  <a:lnTo>
                    <a:pt x="5468394" y="1706175"/>
                  </a:lnTo>
                  <a:lnTo>
                    <a:pt x="5517679" y="1668327"/>
                  </a:lnTo>
                  <a:lnTo>
                    <a:pt x="5565265" y="1626121"/>
                  </a:lnTo>
                  <a:lnTo>
                    <a:pt x="5567201" y="1624286"/>
                  </a:lnTo>
                  <a:lnTo>
                    <a:pt x="5607813" y="1583736"/>
                  </a:lnTo>
                  <a:lnTo>
                    <a:pt x="5648032" y="1539778"/>
                  </a:lnTo>
                  <a:lnTo>
                    <a:pt x="5688162" y="1492347"/>
                  </a:lnTo>
                  <a:lnTo>
                    <a:pt x="5728431" y="1441451"/>
                  </a:lnTo>
                  <a:lnTo>
                    <a:pt x="5768999" y="1387185"/>
                  </a:lnTo>
                  <a:lnTo>
                    <a:pt x="5809965" y="1329735"/>
                  </a:lnTo>
                  <a:lnTo>
                    <a:pt x="5851371" y="1269379"/>
                  </a:lnTo>
                  <a:lnTo>
                    <a:pt x="5893212" y="1206492"/>
                  </a:lnTo>
                  <a:lnTo>
                    <a:pt x="5935440" y="1141533"/>
                  </a:lnTo>
                  <a:lnTo>
                    <a:pt x="5977968" y="1075038"/>
                  </a:lnTo>
                  <a:lnTo>
                    <a:pt x="6020688" y="1007601"/>
                  </a:lnTo>
                  <a:lnTo>
                    <a:pt x="6063473" y="939850"/>
                  </a:lnTo>
                  <a:lnTo>
                    <a:pt x="6106190" y="872428"/>
                  </a:lnTo>
                  <a:lnTo>
                    <a:pt x="6148712" y="805964"/>
                  </a:lnTo>
                  <a:lnTo>
                    <a:pt x="6190931" y="741051"/>
                  </a:lnTo>
                  <a:lnTo>
                    <a:pt x="6232761" y="678222"/>
                  </a:lnTo>
                  <a:lnTo>
                    <a:pt x="6274157" y="617935"/>
                  </a:lnTo>
                  <a:lnTo>
                    <a:pt x="6315112" y="560561"/>
                  </a:lnTo>
                  <a:lnTo>
                    <a:pt x="6355671" y="506378"/>
                  </a:lnTo>
                  <a:lnTo>
                    <a:pt x="6395934" y="455568"/>
                  </a:lnTo>
                  <a:lnTo>
                    <a:pt x="6436063" y="408223"/>
                  </a:lnTo>
                  <a:lnTo>
                    <a:pt x="6476288" y="364352"/>
                  </a:lnTo>
                  <a:lnTo>
                    <a:pt x="6515891" y="324857"/>
                  </a:lnTo>
                  <a:lnTo>
                    <a:pt x="6563422" y="282469"/>
                  </a:lnTo>
                  <a:lnTo>
                    <a:pt x="6612621" y="244445"/>
                  </a:lnTo>
                  <a:lnTo>
                    <a:pt x="6664297" y="210547"/>
                  </a:lnTo>
                  <a:lnTo>
                    <a:pt x="6719348" y="180381"/>
                  </a:lnTo>
                  <a:lnTo>
                    <a:pt x="6778688" y="153512"/>
                  </a:lnTo>
                  <a:lnTo>
                    <a:pt x="6843157" y="129521"/>
                  </a:lnTo>
                  <a:lnTo>
                    <a:pt x="6913419" y="108047"/>
                  </a:lnTo>
                  <a:lnTo>
                    <a:pt x="6989818" y="88801"/>
                  </a:lnTo>
                  <a:lnTo>
                    <a:pt x="7072187" y="71581"/>
                  </a:lnTo>
                  <a:lnTo>
                    <a:pt x="7159636" y="56268"/>
                  </a:lnTo>
                  <a:lnTo>
                    <a:pt x="7250338" y="42820"/>
                  </a:lnTo>
                  <a:lnTo>
                    <a:pt x="7341425" y="31256"/>
                  </a:lnTo>
                  <a:lnTo>
                    <a:pt x="7429077" y="21623"/>
                  </a:lnTo>
                  <a:lnTo>
                    <a:pt x="7508923" y="13949"/>
                  </a:lnTo>
                  <a:lnTo>
                    <a:pt x="7576757" y="8197"/>
                  </a:lnTo>
                  <a:lnTo>
                    <a:pt x="7629431" y="4228"/>
                  </a:lnTo>
                  <a:lnTo>
                    <a:pt x="7665645" y="1787"/>
                  </a:lnTo>
                  <a:lnTo>
                    <a:pt x="7686374" y="532"/>
                  </a:lnTo>
                  <a:lnTo>
                    <a:pt x="7694847" y="69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0" name="pl2170"/>
            <p:cNvSpPr/>
            <p:nvPr/>
          </p:nvSpPr>
          <p:spPr>
            <a:xfrm>
              <a:off x="546595" y="1501802"/>
              <a:ext cx="8234974" cy="4665965"/>
            </a:xfrm>
            <a:custGeom>
              <a:avLst/>
              <a:pathLst>
                <a:path w="8234974" h="4665965">
                  <a:moveTo>
                    <a:pt x="8234974" y="0"/>
                  </a:moveTo>
                  <a:lnTo>
                    <a:pt x="7696237" y="0"/>
                  </a:lnTo>
                  <a:lnTo>
                    <a:pt x="7695003" y="61"/>
                  </a:lnTo>
                  <a:lnTo>
                    <a:pt x="7686937" y="500"/>
                  </a:lnTo>
                  <a:lnTo>
                    <a:pt x="7666791" y="1715"/>
                  </a:lnTo>
                  <a:lnTo>
                    <a:pt x="7631252" y="4099"/>
                  </a:lnTo>
                  <a:lnTo>
                    <a:pt x="7579246" y="8000"/>
                  </a:lnTo>
                  <a:lnTo>
                    <a:pt x="7511985" y="13674"/>
                  </a:lnTo>
                  <a:lnTo>
                    <a:pt x="7432556" y="21268"/>
                  </a:lnTo>
                  <a:lnTo>
                    <a:pt x="7345138" y="30820"/>
                  </a:lnTo>
                  <a:lnTo>
                    <a:pt x="7254111" y="42305"/>
                  </a:lnTo>
                  <a:lnTo>
                    <a:pt x="7163329" y="55676"/>
                  </a:lnTo>
                  <a:lnTo>
                    <a:pt x="7075703" y="70913"/>
                  </a:lnTo>
                  <a:lnTo>
                    <a:pt x="6993101" y="88052"/>
                  </a:lnTo>
                  <a:lnTo>
                    <a:pt x="6916448" y="107210"/>
                  </a:lnTo>
                  <a:lnTo>
                    <a:pt x="6845937" y="128588"/>
                  </a:lnTo>
                  <a:lnTo>
                    <a:pt x="6781240" y="152468"/>
                  </a:lnTo>
                  <a:lnTo>
                    <a:pt x="6721705" y="179211"/>
                  </a:lnTo>
                  <a:lnTo>
                    <a:pt x="6666495" y="209232"/>
                  </a:lnTo>
                  <a:lnTo>
                    <a:pt x="6614698" y="242968"/>
                  </a:lnTo>
                  <a:lnTo>
                    <a:pt x="6565413" y="280815"/>
                  </a:lnTo>
                  <a:lnTo>
                    <a:pt x="6517827" y="323022"/>
                  </a:lnTo>
                  <a:lnTo>
                    <a:pt x="6515891" y="324857"/>
                  </a:lnTo>
                  <a:lnTo>
                    <a:pt x="6475279" y="365406"/>
                  </a:lnTo>
                  <a:lnTo>
                    <a:pt x="6435061" y="409364"/>
                  </a:lnTo>
                  <a:lnTo>
                    <a:pt x="6394931" y="456796"/>
                  </a:lnTo>
                  <a:lnTo>
                    <a:pt x="6354661" y="507691"/>
                  </a:lnTo>
                  <a:lnTo>
                    <a:pt x="6314093" y="561957"/>
                  </a:lnTo>
                  <a:lnTo>
                    <a:pt x="6273128" y="619408"/>
                  </a:lnTo>
                  <a:lnTo>
                    <a:pt x="6231721" y="679763"/>
                  </a:lnTo>
                  <a:lnTo>
                    <a:pt x="6189880" y="742650"/>
                  </a:lnTo>
                  <a:lnTo>
                    <a:pt x="6147653" y="807609"/>
                  </a:lnTo>
                  <a:lnTo>
                    <a:pt x="6105124" y="874104"/>
                  </a:lnTo>
                  <a:lnTo>
                    <a:pt x="6062404" y="941542"/>
                  </a:lnTo>
                  <a:lnTo>
                    <a:pt x="6019620" y="1009292"/>
                  </a:lnTo>
                  <a:lnTo>
                    <a:pt x="5976903" y="1076714"/>
                  </a:lnTo>
                  <a:lnTo>
                    <a:pt x="5934380" y="1143178"/>
                  </a:lnTo>
                  <a:lnTo>
                    <a:pt x="5892162" y="1208091"/>
                  </a:lnTo>
                  <a:lnTo>
                    <a:pt x="5850331" y="1270920"/>
                  </a:lnTo>
                  <a:lnTo>
                    <a:pt x="5808936" y="1331207"/>
                  </a:lnTo>
                  <a:lnTo>
                    <a:pt x="5767981" y="1388581"/>
                  </a:lnTo>
                  <a:lnTo>
                    <a:pt x="5727422" y="1442764"/>
                  </a:lnTo>
                  <a:lnTo>
                    <a:pt x="5687158" y="1493574"/>
                  </a:lnTo>
                  <a:lnTo>
                    <a:pt x="5647029" y="1540919"/>
                  </a:lnTo>
                  <a:lnTo>
                    <a:pt x="5606805" y="1584791"/>
                  </a:lnTo>
                  <a:lnTo>
                    <a:pt x="5567201" y="1624286"/>
                  </a:lnTo>
                  <a:lnTo>
                    <a:pt x="5519671" y="1666673"/>
                  </a:lnTo>
                  <a:lnTo>
                    <a:pt x="5470471" y="1704697"/>
                  </a:lnTo>
                  <a:lnTo>
                    <a:pt x="5418796" y="1738595"/>
                  </a:lnTo>
                  <a:lnTo>
                    <a:pt x="5363744" y="1768761"/>
                  </a:lnTo>
                  <a:lnTo>
                    <a:pt x="5304405" y="1795630"/>
                  </a:lnTo>
                  <a:lnTo>
                    <a:pt x="5239936" y="1819621"/>
                  </a:lnTo>
                  <a:lnTo>
                    <a:pt x="5169673" y="1841096"/>
                  </a:lnTo>
                  <a:lnTo>
                    <a:pt x="5093275" y="1860341"/>
                  </a:lnTo>
                  <a:lnTo>
                    <a:pt x="5010905" y="1877561"/>
                  </a:lnTo>
                  <a:lnTo>
                    <a:pt x="4923457" y="1892875"/>
                  </a:lnTo>
                  <a:lnTo>
                    <a:pt x="4832754" y="1906323"/>
                  </a:lnTo>
                  <a:lnTo>
                    <a:pt x="4741667" y="1917886"/>
                  </a:lnTo>
                  <a:lnTo>
                    <a:pt x="4654015" y="1927519"/>
                  </a:lnTo>
                  <a:lnTo>
                    <a:pt x="4574170" y="1935193"/>
                  </a:lnTo>
                  <a:lnTo>
                    <a:pt x="4506335" y="1940945"/>
                  </a:lnTo>
                  <a:lnTo>
                    <a:pt x="4453661" y="1944915"/>
                  </a:lnTo>
                  <a:lnTo>
                    <a:pt x="4417447" y="1947355"/>
                  </a:lnTo>
                  <a:lnTo>
                    <a:pt x="4396718" y="1948610"/>
                  </a:lnTo>
                  <a:lnTo>
                    <a:pt x="4388246" y="1949073"/>
                  </a:lnTo>
                  <a:lnTo>
                    <a:pt x="4386855" y="1949143"/>
                  </a:lnTo>
                  <a:lnTo>
                    <a:pt x="4386855" y="1949143"/>
                  </a:lnTo>
                  <a:lnTo>
                    <a:pt x="3848118" y="1949143"/>
                  </a:lnTo>
                  <a:lnTo>
                    <a:pt x="3846941" y="1949224"/>
                  </a:lnTo>
                  <a:lnTo>
                    <a:pt x="3839238" y="1949807"/>
                  </a:lnTo>
                  <a:lnTo>
                    <a:pt x="3819968" y="1951420"/>
                  </a:lnTo>
                  <a:lnTo>
                    <a:pt x="3785891" y="1954586"/>
                  </a:lnTo>
                  <a:lnTo>
                    <a:pt x="3735861" y="1959774"/>
                  </a:lnTo>
                  <a:lnTo>
                    <a:pt x="3670885" y="1967334"/>
                  </a:lnTo>
                  <a:lnTo>
                    <a:pt x="3593778" y="1977471"/>
                  </a:lnTo>
                  <a:lnTo>
                    <a:pt x="3508457" y="1990253"/>
                  </a:lnTo>
                  <a:lnTo>
                    <a:pt x="3419118" y="2005651"/>
                  </a:lnTo>
                  <a:lnTo>
                    <a:pt x="3329533" y="2023603"/>
                  </a:lnTo>
                  <a:lnTo>
                    <a:pt x="3242626" y="2044072"/>
                  </a:lnTo>
                  <a:lnTo>
                    <a:pt x="3160340" y="2067094"/>
                  </a:lnTo>
                  <a:lnTo>
                    <a:pt x="3083707" y="2092802"/>
                  </a:lnTo>
                  <a:lnTo>
                    <a:pt x="3013032" y="2121439"/>
                  </a:lnTo>
                  <a:lnTo>
                    <a:pt x="2948093" y="2153360"/>
                  </a:lnTo>
                  <a:lnTo>
                    <a:pt x="2888325" y="2189020"/>
                  </a:lnTo>
                  <a:lnTo>
                    <a:pt x="2832962" y="2228956"/>
                  </a:lnTo>
                  <a:lnTo>
                    <a:pt x="2781146" y="2273748"/>
                  </a:lnTo>
                  <a:lnTo>
                    <a:pt x="2732008" y="2323949"/>
                  </a:lnTo>
                  <a:lnTo>
                    <a:pt x="2684738" y="2379967"/>
                  </a:lnTo>
                  <a:lnTo>
                    <a:pt x="2667772" y="2401946"/>
                  </a:lnTo>
                  <a:lnTo>
                    <a:pt x="2631720" y="2451848"/>
                  </a:lnTo>
                  <a:lnTo>
                    <a:pt x="2596008" y="2505477"/>
                  </a:lnTo>
                  <a:lnTo>
                    <a:pt x="2560413" y="2562907"/>
                  </a:lnTo>
                  <a:lnTo>
                    <a:pt x="2524762" y="2624152"/>
                  </a:lnTo>
                  <a:lnTo>
                    <a:pt x="2488926" y="2689154"/>
                  </a:lnTo>
                  <a:lnTo>
                    <a:pt x="2452814" y="2757778"/>
                  </a:lnTo>
                  <a:lnTo>
                    <a:pt x="2416373" y="2829809"/>
                  </a:lnTo>
                  <a:lnTo>
                    <a:pt x="2379582" y="2904951"/>
                  </a:lnTo>
                  <a:lnTo>
                    <a:pt x="2342451" y="2982826"/>
                  </a:lnTo>
                  <a:lnTo>
                    <a:pt x="2305015" y="3062984"/>
                  </a:lnTo>
                  <a:lnTo>
                    <a:pt x="2267331" y="3144909"/>
                  </a:lnTo>
                  <a:lnTo>
                    <a:pt x="2229474" y="3228030"/>
                  </a:lnTo>
                  <a:lnTo>
                    <a:pt x="2191530" y="3311744"/>
                  </a:lnTo>
                  <a:lnTo>
                    <a:pt x="2153590" y="3395426"/>
                  </a:lnTo>
                  <a:lnTo>
                    <a:pt x="2115746" y="3478455"/>
                  </a:lnTo>
                  <a:lnTo>
                    <a:pt x="2078084" y="3560227"/>
                  </a:lnTo>
                  <a:lnTo>
                    <a:pt x="2040676" y="3640179"/>
                  </a:lnTo>
                  <a:lnTo>
                    <a:pt x="2003578" y="3717801"/>
                  </a:lnTo>
                  <a:lnTo>
                    <a:pt x="1966822" y="3792647"/>
                  </a:lnTo>
                  <a:lnTo>
                    <a:pt x="1930416" y="3864350"/>
                  </a:lnTo>
                  <a:lnTo>
                    <a:pt x="1894334" y="3932620"/>
                  </a:lnTo>
                  <a:lnTo>
                    <a:pt x="1858521" y="3997250"/>
                  </a:lnTo>
                  <a:lnTo>
                    <a:pt x="1822882" y="4058116"/>
                  </a:lnTo>
                  <a:lnTo>
                    <a:pt x="1787284" y="4115164"/>
                  </a:lnTo>
                  <a:lnTo>
                    <a:pt x="1751549" y="4168416"/>
                  </a:lnTo>
                  <a:lnTo>
                    <a:pt x="1719082" y="4213162"/>
                  </a:lnTo>
                  <a:lnTo>
                    <a:pt x="1672320" y="4271350"/>
                  </a:lnTo>
                  <a:lnTo>
                    <a:pt x="1623954" y="4323645"/>
                  </a:lnTo>
                  <a:lnTo>
                    <a:pt x="1573218" y="4370357"/>
                  </a:lnTo>
                  <a:lnTo>
                    <a:pt x="1519254" y="4412002"/>
                  </a:lnTo>
                  <a:lnTo>
                    <a:pt x="1461193" y="4449161"/>
                  </a:lnTo>
                  <a:lnTo>
                    <a:pt x="1398225" y="4482392"/>
                  </a:lnTo>
                  <a:lnTo>
                    <a:pt x="1329696" y="4512184"/>
                  </a:lnTo>
                  <a:lnTo>
                    <a:pt x="1255240" y="4538929"/>
                  </a:lnTo>
                  <a:lnTo>
                    <a:pt x="1174946" y="4562913"/>
                  </a:lnTo>
                  <a:lnTo>
                    <a:pt x="1089556" y="4584307"/>
                  </a:lnTo>
                  <a:lnTo>
                    <a:pt x="1000663" y="4603182"/>
                  </a:lnTo>
                  <a:lnTo>
                    <a:pt x="910835" y="4619521"/>
                  </a:lnTo>
                  <a:lnTo>
                    <a:pt x="823567" y="4633267"/>
                  </a:lnTo>
                  <a:lnTo>
                    <a:pt x="742967" y="4644370"/>
                  </a:lnTo>
                  <a:lnTo>
                    <a:pt x="673150" y="4652858"/>
                  </a:lnTo>
                  <a:lnTo>
                    <a:pt x="617427" y="4658880"/>
                  </a:lnTo>
                  <a:lnTo>
                    <a:pt x="577529" y="4662737"/>
                  </a:lnTo>
                  <a:lnTo>
                    <a:pt x="553112" y="4664858"/>
                  </a:lnTo>
                  <a:lnTo>
                    <a:pt x="541674" y="4665756"/>
                  </a:lnTo>
                  <a:lnTo>
                    <a:pt x="538796" y="4665961"/>
                  </a:lnTo>
                  <a:lnTo>
                    <a:pt x="538736" y="4665965"/>
                  </a:lnTo>
                  <a:lnTo>
                    <a:pt x="0" y="46659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1" name="pg2171"/>
            <p:cNvSpPr/>
            <p:nvPr/>
          </p:nvSpPr>
          <p:spPr>
            <a:xfrm>
              <a:off x="546595" y="3516280"/>
              <a:ext cx="8234974" cy="2662377"/>
            </a:xfrm>
            <a:custGeom>
              <a:avLst/>
              <a:pathLst>
                <a:path w="8234974" h="2662377">
                  <a:moveTo>
                    <a:pt x="0" y="2662377"/>
                  </a:moveTo>
                  <a:lnTo>
                    <a:pt x="538736" y="2662377"/>
                  </a:lnTo>
                  <a:lnTo>
                    <a:pt x="539919" y="2662297"/>
                  </a:lnTo>
                  <a:lnTo>
                    <a:pt x="547652" y="2661724"/>
                  </a:lnTo>
                  <a:lnTo>
                    <a:pt x="566997" y="2660141"/>
                  </a:lnTo>
                  <a:lnTo>
                    <a:pt x="601199" y="2657031"/>
                  </a:lnTo>
                  <a:lnTo>
                    <a:pt x="651400" y="2651937"/>
                  </a:lnTo>
                  <a:lnTo>
                    <a:pt x="716573" y="2644514"/>
                  </a:lnTo>
                  <a:lnTo>
                    <a:pt x="793882" y="2634563"/>
                  </a:lnTo>
                  <a:lnTo>
                    <a:pt x="879386" y="2622018"/>
                  </a:lnTo>
                  <a:lnTo>
                    <a:pt x="968874" y="2606908"/>
                  </a:lnTo>
                  <a:lnTo>
                    <a:pt x="1058566" y="2589294"/>
                  </a:lnTo>
                  <a:lnTo>
                    <a:pt x="1145538" y="2569211"/>
                  </a:lnTo>
                  <a:lnTo>
                    <a:pt x="1227854" y="2546624"/>
                  </a:lnTo>
                  <a:lnTo>
                    <a:pt x="1304490" y="2521400"/>
                  </a:lnTo>
                  <a:lnTo>
                    <a:pt x="1375152" y="2493297"/>
                  </a:lnTo>
                  <a:lnTo>
                    <a:pt x="1440070" y="2461966"/>
                  </a:lnTo>
                  <a:lnTo>
                    <a:pt x="1499818" y="2426958"/>
                  </a:lnTo>
                  <a:lnTo>
                    <a:pt x="1555167" y="2387744"/>
                  </a:lnTo>
                  <a:lnTo>
                    <a:pt x="1606979" y="2343754"/>
                  </a:lnTo>
                  <a:lnTo>
                    <a:pt x="1656128" y="2294447"/>
                  </a:lnTo>
                  <a:lnTo>
                    <a:pt x="1703423" y="2239428"/>
                  </a:lnTo>
                  <a:lnTo>
                    <a:pt x="1719082" y="2219555"/>
                  </a:lnTo>
                  <a:lnTo>
                    <a:pt x="1755447" y="2170310"/>
                  </a:lnTo>
                  <a:lnTo>
                    <a:pt x="1791469" y="2117357"/>
                  </a:lnTo>
                  <a:lnTo>
                    <a:pt x="1827375" y="2060619"/>
                  </a:lnTo>
                  <a:lnTo>
                    <a:pt x="1863342" y="2000086"/>
                  </a:lnTo>
                  <a:lnTo>
                    <a:pt x="1899501" y="1935818"/>
                  </a:lnTo>
                  <a:lnTo>
                    <a:pt x="1935944" y="1867953"/>
                  </a:lnTo>
                  <a:lnTo>
                    <a:pt x="1972723" y="1796711"/>
                  </a:lnTo>
                  <a:lnTo>
                    <a:pt x="2009858" y="1722395"/>
                  </a:lnTo>
                  <a:lnTo>
                    <a:pt x="2047338" y="1645387"/>
                  </a:lnTo>
                  <a:lnTo>
                    <a:pt x="2085125" y="1566146"/>
                  </a:lnTo>
                  <a:lnTo>
                    <a:pt x="2123158" y="1485195"/>
                  </a:lnTo>
                  <a:lnTo>
                    <a:pt x="2161358" y="1403110"/>
                  </a:lnTo>
                  <a:lnTo>
                    <a:pt x="2199638" y="1320500"/>
                  </a:lnTo>
                  <a:lnTo>
                    <a:pt x="2237903" y="1237992"/>
                  </a:lnTo>
                  <a:lnTo>
                    <a:pt x="2276059" y="1156209"/>
                  </a:lnTo>
                  <a:lnTo>
                    <a:pt x="2314019" y="1075752"/>
                  </a:lnTo>
                  <a:lnTo>
                    <a:pt x="2351712" y="997181"/>
                  </a:lnTo>
                  <a:lnTo>
                    <a:pt x="2389083" y="921000"/>
                  </a:lnTo>
                  <a:lnTo>
                    <a:pt x="2426103" y="847643"/>
                  </a:lnTo>
                  <a:lnTo>
                    <a:pt x="2462769" y="777467"/>
                  </a:lnTo>
                  <a:lnTo>
                    <a:pt x="2499113" y="710749"/>
                  </a:lnTo>
                  <a:lnTo>
                    <a:pt x="2535198" y="647682"/>
                  </a:lnTo>
                  <a:lnTo>
                    <a:pt x="2571128" y="588377"/>
                  </a:lnTo>
                  <a:lnTo>
                    <a:pt x="2607050" y="532871"/>
                  </a:lnTo>
                  <a:lnTo>
                    <a:pt x="2643155" y="481132"/>
                  </a:lnTo>
                  <a:lnTo>
                    <a:pt x="2667772" y="448266"/>
                  </a:lnTo>
                  <a:lnTo>
                    <a:pt x="2714601" y="391285"/>
                  </a:lnTo>
                  <a:lnTo>
                    <a:pt x="2763039" y="340082"/>
                  </a:lnTo>
                  <a:lnTo>
                    <a:pt x="2813857" y="294355"/>
                  </a:lnTo>
                  <a:lnTo>
                    <a:pt x="2867914" y="253594"/>
                  </a:lnTo>
                  <a:lnTo>
                    <a:pt x="2926085" y="217229"/>
                  </a:lnTo>
                  <a:lnTo>
                    <a:pt x="2989183" y="184712"/>
                  </a:lnTo>
                  <a:lnTo>
                    <a:pt x="3057861" y="155565"/>
                  </a:lnTo>
                  <a:lnTo>
                    <a:pt x="3132484" y="129402"/>
                  </a:lnTo>
                  <a:lnTo>
                    <a:pt x="3212958" y="105945"/>
                  </a:lnTo>
                  <a:lnTo>
                    <a:pt x="3298527" y="85026"/>
                  </a:lnTo>
                  <a:lnTo>
                    <a:pt x="3387579" y="66578"/>
                  </a:lnTo>
                  <a:lnTo>
                    <a:pt x="3477521" y="50617"/>
                  </a:lnTo>
                  <a:lnTo>
                    <a:pt x="3564831" y="37200"/>
                  </a:lnTo>
                  <a:lnTo>
                    <a:pt x="3645376" y="26375"/>
                  </a:lnTo>
                  <a:lnTo>
                    <a:pt x="3715032" y="18115"/>
                  </a:lnTo>
                  <a:lnTo>
                    <a:pt x="3770500" y="12267"/>
                  </a:lnTo>
                  <a:lnTo>
                    <a:pt x="3810082" y="8534"/>
                  </a:lnTo>
                  <a:lnTo>
                    <a:pt x="3834176" y="6492"/>
                  </a:lnTo>
                  <a:lnTo>
                    <a:pt x="3845345" y="563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7" y="5452"/>
                  </a:lnTo>
                  <a:lnTo>
                    <a:pt x="4396649" y="5509"/>
                  </a:lnTo>
                  <a:lnTo>
                    <a:pt x="4417818" y="5667"/>
                  </a:lnTo>
                  <a:lnTo>
                    <a:pt x="4455060" y="5976"/>
                  </a:lnTo>
                  <a:lnTo>
                    <a:pt x="4509350" y="6481"/>
                  </a:lnTo>
                  <a:lnTo>
                    <a:pt x="4579227" y="7215"/>
                  </a:lnTo>
                  <a:lnTo>
                    <a:pt x="4661281" y="8194"/>
                  </a:lnTo>
                  <a:lnTo>
                    <a:pt x="4751033" y="9422"/>
                  </a:lnTo>
                  <a:lnTo>
                    <a:pt x="4843901" y="10896"/>
                  </a:lnTo>
                  <a:lnTo>
                    <a:pt x="4935953" y="12609"/>
                  </a:lnTo>
                  <a:lnTo>
                    <a:pt x="5024306" y="14561"/>
                  </a:lnTo>
                  <a:lnTo>
                    <a:pt x="5107191" y="16757"/>
                  </a:lnTo>
                  <a:lnTo>
                    <a:pt x="5183811" y="19214"/>
                  </a:lnTo>
                  <a:lnTo>
                    <a:pt x="5254106" y="21962"/>
                  </a:lnTo>
                  <a:lnTo>
                    <a:pt x="5318521" y="25040"/>
                  </a:lnTo>
                  <a:lnTo>
                    <a:pt x="5377809" y="28496"/>
                  </a:lnTo>
                  <a:lnTo>
                    <a:pt x="5432884" y="32387"/>
                  </a:lnTo>
                  <a:lnTo>
                    <a:pt x="5484712" y="36767"/>
                  </a:lnTo>
                  <a:lnTo>
                    <a:pt x="5534226" y="41684"/>
                  </a:lnTo>
                  <a:lnTo>
                    <a:pt x="5567201" y="45371"/>
                  </a:lnTo>
                  <a:lnTo>
                    <a:pt x="5619631" y="51894"/>
                  </a:lnTo>
                  <a:lnTo>
                    <a:pt x="5671559" y="59124"/>
                  </a:lnTo>
                  <a:lnTo>
                    <a:pt x="5723570" y="67067"/>
                  </a:lnTo>
                  <a:lnTo>
                    <a:pt x="5776048" y="75705"/>
                  </a:lnTo>
                  <a:lnTo>
                    <a:pt x="5829205" y="84987"/>
                  </a:lnTo>
                  <a:lnTo>
                    <a:pt x="5883100" y="94833"/>
                  </a:lnTo>
                  <a:lnTo>
                    <a:pt x="5937663" y="105128"/>
                  </a:lnTo>
                  <a:lnTo>
                    <a:pt x="5992718" y="115731"/>
                  </a:lnTo>
                  <a:lnTo>
                    <a:pt x="6048022" y="126484"/>
                  </a:lnTo>
                  <a:lnTo>
                    <a:pt x="6103291" y="137217"/>
                  </a:lnTo>
                  <a:lnTo>
                    <a:pt x="6158252" y="147763"/>
                  </a:lnTo>
                  <a:lnTo>
                    <a:pt x="6212670" y="157964"/>
                  </a:lnTo>
                  <a:lnTo>
                    <a:pt x="6266394" y="167687"/>
                  </a:lnTo>
                  <a:lnTo>
                    <a:pt x="6319382" y="176825"/>
                  </a:lnTo>
                  <a:lnTo>
                    <a:pt x="6371726" y="185303"/>
                  </a:lnTo>
                  <a:lnTo>
                    <a:pt x="6423676" y="193080"/>
                  </a:lnTo>
                  <a:lnTo>
                    <a:pt x="6475661" y="200142"/>
                  </a:lnTo>
                  <a:lnTo>
                    <a:pt x="6515891" y="205077"/>
                  </a:lnTo>
                  <a:lnTo>
                    <a:pt x="6564297" y="210376"/>
                  </a:lnTo>
                  <a:lnTo>
                    <a:pt x="6614447" y="215120"/>
                  </a:lnTo>
                  <a:lnTo>
                    <a:pt x="6667196" y="219339"/>
                  </a:lnTo>
                  <a:lnTo>
                    <a:pt x="6723497" y="223086"/>
                  </a:lnTo>
                  <a:lnTo>
                    <a:pt x="6784309" y="226417"/>
                  </a:lnTo>
                  <a:lnTo>
                    <a:pt x="6850510" y="229386"/>
                  </a:lnTo>
                  <a:lnTo>
                    <a:pt x="6922773" y="232039"/>
                  </a:lnTo>
                  <a:lnTo>
                    <a:pt x="7001407" y="234411"/>
                  </a:lnTo>
                  <a:lnTo>
                    <a:pt x="7086146" y="236529"/>
                  </a:lnTo>
                  <a:lnTo>
                    <a:pt x="7175909" y="238405"/>
                  </a:lnTo>
                  <a:lnTo>
                    <a:pt x="7268583" y="240043"/>
                  </a:lnTo>
                  <a:lnTo>
                    <a:pt x="7360934" y="241440"/>
                  </a:lnTo>
                  <a:lnTo>
                    <a:pt x="7448765" y="242590"/>
                  </a:lnTo>
                  <a:lnTo>
                    <a:pt x="7527428" y="243490"/>
                  </a:lnTo>
                  <a:lnTo>
                    <a:pt x="7592677" y="244149"/>
                  </a:lnTo>
                  <a:lnTo>
                    <a:pt x="7641633" y="244589"/>
                  </a:lnTo>
                  <a:lnTo>
                    <a:pt x="7673577" y="244845"/>
                  </a:lnTo>
                  <a:lnTo>
                    <a:pt x="7690271" y="244965"/>
                  </a:lnTo>
                  <a:lnTo>
                    <a:pt x="7695812" y="245001"/>
                  </a:lnTo>
                  <a:lnTo>
                    <a:pt x="7696237" y="245004"/>
                  </a:lnTo>
                  <a:lnTo>
                    <a:pt x="8234974" y="245004"/>
                  </a:lnTo>
                  <a:lnTo>
                    <a:pt x="8234974" y="239559"/>
                  </a:lnTo>
                  <a:lnTo>
                    <a:pt x="7696237" y="239559"/>
                  </a:lnTo>
                  <a:lnTo>
                    <a:pt x="7694936" y="239551"/>
                  </a:lnTo>
                  <a:lnTo>
                    <a:pt x="7686443" y="239494"/>
                  </a:lnTo>
                  <a:lnTo>
                    <a:pt x="7665274" y="239336"/>
                  </a:lnTo>
                  <a:lnTo>
                    <a:pt x="7628032" y="239027"/>
                  </a:lnTo>
                  <a:lnTo>
                    <a:pt x="7573743" y="238522"/>
                  </a:lnTo>
                  <a:lnTo>
                    <a:pt x="7503865" y="237788"/>
                  </a:lnTo>
                  <a:lnTo>
                    <a:pt x="7421811" y="236809"/>
                  </a:lnTo>
                  <a:lnTo>
                    <a:pt x="7332059" y="235581"/>
                  </a:lnTo>
                  <a:lnTo>
                    <a:pt x="7239191" y="234107"/>
                  </a:lnTo>
                  <a:lnTo>
                    <a:pt x="7147139" y="232394"/>
                  </a:lnTo>
                  <a:lnTo>
                    <a:pt x="7058786" y="230442"/>
                  </a:lnTo>
                  <a:lnTo>
                    <a:pt x="6975901" y="228246"/>
                  </a:lnTo>
                  <a:lnTo>
                    <a:pt x="6899281" y="225789"/>
                  </a:lnTo>
                  <a:lnTo>
                    <a:pt x="6828986" y="223041"/>
                  </a:lnTo>
                  <a:lnTo>
                    <a:pt x="6764571" y="219963"/>
                  </a:lnTo>
                  <a:lnTo>
                    <a:pt x="6705284" y="216507"/>
                  </a:lnTo>
                  <a:lnTo>
                    <a:pt x="6650209" y="212616"/>
                  </a:lnTo>
                  <a:lnTo>
                    <a:pt x="6598380" y="208237"/>
                  </a:lnTo>
                  <a:lnTo>
                    <a:pt x="6548866" y="203319"/>
                  </a:lnTo>
                  <a:lnTo>
                    <a:pt x="6515891" y="199632"/>
                  </a:lnTo>
                  <a:lnTo>
                    <a:pt x="6463461" y="193109"/>
                  </a:lnTo>
                  <a:lnTo>
                    <a:pt x="6411534" y="185879"/>
                  </a:lnTo>
                  <a:lnTo>
                    <a:pt x="6359522" y="177936"/>
                  </a:lnTo>
                  <a:lnTo>
                    <a:pt x="6307044" y="169299"/>
                  </a:lnTo>
                  <a:lnTo>
                    <a:pt x="6253887" y="160016"/>
                  </a:lnTo>
                  <a:lnTo>
                    <a:pt x="6199992" y="150170"/>
                  </a:lnTo>
                  <a:lnTo>
                    <a:pt x="6145430" y="139875"/>
                  </a:lnTo>
                  <a:lnTo>
                    <a:pt x="6090374" y="129272"/>
                  </a:lnTo>
                  <a:lnTo>
                    <a:pt x="6035071" y="118519"/>
                  </a:lnTo>
                  <a:lnTo>
                    <a:pt x="5979801" y="107786"/>
                  </a:lnTo>
                  <a:lnTo>
                    <a:pt x="5924841" y="97241"/>
                  </a:lnTo>
                  <a:lnTo>
                    <a:pt x="5870423" y="87039"/>
                  </a:lnTo>
                  <a:lnTo>
                    <a:pt x="5816698" y="77316"/>
                  </a:lnTo>
                  <a:lnTo>
                    <a:pt x="5763711" y="68178"/>
                  </a:lnTo>
                  <a:lnTo>
                    <a:pt x="5711367" y="59700"/>
                  </a:lnTo>
                  <a:lnTo>
                    <a:pt x="5659416" y="51923"/>
                  </a:lnTo>
                  <a:lnTo>
                    <a:pt x="5607432" y="44861"/>
                  </a:lnTo>
                  <a:lnTo>
                    <a:pt x="5567201" y="39926"/>
                  </a:lnTo>
                  <a:lnTo>
                    <a:pt x="5518796" y="34627"/>
                  </a:lnTo>
                  <a:lnTo>
                    <a:pt x="5468646" y="29883"/>
                  </a:lnTo>
                  <a:lnTo>
                    <a:pt x="5415897" y="25664"/>
                  </a:lnTo>
                  <a:lnTo>
                    <a:pt x="5359596" y="21917"/>
                  </a:lnTo>
                  <a:lnTo>
                    <a:pt x="5298784" y="18586"/>
                  </a:lnTo>
                  <a:lnTo>
                    <a:pt x="5232583" y="15617"/>
                  </a:lnTo>
                  <a:lnTo>
                    <a:pt x="5160320" y="12964"/>
                  </a:lnTo>
                  <a:lnTo>
                    <a:pt x="5081686" y="10592"/>
                  </a:lnTo>
                  <a:lnTo>
                    <a:pt x="4996947" y="8474"/>
                  </a:lnTo>
                  <a:lnTo>
                    <a:pt x="4907184" y="6598"/>
                  </a:lnTo>
                  <a:lnTo>
                    <a:pt x="4814509" y="4960"/>
                  </a:lnTo>
                  <a:lnTo>
                    <a:pt x="4722158" y="3563"/>
                  </a:lnTo>
                  <a:lnTo>
                    <a:pt x="4634328" y="2413"/>
                  </a:lnTo>
                  <a:lnTo>
                    <a:pt x="4555664" y="1513"/>
                  </a:lnTo>
                  <a:lnTo>
                    <a:pt x="4490416" y="854"/>
                  </a:lnTo>
                  <a:lnTo>
                    <a:pt x="4441460" y="414"/>
                  </a:lnTo>
                  <a:lnTo>
                    <a:pt x="4409516" y="158"/>
                  </a:lnTo>
                  <a:lnTo>
                    <a:pt x="4392821" y="38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6" y="80"/>
                  </a:lnTo>
                  <a:lnTo>
                    <a:pt x="3839202" y="652"/>
                  </a:lnTo>
                  <a:lnTo>
                    <a:pt x="3819857" y="2236"/>
                  </a:lnTo>
                  <a:lnTo>
                    <a:pt x="3785655" y="5345"/>
                  </a:lnTo>
                  <a:lnTo>
                    <a:pt x="3735455" y="10439"/>
                  </a:lnTo>
                  <a:lnTo>
                    <a:pt x="3670282" y="17862"/>
                  </a:lnTo>
                  <a:lnTo>
                    <a:pt x="3592973" y="27814"/>
                  </a:lnTo>
                  <a:lnTo>
                    <a:pt x="3507468" y="40358"/>
                  </a:lnTo>
                  <a:lnTo>
                    <a:pt x="3417981" y="55468"/>
                  </a:lnTo>
                  <a:lnTo>
                    <a:pt x="3328289" y="73082"/>
                  </a:lnTo>
                  <a:lnTo>
                    <a:pt x="3241317" y="93165"/>
                  </a:lnTo>
                  <a:lnTo>
                    <a:pt x="3159001" y="115752"/>
                  </a:lnTo>
                  <a:lnTo>
                    <a:pt x="3082364" y="140976"/>
                  </a:lnTo>
                  <a:lnTo>
                    <a:pt x="3011703" y="169079"/>
                  </a:lnTo>
                  <a:lnTo>
                    <a:pt x="2946784" y="200410"/>
                  </a:lnTo>
                  <a:lnTo>
                    <a:pt x="2887036" y="235418"/>
                  </a:lnTo>
                  <a:lnTo>
                    <a:pt x="2831688" y="274632"/>
                  </a:lnTo>
                  <a:lnTo>
                    <a:pt x="2779875" y="318622"/>
                  </a:lnTo>
                  <a:lnTo>
                    <a:pt x="2730726" y="367930"/>
                  </a:lnTo>
                  <a:lnTo>
                    <a:pt x="2683432" y="422948"/>
                  </a:lnTo>
                  <a:lnTo>
                    <a:pt x="2667772" y="442822"/>
                  </a:lnTo>
                  <a:lnTo>
                    <a:pt x="2631407" y="492066"/>
                  </a:lnTo>
                  <a:lnTo>
                    <a:pt x="2595386" y="545019"/>
                  </a:lnTo>
                  <a:lnTo>
                    <a:pt x="2559480" y="601757"/>
                  </a:lnTo>
                  <a:lnTo>
                    <a:pt x="2523513" y="662290"/>
                  </a:lnTo>
                  <a:lnTo>
                    <a:pt x="2487354" y="726558"/>
                  </a:lnTo>
                  <a:lnTo>
                    <a:pt x="2450911" y="794423"/>
                  </a:lnTo>
                  <a:lnTo>
                    <a:pt x="2414132" y="865665"/>
                  </a:lnTo>
                  <a:lnTo>
                    <a:pt x="2376996" y="939981"/>
                  </a:lnTo>
                  <a:lnTo>
                    <a:pt x="2339516" y="1016989"/>
                  </a:lnTo>
                  <a:lnTo>
                    <a:pt x="2301730" y="1096230"/>
                  </a:lnTo>
                  <a:lnTo>
                    <a:pt x="2263697" y="1177181"/>
                  </a:lnTo>
                  <a:lnTo>
                    <a:pt x="2225496" y="1259266"/>
                  </a:lnTo>
                  <a:lnTo>
                    <a:pt x="2187216" y="1341876"/>
                  </a:lnTo>
                  <a:lnTo>
                    <a:pt x="2148952" y="1424385"/>
                  </a:lnTo>
                  <a:lnTo>
                    <a:pt x="2110796" y="1506167"/>
                  </a:lnTo>
                  <a:lnTo>
                    <a:pt x="2072835" y="1586624"/>
                  </a:lnTo>
                  <a:lnTo>
                    <a:pt x="2035143" y="1665195"/>
                  </a:lnTo>
                  <a:lnTo>
                    <a:pt x="1997771" y="1741376"/>
                  </a:lnTo>
                  <a:lnTo>
                    <a:pt x="1960752" y="1814734"/>
                  </a:lnTo>
                  <a:lnTo>
                    <a:pt x="1924085" y="1884909"/>
                  </a:lnTo>
                  <a:lnTo>
                    <a:pt x="1887742" y="1951627"/>
                  </a:lnTo>
                  <a:lnTo>
                    <a:pt x="1851657" y="2014694"/>
                  </a:lnTo>
                  <a:lnTo>
                    <a:pt x="1815726" y="2073999"/>
                  </a:lnTo>
                  <a:lnTo>
                    <a:pt x="1779805" y="2129505"/>
                  </a:lnTo>
                  <a:lnTo>
                    <a:pt x="1743700" y="2181244"/>
                  </a:lnTo>
                  <a:lnTo>
                    <a:pt x="1719082" y="2214110"/>
                  </a:lnTo>
                  <a:lnTo>
                    <a:pt x="1672254" y="2271091"/>
                  </a:lnTo>
                  <a:lnTo>
                    <a:pt x="1623816" y="2322294"/>
                  </a:lnTo>
                  <a:lnTo>
                    <a:pt x="1572998" y="2368021"/>
                  </a:lnTo>
                  <a:lnTo>
                    <a:pt x="1518941" y="2408783"/>
                  </a:lnTo>
                  <a:lnTo>
                    <a:pt x="1460769" y="2445147"/>
                  </a:lnTo>
                  <a:lnTo>
                    <a:pt x="1397672" y="2477664"/>
                  </a:lnTo>
                  <a:lnTo>
                    <a:pt x="1328994" y="2506811"/>
                  </a:lnTo>
                  <a:lnTo>
                    <a:pt x="1254371" y="2532974"/>
                  </a:lnTo>
                  <a:lnTo>
                    <a:pt x="1173897" y="2556431"/>
                  </a:lnTo>
                  <a:lnTo>
                    <a:pt x="1088328" y="2577350"/>
                  </a:lnTo>
                  <a:lnTo>
                    <a:pt x="999275" y="2595798"/>
                  </a:lnTo>
                  <a:lnTo>
                    <a:pt x="909333" y="2611760"/>
                  </a:lnTo>
                  <a:lnTo>
                    <a:pt x="822024" y="2625176"/>
                  </a:lnTo>
                  <a:lnTo>
                    <a:pt x="741479" y="2636001"/>
                  </a:lnTo>
                  <a:lnTo>
                    <a:pt x="671823" y="2644261"/>
                  </a:lnTo>
                  <a:lnTo>
                    <a:pt x="616355" y="2650109"/>
                  </a:lnTo>
                  <a:lnTo>
                    <a:pt x="576772" y="2653842"/>
                  </a:lnTo>
                  <a:lnTo>
                    <a:pt x="552678" y="2655884"/>
                  </a:lnTo>
                  <a:lnTo>
                    <a:pt x="541509" y="2656739"/>
                  </a:lnTo>
                  <a:lnTo>
                    <a:pt x="538736" y="2656932"/>
                  </a:lnTo>
                  <a:lnTo>
                    <a:pt x="0" y="2656932"/>
                  </a:lnTo>
                  <a:close/>
                </a:path>
              </a:pathLst>
            </a:custGeom>
            <a:solidFill>
              <a:srgbClr val="8DCFF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72" name="pl2172"/>
            <p:cNvSpPr/>
            <p:nvPr/>
          </p:nvSpPr>
          <p:spPr>
            <a:xfrm>
              <a:off x="546595" y="3521725"/>
              <a:ext cx="8234974" cy="2656932"/>
            </a:xfrm>
            <a:custGeom>
              <a:avLst/>
              <a:pathLst>
                <a:path w="8234974" h="2656932">
                  <a:moveTo>
                    <a:pt x="0" y="2656932"/>
                  </a:moveTo>
                  <a:lnTo>
                    <a:pt x="538736" y="2656932"/>
                  </a:lnTo>
                  <a:lnTo>
                    <a:pt x="539919" y="2656852"/>
                  </a:lnTo>
                  <a:lnTo>
                    <a:pt x="547652" y="2656279"/>
                  </a:lnTo>
                  <a:lnTo>
                    <a:pt x="566997" y="2654696"/>
                  </a:lnTo>
                  <a:lnTo>
                    <a:pt x="601199" y="2651586"/>
                  </a:lnTo>
                  <a:lnTo>
                    <a:pt x="651400" y="2646492"/>
                  </a:lnTo>
                  <a:lnTo>
                    <a:pt x="716573" y="2639070"/>
                  </a:lnTo>
                  <a:lnTo>
                    <a:pt x="793882" y="2629118"/>
                  </a:lnTo>
                  <a:lnTo>
                    <a:pt x="879386" y="2616573"/>
                  </a:lnTo>
                  <a:lnTo>
                    <a:pt x="968874" y="2601463"/>
                  </a:lnTo>
                  <a:lnTo>
                    <a:pt x="1058566" y="2583850"/>
                  </a:lnTo>
                  <a:lnTo>
                    <a:pt x="1145538" y="2563767"/>
                  </a:lnTo>
                  <a:lnTo>
                    <a:pt x="1227854" y="2541180"/>
                  </a:lnTo>
                  <a:lnTo>
                    <a:pt x="1304490" y="2515955"/>
                  </a:lnTo>
                  <a:lnTo>
                    <a:pt x="1375152" y="2487853"/>
                  </a:lnTo>
                  <a:lnTo>
                    <a:pt x="1440070" y="2456522"/>
                  </a:lnTo>
                  <a:lnTo>
                    <a:pt x="1499818" y="2421514"/>
                  </a:lnTo>
                  <a:lnTo>
                    <a:pt x="1555167" y="2382300"/>
                  </a:lnTo>
                  <a:lnTo>
                    <a:pt x="1606979" y="2338310"/>
                  </a:lnTo>
                  <a:lnTo>
                    <a:pt x="1656128" y="2289002"/>
                  </a:lnTo>
                  <a:lnTo>
                    <a:pt x="1703423" y="2233983"/>
                  </a:lnTo>
                  <a:lnTo>
                    <a:pt x="1719082" y="2214110"/>
                  </a:lnTo>
                  <a:lnTo>
                    <a:pt x="1755447" y="2164866"/>
                  </a:lnTo>
                  <a:lnTo>
                    <a:pt x="1791469" y="2111912"/>
                  </a:lnTo>
                  <a:lnTo>
                    <a:pt x="1827375" y="2055174"/>
                  </a:lnTo>
                  <a:lnTo>
                    <a:pt x="1863342" y="1994641"/>
                  </a:lnTo>
                  <a:lnTo>
                    <a:pt x="1899501" y="1930373"/>
                  </a:lnTo>
                  <a:lnTo>
                    <a:pt x="1935944" y="1862509"/>
                  </a:lnTo>
                  <a:lnTo>
                    <a:pt x="1972723" y="1791267"/>
                  </a:lnTo>
                  <a:lnTo>
                    <a:pt x="2009858" y="1716950"/>
                  </a:lnTo>
                  <a:lnTo>
                    <a:pt x="2047338" y="1639943"/>
                  </a:lnTo>
                  <a:lnTo>
                    <a:pt x="2085125" y="1560702"/>
                  </a:lnTo>
                  <a:lnTo>
                    <a:pt x="2123158" y="1479751"/>
                  </a:lnTo>
                  <a:lnTo>
                    <a:pt x="2161358" y="1397665"/>
                  </a:lnTo>
                  <a:lnTo>
                    <a:pt x="2199638" y="1315055"/>
                  </a:lnTo>
                  <a:lnTo>
                    <a:pt x="2237903" y="1232547"/>
                  </a:lnTo>
                  <a:lnTo>
                    <a:pt x="2276059" y="1150764"/>
                  </a:lnTo>
                  <a:lnTo>
                    <a:pt x="2314019" y="1070307"/>
                  </a:lnTo>
                  <a:lnTo>
                    <a:pt x="2351712" y="991737"/>
                  </a:lnTo>
                  <a:lnTo>
                    <a:pt x="2389083" y="915555"/>
                  </a:lnTo>
                  <a:lnTo>
                    <a:pt x="2426103" y="842198"/>
                  </a:lnTo>
                  <a:lnTo>
                    <a:pt x="2462769" y="772023"/>
                  </a:lnTo>
                  <a:lnTo>
                    <a:pt x="2499113" y="705305"/>
                  </a:lnTo>
                  <a:lnTo>
                    <a:pt x="2535198" y="642237"/>
                  </a:lnTo>
                  <a:lnTo>
                    <a:pt x="2571128" y="582933"/>
                  </a:lnTo>
                  <a:lnTo>
                    <a:pt x="2607050" y="527427"/>
                  </a:lnTo>
                  <a:lnTo>
                    <a:pt x="2643155" y="475688"/>
                  </a:lnTo>
                  <a:lnTo>
                    <a:pt x="2667772" y="442822"/>
                  </a:lnTo>
                  <a:lnTo>
                    <a:pt x="2714601" y="385840"/>
                  </a:lnTo>
                  <a:lnTo>
                    <a:pt x="2763039" y="334638"/>
                  </a:lnTo>
                  <a:lnTo>
                    <a:pt x="2813857" y="288910"/>
                  </a:lnTo>
                  <a:lnTo>
                    <a:pt x="2867914" y="248149"/>
                  </a:lnTo>
                  <a:lnTo>
                    <a:pt x="2926085" y="211784"/>
                  </a:lnTo>
                  <a:lnTo>
                    <a:pt x="2989183" y="179268"/>
                  </a:lnTo>
                  <a:lnTo>
                    <a:pt x="3057861" y="150120"/>
                  </a:lnTo>
                  <a:lnTo>
                    <a:pt x="3132484" y="123957"/>
                  </a:lnTo>
                  <a:lnTo>
                    <a:pt x="3212958" y="100501"/>
                  </a:lnTo>
                  <a:lnTo>
                    <a:pt x="3298527" y="79581"/>
                  </a:lnTo>
                  <a:lnTo>
                    <a:pt x="3387579" y="61133"/>
                  </a:lnTo>
                  <a:lnTo>
                    <a:pt x="3477521" y="45172"/>
                  </a:lnTo>
                  <a:lnTo>
                    <a:pt x="3564831" y="31756"/>
                  </a:lnTo>
                  <a:lnTo>
                    <a:pt x="3645376" y="20931"/>
                  </a:lnTo>
                  <a:lnTo>
                    <a:pt x="3715032" y="12670"/>
                  </a:lnTo>
                  <a:lnTo>
                    <a:pt x="3770500" y="6822"/>
                  </a:lnTo>
                  <a:lnTo>
                    <a:pt x="3810082" y="3090"/>
                  </a:lnTo>
                  <a:lnTo>
                    <a:pt x="3834176" y="1047"/>
                  </a:lnTo>
                  <a:lnTo>
                    <a:pt x="3845345" y="192"/>
                  </a:lnTo>
                  <a:lnTo>
                    <a:pt x="3848071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7" y="7"/>
                  </a:lnTo>
                  <a:lnTo>
                    <a:pt x="4396649" y="64"/>
                  </a:lnTo>
                  <a:lnTo>
                    <a:pt x="4417818" y="222"/>
                  </a:lnTo>
                  <a:lnTo>
                    <a:pt x="4455060" y="531"/>
                  </a:lnTo>
                  <a:lnTo>
                    <a:pt x="4509350" y="1037"/>
                  </a:lnTo>
                  <a:lnTo>
                    <a:pt x="4579227" y="1770"/>
                  </a:lnTo>
                  <a:lnTo>
                    <a:pt x="4661281" y="2749"/>
                  </a:lnTo>
                  <a:lnTo>
                    <a:pt x="4751033" y="3978"/>
                  </a:lnTo>
                  <a:lnTo>
                    <a:pt x="4843901" y="5452"/>
                  </a:lnTo>
                  <a:lnTo>
                    <a:pt x="4935953" y="7165"/>
                  </a:lnTo>
                  <a:lnTo>
                    <a:pt x="5024306" y="9116"/>
                  </a:lnTo>
                  <a:lnTo>
                    <a:pt x="5107191" y="11312"/>
                  </a:lnTo>
                  <a:lnTo>
                    <a:pt x="5183811" y="13770"/>
                  </a:lnTo>
                  <a:lnTo>
                    <a:pt x="5254106" y="16518"/>
                  </a:lnTo>
                  <a:lnTo>
                    <a:pt x="5318521" y="19596"/>
                  </a:lnTo>
                  <a:lnTo>
                    <a:pt x="5377809" y="23052"/>
                  </a:lnTo>
                  <a:lnTo>
                    <a:pt x="5432884" y="26942"/>
                  </a:lnTo>
                  <a:lnTo>
                    <a:pt x="5484712" y="31322"/>
                  </a:lnTo>
                  <a:lnTo>
                    <a:pt x="5534226" y="36239"/>
                  </a:lnTo>
                  <a:lnTo>
                    <a:pt x="5567201" y="39926"/>
                  </a:lnTo>
                  <a:lnTo>
                    <a:pt x="5619631" y="46450"/>
                  </a:lnTo>
                  <a:lnTo>
                    <a:pt x="5671559" y="53679"/>
                  </a:lnTo>
                  <a:lnTo>
                    <a:pt x="5723570" y="61622"/>
                  </a:lnTo>
                  <a:lnTo>
                    <a:pt x="5776048" y="70260"/>
                  </a:lnTo>
                  <a:lnTo>
                    <a:pt x="5829205" y="79543"/>
                  </a:lnTo>
                  <a:lnTo>
                    <a:pt x="5883100" y="89388"/>
                  </a:lnTo>
                  <a:lnTo>
                    <a:pt x="5937663" y="99683"/>
                  </a:lnTo>
                  <a:lnTo>
                    <a:pt x="5992718" y="110287"/>
                  </a:lnTo>
                  <a:lnTo>
                    <a:pt x="6048022" y="121040"/>
                  </a:lnTo>
                  <a:lnTo>
                    <a:pt x="6103291" y="131773"/>
                  </a:lnTo>
                  <a:lnTo>
                    <a:pt x="6158252" y="142318"/>
                  </a:lnTo>
                  <a:lnTo>
                    <a:pt x="6212670" y="152519"/>
                  </a:lnTo>
                  <a:lnTo>
                    <a:pt x="6266394" y="162242"/>
                  </a:lnTo>
                  <a:lnTo>
                    <a:pt x="6319382" y="171380"/>
                  </a:lnTo>
                  <a:lnTo>
                    <a:pt x="6371726" y="179859"/>
                  </a:lnTo>
                  <a:lnTo>
                    <a:pt x="6423676" y="187635"/>
                  </a:lnTo>
                  <a:lnTo>
                    <a:pt x="6475661" y="194698"/>
                  </a:lnTo>
                  <a:lnTo>
                    <a:pt x="6515891" y="199632"/>
                  </a:lnTo>
                  <a:lnTo>
                    <a:pt x="6564297" y="204932"/>
                  </a:lnTo>
                  <a:lnTo>
                    <a:pt x="6614447" y="209675"/>
                  </a:lnTo>
                  <a:lnTo>
                    <a:pt x="6667196" y="213895"/>
                  </a:lnTo>
                  <a:lnTo>
                    <a:pt x="6723497" y="217642"/>
                  </a:lnTo>
                  <a:lnTo>
                    <a:pt x="6784309" y="220973"/>
                  </a:lnTo>
                  <a:lnTo>
                    <a:pt x="6850510" y="223942"/>
                  </a:lnTo>
                  <a:lnTo>
                    <a:pt x="6922773" y="226594"/>
                  </a:lnTo>
                  <a:lnTo>
                    <a:pt x="7001407" y="228967"/>
                  </a:lnTo>
                  <a:lnTo>
                    <a:pt x="7086146" y="231084"/>
                  </a:lnTo>
                  <a:lnTo>
                    <a:pt x="7175909" y="232960"/>
                  </a:lnTo>
                  <a:lnTo>
                    <a:pt x="7268583" y="234598"/>
                  </a:lnTo>
                  <a:lnTo>
                    <a:pt x="7360934" y="235995"/>
                  </a:lnTo>
                  <a:lnTo>
                    <a:pt x="7448765" y="237145"/>
                  </a:lnTo>
                  <a:lnTo>
                    <a:pt x="7527428" y="238046"/>
                  </a:lnTo>
                  <a:lnTo>
                    <a:pt x="7592677" y="238705"/>
                  </a:lnTo>
                  <a:lnTo>
                    <a:pt x="7641633" y="239144"/>
                  </a:lnTo>
                  <a:lnTo>
                    <a:pt x="7673577" y="239400"/>
                  </a:lnTo>
                  <a:lnTo>
                    <a:pt x="7690271" y="239520"/>
                  </a:lnTo>
                  <a:lnTo>
                    <a:pt x="7695812" y="239556"/>
                  </a:lnTo>
                  <a:lnTo>
                    <a:pt x="7696237" y="239559"/>
                  </a:lnTo>
                  <a:lnTo>
                    <a:pt x="8234974" y="2395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3" name="pl2173"/>
            <p:cNvSpPr/>
            <p:nvPr/>
          </p:nvSpPr>
          <p:spPr>
            <a:xfrm>
              <a:off x="546595" y="3516280"/>
              <a:ext cx="8234974" cy="2656932"/>
            </a:xfrm>
            <a:custGeom>
              <a:avLst/>
              <a:pathLst>
                <a:path w="8234974" h="2656932">
                  <a:moveTo>
                    <a:pt x="8234974" y="239559"/>
                  </a:moveTo>
                  <a:lnTo>
                    <a:pt x="7696237" y="239559"/>
                  </a:lnTo>
                  <a:lnTo>
                    <a:pt x="7694936" y="239551"/>
                  </a:lnTo>
                  <a:lnTo>
                    <a:pt x="7686443" y="239494"/>
                  </a:lnTo>
                  <a:lnTo>
                    <a:pt x="7665274" y="239336"/>
                  </a:lnTo>
                  <a:lnTo>
                    <a:pt x="7628032" y="239027"/>
                  </a:lnTo>
                  <a:lnTo>
                    <a:pt x="7573743" y="238522"/>
                  </a:lnTo>
                  <a:lnTo>
                    <a:pt x="7503865" y="237788"/>
                  </a:lnTo>
                  <a:lnTo>
                    <a:pt x="7421811" y="236809"/>
                  </a:lnTo>
                  <a:lnTo>
                    <a:pt x="7332059" y="235581"/>
                  </a:lnTo>
                  <a:lnTo>
                    <a:pt x="7239191" y="234107"/>
                  </a:lnTo>
                  <a:lnTo>
                    <a:pt x="7147139" y="232394"/>
                  </a:lnTo>
                  <a:lnTo>
                    <a:pt x="7058786" y="230442"/>
                  </a:lnTo>
                  <a:lnTo>
                    <a:pt x="6975901" y="228246"/>
                  </a:lnTo>
                  <a:lnTo>
                    <a:pt x="6899281" y="225789"/>
                  </a:lnTo>
                  <a:lnTo>
                    <a:pt x="6828986" y="223041"/>
                  </a:lnTo>
                  <a:lnTo>
                    <a:pt x="6764571" y="219963"/>
                  </a:lnTo>
                  <a:lnTo>
                    <a:pt x="6705284" y="216507"/>
                  </a:lnTo>
                  <a:lnTo>
                    <a:pt x="6650209" y="212616"/>
                  </a:lnTo>
                  <a:lnTo>
                    <a:pt x="6598380" y="208237"/>
                  </a:lnTo>
                  <a:lnTo>
                    <a:pt x="6548866" y="203319"/>
                  </a:lnTo>
                  <a:lnTo>
                    <a:pt x="6515891" y="199632"/>
                  </a:lnTo>
                  <a:lnTo>
                    <a:pt x="6463461" y="193109"/>
                  </a:lnTo>
                  <a:lnTo>
                    <a:pt x="6411534" y="185879"/>
                  </a:lnTo>
                  <a:lnTo>
                    <a:pt x="6359522" y="177936"/>
                  </a:lnTo>
                  <a:lnTo>
                    <a:pt x="6307044" y="169299"/>
                  </a:lnTo>
                  <a:lnTo>
                    <a:pt x="6253887" y="160016"/>
                  </a:lnTo>
                  <a:lnTo>
                    <a:pt x="6199992" y="150170"/>
                  </a:lnTo>
                  <a:lnTo>
                    <a:pt x="6145430" y="139875"/>
                  </a:lnTo>
                  <a:lnTo>
                    <a:pt x="6090374" y="129272"/>
                  </a:lnTo>
                  <a:lnTo>
                    <a:pt x="6035071" y="118519"/>
                  </a:lnTo>
                  <a:lnTo>
                    <a:pt x="5979801" y="107786"/>
                  </a:lnTo>
                  <a:lnTo>
                    <a:pt x="5924841" y="97241"/>
                  </a:lnTo>
                  <a:lnTo>
                    <a:pt x="5870423" y="87039"/>
                  </a:lnTo>
                  <a:lnTo>
                    <a:pt x="5816698" y="77316"/>
                  </a:lnTo>
                  <a:lnTo>
                    <a:pt x="5763711" y="68178"/>
                  </a:lnTo>
                  <a:lnTo>
                    <a:pt x="5711367" y="59700"/>
                  </a:lnTo>
                  <a:lnTo>
                    <a:pt x="5659416" y="51923"/>
                  </a:lnTo>
                  <a:lnTo>
                    <a:pt x="5607432" y="44861"/>
                  </a:lnTo>
                  <a:lnTo>
                    <a:pt x="5567201" y="39926"/>
                  </a:lnTo>
                  <a:lnTo>
                    <a:pt x="5518796" y="34627"/>
                  </a:lnTo>
                  <a:lnTo>
                    <a:pt x="5468646" y="29883"/>
                  </a:lnTo>
                  <a:lnTo>
                    <a:pt x="5415897" y="25664"/>
                  </a:lnTo>
                  <a:lnTo>
                    <a:pt x="5359596" y="21917"/>
                  </a:lnTo>
                  <a:lnTo>
                    <a:pt x="5298784" y="18586"/>
                  </a:lnTo>
                  <a:lnTo>
                    <a:pt x="5232583" y="15617"/>
                  </a:lnTo>
                  <a:lnTo>
                    <a:pt x="5160320" y="12964"/>
                  </a:lnTo>
                  <a:lnTo>
                    <a:pt x="5081686" y="10592"/>
                  </a:lnTo>
                  <a:lnTo>
                    <a:pt x="4996947" y="8474"/>
                  </a:lnTo>
                  <a:lnTo>
                    <a:pt x="4907184" y="6598"/>
                  </a:lnTo>
                  <a:lnTo>
                    <a:pt x="4814509" y="4960"/>
                  </a:lnTo>
                  <a:lnTo>
                    <a:pt x="4722158" y="3563"/>
                  </a:lnTo>
                  <a:lnTo>
                    <a:pt x="4634328" y="2413"/>
                  </a:lnTo>
                  <a:lnTo>
                    <a:pt x="4555664" y="1513"/>
                  </a:lnTo>
                  <a:lnTo>
                    <a:pt x="4490416" y="854"/>
                  </a:lnTo>
                  <a:lnTo>
                    <a:pt x="4441460" y="414"/>
                  </a:lnTo>
                  <a:lnTo>
                    <a:pt x="4409516" y="158"/>
                  </a:lnTo>
                  <a:lnTo>
                    <a:pt x="4392821" y="38"/>
                  </a:lnTo>
                  <a:lnTo>
                    <a:pt x="4387281" y="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36" y="80"/>
                  </a:lnTo>
                  <a:lnTo>
                    <a:pt x="3839202" y="652"/>
                  </a:lnTo>
                  <a:lnTo>
                    <a:pt x="3819857" y="2236"/>
                  </a:lnTo>
                  <a:lnTo>
                    <a:pt x="3785655" y="5345"/>
                  </a:lnTo>
                  <a:lnTo>
                    <a:pt x="3735455" y="10439"/>
                  </a:lnTo>
                  <a:lnTo>
                    <a:pt x="3670282" y="17862"/>
                  </a:lnTo>
                  <a:lnTo>
                    <a:pt x="3592973" y="27814"/>
                  </a:lnTo>
                  <a:lnTo>
                    <a:pt x="3507468" y="40358"/>
                  </a:lnTo>
                  <a:lnTo>
                    <a:pt x="3417981" y="55468"/>
                  </a:lnTo>
                  <a:lnTo>
                    <a:pt x="3328289" y="73082"/>
                  </a:lnTo>
                  <a:lnTo>
                    <a:pt x="3241317" y="93165"/>
                  </a:lnTo>
                  <a:lnTo>
                    <a:pt x="3159001" y="115752"/>
                  </a:lnTo>
                  <a:lnTo>
                    <a:pt x="3082364" y="140976"/>
                  </a:lnTo>
                  <a:lnTo>
                    <a:pt x="3011703" y="169079"/>
                  </a:lnTo>
                  <a:lnTo>
                    <a:pt x="2946784" y="200410"/>
                  </a:lnTo>
                  <a:lnTo>
                    <a:pt x="2887036" y="235418"/>
                  </a:lnTo>
                  <a:lnTo>
                    <a:pt x="2831688" y="274632"/>
                  </a:lnTo>
                  <a:lnTo>
                    <a:pt x="2779875" y="318622"/>
                  </a:lnTo>
                  <a:lnTo>
                    <a:pt x="2730726" y="367930"/>
                  </a:lnTo>
                  <a:lnTo>
                    <a:pt x="2683432" y="422948"/>
                  </a:lnTo>
                  <a:lnTo>
                    <a:pt x="2667772" y="442822"/>
                  </a:lnTo>
                  <a:lnTo>
                    <a:pt x="2631407" y="492066"/>
                  </a:lnTo>
                  <a:lnTo>
                    <a:pt x="2595386" y="545019"/>
                  </a:lnTo>
                  <a:lnTo>
                    <a:pt x="2559480" y="601757"/>
                  </a:lnTo>
                  <a:lnTo>
                    <a:pt x="2523513" y="662290"/>
                  </a:lnTo>
                  <a:lnTo>
                    <a:pt x="2487354" y="726558"/>
                  </a:lnTo>
                  <a:lnTo>
                    <a:pt x="2450911" y="794423"/>
                  </a:lnTo>
                  <a:lnTo>
                    <a:pt x="2414132" y="865665"/>
                  </a:lnTo>
                  <a:lnTo>
                    <a:pt x="2376996" y="939981"/>
                  </a:lnTo>
                  <a:lnTo>
                    <a:pt x="2339516" y="1016989"/>
                  </a:lnTo>
                  <a:lnTo>
                    <a:pt x="2301730" y="1096230"/>
                  </a:lnTo>
                  <a:lnTo>
                    <a:pt x="2263697" y="1177181"/>
                  </a:lnTo>
                  <a:lnTo>
                    <a:pt x="2225496" y="1259266"/>
                  </a:lnTo>
                  <a:lnTo>
                    <a:pt x="2187216" y="1341876"/>
                  </a:lnTo>
                  <a:lnTo>
                    <a:pt x="2148952" y="1424385"/>
                  </a:lnTo>
                  <a:lnTo>
                    <a:pt x="2110796" y="1506167"/>
                  </a:lnTo>
                  <a:lnTo>
                    <a:pt x="2072835" y="1586624"/>
                  </a:lnTo>
                  <a:lnTo>
                    <a:pt x="2035143" y="1665195"/>
                  </a:lnTo>
                  <a:lnTo>
                    <a:pt x="1997771" y="1741376"/>
                  </a:lnTo>
                  <a:lnTo>
                    <a:pt x="1960752" y="1814734"/>
                  </a:lnTo>
                  <a:lnTo>
                    <a:pt x="1924085" y="1884909"/>
                  </a:lnTo>
                  <a:lnTo>
                    <a:pt x="1887742" y="1951627"/>
                  </a:lnTo>
                  <a:lnTo>
                    <a:pt x="1851657" y="2014694"/>
                  </a:lnTo>
                  <a:lnTo>
                    <a:pt x="1815726" y="2073999"/>
                  </a:lnTo>
                  <a:lnTo>
                    <a:pt x="1779805" y="2129505"/>
                  </a:lnTo>
                  <a:lnTo>
                    <a:pt x="1743700" y="2181244"/>
                  </a:lnTo>
                  <a:lnTo>
                    <a:pt x="1719082" y="2214110"/>
                  </a:lnTo>
                  <a:lnTo>
                    <a:pt x="1672254" y="2271091"/>
                  </a:lnTo>
                  <a:lnTo>
                    <a:pt x="1623816" y="2322294"/>
                  </a:lnTo>
                  <a:lnTo>
                    <a:pt x="1572998" y="2368021"/>
                  </a:lnTo>
                  <a:lnTo>
                    <a:pt x="1518941" y="2408783"/>
                  </a:lnTo>
                  <a:lnTo>
                    <a:pt x="1460769" y="2445147"/>
                  </a:lnTo>
                  <a:lnTo>
                    <a:pt x="1397672" y="2477664"/>
                  </a:lnTo>
                  <a:lnTo>
                    <a:pt x="1328994" y="2506811"/>
                  </a:lnTo>
                  <a:lnTo>
                    <a:pt x="1254371" y="2532974"/>
                  </a:lnTo>
                  <a:lnTo>
                    <a:pt x="1173897" y="2556431"/>
                  </a:lnTo>
                  <a:lnTo>
                    <a:pt x="1088328" y="2577350"/>
                  </a:lnTo>
                  <a:lnTo>
                    <a:pt x="999275" y="2595798"/>
                  </a:lnTo>
                  <a:lnTo>
                    <a:pt x="909333" y="2611760"/>
                  </a:lnTo>
                  <a:lnTo>
                    <a:pt x="822024" y="2625176"/>
                  </a:lnTo>
                  <a:lnTo>
                    <a:pt x="741479" y="2636001"/>
                  </a:lnTo>
                  <a:lnTo>
                    <a:pt x="671823" y="2644261"/>
                  </a:lnTo>
                  <a:lnTo>
                    <a:pt x="616355" y="2650109"/>
                  </a:lnTo>
                  <a:lnTo>
                    <a:pt x="576772" y="2653842"/>
                  </a:lnTo>
                  <a:lnTo>
                    <a:pt x="552678" y="2655884"/>
                  </a:lnTo>
                  <a:lnTo>
                    <a:pt x="541509" y="2656739"/>
                  </a:lnTo>
                  <a:lnTo>
                    <a:pt x="538783" y="2656929"/>
                  </a:lnTo>
                  <a:lnTo>
                    <a:pt x="538736" y="2656932"/>
                  </a:lnTo>
                  <a:lnTo>
                    <a:pt x="0" y="2656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4" name="pg2174"/>
            <p:cNvSpPr/>
            <p:nvPr/>
          </p:nvSpPr>
          <p:spPr>
            <a:xfrm>
              <a:off x="546595" y="1245909"/>
              <a:ext cx="8234974" cy="4916414"/>
            </a:xfrm>
            <a:custGeom>
              <a:avLst/>
              <a:pathLst>
                <a:path w="8234974" h="4916414">
                  <a:moveTo>
                    <a:pt x="0" y="4916414"/>
                  </a:moveTo>
                  <a:lnTo>
                    <a:pt x="538736" y="4916414"/>
                  </a:lnTo>
                  <a:lnTo>
                    <a:pt x="539591" y="4916308"/>
                  </a:lnTo>
                  <a:lnTo>
                    <a:pt x="545222" y="4915550"/>
                  </a:lnTo>
                  <a:lnTo>
                    <a:pt x="559453" y="4913457"/>
                  </a:lnTo>
                  <a:lnTo>
                    <a:pt x="584985" y="4909334"/>
                  </a:lnTo>
                  <a:lnTo>
                    <a:pt x="623212" y="4902535"/>
                  </a:lnTo>
                  <a:lnTo>
                    <a:pt x="674112" y="4892521"/>
                  </a:lnTo>
                  <a:lnTo>
                    <a:pt x="736338" y="4878916"/>
                  </a:lnTo>
                  <a:lnTo>
                    <a:pt x="807518" y="4861514"/>
                  </a:lnTo>
                  <a:lnTo>
                    <a:pt x="884713" y="4840264"/>
                  </a:lnTo>
                  <a:lnTo>
                    <a:pt x="964900" y="4815217"/>
                  </a:lnTo>
                  <a:lnTo>
                    <a:pt x="1045360" y="4786454"/>
                  </a:lnTo>
                  <a:lnTo>
                    <a:pt x="1123924" y="4754030"/>
                  </a:lnTo>
                  <a:lnTo>
                    <a:pt x="1199059" y="4717921"/>
                  </a:lnTo>
                  <a:lnTo>
                    <a:pt x="1269846" y="4677993"/>
                  </a:lnTo>
                  <a:lnTo>
                    <a:pt x="1335879" y="4633987"/>
                  </a:lnTo>
                  <a:lnTo>
                    <a:pt x="1397153" y="4585510"/>
                  </a:lnTo>
                  <a:lnTo>
                    <a:pt x="1453944" y="4532045"/>
                  </a:lnTo>
                  <a:lnTo>
                    <a:pt x="1506714" y="4472963"/>
                  </a:lnTo>
                  <a:lnTo>
                    <a:pt x="1556035" y="4407545"/>
                  </a:lnTo>
                  <a:lnTo>
                    <a:pt x="1602532" y="4335033"/>
                  </a:lnTo>
                  <a:lnTo>
                    <a:pt x="1646832" y="4254700"/>
                  </a:lnTo>
                  <a:lnTo>
                    <a:pt x="1689528" y="4165976"/>
                  </a:lnTo>
                  <a:lnTo>
                    <a:pt x="1719082" y="4097919"/>
                  </a:lnTo>
                  <a:lnTo>
                    <a:pt x="1747043" y="4028639"/>
                  </a:lnTo>
                  <a:lnTo>
                    <a:pt x="1774766" y="3955343"/>
                  </a:lnTo>
                  <a:lnTo>
                    <a:pt x="1802364" y="3877952"/>
                  </a:lnTo>
                  <a:lnTo>
                    <a:pt x="1829929" y="3796423"/>
                  </a:lnTo>
                  <a:lnTo>
                    <a:pt x="1857537" y="3710759"/>
                  </a:lnTo>
                  <a:lnTo>
                    <a:pt x="1885249" y="3621006"/>
                  </a:lnTo>
                  <a:lnTo>
                    <a:pt x="1913110" y="3527261"/>
                  </a:lnTo>
                  <a:lnTo>
                    <a:pt x="1941153" y="3429674"/>
                  </a:lnTo>
                  <a:lnTo>
                    <a:pt x="1969398" y="3328445"/>
                  </a:lnTo>
                  <a:lnTo>
                    <a:pt x="1997854" y="3223830"/>
                  </a:lnTo>
                  <a:lnTo>
                    <a:pt x="2026517" y="3116136"/>
                  </a:lnTo>
                  <a:lnTo>
                    <a:pt x="2055376" y="3005719"/>
                  </a:lnTo>
                  <a:lnTo>
                    <a:pt x="2084409" y="2892983"/>
                  </a:lnTo>
                  <a:lnTo>
                    <a:pt x="2113588" y="2778371"/>
                  </a:lnTo>
                  <a:lnTo>
                    <a:pt x="2142879" y="2662359"/>
                  </a:lnTo>
                  <a:lnTo>
                    <a:pt x="2172243" y="2545450"/>
                  </a:lnTo>
                  <a:lnTo>
                    <a:pt x="2201638" y="2428162"/>
                  </a:lnTo>
                  <a:lnTo>
                    <a:pt x="2231021" y="2311021"/>
                  </a:lnTo>
                  <a:lnTo>
                    <a:pt x="2260349" y="2194550"/>
                  </a:lnTo>
                  <a:lnTo>
                    <a:pt x="2289582" y="2079260"/>
                  </a:lnTo>
                  <a:lnTo>
                    <a:pt x="2318684" y="1965639"/>
                  </a:lnTo>
                  <a:lnTo>
                    <a:pt x="2347623" y="1854146"/>
                  </a:lnTo>
                  <a:lnTo>
                    <a:pt x="2376374" y="1745203"/>
                  </a:lnTo>
                  <a:lnTo>
                    <a:pt x="2404922" y="1639188"/>
                  </a:lnTo>
                  <a:lnTo>
                    <a:pt x="2433260" y="1536430"/>
                  </a:lnTo>
                  <a:lnTo>
                    <a:pt x="2461391" y="1437207"/>
                  </a:lnTo>
                  <a:lnTo>
                    <a:pt x="2489329" y="1341745"/>
                  </a:lnTo>
                  <a:lnTo>
                    <a:pt x="2517102" y="1250216"/>
                  </a:lnTo>
                  <a:lnTo>
                    <a:pt x="2544749" y="1162738"/>
                  </a:lnTo>
                  <a:lnTo>
                    <a:pt x="2572325" y="1079381"/>
                  </a:lnTo>
                  <a:lnTo>
                    <a:pt x="2599898" y="1000166"/>
                  </a:lnTo>
                  <a:lnTo>
                    <a:pt x="2627553" y="925070"/>
                  </a:lnTo>
                  <a:lnTo>
                    <a:pt x="2655394" y="854030"/>
                  </a:lnTo>
                  <a:lnTo>
                    <a:pt x="2667772" y="823939"/>
                  </a:lnTo>
                  <a:lnTo>
                    <a:pt x="2709648" y="729110"/>
                  </a:lnTo>
                  <a:lnTo>
                    <a:pt x="2752755" y="642876"/>
                  </a:lnTo>
                  <a:lnTo>
                    <a:pt x="2797633" y="564894"/>
                  </a:lnTo>
                  <a:lnTo>
                    <a:pt x="2844888" y="494530"/>
                  </a:lnTo>
                  <a:lnTo>
                    <a:pt x="2895152" y="431038"/>
                  </a:lnTo>
                  <a:lnTo>
                    <a:pt x="2949040" y="373665"/>
                  </a:lnTo>
                  <a:lnTo>
                    <a:pt x="3007097" y="321716"/>
                  </a:lnTo>
                  <a:lnTo>
                    <a:pt x="3069741" y="274591"/>
                  </a:lnTo>
                  <a:lnTo>
                    <a:pt x="3137177" y="231809"/>
                  </a:lnTo>
                  <a:lnTo>
                    <a:pt x="3209295" y="193017"/>
                  </a:lnTo>
                  <a:lnTo>
                    <a:pt x="3285552" y="157991"/>
                  </a:lnTo>
                  <a:lnTo>
                    <a:pt x="3364855" y="126633"/>
                  </a:lnTo>
                  <a:lnTo>
                    <a:pt x="3445487" y="98946"/>
                  </a:lnTo>
                  <a:lnTo>
                    <a:pt x="3525102" y="74999"/>
                  </a:lnTo>
                  <a:lnTo>
                    <a:pt x="3600860" y="54870"/>
                  </a:lnTo>
                  <a:lnTo>
                    <a:pt x="3669715" y="38587"/>
                  </a:lnTo>
                  <a:lnTo>
                    <a:pt x="3728844" y="26058"/>
                  </a:lnTo>
                  <a:lnTo>
                    <a:pt x="3776132" y="17029"/>
                  </a:lnTo>
                  <a:lnTo>
                    <a:pt x="3810594" y="11072"/>
                  </a:lnTo>
                  <a:lnTo>
                    <a:pt x="3832624" y="7611"/>
                  </a:lnTo>
                  <a:lnTo>
                    <a:pt x="3844014" y="5980"/>
                  </a:lnTo>
                  <a:lnTo>
                    <a:pt x="3847810" y="5482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38" y="5478"/>
                  </a:lnTo>
                  <a:lnTo>
                    <a:pt x="4396509" y="5720"/>
                  </a:lnTo>
                  <a:lnTo>
                    <a:pt x="4417389" y="6391"/>
                  </a:lnTo>
                  <a:lnTo>
                    <a:pt x="4454151" y="7706"/>
                  </a:lnTo>
                  <a:lnTo>
                    <a:pt x="4507798" y="9857"/>
                  </a:lnTo>
                  <a:lnTo>
                    <a:pt x="4576942" y="12980"/>
                  </a:lnTo>
                  <a:lnTo>
                    <a:pt x="4658264" y="17152"/>
                  </a:lnTo>
                  <a:lnTo>
                    <a:pt x="4747369" y="22391"/>
                  </a:lnTo>
                  <a:lnTo>
                    <a:pt x="4839731" y="28679"/>
                  </a:lnTo>
                  <a:lnTo>
                    <a:pt x="4931438" y="35993"/>
                  </a:lnTo>
                  <a:lnTo>
                    <a:pt x="5019597" y="44323"/>
                  </a:lnTo>
                  <a:lnTo>
                    <a:pt x="5102411" y="53697"/>
                  </a:lnTo>
                  <a:lnTo>
                    <a:pt x="5179045" y="64183"/>
                  </a:lnTo>
                  <a:lnTo>
                    <a:pt x="5249404" y="75902"/>
                  </a:lnTo>
                  <a:lnTo>
                    <a:pt x="5313898" y="89017"/>
                  </a:lnTo>
                  <a:lnTo>
                    <a:pt x="5373252" y="103734"/>
                  </a:lnTo>
                  <a:lnTo>
                    <a:pt x="5428361" y="120286"/>
                  </a:lnTo>
                  <a:lnTo>
                    <a:pt x="5480174" y="138913"/>
                  </a:lnTo>
                  <a:lnTo>
                    <a:pt x="5529618" y="159821"/>
                  </a:lnTo>
                  <a:lnTo>
                    <a:pt x="5567201" y="177854"/>
                  </a:lnTo>
                  <a:lnTo>
                    <a:pt x="5614718" y="203240"/>
                  </a:lnTo>
                  <a:lnTo>
                    <a:pt x="5661771" y="231117"/>
                  </a:lnTo>
                  <a:lnTo>
                    <a:pt x="5708818" y="261525"/>
                  </a:lnTo>
                  <a:lnTo>
                    <a:pt x="5756176" y="294426"/>
                  </a:lnTo>
                  <a:lnTo>
                    <a:pt x="5804043" y="329694"/>
                  </a:lnTo>
                  <a:lnTo>
                    <a:pt x="5852509" y="367108"/>
                  </a:lnTo>
                  <a:lnTo>
                    <a:pt x="5901568" y="406354"/>
                  </a:lnTo>
                  <a:lnTo>
                    <a:pt x="5951136" y="447034"/>
                  </a:lnTo>
                  <a:lnTo>
                    <a:pt x="6001064" y="488676"/>
                  </a:lnTo>
                  <a:lnTo>
                    <a:pt x="6051161" y="530757"/>
                  </a:lnTo>
                  <a:lnTo>
                    <a:pt x="6101218" y="572734"/>
                  </a:lnTo>
                  <a:lnTo>
                    <a:pt x="6151028" y="614066"/>
                  </a:lnTo>
                  <a:lnTo>
                    <a:pt x="6200415" y="654248"/>
                  </a:lnTo>
                  <a:lnTo>
                    <a:pt x="6249253" y="692834"/>
                  </a:lnTo>
                  <a:lnTo>
                    <a:pt x="6297484" y="729456"/>
                  </a:lnTo>
                  <a:lnTo>
                    <a:pt x="6345140" y="763837"/>
                  </a:lnTo>
                  <a:lnTo>
                    <a:pt x="6392349" y="795791"/>
                  </a:lnTo>
                  <a:lnTo>
                    <a:pt x="6439354" y="825228"/>
                  </a:lnTo>
                  <a:lnTo>
                    <a:pt x="6486522" y="852141"/>
                  </a:lnTo>
                  <a:lnTo>
                    <a:pt x="6515891" y="867495"/>
                  </a:lnTo>
                  <a:lnTo>
                    <a:pt x="6564052" y="890270"/>
                  </a:lnTo>
                  <a:lnTo>
                    <a:pt x="6613936" y="910669"/>
                  </a:lnTo>
                  <a:lnTo>
                    <a:pt x="6666384" y="928826"/>
                  </a:lnTo>
                  <a:lnTo>
                    <a:pt x="6722334" y="944958"/>
                  </a:lnTo>
                  <a:lnTo>
                    <a:pt x="6782733" y="959308"/>
                  </a:lnTo>
                  <a:lnTo>
                    <a:pt x="6848447" y="972104"/>
                  </a:lnTo>
                  <a:lnTo>
                    <a:pt x="6920147" y="983543"/>
                  </a:lnTo>
                  <a:lnTo>
                    <a:pt x="6998153" y="993780"/>
                  </a:lnTo>
                  <a:lnTo>
                    <a:pt x="7082229" y="1002922"/>
                  </a:lnTo>
                  <a:lnTo>
                    <a:pt x="7171348" y="1011031"/>
                  </a:lnTo>
                  <a:lnTo>
                    <a:pt x="7263481" y="1018124"/>
                  </a:lnTo>
                  <a:lnTo>
                    <a:pt x="7355498" y="1024187"/>
                  </a:lnTo>
                  <a:lnTo>
                    <a:pt x="7443307" y="1029194"/>
                  </a:lnTo>
                  <a:lnTo>
                    <a:pt x="7522336" y="1033135"/>
                  </a:lnTo>
                  <a:lnTo>
                    <a:pt x="7588342" y="1036039"/>
                  </a:lnTo>
                  <a:lnTo>
                    <a:pt x="7638362" y="1037994"/>
                  </a:lnTo>
                  <a:lnTo>
                    <a:pt x="7671505" y="1039152"/>
                  </a:lnTo>
                  <a:lnTo>
                    <a:pt x="7689306" y="1039710"/>
                  </a:lnTo>
                  <a:lnTo>
                    <a:pt x="7695614" y="1039889"/>
                  </a:lnTo>
                  <a:lnTo>
                    <a:pt x="7696237" y="1039906"/>
                  </a:lnTo>
                  <a:lnTo>
                    <a:pt x="8234974" y="1039906"/>
                  </a:lnTo>
                  <a:lnTo>
                    <a:pt x="8234974" y="1034461"/>
                  </a:lnTo>
                  <a:lnTo>
                    <a:pt x="7696237" y="1034461"/>
                  </a:lnTo>
                  <a:lnTo>
                    <a:pt x="7694955" y="1034427"/>
                  </a:lnTo>
                  <a:lnTo>
                    <a:pt x="7686583" y="1034185"/>
                  </a:lnTo>
                  <a:lnTo>
                    <a:pt x="7665703" y="1033514"/>
                  </a:lnTo>
                  <a:lnTo>
                    <a:pt x="7628942" y="1032199"/>
                  </a:lnTo>
                  <a:lnTo>
                    <a:pt x="7575294" y="1030048"/>
                  </a:lnTo>
                  <a:lnTo>
                    <a:pt x="7506150" y="1026925"/>
                  </a:lnTo>
                  <a:lnTo>
                    <a:pt x="7424828" y="1022753"/>
                  </a:lnTo>
                  <a:lnTo>
                    <a:pt x="7335723" y="1017514"/>
                  </a:lnTo>
                  <a:lnTo>
                    <a:pt x="7243362" y="1011226"/>
                  </a:lnTo>
                  <a:lnTo>
                    <a:pt x="7151655" y="1003912"/>
                  </a:lnTo>
                  <a:lnTo>
                    <a:pt x="7063496" y="995582"/>
                  </a:lnTo>
                  <a:lnTo>
                    <a:pt x="6980682" y="986209"/>
                  </a:lnTo>
                  <a:lnTo>
                    <a:pt x="6904047" y="975722"/>
                  </a:lnTo>
                  <a:lnTo>
                    <a:pt x="6833689" y="964003"/>
                  </a:lnTo>
                  <a:lnTo>
                    <a:pt x="6769195" y="950888"/>
                  </a:lnTo>
                  <a:lnTo>
                    <a:pt x="6709840" y="936171"/>
                  </a:lnTo>
                  <a:lnTo>
                    <a:pt x="6654732" y="919619"/>
                  </a:lnTo>
                  <a:lnTo>
                    <a:pt x="6602918" y="900992"/>
                  </a:lnTo>
                  <a:lnTo>
                    <a:pt x="6553475" y="880084"/>
                  </a:lnTo>
                  <a:lnTo>
                    <a:pt x="6515891" y="862051"/>
                  </a:lnTo>
                  <a:lnTo>
                    <a:pt x="6468374" y="836665"/>
                  </a:lnTo>
                  <a:lnTo>
                    <a:pt x="6421321" y="808788"/>
                  </a:lnTo>
                  <a:lnTo>
                    <a:pt x="6374275" y="778380"/>
                  </a:lnTo>
                  <a:lnTo>
                    <a:pt x="6326916" y="745479"/>
                  </a:lnTo>
                  <a:lnTo>
                    <a:pt x="6279049" y="710211"/>
                  </a:lnTo>
                  <a:lnTo>
                    <a:pt x="6230584" y="672798"/>
                  </a:lnTo>
                  <a:lnTo>
                    <a:pt x="6181524" y="633551"/>
                  </a:lnTo>
                  <a:lnTo>
                    <a:pt x="6131957" y="592871"/>
                  </a:lnTo>
                  <a:lnTo>
                    <a:pt x="6082029" y="551230"/>
                  </a:lnTo>
                  <a:lnTo>
                    <a:pt x="6031931" y="509148"/>
                  </a:lnTo>
                  <a:lnTo>
                    <a:pt x="5981875" y="467171"/>
                  </a:lnTo>
                  <a:lnTo>
                    <a:pt x="5932064" y="425839"/>
                  </a:lnTo>
                  <a:lnTo>
                    <a:pt x="5882677" y="385657"/>
                  </a:lnTo>
                  <a:lnTo>
                    <a:pt x="5833840" y="347071"/>
                  </a:lnTo>
                  <a:lnTo>
                    <a:pt x="5785608" y="310449"/>
                  </a:lnTo>
                  <a:lnTo>
                    <a:pt x="5737952" y="276068"/>
                  </a:lnTo>
                  <a:lnTo>
                    <a:pt x="5690743" y="244114"/>
                  </a:lnTo>
                  <a:lnTo>
                    <a:pt x="5643739" y="214677"/>
                  </a:lnTo>
                  <a:lnTo>
                    <a:pt x="5596570" y="187764"/>
                  </a:lnTo>
                  <a:lnTo>
                    <a:pt x="5567201" y="172410"/>
                  </a:lnTo>
                  <a:lnTo>
                    <a:pt x="5519040" y="149635"/>
                  </a:lnTo>
                  <a:lnTo>
                    <a:pt x="5469157" y="129236"/>
                  </a:lnTo>
                  <a:lnTo>
                    <a:pt x="5416708" y="111079"/>
                  </a:lnTo>
                  <a:lnTo>
                    <a:pt x="5360758" y="94947"/>
                  </a:lnTo>
                  <a:lnTo>
                    <a:pt x="5300360" y="80597"/>
                  </a:lnTo>
                  <a:lnTo>
                    <a:pt x="5234646" y="67801"/>
                  </a:lnTo>
                  <a:lnTo>
                    <a:pt x="5162945" y="56362"/>
                  </a:lnTo>
                  <a:lnTo>
                    <a:pt x="5084939" y="46125"/>
                  </a:lnTo>
                  <a:lnTo>
                    <a:pt x="5000863" y="36983"/>
                  </a:lnTo>
                  <a:lnTo>
                    <a:pt x="4911745" y="28874"/>
                  </a:lnTo>
                  <a:lnTo>
                    <a:pt x="4819611" y="21781"/>
                  </a:lnTo>
                  <a:lnTo>
                    <a:pt x="4727595" y="15718"/>
                  </a:lnTo>
                  <a:lnTo>
                    <a:pt x="4639786" y="10711"/>
                  </a:lnTo>
                  <a:lnTo>
                    <a:pt x="4560757" y="6770"/>
                  </a:lnTo>
                  <a:lnTo>
                    <a:pt x="4494751" y="3866"/>
                  </a:lnTo>
                  <a:lnTo>
                    <a:pt x="4444730" y="1911"/>
                  </a:lnTo>
                  <a:lnTo>
                    <a:pt x="4411588" y="753"/>
                  </a:lnTo>
                  <a:lnTo>
                    <a:pt x="4393787" y="195"/>
                  </a:lnTo>
                  <a:lnTo>
                    <a:pt x="4387479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4" y="106"/>
                  </a:lnTo>
                  <a:lnTo>
                    <a:pt x="3841633" y="863"/>
                  </a:lnTo>
                  <a:lnTo>
                    <a:pt x="3827401" y="2956"/>
                  </a:lnTo>
                  <a:lnTo>
                    <a:pt x="3801869" y="7079"/>
                  </a:lnTo>
                  <a:lnTo>
                    <a:pt x="3763643" y="13879"/>
                  </a:lnTo>
                  <a:lnTo>
                    <a:pt x="3712742" y="23892"/>
                  </a:lnTo>
                  <a:lnTo>
                    <a:pt x="3650517" y="37498"/>
                  </a:lnTo>
                  <a:lnTo>
                    <a:pt x="3579337" y="54900"/>
                  </a:lnTo>
                  <a:lnTo>
                    <a:pt x="3502141" y="76149"/>
                  </a:lnTo>
                  <a:lnTo>
                    <a:pt x="3421954" y="101196"/>
                  </a:lnTo>
                  <a:lnTo>
                    <a:pt x="3341494" y="129959"/>
                  </a:lnTo>
                  <a:lnTo>
                    <a:pt x="3262931" y="162383"/>
                  </a:lnTo>
                  <a:lnTo>
                    <a:pt x="3187795" y="198492"/>
                  </a:lnTo>
                  <a:lnTo>
                    <a:pt x="3117009" y="238420"/>
                  </a:lnTo>
                  <a:lnTo>
                    <a:pt x="3050975" y="282427"/>
                  </a:lnTo>
                  <a:lnTo>
                    <a:pt x="2989701" y="330904"/>
                  </a:lnTo>
                  <a:lnTo>
                    <a:pt x="2932911" y="384368"/>
                  </a:lnTo>
                  <a:lnTo>
                    <a:pt x="2880141" y="443451"/>
                  </a:lnTo>
                  <a:lnTo>
                    <a:pt x="2830819" y="508868"/>
                  </a:lnTo>
                  <a:lnTo>
                    <a:pt x="2784323" y="581380"/>
                  </a:lnTo>
                  <a:lnTo>
                    <a:pt x="2740023" y="661713"/>
                  </a:lnTo>
                  <a:lnTo>
                    <a:pt x="2697326" y="750437"/>
                  </a:lnTo>
                  <a:lnTo>
                    <a:pt x="2667772" y="818494"/>
                  </a:lnTo>
                  <a:lnTo>
                    <a:pt x="2639812" y="887774"/>
                  </a:lnTo>
                  <a:lnTo>
                    <a:pt x="2612089" y="961070"/>
                  </a:lnTo>
                  <a:lnTo>
                    <a:pt x="2584491" y="1038462"/>
                  </a:lnTo>
                  <a:lnTo>
                    <a:pt x="2556926" y="1119990"/>
                  </a:lnTo>
                  <a:lnTo>
                    <a:pt x="2529318" y="1205655"/>
                  </a:lnTo>
                  <a:lnTo>
                    <a:pt x="2501606" y="1295408"/>
                  </a:lnTo>
                  <a:lnTo>
                    <a:pt x="2473745" y="1389152"/>
                  </a:lnTo>
                  <a:lnTo>
                    <a:pt x="2445701" y="1486739"/>
                  </a:lnTo>
                  <a:lnTo>
                    <a:pt x="2417456" y="1587968"/>
                  </a:lnTo>
                  <a:lnTo>
                    <a:pt x="2389001" y="1692583"/>
                  </a:lnTo>
                  <a:lnTo>
                    <a:pt x="2360337" y="1800278"/>
                  </a:lnTo>
                  <a:lnTo>
                    <a:pt x="2331479" y="1910694"/>
                  </a:lnTo>
                  <a:lnTo>
                    <a:pt x="2302446" y="2023430"/>
                  </a:lnTo>
                  <a:lnTo>
                    <a:pt x="2273266" y="2138042"/>
                  </a:lnTo>
                  <a:lnTo>
                    <a:pt x="2243975" y="2254054"/>
                  </a:lnTo>
                  <a:lnTo>
                    <a:pt x="2214611" y="2370963"/>
                  </a:lnTo>
                  <a:lnTo>
                    <a:pt x="2185216" y="2488251"/>
                  </a:lnTo>
                  <a:lnTo>
                    <a:pt x="2155834" y="2605392"/>
                  </a:lnTo>
                  <a:lnTo>
                    <a:pt x="2126505" y="2721863"/>
                  </a:lnTo>
                  <a:lnTo>
                    <a:pt x="2097272" y="2837154"/>
                  </a:lnTo>
                  <a:lnTo>
                    <a:pt x="2068171" y="2950775"/>
                  </a:lnTo>
                  <a:lnTo>
                    <a:pt x="2039232" y="3062267"/>
                  </a:lnTo>
                  <a:lnTo>
                    <a:pt x="2010480" y="3171210"/>
                  </a:lnTo>
                  <a:lnTo>
                    <a:pt x="1981932" y="3277225"/>
                  </a:lnTo>
                  <a:lnTo>
                    <a:pt x="1953595" y="3379983"/>
                  </a:lnTo>
                  <a:lnTo>
                    <a:pt x="1925464" y="3479206"/>
                  </a:lnTo>
                  <a:lnTo>
                    <a:pt x="1897526" y="3574668"/>
                  </a:lnTo>
                  <a:lnTo>
                    <a:pt x="1869753" y="3666198"/>
                  </a:lnTo>
                  <a:lnTo>
                    <a:pt x="1842105" y="3753676"/>
                  </a:lnTo>
                  <a:lnTo>
                    <a:pt x="1814530" y="3837033"/>
                  </a:lnTo>
                  <a:lnTo>
                    <a:pt x="1786957" y="3916247"/>
                  </a:lnTo>
                  <a:lnTo>
                    <a:pt x="1759302" y="3991343"/>
                  </a:lnTo>
                  <a:lnTo>
                    <a:pt x="1731461" y="4062383"/>
                  </a:lnTo>
                  <a:lnTo>
                    <a:pt x="1719082" y="4092474"/>
                  </a:lnTo>
                  <a:lnTo>
                    <a:pt x="1677206" y="4187303"/>
                  </a:lnTo>
                  <a:lnTo>
                    <a:pt x="1634099" y="4273537"/>
                  </a:lnTo>
                  <a:lnTo>
                    <a:pt x="1589222" y="4351520"/>
                  </a:lnTo>
                  <a:lnTo>
                    <a:pt x="1541967" y="4421884"/>
                  </a:lnTo>
                  <a:lnTo>
                    <a:pt x="1491703" y="4485375"/>
                  </a:lnTo>
                  <a:lnTo>
                    <a:pt x="1437815" y="4542748"/>
                  </a:lnTo>
                  <a:lnTo>
                    <a:pt x="1379758" y="4594697"/>
                  </a:lnTo>
                  <a:lnTo>
                    <a:pt x="1317114" y="4641822"/>
                  </a:lnTo>
                  <a:lnTo>
                    <a:pt x="1249677" y="4684604"/>
                  </a:lnTo>
                  <a:lnTo>
                    <a:pt x="1177559" y="4723397"/>
                  </a:lnTo>
                  <a:lnTo>
                    <a:pt x="1101303" y="4758422"/>
                  </a:lnTo>
                  <a:lnTo>
                    <a:pt x="1021999" y="4789780"/>
                  </a:lnTo>
                  <a:lnTo>
                    <a:pt x="941368" y="4817467"/>
                  </a:lnTo>
                  <a:lnTo>
                    <a:pt x="861753" y="4841415"/>
                  </a:lnTo>
                  <a:lnTo>
                    <a:pt x="785995" y="4861543"/>
                  </a:lnTo>
                  <a:lnTo>
                    <a:pt x="717139" y="4877827"/>
                  </a:lnTo>
                  <a:lnTo>
                    <a:pt x="658010" y="4890356"/>
                  </a:lnTo>
                  <a:lnTo>
                    <a:pt x="610723" y="4899385"/>
                  </a:lnTo>
                  <a:lnTo>
                    <a:pt x="576261" y="4905342"/>
                  </a:lnTo>
                  <a:lnTo>
                    <a:pt x="554231" y="4908802"/>
                  </a:lnTo>
                  <a:lnTo>
                    <a:pt x="542841" y="4910434"/>
                  </a:lnTo>
                  <a:lnTo>
                    <a:pt x="539045" y="4910932"/>
                  </a:lnTo>
                  <a:lnTo>
                    <a:pt x="538736" y="4910969"/>
                  </a:lnTo>
                  <a:lnTo>
                    <a:pt x="0" y="4910969"/>
                  </a:lnTo>
                  <a:close/>
                </a:path>
              </a:pathLst>
            </a:custGeom>
            <a:solidFill>
              <a:srgbClr val="8DCFF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75" name="pl2175"/>
            <p:cNvSpPr/>
            <p:nvPr/>
          </p:nvSpPr>
          <p:spPr>
            <a:xfrm>
              <a:off x="546595" y="1251354"/>
              <a:ext cx="8234974" cy="4910969"/>
            </a:xfrm>
            <a:custGeom>
              <a:avLst/>
              <a:pathLst>
                <a:path w="8234974" h="4910969">
                  <a:moveTo>
                    <a:pt x="0" y="4910969"/>
                  </a:moveTo>
                  <a:lnTo>
                    <a:pt x="538736" y="4910969"/>
                  </a:lnTo>
                  <a:lnTo>
                    <a:pt x="539591" y="4910863"/>
                  </a:lnTo>
                  <a:lnTo>
                    <a:pt x="545222" y="4910106"/>
                  </a:lnTo>
                  <a:lnTo>
                    <a:pt x="559453" y="4908012"/>
                  </a:lnTo>
                  <a:lnTo>
                    <a:pt x="584985" y="4903890"/>
                  </a:lnTo>
                  <a:lnTo>
                    <a:pt x="623212" y="4897090"/>
                  </a:lnTo>
                  <a:lnTo>
                    <a:pt x="674112" y="4887077"/>
                  </a:lnTo>
                  <a:lnTo>
                    <a:pt x="736338" y="4873471"/>
                  </a:lnTo>
                  <a:lnTo>
                    <a:pt x="807518" y="4856069"/>
                  </a:lnTo>
                  <a:lnTo>
                    <a:pt x="884713" y="4834820"/>
                  </a:lnTo>
                  <a:lnTo>
                    <a:pt x="964900" y="4809772"/>
                  </a:lnTo>
                  <a:lnTo>
                    <a:pt x="1045360" y="4781010"/>
                  </a:lnTo>
                  <a:lnTo>
                    <a:pt x="1123924" y="4748585"/>
                  </a:lnTo>
                  <a:lnTo>
                    <a:pt x="1199059" y="4712476"/>
                  </a:lnTo>
                  <a:lnTo>
                    <a:pt x="1269846" y="4672549"/>
                  </a:lnTo>
                  <a:lnTo>
                    <a:pt x="1335879" y="4628542"/>
                  </a:lnTo>
                  <a:lnTo>
                    <a:pt x="1397153" y="4580065"/>
                  </a:lnTo>
                  <a:lnTo>
                    <a:pt x="1453944" y="4526600"/>
                  </a:lnTo>
                  <a:lnTo>
                    <a:pt x="1506714" y="4467518"/>
                  </a:lnTo>
                  <a:lnTo>
                    <a:pt x="1556035" y="4402101"/>
                  </a:lnTo>
                  <a:lnTo>
                    <a:pt x="1602532" y="4329589"/>
                  </a:lnTo>
                  <a:lnTo>
                    <a:pt x="1646832" y="4249256"/>
                  </a:lnTo>
                  <a:lnTo>
                    <a:pt x="1689528" y="4160531"/>
                  </a:lnTo>
                  <a:lnTo>
                    <a:pt x="1719082" y="4092474"/>
                  </a:lnTo>
                  <a:lnTo>
                    <a:pt x="1747043" y="4023194"/>
                  </a:lnTo>
                  <a:lnTo>
                    <a:pt x="1774766" y="3949899"/>
                  </a:lnTo>
                  <a:lnTo>
                    <a:pt x="1802364" y="3872507"/>
                  </a:lnTo>
                  <a:lnTo>
                    <a:pt x="1829929" y="3790979"/>
                  </a:lnTo>
                  <a:lnTo>
                    <a:pt x="1857537" y="3705314"/>
                  </a:lnTo>
                  <a:lnTo>
                    <a:pt x="1885249" y="3615561"/>
                  </a:lnTo>
                  <a:lnTo>
                    <a:pt x="1913110" y="3521817"/>
                  </a:lnTo>
                  <a:lnTo>
                    <a:pt x="1941153" y="3424229"/>
                  </a:lnTo>
                  <a:lnTo>
                    <a:pt x="1969398" y="3323001"/>
                  </a:lnTo>
                  <a:lnTo>
                    <a:pt x="1997854" y="3218385"/>
                  </a:lnTo>
                  <a:lnTo>
                    <a:pt x="2026517" y="3110691"/>
                  </a:lnTo>
                  <a:lnTo>
                    <a:pt x="2055376" y="3000274"/>
                  </a:lnTo>
                  <a:lnTo>
                    <a:pt x="2084409" y="2887539"/>
                  </a:lnTo>
                  <a:lnTo>
                    <a:pt x="2113588" y="2772926"/>
                  </a:lnTo>
                  <a:lnTo>
                    <a:pt x="2142879" y="2656915"/>
                  </a:lnTo>
                  <a:lnTo>
                    <a:pt x="2172243" y="2540005"/>
                  </a:lnTo>
                  <a:lnTo>
                    <a:pt x="2201638" y="2422717"/>
                  </a:lnTo>
                  <a:lnTo>
                    <a:pt x="2231021" y="2305576"/>
                  </a:lnTo>
                  <a:lnTo>
                    <a:pt x="2260349" y="2189105"/>
                  </a:lnTo>
                  <a:lnTo>
                    <a:pt x="2289582" y="2073815"/>
                  </a:lnTo>
                  <a:lnTo>
                    <a:pt x="2318684" y="1960194"/>
                  </a:lnTo>
                  <a:lnTo>
                    <a:pt x="2347623" y="1848702"/>
                  </a:lnTo>
                  <a:lnTo>
                    <a:pt x="2376374" y="1739759"/>
                  </a:lnTo>
                  <a:lnTo>
                    <a:pt x="2404922" y="1633744"/>
                  </a:lnTo>
                  <a:lnTo>
                    <a:pt x="2433260" y="1530986"/>
                  </a:lnTo>
                  <a:lnTo>
                    <a:pt x="2461391" y="1431763"/>
                  </a:lnTo>
                  <a:lnTo>
                    <a:pt x="2489329" y="1336301"/>
                  </a:lnTo>
                  <a:lnTo>
                    <a:pt x="2517102" y="1244771"/>
                  </a:lnTo>
                  <a:lnTo>
                    <a:pt x="2544749" y="1157293"/>
                  </a:lnTo>
                  <a:lnTo>
                    <a:pt x="2572325" y="1073936"/>
                  </a:lnTo>
                  <a:lnTo>
                    <a:pt x="2599898" y="994721"/>
                  </a:lnTo>
                  <a:lnTo>
                    <a:pt x="2627553" y="919626"/>
                  </a:lnTo>
                  <a:lnTo>
                    <a:pt x="2655394" y="848585"/>
                  </a:lnTo>
                  <a:lnTo>
                    <a:pt x="2667772" y="818494"/>
                  </a:lnTo>
                  <a:lnTo>
                    <a:pt x="2709648" y="723665"/>
                  </a:lnTo>
                  <a:lnTo>
                    <a:pt x="2752755" y="637432"/>
                  </a:lnTo>
                  <a:lnTo>
                    <a:pt x="2797633" y="559449"/>
                  </a:lnTo>
                  <a:lnTo>
                    <a:pt x="2844888" y="489085"/>
                  </a:lnTo>
                  <a:lnTo>
                    <a:pt x="2895152" y="425594"/>
                  </a:lnTo>
                  <a:lnTo>
                    <a:pt x="2949040" y="368221"/>
                  </a:lnTo>
                  <a:lnTo>
                    <a:pt x="3007097" y="316272"/>
                  </a:lnTo>
                  <a:lnTo>
                    <a:pt x="3069741" y="269147"/>
                  </a:lnTo>
                  <a:lnTo>
                    <a:pt x="3137177" y="226365"/>
                  </a:lnTo>
                  <a:lnTo>
                    <a:pt x="3209295" y="187572"/>
                  </a:lnTo>
                  <a:lnTo>
                    <a:pt x="3285552" y="152547"/>
                  </a:lnTo>
                  <a:lnTo>
                    <a:pt x="3364855" y="121189"/>
                  </a:lnTo>
                  <a:lnTo>
                    <a:pt x="3445487" y="93502"/>
                  </a:lnTo>
                  <a:lnTo>
                    <a:pt x="3525102" y="69554"/>
                  </a:lnTo>
                  <a:lnTo>
                    <a:pt x="3600860" y="49426"/>
                  </a:lnTo>
                  <a:lnTo>
                    <a:pt x="3669715" y="33142"/>
                  </a:lnTo>
                  <a:lnTo>
                    <a:pt x="3728844" y="20613"/>
                  </a:lnTo>
                  <a:lnTo>
                    <a:pt x="3776132" y="11584"/>
                  </a:lnTo>
                  <a:lnTo>
                    <a:pt x="3810594" y="5627"/>
                  </a:lnTo>
                  <a:lnTo>
                    <a:pt x="3832624" y="2167"/>
                  </a:lnTo>
                  <a:lnTo>
                    <a:pt x="3844014" y="535"/>
                  </a:lnTo>
                  <a:lnTo>
                    <a:pt x="3847810" y="37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38" y="33"/>
                  </a:lnTo>
                  <a:lnTo>
                    <a:pt x="4396509" y="276"/>
                  </a:lnTo>
                  <a:lnTo>
                    <a:pt x="4417389" y="946"/>
                  </a:lnTo>
                  <a:lnTo>
                    <a:pt x="4454151" y="2262"/>
                  </a:lnTo>
                  <a:lnTo>
                    <a:pt x="4507798" y="4412"/>
                  </a:lnTo>
                  <a:lnTo>
                    <a:pt x="4576942" y="7536"/>
                  </a:lnTo>
                  <a:lnTo>
                    <a:pt x="4658264" y="11707"/>
                  </a:lnTo>
                  <a:lnTo>
                    <a:pt x="4747369" y="16946"/>
                  </a:lnTo>
                  <a:lnTo>
                    <a:pt x="4839731" y="23235"/>
                  </a:lnTo>
                  <a:lnTo>
                    <a:pt x="4931438" y="30548"/>
                  </a:lnTo>
                  <a:lnTo>
                    <a:pt x="5019597" y="38879"/>
                  </a:lnTo>
                  <a:lnTo>
                    <a:pt x="5102411" y="48252"/>
                  </a:lnTo>
                  <a:lnTo>
                    <a:pt x="5179045" y="58739"/>
                  </a:lnTo>
                  <a:lnTo>
                    <a:pt x="5249404" y="70458"/>
                  </a:lnTo>
                  <a:lnTo>
                    <a:pt x="5313898" y="83573"/>
                  </a:lnTo>
                  <a:lnTo>
                    <a:pt x="5373252" y="98290"/>
                  </a:lnTo>
                  <a:lnTo>
                    <a:pt x="5428361" y="114842"/>
                  </a:lnTo>
                  <a:lnTo>
                    <a:pt x="5480174" y="133468"/>
                  </a:lnTo>
                  <a:lnTo>
                    <a:pt x="5529618" y="154376"/>
                  </a:lnTo>
                  <a:lnTo>
                    <a:pt x="5567201" y="172410"/>
                  </a:lnTo>
                  <a:lnTo>
                    <a:pt x="5614718" y="197795"/>
                  </a:lnTo>
                  <a:lnTo>
                    <a:pt x="5661771" y="225672"/>
                  </a:lnTo>
                  <a:lnTo>
                    <a:pt x="5708818" y="256081"/>
                  </a:lnTo>
                  <a:lnTo>
                    <a:pt x="5756176" y="288982"/>
                  </a:lnTo>
                  <a:lnTo>
                    <a:pt x="5804043" y="324249"/>
                  </a:lnTo>
                  <a:lnTo>
                    <a:pt x="5852509" y="361663"/>
                  </a:lnTo>
                  <a:lnTo>
                    <a:pt x="5901568" y="400910"/>
                  </a:lnTo>
                  <a:lnTo>
                    <a:pt x="5951136" y="441589"/>
                  </a:lnTo>
                  <a:lnTo>
                    <a:pt x="6001064" y="483231"/>
                  </a:lnTo>
                  <a:lnTo>
                    <a:pt x="6051161" y="525313"/>
                  </a:lnTo>
                  <a:lnTo>
                    <a:pt x="6101218" y="567289"/>
                  </a:lnTo>
                  <a:lnTo>
                    <a:pt x="6151028" y="608621"/>
                  </a:lnTo>
                  <a:lnTo>
                    <a:pt x="6200415" y="648803"/>
                  </a:lnTo>
                  <a:lnTo>
                    <a:pt x="6249253" y="687389"/>
                  </a:lnTo>
                  <a:lnTo>
                    <a:pt x="6297484" y="724012"/>
                  </a:lnTo>
                  <a:lnTo>
                    <a:pt x="6345140" y="758392"/>
                  </a:lnTo>
                  <a:lnTo>
                    <a:pt x="6392349" y="790347"/>
                  </a:lnTo>
                  <a:lnTo>
                    <a:pt x="6439354" y="819784"/>
                  </a:lnTo>
                  <a:lnTo>
                    <a:pt x="6486522" y="846696"/>
                  </a:lnTo>
                  <a:lnTo>
                    <a:pt x="6515891" y="862051"/>
                  </a:lnTo>
                  <a:lnTo>
                    <a:pt x="6564052" y="884825"/>
                  </a:lnTo>
                  <a:lnTo>
                    <a:pt x="6613936" y="905224"/>
                  </a:lnTo>
                  <a:lnTo>
                    <a:pt x="6666384" y="923381"/>
                  </a:lnTo>
                  <a:lnTo>
                    <a:pt x="6722334" y="939514"/>
                  </a:lnTo>
                  <a:lnTo>
                    <a:pt x="6782733" y="953864"/>
                  </a:lnTo>
                  <a:lnTo>
                    <a:pt x="6848447" y="966660"/>
                  </a:lnTo>
                  <a:lnTo>
                    <a:pt x="6920147" y="978099"/>
                  </a:lnTo>
                  <a:lnTo>
                    <a:pt x="6998153" y="988335"/>
                  </a:lnTo>
                  <a:lnTo>
                    <a:pt x="7082229" y="997478"/>
                  </a:lnTo>
                  <a:lnTo>
                    <a:pt x="7171348" y="1005586"/>
                  </a:lnTo>
                  <a:lnTo>
                    <a:pt x="7263481" y="1012679"/>
                  </a:lnTo>
                  <a:lnTo>
                    <a:pt x="7355498" y="1018742"/>
                  </a:lnTo>
                  <a:lnTo>
                    <a:pt x="7443307" y="1023750"/>
                  </a:lnTo>
                  <a:lnTo>
                    <a:pt x="7522336" y="1027691"/>
                  </a:lnTo>
                  <a:lnTo>
                    <a:pt x="7588342" y="1030594"/>
                  </a:lnTo>
                  <a:lnTo>
                    <a:pt x="7638362" y="1032549"/>
                  </a:lnTo>
                  <a:lnTo>
                    <a:pt x="7671505" y="1033707"/>
                  </a:lnTo>
                  <a:lnTo>
                    <a:pt x="7689306" y="1034266"/>
                  </a:lnTo>
                  <a:lnTo>
                    <a:pt x="7695614" y="1034445"/>
                  </a:lnTo>
                  <a:lnTo>
                    <a:pt x="7696237" y="1034461"/>
                  </a:lnTo>
                  <a:lnTo>
                    <a:pt x="8234974" y="1034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6" name="pl2176"/>
            <p:cNvSpPr/>
            <p:nvPr/>
          </p:nvSpPr>
          <p:spPr>
            <a:xfrm>
              <a:off x="546595" y="1245909"/>
              <a:ext cx="8234974" cy="4910969"/>
            </a:xfrm>
            <a:custGeom>
              <a:avLst/>
              <a:pathLst>
                <a:path w="8234974" h="4910969">
                  <a:moveTo>
                    <a:pt x="8234974" y="1034461"/>
                  </a:moveTo>
                  <a:lnTo>
                    <a:pt x="7696237" y="1034461"/>
                  </a:lnTo>
                  <a:lnTo>
                    <a:pt x="7694955" y="1034427"/>
                  </a:lnTo>
                  <a:lnTo>
                    <a:pt x="7686583" y="1034185"/>
                  </a:lnTo>
                  <a:lnTo>
                    <a:pt x="7665703" y="1033514"/>
                  </a:lnTo>
                  <a:lnTo>
                    <a:pt x="7628942" y="1032199"/>
                  </a:lnTo>
                  <a:lnTo>
                    <a:pt x="7575294" y="1030048"/>
                  </a:lnTo>
                  <a:lnTo>
                    <a:pt x="7506150" y="1026925"/>
                  </a:lnTo>
                  <a:lnTo>
                    <a:pt x="7424828" y="1022753"/>
                  </a:lnTo>
                  <a:lnTo>
                    <a:pt x="7335723" y="1017514"/>
                  </a:lnTo>
                  <a:lnTo>
                    <a:pt x="7243362" y="1011226"/>
                  </a:lnTo>
                  <a:lnTo>
                    <a:pt x="7151655" y="1003912"/>
                  </a:lnTo>
                  <a:lnTo>
                    <a:pt x="7063496" y="995582"/>
                  </a:lnTo>
                  <a:lnTo>
                    <a:pt x="6980682" y="986209"/>
                  </a:lnTo>
                  <a:lnTo>
                    <a:pt x="6904047" y="975722"/>
                  </a:lnTo>
                  <a:lnTo>
                    <a:pt x="6833689" y="964003"/>
                  </a:lnTo>
                  <a:lnTo>
                    <a:pt x="6769195" y="950888"/>
                  </a:lnTo>
                  <a:lnTo>
                    <a:pt x="6709840" y="936171"/>
                  </a:lnTo>
                  <a:lnTo>
                    <a:pt x="6654732" y="919619"/>
                  </a:lnTo>
                  <a:lnTo>
                    <a:pt x="6602918" y="900992"/>
                  </a:lnTo>
                  <a:lnTo>
                    <a:pt x="6553475" y="880084"/>
                  </a:lnTo>
                  <a:lnTo>
                    <a:pt x="6515891" y="862051"/>
                  </a:lnTo>
                  <a:lnTo>
                    <a:pt x="6468374" y="836665"/>
                  </a:lnTo>
                  <a:lnTo>
                    <a:pt x="6421321" y="808788"/>
                  </a:lnTo>
                  <a:lnTo>
                    <a:pt x="6374275" y="778380"/>
                  </a:lnTo>
                  <a:lnTo>
                    <a:pt x="6326916" y="745479"/>
                  </a:lnTo>
                  <a:lnTo>
                    <a:pt x="6279049" y="710211"/>
                  </a:lnTo>
                  <a:lnTo>
                    <a:pt x="6230584" y="672798"/>
                  </a:lnTo>
                  <a:lnTo>
                    <a:pt x="6181524" y="633551"/>
                  </a:lnTo>
                  <a:lnTo>
                    <a:pt x="6131957" y="592871"/>
                  </a:lnTo>
                  <a:lnTo>
                    <a:pt x="6082029" y="551230"/>
                  </a:lnTo>
                  <a:lnTo>
                    <a:pt x="6031931" y="509148"/>
                  </a:lnTo>
                  <a:lnTo>
                    <a:pt x="5981875" y="467171"/>
                  </a:lnTo>
                  <a:lnTo>
                    <a:pt x="5932064" y="425839"/>
                  </a:lnTo>
                  <a:lnTo>
                    <a:pt x="5882677" y="385657"/>
                  </a:lnTo>
                  <a:lnTo>
                    <a:pt x="5833840" y="347071"/>
                  </a:lnTo>
                  <a:lnTo>
                    <a:pt x="5785608" y="310449"/>
                  </a:lnTo>
                  <a:lnTo>
                    <a:pt x="5737952" y="276068"/>
                  </a:lnTo>
                  <a:lnTo>
                    <a:pt x="5690743" y="244114"/>
                  </a:lnTo>
                  <a:lnTo>
                    <a:pt x="5643739" y="214677"/>
                  </a:lnTo>
                  <a:lnTo>
                    <a:pt x="5596570" y="187764"/>
                  </a:lnTo>
                  <a:lnTo>
                    <a:pt x="5567201" y="172410"/>
                  </a:lnTo>
                  <a:lnTo>
                    <a:pt x="5519040" y="149635"/>
                  </a:lnTo>
                  <a:lnTo>
                    <a:pt x="5469157" y="129236"/>
                  </a:lnTo>
                  <a:lnTo>
                    <a:pt x="5416708" y="111079"/>
                  </a:lnTo>
                  <a:lnTo>
                    <a:pt x="5360758" y="94947"/>
                  </a:lnTo>
                  <a:lnTo>
                    <a:pt x="5300360" y="80597"/>
                  </a:lnTo>
                  <a:lnTo>
                    <a:pt x="5234646" y="67801"/>
                  </a:lnTo>
                  <a:lnTo>
                    <a:pt x="5162945" y="56362"/>
                  </a:lnTo>
                  <a:lnTo>
                    <a:pt x="5084939" y="46125"/>
                  </a:lnTo>
                  <a:lnTo>
                    <a:pt x="5000863" y="36983"/>
                  </a:lnTo>
                  <a:lnTo>
                    <a:pt x="4911745" y="28874"/>
                  </a:lnTo>
                  <a:lnTo>
                    <a:pt x="4819611" y="21781"/>
                  </a:lnTo>
                  <a:lnTo>
                    <a:pt x="4727595" y="15718"/>
                  </a:lnTo>
                  <a:lnTo>
                    <a:pt x="4639786" y="10711"/>
                  </a:lnTo>
                  <a:lnTo>
                    <a:pt x="4560757" y="6770"/>
                  </a:lnTo>
                  <a:lnTo>
                    <a:pt x="4494751" y="3866"/>
                  </a:lnTo>
                  <a:lnTo>
                    <a:pt x="4444730" y="1911"/>
                  </a:lnTo>
                  <a:lnTo>
                    <a:pt x="4411588" y="753"/>
                  </a:lnTo>
                  <a:lnTo>
                    <a:pt x="4393787" y="195"/>
                  </a:lnTo>
                  <a:lnTo>
                    <a:pt x="4387479" y="1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64" y="106"/>
                  </a:lnTo>
                  <a:lnTo>
                    <a:pt x="3841633" y="863"/>
                  </a:lnTo>
                  <a:lnTo>
                    <a:pt x="3827401" y="2956"/>
                  </a:lnTo>
                  <a:lnTo>
                    <a:pt x="3801869" y="7079"/>
                  </a:lnTo>
                  <a:lnTo>
                    <a:pt x="3763643" y="13879"/>
                  </a:lnTo>
                  <a:lnTo>
                    <a:pt x="3712742" y="23892"/>
                  </a:lnTo>
                  <a:lnTo>
                    <a:pt x="3650517" y="37498"/>
                  </a:lnTo>
                  <a:lnTo>
                    <a:pt x="3579337" y="54900"/>
                  </a:lnTo>
                  <a:lnTo>
                    <a:pt x="3502141" y="76149"/>
                  </a:lnTo>
                  <a:lnTo>
                    <a:pt x="3421954" y="101196"/>
                  </a:lnTo>
                  <a:lnTo>
                    <a:pt x="3341494" y="129959"/>
                  </a:lnTo>
                  <a:lnTo>
                    <a:pt x="3262931" y="162383"/>
                  </a:lnTo>
                  <a:lnTo>
                    <a:pt x="3187795" y="198492"/>
                  </a:lnTo>
                  <a:lnTo>
                    <a:pt x="3117009" y="238420"/>
                  </a:lnTo>
                  <a:lnTo>
                    <a:pt x="3050975" y="282427"/>
                  </a:lnTo>
                  <a:lnTo>
                    <a:pt x="2989701" y="330904"/>
                  </a:lnTo>
                  <a:lnTo>
                    <a:pt x="2932911" y="384368"/>
                  </a:lnTo>
                  <a:lnTo>
                    <a:pt x="2880141" y="443451"/>
                  </a:lnTo>
                  <a:lnTo>
                    <a:pt x="2830819" y="508868"/>
                  </a:lnTo>
                  <a:lnTo>
                    <a:pt x="2784323" y="581380"/>
                  </a:lnTo>
                  <a:lnTo>
                    <a:pt x="2740023" y="661713"/>
                  </a:lnTo>
                  <a:lnTo>
                    <a:pt x="2697326" y="750437"/>
                  </a:lnTo>
                  <a:lnTo>
                    <a:pt x="2667772" y="818494"/>
                  </a:lnTo>
                  <a:lnTo>
                    <a:pt x="2639812" y="887774"/>
                  </a:lnTo>
                  <a:lnTo>
                    <a:pt x="2612089" y="961070"/>
                  </a:lnTo>
                  <a:lnTo>
                    <a:pt x="2584491" y="1038462"/>
                  </a:lnTo>
                  <a:lnTo>
                    <a:pt x="2556926" y="1119990"/>
                  </a:lnTo>
                  <a:lnTo>
                    <a:pt x="2529318" y="1205655"/>
                  </a:lnTo>
                  <a:lnTo>
                    <a:pt x="2501606" y="1295408"/>
                  </a:lnTo>
                  <a:lnTo>
                    <a:pt x="2473745" y="1389152"/>
                  </a:lnTo>
                  <a:lnTo>
                    <a:pt x="2445701" y="1486739"/>
                  </a:lnTo>
                  <a:lnTo>
                    <a:pt x="2417456" y="1587968"/>
                  </a:lnTo>
                  <a:lnTo>
                    <a:pt x="2389001" y="1692583"/>
                  </a:lnTo>
                  <a:lnTo>
                    <a:pt x="2360337" y="1800278"/>
                  </a:lnTo>
                  <a:lnTo>
                    <a:pt x="2331479" y="1910694"/>
                  </a:lnTo>
                  <a:lnTo>
                    <a:pt x="2302446" y="2023430"/>
                  </a:lnTo>
                  <a:lnTo>
                    <a:pt x="2273266" y="2138042"/>
                  </a:lnTo>
                  <a:lnTo>
                    <a:pt x="2243975" y="2254054"/>
                  </a:lnTo>
                  <a:lnTo>
                    <a:pt x="2214611" y="2370963"/>
                  </a:lnTo>
                  <a:lnTo>
                    <a:pt x="2185216" y="2488251"/>
                  </a:lnTo>
                  <a:lnTo>
                    <a:pt x="2155834" y="2605392"/>
                  </a:lnTo>
                  <a:lnTo>
                    <a:pt x="2126505" y="2721863"/>
                  </a:lnTo>
                  <a:lnTo>
                    <a:pt x="2097272" y="2837154"/>
                  </a:lnTo>
                  <a:lnTo>
                    <a:pt x="2068171" y="2950775"/>
                  </a:lnTo>
                  <a:lnTo>
                    <a:pt x="2039232" y="3062267"/>
                  </a:lnTo>
                  <a:lnTo>
                    <a:pt x="2010480" y="3171210"/>
                  </a:lnTo>
                  <a:lnTo>
                    <a:pt x="1981932" y="3277225"/>
                  </a:lnTo>
                  <a:lnTo>
                    <a:pt x="1953595" y="3379983"/>
                  </a:lnTo>
                  <a:lnTo>
                    <a:pt x="1925464" y="3479206"/>
                  </a:lnTo>
                  <a:lnTo>
                    <a:pt x="1897526" y="3574668"/>
                  </a:lnTo>
                  <a:lnTo>
                    <a:pt x="1869753" y="3666198"/>
                  </a:lnTo>
                  <a:lnTo>
                    <a:pt x="1842105" y="3753676"/>
                  </a:lnTo>
                  <a:lnTo>
                    <a:pt x="1814530" y="3837033"/>
                  </a:lnTo>
                  <a:lnTo>
                    <a:pt x="1786957" y="3916247"/>
                  </a:lnTo>
                  <a:lnTo>
                    <a:pt x="1759302" y="3991343"/>
                  </a:lnTo>
                  <a:lnTo>
                    <a:pt x="1731461" y="4062383"/>
                  </a:lnTo>
                  <a:lnTo>
                    <a:pt x="1719082" y="4092474"/>
                  </a:lnTo>
                  <a:lnTo>
                    <a:pt x="1677206" y="4187303"/>
                  </a:lnTo>
                  <a:lnTo>
                    <a:pt x="1634099" y="4273537"/>
                  </a:lnTo>
                  <a:lnTo>
                    <a:pt x="1589222" y="4351520"/>
                  </a:lnTo>
                  <a:lnTo>
                    <a:pt x="1541967" y="4421884"/>
                  </a:lnTo>
                  <a:lnTo>
                    <a:pt x="1491703" y="4485375"/>
                  </a:lnTo>
                  <a:lnTo>
                    <a:pt x="1437815" y="4542748"/>
                  </a:lnTo>
                  <a:lnTo>
                    <a:pt x="1379758" y="4594697"/>
                  </a:lnTo>
                  <a:lnTo>
                    <a:pt x="1317114" y="4641822"/>
                  </a:lnTo>
                  <a:lnTo>
                    <a:pt x="1249677" y="4684604"/>
                  </a:lnTo>
                  <a:lnTo>
                    <a:pt x="1177559" y="4723397"/>
                  </a:lnTo>
                  <a:lnTo>
                    <a:pt x="1101303" y="4758422"/>
                  </a:lnTo>
                  <a:lnTo>
                    <a:pt x="1021999" y="4789780"/>
                  </a:lnTo>
                  <a:lnTo>
                    <a:pt x="941368" y="4817467"/>
                  </a:lnTo>
                  <a:lnTo>
                    <a:pt x="861753" y="4841415"/>
                  </a:lnTo>
                  <a:lnTo>
                    <a:pt x="785995" y="4861543"/>
                  </a:lnTo>
                  <a:lnTo>
                    <a:pt x="717139" y="4877827"/>
                  </a:lnTo>
                  <a:lnTo>
                    <a:pt x="658010" y="4890356"/>
                  </a:lnTo>
                  <a:lnTo>
                    <a:pt x="610723" y="4899385"/>
                  </a:lnTo>
                  <a:lnTo>
                    <a:pt x="576261" y="4905342"/>
                  </a:lnTo>
                  <a:lnTo>
                    <a:pt x="554231" y="4908802"/>
                  </a:lnTo>
                  <a:lnTo>
                    <a:pt x="542841" y="4910434"/>
                  </a:lnTo>
                  <a:lnTo>
                    <a:pt x="539045" y="4910932"/>
                  </a:lnTo>
                  <a:lnTo>
                    <a:pt x="538736" y="4910969"/>
                  </a:lnTo>
                  <a:lnTo>
                    <a:pt x="0" y="49109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7" name="pg2177"/>
            <p:cNvSpPr/>
            <p:nvPr/>
          </p:nvSpPr>
          <p:spPr>
            <a:xfrm>
              <a:off x="546595" y="3303943"/>
              <a:ext cx="8234974" cy="2863824"/>
            </a:xfrm>
            <a:custGeom>
              <a:avLst/>
              <a:pathLst>
                <a:path w="8234974" h="2863824">
                  <a:moveTo>
                    <a:pt x="0" y="2863824"/>
                  </a:moveTo>
                  <a:lnTo>
                    <a:pt x="538736" y="2863824"/>
                  </a:lnTo>
                  <a:lnTo>
                    <a:pt x="539902" y="2863739"/>
                  </a:lnTo>
                  <a:lnTo>
                    <a:pt x="547530" y="2863132"/>
                  </a:lnTo>
                  <a:lnTo>
                    <a:pt x="566619" y="2861454"/>
                  </a:lnTo>
                  <a:lnTo>
                    <a:pt x="600393" y="2858156"/>
                  </a:lnTo>
                  <a:lnTo>
                    <a:pt x="650012" y="2852753"/>
                  </a:lnTo>
                  <a:lnTo>
                    <a:pt x="714511" y="2844875"/>
                  </a:lnTo>
                  <a:lnTo>
                    <a:pt x="791130" y="2834306"/>
                  </a:lnTo>
                  <a:lnTo>
                    <a:pt x="876005" y="2820975"/>
                  </a:lnTo>
                  <a:lnTo>
                    <a:pt x="964982" y="2804908"/>
                  </a:lnTo>
                  <a:lnTo>
                    <a:pt x="1054306" y="2786171"/>
                  </a:lnTo>
                  <a:lnTo>
                    <a:pt x="1141052" y="2764802"/>
                  </a:lnTo>
                  <a:lnTo>
                    <a:pt x="1223264" y="2740769"/>
                  </a:lnTo>
                  <a:lnTo>
                    <a:pt x="1299886" y="2713938"/>
                  </a:lnTo>
                  <a:lnTo>
                    <a:pt x="1370591" y="2684060"/>
                  </a:lnTo>
                  <a:lnTo>
                    <a:pt x="1435580" y="2650770"/>
                  </a:lnTo>
                  <a:lnTo>
                    <a:pt x="1495399" y="2613600"/>
                  </a:lnTo>
                  <a:lnTo>
                    <a:pt x="1550798" y="2571993"/>
                  </a:lnTo>
                  <a:lnTo>
                    <a:pt x="1602623" y="2525348"/>
                  </a:lnTo>
                  <a:lnTo>
                    <a:pt x="1651737" y="2473082"/>
                  </a:lnTo>
                  <a:lnTo>
                    <a:pt x="1698946" y="2414758"/>
                  </a:lnTo>
                  <a:lnTo>
                    <a:pt x="1719082" y="2387428"/>
                  </a:lnTo>
                  <a:lnTo>
                    <a:pt x="1754419" y="2336011"/>
                  </a:lnTo>
                  <a:lnTo>
                    <a:pt x="1789425" y="2280830"/>
                  </a:lnTo>
                  <a:lnTo>
                    <a:pt x="1824312" y="2221808"/>
                  </a:lnTo>
                  <a:lnTo>
                    <a:pt x="1859243" y="2158930"/>
                  </a:lnTo>
                  <a:lnTo>
                    <a:pt x="1894345" y="2092248"/>
                  </a:lnTo>
                  <a:lnTo>
                    <a:pt x="1929704" y="2021889"/>
                  </a:lnTo>
                  <a:lnTo>
                    <a:pt x="1965374" y="1948055"/>
                  </a:lnTo>
                  <a:lnTo>
                    <a:pt x="2001380" y="1871031"/>
                  </a:lnTo>
                  <a:lnTo>
                    <a:pt x="2037716" y="1791178"/>
                  </a:lnTo>
                  <a:lnTo>
                    <a:pt x="2074353" y="1708930"/>
                  </a:lnTo>
                  <a:lnTo>
                    <a:pt x="2111240" y="1624790"/>
                  </a:lnTo>
                  <a:lnTo>
                    <a:pt x="2148311" y="1539309"/>
                  </a:lnTo>
                  <a:lnTo>
                    <a:pt x="2185485" y="1453081"/>
                  </a:lnTo>
                  <a:lnTo>
                    <a:pt x="2222679" y="1366721"/>
                  </a:lnTo>
                  <a:lnTo>
                    <a:pt x="2259804" y="1280847"/>
                  </a:lnTo>
                  <a:lnTo>
                    <a:pt x="2296779" y="1196064"/>
                  </a:lnTo>
                  <a:lnTo>
                    <a:pt x="2333530" y="1112944"/>
                  </a:lnTo>
                  <a:lnTo>
                    <a:pt x="2369999" y="1032011"/>
                  </a:lnTo>
                  <a:lnTo>
                    <a:pt x="2406148" y="953731"/>
                  </a:lnTo>
                  <a:lnTo>
                    <a:pt x="2441960" y="878495"/>
                  </a:lnTo>
                  <a:lnTo>
                    <a:pt x="2477448" y="806623"/>
                  </a:lnTo>
                  <a:lnTo>
                    <a:pt x="2512650" y="738351"/>
                  </a:lnTo>
                  <a:lnTo>
                    <a:pt x="2547641" y="673838"/>
                  </a:lnTo>
                  <a:lnTo>
                    <a:pt x="2582529" y="613168"/>
                  </a:lnTo>
                  <a:lnTo>
                    <a:pt x="2617461" y="556353"/>
                  </a:lnTo>
                  <a:lnTo>
                    <a:pt x="2652628" y="503342"/>
                  </a:lnTo>
                  <a:lnTo>
                    <a:pt x="2667772" y="481841"/>
                  </a:lnTo>
                  <a:lnTo>
                    <a:pt x="2714373" y="420818"/>
                  </a:lnTo>
                  <a:lnTo>
                    <a:pt x="2762564" y="365954"/>
                  </a:lnTo>
                  <a:lnTo>
                    <a:pt x="2813105" y="316929"/>
                  </a:lnTo>
                  <a:lnTo>
                    <a:pt x="2866841" y="273203"/>
                  </a:lnTo>
                  <a:lnTo>
                    <a:pt x="2924635" y="234174"/>
                  </a:lnTo>
                  <a:lnTo>
                    <a:pt x="2987291" y="199258"/>
                  </a:lnTo>
                  <a:lnTo>
                    <a:pt x="3055459" y="167946"/>
                  </a:lnTo>
                  <a:lnTo>
                    <a:pt x="3129510" y="139825"/>
                  </a:lnTo>
                  <a:lnTo>
                    <a:pt x="3209370" y="114597"/>
                  </a:lnTo>
                  <a:lnTo>
                    <a:pt x="3294327" y="92078"/>
                  </a:lnTo>
                  <a:lnTo>
                    <a:pt x="3382831" y="72194"/>
                  </a:lnTo>
                  <a:lnTo>
                    <a:pt x="3472378" y="54956"/>
                  </a:lnTo>
                  <a:lnTo>
                    <a:pt x="3559540" y="40427"/>
                  </a:lnTo>
                  <a:lnTo>
                    <a:pt x="3640264" y="28657"/>
                  </a:lnTo>
                  <a:lnTo>
                    <a:pt x="3710462" y="19625"/>
                  </a:lnTo>
                  <a:lnTo>
                    <a:pt x="3766796" y="13181"/>
                  </a:lnTo>
                  <a:lnTo>
                    <a:pt x="3807454" y="9021"/>
                  </a:lnTo>
                  <a:lnTo>
                    <a:pt x="3832657" y="6703"/>
                  </a:lnTo>
                  <a:lnTo>
                    <a:pt x="3844757" y="5697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58" y="5446"/>
                  </a:lnTo>
                  <a:lnTo>
                    <a:pt x="4396657" y="5457"/>
                  </a:lnTo>
                  <a:lnTo>
                    <a:pt x="4417842" y="5490"/>
                  </a:lnTo>
                  <a:lnTo>
                    <a:pt x="4455110" y="5553"/>
                  </a:lnTo>
                  <a:lnTo>
                    <a:pt x="4509436" y="5656"/>
                  </a:lnTo>
                  <a:lnTo>
                    <a:pt x="4579353" y="5806"/>
                  </a:lnTo>
                  <a:lnTo>
                    <a:pt x="4661448" y="6007"/>
                  </a:lnTo>
                  <a:lnTo>
                    <a:pt x="4751235" y="6258"/>
                  </a:lnTo>
                  <a:lnTo>
                    <a:pt x="4844130" y="6560"/>
                  </a:lnTo>
                  <a:lnTo>
                    <a:pt x="4936201" y="6911"/>
                  </a:lnTo>
                  <a:lnTo>
                    <a:pt x="5024565" y="7310"/>
                  </a:lnTo>
                  <a:lnTo>
                    <a:pt x="5107454" y="7760"/>
                  </a:lnTo>
                  <a:lnTo>
                    <a:pt x="5184073" y="8263"/>
                  </a:lnTo>
                  <a:lnTo>
                    <a:pt x="5254364" y="8825"/>
                  </a:lnTo>
                  <a:lnTo>
                    <a:pt x="5318775" y="9455"/>
                  </a:lnTo>
                  <a:lnTo>
                    <a:pt x="5378059" y="10163"/>
                  </a:lnTo>
                  <a:lnTo>
                    <a:pt x="5433132" y="10959"/>
                  </a:lnTo>
                  <a:lnTo>
                    <a:pt x="5484961" y="11856"/>
                  </a:lnTo>
                  <a:lnTo>
                    <a:pt x="5534480" y="12862"/>
                  </a:lnTo>
                  <a:lnTo>
                    <a:pt x="5567201" y="13611"/>
                  </a:lnTo>
                  <a:lnTo>
                    <a:pt x="5619981" y="14955"/>
                  </a:lnTo>
                  <a:lnTo>
                    <a:pt x="5672256" y="16445"/>
                  </a:lnTo>
                  <a:lnTo>
                    <a:pt x="5724621" y="18083"/>
                  </a:lnTo>
                  <a:lnTo>
                    <a:pt x="5777466" y="19865"/>
                  </a:lnTo>
                  <a:lnTo>
                    <a:pt x="5831002" y="21780"/>
                  </a:lnTo>
                  <a:lnTo>
                    <a:pt x="5885286" y="23811"/>
                  </a:lnTo>
                  <a:lnTo>
                    <a:pt x="5940240" y="25935"/>
                  </a:lnTo>
                  <a:lnTo>
                    <a:pt x="5995684" y="28120"/>
                  </a:lnTo>
                  <a:lnTo>
                    <a:pt x="6051364" y="30335"/>
                  </a:lnTo>
                  <a:lnTo>
                    <a:pt x="6106993" y="32544"/>
                  </a:lnTo>
                  <a:lnTo>
                    <a:pt x="6162291" y="34711"/>
                  </a:lnTo>
                  <a:lnTo>
                    <a:pt x="6217025" y="36805"/>
                  </a:lnTo>
                  <a:lnTo>
                    <a:pt x="6271047" y="38798"/>
                  </a:lnTo>
                  <a:lnTo>
                    <a:pt x="6324325" y="40668"/>
                  </a:lnTo>
                  <a:lnTo>
                    <a:pt x="6376969" y="42400"/>
                  </a:lnTo>
                  <a:lnTo>
                    <a:pt x="6429248" y="43986"/>
                  </a:lnTo>
                  <a:lnTo>
                    <a:pt x="6481621" y="45424"/>
                  </a:lnTo>
                  <a:lnTo>
                    <a:pt x="6515891" y="46278"/>
                  </a:lnTo>
                  <a:lnTo>
                    <a:pt x="6564310" y="47362"/>
                  </a:lnTo>
                  <a:lnTo>
                    <a:pt x="6614475" y="48333"/>
                  </a:lnTo>
                  <a:lnTo>
                    <a:pt x="6667241" y="49196"/>
                  </a:lnTo>
                  <a:lnTo>
                    <a:pt x="6723561" y="49963"/>
                  </a:lnTo>
                  <a:lnTo>
                    <a:pt x="6784396" y="50644"/>
                  </a:lnTo>
                  <a:lnTo>
                    <a:pt x="6850623" y="51251"/>
                  </a:lnTo>
                  <a:lnTo>
                    <a:pt x="6922917" y="51794"/>
                  </a:lnTo>
                  <a:lnTo>
                    <a:pt x="7001586" y="52279"/>
                  </a:lnTo>
                  <a:lnTo>
                    <a:pt x="7086361" y="52712"/>
                  </a:lnTo>
                  <a:lnTo>
                    <a:pt x="7176160" y="53096"/>
                  </a:lnTo>
                  <a:lnTo>
                    <a:pt x="7268864" y="53431"/>
                  </a:lnTo>
                  <a:lnTo>
                    <a:pt x="7361233" y="53717"/>
                  </a:lnTo>
                  <a:lnTo>
                    <a:pt x="7449064" y="53952"/>
                  </a:lnTo>
                  <a:lnTo>
                    <a:pt x="7527707" y="54136"/>
                  </a:lnTo>
                  <a:lnTo>
                    <a:pt x="7592912" y="54271"/>
                  </a:lnTo>
                  <a:lnTo>
                    <a:pt x="7641810" y="54360"/>
                  </a:lnTo>
                  <a:lnTo>
                    <a:pt x="7673688" y="54413"/>
                  </a:lnTo>
                  <a:lnTo>
                    <a:pt x="7690322" y="54437"/>
                  </a:lnTo>
                  <a:lnTo>
                    <a:pt x="7695821" y="54444"/>
                  </a:lnTo>
                  <a:lnTo>
                    <a:pt x="7696237" y="54445"/>
                  </a:lnTo>
                  <a:lnTo>
                    <a:pt x="8234974" y="54445"/>
                  </a:lnTo>
                  <a:lnTo>
                    <a:pt x="8234974" y="49000"/>
                  </a:lnTo>
                  <a:lnTo>
                    <a:pt x="7696237" y="49000"/>
                  </a:lnTo>
                  <a:lnTo>
                    <a:pt x="7694935" y="48999"/>
                  </a:lnTo>
                  <a:lnTo>
                    <a:pt x="7686436" y="48987"/>
                  </a:lnTo>
                  <a:lnTo>
                    <a:pt x="7665251" y="48955"/>
                  </a:lnTo>
                  <a:lnTo>
                    <a:pt x="7627982" y="48891"/>
                  </a:lnTo>
                  <a:lnTo>
                    <a:pt x="7573657" y="48788"/>
                  </a:lnTo>
                  <a:lnTo>
                    <a:pt x="7503739" y="48638"/>
                  </a:lnTo>
                  <a:lnTo>
                    <a:pt x="7421645" y="48437"/>
                  </a:lnTo>
                  <a:lnTo>
                    <a:pt x="7331857" y="48186"/>
                  </a:lnTo>
                  <a:lnTo>
                    <a:pt x="7238962" y="47884"/>
                  </a:lnTo>
                  <a:lnTo>
                    <a:pt x="7146891" y="47534"/>
                  </a:lnTo>
                  <a:lnTo>
                    <a:pt x="7058528" y="47134"/>
                  </a:lnTo>
                  <a:lnTo>
                    <a:pt x="6975639" y="46685"/>
                  </a:lnTo>
                  <a:lnTo>
                    <a:pt x="6899020" y="46182"/>
                  </a:lnTo>
                  <a:lnTo>
                    <a:pt x="6828728" y="45619"/>
                  </a:lnTo>
                  <a:lnTo>
                    <a:pt x="6764318" y="44989"/>
                  </a:lnTo>
                  <a:lnTo>
                    <a:pt x="6705034" y="44282"/>
                  </a:lnTo>
                  <a:lnTo>
                    <a:pt x="6649961" y="43485"/>
                  </a:lnTo>
                  <a:lnTo>
                    <a:pt x="6598131" y="42589"/>
                  </a:lnTo>
                  <a:lnTo>
                    <a:pt x="6548613" y="41582"/>
                  </a:lnTo>
                  <a:lnTo>
                    <a:pt x="6515891" y="40834"/>
                  </a:lnTo>
                  <a:lnTo>
                    <a:pt x="6463112" y="39490"/>
                  </a:lnTo>
                  <a:lnTo>
                    <a:pt x="6410837" y="38000"/>
                  </a:lnTo>
                  <a:lnTo>
                    <a:pt x="6358471" y="36361"/>
                  </a:lnTo>
                  <a:lnTo>
                    <a:pt x="6305626" y="34580"/>
                  </a:lnTo>
                  <a:lnTo>
                    <a:pt x="6252090" y="32664"/>
                  </a:lnTo>
                  <a:lnTo>
                    <a:pt x="6197807" y="30633"/>
                  </a:lnTo>
                  <a:lnTo>
                    <a:pt x="6142852" y="28510"/>
                  </a:lnTo>
                  <a:lnTo>
                    <a:pt x="6087408" y="26324"/>
                  </a:lnTo>
                  <a:lnTo>
                    <a:pt x="6031728" y="24109"/>
                  </a:lnTo>
                  <a:lnTo>
                    <a:pt x="5976099" y="21900"/>
                  </a:lnTo>
                  <a:lnTo>
                    <a:pt x="5920802" y="19733"/>
                  </a:lnTo>
                  <a:lnTo>
                    <a:pt x="5866068" y="17639"/>
                  </a:lnTo>
                  <a:lnTo>
                    <a:pt x="5812046" y="15646"/>
                  </a:lnTo>
                  <a:lnTo>
                    <a:pt x="5758767" y="13776"/>
                  </a:lnTo>
                  <a:lnTo>
                    <a:pt x="5706124" y="12044"/>
                  </a:lnTo>
                  <a:lnTo>
                    <a:pt x="5653844" y="10458"/>
                  </a:lnTo>
                  <a:lnTo>
                    <a:pt x="5601471" y="9020"/>
                  </a:lnTo>
                  <a:lnTo>
                    <a:pt x="5567201" y="8166"/>
                  </a:lnTo>
                  <a:lnTo>
                    <a:pt x="5518782" y="7082"/>
                  </a:lnTo>
                  <a:lnTo>
                    <a:pt x="5468618" y="6112"/>
                  </a:lnTo>
                  <a:lnTo>
                    <a:pt x="5415852" y="5248"/>
                  </a:lnTo>
                  <a:lnTo>
                    <a:pt x="5359532" y="4482"/>
                  </a:lnTo>
                  <a:lnTo>
                    <a:pt x="5298697" y="3800"/>
                  </a:lnTo>
                  <a:lnTo>
                    <a:pt x="5232469" y="3193"/>
                  </a:lnTo>
                  <a:lnTo>
                    <a:pt x="5160175" y="2650"/>
                  </a:lnTo>
                  <a:lnTo>
                    <a:pt x="5081506" y="2165"/>
                  </a:lnTo>
                  <a:lnTo>
                    <a:pt x="4996731" y="1732"/>
                  </a:lnTo>
                  <a:lnTo>
                    <a:pt x="4906933" y="1348"/>
                  </a:lnTo>
                  <a:lnTo>
                    <a:pt x="4814229" y="1013"/>
                  </a:lnTo>
                  <a:lnTo>
                    <a:pt x="4721860" y="728"/>
                  </a:lnTo>
                  <a:lnTo>
                    <a:pt x="4634029" y="492"/>
                  </a:lnTo>
                  <a:lnTo>
                    <a:pt x="4555386" y="308"/>
                  </a:lnTo>
                  <a:lnTo>
                    <a:pt x="4490180" y="174"/>
                  </a:lnTo>
                  <a:lnTo>
                    <a:pt x="4441283" y="84"/>
                  </a:lnTo>
                  <a:lnTo>
                    <a:pt x="4409405" y="32"/>
                  </a:lnTo>
                  <a:lnTo>
                    <a:pt x="4392771" y="7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2" y="85"/>
                  </a:lnTo>
                  <a:lnTo>
                    <a:pt x="3839325" y="692"/>
                  </a:lnTo>
                  <a:lnTo>
                    <a:pt x="3820236" y="2370"/>
                  </a:lnTo>
                  <a:lnTo>
                    <a:pt x="3786462" y="5668"/>
                  </a:lnTo>
                  <a:lnTo>
                    <a:pt x="3736842" y="11071"/>
                  </a:lnTo>
                  <a:lnTo>
                    <a:pt x="3672344" y="18949"/>
                  </a:lnTo>
                  <a:lnTo>
                    <a:pt x="3595725" y="29518"/>
                  </a:lnTo>
                  <a:lnTo>
                    <a:pt x="3510849" y="42849"/>
                  </a:lnTo>
                  <a:lnTo>
                    <a:pt x="3421873" y="58916"/>
                  </a:lnTo>
                  <a:lnTo>
                    <a:pt x="3332549" y="77653"/>
                  </a:lnTo>
                  <a:lnTo>
                    <a:pt x="3245802" y="99022"/>
                  </a:lnTo>
                  <a:lnTo>
                    <a:pt x="3163591" y="123055"/>
                  </a:lnTo>
                  <a:lnTo>
                    <a:pt x="3086969" y="149886"/>
                  </a:lnTo>
                  <a:lnTo>
                    <a:pt x="3016263" y="179764"/>
                  </a:lnTo>
                  <a:lnTo>
                    <a:pt x="2951274" y="213054"/>
                  </a:lnTo>
                  <a:lnTo>
                    <a:pt x="2891455" y="250224"/>
                  </a:lnTo>
                  <a:lnTo>
                    <a:pt x="2836057" y="291831"/>
                  </a:lnTo>
                  <a:lnTo>
                    <a:pt x="2784231" y="338476"/>
                  </a:lnTo>
                  <a:lnTo>
                    <a:pt x="2735117" y="390741"/>
                  </a:lnTo>
                  <a:lnTo>
                    <a:pt x="2687908" y="449066"/>
                  </a:lnTo>
                  <a:lnTo>
                    <a:pt x="2667772" y="476396"/>
                  </a:lnTo>
                  <a:lnTo>
                    <a:pt x="2632435" y="527813"/>
                  </a:lnTo>
                  <a:lnTo>
                    <a:pt x="2597429" y="582994"/>
                  </a:lnTo>
                  <a:lnTo>
                    <a:pt x="2562543" y="642016"/>
                  </a:lnTo>
                  <a:lnTo>
                    <a:pt x="2527611" y="704894"/>
                  </a:lnTo>
                  <a:lnTo>
                    <a:pt x="2492510" y="771576"/>
                  </a:lnTo>
                  <a:lnTo>
                    <a:pt x="2457151" y="841935"/>
                  </a:lnTo>
                  <a:lnTo>
                    <a:pt x="2421480" y="915769"/>
                  </a:lnTo>
                  <a:lnTo>
                    <a:pt x="2385475" y="992793"/>
                  </a:lnTo>
                  <a:lnTo>
                    <a:pt x="2349139" y="1072646"/>
                  </a:lnTo>
                  <a:lnTo>
                    <a:pt x="2312502" y="1154893"/>
                  </a:lnTo>
                  <a:lnTo>
                    <a:pt x="2275615" y="1239034"/>
                  </a:lnTo>
                  <a:lnTo>
                    <a:pt x="2238544" y="1324515"/>
                  </a:lnTo>
                  <a:lnTo>
                    <a:pt x="2201369" y="1410743"/>
                  </a:lnTo>
                  <a:lnTo>
                    <a:pt x="2164176" y="1497103"/>
                  </a:lnTo>
                  <a:lnTo>
                    <a:pt x="2127050" y="1582977"/>
                  </a:lnTo>
                  <a:lnTo>
                    <a:pt x="2090076" y="1667760"/>
                  </a:lnTo>
                  <a:lnTo>
                    <a:pt x="2053325" y="1750880"/>
                  </a:lnTo>
                  <a:lnTo>
                    <a:pt x="2016856" y="1831813"/>
                  </a:lnTo>
                  <a:lnTo>
                    <a:pt x="1980707" y="1910093"/>
                  </a:lnTo>
                  <a:lnTo>
                    <a:pt x="1944894" y="1985329"/>
                  </a:lnTo>
                  <a:lnTo>
                    <a:pt x="1909407" y="2057201"/>
                  </a:lnTo>
                  <a:lnTo>
                    <a:pt x="1874204" y="2125473"/>
                  </a:lnTo>
                  <a:lnTo>
                    <a:pt x="1839213" y="2189986"/>
                  </a:lnTo>
                  <a:lnTo>
                    <a:pt x="1804325" y="2250656"/>
                  </a:lnTo>
                  <a:lnTo>
                    <a:pt x="1769393" y="2307471"/>
                  </a:lnTo>
                  <a:lnTo>
                    <a:pt x="1734227" y="2360482"/>
                  </a:lnTo>
                  <a:lnTo>
                    <a:pt x="1719082" y="2381983"/>
                  </a:lnTo>
                  <a:lnTo>
                    <a:pt x="1672482" y="2443006"/>
                  </a:lnTo>
                  <a:lnTo>
                    <a:pt x="1624290" y="2497870"/>
                  </a:lnTo>
                  <a:lnTo>
                    <a:pt x="1573750" y="2546895"/>
                  </a:lnTo>
                  <a:lnTo>
                    <a:pt x="1520014" y="2590621"/>
                  </a:lnTo>
                  <a:lnTo>
                    <a:pt x="1462219" y="2629650"/>
                  </a:lnTo>
                  <a:lnTo>
                    <a:pt x="1399563" y="2664566"/>
                  </a:lnTo>
                  <a:lnTo>
                    <a:pt x="1331395" y="2695878"/>
                  </a:lnTo>
                  <a:lnTo>
                    <a:pt x="1257345" y="2723999"/>
                  </a:lnTo>
                  <a:lnTo>
                    <a:pt x="1177484" y="2749227"/>
                  </a:lnTo>
                  <a:lnTo>
                    <a:pt x="1092528" y="2771746"/>
                  </a:lnTo>
                  <a:lnTo>
                    <a:pt x="1004023" y="2791630"/>
                  </a:lnTo>
                  <a:lnTo>
                    <a:pt x="914476" y="2808868"/>
                  </a:lnTo>
                  <a:lnTo>
                    <a:pt x="827315" y="2823397"/>
                  </a:lnTo>
                  <a:lnTo>
                    <a:pt x="746590" y="2835167"/>
                  </a:lnTo>
                  <a:lnTo>
                    <a:pt x="676392" y="2844199"/>
                  </a:lnTo>
                  <a:lnTo>
                    <a:pt x="620058" y="2850643"/>
                  </a:lnTo>
                  <a:lnTo>
                    <a:pt x="579400" y="2854803"/>
                  </a:lnTo>
                  <a:lnTo>
                    <a:pt x="554198" y="2857121"/>
                  </a:lnTo>
                  <a:lnTo>
                    <a:pt x="542098" y="2858127"/>
                  </a:lnTo>
                  <a:lnTo>
                    <a:pt x="538736" y="2858380"/>
                  </a:lnTo>
                  <a:lnTo>
                    <a:pt x="0" y="2858380"/>
                  </a:lnTo>
                  <a:close/>
                </a:path>
              </a:pathLst>
            </a:custGeom>
            <a:solidFill>
              <a:srgbClr val="8DCFF5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78" name="pl2178"/>
            <p:cNvSpPr/>
            <p:nvPr/>
          </p:nvSpPr>
          <p:spPr>
            <a:xfrm>
              <a:off x="546595" y="3309388"/>
              <a:ext cx="8234974" cy="2858380"/>
            </a:xfrm>
            <a:custGeom>
              <a:avLst/>
              <a:pathLst>
                <a:path w="8234974" h="2858380">
                  <a:moveTo>
                    <a:pt x="0" y="2858380"/>
                  </a:moveTo>
                  <a:lnTo>
                    <a:pt x="538736" y="2858380"/>
                  </a:lnTo>
                  <a:lnTo>
                    <a:pt x="539902" y="2858295"/>
                  </a:lnTo>
                  <a:lnTo>
                    <a:pt x="547530" y="2857688"/>
                  </a:lnTo>
                  <a:lnTo>
                    <a:pt x="566619" y="2856009"/>
                  </a:lnTo>
                  <a:lnTo>
                    <a:pt x="600393" y="2852712"/>
                  </a:lnTo>
                  <a:lnTo>
                    <a:pt x="650012" y="2847308"/>
                  </a:lnTo>
                  <a:lnTo>
                    <a:pt x="714511" y="2839430"/>
                  </a:lnTo>
                  <a:lnTo>
                    <a:pt x="791130" y="2828862"/>
                  </a:lnTo>
                  <a:lnTo>
                    <a:pt x="876005" y="2815530"/>
                  </a:lnTo>
                  <a:lnTo>
                    <a:pt x="964982" y="2799463"/>
                  </a:lnTo>
                  <a:lnTo>
                    <a:pt x="1054306" y="2780726"/>
                  </a:lnTo>
                  <a:lnTo>
                    <a:pt x="1141052" y="2759357"/>
                  </a:lnTo>
                  <a:lnTo>
                    <a:pt x="1223264" y="2735325"/>
                  </a:lnTo>
                  <a:lnTo>
                    <a:pt x="1299886" y="2708494"/>
                  </a:lnTo>
                  <a:lnTo>
                    <a:pt x="1370591" y="2678615"/>
                  </a:lnTo>
                  <a:lnTo>
                    <a:pt x="1435580" y="2645325"/>
                  </a:lnTo>
                  <a:lnTo>
                    <a:pt x="1495399" y="2608155"/>
                  </a:lnTo>
                  <a:lnTo>
                    <a:pt x="1550798" y="2566549"/>
                  </a:lnTo>
                  <a:lnTo>
                    <a:pt x="1602623" y="2519904"/>
                  </a:lnTo>
                  <a:lnTo>
                    <a:pt x="1651737" y="2467638"/>
                  </a:lnTo>
                  <a:lnTo>
                    <a:pt x="1698946" y="2409313"/>
                  </a:lnTo>
                  <a:lnTo>
                    <a:pt x="1719082" y="2381983"/>
                  </a:lnTo>
                  <a:lnTo>
                    <a:pt x="1754419" y="2330566"/>
                  </a:lnTo>
                  <a:lnTo>
                    <a:pt x="1789425" y="2275385"/>
                  </a:lnTo>
                  <a:lnTo>
                    <a:pt x="1824312" y="2216364"/>
                  </a:lnTo>
                  <a:lnTo>
                    <a:pt x="1859243" y="2153486"/>
                  </a:lnTo>
                  <a:lnTo>
                    <a:pt x="1894345" y="2086804"/>
                  </a:lnTo>
                  <a:lnTo>
                    <a:pt x="1929704" y="2016444"/>
                  </a:lnTo>
                  <a:lnTo>
                    <a:pt x="1965374" y="1942610"/>
                  </a:lnTo>
                  <a:lnTo>
                    <a:pt x="2001380" y="1865586"/>
                  </a:lnTo>
                  <a:lnTo>
                    <a:pt x="2037716" y="1785733"/>
                  </a:lnTo>
                  <a:lnTo>
                    <a:pt x="2074353" y="1703486"/>
                  </a:lnTo>
                  <a:lnTo>
                    <a:pt x="2111240" y="1619345"/>
                  </a:lnTo>
                  <a:lnTo>
                    <a:pt x="2148311" y="1533865"/>
                  </a:lnTo>
                  <a:lnTo>
                    <a:pt x="2185485" y="1447637"/>
                  </a:lnTo>
                  <a:lnTo>
                    <a:pt x="2222679" y="1361277"/>
                  </a:lnTo>
                  <a:lnTo>
                    <a:pt x="2259804" y="1275403"/>
                  </a:lnTo>
                  <a:lnTo>
                    <a:pt x="2296779" y="1190620"/>
                  </a:lnTo>
                  <a:lnTo>
                    <a:pt x="2333530" y="1107499"/>
                  </a:lnTo>
                  <a:lnTo>
                    <a:pt x="2369999" y="1026567"/>
                  </a:lnTo>
                  <a:lnTo>
                    <a:pt x="2406148" y="948286"/>
                  </a:lnTo>
                  <a:lnTo>
                    <a:pt x="2441960" y="873051"/>
                  </a:lnTo>
                  <a:lnTo>
                    <a:pt x="2477448" y="801178"/>
                  </a:lnTo>
                  <a:lnTo>
                    <a:pt x="2512650" y="732906"/>
                  </a:lnTo>
                  <a:lnTo>
                    <a:pt x="2547641" y="668393"/>
                  </a:lnTo>
                  <a:lnTo>
                    <a:pt x="2582529" y="607723"/>
                  </a:lnTo>
                  <a:lnTo>
                    <a:pt x="2617461" y="550908"/>
                  </a:lnTo>
                  <a:lnTo>
                    <a:pt x="2652628" y="497897"/>
                  </a:lnTo>
                  <a:lnTo>
                    <a:pt x="2667772" y="476396"/>
                  </a:lnTo>
                  <a:lnTo>
                    <a:pt x="2714373" y="415374"/>
                  </a:lnTo>
                  <a:lnTo>
                    <a:pt x="2762564" y="360510"/>
                  </a:lnTo>
                  <a:lnTo>
                    <a:pt x="2813105" y="311484"/>
                  </a:lnTo>
                  <a:lnTo>
                    <a:pt x="2866841" y="267759"/>
                  </a:lnTo>
                  <a:lnTo>
                    <a:pt x="2924635" y="228729"/>
                  </a:lnTo>
                  <a:lnTo>
                    <a:pt x="2987291" y="193813"/>
                  </a:lnTo>
                  <a:lnTo>
                    <a:pt x="3055459" y="162501"/>
                  </a:lnTo>
                  <a:lnTo>
                    <a:pt x="3129510" y="134381"/>
                  </a:lnTo>
                  <a:lnTo>
                    <a:pt x="3209370" y="109153"/>
                  </a:lnTo>
                  <a:lnTo>
                    <a:pt x="3294327" y="86634"/>
                  </a:lnTo>
                  <a:lnTo>
                    <a:pt x="3382831" y="66749"/>
                  </a:lnTo>
                  <a:lnTo>
                    <a:pt x="3472378" y="49512"/>
                  </a:lnTo>
                  <a:lnTo>
                    <a:pt x="3559540" y="34982"/>
                  </a:lnTo>
                  <a:lnTo>
                    <a:pt x="3640264" y="23213"/>
                  </a:lnTo>
                  <a:lnTo>
                    <a:pt x="3710462" y="14181"/>
                  </a:lnTo>
                  <a:lnTo>
                    <a:pt x="3766796" y="7737"/>
                  </a:lnTo>
                  <a:lnTo>
                    <a:pt x="3807454" y="3576"/>
                  </a:lnTo>
                  <a:lnTo>
                    <a:pt x="3832657" y="1258"/>
                  </a:lnTo>
                  <a:lnTo>
                    <a:pt x="3844757" y="253"/>
                  </a:lnTo>
                  <a:lnTo>
                    <a:pt x="3848019" y="6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58" y="1"/>
                  </a:lnTo>
                  <a:lnTo>
                    <a:pt x="4396657" y="13"/>
                  </a:lnTo>
                  <a:lnTo>
                    <a:pt x="4417842" y="45"/>
                  </a:lnTo>
                  <a:lnTo>
                    <a:pt x="4455110" y="108"/>
                  </a:lnTo>
                  <a:lnTo>
                    <a:pt x="4509436" y="212"/>
                  </a:lnTo>
                  <a:lnTo>
                    <a:pt x="4579353" y="362"/>
                  </a:lnTo>
                  <a:lnTo>
                    <a:pt x="4661448" y="562"/>
                  </a:lnTo>
                  <a:lnTo>
                    <a:pt x="4751235" y="814"/>
                  </a:lnTo>
                  <a:lnTo>
                    <a:pt x="4844130" y="1115"/>
                  </a:lnTo>
                  <a:lnTo>
                    <a:pt x="4936201" y="1466"/>
                  </a:lnTo>
                  <a:lnTo>
                    <a:pt x="5024565" y="1866"/>
                  </a:lnTo>
                  <a:lnTo>
                    <a:pt x="5107454" y="2315"/>
                  </a:lnTo>
                  <a:lnTo>
                    <a:pt x="5184073" y="2818"/>
                  </a:lnTo>
                  <a:lnTo>
                    <a:pt x="5254364" y="3381"/>
                  </a:lnTo>
                  <a:lnTo>
                    <a:pt x="5318775" y="4011"/>
                  </a:lnTo>
                  <a:lnTo>
                    <a:pt x="5378059" y="4718"/>
                  </a:lnTo>
                  <a:lnTo>
                    <a:pt x="5433132" y="5514"/>
                  </a:lnTo>
                  <a:lnTo>
                    <a:pt x="5484961" y="6411"/>
                  </a:lnTo>
                  <a:lnTo>
                    <a:pt x="5534480" y="7418"/>
                  </a:lnTo>
                  <a:lnTo>
                    <a:pt x="5567201" y="8166"/>
                  </a:lnTo>
                  <a:lnTo>
                    <a:pt x="5619981" y="9510"/>
                  </a:lnTo>
                  <a:lnTo>
                    <a:pt x="5672256" y="11000"/>
                  </a:lnTo>
                  <a:lnTo>
                    <a:pt x="5724621" y="12638"/>
                  </a:lnTo>
                  <a:lnTo>
                    <a:pt x="5777466" y="14420"/>
                  </a:lnTo>
                  <a:lnTo>
                    <a:pt x="5831002" y="16336"/>
                  </a:lnTo>
                  <a:lnTo>
                    <a:pt x="5885286" y="18367"/>
                  </a:lnTo>
                  <a:lnTo>
                    <a:pt x="5940240" y="20490"/>
                  </a:lnTo>
                  <a:lnTo>
                    <a:pt x="5995684" y="22676"/>
                  </a:lnTo>
                  <a:lnTo>
                    <a:pt x="6051364" y="24891"/>
                  </a:lnTo>
                  <a:lnTo>
                    <a:pt x="6106993" y="27100"/>
                  </a:lnTo>
                  <a:lnTo>
                    <a:pt x="6162291" y="29267"/>
                  </a:lnTo>
                  <a:lnTo>
                    <a:pt x="6217025" y="31361"/>
                  </a:lnTo>
                  <a:lnTo>
                    <a:pt x="6271047" y="33354"/>
                  </a:lnTo>
                  <a:lnTo>
                    <a:pt x="6324325" y="35224"/>
                  </a:lnTo>
                  <a:lnTo>
                    <a:pt x="6376969" y="36956"/>
                  </a:lnTo>
                  <a:lnTo>
                    <a:pt x="6429248" y="38542"/>
                  </a:lnTo>
                  <a:lnTo>
                    <a:pt x="6481621" y="39980"/>
                  </a:lnTo>
                  <a:lnTo>
                    <a:pt x="6515891" y="40834"/>
                  </a:lnTo>
                  <a:lnTo>
                    <a:pt x="6564310" y="41918"/>
                  </a:lnTo>
                  <a:lnTo>
                    <a:pt x="6614475" y="42888"/>
                  </a:lnTo>
                  <a:lnTo>
                    <a:pt x="6667241" y="43751"/>
                  </a:lnTo>
                  <a:lnTo>
                    <a:pt x="6723561" y="44518"/>
                  </a:lnTo>
                  <a:lnTo>
                    <a:pt x="6784396" y="45199"/>
                  </a:lnTo>
                  <a:lnTo>
                    <a:pt x="6850623" y="45807"/>
                  </a:lnTo>
                  <a:lnTo>
                    <a:pt x="6922917" y="46349"/>
                  </a:lnTo>
                  <a:lnTo>
                    <a:pt x="7001586" y="46835"/>
                  </a:lnTo>
                  <a:lnTo>
                    <a:pt x="7086361" y="47268"/>
                  </a:lnTo>
                  <a:lnTo>
                    <a:pt x="7176160" y="47652"/>
                  </a:lnTo>
                  <a:lnTo>
                    <a:pt x="7268864" y="47987"/>
                  </a:lnTo>
                  <a:lnTo>
                    <a:pt x="7361233" y="48272"/>
                  </a:lnTo>
                  <a:lnTo>
                    <a:pt x="7449064" y="48507"/>
                  </a:lnTo>
                  <a:lnTo>
                    <a:pt x="7527707" y="48691"/>
                  </a:lnTo>
                  <a:lnTo>
                    <a:pt x="7592912" y="48826"/>
                  </a:lnTo>
                  <a:lnTo>
                    <a:pt x="7641810" y="48916"/>
                  </a:lnTo>
                  <a:lnTo>
                    <a:pt x="7673688" y="48968"/>
                  </a:lnTo>
                  <a:lnTo>
                    <a:pt x="7690322" y="48992"/>
                  </a:lnTo>
                  <a:lnTo>
                    <a:pt x="7695821" y="49000"/>
                  </a:lnTo>
                  <a:lnTo>
                    <a:pt x="7696237" y="49000"/>
                  </a:lnTo>
                  <a:lnTo>
                    <a:pt x="8234974" y="490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9" name="pl2179"/>
            <p:cNvSpPr/>
            <p:nvPr/>
          </p:nvSpPr>
          <p:spPr>
            <a:xfrm>
              <a:off x="546595" y="3303943"/>
              <a:ext cx="8234974" cy="2858380"/>
            </a:xfrm>
            <a:custGeom>
              <a:avLst/>
              <a:pathLst>
                <a:path w="8234974" h="2858380">
                  <a:moveTo>
                    <a:pt x="8234974" y="49000"/>
                  </a:moveTo>
                  <a:lnTo>
                    <a:pt x="7696237" y="49000"/>
                  </a:lnTo>
                  <a:lnTo>
                    <a:pt x="7694935" y="48999"/>
                  </a:lnTo>
                  <a:lnTo>
                    <a:pt x="7686436" y="48987"/>
                  </a:lnTo>
                  <a:lnTo>
                    <a:pt x="7665251" y="48955"/>
                  </a:lnTo>
                  <a:lnTo>
                    <a:pt x="7627982" y="48891"/>
                  </a:lnTo>
                  <a:lnTo>
                    <a:pt x="7573657" y="48788"/>
                  </a:lnTo>
                  <a:lnTo>
                    <a:pt x="7503739" y="48638"/>
                  </a:lnTo>
                  <a:lnTo>
                    <a:pt x="7421645" y="48437"/>
                  </a:lnTo>
                  <a:lnTo>
                    <a:pt x="7331857" y="48186"/>
                  </a:lnTo>
                  <a:lnTo>
                    <a:pt x="7238962" y="47884"/>
                  </a:lnTo>
                  <a:lnTo>
                    <a:pt x="7146891" y="47534"/>
                  </a:lnTo>
                  <a:lnTo>
                    <a:pt x="7058528" y="47134"/>
                  </a:lnTo>
                  <a:lnTo>
                    <a:pt x="6975639" y="46685"/>
                  </a:lnTo>
                  <a:lnTo>
                    <a:pt x="6899020" y="46182"/>
                  </a:lnTo>
                  <a:lnTo>
                    <a:pt x="6828728" y="45619"/>
                  </a:lnTo>
                  <a:lnTo>
                    <a:pt x="6764318" y="44989"/>
                  </a:lnTo>
                  <a:lnTo>
                    <a:pt x="6705034" y="44282"/>
                  </a:lnTo>
                  <a:lnTo>
                    <a:pt x="6649961" y="43485"/>
                  </a:lnTo>
                  <a:lnTo>
                    <a:pt x="6598131" y="42589"/>
                  </a:lnTo>
                  <a:lnTo>
                    <a:pt x="6548613" y="41582"/>
                  </a:lnTo>
                  <a:lnTo>
                    <a:pt x="6515891" y="40834"/>
                  </a:lnTo>
                  <a:lnTo>
                    <a:pt x="6463112" y="39490"/>
                  </a:lnTo>
                  <a:lnTo>
                    <a:pt x="6410837" y="38000"/>
                  </a:lnTo>
                  <a:lnTo>
                    <a:pt x="6358471" y="36361"/>
                  </a:lnTo>
                  <a:lnTo>
                    <a:pt x="6305626" y="34580"/>
                  </a:lnTo>
                  <a:lnTo>
                    <a:pt x="6252090" y="32664"/>
                  </a:lnTo>
                  <a:lnTo>
                    <a:pt x="6197807" y="30633"/>
                  </a:lnTo>
                  <a:lnTo>
                    <a:pt x="6142852" y="28510"/>
                  </a:lnTo>
                  <a:lnTo>
                    <a:pt x="6087408" y="26324"/>
                  </a:lnTo>
                  <a:lnTo>
                    <a:pt x="6031728" y="24109"/>
                  </a:lnTo>
                  <a:lnTo>
                    <a:pt x="5976099" y="21900"/>
                  </a:lnTo>
                  <a:lnTo>
                    <a:pt x="5920802" y="19733"/>
                  </a:lnTo>
                  <a:lnTo>
                    <a:pt x="5866068" y="17639"/>
                  </a:lnTo>
                  <a:lnTo>
                    <a:pt x="5812046" y="15646"/>
                  </a:lnTo>
                  <a:lnTo>
                    <a:pt x="5758767" y="13776"/>
                  </a:lnTo>
                  <a:lnTo>
                    <a:pt x="5706124" y="12044"/>
                  </a:lnTo>
                  <a:lnTo>
                    <a:pt x="5653844" y="10458"/>
                  </a:lnTo>
                  <a:lnTo>
                    <a:pt x="5601471" y="9020"/>
                  </a:lnTo>
                  <a:lnTo>
                    <a:pt x="5567201" y="8166"/>
                  </a:lnTo>
                  <a:lnTo>
                    <a:pt x="5518782" y="7082"/>
                  </a:lnTo>
                  <a:lnTo>
                    <a:pt x="5468618" y="6112"/>
                  </a:lnTo>
                  <a:lnTo>
                    <a:pt x="5415852" y="5248"/>
                  </a:lnTo>
                  <a:lnTo>
                    <a:pt x="5359532" y="4482"/>
                  </a:lnTo>
                  <a:lnTo>
                    <a:pt x="5298697" y="3800"/>
                  </a:lnTo>
                  <a:lnTo>
                    <a:pt x="5232469" y="3193"/>
                  </a:lnTo>
                  <a:lnTo>
                    <a:pt x="5160175" y="2650"/>
                  </a:lnTo>
                  <a:lnTo>
                    <a:pt x="5081506" y="2165"/>
                  </a:lnTo>
                  <a:lnTo>
                    <a:pt x="4996731" y="1732"/>
                  </a:lnTo>
                  <a:lnTo>
                    <a:pt x="4906933" y="1348"/>
                  </a:lnTo>
                  <a:lnTo>
                    <a:pt x="4814229" y="1013"/>
                  </a:lnTo>
                  <a:lnTo>
                    <a:pt x="4721860" y="728"/>
                  </a:lnTo>
                  <a:lnTo>
                    <a:pt x="4634029" y="492"/>
                  </a:lnTo>
                  <a:lnTo>
                    <a:pt x="4555386" y="308"/>
                  </a:lnTo>
                  <a:lnTo>
                    <a:pt x="4490180" y="174"/>
                  </a:lnTo>
                  <a:lnTo>
                    <a:pt x="4441283" y="84"/>
                  </a:lnTo>
                  <a:lnTo>
                    <a:pt x="4409405" y="32"/>
                  </a:lnTo>
                  <a:lnTo>
                    <a:pt x="4392771" y="7"/>
                  </a:lnTo>
                  <a:lnTo>
                    <a:pt x="4387271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6952" y="85"/>
                  </a:lnTo>
                  <a:lnTo>
                    <a:pt x="3839325" y="692"/>
                  </a:lnTo>
                  <a:lnTo>
                    <a:pt x="3820236" y="2370"/>
                  </a:lnTo>
                  <a:lnTo>
                    <a:pt x="3786462" y="5668"/>
                  </a:lnTo>
                  <a:lnTo>
                    <a:pt x="3736842" y="11071"/>
                  </a:lnTo>
                  <a:lnTo>
                    <a:pt x="3672344" y="18949"/>
                  </a:lnTo>
                  <a:lnTo>
                    <a:pt x="3595725" y="29518"/>
                  </a:lnTo>
                  <a:lnTo>
                    <a:pt x="3510849" y="42849"/>
                  </a:lnTo>
                  <a:lnTo>
                    <a:pt x="3421873" y="58916"/>
                  </a:lnTo>
                  <a:lnTo>
                    <a:pt x="3332549" y="77653"/>
                  </a:lnTo>
                  <a:lnTo>
                    <a:pt x="3245802" y="99022"/>
                  </a:lnTo>
                  <a:lnTo>
                    <a:pt x="3163591" y="123055"/>
                  </a:lnTo>
                  <a:lnTo>
                    <a:pt x="3086969" y="149886"/>
                  </a:lnTo>
                  <a:lnTo>
                    <a:pt x="3016263" y="179764"/>
                  </a:lnTo>
                  <a:lnTo>
                    <a:pt x="2951274" y="213054"/>
                  </a:lnTo>
                  <a:lnTo>
                    <a:pt x="2891455" y="250224"/>
                  </a:lnTo>
                  <a:lnTo>
                    <a:pt x="2836057" y="291831"/>
                  </a:lnTo>
                  <a:lnTo>
                    <a:pt x="2784231" y="338476"/>
                  </a:lnTo>
                  <a:lnTo>
                    <a:pt x="2735117" y="390741"/>
                  </a:lnTo>
                  <a:lnTo>
                    <a:pt x="2687908" y="449066"/>
                  </a:lnTo>
                  <a:lnTo>
                    <a:pt x="2667772" y="476396"/>
                  </a:lnTo>
                  <a:lnTo>
                    <a:pt x="2632435" y="527813"/>
                  </a:lnTo>
                  <a:lnTo>
                    <a:pt x="2597429" y="582994"/>
                  </a:lnTo>
                  <a:lnTo>
                    <a:pt x="2562543" y="642016"/>
                  </a:lnTo>
                  <a:lnTo>
                    <a:pt x="2527611" y="704894"/>
                  </a:lnTo>
                  <a:lnTo>
                    <a:pt x="2492510" y="771576"/>
                  </a:lnTo>
                  <a:lnTo>
                    <a:pt x="2457151" y="841935"/>
                  </a:lnTo>
                  <a:lnTo>
                    <a:pt x="2421480" y="915769"/>
                  </a:lnTo>
                  <a:lnTo>
                    <a:pt x="2385475" y="992793"/>
                  </a:lnTo>
                  <a:lnTo>
                    <a:pt x="2349139" y="1072646"/>
                  </a:lnTo>
                  <a:lnTo>
                    <a:pt x="2312502" y="1154893"/>
                  </a:lnTo>
                  <a:lnTo>
                    <a:pt x="2275615" y="1239034"/>
                  </a:lnTo>
                  <a:lnTo>
                    <a:pt x="2238544" y="1324515"/>
                  </a:lnTo>
                  <a:lnTo>
                    <a:pt x="2201369" y="1410743"/>
                  </a:lnTo>
                  <a:lnTo>
                    <a:pt x="2164176" y="1497103"/>
                  </a:lnTo>
                  <a:lnTo>
                    <a:pt x="2127050" y="1582977"/>
                  </a:lnTo>
                  <a:lnTo>
                    <a:pt x="2090076" y="1667760"/>
                  </a:lnTo>
                  <a:lnTo>
                    <a:pt x="2053325" y="1750880"/>
                  </a:lnTo>
                  <a:lnTo>
                    <a:pt x="2016856" y="1831813"/>
                  </a:lnTo>
                  <a:lnTo>
                    <a:pt x="1980707" y="1910093"/>
                  </a:lnTo>
                  <a:lnTo>
                    <a:pt x="1944894" y="1985329"/>
                  </a:lnTo>
                  <a:lnTo>
                    <a:pt x="1909407" y="2057201"/>
                  </a:lnTo>
                  <a:lnTo>
                    <a:pt x="1874204" y="2125473"/>
                  </a:lnTo>
                  <a:lnTo>
                    <a:pt x="1839213" y="2189986"/>
                  </a:lnTo>
                  <a:lnTo>
                    <a:pt x="1804325" y="2250656"/>
                  </a:lnTo>
                  <a:lnTo>
                    <a:pt x="1769393" y="2307471"/>
                  </a:lnTo>
                  <a:lnTo>
                    <a:pt x="1734227" y="2360482"/>
                  </a:lnTo>
                  <a:lnTo>
                    <a:pt x="1719082" y="2381983"/>
                  </a:lnTo>
                  <a:lnTo>
                    <a:pt x="1672482" y="2443006"/>
                  </a:lnTo>
                  <a:lnTo>
                    <a:pt x="1624290" y="2497870"/>
                  </a:lnTo>
                  <a:lnTo>
                    <a:pt x="1573750" y="2546895"/>
                  </a:lnTo>
                  <a:lnTo>
                    <a:pt x="1520014" y="2590621"/>
                  </a:lnTo>
                  <a:lnTo>
                    <a:pt x="1462219" y="2629650"/>
                  </a:lnTo>
                  <a:lnTo>
                    <a:pt x="1399563" y="2664566"/>
                  </a:lnTo>
                  <a:lnTo>
                    <a:pt x="1331395" y="2695878"/>
                  </a:lnTo>
                  <a:lnTo>
                    <a:pt x="1257345" y="2723999"/>
                  </a:lnTo>
                  <a:lnTo>
                    <a:pt x="1177484" y="2749227"/>
                  </a:lnTo>
                  <a:lnTo>
                    <a:pt x="1092528" y="2771746"/>
                  </a:lnTo>
                  <a:lnTo>
                    <a:pt x="1004023" y="2791630"/>
                  </a:lnTo>
                  <a:lnTo>
                    <a:pt x="914476" y="2808868"/>
                  </a:lnTo>
                  <a:lnTo>
                    <a:pt x="827315" y="2823397"/>
                  </a:lnTo>
                  <a:lnTo>
                    <a:pt x="746590" y="2835167"/>
                  </a:lnTo>
                  <a:lnTo>
                    <a:pt x="676392" y="2844199"/>
                  </a:lnTo>
                  <a:lnTo>
                    <a:pt x="620058" y="2850643"/>
                  </a:lnTo>
                  <a:lnTo>
                    <a:pt x="579400" y="2854803"/>
                  </a:lnTo>
                  <a:lnTo>
                    <a:pt x="554198" y="2857121"/>
                  </a:lnTo>
                  <a:lnTo>
                    <a:pt x="542098" y="2858127"/>
                  </a:lnTo>
                  <a:lnTo>
                    <a:pt x="538836" y="2858373"/>
                  </a:lnTo>
                  <a:lnTo>
                    <a:pt x="538736" y="2858380"/>
                  </a:lnTo>
                  <a:lnTo>
                    <a:pt x="0" y="28583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0" name="pg2180"/>
            <p:cNvSpPr/>
            <p:nvPr/>
          </p:nvSpPr>
          <p:spPr>
            <a:xfrm>
              <a:off x="546595" y="494564"/>
              <a:ext cx="8234974" cy="5689538"/>
            </a:xfrm>
            <a:custGeom>
              <a:avLst/>
              <a:pathLst>
                <a:path w="8234974" h="5689538">
                  <a:moveTo>
                    <a:pt x="0" y="5689538"/>
                  </a:moveTo>
                  <a:lnTo>
                    <a:pt x="538736" y="5689538"/>
                  </a:lnTo>
                  <a:lnTo>
                    <a:pt x="539530" y="5689424"/>
                  </a:lnTo>
                  <a:lnTo>
                    <a:pt x="544769" y="5688611"/>
                  </a:lnTo>
                  <a:lnTo>
                    <a:pt x="558036" y="5686366"/>
                  </a:lnTo>
                  <a:lnTo>
                    <a:pt x="581909" y="5681942"/>
                  </a:lnTo>
                  <a:lnTo>
                    <a:pt x="617790" y="5674636"/>
                  </a:lnTo>
                  <a:lnTo>
                    <a:pt x="665806" y="5663856"/>
                  </a:lnTo>
                  <a:lnTo>
                    <a:pt x="724859" y="5649170"/>
                  </a:lnTo>
                  <a:lnTo>
                    <a:pt x="792875" y="5630329"/>
                  </a:lnTo>
                  <a:lnTo>
                    <a:pt x="867186" y="5607252"/>
                  </a:lnTo>
                  <a:lnTo>
                    <a:pt x="944966" y="5579976"/>
                  </a:lnTo>
                  <a:lnTo>
                    <a:pt x="1023601" y="5548587"/>
                  </a:lnTo>
                  <a:lnTo>
                    <a:pt x="1100932" y="5513158"/>
                  </a:lnTo>
                  <a:lnTo>
                    <a:pt x="1175368" y="5473692"/>
                  </a:lnTo>
                  <a:lnTo>
                    <a:pt x="1245888" y="5430084"/>
                  </a:lnTo>
                  <a:lnTo>
                    <a:pt x="1311970" y="5382101"/>
                  </a:lnTo>
                  <a:lnTo>
                    <a:pt x="1373488" y="5329373"/>
                  </a:lnTo>
                  <a:lnTo>
                    <a:pt x="1430611" y="5271397"/>
                  </a:lnTo>
                  <a:lnTo>
                    <a:pt x="1483708" y="5207540"/>
                  </a:lnTo>
                  <a:lnTo>
                    <a:pt x="1533273" y="5137070"/>
                  </a:lnTo>
                  <a:lnTo>
                    <a:pt x="1579870" y="5059184"/>
                  </a:lnTo>
                  <a:lnTo>
                    <a:pt x="1624084" y="4973070"/>
                  </a:lnTo>
                  <a:lnTo>
                    <a:pt x="1666487" y="4878010"/>
                  </a:lnTo>
                  <a:lnTo>
                    <a:pt x="1707599" y="4773536"/>
                  </a:lnTo>
                  <a:lnTo>
                    <a:pt x="1719082" y="4742189"/>
                  </a:lnTo>
                  <a:lnTo>
                    <a:pt x="1745210" y="4667426"/>
                  </a:lnTo>
                  <a:lnTo>
                    <a:pt x="1771123" y="4588614"/>
                  </a:lnTo>
                  <a:lnTo>
                    <a:pt x="1796915" y="4505673"/>
                  </a:lnTo>
                  <a:lnTo>
                    <a:pt x="1822664" y="4418558"/>
                  </a:lnTo>
                  <a:lnTo>
                    <a:pt x="1848435" y="4327261"/>
                  </a:lnTo>
                  <a:lnTo>
                    <a:pt x="1874280" y="4231814"/>
                  </a:lnTo>
                  <a:lnTo>
                    <a:pt x="1900242" y="4132289"/>
                  </a:lnTo>
                  <a:lnTo>
                    <a:pt x="1926351" y="4028807"/>
                  </a:lnTo>
                  <a:lnTo>
                    <a:pt x="1952628" y="3921533"/>
                  </a:lnTo>
                  <a:lnTo>
                    <a:pt x="1979086" y="3810678"/>
                  </a:lnTo>
                  <a:lnTo>
                    <a:pt x="2005728" y="3696503"/>
                  </a:lnTo>
                  <a:lnTo>
                    <a:pt x="2032548" y="3579313"/>
                  </a:lnTo>
                  <a:lnTo>
                    <a:pt x="2059537" y="3459454"/>
                  </a:lnTo>
                  <a:lnTo>
                    <a:pt x="2086674" y="3337314"/>
                  </a:lnTo>
                  <a:lnTo>
                    <a:pt x="2113937" y="3213315"/>
                  </a:lnTo>
                  <a:lnTo>
                    <a:pt x="2141297" y="3087908"/>
                  </a:lnTo>
                  <a:lnTo>
                    <a:pt x="2168722" y="2961566"/>
                  </a:lnTo>
                  <a:lnTo>
                    <a:pt x="2196179" y="2834779"/>
                  </a:lnTo>
                  <a:lnTo>
                    <a:pt x="2223633" y="2708041"/>
                  </a:lnTo>
                  <a:lnTo>
                    <a:pt x="2251048" y="2581849"/>
                  </a:lnTo>
                  <a:lnTo>
                    <a:pt x="2278391" y="2456687"/>
                  </a:lnTo>
                  <a:lnTo>
                    <a:pt x="2305631" y="2333025"/>
                  </a:lnTo>
                  <a:lnTo>
                    <a:pt x="2332740" y="2211309"/>
                  </a:lnTo>
                  <a:lnTo>
                    <a:pt x="2359696" y="2091955"/>
                  </a:lnTo>
                  <a:lnTo>
                    <a:pt x="2386481" y="1975342"/>
                  </a:lnTo>
                  <a:lnTo>
                    <a:pt x="2413086" y="1861810"/>
                  </a:lnTo>
                  <a:lnTo>
                    <a:pt x="2439507" y="1751654"/>
                  </a:lnTo>
                  <a:lnTo>
                    <a:pt x="2465750" y="1645124"/>
                  </a:lnTo>
                  <a:lnTo>
                    <a:pt x="2491827" y="1542423"/>
                  </a:lnTo>
                  <a:lnTo>
                    <a:pt x="2517762" y="1443708"/>
                  </a:lnTo>
                  <a:lnTo>
                    <a:pt x="2543589" y="1349088"/>
                  </a:lnTo>
                  <a:lnTo>
                    <a:pt x="2569351" y="1258628"/>
                  </a:lnTo>
                  <a:lnTo>
                    <a:pt x="2595103" y="1172352"/>
                  </a:lnTo>
                  <a:lnTo>
                    <a:pt x="2620913" y="1090243"/>
                  </a:lnTo>
                  <a:lnTo>
                    <a:pt x="2646861" y="1012250"/>
                  </a:lnTo>
                  <a:lnTo>
                    <a:pt x="2667772" y="952793"/>
                  </a:lnTo>
                  <a:lnTo>
                    <a:pt x="2708601" y="845626"/>
                  </a:lnTo>
                  <a:lnTo>
                    <a:pt x="2750588" y="747929"/>
                  </a:lnTo>
                  <a:lnTo>
                    <a:pt x="2794232" y="659344"/>
                  </a:lnTo>
                  <a:lnTo>
                    <a:pt x="2840094" y="579205"/>
                  </a:lnTo>
                  <a:lnTo>
                    <a:pt x="2888759" y="506716"/>
                  </a:lnTo>
                  <a:lnTo>
                    <a:pt x="2940800" y="441063"/>
                  </a:lnTo>
                  <a:lnTo>
                    <a:pt x="2996737" y="381488"/>
                  </a:lnTo>
                  <a:lnTo>
                    <a:pt x="3056982" y="327329"/>
                  </a:lnTo>
                  <a:lnTo>
                    <a:pt x="3121768" y="278045"/>
                  </a:lnTo>
                  <a:lnTo>
                    <a:pt x="3191063" y="233226"/>
                  </a:lnTo>
                  <a:lnTo>
                    <a:pt x="3264469" y="192601"/>
                  </a:lnTo>
                  <a:lnTo>
                    <a:pt x="3341115" y="156031"/>
                  </a:lnTo>
                  <a:lnTo>
                    <a:pt x="3419576" y="123492"/>
                  </a:lnTo>
                  <a:lnTo>
                    <a:pt x="3497848" y="95040"/>
                  </a:lnTo>
                  <a:lnTo>
                    <a:pt x="3573427" y="70765"/>
                  </a:lnTo>
                  <a:lnTo>
                    <a:pt x="3643513" y="50726"/>
                  </a:lnTo>
                  <a:lnTo>
                    <a:pt x="3705352" y="34879"/>
                  </a:lnTo>
                  <a:lnTo>
                    <a:pt x="3756657" y="23027"/>
                  </a:lnTo>
                  <a:lnTo>
                    <a:pt x="3796022" y="14790"/>
                  </a:lnTo>
                  <a:lnTo>
                    <a:pt x="3823211" y="9617"/>
                  </a:lnTo>
                  <a:lnTo>
                    <a:pt x="3839272" y="6829"/>
                  </a:lnTo>
                  <a:lnTo>
                    <a:pt x="3846464" y="5686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104" y="5499"/>
                  </a:lnTo>
                  <a:lnTo>
                    <a:pt x="4396256" y="5894"/>
                  </a:lnTo>
                  <a:lnTo>
                    <a:pt x="4416611" y="6985"/>
                  </a:lnTo>
                  <a:lnTo>
                    <a:pt x="4452499" y="9127"/>
                  </a:lnTo>
                  <a:lnTo>
                    <a:pt x="4504974" y="12630"/>
                  </a:lnTo>
                  <a:lnTo>
                    <a:pt x="4572775" y="17724"/>
                  </a:lnTo>
                  <a:lnTo>
                    <a:pt x="4652748" y="24536"/>
                  </a:lnTo>
                  <a:lnTo>
                    <a:pt x="4740653" y="33102"/>
                  </a:lnTo>
                  <a:lnTo>
                    <a:pt x="4832067" y="43396"/>
                  </a:lnTo>
                  <a:lnTo>
                    <a:pt x="4923120" y="55377"/>
                  </a:lnTo>
                  <a:lnTo>
                    <a:pt x="5010904" y="69028"/>
                  </a:lnTo>
                  <a:lnTo>
                    <a:pt x="5093572" y="84384"/>
                  </a:lnTo>
                  <a:lnTo>
                    <a:pt x="5170222" y="101554"/>
                  </a:lnTo>
                  <a:lnTo>
                    <a:pt x="5240691" y="120720"/>
                  </a:lnTo>
                  <a:lnTo>
                    <a:pt x="5305330" y="142142"/>
                  </a:lnTo>
                  <a:lnTo>
                    <a:pt x="5364812" y="166145"/>
                  </a:lnTo>
                  <a:lnTo>
                    <a:pt x="5419991" y="193106"/>
                  </a:lnTo>
                  <a:lnTo>
                    <a:pt x="5471789" y="223415"/>
                  </a:lnTo>
                  <a:lnTo>
                    <a:pt x="5521116" y="257425"/>
                  </a:lnTo>
                  <a:lnTo>
                    <a:pt x="5567201" y="294004"/>
                  </a:lnTo>
                  <a:lnTo>
                    <a:pt x="5609335" y="331440"/>
                  </a:lnTo>
                  <a:lnTo>
                    <a:pt x="5651058" y="372139"/>
                  </a:lnTo>
                  <a:lnTo>
                    <a:pt x="5692707" y="416162"/>
                  </a:lnTo>
                  <a:lnTo>
                    <a:pt x="5734528" y="463493"/>
                  </a:lnTo>
                  <a:lnTo>
                    <a:pt x="5776691" y="514025"/>
                  </a:lnTo>
                  <a:lnTo>
                    <a:pt x="5819294" y="567559"/>
                  </a:lnTo>
                  <a:lnTo>
                    <a:pt x="5862375" y="623799"/>
                  </a:lnTo>
                  <a:lnTo>
                    <a:pt x="5905914" y="682351"/>
                  </a:lnTo>
                  <a:lnTo>
                    <a:pt x="5949844" y="742736"/>
                  </a:lnTo>
                  <a:lnTo>
                    <a:pt x="5994062" y="804403"/>
                  </a:lnTo>
                  <a:lnTo>
                    <a:pt x="6038435" y="866748"/>
                  </a:lnTo>
                  <a:lnTo>
                    <a:pt x="6082819" y="929138"/>
                  </a:lnTo>
                  <a:lnTo>
                    <a:pt x="6127067" y="990937"/>
                  </a:lnTo>
                  <a:lnTo>
                    <a:pt x="6171045" y="1051537"/>
                  </a:lnTo>
                  <a:lnTo>
                    <a:pt x="6214643" y="1110376"/>
                  </a:lnTo>
                  <a:lnTo>
                    <a:pt x="6257791" y="1166966"/>
                  </a:lnTo>
                  <a:lnTo>
                    <a:pt x="6300460" y="1220899"/>
                  </a:lnTo>
                  <a:lnTo>
                    <a:pt x="6342680" y="1271866"/>
                  </a:lnTo>
                  <a:lnTo>
                    <a:pt x="6384541" y="1319654"/>
                  </a:lnTo>
                  <a:lnTo>
                    <a:pt x="6426201" y="1364143"/>
                  </a:lnTo>
                  <a:lnTo>
                    <a:pt x="6467895" y="1405306"/>
                  </a:lnTo>
                  <a:lnTo>
                    <a:pt x="6509947" y="1443193"/>
                  </a:lnTo>
                  <a:lnTo>
                    <a:pt x="6515891" y="1448246"/>
                  </a:lnTo>
                  <a:lnTo>
                    <a:pt x="6563603" y="1486031"/>
                  </a:lnTo>
                  <a:lnTo>
                    <a:pt x="6612999" y="1519912"/>
                  </a:lnTo>
                  <a:lnTo>
                    <a:pt x="6664895" y="1550102"/>
                  </a:lnTo>
                  <a:lnTo>
                    <a:pt x="6720204" y="1576957"/>
                  </a:lnTo>
                  <a:lnTo>
                    <a:pt x="6779847" y="1600868"/>
                  </a:lnTo>
                  <a:lnTo>
                    <a:pt x="6844672" y="1622209"/>
                  </a:lnTo>
                  <a:lnTo>
                    <a:pt x="6915345" y="1641304"/>
                  </a:lnTo>
                  <a:lnTo>
                    <a:pt x="6992204" y="1658410"/>
                  </a:lnTo>
                  <a:lnTo>
                    <a:pt x="7075062" y="1673708"/>
                  </a:lnTo>
                  <a:lnTo>
                    <a:pt x="7162992" y="1687302"/>
                  </a:lnTo>
                  <a:lnTo>
                    <a:pt x="7254110" y="1699227"/>
                  </a:lnTo>
                  <a:lnTo>
                    <a:pt x="7345474" y="1709464"/>
                  </a:lnTo>
                  <a:lnTo>
                    <a:pt x="7433186" y="1717971"/>
                  </a:lnTo>
                  <a:lnTo>
                    <a:pt x="7512815" y="1724725"/>
                  </a:lnTo>
                  <a:lnTo>
                    <a:pt x="7580143" y="1729763"/>
                  </a:lnTo>
                  <a:lnTo>
                    <a:pt x="7632069" y="1733216"/>
                  </a:lnTo>
                  <a:lnTo>
                    <a:pt x="7667405" y="1735317"/>
                  </a:lnTo>
                  <a:lnTo>
                    <a:pt x="7687283" y="1736379"/>
                  </a:lnTo>
                  <a:lnTo>
                    <a:pt x="7695108" y="1736756"/>
                  </a:lnTo>
                  <a:lnTo>
                    <a:pt x="7696237" y="1736806"/>
                  </a:lnTo>
                  <a:lnTo>
                    <a:pt x="8234974" y="1736806"/>
                  </a:lnTo>
                  <a:lnTo>
                    <a:pt x="8234974" y="1731361"/>
                  </a:ln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24" y="114"/>
                  </a:lnTo>
                  <a:lnTo>
                    <a:pt x="3842086" y="926"/>
                  </a:lnTo>
                  <a:lnTo>
                    <a:pt x="3828818" y="3171"/>
                  </a:lnTo>
                  <a:lnTo>
                    <a:pt x="3804946" y="7596"/>
                  </a:lnTo>
                  <a:lnTo>
                    <a:pt x="3769065" y="14901"/>
                  </a:lnTo>
                  <a:lnTo>
                    <a:pt x="3721049" y="25681"/>
                  </a:lnTo>
                  <a:lnTo>
                    <a:pt x="3661995" y="40367"/>
                  </a:lnTo>
                  <a:lnTo>
                    <a:pt x="3593980" y="59208"/>
                  </a:lnTo>
                  <a:lnTo>
                    <a:pt x="3519669" y="82285"/>
                  </a:lnTo>
                  <a:lnTo>
                    <a:pt x="3441888" y="109561"/>
                  </a:lnTo>
                  <a:lnTo>
                    <a:pt x="3363253" y="140950"/>
                  </a:lnTo>
                  <a:lnTo>
                    <a:pt x="3285922" y="176379"/>
                  </a:lnTo>
                  <a:lnTo>
                    <a:pt x="3211486" y="215846"/>
                  </a:lnTo>
                  <a:lnTo>
                    <a:pt x="3140966" y="259454"/>
                  </a:lnTo>
                  <a:lnTo>
                    <a:pt x="3074885" y="307436"/>
                  </a:lnTo>
                  <a:lnTo>
                    <a:pt x="3013367" y="360164"/>
                  </a:lnTo>
                  <a:lnTo>
                    <a:pt x="2956244" y="418141"/>
                  </a:lnTo>
                  <a:lnTo>
                    <a:pt x="2903147" y="481997"/>
                  </a:lnTo>
                  <a:lnTo>
                    <a:pt x="2853582" y="552467"/>
                  </a:lnTo>
                  <a:lnTo>
                    <a:pt x="2806985" y="630353"/>
                  </a:lnTo>
                  <a:lnTo>
                    <a:pt x="2762771" y="716467"/>
                  </a:lnTo>
                  <a:lnTo>
                    <a:pt x="2720368" y="811527"/>
                  </a:lnTo>
                  <a:lnTo>
                    <a:pt x="2679256" y="916001"/>
                  </a:lnTo>
                  <a:lnTo>
                    <a:pt x="2667772" y="947348"/>
                  </a:lnTo>
                  <a:lnTo>
                    <a:pt x="2641645" y="1022111"/>
                  </a:lnTo>
                  <a:lnTo>
                    <a:pt x="2615732" y="1100923"/>
                  </a:lnTo>
                  <a:lnTo>
                    <a:pt x="2589939" y="1183864"/>
                  </a:lnTo>
                  <a:lnTo>
                    <a:pt x="2564190" y="1270979"/>
                  </a:lnTo>
                  <a:lnTo>
                    <a:pt x="2538420" y="1362276"/>
                  </a:lnTo>
                  <a:lnTo>
                    <a:pt x="2512574" y="1457724"/>
                  </a:lnTo>
                  <a:lnTo>
                    <a:pt x="2486612" y="1557248"/>
                  </a:lnTo>
                  <a:lnTo>
                    <a:pt x="2460504" y="1660730"/>
                  </a:lnTo>
                  <a:lnTo>
                    <a:pt x="2434226" y="1768005"/>
                  </a:lnTo>
                  <a:lnTo>
                    <a:pt x="2407769" y="1878859"/>
                  </a:lnTo>
                  <a:lnTo>
                    <a:pt x="2381127" y="1993034"/>
                  </a:lnTo>
                  <a:lnTo>
                    <a:pt x="2354306" y="2110225"/>
                  </a:lnTo>
                  <a:lnTo>
                    <a:pt x="2327318" y="2230084"/>
                  </a:lnTo>
                  <a:lnTo>
                    <a:pt x="2300181" y="2352224"/>
                  </a:lnTo>
                  <a:lnTo>
                    <a:pt x="2272918" y="2476223"/>
                  </a:lnTo>
                  <a:lnTo>
                    <a:pt x="2245558" y="2601630"/>
                  </a:lnTo>
                  <a:lnTo>
                    <a:pt x="2218132" y="2727971"/>
                  </a:lnTo>
                  <a:lnTo>
                    <a:pt x="2190675" y="2854758"/>
                  </a:lnTo>
                  <a:lnTo>
                    <a:pt x="2163222" y="2981496"/>
                  </a:lnTo>
                  <a:lnTo>
                    <a:pt x="2135807" y="3107689"/>
                  </a:lnTo>
                  <a:lnTo>
                    <a:pt x="2108464" y="3232851"/>
                  </a:lnTo>
                  <a:lnTo>
                    <a:pt x="2081224" y="3356512"/>
                  </a:lnTo>
                  <a:lnTo>
                    <a:pt x="2054115" y="3478228"/>
                  </a:lnTo>
                  <a:lnTo>
                    <a:pt x="2027159" y="3597582"/>
                  </a:lnTo>
                  <a:lnTo>
                    <a:pt x="2000373" y="3714195"/>
                  </a:lnTo>
                  <a:lnTo>
                    <a:pt x="1973768" y="3827727"/>
                  </a:lnTo>
                  <a:lnTo>
                    <a:pt x="1947347" y="3937883"/>
                  </a:lnTo>
                  <a:lnTo>
                    <a:pt x="1921105" y="4044413"/>
                  </a:lnTo>
                  <a:lnTo>
                    <a:pt x="1895028" y="4147114"/>
                  </a:lnTo>
                  <a:lnTo>
                    <a:pt x="1869092" y="4245829"/>
                  </a:lnTo>
                  <a:lnTo>
                    <a:pt x="1843265" y="4340450"/>
                  </a:lnTo>
                  <a:lnTo>
                    <a:pt x="1817503" y="4430909"/>
                  </a:lnTo>
                  <a:lnTo>
                    <a:pt x="1791751" y="4517186"/>
                  </a:lnTo>
                  <a:lnTo>
                    <a:pt x="1765942" y="4599294"/>
                  </a:lnTo>
                  <a:lnTo>
                    <a:pt x="1739993" y="4677287"/>
                  </a:lnTo>
                  <a:lnTo>
                    <a:pt x="1719082" y="4736744"/>
                  </a:lnTo>
                  <a:lnTo>
                    <a:pt x="1678254" y="4843911"/>
                  </a:lnTo>
                  <a:lnTo>
                    <a:pt x="1636266" y="4941609"/>
                  </a:lnTo>
                  <a:lnTo>
                    <a:pt x="1592622" y="5030193"/>
                  </a:lnTo>
                  <a:lnTo>
                    <a:pt x="1546761" y="5110332"/>
                  </a:lnTo>
                  <a:lnTo>
                    <a:pt x="1498096" y="5182821"/>
                  </a:lnTo>
                  <a:lnTo>
                    <a:pt x="1446054" y="5248474"/>
                  </a:lnTo>
                  <a:lnTo>
                    <a:pt x="1390117" y="5308049"/>
                  </a:lnTo>
                  <a:lnTo>
                    <a:pt x="1329873" y="5362208"/>
                  </a:lnTo>
                  <a:lnTo>
                    <a:pt x="1265087" y="5411492"/>
                  </a:lnTo>
                  <a:lnTo>
                    <a:pt x="1195792" y="5456311"/>
                  </a:lnTo>
                  <a:lnTo>
                    <a:pt x="1122386" y="5496936"/>
                  </a:lnTo>
                  <a:lnTo>
                    <a:pt x="1045740" y="5533506"/>
                  </a:lnTo>
                  <a:lnTo>
                    <a:pt x="967279" y="5566045"/>
                  </a:lnTo>
                  <a:lnTo>
                    <a:pt x="889007" y="5594497"/>
                  </a:lnTo>
                  <a:lnTo>
                    <a:pt x="813428" y="5618772"/>
                  </a:lnTo>
                  <a:lnTo>
                    <a:pt x="743342" y="5638812"/>
                  </a:lnTo>
                  <a:lnTo>
                    <a:pt x="681503" y="5654659"/>
                  </a:lnTo>
                  <a:lnTo>
                    <a:pt x="630197" y="5666510"/>
                  </a:lnTo>
                  <a:lnTo>
                    <a:pt x="590833" y="5674747"/>
                  </a:lnTo>
                  <a:lnTo>
                    <a:pt x="563644" y="5679920"/>
                  </a:lnTo>
                  <a:lnTo>
                    <a:pt x="547583" y="5682708"/>
                  </a:lnTo>
                  <a:lnTo>
                    <a:pt x="540391" y="5683851"/>
                  </a:lnTo>
                  <a:lnTo>
                    <a:pt x="538736" y="5684093"/>
                  </a:lnTo>
                  <a:lnTo>
                    <a:pt x="0" y="5684093"/>
                  </a:lnTo>
                  <a:close/>
                </a:path>
              </a:pathLst>
            </a:custGeom>
            <a:solidFill>
              <a:srgbClr val="B8C4F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81" name="pl2181"/>
            <p:cNvSpPr/>
            <p:nvPr/>
          </p:nvSpPr>
          <p:spPr>
            <a:xfrm>
              <a:off x="546595" y="500008"/>
              <a:ext cx="8234974" cy="5684093"/>
            </a:xfrm>
            <a:custGeom>
              <a:avLst/>
              <a:pathLst>
                <a:path w="8234974" h="5684093">
                  <a:moveTo>
                    <a:pt x="0" y="5684093"/>
                  </a:moveTo>
                  <a:lnTo>
                    <a:pt x="538736" y="5684093"/>
                  </a:lnTo>
                  <a:lnTo>
                    <a:pt x="539530" y="5683979"/>
                  </a:lnTo>
                  <a:lnTo>
                    <a:pt x="544769" y="5683167"/>
                  </a:lnTo>
                  <a:lnTo>
                    <a:pt x="558036" y="5680921"/>
                  </a:lnTo>
                  <a:lnTo>
                    <a:pt x="581909" y="5676497"/>
                  </a:lnTo>
                  <a:lnTo>
                    <a:pt x="617790" y="5669192"/>
                  </a:lnTo>
                  <a:lnTo>
                    <a:pt x="665806" y="5658412"/>
                  </a:lnTo>
                  <a:lnTo>
                    <a:pt x="724859" y="5643725"/>
                  </a:lnTo>
                  <a:lnTo>
                    <a:pt x="792875" y="5624884"/>
                  </a:lnTo>
                  <a:lnTo>
                    <a:pt x="867186" y="5601808"/>
                  </a:lnTo>
                  <a:lnTo>
                    <a:pt x="944966" y="5574531"/>
                  </a:lnTo>
                  <a:lnTo>
                    <a:pt x="1023601" y="5543142"/>
                  </a:lnTo>
                  <a:lnTo>
                    <a:pt x="1100932" y="5507713"/>
                  </a:lnTo>
                  <a:lnTo>
                    <a:pt x="1175368" y="5468247"/>
                  </a:lnTo>
                  <a:lnTo>
                    <a:pt x="1245888" y="5424639"/>
                  </a:lnTo>
                  <a:lnTo>
                    <a:pt x="1311970" y="5376656"/>
                  </a:lnTo>
                  <a:lnTo>
                    <a:pt x="1373488" y="5323929"/>
                  </a:lnTo>
                  <a:lnTo>
                    <a:pt x="1430611" y="5265952"/>
                  </a:lnTo>
                  <a:lnTo>
                    <a:pt x="1483708" y="5202096"/>
                  </a:lnTo>
                  <a:lnTo>
                    <a:pt x="1533273" y="5131626"/>
                  </a:lnTo>
                  <a:lnTo>
                    <a:pt x="1579870" y="5053739"/>
                  </a:lnTo>
                  <a:lnTo>
                    <a:pt x="1624084" y="4967626"/>
                  </a:lnTo>
                  <a:lnTo>
                    <a:pt x="1666487" y="4872565"/>
                  </a:lnTo>
                  <a:lnTo>
                    <a:pt x="1707599" y="4768092"/>
                  </a:lnTo>
                  <a:lnTo>
                    <a:pt x="1719082" y="4736744"/>
                  </a:lnTo>
                  <a:lnTo>
                    <a:pt x="1745210" y="4661981"/>
                  </a:lnTo>
                  <a:lnTo>
                    <a:pt x="1771123" y="4583169"/>
                  </a:lnTo>
                  <a:lnTo>
                    <a:pt x="1796915" y="4500228"/>
                  </a:lnTo>
                  <a:lnTo>
                    <a:pt x="1822664" y="4413114"/>
                  </a:lnTo>
                  <a:lnTo>
                    <a:pt x="1848435" y="4321817"/>
                  </a:lnTo>
                  <a:lnTo>
                    <a:pt x="1874280" y="4226369"/>
                  </a:lnTo>
                  <a:lnTo>
                    <a:pt x="1900242" y="4126845"/>
                  </a:lnTo>
                  <a:lnTo>
                    <a:pt x="1926351" y="4023362"/>
                  </a:lnTo>
                  <a:lnTo>
                    <a:pt x="1952628" y="3916088"/>
                  </a:lnTo>
                  <a:lnTo>
                    <a:pt x="1979086" y="3805234"/>
                  </a:lnTo>
                  <a:lnTo>
                    <a:pt x="2005728" y="3691059"/>
                  </a:lnTo>
                  <a:lnTo>
                    <a:pt x="2032548" y="3573868"/>
                  </a:lnTo>
                  <a:lnTo>
                    <a:pt x="2059537" y="3454009"/>
                  </a:lnTo>
                  <a:lnTo>
                    <a:pt x="2086674" y="3331869"/>
                  </a:lnTo>
                  <a:lnTo>
                    <a:pt x="2113937" y="3207870"/>
                  </a:lnTo>
                  <a:lnTo>
                    <a:pt x="2141297" y="3082463"/>
                  </a:lnTo>
                  <a:lnTo>
                    <a:pt x="2168722" y="2956122"/>
                  </a:lnTo>
                  <a:lnTo>
                    <a:pt x="2196179" y="2829334"/>
                  </a:lnTo>
                  <a:lnTo>
                    <a:pt x="2223633" y="2702597"/>
                  </a:lnTo>
                  <a:lnTo>
                    <a:pt x="2251048" y="2576404"/>
                  </a:lnTo>
                  <a:lnTo>
                    <a:pt x="2278391" y="2451242"/>
                  </a:lnTo>
                  <a:lnTo>
                    <a:pt x="2305631" y="2327580"/>
                  </a:lnTo>
                  <a:lnTo>
                    <a:pt x="2332740" y="2205865"/>
                  </a:lnTo>
                  <a:lnTo>
                    <a:pt x="2359696" y="2086511"/>
                  </a:lnTo>
                  <a:lnTo>
                    <a:pt x="2386481" y="1969898"/>
                  </a:lnTo>
                  <a:lnTo>
                    <a:pt x="2413086" y="1856365"/>
                  </a:lnTo>
                  <a:lnTo>
                    <a:pt x="2439507" y="1746209"/>
                  </a:lnTo>
                  <a:lnTo>
                    <a:pt x="2465750" y="1639680"/>
                  </a:lnTo>
                  <a:lnTo>
                    <a:pt x="2491827" y="1536979"/>
                  </a:lnTo>
                  <a:lnTo>
                    <a:pt x="2517762" y="1438264"/>
                  </a:lnTo>
                  <a:lnTo>
                    <a:pt x="2543589" y="1343643"/>
                  </a:lnTo>
                  <a:lnTo>
                    <a:pt x="2569351" y="1253183"/>
                  </a:lnTo>
                  <a:lnTo>
                    <a:pt x="2595103" y="1166907"/>
                  </a:lnTo>
                  <a:lnTo>
                    <a:pt x="2620913" y="1084798"/>
                  </a:lnTo>
                  <a:lnTo>
                    <a:pt x="2646861" y="1006805"/>
                  </a:lnTo>
                  <a:lnTo>
                    <a:pt x="2667772" y="947348"/>
                  </a:lnTo>
                  <a:lnTo>
                    <a:pt x="2708601" y="840182"/>
                  </a:lnTo>
                  <a:lnTo>
                    <a:pt x="2750588" y="742484"/>
                  </a:lnTo>
                  <a:lnTo>
                    <a:pt x="2794232" y="653899"/>
                  </a:lnTo>
                  <a:lnTo>
                    <a:pt x="2840094" y="573761"/>
                  </a:lnTo>
                  <a:lnTo>
                    <a:pt x="2888759" y="501271"/>
                  </a:lnTo>
                  <a:lnTo>
                    <a:pt x="2940800" y="435618"/>
                  </a:lnTo>
                  <a:lnTo>
                    <a:pt x="2996737" y="376044"/>
                  </a:lnTo>
                  <a:lnTo>
                    <a:pt x="3056982" y="321885"/>
                  </a:lnTo>
                  <a:lnTo>
                    <a:pt x="3121768" y="272600"/>
                  </a:lnTo>
                  <a:lnTo>
                    <a:pt x="3191063" y="227782"/>
                  </a:lnTo>
                  <a:lnTo>
                    <a:pt x="3264469" y="187157"/>
                  </a:lnTo>
                  <a:lnTo>
                    <a:pt x="3341115" y="150587"/>
                  </a:lnTo>
                  <a:lnTo>
                    <a:pt x="3419576" y="118047"/>
                  </a:lnTo>
                  <a:lnTo>
                    <a:pt x="3497848" y="89596"/>
                  </a:lnTo>
                  <a:lnTo>
                    <a:pt x="3573427" y="65321"/>
                  </a:lnTo>
                  <a:lnTo>
                    <a:pt x="3643513" y="45281"/>
                  </a:lnTo>
                  <a:lnTo>
                    <a:pt x="3705352" y="29434"/>
                  </a:lnTo>
                  <a:lnTo>
                    <a:pt x="3756657" y="17582"/>
                  </a:lnTo>
                  <a:lnTo>
                    <a:pt x="3796022" y="9346"/>
                  </a:lnTo>
                  <a:lnTo>
                    <a:pt x="3823211" y="4173"/>
                  </a:lnTo>
                  <a:lnTo>
                    <a:pt x="3839272" y="1385"/>
                  </a:lnTo>
                  <a:lnTo>
                    <a:pt x="3846464" y="242"/>
                  </a:lnTo>
                  <a:lnTo>
                    <a:pt x="3848100" y="2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104" y="55"/>
                  </a:lnTo>
                  <a:lnTo>
                    <a:pt x="4396256" y="449"/>
                  </a:lnTo>
                  <a:lnTo>
                    <a:pt x="4416611" y="1540"/>
                  </a:lnTo>
                  <a:lnTo>
                    <a:pt x="4452499" y="3682"/>
                  </a:lnTo>
                  <a:lnTo>
                    <a:pt x="4504974" y="7185"/>
                  </a:lnTo>
                  <a:lnTo>
                    <a:pt x="4572775" y="12279"/>
                  </a:lnTo>
                  <a:lnTo>
                    <a:pt x="4652748" y="19092"/>
                  </a:lnTo>
                  <a:lnTo>
                    <a:pt x="4740653" y="27658"/>
                  </a:lnTo>
                  <a:lnTo>
                    <a:pt x="4832067" y="37952"/>
                  </a:lnTo>
                  <a:lnTo>
                    <a:pt x="4923120" y="49933"/>
                  </a:lnTo>
                  <a:lnTo>
                    <a:pt x="5010904" y="63583"/>
                  </a:lnTo>
                  <a:lnTo>
                    <a:pt x="5093572" y="78940"/>
                  </a:lnTo>
                  <a:lnTo>
                    <a:pt x="5170222" y="96109"/>
                  </a:lnTo>
                  <a:lnTo>
                    <a:pt x="5240691" y="115276"/>
                  </a:lnTo>
                  <a:lnTo>
                    <a:pt x="5305330" y="136698"/>
                  </a:lnTo>
                  <a:lnTo>
                    <a:pt x="5364812" y="160701"/>
                  </a:lnTo>
                  <a:lnTo>
                    <a:pt x="5419991" y="187661"/>
                  </a:lnTo>
                  <a:lnTo>
                    <a:pt x="5471789" y="217971"/>
                  </a:lnTo>
                  <a:lnTo>
                    <a:pt x="5521116" y="251980"/>
                  </a:lnTo>
                  <a:lnTo>
                    <a:pt x="5567201" y="288560"/>
                  </a:lnTo>
                  <a:lnTo>
                    <a:pt x="5609335" y="325996"/>
                  </a:lnTo>
                  <a:lnTo>
                    <a:pt x="5651058" y="366695"/>
                  </a:lnTo>
                  <a:lnTo>
                    <a:pt x="5692707" y="410718"/>
                  </a:lnTo>
                  <a:lnTo>
                    <a:pt x="5734528" y="458048"/>
                  </a:lnTo>
                  <a:lnTo>
                    <a:pt x="5776691" y="508580"/>
                  </a:lnTo>
                  <a:lnTo>
                    <a:pt x="5819294" y="562115"/>
                  </a:lnTo>
                  <a:lnTo>
                    <a:pt x="5862375" y="618354"/>
                  </a:lnTo>
                  <a:lnTo>
                    <a:pt x="5905914" y="676906"/>
                  </a:lnTo>
                  <a:lnTo>
                    <a:pt x="5949844" y="737292"/>
                  </a:lnTo>
                  <a:lnTo>
                    <a:pt x="5994062" y="798959"/>
                  </a:lnTo>
                  <a:lnTo>
                    <a:pt x="6038435" y="861304"/>
                  </a:lnTo>
                  <a:lnTo>
                    <a:pt x="6082819" y="923693"/>
                  </a:lnTo>
                  <a:lnTo>
                    <a:pt x="6127067" y="985493"/>
                  </a:lnTo>
                  <a:lnTo>
                    <a:pt x="6171045" y="1046092"/>
                  </a:lnTo>
                  <a:lnTo>
                    <a:pt x="6214643" y="1104932"/>
                  </a:lnTo>
                  <a:lnTo>
                    <a:pt x="6257791" y="1161521"/>
                  </a:lnTo>
                  <a:lnTo>
                    <a:pt x="6300460" y="1215455"/>
                  </a:lnTo>
                  <a:lnTo>
                    <a:pt x="6342680" y="1266422"/>
                  </a:lnTo>
                  <a:lnTo>
                    <a:pt x="6384541" y="1314209"/>
                  </a:lnTo>
                  <a:lnTo>
                    <a:pt x="6426201" y="1358699"/>
                  </a:lnTo>
                  <a:lnTo>
                    <a:pt x="6467895" y="1399861"/>
                  </a:lnTo>
                  <a:lnTo>
                    <a:pt x="6509947" y="1437748"/>
                  </a:lnTo>
                  <a:lnTo>
                    <a:pt x="6515891" y="1442801"/>
                  </a:lnTo>
                  <a:lnTo>
                    <a:pt x="6563603" y="1480586"/>
                  </a:lnTo>
                  <a:lnTo>
                    <a:pt x="6612999" y="1514467"/>
                  </a:lnTo>
                  <a:lnTo>
                    <a:pt x="6664895" y="1544658"/>
                  </a:lnTo>
                  <a:lnTo>
                    <a:pt x="6720204" y="1571512"/>
                  </a:lnTo>
                  <a:lnTo>
                    <a:pt x="6779847" y="1595423"/>
                  </a:lnTo>
                  <a:lnTo>
                    <a:pt x="6844672" y="1616764"/>
                  </a:lnTo>
                  <a:lnTo>
                    <a:pt x="6915345" y="1635859"/>
                  </a:lnTo>
                  <a:lnTo>
                    <a:pt x="6992204" y="1652966"/>
                  </a:lnTo>
                  <a:lnTo>
                    <a:pt x="7075062" y="1668264"/>
                  </a:lnTo>
                  <a:lnTo>
                    <a:pt x="7162992" y="1681858"/>
                  </a:lnTo>
                  <a:lnTo>
                    <a:pt x="7254110" y="1693783"/>
                  </a:lnTo>
                  <a:lnTo>
                    <a:pt x="7345474" y="1704019"/>
                  </a:lnTo>
                  <a:lnTo>
                    <a:pt x="7433186" y="1712527"/>
                  </a:lnTo>
                  <a:lnTo>
                    <a:pt x="7512815" y="1719280"/>
                  </a:lnTo>
                  <a:lnTo>
                    <a:pt x="7580143" y="1724318"/>
                  </a:lnTo>
                  <a:lnTo>
                    <a:pt x="7632069" y="1727771"/>
                  </a:lnTo>
                  <a:lnTo>
                    <a:pt x="7667405" y="1729872"/>
                  </a:lnTo>
                  <a:lnTo>
                    <a:pt x="7687283" y="1730934"/>
                  </a:lnTo>
                  <a:lnTo>
                    <a:pt x="7695108" y="1731312"/>
                  </a:lnTo>
                  <a:lnTo>
                    <a:pt x="7696237" y="1731361"/>
                  </a:lnTo>
                  <a:lnTo>
                    <a:pt x="8234974" y="17313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2" name="pl2182"/>
            <p:cNvSpPr/>
            <p:nvPr/>
          </p:nvSpPr>
          <p:spPr>
            <a:xfrm>
              <a:off x="546595" y="494564"/>
              <a:ext cx="8234974" cy="5684093"/>
            </a:xfrm>
            <a:custGeom>
              <a:avLst/>
              <a:pathLst>
                <a:path w="8234974" h="5684093">
                  <a:moveTo>
                    <a:pt x="8234974" y="1731361"/>
                  </a:moveTo>
                  <a:lnTo>
                    <a:pt x="7696237" y="1731361"/>
                  </a:lnTo>
                  <a:lnTo>
                    <a:pt x="7694989" y="1731306"/>
                  </a:lnTo>
                  <a:lnTo>
                    <a:pt x="7686836" y="1730912"/>
                  </a:lnTo>
                  <a:lnTo>
                    <a:pt x="7666482" y="1729820"/>
                  </a:lnTo>
                  <a:lnTo>
                    <a:pt x="7630593" y="1727679"/>
                  </a:lnTo>
                  <a:lnTo>
                    <a:pt x="7578118" y="1724176"/>
                  </a:lnTo>
                  <a:lnTo>
                    <a:pt x="7510318" y="1719082"/>
                  </a:lnTo>
                  <a:lnTo>
                    <a:pt x="7430344" y="1712269"/>
                  </a:lnTo>
                  <a:lnTo>
                    <a:pt x="7342439" y="1703703"/>
                  </a:lnTo>
                  <a:lnTo>
                    <a:pt x="7251025" y="1693409"/>
                  </a:lnTo>
                  <a:lnTo>
                    <a:pt x="7159972" y="1681428"/>
                  </a:lnTo>
                  <a:lnTo>
                    <a:pt x="7072188" y="1667778"/>
                  </a:lnTo>
                  <a:lnTo>
                    <a:pt x="6989521" y="1652421"/>
                  </a:lnTo>
                  <a:lnTo>
                    <a:pt x="6912871" y="1635251"/>
                  </a:lnTo>
                  <a:lnTo>
                    <a:pt x="6842401" y="1616085"/>
                  </a:lnTo>
                  <a:lnTo>
                    <a:pt x="6777763" y="1594663"/>
                  </a:lnTo>
                  <a:lnTo>
                    <a:pt x="6718280" y="1570660"/>
                  </a:lnTo>
                  <a:lnTo>
                    <a:pt x="6663101" y="1543700"/>
                  </a:lnTo>
                  <a:lnTo>
                    <a:pt x="6611303" y="1513390"/>
                  </a:lnTo>
                  <a:lnTo>
                    <a:pt x="6561976" y="1479381"/>
                  </a:lnTo>
                  <a:lnTo>
                    <a:pt x="6515891" y="1442801"/>
                  </a:lnTo>
                  <a:lnTo>
                    <a:pt x="6473758" y="1405365"/>
                  </a:lnTo>
                  <a:lnTo>
                    <a:pt x="6432034" y="1364666"/>
                  </a:lnTo>
                  <a:lnTo>
                    <a:pt x="6390385" y="1320643"/>
                  </a:lnTo>
                  <a:lnTo>
                    <a:pt x="6348564" y="1273313"/>
                  </a:lnTo>
                  <a:lnTo>
                    <a:pt x="6306402" y="1222781"/>
                  </a:lnTo>
                  <a:lnTo>
                    <a:pt x="6263798" y="1169246"/>
                  </a:lnTo>
                  <a:lnTo>
                    <a:pt x="6220718" y="1113007"/>
                  </a:lnTo>
                  <a:lnTo>
                    <a:pt x="6177179" y="1054455"/>
                  </a:lnTo>
                  <a:lnTo>
                    <a:pt x="6133248" y="994069"/>
                  </a:lnTo>
                  <a:lnTo>
                    <a:pt x="6089030" y="932402"/>
                  </a:lnTo>
                  <a:lnTo>
                    <a:pt x="6044657" y="870057"/>
                  </a:lnTo>
                  <a:lnTo>
                    <a:pt x="6000273" y="807668"/>
                  </a:lnTo>
                  <a:lnTo>
                    <a:pt x="5956026" y="745868"/>
                  </a:lnTo>
                  <a:lnTo>
                    <a:pt x="5912048" y="685269"/>
                  </a:lnTo>
                  <a:lnTo>
                    <a:pt x="5868449" y="626429"/>
                  </a:lnTo>
                  <a:lnTo>
                    <a:pt x="5825302" y="569840"/>
                  </a:lnTo>
                  <a:lnTo>
                    <a:pt x="5782632" y="515906"/>
                  </a:lnTo>
                  <a:lnTo>
                    <a:pt x="5740412" y="464939"/>
                  </a:lnTo>
                  <a:lnTo>
                    <a:pt x="5698552" y="417152"/>
                  </a:lnTo>
                  <a:lnTo>
                    <a:pt x="5656892" y="372662"/>
                  </a:lnTo>
                  <a:lnTo>
                    <a:pt x="5615197" y="331499"/>
                  </a:lnTo>
                  <a:lnTo>
                    <a:pt x="5573145" y="293613"/>
                  </a:lnTo>
                  <a:lnTo>
                    <a:pt x="5567201" y="288560"/>
                  </a:lnTo>
                  <a:lnTo>
                    <a:pt x="5519490" y="250775"/>
                  </a:lnTo>
                  <a:lnTo>
                    <a:pt x="5470094" y="216894"/>
                  </a:lnTo>
                  <a:lnTo>
                    <a:pt x="5418197" y="186703"/>
                  </a:lnTo>
                  <a:lnTo>
                    <a:pt x="5362888" y="159849"/>
                  </a:lnTo>
                  <a:lnTo>
                    <a:pt x="5303246" y="135938"/>
                  </a:lnTo>
                  <a:lnTo>
                    <a:pt x="5238421" y="114597"/>
                  </a:lnTo>
                  <a:lnTo>
                    <a:pt x="5167747" y="95501"/>
                  </a:lnTo>
                  <a:lnTo>
                    <a:pt x="5090889" y="78395"/>
                  </a:lnTo>
                  <a:lnTo>
                    <a:pt x="5008030" y="63097"/>
                  </a:lnTo>
                  <a:lnTo>
                    <a:pt x="4920101" y="49503"/>
                  </a:lnTo>
                  <a:lnTo>
                    <a:pt x="4828982" y="37578"/>
                  </a:lnTo>
                  <a:lnTo>
                    <a:pt x="4737619" y="27341"/>
                  </a:lnTo>
                  <a:lnTo>
                    <a:pt x="4649907" y="18834"/>
                  </a:lnTo>
                  <a:lnTo>
                    <a:pt x="4570277" y="12081"/>
                  </a:lnTo>
                  <a:lnTo>
                    <a:pt x="4502949" y="7043"/>
                  </a:lnTo>
                  <a:lnTo>
                    <a:pt x="4451023" y="3590"/>
                  </a:lnTo>
                  <a:lnTo>
                    <a:pt x="4415687" y="1489"/>
                  </a:lnTo>
                  <a:lnTo>
                    <a:pt x="4395809" y="427"/>
                  </a:lnTo>
                  <a:lnTo>
                    <a:pt x="4387984" y="49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24" y="114"/>
                  </a:lnTo>
                  <a:lnTo>
                    <a:pt x="3842086" y="926"/>
                  </a:lnTo>
                  <a:lnTo>
                    <a:pt x="3828818" y="3171"/>
                  </a:lnTo>
                  <a:lnTo>
                    <a:pt x="3804946" y="7596"/>
                  </a:lnTo>
                  <a:lnTo>
                    <a:pt x="3769065" y="14901"/>
                  </a:lnTo>
                  <a:lnTo>
                    <a:pt x="3721049" y="25681"/>
                  </a:lnTo>
                  <a:lnTo>
                    <a:pt x="3661995" y="40367"/>
                  </a:lnTo>
                  <a:lnTo>
                    <a:pt x="3593980" y="59208"/>
                  </a:lnTo>
                  <a:lnTo>
                    <a:pt x="3519669" y="82285"/>
                  </a:lnTo>
                  <a:lnTo>
                    <a:pt x="3441888" y="109561"/>
                  </a:lnTo>
                  <a:lnTo>
                    <a:pt x="3363253" y="140950"/>
                  </a:lnTo>
                  <a:lnTo>
                    <a:pt x="3285922" y="176379"/>
                  </a:lnTo>
                  <a:lnTo>
                    <a:pt x="3211486" y="215846"/>
                  </a:lnTo>
                  <a:lnTo>
                    <a:pt x="3140966" y="259454"/>
                  </a:lnTo>
                  <a:lnTo>
                    <a:pt x="3074885" y="307436"/>
                  </a:lnTo>
                  <a:lnTo>
                    <a:pt x="3013367" y="360164"/>
                  </a:lnTo>
                  <a:lnTo>
                    <a:pt x="2956244" y="418141"/>
                  </a:lnTo>
                  <a:lnTo>
                    <a:pt x="2903147" y="481997"/>
                  </a:lnTo>
                  <a:lnTo>
                    <a:pt x="2853582" y="552467"/>
                  </a:lnTo>
                  <a:lnTo>
                    <a:pt x="2806985" y="630353"/>
                  </a:lnTo>
                  <a:lnTo>
                    <a:pt x="2762771" y="716467"/>
                  </a:lnTo>
                  <a:lnTo>
                    <a:pt x="2720368" y="811527"/>
                  </a:lnTo>
                  <a:lnTo>
                    <a:pt x="2679256" y="916001"/>
                  </a:lnTo>
                  <a:lnTo>
                    <a:pt x="2667772" y="947348"/>
                  </a:lnTo>
                  <a:lnTo>
                    <a:pt x="2641645" y="1022111"/>
                  </a:lnTo>
                  <a:lnTo>
                    <a:pt x="2615732" y="1100923"/>
                  </a:lnTo>
                  <a:lnTo>
                    <a:pt x="2589939" y="1183864"/>
                  </a:lnTo>
                  <a:lnTo>
                    <a:pt x="2564190" y="1270979"/>
                  </a:lnTo>
                  <a:lnTo>
                    <a:pt x="2538420" y="1362276"/>
                  </a:lnTo>
                  <a:lnTo>
                    <a:pt x="2512574" y="1457724"/>
                  </a:lnTo>
                  <a:lnTo>
                    <a:pt x="2486612" y="1557248"/>
                  </a:lnTo>
                  <a:lnTo>
                    <a:pt x="2460504" y="1660730"/>
                  </a:lnTo>
                  <a:lnTo>
                    <a:pt x="2434226" y="1768005"/>
                  </a:lnTo>
                  <a:lnTo>
                    <a:pt x="2407769" y="1878859"/>
                  </a:lnTo>
                  <a:lnTo>
                    <a:pt x="2381127" y="1993034"/>
                  </a:lnTo>
                  <a:lnTo>
                    <a:pt x="2354306" y="2110225"/>
                  </a:lnTo>
                  <a:lnTo>
                    <a:pt x="2327318" y="2230084"/>
                  </a:lnTo>
                  <a:lnTo>
                    <a:pt x="2300181" y="2352224"/>
                  </a:lnTo>
                  <a:lnTo>
                    <a:pt x="2272918" y="2476223"/>
                  </a:lnTo>
                  <a:lnTo>
                    <a:pt x="2245558" y="2601630"/>
                  </a:lnTo>
                  <a:lnTo>
                    <a:pt x="2218132" y="2727971"/>
                  </a:lnTo>
                  <a:lnTo>
                    <a:pt x="2190675" y="2854758"/>
                  </a:lnTo>
                  <a:lnTo>
                    <a:pt x="2163222" y="2981496"/>
                  </a:lnTo>
                  <a:lnTo>
                    <a:pt x="2135807" y="3107689"/>
                  </a:lnTo>
                  <a:lnTo>
                    <a:pt x="2108464" y="3232851"/>
                  </a:lnTo>
                  <a:lnTo>
                    <a:pt x="2081224" y="3356512"/>
                  </a:lnTo>
                  <a:lnTo>
                    <a:pt x="2054115" y="3478228"/>
                  </a:lnTo>
                  <a:lnTo>
                    <a:pt x="2027159" y="3597582"/>
                  </a:lnTo>
                  <a:lnTo>
                    <a:pt x="2000373" y="3714195"/>
                  </a:lnTo>
                  <a:lnTo>
                    <a:pt x="1973768" y="3827727"/>
                  </a:lnTo>
                  <a:lnTo>
                    <a:pt x="1947347" y="3937883"/>
                  </a:lnTo>
                  <a:lnTo>
                    <a:pt x="1921105" y="4044413"/>
                  </a:lnTo>
                  <a:lnTo>
                    <a:pt x="1895028" y="4147114"/>
                  </a:lnTo>
                  <a:lnTo>
                    <a:pt x="1869092" y="4245829"/>
                  </a:lnTo>
                  <a:lnTo>
                    <a:pt x="1843265" y="4340450"/>
                  </a:lnTo>
                  <a:lnTo>
                    <a:pt x="1817503" y="4430909"/>
                  </a:lnTo>
                  <a:lnTo>
                    <a:pt x="1791751" y="4517186"/>
                  </a:lnTo>
                  <a:lnTo>
                    <a:pt x="1765942" y="4599294"/>
                  </a:lnTo>
                  <a:lnTo>
                    <a:pt x="1739993" y="4677287"/>
                  </a:lnTo>
                  <a:lnTo>
                    <a:pt x="1719082" y="4736744"/>
                  </a:lnTo>
                  <a:lnTo>
                    <a:pt x="1678254" y="4843911"/>
                  </a:lnTo>
                  <a:lnTo>
                    <a:pt x="1636266" y="4941609"/>
                  </a:lnTo>
                  <a:lnTo>
                    <a:pt x="1592622" y="5030193"/>
                  </a:lnTo>
                  <a:lnTo>
                    <a:pt x="1546761" y="5110332"/>
                  </a:lnTo>
                  <a:lnTo>
                    <a:pt x="1498096" y="5182821"/>
                  </a:lnTo>
                  <a:lnTo>
                    <a:pt x="1446054" y="5248474"/>
                  </a:lnTo>
                  <a:lnTo>
                    <a:pt x="1390117" y="5308049"/>
                  </a:lnTo>
                  <a:lnTo>
                    <a:pt x="1329873" y="5362208"/>
                  </a:lnTo>
                  <a:lnTo>
                    <a:pt x="1265087" y="5411492"/>
                  </a:lnTo>
                  <a:lnTo>
                    <a:pt x="1195792" y="5456311"/>
                  </a:lnTo>
                  <a:lnTo>
                    <a:pt x="1122386" y="5496936"/>
                  </a:lnTo>
                  <a:lnTo>
                    <a:pt x="1045740" y="5533506"/>
                  </a:lnTo>
                  <a:lnTo>
                    <a:pt x="967279" y="5566045"/>
                  </a:lnTo>
                  <a:lnTo>
                    <a:pt x="889007" y="5594497"/>
                  </a:lnTo>
                  <a:lnTo>
                    <a:pt x="813428" y="5618772"/>
                  </a:lnTo>
                  <a:lnTo>
                    <a:pt x="743342" y="5638812"/>
                  </a:lnTo>
                  <a:lnTo>
                    <a:pt x="681503" y="5654659"/>
                  </a:lnTo>
                  <a:lnTo>
                    <a:pt x="630197" y="5666510"/>
                  </a:lnTo>
                  <a:lnTo>
                    <a:pt x="590833" y="5674747"/>
                  </a:lnTo>
                  <a:lnTo>
                    <a:pt x="563644" y="5679920"/>
                  </a:lnTo>
                  <a:lnTo>
                    <a:pt x="547583" y="5682708"/>
                  </a:lnTo>
                  <a:lnTo>
                    <a:pt x="540391" y="5683851"/>
                  </a:lnTo>
                  <a:lnTo>
                    <a:pt x="538755" y="5684091"/>
                  </a:lnTo>
                  <a:lnTo>
                    <a:pt x="538736" y="5684093"/>
                  </a:lnTo>
                  <a:lnTo>
                    <a:pt x="0" y="5684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3" name="pg2183"/>
            <p:cNvSpPr/>
            <p:nvPr/>
          </p:nvSpPr>
          <p:spPr>
            <a:xfrm>
              <a:off x="546595" y="1028128"/>
              <a:ext cx="8234974" cy="5161418"/>
            </a:xfrm>
            <a:custGeom>
              <a:avLst/>
              <a:pathLst>
                <a:path w="8234974" h="5161418">
                  <a:moveTo>
                    <a:pt x="0" y="5161418"/>
                  </a:moveTo>
                  <a:lnTo>
                    <a:pt x="538736" y="5161418"/>
                  </a:lnTo>
                  <a:lnTo>
                    <a:pt x="539572" y="5161309"/>
                  </a:lnTo>
                  <a:lnTo>
                    <a:pt x="545077" y="5160532"/>
                  </a:lnTo>
                  <a:lnTo>
                    <a:pt x="559000" y="5158386"/>
                  </a:lnTo>
                  <a:lnTo>
                    <a:pt x="584003" y="5154159"/>
                  </a:lnTo>
                  <a:lnTo>
                    <a:pt x="621484" y="5147184"/>
                  </a:lnTo>
                  <a:lnTo>
                    <a:pt x="671470" y="5136906"/>
                  </a:lnTo>
                  <a:lnTo>
                    <a:pt x="732694" y="5122928"/>
                  </a:lnTo>
                  <a:lnTo>
                    <a:pt x="802881" y="5105034"/>
                  </a:lnTo>
                  <a:lnTo>
                    <a:pt x="879178" y="5083162"/>
                  </a:lnTo>
                  <a:lnTo>
                    <a:pt x="958621" y="5057359"/>
                  </a:lnTo>
                  <a:lnTo>
                    <a:pt x="1038524" y="5027709"/>
                  </a:lnTo>
                  <a:lnTo>
                    <a:pt x="1116717" y="4994273"/>
                  </a:lnTo>
                  <a:lnTo>
                    <a:pt x="1191648" y="4957035"/>
                  </a:lnTo>
                  <a:lnTo>
                    <a:pt x="1262365" y="4915869"/>
                  </a:lnTo>
                  <a:lnTo>
                    <a:pt x="1328423" y="4870524"/>
                  </a:lnTo>
                  <a:lnTo>
                    <a:pt x="1389779" y="4820612"/>
                  </a:lnTo>
                  <a:lnTo>
                    <a:pt x="1446676" y="4765619"/>
                  </a:lnTo>
                  <a:lnTo>
                    <a:pt x="1499547" y="4704910"/>
                  </a:lnTo>
                  <a:lnTo>
                    <a:pt x="1548939" y="4637762"/>
                  </a:lnTo>
                  <a:lnTo>
                    <a:pt x="1595458" y="4563397"/>
                  </a:lnTo>
                  <a:lnTo>
                    <a:pt x="1639720" y="4481058"/>
                  </a:lnTo>
                  <a:lnTo>
                    <a:pt x="1682312" y="4390123"/>
                  </a:lnTo>
                  <a:lnTo>
                    <a:pt x="1719082" y="4302089"/>
                  </a:lnTo>
                  <a:lnTo>
                    <a:pt x="1746423" y="4231019"/>
                  </a:lnTo>
                  <a:lnTo>
                    <a:pt x="1773534" y="4155922"/>
                  </a:lnTo>
                  <a:lnTo>
                    <a:pt x="1800520" y="4076716"/>
                  </a:lnTo>
                  <a:lnTo>
                    <a:pt x="1827470" y="3993359"/>
                  </a:lnTo>
                  <a:lnTo>
                    <a:pt x="1854456" y="3905850"/>
                  </a:lnTo>
                  <a:lnTo>
                    <a:pt x="1881535" y="3814229"/>
                  </a:lnTo>
                  <a:lnTo>
                    <a:pt x="1908752" y="3718587"/>
                  </a:lnTo>
                  <a:lnTo>
                    <a:pt x="1936139" y="3619060"/>
                  </a:lnTo>
                  <a:lnTo>
                    <a:pt x="1963716" y="3515839"/>
                  </a:lnTo>
                  <a:lnTo>
                    <a:pt x="1991494" y="3409163"/>
                  </a:lnTo>
                  <a:lnTo>
                    <a:pt x="2019471" y="3299324"/>
                  </a:lnTo>
                  <a:lnTo>
                    <a:pt x="2047640" y="3186660"/>
                  </a:lnTo>
                  <a:lnTo>
                    <a:pt x="2075981" y="3071557"/>
                  </a:lnTo>
                  <a:lnTo>
                    <a:pt x="2104470" y="2954437"/>
                  </a:lnTo>
                  <a:lnTo>
                    <a:pt x="2133077" y="2835760"/>
                  </a:lnTo>
                  <a:lnTo>
                    <a:pt x="2161766" y="2716012"/>
                  </a:lnTo>
                  <a:lnTo>
                    <a:pt x="2190500" y="2595696"/>
                  </a:lnTo>
                  <a:lnTo>
                    <a:pt x="2219238" y="2475328"/>
                  </a:lnTo>
                  <a:lnTo>
                    <a:pt x="2247939" y="2355422"/>
                  </a:lnTo>
                  <a:lnTo>
                    <a:pt x="2276566" y="2236487"/>
                  </a:lnTo>
                  <a:lnTo>
                    <a:pt x="2305082" y="2119012"/>
                  </a:lnTo>
                  <a:lnTo>
                    <a:pt x="2333456" y="2003462"/>
                  </a:lnTo>
                  <a:lnTo>
                    <a:pt x="2361661" y="1890269"/>
                  </a:lnTo>
                  <a:lnTo>
                    <a:pt x="2389678" y="1779825"/>
                  </a:lnTo>
                  <a:lnTo>
                    <a:pt x="2417497" y="1672480"/>
                  </a:lnTo>
                  <a:lnTo>
                    <a:pt x="2445115" y="1568534"/>
                  </a:lnTo>
                  <a:lnTo>
                    <a:pt x="2472539" y="1468238"/>
                  </a:lnTo>
                  <a:lnTo>
                    <a:pt x="2499788" y="1371791"/>
                  </a:lnTo>
                  <a:lnTo>
                    <a:pt x="2526892" y="1279343"/>
                  </a:lnTo>
                  <a:lnTo>
                    <a:pt x="2553892" y="1190991"/>
                  </a:lnTo>
                  <a:lnTo>
                    <a:pt x="2580845" y="1106787"/>
                  </a:lnTo>
                  <a:lnTo>
                    <a:pt x="2607817" y="1026738"/>
                  </a:lnTo>
                  <a:lnTo>
                    <a:pt x="2634895" y="950809"/>
                  </a:lnTo>
                  <a:lnTo>
                    <a:pt x="2662179" y="878927"/>
                  </a:lnTo>
                  <a:lnTo>
                    <a:pt x="2667772" y="864773"/>
                  </a:lnTo>
                  <a:lnTo>
                    <a:pt x="2709318" y="765952"/>
                  </a:lnTo>
                  <a:lnTo>
                    <a:pt x="2752073" y="676018"/>
                  </a:lnTo>
                  <a:lnTo>
                    <a:pt x="2796561" y="594621"/>
                  </a:lnTo>
                  <a:lnTo>
                    <a:pt x="2843375" y="521115"/>
                  </a:lnTo>
                  <a:lnTo>
                    <a:pt x="2893133" y="454738"/>
                  </a:lnTo>
                  <a:lnTo>
                    <a:pt x="2946436" y="394715"/>
                  </a:lnTo>
                  <a:lnTo>
                    <a:pt x="3003821" y="340329"/>
                  </a:lnTo>
                  <a:lnTo>
                    <a:pt x="3065704" y="290960"/>
                  </a:lnTo>
                  <a:lnTo>
                    <a:pt x="3132300" y="246107"/>
                  </a:lnTo>
                  <a:lnTo>
                    <a:pt x="3203527" y="205398"/>
                  </a:lnTo>
                  <a:lnTo>
                    <a:pt x="3278888" y="168597"/>
                  </a:lnTo>
                  <a:lnTo>
                    <a:pt x="3357366" y="135590"/>
                  </a:lnTo>
                  <a:lnTo>
                    <a:pt x="3437336" y="106374"/>
                  </a:lnTo>
                  <a:lnTo>
                    <a:pt x="3516565" y="81013"/>
                  </a:lnTo>
                  <a:lnTo>
                    <a:pt x="3592318" y="59593"/>
                  </a:lnTo>
                  <a:lnTo>
                    <a:pt x="3661623" y="42150"/>
                  </a:lnTo>
                  <a:lnTo>
                    <a:pt x="3721669" y="28607"/>
                  </a:lnTo>
                  <a:lnTo>
                    <a:pt x="3770275" y="18728"/>
                  </a:lnTo>
                  <a:lnTo>
                    <a:pt x="3806309" y="12096"/>
                  </a:lnTo>
                  <a:lnTo>
                    <a:pt x="3829956" y="8140"/>
                  </a:lnTo>
                  <a:lnTo>
                    <a:pt x="3842767" y="6186"/>
                  </a:lnTo>
                  <a:lnTo>
                    <a:pt x="3847533" y="5520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8070" y="5513"/>
                  </a:lnTo>
                  <a:lnTo>
                    <a:pt x="4396012" y="6008"/>
                  </a:lnTo>
                  <a:lnTo>
                    <a:pt x="4415857" y="7376"/>
                  </a:lnTo>
                  <a:lnTo>
                    <a:pt x="4450897" y="10063"/>
                  </a:lnTo>
                  <a:lnTo>
                    <a:pt x="4502228" y="14460"/>
                  </a:lnTo>
                  <a:lnTo>
                    <a:pt x="4568712" y="20860"/>
                  </a:lnTo>
                  <a:lnTo>
                    <a:pt x="4647354" y="29431"/>
                  </a:lnTo>
                  <a:lnTo>
                    <a:pt x="4734065" y="40221"/>
                  </a:lnTo>
                  <a:lnTo>
                    <a:pt x="4824526" y="53203"/>
                  </a:lnTo>
                  <a:lnTo>
                    <a:pt x="4914910" y="68324"/>
                  </a:lnTo>
                  <a:lnTo>
                    <a:pt x="5002301" y="85559"/>
                  </a:lnTo>
                  <a:lnTo>
                    <a:pt x="5084803" y="104944"/>
                  </a:lnTo>
                  <a:lnTo>
                    <a:pt x="5161454" y="126604"/>
                  </a:lnTo>
                  <a:lnTo>
                    <a:pt x="5232024" y="150759"/>
                  </a:lnTo>
                  <a:lnTo>
                    <a:pt x="5296804" y="177723"/>
                  </a:lnTo>
                  <a:lnTo>
                    <a:pt x="5356417" y="207893"/>
                  </a:lnTo>
                  <a:lnTo>
                    <a:pt x="5411676" y="241735"/>
                  </a:lnTo>
                  <a:lnTo>
                    <a:pt x="5463474" y="279740"/>
                  </a:lnTo>
                  <a:lnTo>
                    <a:pt x="5512703" y="322365"/>
                  </a:lnTo>
                  <a:lnTo>
                    <a:pt x="5560176" y="369912"/>
                  </a:lnTo>
                  <a:lnTo>
                    <a:pt x="5567201" y="377487"/>
                  </a:lnTo>
                  <a:lnTo>
                    <a:pt x="5605989" y="421744"/>
                  </a:lnTo>
                  <a:lnTo>
                    <a:pt x="5644403" y="469555"/>
                  </a:lnTo>
                  <a:lnTo>
                    <a:pt x="5682716" y="520990"/>
                  </a:lnTo>
                  <a:lnTo>
                    <a:pt x="5721131" y="576049"/>
                  </a:lnTo>
                  <a:lnTo>
                    <a:pt x="5759798" y="634651"/>
                  </a:lnTo>
                  <a:lnTo>
                    <a:pt x="5798811" y="696632"/>
                  </a:lnTo>
                  <a:lnTo>
                    <a:pt x="5838221" y="761735"/>
                  </a:lnTo>
                  <a:lnTo>
                    <a:pt x="5878033" y="829616"/>
                  </a:lnTo>
                  <a:lnTo>
                    <a:pt x="5918218" y="899844"/>
                  </a:lnTo>
                  <a:lnTo>
                    <a:pt x="5958712" y="971912"/>
                  </a:lnTo>
                  <a:lnTo>
                    <a:pt x="5999430" y="1045251"/>
                  </a:lnTo>
                  <a:lnTo>
                    <a:pt x="6040264" y="1119248"/>
                  </a:lnTo>
                  <a:lnTo>
                    <a:pt x="6081102" y="1193264"/>
                  </a:lnTo>
                  <a:lnTo>
                    <a:pt x="6121830" y="1266663"/>
                  </a:lnTo>
                  <a:lnTo>
                    <a:pt x="6162341" y="1338828"/>
                  </a:lnTo>
                  <a:lnTo>
                    <a:pt x="6202548" y="1409187"/>
                  </a:lnTo>
                  <a:lnTo>
                    <a:pt x="6242385" y="1477229"/>
                  </a:lnTo>
                  <a:lnTo>
                    <a:pt x="6281820" y="1542517"/>
                  </a:lnTo>
                  <a:lnTo>
                    <a:pt x="6320857" y="1604703"/>
                  </a:lnTo>
                  <a:lnTo>
                    <a:pt x="6359543" y="1663523"/>
                  </a:lnTo>
                  <a:lnTo>
                    <a:pt x="6397970" y="1718808"/>
                  </a:lnTo>
                  <a:lnTo>
                    <a:pt x="6436284" y="1770471"/>
                  </a:lnTo>
                  <a:lnTo>
                    <a:pt x="6474685" y="1818508"/>
                  </a:lnTo>
                  <a:lnTo>
                    <a:pt x="6513439" y="1862984"/>
                  </a:lnTo>
                  <a:lnTo>
                    <a:pt x="6515891" y="1865660"/>
                  </a:lnTo>
                  <a:lnTo>
                    <a:pt x="6563161" y="1913955"/>
                  </a:lnTo>
                  <a:lnTo>
                    <a:pt x="6612077" y="1957306"/>
                  </a:lnTo>
                  <a:lnTo>
                    <a:pt x="6663433" y="1995979"/>
                  </a:lnTo>
                  <a:lnTo>
                    <a:pt x="6718114" y="2030414"/>
                  </a:lnTo>
                  <a:lnTo>
                    <a:pt x="6777018" y="2061106"/>
                  </a:lnTo>
                  <a:lnTo>
                    <a:pt x="6840976" y="2088524"/>
                  </a:lnTo>
                  <a:lnTo>
                    <a:pt x="6910647" y="2113079"/>
                  </a:lnTo>
                  <a:lnTo>
                    <a:pt x="6986383" y="2135098"/>
                  </a:lnTo>
                  <a:lnTo>
                    <a:pt x="7068047" y="2154815"/>
                  </a:lnTo>
                  <a:lnTo>
                    <a:pt x="7154799" y="2172368"/>
                  </a:lnTo>
                  <a:lnTo>
                    <a:pt x="7244895" y="2187807"/>
                  </a:lnTo>
                  <a:lnTo>
                    <a:pt x="7335570" y="2201113"/>
                  </a:lnTo>
                  <a:lnTo>
                    <a:pt x="7423114" y="2212236"/>
                  </a:lnTo>
                  <a:lnTo>
                    <a:pt x="7503246" y="2221140"/>
                  </a:lnTo>
                  <a:lnTo>
                    <a:pt x="7571784" y="2227859"/>
                  </a:lnTo>
                  <a:lnTo>
                    <a:pt x="7625518" y="2232541"/>
                  </a:lnTo>
                  <a:lnTo>
                    <a:pt x="7662992" y="2235462"/>
                  </a:lnTo>
                  <a:lnTo>
                    <a:pt x="7684962" y="2237000"/>
                  </a:lnTo>
                  <a:lnTo>
                    <a:pt x="7694404" y="2237597"/>
                  </a:lnTo>
                  <a:lnTo>
                    <a:pt x="7696237" y="2237703"/>
                  </a:lnTo>
                  <a:lnTo>
                    <a:pt x="8234974" y="2237703"/>
                  </a:lnTo>
                  <a:lnTo>
                    <a:pt x="8234974" y="2232259"/>
                  </a:lnTo>
                  <a:lnTo>
                    <a:pt x="7696237" y="2232259"/>
                  </a:lnTo>
                  <a:lnTo>
                    <a:pt x="7695022" y="2232189"/>
                  </a:lnTo>
                  <a:lnTo>
                    <a:pt x="7687081" y="2231694"/>
                  </a:lnTo>
                  <a:lnTo>
                    <a:pt x="7667235" y="2230326"/>
                  </a:lnTo>
                  <a:lnTo>
                    <a:pt x="7632196" y="2227640"/>
                  </a:lnTo>
                  <a:lnTo>
                    <a:pt x="7580864" y="2223243"/>
                  </a:lnTo>
                  <a:lnTo>
                    <a:pt x="7514380" y="2216842"/>
                  </a:lnTo>
                  <a:lnTo>
                    <a:pt x="7435738" y="2208271"/>
                  </a:lnTo>
                  <a:lnTo>
                    <a:pt x="7349027" y="2197481"/>
                  </a:lnTo>
                  <a:lnTo>
                    <a:pt x="7258567" y="2184499"/>
                  </a:lnTo>
                  <a:lnTo>
                    <a:pt x="7168182" y="2169378"/>
                  </a:lnTo>
                  <a:lnTo>
                    <a:pt x="7080792" y="2152144"/>
                  </a:lnTo>
                  <a:lnTo>
                    <a:pt x="6998290" y="2132759"/>
                  </a:lnTo>
                  <a:lnTo>
                    <a:pt x="6921639" y="2111098"/>
                  </a:lnTo>
                  <a:lnTo>
                    <a:pt x="6851069" y="2086943"/>
                  </a:lnTo>
                  <a:lnTo>
                    <a:pt x="6786289" y="2059980"/>
                  </a:lnTo>
                  <a:lnTo>
                    <a:pt x="6726676" y="2029809"/>
                  </a:lnTo>
                  <a:lnTo>
                    <a:pt x="6671417" y="1995968"/>
                  </a:lnTo>
                  <a:lnTo>
                    <a:pt x="6619619" y="1957963"/>
                  </a:lnTo>
                  <a:lnTo>
                    <a:pt x="6570389" y="1915338"/>
                  </a:lnTo>
                  <a:lnTo>
                    <a:pt x="6522917" y="1867791"/>
                  </a:lnTo>
                  <a:lnTo>
                    <a:pt x="6515891" y="1860215"/>
                  </a:lnTo>
                  <a:lnTo>
                    <a:pt x="6477104" y="1815959"/>
                  </a:lnTo>
                  <a:lnTo>
                    <a:pt x="6438689" y="1768148"/>
                  </a:lnTo>
                  <a:lnTo>
                    <a:pt x="6400377" y="1716713"/>
                  </a:lnTo>
                  <a:lnTo>
                    <a:pt x="6361961" y="1661654"/>
                  </a:lnTo>
                  <a:lnTo>
                    <a:pt x="6323295" y="1603051"/>
                  </a:lnTo>
                  <a:lnTo>
                    <a:pt x="6284281" y="1541070"/>
                  </a:lnTo>
                  <a:lnTo>
                    <a:pt x="6244872" y="1475967"/>
                  </a:lnTo>
                  <a:lnTo>
                    <a:pt x="6205059" y="1408086"/>
                  </a:lnTo>
                  <a:lnTo>
                    <a:pt x="6164875" y="1337858"/>
                  </a:lnTo>
                  <a:lnTo>
                    <a:pt x="6124380" y="1265790"/>
                  </a:lnTo>
                  <a:lnTo>
                    <a:pt x="6083663" y="1192451"/>
                  </a:lnTo>
                  <a:lnTo>
                    <a:pt x="6042828" y="1118455"/>
                  </a:lnTo>
                  <a:lnTo>
                    <a:pt x="6001990" y="1044438"/>
                  </a:lnTo>
                  <a:lnTo>
                    <a:pt x="5961263" y="971040"/>
                  </a:lnTo>
                  <a:lnTo>
                    <a:pt x="5920751" y="898875"/>
                  </a:lnTo>
                  <a:lnTo>
                    <a:pt x="5880545" y="828516"/>
                  </a:lnTo>
                  <a:lnTo>
                    <a:pt x="5840708" y="760474"/>
                  </a:lnTo>
                  <a:lnTo>
                    <a:pt x="5801273" y="695185"/>
                  </a:lnTo>
                  <a:lnTo>
                    <a:pt x="5762235" y="633000"/>
                  </a:lnTo>
                  <a:lnTo>
                    <a:pt x="5723550" y="574180"/>
                  </a:lnTo>
                  <a:lnTo>
                    <a:pt x="5685122" y="518895"/>
                  </a:lnTo>
                  <a:lnTo>
                    <a:pt x="5646809" y="467232"/>
                  </a:lnTo>
                  <a:lnTo>
                    <a:pt x="5608407" y="419195"/>
                  </a:lnTo>
                  <a:lnTo>
                    <a:pt x="5569653" y="374718"/>
                  </a:lnTo>
                  <a:lnTo>
                    <a:pt x="5567201" y="372043"/>
                  </a:lnTo>
                  <a:lnTo>
                    <a:pt x="5519932" y="323748"/>
                  </a:lnTo>
                  <a:lnTo>
                    <a:pt x="5471015" y="280396"/>
                  </a:lnTo>
                  <a:lnTo>
                    <a:pt x="5419659" y="241724"/>
                  </a:lnTo>
                  <a:lnTo>
                    <a:pt x="5364978" y="207288"/>
                  </a:lnTo>
                  <a:lnTo>
                    <a:pt x="5306074" y="176597"/>
                  </a:lnTo>
                  <a:lnTo>
                    <a:pt x="5242117" y="149179"/>
                  </a:lnTo>
                  <a:lnTo>
                    <a:pt x="5172446" y="124624"/>
                  </a:lnTo>
                  <a:lnTo>
                    <a:pt x="5096709" y="102605"/>
                  </a:lnTo>
                  <a:lnTo>
                    <a:pt x="5015045" y="82888"/>
                  </a:lnTo>
                  <a:lnTo>
                    <a:pt x="4928293" y="65335"/>
                  </a:lnTo>
                  <a:lnTo>
                    <a:pt x="4838197" y="49896"/>
                  </a:lnTo>
                  <a:lnTo>
                    <a:pt x="4747523" y="36589"/>
                  </a:lnTo>
                  <a:lnTo>
                    <a:pt x="4659978" y="25467"/>
                  </a:lnTo>
                  <a:lnTo>
                    <a:pt x="4579847" y="16563"/>
                  </a:lnTo>
                  <a:lnTo>
                    <a:pt x="4511308" y="9844"/>
                  </a:lnTo>
                  <a:lnTo>
                    <a:pt x="4457574" y="5161"/>
                  </a:lnTo>
                  <a:lnTo>
                    <a:pt x="4420100" y="2241"/>
                  </a:lnTo>
                  <a:lnTo>
                    <a:pt x="4398131" y="702"/>
                  </a:lnTo>
                  <a:lnTo>
                    <a:pt x="4388688" y="105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3" y="108"/>
                  </a:lnTo>
                  <a:lnTo>
                    <a:pt x="3841778" y="885"/>
                  </a:lnTo>
                  <a:lnTo>
                    <a:pt x="3827854" y="3031"/>
                  </a:lnTo>
                  <a:lnTo>
                    <a:pt x="3802851" y="7259"/>
                  </a:lnTo>
                  <a:lnTo>
                    <a:pt x="3765371" y="14233"/>
                  </a:lnTo>
                  <a:lnTo>
                    <a:pt x="3715385" y="24512"/>
                  </a:lnTo>
                  <a:lnTo>
                    <a:pt x="3654160" y="38489"/>
                  </a:lnTo>
                  <a:lnTo>
                    <a:pt x="3583974" y="56384"/>
                  </a:lnTo>
                  <a:lnTo>
                    <a:pt x="3507677" y="78255"/>
                  </a:lnTo>
                  <a:lnTo>
                    <a:pt x="3428233" y="104059"/>
                  </a:lnTo>
                  <a:lnTo>
                    <a:pt x="3348331" y="133708"/>
                  </a:lnTo>
                  <a:lnTo>
                    <a:pt x="3270138" y="167145"/>
                  </a:lnTo>
                  <a:lnTo>
                    <a:pt x="3195206" y="204383"/>
                  </a:lnTo>
                  <a:lnTo>
                    <a:pt x="3124490" y="245548"/>
                  </a:lnTo>
                  <a:lnTo>
                    <a:pt x="3058431" y="290893"/>
                  </a:lnTo>
                  <a:lnTo>
                    <a:pt x="2997075" y="340805"/>
                  </a:lnTo>
                  <a:lnTo>
                    <a:pt x="2940178" y="395799"/>
                  </a:lnTo>
                  <a:lnTo>
                    <a:pt x="2887308" y="456507"/>
                  </a:lnTo>
                  <a:lnTo>
                    <a:pt x="2837915" y="523655"/>
                  </a:lnTo>
                  <a:lnTo>
                    <a:pt x="2791396" y="598020"/>
                  </a:lnTo>
                  <a:lnTo>
                    <a:pt x="2747134" y="680360"/>
                  </a:lnTo>
                  <a:lnTo>
                    <a:pt x="2704542" y="771295"/>
                  </a:lnTo>
                  <a:lnTo>
                    <a:pt x="2667772" y="859328"/>
                  </a:lnTo>
                  <a:lnTo>
                    <a:pt x="2640432" y="930398"/>
                  </a:lnTo>
                  <a:lnTo>
                    <a:pt x="2613321" y="1005496"/>
                  </a:lnTo>
                  <a:lnTo>
                    <a:pt x="2586334" y="1084702"/>
                  </a:lnTo>
                  <a:lnTo>
                    <a:pt x="2559384" y="1168058"/>
                  </a:lnTo>
                  <a:lnTo>
                    <a:pt x="2532398" y="1255568"/>
                  </a:lnTo>
                  <a:lnTo>
                    <a:pt x="2505319" y="1347188"/>
                  </a:lnTo>
                  <a:lnTo>
                    <a:pt x="2478103" y="1442831"/>
                  </a:lnTo>
                  <a:lnTo>
                    <a:pt x="2450716" y="1542357"/>
                  </a:lnTo>
                  <a:lnTo>
                    <a:pt x="2423138" y="1645578"/>
                  </a:lnTo>
                  <a:lnTo>
                    <a:pt x="2395361" y="1752254"/>
                  </a:lnTo>
                  <a:lnTo>
                    <a:pt x="2367383" y="1862093"/>
                  </a:lnTo>
                  <a:lnTo>
                    <a:pt x="2339215" y="1974757"/>
                  </a:lnTo>
                  <a:lnTo>
                    <a:pt x="2310874" y="2089861"/>
                  </a:lnTo>
                  <a:lnTo>
                    <a:pt x="2282385" y="2206981"/>
                  </a:lnTo>
                  <a:lnTo>
                    <a:pt x="2253778" y="2325657"/>
                  </a:lnTo>
                  <a:lnTo>
                    <a:pt x="2225088" y="2445406"/>
                  </a:lnTo>
                  <a:lnTo>
                    <a:pt x="2196355" y="2565721"/>
                  </a:lnTo>
                  <a:lnTo>
                    <a:pt x="2167617" y="2686090"/>
                  </a:lnTo>
                  <a:lnTo>
                    <a:pt x="2138915" y="2805995"/>
                  </a:lnTo>
                  <a:lnTo>
                    <a:pt x="2110288" y="2924930"/>
                  </a:lnTo>
                  <a:lnTo>
                    <a:pt x="2081772" y="3042405"/>
                  </a:lnTo>
                  <a:lnTo>
                    <a:pt x="2053399" y="3157955"/>
                  </a:lnTo>
                  <a:lnTo>
                    <a:pt x="2025194" y="3271149"/>
                  </a:lnTo>
                  <a:lnTo>
                    <a:pt x="1997176" y="3381592"/>
                  </a:lnTo>
                  <a:lnTo>
                    <a:pt x="1969358" y="3488938"/>
                  </a:lnTo>
                  <a:lnTo>
                    <a:pt x="1941740" y="3592884"/>
                  </a:lnTo>
                  <a:lnTo>
                    <a:pt x="1914316" y="3693180"/>
                  </a:lnTo>
                  <a:lnTo>
                    <a:pt x="1887066" y="3789626"/>
                  </a:lnTo>
                  <a:lnTo>
                    <a:pt x="1859963" y="3882075"/>
                  </a:lnTo>
                  <a:lnTo>
                    <a:pt x="1832962" y="3970426"/>
                  </a:lnTo>
                  <a:lnTo>
                    <a:pt x="1806010" y="4054630"/>
                  </a:lnTo>
                  <a:lnTo>
                    <a:pt x="1779037" y="4134679"/>
                  </a:lnTo>
                  <a:lnTo>
                    <a:pt x="1751960" y="4210608"/>
                  </a:lnTo>
                  <a:lnTo>
                    <a:pt x="1724676" y="4282490"/>
                  </a:lnTo>
                  <a:lnTo>
                    <a:pt x="1719082" y="4296644"/>
                  </a:lnTo>
                  <a:lnTo>
                    <a:pt x="1677536" y="4395465"/>
                  </a:lnTo>
                  <a:lnTo>
                    <a:pt x="1634782" y="4485399"/>
                  </a:lnTo>
                  <a:lnTo>
                    <a:pt x="1590294" y="4566797"/>
                  </a:lnTo>
                  <a:lnTo>
                    <a:pt x="1543479" y="4640302"/>
                  </a:lnTo>
                  <a:lnTo>
                    <a:pt x="1493721" y="4706679"/>
                  </a:lnTo>
                  <a:lnTo>
                    <a:pt x="1440419" y="4766702"/>
                  </a:lnTo>
                  <a:lnTo>
                    <a:pt x="1383034" y="4821088"/>
                  </a:lnTo>
                  <a:lnTo>
                    <a:pt x="1321151" y="4870457"/>
                  </a:lnTo>
                  <a:lnTo>
                    <a:pt x="1254554" y="4915310"/>
                  </a:lnTo>
                  <a:lnTo>
                    <a:pt x="1183328" y="4956019"/>
                  </a:lnTo>
                  <a:lnTo>
                    <a:pt x="1107966" y="4992821"/>
                  </a:lnTo>
                  <a:lnTo>
                    <a:pt x="1029489" y="5025827"/>
                  </a:lnTo>
                  <a:lnTo>
                    <a:pt x="949518" y="5055044"/>
                  </a:lnTo>
                  <a:lnTo>
                    <a:pt x="870289" y="5080404"/>
                  </a:lnTo>
                  <a:lnTo>
                    <a:pt x="794536" y="5101824"/>
                  </a:lnTo>
                  <a:lnTo>
                    <a:pt x="725232" y="5119268"/>
                  </a:lnTo>
                  <a:lnTo>
                    <a:pt x="665186" y="5132810"/>
                  </a:lnTo>
                  <a:lnTo>
                    <a:pt x="616580" y="5142690"/>
                  </a:lnTo>
                  <a:lnTo>
                    <a:pt x="580546" y="5149322"/>
                  </a:lnTo>
                  <a:lnTo>
                    <a:pt x="556898" y="5153277"/>
                  </a:lnTo>
                  <a:lnTo>
                    <a:pt x="544088" y="5155232"/>
                  </a:lnTo>
                  <a:lnTo>
                    <a:pt x="539321" y="5155898"/>
                  </a:lnTo>
                  <a:lnTo>
                    <a:pt x="538736" y="5155973"/>
                  </a:lnTo>
                  <a:lnTo>
                    <a:pt x="0" y="5155973"/>
                  </a:lnTo>
                  <a:close/>
                </a:path>
              </a:pathLst>
            </a:custGeom>
            <a:solidFill>
              <a:srgbClr val="B8C4FE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84" name="pl2184"/>
            <p:cNvSpPr/>
            <p:nvPr/>
          </p:nvSpPr>
          <p:spPr>
            <a:xfrm>
              <a:off x="546595" y="1033572"/>
              <a:ext cx="8234974" cy="5155973"/>
            </a:xfrm>
            <a:custGeom>
              <a:avLst/>
              <a:pathLst>
                <a:path w="8234974" h="5155973">
                  <a:moveTo>
                    <a:pt x="0" y="5155973"/>
                  </a:moveTo>
                  <a:lnTo>
                    <a:pt x="538736" y="5155973"/>
                  </a:lnTo>
                  <a:lnTo>
                    <a:pt x="539572" y="5155864"/>
                  </a:lnTo>
                  <a:lnTo>
                    <a:pt x="545077" y="5155088"/>
                  </a:lnTo>
                  <a:lnTo>
                    <a:pt x="559000" y="5152942"/>
                  </a:lnTo>
                  <a:lnTo>
                    <a:pt x="584003" y="5148714"/>
                  </a:lnTo>
                  <a:lnTo>
                    <a:pt x="621484" y="5141739"/>
                  </a:lnTo>
                  <a:lnTo>
                    <a:pt x="671470" y="5131461"/>
                  </a:lnTo>
                  <a:lnTo>
                    <a:pt x="732694" y="5117483"/>
                  </a:lnTo>
                  <a:lnTo>
                    <a:pt x="802881" y="5099589"/>
                  </a:lnTo>
                  <a:lnTo>
                    <a:pt x="879178" y="5077717"/>
                  </a:lnTo>
                  <a:lnTo>
                    <a:pt x="958621" y="5051914"/>
                  </a:lnTo>
                  <a:lnTo>
                    <a:pt x="1038524" y="5022265"/>
                  </a:lnTo>
                  <a:lnTo>
                    <a:pt x="1116717" y="4988828"/>
                  </a:lnTo>
                  <a:lnTo>
                    <a:pt x="1191648" y="4951590"/>
                  </a:lnTo>
                  <a:lnTo>
                    <a:pt x="1262365" y="4910425"/>
                  </a:lnTo>
                  <a:lnTo>
                    <a:pt x="1328423" y="4865079"/>
                  </a:lnTo>
                  <a:lnTo>
                    <a:pt x="1389779" y="4815168"/>
                  </a:lnTo>
                  <a:lnTo>
                    <a:pt x="1446676" y="4760174"/>
                  </a:lnTo>
                  <a:lnTo>
                    <a:pt x="1499547" y="4699466"/>
                  </a:lnTo>
                  <a:lnTo>
                    <a:pt x="1548939" y="4632318"/>
                  </a:lnTo>
                  <a:lnTo>
                    <a:pt x="1595458" y="4557953"/>
                  </a:lnTo>
                  <a:lnTo>
                    <a:pt x="1639720" y="4475613"/>
                  </a:lnTo>
                  <a:lnTo>
                    <a:pt x="1682312" y="4384678"/>
                  </a:lnTo>
                  <a:lnTo>
                    <a:pt x="1719082" y="4296644"/>
                  </a:lnTo>
                  <a:lnTo>
                    <a:pt x="1746423" y="4225575"/>
                  </a:lnTo>
                  <a:lnTo>
                    <a:pt x="1773534" y="4150477"/>
                  </a:lnTo>
                  <a:lnTo>
                    <a:pt x="1800520" y="4071271"/>
                  </a:lnTo>
                  <a:lnTo>
                    <a:pt x="1827470" y="3987915"/>
                  </a:lnTo>
                  <a:lnTo>
                    <a:pt x="1854456" y="3900405"/>
                  </a:lnTo>
                  <a:lnTo>
                    <a:pt x="1881535" y="3808785"/>
                  </a:lnTo>
                  <a:lnTo>
                    <a:pt x="1908752" y="3713142"/>
                  </a:lnTo>
                  <a:lnTo>
                    <a:pt x="1936139" y="3613616"/>
                  </a:lnTo>
                  <a:lnTo>
                    <a:pt x="1963716" y="3510395"/>
                  </a:lnTo>
                  <a:lnTo>
                    <a:pt x="1991494" y="3403719"/>
                  </a:lnTo>
                  <a:lnTo>
                    <a:pt x="2019471" y="3293880"/>
                  </a:lnTo>
                  <a:lnTo>
                    <a:pt x="2047640" y="3181216"/>
                  </a:lnTo>
                  <a:lnTo>
                    <a:pt x="2075981" y="3066112"/>
                  </a:lnTo>
                  <a:lnTo>
                    <a:pt x="2104470" y="2948992"/>
                  </a:lnTo>
                  <a:lnTo>
                    <a:pt x="2133077" y="2830315"/>
                  </a:lnTo>
                  <a:lnTo>
                    <a:pt x="2161766" y="2710567"/>
                  </a:lnTo>
                  <a:lnTo>
                    <a:pt x="2190500" y="2590251"/>
                  </a:lnTo>
                  <a:lnTo>
                    <a:pt x="2219238" y="2469883"/>
                  </a:lnTo>
                  <a:lnTo>
                    <a:pt x="2247939" y="2349978"/>
                  </a:lnTo>
                  <a:lnTo>
                    <a:pt x="2276566" y="2231043"/>
                  </a:lnTo>
                  <a:lnTo>
                    <a:pt x="2305082" y="2113568"/>
                  </a:lnTo>
                  <a:lnTo>
                    <a:pt x="2333456" y="1998017"/>
                  </a:lnTo>
                  <a:lnTo>
                    <a:pt x="2361661" y="1884824"/>
                  </a:lnTo>
                  <a:lnTo>
                    <a:pt x="2389678" y="1774381"/>
                  </a:lnTo>
                  <a:lnTo>
                    <a:pt x="2417497" y="1667035"/>
                  </a:lnTo>
                  <a:lnTo>
                    <a:pt x="2445115" y="1563089"/>
                  </a:lnTo>
                  <a:lnTo>
                    <a:pt x="2472539" y="1462793"/>
                  </a:lnTo>
                  <a:lnTo>
                    <a:pt x="2499788" y="1366347"/>
                  </a:lnTo>
                  <a:lnTo>
                    <a:pt x="2526892" y="1273898"/>
                  </a:lnTo>
                  <a:lnTo>
                    <a:pt x="2553892" y="1185547"/>
                  </a:lnTo>
                  <a:lnTo>
                    <a:pt x="2580845" y="1101343"/>
                  </a:lnTo>
                  <a:lnTo>
                    <a:pt x="2607817" y="1021294"/>
                  </a:lnTo>
                  <a:lnTo>
                    <a:pt x="2634895" y="945365"/>
                  </a:lnTo>
                  <a:lnTo>
                    <a:pt x="2662179" y="873483"/>
                  </a:lnTo>
                  <a:lnTo>
                    <a:pt x="2667772" y="859328"/>
                  </a:lnTo>
                  <a:lnTo>
                    <a:pt x="2709318" y="760508"/>
                  </a:lnTo>
                  <a:lnTo>
                    <a:pt x="2752073" y="670573"/>
                  </a:lnTo>
                  <a:lnTo>
                    <a:pt x="2796561" y="589176"/>
                  </a:lnTo>
                  <a:lnTo>
                    <a:pt x="2843375" y="515671"/>
                  </a:lnTo>
                  <a:lnTo>
                    <a:pt x="2893133" y="449294"/>
                  </a:lnTo>
                  <a:lnTo>
                    <a:pt x="2946436" y="389270"/>
                  </a:lnTo>
                  <a:lnTo>
                    <a:pt x="3003821" y="334884"/>
                  </a:lnTo>
                  <a:lnTo>
                    <a:pt x="3065704" y="285516"/>
                  </a:lnTo>
                  <a:lnTo>
                    <a:pt x="3132300" y="240662"/>
                  </a:lnTo>
                  <a:lnTo>
                    <a:pt x="3203527" y="199954"/>
                  </a:lnTo>
                  <a:lnTo>
                    <a:pt x="3278888" y="163152"/>
                  </a:lnTo>
                  <a:lnTo>
                    <a:pt x="3357366" y="130146"/>
                  </a:lnTo>
                  <a:lnTo>
                    <a:pt x="3437336" y="100929"/>
                  </a:lnTo>
                  <a:lnTo>
                    <a:pt x="3516565" y="75569"/>
                  </a:lnTo>
                  <a:lnTo>
                    <a:pt x="3592318" y="54149"/>
                  </a:lnTo>
                  <a:lnTo>
                    <a:pt x="3661623" y="36705"/>
                  </a:lnTo>
                  <a:lnTo>
                    <a:pt x="3721669" y="23162"/>
                  </a:lnTo>
                  <a:lnTo>
                    <a:pt x="3770275" y="13283"/>
                  </a:lnTo>
                  <a:lnTo>
                    <a:pt x="3806309" y="6651"/>
                  </a:lnTo>
                  <a:lnTo>
                    <a:pt x="3829956" y="2695"/>
                  </a:lnTo>
                  <a:lnTo>
                    <a:pt x="3842767" y="741"/>
                  </a:lnTo>
                  <a:lnTo>
                    <a:pt x="3847533" y="75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8070" y="69"/>
                  </a:lnTo>
                  <a:lnTo>
                    <a:pt x="4396012" y="564"/>
                  </a:lnTo>
                  <a:lnTo>
                    <a:pt x="4415857" y="1932"/>
                  </a:lnTo>
                  <a:lnTo>
                    <a:pt x="4450897" y="4618"/>
                  </a:lnTo>
                  <a:lnTo>
                    <a:pt x="4502228" y="9015"/>
                  </a:lnTo>
                  <a:lnTo>
                    <a:pt x="4568712" y="15416"/>
                  </a:lnTo>
                  <a:lnTo>
                    <a:pt x="4647354" y="23987"/>
                  </a:lnTo>
                  <a:lnTo>
                    <a:pt x="4734065" y="34777"/>
                  </a:lnTo>
                  <a:lnTo>
                    <a:pt x="4824526" y="47759"/>
                  </a:lnTo>
                  <a:lnTo>
                    <a:pt x="4914910" y="62880"/>
                  </a:lnTo>
                  <a:lnTo>
                    <a:pt x="5002301" y="80114"/>
                  </a:lnTo>
                  <a:lnTo>
                    <a:pt x="5084803" y="99499"/>
                  </a:lnTo>
                  <a:lnTo>
                    <a:pt x="5161454" y="121160"/>
                  </a:lnTo>
                  <a:lnTo>
                    <a:pt x="5232024" y="145315"/>
                  </a:lnTo>
                  <a:lnTo>
                    <a:pt x="5296804" y="172278"/>
                  </a:lnTo>
                  <a:lnTo>
                    <a:pt x="5356417" y="202449"/>
                  </a:lnTo>
                  <a:lnTo>
                    <a:pt x="5411676" y="236290"/>
                  </a:lnTo>
                  <a:lnTo>
                    <a:pt x="5463474" y="274295"/>
                  </a:lnTo>
                  <a:lnTo>
                    <a:pt x="5512703" y="316920"/>
                  </a:lnTo>
                  <a:lnTo>
                    <a:pt x="5560176" y="364467"/>
                  </a:lnTo>
                  <a:lnTo>
                    <a:pt x="5567201" y="372043"/>
                  </a:lnTo>
                  <a:lnTo>
                    <a:pt x="5605989" y="416299"/>
                  </a:lnTo>
                  <a:lnTo>
                    <a:pt x="5644403" y="464110"/>
                  </a:lnTo>
                  <a:lnTo>
                    <a:pt x="5682716" y="515545"/>
                  </a:lnTo>
                  <a:lnTo>
                    <a:pt x="5721131" y="570604"/>
                  </a:lnTo>
                  <a:lnTo>
                    <a:pt x="5759798" y="629207"/>
                  </a:lnTo>
                  <a:lnTo>
                    <a:pt x="5798811" y="691188"/>
                  </a:lnTo>
                  <a:lnTo>
                    <a:pt x="5838221" y="756291"/>
                  </a:lnTo>
                  <a:lnTo>
                    <a:pt x="5878033" y="824172"/>
                  </a:lnTo>
                  <a:lnTo>
                    <a:pt x="5918218" y="894400"/>
                  </a:lnTo>
                  <a:lnTo>
                    <a:pt x="5958712" y="966468"/>
                  </a:lnTo>
                  <a:lnTo>
                    <a:pt x="5999430" y="1039807"/>
                  </a:lnTo>
                  <a:lnTo>
                    <a:pt x="6040264" y="1113803"/>
                  </a:lnTo>
                  <a:lnTo>
                    <a:pt x="6081102" y="1187820"/>
                  </a:lnTo>
                  <a:lnTo>
                    <a:pt x="6121830" y="1261218"/>
                  </a:lnTo>
                  <a:lnTo>
                    <a:pt x="6162341" y="1333383"/>
                  </a:lnTo>
                  <a:lnTo>
                    <a:pt x="6202548" y="1403742"/>
                  </a:lnTo>
                  <a:lnTo>
                    <a:pt x="6242385" y="1471784"/>
                  </a:lnTo>
                  <a:lnTo>
                    <a:pt x="6281820" y="1537073"/>
                  </a:lnTo>
                  <a:lnTo>
                    <a:pt x="6320857" y="1599258"/>
                  </a:lnTo>
                  <a:lnTo>
                    <a:pt x="6359543" y="1658079"/>
                  </a:lnTo>
                  <a:lnTo>
                    <a:pt x="6397970" y="1713363"/>
                  </a:lnTo>
                  <a:lnTo>
                    <a:pt x="6436284" y="1765026"/>
                  </a:lnTo>
                  <a:lnTo>
                    <a:pt x="6474685" y="1813063"/>
                  </a:lnTo>
                  <a:lnTo>
                    <a:pt x="6513439" y="1857540"/>
                  </a:lnTo>
                  <a:lnTo>
                    <a:pt x="6515891" y="1860215"/>
                  </a:lnTo>
                  <a:lnTo>
                    <a:pt x="6563161" y="1908510"/>
                  </a:lnTo>
                  <a:lnTo>
                    <a:pt x="6612077" y="1951862"/>
                  </a:lnTo>
                  <a:lnTo>
                    <a:pt x="6663433" y="1990534"/>
                  </a:lnTo>
                  <a:lnTo>
                    <a:pt x="6718114" y="2024970"/>
                  </a:lnTo>
                  <a:lnTo>
                    <a:pt x="6777018" y="2055661"/>
                  </a:lnTo>
                  <a:lnTo>
                    <a:pt x="6840976" y="2083079"/>
                  </a:lnTo>
                  <a:lnTo>
                    <a:pt x="6910647" y="2107634"/>
                  </a:lnTo>
                  <a:lnTo>
                    <a:pt x="6986383" y="2129653"/>
                  </a:lnTo>
                  <a:lnTo>
                    <a:pt x="7068047" y="2149370"/>
                  </a:lnTo>
                  <a:lnTo>
                    <a:pt x="7154799" y="2166923"/>
                  </a:lnTo>
                  <a:lnTo>
                    <a:pt x="7244895" y="2182362"/>
                  </a:lnTo>
                  <a:lnTo>
                    <a:pt x="7335570" y="2195669"/>
                  </a:lnTo>
                  <a:lnTo>
                    <a:pt x="7423114" y="2206791"/>
                  </a:lnTo>
                  <a:lnTo>
                    <a:pt x="7503246" y="2215695"/>
                  </a:lnTo>
                  <a:lnTo>
                    <a:pt x="7571784" y="2222414"/>
                  </a:lnTo>
                  <a:lnTo>
                    <a:pt x="7625518" y="2227097"/>
                  </a:lnTo>
                  <a:lnTo>
                    <a:pt x="7662992" y="2230017"/>
                  </a:lnTo>
                  <a:lnTo>
                    <a:pt x="7684962" y="2231556"/>
                  </a:lnTo>
                  <a:lnTo>
                    <a:pt x="7694404" y="2232153"/>
                  </a:lnTo>
                  <a:lnTo>
                    <a:pt x="7696233" y="2232258"/>
                  </a:lnTo>
                  <a:lnTo>
                    <a:pt x="7696237" y="2232259"/>
                  </a:lnTo>
                  <a:lnTo>
                    <a:pt x="8234974" y="2232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5" name="pl2185"/>
            <p:cNvSpPr/>
            <p:nvPr/>
          </p:nvSpPr>
          <p:spPr>
            <a:xfrm>
              <a:off x="546595" y="1028128"/>
              <a:ext cx="8234974" cy="5155973"/>
            </a:xfrm>
            <a:custGeom>
              <a:avLst/>
              <a:pathLst>
                <a:path w="8234974" h="5155973">
                  <a:moveTo>
                    <a:pt x="8234974" y="2232259"/>
                  </a:moveTo>
                  <a:lnTo>
                    <a:pt x="7696237" y="2232259"/>
                  </a:lnTo>
                  <a:lnTo>
                    <a:pt x="7695022" y="2232189"/>
                  </a:lnTo>
                  <a:lnTo>
                    <a:pt x="7687081" y="2231694"/>
                  </a:lnTo>
                  <a:lnTo>
                    <a:pt x="7667235" y="2230326"/>
                  </a:lnTo>
                  <a:lnTo>
                    <a:pt x="7632196" y="2227640"/>
                  </a:lnTo>
                  <a:lnTo>
                    <a:pt x="7580864" y="2223243"/>
                  </a:lnTo>
                  <a:lnTo>
                    <a:pt x="7514380" y="2216842"/>
                  </a:lnTo>
                  <a:lnTo>
                    <a:pt x="7435738" y="2208271"/>
                  </a:lnTo>
                  <a:lnTo>
                    <a:pt x="7349027" y="2197481"/>
                  </a:lnTo>
                  <a:lnTo>
                    <a:pt x="7258567" y="2184499"/>
                  </a:lnTo>
                  <a:lnTo>
                    <a:pt x="7168182" y="2169378"/>
                  </a:lnTo>
                  <a:lnTo>
                    <a:pt x="7080792" y="2152144"/>
                  </a:lnTo>
                  <a:lnTo>
                    <a:pt x="6998290" y="2132759"/>
                  </a:lnTo>
                  <a:lnTo>
                    <a:pt x="6921639" y="2111098"/>
                  </a:lnTo>
                  <a:lnTo>
                    <a:pt x="6851069" y="2086943"/>
                  </a:lnTo>
                  <a:lnTo>
                    <a:pt x="6786289" y="2059980"/>
                  </a:lnTo>
                  <a:lnTo>
                    <a:pt x="6726676" y="2029809"/>
                  </a:lnTo>
                  <a:lnTo>
                    <a:pt x="6671417" y="1995968"/>
                  </a:lnTo>
                  <a:lnTo>
                    <a:pt x="6619619" y="1957963"/>
                  </a:lnTo>
                  <a:lnTo>
                    <a:pt x="6570389" y="1915338"/>
                  </a:lnTo>
                  <a:lnTo>
                    <a:pt x="6522917" y="1867791"/>
                  </a:lnTo>
                  <a:lnTo>
                    <a:pt x="6515891" y="1860215"/>
                  </a:lnTo>
                  <a:lnTo>
                    <a:pt x="6477104" y="1815959"/>
                  </a:lnTo>
                  <a:lnTo>
                    <a:pt x="6438689" y="1768148"/>
                  </a:lnTo>
                  <a:lnTo>
                    <a:pt x="6400377" y="1716713"/>
                  </a:lnTo>
                  <a:lnTo>
                    <a:pt x="6361961" y="1661654"/>
                  </a:lnTo>
                  <a:lnTo>
                    <a:pt x="6323295" y="1603051"/>
                  </a:lnTo>
                  <a:lnTo>
                    <a:pt x="6284281" y="1541070"/>
                  </a:lnTo>
                  <a:lnTo>
                    <a:pt x="6244872" y="1475967"/>
                  </a:lnTo>
                  <a:lnTo>
                    <a:pt x="6205059" y="1408086"/>
                  </a:lnTo>
                  <a:lnTo>
                    <a:pt x="6164875" y="1337858"/>
                  </a:lnTo>
                  <a:lnTo>
                    <a:pt x="6124380" y="1265790"/>
                  </a:lnTo>
                  <a:lnTo>
                    <a:pt x="6083663" y="1192451"/>
                  </a:lnTo>
                  <a:lnTo>
                    <a:pt x="6042828" y="1118455"/>
                  </a:lnTo>
                  <a:lnTo>
                    <a:pt x="6001990" y="1044438"/>
                  </a:lnTo>
                  <a:lnTo>
                    <a:pt x="5961263" y="971040"/>
                  </a:lnTo>
                  <a:lnTo>
                    <a:pt x="5920751" y="898875"/>
                  </a:lnTo>
                  <a:lnTo>
                    <a:pt x="5880545" y="828516"/>
                  </a:lnTo>
                  <a:lnTo>
                    <a:pt x="5840708" y="760474"/>
                  </a:lnTo>
                  <a:lnTo>
                    <a:pt x="5801273" y="695185"/>
                  </a:lnTo>
                  <a:lnTo>
                    <a:pt x="5762235" y="633000"/>
                  </a:lnTo>
                  <a:lnTo>
                    <a:pt x="5723550" y="574180"/>
                  </a:lnTo>
                  <a:lnTo>
                    <a:pt x="5685122" y="518895"/>
                  </a:lnTo>
                  <a:lnTo>
                    <a:pt x="5646809" y="467232"/>
                  </a:lnTo>
                  <a:lnTo>
                    <a:pt x="5608407" y="419195"/>
                  </a:lnTo>
                  <a:lnTo>
                    <a:pt x="5569653" y="374718"/>
                  </a:lnTo>
                  <a:lnTo>
                    <a:pt x="5567201" y="372043"/>
                  </a:lnTo>
                  <a:lnTo>
                    <a:pt x="5519932" y="323748"/>
                  </a:lnTo>
                  <a:lnTo>
                    <a:pt x="5471015" y="280396"/>
                  </a:lnTo>
                  <a:lnTo>
                    <a:pt x="5419659" y="241724"/>
                  </a:lnTo>
                  <a:lnTo>
                    <a:pt x="5364978" y="207288"/>
                  </a:lnTo>
                  <a:lnTo>
                    <a:pt x="5306074" y="176597"/>
                  </a:lnTo>
                  <a:lnTo>
                    <a:pt x="5242117" y="149179"/>
                  </a:lnTo>
                  <a:lnTo>
                    <a:pt x="5172446" y="124624"/>
                  </a:lnTo>
                  <a:lnTo>
                    <a:pt x="5096709" y="102605"/>
                  </a:lnTo>
                  <a:lnTo>
                    <a:pt x="5015045" y="82888"/>
                  </a:lnTo>
                  <a:lnTo>
                    <a:pt x="4928293" y="65335"/>
                  </a:lnTo>
                  <a:lnTo>
                    <a:pt x="4838197" y="49896"/>
                  </a:lnTo>
                  <a:lnTo>
                    <a:pt x="4747523" y="36589"/>
                  </a:lnTo>
                  <a:lnTo>
                    <a:pt x="4659978" y="25467"/>
                  </a:lnTo>
                  <a:lnTo>
                    <a:pt x="4579847" y="16563"/>
                  </a:lnTo>
                  <a:lnTo>
                    <a:pt x="4511308" y="9844"/>
                  </a:lnTo>
                  <a:lnTo>
                    <a:pt x="4457574" y="5161"/>
                  </a:lnTo>
                  <a:lnTo>
                    <a:pt x="4420100" y="2241"/>
                  </a:lnTo>
                  <a:lnTo>
                    <a:pt x="4398131" y="702"/>
                  </a:lnTo>
                  <a:lnTo>
                    <a:pt x="4388688" y="105"/>
                  </a:lnTo>
                  <a:lnTo>
                    <a:pt x="4386859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83" y="108"/>
                  </a:lnTo>
                  <a:lnTo>
                    <a:pt x="3841778" y="885"/>
                  </a:lnTo>
                  <a:lnTo>
                    <a:pt x="3827854" y="3031"/>
                  </a:lnTo>
                  <a:lnTo>
                    <a:pt x="3802851" y="7259"/>
                  </a:lnTo>
                  <a:lnTo>
                    <a:pt x="3765371" y="14233"/>
                  </a:lnTo>
                  <a:lnTo>
                    <a:pt x="3715385" y="24512"/>
                  </a:lnTo>
                  <a:lnTo>
                    <a:pt x="3654160" y="38489"/>
                  </a:lnTo>
                  <a:lnTo>
                    <a:pt x="3583974" y="56384"/>
                  </a:lnTo>
                  <a:lnTo>
                    <a:pt x="3507677" y="78255"/>
                  </a:lnTo>
                  <a:lnTo>
                    <a:pt x="3428233" y="104059"/>
                  </a:lnTo>
                  <a:lnTo>
                    <a:pt x="3348331" y="133708"/>
                  </a:lnTo>
                  <a:lnTo>
                    <a:pt x="3270138" y="167145"/>
                  </a:lnTo>
                  <a:lnTo>
                    <a:pt x="3195206" y="204383"/>
                  </a:lnTo>
                  <a:lnTo>
                    <a:pt x="3124490" y="245548"/>
                  </a:lnTo>
                  <a:lnTo>
                    <a:pt x="3058431" y="290893"/>
                  </a:lnTo>
                  <a:lnTo>
                    <a:pt x="2997075" y="340805"/>
                  </a:lnTo>
                  <a:lnTo>
                    <a:pt x="2940178" y="395799"/>
                  </a:lnTo>
                  <a:lnTo>
                    <a:pt x="2887308" y="456507"/>
                  </a:lnTo>
                  <a:lnTo>
                    <a:pt x="2837915" y="523655"/>
                  </a:lnTo>
                  <a:lnTo>
                    <a:pt x="2791396" y="598020"/>
                  </a:lnTo>
                  <a:lnTo>
                    <a:pt x="2747134" y="680360"/>
                  </a:lnTo>
                  <a:lnTo>
                    <a:pt x="2704542" y="771295"/>
                  </a:lnTo>
                  <a:lnTo>
                    <a:pt x="2667772" y="859328"/>
                  </a:lnTo>
                  <a:lnTo>
                    <a:pt x="2640432" y="930398"/>
                  </a:lnTo>
                  <a:lnTo>
                    <a:pt x="2613321" y="1005496"/>
                  </a:lnTo>
                  <a:lnTo>
                    <a:pt x="2586334" y="1084702"/>
                  </a:lnTo>
                  <a:lnTo>
                    <a:pt x="2559384" y="1168058"/>
                  </a:lnTo>
                  <a:lnTo>
                    <a:pt x="2532398" y="1255568"/>
                  </a:lnTo>
                  <a:lnTo>
                    <a:pt x="2505319" y="1347188"/>
                  </a:lnTo>
                  <a:lnTo>
                    <a:pt x="2478103" y="1442831"/>
                  </a:lnTo>
                  <a:lnTo>
                    <a:pt x="2450716" y="1542357"/>
                  </a:lnTo>
                  <a:lnTo>
                    <a:pt x="2423138" y="1645578"/>
                  </a:lnTo>
                  <a:lnTo>
                    <a:pt x="2395361" y="1752254"/>
                  </a:lnTo>
                  <a:lnTo>
                    <a:pt x="2367383" y="1862093"/>
                  </a:lnTo>
                  <a:lnTo>
                    <a:pt x="2339215" y="1974757"/>
                  </a:lnTo>
                  <a:lnTo>
                    <a:pt x="2310874" y="2089861"/>
                  </a:lnTo>
                  <a:lnTo>
                    <a:pt x="2282385" y="2206981"/>
                  </a:lnTo>
                  <a:lnTo>
                    <a:pt x="2253778" y="2325657"/>
                  </a:lnTo>
                  <a:lnTo>
                    <a:pt x="2225088" y="2445406"/>
                  </a:lnTo>
                  <a:lnTo>
                    <a:pt x="2196355" y="2565721"/>
                  </a:lnTo>
                  <a:lnTo>
                    <a:pt x="2167617" y="2686090"/>
                  </a:lnTo>
                  <a:lnTo>
                    <a:pt x="2138915" y="2805995"/>
                  </a:lnTo>
                  <a:lnTo>
                    <a:pt x="2110288" y="2924930"/>
                  </a:lnTo>
                  <a:lnTo>
                    <a:pt x="2081772" y="3042405"/>
                  </a:lnTo>
                  <a:lnTo>
                    <a:pt x="2053399" y="3157955"/>
                  </a:lnTo>
                  <a:lnTo>
                    <a:pt x="2025194" y="3271149"/>
                  </a:lnTo>
                  <a:lnTo>
                    <a:pt x="1997176" y="3381592"/>
                  </a:lnTo>
                  <a:lnTo>
                    <a:pt x="1969358" y="3488938"/>
                  </a:lnTo>
                  <a:lnTo>
                    <a:pt x="1941740" y="3592884"/>
                  </a:lnTo>
                  <a:lnTo>
                    <a:pt x="1914316" y="3693180"/>
                  </a:lnTo>
                  <a:lnTo>
                    <a:pt x="1887066" y="3789626"/>
                  </a:lnTo>
                  <a:lnTo>
                    <a:pt x="1859963" y="3882075"/>
                  </a:lnTo>
                  <a:lnTo>
                    <a:pt x="1832962" y="3970426"/>
                  </a:lnTo>
                  <a:lnTo>
                    <a:pt x="1806010" y="4054630"/>
                  </a:lnTo>
                  <a:lnTo>
                    <a:pt x="1779037" y="4134679"/>
                  </a:lnTo>
                  <a:lnTo>
                    <a:pt x="1751960" y="4210608"/>
                  </a:lnTo>
                  <a:lnTo>
                    <a:pt x="1724676" y="4282490"/>
                  </a:lnTo>
                  <a:lnTo>
                    <a:pt x="1719082" y="4296644"/>
                  </a:lnTo>
                  <a:lnTo>
                    <a:pt x="1677536" y="4395465"/>
                  </a:lnTo>
                  <a:lnTo>
                    <a:pt x="1634782" y="4485399"/>
                  </a:lnTo>
                  <a:lnTo>
                    <a:pt x="1590294" y="4566797"/>
                  </a:lnTo>
                  <a:lnTo>
                    <a:pt x="1543479" y="4640302"/>
                  </a:lnTo>
                  <a:lnTo>
                    <a:pt x="1493721" y="4706679"/>
                  </a:lnTo>
                  <a:lnTo>
                    <a:pt x="1440419" y="4766702"/>
                  </a:lnTo>
                  <a:lnTo>
                    <a:pt x="1383034" y="4821088"/>
                  </a:lnTo>
                  <a:lnTo>
                    <a:pt x="1321151" y="4870457"/>
                  </a:lnTo>
                  <a:lnTo>
                    <a:pt x="1254554" y="4915310"/>
                  </a:lnTo>
                  <a:lnTo>
                    <a:pt x="1183328" y="4956019"/>
                  </a:lnTo>
                  <a:lnTo>
                    <a:pt x="1107966" y="4992821"/>
                  </a:lnTo>
                  <a:lnTo>
                    <a:pt x="1029489" y="5025827"/>
                  </a:lnTo>
                  <a:lnTo>
                    <a:pt x="949518" y="5055044"/>
                  </a:lnTo>
                  <a:lnTo>
                    <a:pt x="870289" y="5080404"/>
                  </a:lnTo>
                  <a:lnTo>
                    <a:pt x="794536" y="5101824"/>
                  </a:lnTo>
                  <a:lnTo>
                    <a:pt x="725232" y="5119268"/>
                  </a:lnTo>
                  <a:lnTo>
                    <a:pt x="665186" y="5132810"/>
                  </a:lnTo>
                  <a:lnTo>
                    <a:pt x="616580" y="5142690"/>
                  </a:lnTo>
                  <a:lnTo>
                    <a:pt x="580546" y="5149322"/>
                  </a:lnTo>
                  <a:lnTo>
                    <a:pt x="556898" y="5153277"/>
                  </a:lnTo>
                  <a:lnTo>
                    <a:pt x="544088" y="5155232"/>
                  </a:lnTo>
                  <a:lnTo>
                    <a:pt x="539321" y="5155898"/>
                  </a:lnTo>
                  <a:lnTo>
                    <a:pt x="538736" y="5155973"/>
                  </a:lnTo>
                  <a:lnTo>
                    <a:pt x="0" y="51559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6" name="pg2186"/>
            <p:cNvSpPr/>
            <p:nvPr/>
          </p:nvSpPr>
          <p:spPr>
            <a:xfrm>
              <a:off x="546595" y="1806696"/>
              <a:ext cx="8234974" cy="4388294"/>
            </a:xfrm>
            <a:custGeom>
              <a:avLst/>
              <a:pathLst>
                <a:path w="8234974" h="4388294">
                  <a:moveTo>
                    <a:pt x="0" y="4388294"/>
                  </a:moveTo>
                  <a:lnTo>
                    <a:pt x="538736" y="4388294"/>
                  </a:lnTo>
                  <a:lnTo>
                    <a:pt x="539633" y="4388194"/>
                  </a:lnTo>
                  <a:lnTo>
                    <a:pt x="545535" y="4387484"/>
                  </a:lnTo>
                  <a:lnTo>
                    <a:pt x="560432" y="4385521"/>
                  </a:lnTo>
                  <a:lnTo>
                    <a:pt x="587105" y="4381655"/>
                  </a:lnTo>
                  <a:lnTo>
                    <a:pt x="626934" y="4375286"/>
                  </a:lnTo>
                  <a:lnTo>
                    <a:pt x="679788" y="4365918"/>
                  </a:lnTo>
                  <a:lnTo>
                    <a:pt x="744139" y="4353213"/>
                  </a:lnTo>
                  <a:lnTo>
                    <a:pt x="817410" y="4336995"/>
                  </a:lnTo>
                  <a:lnTo>
                    <a:pt x="896479" y="4317233"/>
                  </a:lnTo>
                  <a:lnTo>
                    <a:pt x="978197" y="4293979"/>
                  </a:lnTo>
                  <a:lnTo>
                    <a:pt x="1059785" y="4267310"/>
                  </a:lnTo>
                  <a:lnTo>
                    <a:pt x="1139080" y="4237268"/>
                  </a:lnTo>
                  <a:lnTo>
                    <a:pt x="1214600" y="4203811"/>
                  </a:lnTo>
                  <a:lnTo>
                    <a:pt x="1285497" y="4166792"/>
                  </a:lnTo>
                  <a:lnTo>
                    <a:pt x="1351451" y="4125939"/>
                  </a:lnTo>
                  <a:lnTo>
                    <a:pt x="1412535" y="4080856"/>
                  </a:lnTo>
                  <a:lnTo>
                    <a:pt x="1469099" y="4031030"/>
                  </a:lnTo>
                  <a:lnTo>
                    <a:pt x="1521665" y="3975846"/>
                  </a:lnTo>
                  <a:lnTo>
                    <a:pt x="1570857" y="3914613"/>
                  </a:lnTo>
                  <a:lnTo>
                    <a:pt x="1617334" y="3846622"/>
                  </a:lnTo>
                  <a:lnTo>
                    <a:pt x="1661750" y="3771223"/>
                  </a:lnTo>
                  <a:lnTo>
                    <a:pt x="1704704" y="3687971"/>
                  </a:lnTo>
                  <a:lnTo>
                    <a:pt x="1719082" y="3657819"/>
                  </a:lnTo>
                  <a:lnTo>
                    <a:pt x="1748527" y="3592590"/>
                  </a:lnTo>
                  <a:lnTo>
                    <a:pt x="1777715" y="3523380"/>
                  </a:lnTo>
                  <a:lnTo>
                    <a:pt x="1806776" y="3450108"/>
                  </a:lnTo>
                  <a:lnTo>
                    <a:pt x="1835816" y="3372737"/>
                  </a:lnTo>
                  <a:lnTo>
                    <a:pt x="1864918" y="3291276"/>
                  </a:lnTo>
                  <a:lnTo>
                    <a:pt x="1894151" y="3205789"/>
                  </a:lnTo>
                  <a:lnTo>
                    <a:pt x="1923562" y="3116390"/>
                  </a:lnTo>
                  <a:lnTo>
                    <a:pt x="1953185" y="3023255"/>
                  </a:lnTo>
                  <a:lnTo>
                    <a:pt x="1983038" y="2926616"/>
                  </a:lnTo>
                  <a:lnTo>
                    <a:pt x="2013124" y="2826764"/>
                  </a:lnTo>
                  <a:lnTo>
                    <a:pt x="2043434" y="2724046"/>
                  </a:lnTo>
                  <a:lnTo>
                    <a:pt x="2073948" y="2618861"/>
                  </a:lnTo>
                  <a:lnTo>
                    <a:pt x="2104637" y="2511657"/>
                  </a:lnTo>
                  <a:lnTo>
                    <a:pt x="2135462" y="2402920"/>
                  </a:lnTo>
                  <a:lnTo>
                    <a:pt x="2166379" y="2293166"/>
                  </a:lnTo>
                  <a:lnTo>
                    <a:pt x="2197340" y="2182934"/>
                  </a:lnTo>
                  <a:lnTo>
                    <a:pt x="2228294" y="2072771"/>
                  </a:lnTo>
                  <a:lnTo>
                    <a:pt x="2259192" y="1963224"/>
                  </a:lnTo>
                  <a:lnTo>
                    <a:pt x="2289987" y="1854827"/>
                  </a:lnTo>
                  <a:lnTo>
                    <a:pt x="2320635" y="1748088"/>
                  </a:lnTo>
                  <a:lnTo>
                    <a:pt x="2351100" y="1643487"/>
                  </a:lnTo>
                  <a:lnTo>
                    <a:pt x="2381355" y="1541457"/>
                  </a:lnTo>
                  <a:lnTo>
                    <a:pt x="2411382" y="1442386"/>
                  </a:lnTo>
                  <a:lnTo>
                    <a:pt x="2441176" y="1346607"/>
                  </a:lnTo>
                  <a:lnTo>
                    <a:pt x="2470743" y="1254397"/>
                  </a:lnTo>
                  <a:lnTo>
                    <a:pt x="2500106" y="1165973"/>
                  </a:lnTo>
                  <a:lnTo>
                    <a:pt x="2529300" y="1081494"/>
                  </a:lnTo>
                  <a:lnTo>
                    <a:pt x="2558380" y="1001063"/>
                  </a:lnTo>
                  <a:lnTo>
                    <a:pt x="2587416" y="924729"/>
                  </a:lnTo>
                  <a:lnTo>
                    <a:pt x="2616498" y="852488"/>
                  </a:lnTo>
                  <a:lnTo>
                    <a:pt x="2645738" y="784293"/>
                  </a:lnTo>
                  <a:lnTo>
                    <a:pt x="2667772" y="735919"/>
                  </a:lnTo>
                  <a:lnTo>
                    <a:pt x="2710347" y="649959"/>
                  </a:lnTo>
                  <a:lnTo>
                    <a:pt x="2754202" y="571921"/>
                  </a:lnTo>
                  <a:lnTo>
                    <a:pt x="2799906" y="501474"/>
                  </a:lnTo>
                  <a:lnTo>
                    <a:pt x="2848099" y="438020"/>
                  </a:lnTo>
                  <a:lnTo>
                    <a:pt x="2899444" y="380857"/>
                  </a:lnTo>
                  <a:lnTo>
                    <a:pt x="2954582" y="329281"/>
                  </a:lnTo>
                  <a:lnTo>
                    <a:pt x="3014078" y="282646"/>
                  </a:lnTo>
                  <a:lnTo>
                    <a:pt x="3078350" y="240404"/>
                  </a:lnTo>
                  <a:lnTo>
                    <a:pt x="3147578" y="202117"/>
                  </a:lnTo>
                  <a:lnTo>
                    <a:pt x="3221590" y="167470"/>
                  </a:lnTo>
                  <a:lnTo>
                    <a:pt x="3299732" y="136275"/>
                  </a:lnTo>
                  <a:lnTo>
                    <a:pt x="3380749" y="108457"/>
                  </a:lnTo>
                  <a:lnTo>
                    <a:pt x="3462707" y="84033"/>
                  </a:lnTo>
                  <a:lnTo>
                    <a:pt x="3543020" y="63073"/>
                  </a:lnTo>
                  <a:lnTo>
                    <a:pt x="3618626" y="45647"/>
                  </a:lnTo>
                  <a:lnTo>
                    <a:pt x="3686341" y="31758"/>
                  </a:lnTo>
                  <a:lnTo>
                    <a:pt x="3743342" y="21284"/>
                  </a:lnTo>
                  <a:lnTo>
                    <a:pt x="3787694" y="13942"/>
                  </a:lnTo>
                  <a:lnTo>
                    <a:pt x="3818765" y="9288"/>
                  </a:lnTo>
                  <a:lnTo>
                    <a:pt x="3837425" y="6749"/>
                  </a:lnTo>
                  <a:lnTo>
                    <a:pt x="3845998" y="5685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776" y="5539"/>
                  </a:lnTo>
                  <a:lnTo>
                    <a:pt x="4393831" y="6219"/>
                  </a:lnTo>
                  <a:lnTo>
                    <a:pt x="4409103" y="8098"/>
                  </a:lnTo>
                  <a:lnTo>
                    <a:pt x="4436417" y="11798"/>
                  </a:lnTo>
                  <a:lnTo>
                    <a:pt x="4477142" y="17891"/>
                  </a:lnTo>
                  <a:lnTo>
                    <a:pt x="4531083" y="26844"/>
                  </a:lnTo>
                  <a:lnTo>
                    <a:pt x="4596607" y="38976"/>
                  </a:lnTo>
                  <a:lnTo>
                    <a:pt x="4671023" y="54444"/>
                  </a:lnTo>
                  <a:lnTo>
                    <a:pt x="4751108" y="73272"/>
                  </a:lnTo>
                  <a:lnTo>
                    <a:pt x="4833643" y="95406"/>
                  </a:lnTo>
                  <a:lnTo>
                    <a:pt x="4915824" y="120772"/>
                  </a:lnTo>
                  <a:lnTo>
                    <a:pt x="4995492" y="149338"/>
                  </a:lnTo>
                  <a:lnTo>
                    <a:pt x="5071196" y="181152"/>
                  </a:lnTo>
                  <a:lnTo>
                    <a:pt x="5142133" y="216369"/>
                  </a:lnTo>
                  <a:lnTo>
                    <a:pt x="5208028" y="255262"/>
                  </a:lnTo>
                  <a:lnTo>
                    <a:pt x="5269001" y="298226"/>
                  </a:lnTo>
                  <a:lnTo>
                    <a:pt x="5325440" y="345767"/>
                  </a:lnTo>
                  <a:lnTo>
                    <a:pt x="5377901" y="398485"/>
                  </a:lnTo>
                  <a:lnTo>
                    <a:pt x="5427034" y="457047"/>
                  </a:lnTo>
                  <a:lnTo>
                    <a:pt x="5473518" y="522131"/>
                  </a:lnTo>
                  <a:lnTo>
                    <a:pt x="5518019" y="594335"/>
                  </a:lnTo>
                  <a:lnTo>
                    <a:pt x="5561134" y="674028"/>
                  </a:lnTo>
                  <a:lnTo>
                    <a:pt x="5567201" y="686011"/>
                  </a:lnTo>
                  <a:lnTo>
                    <a:pt x="5597592" y="748807"/>
                  </a:lnTo>
                  <a:lnTo>
                    <a:pt x="5627714" y="815559"/>
                  </a:lnTo>
                  <a:lnTo>
                    <a:pt x="5657708" y="886348"/>
                  </a:lnTo>
                  <a:lnTo>
                    <a:pt x="5687689" y="961207"/>
                  </a:lnTo>
                  <a:lnTo>
                    <a:pt x="5717747" y="1040120"/>
                  </a:lnTo>
                  <a:lnTo>
                    <a:pt x="5747954" y="1123017"/>
                  </a:lnTo>
                  <a:lnTo>
                    <a:pt x="5778359" y="1209767"/>
                  </a:lnTo>
                  <a:lnTo>
                    <a:pt x="5808995" y="1300179"/>
                  </a:lnTo>
                  <a:lnTo>
                    <a:pt x="5839878" y="1394001"/>
                  </a:lnTo>
                  <a:lnTo>
                    <a:pt x="5871008" y="1490918"/>
                  </a:lnTo>
                  <a:lnTo>
                    <a:pt x="5902371" y="1590558"/>
                  </a:lnTo>
                  <a:lnTo>
                    <a:pt x="5933942" y="1692493"/>
                  </a:lnTo>
                  <a:lnTo>
                    <a:pt x="5965684" y="1796251"/>
                  </a:lnTo>
                  <a:lnTo>
                    <a:pt x="5997551" y="1901318"/>
                  </a:lnTo>
                  <a:lnTo>
                    <a:pt x="6029494" y="2007155"/>
                  </a:lnTo>
                  <a:lnTo>
                    <a:pt x="6061458" y="2113204"/>
                  </a:lnTo>
                  <a:lnTo>
                    <a:pt x="6093387" y="2218902"/>
                  </a:lnTo>
                  <a:lnTo>
                    <a:pt x="6125229" y="2323697"/>
                  </a:lnTo>
                  <a:lnTo>
                    <a:pt x="6156932" y="2427052"/>
                  </a:lnTo>
                  <a:lnTo>
                    <a:pt x="6188455" y="2528465"/>
                  </a:lnTo>
                  <a:lnTo>
                    <a:pt x="6219763" y="2627473"/>
                  </a:lnTo>
                  <a:lnTo>
                    <a:pt x="6250833" y="2723662"/>
                  </a:lnTo>
                  <a:lnTo>
                    <a:pt x="6281654" y="2816672"/>
                  </a:lnTo>
                  <a:lnTo>
                    <a:pt x="6312232" y="2906205"/>
                  </a:lnTo>
                  <a:lnTo>
                    <a:pt x="6342584" y="2992022"/>
                  </a:lnTo>
                  <a:lnTo>
                    <a:pt x="6372749" y="3073949"/>
                  </a:lnTo>
                  <a:lnTo>
                    <a:pt x="6402781" y="3151870"/>
                  </a:lnTo>
                  <a:lnTo>
                    <a:pt x="6432756" y="3225727"/>
                  </a:lnTo>
                  <a:lnTo>
                    <a:pt x="6462770" y="3295518"/>
                  </a:lnTo>
                  <a:lnTo>
                    <a:pt x="6492944" y="3361288"/>
                  </a:lnTo>
                  <a:lnTo>
                    <a:pt x="6515891" y="3408278"/>
                  </a:lnTo>
                  <a:lnTo>
                    <a:pt x="6558851" y="3489047"/>
                  </a:lnTo>
                  <a:lnTo>
                    <a:pt x="6603119" y="3562304"/>
                  </a:lnTo>
                  <a:lnTo>
                    <a:pt x="6649281" y="3628370"/>
                  </a:lnTo>
                  <a:lnTo>
                    <a:pt x="6697994" y="3687822"/>
                  </a:lnTo>
                  <a:lnTo>
                    <a:pt x="6749939" y="3741333"/>
                  </a:lnTo>
                  <a:lnTo>
                    <a:pt x="6805774" y="3789573"/>
                  </a:lnTo>
                  <a:lnTo>
                    <a:pt x="6866071" y="3833157"/>
                  </a:lnTo>
                  <a:lnTo>
                    <a:pt x="6931249" y="3872604"/>
                  </a:lnTo>
                  <a:lnTo>
                    <a:pt x="7001473" y="3908326"/>
                  </a:lnTo>
                  <a:lnTo>
                    <a:pt x="7076532" y="3940613"/>
                  </a:lnTo>
                  <a:lnTo>
                    <a:pt x="7155708" y="3969637"/>
                  </a:lnTo>
                  <a:lnTo>
                    <a:pt x="7237646" y="3995460"/>
                  </a:lnTo>
                  <a:lnTo>
                    <a:pt x="7320288" y="4018059"/>
                  </a:lnTo>
                  <a:lnTo>
                    <a:pt x="7400914" y="4037364"/>
                  </a:lnTo>
                  <a:lnTo>
                    <a:pt x="7476341" y="4053312"/>
                  </a:lnTo>
                  <a:lnTo>
                    <a:pt x="7543317" y="4065913"/>
                  </a:lnTo>
                  <a:lnTo>
                    <a:pt x="7599040" y="4075305"/>
                  </a:lnTo>
                  <a:lnTo>
                    <a:pt x="7641698" y="4081780"/>
                  </a:lnTo>
                  <a:lnTo>
                    <a:pt x="7670878" y="4085788"/>
                  </a:lnTo>
                  <a:lnTo>
                    <a:pt x="7687726" y="4087889"/>
                  </a:lnTo>
                  <a:lnTo>
                    <a:pt x="7694874" y="4088702"/>
                  </a:lnTo>
                  <a:lnTo>
                    <a:pt x="7696237" y="4088845"/>
                  </a:lnTo>
                  <a:lnTo>
                    <a:pt x="8234974" y="4088845"/>
                  </a:lnTo>
                  <a:lnTo>
                    <a:pt x="8234974" y="4083400"/>
                  </a:lnTo>
                  <a:lnTo>
                    <a:pt x="7696237" y="4083400"/>
                  </a:lnTo>
                  <a:lnTo>
                    <a:pt x="7695317" y="4083305"/>
                  </a:lnTo>
                  <a:lnTo>
                    <a:pt x="7689261" y="4082625"/>
                  </a:lnTo>
                  <a:lnTo>
                    <a:pt x="7673990" y="4080746"/>
                  </a:lnTo>
                  <a:lnTo>
                    <a:pt x="7646676" y="4077046"/>
                  </a:lnTo>
                  <a:lnTo>
                    <a:pt x="7605951" y="4070953"/>
                  </a:lnTo>
                  <a:lnTo>
                    <a:pt x="7552010" y="4062000"/>
                  </a:lnTo>
                  <a:lnTo>
                    <a:pt x="7486486" y="4049868"/>
                  </a:lnTo>
                  <a:lnTo>
                    <a:pt x="7412070" y="4034400"/>
                  </a:lnTo>
                  <a:lnTo>
                    <a:pt x="7331985" y="4015572"/>
                  </a:lnTo>
                  <a:lnTo>
                    <a:pt x="7249450" y="3993438"/>
                  </a:lnTo>
                  <a:lnTo>
                    <a:pt x="7167269" y="3968072"/>
                  </a:lnTo>
                  <a:lnTo>
                    <a:pt x="7087601" y="3939506"/>
                  </a:lnTo>
                  <a:lnTo>
                    <a:pt x="7011896" y="3907692"/>
                  </a:lnTo>
                  <a:lnTo>
                    <a:pt x="6940959" y="3872476"/>
                  </a:lnTo>
                  <a:lnTo>
                    <a:pt x="6875064" y="3833582"/>
                  </a:lnTo>
                  <a:lnTo>
                    <a:pt x="6814091" y="3790618"/>
                  </a:lnTo>
                  <a:lnTo>
                    <a:pt x="6757653" y="3743078"/>
                  </a:lnTo>
                  <a:lnTo>
                    <a:pt x="6705191" y="3690359"/>
                  </a:lnTo>
                  <a:lnTo>
                    <a:pt x="6656058" y="3631797"/>
                  </a:lnTo>
                  <a:lnTo>
                    <a:pt x="6609574" y="3566713"/>
                  </a:lnTo>
                  <a:lnTo>
                    <a:pt x="6565074" y="3494510"/>
                  </a:lnTo>
                  <a:lnTo>
                    <a:pt x="6521959" y="3414816"/>
                  </a:lnTo>
                  <a:lnTo>
                    <a:pt x="6515891" y="3402833"/>
                  </a:lnTo>
                  <a:lnTo>
                    <a:pt x="6485501" y="3340037"/>
                  </a:lnTo>
                  <a:lnTo>
                    <a:pt x="6455378" y="3273285"/>
                  </a:lnTo>
                  <a:lnTo>
                    <a:pt x="6425384" y="3202497"/>
                  </a:lnTo>
                  <a:lnTo>
                    <a:pt x="6395404" y="3127638"/>
                  </a:lnTo>
                  <a:lnTo>
                    <a:pt x="6365345" y="3048724"/>
                  </a:lnTo>
                  <a:lnTo>
                    <a:pt x="6335139" y="2965828"/>
                  </a:lnTo>
                  <a:lnTo>
                    <a:pt x="6304734" y="2879078"/>
                  </a:lnTo>
                  <a:lnTo>
                    <a:pt x="6274097" y="2788665"/>
                  </a:lnTo>
                  <a:lnTo>
                    <a:pt x="6243215" y="2694843"/>
                  </a:lnTo>
                  <a:lnTo>
                    <a:pt x="6212085" y="2597926"/>
                  </a:lnTo>
                  <a:lnTo>
                    <a:pt x="6180721" y="2498286"/>
                  </a:lnTo>
                  <a:lnTo>
                    <a:pt x="6149150" y="2396351"/>
                  </a:lnTo>
                  <a:lnTo>
                    <a:pt x="6117409" y="2292593"/>
                  </a:lnTo>
                  <a:lnTo>
                    <a:pt x="6085541" y="2187526"/>
                  </a:lnTo>
                  <a:lnTo>
                    <a:pt x="6053598" y="2081689"/>
                  </a:lnTo>
                  <a:lnTo>
                    <a:pt x="6021634" y="1975641"/>
                  </a:lnTo>
                  <a:lnTo>
                    <a:pt x="5989705" y="1869942"/>
                  </a:lnTo>
                  <a:lnTo>
                    <a:pt x="5957864" y="1765147"/>
                  </a:lnTo>
                  <a:lnTo>
                    <a:pt x="5926160" y="1661792"/>
                  </a:lnTo>
                  <a:lnTo>
                    <a:pt x="5894638" y="1560379"/>
                  </a:lnTo>
                  <a:lnTo>
                    <a:pt x="5863330" y="1461371"/>
                  </a:lnTo>
                  <a:lnTo>
                    <a:pt x="5832260" y="1365183"/>
                  </a:lnTo>
                  <a:lnTo>
                    <a:pt x="5801438" y="1272172"/>
                  </a:lnTo>
                  <a:lnTo>
                    <a:pt x="5770861" y="1182640"/>
                  </a:lnTo>
                  <a:lnTo>
                    <a:pt x="5740508" y="1096822"/>
                  </a:lnTo>
                  <a:lnTo>
                    <a:pt x="5710344" y="1014895"/>
                  </a:lnTo>
                  <a:lnTo>
                    <a:pt x="5680312" y="936974"/>
                  </a:lnTo>
                  <a:lnTo>
                    <a:pt x="5650337" y="863117"/>
                  </a:lnTo>
                  <a:lnTo>
                    <a:pt x="5620323" y="793326"/>
                  </a:lnTo>
                  <a:lnTo>
                    <a:pt x="5590149" y="727556"/>
                  </a:lnTo>
                  <a:lnTo>
                    <a:pt x="5567201" y="680566"/>
                  </a:lnTo>
                  <a:lnTo>
                    <a:pt x="5524242" y="599797"/>
                  </a:lnTo>
                  <a:lnTo>
                    <a:pt x="5479973" y="526540"/>
                  </a:lnTo>
                  <a:lnTo>
                    <a:pt x="5433812" y="460474"/>
                  </a:lnTo>
                  <a:lnTo>
                    <a:pt x="5385099" y="401022"/>
                  </a:lnTo>
                  <a:lnTo>
                    <a:pt x="5333153" y="347511"/>
                  </a:lnTo>
                  <a:lnTo>
                    <a:pt x="5277319" y="299271"/>
                  </a:lnTo>
                  <a:lnTo>
                    <a:pt x="5217022" y="255687"/>
                  </a:lnTo>
                  <a:lnTo>
                    <a:pt x="5151843" y="216240"/>
                  </a:lnTo>
                  <a:lnTo>
                    <a:pt x="5081619" y="180518"/>
                  </a:lnTo>
                  <a:lnTo>
                    <a:pt x="5006560" y="148231"/>
                  </a:lnTo>
                  <a:lnTo>
                    <a:pt x="4927385" y="119207"/>
                  </a:lnTo>
                  <a:lnTo>
                    <a:pt x="4845447" y="93384"/>
                  </a:lnTo>
                  <a:lnTo>
                    <a:pt x="4762804" y="70785"/>
                  </a:lnTo>
                  <a:lnTo>
                    <a:pt x="4682179" y="51481"/>
                  </a:lnTo>
                  <a:lnTo>
                    <a:pt x="4606752" y="35533"/>
                  </a:lnTo>
                  <a:lnTo>
                    <a:pt x="4539776" y="22931"/>
                  </a:lnTo>
                  <a:lnTo>
                    <a:pt x="4484053" y="13540"/>
                  </a:lnTo>
                  <a:lnTo>
                    <a:pt x="4441394" y="7064"/>
                  </a:lnTo>
                  <a:lnTo>
                    <a:pt x="4412214" y="3056"/>
                  </a:lnTo>
                  <a:lnTo>
                    <a:pt x="4395366" y="955"/>
                  </a:lnTo>
                  <a:lnTo>
                    <a:pt x="4388218" y="142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1" y="99"/>
                  </a:lnTo>
                  <a:lnTo>
                    <a:pt x="3841319" y="809"/>
                  </a:lnTo>
                  <a:lnTo>
                    <a:pt x="3826422" y="2773"/>
                  </a:lnTo>
                  <a:lnTo>
                    <a:pt x="3799749" y="6638"/>
                  </a:lnTo>
                  <a:lnTo>
                    <a:pt x="3759920" y="13008"/>
                  </a:lnTo>
                  <a:lnTo>
                    <a:pt x="3707066" y="22375"/>
                  </a:lnTo>
                  <a:lnTo>
                    <a:pt x="3642716" y="35081"/>
                  </a:lnTo>
                  <a:lnTo>
                    <a:pt x="3569445" y="51298"/>
                  </a:lnTo>
                  <a:lnTo>
                    <a:pt x="3490375" y="71061"/>
                  </a:lnTo>
                  <a:lnTo>
                    <a:pt x="3408658" y="94315"/>
                  </a:lnTo>
                  <a:lnTo>
                    <a:pt x="3327069" y="120983"/>
                  </a:lnTo>
                  <a:lnTo>
                    <a:pt x="3247774" y="151026"/>
                  </a:lnTo>
                  <a:lnTo>
                    <a:pt x="3172255" y="184482"/>
                  </a:lnTo>
                  <a:lnTo>
                    <a:pt x="3101358" y="221501"/>
                  </a:lnTo>
                  <a:lnTo>
                    <a:pt x="3035404" y="262354"/>
                  </a:lnTo>
                  <a:lnTo>
                    <a:pt x="2974320" y="307437"/>
                  </a:lnTo>
                  <a:lnTo>
                    <a:pt x="2917756" y="357263"/>
                  </a:lnTo>
                  <a:lnTo>
                    <a:pt x="2865189" y="412448"/>
                  </a:lnTo>
                  <a:lnTo>
                    <a:pt x="2815998" y="473680"/>
                  </a:lnTo>
                  <a:lnTo>
                    <a:pt x="2769520" y="541671"/>
                  </a:lnTo>
                  <a:lnTo>
                    <a:pt x="2725104" y="617070"/>
                  </a:lnTo>
                  <a:lnTo>
                    <a:pt x="2682151" y="700323"/>
                  </a:lnTo>
                  <a:lnTo>
                    <a:pt x="2667772" y="730475"/>
                  </a:lnTo>
                  <a:lnTo>
                    <a:pt x="2638328" y="795703"/>
                  </a:lnTo>
                  <a:lnTo>
                    <a:pt x="2609139" y="864914"/>
                  </a:lnTo>
                  <a:lnTo>
                    <a:pt x="2580078" y="938186"/>
                  </a:lnTo>
                  <a:lnTo>
                    <a:pt x="2551039" y="1015557"/>
                  </a:lnTo>
                  <a:lnTo>
                    <a:pt x="2521936" y="1097017"/>
                  </a:lnTo>
                  <a:lnTo>
                    <a:pt x="2492704" y="1182505"/>
                  </a:lnTo>
                  <a:lnTo>
                    <a:pt x="2463292" y="1271903"/>
                  </a:lnTo>
                  <a:lnTo>
                    <a:pt x="2433669" y="1365038"/>
                  </a:lnTo>
                  <a:lnTo>
                    <a:pt x="2403817" y="1461677"/>
                  </a:lnTo>
                  <a:lnTo>
                    <a:pt x="2373731" y="1561530"/>
                  </a:lnTo>
                  <a:lnTo>
                    <a:pt x="2343421" y="1664248"/>
                  </a:lnTo>
                  <a:lnTo>
                    <a:pt x="2312906" y="1769432"/>
                  </a:lnTo>
                  <a:lnTo>
                    <a:pt x="2282218" y="1876636"/>
                  </a:lnTo>
                  <a:lnTo>
                    <a:pt x="2251393" y="1985374"/>
                  </a:lnTo>
                  <a:lnTo>
                    <a:pt x="2220476" y="2095127"/>
                  </a:lnTo>
                  <a:lnTo>
                    <a:pt x="2189515" y="2205359"/>
                  </a:lnTo>
                  <a:lnTo>
                    <a:pt x="2158560" y="2315522"/>
                  </a:lnTo>
                  <a:lnTo>
                    <a:pt x="2127662" y="2425069"/>
                  </a:lnTo>
                  <a:lnTo>
                    <a:pt x="2096868" y="2533467"/>
                  </a:lnTo>
                  <a:lnTo>
                    <a:pt x="2066220" y="2640205"/>
                  </a:lnTo>
                  <a:lnTo>
                    <a:pt x="2035754" y="2744807"/>
                  </a:lnTo>
                  <a:lnTo>
                    <a:pt x="2005500" y="2846837"/>
                  </a:lnTo>
                  <a:lnTo>
                    <a:pt x="1975472" y="2945907"/>
                  </a:lnTo>
                  <a:lnTo>
                    <a:pt x="1945679" y="3041686"/>
                  </a:lnTo>
                  <a:lnTo>
                    <a:pt x="1916111" y="3133897"/>
                  </a:lnTo>
                  <a:lnTo>
                    <a:pt x="1886749" y="3222321"/>
                  </a:lnTo>
                  <a:lnTo>
                    <a:pt x="1857554" y="3306800"/>
                  </a:lnTo>
                  <a:lnTo>
                    <a:pt x="1828475" y="3387230"/>
                  </a:lnTo>
                  <a:lnTo>
                    <a:pt x="1799439" y="3463565"/>
                  </a:lnTo>
                  <a:lnTo>
                    <a:pt x="1770356" y="3535805"/>
                  </a:lnTo>
                  <a:lnTo>
                    <a:pt x="1741116" y="3604000"/>
                  </a:lnTo>
                  <a:lnTo>
                    <a:pt x="1719082" y="3652375"/>
                  </a:lnTo>
                  <a:lnTo>
                    <a:pt x="1676508" y="3738335"/>
                  </a:lnTo>
                  <a:lnTo>
                    <a:pt x="1632653" y="3816373"/>
                  </a:lnTo>
                  <a:lnTo>
                    <a:pt x="1586948" y="3886819"/>
                  </a:lnTo>
                  <a:lnTo>
                    <a:pt x="1538756" y="3950273"/>
                  </a:lnTo>
                  <a:lnTo>
                    <a:pt x="1487411" y="4007436"/>
                  </a:lnTo>
                  <a:lnTo>
                    <a:pt x="1432272" y="4059013"/>
                  </a:lnTo>
                  <a:lnTo>
                    <a:pt x="1372777" y="4105647"/>
                  </a:lnTo>
                  <a:lnTo>
                    <a:pt x="1308505" y="4147889"/>
                  </a:lnTo>
                  <a:lnTo>
                    <a:pt x="1239277" y="4186177"/>
                  </a:lnTo>
                  <a:lnTo>
                    <a:pt x="1165265" y="4220823"/>
                  </a:lnTo>
                  <a:lnTo>
                    <a:pt x="1087122" y="4252018"/>
                  </a:lnTo>
                  <a:lnTo>
                    <a:pt x="1006105" y="4279837"/>
                  </a:lnTo>
                  <a:lnTo>
                    <a:pt x="924148" y="4304261"/>
                  </a:lnTo>
                  <a:lnTo>
                    <a:pt x="843835" y="4325220"/>
                  </a:lnTo>
                  <a:lnTo>
                    <a:pt x="768228" y="4342646"/>
                  </a:lnTo>
                  <a:lnTo>
                    <a:pt x="700514" y="4356536"/>
                  </a:lnTo>
                  <a:lnTo>
                    <a:pt x="643513" y="4367010"/>
                  </a:lnTo>
                  <a:lnTo>
                    <a:pt x="599161" y="4374351"/>
                  </a:lnTo>
                  <a:lnTo>
                    <a:pt x="568089" y="4379006"/>
                  </a:lnTo>
                  <a:lnTo>
                    <a:pt x="549430" y="4381545"/>
                  </a:lnTo>
                  <a:lnTo>
                    <a:pt x="540857" y="4382608"/>
                  </a:lnTo>
                  <a:lnTo>
                    <a:pt x="538736" y="4382850"/>
                  </a:lnTo>
                  <a:lnTo>
                    <a:pt x="0" y="4382850"/>
                  </a:lnTo>
                  <a:close/>
                </a:path>
              </a:pathLst>
            </a:custGeom>
            <a:solidFill>
              <a:srgbClr val="DCB9FA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87" name="pl2187"/>
            <p:cNvSpPr/>
            <p:nvPr/>
          </p:nvSpPr>
          <p:spPr>
            <a:xfrm>
              <a:off x="546595" y="1812141"/>
              <a:ext cx="8234974" cy="4382850"/>
            </a:xfrm>
            <a:custGeom>
              <a:avLst/>
              <a:pathLst>
                <a:path w="8234974" h="4382850">
                  <a:moveTo>
                    <a:pt x="0" y="4382850"/>
                  </a:moveTo>
                  <a:lnTo>
                    <a:pt x="538736" y="4382850"/>
                  </a:lnTo>
                  <a:lnTo>
                    <a:pt x="539633" y="4382750"/>
                  </a:lnTo>
                  <a:lnTo>
                    <a:pt x="545535" y="4382040"/>
                  </a:lnTo>
                  <a:lnTo>
                    <a:pt x="560432" y="4380076"/>
                  </a:lnTo>
                  <a:lnTo>
                    <a:pt x="587105" y="4376211"/>
                  </a:lnTo>
                  <a:lnTo>
                    <a:pt x="626934" y="4369841"/>
                  </a:lnTo>
                  <a:lnTo>
                    <a:pt x="679788" y="4360474"/>
                  </a:lnTo>
                  <a:lnTo>
                    <a:pt x="744139" y="4347768"/>
                  </a:lnTo>
                  <a:lnTo>
                    <a:pt x="817410" y="4331551"/>
                  </a:lnTo>
                  <a:lnTo>
                    <a:pt x="896479" y="4311788"/>
                  </a:lnTo>
                  <a:lnTo>
                    <a:pt x="978197" y="4288534"/>
                  </a:lnTo>
                  <a:lnTo>
                    <a:pt x="1059785" y="4261866"/>
                  </a:lnTo>
                  <a:lnTo>
                    <a:pt x="1139080" y="4231823"/>
                  </a:lnTo>
                  <a:lnTo>
                    <a:pt x="1214600" y="4198367"/>
                  </a:lnTo>
                  <a:lnTo>
                    <a:pt x="1285497" y="4161348"/>
                  </a:lnTo>
                  <a:lnTo>
                    <a:pt x="1351451" y="4120495"/>
                  </a:lnTo>
                  <a:lnTo>
                    <a:pt x="1412535" y="4075412"/>
                  </a:lnTo>
                  <a:lnTo>
                    <a:pt x="1469099" y="4025586"/>
                  </a:lnTo>
                  <a:lnTo>
                    <a:pt x="1521665" y="3970401"/>
                  </a:lnTo>
                  <a:lnTo>
                    <a:pt x="1570857" y="3909169"/>
                  </a:lnTo>
                  <a:lnTo>
                    <a:pt x="1617334" y="3841178"/>
                  </a:lnTo>
                  <a:lnTo>
                    <a:pt x="1661750" y="3765779"/>
                  </a:lnTo>
                  <a:lnTo>
                    <a:pt x="1704704" y="3682526"/>
                  </a:lnTo>
                  <a:lnTo>
                    <a:pt x="1719082" y="3652375"/>
                  </a:lnTo>
                  <a:lnTo>
                    <a:pt x="1748527" y="3587146"/>
                  </a:lnTo>
                  <a:lnTo>
                    <a:pt x="1777715" y="3517935"/>
                  </a:lnTo>
                  <a:lnTo>
                    <a:pt x="1806776" y="3444663"/>
                  </a:lnTo>
                  <a:lnTo>
                    <a:pt x="1835816" y="3367292"/>
                  </a:lnTo>
                  <a:lnTo>
                    <a:pt x="1864918" y="3285832"/>
                  </a:lnTo>
                  <a:lnTo>
                    <a:pt x="1894151" y="3200344"/>
                  </a:lnTo>
                  <a:lnTo>
                    <a:pt x="1923562" y="3110946"/>
                  </a:lnTo>
                  <a:lnTo>
                    <a:pt x="1953185" y="3017811"/>
                  </a:lnTo>
                  <a:lnTo>
                    <a:pt x="1983038" y="2921172"/>
                  </a:lnTo>
                  <a:lnTo>
                    <a:pt x="2013124" y="2821319"/>
                  </a:lnTo>
                  <a:lnTo>
                    <a:pt x="2043434" y="2718601"/>
                  </a:lnTo>
                  <a:lnTo>
                    <a:pt x="2073948" y="2613417"/>
                  </a:lnTo>
                  <a:lnTo>
                    <a:pt x="2104637" y="2506213"/>
                  </a:lnTo>
                  <a:lnTo>
                    <a:pt x="2135462" y="2397475"/>
                  </a:lnTo>
                  <a:lnTo>
                    <a:pt x="2166379" y="2287722"/>
                  </a:lnTo>
                  <a:lnTo>
                    <a:pt x="2197340" y="2177490"/>
                  </a:lnTo>
                  <a:lnTo>
                    <a:pt x="2228294" y="2067327"/>
                  </a:lnTo>
                  <a:lnTo>
                    <a:pt x="2259192" y="1957780"/>
                  </a:lnTo>
                  <a:lnTo>
                    <a:pt x="2289987" y="1849382"/>
                  </a:lnTo>
                  <a:lnTo>
                    <a:pt x="2320635" y="1742644"/>
                  </a:lnTo>
                  <a:lnTo>
                    <a:pt x="2351100" y="1638042"/>
                  </a:lnTo>
                  <a:lnTo>
                    <a:pt x="2381355" y="1536012"/>
                  </a:lnTo>
                  <a:lnTo>
                    <a:pt x="2411382" y="1436942"/>
                  </a:lnTo>
                  <a:lnTo>
                    <a:pt x="2441176" y="1341163"/>
                  </a:lnTo>
                  <a:lnTo>
                    <a:pt x="2470743" y="1248952"/>
                  </a:lnTo>
                  <a:lnTo>
                    <a:pt x="2500106" y="1160528"/>
                  </a:lnTo>
                  <a:lnTo>
                    <a:pt x="2529300" y="1076049"/>
                  </a:lnTo>
                  <a:lnTo>
                    <a:pt x="2558380" y="995619"/>
                  </a:lnTo>
                  <a:lnTo>
                    <a:pt x="2587416" y="919284"/>
                  </a:lnTo>
                  <a:lnTo>
                    <a:pt x="2616498" y="847044"/>
                  </a:lnTo>
                  <a:lnTo>
                    <a:pt x="2645738" y="778849"/>
                  </a:lnTo>
                  <a:lnTo>
                    <a:pt x="2667772" y="730475"/>
                  </a:lnTo>
                  <a:lnTo>
                    <a:pt x="2710347" y="644514"/>
                  </a:lnTo>
                  <a:lnTo>
                    <a:pt x="2754202" y="566476"/>
                  </a:lnTo>
                  <a:lnTo>
                    <a:pt x="2799906" y="496030"/>
                  </a:lnTo>
                  <a:lnTo>
                    <a:pt x="2848099" y="432576"/>
                  </a:lnTo>
                  <a:lnTo>
                    <a:pt x="2899444" y="375413"/>
                  </a:lnTo>
                  <a:lnTo>
                    <a:pt x="2954582" y="323836"/>
                  </a:lnTo>
                  <a:lnTo>
                    <a:pt x="3014078" y="277202"/>
                  </a:lnTo>
                  <a:lnTo>
                    <a:pt x="3078350" y="234960"/>
                  </a:lnTo>
                  <a:lnTo>
                    <a:pt x="3147578" y="196672"/>
                  </a:lnTo>
                  <a:lnTo>
                    <a:pt x="3221590" y="162026"/>
                  </a:lnTo>
                  <a:lnTo>
                    <a:pt x="3299732" y="130831"/>
                  </a:lnTo>
                  <a:lnTo>
                    <a:pt x="3380749" y="103012"/>
                  </a:lnTo>
                  <a:lnTo>
                    <a:pt x="3462707" y="78588"/>
                  </a:lnTo>
                  <a:lnTo>
                    <a:pt x="3543020" y="57629"/>
                  </a:lnTo>
                  <a:lnTo>
                    <a:pt x="3618626" y="40203"/>
                  </a:lnTo>
                  <a:lnTo>
                    <a:pt x="3686341" y="26313"/>
                  </a:lnTo>
                  <a:lnTo>
                    <a:pt x="3743342" y="15839"/>
                  </a:lnTo>
                  <a:lnTo>
                    <a:pt x="3787694" y="8498"/>
                  </a:lnTo>
                  <a:lnTo>
                    <a:pt x="3818765" y="3843"/>
                  </a:lnTo>
                  <a:lnTo>
                    <a:pt x="3837425" y="1304"/>
                  </a:lnTo>
                  <a:lnTo>
                    <a:pt x="3845998" y="241"/>
                  </a:lnTo>
                  <a:lnTo>
                    <a:pt x="3848082" y="3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776" y="95"/>
                  </a:lnTo>
                  <a:lnTo>
                    <a:pt x="4393831" y="775"/>
                  </a:lnTo>
                  <a:lnTo>
                    <a:pt x="4409103" y="2654"/>
                  </a:lnTo>
                  <a:lnTo>
                    <a:pt x="4436417" y="6353"/>
                  </a:lnTo>
                  <a:lnTo>
                    <a:pt x="4477142" y="12446"/>
                  </a:lnTo>
                  <a:lnTo>
                    <a:pt x="4531083" y="21400"/>
                  </a:lnTo>
                  <a:lnTo>
                    <a:pt x="4596607" y="33532"/>
                  </a:lnTo>
                  <a:lnTo>
                    <a:pt x="4671023" y="48999"/>
                  </a:lnTo>
                  <a:lnTo>
                    <a:pt x="4751108" y="67827"/>
                  </a:lnTo>
                  <a:lnTo>
                    <a:pt x="4833643" y="89961"/>
                  </a:lnTo>
                  <a:lnTo>
                    <a:pt x="4915824" y="115328"/>
                  </a:lnTo>
                  <a:lnTo>
                    <a:pt x="4995492" y="143894"/>
                  </a:lnTo>
                  <a:lnTo>
                    <a:pt x="5071196" y="175707"/>
                  </a:lnTo>
                  <a:lnTo>
                    <a:pt x="5142133" y="210924"/>
                  </a:lnTo>
                  <a:lnTo>
                    <a:pt x="5208028" y="249818"/>
                  </a:lnTo>
                  <a:lnTo>
                    <a:pt x="5269001" y="292782"/>
                  </a:lnTo>
                  <a:lnTo>
                    <a:pt x="5325440" y="340322"/>
                  </a:lnTo>
                  <a:lnTo>
                    <a:pt x="5377901" y="393040"/>
                  </a:lnTo>
                  <a:lnTo>
                    <a:pt x="5427034" y="451603"/>
                  </a:lnTo>
                  <a:lnTo>
                    <a:pt x="5473518" y="516687"/>
                  </a:lnTo>
                  <a:lnTo>
                    <a:pt x="5518019" y="588890"/>
                  </a:lnTo>
                  <a:lnTo>
                    <a:pt x="5561134" y="668583"/>
                  </a:lnTo>
                  <a:lnTo>
                    <a:pt x="5567201" y="680566"/>
                  </a:lnTo>
                  <a:lnTo>
                    <a:pt x="5597592" y="743363"/>
                  </a:lnTo>
                  <a:lnTo>
                    <a:pt x="5627714" y="810115"/>
                  </a:lnTo>
                  <a:lnTo>
                    <a:pt x="5657708" y="880903"/>
                  </a:lnTo>
                  <a:lnTo>
                    <a:pt x="5687689" y="955762"/>
                  </a:lnTo>
                  <a:lnTo>
                    <a:pt x="5717747" y="1034675"/>
                  </a:lnTo>
                  <a:lnTo>
                    <a:pt x="5747954" y="1117572"/>
                  </a:lnTo>
                  <a:lnTo>
                    <a:pt x="5778359" y="1204322"/>
                  </a:lnTo>
                  <a:lnTo>
                    <a:pt x="5808995" y="1294735"/>
                  </a:lnTo>
                  <a:lnTo>
                    <a:pt x="5839878" y="1388557"/>
                  </a:lnTo>
                  <a:lnTo>
                    <a:pt x="5871008" y="1485474"/>
                  </a:lnTo>
                  <a:lnTo>
                    <a:pt x="5902371" y="1585113"/>
                  </a:lnTo>
                  <a:lnTo>
                    <a:pt x="5933942" y="1687049"/>
                  </a:lnTo>
                  <a:lnTo>
                    <a:pt x="5965684" y="1790806"/>
                  </a:lnTo>
                  <a:lnTo>
                    <a:pt x="5997551" y="1895874"/>
                  </a:lnTo>
                  <a:lnTo>
                    <a:pt x="6029494" y="2001710"/>
                  </a:lnTo>
                  <a:lnTo>
                    <a:pt x="6061458" y="2107759"/>
                  </a:lnTo>
                  <a:lnTo>
                    <a:pt x="6093387" y="2213458"/>
                  </a:lnTo>
                  <a:lnTo>
                    <a:pt x="6125229" y="2318252"/>
                  </a:lnTo>
                  <a:lnTo>
                    <a:pt x="6156932" y="2421608"/>
                  </a:lnTo>
                  <a:lnTo>
                    <a:pt x="6188455" y="2523021"/>
                  </a:lnTo>
                  <a:lnTo>
                    <a:pt x="6219763" y="2622029"/>
                  </a:lnTo>
                  <a:lnTo>
                    <a:pt x="6250833" y="2718217"/>
                  </a:lnTo>
                  <a:lnTo>
                    <a:pt x="6281654" y="2811227"/>
                  </a:lnTo>
                  <a:lnTo>
                    <a:pt x="6312232" y="2900760"/>
                  </a:lnTo>
                  <a:lnTo>
                    <a:pt x="6342584" y="2986578"/>
                  </a:lnTo>
                  <a:lnTo>
                    <a:pt x="6372749" y="3068505"/>
                  </a:lnTo>
                  <a:lnTo>
                    <a:pt x="6402781" y="3146425"/>
                  </a:lnTo>
                  <a:lnTo>
                    <a:pt x="6432756" y="3220283"/>
                  </a:lnTo>
                  <a:lnTo>
                    <a:pt x="6462770" y="3290073"/>
                  </a:lnTo>
                  <a:lnTo>
                    <a:pt x="6492944" y="3355843"/>
                  </a:lnTo>
                  <a:lnTo>
                    <a:pt x="6515891" y="3402833"/>
                  </a:lnTo>
                  <a:lnTo>
                    <a:pt x="6558851" y="3483602"/>
                  </a:lnTo>
                  <a:lnTo>
                    <a:pt x="6603119" y="3556859"/>
                  </a:lnTo>
                  <a:lnTo>
                    <a:pt x="6649281" y="3622926"/>
                  </a:lnTo>
                  <a:lnTo>
                    <a:pt x="6697994" y="3682378"/>
                  </a:lnTo>
                  <a:lnTo>
                    <a:pt x="6749939" y="3735888"/>
                  </a:lnTo>
                  <a:lnTo>
                    <a:pt x="6805774" y="3784129"/>
                  </a:lnTo>
                  <a:lnTo>
                    <a:pt x="6866071" y="3827712"/>
                  </a:lnTo>
                  <a:lnTo>
                    <a:pt x="6931249" y="3867160"/>
                  </a:lnTo>
                  <a:lnTo>
                    <a:pt x="7001473" y="3902881"/>
                  </a:lnTo>
                  <a:lnTo>
                    <a:pt x="7076532" y="3935168"/>
                  </a:lnTo>
                  <a:lnTo>
                    <a:pt x="7155708" y="3964192"/>
                  </a:lnTo>
                  <a:lnTo>
                    <a:pt x="7237646" y="3990016"/>
                  </a:lnTo>
                  <a:lnTo>
                    <a:pt x="7320288" y="4012615"/>
                  </a:lnTo>
                  <a:lnTo>
                    <a:pt x="7400914" y="4031919"/>
                  </a:lnTo>
                  <a:lnTo>
                    <a:pt x="7476341" y="4047867"/>
                  </a:lnTo>
                  <a:lnTo>
                    <a:pt x="7543317" y="4060469"/>
                  </a:lnTo>
                  <a:lnTo>
                    <a:pt x="7599040" y="4069860"/>
                  </a:lnTo>
                  <a:lnTo>
                    <a:pt x="7641698" y="4076336"/>
                  </a:lnTo>
                  <a:lnTo>
                    <a:pt x="7670878" y="4080343"/>
                  </a:lnTo>
                  <a:lnTo>
                    <a:pt x="7687726" y="4082445"/>
                  </a:lnTo>
                  <a:lnTo>
                    <a:pt x="7694874" y="4083258"/>
                  </a:lnTo>
                  <a:lnTo>
                    <a:pt x="7696235" y="4083400"/>
                  </a:lnTo>
                  <a:lnTo>
                    <a:pt x="7696237" y="4083400"/>
                  </a:lnTo>
                  <a:lnTo>
                    <a:pt x="8234974" y="40834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8" name="pl2188"/>
            <p:cNvSpPr/>
            <p:nvPr/>
          </p:nvSpPr>
          <p:spPr>
            <a:xfrm>
              <a:off x="546595" y="1806696"/>
              <a:ext cx="8234974" cy="4382850"/>
            </a:xfrm>
            <a:custGeom>
              <a:avLst/>
              <a:pathLst>
                <a:path w="8234974" h="4382850">
                  <a:moveTo>
                    <a:pt x="8234974" y="4083400"/>
                  </a:moveTo>
                  <a:lnTo>
                    <a:pt x="7696237" y="4083400"/>
                  </a:lnTo>
                  <a:lnTo>
                    <a:pt x="7695317" y="4083305"/>
                  </a:lnTo>
                  <a:lnTo>
                    <a:pt x="7689261" y="4082625"/>
                  </a:lnTo>
                  <a:lnTo>
                    <a:pt x="7673990" y="4080746"/>
                  </a:lnTo>
                  <a:lnTo>
                    <a:pt x="7646676" y="4077046"/>
                  </a:lnTo>
                  <a:lnTo>
                    <a:pt x="7605951" y="4070953"/>
                  </a:lnTo>
                  <a:lnTo>
                    <a:pt x="7552010" y="4062000"/>
                  </a:lnTo>
                  <a:lnTo>
                    <a:pt x="7486486" y="4049868"/>
                  </a:lnTo>
                  <a:lnTo>
                    <a:pt x="7412070" y="4034400"/>
                  </a:lnTo>
                  <a:lnTo>
                    <a:pt x="7331985" y="4015572"/>
                  </a:lnTo>
                  <a:lnTo>
                    <a:pt x="7249450" y="3993438"/>
                  </a:lnTo>
                  <a:lnTo>
                    <a:pt x="7167269" y="3968072"/>
                  </a:lnTo>
                  <a:lnTo>
                    <a:pt x="7087601" y="3939506"/>
                  </a:lnTo>
                  <a:lnTo>
                    <a:pt x="7011896" y="3907692"/>
                  </a:lnTo>
                  <a:lnTo>
                    <a:pt x="6940959" y="3872476"/>
                  </a:lnTo>
                  <a:lnTo>
                    <a:pt x="6875064" y="3833582"/>
                  </a:lnTo>
                  <a:lnTo>
                    <a:pt x="6814091" y="3790618"/>
                  </a:lnTo>
                  <a:lnTo>
                    <a:pt x="6757653" y="3743078"/>
                  </a:lnTo>
                  <a:lnTo>
                    <a:pt x="6705191" y="3690359"/>
                  </a:lnTo>
                  <a:lnTo>
                    <a:pt x="6656058" y="3631797"/>
                  </a:lnTo>
                  <a:lnTo>
                    <a:pt x="6609574" y="3566713"/>
                  </a:lnTo>
                  <a:lnTo>
                    <a:pt x="6565074" y="3494510"/>
                  </a:lnTo>
                  <a:lnTo>
                    <a:pt x="6521959" y="3414816"/>
                  </a:lnTo>
                  <a:lnTo>
                    <a:pt x="6515891" y="3402833"/>
                  </a:lnTo>
                  <a:lnTo>
                    <a:pt x="6485501" y="3340037"/>
                  </a:lnTo>
                  <a:lnTo>
                    <a:pt x="6455378" y="3273285"/>
                  </a:lnTo>
                  <a:lnTo>
                    <a:pt x="6425384" y="3202497"/>
                  </a:lnTo>
                  <a:lnTo>
                    <a:pt x="6395404" y="3127638"/>
                  </a:lnTo>
                  <a:lnTo>
                    <a:pt x="6365345" y="3048724"/>
                  </a:lnTo>
                  <a:lnTo>
                    <a:pt x="6335139" y="2965828"/>
                  </a:lnTo>
                  <a:lnTo>
                    <a:pt x="6304734" y="2879078"/>
                  </a:lnTo>
                  <a:lnTo>
                    <a:pt x="6274097" y="2788665"/>
                  </a:lnTo>
                  <a:lnTo>
                    <a:pt x="6243215" y="2694843"/>
                  </a:lnTo>
                  <a:lnTo>
                    <a:pt x="6212085" y="2597926"/>
                  </a:lnTo>
                  <a:lnTo>
                    <a:pt x="6180721" y="2498286"/>
                  </a:lnTo>
                  <a:lnTo>
                    <a:pt x="6149150" y="2396351"/>
                  </a:lnTo>
                  <a:lnTo>
                    <a:pt x="6117409" y="2292593"/>
                  </a:lnTo>
                  <a:lnTo>
                    <a:pt x="6085541" y="2187526"/>
                  </a:lnTo>
                  <a:lnTo>
                    <a:pt x="6053598" y="2081689"/>
                  </a:lnTo>
                  <a:lnTo>
                    <a:pt x="6021634" y="1975641"/>
                  </a:lnTo>
                  <a:lnTo>
                    <a:pt x="5989705" y="1869942"/>
                  </a:lnTo>
                  <a:lnTo>
                    <a:pt x="5957864" y="1765147"/>
                  </a:lnTo>
                  <a:lnTo>
                    <a:pt x="5926160" y="1661792"/>
                  </a:lnTo>
                  <a:lnTo>
                    <a:pt x="5894638" y="1560379"/>
                  </a:lnTo>
                  <a:lnTo>
                    <a:pt x="5863330" y="1461371"/>
                  </a:lnTo>
                  <a:lnTo>
                    <a:pt x="5832260" y="1365183"/>
                  </a:lnTo>
                  <a:lnTo>
                    <a:pt x="5801438" y="1272172"/>
                  </a:lnTo>
                  <a:lnTo>
                    <a:pt x="5770861" y="1182640"/>
                  </a:lnTo>
                  <a:lnTo>
                    <a:pt x="5740508" y="1096822"/>
                  </a:lnTo>
                  <a:lnTo>
                    <a:pt x="5710344" y="1014895"/>
                  </a:lnTo>
                  <a:lnTo>
                    <a:pt x="5680312" y="936974"/>
                  </a:lnTo>
                  <a:lnTo>
                    <a:pt x="5650337" y="863117"/>
                  </a:lnTo>
                  <a:lnTo>
                    <a:pt x="5620323" y="793326"/>
                  </a:lnTo>
                  <a:lnTo>
                    <a:pt x="5590149" y="727556"/>
                  </a:lnTo>
                  <a:lnTo>
                    <a:pt x="5567201" y="680566"/>
                  </a:lnTo>
                  <a:lnTo>
                    <a:pt x="5524242" y="599797"/>
                  </a:lnTo>
                  <a:lnTo>
                    <a:pt x="5479973" y="526540"/>
                  </a:lnTo>
                  <a:lnTo>
                    <a:pt x="5433812" y="460474"/>
                  </a:lnTo>
                  <a:lnTo>
                    <a:pt x="5385099" y="401022"/>
                  </a:lnTo>
                  <a:lnTo>
                    <a:pt x="5333153" y="347511"/>
                  </a:lnTo>
                  <a:lnTo>
                    <a:pt x="5277319" y="299271"/>
                  </a:lnTo>
                  <a:lnTo>
                    <a:pt x="5217022" y="255687"/>
                  </a:lnTo>
                  <a:lnTo>
                    <a:pt x="5151843" y="216240"/>
                  </a:lnTo>
                  <a:lnTo>
                    <a:pt x="5081619" y="180518"/>
                  </a:lnTo>
                  <a:lnTo>
                    <a:pt x="5006560" y="148231"/>
                  </a:lnTo>
                  <a:lnTo>
                    <a:pt x="4927385" y="119207"/>
                  </a:lnTo>
                  <a:lnTo>
                    <a:pt x="4845447" y="93384"/>
                  </a:lnTo>
                  <a:lnTo>
                    <a:pt x="4762804" y="70785"/>
                  </a:lnTo>
                  <a:lnTo>
                    <a:pt x="4682179" y="51481"/>
                  </a:lnTo>
                  <a:lnTo>
                    <a:pt x="4606752" y="35533"/>
                  </a:lnTo>
                  <a:lnTo>
                    <a:pt x="4539776" y="22931"/>
                  </a:lnTo>
                  <a:lnTo>
                    <a:pt x="4484053" y="13540"/>
                  </a:lnTo>
                  <a:lnTo>
                    <a:pt x="4441394" y="7064"/>
                  </a:lnTo>
                  <a:lnTo>
                    <a:pt x="4412214" y="3056"/>
                  </a:lnTo>
                  <a:lnTo>
                    <a:pt x="4395366" y="955"/>
                  </a:lnTo>
                  <a:lnTo>
                    <a:pt x="4388218" y="142"/>
                  </a:lnTo>
                  <a:lnTo>
                    <a:pt x="4386858" y="0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221" y="99"/>
                  </a:lnTo>
                  <a:lnTo>
                    <a:pt x="3841319" y="809"/>
                  </a:lnTo>
                  <a:lnTo>
                    <a:pt x="3826422" y="2773"/>
                  </a:lnTo>
                  <a:lnTo>
                    <a:pt x="3799749" y="6638"/>
                  </a:lnTo>
                  <a:lnTo>
                    <a:pt x="3759920" y="13008"/>
                  </a:lnTo>
                  <a:lnTo>
                    <a:pt x="3707066" y="22375"/>
                  </a:lnTo>
                  <a:lnTo>
                    <a:pt x="3642716" y="35081"/>
                  </a:lnTo>
                  <a:lnTo>
                    <a:pt x="3569445" y="51298"/>
                  </a:lnTo>
                  <a:lnTo>
                    <a:pt x="3490375" y="71061"/>
                  </a:lnTo>
                  <a:lnTo>
                    <a:pt x="3408658" y="94315"/>
                  </a:lnTo>
                  <a:lnTo>
                    <a:pt x="3327069" y="120983"/>
                  </a:lnTo>
                  <a:lnTo>
                    <a:pt x="3247774" y="151026"/>
                  </a:lnTo>
                  <a:lnTo>
                    <a:pt x="3172255" y="184482"/>
                  </a:lnTo>
                  <a:lnTo>
                    <a:pt x="3101358" y="221501"/>
                  </a:lnTo>
                  <a:lnTo>
                    <a:pt x="3035404" y="262354"/>
                  </a:lnTo>
                  <a:lnTo>
                    <a:pt x="2974320" y="307437"/>
                  </a:lnTo>
                  <a:lnTo>
                    <a:pt x="2917756" y="357263"/>
                  </a:lnTo>
                  <a:lnTo>
                    <a:pt x="2865189" y="412448"/>
                  </a:lnTo>
                  <a:lnTo>
                    <a:pt x="2815998" y="473680"/>
                  </a:lnTo>
                  <a:lnTo>
                    <a:pt x="2769520" y="541671"/>
                  </a:lnTo>
                  <a:lnTo>
                    <a:pt x="2725104" y="617070"/>
                  </a:lnTo>
                  <a:lnTo>
                    <a:pt x="2682151" y="700323"/>
                  </a:lnTo>
                  <a:lnTo>
                    <a:pt x="2667772" y="730475"/>
                  </a:lnTo>
                  <a:lnTo>
                    <a:pt x="2638328" y="795703"/>
                  </a:lnTo>
                  <a:lnTo>
                    <a:pt x="2609139" y="864914"/>
                  </a:lnTo>
                  <a:lnTo>
                    <a:pt x="2580078" y="938186"/>
                  </a:lnTo>
                  <a:lnTo>
                    <a:pt x="2551039" y="1015557"/>
                  </a:lnTo>
                  <a:lnTo>
                    <a:pt x="2521936" y="1097017"/>
                  </a:lnTo>
                  <a:lnTo>
                    <a:pt x="2492704" y="1182505"/>
                  </a:lnTo>
                  <a:lnTo>
                    <a:pt x="2463292" y="1271903"/>
                  </a:lnTo>
                  <a:lnTo>
                    <a:pt x="2433669" y="1365038"/>
                  </a:lnTo>
                  <a:lnTo>
                    <a:pt x="2403817" y="1461677"/>
                  </a:lnTo>
                  <a:lnTo>
                    <a:pt x="2373731" y="1561530"/>
                  </a:lnTo>
                  <a:lnTo>
                    <a:pt x="2343421" y="1664248"/>
                  </a:lnTo>
                  <a:lnTo>
                    <a:pt x="2312906" y="1769432"/>
                  </a:lnTo>
                  <a:lnTo>
                    <a:pt x="2282218" y="1876636"/>
                  </a:lnTo>
                  <a:lnTo>
                    <a:pt x="2251393" y="1985374"/>
                  </a:lnTo>
                  <a:lnTo>
                    <a:pt x="2220476" y="2095127"/>
                  </a:lnTo>
                  <a:lnTo>
                    <a:pt x="2189515" y="2205359"/>
                  </a:lnTo>
                  <a:lnTo>
                    <a:pt x="2158560" y="2315522"/>
                  </a:lnTo>
                  <a:lnTo>
                    <a:pt x="2127662" y="2425069"/>
                  </a:lnTo>
                  <a:lnTo>
                    <a:pt x="2096868" y="2533467"/>
                  </a:lnTo>
                  <a:lnTo>
                    <a:pt x="2066220" y="2640205"/>
                  </a:lnTo>
                  <a:lnTo>
                    <a:pt x="2035754" y="2744807"/>
                  </a:lnTo>
                  <a:lnTo>
                    <a:pt x="2005500" y="2846837"/>
                  </a:lnTo>
                  <a:lnTo>
                    <a:pt x="1975472" y="2945907"/>
                  </a:lnTo>
                  <a:lnTo>
                    <a:pt x="1945679" y="3041686"/>
                  </a:lnTo>
                  <a:lnTo>
                    <a:pt x="1916111" y="3133897"/>
                  </a:lnTo>
                  <a:lnTo>
                    <a:pt x="1886749" y="3222321"/>
                  </a:lnTo>
                  <a:lnTo>
                    <a:pt x="1857554" y="3306800"/>
                  </a:lnTo>
                  <a:lnTo>
                    <a:pt x="1828475" y="3387230"/>
                  </a:lnTo>
                  <a:lnTo>
                    <a:pt x="1799439" y="3463565"/>
                  </a:lnTo>
                  <a:lnTo>
                    <a:pt x="1770356" y="3535805"/>
                  </a:lnTo>
                  <a:lnTo>
                    <a:pt x="1741116" y="3604000"/>
                  </a:lnTo>
                  <a:lnTo>
                    <a:pt x="1719082" y="3652375"/>
                  </a:lnTo>
                  <a:lnTo>
                    <a:pt x="1676508" y="3738335"/>
                  </a:lnTo>
                  <a:lnTo>
                    <a:pt x="1632653" y="3816373"/>
                  </a:lnTo>
                  <a:lnTo>
                    <a:pt x="1586948" y="3886819"/>
                  </a:lnTo>
                  <a:lnTo>
                    <a:pt x="1538756" y="3950273"/>
                  </a:lnTo>
                  <a:lnTo>
                    <a:pt x="1487411" y="4007436"/>
                  </a:lnTo>
                  <a:lnTo>
                    <a:pt x="1432272" y="4059013"/>
                  </a:lnTo>
                  <a:lnTo>
                    <a:pt x="1372777" y="4105647"/>
                  </a:lnTo>
                  <a:lnTo>
                    <a:pt x="1308505" y="4147889"/>
                  </a:lnTo>
                  <a:lnTo>
                    <a:pt x="1239277" y="4186177"/>
                  </a:lnTo>
                  <a:lnTo>
                    <a:pt x="1165265" y="4220823"/>
                  </a:lnTo>
                  <a:lnTo>
                    <a:pt x="1087122" y="4252018"/>
                  </a:lnTo>
                  <a:lnTo>
                    <a:pt x="1006105" y="4279837"/>
                  </a:lnTo>
                  <a:lnTo>
                    <a:pt x="924148" y="4304261"/>
                  </a:lnTo>
                  <a:lnTo>
                    <a:pt x="843835" y="4325220"/>
                  </a:lnTo>
                  <a:lnTo>
                    <a:pt x="768228" y="4342646"/>
                  </a:lnTo>
                  <a:lnTo>
                    <a:pt x="700514" y="4356536"/>
                  </a:lnTo>
                  <a:lnTo>
                    <a:pt x="643513" y="4367010"/>
                  </a:lnTo>
                  <a:lnTo>
                    <a:pt x="599161" y="4374351"/>
                  </a:lnTo>
                  <a:lnTo>
                    <a:pt x="568089" y="4379006"/>
                  </a:lnTo>
                  <a:lnTo>
                    <a:pt x="549430" y="4381545"/>
                  </a:lnTo>
                  <a:lnTo>
                    <a:pt x="540857" y="4382608"/>
                  </a:lnTo>
                  <a:lnTo>
                    <a:pt x="538773" y="4382846"/>
                  </a:lnTo>
                  <a:lnTo>
                    <a:pt x="538736" y="4382850"/>
                  </a:lnTo>
                  <a:lnTo>
                    <a:pt x="0" y="43828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9" name="pg2189"/>
            <p:cNvSpPr/>
            <p:nvPr/>
          </p:nvSpPr>
          <p:spPr>
            <a:xfrm>
              <a:off x="546595" y="772235"/>
              <a:ext cx="8234974" cy="5428200"/>
            </a:xfrm>
            <a:custGeom>
              <a:avLst/>
              <a:pathLst>
                <a:path w="8234974" h="5428200">
                  <a:moveTo>
                    <a:pt x="0" y="5428200"/>
                  </a:moveTo>
                  <a:lnTo>
                    <a:pt x="538736" y="5428200"/>
                  </a:lnTo>
                  <a:lnTo>
                    <a:pt x="539702" y="5428114"/>
                  </a:lnTo>
                  <a:lnTo>
                    <a:pt x="546049" y="5427502"/>
                  </a:lnTo>
                  <a:lnTo>
                    <a:pt x="562032" y="5425809"/>
                  </a:lnTo>
                  <a:lnTo>
                    <a:pt x="590560" y="5422477"/>
                  </a:lnTo>
                  <a:lnTo>
                    <a:pt x="632976" y="5416995"/>
                  </a:lnTo>
                  <a:lnTo>
                    <a:pt x="688955" y="5408950"/>
                  </a:lnTo>
                  <a:lnTo>
                    <a:pt x="756665" y="5398071"/>
                  </a:lnTo>
                  <a:lnTo>
                    <a:pt x="833194" y="5384230"/>
                  </a:lnTo>
                  <a:lnTo>
                    <a:pt x="915131" y="5367416"/>
                  </a:lnTo>
                  <a:lnTo>
                    <a:pt x="999137" y="5347683"/>
                  </a:lnTo>
                  <a:lnTo>
                    <a:pt x="1082363" y="5325096"/>
                  </a:lnTo>
                  <a:lnTo>
                    <a:pt x="1162670" y="5299672"/>
                  </a:lnTo>
                  <a:lnTo>
                    <a:pt x="1238669" y="5271353"/>
                  </a:lnTo>
                  <a:lnTo>
                    <a:pt x="1309643" y="5239976"/>
                  </a:lnTo>
                  <a:lnTo>
                    <a:pt x="1375406" y="5205271"/>
                  </a:lnTo>
                  <a:lnTo>
                    <a:pt x="1436161" y="5166858"/>
                  </a:lnTo>
                  <a:lnTo>
                    <a:pt x="1492370" y="5124258"/>
                  </a:lnTo>
                  <a:lnTo>
                    <a:pt x="1544652" y="5076911"/>
                  </a:lnTo>
                  <a:lnTo>
                    <a:pt x="1593701" y="5024207"/>
                  </a:lnTo>
                  <a:lnTo>
                    <a:pt x="1640233" y="4965550"/>
                  </a:lnTo>
                  <a:lnTo>
                    <a:pt x="1684928" y="4900448"/>
                  </a:lnTo>
                  <a:lnTo>
                    <a:pt x="1719082" y="4844727"/>
                  </a:lnTo>
                  <a:lnTo>
                    <a:pt x="1751580" y="4787012"/>
                  </a:lnTo>
                  <a:lnTo>
                    <a:pt x="1783782" y="4725408"/>
                  </a:lnTo>
                  <a:lnTo>
                    <a:pt x="1815857" y="4659839"/>
                  </a:lnTo>
                  <a:lnTo>
                    <a:pt x="1847941" y="4590275"/>
                  </a:lnTo>
                  <a:lnTo>
                    <a:pt x="1880138" y="4516749"/>
                  </a:lnTo>
                  <a:lnTo>
                    <a:pt x="1912526" y="4439353"/>
                  </a:lnTo>
                  <a:lnTo>
                    <a:pt x="1945160" y="4358249"/>
                  </a:lnTo>
                  <a:lnTo>
                    <a:pt x="1978069" y="4273666"/>
                  </a:lnTo>
                  <a:lnTo>
                    <a:pt x="2011262" y="4185903"/>
                  </a:lnTo>
                  <a:lnTo>
                    <a:pt x="2044730" y="4095328"/>
                  </a:lnTo>
                  <a:lnTo>
                    <a:pt x="2078445" y="4002369"/>
                  </a:lnTo>
                  <a:lnTo>
                    <a:pt x="2112367" y="3907510"/>
                  </a:lnTo>
                  <a:lnTo>
                    <a:pt x="2146441" y="3811283"/>
                  </a:lnTo>
                  <a:lnTo>
                    <a:pt x="2180607" y="3714251"/>
                  </a:lnTo>
                  <a:lnTo>
                    <a:pt x="2214799" y="3616997"/>
                  </a:lnTo>
                  <a:lnTo>
                    <a:pt x="2248948" y="3520112"/>
                  </a:lnTo>
                  <a:lnTo>
                    <a:pt x="2282990" y="3424176"/>
                  </a:lnTo>
                  <a:lnTo>
                    <a:pt x="2316864" y="3329745"/>
                  </a:lnTo>
                  <a:lnTo>
                    <a:pt x="2350521" y="3237338"/>
                  </a:lnTo>
                  <a:lnTo>
                    <a:pt x="2383922" y="3147429"/>
                  </a:lnTo>
                  <a:lnTo>
                    <a:pt x="2417045" y="3060430"/>
                  </a:lnTo>
                  <a:lnTo>
                    <a:pt x="2449883" y="2976691"/>
                  </a:lnTo>
                  <a:lnTo>
                    <a:pt x="2482452" y="2896496"/>
                  </a:lnTo>
                  <a:lnTo>
                    <a:pt x="2514786" y="2820056"/>
                  </a:lnTo>
                  <a:lnTo>
                    <a:pt x="2546947" y="2747514"/>
                  </a:lnTo>
                  <a:lnTo>
                    <a:pt x="2579017" y="2678949"/>
                  </a:lnTo>
                  <a:lnTo>
                    <a:pt x="2611110" y="2614377"/>
                  </a:lnTo>
                  <a:lnTo>
                    <a:pt x="2643369" y="2553755"/>
                  </a:lnTo>
                  <a:lnTo>
                    <a:pt x="2667772" y="2510837"/>
                  </a:lnTo>
                  <a:lnTo>
                    <a:pt x="2711448" y="2440506"/>
                  </a:lnTo>
                  <a:lnTo>
                    <a:pt x="2756486" y="2376826"/>
                  </a:lnTo>
                  <a:lnTo>
                    <a:pt x="2803501" y="2319500"/>
                  </a:lnTo>
                  <a:lnTo>
                    <a:pt x="2853187" y="2268005"/>
                  </a:lnTo>
                  <a:lnTo>
                    <a:pt x="2906259" y="2221732"/>
                  </a:lnTo>
                  <a:lnTo>
                    <a:pt x="2963401" y="2180081"/>
                  </a:lnTo>
                  <a:lnTo>
                    <a:pt x="3025205" y="2142506"/>
                  </a:lnTo>
                  <a:lnTo>
                    <a:pt x="3092087" y="2108547"/>
                  </a:lnTo>
                  <a:lnTo>
                    <a:pt x="3164176" y="2077849"/>
                  </a:lnTo>
                  <a:lnTo>
                    <a:pt x="3241187" y="2050164"/>
                  </a:lnTo>
                  <a:lnTo>
                    <a:pt x="3322266" y="2025355"/>
                  </a:lnTo>
                  <a:lnTo>
                    <a:pt x="3405867" y="2003380"/>
                  </a:lnTo>
                  <a:lnTo>
                    <a:pt x="3489689" y="1984271"/>
                  </a:lnTo>
                  <a:lnTo>
                    <a:pt x="3570752" y="1968095"/>
                  </a:lnTo>
                  <a:lnTo>
                    <a:pt x="3645659" y="1954897"/>
                  </a:lnTo>
                  <a:lnTo>
                    <a:pt x="3711056" y="1944646"/>
                  </a:lnTo>
                  <a:lnTo>
                    <a:pt x="3764216" y="1937182"/>
                  </a:lnTo>
                  <a:lnTo>
                    <a:pt x="3803605" y="1932203"/>
                  </a:lnTo>
                  <a:lnTo>
                    <a:pt x="3829256" y="1929271"/>
                  </a:lnTo>
                  <a:lnTo>
                    <a:pt x="3842863" y="1927859"/>
                  </a:lnTo>
                  <a:lnTo>
                    <a:pt x="3847647" y="1927406"/>
                  </a:lnTo>
                  <a:lnTo>
                    <a:pt x="3848118" y="1927365"/>
                  </a:lnTo>
                  <a:lnTo>
                    <a:pt x="4386855" y="1927365"/>
                  </a:lnTo>
                  <a:lnTo>
                    <a:pt x="4388092" y="1927304"/>
                  </a:lnTo>
                  <a:lnTo>
                    <a:pt x="4396169" y="1926870"/>
                  </a:lnTo>
                  <a:lnTo>
                    <a:pt x="4416341" y="1925671"/>
                  </a:lnTo>
                  <a:lnTo>
                    <a:pt x="4451926" y="1923317"/>
                  </a:lnTo>
                  <a:lnTo>
                    <a:pt x="4503993" y="1919465"/>
                  </a:lnTo>
                  <a:lnTo>
                    <a:pt x="4571325" y="1913861"/>
                  </a:lnTo>
                  <a:lnTo>
                    <a:pt x="4650825" y="1906365"/>
                  </a:lnTo>
                  <a:lnTo>
                    <a:pt x="4738306" y="1896934"/>
                  </a:lnTo>
                  <a:lnTo>
                    <a:pt x="4829384" y="1885596"/>
                  </a:lnTo>
                  <a:lnTo>
                    <a:pt x="4920202" y="1872397"/>
                  </a:lnTo>
                  <a:lnTo>
                    <a:pt x="5007848" y="1857356"/>
                  </a:lnTo>
                  <a:lnTo>
                    <a:pt x="5090459" y="1840437"/>
                  </a:lnTo>
                  <a:lnTo>
                    <a:pt x="5167111" y="1821524"/>
                  </a:lnTo>
                  <a:lnTo>
                    <a:pt x="5237618" y="1800420"/>
                  </a:lnTo>
                  <a:lnTo>
                    <a:pt x="5302307" y="1776843"/>
                  </a:lnTo>
                  <a:lnTo>
                    <a:pt x="5361835" y="1750438"/>
                  </a:lnTo>
                  <a:lnTo>
                    <a:pt x="5417041" y="1720794"/>
                  </a:lnTo>
                  <a:lnTo>
                    <a:pt x="5468838" y="1687480"/>
                  </a:lnTo>
                  <a:lnTo>
                    <a:pt x="5518128" y="1650104"/>
                  </a:lnTo>
                  <a:lnTo>
                    <a:pt x="5565724" y="1608426"/>
                  </a:lnTo>
                  <a:lnTo>
                    <a:pt x="5567201" y="1607045"/>
                  </a:lnTo>
                  <a:lnTo>
                    <a:pt x="5607998" y="1566871"/>
                  </a:lnTo>
                  <a:lnTo>
                    <a:pt x="5648399" y="1523305"/>
                  </a:lnTo>
                  <a:lnTo>
                    <a:pt x="5688713" y="1476282"/>
                  </a:lnTo>
                  <a:lnTo>
                    <a:pt x="5729171" y="1425814"/>
                  </a:lnTo>
                  <a:lnTo>
                    <a:pt x="5769932" y="1371994"/>
                  </a:lnTo>
                  <a:lnTo>
                    <a:pt x="5811096" y="1315011"/>
                  </a:lnTo>
                  <a:lnTo>
                    <a:pt x="5852705" y="1255146"/>
                  </a:lnTo>
                  <a:lnTo>
                    <a:pt x="5894752" y="1192775"/>
                  </a:lnTo>
                  <a:lnTo>
                    <a:pt x="5937186" y="1128361"/>
                  </a:lnTo>
                  <a:lnTo>
                    <a:pt x="5979920" y="1062442"/>
                  </a:lnTo>
                  <a:lnTo>
                    <a:pt x="6022841" y="995613"/>
                  </a:lnTo>
                  <a:lnTo>
                    <a:pt x="6065821" y="928504"/>
                  </a:lnTo>
                  <a:lnTo>
                    <a:pt x="6108726" y="861757"/>
                  </a:lnTo>
                  <a:lnTo>
                    <a:pt x="6151427" y="796001"/>
                  </a:lnTo>
                  <a:lnTo>
                    <a:pt x="6193815" y="731823"/>
                  </a:lnTo>
                  <a:lnTo>
                    <a:pt x="6235807" y="669753"/>
                  </a:lnTo>
                  <a:lnTo>
                    <a:pt x="6277358" y="610242"/>
                  </a:lnTo>
                  <a:lnTo>
                    <a:pt x="6318466" y="553655"/>
                  </a:lnTo>
                  <a:lnTo>
                    <a:pt x="6359181" y="500261"/>
                  </a:lnTo>
                  <a:lnTo>
                    <a:pt x="6399609" y="450235"/>
                  </a:lnTo>
                  <a:lnTo>
                    <a:pt x="6439920" y="403662"/>
                  </a:lnTo>
                  <a:lnTo>
                    <a:pt x="6480353" y="360541"/>
                  </a:lnTo>
                  <a:lnTo>
                    <a:pt x="6515891" y="325764"/>
                  </a:lnTo>
                  <a:lnTo>
                    <a:pt x="6563446" y="283949"/>
                  </a:lnTo>
                  <a:lnTo>
                    <a:pt x="6612671" y="246441"/>
                  </a:lnTo>
                  <a:lnTo>
                    <a:pt x="6664375" y="213005"/>
                  </a:lnTo>
                  <a:lnTo>
                    <a:pt x="6719460" y="183252"/>
                  </a:lnTo>
                  <a:lnTo>
                    <a:pt x="6778839" y="156751"/>
                  </a:lnTo>
                  <a:lnTo>
                    <a:pt x="6843354" y="133091"/>
                  </a:lnTo>
                  <a:lnTo>
                    <a:pt x="6913670" y="111914"/>
                  </a:lnTo>
                  <a:lnTo>
                    <a:pt x="6990129" y="92936"/>
                  </a:lnTo>
                  <a:lnTo>
                    <a:pt x="7072562" y="75956"/>
                  </a:lnTo>
                  <a:lnTo>
                    <a:pt x="7160073" y="60857"/>
                  </a:lnTo>
                  <a:lnTo>
                    <a:pt x="7250830" y="47600"/>
                  </a:lnTo>
                  <a:lnTo>
                    <a:pt x="7341954" y="36203"/>
                  </a:lnTo>
                  <a:lnTo>
                    <a:pt x="7429614" y="26711"/>
                  </a:lnTo>
                  <a:lnTo>
                    <a:pt x="7509432" y="19154"/>
                  </a:lnTo>
                  <a:lnTo>
                    <a:pt x="7577202" y="13493"/>
                  </a:lnTo>
                  <a:lnTo>
                    <a:pt x="7629779" y="9589"/>
                  </a:lnTo>
                  <a:lnTo>
                    <a:pt x="7665878" y="7192"/>
                  </a:lnTo>
                  <a:lnTo>
                    <a:pt x="7686496" y="5962"/>
                  </a:lnTo>
                  <a:lnTo>
                    <a:pt x="7694883" y="5511"/>
                  </a:lnTo>
                  <a:lnTo>
                    <a:pt x="7696237" y="5444"/>
                  </a:lnTo>
                  <a:lnTo>
                    <a:pt x="8234974" y="5444"/>
                  </a:lnTo>
                  <a:lnTo>
                    <a:pt x="8234974" y="0"/>
                  </a:ln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7152" y="1922006"/>
                  </a:lnTo>
                  <a:lnTo>
                    <a:pt x="3840805" y="1922618"/>
                  </a:lnTo>
                  <a:lnTo>
                    <a:pt x="3824822" y="1924311"/>
                  </a:lnTo>
                  <a:lnTo>
                    <a:pt x="3796295" y="1927643"/>
                  </a:lnTo>
                  <a:lnTo>
                    <a:pt x="3753879" y="1933125"/>
                  </a:lnTo>
                  <a:lnTo>
                    <a:pt x="3697900" y="1941170"/>
                  </a:lnTo>
                  <a:lnTo>
                    <a:pt x="3630190" y="1952049"/>
                  </a:lnTo>
                  <a:lnTo>
                    <a:pt x="3553661" y="1965890"/>
                  </a:lnTo>
                  <a:lnTo>
                    <a:pt x="3471723" y="1982704"/>
                  </a:lnTo>
                  <a:lnTo>
                    <a:pt x="3387717" y="2002437"/>
                  </a:lnTo>
                  <a:lnTo>
                    <a:pt x="3304491" y="2025024"/>
                  </a:lnTo>
                  <a:lnTo>
                    <a:pt x="3224185" y="2050448"/>
                  </a:lnTo>
                  <a:lnTo>
                    <a:pt x="3148186" y="2078767"/>
                  </a:lnTo>
                  <a:lnTo>
                    <a:pt x="3077212" y="2110144"/>
                  </a:lnTo>
                  <a:lnTo>
                    <a:pt x="3011449" y="2144850"/>
                  </a:lnTo>
                  <a:lnTo>
                    <a:pt x="2950694" y="2183263"/>
                  </a:lnTo>
                  <a:lnTo>
                    <a:pt x="2894484" y="2225862"/>
                  </a:lnTo>
                  <a:lnTo>
                    <a:pt x="2842203" y="2273210"/>
                  </a:lnTo>
                  <a:lnTo>
                    <a:pt x="2793154" y="2325913"/>
                  </a:lnTo>
                  <a:lnTo>
                    <a:pt x="2746622" y="2384571"/>
                  </a:lnTo>
                  <a:lnTo>
                    <a:pt x="2701927" y="2449673"/>
                  </a:lnTo>
                  <a:lnTo>
                    <a:pt x="2667772" y="2505393"/>
                  </a:lnTo>
                  <a:lnTo>
                    <a:pt x="2635275" y="2563109"/>
                  </a:lnTo>
                  <a:lnTo>
                    <a:pt x="2603073" y="2624712"/>
                  </a:lnTo>
                  <a:lnTo>
                    <a:pt x="2570997" y="2690281"/>
                  </a:lnTo>
                  <a:lnTo>
                    <a:pt x="2538914" y="2759845"/>
                  </a:lnTo>
                  <a:lnTo>
                    <a:pt x="2506717" y="2833371"/>
                  </a:lnTo>
                  <a:lnTo>
                    <a:pt x="2474328" y="2910767"/>
                  </a:lnTo>
                  <a:lnTo>
                    <a:pt x="2441695" y="2991871"/>
                  </a:lnTo>
                  <a:lnTo>
                    <a:pt x="2408786" y="3076455"/>
                  </a:lnTo>
                  <a:lnTo>
                    <a:pt x="2375593" y="3164217"/>
                  </a:lnTo>
                  <a:lnTo>
                    <a:pt x="2342125" y="3254793"/>
                  </a:lnTo>
                  <a:lnTo>
                    <a:pt x="2308409" y="3347752"/>
                  </a:lnTo>
                  <a:lnTo>
                    <a:pt x="2274488" y="3442610"/>
                  </a:lnTo>
                  <a:lnTo>
                    <a:pt x="2240414" y="3538837"/>
                  </a:lnTo>
                  <a:lnTo>
                    <a:pt x="2206247" y="3635869"/>
                  </a:lnTo>
                  <a:lnTo>
                    <a:pt x="2172056" y="3733123"/>
                  </a:lnTo>
                  <a:lnTo>
                    <a:pt x="2137906" y="3830008"/>
                  </a:lnTo>
                  <a:lnTo>
                    <a:pt x="2103865" y="3925944"/>
                  </a:lnTo>
                  <a:lnTo>
                    <a:pt x="2069990" y="4020375"/>
                  </a:lnTo>
                  <a:lnTo>
                    <a:pt x="2036333" y="4112782"/>
                  </a:lnTo>
                  <a:lnTo>
                    <a:pt x="2002932" y="4202691"/>
                  </a:lnTo>
                  <a:lnTo>
                    <a:pt x="1969810" y="4289690"/>
                  </a:lnTo>
                  <a:lnTo>
                    <a:pt x="1936971" y="4373429"/>
                  </a:lnTo>
                  <a:lnTo>
                    <a:pt x="1904403" y="4453624"/>
                  </a:lnTo>
                  <a:lnTo>
                    <a:pt x="1872068" y="4530064"/>
                  </a:lnTo>
                  <a:lnTo>
                    <a:pt x="1839908" y="4602606"/>
                  </a:lnTo>
                  <a:lnTo>
                    <a:pt x="1807837" y="4671171"/>
                  </a:lnTo>
                  <a:lnTo>
                    <a:pt x="1775744" y="4735744"/>
                  </a:lnTo>
                  <a:lnTo>
                    <a:pt x="1743486" y="4796365"/>
                  </a:lnTo>
                  <a:lnTo>
                    <a:pt x="1719082" y="4839283"/>
                  </a:lnTo>
                  <a:lnTo>
                    <a:pt x="1675406" y="4909614"/>
                  </a:lnTo>
                  <a:lnTo>
                    <a:pt x="1630369" y="4973295"/>
                  </a:lnTo>
                  <a:lnTo>
                    <a:pt x="1583354" y="5030620"/>
                  </a:lnTo>
                  <a:lnTo>
                    <a:pt x="1533668" y="5082116"/>
                  </a:lnTo>
                  <a:lnTo>
                    <a:pt x="1480596" y="5128388"/>
                  </a:lnTo>
                  <a:lnTo>
                    <a:pt x="1423454" y="5170039"/>
                  </a:lnTo>
                  <a:lnTo>
                    <a:pt x="1361649" y="5207614"/>
                  </a:lnTo>
                  <a:lnTo>
                    <a:pt x="1294768" y="5241573"/>
                  </a:lnTo>
                  <a:lnTo>
                    <a:pt x="1222678" y="5272271"/>
                  </a:lnTo>
                  <a:lnTo>
                    <a:pt x="1145668" y="5299956"/>
                  </a:lnTo>
                  <a:lnTo>
                    <a:pt x="1064589" y="5324765"/>
                  </a:lnTo>
                  <a:lnTo>
                    <a:pt x="980988" y="5346741"/>
                  </a:lnTo>
                  <a:lnTo>
                    <a:pt x="897165" y="5365849"/>
                  </a:lnTo>
                  <a:lnTo>
                    <a:pt x="816102" y="5382025"/>
                  </a:lnTo>
                  <a:lnTo>
                    <a:pt x="741195" y="5395223"/>
                  </a:lnTo>
                  <a:lnTo>
                    <a:pt x="675799" y="5405475"/>
                  </a:lnTo>
                  <a:lnTo>
                    <a:pt x="622638" y="5412938"/>
                  </a:lnTo>
                  <a:lnTo>
                    <a:pt x="583249" y="5417917"/>
                  </a:lnTo>
                  <a:lnTo>
                    <a:pt x="557599" y="5420849"/>
                  </a:lnTo>
                  <a:lnTo>
                    <a:pt x="543991" y="5422261"/>
                  </a:lnTo>
                  <a:lnTo>
                    <a:pt x="539208" y="5422714"/>
                  </a:lnTo>
                  <a:lnTo>
                    <a:pt x="538736" y="5422756"/>
                  </a:lnTo>
                  <a:lnTo>
                    <a:pt x="0" y="5422756"/>
                  </a:lnTo>
                  <a:close/>
                </a:path>
              </a:pathLst>
            </a:custGeom>
            <a:solidFill>
              <a:srgbClr val="F4B1EB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90" name="pl2190"/>
            <p:cNvSpPr/>
            <p:nvPr/>
          </p:nvSpPr>
          <p:spPr>
            <a:xfrm>
              <a:off x="546595" y="777679"/>
              <a:ext cx="8234974" cy="5422756"/>
            </a:xfrm>
            <a:custGeom>
              <a:avLst/>
              <a:pathLst>
                <a:path w="8234974" h="5422756">
                  <a:moveTo>
                    <a:pt x="0" y="5422756"/>
                  </a:moveTo>
                  <a:lnTo>
                    <a:pt x="538736" y="5422756"/>
                  </a:lnTo>
                  <a:lnTo>
                    <a:pt x="539702" y="5422670"/>
                  </a:lnTo>
                  <a:lnTo>
                    <a:pt x="546049" y="5422057"/>
                  </a:lnTo>
                  <a:lnTo>
                    <a:pt x="562032" y="5420364"/>
                  </a:lnTo>
                  <a:lnTo>
                    <a:pt x="590560" y="5417032"/>
                  </a:lnTo>
                  <a:lnTo>
                    <a:pt x="632976" y="5411550"/>
                  </a:lnTo>
                  <a:lnTo>
                    <a:pt x="688955" y="5403506"/>
                  </a:lnTo>
                  <a:lnTo>
                    <a:pt x="756665" y="5392627"/>
                  </a:lnTo>
                  <a:lnTo>
                    <a:pt x="833194" y="5378786"/>
                  </a:lnTo>
                  <a:lnTo>
                    <a:pt x="915131" y="5361971"/>
                  </a:lnTo>
                  <a:lnTo>
                    <a:pt x="999137" y="5342239"/>
                  </a:lnTo>
                  <a:lnTo>
                    <a:pt x="1082363" y="5319651"/>
                  </a:lnTo>
                  <a:lnTo>
                    <a:pt x="1162670" y="5294228"/>
                  </a:lnTo>
                  <a:lnTo>
                    <a:pt x="1238669" y="5265908"/>
                  </a:lnTo>
                  <a:lnTo>
                    <a:pt x="1309643" y="5234531"/>
                  </a:lnTo>
                  <a:lnTo>
                    <a:pt x="1375406" y="5199826"/>
                  </a:lnTo>
                  <a:lnTo>
                    <a:pt x="1436161" y="5161413"/>
                  </a:lnTo>
                  <a:lnTo>
                    <a:pt x="1492370" y="5118813"/>
                  </a:lnTo>
                  <a:lnTo>
                    <a:pt x="1544652" y="5071466"/>
                  </a:lnTo>
                  <a:lnTo>
                    <a:pt x="1593701" y="5018763"/>
                  </a:lnTo>
                  <a:lnTo>
                    <a:pt x="1640233" y="4960105"/>
                  </a:lnTo>
                  <a:lnTo>
                    <a:pt x="1684928" y="4895003"/>
                  </a:lnTo>
                  <a:lnTo>
                    <a:pt x="1719082" y="4839283"/>
                  </a:lnTo>
                  <a:lnTo>
                    <a:pt x="1751580" y="4781567"/>
                  </a:lnTo>
                  <a:lnTo>
                    <a:pt x="1783782" y="4719964"/>
                  </a:lnTo>
                  <a:lnTo>
                    <a:pt x="1815857" y="4654394"/>
                  </a:lnTo>
                  <a:lnTo>
                    <a:pt x="1847941" y="4584831"/>
                  </a:lnTo>
                  <a:lnTo>
                    <a:pt x="1880138" y="4511304"/>
                  </a:lnTo>
                  <a:lnTo>
                    <a:pt x="1912526" y="4433908"/>
                  </a:lnTo>
                  <a:lnTo>
                    <a:pt x="1945160" y="4352804"/>
                  </a:lnTo>
                  <a:lnTo>
                    <a:pt x="1978069" y="4268221"/>
                  </a:lnTo>
                  <a:lnTo>
                    <a:pt x="2011262" y="4180458"/>
                  </a:lnTo>
                  <a:lnTo>
                    <a:pt x="2044730" y="4089883"/>
                  </a:lnTo>
                  <a:lnTo>
                    <a:pt x="2078445" y="3996924"/>
                  </a:lnTo>
                  <a:lnTo>
                    <a:pt x="2112367" y="3902066"/>
                  </a:lnTo>
                  <a:lnTo>
                    <a:pt x="2146441" y="3805839"/>
                  </a:lnTo>
                  <a:lnTo>
                    <a:pt x="2180607" y="3708806"/>
                  </a:lnTo>
                  <a:lnTo>
                    <a:pt x="2214799" y="3611553"/>
                  </a:lnTo>
                  <a:lnTo>
                    <a:pt x="2248948" y="3514668"/>
                  </a:lnTo>
                  <a:lnTo>
                    <a:pt x="2282990" y="3418731"/>
                  </a:lnTo>
                  <a:lnTo>
                    <a:pt x="2316864" y="3324300"/>
                  </a:lnTo>
                  <a:lnTo>
                    <a:pt x="2350521" y="3231894"/>
                  </a:lnTo>
                  <a:lnTo>
                    <a:pt x="2383922" y="3141984"/>
                  </a:lnTo>
                  <a:lnTo>
                    <a:pt x="2417045" y="3054985"/>
                  </a:lnTo>
                  <a:lnTo>
                    <a:pt x="2449883" y="2971247"/>
                  </a:lnTo>
                  <a:lnTo>
                    <a:pt x="2482452" y="2891051"/>
                  </a:lnTo>
                  <a:lnTo>
                    <a:pt x="2514786" y="2814611"/>
                  </a:lnTo>
                  <a:lnTo>
                    <a:pt x="2546947" y="2742070"/>
                  </a:lnTo>
                  <a:lnTo>
                    <a:pt x="2579017" y="2673505"/>
                  </a:lnTo>
                  <a:lnTo>
                    <a:pt x="2611110" y="2608932"/>
                  </a:lnTo>
                  <a:lnTo>
                    <a:pt x="2643369" y="2548311"/>
                  </a:lnTo>
                  <a:lnTo>
                    <a:pt x="2667772" y="2505393"/>
                  </a:lnTo>
                  <a:lnTo>
                    <a:pt x="2711448" y="2435061"/>
                  </a:lnTo>
                  <a:lnTo>
                    <a:pt x="2756486" y="2371381"/>
                  </a:lnTo>
                  <a:lnTo>
                    <a:pt x="2803501" y="2314055"/>
                  </a:lnTo>
                  <a:lnTo>
                    <a:pt x="2853187" y="2262560"/>
                  </a:lnTo>
                  <a:lnTo>
                    <a:pt x="2906259" y="2216288"/>
                  </a:lnTo>
                  <a:lnTo>
                    <a:pt x="2963401" y="2174637"/>
                  </a:lnTo>
                  <a:lnTo>
                    <a:pt x="3025205" y="2137061"/>
                  </a:lnTo>
                  <a:lnTo>
                    <a:pt x="3092087" y="2103103"/>
                  </a:lnTo>
                  <a:lnTo>
                    <a:pt x="3164176" y="2072404"/>
                  </a:lnTo>
                  <a:lnTo>
                    <a:pt x="3241187" y="2044720"/>
                  </a:lnTo>
                  <a:lnTo>
                    <a:pt x="3322266" y="2019910"/>
                  </a:lnTo>
                  <a:lnTo>
                    <a:pt x="3405867" y="1997935"/>
                  </a:lnTo>
                  <a:lnTo>
                    <a:pt x="3489689" y="1978827"/>
                  </a:lnTo>
                  <a:lnTo>
                    <a:pt x="3570752" y="1962651"/>
                  </a:lnTo>
                  <a:lnTo>
                    <a:pt x="3645659" y="1949453"/>
                  </a:lnTo>
                  <a:lnTo>
                    <a:pt x="3711056" y="1939201"/>
                  </a:lnTo>
                  <a:lnTo>
                    <a:pt x="3764216" y="1931738"/>
                  </a:lnTo>
                  <a:lnTo>
                    <a:pt x="3803605" y="1926759"/>
                  </a:lnTo>
                  <a:lnTo>
                    <a:pt x="3829256" y="1923826"/>
                  </a:lnTo>
                  <a:lnTo>
                    <a:pt x="3842863" y="1922414"/>
                  </a:lnTo>
                  <a:lnTo>
                    <a:pt x="3847647" y="1921961"/>
                  </a:lnTo>
                  <a:lnTo>
                    <a:pt x="3848118" y="1921920"/>
                  </a:lnTo>
                  <a:lnTo>
                    <a:pt x="4386855" y="1921920"/>
                  </a:lnTo>
                  <a:lnTo>
                    <a:pt x="4388092" y="1921859"/>
                  </a:lnTo>
                  <a:lnTo>
                    <a:pt x="4396169" y="1921426"/>
                  </a:lnTo>
                  <a:lnTo>
                    <a:pt x="4416341" y="1920226"/>
                  </a:lnTo>
                  <a:lnTo>
                    <a:pt x="4451926" y="1917872"/>
                  </a:lnTo>
                  <a:lnTo>
                    <a:pt x="4503993" y="1914020"/>
                  </a:lnTo>
                  <a:lnTo>
                    <a:pt x="4571325" y="1908417"/>
                  </a:lnTo>
                  <a:lnTo>
                    <a:pt x="4650825" y="1900920"/>
                  </a:lnTo>
                  <a:lnTo>
                    <a:pt x="4738306" y="1891489"/>
                  </a:lnTo>
                  <a:lnTo>
                    <a:pt x="4829384" y="1880151"/>
                  </a:lnTo>
                  <a:lnTo>
                    <a:pt x="4920202" y="1866952"/>
                  </a:lnTo>
                  <a:lnTo>
                    <a:pt x="5007848" y="1851912"/>
                  </a:lnTo>
                  <a:lnTo>
                    <a:pt x="5090459" y="1834992"/>
                  </a:lnTo>
                  <a:lnTo>
                    <a:pt x="5167111" y="1816080"/>
                  </a:lnTo>
                  <a:lnTo>
                    <a:pt x="5237618" y="1794975"/>
                  </a:lnTo>
                  <a:lnTo>
                    <a:pt x="5302307" y="1771398"/>
                  </a:lnTo>
                  <a:lnTo>
                    <a:pt x="5361835" y="1744993"/>
                  </a:lnTo>
                  <a:lnTo>
                    <a:pt x="5417041" y="1715349"/>
                  </a:lnTo>
                  <a:lnTo>
                    <a:pt x="5468838" y="1682035"/>
                  </a:lnTo>
                  <a:lnTo>
                    <a:pt x="5518128" y="1644660"/>
                  </a:lnTo>
                  <a:lnTo>
                    <a:pt x="5565724" y="1602981"/>
                  </a:lnTo>
                  <a:lnTo>
                    <a:pt x="5567201" y="1601600"/>
                  </a:lnTo>
                  <a:lnTo>
                    <a:pt x="5607998" y="1561426"/>
                  </a:lnTo>
                  <a:lnTo>
                    <a:pt x="5648399" y="1517861"/>
                  </a:lnTo>
                  <a:lnTo>
                    <a:pt x="5688713" y="1470838"/>
                  </a:lnTo>
                  <a:lnTo>
                    <a:pt x="5729171" y="1420369"/>
                  </a:lnTo>
                  <a:lnTo>
                    <a:pt x="5769932" y="1366549"/>
                  </a:lnTo>
                  <a:lnTo>
                    <a:pt x="5811096" y="1309566"/>
                  </a:lnTo>
                  <a:lnTo>
                    <a:pt x="5852705" y="1249701"/>
                  </a:lnTo>
                  <a:lnTo>
                    <a:pt x="5894752" y="1187330"/>
                  </a:lnTo>
                  <a:lnTo>
                    <a:pt x="5937186" y="1122916"/>
                  </a:lnTo>
                  <a:lnTo>
                    <a:pt x="5979920" y="1056997"/>
                  </a:lnTo>
                  <a:lnTo>
                    <a:pt x="6022841" y="990168"/>
                  </a:lnTo>
                  <a:lnTo>
                    <a:pt x="6065821" y="923059"/>
                  </a:lnTo>
                  <a:lnTo>
                    <a:pt x="6108726" y="856313"/>
                  </a:lnTo>
                  <a:lnTo>
                    <a:pt x="6151427" y="790556"/>
                  </a:lnTo>
                  <a:lnTo>
                    <a:pt x="6193815" y="726378"/>
                  </a:lnTo>
                  <a:lnTo>
                    <a:pt x="6235807" y="664308"/>
                  </a:lnTo>
                  <a:lnTo>
                    <a:pt x="6277358" y="604797"/>
                  </a:lnTo>
                  <a:lnTo>
                    <a:pt x="6318466" y="548210"/>
                  </a:lnTo>
                  <a:lnTo>
                    <a:pt x="6359181" y="494816"/>
                  </a:lnTo>
                  <a:lnTo>
                    <a:pt x="6399609" y="444791"/>
                  </a:lnTo>
                  <a:lnTo>
                    <a:pt x="6439920" y="398217"/>
                  </a:lnTo>
                  <a:lnTo>
                    <a:pt x="6480353" y="355096"/>
                  </a:lnTo>
                  <a:lnTo>
                    <a:pt x="6515891" y="320320"/>
                  </a:lnTo>
                  <a:lnTo>
                    <a:pt x="6563446" y="278505"/>
                  </a:lnTo>
                  <a:lnTo>
                    <a:pt x="6612671" y="240996"/>
                  </a:lnTo>
                  <a:lnTo>
                    <a:pt x="6664375" y="207560"/>
                  </a:lnTo>
                  <a:lnTo>
                    <a:pt x="6719460" y="177807"/>
                  </a:lnTo>
                  <a:lnTo>
                    <a:pt x="6778839" y="151307"/>
                  </a:lnTo>
                  <a:lnTo>
                    <a:pt x="6843354" y="127646"/>
                  </a:lnTo>
                  <a:lnTo>
                    <a:pt x="6913670" y="106469"/>
                  </a:lnTo>
                  <a:lnTo>
                    <a:pt x="6990129" y="87491"/>
                  </a:lnTo>
                  <a:lnTo>
                    <a:pt x="7072562" y="70511"/>
                  </a:lnTo>
                  <a:lnTo>
                    <a:pt x="7160073" y="55413"/>
                  </a:lnTo>
                  <a:lnTo>
                    <a:pt x="7250830" y="42155"/>
                  </a:lnTo>
                  <a:lnTo>
                    <a:pt x="7341954" y="30758"/>
                  </a:lnTo>
                  <a:lnTo>
                    <a:pt x="7429614" y="21267"/>
                  </a:lnTo>
                  <a:lnTo>
                    <a:pt x="7509432" y="13709"/>
                  </a:lnTo>
                  <a:lnTo>
                    <a:pt x="7577202" y="8048"/>
                  </a:lnTo>
                  <a:lnTo>
                    <a:pt x="7629779" y="4144"/>
                  </a:lnTo>
                  <a:lnTo>
                    <a:pt x="7665878" y="1748"/>
                  </a:lnTo>
                  <a:lnTo>
                    <a:pt x="7686496" y="518"/>
                  </a:lnTo>
                  <a:lnTo>
                    <a:pt x="7694883" y="66"/>
                  </a:lnTo>
                  <a:lnTo>
                    <a:pt x="7696237" y="0"/>
                  </a:lnTo>
                  <a:lnTo>
                    <a:pt x="7696237" y="0"/>
                  </a:lnTo>
                  <a:lnTo>
                    <a:pt x="8234974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1" name="pl2191"/>
            <p:cNvSpPr/>
            <p:nvPr/>
          </p:nvSpPr>
          <p:spPr>
            <a:xfrm>
              <a:off x="546595" y="772235"/>
              <a:ext cx="8234974" cy="5422756"/>
            </a:xfrm>
            <a:custGeom>
              <a:avLst/>
              <a:pathLst>
                <a:path w="8234974" h="5422756">
                  <a:moveTo>
                    <a:pt x="8234974" y="0"/>
                  </a:moveTo>
                  <a:lnTo>
                    <a:pt x="7696237" y="0"/>
                  </a:lnTo>
                  <a:lnTo>
                    <a:pt x="7695001" y="60"/>
                  </a:lnTo>
                  <a:lnTo>
                    <a:pt x="7686924" y="494"/>
                  </a:lnTo>
                  <a:lnTo>
                    <a:pt x="7666751" y="1693"/>
                  </a:lnTo>
                  <a:lnTo>
                    <a:pt x="7631166" y="4047"/>
                  </a:lnTo>
                  <a:lnTo>
                    <a:pt x="7579099" y="7899"/>
                  </a:lnTo>
                  <a:lnTo>
                    <a:pt x="7511768" y="13503"/>
                  </a:lnTo>
                  <a:lnTo>
                    <a:pt x="7432268" y="21000"/>
                  </a:lnTo>
                  <a:lnTo>
                    <a:pt x="7344786" y="30430"/>
                  </a:lnTo>
                  <a:lnTo>
                    <a:pt x="7253709" y="41768"/>
                  </a:lnTo>
                  <a:lnTo>
                    <a:pt x="7162891" y="54967"/>
                  </a:lnTo>
                  <a:lnTo>
                    <a:pt x="7075244" y="70008"/>
                  </a:lnTo>
                  <a:lnTo>
                    <a:pt x="6992633" y="86927"/>
                  </a:lnTo>
                  <a:lnTo>
                    <a:pt x="6915981" y="105840"/>
                  </a:lnTo>
                  <a:lnTo>
                    <a:pt x="6845475" y="126944"/>
                  </a:lnTo>
                  <a:lnTo>
                    <a:pt x="6780786" y="150521"/>
                  </a:lnTo>
                  <a:lnTo>
                    <a:pt x="6721257" y="176926"/>
                  </a:lnTo>
                  <a:lnTo>
                    <a:pt x="6666051" y="206570"/>
                  </a:lnTo>
                  <a:lnTo>
                    <a:pt x="6614255" y="239884"/>
                  </a:lnTo>
                  <a:lnTo>
                    <a:pt x="6564965" y="277260"/>
                  </a:lnTo>
                  <a:lnTo>
                    <a:pt x="6517368" y="318938"/>
                  </a:lnTo>
                  <a:lnTo>
                    <a:pt x="6515891" y="320320"/>
                  </a:lnTo>
                  <a:lnTo>
                    <a:pt x="6475094" y="360493"/>
                  </a:lnTo>
                  <a:lnTo>
                    <a:pt x="6434693" y="404059"/>
                  </a:lnTo>
                  <a:lnTo>
                    <a:pt x="6394379" y="451082"/>
                  </a:lnTo>
                  <a:lnTo>
                    <a:pt x="6353922" y="501550"/>
                  </a:lnTo>
                  <a:lnTo>
                    <a:pt x="6313161" y="555370"/>
                  </a:lnTo>
                  <a:lnTo>
                    <a:pt x="6271997" y="612354"/>
                  </a:lnTo>
                  <a:lnTo>
                    <a:pt x="6230388" y="672218"/>
                  </a:lnTo>
                  <a:lnTo>
                    <a:pt x="6188341" y="734589"/>
                  </a:lnTo>
                  <a:lnTo>
                    <a:pt x="6145907" y="799003"/>
                  </a:lnTo>
                  <a:lnTo>
                    <a:pt x="6103173" y="864922"/>
                  </a:lnTo>
                  <a:lnTo>
                    <a:pt x="6060251" y="931752"/>
                  </a:lnTo>
                  <a:lnTo>
                    <a:pt x="6017271" y="998860"/>
                  </a:lnTo>
                  <a:lnTo>
                    <a:pt x="5974367" y="1065607"/>
                  </a:lnTo>
                  <a:lnTo>
                    <a:pt x="5931666" y="1131363"/>
                  </a:lnTo>
                  <a:lnTo>
                    <a:pt x="5889278" y="1195541"/>
                  </a:lnTo>
                  <a:lnTo>
                    <a:pt x="5847286" y="1257612"/>
                  </a:lnTo>
                  <a:lnTo>
                    <a:pt x="5805735" y="1317122"/>
                  </a:lnTo>
                  <a:lnTo>
                    <a:pt x="5764627" y="1373709"/>
                  </a:lnTo>
                  <a:lnTo>
                    <a:pt x="5723912" y="1427103"/>
                  </a:lnTo>
                  <a:lnTo>
                    <a:pt x="5683484" y="1477129"/>
                  </a:lnTo>
                  <a:lnTo>
                    <a:pt x="5643173" y="1523702"/>
                  </a:lnTo>
                  <a:lnTo>
                    <a:pt x="5602739" y="1566823"/>
                  </a:lnTo>
                  <a:lnTo>
                    <a:pt x="5567201" y="1601600"/>
                  </a:lnTo>
                  <a:lnTo>
                    <a:pt x="5519647" y="1643415"/>
                  </a:lnTo>
                  <a:lnTo>
                    <a:pt x="5470422" y="1680923"/>
                  </a:lnTo>
                  <a:lnTo>
                    <a:pt x="5418718" y="1714360"/>
                  </a:lnTo>
                  <a:lnTo>
                    <a:pt x="5363633" y="1744112"/>
                  </a:lnTo>
                  <a:lnTo>
                    <a:pt x="5304254" y="1770613"/>
                  </a:lnTo>
                  <a:lnTo>
                    <a:pt x="5239738" y="1794273"/>
                  </a:lnTo>
                  <a:lnTo>
                    <a:pt x="5169422" y="1815451"/>
                  </a:lnTo>
                  <a:lnTo>
                    <a:pt x="5092964" y="1834429"/>
                  </a:lnTo>
                  <a:lnTo>
                    <a:pt x="5010531" y="1851408"/>
                  </a:lnTo>
                  <a:lnTo>
                    <a:pt x="4923020" y="1866507"/>
                  </a:lnTo>
                  <a:lnTo>
                    <a:pt x="4832262" y="1879764"/>
                  </a:lnTo>
                  <a:lnTo>
                    <a:pt x="4741139" y="1891162"/>
                  </a:lnTo>
                  <a:lnTo>
                    <a:pt x="4653478" y="1900653"/>
                  </a:lnTo>
                  <a:lnTo>
                    <a:pt x="4573660" y="1908210"/>
                  </a:lnTo>
                  <a:lnTo>
                    <a:pt x="4505891" y="1913872"/>
                  </a:lnTo>
                  <a:lnTo>
                    <a:pt x="4453314" y="1917775"/>
                  </a:lnTo>
                  <a:lnTo>
                    <a:pt x="4417214" y="1920172"/>
                  </a:lnTo>
                  <a:lnTo>
                    <a:pt x="4396596" y="1921402"/>
                  </a:lnTo>
                  <a:lnTo>
                    <a:pt x="4388210" y="1921853"/>
                  </a:lnTo>
                  <a:lnTo>
                    <a:pt x="4386855" y="1921920"/>
                  </a:lnTo>
                  <a:lnTo>
                    <a:pt x="4386855" y="1921920"/>
                  </a:lnTo>
                  <a:lnTo>
                    <a:pt x="3848118" y="1921920"/>
                  </a:lnTo>
                  <a:lnTo>
                    <a:pt x="3847152" y="1922006"/>
                  </a:lnTo>
                  <a:lnTo>
                    <a:pt x="3840805" y="1922618"/>
                  </a:lnTo>
                  <a:lnTo>
                    <a:pt x="3824822" y="1924311"/>
                  </a:lnTo>
                  <a:lnTo>
                    <a:pt x="3796295" y="1927643"/>
                  </a:lnTo>
                  <a:lnTo>
                    <a:pt x="3753879" y="1933125"/>
                  </a:lnTo>
                  <a:lnTo>
                    <a:pt x="3697900" y="1941170"/>
                  </a:lnTo>
                  <a:lnTo>
                    <a:pt x="3630190" y="1952049"/>
                  </a:lnTo>
                  <a:lnTo>
                    <a:pt x="3553661" y="1965890"/>
                  </a:lnTo>
                  <a:lnTo>
                    <a:pt x="3471723" y="1982704"/>
                  </a:lnTo>
                  <a:lnTo>
                    <a:pt x="3387717" y="2002437"/>
                  </a:lnTo>
                  <a:lnTo>
                    <a:pt x="3304491" y="2025024"/>
                  </a:lnTo>
                  <a:lnTo>
                    <a:pt x="3224185" y="2050448"/>
                  </a:lnTo>
                  <a:lnTo>
                    <a:pt x="3148186" y="2078767"/>
                  </a:lnTo>
                  <a:lnTo>
                    <a:pt x="3077212" y="2110144"/>
                  </a:lnTo>
                  <a:lnTo>
                    <a:pt x="3011449" y="2144850"/>
                  </a:lnTo>
                  <a:lnTo>
                    <a:pt x="2950694" y="2183263"/>
                  </a:lnTo>
                  <a:lnTo>
                    <a:pt x="2894484" y="2225862"/>
                  </a:lnTo>
                  <a:lnTo>
                    <a:pt x="2842203" y="2273210"/>
                  </a:lnTo>
                  <a:lnTo>
                    <a:pt x="2793154" y="2325913"/>
                  </a:lnTo>
                  <a:lnTo>
                    <a:pt x="2746622" y="2384571"/>
                  </a:lnTo>
                  <a:lnTo>
                    <a:pt x="2701927" y="2449673"/>
                  </a:lnTo>
                  <a:lnTo>
                    <a:pt x="2667772" y="2505393"/>
                  </a:lnTo>
                  <a:lnTo>
                    <a:pt x="2635275" y="2563109"/>
                  </a:lnTo>
                  <a:lnTo>
                    <a:pt x="2603073" y="2624712"/>
                  </a:lnTo>
                  <a:lnTo>
                    <a:pt x="2570997" y="2690281"/>
                  </a:lnTo>
                  <a:lnTo>
                    <a:pt x="2538914" y="2759845"/>
                  </a:lnTo>
                  <a:lnTo>
                    <a:pt x="2506717" y="2833371"/>
                  </a:lnTo>
                  <a:lnTo>
                    <a:pt x="2474328" y="2910767"/>
                  </a:lnTo>
                  <a:lnTo>
                    <a:pt x="2441695" y="2991871"/>
                  </a:lnTo>
                  <a:lnTo>
                    <a:pt x="2408786" y="3076455"/>
                  </a:lnTo>
                  <a:lnTo>
                    <a:pt x="2375593" y="3164217"/>
                  </a:lnTo>
                  <a:lnTo>
                    <a:pt x="2342125" y="3254793"/>
                  </a:lnTo>
                  <a:lnTo>
                    <a:pt x="2308409" y="3347752"/>
                  </a:lnTo>
                  <a:lnTo>
                    <a:pt x="2274488" y="3442610"/>
                  </a:lnTo>
                  <a:lnTo>
                    <a:pt x="2240414" y="3538837"/>
                  </a:lnTo>
                  <a:lnTo>
                    <a:pt x="2206247" y="3635869"/>
                  </a:lnTo>
                  <a:lnTo>
                    <a:pt x="2172056" y="3733123"/>
                  </a:lnTo>
                  <a:lnTo>
                    <a:pt x="2137906" y="3830008"/>
                  </a:lnTo>
                  <a:lnTo>
                    <a:pt x="2103865" y="3925944"/>
                  </a:lnTo>
                  <a:lnTo>
                    <a:pt x="2069990" y="4020375"/>
                  </a:lnTo>
                  <a:lnTo>
                    <a:pt x="2036333" y="4112782"/>
                  </a:lnTo>
                  <a:lnTo>
                    <a:pt x="2002932" y="4202691"/>
                  </a:lnTo>
                  <a:lnTo>
                    <a:pt x="1969810" y="4289690"/>
                  </a:lnTo>
                  <a:lnTo>
                    <a:pt x="1936971" y="4373429"/>
                  </a:lnTo>
                  <a:lnTo>
                    <a:pt x="1904403" y="4453624"/>
                  </a:lnTo>
                  <a:lnTo>
                    <a:pt x="1872068" y="4530064"/>
                  </a:lnTo>
                  <a:lnTo>
                    <a:pt x="1839908" y="4602606"/>
                  </a:lnTo>
                  <a:lnTo>
                    <a:pt x="1807837" y="4671171"/>
                  </a:lnTo>
                  <a:lnTo>
                    <a:pt x="1775744" y="4735744"/>
                  </a:lnTo>
                  <a:lnTo>
                    <a:pt x="1743486" y="4796365"/>
                  </a:lnTo>
                  <a:lnTo>
                    <a:pt x="1719082" y="4839283"/>
                  </a:lnTo>
                  <a:lnTo>
                    <a:pt x="1675406" y="4909614"/>
                  </a:lnTo>
                  <a:lnTo>
                    <a:pt x="1630369" y="4973295"/>
                  </a:lnTo>
                  <a:lnTo>
                    <a:pt x="1583354" y="5030620"/>
                  </a:lnTo>
                  <a:lnTo>
                    <a:pt x="1533668" y="5082116"/>
                  </a:lnTo>
                  <a:lnTo>
                    <a:pt x="1480596" y="5128388"/>
                  </a:lnTo>
                  <a:lnTo>
                    <a:pt x="1423454" y="5170039"/>
                  </a:lnTo>
                  <a:lnTo>
                    <a:pt x="1361649" y="5207614"/>
                  </a:lnTo>
                  <a:lnTo>
                    <a:pt x="1294768" y="5241573"/>
                  </a:lnTo>
                  <a:lnTo>
                    <a:pt x="1222678" y="5272271"/>
                  </a:lnTo>
                  <a:lnTo>
                    <a:pt x="1145668" y="5299956"/>
                  </a:lnTo>
                  <a:lnTo>
                    <a:pt x="1064589" y="5324765"/>
                  </a:lnTo>
                  <a:lnTo>
                    <a:pt x="980988" y="5346741"/>
                  </a:lnTo>
                  <a:lnTo>
                    <a:pt x="897165" y="5365849"/>
                  </a:lnTo>
                  <a:lnTo>
                    <a:pt x="816102" y="5382025"/>
                  </a:lnTo>
                  <a:lnTo>
                    <a:pt x="741195" y="5395223"/>
                  </a:lnTo>
                  <a:lnTo>
                    <a:pt x="675799" y="5405475"/>
                  </a:lnTo>
                  <a:lnTo>
                    <a:pt x="622638" y="5412938"/>
                  </a:lnTo>
                  <a:lnTo>
                    <a:pt x="583249" y="5417917"/>
                  </a:lnTo>
                  <a:lnTo>
                    <a:pt x="557599" y="5420849"/>
                  </a:lnTo>
                  <a:lnTo>
                    <a:pt x="543991" y="5422261"/>
                  </a:lnTo>
                  <a:lnTo>
                    <a:pt x="539208" y="5422714"/>
                  </a:lnTo>
                  <a:lnTo>
                    <a:pt x="538736" y="5422756"/>
                  </a:lnTo>
                  <a:lnTo>
                    <a:pt x="0" y="54227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2" name="pg2192"/>
            <p:cNvSpPr/>
            <p:nvPr/>
          </p:nvSpPr>
          <p:spPr>
            <a:xfrm>
              <a:off x="546595" y="696011"/>
              <a:ext cx="8234974" cy="5509868"/>
            </a:xfrm>
            <a:custGeom>
              <a:avLst/>
              <a:pathLst>
                <a:path w="8234974" h="5509868">
                  <a:moveTo>
                    <a:pt x="0" y="5509868"/>
                  </a:moveTo>
                  <a:lnTo>
                    <a:pt x="538736" y="5509868"/>
                  </a:lnTo>
                  <a:lnTo>
                    <a:pt x="539544" y="5509756"/>
                  </a:lnTo>
                  <a:lnTo>
                    <a:pt x="544873" y="5508955"/>
                  </a:lnTo>
                  <a:lnTo>
                    <a:pt x="558362" y="5506741"/>
                  </a:lnTo>
                  <a:lnTo>
                    <a:pt x="582617" y="5502379"/>
                  </a:lnTo>
                  <a:lnTo>
                    <a:pt x="619039" y="5495179"/>
                  </a:lnTo>
                  <a:lnTo>
                    <a:pt x="667725" y="5484560"/>
                  </a:lnTo>
                  <a:lnTo>
                    <a:pt x="727518" y="5470101"/>
                  </a:lnTo>
                  <a:lnTo>
                    <a:pt x="796275" y="5451565"/>
                  </a:lnTo>
                  <a:lnTo>
                    <a:pt x="871268" y="5428878"/>
                  </a:lnTo>
                  <a:lnTo>
                    <a:pt x="949623" y="5402079"/>
                  </a:lnTo>
                  <a:lnTo>
                    <a:pt x="1028698" y="5371256"/>
                  </a:lnTo>
                  <a:lnTo>
                    <a:pt x="1106332" y="5336477"/>
                  </a:lnTo>
                  <a:lnTo>
                    <a:pt x="1180945" y="5297738"/>
                  </a:lnTo>
                  <a:lnTo>
                    <a:pt x="1251539" y="5254928"/>
                  </a:lnTo>
                  <a:lnTo>
                    <a:pt x="1317618" y="5207806"/>
                  </a:lnTo>
                  <a:lnTo>
                    <a:pt x="1379084" y="5155996"/>
                  </a:lnTo>
                  <a:lnTo>
                    <a:pt x="1436130" y="5098988"/>
                  </a:lnTo>
                  <a:lnTo>
                    <a:pt x="1489149" y="5036151"/>
                  </a:lnTo>
                  <a:lnTo>
                    <a:pt x="1538653" y="4966751"/>
                  </a:lnTo>
                  <a:lnTo>
                    <a:pt x="1585219" y="4889994"/>
                  </a:lnTo>
                  <a:lnTo>
                    <a:pt x="1629444" y="4805084"/>
                  </a:lnTo>
                  <a:lnTo>
                    <a:pt x="1671905" y="4711334"/>
                  </a:lnTo>
                  <a:lnTo>
                    <a:pt x="1713123" y="4608330"/>
                  </a:lnTo>
                  <a:lnTo>
                    <a:pt x="1719082" y="4592464"/>
                  </a:lnTo>
                  <a:lnTo>
                    <a:pt x="1745605" y="4518934"/>
                  </a:lnTo>
                  <a:lnTo>
                    <a:pt x="1771908" y="4441361"/>
                  </a:lnTo>
                  <a:lnTo>
                    <a:pt x="1798089" y="4359666"/>
                  </a:lnTo>
                  <a:lnTo>
                    <a:pt x="1824230" y="4273804"/>
                  </a:lnTo>
                  <a:lnTo>
                    <a:pt x="1850396" y="4183769"/>
                  </a:lnTo>
                  <a:lnTo>
                    <a:pt x="1876642" y="4089595"/>
                  </a:lnTo>
                  <a:lnTo>
                    <a:pt x="1903012" y="3991362"/>
                  </a:lnTo>
                  <a:lnTo>
                    <a:pt x="1929536" y="3889194"/>
                  </a:lnTo>
                  <a:lnTo>
                    <a:pt x="1956236" y="3783264"/>
                  </a:lnTo>
                  <a:lnTo>
                    <a:pt x="1983123" y="3673795"/>
                  </a:lnTo>
                  <a:lnTo>
                    <a:pt x="2010199" y="3561055"/>
                  </a:lnTo>
                  <a:lnTo>
                    <a:pt x="2037458" y="3445360"/>
                  </a:lnTo>
                  <a:lnTo>
                    <a:pt x="2064887" y="3327069"/>
                  </a:lnTo>
                  <a:lnTo>
                    <a:pt x="2092465" y="3206583"/>
                  </a:lnTo>
                  <a:lnTo>
                    <a:pt x="2120167" y="3084335"/>
                  </a:lnTo>
                  <a:lnTo>
                    <a:pt x="2147961" y="2960788"/>
                  </a:lnTo>
                  <a:lnTo>
                    <a:pt x="2175815" y="2836426"/>
                  </a:lnTo>
                  <a:lnTo>
                    <a:pt x="2203691" y="2711747"/>
                  </a:lnTo>
                  <a:lnTo>
                    <a:pt x="2231555" y="2587252"/>
                  </a:lnTo>
                  <a:lnTo>
                    <a:pt x="2259368" y="2463443"/>
                  </a:lnTo>
                  <a:lnTo>
                    <a:pt x="2287097" y="2340806"/>
                  </a:lnTo>
                  <a:lnTo>
                    <a:pt x="2314710" y="2219812"/>
                  </a:lnTo>
                  <a:lnTo>
                    <a:pt x="2342181" y="2100903"/>
                  </a:lnTo>
                  <a:lnTo>
                    <a:pt x="2369486" y="1984487"/>
                  </a:lnTo>
                  <a:lnTo>
                    <a:pt x="2396611" y="1870935"/>
                  </a:lnTo>
                  <a:lnTo>
                    <a:pt x="2423548" y="1760575"/>
                  </a:lnTo>
                  <a:lnTo>
                    <a:pt x="2450297" y="1653689"/>
                  </a:lnTo>
                  <a:lnTo>
                    <a:pt x="2476865" y="1550511"/>
                  </a:lnTo>
                  <a:lnTo>
                    <a:pt x="2503273" y="1451226"/>
                  </a:lnTo>
                  <a:lnTo>
                    <a:pt x="2529549" y="1355972"/>
                  </a:lnTo>
                  <a:lnTo>
                    <a:pt x="2555731" y="1264841"/>
                  </a:lnTo>
                  <a:lnTo>
                    <a:pt x="2581872" y="1177878"/>
                  </a:lnTo>
                  <a:lnTo>
                    <a:pt x="2608036" y="1095087"/>
                  </a:lnTo>
                  <a:lnTo>
                    <a:pt x="2634298" y="1016433"/>
                  </a:lnTo>
                  <a:lnTo>
                    <a:pt x="2660752" y="941847"/>
                  </a:lnTo>
                  <a:lnTo>
                    <a:pt x="2667772" y="922848"/>
                  </a:lnTo>
                  <a:lnTo>
                    <a:pt x="2708846" y="818482"/>
                  </a:lnTo>
                  <a:lnTo>
                    <a:pt x="2751095" y="723393"/>
                  </a:lnTo>
                  <a:lnTo>
                    <a:pt x="2795026" y="637227"/>
                  </a:lnTo>
                  <a:lnTo>
                    <a:pt x="2841212" y="559324"/>
                  </a:lnTo>
                  <a:lnTo>
                    <a:pt x="2890248" y="488898"/>
                  </a:lnTo>
                  <a:lnTo>
                    <a:pt x="2942718" y="425147"/>
                  </a:lnTo>
                  <a:lnTo>
                    <a:pt x="2999147" y="367328"/>
                  </a:lnTo>
                  <a:lnTo>
                    <a:pt x="3059948" y="314791"/>
                  </a:lnTo>
                  <a:lnTo>
                    <a:pt x="3125349" y="267009"/>
                  </a:lnTo>
                  <a:lnTo>
                    <a:pt x="3195301" y="223585"/>
                  </a:lnTo>
                  <a:lnTo>
                    <a:pt x="3269375" y="184260"/>
                  </a:lnTo>
                  <a:lnTo>
                    <a:pt x="3346651" y="148903"/>
                  </a:lnTo>
                  <a:lnTo>
                    <a:pt x="3425637" y="117498"/>
                  </a:lnTo>
                  <a:lnTo>
                    <a:pt x="3504253" y="90104"/>
                  </a:lnTo>
                  <a:lnTo>
                    <a:pt x="3579916" y="66811"/>
                  </a:lnTo>
                  <a:lnTo>
                    <a:pt x="3649766" y="47668"/>
                  </a:lnTo>
                  <a:lnTo>
                    <a:pt x="3711025" y="32622"/>
                  </a:lnTo>
                  <a:lnTo>
                    <a:pt x="3761436" y="21462"/>
                  </a:lnTo>
                  <a:lnTo>
                    <a:pt x="3799681" y="13795"/>
                  </a:lnTo>
                  <a:lnTo>
                    <a:pt x="3825661" y="9059"/>
                  </a:lnTo>
                  <a:lnTo>
                    <a:pt x="3840591" y="6576"/>
                  </a:lnTo>
                  <a:lnTo>
                    <a:pt x="3846910" y="5614"/>
                  </a:lnTo>
                  <a:lnTo>
                    <a:pt x="3848118" y="5444"/>
                  </a:lnTo>
                  <a:lnTo>
                    <a:pt x="4386855" y="5444"/>
                  </a:lnTo>
                  <a:lnTo>
                    <a:pt x="4387985" y="5538"/>
                  </a:lnTo>
                  <a:lnTo>
                    <a:pt x="4395383" y="6211"/>
                  </a:lnTo>
                  <a:lnTo>
                    <a:pt x="4413918" y="8072"/>
                  </a:lnTo>
                  <a:lnTo>
                    <a:pt x="4446761" y="11728"/>
                  </a:lnTo>
                  <a:lnTo>
                    <a:pt x="4495115" y="17723"/>
                  </a:lnTo>
                  <a:lnTo>
                    <a:pt x="4558136" y="26474"/>
                  </a:lnTo>
                  <a:lnTo>
                    <a:pt x="4633236" y="38230"/>
                  </a:lnTo>
                  <a:lnTo>
                    <a:pt x="4716720" y="53082"/>
                  </a:lnTo>
                  <a:lnTo>
                    <a:pt x="4804554" y="71004"/>
                  </a:lnTo>
                  <a:lnTo>
                    <a:pt x="4893047" y="91926"/>
                  </a:lnTo>
                  <a:lnTo>
                    <a:pt x="4979274" y="115797"/>
                  </a:lnTo>
                  <a:lnTo>
                    <a:pt x="5061235" y="142645"/>
                  </a:lnTo>
                  <a:lnTo>
                    <a:pt x="5137810" y="172602"/>
                  </a:lnTo>
                  <a:lnTo>
                    <a:pt x="5208601" y="205928"/>
                  </a:lnTo>
                  <a:lnTo>
                    <a:pt x="5273741" y="243007"/>
                  </a:lnTo>
                  <a:lnTo>
                    <a:pt x="5333719" y="284345"/>
                  </a:lnTo>
                  <a:lnTo>
                    <a:pt x="5389235" y="330544"/>
                  </a:lnTo>
                  <a:lnTo>
                    <a:pt x="5441101" y="382266"/>
                  </a:lnTo>
                  <a:lnTo>
                    <a:pt x="5490154" y="440171"/>
                  </a:lnTo>
                  <a:lnTo>
                    <a:pt x="5537192" y="504788"/>
                  </a:lnTo>
                  <a:lnTo>
                    <a:pt x="5567201" y="550805"/>
                  </a:lnTo>
                  <a:lnTo>
                    <a:pt x="5600640" y="606375"/>
                  </a:lnTo>
                  <a:lnTo>
                    <a:pt x="5633771" y="665797"/>
                  </a:lnTo>
                  <a:lnTo>
                    <a:pt x="5666776" y="729147"/>
                  </a:lnTo>
                  <a:lnTo>
                    <a:pt x="5699802" y="796451"/>
                  </a:lnTo>
                  <a:lnTo>
                    <a:pt x="5732958" y="867669"/>
                  </a:lnTo>
                  <a:lnTo>
                    <a:pt x="5766327" y="942699"/>
                  </a:lnTo>
                  <a:lnTo>
                    <a:pt x="5799963" y="1021364"/>
                  </a:lnTo>
                  <a:lnTo>
                    <a:pt x="5833893" y="1103418"/>
                  </a:lnTo>
                  <a:lnTo>
                    <a:pt x="5868125" y="1188540"/>
                  </a:lnTo>
                  <a:lnTo>
                    <a:pt x="5902641" y="1276341"/>
                  </a:lnTo>
                  <a:lnTo>
                    <a:pt x="5937408" y="1366367"/>
                  </a:lnTo>
                  <a:lnTo>
                    <a:pt x="5972376" y="1458109"/>
                  </a:lnTo>
                  <a:lnTo>
                    <a:pt x="6007484" y="1551013"/>
                  </a:lnTo>
                  <a:lnTo>
                    <a:pt x="6042664" y="1644498"/>
                  </a:lnTo>
                  <a:lnTo>
                    <a:pt x="6077841" y="1737964"/>
                  </a:lnTo>
                  <a:lnTo>
                    <a:pt x="6112942" y="1830812"/>
                  </a:lnTo>
                  <a:lnTo>
                    <a:pt x="6147899" y="1922461"/>
                  </a:lnTo>
                  <a:lnTo>
                    <a:pt x="6182652" y="2012360"/>
                  </a:lnTo>
                  <a:lnTo>
                    <a:pt x="6217150" y="2100003"/>
                  </a:lnTo>
                  <a:lnTo>
                    <a:pt x="6251363" y="2184941"/>
                  </a:lnTo>
                  <a:lnTo>
                    <a:pt x="6285275" y="2266789"/>
                  </a:lnTo>
                  <a:lnTo>
                    <a:pt x="6318892" y="2345230"/>
                  </a:lnTo>
                  <a:lnTo>
                    <a:pt x="6352246" y="2420022"/>
                  </a:lnTo>
                  <a:lnTo>
                    <a:pt x="6385391" y="2490994"/>
                  </a:lnTo>
                  <a:lnTo>
                    <a:pt x="6418412" y="2558047"/>
                  </a:lnTo>
                  <a:lnTo>
                    <a:pt x="6451421" y="2621147"/>
                  </a:lnTo>
                  <a:lnTo>
                    <a:pt x="6484565" y="2680320"/>
                  </a:lnTo>
                  <a:lnTo>
                    <a:pt x="6515891" y="2732248"/>
                  </a:lnTo>
                  <a:lnTo>
                    <a:pt x="6561991" y="2801402"/>
                  </a:lnTo>
                  <a:lnTo>
                    <a:pt x="6609641" y="2863652"/>
                  </a:lnTo>
                  <a:lnTo>
                    <a:pt x="6659574" y="2919348"/>
                  </a:lnTo>
                  <a:lnTo>
                    <a:pt x="6712608" y="2969083"/>
                  </a:lnTo>
                  <a:lnTo>
                    <a:pt x="6769580" y="3013527"/>
                  </a:lnTo>
                  <a:lnTo>
                    <a:pt x="6831272" y="3053328"/>
                  </a:lnTo>
                  <a:lnTo>
                    <a:pt x="6898327" y="3089057"/>
                  </a:lnTo>
                  <a:lnTo>
                    <a:pt x="6971127" y="3121181"/>
                  </a:lnTo>
                  <a:lnTo>
                    <a:pt x="7049643" y="3150039"/>
                  </a:lnTo>
                  <a:lnTo>
                    <a:pt x="7133249" y="3175848"/>
                  </a:lnTo>
                  <a:lnTo>
                    <a:pt x="7220533" y="3198701"/>
                  </a:lnTo>
                  <a:lnTo>
                    <a:pt x="7309174" y="3218593"/>
                  </a:lnTo>
                  <a:lnTo>
                    <a:pt x="7395950" y="3235460"/>
                  </a:lnTo>
                  <a:lnTo>
                    <a:pt x="7476989" y="3249238"/>
                  </a:lnTo>
                  <a:lnTo>
                    <a:pt x="7548288" y="3259937"/>
                  </a:lnTo>
                  <a:lnTo>
                    <a:pt x="7606450" y="3267698"/>
                  </a:lnTo>
                  <a:lnTo>
                    <a:pt x="7649431" y="3272829"/>
                  </a:lnTo>
                  <a:lnTo>
                    <a:pt x="7677084" y="3275798"/>
                  </a:lnTo>
                  <a:lnTo>
                    <a:pt x="7691314" y="3277178"/>
                  </a:lnTo>
                  <a:lnTo>
                    <a:pt x="7695915" y="3277583"/>
                  </a:lnTo>
                  <a:lnTo>
                    <a:pt x="7696237" y="3277609"/>
                  </a:lnTo>
                  <a:lnTo>
                    <a:pt x="8234974" y="3277609"/>
                  </a:lnTo>
                  <a:lnTo>
                    <a:pt x="8234974" y="3272165"/>
                  </a:lnTo>
                  <a:lnTo>
                    <a:pt x="7696237" y="3272165"/>
                  </a:lnTo>
                  <a:lnTo>
                    <a:pt x="7695107" y="3272070"/>
                  </a:lnTo>
                  <a:lnTo>
                    <a:pt x="7687709" y="3271397"/>
                  </a:lnTo>
                  <a:lnTo>
                    <a:pt x="7669175" y="3269537"/>
                  </a:lnTo>
                  <a:lnTo>
                    <a:pt x="7636332" y="3265881"/>
                  </a:lnTo>
                  <a:lnTo>
                    <a:pt x="7587978" y="3259885"/>
                  </a:lnTo>
                  <a:lnTo>
                    <a:pt x="7524957" y="3251134"/>
                  </a:lnTo>
                  <a:lnTo>
                    <a:pt x="7449856" y="3239378"/>
                  </a:lnTo>
                  <a:lnTo>
                    <a:pt x="7366373" y="3224527"/>
                  </a:lnTo>
                  <a:lnTo>
                    <a:pt x="7278538" y="3206605"/>
                  </a:lnTo>
                  <a:lnTo>
                    <a:pt x="7190045" y="3185683"/>
                  </a:lnTo>
                  <a:lnTo>
                    <a:pt x="7103819" y="3161811"/>
                  </a:lnTo>
                  <a:lnTo>
                    <a:pt x="7021858" y="3134964"/>
                  </a:lnTo>
                  <a:lnTo>
                    <a:pt x="6945283" y="3105007"/>
                  </a:lnTo>
                  <a:lnTo>
                    <a:pt x="6874491" y="3071681"/>
                  </a:lnTo>
                  <a:lnTo>
                    <a:pt x="6809351" y="3034601"/>
                  </a:lnTo>
                  <a:lnTo>
                    <a:pt x="6749374" y="2993263"/>
                  </a:lnTo>
                  <a:lnTo>
                    <a:pt x="6693857" y="2947065"/>
                  </a:lnTo>
                  <a:lnTo>
                    <a:pt x="6641991" y="2895342"/>
                  </a:lnTo>
                  <a:lnTo>
                    <a:pt x="6592938" y="2837438"/>
                  </a:lnTo>
                  <a:lnTo>
                    <a:pt x="6545900" y="2772820"/>
                  </a:lnTo>
                  <a:lnTo>
                    <a:pt x="6515891" y="2726804"/>
                  </a:lnTo>
                  <a:lnTo>
                    <a:pt x="6482453" y="2671233"/>
                  </a:lnTo>
                  <a:lnTo>
                    <a:pt x="6449322" y="2611812"/>
                  </a:lnTo>
                  <a:lnTo>
                    <a:pt x="6416316" y="2548461"/>
                  </a:lnTo>
                  <a:lnTo>
                    <a:pt x="6383291" y="2481158"/>
                  </a:lnTo>
                  <a:lnTo>
                    <a:pt x="6350135" y="2409939"/>
                  </a:lnTo>
                  <a:lnTo>
                    <a:pt x="6316766" y="2334910"/>
                  </a:lnTo>
                  <a:lnTo>
                    <a:pt x="6283130" y="2256244"/>
                  </a:lnTo>
                  <a:lnTo>
                    <a:pt x="6249199" y="2174191"/>
                  </a:lnTo>
                  <a:lnTo>
                    <a:pt x="6214968" y="2089068"/>
                  </a:lnTo>
                  <a:lnTo>
                    <a:pt x="6180452" y="2001267"/>
                  </a:lnTo>
                  <a:lnTo>
                    <a:pt x="6145685" y="1911242"/>
                  </a:lnTo>
                  <a:lnTo>
                    <a:pt x="6110717" y="1819500"/>
                  </a:lnTo>
                  <a:lnTo>
                    <a:pt x="6075608" y="1726595"/>
                  </a:lnTo>
                  <a:lnTo>
                    <a:pt x="6040429" y="1633110"/>
                  </a:lnTo>
                  <a:lnTo>
                    <a:pt x="6005252" y="1539645"/>
                  </a:lnTo>
                  <a:lnTo>
                    <a:pt x="5970150" y="1446797"/>
                  </a:lnTo>
                  <a:lnTo>
                    <a:pt x="5935193" y="1355148"/>
                  </a:lnTo>
                  <a:lnTo>
                    <a:pt x="5900441" y="1265249"/>
                  </a:lnTo>
                  <a:lnTo>
                    <a:pt x="5865942" y="1177605"/>
                  </a:lnTo>
                  <a:lnTo>
                    <a:pt x="5831730" y="1092667"/>
                  </a:lnTo>
                  <a:lnTo>
                    <a:pt x="5797818" y="1010820"/>
                  </a:lnTo>
                  <a:lnTo>
                    <a:pt x="5764200" y="932379"/>
                  </a:lnTo>
                  <a:lnTo>
                    <a:pt x="5730847" y="857587"/>
                  </a:lnTo>
                  <a:lnTo>
                    <a:pt x="5697701" y="786614"/>
                  </a:lnTo>
                  <a:lnTo>
                    <a:pt x="5664681" y="719562"/>
                  </a:lnTo>
                  <a:lnTo>
                    <a:pt x="5631672" y="656462"/>
                  </a:lnTo>
                  <a:lnTo>
                    <a:pt x="5598527" y="597288"/>
                  </a:lnTo>
                  <a:lnTo>
                    <a:pt x="5567201" y="545360"/>
                  </a:lnTo>
                  <a:lnTo>
                    <a:pt x="5521101" y="476206"/>
                  </a:lnTo>
                  <a:lnTo>
                    <a:pt x="5473451" y="413957"/>
                  </a:lnTo>
                  <a:lnTo>
                    <a:pt x="5423519" y="358261"/>
                  </a:lnTo>
                  <a:lnTo>
                    <a:pt x="5370484" y="308526"/>
                  </a:lnTo>
                  <a:lnTo>
                    <a:pt x="5313513" y="264082"/>
                  </a:lnTo>
                  <a:lnTo>
                    <a:pt x="5251820" y="224281"/>
                  </a:lnTo>
                  <a:lnTo>
                    <a:pt x="5184765" y="188551"/>
                  </a:lnTo>
                  <a:lnTo>
                    <a:pt x="5111965" y="156428"/>
                  </a:lnTo>
                  <a:lnTo>
                    <a:pt x="5033449" y="127570"/>
                  </a:lnTo>
                  <a:lnTo>
                    <a:pt x="4949844" y="101761"/>
                  </a:lnTo>
                  <a:lnTo>
                    <a:pt x="4862559" y="78908"/>
                  </a:lnTo>
                  <a:lnTo>
                    <a:pt x="4773918" y="59016"/>
                  </a:lnTo>
                  <a:lnTo>
                    <a:pt x="4687142" y="42149"/>
                  </a:lnTo>
                  <a:lnTo>
                    <a:pt x="4606104" y="28370"/>
                  </a:lnTo>
                  <a:lnTo>
                    <a:pt x="4534804" y="17671"/>
                  </a:lnTo>
                  <a:lnTo>
                    <a:pt x="4476643" y="9911"/>
                  </a:lnTo>
                  <a:lnTo>
                    <a:pt x="4433661" y="4779"/>
                  </a:lnTo>
                  <a:lnTo>
                    <a:pt x="4406009" y="1811"/>
                  </a:lnTo>
                  <a:lnTo>
                    <a:pt x="4391778" y="431"/>
                  </a:lnTo>
                  <a:lnTo>
                    <a:pt x="4387178" y="2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10" y="112"/>
                  </a:lnTo>
                  <a:lnTo>
                    <a:pt x="3841982" y="913"/>
                  </a:lnTo>
                  <a:lnTo>
                    <a:pt x="3828493" y="3127"/>
                  </a:lnTo>
                  <a:lnTo>
                    <a:pt x="3804238" y="7488"/>
                  </a:lnTo>
                  <a:lnTo>
                    <a:pt x="3767815" y="14688"/>
                  </a:lnTo>
                  <a:lnTo>
                    <a:pt x="3719130" y="25308"/>
                  </a:lnTo>
                  <a:lnTo>
                    <a:pt x="3659337" y="39767"/>
                  </a:lnTo>
                  <a:lnTo>
                    <a:pt x="3590579" y="58303"/>
                  </a:lnTo>
                  <a:lnTo>
                    <a:pt x="3515587" y="80990"/>
                  </a:lnTo>
                  <a:lnTo>
                    <a:pt x="3437232" y="107788"/>
                  </a:lnTo>
                  <a:lnTo>
                    <a:pt x="3358156" y="138611"/>
                  </a:lnTo>
                  <a:lnTo>
                    <a:pt x="3280523" y="173390"/>
                  </a:lnTo>
                  <a:lnTo>
                    <a:pt x="3205909" y="212129"/>
                  </a:lnTo>
                  <a:lnTo>
                    <a:pt x="3135315" y="254940"/>
                  </a:lnTo>
                  <a:lnTo>
                    <a:pt x="3069237" y="302062"/>
                  </a:lnTo>
                  <a:lnTo>
                    <a:pt x="3007771" y="353872"/>
                  </a:lnTo>
                  <a:lnTo>
                    <a:pt x="2950724" y="410880"/>
                  </a:lnTo>
                  <a:lnTo>
                    <a:pt x="2897705" y="473717"/>
                  </a:lnTo>
                  <a:lnTo>
                    <a:pt x="2848202" y="543116"/>
                  </a:lnTo>
                  <a:lnTo>
                    <a:pt x="2801636" y="619873"/>
                  </a:lnTo>
                  <a:lnTo>
                    <a:pt x="2757411" y="704783"/>
                  </a:lnTo>
                  <a:lnTo>
                    <a:pt x="2714949" y="798533"/>
                  </a:lnTo>
                  <a:lnTo>
                    <a:pt x="2673731" y="901537"/>
                  </a:lnTo>
                  <a:lnTo>
                    <a:pt x="2667772" y="917404"/>
                  </a:lnTo>
                  <a:lnTo>
                    <a:pt x="2641250" y="990933"/>
                  </a:lnTo>
                  <a:lnTo>
                    <a:pt x="2614946" y="1068506"/>
                  </a:lnTo>
                  <a:lnTo>
                    <a:pt x="2588765" y="1150201"/>
                  </a:lnTo>
                  <a:lnTo>
                    <a:pt x="2562625" y="1236063"/>
                  </a:lnTo>
                  <a:lnTo>
                    <a:pt x="2536459" y="1326099"/>
                  </a:lnTo>
                  <a:lnTo>
                    <a:pt x="2510212" y="1420272"/>
                  </a:lnTo>
                  <a:lnTo>
                    <a:pt x="2483842" y="1518506"/>
                  </a:lnTo>
                  <a:lnTo>
                    <a:pt x="2457318" y="1620674"/>
                  </a:lnTo>
                  <a:lnTo>
                    <a:pt x="2430618" y="1726603"/>
                  </a:lnTo>
                  <a:lnTo>
                    <a:pt x="2403731" y="1836073"/>
                  </a:lnTo>
                  <a:lnTo>
                    <a:pt x="2376655" y="1948813"/>
                  </a:lnTo>
                  <a:lnTo>
                    <a:pt x="2349396" y="2064508"/>
                  </a:lnTo>
                  <a:lnTo>
                    <a:pt x="2321968" y="2182798"/>
                  </a:lnTo>
                  <a:lnTo>
                    <a:pt x="2294389" y="2303284"/>
                  </a:lnTo>
                  <a:lnTo>
                    <a:pt x="2266688" y="2425532"/>
                  </a:lnTo>
                  <a:lnTo>
                    <a:pt x="2238894" y="2549079"/>
                  </a:lnTo>
                  <a:lnTo>
                    <a:pt x="2211040" y="2673441"/>
                  </a:lnTo>
                  <a:lnTo>
                    <a:pt x="2183163" y="2798121"/>
                  </a:lnTo>
                  <a:lnTo>
                    <a:pt x="2155300" y="2922615"/>
                  </a:lnTo>
                  <a:lnTo>
                    <a:pt x="2127487" y="3046425"/>
                  </a:lnTo>
                  <a:lnTo>
                    <a:pt x="2099758" y="3169061"/>
                  </a:lnTo>
                  <a:lnTo>
                    <a:pt x="2072144" y="3290055"/>
                  </a:lnTo>
                  <a:lnTo>
                    <a:pt x="2044674" y="3408965"/>
                  </a:lnTo>
                  <a:lnTo>
                    <a:pt x="2017369" y="3525381"/>
                  </a:lnTo>
                  <a:lnTo>
                    <a:pt x="1990243" y="3638932"/>
                  </a:lnTo>
                  <a:lnTo>
                    <a:pt x="1963307" y="3749292"/>
                  </a:lnTo>
                  <a:lnTo>
                    <a:pt x="1936558" y="3856179"/>
                  </a:lnTo>
                  <a:lnTo>
                    <a:pt x="1909989" y="3959357"/>
                  </a:lnTo>
                  <a:lnTo>
                    <a:pt x="1883581" y="4058642"/>
                  </a:lnTo>
                  <a:lnTo>
                    <a:pt x="1857306" y="4153895"/>
                  </a:lnTo>
                  <a:lnTo>
                    <a:pt x="1831123" y="4245027"/>
                  </a:lnTo>
                  <a:lnTo>
                    <a:pt x="1804982" y="4331990"/>
                  </a:lnTo>
                  <a:lnTo>
                    <a:pt x="1778819" y="4414781"/>
                  </a:lnTo>
                  <a:lnTo>
                    <a:pt x="1752557" y="4493434"/>
                  </a:lnTo>
                  <a:lnTo>
                    <a:pt x="1726102" y="4568021"/>
                  </a:lnTo>
                  <a:lnTo>
                    <a:pt x="1719082" y="4587020"/>
                  </a:lnTo>
                  <a:lnTo>
                    <a:pt x="1678009" y="4691386"/>
                  </a:lnTo>
                  <a:lnTo>
                    <a:pt x="1635760" y="4786475"/>
                  </a:lnTo>
                  <a:lnTo>
                    <a:pt x="1591829" y="4872641"/>
                  </a:lnTo>
                  <a:lnTo>
                    <a:pt x="1545643" y="4950544"/>
                  </a:lnTo>
                  <a:lnTo>
                    <a:pt x="1496606" y="5020970"/>
                  </a:lnTo>
                  <a:lnTo>
                    <a:pt x="1444137" y="5084721"/>
                  </a:lnTo>
                  <a:lnTo>
                    <a:pt x="1387708" y="5142540"/>
                  </a:lnTo>
                  <a:lnTo>
                    <a:pt x="1326907" y="5195077"/>
                  </a:lnTo>
                  <a:lnTo>
                    <a:pt x="1261506" y="5242859"/>
                  </a:lnTo>
                  <a:lnTo>
                    <a:pt x="1191553" y="5286282"/>
                  </a:lnTo>
                  <a:lnTo>
                    <a:pt x="1117479" y="5325608"/>
                  </a:lnTo>
                  <a:lnTo>
                    <a:pt x="1040204" y="5360964"/>
                  </a:lnTo>
                  <a:lnTo>
                    <a:pt x="961218" y="5392370"/>
                  </a:lnTo>
                  <a:lnTo>
                    <a:pt x="882601" y="5419763"/>
                  </a:lnTo>
                  <a:lnTo>
                    <a:pt x="806939" y="5443057"/>
                  </a:lnTo>
                  <a:lnTo>
                    <a:pt x="737089" y="5462200"/>
                  </a:lnTo>
                  <a:lnTo>
                    <a:pt x="675830" y="5477245"/>
                  </a:lnTo>
                  <a:lnTo>
                    <a:pt x="625418" y="5488405"/>
                  </a:lnTo>
                  <a:lnTo>
                    <a:pt x="587174" y="5496073"/>
                  </a:lnTo>
                  <a:lnTo>
                    <a:pt x="561194" y="5500809"/>
                  </a:lnTo>
                  <a:lnTo>
                    <a:pt x="546264" y="5503292"/>
                  </a:lnTo>
                  <a:lnTo>
                    <a:pt x="539945" y="5504254"/>
                  </a:lnTo>
                  <a:lnTo>
                    <a:pt x="538736" y="5504424"/>
                  </a:lnTo>
                  <a:lnTo>
                    <a:pt x="0" y="5504424"/>
                  </a:lnTo>
                  <a:close/>
                </a:path>
              </a:pathLst>
            </a:custGeom>
            <a:solidFill>
              <a:srgbClr val="FFAFD2">
                <a:alpha val="67843"/>
              </a:srgbClr>
            </a:solidFill>
          </p:spPr>
          <p:txBody>
            <a:bodyPr/>
            <a:lstStyle/>
            <a:p/>
          </p:txBody>
        </p:sp>
        <p:sp>
          <p:nvSpPr>
            <p:cNvPr id="2193" name="pl2193"/>
            <p:cNvSpPr/>
            <p:nvPr/>
          </p:nvSpPr>
          <p:spPr>
            <a:xfrm>
              <a:off x="546595" y="701456"/>
              <a:ext cx="8234974" cy="5504424"/>
            </a:xfrm>
            <a:custGeom>
              <a:avLst/>
              <a:pathLst>
                <a:path w="8234974" h="5504424">
                  <a:moveTo>
                    <a:pt x="0" y="5504424"/>
                  </a:moveTo>
                  <a:lnTo>
                    <a:pt x="538736" y="5504424"/>
                  </a:lnTo>
                  <a:lnTo>
                    <a:pt x="539544" y="5504311"/>
                  </a:lnTo>
                  <a:lnTo>
                    <a:pt x="544873" y="5503510"/>
                  </a:lnTo>
                  <a:lnTo>
                    <a:pt x="558362" y="5501296"/>
                  </a:lnTo>
                  <a:lnTo>
                    <a:pt x="582617" y="5496935"/>
                  </a:lnTo>
                  <a:lnTo>
                    <a:pt x="619039" y="5489735"/>
                  </a:lnTo>
                  <a:lnTo>
                    <a:pt x="667725" y="5479115"/>
                  </a:lnTo>
                  <a:lnTo>
                    <a:pt x="727518" y="5464656"/>
                  </a:lnTo>
                  <a:lnTo>
                    <a:pt x="796275" y="5446120"/>
                  </a:lnTo>
                  <a:lnTo>
                    <a:pt x="871268" y="5423433"/>
                  </a:lnTo>
                  <a:lnTo>
                    <a:pt x="949623" y="5396635"/>
                  </a:lnTo>
                  <a:lnTo>
                    <a:pt x="1028698" y="5365812"/>
                  </a:lnTo>
                  <a:lnTo>
                    <a:pt x="1106332" y="5331033"/>
                  </a:lnTo>
                  <a:lnTo>
                    <a:pt x="1180945" y="5292294"/>
                  </a:lnTo>
                  <a:lnTo>
                    <a:pt x="1251539" y="5249484"/>
                  </a:lnTo>
                  <a:lnTo>
                    <a:pt x="1317618" y="5202361"/>
                  </a:lnTo>
                  <a:lnTo>
                    <a:pt x="1379084" y="5150551"/>
                  </a:lnTo>
                  <a:lnTo>
                    <a:pt x="1436130" y="5093543"/>
                  </a:lnTo>
                  <a:lnTo>
                    <a:pt x="1489149" y="5030706"/>
                  </a:lnTo>
                  <a:lnTo>
                    <a:pt x="1538653" y="4961307"/>
                  </a:lnTo>
                  <a:lnTo>
                    <a:pt x="1585219" y="4884550"/>
                  </a:lnTo>
                  <a:lnTo>
                    <a:pt x="1629444" y="4799640"/>
                  </a:lnTo>
                  <a:lnTo>
                    <a:pt x="1671905" y="4705890"/>
                  </a:lnTo>
                  <a:lnTo>
                    <a:pt x="1713123" y="4602886"/>
                  </a:lnTo>
                  <a:lnTo>
                    <a:pt x="1719082" y="4587020"/>
                  </a:lnTo>
                  <a:lnTo>
                    <a:pt x="1745605" y="4513490"/>
                  </a:lnTo>
                  <a:lnTo>
                    <a:pt x="1771908" y="4435917"/>
                  </a:lnTo>
                  <a:lnTo>
                    <a:pt x="1798089" y="4354222"/>
                  </a:lnTo>
                  <a:lnTo>
                    <a:pt x="1824230" y="4268360"/>
                  </a:lnTo>
                  <a:lnTo>
                    <a:pt x="1850396" y="4178324"/>
                  </a:lnTo>
                  <a:lnTo>
                    <a:pt x="1876642" y="4084151"/>
                  </a:lnTo>
                  <a:lnTo>
                    <a:pt x="1903012" y="3985917"/>
                  </a:lnTo>
                  <a:lnTo>
                    <a:pt x="1929536" y="3883749"/>
                  </a:lnTo>
                  <a:lnTo>
                    <a:pt x="1956236" y="3777820"/>
                  </a:lnTo>
                  <a:lnTo>
                    <a:pt x="1983123" y="3668350"/>
                  </a:lnTo>
                  <a:lnTo>
                    <a:pt x="2010199" y="3555610"/>
                  </a:lnTo>
                  <a:lnTo>
                    <a:pt x="2037458" y="3439915"/>
                  </a:lnTo>
                  <a:lnTo>
                    <a:pt x="2064887" y="3321625"/>
                  </a:lnTo>
                  <a:lnTo>
                    <a:pt x="2092465" y="3201139"/>
                  </a:lnTo>
                  <a:lnTo>
                    <a:pt x="2120167" y="3078891"/>
                  </a:lnTo>
                  <a:lnTo>
                    <a:pt x="2147961" y="2955344"/>
                  </a:lnTo>
                  <a:lnTo>
                    <a:pt x="2175815" y="2830982"/>
                  </a:lnTo>
                  <a:lnTo>
                    <a:pt x="2203691" y="2706302"/>
                  </a:lnTo>
                  <a:lnTo>
                    <a:pt x="2231555" y="2581808"/>
                  </a:lnTo>
                  <a:lnTo>
                    <a:pt x="2259368" y="2457998"/>
                  </a:lnTo>
                  <a:lnTo>
                    <a:pt x="2287097" y="2335362"/>
                  </a:lnTo>
                  <a:lnTo>
                    <a:pt x="2314710" y="2214368"/>
                  </a:lnTo>
                  <a:lnTo>
                    <a:pt x="2342181" y="2095458"/>
                  </a:lnTo>
                  <a:lnTo>
                    <a:pt x="2369486" y="1979042"/>
                  </a:lnTo>
                  <a:lnTo>
                    <a:pt x="2396611" y="1865491"/>
                  </a:lnTo>
                  <a:lnTo>
                    <a:pt x="2423548" y="1755131"/>
                  </a:lnTo>
                  <a:lnTo>
                    <a:pt x="2450297" y="1648245"/>
                  </a:lnTo>
                  <a:lnTo>
                    <a:pt x="2476865" y="1545066"/>
                  </a:lnTo>
                  <a:lnTo>
                    <a:pt x="2503273" y="1445781"/>
                  </a:lnTo>
                  <a:lnTo>
                    <a:pt x="2529549" y="1350528"/>
                  </a:lnTo>
                  <a:lnTo>
                    <a:pt x="2555731" y="1259396"/>
                  </a:lnTo>
                  <a:lnTo>
                    <a:pt x="2581872" y="1172433"/>
                  </a:lnTo>
                  <a:lnTo>
                    <a:pt x="2608036" y="1089642"/>
                  </a:lnTo>
                  <a:lnTo>
                    <a:pt x="2634298" y="1010989"/>
                  </a:lnTo>
                  <a:lnTo>
                    <a:pt x="2660752" y="936402"/>
                  </a:lnTo>
                  <a:lnTo>
                    <a:pt x="2667772" y="917404"/>
                  </a:lnTo>
                  <a:lnTo>
                    <a:pt x="2708846" y="813037"/>
                  </a:lnTo>
                  <a:lnTo>
                    <a:pt x="2751095" y="717948"/>
                  </a:lnTo>
                  <a:lnTo>
                    <a:pt x="2795026" y="631782"/>
                  </a:lnTo>
                  <a:lnTo>
                    <a:pt x="2841212" y="553880"/>
                  </a:lnTo>
                  <a:lnTo>
                    <a:pt x="2890248" y="483453"/>
                  </a:lnTo>
                  <a:lnTo>
                    <a:pt x="2942718" y="419702"/>
                  </a:lnTo>
                  <a:lnTo>
                    <a:pt x="2999147" y="361883"/>
                  </a:lnTo>
                  <a:lnTo>
                    <a:pt x="3059948" y="309347"/>
                  </a:lnTo>
                  <a:lnTo>
                    <a:pt x="3125349" y="261564"/>
                  </a:lnTo>
                  <a:lnTo>
                    <a:pt x="3195301" y="218141"/>
                  </a:lnTo>
                  <a:lnTo>
                    <a:pt x="3269375" y="178815"/>
                  </a:lnTo>
                  <a:lnTo>
                    <a:pt x="3346651" y="143459"/>
                  </a:lnTo>
                  <a:lnTo>
                    <a:pt x="3425637" y="112053"/>
                  </a:lnTo>
                  <a:lnTo>
                    <a:pt x="3504253" y="84660"/>
                  </a:lnTo>
                  <a:lnTo>
                    <a:pt x="3579916" y="61366"/>
                  </a:lnTo>
                  <a:lnTo>
                    <a:pt x="3649766" y="42223"/>
                  </a:lnTo>
                  <a:lnTo>
                    <a:pt x="3711025" y="27178"/>
                  </a:lnTo>
                  <a:lnTo>
                    <a:pt x="3761436" y="16018"/>
                  </a:lnTo>
                  <a:lnTo>
                    <a:pt x="3799681" y="8350"/>
                  </a:lnTo>
                  <a:lnTo>
                    <a:pt x="3825661" y="3614"/>
                  </a:lnTo>
                  <a:lnTo>
                    <a:pt x="3840591" y="1131"/>
                  </a:lnTo>
                  <a:lnTo>
                    <a:pt x="3846910" y="169"/>
                  </a:lnTo>
                  <a:lnTo>
                    <a:pt x="3848116" y="0"/>
                  </a:lnTo>
                  <a:lnTo>
                    <a:pt x="3848118" y="0"/>
                  </a:lnTo>
                  <a:lnTo>
                    <a:pt x="4386855" y="0"/>
                  </a:lnTo>
                  <a:lnTo>
                    <a:pt x="4387985" y="94"/>
                  </a:lnTo>
                  <a:lnTo>
                    <a:pt x="4395383" y="767"/>
                  </a:lnTo>
                  <a:lnTo>
                    <a:pt x="4413918" y="2627"/>
                  </a:lnTo>
                  <a:lnTo>
                    <a:pt x="4446761" y="6283"/>
                  </a:lnTo>
                  <a:lnTo>
                    <a:pt x="4495115" y="12279"/>
                  </a:lnTo>
                  <a:lnTo>
                    <a:pt x="4558136" y="21030"/>
                  </a:lnTo>
                  <a:lnTo>
                    <a:pt x="4633236" y="32786"/>
                  </a:lnTo>
                  <a:lnTo>
                    <a:pt x="4716720" y="47637"/>
                  </a:lnTo>
                  <a:lnTo>
                    <a:pt x="4804554" y="65559"/>
                  </a:lnTo>
                  <a:lnTo>
                    <a:pt x="4893047" y="86481"/>
                  </a:lnTo>
                  <a:lnTo>
                    <a:pt x="4979274" y="110353"/>
                  </a:lnTo>
                  <a:lnTo>
                    <a:pt x="5061235" y="137200"/>
                  </a:lnTo>
                  <a:lnTo>
                    <a:pt x="5137810" y="167157"/>
                  </a:lnTo>
                  <a:lnTo>
                    <a:pt x="5208601" y="200483"/>
                  </a:lnTo>
                  <a:lnTo>
                    <a:pt x="5273741" y="237563"/>
                  </a:lnTo>
                  <a:lnTo>
                    <a:pt x="5333719" y="278901"/>
                  </a:lnTo>
                  <a:lnTo>
                    <a:pt x="5389235" y="325099"/>
                  </a:lnTo>
                  <a:lnTo>
                    <a:pt x="5441101" y="376822"/>
                  </a:lnTo>
                  <a:lnTo>
                    <a:pt x="5490154" y="434726"/>
                  </a:lnTo>
                  <a:lnTo>
                    <a:pt x="5537192" y="499344"/>
                  </a:lnTo>
                  <a:lnTo>
                    <a:pt x="5567201" y="545360"/>
                  </a:lnTo>
                  <a:lnTo>
                    <a:pt x="5600640" y="600931"/>
                  </a:lnTo>
                  <a:lnTo>
                    <a:pt x="5633771" y="660352"/>
                  </a:lnTo>
                  <a:lnTo>
                    <a:pt x="5666776" y="723703"/>
                  </a:lnTo>
                  <a:lnTo>
                    <a:pt x="5699802" y="791006"/>
                  </a:lnTo>
                  <a:lnTo>
                    <a:pt x="5732958" y="862225"/>
                  </a:lnTo>
                  <a:lnTo>
                    <a:pt x="5766327" y="937254"/>
                  </a:lnTo>
                  <a:lnTo>
                    <a:pt x="5799963" y="1015920"/>
                  </a:lnTo>
                  <a:lnTo>
                    <a:pt x="5833893" y="1097974"/>
                  </a:lnTo>
                  <a:lnTo>
                    <a:pt x="5868125" y="1183096"/>
                  </a:lnTo>
                  <a:lnTo>
                    <a:pt x="5902641" y="1270897"/>
                  </a:lnTo>
                  <a:lnTo>
                    <a:pt x="5937408" y="1360922"/>
                  </a:lnTo>
                  <a:lnTo>
                    <a:pt x="5972376" y="1452664"/>
                  </a:lnTo>
                  <a:lnTo>
                    <a:pt x="6007484" y="1545569"/>
                  </a:lnTo>
                  <a:lnTo>
                    <a:pt x="6042664" y="1639054"/>
                  </a:lnTo>
                  <a:lnTo>
                    <a:pt x="6077841" y="1732519"/>
                  </a:lnTo>
                  <a:lnTo>
                    <a:pt x="6112942" y="1825367"/>
                  </a:lnTo>
                  <a:lnTo>
                    <a:pt x="6147899" y="1917016"/>
                  </a:lnTo>
                  <a:lnTo>
                    <a:pt x="6182652" y="2006915"/>
                  </a:lnTo>
                  <a:lnTo>
                    <a:pt x="6217150" y="2094559"/>
                  </a:lnTo>
                  <a:lnTo>
                    <a:pt x="6251363" y="2179497"/>
                  </a:lnTo>
                  <a:lnTo>
                    <a:pt x="6285275" y="2261344"/>
                  </a:lnTo>
                  <a:lnTo>
                    <a:pt x="6318892" y="2339785"/>
                  </a:lnTo>
                  <a:lnTo>
                    <a:pt x="6352246" y="2414577"/>
                  </a:lnTo>
                  <a:lnTo>
                    <a:pt x="6385391" y="2485550"/>
                  </a:lnTo>
                  <a:lnTo>
                    <a:pt x="6418412" y="2552602"/>
                  </a:lnTo>
                  <a:lnTo>
                    <a:pt x="6451421" y="2615702"/>
                  </a:lnTo>
                  <a:lnTo>
                    <a:pt x="6484565" y="2674876"/>
                  </a:lnTo>
                  <a:lnTo>
                    <a:pt x="6515891" y="2726804"/>
                  </a:lnTo>
                  <a:lnTo>
                    <a:pt x="6561991" y="2795958"/>
                  </a:lnTo>
                  <a:lnTo>
                    <a:pt x="6609641" y="2858207"/>
                  </a:lnTo>
                  <a:lnTo>
                    <a:pt x="6659574" y="2913903"/>
                  </a:lnTo>
                  <a:lnTo>
                    <a:pt x="6712608" y="2963638"/>
                  </a:lnTo>
                  <a:lnTo>
                    <a:pt x="6769580" y="3008082"/>
                  </a:lnTo>
                  <a:lnTo>
                    <a:pt x="6831272" y="3047883"/>
                  </a:lnTo>
                  <a:lnTo>
                    <a:pt x="6898327" y="3083613"/>
                  </a:lnTo>
                  <a:lnTo>
                    <a:pt x="6971127" y="3115736"/>
                  </a:lnTo>
                  <a:lnTo>
                    <a:pt x="7049643" y="3144595"/>
                  </a:lnTo>
                  <a:lnTo>
                    <a:pt x="7133249" y="3170403"/>
                  </a:lnTo>
                  <a:lnTo>
                    <a:pt x="7220533" y="3193256"/>
                  </a:lnTo>
                  <a:lnTo>
                    <a:pt x="7309174" y="3213148"/>
                  </a:lnTo>
                  <a:lnTo>
                    <a:pt x="7395950" y="3230015"/>
                  </a:lnTo>
                  <a:lnTo>
                    <a:pt x="7476989" y="3243794"/>
                  </a:lnTo>
                  <a:lnTo>
                    <a:pt x="7548288" y="3254493"/>
                  </a:lnTo>
                  <a:lnTo>
                    <a:pt x="7606450" y="3262253"/>
                  </a:lnTo>
                  <a:lnTo>
                    <a:pt x="7649431" y="3267385"/>
                  </a:lnTo>
                  <a:lnTo>
                    <a:pt x="7677084" y="3270353"/>
                  </a:lnTo>
                  <a:lnTo>
                    <a:pt x="7691314" y="3271733"/>
                  </a:lnTo>
                  <a:lnTo>
                    <a:pt x="7695915" y="3272138"/>
                  </a:lnTo>
                  <a:lnTo>
                    <a:pt x="7696237" y="3272165"/>
                  </a:lnTo>
                  <a:lnTo>
                    <a:pt x="8234974" y="3272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4" name="pl2194"/>
            <p:cNvSpPr/>
            <p:nvPr/>
          </p:nvSpPr>
          <p:spPr>
            <a:xfrm>
              <a:off x="546595" y="696011"/>
              <a:ext cx="8234974" cy="5504424"/>
            </a:xfrm>
            <a:custGeom>
              <a:avLst/>
              <a:pathLst>
                <a:path w="8234974" h="5504424">
                  <a:moveTo>
                    <a:pt x="8234974" y="3272165"/>
                  </a:moveTo>
                  <a:lnTo>
                    <a:pt x="7696237" y="3272165"/>
                  </a:lnTo>
                  <a:lnTo>
                    <a:pt x="7695107" y="3272070"/>
                  </a:lnTo>
                  <a:lnTo>
                    <a:pt x="7687709" y="3271397"/>
                  </a:lnTo>
                  <a:lnTo>
                    <a:pt x="7669175" y="3269537"/>
                  </a:lnTo>
                  <a:lnTo>
                    <a:pt x="7636332" y="3265881"/>
                  </a:lnTo>
                  <a:lnTo>
                    <a:pt x="7587978" y="3259885"/>
                  </a:lnTo>
                  <a:lnTo>
                    <a:pt x="7524957" y="3251134"/>
                  </a:lnTo>
                  <a:lnTo>
                    <a:pt x="7449856" y="3239378"/>
                  </a:lnTo>
                  <a:lnTo>
                    <a:pt x="7366373" y="3224527"/>
                  </a:lnTo>
                  <a:lnTo>
                    <a:pt x="7278538" y="3206605"/>
                  </a:lnTo>
                  <a:lnTo>
                    <a:pt x="7190045" y="3185683"/>
                  </a:lnTo>
                  <a:lnTo>
                    <a:pt x="7103819" y="3161811"/>
                  </a:lnTo>
                  <a:lnTo>
                    <a:pt x="7021858" y="3134964"/>
                  </a:lnTo>
                  <a:lnTo>
                    <a:pt x="6945283" y="3105007"/>
                  </a:lnTo>
                  <a:lnTo>
                    <a:pt x="6874491" y="3071681"/>
                  </a:lnTo>
                  <a:lnTo>
                    <a:pt x="6809351" y="3034601"/>
                  </a:lnTo>
                  <a:lnTo>
                    <a:pt x="6749374" y="2993263"/>
                  </a:lnTo>
                  <a:lnTo>
                    <a:pt x="6693857" y="2947065"/>
                  </a:lnTo>
                  <a:lnTo>
                    <a:pt x="6641991" y="2895342"/>
                  </a:lnTo>
                  <a:lnTo>
                    <a:pt x="6592938" y="2837438"/>
                  </a:lnTo>
                  <a:lnTo>
                    <a:pt x="6545900" y="2772820"/>
                  </a:lnTo>
                  <a:lnTo>
                    <a:pt x="6515891" y="2726804"/>
                  </a:lnTo>
                  <a:lnTo>
                    <a:pt x="6482453" y="2671233"/>
                  </a:lnTo>
                  <a:lnTo>
                    <a:pt x="6449322" y="2611812"/>
                  </a:lnTo>
                  <a:lnTo>
                    <a:pt x="6416316" y="2548461"/>
                  </a:lnTo>
                  <a:lnTo>
                    <a:pt x="6383291" y="2481158"/>
                  </a:lnTo>
                  <a:lnTo>
                    <a:pt x="6350135" y="2409939"/>
                  </a:lnTo>
                  <a:lnTo>
                    <a:pt x="6316766" y="2334910"/>
                  </a:lnTo>
                  <a:lnTo>
                    <a:pt x="6283130" y="2256244"/>
                  </a:lnTo>
                  <a:lnTo>
                    <a:pt x="6249199" y="2174191"/>
                  </a:lnTo>
                  <a:lnTo>
                    <a:pt x="6214968" y="2089068"/>
                  </a:lnTo>
                  <a:lnTo>
                    <a:pt x="6180452" y="2001267"/>
                  </a:lnTo>
                  <a:lnTo>
                    <a:pt x="6145685" y="1911242"/>
                  </a:lnTo>
                  <a:lnTo>
                    <a:pt x="6110717" y="1819500"/>
                  </a:lnTo>
                  <a:lnTo>
                    <a:pt x="6075608" y="1726595"/>
                  </a:lnTo>
                  <a:lnTo>
                    <a:pt x="6040429" y="1633110"/>
                  </a:lnTo>
                  <a:lnTo>
                    <a:pt x="6005252" y="1539645"/>
                  </a:lnTo>
                  <a:lnTo>
                    <a:pt x="5970150" y="1446797"/>
                  </a:lnTo>
                  <a:lnTo>
                    <a:pt x="5935193" y="1355148"/>
                  </a:lnTo>
                  <a:lnTo>
                    <a:pt x="5900441" y="1265249"/>
                  </a:lnTo>
                  <a:lnTo>
                    <a:pt x="5865942" y="1177605"/>
                  </a:lnTo>
                  <a:lnTo>
                    <a:pt x="5831730" y="1092667"/>
                  </a:lnTo>
                  <a:lnTo>
                    <a:pt x="5797818" y="1010820"/>
                  </a:lnTo>
                  <a:lnTo>
                    <a:pt x="5764200" y="932379"/>
                  </a:lnTo>
                  <a:lnTo>
                    <a:pt x="5730847" y="857587"/>
                  </a:lnTo>
                  <a:lnTo>
                    <a:pt x="5697701" y="786614"/>
                  </a:lnTo>
                  <a:lnTo>
                    <a:pt x="5664681" y="719562"/>
                  </a:lnTo>
                  <a:lnTo>
                    <a:pt x="5631672" y="656462"/>
                  </a:lnTo>
                  <a:lnTo>
                    <a:pt x="5598527" y="597288"/>
                  </a:lnTo>
                  <a:lnTo>
                    <a:pt x="5567201" y="545360"/>
                  </a:lnTo>
                  <a:lnTo>
                    <a:pt x="5521101" y="476206"/>
                  </a:lnTo>
                  <a:lnTo>
                    <a:pt x="5473451" y="413957"/>
                  </a:lnTo>
                  <a:lnTo>
                    <a:pt x="5423519" y="358261"/>
                  </a:lnTo>
                  <a:lnTo>
                    <a:pt x="5370484" y="308526"/>
                  </a:lnTo>
                  <a:lnTo>
                    <a:pt x="5313513" y="264082"/>
                  </a:lnTo>
                  <a:lnTo>
                    <a:pt x="5251820" y="224281"/>
                  </a:lnTo>
                  <a:lnTo>
                    <a:pt x="5184765" y="188551"/>
                  </a:lnTo>
                  <a:lnTo>
                    <a:pt x="5111965" y="156428"/>
                  </a:lnTo>
                  <a:lnTo>
                    <a:pt x="5033449" y="127570"/>
                  </a:lnTo>
                  <a:lnTo>
                    <a:pt x="4949844" y="101761"/>
                  </a:lnTo>
                  <a:lnTo>
                    <a:pt x="4862559" y="78908"/>
                  </a:lnTo>
                  <a:lnTo>
                    <a:pt x="4773918" y="59016"/>
                  </a:lnTo>
                  <a:lnTo>
                    <a:pt x="4687142" y="42149"/>
                  </a:lnTo>
                  <a:lnTo>
                    <a:pt x="4606104" y="28370"/>
                  </a:lnTo>
                  <a:lnTo>
                    <a:pt x="4534804" y="17671"/>
                  </a:lnTo>
                  <a:lnTo>
                    <a:pt x="4476643" y="9911"/>
                  </a:lnTo>
                  <a:lnTo>
                    <a:pt x="4433661" y="4779"/>
                  </a:lnTo>
                  <a:lnTo>
                    <a:pt x="4406009" y="1811"/>
                  </a:lnTo>
                  <a:lnTo>
                    <a:pt x="4391778" y="431"/>
                  </a:lnTo>
                  <a:lnTo>
                    <a:pt x="4387178" y="26"/>
                  </a:lnTo>
                  <a:lnTo>
                    <a:pt x="4386855" y="0"/>
                  </a:lnTo>
                  <a:lnTo>
                    <a:pt x="3848118" y="0"/>
                  </a:lnTo>
                  <a:lnTo>
                    <a:pt x="3847310" y="112"/>
                  </a:lnTo>
                  <a:lnTo>
                    <a:pt x="3841982" y="913"/>
                  </a:lnTo>
                  <a:lnTo>
                    <a:pt x="3828493" y="3127"/>
                  </a:lnTo>
                  <a:lnTo>
                    <a:pt x="3804238" y="7488"/>
                  </a:lnTo>
                  <a:lnTo>
                    <a:pt x="3767815" y="14688"/>
                  </a:lnTo>
                  <a:lnTo>
                    <a:pt x="3719130" y="25308"/>
                  </a:lnTo>
                  <a:lnTo>
                    <a:pt x="3659337" y="39767"/>
                  </a:lnTo>
                  <a:lnTo>
                    <a:pt x="3590579" y="58303"/>
                  </a:lnTo>
                  <a:lnTo>
                    <a:pt x="3515587" y="80990"/>
                  </a:lnTo>
                  <a:lnTo>
                    <a:pt x="3437232" y="107788"/>
                  </a:lnTo>
                  <a:lnTo>
                    <a:pt x="3358156" y="138611"/>
                  </a:lnTo>
                  <a:lnTo>
                    <a:pt x="3280523" y="173390"/>
                  </a:lnTo>
                  <a:lnTo>
                    <a:pt x="3205909" y="212129"/>
                  </a:lnTo>
                  <a:lnTo>
                    <a:pt x="3135315" y="254940"/>
                  </a:lnTo>
                  <a:lnTo>
                    <a:pt x="3069237" y="302062"/>
                  </a:lnTo>
                  <a:lnTo>
                    <a:pt x="3007771" y="353872"/>
                  </a:lnTo>
                  <a:lnTo>
                    <a:pt x="2950724" y="410880"/>
                  </a:lnTo>
                  <a:lnTo>
                    <a:pt x="2897705" y="473717"/>
                  </a:lnTo>
                  <a:lnTo>
                    <a:pt x="2848202" y="543116"/>
                  </a:lnTo>
                  <a:lnTo>
                    <a:pt x="2801636" y="619873"/>
                  </a:lnTo>
                  <a:lnTo>
                    <a:pt x="2757411" y="704783"/>
                  </a:lnTo>
                  <a:lnTo>
                    <a:pt x="2714949" y="798533"/>
                  </a:lnTo>
                  <a:lnTo>
                    <a:pt x="2673731" y="901537"/>
                  </a:lnTo>
                  <a:lnTo>
                    <a:pt x="2667772" y="917404"/>
                  </a:lnTo>
                  <a:lnTo>
                    <a:pt x="2641250" y="990933"/>
                  </a:lnTo>
                  <a:lnTo>
                    <a:pt x="2614946" y="1068506"/>
                  </a:lnTo>
                  <a:lnTo>
                    <a:pt x="2588765" y="1150201"/>
                  </a:lnTo>
                  <a:lnTo>
                    <a:pt x="2562625" y="1236063"/>
                  </a:lnTo>
                  <a:lnTo>
                    <a:pt x="2536459" y="1326099"/>
                  </a:lnTo>
                  <a:lnTo>
                    <a:pt x="2510212" y="1420272"/>
                  </a:lnTo>
                  <a:lnTo>
                    <a:pt x="2483842" y="1518506"/>
                  </a:lnTo>
                  <a:lnTo>
                    <a:pt x="2457318" y="1620674"/>
                  </a:lnTo>
                  <a:lnTo>
                    <a:pt x="2430618" y="1726603"/>
                  </a:lnTo>
                  <a:lnTo>
                    <a:pt x="2403731" y="1836073"/>
                  </a:lnTo>
                  <a:lnTo>
                    <a:pt x="2376655" y="1948813"/>
                  </a:lnTo>
                  <a:lnTo>
                    <a:pt x="2349396" y="2064508"/>
                  </a:lnTo>
                  <a:lnTo>
                    <a:pt x="2321968" y="2182798"/>
                  </a:lnTo>
                  <a:lnTo>
                    <a:pt x="2294389" y="2303284"/>
                  </a:lnTo>
                  <a:lnTo>
                    <a:pt x="2266688" y="2425532"/>
                  </a:lnTo>
                  <a:lnTo>
                    <a:pt x="2238894" y="2549079"/>
                  </a:lnTo>
                  <a:lnTo>
                    <a:pt x="2211040" y="2673441"/>
                  </a:lnTo>
                  <a:lnTo>
                    <a:pt x="2183163" y="2798121"/>
                  </a:lnTo>
                  <a:lnTo>
                    <a:pt x="2155300" y="2922615"/>
                  </a:lnTo>
                  <a:lnTo>
                    <a:pt x="2127487" y="3046425"/>
                  </a:lnTo>
                  <a:lnTo>
                    <a:pt x="2099758" y="3169061"/>
                  </a:lnTo>
                  <a:lnTo>
                    <a:pt x="2072144" y="3290055"/>
                  </a:lnTo>
                  <a:lnTo>
                    <a:pt x="2044674" y="3408965"/>
                  </a:lnTo>
                  <a:lnTo>
                    <a:pt x="2017369" y="3525381"/>
                  </a:lnTo>
                  <a:lnTo>
                    <a:pt x="1990243" y="3638932"/>
                  </a:lnTo>
                  <a:lnTo>
                    <a:pt x="1963307" y="3749292"/>
                  </a:lnTo>
                  <a:lnTo>
                    <a:pt x="1936558" y="3856179"/>
                  </a:lnTo>
                  <a:lnTo>
                    <a:pt x="1909989" y="3959357"/>
                  </a:lnTo>
                  <a:lnTo>
                    <a:pt x="1883581" y="4058642"/>
                  </a:lnTo>
                  <a:lnTo>
                    <a:pt x="1857306" y="4153895"/>
                  </a:lnTo>
                  <a:lnTo>
                    <a:pt x="1831123" y="4245027"/>
                  </a:lnTo>
                  <a:lnTo>
                    <a:pt x="1804982" y="4331990"/>
                  </a:lnTo>
                  <a:lnTo>
                    <a:pt x="1778819" y="4414781"/>
                  </a:lnTo>
                  <a:lnTo>
                    <a:pt x="1752557" y="4493434"/>
                  </a:lnTo>
                  <a:lnTo>
                    <a:pt x="1726102" y="4568021"/>
                  </a:lnTo>
                  <a:lnTo>
                    <a:pt x="1719082" y="4587020"/>
                  </a:lnTo>
                  <a:lnTo>
                    <a:pt x="1678009" y="4691386"/>
                  </a:lnTo>
                  <a:lnTo>
                    <a:pt x="1635760" y="4786475"/>
                  </a:lnTo>
                  <a:lnTo>
                    <a:pt x="1591829" y="4872641"/>
                  </a:lnTo>
                  <a:lnTo>
                    <a:pt x="1545643" y="4950544"/>
                  </a:lnTo>
                  <a:lnTo>
                    <a:pt x="1496606" y="5020970"/>
                  </a:lnTo>
                  <a:lnTo>
                    <a:pt x="1444137" y="5084721"/>
                  </a:lnTo>
                  <a:lnTo>
                    <a:pt x="1387708" y="5142540"/>
                  </a:lnTo>
                  <a:lnTo>
                    <a:pt x="1326907" y="5195077"/>
                  </a:lnTo>
                  <a:lnTo>
                    <a:pt x="1261506" y="5242859"/>
                  </a:lnTo>
                  <a:lnTo>
                    <a:pt x="1191553" y="5286282"/>
                  </a:lnTo>
                  <a:lnTo>
                    <a:pt x="1117479" y="5325608"/>
                  </a:lnTo>
                  <a:lnTo>
                    <a:pt x="1040204" y="5360964"/>
                  </a:lnTo>
                  <a:lnTo>
                    <a:pt x="961218" y="5392370"/>
                  </a:lnTo>
                  <a:lnTo>
                    <a:pt x="882601" y="5419763"/>
                  </a:lnTo>
                  <a:lnTo>
                    <a:pt x="806939" y="5443057"/>
                  </a:lnTo>
                  <a:lnTo>
                    <a:pt x="737089" y="5462200"/>
                  </a:lnTo>
                  <a:lnTo>
                    <a:pt x="675830" y="5477245"/>
                  </a:lnTo>
                  <a:lnTo>
                    <a:pt x="625418" y="5488405"/>
                  </a:lnTo>
                  <a:lnTo>
                    <a:pt x="587174" y="5496073"/>
                  </a:lnTo>
                  <a:lnTo>
                    <a:pt x="561194" y="5500809"/>
                  </a:lnTo>
                  <a:lnTo>
                    <a:pt x="546264" y="5503292"/>
                  </a:lnTo>
                  <a:lnTo>
                    <a:pt x="539945" y="5504254"/>
                  </a:lnTo>
                  <a:lnTo>
                    <a:pt x="538739" y="5504423"/>
                  </a:lnTo>
                  <a:lnTo>
                    <a:pt x="538736" y="5504424"/>
                  </a:lnTo>
                  <a:lnTo>
                    <a:pt x="0" y="55044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5" name="pg2195"/>
            <p:cNvSpPr/>
            <p:nvPr/>
          </p:nvSpPr>
          <p:spPr>
            <a:xfrm>
              <a:off x="546595" y="6200435"/>
              <a:ext cx="538736" cy="5444"/>
            </a:xfrm>
            <a:custGeom>
              <a:avLst/>
              <a:pathLst>
                <a:path w="538736" h="5444">
                  <a:moveTo>
                    <a:pt x="0" y="0"/>
                  </a:moveTo>
                  <a:lnTo>
                    <a:pt x="538736" y="0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g2196"/>
            <p:cNvSpPr/>
            <p:nvPr/>
          </p:nvSpPr>
          <p:spPr>
            <a:xfrm>
              <a:off x="546595" y="6194991"/>
              <a:ext cx="538736" cy="5444"/>
            </a:xfrm>
            <a:custGeom>
              <a:avLst/>
              <a:pathLst>
                <a:path w="538736" h="5444">
                  <a:moveTo>
                    <a:pt x="0" y="0"/>
                  </a:moveTo>
                  <a:lnTo>
                    <a:pt x="538736" y="0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g2197"/>
            <p:cNvSpPr/>
            <p:nvPr/>
          </p:nvSpPr>
          <p:spPr>
            <a:xfrm>
              <a:off x="546595" y="6189546"/>
              <a:ext cx="538736" cy="5444"/>
            </a:xfrm>
            <a:custGeom>
              <a:avLst/>
              <a:pathLst>
                <a:path w="538736" h="5444">
                  <a:moveTo>
                    <a:pt x="0" y="0"/>
                  </a:moveTo>
                  <a:lnTo>
                    <a:pt x="538736" y="0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g2198"/>
            <p:cNvSpPr/>
            <p:nvPr/>
          </p:nvSpPr>
          <p:spPr>
            <a:xfrm>
              <a:off x="546595" y="6178657"/>
              <a:ext cx="538736" cy="10889"/>
            </a:xfrm>
            <a:custGeom>
              <a:avLst/>
              <a:pathLst>
                <a:path w="538736" h="10889">
                  <a:moveTo>
                    <a:pt x="0" y="0"/>
                  </a:moveTo>
                  <a:lnTo>
                    <a:pt x="538736" y="0"/>
                  </a:lnTo>
                  <a:lnTo>
                    <a:pt x="538736" y="10889"/>
                  </a:lnTo>
                  <a:lnTo>
                    <a:pt x="0" y="1088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g2199"/>
            <p:cNvSpPr/>
            <p:nvPr/>
          </p:nvSpPr>
          <p:spPr>
            <a:xfrm>
              <a:off x="546595" y="6156879"/>
              <a:ext cx="538736" cy="21778"/>
            </a:xfrm>
            <a:custGeom>
              <a:avLst/>
              <a:pathLst>
                <a:path w="538736" h="21778">
                  <a:moveTo>
                    <a:pt x="0" y="0"/>
                  </a:moveTo>
                  <a:lnTo>
                    <a:pt x="538736" y="0"/>
                  </a:lnTo>
                  <a:lnTo>
                    <a:pt x="538736" y="21778"/>
                  </a:lnTo>
                  <a:lnTo>
                    <a:pt x="0" y="217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g2200"/>
            <p:cNvSpPr/>
            <p:nvPr/>
          </p:nvSpPr>
          <p:spPr>
            <a:xfrm>
              <a:off x="546595" y="6129656"/>
              <a:ext cx="538736" cy="27222"/>
            </a:xfrm>
            <a:custGeom>
              <a:avLst/>
              <a:pathLst>
                <a:path w="538736" h="27222">
                  <a:moveTo>
                    <a:pt x="0" y="0"/>
                  </a:moveTo>
                  <a:lnTo>
                    <a:pt x="538736" y="0"/>
                  </a:lnTo>
                  <a:lnTo>
                    <a:pt x="538736" y="27222"/>
                  </a:lnTo>
                  <a:lnTo>
                    <a:pt x="0" y="2722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g2201"/>
            <p:cNvSpPr/>
            <p:nvPr/>
          </p:nvSpPr>
          <p:spPr>
            <a:xfrm>
              <a:off x="546595" y="6080656"/>
              <a:ext cx="538736" cy="49000"/>
            </a:xfrm>
            <a:custGeom>
              <a:avLst/>
              <a:pathLst>
                <a:path w="538736" h="49000">
                  <a:moveTo>
                    <a:pt x="0" y="0"/>
                  </a:moveTo>
                  <a:lnTo>
                    <a:pt x="538736" y="0"/>
                  </a:lnTo>
                  <a:lnTo>
                    <a:pt x="538736" y="49000"/>
                  </a:lnTo>
                  <a:lnTo>
                    <a:pt x="0" y="490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g2202"/>
            <p:cNvSpPr/>
            <p:nvPr/>
          </p:nvSpPr>
          <p:spPr>
            <a:xfrm>
              <a:off x="546595" y="6031655"/>
              <a:ext cx="538736" cy="49000"/>
            </a:xfrm>
            <a:custGeom>
              <a:avLst/>
              <a:pathLst>
                <a:path w="538736" h="49000">
                  <a:moveTo>
                    <a:pt x="0" y="0"/>
                  </a:moveTo>
                  <a:lnTo>
                    <a:pt x="538736" y="0"/>
                  </a:lnTo>
                  <a:lnTo>
                    <a:pt x="538736" y="49000"/>
                  </a:lnTo>
                  <a:lnTo>
                    <a:pt x="0" y="490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g2203"/>
            <p:cNvSpPr/>
            <p:nvPr/>
          </p:nvSpPr>
          <p:spPr>
            <a:xfrm>
              <a:off x="546595" y="5971765"/>
              <a:ext cx="538736" cy="59889"/>
            </a:xfrm>
            <a:custGeom>
              <a:avLst/>
              <a:pathLst>
                <a:path w="538736" h="59889">
                  <a:moveTo>
                    <a:pt x="0" y="0"/>
                  </a:moveTo>
                  <a:lnTo>
                    <a:pt x="538736" y="0"/>
                  </a:lnTo>
                  <a:lnTo>
                    <a:pt x="538736" y="59889"/>
                  </a:lnTo>
                  <a:lnTo>
                    <a:pt x="0" y="5988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g2204"/>
            <p:cNvSpPr/>
            <p:nvPr/>
          </p:nvSpPr>
          <p:spPr>
            <a:xfrm>
              <a:off x="546595" y="5911875"/>
              <a:ext cx="538736" cy="59889"/>
            </a:xfrm>
            <a:custGeom>
              <a:avLst/>
              <a:pathLst>
                <a:path w="538736" h="59889">
                  <a:moveTo>
                    <a:pt x="0" y="0"/>
                  </a:moveTo>
                  <a:lnTo>
                    <a:pt x="538736" y="0"/>
                  </a:lnTo>
                  <a:lnTo>
                    <a:pt x="538736" y="59889"/>
                  </a:lnTo>
                  <a:lnTo>
                    <a:pt x="0" y="5988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g2205"/>
            <p:cNvSpPr/>
            <p:nvPr/>
          </p:nvSpPr>
          <p:spPr>
            <a:xfrm>
              <a:off x="546595" y="5841096"/>
              <a:ext cx="538736" cy="70778"/>
            </a:xfrm>
            <a:custGeom>
              <a:avLst/>
              <a:pathLst>
                <a:path w="538736" h="70778">
                  <a:moveTo>
                    <a:pt x="0" y="0"/>
                  </a:moveTo>
                  <a:lnTo>
                    <a:pt x="538736" y="0"/>
                  </a:lnTo>
                  <a:lnTo>
                    <a:pt x="538736" y="70778"/>
                  </a:lnTo>
                  <a:lnTo>
                    <a:pt x="0" y="707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g2206"/>
            <p:cNvSpPr/>
            <p:nvPr/>
          </p:nvSpPr>
          <p:spPr>
            <a:xfrm>
              <a:off x="546595" y="5770317"/>
              <a:ext cx="538736" cy="70778"/>
            </a:xfrm>
            <a:custGeom>
              <a:avLst/>
              <a:pathLst>
                <a:path w="538736" h="70778">
                  <a:moveTo>
                    <a:pt x="0" y="0"/>
                  </a:moveTo>
                  <a:lnTo>
                    <a:pt x="538736" y="0"/>
                  </a:lnTo>
                  <a:lnTo>
                    <a:pt x="538736" y="70778"/>
                  </a:lnTo>
                  <a:lnTo>
                    <a:pt x="0" y="707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g2207"/>
            <p:cNvSpPr/>
            <p:nvPr/>
          </p:nvSpPr>
          <p:spPr>
            <a:xfrm>
              <a:off x="546595" y="5694094"/>
              <a:ext cx="538736" cy="76223"/>
            </a:xfrm>
            <a:custGeom>
              <a:avLst/>
              <a:pathLst>
                <a:path w="538736" h="76223">
                  <a:moveTo>
                    <a:pt x="0" y="0"/>
                  </a:moveTo>
                  <a:lnTo>
                    <a:pt x="538736" y="0"/>
                  </a:lnTo>
                  <a:lnTo>
                    <a:pt x="538736" y="76223"/>
                  </a:lnTo>
                  <a:lnTo>
                    <a:pt x="0" y="7622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g2208"/>
            <p:cNvSpPr/>
            <p:nvPr/>
          </p:nvSpPr>
          <p:spPr>
            <a:xfrm>
              <a:off x="546595" y="5612426"/>
              <a:ext cx="538736" cy="81668"/>
            </a:xfrm>
            <a:custGeom>
              <a:avLst/>
              <a:pathLst>
                <a:path w="538736" h="81668">
                  <a:moveTo>
                    <a:pt x="0" y="0"/>
                  </a:moveTo>
                  <a:lnTo>
                    <a:pt x="538736" y="0"/>
                  </a:lnTo>
                  <a:lnTo>
                    <a:pt x="538736" y="81668"/>
                  </a:lnTo>
                  <a:lnTo>
                    <a:pt x="0" y="816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g2209"/>
            <p:cNvSpPr/>
            <p:nvPr/>
          </p:nvSpPr>
          <p:spPr>
            <a:xfrm>
              <a:off x="546595" y="5519869"/>
              <a:ext cx="538736" cy="92557"/>
            </a:xfrm>
            <a:custGeom>
              <a:avLst/>
              <a:pathLst>
                <a:path w="538736" h="92557">
                  <a:moveTo>
                    <a:pt x="0" y="0"/>
                  </a:moveTo>
                  <a:lnTo>
                    <a:pt x="538736" y="0"/>
                  </a:lnTo>
                  <a:lnTo>
                    <a:pt x="538736" y="92557"/>
                  </a:lnTo>
                  <a:lnTo>
                    <a:pt x="0" y="9255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g2210"/>
            <p:cNvSpPr/>
            <p:nvPr/>
          </p:nvSpPr>
          <p:spPr>
            <a:xfrm>
              <a:off x="546595" y="5421867"/>
              <a:ext cx="538736" cy="98001"/>
            </a:xfrm>
            <a:custGeom>
              <a:avLst/>
              <a:pathLst>
                <a:path w="538736" h="98001">
                  <a:moveTo>
                    <a:pt x="0" y="0"/>
                  </a:moveTo>
                  <a:lnTo>
                    <a:pt x="538736" y="0"/>
                  </a:lnTo>
                  <a:lnTo>
                    <a:pt x="538736" y="98001"/>
                  </a:lnTo>
                  <a:lnTo>
                    <a:pt x="0" y="9800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g2211"/>
            <p:cNvSpPr/>
            <p:nvPr/>
          </p:nvSpPr>
          <p:spPr>
            <a:xfrm>
              <a:off x="546595" y="5312976"/>
              <a:ext cx="538736" cy="108890"/>
            </a:xfrm>
            <a:custGeom>
              <a:avLst/>
              <a:pathLst>
                <a:path w="538736" h="108890">
                  <a:moveTo>
                    <a:pt x="0" y="0"/>
                  </a:moveTo>
                  <a:lnTo>
                    <a:pt x="538736" y="0"/>
                  </a:lnTo>
                  <a:lnTo>
                    <a:pt x="538736" y="108890"/>
                  </a:lnTo>
                  <a:lnTo>
                    <a:pt x="0" y="10889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g2212"/>
            <p:cNvSpPr/>
            <p:nvPr/>
          </p:nvSpPr>
          <p:spPr>
            <a:xfrm>
              <a:off x="546595" y="5122418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g2213"/>
            <p:cNvSpPr/>
            <p:nvPr/>
          </p:nvSpPr>
          <p:spPr>
            <a:xfrm>
              <a:off x="546595" y="4871969"/>
              <a:ext cx="538736" cy="250448"/>
            </a:xfrm>
            <a:custGeom>
              <a:avLst/>
              <a:pathLst>
                <a:path w="538736" h="250448">
                  <a:moveTo>
                    <a:pt x="0" y="0"/>
                  </a:moveTo>
                  <a:lnTo>
                    <a:pt x="538736" y="0"/>
                  </a:lnTo>
                  <a:lnTo>
                    <a:pt x="538736" y="250448"/>
                  </a:lnTo>
                  <a:lnTo>
                    <a:pt x="0" y="25044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g2214"/>
            <p:cNvSpPr/>
            <p:nvPr/>
          </p:nvSpPr>
          <p:spPr>
            <a:xfrm>
              <a:off x="546595" y="4507185"/>
              <a:ext cx="538736" cy="364783"/>
            </a:xfrm>
            <a:custGeom>
              <a:avLst/>
              <a:pathLst>
                <a:path w="538736" h="364783">
                  <a:moveTo>
                    <a:pt x="0" y="0"/>
                  </a:moveTo>
                  <a:lnTo>
                    <a:pt x="538736" y="0"/>
                  </a:lnTo>
                  <a:lnTo>
                    <a:pt x="538736" y="364783"/>
                  </a:lnTo>
                  <a:lnTo>
                    <a:pt x="0" y="36478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g2215"/>
            <p:cNvSpPr/>
            <p:nvPr/>
          </p:nvSpPr>
          <p:spPr>
            <a:xfrm>
              <a:off x="546595" y="4136957"/>
              <a:ext cx="538736" cy="370228"/>
            </a:xfrm>
            <a:custGeom>
              <a:avLst/>
              <a:pathLst>
                <a:path w="538736" h="370228">
                  <a:moveTo>
                    <a:pt x="0" y="0"/>
                  </a:moveTo>
                  <a:lnTo>
                    <a:pt x="538736" y="0"/>
                  </a:lnTo>
                  <a:lnTo>
                    <a:pt x="538736" y="370228"/>
                  </a:lnTo>
                  <a:lnTo>
                    <a:pt x="0" y="3702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g2216"/>
            <p:cNvSpPr/>
            <p:nvPr/>
          </p:nvSpPr>
          <p:spPr>
            <a:xfrm>
              <a:off x="546595" y="3293054"/>
              <a:ext cx="538736" cy="843902"/>
            </a:xfrm>
            <a:custGeom>
              <a:avLst/>
              <a:pathLst>
                <a:path w="538736" h="843902">
                  <a:moveTo>
                    <a:pt x="0" y="0"/>
                  </a:moveTo>
                  <a:lnTo>
                    <a:pt x="538736" y="0"/>
                  </a:lnTo>
                  <a:lnTo>
                    <a:pt x="538736" y="843902"/>
                  </a:lnTo>
                  <a:lnTo>
                    <a:pt x="0" y="84390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g2217"/>
            <p:cNvSpPr/>
            <p:nvPr/>
          </p:nvSpPr>
          <p:spPr>
            <a:xfrm>
              <a:off x="546595" y="440118"/>
              <a:ext cx="538736" cy="2852935"/>
            </a:xfrm>
            <a:custGeom>
              <a:avLst/>
              <a:pathLst>
                <a:path w="538736" h="2852935">
                  <a:moveTo>
                    <a:pt x="0" y="0"/>
                  </a:moveTo>
                  <a:lnTo>
                    <a:pt x="538736" y="0"/>
                  </a:lnTo>
                  <a:lnTo>
                    <a:pt x="538736" y="2852935"/>
                  </a:lnTo>
                  <a:lnTo>
                    <a:pt x="0" y="285293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g2218"/>
            <p:cNvSpPr/>
            <p:nvPr/>
          </p:nvSpPr>
          <p:spPr>
            <a:xfrm>
              <a:off x="4394714" y="6200435"/>
              <a:ext cx="538736" cy="5444"/>
            </a:xfrm>
            <a:custGeom>
              <a:avLst/>
              <a:pathLst>
                <a:path w="538736" h="5444">
                  <a:moveTo>
                    <a:pt x="0" y="0"/>
                  </a:moveTo>
                  <a:lnTo>
                    <a:pt x="538736" y="0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g2219"/>
            <p:cNvSpPr/>
            <p:nvPr/>
          </p:nvSpPr>
          <p:spPr>
            <a:xfrm>
              <a:off x="4394714" y="6194991"/>
              <a:ext cx="538736" cy="5444"/>
            </a:xfrm>
            <a:custGeom>
              <a:avLst/>
              <a:pathLst>
                <a:path w="538736" h="5444">
                  <a:moveTo>
                    <a:pt x="0" y="0"/>
                  </a:moveTo>
                  <a:lnTo>
                    <a:pt x="538736" y="0"/>
                  </a:lnTo>
                  <a:lnTo>
                    <a:pt x="538736" y="5444"/>
                  </a:lnTo>
                  <a:lnTo>
                    <a:pt x="0" y="54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g2220"/>
            <p:cNvSpPr/>
            <p:nvPr/>
          </p:nvSpPr>
          <p:spPr>
            <a:xfrm>
              <a:off x="4394714" y="6135101"/>
              <a:ext cx="538736" cy="59889"/>
            </a:xfrm>
            <a:custGeom>
              <a:avLst/>
              <a:pathLst>
                <a:path w="538736" h="59889">
                  <a:moveTo>
                    <a:pt x="0" y="0"/>
                  </a:moveTo>
                  <a:lnTo>
                    <a:pt x="538736" y="0"/>
                  </a:lnTo>
                  <a:lnTo>
                    <a:pt x="538736" y="59889"/>
                  </a:lnTo>
                  <a:lnTo>
                    <a:pt x="0" y="5988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g2221"/>
            <p:cNvSpPr/>
            <p:nvPr/>
          </p:nvSpPr>
          <p:spPr>
            <a:xfrm>
              <a:off x="4394714" y="6069767"/>
              <a:ext cx="538736" cy="65334"/>
            </a:xfrm>
            <a:custGeom>
              <a:avLst/>
              <a:pathLst>
                <a:path w="538736" h="65334">
                  <a:moveTo>
                    <a:pt x="0" y="0"/>
                  </a:moveTo>
                  <a:lnTo>
                    <a:pt x="538736" y="0"/>
                  </a:lnTo>
                  <a:lnTo>
                    <a:pt x="538736" y="65334"/>
                  </a:lnTo>
                  <a:lnTo>
                    <a:pt x="0" y="6533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g2222"/>
            <p:cNvSpPr/>
            <p:nvPr/>
          </p:nvSpPr>
          <p:spPr>
            <a:xfrm>
              <a:off x="4394714" y="5998988"/>
              <a:ext cx="538736" cy="70778"/>
            </a:xfrm>
            <a:custGeom>
              <a:avLst/>
              <a:pathLst>
                <a:path w="538736" h="70778">
                  <a:moveTo>
                    <a:pt x="0" y="0"/>
                  </a:moveTo>
                  <a:lnTo>
                    <a:pt x="538736" y="0"/>
                  </a:lnTo>
                  <a:lnTo>
                    <a:pt x="538736" y="70778"/>
                  </a:lnTo>
                  <a:lnTo>
                    <a:pt x="0" y="707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g2223"/>
            <p:cNvSpPr/>
            <p:nvPr/>
          </p:nvSpPr>
          <p:spPr>
            <a:xfrm>
              <a:off x="4394714" y="5922764"/>
              <a:ext cx="538736" cy="76223"/>
            </a:xfrm>
            <a:custGeom>
              <a:avLst/>
              <a:pathLst>
                <a:path w="538736" h="76223">
                  <a:moveTo>
                    <a:pt x="0" y="0"/>
                  </a:moveTo>
                  <a:lnTo>
                    <a:pt x="538736" y="0"/>
                  </a:lnTo>
                  <a:lnTo>
                    <a:pt x="538736" y="76223"/>
                  </a:lnTo>
                  <a:lnTo>
                    <a:pt x="0" y="7622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g2224"/>
            <p:cNvSpPr/>
            <p:nvPr/>
          </p:nvSpPr>
          <p:spPr>
            <a:xfrm>
              <a:off x="4394714" y="5835652"/>
              <a:ext cx="538736" cy="87112"/>
            </a:xfrm>
            <a:custGeom>
              <a:avLst/>
              <a:pathLst>
                <a:path w="538736" h="87112">
                  <a:moveTo>
                    <a:pt x="0" y="0"/>
                  </a:moveTo>
                  <a:lnTo>
                    <a:pt x="538736" y="0"/>
                  </a:lnTo>
                  <a:lnTo>
                    <a:pt x="538736" y="87112"/>
                  </a:lnTo>
                  <a:lnTo>
                    <a:pt x="0" y="8711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g2225"/>
            <p:cNvSpPr/>
            <p:nvPr/>
          </p:nvSpPr>
          <p:spPr>
            <a:xfrm>
              <a:off x="4394714" y="5737650"/>
              <a:ext cx="538736" cy="98001"/>
            </a:xfrm>
            <a:custGeom>
              <a:avLst/>
              <a:pathLst>
                <a:path w="538736" h="98001">
                  <a:moveTo>
                    <a:pt x="0" y="0"/>
                  </a:moveTo>
                  <a:lnTo>
                    <a:pt x="538736" y="0"/>
                  </a:lnTo>
                  <a:lnTo>
                    <a:pt x="538736" y="98001"/>
                  </a:lnTo>
                  <a:lnTo>
                    <a:pt x="0" y="9800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g2226"/>
            <p:cNvSpPr/>
            <p:nvPr/>
          </p:nvSpPr>
          <p:spPr>
            <a:xfrm>
              <a:off x="4394714" y="5617870"/>
              <a:ext cx="538736" cy="119779"/>
            </a:xfrm>
            <a:custGeom>
              <a:avLst/>
              <a:pathLst>
                <a:path w="538736" h="119779">
                  <a:moveTo>
                    <a:pt x="0" y="0"/>
                  </a:moveTo>
                  <a:lnTo>
                    <a:pt x="538736" y="0"/>
                  </a:lnTo>
                  <a:lnTo>
                    <a:pt x="538736" y="119779"/>
                  </a:lnTo>
                  <a:lnTo>
                    <a:pt x="0" y="11977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g2227"/>
            <p:cNvSpPr/>
            <p:nvPr/>
          </p:nvSpPr>
          <p:spPr>
            <a:xfrm>
              <a:off x="4394714" y="5487201"/>
              <a:ext cx="538736" cy="130668"/>
            </a:xfrm>
            <a:custGeom>
              <a:avLst/>
              <a:pathLst>
                <a:path w="538736" h="130668">
                  <a:moveTo>
                    <a:pt x="0" y="0"/>
                  </a:moveTo>
                  <a:lnTo>
                    <a:pt x="538736" y="0"/>
                  </a:lnTo>
                  <a:lnTo>
                    <a:pt x="538736" y="130668"/>
                  </a:lnTo>
                  <a:lnTo>
                    <a:pt x="0" y="1306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g2228"/>
            <p:cNvSpPr/>
            <p:nvPr/>
          </p:nvSpPr>
          <p:spPr>
            <a:xfrm>
              <a:off x="4394714" y="5351088"/>
              <a:ext cx="538736" cy="136113"/>
            </a:xfrm>
            <a:custGeom>
              <a:avLst/>
              <a:pathLst>
                <a:path w="538736" h="136113">
                  <a:moveTo>
                    <a:pt x="0" y="0"/>
                  </a:moveTo>
                  <a:lnTo>
                    <a:pt x="538736" y="0"/>
                  </a:lnTo>
                  <a:lnTo>
                    <a:pt x="538736" y="136113"/>
                  </a:lnTo>
                  <a:lnTo>
                    <a:pt x="0" y="13611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g2229"/>
            <p:cNvSpPr/>
            <p:nvPr/>
          </p:nvSpPr>
          <p:spPr>
            <a:xfrm>
              <a:off x="4394714" y="5209530"/>
              <a:ext cx="538736" cy="141557"/>
            </a:xfrm>
            <a:custGeom>
              <a:avLst/>
              <a:pathLst>
                <a:path w="538736" h="141557">
                  <a:moveTo>
                    <a:pt x="0" y="0"/>
                  </a:moveTo>
                  <a:lnTo>
                    <a:pt x="538736" y="0"/>
                  </a:lnTo>
                  <a:lnTo>
                    <a:pt x="538736" y="141557"/>
                  </a:lnTo>
                  <a:lnTo>
                    <a:pt x="0" y="14155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g2230"/>
            <p:cNvSpPr/>
            <p:nvPr/>
          </p:nvSpPr>
          <p:spPr>
            <a:xfrm>
              <a:off x="4394714" y="5057083"/>
              <a:ext cx="538736" cy="152446"/>
            </a:xfrm>
            <a:custGeom>
              <a:avLst/>
              <a:pathLst>
                <a:path w="538736" h="152446">
                  <a:moveTo>
                    <a:pt x="0" y="0"/>
                  </a:moveTo>
                  <a:lnTo>
                    <a:pt x="538736" y="0"/>
                  </a:lnTo>
                  <a:lnTo>
                    <a:pt x="538736" y="152446"/>
                  </a:lnTo>
                  <a:lnTo>
                    <a:pt x="0" y="15244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g2231"/>
            <p:cNvSpPr/>
            <p:nvPr/>
          </p:nvSpPr>
          <p:spPr>
            <a:xfrm>
              <a:off x="4394714" y="4888303"/>
              <a:ext cx="538736" cy="168780"/>
            </a:xfrm>
            <a:custGeom>
              <a:avLst/>
              <a:pathLst>
                <a:path w="538736" h="168780">
                  <a:moveTo>
                    <a:pt x="0" y="0"/>
                  </a:moveTo>
                  <a:lnTo>
                    <a:pt x="538736" y="0"/>
                  </a:lnTo>
                  <a:lnTo>
                    <a:pt x="538736" y="16878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g2232"/>
            <p:cNvSpPr/>
            <p:nvPr/>
          </p:nvSpPr>
          <p:spPr>
            <a:xfrm>
              <a:off x="4394714" y="4719522"/>
              <a:ext cx="538736" cy="168780"/>
            </a:xfrm>
            <a:custGeom>
              <a:avLst/>
              <a:pathLst>
                <a:path w="538736" h="168780">
                  <a:moveTo>
                    <a:pt x="0" y="0"/>
                  </a:moveTo>
                  <a:lnTo>
                    <a:pt x="538736" y="0"/>
                  </a:lnTo>
                  <a:lnTo>
                    <a:pt x="538736" y="16878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g2233"/>
            <p:cNvSpPr/>
            <p:nvPr/>
          </p:nvSpPr>
          <p:spPr>
            <a:xfrm>
              <a:off x="4394714" y="4550742"/>
              <a:ext cx="538736" cy="168780"/>
            </a:xfrm>
            <a:custGeom>
              <a:avLst/>
              <a:pathLst>
                <a:path w="538736" h="168780">
                  <a:moveTo>
                    <a:pt x="0" y="0"/>
                  </a:moveTo>
                  <a:lnTo>
                    <a:pt x="538736" y="0"/>
                  </a:lnTo>
                  <a:lnTo>
                    <a:pt x="538736" y="16878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g2234"/>
            <p:cNvSpPr/>
            <p:nvPr/>
          </p:nvSpPr>
          <p:spPr>
            <a:xfrm>
              <a:off x="4394714" y="4381961"/>
              <a:ext cx="538736" cy="168780"/>
            </a:xfrm>
            <a:custGeom>
              <a:avLst/>
              <a:pathLst>
                <a:path w="538736" h="168780">
                  <a:moveTo>
                    <a:pt x="0" y="0"/>
                  </a:moveTo>
                  <a:lnTo>
                    <a:pt x="538736" y="0"/>
                  </a:lnTo>
                  <a:lnTo>
                    <a:pt x="538736" y="16878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g2235"/>
            <p:cNvSpPr/>
            <p:nvPr/>
          </p:nvSpPr>
          <p:spPr>
            <a:xfrm>
              <a:off x="4394714" y="4191402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g2236"/>
            <p:cNvSpPr/>
            <p:nvPr/>
          </p:nvSpPr>
          <p:spPr>
            <a:xfrm>
              <a:off x="4394714" y="4000844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g2237"/>
            <p:cNvSpPr/>
            <p:nvPr/>
          </p:nvSpPr>
          <p:spPr>
            <a:xfrm>
              <a:off x="4394714" y="3810285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g2238"/>
            <p:cNvSpPr/>
            <p:nvPr/>
          </p:nvSpPr>
          <p:spPr>
            <a:xfrm>
              <a:off x="4394714" y="3619726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g2239"/>
            <p:cNvSpPr/>
            <p:nvPr/>
          </p:nvSpPr>
          <p:spPr>
            <a:xfrm>
              <a:off x="4394714" y="3429167"/>
              <a:ext cx="538736" cy="190558"/>
            </a:xfrm>
            <a:custGeom>
              <a:avLst/>
              <a:pathLst>
                <a:path w="538736" h="190558">
                  <a:moveTo>
                    <a:pt x="0" y="0"/>
                  </a:moveTo>
                  <a:lnTo>
                    <a:pt x="538736" y="0"/>
                  </a:lnTo>
                  <a:lnTo>
                    <a:pt x="538736" y="190558"/>
                  </a:lnTo>
                  <a:lnTo>
                    <a:pt x="0" y="19055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g2240"/>
            <p:cNvSpPr/>
            <p:nvPr/>
          </p:nvSpPr>
          <p:spPr>
            <a:xfrm>
              <a:off x="4394714" y="3233164"/>
              <a:ext cx="538736" cy="196003"/>
            </a:xfrm>
            <a:custGeom>
              <a:avLst/>
              <a:pathLst>
                <a:path w="538736" h="196003">
                  <a:moveTo>
                    <a:pt x="0" y="0"/>
                  </a:moveTo>
                  <a:lnTo>
                    <a:pt x="538736" y="0"/>
                  </a:lnTo>
                  <a:lnTo>
                    <a:pt x="538736" y="196003"/>
                  </a:lnTo>
                  <a:lnTo>
                    <a:pt x="0" y="19600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g2241"/>
            <p:cNvSpPr/>
            <p:nvPr/>
          </p:nvSpPr>
          <p:spPr>
            <a:xfrm>
              <a:off x="4394714" y="3026272"/>
              <a:ext cx="538736" cy="206892"/>
            </a:xfrm>
            <a:custGeom>
              <a:avLst/>
              <a:pathLst>
                <a:path w="538736" h="206892">
                  <a:moveTo>
                    <a:pt x="0" y="0"/>
                  </a:moveTo>
                  <a:lnTo>
                    <a:pt x="538736" y="0"/>
                  </a:lnTo>
                  <a:lnTo>
                    <a:pt x="538736" y="206892"/>
                  </a:lnTo>
                  <a:lnTo>
                    <a:pt x="0" y="20689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g2242"/>
            <p:cNvSpPr/>
            <p:nvPr/>
          </p:nvSpPr>
          <p:spPr>
            <a:xfrm>
              <a:off x="4394714" y="2819380"/>
              <a:ext cx="538736" cy="206892"/>
            </a:xfrm>
            <a:custGeom>
              <a:avLst/>
              <a:pathLst>
                <a:path w="538736" h="206892">
                  <a:moveTo>
                    <a:pt x="0" y="0"/>
                  </a:moveTo>
                  <a:lnTo>
                    <a:pt x="538736" y="0"/>
                  </a:lnTo>
                  <a:lnTo>
                    <a:pt x="538736" y="206892"/>
                  </a:lnTo>
                  <a:lnTo>
                    <a:pt x="0" y="20689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g2243"/>
            <p:cNvSpPr/>
            <p:nvPr/>
          </p:nvSpPr>
          <p:spPr>
            <a:xfrm>
              <a:off x="4394714" y="2612487"/>
              <a:ext cx="538736" cy="206892"/>
            </a:xfrm>
            <a:custGeom>
              <a:avLst/>
              <a:pathLst>
                <a:path w="538736" h="206892">
                  <a:moveTo>
                    <a:pt x="0" y="0"/>
                  </a:moveTo>
                  <a:lnTo>
                    <a:pt x="538736" y="0"/>
                  </a:lnTo>
                  <a:lnTo>
                    <a:pt x="538736" y="206892"/>
                  </a:lnTo>
                  <a:lnTo>
                    <a:pt x="0" y="20689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g2244"/>
            <p:cNvSpPr/>
            <p:nvPr/>
          </p:nvSpPr>
          <p:spPr>
            <a:xfrm>
              <a:off x="4394714" y="2372928"/>
              <a:ext cx="538736" cy="239559"/>
            </a:xfrm>
            <a:custGeom>
              <a:avLst/>
              <a:pathLst>
                <a:path w="538736" h="239559">
                  <a:moveTo>
                    <a:pt x="0" y="0"/>
                  </a:moveTo>
                  <a:lnTo>
                    <a:pt x="538736" y="0"/>
                  </a:lnTo>
                  <a:lnTo>
                    <a:pt x="538736" y="239559"/>
                  </a:lnTo>
                  <a:lnTo>
                    <a:pt x="0" y="2395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g2245"/>
            <p:cNvSpPr/>
            <p:nvPr/>
          </p:nvSpPr>
          <p:spPr>
            <a:xfrm>
              <a:off x="4394714" y="2100701"/>
              <a:ext cx="538736" cy="272226"/>
            </a:xfrm>
            <a:custGeom>
              <a:avLst/>
              <a:pathLst>
                <a:path w="538736" h="272226">
                  <a:moveTo>
                    <a:pt x="0" y="0"/>
                  </a:moveTo>
                  <a:lnTo>
                    <a:pt x="538736" y="0"/>
                  </a:lnTo>
                  <a:lnTo>
                    <a:pt x="538736" y="272226"/>
                  </a:lnTo>
                  <a:lnTo>
                    <a:pt x="0" y="27222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g2246"/>
            <p:cNvSpPr/>
            <p:nvPr/>
          </p:nvSpPr>
          <p:spPr>
            <a:xfrm>
              <a:off x="4394714" y="1812141"/>
              <a:ext cx="538736" cy="288560"/>
            </a:xfrm>
            <a:custGeom>
              <a:avLst/>
              <a:pathLst>
                <a:path w="538736" h="288560">
                  <a:moveTo>
                    <a:pt x="0" y="0"/>
                  </a:moveTo>
                  <a:lnTo>
                    <a:pt x="538736" y="0"/>
                  </a:lnTo>
                  <a:lnTo>
                    <a:pt x="538736" y="288560"/>
                  </a:lnTo>
                  <a:lnTo>
                    <a:pt x="0" y="28856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g2247"/>
            <p:cNvSpPr/>
            <p:nvPr/>
          </p:nvSpPr>
          <p:spPr>
            <a:xfrm>
              <a:off x="4394714" y="1490913"/>
              <a:ext cx="538736" cy="321227"/>
            </a:xfrm>
            <a:custGeom>
              <a:avLst/>
              <a:pathLst>
                <a:path w="538736" h="321227">
                  <a:moveTo>
                    <a:pt x="0" y="0"/>
                  </a:moveTo>
                  <a:lnTo>
                    <a:pt x="538736" y="0"/>
                  </a:lnTo>
                  <a:lnTo>
                    <a:pt x="538736" y="321227"/>
                  </a:lnTo>
                  <a:lnTo>
                    <a:pt x="0" y="32122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g2248"/>
            <p:cNvSpPr/>
            <p:nvPr/>
          </p:nvSpPr>
          <p:spPr>
            <a:xfrm>
              <a:off x="4394714" y="1153352"/>
              <a:ext cx="538736" cy="337561"/>
            </a:xfrm>
            <a:custGeom>
              <a:avLst/>
              <a:pathLst>
                <a:path w="538736" h="337561">
                  <a:moveTo>
                    <a:pt x="0" y="0"/>
                  </a:moveTo>
                  <a:lnTo>
                    <a:pt x="538736" y="0"/>
                  </a:lnTo>
                  <a:lnTo>
                    <a:pt x="538736" y="337561"/>
                  </a:lnTo>
                  <a:lnTo>
                    <a:pt x="0" y="33756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g2249"/>
            <p:cNvSpPr/>
            <p:nvPr/>
          </p:nvSpPr>
          <p:spPr>
            <a:xfrm>
              <a:off x="4394714" y="810347"/>
              <a:ext cx="538736" cy="343005"/>
            </a:xfrm>
            <a:custGeom>
              <a:avLst/>
              <a:pathLst>
                <a:path w="538736" h="343005">
                  <a:moveTo>
                    <a:pt x="0" y="0"/>
                  </a:moveTo>
                  <a:lnTo>
                    <a:pt x="538736" y="0"/>
                  </a:lnTo>
                  <a:lnTo>
                    <a:pt x="538736" y="343005"/>
                  </a:lnTo>
                  <a:lnTo>
                    <a:pt x="0" y="34300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g2250"/>
            <p:cNvSpPr/>
            <p:nvPr/>
          </p:nvSpPr>
          <p:spPr>
            <a:xfrm>
              <a:off x="4394714" y="440118"/>
              <a:ext cx="538736" cy="370228"/>
            </a:xfrm>
            <a:custGeom>
              <a:avLst/>
              <a:pathLst>
                <a:path w="538736" h="370228">
                  <a:moveTo>
                    <a:pt x="0" y="0"/>
                  </a:moveTo>
                  <a:lnTo>
                    <a:pt x="538736" y="0"/>
                  </a:lnTo>
                  <a:lnTo>
                    <a:pt x="538736" y="370228"/>
                  </a:lnTo>
                  <a:lnTo>
                    <a:pt x="0" y="3702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g2251"/>
            <p:cNvSpPr/>
            <p:nvPr/>
          </p:nvSpPr>
          <p:spPr>
            <a:xfrm>
              <a:off x="8242833" y="5770317"/>
              <a:ext cx="538736" cy="435562"/>
            </a:xfrm>
            <a:custGeom>
              <a:avLst/>
              <a:pathLst>
                <a:path w="538736" h="435562">
                  <a:moveTo>
                    <a:pt x="0" y="0"/>
                  </a:moveTo>
                  <a:lnTo>
                    <a:pt x="538736" y="0"/>
                  </a:lnTo>
                  <a:lnTo>
                    <a:pt x="538736" y="435562"/>
                  </a:lnTo>
                  <a:lnTo>
                    <a:pt x="0" y="4355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g2252"/>
            <p:cNvSpPr/>
            <p:nvPr/>
          </p:nvSpPr>
          <p:spPr>
            <a:xfrm>
              <a:off x="8242833" y="5269420"/>
              <a:ext cx="538736" cy="500897"/>
            </a:xfrm>
            <a:custGeom>
              <a:avLst/>
              <a:pathLst>
                <a:path w="538736" h="500897">
                  <a:moveTo>
                    <a:pt x="0" y="0"/>
                  </a:moveTo>
                  <a:lnTo>
                    <a:pt x="538736" y="0"/>
                  </a:lnTo>
                  <a:lnTo>
                    <a:pt x="538736" y="500897"/>
                  </a:lnTo>
                  <a:lnTo>
                    <a:pt x="0" y="50089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g2253"/>
            <p:cNvSpPr/>
            <p:nvPr/>
          </p:nvSpPr>
          <p:spPr>
            <a:xfrm>
              <a:off x="8242833" y="4850191"/>
              <a:ext cx="538736" cy="419229"/>
            </a:xfrm>
            <a:custGeom>
              <a:avLst/>
              <a:pathLst>
                <a:path w="538736" h="419229">
                  <a:moveTo>
                    <a:pt x="0" y="0"/>
                  </a:moveTo>
                  <a:lnTo>
                    <a:pt x="538736" y="0"/>
                  </a:lnTo>
                  <a:lnTo>
                    <a:pt x="538736" y="419229"/>
                  </a:lnTo>
                  <a:lnTo>
                    <a:pt x="0" y="41922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g2254"/>
            <p:cNvSpPr/>
            <p:nvPr/>
          </p:nvSpPr>
          <p:spPr>
            <a:xfrm>
              <a:off x="8242833" y="4507185"/>
              <a:ext cx="538736" cy="343005"/>
            </a:xfrm>
            <a:custGeom>
              <a:avLst/>
              <a:pathLst>
                <a:path w="538736" h="343005">
                  <a:moveTo>
                    <a:pt x="0" y="0"/>
                  </a:moveTo>
                  <a:lnTo>
                    <a:pt x="538736" y="0"/>
                  </a:lnTo>
                  <a:lnTo>
                    <a:pt x="538736" y="343005"/>
                  </a:lnTo>
                  <a:lnTo>
                    <a:pt x="0" y="34300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g2255"/>
            <p:cNvSpPr/>
            <p:nvPr/>
          </p:nvSpPr>
          <p:spPr>
            <a:xfrm>
              <a:off x="8242833" y="4180513"/>
              <a:ext cx="538736" cy="326672"/>
            </a:xfrm>
            <a:custGeom>
              <a:avLst/>
              <a:pathLst>
                <a:path w="538736" h="326672">
                  <a:moveTo>
                    <a:pt x="0" y="0"/>
                  </a:moveTo>
                  <a:lnTo>
                    <a:pt x="538736" y="0"/>
                  </a:lnTo>
                  <a:lnTo>
                    <a:pt x="538736" y="326672"/>
                  </a:lnTo>
                  <a:lnTo>
                    <a:pt x="0" y="3266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g2256"/>
            <p:cNvSpPr/>
            <p:nvPr/>
          </p:nvSpPr>
          <p:spPr>
            <a:xfrm>
              <a:off x="8242833" y="3951843"/>
              <a:ext cx="538736" cy="228670"/>
            </a:xfrm>
            <a:custGeom>
              <a:avLst/>
              <a:pathLst>
                <a:path w="538736" h="228670">
                  <a:moveTo>
                    <a:pt x="0" y="0"/>
                  </a:moveTo>
                  <a:lnTo>
                    <a:pt x="538736" y="0"/>
                  </a:lnTo>
                  <a:lnTo>
                    <a:pt x="538736" y="228670"/>
                  </a:lnTo>
                  <a:lnTo>
                    <a:pt x="0" y="22867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g2257"/>
            <p:cNvSpPr/>
            <p:nvPr/>
          </p:nvSpPr>
          <p:spPr>
            <a:xfrm>
              <a:off x="8242833" y="3554392"/>
              <a:ext cx="538736" cy="397450"/>
            </a:xfrm>
            <a:custGeom>
              <a:avLst/>
              <a:pathLst>
                <a:path w="538736" h="397450">
                  <a:moveTo>
                    <a:pt x="0" y="0"/>
                  </a:moveTo>
                  <a:lnTo>
                    <a:pt x="538736" y="0"/>
                  </a:lnTo>
                  <a:lnTo>
                    <a:pt x="538736" y="397450"/>
                  </a:lnTo>
                  <a:lnTo>
                    <a:pt x="0" y="39745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g2258"/>
            <p:cNvSpPr/>
            <p:nvPr/>
          </p:nvSpPr>
          <p:spPr>
            <a:xfrm>
              <a:off x="8242833" y="3238609"/>
              <a:ext cx="538736" cy="315782"/>
            </a:xfrm>
            <a:custGeom>
              <a:avLst/>
              <a:pathLst>
                <a:path w="538736" h="315782">
                  <a:moveTo>
                    <a:pt x="0" y="0"/>
                  </a:moveTo>
                  <a:lnTo>
                    <a:pt x="538736" y="0"/>
                  </a:lnTo>
                  <a:lnTo>
                    <a:pt x="538736" y="315782"/>
                  </a:lnTo>
                  <a:lnTo>
                    <a:pt x="0" y="31578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g2259"/>
            <p:cNvSpPr/>
            <p:nvPr/>
          </p:nvSpPr>
          <p:spPr>
            <a:xfrm>
              <a:off x="8242833" y="2862936"/>
              <a:ext cx="538736" cy="375672"/>
            </a:xfrm>
            <a:custGeom>
              <a:avLst/>
              <a:pathLst>
                <a:path w="538736" h="375672">
                  <a:moveTo>
                    <a:pt x="0" y="0"/>
                  </a:moveTo>
                  <a:lnTo>
                    <a:pt x="538736" y="0"/>
                  </a:lnTo>
                  <a:lnTo>
                    <a:pt x="538736" y="375672"/>
                  </a:lnTo>
                  <a:lnTo>
                    <a:pt x="0" y="3756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g2260"/>
            <p:cNvSpPr/>
            <p:nvPr/>
          </p:nvSpPr>
          <p:spPr>
            <a:xfrm>
              <a:off x="8242833" y="2634265"/>
              <a:ext cx="538736" cy="228670"/>
            </a:xfrm>
            <a:custGeom>
              <a:avLst/>
              <a:pathLst>
                <a:path w="538736" h="228670">
                  <a:moveTo>
                    <a:pt x="0" y="0"/>
                  </a:moveTo>
                  <a:lnTo>
                    <a:pt x="538736" y="0"/>
                  </a:lnTo>
                  <a:lnTo>
                    <a:pt x="538736" y="228670"/>
                  </a:lnTo>
                  <a:lnTo>
                    <a:pt x="0" y="22867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g2261"/>
            <p:cNvSpPr/>
            <p:nvPr/>
          </p:nvSpPr>
          <p:spPr>
            <a:xfrm>
              <a:off x="8242833" y="2449151"/>
              <a:ext cx="538736" cy="185114"/>
            </a:xfrm>
            <a:custGeom>
              <a:avLst/>
              <a:pathLst>
                <a:path w="538736" h="185114">
                  <a:moveTo>
                    <a:pt x="0" y="0"/>
                  </a:moveTo>
                  <a:lnTo>
                    <a:pt x="538736" y="0"/>
                  </a:lnTo>
                  <a:lnTo>
                    <a:pt x="538736" y="185114"/>
                  </a:lnTo>
                  <a:lnTo>
                    <a:pt x="0" y="18511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g2262"/>
            <p:cNvSpPr/>
            <p:nvPr/>
          </p:nvSpPr>
          <p:spPr>
            <a:xfrm>
              <a:off x="8242833" y="2193258"/>
              <a:ext cx="538736" cy="255893"/>
            </a:xfrm>
            <a:custGeom>
              <a:avLst/>
              <a:pathLst>
                <a:path w="538736" h="255893">
                  <a:moveTo>
                    <a:pt x="0" y="0"/>
                  </a:moveTo>
                  <a:lnTo>
                    <a:pt x="538736" y="0"/>
                  </a:lnTo>
                  <a:lnTo>
                    <a:pt x="538736" y="255893"/>
                  </a:lnTo>
                  <a:lnTo>
                    <a:pt x="0" y="25589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g2263"/>
            <p:cNvSpPr/>
            <p:nvPr/>
          </p:nvSpPr>
          <p:spPr>
            <a:xfrm>
              <a:off x="8242833" y="1970032"/>
              <a:ext cx="538736" cy="223225"/>
            </a:xfrm>
            <a:custGeom>
              <a:avLst/>
              <a:pathLst>
                <a:path w="538736" h="223225">
                  <a:moveTo>
                    <a:pt x="0" y="0"/>
                  </a:moveTo>
                  <a:lnTo>
                    <a:pt x="538736" y="0"/>
                  </a:lnTo>
                  <a:lnTo>
                    <a:pt x="538736" y="223225"/>
                  </a:lnTo>
                  <a:lnTo>
                    <a:pt x="0" y="22322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g2264"/>
            <p:cNvSpPr/>
            <p:nvPr/>
          </p:nvSpPr>
          <p:spPr>
            <a:xfrm>
              <a:off x="8242833" y="1844808"/>
              <a:ext cx="538736" cy="125224"/>
            </a:xfrm>
            <a:custGeom>
              <a:avLst/>
              <a:pathLst>
                <a:path w="538736" h="125224">
                  <a:moveTo>
                    <a:pt x="0" y="0"/>
                  </a:moveTo>
                  <a:lnTo>
                    <a:pt x="538736" y="0"/>
                  </a:lnTo>
                  <a:lnTo>
                    <a:pt x="538736" y="125224"/>
                  </a:lnTo>
                  <a:lnTo>
                    <a:pt x="0" y="12522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g2265"/>
            <p:cNvSpPr/>
            <p:nvPr/>
          </p:nvSpPr>
          <p:spPr>
            <a:xfrm>
              <a:off x="8242833" y="1621582"/>
              <a:ext cx="538736" cy="223225"/>
            </a:xfrm>
            <a:custGeom>
              <a:avLst/>
              <a:pathLst>
                <a:path w="538736" h="223225">
                  <a:moveTo>
                    <a:pt x="0" y="0"/>
                  </a:moveTo>
                  <a:lnTo>
                    <a:pt x="538736" y="0"/>
                  </a:lnTo>
                  <a:lnTo>
                    <a:pt x="538736" y="223225"/>
                  </a:lnTo>
                  <a:lnTo>
                    <a:pt x="0" y="22322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g2266"/>
            <p:cNvSpPr/>
            <p:nvPr/>
          </p:nvSpPr>
          <p:spPr>
            <a:xfrm>
              <a:off x="8242833" y="1354800"/>
              <a:ext cx="538736" cy="266782"/>
            </a:xfrm>
            <a:custGeom>
              <a:avLst/>
              <a:pathLst>
                <a:path w="538736" h="266782">
                  <a:moveTo>
                    <a:pt x="0" y="0"/>
                  </a:moveTo>
                  <a:lnTo>
                    <a:pt x="538736" y="0"/>
                  </a:lnTo>
                  <a:lnTo>
                    <a:pt x="538736" y="266782"/>
                  </a:lnTo>
                  <a:lnTo>
                    <a:pt x="0" y="26678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g2267"/>
            <p:cNvSpPr/>
            <p:nvPr/>
          </p:nvSpPr>
          <p:spPr>
            <a:xfrm>
              <a:off x="8242833" y="1235020"/>
              <a:ext cx="538736" cy="119779"/>
            </a:xfrm>
            <a:custGeom>
              <a:avLst/>
              <a:pathLst>
                <a:path w="538736" h="119779">
                  <a:moveTo>
                    <a:pt x="0" y="0"/>
                  </a:moveTo>
                  <a:lnTo>
                    <a:pt x="538736" y="0"/>
                  </a:lnTo>
                  <a:lnTo>
                    <a:pt x="538736" y="119779"/>
                  </a:lnTo>
                  <a:lnTo>
                    <a:pt x="0" y="11977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g2268"/>
            <p:cNvSpPr/>
            <p:nvPr/>
          </p:nvSpPr>
          <p:spPr>
            <a:xfrm>
              <a:off x="8242833" y="1126130"/>
              <a:ext cx="538736" cy="108890"/>
            </a:xfrm>
            <a:custGeom>
              <a:avLst/>
              <a:pathLst>
                <a:path w="538736" h="108890">
                  <a:moveTo>
                    <a:pt x="0" y="0"/>
                  </a:moveTo>
                  <a:lnTo>
                    <a:pt x="538736" y="0"/>
                  </a:lnTo>
                  <a:lnTo>
                    <a:pt x="538736" y="108890"/>
                  </a:lnTo>
                  <a:lnTo>
                    <a:pt x="0" y="10889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g2269"/>
            <p:cNvSpPr/>
            <p:nvPr/>
          </p:nvSpPr>
          <p:spPr>
            <a:xfrm>
              <a:off x="8242833" y="973683"/>
              <a:ext cx="538736" cy="152446"/>
            </a:xfrm>
            <a:custGeom>
              <a:avLst/>
              <a:pathLst>
                <a:path w="538736" h="152446">
                  <a:moveTo>
                    <a:pt x="0" y="0"/>
                  </a:moveTo>
                  <a:lnTo>
                    <a:pt x="538736" y="0"/>
                  </a:lnTo>
                  <a:lnTo>
                    <a:pt x="538736" y="152446"/>
                  </a:lnTo>
                  <a:lnTo>
                    <a:pt x="0" y="15244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g2270"/>
            <p:cNvSpPr/>
            <p:nvPr/>
          </p:nvSpPr>
          <p:spPr>
            <a:xfrm>
              <a:off x="8242833" y="706900"/>
              <a:ext cx="538736" cy="266782"/>
            </a:xfrm>
            <a:custGeom>
              <a:avLst/>
              <a:pathLst>
                <a:path w="538736" h="266782">
                  <a:moveTo>
                    <a:pt x="0" y="0"/>
                  </a:moveTo>
                  <a:lnTo>
                    <a:pt x="538736" y="0"/>
                  </a:lnTo>
                  <a:lnTo>
                    <a:pt x="538736" y="266782"/>
                  </a:lnTo>
                  <a:lnTo>
                    <a:pt x="0" y="26678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g2271"/>
            <p:cNvSpPr/>
            <p:nvPr/>
          </p:nvSpPr>
          <p:spPr>
            <a:xfrm>
              <a:off x="8242833" y="668789"/>
              <a:ext cx="538736" cy="38111"/>
            </a:xfrm>
            <a:custGeom>
              <a:avLst/>
              <a:pathLst>
                <a:path w="538736" h="38111">
                  <a:moveTo>
                    <a:pt x="0" y="0"/>
                  </a:moveTo>
                  <a:lnTo>
                    <a:pt x="538736" y="0"/>
                  </a:lnTo>
                  <a:lnTo>
                    <a:pt x="538736" y="38111"/>
                  </a:lnTo>
                  <a:lnTo>
                    <a:pt x="0" y="3811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g2272"/>
            <p:cNvSpPr/>
            <p:nvPr/>
          </p:nvSpPr>
          <p:spPr>
            <a:xfrm>
              <a:off x="8242833" y="630677"/>
              <a:ext cx="538736" cy="38111"/>
            </a:xfrm>
            <a:custGeom>
              <a:avLst/>
              <a:pathLst>
                <a:path w="538736" h="38111">
                  <a:moveTo>
                    <a:pt x="0" y="0"/>
                  </a:moveTo>
                  <a:lnTo>
                    <a:pt x="538736" y="0"/>
                  </a:lnTo>
                  <a:lnTo>
                    <a:pt x="538736" y="38111"/>
                  </a:lnTo>
                  <a:lnTo>
                    <a:pt x="0" y="3811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g2273"/>
            <p:cNvSpPr/>
            <p:nvPr/>
          </p:nvSpPr>
          <p:spPr>
            <a:xfrm>
              <a:off x="8242833" y="576232"/>
              <a:ext cx="538736" cy="54445"/>
            </a:xfrm>
            <a:custGeom>
              <a:avLst/>
              <a:pathLst>
                <a:path w="538736" h="54445">
                  <a:moveTo>
                    <a:pt x="0" y="0"/>
                  </a:moveTo>
                  <a:lnTo>
                    <a:pt x="538736" y="0"/>
                  </a:lnTo>
                  <a:lnTo>
                    <a:pt x="538736" y="54445"/>
                  </a:lnTo>
                  <a:lnTo>
                    <a:pt x="0" y="5444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g2274"/>
            <p:cNvSpPr/>
            <p:nvPr/>
          </p:nvSpPr>
          <p:spPr>
            <a:xfrm>
              <a:off x="8242833" y="532675"/>
              <a:ext cx="538736" cy="43556"/>
            </a:xfrm>
            <a:custGeom>
              <a:avLst/>
              <a:pathLst>
                <a:path w="538736" h="43556">
                  <a:moveTo>
                    <a:pt x="0" y="0"/>
                  </a:moveTo>
                  <a:lnTo>
                    <a:pt x="538736" y="0"/>
                  </a:lnTo>
                  <a:lnTo>
                    <a:pt x="538736" y="43556"/>
                  </a:lnTo>
                  <a:lnTo>
                    <a:pt x="0" y="4355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g2275"/>
            <p:cNvSpPr/>
            <p:nvPr/>
          </p:nvSpPr>
          <p:spPr>
            <a:xfrm>
              <a:off x="8242833" y="472785"/>
              <a:ext cx="538736" cy="59889"/>
            </a:xfrm>
            <a:custGeom>
              <a:avLst/>
              <a:pathLst>
                <a:path w="538736" h="59889">
                  <a:moveTo>
                    <a:pt x="0" y="0"/>
                  </a:moveTo>
                  <a:lnTo>
                    <a:pt x="538736" y="0"/>
                  </a:lnTo>
                  <a:lnTo>
                    <a:pt x="538736" y="59889"/>
                  </a:lnTo>
                  <a:lnTo>
                    <a:pt x="0" y="5988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g2276"/>
            <p:cNvSpPr/>
            <p:nvPr/>
          </p:nvSpPr>
          <p:spPr>
            <a:xfrm>
              <a:off x="8242833" y="440118"/>
              <a:ext cx="538736" cy="32667"/>
            </a:xfrm>
            <a:custGeom>
              <a:avLst/>
              <a:pathLst>
                <a:path w="538736" h="32667">
                  <a:moveTo>
                    <a:pt x="0" y="0"/>
                  </a:moveTo>
                  <a:lnTo>
                    <a:pt x="538736" y="0"/>
                  </a:lnTo>
                  <a:lnTo>
                    <a:pt x="538736" y="32667"/>
                  </a:lnTo>
                  <a:lnTo>
                    <a:pt x="0" y="3266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tx2277"/>
            <p:cNvSpPr/>
            <p:nvPr/>
          </p:nvSpPr>
          <p:spPr>
            <a:xfrm>
              <a:off x="326759" y="6113602"/>
              <a:ext cx="978408" cy="14398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Trogoniformes</a:t>
              </a:r>
            </a:p>
          </p:txBody>
        </p:sp>
        <p:sp>
          <p:nvSpPr>
            <p:cNvPr id="2278" name="tx2278"/>
            <p:cNvSpPr/>
            <p:nvPr/>
          </p:nvSpPr>
          <p:spPr>
            <a:xfrm>
              <a:off x="331020" y="6138688"/>
              <a:ext cx="969885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Pterocliformes</a:t>
              </a:r>
            </a:p>
          </p:txBody>
        </p:sp>
        <p:sp>
          <p:nvSpPr>
            <p:cNvPr id="2279" name="tx2279"/>
            <p:cNvSpPr/>
            <p:nvPr/>
          </p:nvSpPr>
          <p:spPr>
            <a:xfrm>
              <a:off x="428024" y="6131688"/>
              <a:ext cx="775879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Otidiformes</a:t>
              </a:r>
            </a:p>
          </p:txBody>
        </p:sp>
        <p:sp>
          <p:nvSpPr>
            <p:cNvPr id="2280" name="tx2280"/>
            <p:cNvSpPr/>
            <p:nvPr/>
          </p:nvSpPr>
          <p:spPr>
            <a:xfrm>
              <a:off x="339431" y="6125077"/>
              <a:ext cx="953064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Falconiformes</a:t>
              </a:r>
            </a:p>
          </p:txBody>
        </p:sp>
        <p:sp>
          <p:nvSpPr>
            <p:cNvPr id="2281" name="tx2281"/>
            <p:cNvSpPr/>
            <p:nvPr/>
          </p:nvSpPr>
          <p:spPr>
            <a:xfrm>
              <a:off x="221382" y="6076804"/>
              <a:ext cx="1189162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Caprimulgiformes</a:t>
              </a:r>
            </a:p>
          </p:txBody>
        </p:sp>
        <p:sp>
          <p:nvSpPr>
            <p:cNvPr id="2282" name="tx2282"/>
            <p:cNvSpPr/>
            <p:nvPr/>
          </p:nvSpPr>
          <p:spPr>
            <a:xfrm>
              <a:off x="233906" y="6055639"/>
              <a:ext cx="1164115" cy="14205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Podicipediformes</a:t>
              </a:r>
            </a:p>
          </p:txBody>
        </p:sp>
        <p:sp>
          <p:nvSpPr>
            <p:cNvPr id="2283" name="tx2283"/>
            <p:cNvSpPr/>
            <p:nvPr/>
          </p:nvSpPr>
          <p:spPr>
            <a:xfrm>
              <a:off x="250913" y="6046131"/>
              <a:ext cx="1130100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Procellariiformes</a:t>
              </a:r>
            </a:p>
          </p:txBody>
        </p:sp>
        <p:sp>
          <p:nvSpPr>
            <p:cNvPr id="2284" name="tx2284"/>
            <p:cNvSpPr/>
            <p:nvPr/>
          </p:nvSpPr>
          <p:spPr>
            <a:xfrm>
              <a:off x="411165" y="5995723"/>
              <a:ext cx="809596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Gaviiformes</a:t>
              </a:r>
            </a:p>
          </p:txBody>
        </p:sp>
        <p:sp>
          <p:nvSpPr>
            <p:cNvPr id="2285" name="tx2285"/>
            <p:cNvSpPr/>
            <p:nvPr/>
          </p:nvSpPr>
          <p:spPr>
            <a:xfrm>
              <a:off x="461778" y="5942685"/>
              <a:ext cx="708369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Piciformes</a:t>
              </a:r>
            </a:p>
          </p:txBody>
        </p:sp>
        <p:sp>
          <p:nvSpPr>
            <p:cNvPr id="2286" name="tx2286"/>
            <p:cNvSpPr/>
            <p:nvPr/>
          </p:nvSpPr>
          <p:spPr>
            <a:xfrm>
              <a:off x="356327" y="5881387"/>
              <a:ext cx="919272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Ciconiiformes</a:t>
              </a:r>
            </a:p>
          </p:txBody>
        </p:sp>
        <p:sp>
          <p:nvSpPr>
            <p:cNvPr id="2287" name="tx2287"/>
            <p:cNvSpPr/>
            <p:nvPr/>
          </p:nvSpPr>
          <p:spPr>
            <a:xfrm>
              <a:off x="120006" y="5788856"/>
              <a:ext cx="1391913" cy="14205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Phoenicopteriformes</a:t>
              </a:r>
            </a:p>
          </p:txBody>
        </p:sp>
        <p:sp>
          <p:nvSpPr>
            <p:cNvPr id="2288" name="tx2288"/>
            <p:cNvSpPr/>
            <p:nvPr/>
          </p:nvSpPr>
          <p:spPr>
            <a:xfrm>
              <a:off x="432248" y="5745274"/>
              <a:ext cx="767431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Galliformes</a:t>
              </a:r>
            </a:p>
          </p:txBody>
        </p:sp>
        <p:sp>
          <p:nvSpPr>
            <p:cNvPr id="2289" name="tx2289"/>
            <p:cNvSpPr/>
            <p:nvPr/>
          </p:nvSpPr>
          <p:spPr>
            <a:xfrm>
              <a:off x="373186" y="5671773"/>
              <a:ext cx="885554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Cuculiformes</a:t>
              </a:r>
            </a:p>
          </p:txBody>
        </p:sp>
        <p:sp>
          <p:nvSpPr>
            <p:cNvPr id="2290" name="tx2290"/>
            <p:cNvSpPr/>
            <p:nvPr/>
          </p:nvSpPr>
          <p:spPr>
            <a:xfrm>
              <a:off x="457517" y="5592679"/>
              <a:ext cx="716891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Suliformes</a:t>
              </a:r>
            </a:p>
          </p:txBody>
        </p:sp>
        <p:sp>
          <p:nvSpPr>
            <p:cNvPr id="2291" name="tx2291"/>
            <p:cNvSpPr/>
            <p:nvPr/>
          </p:nvSpPr>
          <p:spPr>
            <a:xfrm>
              <a:off x="347916" y="5505715"/>
              <a:ext cx="936094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Coraciiformes</a:t>
              </a:r>
            </a:p>
          </p:txBody>
        </p:sp>
        <p:sp>
          <p:nvSpPr>
            <p:cNvPr id="2292" name="tx2292"/>
            <p:cNvSpPr/>
            <p:nvPr/>
          </p:nvSpPr>
          <p:spPr>
            <a:xfrm>
              <a:off x="411165" y="5379904"/>
              <a:ext cx="809596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Strigiformes</a:t>
              </a:r>
            </a:p>
          </p:txBody>
        </p:sp>
        <p:sp>
          <p:nvSpPr>
            <p:cNvPr id="2293" name="tx2293"/>
            <p:cNvSpPr/>
            <p:nvPr/>
          </p:nvSpPr>
          <p:spPr>
            <a:xfrm>
              <a:off x="305713" y="5306989"/>
              <a:ext cx="1020499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Columbiformes</a:t>
              </a:r>
            </a:p>
          </p:txBody>
        </p:sp>
        <p:sp>
          <p:nvSpPr>
            <p:cNvPr id="2294" name="tx2294"/>
            <p:cNvSpPr/>
            <p:nvPr/>
          </p:nvSpPr>
          <p:spPr>
            <a:xfrm>
              <a:off x="440696" y="5157264"/>
              <a:ext cx="750535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Gruiformes</a:t>
              </a:r>
            </a:p>
          </p:txBody>
        </p:sp>
        <p:sp>
          <p:nvSpPr>
            <p:cNvPr id="2295" name="tx2295"/>
            <p:cNvSpPr/>
            <p:nvPr/>
          </p:nvSpPr>
          <p:spPr>
            <a:xfrm>
              <a:off x="292967" y="4938169"/>
              <a:ext cx="1045991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Pelecaniformes</a:t>
              </a:r>
            </a:p>
          </p:txBody>
        </p:sp>
        <p:sp>
          <p:nvSpPr>
            <p:cNvPr id="2296" name="tx2296"/>
            <p:cNvSpPr/>
            <p:nvPr/>
          </p:nvSpPr>
          <p:spPr>
            <a:xfrm>
              <a:off x="318422" y="4601948"/>
              <a:ext cx="995081" cy="14205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Accipitriformes</a:t>
              </a:r>
            </a:p>
          </p:txBody>
        </p:sp>
        <p:sp>
          <p:nvSpPr>
            <p:cNvPr id="2297" name="tx2297"/>
            <p:cNvSpPr/>
            <p:nvPr/>
          </p:nvSpPr>
          <p:spPr>
            <a:xfrm>
              <a:off x="368962" y="4263046"/>
              <a:ext cx="894002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Anseriformes</a:t>
              </a:r>
            </a:p>
          </p:txBody>
        </p:sp>
        <p:sp>
          <p:nvSpPr>
            <p:cNvPr id="2298" name="tx2298"/>
            <p:cNvSpPr/>
            <p:nvPr/>
          </p:nvSpPr>
          <p:spPr>
            <a:xfrm>
              <a:off x="276183" y="3654573"/>
              <a:ext cx="1079561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Charadriiformes</a:t>
              </a:r>
            </a:p>
          </p:txBody>
        </p:sp>
        <p:sp>
          <p:nvSpPr>
            <p:cNvPr id="2299" name="tx2299"/>
            <p:cNvSpPr/>
            <p:nvPr/>
          </p:nvSpPr>
          <p:spPr>
            <a:xfrm>
              <a:off x="331020" y="1807562"/>
              <a:ext cx="969885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Passeriformes</a:t>
              </a:r>
            </a:p>
          </p:txBody>
        </p:sp>
        <p:sp>
          <p:nvSpPr>
            <p:cNvPr id="2300" name="tx2300"/>
            <p:cNvSpPr/>
            <p:nvPr/>
          </p:nvSpPr>
          <p:spPr>
            <a:xfrm>
              <a:off x="4419462" y="6146060"/>
              <a:ext cx="489241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Taiwan</a:t>
              </a:r>
            </a:p>
          </p:txBody>
        </p:sp>
        <p:sp>
          <p:nvSpPr>
            <p:cNvPr id="2301" name="tx2301"/>
            <p:cNvSpPr/>
            <p:nvPr/>
          </p:nvSpPr>
          <p:spPr>
            <a:xfrm>
              <a:off x="4284368" y="6109713"/>
              <a:ext cx="75942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Hong Kong</a:t>
              </a:r>
            </a:p>
          </p:txBody>
        </p:sp>
        <p:sp>
          <p:nvSpPr>
            <p:cNvPr id="2302" name="tx2302"/>
            <p:cNvSpPr/>
            <p:nvPr/>
          </p:nvSpPr>
          <p:spPr>
            <a:xfrm>
              <a:off x="4432059" y="6104465"/>
              <a:ext cx="464045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Shanxi</a:t>
              </a:r>
            </a:p>
          </p:txBody>
        </p:sp>
        <p:sp>
          <p:nvSpPr>
            <p:cNvPr id="2303" name="tx2303"/>
            <p:cNvSpPr/>
            <p:nvPr/>
          </p:nvSpPr>
          <p:spPr>
            <a:xfrm>
              <a:off x="4297003" y="6011470"/>
              <a:ext cx="734158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Chongqing</a:t>
              </a:r>
            </a:p>
          </p:txBody>
        </p:sp>
        <p:sp>
          <p:nvSpPr>
            <p:cNvPr id="2304" name="tx2304"/>
            <p:cNvSpPr/>
            <p:nvPr/>
          </p:nvSpPr>
          <p:spPr>
            <a:xfrm>
              <a:off x="4465814" y="5976760"/>
              <a:ext cx="396535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Hebei</a:t>
              </a:r>
            </a:p>
          </p:txBody>
        </p:sp>
        <p:sp>
          <p:nvSpPr>
            <p:cNvPr id="2305" name="tx2305"/>
            <p:cNvSpPr/>
            <p:nvPr/>
          </p:nvSpPr>
          <p:spPr>
            <a:xfrm>
              <a:off x="4267435" y="5869912"/>
              <a:ext cx="793293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Guangdong</a:t>
              </a:r>
            </a:p>
          </p:txBody>
        </p:sp>
        <p:sp>
          <p:nvSpPr>
            <p:cNvPr id="2306" name="tx2306"/>
            <p:cNvSpPr/>
            <p:nvPr/>
          </p:nvSpPr>
          <p:spPr>
            <a:xfrm>
              <a:off x="4457403" y="5792764"/>
              <a:ext cx="413357" cy="1408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Fujian</a:t>
              </a:r>
            </a:p>
          </p:txBody>
        </p:sp>
        <p:sp>
          <p:nvSpPr>
            <p:cNvPr id="2307" name="tx2307"/>
            <p:cNvSpPr/>
            <p:nvPr/>
          </p:nvSpPr>
          <p:spPr>
            <a:xfrm>
              <a:off x="4436283" y="5698651"/>
              <a:ext cx="45559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Beijing</a:t>
              </a:r>
            </a:p>
          </p:txBody>
        </p:sp>
        <p:sp>
          <p:nvSpPr>
            <p:cNvPr id="2308" name="tx2308"/>
            <p:cNvSpPr/>
            <p:nvPr/>
          </p:nvSpPr>
          <p:spPr>
            <a:xfrm>
              <a:off x="4246426" y="5589760"/>
              <a:ext cx="835311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Heilongjiang</a:t>
              </a:r>
            </a:p>
          </p:txBody>
        </p:sp>
        <p:sp>
          <p:nvSpPr>
            <p:cNvPr id="2309" name="tx2309"/>
            <p:cNvSpPr/>
            <p:nvPr/>
          </p:nvSpPr>
          <p:spPr>
            <a:xfrm>
              <a:off x="4411014" y="5464536"/>
              <a:ext cx="50613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Ningxia</a:t>
              </a:r>
            </a:p>
          </p:txBody>
        </p:sp>
        <p:sp>
          <p:nvSpPr>
            <p:cNvPr id="2310" name="tx2310"/>
            <p:cNvSpPr/>
            <p:nvPr/>
          </p:nvSpPr>
          <p:spPr>
            <a:xfrm>
              <a:off x="4343393" y="5328181"/>
              <a:ext cx="641378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Shanghai</a:t>
              </a:r>
            </a:p>
          </p:txBody>
        </p:sp>
        <p:sp>
          <p:nvSpPr>
            <p:cNvPr id="2311" name="tx2311"/>
            <p:cNvSpPr/>
            <p:nvPr/>
          </p:nvSpPr>
          <p:spPr>
            <a:xfrm>
              <a:off x="4440544" y="5193866"/>
              <a:ext cx="447075" cy="1408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Tianjin</a:t>
              </a:r>
            </a:p>
          </p:txBody>
        </p:sp>
        <p:sp>
          <p:nvSpPr>
            <p:cNvPr id="2312" name="tx2312"/>
            <p:cNvSpPr/>
            <p:nvPr/>
          </p:nvSpPr>
          <p:spPr>
            <a:xfrm>
              <a:off x="4533361" y="5075986"/>
              <a:ext cx="261442" cy="111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Jilin</a:t>
              </a:r>
            </a:p>
          </p:txBody>
        </p:sp>
        <p:sp>
          <p:nvSpPr>
            <p:cNvPr id="2313" name="tx2313"/>
            <p:cNvSpPr/>
            <p:nvPr/>
          </p:nvSpPr>
          <p:spPr>
            <a:xfrm>
              <a:off x="4318049" y="4881729"/>
              <a:ext cx="692066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Shandong</a:t>
              </a:r>
            </a:p>
          </p:txBody>
        </p:sp>
        <p:sp>
          <p:nvSpPr>
            <p:cNvPr id="2314" name="tx2314"/>
            <p:cNvSpPr/>
            <p:nvPr/>
          </p:nvSpPr>
          <p:spPr>
            <a:xfrm>
              <a:off x="4402529" y="4712949"/>
              <a:ext cx="523107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Qinghai</a:t>
              </a:r>
            </a:p>
          </p:txBody>
        </p:sp>
        <p:sp>
          <p:nvSpPr>
            <p:cNvPr id="2315" name="tx2315"/>
            <p:cNvSpPr/>
            <p:nvPr/>
          </p:nvSpPr>
          <p:spPr>
            <a:xfrm>
              <a:off x="4427872" y="4547132"/>
              <a:ext cx="472419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Jiangxi</a:t>
              </a:r>
            </a:p>
          </p:txBody>
        </p:sp>
        <p:sp>
          <p:nvSpPr>
            <p:cNvPr id="2316" name="tx2316"/>
            <p:cNvSpPr/>
            <p:nvPr/>
          </p:nvSpPr>
          <p:spPr>
            <a:xfrm>
              <a:off x="4423611" y="4409253"/>
              <a:ext cx="480941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Hainan</a:t>
              </a:r>
            </a:p>
          </p:txBody>
        </p:sp>
        <p:sp>
          <p:nvSpPr>
            <p:cNvPr id="2317" name="tx2317"/>
            <p:cNvSpPr/>
            <p:nvPr/>
          </p:nvSpPr>
          <p:spPr>
            <a:xfrm>
              <a:off x="4394081" y="4198682"/>
              <a:ext cx="540002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Xinjiang</a:t>
              </a:r>
            </a:p>
          </p:txBody>
        </p:sp>
        <p:sp>
          <p:nvSpPr>
            <p:cNvPr id="2318" name="tx2318"/>
            <p:cNvSpPr/>
            <p:nvPr/>
          </p:nvSpPr>
          <p:spPr>
            <a:xfrm>
              <a:off x="4389857" y="4035542"/>
              <a:ext cx="548450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Sichuan</a:t>
              </a:r>
            </a:p>
          </p:txBody>
        </p:sp>
        <p:sp>
          <p:nvSpPr>
            <p:cNvPr id="2319" name="tx2319"/>
            <p:cNvSpPr/>
            <p:nvPr/>
          </p:nvSpPr>
          <p:spPr>
            <a:xfrm>
              <a:off x="4377148" y="3817565"/>
              <a:ext cx="573868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Liaoning</a:t>
              </a:r>
            </a:p>
          </p:txBody>
        </p:sp>
        <p:sp>
          <p:nvSpPr>
            <p:cNvPr id="2320" name="tx2320"/>
            <p:cNvSpPr/>
            <p:nvPr/>
          </p:nvSpPr>
          <p:spPr>
            <a:xfrm>
              <a:off x="4465814" y="3657389"/>
              <a:ext cx="396535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Hubei</a:t>
              </a:r>
            </a:p>
          </p:txBody>
        </p:sp>
        <p:sp>
          <p:nvSpPr>
            <p:cNvPr id="2321" name="tx2321"/>
            <p:cNvSpPr/>
            <p:nvPr/>
          </p:nvSpPr>
          <p:spPr>
            <a:xfrm>
              <a:off x="4381446" y="3464162"/>
              <a:ext cx="565272" cy="1147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Guizhou</a:t>
              </a:r>
            </a:p>
          </p:txBody>
        </p:sp>
        <p:sp>
          <p:nvSpPr>
            <p:cNvPr id="2322" name="tx2322"/>
            <p:cNvSpPr/>
            <p:nvPr/>
          </p:nvSpPr>
          <p:spPr>
            <a:xfrm>
              <a:off x="4162095" y="3243166"/>
              <a:ext cx="1003974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Inner Mongolia</a:t>
              </a:r>
            </a:p>
          </p:txBody>
        </p:sp>
        <p:sp>
          <p:nvSpPr>
            <p:cNvPr id="2323" name="tx2323"/>
            <p:cNvSpPr/>
            <p:nvPr/>
          </p:nvSpPr>
          <p:spPr>
            <a:xfrm>
              <a:off x="4372998" y="3041348"/>
              <a:ext cx="582168" cy="14280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Zhejiang</a:t>
              </a:r>
            </a:p>
          </p:txBody>
        </p:sp>
        <p:sp>
          <p:nvSpPr>
            <p:cNvPr id="2324" name="tx2324"/>
            <p:cNvSpPr/>
            <p:nvPr/>
          </p:nvSpPr>
          <p:spPr>
            <a:xfrm>
              <a:off x="4440470" y="2865580"/>
              <a:ext cx="447223" cy="1116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Henan</a:t>
              </a:r>
            </a:p>
          </p:txBody>
        </p:sp>
        <p:sp>
          <p:nvSpPr>
            <p:cNvPr id="2325" name="tx2325"/>
            <p:cNvSpPr/>
            <p:nvPr/>
          </p:nvSpPr>
          <p:spPr>
            <a:xfrm>
              <a:off x="4381446" y="2624970"/>
              <a:ext cx="565272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Guangxi</a:t>
              </a:r>
            </a:p>
          </p:txBody>
        </p:sp>
        <p:sp>
          <p:nvSpPr>
            <p:cNvPr id="2326" name="tx2326"/>
            <p:cNvSpPr/>
            <p:nvPr/>
          </p:nvSpPr>
          <p:spPr>
            <a:xfrm>
              <a:off x="4470001" y="2435758"/>
              <a:ext cx="388161" cy="111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Anhui</a:t>
              </a:r>
            </a:p>
          </p:txBody>
        </p:sp>
        <p:sp>
          <p:nvSpPr>
            <p:cNvPr id="2327" name="tx2327"/>
            <p:cNvSpPr/>
            <p:nvPr/>
          </p:nvSpPr>
          <p:spPr>
            <a:xfrm>
              <a:off x="4402529" y="2148815"/>
              <a:ext cx="52310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Jiangsu</a:t>
              </a:r>
            </a:p>
          </p:txBody>
        </p:sp>
        <p:sp>
          <p:nvSpPr>
            <p:cNvPr id="2328" name="tx2328"/>
            <p:cNvSpPr/>
            <p:nvPr/>
          </p:nvSpPr>
          <p:spPr>
            <a:xfrm>
              <a:off x="4440507" y="1895988"/>
              <a:ext cx="447149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Gansu</a:t>
              </a:r>
            </a:p>
          </p:txBody>
        </p:sp>
        <p:sp>
          <p:nvSpPr>
            <p:cNvPr id="2329" name="tx2329"/>
            <p:cNvSpPr/>
            <p:nvPr/>
          </p:nvSpPr>
          <p:spPr>
            <a:xfrm>
              <a:off x="4389857" y="1590946"/>
              <a:ext cx="548450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Shaanxi</a:t>
              </a:r>
            </a:p>
          </p:txBody>
        </p:sp>
        <p:sp>
          <p:nvSpPr>
            <p:cNvPr id="2330" name="tx2330"/>
            <p:cNvSpPr/>
            <p:nvPr/>
          </p:nvSpPr>
          <p:spPr>
            <a:xfrm>
              <a:off x="4440470" y="1265035"/>
              <a:ext cx="447223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Hunan</a:t>
              </a:r>
            </a:p>
          </p:txBody>
        </p:sp>
        <p:sp>
          <p:nvSpPr>
            <p:cNvPr id="2331" name="tx2331"/>
            <p:cNvSpPr/>
            <p:nvPr/>
          </p:nvSpPr>
          <p:spPr>
            <a:xfrm>
              <a:off x="4402454" y="924751"/>
              <a:ext cx="523255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Yunnan</a:t>
              </a:r>
            </a:p>
          </p:txBody>
        </p:sp>
        <p:sp>
          <p:nvSpPr>
            <p:cNvPr id="2332" name="tx2332"/>
            <p:cNvSpPr/>
            <p:nvPr/>
          </p:nvSpPr>
          <p:spPr>
            <a:xfrm>
              <a:off x="4495382" y="567616"/>
              <a:ext cx="337399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Tibet</a:t>
              </a:r>
            </a:p>
          </p:txBody>
        </p:sp>
        <p:sp>
          <p:nvSpPr>
            <p:cNvPr id="2333" name="tx2333"/>
            <p:cNvSpPr/>
            <p:nvPr/>
          </p:nvSpPr>
          <p:spPr>
            <a:xfrm>
              <a:off x="8343390" y="5933150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2025</a:t>
              </a:r>
            </a:p>
          </p:txBody>
        </p:sp>
        <p:sp>
          <p:nvSpPr>
            <p:cNvPr id="2334" name="tx2334"/>
            <p:cNvSpPr/>
            <p:nvPr/>
          </p:nvSpPr>
          <p:spPr>
            <a:xfrm>
              <a:off x="8343390" y="5464920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2024</a:t>
              </a:r>
            </a:p>
          </p:txBody>
        </p:sp>
        <p:sp>
          <p:nvSpPr>
            <p:cNvPr id="2335" name="tx2335"/>
            <p:cNvSpPr/>
            <p:nvPr/>
          </p:nvSpPr>
          <p:spPr>
            <a:xfrm>
              <a:off x="8343390" y="5004857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2023</a:t>
              </a:r>
            </a:p>
          </p:txBody>
        </p:sp>
        <p:sp>
          <p:nvSpPr>
            <p:cNvPr id="2336" name="tx2336"/>
            <p:cNvSpPr/>
            <p:nvPr/>
          </p:nvSpPr>
          <p:spPr>
            <a:xfrm>
              <a:off x="8343390" y="4623739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2022</a:t>
              </a:r>
            </a:p>
          </p:txBody>
        </p:sp>
        <p:sp>
          <p:nvSpPr>
            <p:cNvPr id="2337" name="tx2337"/>
            <p:cNvSpPr/>
            <p:nvPr/>
          </p:nvSpPr>
          <p:spPr>
            <a:xfrm>
              <a:off x="8343390" y="4288900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2021</a:t>
              </a:r>
            </a:p>
          </p:txBody>
        </p:sp>
        <p:sp>
          <p:nvSpPr>
            <p:cNvPr id="2338" name="tx2338"/>
            <p:cNvSpPr/>
            <p:nvPr/>
          </p:nvSpPr>
          <p:spPr>
            <a:xfrm>
              <a:off x="8343390" y="4011229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2020</a:t>
              </a:r>
            </a:p>
          </p:txBody>
        </p:sp>
        <p:sp>
          <p:nvSpPr>
            <p:cNvPr id="2339" name="tx2339"/>
            <p:cNvSpPr/>
            <p:nvPr/>
          </p:nvSpPr>
          <p:spPr>
            <a:xfrm>
              <a:off x="8343390" y="3698094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2019</a:t>
              </a:r>
            </a:p>
          </p:txBody>
        </p:sp>
        <p:sp>
          <p:nvSpPr>
            <p:cNvPr id="2340" name="tx2340"/>
            <p:cNvSpPr/>
            <p:nvPr/>
          </p:nvSpPr>
          <p:spPr>
            <a:xfrm>
              <a:off x="8343390" y="3341403"/>
              <a:ext cx="337622" cy="109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2018</a:t>
              </a:r>
            </a:p>
          </p:txBody>
        </p:sp>
        <p:sp>
          <p:nvSpPr>
            <p:cNvPr id="2341" name="tx2341"/>
            <p:cNvSpPr/>
            <p:nvPr/>
          </p:nvSpPr>
          <p:spPr>
            <a:xfrm>
              <a:off x="8343390" y="2995824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2017</a:t>
              </a:r>
            </a:p>
          </p:txBody>
        </p:sp>
        <p:sp>
          <p:nvSpPr>
            <p:cNvPr id="2342" name="tx2342"/>
            <p:cNvSpPr/>
            <p:nvPr/>
          </p:nvSpPr>
          <p:spPr>
            <a:xfrm>
              <a:off x="8343390" y="2693578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2016</a:t>
              </a:r>
            </a:p>
          </p:txBody>
        </p:sp>
        <p:sp>
          <p:nvSpPr>
            <p:cNvPr id="2343" name="tx2343"/>
            <p:cNvSpPr/>
            <p:nvPr/>
          </p:nvSpPr>
          <p:spPr>
            <a:xfrm>
              <a:off x="8343390" y="2486760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2015</a:t>
              </a:r>
            </a:p>
          </p:txBody>
        </p:sp>
        <p:sp>
          <p:nvSpPr>
            <p:cNvPr id="2344" name="tx2344"/>
            <p:cNvSpPr/>
            <p:nvPr/>
          </p:nvSpPr>
          <p:spPr>
            <a:xfrm>
              <a:off x="8343390" y="226625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2014</a:t>
              </a:r>
            </a:p>
          </p:txBody>
        </p:sp>
        <p:sp>
          <p:nvSpPr>
            <p:cNvPr id="2345" name="tx2345"/>
            <p:cNvSpPr/>
            <p:nvPr/>
          </p:nvSpPr>
          <p:spPr>
            <a:xfrm>
              <a:off x="8343390" y="202669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2013</a:t>
              </a:r>
            </a:p>
          </p:txBody>
        </p:sp>
        <p:sp>
          <p:nvSpPr>
            <p:cNvPr id="2346" name="tx2346"/>
            <p:cNvSpPr/>
            <p:nvPr/>
          </p:nvSpPr>
          <p:spPr>
            <a:xfrm>
              <a:off x="8343390" y="1852471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2012</a:t>
              </a:r>
            </a:p>
          </p:txBody>
        </p:sp>
        <p:sp>
          <p:nvSpPr>
            <p:cNvPr id="2347" name="tx2347"/>
            <p:cNvSpPr/>
            <p:nvPr/>
          </p:nvSpPr>
          <p:spPr>
            <a:xfrm>
              <a:off x="8343390" y="167824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2011</a:t>
              </a:r>
            </a:p>
          </p:txBody>
        </p:sp>
        <p:sp>
          <p:nvSpPr>
            <p:cNvPr id="2348" name="tx2348"/>
            <p:cNvSpPr/>
            <p:nvPr/>
          </p:nvSpPr>
          <p:spPr>
            <a:xfrm>
              <a:off x="8343390" y="1433242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2010</a:t>
              </a:r>
            </a:p>
          </p:txBody>
        </p:sp>
        <p:sp>
          <p:nvSpPr>
            <p:cNvPr id="2349" name="tx2349"/>
            <p:cNvSpPr/>
            <p:nvPr/>
          </p:nvSpPr>
          <p:spPr>
            <a:xfrm>
              <a:off x="8343390" y="1239887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2009</a:t>
              </a:r>
            </a:p>
          </p:txBody>
        </p:sp>
        <p:sp>
          <p:nvSpPr>
            <p:cNvPr id="2350" name="tx2350"/>
            <p:cNvSpPr/>
            <p:nvPr/>
          </p:nvSpPr>
          <p:spPr>
            <a:xfrm>
              <a:off x="8343390" y="1125478"/>
              <a:ext cx="337622" cy="109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2008</a:t>
              </a:r>
            </a:p>
          </p:txBody>
        </p:sp>
        <p:sp>
          <p:nvSpPr>
            <p:cNvPr id="2351" name="tx2351"/>
            <p:cNvSpPr/>
            <p:nvPr/>
          </p:nvSpPr>
          <p:spPr>
            <a:xfrm>
              <a:off x="8343390" y="994957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2007</a:t>
              </a:r>
            </a:p>
          </p:txBody>
        </p:sp>
        <p:sp>
          <p:nvSpPr>
            <p:cNvPr id="2352" name="tx2352"/>
            <p:cNvSpPr/>
            <p:nvPr/>
          </p:nvSpPr>
          <p:spPr>
            <a:xfrm>
              <a:off x="8343390" y="785269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2006</a:t>
              </a:r>
            </a:p>
          </p:txBody>
        </p:sp>
        <p:sp>
          <p:nvSpPr>
            <p:cNvPr id="2353" name="tx2353"/>
            <p:cNvSpPr/>
            <p:nvPr/>
          </p:nvSpPr>
          <p:spPr>
            <a:xfrm>
              <a:off x="8343390" y="63289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2005</a:t>
              </a:r>
            </a:p>
          </p:txBody>
        </p:sp>
        <p:sp>
          <p:nvSpPr>
            <p:cNvPr id="2354" name="tx2354"/>
            <p:cNvSpPr/>
            <p:nvPr/>
          </p:nvSpPr>
          <p:spPr>
            <a:xfrm>
              <a:off x="8343390" y="594784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2004</a:t>
              </a:r>
            </a:p>
          </p:txBody>
        </p:sp>
        <p:sp>
          <p:nvSpPr>
            <p:cNvPr id="2355" name="tx2355"/>
            <p:cNvSpPr/>
            <p:nvPr/>
          </p:nvSpPr>
          <p:spPr>
            <a:xfrm>
              <a:off x="8343390" y="548505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2003</a:t>
              </a:r>
            </a:p>
          </p:txBody>
        </p:sp>
        <p:sp>
          <p:nvSpPr>
            <p:cNvPr id="2356" name="tx2356"/>
            <p:cNvSpPr/>
            <p:nvPr/>
          </p:nvSpPr>
          <p:spPr>
            <a:xfrm>
              <a:off x="8343390" y="499505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2002</a:t>
              </a:r>
            </a:p>
          </p:txBody>
        </p:sp>
        <p:sp>
          <p:nvSpPr>
            <p:cNvPr id="2357" name="tx2357"/>
            <p:cNvSpPr/>
            <p:nvPr/>
          </p:nvSpPr>
          <p:spPr>
            <a:xfrm>
              <a:off x="8343390" y="447782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2001</a:t>
              </a:r>
            </a:p>
          </p:txBody>
        </p:sp>
        <p:sp>
          <p:nvSpPr>
            <p:cNvPr id="2358" name="tx2358"/>
            <p:cNvSpPr/>
            <p:nvPr/>
          </p:nvSpPr>
          <p:spPr>
            <a:xfrm>
              <a:off x="8343390" y="401503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2000</a:t>
              </a:r>
            </a:p>
          </p:txBody>
        </p:sp>
        <p:sp>
          <p:nvSpPr>
            <p:cNvPr id="2359" name="tx2359"/>
            <p:cNvSpPr/>
            <p:nvPr/>
          </p:nvSpPr>
          <p:spPr>
            <a:xfrm>
              <a:off x="599814" y="6550132"/>
              <a:ext cx="432299" cy="12092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Order</a:t>
              </a:r>
            </a:p>
          </p:txBody>
        </p:sp>
        <p:sp>
          <p:nvSpPr>
            <p:cNvPr id="2360" name="tx2360"/>
            <p:cNvSpPr/>
            <p:nvPr/>
          </p:nvSpPr>
          <p:spPr>
            <a:xfrm>
              <a:off x="4328793" y="6553155"/>
              <a:ext cx="670579" cy="117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Province</a:t>
              </a:r>
            </a:p>
          </p:txBody>
        </p:sp>
        <p:sp>
          <p:nvSpPr>
            <p:cNvPr id="2361" name="tx2361"/>
            <p:cNvSpPr/>
            <p:nvPr/>
          </p:nvSpPr>
          <p:spPr>
            <a:xfrm>
              <a:off x="8340080" y="6554008"/>
              <a:ext cx="344242" cy="1170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Year</a:t>
              </a:r>
            </a:p>
          </p:txBody>
        </p:sp>
        <p:sp>
          <p:nvSpPr>
            <p:cNvPr id="2362" name="tx2362"/>
            <p:cNvSpPr/>
            <p:nvPr/>
          </p:nvSpPr>
          <p:spPr>
            <a:xfrm rot="-5400000">
              <a:off x="-427291" y="3263817"/>
              <a:ext cx="1420223" cy="11836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Number of records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2026-03-18T17:45:25Z</dcterms:modified>
  <cp:category/>
</cp:coreProperties>
</file>